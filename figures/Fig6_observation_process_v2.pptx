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242f1cbab3a696aa0fb7b6b1557f9844458988d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607040" cy="7680960"/>
            <a:chOff x="182880" y="182880"/>
            <a:chExt cx="10607040" cy="768096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607040" cy="7680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607039" cy="7680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6754438" cy="376783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7006907" y="252469"/>
              <a:ext cx="3713423" cy="376783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03504" y="783237"/>
              <a:ext cx="5902182" cy="27465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03504" y="3373764"/>
              <a:ext cx="5902182" cy="0"/>
            </a:xfrm>
            <a:custGeom>
              <a:avLst/>
              <a:pathLst>
                <a:path w="5902182" h="0">
                  <a:moveTo>
                    <a:pt x="0" y="0"/>
                  </a:moveTo>
                  <a:lnTo>
                    <a:pt x="5902182" y="0"/>
                  </a:lnTo>
                  <a:lnTo>
                    <a:pt x="590218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3504" y="2822326"/>
              <a:ext cx="5902182" cy="0"/>
            </a:xfrm>
            <a:custGeom>
              <a:avLst/>
              <a:pathLst>
                <a:path w="5902182" h="0">
                  <a:moveTo>
                    <a:pt x="0" y="0"/>
                  </a:moveTo>
                  <a:lnTo>
                    <a:pt x="5902182" y="0"/>
                  </a:lnTo>
                  <a:lnTo>
                    <a:pt x="590218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03504" y="2045119"/>
              <a:ext cx="5902182" cy="0"/>
            </a:xfrm>
            <a:custGeom>
              <a:avLst/>
              <a:pathLst>
                <a:path w="5902182" h="0">
                  <a:moveTo>
                    <a:pt x="0" y="0"/>
                  </a:moveTo>
                  <a:lnTo>
                    <a:pt x="5902182" y="0"/>
                  </a:lnTo>
                  <a:lnTo>
                    <a:pt x="590218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03504" y="1493681"/>
              <a:ext cx="5902182" cy="0"/>
            </a:xfrm>
            <a:custGeom>
              <a:avLst/>
              <a:pathLst>
                <a:path w="5902182" h="0">
                  <a:moveTo>
                    <a:pt x="0" y="0"/>
                  </a:moveTo>
                  <a:lnTo>
                    <a:pt x="5902182" y="0"/>
                  </a:lnTo>
                  <a:lnTo>
                    <a:pt x="590218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03504" y="918431"/>
              <a:ext cx="5902182" cy="0"/>
            </a:xfrm>
            <a:custGeom>
              <a:avLst/>
              <a:pathLst>
                <a:path w="5902182" h="0">
                  <a:moveTo>
                    <a:pt x="0" y="0"/>
                  </a:moveTo>
                  <a:lnTo>
                    <a:pt x="5902182" y="0"/>
                  </a:lnTo>
                  <a:lnTo>
                    <a:pt x="590218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03504" y="2822326"/>
              <a:ext cx="5902182" cy="0"/>
            </a:xfrm>
            <a:custGeom>
              <a:avLst/>
              <a:pathLst>
                <a:path w="5902182" h="0">
                  <a:moveTo>
                    <a:pt x="0" y="0"/>
                  </a:moveTo>
                  <a:lnTo>
                    <a:pt x="5902182" y="0"/>
                  </a:lnTo>
                  <a:lnTo>
                    <a:pt x="5902182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529453" y="1841804"/>
              <a:ext cx="634440" cy="1552391"/>
            </a:xfrm>
            <a:custGeom>
              <a:avLst/>
              <a:pathLst>
                <a:path w="634440" h="1552391">
                  <a:moveTo>
                    <a:pt x="252859" y="1552391"/>
                  </a:moveTo>
                  <a:lnTo>
                    <a:pt x="251663" y="1549353"/>
                  </a:lnTo>
                  <a:lnTo>
                    <a:pt x="250477" y="1546315"/>
                  </a:lnTo>
                  <a:lnTo>
                    <a:pt x="249305" y="1543277"/>
                  </a:lnTo>
                  <a:lnTo>
                    <a:pt x="248148" y="1540239"/>
                  </a:lnTo>
                  <a:lnTo>
                    <a:pt x="247001" y="1537201"/>
                  </a:lnTo>
                  <a:lnTo>
                    <a:pt x="245866" y="1534163"/>
                  </a:lnTo>
                  <a:lnTo>
                    <a:pt x="244746" y="1531126"/>
                  </a:lnTo>
                  <a:lnTo>
                    <a:pt x="243634" y="1528088"/>
                  </a:lnTo>
                  <a:lnTo>
                    <a:pt x="242533" y="1525050"/>
                  </a:lnTo>
                  <a:lnTo>
                    <a:pt x="241445" y="1522012"/>
                  </a:lnTo>
                  <a:lnTo>
                    <a:pt x="240363" y="1518974"/>
                  </a:lnTo>
                  <a:lnTo>
                    <a:pt x="239288" y="1515936"/>
                  </a:lnTo>
                  <a:lnTo>
                    <a:pt x="238221" y="1512898"/>
                  </a:lnTo>
                  <a:lnTo>
                    <a:pt x="237159" y="1509860"/>
                  </a:lnTo>
                  <a:lnTo>
                    <a:pt x="236099" y="1506822"/>
                  </a:lnTo>
                  <a:lnTo>
                    <a:pt x="235042" y="1503784"/>
                  </a:lnTo>
                  <a:lnTo>
                    <a:pt x="233985" y="1500746"/>
                  </a:lnTo>
                  <a:lnTo>
                    <a:pt x="232927" y="1497708"/>
                  </a:lnTo>
                  <a:lnTo>
                    <a:pt x="231864" y="1494670"/>
                  </a:lnTo>
                  <a:lnTo>
                    <a:pt x="230795" y="1491632"/>
                  </a:lnTo>
                  <a:lnTo>
                    <a:pt x="229722" y="1488594"/>
                  </a:lnTo>
                  <a:lnTo>
                    <a:pt x="228634" y="1485556"/>
                  </a:lnTo>
                  <a:lnTo>
                    <a:pt x="227536" y="1482518"/>
                  </a:lnTo>
                  <a:lnTo>
                    <a:pt x="226427" y="1479480"/>
                  </a:lnTo>
                  <a:lnTo>
                    <a:pt x="225295" y="1476442"/>
                  </a:lnTo>
                  <a:lnTo>
                    <a:pt x="224146" y="1473404"/>
                  </a:lnTo>
                  <a:lnTo>
                    <a:pt x="222981" y="1470367"/>
                  </a:lnTo>
                  <a:lnTo>
                    <a:pt x="221785" y="1467329"/>
                  </a:lnTo>
                  <a:lnTo>
                    <a:pt x="220564" y="1464291"/>
                  </a:lnTo>
                  <a:lnTo>
                    <a:pt x="219322" y="1461253"/>
                  </a:lnTo>
                  <a:lnTo>
                    <a:pt x="218041" y="1458215"/>
                  </a:lnTo>
                  <a:lnTo>
                    <a:pt x="216726" y="1455177"/>
                  </a:lnTo>
                  <a:lnTo>
                    <a:pt x="215385" y="1452139"/>
                  </a:lnTo>
                  <a:lnTo>
                    <a:pt x="213999" y="1449101"/>
                  </a:lnTo>
                  <a:lnTo>
                    <a:pt x="212572" y="1446063"/>
                  </a:lnTo>
                  <a:lnTo>
                    <a:pt x="211112" y="1443025"/>
                  </a:lnTo>
                  <a:lnTo>
                    <a:pt x="209603" y="1439987"/>
                  </a:lnTo>
                  <a:lnTo>
                    <a:pt x="208044" y="1436949"/>
                  </a:lnTo>
                  <a:lnTo>
                    <a:pt x="206449" y="1433911"/>
                  </a:lnTo>
                  <a:lnTo>
                    <a:pt x="204801" y="1430873"/>
                  </a:lnTo>
                  <a:lnTo>
                    <a:pt x="203095" y="1427835"/>
                  </a:lnTo>
                  <a:lnTo>
                    <a:pt x="201349" y="1424797"/>
                  </a:lnTo>
                  <a:lnTo>
                    <a:pt x="199550" y="1421759"/>
                  </a:lnTo>
                  <a:lnTo>
                    <a:pt x="197685" y="1418721"/>
                  </a:lnTo>
                  <a:lnTo>
                    <a:pt x="195779" y="1415683"/>
                  </a:lnTo>
                  <a:lnTo>
                    <a:pt x="193819" y="1412646"/>
                  </a:lnTo>
                  <a:lnTo>
                    <a:pt x="191788" y="1409608"/>
                  </a:lnTo>
                  <a:lnTo>
                    <a:pt x="189713" y="1406570"/>
                  </a:lnTo>
                  <a:lnTo>
                    <a:pt x="187587" y="1403532"/>
                  </a:lnTo>
                  <a:lnTo>
                    <a:pt x="185386" y="1400494"/>
                  </a:lnTo>
                  <a:lnTo>
                    <a:pt x="183141" y="1397456"/>
                  </a:lnTo>
                  <a:lnTo>
                    <a:pt x="180849" y="1394418"/>
                  </a:lnTo>
                  <a:lnTo>
                    <a:pt x="178479" y="1391380"/>
                  </a:lnTo>
                  <a:lnTo>
                    <a:pt x="176067" y="1388342"/>
                  </a:lnTo>
                  <a:lnTo>
                    <a:pt x="173612" y="1385304"/>
                  </a:lnTo>
                  <a:lnTo>
                    <a:pt x="171078" y="1382266"/>
                  </a:lnTo>
                  <a:lnTo>
                    <a:pt x="168505" y="1379228"/>
                  </a:lnTo>
                  <a:lnTo>
                    <a:pt x="165893" y="1376190"/>
                  </a:lnTo>
                  <a:lnTo>
                    <a:pt x="163208" y="1373152"/>
                  </a:lnTo>
                  <a:lnTo>
                    <a:pt x="160486" y="1370114"/>
                  </a:lnTo>
                  <a:lnTo>
                    <a:pt x="157727" y="1367076"/>
                  </a:lnTo>
                  <a:lnTo>
                    <a:pt x="154907" y="1364038"/>
                  </a:lnTo>
                  <a:lnTo>
                    <a:pt x="152049" y="1361000"/>
                  </a:lnTo>
                  <a:lnTo>
                    <a:pt x="149161" y="1357962"/>
                  </a:lnTo>
                  <a:lnTo>
                    <a:pt x="146221" y="1354925"/>
                  </a:lnTo>
                  <a:lnTo>
                    <a:pt x="143248" y="1351887"/>
                  </a:lnTo>
                  <a:lnTo>
                    <a:pt x="140249" y="1348849"/>
                  </a:lnTo>
                  <a:lnTo>
                    <a:pt x="137210" y="1345811"/>
                  </a:lnTo>
                  <a:lnTo>
                    <a:pt x="134142" y="1342773"/>
                  </a:lnTo>
                  <a:lnTo>
                    <a:pt x="131055" y="1339735"/>
                  </a:lnTo>
                  <a:lnTo>
                    <a:pt x="127939" y="1336697"/>
                  </a:lnTo>
                  <a:lnTo>
                    <a:pt x="124801" y="1333659"/>
                  </a:lnTo>
                  <a:lnTo>
                    <a:pt x="121650" y="1330621"/>
                  </a:lnTo>
                  <a:lnTo>
                    <a:pt x="118480" y="1327583"/>
                  </a:lnTo>
                  <a:lnTo>
                    <a:pt x="115298" y="1324545"/>
                  </a:lnTo>
                  <a:lnTo>
                    <a:pt x="112108" y="1321507"/>
                  </a:lnTo>
                  <a:lnTo>
                    <a:pt x="108911" y="1318469"/>
                  </a:lnTo>
                  <a:lnTo>
                    <a:pt x="105710" y="1315431"/>
                  </a:lnTo>
                  <a:lnTo>
                    <a:pt x="102510" y="1312393"/>
                  </a:lnTo>
                  <a:lnTo>
                    <a:pt x="99311" y="1309355"/>
                  </a:lnTo>
                  <a:lnTo>
                    <a:pt x="96119" y="1306317"/>
                  </a:lnTo>
                  <a:lnTo>
                    <a:pt x="92935" y="1303279"/>
                  </a:lnTo>
                  <a:lnTo>
                    <a:pt x="89760" y="1300241"/>
                  </a:lnTo>
                  <a:lnTo>
                    <a:pt x="86605" y="1297203"/>
                  </a:lnTo>
                  <a:lnTo>
                    <a:pt x="83464" y="1294166"/>
                  </a:lnTo>
                  <a:lnTo>
                    <a:pt x="80340" y="1291128"/>
                  </a:lnTo>
                  <a:lnTo>
                    <a:pt x="77249" y="1288090"/>
                  </a:lnTo>
                  <a:lnTo>
                    <a:pt x="74178" y="1285052"/>
                  </a:lnTo>
                  <a:lnTo>
                    <a:pt x="71131" y="1282014"/>
                  </a:lnTo>
                  <a:lnTo>
                    <a:pt x="68129" y="1278976"/>
                  </a:lnTo>
                  <a:lnTo>
                    <a:pt x="65156" y="1275938"/>
                  </a:lnTo>
                  <a:lnTo>
                    <a:pt x="62210" y="1272900"/>
                  </a:lnTo>
                  <a:lnTo>
                    <a:pt x="59324" y="1269862"/>
                  </a:lnTo>
                  <a:lnTo>
                    <a:pt x="56472" y="1266824"/>
                  </a:lnTo>
                  <a:lnTo>
                    <a:pt x="53655" y="1263786"/>
                  </a:lnTo>
                  <a:lnTo>
                    <a:pt x="50906" y="1260748"/>
                  </a:lnTo>
                  <a:lnTo>
                    <a:pt x="48201" y="1257710"/>
                  </a:lnTo>
                  <a:lnTo>
                    <a:pt x="45536" y="1254672"/>
                  </a:lnTo>
                  <a:lnTo>
                    <a:pt x="42947" y="1251634"/>
                  </a:lnTo>
                  <a:lnTo>
                    <a:pt x="40411" y="1248596"/>
                  </a:lnTo>
                  <a:lnTo>
                    <a:pt x="37921" y="1245558"/>
                  </a:lnTo>
                  <a:lnTo>
                    <a:pt x="35513" y="1242520"/>
                  </a:lnTo>
                  <a:lnTo>
                    <a:pt x="33168" y="1239482"/>
                  </a:lnTo>
                  <a:lnTo>
                    <a:pt x="30874" y="1236445"/>
                  </a:lnTo>
                  <a:lnTo>
                    <a:pt x="28667" y="1233407"/>
                  </a:lnTo>
                  <a:lnTo>
                    <a:pt x="26532" y="1230369"/>
                  </a:lnTo>
                  <a:lnTo>
                    <a:pt x="24453" y="1227331"/>
                  </a:lnTo>
                  <a:lnTo>
                    <a:pt x="22463" y="1224293"/>
                  </a:lnTo>
                  <a:lnTo>
                    <a:pt x="20556" y="1221255"/>
                  </a:lnTo>
                  <a:lnTo>
                    <a:pt x="18709" y="1218217"/>
                  </a:lnTo>
                  <a:lnTo>
                    <a:pt x="16952" y="1215179"/>
                  </a:lnTo>
                  <a:lnTo>
                    <a:pt x="15490" y="1212509"/>
                  </a:lnTo>
                  <a:lnTo>
                    <a:pt x="15288" y="1212141"/>
                  </a:lnTo>
                  <a:lnTo>
                    <a:pt x="13688" y="1209103"/>
                  </a:lnTo>
                  <a:lnTo>
                    <a:pt x="12176" y="1206065"/>
                  </a:lnTo>
                  <a:lnTo>
                    <a:pt x="10767" y="1203027"/>
                  </a:lnTo>
                  <a:lnTo>
                    <a:pt x="9424" y="1199989"/>
                  </a:lnTo>
                  <a:lnTo>
                    <a:pt x="8168" y="1196951"/>
                  </a:lnTo>
                  <a:lnTo>
                    <a:pt x="7023" y="1193913"/>
                  </a:lnTo>
                  <a:lnTo>
                    <a:pt x="5946" y="1190875"/>
                  </a:lnTo>
                  <a:lnTo>
                    <a:pt x="4952" y="1187837"/>
                  </a:lnTo>
                  <a:lnTo>
                    <a:pt x="4075" y="1184799"/>
                  </a:lnTo>
                  <a:lnTo>
                    <a:pt x="3267" y="1181761"/>
                  </a:lnTo>
                  <a:lnTo>
                    <a:pt x="2538" y="1178723"/>
                  </a:lnTo>
                  <a:lnTo>
                    <a:pt x="1931" y="1175686"/>
                  </a:lnTo>
                  <a:lnTo>
                    <a:pt x="1393" y="1172648"/>
                  </a:lnTo>
                  <a:lnTo>
                    <a:pt x="926" y="1169610"/>
                  </a:lnTo>
                  <a:lnTo>
                    <a:pt x="586" y="1166572"/>
                  </a:lnTo>
                  <a:lnTo>
                    <a:pt x="311" y="1163534"/>
                  </a:lnTo>
                  <a:lnTo>
                    <a:pt x="103" y="1160496"/>
                  </a:lnTo>
                  <a:lnTo>
                    <a:pt x="19" y="1157458"/>
                  </a:lnTo>
                  <a:lnTo>
                    <a:pt x="0" y="1154420"/>
                  </a:lnTo>
                  <a:lnTo>
                    <a:pt x="43" y="1151382"/>
                  </a:lnTo>
                  <a:lnTo>
                    <a:pt x="199" y="1148344"/>
                  </a:lnTo>
                  <a:lnTo>
                    <a:pt x="420" y="1145306"/>
                  </a:lnTo>
                  <a:lnTo>
                    <a:pt x="699" y="1142268"/>
                  </a:lnTo>
                  <a:lnTo>
                    <a:pt x="1078" y="1139230"/>
                  </a:lnTo>
                  <a:lnTo>
                    <a:pt x="1520" y="1136192"/>
                  </a:lnTo>
                  <a:lnTo>
                    <a:pt x="2015" y="1133154"/>
                  </a:lnTo>
                  <a:lnTo>
                    <a:pt x="2595" y="1130116"/>
                  </a:lnTo>
                  <a:lnTo>
                    <a:pt x="3235" y="1127078"/>
                  </a:lnTo>
                  <a:lnTo>
                    <a:pt x="3922" y="1124040"/>
                  </a:lnTo>
                  <a:lnTo>
                    <a:pt x="4679" y="1121002"/>
                  </a:lnTo>
                  <a:lnTo>
                    <a:pt x="5491" y="1117965"/>
                  </a:lnTo>
                  <a:lnTo>
                    <a:pt x="6341" y="1114927"/>
                  </a:lnTo>
                  <a:lnTo>
                    <a:pt x="7247" y="1111889"/>
                  </a:lnTo>
                  <a:lnTo>
                    <a:pt x="8200" y="1108851"/>
                  </a:lnTo>
                  <a:lnTo>
                    <a:pt x="9183" y="1105813"/>
                  </a:lnTo>
                  <a:lnTo>
                    <a:pt x="10208" y="1102775"/>
                  </a:lnTo>
                  <a:lnTo>
                    <a:pt x="11270" y="1099737"/>
                  </a:lnTo>
                  <a:lnTo>
                    <a:pt x="12355" y="1096699"/>
                  </a:lnTo>
                  <a:lnTo>
                    <a:pt x="13467" y="1093661"/>
                  </a:lnTo>
                  <a:lnTo>
                    <a:pt x="14606" y="1090623"/>
                  </a:lnTo>
                  <a:lnTo>
                    <a:pt x="15758" y="1087585"/>
                  </a:lnTo>
                  <a:lnTo>
                    <a:pt x="16926" y="1084547"/>
                  </a:lnTo>
                  <a:lnTo>
                    <a:pt x="18108" y="1081509"/>
                  </a:lnTo>
                  <a:lnTo>
                    <a:pt x="19296" y="1078471"/>
                  </a:lnTo>
                  <a:lnTo>
                    <a:pt x="20489" y="1075433"/>
                  </a:lnTo>
                  <a:lnTo>
                    <a:pt x="21683" y="1072395"/>
                  </a:lnTo>
                  <a:lnTo>
                    <a:pt x="22874" y="1069357"/>
                  </a:lnTo>
                  <a:lnTo>
                    <a:pt x="24062" y="1066319"/>
                  </a:lnTo>
                  <a:lnTo>
                    <a:pt x="25238" y="1063281"/>
                  </a:lnTo>
                  <a:lnTo>
                    <a:pt x="26405" y="1060244"/>
                  </a:lnTo>
                  <a:lnTo>
                    <a:pt x="27561" y="1057206"/>
                  </a:lnTo>
                  <a:lnTo>
                    <a:pt x="28693" y="1054168"/>
                  </a:lnTo>
                  <a:lnTo>
                    <a:pt x="29810" y="1051130"/>
                  </a:lnTo>
                  <a:lnTo>
                    <a:pt x="30911" y="1048092"/>
                  </a:lnTo>
                  <a:lnTo>
                    <a:pt x="30979" y="1047897"/>
                  </a:lnTo>
                  <a:lnTo>
                    <a:pt x="31977" y="1045054"/>
                  </a:lnTo>
                  <a:lnTo>
                    <a:pt x="33023" y="1042016"/>
                  </a:lnTo>
                  <a:lnTo>
                    <a:pt x="34048" y="1038978"/>
                  </a:lnTo>
                  <a:lnTo>
                    <a:pt x="35032" y="1035940"/>
                  </a:lnTo>
                  <a:lnTo>
                    <a:pt x="35991" y="1032902"/>
                  </a:lnTo>
                  <a:lnTo>
                    <a:pt x="36925" y="1029864"/>
                  </a:lnTo>
                  <a:lnTo>
                    <a:pt x="37815" y="1026826"/>
                  </a:lnTo>
                  <a:lnTo>
                    <a:pt x="38675" y="1023788"/>
                  </a:lnTo>
                  <a:lnTo>
                    <a:pt x="39509" y="1020750"/>
                  </a:lnTo>
                  <a:lnTo>
                    <a:pt x="40299" y="1017712"/>
                  </a:lnTo>
                  <a:lnTo>
                    <a:pt x="41055" y="1014674"/>
                  </a:lnTo>
                  <a:lnTo>
                    <a:pt x="41784" y="1011636"/>
                  </a:lnTo>
                  <a:lnTo>
                    <a:pt x="42472" y="1008598"/>
                  </a:lnTo>
                  <a:lnTo>
                    <a:pt x="43124" y="1005560"/>
                  </a:lnTo>
                  <a:lnTo>
                    <a:pt x="43750" y="1002522"/>
                  </a:lnTo>
                  <a:lnTo>
                    <a:pt x="44339" y="999485"/>
                  </a:lnTo>
                  <a:lnTo>
                    <a:pt x="44892" y="996447"/>
                  </a:lnTo>
                  <a:lnTo>
                    <a:pt x="45421" y="993409"/>
                  </a:lnTo>
                  <a:lnTo>
                    <a:pt x="45918" y="990371"/>
                  </a:lnTo>
                  <a:lnTo>
                    <a:pt x="46382" y="987333"/>
                  </a:lnTo>
                  <a:lnTo>
                    <a:pt x="46826" y="984295"/>
                  </a:lnTo>
                  <a:lnTo>
                    <a:pt x="47243" y="981257"/>
                  </a:lnTo>
                  <a:lnTo>
                    <a:pt x="47632" y="978219"/>
                  </a:lnTo>
                  <a:lnTo>
                    <a:pt x="48004" y="975181"/>
                  </a:lnTo>
                  <a:lnTo>
                    <a:pt x="48357" y="972143"/>
                  </a:lnTo>
                  <a:lnTo>
                    <a:pt x="48687" y="969105"/>
                  </a:lnTo>
                  <a:lnTo>
                    <a:pt x="49006" y="966067"/>
                  </a:lnTo>
                  <a:lnTo>
                    <a:pt x="49313" y="963029"/>
                  </a:lnTo>
                  <a:lnTo>
                    <a:pt x="49605" y="959991"/>
                  </a:lnTo>
                  <a:lnTo>
                    <a:pt x="49891" y="956953"/>
                  </a:lnTo>
                  <a:lnTo>
                    <a:pt x="50170" y="953915"/>
                  </a:lnTo>
                  <a:lnTo>
                    <a:pt x="50445" y="950877"/>
                  </a:lnTo>
                  <a:lnTo>
                    <a:pt x="50719" y="947839"/>
                  </a:lnTo>
                  <a:lnTo>
                    <a:pt x="50993" y="944801"/>
                  </a:lnTo>
                  <a:lnTo>
                    <a:pt x="51273" y="941764"/>
                  </a:lnTo>
                  <a:lnTo>
                    <a:pt x="51557" y="938726"/>
                  </a:lnTo>
                  <a:lnTo>
                    <a:pt x="51847" y="935688"/>
                  </a:lnTo>
                  <a:lnTo>
                    <a:pt x="52153" y="932650"/>
                  </a:lnTo>
                  <a:lnTo>
                    <a:pt x="52469" y="929612"/>
                  </a:lnTo>
                  <a:lnTo>
                    <a:pt x="52797" y="926574"/>
                  </a:lnTo>
                  <a:lnTo>
                    <a:pt x="53148" y="923536"/>
                  </a:lnTo>
                  <a:lnTo>
                    <a:pt x="53517" y="920498"/>
                  </a:lnTo>
                  <a:lnTo>
                    <a:pt x="53902" y="917460"/>
                  </a:lnTo>
                  <a:lnTo>
                    <a:pt x="54319" y="914422"/>
                  </a:lnTo>
                  <a:lnTo>
                    <a:pt x="54759" y="911384"/>
                  </a:lnTo>
                  <a:lnTo>
                    <a:pt x="55221" y="908346"/>
                  </a:lnTo>
                  <a:lnTo>
                    <a:pt x="55718" y="905308"/>
                  </a:lnTo>
                  <a:lnTo>
                    <a:pt x="56247" y="902270"/>
                  </a:lnTo>
                  <a:lnTo>
                    <a:pt x="56801" y="899232"/>
                  </a:lnTo>
                  <a:lnTo>
                    <a:pt x="57395" y="896194"/>
                  </a:lnTo>
                  <a:lnTo>
                    <a:pt x="58027" y="893156"/>
                  </a:lnTo>
                  <a:lnTo>
                    <a:pt x="58687" y="890118"/>
                  </a:lnTo>
                  <a:lnTo>
                    <a:pt x="59389" y="887080"/>
                  </a:lnTo>
                  <a:lnTo>
                    <a:pt x="60135" y="884042"/>
                  </a:lnTo>
                  <a:lnTo>
                    <a:pt x="60911" y="881005"/>
                  </a:lnTo>
                  <a:lnTo>
                    <a:pt x="61732" y="877967"/>
                  </a:lnTo>
                  <a:lnTo>
                    <a:pt x="62601" y="874929"/>
                  </a:lnTo>
                  <a:lnTo>
                    <a:pt x="63503" y="871891"/>
                  </a:lnTo>
                  <a:lnTo>
                    <a:pt x="64448" y="868853"/>
                  </a:lnTo>
                  <a:lnTo>
                    <a:pt x="65447" y="865815"/>
                  </a:lnTo>
                  <a:lnTo>
                    <a:pt x="66479" y="862777"/>
                  </a:lnTo>
                  <a:lnTo>
                    <a:pt x="67554" y="859739"/>
                  </a:lnTo>
                  <a:lnTo>
                    <a:pt x="68687" y="856701"/>
                  </a:lnTo>
                  <a:lnTo>
                    <a:pt x="69853" y="853663"/>
                  </a:lnTo>
                  <a:lnTo>
                    <a:pt x="71060" y="850625"/>
                  </a:lnTo>
                  <a:lnTo>
                    <a:pt x="72327" y="847587"/>
                  </a:lnTo>
                  <a:lnTo>
                    <a:pt x="73629" y="844549"/>
                  </a:lnTo>
                  <a:lnTo>
                    <a:pt x="74837" y="841808"/>
                  </a:lnTo>
                  <a:lnTo>
                    <a:pt x="74967" y="841511"/>
                  </a:lnTo>
                  <a:lnTo>
                    <a:pt x="76369" y="838473"/>
                  </a:lnTo>
                  <a:lnTo>
                    <a:pt x="77804" y="835435"/>
                  </a:lnTo>
                  <a:lnTo>
                    <a:pt x="79274" y="832397"/>
                  </a:lnTo>
                  <a:lnTo>
                    <a:pt x="80808" y="829359"/>
                  </a:lnTo>
                  <a:lnTo>
                    <a:pt x="82374" y="826321"/>
                  </a:lnTo>
                  <a:lnTo>
                    <a:pt x="83974" y="823284"/>
                  </a:lnTo>
                  <a:lnTo>
                    <a:pt x="85633" y="820246"/>
                  </a:lnTo>
                  <a:lnTo>
                    <a:pt x="87327" y="817208"/>
                  </a:lnTo>
                  <a:lnTo>
                    <a:pt x="89052" y="814170"/>
                  </a:lnTo>
                  <a:lnTo>
                    <a:pt x="90832" y="811132"/>
                  </a:lnTo>
                  <a:lnTo>
                    <a:pt x="92646" y="808094"/>
                  </a:lnTo>
                  <a:lnTo>
                    <a:pt x="94491" y="805056"/>
                  </a:lnTo>
                  <a:lnTo>
                    <a:pt x="96385" y="802018"/>
                  </a:lnTo>
                  <a:lnTo>
                    <a:pt x="98314" y="798980"/>
                  </a:lnTo>
                  <a:lnTo>
                    <a:pt x="100271" y="795942"/>
                  </a:lnTo>
                  <a:lnTo>
                    <a:pt x="102272" y="792904"/>
                  </a:lnTo>
                  <a:lnTo>
                    <a:pt x="104307" y="789866"/>
                  </a:lnTo>
                  <a:lnTo>
                    <a:pt x="106368" y="786828"/>
                  </a:lnTo>
                  <a:lnTo>
                    <a:pt x="108467" y="783790"/>
                  </a:lnTo>
                  <a:lnTo>
                    <a:pt x="110599" y="780752"/>
                  </a:lnTo>
                  <a:lnTo>
                    <a:pt x="112755" y="777714"/>
                  </a:lnTo>
                  <a:lnTo>
                    <a:pt x="114944" y="774676"/>
                  </a:lnTo>
                  <a:lnTo>
                    <a:pt x="117163" y="771638"/>
                  </a:lnTo>
                  <a:lnTo>
                    <a:pt x="119403" y="768600"/>
                  </a:lnTo>
                  <a:lnTo>
                    <a:pt x="121671" y="765563"/>
                  </a:lnTo>
                  <a:lnTo>
                    <a:pt x="123966" y="762525"/>
                  </a:lnTo>
                  <a:lnTo>
                    <a:pt x="126280" y="759487"/>
                  </a:lnTo>
                  <a:lnTo>
                    <a:pt x="128615" y="756449"/>
                  </a:lnTo>
                  <a:lnTo>
                    <a:pt x="130975" y="753411"/>
                  </a:lnTo>
                  <a:lnTo>
                    <a:pt x="133349" y="750373"/>
                  </a:lnTo>
                  <a:lnTo>
                    <a:pt x="135741" y="747335"/>
                  </a:lnTo>
                  <a:lnTo>
                    <a:pt x="138152" y="744297"/>
                  </a:lnTo>
                  <a:lnTo>
                    <a:pt x="140575" y="741259"/>
                  </a:lnTo>
                  <a:lnTo>
                    <a:pt x="143009" y="738221"/>
                  </a:lnTo>
                  <a:lnTo>
                    <a:pt x="145459" y="735183"/>
                  </a:lnTo>
                  <a:lnTo>
                    <a:pt x="147916" y="732145"/>
                  </a:lnTo>
                  <a:lnTo>
                    <a:pt x="150380" y="729107"/>
                  </a:lnTo>
                  <a:lnTo>
                    <a:pt x="152854" y="726069"/>
                  </a:lnTo>
                  <a:lnTo>
                    <a:pt x="155331" y="723031"/>
                  </a:lnTo>
                  <a:lnTo>
                    <a:pt x="157811" y="719993"/>
                  </a:lnTo>
                  <a:lnTo>
                    <a:pt x="160294" y="716955"/>
                  </a:lnTo>
                  <a:lnTo>
                    <a:pt x="162777" y="713917"/>
                  </a:lnTo>
                  <a:lnTo>
                    <a:pt x="165260" y="710879"/>
                  </a:lnTo>
                  <a:lnTo>
                    <a:pt x="167738" y="707841"/>
                  </a:lnTo>
                  <a:lnTo>
                    <a:pt x="170211" y="704804"/>
                  </a:lnTo>
                  <a:lnTo>
                    <a:pt x="172680" y="701766"/>
                  </a:lnTo>
                  <a:lnTo>
                    <a:pt x="175139" y="698728"/>
                  </a:lnTo>
                  <a:lnTo>
                    <a:pt x="177589" y="695690"/>
                  </a:lnTo>
                  <a:lnTo>
                    <a:pt x="180031" y="692652"/>
                  </a:lnTo>
                  <a:lnTo>
                    <a:pt x="182456" y="689614"/>
                  </a:lnTo>
                  <a:lnTo>
                    <a:pt x="184868" y="686576"/>
                  </a:lnTo>
                  <a:lnTo>
                    <a:pt x="187267" y="683538"/>
                  </a:lnTo>
                  <a:lnTo>
                    <a:pt x="189646" y="680500"/>
                  </a:lnTo>
                  <a:lnTo>
                    <a:pt x="192005" y="677462"/>
                  </a:lnTo>
                  <a:lnTo>
                    <a:pt x="194350" y="674424"/>
                  </a:lnTo>
                  <a:lnTo>
                    <a:pt x="196669" y="671386"/>
                  </a:lnTo>
                  <a:lnTo>
                    <a:pt x="198963" y="668348"/>
                  </a:lnTo>
                  <a:lnTo>
                    <a:pt x="201238" y="665310"/>
                  </a:lnTo>
                  <a:lnTo>
                    <a:pt x="203486" y="662272"/>
                  </a:lnTo>
                  <a:lnTo>
                    <a:pt x="205703" y="659234"/>
                  </a:lnTo>
                  <a:lnTo>
                    <a:pt x="207898" y="656196"/>
                  </a:lnTo>
                  <a:lnTo>
                    <a:pt x="210064" y="653158"/>
                  </a:lnTo>
                  <a:lnTo>
                    <a:pt x="212193" y="650120"/>
                  </a:lnTo>
                  <a:lnTo>
                    <a:pt x="214297" y="647083"/>
                  </a:lnTo>
                  <a:lnTo>
                    <a:pt x="216370" y="644045"/>
                  </a:lnTo>
                  <a:lnTo>
                    <a:pt x="218402" y="641007"/>
                  </a:lnTo>
                  <a:lnTo>
                    <a:pt x="220406" y="637969"/>
                  </a:lnTo>
                  <a:lnTo>
                    <a:pt x="222379" y="634931"/>
                  </a:lnTo>
                  <a:lnTo>
                    <a:pt x="224305" y="631893"/>
                  </a:lnTo>
                  <a:lnTo>
                    <a:pt x="226202" y="628855"/>
                  </a:lnTo>
                  <a:lnTo>
                    <a:pt x="228067" y="625817"/>
                  </a:lnTo>
                  <a:lnTo>
                    <a:pt x="229881" y="622779"/>
                  </a:lnTo>
                  <a:lnTo>
                    <a:pt x="231664" y="619741"/>
                  </a:lnTo>
                  <a:lnTo>
                    <a:pt x="233417" y="616703"/>
                  </a:lnTo>
                  <a:lnTo>
                    <a:pt x="235113" y="613665"/>
                  </a:lnTo>
                  <a:lnTo>
                    <a:pt x="236779" y="610627"/>
                  </a:lnTo>
                  <a:lnTo>
                    <a:pt x="238414" y="607589"/>
                  </a:lnTo>
                  <a:lnTo>
                    <a:pt x="239991" y="604551"/>
                  </a:lnTo>
                  <a:lnTo>
                    <a:pt x="241536" y="601513"/>
                  </a:lnTo>
                  <a:lnTo>
                    <a:pt x="243050" y="598475"/>
                  </a:lnTo>
                  <a:lnTo>
                    <a:pt x="244507" y="595437"/>
                  </a:lnTo>
                  <a:lnTo>
                    <a:pt x="245929" y="592399"/>
                  </a:lnTo>
                  <a:lnTo>
                    <a:pt x="247321" y="589361"/>
                  </a:lnTo>
                  <a:lnTo>
                    <a:pt x="248658" y="586324"/>
                  </a:lnTo>
                  <a:lnTo>
                    <a:pt x="249959" y="583286"/>
                  </a:lnTo>
                  <a:lnTo>
                    <a:pt x="251229" y="580248"/>
                  </a:lnTo>
                  <a:lnTo>
                    <a:pt x="252448" y="577210"/>
                  </a:lnTo>
                  <a:lnTo>
                    <a:pt x="253629" y="574172"/>
                  </a:lnTo>
                  <a:lnTo>
                    <a:pt x="254779" y="571134"/>
                  </a:lnTo>
                  <a:lnTo>
                    <a:pt x="255883" y="568096"/>
                  </a:lnTo>
                  <a:lnTo>
                    <a:pt x="256947" y="565058"/>
                  </a:lnTo>
                  <a:lnTo>
                    <a:pt x="257982" y="562020"/>
                  </a:lnTo>
                  <a:lnTo>
                    <a:pt x="258973" y="558982"/>
                  </a:lnTo>
                  <a:lnTo>
                    <a:pt x="259925" y="555944"/>
                  </a:lnTo>
                  <a:lnTo>
                    <a:pt x="260850" y="552906"/>
                  </a:lnTo>
                  <a:lnTo>
                    <a:pt x="261735" y="549868"/>
                  </a:lnTo>
                  <a:lnTo>
                    <a:pt x="262581" y="546830"/>
                  </a:lnTo>
                  <a:lnTo>
                    <a:pt x="263401" y="543792"/>
                  </a:lnTo>
                  <a:lnTo>
                    <a:pt x="264186" y="540754"/>
                  </a:lnTo>
                  <a:lnTo>
                    <a:pt x="264933" y="537716"/>
                  </a:lnTo>
                  <a:lnTo>
                    <a:pt x="265656" y="534678"/>
                  </a:lnTo>
                  <a:lnTo>
                    <a:pt x="266348" y="531640"/>
                  </a:lnTo>
                  <a:lnTo>
                    <a:pt x="267004" y="528603"/>
                  </a:lnTo>
                  <a:lnTo>
                    <a:pt x="267638" y="525565"/>
                  </a:lnTo>
                  <a:lnTo>
                    <a:pt x="268246" y="522527"/>
                  </a:lnTo>
                  <a:lnTo>
                    <a:pt x="268820" y="519489"/>
                  </a:lnTo>
                  <a:lnTo>
                    <a:pt x="269374" y="516451"/>
                  </a:lnTo>
                  <a:lnTo>
                    <a:pt x="269907" y="513413"/>
                  </a:lnTo>
                  <a:lnTo>
                    <a:pt x="270407" y="510375"/>
                  </a:lnTo>
                  <a:lnTo>
                    <a:pt x="270891" y="507337"/>
                  </a:lnTo>
                  <a:lnTo>
                    <a:pt x="271358" y="504299"/>
                  </a:lnTo>
                  <a:lnTo>
                    <a:pt x="271796" y="501261"/>
                  </a:lnTo>
                  <a:lnTo>
                    <a:pt x="272220" y="498223"/>
                  </a:lnTo>
                  <a:lnTo>
                    <a:pt x="272629" y="495185"/>
                  </a:lnTo>
                  <a:lnTo>
                    <a:pt x="273015" y="492147"/>
                  </a:lnTo>
                  <a:lnTo>
                    <a:pt x="273389" y="489109"/>
                  </a:lnTo>
                  <a:lnTo>
                    <a:pt x="273751" y="486071"/>
                  </a:lnTo>
                  <a:lnTo>
                    <a:pt x="274095" y="483033"/>
                  </a:lnTo>
                  <a:lnTo>
                    <a:pt x="274429" y="479995"/>
                  </a:lnTo>
                  <a:lnTo>
                    <a:pt x="274754" y="476957"/>
                  </a:lnTo>
                  <a:lnTo>
                    <a:pt x="275065" y="473919"/>
                  </a:lnTo>
                  <a:lnTo>
                    <a:pt x="275369" y="470882"/>
                  </a:lnTo>
                  <a:lnTo>
                    <a:pt x="275667" y="467844"/>
                  </a:lnTo>
                  <a:lnTo>
                    <a:pt x="275955" y="464806"/>
                  </a:lnTo>
                  <a:lnTo>
                    <a:pt x="276238" y="461768"/>
                  </a:lnTo>
                  <a:lnTo>
                    <a:pt x="276517" y="458730"/>
                  </a:lnTo>
                  <a:lnTo>
                    <a:pt x="276791" y="455692"/>
                  </a:lnTo>
                  <a:lnTo>
                    <a:pt x="277062" y="452654"/>
                  </a:lnTo>
                  <a:lnTo>
                    <a:pt x="277332" y="449616"/>
                  </a:lnTo>
                  <a:lnTo>
                    <a:pt x="277599" y="446578"/>
                  </a:lnTo>
                  <a:lnTo>
                    <a:pt x="277866" y="443540"/>
                  </a:lnTo>
                  <a:lnTo>
                    <a:pt x="278133" y="440502"/>
                  </a:lnTo>
                  <a:lnTo>
                    <a:pt x="278401" y="437464"/>
                  </a:lnTo>
                  <a:lnTo>
                    <a:pt x="278671" y="434426"/>
                  </a:lnTo>
                  <a:lnTo>
                    <a:pt x="278942" y="431388"/>
                  </a:lnTo>
                  <a:lnTo>
                    <a:pt x="279217" y="428350"/>
                  </a:lnTo>
                  <a:lnTo>
                    <a:pt x="279495" y="425312"/>
                  </a:lnTo>
                  <a:lnTo>
                    <a:pt x="279777" y="422274"/>
                  </a:lnTo>
                  <a:lnTo>
                    <a:pt x="280062" y="419236"/>
                  </a:lnTo>
                  <a:lnTo>
                    <a:pt x="280354" y="416198"/>
                  </a:lnTo>
                  <a:lnTo>
                    <a:pt x="280650" y="413160"/>
                  </a:lnTo>
                  <a:lnTo>
                    <a:pt x="280951" y="410123"/>
                  </a:lnTo>
                  <a:lnTo>
                    <a:pt x="281260" y="407085"/>
                  </a:lnTo>
                  <a:lnTo>
                    <a:pt x="281574" y="404047"/>
                  </a:lnTo>
                  <a:lnTo>
                    <a:pt x="281893" y="401009"/>
                  </a:lnTo>
                  <a:lnTo>
                    <a:pt x="282221" y="397971"/>
                  </a:lnTo>
                  <a:lnTo>
                    <a:pt x="282554" y="394933"/>
                  </a:lnTo>
                  <a:lnTo>
                    <a:pt x="282893" y="391895"/>
                  </a:lnTo>
                  <a:lnTo>
                    <a:pt x="283242" y="388857"/>
                  </a:lnTo>
                  <a:lnTo>
                    <a:pt x="283596" y="385819"/>
                  </a:lnTo>
                  <a:lnTo>
                    <a:pt x="283955" y="382781"/>
                  </a:lnTo>
                  <a:lnTo>
                    <a:pt x="284324" y="379743"/>
                  </a:lnTo>
                  <a:lnTo>
                    <a:pt x="284698" y="376705"/>
                  </a:lnTo>
                  <a:lnTo>
                    <a:pt x="285078" y="373667"/>
                  </a:lnTo>
                  <a:lnTo>
                    <a:pt x="285466" y="370629"/>
                  </a:lnTo>
                  <a:lnTo>
                    <a:pt x="285860" y="367591"/>
                  </a:lnTo>
                  <a:lnTo>
                    <a:pt x="286258" y="364553"/>
                  </a:lnTo>
                  <a:lnTo>
                    <a:pt x="286664" y="361515"/>
                  </a:lnTo>
                  <a:lnTo>
                    <a:pt x="287074" y="358477"/>
                  </a:lnTo>
                  <a:lnTo>
                    <a:pt x="287489" y="355439"/>
                  </a:lnTo>
                  <a:lnTo>
                    <a:pt x="287909" y="352402"/>
                  </a:lnTo>
                  <a:lnTo>
                    <a:pt x="288334" y="349364"/>
                  </a:lnTo>
                  <a:lnTo>
                    <a:pt x="288762" y="346326"/>
                  </a:lnTo>
                  <a:lnTo>
                    <a:pt x="289194" y="343288"/>
                  </a:lnTo>
                  <a:lnTo>
                    <a:pt x="289629" y="340250"/>
                  </a:lnTo>
                  <a:lnTo>
                    <a:pt x="290066" y="337212"/>
                  </a:lnTo>
                  <a:lnTo>
                    <a:pt x="290506" y="334174"/>
                  </a:lnTo>
                  <a:lnTo>
                    <a:pt x="290947" y="331136"/>
                  </a:lnTo>
                  <a:lnTo>
                    <a:pt x="291389" y="328098"/>
                  </a:lnTo>
                  <a:lnTo>
                    <a:pt x="291831" y="325060"/>
                  </a:lnTo>
                  <a:lnTo>
                    <a:pt x="292274" y="322022"/>
                  </a:lnTo>
                  <a:lnTo>
                    <a:pt x="292715" y="318984"/>
                  </a:lnTo>
                  <a:lnTo>
                    <a:pt x="293156" y="315946"/>
                  </a:lnTo>
                  <a:lnTo>
                    <a:pt x="293594" y="312908"/>
                  </a:lnTo>
                  <a:lnTo>
                    <a:pt x="294030" y="309870"/>
                  </a:lnTo>
                  <a:lnTo>
                    <a:pt x="294463" y="306832"/>
                  </a:lnTo>
                  <a:lnTo>
                    <a:pt x="294892" y="303794"/>
                  </a:lnTo>
                  <a:lnTo>
                    <a:pt x="295317" y="300756"/>
                  </a:lnTo>
                  <a:lnTo>
                    <a:pt x="295738" y="297718"/>
                  </a:lnTo>
                  <a:lnTo>
                    <a:pt x="296151" y="294680"/>
                  </a:lnTo>
                  <a:lnTo>
                    <a:pt x="296559" y="291643"/>
                  </a:lnTo>
                  <a:lnTo>
                    <a:pt x="296962" y="288605"/>
                  </a:lnTo>
                  <a:lnTo>
                    <a:pt x="297355" y="285567"/>
                  </a:lnTo>
                  <a:lnTo>
                    <a:pt x="297741" y="282529"/>
                  </a:lnTo>
                  <a:lnTo>
                    <a:pt x="298121" y="279491"/>
                  </a:lnTo>
                  <a:lnTo>
                    <a:pt x="298488" y="276453"/>
                  </a:lnTo>
                  <a:lnTo>
                    <a:pt x="298847" y="273415"/>
                  </a:lnTo>
                  <a:lnTo>
                    <a:pt x="299198" y="270377"/>
                  </a:lnTo>
                  <a:lnTo>
                    <a:pt x="299535" y="267339"/>
                  </a:lnTo>
                  <a:lnTo>
                    <a:pt x="299862" y="264301"/>
                  </a:lnTo>
                  <a:lnTo>
                    <a:pt x="300180" y="261263"/>
                  </a:lnTo>
                  <a:lnTo>
                    <a:pt x="300482" y="258225"/>
                  </a:lnTo>
                  <a:lnTo>
                    <a:pt x="300772" y="255187"/>
                  </a:lnTo>
                  <a:lnTo>
                    <a:pt x="301053" y="252149"/>
                  </a:lnTo>
                  <a:lnTo>
                    <a:pt x="301317" y="249111"/>
                  </a:lnTo>
                  <a:lnTo>
                    <a:pt x="301568" y="246073"/>
                  </a:lnTo>
                  <a:lnTo>
                    <a:pt x="301808" y="243035"/>
                  </a:lnTo>
                  <a:lnTo>
                    <a:pt x="302031" y="239997"/>
                  </a:lnTo>
                  <a:lnTo>
                    <a:pt x="302240" y="236959"/>
                  </a:lnTo>
                  <a:lnTo>
                    <a:pt x="302437" y="233922"/>
                  </a:lnTo>
                  <a:lnTo>
                    <a:pt x="302617" y="230884"/>
                  </a:lnTo>
                  <a:lnTo>
                    <a:pt x="302782" y="227846"/>
                  </a:lnTo>
                  <a:lnTo>
                    <a:pt x="302935" y="224808"/>
                  </a:lnTo>
                  <a:lnTo>
                    <a:pt x="303071" y="221770"/>
                  </a:lnTo>
                  <a:lnTo>
                    <a:pt x="303190" y="218732"/>
                  </a:lnTo>
                  <a:lnTo>
                    <a:pt x="303298" y="215694"/>
                  </a:lnTo>
                  <a:lnTo>
                    <a:pt x="303390" y="212656"/>
                  </a:lnTo>
                  <a:lnTo>
                    <a:pt x="303465" y="209618"/>
                  </a:lnTo>
                  <a:lnTo>
                    <a:pt x="303529" y="206580"/>
                  </a:lnTo>
                  <a:lnTo>
                    <a:pt x="303578" y="203542"/>
                  </a:lnTo>
                  <a:lnTo>
                    <a:pt x="303610" y="200504"/>
                  </a:lnTo>
                  <a:lnTo>
                    <a:pt x="303630" y="197466"/>
                  </a:lnTo>
                  <a:lnTo>
                    <a:pt x="303639" y="194428"/>
                  </a:lnTo>
                  <a:lnTo>
                    <a:pt x="303629" y="191390"/>
                  </a:lnTo>
                  <a:lnTo>
                    <a:pt x="303610" y="188352"/>
                  </a:lnTo>
                  <a:lnTo>
                    <a:pt x="303580" y="185314"/>
                  </a:lnTo>
                  <a:lnTo>
                    <a:pt x="303533" y="182276"/>
                  </a:lnTo>
                  <a:lnTo>
                    <a:pt x="303477" y="179238"/>
                  </a:lnTo>
                  <a:lnTo>
                    <a:pt x="303412" y="176201"/>
                  </a:lnTo>
                  <a:lnTo>
                    <a:pt x="303332" y="173163"/>
                  </a:lnTo>
                  <a:lnTo>
                    <a:pt x="303244" y="170125"/>
                  </a:lnTo>
                  <a:lnTo>
                    <a:pt x="303149" y="167087"/>
                  </a:lnTo>
                  <a:lnTo>
                    <a:pt x="303041" y="164049"/>
                  </a:lnTo>
                  <a:lnTo>
                    <a:pt x="302926" y="161011"/>
                  </a:lnTo>
                  <a:lnTo>
                    <a:pt x="302805" y="157973"/>
                  </a:lnTo>
                  <a:lnTo>
                    <a:pt x="302675" y="154935"/>
                  </a:lnTo>
                  <a:lnTo>
                    <a:pt x="302539" y="151897"/>
                  </a:lnTo>
                  <a:lnTo>
                    <a:pt x="302398" y="148859"/>
                  </a:lnTo>
                  <a:lnTo>
                    <a:pt x="302251" y="145821"/>
                  </a:lnTo>
                  <a:lnTo>
                    <a:pt x="302100" y="142783"/>
                  </a:lnTo>
                  <a:lnTo>
                    <a:pt x="301947" y="139745"/>
                  </a:lnTo>
                  <a:lnTo>
                    <a:pt x="301789" y="136707"/>
                  </a:lnTo>
                  <a:lnTo>
                    <a:pt x="301630" y="133669"/>
                  </a:lnTo>
                  <a:lnTo>
                    <a:pt x="301469" y="130631"/>
                  </a:lnTo>
                  <a:lnTo>
                    <a:pt x="301307" y="127593"/>
                  </a:lnTo>
                  <a:lnTo>
                    <a:pt x="301146" y="124555"/>
                  </a:lnTo>
                  <a:lnTo>
                    <a:pt x="300985" y="121517"/>
                  </a:lnTo>
                  <a:lnTo>
                    <a:pt x="300826" y="118479"/>
                  </a:lnTo>
                  <a:lnTo>
                    <a:pt x="300669" y="115442"/>
                  </a:lnTo>
                  <a:lnTo>
                    <a:pt x="300514" y="112404"/>
                  </a:lnTo>
                  <a:lnTo>
                    <a:pt x="300363" y="109366"/>
                  </a:lnTo>
                  <a:lnTo>
                    <a:pt x="300217" y="106328"/>
                  </a:lnTo>
                  <a:lnTo>
                    <a:pt x="300074" y="103290"/>
                  </a:lnTo>
                  <a:lnTo>
                    <a:pt x="299937" y="100252"/>
                  </a:lnTo>
                  <a:lnTo>
                    <a:pt x="299808" y="97214"/>
                  </a:lnTo>
                  <a:lnTo>
                    <a:pt x="299684" y="94176"/>
                  </a:lnTo>
                  <a:lnTo>
                    <a:pt x="299566" y="91138"/>
                  </a:lnTo>
                  <a:lnTo>
                    <a:pt x="299459" y="88100"/>
                  </a:lnTo>
                  <a:lnTo>
                    <a:pt x="299358" y="85062"/>
                  </a:lnTo>
                  <a:lnTo>
                    <a:pt x="299266" y="82024"/>
                  </a:lnTo>
                  <a:lnTo>
                    <a:pt x="299185" y="78986"/>
                  </a:lnTo>
                  <a:lnTo>
                    <a:pt x="299112" y="75948"/>
                  </a:lnTo>
                  <a:lnTo>
                    <a:pt x="299048" y="72910"/>
                  </a:lnTo>
                  <a:lnTo>
                    <a:pt x="298999" y="69872"/>
                  </a:lnTo>
                  <a:lnTo>
                    <a:pt x="298958" y="66834"/>
                  </a:lnTo>
                  <a:lnTo>
                    <a:pt x="298926" y="63796"/>
                  </a:lnTo>
                  <a:lnTo>
                    <a:pt x="298910" y="60758"/>
                  </a:lnTo>
                  <a:lnTo>
                    <a:pt x="298904" y="57721"/>
                  </a:lnTo>
                  <a:lnTo>
                    <a:pt x="298907" y="54683"/>
                  </a:lnTo>
                  <a:lnTo>
                    <a:pt x="298928" y="51645"/>
                  </a:lnTo>
                  <a:lnTo>
                    <a:pt x="298959" y="48607"/>
                  </a:lnTo>
                  <a:lnTo>
                    <a:pt x="298999" y="45569"/>
                  </a:lnTo>
                  <a:lnTo>
                    <a:pt x="299057" y="42531"/>
                  </a:lnTo>
                  <a:lnTo>
                    <a:pt x="299126" y="39493"/>
                  </a:lnTo>
                  <a:lnTo>
                    <a:pt x="299204" y="36455"/>
                  </a:lnTo>
                  <a:lnTo>
                    <a:pt x="299299" y="33417"/>
                  </a:lnTo>
                  <a:lnTo>
                    <a:pt x="299406" y="30379"/>
                  </a:lnTo>
                  <a:lnTo>
                    <a:pt x="299522" y="27341"/>
                  </a:lnTo>
                  <a:lnTo>
                    <a:pt x="299654" y="24303"/>
                  </a:lnTo>
                  <a:lnTo>
                    <a:pt x="299798" y="21265"/>
                  </a:lnTo>
                  <a:lnTo>
                    <a:pt x="299951" y="18227"/>
                  </a:lnTo>
                  <a:lnTo>
                    <a:pt x="300118" y="15189"/>
                  </a:lnTo>
                  <a:lnTo>
                    <a:pt x="300298" y="12151"/>
                  </a:lnTo>
                  <a:lnTo>
                    <a:pt x="300485" y="9113"/>
                  </a:lnTo>
                  <a:lnTo>
                    <a:pt x="300686" y="6075"/>
                  </a:lnTo>
                  <a:lnTo>
                    <a:pt x="300898" y="3037"/>
                  </a:lnTo>
                  <a:lnTo>
                    <a:pt x="301117" y="0"/>
                  </a:lnTo>
                  <a:lnTo>
                    <a:pt x="333322" y="0"/>
                  </a:lnTo>
                  <a:lnTo>
                    <a:pt x="333542" y="3037"/>
                  </a:lnTo>
                  <a:lnTo>
                    <a:pt x="333753" y="6075"/>
                  </a:lnTo>
                  <a:lnTo>
                    <a:pt x="333954" y="9113"/>
                  </a:lnTo>
                  <a:lnTo>
                    <a:pt x="334142" y="12151"/>
                  </a:lnTo>
                  <a:lnTo>
                    <a:pt x="334321" y="15189"/>
                  </a:lnTo>
                  <a:lnTo>
                    <a:pt x="334488" y="18227"/>
                  </a:lnTo>
                  <a:lnTo>
                    <a:pt x="334641" y="21265"/>
                  </a:lnTo>
                  <a:lnTo>
                    <a:pt x="334785" y="24303"/>
                  </a:lnTo>
                  <a:lnTo>
                    <a:pt x="334917" y="27341"/>
                  </a:lnTo>
                  <a:lnTo>
                    <a:pt x="335033" y="30379"/>
                  </a:lnTo>
                  <a:lnTo>
                    <a:pt x="335140" y="33417"/>
                  </a:lnTo>
                  <a:lnTo>
                    <a:pt x="335235" y="36455"/>
                  </a:lnTo>
                  <a:lnTo>
                    <a:pt x="335313" y="39493"/>
                  </a:lnTo>
                  <a:lnTo>
                    <a:pt x="335382" y="42531"/>
                  </a:lnTo>
                  <a:lnTo>
                    <a:pt x="335440" y="45569"/>
                  </a:lnTo>
                  <a:lnTo>
                    <a:pt x="335480" y="48607"/>
                  </a:lnTo>
                  <a:lnTo>
                    <a:pt x="335511" y="51645"/>
                  </a:lnTo>
                  <a:lnTo>
                    <a:pt x="335532" y="54683"/>
                  </a:lnTo>
                  <a:lnTo>
                    <a:pt x="335535" y="57721"/>
                  </a:lnTo>
                  <a:lnTo>
                    <a:pt x="335529" y="60758"/>
                  </a:lnTo>
                  <a:lnTo>
                    <a:pt x="335513" y="63796"/>
                  </a:lnTo>
                  <a:lnTo>
                    <a:pt x="335481" y="66834"/>
                  </a:lnTo>
                  <a:lnTo>
                    <a:pt x="335440" y="69872"/>
                  </a:lnTo>
                  <a:lnTo>
                    <a:pt x="335391" y="72910"/>
                  </a:lnTo>
                  <a:lnTo>
                    <a:pt x="335327" y="75948"/>
                  </a:lnTo>
                  <a:lnTo>
                    <a:pt x="335254" y="78986"/>
                  </a:lnTo>
                  <a:lnTo>
                    <a:pt x="335174" y="82024"/>
                  </a:lnTo>
                  <a:lnTo>
                    <a:pt x="335081" y="85062"/>
                  </a:lnTo>
                  <a:lnTo>
                    <a:pt x="334980" y="88100"/>
                  </a:lnTo>
                  <a:lnTo>
                    <a:pt x="334873" y="91138"/>
                  </a:lnTo>
                  <a:lnTo>
                    <a:pt x="334755" y="94176"/>
                  </a:lnTo>
                  <a:lnTo>
                    <a:pt x="334631" y="97214"/>
                  </a:lnTo>
                  <a:lnTo>
                    <a:pt x="334502" y="100252"/>
                  </a:lnTo>
                  <a:lnTo>
                    <a:pt x="334365" y="103290"/>
                  </a:lnTo>
                  <a:lnTo>
                    <a:pt x="334223" y="106328"/>
                  </a:lnTo>
                  <a:lnTo>
                    <a:pt x="334076" y="109366"/>
                  </a:lnTo>
                  <a:lnTo>
                    <a:pt x="333925" y="112404"/>
                  </a:lnTo>
                  <a:lnTo>
                    <a:pt x="333771" y="115442"/>
                  </a:lnTo>
                  <a:lnTo>
                    <a:pt x="333614" y="118479"/>
                  </a:lnTo>
                  <a:lnTo>
                    <a:pt x="333454" y="121517"/>
                  </a:lnTo>
                  <a:lnTo>
                    <a:pt x="333293" y="124555"/>
                  </a:lnTo>
                  <a:lnTo>
                    <a:pt x="333132" y="127593"/>
                  </a:lnTo>
                  <a:lnTo>
                    <a:pt x="332970" y="130631"/>
                  </a:lnTo>
                  <a:lnTo>
                    <a:pt x="332810" y="133669"/>
                  </a:lnTo>
                  <a:lnTo>
                    <a:pt x="332650" y="136707"/>
                  </a:lnTo>
                  <a:lnTo>
                    <a:pt x="332493" y="139745"/>
                  </a:lnTo>
                  <a:lnTo>
                    <a:pt x="332339" y="142783"/>
                  </a:lnTo>
                  <a:lnTo>
                    <a:pt x="332188" y="145821"/>
                  </a:lnTo>
                  <a:lnTo>
                    <a:pt x="332041" y="148859"/>
                  </a:lnTo>
                  <a:lnTo>
                    <a:pt x="331900" y="151897"/>
                  </a:lnTo>
                  <a:lnTo>
                    <a:pt x="331765" y="154935"/>
                  </a:lnTo>
                  <a:lnTo>
                    <a:pt x="331634" y="157973"/>
                  </a:lnTo>
                  <a:lnTo>
                    <a:pt x="331513" y="161011"/>
                  </a:lnTo>
                  <a:lnTo>
                    <a:pt x="331398" y="164049"/>
                  </a:lnTo>
                  <a:lnTo>
                    <a:pt x="331290" y="167087"/>
                  </a:lnTo>
                  <a:lnTo>
                    <a:pt x="331195" y="170125"/>
                  </a:lnTo>
                  <a:lnTo>
                    <a:pt x="331107" y="173163"/>
                  </a:lnTo>
                  <a:lnTo>
                    <a:pt x="331027" y="176201"/>
                  </a:lnTo>
                  <a:lnTo>
                    <a:pt x="330962" y="179238"/>
                  </a:lnTo>
                  <a:lnTo>
                    <a:pt x="330906" y="182276"/>
                  </a:lnTo>
                  <a:lnTo>
                    <a:pt x="330859" y="185314"/>
                  </a:lnTo>
                  <a:lnTo>
                    <a:pt x="330829" y="188352"/>
                  </a:lnTo>
                  <a:lnTo>
                    <a:pt x="330810" y="191390"/>
                  </a:lnTo>
                  <a:lnTo>
                    <a:pt x="330801" y="194428"/>
                  </a:lnTo>
                  <a:lnTo>
                    <a:pt x="330809" y="197466"/>
                  </a:lnTo>
                  <a:lnTo>
                    <a:pt x="330830" y="200504"/>
                  </a:lnTo>
                  <a:lnTo>
                    <a:pt x="330861" y="203542"/>
                  </a:lnTo>
                  <a:lnTo>
                    <a:pt x="330910" y="206580"/>
                  </a:lnTo>
                  <a:lnTo>
                    <a:pt x="330974" y="209618"/>
                  </a:lnTo>
                  <a:lnTo>
                    <a:pt x="331049" y="212656"/>
                  </a:lnTo>
                  <a:lnTo>
                    <a:pt x="331141" y="215694"/>
                  </a:lnTo>
                  <a:lnTo>
                    <a:pt x="331249" y="218732"/>
                  </a:lnTo>
                  <a:lnTo>
                    <a:pt x="331368" y="221770"/>
                  </a:lnTo>
                  <a:lnTo>
                    <a:pt x="331505" y="224808"/>
                  </a:lnTo>
                  <a:lnTo>
                    <a:pt x="331658" y="227846"/>
                  </a:lnTo>
                  <a:lnTo>
                    <a:pt x="331822" y="230884"/>
                  </a:lnTo>
                  <a:lnTo>
                    <a:pt x="332002" y="233922"/>
                  </a:lnTo>
                  <a:lnTo>
                    <a:pt x="332199" y="236959"/>
                  </a:lnTo>
                  <a:lnTo>
                    <a:pt x="332408" y="239997"/>
                  </a:lnTo>
                  <a:lnTo>
                    <a:pt x="332631" y="243035"/>
                  </a:lnTo>
                  <a:lnTo>
                    <a:pt x="332871" y="246073"/>
                  </a:lnTo>
                  <a:lnTo>
                    <a:pt x="333122" y="249111"/>
                  </a:lnTo>
                  <a:lnTo>
                    <a:pt x="333386" y="252149"/>
                  </a:lnTo>
                  <a:lnTo>
                    <a:pt x="333667" y="255187"/>
                  </a:lnTo>
                  <a:lnTo>
                    <a:pt x="333957" y="258225"/>
                  </a:lnTo>
                  <a:lnTo>
                    <a:pt x="334259" y="261263"/>
                  </a:lnTo>
                  <a:lnTo>
                    <a:pt x="334578" y="264301"/>
                  </a:lnTo>
                  <a:lnTo>
                    <a:pt x="334904" y="267339"/>
                  </a:lnTo>
                  <a:lnTo>
                    <a:pt x="335241" y="270377"/>
                  </a:lnTo>
                  <a:lnTo>
                    <a:pt x="335592" y="273415"/>
                  </a:lnTo>
                  <a:lnTo>
                    <a:pt x="335951" y="276453"/>
                  </a:lnTo>
                  <a:lnTo>
                    <a:pt x="336318" y="279491"/>
                  </a:lnTo>
                  <a:lnTo>
                    <a:pt x="336698" y="282529"/>
                  </a:lnTo>
                  <a:lnTo>
                    <a:pt x="337084" y="285567"/>
                  </a:lnTo>
                  <a:lnTo>
                    <a:pt x="337477" y="288605"/>
                  </a:lnTo>
                  <a:lnTo>
                    <a:pt x="337880" y="291643"/>
                  </a:lnTo>
                  <a:lnTo>
                    <a:pt x="338288" y="294680"/>
                  </a:lnTo>
                  <a:lnTo>
                    <a:pt x="338701" y="297718"/>
                  </a:lnTo>
                  <a:lnTo>
                    <a:pt x="339122" y="300756"/>
                  </a:lnTo>
                  <a:lnTo>
                    <a:pt x="339547" y="303794"/>
                  </a:lnTo>
                  <a:lnTo>
                    <a:pt x="339976" y="306832"/>
                  </a:lnTo>
                  <a:lnTo>
                    <a:pt x="340409" y="309870"/>
                  </a:lnTo>
                  <a:lnTo>
                    <a:pt x="340845" y="312908"/>
                  </a:lnTo>
                  <a:lnTo>
                    <a:pt x="341283" y="315946"/>
                  </a:lnTo>
                  <a:lnTo>
                    <a:pt x="341724" y="318984"/>
                  </a:lnTo>
                  <a:lnTo>
                    <a:pt x="342166" y="322022"/>
                  </a:lnTo>
                  <a:lnTo>
                    <a:pt x="342608" y="325060"/>
                  </a:lnTo>
                  <a:lnTo>
                    <a:pt x="343050" y="328098"/>
                  </a:lnTo>
                  <a:lnTo>
                    <a:pt x="343492" y="331136"/>
                  </a:lnTo>
                  <a:lnTo>
                    <a:pt x="343933" y="334174"/>
                  </a:lnTo>
                  <a:lnTo>
                    <a:pt x="344373" y="337212"/>
                  </a:lnTo>
                  <a:lnTo>
                    <a:pt x="344810" y="340250"/>
                  </a:lnTo>
                  <a:lnTo>
                    <a:pt x="345245" y="343288"/>
                  </a:lnTo>
                  <a:lnTo>
                    <a:pt x="345677" y="346326"/>
                  </a:lnTo>
                  <a:lnTo>
                    <a:pt x="346105" y="349364"/>
                  </a:lnTo>
                  <a:lnTo>
                    <a:pt x="346530" y="352402"/>
                  </a:lnTo>
                  <a:lnTo>
                    <a:pt x="346950" y="355439"/>
                  </a:lnTo>
                  <a:lnTo>
                    <a:pt x="347365" y="358477"/>
                  </a:lnTo>
                  <a:lnTo>
                    <a:pt x="347776" y="361515"/>
                  </a:lnTo>
                  <a:lnTo>
                    <a:pt x="348181" y="364553"/>
                  </a:lnTo>
                  <a:lnTo>
                    <a:pt x="348580" y="367591"/>
                  </a:lnTo>
                  <a:lnTo>
                    <a:pt x="348973" y="370629"/>
                  </a:lnTo>
                  <a:lnTo>
                    <a:pt x="349362" y="373667"/>
                  </a:lnTo>
                  <a:lnTo>
                    <a:pt x="349741" y="376705"/>
                  </a:lnTo>
                  <a:lnTo>
                    <a:pt x="350115" y="379743"/>
                  </a:lnTo>
                  <a:lnTo>
                    <a:pt x="350484" y="382781"/>
                  </a:lnTo>
                  <a:lnTo>
                    <a:pt x="350844" y="385819"/>
                  </a:lnTo>
                  <a:lnTo>
                    <a:pt x="351198" y="388857"/>
                  </a:lnTo>
                  <a:lnTo>
                    <a:pt x="351546" y="391895"/>
                  </a:lnTo>
                  <a:lnTo>
                    <a:pt x="351885" y="394933"/>
                  </a:lnTo>
                  <a:lnTo>
                    <a:pt x="352218" y="397971"/>
                  </a:lnTo>
                  <a:lnTo>
                    <a:pt x="352546" y="401009"/>
                  </a:lnTo>
                  <a:lnTo>
                    <a:pt x="352865" y="404047"/>
                  </a:lnTo>
                  <a:lnTo>
                    <a:pt x="353179" y="407085"/>
                  </a:lnTo>
                  <a:lnTo>
                    <a:pt x="353488" y="410123"/>
                  </a:lnTo>
                  <a:lnTo>
                    <a:pt x="353789" y="413160"/>
                  </a:lnTo>
                  <a:lnTo>
                    <a:pt x="354085" y="416198"/>
                  </a:lnTo>
                  <a:lnTo>
                    <a:pt x="354377" y="419236"/>
                  </a:lnTo>
                  <a:lnTo>
                    <a:pt x="354662" y="422274"/>
                  </a:lnTo>
                  <a:lnTo>
                    <a:pt x="354944" y="425312"/>
                  </a:lnTo>
                  <a:lnTo>
                    <a:pt x="355222" y="428350"/>
                  </a:lnTo>
                  <a:lnTo>
                    <a:pt x="355497" y="431388"/>
                  </a:lnTo>
                  <a:lnTo>
                    <a:pt x="355768" y="434426"/>
                  </a:lnTo>
                  <a:lnTo>
                    <a:pt x="356038" y="437464"/>
                  </a:lnTo>
                  <a:lnTo>
                    <a:pt x="356306" y="440502"/>
                  </a:lnTo>
                  <a:lnTo>
                    <a:pt x="356573" y="443540"/>
                  </a:lnTo>
                  <a:lnTo>
                    <a:pt x="356840" y="446578"/>
                  </a:lnTo>
                  <a:lnTo>
                    <a:pt x="357107" y="449616"/>
                  </a:lnTo>
                  <a:lnTo>
                    <a:pt x="357377" y="452654"/>
                  </a:lnTo>
                  <a:lnTo>
                    <a:pt x="357648" y="455692"/>
                  </a:lnTo>
                  <a:lnTo>
                    <a:pt x="357922" y="458730"/>
                  </a:lnTo>
                  <a:lnTo>
                    <a:pt x="358201" y="461768"/>
                  </a:lnTo>
                  <a:lnTo>
                    <a:pt x="358484" y="464806"/>
                  </a:lnTo>
                  <a:lnTo>
                    <a:pt x="358773" y="467844"/>
                  </a:lnTo>
                  <a:lnTo>
                    <a:pt x="359070" y="470882"/>
                  </a:lnTo>
                  <a:lnTo>
                    <a:pt x="359374" y="473919"/>
                  </a:lnTo>
                  <a:lnTo>
                    <a:pt x="359686" y="476957"/>
                  </a:lnTo>
                  <a:lnTo>
                    <a:pt x="360011" y="479995"/>
                  </a:lnTo>
                  <a:lnTo>
                    <a:pt x="360344" y="483033"/>
                  </a:lnTo>
                  <a:lnTo>
                    <a:pt x="360688" y="486071"/>
                  </a:lnTo>
                  <a:lnTo>
                    <a:pt x="361051" y="489109"/>
                  </a:lnTo>
                  <a:lnTo>
                    <a:pt x="361424" y="492147"/>
                  </a:lnTo>
                  <a:lnTo>
                    <a:pt x="361810" y="495185"/>
                  </a:lnTo>
                  <a:lnTo>
                    <a:pt x="362220" y="498223"/>
                  </a:lnTo>
                  <a:lnTo>
                    <a:pt x="362643" y="501261"/>
                  </a:lnTo>
                  <a:lnTo>
                    <a:pt x="363081" y="504299"/>
                  </a:lnTo>
                  <a:lnTo>
                    <a:pt x="363548" y="507337"/>
                  </a:lnTo>
                  <a:lnTo>
                    <a:pt x="364032" y="510375"/>
                  </a:lnTo>
                  <a:lnTo>
                    <a:pt x="364532" y="513413"/>
                  </a:lnTo>
                  <a:lnTo>
                    <a:pt x="365065" y="516451"/>
                  </a:lnTo>
                  <a:lnTo>
                    <a:pt x="365619" y="519489"/>
                  </a:lnTo>
                  <a:lnTo>
                    <a:pt x="366193" y="522527"/>
                  </a:lnTo>
                  <a:lnTo>
                    <a:pt x="366801" y="525565"/>
                  </a:lnTo>
                  <a:lnTo>
                    <a:pt x="367435" y="528603"/>
                  </a:lnTo>
                  <a:lnTo>
                    <a:pt x="368091" y="531640"/>
                  </a:lnTo>
                  <a:lnTo>
                    <a:pt x="368784" y="534678"/>
                  </a:lnTo>
                  <a:lnTo>
                    <a:pt x="369506" y="537716"/>
                  </a:lnTo>
                  <a:lnTo>
                    <a:pt x="370253" y="540754"/>
                  </a:lnTo>
                  <a:lnTo>
                    <a:pt x="371038" y="543792"/>
                  </a:lnTo>
                  <a:lnTo>
                    <a:pt x="371858" y="546830"/>
                  </a:lnTo>
                  <a:lnTo>
                    <a:pt x="372704" y="549868"/>
                  </a:lnTo>
                  <a:lnTo>
                    <a:pt x="373590" y="552906"/>
                  </a:lnTo>
                  <a:lnTo>
                    <a:pt x="374514" y="555944"/>
                  </a:lnTo>
                  <a:lnTo>
                    <a:pt x="375466" y="558982"/>
                  </a:lnTo>
                  <a:lnTo>
                    <a:pt x="376458" y="562020"/>
                  </a:lnTo>
                  <a:lnTo>
                    <a:pt x="377493" y="565058"/>
                  </a:lnTo>
                  <a:lnTo>
                    <a:pt x="378557" y="568096"/>
                  </a:lnTo>
                  <a:lnTo>
                    <a:pt x="379660" y="571134"/>
                  </a:lnTo>
                  <a:lnTo>
                    <a:pt x="380811" y="574172"/>
                  </a:lnTo>
                  <a:lnTo>
                    <a:pt x="381991" y="577210"/>
                  </a:lnTo>
                  <a:lnTo>
                    <a:pt x="383210" y="580248"/>
                  </a:lnTo>
                  <a:lnTo>
                    <a:pt x="384480" y="583286"/>
                  </a:lnTo>
                  <a:lnTo>
                    <a:pt x="385781" y="586324"/>
                  </a:lnTo>
                  <a:lnTo>
                    <a:pt x="387118" y="589361"/>
                  </a:lnTo>
                  <a:lnTo>
                    <a:pt x="388510" y="592399"/>
                  </a:lnTo>
                  <a:lnTo>
                    <a:pt x="389933" y="595437"/>
                  </a:lnTo>
                  <a:lnTo>
                    <a:pt x="391390" y="598475"/>
                  </a:lnTo>
                  <a:lnTo>
                    <a:pt x="392903" y="601513"/>
                  </a:lnTo>
                  <a:lnTo>
                    <a:pt x="394448" y="604551"/>
                  </a:lnTo>
                  <a:lnTo>
                    <a:pt x="396025" y="607589"/>
                  </a:lnTo>
                  <a:lnTo>
                    <a:pt x="397660" y="610627"/>
                  </a:lnTo>
                  <a:lnTo>
                    <a:pt x="399326" y="613665"/>
                  </a:lnTo>
                  <a:lnTo>
                    <a:pt x="401022" y="616703"/>
                  </a:lnTo>
                  <a:lnTo>
                    <a:pt x="402775" y="619741"/>
                  </a:lnTo>
                  <a:lnTo>
                    <a:pt x="404559" y="622779"/>
                  </a:lnTo>
                  <a:lnTo>
                    <a:pt x="406372" y="625817"/>
                  </a:lnTo>
                  <a:lnTo>
                    <a:pt x="408237" y="628855"/>
                  </a:lnTo>
                  <a:lnTo>
                    <a:pt x="410135" y="631893"/>
                  </a:lnTo>
                  <a:lnTo>
                    <a:pt x="412060" y="634931"/>
                  </a:lnTo>
                  <a:lnTo>
                    <a:pt x="414033" y="637969"/>
                  </a:lnTo>
                  <a:lnTo>
                    <a:pt x="416038" y="641007"/>
                  </a:lnTo>
                  <a:lnTo>
                    <a:pt x="418069" y="644045"/>
                  </a:lnTo>
                  <a:lnTo>
                    <a:pt x="420142" y="647083"/>
                  </a:lnTo>
                  <a:lnTo>
                    <a:pt x="422247" y="650120"/>
                  </a:lnTo>
                  <a:lnTo>
                    <a:pt x="424376" y="653158"/>
                  </a:lnTo>
                  <a:lnTo>
                    <a:pt x="426541" y="656196"/>
                  </a:lnTo>
                  <a:lnTo>
                    <a:pt x="428736" y="659234"/>
                  </a:lnTo>
                  <a:lnTo>
                    <a:pt x="430953" y="662272"/>
                  </a:lnTo>
                  <a:lnTo>
                    <a:pt x="433201" y="665310"/>
                  </a:lnTo>
                  <a:lnTo>
                    <a:pt x="435476" y="668348"/>
                  </a:lnTo>
                  <a:lnTo>
                    <a:pt x="437770" y="671386"/>
                  </a:lnTo>
                  <a:lnTo>
                    <a:pt x="440090" y="674424"/>
                  </a:lnTo>
                  <a:lnTo>
                    <a:pt x="442434" y="677462"/>
                  </a:lnTo>
                  <a:lnTo>
                    <a:pt x="444793" y="680500"/>
                  </a:lnTo>
                  <a:lnTo>
                    <a:pt x="447172" y="683538"/>
                  </a:lnTo>
                  <a:lnTo>
                    <a:pt x="449572" y="686576"/>
                  </a:lnTo>
                  <a:lnTo>
                    <a:pt x="451983" y="689614"/>
                  </a:lnTo>
                  <a:lnTo>
                    <a:pt x="454409" y="692652"/>
                  </a:lnTo>
                  <a:lnTo>
                    <a:pt x="456850" y="695690"/>
                  </a:lnTo>
                  <a:lnTo>
                    <a:pt x="459300" y="698728"/>
                  </a:lnTo>
                  <a:lnTo>
                    <a:pt x="461759" y="701766"/>
                  </a:lnTo>
                  <a:lnTo>
                    <a:pt x="464228" y="704804"/>
                  </a:lnTo>
                  <a:lnTo>
                    <a:pt x="466702" y="707841"/>
                  </a:lnTo>
                  <a:lnTo>
                    <a:pt x="469180" y="710879"/>
                  </a:lnTo>
                  <a:lnTo>
                    <a:pt x="471662" y="713917"/>
                  </a:lnTo>
                  <a:lnTo>
                    <a:pt x="474145" y="716955"/>
                  </a:lnTo>
                  <a:lnTo>
                    <a:pt x="476628" y="719993"/>
                  </a:lnTo>
                  <a:lnTo>
                    <a:pt x="479108" y="723031"/>
                  </a:lnTo>
                  <a:lnTo>
                    <a:pt x="481585" y="726069"/>
                  </a:lnTo>
                  <a:lnTo>
                    <a:pt x="484059" y="729107"/>
                  </a:lnTo>
                  <a:lnTo>
                    <a:pt x="486524" y="732145"/>
                  </a:lnTo>
                  <a:lnTo>
                    <a:pt x="488980" y="735183"/>
                  </a:lnTo>
                  <a:lnTo>
                    <a:pt x="491430" y="738221"/>
                  </a:lnTo>
                  <a:lnTo>
                    <a:pt x="493865" y="741259"/>
                  </a:lnTo>
                  <a:lnTo>
                    <a:pt x="496287" y="744297"/>
                  </a:lnTo>
                  <a:lnTo>
                    <a:pt x="498699" y="747335"/>
                  </a:lnTo>
                  <a:lnTo>
                    <a:pt x="501090" y="750373"/>
                  </a:lnTo>
                  <a:lnTo>
                    <a:pt x="503464" y="753411"/>
                  </a:lnTo>
                  <a:lnTo>
                    <a:pt x="505824" y="756449"/>
                  </a:lnTo>
                  <a:lnTo>
                    <a:pt x="508160" y="759487"/>
                  </a:lnTo>
                  <a:lnTo>
                    <a:pt x="510473" y="762525"/>
                  </a:lnTo>
                  <a:lnTo>
                    <a:pt x="512769" y="765563"/>
                  </a:lnTo>
                  <a:lnTo>
                    <a:pt x="515036" y="768600"/>
                  </a:lnTo>
                  <a:lnTo>
                    <a:pt x="517276" y="771638"/>
                  </a:lnTo>
                  <a:lnTo>
                    <a:pt x="519496" y="774676"/>
                  </a:lnTo>
                  <a:lnTo>
                    <a:pt x="521684" y="777714"/>
                  </a:lnTo>
                  <a:lnTo>
                    <a:pt x="523840" y="780752"/>
                  </a:lnTo>
                  <a:lnTo>
                    <a:pt x="525972" y="783790"/>
                  </a:lnTo>
                  <a:lnTo>
                    <a:pt x="528072" y="786828"/>
                  </a:lnTo>
                  <a:lnTo>
                    <a:pt x="530132" y="789866"/>
                  </a:lnTo>
                  <a:lnTo>
                    <a:pt x="532168" y="792904"/>
                  </a:lnTo>
                  <a:lnTo>
                    <a:pt x="534169" y="795942"/>
                  </a:lnTo>
                  <a:lnTo>
                    <a:pt x="536125" y="798980"/>
                  </a:lnTo>
                  <a:lnTo>
                    <a:pt x="538054" y="802018"/>
                  </a:lnTo>
                  <a:lnTo>
                    <a:pt x="539948" y="805056"/>
                  </a:lnTo>
                  <a:lnTo>
                    <a:pt x="541793" y="808094"/>
                  </a:lnTo>
                  <a:lnTo>
                    <a:pt x="543607" y="811132"/>
                  </a:lnTo>
                  <a:lnTo>
                    <a:pt x="545387" y="814170"/>
                  </a:lnTo>
                  <a:lnTo>
                    <a:pt x="547112" y="817208"/>
                  </a:lnTo>
                  <a:lnTo>
                    <a:pt x="548806" y="820246"/>
                  </a:lnTo>
                  <a:lnTo>
                    <a:pt x="550465" y="823284"/>
                  </a:lnTo>
                  <a:lnTo>
                    <a:pt x="552065" y="826321"/>
                  </a:lnTo>
                  <a:lnTo>
                    <a:pt x="553631" y="829359"/>
                  </a:lnTo>
                  <a:lnTo>
                    <a:pt x="555165" y="832397"/>
                  </a:lnTo>
                  <a:lnTo>
                    <a:pt x="556635" y="835435"/>
                  </a:lnTo>
                  <a:lnTo>
                    <a:pt x="558070" y="838473"/>
                  </a:lnTo>
                  <a:lnTo>
                    <a:pt x="559472" y="841511"/>
                  </a:lnTo>
                  <a:lnTo>
                    <a:pt x="559602" y="841808"/>
                  </a:lnTo>
                  <a:lnTo>
                    <a:pt x="560811" y="844549"/>
                  </a:lnTo>
                  <a:lnTo>
                    <a:pt x="562112" y="847587"/>
                  </a:lnTo>
                  <a:lnTo>
                    <a:pt x="563379" y="850625"/>
                  </a:lnTo>
                  <a:lnTo>
                    <a:pt x="564586" y="853663"/>
                  </a:lnTo>
                  <a:lnTo>
                    <a:pt x="565753" y="856701"/>
                  </a:lnTo>
                  <a:lnTo>
                    <a:pt x="566885" y="859739"/>
                  </a:lnTo>
                  <a:lnTo>
                    <a:pt x="567960" y="862777"/>
                  </a:lnTo>
                  <a:lnTo>
                    <a:pt x="568992" y="865815"/>
                  </a:lnTo>
                  <a:lnTo>
                    <a:pt x="569991" y="868853"/>
                  </a:lnTo>
                  <a:lnTo>
                    <a:pt x="570936" y="871891"/>
                  </a:lnTo>
                  <a:lnTo>
                    <a:pt x="571838" y="874929"/>
                  </a:lnTo>
                  <a:lnTo>
                    <a:pt x="572707" y="877967"/>
                  </a:lnTo>
                  <a:lnTo>
                    <a:pt x="573528" y="881005"/>
                  </a:lnTo>
                  <a:lnTo>
                    <a:pt x="574304" y="884042"/>
                  </a:lnTo>
                  <a:lnTo>
                    <a:pt x="575050" y="887080"/>
                  </a:lnTo>
                  <a:lnTo>
                    <a:pt x="575753" y="890118"/>
                  </a:lnTo>
                  <a:lnTo>
                    <a:pt x="576412" y="893156"/>
                  </a:lnTo>
                  <a:lnTo>
                    <a:pt x="577044" y="896194"/>
                  </a:lnTo>
                  <a:lnTo>
                    <a:pt x="577638" y="899232"/>
                  </a:lnTo>
                  <a:lnTo>
                    <a:pt x="578192" y="902270"/>
                  </a:lnTo>
                  <a:lnTo>
                    <a:pt x="578721" y="905308"/>
                  </a:lnTo>
                  <a:lnTo>
                    <a:pt x="579219" y="908346"/>
                  </a:lnTo>
                  <a:lnTo>
                    <a:pt x="579680" y="911384"/>
                  </a:lnTo>
                  <a:lnTo>
                    <a:pt x="580121" y="914422"/>
                  </a:lnTo>
                  <a:lnTo>
                    <a:pt x="580537" y="917460"/>
                  </a:lnTo>
                  <a:lnTo>
                    <a:pt x="580922" y="920498"/>
                  </a:lnTo>
                  <a:lnTo>
                    <a:pt x="581291" y="923536"/>
                  </a:lnTo>
                  <a:lnTo>
                    <a:pt x="581643" y="926574"/>
                  </a:lnTo>
                  <a:lnTo>
                    <a:pt x="581970" y="929612"/>
                  </a:lnTo>
                  <a:lnTo>
                    <a:pt x="582287" y="932650"/>
                  </a:lnTo>
                  <a:lnTo>
                    <a:pt x="582592" y="935688"/>
                  </a:lnTo>
                  <a:lnTo>
                    <a:pt x="582882" y="938726"/>
                  </a:lnTo>
                  <a:lnTo>
                    <a:pt x="583167" y="941764"/>
                  </a:lnTo>
                  <a:lnTo>
                    <a:pt x="583446" y="944801"/>
                  </a:lnTo>
                  <a:lnTo>
                    <a:pt x="583720" y="947839"/>
                  </a:lnTo>
                  <a:lnTo>
                    <a:pt x="583994" y="950877"/>
                  </a:lnTo>
                  <a:lnTo>
                    <a:pt x="584269" y="953915"/>
                  </a:lnTo>
                  <a:lnTo>
                    <a:pt x="584549" y="956953"/>
                  </a:lnTo>
                  <a:lnTo>
                    <a:pt x="584835" y="959991"/>
                  </a:lnTo>
                  <a:lnTo>
                    <a:pt x="585127" y="963029"/>
                  </a:lnTo>
                  <a:lnTo>
                    <a:pt x="585433" y="966067"/>
                  </a:lnTo>
                  <a:lnTo>
                    <a:pt x="585752" y="969105"/>
                  </a:lnTo>
                  <a:lnTo>
                    <a:pt x="586083" y="972143"/>
                  </a:lnTo>
                  <a:lnTo>
                    <a:pt x="586435" y="975181"/>
                  </a:lnTo>
                  <a:lnTo>
                    <a:pt x="586808" y="978219"/>
                  </a:lnTo>
                  <a:lnTo>
                    <a:pt x="587196" y="981257"/>
                  </a:lnTo>
                  <a:lnTo>
                    <a:pt x="587613" y="984295"/>
                  </a:lnTo>
                  <a:lnTo>
                    <a:pt x="588057" y="987333"/>
                  </a:lnTo>
                  <a:lnTo>
                    <a:pt x="588521" y="990371"/>
                  </a:lnTo>
                  <a:lnTo>
                    <a:pt x="589018" y="993409"/>
                  </a:lnTo>
                  <a:lnTo>
                    <a:pt x="589547" y="996447"/>
                  </a:lnTo>
                  <a:lnTo>
                    <a:pt x="590101" y="999485"/>
                  </a:lnTo>
                  <a:lnTo>
                    <a:pt x="590689" y="1002522"/>
                  </a:lnTo>
                  <a:lnTo>
                    <a:pt x="591315" y="1005560"/>
                  </a:lnTo>
                  <a:lnTo>
                    <a:pt x="591967" y="1008598"/>
                  </a:lnTo>
                  <a:lnTo>
                    <a:pt x="592655" y="1011636"/>
                  </a:lnTo>
                  <a:lnTo>
                    <a:pt x="593384" y="1014674"/>
                  </a:lnTo>
                  <a:lnTo>
                    <a:pt x="594140" y="1017712"/>
                  </a:lnTo>
                  <a:lnTo>
                    <a:pt x="594930" y="1020750"/>
                  </a:lnTo>
                  <a:lnTo>
                    <a:pt x="595764" y="1023788"/>
                  </a:lnTo>
                  <a:lnTo>
                    <a:pt x="596624" y="1026826"/>
                  </a:lnTo>
                  <a:lnTo>
                    <a:pt x="597515" y="1029864"/>
                  </a:lnTo>
                  <a:lnTo>
                    <a:pt x="598449" y="1032902"/>
                  </a:lnTo>
                  <a:lnTo>
                    <a:pt x="599407" y="1035940"/>
                  </a:lnTo>
                  <a:lnTo>
                    <a:pt x="600391" y="1038978"/>
                  </a:lnTo>
                  <a:lnTo>
                    <a:pt x="601416" y="1042016"/>
                  </a:lnTo>
                  <a:lnTo>
                    <a:pt x="602462" y="1045054"/>
                  </a:lnTo>
                  <a:lnTo>
                    <a:pt x="603460" y="1047897"/>
                  </a:lnTo>
                  <a:lnTo>
                    <a:pt x="603528" y="1048092"/>
                  </a:lnTo>
                  <a:lnTo>
                    <a:pt x="604629" y="1051130"/>
                  </a:lnTo>
                  <a:lnTo>
                    <a:pt x="605746" y="1054168"/>
                  </a:lnTo>
                  <a:lnTo>
                    <a:pt x="606878" y="1057206"/>
                  </a:lnTo>
                  <a:lnTo>
                    <a:pt x="608034" y="1060244"/>
                  </a:lnTo>
                  <a:lnTo>
                    <a:pt x="609201" y="1063281"/>
                  </a:lnTo>
                  <a:lnTo>
                    <a:pt x="610377" y="1066319"/>
                  </a:lnTo>
                  <a:lnTo>
                    <a:pt x="611565" y="1069357"/>
                  </a:lnTo>
                  <a:lnTo>
                    <a:pt x="612757" y="1072395"/>
                  </a:lnTo>
                  <a:lnTo>
                    <a:pt x="613951" y="1075433"/>
                  </a:lnTo>
                  <a:lnTo>
                    <a:pt x="615143" y="1078471"/>
                  </a:lnTo>
                  <a:lnTo>
                    <a:pt x="616331" y="1081509"/>
                  </a:lnTo>
                  <a:lnTo>
                    <a:pt x="617513" y="1084547"/>
                  </a:lnTo>
                  <a:lnTo>
                    <a:pt x="618681" y="1087585"/>
                  </a:lnTo>
                  <a:lnTo>
                    <a:pt x="619833" y="1090623"/>
                  </a:lnTo>
                  <a:lnTo>
                    <a:pt x="620972" y="1093661"/>
                  </a:lnTo>
                  <a:lnTo>
                    <a:pt x="622084" y="1096699"/>
                  </a:lnTo>
                  <a:lnTo>
                    <a:pt x="623169" y="1099737"/>
                  </a:lnTo>
                  <a:lnTo>
                    <a:pt x="624231" y="1102775"/>
                  </a:lnTo>
                  <a:lnTo>
                    <a:pt x="625256" y="1105813"/>
                  </a:lnTo>
                  <a:lnTo>
                    <a:pt x="626239" y="1108851"/>
                  </a:lnTo>
                  <a:lnTo>
                    <a:pt x="627192" y="1111889"/>
                  </a:lnTo>
                  <a:lnTo>
                    <a:pt x="628098" y="1114927"/>
                  </a:lnTo>
                  <a:lnTo>
                    <a:pt x="628949" y="1117965"/>
                  </a:lnTo>
                  <a:lnTo>
                    <a:pt x="629760" y="1121002"/>
                  </a:lnTo>
                  <a:lnTo>
                    <a:pt x="630517" y="1124040"/>
                  </a:lnTo>
                  <a:lnTo>
                    <a:pt x="631204" y="1127078"/>
                  </a:lnTo>
                  <a:lnTo>
                    <a:pt x="631844" y="1130116"/>
                  </a:lnTo>
                  <a:lnTo>
                    <a:pt x="632424" y="1133154"/>
                  </a:lnTo>
                  <a:lnTo>
                    <a:pt x="632919" y="1136192"/>
                  </a:lnTo>
                  <a:lnTo>
                    <a:pt x="633361" y="1139230"/>
                  </a:lnTo>
                  <a:lnTo>
                    <a:pt x="633740" y="1142268"/>
                  </a:lnTo>
                  <a:lnTo>
                    <a:pt x="634020" y="1145306"/>
                  </a:lnTo>
                  <a:lnTo>
                    <a:pt x="634240" y="1148344"/>
                  </a:lnTo>
                  <a:lnTo>
                    <a:pt x="634396" y="1151382"/>
                  </a:lnTo>
                  <a:lnTo>
                    <a:pt x="634440" y="1154420"/>
                  </a:lnTo>
                  <a:lnTo>
                    <a:pt x="634420" y="1157458"/>
                  </a:lnTo>
                  <a:lnTo>
                    <a:pt x="634336" y="1160496"/>
                  </a:lnTo>
                  <a:lnTo>
                    <a:pt x="634128" y="1163534"/>
                  </a:lnTo>
                  <a:lnTo>
                    <a:pt x="633854" y="1166572"/>
                  </a:lnTo>
                  <a:lnTo>
                    <a:pt x="633513" y="1169610"/>
                  </a:lnTo>
                  <a:lnTo>
                    <a:pt x="633047" y="1172648"/>
                  </a:lnTo>
                  <a:lnTo>
                    <a:pt x="632508" y="1175686"/>
                  </a:lnTo>
                  <a:lnTo>
                    <a:pt x="631901" y="1178723"/>
                  </a:lnTo>
                  <a:lnTo>
                    <a:pt x="631172" y="1181761"/>
                  </a:lnTo>
                  <a:lnTo>
                    <a:pt x="630364" y="1184799"/>
                  </a:lnTo>
                  <a:lnTo>
                    <a:pt x="629487" y="1187837"/>
                  </a:lnTo>
                  <a:lnTo>
                    <a:pt x="628494" y="1190875"/>
                  </a:lnTo>
                  <a:lnTo>
                    <a:pt x="627416" y="1193913"/>
                  </a:lnTo>
                  <a:lnTo>
                    <a:pt x="626271" y="1196951"/>
                  </a:lnTo>
                  <a:lnTo>
                    <a:pt x="625015" y="1199989"/>
                  </a:lnTo>
                  <a:lnTo>
                    <a:pt x="623672" y="1203027"/>
                  </a:lnTo>
                  <a:lnTo>
                    <a:pt x="622263" y="1206065"/>
                  </a:lnTo>
                  <a:lnTo>
                    <a:pt x="620752" y="1209103"/>
                  </a:lnTo>
                  <a:lnTo>
                    <a:pt x="619151" y="1212141"/>
                  </a:lnTo>
                  <a:lnTo>
                    <a:pt x="618949" y="1212509"/>
                  </a:lnTo>
                  <a:lnTo>
                    <a:pt x="617487" y="1215179"/>
                  </a:lnTo>
                  <a:lnTo>
                    <a:pt x="615730" y="1218217"/>
                  </a:lnTo>
                  <a:lnTo>
                    <a:pt x="613883" y="1221255"/>
                  </a:lnTo>
                  <a:lnTo>
                    <a:pt x="611976" y="1224293"/>
                  </a:lnTo>
                  <a:lnTo>
                    <a:pt x="609986" y="1227331"/>
                  </a:lnTo>
                  <a:lnTo>
                    <a:pt x="607908" y="1230369"/>
                  </a:lnTo>
                  <a:lnTo>
                    <a:pt x="605773" y="1233407"/>
                  </a:lnTo>
                  <a:lnTo>
                    <a:pt x="603565" y="1236445"/>
                  </a:lnTo>
                  <a:lnTo>
                    <a:pt x="601271" y="1239482"/>
                  </a:lnTo>
                  <a:lnTo>
                    <a:pt x="598926" y="1242520"/>
                  </a:lnTo>
                  <a:lnTo>
                    <a:pt x="596518" y="1245558"/>
                  </a:lnTo>
                  <a:lnTo>
                    <a:pt x="594028" y="1248596"/>
                  </a:lnTo>
                  <a:lnTo>
                    <a:pt x="591492" y="1251634"/>
                  </a:lnTo>
                  <a:lnTo>
                    <a:pt x="588903" y="1254672"/>
                  </a:lnTo>
                  <a:lnTo>
                    <a:pt x="586238" y="1257710"/>
                  </a:lnTo>
                  <a:lnTo>
                    <a:pt x="583533" y="1260748"/>
                  </a:lnTo>
                  <a:lnTo>
                    <a:pt x="580784" y="1263786"/>
                  </a:lnTo>
                  <a:lnTo>
                    <a:pt x="577967" y="1266824"/>
                  </a:lnTo>
                  <a:lnTo>
                    <a:pt x="575115" y="1269862"/>
                  </a:lnTo>
                  <a:lnTo>
                    <a:pt x="572229" y="1272900"/>
                  </a:lnTo>
                  <a:lnTo>
                    <a:pt x="569284" y="1275938"/>
                  </a:lnTo>
                  <a:lnTo>
                    <a:pt x="566310" y="1278976"/>
                  </a:lnTo>
                  <a:lnTo>
                    <a:pt x="563308" y="1282014"/>
                  </a:lnTo>
                  <a:lnTo>
                    <a:pt x="560261" y="1285052"/>
                  </a:lnTo>
                  <a:lnTo>
                    <a:pt x="557190" y="1288090"/>
                  </a:lnTo>
                  <a:lnTo>
                    <a:pt x="554099" y="1291128"/>
                  </a:lnTo>
                  <a:lnTo>
                    <a:pt x="550975" y="1294166"/>
                  </a:lnTo>
                  <a:lnTo>
                    <a:pt x="547834" y="1297203"/>
                  </a:lnTo>
                  <a:lnTo>
                    <a:pt x="544679" y="1300241"/>
                  </a:lnTo>
                  <a:lnTo>
                    <a:pt x="541504" y="1303279"/>
                  </a:lnTo>
                  <a:lnTo>
                    <a:pt x="538320" y="1306317"/>
                  </a:lnTo>
                  <a:lnTo>
                    <a:pt x="535128" y="1309355"/>
                  </a:lnTo>
                  <a:lnTo>
                    <a:pt x="531929" y="1312393"/>
                  </a:lnTo>
                  <a:lnTo>
                    <a:pt x="528729" y="1315431"/>
                  </a:lnTo>
                  <a:lnTo>
                    <a:pt x="525528" y="1318469"/>
                  </a:lnTo>
                  <a:lnTo>
                    <a:pt x="522331" y="1321507"/>
                  </a:lnTo>
                  <a:lnTo>
                    <a:pt x="519141" y="1324545"/>
                  </a:lnTo>
                  <a:lnTo>
                    <a:pt x="515959" y="1327583"/>
                  </a:lnTo>
                  <a:lnTo>
                    <a:pt x="512790" y="1330621"/>
                  </a:lnTo>
                  <a:lnTo>
                    <a:pt x="509638" y="1333659"/>
                  </a:lnTo>
                  <a:lnTo>
                    <a:pt x="506501" y="1336697"/>
                  </a:lnTo>
                  <a:lnTo>
                    <a:pt x="503384" y="1339735"/>
                  </a:lnTo>
                  <a:lnTo>
                    <a:pt x="500297" y="1342773"/>
                  </a:lnTo>
                  <a:lnTo>
                    <a:pt x="497230" y="1345811"/>
                  </a:lnTo>
                  <a:lnTo>
                    <a:pt x="494191" y="1348849"/>
                  </a:lnTo>
                  <a:lnTo>
                    <a:pt x="491191" y="1351887"/>
                  </a:lnTo>
                  <a:lnTo>
                    <a:pt x="488218" y="1354925"/>
                  </a:lnTo>
                  <a:lnTo>
                    <a:pt x="485279" y="1357962"/>
                  </a:lnTo>
                  <a:lnTo>
                    <a:pt x="482390" y="1361000"/>
                  </a:lnTo>
                  <a:lnTo>
                    <a:pt x="479533" y="1364038"/>
                  </a:lnTo>
                  <a:lnTo>
                    <a:pt x="476712" y="1367076"/>
                  </a:lnTo>
                  <a:lnTo>
                    <a:pt x="473953" y="1370114"/>
                  </a:lnTo>
                  <a:lnTo>
                    <a:pt x="471231" y="1373152"/>
                  </a:lnTo>
                  <a:lnTo>
                    <a:pt x="468547" y="1376190"/>
                  </a:lnTo>
                  <a:lnTo>
                    <a:pt x="465934" y="1379228"/>
                  </a:lnTo>
                  <a:lnTo>
                    <a:pt x="463361" y="1382266"/>
                  </a:lnTo>
                  <a:lnTo>
                    <a:pt x="460827" y="1385304"/>
                  </a:lnTo>
                  <a:lnTo>
                    <a:pt x="458372" y="1388342"/>
                  </a:lnTo>
                  <a:lnTo>
                    <a:pt x="455960" y="1391380"/>
                  </a:lnTo>
                  <a:lnTo>
                    <a:pt x="453590" y="1394418"/>
                  </a:lnTo>
                  <a:lnTo>
                    <a:pt x="451298" y="1397456"/>
                  </a:lnTo>
                  <a:lnTo>
                    <a:pt x="449053" y="1400494"/>
                  </a:lnTo>
                  <a:lnTo>
                    <a:pt x="446852" y="1403532"/>
                  </a:lnTo>
                  <a:lnTo>
                    <a:pt x="444726" y="1406570"/>
                  </a:lnTo>
                  <a:lnTo>
                    <a:pt x="442652" y="1409608"/>
                  </a:lnTo>
                  <a:lnTo>
                    <a:pt x="440620" y="1412646"/>
                  </a:lnTo>
                  <a:lnTo>
                    <a:pt x="438661" y="1415683"/>
                  </a:lnTo>
                  <a:lnTo>
                    <a:pt x="436754" y="1418721"/>
                  </a:lnTo>
                  <a:lnTo>
                    <a:pt x="434889" y="1421759"/>
                  </a:lnTo>
                  <a:lnTo>
                    <a:pt x="433090" y="1424797"/>
                  </a:lnTo>
                  <a:lnTo>
                    <a:pt x="431344" y="1427835"/>
                  </a:lnTo>
                  <a:lnTo>
                    <a:pt x="429638" y="1430873"/>
                  </a:lnTo>
                  <a:lnTo>
                    <a:pt x="427991" y="1433911"/>
                  </a:lnTo>
                  <a:lnTo>
                    <a:pt x="426395" y="1436949"/>
                  </a:lnTo>
                  <a:lnTo>
                    <a:pt x="424836" y="1439987"/>
                  </a:lnTo>
                  <a:lnTo>
                    <a:pt x="423327" y="1443025"/>
                  </a:lnTo>
                  <a:lnTo>
                    <a:pt x="421868" y="1446063"/>
                  </a:lnTo>
                  <a:lnTo>
                    <a:pt x="420440" y="1449101"/>
                  </a:lnTo>
                  <a:lnTo>
                    <a:pt x="419054" y="1452139"/>
                  </a:lnTo>
                  <a:lnTo>
                    <a:pt x="417713" y="1455177"/>
                  </a:lnTo>
                  <a:lnTo>
                    <a:pt x="416399" y="1458215"/>
                  </a:lnTo>
                  <a:lnTo>
                    <a:pt x="415118" y="1461253"/>
                  </a:lnTo>
                  <a:lnTo>
                    <a:pt x="413875" y="1464291"/>
                  </a:lnTo>
                  <a:lnTo>
                    <a:pt x="412654" y="1467329"/>
                  </a:lnTo>
                  <a:lnTo>
                    <a:pt x="411458" y="1470367"/>
                  </a:lnTo>
                  <a:lnTo>
                    <a:pt x="410293" y="1473404"/>
                  </a:lnTo>
                  <a:lnTo>
                    <a:pt x="409144" y="1476442"/>
                  </a:lnTo>
                  <a:lnTo>
                    <a:pt x="408012" y="1479480"/>
                  </a:lnTo>
                  <a:lnTo>
                    <a:pt x="406903" y="1482518"/>
                  </a:lnTo>
                  <a:lnTo>
                    <a:pt x="405805" y="1485556"/>
                  </a:lnTo>
                  <a:lnTo>
                    <a:pt x="404717" y="1488594"/>
                  </a:lnTo>
                  <a:lnTo>
                    <a:pt x="403644" y="1491632"/>
                  </a:lnTo>
                  <a:lnTo>
                    <a:pt x="402575" y="1494670"/>
                  </a:lnTo>
                  <a:lnTo>
                    <a:pt x="401512" y="1497708"/>
                  </a:lnTo>
                  <a:lnTo>
                    <a:pt x="400454" y="1500746"/>
                  </a:lnTo>
                  <a:lnTo>
                    <a:pt x="399397" y="1503784"/>
                  </a:lnTo>
                  <a:lnTo>
                    <a:pt x="398340" y="1506822"/>
                  </a:lnTo>
                  <a:lnTo>
                    <a:pt x="397281" y="1509860"/>
                  </a:lnTo>
                  <a:lnTo>
                    <a:pt x="396218" y="1512898"/>
                  </a:lnTo>
                  <a:lnTo>
                    <a:pt x="395151" y="1515936"/>
                  </a:lnTo>
                  <a:lnTo>
                    <a:pt x="394077" y="1518974"/>
                  </a:lnTo>
                  <a:lnTo>
                    <a:pt x="392994" y="1522012"/>
                  </a:lnTo>
                  <a:lnTo>
                    <a:pt x="391906" y="1525050"/>
                  </a:lnTo>
                  <a:lnTo>
                    <a:pt x="390805" y="1528088"/>
                  </a:lnTo>
                  <a:lnTo>
                    <a:pt x="389693" y="1531126"/>
                  </a:lnTo>
                  <a:lnTo>
                    <a:pt x="388573" y="1534163"/>
                  </a:lnTo>
                  <a:lnTo>
                    <a:pt x="387438" y="1537201"/>
                  </a:lnTo>
                  <a:lnTo>
                    <a:pt x="386291" y="1540239"/>
                  </a:lnTo>
                  <a:lnTo>
                    <a:pt x="385134" y="1543277"/>
                  </a:lnTo>
                  <a:lnTo>
                    <a:pt x="383962" y="1546315"/>
                  </a:lnTo>
                  <a:lnTo>
                    <a:pt x="382776" y="1549353"/>
                  </a:lnTo>
                  <a:lnTo>
                    <a:pt x="381580" y="1552391"/>
                  </a:lnTo>
                  <a:close/>
                </a:path>
              </a:pathLst>
            </a:custGeom>
            <a:noFill/>
            <a:ln w="948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2988485" y="908083"/>
              <a:ext cx="526939" cy="2496864"/>
            </a:xfrm>
            <a:custGeom>
              <a:avLst/>
              <a:pathLst>
                <a:path w="526939" h="2496864">
                  <a:moveTo>
                    <a:pt x="227363" y="2496864"/>
                  </a:moveTo>
                  <a:lnTo>
                    <a:pt x="226153" y="2491978"/>
                  </a:lnTo>
                  <a:lnTo>
                    <a:pt x="224903" y="2487092"/>
                  </a:lnTo>
                  <a:lnTo>
                    <a:pt x="223609" y="2482206"/>
                  </a:lnTo>
                  <a:lnTo>
                    <a:pt x="222283" y="2477319"/>
                  </a:lnTo>
                  <a:lnTo>
                    <a:pt x="220919" y="2472433"/>
                  </a:lnTo>
                  <a:lnTo>
                    <a:pt x="219495" y="2467547"/>
                  </a:lnTo>
                  <a:lnTo>
                    <a:pt x="218031" y="2462661"/>
                  </a:lnTo>
                  <a:lnTo>
                    <a:pt x="216527" y="2457774"/>
                  </a:lnTo>
                  <a:lnTo>
                    <a:pt x="214955" y="2452888"/>
                  </a:lnTo>
                  <a:lnTo>
                    <a:pt x="213331" y="2448002"/>
                  </a:lnTo>
                  <a:lnTo>
                    <a:pt x="211659" y="2443116"/>
                  </a:lnTo>
                  <a:lnTo>
                    <a:pt x="209922" y="2438230"/>
                  </a:lnTo>
                  <a:lnTo>
                    <a:pt x="208113" y="2433343"/>
                  </a:lnTo>
                  <a:lnTo>
                    <a:pt x="206250" y="2428457"/>
                  </a:lnTo>
                  <a:lnTo>
                    <a:pt x="204327" y="2423571"/>
                  </a:lnTo>
                  <a:lnTo>
                    <a:pt x="202309" y="2418685"/>
                  </a:lnTo>
                  <a:lnTo>
                    <a:pt x="200231" y="2413798"/>
                  </a:lnTo>
                  <a:lnTo>
                    <a:pt x="198093" y="2408912"/>
                  </a:lnTo>
                  <a:lnTo>
                    <a:pt x="195855" y="2404026"/>
                  </a:lnTo>
                  <a:lnTo>
                    <a:pt x="193543" y="2399140"/>
                  </a:lnTo>
                  <a:lnTo>
                    <a:pt x="191166" y="2394253"/>
                  </a:lnTo>
                  <a:lnTo>
                    <a:pt x="188700" y="2389367"/>
                  </a:lnTo>
                  <a:lnTo>
                    <a:pt x="186139" y="2384481"/>
                  </a:lnTo>
                  <a:lnTo>
                    <a:pt x="183510" y="2379595"/>
                  </a:lnTo>
                  <a:lnTo>
                    <a:pt x="180808" y="2374708"/>
                  </a:lnTo>
                  <a:lnTo>
                    <a:pt x="177991" y="2369822"/>
                  </a:lnTo>
                  <a:lnTo>
                    <a:pt x="175106" y="2364936"/>
                  </a:lnTo>
                  <a:lnTo>
                    <a:pt x="172153" y="2360050"/>
                  </a:lnTo>
                  <a:lnTo>
                    <a:pt x="169094" y="2355164"/>
                  </a:lnTo>
                  <a:lnTo>
                    <a:pt x="165958" y="2350277"/>
                  </a:lnTo>
                  <a:lnTo>
                    <a:pt x="162756" y="2345391"/>
                  </a:lnTo>
                  <a:lnTo>
                    <a:pt x="159471" y="2340505"/>
                  </a:lnTo>
                  <a:lnTo>
                    <a:pt x="156099" y="2335619"/>
                  </a:lnTo>
                  <a:lnTo>
                    <a:pt x="152668" y="2330732"/>
                  </a:lnTo>
                  <a:lnTo>
                    <a:pt x="149176" y="2325846"/>
                  </a:lnTo>
                  <a:lnTo>
                    <a:pt x="145595" y="2320960"/>
                  </a:lnTo>
                  <a:lnTo>
                    <a:pt x="141964" y="2316074"/>
                  </a:lnTo>
                  <a:lnTo>
                    <a:pt x="138286" y="2311187"/>
                  </a:lnTo>
                  <a:lnTo>
                    <a:pt x="134542" y="2306301"/>
                  </a:lnTo>
                  <a:lnTo>
                    <a:pt x="130752" y="2301415"/>
                  </a:lnTo>
                  <a:lnTo>
                    <a:pt x="126928" y="2296529"/>
                  </a:lnTo>
                  <a:lnTo>
                    <a:pt x="123064" y="2291643"/>
                  </a:lnTo>
                  <a:lnTo>
                    <a:pt x="119166" y="2286756"/>
                  </a:lnTo>
                  <a:lnTo>
                    <a:pt x="115249" y="2281870"/>
                  </a:lnTo>
                  <a:lnTo>
                    <a:pt x="111315" y="2276984"/>
                  </a:lnTo>
                  <a:lnTo>
                    <a:pt x="107365" y="2272098"/>
                  </a:lnTo>
                  <a:lnTo>
                    <a:pt x="103415" y="2267211"/>
                  </a:lnTo>
                  <a:lnTo>
                    <a:pt x="99465" y="2262325"/>
                  </a:lnTo>
                  <a:lnTo>
                    <a:pt x="95526" y="2257439"/>
                  </a:lnTo>
                  <a:lnTo>
                    <a:pt x="91606" y="2252553"/>
                  </a:lnTo>
                  <a:lnTo>
                    <a:pt x="87704" y="2247666"/>
                  </a:lnTo>
                  <a:lnTo>
                    <a:pt x="83833" y="2242780"/>
                  </a:lnTo>
                  <a:lnTo>
                    <a:pt x="80008" y="2237894"/>
                  </a:lnTo>
                  <a:lnTo>
                    <a:pt x="76221" y="2233008"/>
                  </a:lnTo>
                  <a:lnTo>
                    <a:pt x="72473" y="2228122"/>
                  </a:lnTo>
                  <a:lnTo>
                    <a:pt x="68807" y="2223235"/>
                  </a:lnTo>
                  <a:lnTo>
                    <a:pt x="65195" y="2218349"/>
                  </a:lnTo>
                  <a:lnTo>
                    <a:pt x="61639" y="2213463"/>
                  </a:lnTo>
                  <a:lnTo>
                    <a:pt x="58175" y="2208577"/>
                  </a:lnTo>
                  <a:lnTo>
                    <a:pt x="54794" y="2203690"/>
                  </a:lnTo>
                  <a:lnTo>
                    <a:pt x="51483" y="2198804"/>
                  </a:lnTo>
                  <a:lnTo>
                    <a:pt x="48263" y="2193918"/>
                  </a:lnTo>
                  <a:lnTo>
                    <a:pt x="45160" y="2189032"/>
                  </a:lnTo>
                  <a:lnTo>
                    <a:pt x="42138" y="2184145"/>
                  </a:lnTo>
                  <a:lnTo>
                    <a:pt x="39199" y="2179259"/>
                  </a:lnTo>
                  <a:lnTo>
                    <a:pt x="36410" y="2174373"/>
                  </a:lnTo>
                  <a:lnTo>
                    <a:pt x="33710" y="2169487"/>
                  </a:lnTo>
                  <a:lnTo>
                    <a:pt x="31099" y="2164600"/>
                  </a:lnTo>
                  <a:lnTo>
                    <a:pt x="28624" y="2159714"/>
                  </a:lnTo>
                  <a:lnTo>
                    <a:pt x="26266" y="2154828"/>
                  </a:lnTo>
                  <a:lnTo>
                    <a:pt x="24000" y="2149942"/>
                  </a:lnTo>
                  <a:lnTo>
                    <a:pt x="21849" y="2145056"/>
                  </a:lnTo>
                  <a:lnTo>
                    <a:pt x="19840" y="2140169"/>
                  </a:lnTo>
                  <a:lnTo>
                    <a:pt x="17922" y="2135283"/>
                  </a:lnTo>
                  <a:lnTo>
                    <a:pt x="16098" y="2130397"/>
                  </a:lnTo>
                  <a:lnTo>
                    <a:pt x="14430" y="2125511"/>
                  </a:lnTo>
                  <a:lnTo>
                    <a:pt x="12854" y="2120624"/>
                  </a:lnTo>
                  <a:lnTo>
                    <a:pt x="12659" y="2119984"/>
                  </a:lnTo>
                  <a:lnTo>
                    <a:pt x="11366" y="2115738"/>
                  </a:lnTo>
                  <a:lnTo>
                    <a:pt x="10006" y="2110852"/>
                  </a:lnTo>
                  <a:lnTo>
                    <a:pt x="8753" y="2105966"/>
                  </a:lnTo>
                  <a:lnTo>
                    <a:pt x="7581" y="2101079"/>
                  </a:lnTo>
                  <a:lnTo>
                    <a:pt x="6508" y="2096193"/>
                  </a:lnTo>
                  <a:lnTo>
                    <a:pt x="5552" y="2091307"/>
                  </a:lnTo>
                  <a:lnTo>
                    <a:pt x="4671" y="2086421"/>
                  </a:lnTo>
                  <a:lnTo>
                    <a:pt x="3862" y="2081535"/>
                  </a:lnTo>
                  <a:lnTo>
                    <a:pt x="3171" y="2076648"/>
                  </a:lnTo>
                  <a:lnTo>
                    <a:pt x="2548" y="2071762"/>
                  </a:lnTo>
                  <a:lnTo>
                    <a:pt x="1989" y="2066876"/>
                  </a:lnTo>
                  <a:lnTo>
                    <a:pt x="1518" y="2061990"/>
                  </a:lnTo>
                  <a:lnTo>
                    <a:pt x="1121" y="2057103"/>
                  </a:lnTo>
                  <a:lnTo>
                    <a:pt x="779" y="2052217"/>
                  </a:lnTo>
                  <a:lnTo>
                    <a:pt x="501" y="2047331"/>
                  </a:lnTo>
                  <a:lnTo>
                    <a:pt x="299" y="2042445"/>
                  </a:lnTo>
                  <a:lnTo>
                    <a:pt x="144" y="2037558"/>
                  </a:lnTo>
                  <a:lnTo>
                    <a:pt x="36" y="2032672"/>
                  </a:lnTo>
                  <a:lnTo>
                    <a:pt x="0" y="2027786"/>
                  </a:lnTo>
                  <a:lnTo>
                    <a:pt x="6" y="2022900"/>
                  </a:lnTo>
                  <a:lnTo>
                    <a:pt x="52" y="2018014"/>
                  </a:lnTo>
                  <a:lnTo>
                    <a:pt x="152" y="2013127"/>
                  </a:lnTo>
                  <a:lnTo>
                    <a:pt x="300" y="2008241"/>
                  </a:lnTo>
                  <a:lnTo>
                    <a:pt x="482" y="2003355"/>
                  </a:lnTo>
                  <a:lnTo>
                    <a:pt x="705" y="1998469"/>
                  </a:lnTo>
                  <a:lnTo>
                    <a:pt x="979" y="1993582"/>
                  </a:lnTo>
                  <a:lnTo>
                    <a:pt x="1285" y="1988696"/>
                  </a:lnTo>
                  <a:lnTo>
                    <a:pt x="1624" y="1983810"/>
                  </a:lnTo>
                  <a:lnTo>
                    <a:pt x="2015" y="1978924"/>
                  </a:lnTo>
                  <a:lnTo>
                    <a:pt x="2440" y="1974037"/>
                  </a:lnTo>
                  <a:lnTo>
                    <a:pt x="2897" y="1969151"/>
                  </a:lnTo>
                  <a:lnTo>
                    <a:pt x="3398" y="1964265"/>
                  </a:lnTo>
                  <a:lnTo>
                    <a:pt x="3942" y="1959379"/>
                  </a:lnTo>
                  <a:lnTo>
                    <a:pt x="4519" y="1954492"/>
                  </a:lnTo>
                  <a:lnTo>
                    <a:pt x="5133" y="1949606"/>
                  </a:lnTo>
                  <a:lnTo>
                    <a:pt x="5800" y="1944720"/>
                  </a:lnTo>
                  <a:lnTo>
                    <a:pt x="6501" y="1939834"/>
                  </a:lnTo>
                  <a:lnTo>
                    <a:pt x="7237" y="1934948"/>
                  </a:lnTo>
                  <a:lnTo>
                    <a:pt x="8032" y="1930061"/>
                  </a:lnTo>
                  <a:lnTo>
                    <a:pt x="8867" y="1925175"/>
                  </a:lnTo>
                  <a:lnTo>
                    <a:pt x="9739" y="1920289"/>
                  </a:lnTo>
                  <a:lnTo>
                    <a:pt x="10663" y="1915403"/>
                  </a:lnTo>
                  <a:lnTo>
                    <a:pt x="11640" y="1910516"/>
                  </a:lnTo>
                  <a:lnTo>
                    <a:pt x="12657" y="1905630"/>
                  </a:lnTo>
                  <a:lnTo>
                    <a:pt x="13719" y="1900744"/>
                  </a:lnTo>
                  <a:lnTo>
                    <a:pt x="14846" y="1895858"/>
                  </a:lnTo>
                  <a:lnTo>
                    <a:pt x="16015" y="1890971"/>
                  </a:lnTo>
                  <a:lnTo>
                    <a:pt x="16964" y="1887139"/>
                  </a:lnTo>
                  <a:lnTo>
                    <a:pt x="17225" y="1886085"/>
                  </a:lnTo>
                  <a:lnTo>
                    <a:pt x="18504" y="1881199"/>
                  </a:lnTo>
                  <a:lnTo>
                    <a:pt x="19830" y="1876313"/>
                  </a:lnTo>
                  <a:lnTo>
                    <a:pt x="21198" y="1871427"/>
                  </a:lnTo>
                  <a:lnTo>
                    <a:pt x="22624" y="1866540"/>
                  </a:lnTo>
                  <a:lnTo>
                    <a:pt x="24108" y="1861654"/>
                  </a:lnTo>
                  <a:lnTo>
                    <a:pt x="25633" y="1856768"/>
                  </a:lnTo>
                  <a:lnTo>
                    <a:pt x="27206" y="1851882"/>
                  </a:lnTo>
                  <a:lnTo>
                    <a:pt x="28845" y="1846995"/>
                  </a:lnTo>
                  <a:lnTo>
                    <a:pt x="30524" y="1842109"/>
                  </a:lnTo>
                  <a:lnTo>
                    <a:pt x="32243" y="1837223"/>
                  </a:lnTo>
                  <a:lnTo>
                    <a:pt x="34024" y="1832337"/>
                  </a:lnTo>
                  <a:lnTo>
                    <a:pt x="35847" y="1827450"/>
                  </a:lnTo>
                  <a:lnTo>
                    <a:pt x="37707" y="1822564"/>
                  </a:lnTo>
                  <a:lnTo>
                    <a:pt x="39616" y="1817678"/>
                  </a:lnTo>
                  <a:lnTo>
                    <a:pt x="41571" y="1812792"/>
                  </a:lnTo>
                  <a:lnTo>
                    <a:pt x="43558" y="1807906"/>
                  </a:lnTo>
                  <a:lnTo>
                    <a:pt x="45580" y="1803019"/>
                  </a:lnTo>
                  <a:lnTo>
                    <a:pt x="47651" y="1798133"/>
                  </a:lnTo>
                  <a:lnTo>
                    <a:pt x="49748" y="1793247"/>
                  </a:lnTo>
                  <a:lnTo>
                    <a:pt x="51872" y="1788361"/>
                  </a:lnTo>
                  <a:lnTo>
                    <a:pt x="54035" y="1783474"/>
                  </a:lnTo>
                  <a:lnTo>
                    <a:pt x="56222" y="1778588"/>
                  </a:lnTo>
                  <a:lnTo>
                    <a:pt x="58431" y="1773702"/>
                  </a:lnTo>
                  <a:lnTo>
                    <a:pt x="60665" y="1768816"/>
                  </a:lnTo>
                  <a:lnTo>
                    <a:pt x="62922" y="1763929"/>
                  </a:lnTo>
                  <a:lnTo>
                    <a:pt x="65193" y="1759043"/>
                  </a:lnTo>
                  <a:lnTo>
                    <a:pt x="67479" y="1754157"/>
                  </a:lnTo>
                  <a:lnTo>
                    <a:pt x="69783" y="1749271"/>
                  </a:lnTo>
                  <a:lnTo>
                    <a:pt x="72095" y="1744384"/>
                  </a:lnTo>
                  <a:lnTo>
                    <a:pt x="74415" y="1739498"/>
                  </a:lnTo>
                  <a:lnTo>
                    <a:pt x="76743" y="1734612"/>
                  </a:lnTo>
                  <a:lnTo>
                    <a:pt x="79075" y="1729726"/>
                  </a:lnTo>
                  <a:lnTo>
                    <a:pt x="81408" y="1724840"/>
                  </a:lnTo>
                  <a:lnTo>
                    <a:pt x="83741" y="1719953"/>
                  </a:lnTo>
                  <a:lnTo>
                    <a:pt x="86071" y="1715067"/>
                  </a:lnTo>
                  <a:lnTo>
                    <a:pt x="88396" y="1710181"/>
                  </a:lnTo>
                  <a:lnTo>
                    <a:pt x="90716" y="1705295"/>
                  </a:lnTo>
                  <a:lnTo>
                    <a:pt x="93024" y="1700408"/>
                  </a:lnTo>
                  <a:lnTo>
                    <a:pt x="95323" y="1695522"/>
                  </a:lnTo>
                  <a:lnTo>
                    <a:pt x="97611" y="1690636"/>
                  </a:lnTo>
                  <a:lnTo>
                    <a:pt x="99881" y="1685750"/>
                  </a:lnTo>
                  <a:lnTo>
                    <a:pt x="102134" y="1680863"/>
                  </a:lnTo>
                  <a:lnTo>
                    <a:pt x="104373" y="1675977"/>
                  </a:lnTo>
                  <a:lnTo>
                    <a:pt x="106590" y="1671091"/>
                  </a:lnTo>
                  <a:lnTo>
                    <a:pt x="108781" y="1666205"/>
                  </a:lnTo>
                  <a:lnTo>
                    <a:pt x="110952" y="1661319"/>
                  </a:lnTo>
                  <a:lnTo>
                    <a:pt x="113103" y="1656432"/>
                  </a:lnTo>
                  <a:lnTo>
                    <a:pt x="114460" y="1653293"/>
                  </a:lnTo>
                  <a:lnTo>
                    <a:pt x="115216" y="1651546"/>
                  </a:lnTo>
                  <a:lnTo>
                    <a:pt x="117305" y="1646660"/>
                  </a:lnTo>
                  <a:lnTo>
                    <a:pt x="119370" y="1641774"/>
                  </a:lnTo>
                  <a:lnTo>
                    <a:pt x="121396" y="1636887"/>
                  </a:lnTo>
                  <a:lnTo>
                    <a:pt x="123388" y="1632001"/>
                  </a:lnTo>
                  <a:lnTo>
                    <a:pt x="125352" y="1627115"/>
                  </a:lnTo>
                  <a:lnTo>
                    <a:pt x="127280" y="1622229"/>
                  </a:lnTo>
                  <a:lnTo>
                    <a:pt x="129162" y="1617342"/>
                  </a:lnTo>
                  <a:lnTo>
                    <a:pt x="131012" y="1612456"/>
                  </a:lnTo>
                  <a:lnTo>
                    <a:pt x="132830" y="1607570"/>
                  </a:lnTo>
                  <a:lnTo>
                    <a:pt x="134590" y="1602684"/>
                  </a:lnTo>
                  <a:lnTo>
                    <a:pt x="136314" y="1597798"/>
                  </a:lnTo>
                  <a:lnTo>
                    <a:pt x="138004" y="1592911"/>
                  </a:lnTo>
                  <a:lnTo>
                    <a:pt x="139638" y="1588025"/>
                  </a:lnTo>
                  <a:lnTo>
                    <a:pt x="141226" y="1583139"/>
                  </a:lnTo>
                  <a:lnTo>
                    <a:pt x="142776" y="1578253"/>
                  </a:lnTo>
                  <a:lnTo>
                    <a:pt x="144278" y="1573366"/>
                  </a:lnTo>
                  <a:lnTo>
                    <a:pt x="145721" y="1568480"/>
                  </a:lnTo>
                  <a:lnTo>
                    <a:pt x="147123" y="1563594"/>
                  </a:lnTo>
                  <a:lnTo>
                    <a:pt x="148485" y="1558708"/>
                  </a:lnTo>
                  <a:lnTo>
                    <a:pt x="149775" y="1553821"/>
                  </a:lnTo>
                  <a:lnTo>
                    <a:pt x="151024" y="1548935"/>
                  </a:lnTo>
                  <a:lnTo>
                    <a:pt x="152231" y="1544049"/>
                  </a:lnTo>
                  <a:lnTo>
                    <a:pt x="153375" y="1539163"/>
                  </a:lnTo>
                  <a:lnTo>
                    <a:pt x="154467" y="1534276"/>
                  </a:lnTo>
                  <a:lnTo>
                    <a:pt x="155518" y="1529390"/>
                  </a:lnTo>
                  <a:lnTo>
                    <a:pt x="156516" y="1524504"/>
                  </a:lnTo>
                  <a:lnTo>
                    <a:pt x="157453" y="1519618"/>
                  </a:lnTo>
                  <a:lnTo>
                    <a:pt x="158348" y="1514732"/>
                  </a:lnTo>
                  <a:lnTo>
                    <a:pt x="159203" y="1509845"/>
                  </a:lnTo>
                  <a:lnTo>
                    <a:pt x="159989" y="1504959"/>
                  </a:lnTo>
                  <a:lnTo>
                    <a:pt x="160735" y="1500073"/>
                  </a:lnTo>
                  <a:lnTo>
                    <a:pt x="161444" y="1495187"/>
                  </a:lnTo>
                  <a:lnTo>
                    <a:pt x="162098" y="1490300"/>
                  </a:lnTo>
                  <a:lnTo>
                    <a:pt x="162708" y="1485414"/>
                  </a:lnTo>
                  <a:lnTo>
                    <a:pt x="163283" y="1480528"/>
                  </a:lnTo>
                  <a:lnTo>
                    <a:pt x="163818" y="1475642"/>
                  </a:lnTo>
                  <a:lnTo>
                    <a:pt x="164305" y="1470755"/>
                  </a:lnTo>
                  <a:lnTo>
                    <a:pt x="164764" y="1465869"/>
                  </a:lnTo>
                  <a:lnTo>
                    <a:pt x="165195" y="1460983"/>
                  </a:lnTo>
                  <a:lnTo>
                    <a:pt x="165583" y="1456097"/>
                  </a:lnTo>
                  <a:lnTo>
                    <a:pt x="165948" y="1451211"/>
                  </a:lnTo>
                  <a:lnTo>
                    <a:pt x="166291" y="1446324"/>
                  </a:lnTo>
                  <a:lnTo>
                    <a:pt x="166607" y="1441438"/>
                  </a:lnTo>
                  <a:lnTo>
                    <a:pt x="166904" y="1436552"/>
                  </a:lnTo>
                  <a:lnTo>
                    <a:pt x="167186" y="1431666"/>
                  </a:lnTo>
                  <a:lnTo>
                    <a:pt x="167455" y="1426779"/>
                  </a:lnTo>
                  <a:lnTo>
                    <a:pt x="167712" y="1421893"/>
                  </a:lnTo>
                  <a:lnTo>
                    <a:pt x="167964" y="1417007"/>
                  </a:lnTo>
                  <a:lnTo>
                    <a:pt x="168212" y="1412121"/>
                  </a:lnTo>
                  <a:lnTo>
                    <a:pt x="168459" y="1407234"/>
                  </a:lnTo>
                  <a:lnTo>
                    <a:pt x="168711" y="1402348"/>
                  </a:lnTo>
                  <a:lnTo>
                    <a:pt x="168968" y="1397462"/>
                  </a:lnTo>
                  <a:lnTo>
                    <a:pt x="169235" y="1392576"/>
                  </a:lnTo>
                  <a:lnTo>
                    <a:pt x="169518" y="1387690"/>
                  </a:lnTo>
                  <a:lnTo>
                    <a:pt x="169814" y="1382803"/>
                  </a:lnTo>
                  <a:lnTo>
                    <a:pt x="170127" y="1377917"/>
                  </a:lnTo>
                  <a:lnTo>
                    <a:pt x="170470" y="1373031"/>
                  </a:lnTo>
                  <a:lnTo>
                    <a:pt x="170833" y="1368145"/>
                  </a:lnTo>
                  <a:lnTo>
                    <a:pt x="171219" y="1363258"/>
                  </a:lnTo>
                  <a:lnTo>
                    <a:pt x="171645" y="1358372"/>
                  </a:lnTo>
                  <a:lnTo>
                    <a:pt x="172101" y="1353486"/>
                  </a:lnTo>
                  <a:lnTo>
                    <a:pt x="172585" y="1348600"/>
                  </a:lnTo>
                  <a:lnTo>
                    <a:pt x="173110" y="1343713"/>
                  </a:lnTo>
                  <a:lnTo>
                    <a:pt x="173678" y="1338827"/>
                  </a:lnTo>
                  <a:lnTo>
                    <a:pt x="174278" y="1333941"/>
                  </a:lnTo>
                  <a:lnTo>
                    <a:pt x="174916" y="1329055"/>
                  </a:lnTo>
                  <a:lnTo>
                    <a:pt x="175609" y="1324169"/>
                  </a:lnTo>
                  <a:lnTo>
                    <a:pt x="176336" y="1319282"/>
                  </a:lnTo>
                  <a:lnTo>
                    <a:pt x="177099" y="1314396"/>
                  </a:lnTo>
                  <a:lnTo>
                    <a:pt x="177920" y="1309510"/>
                  </a:lnTo>
                  <a:lnTo>
                    <a:pt x="178780" y="1304624"/>
                  </a:lnTo>
                  <a:lnTo>
                    <a:pt x="179674" y="1299737"/>
                  </a:lnTo>
                  <a:lnTo>
                    <a:pt x="180617" y="1294851"/>
                  </a:lnTo>
                  <a:lnTo>
                    <a:pt x="181606" y="1289965"/>
                  </a:lnTo>
                  <a:lnTo>
                    <a:pt x="182627" y="1285079"/>
                  </a:lnTo>
                  <a:lnTo>
                    <a:pt x="183686" y="1280192"/>
                  </a:lnTo>
                  <a:lnTo>
                    <a:pt x="184793" y="1275306"/>
                  </a:lnTo>
                  <a:lnTo>
                    <a:pt x="185930" y="1270420"/>
                  </a:lnTo>
                  <a:lnTo>
                    <a:pt x="187095" y="1265534"/>
                  </a:lnTo>
                  <a:lnTo>
                    <a:pt x="188302" y="1260647"/>
                  </a:lnTo>
                  <a:lnTo>
                    <a:pt x="189536" y="1255761"/>
                  </a:lnTo>
                  <a:lnTo>
                    <a:pt x="190793" y="1250875"/>
                  </a:lnTo>
                  <a:lnTo>
                    <a:pt x="192077" y="1245989"/>
                  </a:lnTo>
                  <a:lnTo>
                    <a:pt x="193386" y="1241103"/>
                  </a:lnTo>
                  <a:lnTo>
                    <a:pt x="194709" y="1236216"/>
                  </a:lnTo>
                  <a:lnTo>
                    <a:pt x="196049" y="1231330"/>
                  </a:lnTo>
                  <a:lnTo>
                    <a:pt x="197406" y="1226444"/>
                  </a:lnTo>
                  <a:lnTo>
                    <a:pt x="198771" y="1221558"/>
                  </a:lnTo>
                  <a:lnTo>
                    <a:pt x="200142" y="1216671"/>
                  </a:lnTo>
                  <a:lnTo>
                    <a:pt x="201520" y="1211785"/>
                  </a:lnTo>
                  <a:lnTo>
                    <a:pt x="202897" y="1206899"/>
                  </a:lnTo>
                  <a:lnTo>
                    <a:pt x="204273" y="1202013"/>
                  </a:lnTo>
                  <a:lnTo>
                    <a:pt x="205645" y="1197126"/>
                  </a:lnTo>
                  <a:lnTo>
                    <a:pt x="207007" y="1192240"/>
                  </a:lnTo>
                  <a:lnTo>
                    <a:pt x="208360" y="1187354"/>
                  </a:lnTo>
                  <a:lnTo>
                    <a:pt x="209702" y="1182468"/>
                  </a:lnTo>
                  <a:lnTo>
                    <a:pt x="211023" y="1177582"/>
                  </a:lnTo>
                  <a:lnTo>
                    <a:pt x="212327" y="1172695"/>
                  </a:lnTo>
                  <a:lnTo>
                    <a:pt x="213616" y="1167809"/>
                  </a:lnTo>
                  <a:lnTo>
                    <a:pt x="214874" y="1162923"/>
                  </a:lnTo>
                  <a:lnTo>
                    <a:pt x="216108" y="1158037"/>
                  </a:lnTo>
                  <a:lnTo>
                    <a:pt x="217320" y="1153150"/>
                  </a:lnTo>
                  <a:lnTo>
                    <a:pt x="218500" y="1148264"/>
                  </a:lnTo>
                  <a:lnTo>
                    <a:pt x="219645" y="1143378"/>
                  </a:lnTo>
                  <a:lnTo>
                    <a:pt x="220763" y="1138492"/>
                  </a:lnTo>
                  <a:lnTo>
                    <a:pt x="221852" y="1133605"/>
                  </a:lnTo>
                  <a:lnTo>
                    <a:pt x="222894" y="1128719"/>
                  </a:lnTo>
                  <a:lnTo>
                    <a:pt x="223906" y="1123833"/>
                  </a:lnTo>
                  <a:lnTo>
                    <a:pt x="224889" y="1118947"/>
                  </a:lnTo>
                  <a:lnTo>
                    <a:pt x="225824" y="1114061"/>
                  </a:lnTo>
                  <a:lnTo>
                    <a:pt x="226724" y="1109174"/>
                  </a:lnTo>
                  <a:lnTo>
                    <a:pt x="227592" y="1104288"/>
                  </a:lnTo>
                  <a:lnTo>
                    <a:pt x="228419" y="1099402"/>
                  </a:lnTo>
                  <a:lnTo>
                    <a:pt x="229202" y="1094516"/>
                  </a:lnTo>
                  <a:lnTo>
                    <a:pt x="229955" y="1089629"/>
                  </a:lnTo>
                  <a:lnTo>
                    <a:pt x="230674" y="1084743"/>
                  </a:lnTo>
                  <a:lnTo>
                    <a:pt x="231343" y="1079857"/>
                  </a:lnTo>
                  <a:lnTo>
                    <a:pt x="231982" y="1074971"/>
                  </a:lnTo>
                  <a:lnTo>
                    <a:pt x="232592" y="1070084"/>
                  </a:lnTo>
                  <a:lnTo>
                    <a:pt x="233158" y="1065198"/>
                  </a:lnTo>
                  <a:lnTo>
                    <a:pt x="233690" y="1060312"/>
                  </a:lnTo>
                  <a:lnTo>
                    <a:pt x="234196" y="1055426"/>
                  </a:lnTo>
                  <a:lnTo>
                    <a:pt x="234668" y="1050539"/>
                  </a:lnTo>
                  <a:lnTo>
                    <a:pt x="235103" y="1045653"/>
                  </a:lnTo>
                  <a:lnTo>
                    <a:pt x="235515" y="1040767"/>
                  </a:lnTo>
                  <a:lnTo>
                    <a:pt x="235902" y="1035881"/>
                  </a:lnTo>
                  <a:lnTo>
                    <a:pt x="236252" y="1030995"/>
                  </a:lnTo>
                  <a:lnTo>
                    <a:pt x="236582" y="1026108"/>
                  </a:lnTo>
                  <a:lnTo>
                    <a:pt x="236891" y="1021222"/>
                  </a:lnTo>
                  <a:lnTo>
                    <a:pt x="237173" y="1016336"/>
                  </a:lnTo>
                  <a:lnTo>
                    <a:pt x="237434" y="1011450"/>
                  </a:lnTo>
                  <a:lnTo>
                    <a:pt x="237679" y="1006563"/>
                  </a:lnTo>
                  <a:lnTo>
                    <a:pt x="237905" y="1001677"/>
                  </a:lnTo>
                  <a:lnTo>
                    <a:pt x="238111" y="996791"/>
                  </a:lnTo>
                  <a:lnTo>
                    <a:pt x="238305" y="991905"/>
                  </a:lnTo>
                  <a:lnTo>
                    <a:pt x="238488" y="987018"/>
                  </a:lnTo>
                  <a:lnTo>
                    <a:pt x="238654" y="982132"/>
                  </a:lnTo>
                  <a:lnTo>
                    <a:pt x="238811" y="977246"/>
                  </a:lnTo>
                  <a:lnTo>
                    <a:pt x="238961" y="972360"/>
                  </a:lnTo>
                  <a:lnTo>
                    <a:pt x="239101" y="967474"/>
                  </a:lnTo>
                  <a:lnTo>
                    <a:pt x="239236" y="962587"/>
                  </a:lnTo>
                  <a:lnTo>
                    <a:pt x="239366" y="957701"/>
                  </a:lnTo>
                  <a:lnTo>
                    <a:pt x="239492" y="952815"/>
                  </a:lnTo>
                  <a:lnTo>
                    <a:pt x="239615" y="947929"/>
                  </a:lnTo>
                  <a:lnTo>
                    <a:pt x="239737" y="943042"/>
                  </a:lnTo>
                  <a:lnTo>
                    <a:pt x="239859" y="938156"/>
                  </a:lnTo>
                  <a:lnTo>
                    <a:pt x="239983" y="933270"/>
                  </a:lnTo>
                  <a:lnTo>
                    <a:pt x="240108" y="928384"/>
                  </a:lnTo>
                  <a:lnTo>
                    <a:pt x="240236" y="923497"/>
                  </a:lnTo>
                  <a:lnTo>
                    <a:pt x="240368" y="918611"/>
                  </a:lnTo>
                  <a:lnTo>
                    <a:pt x="240506" y="913725"/>
                  </a:lnTo>
                  <a:lnTo>
                    <a:pt x="240648" y="908839"/>
                  </a:lnTo>
                  <a:lnTo>
                    <a:pt x="240796" y="903953"/>
                  </a:lnTo>
                  <a:lnTo>
                    <a:pt x="240954" y="899066"/>
                  </a:lnTo>
                  <a:lnTo>
                    <a:pt x="241117" y="894180"/>
                  </a:lnTo>
                  <a:lnTo>
                    <a:pt x="241287" y="889294"/>
                  </a:lnTo>
                  <a:lnTo>
                    <a:pt x="241470" y="884408"/>
                  </a:lnTo>
                  <a:lnTo>
                    <a:pt x="241660" y="879521"/>
                  </a:lnTo>
                  <a:lnTo>
                    <a:pt x="241858" y="874635"/>
                  </a:lnTo>
                  <a:lnTo>
                    <a:pt x="242068" y="869749"/>
                  </a:lnTo>
                  <a:lnTo>
                    <a:pt x="242289" y="864863"/>
                  </a:lnTo>
                  <a:lnTo>
                    <a:pt x="242518" y="859976"/>
                  </a:lnTo>
                  <a:lnTo>
                    <a:pt x="242757" y="855090"/>
                  </a:lnTo>
                  <a:lnTo>
                    <a:pt x="243010" y="850204"/>
                  </a:lnTo>
                  <a:lnTo>
                    <a:pt x="243271" y="845318"/>
                  </a:lnTo>
                  <a:lnTo>
                    <a:pt x="243541" y="840431"/>
                  </a:lnTo>
                  <a:lnTo>
                    <a:pt x="243825" y="835545"/>
                  </a:lnTo>
                  <a:lnTo>
                    <a:pt x="244118" y="830659"/>
                  </a:lnTo>
                  <a:lnTo>
                    <a:pt x="244419" y="825773"/>
                  </a:lnTo>
                  <a:lnTo>
                    <a:pt x="244731" y="820887"/>
                  </a:lnTo>
                  <a:lnTo>
                    <a:pt x="245053" y="816000"/>
                  </a:lnTo>
                  <a:lnTo>
                    <a:pt x="245383" y="811114"/>
                  </a:lnTo>
                  <a:lnTo>
                    <a:pt x="245722" y="806228"/>
                  </a:lnTo>
                  <a:lnTo>
                    <a:pt x="246070" y="801342"/>
                  </a:lnTo>
                  <a:lnTo>
                    <a:pt x="246425" y="796455"/>
                  </a:lnTo>
                  <a:lnTo>
                    <a:pt x="246786" y="791569"/>
                  </a:lnTo>
                  <a:lnTo>
                    <a:pt x="247156" y="786683"/>
                  </a:lnTo>
                  <a:lnTo>
                    <a:pt x="247531" y="781797"/>
                  </a:lnTo>
                  <a:lnTo>
                    <a:pt x="247911" y="776910"/>
                  </a:lnTo>
                  <a:lnTo>
                    <a:pt x="248297" y="772024"/>
                  </a:lnTo>
                  <a:lnTo>
                    <a:pt x="248687" y="767138"/>
                  </a:lnTo>
                  <a:lnTo>
                    <a:pt x="249079" y="762252"/>
                  </a:lnTo>
                  <a:lnTo>
                    <a:pt x="249475" y="757366"/>
                  </a:lnTo>
                  <a:lnTo>
                    <a:pt x="249874" y="752479"/>
                  </a:lnTo>
                  <a:lnTo>
                    <a:pt x="250274" y="747593"/>
                  </a:lnTo>
                  <a:lnTo>
                    <a:pt x="250674" y="742707"/>
                  </a:lnTo>
                  <a:lnTo>
                    <a:pt x="251075" y="737821"/>
                  </a:lnTo>
                  <a:lnTo>
                    <a:pt x="251475" y="732934"/>
                  </a:lnTo>
                  <a:lnTo>
                    <a:pt x="251875" y="728048"/>
                  </a:lnTo>
                  <a:lnTo>
                    <a:pt x="252272" y="723162"/>
                  </a:lnTo>
                  <a:lnTo>
                    <a:pt x="252667" y="718276"/>
                  </a:lnTo>
                  <a:lnTo>
                    <a:pt x="253059" y="713389"/>
                  </a:lnTo>
                  <a:lnTo>
                    <a:pt x="253448" y="708503"/>
                  </a:lnTo>
                  <a:lnTo>
                    <a:pt x="253831" y="703617"/>
                  </a:lnTo>
                  <a:lnTo>
                    <a:pt x="254210" y="698731"/>
                  </a:lnTo>
                  <a:lnTo>
                    <a:pt x="254584" y="693845"/>
                  </a:lnTo>
                  <a:lnTo>
                    <a:pt x="254951" y="688958"/>
                  </a:lnTo>
                  <a:lnTo>
                    <a:pt x="255312" y="684072"/>
                  </a:lnTo>
                  <a:lnTo>
                    <a:pt x="255668" y="679186"/>
                  </a:lnTo>
                  <a:lnTo>
                    <a:pt x="256015" y="674300"/>
                  </a:lnTo>
                  <a:lnTo>
                    <a:pt x="256354" y="669413"/>
                  </a:lnTo>
                  <a:lnTo>
                    <a:pt x="256687" y="664527"/>
                  </a:lnTo>
                  <a:lnTo>
                    <a:pt x="257011" y="659641"/>
                  </a:lnTo>
                  <a:lnTo>
                    <a:pt x="257325" y="654755"/>
                  </a:lnTo>
                  <a:lnTo>
                    <a:pt x="257631" y="649868"/>
                  </a:lnTo>
                  <a:lnTo>
                    <a:pt x="257930" y="644982"/>
                  </a:lnTo>
                  <a:lnTo>
                    <a:pt x="258217" y="640096"/>
                  </a:lnTo>
                  <a:lnTo>
                    <a:pt x="258496" y="635210"/>
                  </a:lnTo>
                  <a:lnTo>
                    <a:pt x="258767" y="630323"/>
                  </a:lnTo>
                  <a:lnTo>
                    <a:pt x="259027" y="625437"/>
                  </a:lnTo>
                  <a:lnTo>
                    <a:pt x="259276" y="620551"/>
                  </a:lnTo>
                  <a:lnTo>
                    <a:pt x="259518" y="615665"/>
                  </a:lnTo>
                  <a:lnTo>
                    <a:pt x="259751" y="610779"/>
                  </a:lnTo>
                  <a:lnTo>
                    <a:pt x="259971" y="605892"/>
                  </a:lnTo>
                  <a:lnTo>
                    <a:pt x="260184" y="601006"/>
                  </a:lnTo>
                  <a:lnTo>
                    <a:pt x="260389" y="596120"/>
                  </a:lnTo>
                  <a:lnTo>
                    <a:pt x="260582" y="591234"/>
                  </a:lnTo>
                  <a:lnTo>
                    <a:pt x="260766" y="586347"/>
                  </a:lnTo>
                  <a:lnTo>
                    <a:pt x="260944" y="581461"/>
                  </a:lnTo>
                  <a:lnTo>
                    <a:pt x="261112" y="576575"/>
                  </a:lnTo>
                  <a:lnTo>
                    <a:pt x="261270" y="571689"/>
                  </a:lnTo>
                  <a:lnTo>
                    <a:pt x="261421" y="566802"/>
                  </a:lnTo>
                  <a:lnTo>
                    <a:pt x="261565" y="561916"/>
                  </a:lnTo>
                  <a:lnTo>
                    <a:pt x="261698" y="557030"/>
                  </a:lnTo>
                  <a:lnTo>
                    <a:pt x="261826" y="552144"/>
                  </a:lnTo>
                  <a:lnTo>
                    <a:pt x="261947" y="547258"/>
                  </a:lnTo>
                  <a:lnTo>
                    <a:pt x="262059" y="542371"/>
                  </a:lnTo>
                  <a:lnTo>
                    <a:pt x="262164" y="537485"/>
                  </a:lnTo>
                  <a:lnTo>
                    <a:pt x="262264" y="532599"/>
                  </a:lnTo>
                  <a:lnTo>
                    <a:pt x="262357" y="527713"/>
                  </a:lnTo>
                  <a:lnTo>
                    <a:pt x="262443" y="522826"/>
                  </a:lnTo>
                  <a:lnTo>
                    <a:pt x="262525" y="517940"/>
                  </a:lnTo>
                  <a:lnTo>
                    <a:pt x="262601" y="513054"/>
                  </a:lnTo>
                  <a:lnTo>
                    <a:pt x="262670" y="508168"/>
                  </a:lnTo>
                  <a:lnTo>
                    <a:pt x="262736" y="503281"/>
                  </a:lnTo>
                  <a:lnTo>
                    <a:pt x="262797" y="498395"/>
                  </a:lnTo>
                  <a:lnTo>
                    <a:pt x="262852" y="493509"/>
                  </a:lnTo>
                  <a:lnTo>
                    <a:pt x="262903" y="488623"/>
                  </a:lnTo>
                  <a:lnTo>
                    <a:pt x="262951" y="483737"/>
                  </a:lnTo>
                  <a:lnTo>
                    <a:pt x="262994" y="478850"/>
                  </a:lnTo>
                  <a:lnTo>
                    <a:pt x="263033" y="473964"/>
                  </a:lnTo>
                  <a:lnTo>
                    <a:pt x="263069" y="469078"/>
                  </a:lnTo>
                  <a:lnTo>
                    <a:pt x="263103" y="464192"/>
                  </a:lnTo>
                  <a:lnTo>
                    <a:pt x="263132" y="459305"/>
                  </a:lnTo>
                  <a:lnTo>
                    <a:pt x="263158" y="454419"/>
                  </a:lnTo>
                  <a:lnTo>
                    <a:pt x="263182" y="449533"/>
                  </a:lnTo>
                  <a:lnTo>
                    <a:pt x="263202" y="444647"/>
                  </a:lnTo>
                  <a:lnTo>
                    <a:pt x="263220" y="439760"/>
                  </a:lnTo>
                  <a:lnTo>
                    <a:pt x="263236" y="434874"/>
                  </a:lnTo>
                  <a:lnTo>
                    <a:pt x="263249" y="429988"/>
                  </a:lnTo>
                  <a:lnTo>
                    <a:pt x="263260" y="425102"/>
                  </a:lnTo>
                  <a:lnTo>
                    <a:pt x="263268" y="420215"/>
                  </a:lnTo>
                  <a:lnTo>
                    <a:pt x="263275" y="415329"/>
                  </a:lnTo>
                  <a:lnTo>
                    <a:pt x="263279" y="410443"/>
                  </a:lnTo>
                  <a:lnTo>
                    <a:pt x="263281" y="405557"/>
                  </a:lnTo>
                  <a:lnTo>
                    <a:pt x="263281" y="400671"/>
                  </a:lnTo>
                  <a:lnTo>
                    <a:pt x="263278" y="395784"/>
                  </a:lnTo>
                  <a:lnTo>
                    <a:pt x="263274" y="390898"/>
                  </a:lnTo>
                  <a:lnTo>
                    <a:pt x="263267" y="386012"/>
                  </a:lnTo>
                  <a:lnTo>
                    <a:pt x="263258" y="381126"/>
                  </a:lnTo>
                  <a:lnTo>
                    <a:pt x="263247" y="376239"/>
                  </a:lnTo>
                  <a:lnTo>
                    <a:pt x="263234" y="371353"/>
                  </a:lnTo>
                  <a:lnTo>
                    <a:pt x="263219" y="366467"/>
                  </a:lnTo>
                  <a:lnTo>
                    <a:pt x="263200" y="361581"/>
                  </a:lnTo>
                  <a:lnTo>
                    <a:pt x="263180" y="356694"/>
                  </a:lnTo>
                  <a:lnTo>
                    <a:pt x="263157" y="351808"/>
                  </a:lnTo>
                  <a:lnTo>
                    <a:pt x="263131" y="346922"/>
                  </a:lnTo>
                  <a:lnTo>
                    <a:pt x="263102" y="342036"/>
                  </a:lnTo>
                  <a:lnTo>
                    <a:pt x="263071" y="337150"/>
                  </a:lnTo>
                  <a:lnTo>
                    <a:pt x="263037" y="332263"/>
                  </a:lnTo>
                  <a:lnTo>
                    <a:pt x="262998" y="327377"/>
                  </a:lnTo>
                  <a:lnTo>
                    <a:pt x="262958" y="322491"/>
                  </a:lnTo>
                  <a:lnTo>
                    <a:pt x="262914" y="317605"/>
                  </a:lnTo>
                  <a:lnTo>
                    <a:pt x="262865" y="312718"/>
                  </a:lnTo>
                  <a:lnTo>
                    <a:pt x="262813" y="307832"/>
                  </a:lnTo>
                  <a:lnTo>
                    <a:pt x="262758" y="302946"/>
                  </a:lnTo>
                  <a:lnTo>
                    <a:pt x="262698" y="298060"/>
                  </a:lnTo>
                  <a:lnTo>
                    <a:pt x="262633" y="293173"/>
                  </a:lnTo>
                  <a:lnTo>
                    <a:pt x="262565" y="288287"/>
                  </a:lnTo>
                  <a:lnTo>
                    <a:pt x="262493" y="283401"/>
                  </a:lnTo>
                  <a:lnTo>
                    <a:pt x="262415" y="278515"/>
                  </a:lnTo>
                  <a:lnTo>
                    <a:pt x="262332" y="273629"/>
                  </a:lnTo>
                  <a:lnTo>
                    <a:pt x="262246" y="268742"/>
                  </a:lnTo>
                  <a:lnTo>
                    <a:pt x="262153" y="263856"/>
                  </a:lnTo>
                  <a:lnTo>
                    <a:pt x="262055" y="258970"/>
                  </a:lnTo>
                  <a:lnTo>
                    <a:pt x="261953" y="254084"/>
                  </a:lnTo>
                  <a:lnTo>
                    <a:pt x="261844" y="249197"/>
                  </a:lnTo>
                  <a:lnTo>
                    <a:pt x="261730" y="244311"/>
                  </a:lnTo>
                  <a:lnTo>
                    <a:pt x="261611" y="239425"/>
                  </a:lnTo>
                  <a:lnTo>
                    <a:pt x="261486" y="234539"/>
                  </a:lnTo>
                  <a:lnTo>
                    <a:pt x="261355" y="229652"/>
                  </a:lnTo>
                  <a:lnTo>
                    <a:pt x="261219" y="224766"/>
                  </a:lnTo>
                  <a:lnTo>
                    <a:pt x="261079" y="219880"/>
                  </a:lnTo>
                  <a:lnTo>
                    <a:pt x="260930" y="214994"/>
                  </a:lnTo>
                  <a:lnTo>
                    <a:pt x="260778" y="210107"/>
                  </a:lnTo>
                  <a:lnTo>
                    <a:pt x="260620" y="205221"/>
                  </a:lnTo>
                  <a:lnTo>
                    <a:pt x="260457" y="200335"/>
                  </a:lnTo>
                  <a:lnTo>
                    <a:pt x="260288" y="195449"/>
                  </a:lnTo>
                  <a:lnTo>
                    <a:pt x="260115" y="190563"/>
                  </a:lnTo>
                  <a:lnTo>
                    <a:pt x="259938" y="185676"/>
                  </a:lnTo>
                  <a:lnTo>
                    <a:pt x="259755" y="180790"/>
                  </a:lnTo>
                  <a:lnTo>
                    <a:pt x="259568" y="175904"/>
                  </a:lnTo>
                  <a:lnTo>
                    <a:pt x="259378" y="171018"/>
                  </a:lnTo>
                  <a:lnTo>
                    <a:pt x="259184" y="166131"/>
                  </a:lnTo>
                  <a:lnTo>
                    <a:pt x="258987" y="161245"/>
                  </a:lnTo>
                  <a:lnTo>
                    <a:pt x="258787" y="156359"/>
                  </a:lnTo>
                  <a:lnTo>
                    <a:pt x="258585" y="151473"/>
                  </a:lnTo>
                  <a:lnTo>
                    <a:pt x="258380" y="146586"/>
                  </a:lnTo>
                  <a:lnTo>
                    <a:pt x="258175" y="141700"/>
                  </a:lnTo>
                  <a:lnTo>
                    <a:pt x="257968" y="136814"/>
                  </a:lnTo>
                  <a:lnTo>
                    <a:pt x="257761" y="131928"/>
                  </a:lnTo>
                  <a:lnTo>
                    <a:pt x="257554" y="127042"/>
                  </a:lnTo>
                  <a:lnTo>
                    <a:pt x="257348" y="122155"/>
                  </a:lnTo>
                  <a:lnTo>
                    <a:pt x="257144" y="117269"/>
                  </a:lnTo>
                  <a:lnTo>
                    <a:pt x="256941" y="112383"/>
                  </a:lnTo>
                  <a:lnTo>
                    <a:pt x="256740" y="107497"/>
                  </a:lnTo>
                  <a:lnTo>
                    <a:pt x="256543" y="102610"/>
                  </a:lnTo>
                  <a:lnTo>
                    <a:pt x="256350" y="97724"/>
                  </a:lnTo>
                  <a:lnTo>
                    <a:pt x="256161" y="92838"/>
                  </a:lnTo>
                  <a:lnTo>
                    <a:pt x="255977" y="87952"/>
                  </a:lnTo>
                  <a:lnTo>
                    <a:pt x="255799" y="83065"/>
                  </a:lnTo>
                  <a:lnTo>
                    <a:pt x="255628" y="78179"/>
                  </a:lnTo>
                  <a:lnTo>
                    <a:pt x="255461" y="73293"/>
                  </a:lnTo>
                  <a:lnTo>
                    <a:pt x="255305" y="68407"/>
                  </a:lnTo>
                  <a:lnTo>
                    <a:pt x="255156" y="63521"/>
                  </a:lnTo>
                  <a:lnTo>
                    <a:pt x="255014" y="58634"/>
                  </a:lnTo>
                  <a:lnTo>
                    <a:pt x="254883" y="53748"/>
                  </a:lnTo>
                  <a:lnTo>
                    <a:pt x="254762" y="48862"/>
                  </a:lnTo>
                  <a:lnTo>
                    <a:pt x="254650" y="43976"/>
                  </a:lnTo>
                  <a:lnTo>
                    <a:pt x="254547" y="39089"/>
                  </a:lnTo>
                  <a:lnTo>
                    <a:pt x="254459" y="34203"/>
                  </a:lnTo>
                  <a:lnTo>
                    <a:pt x="254380" y="29317"/>
                  </a:lnTo>
                  <a:lnTo>
                    <a:pt x="254310" y="24431"/>
                  </a:lnTo>
                  <a:lnTo>
                    <a:pt x="254256" y="19544"/>
                  </a:lnTo>
                  <a:lnTo>
                    <a:pt x="254214" y="14658"/>
                  </a:lnTo>
                  <a:lnTo>
                    <a:pt x="254181" y="9772"/>
                  </a:lnTo>
                  <a:lnTo>
                    <a:pt x="254162" y="4886"/>
                  </a:lnTo>
                  <a:lnTo>
                    <a:pt x="254157" y="0"/>
                  </a:lnTo>
                  <a:lnTo>
                    <a:pt x="272781" y="0"/>
                  </a:lnTo>
                  <a:lnTo>
                    <a:pt x="272776" y="4886"/>
                  </a:lnTo>
                  <a:lnTo>
                    <a:pt x="272758" y="9772"/>
                  </a:lnTo>
                  <a:lnTo>
                    <a:pt x="272725" y="14658"/>
                  </a:lnTo>
                  <a:lnTo>
                    <a:pt x="272682" y="19544"/>
                  </a:lnTo>
                  <a:lnTo>
                    <a:pt x="272629" y="24431"/>
                  </a:lnTo>
                  <a:lnTo>
                    <a:pt x="272559" y="29317"/>
                  </a:lnTo>
                  <a:lnTo>
                    <a:pt x="272480" y="34203"/>
                  </a:lnTo>
                  <a:lnTo>
                    <a:pt x="272392" y="39089"/>
                  </a:lnTo>
                  <a:lnTo>
                    <a:pt x="272289" y="43976"/>
                  </a:lnTo>
                  <a:lnTo>
                    <a:pt x="272177" y="48862"/>
                  </a:lnTo>
                  <a:lnTo>
                    <a:pt x="272056" y="53748"/>
                  </a:lnTo>
                  <a:lnTo>
                    <a:pt x="271924" y="58634"/>
                  </a:lnTo>
                  <a:lnTo>
                    <a:pt x="271782" y="63521"/>
                  </a:lnTo>
                  <a:lnTo>
                    <a:pt x="271634" y="68407"/>
                  </a:lnTo>
                  <a:lnTo>
                    <a:pt x="271477" y="73293"/>
                  </a:lnTo>
                  <a:lnTo>
                    <a:pt x="271311" y="78179"/>
                  </a:lnTo>
                  <a:lnTo>
                    <a:pt x="271139" y="83065"/>
                  </a:lnTo>
                  <a:lnTo>
                    <a:pt x="270962" y="87952"/>
                  </a:lnTo>
                  <a:lnTo>
                    <a:pt x="270777" y="92838"/>
                  </a:lnTo>
                  <a:lnTo>
                    <a:pt x="270588" y="97724"/>
                  </a:lnTo>
                  <a:lnTo>
                    <a:pt x="270395" y="102610"/>
                  </a:lnTo>
                  <a:lnTo>
                    <a:pt x="270198" y="107497"/>
                  </a:lnTo>
                  <a:lnTo>
                    <a:pt x="269998" y="112383"/>
                  </a:lnTo>
                  <a:lnTo>
                    <a:pt x="269795" y="117269"/>
                  </a:lnTo>
                  <a:lnTo>
                    <a:pt x="269591" y="122155"/>
                  </a:lnTo>
                  <a:lnTo>
                    <a:pt x="269384" y="127042"/>
                  </a:lnTo>
                  <a:lnTo>
                    <a:pt x="269177" y="131928"/>
                  </a:lnTo>
                  <a:lnTo>
                    <a:pt x="268970" y="136814"/>
                  </a:lnTo>
                  <a:lnTo>
                    <a:pt x="268764" y="141700"/>
                  </a:lnTo>
                  <a:lnTo>
                    <a:pt x="268558" y="146586"/>
                  </a:lnTo>
                  <a:lnTo>
                    <a:pt x="268354" y="151473"/>
                  </a:lnTo>
                  <a:lnTo>
                    <a:pt x="268152" y="156359"/>
                  </a:lnTo>
                  <a:lnTo>
                    <a:pt x="267952" y="161245"/>
                  </a:lnTo>
                  <a:lnTo>
                    <a:pt x="267755" y="166131"/>
                  </a:lnTo>
                  <a:lnTo>
                    <a:pt x="267560" y="171018"/>
                  </a:lnTo>
                  <a:lnTo>
                    <a:pt x="267370" y="175904"/>
                  </a:lnTo>
                  <a:lnTo>
                    <a:pt x="267184" y="180790"/>
                  </a:lnTo>
                  <a:lnTo>
                    <a:pt x="267001" y="185676"/>
                  </a:lnTo>
                  <a:lnTo>
                    <a:pt x="266823" y="190563"/>
                  </a:lnTo>
                  <a:lnTo>
                    <a:pt x="266650" y="195449"/>
                  </a:lnTo>
                  <a:lnTo>
                    <a:pt x="266482" y="200335"/>
                  </a:lnTo>
                  <a:lnTo>
                    <a:pt x="266318" y="205221"/>
                  </a:lnTo>
                  <a:lnTo>
                    <a:pt x="266161" y="210107"/>
                  </a:lnTo>
                  <a:lnTo>
                    <a:pt x="266008" y="214994"/>
                  </a:lnTo>
                  <a:lnTo>
                    <a:pt x="265860" y="219880"/>
                  </a:lnTo>
                  <a:lnTo>
                    <a:pt x="265719" y="224766"/>
                  </a:lnTo>
                  <a:lnTo>
                    <a:pt x="265583" y="229652"/>
                  </a:lnTo>
                  <a:lnTo>
                    <a:pt x="265452" y="234539"/>
                  </a:lnTo>
                  <a:lnTo>
                    <a:pt x="265328" y="239425"/>
                  </a:lnTo>
                  <a:lnTo>
                    <a:pt x="265209" y="244311"/>
                  </a:lnTo>
                  <a:lnTo>
                    <a:pt x="265095" y="249197"/>
                  </a:lnTo>
                  <a:lnTo>
                    <a:pt x="264986" y="254084"/>
                  </a:lnTo>
                  <a:lnTo>
                    <a:pt x="264884" y="258970"/>
                  </a:lnTo>
                  <a:lnTo>
                    <a:pt x="264786" y="263856"/>
                  </a:lnTo>
                  <a:lnTo>
                    <a:pt x="264693" y="268742"/>
                  </a:lnTo>
                  <a:lnTo>
                    <a:pt x="264606" y="273629"/>
                  </a:lnTo>
                  <a:lnTo>
                    <a:pt x="264524" y="278515"/>
                  </a:lnTo>
                  <a:lnTo>
                    <a:pt x="264446" y="283401"/>
                  </a:lnTo>
                  <a:lnTo>
                    <a:pt x="264373" y="288287"/>
                  </a:lnTo>
                  <a:lnTo>
                    <a:pt x="264305" y="293173"/>
                  </a:lnTo>
                  <a:lnTo>
                    <a:pt x="264241" y="298060"/>
                  </a:lnTo>
                  <a:lnTo>
                    <a:pt x="264181" y="302946"/>
                  </a:lnTo>
                  <a:lnTo>
                    <a:pt x="264126" y="307832"/>
                  </a:lnTo>
                  <a:lnTo>
                    <a:pt x="264074" y="312718"/>
                  </a:lnTo>
                  <a:lnTo>
                    <a:pt x="264025" y="317605"/>
                  </a:lnTo>
                  <a:lnTo>
                    <a:pt x="263981" y="322491"/>
                  </a:lnTo>
                  <a:lnTo>
                    <a:pt x="263940" y="327377"/>
                  </a:lnTo>
                  <a:lnTo>
                    <a:pt x="263902" y="332263"/>
                  </a:lnTo>
                  <a:lnTo>
                    <a:pt x="263868" y="337150"/>
                  </a:lnTo>
                  <a:lnTo>
                    <a:pt x="263836" y="342036"/>
                  </a:lnTo>
                  <a:lnTo>
                    <a:pt x="263808" y="346922"/>
                  </a:lnTo>
                  <a:lnTo>
                    <a:pt x="263782" y="351808"/>
                  </a:lnTo>
                  <a:lnTo>
                    <a:pt x="263759" y="356694"/>
                  </a:lnTo>
                  <a:lnTo>
                    <a:pt x="263738" y="361581"/>
                  </a:lnTo>
                  <a:lnTo>
                    <a:pt x="263720" y="366467"/>
                  </a:lnTo>
                  <a:lnTo>
                    <a:pt x="263705" y="371353"/>
                  </a:lnTo>
                  <a:lnTo>
                    <a:pt x="263691" y="376239"/>
                  </a:lnTo>
                  <a:lnTo>
                    <a:pt x="263680" y="381126"/>
                  </a:lnTo>
                  <a:lnTo>
                    <a:pt x="263671" y="386012"/>
                  </a:lnTo>
                  <a:lnTo>
                    <a:pt x="263665" y="390898"/>
                  </a:lnTo>
                  <a:lnTo>
                    <a:pt x="263660" y="395784"/>
                  </a:lnTo>
                  <a:lnTo>
                    <a:pt x="263658" y="400671"/>
                  </a:lnTo>
                  <a:lnTo>
                    <a:pt x="263658" y="405557"/>
                  </a:lnTo>
                  <a:lnTo>
                    <a:pt x="263660" y="410443"/>
                  </a:lnTo>
                  <a:lnTo>
                    <a:pt x="263663" y="415329"/>
                  </a:lnTo>
                  <a:lnTo>
                    <a:pt x="263670" y="420215"/>
                  </a:lnTo>
                  <a:lnTo>
                    <a:pt x="263679" y="425102"/>
                  </a:lnTo>
                  <a:lnTo>
                    <a:pt x="263689" y="429988"/>
                  </a:lnTo>
                  <a:lnTo>
                    <a:pt x="263702" y="434874"/>
                  </a:lnTo>
                  <a:lnTo>
                    <a:pt x="263718" y="439760"/>
                  </a:lnTo>
                  <a:lnTo>
                    <a:pt x="263736" y="444647"/>
                  </a:lnTo>
                  <a:lnTo>
                    <a:pt x="263757" y="449533"/>
                  </a:lnTo>
                  <a:lnTo>
                    <a:pt x="263781" y="454419"/>
                  </a:lnTo>
                  <a:lnTo>
                    <a:pt x="263807" y="459305"/>
                  </a:lnTo>
                  <a:lnTo>
                    <a:pt x="263836" y="464192"/>
                  </a:lnTo>
                  <a:lnTo>
                    <a:pt x="263869" y="469078"/>
                  </a:lnTo>
                  <a:lnTo>
                    <a:pt x="263905" y="473964"/>
                  </a:lnTo>
                  <a:lnTo>
                    <a:pt x="263944" y="478850"/>
                  </a:lnTo>
                  <a:lnTo>
                    <a:pt x="263988" y="483737"/>
                  </a:lnTo>
                  <a:lnTo>
                    <a:pt x="264036" y="488623"/>
                  </a:lnTo>
                  <a:lnTo>
                    <a:pt x="264087" y="493509"/>
                  </a:lnTo>
                  <a:lnTo>
                    <a:pt x="264142" y="498395"/>
                  </a:lnTo>
                  <a:lnTo>
                    <a:pt x="264203" y="503281"/>
                  </a:lnTo>
                  <a:lnTo>
                    <a:pt x="264268" y="508168"/>
                  </a:lnTo>
                  <a:lnTo>
                    <a:pt x="264337" y="513054"/>
                  </a:lnTo>
                  <a:lnTo>
                    <a:pt x="264414" y="517940"/>
                  </a:lnTo>
                  <a:lnTo>
                    <a:pt x="264495" y="522826"/>
                  </a:lnTo>
                  <a:lnTo>
                    <a:pt x="264581" y="527713"/>
                  </a:lnTo>
                  <a:lnTo>
                    <a:pt x="264674" y="532599"/>
                  </a:lnTo>
                  <a:lnTo>
                    <a:pt x="264774" y="537485"/>
                  </a:lnTo>
                  <a:lnTo>
                    <a:pt x="264880" y="542371"/>
                  </a:lnTo>
                  <a:lnTo>
                    <a:pt x="264992" y="547258"/>
                  </a:lnTo>
                  <a:lnTo>
                    <a:pt x="265113" y="552144"/>
                  </a:lnTo>
                  <a:lnTo>
                    <a:pt x="265240" y="557030"/>
                  </a:lnTo>
                  <a:lnTo>
                    <a:pt x="265374" y="561916"/>
                  </a:lnTo>
                  <a:lnTo>
                    <a:pt x="265518" y="566802"/>
                  </a:lnTo>
                  <a:lnTo>
                    <a:pt x="265669" y="571689"/>
                  </a:lnTo>
                  <a:lnTo>
                    <a:pt x="265827" y="576575"/>
                  </a:lnTo>
                  <a:lnTo>
                    <a:pt x="265995" y="581461"/>
                  </a:lnTo>
                  <a:lnTo>
                    <a:pt x="266172" y="586347"/>
                  </a:lnTo>
                  <a:lnTo>
                    <a:pt x="266357" y="591234"/>
                  </a:lnTo>
                  <a:lnTo>
                    <a:pt x="266550" y="596120"/>
                  </a:lnTo>
                  <a:lnTo>
                    <a:pt x="266755" y="601006"/>
                  </a:lnTo>
                  <a:lnTo>
                    <a:pt x="266968" y="605892"/>
                  </a:lnTo>
                  <a:lnTo>
                    <a:pt x="267188" y="610779"/>
                  </a:lnTo>
                  <a:lnTo>
                    <a:pt x="267421" y="615665"/>
                  </a:lnTo>
                  <a:lnTo>
                    <a:pt x="267663" y="620551"/>
                  </a:lnTo>
                  <a:lnTo>
                    <a:pt x="267912" y="625437"/>
                  </a:lnTo>
                  <a:lnTo>
                    <a:pt x="268172" y="630323"/>
                  </a:lnTo>
                  <a:lnTo>
                    <a:pt x="268443" y="635210"/>
                  </a:lnTo>
                  <a:lnTo>
                    <a:pt x="268721" y="640096"/>
                  </a:lnTo>
                  <a:lnTo>
                    <a:pt x="269008" y="644982"/>
                  </a:lnTo>
                  <a:lnTo>
                    <a:pt x="269307" y="649868"/>
                  </a:lnTo>
                  <a:lnTo>
                    <a:pt x="269614" y="654755"/>
                  </a:lnTo>
                  <a:lnTo>
                    <a:pt x="269927" y="659641"/>
                  </a:lnTo>
                  <a:lnTo>
                    <a:pt x="270252" y="664527"/>
                  </a:lnTo>
                  <a:lnTo>
                    <a:pt x="270584" y="669413"/>
                  </a:lnTo>
                  <a:lnTo>
                    <a:pt x="270923" y="674300"/>
                  </a:lnTo>
                  <a:lnTo>
                    <a:pt x="271271" y="679186"/>
                  </a:lnTo>
                  <a:lnTo>
                    <a:pt x="271626" y="684072"/>
                  </a:lnTo>
                  <a:lnTo>
                    <a:pt x="271987" y="688958"/>
                  </a:lnTo>
                  <a:lnTo>
                    <a:pt x="272354" y="693845"/>
                  </a:lnTo>
                  <a:lnTo>
                    <a:pt x="272729" y="698731"/>
                  </a:lnTo>
                  <a:lnTo>
                    <a:pt x="273108" y="703617"/>
                  </a:lnTo>
                  <a:lnTo>
                    <a:pt x="273491" y="708503"/>
                  </a:lnTo>
                  <a:lnTo>
                    <a:pt x="273880" y="713389"/>
                  </a:lnTo>
                  <a:lnTo>
                    <a:pt x="274272" y="718276"/>
                  </a:lnTo>
                  <a:lnTo>
                    <a:pt x="274666" y="723162"/>
                  </a:lnTo>
                  <a:lnTo>
                    <a:pt x="275064" y="728048"/>
                  </a:lnTo>
                  <a:lnTo>
                    <a:pt x="275463" y="732934"/>
                  </a:lnTo>
                  <a:lnTo>
                    <a:pt x="275863" y="737821"/>
                  </a:lnTo>
                  <a:lnTo>
                    <a:pt x="276264" y="742707"/>
                  </a:lnTo>
                  <a:lnTo>
                    <a:pt x="276665" y="747593"/>
                  </a:lnTo>
                  <a:lnTo>
                    <a:pt x="277065" y="752479"/>
                  </a:lnTo>
                  <a:lnTo>
                    <a:pt x="277463" y="757366"/>
                  </a:lnTo>
                  <a:lnTo>
                    <a:pt x="277859" y="762252"/>
                  </a:lnTo>
                  <a:lnTo>
                    <a:pt x="278252" y="767138"/>
                  </a:lnTo>
                  <a:lnTo>
                    <a:pt x="278642" y="772024"/>
                  </a:lnTo>
                  <a:lnTo>
                    <a:pt x="279027" y="776910"/>
                  </a:lnTo>
                  <a:lnTo>
                    <a:pt x="279407" y="781797"/>
                  </a:lnTo>
                  <a:lnTo>
                    <a:pt x="279782" y="786683"/>
                  </a:lnTo>
                  <a:lnTo>
                    <a:pt x="280153" y="791569"/>
                  </a:lnTo>
                  <a:lnTo>
                    <a:pt x="280513" y="796455"/>
                  </a:lnTo>
                  <a:lnTo>
                    <a:pt x="280868" y="801342"/>
                  </a:lnTo>
                  <a:lnTo>
                    <a:pt x="281217" y="806228"/>
                  </a:lnTo>
                  <a:lnTo>
                    <a:pt x="281555" y="811114"/>
                  </a:lnTo>
                  <a:lnTo>
                    <a:pt x="281885" y="816000"/>
                  </a:lnTo>
                  <a:lnTo>
                    <a:pt x="282207" y="820887"/>
                  </a:lnTo>
                  <a:lnTo>
                    <a:pt x="282520" y="825773"/>
                  </a:lnTo>
                  <a:lnTo>
                    <a:pt x="282821" y="830659"/>
                  </a:lnTo>
                  <a:lnTo>
                    <a:pt x="283114" y="835545"/>
                  </a:lnTo>
                  <a:lnTo>
                    <a:pt x="283398" y="840431"/>
                  </a:lnTo>
                  <a:lnTo>
                    <a:pt x="283667" y="845318"/>
                  </a:lnTo>
                  <a:lnTo>
                    <a:pt x="283929" y="850204"/>
                  </a:lnTo>
                  <a:lnTo>
                    <a:pt x="284181" y="855090"/>
                  </a:lnTo>
                  <a:lnTo>
                    <a:pt x="284421" y="859976"/>
                  </a:lnTo>
                  <a:lnTo>
                    <a:pt x="284650" y="864863"/>
                  </a:lnTo>
                  <a:lnTo>
                    <a:pt x="284870" y="869749"/>
                  </a:lnTo>
                  <a:lnTo>
                    <a:pt x="285080" y="874635"/>
                  </a:lnTo>
                  <a:lnTo>
                    <a:pt x="285278" y="879521"/>
                  </a:lnTo>
                  <a:lnTo>
                    <a:pt x="285469" y="884408"/>
                  </a:lnTo>
                  <a:lnTo>
                    <a:pt x="285651" y="889294"/>
                  </a:lnTo>
                  <a:lnTo>
                    <a:pt x="285821" y="894180"/>
                  </a:lnTo>
                  <a:lnTo>
                    <a:pt x="285985" y="899066"/>
                  </a:lnTo>
                  <a:lnTo>
                    <a:pt x="286142" y="903953"/>
                  </a:lnTo>
                  <a:lnTo>
                    <a:pt x="286291" y="908839"/>
                  </a:lnTo>
                  <a:lnTo>
                    <a:pt x="286433" y="913725"/>
                  </a:lnTo>
                  <a:lnTo>
                    <a:pt x="286570" y="918611"/>
                  </a:lnTo>
                  <a:lnTo>
                    <a:pt x="286703" y="923497"/>
                  </a:lnTo>
                  <a:lnTo>
                    <a:pt x="286830" y="928384"/>
                  </a:lnTo>
                  <a:lnTo>
                    <a:pt x="286956" y="933270"/>
                  </a:lnTo>
                  <a:lnTo>
                    <a:pt x="287079" y="938156"/>
                  </a:lnTo>
                  <a:lnTo>
                    <a:pt x="287201" y="943042"/>
                  </a:lnTo>
                  <a:lnTo>
                    <a:pt x="287324" y="947929"/>
                  </a:lnTo>
                  <a:lnTo>
                    <a:pt x="287447" y="952815"/>
                  </a:lnTo>
                  <a:lnTo>
                    <a:pt x="287573" y="957701"/>
                  </a:lnTo>
                  <a:lnTo>
                    <a:pt x="287703" y="962587"/>
                  </a:lnTo>
                  <a:lnTo>
                    <a:pt x="287837" y="967474"/>
                  </a:lnTo>
                  <a:lnTo>
                    <a:pt x="287977" y="972360"/>
                  </a:lnTo>
                  <a:lnTo>
                    <a:pt x="288127" y="977246"/>
                  </a:lnTo>
                  <a:lnTo>
                    <a:pt x="288285" y="982132"/>
                  </a:lnTo>
                  <a:lnTo>
                    <a:pt x="288451" y="987018"/>
                  </a:lnTo>
                  <a:lnTo>
                    <a:pt x="288633" y="991905"/>
                  </a:lnTo>
                  <a:lnTo>
                    <a:pt x="288828" y="996791"/>
                  </a:lnTo>
                  <a:lnTo>
                    <a:pt x="289034" y="1001677"/>
                  </a:lnTo>
                  <a:lnTo>
                    <a:pt x="289260" y="1006563"/>
                  </a:lnTo>
                  <a:lnTo>
                    <a:pt x="289505" y="1011450"/>
                  </a:lnTo>
                  <a:lnTo>
                    <a:pt x="289766" y="1016336"/>
                  </a:lnTo>
                  <a:lnTo>
                    <a:pt x="290047" y="1021222"/>
                  </a:lnTo>
                  <a:lnTo>
                    <a:pt x="290357" y="1026108"/>
                  </a:lnTo>
                  <a:lnTo>
                    <a:pt x="290687" y="1030995"/>
                  </a:lnTo>
                  <a:lnTo>
                    <a:pt x="291037" y="1035881"/>
                  </a:lnTo>
                  <a:lnTo>
                    <a:pt x="291424" y="1040767"/>
                  </a:lnTo>
                  <a:lnTo>
                    <a:pt x="291835" y="1045653"/>
                  </a:lnTo>
                  <a:lnTo>
                    <a:pt x="292271" y="1050539"/>
                  </a:lnTo>
                  <a:lnTo>
                    <a:pt x="292742" y="1055426"/>
                  </a:lnTo>
                  <a:lnTo>
                    <a:pt x="293248" y="1060312"/>
                  </a:lnTo>
                  <a:lnTo>
                    <a:pt x="293781" y="1065198"/>
                  </a:lnTo>
                  <a:lnTo>
                    <a:pt x="294346" y="1070084"/>
                  </a:lnTo>
                  <a:lnTo>
                    <a:pt x="294956" y="1074971"/>
                  </a:lnTo>
                  <a:lnTo>
                    <a:pt x="295595" y="1079857"/>
                  </a:lnTo>
                  <a:lnTo>
                    <a:pt x="296264" y="1084743"/>
                  </a:lnTo>
                  <a:lnTo>
                    <a:pt x="296984" y="1089629"/>
                  </a:lnTo>
                  <a:lnTo>
                    <a:pt x="297736" y="1094516"/>
                  </a:lnTo>
                  <a:lnTo>
                    <a:pt x="298519" y="1099402"/>
                  </a:lnTo>
                  <a:lnTo>
                    <a:pt x="299347" y="1104288"/>
                  </a:lnTo>
                  <a:lnTo>
                    <a:pt x="300215" y="1109174"/>
                  </a:lnTo>
                  <a:lnTo>
                    <a:pt x="301114" y="1114061"/>
                  </a:lnTo>
                  <a:lnTo>
                    <a:pt x="302049" y="1118947"/>
                  </a:lnTo>
                  <a:lnTo>
                    <a:pt x="303032" y="1123833"/>
                  </a:lnTo>
                  <a:lnTo>
                    <a:pt x="304045" y="1128719"/>
                  </a:lnTo>
                  <a:lnTo>
                    <a:pt x="305086" y="1133605"/>
                  </a:lnTo>
                  <a:lnTo>
                    <a:pt x="306175" y="1138492"/>
                  </a:lnTo>
                  <a:lnTo>
                    <a:pt x="307294" y="1143378"/>
                  </a:lnTo>
                  <a:lnTo>
                    <a:pt x="308438" y="1148264"/>
                  </a:lnTo>
                  <a:lnTo>
                    <a:pt x="309619" y="1153150"/>
                  </a:lnTo>
                  <a:lnTo>
                    <a:pt x="310831" y="1158037"/>
                  </a:lnTo>
                  <a:lnTo>
                    <a:pt x="312064" y="1162923"/>
                  </a:lnTo>
                  <a:lnTo>
                    <a:pt x="313323" y="1167809"/>
                  </a:lnTo>
                  <a:lnTo>
                    <a:pt x="314611" y="1172695"/>
                  </a:lnTo>
                  <a:lnTo>
                    <a:pt x="315916" y="1177582"/>
                  </a:lnTo>
                  <a:lnTo>
                    <a:pt x="317236" y="1182468"/>
                  </a:lnTo>
                  <a:lnTo>
                    <a:pt x="318579" y="1187354"/>
                  </a:lnTo>
                  <a:lnTo>
                    <a:pt x="319932" y="1192240"/>
                  </a:lnTo>
                  <a:lnTo>
                    <a:pt x="321294" y="1197126"/>
                  </a:lnTo>
                  <a:lnTo>
                    <a:pt x="322666" y="1202013"/>
                  </a:lnTo>
                  <a:lnTo>
                    <a:pt x="324042" y="1206899"/>
                  </a:lnTo>
                  <a:lnTo>
                    <a:pt x="325419" y="1211785"/>
                  </a:lnTo>
                  <a:lnTo>
                    <a:pt x="326796" y="1216671"/>
                  </a:lnTo>
                  <a:lnTo>
                    <a:pt x="328168" y="1221558"/>
                  </a:lnTo>
                  <a:lnTo>
                    <a:pt x="329532" y="1226444"/>
                  </a:lnTo>
                  <a:lnTo>
                    <a:pt x="330889" y="1231330"/>
                  </a:lnTo>
                  <a:lnTo>
                    <a:pt x="332229" y="1236216"/>
                  </a:lnTo>
                  <a:lnTo>
                    <a:pt x="333553" y="1241103"/>
                  </a:lnTo>
                  <a:lnTo>
                    <a:pt x="334861" y="1245989"/>
                  </a:lnTo>
                  <a:lnTo>
                    <a:pt x="336146" y="1250875"/>
                  </a:lnTo>
                  <a:lnTo>
                    <a:pt x="337402" y="1255761"/>
                  </a:lnTo>
                  <a:lnTo>
                    <a:pt x="338636" y="1260647"/>
                  </a:lnTo>
                  <a:lnTo>
                    <a:pt x="339844" y="1265534"/>
                  </a:lnTo>
                  <a:lnTo>
                    <a:pt x="341009" y="1270420"/>
                  </a:lnTo>
                  <a:lnTo>
                    <a:pt x="342145" y="1275306"/>
                  </a:lnTo>
                  <a:lnTo>
                    <a:pt x="343253" y="1280192"/>
                  </a:lnTo>
                  <a:lnTo>
                    <a:pt x="344311" y="1285079"/>
                  </a:lnTo>
                  <a:lnTo>
                    <a:pt x="345333" y="1289965"/>
                  </a:lnTo>
                  <a:lnTo>
                    <a:pt x="346322" y="1294851"/>
                  </a:lnTo>
                  <a:lnTo>
                    <a:pt x="347264" y="1299737"/>
                  </a:lnTo>
                  <a:lnTo>
                    <a:pt x="348159" y="1304624"/>
                  </a:lnTo>
                  <a:lnTo>
                    <a:pt x="349019" y="1309510"/>
                  </a:lnTo>
                  <a:lnTo>
                    <a:pt x="349840" y="1314396"/>
                  </a:lnTo>
                  <a:lnTo>
                    <a:pt x="350602" y="1319282"/>
                  </a:lnTo>
                  <a:lnTo>
                    <a:pt x="351330" y="1324169"/>
                  </a:lnTo>
                  <a:lnTo>
                    <a:pt x="352023" y="1329055"/>
                  </a:lnTo>
                  <a:lnTo>
                    <a:pt x="352661" y="1333941"/>
                  </a:lnTo>
                  <a:lnTo>
                    <a:pt x="353261" y="1338827"/>
                  </a:lnTo>
                  <a:lnTo>
                    <a:pt x="353829" y="1343713"/>
                  </a:lnTo>
                  <a:lnTo>
                    <a:pt x="354354" y="1348600"/>
                  </a:lnTo>
                  <a:lnTo>
                    <a:pt x="354838" y="1353486"/>
                  </a:lnTo>
                  <a:lnTo>
                    <a:pt x="355294" y="1358372"/>
                  </a:lnTo>
                  <a:lnTo>
                    <a:pt x="355720" y="1363258"/>
                  </a:lnTo>
                  <a:lnTo>
                    <a:pt x="356105" y="1368145"/>
                  </a:lnTo>
                  <a:lnTo>
                    <a:pt x="356469" y="1373031"/>
                  </a:lnTo>
                  <a:lnTo>
                    <a:pt x="356811" y="1377917"/>
                  </a:lnTo>
                  <a:lnTo>
                    <a:pt x="357125" y="1382803"/>
                  </a:lnTo>
                  <a:lnTo>
                    <a:pt x="357421" y="1387690"/>
                  </a:lnTo>
                  <a:lnTo>
                    <a:pt x="357703" y="1392576"/>
                  </a:lnTo>
                  <a:lnTo>
                    <a:pt x="357971" y="1397462"/>
                  </a:lnTo>
                  <a:lnTo>
                    <a:pt x="358227" y="1402348"/>
                  </a:lnTo>
                  <a:lnTo>
                    <a:pt x="358479" y="1407234"/>
                  </a:lnTo>
                  <a:lnTo>
                    <a:pt x="358727" y="1412121"/>
                  </a:lnTo>
                  <a:lnTo>
                    <a:pt x="358975" y="1417007"/>
                  </a:lnTo>
                  <a:lnTo>
                    <a:pt x="359227" y="1421893"/>
                  </a:lnTo>
                  <a:lnTo>
                    <a:pt x="359483" y="1426779"/>
                  </a:lnTo>
                  <a:lnTo>
                    <a:pt x="359752" y="1431666"/>
                  </a:lnTo>
                  <a:lnTo>
                    <a:pt x="360035" y="1436552"/>
                  </a:lnTo>
                  <a:lnTo>
                    <a:pt x="360331" y="1441438"/>
                  </a:lnTo>
                  <a:lnTo>
                    <a:pt x="360647" y="1446324"/>
                  </a:lnTo>
                  <a:lnTo>
                    <a:pt x="360991" y="1451211"/>
                  </a:lnTo>
                  <a:lnTo>
                    <a:pt x="361355" y="1456097"/>
                  </a:lnTo>
                  <a:lnTo>
                    <a:pt x="361743" y="1460983"/>
                  </a:lnTo>
                  <a:lnTo>
                    <a:pt x="362174" y="1465869"/>
                  </a:lnTo>
                  <a:lnTo>
                    <a:pt x="362633" y="1470755"/>
                  </a:lnTo>
                  <a:lnTo>
                    <a:pt x="363121" y="1475642"/>
                  </a:lnTo>
                  <a:lnTo>
                    <a:pt x="363656" y="1480528"/>
                  </a:lnTo>
                  <a:lnTo>
                    <a:pt x="364231" y="1485414"/>
                  </a:lnTo>
                  <a:lnTo>
                    <a:pt x="364840" y="1490300"/>
                  </a:lnTo>
                  <a:lnTo>
                    <a:pt x="365494" y="1495187"/>
                  </a:lnTo>
                  <a:lnTo>
                    <a:pt x="366203" y="1500073"/>
                  </a:lnTo>
                  <a:lnTo>
                    <a:pt x="366950" y="1504959"/>
                  </a:lnTo>
                  <a:lnTo>
                    <a:pt x="367736" y="1509845"/>
                  </a:lnTo>
                  <a:lnTo>
                    <a:pt x="368591" y="1514732"/>
                  </a:lnTo>
                  <a:lnTo>
                    <a:pt x="369486" y="1519618"/>
                  </a:lnTo>
                  <a:lnTo>
                    <a:pt x="370422" y="1524504"/>
                  </a:lnTo>
                  <a:lnTo>
                    <a:pt x="371421" y="1529390"/>
                  </a:lnTo>
                  <a:lnTo>
                    <a:pt x="372471" y="1534276"/>
                  </a:lnTo>
                  <a:lnTo>
                    <a:pt x="373563" y="1539163"/>
                  </a:lnTo>
                  <a:lnTo>
                    <a:pt x="374708" y="1544049"/>
                  </a:lnTo>
                  <a:lnTo>
                    <a:pt x="375915" y="1548935"/>
                  </a:lnTo>
                  <a:lnTo>
                    <a:pt x="377164" y="1553821"/>
                  </a:lnTo>
                  <a:lnTo>
                    <a:pt x="378454" y="1558708"/>
                  </a:lnTo>
                  <a:lnTo>
                    <a:pt x="379816" y="1563594"/>
                  </a:lnTo>
                  <a:lnTo>
                    <a:pt x="381218" y="1568480"/>
                  </a:lnTo>
                  <a:lnTo>
                    <a:pt x="382661" y="1573366"/>
                  </a:lnTo>
                  <a:lnTo>
                    <a:pt x="384162" y="1578253"/>
                  </a:lnTo>
                  <a:lnTo>
                    <a:pt x="385712" y="1583139"/>
                  </a:lnTo>
                  <a:lnTo>
                    <a:pt x="387300" y="1588025"/>
                  </a:lnTo>
                  <a:lnTo>
                    <a:pt x="388935" y="1592911"/>
                  </a:lnTo>
                  <a:lnTo>
                    <a:pt x="390624" y="1597798"/>
                  </a:lnTo>
                  <a:lnTo>
                    <a:pt x="392349" y="1602684"/>
                  </a:lnTo>
                  <a:lnTo>
                    <a:pt x="394108" y="1607570"/>
                  </a:lnTo>
                  <a:lnTo>
                    <a:pt x="395926" y="1612456"/>
                  </a:lnTo>
                  <a:lnTo>
                    <a:pt x="397777" y="1617342"/>
                  </a:lnTo>
                  <a:lnTo>
                    <a:pt x="399659" y="1622229"/>
                  </a:lnTo>
                  <a:lnTo>
                    <a:pt x="401586" y="1627115"/>
                  </a:lnTo>
                  <a:lnTo>
                    <a:pt x="403551" y="1632001"/>
                  </a:lnTo>
                  <a:lnTo>
                    <a:pt x="405543" y="1636887"/>
                  </a:lnTo>
                  <a:lnTo>
                    <a:pt x="407569" y="1641774"/>
                  </a:lnTo>
                  <a:lnTo>
                    <a:pt x="409634" y="1646660"/>
                  </a:lnTo>
                  <a:lnTo>
                    <a:pt x="411723" y="1651546"/>
                  </a:lnTo>
                  <a:lnTo>
                    <a:pt x="412478" y="1653293"/>
                  </a:lnTo>
                  <a:lnTo>
                    <a:pt x="413836" y="1656432"/>
                  </a:lnTo>
                  <a:lnTo>
                    <a:pt x="415986" y="1661319"/>
                  </a:lnTo>
                  <a:lnTo>
                    <a:pt x="418158" y="1666205"/>
                  </a:lnTo>
                  <a:lnTo>
                    <a:pt x="420349" y="1671091"/>
                  </a:lnTo>
                  <a:lnTo>
                    <a:pt x="422566" y="1675977"/>
                  </a:lnTo>
                  <a:lnTo>
                    <a:pt x="424804" y="1680863"/>
                  </a:lnTo>
                  <a:lnTo>
                    <a:pt x="427057" y="1685750"/>
                  </a:lnTo>
                  <a:lnTo>
                    <a:pt x="429327" y="1690636"/>
                  </a:lnTo>
                  <a:lnTo>
                    <a:pt x="431616" y="1695522"/>
                  </a:lnTo>
                  <a:lnTo>
                    <a:pt x="433914" y="1700408"/>
                  </a:lnTo>
                  <a:lnTo>
                    <a:pt x="436222" y="1705295"/>
                  </a:lnTo>
                  <a:lnTo>
                    <a:pt x="438542" y="1710181"/>
                  </a:lnTo>
                  <a:lnTo>
                    <a:pt x="440868" y="1715067"/>
                  </a:lnTo>
                  <a:lnTo>
                    <a:pt x="443198" y="1719953"/>
                  </a:lnTo>
                  <a:lnTo>
                    <a:pt x="445531" y="1724840"/>
                  </a:lnTo>
                  <a:lnTo>
                    <a:pt x="447864" y="1729726"/>
                  </a:lnTo>
                  <a:lnTo>
                    <a:pt x="450195" y="1734612"/>
                  </a:lnTo>
                  <a:lnTo>
                    <a:pt x="452523" y="1739498"/>
                  </a:lnTo>
                  <a:lnTo>
                    <a:pt x="454843" y="1744384"/>
                  </a:lnTo>
                  <a:lnTo>
                    <a:pt x="457156" y="1749271"/>
                  </a:lnTo>
                  <a:lnTo>
                    <a:pt x="459460" y="1754157"/>
                  </a:lnTo>
                  <a:lnTo>
                    <a:pt x="461746" y="1759043"/>
                  </a:lnTo>
                  <a:lnTo>
                    <a:pt x="464017" y="1763929"/>
                  </a:lnTo>
                  <a:lnTo>
                    <a:pt x="466274" y="1768816"/>
                  </a:lnTo>
                  <a:lnTo>
                    <a:pt x="468508" y="1773702"/>
                  </a:lnTo>
                  <a:lnTo>
                    <a:pt x="470716" y="1778588"/>
                  </a:lnTo>
                  <a:lnTo>
                    <a:pt x="472904" y="1783474"/>
                  </a:lnTo>
                  <a:lnTo>
                    <a:pt x="475067" y="1788361"/>
                  </a:lnTo>
                  <a:lnTo>
                    <a:pt x="477191" y="1793247"/>
                  </a:lnTo>
                  <a:lnTo>
                    <a:pt x="479288" y="1798133"/>
                  </a:lnTo>
                  <a:lnTo>
                    <a:pt x="481358" y="1803019"/>
                  </a:lnTo>
                  <a:lnTo>
                    <a:pt x="483380" y="1807906"/>
                  </a:lnTo>
                  <a:lnTo>
                    <a:pt x="485368" y="1812792"/>
                  </a:lnTo>
                  <a:lnTo>
                    <a:pt x="487323" y="1817678"/>
                  </a:lnTo>
                  <a:lnTo>
                    <a:pt x="489231" y="1822564"/>
                  </a:lnTo>
                  <a:lnTo>
                    <a:pt x="491091" y="1827450"/>
                  </a:lnTo>
                  <a:lnTo>
                    <a:pt x="492915" y="1832337"/>
                  </a:lnTo>
                  <a:lnTo>
                    <a:pt x="494696" y="1837223"/>
                  </a:lnTo>
                  <a:lnTo>
                    <a:pt x="496415" y="1842109"/>
                  </a:lnTo>
                  <a:lnTo>
                    <a:pt x="498094" y="1846995"/>
                  </a:lnTo>
                  <a:lnTo>
                    <a:pt x="499733" y="1851882"/>
                  </a:lnTo>
                  <a:lnTo>
                    <a:pt x="501305" y="1856768"/>
                  </a:lnTo>
                  <a:lnTo>
                    <a:pt x="502831" y="1861654"/>
                  </a:lnTo>
                  <a:lnTo>
                    <a:pt x="504315" y="1866540"/>
                  </a:lnTo>
                  <a:lnTo>
                    <a:pt x="505741" y="1871427"/>
                  </a:lnTo>
                  <a:lnTo>
                    <a:pt x="507109" y="1876313"/>
                  </a:lnTo>
                  <a:lnTo>
                    <a:pt x="508435" y="1881199"/>
                  </a:lnTo>
                  <a:lnTo>
                    <a:pt x="509713" y="1886085"/>
                  </a:lnTo>
                  <a:lnTo>
                    <a:pt x="509974" y="1887139"/>
                  </a:lnTo>
                  <a:lnTo>
                    <a:pt x="510923" y="1890971"/>
                  </a:lnTo>
                  <a:lnTo>
                    <a:pt x="512092" y="1895858"/>
                  </a:lnTo>
                  <a:lnTo>
                    <a:pt x="513220" y="1900744"/>
                  </a:lnTo>
                  <a:lnTo>
                    <a:pt x="514282" y="1905630"/>
                  </a:lnTo>
                  <a:lnTo>
                    <a:pt x="515298" y="1910516"/>
                  </a:lnTo>
                  <a:lnTo>
                    <a:pt x="516275" y="1915403"/>
                  </a:lnTo>
                  <a:lnTo>
                    <a:pt x="517200" y="1920289"/>
                  </a:lnTo>
                  <a:lnTo>
                    <a:pt x="518072" y="1925175"/>
                  </a:lnTo>
                  <a:lnTo>
                    <a:pt x="518907" y="1930061"/>
                  </a:lnTo>
                  <a:lnTo>
                    <a:pt x="519701" y="1934948"/>
                  </a:lnTo>
                  <a:lnTo>
                    <a:pt x="520437" y="1939834"/>
                  </a:lnTo>
                  <a:lnTo>
                    <a:pt x="521139" y="1944720"/>
                  </a:lnTo>
                  <a:lnTo>
                    <a:pt x="521806" y="1949606"/>
                  </a:lnTo>
                  <a:lnTo>
                    <a:pt x="522420" y="1954492"/>
                  </a:lnTo>
                  <a:lnTo>
                    <a:pt x="522996" y="1959379"/>
                  </a:lnTo>
                  <a:lnTo>
                    <a:pt x="523540" y="1964265"/>
                  </a:lnTo>
                  <a:lnTo>
                    <a:pt x="524041" y="1969151"/>
                  </a:lnTo>
                  <a:lnTo>
                    <a:pt x="524498" y="1974037"/>
                  </a:lnTo>
                  <a:lnTo>
                    <a:pt x="524923" y="1978924"/>
                  </a:lnTo>
                  <a:lnTo>
                    <a:pt x="525315" y="1983810"/>
                  </a:lnTo>
                  <a:lnTo>
                    <a:pt x="525653" y="1988696"/>
                  </a:lnTo>
                  <a:lnTo>
                    <a:pt x="525960" y="1993582"/>
                  </a:lnTo>
                  <a:lnTo>
                    <a:pt x="526234" y="1998469"/>
                  </a:lnTo>
                  <a:lnTo>
                    <a:pt x="526457" y="2003355"/>
                  </a:lnTo>
                  <a:lnTo>
                    <a:pt x="526639" y="2008241"/>
                  </a:lnTo>
                  <a:lnTo>
                    <a:pt x="526786" y="2013127"/>
                  </a:lnTo>
                  <a:lnTo>
                    <a:pt x="526887" y="2018014"/>
                  </a:lnTo>
                  <a:lnTo>
                    <a:pt x="526933" y="2022900"/>
                  </a:lnTo>
                  <a:lnTo>
                    <a:pt x="526939" y="2027786"/>
                  </a:lnTo>
                  <a:lnTo>
                    <a:pt x="526903" y="2032672"/>
                  </a:lnTo>
                  <a:lnTo>
                    <a:pt x="526794" y="2037558"/>
                  </a:lnTo>
                  <a:lnTo>
                    <a:pt x="526639" y="2042445"/>
                  </a:lnTo>
                  <a:lnTo>
                    <a:pt x="526438" y="2047331"/>
                  </a:lnTo>
                  <a:lnTo>
                    <a:pt x="526159" y="2052217"/>
                  </a:lnTo>
                  <a:lnTo>
                    <a:pt x="525818" y="2057103"/>
                  </a:lnTo>
                  <a:lnTo>
                    <a:pt x="525421" y="2061990"/>
                  </a:lnTo>
                  <a:lnTo>
                    <a:pt x="524950" y="2066876"/>
                  </a:lnTo>
                  <a:lnTo>
                    <a:pt x="524391" y="2071762"/>
                  </a:lnTo>
                  <a:lnTo>
                    <a:pt x="523767" y="2076648"/>
                  </a:lnTo>
                  <a:lnTo>
                    <a:pt x="523077" y="2081535"/>
                  </a:lnTo>
                  <a:lnTo>
                    <a:pt x="522268" y="2086421"/>
                  </a:lnTo>
                  <a:lnTo>
                    <a:pt x="521386" y="2091307"/>
                  </a:lnTo>
                  <a:lnTo>
                    <a:pt x="520431" y="2096193"/>
                  </a:lnTo>
                  <a:lnTo>
                    <a:pt x="519357" y="2101079"/>
                  </a:lnTo>
                  <a:lnTo>
                    <a:pt x="518186" y="2105966"/>
                  </a:lnTo>
                  <a:lnTo>
                    <a:pt x="516933" y="2110852"/>
                  </a:lnTo>
                  <a:lnTo>
                    <a:pt x="515572" y="2115738"/>
                  </a:lnTo>
                  <a:lnTo>
                    <a:pt x="514280" y="2119984"/>
                  </a:lnTo>
                  <a:lnTo>
                    <a:pt x="514085" y="2120624"/>
                  </a:lnTo>
                  <a:lnTo>
                    <a:pt x="512508" y="2125511"/>
                  </a:lnTo>
                  <a:lnTo>
                    <a:pt x="510841" y="2130397"/>
                  </a:lnTo>
                  <a:lnTo>
                    <a:pt x="509016" y="2135283"/>
                  </a:lnTo>
                  <a:lnTo>
                    <a:pt x="507099" y="2140169"/>
                  </a:lnTo>
                  <a:lnTo>
                    <a:pt x="505089" y="2145056"/>
                  </a:lnTo>
                  <a:lnTo>
                    <a:pt x="502939" y="2149942"/>
                  </a:lnTo>
                  <a:lnTo>
                    <a:pt x="500673" y="2154828"/>
                  </a:lnTo>
                  <a:lnTo>
                    <a:pt x="498314" y="2159714"/>
                  </a:lnTo>
                  <a:lnTo>
                    <a:pt x="495839" y="2164600"/>
                  </a:lnTo>
                  <a:lnTo>
                    <a:pt x="493229" y="2169487"/>
                  </a:lnTo>
                  <a:lnTo>
                    <a:pt x="490529" y="2174373"/>
                  </a:lnTo>
                  <a:lnTo>
                    <a:pt x="487739" y="2179259"/>
                  </a:lnTo>
                  <a:lnTo>
                    <a:pt x="484800" y="2184145"/>
                  </a:lnTo>
                  <a:lnTo>
                    <a:pt x="481778" y="2189032"/>
                  </a:lnTo>
                  <a:lnTo>
                    <a:pt x="478675" y="2193918"/>
                  </a:lnTo>
                  <a:lnTo>
                    <a:pt x="475456" y="2198804"/>
                  </a:lnTo>
                  <a:lnTo>
                    <a:pt x="472145" y="2203690"/>
                  </a:lnTo>
                  <a:lnTo>
                    <a:pt x="468764" y="2208577"/>
                  </a:lnTo>
                  <a:lnTo>
                    <a:pt x="465300" y="2213463"/>
                  </a:lnTo>
                  <a:lnTo>
                    <a:pt x="461743" y="2218349"/>
                  </a:lnTo>
                  <a:lnTo>
                    <a:pt x="458131" y="2223235"/>
                  </a:lnTo>
                  <a:lnTo>
                    <a:pt x="454465" y="2228122"/>
                  </a:lnTo>
                  <a:lnTo>
                    <a:pt x="450718" y="2233008"/>
                  </a:lnTo>
                  <a:lnTo>
                    <a:pt x="446930" y="2237894"/>
                  </a:lnTo>
                  <a:lnTo>
                    <a:pt x="443105" y="2242780"/>
                  </a:lnTo>
                  <a:lnTo>
                    <a:pt x="439234" y="2247666"/>
                  </a:lnTo>
                  <a:lnTo>
                    <a:pt x="435333" y="2252553"/>
                  </a:lnTo>
                  <a:lnTo>
                    <a:pt x="431413" y="2257439"/>
                  </a:lnTo>
                  <a:lnTo>
                    <a:pt x="427474" y="2262325"/>
                  </a:lnTo>
                  <a:lnTo>
                    <a:pt x="423524" y="2267211"/>
                  </a:lnTo>
                  <a:lnTo>
                    <a:pt x="419573" y="2272098"/>
                  </a:lnTo>
                  <a:lnTo>
                    <a:pt x="415624" y="2276984"/>
                  </a:lnTo>
                  <a:lnTo>
                    <a:pt x="411690" y="2281870"/>
                  </a:lnTo>
                  <a:lnTo>
                    <a:pt x="407773" y="2286756"/>
                  </a:lnTo>
                  <a:lnTo>
                    <a:pt x="403874" y="2291643"/>
                  </a:lnTo>
                  <a:lnTo>
                    <a:pt x="400010" y="2296529"/>
                  </a:lnTo>
                  <a:lnTo>
                    <a:pt x="396187" y="2301415"/>
                  </a:lnTo>
                  <a:lnTo>
                    <a:pt x="392397" y="2306301"/>
                  </a:lnTo>
                  <a:lnTo>
                    <a:pt x="388652" y="2311187"/>
                  </a:lnTo>
                  <a:lnTo>
                    <a:pt x="384974" y="2316074"/>
                  </a:lnTo>
                  <a:lnTo>
                    <a:pt x="381344" y="2320960"/>
                  </a:lnTo>
                  <a:lnTo>
                    <a:pt x="377762" y="2325846"/>
                  </a:lnTo>
                  <a:lnTo>
                    <a:pt x="374270" y="2330732"/>
                  </a:lnTo>
                  <a:lnTo>
                    <a:pt x="370840" y="2335619"/>
                  </a:lnTo>
                  <a:lnTo>
                    <a:pt x="367467" y="2340505"/>
                  </a:lnTo>
                  <a:lnTo>
                    <a:pt x="364182" y="2345391"/>
                  </a:lnTo>
                  <a:lnTo>
                    <a:pt x="360981" y="2350277"/>
                  </a:lnTo>
                  <a:lnTo>
                    <a:pt x="357845" y="2355164"/>
                  </a:lnTo>
                  <a:lnTo>
                    <a:pt x="354786" y="2360050"/>
                  </a:lnTo>
                  <a:lnTo>
                    <a:pt x="351833" y="2364936"/>
                  </a:lnTo>
                  <a:lnTo>
                    <a:pt x="348948" y="2369822"/>
                  </a:lnTo>
                  <a:lnTo>
                    <a:pt x="346131" y="2374708"/>
                  </a:lnTo>
                  <a:lnTo>
                    <a:pt x="343428" y="2379595"/>
                  </a:lnTo>
                  <a:lnTo>
                    <a:pt x="340799" y="2384481"/>
                  </a:lnTo>
                  <a:lnTo>
                    <a:pt x="338239" y="2389367"/>
                  </a:lnTo>
                  <a:lnTo>
                    <a:pt x="335773" y="2394253"/>
                  </a:lnTo>
                  <a:lnTo>
                    <a:pt x="333396" y="2399140"/>
                  </a:lnTo>
                  <a:lnTo>
                    <a:pt x="331083" y="2404026"/>
                  </a:lnTo>
                  <a:lnTo>
                    <a:pt x="328846" y="2408912"/>
                  </a:lnTo>
                  <a:lnTo>
                    <a:pt x="326708" y="2413798"/>
                  </a:lnTo>
                  <a:lnTo>
                    <a:pt x="324630" y="2418685"/>
                  </a:lnTo>
                  <a:lnTo>
                    <a:pt x="322612" y="2423571"/>
                  </a:lnTo>
                  <a:lnTo>
                    <a:pt x="320689" y="2428457"/>
                  </a:lnTo>
                  <a:lnTo>
                    <a:pt x="318826" y="2433343"/>
                  </a:lnTo>
                  <a:lnTo>
                    <a:pt x="317016" y="2438230"/>
                  </a:lnTo>
                  <a:lnTo>
                    <a:pt x="315279" y="2443116"/>
                  </a:lnTo>
                  <a:lnTo>
                    <a:pt x="313608" y="2448002"/>
                  </a:lnTo>
                  <a:lnTo>
                    <a:pt x="311984" y="2452888"/>
                  </a:lnTo>
                  <a:lnTo>
                    <a:pt x="310411" y="2457774"/>
                  </a:lnTo>
                  <a:lnTo>
                    <a:pt x="308908" y="2462661"/>
                  </a:lnTo>
                  <a:lnTo>
                    <a:pt x="307444" y="2467547"/>
                  </a:lnTo>
                  <a:lnTo>
                    <a:pt x="306020" y="2472433"/>
                  </a:lnTo>
                  <a:lnTo>
                    <a:pt x="304655" y="2477319"/>
                  </a:lnTo>
                  <a:lnTo>
                    <a:pt x="303329" y="2482206"/>
                  </a:lnTo>
                  <a:lnTo>
                    <a:pt x="302036" y="2487092"/>
                  </a:lnTo>
                  <a:lnTo>
                    <a:pt x="300786" y="2491978"/>
                  </a:lnTo>
                  <a:lnTo>
                    <a:pt x="299575" y="2496864"/>
                  </a:lnTo>
                  <a:close/>
                </a:path>
              </a:pathLst>
            </a:custGeom>
            <a:noFill/>
            <a:ln w="948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4278685" y="1666435"/>
              <a:ext cx="757100" cy="1723574"/>
            </a:xfrm>
            <a:custGeom>
              <a:avLst/>
              <a:pathLst>
                <a:path w="757100" h="1723574">
                  <a:moveTo>
                    <a:pt x="339215" y="1723574"/>
                  </a:moveTo>
                  <a:lnTo>
                    <a:pt x="337954" y="1720201"/>
                  </a:lnTo>
                  <a:lnTo>
                    <a:pt x="336677" y="1716828"/>
                  </a:lnTo>
                  <a:lnTo>
                    <a:pt x="335373" y="1713455"/>
                  </a:lnTo>
                  <a:lnTo>
                    <a:pt x="334048" y="1710082"/>
                  </a:lnTo>
                  <a:lnTo>
                    <a:pt x="332704" y="1706709"/>
                  </a:lnTo>
                  <a:lnTo>
                    <a:pt x="331334" y="1703336"/>
                  </a:lnTo>
                  <a:lnTo>
                    <a:pt x="329930" y="1699964"/>
                  </a:lnTo>
                  <a:lnTo>
                    <a:pt x="328502" y="1696591"/>
                  </a:lnTo>
                  <a:lnTo>
                    <a:pt x="327047" y="1693218"/>
                  </a:lnTo>
                  <a:lnTo>
                    <a:pt x="325548" y="1689845"/>
                  </a:lnTo>
                  <a:lnTo>
                    <a:pt x="324013" y="1686472"/>
                  </a:lnTo>
                  <a:lnTo>
                    <a:pt x="322444" y="1683099"/>
                  </a:lnTo>
                  <a:lnTo>
                    <a:pt x="320834" y="1679726"/>
                  </a:lnTo>
                  <a:lnTo>
                    <a:pt x="319166" y="1676353"/>
                  </a:lnTo>
                  <a:lnTo>
                    <a:pt x="317454" y="1672980"/>
                  </a:lnTo>
                  <a:lnTo>
                    <a:pt x="315698" y="1669607"/>
                  </a:lnTo>
                  <a:lnTo>
                    <a:pt x="313875" y="1666234"/>
                  </a:lnTo>
                  <a:lnTo>
                    <a:pt x="311988" y="1662861"/>
                  </a:lnTo>
                  <a:lnTo>
                    <a:pt x="310048" y="1659488"/>
                  </a:lnTo>
                  <a:lnTo>
                    <a:pt x="308048" y="1656115"/>
                  </a:lnTo>
                  <a:lnTo>
                    <a:pt x="305952" y="1652742"/>
                  </a:lnTo>
                  <a:lnTo>
                    <a:pt x="303793" y="1649369"/>
                  </a:lnTo>
                  <a:lnTo>
                    <a:pt x="301568" y="1645996"/>
                  </a:lnTo>
                  <a:lnTo>
                    <a:pt x="299251" y="1642623"/>
                  </a:lnTo>
                  <a:lnTo>
                    <a:pt x="296840" y="1639251"/>
                  </a:lnTo>
                  <a:lnTo>
                    <a:pt x="294353" y="1635878"/>
                  </a:lnTo>
                  <a:lnTo>
                    <a:pt x="291790" y="1632505"/>
                  </a:lnTo>
                  <a:lnTo>
                    <a:pt x="289100" y="1629132"/>
                  </a:lnTo>
                  <a:lnTo>
                    <a:pt x="286324" y="1625759"/>
                  </a:lnTo>
                  <a:lnTo>
                    <a:pt x="283464" y="1622386"/>
                  </a:lnTo>
                  <a:lnTo>
                    <a:pt x="280498" y="1619013"/>
                  </a:lnTo>
                  <a:lnTo>
                    <a:pt x="277411" y="1615640"/>
                  </a:lnTo>
                  <a:lnTo>
                    <a:pt x="274235" y="1612267"/>
                  </a:lnTo>
                  <a:lnTo>
                    <a:pt x="270970" y="1608894"/>
                  </a:lnTo>
                  <a:lnTo>
                    <a:pt x="267568" y="1605521"/>
                  </a:lnTo>
                  <a:lnTo>
                    <a:pt x="264064" y="1602148"/>
                  </a:lnTo>
                  <a:lnTo>
                    <a:pt x="260470" y="1598775"/>
                  </a:lnTo>
                  <a:lnTo>
                    <a:pt x="256772" y="1595402"/>
                  </a:lnTo>
                  <a:lnTo>
                    <a:pt x="252941" y="1592029"/>
                  </a:lnTo>
                  <a:lnTo>
                    <a:pt x="249021" y="1588656"/>
                  </a:lnTo>
                  <a:lnTo>
                    <a:pt x="245014" y="1585283"/>
                  </a:lnTo>
                  <a:lnTo>
                    <a:pt x="240883" y="1581910"/>
                  </a:lnTo>
                  <a:lnTo>
                    <a:pt x="236652" y="1578538"/>
                  </a:lnTo>
                  <a:lnTo>
                    <a:pt x="232340" y="1575165"/>
                  </a:lnTo>
                  <a:lnTo>
                    <a:pt x="227942" y="1571792"/>
                  </a:lnTo>
                  <a:lnTo>
                    <a:pt x="223425" y="1568419"/>
                  </a:lnTo>
                  <a:lnTo>
                    <a:pt x="218837" y="1565046"/>
                  </a:lnTo>
                  <a:lnTo>
                    <a:pt x="214178" y="1561673"/>
                  </a:lnTo>
                  <a:lnTo>
                    <a:pt x="209431" y="1558300"/>
                  </a:lnTo>
                  <a:lnTo>
                    <a:pt x="204606" y="1554927"/>
                  </a:lnTo>
                  <a:lnTo>
                    <a:pt x="199725" y="1551554"/>
                  </a:lnTo>
                  <a:lnTo>
                    <a:pt x="194790" y="1548181"/>
                  </a:lnTo>
                  <a:lnTo>
                    <a:pt x="189778" y="1544808"/>
                  </a:lnTo>
                  <a:lnTo>
                    <a:pt x="184726" y="1541435"/>
                  </a:lnTo>
                  <a:lnTo>
                    <a:pt x="179635" y="1538062"/>
                  </a:lnTo>
                  <a:lnTo>
                    <a:pt x="174504" y="1534689"/>
                  </a:lnTo>
                  <a:lnTo>
                    <a:pt x="169337" y="1531316"/>
                  </a:lnTo>
                  <a:lnTo>
                    <a:pt x="164152" y="1527943"/>
                  </a:lnTo>
                  <a:lnTo>
                    <a:pt x="158950" y="1524570"/>
                  </a:lnTo>
                  <a:lnTo>
                    <a:pt x="153734" y="1521197"/>
                  </a:lnTo>
                  <a:lnTo>
                    <a:pt x="148516" y="1517825"/>
                  </a:lnTo>
                  <a:lnTo>
                    <a:pt x="143302" y="1514452"/>
                  </a:lnTo>
                  <a:lnTo>
                    <a:pt x="138096" y="1511079"/>
                  </a:lnTo>
                  <a:lnTo>
                    <a:pt x="132913" y="1507706"/>
                  </a:lnTo>
                  <a:lnTo>
                    <a:pt x="127752" y="1504333"/>
                  </a:lnTo>
                  <a:lnTo>
                    <a:pt x="122616" y="1500960"/>
                  </a:lnTo>
                  <a:lnTo>
                    <a:pt x="117526" y="1497587"/>
                  </a:lnTo>
                  <a:lnTo>
                    <a:pt x="112483" y="1494214"/>
                  </a:lnTo>
                  <a:lnTo>
                    <a:pt x="107484" y="1490841"/>
                  </a:lnTo>
                  <a:lnTo>
                    <a:pt x="102536" y="1487468"/>
                  </a:lnTo>
                  <a:lnTo>
                    <a:pt x="97674" y="1484095"/>
                  </a:lnTo>
                  <a:lnTo>
                    <a:pt x="92873" y="1480722"/>
                  </a:lnTo>
                  <a:lnTo>
                    <a:pt x="88135" y="1477349"/>
                  </a:lnTo>
                  <a:lnTo>
                    <a:pt x="83491" y="1473976"/>
                  </a:lnTo>
                  <a:lnTo>
                    <a:pt x="78943" y="1470603"/>
                  </a:lnTo>
                  <a:lnTo>
                    <a:pt x="74475" y="1467230"/>
                  </a:lnTo>
                  <a:lnTo>
                    <a:pt x="70088" y="1463857"/>
                  </a:lnTo>
                  <a:lnTo>
                    <a:pt x="65843" y="1460484"/>
                  </a:lnTo>
                  <a:lnTo>
                    <a:pt x="61692" y="1457112"/>
                  </a:lnTo>
                  <a:lnTo>
                    <a:pt x="57636" y="1453739"/>
                  </a:lnTo>
                  <a:lnTo>
                    <a:pt x="53703" y="1450366"/>
                  </a:lnTo>
                  <a:lnTo>
                    <a:pt x="49912" y="1446993"/>
                  </a:lnTo>
                  <a:lnTo>
                    <a:pt x="46225" y="1443620"/>
                  </a:lnTo>
                  <a:lnTo>
                    <a:pt x="42646" y="1440247"/>
                  </a:lnTo>
                  <a:lnTo>
                    <a:pt x="39236" y="1436874"/>
                  </a:lnTo>
                  <a:lnTo>
                    <a:pt x="35952" y="1433501"/>
                  </a:lnTo>
                  <a:lnTo>
                    <a:pt x="32783" y="1430128"/>
                  </a:lnTo>
                  <a:lnTo>
                    <a:pt x="29751" y="1426755"/>
                  </a:lnTo>
                  <a:lnTo>
                    <a:pt x="26894" y="1423382"/>
                  </a:lnTo>
                  <a:lnTo>
                    <a:pt x="24158" y="1420009"/>
                  </a:lnTo>
                  <a:lnTo>
                    <a:pt x="21545" y="1416636"/>
                  </a:lnTo>
                  <a:lnTo>
                    <a:pt x="19109" y="1413263"/>
                  </a:lnTo>
                  <a:lnTo>
                    <a:pt x="16822" y="1409890"/>
                  </a:lnTo>
                  <a:lnTo>
                    <a:pt x="14661" y="1406517"/>
                  </a:lnTo>
                  <a:lnTo>
                    <a:pt x="14038" y="1405480"/>
                  </a:lnTo>
                  <a:lnTo>
                    <a:pt x="12636" y="1403144"/>
                  </a:lnTo>
                  <a:lnTo>
                    <a:pt x="10806" y="1399771"/>
                  </a:lnTo>
                  <a:lnTo>
                    <a:pt x="9104" y="1396399"/>
                  </a:lnTo>
                  <a:lnTo>
                    <a:pt x="7528" y="1393026"/>
                  </a:lnTo>
                  <a:lnTo>
                    <a:pt x="6123" y="1389653"/>
                  </a:lnTo>
                  <a:lnTo>
                    <a:pt x="4879" y="1386280"/>
                  </a:lnTo>
                  <a:lnTo>
                    <a:pt x="3761" y="1382907"/>
                  </a:lnTo>
                  <a:lnTo>
                    <a:pt x="2767" y="1379534"/>
                  </a:lnTo>
                  <a:lnTo>
                    <a:pt x="1975" y="1376161"/>
                  </a:lnTo>
                  <a:lnTo>
                    <a:pt x="1306" y="1372788"/>
                  </a:lnTo>
                  <a:lnTo>
                    <a:pt x="757" y="1369415"/>
                  </a:lnTo>
                  <a:lnTo>
                    <a:pt x="361" y="1366042"/>
                  </a:lnTo>
                  <a:lnTo>
                    <a:pt x="125" y="1362669"/>
                  </a:lnTo>
                  <a:lnTo>
                    <a:pt x="5" y="1359296"/>
                  </a:lnTo>
                  <a:lnTo>
                    <a:pt x="0" y="1355923"/>
                  </a:lnTo>
                  <a:lnTo>
                    <a:pt x="166" y="1352550"/>
                  </a:lnTo>
                  <a:lnTo>
                    <a:pt x="451" y="1349177"/>
                  </a:lnTo>
                  <a:lnTo>
                    <a:pt x="842" y="1345804"/>
                  </a:lnTo>
                  <a:lnTo>
                    <a:pt x="1356" y="1342431"/>
                  </a:lnTo>
                  <a:lnTo>
                    <a:pt x="2017" y="1339058"/>
                  </a:lnTo>
                  <a:lnTo>
                    <a:pt x="2774" y="1335686"/>
                  </a:lnTo>
                  <a:lnTo>
                    <a:pt x="3626" y="1332313"/>
                  </a:lnTo>
                  <a:lnTo>
                    <a:pt x="4610" y="1328940"/>
                  </a:lnTo>
                  <a:lnTo>
                    <a:pt x="5697" y="1325567"/>
                  </a:lnTo>
                  <a:lnTo>
                    <a:pt x="6866" y="1322194"/>
                  </a:lnTo>
                  <a:lnTo>
                    <a:pt x="8124" y="1318821"/>
                  </a:lnTo>
                  <a:lnTo>
                    <a:pt x="9499" y="1315448"/>
                  </a:lnTo>
                  <a:lnTo>
                    <a:pt x="10943" y="1312075"/>
                  </a:lnTo>
                  <a:lnTo>
                    <a:pt x="12456" y="1308702"/>
                  </a:lnTo>
                  <a:lnTo>
                    <a:pt x="14056" y="1305329"/>
                  </a:lnTo>
                  <a:lnTo>
                    <a:pt x="15730" y="1301956"/>
                  </a:lnTo>
                  <a:lnTo>
                    <a:pt x="17457" y="1298583"/>
                  </a:lnTo>
                  <a:lnTo>
                    <a:pt x="19237" y="1295210"/>
                  </a:lnTo>
                  <a:lnTo>
                    <a:pt x="21091" y="1291837"/>
                  </a:lnTo>
                  <a:lnTo>
                    <a:pt x="22985" y="1288464"/>
                  </a:lnTo>
                  <a:lnTo>
                    <a:pt x="24916" y="1285091"/>
                  </a:lnTo>
                  <a:lnTo>
                    <a:pt x="26890" y="1281718"/>
                  </a:lnTo>
                  <a:lnTo>
                    <a:pt x="28901" y="1278345"/>
                  </a:lnTo>
                  <a:lnTo>
                    <a:pt x="30748" y="1275284"/>
                  </a:lnTo>
                  <a:lnTo>
                    <a:pt x="30936" y="1274973"/>
                  </a:lnTo>
                  <a:lnTo>
                    <a:pt x="32992" y="1271600"/>
                  </a:lnTo>
                  <a:lnTo>
                    <a:pt x="35073" y="1268227"/>
                  </a:lnTo>
                  <a:lnTo>
                    <a:pt x="37165" y="1264854"/>
                  </a:lnTo>
                  <a:lnTo>
                    <a:pt x="39265" y="1261481"/>
                  </a:lnTo>
                  <a:lnTo>
                    <a:pt x="41373" y="1258108"/>
                  </a:lnTo>
                  <a:lnTo>
                    <a:pt x="43481" y="1254735"/>
                  </a:lnTo>
                  <a:lnTo>
                    <a:pt x="45586" y="1251362"/>
                  </a:lnTo>
                  <a:lnTo>
                    <a:pt x="47688" y="1247989"/>
                  </a:lnTo>
                  <a:lnTo>
                    <a:pt x="49778" y="1244616"/>
                  </a:lnTo>
                  <a:lnTo>
                    <a:pt x="51855" y="1241243"/>
                  </a:lnTo>
                  <a:lnTo>
                    <a:pt x="53920" y="1237870"/>
                  </a:lnTo>
                  <a:lnTo>
                    <a:pt x="55969" y="1234497"/>
                  </a:lnTo>
                  <a:lnTo>
                    <a:pt x="57994" y="1231124"/>
                  </a:lnTo>
                  <a:lnTo>
                    <a:pt x="60000" y="1227751"/>
                  </a:lnTo>
                  <a:lnTo>
                    <a:pt x="61987" y="1224378"/>
                  </a:lnTo>
                  <a:lnTo>
                    <a:pt x="63948" y="1221005"/>
                  </a:lnTo>
                  <a:lnTo>
                    <a:pt x="65883" y="1217632"/>
                  </a:lnTo>
                  <a:lnTo>
                    <a:pt x="67797" y="1214260"/>
                  </a:lnTo>
                  <a:lnTo>
                    <a:pt x="69690" y="1210887"/>
                  </a:lnTo>
                  <a:lnTo>
                    <a:pt x="71551" y="1207514"/>
                  </a:lnTo>
                  <a:lnTo>
                    <a:pt x="73392" y="1204141"/>
                  </a:lnTo>
                  <a:lnTo>
                    <a:pt x="75214" y="1200768"/>
                  </a:lnTo>
                  <a:lnTo>
                    <a:pt x="77013" y="1197395"/>
                  </a:lnTo>
                  <a:lnTo>
                    <a:pt x="78791" y="1194022"/>
                  </a:lnTo>
                  <a:lnTo>
                    <a:pt x="80553" y="1190649"/>
                  </a:lnTo>
                  <a:lnTo>
                    <a:pt x="82302" y="1187276"/>
                  </a:lnTo>
                  <a:lnTo>
                    <a:pt x="84033" y="1183903"/>
                  </a:lnTo>
                  <a:lnTo>
                    <a:pt x="85756" y="1180530"/>
                  </a:lnTo>
                  <a:lnTo>
                    <a:pt x="87471" y="1177157"/>
                  </a:lnTo>
                  <a:lnTo>
                    <a:pt x="89180" y="1173784"/>
                  </a:lnTo>
                  <a:lnTo>
                    <a:pt x="90887" y="1170411"/>
                  </a:lnTo>
                  <a:lnTo>
                    <a:pt x="92595" y="1167038"/>
                  </a:lnTo>
                  <a:lnTo>
                    <a:pt x="94306" y="1163665"/>
                  </a:lnTo>
                  <a:lnTo>
                    <a:pt x="96025" y="1160292"/>
                  </a:lnTo>
                  <a:lnTo>
                    <a:pt x="97755" y="1156919"/>
                  </a:lnTo>
                  <a:lnTo>
                    <a:pt x="99496" y="1153547"/>
                  </a:lnTo>
                  <a:lnTo>
                    <a:pt x="101252" y="1150174"/>
                  </a:lnTo>
                  <a:lnTo>
                    <a:pt x="103032" y="1146801"/>
                  </a:lnTo>
                  <a:lnTo>
                    <a:pt x="104833" y="1143428"/>
                  </a:lnTo>
                  <a:lnTo>
                    <a:pt x="106654" y="1140055"/>
                  </a:lnTo>
                  <a:lnTo>
                    <a:pt x="108507" y="1136682"/>
                  </a:lnTo>
                  <a:lnTo>
                    <a:pt x="110392" y="1133309"/>
                  </a:lnTo>
                  <a:lnTo>
                    <a:pt x="112305" y="1129936"/>
                  </a:lnTo>
                  <a:lnTo>
                    <a:pt x="114247" y="1126563"/>
                  </a:lnTo>
                  <a:lnTo>
                    <a:pt x="116239" y="1123190"/>
                  </a:lnTo>
                  <a:lnTo>
                    <a:pt x="118263" y="1119817"/>
                  </a:lnTo>
                  <a:lnTo>
                    <a:pt x="120321" y="1116444"/>
                  </a:lnTo>
                  <a:lnTo>
                    <a:pt x="122422" y="1113071"/>
                  </a:lnTo>
                  <a:lnTo>
                    <a:pt x="124570" y="1109698"/>
                  </a:lnTo>
                  <a:lnTo>
                    <a:pt x="126754" y="1106325"/>
                  </a:lnTo>
                  <a:lnTo>
                    <a:pt x="128974" y="1102952"/>
                  </a:lnTo>
                  <a:lnTo>
                    <a:pt x="131249" y="1099579"/>
                  </a:lnTo>
                  <a:lnTo>
                    <a:pt x="133563" y="1096206"/>
                  </a:lnTo>
                  <a:lnTo>
                    <a:pt x="135911" y="1092834"/>
                  </a:lnTo>
                  <a:lnTo>
                    <a:pt x="138302" y="1089461"/>
                  </a:lnTo>
                  <a:lnTo>
                    <a:pt x="139619" y="1087638"/>
                  </a:lnTo>
                  <a:lnTo>
                    <a:pt x="140740" y="1086088"/>
                  </a:lnTo>
                  <a:lnTo>
                    <a:pt x="143211" y="1082715"/>
                  </a:lnTo>
                  <a:lnTo>
                    <a:pt x="145713" y="1079342"/>
                  </a:lnTo>
                  <a:lnTo>
                    <a:pt x="148260" y="1075969"/>
                  </a:lnTo>
                  <a:lnTo>
                    <a:pt x="150839" y="1072596"/>
                  </a:lnTo>
                  <a:lnTo>
                    <a:pt x="153445" y="1069223"/>
                  </a:lnTo>
                  <a:lnTo>
                    <a:pt x="156078" y="1065850"/>
                  </a:lnTo>
                  <a:lnTo>
                    <a:pt x="158746" y="1062477"/>
                  </a:lnTo>
                  <a:lnTo>
                    <a:pt x="161433" y="1059104"/>
                  </a:lnTo>
                  <a:lnTo>
                    <a:pt x="164139" y="1055731"/>
                  </a:lnTo>
                  <a:lnTo>
                    <a:pt x="166866" y="1052358"/>
                  </a:lnTo>
                  <a:lnTo>
                    <a:pt x="169610" y="1048985"/>
                  </a:lnTo>
                  <a:lnTo>
                    <a:pt x="172363" y="1045612"/>
                  </a:lnTo>
                  <a:lnTo>
                    <a:pt x="175125" y="1042239"/>
                  </a:lnTo>
                  <a:lnTo>
                    <a:pt x="177895" y="1038866"/>
                  </a:lnTo>
                  <a:lnTo>
                    <a:pt x="180666" y="1035493"/>
                  </a:lnTo>
                  <a:lnTo>
                    <a:pt x="183437" y="1032121"/>
                  </a:lnTo>
                  <a:lnTo>
                    <a:pt x="186204" y="1028748"/>
                  </a:lnTo>
                  <a:lnTo>
                    <a:pt x="188963" y="1025375"/>
                  </a:lnTo>
                  <a:lnTo>
                    <a:pt x="191711" y="1022002"/>
                  </a:lnTo>
                  <a:lnTo>
                    <a:pt x="194449" y="1018629"/>
                  </a:lnTo>
                  <a:lnTo>
                    <a:pt x="197164" y="1015256"/>
                  </a:lnTo>
                  <a:lnTo>
                    <a:pt x="199860" y="1011883"/>
                  </a:lnTo>
                  <a:lnTo>
                    <a:pt x="202535" y="1008510"/>
                  </a:lnTo>
                  <a:lnTo>
                    <a:pt x="205184" y="1005137"/>
                  </a:lnTo>
                  <a:lnTo>
                    <a:pt x="207797" y="1001764"/>
                  </a:lnTo>
                  <a:lnTo>
                    <a:pt x="210382" y="998391"/>
                  </a:lnTo>
                  <a:lnTo>
                    <a:pt x="212937" y="995018"/>
                  </a:lnTo>
                  <a:lnTo>
                    <a:pt x="215444" y="991645"/>
                  </a:lnTo>
                  <a:lnTo>
                    <a:pt x="217911" y="988272"/>
                  </a:lnTo>
                  <a:lnTo>
                    <a:pt x="220342" y="984899"/>
                  </a:lnTo>
                  <a:lnTo>
                    <a:pt x="222729" y="981526"/>
                  </a:lnTo>
                  <a:lnTo>
                    <a:pt x="225056" y="978153"/>
                  </a:lnTo>
                  <a:lnTo>
                    <a:pt x="227340" y="974780"/>
                  </a:lnTo>
                  <a:lnTo>
                    <a:pt x="229580" y="971408"/>
                  </a:lnTo>
                  <a:lnTo>
                    <a:pt x="231758" y="968035"/>
                  </a:lnTo>
                  <a:lnTo>
                    <a:pt x="233878" y="964662"/>
                  </a:lnTo>
                  <a:lnTo>
                    <a:pt x="235951" y="961289"/>
                  </a:lnTo>
                  <a:lnTo>
                    <a:pt x="237974" y="957916"/>
                  </a:lnTo>
                  <a:lnTo>
                    <a:pt x="239918" y="954543"/>
                  </a:lnTo>
                  <a:lnTo>
                    <a:pt x="241813" y="951170"/>
                  </a:lnTo>
                  <a:lnTo>
                    <a:pt x="243658" y="947797"/>
                  </a:lnTo>
                  <a:lnTo>
                    <a:pt x="245437" y="944424"/>
                  </a:lnTo>
                  <a:lnTo>
                    <a:pt x="247149" y="941051"/>
                  </a:lnTo>
                  <a:lnTo>
                    <a:pt x="248811" y="937678"/>
                  </a:lnTo>
                  <a:lnTo>
                    <a:pt x="250423" y="934305"/>
                  </a:lnTo>
                  <a:lnTo>
                    <a:pt x="251958" y="930932"/>
                  </a:lnTo>
                  <a:lnTo>
                    <a:pt x="253441" y="927559"/>
                  </a:lnTo>
                  <a:lnTo>
                    <a:pt x="254877" y="924186"/>
                  </a:lnTo>
                  <a:lnTo>
                    <a:pt x="256256" y="920813"/>
                  </a:lnTo>
                  <a:lnTo>
                    <a:pt x="257570" y="917440"/>
                  </a:lnTo>
                  <a:lnTo>
                    <a:pt x="258841" y="914067"/>
                  </a:lnTo>
                  <a:lnTo>
                    <a:pt x="260070" y="910695"/>
                  </a:lnTo>
                  <a:lnTo>
                    <a:pt x="261237" y="907322"/>
                  </a:lnTo>
                  <a:lnTo>
                    <a:pt x="262360" y="903949"/>
                  </a:lnTo>
                  <a:lnTo>
                    <a:pt x="263447" y="900576"/>
                  </a:lnTo>
                  <a:lnTo>
                    <a:pt x="264493" y="897203"/>
                  </a:lnTo>
                  <a:lnTo>
                    <a:pt x="265491" y="893830"/>
                  </a:lnTo>
                  <a:lnTo>
                    <a:pt x="266459" y="890457"/>
                  </a:lnTo>
                  <a:lnTo>
                    <a:pt x="267398" y="887084"/>
                  </a:lnTo>
                  <a:lnTo>
                    <a:pt x="268300" y="883711"/>
                  </a:lnTo>
                  <a:lnTo>
                    <a:pt x="269175" y="880338"/>
                  </a:lnTo>
                  <a:lnTo>
                    <a:pt x="270029" y="876965"/>
                  </a:lnTo>
                  <a:lnTo>
                    <a:pt x="270862" y="873592"/>
                  </a:lnTo>
                  <a:lnTo>
                    <a:pt x="271671" y="870219"/>
                  </a:lnTo>
                  <a:lnTo>
                    <a:pt x="272466" y="866846"/>
                  </a:lnTo>
                  <a:lnTo>
                    <a:pt x="273250" y="863473"/>
                  </a:lnTo>
                  <a:lnTo>
                    <a:pt x="274021" y="860100"/>
                  </a:lnTo>
                  <a:lnTo>
                    <a:pt x="274784" y="856727"/>
                  </a:lnTo>
                  <a:lnTo>
                    <a:pt x="275542" y="853354"/>
                  </a:lnTo>
                  <a:lnTo>
                    <a:pt x="276296" y="849982"/>
                  </a:lnTo>
                  <a:lnTo>
                    <a:pt x="277050" y="846609"/>
                  </a:lnTo>
                  <a:lnTo>
                    <a:pt x="277804" y="843236"/>
                  </a:lnTo>
                  <a:lnTo>
                    <a:pt x="278561" y="839863"/>
                  </a:lnTo>
                  <a:lnTo>
                    <a:pt x="279322" y="836490"/>
                  </a:lnTo>
                  <a:lnTo>
                    <a:pt x="280091" y="833117"/>
                  </a:lnTo>
                  <a:lnTo>
                    <a:pt x="280866" y="829744"/>
                  </a:lnTo>
                  <a:lnTo>
                    <a:pt x="281648" y="826371"/>
                  </a:lnTo>
                  <a:lnTo>
                    <a:pt x="282443" y="822998"/>
                  </a:lnTo>
                  <a:lnTo>
                    <a:pt x="283247" y="819625"/>
                  </a:lnTo>
                  <a:lnTo>
                    <a:pt x="284060" y="816252"/>
                  </a:lnTo>
                  <a:lnTo>
                    <a:pt x="284884" y="812879"/>
                  </a:lnTo>
                  <a:lnTo>
                    <a:pt x="285723" y="809506"/>
                  </a:lnTo>
                  <a:lnTo>
                    <a:pt x="286571" y="806133"/>
                  </a:lnTo>
                  <a:lnTo>
                    <a:pt x="287428" y="802760"/>
                  </a:lnTo>
                  <a:lnTo>
                    <a:pt x="288299" y="799387"/>
                  </a:lnTo>
                  <a:lnTo>
                    <a:pt x="289180" y="796014"/>
                  </a:lnTo>
                  <a:lnTo>
                    <a:pt x="290070" y="792641"/>
                  </a:lnTo>
                  <a:lnTo>
                    <a:pt x="290968" y="789269"/>
                  </a:lnTo>
                  <a:lnTo>
                    <a:pt x="291877" y="785896"/>
                  </a:lnTo>
                  <a:lnTo>
                    <a:pt x="292793" y="782523"/>
                  </a:lnTo>
                  <a:lnTo>
                    <a:pt x="293714" y="779150"/>
                  </a:lnTo>
                  <a:lnTo>
                    <a:pt x="294641" y="775777"/>
                  </a:lnTo>
                  <a:lnTo>
                    <a:pt x="295574" y="772404"/>
                  </a:lnTo>
                  <a:lnTo>
                    <a:pt x="296510" y="769031"/>
                  </a:lnTo>
                  <a:lnTo>
                    <a:pt x="297448" y="765658"/>
                  </a:lnTo>
                  <a:lnTo>
                    <a:pt x="298388" y="762285"/>
                  </a:lnTo>
                  <a:lnTo>
                    <a:pt x="299329" y="758912"/>
                  </a:lnTo>
                  <a:lnTo>
                    <a:pt x="300270" y="755539"/>
                  </a:lnTo>
                  <a:lnTo>
                    <a:pt x="301211" y="752166"/>
                  </a:lnTo>
                  <a:lnTo>
                    <a:pt x="302149" y="748793"/>
                  </a:lnTo>
                  <a:lnTo>
                    <a:pt x="303085" y="745420"/>
                  </a:lnTo>
                  <a:lnTo>
                    <a:pt x="304019" y="742047"/>
                  </a:lnTo>
                  <a:lnTo>
                    <a:pt x="304949" y="738674"/>
                  </a:lnTo>
                  <a:lnTo>
                    <a:pt x="305875" y="735301"/>
                  </a:lnTo>
                  <a:lnTo>
                    <a:pt x="306798" y="731928"/>
                  </a:lnTo>
                  <a:lnTo>
                    <a:pt x="307717" y="728556"/>
                  </a:lnTo>
                  <a:lnTo>
                    <a:pt x="308632" y="725183"/>
                  </a:lnTo>
                  <a:lnTo>
                    <a:pt x="309543" y="721810"/>
                  </a:lnTo>
                  <a:lnTo>
                    <a:pt x="310452" y="718437"/>
                  </a:lnTo>
                  <a:lnTo>
                    <a:pt x="311356" y="715064"/>
                  </a:lnTo>
                  <a:lnTo>
                    <a:pt x="312257" y="711691"/>
                  </a:lnTo>
                  <a:lnTo>
                    <a:pt x="313157" y="708318"/>
                  </a:lnTo>
                  <a:lnTo>
                    <a:pt x="314055" y="704945"/>
                  </a:lnTo>
                  <a:lnTo>
                    <a:pt x="314951" y="701572"/>
                  </a:lnTo>
                  <a:lnTo>
                    <a:pt x="315848" y="698199"/>
                  </a:lnTo>
                  <a:lnTo>
                    <a:pt x="316744" y="694826"/>
                  </a:lnTo>
                  <a:lnTo>
                    <a:pt x="317641" y="691453"/>
                  </a:lnTo>
                  <a:lnTo>
                    <a:pt x="318541" y="688080"/>
                  </a:lnTo>
                  <a:lnTo>
                    <a:pt x="319442" y="684707"/>
                  </a:lnTo>
                  <a:lnTo>
                    <a:pt x="320346" y="681334"/>
                  </a:lnTo>
                  <a:lnTo>
                    <a:pt x="321256" y="677961"/>
                  </a:lnTo>
                  <a:lnTo>
                    <a:pt x="322169" y="674588"/>
                  </a:lnTo>
                  <a:lnTo>
                    <a:pt x="323087" y="671215"/>
                  </a:lnTo>
                  <a:lnTo>
                    <a:pt x="324011" y="667843"/>
                  </a:lnTo>
                  <a:lnTo>
                    <a:pt x="324942" y="664470"/>
                  </a:lnTo>
                  <a:lnTo>
                    <a:pt x="325878" y="661097"/>
                  </a:lnTo>
                  <a:lnTo>
                    <a:pt x="326820" y="657724"/>
                  </a:lnTo>
                  <a:lnTo>
                    <a:pt x="327770" y="654351"/>
                  </a:lnTo>
                  <a:lnTo>
                    <a:pt x="328727" y="650978"/>
                  </a:lnTo>
                  <a:lnTo>
                    <a:pt x="329690" y="647605"/>
                  </a:lnTo>
                  <a:lnTo>
                    <a:pt x="330658" y="644232"/>
                  </a:lnTo>
                  <a:lnTo>
                    <a:pt x="331634" y="640859"/>
                  </a:lnTo>
                  <a:lnTo>
                    <a:pt x="332615" y="637486"/>
                  </a:lnTo>
                  <a:lnTo>
                    <a:pt x="333600" y="634113"/>
                  </a:lnTo>
                  <a:lnTo>
                    <a:pt x="334589" y="630740"/>
                  </a:lnTo>
                  <a:lnTo>
                    <a:pt x="335582" y="627367"/>
                  </a:lnTo>
                  <a:lnTo>
                    <a:pt x="336576" y="623994"/>
                  </a:lnTo>
                  <a:lnTo>
                    <a:pt x="337572" y="620621"/>
                  </a:lnTo>
                  <a:lnTo>
                    <a:pt x="338567" y="617248"/>
                  </a:lnTo>
                  <a:lnTo>
                    <a:pt x="339561" y="613875"/>
                  </a:lnTo>
                  <a:lnTo>
                    <a:pt x="340552" y="610502"/>
                  </a:lnTo>
                  <a:lnTo>
                    <a:pt x="341539" y="607130"/>
                  </a:lnTo>
                  <a:lnTo>
                    <a:pt x="342519" y="603757"/>
                  </a:lnTo>
                  <a:lnTo>
                    <a:pt x="343493" y="600384"/>
                  </a:lnTo>
                  <a:lnTo>
                    <a:pt x="344459" y="597011"/>
                  </a:lnTo>
                  <a:lnTo>
                    <a:pt x="345411" y="593638"/>
                  </a:lnTo>
                  <a:lnTo>
                    <a:pt x="346352" y="590265"/>
                  </a:lnTo>
                  <a:lnTo>
                    <a:pt x="347282" y="586892"/>
                  </a:lnTo>
                  <a:lnTo>
                    <a:pt x="348196" y="583519"/>
                  </a:lnTo>
                  <a:lnTo>
                    <a:pt x="349089" y="580146"/>
                  </a:lnTo>
                  <a:lnTo>
                    <a:pt x="349967" y="576773"/>
                  </a:lnTo>
                  <a:lnTo>
                    <a:pt x="350828" y="573400"/>
                  </a:lnTo>
                  <a:lnTo>
                    <a:pt x="351663" y="570027"/>
                  </a:lnTo>
                  <a:lnTo>
                    <a:pt x="352476" y="566654"/>
                  </a:lnTo>
                  <a:lnTo>
                    <a:pt x="353269" y="563281"/>
                  </a:lnTo>
                  <a:lnTo>
                    <a:pt x="354039" y="559908"/>
                  </a:lnTo>
                  <a:lnTo>
                    <a:pt x="354777" y="556535"/>
                  </a:lnTo>
                  <a:lnTo>
                    <a:pt x="355492" y="553162"/>
                  </a:lnTo>
                  <a:lnTo>
                    <a:pt x="356185" y="549789"/>
                  </a:lnTo>
                  <a:lnTo>
                    <a:pt x="356845" y="546417"/>
                  </a:lnTo>
                  <a:lnTo>
                    <a:pt x="357477" y="543044"/>
                  </a:lnTo>
                  <a:lnTo>
                    <a:pt x="358085" y="539671"/>
                  </a:lnTo>
                  <a:lnTo>
                    <a:pt x="358668" y="536298"/>
                  </a:lnTo>
                  <a:lnTo>
                    <a:pt x="359214" y="532925"/>
                  </a:lnTo>
                  <a:lnTo>
                    <a:pt x="359737" y="529552"/>
                  </a:lnTo>
                  <a:lnTo>
                    <a:pt x="360236" y="526179"/>
                  </a:lnTo>
                  <a:lnTo>
                    <a:pt x="360705" y="522806"/>
                  </a:lnTo>
                  <a:lnTo>
                    <a:pt x="361145" y="519433"/>
                  </a:lnTo>
                  <a:lnTo>
                    <a:pt x="361564" y="516060"/>
                  </a:lnTo>
                  <a:lnTo>
                    <a:pt x="361962" y="512687"/>
                  </a:lnTo>
                  <a:lnTo>
                    <a:pt x="362327" y="509314"/>
                  </a:lnTo>
                  <a:lnTo>
                    <a:pt x="362673" y="505941"/>
                  </a:lnTo>
                  <a:lnTo>
                    <a:pt x="363001" y="502568"/>
                  </a:lnTo>
                  <a:lnTo>
                    <a:pt x="363307" y="499195"/>
                  </a:lnTo>
                  <a:lnTo>
                    <a:pt x="363592" y="495822"/>
                  </a:lnTo>
                  <a:lnTo>
                    <a:pt x="363861" y="492449"/>
                  </a:lnTo>
                  <a:lnTo>
                    <a:pt x="364117" y="489076"/>
                  </a:lnTo>
                  <a:lnTo>
                    <a:pt x="364353" y="485704"/>
                  </a:lnTo>
                  <a:lnTo>
                    <a:pt x="364577" y="482331"/>
                  </a:lnTo>
                  <a:lnTo>
                    <a:pt x="364791" y="478958"/>
                  </a:lnTo>
                  <a:lnTo>
                    <a:pt x="364994" y="475585"/>
                  </a:lnTo>
                  <a:lnTo>
                    <a:pt x="365187" y="472212"/>
                  </a:lnTo>
                  <a:lnTo>
                    <a:pt x="365373" y="468839"/>
                  </a:lnTo>
                  <a:lnTo>
                    <a:pt x="365554" y="465466"/>
                  </a:lnTo>
                  <a:lnTo>
                    <a:pt x="365729" y="462093"/>
                  </a:lnTo>
                  <a:lnTo>
                    <a:pt x="365900" y="458720"/>
                  </a:lnTo>
                  <a:lnTo>
                    <a:pt x="366070" y="455347"/>
                  </a:lnTo>
                  <a:lnTo>
                    <a:pt x="366238" y="451974"/>
                  </a:lnTo>
                  <a:lnTo>
                    <a:pt x="366406" y="448601"/>
                  </a:lnTo>
                  <a:lnTo>
                    <a:pt x="366575" y="445228"/>
                  </a:lnTo>
                  <a:lnTo>
                    <a:pt x="366746" y="441855"/>
                  </a:lnTo>
                  <a:lnTo>
                    <a:pt x="366919" y="438482"/>
                  </a:lnTo>
                  <a:lnTo>
                    <a:pt x="367097" y="435109"/>
                  </a:lnTo>
                  <a:lnTo>
                    <a:pt x="367277" y="431736"/>
                  </a:lnTo>
                  <a:lnTo>
                    <a:pt x="367462" y="428363"/>
                  </a:lnTo>
                  <a:lnTo>
                    <a:pt x="367653" y="424991"/>
                  </a:lnTo>
                  <a:lnTo>
                    <a:pt x="367849" y="421618"/>
                  </a:lnTo>
                  <a:lnTo>
                    <a:pt x="368050" y="418245"/>
                  </a:lnTo>
                  <a:lnTo>
                    <a:pt x="368256" y="414872"/>
                  </a:lnTo>
                  <a:lnTo>
                    <a:pt x="368470" y="411499"/>
                  </a:lnTo>
                  <a:lnTo>
                    <a:pt x="368688" y="408126"/>
                  </a:lnTo>
                  <a:lnTo>
                    <a:pt x="368911" y="404753"/>
                  </a:lnTo>
                  <a:lnTo>
                    <a:pt x="369141" y="401380"/>
                  </a:lnTo>
                  <a:lnTo>
                    <a:pt x="369375" y="398007"/>
                  </a:lnTo>
                  <a:lnTo>
                    <a:pt x="369614" y="394634"/>
                  </a:lnTo>
                  <a:lnTo>
                    <a:pt x="369857" y="391261"/>
                  </a:lnTo>
                  <a:lnTo>
                    <a:pt x="370106" y="387888"/>
                  </a:lnTo>
                  <a:lnTo>
                    <a:pt x="370357" y="384515"/>
                  </a:lnTo>
                  <a:lnTo>
                    <a:pt x="370610" y="381142"/>
                  </a:lnTo>
                  <a:lnTo>
                    <a:pt x="370867" y="377769"/>
                  </a:lnTo>
                  <a:lnTo>
                    <a:pt x="371126" y="374396"/>
                  </a:lnTo>
                  <a:lnTo>
                    <a:pt x="371385" y="371023"/>
                  </a:lnTo>
                  <a:lnTo>
                    <a:pt x="371645" y="367650"/>
                  </a:lnTo>
                  <a:lnTo>
                    <a:pt x="371905" y="364278"/>
                  </a:lnTo>
                  <a:lnTo>
                    <a:pt x="372165" y="360905"/>
                  </a:lnTo>
                  <a:lnTo>
                    <a:pt x="372423" y="357532"/>
                  </a:lnTo>
                  <a:lnTo>
                    <a:pt x="372680" y="354159"/>
                  </a:lnTo>
                  <a:lnTo>
                    <a:pt x="372933" y="350786"/>
                  </a:lnTo>
                  <a:lnTo>
                    <a:pt x="373184" y="347413"/>
                  </a:lnTo>
                  <a:lnTo>
                    <a:pt x="373433" y="344040"/>
                  </a:lnTo>
                  <a:lnTo>
                    <a:pt x="373675" y="340667"/>
                  </a:lnTo>
                  <a:lnTo>
                    <a:pt x="373913" y="337294"/>
                  </a:lnTo>
                  <a:lnTo>
                    <a:pt x="374147" y="333921"/>
                  </a:lnTo>
                  <a:lnTo>
                    <a:pt x="374376" y="330548"/>
                  </a:lnTo>
                  <a:lnTo>
                    <a:pt x="374597" y="327175"/>
                  </a:lnTo>
                  <a:lnTo>
                    <a:pt x="374813" y="323802"/>
                  </a:lnTo>
                  <a:lnTo>
                    <a:pt x="375024" y="320429"/>
                  </a:lnTo>
                  <a:lnTo>
                    <a:pt x="375225" y="317056"/>
                  </a:lnTo>
                  <a:lnTo>
                    <a:pt x="375420" y="313683"/>
                  </a:lnTo>
                  <a:lnTo>
                    <a:pt x="375609" y="310310"/>
                  </a:lnTo>
                  <a:lnTo>
                    <a:pt x="375790" y="306937"/>
                  </a:lnTo>
                  <a:lnTo>
                    <a:pt x="375963" y="303565"/>
                  </a:lnTo>
                  <a:lnTo>
                    <a:pt x="376128" y="300192"/>
                  </a:lnTo>
                  <a:lnTo>
                    <a:pt x="376287" y="296819"/>
                  </a:lnTo>
                  <a:lnTo>
                    <a:pt x="376437" y="293446"/>
                  </a:lnTo>
                  <a:lnTo>
                    <a:pt x="376579" y="290073"/>
                  </a:lnTo>
                  <a:lnTo>
                    <a:pt x="376714" y="286700"/>
                  </a:lnTo>
                  <a:lnTo>
                    <a:pt x="376842" y="283327"/>
                  </a:lnTo>
                  <a:lnTo>
                    <a:pt x="376960" y="279954"/>
                  </a:lnTo>
                  <a:lnTo>
                    <a:pt x="377072" y="276581"/>
                  </a:lnTo>
                  <a:lnTo>
                    <a:pt x="377177" y="273208"/>
                  </a:lnTo>
                  <a:lnTo>
                    <a:pt x="377274" y="269835"/>
                  </a:lnTo>
                  <a:lnTo>
                    <a:pt x="377363" y="266462"/>
                  </a:lnTo>
                  <a:lnTo>
                    <a:pt x="377446" y="263089"/>
                  </a:lnTo>
                  <a:lnTo>
                    <a:pt x="377523" y="259716"/>
                  </a:lnTo>
                  <a:lnTo>
                    <a:pt x="377591" y="256343"/>
                  </a:lnTo>
                  <a:lnTo>
                    <a:pt x="377653" y="252970"/>
                  </a:lnTo>
                  <a:lnTo>
                    <a:pt x="377709" y="249597"/>
                  </a:lnTo>
                  <a:lnTo>
                    <a:pt x="377758" y="246224"/>
                  </a:lnTo>
                  <a:lnTo>
                    <a:pt x="377800" y="242852"/>
                  </a:lnTo>
                  <a:lnTo>
                    <a:pt x="377837" y="239479"/>
                  </a:lnTo>
                  <a:lnTo>
                    <a:pt x="377868" y="236106"/>
                  </a:lnTo>
                  <a:lnTo>
                    <a:pt x="377891" y="232733"/>
                  </a:lnTo>
                  <a:lnTo>
                    <a:pt x="377909" y="229360"/>
                  </a:lnTo>
                  <a:lnTo>
                    <a:pt x="377921" y="225987"/>
                  </a:lnTo>
                  <a:lnTo>
                    <a:pt x="377928" y="222614"/>
                  </a:lnTo>
                  <a:lnTo>
                    <a:pt x="377927" y="219241"/>
                  </a:lnTo>
                  <a:lnTo>
                    <a:pt x="377921" y="215868"/>
                  </a:lnTo>
                  <a:lnTo>
                    <a:pt x="377910" y="212495"/>
                  </a:lnTo>
                  <a:lnTo>
                    <a:pt x="377892" y="209122"/>
                  </a:lnTo>
                  <a:lnTo>
                    <a:pt x="377867" y="205749"/>
                  </a:lnTo>
                  <a:lnTo>
                    <a:pt x="377838" y="202376"/>
                  </a:lnTo>
                  <a:lnTo>
                    <a:pt x="377802" y="199003"/>
                  </a:lnTo>
                  <a:lnTo>
                    <a:pt x="377758" y="195630"/>
                  </a:lnTo>
                  <a:lnTo>
                    <a:pt x="377709" y="192257"/>
                  </a:lnTo>
                  <a:lnTo>
                    <a:pt x="377655" y="188884"/>
                  </a:lnTo>
                  <a:lnTo>
                    <a:pt x="377593" y="185511"/>
                  </a:lnTo>
                  <a:lnTo>
                    <a:pt x="377523" y="182139"/>
                  </a:lnTo>
                  <a:lnTo>
                    <a:pt x="377448" y="178766"/>
                  </a:lnTo>
                  <a:lnTo>
                    <a:pt x="377367" y="175393"/>
                  </a:lnTo>
                  <a:lnTo>
                    <a:pt x="377276" y="172020"/>
                  </a:lnTo>
                  <a:lnTo>
                    <a:pt x="377179" y="168647"/>
                  </a:lnTo>
                  <a:lnTo>
                    <a:pt x="377076" y="165274"/>
                  </a:lnTo>
                  <a:lnTo>
                    <a:pt x="376965" y="161901"/>
                  </a:lnTo>
                  <a:lnTo>
                    <a:pt x="376845" y="158528"/>
                  </a:lnTo>
                  <a:lnTo>
                    <a:pt x="376719" y="155155"/>
                  </a:lnTo>
                  <a:lnTo>
                    <a:pt x="376587" y="151782"/>
                  </a:lnTo>
                  <a:lnTo>
                    <a:pt x="376445" y="148409"/>
                  </a:lnTo>
                  <a:lnTo>
                    <a:pt x="376295" y="145036"/>
                  </a:lnTo>
                  <a:lnTo>
                    <a:pt x="376140" y="141663"/>
                  </a:lnTo>
                  <a:lnTo>
                    <a:pt x="375976" y="138290"/>
                  </a:lnTo>
                  <a:lnTo>
                    <a:pt x="375804" y="134917"/>
                  </a:lnTo>
                  <a:lnTo>
                    <a:pt x="375625" y="131544"/>
                  </a:lnTo>
                  <a:lnTo>
                    <a:pt x="375441" y="128171"/>
                  </a:lnTo>
                  <a:lnTo>
                    <a:pt x="375248" y="124798"/>
                  </a:lnTo>
                  <a:lnTo>
                    <a:pt x="375048" y="121426"/>
                  </a:lnTo>
                  <a:lnTo>
                    <a:pt x="374843" y="118053"/>
                  </a:lnTo>
                  <a:lnTo>
                    <a:pt x="374633" y="114680"/>
                  </a:lnTo>
                  <a:lnTo>
                    <a:pt x="374415" y="111307"/>
                  </a:lnTo>
                  <a:lnTo>
                    <a:pt x="374193" y="107934"/>
                  </a:lnTo>
                  <a:lnTo>
                    <a:pt x="373966" y="104561"/>
                  </a:lnTo>
                  <a:lnTo>
                    <a:pt x="373735" y="101188"/>
                  </a:lnTo>
                  <a:lnTo>
                    <a:pt x="373500" y="97815"/>
                  </a:lnTo>
                  <a:lnTo>
                    <a:pt x="373263" y="94442"/>
                  </a:lnTo>
                  <a:lnTo>
                    <a:pt x="373023" y="91069"/>
                  </a:lnTo>
                  <a:lnTo>
                    <a:pt x="372781" y="87696"/>
                  </a:lnTo>
                  <a:lnTo>
                    <a:pt x="372539" y="84323"/>
                  </a:lnTo>
                  <a:lnTo>
                    <a:pt x="372296" y="80950"/>
                  </a:lnTo>
                  <a:lnTo>
                    <a:pt x="372054" y="77577"/>
                  </a:lnTo>
                  <a:lnTo>
                    <a:pt x="371814" y="74204"/>
                  </a:lnTo>
                  <a:lnTo>
                    <a:pt x="371576" y="70831"/>
                  </a:lnTo>
                  <a:lnTo>
                    <a:pt x="371341" y="67458"/>
                  </a:lnTo>
                  <a:lnTo>
                    <a:pt x="371110" y="64085"/>
                  </a:lnTo>
                  <a:lnTo>
                    <a:pt x="370885" y="60713"/>
                  </a:lnTo>
                  <a:lnTo>
                    <a:pt x="370665" y="57340"/>
                  </a:lnTo>
                  <a:lnTo>
                    <a:pt x="370451" y="53967"/>
                  </a:lnTo>
                  <a:lnTo>
                    <a:pt x="370247" y="50594"/>
                  </a:lnTo>
                  <a:lnTo>
                    <a:pt x="370050" y="47221"/>
                  </a:lnTo>
                  <a:lnTo>
                    <a:pt x="369861" y="43848"/>
                  </a:lnTo>
                  <a:lnTo>
                    <a:pt x="369685" y="40475"/>
                  </a:lnTo>
                  <a:lnTo>
                    <a:pt x="369519" y="37102"/>
                  </a:lnTo>
                  <a:lnTo>
                    <a:pt x="369364" y="33729"/>
                  </a:lnTo>
                  <a:lnTo>
                    <a:pt x="369220" y="30356"/>
                  </a:lnTo>
                  <a:lnTo>
                    <a:pt x="369093" y="26983"/>
                  </a:lnTo>
                  <a:lnTo>
                    <a:pt x="368978" y="23610"/>
                  </a:lnTo>
                  <a:lnTo>
                    <a:pt x="368875" y="20237"/>
                  </a:lnTo>
                  <a:lnTo>
                    <a:pt x="368790" y="16864"/>
                  </a:lnTo>
                  <a:lnTo>
                    <a:pt x="368720" y="13491"/>
                  </a:lnTo>
                  <a:lnTo>
                    <a:pt x="368663" y="10118"/>
                  </a:lnTo>
                  <a:lnTo>
                    <a:pt x="368620" y="6745"/>
                  </a:lnTo>
                  <a:lnTo>
                    <a:pt x="368599" y="3372"/>
                  </a:lnTo>
                  <a:lnTo>
                    <a:pt x="368592" y="0"/>
                  </a:lnTo>
                  <a:lnTo>
                    <a:pt x="388508" y="0"/>
                  </a:lnTo>
                  <a:lnTo>
                    <a:pt x="388501" y="3372"/>
                  </a:lnTo>
                  <a:lnTo>
                    <a:pt x="388479" y="6745"/>
                  </a:lnTo>
                  <a:lnTo>
                    <a:pt x="388437" y="10118"/>
                  </a:lnTo>
                  <a:lnTo>
                    <a:pt x="388380" y="13491"/>
                  </a:lnTo>
                  <a:lnTo>
                    <a:pt x="388310" y="16864"/>
                  </a:lnTo>
                  <a:lnTo>
                    <a:pt x="388225" y="20237"/>
                  </a:lnTo>
                  <a:lnTo>
                    <a:pt x="388122" y="23610"/>
                  </a:lnTo>
                  <a:lnTo>
                    <a:pt x="388007" y="26983"/>
                  </a:lnTo>
                  <a:lnTo>
                    <a:pt x="387880" y="30356"/>
                  </a:lnTo>
                  <a:lnTo>
                    <a:pt x="387736" y="33729"/>
                  </a:lnTo>
                  <a:lnTo>
                    <a:pt x="387581" y="37102"/>
                  </a:lnTo>
                  <a:lnTo>
                    <a:pt x="387415" y="40475"/>
                  </a:lnTo>
                  <a:lnTo>
                    <a:pt x="387239" y="43848"/>
                  </a:lnTo>
                  <a:lnTo>
                    <a:pt x="387050" y="47221"/>
                  </a:lnTo>
                  <a:lnTo>
                    <a:pt x="386853" y="50594"/>
                  </a:lnTo>
                  <a:lnTo>
                    <a:pt x="386649" y="53967"/>
                  </a:lnTo>
                  <a:lnTo>
                    <a:pt x="386435" y="57340"/>
                  </a:lnTo>
                  <a:lnTo>
                    <a:pt x="386215" y="60713"/>
                  </a:lnTo>
                  <a:lnTo>
                    <a:pt x="385990" y="64085"/>
                  </a:lnTo>
                  <a:lnTo>
                    <a:pt x="385759" y="67458"/>
                  </a:lnTo>
                  <a:lnTo>
                    <a:pt x="385524" y="70831"/>
                  </a:lnTo>
                  <a:lnTo>
                    <a:pt x="385286" y="74204"/>
                  </a:lnTo>
                  <a:lnTo>
                    <a:pt x="385046" y="77577"/>
                  </a:lnTo>
                  <a:lnTo>
                    <a:pt x="384804" y="80950"/>
                  </a:lnTo>
                  <a:lnTo>
                    <a:pt x="384561" y="84323"/>
                  </a:lnTo>
                  <a:lnTo>
                    <a:pt x="384319" y="87696"/>
                  </a:lnTo>
                  <a:lnTo>
                    <a:pt x="384077" y="91069"/>
                  </a:lnTo>
                  <a:lnTo>
                    <a:pt x="383837" y="94442"/>
                  </a:lnTo>
                  <a:lnTo>
                    <a:pt x="383600" y="97815"/>
                  </a:lnTo>
                  <a:lnTo>
                    <a:pt x="383365" y="101188"/>
                  </a:lnTo>
                  <a:lnTo>
                    <a:pt x="383134" y="104561"/>
                  </a:lnTo>
                  <a:lnTo>
                    <a:pt x="382907" y="107934"/>
                  </a:lnTo>
                  <a:lnTo>
                    <a:pt x="382685" y="111307"/>
                  </a:lnTo>
                  <a:lnTo>
                    <a:pt x="382467" y="114680"/>
                  </a:lnTo>
                  <a:lnTo>
                    <a:pt x="382257" y="118053"/>
                  </a:lnTo>
                  <a:lnTo>
                    <a:pt x="382052" y="121426"/>
                  </a:lnTo>
                  <a:lnTo>
                    <a:pt x="381852" y="124798"/>
                  </a:lnTo>
                  <a:lnTo>
                    <a:pt x="381659" y="128171"/>
                  </a:lnTo>
                  <a:lnTo>
                    <a:pt x="381474" y="131544"/>
                  </a:lnTo>
                  <a:lnTo>
                    <a:pt x="381296" y="134917"/>
                  </a:lnTo>
                  <a:lnTo>
                    <a:pt x="381124" y="138290"/>
                  </a:lnTo>
                  <a:lnTo>
                    <a:pt x="380960" y="141663"/>
                  </a:lnTo>
                  <a:lnTo>
                    <a:pt x="380805" y="145036"/>
                  </a:lnTo>
                  <a:lnTo>
                    <a:pt x="380655" y="148409"/>
                  </a:lnTo>
                  <a:lnTo>
                    <a:pt x="380513" y="151782"/>
                  </a:lnTo>
                  <a:lnTo>
                    <a:pt x="380381" y="155155"/>
                  </a:lnTo>
                  <a:lnTo>
                    <a:pt x="380255" y="158528"/>
                  </a:lnTo>
                  <a:lnTo>
                    <a:pt x="380135" y="161901"/>
                  </a:lnTo>
                  <a:lnTo>
                    <a:pt x="380024" y="165274"/>
                  </a:lnTo>
                  <a:lnTo>
                    <a:pt x="379921" y="168647"/>
                  </a:lnTo>
                  <a:lnTo>
                    <a:pt x="379824" y="172020"/>
                  </a:lnTo>
                  <a:lnTo>
                    <a:pt x="379733" y="175393"/>
                  </a:lnTo>
                  <a:lnTo>
                    <a:pt x="379652" y="178766"/>
                  </a:lnTo>
                  <a:lnTo>
                    <a:pt x="379577" y="182139"/>
                  </a:lnTo>
                  <a:lnTo>
                    <a:pt x="379507" y="185511"/>
                  </a:lnTo>
                  <a:lnTo>
                    <a:pt x="379445" y="188884"/>
                  </a:lnTo>
                  <a:lnTo>
                    <a:pt x="379391" y="192257"/>
                  </a:lnTo>
                  <a:lnTo>
                    <a:pt x="379342" y="195630"/>
                  </a:lnTo>
                  <a:lnTo>
                    <a:pt x="379298" y="199003"/>
                  </a:lnTo>
                  <a:lnTo>
                    <a:pt x="379262" y="202376"/>
                  </a:lnTo>
                  <a:lnTo>
                    <a:pt x="379233" y="205749"/>
                  </a:lnTo>
                  <a:lnTo>
                    <a:pt x="379208" y="209122"/>
                  </a:lnTo>
                  <a:lnTo>
                    <a:pt x="379190" y="212495"/>
                  </a:lnTo>
                  <a:lnTo>
                    <a:pt x="379179" y="215868"/>
                  </a:lnTo>
                  <a:lnTo>
                    <a:pt x="379173" y="219241"/>
                  </a:lnTo>
                  <a:lnTo>
                    <a:pt x="379172" y="222614"/>
                  </a:lnTo>
                  <a:lnTo>
                    <a:pt x="379178" y="225987"/>
                  </a:lnTo>
                  <a:lnTo>
                    <a:pt x="379191" y="229360"/>
                  </a:lnTo>
                  <a:lnTo>
                    <a:pt x="379209" y="232733"/>
                  </a:lnTo>
                  <a:lnTo>
                    <a:pt x="379232" y="236106"/>
                  </a:lnTo>
                  <a:lnTo>
                    <a:pt x="379263" y="239479"/>
                  </a:lnTo>
                  <a:lnTo>
                    <a:pt x="379300" y="242852"/>
                  </a:lnTo>
                  <a:lnTo>
                    <a:pt x="379342" y="246224"/>
                  </a:lnTo>
                  <a:lnTo>
                    <a:pt x="379391" y="249597"/>
                  </a:lnTo>
                  <a:lnTo>
                    <a:pt x="379447" y="252970"/>
                  </a:lnTo>
                  <a:lnTo>
                    <a:pt x="379509" y="256343"/>
                  </a:lnTo>
                  <a:lnTo>
                    <a:pt x="379577" y="259716"/>
                  </a:lnTo>
                  <a:lnTo>
                    <a:pt x="379654" y="263089"/>
                  </a:lnTo>
                  <a:lnTo>
                    <a:pt x="379737" y="266462"/>
                  </a:lnTo>
                  <a:lnTo>
                    <a:pt x="379826" y="269835"/>
                  </a:lnTo>
                  <a:lnTo>
                    <a:pt x="379923" y="273208"/>
                  </a:lnTo>
                  <a:lnTo>
                    <a:pt x="380028" y="276581"/>
                  </a:lnTo>
                  <a:lnTo>
                    <a:pt x="380140" y="279954"/>
                  </a:lnTo>
                  <a:lnTo>
                    <a:pt x="380258" y="283327"/>
                  </a:lnTo>
                  <a:lnTo>
                    <a:pt x="380386" y="286700"/>
                  </a:lnTo>
                  <a:lnTo>
                    <a:pt x="380521" y="290073"/>
                  </a:lnTo>
                  <a:lnTo>
                    <a:pt x="380663" y="293446"/>
                  </a:lnTo>
                  <a:lnTo>
                    <a:pt x="380813" y="296819"/>
                  </a:lnTo>
                  <a:lnTo>
                    <a:pt x="380972" y="300192"/>
                  </a:lnTo>
                  <a:lnTo>
                    <a:pt x="381137" y="303565"/>
                  </a:lnTo>
                  <a:lnTo>
                    <a:pt x="381310" y="306937"/>
                  </a:lnTo>
                  <a:lnTo>
                    <a:pt x="381491" y="310310"/>
                  </a:lnTo>
                  <a:lnTo>
                    <a:pt x="381680" y="313683"/>
                  </a:lnTo>
                  <a:lnTo>
                    <a:pt x="381875" y="317056"/>
                  </a:lnTo>
                  <a:lnTo>
                    <a:pt x="382076" y="320429"/>
                  </a:lnTo>
                  <a:lnTo>
                    <a:pt x="382287" y="323802"/>
                  </a:lnTo>
                  <a:lnTo>
                    <a:pt x="382503" y="327175"/>
                  </a:lnTo>
                  <a:lnTo>
                    <a:pt x="382724" y="330548"/>
                  </a:lnTo>
                  <a:lnTo>
                    <a:pt x="382953" y="333921"/>
                  </a:lnTo>
                  <a:lnTo>
                    <a:pt x="383187" y="337294"/>
                  </a:lnTo>
                  <a:lnTo>
                    <a:pt x="383425" y="340667"/>
                  </a:lnTo>
                  <a:lnTo>
                    <a:pt x="383667" y="344040"/>
                  </a:lnTo>
                  <a:lnTo>
                    <a:pt x="383916" y="347413"/>
                  </a:lnTo>
                  <a:lnTo>
                    <a:pt x="384167" y="350786"/>
                  </a:lnTo>
                  <a:lnTo>
                    <a:pt x="384420" y="354159"/>
                  </a:lnTo>
                  <a:lnTo>
                    <a:pt x="384677" y="357532"/>
                  </a:lnTo>
                  <a:lnTo>
                    <a:pt x="384935" y="360905"/>
                  </a:lnTo>
                  <a:lnTo>
                    <a:pt x="385194" y="364278"/>
                  </a:lnTo>
                  <a:lnTo>
                    <a:pt x="385455" y="367650"/>
                  </a:lnTo>
                  <a:lnTo>
                    <a:pt x="385715" y="371023"/>
                  </a:lnTo>
                  <a:lnTo>
                    <a:pt x="385974" y="374396"/>
                  </a:lnTo>
                  <a:lnTo>
                    <a:pt x="386233" y="377769"/>
                  </a:lnTo>
                  <a:lnTo>
                    <a:pt x="386490" y="381142"/>
                  </a:lnTo>
                  <a:lnTo>
                    <a:pt x="386743" y="384515"/>
                  </a:lnTo>
                  <a:lnTo>
                    <a:pt x="386994" y="387888"/>
                  </a:lnTo>
                  <a:lnTo>
                    <a:pt x="387243" y="391261"/>
                  </a:lnTo>
                  <a:lnTo>
                    <a:pt x="387486" y="394634"/>
                  </a:lnTo>
                  <a:lnTo>
                    <a:pt x="387725" y="398007"/>
                  </a:lnTo>
                  <a:lnTo>
                    <a:pt x="387959" y="401380"/>
                  </a:lnTo>
                  <a:lnTo>
                    <a:pt x="388189" y="404753"/>
                  </a:lnTo>
                  <a:lnTo>
                    <a:pt x="388412" y="408126"/>
                  </a:lnTo>
                  <a:lnTo>
                    <a:pt x="388630" y="411499"/>
                  </a:lnTo>
                  <a:lnTo>
                    <a:pt x="388844" y="414872"/>
                  </a:lnTo>
                  <a:lnTo>
                    <a:pt x="389050" y="418245"/>
                  </a:lnTo>
                  <a:lnTo>
                    <a:pt x="389251" y="421618"/>
                  </a:lnTo>
                  <a:lnTo>
                    <a:pt x="389447" y="424991"/>
                  </a:lnTo>
                  <a:lnTo>
                    <a:pt x="389638" y="428363"/>
                  </a:lnTo>
                  <a:lnTo>
                    <a:pt x="389823" y="431736"/>
                  </a:lnTo>
                  <a:lnTo>
                    <a:pt x="390003" y="435109"/>
                  </a:lnTo>
                  <a:lnTo>
                    <a:pt x="390181" y="438482"/>
                  </a:lnTo>
                  <a:lnTo>
                    <a:pt x="390354" y="441855"/>
                  </a:lnTo>
                  <a:lnTo>
                    <a:pt x="390525" y="445228"/>
                  </a:lnTo>
                  <a:lnTo>
                    <a:pt x="390694" y="448601"/>
                  </a:lnTo>
                  <a:lnTo>
                    <a:pt x="390862" y="451974"/>
                  </a:lnTo>
                  <a:lnTo>
                    <a:pt x="391030" y="455347"/>
                  </a:lnTo>
                  <a:lnTo>
                    <a:pt x="391200" y="458720"/>
                  </a:lnTo>
                  <a:lnTo>
                    <a:pt x="391371" y="462093"/>
                  </a:lnTo>
                  <a:lnTo>
                    <a:pt x="391546" y="465466"/>
                  </a:lnTo>
                  <a:lnTo>
                    <a:pt x="391727" y="468839"/>
                  </a:lnTo>
                  <a:lnTo>
                    <a:pt x="391913" y="472212"/>
                  </a:lnTo>
                  <a:lnTo>
                    <a:pt x="392106" y="475585"/>
                  </a:lnTo>
                  <a:lnTo>
                    <a:pt x="392309" y="478958"/>
                  </a:lnTo>
                  <a:lnTo>
                    <a:pt x="392523" y="482331"/>
                  </a:lnTo>
                  <a:lnTo>
                    <a:pt x="392747" y="485704"/>
                  </a:lnTo>
                  <a:lnTo>
                    <a:pt x="392983" y="489076"/>
                  </a:lnTo>
                  <a:lnTo>
                    <a:pt x="393239" y="492449"/>
                  </a:lnTo>
                  <a:lnTo>
                    <a:pt x="393508" y="495822"/>
                  </a:lnTo>
                  <a:lnTo>
                    <a:pt x="393793" y="499195"/>
                  </a:lnTo>
                  <a:lnTo>
                    <a:pt x="394099" y="502568"/>
                  </a:lnTo>
                  <a:lnTo>
                    <a:pt x="394426" y="505941"/>
                  </a:lnTo>
                  <a:lnTo>
                    <a:pt x="394773" y="509314"/>
                  </a:lnTo>
                  <a:lnTo>
                    <a:pt x="395138" y="512687"/>
                  </a:lnTo>
                  <a:lnTo>
                    <a:pt x="395536" y="516060"/>
                  </a:lnTo>
                  <a:lnTo>
                    <a:pt x="395955" y="519433"/>
                  </a:lnTo>
                  <a:lnTo>
                    <a:pt x="396395" y="522806"/>
                  </a:lnTo>
                  <a:lnTo>
                    <a:pt x="396864" y="526179"/>
                  </a:lnTo>
                  <a:lnTo>
                    <a:pt x="397363" y="529552"/>
                  </a:lnTo>
                  <a:lnTo>
                    <a:pt x="397886" y="532925"/>
                  </a:lnTo>
                  <a:lnTo>
                    <a:pt x="398432" y="536298"/>
                  </a:lnTo>
                  <a:lnTo>
                    <a:pt x="399015" y="539671"/>
                  </a:lnTo>
                  <a:lnTo>
                    <a:pt x="399623" y="543044"/>
                  </a:lnTo>
                  <a:lnTo>
                    <a:pt x="400255" y="546417"/>
                  </a:lnTo>
                  <a:lnTo>
                    <a:pt x="400915" y="549789"/>
                  </a:lnTo>
                  <a:lnTo>
                    <a:pt x="401608" y="553162"/>
                  </a:lnTo>
                  <a:lnTo>
                    <a:pt x="402323" y="556535"/>
                  </a:lnTo>
                  <a:lnTo>
                    <a:pt x="403061" y="559908"/>
                  </a:lnTo>
                  <a:lnTo>
                    <a:pt x="403831" y="563281"/>
                  </a:lnTo>
                  <a:lnTo>
                    <a:pt x="404624" y="566654"/>
                  </a:lnTo>
                  <a:lnTo>
                    <a:pt x="405437" y="570027"/>
                  </a:lnTo>
                  <a:lnTo>
                    <a:pt x="406271" y="573400"/>
                  </a:lnTo>
                  <a:lnTo>
                    <a:pt x="407133" y="576773"/>
                  </a:lnTo>
                  <a:lnTo>
                    <a:pt x="408011" y="580146"/>
                  </a:lnTo>
                  <a:lnTo>
                    <a:pt x="408904" y="583519"/>
                  </a:lnTo>
                  <a:lnTo>
                    <a:pt x="409818" y="586892"/>
                  </a:lnTo>
                  <a:lnTo>
                    <a:pt x="410747" y="590265"/>
                  </a:lnTo>
                  <a:lnTo>
                    <a:pt x="411688" y="593638"/>
                  </a:lnTo>
                  <a:lnTo>
                    <a:pt x="412641" y="597011"/>
                  </a:lnTo>
                  <a:lnTo>
                    <a:pt x="413607" y="600384"/>
                  </a:lnTo>
                  <a:lnTo>
                    <a:pt x="414581" y="603757"/>
                  </a:lnTo>
                  <a:lnTo>
                    <a:pt x="415561" y="607130"/>
                  </a:lnTo>
                  <a:lnTo>
                    <a:pt x="416547" y="610502"/>
                  </a:lnTo>
                  <a:lnTo>
                    <a:pt x="417539" y="613875"/>
                  </a:lnTo>
                  <a:lnTo>
                    <a:pt x="418533" y="617248"/>
                  </a:lnTo>
                  <a:lnTo>
                    <a:pt x="419528" y="620621"/>
                  </a:lnTo>
                  <a:lnTo>
                    <a:pt x="420524" y="623994"/>
                  </a:lnTo>
                  <a:lnTo>
                    <a:pt x="421518" y="627367"/>
                  </a:lnTo>
                  <a:lnTo>
                    <a:pt x="422511" y="630740"/>
                  </a:lnTo>
                  <a:lnTo>
                    <a:pt x="423500" y="634113"/>
                  </a:lnTo>
                  <a:lnTo>
                    <a:pt x="424485" y="637486"/>
                  </a:lnTo>
                  <a:lnTo>
                    <a:pt x="425466" y="640859"/>
                  </a:lnTo>
                  <a:lnTo>
                    <a:pt x="426442" y="644232"/>
                  </a:lnTo>
                  <a:lnTo>
                    <a:pt x="427410" y="647605"/>
                  </a:lnTo>
                  <a:lnTo>
                    <a:pt x="428373" y="650978"/>
                  </a:lnTo>
                  <a:lnTo>
                    <a:pt x="429329" y="654351"/>
                  </a:lnTo>
                  <a:lnTo>
                    <a:pt x="430280" y="657724"/>
                  </a:lnTo>
                  <a:lnTo>
                    <a:pt x="431222" y="661097"/>
                  </a:lnTo>
                  <a:lnTo>
                    <a:pt x="432158" y="664470"/>
                  </a:lnTo>
                  <a:lnTo>
                    <a:pt x="433089" y="667843"/>
                  </a:lnTo>
                  <a:lnTo>
                    <a:pt x="434013" y="671215"/>
                  </a:lnTo>
                  <a:lnTo>
                    <a:pt x="434931" y="674588"/>
                  </a:lnTo>
                  <a:lnTo>
                    <a:pt x="435844" y="677961"/>
                  </a:lnTo>
                  <a:lnTo>
                    <a:pt x="436753" y="681334"/>
                  </a:lnTo>
                  <a:lnTo>
                    <a:pt x="437658" y="684707"/>
                  </a:lnTo>
                  <a:lnTo>
                    <a:pt x="438559" y="688080"/>
                  </a:lnTo>
                  <a:lnTo>
                    <a:pt x="439459" y="691453"/>
                  </a:lnTo>
                  <a:lnTo>
                    <a:pt x="440356" y="694826"/>
                  </a:lnTo>
                  <a:lnTo>
                    <a:pt x="441252" y="698199"/>
                  </a:lnTo>
                  <a:lnTo>
                    <a:pt x="442149" y="701572"/>
                  </a:lnTo>
                  <a:lnTo>
                    <a:pt x="443045" y="704945"/>
                  </a:lnTo>
                  <a:lnTo>
                    <a:pt x="443943" y="708318"/>
                  </a:lnTo>
                  <a:lnTo>
                    <a:pt x="444842" y="711691"/>
                  </a:lnTo>
                  <a:lnTo>
                    <a:pt x="445744" y="715064"/>
                  </a:lnTo>
                  <a:lnTo>
                    <a:pt x="446648" y="718437"/>
                  </a:lnTo>
                  <a:lnTo>
                    <a:pt x="447557" y="721810"/>
                  </a:lnTo>
                  <a:lnTo>
                    <a:pt x="448468" y="725183"/>
                  </a:lnTo>
                  <a:lnTo>
                    <a:pt x="449383" y="728556"/>
                  </a:lnTo>
                  <a:lnTo>
                    <a:pt x="450302" y="731928"/>
                  </a:lnTo>
                  <a:lnTo>
                    <a:pt x="451225" y="735301"/>
                  </a:lnTo>
                  <a:lnTo>
                    <a:pt x="452151" y="738674"/>
                  </a:lnTo>
                  <a:lnTo>
                    <a:pt x="453081" y="742047"/>
                  </a:lnTo>
                  <a:lnTo>
                    <a:pt x="454015" y="745420"/>
                  </a:lnTo>
                  <a:lnTo>
                    <a:pt x="454951" y="748793"/>
                  </a:lnTo>
                  <a:lnTo>
                    <a:pt x="455889" y="752166"/>
                  </a:lnTo>
                  <a:lnTo>
                    <a:pt x="456830" y="755539"/>
                  </a:lnTo>
                  <a:lnTo>
                    <a:pt x="457771" y="758912"/>
                  </a:lnTo>
                  <a:lnTo>
                    <a:pt x="458711" y="762285"/>
                  </a:lnTo>
                  <a:lnTo>
                    <a:pt x="459652" y="765658"/>
                  </a:lnTo>
                  <a:lnTo>
                    <a:pt x="460590" y="769031"/>
                  </a:lnTo>
                  <a:lnTo>
                    <a:pt x="461526" y="772404"/>
                  </a:lnTo>
                  <a:lnTo>
                    <a:pt x="462459" y="775777"/>
                  </a:lnTo>
                  <a:lnTo>
                    <a:pt x="463386" y="779150"/>
                  </a:lnTo>
                  <a:lnTo>
                    <a:pt x="464307" y="782523"/>
                  </a:lnTo>
                  <a:lnTo>
                    <a:pt x="465223" y="785896"/>
                  </a:lnTo>
                  <a:lnTo>
                    <a:pt x="466132" y="789269"/>
                  </a:lnTo>
                  <a:lnTo>
                    <a:pt x="467030" y="792641"/>
                  </a:lnTo>
                  <a:lnTo>
                    <a:pt x="467920" y="796014"/>
                  </a:lnTo>
                  <a:lnTo>
                    <a:pt x="468801" y="799387"/>
                  </a:lnTo>
                  <a:lnTo>
                    <a:pt x="469672" y="802760"/>
                  </a:lnTo>
                  <a:lnTo>
                    <a:pt x="470529" y="806133"/>
                  </a:lnTo>
                  <a:lnTo>
                    <a:pt x="471377" y="809506"/>
                  </a:lnTo>
                  <a:lnTo>
                    <a:pt x="472216" y="812879"/>
                  </a:lnTo>
                  <a:lnTo>
                    <a:pt x="473040" y="816252"/>
                  </a:lnTo>
                  <a:lnTo>
                    <a:pt x="473853" y="819625"/>
                  </a:lnTo>
                  <a:lnTo>
                    <a:pt x="474657" y="822998"/>
                  </a:lnTo>
                  <a:lnTo>
                    <a:pt x="475452" y="826371"/>
                  </a:lnTo>
                  <a:lnTo>
                    <a:pt x="476234" y="829744"/>
                  </a:lnTo>
                  <a:lnTo>
                    <a:pt x="477009" y="833117"/>
                  </a:lnTo>
                  <a:lnTo>
                    <a:pt x="477778" y="836490"/>
                  </a:lnTo>
                  <a:lnTo>
                    <a:pt x="478539" y="839863"/>
                  </a:lnTo>
                  <a:lnTo>
                    <a:pt x="479296" y="843236"/>
                  </a:lnTo>
                  <a:lnTo>
                    <a:pt x="480050" y="846609"/>
                  </a:lnTo>
                  <a:lnTo>
                    <a:pt x="480804" y="849982"/>
                  </a:lnTo>
                  <a:lnTo>
                    <a:pt x="481558" y="853354"/>
                  </a:lnTo>
                  <a:lnTo>
                    <a:pt x="482316" y="856727"/>
                  </a:lnTo>
                  <a:lnTo>
                    <a:pt x="483079" y="860100"/>
                  </a:lnTo>
                  <a:lnTo>
                    <a:pt x="483850" y="863473"/>
                  </a:lnTo>
                  <a:lnTo>
                    <a:pt x="484634" y="866846"/>
                  </a:lnTo>
                  <a:lnTo>
                    <a:pt x="485429" y="870219"/>
                  </a:lnTo>
                  <a:lnTo>
                    <a:pt x="486237" y="873592"/>
                  </a:lnTo>
                  <a:lnTo>
                    <a:pt x="487071" y="876965"/>
                  </a:lnTo>
                  <a:lnTo>
                    <a:pt x="487925" y="880338"/>
                  </a:lnTo>
                  <a:lnTo>
                    <a:pt x="488800" y="883711"/>
                  </a:lnTo>
                  <a:lnTo>
                    <a:pt x="489702" y="887084"/>
                  </a:lnTo>
                  <a:lnTo>
                    <a:pt x="490641" y="890457"/>
                  </a:lnTo>
                  <a:lnTo>
                    <a:pt x="491609" y="893830"/>
                  </a:lnTo>
                  <a:lnTo>
                    <a:pt x="492607" y="897203"/>
                  </a:lnTo>
                  <a:lnTo>
                    <a:pt x="493653" y="900576"/>
                  </a:lnTo>
                  <a:lnTo>
                    <a:pt x="494740" y="903949"/>
                  </a:lnTo>
                  <a:lnTo>
                    <a:pt x="495863" y="907322"/>
                  </a:lnTo>
                  <a:lnTo>
                    <a:pt x="497030" y="910695"/>
                  </a:lnTo>
                  <a:lnTo>
                    <a:pt x="498258" y="914067"/>
                  </a:lnTo>
                  <a:lnTo>
                    <a:pt x="499530" y="917440"/>
                  </a:lnTo>
                  <a:lnTo>
                    <a:pt x="500844" y="920813"/>
                  </a:lnTo>
                  <a:lnTo>
                    <a:pt x="502223" y="924186"/>
                  </a:lnTo>
                  <a:lnTo>
                    <a:pt x="503659" y="927559"/>
                  </a:lnTo>
                  <a:lnTo>
                    <a:pt x="505142" y="930932"/>
                  </a:lnTo>
                  <a:lnTo>
                    <a:pt x="506676" y="934305"/>
                  </a:lnTo>
                  <a:lnTo>
                    <a:pt x="508289" y="937678"/>
                  </a:lnTo>
                  <a:lnTo>
                    <a:pt x="509951" y="941051"/>
                  </a:lnTo>
                  <a:lnTo>
                    <a:pt x="511663" y="944424"/>
                  </a:lnTo>
                  <a:lnTo>
                    <a:pt x="513442" y="947797"/>
                  </a:lnTo>
                  <a:lnTo>
                    <a:pt x="515287" y="951170"/>
                  </a:lnTo>
                  <a:lnTo>
                    <a:pt x="517182" y="954543"/>
                  </a:lnTo>
                  <a:lnTo>
                    <a:pt x="519126" y="957916"/>
                  </a:lnTo>
                  <a:lnTo>
                    <a:pt x="521149" y="961289"/>
                  </a:lnTo>
                  <a:lnTo>
                    <a:pt x="523222" y="964662"/>
                  </a:lnTo>
                  <a:lnTo>
                    <a:pt x="525342" y="968035"/>
                  </a:lnTo>
                  <a:lnTo>
                    <a:pt x="527520" y="971408"/>
                  </a:lnTo>
                  <a:lnTo>
                    <a:pt x="529760" y="974780"/>
                  </a:lnTo>
                  <a:lnTo>
                    <a:pt x="532044" y="978153"/>
                  </a:lnTo>
                  <a:lnTo>
                    <a:pt x="534371" y="981526"/>
                  </a:lnTo>
                  <a:lnTo>
                    <a:pt x="536758" y="984899"/>
                  </a:lnTo>
                  <a:lnTo>
                    <a:pt x="539189" y="988272"/>
                  </a:lnTo>
                  <a:lnTo>
                    <a:pt x="541656" y="991645"/>
                  </a:lnTo>
                  <a:lnTo>
                    <a:pt x="544163" y="995018"/>
                  </a:lnTo>
                  <a:lnTo>
                    <a:pt x="546718" y="998391"/>
                  </a:lnTo>
                  <a:lnTo>
                    <a:pt x="549303" y="1001764"/>
                  </a:lnTo>
                  <a:lnTo>
                    <a:pt x="551915" y="1005137"/>
                  </a:lnTo>
                  <a:lnTo>
                    <a:pt x="554565" y="1008510"/>
                  </a:lnTo>
                  <a:lnTo>
                    <a:pt x="557240" y="1011883"/>
                  </a:lnTo>
                  <a:lnTo>
                    <a:pt x="559936" y="1015256"/>
                  </a:lnTo>
                  <a:lnTo>
                    <a:pt x="562651" y="1018629"/>
                  </a:lnTo>
                  <a:lnTo>
                    <a:pt x="565389" y="1022002"/>
                  </a:lnTo>
                  <a:lnTo>
                    <a:pt x="568137" y="1025375"/>
                  </a:lnTo>
                  <a:lnTo>
                    <a:pt x="570896" y="1028748"/>
                  </a:lnTo>
                  <a:lnTo>
                    <a:pt x="573663" y="1032121"/>
                  </a:lnTo>
                  <a:lnTo>
                    <a:pt x="576434" y="1035493"/>
                  </a:lnTo>
                  <a:lnTo>
                    <a:pt x="579205" y="1038866"/>
                  </a:lnTo>
                  <a:lnTo>
                    <a:pt x="581975" y="1042239"/>
                  </a:lnTo>
                  <a:lnTo>
                    <a:pt x="584737" y="1045612"/>
                  </a:lnTo>
                  <a:lnTo>
                    <a:pt x="587490" y="1048985"/>
                  </a:lnTo>
                  <a:lnTo>
                    <a:pt x="590234" y="1052358"/>
                  </a:lnTo>
                  <a:lnTo>
                    <a:pt x="592961" y="1055731"/>
                  </a:lnTo>
                  <a:lnTo>
                    <a:pt x="595667" y="1059104"/>
                  </a:lnTo>
                  <a:lnTo>
                    <a:pt x="598354" y="1062477"/>
                  </a:lnTo>
                  <a:lnTo>
                    <a:pt x="601022" y="1065850"/>
                  </a:lnTo>
                  <a:lnTo>
                    <a:pt x="603655" y="1069223"/>
                  </a:lnTo>
                  <a:lnTo>
                    <a:pt x="606261" y="1072596"/>
                  </a:lnTo>
                  <a:lnTo>
                    <a:pt x="608840" y="1075969"/>
                  </a:lnTo>
                  <a:lnTo>
                    <a:pt x="611387" y="1079342"/>
                  </a:lnTo>
                  <a:lnTo>
                    <a:pt x="613889" y="1082715"/>
                  </a:lnTo>
                  <a:lnTo>
                    <a:pt x="616360" y="1086088"/>
                  </a:lnTo>
                  <a:lnTo>
                    <a:pt x="617480" y="1087638"/>
                  </a:lnTo>
                  <a:lnTo>
                    <a:pt x="618798" y="1089461"/>
                  </a:lnTo>
                  <a:lnTo>
                    <a:pt x="621189" y="1092834"/>
                  </a:lnTo>
                  <a:lnTo>
                    <a:pt x="623537" y="1096206"/>
                  </a:lnTo>
                  <a:lnTo>
                    <a:pt x="625851" y="1099579"/>
                  </a:lnTo>
                  <a:lnTo>
                    <a:pt x="628126" y="1102952"/>
                  </a:lnTo>
                  <a:lnTo>
                    <a:pt x="630346" y="1106325"/>
                  </a:lnTo>
                  <a:lnTo>
                    <a:pt x="632530" y="1109698"/>
                  </a:lnTo>
                  <a:lnTo>
                    <a:pt x="634678" y="1113071"/>
                  </a:lnTo>
                  <a:lnTo>
                    <a:pt x="636779" y="1116444"/>
                  </a:lnTo>
                  <a:lnTo>
                    <a:pt x="638837" y="1119817"/>
                  </a:lnTo>
                  <a:lnTo>
                    <a:pt x="640861" y="1123190"/>
                  </a:lnTo>
                  <a:lnTo>
                    <a:pt x="642853" y="1126563"/>
                  </a:lnTo>
                  <a:lnTo>
                    <a:pt x="644795" y="1129936"/>
                  </a:lnTo>
                  <a:lnTo>
                    <a:pt x="646708" y="1133309"/>
                  </a:lnTo>
                  <a:lnTo>
                    <a:pt x="648593" y="1136682"/>
                  </a:lnTo>
                  <a:lnTo>
                    <a:pt x="650446" y="1140055"/>
                  </a:lnTo>
                  <a:lnTo>
                    <a:pt x="652267" y="1143428"/>
                  </a:lnTo>
                  <a:lnTo>
                    <a:pt x="654067" y="1146801"/>
                  </a:lnTo>
                  <a:lnTo>
                    <a:pt x="655848" y="1150174"/>
                  </a:lnTo>
                  <a:lnTo>
                    <a:pt x="657604" y="1153547"/>
                  </a:lnTo>
                  <a:lnTo>
                    <a:pt x="659345" y="1156919"/>
                  </a:lnTo>
                  <a:lnTo>
                    <a:pt x="661075" y="1160292"/>
                  </a:lnTo>
                  <a:lnTo>
                    <a:pt x="662794" y="1163665"/>
                  </a:lnTo>
                  <a:lnTo>
                    <a:pt x="664505" y="1167038"/>
                  </a:lnTo>
                  <a:lnTo>
                    <a:pt x="666213" y="1170411"/>
                  </a:lnTo>
                  <a:lnTo>
                    <a:pt x="667920" y="1173784"/>
                  </a:lnTo>
                  <a:lnTo>
                    <a:pt x="669629" y="1177157"/>
                  </a:lnTo>
                  <a:lnTo>
                    <a:pt x="671344" y="1180530"/>
                  </a:lnTo>
                  <a:lnTo>
                    <a:pt x="673067" y="1183903"/>
                  </a:lnTo>
                  <a:lnTo>
                    <a:pt x="674798" y="1187276"/>
                  </a:lnTo>
                  <a:lnTo>
                    <a:pt x="676547" y="1190649"/>
                  </a:lnTo>
                  <a:lnTo>
                    <a:pt x="678309" y="1194022"/>
                  </a:lnTo>
                  <a:lnTo>
                    <a:pt x="680087" y="1197395"/>
                  </a:lnTo>
                  <a:lnTo>
                    <a:pt x="681886" y="1200768"/>
                  </a:lnTo>
                  <a:lnTo>
                    <a:pt x="683708" y="1204141"/>
                  </a:lnTo>
                  <a:lnTo>
                    <a:pt x="685549" y="1207514"/>
                  </a:lnTo>
                  <a:lnTo>
                    <a:pt x="687410" y="1210887"/>
                  </a:lnTo>
                  <a:lnTo>
                    <a:pt x="689303" y="1214260"/>
                  </a:lnTo>
                  <a:lnTo>
                    <a:pt x="691217" y="1217632"/>
                  </a:lnTo>
                  <a:lnTo>
                    <a:pt x="693152" y="1221005"/>
                  </a:lnTo>
                  <a:lnTo>
                    <a:pt x="695113" y="1224378"/>
                  </a:lnTo>
                  <a:lnTo>
                    <a:pt x="697100" y="1227751"/>
                  </a:lnTo>
                  <a:lnTo>
                    <a:pt x="699106" y="1231124"/>
                  </a:lnTo>
                  <a:lnTo>
                    <a:pt x="701131" y="1234497"/>
                  </a:lnTo>
                  <a:lnTo>
                    <a:pt x="703180" y="1237870"/>
                  </a:lnTo>
                  <a:lnTo>
                    <a:pt x="705245" y="1241243"/>
                  </a:lnTo>
                  <a:lnTo>
                    <a:pt x="707322" y="1244616"/>
                  </a:lnTo>
                  <a:lnTo>
                    <a:pt x="709412" y="1247989"/>
                  </a:lnTo>
                  <a:lnTo>
                    <a:pt x="711514" y="1251362"/>
                  </a:lnTo>
                  <a:lnTo>
                    <a:pt x="713619" y="1254735"/>
                  </a:lnTo>
                  <a:lnTo>
                    <a:pt x="715727" y="1258108"/>
                  </a:lnTo>
                  <a:lnTo>
                    <a:pt x="717835" y="1261481"/>
                  </a:lnTo>
                  <a:lnTo>
                    <a:pt x="719935" y="1264854"/>
                  </a:lnTo>
                  <a:lnTo>
                    <a:pt x="722027" y="1268227"/>
                  </a:lnTo>
                  <a:lnTo>
                    <a:pt x="724108" y="1271600"/>
                  </a:lnTo>
                  <a:lnTo>
                    <a:pt x="726164" y="1274973"/>
                  </a:lnTo>
                  <a:lnTo>
                    <a:pt x="726352" y="1275284"/>
                  </a:lnTo>
                  <a:lnTo>
                    <a:pt x="728199" y="1278345"/>
                  </a:lnTo>
                  <a:lnTo>
                    <a:pt x="730210" y="1281718"/>
                  </a:lnTo>
                  <a:lnTo>
                    <a:pt x="732184" y="1285091"/>
                  </a:lnTo>
                  <a:lnTo>
                    <a:pt x="734115" y="1288464"/>
                  </a:lnTo>
                  <a:lnTo>
                    <a:pt x="736009" y="1291837"/>
                  </a:lnTo>
                  <a:lnTo>
                    <a:pt x="737863" y="1295210"/>
                  </a:lnTo>
                  <a:lnTo>
                    <a:pt x="739643" y="1298583"/>
                  </a:lnTo>
                  <a:lnTo>
                    <a:pt x="741370" y="1301956"/>
                  </a:lnTo>
                  <a:lnTo>
                    <a:pt x="743044" y="1305329"/>
                  </a:lnTo>
                  <a:lnTo>
                    <a:pt x="744644" y="1308702"/>
                  </a:lnTo>
                  <a:lnTo>
                    <a:pt x="746157" y="1312075"/>
                  </a:lnTo>
                  <a:lnTo>
                    <a:pt x="747601" y="1315448"/>
                  </a:lnTo>
                  <a:lnTo>
                    <a:pt x="748976" y="1318821"/>
                  </a:lnTo>
                  <a:lnTo>
                    <a:pt x="750234" y="1322194"/>
                  </a:lnTo>
                  <a:lnTo>
                    <a:pt x="751403" y="1325567"/>
                  </a:lnTo>
                  <a:lnTo>
                    <a:pt x="752490" y="1328940"/>
                  </a:lnTo>
                  <a:lnTo>
                    <a:pt x="753474" y="1332313"/>
                  </a:lnTo>
                  <a:lnTo>
                    <a:pt x="754326" y="1335686"/>
                  </a:lnTo>
                  <a:lnTo>
                    <a:pt x="755083" y="1339058"/>
                  </a:lnTo>
                  <a:lnTo>
                    <a:pt x="755744" y="1342431"/>
                  </a:lnTo>
                  <a:lnTo>
                    <a:pt x="756258" y="1345804"/>
                  </a:lnTo>
                  <a:lnTo>
                    <a:pt x="756649" y="1349177"/>
                  </a:lnTo>
                  <a:lnTo>
                    <a:pt x="756934" y="1352550"/>
                  </a:lnTo>
                  <a:lnTo>
                    <a:pt x="757100" y="1355923"/>
                  </a:lnTo>
                  <a:lnTo>
                    <a:pt x="757095" y="1359296"/>
                  </a:lnTo>
                  <a:lnTo>
                    <a:pt x="756974" y="1362669"/>
                  </a:lnTo>
                  <a:lnTo>
                    <a:pt x="756739" y="1366042"/>
                  </a:lnTo>
                  <a:lnTo>
                    <a:pt x="756343" y="1369415"/>
                  </a:lnTo>
                  <a:lnTo>
                    <a:pt x="755794" y="1372788"/>
                  </a:lnTo>
                  <a:lnTo>
                    <a:pt x="755125" y="1376161"/>
                  </a:lnTo>
                  <a:lnTo>
                    <a:pt x="754333" y="1379534"/>
                  </a:lnTo>
                  <a:lnTo>
                    <a:pt x="753339" y="1382907"/>
                  </a:lnTo>
                  <a:lnTo>
                    <a:pt x="752221" y="1386280"/>
                  </a:lnTo>
                  <a:lnTo>
                    <a:pt x="750977" y="1389653"/>
                  </a:lnTo>
                  <a:lnTo>
                    <a:pt x="749572" y="1393026"/>
                  </a:lnTo>
                  <a:lnTo>
                    <a:pt x="747996" y="1396399"/>
                  </a:lnTo>
                  <a:lnTo>
                    <a:pt x="746294" y="1399771"/>
                  </a:lnTo>
                  <a:lnTo>
                    <a:pt x="744464" y="1403144"/>
                  </a:lnTo>
                  <a:lnTo>
                    <a:pt x="743062" y="1405480"/>
                  </a:lnTo>
                  <a:lnTo>
                    <a:pt x="742439" y="1406517"/>
                  </a:lnTo>
                  <a:lnTo>
                    <a:pt x="740278" y="1409890"/>
                  </a:lnTo>
                  <a:lnTo>
                    <a:pt x="737991" y="1413263"/>
                  </a:lnTo>
                  <a:lnTo>
                    <a:pt x="735555" y="1416636"/>
                  </a:lnTo>
                  <a:lnTo>
                    <a:pt x="732942" y="1420009"/>
                  </a:lnTo>
                  <a:lnTo>
                    <a:pt x="730206" y="1423382"/>
                  </a:lnTo>
                  <a:lnTo>
                    <a:pt x="727349" y="1426755"/>
                  </a:lnTo>
                  <a:lnTo>
                    <a:pt x="724317" y="1430128"/>
                  </a:lnTo>
                  <a:lnTo>
                    <a:pt x="721148" y="1433501"/>
                  </a:lnTo>
                  <a:lnTo>
                    <a:pt x="717864" y="1436874"/>
                  </a:lnTo>
                  <a:lnTo>
                    <a:pt x="714454" y="1440247"/>
                  </a:lnTo>
                  <a:lnTo>
                    <a:pt x="710875" y="1443620"/>
                  </a:lnTo>
                  <a:lnTo>
                    <a:pt x="707188" y="1446993"/>
                  </a:lnTo>
                  <a:lnTo>
                    <a:pt x="703396" y="1450366"/>
                  </a:lnTo>
                  <a:lnTo>
                    <a:pt x="699464" y="1453739"/>
                  </a:lnTo>
                  <a:lnTo>
                    <a:pt x="695408" y="1457112"/>
                  </a:lnTo>
                  <a:lnTo>
                    <a:pt x="691257" y="1460484"/>
                  </a:lnTo>
                  <a:lnTo>
                    <a:pt x="687012" y="1463857"/>
                  </a:lnTo>
                  <a:lnTo>
                    <a:pt x="682625" y="1467230"/>
                  </a:lnTo>
                  <a:lnTo>
                    <a:pt x="678157" y="1470603"/>
                  </a:lnTo>
                  <a:lnTo>
                    <a:pt x="673609" y="1473976"/>
                  </a:lnTo>
                  <a:lnTo>
                    <a:pt x="668965" y="1477349"/>
                  </a:lnTo>
                  <a:lnTo>
                    <a:pt x="664227" y="1480722"/>
                  </a:lnTo>
                  <a:lnTo>
                    <a:pt x="659426" y="1484095"/>
                  </a:lnTo>
                  <a:lnTo>
                    <a:pt x="654564" y="1487468"/>
                  </a:lnTo>
                  <a:lnTo>
                    <a:pt x="649616" y="1490841"/>
                  </a:lnTo>
                  <a:lnTo>
                    <a:pt x="644617" y="1494214"/>
                  </a:lnTo>
                  <a:lnTo>
                    <a:pt x="639574" y="1497587"/>
                  </a:lnTo>
                  <a:lnTo>
                    <a:pt x="634484" y="1500960"/>
                  </a:lnTo>
                  <a:lnTo>
                    <a:pt x="629348" y="1504333"/>
                  </a:lnTo>
                  <a:lnTo>
                    <a:pt x="624187" y="1507706"/>
                  </a:lnTo>
                  <a:lnTo>
                    <a:pt x="619004" y="1511079"/>
                  </a:lnTo>
                  <a:lnTo>
                    <a:pt x="613798" y="1514452"/>
                  </a:lnTo>
                  <a:lnTo>
                    <a:pt x="608584" y="1517825"/>
                  </a:lnTo>
                  <a:lnTo>
                    <a:pt x="603366" y="1521197"/>
                  </a:lnTo>
                  <a:lnTo>
                    <a:pt x="598150" y="1524570"/>
                  </a:lnTo>
                  <a:lnTo>
                    <a:pt x="592948" y="1527943"/>
                  </a:lnTo>
                  <a:lnTo>
                    <a:pt x="587762" y="1531316"/>
                  </a:lnTo>
                  <a:lnTo>
                    <a:pt x="582596" y="1534689"/>
                  </a:lnTo>
                  <a:lnTo>
                    <a:pt x="577465" y="1538062"/>
                  </a:lnTo>
                  <a:lnTo>
                    <a:pt x="572374" y="1541435"/>
                  </a:lnTo>
                  <a:lnTo>
                    <a:pt x="567321" y="1544808"/>
                  </a:lnTo>
                  <a:lnTo>
                    <a:pt x="562310" y="1548181"/>
                  </a:lnTo>
                  <a:lnTo>
                    <a:pt x="557375" y="1551554"/>
                  </a:lnTo>
                  <a:lnTo>
                    <a:pt x="552493" y="1554927"/>
                  </a:lnTo>
                  <a:lnTo>
                    <a:pt x="547668" y="1558300"/>
                  </a:lnTo>
                  <a:lnTo>
                    <a:pt x="542922" y="1561673"/>
                  </a:lnTo>
                  <a:lnTo>
                    <a:pt x="538263" y="1565046"/>
                  </a:lnTo>
                  <a:lnTo>
                    <a:pt x="533675" y="1568419"/>
                  </a:lnTo>
                  <a:lnTo>
                    <a:pt x="529158" y="1571792"/>
                  </a:lnTo>
                  <a:lnTo>
                    <a:pt x="524760" y="1575165"/>
                  </a:lnTo>
                  <a:lnTo>
                    <a:pt x="520448" y="1578538"/>
                  </a:lnTo>
                  <a:lnTo>
                    <a:pt x="516216" y="1581910"/>
                  </a:lnTo>
                  <a:lnTo>
                    <a:pt x="512086" y="1585283"/>
                  </a:lnTo>
                  <a:lnTo>
                    <a:pt x="508079" y="1588656"/>
                  </a:lnTo>
                  <a:lnTo>
                    <a:pt x="504159" y="1592029"/>
                  </a:lnTo>
                  <a:lnTo>
                    <a:pt x="500328" y="1595402"/>
                  </a:lnTo>
                  <a:lnTo>
                    <a:pt x="496629" y="1598775"/>
                  </a:lnTo>
                  <a:lnTo>
                    <a:pt x="493036" y="1602148"/>
                  </a:lnTo>
                  <a:lnTo>
                    <a:pt x="489532" y="1605521"/>
                  </a:lnTo>
                  <a:lnTo>
                    <a:pt x="486130" y="1608894"/>
                  </a:lnTo>
                  <a:lnTo>
                    <a:pt x="482865" y="1612267"/>
                  </a:lnTo>
                  <a:lnTo>
                    <a:pt x="479689" y="1615640"/>
                  </a:lnTo>
                  <a:lnTo>
                    <a:pt x="476602" y="1619013"/>
                  </a:lnTo>
                  <a:lnTo>
                    <a:pt x="473636" y="1622386"/>
                  </a:lnTo>
                  <a:lnTo>
                    <a:pt x="470776" y="1625759"/>
                  </a:lnTo>
                  <a:lnTo>
                    <a:pt x="468000" y="1629132"/>
                  </a:lnTo>
                  <a:lnTo>
                    <a:pt x="465309" y="1632505"/>
                  </a:lnTo>
                  <a:lnTo>
                    <a:pt x="462747" y="1635878"/>
                  </a:lnTo>
                  <a:lnTo>
                    <a:pt x="460260" y="1639251"/>
                  </a:lnTo>
                  <a:lnTo>
                    <a:pt x="457849" y="1642623"/>
                  </a:lnTo>
                  <a:lnTo>
                    <a:pt x="455532" y="1645996"/>
                  </a:lnTo>
                  <a:lnTo>
                    <a:pt x="453307" y="1649369"/>
                  </a:lnTo>
                  <a:lnTo>
                    <a:pt x="451147" y="1652742"/>
                  </a:lnTo>
                  <a:lnTo>
                    <a:pt x="449052" y="1656115"/>
                  </a:lnTo>
                  <a:lnTo>
                    <a:pt x="447052" y="1659488"/>
                  </a:lnTo>
                  <a:lnTo>
                    <a:pt x="445112" y="1662861"/>
                  </a:lnTo>
                  <a:lnTo>
                    <a:pt x="443225" y="1666234"/>
                  </a:lnTo>
                  <a:lnTo>
                    <a:pt x="441402" y="1669607"/>
                  </a:lnTo>
                  <a:lnTo>
                    <a:pt x="439646" y="1672980"/>
                  </a:lnTo>
                  <a:lnTo>
                    <a:pt x="437934" y="1676353"/>
                  </a:lnTo>
                  <a:lnTo>
                    <a:pt x="436265" y="1679726"/>
                  </a:lnTo>
                  <a:lnTo>
                    <a:pt x="434656" y="1683099"/>
                  </a:lnTo>
                  <a:lnTo>
                    <a:pt x="433087" y="1686472"/>
                  </a:lnTo>
                  <a:lnTo>
                    <a:pt x="431552" y="1689845"/>
                  </a:lnTo>
                  <a:lnTo>
                    <a:pt x="430053" y="1693218"/>
                  </a:lnTo>
                  <a:lnTo>
                    <a:pt x="428598" y="1696591"/>
                  </a:lnTo>
                  <a:lnTo>
                    <a:pt x="427170" y="1699964"/>
                  </a:lnTo>
                  <a:lnTo>
                    <a:pt x="425766" y="1703336"/>
                  </a:lnTo>
                  <a:lnTo>
                    <a:pt x="424396" y="1706709"/>
                  </a:lnTo>
                  <a:lnTo>
                    <a:pt x="423052" y="1710082"/>
                  </a:lnTo>
                  <a:lnTo>
                    <a:pt x="421727" y="1713455"/>
                  </a:lnTo>
                  <a:lnTo>
                    <a:pt x="420423" y="1716828"/>
                  </a:lnTo>
                  <a:lnTo>
                    <a:pt x="419146" y="1720201"/>
                  </a:lnTo>
                  <a:lnTo>
                    <a:pt x="417885" y="1723574"/>
                  </a:lnTo>
                  <a:close/>
                </a:path>
              </a:pathLst>
            </a:custGeom>
            <a:noFill/>
            <a:ln w="948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5430141" y="1646531"/>
              <a:ext cx="1264753" cy="1653873"/>
            </a:xfrm>
            <a:custGeom>
              <a:avLst/>
              <a:pathLst>
                <a:path w="1264753" h="1653873">
                  <a:moveTo>
                    <a:pt x="600916" y="1653873"/>
                  </a:moveTo>
                  <a:lnTo>
                    <a:pt x="600107" y="1650637"/>
                  </a:lnTo>
                  <a:lnTo>
                    <a:pt x="599303" y="1647400"/>
                  </a:lnTo>
                  <a:lnTo>
                    <a:pt x="598504" y="1644164"/>
                  </a:lnTo>
                  <a:lnTo>
                    <a:pt x="597711" y="1640927"/>
                  </a:lnTo>
                  <a:lnTo>
                    <a:pt x="596921" y="1637691"/>
                  </a:lnTo>
                  <a:lnTo>
                    <a:pt x="596136" y="1634454"/>
                  </a:lnTo>
                  <a:lnTo>
                    <a:pt x="595354" y="1631217"/>
                  </a:lnTo>
                  <a:lnTo>
                    <a:pt x="594575" y="1627981"/>
                  </a:lnTo>
                  <a:lnTo>
                    <a:pt x="593797" y="1624744"/>
                  </a:lnTo>
                  <a:lnTo>
                    <a:pt x="593020" y="1621508"/>
                  </a:lnTo>
                  <a:lnTo>
                    <a:pt x="592241" y="1618271"/>
                  </a:lnTo>
                  <a:lnTo>
                    <a:pt x="591460" y="1615035"/>
                  </a:lnTo>
                  <a:lnTo>
                    <a:pt x="590674" y="1611798"/>
                  </a:lnTo>
                  <a:lnTo>
                    <a:pt x="589883" y="1608562"/>
                  </a:lnTo>
                  <a:lnTo>
                    <a:pt x="589081" y="1605325"/>
                  </a:lnTo>
                  <a:lnTo>
                    <a:pt x="588269" y="1602089"/>
                  </a:lnTo>
                  <a:lnTo>
                    <a:pt x="587446" y="1598852"/>
                  </a:lnTo>
                  <a:lnTo>
                    <a:pt x="586606" y="1595615"/>
                  </a:lnTo>
                  <a:lnTo>
                    <a:pt x="585746" y="1592379"/>
                  </a:lnTo>
                  <a:lnTo>
                    <a:pt x="584867" y="1589142"/>
                  </a:lnTo>
                  <a:lnTo>
                    <a:pt x="583967" y="1585906"/>
                  </a:lnTo>
                  <a:lnTo>
                    <a:pt x="583034" y="1582669"/>
                  </a:lnTo>
                  <a:lnTo>
                    <a:pt x="582071" y="1579433"/>
                  </a:lnTo>
                  <a:lnTo>
                    <a:pt x="581080" y="1576196"/>
                  </a:lnTo>
                  <a:lnTo>
                    <a:pt x="580056" y="1572960"/>
                  </a:lnTo>
                  <a:lnTo>
                    <a:pt x="578980" y="1569723"/>
                  </a:lnTo>
                  <a:lnTo>
                    <a:pt x="577866" y="1566487"/>
                  </a:lnTo>
                  <a:lnTo>
                    <a:pt x="576712" y="1563250"/>
                  </a:lnTo>
                  <a:lnTo>
                    <a:pt x="575508" y="1560013"/>
                  </a:lnTo>
                  <a:lnTo>
                    <a:pt x="574241" y="1556777"/>
                  </a:lnTo>
                  <a:lnTo>
                    <a:pt x="572925" y="1553540"/>
                  </a:lnTo>
                  <a:lnTo>
                    <a:pt x="571560" y="1550304"/>
                  </a:lnTo>
                  <a:lnTo>
                    <a:pt x="570121" y="1547067"/>
                  </a:lnTo>
                  <a:lnTo>
                    <a:pt x="568615" y="1543831"/>
                  </a:lnTo>
                  <a:lnTo>
                    <a:pt x="567051" y="1540594"/>
                  </a:lnTo>
                  <a:lnTo>
                    <a:pt x="565428" y="1537358"/>
                  </a:lnTo>
                  <a:lnTo>
                    <a:pt x="563708" y="1534121"/>
                  </a:lnTo>
                  <a:lnTo>
                    <a:pt x="561923" y="1530885"/>
                  </a:lnTo>
                  <a:lnTo>
                    <a:pt x="560072" y="1527648"/>
                  </a:lnTo>
                  <a:lnTo>
                    <a:pt x="558146" y="1524412"/>
                  </a:lnTo>
                  <a:lnTo>
                    <a:pt x="556121" y="1521175"/>
                  </a:lnTo>
                  <a:lnTo>
                    <a:pt x="554028" y="1517938"/>
                  </a:lnTo>
                  <a:lnTo>
                    <a:pt x="551866" y="1514702"/>
                  </a:lnTo>
                  <a:lnTo>
                    <a:pt x="549614" y="1511465"/>
                  </a:lnTo>
                  <a:lnTo>
                    <a:pt x="547273" y="1508229"/>
                  </a:lnTo>
                  <a:lnTo>
                    <a:pt x="544864" y="1504992"/>
                  </a:lnTo>
                  <a:lnTo>
                    <a:pt x="542387" y="1501756"/>
                  </a:lnTo>
                  <a:lnTo>
                    <a:pt x="539812" y="1498519"/>
                  </a:lnTo>
                  <a:lnTo>
                    <a:pt x="537165" y="1495283"/>
                  </a:lnTo>
                  <a:lnTo>
                    <a:pt x="534455" y="1492046"/>
                  </a:lnTo>
                  <a:lnTo>
                    <a:pt x="531682" y="1488810"/>
                  </a:lnTo>
                  <a:lnTo>
                    <a:pt x="528819" y="1485573"/>
                  </a:lnTo>
                  <a:lnTo>
                    <a:pt x="525903" y="1482336"/>
                  </a:lnTo>
                  <a:lnTo>
                    <a:pt x="522936" y="1479100"/>
                  </a:lnTo>
                  <a:lnTo>
                    <a:pt x="519912" y="1475863"/>
                  </a:lnTo>
                  <a:lnTo>
                    <a:pt x="516831" y="1472627"/>
                  </a:lnTo>
                  <a:lnTo>
                    <a:pt x="513713" y="1469390"/>
                  </a:lnTo>
                  <a:lnTo>
                    <a:pt x="510562" y="1466154"/>
                  </a:lnTo>
                  <a:lnTo>
                    <a:pt x="507374" y="1462917"/>
                  </a:lnTo>
                  <a:lnTo>
                    <a:pt x="504163" y="1459681"/>
                  </a:lnTo>
                  <a:lnTo>
                    <a:pt x="500939" y="1456444"/>
                  </a:lnTo>
                  <a:lnTo>
                    <a:pt x="497706" y="1453208"/>
                  </a:lnTo>
                  <a:lnTo>
                    <a:pt x="494472" y="1449971"/>
                  </a:lnTo>
                  <a:lnTo>
                    <a:pt x="491248" y="1446734"/>
                  </a:lnTo>
                  <a:lnTo>
                    <a:pt x="488038" y="1443498"/>
                  </a:lnTo>
                  <a:lnTo>
                    <a:pt x="484850" y="1440261"/>
                  </a:lnTo>
                  <a:lnTo>
                    <a:pt x="481707" y="1437025"/>
                  </a:lnTo>
                  <a:lnTo>
                    <a:pt x="478605" y="1433788"/>
                  </a:lnTo>
                  <a:lnTo>
                    <a:pt x="475547" y="1430552"/>
                  </a:lnTo>
                  <a:lnTo>
                    <a:pt x="472557" y="1427315"/>
                  </a:lnTo>
                  <a:lnTo>
                    <a:pt x="469649" y="1424079"/>
                  </a:lnTo>
                  <a:lnTo>
                    <a:pt x="466813" y="1420842"/>
                  </a:lnTo>
                  <a:lnTo>
                    <a:pt x="464053" y="1417606"/>
                  </a:lnTo>
                  <a:lnTo>
                    <a:pt x="461416" y="1414369"/>
                  </a:lnTo>
                  <a:lnTo>
                    <a:pt x="458888" y="1411132"/>
                  </a:lnTo>
                  <a:lnTo>
                    <a:pt x="456461" y="1407896"/>
                  </a:lnTo>
                  <a:lnTo>
                    <a:pt x="454142" y="1404659"/>
                  </a:lnTo>
                  <a:lnTo>
                    <a:pt x="452003" y="1401423"/>
                  </a:lnTo>
                  <a:lnTo>
                    <a:pt x="449988" y="1398186"/>
                  </a:lnTo>
                  <a:lnTo>
                    <a:pt x="448100" y="1394950"/>
                  </a:lnTo>
                  <a:lnTo>
                    <a:pt x="446368" y="1391713"/>
                  </a:lnTo>
                  <a:lnTo>
                    <a:pt x="444831" y="1388477"/>
                  </a:lnTo>
                  <a:lnTo>
                    <a:pt x="443438" y="1385240"/>
                  </a:lnTo>
                  <a:lnTo>
                    <a:pt x="442193" y="1382004"/>
                  </a:lnTo>
                  <a:lnTo>
                    <a:pt x="441151" y="1378767"/>
                  </a:lnTo>
                  <a:lnTo>
                    <a:pt x="440302" y="1375531"/>
                  </a:lnTo>
                  <a:lnTo>
                    <a:pt x="439611" y="1372294"/>
                  </a:lnTo>
                  <a:lnTo>
                    <a:pt x="439080" y="1369057"/>
                  </a:lnTo>
                  <a:lnTo>
                    <a:pt x="438793" y="1365821"/>
                  </a:lnTo>
                  <a:lnTo>
                    <a:pt x="438681" y="1362584"/>
                  </a:lnTo>
                  <a:lnTo>
                    <a:pt x="438732" y="1359348"/>
                  </a:lnTo>
                  <a:lnTo>
                    <a:pt x="438961" y="1356111"/>
                  </a:lnTo>
                  <a:lnTo>
                    <a:pt x="439434" y="1352875"/>
                  </a:lnTo>
                  <a:lnTo>
                    <a:pt x="440069" y="1349638"/>
                  </a:lnTo>
                  <a:lnTo>
                    <a:pt x="440863" y="1346402"/>
                  </a:lnTo>
                  <a:lnTo>
                    <a:pt x="441856" y="1343165"/>
                  </a:lnTo>
                  <a:lnTo>
                    <a:pt x="443056" y="1339929"/>
                  </a:lnTo>
                  <a:lnTo>
                    <a:pt x="444407" y="1336692"/>
                  </a:lnTo>
                  <a:lnTo>
                    <a:pt x="445907" y="1333455"/>
                  </a:lnTo>
                  <a:lnTo>
                    <a:pt x="447613" y="1330219"/>
                  </a:lnTo>
                  <a:lnTo>
                    <a:pt x="449481" y="1326982"/>
                  </a:lnTo>
                  <a:lnTo>
                    <a:pt x="451484" y="1323746"/>
                  </a:lnTo>
                  <a:lnTo>
                    <a:pt x="453620" y="1320509"/>
                  </a:lnTo>
                  <a:lnTo>
                    <a:pt x="455951" y="1317273"/>
                  </a:lnTo>
                  <a:lnTo>
                    <a:pt x="458399" y="1314036"/>
                  </a:lnTo>
                  <a:lnTo>
                    <a:pt x="460960" y="1310800"/>
                  </a:lnTo>
                  <a:lnTo>
                    <a:pt x="463646" y="1307563"/>
                  </a:lnTo>
                  <a:lnTo>
                    <a:pt x="466472" y="1304327"/>
                  </a:lnTo>
                  <a:lnTo>
                    <a:pt x="469389" y="1301090"/>
                  </a:lnTo>
                  <a:lnTo>
                    <a:pt x="472391" y="1297853"/>
                  </a:lnTo>
                  <a:lnTo>
                    <a:pt x="475499" y="1294617"/>
                  </a:lnTo>
                  <a:lnTo>
                    <a:pt x="478692" y="1291380"/>
                  </a:lnTo>
                  <a:lnTo>
                    <a:pt x="481948" y="1288144"/>
                  </a:lnTo>
                  <a:lnTo>
                    <a:pt x="485261" y="1284907"/>
                  </a:lnTo>
                  <a:lnTo>
                    <a:pt x="488645" y="1281671"/>
                  </a:lnTo>
                  <a:lnTo>
                    <a:pt x="492070" y="1278434"/>
                  </a:lnTo>
                  <a:lnTo>
                    <a:pt x="495526" y="1275198"/>
                  </a:lnTo>
                  <a:lnTo>
                    <a:pt x="499011" y="1271961"/>
                  </a:lnTo>
                  <a:lnTo>
                    <a:pt x="502520" y="1268725"/>
                  </a:lnTo>
                  <a:lnTo>
                    <a:pt x="506035" y="1265488"/>
                  </a:lnTo>
                  <a:lnTo>
                    <a:pt x="509551" y="1262251"/>
                  </a:lnTo>
                  <a:lnTo>
                    <a:pt x="513061" y="1259015"/>
                  </a:lnTo>
                  <a:lnTo>
                    <a:pt x="516549" y="1255778"/>
                  </a:lnTo>
                  <a:lnTo>
                    <a:pt x="520015" y="1252542"/>
                  </a:lnTo>
                  <a:lnTo>
                    <a:pt x="523453" y="1249305"/>
                  </a:lnTo>
                  <a:lnTo>
                    <a:pt x="526841" y="1246069"/>
                  </a:lnTo>
                  <a:lnTo>
                    <a:pt x="530177" y="1242832"/>
                  </a:lnTo>
                  <a:lnTo>
                    <a:pt x="533462" y="1239596"/>
                  </a:lnTo>
                  <a:lnTo>
                    <a:pt x="536693" y="1236359"/>
                  </a:lnTo>
                  <a:lnTo>
                    <a:pt x="539827" y="1233123"/>
                  </a:lnTo>
                  <a:lnTo>
                    <a:pt x="542888" y="1229886"/>
                  </a:lnTo>
                  <a:lnTo>
                    <a:pt x="545876" y="1226650"/>
                  </a:lnTo>
                  <a:lnTo>
                    <a:pt x="548774" y="1223413"/>
                  </a:lnTo>
                  <a:lnTo>
                    <a:pt x="551550" y="1220176"/>
                  </a:lnTo>
                  <a:lnTo>
                    <a:pt x="554235" y="1216940"/>
                  </a:lnTo>
                  <a:lnTo>
                    <a:pt x="556826" y="1213703"/>
                  </a:lnTo>
                  <a:lnTo>
                    <a:pt x="559292" y="1210467"/>
                  </a:lnTo>
                  <a:lnTo>
                    <a:pt x="561626" y="1207230"/>
                  </a:lnTo>
                  <a:lnTo>
                    <a:pt x="563854" y="1203994"/>
                  </a:lnTo>
                  <a:lnTo>
                    <a:pt x="565976" y="1200757"/>
                  </a:lnTo>
                  <a:lnTo>
                    <a:pt x="567936" y="1197521"/>
                  </a:lnTo>
                  <a:lnTo>
                    <a:pt x="569769" y="1194284"/>
                  </a:lnTo>
                  <a:lnTo>
                    <a:pt x="571488" y="1191048"/>
                  </a:lnTo>
                  <a:lnTo>
                    <a:pt x="573087" y="1187811"/>
                  </a:lnTo>
                  <a:lnTo>
                    <a:pt x="574506" y="1184574"/>
                  </a:lnTo>
                  <a:lnTo>
                    <a:pt x="575807" y="1181338"/>
                  </a:lnTo>
                  <a:lnTo>
                    <a:pt x="576991" y="1178101"/>
                  </a:lnTo>
                  <a:lnTo>
                    <a:pt x="578032" y="1174865"/>
                  </a:lnTo>
                  <a:lnTo>
                    <a:pt x="578913" y="1171628"/>
                  </a:lnTo>
                  <a:lnTo>
                    <a:pt x="579677" y="1168392"/>
                  </a:lnTo>
                  <a:lnTo>
                    <a:pt x="580326" y="1165155"/>
                  </a:lnTo>
                  <a:lnTo>
                    <a:pt x="580818" y="1161919"/>
                  </a:lnTo>
                  <a:lnTo>
                    <a:pt x="581175" y="1158682"/>
                  </a:lnTo>
                  <a:lnTo>
                    <a:pt x="581421" y="1155446"/>
                  </a:lnTo>
                  <a:lnTo>
                    <a:pt x="581557" y="1152209"/>
                  </a:lnTo>
                  <a:lnTo>
                    <a:pt x="581529" y="1148972"/>
                  </a:lnTo>
                  <a:lnTo>
                    <a:pt x="581391" y="1145736"/>
                  </a:lnTo>
                  <a:lnTo>
                    <a:pt x="581151" y="1142499"/>
                  </a:lnTo>
                  <a:lnTo>
                    <a:pt x="580797" y="1139263"/>
                  </a:lnTo>
                  <a:lnTo>
                    <a:pt x="580320" y="1136164"/>
                  </a:lnTo>
                  <a:lnTo>
                    <a:pt x="580298" y="1136026"/>
                  </a:lnTo>
                  <a:lnTo>
                    <a:pt x="579703" y="1132790"/>
                  </a:lnTo>
                  <a:lnTo>
                    <a:pt x="579012" y="1129553"/>
                  </a:lnTo>
                  <a:lnTo>
                    <a:pt x="578200" y="1126317"/>
                  </a:lnTo>
                  <a:lnTo>
                    <a:pt x="577267" y="1123080"/>
                  </a:lnTo>
                  <a:lnTo>
                    <a:pt x="576241" y="1119844"/>
                  </a:lnTo>
                  <a:lnTo>
                    <a:pt x="575123" y="1116607"/>
                  </a:lnTo>
                  <a:lnTo>
                    <a:pt x="573870" y="1113370"/>
                  </a:lnTo>
                  <a:lnTo>
                    <a:pt x="572512" y="1110134"/>
                  </a:lnTo>
                  <a:lnTo>
                    <a:pt x="571058" y="1106897"/>
                  </a:lnTo>
                  <a:lnTo>
                    <a:pt x="569505" y="1103661"/>
                  </a:lnTo>
                  <a:lnTo>
                    <a:pt x="567798" y="1100424"/>
                  </a:lnTo>
                  <a:lnTo>
                    <a:pt x="565985" y="1097188"/>
                  </a:lnTo>
                  <a:lnTo>
                    <a:pt x="564066" y="1093951"/>
                  </a:lnTo>
                  <a:lnTo>
                    <a:pt x="562014" y="1090715"/>
                  </a:lnTo>
                  <a:lnTo>
                    <a:pt x="559796" y="1087478"/>
                  </a:lnTo>
                  <a:lnTo>
                    <a:pt x="557451" y="1084242"/>
                  </a:lnTo>
                  <a:lnTo>
                    <a:pt x="554975" y="1081005"/>
                  </a:lnTo>
                  <a:lnTo>
                    <a:pt x="552309" y="1077769"/>
                  </a:lnTo>
                  <a:lnTo>
                    <a:pt x="549456" y="1074532"/>
                  </a:lnTo>
                  <a:lnTo>
                    <a:pt x="546441" y="1071295"/>
                  </a:lnTo>
                  <a:lnTo>
                    <a:pt x="543258" y="1068059"/>
                  </a:lnTo>
                  <a:lnTo>
                    <a:pt x="539799" y="1064822"/>
                  </a:lnTo>
                  <a:lnTo>
                    <a:pt x="536127" y="1061586"/>
                  </a:lnTo>
                  <a:lnTo>
                    <a:pt x="532248" y="1058349"/>
                  </a:lnTo>
                  <a:lnTo>
                    <a:pt x="528130" y="1055113"/>
                  </a:lnTo>
                  <a:lnTo>
                    <a:pt x="523663" y="1051876"/>
                  </a:lnTo>
                  <a:lnTo>
                    <a:pt x="518943" y="1048640"/>
                  </a:lnTo>
                  <a:lnTo>
                    <a:pt x="513963" y="1045403"/>
                  </a:lnTo>
                  <a:lnTo>
                    <a:pt x="508637" y="1042167"/>
                  </a:lnTo>
                  <a:lnTo>
                    <a:pt x="502924" y="1038930"/>
                  </a:lnTo>
                  <a:lnTo>
                    <a:pt x="496904" y="1035693"/>
                  </a:lnTo>
                  <a:lnTo>
                    <a:pt x="490570" y="1032457"/>
                  </a:lnTo>
                  <a:lnTo>
                    <a:pt x="483769" y="1029220"/>
                  </a:lnTo>
                  <a:lnTo>
                    <a:pt x="476568" y="1025984"/>
                  </a:lnTo>
                  <a:lnTo>
                    <a:pt x="469015" y="1022747"/>
                  </a:lnTo>
                  <a:lnTo>
                    <a:pt x="461102" y="1019511"/>
                  </a:lnTo>
                  <a:lnTo>
                    <a:pt x="452606" y="1016274"/>
                  </a:lnTo>
                  <a:lnTo>
                    <a:pt x="443733" y="1013038"/>
                  </a:lnTo>
                  <a:lnTo>
                    <a:pt x="434480" y="1009801"/>
                  </a:lnTo>
                  <a:lnTo>
                    <a:pt x="424781" y="1006565"/>
                  </a:lnTo>
                  <a:lnTo>
                    <a:pt x="414541" y="1003328"/>
                  </a:lnTo>
                  <a:lnTo>
                    <a:pt x="403922" y="1000091"/>
                  </a:lnTo>
                  <a:lnTo>
                    <a:pt x="392927" y="996855"/>
                  </a:lnTo>
                  <a:lnTo>
                    <a:pt x="381439" y="993618"/>
                  </a:lnTo>
                  <a:lnTo>
                    <a:pt x="369507" y="990382"/>
                  </a:lnTo>
                  <a:lnTo>
                    <a:pt x="357234" y="987145"/>
                  </a:lnTo>
                  <a:lnTo>
                    <a:pt x="344627" y="983909"/>
                  </a:lnTo>
                  <a:lnTo>
                    <a:pt x="331556" y="980672"/>
                  </a:lnTo>
                  <a:lnTo>
                    <a:pt x="318184" y="977436"/>
                  </a:lnTo>
                  <a:lnTo>
                    <a:pt x="304552" y="974199"/>
                  </a:lnTo>
                  <a:lnTo>
                    <a:pt x="290660" y="970963"/>
                  </a:lnTo>
                  <a:lnTo>
                    <a:pt x="276471" y="967726"/>
                  </a:lnTo>
                  <a:lnTo>
                    <a:pt x="262130" y="964489"/>
                  </a:lnTo>
                  <a:lnTo>
                    <a:pt x="247659" y="961253"/>
                  </a:lnTo>
                  <a:lnTo>
                    <a:pt x="233071" y="958016"/>
                  </a:lnTo>
                  <a:lnTo>
                    <a:pt x="218435" y="954780"/>
                  </a:lnTo>
                  <a:lnTo>
                    <a:pt x="203812" y="951543"/>
                  </a:lnTo>
                  <a:lnTo>
                    <a:pt x="189230" y="948307"/>
                  </a:lnTo>
                  <a:lnTo>
                    <a:pt x="174781" y="945070"/>
                  </a:lnTo>
                  <a:lnTo>
                    <a:pt x="160528" y="941834"/>
                  </a:lnTo>
                  <a:lnTo>
                    <a:pt x="146483" y="938597"/>
                  </a:lnTo>
                  <a:lnTo>
                    <a:pt x="132677" y="935361"/>
                  </a:lnTo>
                  <a:lnTo>
                    <a:pt x="119358" y="932124"/>
                  </a:lnTo>
                  <a:lnTo>
                    <a:pt x="106429" y="928888"/>
                  </a:lnTo>
                  <a:lnTo>
                    <a:pt x="93917" y="925651"/>
                  </a:lnTo>
                  <a:lnTo>
                    <a:pt x="81930" y="922414"/>
                  </a:lnTo>
                  <a:lnTo>
                    <a:pt x="70700" y="919178"/>
                  </a:lnTo>
                  <a:lnTo>
                    <a:pt x="60056" y="915941"/>
                  </a:lnTo>
                  <a:lnTo>
                    <a:pt x="50025" y="912705"/>
                  </a:lnTo>
                  <a:lnTo>
                    <a:pt x="40859" y="909468"/>
                  </a:lnTo>
                  <a:lnTo>
                    <a:pt x="32606" y="906232"/>
                  </a:lnTo>
                  <a:lnTo>
                    <a:pt x="25108" y="902995"/>
                  </a:lnTo>
                  <a:lnTo>
                    <a:pt x="18385" y="899759"/>
                  </a:lnTo>
                  <a:lnTo>
                    <a:pt x="12869" y="896522"/>
                  </a:lnTo>
                  <a:lnTo>
                    <a:pt x="8299" y="893286"/>
                  </a:lnTo>
                  <a:lnTo>
                    <a:pt x="4601" y="890049"/>
                  </a:lnTo>
                  <a:lnTo>
                    <a:pt x="1838" y="886812"/>
                  </a:lnTo>
                  <a:lnTo>
                    <a:pt x="460" y="883576"/>
                  </a:lnTo>
                  <a:lnTo>
                    <a:pt x="149" y="881389"/>
                  </a:lnTo>
                  <a:lnTo>
                    <a:pt x="0" y="880339"/>
                  </a:lnTo>
                  <a:lnTo>
                    <a:pt x="460" y="877103"/>
                  </a:lnTo>
                  <a:lnTo>
                    <a:pt x="2044" y="873866"/>
                  </a:lnTo>
                  <a:lnTo>
                    <a:pt x="4876" y="870630"/>
                  </a:lnTo>
                  <a:lnTo>
                    <a:pt x="8611" y="867393"/>
                  </a:lnTo>
                  <a:lnTo>
                    <a:pt x="9130" y="867030"/>
                  </a:lnTo>
                  <a:lnTo>
                    <a:pt x="13240" y="864157"/>
                  </a:lnTo>
                  <a:lnTo>
                    <a:pt x="19079" y="860920"/>
                  </a:lnTo>
                  <a:lnTo>
                    <a:pt x="25925" y="857684"/>
                  </a:lnTo>
                  <a:lnTo>
                    <a:pt x="33585" y="854447"/>
                  </a:lnTo>
                  <a:lnTo>
                    <a:pt x="42042" y="851210"/>
                  </a:lnTo>
                  <a:lnTo>
                    <a:pt x="51657" y="847974"/>
                  </a:lnTo>
                  <a:lnTo>
                    <a:pt x="61989" y="844737"/>
                  </a:lnTo>
                  <a:lnTo>
                    <a:pt x="72985" y="841501"/>
                  </a:lnTo>
                  <a:lnTo>
                    <a:pt x="84691" y="838264"/>
                  </a:lnTo>
                  <a:lnTo>
                    <a:pt x="97215" y="835028"/>
                  </a:lnTo>
                  <a:lnTo>
                    <a:pt x="110240" y="831791"/>
                  </a:lnTo>
                  <a:lnTo>
                    <a:pt x="123735" y="828555"/>
                  </a:lnTo>
                  <a:lnTo>
                    <a:pt x="137768" y="825318"/>
                  </a:lnTo>
                  <a:lnTo>
                    <a:pt x="152241" y="822082"/>
                  </a:lnTo>
                  <a:lnTo>
                    <a:pt x="167001" y="818845"/>
                  </a:lnTo>
                  <a:lnTo>
                    <a:pt x="182015" y="815608"/>
                  </a:lnTo>
                  <a:lnTo>
                    <a:pt x="197301" y="812372"/>
                  </a:lnTo>
                  <a:lnTo>
                    <a:pt x="212712" y="809135"/>
                  </a:lnTo>
                  <a:lnTo>
                    <a:pt x="228194" y="805899"/>
                  </a:lnTo>
                  <a:lnTo>
                    <a:pt x="243715" y="802662"/>
                  </a:lnTo>
                  <a:lnTo>
                    <a:pt x="259185" y="799426"/>
                  </a:lnTo>
                  <a:lnTo>
                    <a:pt x="274556" y="796189"/>
                  </a:lnTo>
                  <a:lnTo>
                    <a:pt x="289803" y="792953"/>
                  </a:lnTo>
                  <a:lnTo>
                    <a:pt x="304854" y="789716"/>
                  </a:lnTo>
                  <a:lnTo>
                    <a:pt x="319598" y="786480"/>
                  </a:lnTo>
                  <a:lnTo>
                    <a:pt x="334078" y="783243"/>
                  </a:lnTo>
                  <a:lnTo>
                    <a:pt x="348273" y="780006"/>
                  </a:lnTo>
                  <a:lnTo>
                    <a:pt x="362029" y="776770"/>
                  </a:lnTo>
                  <a:lnTo>
                    <a:pt x="375343" y="773533"/>
                  </a:lnTo>
                  <a:lnTo>
                    <a:pt x="388270" y="770297"/>
                  </a:lnTo>
                  <a:lnTo>
                    <a:pt x="400797" y="767060"/>
                  </a:lnTo>
                  <a:lnTo>
                    <a:pt x="412671" y="763824"/>
                  </a:lnTo>
                  <a:lnTo>
                    <a:pt x="424067" y="760587"/>
                  </a:lnTo>
                  <a:lnTo>
                    <a:pt x="435003" y="757351"/>
                  </a:lnTo>
                  <a:lnTo>
                    <a:pt x="445420" y="754114"/>
                  </a:lnTo>
                  <a:lnTo>
                    <a:pt x="455127" y="750878"/>
                  </a:lnTo>
                  <a:lnTo>
                    <a:pt x="464346" y="747641"/>
                  </a:lnTo>
                  <a:lnTo>
                    <a:pt x="473076" y="744405"/>
                  </a:lnTo>
                  <a:lnTo>
                    <a:pt x="481185" y="741168"/>
                  </a:lnTo>
                  <a:lnTo>
                    <a:pt x="488655" y="737931"/>
                  </a:lnTo>
                  <a:lnTo>
                    <a:pt x="495644" y="734695"/>
                  </a:lnTo>
                  <a:lnTo>
                    <a:pt x="502155" y="731458"/>
                  </a:lnTo>
                  <a:lnTo>
                    <a:pt x="507996" y="728222"/>
                  </a:lnTo>
                  <a:lnTo>
                    <a:pt x="513316" y="724985"/>
                  </a:lnTo>
                  <a:lnTo>
                    <a:pt x="518194" y="721749"/>
                  </a:lnTo>
                  <a:lnTo>
                    <a:pt x="522629" y="718512"/>
                  </a:lnTo>
                  <a:lnTo>
                    <a:pt x="526414" y="715276"/>
                  </a:lnTo>
                  <a:lnTo>
                    <a:pt x="529808" y="712039"/>
                  </a:lnTo>
                  <a:lnTo>
                    <a:pt x="532819" y="708803"/>
                  </a:lnTo>
                  <a:lnTo>
                    <a:pt x="535397" y="705566"/>
                  </a:lnTo>
                  <a:lnTo>
                    <a:pt x="537496" y="702329"/>
                  </a:lnTo>
                  <a:lnTo>
                    <a:pt x="539277" y="699093"/>
                  </a:lnTo>
                  <a:lnTo>
                    <a:pt x="540750" y="695856"/>
                  </a:lnTo>
                  <a:lnTo>
                    <a:pt x="541840" y="692620"/>
                  </a:lnTo>
                  <a:lnTo>
                    <a:pt x="542610" y="689383"/>
                  </a:lnTo>
                  <a:lnTo>
                    <a:pt x="543143" y="686147"/>
                  </a:lnTo>
                  <a:lnTo>
                    <a:pt x="543448" y="682910"/>
                  </a:lnTo>
                  <a:lnTo>
                    <a:pt x="543454" y="679674"/>
                  </a:lnTo>
                  <a:lnTo>
                    <a:pt x="543274" y="676437"/>
                  </a:lnTo>
                  <a:lnTo>
                    <a:pt x="542938" y="673201"/>
                  </a:lnTo>
                  <a:lnTo>
                    <a:pt x="542445" y="669964"/>
                  </a:lnTo>
                  <a:lnTo>
                    <a:pt x="541779" y="666727"/>
                  </a:lnTo>
                  <a:lnTo>
                    <a:pt x="541021" y="663491"/>
                  </a:lnTo>
                  <a:lnTo>
                    <a:pt x="540182" y="660254"/>
                  </a:lnTo>
                  <a:lnTo>
                    <a:pt x="539263" y="657018"/>
                  </a:lnTo>
                  <a:lnTo>
                    <a:pt x="538290" y="653781"/>
                  </a:lnTo>
                  <a:lnTo>
                    <a:pt x="537294" y="650545"/>
                  </a:lnTo>
                  <a:lnTo>
                    <a:pt x="536285" y="647308"/>
                  </a:lnTo>
                  <a:lnTo>
                    <a:pt x="535282" y="644072"/>
                  </a:lnTo>
                  <a:lnTo>
                    <a:pt x="534307" y="640835"/>
                  </a:lnTo>
                  <a:lnTo>
                    <a:pt x="533367" y="637599"/>
                  </a:lnTo>
                  <a:lnTo>
                    <a:pt x="532470" y="634362"/>
                  </a:lnTo>
                  <a:lnTo>
                    <a:pt x="531666" y="631125"/>
                  </a:lnTo>
                  <a:lnTo>
                    <a:pt x="530936" y="627889"/>
                  </a:lnTo>
                  <a:lnTo>
                    <a:pt x="530286" y="624652"/>
                  </a:lnTo>
                  <a:lnTo>
                    <a:pt x="529737" y="621416"/>
                  </a:lnTo>
                  <a:lnTo>
                    <a:pt x="529328" y="618179"/>
                  </a:lnTo>
                  <a:lnTo>
                    <a:pt x="529024" y="614943"/>
                  </a:lnTo>
                  <a:lnTo>
                    <a:pt x="528831" y="611706"/>
                  </a:lnTo>
                  <a:lnTo>
                    <a:pt x="528789" y="608470"/>
                  </a:lnTo>
                  <a:lnTo>
                    <a:pt x="528899" y="605233"/>
                  </a:lnTo>
                  <a:lnTo>
                    <a:pt x="529133" y="601997"/>
                  </a:lnTo>
                  <a:lnTo>
                    <a:pt x="529491" y="598760"/>
                  </a:lnTo>
                  <a:lnTo>
                    <a:pt x="530037" y="595524"/>
                  </a:lnTo>
                  <a:lnTo>
                    <a:pt x="530722" y="592287"/>
                  </a:lnTo>
                  <a:lnTo>
                    <a:pt x="531532" y="589050"/>
                  </a:lnTo>
                  <a:lnTo>
                    <a:pt x="532476" y="585814"/>
                  </a:lnTo>
                  <a:lnTo>
                    <a:pt x="533605" y="582577"/>
                  </a:lnTo>
                  <a:lnTo>
                    <a:pt x="534852" y="579341"/>
                  </a:lnTo>
                  <a:lnTo>
                    <a:pt x="536214" y="576104"/>
                  </a:lnTo>
                  <a:lnTo>
                    <a:pt x="537714" y="572868"/>
                  </a:lnTo>
                  <a:lnTo>
                    <a:pt x="539356" y="569631"/>
                  </a:lnTo>
                  <a:lnTo>
                    <a:pt x="541095" y="566395"/>
                  </a:lnTo>
                  <a:lnTo>
                    <a:pt x="542930" y="563158"/>
                  </a:lnTo>
                  <a:lnTo>
                    <a:pt x="544887" y="559922"/>
                  </a:lnTo>
                  <a:lnTo>
                    <a:pt x="546936" y="556685"/>
                  </a:lnTo>
                  <a:lnTo>
                    <a:pt x="549056" y="553448"/>
                  </a:lnTo>
                  <a:lnTo>
                    <a:pt x="551242" y="550212"/>
                  </a:lnTo>
                  <a:lnTo>
                    <a:pt x="553516" y="546975"/>
                  </a:lnTo>
                  <a:lnTo>
                    <a:pt x="555837" y="543739"/>
                  </a:lnTo>
                  <a:lnTo>
                    <a:pt x="558196" y="540502"/>
                  </a:lnTo>
                  <a:lnTo>
                    <a:pt x="560594" y="537266"/>
                  </a:lnTo>
                  <a:lnTo>
                    <a:pt x="563023" y="534029"/>
                  </a:lnTo>
                  <a:lnTo>
                    <a:pt x="565464" y="530793"/>
                  </a:lnTo>
                  <a:lnTo>
                    <a:pt x="567913" y="527556"/>
                  </a:lnTo>
                  <a:lnTo>
                    <a:pt x="570360" y="524320"/>
                  </a:lnTo>
                  <a:lnTo>
                    <a:pt x="572793" y="521083"/>
                  </a:lnTo>
                  <a:lnTo>
                    <a:pt x="575207" y="517846"/>
                  </a:lnTo>
                  <a:lnTo>
                    <a:pt x="577599" y="514610"/>
                  </a:lnTo>
                  <a:lnTo>
                    <a:pt x="579944" y="511373"/>
                  </a:lnTo>
                  <a:lnTo>
                    <a:pt x="582244" y="508137"/>
                  </a:lnTo>
                  <a:lnTo>
                    <a:pt x="584498" y="504900"/>
                  </a:lnTo>
                  <a:lnTo>
                    <a:pt x="586702" y="501664"/>
                  </a:lnTo>
                  <a:lnTo>
                    <a:pt x="588818" y="498427"/>
                  </a:lnTo>
                  <a:lnTo>
                    <a:pt x="590871" y="495191"/>
                  </a:lnTo>
                  <a:lnTo>
                    <a:pt x="592859" y="491954"/>
                  </a:lnTo>
                  <a:lnTo>
                    <a:pt x="594762" y="488718"/>
                  </a:lnTo>
                  <a:lnTo>
                    <a:pt x="596563" y="485481"/>
                  </a:lnTo>
                  <a:lnTo>
                    <a:pt x="598285" y="482244"/>
                  </a:lnTo>
                  <a:lnTo>
                    <a:pt x="599928" y="479008"/>
                  </a:lnTo>
                  <a:lnTo>
                    <a:pt x="601457" y="475771"/>
                  </a:lnTo>
                  <a:lnTo>
                    <a:pt x="602882" y="472535"/>
                  </a:lnTo>
                  <a:lnTo>
                    <a:pt x="604221" y="469298"/>
                  </a:lnTo>
                  <a:lnTo>
                    <a:pt x="605472" y="466062"/>
                  </a:lnTo>
                  <a:lnTo>
                    <a:pt x="606587" y="462825"/>
                  </a:lnTo>
                  <a:lnTo>
                    <a:pt x="607608" y="459589"/>
                  </a:lnTo>
                  <a:lnTo>
                    <a:pt x="608539" y="456352"/>
                  </a:lnTo>
                  <a:lnTo>
                    <a:pt x="609371" y="453116"/>
                  </a:lnTo>
                  <a:lnTo>
                    <a:pt x="610073" y="449879"/>
                  </a:lnTo>
                  <a:lnTo>
                    <a:pt x="610688" y="446643"/>
                  </a:lnTo>
                  <a:lnTo>
                    <a:pt x="611216" y="443406"/>
                  </a:lnTo>
                  <a:lnTo>
                    <a:pt x="611634" y="440169"/>
                  </a:lnTo>
                  <a:lnTo>
                    <a:pt x="611945" y="436933"/>
                  </a:lnTo>
                  <a:lnTo>
                    <a:pt x="612174" y="433696"/>
                  </a:lnTo>
                  <a:lnTo>
                    <a:pt x="612323" y="430460"/>
                  </a:lnTo>
                  <a:lnTo>
                    <a:pt x="612361" y="427223"/>
                  </a:lnTo>
                  <a:lnTo>
                    <a:pt x="612315" y="423987"/>
                  </a:lnTo>
                  <a:lnTo>
                    <a:pt x="612198" y="420750"/>
                  </a:lnTo>
                  <a:lnTo>
                    <a:pt x="612010" y="417514"/>
                  </a:lnTo>
                  <a:lnTo>
                    <a:pt x="611719" y="414277"/>
                  </a:lnTo>
                  <a:lnTo>
                    <a:pt x="611369" y="411041"/>
                  </a:lnTo>
                  <a:lnTo>
                    <a:pt x="610959" y="407804"/>
                  </a:lnTo>
                  <a:lnTo>
                    <a:pt x="610483" y="404567"/>
                  </a:lnTo>
                  <a:lnTo>
                    <a:pt x="609936" y="401331"/>
                  </a:lnTo>
                  <a:lnTo>
                    <a:pt x="609343" y="398094"/>
                  </a:lnTo>
                  <a:lnTo>
                    <a:pt x="608705" y="394858"/>
                  </a:lnTo>
                  <a:lnTo>
                    <a:pt x="608014" y="391621"/>
                  </a:lnTo>
                  <a:lnTo>
                    <a:pt x="607280" y="388385"/>
                  </a:lnTo>
                  <a:lnTo>
                    <a:pt x="606515" y="385148"/>
                  </a:lnTo>
                  <a:lnTo>
                    <a:pt x="605722" y="381912"/>
                  </a:lnTo>
                  <a:lnTo>
                    <a:pt x="604894" y="378675"/>
                  </a:lnTo>
                  <a:lnTo>
                    <a:pt x="604048" y="375439"/>
                  </a:lnTo>
                  <a:lnTo>
                    <a:pt x="603188" y="372202"/>
                  </a:lnTo>
                  <a:lnTo>
                    <a:pt x="602315" y="368965"/>
                  </a:lnTo>
                  <a:lnTo>
                    <a:pt x="601435" y="365729"/>
                  </a:lnTo>
                  <a:lnTo>
                    <a:pt x="600555" y="362492"/>
                  </a:lnTo>
                  <a:lnTo>
                    <a:pt x="599678" y="359256"/>
                  </a:lnTo>
                  <a:lnTo>
                    <a:pt x="598809" y="356019"/>
                  </a:lnTo>
                  <a:lnTo>
                    <a:pt x="597955" y="352783"/>
                  </a:lnTo>
                  <a:lnTo>
                    <a:pt x="597118" y="349546"/>
                  </a:lnTo>
                  <a:lnTo>
                    <a:pt x="596299" y="346310"/>
                  </a:lnTo>
                  <a:lnTo>
                    <a:pt x="595512" y="343073"/>
                  </a:lnTo>
                  <a:lnTo>
                    <a:pt x="594758" y="339837"/>
                  </a:lnTo>
                  <a:lnTo>
                    <a:pt x="594034" y="336600"/>
                  </a:lnTo>
                  <a:lnTo>
                    <a:pt x="593343" y="333363"/>
                  </a:lnTo>
                  <a:lnTo>
                    <a:pt x="592710" y="330127"/>
                  </a:lnTo>
                  <a:lnTo>
                    <a:pt x="592118" y="326890"/>
                  </a:lnTo>
                  <a:lnTo>
                    <a:pt x="591568" y="323654"/>
                  </a:lnTo>
                  <a:lnTo>
                    <a:pt x="591070" y="320417"/>
                  </a:lnTo>
                  <a:lnTo>
                    <a:pt x="590639" y="317181"/>
                  </a:lnTo>
                  <a:lnTo>
                    <a:pt x="590259" y="313944"/>
                  </a:lnTo>
                  <a:lnTo>
                    <a:pt x="589929" y="310708"/>
                  </a:lnTo>
                  <a:lnTo>
                    <a:pt x="589669" y="307471"/>
                  </a:lnTo>
                  <a:lnTo>
                    <a:pt x="589476" y="304235"/>
                  </a:lnTo>
                  <a:lnTo>
                    <a:pt x="589339" y="300998"/>
                  </a:lnTo>
                  <a:lnTo>
                    <a:pt x="589257" y="297762"/>
                  </a:lnTo>
                  <a:lnTo>
                    <a:pt x="589258" y="294525"/>
                  </a:lnTo>
                  <a:lnTo>
                    <a:pt x="589320" y="291288"/>
                  </a:lnTo>
                  <a:lnTo>
                    <a:pt x="589437" y="288052"/>
                  </a:lnTo>
                  <a:lnTo>
                    <a:pt x="589615" y="284815"/>
                  </a:lnTo>
                  <a:lnTo>
                    <a:pt x="589874" y="281579"/>
                  </a:lnTo>
                  <a:lnTo>
                    <a:pt x="590186" y="278342"/>
                  </a:lnTo>
                  <a:lnTo>
                    <a:pt x="590550" y="275106"/>
                  </a:lnTo>
                  <a:lnTo>
                    <a:pt x="590977" y="271869"/>
                  </a:lnTo>
                  <a:lnTo>
                    <a:pt x="591469" y="268633"/>
                  </a:lnTo>
                  <a:lnTo>
                    <a:pt x="592007" y="265396"/>
                  </a:lnTo>
                  <a:lnTo>
                    <a:pt x="592590" y="262160"/>
                  </a:lnTo>
                  <a:lnTo>
                    <a:pt x="593232" y="258923"/>
                  </a:lnTo>
                  <a:lnTo>
                    <a:pt x="593920" y="255686"/>
                  </a:lnTo>
                  <a:lnTo>
                    <a:pt x="594643" y="252450"/>
                  </a:lnTo>
                  <a:lnTo>
                    <a:pt x="595401" y="249213"/>
                  </a:lnTo>
                  <a:lnTo>
                    <a:pt x="596206" y="245977"/>
                  </a:lnTo>
                  <a:lnTo>
                    <a:pt x="597037" y="242740"/>
                  </a:lnTo>
                  <a:lnTo>
                    <a:pt x="597892" y="239504"/>
                  </a:lnTo>
                  <a:lnTo>
                    <a:pt x="598771" y="236267"/>
                  </a:lnTo>
                  <a:lnTo>
                    <a:pt x="599673" y="233031"/>
                  </a:lnTo>
                  <a:lnTo>
                    <a:pt x="600587" y="229794"/>
                  </a:lnTo>
                  <a:lnTo>
                    <a:pt x="601512" y="226558"/>
                  </a:lnTo>
                  <a:lnTo>
                    <a:pt x="602445" y="223321"/>
                  </a:lnTo>
                  <a:lnTo>
                    <a:pt x="603380" y="220084"/>
                  </a:lnTo>
                  <a:lnTo>
                    <a:pt x="604314" y="216848"/>
                  </a:lnTo>
                  <a:lnTo>
                    <a:pt x="605244" y="213611"/>
                  </a:lnTo>
                  <a:lnTo>
                    <a:pt x="606163" y="210375"/>
                  </a:lnTo>
                  <a:lnTo>
                    <a:pt x="607068" y="207138"/>
                  </a:lnTo>
                  <a:lnTo>
                    <a:pt x="607959" y="203902"/>
                  </a:lnTo>
                  <a:lnTo>
                    <a:pt x="608831" y="200665"/>
                  </a:lnTo>
                  <a:lnTo>
                    <a:pt x="609672" y="197429"/>
                  </a:lnTo>
                  <a:lnTo>
                    <a:pt x="610489" y="194192"/>
                  </a:lnTo>
                  <a:lnTo>
                    <a:pt x="611279" y="190956"/>
                  </a:lnTo>
                  <a:lnTo>
                    <a:pt x="612035" y="187719"/>
                  </a:lnTo>
                  <a:lnTo>
                    <a:pt x="612747" y="184482"/>
                  </a:lnTo>
                  <a:lnTo>
                    <a:pt x="613425" y="181246"/>
                  </a:lnTo>
                  <a:lnTo>
                    <a:pt x="614067" y="178009"/>
                  </a:lnTo>
                  <a:lnTo>
                    <a:pt x="614658" y="174773"/>
                  </a:lnTo>
                  <a:lnTo>
                    <a:pt x="615201" y="171536"/>
                  </a:lnTo>
                  <a:lnTo>
                    <a:pt x="615702" y="168300"/>
                  </a:lnTo>
                  <a:lnTo>
                    <a:pt x="616161" y="165063"/>
                  </a:lnTo>
                  <a:lnTo>
                    <a:pt x="616553" y="161827"/>
                  </a:lnTo>
                  <a:lnTo>
                    <a:pt x="616898" y="158590"/>
                  </a:lnTo>
                  <a:lnTo>
                    <a:pt x="617197" y="155354"/>
                  </a:lnTo>
                  <a:lnTo>
                    <a:pt x="617445" y="152117"/>
                  </a:lnTo>
                  <a:lnTo>
                    <a:pt x="617625" y="148881"/>
                  </a:lnTo>
                  <a:lnTo>
                    <a:pt x="617759" y="145644"/>
                  </a:lnTo>
                  <a:lnTo>
                    <a:pt x="617846" y="142407"/>
                  </a:lnTo>
                  <a:lnTo>
                    <a:pt x="617873" y="139171"/>
                  </a:lnTo>
                  <a:lnTo>
                    <a:pt x="617841" y="135934"/>
                  </a:lnTo>
                  <a:lnTo>
                    <a:pt x="617764" y="132698"/>
                  </a:lnTo>
                  <a:lnTo>
                    <a:pt x="617643" y="129461"/>
                  </a:lnTo>
                  <a:lnTo>
                    <a:pt x="617458" y="126225"/>
                  </a:lnTo>
                  <a:lnTo>
                    <a:pt x="617227" y="122988"/>
                  </a:lnTo>
                  <a:lnTo>
                    <a:pt x="616956" y="119752"/>
                  </a:lnTo>
                  <a:lnTo>
                    <a:pt x="616643" y="116515"/>
                  </a:lnTo>
                  <a:lnTo>
                    <a:pt x="616274" y="113279"/>
                  </a:lnTo>
                  <a:lnTo>
                    <a:pt x="615870" y="110042"/>
                  </a:lnTo>
                  <a:lnTo>
                    <a:pt x="615434" y="106805"/>
                  </a:lnTo>
                  <a:lnTo>
                    <a:pt x="614961" y="103569"/>
                  </a:lnTo>
                  <a:lnTo>
                    <a:pt x="614450" y="100332"/>
                  </a:lnTo>
                  <a:lnTo>
                    <a:pt x="613914" y="97096"/>
                  </a:lnTo>
                  <a:lnTo>
                    <a:pt x="613356" y="93859"/>
                  </a:lnTo>
                  <a:lnTo>
                    <a:pt x="612770" y="90623"/>
                  </a:lnTo>
                  <a:lnTo>
                    <a:pt x="612166" y="87386"/>
                  </a:lnTo>
                  <a:lnTo>
                    <a:pt x="611550" y="84150"/>
                  </a:lnTo>
                  <a:lnTo>
                    <a:pt x="610922" y="80913"/>
                  </a:lnTo>
                  <a:lnTo>
                    <a:pt x="610285" y="77677"/>
                  </a:lnTo>
                  <a:lnTo>
                    <a:pt x="609645" y="74440"/>
                  </a:lnTo>
                  <a:lnTo>
                    <a:pt x="609005" y="71203"/>
                  </a:lnTo>
                  <a:lnTo>
                    <a:pt x="608369" y="67967"/>
                  </a:lnTo>
                  <a:lnTo>
                    <a:pt x="607743" y="64730"/>
                  </a:lnTo>
                  <a:lnTo>
                    <a:pt x="607129" y="61494"/>
                  </a:lnTo>
                  <a:lnTo>
                    <a:pt x="606528" y="58257"/>
                  </a:lnTo>
                  <a:lnTo>
                    <a:pt x="605948" y="55021"/>
                  </a:lnTo>
                  <a:lnTo>
                    <a:pt x="605395" y="51784"/>
                  </a:lnTo>
                  <a:lnTo>
                    <a:pt x="604866" y="48548"/>
                  </a:lnTo>
                  <a:lnTo>
                    <a:pt x="604362" y="45311"/>
                  </a:lnTo>
                  <a:lnTo>
                    <a:pt x="603900" y="42075"/>
                  </a:lnTo>
                  <a:lnTo>
                    <a:pt x="603474" y="38838"/>
                  </a:lnTo>
                  <a:lnTo>
                    <a:pt x="603083" y="35601"/>
                  </a:lnTo>
                  <a:lnTo>
                    <a:pt x="602728" y="32365"/>
                  </a:lnTo>
                  <a:lnTo>
                    <a:pt x="602433" y="29128"/>
                  </a:lnTo>
                  <a:lnTo>
                    <a:pt x="602179" y="25892"/>
                  </a:lnTo>
                  <a:lnTo>
                    <a:pt x="601966" y="22655"/>
                  </a:lnTo>
                  <a:lnTo>
                    <a:pt x="601803" y="19419"/>
                  </a:lnTo>
                  <a:lnTo>
                    <a:pt x="601702" y="16182"/>
                  </a:lnTo>
                  <a:lnTo>
                    <a:pt x="601647" y="12946"/>
                  </a:lnTo>
                  <a:lnTo>
                    <a:pt x="601637" y="9709"/>
                  </a:lnTo>
                  <a:lnTo>
                    <a:pt x="601687" y="6473"/>
                  </a:lnTo>
                  <a:lnTo>
                    <a:pt x="601795" y="3236"/>
                  </a:lnTo>
                  <a:lnTo>
                    <a:pt x="601947" y="0"/>
                  </a:lnTo>
                  <a:lnTo>
                    <a:pt x="662805" y="0"/>
                  </a:lnTo>
                  <a:lnTo>
                    <a:pt x="662958" y="3236"/>
                  </a:lnTo>
                  <a:lnTo>
                    <a:pt x="663065" y="6473"/>
                  </a:lnTo>
                  <a:lnTo>
                    <a:pt x="663116" y="9709"/>
                  </a:lnTo>
                  <a:lnTo>
                    <a:pt x="663105" y="12946"/>
                  </a:lnTo>
                  <a:lnTo>
                    <a:pt x="663050" y="16182"/>
                  </a:lnTo>
                  <a:lnTo>
                    <a:pt x="662949" y="19419"/>
                  </a:lnTo>
                  <a:lnTo>
                    <a:pt x="662787" y="22655"/>
                  </a:lnTo>
                  <a:lnTo>
                    <a:pt x="662574" y="25892"/>
                  </a:lnTo>
                  <a:lnTo>
                    <a:pt x="662319" y="29128"/>
                  </a:lnTo>
                  <a:lnTo>
                    <a:pt x="662024" y="32365"/>
                  </a:lnTo>
                  <a:lnTo>
                    <a:pt x="661669" y="35601"/>
                  </a:lnTo>
                  <a:lnTo>
                    <a:pt x="661278" y="38838"/>
                  </a:lnTo>
                  <a:lnTo>
                    <a:pt x="660853" y="42075"/>
                  </a:lnTo>
                  <a:lnTo>
                    <a:pt x="660390" y="45311"/>
                  </a:lnTo>
                  <a:lnTo>
                    <a:pt x="659886" y="48548"/>
                  </a:lnTo>
                  <a:lnTo>
                    <a:pt x="659357" y="51784"/>
                  </a:lnTo>
                  <a:lnTo>
                    <a:pt x="658804" y="55021"/>
                  </a:lnTo>
                  <a:lnTo>
                    <a:pt x="658224" y="58257"/>
                  </a:lnTo>
                  <a:lnTo>
                    <a:pt x="657623" y="61494"/>
                  </a:lnTo>
                  <a:lnTo>
                    <a:pt x="657009" y="64730"/>
                  </a:lnTo>
                  <a:lnTo>
                    <a:pt x="656383" y="67967"/>
                  </a:lnTo>
                  <a:lnTo>
                    <a:pt x="655747" y="71203"/>
                  </a:lnTo>
                  <a:lnTo>
                    <a:pt x="655107" y="74440"/>
                  </a:lnTo>
                  <a:lnTo>
                    <a:pt x="654468" y="77677"/>
                  </a:lnTo>
                  <a:lnTo>
                    <a:pt x="653830" y="80913"/>
                  </a:lnTo>
                  <a:lnTo>
                    <a:pt x="653203" y="84150"/>
                  </a:lnTo>
                  <a:lnTo>
                    <a:pt x="652586" y="87386"/>
                  </a:lnTo>
                  <a:lnTo>
                    <a:pt x="651982" y="90623"/>
                  </a:lnTo>
                  <a:lnTo>
                    <a:pt x="651397" y="93859"/>
                  </a:lnTo>
                  <a:lnTo>
                    <a:pt x="650838" y="97096"/>
                  </a:lnTo>
                  <a:lnTo>
                    <a:pt x="650303" y="100332"/>
                  </a:lnTo>
                  <a:lnTo>
                    <a:pt x="649791" y="103569"/>
                  </a:lnTo>
                  <a:lnTo>
                    <a:pt x="649318" y="106805"/>
                  </a:lnTo>
                  <a:lnTo>
                    <a:pt x="648882" y="110042"/>
                  </a:lnTo>
                  <a:lnTo>
                    <a:pt x="648478" y="113279"/>
                  </a:lnTo>
                  <a:lnTo>
                    <a:pt x="648109" y="116515"/>
                  </a:lnTo>
                  <a:lnTo>
                    <a:pt x="647797" y="119752"/>
                  </a:lnTo>
                  <a:lnTo>
                    <a:pt x="647525" y="122988"/>
                  </a:lnTo>
                  <a:lnTo>
                    <a:pt x="647294" y="126225"/>
                  </a:lnTo>
                  <a:lnTo>
                    <a:pt x="647110" y="129461"/>
                  </a:lnTo>
                  <a:lnTo>
                    <a:pt x="646988" y="132698"/>
                  </a:lnTo>
                  <a:lnTo>
                    <a:pt x="646911" y="135934"/>
                  </a:lnTo>
                  <a:lnTo>
                    <a:pt x="646879" y="139171"/>
                  </a:lnTo>
                  <a:lnTo>
                    <a:pt x="646907" y="142407"/>
                  </a:lnTo>
                  <a:lnTo>
                    <a:pt x="646994" y="145644"/>
                  </a:lnTo>
                  <a:lnTo>
                    <a:pt x="647127" y="148881"/>
                  </a:lnTo>
                  <a:lnTo>
                    <a:pt x="647307" y="152117"/>
                  </a:lnTo>
                  <a:lnTo>
                    <a:pt x="647555" y="155354"/>
                  </a:lnTo>
                  <a:lnTo>
                    <a:pt x="647855" y="158590"/>
                  </a:lnTo>
                  <a:lnTo>
                    <a:pt x="648200" y="161827"/>
                  </a:lnTo>
                  <a:lnTo>
                    <a:pt x="648591" y="165063"/>
                  </a:lnTo>
                  <a:lnTo>
                    <a:pt x="649051" y="168300"/>
                  </a:lnTo>
                  <a:lnTo>
                    <a:pt x="649552" y="171536"/>
                  </a:lnTo>
                  <a:lnTo>
                    <a:pt x="650094" y="174773"/>
                  </a:lnTo>
                  <a:lnTo>
                    <a:pt x="650685" y="178009"/>
                  </a:lnTo>
                  <a:lnTo>
                    <a:pt x="651328" y="181246"/>
                  </a:lnTo>
                  <a:lnTo>
                    <a:pt x="652005" y="184482"/>
                  </a:lnTo>
                  <a:lnTo>
                    <a:pt x="652718" y="187719"/>
                  </a:lnTo>
                  <a:lnTo>
                    <a:pt x="653473" y="190956"/>
                  </a:lnTo>
                  <a:lnTo>
                    <a:pt x="654264" y="194192"/>
                  </a:lnTo>
                  <a:lnTo>
                    <a:pt x="655080" y="197429"/>
                  </a:lnTo>
                  <a:lnTo>
                    <a:pt x="655921" y="200665"/>
                  </a:lnTo>
                  <a:lnTo>
                    <a:pt x="656794" y="203902"/>
                  </a:lnTo>
                  <a:lnTo>
                    <a:pt x="657684" y="207138"/>
                  </a:lnTo>
                  <a:lnTo>
                    <a:pt x="658589" y="210375"/>
                  </a:lnTo>
                  <a:lnTo>
                    <a:pt x="659508" y="213611"/>
                  </a:lnTo>
                  <a:lnTo>
                    <a:pt x="660438" y="216848"/>
                  </a:lnTo>
                  <a:lnTo>
                    <a:pt x="661372" y="220084"/>
                  </a:lnTo>
                  <a:lnTo>
                    <a:pt x="662307" y="223321"/>
                  </a:lnTo>
                  <a:lnTo>
                    <a:pt x="663240" y="226558"/>
                  </a:lnTo>
                  <a:lnTo>
                    <a:pt x="664165" y="229794"/>
                  </a:lnTo>
                  <a:lnTo>
                    <a:pt x="665079" y="233031"/>
                  </a:lnTo>
                  <a:lnTo>
                    <a:pt x="665982" y="236267"/>
                  </a:lnTo>
                  <a:lnTo>
                    <a:pt x="666861" y="239504"/>
                  </a:lnTo>
                  <a:lnTo>
                    <a:pt x="667716" y="242740"/>
                  </a:lnTo>
                  <a:lnTo>
                    <a:pt x="668547" y="245977"/>
                  </a:lnTo>
                  <a:lnTo>
                    <a:pt x="669352" y="249213"/>
                  </a:lnTo>
                  <a:lnTo>
                    <a:pt x="670109" y="252450"/>
                  </a:lnTo>
                  <a:lnTo>
                    <a:pt x="670833" y="255686"/>
                  </a:lnTo>
                  <a:lnTo>
                    <a:pt x="671520" y="258923"/>
                  </a:lnTo>
                  <a:lnTo>
                    <a:pt x="672162" y="262160"/>
                  </a:lnTo>
                  <a:lnTo>
                    <a:pt x="672745" y="265396"/>
                  </a:lnTo>
                  <a:lnTo>
                    <a:pt x="673283" y="268633"/>
                  </a:lnTo>
                  <a:lnTo>
                    <a:pt x="673775" y="271869"/>
                  </a:lnTo>
                  <a:lnTo>
                    <a:pt x="674202" y="275106"/>
                  </a:lnTo>
                  <a:lnTo>
                    <a:pt x="674567" y="278342"/>
                  </a:lnTo>
                  <a:lnTo>
                    <a:pt x="674879" y="281579"/>
                  </a:lnTo>
                  <a:lnTo>
                    <a:pt x="675138" y="284815"/>
                  </a:lnTo>
                  <a:lnTo>
                    <a:pt x="675315" y="288052"/>
                  </a:lnTo>
                  <a:lnTo>
                    <a:pt x="675433" y="291288"/>
                  </a:lnTo>
                  <a:lnTo>
                    <a:pt x="675495" y="294525"/>
                  </a:lnTo>
                  <a:lnTo>
                    <a:pt x="675496" y="297762"/>
                  </a:lnTo>
                  <a:lnTo>
                    <a:pt x="675414" y="300998"/>
                  </a:lnTo>
                  <a:lnTo>
                    <a:pt x="675276" y="304235"/>
                  </a:lnTo>
                  <a:lnTo>
                    <a:pt x="675084" y="307471"/>
                  </a:lnTo>
                  <a:lnTo>
                    <a:pt x="674824" y="310708"/>
                  </a:lnTo>
                  <a:lnTo>
                    <a:pt x="674494" y="313944"/>
                  </a:lnTo>
                  <a:lnTo>
                    <a:pt x="674113" y="317181"/>
                  </a:lnTo>
                  <a:lnTo>
                    <a:pt x="673682" y="320417"/>
                  </a:lnTo>
                  <a:lnTo>
                    <a:pt x="673184" y="323654"/>
                  </a:lnTo>
                  <a:lnTo>
                    <a:pt x="672635" y="326890"/>
                  </a:lnTo>
                  <a:lnTo>
                    <a:pt x="672042" y="330127"/>
                  </a:lnTo>
                  <a:lnTo>
                    <a:pt x="671409" y="333363"/>
                  </a:lnTo>
                  <a:lnTo>
                    <a:pt x="670718" y="336600"/>
                  </a:lnTo>
                  <a:lnTo>
                    <a:pt x="669994" y="339837"/>
                  </a:lnTo>
                  <a:lnTo>
                    <a:pt x="669240" y="343073"/>
                  </a:lnTo>
                  <a:lnTo>
                    <a:pt x="668453" y="346310"/>
                  </a:lnTo>
                  <a:lnTo>
                    <a:pt x="667634" y="349546"/>
                  </a:lnTo>
                  <a:lnTo>
                    <a:pt x="666797" y="352783"/>
                  </a:lnTo>
                  <a:lnTo>
                    <a:pt x="665944" y="356019"/>
                  </a:lnTo>
                  <a:lnTo>
                    <a:pt x="665074" y="359256"/>
                  </a:lnTo>
                  <a:lnTo>
                    <a:pt x="664197" y="362492"/>
                  </a:lnTo>
                  <a:lnTo>
                    <a:pt x="663317" y="365729"/>
                  </a:lnTo>
                  <a:lnTo>
                    <a:pt x="662437" y="368965"/>
                  </a:lnTo>
                  <a:lnTo>
                    <a:pt x="661565" y="372202"/>
                  </a:lnTo>
                  <a:lnTo>
                    <a:pt x="660705" y="375439"/>
                  </a:lnTo>
                  <a:lnTo>
                    <a:pt x="659859" y="378675"/>
                  </a:lnTo>
                  <a:lnTo>
                    <a:pt x="659031" y="381912"/>
                  </a:lnTo>
                  <a:lnTo>
                    <a:pt x="658238" y="385148"/>
                  </a:lnTo>
                  <a:lnTo>
                    <a:pt x="657473" y="388385"/>
                  </a:lnTo>
                  <a:lnTo>
                    <a:pt x="656739" y="391621"/>
                  </a:lnTo>
                  <a:lnTo>
                    <a:pt x="656047" y="394858"/>
                  </a:lnTo>
                  <a:lnTo>
                    <a:pt x="655409" y="398094"/>
                  </a:lnTo>
                  <a:lnTo>
                    <a:pt x="654816" y="401331"/>
                  </a:lnTo>
                  <a:lnTo>
                    <a:pt x="654269" y="404567"/>
                  </a:lnTo>
                  <a:lnTo>
                    <a:pt x="653793" y="407804"/>
                  </a:lnTo>
                  <a:lnTo>
                    <a:pt x="653384" y="411041"/>
                  </a:lnTo>
                  <a:lnTo>
                    <a:pt x="653033" y="414277"/>
                  </a:lnTo>
                  <a:lnTo>
                    <a:pt x="652743" y="417514"/>
                  </a:lnTo>
                  <a:lnTo>
                    <a:pt x="652554" y="420750"/>
                  </a:lnTo>
                  <a:lnTo>
                    <a:pt x="652437" y="423987"/>
                  </a:lnTo>
                  <a:lnTo>
                    <a:pt x="652391" y="427223"/>
                  </a:lnTo>
                  <a:lnTo>
                    <a:pt x="652429" y="430460"/>
                  </a:lnTo>
                  <a:lnTo>
                    <a:pt x="652579" y="433696"/>
                  </a:lnTo>
                  <a:lnTo>
                    <a:pt x="652808" y="436933"/>
                  </a:lnTo>
                  <a:lnTo>
                    <a:pt x="653118" y="440169"/>
                  </a:lnTo>
                  <a:lnTo>
                    <a:pt x="653536" y="443406"/>
                  </a:lnTo>
                  <a:lnTo>
                    <a:pt x="654064" y="446643"/>
                  </a:lnTo>
                  <a:lnTo>
                    <a:pt x="654679" y="449879"/>
                  </a:lnTo>
                  <a:lnTo>
                    <a:pt x="655381" y="453116"/>
                  </a:lnTo>
                  <a:lnTo>
                    <a:pt x="656213" y="456352"/>
                  </a:lnTo>
                  <a:lnTo>
                    <a:pt x="657145" y="459589"/>
                  </a:lnTo>
                  <a:lnTo>
                    <a:pt x="658166" y="462825"/>
                  </a:lnTo>
                  <a:lnTo>
                    <a:pt x="659280" y="466062"/>
                  </a:lnTo>
                  <a:lnTo>
                    <a:pt x="660531" y="469298"/>
                  </a:lnTo>
                  <a:lnTo>
                    <a:pt x="661870" y="472535"/>
                  </a:lnTo>
                  <a:lnTo>
                    <a:pt x="663296" y="475771"/>
                  </a:lnTo>
                  <a:lnTo>
                    <a:pt x="664825" y="479008"/>
                  </a:lnTo>
                  <a:lnTo>
                    <a:pt x="666467" y="482244"/>
                  </a:lnTo>
                  <a:lnTo>
                    <a:pt x="668189" y="485481"/>
                  </a:lnTo>
                  <a:lnTo>
                    <a:pt x="669990" y="488718"/>
                  </a:lnTo>
                  <a:lnTo>
                    <a:pt x="671894" y="491954"/>
                  </a:lnTo>
                  <a:lnTo>
                    <a:pt x="673881" y="495191"/>
                  </a:lnTo>
                  <a:lnTo>
                    <a:pt x="675934" y="498427"/>
                  </a:lnTo>
                  <a:lnTo>
                    <a:pt x="678051" y="501664"/>
                  </a:lnTo>
                  <a:lnTo>
                    <a:pt x="680254" y="504900"/>
                  </a:lnTo>
                  <a:lnTo>
                    <a:pt x="682509" y="508137"/>
                  </a:lnTo>
                  <a:lnTo>
                    <a:pt x="684809" y="511373"/>
                  </a:lnTo>
                  <a:lnTo>
                    <a:pt x="687154" y="514610"/>
                  </a:lnTo>
                  <a:lnTo>
                    <a:pt x="689545" y="517846"/>
                  </a:lnTo>
                  <a:lnTo>
                    <a:pt x="691959" y="521083"/>
                  </a:lnTo>
                  <a:lnTo>
                    <a:pt x="694392" y="524320"/>
                  </a:lnTo>
                  <a:lnTo>
                    <a:pt x="696840" y="527556"/>
                  </a:lnTo>
                  <a:lnTo>
                    <a:pt x="699288" y="530793"/>
                  </a:lnTo>
                  <a:lnTo>
                    <a:pt x="701729" y="534029"/>
                  </a:lnTo>
                  <a:lnTo>
                    <a:pt x="704158" y="537266"/>
                  </a:lnTo>
                  <a:lnTo>
                    <a:pt x="706556" y="540502"/>
                  </a:lnTo>
                  <a:lnTo>
                    <a:pt x="708916" y="543739"/>
                  </a:lnTo>
                  <a:lnTo>
                    <a:pt x="711236" y="546975"/>
                  </a:lnTo>
                  <a:lnTo>
                    <a:pt x="713510" y="550212"/>
                  </a:lnTo>
                  <a:lnTo>
                    <a:pt x="715697" y="553448"/>
                  </a:lnTo>
                  <a:lnTo>
                    <a:pt x="717817" y="556685"/>
                  </a:lnTo>
                  <a:lnTo>
                    <a:pt x="719866" y="559922"/>
                  </a:lnTo>
                  <a:lnTo>
                    <a:pt x="721822" y="563158"/>
                  </a:lnTo>
                  <a:lnTo>
                    <a:pt x="723657" y="566395"/>
                  </a:lnTo>
                  <a:lnTo>
                    <a:pt x="725397" y="569631"/>
                  </a:lnTo>
                  <a:lnTo>
                    <a:pt x="727038" y="572868"/>
                  </a:lnTo>
                  <a:lnTo>
                    <a:pt x="728538" y="576104"/>
                  </a:lnTo>
                  <a:lnTo>
                    <a:pt x="729900" y="579341"/>
                  </a:lnTo>
                  <a:lnTo>
                    <a:pt x="731147" y="582577"/>
                  </a:lnTo>
                  <a:lnTo>
                    <a:pt x="732276" y="585814"/>
                  </a:lnTo>
                  <a:lnTo>
                    <a:pt x="733220" y="589050"/>
                  </a:lnTo>
                  <a:lnTo>
                    <a:pt x="734031" y="592287"/>
                  </a:lnTo>
                  <a:lnTo>
                    <a:pt x="734715" y="595524"/>
                  </a:lnTo>
                  <a:lnTo>
                    <a:pt x="735261" y="598760"/>
                  </a:lnTo>
                  <a:lnTo>
                    <a:pt x="735619" y="601997"/>
                  </a:lnTo>
                  <a:lnTo>
                    <a:pt x="735853" y="605233"/>
                  </a:lnTo>
                  <a:lnTo>
                    <a:pt x="735963" y="608470"/>
                  </a:lnTo>
                  <a:lnTo>
                    <a:pt x="735922" y="611706"/>
                  </a:lnTo>
                  <a:lnTo>
                    <a:pt x="735728" y="614943"/>
                  </a:lnTo>
                  <a:lnTo>
                    <a:pt x="735425" y="618179"/>
                  </a:lnTo>
                  <a:lnTo>
                    <a:pt x="735015" y="621416"/>
                  </a:lnTo>
                  <a:lnTo>
                    <a:pt x="734466" y="624652"/>
                  </a:lnTo>
                  <a:lnTo>
                    <a:pt x="733816" y="627889"/>
                  </a:lnTo>
                  <a:lnTo>
                    <a:pt x="733086" y="631125"/>
                  </a:lnTo>
                  <a:lnTo>
                    <a:pt x="732282" y="634362"/>
                  </a:lnTo>
                  <a:lnTo>
                    <a:pt x="731385" y="637599"/>
                  </a:lnTo>
                  <a:lnTo>
                    <a:pt x="730445" y="640835"/>
                  </a:lnTo>
                  <a:lnTo>
                    <a:pt x="729470" y="644072"/>
                  </a:lnTo>
                  <a:lnTo>
                    <a:pt x="728467" y="647308"/>
                  </a:lnTo>
                  <a:lnTo>
                    <a:pt x="727458" y="650545"/>
                  </a:lnTo>
                  <a:lnTo>
                    <a:pt x="726462" y="653781"/>
                  </a:lnTo>
                  <a:lnTo>
                    <a:pt x="725489" y="657018"/>
                  </a:lnTo>
                  <a:lnTo>
                    <a:pt x="724570" y="660254"/>
                  </a:lnTo>
                  <a:lnTo>
                    <a:pt x="723731" y="663491"/>
                  </a:lnTo>
                  <a:lnTo>
                    <a:pt x="722973" y="666727"/>
                  </a:lnTo>
                  <a:lnTo>
                    <a:pt x="722307" y="669964"/>
                  </a:lnTo>
                  <a:lnTo>
                    <a:pt x="721815" y="673201"/>
                  </a:lnTo>
                  <a:lnTo>
                    <a:pt x="721478" y="676437"/>
                  </a:lnTo>
                  <a:lnTo>
                    <a:pt x="721299" y="679674"/>
                  </a:lnTo>
                  <a:lnTo>
                    <a:pt x="721304" y="682910"/>
                  </a:lnTo>
                  <a:lnTo>
                    <a:pt x="721610" y="686147"/>
                  </a:lnTo>
                  <a:lnTo>
                    <a:pt x="722142" y="689383"/>
                  </a:lnTo>
                  <a:lnTo>
                    <a:pt x="722913" y="692620"/>
                  </a:lnTo>
                  <a:lnTo>
                    <a:pt x="724002" y="695856"/>
                  </a:lnTo>
                  <a:lnTo>
                    <a:pt x="725476" y="699093"/>
                  </a:lnTo>
                  <a:lnTo>
                    <a:pt x="727256" y="702329"/>
                  </a:lnTo>
                  <a:lnTo>
                    <a:pt x="729355" y="705566"/>
                  </a:lnTo>
                  <a:lnTo>
                    <a:pt x="731934" y="708803"/>
                  </a:lnTo>
                  <a:lnTo>
                    <a:pt x="734945" y="712039"/>
                  </a:lnTo>
                  <a:lnTo>
                    <a:pt x="738338" y="715276"/>
                  </a:lnTo>
                  <a:lnTo>
                    <a:pt x="742123" y="718512"/>
                  </a:lnTo>
                  <a:lnTo>
                    <a:pt x="746559" y="721749"/>
                  </a:lnTo>
                  <a:lnTo>
                    <a:pt x="751436" y="724985"/>
                  </a:lnTo>
                  <a:lnTo>
                    <a:pt x="756756" y="728222"/>
                  </a:lnTo>
                  <a:lnTo>
                    <a:pt x="762597" y="731458"/>
                  </a:lnTo>
                  <a:lnTo>
                    <a:pt x="769108" y="734695"/>
                  </a:lnTo>
                  <a:lnTo>
                    <a:pt x="776097" y="737931"/>
                  </a:lnTo>
                  <a:lnTo>
                    <a:pt x="783567" y="741168"/>
                  </a:lnTo>
                  <a:lnTo>
                    <a:pt x="791676" y="744405"/>
                  </a:lnTo>
                  <a:lnTo>
                    <a:pt x="800407" y="747641"/>
                  </a:lnTo>
                  <a:lnTo>
                    <a:pt x="809626" y="750878"/>
                  </a:lnTo>
                  <a:lnTo>
                    <a:pt x="819332" y="754114"/>
                  </a:lnTo>
                  <a:lnTo>
                    <a:pt x="829749" y="757351"/>
                  </a:lnTo>
                  <a:lnTo>
                    <a:pt x="840685" y="760587"/>
                  </a:lnTo>
                  <a:lnTo>
                    <a:pt x="852082" y="763824"/>
                  </a:lnTo>
                  <a:lnTo>
                    <a:pt x="863955" y="767060"/>
                  </a:lnTo>
                  <a:lnTo>
                    <a:pt x="876482" y="770297"/>
                  </a:lnTo>
                  <a:lnTo>
                    <a:pt x="889410" y="773533"/>
                  </a:lnTo>
                  <a:lnTo>
                    <a:pt x="902723" y="776770"/>
                  </a:lnTo>
                  <a:lnTo>
                    <a:pt x="916479" y="780006"/>
                  </a:lnTo>
                  <a:lnTo>
                    <a:pt x="930674" y="783243"/>
                  </a:lnTo>
                  <a:lnTo>
                    <a:pt x="945154" y="786480"/>
                  </a:lnTo>
                  <a:lnTo>
                    <a:pt x="959899" y="789716"/>
                  </a:lnTo>
                  <a:lnTo>
                    <a:pt x="974949" y="792953"/>
                  </a:lnTo>
                  <a:lnTo>
                    <a:pt x="990196" y="796189"/>
                  </a:lnTo>
                  <a:lnTo>
                    <a:pt x="1005567" y="799426"/>
                  </a:lnTo>
                  <a:lnTo>
                    <a:pt x="1021037" y="802662"/>
                  </a:lnTo>
                  <a:lnTo>
                    <a:pt x="1036558" y="805899"/>
                  </a:lnTo>
                  <a:lnTo>
                    <a:pt x="1052040" y="809135"/>
                  </a:lnTo>
                  <a:lnTo>
                    <a:pt x="1067452" y="812372"/>
                  </a:lnTo>
                  <a:lnTo>
                    <a:pt x="1082737" y="815608"/>
                  </a:lnTo>
                  <a:lnTo>
                    <a:pt x="1097751" y="818845"/>
                  </a:lnTo>
                  <a:lnTo>
                    <a:pt x="1112511" y="822082"/>
                  </a:lnTo>
                  <a:lnTo>
                    <a:pt x="1126984" y="825318"/>
                  </a:lnTo>
                  <a:lnTo>
                    <a:pt x="1141017" y="828555"/>
                  </a:lnTo>
                  <a:lnTo>
                    <a:pt x="1154512" y="831791"/>
                  </a:lnTo>
                  <a:lnTo>
                    <a:pt x="1167537" y="835028"/>
                  </a:lnTo>
                  <a:lnTo>
                    <a:pt x="1180061" y="838264"/>
                  </a:lnTo>
                  <a:lnTo>
                    <a:pt x="1191768" y="841501"/>
                  </a:lnTo>
                  <a:lnTo>
                    <a:pt x="1202763" y="844737"/>
                  </a:lnTo>
                  <a:lnTo>
                    <a:pt x="1213095" y="847974"/>
                  </a:lnTo>
                  <a:lnTo>
                    <a:pt x="1222710" y="851210"/>
                  </a:lnTo>
                  <a:lnTo>
                    <a:pt x="1231167" y="854447"/>
                  </a:lnTo>
                  <a:lnTo>
                    <a:pt x="1238828" y="857684"/>
                  </a:lnTo>
                  <a:lnTo>
                    <a:pt x="1245674" y="860920"/>
                  </a:lnTo>
                  <a:lnTo>
                    <a:pt x="1251512" y="864157"/>
                  </a:lnTo>
                  <a:lnTo>
                    <a:pt x="1255622" y="867030"/>
                  </a:lnTo>
                  <a:lnTo>
                    <a:pt x="1256141" y="867393"/>
                  </a:lnTo>
                  <a:lnTo>
                    <a:pt x="1259876" y="870630"/>
                  </a:lnTo>
                  <a:lnTo>
                    <a:pt x="1262708" y="873866"/>
                  </a:lnTo>
                  <a:lnTo>
                    <a:pt x="1264293" y="877103"/>
                  </a:lnTo>
                  <a:lnTo>
                    <a:pt x="1264753" y="880339"/>
                  </a:lnTo>
                  <a:lnTo>
                    <a:pt x="1264604" y="881389"/>
                  </a:lnTo>
                  <a:lnTo>
                    <a:pt x="1264293" y="883576"/>
                  </a:lnTo>
                  <a:lnTo>
                    <a:pt x="1262914" y="886812"/>
                  </a:lnTo>
                  <a:lnTo>
                    <a:pt x="1260151" y="890049"/>
                  </a:lnTo>
                  <a:lnTo>
                    <a:pt x="1256453" y="893286"/>
                  </a:lnTo>
                  <a:lnTo>
                    <a:pt x="1251884" y="896522"/>
                  </a:lnTo>
                  <a:lnTo>
                    <a:pt x="1246367" y="899759"/>
                  </a:lnTo>
                  <a:lnTo>
                    <a:pt x="1239645" y="902995"/>
                  </a:lnTo>
                  <a:lnTo>
                    <a:pt x="1232146" y="906232"/>
                  </a:lnTo>
                  <a:lnTo>
                    <a:pt x="1223893" y="909468"/>
                  </a:lnTo>
                  <a:lnTo>
                    <a:pt x="1214727" y="912705"/>
                  </a:lnTo>
                  <a:lnTo>
                    <a:pt x="1204696" y="915941"/>
                  </a:lnTo>
                  <a:lnTo>
                    <a:pt x="1194052" y="919178"/>
                  </a:lnTo>
                  <a:lnTo>
                    <a:pt x="1182822" y="922414"/>
                  </a:lnTo>
                  <a:lnTo>
                    <a:pt x="1170835" y="925651"/>
                  </a:lnTo>
                  <a:lnTo>
                    <a:pt x="1158323" y="928888"/>
                  </a:lnTo>
                  <a:lnTo>
                    <a:pt x="1145395" y="932124"/>
                  </a:lnTo>
                  <a:lnTo>
                    <a:pt x="1132076" y="935361"/>
                  </a:lnTo>
                  <a:lnTo>
                    <a:pt x="1118270" y="938597"/>
                  </a:lnTo>
                  <a:lnTo>
                    <a:pt x="1104225" y="941834"/>
                  </a:lnTo>
                  <a:lnTo>
                    <a:pt x="1089971" y="945070"/>
                  </a:lnTo>
                  <a:lnTo>
                    <a:pt x="1075523" y="948307"/>
                  </a:lnTo>
                  <a:lnTo>
                    <a:pt x="1060940" y="951543"/>
                  </a:lnTo>
                  <a:lnTo>
                    <a:pt x="1046317" y="954780"/>
                  </a:lnTo>
                  <a:lnTo>
                    <a:pt x="1031682" y="958016"/>
                  </a:lnTo>
                  <a:lnTo>
                    <a:pt x="1017093" y="961253"/>
                  </a:lnTo>
                  <a:lnTo>
                    <a:pt x="1002622" y="964489"/>
                  </a:lnTo>
                  <a:lnTo>
                    <a:pt x="988281" y="967726"/>
                  </a:lnTo>
                  <a:lnTo>
                    <a:pt x="974092" y="970963"/>
                  </a:lnTo>
                  <a:lnTo>
                    <a:pt x="960201" y="974199"/>
                  </a:lnTo>
                  <a:lnTo>
                    <a:pt x="946569" y="977436"/>
                  </a:lnTo>
                  <a:lnTo>
                    <a:pt x="933196" y="980672"/>
                  </a:lnTo>
                  <a:lnTo>
                    <a:pt x="920126" y="983909"/>
                  </a:lnTo>
                  <a:lnTo>
                    <a:pt x="907519" y="987145"/>
                  </a:lnTo>
                  <a:lnTo>
                    <a:pt x="895245" y="990382"/>
                  </a:lnTo>
                  <a:lnTo>
                    <a:pt x="883313" y="993618"/>
                  </a:lnTo>
                  <a:lnTo>
                    <a:pt x="871826" y="996855"/>
                  </a:lnTo>
                  <a:lnTo>
                    <a:pt x="860830" y="1000091"/>
                  </a:lnTo>
                  <a:lnTo>
                    <a:pt x="850211" y="1003328"/>
                  </a:lnTo>
                  <a:lnTo>
                    <a:pt x="839971" y="1006565"/>
                  </a:lnTo>
                  <a:lnTo>
                    <a:pt x="830272" y="1009801"/>
                  </a:lnTo>
                  <a:lnTo>
                    <a:pt x="821019" y="1013038"/>
                  </a:lnTo>
                  <a:lnTo>
                    <a:pt x="812146" y="1016274"/>
                  </a:lnTo>
                  <a:lnTo>
                    <a:pt x="803651" y="1019511"/>
                  </a:lnTo>
                  <a:lnTo>
                    <a:pt x="795737" y="1022747"/>
                  </a:lnTo>
                  <a:lnTo>
                    <a:pt x="788184" y="1025984"/>
                  </a:lnTo>
                  <a:lnTo>
                    <a:pt x="780984" y="1029220"/>
                  </a:lnTo>
                  <a:lnTo>
                    <a:pt x="774182" y="1032457"/>
                  </a:lnTo>
                  <a:lnTo>
                    <a:pt x="767848" y="1035693"/>
                  </a:lnTo>
                  <a:lnTo>
                    <a:pt x="761829" y="1038930"/>
                  </a:lnTo>
                  <a:lnTo>
                    <a:pt x="756116" y="1042167"/>
                  </a:lnTo>
                  <a:lnTo>
                    <a:pt x="750790" y="1045403"/>
                  </a:lnTo>
                  <a:lnTo>
                    <a:pt x="745809" y="1048640"/>
                  </a:lnTo>
                  <a:lnTo>
                    <a:pt x="741089" y="1051876"/>
                  </a:lnTo>
                  <a:lnTo>
                    <a:pt x="736622" y="1055113"/>
                  </a:lnTo>
                  <a:lnTo>
                    <a:pt x="732505" y="1058349"/>
                  </a:lnTo>
                  <a:lnTo>
                    <a:pt x="728625" y="1061586"/>
                  </a:lnTo>
                  <a:lnTo>
                    <a:pt x="724954" y="1064822"/>
                  </a:lnTo>
                  <a:lnTo>
                    <a:pt x="721494" y="1068059"/>
                  </a:lnTo>
                  <a:lnTo>
                    <a:pt x="718311" y="1071295"/>
                  </a:lnTo>
                  <a:lnTo>
                    <a:pt x="715296" y="1074532"/>
                  </a:lnTo>
                  <a:lnTo>
                    <a:pt x="712443" y="1077769"/>
                  </a:lnTo>
                  <a:lnTo>
                    <a:pt x="709778" y="1081005"/>
                  </a:lnTo>
                  <a:lnTo>
                    <a:pt x="707301" y="1084242"/>
                  </a:lnTo>
                  <a:lnTo>
                    <a:pt x="704956" y="1087478"/>
                  </a:lnTo>
                  <a:lnTo>
                    <a:pt x="702739" y="1090715"/>
                  </a:lnTo>
                  <a:lnTo>
                    <a:pt x="700687" y="1093951"/>
                  </a:lnTo>
                  <a:lnTo>
                    <a:pt x="698767" y="1097188"/>
                  </a:lnTo>
                  <a:lnTo>
                    <a:pt x="696955" y="1100424"/>
                  </a:lnTo>
                  <a:lnTo>
                    <a:pt x="695247" y="1103661"/>
                  </a:lnTo>
                  <a:lnTo>
                    <a:pt x="693694" y="1106897"/>
                  </a:lnTo>
                  <a:lnTo>
                    <a:pt x="692241" y="1110134"/>
                  </a:lnTo>
                  <a:lnTo>
                    <a:pt x="690882" y="1113370"/>
                  </a:lnTo>
                  <a:lnTo>
                    <a:pt x="689630" y="1116607"/>
                  </a:lnTo>
                  <a:lnTo>
                    <a:pt x="688511" y="1119844"/>
                  </a:lnTo>
                  <a:lnTo>
                    <a:pt x="687486" y="1123080"/>
                  </a:lnTo>
                  <a:lnTo>
                    <a:pt x="686552" y="1126317"/>
                  </a:lnTo>
                  <a:lnTo>
                    <a:pt x="685740" y="1129553"/>
                  </a:lnTo>
                  <a:lnTo>
                    <a:pt x="685049" y="1132790"/>
                  </a:lnTo>
                  <a:lnTo>
                    <a:pt x="684454" y="1136026"/>
                  </a:lnTo>
                  <a:lnTo>
                    <a:pt x="684433" y="1136164"/>
                  </a:lnTo>
                  <a:lnTo>
                    <a:pt x="683955" y="1139263"/>
                  </a:lnTo>
                  <a:lnTo>
                    <a:pt x="683601" y="1142499"/>
                  </a:lnTo>
                  <a:lnTo>
                    <a:pt x="683361" y="1145736"/>
                  </a:lnTo>
                  <a:lnTo>
                    <a:pt x="683224" y="1148972"/>
                  </a:lnTo>
                  <a:lnTo>
                    <a:pt x="683195" y="1152209"/>
                  </a:lnTo>
                  <a:lnTo>
                    <a:pt x="683332" y="1155446"/>
                  </a:lnTo>
                  <a:lnTo>
                    <a:pt x="683577" y="1158682"/>
                  </a:lnTo>
                  <a:lnTo>
                    <a:pt x="683934" y="1161919"/>
                  </a:lnTo>
                  <a:lnTo>
                    <a:pt x="684426" y="1165155"/>
                  </a:lnTo>
                  <a:lnTo>
                    <a:pt x="685075" y="1168392"/>
                  </a:lnTo>
                  <a:lnTo>
                    <a:pt x="685840" y="1171628"/>
                  </a:lnTo>
                  <a:lnTo>
                    <a:pt x="686720" y="1174865"/>
                  </a:lnTo>
                  <a:lnTo>
                    <a:pt x="687762" y="1178101"/>
                  </a:lnTo>
                  <a:lnTo>
                    <a:pt x="688945" y="1181338"/>
                  </a:lnTo>
                  <a:lnTo>
                    <a:pt x="690247" y="1184574"/>
                  </a:lnTo>
                  <a:lnTo>
                    <a:pt x="691666" y="1187811"/>
                  </a:lnTo>
                  <a:lnTo>
                    <a:pt x="693264" y="1191048"/>
                  </a:lnTo>
                  <a:lnTo>
                    <a:pt x="694983" y="1194284"/>
                  </a:lnTo>
                  <a:lnTo>
                    <a:pt x="696816" y="1197521"/>
                  </a:lnTo>
                  <a:lnTo>
                    <a:pt x="698776" y="1200757"/>
                  </a:lnTo>
                  <a:lnTo>
                    <a:pt x="700898" y="1203994"/>
                  </a:lnTo>
                  <a:lnTo>
                    <a:pt x="703127" y="1207230"/>
                  </a:lnTo>
                  <a:lnTo>
                    <a:pt x="705461" y="1210467"/>
                  </a:lnTo>
                  <a:lnTo>
                    <a:pt x="707926" y="1213703"/>
                  </a:lnTo>
                  <a:lnTo>
                    <a:pt x="710518" y="1216940"/>
                  </a:lnTo>
                  <a:lnTo>
                    <a:pt x="713203" y="1220176"/>
                  </a:lnTo>
                  <a:lnTo>
                    <a:pt x="715978" y="1223413"/>
                  </a:lnTo>
                  <a:lnTo>
                    <a:pt x="718877" y="1226650"/>
                  </a:lnTo>
                  <a:lnTo>
                    <a:pt x="721864" y="1229886"/>
                  </a:lnTo>
                  <a:lnTo>
                    <a:pt x="724926" y="1233123"/>
                  </a:lnTo>
                  <a:lnTo>
                    <a:pt x="728059" y="1236359"/>
                  </a:lnTo>
                  <a:lnTo>
                    <a:pt x="731291" y="1239596"/>
                  </a:lnTo>
                  <a:lnTo>
                    <a:pt x="734576" y="1242832"/>
                  </a:lnTo>
                  <a:lnTo>
                    <a:pt x="737911" y="1246069"/>
                  </a:lnTo>
                  <a:lnTo>
                    <a:pt x="741300" y="1249305"/>
                  </a:lnTo>
                  <a:lnTo>
                    <a:pt x="744738" y="1252542"/>
                  </a:lnTo>
                  <a:lnTo>
                    <a:pt x="748203" y="1255778"/>
                  </a:lnTo>
                  <a:lnTo>
                    <a:pt x="751692" y="1259015"/>
                  </a:lnTo>
                  <a:lnTo>
                    <a:pt x="755201" y="1262251"/>
                  </a:lnTo>
                  <a:lnTo>
                    <a:pt x="758718" y="1265488"/>
                  </a:lnTo>
                  <a:lnTo>
                    <a:pt x="762232" y="1268725"/>
                  </a:lnTo>
                  <a:lnTo>
                    <a:pt x="765741" y="1271961"/>
                  </a:lnTo>
                  <a:lnTo>
                    <a:pt x="769226" y="1275198"/>
                  </a:lnTo>
                  <a:lnTo>
                    <a:pt x="772682" y="1278434"/>
                  </a:lnTo>
                  <a:lnTo>
                    <a:pt x="776107" y="1281671"/>
                  </a:lnTo>
                  <a:lnTo>
                    <a:pt x="779491" y="1284907"/>
                  </a:lnTo>
                  <a:lnTo>
                    <a:pt x="782804" y="1288144"/>
                  </a:lnTo>
                  <a:lnTo>
                    <a:pt x="786060" y="1291380"/>
                  </a:lnTo>
                  <a:lnTo>
                    <a:pt x="789254" y="1294617"/>
                  </a:lnTo>
                  <a:lnTo>
                    <a:pt x="792361" y="1297853"/>
                  </a:lnTo>
                  <a:lnTo>
                    <a:pt x="795364" y="1301090"/>
                  </a:lnTo>
                  <a:lnTo>
                    <a:pt x="798280" y="1304327"/>
                  </a:lnTo>
                  <a:lnTo>
                    <a:pt x="801106" y="1307563"/>
                  </a:lnTo>
                  <a:lnTo>
                    <a:pt x="803792" y="1310800"/>
                  </a:lnTo>
                  <a:lnTo>
                    <a:pt x="806353" y="1314036"/>
                  </a:lnTo>
                  <a:lnTo>
                    <a:pt x="808801" y="1317273"/>
                  </a:lnTo>
                  <a:lnTo>
                    <a:pt x="811133" y="1320509"/>
                  </a:lnTo>
                  <a:lnTo>
                    <a:pt x="813268" y="1323746"/>
                  </a:lnTo>
                  <a:lnTo>
                    <a:pt x="815271" y="1326982"/>
                  </a:lnTo>
                  <a:lnTo>
                    <a:pt x="817139" y="1330219"/>
                  </a:lnTo>
                  <a:lnTo>
                    <a:pt x="818845" y="1333455"/>
                  </a:lnTo>
                  <a:lnTo>
                    <a:pt x="820345" y="1336692"/>
                  </a:lnTo>
                  <a:lnTo>
                    <a:pt x="821696" y="1339929"/>
                  </a:lnTo>
                  <a:lnTo>
                    <a:pt x="822896" y="1343165"/>
                  </a:lnTo>
                  <a:lnTo>
                    <a:pt x="823889" y="1346402"/>
                  </a:lnTo>
                  <a:lnTo>
                    <a:pt x="824684" y="1349638"/>
                  </a:lnTo>
                  <a:lnTo>
                    <a:pt x="825318" y="1352875"/>
                  </a:lnTo>
                  <a:lnTo>
                    <a:pt x="825791" y="1356111"/>
                  </a:lnTo>
                  <a:lnTo>
                    <a:pt x="826020" y="1359348"/>
                  </a:lnTo>
                  <a:lnTo>
                    <a:pt x="826072" y="1362584"/>
                  </a:lnTo>
                  <a:lnTo>
                    <a:pt x="825960" y="1365821"/>
                  </a:lnTo>
                  <a:lnTo>
                    <a:pt x="825672" y="1369057"/>
                  </a:lnTo>
                  <a:lnTo>
                    <a:pt x="825141" y="1372294"/>
                  </a:lnTo>
                  <a:lnTo>
                    <a:pt x="824450" y="1375531"/>
                  </a:lnTo>
                  <a:lnTo>
                    <a:pt x="823601" y="1378767"/>
                  </a:lnTo>
                  <a:lnTo>
                    <a:pt x="822559" y="1382004"/>
                  </a:lnTo>
                  <a:lnTo>
                    <a:pt x="821314" y="1385240"/>
                  </a:lnTo>
                  <a:lnTo>
                    <a:pt x="819922" y="1388477"/>
                  </a:lnTo>
                  <a:lnTo>
                    <a:pt x="818385" y="1391713"/>
                  </a:lnTo>
                  <a:lnTo>
                    <a:pt x="816652" y="1394950"/>
                  </a:lnTo>
                  <a:lnTo>
                    <a:pt x="814764" y="1398186"/>
                  </a:lnTo>
                  <a:lnTo>
                    <a:pt x="812749" y="1401423"/>
                  </a:lnTo>
                  <a:lnTo>
                    <a:pt x="810610" y="1404659"/>
                  </a:lnTo>
                  <a:lnTo>
                    <a:pt x="808291" y="1407896"/>
                  </a:lnTo>
                  <a:lnTo>
                    <a:pt x="805864" y="1411132"/>
                  </a:lnTo>
                  <a:lnTo>
                    <a:pt x="803337" y="1414369"/>
                  </a:lnTo>
                  <a:lnTo>
                    <a:pt x="800699" y="1417606"/>
                  </a:lnTo>
                  <a:lnTo>
                    <a:pt x="797939" y="1420842"/>
                  </a:lnTo>
                  <a:lnTo>
                    <a:pt x="795103" y="1424079"/>
                  </a:lnTo>
                  <a:lnTo>
                    <a:pt x="792196" y="1427315"/>
                  </a:lnTo>
                  <a:lnTo>
                    <a:pt x="789205" y="1430552"/>
                  </a:lnTo>
                  <a:lnTo>
                    <a:pt x="786147" y="1433788"/>
                  </a:lnTo>
                  <a:lnTo>
                    <a:pt x="783045" y="1437025"/>
                  </a:lnTo>
                  <a:lnTo>
                    <a:pt x="779902" y="1440261"/>
                  </a:lnTo>
                  <a:lnTo>
                    <a:pt x="776714" y="1443498"/>
                  </a:lnTo>
                  <a:lnTo>
                    <a:pt x="773505" y="1446734"/>
                  </a:lnTo>
                  <a:lnTo>
                    <a:pt x="770280" y="1449971"/>
                  </a:lnTo>
                  <a:lnTo>
                    <a:pt x="767046" y="1453208"/>
                  </a:lnTo>
                  <a:lnTo>
                    <a:pt x="763813" y="1456444"/>
                  </a:lnTo>
                  <a:lnTo>
                    <a:pt x="760589" y="1459681"/>
                  </a:lnTo>
                  <a:lnTo>
                    <a:pt x="757378" y="1462917"/>
                  </a:lnTo>
                  <a:lnTo>
                    <a:pt x="754190" y="1466154"/>
                  </a:lnTo>
                  <a:lnTo>
                    <a:pt x="751039" y="1469390"/>
                  </a:lnTo>
                  <a:lnTo>
                    <a:pt x="747922" y="1472627"/>
                  </a:lnTo>
                  <a:lnTo>
                    <a:pt x="744840" y="1475863"/>
                  </a:lnTo>
                  <a:lnTo>
                    <a:pt x="741816" y="1479100"/>
                  </a:lnTo>
                  <a:lnTo>
                    <a:pt x="738849" y="1482336"/>
                  </a:lnTo>
                  <a:lnTo>
                    <a:pt x="735933" y="1485573"/>
                  </a:lnTo>
                  <a:lnTo>
                    <a:pt x="733071" y="1488810"/>
                  </a:lnTo>
                  <a:lnTo>
                    <a:pt x="730297" y="1492046"/>
                  </a:lnTo>
                  <a:lnTo>
                    <a:pt x="727587" y="1495283"/>
                  </a:lnTo>
                  <a:lnTo>
                    <a:pt x="724940" y="1498519"/>
                  </a:lnTo>
                  <a:lnTo>
                    <a:pt x="722366" y="1501756"/>
                  </a:lnTo>
                  <a:lnTo>
                    <a:pt x="719888" y="1504992"/>
                  </a:lnTo>
                  <a:lnTo>
                    <a:pt x="717479" y="1508229"/>
                  </a:lnTo>
                  <a:lnTo>
                    <a:pt x="715138" y="1511465"/>
                  </a:lnTo>
                  <a:lnTo>
                    <a:pt x="712887" y="1514702"/>
                  </a:lnTo>
                  <a:lnTo>
                    <a:pt x="710724" y="1517938"/>
                  </a:lnTo>
                  <a:lnTo>
                    <a:pt x="708631" y="1521175"/>
                  </a:lnTo>
                  <a:lnTo>
                    <a:pt x="706607" y="1524412"/>
                  </a:lnTo>
                  <a:lnTo>
                    <a:pt x="704681" y="1527648"/>
                  </a:lnTo>
                  <a:lnTo>
                    <a:pt x="702830" y="1530885"/>
                  </a:lnTo>
                  <a:lnTo>
                    <a:pt x="701044" y="1534121"/>
                  </a:lnTo>
                  <a:lnTo>
                    <a:pt x="699325" y="1537358"/>
                  </a:lnTo>
                  <a:lnTo>
                    <a:pt x="697701" y="1540594"/>
                  </a:lnTo>
                  <a:lnTo>
                    <a:pt x="696137" y="1543831"/>
                  </a:lnTo>
                  <a:lnTo>
                    <a:pt x="694631" y="1547067"/>
                  </a:lnTo>
                  <a:lnTo>
                    <a:pt x="693192" y="1550304"/>
                  </a:lnTo>
                  <a:lnTo>
                    <a:pt x="691827" y="1553540"/>
                  </a:lnTo>
                  <a:lnTo>
                    <a:pt x="690512" y="1556777"/>
                  </a:lnTo>
                  <a:lnTo>
                    <a:pt x="689245" y="1560013"/>
                  </a:lnTo>
                  <a:lnTo>
                    <a:pt x="688040" y="1563250"/>
                  </a:lnTo>
                  <a:lnTo>
                    <a:pt x="686886" y="1566487"/>
                  </a:lnTo>
                  <a:lnTo>
                    <a:pt x="685772" y="1569723"/>
                  </a:lnTo>
                  <a:lnTo>
                    <a:pt x="684696" y="1572960"/>
                  </a:lnTo>
                  <a:lnTo>
                    <a:pt x="683673" y="1576196"/>
                  </a:lnTo>
                  <a:lnTo>
                    <a:pt x="682681" y="1579433"/>
                  </a:lnTo>
                  <a:lnTo>
                    <a:pt x="681718" y="1582669"/>
                  </a:lnTo>
                  <a:lnTo>
                    <a:pt x="680785" y="1585906"/>
                  </a:lnTo>
                  <a:lnTo>
                    <a:pt x="679886" y="1589142"/>
                  </a:lnTo>
                  <a:lnTo>
                    <a:pt x="679007" y="1592379"/>
                  </a:lnTo>
                  <a:lnTo>
                    <a:pt x="678146" y="1595615"/>
                  </a:lnTo>
                  <a:lnTo>
                    <a:pt x="677306" y="1598852"/>
                  </a:lnTo>
                  <a:lnTo>
                    <a:pt x="676483" y="1602089"/>
                  </a:lnTo>
                  <a:lnTo>
                    <a:pt x="675671" y="1605325"/>
                  </a:lnTo>
                  <a:lnTo>
                    <a:pt x="674869" y="1608562"/>
                  </a:lnTo>
                  <a:lnTo>
                    <a:pt x="674078" y="1611798"/>
                  </a:lnTo>
                  <a:lnTo>
                    <a:pt x="673293" y="1615035"/>
                  </a:lnTo>
                  <a:lnTo>
                    <a:pt x="672511" y="1618271"/>
                  </a:lnTo>
                  <a:lnTo>
                    <a:pt x="671732" y="1621508"/>
                  </a:lnTo>
                  <a:lnTo>
                    <a:pt x="670955" y="1624744"/>
                  </a:lnTo>
                  <a:lnTo>
                    <a:pt x="670177" y="1627981"/>
                  </a:lnTo>
                  <a:lnTo>
                    <a:pt x="669398" y="1631217"/>
                  </a:lnTo>
                  <a:lnTo>
                    <a:pt x="668617" y="1634454"/>
                  </a:lnTo>
                  <a:lnTo>
                    <a:pt x="667831" y="1637691"/>
                  </a:lnTo>
                  <a:lnTo>
                    <a:pt x="667042" y="1640927"/>
                  </a:lnTo>
                  <a:lnTo>
                    <a:pt x="666249" y="1644164"/>
                  </a:lnTo>
                  <a:lnTo>
                    <a:pt x="665450" y="1647400"/>
                  </a:lnTo>
                  <a:lnTo>
                    <a:pt x="664645" y="1650637"/>
                  </a:lnTo>
                  <a:lnTo>
                    <a:pt x="663837" y="1653873"/>
                  </a:lnTo>
                  <a:close/>
                </a:path>
              </a:pathLst>
            </a:custGeom>
            <a:noFill/>
            <a:ln w="948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081425" y="226501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891094" y="3113209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519417" y="2718090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50025" y="195694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427085" y="3051648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886949" y="2510821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359687" y="2301761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722783" y="2964704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37896" y="2796482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987875" y="3006837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941405" y="3113773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398160" y="2937992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6051091" y="2505450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830975" y="278117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064670" y="2773220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879516" y="265676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003569" y="3324050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794893" y="272944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221818" y="3031788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5884862" y="2545845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719539" y="2939034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43960" y="3124810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040488" y="2503107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66821" y="309050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433516" y="3030552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984777" y="1934420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28245" y="2213669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612722" y="3087713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954807" y="2529889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770509" y="2761512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822784" y="3017376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547416" y="2497239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6173213" y="2521641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597337" y="305781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669964" y="2977741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011944" y="2733736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649822" y="2771997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193627" y="2837426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877008" y="3326999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658780" y="2870494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55125" y="2395662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788769" y="3026804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615915" y="300191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09690" y="268684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52971" y="2328867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69565" y="3394491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815849" y="2750586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18335" y="2764098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911430" y="1636076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766228" y="2866024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038159" y="2209970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848392" y="2880152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994748" y="2529461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095332" y="2534125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952689" y="2905633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193070" y="2510786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79272" y="309529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024281" y="299141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774091" y="2867056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999237" y="257200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88984" y="2864977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83845" y="297987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741784" y="2827460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26867" y="305182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992469" y="255355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64354" y="3097474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808082" y="311051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220623" y="1893465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6272563" y="2701079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6037833" y="3227442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584764" y="3059733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47568" y="2468279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719266" y="3098245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7167" y="2563415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611979" y="272339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865118" y="336945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663506" y="333485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996752" y="2251429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830954" y="306317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999432" y="1966115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452797" y="265154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02458" y="3089255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730054" y="288762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626268" y="3021294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97279" y="2217577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21822" y="3150790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922387" y="257456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051027" y="293919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455242" y="2945662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81639" y="318154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96654" y="291469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904846" y="289874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832903" y="2215728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19372" y="3091684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00252" y="255756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096410" y="2508444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43508" y="2775514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53121" y="261798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029139" y="2672688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1609097" y="311290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572667" y="3059321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039944" y="296878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063875" y="3119292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134559" y="2513695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009442" y="2505333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53829" y="2512296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961113" y="2498579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548053" y="2665307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1788790" y="283082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846384" y="267315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787730" y="3197515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843867" y="2511137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1923508" y="260981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436132" y="1814664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419122" y="2990997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393135" y="3019253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16587" y="2709196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329677" y="2779072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817832" y="2959530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902161" y="2507412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527372" y="3183197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659174" y="3146417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594545" y="2970219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430304" y="2555672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541037" y="2613041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6175523" y="2516713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1690972" y="264858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798845" y="296861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1851686" y="275034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915597" y="290129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367875" y="2421829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1906616" y="183134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754683" y="2928100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740673" y="3158057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1287" y="3219723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11735" y="2513989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1742407" y="273441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95536" y="271082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468829" y="3098216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98860" y="2515851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54114" y="2514939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812956" y="2583390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488816" y="1708683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823642" y="3280325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1975370" y="3018891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378508" y="2987553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050370" y="3303630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007185" y="254396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95248" y="2477692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717919" y="2719624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45597" y="263387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853399" y="2502999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6184263" y="2232689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1982180" y="214539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001046" y="2877001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869375" y="2914801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060355" y="2527209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798319" y="2770763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81356" y="2593134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1787214" y="275146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516277" y="3038493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207843" y="3089472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68373" y="2235487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219216" y="2983932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1583889" y="310276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230395" y="3058721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271835" y="2946121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183416" y="2508961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6010002" y="2547010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494184" y="2761165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1851872" y="291599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444563" y="2897253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785689" y="165597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032795" y="2524785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546890" y="3014136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461157" y="3083947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313001" y="2692377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993883" y="3017065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329758" y="2224061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4708268" y="2805151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6062938" y="2521478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477739" y="3008151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6394" y="2887749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33391" y="2859319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1803817" y="276377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6294463" y="2518212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1729868" y="312131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6097256" y="2526187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504033" y="3057099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8608" y="288813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683092" y="2855404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2431" y="301179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1643350" y="2988714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763502" y="2816183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88504" y="2790458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675256" y="284552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32223" y="2757093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060661" y="3111110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78223" y="2651619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976064" y="2500952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438095" y="309898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438147" y="2931263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932756" y="286714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173171" y="2775997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438978" y="291633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697522" y="3112247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073601" y="2984341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21187" y="315411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206432" y="2592428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993853" y="273207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695425" y="3201870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1735474" y="335562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1617092" y="263575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157404" y="3113628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1884310" y="2444954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607565" y="290257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614782" y="263970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4757173" y="2718351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25285" y="2978559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43237" y="287800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43102" y="2443101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945974" y="2534608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940778" y="295558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426668" y="3110092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699831" y="307778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384419" y="3111389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473336" y="3027121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1875042" y="294978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818255" y="3064724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1734512" y="272898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73350" y="235277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994379" y="2856409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998933" y="300850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1627993" y="295204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643933" y="3288024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65758" y="2234033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861499" y="3029565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1968942" y="302328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143029" y="2520843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410978" y="3129613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65110" y="3045256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858327" y="2978032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653743" y="2766414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600988" y="3379552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07472" y="2515651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6011648" y="2297851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463062" y="2844690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17148" y="2122895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294159" y="2644943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64414" y="2998576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67783" y="2531844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1803117" y="2571794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625426" y="272570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451921" y="2748464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96914" y="2938716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261824" y="2476988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6119258" y="2942534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678474" y="283751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00929" y="3138080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1805393" y="283158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1907387" y="1876211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81603" y="248062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071411" y="3014921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810994" y="3016690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140281" y="2748478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008876" y="2513490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721069" y="3130366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481349" y="2499515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59072" y="273186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1895745" y="3208812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69301" y="3383741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81988" y="338373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658058" y="2848803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147213" y="2778410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017160" y="324419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6005586" y="1656654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982160" y="2503096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763071" y="2785821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831552" y="2497954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989672" y="2502590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19187" y="2585542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154422" y="3066408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418890" y="3211227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149789" y="3115712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393429" y="2181059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0315" y="2985680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239730" y="2922466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39735" y="3027215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760865" y="301962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1606126" y="258849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50590" y="2414357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6290841" y="2526589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549003" y="296581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101178" y="1948116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281106" y="2505314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732239" y="276548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989377" y="287045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829953" y="2699864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95485" y="2892449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1736409" y="3039761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296776" y="2683933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79552" y="299799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707993" y="2809109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994345" y="2978569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49434" y="2866942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1610355" y="338137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1806093" y="2501131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065519" y="265782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1618288" y="298126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399778" y="3055685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78628" y="2826855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447411" y="3025059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59929" y="2746183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281636" y="2630489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934425" y="308013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045745" y="2804811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1742205" y="2707701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057867" y="302901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6035261" y="3157375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823824" y="2919650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6201077" y="2978781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6008690" y="3062567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1727621" y="3116140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1860312" y="236041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036915" y="2667520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609360" y="3089702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1915884" y="228685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4784959" y="2097796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1805123" y="2815851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650818" y="297879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772082" y="246572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587848" y="263432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207628" y="2467607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98972" y="3098532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605020" y="2855601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4427291" y="227262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4661735" y="2627276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456503" y="2970553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16970" y="313812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924565" y="2616172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6115240" y="2510487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1633187" y="296554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851775" y="3097642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940578" y="274550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1630188" y="315841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1638034" y="2804051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083734" y="2887566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892912" y="2689353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37815" y="320624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913250" y="2612972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814975" y="2521868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392797" y="2337511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1824956" y="314062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6266012" y="3038278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1760028" y="299627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793633" y="2811904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085048" y="2458245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1894615" y="304385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000650" y="2879242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696250" y="316928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133838" y="3303908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294625" y="2623415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64876" y="299122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837643" y="3289949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699711" y="310085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610754" y="2799067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982857" y="2498634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1713193" y="293569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029041" y="2996848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1813664" y="2976355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315577" y="2557278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354909" y="3004964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460290" y="897623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848595" y="2741048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720795" y="2312904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1906475" y="278689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452842" y="2948072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50744" y="226263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514663" y="2683375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711843" y="218018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6151934" y="2254134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982451" y="2498919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6043130" y="3005709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90654" y="3168930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569764" y="3344933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5920664" y="2505346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170369" y="3345412"/>
              <a:ext cx="20914" cy="20914"/>
            </a:xfrm>
            <a:prstGeom prst="ellipse">
              <a:avLst/>
            </a:prstGeom>
            <a:solidFill>
              <a:srgbClr val="E69F00">
                <a:alpha val="45098"/>
              </a:srgbClr>
            </a:solidFill>
            <a:ln w="7363" cap="rnd">
              <a:solidFill>
                <a:srgbClr val="E69F00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1601283" y="2658167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6108829" y="2231440"/>
              <a:ext cx="20914" cy="20914"/>
            </a:xfrm>
            <a:prstGeom prst="ellipse">
              <a:avLst/>
            </a:prstGeom>
            <a:solidFill>
              <a:srgbClr val="999999">
                <a:alpha val="45098"/>
              </a:srgbClr>
            </a:solidFill>
            <a:ln w="7363" cap="rnd">
              <a:solidFill>
                <a:srgbClr val="999999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891829" y="2751149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1646640" y="2945762"/>
              <a:ext cx="20914" cy="20914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7363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648352" y="3170236"/>
              <a:ext cx="20914" cy="20914"/>
            </a:xfrm>
            <a:prstGeom prst="ellipse">
              <a:avLst/>
            </a:prstGeom>
            <a:solidFill>
              <a:srgbClr val="0072B2">
                <a:alpha val="45098"/>
              </a:srgbClr>
            </a:solidFill>
            <a:ln w="7363" cap="rnd">
              <a:solidFill>
                <a:srgbClr val="0072B2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1813180" y="2856208"/>
              <a:ext cx="66986" cy="66986"/>
            </a:xfrm>
            <a:custGeom>
              <a:avLst/>
              <a:pathLst>
                <a:path w="66986" h="66986">
                  <a:moveTo>
                    <a:pt x="0" y="33493"/>
                  </a:moveTo>
                  <a:lnTo>
                    <a:pt x="33493" y="0"/>
                  </a:lnTo>
                  <a:lnTo>
                    <a:pt x="66986" y="33493"/>
                  </a:lnTo>
                  <a:lnTo>
                    <a:pt x="33493" y="66986"/>
                  </a:lnTo>
                  <a:close/>
                </a:path>
              </a:pathLst>
            </a:custGeom>
            <a:solidFill>
              <a:srgbClr val="26262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218461" y="2761729"/>
              <a:ext cx="66986" cy="66986"/>
            </a:xfrm>
            <a:custGeom>
              <a:avLst/>
              <a:pathLst>
                <a:path w="66986" h="66986">
                  <a:moveTo>
                    <a:pt x="0" y="33493"/>
                  </a:moveTo>
                  <a:lnTo>
                    <a:pt x="33493" y="0"/>
                  </a:lnTo>
                  <a:lnTo>
                    <a:pt x="66986" y="33493"/>
                  </a:lnTo>
                  <a:lnTo>
                    <a:pt x="33493" y="66986"/>
                  </a:lnTo>
                  <a:close/>
                </a:path>
              </a:pathLst>
            </a:custGeom>
            <a:solidFill>
              <a:srgbClr val="26262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623743" y="2908226"/>
              <a:ext cx="66986" cy="66986"/>
            </a:xfrm>
            <a:custGeom>
              <a:avLst/>
              <a:pathLst>
                <a:path w="66986" h="66986">
                  <a:moveTo>
                    <a:pt x="0" y="33493"/>
                  </a:moveTo>
                  <a:lnTo>
                    <a:pt x="33493" y="0"/>
                  </a:lnTo>
                  <a:lnTo>
                    <a:pt x="66986" y="33493"/>
                  </a:lnTo>
                  <a:lnTo>
                    <a:pt x="33493" y="66986"/>
                  </a:lnTo>
                  <a:close/>
                </a:path>
              </a:pathLst>
            </a:custGeom>
            <a:solidFill>
              <a:srgbClr val="26262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029024" y="2494427"/>
              <a:ext cx="66986" cy="66986"/>
            </a:xfrm>
            <a:custGeom>
              <a:avLst/>
              <a:pathLst>
                <a:path w="66986" h="66986">
                  <a:moveTo>
                    <a:pt x="0" y="33493"/>
                  </a:moveTo>
                  <a:lnTo>
                    <a:pt x="33493" y="0"/>
                  </a:lnTo>
                  <a:lnTo>
                    <a:pt x="66986" y="33493"/>
                  </a:lnTo>
                  <a:lnTo>
                    <a:pt x="33493" y="66986"/>
                  </a:lnTo>
                  <a:close/>
                </a:path>
              </a:pathLst>
            </a:custGeom>
            <a:solidFill>
              <a:srgbClr val="26262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1003504" y="783237"/>
              <a:ext cx="0" cy="2746554"/>
            </a:xfrm>
            <a:custGeom>
              <a:avLst/>
              <a:pathLst>
                <a:path w="0" h="2746554">
                  <a:moveTo>
                    <a:pt x="0" y="274655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tx415"/>
            <p:cNvSpPr/>
            <p:nvPr/>
          </p:nvSpPr>
          <p:spPr>
            <a:xfrm>
              <a:off x="774685" y="3341074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774685" y="2789636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774685" y="2012429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1.50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774685" y="1460991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2.00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774685" y="885742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2.70</a:t>
              </a:r>
            </a:p>
          </p:txBody>
        </p:sp>
        <p:sp>
          <p:nvSpPr>
            <p:cNvPr id="420" name="pl420"/>
            <p:cNvSpPr/>
            <p:nvPr/>
          </p:nvSpPr>
          <p:spPr>
            <a:xfrm>
              <a:off x="975036" y="33737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975036" y="28223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975036" y="204511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975036" y="14936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975036" y="91843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1003504" y="3529791"/>
              <a:ext cx="5902182" cy="0"/>
            </a:xfrm>
            <a:custGeom>
              <a:avLst/>
              <a:pathLst>
                <a:path w="5902182" h="0">
                  <a:moveTo>
                    <a:pt x="0" y="0"/>
                  </a:moveTo>
                  <a:lnTo>
                    <a:pt x="5902182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1846673" y="3529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3251954" y="3529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4657236" y="3529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6062517" y="352979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tx430"/>
            <p:cNvSpPr/>
            <p:nvPr/>
          </p:nvSpPr>
          <p:spPr>
            <a:xfrm rot="-900000">
              <a:off x="1501088" y="3626531"/>
              <a:ext cx="3601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Resident</a:t>
              </a:r>
            </a:p>
          </p:txBody>
        </p:sp>
        <p:sp>
          <p:nvSpPr>
            <p:cNvPr id="431" name="tx431"/>
            <p:cNvSpPr/>
            <p:nvPr/>
          </p:nvSpPr>
          <p:spPr>
            <a:xfrm rot="-900000">
              <a:off x="3006139" y="3613396"/>
              <a:ext cx="25868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432" name="tx432"/>
            <p:cNvSpPr/>
            <p:nvPr/>
          </p:nvSpPr>
          <p:spPr>
            <a:xfrm rot="-900000">
              <a:off x="4102226" y="3654103"/>
              <a:ext cx="57323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Long-distance</a:t>
              </a:r>
            </a:p>
          </p:txBody>
        </p:sp>
        <p:sp>
          <p:nvSpPr>
            <p:cNvPr id="433" name="tx433"/>
            <p:cNvSpPr/>
            <p:nvPr/>
          </p:nvSpPr>
          <p:spPr>
            <a:xfrm rot="-900000">
              <a:off x="5696978" y="3629158"/>
              <a:ext cx="38048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Unknown</a:t>
              </a:r>
            </a:p>
          </p:txBody>
        </p:sp>
        <p:sp>
          <p:nvSpPr>
            <p:cNvPr id="434" name="tx434"/>
            <p:cNvSpPr/>
            <p:nvPr/>
          </p:nvSpPr>
          <p:spPr>
            <a:xfrm rot="-5400000">
              <a:off x="-243779" y="2115594"/>
              <a:ext cx="127677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Species hazard multiplier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1003504" y="630014"/>
              <a:ext cx="2629265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Species random intercepts; diamond is the group median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1003504" y="455394"/>
              <a:ext cx="264755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Intrinsic detectability differs among species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344067" y="328034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438" name="ph438"/>
            <p:cNvSpPr/>
            <p:nvPr/>
          </p:nvSpPr>
          <p:spPr>
            <a:xfrm>
              <a:off x="9046640" y="1769360"/>
              <a:ext cx="207917" cy="331550"/>
            </a:xfrm>
            <a:custGeom>
              <a:avLst/>
              <a:pathLst>
                <a:path w="207917" h="331550">
                  <a:moveTo>
                    <a:pt x="182879" y="182880"/>
                  </a:moveTo>
                  <a:lnTo>
                    <a:pt x="183060" y="182458"/>
                  </a:lnTo>
                  <a:lnTo>
                    <a:pt x="183067" y="182223"/>
                  </a:lnTo>
                  <a:lnTo>
                    <a:pt x="182841" y="181657"/>
                  </a:lnTo>
                  <a:lnTo>
                    <a:pt x="182520" y="181487"/>
                  </a:lnTo>
                  <a:lnTo>
                    <a:pt x="182244" y="181273"/>
                  </a:lnTo>
                  <a:lnTo>
                    <a:pt x="182090" y="180843"/>
                  </a:lnTo>
                  <a:lnTo>
                    <a:pt x="181965" y="180323"/>
                  </a:lnTo>
                  <a:lnTo>
                    <a:pt x="181586" y="180192"/>
                  </a:lnTo>
                  <a:lnTo>
                    <a:pt x="181053" y="180203"/>
                  </a:lnTo>
                  <a:lnTo>
                    <a:pt x="180896" y="180360"/>
                  </a:lnTo>
                  <a:lnTo>
                    <a:pt x="180192" y="180811"/>
                  </a:lnTo>
                  <a:lnTo>
                    <a:pt x="179533" y="180820"/>
                  </a:lnTo>
                  <a:lnTo>
                    <a:pt x="179177" y="180729"/>
                  </a:lnTo>
                  <a:lnTo>
                    <a:pt x="178959" y="180340"/>
                  </a:lnTo>
                  <a:lnTo>
                    <a:pt x="178968" y="179953"/>
                  </a:lnTo>
                  <a:lnTo>
                    <a:pt x="178809" y="179622"/>
                  </a:lnTo>
                  <a:lnTo>
                    <a:pt x="178101" y="178905"/>
                  </a:lnTo>
                  <a:lnTo>
                    <a:pt x="177885" y="178757"/>
                  </a:lnTo>
                  <a:lnTo>
                    <a:pt x="177658" y="178544"/>
                  </a:lnTo>
                  <a:lnTo>
                    <a:pt x="177573" y="178341"/>
                  </a:lnTo>
                  <a:lnTo>
                    <a:pt x="177453" y="178206"/>
                  </a:lnTo>
                  <a:lnTo>
                    <a:pt x="176567" y="178132"/>
                  </a:lnTo>
                  <a:lnTo>
                    <a:pt x="176636" y="178584"/>
                  </a:lnTo>
                  <a:lnTo>
                    <a:pt x="176311" y="178391"/>
                  </a:lnTo>
                  <a:lnTo>
                    <a:pt x="175969" y="178484"/>
                  </a:lnTo>
                  <a:lnTo>
                    <a:pt x="175767" y="178611"/>
                  </a:lnTo>
                  <a:lnTo>
                    <a:pt x="175460" y="178438"/>
                  </a:lnTo>
                  <a:lnTo>
                    <a:pt x="175456" y="178180"/>
                  </a:lnTo>
                  <a:lnTo>
                    <a:pt x="175651" y="178019"/>
                  </a:lnTo>
                  <a:lnTo>
                    <a:pt x="175778" y="177990"/>
                  </a:lnTo>
                  <a:lnTo>
                    <a:pt x="175837" y="177723"/>
                  </a:lnTo>
                  <a:lnTo>
                    <a:pt x="175830" y="177548"/>
                  </a:lnTo>
                  <a:lnTo>
                    <a:pt x="175845" y="177246"/>
                  </a:lnTo>
                  <a:lnTo>
                    <a:pt x="176100" y="176933"/>
                  </a:lnTo>
                  <a:lnTo>
                    <a:pt x="175853" y="176811"/>
                  </a:lnTo>
                  <a:lnTo>
                    <a:pt x="175319" y="176659"/>
                  </a:lnTo>
                  <a:lnTo>
                    <a:pt x="175235" y="176864"/>
                  </a:lnTo>
                  <a:lnTo>
                    <a:pt x="174933" y="177077"/>
                  </a:lnTo>
                  <a:lnTo>
                    <a:pt x="174522" y="177330"/>
                  </a:lnTo>
                  <a:lnTo>
                    <a:pt x="173618" y="177734"/>
                  </a:lnTo>
                  <a:lnTo>
                    <a:pt x="172794" y="177546"/>
                  </a:lnTo>
                  <a:lnTo>
                    <a:pt x="172464" y="177084"/>
                  </a:lnTo>
                  <a:lnTo>
                    <a:pt x="172741" y="176604"/>
                  </a:lnTo>
                  <a:lnTo>
                    <a:pt x="172775" y="176057"/>
                  </a:lnTo>
                  <a:lnTo>
                    <a:pt x="172606" y="176016"/>
                  </a:lnTo>
                  <a:lnTo>
                    <a:pt x="172464" y="176041"/>
                  </a:lnTo>
                  <a:lnTo>
                    <a:pt x="172225" y="176127"/>
                  </a:lnTo>
                  <a:lnTo>
                    <a:pt x="172081" y="176254"/>
                  </a:lnTo>
                  <a:lnTo>
                    <a:pt x="171855" y="176620"/>
                  </a:lnTo>
                  <a:lnTo>
                    <a:pt x="171906" y="176894"/>
                  </a:lnTo>
                  <a:lnTo>
                    <a:pt x="171634" y="176950"/>
                  </a:lnTo>
                  <a:lnTo>
                    <a:pt x="171172" y="176989"/>
                  </a:lnTo>
                  <a:lnTo>
                    <a:pt x="171021" y="176918"/>
                  </a:lnTo>
                  <a:lnTo>
                    <a:pt x="170675" y="176630"/>
                  </a:lnTo>
                  <a:lnTo>
                    <a:pt x="170563" y="176122"/>
                  </a:lnTo>
                  <a:lnTo>
                    <a:pt x="170070" y="175925"/>
                  </a:lnTo>
                  <a:lnTo>
                    <a:pt x="169918" y="175909"/>
                  </a:lnTo>
                  <a:lnTo>
                    <a:pt x="169778" y="176149"/>
                  </a:lnTo>
                  <a:lnTo>
                    <a:pt x="169614" y="176253"/>
                  </a:lnTo>
                  <a:lnTo>
                    <a:pt x="169476" y="176250"/>
                  </a:lnTo>
                  <a:lnTo>
                    <a:pt x="169259" y="176612"/>
                  </a:lnTo>
                  <a:lnTo>
                    <a:pt x="169037" y="176679"/>
                  </a:lnTo>
                  <a:lnTo>
                    <a:pt x="168868" y="176617"/>
                  </a:lnTo>
                  <a:lnTo>
                    <a:pt x="168563" y="176403"/>
                  </a:lnTo>
                  <a:lnTo>
                    <a:pt x="168527" y="176244"/>
                  </a:lnTo>
                  <a:lnTo>
                    <a:pt x="168512" y="176112"/>
                  </a:lnTo>
                  <a:lnTo>
                    <a:pt x="168513" y="175836"/>
                  </a:lnTo>
                  <a:lnTo>
                    <a:pt x="168286" y="175663"/>
                  </a:lnTo>
                  <a:lnTo>
                    <a:pt x="167589" y="175822"/>
                  </a:lnTo>
                  <a:lnTo>
                    <a:pt x="167284" y="175879"/>
                  </a:lnTo>
                  <a:lnTo>
                    <a:pt x="167261" y="176078"/>
                  </a:lnTo>
                  <a:lnTo>
                    <a:pt x="167473" y="176208"/>
                  </a:lnTo>
                  <a:lnTo>
                    <a:pt x="167393" y="176789"/>
                  </a:lnTo>
                  <a:lnTo>
                    <a:pt x="166669" y="176564"/>
                  </a:lnTo>
                  <a:lnTo>
                    <a:pt x="166260" y="176426"/>
                  </a:lnTo>
                  <a:lnTo>
                    <a:pt x="165341" y="176406"/>
                  </a:lnTo>
                  <a:lnTo>
                    <a:pt x="165261" y="176585"/>
                  </a:lnTo>
                  <a:lnTo>
                    <a:pt x="164456" y="176864"/>
                  </a:lnTo>
                  <a:lnTo>
                    <a:pt x="164367" y="176684"/>
                  </a:lnTo>
                  <a:lnTo>
                    <a:pt x="163964" y="176443"/>
                  </a:lnTo>
                  <a:lnTo>
                    <a:pt x="163627" y="176278"/>
                  </a:lnTo>
                  <a:lnTo>
                    <a:pt x="163275" y="176213"/>
                  </a:lnTo>
                  <a:lnTo>
                    <a:pt x="162961" y="176257"/>
                  </a:lnTo>
                  <a:lnTo>
                    <a:pt x="162490" y="176382"/>
                  </a:lnTo>
                  <a:lnTo>
                    <a:pt x="162275" y="176492"/>
                  </a:lnTo>
                  <a:lnTo>
                    <a:pt x="161859" y="176845"/>
                  </a:lnTo>
                  <a:lnTo>
                    <a:pt x="161697" y="178022"/>
                  </a:lnTo>
                  <a:lnTo>
                    <a:pt x="162032" y="178335"/>
                  </a:lnTo>
                  <a:lnTo>
                    <a:pt x="162440" y="178510"/>
                  </a:lnTo>
                  <a:lnTo>
                    <a:pt x="162790" y="178674"/>
                  </a:lnTo>
                  <a:lnTo>
                    <a:pt x="163057" y="178806"/>
                  </a:lnTo>
                  <a:lnTo>
                    <a:pt x="163415" y="179040"/>
                  </a:lnTo>
                  <a:lnTo>
                    <a:pt x="163390" y="179486"/>
                  </a:lnTo>
                  <a:lnTo>
                    <a:pt x="163784" y="179946"/>
                  </a:lnTo>
                  <a:lnTo>
                    <a:pt x="163843" y="180113"/>
                  </a:lnTo>
                  <a:lnTo>
                    <a:pt x="163870" y="180490"/>
                  </a:lnTo>
                  <a:lnTo>
                    <a:pt x="163441" y="180965"/>
                  </a:lnTo>
                  <a:lnTo>
                    <a:pt x="162876" y="180920"/>
                  </a:lnTo>
                  <a:lnTo>
                    <a:pt x="162941" y="181990"/>
                  </a:lnTo>
                  <a:lnTo>
                    <a:pt x="163099" y="182123"/>
                  </a:lnTo>
                  <a:lnTo>
                    <a:pt x="163665" y="182390"/>
                  </a:lnTo>
                  <a:lnTo>
                    <a:pt x="164342" y="182535"/>
                  </a:lnTo>
                  <a:lnTo>
                    <a:pt x="165048" y="182423"/>
                  </a:lnTo>
                  <a:lnTo>
                    <a:pt x="165413" y="182133"/>
                  </a:lnTo>
                  <a:lnTo>
                    <a:pt x="165554" y="182187"/>
                  </a:lnTo>
                  <a:lnTo>
                    <a:pt x="165796" y="182280"/>
                  </a:lnTo>
                  <a:lnTo>
                    <a:pt x="166441" y="182417"/>
                  </a:lnTo>
                  <a:lnTo>
                    <a:pt x="167059" y="182308"/>
                  </a:lnTo>
                  <a:lnTo>
                    <a:pt x="167085" y="182826"/>
                  </a:lnTo>
                  <a:lnTo>
                    <a:pt x="167037" y="183030"/>
                  </a:lnTo>
                  <a:lnTo>
                    <a:pt x="166974" y="183671"/>
                  </a:lnTo>
                  <a:lnTo>
                    <a:pt x="166881" y="184467"/>
                  </a:lnTo>
                  <a:lnTo>
                    <a:pt x="166968" y="184930"/>
                  </a:lnTo>
                  <a:lnTo>
                    <a:pt x="166828" y="185583"/>
                  </a:lnTo>
                  <a:lnTo>
                    <a:pt x="166737" y="185780"/>
                  </a:lnTo>
                  <a:lnTo>
                    <a:pt x="166651" y="185926"/>
                  </a:lnTo>
                  <a:lnTo>
                    <a:pt x="166713" y="186455"/>
                  </a:lnTo>
                  <a:lnTo>
                    <a:pt x="166962" y="186661"/>
                  </a:lnTo>
                  <a:lnTo>
                    <a:pt x="167518" y="186858"/>
                  </a:lnTo>
                  <a:lnTo>
                    <a:pt x="167419" y="187374"/>
                  </a:lnTo>
                  <a:lnTo>
                    <a:pt x="167279" y="187416"/>
                  </a:lnTo>
                  <a:lnTo>
                    <a:pt x="167142" y="188204"/>
                  </a:lnTo>
                  <a:lnTo>
                    <a:pt x="167244" y="189270"/>
                  </a:lnTo>
                  <a:lnTo>
                    <a:pt x="166739" y="189484"/>
                  </a:lnTo>
                  <a:lnTo>
                    <a:pt x="166181" y="191152"/>
                  </a:lnTo>
                  <a:lnTo>
                    <a:pt x="166073" y="191586"/>
                  </a:lnTo>
                  <a:lnTo>
                    <a:pt x="166002" y="191717"/>
                  </a:lnTo>
                  <a:lnTo>
                    <a:pt x="165927" y="191863"/>
                  </a:lnTo>
                  <a:lnTo>
                    <a:pt x="165844" y="192030"/>
                  </a:lnTo>
                  <a:lnTo>
                    <a:pt x="166344" y="193144"/>
                  </a:lnTo>
                  <a:lnTo>
                    <a:pt x="165943" y="193954"/>
                  </a:lnTo>
                  <a:lnTo>
                    <a:pt x="165029" y="195080"/>
                  </a:lnTo>
                  <a:lnTo>
                    <a:pt x="163515" y="195462"/>
                  </a:lnTo>
                  <a:lnTo>
                    <a:pt x="162831" y="195692"/>
                  </a:lnTo>
                  <a:lnTo>
                    <a:pt x="162560" y="195596"/>
                  </a:lnTo>
                  <a:lnTo>
                    <a:pt x="162161" y="195197"/>
                  </a:lnTo>
                  <a:lnTo>
                    <a:pt x="161937" y="195143"/>
                  </a:lnTo>
                  <a:lnTo>
                    <a:pt x="161694" y="195430"/>
                  </a:lnTo>
                  <a:lnTo>
                    <a:pt x="160932" y="195798"/>
                  </a:lnTo>
                  <a:lnTo>
                    <a:pt x="159305" y="195808"/>
                  </a:lnTo>
                  <a:lnTo>
                    <a:pt x="159271" y="196125"/>
                  </a:lnTo>
                  <a:lnTo>
                    <a:pt x="159251" y="196376"/>
                  </a:lnTo>
                  <a:lnTo>
                    <a:pt x="159089" y="196506"/>
                  </a:lnTo>
                  <a:lnTo>
                    <a:pt x="158690" y="196834"/>
                  </a:lnTo>
                  <a:lnTo>
                    <a:pt x="158817" y="197436"/>
                  </a:lnTo>
                  <a:lnTo>
                    <a:pt x="158971" y="197841"/>
                  </a:lnTo>
                  <a:lnTo>
                    <a:pt x="159117" y="198246"/>
                  </a:lnTo>
                  <a:lnTo>
                    <a:pt x="158807" y="198490"/>
                  </a:lnTo>
                  <a:lnTo>
                    <a:pt x="158744" y="198645"/>
                  </a:lnTo>
                  <a:lnTo>
                    <a:pt x="158663" y="198874"/>
                  </a:lnTo>
                  <a:lnTo>
                    <a:pt x="158640" y="199352"/>
                  </a:lnTo>
                  <a:lnTo>
                    <a:pt x="157743" y="199764"/>
                  </a:lnTo>
                  <a:lnTo>
                    <a:pt x="157647" y="199999"/>
                  </a:lnTo>
                  <a:lnTo>
                    <a:pt x="157415" y="200255"/>
                  </a:lnTo>
                  <a:lnTo>
                    <a:pt x="157243" y="200336"/>
                  </a:lnTo>
                  <a:lnTo>
                    <a:pt x="157022" y="200424"/>
                  </a:lnTo>
                  <a:lnTo>
                    <a:pt x="156516" y="200707"/>
                  </a:lnTo>
                  <a:lnTo>
                    <a:pt x="156128" y="200865"/>
                  </a:lnTo>
                  <a:lnTo>
                    <a:pt x="155806" y="201072"/>
                  </a:lnTo>
                  <a:lnTo>
                    <a:pt x="154796" y="201388"/>
                  </a:lnTo>
                  <a:lnTo>
                    <a:pt x="154480" y="201807"/>
                  </a:lnTo>
                  <a:lnTo>
                    <a:pt x="154174" y="202235"/>
                  </a:lnTo>
                  <a:lnTo>
                    <a:pt x="153908" y="202362"/>
                  </a:lnTo>
                  <a:lnTo>
                    <a:pt x="154038" y="202587"/>
                  </a:lnTo>
                  <a:lnTo>
                    <a:pt x="154193" y="202690"/>
                  </a:lnTo>
                  <a:lnTo>
                    <a:pt x="154289" y="203107"/>
                  </a:lnTo>
                  <a:lnTo>
                    <a:pt x="154146" y="203241"/>
                  </a:lnTo>
                  <a:lnTo>
                    <a:pt x="153965" y="203462"/>
                  </a:lnTo>
                  <a:lnTo>
                    <a:pt x="153863" y="203740"/>
                  </a:lnTo>
                  <a:lnTo>
                    <a:pt x="154253" y="203985"/>
                  </a:lnTo>
                  <a:lnTo>
                    <a:pt x="154588" y="204073"/>
                  </a:lnTo>
                  <a:lnTo>
                    <a:pt x="154683" y="204215"/>
                  </a:lnTo>
                  <a:lnTo>
                    <a:pt x="154666" y="204477"/>
                  </a:lnTo>
                  <a:lnTo>
                    <a:pt x="154242" y="204380"/>
                  </a:lnTo>
                  <a:lnTo>
                    <a:pt x="154136" y="204645"/>
                  </a:lnTo>
                  <a:lnTo>
                    <a:pt x="154126" y="205149"/>
                  </a:lnTo>
                  <a:lnTo>
                    <a:pt x="154330" y="205411"/>
                  </a:lnTo>
                  <a:lnTo>
                    <a:pt x="154445" y="205607"/>
                  </a:lnTo>
                  <a:lnTo>
                    <a:pt x="154117" y="206075"/>
                  </a:lnTo>
                  <a:lnTo>
                    <a:pt x="153892" y="206252"/>
                  </a:lnTo>
                  <a:lnTo>
                    <a:pt x="153608" y="206015"/>
                  </a:lnTo>
                  <a:lnTo>
                    <a:pt x="153409" y="206039"/>
                  </a:lnTo>
                  <a:lnTo>
                    <a:pt x="153624" y="206364"/>
                  </a:lnTo>
                  <a:lnTo>
                    <a:pt x="153692" y="206562"/>
                  </a:lnTo>
                  <a:lnTo>
                    <a:pt x="153783" y="206811"/>
                  </a:lnTo>
                  <a:lnTo>
                    <a:pt x="153395" y="207041"/>
                  </a:lnTo>
                  <a:lnTo>
                    <a:pt x="153231" y="207505"/>
                  </a:lnTo>
                  <a:lnTo>
                    <a:pt x="153222" y="207646"/>
                  </a:lnTo>
                  <a:lnTo>
                    <a:pt x="153213" y="207823"/>
                  </a:lnTo>
                  <a:lnTo>
                    <a:pt x="153306" y="208086"/>
                  </a:lnTo>
                  <a:lnTo>
                    <a:pt x="152893" y="208555"/>
                  </a:lnTo>
                  <a:lnTo>
                    <a:pt x="153045" y="208775"/>
                  </a:lnTo>
                  <a:lnTo>
                    <a:pt x="153527" y="208787"/>
                  </a:lnTo>
                  <a:lnTo>
                    <a:pt x="153586" y="209576"/>
                  </a:lnTo>
                  <a:lnTo>
                    <a:pt x="154093" y="209516"/>
                  </a:lnTo>
                  <a:lnTo>
                    <a:pt x="154347" y="209296"/>
                  </a:lnTo>
                  <a:lnTo>
                    <a:pt x="154476" y="209337"/>
                  </a:lnTo>
                  <a:lnTo>
                    <a:pt x="154895" y="209517"/>
                  </a:lnTo>
                  <a:lnTo>
                    <a:pt x="155049" y="209612"/>
                  </a:lnTo>
                  <a:lnTo>
                    <a:pt x="155033" y="209839"/>
                  </a:lnTo>
                  <a:lnTo>
                    <a:pt x="155003" y="210004"/>
                  </a:lnTo>
                  <a:lnTo>
                    <a:pt x="155113" y="210420"/>
                  </a:lnTo>
                  <a:lnTo>
                    <a:pt x="155251" y="210573"/>
                  </a:lnTo>
                  <a:lnTo>
                    <a:pt x="155305" y="210753"/>
                  </a:lnTo>
                  <a:lnTo>
                    <a:pt x="155635" y="210733"/>
                  </a:lnTo>
                  <a:lnTo>
                    <a:pt x="155727" y="210395"/>
                  </a:lnTo>
                  <a:lnTo>
                    <a:pt x="156157" y="210185"/>
                  </a:lnTo>
                  <a:lnTo>
                    <a:pt x="156541" y="210667"/>
                  </a:lnTo>
                  <a:lnTo>
                    <a:pt x="156851" y="210866"/>
                  </a:lnTo>
                  <a:lnTo>
                    <a:pt x="157216" y="210832"/>
                  </a:lnTo>
                  <a:lnTo>
                    <a:pt x="157522" y="210822"/>
                  </a:lnTo>
                  <a:lnTo>
                    <a:pt x="157660" y="210829"/>
                  </a:lnTo>
                  <a:lnTo>
                    <a:pt x="157970" y="210910"/>
                  </a:lnTo>
                  <a:lnTo>
                    <a:pt x="158058" y="211297"/>
                  </a:lnTo>
                  <a:lnTo>
                    <a:pt x="157418" y="211684"/>
                  </a:lnTo>
                  <a:lnTo>
                    <a:pt x="157386" y="211870"/>
                  </a:lnTo>
                  <a:lnTo>
                    <a:pt x="157512" y="212191"/>
                  </a:lnTo>
                  <a:lnTo>
                    <a:pt x="157869" y="212517"/>
                  </a:lnTo>
                  <a:lnTo>
                    <a:pt x="158544" y="212867"/>
                  </a:lnTo>
                  <a:lnTo>
                    <a:pt x="159078" y="212977"/>
                  </a:lnTo>
                  <a:lnTo>
                    <a:pt x="158948" y="213418"/>
                  </a:lnTo>
                  <a:lnTo>
                    <a:pt x="158598" y="214364"/>
                  </a:lnTo>
                  <a:lnTo>
                    <a:pt x="158465" y="214697"/>
                  </a:lnTo>
                  <a:lnTo>
                    <a:pt x="158181" y="215335"/>
                  </a:lnTo>
                  <a:lnTo>
                    <a:pt x="158182" y="215858"/>
                  </a:lnTo>
                  <a:lnTo>
                    <a:pt x="158416" y="216059"/>
                  </a:lnTo>
                  <a:lnTo>
                    <a:pt x="158657" y="216110"/>
                  </a:lnTo>
                  <a:lnTo>
                    <a:pt x="159520" y="216560"/>
                  </a:lnTo>
                  <a:lnTo>
                    <a:pt x="159831" y="216795"/>
                  </a:lnTo>
                  <a:lnTo>
                    <a:pt x="159996" y="216682"/>
                  </a:lnTo>
                  <a:lnTo>
                    <a:pt x="160490" y="216605"/>
                  </a:lnTo>
                  <a:lnTo>
                    <a:pt x="160746" y="216928"/>
                  </a:lnTo>
                  <a:lnTo>
                    <a:pt x="160550" y="216872"/>
                  </a:lnTo>
                  <a:lnTo>
                    <a:pt x="160538" y="217328"/>
                  </a:lnTo>
                  <a:lnTo>
                    <a:pt x="160128" y="217285"/>
                  </a:lnTo>
                  <a:lnTo>
                    <a:pt x="159936" y="217694"/>
                  </a:lnTo>
                  <a:lnTo>
                    <a:pt x="160140" y="217776"/>
                  </a:lnTo>
                  <a:lnTo>
                    <a:pt x="160184" y="217993"/>
                  </a:lnTo>
                  <a:lnTo>
                    <a:pt x="160398" y="217859"/>
                  </a:lnTo>
                  <a:lnTo>
                    <a:pt x="160557" y="218070"/>
                  </a:lnTo>
                  <a:lnTo>
                    <a:pt x="161254" y="218328"/>
                  </a:lnTo>
                  <a:lnTo>
                    <a:pt x="161424" y="218093"/>
                  </a:lnTo>
                  <a:lnTo>
                    <a:pt x="161643" y="217745"/>
                  </a:lnTo>
                  <a:lnTo>
                    <a:pt x="161788" y="217626"/>
                  </a:lnTo>
                  <a:lnTo>
                    <a:pt x="162005" y="217813"/>
                  </a:lnTo>
                  <a:lnTo>
                    <a:pt x="162496" y="217672"/>
                  </a:lnTo>
                  <a:lnTo>
                    <a:pt x="162665" y="217655"/>
                  </a:lnTo>
                  <a:lnTo>
                    <a:pt x="162817" y="217656"/>
                  </a:lnTo>
                  <a:lnTo>
                    <a:pt x="162964" y="217513"/>
                  </a:lnTo>
                  <a:lnTo>
                    <a:pt x="163175" y="217166"/>
                  </a:lnTo>
                  <a:lnTo>
                    <a:pt x="163251" y="216993"/>
                  </a:lnTo>
                  <a:lnTo>
                    <a:pt x="163665" y="217033"/>
                  </a:lnTo>
                  <a:lnTo>
                    <a:pt x="163748" y="217200"/>
                  </a:lnTo>
                  <a:lnTo>
                    <a:pt x="164070" y="217137"/>
                  </a:lnTo>
                  <a:lnTo>
                    <a:pt x="164338" y="216911"/>
                  </a:lnTo>
                  <a:lnTo>
                    <a:pt x="164685" y="216885"/>
                  </a:lnTo>
                  <a:lnTo>
                    <a:pt x="164852" y="216883"/>
                  </a:lnTo>
                  <a:lnTo>
                    <a:pt x="164983" y="216916"/>
                  </a:lnTo>
                  <a:lnTo>
                    <a:pt x="165244" y="217322"/>
                  </a:lnTo>
                  <a:lnTo>
                    <a:pt x="165073" y="217386"/>
                  </a:lnTo>
                  <a:lnTo>
                    <a:pt x="164939" y="217589"/>
                  </a:lnTo>
                  <a:lnTo>
                    <a:pt x="165105" y="217730"/>
                  </a:lnTo>
                  <a:lnTo>
                    <a:pt x="165356" y="218012"/>
                  </a:lnTo>
                  <a:lnTo>
                    <a:pt x="165728" y="218308"/>
                  </a:lnTo>
                  <a:lnTo>
                    <a:pt x="165950" y="218286"/>
                  </a:lnTo>
                  <a:lnTo>
                    <a:pt x="166503" y="218386"/>
                  </a:lnTo>
                  <a:lnTo>
                    <a:pt x="166820" y="218566"/>
                  </a:lnTo>
                  <a:lnTo>
                    <a:pt x="167040" y="218773"/>
                  </a:lnTo>
                  <a:lnTo>
                    <a:pt x="166870" y="219080"/>
                  </a:lnTo>
                  <a:lnTo>
                    <a:pt x="167074" y="219036"/>
                  </a:lnTo>
                  <a:lnTo>
                    <a:pt x="167059" y="219426"/>
                  </a:lnTo>
                  <a:lnTo>
                    <a:pt x="166953" y="219640"/>
                  </a:lnTo>
                  <a:lnTo>
                    <a:pt x="166595" y="219875"/>
                  </a:lnTo>
                  <a:lnTo>
                    <a:pt x="166427" y="219923"/>
                  </a:lnTo>
                  <a:lnTo>
                    <a:pt x="166201" y="219926"/>
                  </a:lnTo>
                  <a:lnTo>
                    <a:pt x="166143" y="220097"/>
                  </a:lnTo>
                  <a:lnTo>
                    <a:pt x="166067" y="220417"/>
                  </a:lnTo>
                  <a:lnTo>
                    <a:pt x="165899" y="220764"/>
                  </a:lnTo>
                  <a:lnTo>
                    <a:pt x="165576" y="220845"/>
                  </a:lnTo>
                  <a:lnTo>
                    <a:pt x="165338" y="220783"/>
                  </a:lnTo>
                  <a:lnTo>
                    <a:pt x="165103" y="220829"/>
                  </a:lnTo>
                  <a:lnTo>
                    <a:pt x="164994" y="221156"/>
                  </a:lnTo>
                  <a:lnTo>
                    <a:pt x="165116" y="221289"/>
                  </a:lnTo>
                  <a:lnTo>
                    <a:pt x="165203" y="221418"/>
                  </a:lnTo>
                  <a:lnTo>
                    <a:pt x="165072" y="221941"/>
                  </a:lnTo>
                  <a:lnTo>
                    <a:pt x="165038" y="222068"/>
                  </a:lnTo>
                  <a:lnTo>
                    <a:pt x="165249" y="222274"/>
                  </a:lnTo>
                  <a:lnTo>
                    <a:pt x="165603" y="222629"/>
                  </a:lnTo>
                  <a:lnTo>
                    <a:pt x="166056" y="222575"/>
                  </a:lnTo>
                  <a:lnTo>
                    <a:pt x="166192" y="222604"/>
                  </a:lnTo>
                  <a:lnTo>
                    <a:pt x="166509" y="222805"/>
                  </a:lnTo>
                  <a:lnTo>
                    <a:pt x="166867" y="222968"/>
                  </a:lnTo>
                  <a:lnTo>
                    <a:pt x="167097" y="222712"/>
                  </a:lnTo>
                  <a:lnTo>
                    <a:pt x="167383" y="222678"/>
                  </a:lnTo>
                  <a:lnTo>
                    <a:pt x="167526" y="222748"/>
                  </a:lnTo>
                  <a:lnTo>
                    <a:pt x="168025" y="222573"/>
                  </a:lnTo>
                  <a:lnTo>
                    <a:pt x="168105" y="222748"/>
                  </a:lnTo>
                  <a:lnTo>
                    <a:pt x="168059" y="222975"/>
                  </a:lnTo>
                  <a:lnTo>
                    <a:pt x="168247" y="223285"/>
                  </a:lnTo>
                  <a:lnTo>
                    <a:pt x="168429" y="223299"/>
                  </a:lnTo>
                  <a:lnTo>
                    <a:pt x="168631" y="223217"/>
                  </a:lnTo>
                  <a:lnTo>
                    <a:pt x="168674" y="222976"/>
                  </a:lnTo>
                  <a:lnTo>
                    <a:pt x="168865" y="223050"/>
                  </a:lnTo>
                  <a:lnTo>
                    <a:pt x="169009" y="222716"/>
                  </a:lnTo>
                  <a:lnTo>
                    <a:pt x="169096" y="222353"/>
                  </a:lnTo>
                  <a:lnTo>
                    <a:pt x="169367" y="221898"/>
                  </a:lnTo>
                  <a:lnTo>
                    <a:pt x="169414" y="221725"/>
                  </a:lnTo>
                  <a:lnTo>
                    <a:pt x="169599" y="220797"/>
                  </a:lnTo>
                  <a:lnTo>
                    <a:pt x="169911" y="220780"/>
                  </a:lnTo>
                  <a:lnTo>
                    <a:pt x="170608" y="220657"/>
                  </a:lnTo>
                  <a:lnTo>
                    <a:pt x="170842" y="220768"/>
                  </a:lnTo>
                  <a:lnTo>
                    <a:pt x="170867" y="220898"/>
                  </a:lnTo>
                  <a:lnTo>
                    <a:pt x="171305" y="221062"/>
                  </a:lnTo>
                  <a:lnTo>
                    <a:pt x="171524" y="221271"/>
                  </a:lnTo>
                  <a:lnTo>
                    <a:pt x="171582" y="221491"/>
                  </a:lnTo>
                  <a:lnTo>
                    <a:pt x="171276" y="221763"/>
                  </a:lnTo>
                  <a:lnTo>
                    <a:pt x="170960" y="222021"/>
                  </a:lnTo>
                  <a:lnTo>
                    <a:pt x="171100" y="222145"/>
                  </a:lnTo>
                  <a:lnTo>
                    <a:pt x="171222" y="222451"/>
                  </a:lnTo>
                  <a:lnTo>
                    <a:pt x="171273" y="222651"/>
                  </a:lnTo>
                  <a:lnTo>
                    <a:pt x="171366" y="222785"/>
                  </a:lnTo>
                  <a:lnTo>
                    <a:pt x="171384" y="222995"/>
                  </a:lnTo>
                  <a:lnTo>
                    <a:pt x="171508" y="223214"/>
                  </a:lnTo>
                  <a:lnTo>
                    <a:pt x="171639" y="223420"/>
                  </a:lnTo>
                  <a:lnTo>
                    <a:pt x="171754" y="223620"/>
                  </a:lnTo>
                  <a:lnTo>
                    <a:pt x="171890" y="223725"/>
                  </a:lnTo>
                  <a:lnTo>
                    <a:pt x="172140" y="223707"/>
                  </a:lnTo>
                  <a:lnTo>
                    <a:pt x="172380" y="223652"/>
                  </a:lnTo>
                  <a:lnTo>
                    <a:pt x="172540" y="223172"/>
                  </a:lnTo>
                  <a:lnTo>
                    <a:pt x="172889" y="223215"/>
                  </a:lnTo>
                  <a:lnTo>
                    <a:pt x="173167" y="223003"/>
                  </a:lnTo>
                  <a:lnTo>
                    <a:pt x="173533" y="223049"/>
                  </a:lnTo>
                  <a:lnTo>
                    <a:pt x="173536" y="223197"/>
                  </a:lnTo>
                  <a:lnTo>
                    <a:pt x="173865" y="223360"/>
                  </a:lnTo>
                  <a:lnTo>
                    <a:pt x="174785" y="224188"/>
                  </a:lnTo>
                  <a:lnTo>
                    <a:pt x="174832" y="224417"/>
                  </a:lnTo>
                  <a:lnTo>
                    <a:pt x="174763" y="224593"/>
                  </a:lnTo>
                  <a:lnTo>
                    <a:pt x="174282" y="224877"/>
                  </a:lnTo>
                  <a:lnTo>
                    <a:pt x="174717" y="225002"/>
                  </a:lnTo>
                  <a:lnTo>
                    <a:pt x="174876" y="224987"/>
                  </a:lnTo>
                  <a:lnTo>
                    <a:pt x="175020" y="225172"/>
                  </a:lnTo>
                  <a:lnTo>
                    <a:pt x="174875" y="225511"/>
                  </a:lnTo>
                  <a:lnTo>
                    <a:pt x="174870" y="225689"/>
                  </a:lnTo>
                  <a:lnTo>
                    <a:pt x="174709" y="226057"/>
                  </a:lnTo>
                  <a:lnTo>
                    <a:pt x="175043" y="226464"/>
                  </a:lnTo>
                  <a:lnTo>
                    <a:pt x="174707" y="226682"/>
                  </a:lnTo>
                  <a:lnTo>
                    <a:pt x="174761" y="226850"/>
                  </a:lnTo>
                  <a:lnTo>
                    <a:pt x="174956" y="227042"/>
                  </a:lnTo>
                  <a:lnTo>
                    <a:pt x="174978" y="227344"/>
                  </a:lnTo>
                  <a:lnTo>
                    <a:pt x="175002" y="227615"/>
                  </a:lnTo>
                  <a:lnTo>
                    <a:pt x="175386" y="227861"/>
                  </a:lnTo>
                  <a:lnTo>
                    <a:pt x="175455" y="228066"/>
                  </a:lnTo>
                  <a:lnTo>
                    <a:pt x="175332" y="229179"/>
                  </a:lnTo>
                  <a:lnTo>
                    <a:pt x="175270" y="229590"/>
                  </a:lnTo>
                  <a:lnTo>
                    <a:pt x="175092" y="230400"/>
                  </a:lnTo>
                  <a:lnTo>
                    <a:pt x="175098" y="230670"/>
                  </a:lnTo>
                  <a:lnTo>
                    <a:pt x="175197" y="232008"/>
                  </a:lnTo>
                  <a:lnTo>
                    <a:pt x="174977" y="232669"/>
                  </a:lnTo>
                  <a:lnTo>
                    <a:pt x="174908" y="232799"/>
                  </a:lnTo>
                  <a:lnTo>
                    <a:pt x="174674" y="233216"/>
                  </a:lnTo>
                  <a:lnTo>
                    <a:pt x="174563" y="233355"/>
                  </a:lnTo>
                  <a:lnTo>
                    <a:pt x="173305" y="235051"/>
                  </a:lnTo>
                  <a:lnTo>
                    <a:pt x="173237" y="235204"/>
                  </a:lnTo>
                  <a:lnTo>
                    <a:pt x="173061" y="235334"/>
                  </a:lnTo>
                  <a:lnTo>
                    <a:pt x="172733" y="235545"/>
                  </a:lnTo>
                  <a:lnTo>
                    <a:pt x="172524" y="235541"/>
                  </a:lnTo>
                  <a:lnTo>
                    <a:pt x="172156" y="235732"/>
                  </a:lnTo>
                  <a:lnTo>
                    <a:pt x="171917" y="235793"/>
                  </a:lnTo>
                  <a:lnTo>
                    <a:pt x="171030" y="235866"/>
                  </a:lnTo>
                  <a:lnTo>
                    <a:pt x="170527" y="236085"/>
                  </a:lnTo>
                  <a:lnTo>
                    <a:pt x="170347" y="235930"/>
                  </a:lnTo>
                  <a:lnTo>
                    <a:pt x="170235" y="234863"/>
                  </a:lnTo>
                  <a:lnTo>
                    <a:pt x="169777" y="235042"/>
                  </a:lnTo>
                  <a:lnTo>
                    <a:pt x="169391" y="235662"/>
                  </a:lnTo>
                  <a:lnTo>
                    <a:pt x="168936" y="236987"/>
                  </a:lnTo>
                  <a:lnTo>
                    <a:pt x="168286" y="238124"/>
                  </a:lnTo>
                  <a:lnTo>
                    <a:pt x="168090" y="239352"/>
                  </a:lnTo>
                  <a:lnTo>
                    <a:pt x="167876" y="239400"/>
                  </a:lnTo>
                  <a:lnTo>
                    <a:pt x="168234" y="239641"/>
                  </a:lnTo>
                  <a:lnTo>
                    <a:pt x="168412" y="239485"/>
                  </a:lnTo>
                  <a:lnTo>
                    <a:pt x="168619" y="239523"/>
                  </a:lnTo>
                  <a:lnTo>
                    <a:pt x="168528" y="239691"/>
                  </a:lnTo>
                  <a:lnTo>
                    <a:pt x="168766" y="240099"/>
                  </a:lnTo>
                  <a:lnTo>
                    <a:pt x="168910" y="240104"/>
                  </a:lnTo>
                  <a:lnTo>
                    <a:pt x="169043" y="240088"/>
                  </a:lnTo>
                  <a:lnTo>
                    <a:pt x="169267" y="240110"/>
                  </a:lnTo>
                  <a:lnTo>
                    <a:pt x="170146" y="240341"/>
                  </a:lnTo>
                  <a:lnTo>
                    <a:pt x="170417" y="240692"/>
                  </a:lnTo>
                  <a:lnTo>
                    <a:pt x="170665" y="240859"/>
                  </a:lnTo>
                  <a:lnTo>
                    <a:pt x="170766" y="240988"/>
                  </a:lnTo>
                  <a:lnTo>
                    <a:pt x="170867" y="241158"/>
                  </a:lnTo>
                  <a:lnTo>
                    <a:pt x="170891" y="241317"/>
                  </a:lnTo>
                  <a:lnTo>
                    <a:pt x="170882" y="241452"/>
                  </a:lnTo>
                  <a:lnTo>
                    <a:pt x="170815" y="241756"/>
                  </a:lnTo>
                  <a:lnTo>
                    <a:pt x="170828" y="241911"/>
                  </a:lnTo>
                  <a:lnTo>
                    <a:pt x="170892" y="242058"/>
                  </a:lnTo>
                  <a:lnTo>
                    <a:pt x="171020" y="242220"/>
                  </a:lnTo>
                  <a:lnTo>
                    <a:pt x="171639" y="242597"/>
                  </a:lnTo>
                  <a:lnTo>
                    <a:pt x="171826" y="242646"/>
                  </a:lnTo>
                  <a:lnTo>
                    <a:pt x="172199" y="242364"/>
                  </a:lnTo>
                  <a:lnTo>
                    <a:pt x="172469" y="242312"/>
                  </a:lnTo>
                  <a:lnTo>
                    <a:pt x="172877" y="242598"/>
                  </a:lnTo>
                  <a:lnTo>
                    <a:pt x="173447" y="242259"/>
                  </a:lnTo>
                  <a:lnTo>
                    <a:pt x="173807" y="242160"/>
                  </a:lnTo>
                  <a:lnTo>
                    <a:pt x="174011" y="242107"/>
                  </a:lnTo>
                  <a:lnTo>
                    <a:pt x="174375" y="242034"/>
                  </a:lnTo>
                  <a:lnTo>
                    <a:pt x="174863" y="242152"/>
                  </a:lnTo>
                  <a:lnTo>
                    <a:pt x="175296" y="242237"/>
                  </a:lnTo>
                  <a:lnTo>
                    <a:pt x="175332" y="242452"/>
                  </a:lnTo>
                  <a:lnTo>
                    <a:pt x="175321" y="242598"/>
                  </a:lnTo>
                  <a:lnTo>
                    <a:pt x="175821" y="242518"/>
                  </a:lnTo>
                  <a:lnTo>
                    <a:pt x="176194" y="242430"/>
                  </a:lnTo>
                  <a:lnTo>
                    <a:pt x="176614" y="242097"/>
                  </a:lnTo>
                  <a:lnTo>
                    <a:pt x="176936" y="241954"/>
                  </a:lnTo>
                  <a:lnTo>
                    <a:pt x="177386" y="242060"/>
                  </a:lnTo>
                  <a:lnTo>
                    <a:pt x="177651" y="242159"/>
                  </a:lnTo>
                  <a:lnTo>
                    <a:pt x="177883" y="242238"/>
                  </a:lnTo>
                  <a:lnTo>
                    <a:pt x="178118" y="242261"/>
                  </a:lnTo>
                  <a:lnTo>
                    <a:pt x="178357" y="242207"/>
                  </a:lnTo>
                  <a:lnTo>
                    <a:pt x="178489" y="242239"/>
                  </a:lnTo>
                  <a:lnTo>
                    <a:pt x="178764" y="242178"/>
                  </a:lnTo>
                  <a:lnTo>
                    <a:pt x="178931" y="242116"/>
                  </a:lnTo>
                  <a:lnTo>
                    <a:pt x="179118" y="242300"/>
                  </a:lnTo>
                  <a:lnTo>
                    <a:pt x="179411" y="242188"/>
                  </a:lnTo>
                  <a:lnTo>
                    <a:pt x="179608" y="242414"/>
                  </a:lnTo>
                  <a:lnTo>
                    <a:pt x="179966" y="242572"/>
                  </a:lnTo>
                  <a:lnTo>
                    <a:pt x="180254" y="242375"/>
                  </a:lnTo>
                  <a:lnTo>
                    <a:pt x="180459" y="242363"/>
                  </a:lnTo>
                  <a:lnTo>
                    <a:pt x="180757" y="241964"/>
                  </a:lnTo>
                  <a:lnTo>
                    <a:pt x="181088" y="241941"/>
                  </a:lnTo>
                  <a:lnTo>
                    <a:pt x="181512" y="242164"/>
                  </a:lnTo>
                  <a:lnTo>
                    <a:pt x="182092" y="242341"/>
                  </a:lnTo>
                  <a:lnTo>
                    <a:pt x="182578" y="242527"/>
                  </a:lnTo>
                  <a:lnTo>
                    <a:pt x="182772" y="242163"/>
                  </a:lnTo>
                  <a:lnTo>
                    <a:pt x="182939" y="242179"/>
                  </a:lnTo>
                  <a:lnTo>
                    <a:pt x="183371" y="242332"/>
                  </a:lnTo>
                  <a:lnTo>
                    <a:pt x="183645" y="242502"/>
                  </a:lnTo>
                  <a:lnTo>
                    <a:pt x="183781" y="242477"/>
                  </a:lnTo>
                  <a:lnTo>
                    <a:pt x="183880" y="242319"/>
                  </a:lnTo>
                  <a:lnTo>
                    <a:pt x="184070" y="242057"/>
                  </a:lnTo>
                  <a:lnTo>
                    <a:pt x="184401" y="242054"/>
                  </a:lnTo>
                  <a:lnTo>
                    <a:pt x="184757" y="242293"/>
                  </a:lnTo>
                  <a:lnTo>
                    <a:pt x="184752" y="242037"/>
                  </a:lnTo>
                  <a:lnTo>
                    <a:pt x="184736" y="241625"/>
                  </a:lnTo>
                  <a:lnTo>
                    <a:pt x="184901" y="241452"/>
                  </a:lnTo>
                  <a:lnTo>
                    <a:pt x="185211" y="241169"/>
                  </a:lnTo>
                  <a:lnTo>
                    <a:pt x="185505" y="241032"/>
                  </a:lnTo>
                  <a:lnTo>
                    <a:pt x="185900" y="241037"/>
                  </a:lnTo>
                  <a:lnTo>
                    <a:pt x="186150" y="240716"/>
                  </a:lnTo>
                  <a:lnTo>
                    <a:pt x="186464" y="240505"/>
                  </a:lnTo>
                  <a:lnTo>
                    <a:pt x="186620" y="240279"/>
                  </a:lnTo>
                  <a:lnTo>
                    <a:pt x="186799" y="239951"/>
                  </a:lnTo>
                  <a:lnTo>
                    <a:pt x="187040" y="239457"/>
                  </a:lnTo>
                  <a:lnTo>
                    <a:pt x="187459" y="239573"/>
                  </a:lnTo>
                  <a:lnTo>
                    <a:pt x="188213" y="239212"/>
                  </a:lnTo>
                  <a:lnTo>
                    <a:pt x="188500" y="239383"/>
                  </a:lnTo>
                  <a:lnTo>
                    <a:pt x="188661" y="239373"/>
                  </a:lnTo>
                  <a:lnTo>
                    <a:pt x="188831" y="239485"/>
                  </a:lnTo>
                  <a:lnTo>
                    <a:pt x="188719" y="239993"/>
                  </a:lnTo>
                  <a:lnTo>
                    <a:pt x="188700" y="240421"/>
                  </a:lnTo>
                  <a:lnTo>
                    <a:pt x="189029" y="240800"/>
                  </a:lnTo>
                  <a:lnTo>
                    <a:pt x="189121" y="240495"/>
                  </a:lnTo>
                  <a:lnTo>
                    <a:pt x="189625" y="240750"/>
                  </a:lnTo>
                  <a:lnTo>
                    <a:pt x="189984" y="241021"/>
                  </a:lnTo>
                  <a:lnTo>
                    <a:pt x="190173" y="241068"/>
                  </a:lnTo>
                  <a:lnTo>
                    <a:pt x="190274" y="241207"/>
                  </a:lnTo>
                  <a:lnTo>
                    <a:pt x="190464" y="241406"/>
                  </a:lnTo>
                  <a:lnTo>
                    <a:pt x="190658" y="241433"/>
                  </a:lnTo>
                  <a:lnTo>
                    <a:pt x="191180" y="240893"/>
                  </a:lnTo>
                  <a:lnTo>
                    <a:pt x="191498" y="241118"/>
                  </a:lnTo>
                  <a:lnTo>
                    <a:pt x="191601" y="241255"/>
                  </a:lnTo>
                  <a:lnTo>
                    <a:pt x="191624" y="241403"/>
                  </a:lnTo>
                  <a:lnTo>
                    <a:pt x="191854" y="241418"/>
                  </a:lnTo>
                  <a:lnTo>
                    <a:pt x="192099" y="241246"/>
                  </a:lnTo>
                  <a:lnTo>
                    <a:pt x="192525" y="241221"/>
                  </a:lnTo>
                  <a:lnTo>
                    <a:pt x="192857" y="240920"/>
                  </a:lnTo>
                  <a:lnTo>
                    <a:pt x="193197" y="240664"/>
                  </a:lnTo>
                  <a:lnTo>
                    <a:pt x="193461" y="240811"/>
                  </a:lnTo>
                  <a:lnTo>
                    <a:pt x="193885" y="240921"/>
                  </a:lnTo>
                  <a:lnTo>
                    <a:pt x="194290" y="240929"/>
                  </a:lnTo>
                  <a:lnTo>
                    <a:pt x="194421" y="240909"/>
                  </a:lnTo>
                  <a:lnTo>
                    <a:pt x="194779" y="240918"/>
                  </a:lnTo>
                  <a:lnTo>
                    <a:pt x="194871" y="241149"/>
                  </a:lnTo>
                  <a:lnTo>
                    <a:pt x="195202" y="240992"/>
                  </a:lnTo>
                  <a:lnTo>
                    <a:pt x="195053" y="240974"/>
                  </a:lnTo>
                  <a:lnTo>
                    <a:pt x="194818" y="240349"/>
                  </a:lnTo>
                  <a:lnTo>
                    <a:pt x="195094" y="240301"/>
                  </a:lnTo>
                  <a:lnTo>
                    <a:pt x="195259" y="239891"/>
                  </a:lnTo>
                  <a:lnTo>
                    <a:pt x="195246" y="239507"/>
                  </a:lnTo>
                  <a:lnTo>
                    <a:pt x="195099" y="239180"/>
                  </a:lnTo>
                  <a:lnTo>
                    <a:pt x="195365" y="239056"/>
                  </a:lnTo>
                  <a:lnTo>
                    <a:pt x="195872" y="239699"/>
                  </a:lnTo>
                  <a:lnTo>
                    <a:pt x="196130" y="240108"/>
                  </a:lnTo>
                  <a:lnTo>
                    <a:pt x="196089" y="240347"/>
                  </a:lnTo>
                  <a:lnTo>
                    <a:pt x="196511" y="240715"/>
                  </a:lnTo>
                  <a:lnTo>
                    <a:pt x="196526" y="240843"/>
                  </a:lnTo>
                  <a:lnTo>
                    <a:pt x="196310" y="241525"/>
                  </a:lnTo>
                  <a:lnTo>
                    <a:pt x="196260" y="241729"/>
                  </a:lnTo>
                  <a:lnTo>
                    <a:pt x="196091" y="241935"/>
                  </a:lnTo>
                  <a:lnTo>
                    <a:pt x="196000" y="242092"/>
                  </a:lnTo>
                  <a:lnTo>
                    <a:pt x="195949" y="242957"/>
                  </a:lnTo>
                  <a:lnTo>
                    <a:pt x="195912" y="243099"/>
                  </a:lnTo>
                  <a:lnTo>
                    <a:pt x="195703" y="243302"/>
                  </a:lnTo>
                  <a:lnTo>
                    <a:pt x="195661" y="243468"/>
                  </a:lnTo>
                  <a:lnTo>
                    <a:pt x="195738" y="243877"/>
                  </a:lnTo>
                  <a:lnTo>
                    <a:pt x="195766" y="244129"/>
                  </a:lnTo>
                  <a:lnTo>
                    <a:pt x="195861" y="244316"/>
                  </a:lnTo>
                  <a:lnTo>
                    <a:pt x="196004" y="244333"/>
                  </a:lnTo>
                  <a:lnTo>
                    <a:pt x="196474" y="244627"/>
                  </a:lnTo>
                  <a:lnTo>
                    <a:pt x="196618" y="244558"/>
                  </a:lnTo>
                  <a:lnTo>
                    <a:pt x="197205" y="244098"/>
                  </a:lnTo>
                  <a:lnTo>
                    <a:pt x="197677" y="244285"/>
                  </a:lnTo>
                  <a:lnTo>
                    <a:pt x="197656" y="244427"/>
                  </a:lnTo>
                  <a:lnTo>
                    <a:pt x="197464" y="244421"/>
                  </a:lnTo>
                  <a:lnTo>
                    <a:pt x="197264" y="244351"/>
                  </a:lnTo>
                  <a:lnTo>
                    <a:pt x="197108" y="244383"/>
                  </a:lnTo>
                  <a:lnTo>
                    <a:pt x="196982" y="244601"/>
                  </a:lnTo>
                  <a:lnTo>
                    <a:pt x="196939" y="244791"/>
                  </a:lnTo>
                  <a:lnTo>
                    <a:pt x="197017" y="245077"/>
                  </a:lnTo>
                  <a:lnTo>
                    <a:pt x="196827" y="245321"/>
                  </a:lnTo>
                  <a:lnTo>
                    <a:pt x="196734" y="245549"/>
                  </a:lnTo>
                  <a:lnTo>
                    <a:pt x="196959" y="245576"/>
                  </a:lnTo>
                  <a:lnTo>
                    <a:pt x="197134" y="245471"/>
                  </a:lnTo>
                  <a:lnTo>
                    <a:pt x="197353" y="245040"/>
                  </a:lnTo>
                  <a:lnTo>
                    <a:pt x="197510" y="244941"/>
                  </a:lnTo>
                  <a:lnTo>
                    <a:pt x="197841" y="245190"/>
                  </a:lnTo>
                  <a:lnTo>
                    <a:pt x="198209" y="245272"/>
                  </a:lnTo>
                  <a:lnTo>
                    <a:pt x="198363" y="245085"/>
                  </a:lnTo>
                  <a:lnTo>
                    <a:pt x="198631" y="244772"/>
                  </a:lnTo>
                  <a:lnTo>
                    <a:pt x="198760" y="244869"/>
                  </a:lnTo>
                  <a:lnTo>
                    <a:pt x="198863" y="245169"/>
                  </a:lnTo>
                  <a:lnTo>
                    <a:pt x="199119" y="245237"/>
                  </a:lnTo>
                  <a:lnTo>
                    <a:pt x="199524" y="245356"/>
                  </a:lnTo>
                  <a:lnTo>
                    <a:pt x="199566" y="245592"/>
                  </a:lnTo>
                  <a:lnTo>
                    <a:pt x="199742" y="245820"/>
                  </a:lnTo>
                  <a:lnTo>
                    <a:pt x="199912" y="246142"/>
                  </a:lnTo>
                  <a:lnTo>
                    <a:pt x="200476" y="246053"/>
                  </a:lnTo>
                  <a:lnTo>
                    <a:pt x="200711" y="246103"/>
                  </a:lnTo>
                  <a:lnTo>
                    <a:pt x="200818" y="246239"/>
                  </a:lnTo>
                  <a:lnTo>
                    <a:pt x="201064" y="245843"/>
                  </a:lnTo>
                  <a:lnTo>
                    <a:pt x="201196" y="245748"/>
                  </a:lnTo>
                  <a:lnTo>
                    <a:pt x="201451" y="245766"/>
                  </a:lnTo>
                  <a:lnTo>
                    <a:pt x="201713" y="245928"/>
                  </a:lnTo>
                  <a:lnTo>
                    <a:pt x="201972" y="246172"/>
                  </a:lnTo>
                  <a:lnTo>
                    <a:pt x="202361" y="246188"/>
                  </a:lnTo>
                  <a:lnTo>
                    <a:pt x="202529" y="245996"/>
                  </a:lnTo>
                  <a:lnTo>
                    <a:pt x="202696" y="245969"/>
                  </a:lnTo>
                  <a:lnTo>
                    <a:pt x="203153" y="246095"/>
                  </a:lnTo>
                  <a:lnTo>
                    <a:pt x="203130" y="246410"/>
                  </a:lnTo>
                  <a:lnTo>
                    <a:pt x="203470" y="246263"/>
                  </a:lnTo>
                  <a:lnTo>
                    <a:pt x="203416" y="246761"/>
                  </a:lnTo>
                  <a:lnTo>
                    <a:pt x="203788" y="246588"/>
                  </a:lnTo>
                  <a:lnTo>
                    <a:pt x="204023" y="246778"/>
                  </a:lnTo>
                  <a:lnTo>
                    <a:pt x="204190" y="247032"/>
                  </a:lnTo>
                  <a:lnTo>
                    <a:pt x="204374" y="247218"/>
                  </a:lnTo>
                  <a:lnTo>
                    <a:pt x="204936" y="247272"/>
                  </a:lnTo>
                  <a:lnTo>
                    <a:pt x="204848" y="247660"/>
                  </a:lnTo>
                  <a:lnTo>
                    <a:pt x="204633" y="247812"/>
                  </a:lnTo>
                  <a:lnTo>
                    <a:pt x="204750" y="248006"/>
                  </a:lnTo>
                  <a:lnTo>
                    <a:pt x="204832" y="248168"/>
                  </a:lnTo>
                  <a:lnTo>
                    <a:pt x="205283" y="248235"/>
                  </a:lnTo>
                  <a:lnTo>
                    <a:pt x="205480" y="248581"/>
                  </a:lnTo>
                  <a:lnTo>
                    <a:pt x="205473" y="248725"/>
                  </a:lnTo>
                  <a:lnTo>
                    <a:pt x="205505" y="248280"/>
                  </a:lnTo>
                  <a:lnTo>
                    <a:pt x="205764" y="248331"/>
                  </a:lnTo>
                  <a:lnTo>
                    <a:pt x="206142" y="248516"/>
                  </a:lnTo>
                  <a:lnTo>
                    <a:pt x="206231" y="248649"/>
                  </a:lnTo>
                  <a:lnTo>
                    <a:pt x="206220" y="248799"/>
                  </a:lnTo>
                  <a:lnTo>
                    <a:pt x="206349" y="248664"/>
                  </a:lnTo>
                  <a:lnTo>
                    <a:pt x="206173" y="248261"/>
                  </a:lnTo>
                  <a:lnTo>
                    <a:pt x="205955" y="248359"/>
                  </a:lnTo>
                  <a:lnTo>
                    <a:pt x="205983" y="248174"/>
                  </a:lnTo>
                  <a:lnTo>
                    <a:pt x="206442" y="247635"/>
                  </a:lnTo>
                  <a:lnTo>
                    <a:pt x="206548" y="247417"/>
                  </a:lnTo>
                  <a:lnTo>
                    <a:pt x="206861" y="247493"/>
                  </a:lnTo>
                  <a:lnTo>
                    <a:pt x="206765" y="247879"/>
                  </a:lnTo>
                  <a:lnTo>
                    <a:pt x="206944" y="247921"/>
                  </a:lnTo>
                  <a:lnTo>
                    <a:pt x="206987" y="248311"/>
                  </a:lnTo>
                  <a:lnTo>
                    <a:pt x="207299" y="248263"/>
                  </a:lnTo>
                  <a:lnTo>
                    <a:pt x="207473" y="248132"/>
                  </a:lnTo>
                  <a:lnTo>
                    <a:pt x="207375" y="248354"/>
                  </a:lnTo>
                  <a:lnTo>
                    <a:pt x="207605" y="248411"/>
                  </a:lnTo>
                  <a:lnTo>
                    <a:pt x="207885" y="248557"/>
                  </a:lnTo>
                  <a:lnTo>
                    <a:pt x="207917" y="248872"/>
                  </a:lnTo>
                  <a:lnTo>
                    <a:pt x="207600" y="248829"/>
                  </a:lnTo>
                  <a:lnTo>
                    <a:pt x="207425" y="248985"/>
                  </a:lnTo>
                  <a:lnTo>
                    <a:pt x="207343" y="249276"/>
                  </a:lnTo>
                  <a:lnTo>
                    <a:pt x="207147" y="249512"/>
                  </a:lnTo>
                  <a:lnTo>
                    <a:pt x="206984" y="249800"/>
                  </a:lnTo>
                  <a:lnTo>
                    <a:pt x="207148" y="250221"/>
                  </a:lnTo>
                  <a:lnTo>
                    <a:pt x="207303" y="250570"/>
                  </a:lnTo>
                  <a:lnTo>
                    <a:pt x="207147" y="251099"/>
                  </a:lnTo>
                  <a:lnTo>
                    <a:pt x="207230" y="251652"/>
                  </a:lnTo>
                  <a:lnTo>
                    <a:pt x="207079" y="251839"/>
                  </a:lnTo>
                  <a:lnTo>
                    <a:pt x="207508" y="252430"/>
                  </a:lnTo>
                  <a:lnTo>
                    <a:pt x="207214" y="252694"/>
                  </a:lnTo>
                  <a:lnTo>
                    <a:pt x="207197" y="253010"/>
                  </a:lnTo>
                  <a:lnTo>
                    <a:pt x="207200" y="253355"/>
                  </a:lnTo>
                  <a:lnTo>
                    <a:pt x="207019" y="253427"/>
                  </a:lnTo>
                  <a:lnTo>
                    <a:pt x="206848" y="253496"/>
                  </a:lnTo>
                  <a:lnTo>
                    <a:pt x="206663" y="253590"/>
                  </a:lnTo>
                  <a:lnTo>
                    <a:pt x="206517" y="253793"/>
                  </a:lnTo>
                  <a:lnTo>
                    <a:pt x="206289" y="254159"/>
                  </a:lnTo>
                  <a:lnTo>
                    <a:pt x="206091" y="254234"/>
                  </a:lnTo>
                  <a:lnTo>
                    <a:pt x="205778" y="254425"/>
                  </a:lnTo>
                  <a:lnTo>
                    <a:pt x="205726" y="255017"/>
                  </a:lnTo>
                  <a:lnTo>
                    <a:pt x="205663" y="255147"/>
                  </a:lnTo>
                  <a:lnTo>
                    <a:pt x="205363" y="255456"/>
                  </a:lnTo>
                  <a:lnTo>
                    <a:pt x="205236" y="255462"/>
                  </a:lnTo>
                  <a:lnTo>
                    <a:pt x="205005" y="255647"/>
                  </a:lnTo>
                  <a:lnTo>
                    <a:pt x="205119" y="255791"/>
                  </a:lnTo>
                  <a:lnTo>
                    <a:pt x="205287" y="255932"/>
                  </a:lnTo>
                  <a:lnTo>
                    <a:pt x="205566" y="256159"/>
                  </a:lnTo>
                  <a:lnTo>
                    <a:pt x="205542" y="256297"/>
                  </a:lnTo>
                  <a:lnTo>
                    <a:pt x="205064" y="256507"/>
                  </a:lnTo>
                  <a:lnTo>
                    <a:pt x="205038" y="256733"/>
                  </a:lnTo>
                  <a:lnTo>
                    <a:pt x="204896" y="257264"/>
                  </a:lnTo>
                  <a:lnTo>
                    <a:pt x="204706" y="257669"/>
                  </a:lnTo>
                  <a:lnTo>
                    <a:pt x="204523" y="257753"/>
                  </a:lnTo>
                  <a:lnTo>
                    <a:pt x="204264" y="258215"/>
                  </a:lnTo>
                  <a:lnTo>
                    <a:pt x="204048" y="258297"/>
                  </a:lnTo>
                  <a:lnTo>
                    <a:pt x="203896" y="258621"/>
                  </a:lnTo>
                  <a:lnTo>
                    <a:pt x="204079" y="258999"/>
                  </a:lnTo>
                  <a:lnTo>
                    <a:pt x="204127" y="259214"/>
                  </a:lnTo>
                  <a:lnTo>
                    <a:pt x="204004" y="259442"/>
                  </a:lnTo>
                  <a:lnTo>
                    <a:pt x="204124" y="260035"/>
                  </a:lnTo>
                  <a:lnTo>
                    <a:pt x="204181" y="260317"/>
                  </a:lnTo>
                  <a:lnTo>
                    <a:pt x="204243" y="260499"/>
                  </a:lnTo>
                  <a:lnTo>
                    <a:pt x="204421" y="260537"/>
                  </a:lnTo>
                  <a:lnTo>
                    <a:pt x="204577" y="260489"/>
                  </a:lnTo>
                  <a:lnTo>
                    <a:pt x="204795" y="260560"/>
                  </a:lnTo>
                  <a:lnTo>
                    <a:pt x="204840" y="260847"/>
                  </a:lnTo>
                  <a:lnTo>
                    <a:pt x="204885" y="261496"/>
                  </a:lnTo>
                  <a:lnTo>
                    <a:pt x="205002" y="261703"/>
                  </a:lnTo>
                  <a:lnTo>
                    <a:pt x="204976" y="262002"/>
                  </a:lnTo>
                  <a:lnTo>
                    <a:pt x="204721" y="262017"/>
                  </a:lnTo>
                  <a:lnTo>
                    <a:pt x="204283" y="261992"/>
                  </a:lnTo>
                  <a:lnTo>
                    <a:pt x="203986" y="262155"/>
                  </a:lnTo>
                  <a:lnTo>
                    <a:pt x="203822" y="262357"/>
                  </a:lnTo>
                  <a:lnTo>
                    <a:pt x="203772" y="262532"/>
                  </a:lnTo>
                  <a:lnTo>
                    <a:pt x="203598" y="262773"/>
                  </a:lnTo>
                  <a:lnTo>
                    <a:pt x="203543" y="262924"/>
                  </a:lnTo>
                  <a:lnTo>
                    <a:pt x="203483" y="263129"/>
                  </a:lnTo>
                  <a:lnTo>
                    <a:pt x="203361" y="263427"/>
                  </a:lnTo>
                  <a:lnTo>
                    <a:pt x="203172" y="263560"/>
                  </a:lnTo>
                  <a:lnTo>
                    <a:pt x="202925" y="263903"/>
                  </a:lnTo>
                  <a:lnTo>
                    <a:pt x="202853" y="264130"/>
                  </a:lnTo>
                  <a:lnTo>
                    <a:pt x="202893" y="264285"/>
                  </a:lnTo>
                  <a:lnTo>
                    <a:pt x="202659" y="264620"/>
                  </a:lnTo>
                  <a:lnTo>
                    <a:pt x="202445" y="264667"/>
                  </a:lnTo>
                  <a:lnTo>
                    <a:pt x="202232" y="264688"/>
                  </a:lnTo>
                  <a:lnTo>
                    <a:pt x="201985" y="264870"/>
                  </a:lnTo>
                  <a:lnTo>
                    <a:pt x="201702" y="264815"/>
                  </a:lnTo>
                  <a:lnTo>
                    <a:pt x="201246" y="264500"/>
                  </a:lnTo>
                  <a:lnTo>
                    <a:pt x="200858" y="264634"/>
                  </a:lnTo>
                  <a:lnTo>
                    <a:pt x="200767" y="264794"/>
                  </a:lnTo>
                  <a:lnTo>
                    <a:pt x="200869" y="265102"/>
                  </a:lnTo>
                  <a:lnTo>
                    <a:pt x="200842" y="265322"/>
                  </a:lnTo>
                  <a:lnTo>
                    <a:pt x="200957" y="266162"/>
                  </a:lnTo>
                  <a:lnTo>
                    <a:pt x="200781" y="266683"/>
                  </a:lnTo>
                  <a:lnTo>
                    <a:pt x="201121" y="267160"/>
                  </a:lnTo>
                  <a:lnTo>
                    <a:pt x="201135" y="267435"/>
                  </a:lnTo>
                  <a:lnTo>
                    <a:pt x="201034" y="267641"/>
                  </a:lnTo>
                  <a:lnTo>
                    <a:pt x="200992" y="267865"/>
                  </a:lnTo>
                  <a:lnTo>
                    <a:pt x="200989" y="268198"/>
                  </a:lnTo>
                  <a:lnTo>
                    <a:pt x="200732" y="268280"/>
                  </a:lnTo>
                  <a:lnTo>
                    <a:pt x="200478" y="268342"/>
                  </a:lnTo>
                  <a:lnTo>
                    <a:pt x="200066" y="269051"/>
                  </a:lnTo>
                  <a:lnTo>
                    <a:pt x="199926" y="269384"/>
                  </a:lnTo>
                  <a:lnTo>
                    <a:pt x="199770" y="269458"/>
                  </a:lnTo>
                  <a:lnTo>
                    <a:pt x="199583" y="269548"/>
                  </a:lnTo>
                  <a:lnTo>
                    <a:pt x="199377" y="269686"/>
                  </a:lnTo>
                  <a:lnTo>
                    <a:pt x="199257" y="269902"/>
                  </a:lnTo>
                  <a:lnTo>
                    <a:pt x="199248" y="270292"/>
                  </a:lnTo>
                  <a:lnTo>
                    <a:pt x="199256" y="270580"/>
                  </a:lnTo>
                  <a:lnTo>
                    <a:pt x="199033" y="270737"/>
                  </a:lnTo>
                  <a:lnTo>
                    <a:pt x="198798" y="270832"/>
                  </a:lnTo>
                  <a:lnTo>
                    <a:pt x="198667" y="270936"/>
                  </a:lnTo>
                  <a:lnTo>
                    <a:pt x="198378" y="271032"/>
                  </a:lnTo>
                  <a:lnTo>
                    <a:pt x="198159" y="271073"/>
                  </a:lnTo>
                  <a:lnTo>
                    <a:pt x="198023" y="271064"/>
                  </a:lnTo>
                  <a:lnTo>
                    <a:pt x="197800" y="271003"/>
                  </a:lnTo>
                  <a:lnTo>
                    <a:pt x="197626" y="270738"/>
                  </a:lnTo>
                  <a:lnTo>
                    <a:pt x="197429" y="270548"/>
                  </a:lnTo>
                  <a:lnTo>
                    <a:pt x="197375" y="270245"/>
                  </a:lnTo>
                  <a:lnTo>
                    <a:pt x="197358" y="269936"/>
                  </a:lnTo>
                  <a:lnTo>
                    <a:pt x="197292" y="269623"/>
                  </a:lnTo>
                  <a:lnTo>
                    <a:pt x="197108" y="269270"/>
                  </a:lnTo>
                  <a:lnTo>
                    <a:pt x="197092" y="268927"/>
                  </a:lnTo>
                  <a:lnTo>
                    <a:pt x="196787" y="269029"/>
                  </a:lnTo>
                  <a:lnTo>
                    <a:pt x="196420" y="269210"/>
                  </a:lnTo>
                  <a:lnTo>
                    <a:pt x="195943" y="269483"/>
                  </a:lnTo>
                  <a:lnTo>
                    <a:pt x="195637" y="269700"/>
                  </a:lnTo>
                  <a:lnTo>
                    <a:pt x="195285" y="269804"/>
                  </a:lnTo>
                  <a:lnTo>
                    <a:pt x="194656" y="270394"/>
                  </a:lnTo>
                  <a:lnTo>
                    <a:pt x="194494" y="270809"/>
                  </a:lnTo>
                  <a:lnTo>
                    <a:pt x="194337" y="271005"/>
                  </a:lnTo>
                  <a:lnTo>
                    <a:pt x="194180" y="271354"/>
                  </a:lnTo>
                  <a:lnTo>
                    <a:pt x="194164" y="271515"/>
                  </a:lnTo>
                  <a:lnTo>
                    <a:pt x="193615" y="272094"/>
                  </a:lnTo>
                  <a:lnTo>
                    <a:pt x="193246" y="272196"/>
                  </a:lnTo>
                  <a:lnTo>
                    <a:pt x="192979" y="272114"/>
                  </a:lnTo>
                  <a:lnTo>
                    <a:pt x="192813" y="272103"/>
                  </a:lnTo>
                  <a:lnTo>
                    <a:pt x="192760" y="272300"/>
                  </a:lnTo>
                  <a:lnTo>
                    <a:pt x="192153" y="272210"/>
                  </a:lnTo>
                  <a:lnTo>
                    <a:pt x="191858" y="272309"/>
                  </a:lnTo>
                  <a:lnTo>
                    <a:pt x="191439" y="272332"/>
                  </a:lnTo>
                  <a:lnTo>
                    <a:pt x="190650" y="272404"/>
                  </a:lnTo>
                  <a:lnTo>
                    <a:pt x="190517" y="272642"/>
                  </a:lnTo>
                  <a:lnTo>
                    <a:pt x="190499" y="272856"/>
                  </a:lnTo>
                  <a:lnTo>
                    <a:pt x="190755" y="273090"/>
                  </a:lnTo>
                  <a:lnTo>
                    <a:pt x="191442" y="273744"/>
                  </a:lnTo>
                  <a:lnTo>
                    <a:pt x="191577" y="273994"/>
                  </a:lnTo>
                  <a:lnTo>
                    <a:pt x="191691" y="274356"/>
                  </a:lnTo>
                  <a:lnTo>
                    <a:pt x="191351" y="274470"/>
                  </a:lnTo>
                  <a:lnTo>
                    <a:pt x="191036" y="274752"/>
                  </a:lnTo>
                  <a:lnTo>
                    <a:pt x="190868" y="274874"/>
                  </a:lnTo>
                  <a:lnTo>
                    <a:pt x="190881" y="275202"/>
                  </a:lnTo>
                  <a:lnTo>
                    <a:pt x="190403" y="275701"/>
                  </a:lnTo>
                  <a:lnTo>
                    <a:pt x="190460" y="275867"/>
                  </a:lnTo>
                  <a:lnTo>
                    <a:pt x="190546" y="276111"/>
                  </a:lnTo>
                  <a:lnTo>
                    <a:pt x="190611" y="276376"/>
                  </a:lnTo>
                  <a:lnTo>
                    <a:pt x="191176" y="276536"/>
                  </a:lnTo>
                  <a:lnTo>
                    <a:pt x="191449" y="276641"/>
                  </a:lnTo>
                  <a:lnTo>
                    <a:pt x="191429" y="276890"/>
                  </a:lnTo>
                  <a:lnTo>
                    <a:pt x="191415" y="277063"/>
                  </a:lnTo>
                  <a:lnTo>
                    <a:pt x="191908" y="277500"/>
                  </a:lnTo>
                  <a:lnTo>
                    <a:pt x="192238" y="277468"/>
                  </a:lnTo>
                  <a:lnTo>
                    <a:pt x="192436" y="277426"/>
                  </a:lnTo>
                  <a:lnTo>
                    <a:pt x="192755" y="277200"/>
                  </a:lnTo>
                  <a:lnTo>
                    <a:pt x="192902" y="277106"/>
                  </a:lnTo>
                  <a:lnTo>
                    <a:pt x="193248" y="276817"/>
                  </a:lnTo>
                  <a:lnTo>
                    <a:pt x="193706" y="276412"/>
                  </a:lnTo>
                  <a:lnTo>
                    <a:pt x="193841" y="276367"/>
                  </a:lnTo>
                  <a:lnTo>
                    <a:pt x="194400" y="276384"/>
                  </a:lnTo>
                  <a:lnTo>
                    <a:pt x="194276" y="276669"/>
                  </a:lnTo>
                  <a:lnTo>
                    <a:pt x="194303" y="276924"/>
                  </a:lnTo>
                  <a:lnTo>
                    <a:pt x="194398" y="277054"/>
                  </a:lnTo>
                  <a:lnTo>
                    <a:pt x="194509" y="277218"/>
                  </a:lnTo>
                  <a:lnTo>
                    <a:pt x="194635" y="277433"/>
                  </a:lnTo>
                  <a:lnTo>
                    <a:pt x="194625" y="277849"/>
                  </a:lnTo>
                  <a:lnTo>
                    <a:pt x="194473" y="278001"/>
                  </a:lnTo>
                  <a:lnTo>
                    <a:pt x="194506" y="278176"/>
                  </a:lnTo>
                  <a:lnTo>
                    <a:pt x="194356" y="278483"/>
                  </a:lnTo>
                  <a:lnTo>
                    <a:pt x="194370" y="278896"/>
                  </a:lnTo>
                  <a:lnTo>
                    <a:pt x="194506" y="279022"/>
                  </a:lnTo>
                  <a:lnTo>
                    <a:pt x="194541" y="279630"/>
                  </a:lnTo>
                  <a:lnTo>
                    <a:pt x="194680" y="279838"/>
                  </a:lnTo>
                  <a:lnTo>
                    <a:pt x="194551" y="280535"/>
                  </a:lnTo>
                  <a:lnTo>
                    <a:pt x="194857" y="280673"/>
                  </a:lnTo>
                  <a:lnTo>
                    <a:pt x="195104" y="280910"/>
                  </a:lnTo>
                  <a:lnTo>
                    <a:pt x="195197" y="281103"/>
                  </a:lnTo>
                  <a:lnTo>
                    <a:pt x="195257" y="281686"/>
                  </a:lnTo>
                  <a:lnTo>
                    <a:pt x="195308" y="281835"/>
                  </a:lnTo>
                  <a:lnTo>
                    <a:pt x="195481" y="282465"/>
                  </a:lnTo>
                  <a:lnTo>
                    <a:pt x="195947" y="282967"/>
                  </a:lnTo>
                  <a:lnTo>
                    <a:pt x="195957" y="283500"/>
                  </a:lnTo>
                  <a:lnTo>
                    <a:pt x="196325" y="283593"/>
                  </a:lnTo>
                  <a:lnTo>
                    <a:pt x="196971" y="283579"/>
                  </a:lnTo>
                  <a:lnTo>
                    <a:pt x="197471" y="283809"/>
                  </a:lnTo>
                  <a:lnTo>
                    <a:pt x="197437" y="284280"/>
                  </a:lnTo>
                  <a:lnTo>
                    <a:pt x="197212" y="284441"/>
                  </a:lnTo>
                  <a:lnTo>
                    <a:pt x="196987" y="284465"/>
                  </a:lnTo>
                  <a:lnTo>
                    <a:pt x="196575" y="284840"/>
                  </a:lnTo>
                  <a:lnTo>
                    <a:pt x="196395" y="284963"/>
                  </a:lnTo>
                  <a:lnTo>
                    <a:pt x="196240" y="284989"/>
                  </a:lnTo>
                  <a:lnTo>
                    <a:pt x="195898" y="285137"/>
                  </a:lnTo>
                  <a:lnTo>
                    <a:pt x="195663" y="285168"/>
                  </a:lnTo>
                  <a:lnTo>
                    <a:pt x="195390" y="285320"/>
                  </a:lnTo>
                  <a:lnTo>
                    <a:pt x="195140" y="285256"/>
                  </a:lnTo>
                  <a:lnTo>
                    <a:pt x="194995" y="284963"/>
                  </a:lnTo>
                  <a:lnTo>
                    <a:pt x="194933" y="284718"/>
                  </a:lnTo>
                  <a:lnTo>
                    <a:pt x="194929" y="284560"/>
                  </a:lnTo>
                  <a:lnTo>
                    <a:pt x="194739" y="284473"/>
                  </a:lnTo>
                  <a:lnTo>
                    <a:pt x="194564" y="284352"/>
                  </a:lnTo>
                  <a:lnTo>
                    <a:pt x="194391" y="284238"/>
                  </a:lnTo>
                  <a:lnTo>
                    <a:pt x="194079" y="284239"/>
                  </a:lnTo>
                  <a:lnTo>
                    <a:pt x="193708" y="284368"/>
                  </a:lnTo>
                  <a:lnTo>
                    <a:pt x="193458" y="284496"/>
                  </a:lnTo>
                  <a:lnTo>
                    <a:pt x="193086" y="284547"/>
                  </a:lnTo>
                  <a:lnTo>
                    <a:pt x="192945" y="284884"/>
                  </a:lnTo>
                  <a:lnTo>
                    <a:pt x="192623" y="285246"/>
                  </a:lnTo>
                  <a:lnTo>
                    <a:pt x="192426" y="285402"/>
                  </a:lnTo>
                  <a:lnTo>
                    <a:pt x="192048" y="285668"/>
                  </a:lnTo>
                  <a:lnTo>
                    <a:pt x="191829" y="285618"/>
                  </a:lnTo>
                  <a:lnTo>
                    <a:pt x="191535" y="285861"/>
                  </a:lnTo>
                  <a:lnTo>
                    <a:pt x="191152" y="285747"/>
                  </a:lnTo>
                  <a:lnTo>
                    <a:pt x="190904" y="285632"/>
                  </a:lnTo>
                  <a:lnTo>
                    <a:pt x="190673" y="286012"/>
                  </a:lnTo>
                  <a:lnTo>
                    <a:pt x="190666" y="286281"/>
                  </a:lnTo>
                  <a:lnTo>
                    <a:pt x="190758" y="286434"/>
                  </a:lnTo>
                  <a:lnTo>
                    <a:pt x="190744" y="286701"/>
                  </a:lnTo>
                  <a:lnTo>
                    <a:pt x="190714" y="286885"/>
                  </a:lnTo>
                  <a:lnTo>
                    <a:pt x="190606" y="287320"/>
                  </a:lnTo>
                  <a:lnTo>
                    <a:pt x="190490" y="287535"/>
                  </a:lnTo>
                  <a:lnTo>
                    <a:pt x="190453" y="287687"/>
                  </a:lnTo>
                  <a:lnTo>
                    <a:pt x="190080" y="288034"/>
                  </a:lnTo>
                  <a:lnTo>
                    <a:pt x="189867" y="288085"/>
                  </a:lnTo>
                  <a:lnTo>
                    <a:pt x="189903" y="287791"/>
                  </a:lnTo>
                  <a:lnTo>
                    <a:pt x="189714" y="287669"/>
                  </a:lnTo>
                  <a:lnTo>
                    <a:pt x="189321" y="287708"/>
                  </a:lnTo>
                  <a:lnTo>
                    <a:pt x="189221" y="287765"/>
                  </a:lnTo>
                  <a:lnTo>
                    <a:pt x="189090" y="288081"/>
                  </a:lnTo>
                  <a:lnTo>
                    <a:pt x="188953" y="288118"/>
                  </a:lnTo>
                  <a:lnTo>
                    <a:pt x="188582" y="288073"/>
                  </a:lnTo>
                  <a:lnTo>
                    <a:pt x="188031" y="287886"/>
                  </a:lnTo>
                  <a:lnTo>
                    <a:pt x="186839" y="287432"/>
                  </a:lnTo>
                  <a:lnTo>
                    <a:pt x="186674" y="287480"/>
                  </a:lnTo>
                  <a:lnTo>
                    <a:pt x="186512" y="287435"/>
                  </a:lnTo>
                  <a:lnTo>
                    <a:pt x="186358" y="287396"/>
                  </a:lnTo>
                  <a:lnTo>
                    <a:pt x="186147" y="287450"/>
                  </a:lnTo>
                  <a:lnTo>
                    <a:pt x="185953" y="287502"/>
                  </a:lnTo>
                  <a:lnTo>
                    <a:pt x="185439" y="287186"/>
                  </a:lnTo>
                  <a:lnTo>
                    <a:pt x="185220" y="287168"/>
                  </a:lnTo>
                  <a:lnTo>
                    <a:pt x="184795" y="286929"/>
                  </a:lnTo>
                  <a:lnTo>
                    <a:pt x="184640" y="286795"/>
                  </a:lnTo>
                  <a:lnTo>
                    <a:pt x="184485" y="286796"/>
                  </a:lnTo>
                  <a:lnTo>
                    <a:pt x="184276" y="286603"/>
                  </a:lnTo>
                  <a:lnTo>
                    <a:pt x="184138" y="286526"/>
                  </a:lnTo>
                  <a:lnTo>
                    <a:pt x="183961" y="286566"/>
                  </a:lnTo>
                  <a:lnTo>
                    <a:pt x="183688" y="286762"/>
                  </a:lnTo>
                  <a:lnTo>
                    <a:pt x="183335" y="287030"/>
                  </a:lnTo>
                  <a:lnTo>
                    <a:pt x="182948" y="287518"/>
                  </a:lnTo>
                  <a:lnTo>
                    <a:pt x="182596" y="287483"/>
                  </a:lnTo>
                  <a:lnTo>
                    <a:pt x="182320" y="287092"/>
                  </a:lnTo>
                  <a:lnTo>
                    <a:pt x="182061" y="287075"/>
                  </a:lnTo>
                  <a:lnTo>
                    <a:pt x="181769" y="287074"/>
                  </a:lnTo>
                  <a:lnTo>
                    <a:pt x="181619" y="286780"/>
                  </a:lnTo>
                  <a:lnTo>
                    <a:pt x="181593" y="286536"/>
                  </a:lnTo>
                  <a:lnTo>
                    <a:pt x="181602" y="286294"/>
                  </a:lnTo>
                  <a:lnTo>
                    <a:pt x="181370" y="286258"/>
                  </a:lnTo>
                  <a:lnTo>
                    <a:pt x="180890" y="286189"/>
                  </a:lnTo>
                  <a:lnTo>
                    <a:pt x="180723" y="286203"/>
                  </a:lnTo>
                  <a:lnTo>
                    <a:pt x="180620" y="286356"/>
                  </a:lnTo>
                  <a:lnTo>
                    <a:pt x="180227" y="286303"/>
                  </a:lnTo>
                  <a:lnTo>
                    <a:pt x="179749" y="285982"/>
                  </a:lnTo>
                  <a:lnTo>
                    <a:pt x="179789" y="285818"/>
                  </a:lnTo>
                  <a:lnTo>
                    <a:pt x="179377" y="285401"/>
                  </a:lnTo>
                  <a:lnTo>
                    <a:pt x="179053" y="285310"/>
                  </a:lnTo>
                  <a:lnTo>
                    <a:pt x="178873" y="285135"/>
                  </a:lnTo>
                  <a:lnTo>
                    <a:pt x="178518" y="285284"/>
                  </a:lnTo>
                  <a:lnTo>
                    <a:pt x="178464" y="285093"/>
                  </a:lnTo>
                  <a:lnTo>
                    <a:pt x="178182" y="284887"/>
                  </a:lnTo>
                  <a:lnTo>
                    <a:pt x="177965" y="284956"/>
                  </a:lnTo>
                  <a:lnTo>
                    <a:pt x="177683" y="285479"/>
                  </a:lnTo>
                  <a:lnTo>
                    <a:pt x="177301" y="285606"/>
                  </a:lnTo>
                  <a:lnTo>
                    <a:pt x="177087" y="285639"/>
                  </a:lnTo>
                  <a:lnTo>
                    <a:pt x="176926" y="285856"/>
                  </a:lnTo>
                  <a:lnTo>
                    <a:pt x="176812" y="286001"/>
                  </a:lnTo>
                  <a:lnTo>
                    <a:pt x="176464" y="286095"/>
                  </a:lnTo>
                  <a:lnTo>
                    <a:pt x="176244" y="286258"/>
                  </a:lnTo>
                  <a:lnTo>
                    <a:pt x="175985" y="286637"/>
                  </a:lnTo>
                  <a:lnTo>
                    <a:pt x="175167" y="286939"/>
                  </a:lnTo>
                  <a:lnTo>
                    <a:pt x="175249" y="287335"/>
                  </a:lnTo>
                  <a:lnTo>
                    <a:pt x="175304" y="287548"/>
                  </a:lnTo>
                  <a:lnTo>
                    <a:pt x="175063" y="288182"/>
                  </a:lnTo>
                  <a:lnTo>
                    <a:pt x="175273" y="288917"/>
                  </a:lnTo>
                  <a:lnTo>
                    <a:pt x="175399" y="289079"/>
                  </a:lnTo>
                  <a:lnTo>
                    <a:pt x="175663" y="289311"/>
                  </a:lnTo>
                  <a:lnTo>
                    <a:pt x="175784" y="289695"/>
                  </a:lnTo>
                  <a:lnTo>
                    <a:pt x="175383" y="289995"/>
                  </a:lnTo>
                  <a:lnTo>
                    <a:pt x="175230" y="290079"/>
                  </a:lnTo>
                  <a:lnTo>
                    <a:pt x="175217" y="290291"/>
                  </a:lnTo>
                  <a:lnTo>
                    <a:pt x="175328" y="290522"/>
                  </a:lnTo>
                  <a:lnTo>
                    <a:pt x="175689" y="290864"/>
                  </a:lnTo>
                  <a:lnTo>
                    <a:pt x="175806" y="291036"/>
                  </a:lnTo>
                  <a:lnTo>
                    <a:pt x="175902" y="291164"/>
                  </a:lnTo>
                  <a:lnTo>
                    <a:pt x="176035" y="291300"/>
                  </a:lnTo>
                  <a:lnTo>
                    <a:pt x="176195" y="291384"/>
                  </a:lnTo>
                  <a:lnTo>
                    <a:pt x="176295" y="291803"/>
                  </a:lnTo>
                  <a:lnTo>
                    <a:pt x="177206" y="292157"/>
                  </a:lnTo>
                  <a:lnTo>
                    <a:pt x="177371" y="292227"/>
                  </a:lnTo>
                  <a:lnTo>
                    <a:pt x="177157" y="292423"/>
                  </a:lnTo>
                  <a:lnTo>
                    <a:pt x="176971" y="292506"/>
                  </a:lnTo>
                  <a:lnTo>
                    <a:pt x="176662" y="292585"/>
                  </a:lnTo>
                  <a:lnTo>
                    <a:pt x="176277" y="293137"/>
                  </a:lnTo>
                  <a:lnTo>
                    <a:pt x="176129" y="293336"/>
                  </a:lnTo>
                  <a:lnTo>
                    <a:pt x="175913" y="293429"/>
                  </a:lnTo>
                  <a:lnTo>
                    <a:pt x="175780" y="293425"/>
                  </a:lnTo>
                  <a:lnTo>
                    <a:pt x="175583" y="293562"/>
                  </a:lnTo>
                  <a:lnTo>
                    <a:pt x="175273" y="293710"/>
                  </a:lnTo>
                  <a:lnTo>
                    <a:pt x="174341" y="294066"/>
                  </a:lnTo>
                  <a:lnTo>
                    <a:pt x="173754" y="294385"/>
                  </a:lnTo>
                  <a:lnTo>
                    <a:pt x="173707" y="294565"/>
                  </a:lnTo>
                  <a:lnTo>
                    <a:pt x="173757" y="294782"/>
                  </a:lnTo>
                  <a:lnTo>
                    <a:pt x="174100" y="294831"/>
                  </a:lnTo>
                  <a:lnTo>
                    <a:pt x="174170" y="295020"/>
                  </a:lnTo>
                  <a:lnTo>
                    <a:pt x="174171" y="295212"/>
                  </a:lnTo>
                  <a:lnTo>
                    <a:pt x="174150" y="295340"/>
                  </a:lnTo>
                  <a:lnTo>
                    <a:pt x="174470" y="295500"/>
                  </a:lnTo>
                  <a:lnTo>
                    <a:pt x="174632" y="295457"/>
                  </a:lnTo>
                  <a:lnTo>
                    <a:pt x="174905" y="295459"/>
                  </a:lnTo>
                  <a:lnTo>
                    <a:pt x="175305" y="295608"/>
                  </a:lnTo>
                  <a:lnTo>
                    <a:pt x="175527" y="295129"/>
                  </a:lnTo>
                  <a:lnTo>
                    <a:pt x="175518" y="294923"/>
                  </a:lnTo>
                  <a:lnTo>
                    <a:pt x="175661" y="294932"/>
                  </a:lnTo>
                  <a:lnTo>
                    <a:pt x="175945" y="295284"/>
                  </a:lnTo>
                  <a:lnTo>
                    <a:pt x="175917" y="295567"/>
                  </a:lnTo>
                  <a:lnTo>
                    <a:pt x="175854" y="295711"/>
                  </a:lnTo>
                  <a:lnTo>
                    <a:pt x="175685" y="295936"/>
                  </a:lnTo>
                  <a:lnTo>
                    <a:pt x="175221" y="296150"/>
                  </a:lnTo>
                  <a:lnTo>
                    <a:pt x="175021" y="296007"/>
                  </a:lnTo>
                  <a:lnTo>
                    <a:pt x="174689" y="295773"/>
                  </a:lnTo>
                  <a:lnTo>
                    <a:pt x="174387" y="295737"/>
                  </a:lnTo>
                  <a:lnTo>
                    <a:pt x="174284" y="295959"/>
                  </a:lnTo>
                  <a:lnTo>
                    <a:pt x="174128" y="296429"/>
                  </a:lnTo>
                  <a:lnTo>
                    <a:pt x="174427" y="296691"/>
                  </a:lnTo>
                  <a:lnTo>
                    <a:pt x="174550" y="297159"/>
                  </a:lnTo>
                  <a:lnTo>
                    <a:pt x="174569" y="297416"/>
                  </a:lnTo>
                  <a:lnTo>
                    <a:pt x="174986" y="297230"/>
                  </a:lnTo>
                  <a:lnTo>
                    <a:pt x="175303" y="297510"/>
                  </a:lnTo>
                  <a:lnTo>
                    <a:pt x="175293" y="297782"/>
                  </a:lnTo>
                  <a:lnTo>
                    <a:pt x="175288" y="298030"/>
                  </a:lnTo>
                  <a:lnTo>
                    <a:pt x="175354" y="298203"/>
                  </a:lnTo>
                  <a:lnTo>
                    <a:pt x="175493" y="298382"/>
                  </a:lnTo>
                  <a:lnTo>
                    <a:pt x="175553" y="298510"/>
                  </a:lnTo>
                  <a:lnTo>
                    <a:pt x="175527" y="298649"/>
                  </a:lnTo>
                  <a:lnTo>
                    <a:pt x="175620" y="298908"/>
                  </a:lnTo>
                  <a:lnTo>
                    <a:pt x="175633" y="299261"/>
                  </a:lnTo>
                  <a:lnTo>
                    <a:pt x="175634" y="299413"/>
                  </a:lnTo>
                  <a:lnTo>
                    <a:pt x="175699" y="299545"/>
                  </a:lnTo>
                  <a:lnTo>
                    <a:pt x="175689" y="299840"/>
                  </a:lnTo>
                  <a:lnTo>
                    <a:pt x="175589" y="300175"/>
                  </a:lnTo>
                  <a:lnTo>
                    <a:pt x="175610" y="300405"/>
                  </a:lnTo>
                  <a:lnTo>
                    <a:pt x="175670" y="300584"/>
                  </a:lnTo>
                  <a:lnTo>
                    <a:pt x="175865" y="300739"/>
                  </a:lnTo>
                  <a:lnTo>
                    <a:pt x="176033" y="300813"/>
                  </a:lnTo>
                  <a:lnTo>
                    <a:pt x="175985" y="301147"/>
                  </a:lnTo>
                  <a:lnTo>
                    <a:pt x="175927" y="301427"/>
                  </a:lnTo>
                  <a:lnTo>
                    <a:pt x="175691" y="301614"/>
                  </a:lnTo>
                  <a:lnTo>
                    <a:pt x="175718" y="301876"/>
                  </a:lnTo>
                  <a:lnTo>
                    <a:pt x="175632" y="302477"/>
                  </a:lnTo>
                  <a:lnTo>
                    <a:pt x="175831" y="302771"/>
                  </a:lnTo>
                  <a:lnTo>
                    <a:pt x="175962" y="303050"/>
                  </a:lnTo>
                  <a:lnTo>
                    <a:pt x="175895" y="303214"/>
                  </a:lnTo>
                  <a:lnTo>
                    <a:pt x="175752" y="303421"/>
                  </a:lnTo>
                  <a:lnTo>
                    <a:pt x="175675" y="303667"/>
                  </a:lnTo>
                  <a:lnTo>
                    <a:pt x="175646" y="303806"/>
                  </a:lnTo>
                  <a:lnTo>
                    <a:pt x="175691" y="304168"/>
                  </a:lnTo>
                  <a:lnTo>
                    <a:pt x="175644" y="304592"/>
                  </a:lnTo>
                  <a:lnTo>
                    <a:pt x="175721" y="304778"/>
                  </a:lnTo>
                  <a:lnTo>
                    <a:pt x="175717" y="304970"/>
                  </a:lnTo>
                  <a:lnTo>
                    <a:pt x="175625" y="305312"/>
                  </a:lnTo>
                  <a:lnTo>
                    <a:pt x="175185" y="304912"/>
                  </a:lnTo>
                  <a:lnTo>
                    <a:pt x="174973" y="304782"/>
                  </a:lnTo>
                  <a:lnTo>
                    <a:pt x="174782" y="304718"/>
                  </a:lnTo>
                  <a:lnTo>
                    <a:pt x="174653" y="304889"/>
                  </a:lnTo>
                  <a:lnTo>
                    <a:pt x="174453" y="305221"/>
                  </a:lnTo>
                  <a:lnTo>
                    <a:pt x="173935" y="305039"/>
                  </a:lnTo>
                  <a:lnTo>
                    <a:pt x="173549" y="305378"/>
                  </a:lnTo>
                  <a:lnTo>
                    <a:pt x="173458" y="305508"/>
                  </a:lnTo>
                  <a:lnTo>
                    <a:pt x="173577" y="305851"/>
                  </a:lnTo>
                  <a:lnTo>
                    <a:pt x="173589" y="306142"/>
                  </a:lnTo>
                  <a:lnTo>
                    <a:pt x="173654" y="306470"/>
                  </a:lnTo>
                  <a:lnTo>
                    <a:pt x="173664" y="306943"/>
                  </a:lnTo>
                  <a:lnTo>
                    <a:pt x="173646" y="307203"/>
                  </a:lnTo>
                  <a:lnTo>
                    <a:pt x="173396" y="307478"/>
                  </a:lnTo>
                  <a:lnTo>
                    <a:pt x="173204" y="307682"/>
                  </a:lnTo>
                  <a:lnTo>
                    <a:pt x="173020" y="307859"/>
                  </a:lnTo>
                  <a:lnTo>
                    <a:pt x="172792" y="308066"/>
                  </a:lnTo>
                  <a:lnTo>
                    <a:pt x="172354" y="308307"/>
                  </a:lnTo>
                  <a:lnTo>
                    <a:pt x="172146" y="308470"/>
                  </a:lnTo>
                  <a:lnTo>
                    <a:pt x="172012" y="308699"/>
                  </a:lnTo>
                  <a:lnTo>
                    <a:pt x="171844" y="308882"/>
                  </a:lnTo>
                  <a:lnTo>
                    <a:pt x="171648" y="309046"/>
                  </a:lnTo>
                  <a:lnTo>
                    <a:pt x="171203" y="309502"/>
                  </a:lnTo>
                  <a:lnTo>
                    <a:pt x="171050" y="309773"/>
                  </a:lnTo>
                  <a:lnTo>
                    <a:pt x="170609" y="309733"/>
                  </a:lnTo>
                  <a:lnTo>
                    <a:pt x="170198" y="309501"/>
                  </a:lnTo>
                  <a:lnTo>
                    <a:pt x="169955" y="309585"/>
                  </a:lnTo>
                  <a:lnTo>
                    <a:pt x="169736" y="309801"/>
                  </a:lnTo>
                  <a:lnTo>
                    <a:pt x="169745" y="310104"/>
                  </a:lnTo>
                  <a:lnTo>
                    <a:pt x="169777" y="310341"/>
                  </a:lnTo>
                  <a:lnTo>
                    <a:pt x="170090" y="310580"/>
                  </a:lnTo>
                  <a:lnTo>
                    <a:pt x="170065" y="310945"/>
                  </a:lnTo>
                  <a:lnTo>
                    <a:pt x="169921" y="311011"/>
                  </a:lnTo>
                  <a:lnTo>
                    <a:pt x="169500" y="310968"/>
                  </a:lnTo>
                  <a:lnTo>
                    <a:pt x="169350" y="311006"/>
                  </a:lnTo>
                  <a:lnTo>
                    <a:pt x="169113" y="311451"/>
                  </a:lnTo>
                  <a:lnTo>
                    <a:pt x="169083" y="311812"/>
                  </a:lnTo>
                  <a:lnTo>
                    <a:pt x="168997" y="312269"/>
                  </a:lnTo>
                  <a:lnTo>
                    <a:pt x="168992" y="312428"/>
                  </a:lnTo>
                  <a:lnTo>
                    <a:pt x="169050" y="312624"/>
                  </a:lnTo>
                  <a:lnTo>
                    <a:pt x="169256" y="312761"/>
                  </a:lnTo>
                  <a:lnTo>
                    <a:pt x="169414" y="313307"/>
                  </a:lnTo>
                  <a:lnTo>
                    <a:pt x="169373" y="313457"/>
                  </a:lnTo>
                  <a:lnTo>
                    <a:pt x="169559" y="313788"/>
                  </a:lnTo>
                  <a:lnTo>
                    <a:pt x="169564" y="313939"/>
                  </a:lnTo>
                  <a:lnTo>
                    <a:pt x="169451" y="314427"/>
                  </a:lnTo>
                  <a:lnTo>
                    <a:pt x="169325" y="314896"/>
                  </a:lnTo>
                  <a:lnTo>
                    <a:pt x="169027" y="315046"/>
                  </a:lnTo>
                  <a:lnTo>
                    <a:pt x="168917" y="315240"/>
                  </a:lnTo>
                  <a:lnTo>
                    <a:pt x="168469" y="315665"/>
                  </a:lnTo>
                  <a:lnTo>
                    <a:pt x="168455" y="315977"/>
                  </a:lnTo>
                  <a:lnTo>
                    <a:pt x="168236" y="316355"/>
                  </a:lnTo>
                  <a:lnTo>
                    <a:pt x="167847" y="316437"/>
                  </a:lnTo>
                  <a:lnTo>
                    <a:pt x="167676" y="316423"/>
                  </a:lnTo>
                  <a:lnTo>
                    <a:pt x="167493" y="316400"/>
                  </a:lnTo>
                  <a:lnTo>
                    <a:pt x="167130" y="316735"/>
                  </a:lnTo>
                  <a:lnTo>
                    <a:pt x="167124" y="316879"/>
                  </a:lnTo>
                  <a:lnTo>
                    <a:pt x="167038" y="317085"/>
                  </a:lnTo>
                  <a:lnTo>
                    <a:pt x="166638" y="317719"/>
                  </a:lnTo>
                  <a:lnTo>
                    <a:pt x="166325" y="318249"/>
                  </a:lnTo>
                  <a:lnTo>
                    <a:pt x="166150" y="318392"/>
                  </a:lnTo>
                  <a:lnTo>
                    <a:pt x="165901" y="318618"/>
                  </a:lnTo>
                  <a:lnTo>
                    <a:pt x="165538" y="319104"/>
                  </a:lnTo>
                  <a:lnTo>
                    <a:pt x="165208" y="319451"/>
                  </a:lnTo>
                  <a:lnTo>
                    <a:pt x="164993" y="319582"/>
                  </a:lnTo>
                  <a:lnTo>
                    <a:pt x="164653" y="319238"/>
                  </a:lnTo>
                  <a:lnTo>
                    <a:pt x="164441" y="319105"/>
                  </a:lnTo>
                  <a:lnTo>
                    <a:pt x="164310" y="319044"/>
                  </a:lnTo>
                  <a:lnTo>
                    <a:pt x="164063" y="318941"/>
                  </a:lnTo>
                  <a:lnTo>
                    <a:pt x="163859" y="319043"/>
                  </a:lnTo>
                  <a:lnTo>
                    <a:pt x="163568" y="319211"/>
                  </a:lnTo>
                  <a:lnTo>
                    <a:pt x="163459" y="319353"/>
                  </a:lnTo>
                  <a:lnTo>
                    <a:pt x="163220" y="319448"/>
                  </a:lnTo>
                  <a:lnTo>
                    <a:pt x="163083" y="319408"/>
                  </a:lnTo>
                  <a:lnTo>
                    <a:pt x="162770" y="319464"/>
                  </a:lnTo>
                  <a:lnTo>
                    <a:pt x="162488" y="319600"/>
                  </a:lnTo>
                  <a:lnTo>
                    <a:pt x="162271" y="319673"/>
                  </a:lnTo>
                  <a:lnTo>
                    <a:pt x="162059" y="319751"/>
                  </a:lnTo>
                  <a:lnTo>
                    <a:pt x="161832" y="319968"/>
                  </a:lnTo>
                  <a:lnTo>
                    <a:pt x="161811" y="320150"/>
                  </a:lnTo>
                  <a:lnTo>
                    <a:pt x="161635" y="320391"/>
                  </a:lnTo>
                  <a:lnTo>
                    <a:pt x="161430" y="320673"/>
                  </a:lnTo>
                  <a:lnTo>
                    <a:pt x="161397" y="320841"/>
                  </a:lnTo>
                  <a:lnTo>
                    <a:pt x="161041" y="320935"/>
                  </a:lnTo>
                  <a:lnTo>
                    <a:pt x="160682" y="321478"/>
                  </a:lnTo>
                  <a:lnTo>
                    <a:pt x="160363" y="322053"/>
                  </a:lnTo>
                  <a:lnTo>
                    <a:pt x="159720" y="322249"/>
                  </a:lnTo>
                  <a:lnTo>
                    <a:pt x="159527" y="322384"/>
                  </a:lnTo>
                  <a:lnTo>
                    <a:pt x="159307" y="322592"/>
                  </a:lnTo>
                  <a:lnTo>
                    <a:pt x="158884" y="322732"/>
                  </a:lnTo>
                  <a:lnTo>
                    <a:pt x="158878" y="323106"/>
                  </a:lnTo>
                  <a:lnTo>
                    <a:pt x="158827" y="323455"/>
                  </a:lnTo>
                  <a:lnTo>
                    <a:pt x="158782" y="323608"/>
                  </a:lnTo>
                  <a:lnTo>
                    <a:pt x="158692" y="323740"/>
                  </a:lnTo>
                  <a:lnTo>
                    <a:pt x="158708" y="324071"/>
                  </a:lnTo>
                  <a:lnTo>
                    <a:pt x="158818" y="324401"/>
                  </a:lnTo>
                  <a:lnTo>
                    <a:pt x="158756" y="324612"/>
                  </a:lnTo>
                  <a:lnTo>
                    <a:pt x="158692" y="324908"/>
                  </a:lnTo>
                  <a:lnTo>
                    <a:pt x="158670" y="325039"/>
                  </a:lnTo>
                  <a:lnTo>
                    <a:pt x="158498" y="325569"/>
                  </a:lnTo>
                  <a:lnTo>
                    <a:pt x="158130" y="325822"/>
                  </a:lnTo>
                  <a:lnTo>
                    <a:pt x="157996" y="325989"/>
                  </a:lnTo>
                  <a:lnTo>
                    <a:pt x="157359" y="325741"/>
                  </a:lnTo>
                  <a:lnTo>
                    <a:pt x="157144" y="325783"/>
                  </a:lnTo>
                  <a:lnTo>
                    <a:pt x="157169" y="325910"/>
                  </a:lnTo>
                  <a:lnTo>
                    <a:pt x="157167" y="326119"/>
                  </a:lnTo>
                  <a:lnTo>
                    <a:pt x="156770" y="325794"/>
                  </a:lnTo>
                  <a:lnTo>
                    <a:pt x="156351" y="325831"/>
                  </a:lnTo>
                  <a:lnTo>
                    <a:pt x="156219" y="325786"/>
                  </a:lnTo>
                  <a:lnTo>
                    <a:pt x="156192" y="325975"/>
                  </a:lnTo>
                  <a:lnTo>
                    <a:pt x="155729" y="326301"/>
                  </a:lnTo>
                  <a:lnTo>
                    <a:pt x="155425" y="326074"/>
                  </a:lnTo>
                  <a:lnTo>
                    <a:pt x="154185" y="326018"/>
                  </a:lnTo>
                  <a:lnTo>
                    <a:pt x="154050" y="325982"/>
                  </a:lnTo>
                  <a:lnTo>
                    <a:pt x="153920" y="325937"/>
                  </a:lnTo>
                  <a:lnTo>
                    <a:pt x="153830" y="326110"/>
                  </a:lnTo>
                  <a:lnTo>
                    <a:pt x="153451" y="326616"/>
                  </a:lnTo>
                  <a:lnTo>
                    <a:pt x="153308" y="326900"/>
                  </a:lnTo>
                  <a:lnTo>
                    <a:pt x="152985" y="327129"/>
                  </a:lnTo>
                  <a:lnTo>
                    <a:pt x="152991" y="327293"/>
                  </a:lnTo>
                  <a:lnTo>
                    <a:pt x="152884" y="327426"/>
                  </a:lnTo>
                  <a:lnTo>
                    <a:pt x="152096" y="327381"/>
                  </a:lnTo>
                  <a:lnTo>
                    <a:pt x="151899" y="327259"/>
                  </a:lnTo>
                  <a:lnTo>
                    <a:pt x="151714" y="326888"/>
                  </a:lnTo>
                  <a:lnTo>
                    <a:pt x="151683" y="326631"/>
                  </a:lnTo>
                  <a:lnTo>
                    <a:pt x="151479" y="326569"/>
                  </a:lnTo>
                  <a:lnTo>
                    <a:pt x="150676" y="326671"/>
                  </a:lnTo>
                  <a:lnTo>
                    <a:pt x="150614" y="326835"/>
                  </a:lnTo>
                  <a:lnTo>
                    <a:pt x="150651" y="327386"/>
                  </a:lnTo>
                  <a:lnTo>
                    <a:pt x="150676" y="327532"/>
                  </a:lnTo>
                  <a:lnTo>
                    <a:pt x="150863" y="328025"/>
                  </a:lnTo>
                  <a:lnTo>
                    <a:pt x="150909" y="328324"/>
                  </a:lnTo>
                  <a:lnTo>
                    <a:pt x="150925" y="328527"/>
                  </a:lnTo>
                  <a:lnTo>
                    <a:pt x="150994" y="329204"/>
                  </a:lnTo>
                  <a:lnTo>
                    <a:pt x="150975" y="329394"/>
                  </a:lnTo>
                  <a:lnTo>
                    <a:pt x="151032" y="329657"/>
                  </a:lnTo>
                  <a:lnTo>
                    <a:pt x="151001" y="330155"/>
                  </a:lnTo>
                  <a:lnTo>
                    <a:pt x="150823" y="330262"/>
                  </a:lnTo>
                  <a:lnTo>
                    <a:pt x="150687" y="330303"/>
                  </a:lnTo>
                  <a:lnTo>
                    <a:pt x="150216" y="330389"/>
                  </a:lnTo>
                  <a:lnTo>
                    <a:pt x="149999" y="330284"/>
                  </a:lnTo>
                  <a:lnTo>
                    <a:pt x="149990" y="330085"/>
                  </a:lnTo>
                  <a:lnTo>
                    <a:pt x="149768" y="329985"/>
                  </a:lnTo>
                  <a:lnTo>
                    <a:pt x="149538" y="330085"/>
                  </a:lnTo>
                  <a:lnTo>
                    <a:pt x="149109" y="329929"/>
                  </a:lnTo>
                  <a:lnTo>
                    <a:pt x="148802" y="329961"/>
                  </a:lnTo>
                  <a:lnTo>
                    <a:pt x="148653" y="329999"/>
                  </a:lnTo>
                  <a:lnTo>
                    <a:pt x="148118" y="329816"/>
                  </a:lnTo>
                  <a:lnTo>
                    <a:pt x="147974" y="329895"/>
                  </a:lnTo>
                  <a:lnTo>
                    <a:pt x="147739" y="330023"/>
                  </a:lnTo>
                  <a:lnTo>
                    <a:pt x="147602" y="330085"/>
                  </a:lnTo>
                  <a:lnTo>
                    <a:pt x="147139" y="330099"/>
                  </a:lnTo>
                  <a:lnTo>
                    <a:pt x="146920" y="330217"/>
                  </a:lnTo>
                  <a:lnTo>
                    <a:pt x="146735" y="330484"/>
                  </a:lnTo>
                  <a:lnTo>
                    <a:pt x="146621" y="330772"/>
                  </a:lnTo>
                  <a:lnTo>
                    <a:pt x="146360" y="331285"/>
                  </a:lnTo>
                  <a:lnTo>
                    <a:pt x="146231" y="331533"/>
                  </a:lnTo>
                  <a:lnTo>
                    <a:pt x="145783" y="331550"/>
                  </a:lnTo>
                  <a:lnTo>
                    <a:pt x="145806" y="331394"/>
                  </a:lnTo>
                  <a:lnTo>
                    <a:pt x="145796" y="331213"/>
                  </a:lnTo>
                  <a:lnTo>
                    <a:pt x="145589" y="330973"/>
                  </a:lnTo>
                  <a:lnTo>
                    <a:pt x="145232" y="331092"/>
                  </a:lnTo>
                  <a:lnTo>
                    <a:pt x="144671" y="330870"/>
                  </a:lnTo>
                  <a:lnTo>
                    <a:pt x="144150" y="330668"/>
                  </a:lnTo>
                  <a:lnTo>
                    <a:pt x="143949" y="330670"/>
                  </a:lnTo>
                  <a:lnTo>
                    <a:pt x="143525" y="330367"/>
                  </a:lnTo>
                  <a:lnTo>
                    <a:pt x="143144" y="329676"/>
                  </a:lnTo>
                  <a:lnTo>
                    <a:pt x="143131" y="329468"/>
                  </a:lnTo>
                  <a:lnTo>
                    <a:pt x="143093" y="329332"/>
                  </a:lnTo>
                  <a:lnTo>
                    <a:pt x="143478" y="329101"/>
                  </a:lnTo>
                  <a:lnTo>
                    <a:pt x="143358" y="328954"/>
                  </a:lnTo>
                  <a:lnTo>
                    <a:pt x="143374" y="328641"/>
                  </a:lnTo>
                  <a:lnTo>
                    <a:pt x="143376" y="328383"/>
                  </a:lnTo>
                  <a:lnTo>
                    <a:pt x="143279" y="328113"/>
                  </a:lnTo>
                  <a:lnTo>
                    <a:pt x="143078" y="328089"/>
                  </a:lnTo>
                  <a:lnTo>
                    <a:pt x="142825" y="327913"/>
                  </a:lnTo>
                  <a:lnTo>
                    <a:pt x="142869" y="327687"/>
                  </a:lnTo>
                  <a:lnTo>
                    <a:pt x="143152" y="327344"/>
                  </a:lnTo>
                  <a:lnTo>
                    <a:pt x="143371" y="327139"/>
                  </a:lnTo>
                  <a:lnTo>
                    <a:pt x="143571" y="327053"/>
                  </a:lnTo>
                  <a:lnTo>
                    <a:pt x="143682" y="326885"/>
                  </a:lnTo>
                  <a:lnTo>
                    <a:pt x="143608" y="326671"/>
                  </a:lnTo>
                  <a:lnTo>
                    <a:pt x="143450" y="326552"/>
                  </a:lnTo>
                  <a:lnTo>
                    <a:pt x="143446" y="326396"/>
                  </a:lnTo>
                  <a:lnTo>
                    <a:pt x="143405" y="326239"/>
                  </a:lnTo>
                  <a:lnTo>
                    <a:pt x="142845" y="325845"/>
                  </a:lnTo>
                  <a:lnTo>
                    <a:pt x="142642" y="325638"/>
                  </a:lnTo>
                  <a:lnTo>
                    <a:pt x="142454" y="325427"/>
                  </a:lnTo>
                  <a:lnTo>
                    <a:pt x="142176" y="325272"/>
                  </a:lnTo>
                  <a:lnTo>
                    <a:pt x="142047" y="324992"/>
                  </a:lnTo>
                  <a:lnTo>
                    <a:pt x="142128" y="324782"/>
                  </a:lnTo>
                  <a:lnTo>
                    <a:pt x="141744" y="324629"/>
                  </a:lnTo>
                  <a:lnTo>
                    <a:pt x="141034" y="324565"/>
                  </a:lnTo>
                  <a:lnTo>
                    <a:pt x="140869" y="324558"/>
                  </a:lnTo>
                  <a:lnTo>
                    <a:pt x="140730" y="324570"/>
                  </a:lnTo>
                  <a:lnTo>
                    <a:pt x="140405" y="324551"/>
                  </a:lnTo>
                  <a:lnTo>
                    <a:pt x="139953" y="324504"/>
                  </a:lnTo>
                  <a:lnTo>
                    <a:pt x="139613" y="324134"/>
                  </a:lnTo>
                  <a:lnTo>
                    <a:pt x="139612" y="323972"/>
                  </a:lnTo>
                  <a:lnTo>
                    <a:pt x="139411" y="323625"/>
                  </a:lnTo>
                  <a:lnTo>
                    <a:pt x="139179" y="323229"/>
                  </a:lnTo>
                  <a:lnTo>
                    <a:pt x="138889" y="323096"/>
                  </a:lnTo>
                  <a:lnTo>
                    <a:pt x="138714" y="322847"/>
                  </a:lnTo>
                  <a:lnTo>
                    <a:pt x="138363" y="322807"/>
                  </a:lnTo>
                  <a:lnTo>
                    <a:pt x="138187" y="322818"/>
                  </a:lnTo>
                  <a:lnTo>
                    <a:pt x="138001" y="322827"/>
                  </a:lnTo>
                  <a:lnTo>
                    <a:pt x="137586" y="322791"/>
                  </a:lnTo>
                  <a:lnTo>
                    <a:pt x="137281" y="323086"/>
                  </a:lnTo>
                  <a:lnTo>
                    <a:pt x="137245" y="323244"/>
                  </a:lnTo>
                  <a:lnTo>
                    <a:pt x="137064" y="323488"/>
                  </a:lnTo>
                  <a:lnTo>
                    <a:pt x="136824" y="323603"/>
                  </a:lnTo>
                  <a:lnTo>
                    <a:pt x="136495" y="323142"/>
                  </a:lnTo>
                  <a:lnTo>
                    <a:pt x="135808" y="323067"/>
                  </a:lnTo>
                  <a:lnTo>
                    <a:pt x="135634" y="323232"/>
                  </a:lnTo>
                  <a:lnTo>
                    <a:pt x="135545" y="323430"/>
                  </a:lnTo>
                  <a:lnTo>
                    <a:pt x="135203" y="323803"/>
                  </a:lnTo>
                  <a:lnTo>
                    <a:pt x="135063" y="323936"/>
                  </a:lnTo>
                  <a:lnTo>
                    <a:pt x="134685" y="323603"/>
                  </a:lnTo>
                  <a:lnTo>
                    <a:pt x="134262" y="323686"/>
                  </a:lnTo>
                  <a:lnTo>
                    <a:pt x="133713" y="323976"/>
                  </a:lnTo>
                  <a:lnTo>
                    <a:pt x="133464" y="323959"/>
                  </a:lnTo>
                  <a:lnTo>
                    <a:pt x="133327" y="324059"/>
                  </a:lnTo>
                  <a:lnTo>
                    <a:pt x="133024" y="324319"/>
                  </a:lnTo>
                  <a:lnTo>
                    <a:pt x="132752" y="324268"/>
                  </a:lnTo>
                  <a:lnTo>
                    <a:pt x="132480" y="324314"/>
                  </a:lnTo>
                  <a:lnTo>
                    <a:pt x="132191" y="323798"/>
                  </a:lnTo>
                  <a:lnTo>
                    <a:pt x="132051" y="323827"/>
                  </a:lnTo>
                  <a:lnTo>
                    <a:pt x="131812" y="323760"/>
                  </a:lnTo>
                  <a:lnTo>
                    <a:pt x="131762" y="323490"/>
                  </a:lnTo>
                  <a:lnTo>
                    <a:pt x="131643" y="323268"/>
                  </a:lnTo>
                  <a:lnTo>
                    <a:pt x="131429" y="323406"/>
                  </a:lnTo>
                  <a:lnTo>
                    <a:pt x="131133" y="323423"/>
                  </a:lnTo>
                  <a:lnTo>
                    <a:pt x="130799" y="323433"/>
                  </a:lnTo>
                  <a:lnTo>
                    <a:pt x="130615" y="323420"/>
                  </a:lnTo>
                  <a:lnTo>
                    <a:pt x="130196" y="323064"/>
                  </a:lnTo>
                  <a:lnTo>
                    <a:pt x="129732" y="322815"/>
                  </a:lnTo>
                  <a:lnTo>
                    <a:pt x="129519" y="322747"/>
                  </a:lnTo>
                  <a:lnTo>
                    <a:pt x="129263" y="322953"/>
                  </a:lnTo>
                  <a:lnTo>
                    <a:pt x="128963" y="323070"/>
                  </a:lnTo>
                  <a:lnTo>
                    <a:pt x="128754" y="323176"/>
                  </a:lnTo>
                  <a:lnTo>
                    <a:pt x="128522" y="323430"/>
                  </a:lnTo>
                  <a:lnTo>
                    <a:pt x="128410" y="323583"/>
                  </a:lnTo>
                  <a:lnTo>
                    <a:pt x="127902" y="323482"/>
                  </a:lnTo>
                  <a:lnTo>
                    <a:pt x="128223" y="323146"/>
                  </a:lnTo>
                  <a:lnTo>
                    <a:pt x="128067" y="323008"/>
                  </a:lnTo>
                  <a:lnTo>
                    <a:pt x="127820" y="323001"/>
                  </a:lnTo>
                  <a:lnTo>
                    <a:pt x="127734" y="323262"/>
                  </a:lnTo>
                  <a:lnTo>
                    <a:pt x="127734" y="323529"/>
                  </a:lnTo>
                  <a:lnTo>
                    <a:pt x="127527" y="323689"/>
                  </a:lnTo>
                  <a:lnTo>
                    <a:pt x="127219" y="323631"/>
                  </a:lnTo>
                  <a:lnTo>
                    <a:pt x="127145" y="323433"/>
                  </a:lnTo>
                  <a:lnTo>
                    <a:pt x="127017" y="323502"/>
                  </a:lnTo>
                  <a:lnTo>
                    <a:pt x="126725" y="323788"/>
                  </a:lnTo>
                  <a:lnTo>
                    <a:pt x="126475" y="323958"/>
                  </a:lnTo>
                  <a:lnTo>
                    <a:pt x="126303" y="324041"/>
                  </a:lnTo>
                  <a:lnTo>
                    <a:pt x="125856" y="323900"/>
                  </a:lnTo>
                  <a:lnTo>
                    <a:pt x="125454" y="323513"/>
                  </a:lnTo>
                  <a:lnTo>
                    <a:pt x="125134" y="323626"/>
                  </a:lnTo>
                  <a:lnTo>
                    <a:pt x="125068" y="323958"/>
                  </a:lnTo>
                  <a:lnTo>
                    <a:pt x="124829" y="323761"/>
                  </a:lnTo>
                  <a:lnTo>
                    <a:pt x="124701" y="323787"/>
                  </a:lnTo>
                  <a:lnTo>
                    <a:pt x="124547" y="323843"/>
                  </a:lnTo>
                  <a:lnTo>
                    <a:pt x="124011" y="323398"/>
                  </a:lnTo>
                  <a:lnTo>
                    <a:pt x="123912" y="323077"/>
                  </a:lnTo>
                  <a:lnTo>
                    <a:pt x="124090" y="322789"/>
                  </a:lnTo>
                  <a:lnTo>
                    <a:pt x="124097" y="322296"/>
                  </a:lnTo>
                  <a:lnTo>
                    <a:pt x="123947" y="321921"/>
                  </a:lnTo>
                  <a:lnTo>
                    <a:pt x="123806" y="321841"/>
                  </a:lnTo>
                  <a:lnTo>
                    <a:pt x="123329" y="321575"/>
                  </a:lnTo>
                  <a:lnTo>
                    <a:pt x="123151" y="321071"/>
                  </a:lnTo>
                  <a:lnTo>
                    <a:pt x="122914" y="321063"/>
                  </a:lnTo>
                  <a:lnTo>
                    <a:pt x="122671" y="320959"/>
                  </a:lnTo>
                  <a:lnTo>
                    <a:pt x="122514" y="320868"/>
                  </a:lnTo>
                  <a:lnTo>
                    <a:pt x="122202" y="320960"/>
                  </a:lnTo>
                  <a:lnTo>
                    <a:pt x="121955" y="321184"/>
                  </a:lnTo>
                  <a:lnTo>
                    <a:pt x="121782" y="321228"/>
                  </a:lnTo>
                  <a:lnTo>
                    <a:pt x="121598" y="321422"/>
                  </a:lnTo>
                  <a:lnTo>
                    <a:pt x="121524" y="321551"/>
                  </a:lnTo>
                  <a:lnTo>
                    <a:pt x="120971" y="322054"/>
                  </a:lnTo>
                  <a:lnTo>
                    <a:pt x="120592" y="322135"/>
                  </a:lnTo>
                  <a:lnTo>
                    <a:pt x="120368" y="322399"/>
                  </a:lnTo>
                  <a:lnTo>
                    <a:pt x="119909" y="322191"/>
                  </a:lnTo>
                  <a:lnTo>
                    <a:pt x="119691" y="321930"/>
                  </a:lnTo>
                  <a:lnTo>
                    <a:pt x="119388" y="321928"/>
                  </a:lnTo>
                  <a:lnTo>
                    <a:pt x="119049" y="322049"/>
                  </a:lnTo>
                  <a:lnTo>
                    <a:pt x="118487" y="321849"/>
                  </a:lnTo>
                  <a:lnTo>
                    <a:pt x="118103" y="321926"/>
                  </a:lnTo>
                  <a:lnTo>
                    <a:pt x="118011" y="322132"/>
                  </a:lnTo>
                  <a:lnTo>
                    <a:pt x="117826" y="321652"/>
                  </a:lnTo>
                  <a:lnTo>
                    <a:pt x="117512" y="321331"/>
                  </a:lnTo>
                  <a:lnTo>
                    <a:pt x="117429" y="321133"/>
                  </a:lnTo>
                  <a:lnTo>
                    <a:pt x="117373" y="320773"/>
                  </a:lnTo>
                  <a:lnTo>
                    <a:pt x="117232" y="320354"/>
                  </a:lnTo>
                  <a:lnTo>
                    <a:pt x="117189" y="320140"/>
                  </a:lnTo>
                  <a:lnTo>
                    <a:pt x="117332" y="319337"/>
                  </a:lnTo>
                  <a:lnTo>
                    <a:pt x="117529" y="319050"/>
                  </a:lnTo>
                  <a:lnTo>
                    <a:pt x="117350" y="318678"/>
                  </a:lnTo>
                  <a:lnTo>
                    <a:pt x="117207" y="318680"/>
                  </a:lnTo>
                  <a:lnTo>
                    <a:pt x="117054" y="318550"/>
                  </a:lnTo>
                  <a:lnTo>
                    <a:pt x="116752" y="318241"/>
                  </a:lnTo>
                  <a:lnTo>
                    <a:pt x="116594" y="318099"/>
                  </a:lnTo>
                  <a:lnTo>
                    <a:pt x="116118" y="318581"/>
                  </a:lnTo>
                  <a:lnTo>
                    <a:pt x="115907" y="318628"/>
                  </a:lnTo>
                  <a:lnTo>
                    <a:pt x="115771" y="318615"/>
                  </a:lnTo>
                  <a:lnTo>
                    <a:pt x="115608" y="318543"/>
                  </a:lnTo>
                  <a:lnTo>
                    <a:pt x="115495" y="318353"/>
                  </a:lnTo>
                  <a:lnTo>
                    <a:pt x="115255" y="318457"/>
                  </a:lnTo>
                  <a:lnTo>
                    <a:pt x="115041" y="318462"/>
                  </a:lnTo>
                  <a:lnTo>
                    <a:pt x="115037" y="318132"/>
                  </a:lnTo>
                  <a:lnTo>
                    <a:pt x="115093" y="317979"/>
                  </a:lnTo>
                  <a:lnTo>
                    <a:pt x="114885" y="317471"/>
                  </a:lnTo>
                  <a:lnTo>
                    <a:pt x="114654" y="317686"/>
                  </a:lnTo>
                  <a:lnTo>
                    <a:pt x="114410" y="317803"/>
                  </a:lnTo>
                  <a:lnTo>
                    <a:pt x="114343" y="317600"/>
                  </a:lnTo>
                  <a:lnTo>
                    <a:pt x="114426" y="317433"/>
                  </a:lnTo>
                  <a:lnTo>
                    <a:pt x="114065" y="317088"/>
                  </a:lnTo>
                  <a:lnTo>
                    <a:pt x="114039" y="316840"/>
                  </a:lnTo>
                  <a:lnTo>
                    <a:pt x="114081" y="316674"/>
                  </a:lnTo>
                  <a:lnTo>
                    <a:pt x="114145" y="316430"/>
                  </a:lnTo>
                  <a:lnTo>
                    <a:pt x="114329" y="316240"/>
                  </a:lnTo>
                  <a:lnTo>
                    <a:pt x="114415" y="315971"/>
                  </a:lnTo>
                  <a:lnTo>
                    <a:pt x="114187" y="315644"/>
                  </a:lnTo>
                  <a:lnTo>
                    <a:pt x="114373" y="315276"/>
                  </a:lnTo>
                  <a:lnTo>
                    <a:pt x="114266" y="315011"/>
                  </a:lnTo>
                  <a:lnTo>
                    <a:pt x="113846" y="314451"/>
                  </a:lnTo>
                  <a:lnTo>
                    <a:pt x="113806" y="314321"/>
                  </a:lnTo>
                  <a:lnTo>
                    <a:pt x="113982" y="314038"/>
                  </a:lnTo>
                  <a:lnTo>
                    <a:pt x="113872" y="313755"/>
                  </a:lnTo>
                  <a:lnTo>
                    <a:pt x="113601" y="313825"/>
                  </a:lnTo>
                  <a:lnTo>
                    <a:pt x="113450" y="313883"/>
                  </a:lnTo>
                  <a:lnTo>
                    <a:pt x="113225" y="313672"/>
                  </a:lnTo>
                  <a:lnTo>
                    <a:pt x="113118" y="313509"/>
                  </a:lnTo>
                  <a:lnTo>
                    <a:pt x="112953" y="313203"/>
                  </a:lnTo>
                  <a:lnTo>
                    <a:pt x="112823" y="313076"/>
                  </a:lnTo>
                  <a:lnTo>
                    <a:pt x="112869" y="312834"/>
                  </a:lnTo>
                  <a:lnTo>
                    <a:pt x="112806" y="312641"/>
                  </a:lnTo>
                  <a:lnTo>
                    <a:pt x="112636" y="312545"/>
                  </a:lnTo>
                  <a:lnTo>
                    <a:pt x="112323" y="311820"/>
                  </a:lnTo>
                  <a:lnTo>
                    <a:pt x="112448" y="311613"/>
                  </a:lnTo>
                  <a:lnTo>
                    <a:pt x="112676" y="311525"/>
                  </a:lnTo>
                  <a:lnTo>
                    <a:pt x="112682" y="311204"/>
                  </a:lnTo>
                  <a:lnTo>
                    <a:pt x="112649" y="310896"/>
                  </a:lnTo>
                  <a:lnTo>
                    <a:pt x="112782" y="310717"/>
                  </a:lnTo>
                  <a:lnTo>
                    <a:pt x="112911" y="310384"/>
                  </a:lnTo>
                  <a:lnTo>
                    <a:pt x="113118" y="310030"/>
                  </a:lnTo>
                  <a:lnTo>
                    <a:pt x="113197" y="309823"/>
                  </a:lnTo>
                  <a:lnTo>
                    <a:pt x="112912" y="309475"/>
                  </a:lnTo>
                  <a:lnTo>
                    <a:pt x="112639" y="309409"/>
                  </a:lnTo>
                  <a:lnTo>
                    <a:pt x="112244" y="309483"/>
                  </a:lnTo>
                  <a:lnTo>
                    <a:pt x="111618" y="309623"/>
                  </a:lnTo>
                  <a:lnTo>
                    <a:pt x="111412" y="309810"/>
                  </a:lnTo>
                  <a:lnTo>
                    <a:pt x="111320" y="310310"/>
                  </a:lnTo>
                  <a:lnTo>
                    <a:pt x="111252" y="310450"/>
                  </a:lnTo>
                  <a:lnTo>
                    <a:pt x="111298" y="310719"/>
                  </a:lnTo>
                  <a:lnTo>
                    <a:pt x="111196" y="310899"/>
                  </a:lnTo>
                  <a:lnTo>
                    <a:pt x="110817" y="311054"/>
                  </a:lnTo>
                  <a:lnTo>
                    <a:pt x="110521" y="311284"/>
                  </a:lnTo>
                  <a:lnTo>
                    <a:pt x="110285" y="311255"/>
                  </a:lnTo>
                  <a:lnTo>
                    <a:pt x="110112" y="311103"/>
                  </a:lnTo>
                  <a:lnTo>
                    <a:pt x="110056" y="310912"/>
                  </a:lnTo>
                  <a:lnTo>
                    <a:pt x="109732" y="310543"/>
                  </a:lnTo>
                  <a:lnTo>
                    <a:pt x="109758" y="310336"/>
                  </a:lnTo>
                  <a:lnTo>
                    <a:pt x="109477" y="310139"/>
                  </a:lnTo>
                  <a:lnTo>
                    <a:pt x="109559" y="309995"/>
                  </a:lnTo>
                  <a:lnTo>
                    <a:pt x="109645" y="309743"/>
                  </a:lnTo>
                  <a:lnTo>
                    <a:pt x="109448" y="309480"/>
                  </a:lnTo>
                  <a:lnTo>
                    <a:pt x="109262" y="309197"/>
                  </a:lnTo>
                  <a:lnTo>
                    <a:pt x="108927" y="309442"/>
                  </a:lnTo>
                  <a:lnTo>
                    <a:pt x="108341" y="310053"/>
                  </a:lnTo>
                  <a:lnTo>
                    <a:pt x="108027" y="310044"/>
                  </a:lnTo>
                  <a:lnTo>
                    <a:pt x="107813" y="309994"/>
                  </a:lnTo>
                  <a:lnTo>
                    <a:pt x="107474" y="310109"/>
                  </a:lnTo>
                  <a:lnTo>
                    <a:pt x="107378" y="310481"/>
                  </a:lnTo>
                  <a:lnTo>
                    <a:pt x="107385" y="310701"/>
                  </a:lnTo>
                  <a:lnTo>
                    <a:pt x="106953" y="310761"/>
                  </a:lnTo>
                  <a:lnTo>
                    <a:pt x="106549" y="310564"/>
                  </a:lnTo>
                  <a:lnTo>
                    <a:pt x="106409" y="310314"/>
                  </a:lnTo>
                  <a:lnTo>
                    <a:pt x="106062" y="310285"/>
                  </a:lnTo>
                  <a:lnTo>
                    <a:pt x="105824" y="310302"/>
                  </a:lnTo>
                  <a:lnTo>
                    <a:pt x="105690" y="310210"/>
                  </a:lnTo>
                  <a:lnTo>
                    <a:pt x="105393" y="309774"/>
                  </a:lnTo>
                  <a:lnTo>
                    <a:pt x="105346" y="309631"/>
                  </a:lnTo>
                  <a:lnTo>
                    <a:pt x="105441" y="309252"/>
                  </a:lnTo>
                  <a:lnTo>
                    <a:pt x="105762" y="309006"/>
                  </a:lnTo>
                  <a:lnTo>
                    <a:pt x="105852" y="308648"/>
                  </a:lnTo>
                  <a:lnTo>
                    <a:pt x="106017" y="308242"/>
                  </a:lnTo>
                  <a:lnTo>
                    <a:pt x="106121" y="308089"/>
                  </a:lnTo>
                  <a:lnTo>
                    <a:pt x="106209" y="307916"/>
                  </a:lnTo>
                  <a:lnTo>
                    <a:pt x="106182" y="307614"/>
                  </a:lnTo>
                  <a:lnTo>
                    <a:pt x="106143" y="307430"/>
                  </a:lnTo>
                  <a:lnTo>
                    <a:pt x="105950" y="307151"/>
                  </a:lnTo>
                  <a:lnTo>
                    <a:pt x="105812" y="306874"/>
                  </a:lnTo>
                  <a:lnTo>
                    <a:pt x="105814" y="306729"/>
                  </a:lnTo>
                  <a:lnTo>
                    <a:pt x="105572" y="306388"/>
                  </a:lnTo>
                  <a:lnTo>
                    <a:pt x="105326" y="306271"/>
                  </a:lnTo>
                  <a:lnTo>
                    <a:pt x="104907" y="306274"/>
                  </a:lnTo>
                  <a:lnTo>
                    <a:pt x="104660" y="306278"/>
                  </a:lnTo>
                  <a:lnTo>
                    <a:pt x="104444" y="306102"/>
                  </a:lnTo>
                  <a:lnTo>
                    <a:pt x="104279" y="305950"/>
                  </a:lnTo>
                  <a:lnTo>
                    <a:pt x="104054" y="305770"/>
                  </a:lnTo>
                  <a:lnTo>
                    <a:pt x="103611" y="305632"/>
                  </a:lnTo>
                  <a:lnTo>
                    <a:pt x="103403" y="305844"/>
                  </a:lnTo>
                  <a:lnTo>
                    <a:pt x="102868" y="305910"/>
                  </a:lnTo>
                  <a:lnTo>
                    <a:pt x="102659" y="305988"/>
                  </a:lnTo>
                  <a:lnTo>
                    <a:pt x="102515" y="305954"/>
                  </a:lnTo>
                  <a:lnTo>
                    <a:pt x="102126" y="306185"/>
                  </a:lnTo>
                  <a:lnTo>
                    <a:pt x="101978" y="306094"/>
                  </a:lnTo>
                  <a:lnTo>
                    <a:pt x="101779" y="306010"/>
                  </a:lnTo>
                  <a:lnTo>
                    <a:pt x="101552" y="306231"/>
                  </a:lnTo>
                  <a:lnTo>
                    <a:pt x="101338" y="306221"/>
                  </a:lnTo>
                  <a:lnTo>
                    <a:pt x="100909" y="306453"/>
                  </a:lnTo>
                  <a:lnTo>
                    <a:pt x="100646" y="306778"/>
                  </a:lnTo>
                  <a:lnTo>
                    <a:pt x="100301" y="307060"/>
                  </a:lnTo>
                  <a:lnTo>
                    <a:pt x="100186" y="307477"/>
                  </a:lnTo>
                  <a:lnTo>
                    <a:pt x="100354" y="307794"/>
                  </a:lnTo>
                  <a:lnTo>
                    <a:pt x="100550" y="307966"/>
                  </a:lnTo>
                  <a:lnTo>
                    <a:pt x="100551" y="308201"/>
                  </a:lnTo>
                  <a:lnTo>
                    <a:pt x="100435" y="308390"/>
                  </a:lnTo>
                  <a:lnTo>
                    <a:pt x="100383" y="308540"/>
                  </a:lnTo>
                  <a:lnTo>
                    <a:pt x="100350" y="308875"/>
                  </a:lnTo>
                  <a:lnTo>
                    <a:pt x="100050" y="308971"/>
                  </a:lnTo>
                  <a:lnTo>
                    <a:pt x="99667" y="309185"/>
                  </a:lnTo>
                  <a:lnTo>
                    <a:pt x="99486" y="309285"/>
                  </a:lnTo>
                  <a:lnTo>
                    <a:pt x="99356" y="309281"/>
                  </a:lnTo>
                  <a:lnTo>
                    <a:pt x="99199" y="309389"/>
                  </a:lnTo>
                  <a:lnTo>
                    <a:pt x="99131" y="309594"/>
                  </a:lnTo>
                  <a:lnTo>
                    <a:pt x="99105" y="309734"/>
                  </a:lnTo>
                  <a:lnTo>
                    <a:pt x="98714" y="310100"/>
                  </a:lnTo>
                  <a:lnTo>
                    <a:pt x="98357" y="310071"/>
                  </a:lnTo>
                  <a:lnTo>
                    <a:pt x="98030" y="310279"/>
                  </a:lnTo>
                  <a:lnTo>
                    <a:pt x="98054" y="310820"/>
                  </a:lnTo>
                  <a:lnTo>
                    <a:pt x="98244" y="310843"/>
                  </a:lnTo>
                  <a:lnTo>
                    <a:pt x="98894" y="311120"/>
                  </a:lnTo>
                  <a:lnTo>
                    <a:pt x="99114" y="311378"/>
                  </a:lnTo>
                  <a:lnTo>
                    <a:pt x="99273" y="311609"/>
                  </a:lnTo>
                  <a:lnTo>
                    <a:pt x="99409" y="311754"/>
                  </a:lnTo>
                  <a:lnTo>
                    <a:pt x="99614" y="311961"/>
                  </a:lnTo>
                  <a:lnTo>
                    <a:pt x="100086" y="311868"/>
                  </a:lnTo>
                  <a:lnTo>
                    <a:pt x="100169" y="312015"/>
                  </a:lnTo>
                  <a:lnTo>
                    <a:pt x="100237" y="312274"/>
                  </a:lnTo>
                  <a:lnTo>
                    <a:pt x="100422" y="312424"/>
                  </a:lnTo>
                  <a:lnTo>
                    <a:pt x="100621" y="312406"/>
                  </a:lnTo>
                  <a:lnTo>
                    <a:pt x="100770" y="312586"/>
                  </a:lnTo>
                  <a:lnTo>
                    <a:pt x="100696" y="312922"/>
                  </a:lnTo>
                  <a:lnTo>
                    <a:pt x="100635" y="313074"/>
                  </a:lnTo>
                  <a:lnTo>
                    <a:pt x="100426" y="313298"/>
                  </a:lnTo>
                  <a:lnTo>
                    <a:pt x="100252" y="313375"/>
                  </a:lnTo>
                  <a:lnTo>
                    <a:pt x="99813" y="313681"/>
                  </a:lnTo>
                  <a:lnTo>
                    <a:pt x="99562" y="314167"/>
                  </a:lnTo>
                  <a:lnTo>
                    <a:pt x="99310" y="314375"/>
                  </a:lnTo>
                  <a:lnTo>
                    <a:pt x="99772" y="315023"/>
                  </a:lnTo>
                  <a:lnTo>
                    <a:pt x="99968" y="315508"/>
                  </a:lnTo>
                  <a:lnTo>
                    <a:pt x="99842" y="315913"/>
                  </a:lnTo>
                  <a:lnTo>
                    <a:pt x="99818" y="316225"/>
                  </a:lnTo>
                  <a:lnTo>
                    <a:pt x="99472" y="316456"/>
                  </a:lnTo>
                  <a:lnTo>
                    <a:pt x="99202" y="316403"/>
                  </a:lnTo>
                  <a:lnTo>
                    <a:pt x="98826" y="316468"/>
                  </a:lnTo>
                  <a:lnTo>
                    <a:pt x="98657" y="316871"/>
                  </a:lnTo>
                  <a:lnTo>
                    <a:pt x="98484" y="316780"/>
                  </a:lnTo>
                  <a:lnTo>
                    <a:pt x="98074" y="316786"/>
                  </a:lnTo>
                  <a:lnTo>
                    <a:pt x="97812" y="317024"/>
                  </a:lnTo>
                  <a:lnTo>
                    <a:pt x="97406" y="317207"/>
                  </a:lnTo>
                  <a:lnTo>
                    <a:pt x="97241" y="317329"/>
                  </a:lnTo>
                  <a:lnTo>
                    <a:pt x="97025" y="317227"/>
                  </a:lnTo>
                  <a:lnTo>
                    <a:pt x="96728" y="317552"/>
                  </a:lnTo>
                  <a:lnTo>
                    <a:pt x="96197" y="317535"/>
                  </a:lnTo>
                  <a:lnTo>
                    <a:pt x="95971" y="317425"/>
                  </a:lnTo>
                  <a:lnTo>
                    <a:pt x="95153" y="317531"/>
                  </a:lnTo>
                  <a:lnTo>
                    <a:pt x="94940" y="317456"/>
                  </a:lnTo>
                  <a:lnTo>
                    <a:pt x="94692" y="317513"/>
                  </a:lnTo>
                  <a:lnTo>
                    <a:pt x="94530" y="317620"/>
                  </a:lnTo>
                  <a:lnTo>
                    <a:pt x="94348" y="317851"/>
                  </a:lnTo>
                  <a:lnTo>
                    <a:pt x="94301" y="317999"/>
                  </a:lnTo>
                  <a:lnTo>
                    <a:pt x="94160" y="318277"/>
                  </a:lnTo>
                  <a:lnTo>
                    <a:pt x="93844" y="318581"/>
                  </a:lnTo>
                  <a:lnTo>
                    <a:pt x="93869" y="319063"/>
                  </a:lnTo>
                  <a:lnTo>
                    <a:pt x="93747" y="319249"/>
                  </a:lnTo>
                  <a:lnTo>
                    <a:pt x="93404" y="319006"/>
                  </a:lnTo>
                  <a:lnTo>
                    <a:pt x="93181" y="319112"/>
                  </a:lnTo>
                  <a:lnTo>
                    <a:pt x="92957" y="319170"/>
                  </a:lnTo>
                  <a:lnTo>
                    <a:pt x="92613" y="319091"/>
                  </a:lnTo>
                  <a:lnTo>
                    <a:pt x="92463" y="319186"/>
                  </a:lnTo>
                  <a:lnTo>
                    <a:pt x="91851" y="319308"/>
                  </a:lnTo>
                  <a:lnTo>
                    <a:pt x="91729" y="319481"/>
                  </a:lnTo>
                  <a:lnTo>
                    <a:pt x="91572" y="319702"/>
                  </a:lnTo>
                  <a:lnTo>
                    <a:pt x="91351" y="319771"/>
                  </a:lnTo>
                  <a:lnTo>
                    <a:pt x="91146" y="319933"/>
                  </a:lnTo>
                  <a:lnTo>
                    <a:pt x="90952" y="320163"/>
                  </a:lnTo>
                  <a:lnTo>
                    <a:pt x="90955" y="320333"/>
                  </a:lnTo>
                  <a:lnTo>
                    <a:pt x="90754" y="320476"/>
                  </a:lnTo>
                  <a:lnTo>
                    <a:pt x="90301" y="320522"/>
                  </a:lnTo>
                  <a:lnTo>
                    <a:pt x="90057" y="320589"/>
                  </a:lnTo>
                  <a:lnTo>
                    <a:pt x="89684" y="320814"/>
                  </a:lnTo>
                  <a:lnTo>
                    <a:pt x="89556" y="320954"/>
                  </a:lnTo>
                  <a:lnTo>
                    <a:pt x="89488" y="321150"/>
                  </a:lnTo>
                  <a:lnTo>
                    <a:pt x="89265" y="321573"/>
                  </a:lnTo>
                  <a:lnTo>
                    <a:pt x="88912" y="321639"/>
                  </a:lnTo>
                  <a:lnTo>
                    <a:pt x="88792" y="321807"/>
                  </a:lnTo>
                  <a:lnTo>
                    <a:pt x="88601" y="322038"/>
                  </a:lnTo>
                  <a:lnTo>
                    <a:pt x="88398" y="322323"/>
                  </a:lnTo>
                  <a:lnTo>
                    <a:pt x="88391" y="322556"/>
                  </a:lnTo>
                  <a:lnTo>
                    <a:pt x="88342" y="322736"/>
                  </a:lnTo>
                  <a:lnTo>
                    <a:pt x="87908" y="323065"/>
                  </a:lnTo>
                  <a:lnTo>
                    <a:pt x="87587" y="323098"/>
                  </a:lnTo>
                  <a:lnTo>
                    <a:pt x="87015" y="323266"/>
                  </a:lnTo>
                  <a:lnTo>
                    <a:pt x="86823" y="323178"/>
                  </a:lnTo>
                  <a:lnTo>
                    <a:pt x="86164" y="323288"/>
                  </a:lnTo>
                  <a:lnTo>
                    <a:pt x="86074" y="323154"/>
                  </a:lnTo>
                  <a:lnTo>
                    <a:pt x="85861" y="323029"/>
                  </a:lnTo>
                  <a:lnTo>
                    <a:pt x="85468" y="322988"/>
                  </a:lnTo>
                  <a:lnTo>
                    <a:pt x="85431" y="322792"/>
                  </a:lnTo>
                  <a:lnTo>
                    <a:pt x="85423" y="322659"/>
                  </a:lnTo>
                  <a:lnTo>
                    <a:pt x="85515" y="322493"/>
                  </a:lnTo>
                  <a:lnTo>
                    <a:pt x="85634" y="321950"/>
                  </a:lnTo>
                  <a:lnTo>
                    <a:pt x="84974" y="321898"/>
                  </a:lnTo>
                  <a:lnTo>
                    <a:pt x="84973" y="321567"/>
                  </a:lnTo>
                  <a:lnTo>
                    <a:pt x="84815" y="321544"/>
                  </a:lnTo>
                  <a:lnTo>
                    <a:pt x="84595" y="321448"/>
                  </a:lnTo>
                  <a:lnTo>
                    <a:pt x="84685" y="321759"/>
                  </a:lnTo>
                  <a:lnTo>
                    <a:pt x="84455" y="321833"/>
                  </a:lnTo>
                  <a:lnTo>
                    <a:pt x="84236" y="321816"/>
                  </a:lnTo>
                  <a:lnTo>
                    <a:pt x="83852" y="321901"/>
                  </a:lnTo>
                  <a:lnTo>
                    <a:pt x="83687" y="322317"/>
                  </a:lnTo>
                  <a:lnTo>
                    <a:pt x="83629" y="322457"/>
                  </a:lnTo>
                  <a:lnTo>
                    <a:pt x="83285" y="322842"/>
                  </a:lnTo>
                  <a:lnTo>
                    <a:pt x="83319" y="323051"/>
                  </a:lnTo>
                  <a:lnTo>
                    <a:pt x="83067" y="323341"/>
                  </a:lnTo>
                  <a:lnTo>
                    <a:pt x="82887" y="323190"/>
                  </a:lnTo>
                  <a:lnTo>
                    <a:pt x="82915" y="322882"/>
                  </a:lnTo>
                  <a:lnTo>
                    <a:pt x="82930" y="322748"/>
                  </a:lnTo>
                  <a:lnTo>
                    <a:pt x="82880" y="322449"/>
                  </a:lnTo>
                  <a:lnTo>
                    <a:pt x="82734" y="322036"/>
                  </a:lnTo>
                  <a:lnTo>
                    <a:pt x="82589" y="321982"/>
                  </a:lnTo>
                  <a:lnTo>
                    <a:pt x="82438" y="321905"/>
                  </a:lnTo>
                  <a:lnTo>
                    <a:pt x="82017" y="321684"/>
                  </a:lnTo>
                  <a:lnTo>
                    <a:pt x="81806" y="321544"/>
                  </a:lnTo>
                  <a:lnTo>
                    <a:pt x="81473" y="321663"/>
                  </a:lnTo>
                  <a:lnTo>
                    <a:pt x="81182" y="321646"/>
                  </a:lnTo>
                  <a:lnTo>
                    <a:pt x="81368" y="321269"/>
                  </a:lnTo>
                  <a:lnTo>
                    <a:pt x="81134" y="320603"/>
                  </a:lnTo>
                  <a:lnTo>
                    <a:pt x="80715" y="320277"/>
                  </a:lnTo>
                  <a:lnTo>
                    <a:pt x="80473" y="320006"/>
                  </a:lnTo>
                  <a:lnTo>
                    <a:pt x="80150" y="319892"/>
                  </a:lnTo>
                  <a:lnTo>
                    <a:pt x="79914" y="319475"/>
                  </a:lnTo>
                  <a:lnTo>
                    <a:pt x="80305" y="318717"/>
                  </a:lnTo>
                  <a:lnTo>
                    <a:pt x="80907" y="318235"/>
                  </a:lnTo>
                  <a:lnTo>
                    <a:pt x="81284" y="318097"/>
                  </a:lnTo>
                  <a:lnTo>
                    <a:pt x="81553" y="318021"/>
                  </a:lnTo>
                  <a:lnTo>
                    <a:pt x="81460" y="317764"/>
                  </a:lnTo>
                  <a:lnTo>
                    <a:pt x="81200" y="317488"/>
                  </a:lnTo>
                  <a:lnTo>
                    <a:pt x="80848" y="317274"/>
                  </a:lnTo>
                  <a:lnTo>
                    <a:pt x="80647" y="317313"/>
                  </a:lnTo>
                  <a:lnTo>
                    <a:pt x="80198" y="317306"/>
                  </a:lnTo>
                  <a:lnTo>
                    <a:pt x="79883" y="317205"/>
                  </a:lnTo>
                  <a:lnTo>
                    <a:pt x="79883" y="316893"/>
                  </a:lnTo>
                  <a:lnTo>
                    <a:pt x="80188" y="316626"/>
                  </a:lnTo>
                  <a:lnTo>
                    <a:pt x="80322" y="316635"/>
                  </a:lnTo>
                  <a:lnTo>
                    <a:pt x="80464" y="316701"/>
                  </a:lnTo>
                  <a:lnTo>
                    <a:pt x="80694" y="316762"/>
                  </a:lnTo>
                  <a:lnTo>
                    <a:pt x="80785" y="316559"/>
                  </a:lnTo>
                  <a:lnTo>
                    <a:pt x="80988" y="316128"/>
                  </a:lnTo>
                  <a:lnTo>
                    <a:pt x="81061" y="315862"/>
                  </a:lnTo>
                  <a:lnTo>
                    <a:pt x="81165" y="315384"/>
                  </a:lnTo>
                  <a:lnTo>
                    <a:pt x="81254" y="315216"/>
                  </a:lnTo>
                  <a:lnTo>
                    <a:pt x="81346" y="314973"/>
                  </a:lnTo>
                  <a:lnTo>
                    <a:pt x="81640" y="314749"/>
                  </a:lnTo>
                  <a:lnTo>
                    <a:pt x="81841" y="314770"/>
                  </a:lnTo>
                  <a:lnTo>
                    <a:pt x="81985" y="314689"/>
                  </a:lnTo>
                  <a:lnTo>
                    <a:pt x="82208" y="314630"/>
                  </a:lnTo>
                  <a:lnTo>
                    <a:pt x="82418" y="314615"/>
                  </a:lnTo>
                  <a:lnTo>
                    <a:pt x="82509" y="314248"/>
                  </a:lnTo>
                  <a:lnTo>
                    <a:pt x="82713" y="313805"/>
                  </a:lnTo>
                  <a:lnTo>
                    <a:pt x="82989" y="313569"/>
                  </a:lnTo>
                  <a:lnTo>
                    <a:pt x="83228" y="313181"/>
                  </a:lnTo>
                  <a:lnTo>
                    <a:pt x="83378" y="313221"/>
                  </a:lnTo>
                  <a:lnTo>
                    <a:pt x="83585" y="313146"/>
                  </a:lnTo>
                  <a:lnTo>
                    <a:pt x="83796" y="312668"/>
                  </a:lnTo>
                  <a:lnTo>
                    <a:pt x="83871" y="312369"/>
                  </a:lnTo>
                  <a:lnTo>
                    <a:pt x="84232" y="312023"/>
                  </a:lnTo>
                  <a:lnTo>
                    <a:pt x="84617" y="311778"/>
                  </a:lnTo>
                  <a:lnTo>
                    <a:pt x="84832" y="311654"/>
                  </a:lnTo>
                  <a:lnTo>
                    <a:pt x="85033" y="311866"/>
                  </a:lnTo>
                  <a:lnTo>
                    <a:pt x="85227" y="311971"/>
                  </a:lnTo>
                  <a:lnTo>
                    <a:pt x="85449" y="312089"/>
                  </a:lnTo>
                  <a:lnTo>
                    <a:pt x="85576" y="312290"/>
                  </a:lnTo>
                  <a:lnTo>
                    <a:pt x="85910" y="312046"/>
                  </a:lnTo>
                  <a:lnTo>
                    <a:pt x="86510" y="311412"/>
                  </a:lnTo>
                  <a:lnTo>
                    <a:pt x="86723" y="311057"/>
                  </a:lnTo>
                  <a:lnTo>
                    <a:pt x="86885" y="311049"/>
                  </a:lnTo>
                  <a:lnTo>
                    <a:pt x="87013" y="311105"/>
                  </a:lnTo>
                  <a:lnTo>
                    <a:pt x="87215" y="311116"/>
                  </a:lnTo>
                  <a:lnTo>
                    <a:pt x="87490" y="310620"/>
                  </a:lnTo>
                  <a:lnTo>
                    <a:pt x="87347" y="310097"/>
                  </a:lnTo>
                  <a:lnTo>
                    <a:pt x="87528" y="310045"/>
                  </a:lnTo>
                  <a:lnTo>
                    <a:pt x="87666" y="310025"/>
                  </a:lnTo>
                  <a:lnTo>
                    <a:pt x="88133" y="309650"/>
                  </a:lnTo>
                  <a:lnTo>
                    <a:pt x="88238" y="309520"/>
                  </a:lnTo>
                  <a:lnTo>
                    <a:pt x="88560" y="309020"/>
                  </a:lnTo>
                  <a:lnTo>
                    <a:pt x="88836" y="308696"/>
                  </a:lnTo>
                  <a:lnTo>
                    <a:pt x="89139" y="308343"/>
                  </a:lnTo>
                  <a:lnTo>
                    <a:pt x="89206" y="308066"/>
                  </a:lnTo>
                  <a:lnTo>
                    <a:pt x="89335" y="307955"/>
                  </a:lnTo>
                  <a:lnTo>
                    <a:pt x="89536" y="307900"/>
                  </a:lnTo>
                  <a:lnTo>
                    <a:pt x="89631" y="307701"/>
                  </a:lnTo>
                  <a:lnTo>
                    <a:pt x="89781" y="307515"/>
                  </a:lnTo>
                  <a:lnTo>
                    <a:pt x="89983" y="307301"/>
                  </a:lnTo>
                  <a:lnTo>
                    <a:pt x="90021" y="306748"/>
                  </a:lnTo>
                  <a:lnTo>
                    <a:pt x="90211" y="306530"/>
                  </a:lnTo>
                  <a:lnTo>
                    <a:pt x="90479" y="306517"/>
                  </a:lnTo>
                  <a:lnTo>
                    <a:pt x="90488" y="306292"/>
                  </a:lnTo>
                  <a:lnTo>
                    <a:pt x="90253" y="305930"/>
                  </a:lnTo>
                  <a:lnTo>
                    <a:pt x="90313" y="305592"/>
                  </a:lnTo>
                  <a:lnTo>
                    <a:pt x="90324" y="305331"/>
                  </a:lnTo>
                  <a:lnTo>
                    <a:pt x="90741" y="304861"/>
                  </a:lnTo>
                  <a:lnTo>
                    <a:pt x="90738" y="304672"/>
                  </a:lnTo>
                  <a:lnTo>
                    <a:pt x="90693" y="304527"/>
                  </a:lnTo>
                  <a:lnTo>
                    <a:pt x="90629" y="304355"/>
                  </a:lnTo>
                  <a:lnTo>
                    <a:pt x="90512" y="304113"/>
                  </a:lnTo>
                  <a:lnTo>
                    <a:pt x="90335" y="303683"/>
                  </a:lnTo>
                  <a:lnTo>
                    <a:pt x="90166" y="303728"/>
                  </a:lnTo>
                  <a:lnTo>
                    <a:pt x="89808" y="303437"/>
                  </a:lnTo>
                  <a:lnTo>
                    <a:pt x="89601" y="303394"/>
                  </a:lnTo>
                  <a:lnTo>
                    <a:pt x="89508" y="303212"/>
                  </a:lnTo>
                  <a:lnTo>
                    <a:pt x="89224" y="303082"/>
                  </a:lnTo>
                  <a:lnTo>
                    <a:pt x="88996" y="303247"/>
                  </a:lnTo>
                  <a:lnTo>
                    <a:pt x="88824" y="303380"/>
                  </a:lnTo>
                  <a:lnTo>
                    <a:pt x="88549" y="303580"/>
                  </a:lnTo>
                  <a:lnTo>
                    <a:pt x="88222" y="303665"/>
                  </a:lnTo>
                  <a:lnTo>
                    <a:pt x="88002" y="303618"/>
                  </a:lnTo>
                  <a:lnTo>
                    <a:pt x="87823" y="303608"/>
                  </a:lnTo>
                  <a:lnTo>
                    <a:pt x="87669" y="304174"/>
                  </a:lnTo>
                  <a:lnTo>
                    <a:pt x="87531" y="303971"/>
                  </a:lnTo>
                  <a:lnTo>
                    <a:pt x="87475" y="303594"/>
                  </a:lnTo>
                  <a:lnTo>
                    <a:pt x="87433" y="303302"/>
                  </a:lnTo>
                  <a:lnTo>
                    <a:pt x="87477" y="303090"/>
                  </a:lnTo>
                  <a:lnTo>
                    <a:pt x="87550" y="302950"/>
                  </a:lnTo>
                  <a:lnTo>
                    <a:pt x="87518" y="302533"/>
                  </a:lnTo>
                  <a:lnTo>
                    <a:pt x="87481" y="302273"/>
                  </a:lnTo>
                  <a:lnTo>
                    <a:pt x="87578" y="302047"/>
                  </a:lnTo>
                  <a:lnTo>
                    <a:pt x="87564" y="301661"/>
                  </a:lnTo>
                  <a:lnTo>
                    <a:pt x="87361" y="301688"/>
                  </a:lnTo>
                  <a:lnTo>
                    <a:pt x="87202" y="302063"/>
                  </a:lnTo>
                  <a:lnTo>
                    <a:pt x="86911" y="302210"/>
                  </a:lnTo>
                  <a:lnTo>
                    <a:pt x="86547" y="302298"/>
                  </a:lnTo>
                  <a:lnTo>
                    <a:pt x="86272" y="302303"/>
                  </a:lnTo>
                  <a:lnTo>
                    <a:pt x="86276" y="302169"/>
                  </a:lnTo>
                  <a:lnTo>
                    <a:pt x="86137" y="301976"/>
                  </a:lnTo>
                  <a:lnTo>
                    <a:pt x="86003" y="301818"/>
                  </a:lnTo>
                  <a:lnTo>
                    <a:pt x="85940" y="301659"/>
                  </a:lnTo>
                  <a:lnTo>
                    <a:pt x="85965" y="301435"/>
                  </a:lnTo>
                  <a:lnTo>
                    <a:pt x="85690" y="301114"/>
                  </a:lnTo>
                  <a:lnTo>
                    <a:pt x="85495" y="300674"/>
                  </a:lnTo>
                  <a:lnTo>
                    <a:pt x="85198" y="300187"/>
                  </a:lnTo>
                  <a:lnTo>
                    <a:pt x="85008" y="300040"/>
                  </a:lnTo>
                  <a:lnTo>
                    <a:pt x="84624" y="299797"/>
                  </a:lnTo>
                  <a:lnTo>
                    <a:pt x="84393" y="299761"/>
                  </a:lnTo>
                  <a:lnTo>
                    <a:pt x="83711" y="299587"/>
                  </a:lnTo>
                  <a:lnTo>
                    <a:pt x="83448" y="299597"/>
                  </a:lnTo>
                  <a:lnTo>
                    <a:pt x="83070" y="299547"/>
                  </a:lnTo>
                  <a:lnTo>
                    <a:pt x="82462" y="299291"/>
                  </a:lnTo>
                  <a:lnTo>
                    <a:pt x="82019" y="299067"/>
                  </a:lnTo>
                  <a:lnTo>
                    <a:pt x="81817" y="298964"/>
                  </a:lnTo>
                  <a:lnTo>
                    <a:pt x="81378" y="298750"/>
                  </a:lnTo>
                  <a:lnTo>
                    <a:pt x="81102" y="298630"/>
                  </a:lnTo>
                  <a:lnTo>
                    <a:pt x="80916" y="298550"/>
                  </a:lnTo>
                  <a:lnTo>
                    <a:pt x="80462" y="298459"/>
                  </a:lnTo>
                  <a:lnTo>
                    <a:pt x="80144" y="298452"/>
                  </a:lnTo>
                  <a:lnTo>
                    <a:pt x="79722" y="298471"/>
                  </a:lnTo>
                  <a:lnTo>
                    <a:pt x="79507" y="298481"/>
                  </a:lnTo>
                  <a:lnTo>
                    <a:pt x="78932" y="298571"/>
                  </a:lnTo>
                  <a:lnTo>
                    <a:pt x="78490" y="298658"/>
                  </a:lnTo>
                  <a:lnTo>
                    <a:pt x="78059" y="298865"/>
                  </a:lnTo>
                  <a:lnTo>
                    <a:pt x="77756" y="299116"/>
                  </a:lnTo>
                  <a:lnTo>
                    <a:pt x="77497" y="299401"/>
                  </a:lnTo>
                  <a:lnTo>
                    <a:pt x="77116" y="300026"/>
                  </a:lnTo>
                  <a:lnTo>
                    <a:pt x="76763" y="300714"/>
                  </a:lnTo>
                  <a:lnTo>
                    <a:pt x="76481" y="301642"/>
                  </a:lnTo>
                  <a:lnTo>
                    <a:pt x="76388" y="302306"/>
                  </a:lnTo>
                  <a:lnTo>
                    <a:pt x="76328" y="302731"/>
                  </a:lnTo>
                  <a:lnTo>
                    <a:pt x="76457" y="304449"/>
                  </a:lnTo>
                  <a:lnTo>
                    <a:pt x="76105" y="305092"/>
                  </a:lnTo>
                  <a:lnTo>
                    <a:pt x="75984" y="305374"/>
                  </a:lnTo>
                  <a:lnTo>
                    <a:pt x="75962" y="305531"/>
                  </a:lnTo>
                  <a:lnTo>
                    <a:pt x="75991" y="305810"/>
                  </a:lnTo>
                  <a:lnTo>
                    <a:pt x="75967" y="305975"/>
                  </a:lnTo>
                  <a:lnTo>
                    <a:pt x="75743" y="306409"/>
                  </a:lnTo>
                  <a:lnTo>
                    <a:pt x="75479" y="306787"/>
                  </a:lnTo>
                  <a:lnTo>
                    <a:pt x="75186" y="307000"/>
                  </a:lnTo>
                  <a:lnTo>
                    <a:pt x="75014" y="307065"/>
                  </a:lnTo>
                  <a:lnTo>
                    <a:pt x="74774" y="307097"/>
                  </a:lnTo>
                  <a:lnTo>
                    <a:pt x="74410" y="307095"/>
                  </a:lnTo>
                  <a:lnTo>
                    <a:pt x="73732" y="307041"/>
                  </a:lnTo>
                  <a:lnTo>
                    <a:pt x="73498" y="307009"/>
                  </a:lnTo>
                  <a:lnTo>
                    <a:pt x="73021" y="306957"/>
                  </a:lnTo>
                  <a:lnTo>
                    <a:pt x="72671" y="306984"/>
                  </a:lnTo>
                  <a:lnTo>
                    <a:pt x="72472" y="307034"/>
                  </a:lnTo>
                  <a:lnTo>
                    <a:pt x="72296" y="307112"/>
                  </a:lnTo>
                  <a:lnTo>
                    <a:pt x="71424" y="307668"/>
                  </a:lnTo>
                  <a:lnTo>
                    <a:pt x="70947" y="308028"/>
                  </a:lnTo>
                  <a:lnTo>
                    <a:pt x="70366" y="308391"/>
                  </a:lnTo>
                  <a:lnTo>
                    <a:pt x="70017" y="308587"/>
                  </a:lnTo>
                  <a:lnTo>
                    <a:pt x="69658" y="308777"/>
                  </a:lnTo>
                  <a:lnTo>
                    <a:pt x="69141" y="309048"/>
                  </a:lnTo>
                  <a:lnTo>
                    <a:pt x="68840" y="309197"/>
                  </a:lnTo>
                  <a:lnTo>
                    <a:pt x="68530" y="309340"/>
                  </a:lnTo>
                  <a:lnTo>
                    <a:pt x="68340" y="309427"/>
                  </a:lnTo>
                  <a:lnTo>
                    <a:pt x="68097" y="309521"/>
                  </a:lnTo>
                  <a:lnTo>
                    <a:pt x="67853" y="309616"/>
                  </a:lnTo>
                  <a:lnTo>
                    <a:pt x="67277" y="309925"/>
                  </a:lnTo>
                  <a:lnTo>
                    <a:pt x="66912" y="310105"/>
                  </a:lnTo>
                  <a:lnTo>
                    <a:pt x="66763" y="310196"/>
                  </a:lnTo>
                  <a:lnTo>
                    <a:pt x="66410" y="310426"/>
                  </a:lnTo>
                  <a:lnTo>
                    <a:pt x="65587" y="311236"/>
                  </a:lnTo>
                  <a:lnTo>
                    <a:pt x="65111" y="311622"/>
                  </a:lnTo>
                  <a:lnTo>
                    <a:pt x="64869" y="311803"/>
                  </a:lnTo>
                  <a:lnTo>
                    <a:pt x="64515" y="312063"/>
                  </a:lnTo>
                  <a:lnTo>
                    <a:pt x="64092" y="312374"/>
                  </a:lnTo>
                  <a:lnTo>
                    <a:pt x="63514" y="312719"/>
                  </a:lnTo>
                  <a:lnTo>
                    <a:pt x="62610" y="312232"/>
                  </a:lnTo>
                  <a:lnTo>
                    <a:pt x="62428" y="311880"/>
                  </a:lnTo>
                  <a:lnTo>
                    <a:pt x="62374" y="311726"/>
                  </a:lnTo>
                  <a:lnTo>
                    <a:pt x="62296" y="311528"/>
                  </a:lnTo>
                  <a:lnTo>
                    <a:pt x="61936" y="311043"/>
                  </a:lnTo>
                  <a:lnTo>
                    <a:pt x="61553" y="310682"/>
                  </a:lnTo>
                  <a:lnTo>
                    <a:pt x="61049" y="310480"/>
                  </a:lnTo>
                  <a:lnTo>
                    <a:pt x="60805" y="310458"/>
                  </a:lnTo>
                  <a:lnTo>
                    <a:pt x="60673" y="310455"/>
                  </a:lnTo>
                  <a:lnTo>
                    <a:pt x="60377" y="310452"/>
                  </a:lnTo>
                  <a:lnTo>
                    <a:pt x="59729" y="310445"/>
                  </a:lnTo>
                  <a:lnTo>
                    <a:pt x="59556" y="310446"/>
                  </a:lnTo>
                  <a:lnTo>
                    <a:pt x="59368" y="310447"/>
                  </a:lnTo>
                  <a:lnTo>
                    <a:pt x="58992" y="310478"/>
                  </a:lnTo>
                  <a:lnTo>
                    <a:pt x="58727" y="310512"/>
                  </a:lnTo>
                  <a:lnTo>
                    <a:pt x="58373" y="310583"/>
                  </a:lnTo>
                  <a:lnTo>
                    <a:pt x="57982" y="310597"/>
                  </a:lnTo>
                  <a:lnTo>
                    <a:pt x="58000" y="310261"/>
                  </a:lnTo>
                  <a:lnTo>
                    <a:pt x="57783" y="309573"/>
                  </a:lnTo>
                  <a:lnTo>
                    <a:pt x="57543" y="308917"/>
                  </a:lnTo>
                  <a:lnTo>
                    <a:pt x="57800" y="308730"/>
                  </a:lnTo>
                  <a:lnTo>
                    <a:pt x="57955" y="308594"/>
                  </a:lnTo>
                  <a:lnTo>
                    <a:pt x="57941" y="308234"/>
                  </a:lnTo>
                  <a:lnTo>
                    <a:pt x="57534" y="307833"/>
                  </a:lnTo>
                  <a:lnTo>
                    <a:pt x="57685" y="307486"/>
                  </a:lnTo>
                  <a:lnTo>
                    <a:pt x="57707" y="307071"/>
                  </a:lnTo>
                  <a:lnTo>
                    <a:pt x="57668" y="307199"/>
                  </a:lnTo>
                  <a:lnTo>
                    <a:pt x="55549" y="304172"/>
                  </a:lnTo>
                  <a:lnTo>
                    <a:pt x="55304" y="303827"/>
                  </a:lnTo>
                  <a:lnTo>
                    <a:pt x="55373" y="303578"/>
                  </a:lnTo>
                  <a:lnTo>
                    <a:pt x="55611" y="302982"/>
                  </a:lnTo>
                  <a:lnTo>
                    <a:pt x="55531" y="302635"/>
                  </a:lnTo>
                  <a:lnTo>
                    <a:pt x="55568" y="302045"/>
                  </a:lnTo>
                  <a:lnTo>
                    <a:pt x="55563" y="301635"/>
                  </a:lnTo>
                  <a:lnTo>
                    <a:pt x="55642" y="301439"/>
                  </a:lnTo>
                  <a:lnTo>
                    <a:pt x="55676" y="301174"/>
                  </a:lnTo>
                  <a:lnTo>
                    <a:pt x="56055" y="300653"/>
                  </a:lnTo>
                  <a:lnTo>
                    <a:pt x="55863" y="300252"/>
                  </a:lnTo>
                  <a:lnTo>
                    <a:pt x="55754" y="300105"/>
                  </a:lnTo>
                  <a:lnTo>
                    <a:pt x="55756" y="299883"/>
                  </a:lnTo>
                  <a:lnTo>
                    <a:pt x="55435" y="299460"/>
                  </a:lnTo>
                  <a:lnTo>
                    <a:pt x="55402" y="299019"/>
                  </a:lnTo>
                  <a:lnTo>
                    <a:pt x="55707" y="298705"/>
                  </a:lnTo>
                  <a:lnTo>
                    <a:pt x="55894" y="298274"/>
                  </a:lnTo>
                  <a:lnTo>
                    <a:pt x="55731" y="298171"/>
                  </a:lnTo>
                  <a:lnTo>
                    <a:pt x="55608" y="297888"/>
                  </a:lnTo>
                  <a:lnTo>
                    <a:pt x="55612" y="297650"/>
                  </a:lnTo>
                  <a:lnTo>
                    <a:pt x="55662" y="297357"/>
                  </a:lnTo>
                  <a:lnTo>
                    <a:pt x="55790" y="297313"/>
                  </a:lnTo>
                  <a:lnTo>
                    <a:pt x="55947" y="296933"/>
                  </a:lnTo>
                  <a:lnTo>
                    <a:pt x="55747" y="296752"/>
                  </a:lnTo>
                  <a:lnTo>
                    <a:pt x="55728" y="296569"/>
                  </a:lnTo>
                  <a:lnTo>
                    <a:pt x="55765" y="296369"/>
                  </a:lnTo>
                  <a:lnTo>
                    <a:pt x="55931" y="296062"/>
                  </a:lnTo>
                  <a:lnTo>
                    <a:pt x="55655" y="295832"/>
                  </a:lnTo>
                  <a:lnTo>
                    <a:pt x="55366" y="295736"/>
                  </a:lnTo>
                  <a:lnTo>
                    <a:pt x="55207" y="295813"/>
                  </a:lnTo>
                  <a:lnTo>
                    <a:pt x="55187" y="295537"/>
                  </a:lnTo>
                  <a:lnTo>
                    <a:pt x="55010" y="295299"/>
                  </a:lnTo>
                  <a:lnTo>
                    <a:pt x="54959" y="295015"/>
                  </a:lnTo>
                  <a:lnTo>
                    <a:pt x="54772" y="294536"/>
                  </a:lnTo>
                  <a:lnTo>
                    <a:pt x="54806" y="294241"/>
                  </a:lnTo>
                  <a:lnTo>
                    <a:pt x="54721" y="294014"/>
                  </a:lnTo>
                  <a:lnTo>
                    <a:pt x="54606" y="293860"/>
                  </a:lnTo>
                  <a:lnTo>
                    <a:pt x="54609" y="293602"/>
                  </a:lnTo>
                  <a:lnTo>
                    <a:pt x="54548" y="293220"/>
                  </a:lnTo>
                  <a:lnTo>
                    <a:pt x="54732" y="293078"/>
                  </a:lnTo>
                  <a:lnTo>
                    <a:pt x="55027" y="292842"/>
                  </a:lnTo>
                  <a:lnTo>
                    <a:pt x="54967" y="292234"/>
                  </a:lnTo>
                  <a:lnTo>
                    <a:pt x="54908" y="292003"/>
                  </a:lnTo>
                  <a:lnTo>
                    <a:pt x="54684" y="291899"/>
                  </a:lnTo>
                  <a:lnTo>
                    <a:pt x="54381" y="291708"/>
                  </a:lnTo>
                  <a:lnTo>
                    <a:pt x="54157" y="291505"/>
                  </a:lnTo>
                  <a:lnTo>
                    <a:pt x="54020" y="291223"/>
                  </a:lnTo>
                  <a:lnTo>
                    <a:pt x="53727" y="291227"/>
                  </a:lnTo>
                  <a:lnTo>
                    <a:pt x="53635" y="291090"/>
                  </a:lnTo>
                  <a:lnTo>
                    <a:pt x="53494" y="290963"/>
                  </a:lnTo>
                  <a:lnTo>
                    <a:pt x="52983" y="290555"/>
                  </a:lnTo>
                  <a:lnTo>
                    <a:pt x="52451" y="289811"/>
                  </a:lnTo>
                  <a:lnTo>
                    <a:pt x="52071" y="289738"/>
                  </a:lnTo>
                  <a:lnTo>
                    <a:pt x="51621" y="289507"/>
                  </a:lnTo>
                  <a:lnTo>
                    <a:pt x="51666" y="289254"/>
                  </a:lnTo>
                  <a:lnTo>
                    <a:pt x="51621" y="288438"/>
                  </a:lnTo>
                  <a:lnTo>
                    <a:pt x="51701" y="288267"/>
                  </a:lnTo>
                  <a:lnTo>
                    <a:pt x="51511" y="288159"/>
                  </a:lnTo>
                  <a:lnTo>
                    <a:pt x="50912" y="287603"/>
                  </a:lnTo>
                  <a:lnTo>
                    <a:pt x="50666" y="287654"/>
                  </a:lnTo>
                  <a:lnTo>
                    <a:pt x="50430" y="287599"/>
                  </a:lnTo>
                  <a:lnTo>
                    <a:pt x="50280" y="287480"/>
                  </a:lnTo>
                  <a:lnTo>
                    <a:pt x="50101" y="287280"/>
                  </a:lnTo>
                  <a:lnTo>
                    <a:pt x="49933" y="287283"/>
                  </a:lnTo>
                  <a:lnTo>
                    <a:pt x="49653" y="287394"/>
                  </a:lnTo>
                  <a:lnTo>
                    <a:pt x="49453" y="287202"/>
                  </a:lnTo>
                  <a:lnTo>
                    <a:pt x="49393" y="287472"/>
                  </a:lnTo>
                  <a:lnTo>
                    <a:pt x="49223" y="287538"/>
                  </a:lnTo>
                  <a:lnTo>
                    <a:pt x="48934" y="287639"/>
                  </a:lnTo>
                  <a:lnTo>
                    <a:pt x="48619" y="287462"/>
                  </a:lnTo>
                  <a:lnTo>
                    <a:pt x="48325" y="287396"/>
                  </a:lnTo>
                  <a:lnTo>
                    <a:pt x="48072" y="287163"/>
                  </a:lnTo>
                  <a:lnTo>
                    <a:pt x="48293" y="286502"/>
                  </a:lnTo>
                  <a:lnTo>
                    <a:pt x="48657" y="286412"/>
                  </a:lnTo>
                  <a:lnTo>
                    <a:pt x="48597" y="285930"/>
                  </a:lnTo>
                  <a:lnTo>
                    <a:pt x="48343" y="285625"/>
                  </a:lnTo>
                  <a:lnTo>
                    <a:pt x="48060" y="285468"/>
                  </a:lnTo>
                  <a:lnTo>
                    <a:pt x="48065" y="285333"/>
                  </a:lnTo>
                  <a:lnTo>
                    <a:pt x="47881" y="285065"/>
                  </a:lnTo>
                  <a:lnTo>
                    <a:pt x="47598" y="284989"/>
                  </a:lnTo>
                  <a:lnTo>
                    <a:pt x="47596" y="284707"/>
                  </a:lnTo>
                  <a:lnTo>
                    <a:pt x="47616" y="284459"/>
                  </a:lnTo>
                  <a:lnTo>
                    <a:pt x="47410" y="284106"/>
                  </a:lnTo>
                  <a:lnTo>
                    <a:pt x="47273" y="283899"/>
                  </a:lnTo>
                  <a:lnTo>
                    <a:pt x="47185" y="283707"/>
                  </a:lnTo>
                  <a:lnTo>
                    <a:pt x="47312" y="283467"/>
                  </a:lnTo>
                  <a:lnTo>
                    <a:pt x="47798" y="283218"/>
                  </a:lnTo>
                  <a:lnTo>
                    <a:pt x="47824" y="282862"/>
                  </a:lnTo>
                  <a:lnTo>
                    <a:pt x="48133" y="282917"/>
                  </a:lnTo>
                  <a:lnTo>
                    <a:pt x="48308" y="282849"/>
                  </a:lnTo>
                  <a:lnTo>
                    <a:pt x="48644" y="282354"/>
                  </a:lnTo>
                  <a:lnTo>
                    <a:pt x="48978" y="281838"/>
                  </a:lnTo>
                  <a:lnTo>
                    <a:pt x="49239" y="281795"/>
                  </a:lnTo>
                  <a:lnTo>
                    <a:pt x="49508" y="281947"/>
                  </a:lnTo>
                  <a:lnTo>
                    <a:pt x="49746" y="281764"/>
                  </a:lnTo>
                  <a:lnTo>
                    <a:pt x="49811" y="281615"/>
                  </a:lnTo>
                  <a:lnTo>
                    <a:pt x="49766" y="281474"/>
                  </a:lnTo>
                  <a:lnTo>
                    <a:pt x="49464" y="281434"/>
                  </a:lnTo>
                  <a:lnTo>
                    <a:pt x="49051" y="281408"/>
                  </a:lnTo>
                  <a:lnTo>
                    <a:pt x="48885" y="281433"/>
                  </a:lnTo>
                  <a:lnTo>
                    <a:pt x="48750" y="281193"/>
                  </a:lnTo>
                  <a:lnTo>
                    <a:pt x="48687" y="281055"/>
                  </a:lnTo>
                  <a:lnTo>
                    <a:pt x="48607" y="280691"/>
                  </a:lnTo>
                  <a:lnTo>
                    <a:pt x="48471" y="280628"/>
                  </a:lnTo>
                  <a:lnTo>
                    <a:pt x="48288" y="280566"/>
                  </a:lnTo>
                  <a:lnTo>
                    <a:pt x="48029" y="280369"/>
                  </a:lnTo>
                  <a:lnTo>
                    <a:pt x="47783" y="280355"/>
                  </a:lnTo>
                  <a:lnTo>
                    <a:pt x="47608" y="280285"/>
                  </a:lnTo>
                  <a:lnTo>
                    <a:pt x="47615" y="279992"/>
                  </a:lnTo>
                  <a:lnTo>
                    <a:pt x="47866" y="279623"/>
                  </a:lnTo>
                  <a:lnTo>
                    <a:pt x="47760" y="279025"/>
                  </a:lnTo>
                  <a:lnTo>
                    <a:pt x="47904" y="278646"/>
                  </a:lnTo>
                  <a:lnTo>
                    <a:pt x="47968" y="278485"/>
                  </a:lnTo>
                  <a:lnTo>
                    <a:pt x="48002" y="278220"/>
                  </a:lnTo>
                  <a:lnTo>
                    <a:pt x="48118" y="277949"/>
                  </a:lnTo>
                  <a:lnTo>
                    <a:pt x="48391" y="277568"/>
                  </a:lnTo>
                  <a:lnTo>
                    <a:pt x="48549" y="277425"/>
                  </a:lnTo>
                  <a:lnTo>
                    <a:pt x="48829" y="277105"/>
                  </a:lnTo>
                  <a:lnTo>
                    <a:pt x="48653" y="277053"/>
                  </a:lnTo>
                  <a:lnTo>
                    <a:pt x="48448" y="277105"/>
                  </a:lnTo>
                  <a:lnTo>
                    <a:pt x="48059" y="276733"/>
                  </a:lnTo>
                  <a:lnTo>
                    <a:pt x="48061" y="276592"/>
                  </a:lnTo>
                  <a:lnTo>
                    <a:pt x="47913" y="276205"/>
                  </a:lnTo>
                  <a:lnTo>
                    <a:pt x="47679" y="275940"/>
                  </a:lnTo>
                  <a:lnTo>
                    <a:pt x="47233" y="275615"/>
                  </a:lnTo>
                  <a:lnTo>
                    <a:pt x="47188" y="275096"/>
                  </a:lnTo>
                  <a:lnTo>
                    <a:pt x="46883" y="274720"/>
                  </a:lnTo>
                  <a:lnTo>
                    <a:pt x="46794" y="274576"/>
                  </a:lnTo>
                  <a:lnTo>
                    <a:pt x="46875" y="274420"/>
                  </a:lnTo>
                  <a:lnTo>
                    <a:pt x="47008" y="274228"/>
                  </a:lnTo>
                  <a:lnTo>
                    <a:pt x="46947" y="273988"/>
                  </a:lnTo>
                  <a:lnTo>
                    <a:pt x="46450" y="273665"/>
                  </a:lnTo>
                  <a:lnTo>
                    <a:pt x="46198" y="273612"/>
                  </a:lnTo>
                  <a:lnTo>
                    <a:pt x="45924" y="273525"/>
                  </a:lnTo>
                  <a:lnTo>
                    <a:pt x="45915" y="273356"/>
                  </a:lnTo>
                  <a:lnTo>
                    <a:pt x="45433" y="273112"/>
                  </a:lnTo>
                  <a:lnTo>
                    <a:pt x="45058" y="272958"/>
                  </a:lnTo>
                  <a:lnTo>
                    <a:pt x="44645" y="273047"/>
                  </a:lnTo>
                  <a:lnTo>
                    <a:pt x="44649" y="273179"/>
                  </a:lnTo>
                  <a:lnTo>
                    <a:pt x="44378" y="273270"/>
                  </a:lnTo>
                  <a:lnTo>
                    <a:pt x="44312" y="273121"/>
                  </a:lnTo>
                  <a:lnTo>
                    <a:pt x="44004" y="272689"/>
                  </a:lnTo>
                  <a:lnTo>
                    <a:pt x="43923" y="272262"/>
                  </a:lnTo>
                  <a:lnTo>
                    <a:pt x="44058" y="272126"/>
                  </a:lnTo>
                  <a:lnTo>
                    <a:pt x="44256" y="271960"/>
                  </a:lnTo>
                  <a:lnTo>
                    <a:pt x="44211" y="271723"/>
                  </a:lnTo>
                  <a:lnTo>
                    <a:pt x="44176" y="271530"/>
                  </a:lnTo>
                  <a:lnTo>
                    <a:pt x="44192" y="271368"/>
                  </a:lnTo>
                  <a:lnTo>
                    <a:pt x="43969" y="271154"/>
                  </a:lnTo>
                  <a:lnTo>
                    <a:pt x="43837" y="271173"/>
                  </a:lnTo>
                  <a:lnTo>
                    <a:pt x="43624" y="270996"/>
                  </a:lnTo>
                  <a:lnTo>
                    <a:pt x="43513" y="270602"/>
                  </a:lnTo>
                  <a:lnTo>
                    <a:pt x="43491" y="270199"/>
                  </a:lnTo>
                  <a:lnTo>
                    <a:pt x="43182" y="270092"/>
                  </a:lnTo>
                  <a:lnTo>
                    <a:pt x="42831" y="269850"/>
                  </a:lnTo>
                  <a:lnTo>
                    <a:pt x="42527" y="269647"/>
                  </a:lnTo>
                  <a:lnTo>
                    <a:pt x="42446" y="269463"/>
                  </a:lnTo>
                  <a:lnTo>
                    <a:pt x="42137" y="269146"/>
                  </a:lnTo>
                  <a:lnTo>
                    <a:pt x="42159" y="268539"/>
                  </a:lnTo>
                  <a:lnTo>
                    <a:pt x="42123" y="268407"/>
                  </a:lnTo>
                  <a:lnTo>
                    <a:pt x="42185" y="267769"/>
                  </a:lnTo>
                  <a:lnTo>
                    <a:pt x="42277" y="267601"/>
                  </a:lnTo>
                  <a:lnTo>
                    <a:pt x="42314" y="267259"/>
                  </a:lnTo>
                  <a:lnTo>
                    <a:pt x="42451" y="267105"/>
                  </a:lnTo>
                  <a:lnTo>
                    <a:pt x="42599" y="266810"/>
                  </a:lnTo>
                  <a:lnTo>
                    <a:pt x="42652" y="266000"/>
                  </a:lnTo>
                  <a:lnTo>
                    <a:pt x="43241" y="265423"/>
                  </a:lnTo>
                  <a:lnTo>
                    <a:pt x="43764" y="265390"/>
                  </a:lnTo>
                  <a:lnTo>
                    <a:pt x="44028" y="265538"/>
                  </a:lnTo>
                  <a:lnTo>
                    <a:pt x="44487" y="265783"/>
                  </a:lnTo>
                  <a:lnTo>
                    <a:pt x="44875" y="265626"/>
                  </a:lnTo>
                  <a:lnTo>
                    <a:pt x="45036" y="265507"/>
                  </a:lnTo>
                  <a:lnTo>
                    <a:pt x="45226" y="265482"/>
                  </a:lnTo>
                  <a:lnTo>
                    <a:pt x="45532" y="265640"/>
                  </a:lnTo>
                  <a:lnTo>
                    <a:pt x="45824" y="265389"/>
                  </a:lnTo>
                  <a:lnTo>
                    <a:pt x="45823" y="265227"/>
                  </a:lnTo>
                  <a:lnTo>
                    <a:pt x="46068" y="264963"/>
                  </a:lnTo>
                  <a:lnTo>
                    <a:pt x="46222" y="264888"/>
                  </a:lnTo>
                  <a:lnTo>
                    <a:pt x="46541" y="264659"/>
                  </a:lnTo>
                  <a:lnTo>
                    <a:pt x="46557" y="264247"/>
                  </a:lnTo>
                  <a:lnTo>
                    <a:pt x="46398" y="264351"/>
                  </a:lnTo>
                  <a:lnTo>
                    <a:pt x="46012" y="264072"/>
                  </a:lnTo>
                  <a:lnTo>
                    <a:pt x="46022" y="263614"/>
                  </a:lnTo>
                  <a:lnTo>
                    <a:pt x="46356" y="263582"/>
                  </a:lnTo>
                  <a:lnTo>
                    <a:pt x="46313" y="263251"/>
                  </a:lnTo>
                  <a:lnTo>
                    <a:pt x="46359" y="262613"/>
                  </a:lnTo>
                  <a:lnTo>
                    <a:pt x="46132" y="262482"/>
                  </a:lnTo>
                  <a:lnTo>
                    <a:pt x="45804" y="262279"/>
                  </a:lnTo>
                  <a:lnTo>
                    <a:pt x="45575" y="261934"/>
                  </a:lnTo>
                  <a:lnTo>
                    <a:pt x="45590" y="261713"/>
                  </a:lnTo>
                  <a:lnTo>
                    <a:pt x="45806" y="261206"/>
                  </a:lnTo>
                  <a:lnTo>
                    <a:pt x="45946" y="261138"/>
                  </a:lnTo>
                  <a:lnTo>
                    <a:pt x="46317" y="260578"/>
                  </a:lnTo>
                  <a:lnTo>
                    <a:pt x="46376" y="260286"/>
                  </a:lnTo>
                  <a:lnTo>
                    <a:pt x="46594" y="260042"/>
                  </a:lnTo>
                  <a:lnTo>
                    <a:pt x="46788" y="260048"/>
                  </a:lnTo>
                  <a:lnTo>
                    <a:pt x="47017" y="259924"/>
                  </a:lnTo>
                  <a:lnTo>
                    <a:pt x="47224" y="259648"/>
                  </a:lnTo>
                  <a:lnTo>
                    <a:pt x="47675" y="259524"/>
                  </a:lnTo>
                  <a:lnTo>
                    <a:pt x="48084" y="259175"/>
                  </a:lnTo>
                  <a:lnTo>
                    <a:pt x="48340" y="259159"/>
                  </a:lnTo>
                  <a:lnTo>
                    <a:pt x="48675" y="259307"/>
                  </a:lnTo>
                  <a:lnTo>
                    <a:pt x="49203" y="259149"/>
                  </a:lnTo>
                  <a:lnTo>
                    <a:pt x="49317" y="258626"/>
                  </a:lnTo>
                  <a:lnTo>
                    <a:pt x="49572" y="258463"/>
                  </a:lnTo>
                  <a:lnTo>
                    <a:pt x="49832" y="258492"/>
                  </a:lnTo>
                  <a:lnTo>
                    <a:pt x="50017" y="258224"/>
                  </a:lnTo>
                  <a:lnTo>
                    <a:pt x="50182" y="257922"/>
                  </a:lnTo>
                  <a:lnTo>
                    <a:pt x="50814" y="257705"/>
                  </a:lnTo>
                  <a:lnTo>
                    <a:pt x="50929" y="257320"/>
                  </a:lnTo>
                  <a:lnTo>
                    <a:pt x="50870" y="257188"/>
                  </a:lnTo>
                  <a:lnTo>
                    <a:pt x="51244" y="256889"/>
                  </a:lnTo>
                  <a:lnTo>
                    <a:pt x="51604" y="256943"/>
                  </a:lnTo>
                  <a:lnTo>
                    <a:pt x="51823" y="256777"/>
                  </a:lnTo>
                  <a:lnTo>
                    <a:pt x="51977" y="256579"/>
                  </a:lnTo>
                  <a:lnTo>
                    <a:pt x="52702" y="256183"/>
                  </a:lnTo>
                  <a:lnTo>
                    <a:pt x="53190" y="255952"/>
                  </a:lnTo>
                  <a:lnTo>
                    <a:pt x="53356" y="255999"/>
                  </a:lnTo>
                  <a:lnTo>
                    <a:pt x="53670" y="256063"/>
                  </a:lnTo>
                  <a:lnTo>
                    <a:pt x="53883" y="255755"/>
                  </a:lnTo>
                  <a:lnTo>
                    <a:pt x="54456" y="255839"/>
                  </a:lnTo>
                  <a:lnTo>
                    <a:pt x="54758" y="255778"/>
                  </a:lnTo>
                  <a:lnTo>
                    <a:pt x="54918" y="255764"/>
                  </a:lnTo>
                  <a:lnTo>
                    <a:pt x="55285" y="255872"/>
                  </a:lnTo>
                  <a:lnTo>
                    <a:pt x="55187" y="255561"/>
                  </a:lnTo>
                  <a:lnTo>
                    <a:pt x="54997" y="255026"/>
                  </a:lnTo>
                  <a:lnTo>
                    <a:pt x="55011" y="254791"/>
                  </a:lnTo>
                  <a:lnTo>
                    <a:pt x="54978" y="254569"/>
                  </a:lnTo>
                  <a:lnTo>
                    <a:pt x="54878" y="254343"/>
                  </a:lnTo>
                  <a:lnTo>
                    <a:pt x="54701" y="253912"/>
                  </a:lnTo>
                  <a:lnTo>
                    <a:pt x="54584" y="253071"/>
                  </a:lnTo>
                  <a:lnTo>
                    <a:pt x="54367" y="253042"/>
                  </a:lnTo>
                  <a:lnTo>
                    <a:pt x="53729" y="253046"/>
                  </a:lnTo>
                  <a:lnTo>
                    <a:pt x="53596" y="253178"/>
                  </a:lnTo>
                  <a:lnTo>
                    <a:pt x="53082" y="253042"/>
                  </a:lnTo>
                  <a:lnTo>
                    <a:pt x="52574" y="252964"/>
                  </a:lnTo>
                  <a:lnTo>
                    <a:pt x="52480" y="252833"/>
                  </a:lnTo>
                  <a:lnTo>
                    <a:pt x="52468" y="252560"/>
                  </a:lnTo>
                  <a:lnTo>
                    <a:pt x="52513" y="252362"/>
                  </a:lnTo>
                  <a:lnTo>
                    <a:pt x="51920" y="252078"/>
                  </a:lnTo>
                  <a:lnTo>
                    <a:pt x="51328" y="251646"/>
                  </a:lnTo>
                  <a:lnTo>
                    <a:pt x="51119" y="251794"/>
                  </a:lnTo>
                  <a:lnTo>
                    <a:pt x="50821" y="251872"/>
                  </a:lnTo>
                  <a:lnTo>
                    <a:pt x="50538" y="251865"/>
                  </a:lnTo>
                  <a:lnTo>
                    <a:pt x="50165" y="251618"/>
                  </a:lnTo>
                  <a:lnTo>
                    <a:pt x="49981" y="251694"/>
                  </a:lnTo>
                  <a:lnTo>
                    <a:pt x="49594" y="251685"/>
                  </a:lnTo>
                  <a:lnTo>
                    <a:pt x="49564" y="251547"/>
                  </a:lnTo>
                  <a:lnTo>
                    <a:pt x="49734" y="251136"/>
                  </a:lnTo>
                  <a:lnTo>
                    <a:pt x="49862" y="250841"/>
                  </a:lnTo>
                  <a:lnTo>
                    <a:pt x="49880" y="250655"/>
                  </a:lnTo>
                  <a:lnTo>
                    <a:pt x="49744" y="250365"/>
                  </a:lnTo>
                  <a:lnTo>
                    <a:pt x="49593" y="250366"/>
                  </a:lnTo>
                  <a:lnTo>
                    <a:pt x="49453" y="250319"/>
                  </a:lnTo>
                  <a:lnTo>
                    <a:pt x="49133" y="250187"/>
                  </a:lnTo>
                  <a:lnTo>
                    <a:pt x="48790" y="249750"/>
                  </a:lnTo>
                  <a:lnTo>
                    <a:pt x="48718" y="249525"/>
                  </a:lnTo>
                  <a:lnTo>
                    <a:pt x="48471" y="249334"/>
                  </a:lnTo>
                  <a:lnTo>
                    <a:pt x="48004" y="249405"/>
                  </a:lnTo>
                  <a:lnTo>
                    <a:pt x="47749" y="249134"/>
                  </a:lnTo>
                  <a:lnTo>
                    <a:pt x="47662" y="248995"/>
                  </a:lnTo>
                  <a:lnTo>
                    <a:pt x="47566" y="248716"/>
                  </a:lnTo>
                  <a:lnTo>
                    <a:pt x="47558" y="248332"/>
                  </a:lnTo>
                  <a:lnTo>
                    <a:pt x="47352" y="247977"/>
                  </a:lnTo>
                  <a:lnTo>
                    <a:pt x="47551" y="247767"/>
                  </a:lnTo>
                  <a:lnTo>
                    <a:pt x="47460" y="247510"/>
                  </a:lnTo>
                  <a:lnTo>
                    <a:pt x="47369" y="247295"/>
                  </a:lnTo>
                  <a:lnTo>
                    <a:pt x="47306" y="247018"/>
                  </a:lnTo>
                  <a:lnTo>
                    <a:pt x="46982" y="246556"/>
                  </a:lnTo>
                  <a:lnTo>
                    <a:pt x="46724" y="246518"/>
                  </a:lnTo>
                  <a:lnTo>
                    <a:pt x="46359" y="246696"/>
                  </a:lnTo>
                  <a:lnTo>
                    <a:pt x="46186" y="246772"/>
                  </a:lnTo>
                  <a:lnTo>
                    <a:pt x="45902" y="246875"/>
                  </a:lnTo>
                  <a:lnTo>
                    <a:pt x="45795" y="247069"/>
                  </a:lnTo>
                  <a:lnTo>
                    <a:pt x="45575" y="247215"/>
                  </a:lnTo>
                  <a:lnTo>
                    <a:pt x="45437" y="247528"/>
                  </a:lnTo>
                  <a:lnTo>
                    <a:pt x="44788" y="247682"/>
                  </a:lnTo>
                  <a:lnTo>
                    <a:pt x="44478" y="247647"/>
                  </a:lnTo>
                  <a:lnTo>
                    <a:pt x="44086" y="247597"/>
                  </a:lnTo>
                  <a:lnTo>
                    <a:pt x="43946" y="247622"/>
                  </a:lnTo>
                  <a:lnTo>
                    <a:pt x="43539" y="247579"/>
                  </a:lnTo>
                  <a:lnTo>
                    <a:pt x="43060" y="248089"/>
                  </a:lnTo>
                  <a:lnTo>
                    <a:pt x="43040" y="248273"/>
                  </a:lnTo>
                  <a:lnTo>
                    <a:pt x="42778" y="248630"/>
                  </a:lnTo>
                  <a:lnTo>
                    <a:pt x="42294" y="248457"/>
                  </a:lnTo>
                  <a:lnTo>
                    <a:pt x="42254" y="248291"/>
                  </a:lnTo>
                  <a:lnTo>
                    <a:pt x="42276" y="248065"/>
                  </a:lnTo>
                  <a:lnTo>
                    <a:pt x="42188" y="247886"/>
                  </a:lnTo>
                  <a:lnTo>
                    <a:pt x="42084" y="247526"/>
                  </a:lnTo>
                  <a:lnTo>
                    <a:pt x="41783" y="247053"/>
                  </a:lnTo>
                  <a:lnTo>
                    <a:pt x="41466" y="246488"/>
                  </a:lnTo>
                  <a:lnTo>
                    <a:pt x="41280" y="246255"/>
                  </a:lnTo>
                  <a:lnTo>
                    <a:pt x="41103" y="246180"/>
                  </a:lnTo>
                  <a:lnTo>
                    <a:pt x="40789" y="246175"/>
                  </a:lnTo>
                  <a:lnTo>
                    <a:pt x="40849" y="245926"/>
                  </a:lnTo>
                  <a:lnTo>
                    <a:pt x="40864" y="245741"/>
                  </a:lnTo>
                  <a:lnTo>
                    <a:pt x="40787" y="245505"/>
                  </a:lnTo>
                  <a:lnTo>
                    <a:pt x="40681" y="245169"/>
                  </a:lnTo>
                  <a:lnTo>
                    <a:pt x="40520" y="245074"/>
                  </a:lnTo>
                  <a:lnTo>
                    <a:pt x="40238" y="244948"/>
                  </a:lnTo>
                  <a:lnTo>
                    <a:pt x="40091" y="244921"/>
                  </a:lnTo>
                  <a:lnTo>
                    <a:pt x="39828" y="244782"/>
                  </a:lnTo>
                  <a:lnTo>
                    <a:pt x="39829" y="244613"/>
                  </a:lnTo>
                  <a:lnTo>
                    <a:pt x="39910" y="244263"/>
                  </a:lnTo>
                  <a:lnTo>
                    <a:pt x="39734" y="243991"/>
                  </a:lnTo>
                  <a:lnTo>
                    <a:pt x="39157" y="243843"/>
                  </a:lnTo>
                  <a:lnTo>
                    <a:pt x="38896" y="243917"/>
                  </a:lnTo>
                  <a:lnTo>
                    <a:pt x="38731" y="243770"/>
                  </a:lnTo>
                  <a:lnTo>
                    <a:pt x="38292" y="243549"/>
                  </a:lnTo>
                  <a:lnTo>
                    <a:pt x="38071" y="243568"/>
                  </a:lnTo>
                  <a:lnTo>
                    <a:pt x="37773" y="243601"/>
                  </a:lnTo>
                  <a:lnTo>
                    <a:pt x="37689" y="243428"/>
                  </a:lnTo>
                  <a:lnTo>
                    <a:pt x="37666" y="243176"/>
                  </a:lnTo>
                  <a:lnTo>
                    <a:pt x="37203" y="243039"/>
                  </a:lnTo>
                  <a:lnTo>
                    <a:pt x="36981" y="243056"/>
                  </a:lnTo>
                  <a:lnTo>
                    <a:pt x="36931" y="243351"/>
                  </a:lnTo>
                  <a:lnTo>
                    <a:pt x="36925" y="243516"/>
                  </a:lnTo>
                  <a:lnTo>
                    <a:pt x="36900" y="243911"/>
                  </a:lnTo>
                  <a:lnTo>
                    <a:pt x="36804" y="244062"/>
                  </a:lnTo>
                  <a:lnTo>
                    <a:pt x="36736" y="244256"/>
                  </a:lnTo>
                  <a:lnTo>
                    <a:pt x="36681" y="244452"/>
                  </a:lnTo>
                  <a:lnTo>
                    <a:pt x="36380" y="244877"/>
                  </a:lnTo>
                  <a:lnTo>
                    <a:pt x="36242" y="244866"/>
                  </a:lnTo>
                  <a:lnTo>
                    <a:pt x="36072" y="244868"/>
                  </a:lnTo>
                  <a:lnTo>
                    <a:pt x="35735" y="245081"/>
                  </a:lnTo>
                  <a:lnTo>
                    <a:pt x="35516" y="245285"/>
                  </a:lnTo>
                  <a:lnTo>
                    <a:pt x="35230" y="245552"/>
                  </a:lnTo>
                  <a:lnTo>
                    <a:pt x="35257" y="245741"/>
                  </a:lnTo>
                  <a:lnTo>
                    <a:pt x="35193" y="246040"/>
                  </a:lnTo>
                  <a:lnTo>
                    <a:pt x="34898" y="245842"/>
                  </a:lnTo>
                  <a:lnTo>
                    <a:pt x="34874" y="246017"/>
                  </a:lnTo>
                  <a:lnTo>
                    <a:pt x="34990" y="246246"/>
                  </a:lnTo>
                  <a:lnTo>
                    <a:pt x="34934" y="246389"/>
                  </a:lnTo>
                  <a:lnTo>
                    <a:pt x="34783" y="246656"/>
                  </a:lnTo>
                  <a:lnTo>
                    <a:pt x="34338" y="246754"/>
                  </a:lnTo>
                  <a:lnTo>
                    <a:pt x="34230" y="246584"/>
                  </a:lnTo>
                  <a:lnTo>
                    <a:pt x="34122" y="246449"/>
                  </a:lnTo>
                  <a:lnTo>
                    <a:pt x="33764" y="246094"/>
                  </a:lnTo>
                  <a:lnTo>
                    <a:pt x="33469" y="245914"/>
                  </a:lnTo>
                  <a:lnTo>
                    <a:pt x="33248" y="245892"/>
                  </a:lnTo>
                  <a:lnTo>
                    <a:pt x="33116" y="245751"/>
                  </a:lnTo>
                  <a:lnTo>
                    <a:pt x="33247" y="245461"/>
                  </a:lnTo>
                  <a:lnTo>
                    <a:pt x="33133" y="245243"/>
                  </a:lnTo>
                  <a:lnTo>
                    <a:pt x="32785" y="244828"/>
                  </a:lnTo>
                  <a:lnTo>
                    <a:pt x="32864" y="244665"/>
                  </a:lnTo>
                  <a:lnTo>
                    <a:pt x="32553" y="244395"/>
                  </a:lnTo>
                  <a:lnTo>
                    <a:pt x="32318" y="244194"/>
                  </a:lnTo>
                  <a:lnTo>
                    <a:pt x="32468" y="243583"/>
                  </a:lnTo>
                  <a:lnTo>
                    <a:pt x="32506" y="243090"/>
                  </a:lnTo>
                  <a:lnTo>
                    <a:pt x="32602" y="242696"/>
                  </a:lnTo>
                  <a:lnTo>
                    <a:pt x="32555" y="242507"/>
                  </a:lnTo>
                  <a:lnTo>
                    <a:pt x="32508" y="242376"/>
                  </a:lnTo>
                  <a:lnTo>
                    <a:pt x="32131" y="241840"/>
                  </a:lnTo>
                  <a:lnTo>
                    <a:pt x="31801" y="241287"/>
                  </a:lnTo>
                  <a:lnTo>
                    <a:pt x="31730" y="241148"/>
                  </a:lnTo>
                  <a:lnTo>
                    <a:pt x="31643" y="240931"/>
                  </a:lnTo>
                  <a:lnTo>
                    <a:pt x="31514" y="240829"/>
                  </a:lnTo>
                  <a:lnTo>
                    <a:pt x="31285" y="240692"/>
                  </a:lnTo>
                  <a:lnTo>
                    <a:pt x="31147" y="240780"/>
                  </a:lnTo>
                  <a:lnTo>
                    <a:pt x="30997" y="240981"/>
                  </a:lnTo>
                  <a:lnTo>
                    <a:pt x="30781" y="240997"/>
                  </a:lnTo>
                  <a:lnTo>
                    <a:pt x="30736" y="240867"/>
                  </a:lnTo>
                  <a:lnTo>
                    <a:pt x="30562" y="240821"/>
                  </a:lnTo>
                  <a:lnTo>
                    <a:pt x="30141" y="240712"/>
                  </a:lnTo>
                  <a:lnTo>
                    <a:pt x="30007" y="240860"/>
                  </a:lnTo>
                  <a:lnTo>
                    <a:pt x="29697" y="240975"/>
                  </a:lnTo>
                  <a:lnTo>
                    <a:pt x="29359" y="240324"/>
                  </a:lnTo>
                  <a:lnTo>
                    <a:pt x="28946" y="240110"/>
                  </a:lnTo>
                  <a:lnTo>
                    <a:pt x="28926" y="239870"/>
                  </a:lnTo>
                  <a:lnTo>
                    <a:pt x="29003" y="239643"/>
                  </a:lnTo>
                  <a:lnTo>
                    <a:pt x="29088" y="239391"/>
                  </a:lnTo>
                  <a:lnTo>
                    <a:pt x="29076" y="238935"/>
                  </a:lnTo>
                  <a:lnTo>
                    <a:pt x="29241" y="238800"/>
                  </a:lnTo>
                  <a:lnTo>
                    <a:pt x="29301" y="238577"/>
                  </a:lnTo>
                  <a:lnTo>
                    <a:pt x="29101" y="238263"/>
                  </a:lnTo>
                  <a:lnTo>
                    <a:pt x="29036" y="238455"/>
                  </a:lnTo>
                  <a:lnTo>
                    <a:pt x="28752" y="238589"/>
                  </a:lnTo>
                  <a:lnTo>
                    <a:pt x="28614" y="238443"/>
                  </a:lnTo>
                  <a:lnTo>
                    <a:pt x="28519" y="238231"/>
                  </a:lnTo>
                  <a:lnTo>
                    <a:pt x="28504" y="237783"/>
                  </a:lnTo>
                  <a:lnTo>
                    <a:pt x="28469" y="237339"/>
                  </a:lnTo>
                  <a:lnTo>
                    <a:pt x="28255" y="236967"/>
                  </a:lnTo>
                  <a:lnTo>
                    <a:pt x="28126" y="236920"/>
                  </a:lnTo>
                  <a:lnTo>
                    <a:pt x="27744" y="236935"/>
                  </a:lnTo>
                  <a:lnTo>
                    <a:pt x="27330" y="236791"/>
                  </a:lnTo>
                  <a:lnTo>
                    <a:pt x="27225" y="236955"/>
                  </a:lnTo>
                  <a:lnTo>
                    <a:pt x="27219" y="237207"/>
                  </a:lnTo>
                  <a:lnTo>
                    <a:pt x="26707" y="237308"/>
                  </a:lnTo>
                  <a:lnTo>
                    <a:pt x="26135" y="237152"/>
                  </a:lnTo>
                  <a:lnTo>
                    <a:pt x="25891" y="237084"/>
                  </a:lnTo>
                  <a:lnTo>
                    <a:pt x="25318" y="236723"/>
                  </a:lnTo>
                  <a:lnTo>
                    <a:pt x="25655" y="236611"/>
                  </a:lnTo>
                  <a:lnTo>
                    <a:pt x="25720" y="236244"/>
                  </a:lnTo>
                  <a:lnTo>
                    <a:pt x="25644" y="235965"/>
                  </a:lnTo>
                  <a:lnTo>
                    <a:pt x="25751" y="235585"/>
                  </a:lnTo>
                  <a:lnTo>
                    <a:pt x="25959" y="235134"/>
                  </a:lnTo>
                  <a:lnTo>
                    <a:pt x="26181" y="234993"/>
                  </a:lnTo>
                  <a:lnTo>
                    <a:pt x="26179" y="234753"/>
                  </a:lnTo>
                  <a:lnTo>
                    <a:pt x="25938" y="234536"/>
                  </a:lnTo>
                  <a:lnTo>
                    <a:pt x="25649" y="234368"/>
                  </a:lnTo>
                  <a:lnTo>
                    <a:pt x="25552" y="234200"/>
                  </a:lnTo>
                  <a:lnTo>
                    <a:pt x="25834" y="233188"/>
                  </a:lnTo>
                  <a:lnTo>
                    <a:pt x="25878" y="232617"/>
                  </a:lnTo>
                  <a:lnTo>
                    <a:pt x="25972" y="232386"/>
                  </a:lnTo>
                  <a:lnTo>
                    <a:pt x="26023" y="231913"/>
                  </a:lnTo>
                  <a:lnTo>
                    <a:pt x="25740" y="231422"/>
                  </a:lnTo>
                  <a:lnTo>
                    <a:pt x="25759" y="231243"/>
                  </a:lnTo>
                  <a:lnTo>
                    <a:pt x="25614" y="231069"/>
                  </a:lnTo>
                  <a:lnTo>
                    <a:pt x="25587" y="229462"/>
                  </a:lnTo>
                  <a:lnTo>
                    <a:pt x="26352" y="228832"/>
                  </a:lnTo>
                  <a:lnTo>
                    <a:pt x="27418" y="227996"/>
                  </a:lnTo>
                  <a:lnTo>
                    <a:pt x="27476" y="227734"/>
                  </a:lnTo>
                  <a:lnTo>
                    <a:pt x="27584" y="227545"/>
                  </a:lnTo>
                  <a:lnTo>
                    <a:pt x="27758" y="227266"/>
                  </a:lnTo>
                  <a:lnTo>
                    <a:pt x="28240" y="225672"/>
                  </a:lnTo>
                  <a:lnTo>
                    <a:pt x="29647" y="224433"/>
                  </a:lnTo>
                  <a:lnTo>
                    <a:pt x="30020" y="224329"/>
                  </a:lnTo>
                  <a:lnTo>
                    <a:pt x="30343" y="223926"/>
                  </a:lnTo>
                  <a:lnTo>
                    <a:pt x="30371" y="223771"/>
                  </a:lnTo>
                  <a:lnTo>
                    <a:pt x="30230" y="223260"/>
                  </a:lnTo>
                  <a:lnTo>
                    <a:pt x="30096" y="223092"/>
                  </a:lnTo>
                  <a:lnTo>
                    <a:pt x="30084" y="222949"/>
                  </a:lnTo>
                  <a:lnTo>
                    <a:pt x="30186" y="222229"/>
                  </a:lnTo>
                  <a:lnTo>
                    <a:pt x="30619" y="221084"/>
                  </a:lnTo>
                  <a:lnTo>
                    <a:pt x="31072" y="220817"/>
                  </a:lnTo>
                  <a:lnTo>
                    <a:pt x="31525" y="220336"/>
                  </a:lnTo>
                  <a:lnTo>
                    <a:pt x="31806" y="219791"/>
                  </a:lnTo>
                  <a:lnTo>
                    <a:pt x="31937" y="219793"/>
                  </a:lnTo>
                  <a:lnTo>
                    <a:pt x="32111" y="219851"/>
                  </a:lnTo>
                  <a:lnTo>
                    <a:pt x="32494" y="219925"/>
                  </a:lnTo>
                  <a:lnTo>
                    <a:pt x="33146" y="219926"/>
                  </a:lnTo>
                  <a:lnTo>
                    <a:pt x="33188" y="219696"/>
                  </a:lnTo>
                  <a:lnTo>
                    <a:pt x="33384" y="219553"/>
                  </a:lnTo>
                  <a:lnTo>
                    <a:pt x="33970" y="219361"/>
                  </a:lnTo>
                  <a:lnTo>
                    <a:pt x="34115" y="219249"/>
                  </a:lnTo>
                  <a:lnTo>
                    <a:pt x="34256" y="219235"/>
                  </a:lnTo>
                  <a:lnTo>
                    <a:pt x="34560" y="218740"/>
                  </a:lnTo>
                  <a:lnTo>
                    <a:pt x="34691" y="218635"/>
                  </a:lnTo>
                  <a:lnTo>
                    <a:pt x="34970" y="218409"/>
                  </a:lnTo>
                  <a:lnTo>
                    <a:pt x="35764" y="217929"/>
                  </a:lnTo>
                  <a:lnTo>
                    <a:pt x="36179" y="217640"/>
                  </a:lnTo>
                  <a:lnTo>
                    <a:pt x="36752" y="217007"/>
                  </a:lnTo>
                  <a:lnTo>
                    <a:pt x="36970" y="216993"/>
                  </a:lnTo>
                  <a:lnTo>
                    <a:pt x="37360" y="216920"/>
                  </a:lnTo>
                  <a:lnTo>
                    <a:pt x="37928" y="216541"/>
                  </a:lnTo>
                  <a:lnTo>
                    <a:pt x="38211" y="216239"/>
                  </a:lnTo>
                  <a:lnTo>
                    <a:pt x="38426" y="215948"/>
                  </a:lnTo>
                  <a:lnTo>
                    <a:pt x="38611" y="215988"/>
                  </a:lnTo>
                  <a:lnTo>
                    <a:pt x="39278" y="216514"/>
                  </a:lnTo>
                  <a:lnTo>
                    <a:pt x="39417" y="216537"/>
                  </a:lnTo>
                  <a:lnTo>
                    <a:pt x="39620" y="216403"/>
                  </a:lnTo>
                  <a:lnTo>
                    <a:pt x="40104" y="216601"/>
                  </a:lnTo>
                  <a:lnTo>
                    <a:pt x="40525" y="216729"/>
                  </a:lnTo>
                  <a:lnTo>
                    <a:pt x="40622" y="216447"/>
                  </a:lnTo>
                  <a:lnTo>
                    <a:pt x="40774" y="216348"/>
                  </a:lnTo>
                  <a:lnTo>
                    <a:pt x="41062" y="215769"/>
                  </a:lnTo>
                  <a:lnTo>
                    <a:pt x="41240" y="215786"/>
                  </a:lnTo>
                  <a:lnTo>
                    <a:pt x="42466" y="215696"/>
                  </a:lnTo>
                  <a:lnTo>
                    <a:pt x="42616" y="215755"/>
                  </a:lnTo>
                  <a:lnTo>
                    <a:pt x="42821" y="215832"/>
                  </a:lnTo>
                  <a:lnTo>
                    <a:pt x="43209" y="216084"/>
                  </a:lnTo>
                  <a:lnTo>
                    <a:pt x="43449" y="216279"/>
                  </a:lnTo>
                  <a:lnTo>
                    <a:pt x="45420" y="215930"/>
                  </a:lnTo>
                  <a:lnTo>
                    <a:pt x="45901" y="215972"/>
                  </a:lnTo>
                  <a:lnTo>
                    <a:pt x="46163" y="216220"/>
                  </a:lnTo>
                  <a:lnTo>
                    <a:pt x="46670" y="216122"/>
                  </a:lnTo>
                  <a:lnTo>
                    <a:pt x="47098" y="216127"/>
                  </a:lnTo>
                  <a:lnTo>
                    <a:pt x="47534" y="215632"/>
                  </a:lnTo>
                  <a:lnTo>
                    <a:pt x="48344" y="215144"/>
                  </a:lnTo>
                  <a:lnTo>
                    <a:pt x="48376" y="215001"/>
                  </a:lnTo>
                  <a:lnTo>
                    <a:pt x="48428" y="214771"/>
                  </a:lnTo>
                  <a:lnTo>
                    <a:pt x="48502" y="214245"/>
                  </a:lnTo>
                  <a:lnTo>
                    <a:pt x="48458" y="213929"/>
                  </a:lnTo>
                  <a:lnTo>
                    <a:pt x="48246" y="213726"/>
                  </a:lnTo>
                  <a:lnTo>
                    <a:pt x="47958" y="213550"/>
                  </a:lnTo>
                  <a:lnTo>
                    <a:pt x="47623" y="213326"/>
                  </a:lnTo>
                  <a:lnTo>
                    <a:pt x="47563" y="213186"/>
                  </a:lnTo>
                  <a:lnTo>
                    <a:pt x="47562" y="213029"/>
                  </a:lnTo>
                  <a:lnTo>
                    <a:pt x="47666" y="212490"/>
                  </a:lnTo>
                  <a:lnTo>
                    <a:pt x="47687" y="212361"/>
                  </a:lnTo>
                  <a:lnTo>
                    <a:pt x="47668" y="211817"/>
                  </a:lnTo>
                  <a:lnTo>
                    <a:pt x="47694" y="211547"/>
                  </a:lnTo>
                  <a:lnTo>
                    <a:pt x="47916" y="210967"/>
                  </a:lnTo>
                  <a:lnTo>
                    <a:pt x="48561" y="209932"/>
                  </a:lnTo>
                  <a:lnTo>
                    <a:pt x="48635" y="208841"/>
                  </a:lnTo>
                  <a:lnTo>
                    <a:pt x="48474" y="208146"/>
                  </a:lnTo>
                  <a:lnTo>
                    <a:pt x="48288" y="207897"/>
                  </a:lnTo>
                  <a:lnTo>
                    <a:pt x="48236" y="207649"/>
                  </a:lnTo>
                  <a:lnTo>
                    <a:pt x="48447" y="207326"/>
                  </a:lnTo>
                  <a:lnTo>
                    <a:pt x="48613" y="206729"/>
                  </a:lnTo>
                  <a:lnTo>
                    <a:pt x="48788" y="206318"/>
                  </a:lnTo>
                  <a:lnTo>
                    <a:pt x="49301" y="205304"/>
                  </a:lnTo>
                  <a:lnTo>
                    <a:pt x="49139" y="205083"/>
                  </a:lnTo>
                  <a:lnTo>
                    <a:pt x="49031" y="204873"/>
                  </a:lnTo>
                  <a:lnTo>
                    <a:pt x="49077" y="204273"/>
                  </a:lnTo>
                  <a:lnTo>
                    <a:pt x="48847" y="204099"/>
                  </a:lnTo>
                  <a:lnTo>
                    <a:pt x="48881" y="203152"/>
                  </a:lnTo>
                  <a:lnTo>
                    <a:pt x="48935" y="202534"/>
                  </a:lnTo>
                  <a:lnTo>
                    <a:pt x="49065" y="202443"/>
                  </a:lnTo>
                  <a:lnTo>
                    <a:pt x="49301" y="202408"/>
                  </a:lnTo>
                  <a:lnTo>
                    <a:pt x="49484" y="202097"/>
                  </a:lnTo>
                  <a:lnTo>
                    <a:pt x="49212" y="200985"/>
                  </a:lnTo>
                  <a:lnTo>
                    <a:pt x="49435" y="198827"/>
                  </a:lnTo>
                  <a:lnTo>
                    <a:pt x="49516" y="198452"/>
                  </a:lnTo>
                  <a:lnTo>
                    <a:pt x="49538" y="198152"/>
                  </a:lnTo>
                  <a:lnTo>
                    <a:pt x="49429" y="197863"/>
                  </a:lnTo>
                  <a:lnTo>
                    <a:pt x="49513" y="197285"/>
                  </a:lnTo>
                  <a:lnTo>
                    <a:pt x="49474" y="197114"/>
                  </a:lnTo>
                  <a:lnTo>
                    <a:pt x="49253" y="196690"/>
                  </a:lnTo>
                  <a:lnTo>
                    <a:pt x="49319" y="196460"/>
                  </a:lnTo>
                  <a:lnTo>
                    <a:pt x="49077" y="196206"/>
                  </a:lnTo>
                  <a:lnTo>
                    <a:pt x="48908" y="196088"/>
                  </a:lnTo>
                  <a:lnTo>
                    <a:pt x="48781" y="195322"/>
                  </a:lnTo>
                  <a:lnTo>
                    <a:pt x="48679" y="195057"/>
                  </a:lnTo>
                  <a:lnTo>
                    <a:pt x="48515" y="194543"/>
                  </a:lnTo>
                  <a:lnTo>
                    <a:pt x="48419" y="193949"/>
                  </a:lnTo>
                  <a:lnTo>
                    <a:pt x="48471" y="193688"/>
                  </a:lnTo>
                  <a:lnTo>
                    <a:pt x="48470" y="193277"/>
                  </a:lnTo>
                  <a:lnTo>
                    <a:pt x="48451" y="193032"/>
                  </a:lnTo>
                  <a:lnTo>
                    <a:pt x="48611" y="192679"/>
                  </a:lnTo>
                  <a:lnTo>
                    <a:pt x="48724" y="192542"/>
                  </a:lnTo>
                  <a:lnTo>
                    <a:pt x="48855" y="192294"/>
                  </a:lnTo>
                  <a:lnTo>
                    <a:pt x="48799" y="192076"/>
                  </a:lnTo>
                  <a:lnTo>
                    <a:pt x="48606" y="191839"/>
                  </a:lnTo>
                  <a:lnTo>
                    <a:pt x="48347" y="191332"/>
                  </a:lnTo>
                  <a:lnTo>
                    <a:pt x="48189" y="190722"/>
                  </a:lnTo>
                  <a:lnTo>
                    <a:pt x="48067" y="189741"/>
                  </a:lnTo>
                  <a:lnTo>
                    <a:pt x="48227" y="189420"/>
                  </a:lnTo>
                  <a:lnTo>
                    <a:pt x="48010" y="188800"/>
                  </a:lnTo>
                  <a:lnTo>
                    <a:pt x="47896" y="188653"/>
                  </a:lnTo>
                  <a:lnTo>
                    <a:pt x="47754" y="188347"/>
                  </a:lnTo>
                  <a:lnTo>
                    <a:pt x="47799" y="187941"/>
                  </a:lnTo>
                  <a:lnTo>
                    <a:pt x="47791" y="187696"/>
                  </a:lnTo>
                  <a:lnTo>
                    <a:pt x="47771" y="187510"/>
                  </a:lnTo>
                  <a:lnTo>
                    <a:pt x="47793" y="186986"/>
                  </a:lnTo>
                  <a:lnTo>
                    <a:pt x="47817" y="186727"/>
                  </a:lnTo>
                  <a:lnTo>
                    <a:pt x="47822" y="186501"/>
                  </a:lnTo>
                  <a:lnTo>
                    <a:pt x="47738" y="186058"/>
                  </a:lnTo>
                  <a:lnTo>
                    <a:pt x="47421" y="185257"/>
                  </a:lnTo>
                  <a:lnTo>
                    <a:pt x="47045" y="184271"/>
                  </a:lnTo>
                  <a:lnTo>
                    <a:pt x="47154" y="183613"/>
                  </a:lnTo>
                  <a:lnTo>
                    <a:pt x="47206" y="183271"/>
                  </a:lnTo>
                  <a:lnTo>
                    <a:pt x="46676" y="182998"/>
                  </a:lnTo>
                  <a:lnTo>
                    <a:pt x="46415" y="182695"/>
                  </a:lnTo>
                  <a:lnTo>
                    <a:pt x="47075" y="182106"/>
                  </a:lnTo>
                  <a:lnTo>
                    <a:pt x="46580" y="180729"/>
                  </a:lnTo>
                  <a:lnTo>
                    <a:pt x="46231" y="180736"/>
                  </a:lnTo>
                  <a:lnTo>
                    <a:pt x="45996" y="180143"/>
                  </a:lnTo>
                  <a:lnTo>
                    <a:pt x="46904" y="178890"/>
                  </a:lnTo>
                  <a:lnTo>
                    <a:pt x="47274" y="178641"/>
                  </a:lnTo>
                  <a:lnTo>
                    <a:pt x="47443" y="178535"/>
                  </a:lnTo>
                  <a:lnTo>
                    <a:pt x="48836" y="177813"/>
                  </a:lnTo>
                  <a:lnTo>
                    <a:pt x="49126" y="177725"/>
                  </a:lnTo>
                  <a:lnTo>
                    <a:pt x="48393" y="177232"/>
                  </a:lnTo>
                  <a:lnTo>
                    <a:pt x="47286" y="177786"/>
                  </a:lnTo>
                  <a:lnTo>
                    <a:pt x="47060" y="178075"/>
                  </a:lnTo>
                  <a:lnTo>
                    <a:pt x="46956" y="178212"/>
                  </a:lnTo>
                  <a:lnTo>
                    <a:pt x="46363" y="178999"/>
                  </a:lnTo>
                  <a:lnTo>
                    <a:pt x="45243" y="179861"/>
                  </a:lnTo>
                  <a:lnTo>
                    <a:pt x="45216" y="180310"/>
                  </a:lnTo>
                  <a:lnTo>
                    <a:pt x="45306" y="180594"/>
                  </a:lnTo>
                  <a:lnTo>
                    <a:pt x="45231" y="180990"/>
                  </a:lnTo>
                  <a:lnTo>
                    <a:pt x="44340" y="181232"/>
                  </a:lnTo>
                  <a:lnTo>
                    <a:pt x="44183" y="181355"/>
                  </a:lnTo>
                  <a:lnTo>
                    <a:pt x="44019" y="181472"/>
                  </a:lnTo>
                  <a:lnTo>
                    <a:pt x="43871" y="181578"/>
                  </a:lnTo>
                  <a:lnTo>
                    <a:pt x="43653" y="181834"/>
                  </a:lnTo>
                  <a:lnTo>
                    <a:pt x="43422" y="182133"/>
                  </a:lnTo>
                  <a:lnTo>
                    <a:pt x="42926" y="182334"/>
                  </a:lnTo>
                  <a:lnTo>
                    <a:pt x="43038" y="182025"/>
                  </a:lnTo>
                  <a:lnTo>
                    <a:pt x="43043" y="181897"/>
                  </a:lnTo>
                  <a:lnTo>
                    <a:pt x="42942" y="181482"/>
                  </a:lnTo>
                  <a:lnTo>
                    <a:pt x="42849" y="181332"/>
                  </a:lnTo>
                  <a:lnTo>
                    <a:pt x="42627" y="181021"/>
                  </a:lnTo>
                  <a:lnTo>
                    <a:pt x="41582" y="182034"/>
                  </a:lnTo>
                  <a:lnTo>
                    <a:pt x="41152" y="182169"/>
                  </a:lnTo>
                  <a:lnTo>
                    <a:pt x="40996" y="182089"/>
                  </a:lnTo>
                  <a:lnTo>
                    <a:pt x="40325" y="181793"/>
                  </a:lnTo>
                  <a:lnTo>
                    <a:pt x="39896" y="181553"/>
                  </a:lnTo>
                  <a:lnTo>
                    <a:pt x="38857" y="182586"/>
                  </a:lnTo>
                  <a:lnTo>
                    <a:pt x="38714" y="182588"/>
                  </a:lnTo>
                  <a:lnTo>
                    <a:pt x="38396" y="183060"/>
                  </a:lnTo>
                  <a:lnTo>
                    <a:pt x="38534" y="183514"/>
                  </a:lnTo>
                  <a:lnTo>
                    <a:pt x="38502" y="183870"/>
                  </a:lnTo>
                  <a:lnTo>
                    <a:pt x="38092" y="185086"/>
                  </a:lnTo>
                  <a:lnTo>
                    <a:pt x="37401" y="185257"/>
                  </a:lnTo>
                  <a:lnTo>
                    <a:pt x="37455" y="184908"/>
                  </a:lnTo>
                  <a:lnTo>
                    <a:pt x="36770" y="185171"/>
                  </a:lnTo>
                  <a:lnTo>
                    <a:pt x="35931" y="185312"/>
                  </a:lnTo>
                  <a:lnTo>
                    <a:pt x="34447" y="184891"/>
                  </a:lnTo>
                  <a:lnTo>
                    <a:pt x="33839" y="185424"/>
                  </a:lnTo>
                  <a:lnTo>
                    <a:pt x="33421" y="184740"/>
                  </a:lnTo>
                  <a:lnTo>
                    <a:pt x="32725" y="184554"/>
                  </a:lnTo>
                  <a:lnTo>
                    <a:pt x="32613" y="184309"/>
                  </a:lnTo>
                  <a:lnTo>
                    <a:pt x="32488" y="184067"/>
                  </a:lnTo>
                  <a:lnTo>
                    <a:pt x="31338" y="183158"/>
                  </a:lnTo>
                  <a:lnTo>
                    <a:pt x="31276" y="182891"/>
                  </a:lnTo>
                  <a:lnTo>
                    <a:pt x="31223" y="182745"/>
                  </a:lnTo>
                  <a:lnTo>
                    <a:pt x="31077" y="182344"/>
                  </a:lnTo>
                  <a:lnTo>
                    <a:pt x="30937" y="181959"/>
                  </a:lnTo>
                  <a:lnTo>
                    <a:pt x="30851" y="181740"/>
                  </a:lnTo>
                  <a:lnTo>
                    <a:pt x="30291" y="181097"/>
                  </a:lnTo>
                  <a:lnTo>
                    <a:pt x="29243" y="180003"/>
                  </a:lnTo>
                  <a:lnTo>
                    <a:pt x="28667" y="179720"/>
                  </a:lnTo>
                  <a:lnTo>
                    <a:pt x="28462" y="179593"/>
                  </a:lnTo>
                  <a:lnTo>
                    <a:pt x="28219" y="178657"/>
                  </a:lnTo>
                  <a:lnTo>
                    <a:pt x="27807" y="178470"/>
                  </a:lnTo>
                  <a:lnTo>
                    <a:pt x="27384" y="178488"/>
                  </a:lnTo>
                  <a:lnTo>
                    <a:pt x="27041" y="178078"/>
                  </a:lnTo>
                  <a:lnTo>
                    <a:pt x="27042" y="177811"/>
                  </a:lnTo>
                  <a:lnTo>
                    <a:pt x="26437" y="177479"/>
                  </a:lnTo>
                  <a:lnTo>
                    <a:pt x="26033" y="177576"/>
                  </a:lnTo>
                  <a:lnTo>
                    <a:pt x="25671" y="177636"/>
                  </a:lnTo>
                  <a:lnTo>
                    <a:pt x="24095" y="177920"/>
                  </a:lnTo>
                  <a:lnTo>
                    <a:pt x="23597" y="178014"/>
                  </a:lnTo>
                  <a:lnTo>
                    <a:pt x="23126" y="178388"/>
                  </a:lnTo>
                  <a:lnTo>
                    <a:pt x="22734" y="178478"/>
                  </a:lnTo>
                  <a:lnTo>
                    <a:pt x="22336" y="178335"/>
                  </a:lnTo>
                  <a:lnTo>
                    <a:pt x="22079" y="177942"/>
                  </a:lnTo>
                  <a:lnTo>
                    <a:pt x="22220" y="177707"/>
                  </a:lnTo>
                  <a:lnTo>
                    <a:pt x="22237" y="176724"/>
                  </a:lnTo>
                  <a:lnTo>
                    <a:pt x="21414" y="176580"/>
                  </a:lnTo>
                  <a:lnTo>
                    <a:pt x="21301" y="176970"/>
                  </a:lnTo>
                  <a:lnTo>
                    <a:pt x="20603" y="177127"/>
                  </a:lnTo>
                  <a:lnTo>
                    <a:pt x="19563" y="176708"/>
                  </a:lnTo>
                  <a:lnTo>
                    <a:pt x="19093" y="176613"/>
                  </a:lnTo>
                  <a:lnTo>
                    <a:pt x="18271" y="176505"/>
                  </a:lnTo>
                  <a:lnTo>
                    <a:pt x="18126" y="176534"/>
                  </a:lnTo>
                  <a:lnTo>
                    <a:pt x="17596" y="176013"/>
                  </a:lnTo>
                  <a:lnTo>
                    <a:pt x="18011" y="175765"/>
                  </a:lnTo>
                  <a:lnTo>
                    <a:pt x="18151" y="175392"/>
                  </a:lnTo>
                  <a:lnTo>
                    <a:pt x="18098" y="174826"/>
                  </a:lnTo>
                  <a:lnTo>
                    <a:pt x="17704" y="174582"/>
                  </a:lnTo>
                  <a:lnTo>
                    <a:pt x="17761" y="174020"/>
                  </a:lnTo>
                  <a:lnTo>
                    <a:pt x="17907" y="173820"/>
                  </a:lnTo>
                  <a:lnTo>
                    <a:pt x="18111" y="173520"/>
                  </a:lnTo>
                  <a:lnTo>
                    <a:pt x="18202" y="173209"/>
                  </a:lnTo>
                  <a:lnTo>
                    <a:pt x="18162" y="172813"/>
                  </a:lnTo>
                  <a:lnTo>
                    <a:pt x="17814" y="172718"/>
                  </a:lnTo>
                  <a:lnTo>
                    <a:pt x="17588" y="172881"/>
                  </a:lnTo>
                  <a:lnTo>
                    <a:pt x="17334" y="173119"/>
                  </a:lnTo>
                  <a:lnTo>
                    <a:pt x="17302" y="172688"/>
                  </a:lnTo>
                  <a:lnTo>
                    <a:pt x="17309" y="172339"/>
                  </a:lnTo>
                  <a:lnTo>
                    <a:pt x="17103" y="172362"/>
                  </a:lnTo>
                  <a:lnTo>
                    <a:pt x="17088" y="172106"/>
                  </a:lnTo>
                  <a:lnTo>
                    <a:pt x="17105" y="171430"/>
                  </a:lnTo>
                  <a:lnTo>
                    <a:pt x="17281" y="170225"/>
                  </a:lnTo>
                  <a:lnTo>
                    <a:pt x="17082" y="170028"/>
                  </a:lnTo>
                  <a:lnTo>
                    <a:pt x="17022" y="169751"/>
                  </a:lnTo>
                  <a:lnTo>
                    <a:pt x="16999" y="169619"/>
                  </a:lnTo>
                  <a:lnTo>
                    <a:pt x="16993" y="169328"/>
                  </a:lnTo>
                  <a:lnTo>
                    <a:pt x="17163" y="169246"/>
                  </a:lnTo>
                  <a:lnTo>
                    <a:pt x="17371" y="168626"/>
                  </a:lnTo>
                  <a:lnTo>
                    <a:pt x="17538" y="167944"/>
                  </a:lnTo>
                  <a:lnTo>
                    <a:pt x="17141" y="167495"/>
                  </a:lnTo>
                  <a:lnTo>
                    <a:pt x="17142" y="167362"/>
                  </a:lnTo>
                  <a:lnTo>
                    <a:pt x="17158" y="167120"/>
                  </a:lnTo>
                  <a:lnTo>
                    <a:pt x="17688" y="167118"/>
                  </a:lnTo>
                  <a:lnTo>
                    <a:pt x="17962" y="167250"/>
                  </a:lnTo>
                  <a:lnTo>
                    <a:pt x="18494" y="167131"/>
                  </a:lnTo>
                  <a:lnTo>
                    <a:pt x="18498" y="166952"/>
                  </a:lnTo>
                  <a:lnTo>
                    <a:pt x="18457" y="166688"/>
                  </a:lnTo>
                  <a:lnTo>
                    <a:pt x="17966" y="166486"/>
                  </a:lnTo>
                  <a:lnTo>
                    <a:pt x="17743" y="166367"/>
                  </a:lnTo>
                  <a:lnTo>
                    <a:pt x="17534" y="166129"/>
                  </a:lnTo>
                  <a:lnTo>
                    <a:pt x="17549" y="165782"/>
                  </a:lnTo>
                  <a:lnTo>
                    <a:pt x="17657" y="165625"/>
                  </a:lnTo>
                  <a:lnTo>
                    <a:pt x="17804" y="165243"/>
                  </a:lnTo>
                  <a:lnTo>
                    <a:pt x="17436" y="164835"/>
                  </a:lnTo>
                  <a:lnTo>
                    <a:pt x="17472" y="164606"/>
                  </a:lnTo>
                  <a:lnTo>
                    <a:pt x="17564" y="164452"/>
                  </a:lnTo>
                  <a:lnTo>
                    <a:pt x="17977" y="164516"/>
                  </a:lnTo>
                  <a:lnTo>
                    <a:pt x="18126" y="164234"/>
                  </a:lnTo>
                  <a:lnTo>
                    <a:pt x="17832" y="163732"/>
                  </a:lnTo>
                  <a:lnTo>
                    <a:pt x="17618" y="163707"/>
                  </a:lnTo>
                  <a:lnTo>
                    <a:pt x="17444" y="163722"/>
                  </a:lnTo>
                  <a:lnTo>
                    <a:pt x="16754" y="163702"/>
                  </a:lnTo>
                  <a:lnTo>
                    <a:pt x="16611" y="163643"/>
                  </a:lnTo>
                  <a:lnTo>
                    <a:pt x="16433" y="163568"/>
                  </a:lnTo>
                  <a:lnTo>
                    <a:pt x="16185" y="163382"/>
                  </a:lnTo>
                  <a:lnTo>
                    <a:pt x="16033" y="163250"/>
                  </a:lnTo>
                  <a:lnTo>
                    <a:pt x="16081" y="162969"/>
                  </a:lnTo>
                  <a:lnTo>
                    <a:pt x="15619" y="162492"/>
                  </a:lnTo>
                  <a:lnTo>
                    <a:pt x="15562" y="162214"/>
                  </a:lnTo>
                  <a:lnTo>
                    <a:pt x="15510" y="161898"/>
                  </a:lnTo>
                  <a:lnTo>
                    <a:pt x="15085" y="161679"/>
                  </a:lnTo>
                  <a:lnTo>
                    <a:pt x="14545" y="161658"/>
                  </a:lnTo>
                  <a:lnTo>
                    <a:pt x="14260" y="161651"/>
                  </a:lnTo>
                  <a:lnTo>
                    <a:pt x="14040" y="161838"/>
                  </a:lnTo>
                  <a:lnTo>
                    <a:pt x="13636" y="161867"/>
                  </a:lnTo>
                  <a:lnTo>
                    <a:pt x="13314" y="161601"/>
                  </a:lnTo>
                  <a:lnTo>
                    <a:pt x="13144" y="161508"/>
                  </a:lnTo>
                  <a:lnTo>
                    <a:pt x="12970" y="161478"/>
                  </a:lnTo>
                  <a:lnTo>
                    <a:pt x="12621" y="161448"/>
                  </a:lnTo>
                  <a:lnTo>
                    <a:pt x="12017" y="161490"/>
                  </a:lnTo>
                  <a:lnTo>
                    <a:pt x="11232" y="161311"/>
                  </a:lnTo>
                  <a:lnTo>
                    <a:pt x="10580" y="161389"/>
                  </a:lnTo>
                  <a:lnTo>
                    <a:pt x="10356" y="161052"/>
                  </a:lnTo>
                  <a:lnTo>
                    <a:pt x="10515" y="160826"/>
                  </a:lnTo>
                  <a:lnTo>
                    <a:pt x="10932" y="160887"/>
                  </a:lnTo>
                  <a:lnTo>
                    <a:pt x="11053" y="160646"/>
                  </a:lnTo>
                  <a:lnTo>
                    <a:pt x="10706" y="160065"/>
                  </a:lnTo>
                  <a:lnTo>
                    <a:pt x="10185" y="160016"/>
                  </a:lnTo>
                  <a:lnTo>
                    <a:pt x="9905" y="159692"/>
                  </a:lnTo>
                  <a:lnTo>
                    <a:pt x="9623" y="159667"/>
                  </a:lnTo>
                  <a:lnTo>
                    <a:pt x="8664" y="159679"/>
                  </a:lnTo>
                  <a:lnTo>
                    <a:pt x="7980" y="159719"/>
                  </a:lnTo>
                  <a:lnTo>
                    <a:pt x="7556" y="159943"/>
                  </a:lnTo>
                  <a:lnTo>
                    <a:pt x="7364" y="160001"/>
                  </a:lnTo>
                  <a:lnTo>
                    <a:pt x="7141" y="160024"/>
                  </a:lnTo>
                  <a:lnTo>
                    <a:pt x="6917" y="159949"/>
                  </a:lnTo>
                  <a:lnTo>
                    <a:pt x="6866" y="159804"/>
                  </a:lnTo>
                  <a:lnTo>
                    <a:pt x="6756" y="159486"/>
                  </a:lnTo>
                  <a:lnTo>
                    <a:pt x="6593" y="159076"/>
                  </a:lnTo>
                  <a:lnTo>
                    <a:pt x="5959" y="158307"/>
                  </a:lnTo>
                  <a:lnTo>
                    <a:pt x="5500" y="158187"/>
                  </a:lnTo>
                  <a:lnTo>
                    <a:pt x="5221" y="158203"/>
                  </a:lnTo>
                  <a:lnTo>
                    <a:pt x="5007" y="158180"/>
                  </a:lnTo>
                  <a:lnTo>
                    <a:pt x="4532" y="157897"/>
                  </a:lnTo>
                  <a:lnTo>
                    <a:pt x="4462" y="157465"/>
                  </a:lnTo>
                  <a:lnTo>
                    <a:pt x="4451" y="157329"/>
                  </a:lnTo>
                  <a:lnTo>
                    <a:pt x="4508" y="157139"/>
                  </a:lnTo>
                  <a:lnTo>
                    <a:pt x="5002" y="156914"/>
                  </a:lnTo>
                  <a:lnTo>
                    <a:pt x="5243" y="156793"/>
                  </a:lnTo>
                  <a:lnTo>
                    <a:pt x="5212" y="156621"/>
                  </a:lnTo>
                  <a:lnTo>
                    <a:pt x="5116" y="156299"/>
                  </a:lnTo>
                  <a:lnTo>
                    <a:pt x="4845" y="155773"/>
                  </a:lnTo>
                  <a:lnTo>
                    <a:pt x="5109" y="155826"/>
                  </a:lnTo>
                  <a:lnTo>
                    <a:pt x="5518" y="155915"/>
                  </a:lnTo>
                  <a:lnTo>
                    <a:pt x="5860" y="155981"/>
                  </a:lnTo>
                  <a:lnTo>
                    <a:pt x="6250" y="155937"/>
                  </a:lnTo>
                  <a:lnTo>
                    <a:pt x="6385" y="155780"/>
                  </a:lnTo>
                  <a:lnTo>
                    <a:pt x="6537" y="155539"/>
                  </a:lnTo>
                  <a:lnTo>
                    <a:pt x="6442" y="155273"/>
                  </a:lnTo>
                  <a:lnTo>
                    <a:pt x="6126" y="154994"/>
                  </a:lnTo>
                  <a:lnTo>
                    <a:pt x="6111" y="154567"/>
                  </a:lnTo>
                  <a:lnTo>
                    <a:pt x="6109" y="154351"/>
                  </a:lnTo>
                  <a:lnTo>
                    <a:pt x="6007" y="153518"/>
                  </a:lnTo>
                  <a:lnTo>
                    <a:pt x="5834" y="152810"/>
                  </a:lnTo>
                  <a:lnTo>
                    <a:pt x="5634" y="152661"/>
                  </a:lnTo>
                  <a:lnTo>
                    <a:pt x="5051" y="152668"/>
                  </a:lnTo>
                  <a:lnTo>
                    <a:pt x="5045" y="151901"/>
                  </a:lnTo>
                  <a:lnTo>
                    <a:pt x="5362" y="151481"/>
                  </a:lnTo>
                  <a:lnTo>
                    <a:pt x="5375" y="151192"/>
                  </a:lnTo>
                  <a:lnTo>
                    <a:pt x="5374" y="151028"/>
                  </a:lnTo>
                  <a:lnTo>
                    <a:pt x="5365" y="150848"/>
                  </a:lnTo>
                  <a:lnTo>
                    <a:pt x="5112" y="150631"/>
                  </a:lnTo>
                  <a:lnTo>
                    <a:pt x="5215" y="150488"/>
                  </a:lnTo>
                  <a:lnTo>
                    <a:pt x="5492" y="150150"/>
                  </a:lnTo>
                  <a:lnTo>
                    <a:pt x="5918" y="150091"/>
                  </a:lnTo>
                  <a:lnTo>
                    <a:pt x="6104" y="150068"/>
                  </a:lnTo>
                  <a:lnTo>
                    <a:pt x="6323" y="150029"/>
                  </a:lnTo>
                  <a:lnTo>
                    <a:pt x="6575" y="149782"/>
                  </a:lnTo>
                  <a:lnTo>
                    <a:pt x="6545" y="149270"/>
                  </a:lnTo>
                  <a:lnTo>
                    <a:pt x="7630" y="149479"/>
                  </a:lnTo>
                  <a:lnTo>
                    <a:pt x="7978" y="149550"/>
                  </a:lnTo>
                  <a:lnTo>
                    <a:pt x="8330" y="149936"/>
                  </a:lnTo>
                  <a:lnTo>
                    <a:pt x="8202" y="149994"/>
                  </a:lnTo>
                  <a:lnTo>
                    <a:pt x="8101" y="150344"/>
                  </a:lnTo>
                  <a:lnTo>
                    <a:pt x="8394" y="150657"/>
                  </a:lnTo>
                  <a:lnTo>
                    <a:pt x="8555" y="150753"/>
                  </a:lnTo>
                  <a:lnTo>
                    <a:pt x="8708" y="150835"/>
                  </a:lnTo>
                  <a:lnTo>
                    <a:pt x="8846" y="150917"/>
                  </a:lnTo>
                  <a:lnTo>
                    <a:pt x="9001" y="151162"/>
                  </a:lnTo>
                  <a:lnTo>
                    <a:pt x="9032" y="151400"/>
                  </a:lnTo>
                  <a:lnTo>
                    <a:pt x="9029" y="151700"/>
                  </a:lnTo>
                  <a:lnTo>
                    <a:pt x="9246" y="152031"/>
                  </a:lnTo>
                  <a:lnTo>
                    <a:pt x="9987" y="152146"/>
                  </a:lnTo>
                  <a:lnTo>
                    <a:pt x="10075" y="152287"/>
                  </a:lnTo>
                  <a:lnTo>
                    <a:pt x="10311" y="152486"/>
                  </a:lnTo>
                  <a:lnTo>
                    <a:pt x="10578" y="152523"/>
                  </a:lnTo>
                  <a:lnTo>
                    <a:pt x="11043" y="152569"/>
                  </a:lnTo>
                  <a:lnTo>
                    <a:pt x="11289" y="152429"/>
                  </a:lnTo>
                  <a:lnTo>
                    <a:pt x="11328" y="152269"/>
                  </a:lnTo>
                  <a:lnTo>
                    <a:pt x="11690" y="152247"/>
                  </a:lnTo>
                  <a:lnTo>
                    <a:pt x="11656" y="152438"/>
                  </a:lnTo>
                  <a:lnTo>
                    <a:pt x="11705" y="152596"/>
                  </a:lnTo>
                  <a:lnTo>
                    <a:pt x="12184" y="152788"/>
                  </a:lnTo>
                  <a:lnTo>
                    <a:pt x="12398" y="152559"/>
                  </a:lnTo>
                  <a:lnTo>
                    <a:pt x="12624" y="152527"/>
                  </a:lnTo>
                  <a:lnTo>
                    <a:pt x="13041" y="152496"/>
                  </a:lnTo>
                  <a:lnTo>
                    <a:pt x="13400" y="152560"/>
                  </a:lnTo>
                  <a:lnTo>
                    <a:pt x="13465" y="152747"/>
                  </a:lnTo>
                  <a:lnTo>
                    <a:pt x="14491" y="153120"/>
                  </a:lnTo>
                  <a:lnTo>
                    <a:pt x="14752" y="152958"/>
                  </a:lnTo>
                  <a:lnTo>
                    <a:pt x="15287" y="152830"/>
                  </a:lnTo>
                  <a:lnTo>
                    <a:pt x="15762" y="152900"/>
                  </a:lnTo>
                  <a:lnTo>
                    <a:pt x="16054" y="152917"/>
                  </a:lnTo>
                  <a:lnTo>
                    <a:pt x="16507" y="152560"/>
                  </a:lnTo>
                  <a:lnTo>
                    <a:pt x="16593" y="151855"/>
                  </a:lnTo>
                  <a:lnTo>
                    <a:pt x="16687" y="151595"/>
                  </a:lnTo>
                  <a:lnTo>
                    <a:pt x="16894" y="151384"/>
                  </a:lnTo>
                  <a:lnTo>
                    <a:pt x="17378" y="151151"/>
                  </a:lnTo>
                  <a:lnTo>
                    <a:pt x="17620" y="151037"/>
                  </a:lnTo>
                  <a:lnTo>
                    <a:pt x="18260" y="151091"/>
                  </a:lnTo>
                  <a:lnTo>
                    <a:pt x="19411" y="150695"/>
                  </a:lnTo>
                  <a:lnTo>
                    <a:pt x="19682" y="150566"/>
                  </a:lnTo>
                  <a:lnTo>
                    <a:pt x="19964" y="150262"/>
                  </a:lnTo>
                  <a:lnTo>
                    <a:pt x="20454" y="150305"/>
                  </a:lnTo>
                  <a:lnTo>
                    <a:pt x="20621" y="150277"/>
                  </a:lnTo>
                  <a:lnTo>
                    <a:pt x="20819" y="150131"/>
                  </a:lnTo>
                  <a:lnTo>
                    <a:pt x="21215" y="150040"/>
                  </a:lnTo>
                  <a:lnTo>
                    <a:pt x="21588" y="150283"/>
                  </a:lnTo>
                  <a:lnTo>
                    <a:pt x="21763" y="149851"/>
                  </a:lnTo>
                  <a:lnTo>
                    <a:pt x="22082" y="149855"/>
                  </a:lnTo>
                  <a:lnTo>
                    <a:pt x="22312" y="149769"/>
                  </a:lnTo>
                  <a:lnTo>
                    <a:pt x="22345" y="149552"/>
                  </a:lnTo>
                  <a:lnTo>
                    <a:pt x="22194" y="148917"/>
                  </a:lnTo>
                  <a:lnTo>
                    <a:pt x="22180" y="148512"/>
                  </a:lnTo>
                  <a:lnTo>
                    <a:pt x="22060" y="147855"/>
                  </a:lnTo>
                  <a:lnTo>
                    <a:pt x="21841" y="147503"/>
                  </a:lnTo>
                  <a:lnTo>
                    <a:pt x="21910" y="147253"/>
                  </a:lnTo>
                  <a:lnTo>
                    <a:pt x="21968" y="147040"/>
                  </a:lnTo>
                  <a:lnTo>
                    <a:pt x="22104" y="146909"/>
                  </a:lnTo>
                  <a:lnTo>
                    <a:pt x="22733" y="146835"/>
                  </a:lnTo>
                  <a:lnTo>
                    <a:pt x="23369" y="146515"/>
                  </a:lnTo>
                  <a:lnTo>
                    <a:pt x="23281" y="146253"/>
                  </a:lnTo>
                  <a:lnTo>
                    <a:pt x="23149" y="146247"/>
                  </a:lnTo>
                  <a:lnTo>
                    <a:pt x="22825" y="146127"/>
                  </a:lnTo>
                  <a:lnTo>
                    <a:pt x="22869" y="145951"/>
                  </a:lnTo>
                  <a:lnTo>
                    <a:pt x="22961" y="145801"/>
                  </a:lnTo>
                  <a:lnTo>
                    <a:pt x="23284" y="145689"/>
                  </a:lnTo>
                  <a:lnTo>
                    <a:pt x="23502" y="145108"/>
                  </a:lnTo>
                  <a:lnTo>
                    <a:pt x="23442" y="144931"/>
                  </a:lnTo>
                  <a:lnTo>
                    <a:pt x="23617" y="144430"/>
                  </a:lnTo>
                  <a:lnTo>
                    <a:pt x="23852" y="144291"/>
                  </a:lnTo>
                  <a:lnTo>
                    <a:pt x="23968" y="143862"/>
                  </a:lnTo>
                  <a:lnTo>
                    <a:pt x="23937" y="143594"/>
                  </a:lnTo>
                  <a:lnTo>
                    <a:pt x="23888" y="143388"/>
                  </a:lnTo>
                  <a:lnTo>
                    <a:pt x="23787" y="143176"/>
                  </a:lnTo>
                  <a:lnTo>
                    <a:pt x="23640" y="143006"/>
                  </a:lnTo>
                  <a:lnTo>
                    <a:pt x="23682" y="142563"/>
                  </a:lnTo>
                  <a:lnTo>
                    <a:pt x="23717" y="142334"/>
                  </a:lnTo>
                  <a:lnTo>
                    <a:pt x="24115" y="142167"/>
                  </a:lnTo>
                  <a:lnTo>
                    <a:pt x="24580" y="142394"/>
                  </a:lnTo>
                  <a:lnTo>
                    <a:pt x="24835" y="142317"/>
                  </a:lnTo>
                  <a:lnTo>
                    <a:pt x="24818" y="142009"/>
                  </a:lnTo>
                  <a:lnTo>
                    <a:pt x="24782" y="141526"/>
                  </a:lnTo>
                  <a:lnTo>
                    <a:pt x="24865" y="140993"/>
                  </a:lnTo>
                  <a:lnTo>
                    <a:pt x="25089" y="140659"/>
                  </a:lnTo>
                  <a:lnTo>
                    <a:pt x="24986" y="140290"/>
                  </a:lnTo>
                  <a:lnTo>
                    <a:pt x="24776" y="140285"/>
                  </a:lnTo>
                  <a:lnTo>
                    <a:pt x="24646" y="140288"/>
                  </a:lnTo>
                  <a:lnTo>
                    <a:pt x="24399" y="140210"/>
                  </a:lnTo>
                  <a:lnTo>
                    <a:pt x="24391" y="140067"/>
                  </a:lnTo>
                  <a:lnTo>
                    <a:pt x="24342" y="139807"/>
                  </a:lnTo>
                  <a:lnTo>
                    <a:pt x="24191" y="139494"/>
                  </a:lnTo>
                  <a:lnTo>
                    <a:pt x="24019" y="139285"/>
                  </a:lnTo>
                  <a:lnTo>
                    <a:pt x="24073" y="138963"/>
                  </a:lnTo>
                  <a:lnTo>
                    <a:pt x="24060" y="138754"/>
                  </a:lnTo>
                  <a:lnTo>
                    <a:pt x="23585" y="138934"/>
                  </a:lnTo>
                  <a:lnTo>
                    <a:pt x="23131" y="139117"/>
                  </a:lnTo>
                  <a:lnTo>
                    <a:pt x="22952" y="139015"/>
                  </a:lnTo>
                  <a:lnTo>
                    <a:pt x="22859" y="138802"/>
                  </a:lnTo>
                  <a:lnTo>
                    <a:pt x="22809" y="138657"/>
                  </a:lnTo>
                  <a:lnTo>
                    <a:pt x="22763" y="137914"/>
                  </a:lnTo>
                  <a:lnTo>
                    <a:pt x="23021" y="137815"/>
                  </a:lnTo>
                  <a:lnTo>
                    <a:pt x="23276" y="137720"/>
                  </a:lnTo>
                  <a:lnTo>
                    <a:pt x="23514" y="137287"/>
                  </a:lnTo>
                  <a:lnTo>
                    <a:pt x="23450" y="137131"/>
                  </a:lnTo>
                  <a:lnTo>
                    <a:pt x="23382" y="136995"/>
                  </a:lnTo>
                  <a:lnTo>
                    <a:pt x="23154" y="136942"/>
                  </a:lnTo>
                  <a:lnTo>
                    <a:pt x="22933" y="136333"/>
                  </a:lnTo>
                  <a:lnTo>
                    <a:pt x="22936" y="136058"/>
                  </a:lnTo>
                  <a:lnTo>
                    <a:pt x="22953" y="135739"/>
                  </a:lnTo>
                  <a:lnTo>
                    <a:pt x="22985" y="135512"/>
                  </a:lnTo>
                  <a:lnTo>
                    <a:pt x="23025" y="135249"/>
                  </a:lnTo>
                  <a:lnTo>
                    <a:pt x="23265" y="134701"/>
                  </a:lnTo>
                  <a:lnTo>
                    <a:pt x="23778" y="135122"/>
                  </a:lnTo>
                  <a:lnTo>
                    <a:pt x="24259" y="135161"/>
                  </a:lnTo>
                  <a:lnTo>
                    <a:pt x="24186" y="134525"/>
                  </a:lnTo>
                  <a:lnTo>
                    <a:pt x="24056" y="134245"/>
                  </a:lnTo>
                  <a:lnTo>
                    <a:pt x="24252" y="134039"/>
                  </a:lnTo>
                  <a:lnTo>
                    <a:pt x="24478" y="133923"/>
                  </a:lnTo>
                  <a:lnTo>
                    <a:pt x="24486" y="133790"/>
                  </a:lnTo>
                  <a:lnTo>
                    <a:pt x="24477" y="133662"/>
                  </a:lnTo>
                  <a:lnTo>
                    <a:pt x="24380" y="133111"/>
                  </a:lnTo>
                  <a:lnTo>
                    <a:pt x="24160" y="132555"/>
                  </a:lnTo>
                  <a:lnTo>
                    <a:pt x="24180" y="132356"/>
                  </a:lnTo>
                  <a:lnTo>
                    <a:pt x="24740" y="132050"/>
                  </a:lnTo>
                  <a:lnTo>
                    <a:pt x="25046" y="131406"/>
                  </a:lnTo>
                  <a:lnTo>
                    <a:pt x="25496" y="131705"/>
                  </a:lnTo>
                  <a:lnTo>
                    <a:pt x="25863" y="131948"/>
                  </a:lnTo>
                  <a:lnTo>
                    <a:pt x="26080" y="132091"/>
                  </a:lnTo>
                  <a:lnTo>
                    <a:pt x="26301" y="132238"/>
                  </a:lnTo>
                  <a:lnTo>
                    <a:pt x="26547" y="132237"/>
                  </a:lnTo>
                  <a:lnTo>
                    <a:pt x="26602" y="132057"/>
                  </a:lnTo>
                  <a:lnTo>
                    <a:pt x="26689" y="131730"/>
                  </a:lnTo>
                  <a:lnTo>
                    <a:pt x="26647" y="131597"/>
                  </a:lnTo>
                  <a:lnTo>
                    <a:pt x="26657" y="131270"/>
                  </a:lnTo>
                  <a:lnTo>
                    <a:pt x="26706" y="130885"/>
                  </a:lnTo>
                  <a:lnTo>
                    <a:pt x="26929" y="130123"/>
                  </a:lnTo>
                  <a:lnTo>
                    <a:pt x="27171" y="129865"/>
                  </a:lnTo>
                  <a:lnTo>
                    <a:pt x="28355" y="129550"/>
                  </a:lnTo>
                  <a:lnTo>
                    <a:pt x="28860" y="129174"/>
                  </a:lnTo>
                  <a:lnTo>
                    <a:pt x="29255" y="129441"/>
                  </a:lnTo>
                  <a:lnTo>
                    <a:pt x="29416" y="129750"/>
                  </a:lnTo>
                  <a:lnTo>
                    <a:pt x="29592" y="129763"/>
                  </a:lnTo>
                  <a:lnTo>
                    <a:pt x="29783" y="129755"/>
                  </a:lnTo>
                  <a:lnTo>
                    <a:pt x="30249" y="129551"/>
                  </a:lnTo>
                  <a:lnTo>
                    <a:pt x="30815" y="129732"/>
                  </a:lnTo>
                  <a:lnTo>
                    <a:pt x="31182" y="129776"/>
                  </a:lnTo>
                  <a:lnTo>
                    <a:pt x="31349" y="129756"/>
                  </a:lnTo>
                  <a:lnTo>
                    <a:pt x="31980" y="129436"/>
                  </a:lnTo>
                  <a:lnTo>
                    <a:pt x="32227" y="129258"/>
                  </a:lnTo>
                  <a:lnTo>
                    <a:pt x="32749" y="129223"/>
                  </a:lnTo>
                  <a:lnTo>
                    <a:pt x="32813" y="129369"/>
                  </a:lnTo>
                  <a:lnTo>
                    <a:pt x="33329" y="129362"/>
                  </a:lnTo>
                  <a:lnTo>
                    <a:pt x="33406" y="129069"/>
                  </a:lnTo>
                  <a:lnTo>
                    <a:pt x="33444" y="128836"/>
                  </a:lnTo>
                  <a:lnTo>
                    <a:pt x="34612" y="128772"/>
                  </a:lnTo>
                  <a:lnTo>
                    <a:pt x="35143" y="128728"/>
                  </a:lnTo>
                  <a:lnTo>
                    <a:pt x="35812" y="128920"/>
                  </a:lnTo>
                  <a:lnTo>
                    <a:pt x="35899" y="128722"/>
                  </a:lnTo>
                  <a:lnTo>
                    <a:pt x="36049" y="128512"/>
                  </a:lnTo>
                  <a:lnTo>
                    <a:pt x="36565" y="128446"/>
                  </a:lnTo>
                  <a:lnTo>
                    <a:pt x="36771" y="128573"/>
                  </a:lnTo>
                  <a:lnTo>
                    <a:pt x="36703" y="128287"/>
                  </a:lnTo>
                  <a:lnTo>
                    <a:pt x="36656" y="128117"/>
                  </a:lnTo>
                  <a:lnTo>
                    <a:pt x="36441" y="127423"/>
                  </a:lnTo>
                  <a:lnTo>
                    <a:pt x="36085" y="126401"/>
                  </a:lnTo>
                  <a:lnTo>
                    <a:pt x="35780" y="126089"/>
                  </a:lnTo>
                  <a:lnTo>
                    <a:pt x="35664" y="125913"/>
                  </a:lnTo>
                  <a:lnTo>
                    <a:pt x="35422" y="125504"/>
                  </a:lnTo>
                  <a:lnTo>
                    <a:pt x="35354" y="125375"/>
                  </a:lnTo>
                  <a:lnTo>
                    <a:pt x="35275" y="125217"/>
                  </a:lnTo>
                  <a:lnTo>
                    <a:pt x="35117" y="124903"/>
                  </a:lnTo>
                  <a:lnTo>
                    <a:pt x="35081" y="124705"/>
                  </a:lnTo>
                  <a:lnTo>
                    <a:pt x="35076" y="124482"/>
                  </a:lnTo>
                  <a:lnTo>
                    <a:pt x="35096" y="124017"/>
                  </a:lnTo>
                  <a:lnTo>
                    <a:pt x="34855" y="123968"/>
                  </a:lnTo>
                  <a:lnTo>
                    <a:pt x="35004" y="123499"/>
                  </a:lnTo>
                  <a:lnTo>
                    <a:pt x="35241" y="123342"/>
                  </a:lnTo>
                  <a:lnTo>
                    <a:pt x="35092" y="123044"/>
                  </a:lnTo>
                  <a:lnTo>
                    <a:pt x="34860" y="122718"/>
                  </a:lnTo>
                  <a:lnTo>
                    <a:pt x="35145" y="122037"/>
                  </a:lnTo>
                  <a:lnTo>
                    <a:pt x="35070" y="121840"/>
                  </a:lnTo>
                  <a:lnTo>
                    <a:pt x="34956" y="121493"/>
                  </a:lnTo>
                  <a:lnTo>
                    <a:pt x="34919" y="121263"/>
                  </a:lnTo>
                  <a:lnTo>
                    <a:pt x="34600" y="120893"/>
                  </a:lnTo>
                  <a:lnTo>
                    <a:pt x="34301" y="120553"/>
                  </a:lnTo>
                  <a:lnTo>
                    <a:pt x="34087" y="120289"/>
                  </a:lnTo>
                  <a:lnTo>
                    <a:pt x="34011" y="120020"/>
                  </a:lnTo>
                  <a:lnTo>
                    <a:pt x="33444" y="119429"/>
                  </a:lnTo>
                  <a:lnTo>
                    <a:pt x="33536" y="119176"/>
                  </a:lnTo>
                  <a:lnTo>
                    <a:pt x="33665" y="118990"/>
                  </a:lnTo>
                  <a:lnTo>
                    <a:pt x="33981" y="118612"/>
                  </a:lnTo>
                  <a:lnTo>
                    <a:pt x="34278" y="118546"/>
                  </a:lnTo>
                  <a:lnTo>
                    <a:pt x="34893" y="118845"/>
                  </a:lnTo>
                  <a:lnTo>
                    <a:pt x="35621" y="119163"/>
                  </a:lnTo>
                  <a:lnTo>
                    <a:pt x="35665" y="118970"/>
                  </a:lnTo>
                  <a:lnTo>
                    <a:pt x="35681" y="118800"/>
                  </a:lnTo>
                  <a:lnTo>
                    <a:pt x="35940" y="117346"/>
                  </a:lnTo>
                  <a:lnTo>
                    <a:pt x="35699" y="117133"/>
                  </a:lnTo>
                  <a:lnTo>
                    <a:pt x="35567" y="116986"/>
                  </a:lnTo>
                  <a:lnTo>
                    <a:pt x="35966" y="116873"/>
                  </a:lnTo>
                  <a:lnTo>
                    <a:pt x="36148" y="116257"/>
                  </a:lnTo>
                  <a:lnTo>
                    <a:pt x="36208" y="116113"/>
                  </a:lnTo>
                  <a:lnTo>
                    <a:pt x="36526" y="116085"/>
                  </a:lnTo>
                  <a:lnTo>
                    <a:pt x="36600" y="115893"/>
                  </a:lnTo>
                  <a:lnTo>
                    <a:pt x="36593" y="115679"/>
                  </a:lnTo>
                  <a:lnTo>
                    <a:pt x="36519" y="114755"/>
                  </a:lnTo>
                  <a:lnTo>
                    <a:pt x="36270" y="114523"/>
                  </a:lnTo>
                  <a:lnTo>
                    <a:pt x="36083" y="114414"/>
                  </a:lnTo>
                  <a:lnTo>
                    <a:pt x="35747" y="114522"/>
                  </a:lnTo>
                  <a:lnTo>
                    <a:pt x="35203" y="114751"/>
                  </a:lnTo>
                  <a:lnTo>
                    <a:pt x="34962" y="114732"/>
                  </a:lnTo>
                  <a:lnTo>
                    <a:pt x="34088" y="114253"/>
                  </a:lnTo>
                  <a:lnTo>
                    <a:pt x="33050" y="114267"/>
                  </a:lnTo>
                  <a:lnTo>
                    <a:pt x="32737" y="114348"/>
                  </a:lnTo>
                  <a:lnTo>
                    <a:pt x="32719" y="114210"/>
                  </a:lnTo>
                  <a:lnTo>
                    <a:pt x="32710" y="114006"/>
                  </a:lnTo>
                  <a:lnTo>
                    <a:pt x="32822" y="113536"/>
                  </a:lnTo>
                  <a:lnTo>
                    <a:pt x="32956" y="113560"/>
                  </a:lnTo>
                  <a:lnTo>
                    <a:pt x="33098" y="113292"/>
                  </a:lnTo>
                  <a:lnTo>
                    <a:pt x="33125" y="112945"/>
                  </a:lnTo>
                  <a:lnTo>
                    <a:pt x="33572" y="112648"/>
                  </a:lnTo>
                  <a:lnTo>
                    <a:pt x="33363" y="112480"/>
                  </a:lnTo>
                  <a:lnTo>
                    <a:pt x="33338" y="112174"/>
                  </a:lnTo>
                  <a:lnTo>
                    <a:pt x="33400" y="111880"/>
                  </a:lnTo>
                  <a:lnTo>
                    <a:pt x="33640" y="111653"/>
                  </a:lnTo>
                  <a:lnTo>
                    <a:pt x="33718" y="110969"/>
                  </a:lnTo>
                  <a:lnTo>
                    <a:pt x="34072" y="110701"/>
                  </a:lnTo>
                  <a:lnTo>
                    <a:pt x="34036" y="110116"/>
                  </a:lnTo>
                  <a:lnTo>
                    <a:pt x="34132" y="109536"/>
                  </a:lnTo>
                  <a:lnTo>
                    <a:pt x="34337" y="109493"/>
                  </a:lnTo>
                  <a:lnTo>
                    <a:pt x="34504" y="109455"/>
                  </a:lnTo>
                  <a:lnTo>
                    <a:pt x="34750" y="109198"/>
                  </a:lnTo>
                  <a:lnTo>
                    <a:pt x="34657" y="108934"/>
                  </a:lnTo>
                  <a:lnTo>
                    <a:pt x="34316" y="108651"/>
                  </a:lnTo>
                  <a:lnTo>
                    <a:pt x="34701" y="107711"/>
                  </a:lnTo>
                  <a:lnTo>
                    <a:pt x="34873" y="107722"/>
                  </a:lnTo>
                  <a:lnTo>
                    <a:pt x="35191" y="107793"/>
                  </a:lnTo>
                  <a:lnTo>
                    <a:pt x="35149" y="107252"/>
                  </a:lnTo>
                  <a:lnTo>
                    <a:pt x="35159" y="107014"/>
                  </a:lnTo>
                  <a:lnTo>
                    <a:pt x="35218" y="106669"/>
                  </a:lnTo>
                  <a:lnTo>
                    <a:pt x="35587" y="106612"/>
                  </a:lnTo>
                  <a:lnTo>
                    <a:pt x="36658" y="106794"/>
                  </a:lnTo>
                  <a:lnTo>
                    <a:pt x="37050" y="106771"/>
                  </a:lnTo>
                  <a:lnTo>
                    <a:pt x="37209" y="106667"/>
                  </a:lnTo>
                  <a:lnTo>
                    <a:pt x="37392" y="105559"/>
                  </a:lnTo>
                  <a:lnTo>
                    <a:pt x="37241" y="105302"/>
                  </a:lnTo>
                  <a:lnTo>
                    <a:pt x="37738" y="105355"/>
                  </a:lnTo>
                  <a:lnTo>
                    <a:pt x="38023" y="105542"/>
                  </a:lnTo>
                  <a:lnTo>
                    <a:pt x="38295" y="105445"/>
                  </a:lnTo>
                  <a:lnTo>
                    <a:pt x="38424" y="105268"/>
                  </a:lnTo>
                  <a:lnTo>
                    <a:pt x="38843" y="105080"/>
                  </a:lnTo>
                  <a:lnTo>
                    <a:pt x="39267" y="105101"/>
                  </a:lnTo>
                  <a:lnTo>
                    <a:pt x="39619" y="105259"/>
                  </a:lnTo>
                  <a:lnTo>
                    <a:pt x="39870" y="105278"/>
                  </a:lnTo>
                  <a:lnTo>
                    <a:pt x="40176" y="104982"/>
                  </a:lnTo>
                  <a:lnTo>
                    <a:pt x="40592" y="104600"/>
                  </a:lnTo>
                  <a:lnTo>
                    <a:pt x="40759" y="104448"/>
                  </a:lnTo>
                  <a:lnTo>
                    <a:pt x="41017" y="104494"/>
                  </a:lnTo>
                  <a:lnTo>
                    <a:pt x="41117" y="104852"/>
                  </a:lnTo>
                  <a:lnTo>
                    <a:pt x="41417" y="104926"/>
                  </a:lnTo>
                  <a:lnTo>
                    <a:pt x="41653" y="104945"/>
                  </a:lnTo>
                  <a:lnTo>
                    <a:pt x="41813" y="104982"/>
                  </a:lnTo>
                  <a:lnTo>
                    <a:pt x="41815" y="105212"/>
                  </a:lnTo>
                  <a:lnTo>
                    <a:pt x="41800" y="105386"/>
                  </a:lnTo>
                  <a:lnTo>
                    <a:pt x="42316" y="105387"/>
                  </a:lnTo>
                  <a:lnTo>
                    <a:pt x="42620" y="105289"/>
                  </a:lnTo>
                  <a:lnTo>
                    <a:pt x="43021" y="105024"/>
                  </a:lnTo>
                  <a:lnTo>
                    <a:pt x="43289" y="105142"/>
                  </a:lnTo>
                  <a:lnTo>
                    <a:pt x="43417" y="105152"/>
                  </a:lnTo>
                  <a:lnTo>
                    <a:pt x="44051" y="105145"/>
                  </a:lnTo>
                  <a:lnTo>
                    <a:pt x="44185" y="105166"/>
                  </a:lnTo>
                  <a:lnTo>
                    <a:pt x="44212" y="105794"/>
                  </a:lnTo>
                  <a:lnTo>
                    <a:pt x="44787" y="106315"/>
                  </a:lnTo>
                  <a:lnTo>
                    <a:pt x="45242" y="106789"/>
                  </a:lnTo>
                  <a:lnTo>
                    <a:pt x="45740" y="106886"/>
                  </a:lnTo>
                  <a:lnTo>
                    <a:pt x="45851" y="107169"/>
                  </a:lnTo>
                  <a:lnTo>
                    <a:pt x="45861" y="107477"/>
                  </a:lnTo>
                  <a:lnTo>
                    <a:pt x="45838" y="107670"/>
                  </a:lnTo>
                  <a:lnTo>
                    <a:pt x="45781" y="108080"/>
                  </a:lnTo>
                  <a:lnTo>
                    <a:pt x="46026" y="108174"/>
                  </a:lnTo>
                  <a:lnTo>
                    <a:pt x="46865" y="108155"/>
                  </a:lnTo>
                  <a:lnTo>
                    <a:pt x="46833" y="107596"/>
                  </a:lnTo>
                  <a:lnTo>
                    <a:pt x="46819" y="107329"/>
                  </a:lnTo>
                  <a:lnTo>
                    <a:pt x="46840" y="107200"/>
                  </a:lnTo>
                  <a:lnTo>
                    <a:pt x="46989" y="106900"/>
                  </a:lnTo>
                  <a:lnTo>
                    <a:pt x="47787" y="106959"/>
                  </a:lnTo>
                  <a:lnTo>
                    <a:pt x="47587" y="107284"/>
                  </a:lnTo>
                  <a:lnTo>
                    <a:pt x="47578" y="107620"/>
                  </a:lnTo>
                  <a:lnTo>
                    <a:pt x="48118" y="108249"/>
                  </a:lnTo>
                  <a:lnTo>
                    <a:pt x="48373" y="108298"/>
                  </a:lnTo>
                  <a:lnTo>
                    <a:pt x="48604" y="108133"/>
                  </a:lnTo>
                  <a:lnTo>
                    <a:pt x="49073" y="107805"/>
                  </a:lnTo>
                  <a:lnTo>
                    <a:pt x="49445" y="108106"/>
                  </a:lnTo>
                  <a:lnTo>
                    <a:pt x="50180" y="108090"/>
                  </a:lnTo>
                  <a:lnTo>
                    <a:pt x="50637" y="108297"/>
                  </a:lnTo>
                  <a:lnTo>
                    <a:pt x="51275" y="108692"/>
                  </a:lnTo>
                  <a:lnTo>
                    <a:pt x="51499" y="108745"/>
                  </a:lnTo>
                  <a:lnTo>
                    <a:pt x="51625" y="109090"/>
                  </a:lnTo>
                  <a:lnTo>
                    <a:pt x="51675" y="109371"/>
                  </a:lnTo>
                  <a:lnTo>
                    <a:pt x="52208" y="109988"/>
                  </a:lnTo>
                  <a:lnTo>
                    <a:pt x="52294" y="110358"/>
                  </a:lnTo>
                  <a:lnTo>
                    <a:pt x="51866" y="110952"/>
                  </a:lnTo>
                  <a:lnTo>
                    <a:pt x="51800" y="111465"/>
                  </a:lnTo>
                  <a:lnTo>
                    <a:pt x="51518" y="111648"/>
                  </a:lnTo>
                  <a:lnTo>
                    <a:pt x="51363" y="111721"/>
                  </a:lnTo>
                  <a:lnTo>
                    <a:pt x="51263" y="112487"/>
                  </a:lnTo>
                  <a:lnTo>
                    <a:pt x="51495" y="113090"/>
                  </a:lnTo>
                  <a:lnTo>
                    <a:pt x="51999" y="113261"/>
                  </a:lnTo>
                  <a:lnTo>
                    <a:pt x="52672" y="113423"/>
                  </a:lnTo>
                  <a:lnTo>
                    <a:pt x="52768" y="113782"/>
                  </a:lnTo>
                  <a:lnTo>
                    <a:pt x="53263" y="113912"/>
                  </a:lnTo>
                  <a:lnTo>
                    <a:pt x="53501" y="114202"/>
                  </a:lnTo>
                  <a:lnTo>
                    <a:pt x="53914" y="114284"/>
                  </a:lnTo>
                  <a:lnTo>
                    <a:pt x="54096" y="114445"/>
                  </a:lnTo>
                  <a:lnTo>
                    <a:pt x="54338" y="114877"/>
                  </a:lnTo>
                  <a:lnTo>
                    <a:pt x="54604" y="115533"/>
                  </a:lnTo>
                  <a:lnTo>
                    <a:pt x="54915" y="115850"/>
                  </a:lnTo>
                  <a:lnTo>
                    <a:pt x="54738" y="116827"/>
                  </a:lnTo>
                  <a:lnTo>
                    <a:pt x="54027" y="116709"/>
                  </a:lnTo>
                  <a:lnTo>
                    <a:pt x="54485" y="116969"/>
                  </a:lnTo>
                  <a:lnTo>
                    <a:pt x="54616" y="117003"/>
                  </a:lnTo>
                  <a:lnTo>
                    <a:pt x="54712" y="117262"/>
                  </a:lnTo>
                  <a:lnTo>
                    <a:pt x="54661" y="117616"/>
                  </a:lnTo>
                  <a:lnTo>
                    <a:pt x="54674" y="117894"/>
                  </a:lnTo>
                  <a:lnTo>
                    <a:pt x="55013" y="118202"/>
                  </a:lnTo>
                  <a:lnTo>
                    <a:pt x="55205" y="118521"/>
                  </a:lnTo>
                  <a:lnTo>
                    <a:pt x="55244" y="118958"/>
                  </a:lnTo>
                  <a:lnTo>
                    <a:pt x="55594" y="118862"/>
                  </a:lnTo>
                  <a:lnTo>
                    <a:pt x="56437" y="119047"/>
                  </a:lnTo>
                  <a:lnTo>
                    <a:pt x="56465" y="119521"/>
                  </a:lnTo>
                  <a:lnTo>
                    <a:pt x="56853" y="120056"/>
                  </a:lnTo>
                  <a:lnTo>
                    <a:pt x="57108" y="120131"/>
                  </a:lnTo>
                  <a:lnTo>
                    <a:pt x="57435" y="120271"/>
                  </a:lnTo>
                  <a:lnTo>
                    <a:pt x="57781" y="120490"/>
                  </a:lnTo>
                  <a:lnTo>
                    <a:pt x="58147" y="121045"/>
                  </a:lnTo>
                  <a:lnTo>
                    <a:pt x="58331" y="121618"/>
                  </a:lnTo>
                  <a:lnTo>
                    <a:pt x="58703" y="122144"/>
                  </a:lnTo>
                  <a:lnTo>
                    <a:pt x="58779" y="122458"/>
                  </a:lnTo>
                  <a:lnTo>
                    <a:pt x="58917" y="122498"/>
                  </a:lnTo>
                  <a:lnTo>
                    <a:pt x="59836" y="122554"/>
                  </a:lnTo>
                  <a:lnTo>
                    <a:pt x="60255" y="122366"/>
                  </a:lnTo>
                  <a:lnTo>
                    <a:pt x="60360" y="121958"/>
                  </a:lnTo>
                  <a:lnTo>
                    <a:pt x="60439" y="121760"/>
                  </a:lnTo>
                  <a:lnTo>
                    <a:pt x="60838" y="121668"/>
                  </a:lnTo>
                  <a:lnTo>
                    <a:pt x="60812" y="121843"/>
                  </a:lnTo>
                  <a:lnTo>
                    <a:pt x="60977" y="121948"/>
                  </a:lnTo>
                  <a:lnTo>
                    <a:pt x="61621" y="121819"/>
                  </a:lnTo>
                  <a:lnTo>
                    <a:pt x="61877" y="121461"/>
                  </a:lnTo>
                  <a:lnTo>
                    <a:pt x="61695" y="121235"/>
                  </a:lnTo>
                  <a:lnTo>
                    <a:pt x="61631" y="121001"/>
                  </a:lnTo>
                  <a:lnTo>
                    <a:pt x="62061" y="120786"/>
                  </a:lnTo>
                  <a:lnTo>
                    <a:pt x="62403" y="120705"/>
                  </a:lnTo>
                  <a:lnTo>
                    <a:pt x="62575" y="121363"/>
                  </a:lnTo>
                  <a:lnTo>
                    <a:pt x="63056" y="121618"/>
                  </a:lnTo>
                  <a:lnTo>
                    <a:pt x="63267" y="121628"/>
                  </a:lnTo>
                  <a:lnTo>
                    <a:pt x="63403" y="121490"/>
                  </a:lnTo>
                  <a:lnTo>
                    <a:pt x="63491" y="121009"/>
                  </a:lnTo>
                  <a:lnTo>
                    <a:pt x="63763" y="120504"/>
                  </a:lnTo>
                  <a:lnTo>
                    <a:pt x="64016" y="120292"/>
                  </a:lnTo>
                  <a:lnTo>
                    <a:pt x="64279" y="120271"/>
                  </a:lnTo>
                  <a:lnTo>
                    <a:pt x="64782" y="120263"/>
                  </a:lnTo>
                  <a:lnTo>
                    <a:pt x="65090" y="120340"/>
                  </a:lnTo>
                  <a:lnTo>
                    <a:pt x="65527" y="119689"/>
                  </a:lnTo>
                  <a:lnTo>
                    <a:pt x="66033" y="119596"/>
                  </a:lnTo>
                  <a:lnTo>
                    <a:pt x="66164" y="119513"/>
                  </a:lnTo>
                  <a:lnTo>
                    <a:pt x="66219" y="119368"/>
                  </a:lnTo>
                  <a:lnTo>
                    <a:pt x="66283" y="119164"/>
                  </a:lnTo>
                  <a:lnTo>
                    <a:pt x="66683" y="118874"/>
                  </a:lnTo>
                  <a:lnTo>
                    <a:pt x="67115" y="119171"/>
                  </a:lnTo>
                  <a:lnTo>
                    <a:pt x="67455" y="119158"/>
                  </a:lnTo>
                  <a:lnTo>
                    <a:pt x="67676" y="119139"/>
                  </a:lnTo>
                  <a:lnTo>
                    <a:pt x="68487" y="118871"/>
                  </a:lnTo>
                  <a:lnTo>
                    <a:pt x="68969" y="118764"/>
                  </a:lnTo>
                  <a:lnTo>
                    <a:pt x="69215" y="118177"/>
                  </a:lnTo>
                  <a:lnTo>
                    <a:pt x="69262" y="117950"/>
                  </a:lnTo>
                  <a:lnTo>
                    <a:pt x="69477" y="117726"/>
                  </a:lnTo>
                  <a:lnTo>
                    <a:pt x="70792" y="117844"/>
                  </a:lnTo>
                  <a:lnTo>
                    <a:pt x="70638" y="117089"/>
                  </a:lnTo>
                  <a:lnTo>
                    <a:pt x="70772" y="115982"/>
                  </a:lnTo>
                  <a:lnTo>
                    <a:pt x="70990" y="115723"/>
                  </a:lnTo>
                  <a:lnTo>
                    <a:pt x="71258" y="115716"/>
                  </a:lnTo>
                  <a:lnTo>
                    <a:pt x="71671" y="115608"/>
                  </a:lnTo>
                  <a:lnTo>
                    <a:pt x="71740" y="115083"/>
                  </a:lnTo>
                  <a:lnTo>
                    <a:pt x="72015" y="114994"/>
                  </a:lnTo>
                  <a:lnTo>
                    <a:pt x="72417" y="114925"/>
                  </a:lnTo>
                  <a:lnTo>
                    <a:pt x="72810" y="114636"/>
                  </a:lnTo>
                  <a:lnTo>
                    <a:pt x="73170" y="114798"/>
                  </a:lnTo>
                  <a:lnTo>
                    <a:pt x="73513" y="114867"/>
                  </a:lnTo>
                  <a:lnTo>
                    <a:pt x="74150" y="114782"/>
                  </a:lnTo>
                  <a:lnTo>
                    <a:pt x="74409" y="114607"/>
                  </a:lnTo>
                  <a:lnTo>
                    <a:pt x="74541" y="114099"/>
                  </a:lnTo>
                  <a:lnTo>
                    <a:pt x="74837" y="114032"/>
                  </a:lnTo>
                  <a:lnTo>
                    <a:pt x="75230" y="114381"/>
                  </a:lnTo>
                  <a:lnTo>
                    <a:pt x="75973" y="114098"/>
                  </a:lnTo>
                  <a:lnTo>
                    <a:pt x="75888" y="113620"/>
                  </a:lnTo>
                  <a:lnTo>
                    <a:pt x="75888" y="113308"/>
                  </a:lnTo>
                  <a:lnTo>
                    <a:pt x="75904" y="113181"/>
                  </a:lnTo>
                  <a:lnTo>
                    <a:pt x="76148" y="112763"/>
                  </a:lnTo>
                  <a:lnTo>
                    <a:pt x="76798" y="112642"/>
                  </a:lnTo>
                  <a:lnTo>
                    <a:pt x="76971" y="113145"/>
                  </a:lnTo>
                  <a:lnTo>
                    <a:pt x="77239" y="113204"/>
                  </a:lnTo>
                  <a:lnTo>
                    <a:pt x="77496" y="113214"/>
                  </a:lnTo>
                  <a:lnTo>
                    <a:pt x="77777" y="113181"/>
                  </a:lnTo>
                  <a:lnTo>
                    <a:pt x="78163" y="113629"/>
                  </a:lnTo>
                  <a:lnTo>
                    <a:pt x="78412" y="113748"/>
                  </a:lnTo>
                  <a:lnTo>
                    <a:pt x="79322" y="113932"/>
                  </a:lnTo>
                  <a:lnTo>
                    <a:pt x="79580" y="113950"/>
                  </a:lnTo>
                  <a:lnTo>
                    <a:pt x="79773" y="113046"/>
                  </a:lnTo>
                  <a:lnTo>
                    <a:pt x="79460" y="112670"/>
                  </a:lnTo>
                  <a:lnTo>
                    <a:pt x="79464" y="112413"/>
                  </a:lnTo>
                  <a:lnTo>
                    <a:pt x="79546" y="111761"/>
                  </a:lnTo>
                  <a:lnTo>
                    <a:pt x="79730" y="111452"/>
                  </a:lnTo>
                  <a:lnTo>
                    <a:pt x="79548" y="111018"/>
                  </a:lnTo>
                  <a:lnTo>
                    <a:pt x="79803" y="110669"/>
                  </a:lnTo>
                  <a:lnTo>
                    <a:pt x="79856" y="110437"/>
                  </a:lnTo>
                  <a:lnTo>
                    <a:pt x="79869" y="110129"/>
                  </a:lnTo>
                  <a:lnTo>
                    <a:pt x="79856" y="109828"/>
                  </a:lnTo>
                  <a:lnTo>
                    <a:pt x="79889" y="109593"/>
                  </a:lnTo>
                  <a:lnTo>
                    <a:pt x="79378" y="109399"/>
                  </a:lnTo>
                  <a:lnTo>
                    <a:pt x="79183" y="109325"/>
                  </a:lnTo>
                  <a:lnTo>
                    <a:pt x="78875" y="109058"/>
                  </a:lnTo>
                  <a:lnTo>
                    <a:pt x="78594" y="108702"/>
                  </a:lnTo>
                  <a:lnTo>
                    <a:pt x="78258" y="108450"/>
                  </a:lnTo>
                  <a:lnTo>
                    <a:pt x="77917" y="107175"/>
                  </a:lnTo>
                  <a:lnTo>
                    <a:pt x="77763" y="106831"/>
                  </a:lnTo>
                  <a:lnTo>
                    <a:pt x="77705" y="106700"/>
                  </a:lnTo>
                  <a:lnTo>
                    <a:pt x="77439" y="106263"/>
                  </a:lnTo>
                  <a:lnTo>
                    <a:pt x="76915" y="105428"/>
                  </a:lnTo>
                  <a:lnTo>
                    <a:pt x="76468" y="104845"/>
                  </a:lnTo>
                  <a:lnTo>
                    <a:pt x="76359" y="104594"/>
                  </a:lnTo>
                  <a:lnTo>
                    <a:pt x="76279" y="104190"/>
                  </a:lnTo>
                  <a:lnTo>
                    <a:pt x="75832" y="103624"/>
                  </a:lnTo>
                  <a:lnTo>
                    <a:pt x="75628" y="103638"/>
                  </a:lnTo>
                  <a:lnTo>
                    <a:pt x="75463" y="103634"/>
                  </a:lnTo>
                  <a:lnTo>
                    <a:pt x="75186" y="103375"/>
                  </a:lnTo>
                  <a:lnTo>
                    <a:pt x="75216" y="103194"/>
                  </a:lnTo>
                  <a:lnTo>
                    <a:pt x="75250" y="102989"/>
                  </a:lnTo>
                  <a:lnTo>
                    <a:pt x="74938" y="102693"/>
                  </a:lnTo>
                  <a:lnTo>
                    <a:pt x="74858" y="102440"/>
                  </a:lnTo>
                  <a:lnTo>
                    <a:pt x="74974" y="101451"/>
                  </a:lnTo>
                  <a:lnTo>
                    <a:pt x="75491" y="100540"/>
                  </a:lnTo>
                  <a:lnTo>
                    <a:pt x="75815" y="100212"/>
                  </a:lnTo>
                  <a:lnTo>
                    <a:pt x="76271" y="100072"/>
                  </a:lnTo>
                  <a:lnTo>
                    <a:pt x="76090" y="99491"/>
                  </a:lnTo>
                  <a:lnTo>
                    <a:pt x="75685" y="99156"/>
                  </a:lnTo>
                  <a:lnTo>
                    <a:pt x="75468" y="98860"/>
                  </a:lnTo>
                  <a:lnTo>
                    <a:pt x="75347" y="98389"/>
                  </a:lnTo>
                  <a:lnTo>
                    <a:pt x="75494" y="97222"/>
                  </a:lnTo>
                  <a:lnTo>
                    <a:pt x="76563" y="95931"/>
                  </a:lnTo>
                  <a:lnTo>
                    <a:pt x="76821" y="95617"/>
                  </a:lnTo>
                  <a:lnTo>
                    <a:pt x="77003" y="95370"/>
                  </a:lnTo>
                  <a:lnTo>
                    <a:pt x="77106" y="94964"/>
                  </a:lnTo>
                  <a:lnTo>
                    <a:pt x="76298" y="94579"/>
                  </a:lnTo>
                  <a:lnTo>
                    <a:pt x="76005" y="94316"/>
                  </a:lnTo>
                  <a:lnTo>
                    <a:pt x="75705" y="94150"/>
                  </a:lnTo>
                  <a:lnTo>
                    <a:pt x="75285" y="94193"/>
                  </a:lnTo>
                  <a:lnTo>
                    <a:pt x="74803" y="94231"/>
                  </a:lnTo>
                  <a:lnTo>
                    <a:pt x="74353" y="94060"/>
                  </a:lnTo>
                  <a:lnTo>
                    <a:pt x="74046" y="93998"/>
                  </a:lnTo>
                  <a:lnTo>
                    <a:pt x="73578" y="94042"/>
                  </a:lnTo>
                  <a:lnTo>
                    <a:pt x="73321" y="94226"/>
                  </a:lnTo>
                  <a:lnTo>
                    <a:pt x="72493" y="95197"/>
                  </a:lnTo>
                  <a:lnTo>
                    <a:pt x="72159" y="95229"/>
                  </a:lnTo>
                  <a:lnTo>
                    <a:pt x="71429" y="95184"/>
                  </a:lnTo>
                  <a:lnTo>
                    <a:pt x="71489" y="94364"/>
                  </a:lnTo>
                  <a:lnTo>
                    <a:pt x="71085" y="94367"/>
                  </a:lnTo>
                  <a:lnTo>
                    <a:pt x="70614" y="94708"/>
                  </a:lnTo>
                  <a:lnTo>
                    <a:pt x="70590" y="95093"/>
                  </a:lnTo>
                  <a:lnTo>
                    <a:pt x="70614" y="95221"/>
                  </a:lnTo>
                  <a:lnTo>
                    <a:pt x="69763" y="95240"/>
                  </a:lnTo>
                  <a:lnTo>
                    <a:pt x="69683" y="95092"/>
                  </a:lnTo>
                  <a:lnTo>
                    <a:pt x="69457" y="94914"/>
                  </a:lnTo>
                  <a:lnTo>
                    <a:pt x="68843" y="94978"/>
                  </a:lnTo>
                  <a:lnTo>
                    <a:pt x="68005" y="95344"/>
                  </a:lnTo>
                  <a:lnTo>
                    <a:pt x="67637" y="95038"/>
                  </a:lnTo>
                  <a:lnTo>
                    <a:pt x="67591" y="94769"/>
                  </a:lnTo>
                  <a:lnTo>
                    <a:pt x="67665" y="94634"/>
                  </a:lnTo>
                  <a:lnTo>
                    <a:pt x="67941" y="94274"/>
                  </a:lnTo>
                  <a:lnTo>
                    <a:pt x="68131" y="94184"/>
                  </a:lnTo>
                  <a:lnTo>
                    <a:pt x="68141" y="93878"/>
                  </a:lnTo>
                  <a:lnTo>
                    <a:pt x="67730" y="93182"/>
                  </a:lnTo>
                  <a:lnTo>
                    <a:pt x="67381" y="92861"/>
                  </a:lnTo>
                  <a:lnTo>
                    <a:pt x="66936" y="92563"/>
                  </a:lnTo>
                  <a:lnTo>
                    <a:pt x="66294" y="92573"/>
                  </a:lnTo>
                  <a:lnTo>
                    <a:pt x="66131" y="92158"/>
                  </a:lnTo>
                  <a:lnTo>
                    <a:pt x="65867" y="92044"/>
                  </a:lnTo>
                  <a:lnTo>
                    <a:pt x="65231" y="92060"/>
                  </a:lnTo>
                  <a:lnTo>
                    <a:pt x="64962" y="91737"/>
                  </a:lnTo>
                  <a:lnTo>
                    <a:pt x="64817" y="91454"/>
                  </a:lnTo>
                  <a:lnTo>
                    <a:pt x="64874" y="91045"/>
                  </a:lnTo>
                  <a:lnTo>
                    <a:pt x="64667" y="90902"/>
                  </a:lnTo>
                  <a:lnTo>
                    <a:pt x="64249" y="90987"/>
                  </a:lnTo>
                  <a:lnTo>
                    <a:pt x="63694" y="90424"/>
                  </a:lnTo>
                  <a:lnTo>
                    <a:pt x="62968" y="89968"/>
                  </a:lnTo>
                  <a:lnTo>
                    <a:pt x="62814" y="89951"/>
                  </a:lnTo>
                  <a:lnTo>
                    <a:pt x="62412" y="90231"/>
                  </a:lnTo>
                  <a:lnTo>
                    <a:pt x="62122" y="90200"/>
                  </a:lnTo>
                  <a:lnTo>
                    <a:pt x="61379" y="90058"/>
                  </a:lnTo>
                  <a:lnTo>
                    <a:pt x="61116" y="89916"/>
                  </a:lnTo>
                  <a:lnTo>
                    <a:pt x="60954" y="89417"/>
                  </a:lnTo>
                  <a:lnTo>
                    <a:pt x="61454" y="88641"/>
                  </a:lnTo>
                  <a:lnTo>
                    <a:pt x="60991" y="88243"/>
                  </a:lnTo>
                  <a:lnTo>
                    <a:pt x="60625" y="88149"/>
                  </a:lnTo>
                  <a:lnTo>
                    <a:pt x="60486" y="87769"/>
                  </a:lnTo>
                  <a:lnTo>
                    <a:pt x="59795" y="87639"/>
                  </a:lnTo>
                  <a:lnTo>
                    <a:pt x="60061" y="87425"/>
                  </a:lnTo>
                  <a:lnTo>
                    <a:pt x="60051" y="87286"/>
                  </a:lnTo>
                  <a:lnTo>
                    <a:pt x="60009" y="87142"/>
                  </a:lnTo>
                  <a:lnTo>
                    <a:pt x="59798" y="86853"/>
                  </a:lnTo>
                  <a:lnTo>
                    <a:pt x="59619" y="86826"/>
                  </a:lnTo>
                  <a:lnTo>
                    <a:pt x="59175" y="86652"/>
                  </a:lnTo>
                  <a:lnTo>
                    <a:pt x="58884" y="86511"/>
                  </a:lnTo>
                  <a:lnTo>
                    <a:pt x="59132" y="86034"/>
                  </a:lnTo>
                  <a:lnTo>
                    <a:pt x="59252" y="85763"/>
                  </a:lnTo>
                  <a:lnTo>
                    <a:pt x="59263" y="85581"/>
                  </a:lnTo>
                  <a:lnTo>
                    <a:pt x="59329" y="85397"/>
                  </a:lnTo>
                  <a:lnTo>
                    <a:pt x="59675" y="85312"/>
                  </a:lnTo>
                  <a:lnTo>
                    <a:pt x="59804" y="84653"/>
                  </a:lnTo>
                  <a:lnTo>
                    <a:pt x="59829" y="84454"/>
                  </a:lnTo>
                  <a:lnTo>
                    <a:pt x="60348" y="83951"/>
                  </a:lnTo>
                  <a:lnTo>
                    <a:pt x="60510" y="83860"/>
                  </a:lnTo>
                  <a:lnTo>
                    <a:pt x="60798" y="83841"/>
                  </a:lnTo>
                  <a:lnTo>
                    <a:pt x="60951" y="83762"/>
                  </a:lnTo>
                  <a:lnTo>
                    <a:pt x="61040" y="83419"/>
                  </a:lnTo>
                  <a:lnTo>
                    <a:pt x="60680" y="82996"/>
                  </a:lnTo>
                  <a:lnTo>
                    <a:pt x="60338" y="82621"/>
                  </a:lnTo>
                  <a:lnTo>
                    <a:pt x="60354" y="82452"/>
                  </a:lnTo>
                  <a:lnTo>
                    <a:pt x="60377" y="82316"/>
                  </a:lnTo>
                  <a:lnTo>
                    <a:pt x="60596" y="81769"/>
                  </a:lnTo>
                  <a:lnTo>
                    <a:pt x="60727" y="81043"/>
                  </a:lnTo>
                  <a:lnTo>
                    <a:pt x="60709" y="80798"/>
                  </a:lnTo>
                  <a:lnTo>
                    <a:pt x="60618" y="80666"/>
                  </a:lnTo>
                  <a:lnTo>
                    <a:pt x="60918" y="80298"/>
                  </a:lnTo>
                  <a:lnTo>
                    <a:pt x="61434" y="80500"/>
                  </a:lnTo>
                  <a:lnTo>
                    <a:pt x="61696" y="80766"/>
                  </a:lnTo>
                  <a:lnTo>
                    <a:pt x="61924" y="81342"/>
                  </a:lnTo>
                  <a:lnTo>
                    <a:pt x="62243" y="81494"/>
                  </a:lnTo>
                  <a:lnTo>
                    <a:pt x="62592" y="81565"/>
                  </a:lnTo>
                  <a:lnTo>
                    <a:pt x="62750" y="81548"/>
                  </a:lnTo>
                  <a:lnTo>
                    <a:pt x="62810" y="81380"/>
                  </a:lnTo>
                  <a:lnTo>
                    <a:pt x="62920" y="81056"/>
                  </a:lnTo>
                  <a:lnTo>
                    <a:pt x="63057" y="80821"/>
                  </a:lnTo>
                  <a:lnTo>
                    <a:pt x="63231" y="80564"/>
                  </a:lnTo>
                  <a:lnTo>
                    <a:pt x="63532" y="80207"/>
                  </a:lnTo>
                  <a:lnTo>
                    <a:pt x="63712" y="80235"/>
                  </a:lnTo>
                  <a:lnTo>
                    <a:pt x="63905" y="80218"/>
                  </a:lnTo>
                  <a:lnTo>
                    <a:pt x="64195" y="80087"/>
                  </a:lnTo>
                  <a:lnTo>
                    <a:pt x="64186" y="79578"/>
                  </a:lnTo>
                  <a:lnTo>
                    <a:pt x="64063" y="79278"/>
                  </a:lnTo>
                  <a:lnTo>
                    <a:pt x="64038" y="78994"/>
                  </a:lnTo>
                  <a:lnTo>
                    <a:pt x="64727" y="78948"/>
                  </a:lnTo>
                  <a:lnTo>
                    <a:pt x="64902" y="79078"/>
                  </a:lnTo>
                  <a:lnTo>
                    <a:pt x="65241" y="79282"/>
                  </a:lnTo>
                  <a:lnTo>
                    <a:pt x="65742" y="79359"/>
                  </a:lnTo>
                  <a:lnTo>
                    <a:pt x="66028" y="79197"/>
                  </a:lnTo>
                  <a:lnTo>
                    <a:pt x="66168" y="78997"/>
                  </a:lnTo>
                  <a:lnTo>
                    <a:pt x="66256" y="78777"/>
                  </a:lnTo>
                  <a:lnTo>
                    <a:pt x="66464" y="78185"/>
                  </a:lnTo>
                  <a:lnTo>
                    <a:pt x="66674" y="78221"/>
                  </a:lnTo>
                  <a:lnTo>
                    <a:pt x="66829" y="78215"/>
                  </a:lnTo>
                  <a:lnTo>
                    <a:pt x="67074" y="78151"/>
                  </a:lnTo>
                  <a:lnTo>
                    <a:pt x="67859" y="77850"/>
                  </a:lnTo>
                  <a:lnTo>
                    <a:pt x="68141" y="77468"/>
                  </a:lnTo>
                  <a:lnTo>
                    <a:pt x="68372" y="77447"/>
                  </a:lnTo>
                  <a:lnTo>
                    <a:pt x="68652" y="77609"/>
                  </a:lnTo>
                  <a:lnTo>
                    <a:pt x="68855" y="77444"/>
                  </a:lnTo>
                  <a:lnTo>
                    <a:pt x="69061" y="76936"/>
                  </a:lnTo>
                  <a:lnTo>
                    <a:pt x="69194" y="76938"/>
                  </a:lnTo>
                  <a:lnTo>
                    <a:pt x="69695" y="77143"/>
                  </a:lnTo>
                  <a:lnTo>
                    <a:pt x="70079" y="76787"/>
                  </a:lnTo>
                  <a:lnTo>
                    <a:pt x="70232" y="76764"/>
                  </a:lnTo>
                  <a:lnTo>
                    <a:pt x="70495" y="76750"/>
                  </a:lnTo>
                  <a:lnTo>
                    <a:pt x="70833" y="77325"/>
                  </a:lnTo>
                  <a:lnTo>
                    <a:pt x="70758" y="77781"/>
                  </a:lnTo>
                  <a:lnTo>
                    <a:pt x="70837" y="78068"/>
                  </a:lnTo>
                  <a:lnTo>
                    <a:pt x="71070" y="78174"/>
                  </a:lnTo>
                  <a:lnTo>
                    <a:pt x="71302" y="78131"/>
                  </a:lnTo>
                  <a:lnTo>
                    <a:pt x="71627" y="78172"/>
                  </a:lnTo>
                  <a:lnTo>
                    <a:pt x="71684" y="78319"/>
                  </a:lnTo>
                  <a:lnTo>
                    <a:pt x="72004" y="78748"/>
                  </a:lnTo>
                  <a:lnTo>
                    <a:pt x="72502" y="78738"/>
                  </a:lnTo>
                  <a:lnTo>
                    <a:pt x="72755" y="78921"/>
                  </a:lnTo>
                  <a:lnTo>
                    <a:pt x="72723" y="79253"/>
                  </a:lnTo>
                  <a:lnTo>
                    <a:pt x="72709" y="79394"/>
                  </a:lnTo>
                  <a:lnTo>
                    <a:pt x="72772" y="79645"/>
                  </a:lnTo>
                  <a:lnTo>
                    <a:pt x="72924" y="79729"/>
                  </a:lnTo>
                  <a:lnTo>
                    <a:pt x="73156" y="79740"/>
                  </a:lnTo>
                  <a:lnTo>
                    <a:pt x="73508" y="79788"/>
                  </a:lnTo>
                  <a:lnTo>
                    <a:pt x="73194" y="80038"/>
                  </a:lnTo>
                  <a:lnTo>
                    <a:pt x="73162" y="80380"/>
                  </a:lnTo>
                  <a:lnTo>
                    <a:pt x="73151" y="80732"/>
                  </a:lnTo>
                  <a:lnTo>
                    <a:pt x="73240" y="80904"/>
                  </a:lnTo>
                  <a:lnTo>
                    <a:pt x="74013" y="81367"/>
                  </a:lnTo>
                  <a:lnTo>
                    <a:pt x="74227" y="81346"/>
                  </a:lnTo>
                  <a:lnTo>
                    <a:pt x="74565" y="81500"/>
                  </a:lnTo>
                  <a:lnTo>
                    <a:pt x="74558" y="81643"/>
                  </a:lnTo>
                  <a:lnTo>
                    <a:pt x="74415" y="81655"/>
                  </a:lnTo>
                  <a:lnTo>
                    <a:pt x="74324" y="81829"/>
                  </a:lnTo>
                  <a:lnTo>
                    <a:pt x="74353" y="82074"/>
                  </a:lnTo>
                  <a:lnTo>
                    <a:pt x="74733" y="82149"/>
                  </a:lnTo>
                  <a:lnTo>
                    <a:pt x="75500" y="82042"/>
                  </a:lnTo>
                  <a:lnTo>
                    <a:pt x="75841" y="82345"/>
                  </a:lnTo>
                  <a:lnTo>
                    <a:pt x="76011" y="82540"/>
                  </a:lnTo>
                  <a:lnTo>
                    <a:pt x="76621" y="82850"/>
                  </a:lnTo>
                  <a:lnTo>
                    <a:pt x="76976" y="83160"/>
                  </a:lnTo>
                  <a:lnTo>
                    <a:pt x="77046" y="83383"/>
                  </a:lnTo>
                  <a:lnTo>
                    <a:pt x="77568" y="83449"/>
                  </a:lnTo>
                  <a:lnTo>
                    <a:pt x="77725" y="83477"/>
                  </a:lnTo>
                  <a:lnTo>
                    <a:pt x="77737" y="83948"/>
                  </a:lnTo>
                  <a:lnTo>
                    <a:pt x="77466" y="84337"/>
                  </a:lnTo>
                  <a:lnTo>
                    <a:pt x="77117" y="84340"/>
                  </a:lnTo>
                  <a:lnTo>
                    <a:pt x="76470" y="84600"/>
                  </a:lnTo>
                  <a:lnTo>
                    <a:pt x="76595" y="84785"/>
                  </a:lnTo>
                  <a:lnTo>
                    <a:pt x="76901" y="84832"/>
                  </a:lnTo>
                  <a:lnTo>
                    <a:pt x="77108" y="84767"/>
                  </a:lnTo>
                  <a:lnTo>
                    <a:pt x="78141" y="84767"/>
                  </a:lnTo>
                  <a:lnTo>
                    <a:pt x="78673" y="84733"/>
                  </a:lnTo>
                  <a:lnTo>
                    <a:pt x="78834" y="84762"/>
                  </a:lnTo>
                  <a:lnTo>
                    <a:pt x="79072" y="84957"/>
                  </a:lnTo>
                  <a:lnTo>
                    <a:pt x="79405" y="84991"/>
                  </a:lnTo>
                  <a:lnTo>
                    <a:pt x="79897" y="85170"/>
                  </a:lnTo>
                  <a:lnTo>
                    <a:pt x="80448" y="85399"/>
                  </a:lnTo>
                  <a:lnTo>
                    <a:pt x="81096" y="85383"/>
                  </a:lnTo>
                  <a:lnTo>
                    <a:pt x="81488" y="85384"/>
                  </a:lnTo>
                  <a:lnTo>
                    <a:pt x="82085" y="85411"/>
                  </a:lnTo>
                  <a:lnTo>
                    <a:pt x="82682" y="85353"/>
                  </a:lnTo>
                  <a:lnTo>
                    <a:pt x="82881" y="85424"/>
                  </a:lnTo>
                  <a:lnTo>
                    <a:pt x="83206" y="85581"/>
                  </a:lnTo>
                  <a:lnTo>
                    <a:pt x="83428" y="85677"/>
                  </a:lnTo>
                  <a:lnTo>
                    <a:pt x="83718" y="85711"/>
                  </a:lnTo>
                  <a:lnTo>
                    <a:pt x="84008" y="85638"/>
                  </a:lnTo>
                  <a:lnTo>
                    <a:pt x="84447" y="85817"/>
                  </a:lnTo>
                  <a:lnTo>
                    <a:pt x="84605" y="85889"/>
                  </a:lnTo>
                  <a:lnTo>
                    <a:pt x="85184" y="86351"/>
                  </a:lnTo>
                  <a:lnTo>
                    <a:pt x="85377" y="86618"/>
                  </a:lnTo>
                  <a:lnTo>
                    <a:pt x="85530" y="87283"/>
                  </a:lnTo>
                  <a:lnTo>
                    <a:pt x="85707" y="87499"/>
                  </a:lnTo>
                  <a:lnTo>
                    <a:pt x="85929" y="87737"/>
                  </a:lnTo>
                  <a:lnTo>
                    <a:pt x="86000" y="87949"/>
                  </a:lnTo>
                  <a:lnTo>
                    <a:pt x="86280" y="88166"/>
                  </a:lnTo>
                  <a:lnTo>
                    <a:pt x="86479" y="88330"/>
                  </a:lnTo>
                  <a:lnTo>
                    <a:pt x="86997" y="88647"/>
                  </a:lnTo>
                  <a:lnTo>
                    <a:pt x="87151" y="88876"/>
                  </a:lnTo>
                  <a:lnTo>
                    <a:pt x="87834" y="89576"/>
                  </a:lnTo>
                  <a:lnTo>
                    <a:pt x="88006" y="89344"/>
                  </a:lnTo>
                  <a:lnTo>
                    <a:pt x="88151" y="89210"/>
                  </a:lnTo>
                  <a:lnTo>
                    <a:pt x="88395" y="89106"/>
                  </a:lnTo>
                  <a:lnTo>
                    <a:pt x="88570" y="89059"/>
                  </a:lnTo>
                  <a:lnTo>
                    <a:pt x="88959" y="89104"/>
                  </a:lnTo>
                  <a:lnTo>
                    <a:pt x="89354" y="89319"/>
                  </a:lnTo>
                  <a:lnTo>
                    <a:pt x="89366" y="89034"/>
                  </a:lnTo>
                  <a:lnTo>
                    <a:pt x="89378" y="88860"/>
                  </a:lnTo>
                  <a:lnTo>
                    <a:pt x="89396" y="88640"/>
                  </a:lnTo>
                  <a:lnTo>
                    <a:pt x="89678" y="88419"/>
                  </a:lnTo>
                  <a:lnTo>
                    <a:pt x="89819" y="88582"/>
                  </a:lnTo>
                  <a:lnTo>
                    <a:pt x="90091" y="88695"/>
                  </a:lnTo>
                  <a:lnTo>
                    <a:pt x="90391" y="88744"/>
                  </a:lnTo>
                  <a:lnTo>
                    <a:pt x="90600" y="88737"/>
                  </a:lnTo>
                  <a:lnTo>
                    <a:pt x="91275" y="88733"/>
                  </a:lnTo>
                  <a:lnTo>
                    <a:pt x="91887" y="88879"/>
                  </a:lnTo>
                  <a:lnTo>
                    <a:pt x="93084" y="89241"/>
                  </a:lnTo>
                  <a:lnTo>
                    <a:pt x="93474" y="89602"/>
                  </a:lnTo>
                  <a:lnTo>
                    <a:pt x="93194" y="90270"/>
                  </a:lnTo>
                  <a:lnTo>
                    <a:pt x="93188" y="90693"/>
                  </a:lnTo>
                  <a:lnTo>
                    <a:pt x="93426" y="90739"/>
                  </a:lnTo>
                  <a:lnTo>
                    <a:pt x="93764" y="90826"/>
                  </a:lnTo>
                  <a:lnTo>
                    <a:pt x="94104" y="91184"/>
                  </a:lnTo>
                  <a:lnTo>
                    <a:pt x="94102" y="91508"/>
                  </a:lnTo>
                  <a:lnTo>
                    <a:pt x="93987" y="91855"/>
                  </a:lnTo>
                  <a:lnTo>
                    <a:pt x="93824" y="92084"/>
                  </a:lnTo>
                  <a:lnTo>
                    <a:pt x="93621" y="92344"/>
                  </a:lnTo>
                  <a:lnTo>
                    <a:pt x="93841" y="92917"/>
                  </a:lnTo>
                  <a:lnTo>
                    <a:pt x="93873" y="93145"/>
                  </a:lnTo>
                  <a:lnTo>
                    <a:pt x="93878" y="93284"/>
                  </a:lnTo>
                  <a:lnTo>
                    <a:pt x="93615" y="93739"/>
                  </a:lnTo>
                  <a:lnTo>
                    <a:pt x="93637" y="93974"/>
                  </a:lnTo>
                  <a:lnTo>
                    <a:pt x="93761" y="94377"/>
                  </a:lnTo>
                  <a:lnTo>
                    <a:pt x="94087" y="94875"/>
                  </a:lnTo>
                  <a:lnTo>
                    <a:pt x="94381" y="95156"/>
                  </a:lnTo>
                  <a:lnTo>
                    <a:pt x="94766" y="95356"/>
                  </a:lnTo>
                  <a:lnTo>
                    <a:pt x="94846" y="95559"/>
                  </a:lnTo>
                  <a:lnTo>
                    <a:pt x="94997" y="95954"/>
                  </a:lnTo>
                  <a:lnTo>
                    <a:pt x="95317" y="95862"/>
                  </a:lnTo>
                  <a:lnTo>
                    <a:pt x="95700" y="95823"/>
                  </a:lnTo>
                  <a:lnTo>
                    <a:pt x="95750" y="95967"/>
                  </a:lnTo>
                  <a:lnTo>
                    <a:pt x="95740" y="96146"/>
                  </a:lnTo>
                  <a:lnTo>
                    <a:pt x="95666" y="96557"/>
                  </a:lnTo>
                  <a:lnTo>
                    <a:pt x="95917" y="96616"/>
                  </a:lnTo>
                  <a:lnTo>
                    <a:pt x="96281" y="96461"/>
                  </a:lnTo>
                  <a:lnTo>
                    <a:pt x="96811" y="96322"/>
                  </a:lnTo>
                  <a:lnTo>
                    <a:pt x="96960" y="96663"/>
                  </a:lnTo>
                  <a:lnTo>
                    <a:pt x="96956" y="96820"/>
                  </a:lnTo>
                  <a:lnTo>
                    <a:pt x="96780" y="96908"/>
                  </a:lnTo>
                  <a:lnTo>
                    <a:pt x="96610" y="97046"/>
                  </a:lnTo>
                  <a:lnTo>
                    <a:pt x="96619" y="97198"/>
                  </a:lnTo>
                  <a:lnTo>
                    <a:pt x="96750" y="97439"/>
                  </a:lnTo>
                  <a:lnTo>
                    <a:pt x="96872" y="98443"/>
                  </a:lnTo>
                  <a:lnTo>
                    <a:pt x="96442" y="98947"/>
                  </a:lnTo>
                  <a:lnTo>
                    <a:pt x="95985" y="99517"/>
                  </a:lnTo>
                  <a:lnTo>
                    <a:pt x="95911" y="100208"/>
                  </a:lnTo>
                  <a:lnTo>
                    <a:pt x="96254" y="100290"/>
                  </a:lnTo>
                  <a:lnTo>
                    <a:pt x="96597" y="100449"/>
                  </a:lnTo>
                  <a:lnTo>
                    <a:pt x="97228" y="100813"/>
                  </a:lnTo>
                  <a:lnTo>
                    <a:pt x="97564" y="100912"/>
                  </a:lnTo>
                  <a:lnTo>
                    <a:pt x="97749" y="101233"/>
                  </a:lnTo>
                  <a:lnTo>
                    <a:pt x="97809" y="101378"/>
                  </a:lnTo>
                  <a:lnTo>
                    <a:pt x="98077" y="101412"/>
                  </a:lnTo>
                  <a:lnTo>
                    <a:pt x="98865" y="101370"/>
                  </a:lnTo>
                  <a:lnTo>
                    <a:pt x="99019" y="101698"/>
                  </a:lnTo>
                  <a:lnTo>
                    <a:pt x="99287" y="102014"/>
                  </a:lnTo>
                  <a:lnTo>
                    <a:pt x="99512" y="102083"/>
                  </a:lnTo>
                  <a:lnTo>
                    <a:pt x="99715" y="102078"/>
                  </a:lnTo>
                  <a:lnTo>
                    <a:pt x="99984" y="102084"/>
                  </a:lnTo>
                  <a:lnTo>
                    <a:pt x="100346" y="102216"/>
                  </a:lnTo>
                  <a:lnTo>
                    <a:pt x="100574" y="102634"/>
                  </a:lnTo>
                  <a:lnTo>
                    <a:pt x="100679" y="102774"/>
                  </a:lnTo>
                  <a:lnTo>
                    <a:pt x="100533" y="102978"/>
                  </a:lnTo>
                  <a:lnTo>
                    <a:pt x="100008" y="103016"/>
                  </a:lnTo>
                  <a:lnTo>
                    <a:pt x="100090" y="103370"/>
                  </a:lnTo>
                  <a:lnTo>
                    <a:pt x="100620" y="103486"/>
                  </a:lnTo>
                  <a:lnTo>
                    <a:pt x="100779" y="103517"/>
                  </a:lnTo>
                  <a:lnTo>
                    <a:pt x="101264" y="103435"/>
                  </a:lnTo>
                  <a:lnTo>
                    <a:pt x="101442" y="103831"/>
                  </a:lnTo>
                  <a:lnTo>
                    <a:pt x="101393" y="103963"/>
                  </a:lnTo>
                  <a:lnTo>
                    <a:pt x="101191" y="104505"/>
                  </a:lnTo>
                  <a:lnTo>
                    <a:pt x="101854" y="104574"/>
                  </a:lnTo>
                  <a:lnTo>
                    <a:pt x="102543" y="104915"/>
                  </a:lnTo>
                  <a:lnTo>
                    <a:pt x="103393" y="104982"/>
                  </a:lnTo>
                  <a:lnTo>
                    <a:pt x="103698" y="104976"/>
                  </a:lnTo>
                  <a:lnTo>
                    <a:pt x="104141" y="104949"/>
                  </a:lnTo>
                  <a:lnTo>
                    <a:pt x="104479" y="105181"/>
                  </a:lnTo>
                  <a:lnTo>
                    <a:pt x="104779" y="105196"/>
                  </a:lnTo>
                  <a:lnTo>
                    <a:pt x="105329" y="105036"/>
                  </a:lnTo>
                  <a:lnTo>
                    <a:pt x="106005" y="104831"/>
                  </a:lnTo>
                  <a:lnTo>
                    <a:pt x="106202" y="104768"/>
                  </a:lnTo>
                  <a:lnTo>
                    <a:pt x="106429" y="104645"/>
                  </a:lnTo>
                  <a:lnTo>
                    <a:pt x="106557" y="104626"/>
                  </a:lnTo>
                  <a:lnTo>
                    <a:pt x="106707" y="104607"/>
                  </a:lnTo>
                  <a:lnTo>
                    <a:pt x="107220" y="104793"/>
                  </a:lnTo>
                  <a:lnTo>
                    <a:pt x="107200" y="104984"/>
                  </a:lnTo>
                  <a:lnTo>
                    <a:pt x="107747" y="105219"/>
                  </a:lnTo>
                  <a:lnTo>
                    <a:pt x="107903" y="105249"/>
                  </a:lnTo>
                  <a:lnTo>
                    <a:pt x="108207" y="105190"/>
                  </a:lnTo>
                  <a:lnTo>
                    <a:pt x="108327" y="104892"/>
                  </a:lnTo>
                  <a:lnTo>
                    <a:pt x="108336" y="104570"/>
                  </a:lnTo>
                  <a:lnTo>
                    <a:pt x="108462" y="104250"/>
                  </a:lnTo>
                  <a:lnTo>
                    <a:pt x="109010" y="104172"/>
                  </a:lnTo>
                  <a:lnTo>
                    <a:pt x="110109" y="104244"/>
                  </a:lnTo>
                  <a:lnTo>
                    <a:pt x="110949" y="104774"/>
                  </a:lnTo>
                  <a:lnTo>
                    <a:pt x="110838" y="105129"/>
                  </a:lnTo>
                  <a:lnTo>
                    <a:pt x="110657" y="105397"/>
                  </a:lnTo>
                  <a:lnTo>
                    <a:pt x="111125" y="105568"/>
                  </a:lnTo>
                  <a:lnTo>
                    <a:pt x="111471" y="105561"/>
                  </a:lnTo>
                  <a:lnTo>
                    <a:pt x="111689" y="105779"/>
                  </a:lnTo>
                  <a:lnTo>
                    <a:pt x="111921" y="106344"/>
                  </a:lnTo>
                  <a:lnTo>
                    <a:pt x="111867" y="106958"/>
                  </a:lnTo>
                  <a:lnTo>
                    <a:pt x="111994" y="106984"/>
                  </a:lnTo>
                  <a:lnTo>
                    <a:pt x="112507" y="107289"/>
                  </a:lnTo>
                  <a:lnTo>
                    <a:pt x="112830" y="107297"/>
                  </a:lnTo>
                  <a:lnTo>
                    <a:pt x="113236" y="107238"/>
                  </a:lnTo>
                  <a:lnTo>
                    <a:pt x="113384" y="107164"/>
                  </a:lnTo>
                  <a:lnTo>
                    <a:pt x="113396" y="107033"/>
                  </a:lnTo>
                  <a:lnTo>
                    <a:pt x="113829" y="107024"/>
                  </a:lnTo>
                  <a:lnTo>
                    <a:pt x="114274" y="106993"/>
                  </a:lnTo>
                  <a:lnTo>
                    <a:pt x="114243" y="106653"/>
                  </a:lnTo>
                  <a:lnTo>
                    <a:pt x="115036" y="106268"/>
                  </a:lnTo>
                  <a:lnTo>
                    <a:pt x="115441" y="106010"/>
                  </a:lnTo>
                  <a:lnTo>
                    <a:pt x="115719" y="106042"/>
                  </a:lnTo>
                  <a:lnTo>
                    <a:pt x="116180" y="106010"/>
                  </a:lnTo>
                  <a:lnTo>
                    <a:pt x="116417" y="105626"/>
                  </a:lnTo>
                  <a:lnTo>
                    <a:pt x="116575" y="105356"/>
                  </a:lnTo>
                  <a:lnTo>
                    <a:pt x="117174" y="105516"/>
                  </a:lnTo>
                  <a:lnTo>
                    <a:pt x="117561" y="105727"/>
                  </a:lnTo>
                  <a:lnTo>
                    <a:pt x="117844" y="105922"/>
                  </a:lnTo>
                  <a:lnTo>
                    <a:pt x="118149" y="106161"/>
                  </a:lnTo>
                  <a:lnTo>
                    <a:pt x="117976" y="107073"/>
                  </a:lnTo>
                  <a:lnTo>
                    <a:pt x="117936" y="107279"/>
                  </a:lnTo>
                  <a:lnTo>
                    <a:pt x="118367" y="108048"/>
                  </a:lnTo>
                  <a:lnTo>
                    <a:pt x="118621" y="108131"/>
                  </a:lnTo>
                  <a:lnTo>
                    <a:pt x="119005" y="108510"/>
                  </a:lnTo>
                  <a:lnTo>
                    <a:pt x="118896" y="108942"/>
                  </a:lnTo>
                  <a:lnTo>
                    <a:pt x="118906" y="109198"/>
                  </a:lnTo>
                  <a:lnTo>
                    <a:pt x="118922" y="109360"/>
                  </a:lnTo>
                  <a:lnTo>
                    <a:pt x="119136" y="109371"/>
                  </a:lnTo>
                  <a:lnTo>
                    <a:pt x="119467" y="109310"/>
                  </a:lnTo>
                  <a:lnTo>
                    <a:pt x="119975" y="109034"/>
                  </a:lnTo>
                  <a:lnTo>
                    <a:pt x="119996" y="108673"/>
                  </a:lnTo>
                  <a:lnTo>
                    <a:pt x="120008" y="108503"/>
                  </a:lnTo>
                  <a:lnTo>
                    <a:pt x="120410" y="108511"/>
                  </a:lnTo>
                  <a:lnTo>
                    <a:pt x="121085" y="108279"/>
                  </a:lnTo>
                  <a:lnTo>
                    <a:pt x="120999" y="107836"/>
                  </a:lnTo>
                  <a:lnTo>
                    <a:pt x="121227" y="107427"/>
                  </a:lnTo>
                  <a:lnTo>
                    <a:pt x="120730" y="107075"/>
                  </a:lnTo>
                  <a:lnTo>
                    <a:pt x="120730" y="106897"/>
                  </a:lnTo>
                  <a:lnTo>
                    <a:pt x="120806" y="106672"/>
                  </a:lnTo>
                  <a:lnTo>
                    <a:pt x="121490" y="106831"/>
                  </a:lnTo>
                  <a:lnTo>
                    <a:pt x="121585" y="107128"/>
                  </a:lnTo>
                  <a:lnTo>
                    <a:pt x="122354" y="107824"/>
                  </a:lnTo>
                  <a:lnTo>
                    <a:pt x="122610" y="108012"/>
                  </a:lnTo>
                  <a:lnTo>
                    <a:pt x="122769" y="108079"/>
                  </a:lnTo>
                  <a:lnTo>
                    <a:pt x="122925" y="108143"/>
                  </a:lnTo>
                  <a:lnTo>
                    <a:pt x="123138" y="108237"/>
                  </a:lnTo>
                  <a:lnTo>
                    <a:pt x="123447" y="108566"/>
                  </a:lnTo>
                  <a:lnTo>
                    <a:pt x="123350" y="109023"/>
                  </a:lnTo>
                  <a:lnTo>
                    <a:pt x="123227" y="109255"/>
                  </a:lnTo>
                  <a:lnTo>
                    <a:pt x="123026" y="109823"/>
                  </a:lnTo>
                  <a:lnTo>
                    <a:pt x="123215" y="110346"/>
                  </a:lnTo>
                  <a:lnTo>
                    <a:pt x="123478" y="110614"/>
                  </a:lnTo>
                  <a:lnTo>
                    <a:pt x="123464" y="111209"/>
                  </a:lnTo>
                  <a:lnTo>
                    <a:pt x="123493" y="111625"/>
                  </a:lnTo>
                  <a:lnTo>
                    <a:pt x="123790" y="111800"/>
                  </a:lnTo>
                  <a:lnTo>
                    <a:pt x="124042" y="111877"/>
                  </a:lnTo>
                  <a:lnTo>
                    <a:pt x="124348" y="112147"/>
                  </a:lnTo>
                  <a:lnTo>
                    <a:pt x="124524" y="112546"/>
                  </a:lnTo>
                  <a:lnTo>
                    <a:pt x="124754" y="113102"/>
                  </a:lnTo>
                  <a:lnTo>
                    <a:pt x="124784" y="113440"/>
                  </a:lnTo>
                  <a:lnTo>
                    <a:pt x="124905" y="113720"/>
                  </a:lnTo>
                  <a:lnTo>
                    <a:pt x="125295" y="114116"/>
                  </a:lnTo>
                  <a:lnTo>
                    <a:pt x="125496" y="114143"/>
                  </a:lnTo>
                  <a:lnTo>
                    <a:pt x="125791" y="113705"/>
                  </a:lnTo>
                  <a:lnTo>
                    <a:pt x="125981" y="113619"/>
                  </a:lnTo>
                  <a:lnTo>
                    <a:pt x="126293" y="113516"/>
                  </a:lnTo>
                  <a:lnTo>
                    <a:pt x="126963" y="113676"/>
                  </a:lnTo>
                  <a:lnTo>
                    <a:pt x="127232" y="113887"/>
                  </a:lnTo>
                  <a:lnTo>
                    <a:pt x="127275" y="114475"/>
                  </a:lnTo>
                  <a:lnTo>
                    <a:pt x="127146" y="114958"/>
                  </a:lnTo>
                  <a:lnTo>
                    <a:pt x="127050" y="115533"/>
                  </a:lnTo>
                  <a:lnTo>
                    <a:pt x="127085" y="116022"/>
                  </a:lnTo>
                  <a:lnTo>
                    <a:pt x="126884" y="116528"/>
                  </a:lnTo>
                  <a:lnTo>
                    <a:pt x="126671" y="116820"/>
                  </a:lnTo>
                  <a:lnTo>
                    <a:pt x="126683" y="117026"/>
                  </a:lnTo>
                  <a:lnTo>
                    <a:pt x="126951" y="117392"/>
                  </a:lnTo>
                  <a:lnTo>
                    <a:pt x="126933" y="118014"/>
                  </a:lnTo>
                  <a:lnTo>
                    <a:pt x="126908" y="118227"/>
                  </a:lnTo>
                  <a:lnTo>
                    <a:pt x="126815" y="118444"/>
                  </a:lnTo>
                  <a:lnTo>
                    <a:pt x="126594" y="118897"/>
                  </a:lnTo>
                  <a:lnTo>
                    <a:pt x="126429" y="119199"/>
                  </a:lnTo>
                  <a:lnTo>
                    <a:pt x="126524" y="119409"/>
                  </a:lnTo>
                  <a:lnTo>
                    <a:pt x="126545" y="119920"/>
                  </a:lnTo>
                  <a:lnTo>
                    <a:pt x="126175" y="120599"/>
                  </a:lnTo>
                  <a:lnTo>
                    <a:pt x="125891" y="121094"/>
                  </a:lnTo>
                  <a:lnTo>
                    <a:pt x="126401" y="121646"/>
                  </a:lnTo>
                  <a:lnTo>
                    <a:pt x="126541" y="121715"/>
                  </a:lnTo>
                  <a:lnTo>
                    <a:pt x="126964" y="121914"/>
                  </a:lnTo>
                  <a:lnTo>
                    <a:pt x="128194" y="121671"/>
                  </a:lnTo>
                  <a:lnTo>
                    <a:pt x="128663" y="121225"/>
                  </a:lnTo>
                  <a:lnTo>
                    <a:pt x="128799" y="121191"/>
                  </a:lnTo>
                  <a:lnTo>
                    <a:pt x="129432" y="121132"/>
                  </a:lnTo>
                  <a:lnTo>
                    <a:pt x="130337" y="121150"/>
                  </a:lnTo>
                  <a:lnTo>
                    <a:pt x="130573" y="121194"/>
                  </a:lnTo>
                  <a:lnTo>
                    <a:pt x="131048" y="121101"/>
                  </a:lnTo>
                  <a:lnTo>
                    <a:pt x="131336" y="121156"/>
                  </a:lnTo>
                  <a:lnTo>
                    <a:pt x="132112" y="121387"/>
                  </a:lnTo>
                  <a:lnTo>
                    <a:pt x="132918" y="121536"/>
                  </a:lnTo>
                  <a:lnTo>
                    <a:pt x="133339" y="121723"/>
                  </a:lnTo>
                  <a:lnTo>
                    <a:pt x="133287" y="121114"/>
                  </a:lnTo>
                  <a:lnTo>
                    <a:pt x="133679" y="121016"/>
                  </a:lnTo>
                  <a:lnTo>
                    <a:pt x="133936" y="120985"/>
                  </a:lnTo>
                  <a:lnTo>
                    <a:pt x="134058" y="121203"/>
                  </a:lnTo>
                  <a:lnTo>
                    <a:pt x="134378" y="121433"/>
                  </a:lnTo>
                  <a:lnTo>
                    <a:pt x="134633" y="121587"/>
                  </a:lnTo>
                  <a:lnTo>
                    <a:pt x="135573" y="121150"/>
                  </a:lnTo>
                  <a:lnTo>
                    <a:pt x="135537" y="120944"/>
                  </a:lnTo>
                  <a:lnTo>
                    <a:pt x="135568" y="120599"/>
                  </a:lnTo>
                  <a:lnTo>
                    <a:pt x="135707" y="120071"/>
                  </a:lnTo>
                  <a:lnTo>
                    <a:pt x="135857" y="119917"/>
                  </a:lnTo>
                  <a:lnTo>
                    <a:pt x="136166" y="120003"/>
                  </a:lnTo>
                  <a:lnTo>
                    <a:pt x="136602" y="120534"/>
                  </a:lnTo>
                  <a:lnTo>
                    <a:pt x="137697" y="120670"/>
                  </a:lnTo>
                  <a:lnTo>
                    <a:pt x="137959" y="120476"/>
                  </a:lnTo>
                  <a:lnTo>
                    <a:pt x="138113" y="120488"/>
                  </a:lnTo>
                  <a:lnTo>
                    <a:pt x="138332" y="120626"/>
                  </a:lnTo>
                  <a:lnTo>
                    <a:pt x="138357" y="120762"/>
                  </a:lnTo>
                  <a:lnTo>
                    <a:pt x="138482" y="120988"/>
                  </a:lnTo>
                  <a:lnTo>
                    <a:pt x="138736" y="120905"/>
                  </a:lnTo>
                  <a:lnTo>
                    <a:pt x="138859" y="120519"/>
                  </a:lnTo>
                  <a:lnTo>
                    <a:pt x="139332" y="120425"/>
                  </a:lnTo>
                  <a:lnTo>
                    <a:pt x="139663" y="120275"/>
                  </a:lnTo>
                  <a:lnTo>
                    <a:pt x="140111" y="119996"/>
                  </a:lnTo>
                  <a:lnTo>
                    <a:pt x="140520" y="119666"/>
                  </a:lnTo>
                  <a:lnTo>
                    <a:pt x="140726" y="119665"/>
                  </a:lnTo>
                  <a:lnTo>
                    <a:pt x="141035" y="119673"/>
                  </a:lnTo>
                  <a:lnTo>
                    <a:pt x="141968" y="119700"/>
                  </a:lnTo>
                  <a:lnTo>
                    <a:pt x="142095" y="119557"/>
                  </a:lnTo>
                  <a:lnTo>
                    <a:pt x="142274" y="119449"/>
                  </a:lnTo>
                  <a:lnTo>
                    <a:pt x="142488" y="119510"/>
                  </a:lnTo>
                  <a:lnTo>
                    <a:pt x="143260" y="120389"/>
                  </a:lnTo>
                  <a:lnTo>
                    <a:pt x="143673" y="120572"/>
                  </a:lnTo>
                  <a:lnTo>
                    <a:pt x="143931" y="120596"/>
                  </a:lnTo>
                  <a:lnTo>
                    <a:pt x="144219" y="120494"/>
                  </a:lnTo>
                  <a:lnTo>
                    <a:pt x="145039" y="120538"/>
                  </a:lnTo>
                  <a:lnTo>
                    <a:pt x="145472" y="120686"/>
                  </a:lnTo>
                  <a:lnTo>
                    <a:pt x="145443" y="120926"/>
                  </a:lnTo>
                  <a:lnTo>
                    <a:pt x="145240" y="121316"/>
                  </a:lnTo>
                  <a:lnTo>
                    <a:pt x="144996" y="121393"/>
                  </a:lnTo>
                  <a:lnTo>
                    <a:pt x="144591" y="121289"/>
                  </a:lnTo>
                  <a:lnTo>
                    <a:pt x="144458" y="121367"/>
                  </a:lnTo>
                  <a:lnTo>
                    <a:pt x="144216" y="121787"/>
                  </a:lnTo>
                  <a:lnTo>
                    <a:pt x="144596" y="122504"/>
                  </a:lnTo>
                  <a:lnTo>
                    <a:pt x="144559" y="122828"/>
                  </a:lnTo>
                  <a:lnTo>
                    <a:pt x="144531" y="123221"/>
                  </a:lnTo>
                  <a:lnTo>
                    <a:pt x="144599" y="124123"/>
                  </a:lnTo>
                  <a:lnTo>
                    <a:pt x="144547" y="124778"/>
                  </a:lnTo>
                  <a:lnTo>
                    <a:pt x="144057" y="125256"/>
                  </a:lnTo>
                  <a:lnTo>
                    <a:pt x="143701" y="125610"/>
                  </a:lnTo>
                  <a:lnTo>
                    <a:pt x="143268" y="126039"/>
                  </a:lnTo>
                  <a:lnTo>
                    <a:pt x="142905" y="126405"/>
                  </a:lnTo>
                  <a:lnTo>
                    <a:pt x="142628" y="126673"/>
                  </a:lnTo>
                  <a:lnTo>
                    <a:pt x="142314" y="126898"/>
                  </a:lnTo>
                  <a:lnTo>
                    <a:pt x="142449" y="127292"/>
                  </a:lnTo>
                  <a:lnTo>
                    <a:pt x="142481" y="127468"/>
                  </a:lnTo>
                  <a:lnTo>
                    <a:pt x="142524" y="127759"/>
                  </a:lnTo>
                  <a:lnTo>
                    <a:pt x="142551" y="128047"/>
                  </a:lnTo>
                  <a:lnTo>
                    <a:pt x="142448" y="128832"/>
                  </a:lnTo>
                  <a:lnTo>
                    <a:pt x="142340" y="129740"/>
                  </a:lnTo>
                  <a:lnTo>
                    <a:pt x="142221" y="130790"/>
                  </a:lnTo>
                  <a:lnTo>
                    <a:pt x="142206" y="131325"/>
                  </a:lnTo>
                  <a:lnTo>
                    <a:pt x="142189" y="131824"/>
                  </a:lnTo>
                  <a:lnTo>
                    <a:pt x="142087" y="132445"/>
                  </a:lnTo>
                  <a:lnTo>
                    <a:pt x="142094" y="133742"/>
                  </a:lnTo>
                  <a:lnTo>
                    <a:pt x="141640" y="133570"/>
                  </a:lnTo>
                  <a:lnTo>
                    <a:pt x="141348" y="133456"/>
                  </a:lnTo>
                  <a:lnTo>
                    <a:pt x="141197" y="133397"/>
                  </a:lnTo>
                  <a:lnTo>
                    <a:pt x="140998" y="133320"/>
                  </a:lnTo>
                  <a:lnTo>
                    <a:pt x="140739" y="133220"/>
                  </a:lnTo>
                  <a:lnTo>
                    <a:pt x="140522" y="133138"/>
                  </a:lnTo>
                  <a:lnTo>
                    <a:pt x="139866" y="132939"/>
                  </a:lnTo>
                  <a:lnTo>
                    <a:pt x="139652" y="132948"/>
                  </a:lnTo>
                  <a:lnTo>
                    <a:pt x="139489" y="133532"/>
                  </a:lnTo>
                  <a:lnTo>
                    <a:pt x="139421" y="133942"/>
                  </a:lnTo>
                  <a:lnTo>
                    <a:pt x="139191" y="134047"/>
                  </a:lnTo>
                  <a:lnTo>
                    <a:pt x="138793" y="134624"/>
                  </a:lnTo>
                  <a:lnTo>
                    <a:pt x="138578" y="135207"/>
                  </a:lnTo>
                  <a:lnTo>
                    <a:pt x="138522" y="135593"/>
                  </a:lnTo>
                  <a:lnTo>
                    <a:pt x="138549" y="135857"/>
                  </a:lnTo>
                  <a:lnTo>
                    <a:pt x="138530" y="136171"/>
                  </a:lnTo>
                  <a:lnTo>
                    <a:pt x="138320" y="136859"/>
                  </a:lnTo>
                  <a:lnTo>
                    <a:pt x="138294" y="137304"/>
                  </a:lnTo>
                  <a:lnTo>
                    <a:pt x="138431" y="137439"/>
                  </a:lnTo>
                  <a:lnTo>
                    <a:pt x="138757" y="137838"/>
                  </a:lnTo>
                  <a:lnTo>
                    <a:pt x="138736" y="138035"/>
                  </a:lnTo>
                  <a:lnTo>
                    <a:pt x="138635" y="138609"/>
                  </a:lnTo>
                  <a:lnTo>
                    <a:pt x="138565" y="138839"/>
                  </a:lnTo>
                  <a:lnTo>
                    <a:pt x="138257" y="139353"/>
                  </a:lnTo>
                  <a:lnTo>
                    <a:pt x="138130" y="139553"/>
                  </a:lnTo>
                  <a:lnTo>
                    <a:pt x="137367" y="139954"/>
                  </a:lnTo>
                  <a:lnTo>
                    <a:pt x="137107" y="139902"/>
                  </a:lnTo>
                  <a:lnTo>
                    <a:pt x="136900" y="139852"/>
                  </a:lnTo>
                  <a:lnTo>
                    <a:pt x="136687" y="139846"/>
                  </a:lnTo>
                  <a:lnTo>
                    <a:pt x="136232" y="139943"/>
                  </a:lnTo>
                  <a:lnTo>
                    <a:pt x="136241" y="140254"/>
                  </a:lnTo>
                  <a:lnTo>
                    <a:pt x="136464" y="140520"/>
                  </a:lnTo>
                  <a:lnTo>
                    <a:pt x="136618" y="140572"/>
                  </a:lnTo>
                  <a:lnTo>
                    <a:pt x="136839" y="140536"/>
                  </a:lnTo>
                  <a:lnTo>
                    <a:pt x="137171" y="140603"/>
                  </a:lnTo>
                  <a:lnTo>
                    <a:pt x="137052" y="141115"/>
                  </a:lnTo>
                  <a:lnTo>
                    <a:pt x="136998" y="141307"/>
                  </a:lnTo>
                  <a:lnTo>
                    <a:pt x="136861" y="141554"/>
                  </a:lnTo>
                  <a:lnTo>
                    <a:pt x="136821" y="141905"/>
                  </a:lnTo>
                  <a:lnTo>
                    <a:pt x="136794" y="142484"/>
                  </a:lnTo>
                  <a:lnTo>
                    <a:pt x="136665" y="142542"/>
                  </a:lnTo>
                  <a:lnTo>
                    <a:pt x="136412" y="142943"/>
                  </a:lnTo>
                  <a:lnTo>
                    <a:pt x="136284" y="143282"/>
                  </a:lnTo>
                  <a:lnTo>
                    <a:pt x="136094" y="143377"/>
                  </a:lnTo>
                  <a:lnTo>
                    <a:pt x="135870" y="143476"/>
                  </a:lnTo>
                  <a:lnTo>
                    <a:pt x="135344" y="144647"/>
                  </a:lnTo>
                  <a:lnTo>
                    <a:pt x="135271" y="145010"/>
                  </a:lnTo>
                  <a:lnTo>
                    <a:pt x="135328" y="145939"/>
                  </a:lnTo>
                  <a:lnTo>
                    <a:pt x="135652" y="146008"/>
                  </a:lnTo>
                  <a:lnTo>
                    <a:pt x="136691" y="145816"/>
                  </a:lnTo>
                  <a:lnTo>
                    <a:pt x="137000" y="146195"/>
                  </a:lnTo>
                  <a:lnTo>
                    <a:pt x="136774" y="147327"/>
                  </a:lnTo>
                  <a:lnTo>
                    <a:pt x="137145" y="148126"/>
                  </a:lnTo>
                  <a:lnTo>
                    <a:pt x="137385" y="148091"/>
                  </a:lnTo>
                  <a:lnTo>
                    <a:pt x="137657" y="148107"/>
                  </a:lnTo>
                  <a:lnTo>
                    <a:pt x="137808" y="148552"/>
                  </a:lnTo>
                  <a:lnTo>
                    <a:pt x="138097" y="148697"/>
                  </a:lnTo>
                  <a:lnTo>
                    <a:pt x="139070" y="149348"/>
                  </a:lnTo>
                  <a:lnTo>
                    <a:pt x="139077" y="149692"/>
                  </a:lnTo>
                  <a:lnTo>
                    <a:pt x="139454" y="150064"/>
                  </a:lnTo>
                  <a:lnTo>
                    <a:pt x="139367" y="149578"/>
                  </a:lnTo>
                  <a:lnTo>
                    <a:pt x="139337" y="149420"/>
                  </a:lnTo>
                  <a:lnTo>
                    <a:pt x="139577" y="149477"/>
                  </a:lnTo>
                  <a:lnTo>
                    <a:pt x="140187" y="149640"/>
                  </a:lnTo>
                  <a:lnTo>
                    <a:pt x="140354" y="150004"/>
                  </a:lnTo>
                  <a:lnTo>
                    <a:pt x="140623" y="149962"/>
                  </a:lnTo>
                  <a:lnTo>
                    <a:pt x="140956" y="149745"/>
                  </a:lnTo>
                  <a:lnTo>
                    <a:pt x="141354" y="149469"/>
                  </a:lnTo>
                  <a:lnTo>
                    <a:pt x="141880" y="149286"/>
                  </a:lnTo>
                  <a:lnTo>
                    <a:pt x="142345" y="149105"/>
                  </a:lnTo>
                  <a:lnTo>
                    <a:pt x="142628" y="148995"/>
                  </a:lnTo>
                  <a:lnTo>
                    <a:pt x="142827" y="148934"/>
                  </a:lnTo>
                  <a:lnTo>
                    <a:pt x="143098" y="148850"/>
                  </a:lnTo>
                  <a:lnTo>
                    <a:pt x="143349" y="148778"/>
                  </a:lnTo>
                  <a:lnTo>
                    <a:pt x="143598" y="148699"/>
                  </a:lnTo>
                  <a:lnTo>
                    <a:pt x="143822" y="148620"/>
                  </a:lnTo>
                  <a:lnTo>
                    <a:pt x="144285" y="147730"/>
                  </a:lnTo>
                  <a:lnTo>
                    <a:pt x="144306" y="147061"/>
                  </a:lnTo>
                  <a:lnTo>
                    <a:pt x="144456" y="146795"/>
                  </a:lnTo>
                  <a:lnTo>
                    <a:pt x="145279" y="146327"/>
                  </a:lnTo>
                  <a:lnTo>
                    <a:pt x="145863" y="146525"/>
                  </a:lnTo>
                  <a:lnTo>
                    <a:pt x="145996" y="146611"/>
                  </a:lnTo>
                  <a:lnTo>
                    <a:pt x="146141" y="146711"/>
                  </a:lnTo>
                  <a:lnTo>
                    <a:pt x="146322" y="146876"/>
                  </a:lnTo>
                  <a:lnTo>
                    <a:pt x="146471" y="147027"/>
                  </a:lnTo>
                  <a:lnTo>
                    <a:pt x="146618" y="147205"/>
                  </a:lnTo>
                  <a:lnTo>
                    <a:pt x="146907" y="147751"/>
                  </a:lnTo>
                  <a:lnTo>
                    <a:pt x="147029" y="148124"/>
                  </a:lnTo>
                  <a:lnTo>
                    <a:pt x="147063" y="148453"/>
                  </a:lnTo>
                  <a:lnTo>
                    <a:pt x="147079" y="149374"/>
                  </a:lnTo>
                  <a:lnTo>
                    <a:pt x="147077" y="149538"/>
                  </a:lnTo>
                  <a:lnTo>
                    <a:pt x="147039" y="150010"/>
                  </a:lnTo>
                  <a:lnTo>
                    <a:pt x="147017" y="150281"/>
                  </a:lnTo>
                  <a:lnTo>
                    <a:pt x="146978" y="150901"/>
                  </a:lnTo>
                  <a:lnTo>
                    <a:pt x="146854" y="151247"/>
                  </a:lnTo>
                  <a:lnTo>
                    <a:pt x="146590" y="151287"/>
                  </a:lnTo>
                  <a:lnTo>
                    <a:pt x="146369" y="151324"/>
                  </a:lnTo>
                  <a:lnTo>
                    <a:pt x="146210" y="151434"/>
                  </a:lnTo>
                  <a:lnTo>
                    <a:pt x="146488" y="151710"/>
                  </a:lnTo>
                  <a:lnTo>
                    <a:pt x="147035" y="151739"/>
                  </a:lnTo>
                  <a:lnTo>
                    <a:pt x="147124" y="152019"/>
                  </a:lnTo>
                  <a:lnTo>
                    <a:pt x="147136" y="152151"/>
                  </a:lnTo>
                  <a:lnTo>
                    <a:pt x="146935" y="152517"/>
                  </a:lnTo>
                  <a:lnTo>
                    <a:pt x="146766" y="152473"/>
                  </a:lnTo>
                  <a:lnTo>
                    <a:pt x="146320" y="152442"/>
                  </a:lnTo>
                  <a:lnTo>
                    <a:pt x="146515" y="152560"/>
                  </a:lnTo>
                  <a:lnTo>
                    <a:pt x="147147" y="152686"/>
                  </a:lnTo>
                  <a:lnTo>
                    <a:pt x="147161" y="152831"/>
                  </a:lnTo>
                  <a:lnTo>
                    <a:pt x="146714" y="153351"/>
                  </a:lnTo>
                  <a:lnTo>
                    <a:pt x="146659" y="153503"/>
                  </a:lnTo>
                  <a:lnTo>
                    <a:pt x="146559" y="153795"/>
                  </a:lnTo>
                  <a:lnTo>
                    <a:pt x="146711" y="153824"/>
                  </a:lnTo>
                  <a:lnTo>
                    <a:pt x="147032" y="153879"/>
                  </a:lnTo>
                  <a:lnTo>
                    <a:pt x="147226" y="153804"/>
                  </a:lnTo>
                  <a:lnTo>
                    <a:pt x="147453" y="153728"/>
                  </a:lnTo>
                  <a:lnTo>
                    <a:pt x="147646" y="154171"/>
                  </a:lnTo>
                  <a:lnTo>
                    <a:pt x="147770" y="154574"/>
                  </a:lnTo>
                  <a:lnTo>
                    <a:pt x="147909" y="155115"/>
                  </a:lnTo>
                  <a:lnTo>
                    <a:pt x="147948" y="155412"/>
                  </a:lnTo>
                  <a:lnTo>
                    <a:pt x="147952" y="155785"/>
                  </a:lnTo>
                  <a:lnTo>
                    <a:pt x="147932" y="156434"/>
                  </a:lnTo>
                  <a:lnTo>
                    <a:pt x="147951" y="156665"/>
                  </a:lnTo>
                  <a:lnTo>
                    <a:pt x="148272" y="157526"/>
                  </a:lnTo>
                  <a:lnTo>
                    <a:pt x="149683" y="158228"/>
                  </a:lnTo>
                  <a:lnTo>
                    <a:pt x="150378" y="158267"/>
                  </a:lnTo>
                  <a:lnTo>
                    <a:pt x="150625" y="158372"/>
                  </a:lnTo>
                  <a:lnTo>
                    <a:pt x="150748" y="158746"/>
                  </a:lnTo>
                  <a:lnTo>
                    <a:pt x="150005" y="159315"/>
                  </a:lnTo>
                  <a:lnTo>
                    <a:pt x="149745" y="159398"/>
                  </a:lnTo>
                  <a:lnTo>
                    <a:pt x="149523" y="159453"/>
                  </a:lnTo>
                  <a:lnTo>
                    <a:pt x="149346" y="159482"/>
                  </a:lnTo>
                  <a:lnTo>
                    <a:pt x="149072" y="159530"/>
                  </a:lnTo>
                  <a:lnTo>
                    <a:pt x="148814" y="159587"/>
                  </a:lnTo>
                  <a:lnTo>
                    <a:pt x="148085" y="159753"/>
                  </a:lnTo>
                  <a:lnTo>
                    <a:pt x="147830" y="159861"/>
                  </a:lnTo>
                  <a:lnTo>
                    <a:pt x="147311" y="160607"/>
                  </a:lnTo>
                  <a:lnTo>
                    <a:pt x="147537" y="161261"/>
                  </a:lnTo>
                  <a:lnTo>
                    <a:pt x="147634" y="161810"/>
                  </a:lnTo>
                  <a:lnTo>
                    <a:pt x="147665" y="161978"/>
                  </a:lnTo>
                  <a:lnTo>
                    <a:pt x="147739" y="162265"/>
                  </a:lnTo>
                  <a:lnTo>
                    <a:pt x="148016" y="162759"/>
                  </a:lnTo>
                  <a:lnTo>
                    <a:pt x="147965" y="163358"/>
                  </a:lnTo>
                  <a:lnTo>
                    <a:pt x="147971" y="163878"/>
                  </a:lnTo>
                  <a:lnTo>
                    <a:pt x="148058" y="164033"/>
                  </a:lnTo>
                  <a:lnTo>
                    <a:pt x="148326" y="164292"/>
                  </a:lnTo>
                  <a:lnTo>
                    <a:pt x="148585" y="163914"/>
                  </a:lnTo>
                  <a:lnTo>
                    <a:pt x="148913" y="163742"/>
                  </a:lnTo>
                  <a:lnTo>
                    <a:pt x="149743" y="163934"/>
                  </a:lnTo>
                  <a:lnTo>
                    <a:pt x="149913" y="164199"/>
                  </a:lnTo>
                  <a:lnTo>
                    <a:pt x="150311" y="164412"/>
                  </a:lnTo>
                  <a:lnTo>
                    <a:pt x="150448" y="164951"/>
                  </a:lnTo>
                  <a:lnTo>
                    <a:pt x="150593" y="165712"/>
                  </a:lnTo>
                  <a:lnTo>
                    <a:pt x="150578" y="166041"/>
                  </a:lnTo>
                  <a:lnTo>
                    <a:pt x="150222" y="166625"/>
                  </a:lnTo>
                  <a:lnTo>
                    <a:pt x="150519" y="167400"/>
                  </a:lnTo>
                  <a:lnTo>
                    <a:pt x="150755" y="167473"/>
                  </a:lnTo>
                  <a:lnTo>
                    <a:pt x="151219" y="167477"/>
                  </a:lnTo>
                  <a:lnTo>
                    <a:pt x="151416" y="167684"/>
                  </a:lnTo>
                  <a:lnTo>
                    <a:pt x="151468" y="168366"/>
                  </a:lnTo>
                  <a:lnTo>
                    <a:pt x="151841" y="168318"/>
                  </a:lnTo>
                  <a:lnTo>
                    <a:pt x="151925" y="168048"/>
                  </a:lnTo>
                  <a:lnTo>
                    <a:pt x="152214" y="167749"/>
                  </a:lnTo>
                  <a:lnTo>
                    <a:pt x="152488" y="167737"/>
                  </a:lnTo>
                  <a:lnTo>
                    <a:pt x="153068" y="167815"/>
                  </a:lnTo>
                  <a:lnTo>
                    <a:pt x="153134" y="167946"/>
                  </a:lnTo>
                  <a:lnTo>
                    <a:pt x="153369" y="168539"/>
                  </a:lnTo>
                  <a:lnTo>
                    <a:pt x="153404" y="168818"/>
                  </a:lnTo>
                  <a:lnTo>
                    <a:pt x="153230" y="169454"/>
                  </a:lnTo>
                  <a:lnTo>
                    <a:pt x="153199" y="169597"/>
                  </a:lnTo>
                  <a:lnTo>
                    <a:pt x="153173" y="170088"/>
                  </a:lnTo>
                  <a:lnTo>
                    <a:pt x="153347" y="170403"/>
                  </a:lnTo>
                  <a:lnTo>
                    <a:pt x="153808" y="170449"/>
                  </a:lnTo>
                  <a:lnTo>
                    <a:pt x="154333" y="170320"/>
                  </a:lnTo>
                  <a:lnTo>
                    <a:pt x="154575" y="170386"/>
                  </a:lnTo>
                  <a:lnTo>
                    <a:pt x="154893" y="170462"/>
                  </a:lnTo>
                  <a:lnTo>
                    <a:pt x="155173" y="170511"/>
                  </a:lnTo>
                  <a:lnTo>
                    <a:pt x="155637" y="170531"/>
                  </a:lnTo>
                  <a:lnTo>
                    <a:pt x="155954" y="170267"/>
                  </a:lnTo>
                  <a:lnTo>
                    <a:pt x="156251" y="169893"/>
                  </a:lnTo>
                  <a:lnTo>
                    <a:pt x="156519" y="169384"/>
                  </a:lnTo>
                  <a:lnTo>
                    <a:pt x="156972" y="169793"/>
                  </a:lnTo>
                  <a:lnTo>
                    <a:pt x="157246" y="170145"/>
                  </a:lnTo>
                  <a:lnTo>
                    <a:pt x="157638" y="170278"/>
                  </a:lnTo>
                  <a:lnTo>
                    <a:pt x="158214" y="170315"/>
                  </a:lnTo>
                  <a:lnTo>
                    <a:pt x="158977" y="170219"/>
                  </a:lnTo>
                  <a:lnTo>
                    <a:pt x="159654" y="170115"/>
                  </a:lnTo>
                  <a:lnTo>
                    <a:pt x="160185" y="169988"/>
                  </a:lnTo>
                  <a:lnTo>
                    <a:pt x="160657" y="169879"/>
                  </a:lnTo>
                  <a:lnTo>
                    <a:pt x="160806" y="169861"/>
                  </a:lnTo>
                  <a:lnTo>
                    <a:pt x="161389" y="169828"/>
                  </a:lnTo>
                  <a:lnTo>
                    <a:pt x="161797" y="170090"/>
                  </a:lnTo>
                  <a:lnTo>
                    <a:pt x="162352" y="170236"/>
                  </a:lnTo>
                  <a:lnTo>
                    <a:pt x="163558" y="169883"/>
                  </a:lnTo>
                  <a:lnTo>
                    <a:pt x="163655" y="169649"/>
                  </a:lnTo>
                  <a:lnTo>
                    <a:pt x="163792" y="169391"/>
                  </a:lnTo>
                  <a:lnTo>
                    <a:pt x="164154" y="169248"/>
                  </a:lnTo>
                  <a:lnTo>
                    <a:pt x="164843" y="169095"/>
                  </a:lnTo>
                  <a:lnTo>
                    <a:pt x="165460" y="169450"/>
                  </a:lnTo>
                  <a:lnTo>
                    <a:pt x="165631" y="169561"/>
                  </a:lnTo>
                  <a:lnTo>
                    <a:pt x="166345" y="169826"/>
                  </a:lnTo>
                  <a:lnTo>
                    <a:pt x="167097" y="170046"/>
                  </a:lnTo>
                  <a:lnTo>
                    <a:pt x="167485" y="170198"/>
                  </a:lnTo>
                  <a:lnTo>
                    <a:pt x="167659" y="170282"/>
                  </a:lnTo>
                  <a:lnTo>
                    <a:pt x="168592" y="170062"/>
                  </a:lnTo>
                  <a:lnTo>
                    <a:pt x="168933" y="169724"/>
                  </a:lnTo>
                  <a:lnTo>
                    <a:pt x="169752" y="169612"/>
                  </a:lnTo>
                  <a:lnTo>
                    <a:pt x="169873" y="169357"/>
                  </a:lnTo>
                  <a:lnTo>
                    <a:pt x="169829" y="168952"/>
                  </a:lnTo>
                  <a:lnTo>
                    <a:pt x="169597" y="168537"/>
                  </a:lnTo>
                  <a:lnTo>
                    <a:pt x="169306" y="168359"/>
                  </a:lnTo>
                  <a:lnTo>
                    <a:pt x="169148" y="168189"/>
                  </a:lnTo>
                  <a:lnTo>
                    <a:pt x="169047" y="167595"/>
                  </a:lnTo>
                  <a:lnTo>
                    <a:pt x="169069" y="167346"/>
                  </a:lnTo>
                  <a:lnTo>
                    <a:pt x="169023" y="167040"/>
                  </a:lnTo>
                  <a:lnTo>
                    <a:pt x="169058" y="166675"/>
                  </a:lnTo>
                  <a:lnTo>
                    <a:pt x="169393" y="166189"/>
                  </a:lnTo>
                  <a:lnTo>
                    <a:pt x="169376" y="165621"/>
                  </a:lnTo>
                  <a:lnTo>
                    <a:pt x="169312" y="165454"/>
                  </a:lnTo>
                  <a:lnTo>
                    <a:pt x="169260" y="165142"/>
                  </a:lnTo>
                  <a:lnTo>
                    <a:pt x="169201" y="164695"/>
                  </a:lnTo>
                  <a:lnTo>
                    <a:pt x="169202" y="163905"/>
                  </a:lnTo>
                  <a:lnTo>
                    <a:pt x="169399" y="163723"/>
                  </a:lnTo>
                  <a:lnTo>
                    <a:pt x="169543" y="163675"/>
                  </a:lnTo>
                  <a:lnTo>
                    <a:pt x="169770" y="163664"/>
                  </a:lnTo>
                  <a:lnTo>
                    <a:pt x="170020" y="163778"/>
                  </a:lnTo>
                  <a:lnTo>
                    <a:pt x="170177" y="163885"/>
                  </a:lnTo>
                  <a:lnTo>
                    <a:pt x="170462" y="163908"/>
                  </a:lnTo>
                  <a:lnTo>
                    <a:pt x="170796" y="164034"/>
                  </a:lnTo>
                  <a:lnTo>
                    <a:pt x="170935" y="164103"/>
                  </a:lnTo>
                  <a:lnTo>
                    <a:pt x="171590" y="163914"/>
                  </a:lnTo>
                  <a:lnTo>
                    <a:pt x="171934" y="163854"/>
                  </a:lnTo>
                  <a:lnTo>
                    <a:pt x="172188" y="163810"/>
                  </a:lnTo>
                  <a:lnTo>
                    <a:pt x="172304" y="163552"/>
                  </a:lnTo>
                  <a:lnTo>
                    <a:pt x="172215" y="162669"/>
                  </a:lnTo>
                  <a:lnTo>
                    <a:pt x="172338" y="162176"/>
                  </a:lnTo>
                  <a:lnTo>
                    <a:pt x="172250" y="161554"/>
                  </a:lnTo>
                  <a:lnTo>
                    <a:pt x="172048" y="161143"/>
                  </a:lnTo>
                  <a:lnTo>
                    <a:pt x="172160" y="160790"/>
                  </a:lnTo>
                  <a:lnTo>
                    <a:pt x="172651" y="160618"/>
                  </a:lnTo>
                  <a:lnTo>
                    <a:pt x="172785" y="160677"/>
                  </a:lnTo>
                  <a:lnTo>
                    <a:pt x="172976" y="160793"/>
                  </a:lnTo>
                  <a:lnTo>
                    <a:pt x="173263" y="160776"/>
                  </a:lnTo>
                  <a:lnTo>
                    <a:pt x="173738" y="160518"/>
                  </a:lnTo>
                  <a:lnTo>
                    <a:pt x="173674" y="159892"/>
                  </a:lnTo>
                  <a:lnTo>
                    <a:pt x="173573" y="159760"/>
                  </a:lnTo>
                  <a:lnTo>
                    <a:pt x="173462" y="159414"/>
                  </a:lnTo>
                  <a:lnTo>
                    <a:pt x="173788" y="158795"/>
                  </a:lnTo>
                  <a:lnTo>
                    <a:pt x="174702" y="158731"/>
                  </a:lnTo>
                  <a:lnTo>
                    <a:pt x="175387" y="158710"/>
                  </a:lnTo>
                  <a:lnTo>
                    <a:pt x="175617" y="158704"/>
                  </a:lnTo>
                  <a:lnTo>
                    <a:pt x="175758" y="158749"/>
                  </a:lnTo>
                  <a:lnTo>
                    <a:pt x="175575" y="159133"/>
                  </a:lnTo>
                  <a:lnTo>
                    <a:pt x="175597" y="159326"/>
                  </a:lnTo>
                  <a:lnTo>
                    <a:pt x="175728" y="159652"/>
                  </a:lnTo>
                  <a:lnTo>
                    <a:pt x="176192" y="159410"/>
                  </a:lnTo>
                  <a:lnTo>
                    <a:pt x="177047" y="159658"/>
                  </a:lnTo>
                  <a:lnTo>
                    <a:pt x="177224" y="159733"/>
                  </a:lnTo>
                  <a:lnTo>
                    <a:pt x="177462" y="159801"/>
                  </a:lnTo>
                  <a:lnTo>
                    <a:pt x="177662" y="159586"/>
                  </a:lnTo>
                  <a:lnTo>
                    <a:pt x="178075" y="159401"/>
                  </a:lnTo>
                  <a:lnTo>
                    <a:pt x="178798" y="159305"/>
                  </a:lnTo>
                  <a:lnTo>
                    <a:pt x="179315" y="159091"/>
                  </a:lnTo>
                  <a:lnTo>
                    <a:pt x="179640" y="158942"/>
                  </a:lnTo>
                  <a:lnTo>
                    <a:pt x="179973" y="158654"/>
                  </a:lnTo>
                  <a:lnTo>
                    <a:pt x="180330" y="158637"/>
                  </a:lnTo>
                  <a:lnTo>
                    <a:pt x="180635" y="158717"/>
                  </a:lnTo>
                  <a:lnTo>
                    <a:pt x="181177" y="159031"/>
                  </a:lnTo>
                  <a:lnTo>
                    <a:pt x="181320" y="159315"/>
                  </a:lnTo>
                  <a:lnTo>
                    <a:pt x="181379" y="159573"/>
                  </a:lnTo>
                  <a:lnTo>
                    <a:pt x="181366" y="160389"/>
                  </a:lnTo>
                  <a:lnTo>
                    <a:pt x="181148" y="160388"/>
                  </a:lnTo>
                  <a:lnTo>
                    <a:pt x="180996" y="160516"/>
                  </a:lnTo>
                  <a:lnTo>
                    <a:pt x="180854" y="161094"/>
                  </a:lnTo>
                  <a:lnTo>
                    <a:pt x="180892" y="161282"/>
                  </a:lnTo>
                  <a:lnTo>
                    <a:pt x="181135" y="161312"/>
                  </a:lnTo>
                  <a:lnTo>
                    <a:pt x="181751" y="161232"/>
                  </a:lnTo>
                  <a:lnTo>
                    <a:pt x="181991" y="161146"/>
                  </a:lnTo>
                  <a:lnTo>
                    <a:pt x="182158" y="161087"/>
                  </a:lnTo>
                  <a:lnTo>
                    <a:pt x="182199" y="161681"/>
                  </a:lnTo>
                  <a:lnTo>
                    <a:pt x="182174" y="161822"/>
                  </a:lnTo>
                  <a:lnTo>
                    <a:pt x="182155" y="161977"/>
                  </a:lnTo>
                  <a:lnTo>
                    <a:pt x="182392" y="162348"/>
                  </a:lnTo>
                  <a:lnTo>
                    <a:pt x="182500" y="162498"/>
                  </a:lnTo>
                  <a:lnTo>
                    <a:pt x="182500" y="162769"/>
                  </a:lnTo>
                  <a:lnTo>
                    <a:pt x="182524" y="162991"/>
                  </a:lnTo>
                  <a:lnTo>
                    <a:pt x="182940" y="163215"/>
                  </a:lnTo>
                  <a:lnTo>
                    <a:pt x="183152" y="163340"/>
                  </a:lnTo>
                  <a:lnTo>
                    <a:pt x="183351" y="163483"/>
                  </a:lnTo>
                  <a:lnTo>
                    <a:pt x="183535" y="163657"/>
                  </a:lnTo>
                  <a:lnTo>
                    <a:pt x="183838" y="164041"/>
                  </a:lnTo>
                  <a:lnTo>
                    <a:pt x="184148" y="164443"/>
                  </a:lnTo>
                  <a:lnTo>
                    <a:pt x="184262" y="164597"/>
                  </a:lnTo>
                  <a:lnTo>
                    <a:pt x="184531" y="164937"/>
                  </a:lnTo>
                  <a:lnTo>
                    <a:pt x="185098" y="165125"/>
                  </a:lnTo>
                  <a:lnTo>
                    <a:pt x="185674" y="165198"/>
                  </a:lnTo>
                  <a:lnTo>
                    <a:pt x="188305" y="165975"/>
                  </a:lnTo>
                  <a:lnTo>
                    <a:pt x="188372" y="166287"/>
                  </a:lnTo>
                  <a:lnTo>
                    <a:pt x="188439" y="166600"/>
                  </a:lnTo>
                  <a:lnTo>
                    <a:pt x="188563" y="167164"/>
                  </a:lnTo>
                  <a:lnTo>
                    <a:pt x="188638" y="167481"/>
                  </a:lnTo>
                  <a:lnTo>
                    <a:pt x="188674" y="167635"/>
                  </a:lnTo>
                  <a:lnTo>
                    <a:pt x="188739" y="167911"/>
                  </a:lnTo>
                  <a:lnTo>
                    <a:pt x="188804" y="168191"/>
                  </a:lnTo>
                  <a:lnTo>
                    <a:pt x="188856" y="168408"/>
                  </a:lnTo>
                  <a:lnTo>
                    <a:pt x="188945" y="168783"/>
                  </a:lnTo>
                  <a:lnTo>
                    <a:pt x="189039" y="169185"/>
                  </a:lnTo>
                  <a:lnTo>
                    <a:pt x="189234" y="170013"/>
                  </a:lnTo>
                  <a:lnTo>
                    <a:pt x="189284" y="170862"/>
                  </a:lnTo>
                  <a:lnTo>
                    <a:pt x="189271" y="171656"/>
                  </a:lnTo>
                  <a:lnTo>
                    <a:pt x="189245" y="172276"/>
                  </a:lnTo>
                  <a:lnTo>
                    <a:pt x="189232" y="172470"/>
                  </a:lnTo>
                  <a:lnTo>
                    <a:pt x="189216" y="172721"/>
                  </a:lnTo>
                  <a:lnTo>
                    <a:pt x="189161" y="174132"/>
                  </a:lnTo>
                  <a:lnTo>
                    <a:pt x="189617" y="174850"/>
                  </a:lnTo>
                  <a:lnTo>
                    <a:pt x="189181" y="175299"/>
                  </a:lnTo>
                  <a:lnTo>
                    <a:pt x="189176" y="175482"/>
                  </a:lnTo>
                  <a:lnTo>
                    <a:pt x="189449" y="175667"/>
                  </a:lnTo>
                  <a:lnTo>
                    <a:pt x="189845" y="175675"/>
                  </a:lnTo>
                  <a:lnTo>
                    <a:pt x="190019" y="175680"/>
                  </a:lnTo>
                  <a:lnTo>
                    <a:pt x="190009" y="175980"/>
                  </a:lnTo>
                  <a:lnTo>
                    <a:pt x="189861" y="176086"/>
                  </a:lnTo>
                  <a:lnTo>
                    <a:pt x="189502" y="176578"/>
                  </a:lnTo>
                  <a:lnTo>
                    <a:pt x="189530" y="177119"/>
                  </a:lnTo>
                  <a:lnTo>
                    <a:pt x="189693" y="177262"/>
                  </a:lnTo>
                  <a:lnTo>
                    <a:pt x="189279" y="177683"/>
                  </a:lnTo>
                  <a:lnTo>
                    <a:pt x="188389" y="176945"/>
                  </a:lnTo>
                  <a:lnTo>
                    <a:pt x="188291" y="176610"/>
                  </a:lnTo>
                  <a:lnTo>
                    <a:pt x="188287" y="176238"/>
                  </a:lnTo>
                  <a:lnTo>
                    <a:pt x="188153" y="176214"/>
                  </a:lnTo>
                  <a:lnTo>
                    <a:pt x="187792" y="176467"/>
                  </a:lnTo>
                  <a:lnTo>
                    <a:pt x="187782" y="176770"/>
                  </a:lnTo>
                  <a:lnTo>
                    <a:pt x="187832" y="176955"/>
                  </a:lnTo>
                  <a:lnTo>
                    <a:pt x="187657" y="177333"/>
                  </a:lnTo>
                  <a:lnTo>
                    <a:pt x="187115" y="177817"/>
                  </a:lnTo>
                  <a:lnTo>
                    <a:pt x="186988" y="178443"/>
                  </a:lnTo>
                  <a:lnTo>
                    <a:pt x="187266" y="178867"/>
                  </a:lnTo>
                  <a:lnTo>
                    <a:pt x="187249" y="179434"/>
                  </a:lnTo>
                  <a:lnTo>
                    <a:pt x="186710" y="179384"/>
                  </a:lnTo>
                  <a:lnTo>
                    <a:pt x="186662" y="179892"/>
                  </a:lnTo>
                  <a:lnTo>
                    <a:pt x="186821" y="180306"/>
                  </a:lnTo>
                  <a:lnTo>
                    <a:pt x="186865" y="180445"/>
                  </a:lnTo>
                  <a:lnTo>
                    <a:pt x="186829" y="180682"/>
                  </a:lnTo>
                  <a:lnTo>
                    <a:pt x="186759" y="180815"/>
                  </a:lnTo>
                  <a:lnTo>
                    <a:pt x="186453" y="181151"/>
                  </a:lnTo>
                  <a:lnTo>
                    <a:pt x="186165" y="181377"/>
                  </a:lnTo>
                  <a:lnTo>
                    <a:pt x="185819" y="181327"/>
                  </a:lnTo>
                  <a:lnTo>
                    <a:pt x="185401" y="181968"/>
                  </a:lnTo>
                  <a:lnTo>
                    <a:pt x="184569" y="182369"/>
                  </a:lnTo>
                  <a:lnTo>
                    <a:pt x="184282" y="182213"/>
                  </a:lnTo>
                  <a:lnTo>
                    <a:pt x="184143" y="182467"/>
                  </a:lnTo>
                  <a:lnTo>
                    <a:pt x="184141" y="182747"/>
                  </a:lnTo>
                  <a:lnTo>
                    <a:pt x="184165" y="182886"/>
                  </a:lnTo>
                  <a:lnTo>
                    <a:pt x="184142" y="183107"/>
                  </a:lnTo>
                  <a:lnTo>
                    <a:pt x="183773" y="183416"/>
                  </a:lnTo>
                  <a:lnTo>
                    <a:pt x="183531" y="183270"/>
                  </a:lnTo>
                  <a:lnTo>
                    <a:pt x="183336" y="182976"/>
                  </a:lnTo>
                  <a:lnTo>
                    <a:pt x="183161" y="182869"/>
                  </a:lnTo>
                  <a:close/>
                </a:path>
              </a:pathLst>
            </a:custGeom>
            <a:solidFill>
              <a:srgbClr val="FFF3A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8945313" y="1353413"/>
              <a:ext cx="218090" cy="260476"/>
            </a:xfrm>
            <a:custGeom>
              <a:avLst/>
              <a:pathLst>
                <a:path w="218090" h="260476">
                  <a:moveTo>
                    <a:pt x="182879" y="182880"/>
                  </a:moveTo>
                  <a:lnTo>
                    <a:pt x="182939" y="183015"/>
                  </a:lnTo>
                  <a:lnTo>
                    <a:pt x="183245" y="184050"/>
                  </a:lnTo>
                  <a:lnTo>
                    <a:pt x="182925" y="184672"/>
                  </a:lnTo>
                  <a:lnTo>
                    <a:pt x="182590" y="184999"/>
                  </a:lnTo>
                  <a:lnTo>
                    <a:pt x="182570" y="185323"/>
                  </a:lnTo>
                  <a:lnTo>
                    <a:pt x="182568" y="185688"/>
                  </a:lnTo>
                  <a:lnTo>
                    <a:pt x="182359" y="186176"/>
                  </a:lnTo>
                  <a:lnTo>
                    <a:pt x="182367" y="186429"/>
                  </a:lnTo>
                  <a:lnTo>
                    <a:pt x="182513" y="186595"/>
                  </a:lnTo>
                  <a:lnTo>
                    <a:pt x="182768" y="186836"/>
                  </a:lnTo>
                  <a:lnTo>
                    <a:pt x="182840" y="187223"/>
                  </a:lnTo>
                  <a:lnTo>
                    <a:pt x="182859" y="187412"/>
                  </a:lnTo>
                  <a:lnTo>
                    <a:pt x="183162" y="187725"/>
                  </a:lnTo>
                  <a:lnTo>
                    <a:pt x="183430" y="188099"/>
                  </a:lnTo>
                  <a:lnTo>
                    <a:pt x="183570" y="188202"/>
                  </a:lnTo>
                  <a:lnTo>
                    <a:pt x="183913" y="188448"/>
                  </a:lnTo>
                  <a:lnTo>
                    <a:pt x="184173" y="188632"/>
                  </a:lnTo>
                  <a:lnTo>
                    <a:pt x="184041" y="188818"/>
                  </a:lnTo>
                  <a:lnTo>
                    <a:pt x="184031" y="189377"/>
                  </a:lnTo>
                  <a:lnTo>
                    <a:pt x="184182" y="189455"/>
                  </a:lnTo>
                  <a:lnTo>
                    <a:pt x="184419" y="189690"/>
                  </a:lnTo>
                  <a:lnTo>
                    <a:pt x="184982" y="190029"/>
                  </a:lnTo>
                  <a:lnTo>
                    <a:pt x="185547" y="190293"/>
                  </a:lnTo>
                  <a:lnTo>
                    <a:pt x="185782" y="190553"/>
                  </a:lnTo>
                  <a:lnTo>
                    <a:pt x="186184" y="190736"/>
                  </a:lnTo>
                  <a:lnTo>
                    <a:pt x="186748" y="191032"/>
                  </a:lnTo>
                  <a:lnTo>
                    <a:pt x="187285" y="191621"/>
                  </a:lnTo>
                  <a:lnTo>
                    <a:pt x="187424" y="191898"/>
                  </a:lnTo>
                  <a:lnTo>
                    <a:pt x="187544" y="192163"/>
                  </a:lnTo>
                  <a:lnTo>
                    <a:pt x="188231" y="192367"/>
                  </a:lnTo>
                  <a:lnTo>
                    <a:pt x="188467" y="192373"/>
                  </a:lnTo>
                  <a:lnTo>
                    <a:pt x="188586" y="192526"/>
                  </a:lnTo>
                  <a:lnTo>
                    <a:pt x="188930" y="192655"/>
                  </a:lnTo>
                  <a:lnTo>
                    <a:pt x="189098" y="192696"/>
                  </a:lnTo>
                  <a:lnTo>
                    <a:pt x="189655" y="192855"/>
                  </a:lnTo>
                  <a:lnTo>
                    <a:pt x="190237" y="193354"/>
                  </a:lnTo>
                  <a:lnTo>
                    <a:pt x="190819" y="193678"/>
                  </a:lnTo>
                  <a:lnTo>
                    <a:pt x="191087" y="194033"/>
                  </a:lnTo>
                  <a:lnTo>
                    <a:pt x="191104" y="194572"/>
                  </a:lnTo>
                  <a:lnTo>
                    <a:pt x="191300" y="194655"/>
                  </a:lnTo>
                  <a:lnTo>
                    <a:pt x="191416" y="194788"/>
                  </a:lnTo>
                  <a:lnTo>
                    <a:pt x="191710" y="194927"/>
                  </a:lnTo>
                  <a:lnTo>
                    <a:pt x="191488" y="195492"/>
                  </a:lnTo>
                  <a:lnTo>
                    <a:pt x="191534" y="195660"/>
                  </a:lnTo>
                  <a:lnTo>
                    <a:pt x="192052" y="195806"/>
                  </a:lnTo>
                  <a:lnTo>
                    <a:pt x="192288" y="195851"/>
                  </a:lnTo>
                  <a:lnTo>
                    <a:pt x="192464" y="195888"/>
                  </a:lnTo>
                  <a:lnTo>
                    <a:pt x="192859" y="196345"/>
                  </a:lnTo>
                  <a:lnTo>
                    <a:pt x="192927" y="196508"/>
                  </a:lnTo>
                  <a:lnTo>
                    <a:pt x="192991" y="196645"/>
                  </a:lnTo>
                  <a:lnTo>
                    <a:pt x="192873" y="197127"/>
                  </a:lnTo>
                  <a:lnTo>
                    <a:pt x="193005" y="197334"/>
                  </a:lnTo>
                  <a:lnTo>
                    <a:pt x="193407" y="197588"/>
                  </a:lnTo>
                  <a:lnTo>
                    <a:pt x="193988" y="198307"/>
                  </a:lnTo>
                  <a:lnTo>
                    <a:pt x="194560" y="198669"/>
                  </a:lnTo>
                  <a:lnTo>
                    <a:pt x="194796" y="199190"/>
                  </a:lnTo>
                  <a:lnTo>
                    <a:pt x="195336" y="199402"/>
                  </a:lnTo>
                  <a:lnTo>
                    <a:pt x="195614" y="199404"/>
                  </a:lnTo>
                  <a:lnTo>
                    <a:pt x="196222" y="199688"/>
                  </a:lnTo>
                  <a:lnTo>
                    <a:pt x="197312" y="199867"/>
                  </a:lnTo>
                  <a:lnTo>
                    <a:pt x="197780" y="199649"/>
                  </a:lnTo>
                  <a:lnTo>
                    <a:pt x="198041" y="199540"/>
                  </a:lnTo>
                  <a:lnTo>
                    <a:pt x="198594" y="199491"/>
                  </a:lnTo>
                  <a:lnTo>
                    <a:pt x="199414" y="199536"/>
                  </a:lnTo>
                  <a:lnTo>
                    <a:pt x="199692" y="199469"/>
                  </a:lnTo>
                  <a:lnTo>
                    <a:pt x="199872" y="199402"/>
                  </a:lnTo>
                  <a:lnTo>
                    <a:pt x="200050" y="199349"/>
                  </a:lnTo>
                  <a:lnTo>
                    <a:pt x="200242" y="199293"/>
                  </a:lnTo>
                  <a:lnTo>
                    <a:pt x="200759" y="199218"/>
                  </a:lnTo>
                  <a:lnTo>
                    <a:pt x="200918" y="199362"/>
                  </a:lnTo>
                  <a:lnTo>
                    <a:pt x="201107" y="199569"/>
                  </a:lnTo>
                  <a:lnTo>
                    <a:pt x="201776" y="199632"/>
                  </a:lnTo>
                  <a:lnTo>
                    <a:pt x="202007" y="199707"/>
                  </a:lnTo>
                  <a:lnTo>
                    <a:pt x="202913" y="199748"/>
                  </a:lnTo>
                  <a:lnTo>
                    <a:pt x="203414" y="199702"/>
                  </a:lnTo>
                  <a:lnTo>
                    <a:pt x="204260" y="199757"/>
                  </a:lnTo>
                  <a:lnTo>
                    <a:pt x="204906" y="199825"/>
                  </a:lnTo>
                  <a:lnTo>
                    <a:pt x="205248" y="199944"/>
                  </a:lnTo>
                  <a:lnTo>
                    <a:pt x="205878" y="200288"/>
                  </a:lnTo>
                  <a:lnTo>
                    <a:pt x="206157" y="200547"/>
                  </a:lnTo>
                  <a:lnTo>
                    <a:pt x="206517" y="200687"/>
                  </a:lnTo>
                  <a:lnTo>
                    <a:pt x="206883" y="200576"/>
                  </a:lnTo>
                  <a:lnTo>
                    <a:pt x="207270" y="200470"/>
                  </a:lnTo>
                  <a:lnTo>
                    <a:pt x="207550" y="200695"/>
                  </a:lnTo>
                  <a:lnTo>
                    <a:pt x="208013" y="201288"/>
                  </a:lnTo>
                  <a:lnTo>
                    <a:pt x="208332" y="201455"/>
                  </a:lnTo>
                  <a:lnTo>
                    <a:pt x="208554" y="201492"/>
                  </a:lnTo>
                  <a:lnTo>
                    <a:pt x="209833" y="201577"/>
                  </a:lnTo>
                  <a:lnTo>
                    <a:pt x="210330" y="201428"/>
                  </a:lnTo>
                  <a:lnTo>
                    <a:pt x="210550" y="201051"/>
                  </a:lnTo>
                  <a:lnTo>
                    <a:pt x="210843" y="200826"/>
                  </a:lnTo>
                  <a:lnTo>
                    <a:pt x="211486" y="200825"/>
                  </a:lnTo>
                  <a:lnTo>
                    <a:pt x="211746" y="200697"/>
                  </a:lnTo>
                  <a:lnTo>
                    <a:pt x="212263" y="200593"/>
                  </a:lnTo>
                  <a:lnTo>
                    <a:pt x="212826" y="200380"/>
                  </a:lnTo>
                  <a:lnTo>
                    <a:pt x="213587" y="200183"/>
                  </a:lnTo>
                  <a:lnTo>
                    <a:pt x="213906" y="200199"/>
                  </a:lnTo>
                  <a:lnTo>
                    <a:pt x="214364" y="200335"/>
                  </a:lnTo>
                  <a:lnTo>
                    <a:pt x="215163" y="200685"/>
                  </a:lnTo>
                  <a:lnTo>
                    <a:pt x="216212" y="200826"/>
                  </a:lnTo>
                  <a:lnTo>
                    <a:pt x="216656" y="200637"/>
                  </a:lnTo>
                  <a:lnTo>
                    <a:pt x="217283" y="200800"/>
                  </a:lnTo>
                  <a:lnTo>
                    <a:pt x="217705" y="201150"/>
                  </a:lnTo>
                  <a:lnTo>
                    <a:pt x="218090" y="201487"/>
                  </a:lnTo>
                  <a:lnTo>
                    <a:pt x="217576" y="201896"/>
                  </a:lnTo>
                  <a:lnTo>
                    <a:pt x="217674" y="202170"/>
                  </a:lnTo>
                  <a:lnTo>
                    <a:pt x="217477" y="202652"/>
                  </a:lnTo>
                  <a:lnTo>
                    <a:pt x="216865" y="202785"/>
                  </a:lnTo>
                  <a:lnTo>
                    <a:pt x="216337" y="202257"/>
                  </a:lnTo>
                  <a:lnTo>
                    <a:pt x="216187" y="202075"/>
                  </a:lnTo>
                  <a:lnTo>
                    <a:pt x="215831" y="201839"/>
                  </a:lnTo>
                  <a:lnTo>
                    <a:pt x="215486" y="201859"/>
                  </a:lnTo>
                  <a:lnTo>
                    <a:pt x="215271" y="201927"/>
                  </a:lnTo>
                  <a:lnTo>
                    <a:pt x="215379" y="202155"/>
                  </a:lnTo>
                  <a:lnTo>
                    <a:pt x="215430" y="202600"/>
                  </a:lnTo>
                  <a:lnTo>
                    <a:pt x="215364" y="202876"/>
                  </a:lnTo>
                  <a:lnTo>
                    <a:pt x="215191" y="203044"/>
                  </a:lnTo>
                  <a:lnTo>
                    <a:pt x="214719" y="203171"/>
                  </a:lnTo>
                  <a:lnTo>
                    <a:pt x="214538" y="203133"/>
                  </a:lnTo>
                  <a:lnTo>
                    <a:pt x="214412" y="202771"/>
                  </a:lnTo>
                  <a:lnTo>
                    <a:pt x="214057" y="202762"/>
                  </a:lnTo>
                  <a:lnTo>
                    <a:pt x="213988" y="203605"/>
                  </a:lnTo>
                  <a:lnTo>
                    <a:pt x="213836" y="203915"/>
                  </a:lnTo>
                  <a:lnTo>
                    <a:pt x="213746" y="204236"/>
                  </a:lnTo>
                  <a:lnTo>
                    <a:pt x="214303" y="205327"/>
                  </a:lnTo>
                  <a:lnTo>
                    <a:pt x="214378" y="205673"/>
                  </a:lnTo>
                  <a:lnTo>
                    <a:pt x="214004" y="205925"/>
                  </a:lnTo>
                  <a:lnTo>
                    <a:pt x="213580" y="205776"/>
                  </a:lnTo>
                  <a:lnTo>
                    <a:pt x="213243" y="205797"/>
                  </a:lnTo>
                  <a:lnTo>
                    <a:pt x="212867" y="206029"/>
                  </a:lnTo>
                  <a:lnTo>
                    <a:pt x="212653" y="206314"/>
                  </a:lnTo>
                  <a:lnTo>
                    <a:pt x="212449" y="206277"/>
                  </a:lnTo>
                  <a:lnTo>
                    <a:pt x="212214" y="206157"/>
                  </a:lnTo>
                  <a:lnTo>
                    <a:pt x="211542" y="205571"/>
                  </a:lnTo>
                  <a:lnTo>
                    <a:pt x="211086" y="205362"/>
                  </a:lnTo>
                  <a:lnTo>
                    <a:pt x="210537" y="205431"/>
                  </a:lnTo>
                  <a:lnTo>
                    <a:pt x="209983" y="205466"/>
                  </a:lnTo>
                  <a:lnTo>
                    <a:pt x="209553" y="205454"/>
                  </a:lnTo>
                  <a:lnTo>
                    <a:pt x="209401" y="205508"/>
                  </a:lnTo>
                  <a:lnTo>
                    <a:pt x="209237" y="205666"/>
                  </a:lnTo>
                  <a:lnTo>
                    <a:pt x="209096" y="205838"/>
                  </a:lnTo>
                  <a:lnTo>
                    <a:pt x="208822" y="205971"/>
                  </a:lnTo>
                  <a:lnTo>
                    <a:pt x="208031" y="206328"/>
                  </a:lnTo>
                  <a:lnTo>
                    <a:pt x="207611" y="206325"/>
                  </a:lnTo>
                  <a:lnTo>
                    <a:pt x="206767" y="206915"/>
                  </a:lnTo>
                  <a:lnTo>
                    <a:pt x="206705" y="207249"/>
                  </a:lnTo>
                  <a:lnTo>
                    <a:pt x="207010" y="207911"/>
                  </a:lnTo>
                  <a:lnTo>
                    <a:pt x="207387" y="208466"/>
                  </a:lnTo>
                  <a:lnTo>
                    <a:pt x="207214" y="208628"/>
                  </a:lnTo>
                  <a:lnTo>
                    <a:pt x="206617" y="208596"/>
                  </a:lnTo>
                  <a:lnTo>
                    <a:pt x="205884" y="208699"/>
                  </a:lnTo>
                  <a:lnTo>
                    <a:pt x="205222" y="208674"/>
                  </a:lnTo>
                  <a:lnTo>
                    <a:pt x="205491" y="209608"/>
                  </a:lnTo>
                  <a:lnTo>
                    <a:pt x="205852" y="210555"/>
                  </a:lnTo>
                  <a:lnTo>
                    <a:pt x="206103" y="211129"/>
                  </a:lnTo>
                  <a:lnTo>
                    <a:pt x="206202" y="211353"/>
                  </a:lnTo>
                  <a:lnTo>
                    <a:pt x="206653" y="211566"/>
                  </a:lnTo>
                  <a:lnTo>
                    <a:pt x="207300" y="212140"/>
                  </a:lnTo>
                  <a:lnTo>
                    <a:pt x="207102" y="212395"/>
                  </a:lnTo>
                  <a:lnTo>
                    <a:pt x="206798" y="212731"/>
                  </a:lnTo>
                  <a:lnTo>
                    <a:pt x="206525" y="212990"/>
                  </a:lnTo>
                  <a:lnTo>
                    <a:pt x="206153" y="213260"/>
                  </a:lnTo>
                  <a:lnTo>
                    <a:pt x="206236" y="214079"/>
                  </a:lnTo>
                  <a:lnTo>
                    <a:pt x="206213" y="214449"/>
                  </a:lnTo>
                  <a:lnTo>
                    <a:pt x="205792" y="214873"/>
                  </a:lnTo>
                  <a:lnTo>
                    <a:pt x="205770" y="215595"/>
                  </a:lnTo>
                  <a:lnTo>
                    <a:pt x="206052" y="215540"/>
                  </a:lnTo>
                  <a:lnTo>
                    <a:pt x="206238" y="215526"/>
                  </a:lnTo>
                  <a:lnTo>
                    <a:pt x="206491" y="215580"/>
                  </a:lnTo>
                  <a:lnTo>
                    <a:pt x="206568" y="215753"/>
                  </a:lnTo>
                  <a:lnTo>
                    <a:pt x="206809" y="216112"/>
                  </a:lnTo>
                  <a:lnTo>
                    <a:pt x="206963" y="216283"/>
                  </a:lnTo>
                  <a:lnTo>
                    <a:pt x="206986" y="216514"/>
                  </a:lnTo>
                  <a:lnTo>
                    <a:pt x="207078" y="216877"/>
                  </a:lnTo>
                  <a:lnTo>
                    <a:pt x="207524" y="217216"/>
                  </a:lnTo>
                  <a:lnTo>
                    <a:pt x="207690" y="217724"/>
                  </a:lnTo>
                  <a:lnTo>
                    <a:pt x="207719" y="218011"/>
                  </a:lnTo>
                  <a:lnTo>
                    <a:pt x="208001" y="218624"/>
                  </a:lnTo>
                  <a:lnTo>
                    <a:pt x="208406" y="218867"/>
                  </a:lnTo>
                  <a:lnTo>
                    <a:pt x="208636" y="219113"/>
                  </a:lnTo>
                  <a:lnTo>
                    <a:pt x="208688" y="219387"/>
                  </a:lnTo>
                  <a:lnTo>
                    <a:pt x="208621" y="219741"/>
                  </a:lnTo>
                  <a:lnTo>
                    <a:pt x="208744" y="220005"/>
                  </a:lnTo>
                  <a:lnTo>
                    <a:pt x="209221" y="219971"/>
                  </a:lnTo>
                  <a:lnTo>
                    <a:pt x="209407" y="219903"/>
                  </a:lnTo>
                  <a:lnTo>
                    <a:pt x="209852" y="219707"/>
                  </a:lnTo>
                  <a:lnTo>
                    <a:pt x="210293" y="219473"/>
                  </a:lnTo>
                  <a:lnTo>
                    <a:pt x="210369" y="219632"/>
                  </a:lnTo>
                  <a:lnTo>
                    <a:pt x="210463" y="220111"/>
                  </a:lnTo>
                  <a:lnTo>
                    <a:pt x="210498" y="220428"/>
                  </a:lnTo>
                  <a:lnTo>
                    <a:pt x="210724" y="221155"/>
                  </a:lnTo>
                  <a:lnTo>
                    <a:pt x="210676" y="221295"/>
                  </a:lnTo>
                  <a:lnTo>
                    <a:pt x="210619" y="221558"/>
                  </a:lnTo>
                  <a:lnTo>
                    <a:pt x="210864" y="222034"/>
                  </a:lnTo>
                  <a:lnTo>
                    <a:pt x="211147" y="222370"/>
                  </a:lnTo>
                  <a:lnTo>
                    <a:pt x="211564" y="222209"/>
                  </a:lnTo>
                  <a:lnTo>
                    <a:pt x="212143" y="222283"/>
                  </a:lnTo>
                  <a:lnTo>
                    <a:pt x="212272" y="222346"/>
                  </a:lnTo>
                  <a:lnTo>
                    <a:pt x="212851" y="222564"/>
                  </a:lnTo>
                  <a:lnTo>
                    <a:pt x="212836" y="222800"/>
                  </a:lnTo>
                  <a:lnTo>
                    <a:pt x="212477" y="222834"/>
                  </a:lnTo>
                  <a:lnTo>
                    <a:pt x="212225" y="222899"/>
                  </a:lnTo>
                  <a:lnTo>
                    <a:pt x="212512" y="223459"/>
                  </a:lnTo>
                  <a:lnTo>
                    <a:pt x="212760" y="223655"/>
                  </a:lnTo>
                  <a:lnTo>
                    <a:pt x="212310" y="223851"/>
                  </a:lnTo>
                  <a:lnTo>
                    <a:pt x="212539" y="224391"/>
                  </a:lnTo>
                  <a:lnTo>
                    <a:pt x="212695" y="224348"/>
                  </a:lnTo>
                  <a:lnTo>
                    <a:pt x="212845" y="224257"/>
                  </a:lnTo>
                  <a:lnTo>
                    <a:pt x="213090" y="224144"/>
                  </a:lnTo>
                  <a:lnTo>
                    <a:pt x="213263" y="224235"/>
                  </a:lnTo>
                  <a:lnTo>
                    <a:pt x="213388" y="224576"/>
                  </a:lnTo>
                  <a:lnTo>
                    <a:pt x="212816" y="224860"/>
                  </a:lnTo>
                  <a:lnTo>
                    <a:pt x="212447" y="224963"/>
                  </a:lnTo>
                  <a:lnTo>
                    <a:pt x="211858" y="225012"/>
                  </a:lnTo>
                  <a:lnTo>
                    <a:pt x="211095" y="225167"/>
                  </a:lnTo>
                  <a:lnTo>
                    <a:pt x="211288" y="225458"/>
                  </a:lnTo>
                  <a:lnTo>
                    <a:pt x="211365" y="225605"/>
                  </a:lnTo>
                  <a:lnTo>
                    <a:pt x="211491" y="225933"/>
                  </a:lnTo>
                  <a:lnTo>
                    <a:pt x="211261" y="226316"/>
                  </a:lnTo>
                  <a:lnTo>
                    <a:pt x="211248" y="226748"/>
                  </a:lnTo>
                  <a:lnTo>
                    <a:pt x="210957" y="226904"/>
                  </a:lnTo>
                  <a:lnTo>
                    <a:pt x="210818" y="226964"/>
                  </a:lnTo>
                  <a:lnTo>
                    <a:pt x="210421" y="226995"/>
                  </a:lnTo>
                  <a:lnTo>
                    <a:pt x="210287" y="226990"/>
                  </a:lnTo>
                  <a:lnTo>
                    <a:pt x="209960" y="226733"/>
                  </a:lnTo>
                  <a:lnTo>
                    <a:pt x="209421" y="226728"/>
                  </a:lnTo>
                  <a:lnTo>
                    <a:pt x="209215" y="227013"/>
                  </a:lnTo>
                  <a:lnTo>
                    <a:pt x="209057" y="227371"/>
                  </a:lnTo>
                  <a:lnTo>
                    <a:pt x="208786" y="227727"/>
                  </a:lnTo>
                  <a:lnTo>
                    <a:pt x="208466" y="227610"/>
                  </a:lnTo>
                  <a:lnTo>
                    <a:pt x="208211" y="227643"/>
                  </a:lnTo>
                  <a:lnTo>
                    <a:pt x="207873" y="228046"/>
                  </a:lnTo>
                  <a:lnTo>
                    <a:pt x="207482" y="228048"/>
                  </a:lnTo>
                  <a:lnTo>
                    <a:pt x="207232" y="227952"/>
                  </a:lnTo>
                  <a:lnTo>
                    <a:pt x="206910" y="227874"/>
                  </a:lnTo>
                  <a:lnTo>
                    <a:pt x="206756" y="227840"/>
                  </a:lnTo>
                  <a:lnTo>
                    <a:pt x="206285" y="228069"/>
                  </a:lnTo>
                  <a:lnTo>
                    <a:pt x="205891" y="228529"/>
                  </a:lnTo>
                  <a:lnTo>
                    <a:pt x="205794" y="228680"/>
                  </a:lnTo>
                  <a:lnTo>
                    <a:pt x="205727" y="228826"/>
                  </a:lnTo>
                  <a:lnTo>
                    <a:pt x="205404" y="228819"/>
                  </a:lnTo>
                  <a:lnTo>
                    <a:pt x="205136" y="228831"/>
                  </a:lnTo>
                  <a:lnTo>
                    <a:pt x="205180" y="229152"/>
                  </a:lnTo>
                  <a:lnTo>
                    <a:pt x="204973" y="229500"/>
                  </a:lnTo>
                  <a:lnTo>
                    <a:pt x="204954" y="229924"/>
                  </a:lnTo>
                  <a:lnTo>
                    <a:pt x="204838" y="230104"/>
                  </a:lnTo>
                  <a:lnTo>
                    <a:pt x="204646" y="230172"/>
                  </a:lnTo>
                  <a:lnTo>
                    <a:pt x="204280" y="229903"/>
                  </a:lnTo>
                  <a:lnTo>
                    <a:pt x="204013" y="229399"/>
                  </a:lnTo>
                  <a:lnTo>
                    <a:pt x="204064" y="229838"/>
                  </a:lnTo>
                  <a:lnTo>
                    <a:pt x="203829" y="230099"/>
                  </a:lnTo>
                  <a:lnTo>
                    <a:pt x="203541" y="229961"/>
                  </a:lnTo>
                  <a:lnTo>
                    <a:pt x="203264" y="229847"/>
                  </a:lnTo>
                  <a:lnTo>
                    <a:pt x="203127" y="229809"/>
                  </a:lnTo>
                  <a:lnTo>
                    <a:pt x="202744" y="230158"/>
                  </a:lnTo>
                  <a:lnTo>
                    <a:pt x="202379" y="230286"/>
                  </a:lnTo>
                  <a:lnTo>
                    <a:pt x="202051" y="230389"/>
                  </a:lnTo>
                  <a:lnTo>
                    <a:pt x="201811" y="230377"/>
                  </a:lnTo>
                  <a:lnTo>
                    <a:pt x="201458" y="230141"/>
                  </a:lnTo>
                  <a:lnTo>
                    <a:pt x="201193" y="229980"/>
                  </a:lnTo>
                  <a:lnTo>
                    <a:pt x="200265" y="229866"/>
                  </a:lnTo>
                  <a:lnTo>
                    <a:pt x="199762" y="229853"/>
                  </a:lnTo>
                  <a:lnTo>
                    <a:pt x="199752" y="229986"/>
                  </a:lnTo>
                  <a:lnTo>
                    <a:pt x="199568" y="230159"/>
                  </a:lnTo>
                  <a:lnTo>
                    <a:pt x="199082" y="230219"/>
                  </a:lnTo>
                  <a:lnTo>
                    <a:pt x="198960" y="230424"/>
                  </a:lnTo>
                  <a:lnTo>
                    <a:pt x="198782" y="230502"/>
                  </a:lnTo>
                  <a:lnTo>
                    <a:pt x="198581" y="230555"/>
                  </a:lnTo>
                  <a:lnTo>
                    <a:pt x="198403" y="230835"/>
                  </a:lnTo>
                  <a:lnTo>
                    <a:pt x="197925" y="231060"/>
                  </a:lnTo>
                  <a:lnTo>
                    <a:pt x="197724" y="231157"/>
                  </a:lnTo>
                  <a:lnTo>
                    <a:pt x="197282" y="231655"/>
                  </a:lnTo>
                  <a:lnTo>
                    <a:pt x="197332" y="231839"/>
                  </a:lnTo>
                  <a:lnTo>
                    <a:pt x="197048" y="232050"/>
                  </a:lnTo>
                  <a:lnTo>
                    <a:pt x="196131" y="231928"/>
                  </a:lnTo>
                  <a:lnTo>
                    <a:pt x="195801" y="231718"/>
                  </a:lnTo>
                  <a:lnTo>
                    <a:pt x="195369" y="231617"/>
                  </a:lnTo>
                  <a:lnTo>
                    <a:pt x="195087" y="231658"/>
                  </a:lnTo>
                  <a:lnTo>
                    <a:pt x="194814" y="231127"/>
                  </a:lnTo>
                  <a:lnTo>
                    <a:pt x="194500" y="230991"/>
                  </a:lnTo>
                  <a:lnTo>
                    <a:pt x="194184" y="231198"/>
                  </a:lnTo>
                  <a:lnTo>
                    <a:pt x="194020" y="231322"/>
                  </a:lnTo>
                  <a:lnTo>
                    <a:pt x="193786" y="231473"/>
                  </a:lnTo>
                  <a:lnTo>
                    <a:pt x="193476" y="231223"/>
                  </a:lnTo>
                  <a:lnTo>
                    <a:pt x="193213" y="230956"/>
                  </a:lnTo>
                  <a:lnTo>
                    <a:pt x="192926" y="231077"/>
                  </a:lnTo>
                  <a:lnTo>
                    <a:pt x="192584" y="231171"/>
                  </a:lnTo>
                  <a:lnTo>
                    <a:pt x="192459" y="230928"/>
                  </a:lnTo>
                  <a:lnTo>
                    <a:pt x="192140" y="230982"/>
                  </a:lnTo>
                  <a:lnTo>
                    <a:pt x="191984" y="231115"/>
                  </a:lnTo>
                  <a:lnTo>
                    <a:pt x="191728" y="231197"/>
                  </a:lnTo>
                  <a:lnTo>
                    <a:pt x="191352" y="231247"/>
                  </a:lnTo>
                  <a:lnTo>
                    <a:pt x="190766" y="231482"/>
                  </a:lnTo>
                  <a:lnTo>
                    <a:pt x="190618" y="231525"/>
                  </a:lnTo>
                  <a:lnTo>
                    <a:pt x="190395" y="231335"/>
                  </a:lnTo>
                  <a:lnTo>
                    <a:pt x="190190" y="231087"/>
                  </a:lnTo>
                  <a:lnTo>
                    <a:pt x="190057" y="230964"/>
                  </a:lnTo>
                  <a:lnTo>
                    <a:pt x="189730" y="230814"/>
                  </a:lnTo>
                  <a:lnTo>
                    <a:pt x="189697" y="230956"/>
                  </a:lnTo>
                  <a:lnTo>
                    <a:pt x="189164" y="230991"/>
                  </a:lnTo>
                  <a:lnTo>
                    <a:pt x="188940" y="231001"/>
                  </a:lnTo>
                  <a:lnTo>
                    <a:pt x="188574" y="231359"/>
                  </a:lnTo>
                  <a:lnTo>
                    <a:pt x="188470" y="231586"/>
                  </a:lnTo>
                  <a:lnTo>
                    <a:pt x="188470" y="231753"/>
                  </a:lnTo>
                  <a:lnTo>
                    <a:pt x="188470" y="231902"/>
                  </a:lnTo>
                  <a:lnTo>
                    <a:pt x="188238" y="231985"/>
                  </a:lnTo>
                  <a:lnTo>
                    <a:pt x="187595" y="232086"/>
                  </a:lnTo>
                  <a:lnTo>
                    <a:pt x="187449" y="232034"/>
                  </a:lnTo>
                  <a:lnTo>
                    <a:pt x="186709" y="231810"/>
                  </a:lnTo>
                  <a:lnTo>
                    <a:pt x="186631" y="232034"/>
                  </a:lnTo>
                  <a:lnTo>
                    <a:pt x="186536" y="232188"/>
                  </a:lnTo>
                  <a:lnTo>
                    <a:pt x="186403" y="232831"/>
                  </a:lnTo>
                  <a:lnTo>
                    <a:pt x="186448" y="233138"/>
                  </a:lnTo>
                  <a:lnTo>
                    <a:pt x="186517" y="233519"/>
                  </a:lnTo>
                  <a:lnTo>
                    <a:pt x="186438" y="233959"/>
                  </a:lnTo>
                  <a:lnTo>
                    <a:pt x="186313" y="234138"/>
                  </a:lnTo>
                  <a:lnTo>
                    <a:pt x="185837" y="235019"/>
                  </a:lnTo>
                  <a:lnTo>
                    <a:pt x="185766" y="235395"/>
                  </a:lnTo>
                  <a:lnTo>
                    <a:pt x="186136" y="235684"/>
                  </a:lnTo>
                  <a:lnTo>
                    <a:pt x="186787" y="235988"/>
                  </a:lnTo>
                  <a:lnTo>
                    <a:pt x="186891" y="236248"/>
                  </a:lnTo>
                  <a:lnTo>
                    <a:pt x="186835" y="236715"/>
                  </a:lnTo>
                  <a:lnTo>
                    <a:pt x="186805" y="236977"/>
                  </a:lnTo>
                  <a:lnTo>
                    <a:pt x="186821" y="237188"/>
                  </a:lnTo>
                  <a:lnTo>
                    <a:pt x="186832" y="237369"/>
                  </a:lnTo>
                  <a:lnTo>
                    <a:pt x="186832" y="237591"/>
                  </a:lnTo>
                  <a:lnTo>
                    <a:pt x="186830" y="237908"/>
                  </a:lnTo>
                  <a:lnTo>
                    <a:pt x="186893" y="238130"/>
                  </a:lnTo>
                  <a:lnTo>
                    <a:pt x="186879" y="238559"/>
                  </a:lnTo>
                  <a:lnTo>
                    <a:pt x="187037" y="239035"/>
                  </a:lnTo>
                  <a:lnTo>
                    <a:pt x="187382" y="239249"/>
                  </a:lnTo>
                  <a:lnTo>
                    <a:pt x="187581" y="239371"/>
                  </a:lnTo>
                  <a:lnTo>
                    <a:pt x="187765" y="239266"/>
                  </a:lnTo>
                  <a:lnTo>
                    <a:pt x="188115" y="238893"/>
                  </a:lnTo>
                  <a:lnTo>
                    <a:pt x="188147" y="239238"/>
                  </a:lnTo>
                  <a:lnTo>
                    <a:pt x="188355" y="239355"/>
                  </a:lnTo>
                  <a:lnTo>
                    <a:pt x="188735" y="239443"/>
                  </a:lnTo>
                  <a:lnTo>
                    <a:pt x="189598" y="240509"/>
                  </a:lnTo>
                  <a:lnTo>
                    <a:pt x="190300" y="240784"/>
                  </a:lnTo>
                  <a:lnTo>
                    <a:pt x="190570" y="240849"/>
                  </a:lnTo>
                  <a:lnTo>
                    <a:pt x="191310" y="241057"/>
                  </a:lnTo>
                  <a:lnTo>
                    <a:pt x="191779" y="241597"/>
                  </a:lnTo>
                  <a:lnTo>
                    <a:pt x="192158" y="241628"/>
                  </a:lnTo>
                  <a:lnTo>
                    <a:pt x="192188" y="241480"/>
                  </a:lnTo>
                  <a:lnTo>
                    <a:pt x="191964" y="241134"/>
                  </a:lnTo>
                  <a:lnTo>
                    <a:pt x="192184" y="240625"/>
                  </a:lnTo>
                  <a:lnTo>
                    <a:pt x="192362" y="240742"/>
                  </a:lnTo>
                  <a:lnTo>
                    <a:pt x="192798" y="241101"/>
                  </a:lnTo>
                  <a:lnTo>
                    <a:pt x="193023" y="241661"/>
                  </a:lnTo>
                  <a:lnTo>
                    <a:pt x="193084" y="242173"/>
                  </a:lnTo>
                  <a:lnTo>
                    <a:pt x="193128" y="242628"/>
                  </a:lnTo>
                  <a:lnTo>
                    <a:pt x="193291" y="242735"/>
                  </a:lnTo>
                  <a:lnTo>
                    <a:pt x="193358" y="242913"/>
                  </a:lnTo>
                  <a:lnTo>
                    <a:pt x="193357" y="243182"/>
                  </a:lnTo>
                  <a:lnTo>
                    <a:pt x="193545" y="243591"/>
                  </a:lnTo>
                  <a:lnTo>
                    <a:pt x="193825" y="244042"/>
                  </a:lnTo>
                  <a:lnTo>
                    <a:pt x="193488" y="244062"/>
                  </a:lnTo>
                  <a:lnTo>
                    <a:pt x="193358" y="244053"/>
                  </a:lnTo>
                  <a:lnTo>
                    <a:pt x="193213" y="244054"/>
                  </a:lnTo>
                  <a:lnTo>
                    <a:pt x="193031" y="244069"/>
                  </a:lnTo>
                  <a:lnTo>
                    <a:pt x="192566" y="244335"/>
                  </a:lnTo>
                  <a:lnTo>
                    <a:pt x="192125" y="244866"/>
                  </a:lnTo>
                  <a:lnTo>
                    <a:pt x="191931" y="244951"/>
                  </a:lnTo>
                  <a:lnTo>
                    <a:pt x="191928" y="245345"/>
                  </a:lnTo>
                  <a:lnTo>
                    <a:pt x="192173" y="245311"/>
                  </a:lnTo>
                  <a:lnTo>
                    <a:pt x="192257" y="245530"/>
                  </a:lnTo>
                  <a:lnTo>
                    <a:pt x="192423" y="245795"/>
                  </a:lnTo>
                  <a:lnTo>
                    <a:pt x="192271" y="246131"/>
                  </a:lnTo>
                  <a:lnTo>
                    <a:pt x="192542" y="246285"/>
                  </a:lnTo>
                  <a:lnTo>
                    <a:pt x="192331" y="246498"/>
                  </a:lnTo>
                  <a:lnTo>
                    <a:pt x="192176" y="246528"/>
                  </a:lnTo>
                  <a:lnTo>
                    <a:pt x="191972" y="246680"/>
                  </a:lnTo>
                  <a:lnTo>
                    <a:pt x="191834" y="246757"/>
                  </a:lnTo>
                  <a:lnTo>
                    <a:pt x="191485" y="246784"/>
                  </a:lnTo>
                  <a:lnTo>
                    <a:pt x="191330" y="246786"/>
                  </a:lnTo>
                  <a:lnTo>
                    <a:pt x="191233" y="247288"/>
                  </a:lnTo>
                  <a:lnTo>
                    <a:pt x="191361" y="247465"/>
                  </a:lnTo>
                  <a:lnTo>
                    <a:pt x="191442" y="247633"/>
                  </a:lnTo>
                  <a:lnTo>
                    <a:pt x="191313" y="247682"/>
                  </a:lnTo>
                  <a:lnTo>
                    <a:pt x="191594" y="248345"/>
                  </a:lnTo>
                  <a:lnTo>
                    <a:pt x="191541" y="248503"/>
                  </a:lnTo>
                  <a:lnTo>
                    <a:pt x="192120" y="248606"/>
                  </a:lnTo>
                  <a:lnTo>
                    <a:pt x="192104" y="248889"/>
                  </a:lnTo>
                  <a:lnTo>
                    <a:pt x="192022" y="249143"/>
                  </a:lnTo>
                  <a:lnTo>
                    <a:pt x="191761" y="249222"/>
                  </a:lnTo>
                  <a:lnTo>
                    <a:pt x="191388" y="249199"/>
                  </a:lnTo>
                  <a:lnTo>
                    <a:pt x="190604" y="249428"/>
                  </a:lnTo>
                  <a:lnTo>
                    <a:pt x="189978" y="249586"/>
                  </a:lnTo>
                  <a:lnTo>
                    <a:pt x="189664" y="250402"/>
                  </a:lnTo>
                  <a:lnTo>
                    <a:pt x="189223" y="251805"/>
                  </a:lnTo>
                  <a:lnTo>
                    <a:pt x="188988" y="252044"/>
                  </a:lnTo>
                  <a:lnTo>
                    <a:pt x="188405" y="251955"/>
                  </a:lnTo>
                  <a:lnTo>
                    <a:pt x="187797" y="252164"/>
                  </a:lnTo>
                  <a:lnTo>
                    <a:pt x="187162" y="252448"/>
                  </a:lnTo>
                  <a:lnTo>
                    <a:pt x="187212" y="252758"/>
                  </a:lnTo>
                  <a:lnTo>
                    <a:pt x="187181" y="253053"/>
                  </a:lnTo>
                  <a:lnTo>
                    <a:pt x="186638" y="253183"/>
                  </a:lnTo>
                  <a:lnTo>
                    <a:pt x="186513" y="252909"/>
                  </a:lnTo>
                  <a:lnTo>
                    <a:pt x="186486" y="252604"/>
                  </a:lnTo>
                  <a:lnTo>
                    <a:pt x="186304" y="252496"/>
                  </a:lnTo>
                  <a:lnTo>
                    <a:pt x="186118" y="252358"/>
                  </a:lnTo>
                  <a:lnTo>
                    <a:pt x="185989" y="252211"/>
                  </a:lnTo>
                  <a:lnTo>
                    <a:pt x="185777" y="252083"/>
                  </a:lnTo>
                  <a:lnTo>
                    <a:pt x="185597" y="251985"/>
                  </a:lnTo>
                  <a:lnTo>
                    <a:pt x="185457" y="251959"/>
                  </a:lnTo>
                  <a:lnTo>
                    <a:pt x="185194" y="252062"/>
                  </a:lnTo>
                  <a:lnTo>
                    <a:pt x="184933" y="252132"/>
                  </a:lnTo>
                  <a:lnTo>
                    <a:pt x="184619" y="251949"/>
                  </a:lnTo>
                  <a:lnTo>
                    <a:pt x="184250" y="251822"/>
                  </a:lnTo>
                  <a:lnTo>
                    <a:pt x="183722" y="252000"/>
                  </a:lnTo>
                  <a:lnTo>
                    <a:pt x="183546" y="251835"/>
                  </a:lnTo>
                  <a:lnTo>
                    <a:pt x="183344" y="251867"/>
                  </a:lnTo>
                  <a:lnTo>
                    <a:pt x="183364" y="252025"/>
                  </a:lnTo>
                  <a:lnTo>
                    <a:pt x="183454" y="252380"/>
                  </a:lnTo>
                  <a:lnTo>
                    <a:pt x="183581" y="252465"/>
                  </a:lnTo>
                  <a:lnTo>
                    <a:pt x="183729" y="252498"/>
                  </a:lnTo>
                  <a:lnTo>
                    <a:pt x="184062" y="252704"/>
                  </a:lnTo>
                  <a:lnTo>
                    <a:pt x="184459" y="253067"/>
                  </a:lnTo>
                  <a:lnTo>
                    <a:pt x="184187" y="253288"/>
                  </a:lnTo>
                  <a:lnTo>
                    <a:pt x="183954" y="253389"/>
                  </a:lnTo>
                  <a:lnTo>
                    <a:pt x="183758" y="253437"/>
                  </a:lnTo>
                  <a:lnTo>
                    <a:pt x="183335" y="253272"/>
                  </a:lnTo>
                  <a:lnTo>
                    <a:pt x="183282" y="253095"/>
                  </a:lnTo>
                  <a:lnTo>
                    <a:pt x="183100" y="252908"/>
                  </a:lnTo>
                  <a:lnTo>
                    <a:pt x="182838" y="252881"/>
                  </a:lnTo>
                  <a:lnTo>
                    <a:pt x="182531" y="252827"/>
                  </a:lnTo>
                  <a:lnTo>
                    <a:pt x="182249" y="252760"/>
                  </a:lnTo>
                  <a:lnTo>
                    <a:pt x="182044" y="252634"/>
                  </a:lnTo>
                  <a:lnTo>
                    <a:pt x="181692" y="252613"/>
                  </a:lnTo>
                  <a:lnTo>
                    <a:pt x="181376" y="252891"/>
                  </a:lnTo>
                  <a:lnTo>
                    <a:pt x="181039" y="252905"/>
                  </a:lnTo>
                  <a:lnTo>
                    <a:pt x="180999" y="252769"/>
                  </a:lnTo>
                  <a:lnTo>
                    <a:pt x="180852" y="252694"/>
                  </a:lnTo>
                  <a:lnTo>
                    <a:pt x="180468" y="252880"/>
                  </a:lnTo>
                  <a:lnTo>
                    <a:pt x="180266" y="252891"/>
                  </a:lnTo>
                  <a:lnTo>
                    <a:pt x="179932" y="252788"/>
                  </a:lnTo>
                  <a:lnTo>
                    <a:pt x="179774" y="252450"/>
                  </a:lnTo>
                  <a:lnTo>
                    <a:pt x="179712" y="252196"/>
                  </a:lnTo>
                  <a:lnTo>
                    <a:pt x="179493" y="251950"/>
                  </a:lnTo>
                  <a:lnTo>
                    <a:pt x="179380" y="251663"/>
                  </a:lnTo>
                  <a:lnTo>
                    <a:pt x="179153" y="251691"/>
                  </a:lnTo>
                  <a:lnTo>
                    <a:pt x="179062" y="251916"/>
                  </a:lnTo>
                  <a:lnTo>
                    <a:pt x="178571" y="251804"/>
                  </a:lnTo>
                  <a:lnTo>
                    <a:pt x="178336" y="251757"/>
                  </a:lnTo>
                  <a:lnTo>
                    <a:pt x="178170" y="251783"/>
                  </a:lnTo>
                  <a:lnTo>
                    <a:pt x="177972" y="251899"/>
                  </a:lnTo>
                  <a:lnTo>
                    <a:pt x="177737" y="251883"/>
                  </a:lnTo>
                  <a:lnTo>
                    <a:pt x="177759" y="252300"/>
                  </a:lnTo>
                  <a:lnTo>
                    <a:pt x="177496" y="252693"/>
                  </a:lnTo>
                  <a:lnTo>
                    <a:pt x="177191" y="252890"/>
                  </a:lnTo>
                  <a:lnTo>
                    <a:pt x="176907" y="253052"/>
                  </a:lnTo>
                  <a:lnTo>
                    <a:pt x="176629" y="252713"/>
                  </a:lnTo>
                  <a:lnTo>
                    <a:pt x="176575" y="252869"/>
                  </a:lnTo>
                  <a:lnTo>
                    <a:pt x="176594" y="253014"/>
                  </a:lnTo>
                  <a:lnTo>
                    <a:pt x="176508" y="253141"/>
                  </a:lnTo>
                  <a:lnTo>
                    <a:pt x="176315" y="253129"/>
                  </a:lnTo>
                  <a:lnTo>
                    <a:pt x="175879" y="253033"/>
                  </a:lnTo>
                  <a:lnTo>
                    <a:pt x="175766" y="253199"/>
                  </a:lnTo>
                  <a:lnTo>
                    <a:pt x="175687" y="253348"/>
                  </a:lnTo>
                  <a:lnTo>
                    <a:pt x="175723" y="253539"/>
                  </a:lnTo>
                  <a:lnTo>
                    <a:pt x="175629" y="253835"/>
                  </a:lnTo>
                  <a:lnTo>
                    <a:pt x="175912" y="254192"/>
                  </a:lnTo>
                  <a:lnTo>
                    <a:pt x="175733" y="254223"/>
                  </a:lnTo>
                  <a:lnTo>
                    <a:pt x="175558" y="254353"/>
                  </a:lnTo>
                  <a:lnTo>
                    <a:pt x="175530" y="254506"/>
                  </a:lnTo>
                  <a:lnTo>
                    <a:pt x="175281" y="254629"/>
                  </a:lnTo>
                  <a:lnTo>
                    <a:pt x="175153" y="254799"/>
                  </a:lnTo>
                  <a:lnTo>
                    <a:pt x="175104" y="255027"/>
                  </a:lnTo>
                  <a:lnTo>
                    <a:pt x="174914" y="255300"/>
                  </a:lnTo>
                  <a:lnTo>
                    <a:pt x="174581" y="255268"/>
                  </a:lnTo>
                  <a:lnTo>
                    <a:pt x="174374" y="255275"/>
                  </a:lnTo>
                  <a:lnTo>
                    <a:pt x="174174" y="255182"/>
                  </a:lnTo>
                  <a:lnTo>
                    <a:pt x="173628" y="255152"/>
                  </a:lnTo>
                  <a:lnTo>
                    <a:pt x="173715" y="255417"/>
                  </a:lnTo>
                  <a:lnTo>
                    <a:pt x="173838" y="255658"/>
                  </a:lnTo>
                  <a:lnTo>
                    <a:pt x="173871" y="255824"/>
                  </a:lnTo>
                  <a:lnTo>
                    <a:pt x="173623" y="255980"/>
                  </a:lnTo>
                  <a:lnTo>
                    <a:pt x="173439" y="256064"/>
                  </a:lnTo>
                  <a:lnTo>
                    <a:pt x="173253" y="256390"/>
                  </a:lnTo>
                  <a:lnTo>
                    <a:pt x="173071" y="256430"/>
                  </a:lnTo>
                  <a:lnTo>
                    <a:pt x="172674" y="256448"/>
                  </a:lnTo>
                  <a:lnTo>
                    <a:pt x="172511" y="256435"/>
                  </a:lnTo>
                  <a:lnTo>
                    <a:pt x="172075" y="256478"/>
                  </a:lnTo>
                  <a:lnTo>
                    <a:pt x="172322" y="256947"/>
                  </a:lnTo>
                  <a:lnTo>
                    <a:pt x="172318" y="257269"/>
                  </a:lnTo>
                  <a:lnTo>
                    <a:pt x="171869" y="257275"/>
                  </a:lnTo>
                  <a:lnTo>
                    <a:pt x="171548" y="257259"/>
                  </a:lnTo>
                  <a:lnTo>
                    <a:pt x="171515" y="256838"/>
                  </a:lnTo>
                  <a:lnTo>
                    <a:pt x="171507" y="256691"/>
                  </a:lnTo>
                  <a:lnTo>
                    <a:pt x="171404" y="256507"/>
                  </a:lnTo>
                  <a:lnTo>
                    <a:pt x="171206" y="256529"/>
                  </a:lnTo>
                  <a:lnTo>
                    <a:pt x="171035" y="256529"/>
                  </a:lnTo>
                  <a:lnTo>
                    <a:pt x="170755" y="256471"/>
                  </a:lnTo>
                  <a:lnTo>
                    <a:pt x="170610" y="256430"/>
                  </a:lnTo>
                  <a:lnTo>
                    <a:pt x="170629" y="256716"/>
                  </a:lnTo>
                  <a:lnTo>
                    <a:pt x="170698" y="257066"/>
                  </a:lnTo>
                  <a:lnTo>
                    <a:pt x="170852" y="257233"/>
                  </a:lnTo>
                  <a:lnTo>
                    <a:pt x="171084" y="257345"/>
                  </a:lnTo>
                  <a:lnTo>
                    <a:pt x="171301" y="257495"/>
                  </a:lnTo>
                  <a:lnTo>
                    <a:pt x="171272" y="257959"/>
                  </a:lnTo>
                  <a:lnTo>
                    <a:pt x="171236" y="258090"/>
                  </a:lnTo>
                  <a:lnTo>
                    <a:pt x="171065" y="258599"/>
                  </a:lnTo>
                  <a:lnTo>
                    <a:pt x="171467" y="258477"/>
                  </a:lnTo>
                  <a:lnTo>
                    <a:pt x="171667" y="258355"/>
                  </a:lnTo>
                  <a:lnTo>
                    <a:pt x="171757" y="258883"/>
                  </a:lnTo>
                  <a:lnTo>
                    <a:pt x="172173" y="258543"/>
                  </a:lnTo>
                  <a:lnTo>
                    <a:pt x="172383" y="258594"/>
                  </a:lnTo>
                  <a:lnTo>
                    <a:pt x="172512" y="258749"/>
                  </a:lnTo>
                  <a:lnTo>
                    <a:pt x="172580" y="258880"/>
                  </a:lnTo>
                  <a:lnTo>
                    <a:pt x="172576" y="259422"/>
                  </a:lnTo>
                  <a:lnTo>
                    <a:pt x="172642" y="260227"/>
                  </a:lnTo>
                  <a:lnTo>
                    <a:pt x="172366" y="260321"/>
                  </a:lnTo>
                  <a:lnTo>
                    <a:pt x="172217" y="260339"/>
                  </a:lnTo>
                  <a:lnTo>
                    <a:pt x="171977" y="260476"/>
                  </a:lnTo>
                  <a:lnTo>
                    <a:pt x="171494" y="260272"/>
                  </a:lnTo>
                  <a:lnTo>
                    <a:pt x="171328" y="260238"/>
                  </a:lnTo>
                  <a:lnTo>
                    <a:pt x="170194" y="260014"/>
                  </a:lnTo>
                  <a:lnTo>
                    <a:pt x="169987" y="260104"/>
                  </a:lnTo>
                  <a:lnTo>
                    <a:pt x="169794" y="260089"/>
                  </a:lnTo>
                  <a:lnTo>
                    <a:pt x="169633" y="260053"/>
                  </a:lnTo>
                  <a:lnTo>
                    <a:pt x="169108" y="260074"/>
                  </a:lnTo>
                  <a:lnTo>
                    <a:pt x="168877" y="259920"/>
                  </a:lnTo>
                  <a:lnTo>
                    <a:pt x="168414" y="259885"/>
                  </a:lnTo>
                  <a:lnTo>
                    <a:pt x="168145" y="259889"/>
                  </a:lnTo>
                  <a:lnTo>
                    <a:pt x="167678" y="259865"/>
                  </a:lnTo>
                  <a:lnTo>
                    <a:pt x="167436" y="259655"/>
                  </a:lnTo>
                  <a:lnTo>
                    <a:pt x="167115" y="259297"/>
                  </a:lnTo>
                  <a:lnTo>
                    <a:pt x="167041" y="259118"/>
                  </a:lnTo>
                  <a:lnTo>
                    <a:pt x="166547" y="258403"/>
                  </a:lnTo>
                  <a:lnTo>
                    <a:pt x="166460" y="258239"/>
                  </a:lnTo>
                  <a:lnTo>
                    <a:pt x="165927" y="258106"/>
                  </a:lnTo>
                  <a:lnTo>
                    <a:pt x="165327" y="258108"/>
                  </a:lnTo>
                  <a:lnTo>
                    <a:pt x="164908" y="257922"/>
                  </a:lnTo>
                  <a:lnTo>
                    <a:pt x="164147" y="257167"/>
                  </a:lnTo>
                  <a:lnTo>
                    <a:pt x="163948" y="256792"/>
                  </a:lnTo>
                  <a:lnTo>
                    <a:pt x="163890" y="256174"/>
                  </a:lnTo>
                  <a:lnTo>
                    <a:pt x="163841" y="255480"/>
                  </a:lnTo>
                  <a:lnTo>
                    <a:pt x="163888" y="254883"/>
                  </a:lnTo>
                  <a:lnTo>
                    <a:pt x="163699" y="254618"/>
                  </a:lnTo>
                  <a:lnTo>
                    <a:pt x="163445" y="254605"/>
                  </a:lnTo>
                  <a:lnTo>
                    <a:pt x="163026" y="254364"/>
                  </a:lnTo>
                  <a:lnTo>
                    <a:pt x="162947" y="254117"/>
                  </a:lnTo>
                  <a:lnTo>
                    <a:pt x="162307" y="253959"/>
                  </a:lnTo>
                  <a:lnTo>
                    <a:pt x="162150" y="253678"/>
                  </a:lnTo>
                  <a:lnTo>
                    <a:pt x="161825" y="253551"/>
                  </a:lnTo>
                  <a:lnTo>
                    <a:pt x="161849" y="253415"/>
                  </a:lnTo>
                  <a:lnTo>
                    <a:pt x="161550" y="253422"/>
                  </a:lnTo>
                  <a:lnTo>
                    <a:pt x="161272" y="253323"/>
                  </a:lnTo>
                  <a:lnTo>
                    <a:pt x="161133" y="253334"/>
                  </a:lnTo>
                  <a:lnTo>
                    <a:pt x="160969" y="253565"/>
                  </a:lnTo>
                  <a:lnTo>
                    <a:pt x="160483" y="253679"/>
                  </a:lnTo>
                  <a:lnTo>
                    <a:pt x="160276" y="253700"/>
                  </a:lnTo>
                  <a:lnTo>
                    <a:pt x="160040" y="253675"/>
                  </a:lnTo>
                  <a:lnTo>
                    <a:pt x="159897" y="253908"/>
                  </a:lnTo>
                  <a:lnTo>
                    <a:pt x="159678" y="254244"/>
                  </a:lnTo>
                  <a:lnTo>
                    <a:pt x="159631" y="254073"/>
                  </a:lnTo>
                  <a:lnTo>
                    <a:pt x="159491" y="254306"/>
                  </a:lnTo>
                  <a:lnTo>
                    <a:pt x="159248" y="254410"/>
                  </a:lnTo>
                  <a:lnTo>
                    <a:pt x="159102" y="254405"/>
                  </a:lnTo>
                  <a:lnTo>
                    <a:pt x="158597" y="254312"/>
                  </a:lnTo>
                  <a:lnTo>
                    <a:pt x="158529" y="254118"/>
                  </a:lnTo>
                  <a:lnTo>
                    <a:pt x="158389" y="254161"/>
                  </a:lnTo>
                  <a:lnTo>
                    <a:pt x="158205" y="254314"/>
                  </a:lnTo>
                  <a:lnTo>
                    <a:pt x="157933" y="254241"/>
                  </a:lnTo>
                  <a:lnTo>
                    <a:pt x="157910" y="253998"/>
                  </a:lnTo>
                  <a:lnTo>
                    <a:pt x="157630" y="254090"/>
                  </a:lnTo>
                  <a:lnTo>
                    <a:pt x="157449" y="254103"/>
                  </a:lnTo>
                  <a:lnTo>
                    <a:pt x="156825" y="254141"/>
                  </a:lnTo>
                  <a:lnTo>
                    <a:pt x="155964" y="254194"/>
                  </a:lnTo>
                  <a:lnTo>
                    <a:pt x="154641" y="254060"/>
                  </a:lnTo>
                  <a:lnTo>
                    <a:pt x="154471" y="254058"/>
                  </a:lnTo>
                  <a:lnTo>
                    <a:pt x="154519" y="253920"/>
                  </a:lnTo>
                  <a:lnTo>
                    <a:pt x="154534" y="253490"/>
                  </a:lnTo>
                  <a:lnTo>
                    <a:pt x="154260" y="253519"/>
                  </a:lnTo>
                  <a:lnTo>
                    <a:pt x="153958" y="253795"/>
                  </a:lnTo>
                  <a:lnTo>
                    <a:pt x="153693" y="253998"/>
                  </a:lnTo>
                  <a:lnTo>
                    <a:pt x="153213" y="253986"/>
                  </a:lnTo>
                  <a:lnTo>
                    <a:pt x="153245" y="253842"/>
                  </a:lnTo>
                  <a:lnTo>
                    <a:pt x="153288" y="253689"/>
                  </a:lnTo>
                  <a:lnTo>
                    <a:pt x="153136" y="253673"/>
                  </a:lnTo>
                  <a:lnTo>
                    <a:pt x="153041" y="253491"/>
                  </a:lnTo>
                  <a:lnTo>
                    <a:pt x="153055" y="253185"/>
                  </a:lnTo>
                  <a:lnTo>
                    <a:pt x="152696" y="253158"/>
                  </a:lnTo>
                  <a:lnTo>
                    <a:pt x="152485" y="253151"/>
                  </a:lnTo>
                  <a:lnTo>
                    <a:pt x="152442" y="253312"/>
                  </a:lnTo>
                  <a:lnTo>
                    <a:pt x="152488" y="254189"/>
                  </a:lnTo>
                  <a:lnTo>
                    <a:pt x="152335" y="254286"/>
                  </a:lnTo>
                  <a:lnTo>
                    <a:pt x="152001" y="254575"/>
                  </a:lnTo>
                  <a:lnTo>
                    <a:pt x="151501" y="254513"/>
                  </a:lnTo>
                  <a:lnTo>
                    <a:pt x="151306" y="254500"/>
                  </a:lnTo>
                  <a:lnTo>
                    <a:pt x="151245" y="254344"/>
                  </a:lnTo>
                  <a:lnTo>
                    <a:pt x="151253" y="254164"/>
                  </a:lnTo>
                  <a:lnTo>
                    <a:pt x="150998" y="253965"/>
                  </a:lnTo>
                  <a:lnTo>
                    <a:pt x="150775" y="253960"/>
                  </a:lnTo>
                  <a:lnTo>
                    <a:pt x="150626" y="253711"/>
                  </a:lnTo>
                  <a:lnTo>
                    <a:pt x="150613" y="253448"/>
                  </a:lnTo>
                  <a:lnTo>
                    <a:pt x="150445" y="253189"/>
                  </a:lnTo>
                  <a:lnTo>
                    <a:pt x="149971" y="252955"/>
                  </a:lnTo>
                  <a:lnTo>
                    <a:pt x="149593" y="252841"/>
                  </a:lnTo>
                  <a:lnTo>
                    <a:pt x="149445" y="253351"/>
                  </a:lnTo>
                  <a:lnTo>
                    <a:pt x="149528" y="253641"/>
                  </a:lnTo>
                  <a:lnTo>
                    <a:pt x="149821" y="253693"/>
                  </a:lnTo>
                  <a:lnTo>
                    <a:pt x="149729" y="253922"/>
                  </a:lnTo>
                  <a:lnTo>
                    <a:pt x="149616" y="254342"/>
                  </a:lnTo>
                  <a:lnTo>
                    <a:pt x="149154" y="254328"/>
                  </a:lnTo>
                  <a:lnTo>
                    <a:pt x="148872" y="254716"/>
                  </a:lnTo>
                  <a:lnTo>
                    <a:pt x="148858" y="254989"/>
                  </a:lnTo>
                  <a:lnTo>
                    <a:pt x="148621" y="255254"/>
                  </a:lnTo>
                  <a:lnTo>
                    <a:pt x="148426" y="255383"/>
                  </a:lnTo>
                  <a:lnTo>
                    <a:pt x="148194" y="255375"/>
                  </a:lnTo>
                  <a:lnTo>
                    <a:pt x="147970" y="255475"/>
                  </a:lnTo>
                  <a:lnTo>
                    <a:pt x="147715" y="255462"/>
                  </a:lnTo>
                  <a:lnTo>
                    <a:pt x="147140" y="255112"/>
                  </a:lnTo>
                  <a:lnTo>
                    <a:pt x="146910" y="255279"/>
                  </a:lnTo>
                  <a:lnTo>
                    <a:pt x="146861" y="255418"/>
                  </a:lnTo>
                  <a:lnTo>
                    <a:pt x="146845" y="255619"/>
                  </a:lnTo>
                  <a:lnTo>
                    <a:pt x="146574" y="255706"/>
                  </a:lnTo>
                  <a:lnTo>
                    <a:pt x="146440" y="255709"/>
                  </a:lnTo>
                  <a:lnTo>
                    <a:pt x="146097" y="255785"/>
                  </a:lnTo>
                  <a:lnTo>
                    <a:pt x="146089" y="256000"/>
                  </a:lnTo>
                  <a:lnTo>
                    <a:pt x="145909" y="256134"/>
                  </a:lnTo>
                  <a:lnTo>
                    <a:pt x="145692" y="256259"/>
                  </a:lnTo>
                  <a:lnTo>
                    <a:pt x="145720" y="256822"/>
                  </a:lnTo>
                  <a:lnTo>
                    <a:pt x="146143" y="257097"/>
                  </a:lnTo>
                  <a:lnTo>
                    <a:pt x="146003" y="257331"/>
                  </a:lnTo>
                  <a:lnTo>
                    <a:pt x="145744" y="257249"/>
                  </a:lnTo>
                  <a:lnTo>
                    <a:pt x="145084" y="257165"/>
                  </a:lnTo>
                  <a:lnTo>
                    <a:pt x="144888" y="257217"/>
                  </a:lnTo>
                  <a:lnTo>
                    <a:pt x="144580" y="257205"/>
                  </a:lnTo>
                  <a:lnTo>
                    <a:pt x="143929" y="257053"/>
                  </a:lnTo>
                  <a:lnTo>
                    <a:pt x="143430" y="257137"/>
                  </a:lnTo>
                  <a:lnTo>
                    <a:pt x="143145" y="257050"/>
                  </a:lnTo>
                  <a:lnTo>
                    <a:pt x="142958" y="257059"/>
                  </a:lnTo>
                  <a:lnTo>
                    <a:pt x="142815" y="256909"/>
                  </a:lnTo>
                  <a:lnTo>
                    <a:pt x="142475" y="256418"/>
                  </a:lnTo>
                  <a:lnTo>
                    <a:pt x="142383" y="255964"/>
                  </a:lnTo>
                  <a:lnTo>
                    <a:pt x="142254" y="255773"/>
                  </a:lnTo>
                  <a:lnTo>
                    <a:pt x="142189" y="255464"/>
                  </a:lnTo>
                  <a:lnTo>
                    <a:pt x="141896" y="255414"/>
                  </a:lnTo>
                  <a:lnTo>
                    <a:pt x="141531" y="255551"/>
                  </a:lnTo>
                  <a:lnTo>
                    <a:pt x="141480" y="255340"/>
                  </a:lnTo>
                  <a:lnTo>
                    <a:pt x="141242" y="254742"/>
                  </a:lnTo>
                  <a:lnTo>
                    <a:pt x="141098" y="254701"/>
                  </a:lnTo>
                  <a:lnTo>
                    <a:pt x="140810" y="254652"/>
                  </a:lnTo>
                  <a:lnTo>
                    <a:pt x="140279" y="254497"/>
                  </a:lnTo>
                  <a:lnTo>
                    <a:pt x="140542" y="254299"/>
                  </a:lnTo>
                  <a:lnTo>
                    <a:pt x="140582" y="253990"/>
                  </a:lnTo>
                  <a:lnTo>
                    <a:pt x="140332" y="253461"/>
                  </a:lnTo>
                  <a:lnTo>
                    <a:pt x="140131" y="253222"/>
                  </a:lnTo>
                  <a:lnTo>
                    <a:pt x="140012" y="252734"/>
                  </a:lnTo>
                  <a:lnTo>
                    <a:pt x="139610" y="252543"/>
                  </a:lnTo>
                  <a:lnTo>
                    <a:pt x="139424" y="252416"/>
                  </a:lnTo>
                  <a:lnTo>
                    <a:pt x="139211" y="252122"/>
                  </a:lnTo>
                  <a:lnTo>
                    <a:pt x="139232" y="252407"/>
                  </a:lnTo>
                  <a:lnTo>
                    <a:pt x="139132" y="252618"/>
                  </a:lnTo>
                  <a:lnTo>
                    <a:pt x="138656" y="252906"/>
                  </a:lnTo>
                  <a:lnTo>
                    <a:pt x="138116" y="252707"/>
                  </a:lnTo>
                  <a:lnTo>
                    <a:pt x="137802" y="252778"/>
                  </a:lnTo>
                  <a:lnTo>
                    <a:pt x="137725" y="252979"/>
                  </a:lnTo>
                  <a:lnTo>
                    <a:pt x="137108" y="252675"/>
                  </a:lnTo>
                  <a:lnTo>
                    <a:pt x="136544" y="252853"/>
                  </a:lnTo>
                  <a:lnTo>
                    <a:pt x="136309" y="252893"/>
                  </a:lnTo>
                  <a:lnTo>
                    <a:pt x="135741" y="253380"/>
                  </a:lnTo>
                  <a:lnTo>
                    <a:pt x="135442" y="253367"/>
                  </a:lnTo>
                  <a:lnTo>
                    <a:pt x="135146" y="253158"/>
                  </a:lnTo>
                  <a:lnTo>
                    <a:pt x="134927" y="252872"/>
                  </a:lnTo>
                  <a:lnTo>
                    <a:pt x="134824" y="252673"/>
                  </a:lnTo>
                  <a:lnTo>
                    <a:pt x="134618" y="252486"/>
                  </a:lnTo>
                  <a:lnTo>
                    <a:pt x="133998" y="251964"/>
                  </a:lnTo>
                  <a:lnTo>
                    <a:pt x="133677" y="252111"/>
                  </a:lnTo>
                  <a:lnTo>
                    <a:pt x="133507" y="252234"/>
                  </a:lnTo>
                  <a:lnTo>
                    <a:pt x="133357" y="252663"/>
                  </a:lnTo>
                  <a:lnTo>
                    <a:pt x="133098" y="252924"/>
                  </a:lnTo>
                  <a:lnTo>
                    <a:pt x="132712" y="253112"/>
                  </a:lnTo>
                  <a:lnTo>
                    <a:pt x="132567" y="252614"/>
                  </a:lnTo>
                  <a:lnTo>
                    <a:pt x="132729" y="252159"/>
                  </a:lnTo>
                  <a:lnTo>
                    <a:pt x="132888" y="251987"/>
                  </a:lnTo>
                  <a:lnTo>
                    <a:pt x="132987" y="251731"/>
                  </a:lnTo>
                  <a:lnTo>
                    <a:pt x="132941" y="251455"/>
                  </a:lnTo>
                  <a:lnTo>
                    <a:pt x="132991" y="251134"/>
                  </a:lnTo>
                  <a:lnTo>
                    <a:pt x="133014" y="250935"/>
                  </a:lnTo>
                  <a:lnTo>
                    <a:pt x="132858" y="250889"/>
                  </a:lnTo>
                  <a:lnTo>
                    <a:pt x="132342" y="250349"/>
                  </a:lnTo>
                  <a:lnTo>
                    <a:pt x="132199" y="250329"/>
                  </a:lnTo>
                  <a:lnTo>
                    <a:pt x="131812" y="250525"/>
                  </a:lnTo>
                  <a:lnTo>
                    <a:pt x="131108" y="250252"/>
                  </a:lnTo>
                  <a:lnTo>
                    <a:pt x="131196" y="250007"/>
                  </a:lnTo>
                  <a:lnTo>
                    <a:pt x="131350" y="249783"/>
                  </a:lnTo>
                  <a:lnTo>
                    <a:pt x="131485" y="249696"/>
                  </a:lnTo>
                  <a:lnTo>
                    <a:pt x="131481" y="249305"/>
                  </a:lnTo>
                  <a:lnTo>
                    <a:pt x="131697" y="248886"/>
                  </a:lnTo>
                  <a:lnTo>
                    <a:pt x="131895" y="248691"/>
                  </a:lnTo>
                  <a:lnTo>
                    <a:pt x="132011" y="248437"/>
                  </a:lnTo>
                  <a:lnTo>
                    <a:pt x="132008" y="248192"/>
                  </a:lnTo>
                  <a:lnTo>
                    <a:pt x="131833" y="248061"/>
                  </a:lnTo>
                  <a:lnTo>
                    <a:pt x="131682" y="247358"/>
                  </a:lnTo>
                  <a:lnTo>
                    <a:pt x="131640" y="247016"/>
                  </a:lnTo>
                  <a:lnTo>
                    <a:pt x="131721" y="246155"/>
                  </a:lnTo>
                  <a:lnTo>
                    <a:pt x="131468" y="246015"/>
                  </a:lnTo>
                  <a:lnTo>
                    <a:pt x="131317" y="245986"/>
                  </a:lnTo>
                  <a:lnTo>
                    <a:pt x="130646" y="246082"/>
                  </a:lnTo>
                  <a:lnTo>
                    <a:pt x="130361" y="245927"/>
                  </a:lnTo>
                  <a:lnTo>
                    <a:pt x="129842" y="245681"/>
                  </a:lnTo>
                  <a:lnTo>
                    <a:pt x="129411" y="245434"/>
                  </a:lnTo>
                  <a:lnTo>
                    <a:pt x="129307" y="245214"/>
                  </a:lnTo>
                  <a:lnTo>
                    <a:pt x="129258" y="244618"/>
                  </a:lnTo>
                  <a:lnTo>
                    <a:pt x="129338" y="244004"/>
                  </a:lnTo>
                  <a:lnTo>
                    <a:pt x="129677" y="243911"/>
                  </a:lnTo>
                  <a:lnTo>
                    <a:pt x="130261" y="244046"/>
                  </a:lnTo>
                  <a:lnTo>
                    <a:pt x="130622" y="243839"/>
                  </a:lnTo>
                  <a:lnTo>
                    <a:pt x="130812" y="243716"/>
                  </a:lnTo>
                  <a:lnTo>
                    <a:pt x="131352" y="243245"/>
                  </a:lnTo>
                  <a:lnTo>
                    <a:pt x="131685" y="243371"/>
                  </a:lnTo>
                  <a:lnTo>
                    <a:pt x="131906" y="243542"/>
                  </a:lnTo>
                  <a:lnTo>
                    <a:pt x="132838" y="243690"/>
                  </a:lnTo>
                  <a:lnTo>
                    <a:pt x="133012" y="243665"/>
                  </a:lnTo>
                  <a:lnTo>
                    <a:pt x="133764" y="243426"/>
                  </a:lnTo>
                  <a:lnTo>
                    <a:pt x="134638" y="243161"/>
                  </a:lnTo>
                  <a:lnTo>
                    <a:pt x="134836" y="242960"/>
                  </a:lnTo>
                  <a:lnTo>
                    <a:pt x="134925" y="242650"/>
                  </a:lnTo>
                  <a:lnTo>
                    <a:pt x="134773" y="242377"/>
                  </a:lnTo>
                  <a:lnTo>
                    <a:pt x="134445" y="242243"/>
                  </a:lnTo>
                  <a:lnTo>
                    <a:pt x="134317" y="242185"/>
                  </a:lnTo>
                  <a:lnTo>
                    <a:pt x="134094" y="242060"/>
                  </a:lnTo>
                  <a:lnTo>
                    <a:pt x="133884" y="241864"/>
                  </a:lnTo>
                  <a:lnTo>
                    <a:pt x="133650" y="241762"/>
                  </a:lnTo>
                  <a:lnTo>
                    <a:pt x="133189" y="241469"/>
                  </a:lnTo>
                  <a:lnTo>
                    <a:pt x="133002" y="241400"/>
                  </a:lnTo>
                  <a:lnTo>
                    <a:pt x="132725" y="241334"/>
                  </a:lnTo>
                  <a:lnTo>
                    <a:pt x="132629" y="240930"/>
                  </a:lnTo>
                  <a:lnTo>
                    <a:pt x="132802" y="240742"/>
                  </a:lnTo>
                  <a:lnTo>
                    <a:pt x="133016" y="240319"/>
                  </a:lnTo>
                  <a:lnTo>
                    <a:pt x="133034" y="240157"/>
                  </a:lnTo>
                  <a:lnTo>
                    <a:pt x="133014" y="239988"/>
                  </a:lnTo>
                  <a:lnTo>
                    <a:pt x="133106" y="239469"/>
                  </a:lnTo>
                  <a:lnTo>
                    <a:pt x="132933" y="239368"/>
                  </a:lnTo>
                  <a:lnTo>
                    <a:pt x="132440" y="239099"/>
                  </a:lnTo>
                  <a:lnTo>
                    <a:pt x="132584" y="238895"/>
                  </a:lnTo>
                  <a:lnTo>
                    <a:pt x="132816" y="238645"/>
                  </a:lnTo>
                  <a:lnTo>
                    <a:pt x="132916" y="238207"/>
                  </a:lnTo>
                  <a:lnTo>
                    <a:pt x="132769" y="238088"/>
                  </a:lnTo>
                  <a:lnTo>
                    <a:pt x="132630" y="237981"/>
                  </a:lnTo>
                  <a:lnTo>
                    <a:pt x="132235" y="237579"/>
                  </a:lnTo>
                  <a:lnTo>
                    <a:pt x="131800" y="237449"/>
                  </a:lnTo>
                  <a:lnTo>
                    <a:pt x="131496" y="237175"/>
                  </a:lnTo>
                  <a:lnTo>
                    <a:pt x="131385" y="236934"/>
                  </a:lnTo>
                  <a:lnTo>
                    <a:pt x="131222" y="236602"/>
                  </a:lnTo>
                  <a:lnTo>
                    <a:pt x="130901" y="236475"/>
                  </a:lnTo>
                  <a:lnTo>
                    <a:pt x="130687" y="236420"/>
                  </a:lnTo>
                  <a:lnTo>
                    <a:pt x="130438" y="236320"/>
                  </a:lnTo>
                  <a:lnTo>
                    <a:pt x="130066" y="236091"/>
                  </a:lnTo>
                  <a:lnTo>
                    <a:pt x="129908" y="235986"/>
                  </a:lnTo>
                  <a:lnTo>
                    <a:pt x="129311" y="235866"/>
                  </a:lnTo>
                  <a:lnTo>
                    <a:pt x="128785" y="235630"/>
                  </a:lnTo>
                  <a:lnTo>
                    <a:pt x="128874" y="235276"/>
                  </a:lnTo>
                  <a:lnTo>
                    <a:pt x="128770" y="234936"/>
                  </a:lnTo>
                  <a:lnTo>
                    <a:pt x="128910" y="234494"/>
                  </a:lnTo>
                  <a:lnTo>
                    <a:pt x="129005" y="234328"/>
                  </a:lnTo>
                  <a:lnTo>
                    <a:pt x="129339" y="233922"/>
                  </a:lnTo>
                  <a:lnTo>
                    <a:pt x="129747" y="233765"/>
                  </a:lnTo>
                  <a:lnTo>
                    <a:pt x="129855" y="233578"/>
                  </a:lnTo>
                  <a:lnTo>
                    <a:pt x="129593" y="233140"/>
                  </a:lnTo>
                  <a:lnTo>
                    <a:pt x="129574" y="232965"/>
                  </a:lnTo>
                  <a:lnTo>
                    <a:pt x="129998" y="232484"/>
                  </a:lnTo>
                  <a:lnTo>
                    <a:pt x="130152" y="232015"/>
                  </a:lnTo>
                  <a:lnTo>
                    <a:pt x="130714" y="231937"/>
                  </a:lnTo>
                  <a:lnTo>
                    <a:pt x="130874" y="231870"/>
                  </a:lnTo>
                  <a:lnTo>
                    <a:pt x="131123" y="231746"/>
                  </a:lnTo>
                  <a:lnTo>
                    <a:pt x="131576" y="231287"/>
                  </a:lnTo>
                  <a:lnTo>
                    <a:pt x="131725" y="231133"/>
                  </a:lnTo>
                  <a:lnTo>
                    <a:pt x="131930" y="230990"/>
                  </a:lnTo>
                  <a:lnTo>
                    <a:pt x="132063" y="230933"/>
                  </a:lnTo>
                  <a:lnTo>
                    <a:pt x="132270" y="230779"/>
                  </a:lnTo>
                  <a:lnTo>
                    <a:pt x="132467" y="230310"/>
                  </a:lnTo>
                  <a:lnTo>
                    <a:pt x="132692" y="230238"/>
                  </a:lnTo>
                  <a:lnTo>
                    <a:pt x="133334" y="229765"/>
                  </a:lnTo>
                  <a:lnTo>
                    <a:pt x="133948" y="229799"/>
                  </a:lnTo>
                  <a:lnTo>
                    <a:pt x="134241" y="229649"/>
                  </a:lnTo>
                  <a:lnTo>
                    <a:pt x="134429" y="229472"/>
                  </a:lnTo>
                  <a:lnTo>
                    <a:pt x="134354" y="229035"/>
                  </a:lnTo>
                  <a:lnTo>
                    <a:pt x="134488" y="228922"/>
                  </a:lnTo>
                  <a:lnTo>
                    <a:pt x="134810" y="228712"/>
                  </a:lnTo>
                  <a:lnTo>
                    <a:pt x="135416" y="228804"/>
                  </a:lnTo>
                  <a:lnTo>
                    <a:pt x="135722" y="228869"/>
                  </a:lnTo>
                  <a:lnTo>
                    <a:pt x="135963" y="228435"/>
                  </a:lnTo>
                  <a:lnTo>
                    <a:pt x="136006" y="228237"/>
                  </a:lnTo>
                  <a:lnTo>
                    <a:pt x="136131" y="227822"/>
                  </a:lnTo>
                  <a:lnTo>
                    <a:pt x="136327" y="227677"/>
                  </a:lnTo>
                  <a:lnTo>
                    <a:pt x="136632" y="227656"/>
                  </a:lnTo>
                  <a:lnTo>
                    <a:pt x="136880" y="227714"/>
                  </a:lnTo>
                  <a:lnTo>
                    <a:pt x="137868" y="227863"/>
                  </a:lnTo>
                  <a:lnTo>
                    <a:pt x="138167" y="227702"/>
                  </a:lnTo>
                  <a:lnTo>
                    <a:pt x="138183" y="227552"/>
                  </a:lnTo>
                  <a:lnTo>
                    <a:pt x="138329" y="227264"/>
                  </a:lnTo>
                  <a:lnTo>
                    <a:pt x="138804" y="227214"/>
                  </a:lnTo>
                  <a:lnTo>
                    <a:pt x="139133" y="227209"/>
                  </a:lnTo>
                  <a:lnTo>
                    <a:pt x="139543" y="227176"/>
                  </a:lnTo>
                  <a:lnTo>
                    <a:pt x="139797" y="227048"/>
                  </a:lnTo>
                  <a:lnTo>
                    <a:pt x="140150" y="227087"/>
                  </a:lnTo>
                  <a:lnTo>
                    <a:pt x="140379" y="227200"/>
                  </a:lnTo>
                  <a:lnTo>
                    <a:pt x="140600" y="227295"/>
                  </a:lnTo>
                  <a:lnTo>
                    <a:pt x="140802" y="227197"/>
                  </a:lnTo>
                  <a:lnTo>
                    <a:pt x="140596" y="227060"/>
                  </a:lnTo>
                  <a:lnTo>
                    <a:pt x="141099" y="226967"/>
                  </a:lnTo>
                  <a:lnTo>
                    <a:pt x="141420" y="227118"/>
                  </a:lnTo>
                  <a:lnTo>
                    <a:pt x="141644" y="227242"/>
                  </a:lnTo>
                  <a:lnTo>
                    <a:pt x="142138" y="227186"/>
                  </a:lnTo>
                  <a:lnTo>
                    <a:pt x="142559" y="226917"/>
                  </a:lnTo>
                  <a:lnTo>
                    <a:pt x="142700" y="226809"/>
                  </a:lnTo>
                  <a:lnTo>
                    <a:pt x="142712" y="226068"/>
                  </a:lnTo>
                  <a:lnTo>
                    <a:pt x="143046" y="225507"/>
                  </a:lnTo>
                  <a:lnTo>
                    <a:pt x="143604" y="225178"/>
                  </a:lnTo>
                  <a:lnTo>
                    <a:pt x="143718" y="224933"/>
                  </a:lnTo>
                  <a:lnTo>
                    <a:pt x="144006" y="224851"/>
                  </a:lnTo>
                  <a:lnTo>
                    <a:pt x="144314" y="224820"/>
                  </a:lnTo>
                  <a:lnTo>
                    <a:pt x="144311" y="225222"/>
                  </a:lnTo>
                  <a:lnTo>
                    <a:pt x="144518" y="225396"/>
                  </a:lnTo>
                  <a:lnTo>
                    <a:pt x="144720" y="225592"/>
                  </a:lnTo>
                  <a:lnTo>
                    <a:pt x="144959" y="225884"/>
                  </a:lnTo>
                  <a:lnTo>
                    <a:pt x="145313" y="226057"/>
                  </a:lnTo>
                  <a:lnTo>
                    <a:pt x="145485" y="226054"/>
                  </a:lnTo>
                  <a:lnTo>
                    <a:pt x="145824" y="226084"/>
                  </a:lnTo>
                  <a:lnTo>
                    <a:pt x="146158" y="226247"/>
                  </a:lnTo>
                  <a:lnTo>
                    <a:pt x="146410" y="226353"/>
                  </a:lnTo>
                  <a:lnTo>
                    <a:pt x="146918" y="226349"/>
                  </a:lnTo>
                  <a:lnTo>
                    <a:pt x="147184" y="226211"/>
                  </a:lnTo>
                  <a:lnTo>
                    <a:pt x="147146" y="225972"/>
                  </a:lnTo>
                  <a:lnTo>
                    <a:pt x="146941" y="225673"/>
                  </a:lnTo>
                  <a:lnTo>
                    <a:pt x="146879" y="225256"/>
                  </a:lnTo>
                  <a:lnTo>
                    <a:pt x="147014" y="225064"/>
                  </a:lnTo>
                  <a:lnTo>
                    <a:pt x="146930" y="224558"/>
                  </a:lnTo>
                  <a:lnTo>
                    <a:pt x="147246" y="224323"/>
                  </a:lnTo>
                  <a:lnTo>
                    <a:pt x="147630" y="224470"/>
                  </a:lnTo>
                  <a:lnTo>
                    <a:pt x="147949" y="224399"/>
                  </a:lnTo>
                  <a:lnTo>
                    <a:pt x="148532" y="223411"/>
                  </a:lnTo>
                  <a:lnTo>
                    <a:pt x="148436" y="223233"/>
                  </a:lnTo>
                  <a:lnTo>
                    <a:pt x="148491" y="222944"/>
                  </a:lnTo>
                  <a:lnTo>
                    <a:pt x="148902" y="222325"/>
                  </a:lnTo>
                  <a:lnTo>
                    <a:pt x="149086" y="222108"/>
                  </a:lnTo>
                  <a:lnTo>
                    <a:pt x="149739" y="222012"/>
                  </a:lnTo>
                  <a:lnTo>
                    <a:pt x="149780" y="221790"/>
                  </a:lnTo>
                  <a:lnTo>
                    <a:pt x="149874" y="221497"/>
                  </a:lnTo>
                  <a:lnTo>
                    <a:pt x="150040" y="221389"/>
                  </a:lnTo>
                  <a:lnTo>
                    <a:pt x="150451" y="221126"/>
                  </a:lnTo>
                  <a:lnTo>
                    <a:pt x="150988" y="221193"/>
                  </a:lnTo>
                  <a:lnTo>
                    <a:pt x="151938" y="220891"/>
                  </a:lnTo>
                  <a:lnTo>
                    <a:pt x="151943" y="220577"/>
                  </a:lnTo>
                  <a:lnTo>
                    <a:pt x="151789" y="220425"/>
                  </a:lnTo>
                  <a:lnTo>
                    <a:pt x="151357" y="219799"/>
                  </a:lnTo>
                  <a:lnTo>
                    <a:pt x="151219" y="219446"/>
                  </a:lnTo>
                  <a:lnTo>
                    <a:pt x="150939" y="218926"/>
                  </a:lnTo>
                  <a:lnTo>
                    <a:pt x="150866" y="218718"/>
                  </a:lnTo>
                  <a:lnTo>
                    <a:pt x="150712" y="218286"/>
                  </a:lnTo>
                  <a:lnTo>
                    <a:pt x="150321" y="217950"/>
                  </a:lnTo>
                  <a:lnTo>
                    <a:pt x="150178" y="217660"/>
                  </a:lnTo>
                  <a:lnTo>
                    <a:pt x="150092" y="217104"/>
                  </a:lnTo>
                  <a:lnTo>
                    <a:pt x="150070" y="216745"/>
                  </a:lnTo>
                  <a:lnTo>
                    <a:pt x="149988" y="216470"/>
                  </a:lnTo>
                  <a:lnTo>
                    <a:pt x="149932" y="216321"/>
                  </a:lnTo>
                  <a:lnTo>
                    <a:pt x="149574" y="216133"/>
                  </a:lnTo>
                  <a:lnTo>
                    <a:pt x="149264" y="216166"/>
                  </a:lnTo>
                  <a:lnTo>
                    <a:pt x="148697" y="216139"/>
                  </a:lnTo>
                  <a:lnTo>
                    <a:pt x="148212" y="216057"/>
                  </a:lnTo>
                  <a:lnTo>
                    <a:pt x="147631" y="216055"/>
                  </a:lnTo>
                  <a:lnTo>
                    <a:pt x="147354" y="215837"/>
                  </a:lnTo>
                  <a:lnTo>
                    <a:pt x="147526" y="215834"/>
                  </a:lnTo>
                  <a:lnTo>
                    <a:pt x="147536" y="215510"/>
                  </a:lnTo>
                  <a:lnTo>
                    <a:pt x="147456" y="215267"/>
                  </a:lnTo>
                  <a:lnTo>
                    <a:pt x="147266" y="215198"/>
                  </a:lnTo>
                  <a:lnTo>
                    <a:pt x="146876" y="215297"/>
                  </a:lnTo>
                  <a:lnTo>
                    <a:pt x="146643" y="215163"/>
                  </a:lnTo>
                  <a:lnTo>
                    <a:pt x="146434" y="214784"/>
                  </a:lnTo>
                  <a:lnTo>
                    <a:pt x="146220" y="214536"/>
                  </a:lnTo>
                  <a:lnTo>
                    <a:pt x="144716" y="212793"/>
                  </a:lnTo>
                  <a:lnTo>
                    <a:pt x="143816" y="212052"/>
                  </a:lnTo>
                  <a:lnTo>
                    <a:pt x="143622" y="211810"/>
                  </a:lnTo>
                  <a:lnTo>
                    <a:pt x="143773" y="211296"/>
                  </a:lnTo>
                  <a:lnTo>
                    <a:pt x="143584" y="210700"/>
                  </a:lnTo>
                  <a:lnTo>
                    <a:pt x="143659" y="210526"/>
                  </a:lnTo>
                  <a:lnTo>
                    <a:pt x="143974" y="209512"/>
                  </a:lnTo>
                  <a:lnTo>
                    <a:pt x="143464" y="209308"/>
                  </a:lnTo>
                  <a:lnTo>
                    <a:pt x="143309" y="209264"/>
                  </a:lnTo>
                  <a:lnTo>
                    <a:pt x="142265" y="209257"/>
                  </a:lnTo>
                  <a:lnTo>
                    <a:pt x="142289" y="208623"/>
                  </a:lnTo>
                  <a:lnTo>
                    <a:pt x="142451" y="208490"/>
                  </a:lnTo>
                  <a:lnTo>
                    <a:pt x="142529" y="208270"/>
                  </a:lnTo>
                  <a:lnTo>
                    <a:pt x="142660" y="208025"/>
                  </a:lnTo>
                  <a:lnTo>
                    <a:pt x="142852" y="207787"/>
                  </a:lnTo>
                  <a:lnTo>
                    <a:pt x="142856" y="207490"/>
                  </a:lnTo>
                  <a:lnTo>
                    <a:pt x="143026" y="207329"/>
                  </a:lnTo>
                  <a:lnTo>
                    <a:pt x="143592" y="206923"/>
                  </a:lnTo>
                  <a:lnTo>
                    <a:pt x="143952" y="206628"/>
                  </a:lnTo>
                  <a:lnTo>
                    <a:pt x="144264" y="206392"/>
                  </a:lnTo>
                  <a:lnTo>
                    <a:pt x="144828" y="206452"/>
                  </a:lnTo>
                  <a:lnTo>
                    <a:pt x="145511" y="206464"/>
                  </a:lnTo>
                  <a:lnTo>
                    <a:pt x="145747" y="205954"/>
                  </a:lnTo>
                  <a:lnTo>
                    <a:pt x="145973" y="205164"/>
                  </a:lnTo>
                  <a:lnTo>
                    <a:pt x="146126" y="204985"/>
                  </a:lnTo>
                  <a:lnTo>
                    <a:pt x="146490" y="204868"/>
                  </a:lnTo>
                  <a:lnTo>
                    <a:pt x="146764" y="204821"/>
                  </a:lnTo>
                  <a:lnTo>
                    <a:pt x="146961" y="204808"/>
                  </a:lnTo>
                  <a:lnTo>
                    <a:pt x="147218" y="204874"/>
                  </a:lnTo>
                  <a:lnTo>
                    <a:pt x="147501" y="204817"/>
                  </a:lnTo>
                  <a:lnTo>
                    <a:pt x="148784" y="204245"/>
                  </a:lnTo>
                  <a:lnTo>
                    <a:pt x="148882" y="204096"/>
                  </a:lnTo>
                  <a:lnTo>
                    <a:pt x="149489" y="203556"/>
                  </a:lnTo>
                  <a:lnTo>
                    <a:pt x="149952" y="203567"/>
                  </a:lnTo>
                  <a:lnTo>
                    <a:pt x="150613" y="203743"/>
                  </a:lnTo>
                  <a:lnTo>
                    <a:pt x="151858" y="204015"/>
                  </a:lnTo>
                  <a:lnTo>
                    <a:pt x="152024" y="204113"/>
                  </a:lnTo>
                  <a:lnTo>
                    <a:pt x="152213" y="204334"/>
                  </a:lnTo>
                  <a:lnTo>
                    <a:pt x="152387" y="204945"/>
                  </a:lnTo>
                  <a:lnTo>
                    <a:pt x="152708" y="205429"/>
                  </a:lnTo>
                  <a:lnTo>
                    <a:pt x="153210" y="205377"/>
                  </a:lnTo>
                  <a:lnTo>
                    <a:pt x="153927" y="204810"/>
                  </a:lnTo>
                  <a:lnTo>
                    <a:pt x="154132" y="204514"/>
                  </a:lnTo>
                  <a:lnTo>
                    <a:pt x="154240" y="204338"/>
                  </a:lnTo>
                  <a:lnTo>
                    <a:pt x="154472" y="204127"/>
                  </a:lnTo>
                  <a:lnTo>
                    <a:pt x="154812" y="204500"/>
                  </a:lnTo>
                  <a:lnTo>
                    <a:pt x="155410" y="204199"/>
                  </a:lnTo>
                  <a:lnTo>
                    <a:pt x="155564" y="204116"/>
                  </a:lnTo>
                  <a:lnTo>
                    <a:pt x="156043" y="203958"/>
                  </a:lnTo>
                  <a:lnTo>
                    <a:pt x="156210" y="203916"/>
                  </a:lnTo>
                  <a:lnTo>
                    <a:pt x="156581" y="203621"/>
                  </a:lnTo>
                  <a:lnTo>
                    <a:pt x="156799" y="203407"/>
                  </a:lnTo>
                  <a:lnTo>
                    <a:pt x="157355" y="203040"/>
                  </a:lnTo>
                  <a:lnTo>
                    <a:pt x="157885" y="203105"/>
                  </a:lnTo>
                  <a:lnTo>
                    <a:pt x="158239" y="203085"/>
                  </a:lnTo>
                  <a:lnTo>
                    <a:pt x="158617" y="202963"/>
                  </a:lnTo>
                  <a:lnTo>
                    <a:pt x="158527" y="202789"/>
                  </a:lnTo>
                  <a:lnTo>
                    <a:pt x="158239" y="202046"/>
                  </a:lnTo>
                  <a:lnTo>
                    <a:pt x="158488" y="201940"/>
                  </a:lnTo>
                  <a:lnTo>
                    <a:pt x="158752" y="201791"/>
                  </a:lnTo>
                  <a:lnTo>
                    <a:pt x="158929" y="201582"/>
                  </a:lnTo>
                  <a:lnTo>
                    <a:pt x="159295" y="201146"/>
                  </a:lnTo>
                  <a:lnTo>
                    <a:pt x="159591" y="201235"/>
                  </a:lnTo>
                  <a:lnTo>
                    <a:pt x="159909" y="201349"/>
                  </a:lnTo>
                  <a:lnTo>
                    <a:pt x="160444" y="201326"/>
                  </a:lnTo>
                  <a:lnTo>
                    <a:pt x="160730" y="200440"/>
                  </a:lnTo>
                  <a:lnTo>
                    <a:pt x="160819" y="199932"/>
                  </a:lnTo>
                  <a:lnTo>
                    <a:pt x="160921" y="199553"/>
                  </a:lnTo>
                  <a:lnTo>
                    <a:pt x="161062" y="199125"/>
                  </a:lnTo>
                  <a:lnTo>
                    <a:pt x="161729" y="198303"/>
                  </a:lnTo>
                  <a:lnTo>
                    <a:pt x="162205" y="197899"/>
                  </a:lnTo>
                  <a:lnTo>
                    <a:pt x="162851" y="197137"/>
                  </a:lnTo>
                  <a:lnTo>
                    <a:pt x="162951" y="196953"/>
                  </a:lnTo>
                  <a:lnTo>
                    <a:pt x="163259" y="196480"/>
                  </a:lnTo>
                  <a:lnTo>
                    <a:pt x="163263" y="196276"/>
                  </a:lnTo>
                  <a:lnTo>
                    <a:pt x="163300" y="196112"/>
                  </a:lnTo>
                  <a:lnTo>
                    <a:pt x="163487" y="195647"/>
                  </a:lnTo>
                  <a:lnTo>
                    <a:pt x="164004" y="195110"/>
                  </a:lnTo>
                  <a:lnTo>
                    <a:pt x="164188" y="195180"/>
                  </a:lnTo>
                  <a:lnTo>
                    <a:pt x="164456" y="195351"/>
                  </a:lnTo>
                  <a:lnTo>
                    <a:pt x="164992" y="196228"/>
                  </a:lnTo>
                  <a:lnTo>
                    <a:pt x="165122" y="196462"/>
                  </a:lnTo>
                  <a:lnTo>
                    <a:pt x="165471" y="196457"/>
                  </a:lnTo>
                  <a:lnTo>
                    <a:pt x="166010" y="196717"/>
                  </a:lnTo>
                  <a:lnTo>
                    <a:pt x="166150" y="196817"/>
                  </a:lnTo>
                  <a:lnTo>
                    <a:pt x="166610" y="196705"/>
                  </a:lnTo>
                  <a:lnTo>
                    <a:pt x="166612" y="196401"/>
                  </a:lnTo>
                  <a:lnTo>
                    <a:pt x="166808" y="196144"/>
                  </a:lnTo>
                  <a:lnTo>
                    <a:pt x="166975" y="196065"/>
                  </a:lnTo>
                  <a:lnTo>
                    <a:pt x="167394" y="196024"/>
                  </a:lnTo>
                  <a:lnTo>
                    <a:pt x="167909" y="196022"/>
                  </a:lnTo>
                  <a:lnTo>
                    <a:pt x="168161" y="196030"/>
                  </a:lnTo>
                  <a:lnTo>
                    <a:pt x="168306" y="196083"/>
                  </a:lnTo>
                  <a:lnTo>
                    <a:pt x="168740" y="196104"/>
                  </a:lnTo>
                  <a:lnTo>
                    <a:pt x="169668" y="196049"/>
                  </a:lnTo>
                  <a:lnTo>
                    <a:pt x="169921" y="195938"/>
                  </a:lnTo>
                  <a:lnTo>
                    <a:pt x="170103" y="195855"/>
                  </a:lnTo>
                  <a:lnTo>
                    <a:pt x="170833" y="195673"/>
                  </a:lnTo>
                  <a:lnTo>
                    <a:pt x="171107" y="195804"/>
                  </a:lnTo>
                  <a:lnTo>
                    <a:pt x="171143" y="195976"/>
                  </a:lnTo>
                  <a:lnTo>
                    <a:pt x="171193" y="196207"/>
                  </a:lnTo>
                  <a:lnTo>
                    <a:pt x="171574" y="196302"/>
                  </a:lnTo>
                  <a:lnTo>
                    <a:pt x="172002" y="196288"/>
                  </a:lnTo>
                  <a:lnTo>
                    <a:pt x="172191" y="196270"/>
                  </a:lnTo>
                  <a:lnTo>
                    <a:pt x="172545" y="196289"/>
                  </a:lnTo>
                  <a:lnTo>
                    <a:pt x="172813" y="196366"/>
                  </a:lnTo>
                  <a:lnTo>
                    <a:pt x="173127" y="196186"/>
                  </a:lnTo>
                  <a:lnTo>
                    <a:pt x="173301" y="195946"/>
                  </a:lnTo>
                  <a:lnTo>
                    <a:pt x="173145" y="195693"/>
                  </a:lnTo>
                  <a:lnTo>
                    <a:pt x="173095" y="195561"/>
                  </a:lnTo>
                  <a:lnTo>
                    <a:pt x="173047" y="195197"/>
                  </a:lnTo>
                  <a:lnTo>
                    <a:pt x="172927" y="194794"/>
                  </a:lnTo>
                  <a:lnTo>
                    <a:pt x="172641" y="194594"/>
                  </a:lnTo>
                  <a:lnTo>
                    <a:pt x="172407" y="194427"/>
                  </a:lnTo>
                  <a:lnTo>
                    <a:pt x="172234" y="194079"/>
                  </a:lnTo>
                  <a:lnTo>
                    <a:pt x="172062" y="193718"/>
                  </a:lnTo>
                  <a:lnTo>
                    <a:pt x="171915" y="193682"/>
                  </a:lnTo>
                  <a:lnTo>
                    <a:pt x="171726" y="193653"/>
                  </a:lnTo>
                  <a:lnTo>
                    <a:pt x="171435" y="193614"/>
                  </a:lnTo>
                  <a:lnTo>
                    <a:pt x="170765" y="193051"/>
                  </a:lnTo>
                  <a:lnTo>
                    <a:pt x="170742" y="192786"/>
                  </a:lnTo>
                  <a:lnTo>
                    <a:pt x="170492" y="192306"/>
                  </a:lnTo>
                  <a:lnTo>
                    <a:pt x="170061" y="191872"/>
                  </a:lnTo>
                  <a:lnTo>
                    <a:pt x="169836" y="191652"/>
                  </a:lnTo>
                  <a:lnTo>
                    <a:pt x="169682" y="191570"/>
                  </a:lnTo>
                  <a:lnTo>
                    <a:pt x="169210" y="191148"/>
                  </a:lnTo>
                  <a:lnTo>
                    <a:pt x="168960" y="190741"/>
                  </a:lnTo>
                  <a:lnTo>
                    <a:pt x="168498" y="190450"/>
                  </a:lnTo>
                  <a:lnTo>
                    <a:pt x="168305" y="190286"/>
                  </a:lnTo>
                  <a:lnTo>
                    <a:pt x="168140" y="190145"/>
                  </a:lnTo>
                  <a:lnTo>
                    <a:pt x="167668" y="189528"/>
                  </a:lnTo>
                  <a:lnTo>
                    <a:pt x="167689" y="188833"/>
                  </a:lnTo>
                  <a:lnTo>
                    <a:pt x="168080" y="188287"/>
                  </a:lnTo>
                  <a:lnTo>
                    <a:pt x="168755" y="188123"/>
                  </a:lnTo>
                  <a:lnTo>
                    <a:pt x="168998" y="187783"/>
                  </a:lnTo>
                  <a:lnTo>
                    <a:pt x="169265" y="187789"/>
                  </a:lnTo>
                  <a:lnTo>
                    <a:pt x="169481" y="187956"/>
                  </a:lnTo>
                  <a:lnTo>
                    <a:pt x="169564" y="188118"/>
                  </a:lnTo>
                  <a:lnTo>
                    <a:pt x="169734" y="188462"/>
                  </a:lnTo>
                  <a:lnTo>
                    <a:pt x="169827" y="188728"/>
                  </a:lnTo>
                  <a:lnTo>
                    <a:pt x="170083" y="189108"/>
                  </a:lnTo>
                  <a:lnTo>
                    <a:pt x="170442" y="189591"/>
                  </a:lnTo>
                  <a:lnTo>
                    <a:pt x="171353" y="189754"/>
                  </a:lnTo>
                  <a:lnTo>
                    <a:pt x="171742" y="189735"/>
                  </a:lnTo>
                  <a:lnTo>
                    <a:pt x="172084" y="189914"/>
                  </a:lnTo>
                  <a:lnTo>
                    <a:pt x="172702" y="189827"/>
                  </a:lnTo>
                  <a:lnTo>
                    <a:pt x="173286" y="190056"/>
                  </a:lnTo>
                  <a:lnTo>
                    <a:pt x="173663" y="190064"/>
                  </a:lnTo>
                  <a:lnTo>
                    <a:pt x="173803" y="189726"/>
                  </a:lnTo>
                  <a:lnTo>
                    <a:pt x="173593" y="188862"/>
                  </a:lnTo>
                  <a:lnTo>
                    <a:pt x="173404" y="188635"/>
                  </a:lnTo>
                  <a:lnTo>
                    <a:pt x="173148" y="188210"/>
                  </a:lnTo>
                  <a:lnTo>
                    <a:pt x="172726" y="187412"/>
                  </a:lnTo>
                  <a:lnTo>
                    <a:pt x="172655" y="186975"/>
                  </a:lnTo>
                  <a:lnTo>
                    <a:pt x="172697" y="186502"/>
                  </a:lnTo>
                  <a:lnTo>
                    <a:pt x="172778" y="186237"/>
                  </a:lnTo>
                  <a:lnTo>
                    <a:pt x="172862" y="186007"/>
                  </a:lnTo>
                  <a:lnTo>
                    <a:pt x="173230" y="185783"/>
                  </a:lnTo>
                  <a:lnTo>
                    <a:pt x="173372" y="185845"/>
                  </a:lnTo>
                  <a:lnTo>
                    <a:pt x="173573" y="185968"/>
                  </a:lnTo>
                  <a:lnTo>
                    <a:pt x="173985" y="185959"/>
                  </a:lnTo>
                  <a:lnTo>
                    <a:pt x="174294" y="185986"/>
                  </a:lnTo>
                  <a:lnTo>
                    <a:pt x="174723" y="186120"/>
                  </a:lnTo>
                  <a:lnTo>
                    <a:pt x="174998" y="186199"/>
                  </a:lnTo>
                  <a:lnTo>
                    <a:pt x="175305" y="186241"/>
                  </a:lnTo>
                  <a:lnTo>
                    <a:pt x="175488" y="186221"/>
                  </a:lnTo>
                  <a:lnTo>
                    <a:pt x="176007" y="185852"/>
                  </a:lnTo>
                  <a:lnTo>
                    <a:pt x="176187" y="185721"/>
                  </a:lnTo>
                  <a:lnTo>
                    <a:pt x="176792" y="185598"/>
                  </a:lnTo>
                  <a:lnTo>
                    <a:pt x="177754" y="185442"/>
                  </a:lnTo>
                  <a:lnTo>
                    <a:pt x="178312" y="185959"/>
                  </a:lnTo>
                  <a:lnTo>
                    <a:pt x="178583" y="186142"/>
                  </a:lnTo>
                  <a:lnTo>
                    <a:pt x="178997" y="186241"/>
                  </a:lnTo>
                  <a:lnTo>
                    <a:pt x="179126" y="186192"/>
                  </a:lnTo>
                  <a:lnTo>
                    <a:pt x="179669" y="185826"/>
                  </a:lnTo>
                  <a:lnTo>
                    <a:pt x="179732" y="185599"/>
                  </a:lnTo>
                  <a:lnTo>
                    <a:pt x="179745" y="185055"/>
                  </a:lnTo>
                  <a:lnTo>
                    <a:pt x="179769" y="184665"/>
                  </a:lnTo>
                  <a:lnTo>
                    <a:pt x="179972" y="184158"/>
                  </a:lnTo>
                  <a:lnTo>
                    <a:pt x="180027" y="184012"/>
                  </a:lnTo>
                  <a:lnTo>
                    <a:pt x="179841" y="183418"/>
                  </a:lnTo>
                  <a:lnTo>
                    <a:pt x="179644" y="182931"/>
                  </a:lnTo>
                  <a:lnTo>
                    <a:pt x="179791" y="182508"/>
                  </a:lnTo>
                  <a:lnTo>
                    <a:pt x="180392" y="182085"/>
                  </a:lnTo>
                  <a:lnTo>
                    <a:pt x="180910" y="182126"/>
                  </a:lnTo>
                  <a:lnTo>
                    <a:pt x="181079" y="182145"/>
                  </a:lnTo>
                  <a:lnTo>
                    <a:pt x="181480" y="182534"/>
                  </a:lnTo>
                  <a:lnTo>
                    <a:pt x="181628" y="182637"/>
                  </a:lnTo>
                  <a:lnTo>
                    <a:pt x="181847" y="182760"/>
                  </a:lnTo>
                  <a:close/>
                </a:path>
              </a:pathLst>
            </a:custGeom>
            <a:solidFill>
              <a:srgbClr val="E4F4F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8597263" y="1782987"/>
              <a:ext cx="253830" cy="377661"/>
            </a:xfrm>
            <a:custGeom>
              <a:avLst/>
              <a:pathLst>
                <a:path w="253830" h="377661">
                  <a:moveTo>
                    <a:pt x="182879" y="182880"/>
                  </a:moveTo>
                  <a:lnTo>
                    <a:pt x="183114" y="182975"/>
                  </a:lnTo>
                  <a:lnTo>
                    <a:pt x="183529" y="183032"/>
                  </a:lnTo>
                  <a:lnTo>
                    <a:pt x="183689" y="182974"/>
                  </a:lnTo>
                  <a:lnTo>
                    <a:pt x="184087" y="183146"/>
                  </a:lnTo>
                  <a:lnTo>
                    <a:pt x="184262" y="183198"/>
                  </a:lnTo>
                  <a:lnTo>
                    <a:pt x="184452" y="183200"/>
                  </a:lnTo>
                  <a:lnTo>
                    <a:pt x="184713" y="183222"/>
                  </a:lnTo>
                  <a:lnTo>
                    <a:pt x="184929" y="183308"/>
                  </a:lnTo>
                  <a:lnTo>
                    <a:pt x="185301" y="183991"/>
                  </a:lnTo>
                  <a:lnTo>
                    <a:pt x="185793" y="184062"/>
                  </a:lnTo>
                  <a:lnTo>
                    <a:pt x="186202" y="184379"/>
                  </a:lnTo>
                  <a:lnTo>
                    <a:pt x="186555" y="184725"/>
                  </a:lnTo>
                  <a:lnTo>
                    <a:pt x="186939" y="185127"/>
                  </a:lnTo>
                  <a:lnTo>
                    <a:pt x="187279" y="185281"/>
                  </a:lnTo>
                  <a:lnTo>
                    <a:pt x="187481" y="185313"/>
                  </a:lnTo>
                  <a:lnTo>
                    <a:pt x="187726" y="185582"/>
                  </a:lnTo>
                  <a:lnTo>
                    <a:pt x="187906" y="185980"/>
                  </a:lnTo>
                  <a:lnTo>
                    <a:pt x="188115" y="186057"/>
                  </a:lnTo>
                  <a:lnTo>
                    <a:pt x="188300" y="186115"/>
                  </a:lnTo>
                  <a:lnTo>
                    <a:pt x="188509" y="186434"/>
                  </a:lnTo>
                  <a:lnTo>
                    <a:pt x="188666" y="186633"/>
                  </a:lnTo>
                  <a:lnTo>
                    <a:pt x="189650" y="186525"/>
                  </a:lnTo>
                  <a:lnTo>
                    <a:pt x="189820" y="186507"/>
                  </a:lnTo>
                  <a:lnTo>
                    <a:pt x="190436" y="186561"/>
                  </a:lnTo>
                  <a:lnTo>
                    <a:pt x="190604" y="186524"/>
                  </a:lnTo>
                  <a:lnTo>
                    <a:pt x="191304" y="186443"/>
                  </a:lnTo>
                  <a:lnTo>
                    <a:pt x="191499" y="186560"/>
                  </a:lnTo>
                  <a:lnTo>
                    <a:pt x="191962" y="187014"/>
                  </a:lnTo>
                  <a:lnTo>
                    <a:pt x="192020" y="187405"/>
                  </a:lnTo>
                  <a:lnTo>
                    <a:pt x="191965" y="187880"/>
                  </a:lnTo>
                  <a:lnTo>
                    <a:pt x="192175" y="188201"/>
                  </a:lnTo>
                  <a:lnTo>
                    <a:pt x="192343" y="188287"/>
                  </a:lnTo>
                  <a:lnTo>
                    <a:pt x="192802" y="188683"/>
                  </a:lnTo>
                  <a:lnTo>
                    <a:pt x="193057" y="189014"/>
                  </a:lnTo>
                  <a:lnTo>
                    <a:pt x="193578" y="189290"/>
                  </a:lnTo>
                  <a:lnTo>
                    <a:pt x="194026" y="189395"/>
                  </a:lnTo>
                  <a:lnTo>
                    <a:pt x="194320" y="189430"/>
                  </a:lnTo>
                  <a:lnTo>
                    <a:pt x="194828" y="189475"/>
                  </a:lnTo>
                  <a:lnTo>
                    <a:pt x="195034" y="189575"/>
                  </a:lnTo>
                  <a:lnTo>
                    <a:pt x="195561" y="189730"/>
                  </a:lnTo>
                  <a:lnTo>
                    <a:pt x="195781" y="189892"/>
                  </a:lnTo>
                  <a:lnTo>
                    <a:pt x="196279" y="190510"/>
                  </a:lnTo>
                  <a:lnTo>
                    <a:pt x="196435" y="190779"/>
                  </a:lnTo>
                  <a:lnTo>
                    <a:pt x="196708" y="191128"/>
                  </a:lnTo>
                  <a:lnTo>
                    <a:pt x="197596" y="191808"/>
                  </a:lnTo>
                  <a:lnTo>
                    <a:pt x="197913" y="192035"/>
                  </a:lnTo>
                  <a:lnTo>
                    <a:pt x="198119" y="192177"/>
                  </a:lnTo>
                  <a:lnTo>
                    <a:pt x="198706" y="192200"/>
                  </a:lnTo>
                  <a:lnTo>
                    <a:pt x="199296" y="192204"/>
                  </a:lnTo>
                  <a:lnTo>
                    <a:pt x="199441" y="192202"/>
                  </a:lnTo>
                  <a:lnTo>
                    <a:pt x="199575" y="192188"/>
                  </a:lnTo>
                  <a:lnTo>
                    <a:pt x="199877" y="192092"/>
                  </a:lnTo>
                  <a:lnTo>
                    <a:pt x="200331" y="192351"/>
                  </a:lnTo>
                  <a:lnTo>
                    <a:pt x="200476" y="192553"/>
                  </a:lnTo>
                  <a:lnTo>
                    <a:pt x="200708" y="192609"/>
                  </a:lnTo>
                  <a:lnTo>
                    <a:pt x="201123" y="192406"/>
                  </a:lnTo>
                  <a:lnTo>
                    <a:pt x="201874" y="192502"/>
                  </a:lnTo>
                  <a:lnTo>
                    <a:pt x="202311" y="192764"/>
                  </a:lnTo>
                  <a:lnTo>
                    <a:pt x="202520" y="192883"/>
                  </a:lnTo>
                  <a:lnTo>
                    <a:pt x="202730" y="192999"/>
                  </a:lnTo>
                  <a:lnTo>
                    <a:pt x="203223" y="193195"/>
                  </a:lnTo>
                  <a:lnTo>
                    <a:pt x="203472" y="193386"/>
                  </a:lnTo>
                  <a:lnTo>
                    <a:pt x="203898" y="193571"/>
                  </a:lnTo>
                  <a:lnTo>
                    <a:pt x="204399" y="193630"/>
                  </a:lnTo>
                  <a:lnTo>
                    <a:pt x="204635" y="194043"/>
                  </a:lnTo>
                  <a:lnTo>
                    <a:pt x="204958" y="194322"/>
                  </a:lnTo>
                  <a:lnTo>
                    <a:pt x="205469" y="194527"/>
                  </a:lnTo>
                  <a:lnTo>
                    <a:pt x="206130" y="194897"/>
                  </a:lnTo>
                  <a:lnTo>
                    <a:pt x="206308" y="195189"/>
                  </a:lnTo>
                  <a:lnTo>
                    <a:pt x="206606" y="195588"/>
                  </a:lnTo>
                  <a:lnTo>
                    <a:pt x="206904" y="195770"/>
                  </a:lnTo>
                  <a:lnTo>
                    <a:pt x="207245" y="196015"/>
                  </a:lnTo>
                  <a:lnTo>
                    <a:pt x="207666" y="196571"/>
                  </a:lnTo>
                  <a:lnTo>
                    <a:pt x="208241" y="196872"/>
                  </a:lnTo>
                  <a:lnTo>
                    <a:pt x="208381" y="196984"/>
                  </a:lnTo>
                  <a:lnTo>
                    <a:pt x="209257" y="197387"/>
                  </a:lnTo>
                  <a:lnTo>
                    <a:pt x="209445" y="197492"/>
                  </a:lnTo>
                  <a:lnTo>
                    <a:pt x="209752" y="197758"/>
                  </a:lnTo>
                  <a:lnTo>
                    <a:pt x="209900" y="197911"/>
                  </a:lnTo>
                  <a:lnTo>
                    <a:pt x="210430" y="198396"/>
                  </a:lnTo>
                  <a:lnTo>
                    <a:pt x="210889" y="199037"/>
                  </a:lnTo>
                  <a:lnTo>
                    <a:pt x="211023" y="199449"/>
                  </a:lnTo>
                  <a:lnTo>
                    <a:pt x="210780" y="199900"/>
                  </a:lnTo>
                  <a:lnTo>
                    <a:pt x="210740" y="200053"/>
                  </a:lnTo>
                  <a:lnTo>
                    <a:pt x="210906" y="200394"/>
                  </a:lnTo>
                  <a:lnTo>
                    <a:pt x="211609" y="200414"/>
                  </a:lnTo>
                  <a:lnTo>
                    <a:pt x="211832" y="200490"/>
                  </a:lnTo>
                  <a:lnTo>
                    <a:pt x="212571" y="200854"/>
                  </a:lnTo>
                  <a:lnTo>
                    <a:pt x="212848" y="200714"/>
                  </a:lnTo>
                  <a:lnTo>
                    <a:pt x="213014" y="200794"/>
                  </a:lnTo>
                  <a:lnTo>
                    <a:pt x="213329" y="200996"/>
                  </a:lnTo>
                  <a:lnTo>
                    <a:pt x="213579" y="201119"/>
                  </a:lnTo>
                  <a:lnTo>
                    <a:pt x="214109" y="201204"/>
                  </a:lnTo>
                  <a:lnTo>
                    <a:pt x="214328" y="201328"/>
                  </a:lnTo>
                  <a:lnTo>
                    <a:pt x="214307" y="201537"/>
                  </a:lnTo>
                  <a:lnTo>
                    <a:pt x="214278" y="201745"/>
                  </a:lnTo>
                  <a:lnTo>
                    <a:pt x="214323" y="202047"/>
                  </a:lnTo>
                  <a:lnTo>
                    <a:pt x="214325" y="202500"/>
                  </a:lnTo>
                  <a:lnTo>
                    <a:pt x="214047" y="202564"/>
                  </a:lnTo>
                  <a:lnTo>
                    <a:pt x="213414" y="202960"/>
                  </a:lnTo>
                  <a:lnTo>
                    <a:pt x="213695" y="203323"/>
                  </a:lnTo>
                  <a:lnTo>
                    <a:pt x="214167" y="203831"/>
                  </a:lnTo>
                  <a:lnTo>
                    <a:pt x="214513" y="203911"/>
                  </a:lnTo>
                  <a:lnTo>
                    <a:pt x="214624" y="204397"/>
                  </a:lnTo>
                  <a:lnTo>
                    <a:pt x="214487" y="204767"/>
                  </a:lnTo>
                  <a:lnTo>
                    <a:pt x="214475" y="204963"/>
                  </a:lnTo>
                  <a:lnTo>
                    <a:pt x="214946" y="205464"/>
                  </a:lnTo>
                  <a:lnTo>
                    <a:pt x="215118" y="205555"/>
                  </a:lnTo>
                  <a:lnTo>
                    <a:pt x="215530" y="205669"/>
                  </a:lnTo>
                  <a:lnTo>
                    <a:pt x="215842" y="205630"/>
                  </a:lnTo>
                  <a:lnTo>
                    <a:pt x="216133" y="205685"/>
                  </a:lnTo>
                  <a:lnTo>
                    <a:pt x="216392" y="205742"/>
                  </a:lnTo>
                  <a:lnTo>
                    <a:pt x="216857" y="205753"/>
                  </a:lnTo>
                  <a:lnTo>
                    <a:pt x="217681" y="205762"/>
                  </a:lnTo>
                  <a:lnTo>
                    <a:pt x="218274" y="205797"/>
                  </a:lnTo>
                  <a:lnTo>
                    <a:pt x="218424" y="205834"/>
                  </a:lnTo>
                  <a:lnTo>
                    <a:pt x="218673" y="205881"/>
                  </a:lnTo>
                  <a:lnTo>
                    <a:pt x="218973" y="205928"/>
                  </a:lnTo>
                  <a:lnTo>
                    <a:pt x="219310" y="205849"/>
                  </a:lnTo>
                  <a:lnTo>
                    <a:pt x="219732" y="205789"/>
                  </a:lnTo>
                  <a:lnTo>
                    <a:pt x="219995" y="205768"/>
                  </a:lnTo>
                  <a:lnTo>
                    <a:pt x="220282" y="205325"/>
                  </a:lnTo>
                  <a:lnTo>
                    <a:pt x="220537" y="205151"/>
                  </a:lnTo>
                  <a:lnTo>
                    <a:pt x="221207" y="205129"/>
                  </a:lnTo>
                  <a:lnTo>
                    <a:pt x="221559" y="205054"/>
                  </a:lnTo>
                  <a:lnTo>
                    <a:pt x="221809" y="205014"/>
                  </a:lnTo>
                  <a:lnTo>
                    <a:pt x="222199" y="205413"/>
                  </a:lnTo>
                  <a:lnTo>
                    <a:pt x="222357" y="205482"/>
                  </a:lnTo>
                  <a:lnTo>
                    <a:pt x="222663" y="205401"/>
                  </a:lnTo>
                  <a:lnTo>
                    <a:pt x="222995" y="205222"/>
                  </a:lnTo>
                  <a:lnTo>
                    <a:pt x="223378" y="205149"/>
                  </a:lnTo>
                  <a:lnTo>
                    <a:pt x="223599" y="205142"/>
                  </a:lnTo>
                  <a:lnTo>
                    <a:pt x="224102" y="205330"/>
                  </a:lnTo>
                  <a:lnTo>
                    <a:pt x="224587" y="205154"/>
                  </a:lnTo>
                  <a:lnTo>
                    <a:pt x="225267" y="205083"/>
                  </a:lnTo>
                  <a:lnTo>
                    <a:pt x="225480" y="204958"/>
                  </a:lnTo>
                  <a:lnTo>
                    <a:pt x="226077" y="204834"/>
                  </a:lnTo>
                  <a:lnTo>
                    <a:pt x="226242" y="204930"/>
                  </a:lnTo>
                  <a:lnTo>
                    <a:pt x="226730" y="204905"/>
                  </a:lnTo>
                  <a:lnTo>
                    <a:pt x="227113" y="204831"/>
                  </a:lnTo>
                  <a:lnTo>
                    <a:pt x="227524" y="204880"/>
                  </a:lnTo>
                  <a:lnTo>
                    <a:pt x="227816" y="205013"/>
                  </a:lnTo>
                  <a:lnTo>
                    <a:pt x="228587" y="205543"/>
                  </a:lnTo>
                  <a:lnTo>
                    <a:pt x="229356" y="205406"/>
                  </a:lnTo>
                  <a:lnTo>
                    <a:pt x="230050" y="205170"/>
                  </a:lnTo>
                  <a:lnTo>
                    <a:pt x="230439" y="205257"/>
                  </a:lnTo>
                  <a:lnTo>
                    <a:pt x="231052" y="205373"/>
                  </a:lnTo>
                  <a:lnTo>
                    <a:pt x="231248" y="205335"/>
                  </a:lnTo>
                  <a:lnTo>
                    <a:pt x="231464" y="205295"/>
                  </a:lnTo>
                  <a:lnTo>
                    <a:pt x="231832" y="205269"/>
                  </a:lnTo>
                  <a:lnTo>
                    <a:pt x="232128" y="205420"/>
                  </a:lnTo>
                  <a:lnTo>
                    <a:pt x="232882" y="206192"/>
                  </a:lnTo>
                  <a:lnTo>
                    <a:pt x="233440" y="206169"/>
                  </a:lnTo>
                  <a:lnTo>
                    <a:pt x="233742" y="206184"/>
                  </a:lnTo>
                  <a:lnTo>
                    <a:pt x="233842" y="206625"/>
                  </a:lnTo>
                  <a:lnTo>
                    <a:pt x="233738" y="206897"/>
                  </a:lnTo>
                  <a:lnTo>
                    <a:pt x="233972" y="207682"/>
                  </a:lnTo>
                  <a:lnTo>
                    <a:pt x="234166" y="207973"/>
                  </a:lnTo>
                  <a:lnTo>
                    <a:pt x="234174" y="208340"/>
                  </a:lnTo>
                  <a:lnTo>
                    <a:pt x="234191" y="208835"/>
                  </a:lnTo>
                  <a:lnTo>
                    <a:pt x="234142" y="209055"/>
                  </a:lnTo>
                  <a:lnTo>
                    <a:pt x="234106" y="209243"/>
                  </a:lnTo>
                  <a:lnTo>
                    <a:pt x="234315" y="209819"/>
                  </a:lnTo>
                  <a:lnTo>
                    <a:pt x="234500" y="210078"/>
                  </a:lnTo>
                  <a:lnTo>
                    <a:pt x="234821" y="210542"/>
                  </a:lnTo>
                  <a:lnTo>
                    <a:pt x="235194" y="210837"/>
                  </a:lnTo>
                  <a:lnTo>
                    <a:pt x="234797" y="210989"/>
                  </a:lnTo>
                  <a:lnTo>
                    <a:pt x="234550" y="210937"/>
                  </a:lnTo>
                  <a:lnTo>
                    <a:pt x="234384" y="211160"/>
                  </a:lnTo>
                  <a:lnTo>
                    <a:pt x="234240" y="212110"/>
                  </a:lnTo>
                  <a:lnTo>
                    <a:pt x="233929" y="212208"/>
                  </a:lnTo>
                  <a:lnTo>
                    <a:pt x="233555" y="212712"/>
                  </a:lnTo>
                  <a:lnTo>
                    <a:pt x="233432" y="212864"/>
                  </a:lnTo>
                  <a:lnTo>
                    <a:pt x="233293" y="213127"/>
                  </a:lnTo>
                  <a:lnTo>
                    <a:pt x="233508" y="213432"/>
                  </a:lnTo>
                  <a:lnTo>
                    <a:pt x="233692" y="213546"/>
                  </a:lnTo>
                  <a:lnTo>
                    <a:pt x="233973" y="213594"/>
                  </a:lnTo>
                  <a:lnTo>
                    <a:pt x="234339" y="213541"/>
                  </a:lnTo>
                  <a:lnTo>
                    <a:pt x="234527" y="213475"/>
                  </a:lnTo>
                  <a:lnTo>
                    <a:pt x="235064" y="213612"/>
                  </a:lnTo>
                  <a:lnTo>
                    <a:pt x="235637" y="213487"/>
                  </a:lnTo>
                  <a:lnTo>
                    <a:pt x="236811" y="213845"/>
                  </a:lnTo>
                  <a:lnTo>
                    <a:pt x="237569" y="213342"/>
                  </a:lnTo>
                  <a:lnTo>
                    <a:pt x="237897" y="213201"/>
                  </a:lnTo>
                  <a:lnTo>
                    <a:pt x="238449" y="213173"/>
                  </a:lnTo>
                  <a:lnTo>
                    <a:pt x="238897" y="213396"/>
                  </a:lnTo>
                  <a:lnTo>
                    <a:pt x="238994" y="213536"/>
                  </a:lnTo>
                  <a:lnTo>
                    <a:pt x="239113" y="213700"/>
                  </a:lnTo>
                  <a:lnTo>
                    <a:pt x="239464" y="213923"/>
                  </a:lnTo>
                  <a:lnTo>
                    <a:pt x="239446" y="214311"/>
                  </a:lnTo>
                  <a:lnTo>
                    <a:pt x="239899" y="214350"/>
                  </a:lnTo>
                  <a:lnTo>
                    <a:pt x="240082" y="214420"/>
                  </a:lnTo>
                  <a:lnTo>
                    <a:pt x="240432" y="214645"/>
                  </a:lnTo>
                  <a:lnTo>
                    <a:pt x="240533" y="214811"/>
                  </a:lnTo>
                  <a:lnTo>
                    <a:pt x="240799" y="214993"/>
                  </a:lnTo>
                  <a:lnTo>
                    <a:pt x="241561" y="214896"/>
                  </a:lnTo>
                  <a:lnTo>
                    <a:pt x="241854" y="214851"/>
                  </a:lnTo>
                  <a:lnTo>
                    <a:pt x="242019" y="214799"/>
                  </a:lnTo>
                  <a:lnTo>
                    <a:pt x="242354" y="214856"/>
                  </a:lnTo>
                  <a:lnTo>
                    <a:pt x="242776" y="215299"/>
                  </a:lnTo>
                  <a:lnTo>
                    <a:pt x="243672" y="215503"/>
                  </a:lnTo>
                  <a:lnTo>
                    <a:pt x="244149" y="215635"/>
                  </a:lnTo>
                  <a:lnTo>
                    <a:pt x="243611" y="216093"/>
                  </a:lnTo>
                  <a:lnTo>
                    <a:pt x="243125" y="216414"/>
                  </a:lnTo>
                  <a:lnTo>
                    <a:pt x="242742" y="216880"/>
                  </a:lnTo>
                  <a:lnTo>
                    <a:pt x="242847" y="217032"/>
                  </a:lnTo>
                  <a:lnTo>
                    <a:pt x="242988" y="217391"/>
                  </a:lnTo>
                  <a:lnTo>
                    <a:pt x="243230" y="217429"/>
                  </a:lnTo>
                  <a:lnTo>
                    <a:pt x="243666" y="217214"/>
                  </a:lnTo>
                  <a:lnTo>
                    <a:pt x="244351" y="217048"/>
                  </a:lnTo>
                  <a:lnTo>
                    <a:pt x="244777" y="217086"/>
                  </a:lnTo>
                  <a:lnTo>
                    <a:pt x="245347" y="218180"/>
                  </a:lnTo>
                  <a:lnTo>
                    <a:pt x="245732" y="218548"/>
                  </a:lnTo>
                  <a:lnTo>
                    <a:pt x="246409" y="218724"/>
                  </a:lnTo>
                  <a:lnTo>
                    <a:pt x="246833" y="218873"/>
                  </a:lnTo>
                  <a:lnTo>
                    <a:pt x="246704" y="219252"/>
                  </a:lnTo>
                  <a:lnTo>
                    <a:pt x="246851" y="219347"/>
                  </a:lnTo>
                  <a:lnTo>
                    <a:pt x="247168" y="219560"/>
                  </a:lnTo>
                  <a:lnTo>
                    <a:pt x="247248" y="219938"/>
                  </a:lnTo>
                  <a:lnTo>
                    <a:pt x="247715" y="220289"/>
                  </a:lnTo>
                  <a:lnTo>
                    <a:pt x="248627" y="220242"/>
                  </a:lnTo>
                  <a:lnTo>
                    <a:pt x="249073" y="220301"/>
                  </a:lnTo>
                  <a:lnTo>
                    <a:pt x="250226" y="220524"/>
                  </a:lnTo>
                  <a:lnTo>
                    <a:pt x="250458" y="220887"/>
                  </a:lnTo>
                  <a:lnTo>
                    <a:pt x="250610" y="221019"/>
                  </a:lnTo>
                  <a:lnTo>
                    <a:pt x="250778" y="221081"/>
                  </a:lnTo>
                  <a:lnTo>
                    <a:pt x="251341" y="221241"/>
                  </a:lnTo>
                  <a:lnTo>
                    <a:pt x="251438" y="221427"/>
                  </a:lnTo>
                  <a:lnTo>
                    <a:pt x="251346" y="221836"/>
                  </a:lnTo>
                  <a:lnTo>
                    <a:pt x="251258" y="222357"/>
                  </a:lnTo>
                  <a:lnTo>
                    <a:pt x="251368" y="222539"/>
                  </a:lnTo>
                  <a:lnTo>
                    <a:pt x="251660" y="223545"/>
                  </a:lnTo>
                  <a:lnTo>
                    <a:pt x="251835" y="223789"/>
                  </a:lnTo>
                  <a:lnTo>
                    <a:pt x="251864" y="224297"/>
                  </a:lnTo>
                  <a:lnTo>
                    <a:pt x="251793" y="224845"/>
                  </a:lnTo>
                  <a:lnTo>
                    <a:pt x="251929" y="224847"/>
                  </a:lnTo>
                  <a:lnTo>
                    <a:pt x="252236" y="225814"/>
                  </a:lnTo>
                  <a:lnTo>
                    <a:pt x="251966" y="226195"/>
                  </a:lnTo>
                  <a:lnTo>
                    <a:pt x="251862" y="226690"/>
                  </a:lnTo>
                  <a:lnTo>
                    <a:pt x="252008" y="227017"/>
                  </a:lnTo>
                  <a:lnTo>
                    <a:pt x="252142" y="227386"/>
                  </a:lnTo>
                  <a:lnTo>
                    <a:pt x="252023" y="227688"/>
                  </a:lnTo>
                  <a:lnTo>
                    <a:pt x="252231" y="227867"/>
                  </a:lnTo>
                  <a:lnTo>
                    <a:pt x="252559" y="227956"/>
                  </a:lnTo>
                  <a:lnTo>
                    <a:pt x="252601" y="228111"/>
                  </a:lnTo>
                  <a:lnTo>
                    <a:pt x="252669" y="228464"/>
                  </a:lnTo>
                  <a:lnTo>
                    <a:pt x="252653" y="228599"/>
                  </a:lnTo>
                  <a:lnTo>
                    <a:pt x="252523" y="229135"/>
                  </a:lnTo>
                  <a:lnTo>
                    <a:pt x="252563" y="229452"/>
                  </a:lnTo>
                  <a:lnTo>
                    <a:pt x="252786" y="229721"/>
                  </a:lnTo>
                  <a:lnTo>
                    <a:pt x="252866" y="229879"/>
                  </a:lnTo>
                  <a:lnTo>
                    <a:pt x="252836" y="230481"/>
                  </a:lnTo>
                  <a:lnTo>
                    <a:pt x="252898" y="230805"/>
                  </a:lnTo>
                  <a:lnTo>
                    <a:pt x="252929" y="230936"/>
                  </a:lnTo>
                  <a:lnTo>
                    <a:pt x="252965" y="231319"/>
                  </a:lnTo>
                  <a:lnTo>
                    <a:pt x="252957" y="231483"/>
                  </a:lnTo>
                  <a:lnTo>
                    <a:pt x="253061" y="231686"/>
                  </a:lnTo>
                  <a:lnTo>
                    <a:pt x="253161" y="231840"/>
                  </a:lnTo>
                  <a:lnTo>
                    <a:pt x="253691" y="232192"/>
                  </a:lnTo>
                  <a:lnTo>
                    <a:pt x="253830" y="232439"/>
                  </a:lnTo>
                  <a:lnTo>
                    <a:pt x="253672" y="232678"/>
                  </a:lnTo>
                  <a:lnTo>
                    <a:pt x="253240" y="233117"/>
                  </a:lnTo>
                  <a:lnTo>
                    <a:pt x="253177" y="233965"/>
                  </a:lnTo>
                  <a:lnTo>
                    <a:pt x="252723" y="234183"/>
                  </a:lnTo>
                  <a:lnTo>
                    <a:pt x="252388" y="234368"/>
                  </a:lnTo>
                  <a:lnTo>
                    <a:pt x="252122" y="234461"/>
                  </a:lnTo>
                  <a:lnTo>
                    <a:pt x="251858" y="234377"/>
                  </a:lnTo>
                  <a:lnTo>
                    <a:pt x="251507" y="234869"/>
                  </a:lnTo>
                  <a:lnTo>
                    <a:pt x="250975" y="235027"/>
                  </a:lnTo>
                  <a:lnTo>
                    <a:pt x="250849" y="235290"/>
                  </a:lnTo>
                  <a:lnTo>
                    <a:pt x="250813" y="235422"/>
                  </a:lnTo>
                  <a:lnTo>
                    <a:pt x="250551" y="235848"/>
                  </a:lnTo>
                  <a:lnTo>
                    <a:pt x="250484" y="236017"/>
                  </a:lnTo>
                  <a:lnTo>
                    <a:pt x="250399" y="236187"/>
                  </a:lnTo>
                  <a:lnTo>
                    <a:pt x="250401" y="236378"/>
                  </a:lnTo>
                  <a:lnTo>
                    <a:pt x="250428" y="236624"/>
                  </a:lnTo>
                  <a:lnTo>
                    <a:pt x="250647" y="236888"/>
                  </a:lnTo>
                  <a:lnTo>
                    <a:pt x="250967" y="237030"/>
                  </a:lnTo>
                  <a:lnTo>
                    <a:pt x="250819" y="237260"/>
                  </a:lnTo>
                  <a:lnTo>
                    <a:pt x="250641" y="237589"/>
                  </a:lnTo>
                  <a:lnTo>
                    <a:pt x="250599" y="237726"/>
                  </a:lnTo>
                  <a:lnTo>
                    <a:pt x="250653" y="237933"/>
                  </a:lnTo>
                  <a:lnTo>
                    <a:pt x="250414" y="238271"/>
                  </a:lnTo>
                  <a:lnTo>
                    <a:pt x="250445" y="238558"/>
                  </a:lnTo>
                  <a:lnTo>
                    <a:pt x="250630" y="238533"/>
                  </a:lnTo>
                  <a:lnTo>
                    <a:pt x="250829" y="238541"/>
                  </a:lnTo>
                  <a:lnTo>
                    <a:pt x="251119" y="238617"/>
                  </a:lnTo>
                  <a:lnTo>
                    <a:pt x="251234" y="238715"/>
                  </a:lnTo>
                  <a:lnTo>
                    <a:pt x="251273" y="239099"/>
                  </a:lnTo>
                  <a:lnTo>
                    <a:pt x="251329" y="239317"/>
                  </a:lnTo>
                  <a:lnTo>
                    <a:pt x="251322" y="239529"/>
                  </a:lnTo>
                  <a:lnTo>
                    <a:pt x="251122" y="240223"/>
                  </a:lnTo>
                  <a:lnTo>
                    <a:pt x="251126" y="240819"/>
                  </a:lnTo>
                  <a:lnTo>
                    <a:pt x="251310" y="240738"/>
                  </a:lnTo>
                  <a:lnTo>
                    <a:pt x="251542" y="240670"/>
                  </a:lnTo>
                  <a:lnTo>
                    <a:pt x="252477" y="240639"/>
                  </a:lnTo>
                  <a:lnTo>
                    <a:pt x="252609" y="240702"/>
                  </a:lnTo>
                  <a:lnTo>
                    <a:pt x="252592" y="241181"/>
                  </a:lnTo>
                  <a:lnTo>
                    <a:pt x="252462" y="241346"/>
                  </a:lnTo>
                  <a:lnTo>
                    <a:pt x="252248" y="241465"/>
                  </a:lnTo>
                  <a:lnTo>
                    <a:pt x="252261" y="241818"/>
                  </a:lnTo>
                  <a:lnTo>
                    <a:pt x="252084" y="242173"/>
                  </a:lnTo>
                  <a:lnTo>
                    <a:pt x="251806" y="242371"/>
                  </a:lnTo>
                  <a:lnTo>
                    <a:pt x="251720" y="242739"/>
                  </a:lnTo>
                  <a:lnTo>
                    <a:pt x="251683" y="242997"/>
                  </a:lnTo>
                  <a:lnTo>
                    <a:pt x="251450" y="243668"/>
                  </a:lnTo>
                  <a:lnTo>
                    <a:pt x="251470" y="243870"/>
                  </a:lnTo>
                  <a:lnTo>
                    <a:pt x="251669" y="244153"/>
                  </a:lnTo>
                  <a:lnTo>
                    <a:pt x="251745" y="244372"/>
                  </a:lnTo>
                  <a:lnTo>
                    <a:pt x="251614" y="244668"/>
                  </a:lnTo>
                  <a:lnTo>
                    <a:pt x="251347" y="245135"/>
                  </a:lnTo>
                  <a:lnTo>
                    <a:pt x="251090" y="245544"/>
                  </a:lnTo>
                  <a:lnTo>
                    <a:pt x="251068" y="245703"/>
                  </a:lnTo>
                  <a:lnTo>
                    <a:pt x="250934" y="245901"/>
                  </a:lnTo>
                  <a:lnTo>
                    <a:pt x="250811" y="246031"/>
                  </a:lnTo>
                  <a:lnTo>
                    <a:pt x="250618" y="246372"/>
                  </a:lnTo>
                  <a:lnTo>
                    <a:pt x="250505" y="246742"/>
                  </a:lnTo>
                  <a:lnTo>
                    <a:pt x="250240" y="247270"/>
                  </a:lnTo>
                  <a:lnTo>
                    <a:pt x="250128" y="247665"/>
                  </a:lnTo>
                  <a:lnTo>
                    <a:pt x="249980" y="247814"/>
                  </a:lnTo>
                  <a:lnTo>
                    <a:pt x="249796" y="247949"/>
                  </a:lnTo>
                  <a:lnTo>
                    <a:pt x="249427" y="248320"/>
                  </a:lnTo>
                  <a:lnTo>
                    <a:pt x="249047" y="249095"/>
                  </a:lnTo>
                  <a:lnTo>
                    <a:pt x="248972" y="249325"/>
                  </a:lnTo>
                  <a:lnTo>
                    <a:pt x="248723" y="249689"/>
                  </a:lnTo>
                  <a:lnTo>
                    <a:pt x="247773" y="249784"/>
                  </a:lnTo>
                  <a:lnTo>
                    <a:pt x="247582" y="249828"/>
                  </a:lnTo>
                  <a:lnTo>
                    <a:pt x="247352" y="249770"/>
                  </a:lnTo>
                  <a:lnTo>
                    <a:pt x="246922" y="249068"/>
                  </a:lnTo>
                  <a:lnTo>
                    <a:pt x="246870" y="248938"/>
                  </a:lnTo>
                  <a:lnTo>
                    <a:pt x="246600" y="248784"/>
                  </a:lnTo>
                  <a:lnTo>
                    <a:pt x="246043" y="248262"/>
                  </a:lnTo>
                  <a:lnTo>
                    <a:pt x="246088" y="247608"/>
                  </a:lnTo>
                  <a:lnTo>
                    <a:pt x="246053" y="247332"/>
                  </a:lnTo>
                  <a:lnTo>
                    <a:pt x="245932" y="247060"/>
                  </a:lnTo>
                  <a:lnTo>
                    <a:pt x="245849" y="246863"/>
                  </a:lnTo>
                  <a:lnTo>
                    <a:pt x="245570" y="246579"/>
                  </a:lnTo>
                  <a:lnTo>
                    <a:pt x="245491" y="246404"/>
                  </a:lnTo>
                  <a:lnTo>
                    <a:pt x="245508" y="246115"/>
                  </a:lnTo>
                  <a:lnTo>
                    <a:pt x="245621" y="245684"/>
                  </a:lnTo>
                  <a:lnTo>
                    <a:pt x="245386" y="245645"/>
                  </a:lnTo>
                  <a:lnTo>
                    <a:pt x="244821" y="245519"/>
                  </a:lnTo>
                  <a:lnTo>
                    <a:pt x="244558" y="245587"/>
                  </a:lnTo>
                  <a:lnTo>
                    <a:pt x="244246" y="245417"/>
                  </a:lnTo>
                  <a:lnTo>
                    <a:pt x="244099" y="245534"/>
                  </a:lnTo>
                  <a:lnTo>
                    <a:pt x="243614" y="245954"/>
                  </a:lnTo>
                  <a:lnTo>
                    <a:pt x="243243" y="246025"/>
                  </a:lnTo>
                  <a:lnTo>
                    <a:pt x="243106" y="245998"/>
                  </a:lnTo>
                  <a:lnTo>
                    <a:pt x="242821" y="245704"/>
                  </a:lnTo>
                  <a:lnTo>
                    <a:pt x="242554" y="245510"/>
                  </a:lnTo>
                  <a:lnTo>
                    <a:pt x="241860" y="245299"/>
                  </a:lnTo>
                  <a:lnTo>
                    <a:pt x="241678" y="245281"/>
                  </a:lnTo>
                  <a:lnTo>
                    <a:pt x="241348" y="245030"/>
                  </a:lnTo>
                  <a:lnTo>
                    <a:pt x="241191" y="244895"/>
                  </a:lnTo>
                  <a:lnTo>
                    <a:pt x="241036" y="244852"/>
                  </a:lnTo>
                  <a:lnTo>
                    <a:pt x="240617" y="244989"/>
                  </a:lnTo>
                  <a:lnTo>
                    <a:pt x="240141" y="245504"/>
                  </a:lnTo>
                  <a:lnTo>
                    <a:pt x="239724" y="245606"/>
                  </a:lnTo>
                  <a:lnTo>
                    <a:pt x="239411" y="245797"/>
                  </a:lnTo>
                  <a:lnTo>
                    <a:pt x="239096" y="245875"/>
                  </a:lnTo>
                  <a:lnTo>
                    <a:pt x="238878" y="245978"/>
                  </a:lnTo>
                  <a:lnTo>
                    <a:pt x="238629" y="246130"/>
                  </a:lnTo>
                  <a:lnTo>
                    <a:pt x="238413" y="246318"/>
                  </a:lnTo>
                  <a:lnTo>
                    <a:pt x="238284" y="246461"/>
                  </a:lnTo>
                  <a:lnTo>
                    <a:pt x="238086" y="246511"/>
                  </a:lnTo>
                  <a:lnTo>
                    <a:pt x="237426" y="246874"/>
                  </a:lnTo>
                  <a:lnTo>
                    <a:pt x="237198" y="246880"/>
                  </a:lnTo>
                  <a:lnTo>
                    <a:pt x="236503" y="247092"/>
                  </a:lnTo>
                  <a:lnTo>
                    <a:pt x="236345" y="247232"/>
                  </a:lnTo>
                  <a:lnTo>
                    <a:pt x="235610" y="247742"/>
                  </a:lnTo>
                  <a:lnTo>
                    <a:pt x="235113" y="248030"/>
                  </a:lnTo>
                  <a:lnTo>
                    <a:pt x="234952" y="248133"/>
                  </a:lnTo>
                  <a:lnTo>
                    <a:pt x="234586" y="248442"/>
                  </a:lnTo>
                  <a:lnTo>
                    <a:pt x="234430" y="248569"/>
                  </a:lnTo>
                  <a:lnTo>
                    <a:pt x="234258" y="248742"/>
                  </a:lnTo>
                  <a:lnTo>
                    <a:pt x="234100" y="248926"/>
                  </a:lnTo>
                  <a:lnTo>
                    <a:pt x="233292" y="249375"/>
                  </a:lnTo>
                  <a:lnTo>
                    <a:pt x="233141" y="249859"/>
                  </a:lnTo>
                  <a:lnTo>
                    <a:pt x="233051" y="250381"/>
                  </a:lnTo>
                  <a:lnTo>
                    <a:pt x="233366" y="250713"/>
                  </a:lnTo>
                  <a:lnTo>
                    <a:pt x="233242" y="250852"/>
                  </a:lnTo>
                  <a:lnTo>
                    <a:pt x="233069" y="250863"/>
                  </a:lnTo>
                  <a:lnTo>
                    <a:pt x="232743" y="251023"/>
                  </a:lnTo>
                  <a:lnTo>
                    <a:pt x="232656" y="250798"/>
                  </a:lnTo>
                  <a:lnTo>
                    <a:pt x="232450" y="250557"/>
                  </a:lnTo>
                  <a:lnTo>
                    <a:pt x="231962" y="250986"/>
                  </a:lnTo>
                  <a:lnTo>
                    <a:pt x="231795" y="251281"/>
                  </a:lnTo>
                  <a:lnTo>
                    <a:pt x="231163" y="251449"/>
                  </a:lnTo>
                  <a:lnTo>
                    <a:pt x="230493" y="251736"/>
                  </a:lnTo>
                  <a:lnTo>
                    <a:pt x="230551" y="252079"/>
                  </a:lnTo>
                  <a:lnTo>
                    <a:pt x="230801" y="252352"/>
                  </a:lnTo>
                  <a:lnTo>
                    <a:pt x="230848" y="252612"/>
                  </a:lnTo>
                  <a:lnTo>
                    <a:pt x="230880" y="252778"/>
                  </a:lnTo>
                  <a:lnTo>
                    <a:pt x="230838" y="252925"/>
                  </a:lnTo>
                  <a:lnTo>
                    <a:pt x="230685" y="253300"/>
                  </a:lnTo>
                  <a:lnTo>
                    <a:pt x="230404" y="253640"/>
                  </a:lnTo>
                  <a:lnTo>
                    <a:pt x="230271" y="253734"/>
                  </a:lnTo>
                  <a:lnTo>
                    <a:pt x="230126" y="253847"/>
                  </a:lnTo>
                  <a:lnTo>
                    <a:pt x="229939" y="254009"/>
                  </a:lnTo>
                  <a:lnTo>
                    <a:pt x="229752" y="254179"/>
                  </a:lnTo>
                  <a:lnTo>
                    <a:pt x="229492" y="254411"/>
                  </a:lnTo>
                  <a:lnTo>
                    <a:pt x="229139" y="254582"/>
                  </a:lnTo>
                  <a:lnTo>
                    <a:pt x="228670" y="254591"/>
                  </a:lnTo>
                  <a:lnTo>
                    <a:pt x="228469" y="254678"/>
                  </a:lnTo>
                  <a:lnTo>
                    <a:pt x="227990" y="254788"/>
                  </a:lnTo>
                  <a:lnTo>
                    <a:pt x="227634" y="254951"/>
                  </a:lnTo>
                  <a:lnTo>
                    <a:pt x="227561" y="255250"/>
                  </a:lnTo>
                  <a:lnTo>
                    <a:pt x="227571" y="255429"/>
                  </a:lnTo>
                  <a:lnTo>
                    <a:pt x="227560" y="255653"/>
                  </a:lnTo>
                  <a:lnTo>
                    <a:pt x="227571" y="256286"/>
                  </a:lnTo>
                  <a:lnTo>
                    <a:pt x="227281" y="256535"/>
                  </a:lnTo>
                  <a:lnTo>
                    <a:pt x="227173" y="257080"/>
                  </a:lnTo>
                  <a:lnTo>
                    <a:pt x="226547" y="257268"/>
                  </a:lnTo>
                  <a:lnTo>
                    <a:pt x="226389" y="257312"/>
                  </a:lnTo>
                  <a:lnTo>
                    <a:pt x="226108" y="257422"/>
                  </a:lnTo>
                  <a:lnTo>
                    <a:pt x="225601" y="257620"/>
                  </a:lnTo>
                  <a:lnTo>
                    <a:pt x="225649" y="257070"/>
                  </a:lnTo>
                  <a:lnTo>
                    <a:pt x="225671" y="256623"/>
                  </a:lnTo>
                  <a:lnTo>
                    <a:pt x="224817" y="256676"/>
                  </a:lnTo>
                  <a:lnTo>
                    <a:pt x="224307" y="256961"/>
                  </a:lnTo>
                  <a:lnTo>
                    <a:pt x="224131" y="257170"/>
                  </a:lnTo>
                  <a:lnTo>
                    <a:pt x="223519" y="257718"/>
                  </a:lnTo>
                  <a:lnTo>
                    <a:pt x="223383" y="257950"/>
                  </a:lnTo>
                  <a:lnTo>
                    <a:pt x="222875" y="258383"/>
                  </a:lnTo>
                  <a:lnTo>
                    <a:pt x="222449" y="258511"/>
                  </a:lnTo>
                  <a:lnTo>
                    <a:pt x="222268" y="258586"/>
                  </a:lnTo>
                  <a:lnTo>
                    <a:pt x="221829" y="259223"/>
                  </a:lnTo>
                  <a:lnTo>
                    <a:pt x="221554" y="259440"/>
                  </a:lnTo>
                  <a:lnTo>
                    <a:pt x="221166" y="259709"/>
                  </a:lnTo>
                  <a:lnTo>
                    <a:pt x="220963" y="260168"/>
                  </a:lnTo>
                  <a:lnTo>
                    <a:pt x="220940" y="260299"/>
                  </a:lnTo>
                  <a:lnTo>
                    <a:pt x="220633" y="260955"/>
                  </a:lnTo>
                  <a:lnTo>
                    <a:pt x="220345" y="261437"/>
                  </a:lnTo>
                  <a:lnTo>
                    <a:pt x="220198" y="261739"/>
                  </a:lnTo>
                  <a:lnTo>
                    <a:pt x="219881" y="262214"/>
                  </a:lnTo>
                  <a:lnTo>
                    <a:pt x="219711" y="262500"/>
                  </a:lnTo>
                  <a:lnTo>
                    <a:pt x="219269" y="262891"/>
                  </a:lnTo>
                  <a:lnTo>
                    <a:pt x="219019" y="263163"/>
                  </a:lnTo>
                  <a:lnTo>
                    <a:pt x="218842" y="263406"/>
                  </a:lnTo>
                  <a:lnTo>
                    <a:pt x="218694" y="263619"/>
                  </a:lnTo>
                  <a:lnTo>
                    <a:pt x="218383" y="264173"/>
                  </a:lnTo>
                  <a:lnTo>
                    <a:pt x="218133" y="264397"/>
                  </a:lnTo>
                  <a:lnTo>
                    <a:pt x="217844" y="264809"/>
                  </a:lnTo>
                  <a:lnTo>
                    <a:pt x="217470" y="264680"/>
                  </a:lnTo>
                  <a:lnTo>
                    <a:pt x="217083" y="264196"/>
                  </a:lnTo>
                  <a:lnTo>
                    <a:pt x="216969" y="263315"/>
                  </a:lnTo>
                  <a:lnTo>
                    <a:pt x="217399" y="262375"/>
                  </a:lnTo>
                  <a:lnTo>
                    <a:pt x="217693" y="262106"/>
                  </a:lnTo>
                  <a:lnTo>
                    <a:pt x="218098" y="261659"/>
                  </a:lnTo>
                  <a:lnTo>
                    <a:pt x="217563" y="260859"/>
                  </a:lnTo>
                  <a:lnTo>
                    <a:pt x="217304" y="260580"/>
                  </a:lnTo>
                  <a:lnTo>
                    <a:pt x="216768" y="260124"/>
                  </a:lnTo>
                  <a:lnTo>
                    <a:pt x="216448" y="259864"/>
                  </a:lnTo>
                  <a:lnTo>
                    <a:pt x="215914" y="259613"/>
                  </a:lnTo>
                  <a:lnTo>
                    <a:pt x="215776" y="259431"/>
                  </a:lnTo>
                  <a:lnTo>
                    <a:pt x="215986" y="259349"/>
                  </a:lnTo>
                  <a:lnTo>
                    <a:pt x="216214" y="259403"/>
                  </a:lnTo>
                  <a:lnTo>
                    <a:pt x="216479" y="259124"/>
                  </a:lnTo>
                  <a:lnTo>
                    <a:pt x="216602" y="258678"/>
                  </a:lnTo>
                  <a:lnTo>
                    <a:pt x="216320" y="258592"/>
                  </a:lnTo>
                  <a:lnTo>
                    <a:pt x="215341" y="258329"/>
                  </a:lnTo>
                  <a:lnTo>
                    <a:pt x="215207" y="258038"/>
                  </a:lnTo>
                  <a:lnTo>
                    <a:pt x="215031" y="258370"/>
                  </a:lnTo>
                  <a:lnTo>
                    <a:pt x="214685" y="258776"/>
                  </a:lnTo>
                  <a:lnTo>
                    <a:pt x="214465" y="259020"/>
                  </a:lnTo>
                  <a:lnTo>
                    <a:pt x="213746" y="259394"/>
                  </a:lnTo>
                  <a:lnTo>
                    <a:pt x="213082" y="259793"/>
                  </a:lnTo>
                  <a:lnTo>
                    <a:pt x="212886" y="259858"/>
                  </a:lnTo>
                  <a:lnTo>
                    <a:pt x="212426" y="260052"/>
                  </a:lnTo>
                  <a:lnTo>
                    <a:pt x="212520" y="260410"/>
                  </a:lnTo>
                  <a:lnTo>
                    <a:pt x="212632" y="260246"/>
                  </a:lnTo>
                  <a:lnTo>
                    <a:pt x="213081" y="260172"/>
                  </a:lnTo>
                  <a:lnTo>
                    <a:pt x="213000" y="260365"/>
                  </a:lnTo>
                  <a:lnTo>
                    <a:pt x="212888" y="260521"/>
                  </a:lnTo>
                  <a:lnTo>
                    <a:pt x="212646" y="260694"/>
                  </a:lnTo>
                  <a:lnTo>
                    <a:pt x="212506" y="260767"/>
                  </a:lnTo>
                  <a:lnTo>
                    <a:pt x="212206" y="260963"/>
                  </a:lnTo>
                  <a:lnTo>
                    <a:pt x="211928" y="261183"/>
                  </a:lnTo>
                  <a:lnTo>
                    <a:pt x="211611" y="261331"/>
                  </a:lnTo>
                  <a:lnTo>
                    <a:pt x="211371" y="261341"/>
                  </a:lnTo>
                  <a:lnTo>
                    <a:pt x="211248" y="261732"/>
                  </a:lnTo>
                  <a:lnTo>
                    <a:pt x="210963" y="262140"/>
                  </a:lnTo>
                  <a:lnTo>
                    <a:pt x="210546" y="262056"/>
                  </a:lnTo>
                  <a:lnTo>
                    <a:pt x="209885" y="261983"/>
                  </a:lnTo>
                  <a:lnTo>
                    <a:pt x="209784" y="262211"/>
                  </a:lnTo>
                  <a:lnTo>
                    <a:pt x="209563" y="262453"/>
                  </a:lnTo>
                  <a:lnTo>
                    <a:pt x="209194" y="262815"/>
                  </a:lnTo>
                  <a:lnTo>
                    <a:pt x="208966" y="263110"/>
                  </a:lnTo>
                  <a:lnTo>
                    <a:pt x="208683" y="263284"/>
                  </a:lnTo>
                  <a:lnTo>
                    <a:pt x="208554" y="263058"/>
                  </a:lnTo>
                  <a:lnTo>
                    <a:pt x="208294" y="262775"/>
                  </a:lnTo>
                  <a:lnTo>
                    <a:pt x="208090" y="262822"/>
                  </a:lnTo>
                  <a:lnTo>
                    <a:pt x="207670" y="262402"/>
                  </a:lnTo>
                  <a:lnTo>
                    <a:pt x="207445" y="262196"/>
                  </a:lnTo>
                  <a:lnTo>
                    <a:pt x="207443" y="262044"/>
                  </a:lnTo>
                  <a:lnTo>
                    <a:pt x="207394" y="261748"/>
                  </a:lnTo>
                  <a:lnTo>
                    <a:pt x="207149" y="261362"/>
                  </a:lnTo>
                  <a:lnTo>
                    <a:pt x="206566" y="260596"/>
                  </a:lnTo>
                  <a:lnTo>
                    <a:pt x="206427" y="260023"/>
                  </a:lnTo>
                  <a:lnTo>
                    <a:pt x="206125" y="259708"/>
                  </a:lnTo>
                  <a:lnTo>
                    <a:pt x="206021" y="259458"/>
                  </a:lnTo>
                  <a:lnTo>
                    <a:pt x="206167" y="259298"/>
                  </a:lnTo>
                  <a:lnTo>
                    <a:pt x="206615" y="259031"/>
                  </a:lnTo>
                  <a:lnTo>
                    <a:pt x="207010" y="259071"/>
                  </a:lnTo>
                  <a:lnTo>
                    <a:pt x="207344" y="258812"/>
                  </a:lnTo>
                  <a:lnTo>
                    <a:pt x="207413" y="258600"/>
                  </a:lnTo>
                  <a:lnTo>
                    <a:pt x="207571" y="258380"/>
                  </a:lnTo>
                  <a:lnTo>
                    <a:pt x="207697" y="257821"/>
                  </a:lnTo>
                  <a:lnTo>
                    <a:pt x="207605" y="257553"/>
                  </a:lnTo>
                  <a:lnTo>
                    <a:pt x="207471" y="257465"/>
                  </a:lnTo>
                  <a:lnTo>
                    <a:pt x="206480" y="257213"/>
                  </a:lnTo>
                  <a:lnTo>
                    <a:pt x="206331" y="257193"/>
                  </a:lnTo>
                  <a:lnTo>
                    <a:pt x="206079" y="257323"/>
                  </a:lnTo>
                  <a:lnTo>
                    <a:pt x="205639" y="257527"/>
                  </a:lnTo>
                  <a:lnTo>
                    <a:pt x="205370" y="257392"/>
                  </a:lnTo>
                  <a:lnTo>
                    <a:pt x="205086" y="257393"/>
                  </a:lnTo>
                  <a:lnTo>
                    <a:pt x="204940" y="257430"/>
                  </a:lnTo>
                  <a:lnTo>
                    <a:pt x="204687" y="257299"/>
                  </a:lnTo>
                  <a:lnTo>
                    <a:pt x="204546" y="257073"/>
                  </a:lnTo>
                  <a:lnTo>
                    <a:pt x="204377" y="256784"/>
                  </a:lnTo>
                  <a:lnTo>
                    <a:pt x="204103" y="256988"/>
                  </a:lnTo>
                  <a:lnTo>
                    <a:pt x="203762" y="257362"/>
                  </a:lnTo>
                  <a:lnTo>
                    <a:pt x="203508" y="257444"/>
                  </a:lnTo>
                  <a:lnTo>
                    <a:pt x="203129" y="257894"/>
                  </a:lnTo>
                  <a:lnTo>
                    <a:pt x="202485" y="257887"/>
                  </a:lnTo>
                  <a:lnTo>
                    <a:pt x="202322" y="258081"/>
                  </a:lnTo>
                  <a:lnTo>
                    <a:pt x="201802" y="258083"/>
                  </a:lnTo>
                  <a:lnTo>
                    <a:pt x="201376" y="258140"/>
                  </a:lnTo>
                  <a:lnTo>
                    <a:pt x="200997" y="258290"/>
                  </a:lnTo>
                  <a:lnTo>
                    <a:pt x="200843" y="258562"/>
                  </a:lnTo>
                  <a:lnTo>
                    <a:pt x="200117" y="259389"/>
                  </a:lnTo>
                  <a:lnTo>
                    <a:pt x="199812" y="259660"/>
                  </a:lnTo>
                  <a:lnTo>
                    <a:pt x="199549" y="259786"/>
                  </a:lnTo>
                  <a:lnTo>
                    <a:pt x="199354" y="259894"/>
                  </a:lnTo>
                  <a:lnTo>
                    <a:pt x="199198" y="260021"/>
                  </a:lnTo>
                  <a:lnTo>
                    <a:pt x="199027" y="260307"/>
                  </a:lnTo>
                  <a:lnTo>
                    <a:pt x="198727" y="260594"/>
                  </a:lnTo>
                  <a:lnTo>
                    <a:pt x="198556" y="260728"/>
                  </a:lnTo>
                  <a:lnTo>
                    <a:pt x="197927" y="261633"/>
                  </a:lnTo>
                  <a:lnTo>
                    <a:pt x="197741" y="261818"/>
                  </a:lnTo>
                  <a:lnTo>
                    <a:pt x="197430" y="262158"/>
                  </a:lnTo>
                  <a:lnTo>
                    <a:pt x="197379" y="262290"/>
                  </a:lnTo>
                  <a:lnTo>
                    <a:pt x="197063" y="262665"/>
                  </a:lnTo>
                  <a:lnTo>
                    <a:pt x="196776" y="262914"/>
                  </a:lnTo>
                  <a:lnTo>
                    <a:pt x="196422" y="263404"/>
                  </a:lnTo>
                  <a:lnTo>
                    <a:pt x="196173" y="263683"/>
                  </a:lnTo>
                  <a:lnTo>
                    <a:pt x="195795" y="264141"/>
                  </a:lnTo>
                  <a:lnTo>
                    <a:pt x="195653" y="264271"/>
                  </a:lnTo>
                  <a:lnTo>
                    <a:pt x="194686" y="264610"/>
                  </a:lnTo>
                  <a:lnTo>
                    <a:pt x="194549" y="264665"/>
                  </a:lnTo>
                  <a:lnTo>
                    <a:pt x="194295" y="264472"/>
                  </a:lnTo>
                  <a:lnTo>
                    <a:pt x="193740" y="263783"/>
                  </a:lnTo>
                  <a:lnTo>
                    <a:pt x="193438" y="263703"/>
                  </a:lnTo>
                  <a:lnTo>
                    <a:pt x="193227" y="263896"/>
                  </a:lnTo>
                  <a:lnTo>
                    <a:pt x="192774" y="264162"/>
                  </a:lnTo>
                  <a:lnTo>
                    <a:pt x="192552" y="264109"/>
                  </a:lnTo>
                  <a:lnTo>
                    <a:pt x="191965" y="264485"/>
                  </a:lnTo>
                  <a:lnTo>
                    <a:pt x="191513" y="264492"/>
                  </a:lnTo>
                  <a:lnTo>
                    <a:pt x="190968" y="264083"/>
                  </a:lnTo>
                  <a:lnTo>
                    <a:pt x="190836" y="263917"/>
                  </a:lnTo>
                  <a:lnTo>
                    <a:pt x="190881" y="263544"/>
                  </a:lnTo>
                  <a:lnTo>
                    <a:pt x="190750" y="263468"/>
                  </a:lnTo>
                  <a:lnTo>
                    <a:pt x="190291" y="263190"/>
                  </a:lnTo>
                  <a:lnTo>
                    <a:pt x="190455" y="262773"/>
                  </a:lnTo>
                  <a:lnTo>
                    <a:pt x="190246" y="262499"/>
                  </a:lnTo>
                  <a:lnTo>
                    <a:pt x="190089" y="262451"/>
                  </a:lnTo>
                  <a:lnTo>
                    <a:pt x="189802" y="262218"/>
                  </a:lnTo>
                  <a:lnTo>
                    <a:pt x="189724" y="261975"/>
                  </a:lnTo>
                  <a:lnTo>
                    <a:pt x="189776" y="261326"/>
                  </a:lnTo>
                  <a:lnTo>
                    <a:pt x="189663" y="261136"/>
                  </a:lnTo>
                  <a:lnTo>
                    <a:pt x="189529" y="260844"/>
                  </a:lnTo>
                  <a:lnTo>
                    <a:pt x="189475" y="260520"/>
                  </a:lnTo>
                  <a:lnTo>
                    <a:pt x="189493" y="260342"/>
                  </a:lnTo>
                  <a:lnTo>
                    <a:pt x="189371" y="260074"/>
                  </a:lnTo>
                  <a:lnTo>
                    <a:pt x="189229" y="260040"/>
                  </a:lnTo>
                  <a:lnTo>
                    <a:pt x="188375" y="260002"/>
                  </a:lnTo>
                  <a:lnTo>
                    <a:pt x="187989" y="260074"/>
                  </a:lnTo>
                  <a:lnTo>
                    <a:pt x="187779" y="260197"/>
                  </a:lnTo>
                  <a:lnTo>
                    <a:pt x="187232" y="260700"/>
                  </a:lnTo>
                  <a:lnTo>
                    <a:pt x="187260" y="260881"/>
                  </a:lnTo>
                  <a:lnTo>
                    <a:pt x="187368" y="261321"/>
                  </a:lnTo>
                  <a:lnTo>
                    <a:pt x="187514" y="261522"/>
                  </a:lnTo>
                  <a:lnTo>
                    <a:pt x="187633" y="261689"/>
                  </a:lnTo>
                  <a:lnTo>
                    <a:pt x="187564" y="262019"/>
                  </a:lnTo>
                  <a:lnTo>
                    <a:pt x="187411" y="262635"/>
                  </a:lnTo>
                  <a:lnTo>
                    <a:pt x="187321" y="263033"/>
                  </a:lnTo>
                  <a:lnTo>
                    <a:pt x="187352" y="263401"/>
                  </a:lnTo>
                  <a:lnTo>
                    <a:pt x="187271" y="263078"/>
                  </a:lnTo>
                  <a:lnTo>
                    <a:pt x="187215" y="262920"/>
                  </a:lnTo>
                  <a:lnTo>
                    <a:pt x="186976" y="262780"/>
                  </a:lnTo>
                  <a:lnTo>
                    <a:pt x="186819" y="262941"/>
                  </a:lnTo>
                  <a:lnTo>
                    <a:pt x="186346" y="263617"/>
                  </a:lnTo>
                  <a:lnTo>
                    <a:pt x="186103" y="263693"/>
                  </a:lnTo>
                  <a:lnTo>
                    <a:pt x="185849" y="263756"/>
                  </a:lnTo>
                  <a:lnTo>
                    <a:pt x="185708" y="263802"/>
                  </a:lnTo>
                  <a:lnTo>
                    <a:pt x="185885" y="264024"/>
                  </a:lnTo>
                  <a:lnTo>
                    <a:pt x="185893" y="264293"/>
                  </a:lnTo>
                  <a:lnTo>
                    <a:pt x="185617" y="264465"/>
                  </a:lnTo>
                  <a:lnTo>
                    <a:pt x="185354" y="264571"/>
                  </a:lnTo>
                  <a:lnTo>
                    <a:pt x="185076" y="264635"/>
                  </a:lnTo>
                  <a:lnTo>
                    <a:pt x="185119" y="264909"/>
                  </a:lnTo>
                  <a:lnTo>
                    <a:pt x="184987" y="264934"/>
                  </a:lnTo>
                  <a:lnTo>
                    <a:pt x="184727" y="264997"/>
                  </a:lnTo>
                  <a:lnTo>
                    <a:pt x="184697" y="265128"/>
                  </a:lnTo>
                  <a:lnTo>
                    <a:pt x="184540" y="265377"/>
                  </a:lnTo>
                  <a:lnTo>
                    <a:pt x="184300" y="265527"/>
                  </a:lnTo>
                  <a:lnTo>
                    <a:pt x="183902" y="265426"/>
                  </a:lnTo>
                  <a:lnTo>
                    <a:pt x="183623" y="265172"/>
                  </a:lnTo>
                  <a:lnTo>
                    <a:pt x="183444" y="265074"/>
                  </a:lnTo>
                  <a:lnTo>
                    <a:pt x="183046" y="264699"/>
                  </a:lnTo>
                  <a:lnTo>
                    <a:pt x="182817" y="264986"/>
                  </a:lnTo>
                  <a:lnTo>
                    <a:pt x="182160" y="264645"/>
                  </a:lnTo>
                  <a:lnTo>
                    <a:pt x="181738" y="264245"/>
                  </a:lnTo>
                  <a:lnTo>
                    <a:pt x="181434" y="264221"/>
                  </a:lnTo>
                  <a:lnTo>
                    <a:pt x="180968" y="264226"/>
                  </a:lnTo>
                  <a:lnTo>
                    <a:pt x="180664" y="264337"/>
                  </a:lnTo>
                  <a:lnTo>
                    <a:pt x="180461" y="264817"/>
                  </a:lnTo>
                  <a:lnTo>
                    <a:pt x="180047" y="265074"/>
                  </a:lnTo>
                  <a:lnTo>
                    <a:pt x="179669" y="265024"/>
                  </a:lnTo>
                  <a:lnTo>
                    <a:pt x="179741" y="264892"/>
                  </a:lnTo>
                  <a:lnTo>
                    <a:pt x="179583" y="264900"/>
                  </a:lnTo>
                  <a:lnTo>
                    <a:pt x="179302" y="264821"/>
                  </a:lnTo>
                  <a:lnTo>
                    <a:pt x="179163" y="264562"/>
                  </a:lnTo>
                  <a:lnTo>
                    <a:pt x="179021" y="264676"/>
                  </a:lnTo>
                  <a:lnTo>
                    <a:pt x="178608" y="265005"/>
                  </a:lnTo>
                  <a:lnTo>
                    <a:pt x="178391" y="264666"/>
                  </a:lnTo>
                  <a:lnTo>
                    <a:pt x="178111" y="264703"/>
                  </a:lnTo>
                  <a:lnTo>
                    <a:pt x="177912" y="264905"/>
                  </a:lnTo>
                  <a:lnTo>
                    <a:pt x="177637" y="265292"/>
                  </a:lnTo>
                  <a:lnTo>
                    <a:pt x="177549" y="265501"/>
                  </a:lnTo>
                  <a:lnTo>
                    <a:pt x="177643" y="265671"/>
                  </a:lnTo>
                  <a:lnTo>
                    <a:pt x="177852" y="265937"/>
                  </a:lnTo>
                  <a:lnTo>
                    <a:pt x="177772" y="266338"/>
                  </a:lnTo>
                  <a:lnTo>
                    <a:pt x="177856" y="266577"/>
                  </a:lnTo>
                  <a:lnTo>
                    <a:pt x="177758" y="266858"/>
                  </a:lnTo>
                  <a:lnTo>
                    <a:pt x="177571" y="267010"/>
                  </a:lnTo>
                  <a:lnTo>
                    <a:pt x="177455" y="267218"/>
                  </a:lnTo>
                  <a:lnTo>
                    <a:pt x="177431" y="267351"/>
                  </a:lnTo>
                  <a:lnTo>
                    <a:pt x="177936" y="267840"/>
                  </a:lnTo>
                  <a:lnTo>
                    <a:pt x="178207" y="268313"/>
                  </a:lnTo>
                  <a:lnTo>
                    <a:pt x="177853" y="268726"/>
                  </a:lnTo>
                  <a:lnTo>
                    <a:pt x="177882" y="269056"/>
                  </a:lnTo>
                  <a:lnTo>
                    <a:pt x="177918" y="269227"/>
                  </a:lnTo>
                  <a:lnTo>
                    <a:pt x="177837" y="269475"/>
                  </a:lnTo>
                  <a:lnTo>
                    <a:pt x="177187" y="269526"/>
                  </a:lnTo>
                  <a:lnTo>
                    <a:pt x="176936" y="269724"/>
                  </a:lnTo>
                  <a:lnTo>
                    <a:pt x="177150" y="270345"/>
                  </a:lnTo>
                  <a:lnTo>
                    <a:pt x="177977" y="270809"/>
                  </a:lnTo>
                  <a:lnTo>
                    <a:pt x="178297" y="271401"/>
                  </a:lnTo>
                  <a:lnTo>
                    <a:pt x="178510" y="271381"/>
                  </a:lnTo>
                  <a:lnTo>
                    <a:pt x="179046" y="271302"/>
                  </a:lnTo>
                  <a:lnTo>
                    <a:pt x="179640" y="271270"/>
                  </a:lnTo>
                  <a:lnTo>
                    <a:pt x="179724" y="271451"/>
                  </a:lnTo>
                  <a:lnTo>
                    <a:pt x="180382" y="272206"/>
                  </a:lnTo>
                  <a:lnTo>
                    <a:pt x="180580" y="272375"/>
                  </a:lnTo>
                  <a:lnTo>
                    <a:pt x="180852" y="272658"/>
                  </a:lnTo>
                  <a:lnTo>
                    <a:pt x="181022" y="272925"/>
                  </a:lnTo>
                  <a:lnTo>
                    <a:pt x="181090" y="273058"/>
                  </a:lnTo>
                  <a:lnTo>
                    <a:pt x="181218" y="273234"/>
                  </a:lnTo>
                  <a:lnTo>
                    <a:pt x="181467" y="273318"/>
                  </a:lnTo>
                  <a:lnTo>
                    <a:pt x="181745" y="273274"/>
                  </a:lnTo>
                  <a:lnTo>
                    <a:pt x="181995" y="273325"/>
                  </a:lnTo>
                  <a:lnTo>
                    <a:pt x="182384" y="273765"/>
                  </a:lnTo>
                  <a:lnTo>
                    <a:pt x="182678" y="274446"/>
                  </a:lnTo>
                  <a:lnTo>
                    <a:pt x="182681" y="274584"/>
                  </a:lnTo>
                  <a:lnTo>
                    <a:pt x="183239" y="275547"/>
                  </a:lnTo>
                  <a:lnTo>
                    <a:pt x="183581" y="275740"/>
                  </a:lnTo>
                  <a:lnTo>
                    <a:pt x="183942" y="276244"/>
                  </a:lnTo>
                  <a:lnTo>
                    <a:pt x="184245" y="276253"/>
                  </a:lnTo>
                  <a:lnTo>
                    <a:pt x="184807" y="276170"/>
                  </a:lnTo>
                  <a:lnTo>
                    <a:pt x="184147" y="277133"/>
                  </a:lnTo>
                  <a:lnTo>
                    <a:pt x="184191" y="277649"/>
                  </a:lnTo>
                  <a:lnTo>
                    <a:pt x="183967" y="278151"/>
                  </a:lnTo>
                  <a:lnTo>
                    <a:pt x="183908" y="278453"/>
                  </a:lnTo>
                  <a:lnTo>
                    <a:pt x="183856" y="278724"/>
                  </a:lnTo>
                  <a:lnTo>
                    <a:pt x="183777" y="279126"/>
                  </a:lnTo>
                  <a:lnTo>
                    <a:pt x="183674" y="279607"/>
                  </a:lnTo>
                  <a:lnTo>
                    <a:pt x="183605" y="279890"/>
                  </a:lnTo>
                  <a:lnTo>
                    <a:pt x="183565" y="280049"/>
                  </a:lnTo>
                  <a:lnTo>
                    <a:pt x="183497" y="280340"/>
                  </a:lnTo>
                  <a:lnTo>
                    <a:pt x="183624" y="280723"/>
                  </a:lnTo>
                  <a:lnTo>
                    <a:pt x="183864" y="280840"/>
                  </a:lnTo>
                  <a:lnTo>
                    <a:pt x="184039" y="280947"/>
                  </a:lnTo>
                  <a:lnTo>
                    <a:pt x="184098" y="281126"/>
                  </a:lnTo>
                  <a:lnTo>
                    <a:pt x="183928" y="281557"/>
                  </a:lnTo>
                  <a:lnTo>
                    <a:pt x="183580" y="282460"/>
                  </a:lnTo>
                  <a:lnTo>
                    <a:pt x="183397" y="282866"/>
                  </a:lnTo>
                  <a:lnTo>
                    <a:pt x="183280" y="283338"/>
                  </a:lnTo>
                  <a:lnTo>
                    <a:pt x="183218" y="283496"/>
                  </a:lnTo>
                  <a:lnTo>
                    <a:pt x="183084" y="283764"/>
                  </a:lnTo>
                  <a:lnTo>
                    <a:pt x="182886" y="284099"/>
                  </a:lnTo>
                  <a:lnTo>
                    <a:pt x="182768" y="284294"/>
                  </a:lnTo>
                  <a:lnTo>
                    <a:pt x="182611" y="284779"/>
                  </a:lnTo>
                  <a:lnTo>
                    <a:pt x="182597" y="284918"/>
                  </a:lnTo>
                  <a:lnTo>
                    <a:pt x="182068" y="285205"/>
                  </a:lnTo>
                  <a:lnTo>
                    <a:pt x="181791" y="285743"/>
                  </a:lnTo>
                  <a:lnTo>
                    <a:pt x="182349" y="285682"/>
                  </a:lnTo>
                  <a:lnTo>
                    <a:pt x="182591" y="285828"/>
                  </a:lnTo>
                  <a:lnTo>
                    <a:pt x="182654" y="286090"/>
                  </a:lnTo>
                  <a:lnTo>
                    <a:pt x="182490" y="286546"/>
                  </a:lnTo>
                  <a:lnTo>
                    <a:pt x="182463" y="287023"/>
                  </a:lnTo>
                  <a:lnTo>
                    <a:pt x="182466" y="287347"/>
                  </a:lnTo>
                  <a:lnTo>
                    <a:pt x="182608" y="288317"/>
                  </a:lnTo>
                  <a:lnTo>
                    <a:pt x="182772" y="288415"/>
                  </a:lnTo>
                  <a:lnTo>
                    <a:pt x="182985" y="288583"/>
                  </a:lnTo>
                  <a:lnTo>
                    <a:pt x="183071" y="288923"/>
                  </a:lnTo>
                  <a:lnTo>
                    <a:pt x="183310" y="289361"/>
                  </a:lnTo>
                  <a:lnTo>
                    <a:pt x="183277" y="289514"/>
                  </a:lnTo>
                  <a:lnTo>
                    <a:pt x="183006" y="289149"/>
                  </a:lnTo>
                  <a:lnTo>
                    <a:pt x="182726" y="289801"/>
                  </a:lnTo>
                  <a:lnTo>
                    <a:pt x="182452" y="290560"/>
                  </a:lnTo>
                  <a:lnTo>
                    <a:pt x="182247" y="290911"/>
                  </a:lnTo>
                  <a:lnTo>
                    <a:pt x="182235" y="291041"/>
                  </a:lnTo>
                  <a:lnTo>
                    <a:pt x="182181" y="291223"/>
                  </a:lnTo>
                  <a:lnTo>
                    <a:pt x="181887" y="291874"/>
                  </a:lnTo>
                  <a:lnTo>
                    <a:pt x="182177" y="292588"/>
                  </a:lnTo>
                  <a:lnTo>
                    <a:pt x="182222" y="293135"/>
                  </a:lnTo>
                  <a:lnTo>
                    <a:pt x="182261" y="293704"/>
                  </a:lnTo>
                  <a:lnTo>
                    <a:pt x="181983" y="294142"/>
                  </a:lnTo>
                  <a:lnTo>
                    <a:pt x="182238" y="295044"/>
                  </a:lnTo>
                  <a:lnTo>
                    <a:pt x="181888" y="294968"/>
                  </a:lnTo>
                  <a:lnTo>
                    <a:pt x="181674" y="294749"/>
                  </a:lnTo>
                  <a:lnTo>
                    <a:pt x="181613" y="294429"/>
                  </a:lnTo>
                  <a:lnTo>
                    <a:pt x="181522" y="294092"/>
                  </a:lnTo>
                  <a:lnTo>
                    <a:pt x="181168" y="294617"/>
                  </a:lnTo>
                  <a:lnTo>
                    <a:pt x="180956" y="294934"/>
                  </a:lnTo>
                  <a:lnTo>
                    <a:pt x="180518" y="294882"/>
                  </a:lnTo>
                  <a:lnTo>
                    <a:pt x="180141" y="295093"/>
                  </a:lnTo>
                  <a:lnTo>
                    <a:pt x="179922" y="295147"/>
                  </a:lnTo>
                  <a:lnTo>
                    <a:pt x="179780" y="295150"/>
                  </a:lnTo>
                  <a:lnTo>
                    <a:pt x="178935" y="294661"/>
                  </a:lnTo>
                  <a:lnTo>
                    <a:pt x="178556" y="294445"/>
                  </a:lnTo>
                  <a:lnTo>
                    <a:pt x="178329" y="294387"/>
                  </a:lnTo>
                  <a:lnTo>
                    <a:pt x="178010" y="294820"/>
                  </a:lnTo>
                  <a:lnTo>
                    <a:pt x="177527" y="295103"/>
                  </a:lnTo>
                  <a:lnTo>
                    <a:pt x="177408" y="295291"/>
                  </a:lnTo>
                  <a:lnTo>
                    <a:pt x="177295" y="295474"/>
                  </a:lnTo>
                  <a:lnTo>
                    <a:pt x="177011" y="295492"/>
                  </a:lnTo>
                  <a:lnTo>
                    <a:pt x="176806" y="295260"/>
                  </a:lnTo>
                  <a:lnTo>
                    <a:pt x="176489" y="295418"/>
                  </a:lnTo>
                  <a:lnTo>
                    <a:pt x="176434" y="295549"/>
                  </a:lnTo>
                  <a:lnTo>
                    <a:pt x="176185" y="295921"/>
                  </a:lnTo>
                  <a:lnTo>
                    <a:pt x="175766" y="296202"/>
                  </a:lnTo>
                  <a:lnTo>
                    <a:pt x="175735" y="296377"/>
                  </a:lnTo>
                  <a:lnTo>
                    <a:pt x="175712" y="296670"/>
                  </a:lnTo>
                  <a:lnTo>
                    <a:pt x="175576" y="297070"/>
                  </a:lnTo>
                  <a:lnTo>
                    <a:pt x="175884" y="297384"/>
                  </a:lnTo>
                  <a:lnTo>
                    <a:pt x="176474" y="297669"/>
                  </a:lnTo>
                  <a:lnTo>
                    <a:pt x="176623" y="297660"/>
                  </a:lnTo>
                  <a:lnTo>
                    <a:pt x="176751" y="297384"/>
                  </a:lnTo>
                  <a:lnTo>
                    <a:pt x="176785" y="297233"/>
                  </a:lnTo>
                  <a:lnTo>
                    <a:pt x="176786" y="296937"/>
                  </a:lnTo>
                  <a:lnTo>
                    <a:pt x="177158" y="296578"/>
                  </a:lnTo>
                  <a:lnTo>
                    <a:pt x="177186" y="296862"/>
                  </a:lnTo>
                  <a:lnTo>
                    <a:pt x="177309" y="297224"/>
                  </a:lnTo>
                  <a:lnTo>
                    <a:pt x="177664" y="297373"/>
                  </a:lnTo>
                  <a:lnTo>
                    <a:pt x="177994" y="297458"/>
                  </a:lnTo>
                  <a:lnTo>
                    <a:pt x="178148" y="297849"/>
                  </a:lnTo>
                  <a:lnTo>
                    <a:pt x="177888" y="298233"/>
                  </a:lnTo>
                  <a:lnTo>
                    <a:pt x="177815" y="298437"/>
                  </a:lnTo>
                  <a:lnTo>
                    <a:pt x="177690" y="299018"/>
                  </a:lnTo>
                  <a:lnTo>
                    <a:pt x="177918" y="299534"/>
                  </a:lnTo>
                  <a:lnTo>
                    <a:pt x="178905" y="299432"/>
                  </a:lnTo>
                  <a:lnTo>
                    <a:pt x="178922" y="299904"/>
                  </a:lnTo>
                  <a:lnTo>
                    <a:pt x="178741" y="300308"/>
                  </a:lnTo>
                  <a:lnTo>
                    <a:pt x="178610" y="300347"/>
                  </a:lnTo>
                  <a:lnTo>
                    <a:pt x="178614" y="300491"/>
                  </a:lnTo>
                  <a:lnTo>
                    <a:pt x="178659" y="300651"/>
                  </a:lnTo>
                  <a:lnTo>
                    <a:pt x="178735" y="301185"/>
                  </a:lnTo>
                  <a:lnTo>
                    <a:pt x="179588" y="301215"/>
                  </a:lnTo>
                  <a:lnTo>
                    <a:pt x="179796" y="301638"/>
                  </a:lnTo>
                  <a:lnTo>
                    <a:pt x="180649" y="302110"/>
                  </a:lnTo>
                  <a:lnTo>
                    <a:pt x="180799" y="302306"/>
                  </a:lnTo>
                  <a:lnTo>
                    <a:pt x="181044" y="302511"/>
                  </a:lnTo>
                  <a:lnTo>
                    <a:pt x="181540" y="302404"/>
                  </a:lnTo>
                  <a:lnTo>
                    <a:pt x="181675" y="302278"/>
                  </a:lnTo>
                  <a:lnTo>
                    <a:pt x="181270" y="301534"/>
                  </a:lnTo>
                  <a:lnTo>
                    <a:pt x="181512" y="301593"/>
                  </a:lnTo>
                  <a:lnTo>
                    <a:pt x="181716" y="301472"/>
                  </a:lnTo>
                  <a:lnTo>
                    <a:pt x="181875" y="301288"/>
                  </a:lnTo>
                  <a:lnTo>
                    <a:pt x="182158" y="301528"/>
                  </a:lnTo>
                  <a:lnTo>
                    <a:pt x="182326" y="301547"/>
                  </a:lnTo>
                  <a:lnTo>
                    <a:pt x="182703" y="301423"/>
                  </a:lnTo>
                  <a:lnTo>
                    <a:pt x="183386" y="300624"/>
                  </a:lnTo>
                  <a:lnTo>
                    <a:pt x="183011" y="300408"/>
                  </a:lnTo>
                  <a:lnTo>
                    <a:pt x="182737" y="300415"/>
                  </a:lnTo>
                  <a:lnTo>
                    <a:pt x="182360" y="300295"/>
                  </a:lnTo>
                  <a:lnTo>
                    <a:pt x="182198" y="299890"/>
                  </a:lnTo>
                  <a:lnTo>
                    <a:pt x="182291" y="299672"/>
                  </a:lnTo>
                  <a:lnTo>
                    <a:pt x="182794" y="299026"/>
                  </a:lnTo>
                  <a:lnTo>
                    <a:pt x="182821" y="298679"/>
                  </a:lnTo>
                  <a:lnTo>
                    <a:pt x="183084" y="298161"/>
                  </a:lnTo>
                  <a:lnTo>
                    <a:pt x="183325" y="297779"/>
                  </a:lnTo>
                  <a:lnTo>
                    <a:pt x="183621" y="297445"/>
                  </a:lnTo>
                  <a:lnTo>
                    <a:pt x="183794" y="297502"/>
                  </a:lnTo>
                  <a:lnTo>
                    <a:pt x="183983" y="297423"/>
                  </a:lnTo>
                  <a:lnTo>
                    <a:pt x="184328" y="296997"/>
                  </a:lnTo>
                  <a:lnTo>
                    <a:pt x="184618" y="296404"/>
                  </a:lnTo>
                  <a:lnTo>
                    <a:pt x="184804" y="296049"/>
                  </a:lnTo>
                  <a:lnTo>
                    <a:pt x="185142" y="295445"/>
                  </a:lnTo>
                  <a:lnTo>
                    <a:pt x="185458" y="295261"/>
                  </a:lnTo>
                  <a:lnTo>
                    <a:pt x="186042" y="295081"/>
                  </a:lnTo>
                  <a:lnTo>
                    <a:pt x="186738" y="295055"/>
                  </a:lnTo>
                  <a:lnTo>
                    <a:pt x="186920" y="295077"/>
                  </a:lnTo>
                  <a:lnTo>
                    <a:pt x="186970" y="295205"/>
                  </a:lnTo>
                  <a:lnTo>
                    <a:pt x="187187" y="295494"/>
                  </a:lnTo>
                  <a:lnTo>
                    <a:pt x="187495" y="295583"/>
                  </a:lnTo>
                  <a:lnTo>
                    <a:pt x="188115" y="295736"/>
                  </a:lnTo>
                  <a:lnTo>
                    <a:pt x="188128" y="296032"/>
                  </a:lnTo>
                  <a:lnTo>
                    <a:pt x="188222" y="296215"/>
                  </a:lnTo>
                  <a:lnTo>
                    <a:pt x="188527" y="296900"/>
                  </a:lnTo>
                  <a:lnTo>
                    <a:pt x="188549" y="297064"/>
                  </a:lnTo>
                  <a:lnTo>
                    <a:pt x="188411" y="297314"/>
                  </a:lnTo>
                  <a:lnTo>
                    <a:pt x="187922" y="297363"/>
                  </a:lnTo>
                  <a:lnTo>
                    <a:pt x="188546" y="297689"/>
                  </a:lnTo>
                  <a:lnTo>
                    <a:pt x="188697" y="297815"/>
                  </a:lnTo>
                  <a:lnTo>
                    <a:pt x="188852" y="298481"/>
                  </a:lnTo>
                  <a:lnTo>
                    <a:pt x="188854" y="298670"/>
                  </a:lnTo>
                  <a:lnTo>
                    <a:pt x="188812" y="299051"/>
                  </a:lnTo>
                  <a:lnTo>
                    <a:pt x="188897" y="299486"/>
                  </a:lnTo>
                  <a:lnTo>
                    <a:pt x="188783" y="300127"/>
                  </a:lnTo>
                  <a:lnTo>
                    <a:pt x="188817" y="300639"/>
                  </a:lnTo>
                  <a:lnTo>
                    <a:pt x="189181" y="301181"/>
                  </a:lnTo>
                  <a:lnTo>
                    <a:pt x="189085" y="301488"/>
                  </a:lnTo>
                  <a:lnTo>
                    <a:pt x="189013" y="302110"/>
                  </a:lnTo>
                  <a:lnTo>
                    <a:pt x="189277" y="302643"/>
                  </a:lnTo>
                  <a:lnTo>
                    <a:pt x="189675" y="302998"/>
                  </a:lnTo>
                  <a:lnTo>
                    <a:pt x="189453" y="303132"/>
                  </a:lnTo>
                  <a:lnTo>
                    <a:pt x="189201" y="303270"/>
                  </a:lnTo>
                  <a:lnTo>
                    <a:pt x="189203" y="303493"/>
                  </a:lnTo>
                  <a:lnTo>
                    <a:pt x="189493" y="303485"/>
                  </a:lnTo>
                  <a:lnTo>
                    <a:pt x="189986" y="303279"/>
                  </a:lnTo>
                  <a:lnTo>
                    <a:pt x="190357" y="303121"/>
                  </a:lnTo>
                  <a:lnTo>
                    <a:pt x="190557" y="303629"/>
                  </a:lnTo>
                  <a:lnTo>
                    <a:pt x="190217" y="304100"/>
                  </a:lnTo>
                  <a:lnTo>
                    <a:pt x="190530" y="304235"/>
                  </a:lnTo>
                  <a:lnTo>
                    <a:pt x="190861" y="304346"/>
                  </a:lnTo>
                  <a:lnTo>
                    <a:pt x="191095" y="304390"/>
                  </a:lnTo>
                  <a:lnTo>
                    <a:pt x="191454" y="304668"/>
                  </a:lnTo>
                  <a:lnTo>
                    <a:pt x="191648" y="305126"/>
                  </a:lnTo>
                  <a:lnTo>
                    <a:pt x="191749" y="305396"/>
                  </a:lnTo>
                  <a:lnTo>
                    <a:pt x="192221" y="305766"/>
                  </a:lnTo>
                  <a:lnTo>
                    <a:pt x="192373" y="306079"/>
                  </a:lnTo>
                  <a:lnTo>
                    <a:pt x="192628" y="306157"/>
                  </a:lnTo>
                  <a:lnTo>
                    <a:pt x="192690" y="305990"/>
                  </a:lnTo>
                  <a:lnTo>
                    <a:pt x="192546" y="305353"/>
                  </a:lnTo>
                  <a:lnTo>
                    <a:pt x="192433" y="305218"/>
                  </a:lnTo>
                  <a:lnTo>
                    <a:pt x="192384" y="304962"/>
                  </a:lnTo>
                  <a:lnTo>
                    <a:pt x="192671" y="304947"/>
                  </a:lnTo>
                  <a:lnTo>
                    <a:pt x="192757" y="305173"/>
                  </a:lnTo>
                  <a:lnTo>
                    <a:pt x="192936" y="305427"/>
                  </a:lnTo>
                  <a:lnTo>
                    <a:pt x="193311" y="305433"/>
                  </a:lnTo>
                  <a:lnTo>
                    <a:pt x="192938" y="304992"/>
                  </a:lnTo>
                  <a:lnTo>
                    <a:pt x="193089" y="304522"/>
                  </a:lnTo>
                  <a:lnTo>
                    <a:pt x="193032" y="304298"/>
                  </a:lnTo>
                  <a:lnTo>
                    <a:pt x="192578" y="303911"/>
                  </a:lnTo>
                  <a:lnTo>
                    <a:pt x="192296" y="304182"/>
                  </a:lnTo>
                  <a:lnTo>
                    <a:pt x="192098" y="303904"/>
                  </a:lnTo>
                  <a:lnTo>
                    <a:pt x="192197" y="303504"/>
                  </a:lnTo>
                  <a:lnTo>
                    <a:pt x="192348" y="303439"/>
                  </a:lnTo>
                  <a:lnTo>
                    <a:pt x="192774" y="303353"/>
                  </a:lnTo>
                  <a:lnTo>
                    <a:pt x="193108" y="303359"/>
                  </a:lnTo>
                  <a:lnTo>
                    <a:pt x="193577" y="303642"/>
                  </a:lnTo>
                  <a:lnTo>
                    <a:pt x="193471" y="304085"/>
                  </a:lnTo>
                  <a:lnTo>
                    <a:pt x="193418" y="304353"/>
                  </a:lnTo>
                  <a:lnTo>
                    <a:pt x="193842" y="304579"/>
                  </a:lnTo>
                  <a:lnTo>
                    <a:pt x="193964" y="304991"/>
                  </a:lnTo>
                  <a:lnTo>
                    <a:pt x="193746" y="305476"/>
                  </a:lnTo>
                  <a:lnTo>
                    <a:pt x="193669" y="305658"/>
                  </a:lnTo>
                  <a:lnTo>
                    <a:pt x="193487" y="305662"/>
                  </a:lnTo>
                  <a:lnTo>
                    <a:pt x="193312" y="305680"/>
                  </a:lnTo>
                  <a:lnTo>
                    <a:pt x="193130" y="305793"/>
                  </a:lnTo>
                  <a:lnTo>
                    <a:pt x="193334" y="306297"/>
                  </a:lnTo>
                  <a:lnTo>
                    <a:pt x="193622" y="306200"/>
                  </a:lnTo>
                  <a:lnTo>
                    <a:pt x="193820" y="306214"/>
                  </a:lnTo>
                  <a:lnTo>
                    <a:pt x="194023" y="306187"/>
                  </a:lnTo>
                  <a:lnTo>
                    <a:pt x="194279" y="305982"/>
                  </a:lnTo>
                  <a:lnTo>
                    <a:pt x="194497" y="306359"/>
                  </a:lnTo>
                  <a:lnTo>
                    <a:pt x="194786" y="306415"/>
                  </a:lnTo>
                  <a:lnTo>
                    <a:pt x="194955" y="306258"/>
                  </a:lnTo>
                  <a:lnTo>
                    <a:pt x="194806" y="306053"/>
                  </a:lnTo>
                  <a:lnTo>
                    <a:pt x="194758" y="305705"/>
                  </a:lnTo>
                  <a:lnTo>
                    <a:pt x="194976" y="305470"/>
                  </a:lnTo>
                  <a:lnTo>
                    <a:pt x="195140" y="305173"/>
                  </a:lnTo>
                  <a:lnTo>
                    <a:pt x="195230" y="304718"/>
                  </a:lnTo>
                  <a:lnTo>
                    <a:pt x="195278" y="304466"/>
                  </a:lnTo>
                  <a:lnTo>
                    <a:pt x="195586" y="304646"/>
                  </a:lnTo>
                  <a:lnTo>
                    <a:pt x="195481" y="304884"/>
                  </a:lnTo>
                  <a:lnTo>
                    <a:pt x="195340" y="305470"/>
                  </a:lnTo>
                  <a:lnTo>
                    <a:pt x="195577" y="305425"/>
                  </a:lnTo>
                  <a:lnTo>
                    <a:pt x="196074" y="305166"/>
                  </a:lnTo>
                  <a:lnTo>
                    <a:pt x="196159" y="305669"/>
                  </a:lnTo>
                  <a:lnTo>
                    <a:pt x="196423" y="306180"/>
                  </a:lnTo>
                  <a:lnTo>
                    <a:pt x="197280" y="305958"/>
                  </a:lnTo>
                  <a:lnTo>
                    <a:pt x="197355" y="306105"/>
                  </a:lnTo>
                  <a:lnTo>
                    <a:pt x="197703" y="306211"/>
                  </a:lnTo>
                  <a:lnTo>
                    <a:pt x="197827" y="306685"/>
                  </a:lnTo>
                  <a:lnTo>
                    <a:pt x="197632" y="307088"/>
                  </a:lnTo>
                  <a:lnTo>
                    <a:pt x="197351" y="307832"/>
                  </a:lnTo>
                  <a:lnTo>
                    <a:pt x="196817" y="307812"/>
                  </a:lnTo>
                  <a:lnTo>
                    <a:pt x="196946" y="308021"/>
                  </a:lnTo>
                  <a:lnTo>
                    <a:pt x="197186" y="308113"/>
                  </a:lnTo>
                  <a:lnTo>
                    <a:pt x="197347" y="308306"/>
                  </a:lnTo>
                  <a:lnTo>
                    <a:pt x="197443" y="308441"/>
                  </a:lnTo>
                  <a:lnTo>
                    <a:pt x="197608" y="308481"/>
                  </a:lnTo>
                  <a:lnTo>
                    <a:pt x="197765" y="308430"/>
                  </a:lnTo>
                  <a:lnTo>
                    <a:pt x="198082" y="307908"/>
                  </a:lnTo>
                  <a:lnTo>
                    <a:pt x="198388" y="307886"/>
                  </a:lnTo>
                  <a:lnTo>
                    <a:pt x="198556" y="308113"/>
                  </a:lnTo>
                  <a:lnTo>
                    <a:pt x="198610" y="308354"/>
                  </a:lnTo>
                  <a:lnTo>
                    <a:pt x="198276" y="308715"/>
                  </a:lnTo>
                  <a:lnTo>
                    <a:pt x="198423" y="308929"/>
                  </a:lnTo>
                  <a:lnTo>
                    <a:pt x="198739" y="308905"/>
                  </a:lnTo>
                  <a:lnTo>
                    <a:pt x="198941" y="309333"/>
                  </a:lnTo>
                  <a:lnTo>
                    <a:pt x="197699" y="310260"/>
                  </a:lnTo>
                  <a:lnTo>
                    <a:pt x="197677" y="310510"/>
                  </a:lnTo>
                  <a:lnTo>
                    <a:pt x="197518" y="310725"/>
                  </a:lnTo>
                  <a:lnTo>
                    <a:pt x="197353" y="310962"/>
                  </a:lnTo>
                  <a:lnTo>
                    <a:pt x="197432" y="311148"/>
                  </a:lnTo>
                  <a:lnTo>
                    <a:pt x="197567" y="311159"/>
                  </a:lnTo>
                  <a:lnTo>
                    <a:pt x="197763" y="311210"/>
                  </a:lnTo>
                  <a:lnTo>
                    <a:pt x="197967" y="311355"/>
                  </a:lnTo>
                  <a:lnTo>
                    <a:pt x="197744" y="311867"/>
                  </a:lnTo>
                  <a:lnTo>
                    <a:pt x="197780" y="312040"/>
                  </a:lnTo>
                  <a:lnTo>
                    <a:pt x="197832" y="312255"/>
                  </a:lnTo>
                  <a:lnTo>
                    <a:pt x="197730" y="312507"/>
                  </a:lnTo>
                  <a:lnTo>
                    <a:pt x="197682" y="312653"/>
                  </a:lnTo>
                  <a:lnTo>
                    <a:pt x="197763" y="312941"/>
                  </a:lnTo>
                  <a:lnTo>
                    <a:pt x="197332" y="313325"/>
                  </a:lnTo>
                  <a:lnTo>
                    <a:pt x="197023" y="313375"/>
                  </a:lnTo>
                  <a:lnTo>
                    <a:pt x="196974" y="313595"/>
                  </a:lnTo>
                  <a:lnTo>
                    <a:pt x="197086" y="314712"/>
                  </a:lnTo>
                  <a:lnTo>
                    <a:pt x="197089" y="314842"/>
                  </a:lnTo>
                  <a:lnTo>
                    <a:pt x="197182" y="315180"/>
                  </a:lnTo>
                  <a:lnTo>
                    <a:pt x="197389" y="315321"/>
                  </a:lnTo>
                  <a:lnTo>
                    <a:pt x="197599" y="315562"/>
                  </a:lnTo>
                  <a:lnTo>
                    <a:pt x="197758" y="315678"/>
                  </a:lnTo>
                  <a:lnTo>
                    <a:pt x="198081" y="315690"/>
                  </a:lnTo>
                  <a:lnTo>
                    <a:pt x="198455" y="315729"/>
                  </a:lnTo>
                  <a:lnTo>
                    <a:pt x="198636" y="315829"/>
                  </a:lnTo>
                  <a:lnTo>
                    <a:pt x="199024" y="315970"/>
                  </a:lnTo>
                  <a:lnTo>
                    <a:pt x="199636" y="315919"/>
                  </a:lnTo>
                  <a:lnTo>
                    <a:pt x="199900" y="316291"/>
                  </a:lnTo>
                  <a:lnTo>
                    <a:pt x="199810" y="316551"/>
                  </a:lnTo>
                  <a:lnTo>
                    <a:pt x="199942" y="316748"/>
                  </a:lnTo>
                  <a:lnTo>
                    <a:pt x="200012" y="317241"/>
                  </a:lnTo>
                  <a:lnTo>
                    <a:pt x="199754" y="317632"/>
                  </a:lnTo>
                  <a:lnTo>
                    <a:pt x="199772" y="317977"/>
                  </a:lnTo>
                  <a:lnTo>
                    <a:pt x="199827" y="318163"/>
                  </a:lnTo>
                  <a:lnTo>
                    <a:pt x="199638" y="318473"/>
                  </a:lnTo>
                  <a:lnTo>
                    <a:pt x="199609" y="318740"/>
                  </a:lnTo>
                  <a:lnTo>
                    <a:pt x="199663" y="319213"/>
                  </a:lnTo>
                  <a:lnTo>
                    <a:pt x="199525" y="319574"/>
                  </a:lnTo>
                  <a:lnTo>
                    <a:pt x="199175" y="320224"/>
                  </a:lnTo>
                  <a:lnTo>
                    <a:pt x="199228" y="320459"/>
                  </a:lnTo>
                  <a:lnTo>
                    <a:pt x="199102" y="320735"/>
                  </a:lnTo>
                  <a:lnTo>
                    <a:pt x="199012" y="320915"/>
                  </a:lnTo>
                  <a:lnTo>
                    <a:pt x="199166" y="321202"/>
                  </a:lnTo>
                  <a:lnTo>
                    <a:pt x="200043" y="321071"/>
                  </a:lnTo>
                  <a:lnTo>
                    <a:pt x="200745" y="321000"/>
                  </a:lnTo>
                  <a:lnTo>
                    <a:pt x="200963" y="321030"/>
                  </a:lnTo>
                  <a:lnTo>
                    <a:pt x="201357" y="321072"/>
                  </a:lnTo>
                  <a:lnTo>
                    <a:pt x="202036" y="320686"/>
                  </a:lnTo>
                  <a:lnTo>
                    <a:pt x="202084" y="320541"/>
                  </a:lnTo>
                  <a:lnTo>
                    <a:pt x="202096" y="320396"/>
                  </a:lnTo>
                  <a:lnTo>
                    <a:pt x="202004" y="320108"/>
                  </a:lnTo>
                  <a:lnTo>
                    <a:pt x="201999" y="319846"/>
                  </a:lnTo>
                  <a:lnTo>
                    <a:pt x="202317" y="319865"/>
                  </a:lnTo>
                  <a:lnTo>
                    <a:pt x="202484" y="319575"/>
                  </a:lnTo>
                  <a:lnTo>
                    <a:pt x="202679" y="319428"/>
                  </a:lnTo>
                  <a:lnTo>
                    <a:pt x="202789" y="319598"/>
                  </a:lnTo>
                  <a:lnTo>
                    <a:pt x="203083" y="319582"/>
                  </a:lnTo>
                  <a:lnTo>
                    <a:pt x="203340" y="319556"/>
                  </a:lnTo>
                  <a:lnTo>
                    <a:pt x="203692" y="319527"/>
                  </a:lnTo>
                  <a:lnTo>
                    <a:pt x="203863" y="319531"/>
                  </a:lnTo>
                  <a:lnTo>
                    <a:pt x="204124" y="319498"/>
                  </a:lnTo>
                  <a:lnTo>
                    <a:pt x="204035" y="319057"/>
                  </a:lnTo>
                  <a:lnTo>
                    <a:pt x="203820" y="318667"/>
                  </a:lnTo>
                  <a:lnTo>
                    <a:pt x="203853" y="318478"/>
                  </a:lnTo>
                  <a:lnTo>
                    <a:pt x="204153" y="318566"/>
                  </a:lnTo>
                  <a:lnTo>
                    <a:pt x="204295" y="318353"/>
                  </a:lnTo>
                  <a:lnTo>
                    <a:pt x="204372" y="318193"/>
                  </a:lnTo>
                  <a:lnTo>
                    <a:pt x="204464" y="318054"/>
                  </a:lnTo>
                  <a:lnTo>
                    <a:pt x="204727" y="317766"/>
                  </a:lnTo>
                  <a:lnTo>
                    <a:pt x="204761" y="317629"/>
                  </a:lnTo>
                  <a:lnTo>
                    <a:pt x="204836" y="317450"/>
                  </a:lnTo>
                  <a:lnTo>
                    <a:pt x="204998" y="317526"/>
                  </a:lnTo>
                  <a:lnTo>
                    <a:pt x="205569" y="317742"/>
                  </a:lnTo>
                  <a:lnTo>
                    <a:pt x="206080" y="318212"/>
                  </a:lnTo>
                  <a:lnTo>
                    <a:pt x="206204" y="318357"/>
                  </a:lnTo>
                  <a:lnTo>
                    <a:pt x="206394" y="318586"/>
                  </a:lnTo>
                  <a:lnTo>
                    <a:pt x="206638" y="318775"/>
                  </a:lnTo>
                  <a:lnTo>
                    <a:pt x="206845" y="318903"/>
                  </a:lnTo>
                  <a:lnTo>
                    <a:pt x="207196" y="319264"/>
                  </a:lnTo>
                  <a:lnTo>
                    <a:pt x="207365" y="319604"/>
                  </a:lnTo>
                  <a:lnTo>
                    <a:pt x="207299" y="320093"/>
                  </a:lnTo>
                  <a:lnTo>
                    <a:pt x="207256" y="320320"/>
                  </a:lnTo>
                  <a:lnTo>
                    <a:pt x="207392" y="321051"/>
                  </a:lnTo>
                  <a:lnTo>
                    <a:pt x="207184" y="321616"/>
                  </a:lnTo>
                  <a:lnTo>
                    <a:pt x="207397" y="322072"/>
                  </a:lnTo>
                  <a:lnTo>
                    <a:pt x="207284" y="322273"/>
                  </a:lnTo>
                  <a:lnTo>
                    <a:pt x="207103" y="322701"/>
                  </a:lnTo>
                  <a:lnTo>
                    <a:pt x="207020" y="322916"/>
                  </a:lnTo>
                  <a:lnTo>
                    <a:pt x="207054" y="323084"/>
                  </a:lnTo>
                  <a:lnTo>
                    <a:pt x="207307" y="323140"/>
                  </a:lnTo>
                  <a:lnTo>
                    <a:pt x="207810" y="323222"/>
                  </a:lnTo>
                  <a:lnTo>
                    <a:pt x="208106" y="323507"/>
                  </a:lnTo>
                  <a:lnTo>
                    <a:pt x="208253" y="323613"/>
                  </a:lnTo>
                  <a:lnTo>
                    <a:pt x="208401" y="323777"/>
                  </a:lnTo>
                  <a:lnTo>
                    <a:pt x="208416" y="324327"/>
                  </a:lnTo>
                  <a:lnTo>
                    <a:pt x="208130" y="324752"/>
                  </a:lnTo>
                  <a:lnTo>
                    <a:pt x="207552" y="325428"/>
                  </a:lnTo>
                  <a:lnTo>
                    <a:pt x="207620" y="325758"/>
                  </a:lnTo>
                  <a:lnTo>
                    <a:pt x="207430" y="326135"/>
                  </a:lnTo>
                  <a:lnTo>
                    <a:pt x="207294" y="326456"/>
                  </a:lnTo>
                  <a:lnTo>
                    <a:pt x="207419" y="327024"/>
                  </a:lnTo>
                  <a:lnTo>
                    <a:pt x="207772" y="327693"/>
                  </a:lnTo>
                  <a:lnTo>
                    <a:pt x="207878" y="327829"/>
                  </a:lnTo>
                  <a:lnTo>
                    <a:pt x="207982" y="327974"/>
                  </a:lnTo>
                  <a:lnTo>
                    <a:pt x="208077" y="328108"/>
                  </a:lnTo>
                  <a:lnTo>
                    <a:pt x="208267" y="328446"/>
                  </a:lnTo>
                  <a:lnTo>
                    <a:pt x="208334" y="328576"/>
                  </a:lnTo>
                  <a:lnTo>
                    <a:pt x="208466" y="328624"/>
                  </a:lnTo>
                  <a:lnTo>
                    <a:pt x="208685" y="328678"/>
                  </a:lnTo>
                  <a:lnTo>
                    <a:pt x="208754" y="328923"/>
                  </a:lnTo>
                  <a:lnTo>
                    <a:pt x="208958" y="328956"/>
                  </a:lnTo>
                  <a:lnTo>
                    <a:pt x="209226" y="328912"/>
                  </a:lnTo>
                  <a:lnTo>
                    <a:pt x="209416" y="328296"/>
                  </a:lnTo>
                  <a:lnTo>
                    <a:pt x="209631" y="328250"/>
                  </a:lnTo>
                  <a:lnTo>
                    <a:pt x="210042" y="328620"/>
                  </a:lnTo>
                  <a:lnTo>
                    <a:pt x="210253" y="328675"/>
                  </a:lnTo>
                  <a:lnTo>
                    <a:pt x="210343" y="328833"/>
                  </a:lnTo>
                  <a:lnTo>
                    <a:pt x="210550" y="329054"/>
                  </a:lnTo>
                  <a:lnTo>
                    <a:pt x="210975" y="329300"/>
                  </a:lnTo>
                  <a:lnTo>
                    <a:pt x="211374" y="329714"/>
                  </a:lnTo>
                  <a:lnTo>
                    <a:pt x="211993" y="330035"/>
                  </a:lnTo>
                  <a:lnTo>
                    <a:pt x="211989" y="330220"/>
                  </a:lnTo>
                  <a:lnTo>
                    <a:pt x="212097" y="330512"/>
                  </a:lnTo>
                  <a:lnTo>
                    <a:pt x="212272" y="331163"/>
                  </a:lnTo>
                  <a:lnTo>
                    <a:pt x="212230" y="331524"/>
                  </a:lnTo>
                  <a:lnTo>
                    <a:pt x="212473" y="332150"/>
                  </a:lnTo>
                  <a:lnTo>
                    <a:pt x="213228" y="332819"/>
                  </a:lnTo>
                  <a:lnTo>
                    <a:pt x="213810" y="333133"/>
                  </a:lnTo>
                  <a:lnTo>
                    <a:pt x="214221" y="333159"/>
                  </a:lnTo>
                  <a:lnTo>
                    <a:pt x="214570" y="333439"/>
                  </a:lnTo>
                  <a:lnTo>
                    <a:pt x="215129" y="333672"/>
                  </a:lnTo>
                  <a:lnTo>
                    <a:pt x="215495" y="333601"/>
                  </a:lnTo>
                  <a:lnTo>
                    <a:pt x="215730" y="333747"/>
                  </a:lnTo>
                  <a:lnTo>
                    <a:pt x="215922" y="334099"/>
                  </a:lnTo>
                  <a:lnTo>
                    <a:pt x="215988" y="334344"/>
                  </a:lnTo>
                  <a:lnTo>
                    <a:pt x="216277" y="334872"/>
                  </a:lnTo>
                  <a:lnTo>
                    <a:pt x="215778" y="335683"/>
                  </a:lnTo>
                  <a:lnTo>
                    <a:pt x="215113" y="336228"/>
                  </a:lnTo>
                  <a:lnTo>
                    <a:pt x="215065" y="337265"/>
                  </a:lnTo>
                  <a:lnTo>
                    <a:pt x="215069" y="337598"/>
                  </a:lnTo>
                  <a:lnTo>
                    <a:pt x="215032" y="337735"/>
                  </a:lnTo>
                  <a:lnTo>
                    <a:pt x="214786" y="338350"/>
                  </a:lnTo>
                  <a:lnTo>
                    <a:pt x="214544" y="338433"/>
                  </a:lnTo>
                  <a:lnTo>
                    <a:pt x="214140" y="338532"/>
                  </a:lnTo>
                  <a:lnTo>
                    <a:pt x="213835" y="338948"/>
                  </a:lnTo>
                  <a:lnTo>
                    <a:pt x="213779" y="339091"/>
                  </a:lnTo>
                  <a:lnTo>
                    <a:pt x="213566" y="340184"/>
                  </a:lnTo>
                  <a:lnTo>
                    <a:pt x="213490" y="340556"/>
                  </a:lnTo>
                  <a:lnTo>
                    <a:pt x="213510" y="340820"/>
                  </a:lnTo>
                  <a:lnTo>
                    <a:pt x="213076" y="342134"/>
                  </a:lnTo>
                  <a:lnTo>
                    <a:pt x="212949" y="342234"/>
                  </a:lnTo>
                  <a:lnTo>
                    <a:pt x="212781" y="342458"/>
                  </a:lnTo>
                  <a:lnTo>
                    <a:pt x="212686" y="342655"/>
                  </a:lnTo>
                  <a:lnTo>
                    <a:pt x="212615" y="342840"/>
                  </a:lnTo>
                  <a:lnTo>
                    <a:pt x="212610" y="343435"/>
                  </a:lnTo>
                  <a:lnTo>
                    <a:pt x="212804" y="343760"/>
                  </a:lnTo>
                  <a:lnTo>
                    <a:pt x="212921" y="344133"/>
                  </a:lnTo>
                  <a:lnTo>
                    <a:pt x="212885" y="344592"/>
                  </a:lnTo>
                  <a:lnTo>
                    <a:pt x="212906" y="344853"/>
                  </a:lnTo>
                  <a:lnTo>
                    <a:pt x="212755" y="345319"/>
                  </a:lnTo>
                  <a:lnTo>
                    <a:pt x="212898" y="345764"/>
                  </a:lnTo>
                  <a:lnTo>
                    <a:pt x="213039" y="346058"/>
                  </a:lnTo>
                  <a:lnTo>
                    <a:pt x="213100" y="346391"/>
                  </a:lnTo>
                  <a:lnTo>
                    <a:pt x="212904" y="346995"/>
                  </a:lnTo>
                  <a:lnTo>
                    <a:pt x="212806" y="347379"/>
                  </a:lnTo>
                  <a:lnTo>
                    <a:pt x="212840" y="347765"/>
                  </a:lnTo>
                  <a:lnTo>
                    <a:pt x="212997" y="347826"/>
                  </a:lnTo>
                  <a:lnTo>
                    <a:pt x="213292" y="347926"/>
                  </a:lnTo>
                  <a:lnTo>
                    <a:pt x="213630" y="347902"/>
                  </a:lnTo>
                  <a:lnTo>
                    <a:pt x="213693" y="348090"/>
                  </a:lnTo>
                  <a:lnTo>
                    <a:pt x="213504" y="348344"/>
                  </a:lnTo>
                  <a:lnTo>
                    <a:pt x="213770" y="348489"/>
                  </a:lnTo>
                  <a:lnTo>
                    <a:pt x="214364" y="348849"/>
                  </a:lnTo>
                  <a:lnTo>
                    <a:pt x="214522" y="349124"/>
                  </a:lnTo>
                  <a:lnTo>
                    <a:pt x="214832" y="349150"/>
                  </a:lnTo>
                  <a:lnTo>
                    <a:pt x="215069" y="349126"/>
                  </a:lnTo>
                  <a:lnTo>
                    <a:pt x="215358" y="349279"/>
                  </a:lnTo>
                  <a:lnTo>
                    <a:pt x="215389" y="349468"/>
                  </a:lnTo>
                  <a:lnTo>
                    <a:pt x="215370" y="349722"/>
                  </a:lnTo>
                  <a:lnTo>
                    <a:pt x="214963" y="350102"/>
                  </a:lnTo>
                  <a:lnTo>
                    <a:pt x="215135" y="350619"/>
                  </a:lnTo>
                  <a:lnTo>
                    <a:pt x="214985" y="350774"/>
                  </a:lnTo>
                  <a:lnTo>
                    <a:pt x="214826" y="350867"/>
                  </a:lnTo>
                  <a:lnTo>
                    <a:pt x="214430" y="351293"/>
                  </a:lnTo>
                  <a:lnTo>
                    <a:pt x="214081" y="351610"/>
                  </a:lnTo>
                  <a:lnTo>
                    <a:pt x="213777" y="351588"/>
                  </a:lnTo>
                  <a:lnTo>
                    <a:pt x="213435" y="351847"/>
                  </a:lnTo>
                  <a:lnTo>
                    <a:pt x="213382" y="352007"/>
                  </a:lnTo>
                  <a:lnTo>
                    <a:pt x="213845" y="352444"/>
                  </a:lnTo>
                  <a:lnTo>
                    <a:pt x="213976" y="352573"/>
                  </a:lnTo>
                  <a:lnTo>
                    <a:pt x="214149" y="352751"/>
                  </a:lnTo>
                  <a:lnTo>
                    <a:pt x="214156" y="353019"/>
                  </a:lnTo>
                  <a:lnTo>
                    <a:pt x="213976" y="353133"/>
                  </a:lnTo>
                  <a:lnTo>
                    <a:pt x="213664" y="353270"/>
                  </a:lnTo>
                  <a:lnTo>
                    <a:pt x="213432" y="353368"/>
                  </a:lnTo>
                  <a:lnTo>
                    <a:pt x="212982" y="353638"/>
                  </a:lnTo>
                  <a:lnTo>
                    <a:pt x="212829" y="353718"/>
                  </a:lnTo>
                  <a:lnTo>
                    <a:pt x="212547" y="353845"/>
                  </a:lnTo>
                  <a:lnTo>
                    <a:pt x="212316" y="353883"/>
                  </a:lnTo>
                  <a:lnTo>
                    <a:pt x="212023" y="354019"/>
                  </a:lnTo>
                  <a:lnTo>
                    <a:pt x="211776" y="354143"/>
                  </a:lnTo>
                  <a:lnTo>
                    <a:pt x="211427" y="354406"/>
                  </a:lnTo>
                  <a:lnTo>
                    <a:pt x="211298" y="354507"/>
                  </a:lnTo>
                  <a:lnTo>
                    <a:pt x="210776" y="354719"/>
                  </a:lnTo>
                  <a:lnTo>
                    <a:pt x="210695" y="354902"/>
                  </a:lnTo>
                  <a:lnTo>
                    <a:pt x="210509" y="355205"/>
                  </a:lnTo>
                  <a:lnTo>
                    <a:pt x="210342" y="355591"/>
                  </a:lnTo>
                  <a:lnTo>
                    <a:pt x="210926" y="356125"/>
                  </a:lnTo>
                  <a:lnTo>
                    <a:pt x="211199" y="356433"/>
                  </a:lnTo>
                  <a:lnTo>
                    <a:pt x="211392" y="356257"/>
                  </a:lnTo>
                  <a:lnTo>
                    <a:pt x="211877" y="355938"/>
                  </a:lnTo>
                  <a:lnTo>
                    <a:pt x="212413" y="355462"/>
                  </a:lnTo>
                  <a:lnTo>
                    <a:pt x="212589" y="355370"/>
                  </a:lnTo>
                  <a:lnTo>
                    <a:pt x="212837" y="355632"/>
                  </a:lnTo>
                  <a:lnTo>
                    <a:pt x="213292" y="356075"/>
                  </a:lnTo>
                  <a:lnTo>
                    <a:pt x="213616" y="356087"/>
                  </a:lnTo>
                  <a:lnTo>
                    <a:pt x="214224" y="355804"/>
                  </a:lnTo>
                  <a:lnTo>
                    <a:pt x="214478" y="355576"/>
                  </a:lnTo>
                  <a:lnTo>
                    <a:pt x="214866" y="355069"/>
                  </a:lnTo>
                  <a:lnTo>
                    <a:pt x="215119" y="355017"/>
                  </a:lnTo>
                  <a:lnTo>
                    <a:pt x="215455" y="355172"/>
                  </a:lnTo>
                  <a:lnTo>
                    <a:pt x="215666" y="355392"/>
                  </a:lnTo>
                  <a:lnTo>
                    <a:pt x="215744" y="355650"/>
                  </a:lnTo>
                  <a:lnTo>
                    <a:pt x="215639" y="356097"/>
                  </a:lnTo>
                  <a:lnTo>
                    <a:pt x="215721" y="356420"/>
                  </a:lnTo>
                  <a:lnTo>
                    <a:pt x="215843" y="356644"/>
                  </a:lnTo>
                  <a:lnTo>
                    <a:pt x="215877" y="356796"/>
                  </a:lnTo>
                  <a:lnTo>
                    <a:pt x="216020" y="356944"/>
                  </a:lnTo>
                  <a:lnTo>
                    <a:pt x="216289" y="357156"/>
                  </a:lnTo>
                  <a:lnTo>
                    <a:pt x="216117" y="357304"/>
                  </a:lnTo>
                  <a:lnTo>
                    <a:pt x="215974" y="357397"/>
                  </a:lnTo>
                  <a:lnTo>
                    <a:pt x="215421" y="357527"/>
                  </a:lnTo>
                  <a:lnTo>
                    <a:pt x="215160" y="357985"/>
                  </a:lnTo>
                  <a:lnTo>
                    <a:pt x="215142" y="358481"/>
                  </a:lnTo>
                  <a:lnTo>
                    <a:pt x="214993" y="358823"/>
                  </a:lnTo>
                  <a:lnTo>
                    <a:pt x="214901" y="359034"/>
                  </a:lnTo>
                  <a:lnTo>
                    <a:pt x="214652" y="359160"/>
                  </a:lnTo>
                  <a:lnTo>
                    <a:pt x="214265" y="359400"/>
                  </a:lnTo>
                  <a:lnTo>
                    <a:pt x="214250" y="359679"/>
                  </a:lnTo>
                  <a:lnTo>
                    <a:pt x="214287" y="360010"/>
                  </a:lnTo>
                  <a:lnTo>
                    <a:pt x="214363" y="360506"/>
                  </a:lnTo>
                  <a:lnTo>
                    <a:pt x="214180" y="360580"/>
                  </a:lnTo>
                  <a:lnTo>
                    <a:pt x="214196" y="360763"/>
                  </a:lnTo>
                  <a:lnTo>
                    <a:pt x="214242" y="361146"/>
                  </a:lnTo>
                  <a:lnTo>
                    <a:pt x="214274" y="361507"/>
                  </a:lnTo>
                  <a:lnTo>
                    <a:pt x="213895" y="361578"/>
                  </a:lnTo>
                  <a:lnTo>
                    <a:pt x="213660" y="361715"/>
                  </a:lnTo>
                  <a:lnTo>
                    <a:pt x="213402" y="361936"/>
                  </a:lnTo>
                  <a:lnTo>
                    <a:pt x="213150" y="362115"/>
                  </a:lnTo>
                  <a:lnTo>
                    <a:pt x="212113" y="362251"/>
                  </a:lnTo>
                  <a:lnTo>
                    <a:pt x="211625" y="362387"/>
                  </a:lnTo>
                  <a:lnTo>
                    <a:pt x="211349" y="362428"/>
                  </a:lnTo>
                  <a:lnTo>
                    <a:pt x="211184" y="362468"/>
                  </a:lnTo>
                  <a:lnTo>
                    <a:pt x="210698" y="362738"/>
                  </a:lnTo>
                  <a:lnTo>
                    <a:pt x="210745" y="362912"/>
                  </a:lnTo>
                  <a:lnTo>
                    <a:pt x="210712" y="363154"/>
                  </a:lnTo>
                  <a:lnTo>
                    <a:pt x="210560" y="363355"/>
                  </a:lnTo>
                  <a:lnTo>
                    <a:pt x="210465" y="363490"/>
                  </a:lnTo>
                  <a:lnTo>
                    <a:pt x="210237" y="363598"/>
                  </a:lnTo>
                  <a:lnTo>
                    <a:pt x="210092" y="363842"/>
                  </a:lnTo>
                  <a:lnTo>
                    <a:pt x="210293" y="364082"/>
                  </a:lnTo>
                  <a:lnTo>
                    <a:pt x="210272" y="364282"/>
                  </a:lnTo>
                  <a:lnTo>
                    <a:pt x="210151" y="364563"/>
                  </a:lnTo>
                  <a:lnTo>
                    <a:pt x="209935" y="364568"/>
                  </a:lnTo>
                  <a:lnTo>
                    <a:pt x="209616" y="364627"/>
                  </a:lnTo>
                  <a:lnTo>
                    <a:pt x="209715" y="364897"/>
                  </a:lnTo>
                  <a:lnTo>
                    <a:pt x="209689" y="365138"/>
                  </a:lnTo>
                  <a:lnTo>
                    <a:pt x="209414" y="365341"/>
                  </a:lnTo>
                  <a:lnTo>
                    <a:pt x="209062" y="365303"/>
                  </a:lnTo>
                  <a:lnTo>
                    <a:pt x="208932" y="365637"/>
                  </a:lnTo>
                  <a:lnTo>
                    <a:pt x="209083" y="365773"/>
                  </a:lnTo>
                  <a:lnTo>
                    <a:pt x="209196" y="366521"/>
                  </a:lnTo>
                  <a:lnTo>
                    <a:pt x="208974" y="367363"/>
                  </a:lnTo>
                  <a:lnTo>
                    <a:pt x="208714" y="367825"/>
                  </a:lnTo>
                  <a:lnTo>
                    <a:pt x="208584" y="368001"/>
                  </a:lnTo>
                  <a:lnTo>
                    <a:pt x="208737" y="368217"/>
                  </a:lnTo>
                  <a:lnTo>
                    <a:pt x="209067" y="368654"/>
                  </a:lnTo>
                  <a:lnTo>
                    <a:pt x="208674" y="368983"/>
                  </a:lnTo>
                  <a:lnTo>
                    <a:pt x="208410" y="369246"/>
                  </a:lnTo>
                  <a:lnTo>
                    <a:pt x="208477" y="369459"/>
                  </a:lnTo>
                  <a:lnTo>
                    <a:pt x="208615" y="369907"/>
                  </a:lnTo>
                  <a:lnTo>
                    <a:pt x="208333" y="370196"/>
                  </a:lnTo>
                  <a:lnTo>
                    <a:pt x="208048" y="370907"/>
                  </a:lnTo>
                  <a:lnTo>
                    <a:pt x="207918" y="371156"/>
                  </a:lnTo>
                  <a:lnTo>
                    <a:pt x="207670" y="371796"/>
                  </a:lnTo>
                  <a:lnTo>
                    <a:pt x="207610" y="371961"/>
                  </a:lnTo>
                  <a:lnTo>
                    <a:pt x="207241" y="372265"/>
                  </a:lnTo>
                  <a:lnTo>
                    <a:pt x="206972" y="372488"/>
                  </a:lnTo>
                  <a:lnTo>
                    <a:pt x="206733" y="372718"/>
                  </a:lnTo>
                  <a:lnTo>
                    <a:pt x="206285" y="372841"/>
                  </a:lnTo>
                  <a:lnTo>
                    <a:pt x="206133" y="372980"/>
                  </a:lnTo>
                  <a:lnTo>
                    <a:pt x="206067" y="373154"/>
                  </a:lnTo>
                  <a:lnTo>
                    <a:pt x="205991" y="373482"/>
                  </a:lnTo>
                  <a:lnTo>
                    <a:pt x="206150" y="373778"/>
                  </a:lnTo>
                  <a:lnTo>
                    <a:pt x="206165" y="374121"/>
                  </a:lnTo>
                  <a:lnTo>
                    <a:pt x="206297" y="374389"/>
                  </a:lnTo>
                  <a:lnTo>
                    <a:pt x="206658" y="374717"/>
                  </a:lnTo>
                  <a:lnTo>
                    <a:pt x="206763" y="374931"/>
                  </a:lnTo>
                  <a:lnTo>
                    <a:pt x="206931" y="375360"/>
                  </a:lnTo>
                  <a:lnTo>
                    <a:pt x="206884" y="375757"/>
                  </a:lnTo>
                  <a:lnTo>
                    <a:pt x="206708" y="375886"/>
                  </a:lnTo>
                  <a:lnTo>
                    <a:pt x="206434" y="375903"/>
                  </a:lnTo>
                  <a:lnTo>
                    <a:pt x="206354" y="376099"/>
                  </a:lnTo>
                  <a:lnTo>
                    <a:pt x="206294" y="376340"/>
                  </a:lnTo>
                  <a:lnTo>
                    <a:pt x="206205" y="376574"/>
                  </a:lnTo>
                  <a:lnTo>
                    <a:pt x="205972" y="376536"/>
                  </a:lnTo>
                  <a:lnTo>
                    <a:pt x="205425" y="376047"/>
                  </a:lnTo>
                  <a:lnTo>
                    <a:pt x="205037" y="375820"/>
                  </a:lnTo>
                  <a:lnTo>
                    <a:pt x="204879" y="375806"/>
                  </a:lnTo>
                  <a:lnTo>
                    <a:pt x="204349" y="375557"/>
                  </a:lnTo>
                  <a:lnTo>
                    <a:pt x="204375" y="375261"/>
                  </a:lnTo>
                  <a:lnTo>
                    <a:pt x="204180" y="374905"/>
                  </a:lnTo>
                  <a:lnTo>
                    <a:pt x="203619" y="374968"/>
                  </a:lnTo>
                  <a:lnTo>
                    <a:pt x="203596" y="375142"/>
                  </a:lnTo>
                  <a:lnTo>
                    <a:pt x="203391" y="375478"/>
                  </a:lnTo>
                  <a:lnTo>
                    <a:pt x="203181" y="375769"/>
                  </a:lnTo>
                  <a:lnTo>
                    <a:pt x="203109" y="375976"/>
                  </a:lnTo>
                  <a:lnTo>
                    <a:pt x="203168" y="376315"/>
                  </a:lnTo>
                  <a:lnTo>
                    <a:pt x="203205" y="376735"/>
                  </a:lnTo>
                  <a:lnTo>
                    <a:pt x="203102" y="377141"/>
                  </a:lnTo>
                  <a:lnTo>
                    <a:pt x="202786" y="377661"/>
                  </a:lnTo>
                  <a:lnTo>
                    <a:pt x="202300" y="377638"/>
                  </a:lnTo>
                  <a:lnTo>
                    <a:pt x="201928" y="377481"/>
                  </a:lnTo>
                  <a:lnTo>
                    <a:pt x="201650" y="377092"/>
                  </a:lnTo>
                  <a:lnTo>
                    <a:pt x="201350" y="376956"/>
                  </a:lnTo>
                  <a:lnTo>
                    <a:pt x="201141" y="376911"/>
                  </a:lnTo>
                  <a:lnTo>
                    <a:pt x="200851" y="376733"/>
                  </a:lnTo>
                  <a:lnTo>
                    <a:pt x="200658" y="376588"/>
                  </a:lnTo>
                  <a:lnTo>
                    <a:pt x="199474" y="376097"/>
                  </a:lnTo>
                  <a:lnTo>
                    <a:pt x="199692" y="375405"/>
                  </a:lnTo>
                  <a:lnTo>
                    <a:pt x="199475" y="375102"/>
                  </a:lnTo>
                  <a:lnTo>
                    <a:pt x="198954" y="374986"/>
                  </a:lnTo>
                  <a:lnTo>
                    <a:pt x="198610" y="374984"/>
                  </a:lnTo>
                  <a:lnTo>
                    <a:pt x="198128" y="374830"/>
                  </a:lnTo>
                  <a:lnTo>
                    <a:pt x="197890" y="374951"/>
                  </a:lnTo>
                  <a:lnTo>
                    <a:pt x="197514" y="375156"/>
                  </a:lnTo>
                  <a:lnTo>
                    <a:pt x="196964" y="375424"/>
                  </a:lnTo>
                  <a:lnTo>
                    <a:pt x="196398" y="375859"/>
                  </a:lnTo>
                  <a:lnTo>
                    <a:pt x="195970" y="375793"/>
                  </a:lnTo>
                  <a:lnTo>
                    <a:pt x="195660" y="375510"/>
                  </a:lnTo>
                  <a:lnTo>
                    <a:pt x="195360" y="374797"/>
                  </a:lnTo>
                  <a:lnTo>
                    <a:pt x="195216" y="374634"/>
                  </a:lnTo>
                  <a:lnTo>
                    <a:pt x="195117" y="374385"/>
                  </a:lnTo>
                  <a:lnTo>
                    <a:pt x="194264" y="373730"/>
                  </a:lnTo>
                  <a:lnTo>
                    <a:pt x="193903" y="374631"/>
                  </a:lnTo>
                  <a:lnTo>
                    <a:pt x="193560" y="374788"/>
                  </a:lnTo>
                  <a:lnTo>
                    <a:pt x="193315" y="374843"/>
                  </a:lnTo>
                  <a:lnTo>
                    <a:pt x="192891" y="375135"/>
                  </a:lnTo>
                  <a:lnTo>
                    <a:pt x="192762" y="375642"/>
                  </a:lnTo>
                  <a:lnTo>
                    <a:pt x="192218" y="375902"/>
                  </a:lnTo>
                  <a:lnTo>
                    <a:pt x="192334" y="375039"/>
                  </a:lnTo>
                  <a:lnTo>
                    <a:pt x="192247" y="374656"/>
                  </a:lnTo>
                  <a:lnTo>
                    <a:pt x="192005" y="374497"/>
                  </a:lnTo>
                  <a:lnTo>
                    <a:pt x="191404" y="374370"/>
                  </a:lnTo>
                  <a:lnTo>
                    <a:pt x="191390" y="374169"/>
                  </a:lnTo>
                  <a:lnTo>
                    <a:pt x="191364" y="373758"/>
                  </a:lnTo>
                  <a:lnTo>
                    <a:pt x="191347" y="373407"/>
                  </a:lnTo>
                  <a:lnTo>
                    <a:pt x="191257" y="373211"/>
                  </a:lnTo>
                  <a:lnTo>
                    <a:pt x="190863" y="372784"/>
                  </a:lnTo>
                  <a:lnTo>
                    <a:pt x="191119" y="371652"/>
                  </a:lnTo>
                  <a:lnTo>
                    <a:pt x="191496" y="371206"/>
                  </a:lnTo>
                  <a:lnTo>
                    <a:pt x="191864" y="370969"/>
                  </a:lnTo>
                  <a:lnTo>
                    <a:pt x="192474" y="370803"/>
                  </a:lnTo>
                  <a:lnTo>
                    <a:pt x="192637" y="370664"/>
                  </a:lnTo>
                  <a:lnTo>
                    <a:pt x="192375" y="369835"/>
                  </a:lnTo>
                  <a:lnTo>
                    <a:pt x="192358" y="369643"/>
                  </a:lnTo>
                  <a:lnTo>
                    <a:pt x="192746" y="369214"/>
                  </a:lnTo>
                  <a:lnTo>
                    <a:pt x="193023" y="368963"/>
                  </a:lnTo>
                  <a:lnTo>
                    <a:pt x="193055" y="368182"/>
                  </a:lnTo>
                  <a:lnTo>
                    <a:pt x="193052" y="367752"/>
                  </a:lnTo>
                  <a:lnTo>
                    <a:pt x="193098" y="367604"/>
                  </a:lnTo>
                  <a:lnTo>
                    <a:pt x="193304" y="367365"/>
                  </a:lnTo>
                  <a:lnTo>
                    <a:pt x="193272" y="367042"/>
                  </a:lnTo>
                  <a:lnTo>
                    <a:pt x="192905" y="367034"/>
                  </a:lnTo>
                  <a:lnTo>
                    <a:pt x="192293" y="366699"/>
                  </a:lnTo>
                  <a:lnTo>
                    <a:pt x="192455" y="366196"/>
                  </a:lnTo>
                  <a:lnTo>
                    <a:pt x="192783" y="365563"/>
                  </a:lnTo>
                  <a:lnTo>
                    <a:pt x="192931" y="365243"/>
                  </a:lnTo>
                  <a:lnTo>
                    <a:pt x="193238" y="364770"/>
                  </a:lnTo>
                  <a:lnTo>
                    <a:pt x="193019" y="364417"/>
                  </a:lnTo>
                  <a:lnTo>
                    <a:pt x="192472" y="364088"/>
                  </a:lnTo>
                  <a:lnTo>
                    <a:pt x="192108" y="363825"/>
                  </a:lnTo>
                  <a:lnTo>
                    <a:pt x="191841" y="363698"/>
                  </a:lnTo>
                  <a:lnTo>
                    <a:pt x="191805" y="363287"/>
                  </a:lnTo>
                  <a:lnTo>
                    <a:pt x="191195" y="362732"/>
                  </a:lnTo>
                  <a:lnTo>
                    <a:pt x="190903" y="362497"/>
                  </a:lnTo>
                  <a:lnTo>
                    <a:pt x="190817" y="362177"/>
                  </a:lnTo>
                  <a:lnTo>
                    <a:pt x="190782" y="362014"/>
                  </a:lnTo>
                  <a:lnTo>
                    <a:pt x="190690" y="361565"/>
                  </a:lnTo>
                  <a:lnTo>
                    <a:pt x="190109" y="361336"/>
                  </a:lnTo>
                  <a:lnTo>
                    <a:pt x="190014" y="361680"/>
                  </a:lnTo>
                  <a:lnTo>
                    <a:pt x="188671" y="362295"/>
                  </a:lnTo>
                  <a:lnTo>
                    <a:pt x="188039" y="362448"/>
                  </a:lnTo>
                  <a:lnTo>
                    <a:pt x="187773" y="362524"/>
                  </a:lnTo>
                  <a:lnTo>
                    <a:pt x="187386" y="362752"/>
                  </a:lnTo>
                  <a:lnTo>
                    <a:pt x="187335" y="363475"/>
                  </a:lnTo>
                  <a:lnTo>
                    <a:pt x="188063" y="363876"/>
                  </a:lnTo>
                  <a:lnTo>
                    <a:pt x="188394" y="364369"/>
                  </a:lnTo>
                  <a:lnTo>
                    <a:pt x="188749" y="364724"/>
                  </a:lnTo>
                  <a:lnTo>
                    <a:pt x="188914" y="364778"/>
                  </a:lnTo>
                  <a:lnTo>
                    <a:pt x="189073" y="364770"/>
                  </a:lnTo>
                  <a:lnTo>
                    <a:pt x="189300" y="365018"/>
                  </a:lnTo>
                  <a:lnTo>
                    <a:pt x="189399" y="365387"/>
                  </a:lnTo>
                  <a:lnTo>
                    <a:pt x="189587" y="365729"/>
                  </a:lnTo>
                  <a:lnTo>
                    <a:pt x="189670" y="365880"/>
                  </a:lnTo>
                  <a:lnTo>
                    <a:pt x="189645" y="366072"/>
                  </a:lnTo>
                  <a:lnTo>
                    <a:pt x="189383" y="366402"/>
                  </a:lnTo>
                  <a:lnTo>
                    <a:pt x="189112" y="366452"/>
                  </a:lnTo>
                  <a:lnTo>
                    <a:pt x="188652" y="366613"/>
                  </a:lnTo>
                  <a:lnTo>
                    <a:pt x="188300" y="366982"/>
                  </a:lnTo>
                  <a:lnTo>
                    <a:pt x="188158" y="367379"/>
                  </a:lnTo>
                  <a:lnTo>
                    <a:pt x="187961" y="367730"/>
                  </a:lnTo>
                  <a:lnTo>
                    <a:pt x="188704" y="368323"/>
                  </a:lnTo>
                  <a:lnTo>
                    <a:pt x="188791" y="368739"/>
                  </a:lnTo>
                  <a:lnTo>
                    <a:pt x="188094" y="369237"/>
                  </a:lnTo>
                  <a:lnTo>
                    <a:pt x="187685" y="369354"/>
                  </a:lnTo>
                  <a:lnTo>
                    <a:pt x="187094" y="369337"/>
                  </a:lnTo>
                  <a:lnTo>
                    <a:pt x="186210" y="369764"/>
                  </a:lnTo>
                  <a:lnTo>
                    <a:pt x="185872" y="369713"/>
                  </a:lnTo>
                  <a:lnTo>
                    <a:pt x="185856" y="369473"/>
                  </a:lnTo>
                  <a:lnTo>
                    <a:pt x="185793" y="369283"/>
                  </a:lnTo>
                  <a:lnTo>
                    <a:pt x="185670" y="369054"/>
                  </a:lnTo>
                  <a:lnTo>
                    <a:pt x="185488" y="368948"/>
                  </a:lnTo>
                  <a:lnTo>
                    <a:pt x="185277" y="368898"/>
                  </a:lnTo>
                  <a:lnTo>
                    <a:pt x="184623" y="368791"/>
                  </a:lnTo>
                  <a:lnTo>
                    <a:pt x="184540" y="368052"/>
                  </a:lnTo>
                  <a:lnTo>
                    <a:pt x="184588" y="367781"/>
                  </a:lnTo>
                  <a:lnTo>
                    <a:pt x="184545" y="367466"/>
                  </a:lnTo>
                  <a:lnTo>
                    <a:pt x="184529" y="367299"/>
                  </a:lnTo>
                  <a:lnTo>
                    <a:pt x="184513" y="366903"/>
                  </a:lnTo>
                  <a:lnTo>
                    <a:pt x="184682" y="366282"/>
                  </a:lnTo>
                  <a:lnTo>
                    <a:pt x="184875" y="366004"/>
                  </a:lnTo>
                  <a:lnTo>
                    <a:pt x="185081" y="365832"/>
                  </a:lnTo>
                  <a:lnTo>
                    <a:pt x="185460" y="365809"/>
                  </a:lnTo>
                  <a:lnTo>
                    <a:pt x="185843" y="365715"/>
                  </a:lnTo>
                  <a:lnTo>
                    <a:pt x="185883" y="365549"/>
                  </a:lnTo>
                  <a:lnTo>
                    <a:pt x="185926" y="365255"/>
                  </a:lnTo>
                  <a:lnTo>
                    <a:pt x="185775" y="364846"/>
                  </a:lnTo>
                  <a:lnTo>
                    <a:pt x="185966" y="364207"/>
                  </a:lnTo>
                  <a:lnTo>
                    <a:pt x="185590" y="364061"/>
                  </a:lnTo>
                  <a:lnTo>
                    <a:pt x="185209" y="363254"/>
                  </a:lnTo>
                  <a:lnTo>
                    <a:pt x="185048" y="362885"/>
                  </a:lnTo>
                  <a:lnTo>
                    <a:pt x="185078" y="362719"/>
                  </a:lnTo>
                  <a:lnTo>
                    <a:pt x="185061" y="362576"/>
                  </a:lnTo>
                  <a:lnTo>
                    <a:pt x="185002" y="362253"/>
                  </a:lnTo>
                  <a:lnTo>
                    <a:pt x="184839" y="362012"/>
                  </a:lnTo>
                  <a:lnTo>
                    <a:pt x="184593" y="361586"/>
                  </a:lnTo>
                  <a:lnTo>
                    <a:pt x="184536" y="361391"/>
                  </a:lnTo>
                  <a:lnTo>
                    <a:pt x="184597" y="361159"/>
                  </a:lnTo>
                  <a:lnTo>
                    <a:pt x="184704" y="360933"/>
                  </a:lnTo>
                  <a:lnTo>
                    <a:pt x="184587" y="360763"/>
                  </a:lnTo>
                  <a:lnTo>
                    <a:pt x="184383" y="359839"/>
                  </a:lnTo>
                  <a:lnTo>
                    <a:pt x="184574" y="359474"/>
                  </a:lnTo>
                  <a:lnTo>
                    <a:pt x="184945" y="359411"/>
                  </a:lnTo>
                  <a:lnTo>
                    <a:pt x="185443" y="359359"/>
                  </a:lnTo>
                  <a:lnTo>
                    <a:pt x="185860" y="359300"/>
                  </a:lnTo>
                  <a:lnTo>
                    <a:pt x="186009" y="359152"/>
                  </a:lnTo>
                  <a:lnTo>
                    <a:pt x="185844" y="358490"/>
                  </a:lnTo>
                  <a:lnTo>
                    <a:pt x="185814" y="358075"/>
                  </a:lnTo>
                  <a:lnTo>
                    <a:pt x="185817" y="357831"/>
                  </a:lnTo>
                  <a:lnTo>
                    <a:pt x="185811" y="357508"/>
                  </a:lnTo>
                  <a:lnTo>
                    <a:pt x="185724" y="357061"/>
                  </a:lnTo>
                  <a:lnTo>
                    <a:pt x="185733" y="356816"/>
                  </a:lnTo>
                  <a:lnTo>
                    <a:pt x="186054" y="356421"/>
                  </a:lnTo>
                  <a:lnTo>
                    <a:pt x="186235" y="356208"/>
                  </a:lnTo>
                  <a:lnTo>
                    <a:pt x="186412" y="356015"/>
                  </a:lnTo>
                  <a:lnTo>
                    <a:pt x="186672" y="355769"/>
                  </a:lnTo>
                  <a:lnTo>
                    <a:pt x="186974" y="354662"/>
                  </a:lnTo>
                  <a:lnTo>
                    <a:pt x="186567" y="354387"/>
                  </a:lnTo>
                  <a:lnTo>
                    <a:pt x="186378" y="354498"/>
                  </a:lnTo>
                  <a:lnTo>
                    <a:pt x="186169" y="354612"/>
                  </a:lnTo>
                  <a:lnTo>
                    <a:pt x="185823" y="354678"/>
                  </a:lnTo>
                  <a:lnTo>
                    <a:pt x="185608" y="354706"/>
                  </a:lnTo>
                  <a:lnTo>
                    <a:pt x="185440" y="354359"/>
                  </a:lnTo>
                  <a:lnTo>
                    <a:pt x="184965" y="354073"/>
                  </a:lnTo>
                  <a:lnTo>
                    <a:pt x="184591" y="353542"/>
                  </a:lnTo>
                  <a:lnTo>
                    <a:pt x="184397" y="353436"/>
                  </a:lnTo>
                  <a:lnTo>
                    <a:pt x="184058" y="353420"/>
                  </a:lnTo>
                  <a:lnTo>
                    <a:pt x="183796" y="354068"/>
                  </a:lnTo>
                  <a:lnTo>
                    <a:pt x="182544" y="354115"/>
                  </a:lnTo>
                  <a:lnTo>
                    <a:pt x="181002" y="355025"/>
                  </a:lnTo>
                  <a:lnTo>
                    <a:pt x="180863" y="354917"/>
                  </a:lnTo>
                  <a:lnTo>
                    <a:pt x="180603" y="354940"/>
                  </a:lnTo>
                  <a:lnTo>
                    <a:pt x="180239" y="355080"/>
                  </a:lnTo>
                  <a:lnTo>
                    <a:pt x="180096" y="355072"/>
                  </a:lnTo>
                  <a:lnTo>
                    <a:pt x="179898" y="354999"/>
                  </a:lnTo>
                  <a:lnTo>
                    <a:pt x="179317" y="354703"/>
                  </a:lnTo>
                  <a:lnTo>
                    <a:pt x="179140" y="354787"/>
                  </a:lnTo>
                  <a:lnTo>
                    <a:pt x="178999" y="354827"/>
                  </a:lnTo>
                  <a:lnTo>
                    <a:pt x="178812" y="354825"/>
                  </a:lnTo>
                  <a:lnTo>
                    <a:pt x="178326" y="354596"/>
                  </a:lnTo>
                  <a:lnTo>
                    <a:pt x="178103" y="354422"/>
                  </a:lnTo>
                  <a:lnTo>
                    <a:pt x="177806" y="354257"/>
                  </a:lnTo>
                  <a:lnTo>
                    <a:pt x="177581" y="354171"/>
                  </a:lnTo>
                  <a:lnTo>
                    <a:pt x="176982" y="353966"/>
                  </a:lnTo>
                  <a:lnTo>
                    <a:pt x="176459" y="353839"/>
                  </a:lnTo>
                  <a:lnTo>
                    <a:pt x="176196" y="353622"/>
                  </a:lnTo>
                  <a:lnTo>
                    <a:pt x="175844" y="353325"/>
                  </a:lnTo>
                  <a:lnTo>
                    <a:pt x="175303" y="353067"/>
                  </a:lnTo>
                  <a:lnTo>
                    <a:pt x="175080" y="352843"/>
                  </a:lnTo>
                  <a:lnTo>
                    <a:pt x="174825" y="352708"/>
                  </a:lnTo>
                  <a:lnTo>
                    <a:pt x="174654" y="352716"/>
                  </a:lnTo>
                  <a:lnTo>
                    <a:pt x="174444" y="352783"/>
                  </a:lnTo>
                  <a:lnTo>
                    <a:pt x="174120" y="352616"/>
                  </a:lnTo>
                  <a:lnTo>
                    <a:pt x="174344" y="352182"/>
                  </a:lnTo>
                  <a:lnTo>
                    <a:pt x="174488" y="351867"/>
                  </a:lnTo>
                  <a:lnTo>
                    <a:pt x="174554" y="351702"/>
                  </a:lnTo>
                  <a:lnTo>
                    <a:pt x="174690" y="350812"/>
                  </a:lnTo>
                  <a:lnTo>
                    <a:pt x="174754" y="349929"/>
                  </a:lnTo>
                  <a:lnTo>
                    <a:pt x="174792" y="349729"/>
                  </a:lnTo>
                  <a:lnTo>
                    <a:pt x="175038" y="349619"/>
                  </a:lnTo>
                  <a:lnTo>
                    <a:pt x="175148" y="349454"/>
                  </a:lnTo>
                  <a:lnTo>
                    <a:pt x="175207" y="349272"/>
                  </a:lnTo>
                  <a:lnTo>
                    <a:pt x="175804" y="348584"/>
                  </a:lnTo>
                  <a:lnTo>
                    <a:pt x="175998" y="348187"/>
                  </a:lnTo>
                  <a:lnTo>
                    <a:pt x="176304" y="348042"/>
                  </a:lnTo>
                  <a:lnTo>
                    <a:pt x="176393" y="347854"/>
                  </a:lnTo>
                  <a:lnTo>
                    <a:pt x="176467" y="347564"/>
                  </a:lnTo>
                  <a:lnTo>
                    <a:pt x="176488" y="347341"/>
                  </a:lnTo>
                  <a:lnTo>
                    <a:pt x="176491" y="347165"/>
                  </a:lnTo>
                  <a:lnTo>
                    <a:pt x="176217" y="346432"/>
                  </a:lnTo>
                  <a:lnTo>
                    <a:pt x="175360" y="346174"/>
                  </a:lnTo>
                  <a:lnTo>
                    <a:pt x="174942" y="345932"/>
                  </a:lnTo>
                  <a:lnTo>
                    <a:pt x="175008" y="345665"/>
                  </a:lnTo>
                  <a:lnTo>
                    <a:pt x="175040" y="345251"/>
                  </a:lnTo>
                  <a:lnTo>
                    <a:pt x="175036" y="345046"/>
                  </a:lnTo>
                  <a:lnTo>
                    <a:pt x="174980" y="344881"/>
                  </a:lnTo>
                  <a:lnTo>
                    <a:pt x="174829" y="344564"/>
                  </a:lnTo>
                  <a:lnTo>
                    <a:pt x="174750" y="344399"/>
                  </a:lnTo>
                  <a:lnTo>
                    <a:pt x="174668" y="344020"/>
                  </a:lnTo>
                  <a:lnTo>
                    <a:pt x="174718" y="343748"/>
                  </a:lnTo>
                  <a:lnTo>
                    <a:pt x="174796" y="343606"/>
                  </a:lnTo>
                  <a:lnTo>
                    <a:pt x="175068" y="343196"/>
                  </a:lnTo>
                  <a:lnTo>
                    <a:pt x="175078" y="343052"/>
                  </a:lnTo>
                  <a:lnTo>
                    <a:pt x="175045" y="342758"/>
                  </a:lnTo>
                  <a:lnTo>
                    <a:pt x="175069" y="342547"/>
                  </a:lnTo>
                  <a:lnTo>
                    <a:pt x="175091" y="342096"/>
                  </a:lnTo>
                  <a:lnTo>
                    <a:pt x="174925" y="341776"/>
                  </a:lnTo>
                  <a:lnTo>
                    <a:pt x="174836" y="341510"/>
                  </a:lnTo>
                  <a:lnTo>
                    <a:pt x="174826" y="341167"/>
                  </a:lnTo>
                  <a:lnTo>
                    <a:pt x="174843" y="340845"/>
                  </a:lnTo>
                  <a:lnTo>
                    <a:pt x="174850" y="340433"/>
                  </a:lnTo>
                  <a:lnTo>
                    <a:pt x="174832" y="340226"/>
                  </a:lnTo>
                  <a:lnTo>
                    <a:pt x="174765" y="339982"/>
                  </a:lnTo>
                  <a:lnTo>
                    <a:pt x="174667" y="339805"/>
                  </a:lnTo>
                  <a:lnTo>
                    <a:pt x="174426" y="339571"/>
                  </a:lnTo>
                  <a:lnTo>
                    <a:pt x="174126" y="339400"/>
                  </a:lnTo>
                  <a:lnTo>
                    <a:pt x="173594" y="339062"/>
                  </a:lnTo>
                  <a:lnTo>
                    <a:pt x="173496" y="338763"/>
                  </a:lnTo>
                  <a:lnTo>
                    <a:pt x="173453" y="338305"/>
                  </a:lnTo>
                  <a:lnTo>
                    <a:pt x="173296" y="337488"/>
                  </a:lnTo>
                  <a:lnTo>
                    <a:pt x="173220" y="337152"/>
                  </a:lnTo>
                  <a:lnTo>
                    <a:pt x="173054" y="336835"/>
                  </a:lnTo>
                  <a:lnTo>
                    <a:pt x="173027" y="336460"/>
                  </a:lnTo>
                  <a:lnTo>
                    <a:pt x="173101" y="336173"/>
                  </a:lnTo>
                  <a:lnTo>
                    <a:pt x="173032" y="335842"/>
                  </a:lnTo>
                  <a:lnTo>
                    <a:pt x="172745" y="335227"/>
                  </a:lnTo>
                  <a:lnTo>
                    <a:pt x="172640" y="334868"/>
                  </a:lnTo>
                  <a:lnTo>
                    <a:pt x="172613" y="334705"/>
                  </a:lnTo>
                  <a:lnTo>
                    <a:pt x="172619" y="334509"/>
                  </a:lnTo>
                  <a:lnTo>
                    <a:pt x="172722" y="334113"/>
                  </a:lnTo>
                  <a:lnTo>
                    <a:pt x="172946" y="333510"/>
                  </a:lnTo>
                  <a:lnTo>
                    <a:pt x="172859" y="333069"/>
                  </a:lnTo>
                  <a:lnTo>
                    <a:pt x="172497" y="332856"/>
                  </a:lnTo>
                  <a:lnTo>
                    <a:pt x="172344" y="332830"/>
                  </a:lnTo>
                  <a:lnTo>
                    <a:pt x="172035" y="332788"/>
                  </a:lnTo>
                  <a:lnTo>
                    <a:pt x="171618" y="332558"/>
                  </a:lnTo>
                  <a:lnTo>
                    <a:pt x="171354" y="333048"/>
                  </a:lnTo>
                  <a:lnTo>
                    <a:pt x="171330" y="333307"/>
                  </a:lnTo>
                  <a:lnTo>
                    <a:pt x="171016" y="333693"/>
                  </a:lnTo>
                  <a:lnTo>
                    <a:pt x="170940" y="334070"/>
                  </a:lnTo>
                  <a:lnTo>
                    <a:pt x="170972" y="334612"/>
                  </a:lnTo>
                  <a:lnTo>
                    <a:pt x="170509" y="335267"/>
                  </a:lnTo>
                  <a:lnTo>
                    <a:pt x="170176" y="335643"/>
                  </a:lnTo>
                  <a:lnTo>
                    <a:pt x="169793" y="335679"/>
                  </a:lnTo>
                  <a:lnTo>
                    <a:pt x="169435" y="335468"/>
                  </a:lnTo>
                  <a:lnTo>
                    <a:pt x="169686" y="335055"/>
                  </a:lnTo>
                  <a:lnTo>
                    <a:pt x="169721" y="334718"/>
                  </a:lnTo>
                  <a:lnTo>
                    <a:pt x="169445" y="334505"/>
                  </a:lnTo>
                  <a:lnTo>
                    <a:pt x="168513" y="334127"/>
                  </a:lnTo>
                  <a:lnTo>
                    <a:pt x="168370" y="333814"/>
                  </a:lnTo>
                  <a:lnTo>
                    <a:pt x="168060" y="333543"/>
                  </a:lnTo>
                  <a:lnTo>
                    <a:pt x="167682" y="333668"/>
                  </a:lnTo>
                  <a:lnTo>
                    <a:pt x="167123" y="333901"/>
                  </a:lnTo>
                  <a:lnTo>
                    <a:pt x="166765" y="334103"/>
                  </a:lnTo>
                  <a:lnTo>
                    <a:pt x="166341" y="334442"/>
                  </a:lnTo>
                  <a:lnTo>
                    <a:pt x="166172" y="334465"/>
                  </a:lnTo>
                  <a:lnTo>
                    <a:pt x="165520" y="334395"/>
                  </a:lnTo>
                  <a:lnTo>
                    <a:pt x="165507" y="334256"/>
                  </a:lnTo>
                  <a:lnTo>
                    <a:pt x="165477" y="334016"/>
                  </a:lnTo>
                  <a:lnTo>
                    <a:pt x="165308" y="333794"/>
                  </a:lnTo>
                  <a:lnTo>
                    <a:pt x="165133" y="333649"/>
                  </a:lnTo>
                  <a:lnTo>
                    <a:pt x="164404" y="333277"/>
                  </a:lnTo>
                  <a:lnTo>
                    <a:pt x="163971" y="333181"/>
                  </a:lnTo>
                  <a:lnTo>
                    <a:pt x="163399" y="333035"/>
                  </a:lnTo>
                  <a:lnTo>
                    <a:pt x="163115" y="332946"/>
                  </a:lnTo>
                  <a:lnTo>
                    <a:pt x="162824" y="332838"/>
                  </a:lnTo>
                  <a:lnTo>
                    <a:pt x="162488" y="333114"/>
                  </a:lnTo>
                  <a:lnTo>
                    <a:pt x="162437" y="333319"/>
                  </a:lnTo>
                  <a:lnTo>
                    <a:pt x="162269" y="333532"/>
                  </a:lnTo>
                  <a:lnTo>
                    <a:pt x="162064" y="333714"/>
                  </a:lnTo>
                  <a:lnTo>
                    <a:pt x="161921" y="333802"/>
                  </a:lnTo>
                  <a:lnTo>
                    <a:pt x="161777" y="333933"/>
                  </a:lnTo>
                  <a:lnTo>
                    <a:pt x="161426" y="334538"/>
                  </a:lnTo>
                  <a:lnTo>
                    <a:pt x="161352" y="334754"/>
                  </a:lnTo>
                  <a:lnTo>
                    <a:pt x="161188" y="334806"/>
                  </a:lnTo>
                  <a:lnTo>
                    <a:pt x="160832" y="335192"/>
                  </a:lnTo>
                  <a:lnTo>
                    <a:pt x="159933" y="335293"/>
                  </a:lnTo>
                  <a:lnTo>
                    <a:pt x="159771" y="335307"/>
                  </a:lnTo>
                  <a:lnTo>
                    <a:pt x="159590" y="335326"/>
                  </a:lnTo>
                  <a:lnTo>
                    <a:pt x="159098" y="335385"/>
                  </a:lnTo>
                  <a:lnTo>
                    <a:pt x="158702" y="335378"/>
                  </a:lnTo>
                  <a:lnTo>
                    <a:pt x="158316" y="335369"/>
                  </a:lnTo>
                  <a:lnTo>
                    <a:pt x="158179" y="335358"/>
                  </a:lnTo>
                  <a:lnTo>
                    <a:pt x="157898" y="335336"/>
                  </a:lnTo>
                  <a:lnTo>
                    <a:pt x="157256" y="335215"/>
                  </a:lnTo>
                  <a:lnTo>
                    <a:pt x="156788" y="335640"/>
                  </a:lnTo>
                  <a:lnTo>
                    <a:pt x="156548" y="336098"/>
                  </a:lnTo>
                  <a:lnTo>
                    <a:pt x="155808" y="336730"/>
                  </a:lnTo>
                  <a:lnTo>
                    <a:pt x="155593" y="336693"/>
                  </a:lnTo>
                  <a:lnTo>
                    <a:pt x="155103" y="336585"/>
                  </a:lnTo>
                  <a:lnTo>
                    <a:pt x="155100" y="337345"/>
                  </a:lnTo>
                  <a:lnTo>
                    <a:pt x="154930" y="337695"/>
                  </a:lnTo>
                  <a:lnTo>
                    <a:pt x="154632" y="337734"/>
                  </a:lnTo>
                  <a:lnTo>
                    <a:pt x="154391" y="337932"/>
                  </a:lnTo>
                  <a:lnTo>
                    <a:pt x="154250" y="338481"/>
                  </a:lnTo>
                  <a:lnTo>
                    <a:pt x="154242" y="338618"/>
                  </a:lnTo>
                  <a:lnTo>
                    <a:pt x="154228" y="338868"/>
                  </a:lnTo>
                  <a:lnTo>
                    <a:pt x="153962" y="338768"/>
                  </a:lnTo>
                  <a:lnTo>
                    <a:pt x="153444" y="338803"/>
                  </a:lnTo>
                  <a:lnTo>
                    <a:pt x="153304" y="338804"/>
                  </a:lnTo>
                  <a:lnTo>
                    <a:pt x="153077" y="338730"/>
                  </a:lnTo>
                  <a:lnTo>
                    <a:pt x="152793" y="338334"/>
                  </a:lnTo>
                  <a:lnTo>
                    <a:pt x="152497" y="338148"/>
                  </a:lnTo>
                  <a:lnTo>
                    <a:pt x="151915" y="337369"/>
                  </a:lnTo>
                  <a:lnTo>
                    <a:pt x="152076" y="337081"/>
                  </a:lnTo>
                  <a:lnTo>
                    <a:pt x="152251" y="336695"/>
                  </a:lnTo>
                  <a:lnTo>
                    <a:pt x="152281" y="336221"/>
                  </a:lnTo>
                  <a:lnTo>
                    <a:pt x="152288" y="335991"/>
                  </a:lnTo>
                  <a:lnTo>
                    <a:pt x="152286" y="335855"/>
                  </a:lnTo>
                  <a:lnTo>
                    <a:pt x="152324" y="335416"/>
                  </a:lnTo>
                  <a:lnTo>
                    <a:pt x="152173" y="335366"/>
                  </a:lnTo>
                  <a:lnTo>
                    <a:pt x="151886" y="335178"/>
                  </a:lnTo>
                  <a:lnTo>
                    <a:pt x="151512" y="334950"/>
                  </a:lnTo>
                  <a:lnTo>
                    <a:pt x="151309" y="334903"/>
                  </a:lnTo>
                  <a:lnTo>
                    <a:pt x="151026" y="334861"/>
                  </a:lnTo>
                  <a:lnTo>
                    <a:pt x="150679" y="334748"/>
                  </a:lnTo>
                  <a:lnTo>
                    <a:pt x="150702" y="334530"/>
                  </a:lnTo>
                  <a:lnTo>
                    <a:pt x="150750" y="334103"/>
                  </a:lnTo>
                  <a:lnTo>
                    <a:pt x="150953" y="332759"/>
                  </a:lnTo>
                  <a:lnTo>
                    <a:pt x="151164" y="332258"/>
                  </a:lnTo>
                  <a:lnTo>
                    <a:pt x="151335" y="331904"/>
                  </a:lnTo>
                  <a:lnTo>
                    <a:pt x="151341" y="331602"/>
                  </a:lnTo>
                  <a:lnTo>
                    <a:pt x="151484" y="331183"/>
                  </a:lnTo>
                  <a:lnTo>
                    <a:pt x="151567" y="330960"/>
                  </a:lnTo>
                  <a:lnTo>
                    <a:pt x="151656" y="330720"/>
                  </a:lnTo>
                  <a:lnTo>
                    <a:pt x="151713" y="330565"/>
                  </a:lnTo>
                  <a:lnTo>
                    <a:pt x="151814" y="330248"/>
                  </a:lnTo>
                  <a:lnTo>
                    <a:pt x="151360" y="330056"/>
                  </a:lnTo>
                  <a:lnTo>
                    <a:pt x="151033" y="329826"/>
                  </a:lnTo>
                  <a:lnTo>
                    <a:pt x="150452" y="329137"/>
                  </a:lnTo>
                  <a:lnTo>
                    <a:pt x="150211" y="329077"/>
                  </a:lnTo>
                  <a:lnTo>
                    <a:pt x="149932" y="328522"/>
                  </a:lnTo>
                  <a:lnTo>
                    <a:pt x="149855" y="328133"/>
                  </a:lnTo>
                  <a:lnTo>
                    <a:pt x="149657" y="327698"/>
                  </a:lnTo>
                  <a:lnTo>
                    <a:pt x="149017" y="327567"/>
                  </a:lnTo>
                  <a:lnTo>
                    <a:pt x="148723" y="327868"/>
                  </a:lnTo>
                  <a:lnTo>
                    <a:pt x="148462" y="328012"/>
                  </a:lnTo>
                  <a:lnTo>
                    <a:pt x="148079" y="328196"/>
                  </a:lnTo>
                  <a:lnTo>
                    <a:pt x="148219" y="328550"/>
                  </a:lnTo>
                  <a:lnTo>
                    <a:pt x="148096" y="328874"/>
                  </a:lnTo>
                  <a:lnTo>
                    <a:pt x="147815" y="329542"/>
                  </a:lnTo>
                  <a:lnTo>
                    <a:pt x="147451" y="329479"/>
                  </a:lnTo>
                  <a:lnTo>
                    <a:pt x="147418" y="329246"/>
                  </a:lnTo>
                  <a:lnTo>
                    <a:pt x="147214" y="329648"/>
                  </a:lnTo>
                  <a:lnTo>
                    <a:pt x="147130" y="329876"/>
                  </a:lnTo>
                  <a:lnTo>
                    <a:pt x="146927" y="330094"/>
                  </a:lnTo>
                  <a:lnTo>
                    <a:pt x="146627" y="330071"/>
                  </a:lnTo>
                  <a:lnTo>
                    <a:pt x="146378" y="330051"/>
                  </a:lnTo>
                  <a:lnTo>
                    <a:pt x="145956" y="329962"/>
                  </a:lnTo>
                  <a:lnTo>
                    <a:pt x="145592" y="329875"/>
                  </a:lnTo>
                  <a:lnTo>
                    <a:pt x="145390" y="329701"/>
                  </a:lnTo>
                  <a:lnTo>
                    <a:pt x="145354" y="329448"/>
                  </a:lnTo>
                  <a:lnTo>
                    <a:pt x="145188" y="329132"/>
                  </a:lnTo>
                  <a:lnTo>
                    <a:pt x="144986" y="329169"/>
                  </a:lnTo>
                  <a:lnTo>
                    <a:pt x="144859" y="329192"/>
                  </a:lnTo>
                  <a:lnTo>
                    <a:pt x="144622" y="329275"/>
                  </a:lnTo>
                  <a:lnTo>
                    <a:pt x="144443" y="329234"/>
                  </a:lnTo>
                  <a:lnTo>
                    <a:pt x="143972" y="328861"/>
                  </a:lnTo>
                  <a:lnTo>
                    <a:pt x="143830" y="328719"/>
                  </a:lnTo>
                  <a:lnTo>
                    <a:pt x="143022" y="329066"/>
                  </a:lnTo>
                  <a:lnTo>
                    <a:pt x="142962" y="329694"/>
                  </a:lnTo>
                  <a:lnTo>
                    <a:pt x="142849" y="329836"/>
                  </a:lnTo>
                  <a:lnTo>
                    <a:pt x="142532" y="329999"/>
                  </a:lnTo>
                  <a:lnTo>
                    <a:pt x="142294" y="329776"/>
                  </a:lnTo>
                  <a:lnTo>
                    <a:pt x="142218" y="329591"/>
                  </a:lnTo>
                  <a:lnTo>
                    <a:pt x="142161" y="329349"/>
                  </a:lnTo>
                  <a:lnTo>
                    <a:pt x="142126" y="329078"/>
                  </a:lnTo>
                  <a:lnTo>
                    <a:pt x="142107" y="328877"/>
                  </a:lnTo>
                  <a:lnTo>
                    <a:pt x="142076" y="328640"/>
                  </a:lnTo>
                  <a:lnTo>
                    <a:pt x="141753" y="327961"/>
                  </a:lnTo>
                  <a:lnTo>
                    <a:pt x="141717" y="327678"/>
                  </a:lnTo>
                  <a:lnTo>
                    <a:pt x="141704" y="327240"/>
                  </a:lnTo>
                  <a:lnTo>
                    <a:pt x="141644" y="326885"/>
                  </a:lnTo>
                  <a:lnTo>
                    <a:pt x="141474" y="326384"/>
                  </a:lnTo>
                  <a:lnTo>
                    <a:pt x="141063" y="326297"/>
                  </a:lnTo>
                  <a:lnTo>
                    <a:pt x="140815" y="326416"/>
                  </a:lnTo>
                  <a:lnTo>
                    <a:pt x="140633" y="326824"/>
                  </a:lnTo>
                  <a:lnTo>
                    <a:pt x="140426" y="327091"/>
                  </a:lnTo>
                  <a:lnTo>
                    <a:pt x="139525" y="327518"/>
                  </a:lnTo>
                  <a:lnTo>
                    <a:pt x="139146" y="327607"/>
                  </a:lnTo>
                  <a:lnTo>
                    <a:pt x="138927" y="327827"/>
                  </a:lnTo>
                  <a:lnTo>
                    <a:pt x="138469" y="328238"/>
                  </a:lnTo>
                  <a:lnTo>
                    <a:pt x="138178" y="328453"/>
                  </a:lnTo>
                  <a:lnTo>
                    <a:pt x="138041" y="328554"/>
                  </a:lnTo>
                  <a:lnTo>
                    <a:pt x="137887" y="328613"/>
                  </a:lnTo>
                  <a:lnTo>
                    <a:pt x="137294" y="328714"/>
                  </a:lnTo>
                  <a:lnTo>
                    <a:pt x="137014" y="328071"/>
                  </a:lnTo>
                  <a:lnTo>
                    <a:pt x="136673" y="327479"/>
                  </a:lnTo>
                  <a:lnTo>
                    <a:pt x="136202" y="327240"/>
                  </a:lnTo>
                  <a:lnTo>
                    <a:pt x="135699" y="327452"/>
                  </a:lnTo>
                  <a:lnTo>
                    <a:pt x="134967" y="327750"/>
                  </a:lnTo>
                  <a:lnTo>
                    <a:pt x="134316" y="328160"/>
                  </a:lnTo>
                  <a:lnTo>
                    <a:pt x="134306" y="328434"/>
                  </a:lnTo>
                  <a:lnTo>
                    <a:pt x="134343" y="328570"/>
                  </a:lnTo>
                  <a:lnTo>
                    <a:pt x="134445" y="328786"/>
                  </a:lnTo>
                  <a:lnTo>
                    <a:pt x="134727" y="329115"/>
                  </a:lnTo>
                  <a:lnTo>
                    <a:pt x="134588" y="329775"/>
                  </a:lnTo>
                  <a:lnTo>
                    <a:pt x="134656" y="330317"/>
                  </a:lnTo>
                  <a:lnTo>
                    <a:pt x="134875" y="330476"/>
                  </a:lnTo>
                  <a:lnTo>
                    <a:pt x="135042" y="330431"/>
                  </a:lnTo>
                  <a:lnTo>
                    <a:pt x="135177" y="330444"/>
                  </a:lnTo>
                  <a:lnTo>
                    <a:pt x="135344" y="331011"/>
                  </a:lnTo>
                  <a:lnTo>
                    <a:pt x="135273" y="331174"/>
                  </a:lnTo>
                  <a:lnTo>
                    <a:pt x="135208" y="331323"/>
                  </a:lnTo>
                  <a:lnTo>
                    <a:pt x="135039" y="331857"/>
                  </a:lnTo>
                  <a:lnTo>
                    <a:pt x="134948" y="332064"/>
                  </a:lnTo>
                  <a:lnTo>
                    <a:pt x="134114" y="332588"/>
                  </a:lnTo>
                  <a:lnTo>
                    <a:pt x="133944" y="332582"/>
                  </a:lnTo>
                  <a:lnTo>
                    <a:pt x="133509" y="332384"/>
                  </a:lnTo>
                  <a:lnTo>
                    <a:pt x="133151" y="332039"/>
                  </a:lnTo>
                  <a:lnTo>
                    <a:pt x="132960" y="332669"/>
                  </a:lnTo>
                  <a:lnTo>
                    <a:pt x="133109" y="333063"/>
                  </a:lnTo>
                  <a:lnTo>
                    <a:pt x="133236" y="333596"/>
                  </a:lnTo>
                  <a:lnTo>
                    <a:pt x="133280" y="333779"/>
                  </a:lnTo>
                  <a:lnTo>
                    <a:pt x="133643" y="334142"/>
                  </a:lnTo>
                  <a:lnTo>
                    <a:pt x="133851" y="334156"/>
                  </a:lnTo>
                  <a:lnTo>
                    <a:pt x="134015" y="334716"/>
                  </a:lnTo>
                  <a:lnTo>
                    <a:pt x="134054" y="335074"/>
                  </a:lnTo>
                  <a:lnTo>
                    <a:pt x="133764" y="335444"/>
                  </a:lnTo>
                  <a:lnTo>
                    <a:pt x="133610" y="335472"/>
                  </a:lnTo>
                  <a:lnTo>
                    <a:pt x="133279" y="335711"/>
                  </a:lnTo>
                  <a:lnTo>
                    <a:pt x="132708" y="336557"/>
                  </a:lnTo>
                  <a:lnTo>
                    <a:pt x="132769" y="336755"/>
                  </a:lnTo>
                  <a:lnTo>
                    <a:pt x="132857" y="337027"/>
                  </a:lnTo>
                  <a:lnTo>
                    <a:pt x="133038" y="337310"/>
                  </a:lnTo>
                  <a:lnTo>
                    <a:pt x="133291" y="337354"/>
                  </a:lnTo>
                  <a:lnTo>
                    <a:pt x="133488" y="337306"/>
                  </a:lnTo>
                  <a:lnTo>
                    <a:pt x="134104" y="337364"/>
                  </a:lnTo>
                  <a:lnTo>
                    <a:pt x="134279" y="337623"/>
                  </a:lnTo>
                  <a:lnTo>
                    <a:pt x="134382" y="337776"/>
                  </a:lnTo>
                  <a:lnTo>
                    <a:pt x="134415" y="338333"/>
                  </a:lnTo>
                  <a:lnTo>
                    <a:pt x="134775" y="338948"/>
                  </a:lnTo>
                  <a:lnTo>
                    <a:pt x="135179" y="339149"/>
                  </a:lnTo>
                  <a:lnTo>
                    <a:pt x="135514" y="339243"/>
                  </a:lnTo>
                  <a:lnTo>
                    <a:pt x="135939" y="339291"/>
                  </a:lnTo>
                  <a:lnTo>
                    <a:pt x="135903" y="339663"/>
                  </a:lnTo>
                  <a:lnTo>
                    <a:pt x="135518" y="340117"/>
                  </a:lnTo>
                  <a:lnTo>
                    <a:pt x="135155" y="340580"/>
                  </a:lnTo>
                  <a:lnTo>
                    <a:pt x="134879" y="341132"/>
                  </a:lnTo>
                  <a:lnTo>
                    <a:pt x="134831" y="341308"/>
                  </a:lnTo>
                  <a:lnTo>
                    <a:pt x="134875" y="341654"/>
                  </a:lnTo>
                  <a:lnTo>
                    <a:pt x="134926" y="342023"/>
                  </a:lnTo>
                  <a:lnTo>
                    <a:pt x="135045" y="342349"/>
                  </a:lnTo>
                  <a:lnTo>
                    <a:pt x="134732" y="342494"/>
                  </a:lnTo>
                  <a:lnTo>
                    <a:pt x="134287" y="342691"/>
                  </a:lnTo>
                  <a:lnTo>
                    <a:pt x="134060" y="343054"/>
                  </a:lnTo>
                  <a:lnTo>
                    <a:pt x="134096" y="343666"/>
                  </a:lnTo>
                  <a:lnTo>
                    <a:pt x="133911" y="343955"/>
                  </a:lnTo>
                  <a:lnTo>
                    <a:pt x="133644" y="344122"/>
                  </a:lnTo>
                  <a:lnTo>
                    <a:pt x="133479" y="344242"/>
                  </a:lnTo>
                  <a:lnTo>
                    <a:pt x="133239" y="344378"/>
                  </a:lnTo>
                  <a:lnTo>
                    <a:pt x="132678" y="344473"/>
                  </a:lnTo>
                  <a:lnTo>
                    <a:pt x="132446" y="344358"/>
                  </a:lnTo>
                  <a:lnTo>
                    <a:pt x="131555" y="344530"/>
                  </a:lnTo>
                  <a:lnTo>
                    <a:pt x="131300" y="344654"/>
                  </a:lnTo>
                  <a:lnTo>
                    <a:pt x="131889" y="345454"/>
                  </a:lnTo>
                  <a:lnTo>
                    <a:pt x="131413" y="346181"/>
                  </a:lnTo>
                  <a:lnTo>
                    <a:pt x="131132" y="346272"/>
                  </a:lnTo>
                  <a:lnTo>
                    <a:pt x="130941" y="346293"/>
                  </a:lnTo>
                  <a:lnTo>
                    <a:pt x="130484" y="346340"/>
                  </a:lnTo>
                  <a:lnTo>
                    <a:pt x="130103" y="346350"/>
                  </a:lnTo>
                  <a:lnTo>
                    <a:pt x="129754" y="346581"/>
                  </a:lnTo>
                  <a:lnTo>
                    <a:pt x="129249" y="346670"/>
                  </a:lnTo>
                  <a:lnTo>
                    <a:pt x="128885" y="346786"/>
                  </a:lnTo>
                  <a:lnTo>
                    <a:pt x="128700" y="346848"/>
                  </a:lnTo>
                  <a:lnTo>
                    <a:pt x="128019" y="347050"/>
                  </a:lnTo>
                  <a:lnTo>
                    <a:pt x="128023" y="348028"/>
                  </a:lnTo>
                  <a:lnTo>
                    <a:pt x="127952" y="348376"/>
                  </a:lnTo>
                  <a:lnTo>
                    <a:pt x="127726" y="348582"/>
                  </a:lnTo>
                  <a:lnTo>
                    <a:pt x="127563" y="348533"/>
                  </a:lnTo>
                  <a:lnTo>
                    <a:pt x="126992" y="348210"/>
                  </a:lnTo>
                  <a:lnTo>
                    <a:pt x="126470" y="347980"/>
                  </a:lnTo>
                  <a:lnTo>
                    <a:pt x="126513" y="347465"/>
                  </a:lnTo>
                  <a:lnTo>
                    <a:pt x="126356" y="347037"/>
                  </a:lnTo>
                  <a:lnTo>
                    <a:pt x="126275" y="346845"/>
                  </a:lnTo>
                  <a:lnTo>
                    <a:pt x="126179" y="346398"/>
                  </a:lnTo>
                  <a:lnTo>
                    <a:pt x="126169" y="346034"/>
                  </a:lnTo>
                  <a:lnTo>
                    <a:pt x="126185" y="345823"/>
                  </a:lnTo>
                  <a:lnTo>
                    <a:pt x="126255" y="345659"/>
                  </a:lnTo>
                  <a:lnTo>
                    <a:pt x="126704" y="345338"/>
                  </a:lnTo>
                  <a:lnTo>
                    <a:pt x="126648" y="344943"/>
                  </a:lnTo>
                  <a:lnTo>
                    <a:pt x="125918" y="344883"/>
                  </a:lnTo>
                  <a:lnTo>
                    <a:pt x="125411" y="344840"/>
                  </a:lnTo>
                  <a:lnTo>
                    <a:pt x="125481" y="344409"/>
                  </a:lnTo>
                  <a:lnTo>
                    <a:pt x="125591" y="343986"/>
                  </a:lnTo>
                  <a:lnTo>
                    <a:pt x="125784" y="343662"/>
                  </a:lnTo>
                  <a:lnTo>
                    <a:pt x="125827" y="343384"/>
                  </a:lnTo>
                  <a:lnTo>
                    <a:pt x="125512" y="342865"/>
                  </a:lnTo>
                  <a:lnTo>
                    <a:pt x="125218" y="342368"/>
                  </a:lnTo>
                  <a:lnTo>
                    <a:pt x="124912" y="342459"/>
                  </a:lnTo>
                  <a:lnTo>
                    <a:pt x="124577" y="342729"/>
                  </a:lnTo>
                  <a:lnTo>
                    <a:pt x="124243" y="342774"/>
                  </a:lnTo>
                  <a:lnTo>
                    <a:pt x="124103" y="342737"/>
                  </a:lnTo>
                  <a:lnTo>
                    <a:pt x="123577" y="343012"/>
                  </a:lnTo>
                  <a:lnTo>
                    <a:pt x="123341" y="343005"/>
                  </a:lnTo>
                  <a:lnTo>
                    <a:pt x="123278" y="342845"/>
                  </a:lnTo>
                  <a:lnTo>
                    <a:pt x="123348" y="342598"/>
                  </a:lnTo>
                  <a:lnTo>
                    <a:pt x="123221" y="342556"/>
                  </a:lnTo>
                  <a:lnTo>
                    <a:pt x="122547" y="342362"/>
                  </a:lnTo>
                  <a:lnTo>
                    <a:pt x="122219" y="342304"/>
                  </a:lnTo>
                  <a:lnTo>
                    <a:pt x="121960" y="342262"/>
                  </a:lnTo>
                  <a:lnTo>
                    <a:pt x="121150" y="342370"/>
                  </a:lnTo>
                  <a:lnTo>
                    <a:pt x="121129" y="342588"/>
                  </a:lnTo>
                  <a:lnTo>
                    <a:pt x="120822" y="343228"/>
                  </a:lnTo>
                  <a:lnTo>
                    <a:pt x="120239" y="343492"/>
                  </a:lnTo>
                  <a:lnTo>
                    <a:pt x="120006" y="343502"/>
                  </a:lnTo>
                  <a:lnTo>
                    <a:pt x="119729" y="343338"/>
                  </a:lnTo>
                  <a:lnTo>
                    <a:pt x="120007" y="342893"/>
                  </a:lnTo>
                  <a:lnTo>
                    <a:pt x="120337" y="342764"/>
                  </a:lnTo>
                  <a:lnTo>
                    <a:pt x="120300" y="342535"/>
                  </a:lnTo>
                  <a:lnTo>
                    <a:pt x="120197" y="342298"/>
                  </a:lnTo>
                  <a:lnTo>
                    <a:pt x="120097" y="342065"/>
                  </a:lnTo>
                  <a:lnTo>
                    <a:pt x="119621" y="342134"/>
                  </a:lnTo>
                  <a:lnTo>
                    <a:pt x="119296" y="342614"/>
                  </a:lnTo>
                  <a:lnTo>
                    <a:pt x="119173" y="342964"/>
                  </a:lnTo>
                  <a:lnTo>
                    <a:pt x="119324" y="343207"/>
                  </a:lnTo>
                  <a:lnTo>
                    <a:pt x="119428" y="343397"/>
                  </a:lnTo>
                  <a:lnTo>
                    <a:pt x="118776" y="343487"/>
                  </a:lnTo>
                  <a:lnTo>
                    <a:pt x="118781" y="343124"/>
                  </a:lnTo>
                  <a:lnTo>
                    <a:pt x="118815" y="342755"/>
                  </a:lnTo>
                  <a:lnTo>
                    <a:pt x="117911" y="342547"/>
                  </a:lnTo>
                  <a:lnTo>
                    <a:pt x="117849" y="342801"/>
                  </a:lnTo>
                  <a:lnTo>
                    <a:pt x="117800" y="343054"/>
                  </a:lnTo>
                  <a:lnTo>
                    <a:pt x="117942" y="343340"/>
                  </a:lnTo>
                  <a:lnTo>
                    <a:pt x="117805" y="343821"/>
                  </a:lnTo>
                  <a:lnTo>
                    <a:pt x="117240" y="344088"/>
                  </a:lnTo>
                  <a:lnTo>
                    <a:pt x="116926" y="344092"/>
                  </a:lnTo>
                  <a:lnTo>
                    <a:pt x="116637" y="344119"/>
                  </a:lnTo>
                  <a:lnTo>
                    <a:pt x="116484" y="344269"/>
                  </a:lnTo>
                  <a:lnTo>
                    <a:pt x="116507" y="344463"/>
                  </a:lnTo>
                  <a:lnTo>
                    <a:pt x="116657" y="345009"/>
                  </a:lnTo>
                  <a:lnTo>
                    <a:pt x="116733" y="345263"/>
                  </a:lnTo>
                  <a:lnTo>
                    <a:pt x="116488" y="345779"/>
                  </a:lnTo>
                  <a:lnTo>
                    <a:pt x="116368" y="346076"/>
                  </a:lnTo>
                  <a:lnTo>
                    <a:pt x="116370" y="346300"/>
                  </a:lnTo>
                  <a:lnTo>
                    <a:pt x="116388" y="346502"/>
                  </a:lnTo>
                  <a:lnTo>
                    <a:pt x="116489" y="346767"/>
                  </a:lnTo>
                  <a:lnTo>
                    <a:pt x="116550" y="346920"/>
                  </a:lnTo>
                  <a:lnTo>
                    <a:pt x="116693" y="347123"/>
                  </a:lnTo>
                  <a:lnTo>
                    <a:pt x="116741" y="347419"/>
                  </a:lnTo>
                  <a:lnTo>
                    <a:pt x="116734" y="347572"/>
                  </a:lnTo>
                  <a:lnTo>
                    <a:pt x="116745" y="347763"/>
                  </a:lnTo>
                  <a:lnTo>
                    <a:pt x="116879" y="348083"/>
                  </a:lnTo>
                  <a:lnTo>
                    <a:pt x="116190" y="348007"/>
                  </a:lnTo>
                  <a:lnTo>
                    <a:pt x="115580" y="348197"/>
                  </a:lnTo>
                  <a:lnTo>
                    <a:pt x="115075" y="348312"/>
                  </a:lnTo>
                  <a:lnTo>
                    <a:pt x="114863" y="347665"/>
                  </a:lnTo>
                  <a:lnTo>
                    <a:pt x="114605" y="347407"/>
                  </a:lnTo>
                  <a:lnTo>
                    <a:pt x="114555" y="347162"/>
                  </a:lnTo>
                  <a:lnTo>
                    <a:pt x="114457" y="346788"/>
                  </a:lnTo>
                  <a:lnTo>
                    <a:pt x="113895" y="346257"/>
                  </a:lnTo>
                  <a:lnTo>
                    <a:pt x="113569" y="346560"/>
                  </a:lnTo>
                  <a:lnTo>
                    <a:pt x="113249" y="346702"/>
                  </a:lnTo>
                  <a:lnTo>
                    <a:pt x="113082" y="346746"/>
                  </a:lnTo>
                  <a:lnTo>
                    <a:pt x="112946" y="346781"/>
                  </a:lnTo>
                  <a:lnTo>
                    <a:pt x="112512" y="346776"/>
                  </a:lnTo>
                  <a:lnTo>
                    <a:pt x="112322" y="346936"/>
                  </a:lnTo>
                  <a:lnTo>
                    <a:pt x="111789" y="347658"/>
                  </a:lnTo>
                  <a:lnTo>
                    <a:pt x="111584" y="347824"/>
                  </a:lnTo>
                  <a:lnTo>
                    <a:pt x="111288" y="347539"/>
                  </a:lnTo>
                  <a:lnTo>
                    <a:pt x="111111" y="347519"/>
                  </a:lnTo>
                  <a:lnTo>
                    <a:pt x="110434" y="347642"/>
                  </a:lnTo>
                  <a:lnTo>
                    <a:pt x="110019" y="348131"/>
                  </a:lnTo>
                  <a:lnTo>
                    <a:pt x="109784" y="348621"/>
                  </a:lnTo>
                  <a:lnTo>
                    <a:pt x="109622" y="349052"/>
                  </a:lnTo>
                  <a:lnTo>
                    <a:pt x="109836" y="349776"/>
                  </a:lnTo>
                  <a:lnTo>
                    <a:pt x="109978" y="349951"/>
                  </a:lnTo>
                  <a:lnTo>
                    <a:pt x="110239" y="350064"/>
                  </a:lnTo>
                  <a:lnTo>
                    <a:pt x="110724" y="350187"/>
                  </a:lnTo>
                  <a:lnTo>
                    <a:pt x="110987" y="350407"/>
                  </a:lnTo>
                  <a:lnTo>
                    <a:pt x="111091" y="350615"/>
                  </a:lnTo>
                  <a:lnTo>
                    <a:pt x="110876" y="351455"/>
                  </a:lnTo>
                  <a:lnTo>
                    <a:pt x="110914" y="351635"/>
                  </a:lnTo>
                  <a:lnTo>
                    <a:pt x="111160" y="351987"/>
                  </a:lnTo>
                  <a:lnTo>
                    <a:pt x="111464" y="351980"/>
                  </a:lnTo>
                  <a:lnTo>
                    <a:pt x="111891" y="351780"/>
                  </a:lnTo>
                  <a:lnTo>
                    <a:pt x="112309" y="351901"/>
                  </a:lnTo>
                  <a:lnTo>
                    <a:pt x="112278" y="352056"/>
                  </a:lnTo>
                  <a:lnTo>
                    <a:pt x="111865" y="353081"/>
                  </a:lnTo>
                  <a:lnTo>
                    <a:pt x="111556" y="353600"/>
                  </a:lnTo>
                  <a:lnTo>
                    <a:pt x="111644" y="354167"/>
                  </a:lnTo>
                  <a:lnTo>
                    <a:pt x="111557" y="354719"/>
                  </a:lnTo>
                  <a:lnTo>
                    <a:pt x="111512" y="354973"/>
                  </a:lnTo>
                  <a:lnTo>
                    <a:pt x="111115" y="355292"/>
                  </a:lnTo>
                  <a:lnTo>
                    <a:pt x="110802" y="355297"/>
                  </a:lnTo>
                  <a:lnTo>
                    <a:pt x="110388" y="355296"/>
                  </a:lnTo>
                  <a:lnTo>
                    <a:pt x="110171" y="355276"/>
                  </a:lnTo>
                  <a:lnTo>
                    <a:pt x="109855" y="355361"/>
                  </a:lnTo>
                  <a:lnTo>
                    <a:pt x="109813" y="355509"/>
                  </a:lnTo>
                  <a:lnTo>
                    <a:pt x="110025" y="355825"/>
                  </a:lnTo>
                  <a:lnTo>
                    <a:pt x="109975" y="356037"/>
                  </a:lnTo>
                  <a:lnTo>
                    <a:pt x="109763" y="356469"/>
                  </a:lnTo>
                  <a:lnTo>
                    <a:pt x="109516" y="356439"/>
                  </a:lnTo>
                  <a:lnTo>
                    <a:pt x="109373" y="356617"/>
                  </a:lnTo>
                  <a:lnTo>
                    <a:pt x="109144" y="356969"/>
                  </a:lnTo>
                  <a:lnTo>
                    <a:pt x="108954" y="356920"/>
                  </a:lnTo>
                  <a:lnTo>
                    <a:pt x="108535" y="356481"/>
                  </a:lnTo>
                  <a:lnTo>
                    <a:pt x="108391" y="356154"/>
                  </a:lnTo>
                  <a:lnTo>
                    <a:pt x="108292" y="355703"/>
                  </a:lnTo>
                  <a:lnTo>
                    <a:pt x="108195" y="355451"/>
                  </a:lnTo>
                  <a:lnTo>
                    <a:pt x="107879" y="355199"/>
                  </a:lnTo>
                  <a:lnTo>
                    <a:pt x="107716" y="355416"/>
                  </a:lnTo>
                  <a:lnTo>
                    <a:pt x="107330" y="355717"/>
                  </a:lnTo>
                  <a:lnTo>
                    <a:pt x="107097" y="355751"/>
                  </a:lnTo>
                  <a:lnTo>
                    <a:pt x="106805" y="355916"/>
                  </a:lnTo>
                  <a:lnTo>
                    <a:pt x="106794" y="356186"/>
                  </a:lnTo>
                  <a:lnTo>
                    <a:pt x="106849" y="356842"/>
                  </a:lnTo>
                  <a:lnTo>
                    <a:pt x="106942" y="357071"/>
                  </a:lnTo>
                  <a:lnTo>
                    <a:pt x="107087" y="357234"/>
                  </a:lnTo>
                  <a:lnTo>
                    <a:pt x="107768" y="358207"/>
                  </a:lnTo>
                  <a:lnTo>
                    <a:pt x="107226" y="358330"/>
                  </a:lnTo>
                  <a:lnTo>
                    <a:pt x="106791" y="358429"/>
                  </a:lnTo>
                  <a:lnTo>
                    <a:pt x="105985" y="358611"/>
                  </a:lnTo>
                  <a:lnTo>
                    <a:pt x="105719" y="358961"/>
                  </a:lnTo>
                  <a:lnTo>
                    <a:pt x="105564" y="359217"/>
                  </a:lnTo>
                  <a:lnTo>
                    <a:pt x="105388" y="360056"/>
                  </a:lnTo>
                  <a:lnTo>
                    <a:pt x="105449" y="360317"/>
                  </a:lnTo>
                  <a:lnTo>
                    <a:pt x="105930" y="361067"/>
                  </a:lnTo>
                  <a:lnTo>
                    <a:pt x="106162" y="361378"/>
                  </a:lnTo>
                  <a:lnTo>
                    <a:pt x="106276" y="361705"/>
                  </a:lnTo>
                  <a:lnTo>
                    <a:pt x="106309" y="361936"/>
                  </a:lnTo>
                  <a:lnTo>
                    <a:pt x="106323" y="362083"/>
                  </a:lnTo>
                  <a:lnTo>
                    <a:pt x="106141" y="362876"/>
                  </a:lnTo>
                  <a:lnTo>
                    <a:pt x="105654" y="363129"/>
                  </a:lnTo>
                  <a:lnTo>
                    <a:pt x="105323" y="363403"/>
                  </a:lnTo>
                  <a:lnTo>
                    <a:pt x="104872" y="363548"/>
                  </a:lnTo>
                  <a:lnTo>
                    <a:pt x="104733" y="363642"/>
                  </a:lnTo>
                  <a:lnTo>
                    <a:pt x="104513" y="363427"/>
                  </a:lnTo>
                  <a:lnTo>
                    <a:pt x="104359" y="363340"/>
                  </a:lnTo>
                  <a:lnTo>
                    <a:pt x="104014" y="363146"/>
                  </a:lnTo>
                  <a:lnTo>
                    <a:pt x="104147" y="362794"/>
                  </a:lnTo>
                  <a:lnTo>
                    <a:pt x="104218" y="362372"/>
                  </a:lnTo>
                  <a:lnTo>
                    <a:pt x="103853" y="361944"/>
                  </a:lnTo>
                  <a:lnTo>
                    <a:pt x="103643" y="362085"/>
                  </a:lnTo>
                  <a:lnTo>
                    <a:pt x="103248" y="362132"/>
                  </a:lnTo>
                  <a:lnTo>
                    <a:pt x="102933" y="361892"/>
                  </a:lnTo>
                  <a:lnTo>
                    <a:pt x="102846" y="361552"/>
                  </a:lnTo>
                  <a:lnTo>
                    <a:pt x="102470" y="362056"/>
                  </a:lnTo>
                  <a:lnTo>
                    <a:pt x="102091" y="362231"/>
                  </a:lnTo>
                  <a:lnTo>
                    <a:pt x="101655" y="362031"/>
                  </a:lnTo>
                  <a:lnTo>
                    <a:pt x="101506" y="361798"/>
                  </a:lnTo>
                  <a:lnTo>
                    <a:pt x="101485" y="361035"/>
                  </a:lnTo>
                  <a:lnTo>
                    <a:pt x="101064" y="361046"/>
                  </a:lnTo>
                  <a:lnTo>
                    <a:pt x="100650" y="361187"/>
                  </a:lnTo>
                  <a:lnTo>
                    <a:pt x="100260" y="360976"/>
                  </a:lnTo>
                  <a:lnTo>
                    <a:pt x="99787" y="360600"/>
                  </a:lnTo>
                  <a:lnTo>
                    <a:pt x="99548" y="360964"/>
                  </a:lnTo>
                  <a:lnTo>
                    <a:pt x="99756" y="361359"/>
                  </a:lnTo>
                  <a:lnTo>
                    <a:pt x="99322" y="361734"/>
                  </a:lnTo>
                  <a:lnTo>
                    <a:pt x="99096" y="361826"/>
                  </a:lnTo>
                  <a:lnTo>
                    <a:pt x="98929" y="361925"/>
                  </a:lnTo>
                  <a:lnTo>
                    <a:pt x="98567" y="361907"/>
                  </a:lnTo>
                  <a:lnTo>
                    <a:pt x="98576" y="361779"/>
                  </a:lnTo>
                  <a:lnTo>
                    <a:pt x="98479" y="361305"/>
                  </a:lnTo>
                  <a:lnTo>
                    <a:pt x="98400" y="360717"/>
                  </a:lnTo>
                  <a:lnTo>
                    <a:pt x="98400" y="360497"/>
                  </a:lnTo>
                  <a:lnTo>
                    <a:pt x="98786" y="360106"/>
                  </a:lnTo>
                  <a:lnTo>
                    <a:pt x="98982" y="360116"/>
                  </a:lnTo>
                  <a:lnTo>
                    <a:pt x="99318" y="360117"/>
                  </a:lnTo>
                  <a:lnTo>
                    <a:pt x="99637" y="359913"/>
                  </a:lnTo>
                  <a:lnTo>
                    <a:pt x="99920" y="359565"/>
                  </a:lnTo>
                  <a:lnTo>
                    <a:pt x="100187" y="359267"/>
                  </a:lnTo>
                  <a:lnTo>
                    <a:pt x="100789" y="358768"/>
                  </a:lnTo>
                  <a:lnTo>
                    <a:pt x="100798" y="358614"/>
                  </a:lnTo>
                  <a:lnTo>
                    <a:pt x="100801" y="358215"/>
                  </a:lnTo>
                  <a:lnTo>
                    <a:pt x="100798" y="358001"/>
                  </a:lnTo>
                  <a:lnTo>
                    <a:pt x="100649" y="357347"/>
                  </a:lnTo>
                  <a:lnTo>
                    <a:pt x="100359" y="356886"/>
                  </a:lnTo>
                  <a:lnTo>
                    <a:pt x="100341" y="356739"/>
                  </a:lnTo>
                  <a:lnTo>
                    <a:pt x="100458" y="356406"/>
                  </a:lnTo>
                  <a:lnTo>
                    <a:pt x="100791" y="355961"/>
                  </a:lnTo>
                  <a:lnTo>
                    <a:pt x="101168" y="356226"/>
                  </a:lnTo>
                  <a:lnTo>
                    <a:pt x="101413" y="356141"/>
                  </a:lnTo>
                  <a:lnTo>
                    <a:pt x="101644" y="355778"/>
                  </a:lnTo>
                  <a:lnTo>
                    <a:pt x="101653" y="355141"/>
                  </a:lnTo>
                  <a:lnTo>
                    <a:pt x="101497" y="354957"/>
                  </a:lnTo>
                  <a:lnTo>
                    <a:pt x="101362" y="354817"/>
                  </a:lnTo>
                  <a:lnTo>
                    <a:pt x="101077" y="354626"/>
                  </a:lnTo>
                  <a:lnTo>
                    <a:pt x="100862" y="354297"/>
                  </a:lnTo>
                  <a:lnTo>
                    <a:pt x="101001" y="354147"/>
                  </a:lnTo>
                  <a:lnTo>
                    <a:pt x="101450" y="354258"/>
                  </a:lnTo>
                  <a:lnTo>
                    <a:pt x="101605" y="354327"/>
                  </a:lnTo>
                  <a:lnTo>
                    <a:pt x="102284" y="353917"/>
                  </a:lnTo>
                  <a:lnTo>
                    <a:pt x="101789" y="353326"/>
                  </a:lnTo>
                  <a:lnTo>
                    <a:pt x="101209" y="353447"/>
                  </a:lnTo>
                  <a:lnTo>
                    <a:pt x="100921" y="353200"/>
                  </a:lnTo>
                  <a:lnTo>
                    <a:pt x="100760" y="352311"/>
                  </a:lnTo>
                  <a:lnTo>
                    <a:pt x="100580" y="352083"/>
                  </a:lnTo>
                  <a:lnTo>
                    <a:pt x="100030" y="351923"/>
                  </a:lnTo>
                  <a:lnTo>
                    <a:pt x="99810" y="351847"/>
                  </a:lnTo>
                  <a:lnTo>
                    <a:pt x="99476" y="351651"/>
                  </a:lnTo>
                  <a:lnTo>
                    <a:pt x="98945" y="351323"/>
                  </a:lnTo>
                  <a:lnTo>
                    <a:pt x="98431" y="350541"/>
                  </a:lnTo>
                  <a:lnTo>
                    <a:pt x="98411" y="350351"/>
                  </a:lnTo>
                  <a:lnTo>
                    <a:pt x="98374" y="349875"/>
                  </a:lnTo>
                  <a:lnTo>
                    <a:pt x="98541" y="349616"/>
                  </a:lnTo>
                  <a:lnTo>
                    <a:pt x="98576" y="349245"/>
                  </a:lnTo>
                  <a:lnTo>
                    <a:pt x="98335" y="348561"/>
                  </a:lnTo>
                  <a:lnTo>
                    <a:pt x="97688" y="348241"/>
                  </a:lnTo>
                  <a:lnTo>
                    <a:pt x="97306" y="348127"/>
                  </a:lnTo>
                  <a:lnTo>
                    <a:pt x="96820" y="347596"/>
                  </a:lnTo>
                  <a:lnTo>
                    <a:pt x="96785" y="347168"/>
                  </a:lnTo>
                  <a:lnTo>
                    <a:pt x="96435" y="346944"/>
                  </a:lnTo>
                  <a:lnTo>
                    <a:pt x="96008" y="346736"/>
                  </a:lnTo>
                  <a:lnTo>
                    <a:pt x="95430" y="346318"/>
                  </a:lnTo>
                  <a:lnTo>
                    <a:pt x="95036" y="345736"/>
                  </a:lnTo>
                  <a:lnTo>
                    <a:pt x="94822" y="345425"/>
                  </a:lnTo>
                  <a:lnTo>
                    <a:pt x="94679" y="345035"/>
                  </a:lnTo>
                  <a:lnTo>
                    <a:pt x="94485" y="345078"/>
                  </a:lnTo>
                  <a:lnTo>
                    <a:pt x="94184" y="345199"/>
                  </a:lnTo>
                  <a:lnTo>
                    <a:pt x="94417" y="345531"/>
                  </a:lnTo>
                  <a:lnTo>
                    <a:pt x="94110" y="345783"/>
                  </a:lnTo>
                  <a:lnTo>
                    <a:pt x="93976" y="345845"/>
                  </a:lnTo>
                  <a:lnTo>
                    <a:pt x="93695" y="346017"/>
                  </a:lnTo>
                  <a:lnTo>
                    <a:pt x="93893" y="346392"/>
                  </a:lnTo>
                  <a:lnTo>
                    <a:pt x="94170" y="346442"/>
                  </a:lnTo>
                  <a:lnTo>
                    <a:pt x="94375" y="347042"/>
                  </a:lnTo>
                  <a:lnTo>
                    <a:pt x="94077" y="347010"/>
                  </a:lnTo>
                  <a:lnTo>
                    <a:pt x="93926" y="346991"/>
                  </a:lnTo>
                  <a:lnTo>
                    <a:pt x="93781" y="347051"/>
                  </a:lnTo>
                  <a:lnTo>
                    <a:pt x="93868" y="347524"/>
                  </a:lnTo>
                  <a:lnTo>
                    <a:pt x="93894" y="347769"/>
                  </a:lnTo>
                  <a:lnTo>
                    <a:pt x="94185" y="348359"/>
                  </a:lnTo>
                  <a:lnTo>
                    <a:pt x="94488" y="348804"/>
                  </a:lnTo>
                  <a:lnTo>
                    <a:pt x="94915" y="349168"/>
                  </a:lnTo>
                  <a:lnTo>
                    <a:pt x="95271" y="349318"/>
                  </a:lnTo>
                  <a:lnTo>
                    <a:pt x="95344" y="349446"/>
                  </a:lnTo>
                  <a:lnTo>
                    <a:pt x="95560" y="349823"/>
                  </a:lnTo>
                  <a:lnTo>
                    <a:pt x="95761" y="350175"/>
                  </a:lnTo>
                  <a:lnTo>
                    <a:pt x="95804" y="350446"/>
                  </a:lnTo>
                  <a:lnTo>
                    <a:pt x="95791" y="350708"/>
                  </a:lnTo>
                  <a:lnTo>
                    <a:pt x="96035" y="350800"/>
                  </a:lnTo>
                  <a:lnTo>
                    <a:pt x="96406" y="351793"/>
                  </a:lnTo>
                  <a:lnTo>
                    <a:pt x="96457" y="351949"/>
                  </a:lnTo>
                  <a:lnTo>
                    <a:pt x="96786" y="352371"/>
                  </a:lnTo>
                  <a:lnTo>
                    <a:pt x="97041" y="352865"/>
                  </a:lnTo>
                  <a:lnTo>
                    <a:pt x="96645" y="353366"/>
                  </a:lnTo>
                  <a:lnTo>
                    <a:pt x="96284" y="353565"/>
                  </a:lnTo>
                  <a:lnTo>
                    <a:pt x="95968" y="353489"/>
                  </a:lnTo>
                  <a:lnTo>
                    <a:pt x="96125" y="354263"/>
                  </a:lnTo>
                  <a:lnTo>
                    <a:pt x="96114" y="354716"/>
                  </a:lnTo>
                  <a:lnTo>
                    <a:pt x="95921" y="355194"/>
                  </a:lnTo>
                  <a:lnTo>
                    <a:pt x="95610" y="355677"/>
                  </a:lnTo>
                  <a:lnTo>
                    <a:pt x="95556" y="356124"/>
                  </a:lnTo>
                  <a:lnTo>
                    <a:pt x="95609" y="356399"/>
                  </a:lnTo>
                  <a:lnTo>
                    <a:pt x="96200" y="357330"/>
                  </a:lnTo>
                  <a:lnTo>
                    <a:pt x="96376" y="357490"/>
                  </a:lnTo>
                  <a:lnTo>
                    <a:pt x="96709" y="357554"/>
                  </a:lnTo>
                  <a:lnTo>
                    <a:pt x="96870" y="357705"/>
                  </a:lnTo>
                  <a:lnTo>
                    <a:pt x="96415" y="358127"/>
                  </a:lnTo>
                  <a:lnTo>
                    <a:pt x="95981" y="357747"/>
                  </a:lnTo>
                  <a:lnTo>
                    <a:pt x="95951" y="357568"/>
                  </a:lnTo>
                  <a:lnTo>
                    <a:pt x="95890" y="357368"/>
                  </a:lnTo>
                  <a:lnTo>
                    <a:pt x="95260" y="356957"/>
                  </a:lnTo>
                  <a:lnTo>
                    <a:pt x="95055" y="356784"/>
                  </a:lnTo>
                  <a:lnTo>
                    <a:pt x="94742" y="356444"/>
                  </a:lnTo>
                  <a:lnTo>
                    <a:pt x="94398" y="357170"/>
                  </a:lnTo>
                  <a:lnTo>
                    <a:pt x="94548" y="357326"/>
                  </a:lnTo>
                  <a:lnTo>
                    <a:pt x="94747" y="357465"/>
                  </a:lnTo>
                  <a:lnTo>
                    <a:pt x="94963" y="357715"/>
                  </a:lnTo>
                  <a:lnTo>
                    <a:pt x="95194" y="358060"/>
                  </a:lnTo>
                  <a:lnTo>
                    <a:pt x="95254" y="358394"/>
                  </a:lnTo>
                  <a:lnTo>
                    <a:pt x="95735" y="358780"/>
                  </a:lnTo>
                  <a:lnTo>
                    <a:pt x="96070" y="359128"/>
                  </a:lnTo>
                  <a:lnTo>
                    <a:pt x="95517" y="359404"/>
                  </a:lnTo>
                  <a:lnTo>
                    <a:pt x="95197" y="359674"/>
                  </a:lnTo>
                  <a:lnTo>
                    <a:pt x="95066" y="359733"/>
                  </a:lnTo>
                  <a:lnTo>
                    <a:pt x="94881" y="359790"/>
                  </a:lnTo>
                  <a:lnTo>
                    <a:pt x="94661" y="359706"/>
                  </a:lnTo>
                  <a:lnTo>
                    <a:pt x="94487" y="359617"/>
                  </a:lnTo>
                  <a:lnTo>
                    <a:pt x="94411" y="359243"/>
                  </a:lnTo>
                  <a:lnTo>
                    <a:pt x="93288" y="358378"/>
                  </a:lnTo>
                  <a:lnTo>
                    <a:pt x="92901" y="358509"/>
                  </a:lnTo>
                  <a:lnTo>
                    <a:pt x="92238" y="358182"/>
                  </a:lnTo>
                  <a:lnTo>
                    <a:pt x="91816" y="357940"/>
                  </a:lnTo>
                  <a:lnTo>
                    <a:pt x="91393" y="357837"/>
                  </a:lnTo>
                  <a:lnTo>
                    <a:pt x="90942" y="358403"/>
                  </a:lnTo>
                  <a:lnTo>
                    <a:pt x="91075" y="358650"/>
                  </a:lnTo>
                  <a:lnTo>
                    <a:pt x="90997" y="358972"/>
                  </a:lnTo>
                  <a:lnTo>
                    <a:pt x="90918" y="359294"/>
                  </a:lnTo>
                  <a:lnTo>
                    <a:pt x="90639" y="359752"/>
                  </a:lnTo>
                  <a:lnTo>
                    <a:pt x="90521" y="359913"/>
                  </a:lnTo>
                  <a:lnTo>
                    <a:pt x="90380" y="359994"/>
                  </a:lnTo>
                  <a:lnTo>
                    <a:pt x="90116" y="360076"/>
                  </a:lnTo>
                  <a:lnTo>
                    <a:pt x="89884" y="359704"/>
                  </a:lnTo>
                  <a:lnTo>
                    <a:pt x="89725" y="359462"/>
                  </a:lnTo>
                  <a:lnTo>
                    <a:pt x="89251" y="359478"/>
                  </a:lnTo>
                  <a:lnTo>
                    <a:pt x="89200" y="359627"/>
                  </a:lnTo>
                  <a:lnTo>
                    <a:pt x="88992" y="359662"/>
                  </a:lnTo>
                  <a:lnTo>
                    <a:pt x="88922" y="359434"/>
                  </a:lnTo>
                  <a:lnTo>
                    <a:pt x="88883" y="359257"/>
                  </a:lnTo>
                  <a:lnTo>
                    <a:pt x="88665" y="358673"/>
                  </a:lnTo>
                  <a:lnTo>
                    <a:pt x="88905" y="358448"/>
                  </a:lnTo>
                  <a:lnTo>
                    <a:pt x="89214" y="358062"/>
                  </a:lnTo>
                  <a:lnTo>
                    <a:pt x="89364" y="357188"/>
                  </a:lnTo>
                  <a:lnTo>
                    <a:pt x="89013" y="356482"/>
                  </a:lnTo>
                  <a:lnTo>
                    <a:pt x="88759" y="356312"/>
                  </a:lnTo>
                  <a:lnTo>
                    <a:pt x="88574" y="356156"/>
                  </a:lnTo>
                  <a:lnTo>
                    <a:pt x="88306" y="355641"/>
                  </a:lnTo>
                  <a:lnTo>
                    <a:pt x="88451" y="355230"/>
                  </a:lnTo>
                  <a:lnTo>
                    <a:pt x="88548" y="354779"/>
                  </a:lnTo>
                  <a:lnTo>
                    <a:pt x="88525" y="354628"/>
                  </a:lnTo>
                  <a:lnTo>
                    <a:pt x="88036" y="354568"/>
                  </a:lnTo>
                  <a:lnTo>
                    <a:pt x="87552" y="354235"/>
                  </a:lnTo>
                  <a:lnTo>
                    <a:pt x="87531" y="354010"/>
                  </a:lnTo>
                  <a:lnTo>
                    <a:pt x="87575" y="353827"/>
                  </a:lnTo>
                  <a:lnTo>
                    <a:pt x="87840" y="353436"/>
                  </a:lnTo>
                  <a:lnTo>
                    <a:pt x="87841" y="353041"/>
                  </a:lnTo>
                  <a:lnTo>
                    <a:pt x="87573" y="352781"/>
                  </a:lnTo>
                  <a:lnTo>
                    <a:pt x="87489" y="351816"/>
                  </a:lnTo>
                  <a:lnTo>
                    <a:pt x="87499" y="351413"/>
                  </a:lnTo>
                  <a:lnTo>
                    <a:pt x="87469" y="351044"/>
                  </a:lnTo>
                  <a:lnTo>
                    <a:pt x="87172" y="350898"/>
                  </a:lnTo>
                  <a:lnTo>
                    <a:pt x="86915" y="350857"/>
                  </a:lnTo>
                  <a:lnTo>
                    <a:pt x="86696" y="350528"/>
                  </a:lnTo>
                  <a:lnTo>
                    <a:pt x="86930" y="350483"/>
                  </a:lnTo>
                  <a:lnTo>
                    <a:pt x="86793" y="350208"/>
                  </a:lnTo>
                  <a:lnTo>
                    <a:pt x="86725" y="350071"/>
                  </a:lnTo>
                  <a:lnTo>
                    <a:pt x="86618" y="349886"/>
                  </a:lnTo>
                  <a:lnTo>
                    <a:pt x="86449" y="349796"/>
                  </a:lnTo>
                  <a:lnTo>
                    <a:pt x="86120" y="349563"/>
                  </a:lnTo>
                  <a:lnTo>
                    <a:pt x="86060" y="348975"/>
                  </a:lnTo>
                  <a:lnTo>
                    <a:pt x="86099" y="348620"/>
                  </a:lnTo>
                  <a:lnTo>
                    <a:pt x="86386" y="348322"/>
                  </a:lnTo>
                  <a:lnTo>
                    <a:pt x="86403" y="348078"/>
                  </a:lnTo>
                  <a:lnTo>
                    <a:pt x="85668" y="347412"/>
                  </a:lnTo>
                  <a:lnTo>
                    <a:pt x="85176" y="347337"/>
                  </a:lnTo>
                  <a:lnTo>
                    <a:pt x="85087" y="346997"/>
                  </a:lnTo>
                  <a:lnTo>
                    <a:pt x="85068" y="346657"/>
                  </a:lnTo>
                  <a:lnTo>
                    <a:pt x="85055" y="346433"/>
                  </a:lnTo>
                  <a:lnTo>
                    <a:pt x="85180" y="346093"/>
                  </a:lnTo>
                  <a:lnTo>
                    <a:pt x="85435" y="345885"/>
                  </a:lnTo>
                  <a:lnTo>
                    <a:pt x="85302" y="345333"/>
                  </a:lnTo>
                  <a:lnTo>
                    <a:pt x="85397" y="344748"/>
                  </a:lnTo>
                  <a:lnTo>
                    <a:pt x="85592" y="344655"/>
                  </a:lnTo>
                  <a:lnTo>
                    <a:pt x="85757" y="344523"/>
                  </a:lnTo>
                  <a:lnTo>
                    <a:pt x="85603" y="344284"/>
                  </a:lnTo>
                  <a:lnTo>
                    <a:pt x="85490" y="344058"/>
                  </a:lnTo>
                  <a:lnTo>
                    <a:pt x="85348" y="343566"/>
                  </a:lnTo>
                  <a:lnTo>
                    <a:pt x="85030" y="343481"/>
                  </a:lnTo>
                  <a:lnTo>
                    <a:pt x="84829" y="343345"/>
                  </a:lnTo>
                  <a:lnTo>
                    <a:pt x="84479" y="343071"/>
                  </a:lnTo>
                  <a:lnTo>
                    <a:pt x="84308" y="342757"/>
                  </a:lnTo>
                  <a:lnTo>
                    <a:pt x="84157" y="342303"/>
                  </a:lnTo>
                  <a:lnTo>
                    <a:pt x="83510" y="342083"/>
                  </a:lnTo>
                  <a:lnTo>
                    <a:pt x="83243" y="341696"/>
                  </a:lnTo>
                  <a:lnTo>
                    <a:pt x="82675" y="341450"/>
                  </a:lnTo>
                  <a:lnTo>
                    <a:pt x="82315" y="341140"/>
                  </a:lnTo>
                  <a:lnTo>
                    <a:pt x="82159" y="341029"/>
                  </a:lnTo>
                  <a:lnTo>
                    <a:pt x="81880" y="341054"/>
                  </a:lnTo>
                  <a:lnTo>
                    <a:pt x="81702" y="341297"/>
                  </a:lnTo>
                  <a:lnTo>
                    <a:pt x="81435" y="341442"/>
                  </a:lnTo>
                  <a:lnTo>
                    <a:pt x="80799" y="341683"/>
                  </a:lnTo>
                  <a:lnTo>
                    <a:pt x="80402" y="341663"/>
                  </a:lnTo>
                  <a:lnTo>
                    <a:pt x="80196" y="341615"/>
                  </a:lnTo>
                  <a:lnTo>
                    <a:pt x="79756" y="341690"/>
                  </a:lnTo>
                  <a:lnTo>
                    <a:pt x="79134" y="341924"/>
                  </a:lnTo>
                  <a:lnTo>
                    <a:pt x="78884" y="341973"/>
                  </a:lnTo>
                  <a:lnTo>
                    <a:pt x="78417" y="341852"/>
                  </a:lnTo>
                  <a:lnTo>
                    <a:pt x="78166" y="341652"/>
                  </a:lnTo>
                  <a:lnTo>
                    <a:pt x="77586" y="340872"/>
                  </a:lnTo>
                  <a:lnTo>
                    <a:pt x="77431" y="340898"/>
                  </a:lnTo>
                  <a:lnTo>
                    <a:pt x="77007" y="341129"/>
                  </a:lnTo>
                  <a:lnTo>
                    <a:pt x="76986" y="341351"/>
                  </a:lnTo>
                  <a:lnTo>
                    <a:pt x="76701" y="341526"/>
                  </a:lnTo>
                  <a:lnTo>
                    <a:pt x="76538" y="341563"/>
                  </a:lnTo>
                  <a:lnTo>
                    <a:pt x="76072" y="341232"/>
                  </a:lnTo>
                  <a:lnTo>
                    <a:pt x="76159" y="340982"/>
                  </a:lnTo>
                  <a:lnTo>
                    <a:pt x="76266" y="340740"/>
                  </a:lnTo>
                  <a:lnTo>
                    <a:pt x="76380" y="340522"/>
                  </a:lnTo>
                  <a:lnTo>
                    <a:pt x="76121" y="340101"/>
                  </a:lnTo>
                  <a:lnTo>
                    <a:pt x="76522" y="339647"/>
                  </a:lnTo>
                  <a:lnTo>
                    <a:pt x="76324" y="339225"/>
                  </a:lnTo>
                  <a:lnTo>
                    <a:pt x="76113" y="339159"/>
                  </a:lnTo>
                  <a:lnTo>
                    <a:pt x="75818" y="339247"/>
                  </a:lnTo>
                  <a:lnTo>
                    <a:pt x="75589" y="339505"/>
                  </a:lnTo>
                  <a:lnTo>
                    <a:pt x="75128" y="339196"/>
                  </a:lnTo>
                  <a:lnTo>
                    <a:pt x="74834" y="338807"/>
                  </a:lnTo>
                  <a:lnTo>
                    <a:pt x="74533" y="338270"/>
                  </a:lnTo>
                  <a:lnTo>
                    <a:pt x="74317" y="338148"/>
                  </a:lnTo>
                  <a:lnTo>
                    <a:pt x="73717" y="337996"/>
                  </a:lnTo>
                  <a:lnTo>
                    <a:pt x="73499" y="338139"/>
                  </a:lnTo>
                  <a:lnTo>
                    <a:pt x="73390" y="338391"/>
                  </a:lnTo>
                  <a:lnTo>
                    <a:pt x="73637" y="338408"/>
                  </a:lnTo>
                  <a:lnTo>
                    <a:pt x="74064" y="338707"/>
                  </a:lnTo>
                  <a:lnTo>
                    <a:pt x="73966" y="338850"/>
                  </a:lnTo>
                  <a:lnTo>
                    <a:pt x="73746" y="338871"/>
                  </a:lnTo>
                  <a:lnTo>
                    <a:pt x="73512" y="338893"/>
                  </a:lnTo>
                  <a:lnTo>
                    <a:pt x="73128" y="338586"/>
                  </a:lnTo>
                  <a:lnTo>
                    <a:pt x="72896" y="339013"/>
                  </a:lnTo>
                  <a:lnTo>
                    <a:pt x="72781" y="339202"/>
                  </a:lnTo>
                  <a:lnTo>
                    <a:pt x="72410" y="339651"/>
                  </a:lnTo>
                  <a:lnTo>
                    <a:pt x="72129" y="339915"/>
                  </a:lnTo>
                  <a:lnTo>
                    <a:pt x="71867" y="340039"/>
                  </a:lnTo>
                  <a:lnTo>
                    <a:pt x="71369" y="340196"/>
                  </a:lnTo>
                  <a:lnTo>
                    <a:pt x="71169" y="340294"/>
                  </a:lnTo>
                  <a:lnTo>
                    <a:pt x="70763" y="341198"/>
                  </a:lnTo>
                  <a:lnTo>
                    <a:pt x="70909" y="341459"/>
                  </a:lnTo>
                  <a:lnTo>
                    <a:pt x="70661" y="341900"/>
                  </a:lnTo>
                  <a:lnTo>
                    <a:pt x="70442" y="341571"/>
                  </a:lnTo>
                  <a:lnTo>
                    <a:pt x="70060" y="341420"/>
                  </a:lnTo>
                  <a:lnTo>
                    <a:pt x="69836" y="341448"/>
                  </a:lnTo>
                  <a:lnTo>
                    <a:pt x="69634" y="341244"/>
                  </a:lnTo>
                  <a:lnTo>
                    <a:pt x="69758" y="340856"/>
                  </a:lnTo>
                  <a:lnTo>
                    <a:pt x="69728" y="340676"/>
                  </a:lnTo>
                  <a:lnTo>
                    <a:pt x="69674" y="340406"/>
                  </a:lnTo>
                  <a:lnTo>
                    <a:pt x="69523" y="340223"/>
                  </a:lnTo>
                  <a:lnTo>
                    <a:pt x="69106" y="340181"/>
                  </a:lnTo>
                  <a:lnTo>
                    <a:pt x="68804" y="340343"/>
                  </a:lnTo>
                  <a:lnTo>
                    <a:pt x="68289" y="340525"/>
                  </a:lnTo>
                  <a:lnTo>
                    <a:pt x="67806" y="340236"/>
                  </a:lnTo>
                  <a:lnTo>
                    <a:pt x="67562" y="339981"/>
                  </a:lnTo>
                  <a:lnTo>
                    <a:pt x="67002" y="339826"/>
                  </a:lnTo>
                  <a:lnTo>
                    <a:pt x="66642" y="339834"/>
                  </a:lnTo>
                  <a:lnTo>
                    <a:pt x="66355" y="339834"/>
                  </a:lnTo>
                  <a:lnTo>
                    <a:pt x="66070" y="340172"/>
                  </a:lnTo>
                  <a:lnTo>
                    <a:pt x="65875" y="340157"/>
                  </a:lnTo>
                  <a:lnTo>
                    <a:pt x="65718" y="340026"/>
                  </a:lnTo>
                  <a:lnTo>
                    <a:pt x="65587" y="339753"/>
                  </a:lnTo>
                  <a:lnTo>
                    <a:pt x="66203" y="339512"/>
                  </a:lnTo>
                  <a:lnTo>
                    <a:pt x="66320" y="339244"/>
                  </a:lnTo>
                  <a:lnTo>
                    <a:pt x="66191" y="339089"/>
                  </a:lnTo>
                  <a:lnTo>
                    <a:pt x="65932" y="339109"/>
                  </a:lnTo>
                  <a:lnTo>
                    <a:pt x="65720" y="338536"/>
                  </a:lnTo>
                  <a:lnTo>
                    <a:pt x="65109" y="337907"/>
                  </a:lnTo>
                  <a:lnTo>
                    <a:pt x="64759" y="337791"/>
                  </a:lnTo>
                  <a:lnTo>
                    <a:pt x="64506" y="337707"/>
                  </a:lnTo>
                  <a:lnTo>
                    <a:pt x="64261" y="337483"/>
                  </a:lnTo>
                  <a:lnTo>
                    <a:pt x="64306" y="336121"/>
                  </a:lnTo>
                  <a:lnTo>
                    <a:pt x="63904" y="335570"/>
                  </a:lnTo>
                  <a:lnTo>
                    <a:pt x="63819" y="335333"/>
                  </a:lnTo>
                  <a:lnTo>
                    <a:pt x="63621" y="335308"/>
                  </a:lnTo>
                  <a:lnTo>
                    <a:pt x="63462" y="335076"/>
                  </a:lnTo>
                  <a:lnTo>
                    <a:pt x="63668" y="334659"/>
                  </a:lnTo>
                  <a:lnTo>
                    <a:pt x="63848" y="334425"/>
                  </a:lnTo>
                  <a:lnTo>
                    <a:pt x="64080" y="333903"/>
                  </a:lnTo>
                  <a:lnTo>
                    <a:pt x="64058" y="333513"/>
                  </a:lnTo>
                  <a:lnTo>
                    <a:pt x="63595" y="333372"/>
                  </a:lnTo>
                  <a:lnTo>
                    <a:pt x="63481" y="332948"/>
                  </a:lnTo>
                  <a:lnTo>
                    <a:pt x="63515" y="332769"/>
                  </a:lnTo>
                  <a:lnTo>
                    <a:pt x="63229" y="332385"/>
                  </a:lnTo>
                  <a:lnTo>
                    <a:pt x="62884" y="332267"/>
                  </a:lnTo>
                  <a:lnTo>
                    <a:pt x="62931" y="331846"/>
                  </a:lnTo>
                  <a:lnTo>
                    <a:pt x="63011" y="331169"/>
                  </a:lnTo>
                  <a:lnTo>
                    <a:pt x="63932" y="330538"/>
                  </a:lnTo>
                  <a:lnTo>
                    <a:pt x="63635" y="330234"/>
                  </a:lnTo>
                  <a:lnTo>
                    <a:pt x="63369" y="330584"/>
                  </a:lnTo>
                  <a:lnTo>
                    <a:pt x="62926" y="330369"/>
                  </a:lnTo>
                  <a:lnTo>
                    <a:pt x="62970" y="330079"/>
                  </a:lnTo>
                  <a:lnTo>
                    <a:pt x="62995" y="329913"/>
                  </a:lnTo>
                  <a:lnTo>
                    <a:pt x="62853" y="329524"/>
                  </a:lnTo>
                  <a:lnTo>
                    <a:pt x="62868" y="329266"/>
                  </a:lnTo>
                  <a:lnTo>
                    <a:pt x="62573" y="328742"/>
                  </a:lnTo>
                  <a:lnTo>
                    <a:pt x="62129" y="328261"/>
                  </a:lnTo>
                  <a:lnTo>
                    <a:pt x="62259" y="328065"/>
                  </a:lnTo>
                  <a:lnTo>
                    <a:pt x="62699" y="327767"/>
                  </a:lnTo>
                  <a:lnTo>
                    <a:pt x="62656" y="327507"/>
                  </a:lnTo>
                  <a:lnTo>
                    <a:pt x="62018" y="326951"/>
                  </a:lnTo>
                  <a:lnTo>
                    <a:pt x="62111" y="326672"/>
                  </a:lnTo>
                  <a:lnTo>
                    <a:pt x="61986" y="326311"/>
                  </a:lnTo>
                  <a:lnTo>
                    <a:pt x="61924" y="326144"/>
                  </a:lnTo>
                  <a:lnTo>
                    <a:pt x="62060" y="325716"/>
                  </a:lnTo>
                  <a:lnTo>
                    <a:pt x="62053" y="325432"/>
                  </a:lnTo>
                  <a:lnTo>
                    <a:pt x="61847" y="325142"/>
                  </a:lnTo>
                  <a:lnTo>
                    <a:pt x="61625" y="324660"/>
                  </a:lnTo>
                  <a:lnTo>
                    <a:pt x="61655" y="324466"/>
                  </a:lnTo>
                  <a:lnTo>
                    <a:pt x="61301" y="323825"/>
                  </a:lnTo>
                  <a:lnTo>
                    <a:pt x="61339" y="323424"/>
                  </a:lnTo>
                  <a:lnTo>
                    <a:pt x="61359" y="323293"/>
                  </a:lnTo>
                  <a:lnTo>
                    <a:pt x="61623" y="322994"/>
                  </a:lnTo>
                  <a:lnTo>
                    <a:pt x="62205" y="322967"/>
                  </a:lnTo>
                  <a:lnTo>
                    <a:pt x="62427" y="322811"/>
                  </a:lnTo>
                  <a:lnTo>
                    <a:pt x="62306" y="322667"/>
                  </a:lnTo>
                  <a:lnTo>
                    <a:pt x="61719" y="322545"/>
                  </a:lnTo>
                  <a:lnTo>
                    <a:pt x="61325" y="322776"/>
                  </a:lnTo>
                  <a:lnTo>
                    <a:pt x="60976" y="323155"/>
                  </a:lnTo>
                  <a:lnTo>
                    <a:pt x="60700" y="323725"/>
                  </a:lnTo>
                  <a:lnTo>
                    <a:pt x="60488" y="323658"/>
                  </a:lnTo>
                  <a:lnTo>
                    <a:pt x="60041" y="323947"/>
                  </a:lnTo>
                  <a:lnTo>
                    <a:pt x="60511" y="324427"/>
                  </a:lnTo>
                  <a:lnTo>
                    <a:pt x="60294" y="324747"/>
                  </a:lnTo>
                  <a:lnTo>
                    <a:pt x="59813" y="324811"/>
                  </a:lnTo>
                  <a:lnTo>
                    <a:pt x="59549" y="324706"/>
                  </a:lnTo>
                  <a:lnTo>
                    <a:pt x="59392" y="324638"/>
                  </a:lnTo>
                  <a:lnTo>
                    <a:pt x="59062" y="324282"/>
                  </a:lnTo>
                  <a:lnTo>
                    <a:pt x="59226" y="323610"/>
                  </a:lnTo>
                  <a:lnTo>
                    <a:pt x="58673" y="323652"/>
                  </a:lnTo>
                  <a:lnTo>
                    <a:pt x="58345" y="323832"/>
                  </a:lnTo>
                  <a:lnTo>
                    <a:pt x="57968" y="324575"/>
                  </a:lnTo>
                  <a:lnTo>
                    <a:pt x="57708" y="324585"/>
                  </a:lnTo>
                  <a:lnTo>
                    <a:pt x="57840" y="324370"/>
                  </a:lnTo>
                  <a:lnTo>
                    <a:pt x="57575" y="323729"/>
                  </a:lnTo>
                  <a:lnTo>
                    <a:pt x="57357" y="323843"/>
                  </a:lnTo>
                  <a:lnTo>
                    <a:pt x="56620" y="323902"/>
                  </a:lnTo>
                  <a:lnTo>
                    <a:pt x="56423" y="323881"/>
                  </a:lnTo>
                  <a:lnTo>
                    <a:pt x="56111" y="323718"/>
                  </a:lnTo>
                  <a:lnTo>
                    <a:pt x="55624" y="323519"/>
                  </a:lnTo>
                  <a:lnTo>
                    <a:pt x="54734" y="323786"/>
                  </a:lnTo>
                  <a:lnTo>
                    <a:pt x="54488" y="323902"/>
                  </a:lnTo>
                  <a:lnTo>
                    <a:pt x="54243" y="324023"/>
                  </a:lnTo>
                  <a:lnTo>
                    <a:pt x="53902" y="324243"/>
                  </a:lnTo>
                  <a:lnTo>
                    <a:pt x="53578" y="323957"/>
                  </a:lnTo>
                  <a:lnTo>
                    <a:pt x="53527" y="323740"/>
                  </a:lnTo>
                  <a:lnTo>
                    <a:pt x="53721" y="323318"/>
                  </a:lnTo>
                  <a:lnTo>
                    <a:pt x="53426" y="323158"/>
                  </a:lnTo>
                  <a:lnTo>
                    <a:pt x="53270" y="323217"/>
                  </a:lnTo>
                  <a:lnTo>
                    <a:pt x="52820" y="323467"/>
                  </a:lnTo>
                  <a:lnTo>
                    <a:pt x="52518" y="323593"/>
                  </a:lnTo>
                  <a:lnTo>
                    <a:pt x="51976" y="323219"/>
                  </a:lnTo>
                  <a:lnTo>
                    <a:pt x="51839" y="323152"/>
                  </a:lnTo>
                  <a:lnTo>
                    <a:pt x="51388" y="322960"/>
                  </a:lnTo>
                  <a:lnTo>
                    <a:pt x="51727" y="321684"/>
                  </a:lnTo>
                  <a:lnTo>
                    <a:pt x="51656" y="321353"/>
                  </a:lnTo>
                  <a:lnTo>
                    <a:pt x="51525" y="321227"/>
                  </a:lnTo>
                  <a:lnTo>
                    <a:pt x="51202" y="321300"/>
                  </a:lnTo>
                  <a:lnTo>
                    <a:pt x="50649" y="321463"/>
                  </a:lnTo>
                  <a:lnTo>
                    <a:pt x="50126" y="321650"/>
                  </a:lnTo>
                  <a:lnTo>
                    <a:pt x="49948" y="321770"/>
                  </a:lnTo>
                  <a:lnTo>
                    <a:pt x="49678" y="321903"/>
                  </a:lnTo>
                  <a:lnTo>
                    <a:pt x="49779" y="321529"/>
                  </a:lnTo>
                  <a:lnTo>
                    <a:pt x="49871" y="320910"/>
                  </a:lnTo>
                  <a:lnTo>
                    <a:pt x="49634" y="320246"/>
                  </a:lnTo>
                  <a:lnTo>
                    <a:pt x="49591" y="320009"/>
                  </a:lnTo>
                  <a:lnTo>
                    <a:pt x="49814" y="319713"/>
                  </a:lnTo>
                  <a:lnTo>
                    <a:pt x="50184" y="319532"/>
                  </a:lnTo>
                  <a:lnTo>
                    <a:pt x="50410" y="318984"/>
                  </a:lnTo>
                  <a:lnTo>
                    <a:pt x="50215" y="318606"/>
                  </a:lnTo>
                  <a:lnTo>
                    <a:pt x="50490" y="318387"/>
                  </a:lnTo>
                  <a:lnTo>
                    <a:pt x="50699" y="318220"/>
                  </a:lnTo>
                  <a:lnTo>
                    <a:pt x="50623" y="317964"/>
                  </a:lnTo>
                  <a:lnTo>
                    <a:pt x="50727" y="317626"/>
                  </a:lnTo>
                  <a:lnTo>
                    <a:pt x="50199" y="317118"/>
                  </a:lnTo>
                  <a:lnTo>
                    <a:pt x="50007" y="316727"/>
                  </a:lnTo>
                  <a:lnTo>
                    <a:pt x="49859" y="316700"/>
                  </a:lnTo>
                  <a:lnTo>
                    <a:pt x="49685" y="316668"/>
                  </a:lnTo>
                  <a:lnTo>
                    <a:pt x="49439" y="316623"/>
                  </a:lnTo>
                  <a:lnTo>
                    <a:pt x="48855" y="316516"/>
                  </a:lnTo>
                  <a:lnTo>
                    <a:pt x="48011" y="316663"/>
                  </a:lnTo>
                  <a:lnTo>
                    <a:pt x="47695" y="316734"/>
                  </a:lnTo>
                  <a:lnTo>
                    <a:pt x="47752" y="316513"/>
                  </a:lnTo>
                  <a:lnTo>
                    <a:pt x="48170" y="316189"/>
                  </a:lnTo>
                  <a:lnTo>
                    <a:pt x="48405" y="316044"/>
                  </a:lnTo>
                  <a:lnTo>
                    <a:pt x="48786" y="315812"/>
                  </a:lnTo>
                  <a:lnTo>
                    <a:pt x="48633" y="315440"/>
                  </a:lnTo>
                  <a:lnTo>
                    <a:pt x="48407" y="315073"/>
                  </a:lnTo>
                  <a:lnTo>
                    <a:pt x="47780" y="314823"/>
                  </a:lnTo>
                  <a:lnTo>
                    <a:pt x="47229" y="315040"/>
                  </a:lnTo>
                  <a:lnTo>
                    <a:pt x="46918" y="315371"/>
                  </a:lnTo>
                  <a:lnTo>
                    <a:pt x="46469" y="315311"/>
                  </a:lnTo>
                  <a:lnTo>
                    <a:pt x="46362" y="315527"/>
                  </a:lnTo>
                  <a:lnTo>
                    <a:pt x="46176" y="315694"/>
                  </a:lnTo>
                  <a:lnTo>
                    <a:pt x="45871" y="315488"/>
                  </a:lnTo>
                  <a:lnTo>
                    <a:pt x="45641" y="315313"/>
                  </a:lnTo>
                  <a:lnTo>
                    <a:pt x="45968" y="315170"/>
                  </a:lnTo>
                  <a:lnTo>
                    <a:pt x="46133" y="315022"/>
                  </a:lnTo>
                  <a:lnTo>
                    <a:pt x="46260" y="314746"/>
                  </a:lnTo>
                  <a:lnTo>
                    <a:pt x="46209" y="314503"/>
                  </a:lnTo>
                  <a:lnTo>
                    <a:pt x="45483" y="314041"/>
                  </a:lnTo>
                  <a:lnTo>
                    <a:pt x="45461" y="313710"/>
                  </a:lnTo>
                  <a:lnTo>
                    <a:pt x="45556" y="313385"/>
                  </a:lnTo>
                  <a:lnTo>
                    <a:pt x="45472" y="312733"/>
                  </a:lnTo>
                  <a:lnTo>
                    <a:pt x="45428" y="312446"/>
                  </a:lnTo>
                  <a:lnTo>
                    <a:pt x="45421" y="312119"/>
                  </a:lnTo>
                  <a:lnTo>
                    <a:pt x="45100" y="311735"/>
                  </a:lnTo>
                  <a:lnTo>
                    <a:pt x="44732" y="311344"/>
                  </a:lnTo>
                  <a:lnTo>
                    <a:pt x="44651" y="311175"/>
                  </a:lnTo>
                  <a:lnTo>
                    <a:pt x="44382" y="311111"/>
                  </a:lnTo>
                  <a:lnTo>
                    <a:pt x="44316" y="310875"/>
                  </a:lnTo>
                  <a:lnTo>
                    <a:pt x="44330" y="310513"/>
                  </a:lnTo>
                  <a:lnTo>
                    <a:pt x="44367" y="310265"/>
                  </a:lnTo>
                  <a:lnTo>
                    <a:pt x="44409" y="309984"/>
                  </a:lnTo>
                  <a:lnTo>
                    <a:pt x="44451" y="309699"/>
                  </a:lnTo>
                  <a:lnTo>
                    <a:pt x="44551" y="309391"/>
                  </a:lnTo>
                  <a:lnTo>
                    <a:pt x="44621" y="309175"/>
                  </a:lnTo>
                  <a:lnTo>
                    <a:pt x="44909" y="309096"/>
                  </a:lnTo>
                  <a:lnTo>
                    <a:pt x="45322" y="309049"/>
                  </a:lnTo>
                  <a:lnTo>
                    <a:pt x="45353" y="308900"/>
                  </a:lnTo>
                  <a:lnTo>
                    <a:pt x="45137" y="308100"/>
                  </a:lnTo>
                  <a:lnTo>
                    <a:pt x="45704" y="307556"/>
                  </a:lnTo>
                  <a:lnTo>
                    <a:pt x="45709" y="308139"/>
                  </a:lnTo>
                  <a:lnTo>
                    <a:pt x="46005" y="308118"/>
                  </a:lnTo>
                  <a:lnTo>
                    <a:pt x="46136" y="308109"/>
                  </a:lnTo>
                  <a:lnTo>
                    <a:pt x="46389" y="307766"/>
                  </a:lnTo>
                  <a:lnTo>
                    <a:pt x="46452" y="307533"/>
                  </a:lnTo>
                  <a:lnTo>
                    <a:pt x="46537" y="307086"/>
                  </a:lnTo>
                  <a:lnTo>
                    <a:pt x="46652" y="306891"/>
                  </a:lnTo>
                  <a:lnTo>
                    <a:pt x="47888" y="306314"/>
                  </a:lnTo>
                  <a:lnTo>
                    <a:pt x="47834" y="306142"/>
                  </a:lnTo>
                  <a:lnTo>
                    <a:pt x="47775" y="305951"/>
                  </a:lnTo>
                  <a:lnTo>
                    <a:pt x="48102" y="305754"/>
                  </a:lnTo>
                  <a:lnTo>
                    <a:pt x="48307" y="305663"/>
                  </a:lnTo>
                  <a:lnTo>
                    <a:pt x="48586" y="305448"/>
                  </a:lnTo>
                  <a:lnTo>
                    <a:pt x="48528" y="305265"/>
                  </a:lnTo>
                  <a:lnTo>
                    <a:pt x="48152" y="304621"/>
                  </a:lnTo>
                  <a:lnTo>
                    <a:pt x="48382" y="304525"/>
                  </a:lnTo>
                  <a:lnTo>
                    <a:pt x="48454" y="304253"/>
                  </a:lnTo>
                  <a:lnTo>
                    <a:pt x="48926" y="304457"/>
                  </a:lnTo>
                  <a:lnTo>
                    <a:pt x="49245" y="304100"/>
                  </a:lnTo>
                  <a:lnTo>
                    <a:pt x="49433" y="303877"/>
                  </a:lnTo>
                  <a:lnTo>
                    <a:pt x="49699" y="303686"/>
                  </a:lnTo>
                  <a:lnTo>
                    <a:pt x="49926" y="303809"/>
                  </a:lnTo>
                  <a:lnTo>
                    <a:pt x="50343" y="304247"/>
                  </a:lnTo>
                  <a:lnTo>
                    <a:pt x="50544" y="304264"/>
                  </a:lnTo>
                  <a:lnTo>
                    <a:pt x="50885" y="304287"/>
                  </a:lnTo>
                  <a:lnTo>
                    <a:pt x="51123" y="304304"/>
                  </a:lnTo>
                  <a:lnTo>
                    <a:pt x="51614" y="304391"/>
                  </a:lnTo>
                  <a:lnTo>
                    <a:pt x="52159" y="304292"/>
                  </a:lnTo>
                  <a:lnTo>
                    <a:pt x="52395" y="304103"/>
                  </a:lnTo>
                  <a:lnTo>
                    <a:pt x="52315" y="303876"/>
                  </a:lnTo>
                  <a:lnTo>
                    <a:pt x="51990" y="303186"/>
                  </a:lnTo>
                  <a:lnTo>
                    <a:pt x="52020" y="302675"/>
                  </a:lnTo>
                  <a:lnTo>
                    <a:pt x="52247" y="302300"/>
                  </a:lnTo>
                  <a:lnTo>
                    <a:pt x="52479" y="302184"/>
                  </a:lnTo>
                  <a:lnTo>
                    <a:pt x="52807" y="302088"/>
                  </a:lnTo>
                  <a:lnTo>
                    <a:pt x="52926" y="302245"/>
                  </a:lnTo>
                  <a:lnTo>
                    <a:pt x="53150" y="302655"/>
                  </a:lnTo>
                  <a:lnTo>
                    <a:pt x="53779" y="302820"/>
                  </a:lnTo>
                  <a:lnTo>
                    <a:pt x="54049" y="302946"/>
                  </a:lnTo>
                  <a:lnTo>
                    <a:pt x="54208" y="303188"/>
                  </a:lnTo>
                  <a:lnTo>
                    <a:pt x="54275" y="303322"/>
                  </a:lnTo>
                  <a:lnTo>
                    <a:pt x="54505" y="303371"/>
                  </a:lnTo>
                  <a:lnTo>
                    <a:pt x="54508" y="302996"/>
                  </a:lnTo>
                  <a:lnTo>
                    <a:pt x="54437" y="302708"/>
                  </a:lnTo>
                  <a:lnTo>
                    <a:pt x="55119" y="302126"/>
                  </a:lnTo>
                  <a:lnTo>
                    <a:pt x="54935" y="301702"/>
                  </a:lnTo>
                  <a:lnTo>
                    <a:pt x="55053" y="301401"/>
                  </a:lnTo>
                  <a:lnTo>
                    <a:pt x="55470" y="301571"/>
                  </a:lnTo>
                  <a:lnTo>
                    <a:pt x="55674" y="301804"/>
                  </a:lnTo>
                  <a:lnTo>
                    <a:pt x="56024" y="301756"/>
                  </a:lnTo>
                  <a:lnTo>
                    <a:pt x="56134" y="300987"/>
                  </a:lnTo>
                  <a:lnTo>
                    <a:pt x="56384" y="300824"/>
                  </a:lnTo>
                  <a:lnTo>
                    <a:pt x="56289" y="300233"/>
                  </a:lnTo>
                  <a:lnTo>
                    <a:pt x="56124" y="300120"/>
                  </a:lnTo>
                  <a:lnTo>
                    <a:pt x="56654" y="299266"/>
                  </a:lnTo>
                  <a:lnTo>
                    <a:pt x="56552" y="298670"/>
                  </a:lnTo>
                  <a:lnTo>
                    <a:pt x="56642" y="298311"/>
                  </a:lnTo>
                  <a:lnTo>
                    <a:pt x="56821" y="297827"/>
                  </a:lnTo>
                  <a:lnTo>
                    <a:pt x="57628" y="297387"/>
                  </a:lnTo>
                  <a:lnTo>
                    <a:pt x="57744" y="296969"/>
                  </a:lnTo>
                  <a:lnTo>
                    <a:pt x="57762" y="296778"/>
                  </a:lnTo>
                  <a:lnTo>
                    <a:pt x="57858" y="296546"/>
                  </a:lnTo>
                  <a:lnTo>
                    <a:pt x="58307" y="296196"/>
                  </a:lnTo>
                  <a:lnTo>
                    <a:pt x="58676" y="296456"/>
                  </a:lnTo>
                  <a:lnTo>
                    <a:pt x="59335" y="296291"/>
                  </a:lnTo>
                  <a:lnTo>
                    <a:pt x="59499" y="296251"/>
                  </a:lnTo>
                  <a:lnTo>
                    <a:pt x="59653" y="296213"/>
                  </a:lnTo>
                  <a:lnTo>
                    <a:pt x="60097" y="296221"/>
                  </a:lnTo>
                  <a:lnTo>
                    <a:pt x="60457" y="295788"/>
                  </a:lnTo>
                  <a:lnTo>
                    <a:pt x="60734" y="295603"/>
                  </a:lnTo>
                  <a:lnTo>
                    <a:pt x="61466" y="296101"/>
                  </a:lnTo>
                  <a:lnTo>
                    <a:pt x="61609" y="296175"/>
                  </a:lnTo>
                  <a:lnTo>
                    <a:pt x="62380" y="295949"/>
                  </a:lnTo>
                  <a:lnTo>
                    <a:pt x="62504" y="295663"/>
                  </a:lnTo>
                  <a:lnTo>
                    <a:pt x="62640" y="295398"/>
                  </a:lnTo>
                  <a:lnTo>
                    <a:pt x="62821" y="295345"/>
                  </a:lnTo>
                  <a:lnTo>
                    <a:pt x="63082" y="294978"/>
                  </a:lnTo>
                  <a:lnTo>
                    <a:pt x="63105" y="294843"/>
                  </a:lnTo>
                  <a:lnTo>
                    <a:pt x="63127" y="294629"/>
                  </a:lnTo>
                  <a:lnTo>
                    <a:pt x="63153" y="294373"/>
                  </a:lnTo>
                  <a:lnTo>
                    <a:pt x="63165" y="294243"/>
                  </a:lnTo>
                  <a:lnTo>
                    <a:pt x="63093" y="294052"/>
                  </a:lnTo>
                  <a:lnTo>
                    <a:pt x="62925" y="293759"/>
                  </a:lnTo>
                  <a:lnTo>
                    <a:pt x="62637" y="293742"/>
                  </a:lnTo>
                  <a:lnTo>
                    <a:pt x="62363" y="293613"/>
                  </a:lnTo>
                  <a:lnTo>
                    <a:pt x="62141" y="293216"/>
                  </a:lnTo>
                  <a:lnTo>
                    <a:pt x="62344" y="293001"/>
                  </a:lnTo>
                  <a:lnTo>
                    <a:pt x="62311" y="292835"/>
                  </a:lnTo>
                  <a:lnTo>
                    <a:pt x="62268" y="292618"/>
                  </a:lnTo>
                  <a:lnTo>
                    <a:pt x="62064" y="292523"/>
                  </a:lnTo>
                  <a:lnTo>
                    <a:pt x="61872" y="292250"/>
                  </a:lnTo>
                  <a:lnTo>
                    <a:pt x="61790" y="292004"/>
                  </a:lnTo>
                  <a:lnTo>
                    <a:pt x="62120" y="292064"/>
                  </a:lnTo>
                  <a:lnTo>
                    <a:pt x="62306" y="291931"/>
                  </a:lnTo>
                  <a:lnTo>
                    <a:pt x="62476" y="291265"/>
                  </a:lnTo>
                  <a:lnTo>
                    <a:pt x="62567" y="291064"/>
                  </a:lnTo>
                  <a:lnTo>
                    <a:pt x="62751" y="290918"/>
                  </a:lnTo>
                  <a:lnTo>
                    <a:pt x="63018" y="290558"/>
                  </a:lnTo>
                  <a:lnTo>
                    <a:pt x="62800" y="289923"/>
                  </a:lnTo>
                  <a:lnTo>
                    <a:pt x="62684" y="289747"/>
                  </a:lnTo>
                  <a:lnTo>
                    <a:pt x="62698" y="289329"/>
                  </a:lnTo>
                  <a:lnTo>
                    <a:pt x="62936" y="288845"/>
                  </a:lnTo>
                  <a:lnTo>
                    <a:pt x="63070" y="288604"/>
                  </a:lnTo>
                  <a:lnTo>
                    <a:pt x="63388" y="288519"/>
                  </a:lnTo>
                  <a:lnTo>
                    <a:pt x="63702" y="288435"/>
                  </a:lnTo>
                  <a:lnTo>
                    <a:pt x="64064" y="287779"/>
                  </a:lnTo>
                  <a:lnTo>
                    <a:pt x="63966" y="287369"/>
                  </a:lnTo>
                  <a:lnTo>
                    <a:pt x="63696" y="286899"/>
                  </a:lnTo>
                  <a:lnTo>
                    <a:pt x="63488" y="286939"/>
                  </a:lnTo>
                  <a:lnTo>
                    <a:pt x="63193" y="287147"/>
                  </a:lnTo>
                  <a:lnTo>
                    <a:pt x="62814" y="287184"/>
                  </a:lnTo>
                  <a:lnTo>
                    <a:pt x="62775" y="286837"/>
                  </a:lnTo>
                  <a:lnTo>
                    <a:pt x="62451" y="286553"/>
                  </a:lnTo>
                  <a:lnTo>
                    <a:pt x="62215" y="286767"/>
                  </a:lnTo>
                  <a:lnTo>
                    <a:pt x="61970" y="286830"/>
                  </a:lnTo>
                  <a:lnTo>
                    <a:pt x="61096" y="286550"/>
                  </a:lnTo>
                  <a:lnTo>
                    <a:pt x="61013" y="286227"/>
                  </a:lnTo>
                  <a:lnTo>
                    <a:pt x="60584" y="285136"/>
                  </a:lnTo>
                  <a:lnTo>
                    <a:pt x="60349" y="285127"/>
                  </a:lnTo>
                  <a:lnTo>
                    <a:pt x="60176" y="285253"/>
                  </a:lnTo>
                  <a:lnTo>
                    <a:pt x="59915" y="285271"/>
                  </a:lnTo>
                  <a:lnTo>
                    <a:pt x="59108" y="284999"/>
                  </a:lnTo>
                  <a:lnTo>
                    <a:pt x="59036" y="284792"/>
                  </a:lnTo>
                  <a:lnTo>
                    <a:pt x="58974" y="284032"/>
                  </a:lnTo>
                  <a:lnTo>
                    <a:pt x="59045" y="283890"/>
                  </a:lnTo>
                  <a:lnTo>
                    <a:pt x="59081" y="283631"/>
                  </a:lnTo>
                  <a:lnTo>
                    <a:pt x="58906" y="283525"/>
                  </a:lnTo>
                  <a:lnTo>
                    <a:pt x="58483" y="283410"/>
                  </a:lnTo>
                  <a:lnTo>
                    <a:pt x="57921" y="283274"/>
                  </a:lnTo>
                  <a:lnTo>
                    <a:pt x="57508" y="283261"/>
                  </a:lnTo>
                  <a:lnTo>
                    <a:pt x="57200" y="283214"/>
                  </a:lnTo>
                  <a:lnTo>
                    <a:pt x="57015" y="282956"/>
                  </a:lnTo>
                  <a:lnTo>
                    <a:pt x="56256" y="282392"/>
                  </a:lnTo>
                  <a:lnTo>
                    <a:pt x="56285" y="282116"/>
                  </a:lnTo>
                  <a:lnTo>
                    <a:pt x="56314" y="281912"/>
                  </a:lnTo>
                  <a:lnTo>
                    <a:pt x="56458" y="281701"/>
                  </a:lnTo>
                  <a:lnTo>
                    <a:pt x="56737" y="281576"/>
                  </a:lnTo>
                  <a:lnTo>
                    <a:pt x="57195" y="281474"/>
                  </a:lnTo>
                  <a:lnTo>
                    <a:pt x="57280" y="280859"/>
                  </a:lnTo>
                  <a:lnTo>
                    <a:pt x="56973" y="280713"/>
                  </a:lnTo>
                  <a:lnTo>
                    <a:pt x="56694" y="280632"/>
                  </a:lnTo>
                  <a:lnTo>
                    <a:pt x="56143" y="280741"/>
                  </a:lnTo>
                  <a:lnTo>
                    <a:pt x="55754" y="281096"/>
                  </a:lnTo>
                  <a:lnTo>
                    <a:pt x="55582" y="281297"/>
                  </a:lnTo>
                  <a:lnTo>
                    <a:pt x="55459" y="281570"/>
                  </a:lnTo>
                  <a:lnTo>
                    <a:pt x="55101" y="281432"/>
                  </a:lnTo>
                  <a:lnTo>
                    <a:pt x="54666" y="281101"/>
                  </a:lnTo>
                  <a:lnTo>
                    <a:pt x="54651" y="280638"/>
                  </a:lnTo>
                  <a:lnTo>
                    <a:pt x="54787" y="280372"/>
                  </a:lnTo>
                  <a:lnTo>
                    <a:pt x="55050" y="280133"/>
                  </a:lnTo>
                  <a:lnTo>
                    <a:pt x="55325" y="279904"/>
                  </a:lnTo>
                  <a:lnTo>
                    <a:pt x="55702" y="279610"/>
                  </a:lnTo>
                  <a:lnTo>
                    <a:pt x="55972" y="279617"/>
                  </a:lnTo>
                  <a:lnTo>
                    <a:pt x="56267" y="280088"/>
                  </a:lnTo>
                  <a:lnTo>
                    <a:pt x="56545" y="280174"/>
                  </a:lnTo>
                  <a:lnTo>
                    <a:pt x="56825" y="280066"/>
                  </a:lnTo>
                  <a:lnTo>
                    <a:pt x="57036" y="279617"/>
                  </a:lnTo>
                  <a:lnTo>
                    <a:pt x="57328" y="279797"/>
                  </a:lnTo>
                  <a:lnTo>
                    <a:pt x="57630" y="279940"/>
                  </a:lnTo>
                  <a:lnTo>
                    <a:pt x="58099" y="279658"/>
                  </a:lnTo>
                  <a:lnTo>
                    <a:pt x="58237" y="279468"/>
                  </a:lnTo>
                  <a:lnTo>
                    <a:pt x="58524" y="279523"/>
                  </a:lnTo>
                  <a:lnTo>
                    <a:pt x="58753" y="279653"/>
                  </a:lnTo>
                  <a:lnTo>
                    <a:pt x="59292" y="279517"/>
                  </a:lnTo>
                  <a:lnTo>
                    <a:pt x="59334" y="279358"/>
                  </a:lnTo>
                  <a:lnTo>
                    <a:pt x="59230" y="278899"/>
                  </a:lnTo>
                  <a:lnTo>
                    <a:pt x="59302" y="278630"/>
                  </a:lnTo>
                  <a:lnTo>
                    <a:pt x="59418" y="278402"/>
                  </a:lnTo>
                  <a:lnTo>
                    <a:pt x="59734" y="278468"/>
                  </a:lnTo>
                  <a:lnTo>
                    <a:pt x="59949" y="278464"/>
                  </a:lnTo>
                  <a:lnTo>
                    <a:pt x="60031" y="278250"/>
                  </a:lnTo>
                  <a:lnTo>
                    <a:pt x="59974" y="278017"/>
                  </a:lnTo>
                  <a:lnTo>
                    <a:pt x="59628" y="277880"/>
                  </a:lnTo>
                  <a:lnTo>
                    <a:pt x="59393" y="277930"/>
                  </a:lnTo>
                  <a:lnTo>
                    <a:pt x="58926" y="277914"/>
                  </a:lnTo>
                  <a:lnTo>
                    <a:pt x="58226" y="277147"/>
                  </a:lnTo>
                  <a:lnTo>
                    <a:pt x="58195" y="276688"/>
                  </a:lnTo>
                  <a:lnTo>
                    <a:pt x="58169" y="276237"/>
                  </a:lnTo>
                  <a:lnTo>
                    <a:pt x="58157" y="276032"/>
                  </a:lnTo>
                  <a:lnTo>
                    <a:pt x="58517" y="275156"/>
                  </a:lnTo>
                  <a:lnTo>
                    <a:pt x="59432" y="275302"/>
                  </a:lnTo>
                  <a:lnTo>
                    <a:pt x="59711" y="275622"/>
                  </a:lnTo>
                  <a:lnTo>
                    <a:pt x="60351" y="275809"/>
                  </a:lnTo>
                  <a:lnTo>
                    <a:pt x="60355" y="276048"/>
                  </a:lnTo>
                  <a:lnTo>
                    <a:pt x="60476" y="276267"/>
                  </a:lnTo>
                  <a:lnTo>
                    <a:pt x="61085" y="276277"/>
                  </a:lnTo>
                  <a:lnTo>
                    <a:pt x="62168" y="276125"/>
                  </a:lnTo>
                  <a:lnTo>
                    <a:pt x="62326" y="276233"/>
                  </a:lnTo>
                  <a:lnTo>
                    <a:pt x="62626" y="276389"/>
                  </a:lnTo>
                  <a:lnTo>
                    <a:pt x="62731" y="276128"/>
                  </a:lnTo>
                  <a:lnTo>
                    <a:pt x="62715" y="275687"/>
                  </a:lnTo>
                  <a:lnTo>
                    <a:pt x="62953" y="275650"/>
                  </a:lnTo>
                  <a:lnTo>
                    <a:pt x="63185" y="275348"/>
                  </a:lnTo>
                  <a:lnTo>
                    <a:pt x="63137" y="275086"/>
                  </a:lnTo>
                  <a:lnTo>
                    <a:pt x="62622" y="275174"/>
                  </a:lnTo>
                  <a:lnTo>
                    <a:pt x="62481" y="275034"/>
                  </a:lnTo>
                  <a:lnTo>
                    <a:pt x="62344" y="274949"/>
                  </a:lnTo>
                  <a:lnTo>
                    <a:pt x="62215" y="274753"/>
                  </a:lnTo>
                  <a:lnTo>
                    <a:pt x="62160" y="274588"/>
                  </a:lnTo>
                  <a:lnTo>
                    <a:pt x="62119" y="274038"/>
                  </a:lnTo>
                  <a:lnTo>
                    <a:pt x="62101" y="273800"/>
                  </a:lnTo>
                  <a:lnTo>
                    <a:pt x="62159" y="273232"/>
                  </a:lnTo>
                  <a:lnTo>
                    <a:pt x="62206" y="273068"/>
                  </a:lnTo>
                  <a:lnTo>
                    <a:pt x="62389" y="272800"/>
                  </a:lnTo>
                  <a:lnTo>
                    <a:pt x="63320" y="272772"/>
                  </a:lnTo>
                  <a:lnTo>
                    <a:pt x="64062" y="271713"/>
                  </a:lnTo>
                  <a:lnTo>
                    <a:pt x="63980" y="271498"/>
                  </a:lnTo>
                  <a:lnTo>
                    <a:pt x="64335" y="270700"/>
                  </a:lnTo>
                  <a:lnTo>
                    <a:pt x="64290" y="269787"/>
                  </a:lnTo>
                  <a:lnTo>
                    <a:pt x="64443" y="269547"/>
                  </a:lnTo>
                  <a:lnTo>
                    <a:pt x="64655" y="268974"/>
                  </a:lnTo>
                  <a:lnTo>
                    <a:pt x="65036" y="268733"/>
                  </a:lnTo>
                  <a:lnTo>
                    <a:pt x="65208" y="268755"/>
                  </a:lnTo>
                  <a:lnTo>
                    <a:pt x="65442" y="268713"/>
                  </a:lnTo>
                  <a:lnTo>
                    <a:pt x="65734" y="268195"/>
                  </a:lnTo>
                  <a:lnTo>
                    <a:pt x="65636" y="268044"/>
                  </a:lnTo>
                  <a:lnTo>
                    <a:pt x="65549" y="267812"/>
                  </a:lnTo>
                  <a:lnTo>
                    <a:pt x="65991" y="267833"/>
                  </a:lnTo>
                  <a:lnTo>
                    <a:pt x="66196" y="267655"/>
                  </a:lnTo>
                  <a:lnTo>
                    <a:pt x="66669" y="267362"/>
                  </a:lnTo>
                  <a:lnTo>
                    <a:pt x="66993" y="267400"/>
                  </a:lnTo>
                  <a:lnTo>
                    <a:pt x="67270" y="267634"/>
                  </a:lnTo>
                  <a:lnTo>
                    <a:pt x="67329" y="267887"/>
                  </a:lnTo>
                  <a:lnTo>
                    <a:pt x="67429" y="268260"/>
                  </a:lnTo>
                  <a:lnTo>
                    <a:pt x="67776" y="268539"/>
                  </a:lnTo>
                  <a:lnTo>
                    <a:pt x="67590" y="269066"/>
                  </a:lnTo>
                  <a:lnTo>
                    <a:pt x="67615" y="269261"/>
                  </a:lnTo>
                  <a:lnTo>
                    <a:pt x="67709" y="269440"/>
                  </a:lnTo>
                  <a:lnTo>
                    <a:pt x="68109" y="269478"/>
                  </a:lnTo>
                  <a:lnTo>
                    <a:pt x="68245" y="269233"/>
                  </a:lnTo>
                  <a:lnTo>
                    <a:pt x="68384" y="268990"/>
                  </a:lnTo>
                  <a:lnTo>
                    <a:pt x="68746" y="268666"/>
                  </a:lnTo>
                  <a:lnTo>
                    <a:pt x="69026" y="268868"/>
                  </a:lnTo>
                  <a:lnTo>
                    <a:pt x="68896" y="269371"/>
                  </a:lnTo>
                  <a:lnTo>
                    <a:pt x="68936" y="269507"/>
                  </a:lnTo>
                  <a:lnTo>
                    <a:pt x="69379" y="269816"/>
                  </a:lnTo>
                  <a:lnTo>
                    <a:pt x="69656" y="269499"/>
                  </a:lnTo>
                  <a:lnTo>
                    <a:pt x="69637" y="268840"/>
                  </a:lnTo>
                  <a:lnTo>
                    <a:pt x="69902" y="268693"/>
                  </a:lnTo>
                  <a:lnTo>
                    <a:pt x="70073" y="268908"/>
                  </a:lnTo>
                  <a:lnTo>
                    <a:pt x="70312" y="269038"/>
                  </a:lnTo>
                  <a:lnTo>
                    <a:pt x="70410" y="268833"/>
                  </a:lnTo>
                  <a:lnTo>
                    <a:pt x="70481" y="269162"/>
                  </a:lnTo>
                  <a:lnTo>
                    <a:pt x="70146" y="269315"/>
                  </a:lnTo>
                  <a:lnTo>
                    <a:pt x="70344" y="269792"/>
                  </a:lnTo>
                  <a:lnTo>
                    <a:pt x="70644" y="269549"/>
                  </a:lnTo>
                  <a:lnTo>
                    <a:pt x="70950" y="269379"/>
                  </a:lnTo>
                  <a:lnTo>
                    <a:pt x="71268" y="269607"/>
                  </a:lnTo>
                  <a:lnTo>
                    <a:pt x="71584" y="269907"/>
                  </a:lnTo>
                  <a:lnTo>
                    <a:pt x="72760" y="270258"/>
                  </a:lnTo>
                  <a:lnTo>
                    <a:pt x="73393" y="270476"/>
                  </a:lnTo>
                  <a:lnTo>
                    <a:pt x="74485" y="270526"/>
                  </a:lnTo>
                  <a:lnTo>
                    <a:pt x="74650" y="270278"/>
                  </a:lnTo>
                  <a:lnTo>
                    <a:pt x="74847" y="270335"/>
                  </a:lnTo>
                  <a:lnTo>
                    <a:pt x="75499" y="270530"/>
                  </a:lnTo>
                  <a:lnTo>
                    <a:pt x="75863" y="270706"/>
                  </a:lnTo>
                  <a:lnTo>
                    <a:pt x="76348" y="271281"/>
                  </a:lnTo>
                  <a:lnTo>
                    <a:pt x="76636" y="271597"/>
                  </a:lnTo>
                  <a:lnTo>
                    <a:pt x="76762" y="271833"/>
                  </a:lnTo>
                  <a:lnTo>
                    <a:pt x="77041" y="271925"/>
                  </a:lnTo>
                  <a:lnTo>
                    <a:pt x="77439" y="272056"/>
                  </a:lnTo>
                  <a:lnTo>
                    <a:pt x="77989" y="271821"/>
                  </a:lnTo>
                  <a:lnTo>
                    <a:pt x="78299" y="271825"/>
                  </a:lnTo>
                  <a:lnTo>
                    <a:pt x="78380" y="272398"/>
                  </a:lnTo>
                  <a:lnTo>
                    <a:pt x="78312" y="272741"/>
                  </a:lnTo>
                  <a:lnTo>
                    <a:pt x="78679" y="272896"/>
                  </a:lnTo>
                  <a:lnTo>
                    <a:pt x="78803" y="273265"/>
                  </a:lnTo>
                  <a:lnTo>
                    <a:pt x="79106" y="273319"/>
                  </a:lnTo>
                  <a:lnTo>
                    <a:pt x="79465" y="273268"/>
                  </a:lnTo>
                  <a:lnTo>
                    <a:pt x="79700" y="273722"/>
                  </a:lnTo>
                  <a:lnTo>
                    <a:pt x="79871" y="273922"/>
                  </a:lnTo>
                  <a:lnTo>
                    <a:pt x="80137" y="273851"/>
                  </a:lnTo>
                  <a:lnTo>
                    <a:pt x="80175" y="273693"/>
                  </a:lnTo>
                  <a:lnTo>
                    <a:pt x="80168" y="273528"/>
                  </a:lnTo>
                  <a:lnTo>
                    <a:pt x="79958" y="273236"/>
                  </a:lnTo>
                  <a:lnTo>
                    <a:pt x="79802" y="272782"/>
                  </a:lnTo>
                  <a:lnTo>
                    <a:pt x="80166" y="273025"/>
                  </a:lnTo>
                  <a:lnTo>
                    <a:pt x="80179" y="273163"/>
                  </a:lnTo>
                  <a:lnTo>
                    <a:pt x="80137" y="273353"/>
                  </a:lnTo>
                  <a:lnTo>
                    <a:pt x="80288" y="273387"/>
                  </a:lnTo>
                  <a:lnTo>
                    <a:pt x="80421" y="273310"/>
                  </a:lnTo>
                  <a:lnTo>
                    <a:pt x="80667" y="273317"/>
                  </a:lnTo>
                  <a:lnTo>
                    <a:pt x="80838" y="273322"/>
                  </a:lnTo>
                  <a:lnTo>
                    <a:pt x="81180" y="273337"/>
                  </a:lnTo>
                  <a:lnTo>
                    <a:pt x="81769" y="273803"/>
                  </a:lnTo>
                  <a:lnTo>
                    <a:pt x="81924" y="274366"/>
                  </a:lnTo>
                  <a:lnTo>
                    <a:pt x="81958" y="274505"/>
                  </a:lnTo>
                  <a:lnTo>
                    <a:pt x="82041" y="274844"/>
                  </a:lnTo>
                  <a:lnTo>
                    <a:pt x="82031" y="274990"/>
                  </a:lnTo>
                  <a:lnTo>
                    <a:pt x="81998" y="275227"/>
                  </a:lnTo>
                  <a:lnTo>
                    <a:pt x="82157" y="275339"/>
                  </a:lnTo>
                  <a:lnTo>
                    <a:pt x="82189" y="275717"/>
                  </a:lnTo>
                  <a:lnTo>
                    <a:pt x="82097" y="275934"/>
                  </a:lnTo>
                  <a:lnTo>
                    <a:pt x="81989" y="276132"/>
                  </a:lnTo>
                  <a:lnTo>
                    <a:pt x="81790" y="276479"/>
                  </a:lnTo>
                  <a:lnTo>
                    <a:pt x="82295" y="276991"/>
                  </a:lnTo>
                  <a:lnTo>
                    <a:pt x="82196" y="277323"/>
                  </a:lnTo>
                  <a:lnTo>
                    <a:pt x="82536" y="277290"/>
                  </a:lnTo>
                  <a:lnTo>
                    <a:pt x="82717" y="277273"/>
                  </a:lnTo>
                  <a:lnTo>
                    <a:pt x="83051" y="277535"/>
                  </a:lnTo>
                  <a:lnTo>
                    <a:pt x="82726" y="278179"/>
                  </a:lnTo>
                  <a:lnTo>
                    <a:pt x="83214" y="278668"/>
                  </a:lnTo>
                  <a:lnTo>
                    <a:pt x="84418" y="278298"/>
                  </a:lnTo>
                  <a:lnTo>
                    <a:pt x="84715" y="278811"/>
                  </a:lnTo>
                  <a:lnTo>
                    <a:pt x="84677" y="278987"/>
                  </a:lnTo>
                  <a:lnTo>
                    <a:pt x="84418" y="279297"/>
                  </a:lnTo>
                  <a:lnTo>
                    <a:pt x="84561" y="279568"/>
                  </a:lnTo>
                  <a:lnTo>
                    <a:pt x="84938" y="279931"/>
                  </a:lnTo>
                  <a:lnTo>
                    <a:pt x="85066" y="279788"/>
                  </a:lnTo>
                  <a:lnTo>
                    <a:pt x="85049" y="279277"/>
                  </a:lnTo>
                  <a:lnTo>
                    <a:pt x="85024" y="278945"/>
                  </a:lnTo>
                  <a:lnTo>
                    <a:pt x="85779" y="279119"/>
                  </a:lnTo>
                  <a:lnTo>
                    <a:pt x="85824" y="279610"/>
                  </a:lnTo>
                  <a:lnTo>
                    <a:pt x="86083" y="279519"/>
                  </a:lnTo>
                  <a:lnTo>
                    <a:pt x="85930" y="278452"/>
                  </a:lnTo>
                  <a:lnTo>
                    <a:pt x="85756" y="278396"/>
                  </a:lnTo>
                  <a:lnTo>
                    <a:pt x="85839" y="278131"/>
                  </a:lnTo>
                  <a:lnTo>
                    <a:pt x="86311" y="278758"/>
                  </a:lnTo>
                  <a:lnTo>
                    <a:pt x="86620" y="279012"/>
                  </a:lnTo>
                  <a:lnTo>
                    <a:pt x="86877" y="278677"/>
                  </a:lnTo>
                  <a:lnTo>
                    <a:pt x="87030" y="278446"/>
                  </a:lnTo>
                  <a:lnTo>
                    <a:pt x="86943" y="278126"/>
                  </a:lnTo>
                  <a:lnTo>
                    <a:pt x="87043" y="277863"/>
                  </a:lnTo>
                  <a:lnTo>
                    <a:pt x="87312" y="277746"/>
                  </a:lnTo>
                  <a:lnTo>
                    <a:pt x="87550" y="277508"/>
                  </a:lnTo>
                  <a:lnTo>
                    <a:pt x="87346" y="277182"/>
                  </a:lnTo>
                  <a:lnTo>
                    <a:pt x="87309" y="276974"/>
                  </a:lnTo>
                  <a:lnTo>
                    <a:pt x="87736" y="277075"/>
                  </a:lnTo>
                  <a:lnTo>
                    <a:pt x="87986" y="277230"/>
                  </a:lnTo>
                  <a:lnTo>
                    <a:pt x="88176" y="277403"/>
                  </a:lnTo>
                  <a:lnTo>
                    <a:pt x="88477" y="277532"/>
                  </a:lnTo>
                  <a:lnTo>
                    <a:pt x="88819" y="277586"/>
                  </a:lnTo>
                  <a:lnTo>
                    <a:pt x="88880" y="277296"/>
                  </a:lnTo>
                  <a:lnTo>
                    <a:pt x="88999" y="277009"/>
                  </a:lnTo>
                  <a:lnTo>
                    <a:pt x="89213" y="276933"/>
                  </a:lnTo>
                  <a:lnTo>
                    <a:pt x="89590" y="276801"/>
                  </a:lnTo>
                  <a:lnTo>
                    <a:pt x="90084" y="276792"/>
                  </a:lnTo>
                  <a:lnTo>
                    <a:pt x="90409" y="276507"/>
                  </a:lnTo>
                  <a:lnTo>
                    <a:pt x="90765" y="276649"/>
                  </a:lnTo>
                  <a:lnTo>
                    <a:pt x="91147" y="276712"/>
                  </a:lnTo>
                  <a:lnTo>
                    <a:pt x="91057" y="276568"/>
                  </a:lnTo>
                  <a:lnTo>
                    <a:pt x="90798" y="276331"/>
                  </a:lnTo>
                  <a:lnTo>
                    <a:pt x="90827" y="276170"/>
                  </a:lnTo>
                  <a:lnTo>
                    <a:pt x="91154" y="276196"/>
                  </a:lnTo>
                  <a:lnTo>
                    <a:pt x="91357" y="276442"/>
                  </a:lnTo>
                  <a:lnTo>
                    <a:pt x="91482" y="276602"/>
                  </a:lnTo>
                  <a:lnTo>
                    <a:pt x="91706" y="276815"/>
                  </a:lnTo>
                  <a:lnTo>
                    <a:pt x="92127" y="276760"/>
                  </a:lnTo>
                  <a:lnTo>
                    <a:pt x="92628" y="276300"/>
                  </a:lnTo>
                  <a:lnTo>
                    <a:pt x="92798" y="276245"/>
                  </a:lnTo>
                  <a:lnTo>
                    <a:pt x="92686" y="275813"/>
                  </a:lnTo>
                  <a:lnTo>
                    <a:pt x="92405" y="275712"/>
                  </a:lnTo>
                  <a:lnTo>
                    <a:pt x="92116" y="275468"/>
                  </a:lnTo>
                  <a:lnTo>
                    <a:pt x="91949" y="275187"/>
                  </a:lnTo>
                  <a:lnTo>
                    <a:pt x="92496" y="275124"/>
                  </a:lnTo>
                  <a:lnTo>
                    <a:pt x="92632" y="275153"/>
                  </a:lnTo>
                  <a:lnTo>
                    <a:pt x="93021" y="275132"/>
                  </a:lnTo>
                  <a:lnTo>
                    <a:pt x="93073" y="274906"/>
                  </a:lnTo>
                  <a:lnTo>
                    <a:pt x="93066" y="274258"/>
                  </a:lnTo>
                  <a:lnTo>
                    <a:pt x="93189" y="274394"/>
                  </a:lnTo>
                  <a:lnTo>
                    <a:pt x="93462" y="274183"/>
                  </a:lnTo>
                  <a:lnTo>
                    <a:pt x="93308" y="273533"/>
                  </a:lnTo>
                  <a:lnTo>
                    <a:pt x="93743" y="273619"/>
                  </a:lnTo>
                  <a:lnTo>
                    <a:pt x="93672" y="273837"/>
                  </a:lnTo>
                  <a:lnTo>
                    <a:pt x="93894" y="274109"/>
                  </a:lnTo>
                  <a:lnTo>
                    <a:pt x="94140" y="273917"/>
                  </a:lnTo>
                  <a:lnTo>
                    <a:pt x="94386" y="274055"/>
                  </a:lnTo>
                  <a:lnTo>
                    <a:pt x="94689" y="273893"/>
                  </a:lnTo>
                  <a:lnTo>
                    <a:pt x="94950" y="273902"/>
                  </a:lnTo>
                  <a:lnTo>
                    <a:pt x="95502" y="274086"/>
                  </a:lnTo>
                  <a:lnTo>
                    <a:pt x="95802" y="274265"/>
                  </a:lnTo>
                  <a:lnTo>
                    <a:pt x="95920" y="274491"/>
                  </a:lnTo>
                  <a:lnTo>
                    <a:pt x="96465" y="274082"/>
                  </a:lnTo>
                  <a:lnTo>
                    <a:pt x="97031" y="273934"/>
                  </a:lnTo>
                  <a:lnTo>
                    <a:pt x="97171" y="273980"/>
                  </a:lnTo>
                  <a:lnTo>
                    <a:pt x="97321" y="274029"/>
                  </a:lnTo>
                  <a:lnTo>
                    <a:pt x="98714" y="273539"/>
                  </a:lnTo>
                  <a:lnTo>
                    <a:pt x="99101" y="273783"/>
                  </a:lnTo>
                  <a:lnTo>
                    <a:pt x="99521" y="273848"/>
                  </a:lnTo>
                  <a:lnTo>
                    <a:pt x="99651" y="274104"/>
                  </a:lnTo>
                  <a:lnTo>
                    <a:pt x="99854" y="274376"/>
                  </a:lnTo>
                  <a:lnTo>
                    <a:pt x="100381" y="274362"/>
                  </a:lnTo>
                  <a:lnTo>
                    <a:pt x="100623" y="274333"/>
                  </a:lnTo>
                  <a:lnTo>
                    <a:pt x="100926" y="274671"/>
                  </a:lnTo>
                  <a:lnTo>
                    <a:pt x="101109" y="275075"/>
                  </a:lnTo>
                  <a:lnTo>
                    <a:pt x="101112" y="275311"/>
                  </a:lnTo>
                  <a:lnTo>
                    <a:pt x="101769" y="276078"/>
                  </a:lnTo>
                  <a:lnTo>
                    <a:pt x="101877" y="276582"/>
                  </a:lnTo>
                  <a:lnTo>
                    <a:pt x="101708" y="276598"/>
                  </a:lnTo>
                  <a:lnTo>
                    <a:pt x="101549" y="276614"/>
                  </a:lnTo>
                  <a:lnTo>
                    <a:pt x="101095" y="276819"/>
                  </a:lnTo>
                  <a:lnTo>
                    <a:pt x="100924" y="277412"/>
                  </a:lnTo>
                  <a:lnTo>
                    <a:pt x="101181" y="277579"/>
                  </a:lnTo>
                  <a:lnTo>
                    <a:pt x="101293" y="277721"/>
                  </a:lnTo>
                  <a:lnTo>
                    <a:pt x="101444" y="278050"/>
                  </a:lnTo>
                  <a:lnTo>
                    <a:pt x="101217" y="278863"/>
                  </a:lnTo>
                  <a:lnTo>
                    <a:pt x="101388" y="278973"/>
                  </a:lnTo>
                  <a:lnTo>
                    <a:pt x="101594" y="279104"/>
                  </a:lnTo>
                  <a:lnTo>
                    <a:pt x="102052" y="279425"/>
                  </a:lnTo>
                  <a:lnTo>
                    <a:pt x="101896" y="279627"/>
                  </a:lnTo>
                  <a:lnTo>
                    <a:pt x="101749" y="279901"/>
                  </a:lnTo>
                  <a:lnTo>
                    <a:pt x="102087" y="279971"/>
                  </a:lnTo>
                  <a:lnTo>
                    <a:pt x="102300" y="279996"/>
                  </a:lnTo>
                  <a:lnTo>
                    <a:pt x="102687" y="280275"/>
                  </a:lnTo>
                  <a:lnTo>
                    <a:pt x="103191" y="280704"/>
                  </a:lnTo>
                  <a:lnTo>
                    <a:pt x="103413" y="280926"/>
                  </a:lnTo>
                  <a:lnTo>
                    <a:pt x="103314" y="281364"/>
                  </a:lnTo>
                  <a:lnTo>
                    <a:pt x="103296" y="281520"/>
                  </a:lnTo>
                  <a:lnTo>
                    <a:pt x="103209" y="282283"/>
                  </a:lnTo>
                  <a:lnTo>
                    <a:pt x="103283" y="282599"/>
                  </a:lnTo>
                  <a:lnTo>
                    <a:pt x="103554" y="282588"/>
                  </a:lnTo>
                  <a:lnTo>
                    <a:pt x="104089" y="282452"/>
                  </a:lnTo>
                  <a:lnTo>
                    <a:pt x="104063" y="282654"/>
                  </a:lnTo>
                  <a:lnTo>
                    <a:pt x="104077" y="282898"/>
                  </a:lnTo>
                  <a:lnTo>
                    <a:pt x="104443" y="282966"/>
                  </a:lnTo>
                  <a:lnTo>
                    <a:pt x="104372" y="283197"/>
                  </a:lnTo>
                  <a:lnTo>
                    <a:pt x="104369" y="283449"/>
                  </a:lnTo>
                  <a:lnTo>
                    <a:pt x="104284" y="284583"/>
                  </a:lnTo>
                  <a:lnTo>
                    <a:pt x="104287" y="284759"/>
                  </a:lnTo>
                  <a:lnTo>
                    <a:pt x="104339" y="284964"/>
                  </a:lnTo>
                  <a:lnTo>
                    <a:pt x="104705" y="285219"/>
                  </a:lnTo>
                  <a:lnTo>
                    <a:pt x="104949" y="285209"/>
                  </a:lnTo>
                  <a:lnTo>
                    <a:pt x="105550" y="285964"/>
                  </a:lnTo>
                  <a:lnTo>
                    <a:pt x="105466" y="286212"/>
                  </a:lnTo>
                  <a:lnTo>
                    <a:pt x="105413" y="286588"/>
                  </a:lnTo>
                  <a:lnTo>
                    <a:pt x="105521" y="286859"/>
                  </a:lnTo>
                  <a:lnTo>
                    <a:pt x="105575" y="286993"/>
                  </a:lnTo>
                  <a:lnTo>
                    <a:pt x="105819" y="287255"/>
                  </a:lnTo>
                  <a:lnTo>
                    <a:pt x="106191" y="287312"/>
                  </a:lnTo>
                  <a:lnTo>
                    <a:pt x="106420" y="287465"/>
                  </a:lnTo>
                  <a:lnTo>
                    <a:pt x="106630" y="287613"/>
                  </a:lnTo>
                  <a:lnTo>
                    <a:pt x="107500" y="287789"/>
                  </a:lnTo>
                  <a:lnTo>
                    <a:pt x="108083" y="287705"/>
                  </a:lnTo>
                  <a:lnTo>
                    <a:pt x="108310" y="287576"/>
                  </a:lnTo>
                  <a:lnTo>
                    <a:pt x="108450" y="287483"/>
                  </a:lnTo>
                  <a:lnTo>
                    <a:pt x="109088" y="287106"/>
                  </a:lnTo>
                  <a:lnTo>
                    <a:pt x="109502" y="287067"/>
                  </a:lnTo>
                  <a:lnTo>
                    <a:pt x="109871" y="286902"/>
                  </a:lnTo>
                  <a:lnTo>
                    <a:pt x="110164" y="286488"/>
                  </a:lnTo>
                  <a:lnTo>
                    <a:pt x="110472" y="286206"/>
                  </a:lnTo>
                  <a:lnTo>
                    <a:pt x="110777" y="286552"/>
                  </a:lnTo>
                  <a:lnTo>
                    <a:pt x="110956" y="286756"/>
                  </a:lnTo>
                  <a:lnTo>
                    <a:pt x="111210" y="287223"/>
                  </a:lnTo>
                  <a:lnTo>
                    <a:pt x="111983" y="287021"/>
                  </a:lnTo>
                  <a:lnTo>
                    <a:pt x="112356" y="286864"/>
                  </a:lnTo>
                  <a:lnTo>
                    <a:pt x="112554" y="287061"/>
                  </a:lnTo>
                  <a:lnTo>
                    <a:pt x="112778" y="286995"/>
                  </a:lnTo>
                  <a:lnTo>
                    <a:pt x="113081" y="287065"/>
                  </a:lnTo>
                  <a:lnTo>
                    <a:pt x="113167" y="287274"/>
                  </a:lnTo>
                  <a:lnTo>
                    <a:pt x="113506" y="287332"/>
                  </a:lnTo>
                  <a:lnTo>
                    <a:pt x="113938" y="286846"/>
                  </a:lnTo>
                  <a:lnTo>
                    <a:pt x="114315" y="286693"/>
                  </a:lnTo>
                  <a:lnTo>
                    <a:pt x="114483" y="286625"/>
                  </a:lnTo>
                  <a:lnTo>
                    <a:pt x="115029" y="286546"/>
                  </a:lnTo>
                  <a:lnTo>
                    <a:pt x="115327" y="285952"/>
                  </a:lnTo>
                  <a:lnTo>
                    <a:pt x="115351" y="285768"/>
                  </a:lnTo>
                  <a:lnTo>
                    <a:pt x="115225" y="285572"/>
                  </a:lnTo>
                  <a:lnTo>
                    <a:pt x="115527" y="284980"/>
                  </a:lnTo>
                  <a:lnTo>
                    <a:pt x="115892" y="284579"/>
                  </a:lnTo>
                  <a:lnTo>
                    <a:pt x="116565" y="284478"/>
                  </a:lnTo>
                  <a:lnTo>
                    <a:pt x="116683" y="284660"/>
                  </a:lnTo>
                  <a:lnTo>
                    <a:pt x="116910" y="285097"/>
                  </a:lnTo>
                  <a:lnTo>
                    <a:pt x="117136" y="285556"/>
                  </a:lnTo>
                  <a:lnTo>
                    <a:pt x="117312" y="285974"/>
                  </a:lnTo>
                  <a:lnTo>
                    <a:pt x="117499" y="286018"/>
                  </a:lnTo>
                  <a:lnTo>
                    <a:pt x="117813" y="286042"/>
                  </a:lnTo>
                  <a:lnTo>
                    <a:pt x="117886" y="286206"/>
                  </a:lnTo>
                  <a:lnTo>
                    <a:pt x="117967" y="286513"/>
                  </a:lnTo>
                  <a:lnTo>
                    <a:pt x="118069" y="286802"/>
                  </a:lnTo>
                  <a:lnTo>
                    <a:pt x="118210" y="286891"/>
                  </a:lnTo>
                  <a:lnTo>
                    <a:pt x="118521" y="286960"/>
                  </a:lnTo>
                  <a:lnTo>
                    <a:pt x="119049" y="286869"/>
                  </a:lnTo>
                  <a:lnTo>
                    <a:pt x="118970" y="286648"/>
                  </a:lnTo>
                  <a:lnTo>
                    <a:pt x="118763" y="286392"/>
                  </a:lnTo>
                  <a:lnTo>
                    <a:pt x="118807" y="286196"/>
                  </a:lnTo>
                  <a:lnTo>
                    <a:pt x="119024" y="285865"/>
                  </a:lnTo>
                  <a:lnTo>
                    <a:pt x="119160" y="285874"/>
                  </a:lnTo>
                  <a:lnTo>
                    <a:pt x="119349" y="286237"/>
                  </a:lnTo>
                  <a:lnTo>
                    <a:pt x="119572" y="286507"/>
                  </a:lnTo>
                  <a:lnTo>
                    <a:pt x="119741" y="286478"/>
                  </a:lnTo>
                  <a:lnTo>
                    <a:pt x="120418" y="286031"/>
                  </a:lnTo>
                  <a:lnTo>
                    <a:pt x="120433" y="285082"/>
                  </a:lnTo>
                  <a:lnTo>
                    <a:pt x="120326" y="284913"/>
                  </a:lnTo>
                  <a:lnTo>
                    <a:pt x="120271" y="284558"/>
                  </a:lnTo>
                  <a:lnTo>
                    <a:pt x="120669" y="283759"/>
                  </a:lnTo>
                  <a:lnTo>
                    <a:pt x="121045" y="283985"/>
                  </a:lnTo>
                  <a:lnTo>
                    <a:pt x="121265" y="284118"/>
                  </a:lnTo>
                  <a:lnTo>
                    <a:pt x="121485" y="284000"/>
                  </a:lnTo>
                  <a:lnTo>
                    <a:pt x="121821" y="283626"/>
                  </a:lnTo>
                  <a:lnTo>
                    <a:pt x="121690" y="283204"/>
                  </a:lnTo>
                  <a:lnTo>
                    <a:pt x="121771" y="282887"/>
                  </a:lnTo>
                  <a:lnTo>
                    <a:pt x="122094" y="282909"/>
                  </a:lnTo>
                  <a:lnTo>
                    <a:pt x="122321" y="282917"/>
                  </a:lnTo>
                  <a:lnTo>
                    <a:pt x="122835" y="282632"/>
                  </a:lnTo>
                  <a:lnTo>
                    <a:pt x="123210" y="282082"/>
                  </a:lnTo>
                  <a:lnTo>
                    <a:pt x="123382" y="281727"/>
                  </a:lnTo>
                  <a:lnTo>
                    <a:pt x="123399" y="281515"/>
                  </a:lnTo>
                  <a:lnTo>
                    <a:pt x="123561" y="281383"/>
                  </a:lnTo>
                  <a:lnTo>
                    <a:pt x="124245" y="280712"/>
                  </a:lnTo>
                  <a:lnTo>
                    <a:pt x="124944" y="279997"/>
                  </a:lnTo>
                  <a:lnTo>
                    <a:pt x="125158" y="279769"/>
                  </a:lnTo>
                  <a:lnTo>
                    <a:pt x="125684" y="279284"/>
                  </a:lnTo>
                  <a:lnTo>
                    <a:pt x="125952" y="278968"/>
                  </a:lnTo>
                  <a:lnTo>
                    <a:pt x="126574" y="278195"/>
                  </a:lnTo>
                  <a:lnTo>
                    <a:pt x="126819" y="277845"/>
                  </a:lnTo>
                  <a:lnTo>
                    <a:pt x="126913" y="277700"/>
                  </a:lnTo>
                  <a:lnTo>
                    <a:pt x="127442" y="276938"/>
                  </a:lnTo>
                  <a:lnTo>
                    <a:pt x="127967" y="275958"/>
                  </a:lnTo>
                  <a:lnTo>
                    <a:pt x="128158" y="275576"/>
                  </a:lnTo>
                  <a:lnTo>
                    <a:pt x="128304" y="274760"/>
                  </a:lnTo>
                  <a:lnTo>
                    <a:pt x="128415" y="274630"/>
                  </a:lnTo>
                  <a:lnTo>
                    <a:pt x="128558" y="274381"/>
                  </a:lnTo>
                  <a:lnTo>
                    <a:pt x="128598" y="274145"/>
                  </a:lnTo>
                  <a:lnTo>
                    <a:pt x="128798" y="273694"/>
                  </a:lnTo>
                  <a:lnTo>
                    <a:pt x="129051" y="273379"/>
                  </a:lnTo>
                  <a:lnTo>
                    <a:pt x="129167" y="272996"/>
                  </a:lnTo>
                  <a:lnTo>
                    <a:pt x="129228" y="272844"/>
                  </a:lnTo>
                  <a:lnTo>
                    <a:pt x="129333" y="272569"/>
                  </a:lnTo>
                  <a:lnTo>
                    <a:pt x="129441" y="272303"/>
                  </a:lnTo>
                  <a:lnTo>
                    <a:pt x="130067" y="271449"/>
                  </a:lnTo>
                  <a:lnTo>
                    <a:pt x="130275" y="271351"/>
                  </a:lnTo>
                  <a:lnTo>
                    <a:pt x="130571" y="271135"/>
                  </a:lnTo>
                  <a:lnTo>
                    <a:pt x="131054" y="270641"/>
                  </a:lnTo>
                  <a:lnTo>
                    <a:pt x="131450" y="270353"/>
                  </a:lnTo>
                  <a:lnTo>
                    <a:pt x="131534" y="269971"/>
                  </a:lnTo>
                  <a:lnTo>
                    <a:pt x="131655" y="269637"/>
                  </a:lnTo>
                  <a:lnTo>
                    <a:pt x="131721" y="269453"/>
                  </a:lnTo>
                  <a:lnTo>
                    <a:pt x="131792" y="269256"/>
                  </a:lnTo>
                  <a:lnTo>
                    <a:pt x="131844" y="269038"/>
                  </a:lnTo>
                  <a:lnTo>
                    <a:pt x="131978" y="268453"/>
                  </a:lnTo>
                  <a:lnTo>
                    <a:pt x="131849" y="268155"/>
                  </a:lnTo>
                  <a:lnTo>
                    <a:pt x="131880" y="267967"/>
                  </a:lnTo>
                  <a:lnTo>
                    <a:pt x="132586" y="266137"/>
                  </a:lnTo>
                  <a:lnTo>
                    <a:pt x="133034" y="265456"/>
                  </a:lnTo>
                  <a:lnTo>
                    <a:pt x="133460" y="264973"/>
                  </a:lnTo>
                  <a:lnTo>
                    <a:pt x="133784" y="264508"/>
                  </a:lnTo>
                  <a:lnTo>
                    <a:pt x="133968" y="264283"/>
                  </a:lnTo>
                  <a:lnTo>
                    <a:pt x="134301" y="263886"/>
                  </a:lnTo>
                  <a:lnTo>
                    <a:pt x="134495" y="263627"/>
                  </a:lnTo>
                  <a:lnTo>
                    <a:pt x="134441" y="263404"/>
                  </a:lnTo>
                  <a:lnTo>
                    <a:pt x="134873" y="263453"/>
                  </a:lnTo>
                  <a:lnTo>
                    <a:pt x="135085" y="263514"/>
                  </a:lnTo>
                  <a:lnTo>
                    <a:pt x="135621" y="263278"/>
                  </a:lnTo>
                  <a:lnTo>
                    <a:pt x="135824" y="262480"/>
                  </a:lnTo>
                  <a:lnTo>
                    <a:pt x="135644" y="262347"/>
                  </a:lnTo>
                  <a:lnTo>
                    <a:pt x="135494" y="261882"/>
                  </a:lnTo>
                  <a:lnTo>
                    <a:pt x="136045" y="261457"/>
                  </a:lnTo>
                  <a:lnTo>
                    <a:pt x="136822" y="260744"/>
                  </a:lnTo>
                  <a:lnTo>
                    <a:pt x="137122" y="260085"/>
                  </a:lnTo>
                  <a:lnTo>
                    <a:pt x="137871" y="259569"/>
                  </a:lnTo>
                  <a:lnTo>
                    <a:pt x="138075" y="259078"/>
                  </a:lnTo>
                  <a:lnTo>
                    <a:pt x="138605" y="258267"/>
                  </a:lnTo>
                  <a:lnTo>
                    <a:pt x="138987" y="257056"/>
                  </a:lnTo>
                  <a:lnTo>
                    <a:pt x="138325" y="256284"/>
                  </a:lnTo>
                  <a:lnTo>
                    <a:pt x="137916" y="256332"/>
                  </a:lnTo>
                  <a:lnTo>
                    <a:pt x="137414" y="256209"/>
                  </a:lnTo>
                  <a:lnTo>
                    <a:pt x="137000" y="255657"/>
                  </a:lnTo>
                  <a:lnTo>
                    <a:pt x="136824" y="255278"/>
                  </a:lnTo>
                  <a:lnTo>
                    <a:pt x="136868" y="254859"/>
                  </a:lnTo>
                  <a:lnTo>
                    <a:pt x="136761" y="254712"/>
                  </a:lnTo>
                  <a:lnTo>
                    <a:pt x="136610" y="254506"/>
                  </a:lnTo>
                  <a:lnTo>
                    <a:pt x="136210" y="253972"/>
                  </a:lnTo>
                  <a:lnTo>
                    <a:pt x="135780" y="253670"/>
                  </a:lnTo>
                  <a:lnTo>
                    <a:pt x="135585" y="253324"/>
                  </a:lnTo>
                  <a:lnTo>
                    <a:pt x="135322" y="252407"/>
                  </a:lnTo>
                  <a:lnTo>
                    <a:pt x="135466" y="252416"/>
                  </a:lnTo>
                  <a:lnTo>
                    <a:pt x="136111" y="252267"/>
                  </a:lnTo>
                  <a:lnTo>
                    <a:pt x="136086" y="251986"/>
                  </a:lnTo>
                  <a:lnTo>
                    <a:pt x="136060" y="251531"/>
                  </a:lnTo>
                  <a:lnTo>
                    <a:pt x="136449" y="250935"/>
                  </a:lnTo>
                  <a:lnTo>
                    <a:pt x="136938" y="250738"/>
                  </a:lnTo>
                  <a:lnTo>
                    <a:pt x="137136" y="250514"/>
                  </a:lnTo>
                  <a:lnTo>
                    <a:pt x="137379" y="250452"/>
                  </a:lnTo>
                  <a:lnTo>
                    <a:pt x="137608" y="249769"/>
                  </a:lnTo>
                  <a:lnTo>
                    <a:pt x="137899" y="249636"/>
                  </a:lnTo>
                  <a:lnTo>
                    <a:pt x="138208" y="249422"/>
                  </a:lnTo>
                  <a:lnTo>
                    <a:pt x="138182" y="249034"/>
                  </a:lnTo>
                  <a:lnTo>
                    <a:pt x="137895" y="248108"/>
                  </a:lnTo>
                  <a:lnTo>
                    <a:pt x="138040" y="247805"/>
                  </a:lnTo>
                  <a:lnTo>
                    <a:pt x="139060" y="247287"/>
                  </a:lnTo>
                  <a:lnTo>
                    <a:pt x="139238" y="247072"/>
                  </a:lnTo>
                  <a:lnTo>
                    <a:pt x="139411" y="247424"/>
                  </a:lnTo>
                  <a:lnTo>
                    <a:pt x="139529" y="247596"/>
                  </a:lnTo>
                  <a:lnTo>
                    <a:pt x="140086" y="247434"/>
                  </a:lnTo>
                  <a:lnTo>
                    <a:pt x="140563" y="247441"/>
                  </a:lnTo>
                  <a:lnTo>
                    <a:pt x="141106" y="247344"/>
                  </a:lnTo>
                  <a:lnTo>
                    <a:pt x="141649" y="247486"/>
                  </a:lnTo>
                  <a:lnTo>
                    <a:pt x="141883" y="247636"/>
                  </a:lnTo>
                  <a:lnTo>
                    <a:pt x="142106" y="247764"/>
                  </a:lnTo>
                  <a:lnTo>
                    <a:pt x="142287" y="247855"/>
                  </a:lnTo>
                  <a:lnTo>
                    <a:pt x="142699" y="248066"/>
                  </a:lnTo>
                  <a:lnTo>
                    <a:pt x="142896" y="247921"/>
                  </a:lnTo>
                  <a:lnTo>
                    <a:pt x="143023" y="247814"/>
                  </a:lnTo>
                  <a:lnTo>
                    <a:pt x="143262" y="247721"/>
                  </a:lnTo>
                  <a:lnTo>
                    <a:pt x="143362" y="247866"/>
                  </a:lnTo>
                  <a:lnTo>
                    <a:pt x="143462" y="248079"/>
                  </a:lnTo>
                  <a:lnTo>
                    <a:pt x="143539" y="248389"/>
                  </a:lnTo>
                  <a:lnTo>
                    <a:pt x="143647" y="248599"/>
                  </a:lnTo>
                  <a:lnTo>
                    <a:pt x="144012" y="248909"/>
                  </a:lnTo>
                  <a:lnTo>
                    <a:pt x="144400" y="249192"/>
                  </a:lnTo>
                  <a:lnTo>
                    <a:pt x="144621" y="249139"/>
                  </a:lnTo>
                  <a:lnTo>
                    <a:pt x="144507" y="248946"/>
                  </a:lnTo>
                  <a:lnTo>
                    <a:pt x="144962" y="248531"/>
                  </a:lnTo>
                  <a:lnTo>
                    <a:pt x="145292" y="248116"/>
                  </a:lnTo>
                  <a:lnTo>
                    <a:pt x="145723" y="247573"/>
                  </a:lnTo>
                  <a:lnTo>
                    <a:pt x="145878" y="247358"/>
                  </a:lnTo>
                  <a:lnTo>
                    <a:pt x="146255" y="246775"/>
                  </a:lnTo>
                  <a:lnTo>
                    <a:pt x="146514" y="246407"/>
                  </a:lnTo>
                  <a:lnTo>
                    <a:pt x="146752" y="246224"/>
                  </a:lnTo>
                  <a:lnTo>
                    <a:pt x="147101" y="246305"/>
                  </a:lnTo>
                  <a:lnTo>
                    <a:pt x="147271" y="246293"/>
                  </a:lnTo>
                  <a:lnTo>
                    <a:pt x="147643" y="245733"/>
                  </a:lnTo>
                  <a:lnTo>
                    <a:pt x="147855" y="245432"/>
                  </a:lnTo>
                  <a:lnTo>
                    <a:pt x="148653" y="245673"/>
                  </a:lnTo>
                  <a:lnTo>
                    <a:pt x="148872" y="245779"/>
                  </a:lnTo>
                  <a:lnTo>
                    <a:pt x="149196" y="246317"/>
                  </a:lnTo>
                  <a:lnTo>
                    <a:pt x="149507" y="246747"/>
                  </a:lnTo>
                  <a:lnTo>
                    <a:pt x="149316" y="247328"/>
                  </a:lnTo>
                  <a:lnTo>
                    <a:pt x="149508" y="247844"/>
                  </a:lnTo>
                  <a:lnTo>
                    <a:pt x="149459" y="248094"/>
                  </a:lnTo>
                  <a:lnTo>
                    <a:pt x="149429" y="248320"/>
                  </a:lnTo>
                  <a:lnTo>
                    <a:pt x="149556" y="248442"/>
                  </a:lnTo>
                  <a:lnTo>
                    <a:pt x="149725" y="248779"/>
                  </a:lnTo>
                  <a:lnTo>
                    <a:pt x="149765" y="248942"/>
                  </a:lnTo>
                  <a:lnTo>
                    <a:pt x="150443" y="248915"/>
                  </a:lnTo>
                  <a:lnTo>
                    <a:pt x="150641" y="248846"/>
                  </a:lnTo>
                  <a:lnTo>
                    <a:pt x="150821" y="248871"/>
                  </a:lnTo>
                  <a:lnTo>
                    <a:pt x="151167" y="249044"/>
                  </a:lnTo>
                  <a:lnTo>
                    <a:pt x="151534" y="249350"/>
                  </a:lnTo>
                  <a:lnTo>
                    <a:pt x="151850" y="249555"/>
                  </a:lnTo>
                  <a:lnTo>
                    <a:pt x="152397" y="249739"/>
                  </a:lnTo>
                  <a:lnTo>
                    <a:pt x="152768" y="249888"/>
                  </a:lnTo>
                  <a:lnTo>
                    <a:pt x="153149" y="250116"/>
                  </a:lnTo>
                  <a:lnTo>
                    <a:pt x="153650" y="250021"/>
                  </a:lnTo>
                  <a:lnTo>
                    <a:pt x="154562" y="249264"/>
                  </a:lnTo>
                  <a:lnTo>
                    <a:pt x="154822" y="249021"/>
                  </a:lnTo>
                  <a:lnTo>
                    <a:pt x="154945" y="248864"/>
                  </a:lnTo>
                  <a:lnTo>
                    <a:pt x="155080" y="248685"/>
                  </a:lnTo>
                  <a:lnTo>
                    <a:pt x="155343" y="248168"/>
                  </a:lnTo>
                  <a:lnTo>
                    <a:pt x="155594" y="247951"/>
                  </a:lnTo>
                  <a:lnTo>
                    <a:pt x="155812" y="247785"/>
                  </a:lnTo>
                  <a:lnTo>
                    <a:pt x="156473" y="247254"/>
                  </a:lnTo>
                  <a:lnTo>
                    <a:pt x="156766" y="246995"/>
                  </a:lnTo>
                  <a:lnTo>
                    <a:pt x="157223" y="246784"/>
                  </a:lnTo>
                  <a:lnTo>
                    <a:pt x="157433" y="246654"/>
                  </a:lnTo>
                  <a:lnTo>
                    <a:pt x="157718" y="246456"/>
                  </a:lnTo>
                  <a:lnTo>
                    <a:pt x="158022" y="245755"/>
                  </a:lnTo>
                  <a:lnTo>
                    <a:pt x="158589" y="245353"/>
                  </a:lnTo>
                  <a:lnTo>
                    <a:pt x="159157" y="244987"/>
                  </a:lnTo>
                  <a:lnTo>
                    <a:pt x="159436" y="244887"/>
                  </a:lnTo>
                  <a:lnTo>
                    <a:pt x="159640" y="244642"/>
                  </a:lnTo>
                  <a:lnTo>
                    <a:pt x="159654" y="244491"/>
                  </a:lnTo>
                  <a:lnTo>
                    <a:pt x="159079" y="244329"/>
                  </a:lnTo>
                  <a:lnTo>
                    <a:pt x="158799" y="244264"/>
                  </a:lnTo>
                  <a:lnTo>
                    <a:pt x="158534" y="244203"/>
                  </a:lnTo>
                  <a:lnTo>
                    <a:pt x="158301" y="244150"/>
                  </a:lnTo>
                  <a:lnTo>
                    <a:pt x="157881" y="244098"/>
                  </a:lnTo>
                  <a:lnTo>
                    <a:pt x="157615" y="244013"/>
                  </a:lnTo>
                  <a:lnTo>
                    <a:pt x="157116" y="243430"/>
                  </a:lnTo>
                  <a:lnTo>
                    <a:pt x="157213" y="242977"/>
                  </a:lnTo>
                  <a:lnTo>
                    <a:pt x="157251" y="242809"/>
                  </a:lnTo>
                  <a:lnTo>
                    <a:pt x="157303" y="242443"/>
                  </a:lnTo>
                  <a:lnTo>
                    <a:pt x="157200" y="242181"/>
                  </a:lnTo>
                  <a:lnTo>
                    <a:pt x="157191" y="241992"/>
                  </a:lnTo>
                  <a:lnTo>
                    <a:pt x="157214" y="241584"/>
                  </a:lnTo>
                  <a:lnTo>
                    <a:pt x="157606" y="240665"/>
                  </a:lnTo>
                  <a:lnTo>
                    <a:pt x="157863" y="240791"/>
                  </a:lnTo>
                  <a:lnTo>
                    <a:pt x="158718" y="240967"/>
                  </a:lnTo>
                  <a:lnTo>
                    <a:pt x="159172" y="240884"/>
                  </a:lnTo>
                  <a:lnTo>
                    <a:pt x="159272" y="240730"/>
                  </a:lnTo>
                  <a:lnTo>
                    <a:pt x="159760" y="239739"/>
                  </a:lnTo>
                  <a:lnTo>
                    <a:pt x="159960" y="239115"/>
                  </a:lnTo>
                  <a:lnTo>
                    <a:pt x="160062" y="238894"/>
                  </a:lnTo>
                  <a:lnTo>
                    <a:pt x="160508" y="238884"/>
                  </a:lnTo>
                  <a:lnTo>
                    <a:pt x="160956" y="238490"/>
                  </a:lnTo>
                  <a:lnTo>
                    <a:pt x="161424" y="238276"/>
                  </a:lnTo>
                  <a:lnTo>
                    <a:pt x="161588" y="238212"/>
                  </a:lnTo>
                  <a:lnTo>
                    <a:pt x="161810" y="238141"/>
                  </a:lnTo>
                  <a:lnTo>
                    <a:pt x="162162" y="238115"/>
                  </a:lnTo>
                  <a:lnTo>
                    <a:pt x="162226" y="237427"/>
                  </a:lnTo>
                  <a:lnTo>
                    <a:pt x="161660" y="237089"/>
                  </a:lnTo>
                  <a:lnTo>
                    <a:pt x="161334" y="237077"/>
                  </a:lnTo>
                  <a:lnTo>
                    <a:pt x="160971" y="236465"/>
                  </a:lnTo>
                  <a:lnTo>
                    <a:pt x="160913" y="236269"/>
                  </a:lnTo>
                  <a:lnTo>
                    <a:pt x="160940" y="236050"/>
                  </a:lnTo>
                  <a:lnTo>
                    <a:pt x="160905" y="235762"/>
                  </a:lnTo>
                  <a:lnTo>
                    <a:pt x="160519" y="235442"/>
                  </a:lnTo>
                  <a:lnTo>
                    <a:pt x="160413" y="235228"/>
                  </a:lnTo>
                  <a:lnTo>
                    <a:pt x="160791" y="234559"/>
                  </a:lnTo>
                  <a:lnTo>
                    <a:pt x="161053" y="234160"/>
                  </a:lnTo>
                  <a:lnTo>
                    <a:pt x="161388" y="233366"/>
                  </a:lnTo>
                  <a:lnTo>
                    <a:pt x="161850" y="233079"/>
                  </a:lnTo>
                  <a:lnTo>
                    <a:pt x="162350" y="232885"/>
                  </a:lnTo>
                  <a:lnTo>
                    <a:pt x="162201" y="232488"/>
                  </a:lnTo>
                  <a:lnTo>
                    <a:pt x="162744" y="231956"/>
                  </a:lnTo>
                  <a:lnTo>
                    <a:pt x="162839" y="231509"/>
                  </a:lnTo>
                  <a:lnTo>
                    <a:pt x="163277" y="231035"/>
                  </a:lnTo>
                  <a:lnTo>
                    <a:pt x="163829" y="230700"/>
                  </a:lnTo>
                  <a:lnTo>
                    <a:pt x="163693" y="230111"/>
                  </a:lnTo>
                  <a:lnTo>
                    <a:pt x="162936" y="229268"/>
                  </a:lnTo>
                  <a:lnTo>
                    <a:pt x="163223" y="229002"/>
                  </a:lnTo>
                  <a:lnTo>
                    <a:pt x="163133" y="228856"/>
                  </a:lnTo>
                  <a:lnTo>
                    <a:pt x="162948" y="228905"/>
                  </a:lnTo>
                  <a:lnTo>
                    <a:pt x="162774" y="228979"/>
                  </a:lnTo>
                  <a:lnTo>
                    <a:pt x="162403" y="229143"/>
                  </a:lnTo>
                  <a:lnTo>
                    <a:pt x="162223" y="229174"/>
                  </a:lnTo>
                  <a:lnTo>
                    <a:pt x="161987" y="229259"/>
                  </a:lnTo>
                  <a:lnTo>
                    <a:pt x="161795" y="229346"/>
                  </a:lnTo>
                  <a:lnTo>
                    <a:pt x="161124" y="229451"/>
                  </a:lnTo>
                  <a:lnTo>
                    <a:pt x="161208" y="228735"/>
                  </a:lnTo>
                  <a:lnTo>
                    <a:pt x="160909" y="228377"/>
                  </a:lnTo>
                  <a:lnTo>
                    <a:pt x="160751" y="228229"/>
                  </a:lnTo>
                  <a:lnTo>
                    <a:pt x="161242" y="227966"/>
                  </a:lnTo>
                  <a:lnTo>
                    <a:pt x="162303" y="227763"/>
                  </a:lnTo>
                  <a:lnTo>
                    <a:pt x="162791" y="227382"/>
                  </a:lnTo>
                  <a:lnTo>
                    <a:pt x="163140" y="227427"/>
                  </a:lnTo>
                  <a:lnTo>
                    <a:pt x="163348" y="227420"/>
                  </a:lnTo>
                  <a:lnTo>
                    <a:pt x="163709" y="227246"/>
                  </a:lnTo>
                  <a:lnTo>
                    <a:pt x="163914" y="226777"/>
                  </a:lnTo>
                  <a:lnTo>
                    <a:pt x="164218" y="226569"/>
                  </a:lnTo>
                  <a:lnTo>
                    <a:pt x="164314" y="226424"/>
                  </a:lnTo>
                  <a:lnTo>
                    <a:pt x="164557" y="226259"/>
                  </a:lnTo>
                  <a:lnTo>
                    <a:pt x="164938" y="226063"/>
                  </a:lnTo>
                  <a:lnTo>
                    <a:pt x="165362" y="225801"/>
                  </a:lnTo>
                  <a:lnTo>
                    <a:pt x="165982" y="225528"/>
                  </a:lnTo>
                  <a:lnTo>
                    <a:pt x="166179" y="225371"/>
                  </a:lnTo>
                  <a:lnTo>
                    <a:pt x="166517" y="225078"/>
                  </a:lnTo>
                  <a:lnTo>
                    <a:pt x="166789" y="224696"/>
                  </a:lnTo>
                  <a:lnTo>
                    <a:pt x="166961" y="224526"/>
                  </a:lnTo>
                  <a:lnTo>
                    <a:pt x="167105" y="224500"/>
                  </a:lnTo>
                  <a:lnTo>
                    <a:pt x="167310" y="224450"/>
                  </a:lnTo>
                  <a:lnTo>
                    <a:pt x="167628" y="224311"/>
                  </a:lnTo>
                  <a:lnTo>
                    <a:pt x="167806" y="223823"/>
                  </a:lnTo>
                  <a:lnTo>
                    <a:pt x="167725" y="223556"/>
                  </a:lnTo>
                  <a:lnTo>
                    <a:pt x="167597" y="223510"/>
                  </a:lnTo>
                  <a:lnTo>
                    <a:pt x="167462" y="222907"/>
                  </a:lnTo>
                  <a:lnTo>
                    <a:pt x="167068" y="222753"/>
                  </a:lnTo>
                  <a:lnTo>
                    <a:pt x="166858" y="222691"/>
                  </a:lnTo>
                  <a:lnTo>
                    <a:pt x="166451" y="221992"/>
                  </a:lnTo>
                  <a:lnTo>
                    <a:pt x="167374" y="221532"/>
                  </a:lnTo>
                  <a:lnTo>
                    <a:pt x="167643" y="221040"/>
                  </a:lnTo>
                  <a:lnTo>
                    <a:pt x="168485" y="220964"/>
                  </a:lnTo>
                  <a:lnTo>
                    <a:pt x="168740" y="220786"/>
                  </a:lnTo>
                  <a:lnTo>
                    <a:pt x="168917" y="220533"/>
                  </a:lnTo>
                  <a:lnTo>
                    <a:pt x="169110" y="220126"/>
                  </a:lnTo>
                  <a:lnTo>
                    <a:pt x="169116" y="219301"/>
                  </a:lnTo>
                  <a:lnTo>
                    <a:pt x="168960" y="219125"/>
                  </a:lnTo>
                  <a:lnTo>
                    <a:pt x="168881" y="218762"/>
                  </a:lnTo>
                  <a:lnTo>
                    <a:pt x="169147" y="218553"/>
                  </a:lnTo>
                  <a:lnTo>
                    <a:pt x="169446" y="218339"/>
                  </a:lnTo>
                  <a:lnTo>
                    <a:pt x="169529" y="218025"/>
                  </a:lnTo>
                  <a:lnTo>
                    <a:pt x="169532" y="217883"/>
                  </a:lnTo>
                  <a:lnTo>
                    <a:pt x="169418" y="217446"/>
                  </a:lnTo>
                  <a:lnTo>
                    <a:pt x="168855" y="217469"/>
                  </a:lnTo>
                  <a:lnTo>
                    <a:pt x="168662" y="217609"/>
                  </a:lnTo>
                  <a:lnTo>
                    <a:pt x="168463" y="217580"/>
                  </a:lnTo>
                  <a:lnTo>
                    <a:pt x="168264" y="217412"/>
                  </a:lnTo>
                  <a:lnTo>
                    <a:pt x="168192" y="217095"/>
                  </a:lnTo>
                  <a:lnTo>
                    <a:pt x="168170" y="216965"/>
                  </a:lnTo>
                  <a:lnTo>
                    <a:pt x="167956" y="216687"/>
                  </a:lnTo>
                  <a:lnTo>
                    <a:pt x="168029" y="216312"/>
                  </a:lnTo>
                  <a:lnTo>
                    <a:pt x="168218" y="216236"/>
                  </a:lnTo>
                  <a:lnTo>
                    <a:pt x="168768" y="216163"/>
                  </a:lnTo>
                  <a:lnTo>
                    <a:pt x="169030" y="216090"/>
                  </a:lnTo>
                  <a:lnTo>
                    <a:pt x="169324" y="215952"/>
                  </a:lnTo>
                  <a:lnTo>
                    <a:pt x="169515" y="215669"/>
                  </a:lnTo>
                  <a:lnTo>
                    <a:pt x="169671" y="215535"/>
                  </a:lnTo>
                  <a:lnTo>
                    <a:pt x="170100" y="215542"/>
                  </a:lnTo>
                  <a:lnTo>
                    <a:pt x="170555" y="215927"/>
                  </a:lnTo>
                  <a:lnTo>
                    <a:pt x="171206" y="215673"/>
                  </a:lnTo>
                  <a:lnTo>
                    <a:pt x="171715" y="215798"/>
                  </a:lnTo>
                  <a:lnTo>
                    <a:pt x="172055" y="215448"/>
                  </a:lnTo>
                  <a:lnTo>
                    <a:pt x="172494" y="215709"/>
                  </a:lnTo>
                  <a:lnTo>
                    <a:pt x="172637" y="215678"/>
                  </a:lnTo>
                  <a:lnTo>
                    <a:pt x="173150" y="215533"/>
                  </a:lnTo>
                  <a:lnTo>
                    <a:pt x="173938" y="215538"/>
                  </a:lnTo>
                  <a:lnTo>
                    <a:pt x="174134" y="215473"/>
                  </a:lnTo>
                  <a:lnTo>
                    <a:pt x="174432" y="215354"/>
                  </a:lnTo>
                  <a:lnTo>
                    <a:pt x="174776" y="214975"/>
                  </a:lnTo>
                  <a:lnTo>
                    <a:pt x="174444" y="214489"/>
                  </a:lnTo>
                  <a:lnTo>
                    <a:pt x="174425" y="214329"/>
                  </a:lnTo>
                  <a:lnTo>
                    <a:pt x="174440" y="213890"/>
                  </a:lnTo>
                  <a:lnTo>
                    <a:pt x="174831" y="213589"/>
                  </a:lnTo>
                  <a:lnTo>
                    <a:pt x="175337" y="213637"/>
                  </a:lnTo>
                  <a:lnTo>
                    <a:pt x="175508" y="213706"/>
                  </a:lnTo>
                  <a:lnTo>
                    <a:pt x="175645" y="213745"/>
                  </a:lnTo>
                  <a:lnTo>
                    <a:pt x="176018" y="213756"/>
                  </a:lnTo>
                  <a:lnTo>
                    <a:pt x="176338" y="213679"/>
                  </a:lnTo>
                  <a:lnTo>
                    <a:pt x="176517" y="213550"/>
                  </a:lnTo>
                  <a:lnTo>
                    <a:pt x="176615" y="213073"/>
                  </a:lnTo>
                  <a:lnTo>
                    <a:pt x="176390" y="212712"/>
                  </a:lnTo>
                  <a:lnTo>
                    <a:pt x="176096" y="212380"/>
                  </a:lnTo>
                  <a:lnTo>
                    <a:pt x="176347" y="212351"/>
                  </a:lnTo>
                  <a:lnTo>
                    <a:pt x="176574" y="211891"/>
                  </a:lnTo>
                  <a:lnTo>
                    <a:pt x="176493" y="211471"/>
                  </a:lnTo>
                  <a:lnTo>
                    <a:pt x="176640" y="211306"/>
                  </a:lnTo>
                  <a:lnTo>
                    <a:pt x="178217" y="209847"/>
                  </a:lnTo>
                  <a:lnTo>
                    <a:pt x="178538" y="209458"/>
                  </a:lnTo>
                  <a:lnTo>
                    <a:pt x="178958" y="209344"/>
                  </a:lnTo>
                  <a:lnTo>
                    <a:pt x="179279" y="209472"/>
                  </a:lnTo>
                  <a:lnTo>
                    <a:pt x="179872" y="210020"/>
                  </a:lnTo>
                  <a:lnTo>
                    <a:pt x="179932" y="209691"/>
                  </a:lnTo>
                  <a:lnTo>
                    <a:pt x="179900" y="209551"/>
                  </a:lnTo>
                  <a:lnTo>
                    <a:pt x="179881" y="209340"/>
                  </a:lnTo>
                  <a:lnTo>
                    <a:pt x="180085" y="209093"/>
                  </a:lnTo>
                  <a:lnTo>
                    <a:pt x="180420" y="209070"/>
                  </a:lnTo>
                  <a:lnTo>
                    <a:pt x="180938" y="208768"/>
                  </a:lnTo>
                  <a:lnTo>
                    <a:pt x="181038" y="208581"/>
                  </a:lnTo>
                  <a:lnTo>
                    <a:pt x="181439" y="208397"/>
                  </a:lnTo>
                  <a:lnTo>
                    <a:pt x="182285" y="207785"/>
                  </a:lnTo>
                  <a:lnTo>
                    <a:pt x="182454" y="207784"/>
                  </a:lnTo>
                  <a:lnTo>
                    <a:pt x="183193" y="207550"/>
                  </a:lnTo>
                  <a:lnTo>
                    <a:pt x="183084" y="207408"/>
                  </a:lnTo>
                  <a:lnTo>
                    <a:pt x="182680" y="207226"/>
                  </a:lnTo>
                  <a:lnTo>
                    <a:pt x="182393" y="206894"/>
                  </a:lnTo>
                  <a:lnTo>
                    <a:pt x="182132" y="206629"/>
                  </a:lnTo>
                  <a:lnTo>
                    <a:pt x="182026" y="206228"/>
                  </a:lnTo>
                  <a:lnTo>
                    <a:pt x="182278" y="206102"/>
                  </a:lnTo>
                  <a:lnTo>
                    <a:pt x="182337" y="205867"/>
                  </a:lnTo>
                  <a:lnTo>
                    <a:pt x="182292" y="205582"/>
                  </a:lnTo>
                  <a:lnTo>
                    <a:pt x="181697" y="204725"/>
                  </a:lnTo>
                  <a:lnTo>
                    <a:pt x="181506" y="204460"/>
                  </a:lnTo>
                  <a:lnTo>
                    <a:pt x="182223" y="203797"/>
                  </a:lnTo>
                  <a:lnTo>
                    <a:pt x="182451" y="203639"/>
                  </a:lnTo>
                  <a:lnTo>
                    <a:pt x="182774" y="203367"/>
                  </a:lnTo>
                  <a:lnTo>
                    <a:pt x="182500" y="203329"/>
                  </a:lnTo>
                  <a:lnTo>
                    <a:pt x="181933" y="203157"/>
                  </a:lnTo>
                  <a:lnTo>
                    <a:pt x="181728" y="203017"/>
                  </a:lnTo>
                  <a:lnTo>
                    <a:pt x="181372" y="202808"/>
                  </a:lnTo>
                  <a:lnTo>
                    <a:pt x="181100" y="202668"/>
                  </a:lnTo>
                  <a:lnTo>
                    <a:pt x="180735" y="202564"/>
                  </a:lnTo>
                  <a:lnTo>
                    <a:pt x="180712" y="202424"/>
                  </a:lnTo>
                  <a:lnTo>
                    <a:pt x="180565" y="202274"/>
                  </a:lnTo>
                  <a:lnTo>
                    <a:pt x="179686" y="202244"/>
                  </a:lnTo>
                  <a:lnTo>
                    <a:pt x="179303" y="201991"/>
                  </a:lnTo>
                  <a:lnTo>
                    <a:pt x="179277" y="201832"/>
                  </a:lnTo>
                  <a:lnTo>
                    <a:pt x="179367" y="201702"/>
                  </a:lnTo>
                  <a:lnTo>
                    <a:pt x="179664" y="201263"/>
                  </a:lnTo>
                  <a:lnTo>
                    <a:pt x="179765" y="201014"/>
                  </a:lnTo>
                  <a:lnTo>
                    <a:pt x="179615" y="200720"/>
                  </a:lnTo>
                  <a:lnTo>
                    <a:pt x="179269" y="200723"/>
                  </a:lnTo>
                  <a:lnTo>
                    <a:pt x="179040" y="200835"/>
                  </a:lnTo>
                  <a:lnTo>
                    <a:pt x="178760" y="200874"/>
                  </a:lnTo>
                  <a:lnTo>
                    <a:pt x="178332" y="200856"/>
                  </a:lnTo>
                  <a:lnTo>
                    <a:pt x="178026" y="200783"/>
                  </a:lnTo>
                  <a:lnTo>
                    <a:pt x="177741" y="200597"/>
                  </a:lnTo>
                  <a:lnTo>
                    <a:pt x="177580" y="200491"/>
                  </a:lnTo>
                  <a:lnTo>
                    <a:pt x="176955" y="200200"/>
                  </a:lnTo>
                  <a:lnTo>
                    <a:pt x="176662" y="199984"/>
                  </a:lnTo>
                  <a:lnTo>
                    <a:pt x="176502" y="199344"/>
                  </a:lnTo>
                  <a:lnTo>
                    <a:pt x="176416" y="199165"/>
                  </a:lnTo>
                  <a:lnTo>
                    <a:pt x="176354" y="198781"/>
                  </a:lnTo>
                  <a:lnTo>
                    <a:pt x="175756" y="198805"/>
                  </a:lnTo>
                  <a:lnTo>
                    <a:pt x="175393" y="198748"/>
                  </a:lnTo>
                  <a:lnTo>
                    <a:pt x="175179" y="198623"/>
                  </a:lnTo>
                  <a:lnTo>
                    <a:pt x="174594" y="198330"/>
                  </a:lnTo>
                  <a:lnTo>
                    <a:pt x="174216" y="197878"/>
                  </a:lnTo>
                  <a:lnTo>
                    <a:pt x="174172" y="197682"/>
                  </a:lnTo>
                  <a:lnTo>
                    <a:pt x="173956" y="197468"/>
                  </a:lnTo>
                  <a:lnTo>
                    <a:pt x="173764" y="197217"/>
                  </a:lnTo>
                  <a:lnTo>
                    <a:pt x="173524" y="196898"/>
                  </a:lnTo>
                  <a:lnTo>
                    <a:pt x="172949" y="196078"/>
                  </a:lnTo>
                  <a:lnTo>
                    <a:pt x="172663" y="195917"/>
                  </a:lnTo>
                  <a:lnTo>
                    <a:pt x="172150" y="196004"/>
                  </a:lnTo>
                  <a:lnTo>
                    <a:pt x="171943" y="195434"/>
                  </a:lnTo>
                  <a:lnTo>
                    <a:pt x="172038" y="195065"/>
                  </a:lnTo>
                  <a:lnTo>
                    <a:pt x="172136" y="194745"/>
                  </a:lnTo>
                  <a:lnTo>
                    <a:pt x="172044" y="194387"/>
                  </a:lnTo>
                  <a:lnTo>
                    <a:pt x="171693" y="193627"/>
                  </a:lnTo>
                  <a:lnTo>
                    <a:pt x="171030" y="193222"/>
                  </a:lnTo>
                  <a:lnTo>
                    <a:pt x="171077" y="193092"/>
                  </a:lnTo>
                  <a:lnTo>
                    <a:pt x="171308" y="192561"/>
                  </a:lnTo>
                  <a:lnTo>
                    <a:pt x="171570" y="192511"/>
                  </a:lnTo>
                  <a:lnTo>
                    <a:pt x="172075" y="192145"/>
                  </a:lnTo>
                  <a:lnTo>
                    <a:pt x="172374" y="192078"/>
                  </a:lnTo>
                  <a:lnTo>
                    <a:pt x="172781" y="191941"/>
                  </a:lnTo>
                  <a:lnTo>
                    <a:pt x="173095" y="191760"/>
                  </a:lnTo>
                  <a:lnTo>
                    <a:pt x="173520" y="192141"/>
                  </a:lnTo>
                  <a:lnTo>
                    <a:pt x="173863" y="192362"/>
                  </a:lnTo>
                  <a:lnTo>
                    <a:pt x="174670" y="192776"/>
                  </a:lnTo>
                  <a:lnTo>
                    <a:pt x="175068" y="192734"/>
                  </a:lnTo>
                  <a:lnTo>
                    <a:pt x="175574" y="192369"/>
                  </a:lnTo>
                  <a:lnTo>
                    <a:pt x="175354" y="191815"/>
                  </a:lnTo>
                  <a:lnTo>
                    <a:pt x="174947" y="191623"/>
                  </a:lnTo>
                  <a:lnTo>
                    <a:pt x="174596" y="191425"/>
                  </a:lnTo>
                  <a:lnTo>
                    <a:pt x="174389" y="191258"/>
                  </a:lnTo>
                  <a:lnTo>
                    <a:pt x="173852" y="190746"/>
                  </a:lnTo>
                  <a:lnTo>
                    <a:pt x="174621" y="190159"/>
                  </a:lnTo>
                  <a:lnTo>
                    <a:pt x="175056" y="190133"/>
                  </a:lnTo>
                  <a:lnTo>
                    <a:pt x="175274" y="189994"/>
                  </a:lnTo>
                  <a:lnTo>
                    <a:pt x="174649" y="188752"/>
                  </a:lnTo>
                  <a:lnTo>
                    <a:pt x="174569" y="188357"/>
                  </a:lnTo>
                  <a:lnTo>
                    <a:pt x="174910" y="188174"/>
                  </a:lnTo>
                  <a:lnTo>
                    <a:pt x="175221" y="188153"/>
                  </a:lnTo>
                  <a:lnTo>
                    <a:pt x="175592" y="188057"/>
                  </a:lnTo>
                  <a:lnTo>
                    <a:pt x="175742" y="187917"/>
                  </a:lnTo>
                  <a:lnTo>
                    <a:pt x="176083" y="187996"/>
                  </a:lnTo>
                  <a:lnTo>
                    <a:pt x="176316" y="188126"/>
                  </a:lnTo>
                  <a:lnTo>
                    <a:pt x="176868" y="188321"/>
                  </a:lnTo>
                  <a:lnTo>
                    <a:pt x="177070" y="188351"/>
                  </a:lnTo>
                  <a:lnTo>
                    <a:pt x="177629" y="188342"/>
                  </a:lnTo>
                  <a:lnTo>
                    <a:pt x="177801" y="188507"/>
                  </a:lnTo>
                  <a:lnTo>
                    <a:pt x="178014" y="188598"/>
                  </a:lnTo>
                  <a:lnTo>
                    <a:pt x="178175" y="188648"/>
                  </a:lnTo>
                  <a:lnTo>
                    <a:pt x="178546" y="188422"/>
                  </a:lnTo>
                  <a:lnTo>
                    <a:pt x="179206" y="187896"/>
                  </a:lnTo>
                  <a:lnTo>
                    <a:pt x="179213" y="187750"/>
                  </a:lnTo>
                  <a:lnTo>
                    <a:pt x="179229" y="187410"/>
                  </a:lnTo>
                  <a:lnTo>
                    <a:pt x="179082" y="187209"/>
                  </a:lnTo>
                  <a:lnTo>
                    <a:pt x="178723" y="187063"/>
                  </a:lnTo>
                  <a:lnTo>
                    <a:pt x="178205" y="186466"/>
                  </a:lnTo>
                  <a:lnTo>
                    <a:pt x="178058" y="186172"/>
                  </a:lnTo>
                  <a:lnTo>
                    <a:pt x="177970" y="185997"/>
                  </a:lnTo>
                  <a:lnTo>
                    <a:pt x="177784" y="185626"/>
                  </a:lnTo>
                  <a:lnTo>
                    <a:pt x="177587" y="185312"/>
                  </a:lnTo>
                  <a:lnTo>
                    <a:pt x="177488" y="185049"/>
                  </a:lnTo>
                  <a:lnTo>
                    <a:pt x="177368" y="184886"/>
                  </a:lnTo>
                  <a:lnTo>
                    <a:pt x="176985" y="184564"/>
                  </a:lnTo>
                  <a:lnTo>
                    <a:pt x="176615" y="184367"/>
                  </a:lnTo>
                  <a:lnTo>
                    <a:pt x="176398" y="184252"/>
                  </a:lnTo>
                  <a:lnTo>
                    <a:pt x="176299" y="184161"/>
                  </a:lnTo>
                  <a:lnTo>
                    <a:pt x="176400" y="183926"/>
                  </a:lnTo>
                  <a:lnTo>
                    <a:pt x="176013" y="183562"/>
                  </a:lnTo>
                  <a:lnTo>
                    <a:pt x="175763" y="183053"/>
                  </a:lnTo>
                  <a:lnTo>
                    <a:pt x="176369" y="182702"/>
                  </a:lnTo>
                  <a:lnTo>
                    <a:pt x="176875" y="182323"/>
                  </a:lnTo>
                  <a:lnTo>
                    <a:pt x="177051" y="182215"/>
                  </a:lnTo>
                  <a:lnTo>
                    <a:pt x="177382" y="182242"/>
                  </a:lnTo>
                  <a:lnTo>
                    <a:pt x="177938" y="182492"/>
                  </a:lnTo>
                  <a:lnTo>
                    <a:pt x="178455" y="182351"/>
                  </a:lnTo>
                  <a:lnTo>
                    <a:pt x="178914" y="182515"/>
                  </a:lnTo>
                  <a:lnTo>
                    <a:pt x="179141" y="182683"/>
                  </a:lnTo>
                  <a:lnTo>
                    <a:pt x="179484" y="182857"/>
                  </a:lnTo>
                  <a:lnTo>
                    <a:pt x="179952" y="182778"/>
                  </a:lnTo>
                  <a:lnTo>
                    <a:pt x="180639" y="182507"/>
                  </a:lnTo>
                  <a:lnTo>
                    <a:pt x="180926" y="182195"/>
                  </a:lnTo>
                  <a:lnTo>
                    <a:pt x="181305" y="182081"/>
                  </a:lnTo>
                  <a:lnTo>
                    <a:pt x="181784" y="181978"/>
                  </a:lnTo>
                  <a:lnTo>
                    <a:pt x="182143" y="182213"/>
                  </a:lnTo>
                  <a:lnTo>
                    <a:pt x="182398" y="182366"/>
                  </a:lnTo>
                  <a:close/>
                </a:path>
              </a:pathLst>
            </a:custGeom>
            <a:solidFill>
              <a:srgbClr val="BEDCE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8970960" y="2199169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8972408" y="2198759"/>
              <a:ext cx="183207" cy="182901"/>
            </a:xfrm>
            <a:custGeom>
              <a:avLst/>
              <a:pathLst>
                <a:path w="183207" h="182901">
                  <a:moveTo>
                    <a:pt x="182879" y="182880"/>
                  </a:moveTo>
                  <a:lnTo>
                    <a:pt x="182465" y="182901"/>
                  </a:lnTo>
                  <a:lnTo>
                    <a:pt x="182631" y="182649"/>
                  </a:lnTo>
                  <a:lnTo>
                    <a:pt x="182797" y="182606"/>
                  </a:lnTo>
                  <a:lnTo>
                    <a:pt x="183030" y="182545"/>
                  </a:lnTo>
                  <a:lnTo>
                    <a:pt x="183207" y="18278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8982162" y="2192618"/>
              <a:ext cx="183159" cy="182880"/>
            </a:xfrm>
            <a:custGeom>
              <a:avLst/>
              <a:pathLst>
                <a:path w="183159" h="182880">
                  <a:moveTo>
                    <a:pt x="182879" y="182880"/>
                  </a:moveTo>
                  <a:lnTo>
                    <a:pt x="183159" y="18284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8989578" y="2190506"/>
              <a:ext cx="182879" cy="183085"/>
            </a:xfrm>
            <a:custGeom>
              <a:avLst/>
              <a:pathLst>
                <a:path w="182879" h="183085">
                  <a:moveTo>
                    <a:pt x="182879" y="182880"/>
                  </a:moveTo>
                  <a:lnTo>
                    <a:pt x="182749" y="182950"/>
                  </a:lnTo>
                  <a:lnTo>
                    <a:pt x="182349" y="183085"/>
                  </a:lnTo>
                  <a:lnTo>
                    <a:pt x="182169" y="182654"/>
                  </a:lnTo>
                  <a:lnTo>
                    <a:pt x="182334" y="18267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8987838" y="219006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8989533" y="2189699"/>
              <a:ext cx="183199" cy="183113"/>
            </a:xfrm>
            <a:custGeom>
              <a:avLst/>
              <a:pathLst>
                <a:path w="183199" h="183113">
                  <a:moveTo>
                    <a:pt x="182879" y="182880"/>
                  </a:moveTo>
                  <a:lnTo>
                    <a:pt x="183199" y="182904"/>
                  </a:lnTo>
                  <a:lnTo>
                    <a:pt x="183101" y="18311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8987206" y="2189486"/>
              <a:ext cx="183047" cy="182880"/>
            </a:xfrm>
            <a:custGeom>
              <a:avLst/>
              <a:pathLst>
                <a:path w="183047" h="182880">
                  <a:moveTo>
                    <a:pt x="182879" y="182880"/>
                  </a:moveTo>
                  <a:lnTo>
                    <a:pt x="183047" y="18284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8977718" y="218327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9007684" y="2163151"/>
              <a:ext cx="183091" cy="183796"/>
            </a:xfrm>
            <a:custGeom>
              <a:avLst/>
              <a:pathLst>
                <a:path w="183091" h="183796">
                  <a:moveTo>
                    <a:pt x="182879" y="182880"/>
                  </a:moveTo>
                  <a:lnTo>
                    <a:pt x="183054" y="183014"/>
                  </a:lnTo>
                  <a:lnTo>
                    <a:pt x="183091" y="183796"/>
                  </a:lnTo>
                  <a:lnTo>
                    <a:pt x="182886" y="183784"/>
                  </a:lnTo>
                  <a:lnTo>
                    <a:pt x="182803" y="18339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9008501" y="2160921"/>
              <a:ext cx="183263" cy="182939"/>
            </a:xfrm>
            <a:custGeom>
              <a:avLst/>
              <a:pathLst>
                <a:path w="183263" h="182939">
                  <a:moveTo>
                    <a:pt x="182879" y="182880"/>
                  </a:moveTo>
                  <a:lnTo>
                    <a:pt x="182783" y="182433"/>
                  </a:lnTo>
                  <a:lnTo>
                    <a:pt x="182959" y="182791"/>
                  </a:lnTo>
                  <a:lnTo>
                    <a:pt x="183093" y="182831"/>
                  </a:lnTo>
                  <a:lnTo>
                    <a:pt x="183263" y="18293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8997930" y="2159964"/>
              <a:ext cx="183257" cy="183135"/>
            </a:xfrm>
            <a:custGeom>
              <a:avLst/>
              <a:pathLst>
                <a:path w="183257" h="183135">
                  <a:moveTo>
                    <a:pt x="182879" y="182880"/>
                  </a:moveTo>
                  <a:lnTo>
                    <a:pt x="183257" y="182992"/>
                  </a:lnTo>
                  <a:lnTo>
                    <a:pt x="182849" y="183134"/>
                  </a:lnTo>
                  <a:lnTo>
                    <a:pt x="182598" y="183135"/>
                  </a:lnTo>
                  <a:lnTo>
                    <a:pt x="182447" y="18296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8999814" y="2159481"/>
              <a:ext cx="183681" cy="183561"/>
            </a:xfrm>
            <a:custGeom>
              <a:avLst/>
              <a:pathLst>
                <a:path w="183681" h="183561">
                  <a:moveTo>
                    <a:pt x="182879" y="182880"/>
                  </a:moveTo>
                  <a:lnTo>
                    <a:pt x="183681" y="183042"/>
                  </a:lnTo>
                  <a:lnTo>
                    <a:pt x="183569" y="183358"/>
                  </a:lnTo>
                  <a:lnTo>
                    <a:pt x="183398" y="183363"/>
                  </a:lnTo>
                  <a:lnTo>
                    <a:pt x="182770" y="183561"/>
                  </a:lnTo>
                  <a:lnTo>
                    <a:pt x="182056" y="183381"/>
                  </a:lnTo>
                  <a:lnTo>
                    <a:pt x="181923" y="183265"/>
                  </a:lnTo>
                  <a:lnTo>
                    <a:pt x="182135" y="18315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9012012" y="2159392"/>
              <a:ext cx="183825" cy="183513"/>
            </a:xfrm>
            <a:custGeom>
              <a:avLst/>
              <a:pathLst>
                <a:path w="183825" h="183513">
                  <a:moveTo>
                    <a:pt x="182879" y="182880"/>
                  </a:moveTo>
                  <a:lnTo>
                    <a:pt x="182214" y="183254"/>
                  </a:lnTo>
                  <a:lnTo>
                    <a:pt x="182000" y="183513"/>
                  </a:lnTo>
                  <a:lnTo>
                    <a:pt x="181449" y="183187"/>
                  </a:lnTo>
                  <a:lnTo>
                    <a:pt x="181786" y="182833"/>
                  </a:lnTo>
                  <a:lnTo>
                    <a:pt x="181667" y="182545"/>
                  </a:lnTo>
                  <a:lnTo>
                    <a:pt x="181771" y="182506"/>
                  </a:lnTo>
                  <a:lnTo>
                    <a:pt x="181910" y="182504"/>
                  </a:lnTo>
                  <a:lnTo>
                    <a:pt x="182073" y="182439"/>
                  </a:lnTo>
                  <a:lnTo>
                    <a:pt x="182159" y="182008"/>
                  </a:lnTo>
                  <a:lnTo>
                    <a:pt x="182370" y="181397"/>
                  </a:lnTo>
                  <a:lnTo>
                    <a:pt x="182916" y="181217"/>
                  </a:lnTo>
                  <a:lnTo>
                    <a:pt x="183111" y="181242"/>
                  </a:lnTo>
                  <a:lnTo>
                    <a:pt x="183504" y="181548"/>
                  </a:lnTo>
                  <a:lnTo>
                    <a:pt x="183691" y="181671"/>
                  </a:lnTo>
                  <a:lnTo>
                    <a:pt x="183825" y="181687"/>
                  </a:lnTo>
                  <a:lnTo>
                    <a:pt x="183794" y="181970"/>
                  </a:lnTo>
                  <a:lnTo>
                    <a:pt x="183288" y="18254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9003814" y="2158113"/>
              <a:ext cx="183638" cy="183066"/>
            </a:xfrm>
            <a:custGeom>
              <a:avLst/>
              <a:pathLst>
                <a:path w="183638" h="183066">
                  <a:moveTo>
                    <a:pt x="182879" y="182880"/>
                  </a:moveTo>
                  <a:lnTo>
                    <a:pt x="182897" y="182676"/>
                  </a:lnTo>
                  <a:lnTo>
                    <a:pt x="182984" y="182427"/>
                  </a:lnTo>
                  <a:lnTo>
                    <a:pt x="183229" y="182354"/>
                  </a:lnTo>
                  <a:lnTo>
                    <a:pt x="183602" y="182763"/>
                  </a:lnTo>
                  <a:lnTo>
                    <a:pt x="183638" y="182922"/>
                  </a:lnTo>
                  <a:lnTo>
                    <a:pt x="183557" y="183066"/>
                  </a:lnTo>
                  <a:lnTo>
                    <a:pt x="183306" y="183004"/>
                  </a:lnTo>
                  <a:lnTo>
                    <a:pt x="183089" y="18298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9020638" y="2155254"/>
              <a:ext cx="183963" cy="188549"/>
            </a:xfrm>
            <a:custGeom>
              <a:avLst/>
              <a:pathLst>
                <a:path w="183963" h="188549">
                  <a:moveTo>
                    <a:pt x="182879" y="182880"/>
                  </a:moveTo>
                  <a:lnTo>
                    <a:pt x="182940" y="183238"/>
                  </a:lnTo>
                  <a:lnTo>
                    <a:pt x="183327" y="184020"/>
                  </a:lnTo>
                  <a:lnTo>
                    <a:pt x="183476" y="184261"/>
                  </a:lnTo>
                  <a:lnTo>
                    <a:pt x="183475" y="184623"/>
                  </a:lnTo>
                  <a:lnTo>
                    <a:pt x="183488" y="184801"/>
                  </a:lnTo>
                  <a:lnTo>
                    <a:pt x="183583" y="185227"/>
                  </a:lnTo>
                  <a:lnTo>
                    <a:pt x="183963" y="185630"/>
                  </a:lnTo>
                  <a:lnTo>
                    <a:pt x="183442" y="186285"/>
                  </a:lnTo>
                  <a:lnTo>
                    <a:pt x="183460" y="186717"/>
                  </a:lnTo>
                  <a:lnTo>
                    <a:pt x="183217" y="186933"/>
                  </a:lnTo>
                  <a:lnTo>
                    <a:pt x="182867" y="187205"/>
                  </a:lnTo>
                  <a:lnTo>
                    <a:pt x="182611" y="187344"/>
                  </a:lnTo>
                  <a:lnTo>
                    <a:pt x="182327" y="187549"/>
                  </a:lnTo>
                  <a:lnTo>
                    <a:pt x="182020" y="187514"/>
                  </a:lnTo>
                  <a:lnTo>
                    <a:pt x="182278" y="187421"/>
                  </a:lnTo>
                  <a:lnTo>
                    <a:pt x="182312" y="187247"/>
                  </a:lnTo>
                  <a:lnTo>
                    <a:pt x="182204" y="186962"/>
                  </a:lnTo>
                  <a:lnTo>
                    <a:pt x="182053" y="186789"/>
                  </a:lnTo>
                  <a:lnTo>
                    <a:pt x="181786" y="186655"/>
                  </a:lnTo>
                  <a:lnTo>
                    <a:pt x="181157" y="186338"/>
                  </a:lnTo>
                  <a:lnTo>
                    <a:pt x="180841" y="186197"/>
                  </a:lnTo>
                  <a:lnTo>
                    <a:pt x="180650" y="186181"/>
                  </a:lnTo>
                  <a:lnTo>
                    <a:pt x="180231" y="186217"/>
                  </a:lnTo>
                  <a:lnTo>
                    <a:pt x="179762" y="186330"/>
                  </a:lnTo>
                  <a:lnTo>
                    <a:pt x="179224" y="186588"/>
                  </a:lnTo>
                  <a:lnTo>
                    <a:pt x="178946" y="186756"/>
                  </a:lnTo>
                  <a:lnTo>
                    <a:pt x="178705" y="186940"/>
                  </a:lnTo>
                  <a:lnTo>
                    <a:pt x="178493" y="187186"/>
                  </a:lnTo>
                  <a:lnTo>
                    <a:pt x="178102" y="187867"/>
                  </a:lnTo>
                  <a:lnTo>
                    <a:pt x="178051" y="188161"/>
                  </a:lnTo>
                  <a:lnTo>
                    <a:pt x="177758" y="188549"/>
                  </a:lnTo>
                  <a:lnTo>
                    <a:pt x="177262" y="188424"/>
                  </a:lnTo>
                  <a:lnTo>
                    <a:pt x="176853" y="188187"/>
                  </a:lnTo>
                  <a:lnTo>
                    <a:pt x="176604" y="188100"/>
                  </a:lnTo>
                  <a:lnTo>
                    <a:pt x="176200" y="187784"/>
                  </a:lnTo>
                  <a:lnTo>
                    <a:pt x="175815" y="187179"/>
                  </a:lnTo>
                  <a:lnTo>
                    <a:pt x="176114" y="187135"/>
                  </a:lnTo>
                  <a:lnTo>
                    <a:pt x="176597" y="187037"/>
                  </a:lnTo>
                  <a:lnTo>
                    <a:pt x="176911" y="186670"/>
                  </a:lnTo>
                  <a:lnTo>
                    <a:pt x="176983" y="186337"/>
                  </a:lnTo>
                  <a:lnTo>
                    <a:pt x="176975" y="186066"/>
                  </a:lnTo>
                  <a:lnTo>
                    <a:pt x="176970" y="185931"/>
                  </a:lnTo>
                  <a:lnTo>
                    <a:pt x="176770" y="185401"/>
                  </a:lnTo>
                  <a:lnTo>
                    <a:pt x="176394" y="184742"/>
                  </a:lnTo>
                  <a:lnTo>
                    <a:pt x="176106" y="184490"/>
                  </a:lnTo>
                  <a:lnTo>
                    <a:pt x="176172" y="184288"/>
                  </a:lnTo>
                  <a:lnTo>
                    <a:pt x="176382" y="184030"/>
                  </a:lnTo>
                  <a:lnTo>
                    <a:pt x="176719" y="183769"/>
                  </a:lnTo>
                  <a:lnTo>
                    <a:pt x="177170" y="183589"/>
                  </a:lnTo>
                  <a:lnTo>
                    <a:pt x="177303" y="183663"/>
                  </a:lnTo>
                  <a:lnTo>
                    <a:pt x="177439" y="183765"/>
                  </a:lnTo>
                  <a:lnTo>
                    <a:pt x="177915" y="184253"/>
                  </a:lnTo>
                  <a:lnTo>
                    <a:pt x="178298" y="184550"/>
                  </a:lnTo>
                  <a:lnTo>
                    <a:pt x="178763" y="184799"/>
                  </a:lnTo>
                  <a:lnTo>
                    <a:pt x="179370" y="184930"/>
                  </a:lnTo>
                  <a:lnTo>
                    <a:pt x="179618" y="184971"/>
                  </a:lnTo>
                  <a:lnTo>
                    <a:pt x="179881" y="184971"/>
                  </a:lnTo>
                  <a:lnTo>
                    <a:pt x="180244" y="184554"/>
                  </a:lnTo>
                  <a:lnTo>
                    <a:pt x="180288" y="184414"/>
                  </a:lnTo>
                  <a:lnTo>
                    <a:pt x="180270" y="184156"/>
                  </a:lnTo>
                  <a:lnTo>
                    <a:pt x="180356" y="183861"/>
                  </a:lnTo>
                  <a:lnTo>
                    <a:pt x="180658" y="183460"/>
                  </a:lnTo>
                  <a:lnTo>
                    <a:pt x="180635" y="183317"/>
                  </a:lnTo>
                  <a:lnTo>
                    <a:pt x="180597" y="182991"/>
                  </a:lnTo>
                  <a:lnTo>
                    <a:pt x="180598" y="182743"/>
                  </a:lnTo>
                  <a:lnTo>
                    <a:pt x="180992" y="182460"/>
                  </a:lnTo>
                  <a:lnTo>
                    <a:pt x="181349" y="182058"/>
                  </a:lnTo>
                  <a:lnTo>
                    <a:pt x="181345" y="181830"/>
                  </a:lnTo>
                  <a:lnTo>
                    <a:pt x="181665" y="181719"/>
                  </a:lnTo>
                  <a:lnTo>
                    <a:pt x="182071" y="182286"/>
                  </a:lnTo>
                  <a:lnTo>
                    <a:pt x="182150" y="182483"/>
                  </a:lnTo>
                  <a:lnTo>
                    <a:pt x="182283" y="182646"/>
                  </a:lnTo>
                  <a:lnTo>
                    <a:pt x="182473" y="182613"/>
                  </a:lnTo>
                  <a:lnTo>
                    <a:pt x="182743" y="18262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8997907" y="215699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9009038" y="2153743"/>
              <a:ext cx="183795" cy="188278"/>
            </a:xfrm>
            <a:custGeom>
              <a:avLst/>
              <a:pathLst>
                <a:path w="183795" h="188278">
                  <a:moveTo>
                    <a:pt x="182879" y="182880"/>
                  </a:moveTo>
                  <a:lnTo>
                    <a:pt x="182837" y="182598"/>
                  </a:lnTo>
                  <a:lnTo>
                    <a:pt x="183285" y="182846"/>
                  </a:lnTo>
                  <a:lnTo>
                    <a:pt x="183499" y="182989"/>
                  </a:lnTo>
                  <a:lnTo>
                    <a:pt x="183622" y="183315"/>
                  </a:lnTo>
                  <a:lnTo>
                    <a:pt x="183630" y="183942"/>
                  </a:lnTo>
                  <a:lnTo>
                    <a:pt x="183648" y="184329"/>
                  </a:lnTo>
                  <a:lnTo>
                    <a:pt x="183669" y="184790"/>
                  </a:lnTo>
                  <a:lnTo>
                    <a:pt x="183795" y="185300"/>
                  </a:lnTo>
                  <a:lnTo>
                    <a:pt x="183742" y="185542"/>
                  </a:lnTo>
                  <a:lnTo>
                    <a:pt x="183435" y="186012"/>
                  </a:lnTo>
                  <a:lnTo>
                    <a:pt x="183302" y="185914"/>
                  </a:lnTo>
                  <a:lnTo>
                    <a:pt x="182896" y="186533"/>
                  </a:lnTo>
                  <a:lnTo>
                    <a:pt x="182465" y="186917"/>
                  </a:lnTo>
                  <a:lnTo>
                    <a:pt x="181718" y="187518"/>
                  </a:lnTo>
                  <a:lnTo>
                    <a:pt x="181140" y="188051"/>
                  </a:lnTo>
                  <a:lnTo>
                    <a:pt x="180999" y="188278"/>
                  </a:lnTo>
                  <a:lnTo>
                    <a:pt x="180437" y="188093"/>
                  </a:lnTo>
                  <a:lnTo>
                    <a:pt x="180275" y="187973"/>
                  </a:lnTo>
                  <a:lnTo>
                    <a:pt x="179844" y="187941"/>
                  </a:lnTo>
                  <a:lnTo>
                    <a:pt x="179694" y="187957"/>
                  </a:lnTo>
                  <a:lnTo>
                    <a:pt x="179405" y="187751"/>
                  </a:lnTo>
                  <a:lnTo>
                    <a:pt x="178996" y="187678"/>
                  </a:lnTo>
                  <a:lnTo>
                    <a:pt x="178854" y="187515"/>
                  </a:lnTo>
                  <a:lnTo>
                    <a:pt x="178486" y="186921"/>
                  </a:lnTo>
                  <a:lnTo>
                    <a:pt x="178322" y="186727"/>
                  </a:lnTo>
                  <a:lnTo>
                    <a:pt x="178224" y="186571"/>
                  </a:lnTo>
                  <a:lnTo>
                    <a:pt x="178196" y="186384"/>
                  </a:lnTo>
                  <a:lnTo>
                    <a:pt x="178217" y="186256"/>
                  </a:lnTo>
                  <a:lnTo>
                    <a:pt x="178362" y="185592"/>
                  </a:lnTo>
                  <a:lnTo>
                    <a:pt x="178324" y="185277"/>
                  </a:lnTo>
                  <a:lnTo>
                    <a:pt x="178411" y="184698"/>
                  </a:lnTo>
                  <a:lnTo>
                    <a:pt x="178489" y="184503"/>
                  </a:lnTo>
                  <a:lnTo>
                    <a:pt x="178699" y="184068"/>
                  </a:lnTo>
                  <a:lnTo>
                    <a:pt x="178847" y="183476"/>
                  </a:lnTo>
                  <a:lnTo>
                    <a:pt x="179121" y="182615"/>
                  </a:lnTo>
                  <a:lnTo>
                    <a:pt x="179361" y="182322"/>
                  </a:lnTo>
                  <a:lnTo>
                    <a:pt x="179515" y="182167"/>
                  </a:lnTo>
                  <a:lnTo>
                    <a:pt x="179729" y="181909"/>
                  </a:lnTo>
                  <a:lnTo>
                    <a:pt x="180142" y="181894"/>
                  </a:lnTo>
                  <a:lnTo>
                    <a:pt x="181405" y="181710"/>
                  </a:lnTo>
                  <a:lnTo>
                    <a:pt x="181640" y="182016"/>
                  </a:lnTo>
                  <a:lnTo>
                    <a:pt x="181971" y="182319"/>
                  </a:lnTo>
                  <a:lnTo>
                    <a:pt x="182230" y="182323"/>
                  </a:lnTo>
                  <a:lnTo>
                    <a:pt x="182607" y="182643"/>
                  </a:lnTo>
                  <a:lnTo>
                    <a:pt x="182426" y="182950"/>
                  </a:lnTo>
                  <a:lnTo>
                    <a:pt x="182600" y="183177"/>
                  </a:lnTo>
                  <a:lnTo>
                    <a:pt x="182437" y="183617"/>
                  </a:lnTo>
                  <a:lnTo>
                    <a:pt x="182275" y="183835"/>
                  </a:lnTo>
                  <a:lnTo>
                    <a:pt x="182488" y="183735"/>
                  </a:lnTo>
                  <a:lnTo>
                    <a:pt x="182635" y="183618"/>
                  </a:lnTo>
                  <a:lnTo>
                    <a:pt x="182955" y="18310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9016169" y="2152110"/>
              <a:ext cx="184089" cy="184372"/>
            </a:xfrm>
            <a:custGeom>
              <a:avLst/>
              <a:pathLst>
                <a:path w="184089" h="184372">
                  <a:moveTo>
                    <a:pt x="182879" y="182880"/>
                  </a:moveTo>
                  <a:lnTo>
                    <a:pt x="183178" y="182930"/>
                  </a:lnTo>
                  <a:lnTo>
                    <a:pt x="183551" y="183021"/>
                  </a:lnTo>
                  <a:lnTo>
                    <a:pt x="183705" y="183051"/>
                  </a:lnTo>
                  <a:lnTo>
                    <a:pt x="183886" y="183097"/>
                  </a:lnTo>
                  <a:lnTo>
                    <a:pt x="183983" y="183452"/>
                  </a:lnTo>
                  <a:lnTo>
                    <a:pt x="183596" y="183515"/>
                  </a:lnTo>
                  <a:lnTo>
                    <a:pt x="183396" y="183512"/>
                  </a:lnTo>
                  <a:lnTo>
                    <a:pt x="183108" y="183448"/>
                  </a:lnTo>
                  <a:lnTo>
                    <a:pt x="183370" y="183553"/>
                  </a:lnTo>
                  <a:lnTo>
                    <a:pt x="183608" y="183632"/>
                  </a:lnTo>
                  <a:lnTo>
                    <a:pt x="183838" y="183593"/>
                  </a:lnTo>
                  <a:lnTo>
                    <a:pt x="184089" y="183583"/>
                  </a:lnTo>
                  <a:lnTo>
                    <a:pt x="183512" y="184071"/>
                  </a:lnTo>
                  <a:lnTo>
                    <a:pt x="183376" y="184188"/>
                  </a:lnTo>
                  <a:lnTo>
                    <a:pt x="183076" y="184355"/>
                  </a:lnTo>
                  <a:lnTo>
                    <a:pt x="182633" y="184372"/>
                  </a:lnTo>
                  <a:lnTo>
                    <a:pt x="182811" y="183990"/>
                  </a:lnTo>
                  <a:lnTo>
                    <a:pt x="182521" y="184128"/>
                  </a:lnTo>
                  <a:lnTo>
                    <a:pt x="182213" y="184104"/>
                  </a:lnTo>
                  <a:lnTo>
                    <a:pt x="181691" y="183662"/>
                  </a:lnTo>
                  <a:lnTo>
                    <a:pt x="181540" y="183564"/>
                  </a:lnTo>
                  <a:lnTo>
                    <a:pt x="181208" y="183391"/>
                  </a:lnTo>
                  <a:lnTo>
                    <a:pt x="181113" y="183552"/>
                  </a:lnTo>
                  <a:lnTo>
                    <a:pt x="180847" y="183409"/>
                  </a:lnTo>
                  <a:lnTo>
                    <a:pt x="180638" y="183201"/>
                  </a:lnTo>
                  <a:lnTo>
                    <a:pt x="180691" y="182924"/>
                  </a:lnTo>
                  <a:lnTo>
                    <a:pt x="181274" y="182555"/>
                  </a:lnTo>
                  <a:lnTo>
                    <a:pt x="181404" y="182530"/>
                  </a:lnTo>
                  <a:lnTo>
                    <a:pt x="181819" y="182539"/>
                  </a:lnTo>
                  <a:lnTo>
                    <a:pt x="182292" y="18280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9034527" y="2139494"/>
              <a:ext cx="182961" cy="182880"/>
            </a:xfrm>
            <a:custGeom>
              <a:avLst/>
              <a:pathLst>
                <a:path w="182961" h="182880">
                  <a:moveTo>
                    <a:pt x="182879" y="182880"/>
                  </a:moveTo>
                  <a:lnTo>
                    <a:pt x="182728" y="182709"/>
                  </a:lnTo>
                  <a:lnTo>
                    <a:pt x="182961" y="182646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9045992" y="2127381"/>
              <a:ext cx="182879" cy="183033"/>
            </a:xfrm>
            <a:custGeom>
              <a:avLst/>
              <a:pathLst>
                <a:path w="182879" h="183033">
                  <a:moveTo>
                    <a:pt x="182879" y="182880"/>
                  </a:moveTo>
                  <a:lnTo>
                    <a:pt x="182655" y="183033"/>
                  </a:lnTo>
                  <a:lnTo>
                    <a:pt x="182582" y="18281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9045324" y="2122475"/>
              <a:ext cx="182879" cy="183182"/>
            </a:xfrm>
            <a:custGeom>
              <a:avLst/>
              <a:pathLst>
                <a:path w="182879" h="183182">
                  <a:moveTo>
                    <a:pt x="182879" y="182880"/>
                  </a:moveTo>
                  <a:lnTo>
                    <a:pt x="182521" y="183182"/>
                  </a:lnTo>
                  <a:lnTo>
                    <a:pt x="182362" y="183042"/>
                  </a:lnTo>
                  <a:lnTo>
                    <a:pt x="182473" y="182744"/>
                  </a:lnTo>
                  <a:lnTo>
                    <a:pt x="182646" y="18269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9044235" y="2122185"/>
              <a:ext cx="182895" cy="183420"/>
            </a:xfrm>
            <a:custGeom>
              <a:avLst/>
              <a:pathLst>
                <a:path w="182895" h="183420">
                  <a:moveTo>
                    <a:pt x="182879" y="182880"/>
                  </a:moveTo>
                  <a:lnTo>
                    <a:pt x="182625" y="183160"/>
                  </a:lnTo>
                  <a:lnTo>
                    <a:pt x="182472" y="183420"/>
                  </a:lnTo>
                  <a:lnTo>
                    <a:pt x="182487" y="183095"/>
                  </a:lnTo>
                  <a:lnTo>
                    <a:pt x="182895" y="18270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9032357" y="1971046"/>
              <a:ext cx="256236" cy="412185"/>
            </a:xfrm>
            <a:custGeom>
              <a:avLst/>
              <a:pathLst>
                <a:path w="256236" h="412185">
                  <a:moveTo>
                    <a:pt x="182879" y="182880"/>
                  </a:moveTo>
                  <a:lnTo>
                    <a:pt x="182830" y="183125"/>
                  </a:lnTo>
                  <a:lnTo>
                    <a:pt x="182872" y="183582"/>
                  </a:lnTo>
                  <a:lnTo>
                    <a:pt x="182942" y="183823"/>
                  </a:lnTo>
                  <a:lnTo>
                    <a:pt x="183130" y="183855"/>
                  </a:lnTo>
                  <a:lnTo>
                    <a:pt x="183491" y="184036"/>
                  </a:lnTo>
                  <a:lnTo>
                    <a:pt x="183242" y="184680"/>
                  </a:lnTo>
                  <a:lnTo>
                    <a:pt x="183226" y="184837"/>
                  </a:lnTo>
                  <a:lnTo>
                    <a:pt x="183109" y="184995"/>
                  </a:lnTo>
                  <a:lnTo>
                    <a:pt x="183025" y="185115"/>
                  </a:lnTo>
                  <a:lnTo>
                    <a:pt x="183186" y="185030"/>
                  </a:lnTo>
                  <a:lnTo>
                    <a:pt x="183426" y="184995"/>
                  </a:lnTo>
                  <a:lnTo>
                    <a:pt x="183678" y="185093"/>
                  </a:lnTo>
                  <a:lnTo>
                    <a:pt x="183928" y="185169"/>
                  </a:lnTo>
                  <a:lnTo>
                    <a:pt x="184052" y="185315"/>
                  </a:lnTo>
                  <a:lnTo>
                    <a:pt x="184166" y="185581"/>
                  </a:lnTo>
                  <a:lnTo>
                    <a:pt x="184566" y="185989"/>
                  </a:lnTo>
                  <a:lnTo>
                    <a:pt x="184898" y="185815"/>
                  </a:lnTo>
                  <a:lnTo>
                    <a:pt x="185429" y="185644"/>
                  </a:lnTo>
                  <a:lnTo>
                    <a:pt x="185723" y="185630"/>
                  </a:lnTo>
                  <a:lnTo>
                    <a:pt x="186135" y="185804"/>
                  </a:lnTo>
                  <a:lnTo>
                    <a:pt x="186156" y="186131"/>
                  </a:lnTo>
                  <a:lnTo>
                    <a:pt x="186602" y="186314"/>
                  </a:lnTo>
                  <a:lnTo>
                    <a:pt x="186476" y="186628"/>
                  </a:lnTo>
                  <a:lnTo>
                    <a:pt x="186279" y="186934"/>
                  </a:lnTo>
                  <a:lnTo>
                    <a:pt x="186242" y="187083"/>
                  </a:lnTo>
                  <a:lnTo>
                    <a:pt x="186145" y="187368"/>
                  </a:lnTo>
                  <a:lnTo>
                    <a:pt x="185538" y="187662"/>
                  </a:lnTo>
                  <a:lnTo>
                    <a:pt x="185464" y="187836"/>
                  </a:lnTo>
                  <a:lnTo>
                    <a:pt x="185373" y="188047"/>
                  </a:lnTo>
                  <a:lnTo>
                    <a:pt x="184770" y="188313"/>
                  </a:lnTo>
                  <a:lnTo>
                    <a:pt x="184662" y="188608"/>
                  </a:lnTo>
                  <a:lnTo>
                    <a:pt x="184489" y="188841"/>
                  </a:lnTo>
                  <a:lnTo>
                    <a:pt x="184494" y="188969"/>
                  </a:lnTo>
                  <a:lnTo>
                    <a:pt x="184345" y="189165"/>
                  </a:lnTo>
                  <a:lnTo>
                    <a:pt x="184469" y="189295"/>
                  </a:lnTo>
                  <a:lnTo>
                    <a:pt x="184861" y="189348"/>
                  </a:lnTo>
                  <a:lnTo>
                    <a:pt x="185283" y="189039"/>
                  </a:lnTo>
                  <a:lnTo>
                    <a:pt x="185461" y="189168"/>
                  </a:lnTo>
                  <a:lnTo>
                    <a:pt x="185902" y="189380"/>
                  </a:lnTo>
                  <a:lnTo>
                    <a:pt x="185875" y="189518"/>
                  </a:lnTo>
                  <a:lnTo>
                    <a:pt x="186066" y="189648"/>
                  </a:lnTo>
                  <a:lnTo>
                    <a:pt x="186282" y="190141"/>
                  </a:lnTo>
                  <a:lnTo>
                    <a:pt x="186468" y="190288"/>
                  </a:lnTo>
                  <a:lnTo>
                    <a:pt x="186288" y="190678"/>
                  </a:lnTo>
                  <a:lnTo>
                    <a:pt x="186032" y="190687"/>
                  </a:lnTo>
                  <a:lnTo>
                    <a:pt x="186021" y="190817"/>
                  </a:lnTo>
                  <a:lnTo>
                    <a:pt x="186026" y="190973"/>
                  </a:lnTo>
                  <a:lnTo>
                    <a:pt x="186135" y="191278"/>
                  </a:lnTo>
                  <a:lnTo>
                    <a:pt x="186135" y="191753"/>
                  </a:lnTo>
                  <a:lnTo>
                    <a:pt x="186012" y="191899"/>
                  </a:lnTo>
                  <a:lnTo>
                    <a:pt x="185860" y="191954"/>
                  </a:lnTo>
                  <a:lnTo>
                    <a:pt x="185696" y="191938"/>
                  </a:lnTo>
                  <a:lnTo>
                    <a:pt x="185353" y="191844"/>
                  </a:lnTo>
                  <a:lnTo>
                    <a:pt x="185178" y="191917"/>
                  </a:lnTo>
                  <a:lnTo>
                    <a:pt x="185001" y="191967"/>
                  </a:lnTo>
                  <a:lnTo>
                    <a:pt x="184828" y="191903"/>
                  </a:lnTo>
                  <a:lnTo>
                    <a:pt x="184781" y="192076"/>
                  </a:lnTo>
                  <a:lnTo>
                    <a:pt x="184683" y="192261"/>
                  </a:lnTo>
                  <a:lnTo>
                    <a:pt x="184544" y="192473"/>
                  </a:lnTo>
                  <a:lnTo>
                    <a:pt x="184472" y="192821"/>
                  </a:lnTo>
                  <a:lnTo>
                    <a:pt x="184131" y="192984"/>
                  </a:lnTo>
                  <a:lnTo>
                    <a:pt x="183880" y="192927"/>
                  </a:lnTo>
                  <a:lnTo>
                    <a:pt x="183582" y="193222"/>
                  </a:lnTo>
                  <a:lnTo>
                    <a:pt x="183148" y="193860"/>
                  </a:lnTo>
                  <a:lnTo>
                    <a:pt x="182936" y="193907"/>
                  </a:lnTo>
                  <a:lnTo>
                    <a:pt x="182659" y="194222"/>
                  </a:lnTo>
                  <a:lnTo>
                    <a:pt x="182430" y="194347"/>
                  </a:lnTo>
                  <a:lnTo>
                    <a:pt x="182516" y="194487"/>
                  </a:lnTo>
                  <a:lnTo>
                    <a:pt x="182549" y="194715"/>
                  </a:lnTo>
                  <a:lnTo>
                    <a:pt x="182579" y="195097"/>
                  </a:lnTo>
                  <a:lnTo>
                    <a:pt x="182525" y="195412"/>
                  </a:lnTo>
                  <a:lnTo>
                    <a:pt x="182496" y="195732"/>
                  </a:lnTo>
                  <a:lnTo>
                    <a:pt x="182496" y="195873"/>
                  </a:lnTo>
                  <a:lnTo>
                    <a:pt x="182783" y="195750"/>
                  </a:lnTo>
                  <a:lnTo>
                    <a:pt x="183043" y="195545"/>
                  </a:lnTo>
                  <a:lnTo>
                    <a:pt x="183202" y="195933"/>
                  </a:lnTo>
                  <a:lnTo>
                    <a:pt x="183164" y="196158"/>
                  </a:lnTo>
                  <a:lnTo>
                    <a:pt x="182963" y="196561"/>
                  </a:lnTo>
                  <a:lnTo>
                    <a:pt x="182812" y="196892"/>
                  </a:lnTo>
                  <a:lnTo>
                    <a:pt x="182841" y="197390"/>
                  </a:lnTo>
                  <a:lnTo>
                    <a:pt x="183012" y="197649"/>
                  </a:lnTo>
                  <a:lnTo>
                    <a:pt x="183112" y="197902"/>
                  </a:lnTo>
                  <a:lnTo>
                    <a:pt x="183154" y="198441"/>
                  </a:lnTo>
                  <a:lnTo>
                    <a:pt x="183107" y="198617"/>
                  </a:lnTo>
                  <a:lnTo>
                    <a:pt x="182978" y="198656"/>
                  </a:lnTo>
                  <a:lnTo>
                    <a:pt x="183315" y="199100"/>
                  </a:lnTo>
                  <a:lnTo>
                    <a:pt x="183667" y="199506"/>
                  </a:lnTo>
                  <a:lnTo>
                    <a:pt x="183963" y="199851"/>
                  </a:lnTo>
                  <a:lnTo>
                    <a:pt x="184101" y="200260"/>
                  </a:lnTo>
                  <a:lnTo>
                    <a:pt x="184414" y="200203"/>
                  </a:lnTo>
                  <a:lnTo>
                    <a:pt x="184830" y="200396"/>
                  </a:lnTo>
                  <a:lnTo>
                    <a:pt x="184977" y="200461"/>
                  </a:lnTo>
                  <a:lnTo>
                    <a:pt x="185259" y="200454"/>
                  </a:lnTo>
                  <a:lnTo>
                    <a:pt x="185389" y="200481"/>
                  </a:lnTo>
                  <a:lnTo>
                    <a:pt x="185637" y="200649"/>
                  </a:lnTo>
                  <a:lnTo>
                    <a:pt x="186005" y="200767"/>
                  </a:lnTo>
                  <a:lnTo>
                    <a:pt x="186434" y="201407"/>
                  </a:lnTo>
                  <a:lnTo>
                    <a:pt x="186815" y="201442"/>
                  </a:lnTo>
                  <a:lnTo>
                    <a:pt x="186837" y="202319"/>
                  </a:lnTo>
                  <a:lnTo>
                    <a:pt x="186871" y="202502"/>
                  </a:lnTo>
                  <a:lnTo>
                    <a:pt x="187091" y="202798"/>
                  </a:lnTo>
                  <a:lnTo>
                    <a:pt x="187248" y="202802"/>
                  </a:lnTo>
                  <a:lnTo>
                    <a:pt x="187434" y="202880"/>
                  </a:lnTo>
                  <a:lnTo>
                    <a:pt x="187185" y="203148"/>
                  </a:lnTo>
                  <a:lnTo>
                    <a:pt x="187437" y="203669"/>
                  </a:lnTo>
                  <a:lnTo>
                    <a:pt x="187570" y="203869"/>
                  </a:lnTo>
                  <a:lnTo>
                    <a:pt x="187629" y="204022"/>
                  </a:lnTo>
                  <a:lnTo>
                    <a:pt x="187541" y="204160"/>
                  </a:lnTo>
                  <a:lnTo>
                    <a:pt x="187411" y="204506"/>
                  </a:lnTo>
                  <a:lnTo>
                    <a:pt x="187285" y="204796"/>
                  </a:lnTo>
                  <a:lnTo>
                    <a:pt x="187148" y="204852"/>
                  </a:lnTo>
                  <a:lnTo>
                    <a:pt x="187285" y="204948"/>
                  </a:lnTo>
                  <a:lnTo>
                    <a:pt x="187542" y="205219"/>
                  </a:lnTo>
                  <a:lnTo>
                    <a:pt x="187613" y="205532"/>
                  </a:lnTo>
                  <a:lnTo>
                    <a:pt x="187607" y="205844"/>
                  </a:lnTo>
                  <a:lnTo>
                    <a:pt x="187742" y="206241"/>
                  </a:lnTo>
                  <a:lnTo>
                    <a:pt x="188147" y="206655"/>
                  </a:lnTo>
                  <a:lnTo>
                    <a:pt x="188011" y="207508"/>
                  </a:lnTo>
                  <a:lnTo>
                    <a:pt x="187700" y="207710"/>
                  </a:lnTo>
                  <a:lnTo>
                    <a:pt x="187732" y="207979"/>
                  </a:lnTo>
                  <a:lnTo>
                    <a:pt x="187844" y="208197"/>
                  </a:lnTo>
                  <a:lnTo>
                    <a:pt x="188086" y="208309"/>
                  </a:lnTo>
                  <a:lnTo>
                    <a:pt x="188398" y="208281"/>
                  </a:lnTo>
                  <a:lnTo>
                    <a:pt x="188392" y="208652"/>
                  </a:lnTo>
                  <a:lnTo>
                    <a:pt x="188577" y="208955"/>
                  </a:lnTo>
                  <a:lnTo>
                    <a:pt x="188750" y="209464"/>
                  </a:lnTo>
                  <a:lnTo>
                    <a:pt x="188985" y="209760"/>
                  </a:lnTo>
                  <a:lnTo>
                    <a:pt x="188976" y="209965"/>
                  </a:lnTo>
                  <a:lnTo>
                    <a:pt x="189102" y="210335"/>
                  </a:lnTo>
                  <a:lnTo>
                    <a:pt x="189559" y="210637"/>
                  </a:lnTo>
                  <a:lnTo>
                    <a:pt x="189731" y="210939"/>
                  </a:lnTo>
                  <a:lnTo>
                    <a:pt x="190115" y="211284"/>
                  </a:lnTo>
                  <a:lnTo>
                    <a:pt x="190295" y="211672"/>
                  </a:lnTo>
                  <a:lnTo>
                    <a:pt x="190059" y="211729"/>
                  </a:lnTo>
                  <a:lnTo>
                    <a:pt x="189722" y="211690"/>
                  </a:lnTo>
                  <a:lnTo>
                    <a:pt x="189223" y="211864"/>
                  </a:lnTo>
                  <a:lnTo>
                    <a:pt x="189305" y="212038"/>
                  </a:lnTo>
                  <a:lnTo>
                    <a:pt x="189462" y="212179"/>
                  </a:lnTo>
                  <a:lnTo>
                    <a:pt x="189376" y="212669"/>
                  </a:lnTo>
                  <a:lnTo>
                    <a:pt x="189204" y="212829"/>
                  </a:lnTo>
                  <a:lnTo>
                    <a:pt x="189326" y="213098"/>
                  </a:lnTo>
                  <a:lnTo>
                    <a:pt x="189422" y="213384"/>
                  </a:lnTo>
                  <a:lnTo>
                    <a:pt x="189701" y="213865"/>
                  </a:lnTo>
                  <a:lnTo>
                    <a:pt x="189944" y="213924"/>
                  </a:lnTo>
                  <a:lnTo>
                    <a:pt x="190391" y="214609"/>
                  </a:lnTo>
                  <a:lnTo>
                    <a:pt x="190440" y="214898"/>
                  </a:lnTo>
                  <a:lnTo>
                    <a:pt x="190494" y="215325"/>
                  </a:lnTo>
                  <a:lnTo>
                    <a:pt x="190465" y="215455"/>
                  </a:lnTo>
                  <a:lnTo>
                    <a:pt x="190842" y="215828"/>
                  </a:lnTo>
                  <a:lnTo>
                    <a:pt x="190881" y="216256"/>
                  </a:lnTo>
                  <a:lnTo>
                    <a:pt x="190708" y="216382"/>
                  </a:lnTo>
                  <a:lnTo>
                    <a:pt x="190643" y="216556"/>
                  </a:lnTo>
                  <a:lnTo>
                    <a:pt x="190593" y="217038"/>
                  </a:lnTo>
                  <a:lnTo>
                    <a:pt x="190488" y="217407"/>
                  </a:lnTo>
                  <a:lnTo>
                    <a:pt x="190395" y="217664"/>
                  </a:lnTo>
                  <a:lnTo>
                    <a:pt x="190219" y="218433"/>
                  </a:lnTo>
                  <a:lnTo>
                    <a:pt x="190021" y="219159"/>
                  </a:lnTo>
                  <a:lnTo>
                    <a:pt x="189771" y="219385"/>
                  </a:lnTo>
                  <a:lnTo>
                    <a:pt x="189345" y="219699"/>
                  </a:lnTo>
                  <a:lnTo>
                    <a:pt x="188987" y="219701"/>
                  </a:lnTo>
                  <a:lnTo>
                    <a:pt x="188784" y="220128"/>
                  </a:lnTo>
                  <a:lnTo>
                    <a:pt x="188563" y="220407"/>
                  </a:lnTo>
                  <a:lnTo>
                    <a:pt x="188516" y="220539"/>
                  </a:lnTo>
                  <a:lnTo>
                    <a:pt x="188497" y="220754"/>
                  </a:lnTo>
                  <a:lnTo>
                    <a:pt x="188842" y="220911"/>
                  </a:lnTo>
                  <a:lnTo>
                    <a:pt x="189319" y="220869"/>
                  </a:lnTo>
                  <a:lnTo>
                    <a:pt x="189295" y="221030"/>
                  </a:lnTo>
                  <a:lnTo>
                    <a:pt x="189328" y="221280"/>
                  </a:lnTo>
                  <a:lnTo>
                    <a:pt x="189415" y="221563"/>
                  </a:lnTo>
                  <a:lnTo>
                    <a:pt x="189542" y="221680"/>
                  </a:lnTo>
                  <a:lnTo>
                    <a:pt x="189734" y="221722"/>
                  </a:lnTo>
                  <a:lnTo>
                    <a:pt x="189860" y="221904"/>
                  </a:lnTo>
                  <a:lnTo>
                    <a:pt x="190167" y="222660"/>
                  </a:lnTo>
                  <a:lnTo>
                    <a:pt x="190376" y="222968"/>
                  </a:lnTo>
                  <a:lnTo>
                    <a:pt x="190336" y="223312"/>
                  </a:lnTo>
                  <a:lnTo>
                    <a:pt x="190439" y="223520"/>
                  </a:lnTo>
                  <a:lnTo>
                    <a:pt x="190680" y="223569"/>
                  </a:lnTo>
                  <a:lnTo>
                    <a:pt x="190849" y="223586"/>
                  </a:lnTo>
                  <a:lnTo>
                    <a:pt x="191121" y="223460"/>
                  </a:lnTo>
                  <a:lnTo>
                    <a:pt x="191650" y="223427"/>
                  </a:lnTo>
                  <a:lnTo>
                    <a:pt x="191954" y="223554"/>
                  </a:lnTo>
                  <a:lnTo>
                    <a:pt x="192207" y="223701"/>
                  </a:lnTo>
                  <a:lnTo>
                    <a:pt x="192538" y="223936"/>
                  </a:lnTo>
                  <a:lnTo>
                    <a:pt x="192587" y="224102"/>
                  </a:lnTo>
                  <a:lnTo>
                    <a:pt x="192800" y="224088"/>
                  </a:lnTo>
                  <a:lnTo>
                    <a:pt x="192847" y="223932"/>
                  </a:lnTo>
                  <a:lnTo>
                    <a:pt x="192934" y="223361"/>
                  </a:lnTo>
                  <a:lnTo>
                    <a:pt x="192943" y="223125"/>
                  </a:lnTo>
                  <a:lnTo>
                    <a:pt x="193092" y="222986"/>
                  </a:lnTo>
                  <a:lnTo>
                    <a:pt x="193938" y="222888"/>
                  </a:lnTo>
                  <a:lnTo>
                    <a:pt x="194110" y="222726"/>
                  </a:lnTo>
                  <a:lnTo>
                    <a:pt x="194155" y="222261"/>
                  </a:lnTo>
                  <a:lnTo>
                    <a:pt x="193868" y="221987"/>
                  </a:lnTo>
                  <a:lnTo>
                    <a:pt x="193907" y="221675"/>
                  </a:lnTo>
                  <a:lnTo>
                    <a:pt x="194155" y="221516"/>
                  </a:lnTo>
                  <a:lnTo>
                    <a:pt x="194526" y="221836"/>
                  </a:lnTo>
                  <a:lnTo>
                    <a:pt x="194814" y="221837"/>
                  </a:lnTo>
                  <a:lnTo>
                    <a:pt x="195101" y="221767"/>
                  </a:lnTo>
                  <a:lnTo>
                    <a:pt x="195957" y="222248"/>
                  </a:lnTo>
                  <a:lnTo>
                    <a:pt x="196017" y="222542"/>
                  </a:lnTo>
                  <a:lnTo>
                    <a:pt x="196280" y="222712"/>
                  </a:lnTo>
                  <a:lnTo>
                    <a:pt x="196427" y="222545"/>
                  </a:lnTo>
                  <a:lnTo>
                    <a:pt x="196566" y="222583"/>
                  </a:lnTo>
                  <a:lnTo>
                    <a:pt x="196947" y="222801"/>
                  </a:lnTo>
                  <a:lnTo>
                    <a:pt x="197103" y="223195"/>
                  </a:lnTo>
                  <a:lnTo>
                    <a:pt x="197456" y="223240"/>
                  </a:lnTo>
                  <a:lnTo>
                    <a:pt x="197674" y="223021"/>
                  </a:lnTo>
                  <a:lnTo>
                    <a:pt x="197903" y="223092"/>
                  </a:lnTo>
                  <a:lnTo>
                    <a:pt x="198108" y="223402"/>
                  </a:lnTo>
                  <a:lnTo>
                    <a:pt x="198422" y="223394"/>
                  </a:lnTo>
                  <a:lnTo>
                    <a:pt x="198804" y="222977"/>
                  </a:lnTo>
                  <a:lnTo>
                    <a:pt x="199259" y="222606"/>
                  </a:lnTo>
                  <a:lnTo>
                    <a:pt x="199463" y="222440"/>
                  </a:lnTo>
                  <a:lnTo>
                    <a:pt x="200017" y="222695"/>
                  </a:lnTo>
                  <a:lnTo>
                    <a:pt x="200121" y="222931"/>
                  </a:lnTo>
                  <a:lnTo>
                    <a:pt x="200152" y="223065"/>
                  </a:lnTo>
                  <a:lnTo>
                    <a:pt x="199838" y="223457"/>
                  </a:lnTo>
                  <a:lnTo>
                    <a:pt x="199619" y="223614"/>
                  </a:lnTo>
                  <a:lnTo>
                    <a:pt x="199799" y="223741"/>
                  </a:lnTo>
                  <a:lnTo>
                    <a:pt x="199861" y="224185"/>
                  </a:lnTo>
                  <a:lnTo>
                    <a:pt x="199816" y="224339"/>
                  </a:lnTo>
                  <a:lnTo>
                    <a:pt x="199746" y="224772"/>
                  </a:lnTo>
                  <a:lnTo>
                    <a:pt x="199941" y="224925"/>
                  </a:lnTo>
                  <a:lnTo>
                    <a:pt x="200305" y="224891"/>
                  </a:lnTo>
                  <a:lnTo>
                    <a:pt x="200495" y="224842"/>
                  </a:lnTo>
                  <a:lnTo>
                    <a:pt x="200908" y="225287"/>
                  </a:lnTo>
                  <a:lnTo>
                    <a:pt x="201062" y="225140"/>
                  </a:lnTo>
                  <a:lnTo>
                    <a:pt x="201298" y="225293"/>
                  </a:lnTo>
                  <a:lnTo>
                    <a:pt x="201476" y="225261"/>
                  </a:lnTo>
                  <a:lnTo>
                    <a:pt x="201883" y="225287"/>
                  </a:lnTo>
                  <a:lnTo>
                    <a:pt x="202131" y="225237"/>
                  </a:lnTo>
                  <a:lnTo>
                    <a:pt x="202295" y="225248"/>
                  </a:lnTo>
                  <a:lnTo>
                    <a:pt x="202538" y="225359"/>
                  </a:lnTo>
                  <a:lnTo>
                    <a:pt x="202920" y="225646"/>
                  </a:lnTo>
                  <a:lnTo>
                    <a:pt x="203170" y="225490"/>
                  </a:lnTo>
                  <a:lnTo>
                    <a:pt x="203623" y="225466"/>
                  </a:lnTo>
                  <a:lnTo>
                    <a:pt x="203868" y="225549"/>
                  </a:lnTo>
                  <a:lnTo>
                    <a:pt x="204399" y="225587"/>
                  </a:lnTo>
                  <a:lnTo>
                    <a:pt x="204802" y="225620"/>
                  </a:lnTo>
                  <a:lnTo>
                    <a:pt x="205002" y="225585"/>
                  </a:lnTo>
                  <a:lnTo>
                    <a:pt x="205162" y="225063"/>
                  </a:lnTo>
                  <a:lnTo>
                    <a:pt x="205160" y="225204"/>
                  </a:lnTo>
                  <a:lnTo>
                    <a:pt x="205118" y="225350"/>
                  </a:lnTo>
                  <a:lnTo>
                    <a:pt x="205081" y="225483"/>
                  </a:lnTo>
                  <a:lnTo>
                    <a:pt x="205264" y="225497"/>
                  </a:lnTo>
                  <a:lnTo>
                    <a:pt x="205750" y="225517"/>
                  </a:lnTo>
                  <a:lnTo>
                    <a:pt x="206117" y="225240"/>
                  </a:lnTo>
                  <a:lnTo>
                    <a:pt x="206232" y="225042"/>
                  </a:lnTo>
                  <a:lnTo>
                    <a:pt x="206337" y="224849"/>
                  </a:lnTo>
                  <a:lnTo>
                    <a:pt x="206427" y="224568"/>
                  </a:lnTo>
                  <a:lnTo>
                    <a:pt x="206431" y="224334"/>
                  </a:lnTo>
                  <a:lnTo>
                    <a:pt x="206953" y="223819"/>
                  </a:lnTo>
                  <a:lnTo>
                    <a:pt x="206938" y="223689"/>
                  </a:lnTo>
                  <a:lnTo>
                    <a:pt x="207046" y="223473"/>
                  </a:lnTo>
                  <a:lnTo>
                    <a:pt x="207497" y="223420"/>
                  </a:lnTo>
                  <a:lnTo>
                    <a:pt x="207727" y="223396"/>
                  </a:lnTo>
                  <a:lnTo>
                    <a:pt x="208082" y="223263"/>
                  </a:lnTo>
                  <a:lnTo>
                    <a:pt x="208256" y="222893"/>
                  </a:lnTo>
                  <a:lnTo>
                    <a:pt x="208254" y="222683"/>
                  </a:lnTo>
                  <a:lnTo>
                    <a:pt x="208570" y="222695"/>
                  </a:lnTo>
                  <a:lnTo>
                    <a:pt x="209034" y="222508"/>
                  </a:lnTo>
                  <a:lnTo>
                    <a:pt x="209062" y="222264"/>
                  </a:lnTo>
                  <a:lnTo>
                    <a:pt x="209298" y="222240"/>
                  </a:lnTo>
                  <a:lnTo>
                    <a:pt x="209399" y="222011"/>
                  </a:lnTo>
                  <a:lnTo>
                    <a:pt x="209375" y="221848"/>
                  </a:lnTo>
                  <a:lnTo>
                    <a:pt x="209250" y="221513"/>
                  </a:lnTo>
                  <a:lnTo>
                    <a:pt x="209098" y="221126"/>
                  </a:lnTo>
                  <a:lnTo>
                    <a:pt x="209181" y="220868"/>
                  </a:lnTo>
                  <a:lnTo>
                    <a:pt x="209311" y="220656"/>
                  </a:lnTo>
                  <a:lnTo>
                    <a:pt x="209497" y="220636"/>
                  </a:lnTo>
                  <a:lnTo>
                    <a:pt x="209634" y="220768"/>
                  </a:lnTo>
                  <a:lnTo>
                    <a:pt x="209890" y="220645"/>
                  </a:lnTo>
                  <a:lnTo>
                    <a:pt x="210122" y="220327"/>
                  </a:lnTo>
                  <a:lnTo>
                    <a:pt x="210453" y="220250"/>
                  </a:lnTo>
                  <a:lnTo>
                    <a:pt x="210609" y="220187"/>
                  </a:lnTo>
                  <a:lnTo>
                    <a:pt x="211028" y="220048"/>
                  </a:lnTo>
                  <a:lnTo>
                    <a:pt x="211554" y="219981"/>
                  </a:lnTo>
                  <a:lnTo>
                    <a:pt x="211830" y="220007"/>
                  </a:lnTo>
                  <a:lnTo>
                    <a:pt x="212297" y="219953"/>
                  </a:lnTo>
                  <a:lnTo>
                    <a:pt x="212672" y="220123"/>
                  </a:lnTo>
                  <a:lnTo>
                    <a:pt x="213068" y="220526"/>
                  </a:lnTo>
                  <a:lnTo>
                    <a:pt x="213041" y="220684"/>
                  </a:lnTo>
                  <a:lnTo>
                    <a:pt x="212983" y="220841"/>
                  </a:lnTo>
                  <a:lnTo>
                    <a:pt x="213022" y="221267"/>
                  </a:lnTo>
                  <a:lnTo>
                    <a:pt x="213445" y="221263"/>
                  </a:lnTo>
                  <a:lnTo>
                    <a:pt x="213906" y="220911"/>
                  </a:lnTo>
                  <a:lnTo>
                    <a:pt x="214194" y="220735"/>
                  </a:lnTo>
                  <a:lnTo>
                    <a:pt x="214689" y="220021"/>
                  </a:lnTo>
                  <a:lnTo>
                    <a:pt x="214773" y="219812"/>
                  </a:lnTo>
                  <a:lnTo>
                    <a:pt x="214960" y="219466"/>
                  </a:lnTo>
                  <a:lnTo>
                    <a:pt x="215250" y="219252"/>
                  </a:lnTo>
                  <a:lnTo>
                    <a:pt x="215317" y="218937"/>
                  </a:lnTo>
                  <a:lnTo>
                    <a:pt x="215500" y="218644"/>
                  </a:lnTo>
                  <a:lnTo>
                    <a:pt x="215468" y="218286"/>
                  </a:lnTo>
                  <a:lnTo>
                    <a:pt x="215351" y="217836"/>
                  </a:lnTo>
                  <a:lnTo>
                    <a:pt x="215468" y="217262"/>
                  </a:lnTo>
                  <a:lnTo>
                    <a:pt x="215340" y="217207"/>
                  </a:lnTo>
                  <a:lnTo>
                    <a:pt x="215522" y="216825"/>
                  </a:lnTo>
                  <a:lnTo>
                    <a:pt x="215838" y="216510"/>
                  </a:lnTo>
                  <a:lnTo>
                    <a:pt x="216023" y="216425"/>
                  </a:lnTo>
                  <a:lnTo>
                    <a:pt x="215864" y="216024"/>
                  </a:lnTo>
                  <a:lnTo>
                    <a:pt x="215804" y="215561"/>
                  </a:lnTo>
                  <a:lnTo>
                    <a:pt x="215906" y="215378"/>
                  </a:lnTo>
                  <a:lnTo>
                    <a:pt x="215940" y="215159"/>
                  </a:lnTo>
                  <a:lnTo>
                    <a:pt x="215949" y="214870"/>
                  </a:lnTo>
                  <a:lnTo>
                    <a:pt x="215927" y="214713"/>
                  </a:lnTo>
                  <a:lnTo>
                    <a:pt x="216086" y="214416"/>
                  </a:lnTo>
                  <a:lnTo>
                    <a:pt x="216940" y="214116"/>
                  </a:lnTo>
                  <a:lnTo>
                    <a:pt x="217102" y="213891"/>
                  </a:lnTo>
                  <a:lnTo>
                    <a:pt x="217260" y="213951"/>
                  </a:lnTo>
                  <a:lnTo>
                    <a:pt x="217647" y="213851"/>
                  </a:lnTo>
                  <a:lnTo>
                    <a:pt x="217737" y="213623"/>
                  </a:lnTo>
                  <a:lnTo>
                    <a:pt x="217597" y="213305"/>
                  </a:lnTo>
                  <a:lnTo>
                    <a:pt x="217595" y="213166"/>
                  </a:lnTo>
                  <a:lnTo>
                    <a:pt x="217810" y="213194"/>
                  </a:lnTo>
                  <a:lnTo>
                    <a:pt x="218080" y="213442"/>
                  </a:lnTo>
                  <a:lnTo>
                    <a:pt x="218036" y="213722"/>
                  </a:lnTo>
                  <a:lnTo>
                    <a:pt x="218359" y="213797"/>
                  </a:lnTo>
                  <a:lnTo>
                    <a:pt x="218860" y="213733"/>
                  </a:lnTo>
                  <a:lnTo>
                    <a:pt x="219016" y="213623"/>
                  </a:lnTo>
                  <a:lnTo>
                    <a:pt x="219314" y="213435"/>
                  </a:lnTo>
                  <a:lnTo>
                    <a:pt x="219345" y="213578"/>
                  </a:lnTo>
                  <a:lnTo>
                    <a:pt x="219600" y="213745"/>
                  </a:lnTo>
                  <a:lnTo>
                    <a:pt x="220002" y="213529"/>
                  </a:lnTo>
                  <a:lnTo>
                    <a:pt x="220190" y="213322"/>
                  </a:lnTo>
                  <a:lnTo>
                    <a:pt x="220519" y="213224"/>
                  </a:lnTo>
                  <a:lnTo>
                    <a:pt x="220879" y="213229"/>
                  </a:lnTo>
                  <a:lnTo>
                    <a:pt x="221041" y="213258"/>
                  </a:lnTo>
                  <a:lnTo>
                    <a:pt x="221118" y="213429"/>
                  </a:lnTo>
                  <a:lnTo>
                    <a:pt x="221443" y="213470"/>
                  </a:lnTo>
                  <a:lnTo>
                    <a:pt x="221591" y="213437"/>
                  </a:lnTo>
                  <a:lnTo>
                    <a:pt x="222023" y="213731"/>
                  </a:lnTo>
                  <a:lnTo>
                    <a:pt x="222091" y="213887"/>
                  </a:lnTo>
                  <a:lnTo>
                    <a:pt x="221936" y="214489"/>
                  </a:lnTo>
                  <a:lnTo>
                    <a:pt x="222241" y="214857"/>
                  </a:lnTo>
                  <a:lnTo>
                    <a:pt x="222016" y="215341"/>
                  </a:lnTo>
                  <a:lnTo>
                    <a:pt x="221680" y="215560"/>
                  </a:lnTo>
                  <a:lnTo>
                    <a:pt x="221389" y="215727"/>
                  </a:lnTo>
                  <a:lnTo>
                    <a:pt x="221243" y="216069"/>
                  </a:lnTo>
                  <a:lnTo>
                    <a:pt x="221451" y="216578"/>
                  </a:lnTo>
                  <a:lnTo>
                    <a:pt x="221442" y="216714"/>
                  </a:lnTo>
                  <a:lnTo>
                    <a:pt x="221429" y="216857"/>
                  </a:lnTo>
                  <a:lnTo>
                    <a:pt x="221515" y="217329"/>
                  </a:lnTo>
                  <a:lnTo>
                    <a:pt x="221794" y="217724"/>
                  </a:lnTo>
                  <a:lnTo>
                    <a:pt x="221939" y="217713"/>
                  </a:lnTo>
                  <a:lnTo>
                    <a:pt x="222163" y="217859"/>
                  </a:lnTo>
                  <a:lnTo>
                    <a:pt x="222535" y="217888"/>
                  </a:lnTo>
                  <a:lnTo>
                    <a:pt x="222861" y="217962"/>
                  </a:lnTo>
                  <a:lnTo>
                    <a:pt x="223157" y="218000"/>
                  </a:lnTo>
                  <a:lnTo>
                    <a:pt x="223331" y="218008"/>
                  </a:lnTo>
                  <a:lnTo>
                    <a:pt x="223324" y="218332"/>
                  </a:lnTo>
                  <a:lnTo>
                    <a:pt x="223231" y="218717"/>
                  </a:lnTo>
                  <a:lnTo>
                    <a:pt x="223033" y="218956"/>
                  </a:lnTo>
                  <a:lnTo>
                    <a:pt x="222897" y="219252"/>
                  </a:lnTo>
                  <a:lnTo>
                    <a:pt x="222753" y="219734"/>
                  </a:lnTo>
                  <a:lnTo>
                    <a:pt x="223334" y="219867"/>
                  </a:lnTo>
                  <a:lnTo>
                    <a:pt x="223572" y="219827"/>
                  </a:lnTo>
                  <a:lnTo>
                    <a:pt x="224004" y="219914"/>
                  </a:lnTo>
                  <a:lnTo>
                    <a:pt x="224426" y="220435"/>
                  </a:lnTo>
                  <a:lnTo>
                    <a:pt x="224466" y="220604"/>
                  </a:lnTo>
                  <a:lnTo>
                    <a:pt x="224554" y="220837"/>
                  </a:lnTo>
                  <a:lnTo>
                    <a:pt x="224823" y="220967"/>
                  </a:lnTo>
                  <a:lnTo>
                    <a:pt x="224620" y="221328"/>
                  </a:lnTo>
                  <a:lnTo>
                    <a:pt x="224626" y="221749"/>
                  </a:lnTo>
                  <a:lnTo>
                    <a:pt x="224885" y="221861"/>
                  </a:lnTo>
                  <a:lnTo>
                    <a:pt x="224734" y="222332"/>
                  </a:lnTo>
                  <a:lnTo>
                    <a:pt x="224743" y="222460"/>
                  </a:lnTo>
                  <a:lnTo>
                    <a:pt x="224854" y="222886"/>
                  </a:lnTo>
                  <a:lnTo>
                    <a:pt x="224742" y="223050"/>
                  </a:lnTo>
                  <a:lnTo>
                    <a:pt x="224815" y="223301"/>
                  </a:lnTo>
                  <a:lnTo>
                    <a:pt x="224858" y="223507"/>
                  </a:lnTo>
                  <a:lnTo>
                    <a:pt x="224624" y="223728"/>
                  </a:lnTo>
                  <a:lnTo>
                    <a:pt x="224566" y="224288"/>
                  </a:lnTo>
                  <a:lnTo>
                    <a:pt x="224198" y="224636"/>
                  </a:lnTo>
                  <a:lnTo>
                    <a:pt x="223871" y="224736"/>
                  </a:lnTo>
                  <a:lnTo>
                    <a:pt x="223935" y="224876"/>
                  </a:lnTo>
                  <a:lnTo>
                    <a:pt x="224035" y="225049"/>
                  </a:lnTo>
                  <a:lnTo>
                    <a:pt x="224659" y="225327"/>
                  </a:lnTo>
                  <a:lnTo>
                    <a:pt x="224760" y="225877"/>
                  </a:lnTo>
                  <a:lnTo>
                    <a:pt x="224905" y="226056"/>
                  </a:lnTo>
                  <a:lnTo>
                    <a:pt x="224987" y="226376"/>
                  </a:lnTo>
                  <a:lnTo>
                    <a:pt x="225191" y="226358"/>
                  </a:lnTo>
                  <a:lnTo>
                    <a:pt x="225345" y="226369"/>
                  </a:lnTo>
                  <a:lnTo>
                    <a:pt x="225497" y="226434"/>
                  </a:lnTo>
                  <a:lnTo>
                    <a:pt x="226209" y="227559"/>
                  </a:lnTo>
                  <a:lnTo>
                    <a:pt x="226195" y="227714"/>
                  </a:lnTo>
                  <a:lnTo>
                    <a:pt x="226605" y="227840"/>
                  </a:lnTo>
                  <a:lnTo>
                    <a:pt x="226315" y="228102"/>
                  </a:lnTo>
                  <a:lnTo>
                    <a:pt x="226280" y="228366"/>
                  </a:lnTo>
                  <a:lnTo>
                    <a:pt x="226482" y="228459"/>
                  </a:lnTo>
                  <a:lnTo>
                    <a:pt x="226677" y="228951"/>
                  </a:lnTo>
                  <a:lnTo>
                    <a:pt x="227003" y="229092"/>
                  </a:lnTo>
                  <a:lnTo>
                    <a:pt x="227404" y="229149"/>
                  </a:lnTo>
                  <a:lnTo>
                    <a:pt x="227424" y="229285"/>
                  </a:lnTo>
                  <a:lnTo>
                    <a:pt x="227608" y="229857"/>
                  </a:lnTo>
                  <a:lnTo>
                    <a:pt x="227748" y="229830"/>
                  </a:lnTo>
                  <a:lnTo>
                    <a:pt x="227930" y="229879"/>
                  </a:lnTo>
                  <a:lnTo>
                    <a:pt x="228093" y="230084"/>
                  </a:lnTo>
                  <a:lnTo>
                    <a:pt x="228085" y="230213"/>
                  </a:lnTo>
                  <a:lnTo>
                    <a:pt x="227737" y="230263"/>
                  </a:lnTo>
                  <a:lnTo>
                    <a:pt x="227435" y="230214"/>
                  </a:lnTo>
                  <a:lnTo>
                    <a:pt x="227499" y="230759"/>
                  </a:lnTo>
                  <a:lnTo>
                    <a:pt x="227376" y="230949"/>
                  </a:lnTo>
                  <a:lnTo>
                    <a:pt x="227875" y="231183"/>
                  </a:lnTo>
                  <a:lnTo>
                    <a:pt x="228360" y="231168"/>
                  </a:lnTo>
                  <a:lnTo>
                    <a:pt x="228633" y="230886"/>
                  </a:lnTo>
                  <a:lnTo>
                    <a:pt x="228977" y="231057"/>
                  </a:lnTo>
                  <a:lnTo>
                    <a:pt x="229162" y="231164"/>
                  </a:lnTo>
                  <a:lnTo>
                    <a:pt x="229292" y="231417"/>
                  </a:lnTo>
                  <a:lnTo>
                    <a:pt x="229671" y="231479"/>
                  </a:lnTo>
                  <a:lnTo>
                    <a:pt x="229727" y="231264"/>
                  </a:lnTo>
                  <a:lnTo>
                    <a:pt x="229933" y="231277"/>
                  </a:lnTo>
                  <a:lnTo>
                    <a:pt x="230197" y="231295"/>
                  </a:lnTo>
                  <a:lnTo>
                    <a:pt x="230583" y="231326"/>
                  </a:lnTo>
                  <a:lnTo>
                    <a:pt x="230622" y="231030"/>
                  </a:lnTo>
                  <a:lnTo>
                    <a:pt x="230432" y="230998"/>
                  </a:lnTo>
                  <a:lnTo>
                    <a:pt x="230212" y="230758"/>
                  </a:lnTo>
                  <a:lnTo>
                    <a:pt x="230496" y="230340"/>
                  </a:lnTo>
                  <a:lnTo>
                    <a:pt x="230888" y="230405"/>
                  </a:lnTo>
                  <a:lnTo>
                    <a:pt x="231079" y="230555"/>
                  </a:lnTo>
                  <a:lnTo>
                    <a:pt x="231254" y="230578"/>
                  </a:lnTo>
                  <a:lnTo>
                    <a:pt x="231499" y="230609"/>
                  </a:lnTo>
                  <a:lnTo>
                    <a:pt x="231784" y="230757"/>
                  </a:lnTo>
                  <a:lnTo>
                    <a:pt x="231582" y="231076"/>
                  </a:lnTo>
                  <a:lnTo>
                    <a:pt x="232065" y="231280"/>
                  </a:lnTo>
                  <a:lnTo>
                    <a:pt x="232077" y="231080"/>
                  </a:lnTo>
                  <a:lnTo>
                    <a:pt x="232112" y="230881"/>
                  </a:lnTo>
                  <a:lnTo>
                    <a:pt x="232448" y="230706"/>
                  </a:lnTo>
                  <a:lnTo>
                    <a:pt x="232670" y="230852"/>
                  </a:lnTo>
                  <a:lnTo>
                    <a:pt x="232969" y="230801"/>
                  </a:lnTo>
                  <a:lnTo>
                    <a:pt x="233089" y="230532"/>
                  </a:lnTo>
                  <a:lnTo>
                    <a:pt x="233254" y="230465"/>
                  </a:lnTo>
                  <a:lnTo>
                    <a:pt x="233435" y="230467"/>
                  </a:lnTo>
                  <a:lnTo>
                    <a:pt x="233608" y="230512"/>
                  </a:lnTo>
                  <a:lnTo>
                    <a:pt x="234050" y="230564"/>
                  </a:lnTo>
                  <a:lnTo>
                    <a:pt x="234208" y="230564"/>
                  </a:lnTo>
                  <a:lnTo>
                    <a:pt x="234401" y="230564"/>
                  </a:lnTo>
                  <a:lnTo>
                    <a:pt x="234585" y="230572"/>
                  </a:lnTo>
                  <a:lnTo>
                    <a:pt x="234752" y="230598"/>
                  </a:lnTo>
                  <a:lnTo>
                    <a:pt x="234968" y="230551"/>
                  </a:lnTo>
                  <a:lnTo>
                    <a:pt x="234676" y="230256"/>
                  </a:lnTo>
                  <a:lnTo>
                    <a:pt x="234752" y="229849"/>
                  </a:lnTo>
                  <a:lnTo>
                    <a:pt x="234712" y="229554"/>
                  </a:lnTo>
                  <a:lnTo>
                    <a:pt x="234905" y="229519"/>
                  </a:lnTo>
                  <a:lnTo>
                    <a:pt x="235210" y="229047"/>
                  </a:lnTo>
                  <a:lnTo>
                    <a:pt x="235485" y="228884"/>
                  </a:lnTo>
                  <a:lnTo>
                    <a:pt x="235806" y="228453"/>
                  </a:lnTo>
                  <a:lnTo>
                    <a:pt x="235677" y="228437"/>
                  </a:lnTo>
                  <a:lnTo>
                    <a:pt x="235361" y="228466"/>
                  </a:lnTo>
                  <a:lnTo>
                    <a:pt x="235410" y="228235"/>
                  </a:lnTo>
                  <a:lnTo>
                    <a:pt x="235638" y="228103"/>
                  </a:lnTo>
                  <a:lnTo>
                    <a:pt x="235961" y="228056"/>
                  </a:lnTo>
                  <a:lnTo>
                    <a:pt x="236168" y="227984"/>
                  </a:lnTo>
                  <a:lnTo>
                    <a:pt x="236370" y="227905"/>
                  </a:lnTo>
                  <a:lnTo>
                    <a:pt x="236581" y="227938"/>
                  </a:lnTo>
                  <a:lnTo>
                    <a:pt x="236810" y="227621"/>
                  </a:lnTo>
                  <a:lnTo>
                    <a:pt x="237066" y="227492"/>
                  </a:lnTo>
                  <a:lnTo>
                    <a:pt x="237587" y="227938"/>
                  </a:lnTo>
                  <a:lnTo>
                    <a:pt x="237800" y="228235"/>
                  </a:lnTo>
                  <a:lnTo>
                    <a:pt x="237978" y="228398"/>
                  </a:lnTo>
                  <a:lnTo>
                    <a:pt x="238407" y="228842"/>
                  </a:lnTo>
                  <a:lnTo>
                    <a:pt x="238662" y="229243"/>
                  </a:lnTo>
                  <a:lnTo>
                    <a:pt x="239033" y="229554"/>
                  </a:lnTo>
                  <a:lnTo>
                    <a:pt x="239611" y="228995"/>
                  </a:lnTo>
                  <a:lnTo>
                    <a:pt x="239837" y="229078"/>
                  </a:lnTo>
                  <a:lnTo>
                    <a:pt x="240022" y="228818"/>
                  </a:lnTo>
                  <a:lnTo>
                    <a:pt x="240275" y="228469"/>
                  </a:lnTo>
                  <a:lnTo>
                    <a:pt x="240500" y="228230"/>
                  </a:lnTo>
                  <a:lnTo>
                    <a:pt x="240669" y="227942"/>
                  </a:lnTo>
                  <a:lnTo>
                    <a:pt x="240973" y="227742"/>
                  </a:lnTo>
                  <a:lnTo>
                    <a:pt x="241319" y="227617"/>
                  </a:lnTo>
                  <a:lnTo>
                    <a:pt x="241419" y="227265"/>
                  </a:lnTo>
                  <a:lnTo>
                    <a:pt x="241473" y="226906"/>
                  </a:lnTo>
                  <a:lnTo>
                    <a:pt x="241765" y="226718"/>
                  </a:lnTo>
                  <a:lnTo>
                    <a:pt x="241992" y="226717"/>
                  </a:lnTo>
                  <a:lnTo>
                    <a:pt x="242307" y="226746"/>
                  </a:lnTo>
                  <a:lnTo>
                    <a:pt x="242598" y="226868"/>
                  </a:lnTo>
                  <a:lnTo>
                    <a:pt x="242936" y="226845"/>
                  </a:lnTo>
                  <a:lnTo>
                    <a:pt x="243171" y="226474"/>
                  </a:lnTo>
                  <a:lnTo>
                    <a:pt x="242875" y="226110"/>
                  </a:lnTo>
                  <a:lnTo>
                    <a:pt x="242777" y="225842"/>
                  </a:lnTo>
                  <a:lnTo>
                    <a:pt x="242912" y="225604"/>
                  </a:lnTo>
                  <a:lnTo>
                    <a:pt x="243140" y="225464"/>
                  </a:lnTo>
                  <a:lnTo>
                    <a:pt x="243608" y="225429"/>
                  </a:lnTo>
                  <a:lnTo>
                    <a:pt x="243841" y="225386"/>
                  </a:lnTo>
                  <a:lnTo>
                    <a:pt x="244335" y="225320"/>
                  </a:lnTo>
                  <a:lnTo>
                    <a:pt x="244601" y="225434"/>
                  </a:lnTo>
                  <a:lnTo>
                    <a:pt x="244879" y="225535"/>
                  </a:lnTo>
                  <a:lnTo>
                    <a:pt x="245232" y="225410"/>
                  </a:lnTo>
                  <a:lnTo>
                    <a:pt x="245377" y="225285"/>
                  </a:lnTo>
                  <a:lnTo>
                    <a:pt x="245850" y="225147"/>
                  </a:lnTo>
                  <a:lnTo>
                    <a:pt x="246071" y="225155"/>
                  </a:lnTo>
                  <a:lnTo>
                    <a:pt x="246168" y="225366"/>
                  </a:lnTo>
                  <a:lnTo>
                    <a:pt x="246255" y="225585"/>
                  </a:lnTo>
                  <a:lnTo>
                    <a:pt x="246636" y="225615"/>
                  </a:lnTo>
                  <a:lnTo>
                    <a:pt x="246908" y="225387"/>
                  </a:lnTo>
                  <a:lnTo>
                    <a:pt x="247413" y="225172"/>
                  </a:lnTo>
                  <a:lnTo>
                    <a:pt x="247613" y="225078"/>
                  </a:lnTo>
                  <a:lnTo>
                    <a:pt x="247907" y="224588"/>
                  </a:lnTo>
                  <a:lnTo>
                    <a:pt x="248065" y="224647"/>
                  </a:lnTo>
                  <a:lnTo>
                    <a:pt x="248359" y="224853"/>
                  </a:lnTo>
                  <a:lnTo>
                    <a:pt x="248478" y="225022"/>
                  </a:lnTo>
                  <a:lnTo>
                    <a:pt x="248562" y="225181"/>
                  </a:lnTo>
                  <a:lnTo>
                    <a:pt x="248324" y="225832"/>
                  </a:lnTo>
                  <a:lnTo>
                    <a:pt x="248432" y="226189"/>
                  </a:lnTo>
                  <a:lnTo>
                    <a:pt x="248662" y="226471"/>
                  </a:lnTo>
                  <a:lnTo>
                    <a:pt x="248707" y="226651"/>
                  </a:lnTo>
                  <a:lnTo>
                    <a:pt x="249178" y="227099"/>
                  </a:lnTo>
                  <a:lnTo>
                    <a:pt x="249695" y="226696"/>
                  </a:lnTo>
                  <a:lnTo>
                    <a:pt x="250426" y="226805"/>
                  </a:lnTo>
                  <a:lnTo>
                    <a:pt x="250626" y="226553"/>
                  </a:lnTo>
                  <a:lnTo>
                    <a:pt x="251061" y="226165"/>
                  </a:lnTo>
                  <a:lnTo>
                    <a:pt x="250948" y="226532"/>
                  </a:lnTo>
                  <a:lnTo>
                    <a:pt x="251409" y="226672"/>
                  </a:lnTo>
                  <a:lnTo>
                    <a:pt x="251690" y="226580"/>
                  </a:lnTo>
                  <a:lnTo>
                    <a:pt x="251820" y="226588"/>
                  </a:lnTo>
                  <a:lnTo>
                    <a:pt x="252054" y="226722"/>
                  </a:lnTo>
                  <a:lnTo>
                    <a:pt x="252268" y="227207"/>
                  </a:lnTo>
                  <a:lnTo>
                    <a:pt x="252189" y="227582"/>
                  </a:lnTo>
                  <a:lnTo>
                    <a:pt x="251998" y="228081"/>
                  </a:lnTo>
                  <a:lnTo>
                    <a:pt x="251980" y="228211"/>
                  </a:lnTo>
                  <a:lnTo>
                    <a:pt x="252220" y="229234"/>
                  </a:lnTo>
                  <a:lnTo>
                    <a:pt x="252556" y="229326"/>
                  </a:lnTo>
                  <a:lnTo>
                    <a:pt x="252649" y="229577"/>
                  </a:lnTo>
                  <a:lnTo>
                    <a:pt x="253020" y="229844"/>
                  </a:lnTo>
                  <a:lnTo>
                    <a:pt x="253203" y="229964"/>
                  </a:lnTo>
                  <a:lnTo>
                    <a:pt x="253436" y="230281"/>
                  </a:lnTo>
                  <a:lnTo>
                    <a:pt x="253442" y="230486"/>
                  </a:lnTo>
                  <a:lnTo>
                    <a:pt x="253649" y="230788"/>
                  </a:lnTo>
                  <a:lnTo>
                    <a:pt x="253972" y="230987"/>
                  </a:lnTo>
                  <a:lnTo>
                    <a:pt x="254242" y="231250"/>
                  </a:lnTo>
                  <a:lnTo>
                    <a:pt x="254495" y="231559"/>
                  </a:lnTo>
                  <a:lnTo>
                    <a:pt x="254607" y="232098"/>
                  </a:lnTo>
                  <a:lnTo>
                    <a:pt x="254579" y="232227"/>
                  </a:lnTo>
                  <a:lnTo>
                    <a:pt x="254620" y="232451"/>
                  </a:lnTo>
                  <a:lnTo>
                    <a:pt x="254831" y="232744"/>
                  </a:lnTo>
                  <a:lnTo>
                    <a:pt x="255222" y="232927"/>
                  </a:lnTo>
                  <a:lnTo>
                    <a:pt x="255441" y="232951"/>
                  </a:lnTo>
                  <a:lnTo>
                    <a:pt x="255623" y="233323"/>
                  </a:lnTo>
                  <a:lnTo>
                    <a:pt x="255679" y="233515"/>
                  </a:lnTo>
                  <a:lnTo>
                    <a:pt x="254908" y="233453"/>
                  </a:lnTo>
                  <a:lnTo>
                    <a:pt x="254351" y="233759"/>
                  </a:lnTo>
                  <a:lnTo>
                    <a:pt x="254307" y="234227"/>
                  </a:lnTo>
                  <a:lnTo>
                    <a:pt x="254625" y="234356"/>
                  </a:lnTo>
                  <a:lnTo>
                    <a:pt x="254978" y="234726"/>
                  </a:lnTo>
                  <a:lnTo>
                    <a:pt x="254793" y="235144"/>
                  </a:lnTo>
                  <a:lnTo>
                    <a:pt x="254358" y="235423"/>
                  </a:lnTo>
                  <a:lnTo>
                    <a:pt x="254497" y="235169"/>
                  </a:lnTo>
                  <a:lnTo>
                    <a:pt x="254469" y="234921"/>
                  </a:lnTo>
                  <a:lnTo>
                    <a:pt x="253886" y="234628"/>
                  </a:lnTo>
                  <a:lnTo>
                    <a:pt x="253078" y="233962"/>
                  </a:lnTo>
                  <a:lnTo>
                    <a:pt x="252558" y="234095"/>
                  </a:lnTo>
                  <a:lnTo>
                    <a:pt x="252431" y="234194"/>
                  </a:lnTo>
                  <a:lnTo>
                    <a:pt x="252032" y="234724"/>
                  </a:lnTo>
                  <a:lnTo>
                    <a:pt x="251832" y="234715"/>
                  </a:lnTo>
                  <a:lnTo>
                    <a:pt x="251440" y="234197"/>
                  </a:lnTo>
                  <a:lnTo>
                    <a:pt x="251148" y="234590"/>
                  </a:lnTo>
                  <a:lnTo>
                    <a:pt x="250977" y="234712"/>
                  </a:lnTo>
                  <a:lnTo>
                    <a:pt x="250424" y="234889"/>
                  </a:lnTo>
                  <a:lnTo>
                    <a:pt x="250203" y="234195"/>
                  </a:lnTo>
                  <a:lnTo>
                    <a:pt x="250124" y="233840"/>
                  </a:lnTo>
                  <a:lnTo>
                    <a:pt x="250036" y="233483"/>
                  </a:lnTo>
                  <a:lnTo>
                    <a:pt x="250392" y="232997"/>
                  </a:lnTo>
                  <a:lnTo>
                    <a:pt x="250798" y="232672"/>
                  </a:lnTo>
                  <a:lnTo>
                    <a:pt x="251009" y="232407"/>
                  </a:lnTo>
                  <a:lnTo>
                    <a:pt x="251132" y="232258"/>
                  </a:lnTo>
                  <a:lnTo>
                    <a:pt x="251305" y="232140"/>
                  </a:lnTo>
                  <a:lnTo>
                    <a:pt x="251416" y="231977"/>
                  </a:lnTo>
                  <a:lnTo>
                    <a:pt x="251127" y="232145"/>
                  </a:lnTo>
                  <a:lnTo>
                    <a:pt x="250695" y="232477"/>
                  </a:lnTo>
                  <a:lnTo>
                    <a:pt x="250197" y="232736"/>
                  </a:lnTo>
                  <a:lnTo>
                    <a:pt x="249983" y="232756"/>
                  </a:lnTo>
                  <a:lnTo>
                    <a:pt x="250221" y="232264"/>
                  </a:lnTo>
                  <a:lnTo>
                    <a:pt x="249998" y="232017"/>
                  </a:lnTo>
                  <a:lnTo>
                    <a:pt x="249614" y="231887"/>
                  </a:lnTo>
                  <a:lnTo>
                    <a:pt x="249455" y="231966"/>
                  </a:lnTo>
                  <a:lnTo>
                    <a:pt x="249517" y="232334"/>
                  </a:lnTo>
                  <a:lnTo>
                    <a:pt x="249396" y="232481"/>
                  </a:lnTo>
                  <a:lnTo>
                    <a:pt x="249643" y="232830"/>
                  </a:lnTo>
                  <a:lnTo>
                    <a:pt x="249811" y="232969"/>
                  </a:lnTo>
                  <a:lnTo>
                    <a:pt x="249386" y="233521"/>
                  </a:lnTo>
                  <a:lnTo>
                    <a:pt x="249233" y="233670"/>
                  </a:lnTo>
                  <a:lnTo>
                    <a:pt x="249041" y="233620"/>
                  </a:lnTo>
                  <a:lnTo>
                    <a:pt x="248963" y="233470"/>
                  </a:lnTo>
                  <a:lnTo>
                    <a:pt x="248768" y="233164"/>
                  </a:lnTo>
                  <a:lnTo>
                    <a:pt x="248631" y="232922"/>
                  </a:lnTo>
                  <a:lnTo>
                    <a:pt x="248929" y="232476"/>
                  </a:lnTo>
                  <a:lnTo>
                    <a:pt x="248594" y="232129"/>
                  </a:lnTo>
                  <a:lnTo>
                    <a:pt x="248460" y="231694"/>
                  </a:lnTo>
                  <a:lnTo>
                    <a:pt x="248134" y="231444"/>
                  </a:lnTo>
                  <a:lnTo>
                    <a:pt x="247935" y="231775"/>
                  </a:lnTo>
                  <a:lnTo>
                    <a:pt x="247962" y="231932"/>
                  </a:lnTo>
                  <a:lnTo>
                    <a:pt x="248384" y="232226"/>
                  </a:lnTo>
                  <a:lnTo>
                    <a:pt x="248326" y="232496"/>
                  </a:lnTo>
                  <a:lnTo>
                    <a:pt x="248143" y="233277"/>
                  </a:lnTo>
                  <a:lnTo>
                    <a:pt x="247983" y="233305"/>
                  </a:lnTo>
                  <a:lnTo>
                    <a:pt x="247695" y="233656"/>
                  </a:lnTo>
                  <a:lnTo>
                    <a:pt x="247065" y="233156"/>
                  </a:lnTo>
                  <a:lnTo>
                    <a:pt x="246857" y="233146"/>
                  </a:lnTo>
                  <a:lnTo>
                    <a:pt x="246762" y="233009"/>
                  </a:lnTo>
                  <a:lnTo>
                    <a:pt x="246626" y="232625"/>
                  </a:lnTo>
                  <a:lnTo>
                    <a:pt x="246571" y="232242"/>
                  </a:lnTo>
                  <a:lnTo>
                    <a:pt x="246320" y="232221"/>
                  </a:lnTo>
                  <a:lnTo>
                    <a:pt x="246004" y="232548"/>
                  </a:lnTo>
                  <a:lnTo>
                    <a:pt x="245661" y="232518"/>
                  </a:lnTo>
                  <a:lnTo>
                    <a:pt x="245443" y="232720"/>
                  </a:lnTo>
                  <a:lnTo>
                    <a:pt x="245636" y="233032"/>
                  </a:lnTo>
                  <a:lnTo>
                    <a:pt x="245861" y="233363"/>
                  </a:lnTo>
                  <a:lnTo>
                    <a:pt x="246024" y="233796"/>
                  </a:lnTo>
                  <a:lnTo>
                    <a:pt x="245617" y="234425"/>
                  </a:lnTo>
                  <a:lnTo>
                    <a:pt x="245552" y="234935"/>
                  </a:lnTo>
                  <a:lnTo>
                    <a:pt x="245311" y="235288"/>
                  </a:lnTo>
                  <a:lnTo>
                    <a:pt x="245311" y="235452"/>
                  </a:lnTo>
                  <a:lnTo>
                    <a:pt x="245816" y="236047"/>
                  </a:lnTo>
                  <a:lnTo>
                    <a:pt x="245752" y="236185"/>
                  </a:lnTo>
                  <a:lnTo>
                    <a:pt x="245777" y="236389"/>
                  </a:lnTo>
                  <a:lnTo>
                    <a:pt x="246052" y="235997"/>
                  </a:lnTo>
                  <a:lnTo>
                    <a:pt x="246222" y="235177"/>
                  </a:lnTo>
                  <a:lnTo>
                    <a:pt x="246241" y="234890"/>
                  </a:lnTo>
                  <a:lnTo>
                    <a:pt x="246374" y="234450"/>
                  </a:lnTo>
                  <a:lnTo>
                    <a:pt x="246548" y="234240"/>
                  </a:lnTo>
                  <a:lnTo>
                    <a:pt x="247311" y="234202"/>
                  </a:lnTo>
                  <a:lnTo>
                    <a:pt x="247779" y="234177"/>
                  </a:lnTo>
                  <a:lnTo>
                    <a:pt x="248359" y="233778"/>
                  </a:lnTo>
                  <a:lnTo>
                    <a:pt x="248684" y="233694"/>
                  </a:lnTo>
                  <a:lnTo>
                    <a:pt x="248884" y="233823"/>
                  </a:lnTo>
                  <a:lnTo>
                    <a:pt x="249060" y="234216"/>
                  </a:lnTo>
                  <a:lnTo>
                    <a:pt x="249391" y="234665"/>
                  </a:lnTo>
                  <a:lnTo>
                    <a:pt x="249727" y="234803"/>
                  </a:lnTo>
                  <a:lnTo>
                    <a:pt x="249962" y="235265"/>
                  </a:lnTo>
                  <a:lnTo>
                    <a:pt x="250128" y="235508"/>
                  </a:lnTo>
                  <a:lnTo>
                    <a:pt x="250307" y="235770"/>
                  </a:lnTo>
                  <a:lnTo>
                    <a:pt x="250821" y="235977"/>
                  </a:lnTo>
                  <a:lnTo>
                    <a:pt x="251307" y="235176"/>
                  </a:lnTo>
                  <a:lnTo>
                    <a:pt x="251848" y="235089"/>
                  </a:lnTo>
                  <a:lnTo>
                    <a:pt x="252748" y="234468"/>
                  </a:lnTo>
                  <a:lnTo>
                    <a:pt x="253141" y="234873"/>
                  </a:lnTo>
                  <a:lnTo>
                    <a:pt x="253214" y="235072"/>
                  </a:lnTo>
                  <a:lnTo>
                    <a:pt x="253396" y="235206"/>
                  </a:lnTo>
                  <a:lnTo>
                    <a:pt x="253593" y="235332"/>
                  </a:lnTo>
                  <a:lnTo>
                    <a:pt x="253543" y="235588"/>
                  </a:lnTo>
                  <a:lnTo>
                    <a:pt x="253527" y="235767"/>
                  </a:lnTo>
                  <a:lnTo>
                    <a:pt x="253515" y="235897"/>
                  </a:lnTo>
                  <a:lnTo>
                    <a:pt x="253534" y="236158"/>
                  </a:lnTo>
                  <a:lnTo>
                    <a:pt x="253548" y="236356"/>
                  </a:lnTo>
                  <a:lnTo>
                    <a:pt x="253549" y="236735"/>
                  </a:lnTo>
                  <a:lnTo>
                    <a:pt x="253804" y="237143"/>
                  </a:lnTo>
                  <a:lnTo>
                    <a:pt x="253919" y="237641"/>
                  </a:lnTo>
                  <a:lnTo>
                    <a:pt x="254000" y="237784"/>
                  </a:lnTo>
                  <a:lnTo>
                    <a:pt x="254497" y="238191"/>
                  </a:lnTo>
                  <a:lnTo>
                    <a:pt x="254801" y="238632"/>
                  </a:lnTo>
                  <a:lnTo>
                    <a:pt x="254941" y="238748"/>
                  </a:lnTo>
                  <a:lnTo>
                    <a:pt x="255288" y="238788"/>
                  </a:lnTo>
                  <a:lnTo>
                    <a:pt x="255839" y="238919"/>
                  </a:lnTo>
                  <a:lnTo>
                    <a:pt x="255972" y="238666"/>
                  </a:lnTo>
                  <a:lnTo>
                    <a:pt x="256236" y="238800"/>
                  </a:lnTo>
                  <a:lnTo>
                    <a:pt x="256078" y="239117"/>
                  </a:lnTo>
                  <a:lnTo>
                    <a:pt x="255691" y="239506"/>
                  </a:lnTo>
                  <a:lnTo>
                    <a:pt x="255321" y="239157"/>
                  </a:lnTo>
                  <a:lnTo>
                    <a:pt x="254886" y="239328"/>
                  </a:lnTo>
                  <a:lnTo>
                    <a:pt x="254599" y="239415"/>
                  </a:lnTo>
                  <a:lnTo>
                    <a:pt x="253641" y="239454"/>
                  </a:lnTo>
                  <a:lnTo>
                    <a:pt x="254021" y="239587"/>
                  </a:lnTo>
                  <a:lnTo>
                    <a:pt x="254472" y="239780"/>
                  </a:lnTo>
                  <a:lnTo>
                    <a:pt x="254929" y="239964"/>
                  </a:lnTo>
                  <a:lnTo>
                    <a:pt x="255047" y="240243"/>
                  </a:lnTo>
                  <a:lnTo>
                    <a:pt x="254880" y="240230"/>
                  </a:lnTo>
                  <a:lnTo>
                    <a:pt x="254660" y="240212"/>
                  </a:lnTo>
                  <a:lnTo>
                    <a:pt x="253986" y="240284"/>
                  </a:lnTo>
                  <a:lnTo>
                    <a:pt x="253677" y="240214"/>
                  </a:lnTo>
                  <a:lnTo>
                    <a:pt x="253391" y="240231"/>
                  </a:lnTo>
                  <a:lnTo>
                    <a:pt x="253191" y="240522"/>
                  </a:lnTo>
                  <a:lnTo>
                    <a:pt x="253267" y="240702"/>
                  </a:lnTo>
                  <a:lnTo>
                    <a:pt x="253563" y="240887"/>
                  </a:lnTo>
                  <a:lnTo>
                    <a:pt x="253370" y="241095"/>
                  </a:lnTo>
                  <a:lnTo>
                    <a:pt x="253289" y="241307"/>
                  </a:lnTo>
                  <a:lnTo>
                    <a:pt x="253486" y="241619"/>
                  </a:lnTo>
                  <a:lnTo>
                    <a:pt x="253685" y="241609"/>
                  </a:lnTo>
                  <a:lnTo>
                    <a:pt x="254359" y="241492"/>
                  </a:lnTo>
                  <a:lnTo>
                    <a:pt x="253776" y="241897"/>
                  </a:lnTo>
                  <a:lnTo>
                    <a:pt x="253529" y="241785"/>
                  </a:lnTo>
                  <a:lnTo>
                    <a:pt x="253136" y="241707"/>
                  </a:lnTo>
                  <a:lnTo>
                    <a:pt x="252886" y="241730"/>
                  </a:lnTo>
                  <a:lnTo>
                    <a:pt x="252439" y="241543"/>
                  </a:lnTo>
                  <a:lnTo>
                    <a:pt x="251435" y="241481"/>
                  </a:lnTo>
                  <a:lnTo>
                    <a:pt x="250705" y="241195"/>
                  </a:lnTo>
                  <a:lnTo>
                    <a:pt x="249928" y="241251"/>
                  </a:lnTo>
                  <a:lnTo>
                    <a:pt x="249312" y="241120"/>
                  </a:lnTo>
                  <a:lnTo>
                    <a:pt x="249015" y="241047"/>
                  </a:lnTo>
                  <a:lnTo>
                    <a:pt x="248972" y="240579"/>
                  </a:lnTo>
                  <a:lnTo>
                    <a:pt x="248590" y="240550"/>
                  </a:lnTo>
                  <a:lnTo>
                    <a:pt x="248381" y="240837"/>
                  </a:lnTo>
                  <a:lnTo>
                    <a:pt x="248452" y="241353"/>
                  </a:lnTo>
                  <a:lnTo>
                    <a:pt x="248737" y="241684"/>
                  </a:lnTo>
                  <a:lnTo>
                    <a:pt x="249048" y="241447"/>
                  </a:lnTo>
                  <a:lnTo>
                    <a:pt x="249379" y="241781"/>
                  </a:lnTo>
                  <a:lnTo>
                    <a:pt x="249527" y="242145"/>
                  </a:lnTo>
                  <a:lnTo>
                    <a:pt x="249384" y="242552"/>
                  </a:lnTo>
                  <a:lnTo>
                    <a:pt x="249308" y="242813"/>
                  </a:lnTo>
                  <a:lnTo>
                    <a:pt x="249367" y="242950"/>
                  </a:lnTo>
                  <a:lnTo>
                    <a:pt x="249906" y="243771"/>
                  </a:lnTo>
                  <a:lnTo>
                    <a:pt x="249985" y="243933"/>
                  </a:lnTo>
                  <a:lnTo>
                    <a:pt x="249877" y="244126"/>
                  </a:lnTo>
                  <a:lnTo>
                    <a:pt x="249494" y="244140"/>
                  </a:lnTo>
                  <a:lnTo>
                    <a:pt x="249259" y="244118"/>
                  </a:lnTo>
                  <a:lnTo>
                    <a:pt x="249132" y="243866"/>
                  </a:lnTo>
                  <a:lnTo>
                    <a:pt x="249045" y="243586"/>
                  </a:lnTo>
                  <a:lnTo>
                    <a:pt x="249032" y="243353"/>
                  </a:lnTo>
                  <a:lnTo>
                    <a:pt x="248419" y="242966"/>
                  </a:lnTo>
                  <a:lnTo>
                    <a:pt x="248408" y="243477"/>
                  </a:lnTo>
                  <a:lnTo>
                    <a:pt x="248168" y="243716"/>
                  </a:lnTo>
                  <a:lnTo>
                    <a:pt x="248469" y="244108"/>
                  </a:lnTo>
                  <a:lnTo>
                    <a:pt x="248213" y="243886"/>
                  </a:lnTo>
                  <a:lnTo>
                    <a:pt x="247943" y="244072"/>
                  </a:lnTo>
                  <a:lnTo>
                    <a:pt x="248091" y="244224"/>
                  </a:lnTo>
                  <a:lnTo>
                    <a:pt x="247921" y="244337"/>
                  </a:lnTo>
                  <a:lnTo>
                    <a:pt x="247769" y="244398"/>
                  </a:lnTo>
                  <a:lnTo>
                    <a:pt x="247735" y="244645"/>
                  </a:lnTo>
                  <a:lnTo>
                    <a:pt x="247940" y="244695"/>
                  </a:lnTo>
                  <a:lnTo>
                    <a:pt x="248829" y="244850"/>
                  </a:lnTo>
                  <a:lnTo>
                    <a:pt x="248895" y="245323"/>
                  </a:lnTo>
                  <a:lnTo>
                    <a:pt x="248876" y="245573"/>
                  </a:lnTo>
                  <a:lnTo>
                    <a:pt x="248868" y="246197"/>
                  </a:lnTo>
                  <a:lnTo>
                    <a:pt x="248679" y="246485"/>
                  </a:lnTo>
                  <a:lnTo>
                    <a:pt x="248278" y="246565"/>
                  </a:lnTo>
                  <a:lnTo>
                    <a:pt x="247990" y="246866"/>
                  </a:lnTo>
                  <a:lnTo>
                    <a:pt x="247577" y="246976"/>
                  </a:lnTo>
                  <a:lnTo>
                    <a:pt x="247347" y="247027"/>
                  </a:lnTo>
                  <a:lnTo>
                    <a:pt x="246732" y="247235"/>
                  </a:lnTo>
                  <a:lnTo>
                    <a:pt x="246594" y="247251"/>
                  </a:lnTo>
                  <a:lnTo>
                    <a:pt x="246137" y="246971"/>
                  </a:lnTo>
                  <a:lnTo>
                    <a:pt x="245869" y="247123"/>
                  </a:lnTo>
                  <a:lnTo>
                    <a:pt x="245311" y="247103"/>
                  </a:lnTo>
                  <a:lnTo>
                    <a:pt x="245879" y="247323"/>
                  </a:lnTo>
                  <a:lnTo>
                    <a:pt x="245545" y="247716"/>
                  </a:lnTo>
                  <a:lnTo>
                    <a:pt x="245567" y="247975"/>
                  </a:lnTo>
                  <a:lnTo>
                    <a:pt x="245382" y="248193"/>
                  </a:lnTo>
                  <a:lnTo>
                    <a:pt x="245879" y="248164"/>
                  </a:lnTo>
                  <a:lnTo>
                    <a:pt x="246285" y="248044"/>
                  </a:lnTo>
                  <a:lnTo>
                    <a:pt x="246643" y="247825"/>
                  </a:lnTo>
                  <a:lnTo>
                    <a:pt x="246911" y="247630"/>
                  </a:lnTo>
                  <a:lnTo>
                    <a:pt x="247360" y="247565"/>
                  </a:lnTo>
                  <a:lnTo>
                    <a:pt x="247557" y="247732"/>
                  </a:lnTo>
                  <a:lnTo>
                    <a:pt x="247658" y="247997"/>
                  </a:lnTo>
                  <a:lnTo>
                    <a:pt x="247486" y="248465"/>
                  </a:lnTo>
                  <a:lnTo>
                    <a:pt x="247783" y="249065"/>
                  </a:lnTo>
                  <a:lnTo>
                    <a:pt x="247492" y="249747"/>
                  </a:lnTo>
                  <a:lnTo>
                    <a:pt x="247271" y="250093"/>
                  </a:lnTo>
                  <a:lnTo>
                    <a:pt x="246962" y="250123"/>
                  </a:lnTo>
                  <a:lnTo>
                    <a:pt x="246742" y="249869"/>
                  </a:lnTo>
                  <a:lnTo>
                    <a:pt x="246490" y="250052"/>
                  </a:lnTo>
                  <a:lnTo>
                    <a:pt x="245976" y="249861"/>
                  </a:lnTo>
                  <a:lnTo>
                    <a:pt x="245708" y="249914"/>
                  </a:lnTo>
                  <a:lnTo>
                    <a:pt x="245381" y="249859"/>
                  </a:lnTo>
                  <a:lnTo>
                    <a:pt x="245290" y="249726"/>
                  </a:lnTo>
                  <a:lnTo>
                    <a:pt x="244938" y="249513"/>
                  </a:lnTo>
                  <a:lnTo>
                    <a:pt x="244676" y="249527"/>
                  </a:lnTo>
                  <a:lnTo>
                    <a:pt x="244366" y="249469"/>
                  </a:lnTo>
                  <a:lnTo>
                    <a:pt x="244155" y="249595"/>
                  </a:lnTo>
                  <a:lnTo>
                    <a:pt x="243719" y="249768"/>
                  </a:lnTo>
                  <a:lnTo>
                    <a:pt x="243248" y="249750"/>
                  </a:lnTo>
                  <a:lnTo>
                    <a:pt x="243002" y="250031"/>
                  </a:lnTo>
                  <a:lnTo>
                    <a:pt x="242672" y="249539"/>
                  </a:lnTo>
                  <a:lnTo>
                    <a:pt x="242414" y="249450"/>
                  </a:lnTo>
                  <a:lnTo>
                    <a:pt x="242072" y="249644"/>
                  </a:lnTo>
                  <a:lnTo>
                    <a:pt x="242123" y="249830"/>
                  </a:lnTo>
                  <a:lnTo>
                    <a:pt x="241945" y="250184"/>
                  </a:lnTo>
                  <a:lnTo>
                    <a:pt x="242021" y="250314"/>
                  </a:lnTo>
                  <a:lnTo>
                    <a:pt x="242155" y="250472"/>
                  </a:lnTo>
                  <a:lnTo>
                    <a:pt x="242248" y="251387"/>
                  </a:lnTo>
                  <a:lnTo>
                    <a:pt x="241862" y="251792"/>
                  </a:lnTo>
                  <a:lnTo>
                    <a:pt x="240967" y="251930"/>
                  </a:lnTo>
                  <a:lnTo>
                    <a:pt x="240660" y="251876"/>
                  </a:lnTo>
                  <a:lnTo>
                    <a:pt x="240806" y="251344"/>
                  </a:lnTo>
                  <a:lnTo>
                    <a:pt x="240577" y="251305"/>
                  </a:lnTo>
                  <a:lnTo>
                    <a:pt x="240205" y="251353"/>
                  </a:lnTo>
                  <a:lnTo>
                    <a:pt x="239646" y="251221"/>
                  </a:lnTo>
                  <a:lnTo>
                    <a:pt x="239604" y="251348"/>
                  </a:lnTo>
                  <a:lnTo>
                    <a:pt x="239549" y="251720"/>
                  </a:lnTo>
                  <a:lnTo>
                    <a:pt x="239709" y="251781"/>
                  </a:lnTo>
                  <a:lnTo>
                    <a:pt x="240169" y="251869"/>
                  </a:lnTo>
                  <a:lnTo>
                    <a:pt x="239962" y="252400"/>
                  </a:lnTo>
                  <a:lnTo>
                    <a:pt x="240435" y="254725"/>
                  </a:lnTo>
                  <a:lnTo>
                    <a:pt x="240825" y="254777"/>
                  </a:lnTo>
                  <a:lnTo>
                    <a:pt x="241087" y="255325"/>
                  </a:lnTo>
                  <a:lnTo>
                    <a:pt x="241132" y="255478"/>
                  </a:lnTo>
                  <a:lnTo>
                    <a:pt x="241542" y="256149"/>
                  </a:lnTo>
                  <a:lnTo>
                    <a:pt x="241863" y="256023"/>
                  </a:lnTo>
                  <a:lnTo>
                    <a:pt x="242010" y="255955"/>
                  </a:lnTo>
                  <a:lnTo>
                    <a:pt x="242499" y="256156"/>
                  </a:lnTo>
                  <a:lnTo>
                    <a:pt x="242646" y="256091"/>
                  </a:lnTo>
                  <a:lnTo>
                    <a:pt x="242825" y="256010"/>
                  </a:lnTo>
                  <a:lnTo>
                    <a:pt x="243212" y="255913"/>
                  </a:lnTo>
                  <a:lnTo>
                    <a:pt x="243001" y="256218"/>
                  </a:lnTo>
                  <a:lnTo>
                    <a:pt x="242265" y="256653"/>
                  </a:lnTo>
                  <a:lnTo>
                    <a:pt x="242164" y="257047"/>
                  </a:lnTo>
                  <a:lnTo>
                    <a:pt x="241766" y="257578"/>
                  </a:lnTo>
                  <a:lnTo>
                    <a:pt x="241470" y="257608"/>
                  </a:lnTo>
                  <a:lnTo>
                    <a:pt x="241609" y="258382"/>
                  </a:lnTo>
                  <a:lnTo>
                    <a:pt x="241810" y="258454"/>
                  </a:lnTo>
                  <a:lnTo>
                    <a:pt x="242255" y="259014"/>
                  </a:lnTo>
                  <a:lnTo>
                    <a:pt x="242598" y="258885"/>
                  </a:lnTo>
                  <a:lnTo>
                    <a:pt x="242792" y="258812"/>
                  </a:lnTo>
                  <a:lnTo>
                    <a:pt x="243044" y="258799"/>
                  </a:lnTo>
                  <a:lnTo>
                    <a:pt x="243260" y="258744"/>
                  </a:lnTo>
                  <a:lnTo>
                    <a:pt x="243569" y="258724"/>
                  </a:lnTo>
                  <a:lnTo>
                    <a:pt x="243370" y="258858"/>
                  </a:lnTo>
                  <a:lnTo>
                    <a:pt x="243116" y="258983"/>
                  </a:lnTo>
                  <a:lnTo>
                    <a:pt x="243101" y="259304"/>
                  </a:lnTo>
                  <a:lnTo>
                    <a:pt x="243997" y="259395"/>
                  </a:lnTo>
                  <a:lnTo>
                    <a:pt x="243821" y="259698"/>
                  </a:lnTo>
                  <a:lnTo>
                    <a:pt x="243565" y="259883"/>
                  </a:lnTo>
                  <a:lnTo>
                    <a:pt x="243060" y="259982"/>
                  </a:lnTo>
                  <a:lnTo>
                    <a:pt x="242717" y="260159"/>
                  </a:lnTo>
                  <a:lnTo>
                    <a:pt x="242396" y="260197"/>
                  </a:lnTo>
                  <a:lnTo>
                    <a:pt x="242215" y="260279"/>
                  </a:lnTo>
                  <a:lnTo>
                    <a:pt x="241919" y="261347"/>
                  </a:lnTo>
                  <a:lnTo>
                    <a:pt x="241950" y="261492"/>
                  </a:lnTo>
                  <a:lnTo>
                    <a:pt x="242031" y="262364"/>
                  </a:lnTo>
                  <a:lnTo>
                    <a:pt x="242190" y="262773"/>
                  </a:lnTo>
                  <a:lnTo>
                    <a:pt x="242073" y="263492"/>
                  </a:lnTo>
                  <a:lnTo>
                    <a:pt x="242385" y="263357"/>
                  </a:lnTo>
                  <a:lnTo>
                    <a:pt x="242590" y="263183"/>
                  </a:lnTo>
                  <a:lnTo>
                    <a:pt x="243138" y="263151"/>
                  </a:lnTo>
                  <a:lnTo>
                    <a:pt x="242878" y="263421"/>
                  </a:lnTo>
                  <a:lnTo>
                    <a:pt x="242626" y="263634"/>
                  </a:lnTo>
                  <a:lnTo>
                    <a:pt x="242474" y="263760"/>
                  </a:lnTo>
                  <a:lnTo>
                    <a:pt x="242036" y="264033"/>
                  </a:lnTo>
                  <a:lnTo>
                    <a:pt x="241610" y="264353"/>
                  </a:lnTo>
                  <a:lnTo>
                    <a:pt x="241282" y="264595"/>
                  </a:lnTo>
                  <a:lnTo>
                    <a:pt x="241110" y="264557"/>
                  </a:lnTo>
                  <a:lnTo>
                    <a:pt x="240698" y="264151"/>
                  </a:lnTo>
                  <a:lnTo>
                    <a:pt x="241023" y="263889"/>
                  </a:lnTo>
                  <a:lnTo>
                    <a:pt x="241156" y="263630"/>
                  </a:lnTo>
                  <a:lnTo>
                    <a:pt x="240670" y="263190"/>
                  </a:lnTo>
                  <a:lnTo>
                    <a:pt x="240253" y="263429"/>
                  </a:lnTo>
                  <a:lnTo>
                    <a:pt x="240085" y="263689"/>
                  </a:lnTo>
                  <a:lnTo>
                    <a:pt x="239918" y="263985"/>
                  </a:lnTo>
                  <a:lnTo>
                    <a:pt x="239365" y="264231"/>
                  </a:lnTo>
                  <a:lnTo>
                    <a:pt x="238886" y="264384"/>
                  </a:lnTo>
                  <a:lnTo>
                    <a:pt x="238127" y="264922"/>
                  </a:lnTo>
                  <a:lnTo>
                    <a:pt x="237785" y="265238"/>
                  </a:lnTo>
                  <a:lnTo>
                    <a:pt x="237417" y="265233"/>
                  </a:lnTo>
                  <a:lnTo>
                    <a:pt x="237154" y="265298"/>
                  </a:lnTo>
                  <a:lnTo>
                    <a:pt x="236818" y="265323"/>
                  </a:lnTo>
                  <a:lnTo>
                    <a:pt x="236357" y="265215"/>
                  </a:lnTo>
                  <a:lnTo>
                    <a:pt x="236216" y="265090"/>
                  </a:lnTo>
                  <a:lnTo>
                    <a:pt x="235758" y="264949"/>
                  </a:lnTo>
                  <a:lnTo>
                    <a:pt x="235584" y="264980"/>
                  </a:lnTo>
                  <a:lnTo>
                    <a:pt x="235379" y="265149"/>
                  </a:lnTo>
                  <a:lnTo>
                    <a:pt x="235045" y="265484"/>
                  </a:lnTo>
                  <a:lnTo>
                    <a:pt x="234894" y="265745"/>
                  </a:lnTo>
                  <a:lnTo>
                    <a:pt x="234864" y="265997"/>
                  </a:lnTo>
                  <a:lnTo>
                    <a:pt x="234782" y="266132"/>
                  </a:lnTo>
                  <a:lnTo>
                    <a:pt x="234643" y="266255"/>
                  </a:lnTo>
                  <a:lnTo>
                    <a:pt x="234442" y="266323"/>
                  </a:lnTo>
                  <a:lnTo>
                    <a:pt x="234465" y="266533"/>
                  </a:lnTo>
                  <a:lnTo>
                    <a:pt x="234746" y="266844"/>
                  </a:lnTo>
                  <a:lnTo>
                    <a:pt x="235030" y="267193"/>
                  </a:lnTo>
                  <a:lnTo>
                    <a:pt x="234733" y="267260"/>
                  </a:lnTo>
                  <a:lnTo>
                    <a:pt x="234537" y="267356"/>
                  </a:lnTo>
                  <a:lnTo>
                    <a:pt x="234474" y="267814"/>
                  </a:lnTo>
                  <a:lnTo>
                    <a:pt x="234090" y="267868"/>
                  </a:lnTo>
                  <a:lnTo>
                    <a:pt x="233887" y="267789"/>
                  </a:lnTo>
                  <a:lnTo>
                    <a:pt x="233525" y="268028"/>
                  </a:lnTo>
                  <a:lnTo>
                    <a:pt x="233119" y="268387"/>
                  </a:lnTo>
                  <a:lnTo>
                    <a:pt x="233076" y="268645"/>
                  </a:lnTo>
                  <a:lnTo>
                    <a:pt x="232950" y="268936"/>
                  </a:lnTo>
                  <a:lnTo>
                    <a:pt x="232723" y="269204"/>
                  </a:lnTo>
                  <a:lnTo>
                    <a:pt x="232435" y="269469"/>
                  </a:lnTo>
                  <a:lnTo>
                    <a:pt x="232119" y="269406"/>
                  </a:lnTo>
                  <a:lnTo>
                    <a:pt x="231991" y="269392"/>
                  </a:lnTo>
                  <a:lnTo>
                    <a:pt x="231573" y="269458"/>
                  </a:lnTo>
                  <a:lnTo>
                    <a:pt x="231305" y="269223"/>
                  </a:lnTo>
                  <a:lnTo>
                    <a:pt x="231177" y="269316"/>
                  </a:lnTo>
                  <a:lnTo>
                    <a:pt x="230549" y="268960"/>
                  </a:lnTo>
                  <a:lnTo>
                    <a:pt x="230524" y="268634"/>
                  </a:lnTo>
                  <a:lnTo>
                    <a:pt x="230110" y="268700"/>
                  </a:lnTo>
                  <a:lnTo>
                    <a:pt x="230346" y="267938"/>
                  </a:lnTo>
                  <a:lnTo>
                    <a:pt x="230478" y="267856"/>
                  </a:lnTo>
                  <a:lnTo>
                    <a:pt x="230619" y="267790"/>
                  </a:lnTo>
                  <a:lnTo>
                    <a:pt x="230765" y="267649"/>
                  </a:lnTo>
                  <a:lnTo>
                    <a:pt x="230573" y="267374"/>
                  </a:lnTo>
                  <a:lnTo>
                    <a:pt x="230281" y="267394"/>
                  </a:lnTo>
                  <a:lnTo>
                    <a:pt x="230603" y="267041"/>
                  </a:lnTo>
                  <a:lnTo>
                    <a:pt x="230789" y="267032"/>
                  </a:lnTo>
                  <a:lnTo>
                    <a:pt x="230848" y="266713"/>
                  </a:lnTo>
                  <a:lnTo>
                    <a:pt x="230902" y="266409"/>
                  </a:lnTo>
                  <a:lnTo>
                    <a:pt x="231262" y="266343"/>
                  </a:lnTo>
                  <a:lnTo>
                    <a:pt x="230789" y="266112"/>
                  </a:lnTo>
                  <a:lnTo>
                    <a:pt x="230977" y="265853"/>
                  </a:lnTo>
                  <a:lnTo>
                    <a:pt x="231294" y="265548"/>
                  </a:lnTo>
                  <a:lnTo>
                    <a:pt x="231631" y="265457"/>
                  </a:lnTo>
                  <a:lnTo>
                    <a:pt x="231832" y="265328"/>
                  </a:lnTo>
                  <a:lnTo>
                    <a:pt x="232063" y="265152"/>
                  </a:lnTo>
                  <a:lnTo>
                    <a:pt x="232270" y="264868"/>
                  </a:lnTo>
                  <a:lnTo>
                    <a:pt x="233121" y="264308"/>
                  </a:lnTo>
                  <a:lnTo>
                    <a:pt x="233280" y="264274"/>
                  </a:lnTo>
                  <a:lnTo>
                    <a:pt x="233423" y="264419"/>
                  </a:lnTo>
                  <a:lnTo>
                    <a:pt x="233709" y="264568"/>
                  </a:lnTo>
                  <a:lnTo>
                    <a:pt x="234406" y="264563"/>
                  </a:lnTo>
                  <a:lnTo>
                    <a:pt x="234730" y="264248"/>
                  </a:lnTo>
                  <a:lnTo>
                    <a:pt x="234813" y="264391"/>
                  </a:lnTo>
                  <a:lnTo>
                    <a:pt x="234823" y="264897"/>
                  </a:lnTo>
                  <a:lnTo>
                    <a:pt x="235137" y="264797"/>
                  </a:lnTo>
                  <a:lnTo>
                    <a:pt x="235376" y="264635"/>
                  </a:lnTo>
                  <a:lnTo>
                    <a:pt x="235252" y="264420"/>
                  </a:lnTo>
                  <a:lnTo>
                    <a:pt x="235249" y="264035"/>
                  </a:lnTo>
                  <a:lnTo>
                    <a:pt x="235400" y="263990"/>
                  </a:lnTo>
                  <a:lnTo>
                    <a:pt x="235701" y="263961"/>
                  </a:lnTo>
                  <a:lnTo>
                    <a:pt x="235804" y="263615"/>
                  </a:lnTo>
                  <a:lnTo>
                    <a:pt x="235958" y="263175"/>
                  </a:lnTo>
                  <a:lnTo>
                    <a:pt x="235724" y="263125"/>
                  </a:lnTo>
                  <a:lnTo>
                    <a:pt x="235582" y="263081"/>
                  </a:lnTo>
                  <a:lnTo>
                    <a:pt x="235718" y="262768"/>
                  </a:lnTo>
                  <a:lnTo>
                    <a:pt x="236036" y="263003"/>
                  </a:lnTo>
                  <a:lnTo>
                    <a:pt x="236336" y="262669"/>
                  </a:lnTo>
                  <a:lnTo>
                    <a:pt x="236356" y="262284"/>
                  </a:lnTo>
                  <a:lnTo>
                    <a:pt x="236321" y="262155"/>
                  </a:lnTo>
                  <a:lnTo>
                    <a:pt x="236495" y="261945"/>
                  </a:lnTo>
                  <a:lnTo>
                    <a:pt x="236817" y="261870"/>
                  </a:lnTo>
                  <a:lnTo>
                    <a:pt x="236981" y="261708"/>
                  </a:lnTo>
                  <a:lnTo>
                    <a:pt x="237223" y="261485"/>
                  </a:lnTo>
                  <a:lnTo>
                    <a:pt x="237085" y="261433"/>
                  </a:lnTo>
                  <a:lnTo>
                    <a:pt x="236777" y="261518"/>
                  </a:lnTo>
                  <a:lnTo>
                    <a:pt x="236356" y="261312"/>
                  </a:lnTo>
                  <a:lnTo>
                    <a:pt x="236168" y="261066"/>
                  </a:lnTo>
                  <a:lnTo>
                    <a:pt x="236640" y="260690"/>
                  </a:lnTo>
                  <a:lnTo>
                    <a:pt x="236827" y="260432"/>
                  </a:lnTo>
                  <a:lnTo>
                    <a:pt x="237542" y="260211"/>
                  </a:lnTo>
                  <a:lnTo>
                    <a:pt x="237465" y="259796"/>
                  </a:lnTo>
                  <a:lnTo>
                    <a:pt x="237166" y="259783"/>
                  </a:lnTo>
                  <a:lnTo>
                    <a:pt x="237258" y="259598"/>
                  </a:lnTo>
                  <a:lnTo>
                    <a:pt x="237562" y="259463"/>
                  </a:lnTo>
                  <a:lnTo>
                    <a:pt x="238152" y="259477"/>
                  </a:lnTo>
                  <a:lnTo>
                    <a:pt x="238240" y="259042"/>
                  </a:lnTo>
                  <a:lnTo>
                    <a:pt x="238204" y="258843"/>
                  </a:lnTo>
                  <a:lnTo>
                    <a:pt x="238754" y="258583"/>
                  </a:lnTo>
                  <a:lnTo>
                    <a:pt x="239036" y="258640"/>
                  </a:lnTo>
                  <a:lnTo>
                    <a:pt x="239254" y="258527"/>
                  </a:lnTo>
                  <a:lnTo>
                    <a:pt x="239502" y="258202"/>
                  </a:lnTo>
                  <a:lnTo>
                    <a:pt x="239481" y="257862"/>
                  </a:lnTo>
                  <a:lnTo>
                    <a:pt x="239824" y="257630"/>
                  </a:lnTo>
                  <a:lnTo>
                    <a:pt x="240634" y="256889"/>
                  </a:lnTo>
                  <a:lnTo>
                    <a:pt x="240741" y="256642"/>
                  </a:lnTo>
                  <a:lnTo>
                    <a:pt x="240862" y="256362"/>
                  </a:lnTo>
                  <a:lnTo>
                    <a:pt x="240259" y="255899"/>
                  </a:lnTo>
                  <a:lnTo>
                    <a:pt x="240043" y="255973"/>
                  </a:lnTo>
                  <a:lnTo>
                    <a:pt x="239713" y="256095"/>
                  </a:lnTo>
                  <a:lnTo>
                    <a:pt x="239578" y="256166"/>
                  </a:lnTo>
                  <a:lnTo>
                    <a:pt x="239317" y="256245"/>
                  </a:lnTo>
                  <a:lnTo>
                    <a:pt x="238944" y="256242"/>
                  </a:lnTo>
                  <a:lnTo>
                    <a:pt x="238756" y="256250"/>
                  </a:lnTo>
                  <a:lnTo>
                    <a:pt x="238393" y="256299"/>
                  </a:lnTo>
                  <a:lnTo>
                    <a:pt x="238134" y="256282"/>
                  </a:lnTo>
                  <a:lnTo>
                    <a:pt x="237935" y="256257"/>
                  </a:lnTo>
                  <a:lnTo>
                    <a:pt x="237356" y="256361"/>
                  </a:lnTo>
                  <a:lnTo>
                    <a:pt x="237077" y="256339"/>
                  </a:lnTo>
                  <a:lnTo>
                    <a:pt x="236337" y="256626"/>
                  </a:lnTo>
                  <a:lnTo>
                    <a:pt x="236197" y="256767"/>
                  </a:lnTo>
                  <a:lnTo>
                    <a:pt x="236141" y="256544"/>
                  </a:lnTo>
                  <a:lnTo>
                    <a:pt x="236191" y="256380"/>
                  </a:lnTo>
                  <a:lnTo>
                    <a:pt x="236198" y="256113"/>
                  </a:lnTo>
                  <a:lnTo>
                    <a:pt x="235968" y="256002"/>
                  </a:lnTo>
                  <a:lnTo>
                    <a:pt x="235535" y="256269"/>
                  </a:lnTo>
                  <a:lnTo>
                    <a:pt x="235346" y="256304"/>
                  </a:lnTo>
                  <a:lnTo>
                    <a:pt x="235152" y="256256"/>
                  </a:lnTo>
                  <a:lnTo>
                    <a:pt x="235105" y="256058"/>
                  </a:lnTo>
                  <a:lnTo>
                    <a:pt x="234993" y="255928"/>
                  </a:lnTo>
                  <a:lnTo>
                    <a:pt x="234809" y="255981"/>
                  </a:lnTo>
                  <a:lnTo>
                    <a:pt x="234585" y="256362"/>
                  </a:lnTo>
                  <a:lnTo>
                    <a:pt x="234303" y="256515"/>
                  </a:lnTo>
                  <a:lnTo>
                    <a:pt x="234171" y="256616"/>
                  </a:lnTo>
                  <a:lnTo>
                    <a:pt x="233944" y="257000"/>
                  </a:lnTo>
                  <a:lnTo>
                    <a:pt x="234011" y="257220"/>
                  </a:lnTo>
                  <a:lnTo>
                    <a:pt x="234329" y="257702"/>
                  </a:lnTo>
                  <a:lnTo>
                    <a:pt x="234433" y="257901"/>
                  </a:lnTo>
                  <a:lnTo>
                    <a:pt x="234536" y="258240"/>
                  </a:lnTo>
                  <a:lnTo>
                    <a:pt x="234301" y="258667"/>
                  </a:lnTo>
                  <a:lnTo>
                    <a:pt x="234296" y="258967"/>
                  </a:lnTo>
                  <a:lnTo>
                    <a:pt x="234042" y="259182"/>
                  </a:lnTo>
                  <a:lnTo>
                    <a:pt x="233539" y="259515"/>
                  </a:lnTo>
                  <a:lnTo>
                    <a:pt x="233357" y="259711"/>
                  </a:lnTo>
                  <a:lnTo>
                    <a:pt x="233078" y="260256"/>
                  </a:lnTo>
                  <a:lnTo>
                    <a:pt x="232924" y="260618"/>
                  </a:lnTo>
                  <a:lnTo>
                    <a:pt x="232896" y="260935"/>
                  </a:lnTo>
                  <a:lnTo>
                    <a:pt x="233070" y="261353"/>
                  </a:lnTo>
                  <a:lnTo>
                    <a:pt x="232666" y="261626"/>
                  </a:lnTo>
                  <a:lnTo>
                    <a:pt x="232597" y="261895"/>
                  </a:lnTo>
                  <a:lnTo>
                    <a:pt x="232893" y="262097"/>
                  </a:lnTo>
                  <a:lnTo>
                    <a:pt x="233312" y="262202"/>
                  </a:lnTo>
                  <a:lnTo>
                    <a:pt x="233094" y="262440"/>
                  </a:lnTo>
                  <a:lnTo>
                    <a:pt x="232855" y="262496"/>
                  </a:lnTo>
                  <a:lnTo>
                    <a:pt x="232522" y="262695"/>
                  </a:lnTo>
                  <a:lnTo>
                    <a:pt x="232414" y="262851"/>
                  </a:lnTo>
                  <a:lnTo>
                    <a:pt x="232077" y="263024"/>
                  </a:lnTo>
                  <a:lnTo>
                    <a:pt x="231792" y="263144"/>
                  </a:lnTo>
                  <a:lnTo>
                    <a:pt x="231555" y="262946"/>
                  </a:lnTo>
                  <a:lnTo>
                    <a:pt x="231568" y="262342"/>
                  </a:lnTo>
                  <a:lnTo>
                    <a:pt x="231707" y="262194"/>
                  </a:lnTo>
                  <a:lnTo>
                    <a:pt x="231961" y="261973"/>
                  </a:lnTo>
                  <a:lnTo>
                    <a:pt x="231917" y="261798"/>
                  </a:lnTo>
                  <a:lnTo>
                    <a:pt x="231815" y="261628"/>
                  </a:lnTo>
                  <a:lnTo>
                    <a:pt x="231623" y="261406"/>
                  </a:lnTo>
                  <a:lnTo>
                    <a:pt x="231423" y="261209"/>
                  </a:lnTo>
                  <a:lnTo>
                    <a:pt x="231149" y="261027"/>
                  </a:lnTo>
                  <a:lnTo>
                    <a:pt x="230515" y="260795"/>
                  </a:lnTo>
                  <a:lnTo>
                    <a:pt x="230526" y="260519"/>
                  </a:lnTo>
                  <a:lnTo>
                    <a:pt x="230541" y="260069"/>
                  </a:lnTo>
                  <a:lnTo>
                    <a:pt x="230089" y="260097"/>
                  </a:lnTo>
                  <a:lnTo>
                    <a:pt x="229806" y="260325"/>
                  </a:lnTo>
                  <a:lnTo>
                    <a:pt x="229883" y="260533"/>
                  </a:lnTo>
                  <a:lnTo>
                    <a:pt x="229781" y="260781"/>
                  </a:lnTo>
                  <a:lnTo>
                    <a:pt x="229301" y="260781"/>
                  </a:lnTo>
                  <a:lnTo>
                    <a:pt x="229018" y="261002"/>
                  </a:lnTo>
                  <a:lnTo>
                    <a:pt x="228560" y="260718"/>
                  </a:lnTo>
                  <a:lnTo>
                    <a:pt x="228289" y="260125"/>
                  </a:lnTo>
                  <a:lnTo>
                    <a:pt x="228628" y="259757"/>
                  </a:lnTo>
                  <a:lnTo>
                    <a:pt x="229209" y="259479"/>
                  </a:lnTo>
                  <a:lnTo>
                    <a:pt x="229220" y="259295"/>
                  </a:lnTo>
                  <a:lnTo>
                    <a:pt x="229071" y="259035"/>
                  </a:lnTo>
                  <a:lnTo>
                    <a:pt x="229032" y="258873"/>
                  </a:lnTo>
                  <a:lnTo>
                    <a:pt x="229002" y="258391"/>
                  </a:lnTo>
                  <a:lnTo>
                    <a:pt x="228867" y="258300"/>
                  </a:lnTo>
                  <a:lnTo>
                    <a:pt x="228704" y="258297"/>
                  </a:lnTo>
                  <a:lnTo>
                    <a:pt x="228565" y="258159"/>
                  </a:lnTo>
                  <a:lnTo>
                    <a:pt x="228618" y="258007"/>
                  </a:lnTo>
                  <a:lnTo>
                    <a:pt x="228948" y="257655"/>
                  </a:lnTo>
                  <a:lnTo>
                    <a:pt x="229150" y="257611"/>
                  </a:lnTo>
                  <a:lnTo>
                    <a:pt x="229016" y="257117"/>
                  </a:lnTo>
                  <a:lnTo>
                    <a:pt x="229180" y="256901"/>
                  </a:lnTo>
                  <a:lnTo>
                    <a:pt x="229486" y="256618"/>
                  </a:lnTo>
                  <a:lnTo>
                    <a:pt x="229716" y="256556"/>
                  </a:lnTo>
                  <a:lnTo>
                    <a:pt x="230217" y="256768"/>
                  </a:lnTo>
                  <a:lnTo>
                    <a:pt x="230411" y="256730"/>
                  </a:lnTo>
                  <a:lnTo>
                    <a:pt x="230604" y="256790"/>
                  </a:lnTo>
                  <a:lnTo>
                    <a:pt x="230841" y="256915"/>
                  </a:lnTo>
                  <a:lnTo>
                    <a:pt x="231248" y="256721"/>
                  </a:lnTo>
                  <a:lnTo>
                    <a:pt x="231216" y="256591"/>
                  </a:lnTo>
                  <a:lnTo>
                    <a:pt x="231057" y="256196"/>
                  </a:lnTo>
                  <a:lnTo>
                    <a:pt x="230845" y="256074"/>
                  </a:lnTo>
                  <a:lnTo>
                    <a:pt x="231009" y="255682"/>
                  </a:lnTo>
                  <a:lnTo>
                    <a:pt x="231086" y="255389"/>
                  </a:lnTo>
                  <a:lnTo>
                    <a:pt x="230974" y="255077"/>
                  </a:lnTo>
                  <a:lnTo>
                    <a:pt x="230797" y="254999"/>
                  </a:lnTo>
                  <a:lnTo>
                    <a:pt x="230581" y="255284"/>
                  </a:lnTo>
                  <a:lnTo>
                    <a:pt x="230527" y="255422"/>
                  </a:lnTo>
                  <a:lnTo>
                    <a:pt x="230365" y="255697"/>
                  </a:lnTo>
                  <a:lnTo>
                    <a:pt x="230181" y="255842"/>
                  </a:lnTo>
                  <a:lnTo>
                    <a:pt x="229805" y="255972"/>
                  </a:lnTo>
                  <a:lnTo>
                    <a:pt x="229368" y="256069"/>
                  </a:lnTo>
                  <a:lnTo>
                    <a:pt x="228610" y="256034"/>
                  </a:lnTo>
                  <a:lnTo>
                    <a:pt x="228489" y="256282"/>
                  </a:lnTo>
                  <a:lnTo>
                    <a:pt x="228349" y="256345"/>
                  </a:lnTo>
                  <a:lnTo>
                    <a:pt x="228142" y="255910"/>
                  </a:lnTo>
                  <a:lnTo>
                    <a:pt x="228146" y="255665"/>
                  </a:lnTo>
                  <a:lnTo>
                    <a:pt x="228341" y="255070"/>
                  </a:lnTo>
                  <a:lnTo>
                    <a:pt x="228419" y="254937"/>
                  </a:lnTo>
                  <a:lnTo>
                    <a:pt x="228826" y="254550"/>
                  </a:lnTo>
                  <a:lnTo>
                    <a:pt x="229062" y="254385"/>
                  </a:lnTo>
                  <a:lnTo>
                    <a:pt x="229873" y="254314"/>
                  </a:lnTo>
                  <a:lnTo>
                    <a:pt x="230527" y="253833"/>
                  </a:lnTo>
                  <a:lnTo>
                    <a:pt x="230710" y="253627"/>
                  </a:lnTo>
                  <a:lnTo>
                    <a:pt x="231044" y="253189"/>
                  </a:lnTo>
                  <a:lnTo>
                    <a:pt x="230767" y="252940"/>
                  </a:lnTo>
                  <a:lnTo>
                    <a:pt x="230730" y="253146"/>
                  </a:lnTo>
                  <a:lnTo>
                    <a:pt x="230869" y="253293"/>
                  </a:lnTo>
                  <a:lnTo>
                    <a:pt x="230656" y="253418"/>
                  </a:lnTo>
                  <a:lnTo>
                    <a:pt x="230450" y="253536"/>
                  </a:lnTo>
                  <a:lnTo>
                    <a:pt x="229670" y="253909"/>
                  </a:lnTo>
                  <a:lnTo>
                    <a:pt x="229388" y="254029"/>
                  </a:lnTo>
                  <a:lnTo>
                    <a:pt x="229043" y="253953"/>
                  </a:lnTo>
                  <a:lnTo>
                    <a:pt x="228875" y="253377"/>
                  </a:lnTo>
                  <a:lnTo>
                    <a:pt x="228984" y="253218"/>
                  </a:lnTo>
                  <a:lnTo>
                    <a:pt x="228818" y="253133"/>
                  </a:lnTo>
                  <a:lnTo>
                    <a:pt x="228744" y="253269"/>
                  </a:lnTo>
                  <a:lnTo>
                    <a:pt x="228739" y="253593"/>
                  </a:lnTo>
                  <a:lnTo>
                    <a:pt x="228661" y="253751"/>
                  </a:lnTo>
                  <a:lnTo>
                    <a:pt x="228395" y="254036"/>
                  </a:lnTo>
                  <a:lnTo>
                    <a:pt x="228411" y="254303"/>
                  </a:lnTo>
                  <a:lnTo>
                    <a:pt x="228128" y="254480"/>
                  </a:lnTo>
                  <a:lnTo>
                    <a:pt x="227905" y="254857"/>
                  </a:lnTo>
                  <a:lnTo>
                    <a:pt x="227819" y="255107"/>
                  </a:lnTo>
                  <a:lnTo>
                    <a:pt x="227638" y="255316"/>
                  </a:lnTo>
                  <a:lnTo>
                    <a:pt x="227404" y="255480"/>
                  </a:lnTo>
                  <a:lnTo>
                    <a:pt x="227135" y="255646"/>
                  </a:lnTo>
                  <a:lnTo>
                    <a:pt x="227099" y="256003"/>
                  </a:lnTo>
                  <a:lnTo>
                    <a:pt x="227129" y="256400"/>
                  </a:lnTo>
                  <a:lnTo>
                    <a:pt x="227714" y="256951"/>
                  </a:lnTo>
                  <a:lnTo>
                    <a:pt x="227693" y="257321"/>
                  </a:lnTo>
                  <a:lnTo>
                    <a:pt x="227644" y="257536"/>
                  </a:lnTo>
                  <a:lnTo>
                    <a:pt x="227299" y="257721"/>
                  </a:lnTo>
                  <a:lnTo>
                    <a:pt x="227347" y="258128"/>
                  </a:lnTo>
                  <a:lnTo>
                    <a:pt x="226982" y="258653"/>
                  </a:lnTo>
                  <a:lnTo>
                    <a:pt x="226595" y="258871"/>
                  </a:lnTo>
                  <a:lnTo>
                    <a:pt x="226426" y="258900"/>
                  </a:lnTo>
                  <a:lnTo>
                    <a:pt x="225811" y="258545"/>
                  </a:lnTo>
                  <a:lnTo>
                    <a:pt x="225900" y="258299"/>
                  </a:lnTo>
                  <a:lnTo>
                    <a:pt x="225890" y="258017"/>
                  </a:lnTo>
                  <a:lnTo>
                    <a:pt x="225822" y="257593"/>
                  </a:lnTo>
                  <a:lnTo>
                    <a:pt x="225711" y="257239"/>
                  </a:lnTo>
                  <a:lnTo>
                    <a:pt x="225317" y="256265"/>
                  </a:lnTo>
                  <a:lnTo>
                    <a:pt x="225105" y="255922"/>
                  </a:lnTo>
                  <a:lnTo>
                    <a:pt x="224907" y="255564"/>
                  </a:lnTo>
                  <a:lnTo>
                    <a:pt x="224794" y="255299"/>
                  </a:lnTo>
                  <a:lnTo>
                    <a:pt x="224628" y="255011"/>
                  </a:lnTo>
                  <a:lnTo>
                    <a:pt x="224509" y="254856"/>
                  </a:lnTo>
                  <a:lnTo>
                    <a:pt x="224186" y="254642"/>
                  </a:lnTo>
                  <a:lnTo>
                    <a:pt x="223935" y="254829"/>
                  </a:lnTo>
                  <a:lnTo>
                    <a:pt x="224025" y="255168"/>
                  </a:lnTo>
                  <a:lnTo>
                    <a:pt x="224299" y="255568"/>
                  </a:lnTo>
                  <a:lnTo>
                    <a:pt x="224281" y="255938"/>
                  </a:lnTo>
                  <a:lnTo>
                    <a:pt x="224192" y="256522"/>
                  </a:lnTo>
                  <a:lnTo>
                    <a:pt x="224670" y="258593"/>
                  </a:lnTo>
                  <a:lnTo>
                    <a:pt x="225582" y="258800"/>
                  </a:lnTo>
                  <a:lnTo>
                    <a:pt x="225725" y="258891"/>
                  </a:lnTo>
                  <a:lnTo>
                    <a:pt x="226201" y="259265"/>
                  </a:lnTo>
                  <a:lnTo>
                    <a:pt x="226167" y="259412"/>
                  </a:lnTo>
                  <a:lnTo>
                    <a:pt x="226088" y="259624"/>
                  </a:lnTo>
                  <a:lnTo>
                    <a:pt x="225881" y="260091"/>
                  </a:lnTo>
                  <a:lnTo>
                    <a:pt x="225705" y="260416"/>
                  </a:lnTo>
                  <a:lnTo>
                    <a:pt x="225558" y="260327"/>
                  </a:lnTo>
                  <a:lnTo>
                    <a:pt x="225325" y="260259"/>
                  </a:lnTo>
                  <a:lnTo>
                    <a:pt x="225105" y="260228"/>
                  </a:lnTo>
                  <a:lnTo>
                    <a:pt x="224877" y="260222"/>
                  </a:lnTo>
                  <a:lnTo>
                    <a:pt x="224713" y="260273"/>
                  </a:lnTo>
                  <a:lnTo>
                    <a:pt x="224514" y="260244"/>
                  </a:lnTo>
                  <a:lnTo>
                    <a:pt x="224077" y="259803"/>
                  </a:lnTo>
                  <a:lnTo>
                    <a:pt x="223851" y="259457"/>
                  </a:lnTo>
                  <a:lnTo>
                    <a:pt x="223750" y="259323"/>
                  </a:lnTo>
                  <a:lnTo>
                    <a:pt x="223536" y="259150"/>
                  </a:lnTo>
                  <a:lnTo>
                    <a:pt x="223172" y="258848"/>
                  </a:lnTo>
                  <a:lnTo>
                    <a:pt x="223097" y="258602"/>
                  </a:lnTo>
                  <a:lnTo>
                    <a:pt x="222839" y="258286"/>
                  </a:lnTo>
                  <a:lnTo>
                    <a:pt x="222829" y="258017"/>
                  </a:lnTo>
                  <a:lnTo>
                    <a:pt x="222735" y="257846"/>
                  </a:lnTo>
                  <a:lnTo>
                    <a:pt x="222582" y="257674"/>
                  </a:lnTo>
                  <a:lnTo>
                    <a:pt x="222283" y="257721"/>
                  </a:lnTo>
                  <a:lnTo>
                    <a:pt x="222137" y="257784"/>
                  </a:lnTo>
                  <a:lnTo>
                    <a:pt x="221274" y="257842"/>
                  </a:lnTo>
                  <a:lnTo>
                    <a:pt x="221035" y="257837"/>
                  </a:lnTo>
                  <a:lnTo>
                    <a:pt x="221052" y="257403"/>
                  </a:lnTo>
                  <a:lnTo>
                    <a:pt x="221179" y="257149"/>
                  </a:lnTo>
                  <a:lnTo>
                    <a:pt x="221387" y="256674"/>
                  </a:lnTo>
                  <a:lnTo>
                    <a:pt x="221351" y="255810"/>
                  </a:lnTo>
                  <a:lnTo>
                    <a:pt x="221174" y="255785"/>
                  </a:lnTo>
                  <a:lnTo>
                    <a:pt x="220769" y="255976"/>
                  </a:lnTo>
                  <a:lnTo>
                    <a:pt x="220517" y="256235"/>
                  </a:lnTo>
                  <a:lnTo>
                    <a:pt x="220333" y="256387"/>
                  </a:lnTo>
                  <a:lnTo>
                    <a:pt x="220107" y="256508"/>
                  </a:lnTo>
                  <a:lnTo>
                    <a:pt x="219766" y="256384"/>
                  </a:lnTo>
                  <a:lnTo>
                    <a:pt x="219533" y="256148"/>
                  </a:lnTo>
                  <a:lnTo>
                    <a:pt x="219278" y="255977"/>
                  </a:lnTo>
                  <a:lnTo>
                    <a:pt x="219260" y="256194"/>
                  </a:lnTo>
                  <a:lnTo>
                    <a:pt x="219479" y="256275"/>
                  </a:lnTo>
                  <a:lnTo>
                    <a:pt x="219460" y="256512"/>
                  </a:lnTo>
                  <a:lnTo>
                    <a:pt x="219425" y="256681"/>
                  </a:lnTo>
                  <a:lnTo>
                    <a:pt x="219324" y="257018"/>
                  </a:lnTo>
                  <a:lnTo>
                    <a:pt x="218849" y="257606"/>
                  </a:lnTo>
                  <a:lnTo>
                    <a:pt x="218545" y="257837"/>
                  </a:lnTo>
                  <a:lnTo>
                    <a:pt x="218334" y="257613"/>
                  </a:lnTo>
                  <a:lnTo>
                    <a:pt x="218530" y="258161"/>
                  </a:lnTo>
                  <a:lnTo>
                    <a:pt x="218733" y="258264"/>
                  </a:lnTo>
                  <a:lnTo>
                    <a:pt x="218693" y="258423"/>
                  </a:lnTo>
                  <a:lnTo>
                    <a:pt x="218699" y="258764"/>
                  </a:lnTo>
                  <a:lnTo>
                    <a:pt x="218926" y="258616"/>
                  </a:lnTo>
                  <a:lnTo>
                    <a:pt x="219136" y="258496"/>
                  </a:lnTo>
                  <a:lnTo>
                    <a:pt x="219990" y="258199"/>
                  </a:lnTo>
                  <a:lnTo>
                    <a:pt x="220360" y="258257"/>
                  </a:lnTo>
                  <a:lnTo>
                    <a:pt x="220752" y="258422"/>
                  </a:lnTo>
                  <a:lnTo>
                    <a:pt x="220917" y="258359"/>
                  </a:lnTo>
                  <a:lnTo>
                    <a:pt x="221480" y="258219"/>
                  </a:lnTo>
                  <a:lnTo>
                    <a:pt x="221877" y="258596"/>
                  </a:lnTo>
                  <a:lnTo>
                    <a:pt x="221837" y="258937"/>
                  </a:lnTo>
                  <a:lnTo>
                    <a:pt x="222172" y="259056"/>
                  </a:lnTo>
                  <a:lnTo>
                    <a:pt x="221905" y="259219"/>
                  </a:lnTo>
                  <a:lnTo>
                    <a:pt x="221583" y="259449"/>
                  </a:lnTo>
                  <a:lnTo>
                    <a:pt x="221391" y="259680"/>
                  </a:lnTo>
                  <a:lnTo>
                    <a:pt x="221298" y="259525"/>
                  </a:lnTo>
                  <a:lnTo>
                    <a:pt x="221399" y="259799"/>
                  </a:lnTo>
                  <a:lnTo>
                    <a:pt x="221397" y="260315"/>
                  </a:lnTo>
                  <a:lnTo>
                    <a:pt x="221241" y="260224"/>
                  </a:lnTo>
                  <a:lnTo>
                    <a:pt x="220396" y="259658"/>
                  </a:lnTo>
                  <a:lnTo>
                    <a:pt x="220088" y="259721"/>
                  </a:lnTo>
                  <a:lnTo>
                    <a:pt x="220617" y="259921"/>
                  </a:lnTo>
                  <a:lnTo>
                    <a:pt x="220953" y="260180"/>
                  </a:lnTo>
                  <a:lnTo>
                    <a:pt x="221235" y="260394"/>
                  </a:lnTo>
                  <a:lnTo>
                    <a:pt x="221646" y="260786"/>
                  </a:lnTo>
                  <a:lnTo>
                    <a:pt x="221838" y="261130"/>
                  </a:lnTo>
                  <a:lnTo>
                    <a:pt x="221612" y="261507"/>
                  </a:lnTo>
                  <a:lnTo>
                    <a:pt x="221414" y="261291"/>
                  </a:lnTo>
                  <a:lnTo>
                    <a:pt x="221183" y="261199"/>
                  </a:lnTo>
                  <a:lnTo>
                    <a:pt x="221000" y="261196"/>
                  </a:lnTo>
                  <a:lnTo>
                    <a:pt x="220967" y="261476"/>
                  </a:lnTo>
                  <a:lnTo>
                    <a:pt x="220756" y="261429"/>
                  </a:lnTo>
                  <a:lnTo>
                    <a:pt x="220817" y="261931"/>
                  </a:lnTo>
                  <a:lnTo>
                    <a:pt x="221096" y="261995"/>
                  </a:lnTo>
                  <a:lnTo>
                    <a:pt x="221236" y="262025"/>
                  </a:lnTo>
                  <a:lnTo>
                    <a:pt x="221101" y="262563"/>
                  </a:lnTo>
                  <a:lnTo>
                    <a:pt x="221003" y="262803"/>
                  </a:lnTo>
                  <a:lnTo>
                    <a:pt x="220650" y="263034"/>
                  </a:lnTo>
                  <a:lnTo>
                    <a:pt x="220339" y="262996"/>
                  </a:lnTo>
                  <a:lnTo>
                    <a:pt x="220132" y="262861"/>
                  </a:lnTo>
                  <a:lnTo>
                    <a:pt x="219701" y="262760"/>
                  </a:lnTo>
                  <a:lnTo>
                    <a:pt x="219452" y="263014"/>
                  </a:lnTo>
                  <a:lnTo>
                    <a:pt x="219318" y="263305"/>
                  </a:lnTo>
                  <a:lnTo>
                    <a:pt x="219040" y="263497"/>
                  </a:lnTo>
                  <a:lnTo>
                    <a:pt x="218789" y="263617"/>
                  </a:lnTo>
                  <a:lnTo>
                    <a:pt x="218604" y="263799"/>
                  </a:lnTo>
                  <a:lnTo>
                    <a:pt x="218675" y="264668"/>
                  </a:lnTo>
                  <a:lnTo>
                    <a:pt x="219083" y="264649"/>
                  </a:lnTo>
                  <a:lnTo>
                    <a:pt x="219267" y="265061"/>
                  </a:lnTo>
                  <a:lnTo>
                    <a:pt x="219731" y="265118"/>
                  </a:lnTo>
                  <a:lnTo>
                    <a:pt x="220170" y="265657"/>
                  </a:lnTo>
                  <a:lnTo>
                    <a:pt x="220164" y="265956"/>
                  </a:lnTo>
                  <a:lnTo>
                    <a:pt x="220472" y="266459"/>
                  </a:lnTo>
                  <a:lnTo>
                    <a:pt x="220326" y="267051"/>
                  </a:lnTo>
                  <a:lnTo>
                    <a:pt x="220639" y="266217"/>
                  </a:lnTo>
                  <a:lnTo>
                    <a:pt x="220809" y="265966"/>
                  </a:lnTo>
                  <a:lnTo>
                    <a:pt x="221312" y="265521"/>
                  </a:lnTo>
                  <a:lnTo>
                    <a:pt x="221802" y="265316"/>
                  </a:lnTo>
                  <a:lnTo>
                    <a:pt x="222165" y="265152"/>
                  </a:lnTo>
                  <a:lnTo>
                    <a:pt x="222389" y="265076"/>
                  </a:lnTo>
                  <a:lnTo>
                    <a:pt x="222648" y="265065"/>
                  </a:lnTo>
                  <a:lnTo>
                    <a:pt x="222890" y="264946"/>
                  </a:lnTo>
                  <a:lnTo>
                    <a:pt x="223042" y="264816"/>
                  </a:lnTo>
                  <a:lnTo>
                    <a:pt x="223322" y="264481"/>
                  </a:lnTo>
                  <a:lnTo>
                    <a:pt x="223546" y="264543"/>
                  </a:lnTo>
                  <a:lnTo>
                    <a:pt x="223950" y="264783"/>
                  </a:lnTo>
                  <a:lnTo>
                    <a:pt x="224608" y="264919"/>
                  </a:lnTo>
                  <a:lnTo>
                    <a:pt x="225108" y="264865"/>
                  </a:lnTo>
                  <a:lnTo>
                    <a:pt x="225560" y="264709"/>
                  </a:lnTo>
                  <a:lnTo>
                    <a:pt x="226091" y="264884"/>
                  </a:lnTo>
                  <a:lnTo>
                    <a:pt x="226371" y="265225"/>
                  </a:lnTo>
                  <a:lnTo>
                    <a:pt x="226803" y="265640"/>
                  </a:lnTo>
                  <a:lnTo>
                    <a:pt x="227009" y="265697"/>
                  </a:lnTo>
                  <a:lnTo>
                    <a:pt x="227514" y="266022"/>
                  </a:lnTo>
                  <a:lnTo>
                    <a:pt x="227875" y="266217"/>
                  </a:lnTo>
                  <a:lnTo>
                    <a:pt x="228131" y="266244"/>
                  </a:lnTo>
                  <a:lnTo>
                    <a:pt x="228395" y="266546"/>
                  </a:lnTo>
                  <a:lnTo>
                    <a:pt x="228106" y="266729"/>
                  </a:lnTo>
                  <a:lnTo>
                    <a:pt x="228346" y="267179"/>
                  </a:lnTo>
                  <a:lnTo>
                    <a:pt x="228644" y="267450"/>
                  </a:lnTo>
                  <a:lnTo>
                    <a:pt x="228538" y="267793"/>
                  </a:lnTo>
                  <a:lnTo>
                    <a:pt x="228449" y="267619"/>
                  </a:lnTo>
                  <a:lnTo>
                    <a:pt x="228349" y="267477"/>
                  </a:lnTo>
                  <a:lnTo>
                    <a:pt x="227812" y="267136"/>
                  </a:lnTo>
                  <a:lnTo>
                    <a:pt x="227681" y="267101"/>
                  </a:lnTo>
                  <a:lnTo>
                    <a:pt x="227545" y="267653"/>
                  </a:lnTo>
                  <a:lnTo>
                    <a:pt x="227429" y="267999"/>
                  </a:lnTo>
                  <a:lnTo>
                    <a:pt x="227739" y="268004"/>
                  </a:lnTo>
                  <a:lnTo>
                    <a:pt x="228124" y="268449"/>
                  </a:lnTo>
                  <a:lnTo>
                    <a:pt x="228002" y="268643"/>
                  </a:lnTo>
                  <a:lnTo>
                    <a:pt x="227978" y="268802"/>
                  </a:lnTo>
                  <a:lnTo>
                    <a:pt x="228004" y="269158"/>
                  </a:lnTo>
                  <a:lnTo>
                    <a:pt x="227724" y="269429"/>
                  </a:lnTo>
                  <a:lnTo>
                    <a:pt x="227917" y="269429"/>
                  </a:lnTo>
                  <a:lnTo>
                    <a:pt x="228213" y="269354"/>
                  </a:lnTo>
                  <a:lnTo>
                    <a:pt x="228471" y="269501"/>
                  </a:lnTo>
                  <a:lnTo>
                    <a:pt x="228563" y="269729"/>
                  </a:lnTo>
                  <a:lnTo>
                    <a:pt x="228816" y="269622"/>
                  </a:lnTo>
                  <a:lnTo>
                    <a:pt x="228981" y="269834"/>
                  </a:lnTo>
                  <a:lnTo>
                    <a:pt x="228906" y="269997"/>
                  </a:lnTo>
                  <a:lnTo>
                    <a:pt x="228667" y="269970"/>
                  </a:lnTo>
                  <a:lnTo>
                    <a:pt x="228447" y="269995"/>
                  </a:lnTo>
                  <a:lnTo>
                    <a:pt x="228068" y="270138"/>
                  </a:lnTo>
                  <a:lnTo>
                    <a:pt x="227813" y="270363"/>
                  </a:lnTo>
                  <a:lnTo>
                    <a:pt x="228023" y="270486"/>
                  </a:lnTo>
                  <a:lnTo>
                    <a:pt x="228652" y="270669"/>
                  </a:lnTo>
                  <a:lnTo>
                    <a:pt x="229071" y="270565"/>
                  </a:lnTo>
                  <a:lnTo>
                    <a:pt x="228999" y="270720"/>
                  </a:lnTo>
                  <a:lnTo>
                    <a:pt x="229243" y="271088"/>
                  </a:lnTo>
                  <a:lnTo>
                    <a:pt x="228813" y="271541"/>
                  </a:lnTo>
                  <a:lnTo>
                    <a:pt x="229254" y="271536"/>
                  </a:lnTo>
                  <a:lnTo>
                    <a:pt x="229581" y="271619"/>
                  </a:lnTo>
                  <a:lnTo>
                    <a:pt x="229557" y="271827"/>
                  </a:lnTo>
                  <a:lnTo>
                    <a:pt x="229167" y="272263"/>
                  </a:lnTo>
                  <a:lnTo>
                    <a:pt x="229362" y="272263"/>
                  </a:lnTo>
                  <a:lnTo>
                    <a:pt x="229532" y="272242"/>
                  </a:lnTo>
                  <a:lnTo>
                    <a:pt x="229721" y="272720"/>
                  </a:lnTo>
                  <a:lnTo>
                    <a:pt x="230167" y="272716"/>
                  </a:lnTo>
                  <a:lnTo>
                    <a:pt x="229903" y="272972"/>
                  </a:lnTo>
                  <a:lnTo>
                    <a:pt x="229375" y="273311"/>
                  </a:lnTo>
                  <a:lnTo>
                    <a:pt x="229183" y="273135"/>
                  </a:lnTo>
                  <a:lnTo>
                    <a:pt x="228780" y="273383"/>
                  </a:lnTo>
                  <a:lnTo>
                    <a:pt x="228871" y="273549"/>
                  </a:lnTo>
                  <a:lnTo>
                    <a:pt x="228402" y="274302"/>
                  </a:lnTo>
                  <a:lnTo>
                    <a:pt x="227849" y="274538"/>
                  </a:lnTo>
                  <a:lnTo>
                    <a:pt x="227719" y="274552"/>
                  </a:lnTo>
                  <a:lnTo>
                    <a:pt x="227521" y="274735"/>
                  </a:lnTo>
                  <a:lnTo>
                    <a:pt x="227150" y="274493"/>
                  </a:lnTo>
                  <a:lnTo>
                    <a:pt x="227139" y="274284"/>
                  </a:lnTo>
                  <a:lnTo>
                    <a:pt x="227579" y="274043"/>
                  </a:lnTo>
                  <a:lnTo>
                    <a:pt x="227796" y="273827"/>
                  </a:lnTo>
                  <a:lnTo>
                    <a:pt x="227794" y="273469"/>
                  </a:lnTo>
                  <a:lnTo>
                    <a:pt x="227675" y="273238"/>
                  </a:lnTo>
                  <a:lnTo>
                    <a:pt x="227078" y="272884"/>
                  </a:lnTo>
                  <a:lnTo>
                    <a:pt x="226396" y="272563"/>
                  </a:lnTo>
                  <a:lnTo>
                    <a:pt x="226398" y="272693"/>
                  </a:lnTo>
                  <a:lnTo>
                    <a:pt x="226371" y="272982"/>
                  </a:lnTo>
                  <a:lnTo>
                    <a:pt x="225687" y="272960"/>
                  </a:lnTo>
                  <a:lnTo>
                    <a:pt x="225282" y="272824"/>
                  </a:lnTo>
                  <a:lnTo>
                    <a:pt x="224637" y="272327"/>
                  </a:lnTo>
                  <a:lnTo>
                    <a:pt x="224060" y="271966"/>
                  </a:lnTo>
                  <a:lnTo>
                    <a:pt x="223697" y="271695"/>
                  </a:lnTo>
                  <a:lnTo>
                    <a:pt x="223438" y="271452"/>
                  </a:lnTo>
                  <a:lnTo>
                    <a:pt x="222498" y="271265"/>
                  </a:lnTo>
                  <a:lnTo>
                    <a:pt x="221982" y="271134"/>
                  </a:lnTo>
                  <a:lnTo>
                    <a:pt x="221635" y="271314"/>
                  </a:lnTo>
                  <a:lnTo>
                    <a:pt x="221251" y="271597"/>
                  </a:lnTo>
                  <a:lnTo>
                    <a:pt x="220952" y="272177"/>
                  </a:lnTo>
                  <a:lnTo>
                    <a:pt x="221296" y="272778"/>
                  </a:lnTo>
                  <a:lnTo>
                    <a:pt x="221453" y="273195"/>
                  </a:lnTo>
                  <a:lnTo>
                    <a:pt x="221793" y="273295"/>
                  </a:lnTo>
                  <a:lnTo>
                    <a:pt x="222021" y="273026"/>
                  </a:lnTo>
                  <a:lnTo>
                    <a:pt x="222391" y="272929"/>
                  </a:lnTo>
                  <a:lnTo>
                    <a:pt x="222629" y="273167"/>
                  </a:lnTo>
                  <a:lnTo>
                    <a:pt x="222997" y="273819"/>
                  </a:lnTo>
                  <a:lnTo>
                    <a:pt x="223066" y="273972"/>
                  </a:lnTo>
                  <a:lnTo>
                    <a:pt x="222981" y="274136"/>
                  </a:lnTo>
                  <a:lnTo>
                    <a:pt x="222801" y="275916"/>
                  </a:lnTo>
                  <a:lnTo>
                    <a:pt x="223010" y="276050"/>
                  </a:lnTo>
                  <a:lnTo>
                    <a:pt x="223273" y="276191"/>
                  </a:lnTo>
                  <a:lnTo>
                    <a:pt x="222985" y="276826"/>
                  </a:lnTo>
                  <a:lnTo>
                    <a:pt x="223192" y="277180"/>
                  </a:lnTo>
                  <a:lnTo>
                    <a:pt x="223480" y="277899"/>
                  </a:lnTo>
                  <a:lnTo>
                    <a:pt x="224055" y="277846"/>
                  </a:lnTo>
                  <a:lnTo>
                    <a:pt x="224401" y="277785"/>
                  </a:lnTo>
                  <a:lnTo>
                    <a:pt x="224633" y="277622"/>
                  </a:lnTo>
                  <a:lnTo>
                    <a:pt x="224906" y="277410"/>
                  </a:lnTo>
                  <a:lnTo>
                    <a:pt x="224978" y="277271"/>
                  </a:lnTo>
                  <a:lnTo>
                    <a:pt x="225155" y="277220"/>
                  </a:lnTo>
                  <a:lnTo>
                    <a:pt x="225399" y="277196"/>
                  </a:lnTo>
                  <a:lnTo>
                    <a:pt x="225743" y="277131"/>
                  </a:lnTo>
                  <a:lnTo>
                    <a:pt x="225888" y="277080"/>
                  </a:lnTo>
                  <a:lnTo>
                    <a:pt x="226108" y="276886"/>
                  </a:lnTo>
                  <a:lnTo>
                    <a:pt x="226277" y="276794"/>
                  </a:lnTo>
                  <a:lnTo>
                    <a:pt x="226353" y="277000"/>
                  </a:lnTo>
                  <a:lnTo>
                    <a:pt x="226215" y="277316"/>
                  </a:lnTo>
                  <a:lnTo>
                    <a:pt x="225989" y="277417"/>
                  </a:lnTo>
                  <a:lnTo>
                    <a:pt x="226191" y="277452"/>
                  </a:lnTo>
                  <a:lnTo>
                    <a:pt x="226607" y="277250"/>
                  </a:lnTo>
                  <a:lnTo>
                    <a:pt x="226649" y="277054"/>
                  </a:lnTo>
                  <a:lnTo>
                    <a:pt x="226808" y="276531"/>
                  </a:lnTo>
                  <a:lnTo>
                    <a:pt x="227235" y="276267"/>
                  </a:lnTo>
                  <a:lnTo>
                    <a:pt x="227746" y="276251"/>
                  </a:lnTo>
                  <a:lnTo>
                    <a:pt x="227771" y="276400"/>
                  </a:lnTo>
                  <a:lnTo>
                    <a:pt x="227960" y="276283"/>
                  </a:lnTo>
                  <a:lnTo>
                    <a:pt x="228075" y="275960"/>
                  </a:lnTo>
                  <a:lnTo>
                    <a:pt x="227916" y="275735"/>
                  </a:lnTo>
                  <a:lnTo>
                    <a:pt x="228339" y="275565"/>
                  </a:lnTo>
                  <a:lnTo>
                    <a:pt x="228336" y="275314"/>
                  </a:lnTo>
                  <a:lnTo>
                    <a:pt x="228553" y="275261"/>
                  </a:lnTo>
                  <a:lnTo>
                    <a:pt x="228805" y="275277"/>
                  </a:lnTo>
                  <a:lnTo>
                    <a:pt x="228813" y="275007"/>
                  </a:lnTo>
                  <a:lnTo>
                    <a:pt x="229163" y="274899"/>
                  </a:lnTo>
                  <a:lnTo>
                    <a:pt x="229346" y="274649"/>
                  </a:lnTo>
                  <a:lnTo>
                    <a:pt x="229557" y="274225"/>
                  </a:lnTo>
                  <a:lnTo>
                    <a:pt x="229732" y="274031"/>
                  </a:lnTo>
                  <a:lnTo>
                    <a:pt x="230159" y="273893"/>
                  </a:lnTo>
                  <a:lnTo>
                    <a:pt x="230362" y="273888"/>
                  </a:lnTo>
                  <a:lnTo>
                    <a:pt x="230366" y="274073"/>
                  </a:lnTo>
                  <a:lnTo>
                    <a:pt x="230309" y="274608"/>
                  </a:lnTo>
                  <a:lnTo>
                    <a:pt x="230521" y="274489"/>
                  </a:lnTo>
                  <a:lnTo>
                    <a:pt x="230877" y="274734"/>
                  </a:lnTo>
                  <a:lnTo>
                    <a:pt x="231013" y="274793"/>
                  </a:lnTo>
                  <a:lnTo>
                    <a:pt x="231269" y="274949"/>
                  </a:lnTo>
                  <a:lnTo>
                    <a:pt x="231174" y="275356"/>
                  </a:lnTo>
                  <a:lnTo>
                    <a:pt x="230940" y="275472"/>
                  </a:lnTo>
                  <a:lnTo>
                    <a:pt x="230644" y="275787"/>
                  </a:lnTo>
                  <a:lnTo>
                    <a:pt x="230778" y="275944"/>
                  </a:lnTo>
                  <a:lnTo>
                    <a:pt x="231240" y="275893"/>
                  </a:lnTo>
                  <a:lnTo>
                    <a:pt x="231484" y="275729"/>
                  </a:lnTo>
                  <a:lnTo>
                    <a:pt x="231650" y="275898"/>
                  </a:lnTo>
                  <a:lnTo>
                    <a:pt x="231802" y="276369"/>
                  </a:lnTo>
                  <a:lnTo>
                    <a:pt x="232023" y="276373"/>
                  </a:lnTo>
                  <a:lnTo>
                    <a:pt x="231984" y="276567"/>
                  </a:lnTo>
                  <a:lnTo>
                    <a:pt x="231522" y="276886"/>
                  </a:lnTo>
                  <a:lnTo>
                    <a:pt x="231291" y="277047"/>
                  </a:lnTo>
                  <a:lnTo>
                    <a:pt x="231433" y="277549"/>
                  </a:lnTo>
                  <a:lnTo>
                    <a:pt x="231866" y="277576"/>
                  </a:lnTo>
                  <a:lnTo>
                    <a:pt x="232243" y="277516"/>
                  </a:lnTo>
                  <a:lnTo>
                    <a:pt x="232682" y="277274"/>
                  </a:lnTo>
                  <a:lnTo>
                    <a:pt x="232902" y="277276"/>
                  </a:lnTo>
                  <a:lnTo>
                    <a:pt x="233185" y="277841"/>
                  </a:lnTo>
                  <a:lnTo>
                    <a:pt x="233371" y="277638"/>
                  </a:lnTo>
                  <a:lnTo>
                    <a:pt x="233468" y="277353"/>
                  </a:lnTo>
                  <a:lnTo>
                    <a:pt x="233748" y="277167"/>
                  </a:lnTo>
                  <a:lnTo>
                    <a:pt x="233967" y="277192"/>
                  </a:lnTo>
                  <a:lnTo>
                    <a:pt x="234314" y="276929"/>
                  </a:lnTo>
                  <a:lnTo>
                    <a:pt x="234495" y="276811"/>
                  </a:lnTo>
                  <a:lnTo>
                    <a:pt x="235060" y="276561"/>
                  </a:lnTo>
                  <a:lnTo>
                    <a:pt x="235452" y="276304"/>
                  </a:lnTo>
                  <a:lnTo>
                    <a:pt x="235630" y="276310"/>
                  </a:lnTo>
                  <a:lnTo>
                    <a:pt x="235265" y="276616"/>
                  </a:lnTo>
                  <a:lnTo>
                    <a:pt x="235159" y="276831"/>
                  </a:lnTo>
                  <a:lnTo>
                    <a:pt x="235089" y="277194"/>
                  </a:lnTo>
                  <a:lnTo>
                    <a:pt x="234843" y="277355"/>
                  </a:lnTo>
                  <a:lnTo>
                    <a:pt x="234616" y="277480"/>
                  </a:lnTo>
                  <a:lnTo>
                    <a:pt x="234290" y="277919"/>
                  </a:lnTo>
                  <a:lnTo>
                    <a:pt x="234083" y="277986"/>
                  </a:lnTo>
                  <a:lnTo>
                    <a:pt x="233725" y="278212"/>
                  </a:lnTo>
                  <a:lnTo>
                    <a:pt x="233617" y="278389"/>
                  </a:lnTo>
                  <a:lnTo>
                    <a:pt x="233366" y="278504"/>
                  </a:lnTo>
                  <a:lnTo>
                    <a:pt x="233028" y="278690"/>
                  </a:lnTo>
                  <a:lnTo>
                    <a:pt x="233042" y="278819"/>
                  </a:lnTo>
                  <a:lnTo>
                    <a:pt x="233328" y="278935"/>
                  </a:lnTo>
                  <a:lnTo>
                    <a:pt x="233333" y="279171"/>
                  </a:lnTo>
                  <a:lnTo>
                    <a:pt x="233029" y="279256"/>
                  </a:lnTo>
                  <a:lnTo>
                    <a:pt x="232468" y="279198"/>
                  </a:lnTo>
                  <a:lnTo>
                    <a:pt x="232247" y="278842"/>
                  </a:lnTo>
                  <a:lnTo>
                    <a:pt x="232223" y="278987"/>
                  </a:lnTo>
                  <a:lnTo>
                    <a:pt x="231738" y="279365"/>
                  </a:lnTo>
                  <a:lnTo>
                    <a:pt x="231522" y="279285"/>
                  </a:lnTo>
                  <a:lnTo>
                    <a:pt x="231676" y="279161"/>
                  </a:lnTo>
                  <a:lnTo>
                    <a:pt x="231666" y="278922"/>
                  </a:lnTo>
                  <a:lnTo>
                    <a:pt x="231541" y="278688"/>
                  </a:lnTo>
                  <a:lnTo>
                    <a:pt x="231237" y="278771"/>
                  </a:lnTo>
                  <a:lnTo>
                    <a:pt x="230930" y="278521"/>
                  </a:lnTo>
                  <a:lnTo>
                    <a:pt x="230808" y="278293"/>
                  </a:lnTo>
                  <a:lnTo>
                    <a:pt x="230615" y="278357"/>
                  </a:lnTo>
                  <a:lnTo>
                    <a:pt x="230476" y="278486"/>
                  </a:lnTo>
                  <a:lnTo>
                    <a:pt x="230206" y="278674"/>
                  </a:lnTo>
                  <a:lnTo>
                    <a:pt x="230013" y="278736"/>
                  </a:lnTo>
                  <a:lnTo>
                    <a:pt x="229447" y="278836"/>
                  </a:lnTo>
                  <a:lnTo>
                    <a:pt x="228431" y="279503"/>
                  </a:lnTo>
                  <a:lnTo>
                    <a:pt x="228398" y="279797"/>
                  </a:lnTo>
                  <a:lnTo>
                    <a:pt x="228446" y="280029"/>
                  </a:lnTo>
                  <a:lnTo>
                    <a:pt x="228688" y="280274"/>
                  </a:lnTo>
                  <a:lnTo>
                    <a:pt x="229132" y="280256"/>
                  </a:lnTo>
                  <a:lnTo>
                    <a:pt x="229415" y="280237"/>
                  </a:lnTo>
                  <a:lnTo>
                    <a:pt x="229360" y="280566"/>
                  </a:lnTo>
                  <a:lnTo>
                    <a:pt x="228760" y="281120"/>
                  </a:lnTo>
                  <a:lnTo>
                    <a:pt x="228504" y="281100"/>
                  </a:lnTo>
                  <a:lnTo>
                    <a:pt x="228362" y="280959"/>
                  </a:lnTo>
                  <a:lnTo>
                    <a:pt x="228361" y="280704"/>
                  </a:lnTo>
                  <a:lnTo>
                    <a:pt x="228293" y="280277"/>
                  </a:lnTo>
                  <a:lnTo>
                    <a:pt x="228178" y="280069"/>
                  </a:lnTo>
                  <a:lnTo>
                    <a:pt x="227374" y="279940"/>
                  </a:lnTo>
                  <a:lnTo>
                    <a:pt x="227185" y="279983"/>
                  </a:lnTo>
                  <a:lnTo>
                    <a:pt x="226781" y="280142"/>
                  </a:lnTo>
                  <a:lnTo>
                    <a:pt x="226928" y="280448"/>
                  </a:lnTo>
                  <a:lnTo>
                    <a:pt x="227118" y="280436"/>
                  </a:lnTo>
                  <a:lnTo>
                    <a:pt x="226788" y="280696"/>
                  </a:lnTo>
                  <a:lnTo>
                    <a:pt x="226690" y="280490"/>
                  </a:lnTo>
                  <a:lnTo>
                    <a:pt x="226523" y="280502"/>
                  </a:lnTo>
                  <a:lnTo>
                    <a:pt x="225663" y="281061"/>
                  </a:lnTo>
                  <a:lnTo>
                    <a:pt x="225449" y="281108"/>
                  </a:lnTo>
                  <a:lnTo>
                    <a:pt x="225241" y="281093"/>
                  </a:lnTo>
                  <a:lnTo>
                    <a:pt x="225105" y="280996"/>
                  </a:lnTo>
                  <a:lnTo>
                    <a:pt x="224923" y="280939"/>
                  </a:lnTo>
                  <a:lnTo>
                    <a:pt x="224411" y="281013"/>
                  </a:lnTo>
                  <a:lnTo>
                    <a:pt x="223944" y="281162"/>
                  </a:lnTo>
                  <a:lnTo>
                    <a:pt x="223362" y="281367"/>
                  </a:lnTo>
                  <a:lnTo>
                    <a:pt x="222765" y="281300"/>
                  </a:lnTo>
                  <a:lnTo>
                    <a:pt x="222333" y="281357"/>
                  </a:lnTo>
                  <a:lnTo>
                    <a:pt x="222193" y="281414"/>
                  </a:lnTo>
                  <a:lnTo>
                    <a:pt x="221914" y="281587"/>
                  </a:lnTo>
                  <a:lnTo>
                    <a:pt x="221543" y="281973"/>
                  </a:lnTo>
                  <a:lnTo>
                    <a:pt x="221609" y="282111"/>
                  </a:lnTo>
                  <a:lnTo>
                    <a:pt x="221674" y="282247"/>
                  </a:lnTo>
                  <a:lnTo>
                    <a:pt x="221977" y="282082"/>
                  </a:lnTo>
                  <a:lnTo>
                    <a:pt x="222337" y="281981"/>
                  </a:lnTo>
                  <a:lnTo>
                    <a:pt x="222586" y="282102"/>
                  </a:lnTo>
                  <a:lnTo>
                    <a:pt x="222790" y="282390"/>
                  </a:lnTo>
                  <a:lnTo>
                    <a:pt x="222690" y="282497"/>
                  </a:lnTo>
                  <a:lnTo>
                    <a:pt x="222923" y="282548"/>
                  </a:lnTo>
                  <a:lnTo>
                    <a:pt x="223254" y="283049"/>
                  </a:lnTo>
                  <a:lnTo>
                    <a:pt x="223487" y="283269"/>
                  </a:lnTo>
                  <a:lnTo>
                    <a:pt x="223153" y="283366"/>
                  </a:lnTo>
                  <a:lnTo>
                    <a:pt x="222952" y="283371"/>
                  </a:lnTo>
                  <a:lnTo>
                    <a:pt x="222821" y="283458"/>
                  </a:lnTo>
                  <a:lnTo>
                    <a:pt x="222652" y="283671"/>
                  </a:lnTo>
                  <a:lnTo>
                    <a:pt x="222801" y="284098"/>
                  </a:lnTo>
                  <a:lnTo>
                    <a:pt x="222801" y="284362"/>
                  </a:lnTo>
                  <a:lnTo>
                    <a:pt x="222581" y="284617"/>
                  </a:lnTo>
                  <a:lnTo>
                    <a:pt x="222294" y="284648"/>
                  </a:lnTo>
                  <a:lnTo>
                    <a:pt x="221685" y="284752"/>
                  </a:lnTo>
                  <a:lnTo>
                    <a:pt x="221567" y="284888"/>
                  </a:lnTo>
                  <a:lnTo>
                    <a:pt x="221394" y="285477"/>
                  </a:lnTo>
                  <a:lnTo>
                    <a:pt x="221345" y="285624"/>
                  </a:lnTo>
                  <a:lnTo>
                    <a:pt x="220964" y="285650"/>
                  </a:lnTo>
                  <a:lnTo>
                    <a:pt x="220475" y="285903"/>
                  </a:lnTo>
                  <a:lnTo>
                    <a:pt x="220333" y="286100"/>
                  </a:lnTo>
                  <a:lnTo>
                    <a:pt x="220233" y="286426"/>
                  </a:lnTo>
                  <a:lnTo>
                    <a:pt x="220267" y="287013"/>
                  </a:lnTo>
                  <a:lnTo>
                    <a:pt x="220438" y="287269"/>
                  </a:lnTo>
                  <a:lnTo>
                    <a:pt x="220568" y="287384"/>
                  </a:lnTo>
                  <a:lnTo>
                    <a:pt x="220694" y="287534"/>
                  </a:lnTo>
                  <a:lnTo>
                    <a:pt x="220590" y="287748"/>
                  </a:lnTo>
                  <a:lnTo>
                    <a:pt x="220005" y="287979"/>
                  </a:lnTo>
                  <a:lnTo>
                    <a:pt x="219852" y="287976"/>
                  </a:lnTo>
                  <a:lnTo>
                    <a:pt x="219426" y="287914"/>
                  </a:lnTo>
                  <a:lnTo>
                    <a:pt x="218833" y="288069"/>
                  </a:lnTo>
                  <a:lnTo>
                    <a:pt x="218518" y="288250"/>
                  </a:lnTo>
                  <a:lnTo>
                    <a:pt x="218370" y="288333"/>
                  </a:lnTo>
                  <a:lnTo>
                    <a:pt x="218118" y="288674"/>
                  </a:lnTo>
                  <a:lnTo>
                    <a:pt x="217959" y="288955"/>
                  </a:lnTo>
                  <a:lnTo>
                    <a:pt x="217131" y="290261"/>
                  </a:lnTo>
                  <a:lnTo>
                    <a:pt x="216757" y="290574"/>
                  </a:lnTo>
                  <a:lnTo>
                    <a:pt x="216541" y="291141"/>
                  </a:lnTo>
                  <a:lnTo>
                    <a:pt x="216515" y="291519"/>
                  </a:lnTo>
                  <a:lnTo>
                    <a:pt x="216506" y="291663"/>
                  </a:lnTo>
                  <a:lnTo>
                    <a:pt x="216233" y="292110"/>
                  </a:lnTo>
                  <a:lnTo>
                    <a:pt x="216238" y="292784"/>
                  </a:lnTo>
                  <a:lnTo>
                    <a:pt x="216221" y="292951"/>
                  </a:lnTo>
                  <a:lnTo>
                    <a:pt x="215951" y="293233"/>
                  </a:lnTo>
                  <a:lnTo>
                    <a:pt x="215350" y="293773"/>
                  </a:lnTo>
                  <a:lnTo>
                    <a:pt x="215672" y="293760"/>
                  </a:lnTo>
                  <a:lnTo>
                    <a:pt x="215903" y="293809"/>
                  </a:lnTo>
                  <a:lnTo>
                    <a:pt x="216017" y="293604"/>
                  </a:lnTo>
                  <a:lnTo>
                    <a:pt x="216075" y="293441"/>
                  </a:lnTo>
                  <a:lnTo>
                    <a:pt x="216342" y="293246"/>
                  </a:lnTo>
                  <a:lnTo>
                    <a:pt x="216458" y="293067"/>
                  </a:lnTo>
                  <a:lnTo>
                    <a:pt x="216453" y="292713"/>
                  </a:lnTo>
                  <a:lnTo>
                    <a:pt x="216440" y="292527"/>
                  </a:lnTo>
                  <a:lnTo>
                    <a:pt x="216442" y="292393"/>
                  </a:lnTo>
                  <a:lnTo>
                    <a:pt x="216499" y="292146"/>
                  </a:lnTo>
                  <a:lnTo>
                    <a:pt x="216708" y="291756"/>
                  </a:lnTo>
                  <a:lnTo>
                    <a:pt x="217078" y="291446"/>
                  </a:lnTo>
                  <a:lnTo>
                    <a:pt x="217224" y="291292"/>
                  </a:lnTo>
                  <a:lnTo>
                    <a:pt x="217372" y="290994"/>
                  </a:lnTo>
                  <a:lnTo>
                    <a:pt x="217676" y="290958"/>
                  </a:lnTo>
                  <a:lnTo>
                    <a:pt x="218076" y="291109"/>
                  </a:lnTo>
                  <a:lnTo>
                    <a:pt x="218168" y="291261"/>
                  </a:lnTo>
                  <a:lnTo>
                    <a:pt x="218373" y="291722"/>
                  </a:lnTo>
                  <a:lnTo>
                    <a:pt x="218577" y="292044"/>
                  </a:lnTo>
                  <a:lnTo>
                    <a:pt x="219329" y="292218"/>
                  </a:lnTo>
                  <a:lnTo>
                    <a:pt x="219862" y="292144"/>
                  </a:lnTo>
                  <a:lnTo>
                    <a:pt x="220126" y="292185"/>
                  </a:lnTo>
                  <a:lnTo>
                    <a:pt x="220269" y="292249"/>
                  </a:lnTo>
                  <a:lnTo>
                    <a:pt x="220726" y="292504"/>
                  </a:lnTo>
                  <a:lnTo>
                    <a:pt x="220770" y="292773"/>
                  </a:lnTo>
                  <a:lnTo>
                    <a:pt x="220928" y="292950"/>
                  </a:lnTo>
                  <a:lnTo>
                    <a:pt x="221503" y="293138"/>
                  </a:lnTo>
                  <a:lnTo>
                    <a:pt x="223232" y="293763"/>
                  </a:lnTo>
                  <a:lnTo>
                    <a:pt x="223453" y="293622"/>
                  </a:lnTo>
                  <a:lnTo>
                    <a:pt x="223693" y="293482"/>
                  </a:lnTo>
                  <a:lnTo>
                    <a:pt x="223919" y="293402"/>
                  </a:lnTo>
                  <a:lnTo>
                    <a:pt x="224330" y="293298"/>
                  </a:lnTo>
                  <a:lnTo>
                    <a:pt x="224481" y="293281"/>
                  </a:lnTo>
                  <a:lnTo>
                    <a:pt x="224768" y="293367"/>
                  </a:lnTo>
                  <a:lnTo>
                    <a:pt x="225221" y="293760"/>
                  </a:lnTo>
                  <a:lnTo>
                    <a:pt x="225277" y="293913"/>
                  </a:lnTo>
                  <a:lnTo>
                    <a:pt x="225295" y="294151"/>
                  </a:lnTo>
                  <a:lnTo>
                    <a:pt x="225200" y="294499"/>
                  </a:lnTo>
                  <a:lnTo>
                    <a:pt x="224981" y="295559"/>
                  </a:lnTo>
                  <a:lnTo>
                    <a:pt x="224802" y="296323"/>
                  </a:lnTo>
                  <a:lnTo>
                    <a:pt x="224324" y="296678"/>
                  </a:lnTo>
                  <a:lnTo>
                    <a:pt x="224244" y="296827"/>
                  </a:lnTo>
                  <a:lnTo>
                    <a:pt x="224147" y="297139"/>
                  </a:lnTo>
                  <a:lnTo>
                    <a:pt x="224052" y="297769"/>
                  </a:lnTo>
                  <a:lnTo>
                    <a:pt x="223926" y="298438"/>
                  </a:lnTo>
                  <a:lnTo>
                    <a:pt x="223778" y="298868"/>
                  </a:lnTo>
                  <a:lnTo>
                    <a:pt x="223553" y="298966"/>
                  </a:lnTo>
                  <a:lnTo>
                    <a:pt x="223211" y="298935"/>
                  </a:lnTo>
                  <a:lnTo>
                    <a:pt x="222709" y="298914"/>
                  </a:lnTo>
                  <a:lnTo>
                    <a:pt x="222409" y="298963"/>
                  </a:lnTo>
                  <a:lnTo>
                    <a:pt x="221998" y="299089"/>
                  </a:lnTo>
                  <a:lnTo>
                    <a:pt x="221541" y="299408"/>
                  </a:lnTo>
                  <a:lnTo>
                    <a:pt x="221219" y="299855"/>
                  </a:lnTo>
                  <a:lnTo>
                    <a:pt x="221017" y="300510"/>
                  </a:lnTo>
                  <a:lnTo>
                    <a:pt x="220848" y="301271"/>
                  </a:lnTo>
                  <a:lnTo>
                    <a:pt x="220794" y="301658"/>
                  </a:lnTo>
                  <a:lnTo>
                    <a:pt x="221108" y="302237"/>
                  </a:lnTo>
                  <a:lnTo>
                    <a:pt x="220590" y="303074"/>
                  </a:lnTo>
                  <a:lnTo>
                    <a:pt x="220838" y="303647"/>
                  </a:lnTo>
                  <a:lnTo>
                    <a:pt x="220943" y="304277"/>
                  </a:lnTo>
                  <a:lnTo>
                    <a:pt x="221034" y="304846"/>
                  </a:lnTo>
                  <a:lnTo>
                    <a:pt x="221028" y="305119"/>
                  </a:lnTo>
                  <a:lnTo>
                    <a:pt x="220950" y="305402"/>
                  </a:lnTo>
                  <a:lnTo>
                    <a:pt x="221024" y="305547"/>
                  </a:lnTo>
                  <a:lnTo>
                    <a:pt x="221179" y="305729"/>
                  </a:lnTo>
                  <a:lnTo>
                    <a:pt x="221417" y="305959"/>
                  </a:lnTo>
                  <a:lnTo>
                    <a:pt x="221572" y="306047"/>
                  </a:lnTo>
                  <a:lnTo>
                    <a:pt x="221733" y="306057"/>
                  </a:lnTo>
                  <a:lnTo>
                    <a:pt x="221743" y="306489"/>
                  </a:lnTo>
                  <a:lnTo>
                    <a:pt x="221481" y="306805"/>
                  </a:lnTo>
                  <a:lnTo>
                    <a:pt x="221231" y="306814"/>
                  </a:lnTo>
                  <a:lnTo>
                    <a:pt x="221016" y="307184"/>
                  </a:lnTo>
                  <a:lnTo>
                    <a:pt x="220742" y="307405"/>
                  </a:lnTo>
                  <a:lnTo>
                    <a:pt x="220592" y="307482"/>
                  </a:lnTo>
                  <a:lnTo>
                    <a:pt x="220528" y="307681"/>
                  </a:lnTo>
                  <a:lnTo>
                    <a:pt x="220533" y="307886"/>
                  </a:lnTo>
                  <a:lnTo>
                    <a:pt x="220468" y="308097"/>
                  </a:lnTo>
                  <a:lnTo>
                    <a:pt x="220293" y="308543"/>
                  </a:lnTo>
                  <a:lnTo>
                    <a:pt x="220504" y="308933"/>
                  </a:lnTo>
                  <a:lnTo>
                    <a:pt x="220194" y="309543"/>
                  </a:lnTo>
                  <a:lnTo>
                    <a:pt x="220013" y="309624"/>
                  </a:lnTo>
                  <a:lnTo>
                    <a:pt x="219678" y="309699"/>
                  </a:lnTo>
                  <a:lnTo>
                    <a:pt x="219446" y="309709"/>
                  </a:lnTo>
                  <a:lnTo>
                    <a:pt x="219288" y="309716"/>
                  </a:lnTo>
                  <a:lnTo>
                    <a:pt x="218446" y="309363"/>
                  </a:lnTo>
                  <a:lnTo>
                    <a:pt x="218162" y="309377"/>
                  </a:lnTo>
                  <a:lnTo>
                    <a:pt x="216801" y="309605"/>
                  </a:lnTo>
                  <a:lnTo>
                    <a:pt x="216892" y="309743"/>
                  </a:lnTo>
                  <a:lnTo>
                    <a:pt x="216664" y="309885"/>
                  </a:lnTo>
                  <a:lnTo>
                    <a:pt x="216027" y="310012"/>
                  </a:lnTo>
                  <a:lnTo>
                    <a:pt x="215684" y="309968"/>
                  </a:lnTo>
                  <a:lnTo>
                    <a:pt x="215474" y="309921"/>
                  </a:lnTo>
                  <a:lnTo>
                    <a:pt x="215234" y="310116"/>
                  </a:lnTo>
                  <a:lnTo>
                    <a:pt x="215368" y="310330"/>
                  </a:lnTo>
                  <a:lnTo>
                    <a:pt x="215181" y="310545"/>
                  </a:lnTo>
                  <a:lnTo>
                    <a:pt x="214985" y="310532"/>
                  </a:lnTo>
                  <a:lnTo>
                    <a:pt x="214825" y="310359"/>
                  </a:lnTo>
                  <a:lnTo>
                    <a:pt x="214606" y="310362"/>
                  </a:lnTo>
                  <a:lnTo>
                    <a:pt x="214422" y="310786"/>
                  </a:lnTo>
                  <a:lnTo>
                    <a:pt x="214593" y="311699"/>
                  </a:lnTo>
                  <a:lnTo>
                    <a:pt x="214804" y="311573"/>
                  </a:lnTo>
                  <a:lnTo>
                    <a:pt x="214858" y="311740"/>
                  </a:lnTo>
                  <a:lnTo>
                    <a:pt x="214888" y="311912"/>
                  </a:lnTo>
                  <a:lnTo>
                    <a:pt x="214673" y="312142"/>
                  </a:lnTo>
                  <a:lnTo>
                    <a:pt x="215114" y="312598"/>
                  </a:lnTo>
                  <a:lnTo>
                    <a:pt x="215426" y="312454"/>
                  </a:lnTo>
                  <a:lnTo>
                    <a:pt x="215670" y="312631"/>
                  </a:lnTo>
                  <a:lnTo>
                    <a:pt x="215911" y="312860"/>
                  </a:lnTo>
                  <a:lnTo>
                    <a:pt x="216344" y="312606"/>
                  </a:lnTo>
                  <a:lnTo>
                    <a:pt x="217274" y="312786"/>
                  </a:lnTo>
                  <a:lnTo>
                    <a:pt x="217286" y="312605"/>
                  </a:lnTo>
                  <a:lnTo>
                    <a:pt x="217375" y="312457"/>
                  </a:lnTo>
                  <a:lnTo>
                    <a:pt x="217615" y="312456"/>
                  </a:lnTo>
                  <a:lnTo>
                    <a:pt x="217605" y="312687"/>
                  </a:lnTo>
                  <a:lnTo>
                    <a:pt x="217642" y="313091"/>
                  </a:lnTo>
                  <a:lnTo>
                    <a:pt x="217711" y="313477"/>
                  </a:lnTo>
                  <a:lnTo>
                    <a:pt x="217584" y="313720"/>
                  </a:lnTo>
                  <a:lnTo>
                    <a:pt x="217311" y="314118"/>
                  </a:lnTo>
                  <a:lnTo>
                    <a:pt x="217433" y="314687"/>
                  </a:lnTo>
                  <a:lnTo>
                    <a:pt x="217632" y="314552"/>
                  </a:lnTo>
                  <a:lnTo>
                    <a:pt x="217788" y="314682"/>
                  </a:lnTo>
                  <a:lnTo>
                    <a:pt x="217930" y="314831"/>
                  </a:lnTo>
                  <a:lnTo>
                    <a:pt x="218481" y="314825"/>
                  </a:lnTo>
                  <a:lnTo>
                    <a:pt x="218629" y="314790"/>
                  </a:lnTo>
                  <a:lnTo>
                    <a:pt x="219028" y="314969"/>
                  </a:lnTo>
                  <a:lnTo>
                    <a:pt x="219263" y="314932"/>
                  </a:lnTo>
                  <a:lnTo>
                    <a:pt x="219583" y="314543"/>
                  </a:lnTo>
                  <a:lnTo>
                    <a:pt x="219792" y="314323"/>
                  </a:lnTo>
                  <a:lnTo>
                    <a:pt x="220002" y="314485"/>
                  </a:lnTo>
                  <a:lnTo>
                    <a:pt x="219793" y="314657"/>
                  </a:lnTo>
                  <a:lnTo>
                    <a:pt x="219890" y="315354"/>
                  </a:lnTo>
                  <a:lnTo>
                    <a:pt x="220390" y="315347"/>
                  </a:lnTo>
                  <a:lnTo>
                    <a:pt x="220617" y="315522"/>
                  </a:lnTo>
                  <a:lnTo>
                    <a:pt x="220762" y="315911"/>
                  </a:lnTo>
                  <a:lnTo>
                    <a:pt x="220686" y="316105"/>
                  </a:lnTo>
                  <a:lnTo>
                    <a:pt x="220598" y="316258"/>
                  </a:lnTo>
                  <a:lnTo>
                    <a:pt x="220872" y="316701"/>
                  </a:lnTo>
                  <a:lnTo>
                    <a:pt x="220937" y="316957"/>
                  </a:lnTo>
                  <a:lnTo>
                    <a:pt x="220689" y="317257"/>
                  </a:lnTo>
                  <a:lnTo>
                    <a:pt x="220533" y="317143"/>
                  </a:lnTo>
                  <a:lnTo>
                    <a:pt x="220150" y="317604"/>
                  </a:lnTo>
                  <a:lnTo>
                    <a:pt x="220214" y="317844"/>
                  </a:lnTo>
                  <a:lnTo>
                    <a:pt x="220654" y="318301"/>
                  </a:lnTo>
                  <a:lnTo>
                    <a:pt x="220313" y="318793"/>
                  </a:lnTo>
                  <a:lnTo>
                    <a:pt x="220518" y="319108"/>
                  </a:lnTo>
                  <a:lnTo>
                    <a:pt x="220996" y="319360"/>
                  </a:lnTo>
                  <a:lnTo>
                    <a:pt x="220442" y="319590"/>
                  </a:lnTo>
                  <a:lnTo>
                    <a:pt x="220562" y="320355"/>
                  </a:lnTo>
                  <a:lnTo>
                    <a:pt x="220877" y="320576"/>
                  </a:lnTo>
                  <a:lnTo>
                    <a:pt x="221369" y="320504"/>
                  </a:lnTo>
                  <a:lnTo>
                    <a:pt x="221612" y="320406"/>
                  </a:lnTo>
                  <a:lnTo>
                    <a:pt x="221794" y="320635"/>
                  </a:lnTo>
                  <a:lnTo>
                    <a:pt x="222040" y="320078"/>
                  </a:lnTo>
                  <a:lnTo>
                    <a:pt x="222094" y="320251"/>
                  </a:lnTo>
                  <a:lnTo>
                    <a:pt x="222041" y="320621"/>
                  </a:lnTo>
                  <a:lnTo>
                    <a:pt x="221922" y="321157"/>
                  </a:lnTo>
                  <a:lnTo>
                    <a:pt x="221868" y="321297"/>
                  </a:lnTo>
                  <a:lnTo>
                    <a:pt x="221532" y="321475"/>
                  </a:lnTo>
                  <a:lnTo>
                    <a:pt x="221210" y="321489"/>
                  </a:lnTo>
                  <a:lnTo>
                    <a:pt x="220742" y="321870"/>
                  </a:lnTo>
                  <a:lnTo>
                    <a:pt x="220694" y="322099"/>
                  </a:lnTo>
                  <a:lnTo>
                    <a:pt x="220881" y="322089"/>
                  </a:lnTo>
                  <a:lnTo>
                    <a:pt x="221135" y="321943"/>
                  </a:lnTo>
                  <a:lnTo>
                    <a:pt x="221474" y="322228"/>
                  </a:lnTo>
                  <a:lnTo>
                    <a:pt x="221760" y="322156"/>
                  </a:lnTo>
                  <a:lnTo>
                    <a:pt x="222072" y="322096"/>
                  </a:lnTo>
                  <a:lnTo>
                    <a:pt x="222293" y="322076"/>
                  </a:lnTo>
                  <a:lnTo>
                    <a:pt x="222592" y="322469"/>
                  </a:lnTo>
                  <a:lnTo>
                    <a:pt x="222689" y="322779"/>
                  </a:lnTo>
                  <a:lnTo>
                    <a:pt x="222652" y="323142"/>
                  </a:lnTo>
                  <a:lnTo>
                    <a:pt x="222566" y="323323"/>
                  </a:lnTo>
                  <a:lnTo>
                    <a:pt x="222501" y="323711"/>
                  </a:lnTo>
                  <a:lnTo>
                    <a:pt x="222647" y="324149"/>
                  </a:lnTo>
                  <a:lnTo>
                    <a:pt x="222635" y="324292"/>
                  </a:lnTo>
                  <a:lnTo>
                    <a:pt x="222576" y="324524"/>
                  </a:lnTo>
                  <a:lnTo>
                    <a:pt x="222635" y="324938"/>
                  </a:lnTo>
                  <a:lnTo>
                    <a:pt x="222409" y="324981"/>
                  </a:lnTo>
                  <a:lnTo>
                    <a:pt x="222091" y="325255"/>
                  </a:lnTo>
                  <a:lnTo>
                    <a:pt x="221707" y="325308"/>
                  </a:lnTo>
                  <a:lnTo>
                    <a:pt x="221335" y="325421"/>
                  </a:lnTo>
                  <a:lnTo>
                    <a:pt x="221186" y="325642"/>
                  </a:lnTo>
                  <a:lnTo>
                    <a:pt x="221522" y="325819"/>
                  </a:lnTo>
                  <a:lnTo>
                    <a:pt x="222096" y="325712"/>
                  </a:lnTo>
                  <a:lnTo>
                    <a:pt x="222766" y="325354"/>
                  </a:lnTo>
                  <a:lnTo>
                    <a:pt x="222662" y="325781"/>
                  </a:lnTo>
                  <a:lnTo>
                    <a:pt x="222492" y="325974"/>
                  </a:lnTo>
                  <a:lnTo>
                    <a:pt x="222318" y="326121"/>
                  </a:lnTo>
                  <a:lnTo>
                    <a:pt x="221657" y="326438"/>
                  </a:lnTo>
                  <a:lnTo>
                    <a:pt x="221119" y="326407"/>
                  </a:lnTo>
                  <a:lnTo>
                    <a:pt x="220883" y="326258"/>
                  </a:lnTo>
                  <a:lnTo>
                    <a:pt x="220591" y="326272"/>
                  </a:lnTo>
                  <a:lnTo>
                    <a:pt x="220249" y="326528"/>
                  </a:lnTo>
                  <a:lnTo>
                    <a:pt x="219999" y="326386"/>
                  </a:lnTo>
                  <a:lnTo>
                    <a:pt x="220236" y="326102"/>
                  </a:lnTo>
                  <a:lnTo>
                    <a:pt x="220301" y="325836"/>
                  </a:lnTo>
                  <a:lnTo>
                    <a:pt x="220286" y="325622"/>
                  </a:lnTo>
                  <a:lnTo>
                    <a:pt x="220125" y="325347"/>
                  </a:lnTo>
                  <a:lnTo>
                    <a:pt x="219946" y="325162"/>
                  </a:lnTo>
                  <a:lnTo>
                    <a:pt x="219523" y="324690"/>
                  </a:lnTo>
                  <a:lnTo>
                    <a:pt x="219563" y="324424"/>
                  </a:lnTo>
                  <a:lnTo>
                    <a:pt x="219749" y="324465"/>
                  </a:lnTo>
                  <a:lnTo>
                    <a:pt x="220038" y="324373"/>
                  </a:lnTo>
                  <a:lnTo>
                    <a:pt x="219928" y="324095"/>
                  </a:lnTo>
                  <a:lnTo>
                    <a:pt x="219776" y="324062"/>
                  </a:lnTo>
                  <a:lnTo>
                    <a:pt x="219808" y="323718"/>
                  </a:lnTo>
                  <a:lnTo>
                    <a:pt x="219765" y="323499"/>
                  </a:lnTo>
                  <a:lnTo>
                    <a:pt x="219690" y="323117"/>
                  </a:lnTo>
                  <a:lnTo>
                    <a:pt x="219524" y="322618"/>
                  </a:lnTo>
                  <a:lnTo>
                    <a:pt x="219586" y="322410"/>
                  </a:lnTo>
                  <a:lnTo>
                    <a:pt x="219537" y="321894"/>
                  </a:lnTo>
                  <a:lnTo>
                    <a:pt x="219646" y="321510"/>
                  </a:lnTo>
                  <a:lnTo>
                    <a:pt x="219747" y="321081"/>
                  </a:lnTo>
                  <a:lnTo>
                    <a:pt x="219518" y="320793"/>
                  </a:lnTo>
                  <a:lnTo>
                    <a:pt x="218922" y="320675"/>
                  </a:lnTo>
                  <a:lnTo>
                    <a:pt x="218626" y="320763"/>
                  </a:lnTo>
                  <a:lnTo>
                    <a:pt x="218598" y="320932"/>
                  </a:lnTo>
                  <a:lnTo>
                    <a:pt x="218397" y="321679"/>
                  </a:lnTo>
                  <a:lnTo>
                    <a:pt x="218258" y="321853"/>
                  </a:lnTo>
                  <a:lnTo>
                    <a:pt x="218164" y="321591"/>
                  </a:lnTo>
                  <a:lnTo>
                    <a:pt x="217858" y="321449"/>
                  </a:lnTo>
                  <a:lnTo>
                    <a:pt x="217660" y="321672"/>
                  </a:lnTo>
                  <a:lnTo>
                    <a:pt x="217328" y="322072"/>
                  </a:lnTo>
                  <a:lnTo>
                    <a:pt x="217541" y="322318"/>
                  </a:lnTo>
                  <a:lnTo>
                    <a:pt x="217759" y="322366"/>
                  </a:lnTo>
                  <a:lnTo>
                    <a:pt x="217968" y="322652"/>
                  </a:lnTo>
                  <a:lnTo>
                    <a:pt x="218035" y="322878"/>
                  </a:lnTo>
                  <a:lnTo>
                    <a:pt x="218190" y="322766"/>
                  </a:lnTo>
                  <a:lnTo>
                    <a:pt x="218360" y="322517"/>
                  </a:lnTo>
                  <a:lnTo>
                    <a:pt x="218680" y="322522"/>
                  </a:lnTo>
                  <a:lnTo>
                    <a:pt x="218591" y="322835"/>
                  </a:lnTo>
                  <a:lnTo>
                    <a:pt x="218716" y="323035"/>
                  </a:lnTo>
                  <a:lnTo>
                    <a:pt x="218868" y="322905"/>
                  </a:lnTo>
                  <a:lnTo>
                    <a:pt x="219000" y="322848"/>
                  </a:lnTo>
                  <a:lnTo>
                    <a:pt x="219132" y="323378"/>
                  </a:lnTo>
                  <a:lnTo>
                    <a:pt x="219023" y="323593"/>
                  </a:lnTo>
                  <a:lnTo>
                    <a:pt x="218860" y="323603"/>
                  </a:lnTo>
                  <a:lnTo>
                    <a:pt x="218730" y="323792"/>
                  </a:lnTo>
                  <a:lnTo>
                    <a:pt x="218668" y="324156"/>
                  </a:lnTo>
                  <a:lnTo>
                    <a:pt x="218230" y="324294"/>
                  </a:lnTo>
                  <a:lnTo>
                    <a:pt x="218100" y="324377"/>
                  </a:lnTo>
                  <a:lnTo>
                    <a:pt x="217908" y="324704"/>
                  </a:lnTo>
                  <a:lnTo>
                    <a:pt x="217894" y="325135"/>
                  </a:lnTo>
                  <a:lnTo>
                    <a:pt x="217622" y="325312"/>
                  </a:lnTo>
                  <a:lnTo>
                    <a:pt x="217324" y="325192"/>
                  </a:lnTo>
                  <a:lnTo>
                    <a:pt x="217583" y="325056"/>
                  </a:lnTo>
                  <a:lnTo>
                    <a:pt x="217423" y="324663"/>
                  </a:lnTo>
                  <a:lnTo>
                    <a:pt x="216943" y="324487"/>
                  </a:lnTo>
                  <a:lnTo>
                    <a:pt x="216460" y="324604"/>
                  </a:lnTo>
                  <a:lnTo>
                    <a:pt x="215997" y="324940"/>
                  </a:lnTo>
                  <a:lnTo>
                    <a:pt x="215691" y="325354"/>
                  </a:lnTo>
                  <a:lnTo>
                    <a:pt x="215480" y="325294"/>
                  </a:lnTo>
                  <a:lnTo>
                    <a:pt x="215378" y="325115"/>
                  </a:lnTo>
                  <a:lnTo>
                    <a:pt x="215670" y="324783"/>
                  </a:lnTo>
                  <a:lnTo>
                    <a:pt x="215900" y="324593"/>
                  </a:lnTo>
                  <a:lnTo>
                    <a:pt x="216197" y="324404"/>
                  </a:lnTo>
                  <a:lnTo>
                    <a:pt x="216445" y="324340"/>
                  </a:lnTo>
                  <a:lnTo>
                    <a:pt x="216648" y="324086"/>
                  </a:lnTo>
                  <a:lnTo>
                    <a:pt x="216663" y="323793"/>
                  </a:lnTo>
                  <a:lnTo>
                    <a:pt x="216467" y="323369"/>
                  </a:lnTo>
                  <a:lnTo>
                    <a:pt x="216075" y="322796"/>
                  </a:lnTo>
                  <a:lnTo>
                    <a:pt x="215405" y="322160"/>
                  </a:lnTo>
                  <a:lnTo>
                    <a:pt x="215707" y="321524"/>
                  </a:lnTo>
                  <a:lnTo>
                    <a:pt x="215977" y="321054"/>
                  </a:lnTo>
                  <a:lnTo>
                    <a:pt x="216067" y="320732"/>
                  </a:lnTo>
                  <a:lnTo>
                    <a:pt x="215856" y="320584"/>
                  </a:lnTo>
                  <a:lnTo>
                    <a:pt x="215657" y="320851"/>
                  </a:lnTo>
                  <a:lnTo>
                    <a:pt x="215365" y="321030"/>
                  </a:lnTo>
                  <a:lnTo>
                    <a:pt x="215016" y="321005"/>
                  </a:lnTo>
                  <a:lnTo>
                    <a:pt x="215039" y="320831"/>
                  </a:lnTo>
                  <a:lnTo>
                    <a:pt x="214812" y="320836"/>
                  </a:lnTo>
                  <a:lnTo>
                    <a:pt x="214526" y="320762"/>
                  </a:lnTo>
                  <a:lnTo>
                    <a:pt x="214296" y="321079"/>
                  </a:lnTo>
                  <a:lnTo>
                    <a:pt x="214200" y="321294"/>
                  </a:lnTo>
                  <a:lnTo>
                    <a:pt x="213999" y="321582"/>
                  </a:lnTo>
                  <a:lnTo>
                    <a:pt x="213444" y="322073"/>
                  </a:lnTo>
                  <a:lnTo>
                    <a:pt x="213207" y="321862"/>
                  </a:lnTo>
                  <a:lnTo>
                    <a:pt x="213449" y="321644"/>
                  </a:lnTo>
                  <a:lnTo>
                    <a:pt x="213655" y="321452"/>
                  </a:lnTo>
                  <a:lnTo>
                    <a:pt x="213783" y="320953"/>
                  </a:lnTo>
                  <a:lnTo>
                    <a:pt x="213797" y="320610"/>
                  </a:lnTo>
                  <a:lnTo>
                    <a:pt x="213730" y="320218"/>
                  </a:lnTo>
                  <a:lnTo>
                    <a:pt x="213641" y="320018"/>
                  </a:lnTo>
                  <a:lnTo>
                    <a:pt x="213729" y="319780"/>
                  </a:lnTo>
                  <a:lnTo>
                    <a:pt x="213859" y="319740"/>
                  </a:lnTo>
                  <a:lnTo>
                    <a:pt x="214068" y="319764"/>
                  </a:lnTo>
                  <a:lnTo>
                    <a:pt x="214225" y="319132"/>
                  </a:lnTo>
                  <a:lnTo>
                    <a:pt x="214125" y="318645"/>
                  </a:lnTo>
                  <a:lnTo>
                    <a:pt x="214054" y="318381"/>
                  </a:lnTo>
                  <a:lnTo>
                    <a:pt x="213868" y="318659"/>
                  </a:lnTo>
                  <a:lnTo>
                    <a:pt x="213473" y="318605"/>
                  </a:lnTo>
                  <a:lnTo>
                    <a:pt x="213233" y="318514"/>
                  </a:lnTo>
                  <a:lnTo>
                    <a:pt x="212995" y="318352"/>
                  </a:lnTo>
                  <a:lnTo>
                    <a:pt x="212737" y="319135"/>
                  </a:lnTo>
                  <a:lnTo>
                    <a:pt x="211695" y="318754"/>
                  </a:lnTo>
                  <a:lnTo>
                    <a:pt x="212047" y="318012"/>
                  </a:lnTo>
                  <a:lnTo>
                    <a:pt x="211905" y="318114"/>
                  </a:lnTo>
                  <a:lnTo>
                    <a:pt x="211054" y="317822"/>
                  </a:lnTo>
                  <a:lnTo>
                    <a:pt x="211064" y="317531"/>
                  </a:lnTo>
                  <a:lnTo>
                    <a:pt x="210864" y="317597"/>
                  </a:lnTo>
                  <a:lnTo>
                    <a:pt x="210665" y="317603"/>
                  </a:lnTo>
                  <a:lnTo>
                    <a:pt x="210502" y="317565"/>
                  </a:lnTo>
                  <a:lnTo>
                    <a:pt x="210203" y="317400"/>
                  </a:lnTo>
                  <a:lnTo>
                    <a:pt x="210028" y="317216"/>
                  </a:lnTo>
                  <a:lnTo>
                    <a:pt x="209942" y="317083"/>
                  </a:lnTo>
                  <a:lnTo>
                    <a:pt x="209889" y="316689"/>
                  </a:lnTo>
                  <a:lnTo>
                    <a:pt x="210199" y="316122"/>
                  </a:lnTo>
                  <a:lnTo>
                    <a:pt x="209877" y="315978"/>
                  </a:lnTo>
                  <a:lnTo>
                    <a:pt x="209818" y="316220"/>
                  </a:lnTo>
                  <a:lnTo>
                    <a:pt x="209703" y="316562"/>
                  </a:lnTo>
                  <a:lnTo>
                    <a:pt x="209457" y="316926"/>
                  </a:lnTo>
                  <a:lnTo>
                    <a:pt x="209541" y="317420"/>
                  </a:lnTo>
                  <a:lnTo>
                    <a:pt x="209449" y="317744"/>
                  </a:lnTo>
                  <a:lnTo>
                    <a:pt x="209412" y="318270"/>
                  </a:lnTo>
                  <a:lnTo>
                    <a:pt x="209196" y="318745"/>
                  </a:lnTo>
                  <a:lnTo>
                    <a:pt x="208972" y="318823"/>
                  </a:lnTo>
                  <a:lnTo>
                    <a:pt x="208723" y="319618"/>
                  </a:lnTo>
                  <a:lnTo>
                    <a:pt x="208754" y="319813"/>
                  </a:lnTo>
                  <a:lnTo>
                    <a:pt x="208843" y="320103"/>
                  </a:lnTo>
                  <a:lnTo>
                    <a:pt x="208805" y="320429"/>
                  </a:lnTo>
                  <a:lnTo>
                    <a:pt x="208817" y="320716"/>
                  </a:lnTo>
                  <a:lnTo>
                    <a:pt x="208906" y="321091"/>
                  </a:lnTo>
                  <a:lnTo>
                    <a:pt x="209005" y="321275"/>
                  </a:lnTo>
                  <a:lnTo>
                    <a:pt x="209176" y="321572"/>
                  </a:lnTo>
                  <a:lnTo>
                    <a:pt x="209305" y="321578"/>
                  </a:lnTo>
                  <a:lnTo>
                    <a:pt x="209482" y="322057"/>
                  </a:lnTo>
                  <a:lnTo>
                    <a:pt x="209316" y="322049"/>
                  </a:lnTo>
                  <a:lnTo>
                    <a:pt x="209315" y="321919"/>
                  </a:lnTo>
                  <a:lnTo>
                    <a:pt x="208678" y="321767"/>
                  </a:lnTo>
                  <a:lnTo>
                    <a:pt x="208492" y="321755"/>
                  </a:lnTo>
                  <a:lnTo>
                    <a:pt x="208133" y="322957"/>
                  </a:lnTo>
                  <a:lnTo>
                    <a:pt x="207645" y="322710"/>
                  </a:lnTo>
                  <a:lnTo>
                    <a:pt x="207420" y="322906"/>
                  </a:lnTo>
                  <a:lnTo>
                    <a:pt x="207266" y="323002"/>
                  </a:lnTo>
                  <a:lnTo>
                    <a:pt x="206635" y="322675"/>
                  </a:lnTo>
                  <a:lnTo>
                    <a:pt x="206913" y="322100"/>
                  </a:lnTo>
                  <a:lnTo>
                    <a:pt x="206625" y="321948"/>
                  </a:lnTo>
                  <a:lnTo>
                    <a:pt x="206309" y="321783"/>
                  </a:lnTo>
                  <a:lnTo>
                    <a:pt x="205933" y="321335"/>
                  </a:lnTo>
                  <a:lnTo>
                    <a:pt x="205933" y="321185"/>
                  </a:lnTo>
                  <a:lnTo>
                    <a:pt x="206123" y="320442"/>
                  </a:lnTo>
                  <a:lnTo>
                    <a:pt x="206574" y="319612"/>
                  </a:lnTo>
                  <a:lnTo>
                    <a:pt x="206442" y="319498"/>
                  </a:lnTo>
                  <a:lnTo>
                    <a:pt x="206253" y="319335"/>
                  </a:lnTo>
                  <a:lnTo>
                    <a:pt x="205919" y="319560"/>
                  </a:lnTo>
                  <a:lnTo>
                    <a:pt x="205774" y="319459"/>
                  </a:lnTo>
                  <a:lnTo>
                    <a:pt x="205759" y="318788"/>
                  </a:lnTo>
                  <a:lnTo>
                    <a:pt x="205428" y="319077"/>
                  </a:lnTo>
                  <a:lnTo>
                    <a:pt x="204884" y="319367"/>
                  </a:lnTo>
                  <a:lnTo>
                    <a:pt x="204454" y="319751"/>
                  </a:lnTo>
                  <a:lnTo>
                    <a:pt x="204301" y="320128"/>
                  </a:lnTo>
                  <a:lnTo>
                    <a:pt x="204124" y="320110"/>
                  </a:lnTo>
                  <a:lnTo>
                    <a:pt x="203898" y="319992"/>
                  </a:lnTo>
                  <a:lnTo>
                    <a:pt x="203718" y="320139"/>
                  </a:lnTo>
                  <a:lnTo>
                    <a:pt x="203577" y="320308"/>
                  </a:lnTo>
                  <a:lnTo>
                    <a:pt x="202726" y="320536"/>
                  </a:lnTo>
                  <a:lnTo>
                    <a:pt x="202751" y="320727"/>
                  </a:lnTo>
                  <a:lnTo>
                    <a:pt x="202255" y="320930"/>
                  </a:lnTo>
                  <a:lnTo>
                    <a:pt x="201994" y="321002"/>
                  </a:lnTo>
                  <a:lnTo>
                    <a:pt x="201840" y="321030"/>
                  </a:lnTo>
                  <a:lnTo>
                    <a:pt x="201485" y="321337"/>
                  </a:lnTo>
                  <a:lnTo>
                    <a:pt x="201242" y="321493"/>
                  </a:lnTo>
                  <a:lnTo>
                    <a:pt x="200921" y="321875"/>
                  </a:lnTo>
                  <a:lnTo>
                    <a:pt x="200705" y="322214"/>
                  </a:lnTo>
                  <a:lnTo>
                    <a:pt x="200626" y="322722"/>
                  </a:lnTo>
                  <a:lnTo>
                    <a:pt x="200447" y="323130"/>
                  </a:lnTo>
                  <a:lnTo>
                    <a:pt x="200229" y="323331"/>
                  </a:lnTo>
                  <a:lnTo>
                    <a:pt x="199818" y="323270"/>
                  </a:lnTo>
                  <a:lnTo>
                    <a:pt x="199968" y="323434"/>
                  </a:lnTo>
                  <a:lnTo>
                    <a:pt x="200131" y="323728"/>
                  </a:lnTo>
                  <a:lnTo>
                    <a:pt x="200282" y="324073"/>
                  </a:lnTo>
                  <a:lnTo>
                    <a:pt x="200416" y="324333"/>
                  </a:lnTo>
                  <a:lnTo>
                    <a:pt x="200655" y="324356"/>
                  </a:lnTo>
                  <a:lnTo>
                    <a:pt x="200959" y="324705"/>
                  </a:lnTo>
                  <a:lnTo>
                    <a:pt x="201630" y="324512"/>
                  </a:lnTo>
                  <a:lnTo>
                    <a:pt x="201687" y="324670"/>
                  </a:lnTo>
                  <a:lnTo>
                    <a:pt x="202339" y="324902"/>
                  </a:lnTo>
                  <a:lnTo>
                    <a:pt x="203099" y="325217"/>
                  </a:lnTo>
                  <a:lnTo>
                    <a:pt x="203378" y="325338"/>
                  </a:lnTo>
                  <a:lnTo>
                    <a:pt x="203541" y="325338"/>
                  </a:lnTo>
                  <a:lnTo>
                    <a:pt x="203757" y="325473"/>
                  </a:lnTo>
                  <a:lnTo>
                    <a:pt x="203961" y="325715"/>
                  </a:lnTo>
                  <a:lnTo>
                    <a:pt x="203895" y="326195"/>
                  </a:lnTo>
                  <a:lnTo>
                    <a:pt x="204055" y="326446"/>
                  </a:lnTo>
                  <a:lnTo>
                    <a:pt x="204216" y="326607"/>
                  </a:lnTo>
                  <a:lnTo>
                    <a:pt x="204149" y="326979"/>
                  </a:lnTo>
                  <a:lnTo>
                    <a:pt x="204472" y="327271"/>
                  </a:lnTo>
                  <a:lnTo>
                    <a:pt x="204745" y="327343"/>
                  </a:lnTo>
                  <a:lnTo>
                    <a:pt x="204732" y="327585"/>
                  </a:lnTo>
                  <a:lnTo>
                    <a:pt x="204609" y="328023"/>
                  </a:lnTo>
                  <a:lnTo>
                    <a:pt x="205169" y="328313"/>
                  </a:lnTo>
                  <a:lnTo>
                    <a:pt x="205315" y="328360"/>
                  </a:lnTo>
                  <a:lnTo>
                    <a:pt x="205602" y="328217"/>
                  </a:lnTo>
                  <a:lnTo>
                    <a:pt x="205566" y="327516"/>
                  </a:lnTo>
                  <a:lnTo>
                    <a:pt x="205478" y="327184"/>
                  </a:lnTo>
                  <a:lnTo>
                    <a:pt x="205447" y="326997"/>
                  </a:lnTo>
                  <a:lnTo>
                    <a:pt x="205796" y="327417"/>
                  </a:lnTo>
                  <a:lnTo>
                    <a:pt x="206200" y="327748"/>
                  </a:lnTo>
                  <a:lnTo>
                    <a:pt x="206570" y="327921"/>
                  </a:lnTo>
                  <a:lnTo>
                    <a:pt x="206989" y="327311"/>
                  </a:lnTo>
                  <a:lnTo>
                    <a:pt x="207039" y="327158"/>
                  </a:lnTo>
                  <a:lnTo>
                    <a:pt x="207171" y="327154"/>
                  </a:lnTo>
                  <a:lnTo>
                    <a:pt x="207376" y="327341"/>
                  </a:lnTo>
                  <a:lnTo>
                    <a:pt x="207653" y="327757"/>
                  </a:lnTo>
                  <a:lnTo>
                    <a:pt x="207676" y="328068"/>
                  </a:lnTo>
                  <a:lnTo>
                    <a:pt x="207559" y="328199"/>
                  </a:lnTo>
                  <a:lnTo>
                    <a:pt x="207730" y="328388"/>
                  </a:lnTo>
                  <a:lnTo>
                    <a:pt x="208161" y="328715"/>
                  </a:lnTo>
                  <a:lnTo>
                    <a:pt x="208520" y="328929"/>
                  </a:lnTo>
                  <a:lnTo>
                    <a:pt x="209005" y="329393"/>
                  </a:lnTo>
                  <a:lnTo>
                    <a:pt x="209367" y="329724"/>
                  </a:lnTo>
                  <a:lnTo>
                    <a:pt x="209602" y="329821"/>
                  </a:lnTo>
                  <a:lnTo>
                    <a:pt x="209773" y="329749"/>
                  </a:lnTo>
                  <a:lnTo>
                    <a:pt x="209915" y="329859"/>
                  </a:lnTo>
                  <a:lnTo>
                    <a:pt x="210402" y="329940"/>
                  </a:lnTo>
                  <a:lnTo>
                    <a:pt x="210621" y="330031"/>
                  </a:lnTo>
                  <a:lnTo>
                    <a:pt x="210363" y="330386"/>
                  </a:lnTo>
                  <a:lnTo>
                    <a:pt x="210280" y="330815"/>
                  </a:lnTo>
                  <a:lnTo>
                    <a:pt x="210060" y="330774"/>
                  </a:lnTo>
                  <a:lnTo>
                    <a:pt x="209906" y="330773"/>
                  </a:lnTo>
                  <a:lnTo>
                    <a:pt x="209752" y="330811"/>
                  </a:lnTo>
                  <a:lnTo>
                    <a:pt x="208846" y="331322"/>
                  </a:lnTo>
                  <a:lnTo>
                    <a:pt x="208761" y="331464"/>
                  </a:lnTo>
                  <a:lnTo>
                    <a:pt x="208776" y="331622"/>
                  </a:lnTo>
                  <a:lnTo>
                    <a:pt x="208648" y="331570"/>
                  </a:lnTo>
                  <a:lnTo>
                    <a:pt x="208338" y="331264"/>
                  </a:lnTo>
                  <a:lnTo>
                    <a:pt x="208051" y="331283"/>
                  </a:lnTo>
                  <a:lnTo>
                    <a:pt x="207899" y="331384"/>
                  </a:lnTo>
                  <a:lnTo>
                    <a:pt x="207486" y="331293"/>
                  </a:lnTo>
                  <a:lnTo>
                    <a:pt x="207184" y="331254"/>
                  </a:lnTo>
                  <a:lnTo>
                    <a:pt x="207170" y="331900"/>
                  </a:lnTo>
                  <a:lnTo>
                    <a:pt x="207196" y="332685"/>
                  </a:lnTo>
                  <a:lnTo>
                    <a:pt x="207303" y="333194"/>
                  </a:lnTo>
                  <a:lnTo>
                    <a:pt x="207695" y="333495"/>
                  </a:lnTo>
                  <a:lnTo>
                    <a:pt x="207539" y="333707"/>
                  </a:lnTo>
                  <a:lnTo>
                    <a:pt x="207403" y="333789"/>
                  </a:lnTo>
                  <a:lnTo>
                    <a:pt x="206890" y="334050"/>
                  </a:lnTo>
                  <a:lnTo>
                    <a:pt x="206608" y="334354"/>
                  </a:lnTo>
                  <a:lnTo>
                    <a:pt x="206554" y="334653"/>
                  </a:lnTo>
                  <a:lnTo>
                    <a:pt x="206288" y="334724"/>
                  </a:lnTo>
                  <a:lnTo>
                    <a:pt x="206144" y="334215"/>
                  </a:lnTo>
                  <a:lnTo>
                    <a:pt x="205863" y="334077"/>
                  </a:lnTo>
                  <a:lnTo>
                    <a:pt x="205607" y="334067"/>
                  </a:lnTo>
                  <a:lnTo>
                    <a:pt x="205190" y="333993"/>
                  </a:lnTo>
                  <a:lnTo>
                    <a:pt x="204831" y="333673"/>
                  </a:lnTo>
                  <a:lnTo>
                    <a:pt x="204055" y="333723"/>
                  </a:lnTo>
                  <a:lnTo>
                    <a:pt x="203884" y="333629"/>
                  </a:lnTo>
                  <a:lnTo>
                    <a:pt x="203577" y="333882"/>
                  </a:lnTo>
                  <a:lnTo>
                    <a:pt x="203034" y="334200"/>
                  </a:lnTo>
                  <a:lnTo>
                    <a:pt x="202886" y="334247"/>
                  </a:lnTo>
                  <a:lnTo>
                    <a:pt x="202631" y="334216"/>
                  </a:lnTo>
                  <a:lnTo>
                    <a:pt x="202460" y="334173"/>
                  </a:lnTo>
                  <a:lnTo>
                    <a:pt x="202315" y="334099"/>
                  </a:lnTo>
                  <a:lnTo>
                    <a:pt x="201918" y="333716"/>
                  </a:lnTo>
                  <a:lnTo>
                    <a:pt x="201697" y="333398"/>
                  </a:lnTo>
                  <a:lnTo>
                    <a:pt x="201360" y="333138"/>
                  </a:lnTo>
                  <a:lnTo>
                    <a:pt x="201074" y="333033"/>
                  </a:lnTo>
                  <a:lnTo>
                    <a:pt x="200938" y="332872"/>
                  </a:lnTo>
                  <a:lnTo>
                    <a:pt x="200800" y="332189"/>
                  </a:lnTo>
                  <a:lnTo>
                    <a:pt x="201059" y="331888"/>
                  </a:lnTo>
                  <a:lnTo>
                    <a:pt x="200637" y="331636"/>
                  </a:lnTo>
                  <a:lnTo>
                    <a:pt x="200400" y="331570"/>
                  </a:lnTo>
                  <a:lnTo>
                    <a:pt x="200098" y="331483"/>
                  </a:lnTo>
                  <a:lnTo>
                    <a:pt x="200096" y="331834"/>
                  </a:lnTo>
                  <a:lnTo>
                    <a:pt x="200059" y="332058"/>
                  </a:lnTo>
                  <a:lnTo>
                    <a:pt x="199779" y="332337"/>
                  </a:lnTo>
                  <a:lnTo>
                    <a:pt x="199441" y="332612"/>
                  </a:lnTo>
                  <a:lnTo>
                    <a:pt x="199432" y="332807"/>
                  </a:lnTo>
                  <a:lnTo>
                    <a:pt x="199334" y="333002"/>
                  </a:lnTo>
                  <a:lnTo>
                    <a:pt x="199002" y="333314"/>
                  </a:lnTo>
                  <a:lnTo>
                    <a:pt x="199445" y="334354"/>
                  </a:lnTo>
                  <a:lnTo>
                    <a:pt x="199554" y="334542"/>
                  </a:lnTo>
                  <a:lnTo>
                    <a:pt x="199704" y="334661"/>
                  </a:lnTo>
                  <a:lnTo>
                    <a:pt x="200039" y="334668"/>
                  </a:lnTo>
                  <a:lnTo>
                    <a:pt x="200299" y="334797"/>
                  </a:lnTo>
                  <a:lnTo>
                    <a:pt x="200621" y="334734"/>
                  </a:lnTo>
                  <a:lnTo>
                    <a:pt x="200699" y="334874"/>
                  </a:lnTo>
                  <a:lnTo>
                    <a:pt x="200701" y="335220"/>
                  </a:lnTo>
                  <a:lnTo>
                    <a:pt x="200527" y="335244"/>
                  </a:lnTo>
                  <a:lnTo>
                    <a:pt x="200312" y="335687"/>
                  </a:lnTo>
                  <a:lnTo>
                    <a:pt x="200447" y="335863"/>
                  </a:lnTo>
                  <a:lnTo>
                    <a:pt x="200845" y="335955"/>
                  </a:lnTo>
                  <a:lnTo>
                    <a:pt x="201034" y="335764"/>
                  </a:lnTo>
                  <a:lnTo>
                    <a:pt x="201153" y="335614"/>
                  </a:lnTo>
                  <a:lnTo>
                    <a:pt x="201544" y="335760"/>
                  </a:lnTo>
                  <a:lnTo>
                    <a:pt x="201601" y="336025"/>
                  </a:lnTo>
                  <a:lnTo>
                    <a:pt x="201540" y="336197"/>
                  </a:lnTo>
                  <a:lnTo>
                    <a:pt x="201487" y="336747"/>
                  </a:lnTo>
                  <a:lnTo>
                    <a:pt x="201293" y="336961"/>
                  </a:lnTo>
                  <a:lnTo>
                    <a:pt x="201066" y="336905"/>
                  </a:lnTo>
                  <a:lnTo>
                    <a:pt x="201086" y="336666"/>
                  </a:lnTo>
                  <a:lnTo>
                    <a:pt x="198719" y="337494"/>
                  </a:lnTo>
                  <a:lnTo>
                    <a:pt x="198587" y="337478"/>
                  </a:lnTo>
                  <a:lnTo>
                    <a:pt x="198078" y="337497"/>
                  </a:lnTo>
                  <a:lnTo>
                    <a:pt x="197966" y="337673"/>
                  </a:lnTo>
                  <a:lnTo>
                    <a:pt x="197703" y="338064"/>
                  </a:lnTo>
                  <a:lnTo>
                    <a:pt x="197492" y="337882"/>
                  </a:lnTo>
                  <a:lnTo>
                    <a:pt x="197647" y="337632"/>
                  </a:lnTo>
                  <a:lnTo>
                    <a:pt x="197689" y="337380"/>
                  </a:lnTo>
                  <a:lnTo>
                    <a:pt x="196834" y="337192"/>
                  </a:lnTo>
                  <a:lnTo>
                    <a:pt x="196429" y="336984"/>
                  </a:lnTo>
                  <a:lnTo>
                    <a:pt x="196123" y="336747"/>
                  </a:lnTo>
                  <a:lnTo>
                    <a:pt x="195959" y="336308"/>
                  </a:lnTo>
                  <a:lnTo>
                    <a:pt x="195912" y="336065"/>
                  </a:lnTo>
                  <a:lnTo>
                    <a:pt x="195856" y="335455"/>
                  </a:lnTo>
                  <a:lnTo>
                    <a:pt x="196029" y="335006"/>
                  </a:lnTo>
                  <a:lnTo>
                    <a:pt x="196283" y="334732"/>
                  </a:lnTo>
                  <a:lnTo>
                    <a:pt x="196524" y="334863"/>
                  </a:lnTo>
                  <a:lnTo>
                    <a:pt x="196767" y="334977"/>
                  </a:lnTo>
                  <a:lnTo>
                    <a:pt x="197019" y="335032"/>
                  </a:lnTo>
                  <a:lnTo>
                    <a:pt x="197317" y="334631"/>
                  </a:lnTo>
                  <a:lnTo>
                    <a:pt x="197519" y="334050"/>
                  </a:lnTo>
                  <a:lnTo>
                    <a:pt x="197653" y="334094"/>
                  </a:lnTo>
                  <a:lnTo>
                    <a:pt x="197877" y="333604"/>
                  </a:lnTo>
                  <a:lnTo>
                    <a:pt x="197838" y="333279"/>
                  </a:lnTo>
                  <a:lnTo>
                    <a:pt x="197672" y="333221"/>
                  </a:lnTo>
                  <a:lnTo>
                    <a:pt x="197883" y="332898"/>
                  </a:lnTo>
                  <a:lnTo>
                    <a:pt x="198083" y="332397"/>
                  </a:lnTo>
                  <a:lnTo>
                    <a:pt x="197965" y="332441"/>
                  </a:lnTo>
                  <a:lnTo>
                    <a:pt x="197358" y="332747"/>
                  </a:lnTo>
                  <a:lnTo>
                    <a:pt x="197207" y="332359"/>
                  </a:lnTo>
                  <a:lnTo>
                    <a:pt x="197597" y="331894"/>
                  </a:lnTo>
                  <a:lnTo>
                    <a:pt x="197129" y="332114"/>
                  </a:lnTo>
                  <a:lnTo>
                    <a:pt x="196213" y="332351"/>
                  </a:lnTo>
                  <a:lnTo>
                    <a:pt x="195322" y="332572"/>
                  </a:lnTo>
                  <a:lnTo>
                    <a:pt x="195190" y="332148"/>
                  </a:lnTo>
                  <a:lnTo>
                    <a:pt x="195552" y="331938"/>
                  </a:lnTo>
                  <a:lnTo>
                    <a:pt x="196221" y="331787"/>
                  </a:lnTo>
                  <a:lnTo>
                    <a:pt x="197194" y="331470"/>
                  </a:lnTo>
                  <a:lnTo>
                    <a:pt x="196851" y="331500"/>
                  </a:lnTo>
                  <a:lnTo>
                    <a:pt x="196514" y="331403"/>
                  </a:lnTo>
                  <a:lnTo>
                    <a:pt x="196163" y="331700"/>
                  </a:lnTo>
                  <a:lnTo>
                    <a:pt x="195973" y="331785"/>
                  </a:lnTo>
                  <a:lnTo>
                    <a:pt x="195273" y="331967"/>
                  </a:lnTo>
                  <a:lnTo>
                    <a:pt x="195076" y="332153"/>
                  </a:lnTo>
                  <a:lnTo>
                    <a:pt x="194942" y="332473"/>
                  </a:lnTo>
                  <a:lnTo>
                    <a:pt x="194801" y="332755"/>
                  </a:lnTo>
                  <a:lnTo>
                    <a:pt x="194482" y="332756"/>
                  </a:lnTo>
                  <a:lnTo>
                    <a:pt x="194277" y="332690"/>
                  </a:lnTo>
                  <a:lnTo>
                    <a:pt x="193974" y="332441"/>
                  </a:lnTo>
                  <a:lnTo>
                    <a:pt x="193752" y="332107"/>
                  </a:lnTo>
                  <a:lnTo>
                    <a:pt x="193716" y="331945"/>
                  </a:lnTo>
                  <a:lnTo>
                    <a:pt x="193821" y="331697"/>
                  </a:lnTo>
                  <a:lnTo>
                    <a:pt x="194108" y="331461"/>
                  </a:lnTo>
                  <a:lnTo>
                    <a:pt x="194126" y="330895"/>
                  </a:lnTo>
                  <a:lnTo>
                    <a:pt x="194106" y="330640"/>
                  </a:lnTo>
                  <a:lnTo>
                    <a:pt x="194291" y="330552"/>
                  </a:lnTo>
                  <a:lnTo>
                    <a:pt x="194348" y="330324"/>
                  </a:lnTo>
                  <a:lnTo>
                    <a:pt x="194336" y="330161"/>
                  </a:lnTo>
                  <a:lnTo>
                    <a:pt x="194651" y="330256"/>
                  </a:lnTo>
                  <a:lnTo>
                    <a:pt x="194750" y="330397"/>
                  </a:lnTo>
                  <a:lnTo>
                    <a:pt x="194860" y="330601"/>
                  </a:lnTo>
                  <a:lnTo>
                    <a:pt x="195005" y="330614"/>
                  </a:lnTo>
                  <a:lnTo>
                    <a:pt x="195421" y="330525"/>
                  </a:lnTo>
                  <a:lnTo>
                    <a:pt x="195771" y="330287"/>
                  </a:lnTo>
                  <a:lnTo>
                    <a:pt x="195890" y="329963"/>
                  </a:lnTo>
                  <a:lnTo>
                    <a:pt x="196049" y="329532"/>
                  </a:lnTo>
                  <a:lnTo>
                    <a:pt x="195514" y="329137"/>
                  </a:lnTo>
                  <a:lnTo>
                    <a:pt x="195265" y="329141"/>
                  </a:lnTo>
                  <a:lnTo>
                    <a:pt x="195215" y="329295"/>
                  </a:lnTo>
                  <a:lnTo>
                    <a:pt x="195064" y="329295"/>
                  </a:lnTo>
                  <a:lnTo>
                    <a:pt x="194643" y="329203"/>
                  </a:lnTo>
                  <a:lnTo>
                    <a:pt x="194317" y="328972"/>
                  </a:lnTo>
                  <a:lnTo>
                    <a:pt x="194028" y="329076"/>
                  </a:lnTo>
                  <a:lnTo>
                    <a:pt x="193976" y="329319"/>
                  </a:lnTo>
                  <a:lnTo>
                    <a:pt x="193608" y="329527"/>
                  </a:lnTo>
                  <a:lnTo>
                    <a:pt x="193353" y="329458"/>
                  </a:lnTo>
                  <a:lnTo>
                    <a:pt x="192898" y="329490"/>
                  </a:lnTo>
                  <a:lnTo>
                    <a:pt x="192705" y="329662"/>
                  </a:lnTo>
                  <a:lnTo>
                    <a:pt x="192357" y="329846"/>
                  </a:lnTo>
                  <a:lnTo>
                    <a:pt x="191171" y="330293"/>
                  </a:lnTo>
                  <a:lnTo>
                    <a:pt x="191014" y="330311"/>
                  </a:lnTo>
                  <a:lnTo>
                    <a:pt x="190711" y="330405"/>
                  </a:lnTo>
                  <a:lnTo>
                    <a:pt x="190819" y="330578"/>
                  </a:lnTo>
                  <a:lnTo>
                    <a:pt x="190979" y="330878"/>
                  </a:lnTo>
                  <a:lnTo>
                    <a:pt x="190505" y="330928"/>
                  </a:lnTo>
                  <a:lnTo>
                    <a:pt x="190237" y="331104"/>
                  </a:lnTo>
                  <a:lnTo>
                    <a:pt x="189709" y="331176"/>
                  </a:lnTo>
                  <a:lnTo>
                    <a:pt x="189449" y="331074"/>
                  </a:lnTo>
                  <a:lnTo>
                    <a:pt x="189269" y="331176"/>
                  </a:lnTo>
                  <a:lnTo>
                    <a:pt x="189637" y="331361"/>
                  </a:lnTo>
                  <a:lnTo>
                    <a:pt x="190189" y="331242"/>
                  </a:lnTo>
                  <a:lnTo>
                    <a:pt x="190457" y="331378"/>
                  </a:lnTo>
                  <a:lnTo>
                    <a:pt x="190680" y="331281"/>
                  </a:lnTo>
                  <a:lnTo>
                    <a:pt x="191042" y="331361"/>
                  </a:lnTo>
                  <a:lnTo>
                    <a:pt x="191078" y="331635"/>
                  </a:lnTo>
                  <a:lnTo>
                    <a:pt x="191470" y="331721"/>
                  </a:lnTo>
                  <a:lnTo>
                    <a:pt x="191687" y="332088"/>
                  </a:lnTo>
                  <a:lnTo>
                    <a:pt x="191955" y="332302"/>
                  </a:lnTo>
                  <a:lnTo>
                    <a:pt x="192109" y="332638"/>
                  </a:lnTo>
                  <a:lnTo>
                    <a:pt x="191975" y="332704"/>
                  </a:lnTo>
                  <a:lnTo>
                    <a:pt x="192116" y="333032"/>
                  </a:lnTo>
                  <a:lnTo>
                    <a:pt x="192576" y="333156"/>
                  </a:lnTo>
                  <a:lnTo>
                    <a:pt x="192882" y="333048"/>
                  </a:lnTo>
                  <a:lnTo>
                    <a:pt x="192932" y="332916"/>
                  </a:lnTo>
                  <a:lnTo>
                    <a:pt x="193149" y="332811"/>
                  </a:lnTo>
                  <a:lnTo>
                    <a:pt x="193390" y="332904"/>
                  </a:lnTo>
                  <a:lnTo>
                    <a:pt x="193408" y="333117"/>
                  </a:lnTo>
                  <a:lnTo>
                    <a:pt x="193826" y="333163"/>
                  </a:lnTo>
                  <a:lnTo>
                    <a:pt x="193922" y="333453"/>
                  </a:lnTo>
                  <a:lnTo>
                    <a:pt x="193612" y="334138"/>
                  </a:lnTo>
                  <a:lnTo>
                    <a:pt x="193766" y="334146"/>
                  </a:lnTo>
                  <a:lnTo>
                    <a:pt x="193837" y="334602"/>
                  </a:lnTo>
                  <a:lnTo>
                    <a:pt x="193774" y="334872"/>
                  </a:lnTo>
                  <a:lnTo>
                    <a:pt x="193585" y="335098"/>
                  </a:lnTo>
                  <a:lnTo>
                    <a:pt x="193327" y="334933"/>
                  </a:lnTo>
                  <a:lnTo>
                    <a:pt x="193269" y="335094"/>
                  </a:lnTo>
                  <a:lnTo>
                    <a:pt x="193140" y="335303"/>
                  </a:lnTo>
                  <a:lnTo>
                    <a:pt x="193009" y="335394"/>
                  </a:lnTo>
                  <a:lnTo>
                    <a:pt x="192591" y="335401"/>
                  </a:lnTo>
                  <a:lnTo>
                    <a:pt x="192460" y="335465"/>
                  </a:lnTo>
                  <a:lnTo>
                    <a:pt x="192062" y="336086"/>
                  </a:lnTo>
                  <a:lnTo>
                    <a:pt x="192118" y="336337"/>
                  </a:lnTo>
                  <a:lnTo>
                    <a:pt x="192305" y="336699"/>
                  </a:lnTo>
                  <a:lnTo>
                    <a:pt x="192619" y="337021"/>
                  </a:lnTo>
                  <a:lnTo>
                    <a:pt x="192872" y="337060"/>
                  </a:lnTo>
                  <a:lnTo>
                    <a:pt x="193013" y="337378"/>
                  </a:lnTo>
                  <a:lnTo>
                    <a:pt x="192684" y="337507"/>
                  </a:lnTo>
                  <a:lnTo>
                    <a:pt x="192456" y="337740"/>
                  </a:lnTo>
                  <a:lnTo>
                    <a:pt x="192222" y="337837"/>
                  </a:lnTo>
                  <a:lnTo>
                    <a:pt x="191693" y="337799"/>
                  </a:lnTo>
                  <a:lnTo>
                    <a:pt x="190890" y="337904"/>
                  </a:lnTo>
                  <a:lnTo>
                    <a:pt x="190932" y="338037"/>
                  </a:lnTo>
                  <a:lnTo>
                    <a:pt x="190879" y="338305"/>
                  </a:lnTo>
                  <a:lnTo>
                    <a:pt x="190220" y="338356"/>
                  </a:lnTo>
                  <a:lnTo>
                    <a:pt x="190154" y="338127"/>
                  </a:lnTo>
                  <a:lnTo>
                    <a:pt x="189847" y="338187"/>
                  </a:lnTo>
                  <a:lnTo>
                    <a:pt x="189255" y="338463"/>
                  </a:lnTo>
                  <a:lnTo>
                    <a:pt x="188871" y="338676"/>
                  </a:lnTo>
                  <a:lnTo>
                    <a:pt x="188957" y="338946"/>
                  </a:lnTo>
                  <a:lnTo>
                    <a:pt x="189215" y="338955"/>
                  </a:lnTo>
                  <a:lnTo>
                    <a:pt x="189868" y="339095"/>
                  </a:lnTo>
                  <a:lnTo>
                    <a:pt x="190291" y="339496"/>
                  </a:lnTo>
                  <a:lnTo>
                    <a:pt x="190518" y="339712"/>
                  </a:lnTo>
                  <a:lnTo>
                    <a:pt x="191503" y="340647"/>
                  </a:lnTo>
                  <a:lnTo>
                    <a:pt x="192175" y="341004"/>
                  </a:lnTo>
                  <a:lnTo>
                    <a:pt x="192480" y="341188"/>
                  </a:lnTo>
                  <a:lnTo>
                    <a:pt x="192683" y="341336"/>
                  </a:lnTo>
                  <a:lnTo>
                    <a:pt x="193162" y="341687"/>
                  </a:lnTo>
                  <a:lnTo>
                    <a:pt x="193635" y="342031"/>
                  </a:lnTo>
                  <a:lnTo>
                    <a:pt x="193879" y="342144"/>
                  </a:lnTo>
                  <a:lnTo>
                    <a:pt x="194045" y="342058"/>
                  </a:lnTo>
                  <a:lnTo>
                    <a:pt x="194221" y="341937"/>
                  </a:lnTo>
                  <a:lnTo>
                    <a:pt x="194295" y="341769"/>
                  </a:lnTo>
                  <a:lnTo>
                    <a:pt x="194350" y="341321"/>
                  </a:lnTo>
                  <a:lnTo>
                    <a:pt x="194101" y="341182"/>
                  </a:lnTo>
                  <a:lnTo>
                    <a:pt x="194071" y="340966"/>
                  </a:lnTo>
                  <a:lnTo>
                    <a:pt x="194381" y="341004"/>
                  </a:lnTo>
                  <a:lnTo>
                    <a:pt x="194377" y="340843"/>
                  </a:lnTo>
                  <a:lnTo>
                    <a:pt x="194386" y="340670"/>
                  </a:lnTo>
                  <a:lnTo>
                    <a:pt x="194577" y="340376"/>
                  </a:lnTo>
                  <a:lnTo>
                    <a:pt x="195071" y="340207"/>
                  </a:lnTo>
                  <a:lnTo>
                    <a:pt x="195515" y="340535"/>
                  </a:lnTo>
                  <a:lnTo>
                    <a:pt x="194874" y="341174"/>
                  </a:lnTo>
                  <a:lnTo>
                    <a:pt x="194770" y="341379"/>
                  </a:lnTo>
                  <a:lnTo>
                    <a:pt x="194755" y="341581"/>
                  </a:lnTo>
                  <a:lnTo>
                    <a:pt x="194630" y="342586"/>
                  </a:lnTo>
                  <a:lnTo>
                    <a:pt x="194460" y="342797"/>
                  </a:lnTo>
                  <a:lnTo>
                    <a:pt x="193956" y="342925"/>
                  </a:lnTo>
                  <a:lnTo>
                    <a:pt x="193885" y="343133"/>
                  </a:lnTo>
                  <a:lnTo>
                    <a:pt x="193860" y="343328"/>
                  </a:lnTo>
                  <a:lnTo>
                    <a:pt x="193880" y="343650"/>
                  </a:lnTo>
                  <a:lnTo>
                    <a:pt x="193978" y="344101"/>
                  </a:lnTo>
                  <a:lnTo>
                    <a:pt x="194048" y="344275"/>
                  </a:lnTo>
                  <a:lnTo>
                    <a:pt x="194552" y="344666"/>
                  </a:lnTo>
                  <a:lnTo>
                    <a:pt x="194924" y="344501"/>
                  </a:lnTo>
                  <a:lnTo>
                    <a:pt x="195129" y="345105"/>
                  </a:lnTo>
                  <a:lnTo>
                    <a:pt x="195579" y="344803"/>
                  </a:lnTo>
                  <a:lnTo>
                    <a:pt x="195826" y="345069"/>
                  </a:lnTo>
                  <a:lnTo>
                    <a:pt x="195595" y="345107"/>
                  </a:lnTo>
                  <a:lnTo>
                    <a:pt x="195465" y="345187"/>
                  </a:lnTo>
                  <a:lnTo>
                    <a:pt x="195316" y="345301"/>
                  </a:lnTo>
                  <a:lnTo>
                    <a:pt x="195156" y="345499"/>
                  </a:lnTo>
                  <a:lnTo>
                    <a:pt x="194958" y="345583"/>
                  </a:lnTo>
                  <a:lnTo>
                    <a:pt x="194176" y="345564"/>
                  </a:lnTo>
                  <a:lnTo>
                    <a:pt x="193870" y="345532"/>
                  </a:lnTo>
                  <a:lnTo>
                    <a:pt x="193945" y="345094"/>
                  </a:lnTo>
                  <a:lnTo>
                    <a:pt x="193825" y="344851"/>
                  </a:lnTo>
                  <a:lnTo>
                    <a:pt x="193328" y="344723"/>
                  </a:lnTo>
                  <a:lnTo>
                    <a:pt x="193016" y="344719"/>
                  </a:lnTo>
                  <a:lnTo>
                    <a:pt x="192748" y="344748"/>
                  </a:lnTo>
                  <a:lnTo>
                    <a:pt x="192618" y="344788"/>
                  </a:lnTo>
                  <a:lnTo>
                    <a:pt x="192363" y="344942"/>
                  </a:lnTo>
                  <a:lnTo>
                    <a:pt x="192078" y="345024"/>
                  </a:lnTo>
                  <a:lnTo>
                    <a:pt x="191900" y="345012"/>
                  </a:lnTo>
                  <a:lnTo>
                    <a:pt x="191760" y="344801"/>
                  </a:lnTo>
                  <a:lnTo>
                    <a:pt x="191071" y="344922"/>
                  </a:lnTo>
                  <a:lnTo>
                    <a:pt x="190606" y="345653"/>
                  </a:lnTo>
                  <a:lnTo>
                    <a:pt x="190443" y="346019"/>
                  </a:lnTo>
                  <a:lnTo>
                    <a:pt x="190700" y="345979"/>
                  </a:lnTo>
                  <a:lnTo>
                    <a:pt x="190800" y="346549"/>
                  </a:lnTo>
                  <a:lnTo>
                    <a:pt x="190949" y="347204"/>
                  </a:lnTo>
                  <a:lnTo>
                    <a:pt x="191242" y="347357"/>
                  </a:lnTo>
                  <a:lnTo>
                    <a:pt x="191607" y="347868"/>
                  </a:lnTo>
                  <a:lnTo>
                    <a:pt x="191738" y="347885"/>
                  </a:lnTo>
                  <a:lnTo>
                    <a:pt x="192143" y="348100"/>
                  </a:lnTo>
                  <a:lnTo>
                    <a:pt x="193175" y="347931"/>
                  </a:lnTo>
                  <a:lnTo>
                    <a:pt x="193541" y="347858"/>
                  </a:lnTo>
                  <a:lnTo>
                    <a:pt x="193818" y="347971"/>
                  </a:lnTo>
                  <a:lnTo>
                    <a:pt x="193895" y="348099"/>
                  </a:lnTo>
                  <a:lnTo>
                    <a:pt x="194162" y="348568"/>
                  </a:lnTo>
                  <a:lnTo>
                    <a:pt x="194118" y="348701"/>
                  </a:lnTo>
                  <a:lnTo>
                    <a:pt x="193954" y="348834"/>
                  </a:lnTo>
                  <a:lnTo>
                    <a:pt x="193598" y="348802"/>
                  </a:lnTo>
                  <a:lnTo>
                    <a:pt x="193361" y="348719"/>
                  </a:lnTo>
                  <a:lnTo>
                    <a:pt x="193121" y="348783"/>
                  </a:lnTo>
                  <a:lnTo>
                    <a:pt x="192721" y="348863"/>
                  </a:lnTo>
                  <a:lnTo>
                    <a:pt x="192293" y="348855"/>
                  </a:lnTo>
                  <a:lnTo>
                    <a:pt x="191907" y="349071"/>
                  </a:lnTo>
                  <a:lnTo>
                    <a:pt x="191746" y="349120"/>
                  </a:lnTo>
                  <a:lnTo>
                    <a:pt x="191603" y="349109"/>
                  </a:lnTo>
                  <a:lnTo>
                    <a:pt x="190890" y="348939"/>
                  </a:lnTo>
                  <a:lnTo>
                    <a:pt x="190479" y="348761"/>
                  </a:lnTo>
                  <a:lnTo>
                    <a:pt x="190419" y="348598"/>
                  </a:lnTo>
                  <a:lnTo>
                    <a:pt x="190306" y="348240"/>
                  </a:lnTo>
                  <a:lnTo>
                    <a:pt x="189995" y="348102"/>
                  </a:lnTo>
                  <a:lnTo>
                    <a:pt x="189293" y="348071"/>
                  </a:lnTo>
                  <a:lnTo>
                    <a:pt x="188857" y="348193"/>
                  </a:lnTo>
                  <a:lnTo>
                    <a:pt x="188524" y="348317"/>
                  </a:lnTo>
                  <a:lnTo>
                    <a:pt x="188475" y="348460"/>
                  </a:lnTo>
                  <a:lnTo>
                    <a:pt x="188363" y="348649"/>
                  </a:lnTo>
                  <a:lnTo>
                    <a:pt x="188043" y="348863"/>
                  </a:lnTo>
                  <a:lnTo>
                    <a:pt x="187549" y="348728"/>
                  </a:lnTo>
                  <a:lnTo>
                    <a:pt x="187390" y="349111"/>
                  </a:lnTo>
                  <a:lnTo>
                    <a:pt x="187205" y="349305"/>
                  </a:lnTo>
                  <a:lnTo>
                    <a:pt x="186897" y="349093"/>
                  </a:lnTo>
                  <a:lnTo>
                    <a:pt x="186625" y="349083"/>
                  </a:lnTo>
                  <a:lnTo>
                    <a:pt x="186311" y="349147"/>
                  </a:lnTo>
                  <a:lnTo>
                    <a:pt x="185975" y="349322"/>
                  </a:lnTo>
                  <a:lnTo>
                    <a:pt x="185786" y="349509"/>
                  </a:lnTo>
                  <a:lnTo>
                    <a:pt x="185588" y="349744"/>
                  </a:lnTo>
                  <a:lnTo>
                    <a:pt x="185168" y="349920"/>
                  </a:lnTo>
                  <a:lnTo>
                    <a:pt x="185006" y="349904"/>
                  </a:lnTo>
                  <a:lnTo>
                    <a:pt x="184384" y="349846"/>
                  </a:lnTo>
                  <a:lnTo>
                    <a:pt x="183883" y="350078"/>
                  </a:lnTo>
                  <a:lnTo>
                    <a:pt x="183634" y="350278"/>
                  </a:lnTo>
                  <a:lnTo>
                    <a:pt x="183440" y="350221"/>
                  </a:lnTo>
                  <a:lnTo>
                    <a:pt x="183216" y="350203"/>
                  </a:lnTo>
                  <a:lnTo>
                    <a:pt x="182643" y="350372"/>
                  </a:lnTo>
                  <a:lnTo>
                    <a:pt x="182419" y="350204"/>
                  </a:lnTo>
                  <a:lnTo>
                    <a:pt x="181970" y="350237"/>
                  </a:lnTo>
                  <a:lnTo>
                    <a:pt x="181795" y="350044"/>
                  </a:lnTo>
                  <a:lnTo>
                    <a:pt x="181981" y="349761"/>
                  </a:lnTo>
                  <a:lnTo>
                    <a:pt x="182071" y="349273"/>
                  </a:lnTo>
                  <a:lnTo>
                    <a:pt x="181918" y="349043"/>
                  </a:lnTo>
                  <a:lnTo>
                    <a:pt x="181904" y="348872"/>
                  </a:lnTo>
                  <a:lnTo>
                    <a:pt x="181895" y="348720"/>
                  </a:lnTo>
                  <a:lnTo>
                    <a:pt x="181840" y="348482"/>
                  </a:lnTo>
                  <a:lnTo>
                    <a:pt x="181681" y="348272"/>
                  </a:lnTo>
                  <a:lnTo>
                    <a:pt x="181326" y="348086"/>
                  </a:lnTo>
                  <a:lnTo>
                    <a:pt x="181207" y="347841"/>
                  </a:lnTo>
                  <a:lnTo>
                    <a:pt x="181195" y="347493"/>
                  </a:lnTo>
                  <a:lnTo>
                    <a:pt x="181852" y="346184"/>
                  </a:lnTo>
                  <a:lnTo>
                    <a:pt x="181903" y="346016"/>
                  </a:lnTo>
                  <a:lnTo>
                    <a:pt x="181739" y="345762"/>
                  </a:lnTo>
                  <a:lnTo>
                    <a:pt x="181269" y="345091"/>
                  </a:lnTo>
                  <a:lnTo>
                    <a:pt x="180993" y="345107"/>
                  </a:lnTo>
                  <a:lnTo>
                    <a:pt x="180659" y="345126"/>
                  </a:lnTo>
                  <a:lnTo>
                    <a:pt x="181057" y="346689"/>
                  </a:lnTo>
                  <a:lnTo>
                    <a:pt x="180756" y="346744"/>
                  </a:lnTo>
                  <a:lnTo>
                    <a:pt x="180380" y="346860"/>
                  </a:lnTo>
                  <a:lnTo>
                    <a:pt x="180106" y="347106"/>
                  </a:lnTo>
                  <a:lnTo>
                    <a:pt x="179979" y="347253"/>
                  </a:lnTo>
                  <a:lnTo>
                    <a:pt x="179925" y="347614"/>
                  </a:lnTo>
                  <a:lnTo>
                    <a:pt x="180076" y="347725"/>
                  </a:lnTo>
                  <a:lnTo>
                    <a:pt x="180210" y="347780"/>
                  </a:lnTo>
                  <a:lnTo>
                    <a:pt x="180515" y="347753"/>
                  </a:lnTo>
                  <a:lnTo>
                    <a:pt x="180810" y="347938"/>
                  </a:lnTo>
                  <a:lnTo>
                    <a:pt x="181211" y="348522"/>
                  </a:lnTo>
                  <a:lnTo>
                    <a:pt x="181168" y="348918"/>
                  </a:lnTo>
                  <a:lnTo>
                    <a:pt x="181214" y="349450"/>
                  </a:lnTo>
                  <a:lnTo>
                    <a:pt x="181190" y="349597"/>
                  </a:lnTo>
                  <a:lnTo>
                    <a:pt x="181025" y="349844"/>
                  </a:lnTo>
                  <a:lnTo>
                    <a:pt x="180895" y="349931"/>
                  </a:lnTo>
                  <a:lnTo>
                    <a:pt x="180515" y="349963"/>
                  </a:lnTo>
                  <a:lnTo>
                    <a:pt x="179927" y="350168"/>
                  </a:lnTo>
                  <a:lnTo>
                    <a:pt x="179716" y="350054"/>
                  </a:lnTo>
                  <a:lnTo>
                    <a:pt x="179470" y="350110"/>
                  </a:lnTo>
                  <a:lnTo>
                    <a:pt x="179340" y="350140"/>
                  </a:lnTo>
                  <a:lnTo>
                    <a:pt x="179444" y="350649"/>
                  </a:lnTo>
                  <a:lnTo>
                    <a:pt x="179417" y="350782"/>
                  </a:lnTo>
                  <a:lnTo>
                    <a:pt x="179297" y="351173"/>
                  </a:lnTo>
                  <a:lnTo>
                    <a:pt x="179463" y="351916"/>
                  </a:lnTo>
                  <a:lnTo>
                    <a:pt x="179701" y="352427"/>
                  </a:lnTo>
                  <a:lnTo>
                    <a:pt x="180088" y="352516"/>
                  </a:lnTo>
                  <a:lnTo>
                    <a:pt x="180181" y="352884"/>
                  </a:lnTo>
                  <a:lnTo>
                    <a:pt x="179843" y="352989"/>
                  </a:lnTo>
                  <a:lnTo>
                    <a:pt x="179861" y="353191"/>
                  </a:lnTo>
                  <a:lnTo>
                    <a:pt x="180089" y="353272"/>
                  </a:lnTo>
                  <a:lnTo>
                    <a:pt x="181210" y="352831"/>
                  </a:lnTo>
                  <a:lnTo>
                    <a:pt x="181542" y="352869"/>
                  </a:lnTo>
                  <a:lnTo>
                    <a:pt x="181823" y="352972"/>
                  </a:lnTo>
                  <a:lnTo>
                    <a:pt x="182062" y="352981"/>
                  </a:lnTo>
                  <a:lnTo>
                    <a:pt x="182432" y="352760"/>
                  </a:lnTo>
                  <a:lnTo>
                    <a:pt x="182465" y="352618"/>
                  </a:lnTo>
                  <a:lnTo>
                    <a:pt x="182369" y="352289"/>
                  </a:lnTo>
                  <a:lnTo>
                    <a:pt x="182671" y="351862"/>
                  </a:lnTo>
                  <a:lnTo>
                    <a:pt x="183145" y="351908"/>
                  </a:lnTo>
                  <a:lnTo>
                    <a:pt x="183131" y="352278"/>
                  </a:lnTo>
                  <a:lnTo>
                    <a:pt x="182947" y="352441"/>
                  </a:lnTo>
                  <a:lnTo>
                    <a:pt x="182651" y="352550"/>
                  </a:lnTo>
                  <a:lnTo>
                    <a:pt x="182641" y="352844"/>
                  </a:lnTo>
                  <a:lnTo>
                    <a:pt x="182794" y="353305"/>
                  </a:lnTo>
                  <a:lnTo>
                    <a:pt x="183089" y="353801"/>
                  </a:lnTo>
                  <a:lnTo>
                    <a:pt x="183312" y="354030"/>
                  </a:lnTo>
                  <a:lnTo>
                    <a:pt x="183971" y="353759"/>
                  </a:lnTo>
                  <a:lnTo>
                    <a:pt x="184142" y="353681"/>
                  </a:lnTo>
                  <a:lnTo>
                    <a:pt x="184320" y="353818"/>
                  </a:lnTo>
                  <a:lnTo>
                    <a:pt x="184543" y="354029"/>
                  </a:lnTo>
                  <a:lnTo>
                    <a:pt x="184870" y="353857"/>
                  </a:lnTo>
                  <a:lnTo>
                    <a:pt x="184981" y="353705"/>
                  </a:lnTo>
                  <a:lnTo>
                    <a:pt x="185280" y="353890"/>
                  </a:lnTo>
                  <a:lnTo>
                    <a:pt x="185394" y="354088"/>
                  </a:lnTo>
                  <a:lnTo>
                    <a:pt x="185168" y="354274"/>
                  </a:lnTo>
                  <a:lnTo>
                    <a:pt x="185140" y="354412"/>
                  </a:lnTo>
                  <a:lnTo>
                    <a:pt x="185209" y="354658"/>
                  </a:lnTo>
                  <a:lnTo>
                    <a:pt x="185173" y="354983"/>
                  </a:lnTo>
                  <a:lnTo>
                    <a:pt x="185115" y="355198"/>
                  </a:lnTo>
                  <a:lnTo>
                    <a:pt x="184911" y="355329"/>
                  </a:lnTo>
                  <a:lnTo>
                    <a:pt x="184716" y="355335"/>
                  </a:lnTo>
                  <a:lnTo>
                    <a:pt x="184577" y="355438"/>
                  </a:lnTo>
                  <a:lnTo>
                    <a:pt x="184449" y="355927"/>
                  </a:lnTo>
                  <a:lnTo>
                    <a:pt x="184427" y="356102"/>
                  </a:lnTo>
                  <a:lnTo>
                    <a:pt x="184179" y="356438"/>
                  </a:lnTo>
                  <a:lnTo>
                    <a:pt x="184041" y="356534"/>
                  </a:lnTo>
                  <a:lnTo>
                    <a:pt x="183874" y="356148"/>
                  </a:lnTo>
                  <a:lnTo>
                    <a:pt x="183598" y="356202"/>
                  </a:lnTo>
                  <a:lnTo>
                    <a:pt x="183363" y="356554"/>
                  </a:lnTo>
                  <a:lnTo>
                    <a:pt x="183248" y="357188"/>
                  </a:lnTo>
                  <a:lnTo>
                    <a:pt x="183355" y="357544"/>
                  </a:lnTo>
                  <a:lnTo>
                    <a:pt x="183174" y="357750"/>
                  </a:lnTo>
                  <a:lnTo>
                    <a:pt x="182866" y="357787"/>
                  </a:lnTo>
                  <a:lnTo>
                    <a:pt x="182697" y="357875"/>
                  </a:lnTo>
                  <a:lnTo>
                    <a:pt x="182564" y="358150"/>
                  </a:lnTo>
                  <a:lnTo>
                    <a:pt x="182576" y="358497"/>
                  </a:lnTo>
                  <a:lnTo>
                    <a:pt x="181911" y="359041"/>
                  </a:lnTo>
                  <a:lnTo>
                    <a:pt x="181770" y="359095"/>
                  </a:lnTo>
                  <a:lnTo>
                    <a:pt x="181157" y="359148"/>
                  </a:lnTo>
                  <a:lnTo>
                    <a:pt x="180947" y="358604"/>
                  </a:lnTo>
                  <a:lnTo>
                    <a:pt x="180828" y="358183"/>
                  </a:lnTo>
                  <a:lnTo>
                    <a:pt x="180555" y="358089"/>
                  </a:lnTo>
                  <a:lnTo>
                    <a:pt x="180067" y="358219"/>
                  </a:lnTo>
                  <a:lnTo>
                    <a:pt x="179918" y="358370"/>
                  </a:lnTo>
                  <a:lnTo>
                    <a:pt x="179750" y="358660"/>
                  </a:lnTo>
                  <a:lnTo>
                    <a:pt x="179543" y="359698"/>
                  </a:lnTo>
                  <a:lnTo>
                    <a:pt x="179547" y="360018"/>
                  </a:lnTo>
                  <a:lnTo>
                    <a:pt x="179571" y="360219"/>
                  </a:lnTo>
                  <a:lnTo>
                    <a:pt x="179661" y="360629"/>
                  </a:lnTo>
                  <a:lnTo>
                    <a:pt x="179891" y="361056"/>
                  </a:lnTo>
                  <a:lnTo>
                    <a:pt x="180342" y="361507"/>
                  </a:lnTo>
                  <a:lnTo>
                    <a:pt x="180534" y="361280"/>
                  </a:lnTo>
                  <a:lnTo>
                    <a:pt x="180647" y="361085"/>
                  </a:lnTo>
                  <a:lnTo>
                    <a:pt x="180948" y="360907"/>
                  </a:lnTo>
                  <a:lnTo>
                    <a:pt x="181192" y="360977"/>
                  </a:lnTo>
                  <a:lnTo>
                    <a:pt x="181125" y="361156"/>
                  </a:lnTo>
                  <a:lnTo>
                    <a:pt x="181075" y="361467"/>
                  </a:lnTo>
                  <a:lnTo>
                    <a:pt x="181184" y="362047"/>
                  </a:lnTo>
                  <a:lnTo>
                    <a:pt x="181014" y="362124"/>
                  </a:lnTo>
                  <a:lnTo>
                    <a:pt x="180960" y="362334"/>
                  </a:lnTo>
                  <a:lnTo>
                    <a:pt x="180740" y="362412"/>
                  </a:lnTo>
                  <a:lnTo>
                    <a:pt x="180661" y="362603"/>
                  </a:lnTo>
                  <a:lnTo>
                    <a:pt x="180777" y="362957"/>
                  </a:lnTo>
                  <a:lnTo>
                    <a:pt x="180705" y="363120"/>
                  </a:lnTo>
                  <a:lnTo>
                    <a:pt x="180476" y="363511"/>
                  </a:lnTo>
                  <a:lnTo>
                    <a:pt x="180247" y="363454"/>
                  </a:lnTo>
                  <a:lnTo>
                    <a:pt x="180089" y="363457"/>
                  </a:lnTo>
                  <a:lnTo>
                    <a:pt x="179708" y="364013"/>
                  </a:lnTo>
                  <a:lnTo>
                    <a:pt x="179764" y="364367"/>
                  </a:lnTo>
                  <a:lnTo>
                    <a:pt x="179929" y="364471"/>
                  </a:lnTo>
                  <a:lnTo>
                    <a:pt x="179631" y="364420"/>
                  </a:lnTo>
                  <a:lnTo>
                    <a:pt x="179412" y="364388"/>
                  </a:lnTo>
                  <a:lnTo>
                    <a:pt x="179178" y="364484"/>
                  </a:lnTo>
                  <a:lnTo>
                    <a:pt x="179059" y="364634"/>
                  </a:lnTo>
                  <a:lnTo>
                    <a:pt x="179025" y="364867"/>
                  </a:lnTo>
                  <a:lnTo>
                    <a:pt x="178789" y="365040"/>
                  </a:lnTo>
                  <a:lnTo>
                    <a:pt x="178543" y="365140"/>
                  </a:lnTo>
                  <a:lnTo>
                    <a:pt x="178498" y="365377"/>
                  </a:lnTo>
                  <a:lnTo>
                    <a:pt x="178343" y="365420"/>
                  </a:lnTo>
                  <a:lnTo>
                    <a:pt x="178103" y="365540"/>
                  </a:lnTo>
                  <a:lnTo>
                    <a:pt x="177900" y="365957"/>
                  </a:lnTo>
                  <a:lnTo>
                    <a:pt x="177497" y="365841"/>
                  </a:lnTo>
                  <a:lnTo>
                    <a:pt x="177211" y="365811"/>
                  </a:lnTo>
                  <a:lnTo>
                    <a:pt x="176960" y="365911"/>
                  </a:lnTo>
                  <a:lnTo>
                    <a:pt x="176616" y="366222"/>
                  </a:lnTo>
                  <a:lnTo>
                    <a:pt x="176597" y="366453"/>
                  </a:lnTo>
                  <a:lnTo>
                    <a:pt x="176414" y="366699"/>
                  </a:lnTo>
                  <a:lnTo>
                    <a:pt x="176337" y="365989"/>
                  </a:lnTo>
                  <a:lnTo>
                    <a:pt x="176351" y="365771"/>
                  </a:lnTo>
                  <a:lnTo>
                    <a:pt x="176578" y="365451"/>
                  </a:lnTo>
                  <a:lnTo>
                    <a:pt x="176475" y="365027"/>
                  </a:lnTo>
                  <a:lnTo>
                    <a:pt x="176708" y="364740"/>
                  </a:lnTo>
                  <a:lnTo>
                    <a:pt x="176696" y="364592"/>
                  </a:lnTo>
                  <a:lnTo>
                    <a:pt x="176311" y="363595"/>
                  </a:lnTo>
                  <a:lnTo>
                    <a:pt x="176381" y="363267"/>
                  </a:lnTo>
                  <a:lnTo>
                    <a:pt x="175300" y="362625"/>
                  </a:lnTo>
                  <a:lnTo>
                    <a:pt x="174937" y="362085"/>
                  </a:lnTo>
                  <a:lnTo>
                    <a:pt x="174703" y="361949"/>
                  </a:lnTo>
                  <a:lnTo>
                    <a:pt x="174035" y="361713"/>
                  </a:lnTo>
                  <a:lnTo>
                    <a:pt x="173817" y="361698"/>
                  </a:lnTo>
                  <a:lnTo>
                    <a:pt x="173565" y="361602"/>
                  </a:lnTo>
                  <a:lnTo>
                    <a:pt x="173385" y="361353"/>
                  </a:lnTo>
                  <a:lnTo>
                    <a:pt x="173325" y="361156"/>
                  </a:lnTo>
                  <a:lnTo>
                    <a:pt x="173138" y="361069"/>
                  </a:lnTo>
                  <a:lnTo>
                    <a:pt x="172853" y="360983"/>
                  </a:lnTo>
                  <a:lnTo>
                    <a:pt x="172338" y="360911"/>
                  </a:lnTo>
                  <a:lnTo>
                    <a:pt x="171918" y="360916"/>
                  </a:lnTo>
                  <a:lnTo>
                    <a:pt x="170947" y="360960"/>
                  </a:lnTo>
                  <a:lnTo>
                    <a:pt x="171141" y="360867"/>
                  </a:lnTo>
                  <a:lnTo>
                    <a:pt x="171029" y="360586"/>
                  </a:lnTo>
                  <a:lnTo>
                    <a:pt x="170973" y="360146"/>
                  </a:lnTo>
                  <a:lnTo>
                    <a:pt x="170920" y="359910"/>
                  </a:lnTo>
                  <a:lnTo>
                    <a:pt x="171256" y="359139"/>
                  </a:lnTo>
                  <a:lnTo>
                    <a:pt x="170905" y="358134"/>
                  </a:lnTo>
                  <a:lnTo>
                    <a:pt x="170892" y="357717"/>
                  </a:lnTo>
                  <a:lnTo>
                    <a:pt x="170754" y="357711"/>
                  </a:lnTo>
                  <a:lnTo>
                    <a:pt x="170723" y="358069"/>
                  </a:lnTo>
                  <a:lnTo>
                    <a:pt x="170669" y="358360"/>
                  </a:lnTo>
                  <a:lnTo>
                    <a:pt x="170811" y="358829"/>
                  </a:lnTo>
                  <a:lnTo>
                    <a:pt x="170511" y="359147"/>
                  </a:lnTo>
                  <a:lnTo>
                    <a:pt x="170337" y="359676"/>
                  </a:lnTo>
                  <a:lnTo>
                    <a:pt x="170303" y="360126"/>
                  </a:lnTo>
                  <a:lnTo>
                    <a:pt x="170299" y="360634"/>
                  </a:lnTo>
                  <a:lnTo>
                    <a:pt x="170568" y="361093"/>
                  </a:lnTo>
                  <a:lnTo>
                    <a:pt x="170462" y="361589"/>
                  </a:lnTo>
                  <a:lnTo>
                    <a:pt x="170006" y="362061"/>
                  </a:lnTo>
                  <a:lnTo>
                    <a:pt x="169846" y="362164"/>
                  </a:lnTo>
                  <a:lnTo>
                    <a:pt x="169612" y="362172"/>
                  </a:lnTo>
                  <a:lnTo>
                    <a:pt x="169005" y="362451"/>
                  </a:lnTo>
                  <a:lnTo>
                    <a:pt x="168576" y="362405"/>
                  </a:lnTo>
                  <a:lnTo>
                    <a:pt x="168583" y="362830"/>
                  </a:lnTo>
                  <a:lnTo>
                    <a:pt x="168118" y="363158"/>
                  </a:lnTo>
                  <a:lnTo>
                    <a:pt x="167781" y="363307"/>
                  </a:lnTo>
                  <a:lnTo>
                    <a:pt x="167632" y="363423"/>
                  </a:lnTo>
                  <a:lnTo>
                    <a:pt x="167444" y="363461"/>
                  </a:lnTo>
                  <a:lnTo>
                    <a:pt x="167161" y="363294"/>
                  </a:lnTo>
                  <a:lnTo>
                    <a:pt x="166992" y="363327"/>
                  </a:lnTo>
                  <a:lnTo>
                    <a:pt x="166492" y="363427"/>
                  </a:lnTo>
                  <a:lnTo>
                    <a:pt x="166130" y="363471"/>
                  </a:lnTo>
                  <a:lnTo>
                    <a:pt x="165780" y="363290"/>
                  </a:lnTo>
                  <a:lnTo>
                    <a:pt x="165521" y="363324"/>
                  </a:lnTo>
                  <a:lnTo>
                    <a:pt x="165106" y="363405"/>
                  </a:lnTo>
                  <a:lnTo>
                    <a:pt x="164900" y="363296"/>
                  </a:lnTo>
                  <a:lnTo>
                    <a:pt x="164562" y="363204"/>
                  </a:lnTo>
                  <a:lnTo>
                    <a:pt x="164375" y="363100"/>
                  </a:lnTo>
                  <a:lnTo>
                    <a:pt x="164296" y="363412"/>
                  </a:lnTo>
                  <a:lnTo>
                    <a:pt x="164464" y="363662"/>
                  </a:lnTo>
                  <a:lnTo>
                    <a:pt x="164262" y="363925"/>
                  </a:lnTo>
                  <a:lnTo>
                    <a:pt x="163561" y="364363"/>
                  </a:lnTo>
                  <a:lnTo>
                    <a:pt x="163379" y="364436"/>
                  </a:lnTo>
                  <a:lnTo>
                    <a:pt x="162946" y="364657"/>
                  </a:lnTo>
                  <a:lnTo>
                    <a:pt x="162789" y="365051"/>
                  </a:lnTo>
                  <a:lnTo>
                    <a:pt x="162841" y="365197"/>
                  </a:lnTo>
                  <a:lnTo>
                    <a:pt x="162575" y="365473"/>
                  </a:lnTo>
                  <a:lnTo>
                    <a:pt x="162328" y="365531"/>
                  </a:lnTo>
                  <a:lnTo>
                    <a:pt x="161757" y="365377"/>
                  </a:lnTo>
                  <a:lnTo>
                    <a:pt x="161513" y="365090"/>
                  </a:lnTo>
                  <a:lnTo>
                    <a:pt x="161063" y="364791"/>
                  </a:lnTo>
                  <a:lnTo>
                    <a:pt x="160550" y="364287"/>
                  </a:lnTo>
                  <a:lnTo>
                    <a:pt x="160150" y="363959"/>
                  </a:lnTo>
                  <a:lnTo>
                    <a:pt x="160228" y="363438"/>
                  </a:lnTo>
                  <a:lnTo>
                    <a:pt x="160155" y="362684"/>
                  </a:lnTo>
                  <a:lnTo>
                    <a:pt x="160063" y="362411"/>
                  </a:lnTo>
                  <a:lnTo>
                    <a:pt x="160204" y="362168"/>
                  </a:lnTo>
                  <a:lnTo>
                    <a:pt x="160054" y="361308"/>
                  </a:lnTo>
                  <a:lnTo>
                    <a:pt x="159667" y="361203"/>
                  </a:lnTo>
                  <a:lnTo>
                    <a:pt x="159752" y="360930"/>
                  </a:lnTo>
                  <a:lnTo>
                    <a:pt x="160059" y="360704"/>
                  </a:lnTo>
                  <a:lnTo>
                    <a:pt x="160319" y="360493"/>
                  </a:lnTo>
                  <a:lnTo>
                    <a:pt x="160583" y="360147"/>
                  </a:lnTo>
                  <a:lnTo>
                    <a:pt x="160669" y="359924"/>
                  </a:lnTo>
                  <a:lnTo>
                    <a:pt x="160451" y="359914"/>
                  </a:lnTo>
                  <a:lnTo>
                    <a:pt x="160137" y="359717"/>
                  </a:lnTo>
                  <a:lnTo>
                    <a:pt x="159982" y="359590"/>
                  </a:lnTo>
                  <a:lnTo>
                    <a:pt x="159778" y="359338"/>
                  </a:lnTo>
                  <a:lnTo>
                    <a:pt x="159650" y="359469"/>
                  </a:lnTo>
                  <a:lnTo>
                    <a:pt x="159717" y="359596"/>
                  </a:lnTo>
                  <a:lnTo>
                    <a:pt x="159767" y="359779"/>
                  </a:lnTo>
                  <a:lnTo>
                    <a:pt x="159733" y="359993"/>
                  </a:lnTo>
                  <a:lnTo>
                    <a:pt x="159590" y="360363"/>
                  </a:lnTo>
                  <a:lnTo>
                    <a:pt x="159222" y="360769"/>
                  </a:lnTo>
                  <a:lnTo>
                    <a:pt x="159041" y="360601"/>
                  </a:lnTo>
                  <a:lnTo>
                    <a:pt x="159065" y="360463"/>
                  </a:lnTo>
                  <a:lnTo>
                    <a:pt x="158402" y="360380"/>
                  </a:lnTo>
                  <a:lnTo>
                    <a:pt x="158582" y="360499"/>
                  </a:lnTo>
                  <a:lnTo>
                    <a:pt x="158276" y="360902"/>
                  </a:lnTo>
                  <a:lnTo>
                    <a:pt x="158145" y="361189"/>
                  </a:lnTo>
                  <a:lnTo>
                    <a:pt x="158104" y="361445"/>
                  </a:lnTo>
                  <a:lnTo>
                    <a:pt x="157977" y="361748"/>
                  </a:lnTo>
                  <a:lnTo>
                    <a:pt x="157747" y="362104"/>
                  </a:lnTo>
                  <a:lnTo>
                    <a:pt x="157395" y="362519"/>
                  </a:lnTo>
                  <a:lnTo>
                    <a:pt x="157252" y="362688"/>
                  </a:lnTo>
                  <a:lnTo>
                    <a:pt x="156824" y="363128"/>
                  </a:lnTo>
                  <a:lnTo>
                    <a:pt x="156679" y="363355"/>
                  </a:lnTo>
                  <a:lnTo>
                    <a:pt x="156586" y="363641"/>
                  </a:lnTo>
                  <a:lnTo>
                    <a:pt x="156212" y="364078"/>
                  </a:lnTo>
                  <a:lnTo>
                    <a:pt x="155819" y="364114"/>
                  </a:lnTo>
                  <a:lnTo>
                    <a:pt x="155663" y="363989"/>
                  </a:lnTo>
                  <a:lnTo>
                    <a:pt x="154906" y="363853"/>
                  </a:lnTo>
                  <a:lnTo>
                    <a:pt x="154689" y="364234"/>
                  </a:lnTo>
                  <a:lnTo>
                    <a:pt x="154437" y="364612"/>
                  </a:lnTo>
                  <a:lnTo>
                    <a:pt x="154173" y="364534"/>
                  </a:lnTo>
                  <a:lnTo>
                    <a:pt x="153294" y="364767"/>
                  </a:lnTo>
                  <a:lnTo>
                    <a:pt x="153292" y="365030"/>
                  </a:lnTo>
                  <a:lnTo>
                    <a:pt x="153291" y="365276"/>
                  </a:lnTo>
                  <a:lnTo>
                    <a:pt x="153289" y="365467"/>
                  </a:lnTo>
                  <a:lnTo>
                    <a:pt x="153411" y="365618"/>
                  </a:lnTo>
                  <a:lnTo>
                    <a:pt x="153835" y="365620"/>
                  </a:lnTo>
                  <a:lnTo>
                    <a:pt x="154084" y="365621"/>
                  </a:lnTo>
                  <a:lnTo>
                    <a:pt x="154964" y="366972"/>
                  </a:lnTo>
                  <a:lnTo>
                    <a:pt x="154872" y="367112"/>
                  </a:lnTo>
                  <a:lnTo>
                    <a:pt x="154408" y="367472"/>
                  </a:lnTo>
                  <a:lnTo>
                    <a:pt x="153960" y="367951"/>
                  </a:lnTo>
                  <a:lnTo>
                    <a:pt x="153559" y="368428"/>
                  </a:lnTo>
                  <a:lnTo>
                    <a:pt x="153491" y="368561"/>
                  </a:lnTo>
                  <a:lnTo>
                    <a:pt x="153459" y="368772"/>
                  </a:lnTo>
                  <a:lnTo>
                    <a:pt x="153483" y="368980"/>
                  </a:lnTo>
                  <a:lnTo>
                    <a:pt x="153705" y="369380"/>
                  </a:lnTo>
                  <a:lnTo>
                    <a:pt x="153815" y="369822"/>
                  </a:lnTo>
                  <a:lnTo>
                    <a:pt x="153819" y="370139"/>
                  </a:lnTo>
                  <a:lnTo>
                    <a:pt x="153129" y="370097"/>
                  </a:lnTo>
                  <a:lnTo>
                    <a:pt x="152892" y="369960"/>
                  </a:lnTo>
                  <a:lnTo>
                    <a:pt x="150942" y="369507"/>
                  </a:lnTo>
                  <a:lnTo>
                    <a:pt x="150328" y="369364"/>
                  </a:lnTo>
                  <a:lnTo>
                    <a:pt x="150035" y="369205"/>
                  </a:lnTo>
                  <a:lnTo>
                    <a:pt x="150082" y="368968"/>
                  </a:lnTo>
                  <a:lnTo>
                    <a:pt x="149929" y="368925"/>
                  </a:lnTo>
                  <a:lnTo>
                    <a:pt x="149766" y="368879"/>
                  </a:lnTo>
                  <a:lnTo>
                    <a:pt x="148702" y="368459"/>
                  </a:lnTo>
                  <a:lnTo>
                    <a:pt x="148393" y="368327"/>
                  </a:lnTo>
                  <a:lnTo>
                    <a:pt x="147861" y="368526"/>
                  </a:lnTo>
                  <a:lnTo>
                    <a:pt x="148045" y="368843"/>
                  </a:lnTo>
                  <a:lnTo>
                    <a:pt x="148358" y="369196"/>
                  </a:lnTo>
                  <a:lnTo>
                    <a:pt x="148333" y="369346"/>
                  </a:lnTo>
                  <a:lnTo>
                    <a:pt x="148164" y="369793"/>
                  </a:lnTo>
                  <a:lnTo>
                    <a:pt x="147940" y="370319"/>
                  </a:lnTo>
                  <a:lnTo>
                    <a:pt x="147805" y="370434"/>
                  </a:lnTo>
                  <a:lnTo>
                    <a:pt x="147552" y="370521"/>
                  </a:lnTo>
                  <a:lnTo>
                    <a:pt x="147185" y="370497"/>
                  </a:lnTo>
                  <a:lnTo>
                    <a:pt x="146897" y="370729"/>
                  </a:lnTo>
                  <a:lnTo>
                    <a:pt x="147141" y="370731"/>
                  </a:lnTo>
                  <a:lnTo>
                    <a:pt x="147556" y="371006"/>
                  </a:lnTo>
                  <a:lnTo>
                    <a:pt x="148035" y="371582"/>
                  </a:lnTo>
                  <a:lnTo>
                    <a:pt x="147891" y="371632"/>
                  </a:lnTo>
                  <a:lnTo>
                    <a:pt x="147582" y="371636"/>
                  </a:lnTo>
                  <a:lnTo>
                    <a:pt x="147280" y="371583"/>
                  </a:lnTo>
                  <a:lnTo>
                    <a:pt x="147521" y="371832"/>
                  </a:lnTo>
                  <a:lnTo>
                    <a:pt x="147843" y="372177"/>
                  </a:lnTo>
                  <a:lnTo>
                    <a:pt x="148039" y="372426"/>
                  </a:lnTo>
                  <a:lnTo>
                    <a:pt x="148665" y="372408"/>
                  </a:lnTo>
                  <a:lnTo>
                    <a:pt x="149347" y="372302"/>
                  </a:lnTo>
                  <a:lnTo>
                    <a:pt x="149681" y="372340"/>
                  </a:lnTo>
                  <a:lnTo>
                    <a:pt x="149906" y="372328"/>
                  </a:lnTo>
                  <a:lnTo>
                    <a:pt x="150076" y="372295"/>
                  </a:lnTo>
                  <a:lnTo>
                    <a:pt x="150339" y="372144"/>
                  </a:lnTo>
                  <a:lnTo>
                    <a:pt x="151210" y="372077"/>
                  </a:lnTo>
                  <a:lnTo>
                    <a:pt x="151433" y="371954"/>
                  </a:lnTo>
                  <a:lnTo>
                    <a:pt x="151708" y="371768"/>
                  </a:lnTo>
                  <a:lnTo>
                    <a:pt x="151875" y="371673"/>
                  </a:lnTo>
                  <a:lnTo>
                    <a:pt x="152316" y="371510"/>
                  </a:lnTo>
                  <a:lnTo>
                    <a:pt x="152777" y="371382"/>
                  </a:lnTo>
                  <a:lnTo>
                    <a:pt x="153588" y="371488"/>
                  </a:lnTo>
                  <a:lnTo>
                    <a:pt x="154174" y="371522"/>
                  </a:lnTo>
                  <a:lnTo>
                    <a:pt x="154684" y="371616"/>
                  </a:lnTo>
                  <a:lnTo>
                    <a:pt x="154934" y="371802"/>
                  </a:lnTo>
                  <a:lnTo>
                    <a:pt x="155000" y="372068"/>
                  </a:lnTo>
                  <a:lnTo>
                    <a:pt x="154901" y="372572"/>
                  </a:lnTo>
                  <a:lnTo>
                    <a:pt x="154632" y="372690"/>
                  </a:lnTo>
                  <a:lnTo>
                    <a:pt x="154379" y="372762"/>
                  </a:lnTo>
                  <a:lnTo>
                    <a:pt x="154245" y="372877"/>
                  </a:lnTo>
                  <a:lnTo>
                    <a:pt x="154225" y="373059"/>
                  </a:lnTo>
                  <a:lnTo>
                    <a:pt x="154277" y="373467"/>
                  </a:lnTo>
                  <a:lnTo>
                    <a:pt x="154369" y="374293"/>
                  </a:lnTo>
                  <a:lnTo>
                    <a:pt x="155325" y="374204"/>
                  </a:lnTo>
                  <a:lnTo>
                    <a:pt x="155533" y="374093"/>
                  </a:lnTo>
                  <a:lnTo>
                    <a:pt x="155804" y="374071"/>
                  </a:lnTo>
                  <a:lnTo>
                    <a:pt x="156091" y="374094"/>
                  </a:lnTo>
                  <a:lnTo>
                    <a:pt x="156300" y="374231"/>
                  </a:lnTo>
                  <a:lnTo>
                    <a:pt x="156591" y="374561"/>
                  </a:lnTo>
                  <a:lnTo>
                    <a:pt x="156562" y="374870"/>
                  </a:lnTo>
                  <a:lnTo>
                    <a:pt x="156794" y="375202"/>
                  </a:lnTo>
                  <a:lnTo>
                    <a:pt x="156959" y="375483"/>
                  </a:lnTo>
                  <a:lnTo>
                    <a:pt x="156895" y="375885"/>
                  </a:lnTo>
                  <a:lnTo>
                    <a:pt x="157002" y="376218"/>
                  </a:lnTo>
                  <a:lnTo>
                    <a:pt x="157479" y="376379"/>
                  </a:lnTo>
                  <a:lnTo>
                    <a:pt x="157747" y="376602"/>
                  </a:lnTo>
                  <a:lnTo>
                    <a:pt x="157365" y="377005"/>
                  </a:lnTo>
                  <a:lnTo>
                    <a:pt x="157380" y="377410"/>
                  </a:lnTo>
                  <a:lnTo>
                    <a:pt x="157430" y="377559"/>
                  </a:lnTo>
                  <a:lnTo>
                    <a:pt x="157578" y="377843"/>
                  </a:lnTo>
                  <a:lnTo>
                    <a:pt x="157813" y="378074"/>
                  </a:lnTo>
                  <a:lnTo>
                    <a:pt x="158022" y="378445"/>
                  </a:lnTo>
                  <a:lnTo>
                    <a:pt x="157763" y="378734"/>
                  </a:lnTo>
                  <a:lnTo>
                    <a:pt x="157481" y="378539"/>
                  </a:lnTo>
                  <a:lnTo>
                    <a:pt x="157222" y="378420"/>
                  </a:lnTo>
                  <a:lnTo>
                    <a:pt x="156749" y="378603"/>
                  </a:lnTo>
                  <a:lnTo>
                    <a:pt x="156395" y="378906"/>
                  </a:lnTo>
                  <a:lnTo>
                    <a:pt x="156276" y="379092"/>
                  </a:lnTo>
                  <a:lnTo>
                    <a:pt x="156129" y="379384"/>
                  </a:lnTo>
                  <a:lnTo>
                    <a:pt x="155982" y="379286"/>
                  </a:lnTo>
                  <a:lnTo>
                    <a:pt x="155619" y="379121"/>
                  </a:lnTo>
                  <a:lnTo>
                    <a:pt x="155420" y="379156"/>
                  </a:lnTo>
                  <a:lnTo>
                    <a:pt x="155124" y="379248"/>
                  </a:lnTo>
                  <a:lnTo>
                    <a:pt x="154992" y="379322"/>
                  </a:lnTo>
                  <a:lnTo>
                    <a:pt x="154809" y="379472"/>
                  </a:lnTo>
                  <a:lnTo>
                    <a:pt x="154626" y="379702"/>
                  </a:lnTo>
                  <a:lnTo>
                    <a:pt x="154524" y="379941"/>
                  </a:lnTo>
                  <a:lnTo>
                    <a:pt x="154328" y="379986"/>
                  </a:lnTo>
                  <a:lnTo>
                    <a:pt x="153919" y="380314"/>
                  </a:lnTo>
                  <a:lnTo>
                    <a:pt x="153813" y="380668"/>
                  </a:lnTo>
                  <a:lnTo>
                    <a:pt x="153644" y="381112"/>
                  </a:lnTo>
                  <a:lnTo>
                    <a:pt x="153424" y="380973"/>
                  </a:lnTo>
                  <a:lnTo>
                    <a:pt x="153230" y="381066"/>
                  </a:lnTo>
                  <a:lnTo>
                    <a:pt x="153101" y="381200"/>
                  </a:lnTo>
                  <a:lnTo>
                    <a:pt x="152976" y="381486"/>
                  </a:lnTo>
                  <a:lnTo>
                    <a:pt x="152783" y="381475"/>
                  </a:lnTo>
                  <a:lnTo>
                    <a:pt x="152527" y="381476"/>
                  </a:lnTo>
                  <a:lnTo>
                    <a:pt x="152314" y="381585"/>
                  </a:lnTo>
                  <a:lnTo>
                    <a:pt x="152049" y="381874"/>
                  </a:lnTo>
                  <a:lnTo>
                    <a:pt x="151960" y="382052"/>
                  </a:lnTo>
                  <a:lnTo>
                    <a:pt x="151930" y="382180"/>
                  </a:lnTo>
                  <a:lnTo>
                    <a:pt x="151984" y="382318"/>
                  </a:lnTo>
                  <a:lnTo>
                    <a:pt x="151536" y="382492"/>
                  </a:lnTo>
                  <a:lnTo>
                    <a:pt x="151385" y="382706"/>
                  </a:lnTo>
                  <a:lnTo>
                    <a:pt x="151294" y="382994"/>
                  </a:lnTo>
                  <a:lnTo>
                    <a:pt x="151248" y="383301"/>
                  </a:lnTo>
                  <a:lnTo>
                    <a:pt x="151250" y="383703"/>
                  </a:lnTo>
                  <a:lnTo>
                    <a:pt x="150624" y="384040"/>
                  </a:lnTo>
                  <a:lnTo>
                    <a:pt x="150576" y="383811"/>
                  </a:lnTo>
                  <a:lnTo>
                    <a:pt x="150678" y="383564"/>
                  </a:lnTo>
                  <a:lnTo>
                    <a:pt x="150751" y="383286"/>
                  </a:lnTo>
                  <a:lnTo>
                    <a:pt x="150674" y="382964"/>
                  </a:lnTo>
                  <a:lnTo>
                    <a:pt x="150875" y="382615"/>
                  </a:lnTo>
                  <a:lnTo>
                    <a:pt x="151017" y="382324"/>
                  </a:lnTo>
                  <a:lnTo>
                    <a:pt x="150706" y="382362"/>
                  </a:lnTo>
                  <a:lnTo>
                    <a:pt x="150468" y="382707"/>
                  </a:lnTo>
                  <a:lnTo>
                    <a:pt x="150424" y="382414"/>
                  </a:lnTo>
                  <a:lnTo>
                    <a:pt x="150448" y="382162"/>
                  </a:lnTo>
                  <a:lnTo>
                    <a:pt x="150194" y="382062"/>
                  </a:lnTo>
                  <a:lnTo>
                    <a:pt x="150127" y="381816"/>
                  </a:lnTo>
                  <a:lnTo>
                    <a:pt x="150143" y="381570"/>
                  </a:lnTo>
                  <a:lnTo>
                    <a:pt x="149763" y="381663"/>
                  </a:lnTo>
                  <a:lnTo>
                    <a:pt x="149720" y="382184"/>
                  </a:lnTo>
                  <a:lnTo>
                    <a:pt x="149966" y="382499"/>
                  </a:lnTo>
                  <a:lnTo>
                    <a:pt x="150388" y="382925"/>
                  </a:lnTo>
                  <a:lnTo>
                    <a:pt x="150247" y="383211"/>
                  </a:lnTo>
                  <a:lnTo>
                    <a:pt x="149852" y="383076"/>
                  </a:lnTo>
                  <a:lnTo>
                    <a:pt x="149528" y="382535"/>
                  </a:lnTo>
                  <a:lnTo>
                    <a:pt x="149469" y="382894"/>
                  </a:lnTo>
                  <a:lnTo>
                    <a:pt x="149155" y="382780"/>
                  </a:lnTo>
                  <a:lnTo>
                    <a:pt x="149709" y="383361"/>
                  </a:lnTo>
                  <a:lnTo>
                    <a:pt x="149981" y="383515"/>
                  </a:lnTo>
                  <a:lnTo>
                    <a:pt x="150180" y="383517"/>
                  </a:lnTo>
                  <a:lnTo>
                    <a:pt x="150021" y="383711"/>
                  </a:lnTo>
                  <a:lnTo>
                    <a:pt x="149861" y="383842"/>
                  </a:lnTo>
                  <a:lnTo>
                    <a:pt x="149755" y="384123"/>
                  </a:lnTo>
                  <a:lnTo>
                    <a:pt x="149602" y="384372"/>
                  </a:lnTo>
                  <a:lnTo>
                    <a:pt x="149236" y="384774"/>
                  </a:lnTo>
                  <a:lnTo>
                    <a:pt x="149102" y="385166"/>
                  </a:lnTo>
                  <a:lnTo>
                    <a:pt x="148879" y="385636"/>
                  </a:lnTo>
                  <a:lnTo>
                    <a:pt x="148670" y="385575"/>
                  </a:lnTo>
                  <a:lnTo>
                    <a:pt x="148403" y="385681"/>
                  </a:lnTo>
                  <a:lnTo>
                    <a:pt x="148247" y="385819"/>
                  </a:lnTo>
                  <a:lnTo>
                    <a:pt x="148139" y="385980"/>
                  </a:lnTo>
                  <a:lnTo>
                    <a:pt x="147876" y="386495"/>
                  </a:lnTo>
                  <a:lnTo>
                    <a:pt x="147700" y="387055"/>
                  </a:lnTo>
                  <a:lnTo>
                    <a:pt x="147652" y="387301"/>
                  </a:lnTo>
                  <a:lnTo>
                    <a:pt x="147620" y="388071"/>
                  </a:lnTo>
                  <a:lnTo>
                    <a:pt x="147645" y="388919"/>
                  </a:lnTo>
                  <a:lnTo>
                    <a:pt x="147665" y="389180"/>
                  </a:lnTo>
                  <a:lnTo>
                    <a:pt x="147821" y="389643"/>
                  </a:lnTo>
                  <a:lnTo>
                    <a:pt x="147719" y="389841"/>
                  </a:lnTo>
                  <a:lnTo>
                    <a:pt x="147551" y="390058"/>
                  </a:lnTo>
                  <a:lnTo>
                    <a:pt x="147393" y="390169"/>
                  </a:lnTo>
                  <a:lnTo>
                    <a:pt x="147160" y="390011"/>
                  </a:lnTo>
                  <a:lnTo>
                    <a:pt x="146965" y="389948"/>
                  </a:lnTo>
                  <a:lnTo>
                    <a:pt x="146724" y="389959"/>
                  </a:lnTo>
                  <a:lnTo>
                    <a:pt x="146673" y="389788"/>
                  </a:lnTo>
                  <a:lnTo>
                    <a:pt x="146121" y="389882"/>
                  </a:lnTo>
                  <a:lnTo>
                    <a:pt x="145646" y="389996"/>
                  </a:lnTo>
                  <a:lnTo>
                    <a:pt x="145303" y="390208"/>
                  </a:lnTo>
                  <a:lnTo>
                    <a:pt x="145018" y="390482"/>
                  </a:lnTo>
                  <a:lnTo>
                    <a:pt x="144780" y="390793"/>
                  </a:lnTo>
                  <a:lnTo>
                    <a:pt x="144588" y="391183"/>
                  </a:lnTo>
                  <a:lnTo>
                    <a:pt x="144541" y="391316"/>
                  </a:lnTo>
                  <a:lnTo>
                    <a:pt x="144255" y="391365"/>
                  </a:lnTo>
                  <a:lnTo>
                    <a:pt x="144047" y="391409"/>
                  </a:lnTo>
                  <a:lnTo>
                    <a:pt x="143837" y="391542"/>
                  </a:lnTo>
                  <a:lnTo>
                    <a:pt x="143671" y="391763"/>
                  </a:lnTo>
                  <a:lnTo>
                    <a:pt x="143507" y="392080"/>
                  </a:lnTo>
                  <a:lnTo>
                    <a:pt x="143453" y="392242"/>
                  </a:lnTo>
                  <a:lnTo>
                    <a:pt x="143397" y="392479"/>
                  </a:lnTo>
                  <a:lnTo>
                    <a:pt x="143366" y="392648"/>
                  </a:lnTo>
                  <a:lnTo>
                    <a:pt x="143326" y="393035"/>
                  </a:lnTo>
                  <a:lnTo>
                    <a:pt x="143404" y="393494"/>
                  </a:lnTo>
                  <a:lnTo>
                    <a:pt x="143264" y="393493"/>
                  </a:lnTo>
                  <a:lnTo>
                    <a:pt x="142396" y="393636"/>
                  </a:lnTo>
                  <a:lnTo>
                    <a:pt x="142265" y="394022"/>
                  </a:lnTo>
                  <a:lnTo>
                    <a:pt x="142211" y="394277"/>
                  </a:lnTo>
                  <a:lnTo>
                    <a:pt x="142154" y="394675"/>
                  </a:lnTo>
                  <a:lnTo>
                    <a:pt x="142083" y="394972"/>
                  </a:lnTo>
                  <a:lnTo>
                    <a:pt x="142110" y="395234"/>
                  </a:lnTo>
                  <a:lnTo>
                    <a:pt x="141924" y="395547"/>
                  </a:lnTo>
                  <a:lnTo>
                    <a:pt x="141491" y="395738"/>
                  </a:lnTo>
                  <a:lnTo>
                    <a:pt x="141286" y="396035"/>
                  </a:lnTo>
                  <a:lnTo>
                    <a:pt x="141050" y="396096"/>
                  </a:lnTo>
                  <a:lnTo>
                    <a:pt x="140890" y="395674"/>
                  </a:lnTo>
                  <a:lnTo>
                    <a:pt x="140920" y="395449"/>
                  </a:lnTo>
                  <a:lnTo>
                    <a:pt x="140598" y="394508"/>
                  </a:lnTo>
                  <a:lnTo>
                    <a:pt x="140864" y="394391"/>
                  </a:lnTo>
                  <a:lnTo>
                    <a:pt x="141272" y="394071"/>
                  </a:lnTo>
                  <a:lnTo>
                    <a:pt x="141571" y="393613"/>
                  </a:lnTo>
                  <a:lnTo>
                    <a:pt x="141834" y="393273"/>
                  </a:lnTo>
                  <a:lnTo>
                    <a:pt x="142013" y="392909"/>
                  </a:lnTo>
                  <a:lnTo>
                    <a:pt x="142047" y="392648"/>
                  </a:lnTo>
                  <a:lnTo>
                    <a:pt x="142078" y="392425"/>
                  </a:lnTo>
                  <a:lnTo>
                    <a:pt x="142814" y="391991"/>
                  </a:lnTo>
                  <a:lnTo>
                    <a:pt x="142973" y="391782"/>
                  </a:lnTo>
                  <a:lnTo>
                    <a:pt x="142218" y="391454"/>
                  </a:lnTo>
                  <a:lnTo>
                    <a:pt x="142273" y="391248"/>
                  </a:lnTo>
                  <a:lnTo>
                    <a:pt x="141989" y="391028"/>
                  </a:lnTo>
                  <a:lnTo>
                    <a:pt x="141661" y="390651"/>
                  </a:lnTo>
                  <a:lnTo>
                    <a:pt x="141702" y="390410"/>
                  </a:lnTo>
                  <a:lnTo>
                    <a:pt x="141754" y="390245"/>
                  </a:lnTo>
                  <a:lnTo>
                    <a:pt x="141992" y="389992"/>
                  </a:lnTo>
                  <a:lnTo>
                    <a:pt x="141898" y="389894"/>
                  </a:lnTo>
                  <a:lnTo>
                    <a:pt x="141651" y="390180"/>
                  </a:lnTo>
                  <a:lnTo>
                    <a:pt x="141504" y="390400"/>
                  </a:lnTo>
                  <a:lnTo>
                    <a:pt x="141521" y="390790"/>
                  </a:lnTo>
                  <a:lnTo>
                    <a:pt x="141090" y="391022"/>
                  </a:lnTo>
                  <a:lnTo>
                    <a:pt x="140951" y="390767"/>
                  </a:lnTo>
                  <a:lnTo>
                    <a:pt x="140395" y="390338"/>
                  </a:lnTo>
                  <a:lnTo>
                    <a:pt x="139971" y="390118"/>
                  </a:lnTo>
                  <a:lnTo>
                    <a:pt x="139821" y="390029"/>
                  </a:lnTo>
                  <a:lnTo>
                    <a:pt x="139727" y="389845"/>
                  </a:lnTo>
                  <a:lnTo>
                    <a:pt x="139351" y="389312"/>
                  </a:lnTo>
                  <a:lnTo>
                    <a:pt x="139204" y="389545"/>
                  </a:lnTo>
                  <a:lnTo>
                    <a:pt x="139487" y="389434"/>
                  </a:lnTo>
                  <a:lnTo>
                    <a:pt x="139557" y="389682"/>
                  </a:lnTo>
                  <a:lnTo>
                    <a:pt x="139587" y="389923"/>
                  </a:lnTo>
                  <a:lnTo>
                    <a:pt x="139708" y="390119"/>
                  </a:lnTo>
                  <a:lnTo>
                    <a:pt x="139745" y="390390"/>
                  </a:lnTo>
                  <a:lnTo>
                    <a:pt x="139622" y="390656"/>
                  </a:lnTo>
                  <a:lnTo>
                    <a:pt x="139535" y="390791"/>
                  </a:lnTo>
                  <a:lnTo>
                    <a:pt x="139103" y="391366"/>
                  </a:lnTo>
                  <a:lnTo>
                    <a:pt x="138865" y="392014"/>
                  </a:lnTo>
                  <a:lnTo>
                    <a:pt x="138830" y="392164"/>
                  </a:lnTo>
                  <a:lnTo>
                    <a:pt x="138819" y="392360"/>
                  </a:lnTo>
                  <a:lnTo>
                    <a:pt x="139101" y="392764"/>
                  </a:lnTo>
                  <a:lnTo>
                    <a:pt x="139252" y="393041"/>
                  </a:lnTo>
                  <a:lnTo>
                    <a:pt x="139250" y="393175"/>
                  </a:lnTo>
                  <a:lnTo>
                    <a:pt x="139365" y="393382"/>
                  </a:lnTo>
                  <a:lnTo>
                    <a:pt x="139498" y="393650"/>
                  </a:lnTo>
                  <a:lnTo>
                    <a:pt x="139397" y="393941"/>
                  </a:lnTo>
                  <a:lnTo>
                    <a:pt x="138689" y="394240"/>
                  </a:lnTo>
                  <a:lnTo>
                    <a:pt x="138392" y="394431"/>
                  </a:lnTo>
                  <a:lnTo>
                    <a:pt x="138109" y="394673"/>
                  </a:lnTo>
                  <a:lnTo>
                    <a:pt x="137863" y="394916"/>
                  </a:lnTo>
                  <a:lnTo>
                    <a:pt x="137220" y="395452"/>
                  </a:lnTo>
                  <a:lnTo>
                    <a:pt x="137080" y="395641"/>
                  </a:lnTo>
                  <a:lnTo>
                    <a:pt x="136757" y="396160"/>
                  </a:lnTo>
                  <a:lnTo>
                    <a:pt x="136557" y="396537"/>
                  </a:lnTo>
                  <a:lnTo>
                    <a:pt x="136444" y="396794"/>
                  </a:lnTo>
                  <a:lnTo>
                    <a:pt x="136313" y="397178"/>
                  </a:lnTo>
                  <a:lnTo>
                    <a:pt x="136193" y="397607"/>
                  </a:lnTo>
                  <a:lnTo>
                    <a:pt x="136114" y="397984"/>
                  </a:lnTo>
                  <a:lnTo>
                    <a:pt x="136023" y="398511"/>
                  </a:lnTo>
                  <a:lnTo>
                    <a:pt x="135990" y="399178"/>
                  </a:lnTo>
                  <a:lnTo>
                    <a:pt x="135972" y="399404"/>
                  </a:lnTo>
                  <a:lnTo>
                    <a:pt x="135980" y="399782"/>
                  </a:lnTo>
                  <a:lnTo>
                    <a:pt x="136011" y="400060"/>
                  </a:lnTo>
                  <a:lnTo>
                    <a:pt x="136050" y="400355"/>
                  </a:lnTo>
                  <a:lnTo>
                    <a:pt x="136073" y="400509"/>
                  </a:lnTo>
                  <a:lnTo>
                    <a:pt x="136123" y="400689"/>
                  </a:lnTo>
                  <a:lnTo>
                    <a:pt x="136194" y="400879"/>
                  </a:lnTo>
                  <a:lnTo>
                    <a:pt x="136304" y="401108"/>
                  </a:lnTo>
                  <a:lnTo>
                    <a:pt x="136720" y="401530"/>
                  </a:lnTo>
                  <a:lnTo>
                    <a:pt x="136565" y="401752"/>
                  </a:lnTo>
                  <a:lnTo>
                    <a:pt x="136405" y="401876"/>
                  </a:lnTo>
                  <a:lnTo>
                    <a:pt x="136285" y="402007"/>
                  </a:lnTo>
                  <a:lnTo>
                    <a:pt x="136032" y="402337"/>
                  </a:lnTo>
                  <a:lnTo>
                    <a:pt x="135483" y="403091"/>
                  </a:lnTo>
                  <a:lnTo>
                    <a:pt x="135474" y="403268"/>
                  </a:lnTo>
                  <a:lnTo>
                    <a:pt x="135437" y="403570"/>
                  </a:lnTo>
                  <a:lnTo>
                    <a:pt x="135288" y="403820"/>
                  </a:lnTo>
                  <a:lnTo>
                    <a:pt x="134787" y="404010"/>
                  </a:lnTo>
                  <a:lnTo>
                    <a:pt x="134678" y="404356"/>
                  </a:lnTo>
                  <a:lnTo>
                    <a:pt x="134659" y="404781"/>
                  </a:lnTo>
                  <a:lnTo>
                    <a:pt x="134551" y="405141"/>
                  </a:lnTo>
                  <a:lnTo>
                    <a:pt x="134228" y="405041"/>
                  </a:lnTo>
                  <a:lnTo>
                    <a:pt x="134296" y="404390"/>
                  </a:lnTo>
                  <a:lnTo>
                    <a:pt x="134322" y="404032"/>
                  </a:lnTo>
                  <a:lnTo>
                    <a:pt x="134484" y="404011"/>
                  </a:lnTo>
                  <a:lnTo>
                    <a:pt x="134778" y="403873"/>
                  </a:lnTo>
                  <a:lnTo>
                    <a:pt x="134803" y="403216"/>
                  </a:lnTo>
                  <a:lnTo>
                    <a:pt x="134438" y="402641"/>
                  </a:lnTo>
                  <a:lnTo>
                    <a:pt x="134607" y="402139"/>
                  </a:lnTo>
                  <a:lnTo>
                    <a:pt x="134872" y="401812"/>
                  </a:lnTo>
                  <a:lnTo>
                    <a:pt x="135152" y="401492"/>
                  </a:lnTo>
                  <a:lnTo>
                    <a:pt x="135437" y="401199"/>
                  </a:lnTo>
                  <a:lnTo>
                    <a:pt x="135468" y="401033"/>
                  </a:lnTo>
                  <a:lnTo>
                    <a:pt x="135540" y="400467"/>
                  </a:lnTo>
                  <a:lnTo>
                    <a:pt x="135546" y="400135"/>
                  </a:lnTo>
                  <a:lnTo>
                    <a:pt x="135243" y="399326"/>
                  </a:lnTo>
                  <a:lnTo>
                    <a:pt x="135237" y="399068"/>
                  </a:lnTo>
                  <a:lnTo>
                    <a:pt x="135186" y="398930"/>
                  </a:lnTo>
                  <a:lnTo>
                    <a:pt x="135092" y="398720"/>
                  </a:lnTo>
                  <a:lnTo>
                    <a:pt x="134911" y="398392"/>
                  </a:lnTo>
                  <a:lnTo>
                    <a:pt x="135098" y="398153"/>
                  </a:lnTo>
                  <a:lnTo>
                    <a:pt x="134803" y="397786"/>
                  </a:lnTo>
                  <a:lnTo>
                    <a:pt x="134661" y="397512"/>
                  </a:lnTo>
                  <a:lnTo>
                    <a:pt x="134468" y="397367"/>
                  </a:lnTo>
                  <a:lnTo>
                    <a:pt x="134008" y="397335"/>
                  </a:lnTo>
                  <a:lnTo>
                    <a:pt x="133633" y="396953"/>
                  </a:lnTo>
                  <a:lnTo>
                    <a:pt x="133812" y="396683"/>
                  </a:lnTo>
                  <a:lnTo>
                    <a:pt x="133481" y="396384"/>
                  </a:lnTo>
                  <a:lnTo>
                    <a:pt x="133452" y="396689"/>
                  </a:lnTo>
                  <a:lnTo>
                    <a:pt x="133191" y="396586"/>
                  </a:lnTo>
                  <a:lnTo>
                    <a:pt x="132716" y="396065"/>
                  </a:lnTo>
                  <a:lnTo>
                    <a:pt x="132440" y="396037"/>
                  </a:lnTo>
                  <a:lnTo>
                    <a:pt x="131975" y="395910"/>
                  </a:lnTo>
                  <a:lnTo>
                    <a:pt x="131666" y="395748"/>
                  </a:lnTo>
                  <a:lnTo>
                    <a:pt x="131305" y="395552"/>
                  </a:lnTo>
                  <a:lnTo>
                    <a:pt x="131107" y="395499"/>
                  </a:lnTo>
                  <a:lnTo>
                    <a:pt x="130774" y="395342"/>
                  </a:lnTo>
                  <a:lnTo>
                    <a:pt x="130324" y="395434"/>
                  </a:lnTo>
                  <a:lnTo>
                    <a:pt x="130161" y="395358"/>
                  </a:lnTo>
                  <a:lnTo>
                    <a:pt x="129917" y="395389"/>
                  </a:lnTo>
                  <a:lnTo>
                    <a:pt x="129450" y="395357"/>
                  </a:lnTo>
                  <a:lnTo>
                    <a:pt x="129256" y="395324"/>
                  </a:lnTo>
                  <a:lnTo>
                    <a:pt x="128910" y="395187"/>
                  </a:lnTo>
                  <a:lnTo>
                    <a:pt x="128568" y="394896"/>
                  </a:lnTo>
                  <a:lnTo>
                    <a:pt x="128443" y="394669"/>
                  </a:lnTo>
                  <a:lnTo>
                    <a:pt x="128291" y="394519"/>
                  </a:lnTo>
                  <a:lnTo>
                    <a:pt x="127616" y="394258"/>
                  </a:lnTo>
                  <a:lnTo>
                    <a:pt x="126683" y="394399"/>
                  </a:lnTo>
                  <a:lnTo>
                    <a:pt x="126474" y="394720"/>
                  </a:lnTo>
                  <a:lnTo>
                    <a:pt x="126830" y="394693"/>
                  </a:lnTo>
                  <a:lnTo>
                    <a:pt x="126998" y="394872"/>
                  </a:lnTo>
                  <a:lnTo>
                    <a:pt x="127173" y="395406"/>
                  </a:lnTo>
                  <a:lnTo>
                    <a:pt x="127334" y="395498"/>
                  </a:lnTo>
                  <a:lnTo>
                    <a:pt x="127657" y="395648"/>
                  </a:lnTo>
                  <a:lnTo>
                    <a:pt x="127940" y="395719"/>
                  </a:lnTo>
                  <a:lnTo>
                    <a:pt x="128092" y="395751"/>
                  </a:lnTo>
                  <a:lnTo>
                    <a:pt x="128520" y="395823"/>
                  </a:lnTo>
                  <a:lnTo>
                    <a:pt x="128788" y="395836"/>
                  </a:lnTo>
                  <a:lnTo>
                    <a:pt x="129260" y="395744"/>
                  </a:lnTo>
                  <a:lnTo>
                    <a:pt x="129625" y="395836"/>
                  </a:lnTo>
                  <a:lnTo>
                    <a:pt x="130018" y="396097"/>
                  </a:lnTo>
                  <a:lnTo>
                    <a:pt x="130125" y="396264"/>
                  </a:lnTo>
                  <a:lnTo>
                    <a:pt x="130196" y="396876"/>
                  </a:lnTo>
                  <a:lnTo>
                    <a:pt x="130194" y="397091"/>
                  </a:lnTo>
                  <a:lnTo>
                    <a:pt x="130395" y="397402"/>
                  </a:lnTo>
                  <a:lnTo>
                    <a:pt x="130596" y="397686"/>
                  </a:lnTo>
                  <a:lnTo>
                    <a:pt x="130726" y="397816"/>
                  </a:lnTo>
                  <a:lnTo>
                    <a:pt x="130877" y="398039"/>
                  </a:lnTo>
                  <a:lnTo>
                    <a:pt x="130740" y="398206"/>
                  </a:lnTo>
                  <a:lnTo>
                    <a:pt x="130408" y="398698"/>
                  </a:lnTo>
                  <a:lnTo>
                    <a:pt x="130332" y="398894"/>
                  </a:lnTo>
                  <a:lnTo>
                    <a:pt x="130143" y="399259"/>
                  </a:lnTo>
                  <a:lnTo>
                    <a:pt x="130441" y="399570"/>
                  </a:lnTo>
                  <a:lnTo>
                    <a:pt x="129985" y="399926"/>
                  </a:lnTo>
                  <a:lnTo>
                    <a:pt x="129773" y="400140"/>
                  </a:lnTo>
                  <a:lnTo>
                    <a:pt x="129580" y="400198"/>
                  </a:lnTo>
                  <a:lnTo>
                    <a:pt x="129419" y="400202"/>
                  </a:lnTo>
                  <a:lnTo>
                    <a:pt x="129360" y="400497"/>
                  </a:lnTo>
                  <a:lnTo>
                    <a:pt x="129365" y="400669"/>
                  </a:lnTo>
                  <a:lnTo>
                    <a:pt x="129443" y="401353"/>
                  </a:lnTo>
                  <a:lnTo>
                    <a:pt x="129155" y="401535"/>
                  </a:lnTo>
                  <a:lnTo>
                    <a:pt x="128941" y="401671"/>
                  </a:lnTo>
                  <a:lnTo>
                    <a:pt x="128756" y="401857"/>
                  </a:lnTo>
                  <a:lnTo>
                    <a:pt x="128467" y="402307"/>
                  </a:lnTo>
                  <a:lnTo>
                    <a:pt x="128302" y="402600"/>
                  </a:lnTo>
                  <a:lnTo>
                    <a:pt x="127987" y="403224"/>
                  </a:lnTo>
                  <a:lnTo>
                    <a:pt x="127816" y="403127"/>
                  </a:lnTo>
                  <a:lnTo>
                    <a:pt x="127526" y="402794"/>
                  </a:lnTo>
                  <a:lnTo>
                    <a:pt x="127052" y="402429"/>
                  </a:lnTo>
                  <a:lnTo>
                    <a:pt x="126920" y="402364"/>
                  </a:lnTo>
                  <a:lnTo>
                    <a:pt x="126785" y="402631"/>
                  </a:lnTo>
                  <a:lnTo>
                    <a:pt x="127115" y="402798"/>
                  </a:lnTo>
                  <a:lnTo>
                    <a:pt x="127425" y="403018"/>
                  </a:lnTo>
                  <a:lnTo>
                    <a:pt x="127587" y="403289"/>
                  </a:lnTo>
                  <a:lnTo>
                    <a:pt x="127731" y="403570"/>
                  </a:lnTo>
                  <a:lnTo>
                    <a:pt x="127848" y="403800"/>
                  </a:lnTo>
                  <a:lnTo>
                    <a:pt x="127889" y="403996"/>
                  </a:lnTo>
                  <a:lnTo>
                    <a:pt x="128282" y="404105"/>
                  </a:lnTo>
                  <a:lnTo>
                    <a:pt x="128448" y="403890"/>
                  </a:lnTo>
                  <a:lnTo>
                    <a:pt x="128844" y="403975"/>
                  </a:lnTo>
                  <a:lnTo>
                    <a:pt x="129048" y="404039"/>
                  </a:lnTo>
                  <a:lnTo>
                    <a:pt x="129323" y="403922"/>
                  </a:lnTo>
                  <a:lnTo>
                    <a:pt x="129318" y="403579"/>
                  </a:lnTo>
                  <a:lnTo>
                    <a:pt x="129601" y="403542"/>
                  </a:lnTo>
                  <a:lnTo>
                    <a:pt x="129965" y="403627"/>
                  </a:lnTo>
                  <a:lnTo>
                    <a:pt x="130029" y="403416"/>
                  </a:lnTo>
                  <a:lnTo>
                    <a:pt x="130203" y="403028"/>
                  </a:lnTo>
                  <a:lnTo>
                    <a:pt x="130633" y="403153"/>
                  </a:lnTo>
                  <a:lnTo>
                    <a:pt x="130692" y="403351"/>
                  </a:lnTo>
                  <a:lnTo>
                    <a:pt x="130636" y="403616"/>
                  </a:lnTo>
                  <a:lnTo>
                    <a:pt x="131040" y="403523"/>
                  </a:lnTo>
                  <a:lnTo>
                    <a:pt x="131272" y="403585"/>
                  </a:lnTo>
                  <a:lnTo>
                    <a:pt x="131450" y="403941"/>
                  </a:lnTo>
                  <a:lnTo>
                    <a:pt x="131696" y="404002"/>
                  </a:lnTo>
                  <a:lnTo>
                    <a:pt x="131910" y="404072"/>
                  </a:lnTo>
                  <a:lnTo>
                    <a:pt x="131533" y="404837"/>
                  </a:lnTo>
                  <a:lnTo>
                    <a:pt x="131394" y="405366"/>
                  </a:lnTo>
                  <a:lnTo>
                    <a:pt x="131063" y="405331"/>
                  </a:lnTo>
                  <a:lnTo>
                    <a:pt x="130931" y="405065"/>
                  </a:lnTo>
                  <a:lnTo>
                    <a:pt x="130551" y="404754"/>
                  </a:lnTo>
                  <a:lnTo>
                    <a:pt x="130405" y="404814"/>
                  </a:lnTo>
                  <a:lnTo>
                    <a:pt x="130069" y="405070"/>
                  </a:lnTo>
                  <a:lnTo>
                    <a:pt x="130017" y="405337"/>
                  </a:lnTo>
                  <a:lnTo>
                    <a:pt x="129650" y="406008"/>
                  </a:lnTo>
                  <a:lnTo>
                    <a:pt x="129581" y="406157"/>
                  </a:lnTo>
                  <a:lnTo>
                    <a:pt x="129470" y="406497"/>
                  </a:lnTo>
                  <a:lnTo>
                    <a:pt x="129460" y="406828"/>
                  </a:lnTo>
                  <a:lnTo>
                    <a:pt x="129461" y="407046"/>
                  </a:lnTo>
                  <a:lnTo>
                    <a:pt x="129475" y="407235"/>
                  </a:lnTo>
                  <a:lnTo>
                    <a:pt x="129942" y="407610"/>
                  </a:lnTo>
                  <a:lnTo>
                    <a:pt x="130255" y="407928"/>
                  </a:lnTo>
                  <a:lnTo>
                    <a:pt x="130067" y="408226"/>
                  </a:lnTo>
                  <a:lnTo>
                    <a:pt x="129662" y="408196"/>
                  </a:lnTo>
                  <a:lnTo>
                    <a:pt x="129218" y="408339"/>
                  </a:lnTo>
                  <a:lnTo>
                    <a:pt x="128722" y="407964"/>
                  </a:lnTo>
                  <a:lnTo>
                    <a:pt x="128384" y="407985"/>
                  </a:lnTo>
                  <a:lnTo>
                    <a:pt x="128313" y="407746"/>
                  </a:lnTo>
                  <a:lnTo>
                    <a:pt x="127979" y="407789"/>
                  </a:lnTo>
                  <a:lnTo>
                    <a:pt x="127443" y="408301"/>
                  </a:lnTo>
                  <a:lnTo>
                    <a:pt x="127275" y="408652"/>
                  </a:lnTo>
                  <a:lnTo>
                    <a:pt x="127187" y="408908"/>
                  </a:lnTo>
                  <a:lnTo>
                    <a:pt x="127125" y="409150"/>
                  </a:lnTo>
                  <a:lnTo>
                    <a:pt x="127067" y="409449"/>
                  </a:lnTo>
                  <a:lnTo>
                    <a:pt x="127059" y="409644"/>
                  </a:lnTo>
                  <a:lnTo>
                    <a:pt x="127048" y="410137"/>
                  </a:lnTo>
                  <a:lnTo>
                    <a:pt x="127059" y="410316"/>
                  </a:lnTo>
                  <a:lnTo>
                    <a:pt x="127118" y="410666"/>
                  </a:lnTo>
                  <a:lnTo>
                    <a:pt x="127901" y="411099"/>
                  </a:lnTo>
                  <a:lnTo>
                    <a:pt x="127932" y="411758"/>
                  </a:lnTo>
                  <a:lnTo>
                    <a:pt x="127416" y="411440"/>
                  </a:lnTo>
                  <a:lnTo>
                    <a:pt x="127265" y="411501"/>
                  </a:lnTo>
                  <a:lnTo>
                    <a:pt x="126870" y="411737"/>
                  </a:lnTo>
                  <a:lnTo>
                    <a:pt x="126629" y="411774"/>
                  </a:lnTo>
                  <a:lnTo>
                    <a:pt x="126449" y="411775"/>
                  </a:lnTo>
                  <a:lnTo>
                    <a:pt x="126247" y="411815"/>
                  </a:lnTo>
                  <a:lnTo>
                    <a:pt x="126091" y="411858"/>
                  </a:lnTo>
                  <a:lnTo>
                    <a:pt x="125900" y="411933"/>
                  </a:lnTo>
                  <a:lnTo>
                    <a:pt x="125612" y="412046"/>
                  </a:lnTo>
                  <a:lnTo>
                    <a:pt x="125149" y="412094"/>
                  </a:lnTo>
                  <a:lnTo>
                    <a:pt x="124923" y="411838"/>
                  </a:lnTo>
                  <a:lnTo>
                    <a:pt x="124765" y="411785"/>
                  </a:lnTo>
                  <a:lnTo>
                    <a:pt x="124365" y="411784"/>
                  </a:lnTo>
                  <a:lnTo>
                    <a:pt x="124169" y="411831"/>
                  </a:lnTo>
                  <a:lnTo>
                    <a:pt x="123628" y="411969"/>
                  </a:lnTo>
                  <a:lnTo>
                    <a:pt x="123328" y="412104"/>
                  </a:lnTo>
                  <a:lnTo>
                    <a:pt x="123131" y="412185"/>
                  </a:lnTo>
                  <a:lnTo>
                    <a:pt x="122852" y="412169"/>
                  </a:lnTo>
                  <a:lnTo>
                    <a:pt x="122833" y="411999"/>
                  </a:lnTo>
                  <a:lnTo>
                    <a:pt x="123353" y="411485"/>
                  </a:lnTo>
                  <a:lnTo>
                    <a:pt x="123546" y="411246"/>
                  </a:lnTo>
                  <a:lnTo>
                    <a:pt x="123671" y="411100"/>
                  </a:lnTo>
                  <a:lnTo>
                    <a:pt x="123853" y="410895"/>
                  </a:lnTo>
                  <a:lnTo>
                    <a:pt x="123991" y="410726"/>
                  </a:lnTo>
                  <a:lnTo>
                    <a:pt x="124301" y="410491"/>
                  </a:lnTo>
                  <a:lnTo>
                    <a:pt x="124622" y="410360"/>
                  </a:lnTo>
                  <a:lnTo>
                    <a:pt x="124792" y="409953"/>
                  </a:lnTo>
                  <a:lnTo>
                    <a:pt x="125390" y="409192"/>
                  </a:lnTo>
                  <a:lnTo>
                    <a:pt x="125238" y="408744"/>
                  </a:lnTo>
                  <a:lnTo>
                    <a:pt x="124717" y="407349"/>
                  </a:lnTo>
                  <a:lnTo>
                    <a:pt x="124527" y="407248"/>
                  </a:lnTo>
                  <a:lnTo>
                    <a:pt x="124334" y="407244"/>
                  </a:lnTo>
                  <a:lnTo>
                    <a:pt x="124162" y="407207"/>
                  </a:lnTo>
                  <a:lnTo>
                    <a:pt x="124105" y="407012"/>
                  </a:lnTo>
                  <a:lnTo>
                    <a:pt x="123856" y="406569"/>
                  </a:lnTo>
                  <a:lnTo>
                    <a:pt x="123933" y="406289"/>
                  </a:lnTo>
                  <a:lnTo>
                    <a:pt x="124375" y="405943"/>
                  </a:lnTo>
                  <a:lnTo>
                    <a:pt x="124524" y="405670"/>
                  </a:lnTo>
                  <a:lnTo>
                    <a:pt x="124693" y="405447"/>
                  </a:lnTo>
                  <a:lnTo>
                    <a:pt x="124791" y="404984"/>
                  </a:lnTo>
                  <a:lnTo>
                    <a:pt x="124535" y="404607"/>
                  </a:lnTo>
                  <a:lnTo>
                    <a:pt x="124408" y="404459"/>
                  </a:lnTo>
                  <a:lnTo>
                    <a:pt x="124298" y="404276"/>
                  </a:lnTo>
                  <a:lnTo>
                    <a:pt x="124395" y="403482"/>
                  </a:lnTo>
                  <a:lnTo>
                    <a:pt x="124922" y="403038"/>
                  </a:lnTo>
                  <a:lnTo>
                    <a:pt x="125128" y="402846"/>
                  </a:lnTo>
                  <a:lnTo>
                    <a:pt x="124992" y="402683"/>
                  </a:lnTo>
                  <a:lnTo>
                    <a:pt x="125185" y="402472"/>
                  </a:lnTo>
                  <a:lnTo>
                    <a:pt x="125444" y="402246"/>
                  </a:lnTo>
                  <a:lnTo>
                    <a:pt x="125849" y="402015"/>
                  </a:lnTo>
                  <a:lnTo>
                    <a:pt x="125992" y="401995"/>
                  </a:lnTo>
                  <a:lnTo>
                    <a:pt x="126143" y="402004"/>
                  </a:lnTo>
                  <a:lnTo>
                    <a:pt x="126291" y="402126"/>
                  </a:lnTo>
                  <a:lnTo>
                    <a:pt x="126680" y="402330"/>
                  </a:lnTo>
                  <a:lnTo>
                    <a:pt x="126443" y="402014"/>
                  </a:lnTo>
                  <a:lnTo>
                    <a:pt x="126301" y="401832"/>
                  </a:lnTo>
                  <a:lnTo>
                    <a:pt x="125600" y="401858"/>
                  </a:lnTo>
                  <a:lnTo>
                    <a:pt x="125445" y="401993"/>
                  </a:lnTo>
                  <a:lnTo>
                    <a:pt x="124711" y="402669"/>
                  </a:lnTo>
                  <a:lnTo>
                    <a:pt x="124684" y="402841"/>
                  </a:lnTo>
                  <a:lnTo>
                    <a:pt x="124369" y="403193"/>
                  </a:lnTo>
                  <a:lnTo>
                    <a:pt x="123983" y="403460"/>
                  </a:lnTo>
                  <a:lnTo>
                    <a:pt x="123843" y="403426"/>
                  </a:lnTo>
                  <a:lnTo>
                    <a:pt x="123464" y="403454"/>
                  </a:lnTo>
                  <a:lnTo>
                    <a:pt x="123086" y="403485"/>
                  </a:lnTo>
                  <a:lnTo>
                    <a:pt x="122842" y="403222"/>
                  </a:lnTo>
                  <a:lnTo>
                    <a:pt x="122721" y="403444"/>
                  </a:lnTo>
                  <a:lnTo>
                    <a:pt x="122767" y="403784"/>
                  </a:lnTo>
                  <a:lnTo>
                    <a:pt x="122494" y="403933"/>
                  </a:lnTo>
                  <a:lnTo>
                    <a:pt x="122296" y="403991"/>
                  </a:lnTo>
                  <a:lnTo>
                    <a:pt x="121655" y="404144"/>
                  </a:lnTo>
                  <a:lnTo>
                    <a:pt x="121226" y="404317"/>
                  </a:lnTo>
                  <a:lnTo>
                    <a:pt x="121064" y="404345"/>
                  </a:lnTo>
                  <a:lnTo>
                    <a:pt x="121010" y="404635"/>
                  </a:lnTo>
                  <a:lnTo>
                    <a:pt x="120965" y="404958"/>
                  </a:lnTo>
                  <a:lnTo>
                    <a:pt x="120860" y="405399"/>
                  </a:lnTo>
                  <a:lnTo>
                    <a:pt x="120908" y="405598"/>
                  </a:lnTo>
                  <a:lnTo>
                    <a:pt x="121052" y="406150"/>
                  </a:lnTo>
                  <a:lnTo>
                    <a:pt x="121090" y="406371"/>
                  </a:lnTo>
                  <a:lnTo>
                    <a:pt x="121136" y="406547"/>
                  </a:lnTo>
                  <a:lnTo>
                    <a:pt x="121203" y="406779"/>
                  </a:lnTo>
                  <a:lnTo>
                    <a:pt x="121247" y="406970"/>
                  </a:lnTo>
                  <a:lnTo>
                    <a:pt x="121038" y="407097"/>
                  </a:lnTo>
                  <a:lnTo>
                    <a:pt x="120703" y="407391"/>
                  </a:lnTo>
                  <a:lnTo>
                    <a:pt x="120696" y="407527"/>
                  </a:lnTo>
                  <a:lnTo>
                    <a:pt x="120704" y="407687"/>
                  </a:lnTo>
                  <a:lnTo>
                    <a:pt x="120692" y="407866"/>
                  </a:lnTo>
                  <a:lnTo>
                    <a:pt x="120773" y="408343"/>
                  </a:lnTo>
                  <a:lnTo>
                    <a:pt x="120859" y="408529"/>
                  </a:lnTo>
                  <a:lnTo>
                    <a:pt x="121017" y="408787"/>
                  </a:lnTo>
                  <a:lnTo>
                    <a:pt x="121325" y="409207"/>
                  </a:lnTo>
                  <a:lnTo>
                    <a:pt x="121278" y="409412"/>
                  </a:lnTo>
                  <a:lnTo>
                    <a:pt x="121106" y="409585"/>
                  </a:lnTo>
                  <a:lnTo>
                    <a:pt x="120820" y="409633"/>
                  </a:lnTo>
                  <a:lnTo>
                    <a:pt x="120252" y="409737"/>
                  </a:lnTo>
                  <a:lnTo>
                    <a:pt x="120151" y="410294"/>
                  </a:lnTo>
                  <a:lnTo>
                    <a:pt x="119970" y="410540"/>
                  </a:lnTo>
                  <a:lnTo>
                    <a:pt x="119709" y="410599"/>
                  </a:lnTo>
                  <a:lnTo>
                    <a:pt x="119245" y="410727"/>
                  </a:lnTo>
                  <a:lnTo>
                    <a:pt x="119197" y="410435"/>
                  </a:lnTo>
                  <a:lnTo>
                    <a:pt x="119199" y="410061"/>
                  </a:lnTo>
                  <a:lnTo>
                    <a:pt x="119101" y="409506"/>
                  </a:lnTo>
                  <a:lnTo>
                    <a:pt x="119238" y="409212"/>
                  </a:lnTo>
                  <a:lnTo>
                    <a:pt x="119398" y="408969"/>
                  </a:lnTo>
                  <a:lnTo>
                    <a:pt x="119396" y="408763"/>
                  </a:lnTo>
                  <a:lnTo>
                    <a:pt x="119660" y="408027"/>
                  </a:lnTo>
                  <a:lnTo>
                    <a:pt x="119712" y="407845"/>
                  </a:lnTo>
                  <a:lnTo>
                    <a:pt x="119870" y="407333"/>
                  </a:lnTo>
                  <a:lnTo>
                    <a:pt x="119583" y="406795"/>
                  </a:lnTo>
                  <a:lnTo>
                    <a:pt x="119369" y="406598"/>
                  </a:lnTo>
                  <a:lnTo>
                    <a:pt x="119288" y="406645"/>
                  </a:lnTo>
                  <a:lnTo>
                    <a:pt x="119419" y="406752"/>
                  </a:lnTo>
                  <a:lnTo>
                    <a:pt x="119534" y="406983"/>
                  </a:lnTo>
                  <a:lnTo>
                    <a:pt x="119636" y="407282"/>
                  </a:lnTo>
                  <a:lnTo>
                    <a:pt x="119284" y="407344"/>
                  </a:lnTo>
                  <a:lnTo>
                    <a:pt x="119284" y="407513"/>
                  </a:lnTo>
                  <a:lnTo>
                    <a:pt x="119257" y="407830"/>
                  </a:lnTo>
                  <a:lnTo>
                    <a:pt x="118978" y="407737"/>
                  </a:lnTo>
                  <a:lnTo>
                    <a:pt x="118883" y="407385"/>
                  </a:lnTo>
                  <a:lnTo>
                    <a:pt x="118806" y="407225"/>
                  </a:lnTo>
                  <a:lnTo>
                    <a:pt x="118249" y="407016"/>
                  </a:lnTo>
                  <a:lnTo>
                    <a:pt x="118283" y="407184"/>
                  </a:lnTo>
                  <a:lnTo>
                    <a:pt x="118623" y="407653"/>
                  </a:lnTo>
                  <a:lnTo>
                    <a:pt x="118576" y="407945"/>
                  </a:lnTo>
                  <a:lnTo>
                    <a:pt x="118340" y="407955"/>
                  </a:lnTo>
                  <a:lnTo>
                    <a:pt x="118624" y="408321"/>
                  </a:lnTo>
                  <a:lnTo>
                    <a:pt x="118831" y="408581"/>
                  </a:lnTo>
                  <a:lnTo>
                    <a:pt x="118922" y="409014"/>
                  </a:lnTo>
                  <a:lnTo>
                    <a:pt x="118955" y="409296"/>
                  </a:lnTo>
                  <a:lnTo>
                    <a:pt x="118828" y="409740"/>
                  </a:lnTo>
                  <a:lnTo>
                    <a:pt x="118642" y="409717"/>
                  </a:lnTo>
                  <a:lnTo>
                    <a:pt x="118476" y="409712"/>
                  </a:lnTo>
                  <a:lnTo>
                    <a:pt x="118123" y="409747"/>
                  </a:lnTo>
                  <a:lnTo>
                    <a:pt x="117705" y="409853"/>
                  </a:lnTo>
                  <a:lnTo>
                    <a:pt x="117315" y="409740"/>
                  </a:lnTo>
                  <a:lnTo>
                    <a:pt x="117175" y="409405"/>
                  </a:lnTo>
                  <a:lnTo>
                    <a:pt x="116628" y="408953"/>
                  </a:lnTo>
                  <a:lnTo>
                    <a:pt x="116135" y="408957"/>
                  </a:lnTo>
                  <a:lnTo>
                    <a:pt x="115793" y="408745"/>
                  </a:lnTo>
                  <a:lnTo>
                    <a:pt x="115406" y="408189"/>
                  </a:lnTo>
                  <a:lnTo>
                    <a:pt x="115142" y="408235"/>
                  </a:lnTo>
                  <a:lnTo>
                    <a:pt x="114697" y="408344"/>
                  </a:lnTo>
                  <a:lnTo>
                    <a:pt x="114416" y="408548"/>
                  </a:lnTo>
                  <a:lnTo>
                    <a:pt x="114194" y="408154"/>
                  </a:lnTo>
                  <a:lnTo>
                    <a:pt x="113478" y="407733"/>
                  </a:lnTo>
                  <a:lnTo>
                    <a:pt x="113297" y="407644"/>
                  </a:lnTo>
                  <a:lnTo>
                    <a:pt x="113004" y="407670"/>
                  </a:lnTo>
                  <a:lnTo>
                    <a:pt x="112701" y="407082"/>
                  </a:lnTo>
                  <a:lnTo>
                    <a:pt x="112203" y="406875"/>
                  </a:lnTo>
                  <a:lnTo>
                    <a:pt x="111942" y="406598"/>
                  </a:lnTo>
                  <a:lnTo>
                    <a:pt x="111727" y="406559"/>
                  </a:lnTo>
                  <a:lnTo>
                    <a:pt x="111281" y="405936"/>
                  </a:lnTo>
                  <a:lnTo>
                    <a:pt x="111350" y="405067"/>
                  </a:lnTo>
                  <a:lnTo>
                    <a:pt x="111294" y="404635"/>
                  </a:lnTo>
                  <a:lnTo>
                    <a:pt x="111350" y="404211"/>
                  </a:lnTo>
                  <a:lnTo>
                    <a:pt x="111239" y="403750"/>
                  </a:lnTo>
                  <a:lnTo>
                    <a:pt x="111173" y="403535"/>
                  </a:lnTo>
                  <a:lnTo>
                    <a:pt x="111048" y="403205"/>
                  </a:lnTo>
                  <a:lnTo>
                    <a:pt x="110808" y="402561"/>
                  </a:lnTo>
                  <a:lnTo>
                    <a:pt x="110582" y="401879"/>
                  </a:lnTo>
                  <a:lnTo>
                    <a:pt x="110538" y="401552"/>
                  </a:lnTo>
                  <a:lnTo>
                    <a:pt x="110545" y="401339"/>
                  </a:lnTo>
                  <a:lnTo>
                    <a:pt x="110372" y="401128"/>
                  </a:lnTo>
                  <a:lnTo>
                    <a:pt x="110184" y="400931"/>
                  </a:lnTo>
                  <a:lnTo>
                    <a:pt x="110184" y="400530"/>
                  </a:lnTo>
                  <a:lnTo>
                    <a:pt x="110372" y="400389"/>
                  </a:lnTo>
                  <a:lnTo>
                    <a:pt x="110503" y="400289"/>
                  </a:lnTo>
                  <a:lnTo>
                    <a:pt x="110533" y="400105"/>
                  </a:lnTo>
                  <a:lnTo>
                    <a:pt x="110338" y="399844"/>
                  </a:lnTo>
                  <a:lnTo>
                    <a:pt x="110165" y="399636"/>
                  </a:lnTo>
                  <a:lnTo>
                    <a:pt x="110003" y="399100"/>
                  </a:lnTo>
                  <a:lnTo>
                    <a:pt x="109424" y="398360"/>
                  </a:lnTo>
                  <a:lnTo>
                    <a:pt x="109284" y="398183"/>
                  </a:lnTo>
                  <a:lnTo>
                    <a:pt x="108646" y="398043"/>
                  </a:lnTo>
                  <a:lnTo>
                    <a:pt x="108485" y="398074"/>
                  </a:lnTo>
                  <a:lnTo>
                    <a:pt x="108366" y="398286"/>
                  </a:lnTo>
                  <a:lnTo>
                    <a:pt x="108217" y="398329"/>
                  </a:lnTo>
                  <a:lnTo>
                    <a:pt x="108014" y="398381"/>
                  </a:lnTo>
                  <a:lnTo>
                    <a:pt x="107525" y="398072"/>
                  </a:lnTo>
                  <a:lnTo>
                    <a:pt x="107541" y="397694"/>
                  </a:lnTo>
                  <a:lnTo>
                    <a:pt x="107745" y="397699"/>
                  </a:lnTo>
                  <a:lnTo>
                    <a:pt x="107889" y="397751"/>
                  </a:lnTo>
                  <a:lnTo>
                    <a:pt x="108164" y="397700"/>
                  </a:lnTo>
                  <a:lnTo>
                    <a:pt x="108183" y="397186"/>
                  </a:lnTo>
                  <a:lnTo>
                    <a:pt x="108015" y="396847"/>
                  </a:lnTo>
                  <a:lnTo>
                    <a:pt x="108095" y="396427"/>
                  </a:lnTo>
                  <a:lnTo>
                    <a:pt x="107675" y="396181"/>
                  </a:lnTo>
                  <a:lnTo>
                    <a:pt x="107420" y="396026"/>
                  </a:lnTo>
                  <a:lnTo>
                    <a:pt x="107476" y="395858"/>
                  </a:lnTo>
                  <a:lnTo>
                    <a:pt x="107276" y="395149"/>
                  </a:lnTo>
                  <a:lnTo>
                    <a:pt x="107773" y="395087"/>
                  </a:lnTo>
                  <a:lnTo>
                    <a:pt x="108056" y="394871"/>
                  </a:lnTo>
                  <a:lnTo>
                    <a:pt x="108162" y="394691"/>
                  </a:lnTo>
                  <a:lnTo>
                    <a:pt x="108298" y="394312"/>
                  </a:lnTo>
                  <a:lnTo>
                    <a:pt x="108322" y="394164"/>
                  </a:lnTo>
                  <a:lnTo>
                    <a:pt x="108345" y="393981"/>
                  </a:lnTo>
                  <a:lnTo>
                    <a:pt x="108337" y="393620"/>
                  </a:lnTo>
                  <a:lnTo>
                    <a:pt x="108325" y="393462"/>
                  </a:lnTo>
                  <a:lnTo>
                    <a:pt x="108288" y="393261"/>
                  </a:lnTo>
                  <a:lnTo>
                    <a:pt x="108229" y="393109"/>
                  </a:lnTo>
                  <a:lnTo>
                    <a:pt x="107936" y="392715"/>
                  </a:lnTo>
                  <a:lnTo>
                    <a:pt x="107993" y="392323"/>
                  </a:lnTo>
                  <a:lnTo>
                    <a:pt x="108076" y="391933"/>
                  </a:lnTo>
                  <a:lnTo>
                    <a:pt x="108152" y="391734"/>
                  </a:lnTo>
                  <a:lnTo>
                    <a:pt x="108354" y="391520"/>
                  </a:lnTo>
                  <a:lnTo>
                    <a:pt x="108297" y="391276"/>
                  </a:lnTo>
                  <a:lnTo>
                    <a:pt x="108137" y="391149"/>
                  </a:lnTo>
                  <a:lnTo>
                    <a:pt x="107657" y="390875"/>
                  </a:lnTo>
                  <a:lnTo>
                    <a:pt x="107477" y="390832"/>
                  </a:lnTo>
                  <a:lnTo>
                    <a:pt x="107326" y="391029"/>
                  </a:lnTo>
                  <a:lnTo>
                    <a:pt x="107183" y="391088"/>
                  </a:lnTo>
                  <a:lnTo>
                    <a:pt x="107340" y="390569"/>
                  </a:lnTo>
                  <a:lnTo>
                    <a:pt x="107251" y="390438"/>
                  </a:lnTo>
                  <a:lnTo>
                    <a:pt x="107042" y="390259"/>
                  </a:lnTo>
                  <a:lnTo>
                    <a:pt x="106920" y="390008"/>
                  </a:lnTo>
                  <a:lnTo>
                    <a:pt x="106682" y="389926"/>
                  </a:lnTo>
                  <a:lnTo>
                    <a:pt x="106778" y="389625"/>
                  </a:lnTo>
                  <a:lnTo>
                    <a:pt x="107071" y="389551"/>
                  </a:lnTo>
                  <a:lnTo>
                    <a:pt x="107111" y="389288"/>
                  </a:lnTo>
                  <a:lnTo>
                    <a:pt x="107054" y="388805"/>
                  </a:lnTo>
                  <a:lnTo>
                    <a:pt x="106913" y="388747"/>
                  </a:lnTo>
                  <a:lnTo>
                    <a:pt x="106546" y="388807"/>
                  </a:lnTo>
                  <a:lnTo>
                    <a:pt x="106172" y="388145"/>
                  </a:lnTo>
                  <a:lnTo>
                    <a:pt x="106132" y="387866"/>
                  </a:lnTo>
                  <a:lnTo>
                    <a:pt x="106103" y="387542"/>
                  </a:lnTo>
                  <a:lnTo>
                    <a:pt x="106160" y="387029"/>
                  </a:lnTo>
                  <a:lnTo>
                    <a:pt x="106016" y="386505"/>
                  </a:lnTo>
                  <a:lnTo>
                    <a:pt x="106055" y="386316"/>
                  </a:lnTo>
                  <a:lnTo>
                    <a:pt x="106157" y="386144"/>
                  </a:lnTo>
                  <a:lnTo>
                    <a:pt x="106238" y="386010"/>
                  </a:lnTo>
                  <a:lnTo>
                    <a:pt x="106400" y="385593"/>
                  </a:lnTo>
                  <a:lnTo>
                    <a:pt x="106401" y="385374"/>
                  </a:lnTo>
                  <a:lnTo>
                    <a:pt x="106409" y="385163"/>
                  </a:lnTo>
                  <a:lnTo>
                    <a:pt x="106605" y="385070"/>
                  </a:lnTo>
                  <a:lnTo>
                    <a:pt x="106857" y="384689"/>
                  </a:lnTo>
                  <a:lnTo>
                    <a:pt x="107135" y="384373"/>
                  </a:lnTo>
                  <a:lnTo>
                    <a:pt x="107349" y="384232"/>
                  </a:lnTo>
                  <a:lnTo>
                    <a:pt x="107763" y="383962"/>
                  </a:lnTo>
                  <a:lnTo>
                    <a:pt x="107895" y="383912"/>
                  </a:lnTo>
                  <a:lnTo>
                    <a:pt x="107968" y="383698"/>
                  </a:lnTo>
                  <a:lnTo>
                    <a:pt x="108106" y="383537"/>
                  </a:lnTo>
                  <a:lnTo>
                    <a:pt x="108404" y="383366"/>
                  </a:lnTo>
                  <a:lnTo>
                    <a:pt x="108856" y="383004"/>
                  </a:lnTo>
                  <a:lnTo>
                    <a:pt x="108897" y="382814"/>
                  </a:lnTo>
                  <a:lnTo>
                    <a:pt x="109057" y="382551"/>
                  </a:lnTo>
                  <a:lnTo>
                    <a:pt x="108504" y="381926"/>
                  </a:lnTo>
                  <a:lnTo>
                    <a:pt x="108137" y="381718"/>
                  </a:lnTo>
                  <a:lnTo>
                    <a:pt x="107851" y="381675"/>
                  </a:lnTo>
                  <a:lnTo>
                    <a:pt x="107704" y="381494"/>
                  </a:lnTo>
                  <a:lnTo>
                    <a:pt x="107486" y="381156"/>
                  </a:lnTo>
                  <a:lnTo>
                    <a:pt x="107355" y="381081"/>
                  </a:lnTo>
                  <a:lnTo>
                    <a:pt x="107261" y="380863"/>
                  </a:lnTo>
                  <a:lnTo>
                    <a:pt x="107019" y="380862"/>
                  </a:lnTo>
                  <a:lnTo>
                    <a:pt x="106842" y="380863"/>
                  </a:lnTo>
                  <a:lnTo>
                    <a:pt x="106644" y="380846"/>
                  </a:lnTo>
                  <a:lnTo>
                    <a:pt x="106474" y="380815"/>
                  </a:lnTo>
                  <a:lnTo>
                    <a:pt x="106297" y="380594"/>
                  </a:lnTo>
                  <a:lnTo>
                    <a:pt x="106321" y="380308"/>
                  </a:lnTo>
                  <a:lnTo>
                    <a:pt x="106476" y="380178"/>
                  </a:lnTo>
                  <a:lnTo>
                    <a:pt x="106535" y="379863"/>
                  </a:lnTo>
                  <a:lnTo>
                    <a:pt x="106524" y="379657"/>
                  </a:lnTo>
                  <a:lnTo>
                    <a:pt x="106360" y="379334"/>
                  </a:lnTo>
                  <a:lnTo>
                    <a:pt x="106545" y="379153"/>
                  </a:lnTo>
                  <a:lnTo>
                    <a:pt x="106508" y="378875"/>
                  </a:lnTo>
                  <a:lnTo>
                    <a:pt x="106464" y="378531"/>
                  </a:lnTo>
                  <a:lnTo>
                    <a:pt x="106530" y="378369"/>
                  </a:lnTo>
                  <a:lnTo>
                    <a:pt x="106556" y="377980"/>
                  </a:lnTo>
                  <a:lnTo>
                    <a:pt x="106558" y="377593"/>
                  </a:lnTo>
                  <a:lnTo>
                    <a:pt x="106366" y="377516"/>
                  </a:lnTo>
                  <a:lnTo>
                    <a:pt x="105887" y="377513"/>
                  </a:lnTo>
                  <a:lnTo>
                    <a:pt x="105723" y="377649"/>
                  </a:lnTo>
                  <a:lnTo>
                    <a:pt x="105572" y="377295"/>
                  </a:lnTo>
                  <a:lnTo>
                    <a:pt x="105498" y="377100"/>
                  </a:lnTo>
                  <a:lnTo>
                    <a:pt x="105424" y="376664"/>
                  </a:lnTo>
                  <a:lnTo>
                    <a:pt x="105382" y="376376"/>
                  </a:lnTo>
                  <a:lnTo>
                    <a:pt x="105482" y="376145"/>
                  </a:lnTo>
                  <a:lnTo>
                    <a:pt x="105665" y="375737"/>
                  </a:lnTo>
                  <a:lnTo>
                    <a:pt x="105513" y="375521"/>
                  </a:lnTo>
                  <a:lnTo>
                    <a:pt x="105285" y="375328"/>
                  </a:lnTo>
                  <a:lnTo>
                    <a:pt x="105202" y="375016"/>
                  </a:lnTo>
                  <a:lnTo>
                    <a:pt x="105174" y="374704"/>
                  </a:lnTo>
                  <a:lnTo>
                    <a:pt x="104844" y="374434"/>
                  </a:lnTo>
                  <a:lnTo>
                    <a:pt x="104719" y="374197"/>
                  </a:lnTo>
                  <a:lnTo>
                    <a:pt x="104851" y="374156"/>
                  </a:lnTo>
                  <a:lnTo>
                    <a:pt x="104768" y="373963"/>
                  </a:lnTo>
                  <a:lnTo>
                    <a:pt x="104651" y="373703"/>
                  </a:lnTo>
                  <a:lnTo>
                    <a:pt x="104810" y="373658"/>
                  </a:lnTo>
                  <a:lnTo>
                    <a:pt x="104952" y="373291"/>
                  </a:lnTo>
                  <a:lnTo>
                    <a:pt x="104834" y="373024"/>
                  </a:lnTo>
                  <a:lnTo>
                    <a:pt x="104629" y="372677"/>
                  </a:lnTo>
                  <a:lnTo>
                    <a:pt x="104423" y="372506"/>
                  </a:lnTo>
                  <a:lnTo>
                    <a:pt x="104162" y="372235"/>
                  </a:lnTo>
                  <a:lnTo>
                    <a:pt x="103978" y="372310"/>
                  </a:lnTo>
                  <a:lnTo>
                    <a:pt x="103740" y="372385"/>
                  </a:lnTo>
                  <a:lnTo>
                    <a:pt x="103574" y="371781"/>
                  </a:lnTo>
                  <a:lnTo>
                    <a:pt x="103288" y="371609"/>
                  </a:lnTo>
                  <a:lnTo>
                    <a:pt x="103241" y="371445"/>
                  </a:lnTo>
                  <a:lnTo>
                    <a:pt x="103118" y="371058"/>
                  </a:lnTo>
                  <a:lnTo>
                    <a:pt x="102971" y="370860"/>
                  </a:lnTo>
                  <a:lnTo>
                    <a:pt x="102807" y="370762"/>
                  </a:lnTo>
                  <a:lnTo>
                    <a:pt x="102586" y="370597"/>
                  </a:lnTo>
                  <a:lnTo>
                    <a:pt x="102504" y="370467"/>
                  </a:lnTo>
                  <a:lnTo>
                    <a:pt x="102286" y="370074"/>
                  </a:lnTo>
                  <a:lnTo>
                    <a:pt x="102239" y="369840"/>
                  </a:lnTo>
                  <a:lnTo>
                    <a:pt x="102545" y="369407"/>
                  </a:lnTo>
                  <a:lnTo>
                    <a:pt x="102918" y="369363"/>
                  </a:lnTo>
                  <a:lnTo>
                    <a:pt x="103154" y="368970"/>
                  </a:lnTo>
                  <a:lnTo>
                    <a:pt x="102945" y="368697"/>
                  </a:lnTo>
                  <a:lnTo>
                    <a:pt x="102849" y="368512"/>
                  </a:lnTo>
                  <a:lnTo>
                    <a:pt x="102799" y="368327"/>
                  </a:lnTo>
                  <a:lnTo>
                    <a:pt x="102659" y="368093"/>
                  </a:lnTo>
                  <a:lnTo>
                    <a:pt x="102482" y="367842"/>
                  </a:lnTo>
                  <a:lnTo>
                    <a:pt x="102278" y="367602"/>
                  </a:lnTo>
                  <a:lnTo>
                    <a:pt x="101957" y="367317"/>
                  </a:lnTo>
                  <a:lnTo>
                    <a:pt x="101569" y="367672"/>
                  </a:lnTo>
                  <a:lnTo>
                    <a:pt x="101437" y="367774"/>
                  </a:lnTo>
                  <a:lnTo>
                    <a:pt x="101357" y="367561"/>
                  </a:lnTo>
                  <a:lnTo>
                    <a:pt x="101074" y="367442"/>
                  </a:lnTo>
                  <a:lnTo>
                    <a:pt x="100937" y="367386"/>
                  </a:lnTo>
                  <a:lnTo>
                    <a:pt x="100593" y="367213"/>
                  </a:lnTo>
                  <a:lnTo>
                    <a:pt x="100125" y="366677"/>
                  </a:lnTo>
                  <a:lnTo>
                    <a:pt x="99951" y="366410"/>
                  </a:lnTo>
                  <a:lnTo>
                    <a:pt x="99786" y="366136"/>
                  </a:lnTo>
                  <a:lnTo>
                    <a:pt x="99691" y="365744"/>
                  </a:lnTo>
                  <a:lnTo>
                    <a:pt x="99326" y="365404"/>
                  </a:lnTo>
                  <a:lnTo>
                    <a:pt x="99135" y="365203"/>
                  </a:lnTo>
                  <a:lnTo>
                    <a:pt x="98931" y="365046"/>
                  </a:lnTo>
                  <a:lnTo>
                    <a:pt x="98757" y="364841"/>
                  </a:lnTo>
                  <a:lnTo>
                    <a:pt x="98721" y="364554"/>
                  </a:lnTo>
                  <a:lnTo>
                    <a:pt x="98767" y="364359"/>
                  </a:lnTo>
                  <a:lnTo>
                    <a:pt x="98911" y="364180"/>
                  </a:lnTo>
                  <a:lnTo>
                    <a:pt x="99205" y="364026"/>
                  </a:lnTo>
                  <a:lnTo>
                    <a:pt x="99191" y="363788"/>
                  </a:lnTo>
                  <a:lnTo>
                    <a:pt x="99038" y="363491"/>
                  </a:lnTo>
                  <a:lnTo>
                    <a:pt x="98780" y="363221"/>
                  </a:lnTo>
                  <a:lnTo>
                    <a:pt x="99120" y="362932"/>
                  </a:lnTo>
                  <a:lnTo>
                    <a:pt x="99382" y="362685"/>
                  </a:lnTo>
                  <a:lnTo>
                    <a:pt x="99558" y="362571"/>
                  </a:lnTo>
                  <a:lnTo>
                    <a:pt x="99727" y="362338"/>
                  </a:lnTo>
                  <a:lnTo>
                    <a:pt x="99773" y="362074"/>
                  </a:lnTo>
                  <a:lnTo>
                    <a:pt x="100022" y="361667"/>
                  </a:lnTo>
                  <a:lnTo>
                    <a:pt x="100249" y="361463"/>
                  </a:lnTo>
                  <a:lnTo>
                    <a:pt x="100517" y="361114"/>
                  </a:lnTo>
                  <a:lnTo>
                    <a:pt x="100453" y="360786"/>
                  </a:lnTo>
                  <a:lnTo>
                    <a:pt x="100456" y="360520"/>
                  </a:lnTo>
                  <a:lnTo>
                    <a:pt x="100728" y="360320"/>
                  </a:lnTo>
                  <a:lnTo>
                    <a:pt x="101079" y="360112"/>
                  </a:lnTo>
                  <a:lnTo>
                    <a:pt x="101137" y="359871"/>
                  </a:lnTo>
                  <a:lnTo>
                    <a:pt x="101165" y="359527"/>
                  </a:lnTo>
                  <a:lnTo>
                    <a:pt x="101018" y="359086"/>
                  </a:lnTo>
                  <a:lnTo>
                    <a:pt x="100883" y="358845"/>
                  </a:lnTo>
                  <a:lnTo>
                    <a:pt x="100622" y="358508"/>
                  </a:lnTo>
                  <a:lnTo>
                    <a:pt x="100274" y="358533"/>
                  </a:lnTo>
                  <a:lnTo>
                    <a:pt x="100065" y="358475"/>
                  </a:lnTo>
                  <a:lnTo>
                    <a:pt x="99734" y="358492"/>
                  </a:lnTo>
                  <a:lnTo>
                    <a:pt x="99512" y="358664"/>
                  </a:lnTo>
                  <a:lnTo>
                    <a:pt x="99340" y="358865"/>
                  </a:lnTo>
                  <a:lnTo>
                    <a:pt x="99227" y="359067"/>
                  </a:lnTo>
                  <a:lnTo>
                    <a:pt x="98792" y="359408"/>
                  </a:lnTo>
                  <a:lnTo>
                    <a:pt x="98455" y="359570"/>
                  </a:lnTo>
                  <a:lnTo>
                    <a:pt x="98282" y="359380"/>
                  </a:lnTo>
                  <a:lnTo>
                    <a:pt x="97973" y="359040"/>
                  </a:lnTo>
                  <a:lnTo>
                    <a:pt x="97836" y="359034"/>
                  </a:lnTo>
                  <a:lnTo>
                    <a:pt x="97599" y="359045"/>
                  </a:lnTo>
                  <a:lnTo>
                    <a:pt x="97182" y="359161"/>
                  </a:lnTo>
                  <a:lnTo>
                    <a:pt x="96942" y="359156"/>
                  </a:lnTo>
                  <a:lnTo>
                    <a:pt x="96509" y="359264"/>
                  </a:lnTo>
                  <a:lnTo>
                    <a:pt x="96355" y="359564"/>
                  </a:lnTo>
                  <a:lnTo>
                    <a:pt x="96107" y="359428"/>
                  </a:lnTo>
                  <a:lnTo>
                    <a:pt x="95832" y="359352"/>
                  </a:lnTo>
                  <a:lnTo>
                    <a:pt x="95532" y="359359"/>
                  </a:lnTo>
                  <a:lnTo>
                    <a:pt x="95213" y="359425"/>
                  </a:lnTo>
                  <a:lnTo>
                    <a:pt x="95038" y="359481"/>
                  </a:lnTo>
                  <a:lnTo>
                    <a:pt x="94850" y="359530"/>
                  </a:lnTo>
                  <a:lnTo>
                    <a:pt x="94503" y="359581"/>
                  </a:lnTo>
                  <a:lnTo>
                    <a:pt x="94128" y="359774"/>
                  </a:lnTo>
                  <a:lnTo>
                    <a:pt x="93813" y="359845"/>
                  </a:lnTo>
                  <a:lnTo>
                    <a:pt x="93529" y="360015"/>
                  </a:lnTo>
                  <a:lnTo>
                    <a:pt x="93458" y="360210"/>
                  </a:lnTo>
                  <a:lnTo>
                    <a:pt x="93329" y="360252"/>
                  </a:lnTo>
                  <a:lnTo>
                    <a:pt x="92953" y="360034"/>
                  </a:lnTo>
                  <a:lnTo>
                    <a:pt x="92708" y="360001"/>
                  </a:lnTo>
                  <a:lnTo>
                    <a:pt x="92543" y="360015"/>
                  </a:lnTo>
                  <a:lnTo>
                    <a:pt x="92260" y="359948"/>
                  </a:lnTo>
                  <a:lnTo>
                    <a:pt x="92252" y="359716"/>
                  </a:lnTo>
                  <a:lnTo>
                    <a:pt x="91880" y="359678"/>
                  </a:lnTo>
                  <a:lnTo>
                    <a:pt x="91782" y="359863"/>
                  </a:lnTo>
                  <a:lnTo>
                    <a:pt x="91771" y="360027"/>
                  </a:lnTo>
                  <a:lnTo>
                    <a:pt x="91666" y="360261"/>
                  </a:lnTo>
                  <a:lnTo>
                    <a:pt x="91515" y="360494"/>
                  </a:lnTo>
                  <a:lnTo>
                    <a:pt x="91277" y="360584"/>
                  </a:lnTo>
                  <a:lnTo>
                    <a:pt x="91129" y="360650"/>
                  </a:lnTo>
                  <a:lnTo>
                    <a:pt x="90980" y="360737"/>
                  </a:lnTo>
                  <a:lnTo>
                    <a:pt x="90789" y="360959"/>
                  </a:lnTo>
                  <a:lnTo>
                    <a:pt x="90692" y="361241"/>
                  </a:lnTo>
                  <a:lnTo>
                    <a:pt x="90488" y="361301"/>
                  </a:lnTo>
                  <a:lnTo>
                    <a:pt x="90197" y="361619"/>
                  </a:lnTo>
                  <a:lnTo>
                    <a:pt x="90062" y="361886"/>
                  </a:lnTo>
                  <a:lnTo>
                    <a:pt x="89969" y="362006"/>
                  </a:lnTo>
                  <a:lnTo>
                    <a:pt x="89869" y="361664"/>
                  </a:lnTo>
                  <a:lnTo>
                    <a:pt x="89676" y="361672"/>
                  </a:lnTo>
                  <a:lnTo>
                    <a:pt x="89283" y="361898"/>
                  </a:lnTo>
                  <a:lnTo>
                    <a:pt x="88940" y="362049"/>
                  </a:lnTo>
                  <a:lnTo>
                    <a:pt x="88846" y="361871"/>
                  </a:lnTo>
                  <a:lnTo>
                    <a:pt x="88584" y="361680"/>
                  </a:lnTo>
                  <a:lnTo>
                    <a:pt x="88257" y="361578"/>
                  </a:lnTo>
                  <a:lnTo>
                    <a:pt x="88268" y="360708"/>
                  </a:lnTo>
                  <a:lnTo>
                    <a:pt x="88320" y="360479"/>
                  </a:lnTo>
                  <a:lnTo>
                    <a:pt x="88222" y="360346"/>
                  </a:lnTo>
                  <a:lnTo>
                    <a:pt x="88272" y="360182"/>
                  </a:lnTo>
                  <a:lnTo>
                    <a:pt x="88482" y="359896"/>
                  </a:lnTo>
                  <a:lnTo>
                    <a:pt x="88278" y="359455"/>
                  </a:lnTo>
                  <a:lnTo>
                    <a:pt x="88235" y="359309"/>
                  </a:lnTo>
                  <a:lnTo>
                    <a:pt x="88154" y="359146"/>
                  </a:lnTo>
                  <a:lnTo>
                    <a:pt x="87992" y="358961"/>
                  </a:lnTo>
                  <a:lnTo>
                    <a:pt x="87892" y="358565"/>
                  </a:lnTo>
                  <a:lnTo>
                    <a:pt x="87802" y="358228"/>
                  </a:lnTo>
                  <a:lnTo>
                    <a:pt x="87857" y="357999"/>
                  </a:lnTo>
                  <a:lnTo>
                    <a:pt x="87936" y="357860"/>
                  </a:lnTo>
                  <a:lnTo>
                    <a:pt x="87873" y="357555"/>
                  </a:lnTo>
                  <a:lnTo>
                    <a:pt x="87734" y="357332"/>
                  </a:lnTo>
                  <a:lnTo>
                    <a:pt x="87539" y="357093"/>
                  </a:lnTo>
                  <a:lnTo>
                    <a:pt x="87339" y="356775"/>
                  </a:lnTo>
                  <a:lnTo>
                    <a:pt x="87242" y="356555"/>
                  </a:lnTo>
                  <a:lnTo>
                    <a:pt x="87040" y="356442"/>
                  </a:lnTo>
                  <a:lnTo>
                    <a:pt x="86866" y="356569"/>
                  </a:lnTo>
                  <a:lnTo>
                    <a:pt x="86315" y="356541"/>
                  </a:lnTo>
                  <a:lnTo>
                    <a:pt x="86184" y="356637"/>
                  </a:lnTo>
                  <a:lnTo>
                    <a:pt x="85942" y="356735"/>
                  </a:lnTo>
                  <a:lnTo>
                    <a:pt x="85758" y="356745"/>
                  </a:lnTo>
                  <a:lnTo>
                    <a:pt x="85415" y="356675"/>
                  </a:lnTo>
                  <a:lnTo>
                    <a:pt x="85277" y="356507"/>
                  </a:lnTo>
                  <a:lnTo>
                    <a:pt x="85220" y="356329"/>
                  </a:lnTo>
                  <a:lnTo>
                    <a:pt x="85262" y="356108"/>
                  </a:lnTo>
                  <a:lnTo>
                    <a:pt x="85246" y="355905"/>
                  </a:lnTo>
                  <a:lnTo>
                    <a:pt x="84866" y="355802"/>
                  </a:lnTo>
                  <a:lnTo>
                    <a:pt x="84723" y="355737"/>
                  </a:lnTo>
                  <a:lnTo>
                    <a:pt x="84658" y="355440"/>
                  </a:lnTo>
                  <a:lnTo>
                    <a:pt x="84221" y="355341"/>
                  </a:lnTo>
                  <a:lnTo>
                    <a:pt x="84141" y="355080"/>
                  </a:lnTo>
                  <a:lnTo>
                    <a:pt x="84241" y="354948"/>
                  </a:lnTo>
                  <a:lnTo>
                    <a:pt x="84242" y="354781"/>
                  </a:lnTo>
                  <a:lnTo>
                    <a:pt x="84288" y="354485"/>
                  </a:lnTo>
                  <a:lnTo>
                    <a:pt x="84342" y="354211"/>
                  </a:lnTo>
                  <a:lnTo>
                    <a:pt x="84227" y="353963"/>
                  </a:lnTo>
                  <a:lnTo>
                    <a:pt x="84029" y="353819"/>
                  </a:lnTo>
                  <a:lnTo>
                    <a:pt x="83730" y="353547"/>
                  </a:lnTo>
                  <a:lnTo>
                    <a:pt x="83613" y="353309"/>
                  </a:lnTo>
                  <a:lnTo>
                    <a:pt x="83564" y="353138"/>
                  </a:lnTo>
                  <a:lnTo>
                    <a:pt x="83416" y="352883"/>
                  </a:lnTo>
                  <a:lnTo>
                    <a:pt x="83181" y="352985"/>
                  </a:lnTo>
                  <a:lnTo>
                    <a:pt x="83144" y="353128"/>
                  </a:lnTo>
                  <a:lnTo>
                    <a:pt x="82834" y="352746"/>
                  </a:lnTo>
                  <a:lnTo>
                    <a:pt x="82466" y="352450"/>
                  </a:lnTo>
                  <a:lnTo>
                    <a:pt x="82434" y="352320"/>
                  </a:lnTo>
                  <a:lnTo>
                    <a:pt x="82497" y="351688"/>
                  </a:lnTo>
                  <a:lnTo>
                    <a:pt x="82572" y="351486"/>
                  </a:lnTo>
                  <a:lnTo>
                    <a:pt x="82723" y="351404"/>
                  </a:lnTo>
                  <a:lnTo>
                    <a:pt x="82965" y="351276"/>
                  </a:lnTo>
                  <a:lnTo>
                    <a:pt x="83096" y="351213"/>
                  </a:lnTo>
                  <a:lnTo>
                    <a:pt x="83397" y="351154"/>
                  </a:lnTo>
                  <a:lnTo>
                    <a:pt x="83530" y="351117"/>
                  </a:lnTo>
                  <a:lnTo>
                    <a:pt x="83812" y="350992"/>
                  </a:lnTo>
                  <a:lnTo>
                    <a:pt x="84150" y="350797"/>
                  </a:lnTo>
                  <a:lnTo>
                    <a:pt x="84285" y="350562"/>
                  </a:lnTo>
                  <a:lnTo>
                    <a:pt x="84052" y="350281"/>
                  </a:lnTo>
                  <a:lnTo>
                    <a:pt x="83831" y="350108"/>
                  </a:lnTo>
                  <a:lnTo>
                    <a:pt x="83398" y="349997"/>
                  </a:lnTo>
                  <a:lnTo>
                    <a:pt x="83218" y="349681"/>
                  </a:lnTo>
                  <a:lnTo>
                    <a:pt x="83154" y="349280"/>
                  </a:lnTo>
                  <a:lnTo>
                    <a:pt x="83212" y="349076"/>
                  </a:lnTo>
                  <a:lnTo>
                    <a:pt x="83393" y="349042"/>
                  </a:lnTo>
                  <a:lnTo>
                    <a:pt x="83259" y="348812"/>
                  </a:lnTo>
                  <a:lnTo>
                    <a:pt x="83053" y="348825"/>
                  </a:lnTo>
                  <a:lnTo>
                    <a:pt x="82922" y="348834"/>
                  </a:lnTo>
                  <a:lnTo>
                    <a:pt x="82662" y="348866"/>
                  </a:lnTo>
                  <a:lnTo>
                    <a:pt x="82309" y="349333"/>
                  </a:lnTo>
                  <a:lnTo>
                    <a:pt x="82116" y="349173"/>
                  </a:lnTo>
                  <a:lnTo>
                    <a:pt x="81834" y="349335"/>
                  </a:lnTo>
                  <a:lnTo>
                    <a:pt x="81748" y="349559"/>
                  </a:lnTo>
                  <a:lnTo>
                    <a:pt x="81392" y="349847"/>
                  </a:lnTo>
                  <a:lnTo>
                    <a:pt x="81406" y="350336"/>
                  </a:lnTo>
                  <a:lnTo>
                    <a:pt x="81455" y="350526"/>
                  </a:lnTo>
                  <a:lnTo>
                    <a:pt x="81425" y="350869"/>
                  </a:lnTo>
                  <a:lnTo>
                    <a:pt x="81367" y="351062"/>
                  </a:lnTo>
                  <a:lnTo>
                    <a:pt x="81070" y="351300"/>
                  </a:lnTo>
                  <a:lnTo>
                    <a:pt x="80763" y="351466"/>
                  </a:lnTo>
                  <a:lnTo>
                    <a:pt x="80541" y="351428"/>
                  </a:lnTo>
                  <a:lnTo>
                    <a:pt x="80191" y="351662"/>
                  </a:lnTo>
                  <a:lnTo>
                    <a:pt x="80040" y="351773"/>
                  </a:lnTo>
                  <a:lnTo>
                    <a:pt x="79685" y="352085"/>
                  </a:lnTo>
                  <a:lnTo>
                    <a:pt x="79415" y="352327"/>
                  </a:lnTo>
                  <a:lnTo>
                    <a:pt x="79236" y="352499"/>
                  </a:lnTo>
                  <a:lnTo>
                    <a:pt x="78890" y="352596"/>
                  </a:lnTo>
                  <a:lnTo>
                    <a:pt x="78606" y="352644"/>
                  </a:lnTo>
                  <a:lnTo>
                    <a:pt x="78167" y="352656"/>
                  </a:lnTo>
                  <a:lnTo>
                    <a:pt x="77790" y="352583"/>
                  </a:lnTo>
                  <a:lnTo>
                    <a:pt x="77591" y="352655"/>
                  </a:lnTo>
                  <a:lnTo>
                    <a:pt x="77361" y="352823"/>
                  </a:lnTo>
                  <a:lnTo>
                    <a:pt x="77030" y="352956"/>
                  </a:lnTo>
                  <a:lnTo>
                    <a:pt x="76847" y="352899"/>
                  </a:lnTo>
                  <a:lnTo>
                    <a:pt x="76614" y="352649"/>
                  </a:lnTo>
                  <a:lnTo>
                    <a:pt x="76331" y="352604"/>
                  </a:lnTo>
                  <a:lnTo>
                    <a:pt x="76423" y="352433"/>
                  </a:lnTo>
                  <a:lnTo>
                    <a:pt x="76694" y="351950"/>
                  </a:lnTo>
                  <a:lnTo>
                    <a:pt x="76803" y="351798"/>
                  </a:lnTo>
                  <a:lnTo>
                    <a:pt x="77115" y="351492"/>
                  </a:lnTo>
                  <a:lnTo>
                    <a:pt x="76986" y="351051"/>
                  </a:lnTo>
                  <a:lnTo>
                    <a:pt x="76172" y="351311"/>
                  </a:lnTo>
                  <a:lnTo>
                    <a:pt x="75912" y="351142"/>
                  </a:lnTo>
                  <a:lnTo>
                    <a:pt x="75848" y="350535"/>
                  </a:lnTo>
                  <a:lnTo>
                    <a:pt x="75762" y="350351"/>
                  </a:lnTo>
                  <a:lnTo>
                    <a:pt x="75528" y="350122"/>
                  </a:lnTo>
                  <a:lnTo>
                    <a:pt x="74988" y="349747"/>
                  </a:lnTo>
                  <a:lnTo>
                    <a:pt x="74862" y="349485"/>
                  </a:lnTo>
                  <a:lnTo>
                    <a:pt x="74578" y="349243"/>
                  </a:lnTo>
                  <a:lnTo>
                    <a:pt x="74597" y="349036"/>
                  </a:lnTo>
                  <a:lnTo>
                    <a:pt x="74476" y="348844"/>
                  </a:lnTo>
                  <a:lnTo>
                    <a:pt x="74120" y="348947"/>
                  </a:lnTo>
                  <a:lnTo>
                    <a:pt x="73855" y="349347"/>
                  </a:lnTo>
                  <a:lnTo>
                    <a:pt x="73652" y="349487"/>
                  </a:lnTo>
                  <a:lnTo>
                    <a:pt x="73408" y="349847"/>
                  </a:lnTo>
                  <a:lnTo>
                    <a:pt x="73243" y="349967"/>
                  </a:lnTo>
                  <a:lnTo>
                    <a:pt x="73087" y="350128"/>
                  </a:lnTo>
                  <a:lnTo>
                    <a:pt x="72857" y="350395"/>
                  </a:lnTo>
                  <a:lnTo>
                    <a:pt x="72563" y="350485"/>
                  </a:lnTo>
                  <a:lnTo>
                    <a:pt x="72417" y="350425"/>
                  </a:lnTo>
                  <a:lnTo>
                    <a:pt x="71936" y="350309"/>
                  </a:lnTo>
                  <a:lnTo>
                    <a:pt x="71786" y="350281"/>
                  </a:lnTo>
                  <a:lnTo>
                    <a:pt x="71609" y="350216"/>
                  </a:lnTo>
                  <a:lnTo>
                    <a:pt x="71289" y="350154"/>
                  </a:lnTo>
                  <a:lnTo>
                    <a:pt x="70840" y="350147"/>
                  </a:lnTo>
                  <a:lnTo>
                    <a:pt x="70423" y="350282"/>
                  </a:lnTo>
                  <a:lnTo>
                    <a:pt x="70508" y="350429"/>
                  </a:lnTo>
                  <a:lnTo>
                    <a:pt x="70305" y="350826"/>
                  </a:lnTo>
                  <a:lnTo>
                    <a:pt x="70180" y="350441"/>
                  </a:lnTo>
                  <a:lnTo>
                    <a:pt x="70092" y="350192"/>
                  </a:lnTo>
                  <a:lnTo>
                    <a:pt x="69995" y="350002"/>
                  </a:lnTo>
                  <a:lnTo>
                    <a:pt x="69631" y="350007"/>
                  </a:lnTo>
                  <a:lnTo>
                    <a:pt x="69310" y="350149"/>
                  </a:lnTo>
                  <a:lnTo>
                    <a:pt x="69098" y="349699"/>
                  </a:lnTo>
                  <a:lnTo>
                    <a:pt x="68941" y="349703"/>
                  </a:lnTo>
                  <a:lnTo>
                    <a:pt x="68641" y="349610"/>
                  </a:lnTo>
                  <a:lnTo>
                    <a:pt x="68451" y="349257"/>
                  </a:lnTo>
                  <a:lnTo>
                    <a:pt x="68441" y="348997"/>
                  </a:lnTo>
                  <a:lnTo>
                    <a:pt x="68287" y="348943"/>
                  </a:lnTo>
                  <a:lnTo>
                    <a:pt x="68218" y="348571"/>
                  </a:lnTo>
                  <a:lnTo>
                    <a:pt x="67871" y="348282"/>
                  </a:lnTo>
                  <a:lnTo>
                    <a:pt x="67599" y="347965"/>
                  </a:lnTo>
                  <a:lnTo>
                    <a:pt x="67470" y="347671"/>
                  </a:lnTo>
                  <a:lnTo>
                    <a:pt x="67136" y="347511"/>
                  </a:lnTo>
                  <a:lnTo>
                    <a:pt x="66978" y="347568"/>
                  </a:lnTo>
                  <a:lnTo>
                    <a:pt x="66803" y="347757"/>
                  </a:lnTo>
                  <a:lnTo>
                    <a:pt x="66577" y="347899"/>
                  </a:lnTo>
                  <a:lnTo>
                    <a:pt x="66224" y="347824"/>
                  </a:lnTo>
                  <a:lnTo>
                    <a:pt x="65751" y="347643"/>
                  </a:lnTo>
                  <a:lnTo>
                    <a:pt x="65441" y="346964"/>
                  </a:lnTo>
                  <a:lnTo>
                    <a:pt x="64953" y="347127"/>
                  </a:lnTo>
                  <a:lnTo>
                    <a:pt x="64269" y="346939"/>
                  </a:lnTo>
                  <a:lnTo>
                    <a:pt x="63933" y="346758"/>
                  </a:lnTo>
                  <a:lnTo>
                    <a:pt x="63557" y="346777"/>
                  </a:lnTo>
                  <a:lnTo>
                    <a:pt x="63110" y="346671"/>
                  </a:lnTo>
                  <a:lnTo>
                    <a:pt x="62949" y="346571"/>
                  </a:lnTo>
                  <a:lnTo>
                    <a:pt x="62488" y="346560"/>
                  </a:lnTo>
                  <a:lnTo>
                    <a:pt x="62381" y="346331"/>
                  </a:lnTo>
                  <a:lnTo>
                    <a:pt x="62268" y="346163"/>
                  </a:lnTo>
                  <a:lnTo>
                    <a:pt x="62076" y="346014"/>
                  </a:lnTo>
                  <a:lnTo>
                    <a:pt x="61734" y="345802"/>
                  </a:lnTo>
                  <a:lnTo>
                    <a:pt x="61606" y="345407"/>
                  </a:lnTo>
                  <a:lnTo>
                    <a:pt x="61520" y="345257"/>
                  </a:lnTo>
                  <a:lnTo>
                    <a:pt x="61305" y="345178"/>
                  </a:lnTo>
                  <a:lnTo>
                    <a:pt x="60988" y="345104"/>
                  </a:lnTo>
                  <a:lnTo>
                    <a:pt x="60946" y="344962"/>
                  </a:lnTo>
                  <a:lnTo>
                    <a:pt x="60885" y="344409"/>
                  </a:lnTo>
                  <a:lnTo>
                    <a:pt x="61114" y="344146"/>
                  </a:lnTo>
                  <a:lnTo>
                    <a:pt x="61539" y="344040"/>
                  </a:lnTo>
                  <a:lnTo>
                    <a:pt x="61825" y="344449"/>
                  </a:lnTo>
                  <a:lnTo>
                    <a:pt x="62042" y="344751"/>
                  </a:lnTo>
                  <a:lnTo>
                    <a:pt x="62267" y="344743"/>
                  </a:lnTo>
                  <a:lnTo>
                    <a:pt x="62395" y="344620"/>
                  </a:lnTo>
                  <a:lnTo>
                    <a:pt x="62647" y="344852"/>
                  </a:lnTo>
                  <a:lnTo>
                    <a:pt x="62883" y="344961"/>
                  </a:lnTo>
                  <a:lnTo>
                    <a:pt x="63132" y="344832"/>
                  </a:lnTo>
                  <a:lnTo>
                    <a:pt x="63190" y="344646"/>
                  </a:lnTo>
                  <a:lnTo>
                    <a:pt x="62866" y="344063"/>
                  </a:lnTo>
                  <a:lnTo>
                    <a:pt x="62460" y="343714"/>
                  </a:lnTo>
                  <a:lnTo>
                    <a:pt x="62244" y="343276"/>
                  </a:lnTo>
                  <a:lnTo>
                    <a:pt x="62054" y="343238"/>
                  </a:lnTo>
                  <a:lnTo>
                    <a:pt x="61785" y="343136"/>
                  </a:lnTo>
                  <a:lnTo>
                    <a:pt x="61582" y="343049"/>
                  </a:lnTo>
                  <a:lnTo>
                    <a:pt x="61405" y="342972"/>
                  </a:lnTo>
                  <a:lnTo>
                    <a:pt x="61204" y="342734"/>
                  </a:lnTo>
                  <a:lnTo>
                    <a:pt x="61119" y="342404"/>
                  </a:lnTo>
                  <a:lnTo>
                    <a:pt x="61104" y="342258"/>
                  </a:lnTo>
                  <a:lnTo>
                    <a:pt x="61066" y="341885"/>
                  </a:lnTo>
                  <a:lnTo>
                    <a:pt x="61490" y="341654"/>
                  </a:lnTo>
                  <a:lnTo>
                    <a:pt x="61740" y="341688"/>
                  </a:lnTo>
                  <a:lnTo>
                    <a:pt x="61829" y="341384"/>
                  </a:lnTo>
                  <a:lnTo>
                    <a:pt x="62102" y="341177"/>
                  </a:lnTo>
                  <a:lnTo>
                    <a:pt x="62116" y="341032"/>
                  </a:lnTo>
                  <a:lnTo>
                    <a:pt x="62355" y="340882"/>
                  </a:lnTo>
                  <a:lnTo>
                    <a:pt x="62825" y="340900"/>
                  </a:lnTo>
                  <a:lnTo>
                    <a:pt x="63085" y="340975"/>
                  </a:lnTo>
                  <a:lnTo>
                    <a:pt x="63132" y="340756"/>
                  </a:lnTo>
                  <a:lnTo>
                    <a:pt x="63337" y="340383"/>
                  </a:lnTo>
                  <a:lnTo>
                    <a:pt x="63064" y="340168"/>
                  </a:lnTo>
                  <a:lnTo>
                    <a:pt x="63004" y="339943"/>
                  </a:lnTo>
                  <a:lnTo>
                    <a:pt x="62765" y="339748"/>
                  </a:lnTo>
                  <a:lnTo>
                    <a:pt x="62879" y="339431"/>
                  </a:lnTo>
                  <a:lnTo>
                    <a:pt x="62865" y="339228"/>
                  </a:lnTo>
                  <a:lnTo>
                    <a:pt x="62694" y="338956"/>
                  </a:lnTo>
                  <a:lnTo>
                    <a:pt x="62454" y="338755"/>
                  </a:lnTo>
                  <a:lnTo>
                    <a:pt x="62168" y="338677"/>
                  </a:lnTo>
                  <a:lnTo>
                    <a:pt x="61835" y="338571"/>
                  </a:lnTo>
                  <a:lnTo>
                    <a:pt x="61657" y="338597"/>
                  </a:lnTo>
                  <a:lnTo>
                    <a:pt x="61429" y="338615"/>
                  </a:lnTo>
                  <a:lnTo>
                    <a:pt x="61319" y="338381"/>
                  </a:lnTo>
                  <a:lnTo>
                    <a:pt x="61431" y="338047"/>
                  </a:lnTo>
                  <a:lnTo>
                    <a:pt x="61116" y="337398"/>
                  </a:lnTo>
                  <a:lnTo>
                    <a:pt x="61073" y="337148"/>
                  </a:lnTo>
                  <a:lnTo>
                    <a:pt x="61164" y="336885"/>
                  </a:lnTo>
                  <a:lnTo>
                    <a:pt x="61316" y="336934"/>
                  </a:lnTo>
                  <a:lnTo>
                    <a:pt x="61457" y="336875"/>
                  </a:lnTo>
                  <a:lnTo>
                    <a:pt x="61736" y="336739"/>
                  </a:lnTo>
                  <a:lnTo>
                    <a:pt x="61695" y="336546"/>
                  </a:lnTo>
                  <a:lnTo>
                    <a:pt x="61502" y="336023"/>
                  </a:lnTo>
                  <a:lnTo>
                    <a:pt x="61344" y="335700"/>
                  </a:lnTo>
                  <a:lnTo>
                    <a:pt x="61038" y="335559"/>
                  </a:lnTo>
                  <a:lnTo>
                    <a:pt x="60764" y="335682"/>
                  </a:lnTo>
                  <a:lnTo>
                    <a:pt x="60586" y="335654"/>
                  </a:lnTo>
                  <a:lnTo>
                    <a:pt x="60559" y="335419"/>
                  </a:lnTo>
                  <a:lnTo>
                    <a:pt x="60156" y="335389"/>
                  </a:lnTo>
                  <a:lnTo>
                    <a:pt x="60313" y="334576"/>
                  </a:lnTo>
                  <a:lnTo>
                    <a:pt x="60161" y="334362"/>
                  </a:lnTo>
                  <a:lnTo>
                    <a:pt x="60389" y="334247"/>
                  </a:lnTo>
                  <a:lnTo>
                    <a:pt x="60313" y="333980"/>
                  </a:lnTo>
                  <a:lnTo>
                    <a:pt x="60349" y="333735"/>
                  </a:lnTo>
                  <a:lnTo>
                    <a:pt x="60303" y="333222"/>
                  </a:lnTo>
                  <a:lnTo>
                    <a:pt x="60262" y="332878"/>
                  </a:lnTo>
                  <a:lnTo>
                    <a:pt x="60291" y="332659"/>
                  </a:lnTo>
                  <a:lnTo>
                    <a:pt x="60492" y="332533"/>
                  </a:lnTo>
                  <a:lnTo>
                    <a:pt x="60666" y="332430"/>
                  </a:lnTo>
                  <a:lnTo>
                    <a:pt x="61180" y="332431"/>
                  </a:lnTo>
                  <a:lnTo>
                    <a:pt x="61394" y="332430"/>
                  </a:lnTo>
                  <a:lnTo>
                    <a:pt x="61773" y="332360"/>
                  </a:lnTo>
                  <a:lnTo>
                    <a:pt x="62212" y="331820"/>
                  </a:lnTo>
                  <a:lnTo>
                    <a:pt x="62260" y="331627"/>
                  </a:lnTo>
                  <a:lnTo>
                    <a:pt x="62808" y="331616"/>
                  </a:lnTo>
                  <a:lnTo>
                    <a:pt x="63125" y="331568"/>
                  </a:lnTo>
                  <a:lnTo>
                    <a:pt x="63549" y="331359"/>
                  </a:lnTo>
                  <a:lnTo>
                    <a:pt x="63636" y="331144"/>
                  </a:lnTo>
                  <a:lnTo>
                    <a:pt x="63732" y="330966"/>
                  </a:lnTo>
                  <a:lnTo>
                    <a:pt x="63977" y="330510"/>
                  </a:lnTo>
                  <a:lnTo>
                    <a:pt x="64380" y="329758"/>
                  </a:lnTo>
                  <a:lnTo>
                    <a:pt x="64325" y="329421"/>
                  </a:lnTo>
                  <a:lnTo>
                    <a:pt x="64164" y="329044"/>
                  </a:lnTo>
                  <a:lnTo>
                    <a:pt x="64191" y="328826"/>
                  </a:lnTo>
                  <a:lnTo>
                    <a:pt x="64410" y="328689"/>
                  </a:lnTo>
                  <a:lnTo>
                    <a:pt x="64596" y="328714"/>
                  </a:lnTo>
                  <a:lnTo>
                    <a:pt x="64797" y="328811"/>
                  </a:lnTo>
                  <a:lnTo>
                    <a:pt x="64947" y="328984"/>
                  </a:lnTo>
                  <a:lnTo>
                    <a:pt x="65228" y="329008"/>
                  </a:lnTo>
                  <a:lnTo>
                    <a:pt x="65366" y="328916"/>
                  </a:lnTo>
                  <a:lnTo>
                    <a:pt x="65466" y="328419"/>
                  </a:lnTo>
                  <a:lnTo>
                    <a:pt x="65772" y="328555"/>
                  </a:lnTo>
                  <a:lnTo>
                    <a:pt x="65819" y="328701"/>
                  </a:lnTo>
                  <a:lnTo>
                    <a:pt x="65899" y="328845"/>
                  </a:lnTo>
                  <a:lnTo>
                    <a:pt x="66137" y="328597"/>
                  </a:lnTo>
                  <a:lnTo>
                    <a:pt x="66384" y="328273"/>
                  </a:lnTo>
                  <a:lnTo>
                    <a:pt x="66583" y="327986"/>
                  </a:lnTo>
                  <a:lnTo>
                    <a:pt x="66752" y="327565"/>
                  </a:lnTo>
                  <a:lnTo>
                    <a:pt x="66770" y="327226"/>
                  </a:lnTo>
                  <a:lnTo>
                    <a:pt x="66556" y="327235"/>
                  </a:lnTo>
                  <a:lnTo>
                    <a:pt x="66405" y="327101"/>
                  </a:lnTo>
                  <a:lnTo>
                    <a:pt x="66738" y="326918"/>
                  </a:lnTo>
                  <a:lnTo>
                    <a:pt x="66727" y="326778"/>
                  </a:lnTo>
                  <a:lnTo>
                    <a:pt x="66582" y="326342"/>
                  </a:lnTo>
                  <a:lnTo>
                    <a:pt x="66290" y="326205"/>
                  </a:lnTo>
                  <a:lnTo>
                    <a:pt x="65893" y="326193"/>
                  </a:lnTo>
                  <a:lnTo>
                    <a:pt x="66126" y="325979"/>
                  </a:lnTo>
                  <a:lnTo>
                    <a:pt x="66403" y="325948"/>
                  </a:lnTo>
                  <a:lnTo>
                    <a:pt x="66502" y="325644"/>
                  </a:lnTo>
                  <a:lnTo>
                    <a:pt x="66422" y="325450"/>
                  </a:lnTo>
                  <a:lnTo>
                    <a:pt x="66250" y="325397"/>
                  </a:lnTo>
                  <a:lnTo>
                    <a:pt x="66261" y="325096"/>
                  </a:lnTo>
                  <a:lnTo>
                    <a:pt x="66049" y="324735"/>
                  </a:lnTo>
                  <a:lnTo>
                    <a:pt x="66448" y="324187"/>
                  </a:lnTo>
                  <a:lnTo>
                    <a:pt x="66665" y="323930"/>
                  </a:lnTo>
                  <a:lnTo>
                    <a:pt x="66755" y="323632"/>
                  </a:lnTo>
                  <a:lnTo>
                    <a:pt x="66634" y="323442"/>
                  </a:lnTo>
                  <a:lnTo>
                    <a:pt x="66661" y="322784"/>
                  </a:lnTo>
                  <a:lnTo>
                    <a:pt x="66890" y="322802"/>
                  </a:lnTo>
                  <a:lnTo>
                    <a:pt x="67205" y="322929"/>
                  </a:lnTo>
                  <a:lnTo>
                    <a:pt x="67390" y="322565"/>
                  </a:lnTo>
                  <a:lnTo>
                    <a:pt x="67359" y="322290"/>
                  </a:lnTo>
                  <a:lnTo>
                    <a:pt x="67314" y="322150"/>
                  </a:lnTo>
                  <a:lnTo>
                    <a:pt x="67371" y="321973"/>
                  </a:lnTo>
                  <a:lnTo>
                    <a:pt x="67329" y="321555"/>
                  </a:lnTo>
                  <a:lnTo>
                    <a:pt x="67172" y="321362"/>
                  </a:lnTo>
                  <a:lnTo>
                    <a:pt x="66900" y="320900"/>
                  </a:lnTo>
                  <a:lnTo>
                    <a:pt x="66858" y="320632"/>
                  </a:lnTo>
                  <a:lnTo>
                    <a:pt x="67051" y="320126"/>
                  </a:lnTo>
                  <a:lnTo>
                    <a:pt x="67177" y="319875"/>
                  </a:lnTo>
                  <a:lnTo>
                    <a:pt x="66971" y="320105"/>
                  </a:lnTo>
                  <a:lnTo>
                    <a:pt x="66680" y="319844"/>
                  </a:lnTo>
                  <a:lnTo>
                    <a:pt x="66781" y="319635"/>
                  </a:lnTo>
                  <a:lnTo>
                    <a:pt x="66782" y="319266"/>
                  </a:lnTo>
                  <a:lnTo>
                    <a:pt x="66611" y="319197"/>
                  </a:lnTo>
                  <a:lnTo>
                    <a:pt x="66684" y="319020"/>
                  </a:lnTo>
                  <a:lnTo>
                    <a:pt x="66844" y="318904"/>
                  </a:lnTo>
                  <a:lnTo>
                    <a:pt x="66962" y="318606"/>
                  </a:lnTo>
                  <a:lnTo>
                    <a:pt x="67065" y="318263"/>
                  </a:lnTo>
                  <a:lnTo>
                    <a:pt x="67279" y="318190"/>
                  </a:lnTo>
                  <a:lnTo>
                    <a:pt x="67491" y="318139"/>
                  </a:lnTo>
                  <a:lnTo>
                    <a:pt x="67984" y="317870"/>
                  </a:lnTo>
                  <a:lnTo>
                    <a:pt x="67930" y="317198"/>
                  </a:lnTo>
                  <a:lnTo>
                    <a:pt x="67926" y="316997"/>
                  </a:lnTo>
                  <a:lnTo>
                    <a:pt x="67986" y="316779"/>
                  </a:lnTo>
                  <a:lnTo>
                    <a:pt x="68327" y="316392"/>
                  </a:lnTo>
                  <a:lnTo>
                    <a:pt x="68586" y="316431"/>
                  </a:lnTo>
                  <a:lnTo>
                    <a:pt x="68900" y="316121"/>
                  </a:lnTo>
                  <a:lnTo>
                    <a:pt x="69034" y="315828"/>
                  </a:lnTo>
                  <a:lnTo>
                    <a:pt x="69158" y="315640"/>
                  </a:lnTo>
                  <a:lnTo>
                    <a:pt x="68893" y="315112"/>
                  </a:lnTo>
                  <a:lnTo>
                    <a:pt x="68812" y="314949"/>
                  </a:lnTo>
                  <a:lnTo>
                    <a:pt x="68757" y="314536"/>
                  </a:lnTo>
                  <a:lnTo>
                    <a:pt x="68775" y="314373"/>
                  </a:lnTo>
                  <a:lnTo>
                    <a:pt x="68781" y="314204"/>
                  </a:lnTo>
                  <a:lnTo>
                    <a:pt x="68723" y="313937"/>
                  </a:lnTo>
                  <a:lnTo>
                    <a:pt x="68609" y="313708"/>
                  </a:lnTo>
                  <a:lnTo>
                    <a:pt x="68232" y="313705"/>
                  </a:lnTo>
                  <a:lnTo>
                    <a:pt x="68248" y="313408"/>
                  </a:lnTo>
                  <a:lnTo>
                    <a:pt x="68326" y="312872"/>
                  </a:lnTo>
                  <a:lnTo>
                    <a:pt x="68169" y="312735"/>
                  </a:lnTo>
                  <a:lnTo>
                    <a:pt x="68242" y="312484"/>
                  </a:lnTo>
                  <a:lnTo>
                    <a:pt x="68674" y="312191"/>
                  </a:lnTo>
                  <a:lnTo>
                    <a:pt x="69311" y="312109"/>
                  </a:lnTo>
                  <a:lnTo>
                    <a:pt x="69357" y="311479"/>
                  </a:lnTo>
                  <a:lnTo>
                    <a:pt x="68950" y="311071"/>
                  </a:lnTo>
                  <a:lnTo>
                    <a:pt x="68957" y="309589"/>
                  </a:lnTo>
                  <a:lnTo>
                    <a:pt x="68914" y="309347"/>
                  </a:lnTo>
                  <a:lnTo>
                    <a:pt x="68985" y="309189"/>
                  </a:lnTo>
                  <a:lnTo>
                    <a:pt x="69340" y="309335"/>
                  </a:lnTo>
                  <a:lnTo>
                    <a:pt x="69300" y="309145"/>
                  </a:lnTo>
                  <a:lnTo>
                    <a:pt x="69291" y="308884"/>
                  </a:lnTo>
                  <a:lnTo>
                    <a:pt x="69473" y="308693"/>
                  </a:lnTo>
                  <a:lnTo>
                    <a:pt x="69617" y="308833"/>
                  </a:lnTo>
                  <a:lnTo>
                    <a:pt x="69967" y="309047"/>
                  </a:lnTo>
                  <a:lnTo>
                    <a:pt x="70255" y="309020"/>
                  </a:lnTo>
                  <a:lnTo>
                    <a:pt x="70536" y="308973"/>
                  </a:lnTo>
                  <a:lnTo>
                    <a:pt x="70978" y="308894"/>
                  </a:lnTo>
                  <a:lnTo>
                    <a:pt x="71137" y="308510"/>
                  </a:lnTo>
                  <a:lnTo>
                    <a:pt x="71096" y="308380"/>
                  </a:lnTo>
                  <a:lnTo>
                    <a:pt x="71057" y="308199"/>
                  </a:lnTo>
                  <a:lnTo>
                    <a:pt x="71038" y="307832"/>
                  </a:lnTo>
                  <a:lnTo>
                    <a:pt x="71073" y="307694"/>
                  </a:lnTo>
                  <a:lnTo>
                    <a:pt x="71333" y="307445"/>
                  </a:lnTo>
                  <a:lnTo>
                    <a:pt x="71435" y="307108"/>
                  </a:lnTo>
                  <a:lnTo>
                    <a:pt x="71505" y="306876"/>
                  </a:lnTo>
                  <a:lnTo>
                    <a:pt x="71562" y="306698"/>
                  </a:lnTo>
                  <a:lnTo>
                    <a:pt x="71834" y="306308"/>
                  </a:lnTo>
                  <a:lnTo>
                    <a:pt x="71859" y="306153"/>
                  </a:lnTo>
                  <a:lnTo>
                    <a:pt x="72139" y="306049"/>
                  </a:lnTo>
                  <a:lnTo>
                    <a:pt x="72319" y="306040"/>
                  </a:lnTo>
                  <a:lnTo>
                    <a:pt x="72838" y="305923"/>
                  </a:lnTo>
                  <a:lnTo>
                    <a:pt x="73259" y="305723"/>
                  </a:lnTo>
                  <a:lnTo>
                    <a:pt x="73424" y="306099"/>
                  </a:lnTo>
                  <a:lnTo>
                    <a:pt x="73590" y="306670"/>
                  </a:lnTo>
                  <a:lnTo>
                    <a:pt x="74022" y="306232"/>
                  </a:lnTo>
                  <a:lnTo>
                    <a:pt x="74015" y="305993"/>
                  </a:lnTo>
                  <a:lnTo>
                    <a:pt x="74013" y="305679"/>
                  </a:lnTo>
                  <a:lnTo>
                    <a:pt x="74233" y="305205"/>
                  </a:lnTo>
                  <a:lnTo>
                    <a:pt x="73677" y="304432"/>
                  </a:lnTo>
                  <a:lnTo>
                    <a:pt x="73548" y="304257"/>
                  </a:lnTo>
                  <a:lnTo>
                    <a:pt x="73285" y="304037"/>
                  </a:lnTo>
                  <a:lnTo>
                    <a:pt x="73308" y="303809"/>
                  </a:lnTo>
                  <a:lnTo>
                    <a:pt x="73271" y="303647"/>
                  </a:lnTo>
                  <a:lnTo>
                    <a:pt x="73060" y="303432"/>
                  </a:lnTo>
                  <a:lnTo>
                    <a:pt x="72772" y="303294"/>
                  </a:lnTo>
                  <a:lnTo>
                    <a:pt x="72447" y="303100"/>
                  </a:lnTo>
                  <a:lnTo>
                    <a:pt x="72456" y="302967"/>
                  </a:lnTo>
                  <a:lnTo>
                    <a:pt x="72264" y="302801"/>
                  </a:lnTo>
                  <a:lnTo>
                    <a:pt x="72191" y="302953"/>
                  </a:lnTo>
                  <a:lnTo>
                    <a:pt x="72016" y="302736"/>
                  </a:lnTo>
                  <a:lnTo>
                    <a:pt x="72043" y="302565"/>
                  </a:lnTo>
                  <a:lnTo>
                    <a:pt x="72008" y="302333"/>
                  </a:lnTo>
                  <a:lnTo>
                    <a:pt x="71973" y="301839"/>
                  </a:lnTo>
                  <a:lnTo>
                    <a:pt x="71981" y="301564"/>
                  </a:lnTo>
                  <a:lnTo>
                    <a:pt x="72193" y="301149"/>
                  </a:lnTo>
                  <a:lnTo>
                    <a:pt x="72344" y="301042"/>
                  </a:lnTo>
                  <a:lnTo>
                    <a:pt x="72573" y="300885"/>
                  </a:lnTo>
                  <a:lnTo>
                    <a:pt x="72560" y="300743"/>
                  </a:lnTo>
                  <a:lnTo>
                    <a:pt x="72740" y="300562"/>
                  </a:lnTo>
                  <a:lnTo>
                    <a:pt x="73011" y="300333"/>
                  </a:lnTo>
                  <a:lnTo>
                    <a:pt x="73258" y="300283"/>
                  </a:lnTo>
                  <a:lnTo>
                    <a:pt x="73758" y="300318"/>
                  </a:lnTo>
                  <a:lnTo>
                    <a:pt x="73769" y="300109"/>
                  </a:lnTo>
                  <a:lnTo>
                    <a:pt x="73842" y="299823"/>
                  </a:lnTo>
                  <a:lnTo>
                    <a:pt x="73964" y="299568"/>
                  </a:lnTo>
                  <a:lnTo>
                    <a:pt x="74174" y="299377"/>
                  </a:lnTo>
                  <a:lnTo>
                    <a:pt x="74476" y="299185"/>
                  </a:lnTo>
                  <a:lnTo>
                    <a:pt x="75081" y="299242"/>
                  </a:lnTo>
                  <a:lnTo>
                    <a:pt x="75416" y="299016"/>
                  </a:lnTo>
                  <a:lnTo>
                    <a:pt x="75695" y="298942"/>
                  </a:lnTo>
                  <a:lnTo>
                    <a:pt x="75867" y="298884"/>
                  </a:lnTo>
                  <a:lnTo>
                    <a:pt x="76045" y="298819"/>
                  </a:lnTo>
                  <a:lnTo>
                    <a:pt x="76295" y="299169"/>
                  </a:lnTo>
                  <a:lnTo>
                    <a:pt x="76643" y="299175"/>
                  </a:lnTo>
                  <a:lnTo>
                    <a:pt x="76852" y="299110"/>
                  </a:lnTo>
                  <a:lnTo>
                    <a:pt x="76982" y="299076"/>
                  </a:lnTo>
                  <a:lnTo>
                    <a:pt x="77309" y="299235"/>
                  </a:lnTo>
                  <a:lnTo>
                    <a:pt x="77490" y="299130"/>
                  </a:lnTo>
                  <a:lnTo>
                    <a:pt x="77668" y="298603"/>
                  </a:lnTo>
                  <a:lnTo>
                    <a:pt x="78062" y="298524"/>
                  </a:lnTo>
                  <a:lnTo>
                    <a:pt x="78223" y="298555"/>
                  </a:lnTo>
                  <a:lnTo>
                    <a:pt x="78537" y="298527"/>
                  </a:lnTo>
                  <a:lnTo>
                    <a:pt x="78808" y="298309"/>
                  </a:lnTo>
                  <a:lnTo>
                    <a:pt x="78939" y="298355"/>
                  </a:lnTo>
                  <a:lnTo>
                    <a:pt x="79393" y="298017"/>
                  </a:lnTo>
                  <a:lnTo>
                    <a:pt x="79445" y="297719"/>
                  </a:lnTo>
                  <a:lnTo>
                    <a:pt x="79699" y="297422"/>
                  </a:lnTo>
                  <a:lnTo>
                    <a:pt x="80122" y="297245"/>
                  </a:lnTo>
                  <a:lnTo>
                    <a:pt x="80250" y="296845"/>
                  </a:lnTo>
                  <a:lnTo>
                    <a:pt x="80260" y="296556"/>
                  </a:lnTo>
                  <a:lnTo>
                    <a:pt x="80504" y="296492"/>
                  </a:lnTo>
                  <a:lnTo>
                    <a:pt x="80866" y="296462"/>
                  </a:lnTo>
                  <a:lnTo>
                    <a:pt x="80947" y="296323"/>
                  </a:lnTo>
                  <a:lnTo>
                    <a:pt x="81114" y="296234"/>
                  </a:lnTo>
                  <a:lnTo>
                    <a:pt x="81381" y="296234"/>
                  </a:lnTo>
                  <a:lnTo>
                    <a:pt x="81596" y="296367"/>
                  </a:lnTo>
                  <a:lnTo>
                    <a:pt x="82211" y="296105"/>
                  </a:lnTo>
                  <a:lnTo>
                    <a:pt x="82156" y="295840"/>
                  </a:lnTo>
                  <a:lnTo>
                    <a:pt x="82176" y="295682"/>
                  </a:lnTo>
                  <a:lnTo>
                    <a:pt x="82032" y="295382"/>
                  </a:lnTo>
                  <a:lnTo>
                    <a:pt x="81856" y="294918"/>
                  </a:lnTo>
                  <a:lnTo>
                    <a:pt x="81788" y="294736"/>
                  </a:lnTo>
                  <a:lnTo>
                    <a:pt x="81822" y="294456"/>
                  </a:lnTo>
                  <a:lnTo>
                    <a:pt x="81894" y="294271"/>
                  </a:lnTo>
                  <a:lnTo>
                    <a:pt x="82023" y="294113"/>
                  </a:lnTo>
                  <a:lnTo>
                    <a:pt x="82295" y="294144"/>
                  </a:lnTo>
                  <a:lnTo>
                    <a:pt x="82574" y="293605"/>
                  </a:lnTo>
                  <a:lnTo>
                    <a:pt x="82762" y="293162"/>
                  </a:lnTo>
                  <a:lnTo>
                    <a:pt x="83139" y="292912"/>
                  </a:lnTo>
                  <a:lnTo>
                    <a:pt x="83243" y="292685"/>
                  </a:lnTo>
                  <a:lnTo>
                    <a:pt x="83253" y="292475"/>
                  </a:lnTo>
                  <a:lnTo>
                    <a:pt x="83346" y="292722"/>
                  </a:lnTo>
                  <a:lnTo>
                    <a:pt x="83526" y="292801"/>
                  </a:lnTo>
                  <a:lnTo>
                    <a:pt x="83618" y="292457"/>
                  </a:lnTo>
                  <a:lnTo>
                    <a:pt x="83568" y="292298"/>
                  </a:lnTo>
                  <a:lnTo>
                    <a:pt x="83805" y="292066"/>
                  </a:lnTo>
                  <a:lnTo>
                    <a:pt x="83883" y="291765"/>
                  </a:lnTo>
                  <a:lnTo>
                    <a:pt x="84381" y="291578"/>
                  </a:lnTo>
                  <a:lnTo>
                    <a:pt x="84401" y="291380"/>
                  </a:lnTo>
                  <a:lnTo>
                    <a:pt x="84425" y="291166"/>
                  </a:lnTo>
                  <a:lnTo>
                    <a:pt x="84954" y="290802"/>
                  </a:lnTo>
                  <a:lnTo>
                    <a:pt x="85101" y="290752"/>
                  </a:lnTo>
                  <a:lnTo>
                    <a:pt x="85335" y="290661"/>
                  </a:lnTo>
                  <a:lnTo>
                    <a:pt x="85581" y="290498"/>
                  </a:lnTo>
                  <a:lnTo>
                    <a:pt x="85933" y="290075"/>
                  </a:lnTo>
                  <a:lnTo>
                    <a:pt x="86245" y="289893"/>
                  </a:lnTo>
                  <a:lnTo>
                    <a:pt x="86332" y="289724"/>
                  </a:lnTo>
                  <a:lnTo>
                    <a:pt x="86684" y="289355"/>
                  </a:lnTo>
                  <a:lnTo>
                    <a:pt x="87010" y="289194"/>
                  </a:lnTo>
                  <a:lnTo>
                    <a:pt x="87150" y="289095"/>
                  </a:lnTo>
                  <a:lnTo>
                    <a:pt x="87374" y="288769"/>
                  </a:lnTo>
                  <a:lnTo>
                    <a:pt x="87409" y="288561"/>
                  </a:lnTo>
                  <a:lnTo>
                    <a:pt x="87126" y="287852"/>
                  </a:lnTo>
                  <a:lnTo>
                    <a:pt x="86979" y="287699"/>
                  </a:lnTo>
                  <a:lnTo>
                    <a:pt x="87032" y="287342"/>
                  </a:lnTo>
                  <a:lnTo>
                    <a:pt x="86881" y="286909"/>
                  </a:lnTo>
                  <a:lnTo>
                    <a:pt x="86985" y="286738"/>
                  </a:lnTo>
                  <a:lnTo>
                    <a:pt x="86663" y="285930"/>
                  </a:lnTo>
                  <a:lnTo>
                    <a:pt x="86246" y="286022"/>
                  </a:lnTo>
                  <a:lnTo>
                    <a:pt x="86069" y="286111"/>
                  </a:lnTo>
                  <a:lnTo>
                    <a:pt x="85861" y="286173"/>
                  </a:lnTo>
                  <a:lnTo>
                    <a:pt x="85076" y="286664"/>
                  </a:lnTo>
                  <a:lnTo>
                    <a:pt x="84623" y="286749"/>
                  </a:lnTo>
                  <a:lnTo>
                    <a:pt x="84574" y="286390"/>
                  </a:lnTo>
                  <a:lnTo>
                    <a:pt x="84387" y="286216"/>
                  </a:lnTo>
                  <a:lnTo>
                    <a:pt x="84321" y="286492"/>
                  </a:lnTo>
                  <a:lnTo>
                    <a:pt x="83732" y="286426"/>
                  </a:lnTo>
                  <a:lnTo>
                    <a:pt x="83573" y="286397"/>
                  </a:lnTo>
                  <a:lnTo>
                    <a:pt x="83136" y="286062"/>
                  </a:lnTo>
                  <a:lnTo>
                    <a:pt x="83229" y="285781"/>
                  </a:lnTo>
                  <a:lnTo>
                    <a:pt x="83404" y="285559"/>
                  </a:lnTo>
                  <a:lnTo>
                    <a:pt x="83470" y="285338"/>
                  </a:lnTo>
                  <a:lnTo>
                    <a:pt x="83623" y="285125"/>
                  </a:lnTo>
                  <a:lnTo>
                    <a:pt x="83359" y="284842"/>
                  </a:lnTo>
                  <a:lnTo>
                    <a:pt x="83345" y="284622"/>
                  </a:lnTo>
                  <a:lnTo>
                    <a:pt x="83445" y="284479"/>
                  </a:lnTo>
                  <a:lnTo>
                    <a:pt x="83087" y="284446"/>
                  </a:lnTo>
                  <a:lnTo>
                    <a:pt x="82771" y="284226"/>
                  </a:lnTo>
                  <a:lnTo>
                    <a:pt x="82944" y="284231"/>
                  </a:lnTo>
                  <a:lnTo>
                    <a:pt x="83139" y="284253"/>
                  </a:lnTo>
                  <a:lnTo>
                    <a:pt x="83134" y="283739"/>
                  </a:lnTo>
                  <a:lnTo>
                    <a:pt x="83078" y="283601"/>
                  </a:lnTo>
                  <a:lnTo>
                    <a:pt x="82964" y="283259"/>
                  </a:lnTo>
                  <a:lnTo>
                    <a:pt x="82933" y="283107"/>
                  </a:lnTo>
                  <a:lnTo>
                    <a:pt x="83374" y="282510"/>
                  </a:lnTo>
                  <a:lnTo>
                    <a:pt x="83361" y="282236"/>
                  </a:lnTo>
                  <a:lnTo>
                    <a:pt x="83129" y="281909"/>
                  </a:lnTo>
                  <a:lnTo>
                    <a:pt x="83418" y="281676"/>
                  </a:lnTo>
                  <a:lnTo>
                    <a:pt x="83482" y="281118"/>
                  </a:lnTo>
                  <a:lnTo>
                    <a:pt x="83777" y="280984"/>
                  </a:lnTo>
                  <a:lnTo>
                    <a:pt x="83957" y="280916"/>
                  </a:lnTo>
                  <a:lnTo>
                    <a:pt x="84387" y="280799"/>
                  </a:lnTo>
                  <a:lnTo>
                    <a:pt x="84537" y="280343"/>
                  </a:lnTo>
                  <a:lnTo>
                    <a:pt x="84289" y="280061"/>
                  </a:lnTo>
                  <a:lnTo>
                    <a:pt x="84147" y="279934"/>
                  </a:lnTo>
                  <a:lnTo>
                    <a:pt x="84354" y="279893"/>
                  </a:lnTo>
                  <a:lnTo>
                    <a:pt x="84662" y="279652"/>
                  </a:lnTo>
                  <a:lnTo>
                    <a:pt x="84998" y="279651"/>
                  </a:lnTo>
                  <a:lnTo>
                    <a:pt x="85083" y="279448"/>
                  </a:lnTo>
                  <a:lnTo>
                    <a:pt x="85300" y="279210"/>
                  </a:lnTo>
                  <a:lnTo>
                    <a:pt x="85079" y="279158"/>
                  </a:lnTo>
                  <a:lnTo>
                    <a:pt x="85084" y="278967"/>
                  </a:lnTo>
                  <a:lnTo>
                    <a:pt x="85346" y="278581"/>
                  </a:lnTo>
                  <a:lnTo>
                    <a:pt x="85478" y="278592"/>
                  </a:lnTo>
                  <a:lnTo>
                    <a:pt x="85782" y="278364"/>
                  </a:lnTo>
                  <a:lnTo>
                    <a:pt x="85928" y="278207"/>
                  </a:lnTo>
                  <a:lnTo>
                    <a:pt x="86074" y="277892"/>
                  </a:lnTo>
                  <a:lnTo>
                    <a:pt x="86098" y="277570"/>
                  </a:lnTo>
                  <a:lnTo>
                    <a:pt x="86926" y="277268"/>
                  </a:lnTo>
                  <a:lnTo>
                    <a:pt x="87380" y="276917"/>
                  </a:lnTo>
                  <a:lnTo>
                    <a:pt x="87875" y="276849"/>
                  </a:lnTo>
                  <a:lnTo>
                    <a:pt x="87602" y="276380"/>
                  </a:lnTo>
                  <a:lnTo>
                    <a:pt x="87663" y="275848"/>
                  </a:lnTo>
                  <a:lnTo>
                    <a:pt x="87772" y="275534"/>
                  </a:lnTo>
                  <a:lnTo>
                    <a:pt x="88136" y="275666"/>
                  </a:lnTo>
                  <a:lnTo>
                    <a:pt x="88302" y="275311"/>
                  </a:lnTo>
                  <a:lnTo>
                    <a:pt x="88415" y="274901"/>
                  </a:lnTo>
                  <a:lnTo>
                    <a:pt x="88352" y="274656"/>
                  </a:lnTo>
                  <a:lnTo>
                    <a:pt x="88502" y="274497"/>
                  </a:lnTo>
                  <a:lnTo>
                    <a:pt x="88867" y="274637"/>
                  </a:lnTo>
                  <a:lnTo>
                    <a:pt x="89180" y="274641"/>
                  </a:lnTo>
                  <a:lnTo>
                    <a:pt x="89307" y="274718"/>
                  </a:lnTo>
                  <a:lnTo>
                    <a:pt x="89315" y="274969"/>
                  </a:lnTo>
                  <a:lnTo>
                    <a:pt x="89639" y="275060"/>
                  </a:lnTo>
                  <a:lnTo>
                    <a:pt x="89864" y="275095"/>
                  </a:lnTo>
                  <a:lnTo>
                    <a:pt x="90192" y="275053"/>
                  </a:lnTo>
                  <a:lnTo>
                    <a:pt x="90238" y="275341"/>
                  </a:lnTo>
                  <a:lnTo>
                    <a:pt x="90268" y="275771"/>
                  </a:lnTo>
                  <a:lnTo>
                    <a:pt x="90312" y="276109"/>
                  </a:lnTo>
                  <a:lnTo>
                    <a:pt x="90174" y="276778"/>
                  </a:lnTo>
                  <a:lnTo>
                    <a:pt x="90312" y="276739"/>
                  </a:lnTo>
                  <a:lnTo>
                    <a:pt x="90534" y="276485"/>
                  </a:lnTo>
                  <a:lnTo>
                    <a:pt x="91141" y="276432"/>
                  </a:lnTo>
                  <a:lnTo>
                    <a:pt x="91295" y="276611"/>
                  </a:lnTo>
                  <a:lnTo>
                    <a:pt x="91697" y="276375"/>
                  </a:lnTo>
                  <a:lnTo>
                    <a:pt x="91841" y="276356"/>
                  </a:lnTo>
                  <a:lnTo>
                    <a:pt x="92065" y="276389"/>
                  </a:lnTo>
                  <a:lnTo>
                    <a:pt x="92179" y="276235"/>
                  </a:lnTo>
                  <a:lnTo>
                    <a:pt x="92317" y="275921"/>
                  </a:lnTo>
                  <a:lnTo>
                    <a:pt x="92569" y="275573"/>
                  </a:lnTo>
                  <a:lnTo>
                    <a:pt x="92548" y="275254"/>
                  </a:lnTo>
                  <a:lnTo>
                    <a:pt x="92442" y="275107"/>
                  </a:lnTo>
                  <a:lnTo>
                    <a:pt x="92316" y="274929"/>
                  </a:lnTo>
                  <a:lnTo>
                    <a:pt x="92216" y="274550"/>
                  </a:lnTo>
                  <a:lnTo>
                    <a:pt x="92269" y="274136"/>
                  </a:lnTo>
                  <a:lnTo>
                    <a:pt x="92330" y="273875"/>
                  </a:lnTo>
                  <a:lnTo>
                    <a:pt x="92373" y="273588"/>
                  </a:lnTo>
                  <a:lnTo>
                    <a:pt x="92453" y="273352"/>
                  </a:lnTo>
                  <a:lnTo>
                    <a:pt x="93163" y="273028"/>
                  </a:lnTo>
                  <a:lnTo>
                    <a:pt x="93347" y="272561"/>
                  </a:lnTo>
                  <a:lnTo>
                    <a:pt x="93282" y="272372"/>
                  </a:lnTo>
                  <a:lnTo>
                    <a:pt x="93316" y="272186"/>
                  </a:lnTo>
                  <a:lnTo>
                    <a:pt x="93604" y="271905"/>
                  </a:lnTo>
                  <a:lnTo>
                    <a:pt x="93792" y="271566"/>
                  </a:lnTo>
                  <a:lnTo>
                    <a:pt x="93870" y="271578"/>
                  </a:lnTo>
                  <a:lnTo>
                    <a:pt x="93609" y="271141"/>
                  </a:lnTo>
                  <a:lnTo>
                    <a:pt x="93466" y="271169"/>
                  </a:lnTo>
                  <a:lnTo>
                    <a:pt x="93163" y="271102"/>
                  </a:lnTo>
                  <a:lnTo>
                    <a:pt x="92933" y="271126"/>
                  </a:lnTo>
                  <a:lnTo>
                    <a:pt x="92675" y="271285"/>
                  </a:lnTo>
                  <a:lnTo>
                    <a:pt x="92543" y="271244"/>
                  </a:lnTo>
                  <a:lnTo>
                    <a:pt x="92449" y="271108"/>
                  </a:lnTo>
                  <a:lnTo>
                    <a:pt x="91954" y="270827"/>
                  </a:lnTo>
                  <a:lnTo>
                    <a:pt x="92061" y="270491"/>
                  </a:lnTo>
                  <a:lnTo>
                    <a:pt x="91913" y="270460"/>
                  </a:lnTo>
                  <a:lnTo>
                    <a:pt x="91710" y="270147"/>
                  </a:lnTo>
                  <a:lnTo>
                    <a:pt x="91738" y="269787"/>
                  </a:lnTo>
                  <a:lnTo>
                    <a:pt x="91609" y="269600"/>
                  </a:lnTo>
                  <a:lnTo>
                    <a:pt x="91600" y="269400"/>
                  </a:lnTo>
                  <a:lnTo>
                    <a:pt x="91563" y="269159"/>
                  </a:lnTo>
                  <a:lnTo>
                    <a:pt x="91227" y="268858"/>
                  </a:lnTo>
                  <a:lnTo>
                    <a:pt x="91203" y="268675"/>
                  </a:lnTo>
                  <a:lnTo>
                    <a:pt x="90873" y="268381"/>
                  </a:lnTo>
                  <a:lnTo>
                    <a:pt x="90481" y="267919"/>
                  </a:lnTo>
                  <a:lnTo>
                    <a:pt x="90133" y="267758"/>
                  </a:lnTo>
                  <a:lnTo>
                    <a:pt x="89859" y="267683"/>
                  </a:lnTo>
                  <a:lnTo>
                    <a:pt x="89528" y="267044"/>
                  </a:lnTo>
                  <a:lnTo>
                    <a:pt x="89743" y="266754"/>
                  </a:lnTo>
                  <a:lnTo>
                    <a:pt x="89851" y="266539"/>
                  </a:lnTo>
                  <a:lnTo>
                    <a:pt x="90097" y="266134"/>
                  </a:lnTo>
                  <a:lnTo>
                    <a:pt x="90458" y="265152"/>
                  </a:lnTo>
                  <a:lnTo>
                    <a:pt x="90433" y="264799"/>
                  </a:lnTo>
                  <a:lnTo>
                    <a:pt x="90491" y="264644"/>
                  </a:lnTo>
                  <a:lnTo>
                    <a:pt x="90479" y="264386"/>
                  </a:lnTo>
                  <a:lnTo>
                    <a:pt x="90455" y="264156"/>
                  </a:lnTo>
                  <a:lnTo>
                    <a:pt x="90445" y="263964"/>
                  </a:lnTo>
                  <a:lnTo>
                    <a:pt x="90479" y="263782"/>
                  </a:lnTo>
                  <a:lnTo>
                    <a:pt x="90655" y="263561"/>
                  </a:lnTo>
                  <a:lnTo>
                    <a:pt x="90526" y="263430"/>
                  </a:lnTo>
                  <a:lnTo>
                    <a:pt x="90290" y="263199"/>
                  </a:lnTo>
                  <a:lnTo>
                    <a:pt x="89867" y="262925"/>
                  </a:lnTo>
                  <a:lnTo>
                    <a:pt x="90008" y="262689"/>
                  </a:lnTo>
                  <a:lnTo>
                    <a:pt x="90157" y="262563"/>
                  </a:lnTo>
                  <a:lnTo>
                    <a:pt x="89786" y="262341"/>
                  </a:lnTo>
                  <a:lnTo>
                    <a:pt x="89478" y="262183"/>
                  </a:lnTo>
                  <a:lnTo>
                    <a:pt x="89317" y="262116"/>
                  </a:lnTo>
                  <a:lnTo>
                    <a:pt x="89171" y="261753"/>
                  </a:lnTo>
                  <a:lnTo>
                    <a:pt x="88888" y="261458"/>
                  </a:lnTo>
                  <a:lnTo>
                    <a:pt x="88356" y="260881"/>
                  </a:lnTo>
                  <a:lnTo>
                    <a:pt x="88334" y="260397"/>
                  </a:lnTo>
                  <a:lnTo>
                    <a:pt x="88429" y="260034"/>
                  </a:lnTo>
                  <a:lnTo>
                    <a:pt x="88253" y="259968"/>
                  </a:lnTo>
                  <a:lnTo>
                    <a:pt x="88396" y="259672"/>
                  </a:lnTo>
                  <a:lnTo>
                    <a:pt x="88621" y="259303"/>
                  </a:lnTo>
                  <a:lnTo>
                    <a:pt x="88866" y="259108"/>
                  </a:lnTo>
                  <a:lnTo>
                    <a:pt x="89057" y="259003"/>
                  </a:lnTo>
                  <a:lnTo>
                    <a:pt x="89216" y="258754"/>
                  </a:lnTo>
                  <a:lnTo>
                    <a:pt x="89414" y="258449"/>
                  </a:lnTo>
                  <a:lnTo>
                    <a:pt x="89600" y="258332"/>
                  </a:lnTo>
                  <a:lnTo>
                    <a:pt x="89799" y="258195"/>
                  </a:lnTo>
                  <a:lnTo>
                    <a:pt x="90476" y="257679"/>
                  </a:lnTo>
                  <a:lnTo>
                    <a:pt x="90409" y="257236"/>
                  </a:lnTo>
                  <a:lnTo>
                    <a:pt x="90291" y="256994"/>
                  </a:lnTo>
                  <a:lnTo>
                    <a:pt x="89851" y="256175"/>
                  </a:lnTo>
                  <a:lnTo>
                    <a:pt x="89791" y="255847"/>
                  </a:lnTo>
                  <a:lnTo>
                    <a:pt x="89841" y="255712"/>
                  </a:lnTo>
                  <a:lnTo>
                    <a:pt x="89660" y="255434"/>
                  </a:lnTo>
                  <a:lnTo>
                    <a:pt x="89583" y="255150"/>
                  </a:lnTo>
                  <a:lnTo>
                    <a:pt x="89750" y="254872"/>
                  </a:lnTo>
                  <a:lnTo>
                    <a:pt x="89800" y="254677"/>
                  </a:lnTo>
                  <a:lnTo>
                    <a:pt x="89745" y="254445"/>
                  </a:lnTo>
                  <a:lnTo>
                    <a:pt x="89808" y="254244"/>
                  </a:lnTo>
                  <a:lnTo>
                    <a:pt x="89910" y="253904"/>
                  </a:lnTo>
                  <a:lnTo>
                    <a:pt x="89986" y="253679"/>
                  </a:lnTo>
                  <a:lnTo>
                    <a:pt x="90272" y="253509"/>
                  </a:lnTo>
                  <a:lnTo>
                    <a:pt x="90438" y="252987"/>
                  </a:lnTo>
                  <a:lnTo>
                    <a:pt x="90490" y="252825"/>
                  </a:lnTo>
                  <a:lnTo>
                    <a:pt x="90607" y="252372"/>
                  </a:lnTo>
                  <a:lnTo>
                    <a:pt x="90812" y="252248"/>
                  </a:lnTo>
                  <a:lnTo>
                    <a:pt x="91242" y="252432"/>
                  </a:lnTo>
                  <a:lnTo>
                    <a:pt x="91438" y="252258"/>
                  </a:lnTo>
                  <a:lnTo>
                    <a:pt x="91463" y="251591"/>
                  </a:lnTo>
                  <a:lnTo>
                    <a:pt x="91725" y="251397"/>
                  </a:lnTo>
                  <a:lnTo>
                    <a:pt x="91843" y="251268"/>
                  </a:lnTo>
                  <a:lnTo>
                    <a:pt x="91992" y="251031"/>
                  </a:lnTo>
                  <a:lnTo>
                    <a:pt x="92101" y="251171"/>
                  </a:lnTo>
                  <a:lnTo>
                    <a:pt x="92265" y="251212"/>
                  </a:lnTo>
                  <a:lnTo>
                    <a:pt x="92384" y="250795"/>
                  </a:lnTo>
                  <a:lnTo>
                    <a:pt x="92581" y="250526"/>
                  </a:lnTo>
                  <a:lnTo>
                    <a:pt x="92728" y="250426"/>
                  </a:lnTo>
                  <a:lnTo>
                    <a:pt x="92896" y="250252"/>
                  </a:lnTo>
                  <a:lnTo>
                    <a:pt x="93036" y="249895"/>
                  </a:lnTo>
                  <a:lnTo>
                    <a:pt x="93021" y="249571"/>
                  </a:lnTo>
                  <a:lnTo>
                    <a:pt x="93152" y="249510"/>
                  </a:lnTo>
                  <a:lnTo>
                    <a:pt x="93440" y="249239"/>
                  </a:lnTo>
                  <a:lnTo>
                    <a:pt x="93685" y="249067"/>
                  </a:lnTo>
                  <a:lnTo>
                    <a:pt x="93825" y="248935"/>
                  </a:lnTo>
                  <a:lnTo>
                    <a:pt x="93958" y="248749"/>
                  </a:lnTo>
                  <a:lnTo>
                    <a:pt x="94168" y="248647"/>
                  </a:lnTo>
                  <a:lnTo>
                    <a:pt x="94268" y="248466"/>
                  </a:lnTo>
                  <a:lnTo>
                    <a:pt x="94391" y="247773"/>
                  </a:lnTo>
                  <a:lnTo>
                    <a:pt x="94707" y="247674"/>
                  </a:lnTo>
                  <a:lnTo>
                    <a:pt x="94918" y="247645"/>
                  </a:lnTo>
                  <a:lnTo>
                    <a:pt x="95284" y="247441"/>
                  </a:lnTo>
                  <a:lnTo>
                    <a:pt x="95742" y="246891"/>
                  </a:lnTo>
                  <a:lnTo>
                    <a:pt x="95840" y="246753"/>
                  </a:lnTo>
                  <a:lnTo>
                    <a:pt x="96102" y="246551"/>
                  </a:lnTo>
                  <a:lnTo>
                    <a:pt x="96255" y="246454"/>
                  </a:lnTo>
                  <a:lnTo>
                    <a:pt x="96605" y="246443"/>
                  </a:lnTo>
                  <a:lnTo>
                    <a:pt x="96881" y="246371"/>
                  </a:lnTo>
                  <a:lnTo>
                    <a:pt x="97106" y="246367"/>
                  </a:lnTo>
                  <a:lnTo>
                    <a:pt x="97574" y="246188"/>
                  </a:lnTo>
                  <a:lnTo>
                    <a:pt x="98120" y="246142"/>
                  </a:lnTo>
                  <a:lnTo>
                    <a:pt x="98201" y="246337"/>
                  </a:lnTo>
                  <a:lnTo>
                    <a:pt x="98278" y="246606"/>
                  </a:lnTo>
                  <a:lnTo>
                    <a:pt x="98378" y="246735"/>
                  </a:lnTo>
                  <a:lnTo>
                    <a:pt x="98565" y="246904"/>
                  </a:lnTo>
                  <a:lnTo>
                    <a:pt x="98851" y="246917"/>
                  </a:lnTo>
                  <a:lnTo>
                    <a:pt x="98980" y="246728"/>
                  </a:lnTo>
                  <a:lnTo>
                    <a:pt x="98935" y="246517"/>
                  </a:lnTo>
                  <a:lnTo>
                    <a:pt x="98989" y="246311"/>
                  </a:lnTo>
                  <a:lnTo>
                    <a:pt x="99143" y="246027"/>
                  </a:lnTo>
                  <a:lnTo>
                    <a:pt x="99308" y="245914"/>
                  </a:lnTo>
                  <a:lnTo>
                    <a:pt x="99833" y="245955"/>
                  </a:lnTo>
                  <a:lnTo>
                    <a:pt x="100228" y="245542"/>
                  </a:lnTo>
                  <a:lnTo>
                    <a:pt x="100630" y="245391"/>
                  </a:lnTo>
                  <a:lnTo>
                    <a:pt x="100833" y="245451"/>
                  </a:lnTo>
                  <a:lnTo>
                    <a:pt x="101092" y="245525"/>
                  </a:lnTo>
                  <a:lnTo>
                    <a:pt x="101358" y="245309"/>
                  </a:lnTo>
                  <a:lnTo>
                    <a:pt x="101680" y="244920"/>
                  </a:lnTo>
                  <a:lnTo>
                    <a:pt x="101904" y="244965"/>
                  </a:lnTo>
                  <a:lnTo>
                    <a:pt x="102065" y="245008"/>
                  </a:lnTo>
                  <a:lnTo>
                    <a:pt x="102370" y="245550"/>
                  </a:lnTo>
                  <a:lnTo>
                    <a:pt x="102545" y="245569"/>
                  </a:lnTo>
                  <a:lnTo>
                    <a:pt x="102849" y="245563"/>
                  </a:lnTo>
                  <a:lnTo>
                    <a:pt x="103291" y="245446"/>
                  </a:lnTo>
                  <a:lnTo>
                    <a:pt x="103384" y="245223"/>
                  </a:lnTo>
                  <a:lnTo>
                    <a:pt x="103473" y="244976"/>
                  </a:lnTo>
                  <a:lnTo>
                    <a:pt x="103677" y="244876"/>
                  </a:lnTo>
                  <a:lnTo>
                    <a:pt x="104015" y="244758"/>
                  </a:lnTo>
                  <a:lnTo>
                    <a:pt x="104175" y="244609"/>
                  </a:lnTo>
                  <a:lnTo>
                    <a:pt x="104304" y="244508"/>
                  </a:lnTo>
                  <a:lnTo>
                    <a:pt x="104627" y="244316"/>
                  </a:lnTo>
                  <a:lnTo>
                    <a:pt x="105000" y="244242"/>
                  </a:lnTo>
                  <a:lnTo>
                    <a:pt x="105143" y="244305"/>
                  </a:lnTo>
                  <a:lnTo>
                    <a:pt x="105432" y="244334"/>
                  </a:lnTo>
                  <a:lnTo>
                    <a:pt x="105656" y="244212"/>
                  </a:lnTo>
                  <a:lnTo>
                    <a:pt x="105840" y="244561"/>
                  </a:lnTo>
                  <a:lnTo>
                    <a:pt x="105866" y="244731"/>
                  </a:lnTo>
                  <a:lnTo>
                    <a:pt x="106176" y="244808"/>
                  </a:lnTo>
                  <a:lnTo>
                    <a:pt x="106557" y="245008"/>
                  </a:lnTo>
                  <a:lnTo>
                    <a:pt x="106666" y="244739"/>
                  </a:lnTo>
                  <a:lnTo>
                    <a:pt x="106779" y="244482"/>
                  </a:lnTo>
                  <a:lnTo>
                    <a:pt x="107167" y="243955"/>
                  </a:lnTo>
                  <a:lnTo>
                    <a:pt x="107152" y="243790"/>
                  </a:lnTo>
                  <a:lnTo>
                    <a:pt x="107241" y="243627"/>
                  </a:lnTo>
                  <a:lnTo>
                    <a:pt x="107515" y="243272"/>
                  </a:lnTo>
                  <a:lnTo>
                    <a:pt x="108015" y="243111"/>
                  </a:lnTo>
                  <a:lnTo>
                    <a:pt x="108220" y="242953"/>
                  </a:lnTo>
                  <a:lnTo>
                    <a:pt x="108378" y="242781"/>
                  </a:lnTo>
                  <a:lnTo>
                    <a:pt x="108552" y="242640"/>
                  </a:lnTo>
                  <a:lnTo>
                    <a:pt x="108746" y="242555"/>
                  </a:lnTo>
                  <a:lnTo>
                    <a:pt x="108946" y="242320"/>
                  </a:lnTo>
                  <a:lnTo>
                    <a:pt x="109798" y="241675"/>
                  </a:lnTo>
                  <a:lnTo>
                    <a:pt x="109979" y="241720"/>
                  </a:lnTo>
                  <a:lnTo>
                    <a:pt x="110154" y="241785"/>
                  </a:lnTo>
                  <a:lnTo>
                    <a:pt x="110354" y="241725"/>
                  </a:lnTo>
                  <a:lnTo>
                    <a:pt x="110622" y="241628"/>
                  </a:lnTo>
                  <a:lnTo>
                    <a:pt x="110679" y="241499"/>
                  </a:lnTo>
                  <a:lnTo>
                    <a:pt x="110933" y="241243"/>
                  </a:lnTo>
                  <a:lnTo>
                    <a:pt x="111102" y="241170"/>
                  </a:lnTo>
                  <a:lnTo>
                    <a:pt x="111365" y="241035"/>
                  </a:lnTo>
                  <a:lnTo>
                    <a:pt x="111251" y="240799"/>
                  </a:lnTo>
                  <a:lnTo>
                    <a:pt x="111252" y="240483"/>
                  </a:lnTo>
                  <a:lnTo>
                    <a:pt x="111252" y="240315"/>
                  </a:lnTo>
                  <a:lnTo>
                    <a:pt x="111231" y="240171"/>
                  </a:lnTo>
                  <a:lnTo>
                    <a:pt x="111124" y="239813"/>
                  </a:lnTo>
                  <a:lnTo>
                    <a:pt x="110924" y="239484"/>
                  </a:lnTo>
                  <a:lnTo>
                    <a:pt x="110929" y="239134"/>
                  </a:lnTo>
                  <a:lnTo>
                    <a:pt x="111026" y="238831"/>
                  </a:lnTo>
                  <a:lnTo>
                    <a:pt x="111201" y="238517"/>
                  </a:lnTo>
                  <a:lnTo>
                    <a:pt x="111518" y="238161"/>
                  </a:lnTo>
                  <a:lnTo>
                    <a:pt x="111622" y="237923"/>
                  </a:lnTo>
                  <a:lnTo>
                    <a:pt x="111848" y="237565"/>
                  </a:lnTo>
                  <a:lnTo>
                    <a:pt x="112094" y="237284"/>
                  </a:lnTo>
                  <a:lnTo>
                    <a:pt x="112306" y="237234"/>
                  </a:lnTo>
                  <a:lnTo>
                    <a:pt x="112514" y="237187"/>
                  </a:lnTo>
                  <a:lnTo>
                    <a:pt x="112773" y="236973"/>
                  </a:lnTo>
                  <a:lnTo>
                    <a:pt x="112806" y="236828"/>
                  </a:lnTo>
                  <a:lnTo>
                    <a:pt x="112835" y="236693"/>
                  </a:lnTo>
                  <a:lnTo>
                    <a:pt x="112827" y="236558"/>
                  </a:lnTo>
                  <a:lnTo>
                    <a:pt x="112951" y="236404"/>
                  </a:lnTo>
                  <a:lnTo>
                    <a:pt x="113127" y="236118"/>
                  </a:lnTo>
                  <a:lnTo>
                    <a:pt x="113276" y="235871"/>
                  </a:lnTo>
                  <a:lnTo>
                    <a:pt x="113472" y="235853"/>
                  </a:lnTo>
                  <a:lnTo>
                    <a:pt x="113703" y="235984"/>
                  </a:lnTo>
                  <a:lnTo>
                    <a:pt x="114107" y="235808"/>
                  </a:lnTo>
                  <a:lnTo>
                    <a:pt x="114270" y="235627"/>
                  </a:lnTo>
                  <a:lnTo>
                    <a:pt x="114271" y="235353"/>
                  </a:lnTo>
                  <a:lnTo>
                    <a:pt x="114637" y="235037"/>
                  </a:lnTo>
                  <a:lnTo>
                    <a:pt x="115049" y="234689"/>
                  </a:lnTo>
                  <a:lnTo>
                    <a:pt x="115168" y="234450"/>
                  </a:lnTo>
                  <a:lnTo>
                    <a:pt x="115339" y="234316"/>
                  </a:lnTo>
                  <a:lnTo>
                    <a:pt x="115480" y="234119"/>
                  </a:lnTo>
                  <a:lnTo>
                    <a:pt x="115504" y="233816"/>
                  </a:lnTo>
                  <a:lnTo>
                    <a:pt x="115643" y="233739"/>
                  </a:lnTo>
                  <a:lnTo>
                    <a:pt x="115669" y="233607"/>
                  </a:lnTo>
                  <a:lnTo>
                    <a:pt x="115658" y="233402"/>
                  </a:lnTo>
                  <a:lnTo>
                    <a:pt x="116023" y="233062"/>
                  </a:lnTo>
                  <a:lnTo>
                    <a:pt x="116220" y="232885"/>
                  </a:lnTo>
                  <a:lnTo>
                    <a:pt x="116234" y="232675"/>
                  </a:lnTo>
                  <a:lnTo>
                    <a:pt x="116103" y="231758"/>
                  </a:lnTo>
                  <a:lnTo>
                    <a:pt x="115943" y="231465"/>
                  </a:lnTo>
                  <a:lnTo>
                    <a:pt x="115703" y="231258"/>
                  </a:lnTo>
                  <a:lnTo>
                    <a:pt x="115347" y="231342"/>
                  </a:lnTo>
                  <a:lnTo>
                    <a:pt x="114959" y="231209"/>
                  </a:lnTo>
                  <a:lnTo>
                    <a:pt x="115134" y="230779"/>
                  </a:lnTo>
                  <a:lnTo>
                    <a:pt x="115172" y="230575"/>
                  </a:lnTo>
                  <a:lnTo>
                    <a:pt x="115184" y="230403"/>
                  </a:lnTo>
                  <a:lnTo>
                    <a:pt x="115081" y="230235"/>
                  </a:lnTo>
                  <a:lnTo>
                    <a:pt x="114876" y="230280"/>
                  </a:lnTo>
                  <a:lnTo>
                    <a:pt x="114549" y="230219"/>
                  </a:lnTo>
                  <a:lnTo>
                    <a:pt x="114232" y="230069"/>
                  </a:lnTo>
                  <a:lnTo>
                    <a:pt x="113845" y="230147"/>
                  </a:lnTo>
                  <a:lnTo>
                    <a:pt x="113705" y="230017"/>
                  </a:lnTo>
                  <a:lnTo>
                    <a:pt x="113534" y="229814"/>
                  </a:lnTo>
                  <a:lnTo>
                    <a:pt x="113353" y="229446"/>
                  </a:lnTo>
                  <a:lnTo>
                    <a:pt x="113453" y="229261"/>
                  </a:lnTo>
                  <a:lnTo>
                    <a:pt x="113510" y="229062"/>
                  </a:lnTo>
                  <a:lnTo>
                    <a:pt x="113475" y="228607"/>
                  </a:lnTo>
                  <a:lnTo>
                    <a:pt x="113513" y="228349"/>
                  </a:lnTo>
                  <a:lnTo>
                    <a:pt x="113566" y="228106"/>
                  </a:lnTo>
                  <a:lnTo>
                    <a:pt x="113356" y="227668"/>
                  </a:lnTo>
                  <a:lnTo>
                    <a:pt x="113602" y="227401"/>
                  </a:lnTo>
                  <a:lnTo>
                    <a:pt x="113637" y="227057"/>
                  </a:lnTo>
                  <a:lnTo>
                    <a:pt x="113845" y="226725"/>
                  </a:lnTo>
                  <a:lnTo>
                    <a:pt x="114021" y="226670"/>
                  </a:lnTo>
                  <a:lnTo>
                    <a:pt x="114234" y="226513"/>
                  </a:lnTo>
                  <a:lnTo>
                    <a:pt x="114507" y="226295"/>
                  </a:lnTo>
                  <a:lnTo>
                    <a:pt x="114573" y="226004"/>
                  </a:lnTo>
                  <a:lnTo>
                    <a:pt x="114638" y="225831"/>
                  </a:lnTo>
                  <a:lnTo>
                    <a:pt x="114704" y="225676"/>
                  </a:lnTo>
                  <a:lnTo>
                    <a:pt x="114750" y="225538"/>
                  </a:lnTo>
                  <a:lnTo>
                    <a:pt x="114760" y="225230"/>
                  </a:lnTo>
                  <a:lnTo>
                    <a:pt x="114522" y="224933"/>
                  </a:lnTo>
                  <a:lnTo>
                    <a:pt x="114493" y="224635"/>
                  </a:lnTo>
                  <a:lnTo>
                    <a:pt x="114501" y="224425"/>
                  </a:lnTo>
                  <a:lnTo>
                    <a:pt x="114444" y="224031"/>
                  </a:lnTo>
                  <a:lnTo>
                    <a:pt x="113934" y="223824"/>
                  </a:lnTo>
                  <a:lnTo>
                    <a:pt x="113755" y="223553"/>
                  </a:lnTo>
                  <a:lnTo>
                    <a:pt x="113804" y="223055"/>
                  </a:lnTo>
                  <a:lnTo>
                    <a:pt x="113879" y="222801"/>
                  </a:lnTo>
                  <a:lnTo>
                    <a:pt x="113622" y="222630"/>
                  </a:lnTo>
                  <a:lnTo>
                    <a:pt x="113542" y="222421"/>
                  </a:lnTo>
                  <a:lnTo>
                    <a:pt x="113635" y="222173"/>
                  </a:lnTo>
                  <a:lnTo>
                    <a:pt x="113766" y="222036"/>
                  </a:lnTo>
                  <a:lnTo>
                    <a:pt x="113973" y="221871"/>
                  </a:lnTo>
                  <a:lnTo>
                    <a:pt x="113742" y="221400"/>
                  </a:lnTo>
                  <a:lnTo>
                    <a:pt x="113491" y="221075"/>
                  </a:lnTo>
                  <a:lnTo>
                    <a:pt x="113439" y="220620"/>
                  </a:lnTo>
                  <a:lnTo>
                    <a:pt x="113473" y="220418"/>
                  </a:lnTo>
                  <a:lnTo>
                    <a:pt x="113508" y="220061"/>
                  </a:lnTo>
                  <a:lnTo>
                    <a:pt x="113532" y="219761"/>
                  </a:lnTo>
                  <a:lnTo>
                    <a:pt x="113387" y="219529"/>
                  </a:lnTo>
                  <a:lnTo>
                    <a:pt x="113116" y="219451"/>
                  </a:lnTo>
                  <a:lnTo>
                    <a:pt x="112973" y="219329"/>
                  </a:lnTo>
                  <a:lnTo>
                    <a:pt x="112917" y="219122"/>
                  </a:lnTo>
                  <a:lnTo>
                    <a:pt x="112906" y="218859"/>
                  </a:lnTo>
                  <a:lnTo>
                    <a:pt x="112720" y="218543"/>
                  </a:lnTo>
                  <a:lnTo>
                    <a:pt x="112399" y="218477"/>
                  </a:lnTo>
                  <a:lnTo>
                    <a:pt x="112286" y="218826"/>
                  </a:lnTo>
                  <a:lnTo>
                    <a:pt x="112090" y="218952"/>
                  </a:lnTo>
                  <a:lnTo>
                    <a:pt x="111863" y="219187"/>
                  </a:lnTo>
                  <a:lnTo>
                    <a:pt x="111826" y="219355"/>
                  </a:lnTo>
                  <a:lnTo>
                    <a:pt x="111109" y="219331"/>
                  </a:lnTo>
                  <a:lnTo>
                    <a:pt x="110923" y="219366"/>
                  </a:lnTo>
                  <a:lnTo>
                    <a:pt x="110583" y="219221"/>
                  </a:lnTo>
                  <a:lnTo>
                    <a:pt x="110443" y="219206"/>
                  </a:lnTo>
                  <a:lnTo>
                    <a:pt x="110185" y="219078"/>
                  </a:lnTo>
                  <a:lnTo>
                    <a:pt x="110038" y="218995"/>
                  </a:lnTo>
                  <a:lnTo>
                    <a:pt x="109851" y="218659"/>
                  </a:lnTo>
                  <a:lnTo>
                    <a:pt x="109917" y="218469"/>
                  </a:lnTo>
                  <a:lnTo>
                    <a:pt x="109905" y="218334"/>
                  </a:lnTo>
                  <a:lnTo>
                    <a:pt x="109976" y="218034"/>
                  </a:lnTo>
                  <a:lnTo>
                    <a:pt x="110067" y="217821"/>
                  </a:lnTo>
                  <a:lnTo>
                    <a:pt x="110165" y="217174"/>
                  </a:lnTo>
                  <a:lnTo>
                    <a:pt x="110033" y="216827"/>
                  </a:lnTo>
                  <a:lnTo>
                    <a:pt x="109832" y="216668"/>
                  </a:lnTo>
                  <a:lnTo>
                    <a:pt x="109838" y="216201"/>
                  </a:lnTo>
                  <a:lnTo>
                    <a:pt x="109400" y="215866"/>
                  </a:lnTo>
                  <a:lnTo>
                    <a:pt x="109278" y="215495"/>
                  </a:lnTo>
                  <a:lnTo>
                    <a:pt x="109573" y="215192"/>
                  </a:lnTo>
                  <a:lnTo>
                    <a:pt x="109887" y="215098"/>
                  </a:lnTo>
                  <a:lnTo>
                    <a:pt x="109973" y="214577"/>
                  </a:lnTo>
                  <a:lnTo>
                    <a:pt x="109966" y="214280"/>
                  </a:lnTo>
                  <a:lnTo>
                    <a:pt x="110391" y="213804"/>
                  </a:lnTo>
                  <a:lnTo>
                    <a:pt x="110704" y="213575"/>
                  </a:lnTo>
                  <a:lnTo>
                    <a:pt x="110839" y="213509"/>
                  </a:lnTo>
                  <a:lnTo>
                    <a:pt x="111109" y="213435"/>
                  </a:lnTo>
                  <a:lnTo>
                    <a:pt x="111358" y="213384"/>
                  </a:lnTo>
                  <a:lnTo>
                    <a:pt x="111849" y="213665"/>
                  </a:lnTo>
                  <a:lnTo>
                    <a:pt x="111970" y="213858"/>
                  </a:lnTo>
                  <a:lnTo>
                    <a:pt x="112136" y="214122"/>
                  </a:lnTo>
                  <a:lnTo>
                    <a:pt x="112508" y="214492"/>
                  </a:lnTo>
                  <a:lnTo>
                    <a:pt x="112442" y="214742"/>
                  </a:lnTo>
                  <a:lnTo>
                    <a:pt x="112592" y="214955"/>
                  </a:lnTo>
                  <a:lnTo>
                    <a:pt x="112964" y="215318"/>
                  </a:lnTo>
                  <a:lnTo>
                    <a:pt x="113183" y="215473"/>
                  </a:lnTo>
                  <a:lnTo>
                    <a:pt x="113419" y="215499"/>
                  </a:lnTo>
                  <a:lnTo>
                    <a:pt x="113678" y="215163"/>
                  </a:lnTo>
                  <a:lnTo>
                    <a:pt x="113587" y="215006"/>
                  </a:lnTo>
                  <a:lnTo>
                    <a:pt x="113633" y="214747"/>
                  </a:lnTo>
                  <a:lnTo>
                    <a:pt x="113889" y="214605"/>
                  </a:lnTo>
                  <a:lnTo>
                    <a:pt x="113828" y="214431"/>
                  </a:lnTo>
                  <a:lnTo>
                    <a:pt x="113643" y="214191"/>
                  </a:lnTo>
                  <a:lnTo>
                    <a:pt x="113543" y="213893"/>
                  </a:lnTo>
                  <a:lnTo>
                    <a:pt x="113411" y="213723"/>
                  </a:lnTo>
                  <a:lnTo>
                    <a:pt x="113191" y="213516"/>
                  </a:lnTo>
                  <a:lnTo>
                    <a:pt x="113360" y="213158"/>
                  </a:lnTo>
                  <a:lnTo>
                    <a:pt x="113697" y="212779"/>
                  </a:lnTo>
                  <a:lnTo>
                    <a:pt x="113780" y="212602"/>
                  </a:lnTo>
                  <a:lnTo>
                    <a:pt x="113959" y="212396"/>
                  </a:lnTo>
                  <a:lnTo>
                    <a:pt x="114162" y="212242"/>
                  </a:lnTo>
                  <a:lnTo>
                    <a:pt x="114355" y="212270"/>
                  </a:lnTo>
                  <a:lnTo>
                    <a:pt x="114675" y="212469"/>
                  </a:lnTo>
                  <a:lnTo>
                    <a:pt x="114818" y="212591"/>
                  </a:lnTo>
                  <a:lnTo>
                    <a:pt x="115009" y="212491"/>
                  </a:lnTo>
                  <a:lnTo>
                    <a:pt x="115493" y="212639"/>
                  </a:lnTo>
                  <a:lnTo>
                    <a:pt x="115817" y="212693"/>
                  </a:lnTo>
                  <a:lnTo>
                    <a:pt x="116001" y="212807"/>
                  </a:lnTo>
                  <a:lnTo>
                    <a:pt x="116233" y="212936"/>
                  </a:lnTo>
                  <a:lnTo>
                    <a:pt x="116362" y="212954"/>
                  </a:lnTo>
                  <a:lnTo>
                    <a:pt x="116696" y="213061"/>
                  </a:lnTo>
                  <a:lnTo>
                    <a:pt x="117081" y="212787"/>
                  </a:lnTo>
                  <a:lnTo>
                    <a:pt x="117411" y="212737"/>
                  </a:lnTo>
                  <a:lnTo>
                    <a:pt x="117646" y="212703"/>
                  </a:lnTo>
                  <a:lnTo>
                    <a:pt x="117872" y="212757"/>
                  </a:lnTo>
                  <a:lnTo>
                    <a:pt x="117913" y="212111"/>
                  </a:lnTo>
                  <a:lnTo>
                    <a:pt x="117826" y="211932"/>
                  </a:lnTo>
                  <a:lnTo>
                    <a:pt x="117810" y="211495"/>
                  </a:lnTo>
                  <a:lnTo>
                    <a:pt x="118406" y="211241"/>
                  </a:lnTo>
                  <a:lnTo>
                    <a:pt x="118739" y="211021"/>
                  </a:lnTo>
                  <a:lnTo>
                    <a:pt x="118960" y="211077"/>
                  </a:lnTo>
                  <a:lnTo>
                    <a:pt x="119410" y="211159"/>
                  </a:lnTo>
                  <a:lnTo>
                    <a:pt x="119743" y="210720"/>
                  </a:lnTo>
                  <a:lnTo>
                    <a:pt x="120042" y="210558"/>
                  </a:lnTo>
                  <a:lnTo>
                    <a:pt x="120418" y="210584"/>
                  </a:lnTo>
                  <a:lnTo>
                    <a:pt x="120530" y="209980"/>
                  </a:lnTo>
                  <a:lnTo>
                    <a:pt x="120901" y="209253"/>
                  </a:lnTo>
                  <a:lnTo>
                    <a:pt x="121194" y="208846"/>
                  </a:lnTo>
                  <a:lnTo>
                    <a:pt x="121655" y="208913"/>
                  </a:lnTo>
                  <a:lnTo>
                    <a:pt x="121833" y="208880"/>
                  </a:lnTo>
                  <a:lnTo>
                    <a:pt x="121932" y="208659"/>
                  </a:lnTo>
                  <a:lnTo>
                    <a:pt x="122235" y="208264"/>
                  </a:lnTo>
                  <a:lnTo>
                    <a:pt x="122202" y="207954"/>
                  </a:lnTo>
                  <a:lnTo>
                    <a:pt x="121949" y="207476"/>
                  </a:lnTo>
                  <a:lnTo>
                    <a:pt x="121812" y="207068"/>
                  </a:lnTo>
                  <a:lnTo>
                    <a:pt x="121885" y="206925"/>
                  </a:lnTo>
                  <a:lnTo>
                    <a:pt x="121940" y="206758"/>
                  </a:lnTo>
                  <a:lnTo>
                    <a:pt x="121909" y="206473"/>
                  </a:lnTo>
                  <a:lnTo>
                    <a:pt x="121995" y="206276"/>
                  </a:lnTo>
                  <a:lnTo>
                    <a:pt x="122076" y="205881"/>
                  </a:lnTo>
                  <a:lnTo>
                    <a:pt x="122060" y="205507"/>
                  </a:lnTo>
                  <a:lnTo>
                    <a:pt x="121939" y="205298"/>
                  </a:lnTo>
                  <a:lnTo>
                    <a:pt x="121794" y="205139"/>
                  </a:lnTo>
                  <a:lnTo>
                    <a:pt x="121646" y="204964"/>
                  </a:lnTo>
                  <a:lnTo>
                    <a:pt x="121488" y="205033"/>
                  </a:lnTo>
                  <a:lnTo>
                    <a:pt x="121236" y="205017"/>
                  </a:lnTo>
                  <a:lnTo>
                    <a:pt x="120955" y="204802"/>
                  </a:lnTo>
                  <a:lnTo>
                    <a:pt x="121012" y="204304"/>
                  </a:lnTo>
                  <a:lnTo>
                    <a:pt x="121089" y="203664"/>
                  </a:lnTo>
                  <a:lnTo>
                    <a:pt x="121577" y="203701"/>
                  </a:lnTo>
                  <a:lnTo>
                    <a:pt x="121934" y="203678"/>
                  </a:lnTo>
                  <a:lnTo>
                    <a:pt x="122090" y="203606"/>
                  </a:lnTo>
                  <a:lnTo>
                    <a:pt x="122266" y="203458"/>
                  </a:lnTo>
                  <a:lnTo>
                    <a:pt x="122459" y="203084"/>
                  </a:lnTo>
                  <a:lnTo>
                    <a:pt x="122524" y="202820"/>
                  </a:lnTo>
                  <a:lnTo>
                    <a:pt x="122750" y="202510"/>
                  </a:lnTo>
                  <a:lnTo>
                    <a:pt x="122882" y="202473"/>
                  </a:lnTo>
                  <a:lnTo>
                    <a:pt x="123025" y="202487"/>
                  </a:lnTo>
                  <a:lnTo>
                    <a:pt x="123424" y="202833"/>
                  </a:lnTo>
                  <a:lnTo>
                    <a:pt x="123516" y="203399"/>
                  </a:lnTo>
                  <a:lnTo>
                    <a:pt x="123427" y="203626"/>
                  </a:lnTo>
                  <a:lnTo>
                    <a:pt x="123432" y="203893"/>
                  </a:lnTo>
                  <a:lnTo>
                    <a:pt x="123560" y="204203"/>
                  </a:lnTo>
                  <a:lnTo>
                    <a:pt x="123793" y="204406"/>
                  </a:lnTo>
                  <a:lnTo>
                    <a:pt x="124015" y="204406"/>
                  </a:lnTo>
                  <a:lnTo>
                    <a:pt x="124241" y="203907"/>
                  </a:lnTo>
                  <a:lnTo>
                    <a:pt x="124316" y="203750"/>
                  </a:lnTo>
                  <a:lnTo>
                    <a:pt x="124571" y="203336"/>
                  </a:lnTo>
                  <a:lnTo>
                    <a:pt x="124803" y="203064"/>
                  </a:lnTo>
                  <a:lnTo>
                    <a:pt x="125263" y="202836"/>
                  </a:lnTo>
                  <a:lnTo>
                    <a:pt x="125631" y="202921"/>
                  </a:lnTo>
                  <a:lnTo>
                    <a:pt x="125820" y="202797"/>
                  </a:lnTo>
                  <a:lnTo>
                    <a:pt x="126130" y="202652"/>
                  </a:lnTo>
                  <a:lnTo>
                    <a:pt x="126441" y="202544"/>
                  </a:lnTo>
                  <a:lnTo>
                    <a:pt x="126766" y="202393"/>
                  </a:lnTo>
                  <a:lnTo>
                    <a:pt x="126877" y="202262"/>
                  </a:lnTo>
                  <a:lnTo>
                    <a:pt x="127090" y="202102"/>
                  </a:lnTo>
                  <a:lnTo>
                    <a:pt x="127436" y="201764"/>
                  </a:lnTo>
                  <a:lnTo>
                    <a:pt x="127542" y="201386"/>
                  </a:lnTo>
                  <a:lnTo>
                    <a:pt x="127789" y="201226"/>
                  </a:lnTo>
                  <a:lnTo>
                    <a:pt x="128035" y="201031"/>
                  </a:lnTo>
                  <a:lnTo>
                    <a:pt x="128225" y="200692"/>
                  </a:lnTo>
                  <a:lnTo>
                    <a:pt x="128491" y="200334"/>
                  </a:lnTo>
                  <a:lnTo>
                    <a:pt x="128648" y="200260"/>
                  </a:lnTo>
                  <a:lnTo>
                    <a:pt x="128836" y="200192"/>
                  </a:lnTo>
                  <a:lnTo>
                    <a:pt x="128921" y="200326"/>
                  </a:lnTo>
                  <a:lnTo>
                    <a:pt x="128929" y="200498"/>
                  </a:lnTo>
                  <a:lnTo>
                    <a:pt x="129041" y="200626"/>
                  </a:lnTo>
                  <a:lnTo>
                    <a:pt x="129493" y="200816"/>
                  </a:lnTo>
                  <a:lnTo>
                    <a:pt x="129600" y="200664"/>
                  </a:lnTo>
                  <a:lnTo>
                    <a:pt x="129762" y="200331"/>
                  </a:lnTo>
                  <a:lnTo>
                    <a:pt x="130334" y="199906"/>
                  </a:lnTo>
                  <a:lnTo>
                    <a:pt x="130562" y="199757"/>
                  </a:lnTo>
                  <a:lnTo>
                    <a:pt x="130709" y="199663"/>
                  </a:lnTo>
                  <a:lnTo>
                    <a:pt x="130792" y="199380"/>
                  </a:lnTo>
                  <a:lnTo>
                    <a:pt x="130892" y="199133"/>
                  </a:lnTo>
                  <a:lnTo>
                    <a:pt x="130947" y="198952"/>
                  </a:lnTo>
                  <a:lnTo>
                    <a:pt x="131488" y="198213"/>
                  </a:lnTo>
                  <a:lnTo>
                    <a:pt x="131787" y="198313"/>
                  </a:lnTo>
                  <a:lnTo>
                    <a:pt x="131749" y="198638"/>
                  </a:lnTo>
                  <a:lnTo>
                    <a:pt x="132089" y="198795"/>
                  </a:lnTo>
                  <a:lnTo>
                    <a:pt x="132517" y="198955"/>
                  </a:lnTo>
                  <a:lnTo>
                    <a:pt x="132724" y="198893"/>
                  </a:lnTo>
                  <a:lnTo>
                    <a:pt x="132857" y="198851"/>
                  </a:lnTo>
                  <a:lnTo>
                    <a:pt x="132902" y="199041"/>
                  </a:lnTo>
                  <a:lnTo>
                    <a:pt x="133164" y="199385"/>
                  </a:lnTo>
                  <a:lnTo>
                    <a:pt x="133284" y="199523"/>
                  </a:lnTo>
                  <a:lnTo>
                    <a:pt x="133038" y="199905"/>
                  </a:lnTo>
                  <a:lnTo>
                    <a:pt x="132993" y="200116"/>
                  </a:lnTo>
                  <a:lnTo>
                    <a:pt x="133320" y="200565"/>
                  </a:lnTo>
                  <a:lnTo>
                    <a:pt x="133470" y="200614"/>
                  </a:lnTo>
                  <a:lnTo>
                    <a:pt x="133532" y="200437"/>
                  </a:lnTo>
                  <a:lnTo>
                    <a:pt x="133679" y="200081"/>
                  </a:lnTo>
                  <a:lnTo>
                    <a:pt x="133919" y="200014"/>
                  </a:lnTo>
                  <a:lnTo>
                    <a:pt x="134229" y="200135"/>
                  </a:lnTo>
                  <a:lnTo>
                    <a:pt x="134209" y="200641"/>
                  </a:lnTo>
                  <a:lnTo>
                    <a:pt x="134145" y="200899"/>
                  </a:lnTo>
                  <a:lnTo>
                    <a:pt x="134285" y="201344"/>
                  </a:lnTo>
                  <a:lnTo>
                    <a:pt x="134063" y="201724"/>
                  </a:lnTo>
                  <a:lnTo>
                    <a:pt x="134178" y="202095"/>
                  </a:lnTo>
                  <a:lnTo>
                    <a:pt x="134401" y="202148"/>
                  </a:lnTo>
                  <a:lnTo>
                    <a:pt x="134555" y="202225"/>
                  </a:lnTo>
                  <a:lnTo>
                    <a:pt x="134653" y="202646"/>
                  </a:lnTo>
                  <a:lnTo>
                    <a:pt x="134787" y="202692"/>
                  </a:lnTo>
                  <a:lnTo>
                    <a:pt x="134917" y="202914"/>
                  </a:lnTo>
                  <a:lnTo>
                    <a:pt x="134837" y="203794"/>
                  </a:lnTo>
                  <a:lnTo>
                    <a:pt x="135115" y="204030"/>
                  </a:lnTo>
                  <a:lnTo>
                    <a:pt x="135275" y="204061"/>
                  </a:lnTo>
                  <a:lnTo>
                    <a:pt x="135696" y="204248"/>
                  </a:lnTo>
                  <a:lnTo>
                    <a:pt x="136436" y="204448"/>
                  </a:lnTo>
                  <a:lnTo>
                    <a:pt x="136898" y="204569"/>
                  </a:lnTo>
                  <a:lnTo>
                    <a:pt x="136977" y="204786"/>
                  </a:lnTo>
                  <a:lnTo>
                    <a:pt x="137207" y="204878"/>
                  </a:lnTo>
                  <a:lnTo>
                    <a:pt x="137512" y="205020"/>
                  </a:lnTo>
                  <a:lnTo>
                    <a:pt x="137663" y="205166"/>
                  </a:lnTo>
                  <a:lnTo>
                    <a:pt x="137670" y="205333"/>
                  </a:lnTo>
                  <a:lnTo>
                    <a:pt x="137970" y="205864"/>
                  </a:lnTo>
                  <a:lnTo>
                    <a:pt x="138261" y="205966"/>
                  </a:lnTo>
                  <a:lnTo>
                    <a:pt x="138975" y="205670"/>
                  </a:lnTo>
                  <a:lnTo>
                    <a:pt x="139266" y="205568"/>
                  </a:lnTo>
                  <a:lnTo>
                    <a:pt x="139348" y="205865"/>
                  </a:lnTo>
                  <a:lnTo>
                    <a:pt x="139561" y="206092"/>
                  </a:lnTo>
                  <a:lnTo>
                    <a:pt x="139658" y="206298"/>
                  </a:lnTo>
                  <a:lnTo>
                    <a:pt x="139739" y="206461"/>
                  </a:lnTo>
                  <a:lnTo>
                    <a:pt x="139874" y="206540"/>
                  </a:lnTo>
                  <a:lnTo>
                    <a:pt x="140092" y="206652"/>
                  </a:lnTo>
                  <a:lnTo>
                    <a:pt x="140258" y="206838"/>
                  </a:lnTo>
                  <a:lnTo>
                    <a:pt x="140384" y="207107"/>
                  </a:lnTo>
                  <a:lnTo>
                    <a:pt x="140553" y="207112"/>
                  </a:lnTo>
                  <a:lnTo>
                    <a:pt x="140930" y="206845"/>
                  </a:lnTo>
                  <a:lnTo>
                    <a:pt x="141070" y="206821"/>
                  </a:lnTo>
                  <a:lnTo>
                    <a:pt x="141341" y="206508"/>
                  </a:lnTo>
                  <a:lnTo>
                    <a:pt x="141389" y="206307"/>
                  </a:lnTo>
                  <a:lnTo>
                    <a:pt x="141413" y="206072"/>
                  </a:lnTo>
                  <a:lnTo>
                    <a:pt x="141672" y="205639"/>
                  </a:lnTo>
                  <a:lnTo>
                    <a:pt x="142076" y="205428"/>
                  </a:lnTo>
                  <a:lnTo>
                    <a:pt x="142311" y="205378"/>
                  </a:lnTo>
                  <a:lnTo>
                    <a:pt x="142458" y="204950"/>
                  </a:lnTo>
                  <a:lnTo>
                    <a:pt x="142607" y="204741"/>
                  </a:lnTo>
                  <a:lnTo>
                    <a:pt x="142779" y="204583"/>
                  </a:lnTo>
                  <a:lnTo>
                    <a:pt x="142780" y="204328"/>
                  </a:lnTo>
                  <a:lnTo>
                    <a:pt x="142566" y="204222"/>
                  </a:lnTo>
                  <a:lnTo>
                    <a:pt x="142570" y="203923"/>
                  </a:lnTo>
                  <a:lnTo>
                    <a:pt x="142736" y="203545"/>
                  </a:lnTo>
                  <a:lnTo>
                    <a:pt x="142765" y="203082"/>
                  </a:lnTo>
                  <a:lnTo>
                    <a:pt x="142742" y="202776"/>
                  </a:lnTo>
                  <a:lnTo>
                    <a:pt x="143255" y="202010"/>
                  </a:lnTo>
                  <a:lnTo>
                    <a:pt x="143533" y="201777"/>
                  </a:lnTo>
                  <a:lnTo>
                    <a:pt x="143789" y="201578"/>
                  </a:lnTo>
                  <a:lnTo>
                    <a:pt x="143859" y="201349"/>
                  </a:lnTo>
                  <a:lnTo>
                    <a:pt x="144134" y="201170"/>
                  </a:lnTo>
                  <a:lnTo>
                    <a:pt x="144284" y="201124"/>
                  </a:lnTo>
                  <a:lnTo>
                    <a:pt x="144598" y="201080"/>
                  </a:lnTo>
                  <a:lnTo>
                    <a:pt x="144936" y="200850"/>
                  </a:lnTo>
                  <a:lnTo>
                    <a:pt x="145086" y="200737"/>
                  </a:lnTo>
                  <a:lnTo>
                    <a:pt x="145251" y="200631"/>
                  </a:lnTo>
                  <a:lnTo>
                    <a:pt x="145381" y="200494"/>
                  </a:lnTo>
                  <a:lnTo>
                    <a:pt x="145680" y="200060"/>
                  </a:lnTo>
                  <a:lnTo>
                    <a:pt x="145826" y="200036"/>
                  </a:lnTo>
                  <a:lnTo>
                    <a:pt x="146042" y="200396"/>
                  </a:lnTo>
                  <a:lnTo>
                    <a:pt x="146141" y="200541"/>
                  </a:lnTo>
                  <a:lnTo>
                    <a:pt x="146311" y="200387"/>
                  </a:lnTo>
                  <a:lnTo>
                    <a:pt x="146561" y="200277"/>
                  </a:lnTo>
                  <a:lnTo>
                    <a:pt x="146991" y="199998"/>
                  </a:lnTo>
                  <a:lnTo>
                    <a:pt x="147137" y="199959"/>
                  </a:lnTo>
                  <a:lnTo>
                    <a:pt x="147388" y="200028"/>
                  </a:lnTo>
                  <a:lnTo>
                    <a:pt x="147536" y="200089"/>
                  </a:lnTo>
                  <a:lnTo>
                    <a:pt x="147810" y="199836"/>
                  </a:lnTo>
                  <a:lnTo>
                    <a:pt x="148019" y="199827"/>
                  </a:lnTo>
                  <a:lnTo>
                    <a:pt x="149120" y="198681"/>
                  </a:lnTo>
                  <a:lnTo>
                    <a:pt x="149339" y="198606"/>
                  </a:lnTo>
                  <a:lnTo>
                    <a:pt x="149502" y="198715"/>
                  </a:lnTo>
                  <a:lnTo>
                    <a:pt x="149758" y="198804"/>
                  </a:lnTo>
                  <a:lnTo>
                    <a:pt x="150108" y="199053"/>
                  </a:lnTo>
                  <a:lnTo>
                    <a:pt x="150692" y="199120"/>
                  </a:lnTo>
                  <a:lnTo>
                    <a:pt x="151024" y="198991"/>
                  </a:lnTo>
                  <a:lnTo>
                    <a:pt x="151306" y="198602"/>
                  </a:lnTo>
                  <a:lnTo>
                    <a:pt x="151421" y="198349"/>
                  </a:lnTo>
                  <a:lnTo>
                    <a:pt x="151456" y="198202"/>
                  </a:lnTo>
                  <a:lnTo>
                    <a:pt x="151721" y="197833"/>
                  </a:lnTo>
                  <a:lnTo>
                    <a:pt x="152646" y="198329"/>
                  </a:lnTo>
                  <a:lnTo>
                    <a:pt x="153133" y="198022"/>
                  </a:lnTo>
                  <a:lnTo>
                    <a:pt x="153433" y="198082"/>
                  </a:lnTo>
                  <a:lnTo>
                    <a:pt x="153605" y="198350"/>
                  </a:lnTo>
                  <a:lnTo>
                    <a:pt x="153653" y="198482"/>
                  </a:lnTo>
                  <a:lnTo>
                    <a:pt x="154034" y="198312"/>
                  </a:lnTo>
                  <a:lnTo>
                    <a:pt x="154331" y="198311"/>
                  </a:lnTo>
                  <a:lnTo>
                    <a:pt x="154517" y="198320"/>
                  </a:lnTo>
                  <a:lnTo>
                    <a:pt x="154824" y="198617"/>
                  </a:lnTo>
                  <a:lnTo>
                    <a:pt x="154859" y="199018"/>
                  </a:lnTo>
                  <a:lnTo>
                    <a:pt x="155436" y="199104"/>
                  </a:lnTo>
                  <a:lnTo>
                    <a:pt x="155719" y="199060"/>
                  </a:lnTo>
                  <a:lnTo>
                    <a:pt x="155828" y="198578"/>
                  </a:lnTo>
                  <a:lnTo>
                    <a:pt x="155801" y="197864"/>
                  </a:lnTo>
                  <a:lnTo>
                    <a:pt x="155791" y="197509"/>
                  </a:lnTo>
                  <a:lnTo>
                    <a:pt x="155915" y="197150"/>
                  </a:lnTo>
                  <a:lnTo>
                    <a:pt x="156102" y="197065"/>
                  </a:lnTo>
                  <a:lnTo>
                    <a:pt x="156243" y="196950"/>
                  </a:lnTo>
                  <a:lnTo>
                    <a:pt x="156274" y="196785"/>
                  </a:lnTo>
                  <a:lnTo>
                    <a:pt x="156382" y="196643"/>
                  </a:lnTo>
                  <a:lnTo>
                    <a:pt x="156575" y="196793"/>
                  </a:lnTo>
                  <a:lnTo>
                    <a:pt x="157141" y="196830"/>
                  </a:lnTo>
                  <a:lnTo>
                    <a:pt x="157371" y="196584"/>
                  </a:lnTo>
                  <a:lnTo>
                    <a:pt x="157285" y="196323"/>
                  </a:lnTo>
                  <a:lnTo>
                    <a:pt x="156986" y="195801"/>
                  </a:lnTo>
                  <a:lnTo>
                    <a:pt x="156976" y="195410"/>
                  </a:lnTo>
                  <a:lnTo>
                    <a:pt x="157335" y="195091"/>
                  </a:lnTo>
                  <a:lnTo>
                    <a:pt x="157836" y="194644"/>
                  </a:lnTo>
                  <a:lnTo>
                    <a:pt x="158018" y="194633"/>
                  </a:lnTo>
                  <a:lnTo>
                    <a:pt x="158373" y="194435"/>
                  </a:lnTo>
                  <a:lnTo>
                    <a:pt x="158565" y="194530"/>
                  </a:lnTo>
                  <a:lnTo>
                    <a:pt x="158714" y="194650"/>
                  </a:lnTo>
                  <a:lnTo>
                    <a:pt x="158903" y="194655"/>
                  </a:lnTo>
                  <a:lnTo>
                    <a:pt x="159113" y="194652"/>
                  </a:lnTo>
                  <a:lnTo>
                    <a:pt x="159280" y="194730"/>
                  </a:lnTo>
                  <a:lnTo>
                    <a:pt x="159474" y="194849"/>
                  </a:lnTo>
                  <a:lnTo>
                    <a:pt x="159642" y="194927"/>
                  </a:lnTo>
                  <a:lnTo>
                    <a:pt x="159842" y="194989"/>
                  </a:lnTo>
                  <a:lnTo>
                    <a:pt x="159996" y="194917"/>
                  </a:lnTo>
                  <a:lnTo>
                    <a:pt x="160214" y="195008"/>
                  </a:lnTo>
                  <a:lnTo>
                    <a:pt x="160363" y="195019"/>
                  </a:lnTo>
                  <a:lnTo>
                    <a:pt x="160593" y="194938"/>
                  </a:lnTo>
                  <a:lnTo>
                    <a:pt x="160652" y="194777"/>
                  </a:lnTo>
                  <a:lnTo>
                    <a:pt x="161187" y="194555"/>
                  </a:lnTo>
                  <a:lnTo>
                    <a:pt x="161571" y="194462"/>
                  </a:lnTo>
                  <a:lnTo>
                    <a:pt x="161790" y="194204"/>
                  </a:lnTo>
                  <a:lnTo>
                    <a:pt x="161992" y="194085"/>
                  </a:lnTo>
                  <a:lnTo>
                    <a:pt x="162289" y="193774"/>
                  </a:lnTo>
                  <a:lnTo>
                    <a:pt x="162843" y="193963"/>
                  </a:lnTo>
                  <a:lnTo>
                    <a:pt x="162930" y="193834"/>
                  </a:lnTo>
                  <a:lnTo>
                    <a:pt x="163251" y="193575"/>
                  </a:lnTo>
                  <a:lnTo>
                    <a:pt x="163702" y="193429"/>
                  </a:lnTo>
                  <a:lnTo>
                    <a:pt x="164065" y="193314"/>
                  </a:lnTo>
                  <a:lnTo>
                    <a:pt x="164414" y="193420"/>
                  </a:lnTo>
                  <a:lnTo>
                    <a:pt x="164792" y="193082"/>
                  </a:lnTo>
                  <a:lnTo>
                    <a:pt x="165751" y="193061"/>
                  </a:lnTo>
                  <a:lnTo>
                    <a:pt x="166105" y="193197"/>
                  </a:lnTo>
                  <a:lnTo>
                    <a:pt x="166438" y="193338"/>
                  </a:lnTo>
                  <a:lnTo>
                    <a:pt x="166899" y="193229"/>
                  </a:lnTo>
                  <a:lnTo>
                    <a:pt x="167035" y="193037"/>
                  </a:lnTo>
                  <a:lnTo>
                    <a:pt x="167061" y="192900"/>
                  </a:lnTo>
                  <a:lnTo>
                    <a:pt x="167076" y="192336"/>
                  </a:lnTo>
                  <a:lnTo>
                    <a:pt x="167178" y="192198"/>
                  </a:lnTo>
                  <a:lnTo>
                    <a:pt x="167175" y="191926"/>
                  </a:lnTo>
                  <a:lnTo>
                    <a:pt x="167080" y="191754"/>
                  </a:lnTo>
                  <a:lnTo>
                    <a:pt x="167097" y="191379"/>
                  </a:lnTo>
                  <a:lnTo>
                    <a:pt x="167420" y="191225"/>
                  </a:lnTo>
                  <a:lnTo>
                    <a:pt x="167589" y="191133"/>
                  </a:lnTo>
                  <a:lnTo>
                    <a:pt x="167537" y="190971"/>
                  </a:lnTo>
                  <a:lnTo>
                    <a:pt x="167301" y="190843"/>
                  </a:lnTo>
                  <a:lnTo>
                    <a:pt x="167290" y="190564"/>
                  </a:lnTo>
                  <a:lnTo>
                    <a:pt x="167211" y="190235"/>
                  </a:lnTo>
                  <a:lnTo>
                    <a:pt x="167160" y="190066"/>
                  </a:lnTo>
                  <a:lnTo>
                    <a:pt x="167492" y="189767"/>
                  </a:lnTo>
                  <a:lnTo>
                    <a:pt x="167673" y="189683"/>
                  </a:lnTo>
                  <a:lnTo>
                    <a:pt x="167887" y="189124"/>
                  </a:lnTo>
                  <a:lnTo>
                    <a:pt x="167794" y="188929"/>
                  </a:lnTo>
                  <a:lnTo>
                    <a:pt x="167839" y="188661"/>
                  </a:lnTo>
                  <a:lnTo>
                    <a:pt x="167653" y="188232"/>
                  </a:lnTo>
                  <a:lnTo>
                    <a:pt x="167411" y="188200"/>
                  </a:lnTo>
                  <a:lnTo>
                    <a:pt x="166989" y="188095"/>
                  </a:lnTo>
                  <a:lnTo>
                    <a:pt x="166676" y="188208"/>
                  </a:lnTo>
                  <a:lnTo>
                    <a:pt x="166479" y="188134"/>
                  </a:lnTo>
                  <a:lnTo>
                    <a:pt x="166291" y="187840"/>
                  </a:lnTo>
                  <a:lnTo>
                    <a:pt x="166220" y="187643"/>
                  </a:lnTo>
                  <a:lnTo>
                    <a:pt x="166128" y="187409"/>
                  </a:lnTo>
                  <a:lnTo>
                    <a:pt x="165655" y="187240"/>
                  </a:lnTo>
                  <a:lnTo>
                    <a:pt x="165549" y="187107"/>
                  </a:lnTo>
                  <a:lnTo>
                    <a:pt x="165472" y="186953"/>
                  </a:lnTo>
                  <a:lnTo>
                    <a:pt x="165167" y="186704"/>
                  </a:lnTo>
                  <a:lnTo>
                    <a:pt x="165296" y="186586"/>
                  </a:lnTo>
                  <a:lnTo>
                    <a:pt x="165589" y="186417"/>
                  </a:lnTo>
                  <a:lnTo>
                    <a:pt x="165749" y="186315"/>
                  </a:lnTo>
                  <a:lnTo>
                    <a:pt x="166623" y="185882"/>
                  </a:lnTo>
                  <a:lnTo>
                    <a:pt x="166672" y="185733"/>
                  </a:lnTo>
                  <a:lnTo>
                    <a:pt x="166774" y="185344"/>
                  </a:lnTo>
                  <a:lnTo>
                    <a:pt x="166829" y="185174"/>
                  </a:lnTo>
                  <a:lnTo>
                    <a:pt x="167197" y="185209"/>
                  </a:lnTo>
                  <a:lnTo>
                    <a:pt x="167433" y="185101"/>
                  </a:lnTo>
                  <a:lnTo>
                    <a:pt x="167415" y="184887"/>
                  </a:lnTo>
                  <a:lnTo>
                    <a:pt x="167849" y="184474"/>
                  </a:lnTo>
                  <a:lnTo>
                    <a:pt x="167976" y="184466"/>
                  </a:lnTo>
                  <a:lnTo>
                    <a:pt x="168065" y="184630"/>
                  </a:lnTo>
                  <a:lnTo>
                    <a:pt x="168197" y="184599"/>
                  </a:lnTo>
                  <a:lnTo>
                    <a:pt x="168638" y="184177"/>
                  </a:lnTo>
                  <a:lnTo>
                    <a:pt x="168774" y="184089"/>
                  </a:lnTo>
                  <a:lnTo>
                    <a:pt x="169097" y="183872"/>
                  </a:lnTo>
                  <a:lnTo>
                    <a:pt x="169382" y="183668"/>
                  </a:lnTo>
                  <a:lnTo>
                    <a:pt x="169645" y="183480"/>
                  </a:lnTo>
                  <a:lnTo>
                    <a:pt x="169996" y="183268"/>
                  </a:lnTo>
                  <a:lnTo>
                    <a:pt x="170336" y="183229"/>
                  </a:lnTo>
                  <a:lnTo>
                    <a:pt x="170290" y="183585"/>
                  </a:lnTo>
                  <a:lnTo>
                    <a:pt x="170251" y="183971"/>
                  </a:lnTo>
                  <a:lnTo>
                    <a:pt x="170328" y="184187"/>
                  </a:lnTo>
                  <a:lnTo>
                    <a:pt x="170505" y="184395"/>
                  </a:lnTo>
                  <a:lnTo>
                    <a:pt x="170564" y="184770"/>
                  </a:lnTo>
                  <a:lnTo>
                    <a:pt x="170889" y="185051"/>
                  </a:lnTo>
                  <a:lnTo>
                    <a:pt x="170770" y="185288"/>
                  </a:lnTo>
                  <a:lnTo>
                    <a:pt x="171087" y="185391"/>
                  </a:lnTo>
                  <a:lnTo>
                    <a:pt x="171274" y="185516"/>
                  </a:lnTo>
                  <a:lnTo>
                    <a:pt x="171479" y="185627"/>
                  </a:lnTo>
                  <a:lnTo>
                    <a:pt x="171911" y="185527"/>
                  </a:lnTo>
                  <a:lnTo>
                    <a:pt x="172065" y="185541"/>
                  </a:lnTo>
                  <a:lnTo>
                    <a:pt x="172462" y="185530"/>
                  </a:lnTo>
                  <a:lnTo>
                    <a:pt x="172576" y="185673"/>
                  </a:lnTo>
                  <a:lnTo>
                    <a:pt x="172894" y="185843"/>
                  </a:lnTo>
                  <a:lnTo>
                    <a:pt x="173310" y="185489"/>
                  </a:lnTo>
                  <a:lnTo>
                    <a:pt x="173304" y="185304"/>
                  </a:lnTo>
                  <a:lnTo>
                    <a:pt x="173076" y="184884"/>
                  </a:lnTo>
                  <a:lnTo>
                    <a:pt x="172861" y="184642"/>
                  </a:lnTo>
                  <a:lnTo>
                    <a:pt x="172979" y="184276"/>
                  </a:lnTo>
                  <a:lnTo>
                    <a:pt x="173062" y="184045"/>
                  </a:lnTo>
                  <a:lnTo>
                    <a:pt x="173324" y="183873"/>
                  </a:lnTo>
                  <a:lnTo>
                    <a:pt x="173563" y="183916"/>
                  </a:lnTo>
                  <a:lnTo>
                    <a:pt x="174206" y="183946"/>
                  </a:lnTo>
                  <a:lnTo>
                    <a:pt x="174381" y="184090"/>
                  </a:lnTo>
                  <a:lnTo>
                    <a:pt x="174648" y="184273"/>
                  </a:lnTo>
                  <a:lnTo>
                    <a:pt x="174825" y="184266"/>
                  </a:lnTo>
                  <a:lnTo>
                    <a:pt x="175174" y="184064"/>
                  </a:lnTo>
                  <a:lnTo>
                    <a:pt x="175594" y="183930"/>
                  </a:lnTo>
                  <a:lnTo>
                    <a:pt x="175811" y="183887"/>
                  </a:lnTo>
                  <a:lnTo>
                    <a:pt x="175959" y="183695"/>
                  </a:lnTo>
                  <a:lnTo>
                    <a:pt x="176290" y="183459"/>
                  </a:lnTo>
                  <a:lnTo>
                    <a:pt x="176743" y="183570"/>
                  </a:lnTo>
                  <a:lnTo>
                    <a:pt x="176875" y="183684"/>
                  </a:lnTo>
                  <a:lnTo>
                    <a:pt x="177019" y="183815"/>
                  </a:lnTo>
                  <a:lnTo>
                    <a:pt x="177278" y="184589"/>
                  </a:lnTo>
                  <a:lnTo>
                    <a:pt x="177266" y="184792"/>
                  </a:lnTo>
                  <a:lnTo>
                    <a:pt x="177349" y="185013"/>
                  </a:lnTo>
                  <a:lnTo>
                    <a:pt x="177546" y="185122"/>
                  </a:lnTo>
                  <a:lnTo>
                    <a:pt x="177817" y="184873"/>
                  </a:lnTo>
                  <a:lnTo>
                    <a:pt x="177848" y="184724"/>
                  </a:lnTo>
                  <a:lnTo>
                    <a:pt x="178133" y="184378"/>
                  </a:lnTo>
                  <a:lnTo>
                    <a:pt x="178111" y="184524"/>
                  </a:lnTo>
                  <a:lnTo>
                    <a:pt x="178048" y="184735"/>
                  </a:lnTo>
                  <a:lnTo>
                    <a:pt x="178719" y="184789"/>
                  </a:lnTo>
                  <a:lnTo>
                    <a:pt x="179012" y="184407"/>
                  </a:lnTo>
                  <a:lnTo>
                    <a:pt x="179195" y="184152"/>
                  </a:lnTo>
                  <a:lnTo>
                    <a:pt x="179503" y="184123"/>
                  </a:lnTo>
                  <a:lnTo>
                    <a:pt x="179753" y="183985"/>
                  </a:lnTo>
                  <a:lnTo>
                    <a:pt x="180086" y="184378"/>
                  </a:lnTo>
                  <a:lnTo>
                    <a:pt x="180323" y="184291"/>
                  </a:lnTo>
                  <a:lnTo>
                    <a:pt x="180549" y="184318"/>
                  </a:lnTo>
                  <a:lnTo>
                    <a:pt x="180726" y="184309"/>
                  </a:lnTo>
                  <a:lnTo>
                    <a:pt x="181038" y="184013"/>
                  </a:lnTo>
                  <a:lnTo>
                    <a:pt x="181091" y="183873"/>
                  </a:lnTo>
                  <a:lnTo>
                    <a:pt x="181189" y="183620"/>
                  </a:lnTo>
                  <a:lnTo>
                    <a:pt x="181254" y="183491"/>
                  </a:lnTo>
                  <a:lnTo>
                    <a:pt x="181434" y="183301"/>
                  </a:lnTo>
                  <a:lnTo>
                    <a:pt x="181496" y="182893"/>
                  </a:lnTo>
                  <a:lnTo>
                    <a:pt x="181478" y="182662"/>
                  </a:lnTo>
                  <a:lnTo>
                    <a:pt x="181894" y="182330"/>
                  </a:lnTo>
                  <a:lnTo>
                    <a:pt x="182099" y="182355"/>
                  </a:lnTo>
                  <a:lnTo>
                    <a:pt x="182696" y="182217"/>
                  </a:lnTo>
                  <a:lnTo>
                    <a:pt x="182862" y="182418"/>
                  </a:lnTo>
                  <a:lnTo>
                    <a:pt x="182999" y="18269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9063344" y="2131374"/>
              <a:ext cx="183482" cy="183313"/>
            </a:xfrm>
            <a:custGeom>
              <a:avLst/>
              <a:pathLst>
                <a:path w="183482" h="183313">
                  <a:moveTo>
                    <a:pt x="182879" y="182880"/>
                  </a:moveTo>
                  <a:lnTo>
                    <a:pt x="183177" y="182910"/>
                  </a:lnTo>
                  <a:lnTo>
                    <a:pt x="183482" y="183075"/>
                  </a:lnTo>
                  <a:lnTo>
                    <a:pt x="183447" y="183252"/>
                  </a:lnTo>
                  <a:lnTo>
                    <a:pt x="183234" y="183313"/>
                  </a:lnTo>
                  <a:lnTo>
                    <a:pt x="183085" y="18325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9049915" y="2127019"/>
              <a:ext cx="182879" cy="185786"/>
            </a:xfrm>
            <a:custGeom>
              <a:avLst/>
              <a:pathLst>
                <a:path w="182879" h="185786">
                  <a:moveTo>
                    <a:pt x="182879" y="182880"/>
                  </a:moveTo>
                  <a:lnTo>
                    <a:pt x="182813" y="183017"/>
                  </a:lnTo>
                  <a:lnTo>
                    <a:pt x="182722" y="183274"/>
                  </a:lnTo>
                  <a:lnTo>
                    <a:pt x="182391" y="185786"/>
                  </a:lnTo>
                  <a:lnTo>
                    <a:pt x="181138" y="184409"/>
                  </a:lnTo>
                  <a:lnTo>
                    <a:pt x="181608" y="184648"/>
                  </a:lnTo>
                  <a:lnTo>
                    <a:pt x="182811" y="18249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9059988" y="212542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94" y="182796"/>
                  </a:lnTo>
                  <a:lnTo>
                    <a:pt x="182599" y="182640"/>
                  </a:lnTo>
                  <a:lnTo>
                    <a:pt x="182775" y="18232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9069650" y="212203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10" y="182697"/>
                  </a:lnTo>
                  <a:lnTo>
                    <a:pt x="182683" y="182502"/>
                  </a:lnTo>
                  <a:lnTo>
                    <a:pt x="182842" y="18248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9064954" y="2119162"/>
              <a:ext cx="186563" cy="186894"/>
            </a:xfrm>
            <a:custGeom>
              <a:avLst/>
              <a:pathLst>
                <a:path w="186563" h="186894">
                  <a:moveTo>
                    <a:pt x="182879" y="182880"/>
                  </a:moveTo>
                  <a:lnTo>
                    <a:pt x="183144" y="183054"/>
                  </a:lnTo>
                  <a:lnTo>
                    <a:pt x="183107" y="183834"/>
                  </a:lnTo>
                  <a:lnTo>
                    <a:pt x="183168" y="184121"/>
                  </a:lnTo>
                  <a:lnTo>
                    <a:pt x="183323" y="184293"/>
                  </a:lnTo>
                  <a:lnTo>
                    <a:pt x="183698" y="184588"/>
                  </a:lnTo>
                  <a:lnTo>
                    <a:pt x="184242" y="184911"/>
                  </a:lnTo>
                  <a:lnTo>
                    <a:pt x="184748" y="185081"/>
                  </a:lnTo>
                  <a:lnTo>
                    <a:pt x="185158" y="184990"/>
                  </a:lnTo>
                  <a:lnTo>
                    <a:pt x="185166" y="184848"/>
                  </a:lnTo>
                  <a:lnTo>
                    <a:pt x="185317" y="184690"/>
                  </a:lnTo>
                  <a:lnTo>
                    <a:pt x="186194" y="184700"/>
                  </a:lnTo>
                  <a:lnTo>
                    <a:pt x="186389" y="184635"/>
                  </a:lnTo>
                  <a:lnTo>
                    <a:pt x="186563" y="184852"/>
                  </a:lnTo>
                  <a:lnTo>
                    <a:pt x="186463" y="185235"/>
                  </a:lnTo>
                  <a:lnTo>
                    <a:pt x="186313" y="185315"/>
                  </a:lnTo>
                  <a:lnTo>
                    <a:pt x="185643" y="185185"/>
                  </a:lnTo>
                  <a:lnTo>
                    <a:pt x="185376" y="185370"/>
                  </a:lnTo>
                  <a:lnTo>
                    <a:pt x="185102" y="186024"/>
                  </a:lnTo>
                  <a:lnTo>
                    <a:pt x="185311" y="186070"/>
                  </a:lnTo>
                  <a:lnTo>
                    <a:pt x="185575" y="186431"/>
                  </a:lnTo>
                  <a:lnTo>
                    <a:pt x="185524" y="186835"/>
                  </a:lnTo>
                  <a:lnTo>
                    <a:pt x="185176" y="186894"/>
                  </a:lnTo>
                  <a:lnTo>
                    <a:pt x="184911" y="186892"/>
                  </a:lnTo>
                  <a:lnTo>
                    <a:pt x="184411" y="186807"/>
                  </a:lnTo>
                  <a:lnTo>
                    <a:pt x="183969" y="186455"/>
                  </a:lnTo>
                  <a:lnTo>
                    <a:pt x="183761" y="186201"/>
                  </a:lnTo>
                  <a:lnTo>
                    <a:pt x="183719" y="185872"/>
                  </a:lnTo>
                  <a:lnTo>
                    <a:pt x="182635" y="185486"/>
                  </a:lnTo>
                  <a:lnTo>
                    <a:pt x="182199" y="185084"/>
                  </a:lnTo>
                  <a:lnTo>
                    <a:pt x="182024" y="185038"/>
                  </a:lnTo>
                  <a:lnTo>
                    <a:pt x="181702" y="184993"/>
                  </a:lnTo>
                  <a:lnTo>
                    <a:pt x="181453" y="184987"/>
                  </a:lnTo>
                  <a:lnTo>
                    <a:pt x="181314" y="185019"/>
                  </a:lnTo>
                  <a:lnTo>
                    <a:pt x="181025" y="184890"/>
                  </a:lnTo>
                  <a:lnTo>
                    <a:pt x="180966" y="184615"/>
                  </a:lnTo>
                  <a:lnTo>
                    <a:pt x="180988" y="184376"/>
                  </a:lnTo>
                  <a:lnTo>
                    <a:pt x="181230" y="184119"/>
                  </a:lnTo>
                  <a:lnTo>
                    <a:pt x="181175" y="183892"/>
                  </a:lnTo>
                  <a:lnTo>
                    <a:pt x="180771" y="183568"/>
                  </a:lnTo>
                  <a:lnTo>
                    <a:pt x="180961" y="183393"/>
                  </a:lnTo>
                  <a:lnTo>
                    <a:pt x="181317" y="183649"/>
                  </a:lnTo>
                  <a:lnTo>
                    <a:pt x="181593" y="183439"/>
                  </a:lnTo>
                  <a:lnTo>
                    <a:pt x="181686" y="183008"/>
                  </a:lnTo>
                  <a:lnTo>
                    <a:pt x="182049" y="182955"/>
                  </a:lnTo>
                  <a:lnTo>
                    <a:pt x="181975" y="182736"/>
                  </a:lnTo>
                  <a:lnTo>
                    <a:pt x="181982" y="182607"/>
                  </a:lnTo>
                  <a:lnTo>
                    <a:pt x="182178" y="182252"/>
                  </a:lnTo>
                  <a:lnTo>
                    <a:pt x="182323" y="182423"/>
                  </a:lnTo>
                  <a:lnTo>
                    <a:pt x="182373" y="182642"/>
                  </a:lnTo>
                  <a:lnTo>
                    <a:pt x="182511" y="183146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9071634" y="212005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40" y="18267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9069648" y="2119496"/>
              <a:ext cx="182879" cy="182994"/>
            </a:xfrm>
            <a:custGeom>
              <a:avLst/>
              <a:pathLst>
                <a:path w="182879" h="182994">
                  <a:moveTo>
                    <a:pt x="182879" y="182880"/>
                  </a:moveTo>
                  <a:lnTo>
                    <a:pt x="182693" y="182994"/>
                  </a:lnTo>
                  <a:lnTo>
                    <a:pt x="182421" y="182826"/>
                  </a:lnTo>
                  <a:lnTo>
                    <a:pt x="182569" y="18271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9068930" y="2118854"/>
              <a:ext cx="183130" cy="183103"/>
            </a:xfrm>
            <a:custGeom>
              <a:avLst/>
              <a:pathLst>
                <a:path w="183130" h="183103">
                  <a:moveTo>
                    <a:pt x="182879" y="182880"/>
                  </a:moveTo>
                  <a:lnTo>
                    <a:pt x="183130" y="183051"/>
                  </a:lnTo>
                  <a:lnTo>
                    <a:pt x="182852" y="18310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9071161" y="211867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26" y="182778"/>
                  </a:lnTo>
                  <a:lnTo>
                    <a:pt x="182682" y="18274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9068448" y="2118349"/>
              <a:ext cx="183257" cy="182880"/>
            </a:xfrm>
            <a:custGeom>
              <a:avLst/>
              <a:pathLst>
                <a:path w="183257" h="182880">
                  <a:moveTo>
                    <a:pt x="182879" y="182880"/>
                  </a:moveTo>
                  <a:lnTo>
                    <a:pt x="182938" y="182618"/>
                  </a:lnTo>
                  <a:lnTo>
                    <a:pt x="183121" y="182610"/>
                  </a:lnTo>
                  <a:lnTo>
                    <a:pt x="183257" y="182680"/>
                  </a:lnTo>
                  <a:lnTo>
                    <a:pt x="183182" y="18286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9065995" y="2118067"/>
              <a:ext cx="183514" cy="182924"/>
            </a:xfrm>
            <a:custGeom>
              <a:avLst/>
              <a:pathLst>
                <a:path w="183514" h="182924">
                  <a:moveTo>
                    <a:pt x="182879" y="182880"/>
                  </a:moveTo>
                  <a:lnTo>
                    <a:pt x="183051" y="182622"/>
                  </a:lnTo>
                  <a:lnTo>
                    <a:pt x="183030" y="182295"/>
                  </a:lnTo>
                  <a:lnTo>
                    <a:pt x="183167" y="182329"/>
                  </a:lnTo>
                  <a:lnTo>
                    <a:pt x="183514" y="182650"/>
                  </a:lnTo>
                  <a:lnTo>
                    <a:pt x="183497" y="182924"/>
                  </a:lnTo>
                  <a:lnTo>
                    <a:pt x="183301" y="18287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9059476" y="2114912"/>
              <a:ext cx="183330" cy="183266"/>
            </a:xfrm>
            <a:custGeom>
              <a:avLst/>
              <a:pathLst>
                <a:path w="183330" h="183266">
                  <a:moveTo>
                    <a:pt x="182879" y="182880"/>
                  </a:moveTo>
                  <a:lnTo>
                    <a:pt x="183125" y="182979"/>
                  </a:lnTo>
                  <a:lnTo>
                    <a:pt x="183330" y="183266"/>
                  </a:lnTo>
                  <a:lnTo>
                    <a:pt x="183031" y="18312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9064438" y="2114945"/>
              <a:ext cx="183344" cy="183000"/>
            </a:xfrm>
            <a:custGeom>
              <a:avLst/>
              <a:pathLst>
                <a:path w="183344" h="183000">
                  <a:moveTo>
                    <a:pt x="182879" y="182880"/>
                  </a:moveTo>
                  <a:lnTo>
                    <a:pt x="182716" y="182863"/>
                  </a:lnTo>
                  <a:lnTo>
                    <a:pt x="182415" y="182779"/>
                  </a:lnTo>
                  <a:lnTo>
                    <a:pt x="182726" y="182187"/>
                  </a:lnTo>
                  <a:lnTo>
                    <a:pt x="182969" y="182074"/>
                  </a:lnTo>
                  <a:lnTo>
                    <a:pt x="183175" y="182003"/>
                  </a:lnTo>
                  <a:lnTo>
                    <a:pt x="183344" y="181984"/>
                  </a:lnTo>
                  <a:lnTo>
                    <a:pt x="183208" y="182519"/>
                  </a:lnTo>
                  <a:lnTo>
                    <a:pt x="183282" y="18300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9055289" y="2113953"/>
              <a:ext cx="182879" cy="182992"/>
            </a:xfrm>
            <a:custGeom>
              <a:avLst/>
              <a:pathLst>
                <a:path w="182879" h="182992">
                  <a:moveTo>
                    <a:pt x="182879" y="182880"/>
                  </a:moveTo>
                  <a:lnTo>
                    <a:pt x="182631" y="182992"/>
                  </a:lnTo>
                  <a:lnTo>
                    <a:pt x="182744" y="18266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9061015" y="210997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34" y="182855"/>
                  </a:lnTo>
                  <a:lnTo>
                    <a:pt x="182763" y="18264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9069138" y="2100317"/>
              <a:ext cx="184281" cy="183192"/>
            </a:xfrm>
            <a:custGeom>
              <a:avLst/>
              <a:pathLst>
                <a:path w="184281" h="183192">
                  <a:moveTo>
                    <a:pt x="182879" y="182880"/>
                  </a:moveTo>
                  <a:lnTo>
                    <a:pt x="182801" y="183066"/>
                  </a:lnTo>
                  <a:lnTo>
                    <a:pt x="182639" y="183180"/>
                  </a:lnTo>
                  <a:lnTo>
                    <a:pt x="182509" y="183192"/>
                  </a:lnTo>
                  <a:lnTo>
                    <a:pt x="182052" y="182994"/>
                  </a:lnTo>
                  <a:lnTo>
                    <a:pt x="181755" y="182801"/>
                  </a:lnTo>
                  <a:lnTo>
                    <a:pt x="181757" y="182648"/>
                  </a:lnTo>
                  <a:lnTo>
                    <a:pt x="182156" y="182428"/>
                  </a:lnTo>
                  <a:lnTo>
                    <a:pt x="182306" y="182869"/>
                  </a:lnTo>
                  <a:lnTo>
                    <a:pt x="182571" y="182468"/>
                  </a:lnTo>
                  <a:lnTo>
                    <a:pt x="182590" y="182279"/>
                  </a:lnTo>
                  <a:lnTo>
                    <a:pt x="183076" y="181712"/>
                  </a:lnTo>
                  <a:lnTo>
                    <a:pt x="183304" y="181441"/>
                  </a:lnTo>
                  <a:lnTo>
                    <a:pt x="183866" y="181245"/>
                  </a:lnTo>
                  <a:lnTo>
                    <a:pt x="184027" y="181007"/>
                  </a:lnTo>
                  <a:lnTo>
                    <a:pt x="184281" y="180805"/>
                  </a:lnTo>
                  <a:lnTo>
                    <a:pt x="184110" y="181082"/>
                  </a:lnTo>
                  <a:lnTo>
                    <a:pt x="183835" y="181496"/>
                  </a:lnTo>
                  <a:lnTo>
                    <a:pt x="183904" y="181638"/>
                  </a:lnTo>
                  <a:lnTo>
                    <a:pt x="183823" y="181928"/>
                  </a:lnTo>
                  <a:lnTo>
                    <a:pt x="183410" y="18243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9071781" y="2099079"/>
              <a:ext cx="183708" cy="182917"/>
            </a:xfrm>
            <a:custGeom>
              <a:avLst/>
              <a:pathLst>
                <a:path w="183708" h="182917">
                  <a:moveTo>
                    <a:pt x="182879" y="182880"/>
                  </a:moveTo>
                  <a:lnTo>
                    <a:pt x="182943" y="182679"/>
                  </a:lnTo>
                  <a:lnTo>
                    <a:pt x="182981" y="182512"/>
                  </a:lnTo>
                  <a:lnTo>
                    <a:pt x="183708" y="18291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9069318" y="2098188"/>
              <a:ext cx="182879" cy="183491"/>
            </a:xfrm>
            <a:custGeom>
              <a:avLst/>
              <a:pathLst>
                <a:path w="182879" h="183491">
                  <a:moveTo>
                    <a:pt x="182879" y="182880"/>
                  </a:moveTo>
                  <a:lnTo>
                    <a:pt x="182794" y="183161"/>
                  </a:lnTo>
                  <a:lnTo>
                    <a:pt x="182589" y="183491"/>
                  </a:lnTo>
                  <a:lnTo>
                    <a:pt x="182327" y="183410"/>
                  </a:lnTo>
                  <a:lnTo>
                    <a:pt x="182686" y="18290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9071593" y="2098579"/>
              <a:ext cx="183474" cy="182958"/>
            </a:xfrm>
            <a:custGeom>
              <a:avLst/>
              <a:pathLst>
                <a:path w="183474" h="182958">
                  <a:moveTo>
                    <a:pt x="182879" y="182880"/>
                  </a:moveTo>
                  <a:lnTo>
                    <a:pt x="182674" y="182958"/>
                  </a:lnTo>
                  <a:lnTo>
                    <a:pt x="182680" y="182800"/>
                  </a:lnTo>
                  <a:lnTo>
                    <a:pt x="183474" y="182382"/>
                  </a:lnTo>
                  <a:lnTo>
                    <a:pt x="183191" y="18262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9071205" y="2077548"/>
              <a:ext cx="183648" cy="185221"/>
            </a:xfrm>
            <a:custGeom>
              <a:avLst/>
              <a:pathLst>
                <a:path w="183648" h="185221">
                  <a:moveTo>
                    <a:pt x="182879" y="182880"/>
                  </a:moveTo>
                  <a:lnTo>
                    <a:pt x="183163" y="183561"/>
                  </a:lnTo>
                  <a:lnTo>
                    <a:pt x="183266" y="183711"/>
                  </a:lnTo>
                  <a:lnTo>
                    <a:pt x="183584" y="183589"/>
                  </a:lnTo>
                  <a:lnTo>
                    <a:pt x="183648" y="184426"/>
                  </a:lnTo>
                  <a:lnTo>
                    <a:pt x="183624" y="184587"/>
                  </a:lnTo>
                  <a:lnTo>
                    <a:pt x="183300" y="184894"/>
                  </a:lnTo>
                  <a:lnTo>
                    <a:pt x="183156" y="184995"/>
                  </a:lnTo>
                  <a:lnTo>
                    <a:pt x="182469" y="185031"/>
                  </a:lnTo>
                  <a:lnTo>
                    <a:pt x="182239" y="184981"/>
                  </a:lnTo>
                  <a:lnTo>
                    <a:pt x="181942" y="184940"/>
                  </a:lnTo>
                  <a:lnTo>
                    <a:pt x="181426" y="184955"/>
                  </a:lnTo>
                  <a:lnTo>
                    <a:pt x="181002" y="185041"/>
                  </a:lnTo>
                  <a:lnTo>
                    <a:pt x="180681" y="185139"/>
                  </a:lnTo>
                  <a:lnTo>
                    <a:pt x="180334" y="185221"/>
                  </a:lnTo>
                  <a:lnTo>
                    <a:pt x="180086" y="185116"/>
                  </a:lnTo>
                  <a:lnTo>
                    <a:pt x="179584" y="184511"/>
                  </a:lnTo>
                  <a:lnTo>
                    <a:pt x="179424" y="184362"/>
                  </a:lnTo>
                  <a:lnTo>
                    <a:pt x="179276" y="184130"/>
                  </a:lnTo>
                  <a:lnTo>
                    <a:pt x="178916" y="183954"/>
                  </a:lnTo>
                  <a:lnTo>
                    <a:pt x="179608" y="182898"/>
                  </a:lnTo>
                  <a:lnTo>
                    <a:pt x="180031" y="182336"/>
                  </a:lnTo>
                  <a:lnTo>
                    <a:pt x="180259" y="182156"/>
                  </a:lnTo>
                  <a:lnTo>
                    <a:pt x="181048" y="181805"/>
                  </a:lnTo>
                  <a:lnTo>
                    <a:pt x="181130" y="181633"/>
                  </a:lnTo>
                  <a:lnTo>
                    <a:pt x="181473" y="181840"/>
                  </a:lnTo>
                  <a:lnTo>
                    <a:pt x="181740" y="182062"/>
                  </a:lnTo>
                  <a:lnTo>
                    <a:pt x="182659" y="182331"/>
                  </a:lnTo>
                  <a:lnTo>
                    <a:pt x="183057" y="182699"/>
                  </a:lnTo>
                  <a:lnTo>
                    <a:pt x="182909" y="18272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9071254" y="2076764"/>
              <a:ext cx="183324" cy="183294"/>
            </a:xfrm>
            <a:custGeom>
              <a:avLst/>
              <a:pathLst>
                <a:path w="183324" h="183294">
                  <a:moveTo>
                    <a:pt x="182879" y="182880"/>
                  </a:moveTo>
                  <a:lnTo>
                    <a:pt x="183324" y="182938"/>
                  </a:lnTo>
                  <a:lnTo>
                    <a:pt x="183126" y="183294"/>
                  </a:lnTo>
                  <a:lnTo>
                    <a:pt x="182989" y="18319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9072179" y="2075132"/>
              <a:ext cx="182879" cy="183856"/>
            </a:xfrm>
            <a:custGeom>
              <a:avLst/>
              <a:pathLst>
                <a:path w="182879" h="183856">
                  <a:moveTo>
                    <a:pt x="182879" y="182880"/>
                  </a:moveTo>
                  <a:lnTo>
                    <a:pt x="182727" y="183071"/>
                  </a:lnTo>
                  <a:lnTo>
                    <a:pt x="182624" y="183328"/>
                  </a:lnTo>
                  <a:lnTo>
                    <a:pt x="182721" y="183671"/>
                  </a:lnTo>
                  <a:lnTo>
                    <a:pt x="182705" y="183856"/>
                  </a:lnTo>
                  <a:lnTo>
                    <a:pt x="182037" y="183678"/>
                  </a:lnTo>
                  <a:lnTo>
                    <a:pt x="181386" y="183520"/>
                  </a:lnTo>
                  <a:lnTo>
                    <a:pt x="181145" y="183399"/>
                  </a:lnTo>
                  <a:lnTo>
                    <a:pt x="181034" y="183213"/>
                  </a:lnTo>
                  <a:lnTo>
                    <a:pt x="180887" y="183083"/>
                  </a:lnTo>
                  <a:lnTo>
                    <a:pt x="180614" y="182782"/>
                  </a:lnTo>
                  <a:lnTo>
                    <a:pt x="180668" y="182355"/>
                  </a:lnTo>
                  <a:lnTo>
                    <a:pt x="180746" y="182045"/>
                  </a:lnTo>
                  <a:lnTo>
                    <a:pt x="181057" y="181997"/>
                  </a:lnTo>
                  <a:lnTo>
                    <a:pt x="181338" y="182007"/>
                  </a:lnTo>
                  <a:lnTo>
                    <a:pt x="181888" y="182444"/>
                  </a:lnTo>
                  <a:lnTo>
                    <a:pt x="182166" y="182713"/>
                  </a:lnTo>
                  <a:lnTo>
                    <a:pt x="182310" y="182791"/>
                  </a:lnTo>
                  <a:lnTo>
                    <a:pt x="182437" y="182710"/>
                  </a:lnTo>
                  <a:lnTo>
                    <a:pt x="182661" y="18269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9071543" y="2047927"/>
              <a:ext cx="183695" cy="183488"/>
            </a:xfrm>
            <a:custGeom>
              <a:avLst/>
              <a:pathLst>
                <a:path w="183695" h="183488">
                  <a:moveTo>
                    <a:pt x="182879" y="182880"/>
                  </a:moveTo>
                  <a:lnTo>
                    <a:pt x="183101" y="182832"/>
                  </a:lnTo>
                  <a:lnTo>
                    <a:pt x="183462" y="182801"/>
                  </a:lnTo>
                  <a:lnTo>
                    <a:pt x="183553" y="182998"/>
                  </a:lnTo>
                  <a:lnTo>
                    <a:pt x="183315" y="183488"/>
                  </a:lnTo>
                  <a:lnTo>
                    <a:pt x="182903" y="183362"/>
                  </a:lnTo>
                  <a:lnTo>
                    <a:pt x="182554" y="183194"/>
                  </a:lnTo>
                  <a:lnTo>
                    <a:pt x="182435" y="183048"/>
                  </a:lnTo>
                  <a:lnTo>
                    <a:pt x="182359" y="183400"/>
                  </a:lnTo>
                  <a:lnTo>
                    <a:pt x="182299" y="183222"/>
                  </a:lnTo>
                  <a:lnTo>
                    <a:pt x="182446" y="182775"/>
                  </a:lnTo>
                  <a:lnTo>
                    <a:pt x="182493" y="182618"/>
                  </a:lnTo>
                  <a:lnTo>
                    <a:pt x="182680" y="182433"/>
                  </a:lnTo>
                  <a:lnTo>
                    <a:pt x="183136" y="182143"/>
                  </a:lnTo>
                  <a:lnTo>
                    <a:pt x="183373" y="182307"/>
                  </a:lnTo>
                  <a:lnTo>
                    <a:pt x="183695" y="182554"/>
                  </a:lnTo>
                  <a:lnTo>
                    <a:pt x="183388" y="18268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9071825" y="2046902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9072066" y="2046244"/>
              <a:ext cx="182879" cy="183018"/>
            </a:xfrm>
            <a:custGeom>
              <a:avLst/>
              <a:pathLst>
                <a:path w="182879" h="183018">
                  <a:moveTo>
                    <a:pt x="182879" y="182880"/>
                  </a:moveTo>
                  <a:lnTo>
                    <a:pt x="182759" y="183012"/>
                  </a:lnTo>
                  <a:lnTo>
                    <a:pt x="182479" y="183018"/>
                  </a:lnTo>
                  <a:lnTo>
                    <a:pt x="182435" y="18277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9069941" y="2045741"/>
              <a:ext cx="182973" cy="183407"/>
            </a:xfrm>
            <a:custGeom>
              <a:avLst/>
              <a:pathLst>
                <a:path w="182973" h="183407">
                  <a:moveTo>
                    <a:pt x="182879" y="182880"/>
                  </a:moveTo>
                  <a:lnTo>
                    <a:pt x="182491" y="183359"/>
                  </a:lnTo>
                  <a:lnTo>
                    <a:pt x="182284" y="183407"/>
                  </a:lnTo>
                  <a:lnTo>
                    <a:pt x="182131" y="183380"/>
                  </a:lnTo>
                  <a:lnTo>
                    <a:pt x="181927" y="183237"/>
                  </a:lnTo>
                  <a:lnTo>
                    <a:pt x="181951" y="183083"/>
                  </a:lnTo>
                  <a:lnTo>
                    <a:pt x="182111" y="182881"/>
                  </a:lnTo>
                  <a:lnTo>
                    <a:pt x="182192" y="182694"/>
                  </a:lnTo>
                  <a:lnTo>
                    <a:pt x="182306" y="182247"/>
                  </a:lnTo>
                  <a:lnTo>
                    <a:pt x="182359" y="182027"/>
                  </a:lnTo>
                  <a:lnTo>
                    <a:pt x="182532" y="181987"/>
                  </a:lnTo>
                  <a:lnTo>
                    <a:pt x="182973" y="182423"/>
                  </a:lnTo>
                  <a:lnTo>
                    <a:pt x="182911" y="18270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9076618" y="2116419"/>
              <a:ext cx="183078" cy="183449"/>
            </a:xfrm>
            <a:custGeom>
              <a:avLst/>
              <a:pathLst>
                <a:path w="183078" h="183449">
                  <a:moveTo>
                    <a:pt x="182879" y="182880"/>
                  </a:moveTo>
                  <a:lnTo>
                    <a:pt x="183042" y="183067"/>
                  </a:lnTo>
                  <a:lnTo>
                    <a:pt x="183078" y="183314"/>
                  </a:lnTo>
                  <a:lnTo>
                    <a:pt x="182794" y="183449"/>
                  </a:lnTo>
                  <a:lnTo>
                    <a:pt x="182709" y="18301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9073845" y="2115139"/>
              <a:ext cx="183109" cy="183858"/>
            </a:xfrm>
            <a:custGeom>
              <a:avLst/>
              <a:pathLst>
                <a:path w="183109" h="183858">
                  <a:moveTo>
                    <a:pt x="182879" y="182880"/>
                  </a:moveTo>
                  <a:lnTo>
                    <a:pt x="182896" y="183008"/>
                  </a:lnTo>
                  <a:lnTo>
                    <a:pt x="182980" y="183211"/>
                  </a:lnTo>
                  <a:lnTo>
                    <a:pt x="183104" y="183605"/>
                  </a:lnTo>
                  <a:lnTo>
                    <a:pt x="182507" y="183858"/>
                  </a:lnTo>
                  <a:lnTo>
                    <a:pt x="182749" y="183354"/>
                  </a:lnTo>
                  <a:lnTo>
                    <a:pt x="182502" y="183262"/>
                  </a:lnTo>
                  <a:lnTo>
                    <a:pt x="182474" y="183130"/>
                  </a:lnTo>
                  <a:lnTo>
                    <a:pt x="182710" y="182545"/>
                  </a:lnTo>
                  <a:lnTo>
                    <a:pt x="183109" y="182368"/>
                  </a:lnTo>
                  <a:lnTo>
                    <a:pt x="182914" y="18269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9075459" y="2113489"/>
              <a:ext cx="182879" cy="183244"/>
            </a:xfrm>
            <a:custGeom>
              <a:avLst/>
              <a:pathLst>
                <a:path w="182879" h="183244">
                  <a:moveTo>
                    <a:pt x="182879" y="182880"/>
                  </a:moveTo>
                  <a:lnTo>
                    <a:pt x="182559" y="183053"/>
                  </a:lnTo>
                  <a:lnTo>
                    <a:pt x="182232" y="183168"/>
                  </a:lnTo>
                  <a:lnTo>
                    <a:pt x="181615" y="183244"/>
                  </a:lnTo>
                  <a:lnTo>
                    <a:pt x="181393" y="183081"/>
                  </a:lnTo>
                  <a:lnTo>
                    <a:pt x="181330" y="182659"/>
                  </a:lnTo>
                  <a:lnTo>
                    <a:pt x="181515" y="182689"/>
                  </a:lnTo>
                  <a:lnTo>
                    <a:pt x="181660" y="182307"/>
                  </a:lnTo>
                  <a:lnTo>
                    <a:pt x="182430" y="18211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9072316" y="2110667"/>
              <a:ext cx="183234" cy="183647"/>
            </a:xfrm>
            <a:custGeom>
              <a:avLst/>
              <a:pathLst>
                <a:path w="183234" h="183647">
                  <a:moveTo>
                    <a:pt x="182879" y="182880"/>
                  </a:moveTo>
                  <a:lnTo>
                    <a:pt x="182940" y="182611"/>
                  </a:lnTo>
                  <a:lnTo>
                    <a:pt x="183234" y="182696"/>
                  </a:lnTo>
                  <a:lnTo>
                    <a:pt x="183131" y="183229"/>
                  </a:lnTo>
                  <a:lnTo>
                    <a:pt x="183172" y="183528"/>
                  </a:lnTo>
                  <a:lnTo>
                    <a:pt x="182987" y="183647"/>
                  </a:lnTo>
                  <a:lnTo>
                    <a:pt x="182882" y="18348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9078561" y="2109950"/>
              <a:ext cx="183112" cy="182880"/>
            </a:xfrm>
            <a:custGeom>
              <a:avLst/>
              <a:pathLst>
                <a:path w="183112" h="182880">
                  <a:moveTo>
                    <a:pt x="182879" y="182880"/>
                  </a:moveTo>
                  <a:lnTo>
                    <a:pt x="182891" y="182485"/>
                  </a:lnTo>
                  <a:lnTo>
                    <a:pt x="183112" y="18287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9077091" y="2100337"/>
              <a:ext cx="187832" cy="194471"/>
            </a:xfrm>
            <a:custGeom>
              <a:avLst/>
              <a:pathLst>
                <a:path w="187832" h="194471">
                  <a:moveTo>
                    <a:pt x="182879" y="182880"/>
                  </a:moveTo>
                  <a:lnTo>
                    <a:pt x="182967" y="183407"/>
                  </a:lnTo>
                  <a:lnTo>
                    <a:pt x="183505" y="184173"/>
                  </a:lnTo>
                  <a:lnTo>
                    <a:pt x="183649" y="184124"/>
                  </a:lnTo>
                  <a:lnTo>
                    <a:pt x="184131" y="183715"/>
                  </a:lnTo>
                  <a:lnTo>
                    <a:pt x="184349" y="183630"/>
                  </a:lnTo>
                  <a:lnTo>
                    <a:pt x="184595" y="183686"/>
                  </a:lnTo>
                  <a:lnTo>
                    <a:pt x="184759" y="184004"/>
                  </a:lnTo>
                  <a:lnTo>
                    <a:pt x="185510" y="184458"/>
                  </a:lnTo>
                  <a:lnTo>
                    <a:pt x="185741" y="184525"/>
                  </a:lnTo>
                  <a:lnTo>
                    <a:pt x="185604" y="184894"/>
                  </a:lnTo>
                  <a:lnTo>
                    <a:pt x="185310" y="185382"/>
                  </a:lnTo>
                  <a:lnTo>
                    <a:pt x="185080" y="185446"/>
                  </a:lnTo>
                  <a:lnTo>
                    <a:pt x="185396" y="185752"/>
                  </a:lnTo>
                  <a:lnTo>
                    <a:pt x="185678" y="185980"/>
                  </a:lnTo>
                  <a:lnTo>
                    <a:pt x="186128" y="186294"/>
                  </a:lnTo>
                  <a:lnTo>
                    <a:pt x="186479" y="186379"/>
                  </a:lnTo>
                  <a:lnTo>
                    <a:pt x="186888" y="186440"/>
                  </a:lnTo>
                  <a:lnTo>
                    <a:pt x="187149" y="186400"/>
                  </a:lnTo>
                  <a:lnTo>
                    <a:pt x="187408" y="186248"/>
                  </a:lnTo>
                  <a:lnTo>
                    <a:pt x="187832" y="186250"/>
                  </a:lnTo>
                  <a:lnTo>
                    <a:pt x="187334" y="187087"/>
                  </a:lnTo>
                  <a:lnTo>
                    <a:pt x="187108" y="187310"/>
                  </a:lnTo>
                  <a:lnTo>
                    <a:pt x="186773" y="187573"/>
                  </a:lnTo>
                  <a:lnTo>
                    <a:pt x="186494" y="187680"/>
                  </a:lnTo>
                  <a:lnTo>
                    <a:pt x="186577" y="187179"/>
                  </a:lnTo>
                  <a:lnTo>
                    <a:pt x="186352" y="187025"/>
                  </a:lnTo>
                  <a:lnTo>
                    <a:pt x="185984" y="186919"/>
                  </a:lnTo>
                  <a:lnTo>
                    <a:pt x="185525" y="187010"/>
                  </a:lnTo>
                  <a:lnTo>
                    <a:pt x="185378" y="187203"/>
                  </a:lnTo>
                  <a:lnTo>
                    <a:pt x="185224" y="187355"/>
                  </a:lnTo>
                  <a:lnTo>
                    <a:pt x="184922" y="187477"/>
                  </a:lnTo>
                  <a:lnTo>
                    <a:pt x="184647" y="187445"/>
                  </a:lnTo>
                  <a:lnTo>
                    <a:pt x="184463" y="187913"/>
                  </a:lnTo>
                  <a:lnTo>
                    <a:pt x="184356" y="188231"/>
                  </a:lnTo>
                  <a:lnTo>
                    <a:pt x="184398" y="188585"/>
                  </a:lnTo>
                  <a:lnTo>
                    <a:pt x="184441" y="188868"/>
                  </a:lnTo>
                  <a:lnTo>
                    <a:pt x="184360" y="189140"/>
                  </a:lnTo>
                  <a:lnTo>
                    <a:pt x="184592" y="189779"/>
                  </a:lnTo>
                  <a:lnTo>
                    <a:pt x="185264" y="190405"/>
                  </a:lnTo>
                  <a:lnTo>
                    <a:pt x="185541" y="190433"/>
                  </a:lnTo>
                  <a:lnTo>
                    <a:pt x="186335" y="190358"/>
                  </a:lnTo>
                  <a:lnTo>
                    <a:pt x="186696" y="190298"/>
                  </a:lnTo>
                  <a:lnTo>
                    <a:pt x="186725" y="190822"/>
                  </a:lnTo>
                  <a:lnTo>
                    <a:pt x="186541" y="191109"/>
                  </a:lnTo>
                  <a:lnTo>
                    <a:pt x="186451" y="191364"/>
                  </a:lnTo>
                  <a:lnTo>
                    <a:pt x="186394" y="191610"/>
                  </a:lnTo>
                  <a:lnTo>
                    <a:pt x="186053" y="191563"/>
                  </a:lnTo>
                  <a:lnTo>
                    <a:pt x="186071" y="191415"/>
                  </a:lnTo>
                  <a:lnTo>
                    <a:pt x="186022" y="191134"/>
                  </a:lnTo>
                  <a:lnTo>
                    <a:pt x="185828" y="190958"/>
                  </a:lnTo>
                  <a:lnTo>
                    <a:pt x="185484" y="190848"/>
                  </a:lnTo>
                  <a:lnTo>
                    <a:pt x="185114" y="190862"/>
                  </a:lnTo>
                  <a:lnTo>
                    <a:pt x="184816" y="191033"/>
                  </a:lnTo>
                  <a:lnTo>
                    <a:pt x="184550" y="191302"/>
                  </a:lnTo>
                  <a:lnTo>
                    <a:pt x="184244" y="191406"/>
                  </a:lnTo>
                  <a:lnTo>
                    <a:pt x="183958" y="191485"/>
                  </a:lnTo>
                  <a:lnTo>
                    <a:pt x="183756" y="191519"/>
                  </a:lnTo>
                  <a:lnTo>
                    <a:pt x="183148" y="192081"/>
                  </a:lnTo>
                  <a:lnTo>
                    <a:pt x="182405" y="192373"/>
                  </a:lnTo>
                  <a:lnTo>
                    <a:pt x="182014" y="192981"/>
                  </a:lnTo>
                  <a:lnTo>
                    <a:pt x="182006" y="193116"/>
                  </a:lnTo>
                  <a:lnTo>
                    <a:pt x="182109" y="193482"/>
                  </a:lnTo>
                  <a:lnTo>
                    <a:pt x="182501" y="193732"/>
                  </a:lnTo>
                  <a:lnTo>
                    <a:pt x="182580" y="193495"/>
                  </a:lnTo>
                  <a:lnTo>
                    <a:pt x="182833" y="193450"/>
                  </a:lnTo>
                  <a:lnTo>
                    <a:pt x="183191" y="193631"/>
                  </a:lnTo>
                  <a:lnTo>
                    <a:pt x="183256" y="193849"/>
                  </a:lnTo>
                  <a:lnTo>
                    <a:pt x="183008" y="194086"/>
                  </a:lnTo>
                  <a:lnTo>
                    <a:pt x="182974" y="194230"/>
                  </a:lnTo>
                  <a:lnTo>
                    <a:pt x="182742" y="194471"/>
                  </a:lnTo>
                  <a:lnTo>
                    <a:pt x="181962" y="194111"/>
                  </a:lnTo>
                  <a:lnTo>
                    <a:pt x="181759" y="193908"/>
                  </a:lnTo>
                  <a:lnTo>
                    <a:pt x="181712" y="193672"/>
                  </a:lnTo>
                  <a:lnTo>
                    <a:pt x="181454" y="193437"/>
                  </a:lnTo>
                  <a:lnTo>
                    <a:pt x="181313" y="193380"/>
                  </a:lnTo>
                  <a:lnTo>
                    <a:pt x="180435" y="192969"/>
                  </a:lnTo>
                  <a:lnTo>
                    <a:pt x="180232" y="192782"/>
                  </a:lnTo>
                  <a:lnTo>
                    <a:pt x="180036" y="192154"/>
                  </a:lnTo>
                  <a:lnTo>
                    <a:pt x="180231" y="192042"/>
                  </a:lnTo>
                  <a:lnTo>
                    <a:pt x="179899" y="191764"/>
                  </a:lnTo>
                  <a:lnTo>
                    <a:pt x="179707" y="191983"/>
                  </a:lnTo>
                  <a:lnTo>
                    <a:pt x="179576" y="192232"/>
                  </a:lnTo>
                  <a:lnTo>
                    <a:pt x="179001" y="191964"/>
                  </a:lnTo>
                  <a:lnTo>
                    <a:pt x="178744" y="190705"/>
                  </a:lnTo>
                  <a:lnTo>
                    <a:pt x="178793" y="190497"/>
                  </a:lnTo>
                  <a:lnTo>
                    <a:pt x="178919" y="190243"/>
                  </a:lnTo>
                  <a:lnTo>
                    <a:pt x="179057" y="189916"/>
                  </a:lnTo>
                  <a:lnTo>
                    <a:pt x="178935" y="189572"/>
                  </a:lnTo>
                  <a:lnTo>
                    <a:pt x="179183" y="189374"/>
                  </a:lnTo>
                  <a:lnTo>
                    <a:pt x="179593" y="189378"/>
                  </a:lnTo>
                  <a:lnTo>
                    <a:pt x="179742" y="189325"/>
                  </a:lnTo>
                  <a:lnTo>
                    <a:pt x="179752" y="189171"/>
                  </a:lnTo>
                  <a:lnTo>
                    <a:pt x="179741" y="188857"/>
                  </a:lnTo>
                  <a:lnTo>
                    <a:pt x="180001" y="188835"/>
                  </a:lnTo>
                  <a:lnTo>
                    <a:pt x="180250" y="188874"/>
                  </a:lnTo>
                  <a:lnTo>
                    <a:pt x="180412" y="189093"/>
                  </a:lnTo>
                  <a:lnTo>
                    <a:pt x="180941" y="188844"/>
                  </a:lnTo>
                  <a:lnTo>
                    <a:pt x="181656" y="189069"/>
                  </a:lnTo>
                  <a:lnTo>
                    <a:pt x="181660" y="188903"/>
                  </a:lnTo>
                  <a:lnTo>
                    <a:pt x="181664" y="188775"/>
                  </a:lnTo>
                  <a:lnTo>
                    <a:pt x="181390" y="188682"/>
                  </a:lnTo>
                  <a:lnTo>
                    <a:pt x="181156" y="188656"/>
                  </a:lnTo>
                  <a:lnTo>
                    <a:pt x="180882" y="188599"/>
                  </a:lnTo>
                  <a:lnTo>
                    <a:pt x="180337" y="188265"/>
                  </a:lnTo>
                  <a:lnTo>
                    <a:pt x="180488" y="187864"/>
                  </a:lnTo>
                  <a:lnTo>
                    <a:pt x="180509" y="187065"/>
                  </a:lnTo>
                  <a:lnTo>
                    <a:pt x="180482" y="186719"/>
                  </a:lnTo>
                  <a:lnTo>
                    <a:pt x="180321" y="186254"/>
                  </a:lnTo>
                  <a:lnTo>
                    <a:pt x="180146" y="185829"/>
                  </a:lnTo>
                  <a:lnTo>
                    <a:pt x="179945" y="185649"/>
                  </a:lnTo>
                  <a:lnTo>
                    <a:pt x="179798" y="185549"/>
                  </a:lnTo>
                  <a:lnTo>
                    <a:pt x="179596" y="185531"/>
                  </a:lnTo>
                  <a:lnTo>
                    <a:pt x="179421" y="185322"/>
                  </a:lnTo>
                  <a:lnTo>
                    <a:pt x="179490" y="185144"/>
                  </a:lnTo>
                  <a:lnTo>
                    <a:pt x="179331" y="184525"/>
                  </a:lnTo>
                  <a:lnTo>
                    <a:pt x="179571" y="184462"/>
                  </a:lnTo>
                  <a:lnTo>
                    <a:pt x="179936" y="183631"/>
                  </a:lnTo>
                  <a:lnTo>
                    <a:pt x="180359" y="183388"/>
                  </a:lnTo>
                  <a:lnTo>
                    <a:pt x="180482" y="183685"/>
                  </a:lnTo>
                  <a:lnTo>
                    <a:pt x="180725" y="183499"/>
                  </a:lnTo>
                  <a:lnTo>
                    <a:pt x="180914" y="183138"/>
                  </a:lnTo>
                  <a:lnTo>
                    <a:pt x="180941" y="182970"/>
                  </a:lnTo>
                  <a:lnTo>
                    <a:pt x="181483" y="182400"/>
                  </a:lnTo>
                  <a:lnTo>
                    <a:pt x="181610" y="182563"/>
                  </a:lnTo>
                  <a:lnTo>
                    <a:pt x="181645" y="182840"/>
                  </a:lnTo>
                  <a:lnTo>
                    <a:pt x="181817" y="183203"/>
                  </a:lnTo>
                  <a:lnTo>
                    <a:pt x="181938" y="182971"/>
                  </a:lnTo>
                  <a:lnTo>
                    <a:pt x="181850" y="182674"/>
                  </a:lnTo>
                  <a:lnTo>
                    <a:pt x="181957" y="182412"/>
                  </a:lnTo>
                  <a:lnTo>
                    <a:pt x="182203" y="182135"/>
                  </a:lnTo>
                  <a:lnTo>
                    <a:pt x="182536" y="181823"/>
                  </a:lnTo>
                  <a:lnTo>
                    <a:pt x="182681" y="181755"/>
                  </a:lnTo>
                  <a:lnTo>
                    <a:pt x="183690" y="181549"/>
                  </a:lnTo>
                  <a:lnTo>
                    <a:pt x="183273" y="182130"/>
                  </a:lnTo>
                  <a:lnTo>
                    <a:pt x="183005" y="182348"/>
                  </a:lnTo>
                  <a:lnTo>
                    <a:pt x="182899" y="182524"/>
                  </a:lnTo>
                  <a:lnTo>
                    <a:pt x="182878" y="18274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9081851" y="2102705"/>
              <a:ext cx="183716" cy="182975"/>
            </a:xfrm>
            <a:custGeom>
              <a:avLst/>
              <a:pathLst>
                <a:path w="183716" h="182975">
                  <a:moveTo>
                    <a:pt x="182879" y="182880"/>
                  </a:moveTo>
                  <a:lnTo>
                    <a:pt x="182463" y="182682"/>
                  </a:lnTo>
                  <a:lnTo>
                    <a:pt x="182451" y="182505"/>
                  </a:lnTo>
                  <a:lnTo>
                    <a:pt x="182510" y="181879"/>
                  </a:lnTo>
                  <a:lnTo>
                    <a:pt x="182775" y="182016"/>
                  </a:lnTo>
                  <a:lnTo>
                    <a:pt x="183078" y="182196"/>
                  </a:lnTo>
                  <a:lnTo>
                    <a:pt x="183264" y="182145"/>
                  </a:lnTo>
                  <a:lnTo>
                    <a:pt x="183481" y="182456"/>
                  </a:lnTo>
                  <a:lnTo>
                    <a:pt x="183448" y="182252"/>
                  </a:lnTo>
                  <a:lnTo>
                    <a:pt x="183549" y="181869"/>
                  </a:lnTo>
                  <a:lnTo>
                    <a:pt x="183716" y="182468"/>
                  </a:lnTo>
                  <a:lnTo>
                    <a:pt x="183678" y="182889"/>
                  </a:lnTo>
                  <a:lnTo>
                    <a:pt x="183532" y="182975"/>
                  </a:lnTo>
                  <a:lnTo>
                    <a:pt x="183127" y="18283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9074308" y="2100114"/>
              <a:ext cx="183411" cy="183085"/>
            </a:xfrm>
            <a:custGeom>
              <a:avLst/>
              <a:pathLst>
                <a:path w="183411" h="183085">
                  <a:moveTo>
                    <a:pt x="182879" y="182880"/>
                  </a:moveTo>
                  <a:lnTo>
                    <a:pt x="182572" y="182751"/>
                  </a:lnTo>
                  <a:lnTo>
                    <a:pt x="182351" y="182921"/>
                  </a:lnTo>
                  <a:lnTo>
                    <a:pt x="182091" y="182973"/>
                  </a:lnTo>
                  <a:lnTo>
                    <a:pt x="181784" y="183085"/>
                  </a:lnTo>
                  <a:lnTo>
                    <a:pt x="181567" y="182903"/>
                  </a:lnTo>
                  <a:lnTo>
                    <a:pt x="181342" y="183067"/>
                  </a:lnTo>
                  <a:lnTo>
                    <a:pt x="180986" y="182467"/>
                  </a:lnTo>
                  <a:lnTo>
                    <a:pt x="181139" y="182222"/>
                  </a:lnTo>
                  <a:lnTo>
                    <a:pt x="181623" y="182059"/>
                  </a:lnTo>
                  <a:lnTo>
                    <a:pt x="181630" y="182430"/>
                  </a:lnTo>
                  <a:lnTo>
                    <a:pt x="181891" y="182435"/>
                  </a:lnTo>
                  <a:lnTo>
                    <a:pt x="182064" y="182278"/>
                  </a:lnTo>
                  <a:lnTo>
                    <a:pt x="182242" y="182173"/>
                  </a:lnTo>
                  <a:lnTo>
                    <a:pt x="182708" y="182079"/>
                  </a:lnTo>
                  <a:lnTo>
                    <a:pt x="182912" y="181989"/>
                  </a:lnTo>
                  <a:lnTo>
                    <a:pt x="183358" y="181815"/>
                  </a:lnTo>
                  <a:lnTo>
                    <a:pt x="183290" y="182150"/>
                  </a:lnTo>
                  <a:lnTo>
                    <a:pt x="183391" y="182383"/>
                  </a:lnTo>
                  <a:lnTo>
                    <a:pt x="183411" y="182557"/>
                  </a:lnTo>
                  <a:lnTo>
                    <a:pt x="183406" y="182804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9072787" y="2093917"/>
              <a:ext cx="183318" cy="183375"/>
            </a:xfrm>
            <a:custGeom>
              <a:avLst/>
              <a:pathLst>
                <a:path w="183318" h="183375">
                  <a:moveTo>
                    <a:pt x="182879" y="182880"/>
                  </a:moveTo>
                  <a:lnTo>
                    <a:pt x="183184" y="182958"/>
                  </a:lnTo>
                  <a:lnTo>
                    <a:pt x="183318" y="183036"/>
                  </a:lnTo>
                  <a:lnTo>
                    <a:pt x="183202" y="183375"/>
                  </a:lnTo>
                  <a:lnTo>
                    <a:pt x="183071" y="183372"/>
                  </a:lnTo>
                  <a:lnTo>
                    <a:pt x="182814" y="18318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9086426" y="2084340"/>
              <a:ext cx="182879" cy="183693"/>
            </a:xfrm>
            <a:custGeom>
              <a:avLst/>
              <a:pathLst>
                <a:path w="182879" h="183693">
                  <a:moveTo>
                    <a:pt x="182879" y="182880"/>
                  </a:moveTo>
                  <a:lnTo>
                    <a:pt x="182690" y="183165"/>
                  </a:lnTo>
                  <a:lnTo>
                    <a:pt x="182331" y="183497"/>
                  </a:lnTo>
                  <a:lnTo>
                    <a:pt x="181706" y="183693"/>
                  </a:lnTo>
                  <a:lnTo>
                    <a:pt x="182111" y="183094"/>
                  </a:lnTo>
                  <a:lnTo>
                    <a:pt x="182158" y="18288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9083812" y="2083672"/>
              <a:ext cx="183799" cy="183536"/>
            </a:xfrm>
            <a:custGeom>
              <a:avLst/>
              <a:pathLst>
                <a:path w="183799" h="183536">
                  <a:moveTo>
                    <a:pt x="182879" y="182880"/>
                  </a:moveTo>
                  <a:lnTo>
                    <a:pt x="183246" y="182879"/>
                  </a:lnTo>
                  <a:lnTo>
                    <a:pt x="183383" y="182898"/>
                  </a:lnTo>
                  <a:lnTo>
                    <a:pt x="183799" y="182982"/>
                  </a:lnTo>
                  <a:lnTo>
                    <a:pt x="183510" y="183274"/>
                  </a:lnTo>
                  <a:lnTo>
                    <a:pt x="183177" y="183536"/>
                  </a:lnTo>
                  <a:lnTo>
                    <a:pt x="182945" y="18327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9072862" y="2076451"/>
              <a:ext cx="183254" cy="183518"/>
            </a:xfrm>
            <a:custGeom>
              <a:avLst/>
              <a:pathLst>
                <a:path w="183254" h="183518">
                  <a:moveTo>
                    <a:pt x="182879" y="182880"/>
                  </a:moveTo>
                  <a:lnTo>
                    <a:pt x="182953" y="183095"/>
                  </a:lnTo>
                  <a:lnTo>
                    <a:pt x="182843" y="183518"/>
                  </a:lnTo>
                  <a:lnTo>
                    <a:pt x="182868" y="183324"/>
                  </a:lnTo>
                  <a:lnTo>
                    <a:pt x="182768" y="183040"/>
                  </a:lnTo>
                  <a:lnTo>
                    <a:pt x="182308" y="182699"/>
                  </a:lnTo>
                  <a:lnTo>
                    <a:pt x="182348" y="182513"/>
                  </a:lnTo>
                  <a:lnTo>
                    <a:pt x="182971" y="182126"/>
                  </a:lnTo>
                  <a:lnTo>
                    <a:pt x="183254" y="182265"/>
                  </a:lnTo>
                  <a:lnTo>
                    <a:pt x="183247" y="182524"/>
                  </a:lnTo>
                  <a:lnTo>
                    <a:pt x="182992" y="182583"/>
                  </a:lnTo>
                  <a:lnTo>
                    <a:pt x="182904" y="18274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9084185" y="2075082"/>
              <a:ext cx="184149" cy="183678"/>
            </a:xfrm>
            <a:custGeom>
              <a:avLst/>
              <a:pathLst>
                <a:path w="184149" h="183678">
                  <a:moveTo>
                    <a:pt x="182879" y="182880"/>
                  </a:moveTo>
                  <a:lnTo>
                    <a:pt x="182958" y="183045"/>
                  </a:lnTo>
                  <a:lnTo>
                    <a:pt x="183227" y="182853"/>
                  </a:lnTo>
                  <a:lnTo>
                    <a:pt x="183224" y="182720"/>
                  </a:lnTo>
                  <a:lnTo>
                    <a:pt x="183237" y="182552"/>
                  </a:lnTo>
                  <a:lnTo>
                    <a:pt x="183553" y="182365"/>
                  </a:lnTo>
                  <a:lnTo>
                    <a:pt x="183954" y="182363"/>
                  </a:lnTo>
                  <a:lnTo>
                    <a:pt x="184149" y="182471"/>
                  </a:lnTo>
                  <a:lnTo>
                    <a:pt x="184026" y="182839"/>
                  </a:lnTo>
                  <a:lnTo>
                    <a:pt x="183837" y="183033"/>
                  </a:lnTo>
                  <a:lnTo>
                    <a:pt x="183163" y="183568"/>
                  </a:lnTo>
                  <a:lnTo>
                    <a:pt x="182829" y="183484"/>
                  </a:lnTo>
                  <a:lnTo>
                    <a:pt x="182239" y="183640"/>
                  </a:lnTo>
                  <a:lnTo>
                    <a:pt x="182087" y="183678"/>
                  </a:lnTo>
                  <a:lnTo>
                    <a:pt x="181752" y="183475"/>
                  </a:lnTo>
                  <a:lnTo>
                    <a:pt x="181824" y="183265"/>
                  </a:lnTo>
                  <a:lnTo>
                    <a:pt x="182015" y="183091"/>
                  </a:lnTo>
                  <a:lnTo>
                    <a:pt x="182118" y="182869"/>
                  </a:lnTo>
                  <a:lnTo>
                    <a:pt x="182019" y="182311"/>
                  </a:lnTo>
                  <a:lnTo>
                    <a:pt x="182070" y="182027"/>
                  </a:lnTo>
                  <a:lnTo>
                    <a:pt x="182204" y="182051"/>
                  </a:lnTo>
                  <a:lnTo>
                    <a:pt x="182486" y="182385"/>
                  </a:lnTo>
                  <a:lnTo>
                    <a:pt x="182479" y="18270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9087603" y="2071679"/>
              <a:ext cx="182879" cy="184515"/>
            </a:xfrm>
            <a:custGeom>
              <a:avLst/>
              <a:pathLst>
                <a:path w="182879" h="184515">
                  <a:moveTo>
                    <a:pt x="182879" y="182880"/>
                  </a:moveTo>
                  <a:lnTo>
                    <a:pt x="182744" y="183178"/>
                  </a:lnTo>
                  <a:lnTo>
                    <a:pt x="182634" y="183512"/>
                  </a:lnTo>
                  <a:lnTo>
                    <a:pt x="182330" y="183131"/>
                  </a:lnTo>
                  <a:lnTo>
                    <a:pt x="182007" y="183345"/>
                  </a:lnTo>
                  <a:lnTo>
                    <a:pt x="181755" y="183515"/>
                  </a:lnTo>
                  <a:lnTo>
                    <a:pt x="181672" y="183321"/>
                  </a:lnTo>
                  <a:lnTo>
                    <a:pt x="181535" y="183326"/>
                  </a:lnTo>
                  <a:lnTo>
                    <a:pt x="181196" y="183495"/>
                  </a:lnTo>
                  <a:lnTo>
                    <a:pt x="181052" y="183652"/>
                  </a:lnTo>
                  <a:lnTo>
                    <a:pt x="181005" y="183858"/>
                  </a:lnTo>
                  <a:lnTo>
                    <a:pt x="181044" y="184138"/>
                  </a:lnTo>
                  <a:lnTo>
                    <a:pt x="181053" y="184475"/>
                  </a:lnTo>
                  <a:lnTo>
                    <a:pt x="180788" y="184515"/>
                  </a:lnTo>
                  <a:lnTo>
                    <a:pt x="180802" y="184054"/>
                  </a:lnTo>
                  <a:lnTo>
                    <a:pt x="180879" y="183775"/>
                  </a:lnTo>
                  <a:lnTo>
                    <a:pt x="180880" y="183476"/>
                  </a:lnTo>
                  <a:lnTo>
                    <a:pt x="180825" y="183202"/>
                  </a:lnTo>
                  <a:lnTo>
                    <a:pt x="181504" y="183019"/>
                  </a:lnTo>
                  <a:lnTo>
                    <a:pt x="182020" y="182373"/>
                  </a:lnTo>
                  <a:lnTo>
                    <a:pt x="182494" y="18257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9086570" y="2069003"/>
              <a:ext cx="182925" cy="183678"/>
            </a:xfrm>
            <a:custGeom>
              <a:avLst/>
              <a:pathLst>
                <a:path w="182925" h="183678">
                  <a:moveTo>
                    <a:pt x="182879" y="182880"/>
                  </a:moveTo>
                  <a:lnTo>
                    <a:pt x="182925" y="183229"/>
                  </a:lnTo>
                  <a:lnTo>
                    <a:pt x="182793" y="183580"/>
                  </a:lnTo>
                  <a:lnTo>
                    <a:pt x="182454" y="183678"/>
                  </a:lnTo>
                  <a:lnTo>
                    <a:pt x="182329" y="18341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9082944" y="206267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9082075" y="2062490"/>
              <a:ext cx="182886" cy="182896"/>
            </a:xfrm>
            <a:custGeom>
              <a:avLst/>
              <a:pathLst>
                <a:path w="182886" h="182896">
                  <a:moveTo>
                    <a:pt x="182879" y="182880"/>
                  </a:moveTo>
                  <a:lnTo>
                    <a:pt x="182644" y="182896"/>
                  </a:lnTo>
                  <a:lnTo>
                    <a:pt x="182742" y="182478"/>
                  </a:lnTo>
                  <a:lnTo>
                    <a:pt x="182886" y="18258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9086789" y="2056562"/>
              <a:ext cx="183311" cy="183022"/>
            </a:xfrm>
            <a:custGeom>
              <a:avLst/>
              <a:pathLst>
                <a:path w="183311" h="183022">
                  <a:moveTo>
                    <a:pt x="182879" y="182880"/>
                  </a:moveTo>
                  <a:lnTo>
                    <a:pt x="183021" y="182495"/>
                  </a:lnTo>
                  <a:lnTo>
                    <a:pt x="183157" y="182123"/>
                  </a:lnTo>
                  <a:lnTo>
                    <a:pt x="183311" y="182557"/>
                  </a:lnTo>
                  <a:lnTo>
                    <a:pt x="182937" y="18302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9078462" y="2055264"/>
              <a:ext cx="183357" cy="182880"/>
            </a:xfrm>
            <a:custGeom>
              <a:avLst/>
              <a:pathLst>
                <a:path w="183357" h="182880">
                  <a:moveTo>
                    <a:pt x="182879" y="182880"/>
                  </a:moveTo>
                  <a:lnTo>
                    <a:pt x="183357" y="18249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9078315" y="2053190"/>
              <a:ext cx="183088" cy="183303"/>
            </a:xfrm>
            <a:custGeom>
              <a:avLst/>
              <a:pathLst>
                <a:path w="183088" h="183303">
                  <a:moveTo>
                    <a:pt x="182879" y="182880"/>
                  </a:moveTo>
                  <a:lnTo>
                    <a:pt x="183088" y="183175"/>
                  </a:lnTo>
                  <a:lnTo>
                    <a:pt x="182973" y="183303"/>
                  </a:lnTo>
                  <a:lnTo>
                    <a:pt x="182645" y="18320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9077180" y="2053422"/>
              <a:ext cx="184704" cy="182880"/>
            </a:xfrm>
            <a:custGeom>
              <a:avLst/>
              <a:pathLst>
                <a:path w="184704" h="182880">
                  <a:moveTo>
                    <a:pt x="182879" y="182880"/>
                  </a:moveTo>
                  <a:lnTo>
                    <a:pt x="182755" y="182629"/>
                  </a:lnTo>
                  <a:lnTo>
                    <a:pt x="182557" y="182633"/>
                  </a:lnTo>
                  <a:lnTo>
                    <a:pt x="182312" y="182481"/>
                  </a:lnTo>
                  <a:lnTo>
                    <a:pt x="182243" y="182003"/>
                  </a:lnTo>
                  <a:lnTo>
                    <a:pt x="182693" y="181836"/>
                  </a:lnTo>
                  <a:lnTo>
                    <a:pt x="183737" y="181576"/>
                  </a:lnTo>
                  <a:lnTo>
                    <a:pt x="183921" y="181604"/>
                  </a:lnTo>
                  <a:lnTo>
                    <a:pt x="184409" y="181738"/>
                  </a:lnTo>
                  <a:lnTo>
                    <a:pt x="184704" y="181967"/>
                  </a:lnTo>
                  <a:lnTo>
                    <a:pt x="184453" y="182362"/>
                  </a:lnTo>
                  <a:lnTo>
                    <a:pt x="184256" y="182351"/>
                  </a:lnTo>
                  <a:lnTo>
                    <a:pt x="183948" y="182349"/>
                  </a:lnTo>
                  <a:lnTo>
                    <a:pt x="183429" y="18262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9083275" y="2051359"/>
              <a:ext cx="183298" cy="183007"/>
            </a:xfrm>
            <a:custGeom>
              <a:avLst/>
              <a:pathLst>
                <a:path w="183298" h="183007">
                  <a:moveTo>
                    <a:pt x="182879" y="182880"/>
                  </a:moveTo>
                  <a:lnTo>
                    <a:pt x="183010" y="182778"/>
                  </a:lnTo>
                  <a:lnTo>
                    <a:pt x="183234" y="182699"/>
                  </a:lnTo>
                  <a:lnTo>
                    <a:pt x="183298" y="18300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9075121" y="2050944"/>
              <a:ext cx="184272" cy="183740"/>
            </a:xfrm>
            <a:custGeom>
              <a:avLst/>
              <a:pathLst>
                <a:path w="184272" h="183740">
                  <a:moveTo>
                    <a:pt x="182879" y="182880"/>
                  </a:moveTo>
                  <a:lnTo>
                    <a:pt x="182683" y="183121"/>
                  </a:lnTo>
                  <a:lnTo>
                    <a:pt x="182575" y="183437"/>
                  </a:lnTo>
                  <a:lnTo>
                    <a:pt x="182254" y="183580"/>
                  </a:lnTo>
                  <a:lnTo>
                    <a:pt x="181204" y="183715"/>
                  </a:lnTo>
                  <a:lnTo>
                    <a:pt x="180642" y="183740"/>
                  </a:lnTo>
                  <a:lnTo>
                    <a:pt x="180274" y="183659"/>
                  </a:lnTo>
                  <a:lnTo>
                    <a:pt x="180139" y="183459"/>
                  </a:lnTo>
                  <a:lnTo>
                    <a:pt x="180021" y="183212"/>
                  </a:lnTo>
                  <a:lnTo>
                    <a:pt x="179949" y="182988"/>
                  </a:lnTo>
                  <a:lnTo>
                    <a:pt x="179909" y="182801"/>
                  </a:lnTo>
                  <a:lnTo>
                    <a:pt x="179891" y="182481"/>
                  </a:lnTo>
                  <a:lnTo>
                    <a:pt x="180122" y="182276"/>
                  </a:lnTo>
                  <a:lnTo>
                    <a:pt x="180240" y="182133"/>
                  </a:lnTo>
                  <a:lnTo>
                    <a:pt x="180507" y="181958"/>
                  </a:lnTo>
                  <a:lnTo>
                    <a:pt x="180676" y="181920"/>
                  </a:lnTo>
                  <a:lnTo>
                    <a:pt x="181175" y="182035"/>
                  </a:lnTo>
                  <a:lnTo>
                    <a:pt x="182005" y="182265"/>
                  </a:lnTo>
                  <a:lnTo>
                    <a:pt x="182700" y="182191"/>
                  </a:lnTo>
                  <a:lnTo>
                    <a:pt x="183015" y="182123"/>
                  </a:lnTo>
                  <a:lnTo>
                    <a:pt x="183349" y="181742"/>
                  </a:lnTo>
                  <a:lnTo>
                    <a:pt x="183714" y="181640"/>
                  </a:lnTo>
                  <a:lnTo>
                    <a:pt x="184025" y="181695"/>
                  </a:lnTo>
                  <a:lnTo>
                    <a:pt x="184201" y="181856"/>
                  </a:lnTo>
                  <a:lnTo>
                    <a:pt x="184272" y="182048"/>
                  </a:lnTo>
                  <a:lnTo>
                    <a:pt x="184071" y="182378"/>
                  </a:lnTo>
                  <a:lnTo>
                    <a:pt x="183822" y="182592"/>
                  </a:lnTo>
                  <a:lnTo>
                    <a:pt x="183549" y="182651"/>
                  </a:lnTo>
                  <a:lnTo>
                    <a:pt x="183291" y="182617"/>
                  </a:lnTo>
                  <a:lnTo>
                    <a:pt x="183115" y="18271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9078862" y="2049978"/>
              <a:ext cx="183341" cy="183171"/>
            </a:xfrm>
            <a:custGeom>
              <a:avLst/>
              <a:pathLst>
                <a:path w="183341" h="183171">
                  <a:moveTo>
                    <a:pt x="182879" y="182880"/>
                  </a:moveTo>
                  <a:lnTo>
                    <a:pt x="182525" y="182764"/>
                  </a:lnTo>
                  <a:lnTo>
                    <a:pt x="182314" y="182658"/>
                  </a:lnTo>
                  <a:lnTo>
                    <a:pt x="182127" y="182464"/>
                  </a:lnTo>
                  <a:lnTo>
                    <a:pt x="182149" y="182330"/>
                  </a:lnTo>
                  <a:lnTo>
                    <a:pt x="182482" y="182328"/>
                  </a:lnTo>
                  <a:lnTo>
                    <a:pt x="183232" y="182640"/>
                  </a:lnTo>
                  <a:lnTo>
                    <a:pt x="183341" y="182878"/>
                  </a:lnTo>
                  <a:lnTo>
                    <a:pt x="183108" y="183050"/>
                  </a:lnTo>
                  <a:lnTo>
                    <a:pt x="182837" y="183171"/>
                  </a:lnTo>
                  <a:lnTo>
                    <a:pt x="182906" y="18302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9084465" y="2049305"/>
              <a:ext cx="182886" cy="184085"/>
            </a:xfrm>
            <a:custGeom>
              <a:avLst/>
              <a:pathLst>
                <a:path w="182886" h="184085">
                  <a:moveTo>
                    <a:pt x="182879" y="182880"/>
                  </a:moveTo>
                  <a:lnTo>
                    <a:pt x="182794" y="183058"/>
                  </a:lnTo>
                  <a:lnTo>
                    <a:pt x="182543" y="183292"/>
                  </a:lnTo>
                  <a:lnTo>
                    <a:pt x="182609" y="183658"/>
                  </a:lnTo>
                  <a:lnTo>
                    <a:pt x="182792" y="183831"/>
                  </a:lnTo>
                  <a:lnTo>
                    <a:pt x="182886" y="184085"/>
                  </a:lnTo>
                  <a:lnTo>
                    <a:pt x="182572" y="183970"/>
                  </a:lnTo>
                  <a:lnTo>
                    <a:pt x="182105" y="183697"/>
                  </a:lnTo>
                  <a:lnTo>
                    <a:pt x="181825" y="183368"/>
                  </a:lnTo>
                  <a:lnTo>
                    <a:pt x="181613" y="183395"/>
                  </a:lnTo>
                  <a:lnTo>
                    <a:pt x="181304" y="183151"/>
                  </a:lnTo>
                  <a:lnTo>
                    <a:pt x="181193" y="182969"/>
                  </a:lnTo>
                  <a:lnTo>
                    <a:pt x="181271" y="182677"/>
                  </a:lnTo>
                  <a:lnTo>
                    <a:pt x="181784" y="182688"/>
                  </a:lnTo>
                  <a:lnTo>
                    <a:pt x="182297" y="182695"/>
                  </a:lnTo>
                  <a:lnTo>
                    <a:pt x="182769" y="18253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9077767" y="2049199"/>
              <a:ext cx="182879" cy="183411"/>
            </a:xfrm>
            <a:custGeom>
              <a:avLst/>
              <a:pathLst>
                <a:path w="182879" h="183411">
                  <a:moveTo>
                    <a:pt x="182879" y="182880"/>
                  </a:moveTo>
                  <a:lnTo>
                    <a:pt x="182871" y="183180"/>
                  </a:lnTo>
                  <a:lnTo>
                    <a:pt x="182633" y="183317"/>
                  </a:lnTo>
                  <a:lnTo>
                    <a:pt x="182335" y="183411"/>
                  </a:lnTo>
                  <a:lnTo>
                    <a:pt x="182349" y="183167"/>
                  </a:lnTo>
                  <a:lnTo>
                    <a:pt x="182403" y="183037"/>
                  </a:lnTo>
                  <a:lnTo>
                    <a:pt x="182668" y="18284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9086800" y="2070767"/>
              <a:ext cx="183297" cy="182880"/>
            </a:xfrm>
            <a:custGeom>
              <a:avLst/>
              <a:pathLst>
                <a:path w="183297" h="182880">
                  <a:moveTo>
                    <a:pt x="182879" y="182880"/>
                  </a:moveTo>
                  <a:lnTo>
                    <a:pt x="183022" y="182741"/>
                  </a:lnTo>
                  <a:lnTo>
                    <a:pt x="183297" y="18272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9107669" y="2064801"/>
              <a:ext cx="183913" cy="183431"/>
            </a:xfrm>
            <a:custGeom>
              <a:avLst/>
              <a:pathLst>
                <a:path w="183913" h="183431">
                  <a:moveTo>
                    <a:pt x="182879" y="182880"/>
                  </a:moveTo>
                  <a:lnTo>
                    <a:pt x="183464" y="182675"/>
                  </a:lnTo>
                  <a:lnTo>
                    <a:pt x="183789" y="182722"/>
                  </a:lnTo>
                  <a:lnTo>
                    <a:pt x="183913" y="183118"/>
                  </a:lnTo>
                  <a:lnTo>
                    <a:pt x="183334" y="183302"/>
                  </a:lnTo>
                  <a:lnTo>
                    <a:pt x="183134" y="183431"/>
                  </a:lnTo>
                  <a:lnTo>
                    <a:pt x="182784" y="183332"/>
                  </a:lnTo>
                  <a:lnTo>
                    <a:pt x="182834" y="182864"/>
                  </a:lnTo>
                  <a:lnTo>
                    <a:pt x="182567" y="182715"/>
                  </a:lnTo>
                  <a:lnTo>
                    <a:pt x="182393" y="182525"/>
                  </a:lnTo>
                  <a:lnTo>
                    <a:pt x="182193" y="182742"/>
                  </a:lnTo>
                  <a:lnTo>
                    <a:pt x="182214" y="182499"/>
                  </a:lnTo>
                  <a:lnTo>
                    <a:pt x="182512" y="182212"/>
                  </a:lnTo>
                  <a:lnTo>
                    <a:pt x="182659" y="182196"/>
                  </a:lnTo>
                  <a:lnTo>
                    <a:pt x="182742" y="182351"/>
                  </a:lnTo>
                  <a:lnTo>
                    <a:pt x="182721" y="182672"/>
                  </a:lnTo>
                  <a:lnTo>
                    <a:pt x="182712" y="182812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9092665" y="2058684"/>
              <a:ext cx="183221" cy="183304"/>
            </a:xfrm>
            <a:custGeom>
              <a:avLst/>
              <a:pathLst>
                <a:path w="183221" h="183304">
                  <a:moveTo>
                    <a:pt x="182879" y="182880"/>
                  </a:moveTo>
                  <a:lnTo>
                    <a:pt x="183221" y="182817"/>
                  </a:lnTo>
                  <a:lnTo>
                    <a:pt x="183194" y="182961"/>
                  </a:lnTo>
                  <a:lnTo>
                    <a:pt x="182743" y="183304"/>
                  </a:lnTo>
                  <a:lnTo>
                    <a:pt x="182683" y="18291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9089219" y="2058442"/>
              <a:ext cx="183377" cy="183214"/>
            </a:xfrm>
            <a:custGeom>
              <a:avLst/>
              <a:pathLst>
                <a:path w="183377" h="183214">
                  <a:moveTo>
                    <a:pt x="182879" y="182880"/>
                  </a:moveTo>
                  <a:lnTo>
                    <a:pt x="182485" y="182777"/>
                  </a:lnTo>
                  <a:lnTo>
                    <a:pt x="182110" y="183214"/>
                  </a:lnTo>
                  <a:lnTo>
                    <a:pt x="181702" y="183082"/>
                  </a:lnTo>
                  <a:lnTo>
                    <a:pt x="181626" y="182857"/>
                  </a:lnTo>
                  <a:lnTo>
                    <a:pt x="181906" y="182788"/>
                  </a:lnTo>
                  <a:lnTo>
                    <a:pt x="182360" y="181903"/>
                  </a:lnTo>
                  <a:lnTo>
                    <a:pt x="183033" y="182002"/>
                  </a:lnTo>
                  <a:lnTo>
                    <a:pt x="183368" y="181770"/>
                  </a:lnTo>
                  <a:lnTo>
                    <a:pt x="183377" y="181958"/>
                  </a:lnTo>
                  <a:lnTo>
                    <a:pt x="183374" y="182169"/>
                  </a:lnTo>
                  <a:lnTo>
                    <a:pt x="183259" y="182412"/>
                  </a:lnTo>
                  <a:lnTo>
                    <a:pt x="183220" y="18282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9092774" y="2056525"/>
              <a:ext cx="183400" cy="183309"/>
            </a:xfrm>
            <a:custGeom>
              <a:avLst/>
              <a:pathLst>
                <a:path w="183400" h="183309">
                  <a:moveTo>
                    <a:pt x="182879" y="182880"/>
                  </a:moveTo>
                  <a:lnTo>
                    <a:pt x="183093" y="182591"/>
                  </a:lnTo>
                  <a:lnTo>
                    <a:pt x="183329" y="182913"/>
                  </a:lnTo>
                  <a:lnTo>
                    <a:pt x="183400" y="183074"/>
                  </a:lnTo>
                  <a:lnTo>
                    <a:pt x="183142" y="18330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9093329" y="2055605"/>
              <a:ext cx="183317" cy="183149"/>
            </a:xfrm>
            <a:custGeom>
              <a:avLst/>
              <a:pathLst>
                <a:path w="183317" h="183149">
                  <a:moveTo>
                    <a:pt x="182879" y="182880"/>
                  </a:moveTo>
                  <a:lnTo>
                    <a:pt x="183166" y="182718"/>
                  </a:lnTo>
                  <a:lnTo>
                    <a:pt x="183317" y="182970"/>
                  </a:lnTo>
                  <a:lnTo>
                    <a:pt x="183246" y="183101"/>
                  </a:lnTo>
                  <a:lnTo>
                    <a:pt x="182934" y="18314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9093109" y="2054829"/>
              <a:ext cx="183759" cy="183802"/>
            </a:xfrm>
            <a:custGeom>
              <a:avLst/>
              <a:pathLst>
                <a:path w="183759" h="183802">
                  <a:moveTo>
                    <a:pt x="182879" y="182880"/>
                  </a:moveTo>
                  <a:lnTo>
                    <a:pt x="182775" y="183214"/>
                  </a:lnTo>
                  <a:lnTo>
                    <a:pt x="182738" y="183509"/>
                  </a:lnTo>
                  <a:lnTo>
                    <a:pt x="182467" y="183738"/>
                  </a:lnTo>
                  <a:lnTo>
                    <a:pt x="182197" y="183802"/>
                  </a:lnTo>
                  <a:lnTo>
                    <a:pt x="181866" y="183493"/>
                  </a:lnTo>
                  <a:lnTo>
                    <a:pt x="181626" y="183079"/>
                  </a:lnTo>
                  <a:lnTo>
                    <a:pt x="182139" y="182787"/>
                  </a:lnTo>
                  <a:lnTo>
                    <a:pt x="182494" y="182560"/>
                  </a:lnTo>
                  <a:lnTo>
                    <a:pt x="182539" y="182349"/>
                  </a:lnTo>
                  <a:lnTo>
                    <a:pt x="182811" y="181893"/>
                  </a:lnTo>
                  <a:lnTo>
                    <a:pt x="183097" y="181414"/>
                  </a:lnTo>
                  <a:lnTo>
                    <a:pt x="183241" y="181344"/>
                  </a:lnTo>
                  <a:lnTo>
                    <a:pt x="183511" y="181391"/>
                  </a:lnTo>
                  <a:lnTo>
                    <a:pt x="183746" y="181682"/>
                  </a:lnTo>
                  <a:lnTo>
                    <a:pt x="183759" y="181913"/>
                  </a:lnTo>
                  <a:lnTo>
                    <a:pt x="183725" y="182163"/>
                  </a:lnTo>
                  <a:lnTo>
                    <a:pt x="183559" y="182586"/>
                  </a:lnTo>
                  <a:lnTo>
                    <a:pt x="183434" y="182773"/>
                  </a:lnTo>
                  <a:lnTo>
                    <a:pt x="183188" y="18292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9101984" y="2051212"/>
              <a:ext cx="183479" cy="183440"/>
            </a:xfrm>
            <a:custGeom>
              <a:avLst/>
              <a:pathLst>
                <a:path w="183479" h="183440">
                  <a:moveTo>
                    <a:pt x="182879" y="182880"/>
                  </a:moveTo>
                  <a:lnTo>
                    <a:pt x="183152" y="183003"/>
                  </a:lnTo>
                  <a:lnTo>
                    <a:pt x="183479" y="183226"/>
                  </a:lnTo>
                  <a:lnTo>
                    <a:pt x="183364" y="183440"/>
                  </a:lnTo>
                  <a:lnTo>
                    <a:pt x="183200" y="183418"/>
                  </a:lnTo>
                  <a:lnTo>
                    <a:pt x="182657" y="183060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9100822" y="2051129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53" y="182824"/>
                  </a:lnTo>
                  <a:lnTo>
                    <a:pt x="182701" y="18265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9103401" y="2049540"/>
              <a:ext cx="182929" cy="183068"/>
            </a:xfrm>
            <a:custGeom>
              <a:avLst/>
              <a:pathLst>
                <a:path w="182929" h="183068">
                  <a:moveTo>
                    <a:pt x="182879" y="182880"/>
                  </a:moveTo>
                  <a:lnTo>
                    <a:pt x="182929" y="18306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9091941" y="2048895"/>
              <a:ext cx="183460" cy="183375"/>
            </a:xfrm>
            <a:custGeom>
              <a:avLst/>
              <a:pathLst>
                <a:path w="183460" h="183375">
                  <a:moveTo>
                    <a:pt x="182879" y="182880"/>
                  </a:moveTo>
                  <a:lnTo>
                    <a:pt x="183028" y="182816"/>
                  </a:lnTo>
                  <a:lnTo>
                    <a:pt x="183460" y="182879"/>
                  </a:lnTo>
                  <a:lnTo>
                    <a:pt x="183447" y="183375"/>
                  </a:lnTo>
                  <a:lnTo>
                    <a:pt x="183052" y="183151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9101966" y="2048817"/>
              <a:ext cx="183288" cy="182947"/>
            </a:xfrm>
            <a:custGeom>
              <a:avLst/>
              <a:pathLst>
                <a:path w="183288" h="182947">
                  <a:moveTo>
                    <a:pt x="182879" y="182880"/>
                  </a:moveTo>
                  <a:lnTo>
                    <a:pt x="182669" y="182947"/>
                  </a:lnTo>
                  <a:lnTo>
                    <a:pt x="182413" y="182819"/>
                  </a:lnTo>
                  <a:lnTo>
                    <a:pt x="182567" y="182628"/>
                  </a:lnTo>
                  <a:lnTo>
                    <a:pt x="182813" y="182458"/>
                  </a:lnTo>
                  <a:lnTo>
                    <a:pt x="183134" y="182528"/>
                  </a:lnTo>
                  <a:lnTo>
                    <a:pt x="183288" y="182604"/>
                  </a:lnTo>
                  <a:lnTo>
                    <a:pt x="183250" y="182779"/>
                  </a:lnTo>
                  <a:lnTo>
                    <a:pt x="183110" y="18279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9092789" y="2043863"/>
              <a:ext cx="183744" cy="183075"/>
            </a:xfrm>
            <a:custGeom>
              <a:avLst/>
              <a:pathLst>
                <a:path w="183744" h="183075">
                  <a:moveTo>
                    <a:pt x="182879" y="182880"/>
                  </a:moveTo>
                  <a:lnTo>
                    <a:pt x="183188" y="182906"/>
                  </a:lnTo>
                  <a:lnTo>
                    <a:pt x="183393" y="182838"/>
                  </a:lnTo>
                  <a:lnTo>
                    <a:pt x="183738" y="182660"/>
                  </a:lnTo>
                  <a:lnTo>
                    <a:pt x="183744" y="182935"/>
                  </a:lnTo>
                  <a:lnTo>
                    <a:pt x="183512" y="183042"/>
                  </a:lnTo>
                  <a:lnTo>
                    <a:pt x="182946" y="18307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9091777" y="2042414"/>
              <a:ext cx="183471" cy="182926"/>
            </a:xfrm>
            <a:custGeom>
              <a:avLst/>
              <a:pathLst>
                <a:path w="183471" h="182926">
                  <a:moveTo>
                    <a:pt x="182879" y="182880"/>
                  </a:moveTo>
                  <a:lnTo>
                    <a:pt x="183035" y="182813"/>
                  </a:lnTo>
                  <a:lnTo>
                    <a:pt x="183342" y="182785"/>
                  </a:lnTo>
                  <a:lnTo>
                    <a:pt x="183471" y="182857"/>
                  </a:lnTo>
                  <a:lnTo>
                    <a:pt x="183213" y="182926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9095987" y="2039786"/>
              <a:ext cx="183443" cy="183314"/>
            </a:xfrm>
            <a:custGeom>
              <a:avLst/>
              <a:pathLst>
                <a:path w="183443" h="183314">
                  <a:moveTo>
                    <a:pt x="182879" y="182880"/>
                  </a:moveTo>
                  <a:lnTo>
                    <a:pt x="183062" y="182785"/>
                  </a:lnTo>
                  <a:lnTo>
                    <a:pt x="183443" y="182720"/>
                  </a:lnTo>
                  <a:lnTo>
                    <a:pt x="183391" y="183168"/>
                  </a:lnTo>
                  <a:lnTo>
                    <a:pt x="183022" y="183314"/>
                  </a:lnTo>
                  <a:lnTo>
                    <a:pt x="182853" y="183066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9098221" y="2037306"/>
              <a:ext cx="182890" cy="183709"/>
            </a:xfrm>
            <a:custGeom>
              <a:avLst/>
              <a:pathLst>
                <a:path w="182890" h="183709">
                  <a:moveTo>
                    <a:pt x="182879" y="182880"/>
                  </a:moveTo>
                  <a:lnTo>
                    <a:pt x="182441" y="183355"/>
                  </a:lnTo>
                  <a:lnTo>
                    <a:pt x="182890" y="183442"/>
                  </a:lnTo>
                  <a:lnTo>
                    <a:pt x="182405" y="183593"/>
                  </a:lnTo>
                  <a:lnTo>
                    <a:pt x="181987" y="183709"/>
                  </a:lnTo>
                  <a:lnTo>
                    <a:pt x="182070" y="183248"/>
                  </a:lnTo>
                  <a:lnTo>
                    <a:pt x="182207" y="182912"/>
                  </a:lnTo>
                  <a:lnTo>
                    <a:pt x="182567" y="18286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9099003" y="2037316"/>
              <a:ext cx="184168" cy="183407"/>
            </a:xfrm>
            <a:custGeom>
              <a:avLst/>
              <a:pathLst>
                <a:path w="184168" h="183407">
                  <a:moveTo>
                    <a:pt x="182879" y="182880"/>
                  </a:moveTo>
                  <a:lnTo>
                    <a:pt x="183304" y="182782"/>
                  </a:lnTo>
                  <a:lnTo>
                    <a:pt x="183606" y="182618"/>
                  </a:lnTo>
                  <a:lnTo>
                    <a:pt x="183827" y="182621"/>
                  </a:lnTo>
                  <a:lnTo>
                    <a:pt x="184168" y="182704"/>
                  </a:lnTo>
                  <a:lnTo>
                    <a:pt x="184146" y="182989"/>
                  </a:lnTo>
                  <a:lnTo>
                    <a:pt x="184006" y="183407"/>
                  </a:lnTo>
                  <a:lnTo>
                    <a:pt x="183698" y="183365"/>
                  </a:lnTo>
                  <a:lnTo>
                    <a:pt x="183246" y="183280"/>
                  </a:lnTo>
                  <a:lnTo>
                    <a:pt x="183103" y="183235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9102485" y="2035979"/>
              <a:ext cx="183960" cy="184912"/>
            </a:xfrm>
            <a:custGeom>
              <a:avLst/>
              <a:pathLst>
                <a:path w="183960" h="184912">
                  <a:moveTo>
                    <a:pt x="182879" y="182880"/>
                  </a:moveTo>
                  <a:lnTo>
                    <a:pt x="183164" y="183268"/>
                  </a:lnTo>
                  <a:lnTo>
                    <a:pt x="183153" y="183497"/>
                  </a:lnTo>
                  <a:lnTo>
                    <a:pt x="183399" y="184191"/>
                  </a:lnTo>
                  <a:lnTo>
                    <a:pt x="183599" y="184238"/>
                  </a:lnTo>
                  <a:lnTo>
                    <a:pt x="183960" y="184462"/>
                  </a:lnTo>
                  <a:lnTo>
                    <a:pt x="183523" y="184330"/>
                  </a:lnTo>
                  <a:lnTo>
                    <a:pt x="183281" y="184344"/>
                  </a:lnTo>
                  <a:lnTo>
                    <a:pt x="182835" y="184801"/>
                  </a:lnTo>
                  <a:lnTo>
                    <a:pt x="182607" y="184905"/>
                  </a:lnTo>
                  <a:lnTo>
                    <a:pt x="182443" y="184912"/>
                  </a:lnTo>
                  <a:lnTo>
                    <a:pt x="182271" y="184846"/>
                  </a:lnTo>
                  <a:lnTo>
                    <a:pt x="181724" y="184582"/>
                  </a:lnTo>
                  <a:lnTo>
                    <a:pt x="181340" y="184263"/>
                  </a:lnTo>
                  <a:lnTo>
                    <a:pt x="180967" y="183824"/>
                  </a:lnTo>
                  <a:lnTo>
                    <a:pt x="181000" y="183648"/>
                  </a:lnTo>
                  <a:lnTo>
                    <a:pt x="181075" y="183500"/>
                  </a:lnTo>
                  <a:lnTo>
                    <a:pt x="180943" y="183157"/>
                  </a:lnTo>
                  <a:lnTo>
                    <a:pt x="181171" y="182956"/>
                  </a:lnTo>
                  <a:lnTo>
                    <a:pt x="181438" y="182787"/>
                  </a:lnTo>
                  <a:lnTo>
                    <a:pt x="182276" y="182534"/>
                  </a:lnTo>
                  <a:lnTo>
                    <a:pt x="182408" y="182579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9102932" y="2036160"/>
              <a:ext cx="183456" cy="182933"/>
            </a:xfrm>
            <a:custGeom>
              <a:avLst/>
              <a:pathLst>
                <a:path w="183456" h="182933">
                  <a:moveTo>
                    <a:pt x="182879" y="182880"/>
                  </a:moveTo>
                  <a:lnTo>
                    <a:pt x="183456" y="18293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9117408" y="2034900"/>
              <a:ext cx="183190" cy="183260"/>
            </a:xfrm>
            <a:custGeom>
              <a:avLst/>
              <a:pathLst>
                <a:path w="183190" h="183260">
                  <a:moveTo>
                    <a:pt x="182879" y="182880"/>
                  </a:moveTo>
                  <a:lnTo>
                    <a:pt x="183018" y="183260"/>
                  </a:lnTo>
                  <a:lnTo>
                    <a:pt x="182799" y="183082"/>
                  </a:lnTo>
                  <a:lnTo>
                    <a:pt x="182681" y="182828"/>
                  </a:lnTo>
                  <a:lnTo>
                    <a:pt x="182987" y="182477"/>
                  </a:lnTo>
                  <a:lnTo>
                    <a:pt x="183155" y="182540"/>
                  </a:lnTo>
                  <a:lnTo>
                    <a:pt x="183190" y="182798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9116770" y="2033767"/>
              <a:ext cx="183053" cy="183520"/>
            </a:xfrm>
            <a:custGeom>
              <a:avLst/>
              <a:pathLst>
                <a:path w="183053" h="183520">
                  <a:moveTo>
                    <a:pt x="182879" y="182880"/>
                  </a:moveTo>
                  <a:lnTo>
                    <a:pt x="183053" y="183040"/>
                  </a:lnTo>
                  <a:lnTo>
                    <a:pt x="182582" y="183520"/>
                  </a:lnTo>
                  <a:lnTo>
                    <a:pt x="182580" y="18314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9104127" y="2029368"/>
              <a:ext cx="183656" cy="182933"/>
            </a:xfrm>
            <a:custGeom>
              <a:avLst/>
              <a:pathLst>
                <a:path w="183656" h="182933">
                  <a:moveTo>
                    <a:pt x="182879" y="182880"/>
                  </a:moveTo>
                  <a:lnTo>
                    <a:pt x="183075" y="182692"/>
                  </a:lnTo>
                  <a:lnTo>
                    <a:pt x="183388" y="182601"/>
                  </a:lnTo>
                  <a:lnTo>
                    <a:pt x="183656" y="182594"/>
                  </a:lnTo>
                  <a:lnTo>
                    <a:pt x="183494" y="182816"/>
                  </a:lnTo>
                  <a:lnTo>
                    <a:pt x="183245" y="18293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9104134" y="2024301"/>
              <a:ext cx="184021" cy="184609"/>
            </a:xfrm>
            <a:custGeom>
              <a:avLst/>
              <a:pathLst>
                <a:path w="184021" h="184609">
                  <a:moveTo>
                    <a:pt x="182879" y="182880"/>
                  </a:moveTo>
                  <a:lnTo>
                    <a:pt x="183061" y="183160"/>
                  </a:lnTo>
                  <a:lnTo>
                    <a:pt x="183383" y="183578"/>
                  </a:lnTo>
                  <a:lnTo>
                    <a:pt x="183585" y="183674"/>
                  </a:lnTo>
                  <a:lnTo>
                    <a:pt x="183645" y="184158"/>
                  </a:lnTo>
                  <a:lnTo>
                    <a:pt x="183775" y="184302"/>
                  </a:lnTo>
                  <a:lnTo>
                    <a:pt x="183917" y="184370"/>
                  </a:lnTo>
                  <a:lnTo>
                    <a:pt x="184021" y="184609"/>
                  </a:lnTo>
                  <a:lnTo>
                    <a:pt x="183453" y="184605"/>
                  </a:lnTo>
                  <a:lnTo>
                    <a:pt x="183464" y="184440"/>
                  </a:lnTo>
                  <a:lnTo>
                    <a:pt x="183456" y="184097"/>
                  </a:lnTo>
                  <a:lnTo>
                    <a:pt x="182922" y="183656"/>
                  </a:lnTo>
                  <a:lnTo>
                    <a:pt x="182686" y="182407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9098883" y="2022145"/>
              <a:ext cx="182879" cy="183113"/>
            </a:xfrm>
            <a:custGeom>
              <a:avLst/>
              <a:pathLst>
                <a:path w="182879" h="183113">
                  <a:moveTo>
                    <a:pt x="182879" y="182880"/>
                  </a:moveTo>
                  <a:lnTo>
                    <a:pt x="182659" y="183113"/>
                  </a:lnTo>
                  <a:close/>
                </a:path>
              </a:pathLst>
            </a:custGeom>
            <a:solidFill>
              <a:srgbClr val="4575B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8088523" y="1274491"/>
              <a:ext cx="699083" cy="671297"/>
            </a:xfrm>
            <a:custGeom>
              <a:avLst/>
              <a:pathLst>
                <a:path w="699083" h="671297">
                  <a:moveTo>
                    <a:pt x="209131" y="182880"/>
                  </a:moveTo>
                  <a:lnTo>
                    <a:pt x="209217" y="183060"/>
                  </a:lnTo>
                  <a:lnTo>
                    <a:pt x="209690" y="183938"/>
                  </a:lnTo>
                  <a:lnTo>
                    <a:pt x="213662" y="191140"/>
                  </a:lnTo>
                  <a:lnTo>
                    <a:pt x="217793" y="198820"/>
                  </a:lnTo>
                  <a:lnTo>
                    <a:pt x="218007" y="199220"/>
                  </a:lnTo>
                  <a:lnTo>
                    <a:pt x="218436" y="200028"/>
                  </a:lnTo>
                  <a:lnTo>
                    <a:pt x="218855" y="200814"/>
                  </a:lnTo>
                  <a:lnTo>
                    <a:pt x="219038" y="201155"/>
                  </a:lnTo>
                  <a:lnTo>
                    <a:pt x="219755" y="202490"/>
                  </a:lnTo>
                  <a:lnTo>
                    <a:pt x="219881" y="202726"/>
                  </a:lnTo>
                  <a:lnTo>
                    <a:pt x="220274" y="203462"/>
                  </a:lnTo>
                  <a:lnTo>
                    <a:pt x="220369" y="203635"/>
                  </a:lnTo>
                  <a:lnTo>
                    <a:pt x="220724" y="204316"/>
                  </a:lnTo>
                  <a:lnTo>
                    <a:pt x="221843" y="206450"/>
                  </a:lnTo>
                  <a:lnTo>
                    <a:pt x="222076" y="206894"/>
                  </a:lnTo>
                  <a:lnTo>
                    <a:pt x="222194" y="207121"/>
                  </a:lnTo>
                  <a:lnTo>
                    <a:pt x="222286" y="207300"/>
                  </a:lnTo>
                  <a:lnTo>
                    <a:pt x="222359" y="207437"/>
                  </a:lnTo>
                  <a:lnTo>
                    <a:pt x="222653" y="207989"/>
                  </a:lnTo>
                  <a:lnTo>
                    <a:pt x="223184" y="209007"/>
                  </a:lnTo>
                  <a:lnTo>
                    <a:pt x="223285" y="209201"/>
                  </a:lnTo>
                  <a:lnTo>
                    <a:pt x="223449" y="209514"/>
                  </a:lnTo>
                  <a:lnTo>
                    <a:pt x="223632" y="209857"/>
                  </a:lnTo>
                  <a:lnTo>
                    <a:pt x="223721" y="210029"/>
                  </a:lnTo>
                  <a:lnTo>
                    <a:pt x="223989" y="210539"/>
                  </a:lnTo>
                  <a:lnTo>
                    <a:pt x="224249" y="211051"/>
                  </a:lnTo>
                  <a:lnTo>
                    <a:pt x="224511" y="211555"/>
                  </a:lnTo>
                  <a:lnTo>
                    <a:pt x="224776" y="212059"/>
                  </a:lnTo>
                  <a:lnTo>
                    <a:pt x="225035" y="212563"/>
                  </a:lnTo>
                  <a:lnTo>
                    <a:pt x="225303" y="213072"/>
                  </a:lnTo>
                  <a:lnTo>
                    <a:pt x="225433" y="213317"/>
                  </a:lnTo>
                  <a:lnTo>
                    <a:pt x="225566" y="213579"/>
                  </a:lnTo>
                  <a:lnTo>
                    <a:pt x="225793" y="214001"/>
                  </a:lnTo>
                  <a:lnTo>
                    <a:pt x="225953" y="214308"/>
                  </a:lnTo>
                  <a:lnTo>
                    <a:pt x="226095" y="214583"/>
                  </a:lnTo>
                  <a:lnTo>
                    <a:pt x="226185" y="214759"/>
                  </a:lnTo>
                  <a:lnTo>
                    <a:pt x="226510" y="215380"/>
                  </a:lnTo>
                  <a:lnTo>
                    <a:pt x="226746" y="215830"/>
                  </a:lnTo>
                  <a:lnTo>
                    <a:pt x="226880" y="216088"/>
                  </a:lnTo>
                  <a:lnTo>
                    <a:pt x="227108" y="216525"/>
                  </a:lnTo>
                  <a:lnTo>
                    <a:pt x="227334" y="216956"/>
                  </a:lnTo>
                  <a:lnTo>
                    <a:pt x="227551" y="217384"/>
                  </a:lnTo>
                  <a:lnTo>
                    <a:pt x="227772" y="217811"/>
                  </a:lnTo>
                  <a:lnTo>
                    <a:pt x="227996" y="218239"/>
                  </a:lnTo>
                  <a:lnTo>
                    <a:pt x="228212" y="218669"/>
                  </a:lnTo>
                  <a:lnTo>
                    <a:pt x="228432" y="219094"/>
                  </a:lnTo>
                  <a:lnTo>
                    <a:pt x="228653" y="219519"/>
                  </a:lnTo>
                  <a:lnTo>
                    <a:pt x="228877" y="219953"/>
                  </a:lnTo>
                  <a:lnTo>
                    <a:pt x="229094" y="220381"/>
                  </a:lnTo>
                  <a:lnTo>
                    <a:pt x="229312" y="220810"/>
                  </a:lnTo>
                  <a:lnTo>
                    <a:pt x="229538" y="221238"/>
                  </a:lnTo>
                  <a:lnTo>
                    <a:pt x="229760" y="221667"/>
                  </a:lnTo>
                  <a:lnTo>
                    <a:pt x="229982" y="222097"/>
                  </a:lnTo>
                  <a:lnTo>
                    <a:pt x="230195" y="222528"/>
                  </a:lnTo>
                  <a:lnTo>
                    <a:pt x="230413" y="222958"/>
                  </a:lnTo>
                  <a:lnTo>
                    <a:pt x="230672" y="223451"/>
                  </a:lnTo>
                  <a:lnTo>
                    <a:pt x="230866" y="223816"/>
                  </a:lnTo>
                  <a:lnTo>
                    <a:pt x="231098" y="224266"/>
                  </a:lnTo>
                  <a:lnTo>
                    <a:pt x="231307" y="224673"/>
                  </a:lnTo>
                  <a:lnTo>
                    <a:pt x="231527" y="225101"/>
                  </a:lnTo>
                  <a:lnTo>
                    <a:pt x="231748" y="225529"/>
                  </a:lnTo>
                  <a:lnTo>
                    <a:pt x="231973" y="225958"/>
                  </a:lnTo>
                  <a:lnTo>
                    <a:pt x="232200" y="226386"/>
                  </a:lnTo>
                  <a:lnTo>
                    <a:pt x="232426" y="226814"/>
                  </a:lnTo>
                  <a:lnTo>
                    <a:pt x="232699" y="227358"/>
                  </a:lnTo>
                  <a:lnTo>
                    <a:pt x="232856" y="227667"/>
                  </a:lnTo>
                  <a:lnTo>
                    <a:pt x="233079" y="228091"/>
                  </a:lnTo>
                  <a:lnTo>
                    <a:pt x="233298" y="228516"/>
                  </a:lnTo>
                  <a:lnTo>
                    <a:pt x="233516" y="228942"/>
                  </a:lnTo>
                  <a:lnTo>
                    <a:pt x="233735" y="229367"/>
                  </a:lnTo>
                  <a:lnTo>
                    <a:pt x="233954" y="229793"/>
                  </a:lnTo>
                  <a:lnTo>
                    <a:pt x="234173" y="230218"/>
                  </a:lnTo>
                  <a:lnTo>
                    <a:pt x="234392" y="230644"/>
                  </a:lnTo>
                  <a:lnTo>
                    <a:pt x="234610" y="231069"/>
                  </a:lnTo>
                  <a:lnTo>
                    <a:pt x="234895" y="231600"/>
                  </a:lnTo>
                  <a:lnTo>
                    <a:pt x="235089" y="231941"/>
                  </a:lnTo>
                  <a:lnTo>
                    <a:pt x="235163" y="232105"/>
                  </a:lnTo>
                  <a:lnTo>
                    <a:pt x="234832" y="232397"/>
                  </a:lnTo>
                  <a:lnTo>
                    <a:pt x="234166" y="232966"/>
                  </a:lnTo>
                  <a:lnTo>
                    <a:pt x="233815" y="233266"/>
                  </a:lnTo>
                  <a:lnTo>
                    <a:pt x="233471" y="233569"/>
                  </a:lnTo>
                  <a:lnTo>
                    <a:pt x="233121" y="233873"/>
                  </a:lnTo>
                  <a:lnTo>
                    <a:pt x="232757" y="234185"/>
                  </a:lnTo>
                  <a:lnTo>
                    <a:pt x="232396" y="234499"/>
                  </a:lnTo>
                  <a:lnTo>
                    <a:pt x="232028" y="234815"/>
                  </a:lnTo>
                  <a:lnTo>
                    <a:pt x="231853" y="234970"/>
                  </a:lnTo>
                  <a:lnTo>
                    <a:pt x="230900" y="235786"/>
                  </a:lnTo>
                  <a:lnTo>
                    <a:pt x="230661" y="235994"/>
                  </a:lnTo>
                  <a:lnTo>
                    <a:pt x="230529" y="236110"/>
                  </a:lnTo>
                  <a:lnTo>
                    <a:pt x="230389" y="236235"/>
                  </a:lnTo>
                  <a:lnTo>
                    <a:pt x="230242" y="236363"/>
                  </a:lnTo>
                  <a:lnTo>
                    <a:pt x="230065" y="236518"/>
                  </a:lnTo>
                  <a:lnTo>
                    <a:pt x="229370" y="237117"/>
                  </a:lnTo>
                  <a:lnTo>
                    <a:pt x="229051" y="237392"/>
                  </a:lnTo>
                  <a:lnTo>
                    <a:pt x="228829" y="237584"/>
                  </a:lnTo>
                  <a:lnTo>
                    <a:pt x="228554" y="237824"/>
                  </a:lnTo>
                  <a:lnTo>
                    <a:pt x="228119" y="238202"/>
                  </a:lnTo>
                  <a:lnTo>
                    <a:pt x="227917" y="238379"/>
                  </a:lnTo>
                  <a:lnTo>
                    <a:pt x="227761" y="238515"/>
                  </a:lnTo>
                  <a:lnTo>
                    <a:pt x="227396" y="238837"/>
                  </a:lnTo>
                  <a:lnTo>
                    <a:pt x="227041" y="239160"/>
                  </a:lnTo>
                  <a:lnTo>
                    <a:pt x="226865" y="239320"/>
                  </a:lnTo>
                  <a:lnTo>
                    <a:pt x="226681" y="239479"/>
                  </a:lnTo>
                  <a:lnTo>
                    <a:pt x="226098" y="240000"/>
                  </a:lnTo>
                  <a:lnTo>
                    <a:pt x="225958" y="240124"/>
                  </a:lnTo>
                  <a:lnTo>
                    <a:pt x="225804" y="240264"/>
                  </a:lnTo>
                  <a:lnTo>
                    <a:pt x="225382" y="240642"/>
                  </a:lnTo>
                  <a:lnTo>
                    <a:pt x="225225" y="240797"/>
                  </a:lnTo>
                  <a:lnTo>
                    <a:pt x="225452" y="241504"/>
                  </a:lnTo>
                  <a:lnTo>
                    <a:pt x="225719" y="241717"/>
                  </a:lnTo>
                  <a:lnTo>
                    <a:pt x="225997" y="241927"/>
                  </a:lnTo>
                  <a:lnTo>
                    <a:pt x="225997" y="242082"/>
                  </a:lnTo>
                  <a:lnTo>
                    <a:pt x="225879" y="242572"/>
                  </a:lnTo>
                  <a:lnTo>
                    <a:pt x="230386" y="247692"/>
                  </a:lnTo>
                  <a:lnTo>
                    <a:pt x="231098" y="248491"/>
                  </a:lnTo>
                  <a:lnTo>
                    <a:pt x="237572" y="255770"/>
                  </a:lnTo>
                  <a:lnTo>
                    <a:pt x="237885" y="256123"/>
                  </a:lnTo>
                  <a:lnTo>
                    <a:pt x="240505" y="259179"/>
                  </a:lnTo>
                  <a:lnTo>
                    <a:pt x="241775" y="259981"/>
                  </a:lnTo>
                  <a:lnTo>
                    <a:pt x="243604" y="261148"/>
                  </a:lnTo>
                  <a:lnTo>
                    <a:pt x="244291" y="261582"/>
                  </a:lnTo>
                  <a:lnTo>
                    <a:pt x="245794" y="262548"/>
                  </a:lnTo>
                  <a:lnTo>
                    <a:pt x="246350" y="262910"/>
                  </a:lnTo>
                  <a:lnTo>
                    <a:pt x="246524" y="263016"/>
                  </a:lnTo>
                  <a:lnTo>
                    <a:pt x="246979" y="263309"/>
                  </a:lnTo>
                  <a:lnTo>
                    <a:pt x="247809" y="263862"/>
                  </a:lnTo>
                  <a:lnTo>
                    <a:pt x="248245" y="264024"/>
                  </a:lnTo>
                  <a:lnTo>
                    <a:pt x="248877" y="264256"/>
                  </a:lnTo>
                  <a:lnTo>
                    <a:pt x="249586" y="264510"/>
                  </a:lnTo>
                  <a:lnTo>
                    <a:pt x="250069" y="264914"/>
                  </a:lnTo>
                  <a:lnTo>
                    <a:pt x="250434" y="265220"/>
                  </a:lnTo>
                  <a:lnTo>
                    <a:pt x="250567" y="265334"/>
                  </a:lnTo>
                  <a:lnTo>
                    <a:pt x="250893" y="265613"/>
                  </a:lnTo>
                  <a:lnTo>
                    <a:pt x="251053" y="265748"/>
                  </a:lnTo>
                  <a:lnTo>
                    <a:pt x="251537" y="266166"/>
                  </a:lnTo>
                  <a:lnTo>
                    <a:pt x="251740" y="266334"/>
                  </a:lnTo>
                  <a:lnTo>
                    <a:pt x="252025" y="266573"/>
                  </a:lnTo>
                  <a:lnTo>
                    <a:pt x="252452" y="266889"/>
                  </a:lnTo>
                  <a:lnTo>
                    <a:pt x="252654" y="266934"/>
                  </a:lnTo>
                  <a:lnTo>
                    <a:pt x="253286" y="267050"/>
                  </a:lnTo>
                  <a:lnTo>
                    <a:pt x="253958" y="267167"/>
                  </a:lnTo>
                  <a:lnTo>
                    <a:pt x="254242" y="267215"/>
                  </a:lnTo>
                  <a:lnTo>
                    <a:pt x="254438" y="267271"/>
                  </a:lnTo>
                  <a:lnTo>
                    <a:pt x="255007" y="267484"/>
                  </a:lnTo>
                  <a:lnTo>
                    <a:pt x="255166" y="267544"/>
                  </a:lnTo>
                  <a:lnTo>
                    <a:pt x="255914" y="267850"/>
                  </a:lnTo>
                  <a:lnTo>
                    <a:pt x="255919" y="268186"/>
                  </a:lnTo>
                  <a:lnTo>
                    <a:pt x="255929" y="268599"/>
                  </a:lnTo>
                  <a:lnTo>
                    <a:pt x="255938" y="269015"/>
                  </a:lnTo>
                  <a:lnTo>
                    <a:pt x="255953" y="269427"/>
                  </a:lnTo>
                  <a:lnTo>
                    <a:pt x="255964" y="269841"/>
                  </a:lnTo>
                  <a:lnTo>
                    <a:pt x="255974" y="270255"/>
                  </a:lnTo>
                  <a:lnTo>
                    <a:pt x="255986" y="270669"/>
                  </a:lnTo>
                  <a:lnTo>
                    <a:pt x="256000" y="271082"/>
                  </a:lnTo>
                  <a:lnTo>
                    <a:pt x="256012" y="271496"/>
                  </a:lnTo>
                  <a:lnTo>
                    <a:pt x="256023" y="271932"/>
                  </a:lnTo>
                  <a:lnTo>
                    <a:pt x="256033" y="272318"/>
                  </a:lnTo>
                  <a:lnTo>
                    <a:pt x="256043" y="272728"/>
                  </a:lnTo>
                  <a:lnTo>
                    <a:pt x="256055" y="273139"/>
                  </a:lnTo>
                  <a:lnTo>
                    <a:pt x="256069" y="273550"/>
                  </a:lnTo>
                  <a:lnTo>
                    <a:pt x="256081" y="273958"/>
                  </a:lnTo>
                  <a:lnTo>
                    <a:pt x="256088" y="274376"/>
                  </a:lnTo>
                  <a:lnTo>
                    <a:pt x="256102" y="274790"/>
                  </a:lnTo>
                  <a:lnTo>
                    <a:pt x="256114" y="275201"/>
                  </a:lnTo>
                  <a:lnTo>
                    <a:pt x="256126" y="275606"/>
                  </a:lnTo>
                  <a:lnTo>
                    <a:pt x="256136" y="276016"/>
                  </a:lnTo>
                  <a:lnTo>
                    <a:pt x="256146" y="276427"/>
                  </a:lnTo>
                  <a:lnTo>
                    <a:pt x="256157" y="276838"/>
                  </a:lnTo>
                  <a:lnTo>
                    <a:pt x="256167" y="277250"/>
                  </a:lnTo>
                  <a:lnTo>
                    <a:pt x="256206" y="278898"/>
                  </a:lnTo>
                  <a:lnTo>
                    <a:pt x="256217" y="279310"/>
                  </a:lnTo>
                  <a:lnTo>
                    <a:pt x="256252" y="280010"/>
                  </a:lnTo>
                  <a:lnTo>
                    <a:pt x="256278" y="280483"/>
                  </a:lnTo>
                  <a:lnTo>
                    <a:pt x="256292" y="281102"/>
                  </a:lnTo>
                  <a:lnTo>
                    <a:pt x="256301" y="281436"/>
                  </a:lnTo>
                  <a:lnTo>
                    <a:pt x="256307" y="281692"/>
                  </a:lnTo>
                  <a:lnTo>
                    <a:pt x="256353" y="283462"/>
                  </a:lnTo>
                  <a:lnTo>
                    <a:pt x="256387" y="284845"/>
                  </a:lnTo>
                  <a:lnTo>
                    <a:pt x="259783" y="283343"/>
                  </a:lnTo>
                  <a:lnTo>
                    <a:pt x="263122" y="281898"/>
                  </a:lnTo>
                  <a:lnTo>
                    <a:pt x="263870" y="281578"/>
                  </a:lnTo>
                  <a:lnTo>
                    <a:pt x="264238" y="281414"/>
                  </a:lnTo>
                  <a:lnTo>
                    <a:pt x="264635" y="281234"/>
                  </a:lnTo>
                  <a:lnTo>
                    <a:pt x="265546" y="280828"/>
                  </a:lnTo>
                  <a:lnTo>
                    <a:pt x="266430" y="280432"/>
                  </a:lnTo>
                  <a:lnTo>
                    <a:pt x="266960" y="280202"/>
                  </a:lnTo>
                  <a:lnTo>
                    <a:pt x="267418" y="280008"/>
                  </a:lnTo>
                  <a:lnTo>
                    <a:pt x="268063" y="279728"/>
                  </a:lnTo>
                  <a:lnTo>
                    <a:pt x="268435" y="279427"/>
                  </a:lnTo>
                  <a:lnTo>
                    <a:pt x="268171" y="279063"/>
                  </a:lnTo>
                  <a:lnTo>
                    <a:pt x="267785" y="278549"/>
                  </a:lnTo>
                  <a:lnTo>
                    <a:pt x="267407" y="278034"/>
                  </a:lnTo>
                  <a:lnTo>
                    <a:pt x="267135" y="277659"/>
                  </a:lnTo>
                  <a:lnTo>
                    <a:pt x="266832" y="277245"/>
                  </a:lnTo>
                  <a:lnTo>
                    <a:pt x="266650" y="277004"/>
                  </a:lnTo>
                  <a:lnTo>
                    <a:pt x="266286" y="276516"/>
                  </a:lnTo>
                  <a:lnTo>
                    <a:pt x="266042" y="276182"/>
                  </a:lnTo>
                  <a:lnTo>
                    <a:pt x="267051" y="275862"/>
                  </a:lnTo>
                  <a:lnTo>
                    <a:pt x="268182" y="275530"/>
                  </a:lnTo>
                  <a:lnTo>
                    <a:pt x="268578" y="275412"/>
                  </a:lnTo>
                  <a:lnTo>
                    <a:pt x="268951" y="275297"/>
                  </a:lnTo>
                  <a:lnTo>
                    <a:pt x="269279" y="275202"/>
                  </a:lnTo>
                  <a:lnTo>
                    <a:pt x="269720" y="275069"/>
                  </a:lnTo>
                  <a:lnTo>
                    <a:pt x="270243" y="274925"/>
                  </a:lnTo>
                  <a:lnTo>
                    <a:pt x="270394" y="275579"/>
                  </a:lnTo>
                  <a:lnTo>
                    <a:pt x="270507" y="276098"/>
                  </a:lnTo>
                  <a:lnTo>
                    <a:pt x="270618" y="276605"/>
                  </a:lnTo>
                  <a:lnTo>
                    <a:pt x="270733" y="277097"/>
                  </a:lnTo>
                  <a:lnTo>
                    <a:pt x="270844" y="277600"/>
                  </a:lnTo>
                  <a:lnTo>
                    <a:pt x="270965" y="278116"/>
                  </a:lnTo>
                  <a:lnTo>
                    <a:pt x="271068" y="278612"/>
                  </a:lnTo>
                  <a:lnTo>
                    <a:pt x="271129" y="278823"/>
                  </a:lnTo>
                  <a:lnTo>
                    <a:pt x="271293" y="279032"/>
                  </a:lnTo>
                  <a:lnTo>
                    <a:pt x="271380" y="279182"/>
                  </a:lnTo>
                  <a:lnTo>
                    <a:pt x="271476" y="279420"/>
                  </a:lnTo>
                  <a:lnTo>
                    <a:pt x="271703" y="279734"/>
                  </a:lnTo>
                  <a:lnTo>
                    <a:pt x="272249" y="280297"/>
                  </a:lnTo>
                  <a:lnTo>
                    <a:pt x="272516" y="280490"/>
                  </a:lnTo>
                  <a:lnTo>
                    <a:pt x="272740" y="280570"/>
                  </a:lnTo>
                  <a:lnTo>
                    <a:pt x="273007" y="280697"/>
                  </a:lnTo>
                  <a:lnTo>
                    <a:pt x="273824" y="281116"/>
                  </a:lnTo>
                  <a:lnTo>
                    <a:pt x="274354" y="281441"/>
                  </a:lnTo>
                  <a:lnTo>
                    <a:pt x="274630" y="281675"/>
                  </a:lnTo>
                  <a:lnTo>
                    <a:pt x="274930" y="282021"/>
                  </a:lnTo>
                  <a:lnTo>
                    <a:pt x="275582" y="282587"/>
                  </a:lnTo>
                  <a:lnTo>
                    <a:pt x="275830" y="282770"/>
                  </a:lnTo>
                  <a:lnTo>
                    <a:pt x="275473" y="278344"/>
                  </a:lnTo>
                  <a:lnTo>
                    <a:pt x="275461" y="278192"/>
                  </a:lnTo>
                  <a:lnTo>
                    <a:pt x="275814" y="278041"/>
                  </a:lnTo>
                  <a:lnTo>
                    <a:pt x="276288" y="277830"/>
                  </a:lnTo>
                  <a:lnTo>
                    <a:pt x="277113" y="277453"/>
                  </a:lnTo>
                  <a:lnTo>
                    <a:pt x="277944" y="277078"/>
                  </a:lnTo>
                  <a:lnTo>
                    <a:pt x="278772" y="276700"/>
                  </a:lnTo>
                  <a:lnTo>
                    <a:pt x="279601" y="276322"/>
                  </a:lnTo>
                  <a:lnTo>
                    <a:pt x="280120" y="276094"/>
                  </a:lnTo>
                  <a:lnTo>
                    <a:pt x="280429" y="275952"/>
                  </a:lnTo>
                  <a:lnTo>
                    <a:pt x="280802" y="275776"/>
                  </a:lnTo>
                  <a:lnTo>
                    <a:pt x="281249" y="275576"/>
                  </a:lnTo>
                  <a:lnTo>
                    <a:pt x="282067" y="275204"/>
                  </a:lnTo>
                  <a:lnTo>
                    <a:pt x="282885" y="274832"/>
                  </a:lnTo>
                  <a:lnTo>
                    <a:pt x="283752" y="274461"/>
                  </a:lnTo>
                  <a:lnTo>
                    <a:pt x="284070" y="275020"/>
                  </a:lnTo>
                  <a:lnTo>
                    <a:pt x="284477" y="275771"/>
                  </a:lnTo>
                  <a:lnTo>
                    <a:pt x="284834" y="276411"/>
                  </a:lnTo>
                  <a:lnTo>
                    <a:pt x="285042" y="276787"/>
                  </a:lnTo>
                  <a:lnTo>
                    <a:pt x="285190" y="277052"/>
                  </a:lnTo>
                  <a:lnTo>
                    <a:pt x="285283" y="277218"/>
                  </a:lnTo>
                  <a:lnTo>
                    <a:pt x="285478" y="277573"/>
                  </a:lnTo>
                  <a:lnTo>
                    <a:pt x="285652" y="277886"/>
                  </a:lnTo>
                  <a:lnTo>
                    <a:pt x="285779" y="278119"/>
                  </a:lnTo>
                  <a:lnTo>
                    <a:pt x="285930" y="278394"/>
                  </a:lnTo>
                  <a:lnTo>
                    <a:pt x="286010" y="278546"/>
                  </a:lnTo>
                  <a:lnTo>
                    <a:pt x="286246" y="278805"/>
                  </a:lnTo>
                  <a:lnTo>
                    <a:pt x="286649" y="278940"/>
                  </a:lnTo>
                  <a:lnTo>
                    <a:pt x="286936" y="279037"/>
                  </a:lnTo>
                  <a:lnTo>
                    <a:pt x="287147" y="279106"/>
                  </a:lnTo>
                  <a:lnTo>
                    <a:pt x="287287" y="279154"/>
                  </a:lnTo>
                  <a:lnTo>
                    <a:pt x="287567" y="279247"/>
                  </a:lnTo>
                  <a:lnTo>
                    <a:pt x="287712" y="279296"/>
                  </a:lnTo>
                  <a:lnTo>
                    <a:pt x="287935" y="279370"/>
                  </a:lnTo>
                  <a:lnTo>
                    <a:pt x="288193" y="279453"/>
                  </a:lnTo>
                  <a:lnTo>
                    <a:pt x="288353" y="279503"/>
                  </a:lnTo>
                  <a:lnTo>
                    <a:pt x="288504" y="279553"/>
                  </a:lnTo>
                  <a:lnTo>
                    <a:pt x="288724" y="279613"/>
                  </a:lnTo>
                  <a:lnTo>
                    <a:pt x="288974" y="279160"/>
                  </a:lnTo>
                  <a:lnTo>
                    <a:pt x="289189" y="278756"/>
                  </a:lnTo>
                  <a:lnTo>
                    <a:pt x="289484" y="278183"/>
                  </a:lnTo>
                  <a:lnTo>
                    <a:pt x="289629" y="277920"/>
                  </a:lnTo>
                  <a:lnTo>
                    <a:pt x="289728" y="277734"/>
                  </a:lnTo>
                  <a:lnTo>
                    <a:pt x="291759" y="276175"/>
                  </a:lnTo>
                  <a:lnTo>
                    <a:pt x="291814" y="271933"/>
                  </a:lnTo>
                  <a:lnTo>
                    <a:pt x="291828" y="270796"/>
                  </a:lnTo>
                  <a:lnTo>
                    <a:pt x="295154" y="270901"/>
                  </a:lnTo>
                  <a:lnTo>
                    <a:pt x="296426" y="270942"/>
                  </a:lnTo>
                  <a:lnTo>
                    <a:pt x="299844" y="271105"/>
                  </a:lnTo>
                  <a:lnTo>
                    <a:pt x="303144" y="271202"/>
                  </a:lnTo>
                  <a:lnTo>
                    <a:pt x="305831" y="271272"/>
                  </a:lnTo>
                  <a:lnTo>
                    <a:pt x="308541" y="271344"/>
                  </a:lnTo>
                  <a:lnTo>
                    <a:pt x="313120" y="267172"/>
                  </a:lnTo>
                  <a:lnTo>
                    <a:pt x="316515" y="267444"/>
                  </a:lnTo>
                  <a:lnTo>
                    <a:pt x="319750" y="267705"/>
                  </a:lnTo>
                  <a:lnTo>
                    <a:pt x="326466" y="268304"/>
                  </a:lnTo>
                  <a:lnTo>
                    <a:pt x="327192" y="268324"/>
                  </a:lnTo>
                  <a:lnTo>
                    <a:pt x="329502" y="268392"/>
                  </a:lnTo>
                  <a:lnTo>
                    <a:pt x="331674" y="269968"/>
                  </a:lnTo>
                  <a:lnTo>
                    <a:pt x="333056" y="271933"/>
                  </a:lnTo>
                  <a:lnTo>
                    <a:pt x="333698" y="272846"/>
                  </a:lnTo>
                  <a:lnTo>
                    <a:pt x="336667" y="277133"/>
                  </a:lnTo>
                  <a:lnTo>
                    <a:pt x="337204" y="277648"/>
                  </a:lnTo>
                  <a:lnTo>
                    <a:pt x="337317" y="280016"/>
                  </a:lnTo>
                  <a:lnTo>
                    <a:pt x="337431" y="282404"/>
                  </a:lnTo>
                  <a:lnTo>
                    <a:pt x="334314" y="286157"/>
                  </a:lnTo>
                  <a:lnTo>
                    <a:pt x="334313" y="288094"/>
                  </a:lnTo>
                  <a:lnTo>
                    <a:pt x="334311" y="292000"/>
                  </a:lnTo>
                  <a:lnTo>
                    <a:pt x="334310" y="296175"/>
                  </a:lnTo>
                  <a:lnTo>
                    <a:pt x="334310" y="298938"/>
                  </a:lnTo>
                  <a:lnTo>
                    <a:pt x="333910" y="299105"/>
                  </a:lnTo>
                  <a:lnTo>
                    <a:pt x="333232" y="299503"/>
                  </a:lnTo>
                  <a:lnTo>
                    <a:pt x="332643" y="299824"/>
                  </a:lnTo>
                  <a:lnTo>
                    <a:pt x="331998" y="300175"/>
                  </a:lnTo>
                  <a:lnTo>
                    <a:pt x="331853" y="300256"/>
                  </a:lnTo>
                  <a:lnTo>
                    <a:pt x="331345" y="300533"/>
                  </a:lnTo>
                  <a:lnTo>
                    <a:pt x="330701" y="300885"/>
                  </a:lnTo>
                  <a:lnTo>
                    <a:pt x="330101" y="301210"/>
                  </a:lnTo>
                  <a:lnTo>
                    <a:pt x="329419" y="301583"/>
                  </a:lnTo>
                  <a:lnTo>
                    <a:pt x="328711" y="301970"/>
                  </a:lnTo>
                  <a:lnTo>
                    <a:pt x="328138" y="302284"/>
                  </a:lnTo>
                  <a:lnTo>
                    <a:pt x="327915" y="302406"/>
                  </a:lnTo>
                  <a:lnTo>
                    <a:pt x="327395" y="302693"/>
                  </a:lnTo>
                  <a:lnTo>
                    <a:pt x="326931" y="303019"/>
                  </a:lnTo>
                  <a:lnTo>
                    <a:pt x="326519" y="303394"/>
                  </a:lnTo>
                  <a:lnTo>
                    <a:pt x="326410" y="303537"/>
                  </a:lnTo>
                  <a:lnTo>
                    <a:pt x="325192" y="305070"/>
                  </a:lnTo>
                  <a:lnTo>
                    <a:pt x="325074" y="305475"/>
                  </a:lnTo>
                  <a:lnTo>
                    <a:pt x="324993" y="305774"/>
                  </a:lnTo>
                  <a:lnTo>
                    <a:pt x="324949" y="305923"/>
                  </a:lnTo>
                  <a:lnTo>
                    <a:pt x="324829" y="306344"/>
                  </a:lnTo>
                  <a:lnTo>
                    <a:pt x="324674" y="306896"/>
                  </a:lnTo>
                  <a:lnTo>
                    <a:pt x="324533" y="307406"/>
                  </a:lnTo>
                  <a:lnTo>
                    <a:pt x="324380" y="307934"/>
                  </a:lnTo>
                  <a:lnTo>
                    <a:pt x="324260" y="308380"/>
                  </a:lnTo>
                  <a:lnTo>
                    <a:pt x="324195" y="308591"/>
                  </a:lnTo>
                  <a:lnTo>
                    <a:pt x="324140" y="308804"/>
                  </a:lnTo>
                  <a:lnTo>
                    <a:pt x="323950" y="309315"/>
                  </a:lnTo>
                  <a:lnTo>
                    <a:pt x="323793" y="309433"/>
                  </a:lnTo>
                  <a:lnTo>
                    <a:pt x="323645" y="309539"/>
                  </a:lnTo>
                  <a:lnTo>
                    <a:pt x="323156" y="309953"/>
                  </a:lnTo>
                  <a:lnTo>
                    <a:pt x="322869" y="310189"/>
                  </a:lnTo>
                  <a:lnTo>
                    <a:pt x="322706" y="310321"/>
                  </a:lnTo>
                  <a:lnTo>
                    <a:pt x="322462" y="310513"/>
                  </a:lnTo>
                  <a:lnTo>
                    <a:pt x="322226" y="310708"/>
                  </a:lnTo>
                  <a:lnTo>
                    <a:pt x="322015" y="310887"/>
                  </a:lnTo>
                  <a:lnTo>
                    <a:pt x="321564" y="311186"/>
                  </a:lnTo>
                  <a:lnTo>
                    <a:pt x="321411" y="311267"/>
                  </a:lnTo>
                  <a:lnTo>
                    <a:pt x="321239" y="311374"/>
                  </a:lnTo>
                  <a:lnTo>
                    <a:pt x="321092" y="311449"/>
                  </a:lnTo>
                  <a:lnTo>
                    <a:pt x="320949" y="311505"/>
                  </a:lnTo>
                  <a:lnTo>
                    <a:pt x="320740" y="311601"/>
                  </a:lnTo>
                  <a:lnTo>
                    <a:pt x="320306" y="311739"/>
                  </a:lnTo>
                  <a:lnTo>
                    <a:pt x="320117" y="311771"/>
                  </a:lnTo>
                  <a:lnTo>
                    <a:pt x="319958" y="311795"/>
                  </a:lnTo>
                  <a:lnTo>
                    <a:pt x="319741" y="311813"/>
                  </a:lnTo>
                  <a:lnTo>
                    <a:pt x="319472" y="311847"/>
                  </a:lnTo>
                  <a:lnTo>
                    <a:pt x="319171" y="311865"/>
                  </a:lnTo>
                  <a:lnTo>
                    <a:pt x="319007" y="311884"/>
                  </a:lnTo>
                  <a:lnTo>
                    <a:pt x="318728" y="311899"/>
                  </a:lnTo>
                  <a:lnTo>
                    <a:pt x="318491" y="311920"/>
                  </a:lnTo>
                  <a:lnTo>
                    <a:pt x="318172" y="311934"/>
                  </a:lnTo>
                  <a:lnTo>
                    <a:pt x="317951" y="311952"/>
                  </a:lnTo>
                  <a:lnTo>
                    <a:pt x="317692" y="311976"/>
                  </a:lnTo>
                  <a:lnTo>
                    <a:pt x="317392" y="311995"/>
                  </a:lnTo>
                  <a:lnTo>
                    <a:pt x="317104" y="312007"/>
                  </a:lnTo>
                  <a:lnTo>
                    <a:pt x="316921" y="312012"/>
                  </a:lnTo>
                  <a:lnTo>
                    <a:pt x="316348" y="312191"/>
                  </a:lnTo>
                  <a:lnTo>
                    <a:pt x="316262" y="312349"/>
                  </a:lnTo>
                  <a:lnTo>
                    <a:pt x="316177" y="312482"/>
                  </a:lnTo>
                  <a:lnTo>
                    <a:pt x="315844" y="312838"/>
                  </a:lnTo>
                  <a:lnTo>
                    <a:pt x="315731" y="313039"/>
                  </a:lnTo>
                  <a:lnTo>
                    <a:pt x="315482" y="313211"/>
                  </a:lnTo>
                  <a:lnTo>
                    <a:pt x="315277" y="313401"/>
                  </a:lnTo>
                  <a:lnTo>
                    <a:pt x="314871" y="313733"/>
                  </a:lnTo>
                  <a:lnTo>
                    <a:pt x="314517" y="313988"/>
                  </a:lnTo>
                  <a:lnTo>
                    <a:pt x="314054" y="314272"/>
                  </a:lnTo>
                  <a:lnTo>
                    <a:pt x="313444" y="314615"/>
                  </a:lnTo>
                  <a:lnTo>
                    <a:pt x="313305" y="314700"/>
                  </a:lnTo>
                  <a:lnTo>
                    <a:pt x="313175" y="314715"/>
                  </a:lnTo>
                  <a:lnTo>
                    <a:pt x="312980" y="314765"/>
                  </a:lnTo>
                  <a:lnTo>
                    <a:pt x="312722" y="315009"/>
                  </a:lnTo>
                  <a:lnTo>
                    <a:pt x="311634" y="315498"/>
                  </a:lnTo>
                  <a:lnTo>
                    <a:pt x="311401" y="315614"/>
                  </a:lnTo>
                  <a:lnTo>
                    <a:pt x="311106" y="315808"/>
                  </a:lnTo>
                  <a:lnTo>
                    <a:pt x="310919" y="315902"/>
                  </a:lnTo>
                  <a:lnTo>
                    <a:pt x="310515" y="316063"/>
                  </a:lnTo>
                  <a:lnTo>
                    <a:pt x="310365" y="316099"/>
                  </a:lnTo>
                  <a:lnTo>
                    <a:pt x="310200" y="316159"/>
                  </a:lnTo>
                  <a:lnTo>
                    <a:pt x="309425" y="316524"/>
                  </a:lnTo>
                  <a:lnTo>
                    <a:pt x="308409" y="316956"/>
                  </a:lnTo>
                  <a:lnTo>
                    <a:pt x="308248" y="317014"/>
                  </a:lnTo>
                  <a:lnTo>
                    <a:pt x="307933" y="317085"/>
                  </a:lnTo>
                  <a:lnTo>
                    <a:pt x="307738" y="317203"/>
                  </a:lnTo>
                  <a:lnTo>
                    <a:pt x="307409" y="317436"/>
                  </a:lnTo>
                  <a:lnTo>
                    <a:pt x="307210" y="317638"/>
                  </a:lnTo>
                  <a:lnTo>
                    <a:pt x="307019" y="317748"/>
                  </a:lnTo>
                  <a:lnTo>
                    <a:pt x="306636" y="317899"/>
                  </a:lnTo>
                  <a:lnTo>
                    <a:pt x="306471" y="317926"/>
                  </a:lnTo>
                  <a:lnTo>
                    <a:pt x="306128" y="318039"/>
                  </a:lnTo>
                  <a:lnTo>
                    <a:pt x="305984" y="318052"/>
                  </a:lnTo>
                  <a:lnTo>
                    <a:pt x="305789" y="318042"/>
                  </a:lnTo>
                  <a:lnTo>
                    <a:pt x="305404" y="318061"/>
                  </a:lnTo>
                  <a:lnTo>
                    <a:pt x="305186" y="317985"/>
                  </a:lnTo>
                  <a:lnTo>
                    <a:pt x="304745" y="317772"/>
                  </a:lnTo>
                  <a:lnTo>
                    <a:pt x="304523" y="317524"/>
                  </a:lnTo>
                  <a:lnTo>
                    <a:pt x="304160" y="317405"/>
                  </a:lnTo>
                  <a:lnTo>
                    <a:pt x="303913" y="317375"/>
                  </a:lnTo>
                  <a:lnTo>
                    <a:pt x="303670" y="317412"/>
                  </a:lnTo>
                  <a:lnTo>
                    <a:pt x="303339" y="317733"/>
                  </a:lnTo>
                  <a:lnTo>
                    <a:pt x="303258" y="317996"/>
                  </a:lnTo>
                  <a:lnTo>
                    <a:pt x="303404" y="318068"/>
                  </a:lnTo>
                  <a:lnTo>
                    <a:pt x="303701" y="318283"/>
                  </a:lnTo>
                  <a:lnTo>
                    <a:pt x="303731" y="318424"/>
                  </a:lnTo>
                  <a:lnTo>
                    <a:pt x="312189" y="317802"/>
                  </a:lnTo>
                  <a:lnTo>
                    <a:pt x="312512" y="317757"/>
                  </a:lnTo>
                  <a:lnTo>
                    <a:pt x="312898" y="317748"/>
                  </a:lnTo>
                  <a:lnTo>
                    <a:pt x="313374" y="317762"/>
                  </a:lnTo>
                  <a:lnTo>
                    <a:pt x="313736" y="317837"/>
                  </a:lnTo>
                  <a:lnTo>
                    <a:pt x="314159" y="317985"/>
                  </a:lnTo>
                  <a:lnTo>
                    <a:pt x="314684" y="318196"/>
                  </a:lnTo>
                  <a:lnTo>
                    <a:pt x="315354" y="318370"/>
                  </a:lnTo>
                  <a:lnTo>
                    <a:pt x="316093" y="318434"/>
                  </a:lnTo>
                  <a:lnTo>
                    <a:pt x="316582" y="318548"/>
                  </a:lnTo>
                  <a:lnTo>
                    <a:pt x="316869" y="318631"/>
                  </a:lnTo>
                  <a:lnTo>
                    <a:pt x="317355" y="318724"/>
                  </a:lnTo>
                  <a:lnTo>
                    <a:pt x="318575" y="318877"/>
                  </a:lnTo>
                  <a:lnTo>
                    <a:pt x="319175" y="318915"/>
                  </a:lnTo>
                  <a:lnTo>
                    <a:pt x="319460" y="319029"/>
                  </a:lnTo>
                  <a:lnTo>
                    <a:pt x="322337" y="321977"/>
                  </a:lnTo>
                  <a:lnTo>
                    <a:pt x="323025" y="322657"/>
                  </a:lnTo>
                  <a:lnTo>
                    <a:pt x="325624" y="323649"/>
                  </a:lnTo>
                  <a:lnTo>
                    <a:pt x="328629" y="324206"/>
                  </a:lnTo>
                  <a:lnTo>
                    <a:pt x="332024" y="326664"/>
                  </a:lnTo>
                  <a:lnTo>
                    <a:pt x="337597" y="327670"/>
                  </a:lnTo>
                  <a:lnTo>
                    <a:pt x="338107" y="328374"/>
                  </a:lnTo>
                  <a:lnTo>
                    <a:pt x="338248" y="328536"/>
                  </a:lnTo>
                  <a:lnTo>
                    <a:pt x="340412" y="331351"/>
                  </a:lnTo>
                  <a:lnTo>
                    <a:pt x="339867" y="333108"/>
                  </a:lnTo>
                  <a:lnTo>
                    <a:pt x="340958" y="336189"/>
                  </a:lnTo>
                  <a:lnTo>
                    <a:pt x="345992" y="337310"/>
                  </a:lnTo>
                  <a:lnTo>
                    <a:pt x="348396" y="337546"/>
                  </a:lnTo>
                  <a:lnTo>
                    <a:pt x="348355" y="341446"/>
                  </a:lnTo>
                  <a:lnTo>
                    <a:pt x="348945" y="341452"/>
                  </a:lnTo>
                  <a:lnTo>
                    <a:pt x="349099" y="341438"/>
                  </a:lnTo>
                  <a:lnTo>
                    <a:pt x="349453" y="341450"/>
                  </a:lnTo>
                  <a:lnTo>
                    <a:pt x="349664" y="341481"/>
                  </a:lnTo>
                  <a:lnTo>
                    <a:pt x="350095" y="341551"/>
                  </a:lnTo>
                  <a:lnTo>
                    <a:pt x="350317" y="341565"/>
                  </a:lnTo>
                  <a:lnTo>
                    <a:pt x="350903" y="341645"/>
                  </a:lnTo>
                  <a:lnTo>
                    <a:pt x="351286" y="341789"/>
                  </a:lnTo>
                  <a:lnTo>
                    <a:pt x="351525" y="341741"/>
                  </a:lnTo>
                  <a:lnTo>
                    <a:pt x="352389" y="341926"/>
                  </a:lnTo>
                  <a:lnTo>
                    <a:pt x="352518" y="342008"/>
                  </a:lnTo>
                  <a:lnTo>
                    <a:pt x="353070" y="342046"/>
                  </a:lnTo>
                  <a:lnTo>
                    <a:pt x="353758" y="342004"/>
                  </a:lnTo>
                  <a:lnTo>
                    <a:pt x="354213" y="341942"/>
                  </a:lnTo>
                  <a:lnTo>
                    <a:pt x="354500" y="341938"/>
                  </a:lnTo>
                  <a:lnTo>
                    <a:pt x="354680" y="341889"/>
                  </a:lnTo>
                  <a:lnTo>
                    <a:pt x="354876" y="341884"/>
                  </a:lnTo>
                  <a:lnTo>
                    <a:pt x="355379" y="341795"/>
                  </a:lnTo>
                  <a:lnTo>
                    <a:pt x="356146" y="341583"/>
                  </a:lnTo>
                  <a:lnTo>
                    <a:pt x="356459" y="341455"/>
                  </a:lnTo>
                  <a:lnTo>
                    <a:pt x="356716" y="341423"/>
                  </a:lnTo>
                  <a:lnTo>
                    <a:pt x="356999" y="341331"/>
                  </a:lnTo>
                  <a:lnTo>
                    <a:pt x="357189" y="341249"/>
                  </a:lnTo>
                  <a:lnTo>
                    <a:pt x="357378" y="341226"/>
                  </a:lnTo>
                  <a:lnTo>
                    <a:pt x="357618" y="341227"/>
                  </a:lnTo>
                  <a:lnTo>
                    <a:pt x="358198" y="341339"/>
                  </a:lnTo>
                  <a:lnTo>
                    <a:pt x="358359" y="341350"/>
                  </a:lnTo>
                  <a:lnTo>
                    <a:pt x="358813" y="341340"/>
                  </a:lnTo>
                  <a:lnTo>
                    <a:pt x="359222" y="341252"/>
                  </a:lnTo>
                  <a:lnTo>
                    <a:pt x="362575" y="341241"/>
                  </a:lnTo>
                  <a:lnTo>
                    <a:pt x="362693" y="343879"/>
                  </a:lnTo>
                  <a:lnTo>
                    <a:pt x="362784" y="346875"/>
                  </a:lnTo>
                  <a:lnTo>
                    <a:pt x="362860" y="348845"/>
                  </a:lnTo>
                  <a:lnTo>
                    <a:pt x="362995" y="350824"/>
                  </a:lnTo>
                  <a:lnTo>
                    <a:pt x="363012" y="350970"/>
                  </a:lnTo>
                  <a:lnTo>
                    <a:pt x="363007" y="351245"/>
                  </a:lnTo>
                  <a:lnTo>
                    <a:pt x="363281" y="351420"/>
                  </a:lnTo>
                  <a:lnTo>
                    <a:pt x="363258" y="351677"/>
                  </a:lnTo>
                  <a:lnTo>
                    <a:pt x="363247" y="351862"/>
                  </a:lnTo>
                  <a:lnTo>
                    <a:pt x="363194" y="352285"/>
                  </a:lnTo>
                  <a:lnTo>
                    <a:pt x="363293" y="352458"/>
                  </a:lnTo>
                  <a:lnTo>
                    <a:pt x="363385" y="352739"/>
                  </a:lnTo>
                  <a:lnTo>
                    <a:pt x="363552" y="353363"/>
                  </a:lnTo>
                  <a:lnTo>
                    <a:pt x="363643" y="353692"/>
                  </a:lnTo>
                  <a:lnTo>
                    <a:pt x="363651" y="353825"/>
                  </a:lnTo>
                  <a:lnTo>
                    <a:pt x="363789" y="354058"/>
                  </a:lnTo>
                  <a:lnTo>
                    <a:pt x="363841" y="354210"/>
                  </a:lnTo>
                  <a:lnTo>
                    <a:pt x="363889" y="354459"/>
                  </a:lnTo>
                  <a:lnTo>
                    <a:pt x="364061" y="354885"/>
                  </a:lnTo>
                  <a:lnTo>
                    <a:pt x="364075" y="355225"/>
                  </a:lnTo>
                  <a:lnTo>
                    <a:pt x="364079" y="355377"/>
                  </a:lnTo>
                  <a:lnTo>
                    <a:pt x="364143" y="355515"/>
                  </a:lnTo>
                  <a:lnTo>
                    <a:pt x="363903" y="355723"/>
                  </a:lnTo>
                  <a:lnTo>
                    <a:pt x="362570" y="357147"/>
                  </a:lnTo>
                  <a:lnTo>
                    <a:pt x="362447" y="357300"/>
                  </a:lnTo>
                  <a:lnTo>
                    <a:pt x="362593" y="357730"/>
                  </a:lnTo>
                  <a:lnTo>
                    <a:pt x="362550" y="358984"/>
                  </a:lnTo>
                  <a:lnTo>
                    <a:pt x="362532" y="359492"/>
                  </a:lnTo>
                  <a:lnTo>
                    <a:pt x="362708" y="359582"/>
                  </a:lnTo>
                  <a:lnTo>
                    <a:pt x="362909" y="359761"/>
                  </a:lnTo>
                  <a:lnTo>
                    <a:pt x="363238" y="359986"/>
                  </a:lnTo>
                  <a:lnTo>
                    <a:pt x="363890" y="360442"/>
                  </a:lnTo>
                  <a:lnTo>
                    <a:pt x="364478" y="360837"/>
                  </a:lnTo>
                  <a:lnTo>
                    <a:pt x="364740" y="361039"/>
                  </a:lnTo>
                  <a:lnTo>
                    <a:pt x="364864" y="360828"/>
                  </a:lnTo>
                  <a:lnTo>
                    <a:pt x="365578" y="359373"/>
                  </a:lnTo>
                  <a:lnTo>
                    <a:pt x="366873" y="360006"/>
                  </a:lnTo>
                  <a:lnTo>
                    <a:pt x="368117" y="360643"/>
                  </a:lnTo>
                  <a:lnTo>
                    <a:pt x="368317" y="360830"/>
                  </a:lnTo>
                  <a:lnTo>
                    <a:pt x="368399" y="361513"/>
                  </a:lnTo>
                  <a:lnTo>
                    <a:pt x="368451" y="361940"/>
                  </a:lnTo>
                  <a:lnTo>
                    <a:pt x="368513" y="362452"/>
                  </a:lnTo>
                  <a:lnTo>
                    <a:pt x="368473" y="362603"/>
                  </a:lnTo>
                  <a:lnTo>
                    <a:pt x="368424" y="362789"/>
                  </a:lnTo>
                  <a:lnTo>
                    <a:pt x="368336" y="363121"/>
                  </a:lnTo>
                  <a:lnTo>
                    <a:pt x="368203" y="363560"/>
                  </a:lnTo>
                  <a:lnTo>
                    <a:pt x="368808" y="363436"/>
                  </a:lnTo>
                  <a:lnTo>
                    <a:pt x="371319" y="362842"/>
                  </a:lnTo>
                  <a:lnTo>
                    <a:pt x="375203" y="361956"/>
                  </a:lnTo>
                  <a:lnTo>
                    <a:pt x="375353" y="361901"/>
                  </a:lnTo>
                  <a:lnTo>
                    <a:pt x="376875" y="361149"/>
                  </a:lnTo>
                  <a:lnTo>
                    <a:pt x="377506" y="360829"/>
                  </a:lnTo>
                  <a:lnTo>
                    <a:pt x="379523" y="359805"/>
                  </a:lnTo>
                  <a:lnTo>
                    <a:pt x="379146" y="360830"/>
                  </a:lnTo>
                  <a:lnTo>
                    <a:pt x="378971" y="361394"/>
                  </a:lnTo>
                  <a:lnTo>
                    <a:pt x="378633" y="362283"/>
                  </a:lnTo>
                  <a:lnTo>
                    <a:pt x="378446" y="362842"/>
                  </a:lnTo>
                  <a:lnTo>
                    <a:pt x="378237" y="363346"/>
                  </a:lnTo>
                  <a:lnTo>
                    <a:pt x="379163" y="364668"/>
                  </a:lnTo>
                  <a:lnTo>
                    <a:pt x="379831" y="365561"/>
                  </a:lnTo>
                  <a:lnTo>
                    <a:pt x="379880" y="365737"/>
                  </a:lnTo>
                  <a:lnTo>
                    <a:pt x="379909" y="366338"/>
                  </a:lnTo>
                  <a:lnTo>
                    <a:pt x="380003" y="367677"/>
                  </a:lnTo>
                  <a:lnTo>
                    <a:pt x="380877" y="367680"/>
                  </a:lnTo>
                  <a:lnTo>
                    <a:pt x="381693" y="368160"/>
                  </a:lnTo>
                  <a:lnTo>
                    <a:pt x="382723" y="368119"/>
                  </a:lnTo>
                  <a:lnTo>
                    <a:pt x="384081" y="368392"/>
                  </a:lnTo>
                  <a:lnTo>
                    <a:pt x="384217" y="368756"/>
                  </a:lnTo>
                  <a:lnTo>
                    <a:pt x="382873" y="370602"/>
                  </a:lnTo>
                  <a:lnTo>
                    <a:pt x="382892" y="370930"/>
                  </a:lnTo>
                  <a:lnTo>
                    <a:pt x="383339" y="371372"/>
                  </a:lnTo>
                  <a:lnTo>
                    <a:pt x="384097" y="371596"/>
                  </a:lnTo>
                  <a:lnTo>
                    <a:pt x="384284" y="371584"/>
                  </a:lnTo>
                  <a:lnTo>
                    <a:pt x="384699" y="371764"/>
                  </a:lnTo>
                  <a:lnTo>
                    <a:pt x="385354" y="371867"/>
                  </a:lnTo>
                  <a:lnTo>
                    <a:pt x="385606" y="371859"/>
                  </a:lnTo>
                  <a:lnTo>
                    <a:pt x="385882" y="371998"/>
                  </a:lnTo>
                  <a:lnTo>
                    <a:pt x="386013" y="372056"/>
                  </a:lnTo>
                  <a:lnTo>
                    <a:pt x="386432" y="371917"/>
                  </a:lnTo>
                  <a:lnTo>
                    <a:pt x="386766" y="371963"/>
                  </a:lnTo>
                  <a:lnTo>
                    <a:pt x="387119" y="372125"/>
                  </a:lnTo>
                  <a:lnTo>
                    <a:pt x="388180" y="372543"/>
                  </a:lnTo>
                  <a:lnTo>
                    <a:pt x="389614" y="373295"/>
                  </a:lnTo>
                  <a:lnTo>
                    <a:pt x="390335" y="373613"/>
                  </a:lnTo>
                  <a:lnTo>
                    <a:pt x="390547" y="373629"/>
                  </a:lnTo>
                  <a:lnTo>
                    <a:pt x="391007" y="373892"/>
                  </a:lnTo>
                  <a:lnTo>
                    <a:pt x="391224" y="373929"/>
                  </a:lnTo>
                  <a:lnTo>
                    <a:pt x="393668" y="374748"/>
                  </a:lnTo>
                  <a:lnTo>
                    <a:pt x="394106" y="375503"/>
                  </a:lnTo>
                  <a:lnTo>
                    <a:pt x="394246" y="375745"/>
                  </a:lnTo>
                  <a:lnTo>
                    <a:pt x="394986" y="376994"/>
                  </a:lnTo>
                  <a:lnTo>
                    <a:pt x="395708" y="377869"/>
                  </a:lnTo>
                  <a:lnTo>
                    <a:pt x="395801" y="377687"/>
                  </a:lnTo>
                  <a:lnTo>
                    <a:pt x="395990" y="377484"/>
                  </a:lnTo>
                  <a:lnTo>
                    <a:pt x="396406" y="377164"/>
                  </a:lnTo>
                  <a:lnTo>
                    <a:pt x="396606" y="377089"/>
                  </a:lnTo>
                  <a:lnTo>
                    <a:pt x="396790" y="376954"/>
                  </a:lnTo>
                  <a:lnTo>
                    <a:pt x="396993" y="376785"/>
                  </a:lnTo>
                  <a:lnTo>
                    <a:pt x="397676" y="376013"/>
                  </a:lnTo>
                  <a:lnTo>
                    <a:pt x="397869" y="375953"/>
                  </a:lnTo>
                  <a:lnTo>
                    <a:pt x="398138" y="375912"/>
                  </a:lnTo>
                  <a:lnTo>
                    <a:pt x="398440" y="375857"/>
                  </a:lnTo>
                  <a:lnTo>
                    <a:pt x="398854" y="375885"/>
                  </a:lnTo>
                  <a:lnTo>
                    <a:pt x="399106" y="375951"/>
                  </a:lnTo>
                  <a:lnTo>
                    <a:pt x="399484" y="376165"/>
                  </a:lnTo>
                  <a:lnTo>
                    <a:pt x="399824" y="376203"/>
                  </a:lnTo>
                  <a:lnTo>
                    <a:pt x="400385" y="376423"/>
                  </a:lnTo>
                  <a:lnTo>
                    <a:pt x="400531" y="376467"/>
                  </a:lnTo>
                  <a:lnTo>
                    <a:pt x="401315" y="376461"/>
                  </a:lnTo>
                  <a:lnTo>
                    <a:pt x="401532" y="376477"/>
                  </a:lnTo>
                  <a:lnTo>
                    <a:pt x="401842" y="376624"/>
                  </a:lnTo>
                  <a:lnTo>
                    <a:pt x="402054" y="376788"/>
                  </a:lnTo>
                  <a:lnTo>
                    <a:pt x="402400" y="376928"/>
                  </a:lnTo>
                  <a:lnTo>
                    <a:pt x="402873" y="377373"/>
                  </a:lnTo>
                  <a:lnTo>
                    <a:pt x="403430" y="376897"/>
                  </a:lnTo>
                  <a:lnTo>
                    <a:pt x="403779" y="376608"/>
                  </a:lnTo>
                  <a:lnTo>
                    <a:pt x="406347" y="374516"/>
                  </a:lnTo>
                  <a:lnTo>
                    <a:pt x="409874" y="369939"/>
                  </a:lnTo>
                  <a:lnTo>
                    <a:pt x="412554" y="368171"/>
                  </a:lnTo>
                  <a:lnTo>
                    <a:pt x="415605" y="366138"/>
                  </a:lnTo>
                  <a:lnTo>
                    <a:pt x="412554" y="363320"/>
                  </a:lnTo>
                  <a:lnTo>
                    <a:pt x="411537" y="362368"/>
                  </a:lnTo>
                  <a:lnTo>
                    <a:pt x="410191" y="361068"/>
                  </a:lnTo>
                  <a:lnTo>
                    <a:pt x="409642" y="360510"/>
                  </a:lnTo>
                  <a:lnTo>
                    <a:pt x="405230" y="356330"/>
                  </a:lnTo>
                  <a:lnTo>
                    <a:pt x="406115" y="356121"/>
                  </a:lnTo>
                  <a:lnTo>
                    <a:pt x="412554" y="354502"/>
                  </a:lnTo>
                  <a:lnTo>
                    <a:pt x="418839" y="352958"/>
                  </a:lnTo>
                  <a:lnTo>
                    <a:pt x="424591" y="351534"/>
                  </a:lnTo>
                  <a:lnTo>
                    <a:pt x="427543" y="349623"/>
                  </a:lnTo>
                  <a:lnTo>
                    <a:pt x="431946" y="348470"/>
                  </a:lnTo>
                  <a:lnTo>
                    <a:pt x="432954" y="349102"/>
                  </a:lnTo>
                  <a:lnTo>
                    <a:pt x="434366" y="350022"/>
                  </a:lnTo>
                  <a:lnTo>
                    <a:pt x="438276" y="352454"/>
                  </a:lnTo>
                  <a:lnTo>
                    <a:pt x="446751" y="354003"/>
                  </a:lnTo>
                  <a:lnTo>
                    <a:pt x="450510" y="354856"/>
                  </a:lnTo>
                  <a:lnTo>
                    <a:pt x="455273" y="355967"/>
                  </a:lnTo>
                  <a:lnTo>
                    <a:pt x="455691" y="356054"/>
                  </a:lnTo>
                  <a:lnTo>
                    <a:pt x="461056" y="351279"/>
                  </a:lnTo>
                  <a:lnTo>
                    <a:pt x="462478" y="350850"/>
                  </a:lnTo>
                  <a:lnTo>
                    <a:pt x="464599" y="349270"/>
                  </a:lnTo>
                  <a:lnTo>
                    <a:pt x="466338" y="347948"/>
                  </a:lnTo>
                  <a:lnTo>
                    <a:pt x="467522" y="346909"/>
                  </a:lnTo>
                  <a:lnTo>
                    <a:pt x="469880" y="344880"/>
                  </a:lnTo>
                  <a:lnTo>
                    <a:pt x="470549" y="344654"/>
                  </a:lnTo>
                  <a:lnTo>
                    <a:pt x="475895" y="343061"/>
                  </a:lnTo>
                  <a:lnTo>
                    <a:pt x="491470" y="338496"/>
                  </a:lnTo>
                  <a:lnTo>
                    <a:pt x="495535" y="338593"/>
                  </a:lnTo>
                  <a:lnTo>
                    <a:pt x="497982" y="339363"/>
                  </a:lnTo>
                  <a:lnTo>
                    <a:pt x="501702" y="340503"/>
                  </a:lnTo>
                  <a:lnTo>
                    <a:pt x="500501" y="344654"/>
                  </a:lnTo>
                  <a:lnTo>
                    <a:pt x="499862" y="346449"/>
                  </a:lnTo>
                  <a:lnTo>
                    <a:pt x="501978" y="349103"/>
                  </a:lnTo>
                  <a:lnTo>
                    <a:pt x="505411" y="353349"/>
                  </a:lnTo>
                  <a:lnTo>
                    <a:pt x="506444" y="356547"/>
                  </a:lnTo>
                  <a:lnTo>
                    <a:pt x="506521" y="356761"/>
                  </a:lnTo>
                  <a:lnTo>
                    <a:pt x="506312" y="357603"/>
                  </a:lnTo>
                  <a:lnTo>
                    <a:pt x="506201" y="357940"/>
                  </a:lnTo>
                  <a:lnTo>
                    <a:pt x="506085" y="358296"/>
                  </a:lnTo>
                  <a:lnTo>
                    <a:pt x="505981" y="358626"/>
                  </a:lnTo>
                  <a:lnTo>
                    <a:pt x="506151" y="360596"/>
                  </a:lnTo>
                  <a:lnTo>
                    <a:pt x="506203" y="360922"/>
                  </a:lnTo>
                  <a:lnTo>
                    <a:pt x="506256" y="361432"/>
                  </a:lnTo>
                  <a:lnTo>
                    <a:pt x="505197" y="363783"/>
                  </a:lnTo>
                  <a:lnTo>
                    <a:pt x="499339" y="366074"/>
                  </a:lnTo>
                  <a:lnTo>
                    <a:pt x="498049" y="368249"/>
                  </a:lnTo>
                  <a:lnTo>
                    <a:pt x="495002" y="373108"/>
                  </a:lnTo>
                  <a:lnTo>
                    <a:pt x="494466" y="373925"/>
                  </a:lnTo>
                  <a:lnTo>
                    <a:pt x="494364" y="374212"/>
                  </a:lnTo>
                  <a:lnTo>
                    <a:pt x="494316" y="374402"/>
                  </a:lnTo>
                  <a:lnTo>
                    <a:pt x="493592" y="375376"/>
                  </a:lnTo>
                  <a:lnTo>
                    <a:pt x="491966" y="377982"/>
                  </a:lnTo>
                  <a:lnTo>
                    <a:pt x="479961" y="385318"/>
                  </a:lnTo>
                  <a:lnTo>
                    <a:pt x="476757" y="387303"/>
                  </a:lnTo>
                  <a:lnTo>
                    <a:pt x="476552" y="387446"/>
                  </a:lnTo>
                  <a:lnTo>
                    <a:pt x="472851" y="389702"/>
                  </a:lnTo>
                  <a:lnTo>
                    <a:pt x="473425" y="390153"/>
                  </a:lnTo>
                  <a:lnTo>
                    <a:pt x="474018" y="390894"/>
                  </a:lnTo>
                  <a:lnTo>
                    <a:pt x="475075" y="392291"/>
                  </a:lnTo>
                  <a:lnTo>
                    <a:pt x="475359" y="393138"/>
                  </a:lnTo>
                  <a:lnTo>
                    <a:pt x="478755" y="401580"/>
                  </a:lnTo>
                  <a:lnTo>
                    <a:pt x="476200" y="402714"/>
                  </a:lnTo>
                  <a:lnTo>
                    <a:pt x="470931" y="405014"/>
                  </a:lnTo>
                  <a:lnTo>
                    <a:pt x="470487" y="405814"/>
                  </a:lnTo>
                  <a:lnTo>
                    <a:pt x="470484" y="406738"/>
                  </a:lnTo>
                  <a:lnTo>
                    <a:pt x="470568" y="406903"/>
                  </a:lnTo>
                  <a:lnTo>
                    <a:pt x="470462" y="407540"/>
                  </a:lnTo>
                  <a:lnTo>
                    <a:pt x="470415" y="407734"/>
                  </a:lnTo>
                  <a:lnTo>
                    <a:pt x="470380" y="408058"/>
                  </a:lnTo>
                  <a:lnTo>
                    <a:pt x="470513" y="408428"/>
                  </a:lnTo>
                  <a:lnTo>
                    <a:pt x="470777" y="409300"/>
                  </a:lnTo>
                  <a:lnTo>
                    <a:pt x="470877" y="410047"/>
                  </a:lnTo>
                  <a:lnTo>
                    <a:pt x="471188" y="410686"/>
                  </a:lnTo>
                  <a:lnTo>
                    <a:pt x="471340" y="410927"/>
                  </a:lnTo>
                  <a:lnTo>
                    <a:pt x="471462" y="411346"/>
                  </a:lnTo>
                  <a:lnTo>
                    <a:pt x="471598" y="411857"/>
                  </a:lnTo>
                  <a:lnTo>
                    <a:pt x="471670" y="412341"/>
                  </a:lnTo>
                  <a:lnTo>
                    <a:pt x="471706" y="412569"/>
                  </a:lnTo>
                  <a:lnTo>
                    <a:pt x="471857" y="413349"/>
                  </a:lnTo>
                  <a:lnTo>
                    <a:pt x="471864" y="413601"/>
                  </a:lnTo>
                  <a:lnTo>
                    <a:pt x="471972" y="413954"/>
                  </a:lnTo>
                  <a:lnTo>
                    <a:pt x="472060" y="414376"/>
                  </a:lnTo>
                  <a:lnTo>
                    <a:pt x="472113" y="414752"/>
                  </a:lnTo>
                  <a:lnTo>
                    <a:pt x="472316" y="416051"/>
                  </a:lnTo>
                  <a:lnTo>
                    <a:pt x="472658" y="416139"/>
                  </a:lnTo>
                  <a:lnTo>
                    <a:pt x="476570" y="417421"/>
                  </a:lnTo>
                  <a:lnTo>
                    <a:pt x="476931" y="417523"/>
                  </a:lnTo>
                  <a:lnTo>
                    <a:pt x="483948" y="419739"/>
                  </a:lnTo>
                  <a:lnTo>
                    <a:pt x="490095" y="425498"/>
                  </a:lnTo>
                  <a:lnTo>
                    <a:pt x="491093" y="426482"/>
                  </a:lnTo>
                  <a:lnTo>
                    <a:pt x="492300" y="428387"/>
                  </a:lnTo>
                  <a:lnTo>
                    <a:pt x="495223" y="430116"/>
                  </a:lnTo>
                  <a:lnTo>
                    <a:pt x="497982" y="432290"/>
                  </a:lnTo>
                  <a:lnTo>
                    <a:pt x="501218" y="434924"/>
                  </a:lnTo>
                  <a:lnTo>
                    <a:pt x="505697" y="438082"/>
                  </a:lnTo>
                  <a:lnTo>
                    <a:pt x="508011" y="437851"/>
                  </a:lnTo>
                  <a:lnTo>
                    <a:pt x="510035" y="436951"/>
                  </a:lnTo>
                  <a:lnTo>
                    <a:pt x="510119" y="437079"/>
                  </a:lnTo>
                  <a:lnTo>
                    <a:pt x="510113" y="437391"/>
                  </a:lnTo>
                  <a:lnTo>
                    <a:pt x="510551" y="437746"/>
                  </a:lnTo>
                  <a:lnTo>
                    <a:pt x="511074" y="437714"/>
                  </a:lnTo>
                  <a:lnTo>
                    <a:pt x="511322" y="437684"/>
                  </a:lnTo>
                  <a:lnTo>
                    <a:pt x="512654" y="437431"/>
                  </a:lnTo>
                  <a:lnTo>
                    <a:pt x="512968" y="437515"/>
                  </a:lnTo>
                  <a:lnTo>
                    <a:pt x="513425" y="437553"/>
                  </a:lnTo>
                  <a:lnTo>
                    <a:pt x="513878" y="437202"/>
                  </a:lnTo>
                  <a:lnTo>
                    <a:pt x="515134" y="436570"/>
                  </a:lnTo>
                  <a:lnTo>
                    <a:pt x="516538" y="436197"/>
                  </a:lnTo>
                  <a:lnTo>
                    <a:pt x="516891" y="436731"/>
                  </a:lnTo>
                  <a:lnTo>
                    <a:pt x="517017" y="437272"/>
                  </a:lnTo>
                  <a:lnTo>
                    <a:pt x="517493" y="437465"/>
                  </a:lnTo>
                  <a:lnTo>
                    <a:pt x="517634" y="437479"/>
                  </a:lnTo>
                  <a:lnTo>
                    <a:pt x="517788" y="437474"/>
                  </a:lnTo>
                  <a:lnTo>
                    <a:pt x="518867" y="437428"/>
                  </a:lnTo>
                  <a:lnTo>
                    <a:pt x="519251" y="437378"/>
                  </a:lnTo>
                  <a:lnTo>
                    <a:pt x="519431" y="437292"/>
                  </a:lnTo>
                  <a:lnTo>
                    <a:pt x="519823" y="437045"/>
                  </a:lnTo>
                  <a:lnTo>
                    <a:pt x="520022" y="436931"/>
                  </a:lnTo>
                  <a:lnTo>
                    <a:pt x="520538" y="436772"/>
                  </a:lnTo>
                  <a:lnTo>
                    <a:pt x="520773" y="436979"/>
                  </a:lnTo>
                  <a:lnTo>
                    <a:pt x="520927" y="437131"/>
                  </a:lnTo>
                  <a:lnTo>
                    <a:pt x="521107" y="437293"/>
                  </a:lnTo>
                  <a:lnTo>
                    <a:pt x="521844" y="437234"/>
                  </a:lnTo>
                  <a:lnTo>
                    <a:pt x="522519" y="437205"/>
                  </a:lnTo>
                  <a:lnTo>
                    <a:pt x="522933" y="437215"/>
                  </a:lnTo>
                  <a:lnTo>
                    <a:pt x="523486" y="437387"/>
                  </a:lnTo>
                  <a:lnTo>
                    <a:pt x="523805" y="437486"/>
                  </a:lnTo>
                  <a:lnTo>
                    <a:pt x="524464" y="437643"/>
                  </a:lnTo>
                  <a:lnTo>
                    <a:pt x="525077" y="437448"/>
                  </a:lnTo>
                  <a:lnTo>
                    <a:pt x="525650" y="437567"/>
                  </a:lnTo>
                  <a:lnTo>
                    <a:pt x="526585" y="437871"/>
                  </a:lnTo>
                  <a:lnTo>
                    <a:pt x="526819" y="438203"/>
                  </a:lnTo>
                  <a:lnTo>
                    <a:pt x="526527" y="438472"/>
                  </a:lnTo>
                  <a:lnTo>
                    <a:pt x="526476" y="438731"/>
                  </a:lnTo>
                  <a:lnTo>
                    <a:pt x="526440" y="438962"/>
                  </a:lnTo>
                  <a:lnTo>
                    <a:pt x="526281" y="439457"/>
                  </a:lnTo>
                  <a:lnTo>
                    <a:pt x="526131" y="439460"/>
                  </a:lnTo>
                  <a:lnTo>
                    <a:pt x="526036" y="439749"/>
                  </a:lnTo>
                  <a:lnTo>
                    <a:pt x="526107" y="439961"/>
                  </a:lnTo>
                  <a:lnTo>
                    <a:pt x="526426" y="440597"/>
                  </a:lnTo>
                  <a:lnTo>
                    <a:pt x="527619" y="441068"/>
                  </a:lnTo>
                  <a:lnTo>
                    <a:pt x="527892" y="441064"/>
                  </a:lnTo>
                  <a:lnTo>
                    <a:pt x="527056" y="442352"/>
                  </a:lnTo>
                  <a:lnTo>
                    <a:pt x="526773" y="442335"/>
                  </a:lnTo>
                  <a:lnTo>
                    <a:pt x="526278" y="442838"/>
                  </a:lnTo>
                  <a:lnTo>
                    <a:pt x="526254" y="443103"/>
                  </a:lnTo>
                  <a:lnTo>
                    <a:pt x="525693" y="443719"/>
                  </a:lnTo>
                  <a:lnTo>
                    <a:pt x="525189" y="443528"/>
                  </a:lnTo>
                  <a:lnTo>
                    <a:pt x="523558" y="444644"/>
                  </a:lnTo>
                  <a:lnTo>
                    <a:pt x="523673" y="445047"/>
                  </a:lnTo>
                  <a:lnTo>
                    <a:pt x="523520" y="445289"/>
                  </a:lnTo>
                  <a:lnTo>
                    <a:pt x="523492" y="446031"/>
                  </a:lnTo>
                  <a:lnTo>
                    <a:pt x="523579" y="446202"/>
                  </a:lnTo>
                  <a:lnTo>
                    <a:pt x="523770" y="446561"/>
                  </a:lnTo>
                  <a:lnTo>
                    <a:pt x="524224" y="447178"/>
                  </a:lnTo>
                  <a:lnTo>
                    <a:pt x="524548" y="447575"/>
                  </a:lnTo>
                  <a:lnTo>
                    <a:pt x="524600" y="447851"/>
                  </a:lnTo>
                  <a:lnTo>
                    <a:pt x="524859" y="447985"/>
                  </a:lnTo>
                  <a:lnTo>
                    <a:pt x="525111" y="448031"/>
                  </a:lnTo>
                  <a:lnTo>
                    <a:pt x="525840" y="447935"/>
                  </a:lnTo>
                  <a:lnTo>
                    <a:pt x="526395" y="447935"/>
                  </a:lnTo>
                  <a:lnTo>
                    <a:pt x="527002" y="447977"/>
                  </a:lnTo>
                  <a:lnTo>
                    <a:pt x="527449" y="447894"/>
                  </a:lnTo>
                  <a:lnTo>
                    <a:pt x="528527" y="447637"/>
                  </a:lnTo>
                  <a:lnTo>
                    <a:pt x="528746" y="447540"/>
                  </a:lnTo>
                  <a:lnTo>
                    <a:pt x="528928" y="447444"/>
                  </a:lnTo>
                  <a:lnTo>
                    <a:pt x="529336" y="447077"/>
                  </a:lnTo>
                  <a:lnTo>
                    <a:pt x="529802" y="446547"/>
                  </a:lnTo>
                  <a:lnTo>
                    <a:pt x="530133" y="446368"/>
                  </a:lnTo>
                  <a:lnTo>
                    <a:pt x="530580" y="446190"/>
                  </a:lnTo>
                  <a:lnTo>
                    <a:pt x="531037" y="445884"/>
                  </a:lnTo>
                  <a:lnTo>
                    <a:pt x="531408" y="446114"/>
                  </a:lnTo>
                  <a:lnTo>
                    <a:pt x="531517" y="446277"/>
                  </a:lnTo>
                  <a:lnTo>
                    <a:pt x="531605" y="446420"/>
                  </a:lnTo>
                  <a:lnTo>
                    <a:pt x="531707" y="446603"/>
                  </a:lnTo>
                  <a:lnTo>
                    <a:pt x="531850" y="446631"/>
                  </a:lnTo>
                  <a:lnTo>
                    <a:pt x="532310" y="446691"/>
                  </a:lnTo>
                  <a:lnTo>
                    <a:pt x="532593" y="446703"/>
                  </a:lnTo>
                  <a:lnTo>
                    <a:pt x="533192" y="446791"/>
                  </a:lnTo>
                  <a:lnTo>
                    <a:pt x="534327" y="447495"/>
                  </a:lnTo>
                  <a:lnTo>
                    <a:pt x="534468" y="447655"/>
                  </a:lnTo>
                  <a:lnTo>
                    <a:pt x="534511" y="448138"/>
                  </a:lnTo>
                  <a:lnTo>
                    <a:pt x="534476" y="448618"/>
                  </a:lnTo>
                  <a:lnTo>
                    <a:pt x="534499" y="448942"/>
                  </a:lnTo>
                  <a:lnTo>
                    <a:pt x="534643" y="449039"/>
                  </a:lnTo>
                  <a:lnTo>
                    <a:pt x="534762" y="449305"/>
                  </a:lnTo>
                  <a:lnTo>
                    <a:pt x="534786" y="449505"/>
                  </a:lnTo>
                  <a:lnTo>
                    <a:pt x="535004" y="449692"/>
                  </a:lnTo>
                  <a:lnTo>
                    <a:pt x="535244" y="449722"/>
                  </a:lnTo>
                  <a:lnTo>
                    <a:pt x="535398" y="449812"/>
                  </a:lnTo>
                  <a:lnTo>
                    <a:pt x="535833" y="450306"/>
                  </a:lnTo>
                  <a:lnTo>
                    <a:pt x="536182" y="450949"/>
                  </a:lnTo>
                  <a:lnTo>
                    <a:pt x="536167" y="451307"/>
                  </a:lnTo>
                  <a:lnTo>
                    <a:pt x="536201" y="451618"/>
                  </a:lnTo>
                  <a:lnTo>
                    <a:pt x="536614" y="451789"/>
                  </a:lnTo>
                  <a:lnTo>
                    <a:pt x="536743" y="451864"/>
                  </a:lnTo>
                  <a:lnTo>
                    <a:pt x="536947" y="452110"/>
                  </a:lnTo>
                  <a:lnTo>
                    <a:pt x="537156" y="452466"/>
                  </a:lnTo>
                  <a:lnTo>
                    <a:pt x="536970" y="452732"/>
                  </a:lnTo>
                  <a:lnTo>
                    <a:pt x="536930" y="453017"/>
                  </a:lnTo>
                  <a:lnTo>
                    <a:pt x="536967" y="453214"/>
                  </a:lnTo>
                  <a:lnTo>
                    <a:pt x="537127" y="453334"/>
                  </a:lnTo>
                  <a:lnTo>
                    <a:pt x="537631" y="453620"/>
                  </a:lnTo>
                  <a:lnTo>
                    <a:pt x="538292" y="453790"/>
                  </a:lnTo>
                  <a:lnTo>
                    <a:pt x="538592" y="454005"/>
                  </a:lnTo>
                  <a:lnTo>
                    <a:pt x="538602" y="454225"/>
                  </a:lnTo>
                  <a:lnTo>
                    <a:pt x="538600" y="455876"/>
                  </a:lnTo>
                  <a:lnTo>
                    <a:pt x="539084" y="456291"/>
                  </a:lnTo>
                  <a:lnTo>
                    <a:pt x="539262" y="456327"/>
                  </a:lnTo>
                  <a:lnTo>
                    <a:pt x="539938" y="456184"/>
                  </a:lnTo>
                  <a:lnTo>
                    <a:pt x="540171" y="456127"/>
                  </a:lnTo>
                  <a:lnTo>
                    <a:pt x="540715" y="456094"/>
                  </a:lnTo>
                  <a:lnTo>
                    <a:pt x="540879" y="456160"/>
                  </a:lnTo>
                  <a:lnTo>
                    <a:pt x="541113" y="456266"/>
                  </a:lnTo>
                  <a:lnTo>
                    <a:pt x="541003" y="456991"/>
                  </a:lnTo>
                  <a:lnTo>
                    <a:pt x="541550" y="457248"/>
                  </a:lnTo>
                  <a:lnTo>
                    <a:pt x="541717" y="457303"/>
                  </a:lnTo>
                  <a:lnTo>
                    <a:pt x="541864" y="457480"/>
                  </a:lnTo>
                  <a:lnTo>
                    <a:pt x="542236" y="457432"/>
                  </a:lnTo>
                  <a:lnTo>
                    <a:pt x="542374" y="457111"/>
                  </a:lnTo>
                  <a:lnTo>
                    <a:pt x="542637" y="456844"/>
                  </a:lnTo>
                  <a:lnTo>
                    <a:pt x="543121" y="456765"/>
                  </a:lnTo>
                  <a:lnTo>
                    <a:pt x="543265" y="456910"/>
                  </a:lnTo>
                  <a:lnTo>
                    <a:pt x="543778" y="457225"/>
                  </a:lnTo>
                  <a:lnTo>
                    <a:pt x="545098" y="457747"/>
                  </a:lnTo>
                  <a:lnTo>
                    <a:pt x="545256" y="457809"/>
                  </a:lnTo>
                  <a:lnTo>
                    <a:pt x="546030" y="457997"/>
                  </a:lnTo>
                  <a:lnTo>
                    <a:pt x="546611" y="458021"/>
                  </a:lnTo>
                  <a:lnTo>
                    <a:pt x="547110" y="457977"/>
                  </a:lnTo>
                  <a:lnTo>
                    <a:pt x="547341" y="457974"/>
                  </a:lnTo>
                  <a:lnTo>
                    <a:pt x="547578" y="458057"/>
                  </a:lnTo>
                  <a:lnTo>
                    <a:pt x="547559" y="458351"/>
                  </a:lnTo>
                  <a:lnTo>
                    <a:pt x="547568" y="458703"/>
                  </a:lnTo>
                  <a:lnTo>
                    <a:pt x="547613" y="458930"/>
                  </a:lnTo>
                  <a:lnTo>
                    <a:pt x="547790" y="459462"/>
                  </a:lnTo>
                  <a:lnTo>
                    <a:pt x="547985" y="459609"/>
                  </a:lnTo>
                  <a:lnTo>
                    <a:pt x="548109" y="459787"/>
                  </a:lnTo>
                  <a:lnTo>
                    <a:pt x="548110" y="459945"/>
                  </a:lnTo>
                  <a:lnTo>
                    <a:pt x="548178" y="460360"/>
                  </a:lnTo>
                  <a:lnTo>
                    <a:pt x="548289" y="460537"/>
                  </a:lnTo>
                  <a:lnTo>
                    <a:pt x="548462" y="460636"/>
                  </a:lnTo>
                  <a:lnTo>
                    <a:pt x="548476" y="461000"/>
                  </a:lnTo>
                  <a:lnTo>
                    <a:pt x="548397" y="461349"/>
                  </a:lnTo>
                  <a:lnTo>
                    <a:pt x="548099" y="461244"/>
                  </a:lnTo>
                  <a:lnTo>
                    <a:pt x="548285" y="461844"/>
                  </a:lnTo>
                  <a:lnTo>
                    <a:pt x="548346" y="462163"/>
                  </a:lnTo>
                  <a:lnTo>
                    <a:pt x="548303" y="462760"/>
                  </a:lnTo>
                  <a:lnTo>
                    <a:pt x="548159" y="463023"/>
                  </a:lnTo>
                  <a:lnTo>
                    <a:pt x="548359" y="463147"/>
                  </a:lnTo>
                  <a:lnTo>
                    <a:pt x="548716" y="463295"/>
                  </a:lnTo>
                  <a:lnTo>
                    <a:pt x="548792" y="462959"/>
                  </a:lnTo>
                  <a:lnTo>
                    <a:pt x="548985" y="462784"/>
                  </a:lnTo>
                  <a:lnTo>
                    <a:pt x="549338" y="462762"/>
                  </a:lnTo>
                  <a:lnTo>
                    <a:pt x="549705" y="462949"/>
                  </a:lnTo>
                  <a:lnTo>
                    <a:pt x="549910" y="463076"/>
                  </a:lnTo>
                  <a:lnTo>
                    <a:pt x="550198" y="463321"/>
                  </a:lnTo>
                  <a:lnTo>
                    <a:pt x="550591" y="462905"/>
                  </a:lnTo>
                  <a:lnTo>
                    <a:pt x="550776" y="462807"/>
                  </a:lnTo>
                  <a:lnTo>
                    <a:pt x="551003" y="462929"/>
                  </a:lnTo>
                  <a:lnTo>
                    <a:pt x="551142" y="463049"/>
                  </a:lnTo>
                  <a:lnTo>
                    <a:pt x="551296" y="463219"/>
                  </a:lnTo>
                  <a:lnTo>
                    <a:pt x="551632" y="463538"/>
                  </a:lnTo>
                  <a:lnTo>
                    <a:pt x="552453" y="464136"/>
                  </a:lnTo>
                  <a:lnTo>
                    <a:pt x="552498" y="464306"/>
                  </a:lnTo>
                  <a:lnTo>
                    <a:pt x="552480" y="464914"/>
                  </a:lnTo>
                  <a:lnTo>
                    <a:pt x="553226" y="465392"/>
                  </a:lnTo>
                  <a:lnTo>
                    <a:pt x="553038" y="465578"/>
                  </a:lnTo>
                  <a:lnTo>
                    <a:pt x="553012" y="465804"/>
                  </a:lnTo>
                  <a:lnTo>
                    <a:pt x="553290" y="466274"/>
                  </a:lnTo>
                  <a:lnTo>
                    <a:pt x="553374" y="466407"/>
                  </a:lnTo>
                  <a:lnTo>
                    <a:pt x="553567" y="466588"/>
                  </a:lnTo>
                  <a:lnTo>
                    <a:pt x="554111" y="466998"/>
                  </a:lnTo>
                  <a:lnTo>
                    <a:pt x="554726" y="467212"/>
                  </a:lnTo>
                  <a:lnTo>
                    <a:pt x="554774" y="467383"/>
                  </a:lnTo>
                  <a:lnTo>
                    <a:pt x="554808" y="467537"/>
                  </a:lnTo>
                  <a:lnTo>
                    <a:pt x="554867" y="468004"/>
                  </a:lnTo>
                  <a:lnTo>
                    <a:pt x="554849" y="468341"/>
                  </a:lnTo>
                  <a:lnTo>
                    <a:pt x="554929" y="468663"/>
                  </a:lnTo>
                  <a:lnTo>
                    <a:pt x="555029" y="468871"/>
                  </a:lnTo>
                  <a:lnTo>
                    <a:pt x="555127" y="469273"/>
                  </a:lnTo>
                  <a:lnTo>
                    <a:pt x="554925" y="469316"/>
                  </a:lnTo>
                  <a:lnTo>
                    <a:pt x="554754" y="469317"/>
                  </a:lnTo>
                  <a:lnTo>
                    <a:pt x="554647" y="469673"/>
                  </a:lnTo>
                  <a:lnTo>
                    <a:pt x="554627" y="469850"/>
                  </a:lnTo>
                  <a:lnTo>
                    <a:pt x="554174" y="470240"/>
                  </a:lnTo>
                  <a:lnTo>
                    <a:pt x="553993" y="470313"/>
                  </a:lnTo>
                  <a:lnTo>
                    <a:pt x="553774" y="470360"/>
                  </a:lnTo>
                  <a:lnTo>
                    <a:pt x="553567" y="470274"/>
                  </a:lnTo>
                  <a:lnTo>
                    <a:pt x="553386" y="470114"/>
                  </a:lnTo>
                  <a:lnTo>
                    <a:pt x="552958" y="469926"/>
                  </a:lnTo>
                  <a:lnTo>
                    <a:pt x="552440" y="469852"/>
                  </a:lnTo>
                  <a:lnTo>
                    <a:pt x="552263" y="469906"/>
                  </a:lnTo>
                  <a:lnTo>
                    <a:pt x="552215" y="470121"/>
                  </a:lnTo>
                  <a:lnTo>
                    <a:pt x="552119" y="470451"/>
                  </a:lnTo>
                  <a:lnTo>
                    <a:pt x="551675" y="470353"/>
                  </a:lnTo>
                  <a:lnTo>
                    <a:pt x="551529" y="470339"/>
                  </a:lnTo>
                  <a:lnTo>
                    <a:pt x="550721" y="470378"/>
                  </a:lnTo>
                  <a:lnTo>
                    <a:pt x="550732" y="470768"/>
                  </a:lnTo>
                  <a:lnTo>
                    <a:pt x="550565" y="470821"/>
                  </a:lnTo>
                  <a:lnTo>
                    <a:pt x="550417" y="470784"/>
                  </a:lnTo>
                  <a:lnTo>
                    <a:pt x="550190" y="470709"/>
                  </a:lnTo>
                  <a:lnTo>
                    <a:pt x="549703" y="471037"/>
                  </a:lnTo>
                  <a:lnTo>
                    <a:pt x="549412" y="471687"/>
                  </a:lnTo>
                  <a:lnTo>
                    <a:pt x="549178" y="472101"/>
                  </a:lnTo>
                  <a:lnTo>
                    <a:pt x="549139" y="472298"/>
                  </a:lnTo>
                  <a:lnTo>
                    <a:pt x="549172" y="472713"/>
                  </a:lnTo>
                  <a:lnTo>
                    <a:pt x="549416" y="473354"/>
                  </a:lnTo>
                  <a:lnTo>
                    <a:pt x="549670" y="473584"/>
                  </a:lnTo>
                  <a:lnTo>
                    <a:pt x="550042" y="473946"/>
                  </a:lnTo>
                  <a:lnTo>
                    <a:pt x="550230" y="474143"/>
                  </a:lnTo>
                  <a:lnTo>
                    <a:pt x="550261" y="474321"/>
                  </a:lnTo>
                  <a:lnTo>
                    <a:pt x="550124" y="474560"/>
                  </a:lnTo>
                  <a:lnTo>
                    <a:pt x="550075" y="474691"/>
                  </a:lnTo>
                  <a:lnTo>
                    <a:pt x="549907" y="475539"/>
                  </a:lnTo>
                  <a:lnTo>
                    <a:pt x="549993" y="475732"/>
                  </a:lnTo>
                  <a:lnTo>
                    <a:pt x="550392" y="475801"/>
                  </a:lnTo>
                  <a:lnTo>
                    <a:pt x="550867" y="476023"/>
                  </a:lnTo>
                  <a:lnTo>
                    <a:pt x="550837" y="476345"/>
                  </a:lnTo>
                  <a:lnTo>
                    <a:pt x="550839" y="476552"/>
                  </a:lnTo>
                  <a:lnTo>
                    <a:pt x="551186" y="477108"/>
                  </a:lnTo>
                  <a:lnTo>
                    <a:pt x="551667" y="477067"/>
                  </a:lnTo>
                  <a:lnTo>
                    <a:pt x="551999" y="477389"/>
                  </a:lnTo>
                  <a:lnTo>
                    <a:pt x="552088" y="477522"/>
                  </a:lnTo>
                  <a:lnTo>
                    <a:pt x="551848" y="477713"/>
                  </a:lnTo>
                  <a:lnTo>
                    <a:pt x="551921" y="477927"/>
                  </a:lnTo>
                  <a:lnTo>
                    <a:pt x="552209" y="478275"/>
                  </a:lnTo>
                  <a:lnTo>
                    <a:pt x="552188" y="479047"/>
                  </a:lnTo>
                  <a:lnTo>
                    <a:pt x="551792" y="479235"/>
                  </a:lnTo>
                  <a:lnTo>
                    <a:pt x="551453" y="479347"/>
                  </a:lnTo>
                  <a:lnTo>
                    <a:pt x="551277" y="479384"/>
                  </a:lnTo>
                  <a:lnTo>
                    <a:pt x="551195" y="479569"/>
                  </a:lnTo>
                  <a:lnTo>
                    <a:pt x="551157" y="479732"/>
                  </a:lnTo>
                  <a:lnTo>
                    <a:pt x="551731" y="480343"/>
                  </a:lnTo>
                  <a:lnTo>
                    <a:pt x="551926" y="480515"/>
                  </a:lnTo>
                  <a:lnTo>
                    <a:pt x="552539" y="480948"/>
                  </a:lnTo>
                  <a:lnTo>
                    <a:pt x="553173" y="480747"/>
                  </a:lnTo>
                  <a:lnTo>
                    <a:pt x="553707" y="480528"/>
                  </a:lnTo>
                  <a:lnTo>
                    <a:pt x="553994" y="480366"/>
                  </a:lnTo>
                  <a:lnTo>
                    <a:pt x="554307" y="480345"/>
                  </a:lnTo>
                  <a:lnTo>
                    <a:pt x="554616" y="480773"/>
                  </a:lnTo>
                  <a:lnTo>
                    <a:pt x="555086" y="481180"/>
                  </a:lnTo>
                  <a:lnTo>
                    <a:pt x="555217" y="481301"/>
                  </a:lnTo>
                  <a:lnTo>
                    <a:pt x="555822" y="482000"/>
                  </a:lnTo>
                  <a:lnTo>
                    <a:pt x="555952" y="482154"/>
                  </a:lnTo>
                  <a:lnTo>
                    <a:pt x="556178" y="482567"/>
                  </a:lnTo>
                  <a:lnTo>
                    <a:pt x="556228" y="482698"/>
                  </a:lnTo>
                  <a:lnTo>
                    <a:pt x="556245" y="482860"/>
                  </a:lnTo>
                  <a:lnTo>
                    <a:pt x="556306" y="483988"/>
                  </a:lnTo>
                  <a:lnTo>
                    <a:pt x="556305" y="484242"/>
                  </a:lnTo>
                  <a:lnTo>
                    <a:pt x="556143" y="484522"/>
                  </a:lnTo>
                  <a:lnTo>
                    <a:pt x="556038" y="484701"/>
                  </a:lnTo>
                  <a:lnTo>
                    <a:pt x="556006" y="484998"/>
                  </a:lnTo>
                  <a:lnTo>
                    <a:pt x="556344" y="485307"/>
                  </a:lnTo>
                  <a:lnTo>
                    <a:pt x="556323" y="485101"/>
                  </a:lnTo>
                  <a:lnTo>
                    <a:pt x="556664" y="484969"/>
                  </a:lnTo>
                  <a:lnTo>
                    <a:pt x="556888" y="484887"/>
                  </a:lnTo>
                  <a:lnTo>
                    <a:pt x="557102" y="485000"/>
                  </a:lnTo>
                  <a:lnTo>
                    <a:pt x="557530" y="485401"/>
                  </a:lnTo>
                  <a:lnTo>
                    <a:pt x="557509" y="485820"/>
                  </a:lnTo>
                  <a:lnTo>
                    <a:pt x="557478" y="485950"/>
                  </a:lnTo>
                  <a:lnTo>
                    <a:pt x="557465" y="486503"/>
                  </a:lnTo>
                  <a:lnTo>
                    <a:pt x="557627" y="487428"/>
                  </a:lnTo>
                  <a:lnTo>
                    <a:pt x="557782" y="487617"/>
                  </a:lnTo>
                  <a:lnTo>
                    <a:pt x="558262" y="487736"/>
                  </a:lnTo>
                  <a:lnTo>
                    <a:pt x="558417" y="487973"/>
                  </a:lnTo>
                  <a:lnTo>
                    <a:pt x="558241" y="488320"/>
                  </a:lnTo>
                  <a:lnTo>
                    <a:pt x="558090" y="488386"/>
                  </a:lnTo>
                  <a:lnTo>
                    <a:pt x="557900" y="488353"/>
                  </a:lnTo>
                  <a:lnTo>
                    <a:pt x="558404" y="489615"/>
                  </a:lnTo>
                  <a:lnTo>
                    <a:pt x="558650" y="489818"/>
                  </a:lnTo>
                  <a:lnTo>
                    <a:pt x="558705" y="490307"/>
                  </a:lnTo>
                  <a:lnTo>
                    <a:pt x="559223" y="490535"/>
                  </a:lnTo>
                  <a:lnTo>
                    <a:pt x="559541" y="490478"/>
                  </a:lnTo>
                  <a:lnTo>
                    <a:pt x="559985" y="490712"/>
                  </a:lnTo>
                  <a:lnTo>
                    <a:pt x="559982" y="491015"/>
                  </a:lnTo>
                  <a:lnTo>
                    <a:pt x="560378" y="491403"/>
                  </a:lnTo>
                  <a:lnTo>
                    <a:pt x="560572" y="491629"/>
                  </a:lnTo>
                  <a:lnTo>
                    <a:pt x="560703" y="491815"/>
                  </a:lnTo>
                  <a:lnTo>
                    <a:pt x="560919" y="492143"/>
                  </a:lnTo>
                  <a:lnTo>
                    <a:pt x="560900" y="492346"/>
                  </a:lnTo>
                  <a:lnTo>
                    <a:pt x="560707" y="492897"/>
                  </a:lnTo>
                  <a:lnTo>
                    <a:pt x="560482" y="492907"/>
                  </a:lnTo>
                  <a:lnTo>
                    <a:pt x="560186" y="493328"/>
                  </a:lnTo>
                  <a:lnTo>
                    <a:pt x="560189" y="493457"/>
                  </a:lnTo>
                  <a:lnTo>
                    <a:pt x="560397" y="493914"/>
                  </a:lnTo>
                  <a:lnTo>
                    <a:pt x="560424" y="494120"/>
                  </a:lnTo>
                  <a:lnTo>
                    <a:pt x="560063" y="494581"/>
                  </a:lnTo>
                  <a:lnTo>
                    <a:pt x="560082" y="494928"/>
                  </a:lnTo>
                  <a:lnTo>
                    <a:pt x="560357" y="495600"/>
                  </a:lnTo>
                  <a:lnTo>
                    <a:pt x="560573" y="495623"/>
                  </a:lnTo>
                  <a:lnTo>
                    <a:pt x="560711" y="495733"/>
                  </a:lnTo>
                  <a:lnTo>
                    <a:pt x="560995" y="495965"/>
                  </a:lnTo>
                  <a:lnTo>
                    <a:pt x="561110" y="496228"/>
                  </a:lnTo>
                  <a:lnTo>
                    <a:pt x="561314" y="497011"/>
                  </a:lnTo>
                  <a:lnTo>
                    <a:pt x="561408" y="497395"/>
                  </a:lnTo>
                  <a:lnTo>
                    <a:pt x="561610" y="497791"/>
                  </a:lnTo>
                  <a:lnTo>
                    <a:pt x="561915" y="498574"/>
                  </a:lnTo>
                  <a:lnTo>
                    <a:pt x="562046" y="498696"/>
                  </a:lnTo>
                  <a:lnTo>
                    <a:pt x="562394" y="499229"/>
                  </a:lnTo>
                  <a:lnTo>
                    <a:pt x="562275" y="499389"/>
                  </a:lnTo>
                  <a:lnTo>
                    <a:pt x="562185" y="499564"/>
                  </a:lnTo>
                  <a:lnTo>
                    <a:pt x="561887" y="500376"/>
                  </a:lnTo>
                  <a:lnTo>
                    <a:pt x="561818" y="500571"/>
                  </a:lnTo>
                  <a:lnTo>
                    <a:pt x="561671" y="500992"/>
                  </a:lnTo>
                  <a:lnTo>
                    <a:pt x="561497" y="501370"/>
                  </a:lnTo>
                  <a:lnTo>
                    <a:pt x="561275" y="501484"/>
                  </a:lnTo>
                  <a:lnTo>
                    <a:pt x="561027" y="501468"/>
                  </a:lnTo>
                  <a:lnTo>
                    <a:pt x="560661" y="501427"/>
                  </a:lnTo>
                  <a:lnTo>
                    <a:pt x="560084" y="501113"/>
                  </a:lnTo>
                  <a:lnTo>
                    <a:pt x="559686" y="501232"/>
                  </a:lnTo>
                  <a:lnTo>
                    <a:pt x="559200" y="501234"/>
                  </a:lnTo>
                  <a:lnTo>
                    <a:pt x="559072" y="501234"/>
                  </a:lnTo>
                  <a:lnTo>
                    <a:pt x="558875" y="501270"/>
                  </a:lnTo>
                  <a:lnTo>
                    <a:pt x="558763" y="501490"/>
                  </a:lnTo>
                  <a:lnTo>
                    <a:pt x="557601" y="502413"/>
                  </a:lnTo>
                  <a:lnTo>
                    <a:pt x="557211" y="502694"/>
                  </a:lnTo>
                  <a:lnTo>
                    <a:pt x="557198" y="502912"/>
                  </a:lnTo>
                  <a:lnTo>
                    <a:pt x="557217" y="503059"/>
                  </a:lnTo>
                  <a:lnTo>
                    <a:pt x="557167" y="503193"/>
                  </a:lnTo>
                  <a:lnTo>
                    <a:pt x="556893" y="503219"/>
                  </a:lnTo>
                  <a:lnTo>
                    <a:pt x="556646" y="503281"/>
                  </a:lnTo>
                  <a:lnTo>
                    <a:pt x="556019" y="503922"/>
                  </a:lnTo>
                  <a:lnTo>
                    <a:pt x="555905" y="504123"/>
                  </a:lnTo>
                  <a:lnTo>
                    <a:pt x="556020" y="504337"/>
                  </a:lnTo>
                  <a:lnTo>
                    <a:pt x="556133" y="504600"/>
                  </a:lnTo>
                  <a:lnTo>
                    <a:pt x="555411" y="504665"/>
                  </a:lnTo>
                  <a:lnTo>
                    <a:pt x="555197" y="504640"/>
                  </a:lnTo>
                  <a:lnTo>
                    <a:pt x="555097" y="504918"/>
                  </a:lnTo>
                  <a:lnTo>
                    <a:pt x="554986" y="505406"/>
                  </a:lnTo>
                  <a:lnTo>
                    <a:pt x="554941" y="506026"/>
                  </a:lnTo>
                  <a:lnTo>
                    <a:pt x="554735" y="506398"/>
                  </a:lnTo>
                  <a:lnTo>
                    <a:pt x="554799" y="506637"/>
                  </a:lnTo>
                  <a:lnTo>
                    <a:pt x="554822" y="507008"/>
                  </a:lnTo>
                  <a:lnTo>
                    <a:pt x="554808" y="507190"/>
                  </a:lnTo>
                  <a:lnTo>
                    <a:pt x="554752" y="507682"/>
                  </a:lnTo>
                  <a:lnTo>
                    <a:pt x="554747" y="507975"/>
                  </a:lnTo>
                  <a:lnTo>
                    <a:pt x="554740" y="508282"/>
                  </a:lnTo>
                  <a:lnTo>
                    <a:pt x="554581" y="508696"/>
                  </a:lnTo>
                  <a:lnTo>
                    <a:pt x="554415" y="509152"/>
                  </a:lnTo>
                  <a:lnTo>
                    <a:pt x="554552" y="509467"/>
                  </a:lnTo>
                  <a:lnTo>
                    <a:pt x="554857" y="509780"/>
                  </a:lnTo>
                  <a:lnTo>
                    <a:pt x="554892" y="510220"/>
                  </a:lnTo>
                  <a:lnTo>
                    <a:pt x="554824" y="510538"/>
                  </a:lnTo>
                  <a:lnTo>
                    <a:pt x="554398" y="510870"/>
                  </a:lnTo>
                  <a:lnTo>
                    <a:pt x="554641" y="511336"/>
                  </a:lnTo>
                  <a:lnTo>
                    <a:pt x="554763" y="511571"/>
                  </a:lnTo>
                  <a:lnTo>
                    <a:pt x="554974" y="511834"/>
                  </a:lnTo>
                  <a:lnTo>
                    <a:pt x="555233" y="512157"/>
                  </a:lnTo>
                  <a:lnTo>
                    <a:pt x="555523" y="512314"/>
                  </a:lnTo>
                  <a:lnTo>
                    <a:pt x="555734" y="512228"/>
                  </a:lnTo>
                  <a:lnTo>
                    <a:pt x="556145" y="512399"/>
                  </a:lnTo>
                  <a:lnTo>
                    <a:pt x="556298" y="512500"/>
                  </a:lnTo>
                  <a:lnTo>
                    <a:pt x="556852" y="512494"/>
                  </a:lnTo>
                  <a:lnTo>
                    <a:pt x="557051" y="512605"/>
                  </a:lnTo>
                  <a:lnTo>
                    <a:pt x="557395" y="512872"/>
                  </a:lnTo>
                  <a:lnTo>
                    <a:pt x="557568" y="513344"/>
                  </a:lnTo>
                  <a:lnTo>
                    <a:pt x="556914" y="513416"/>
                  </a:lnTo>
                  <a:lnTo>
                    <a:pt x="556785" y="513492"/>
                  </a:lnTo>
                  <a:lnTo>
                    <a:pt x="556461" y="513700"/>
                  </a:lnTo>
                  <a:lnTo>
                    <a:pt x="556462" y="514023"/>
                  </a:lnTo>
                  <a:lnTo>
                    <a:pt x="556607" y="514287"/>
                  </a:lnTo>
                  <a:lnTo>
                    <a:pt x="556693" y="514693"/>
                  </a:lnTo>
                  <a:lnTo>
                    <a:pt x="556756" y="515369"/>
                  </a:lnTo>
                  <a:lnTo>
                    <a:pt x="556622" y="515507"/>
                  </a:lnTo>
                  <a:lnTo>
                    <a:pt x="556480" y="515679"/>
                  </a:lnTo>
                  <a:lnTo>
                    <a:pt x="556962" y="516257"/>
                  </a:lnTo>
                  <a:lnTo>
                    <a:pt x="557179" y="515964"/>
                  </a:lnTo>
                  <a:lnTo>
                    <a:pt x="557381" y="515505"/>
                  </a:lnTo>
                  <a:lnTo>
                    <a:pt x="557512" y="515271"/>
                  </a:lnTo>
                  <a:lnTo>
                    <a:pt x="557688" y="515115"/>
                  </a:lnTo>
                  <a:lnTo>
                    <a:pt x="558043" y="514874"/>
                  </a:lnTo>
                  <a:lnTo>
                    <a:pt x="558224" y="514771"/>
                  </a:lnTo>
                  <a:lnTo>
                    <a:pt x="558342" y="514996"/>
                  </a:lnTo>
                  <a:lnTo>
                    <a:pt x="558470" y="515260"/>
                  </a:lnTo>
                  <a:lnTo>
                    <a:pt x="558878" y="515059"/>
                  </a:lnTo>
                  <a:lnTo>
                    <a:pt x="558909" y="515320"/>
                  </a:lnTo>
                  <a:lnTo>
                    <a:pt x="558916" y="515746"/>
                  </a:lnTo>
                  <a:lnTo>
                    <a:pt x="558909" y="516001"/>
                  </a:lnTo>
                  <a:lnTo>
                    <a:pt x="558937" y="516471"/>
                  </a:lnTo>
                  <a:lnTo>
                    <a:pt x="559289" y="516947"/>
                  </a:lnTo>
                  <a:lnTo>
                    <a:pt x="559722" y="517001"/>
                  </a:lnTo>
                  <a:lnTo>
                    <a:pt x="559853" y="517180"/>
                  </a:lnTo>
                  <a:lnTo>
                    <a:pt x="560021" y="517506"/>
                  </a:lnTo>
                  <a:lnTo>
                    <a:pt x="559834" y="518204"/>
                  </a:lnTo>
                  <a:lnTo>
                    <a:pt x="559982" y="518529"/>
                  </a:lnTo>
                  <a:lnTo>
                    <a:pt x="560409" y="518523"/>
                  </a:lnTo>
                  <a:lnTo>
                    <a:pt x="560765" y="518563"/>
                  </a:lnTo>
                  <a:lnTo>
                    <a:pt x="560877" y="518972"/>
                  </a:lnTo>
                  <a:lnTo>
                    <a:pt x="560912" y="519267"/>
                  </a:lnTo>
                  <a:lnTo>
                    <a:pt x="561726" y="519759"/>
                  </a:lnTo>
                  <a:lnTo>
                    <a:pt x="562106" y="519927"/>
                  </a:lnTo>
                  <a:lnTo>
                    <a:pt x="562447" y="519778"/>
                  </a:lnTo>
                  <a:lnTo>
                    <a:pt x="562662" y="519677"/>
                  </a:lnTo>
                  <a:lnTo>
                    <a:pt x="562812" y="519606"/>
                  </a:lnTo>
                  <a:lnTo>
                    <a:pt x="563198" y="519463"/>
                  </a:lnTo>
                  <a:lnTo>
                    <a:pt x="563342" y="519606"/>
                  </a:lnTo>
                  <a:lnTo>
                    <a:pt x="563705" y="519543"/>
                  </a:lnTo>
                  <a:lnTo>
                    <a:pt x="563909" y="519397"/>
                  </a:lnTo>
                  <a:lnTo>
                    <a:pt x="564293" y="519561"/>
                  </a:lnTo>
                  <a:lnTo>
                    <a:pt x="564459" y="519663"/>
                  </a:lnTo>
                  <a:lnTo>
                    <a:pt x="564851" y="520091"/>
                  </a:lnTo>
                  <a:lnTo>
                    <a:pt x="564728" y="520266"/>
                  </a:lnTo>
                  <a:lnTo>
                    <a:pt x="564419" y="520850"/>
                  </a:lnTo>
                  <a:lnTo>
                    <a:pt x="564509" y="521116"/>
                  </a:lnTo>
                  <a:lnTo>
                    <a:pt x="564719" y="521363"/>
                  </a:lnTo>
                  <a:lnTo>
                    <a:pt x="564986" y="521131"/>
                  </a:lnTo>
                  <a:lnTo>
                    <a:pt x="565222" y="520706"/>
                  </a:lnTo>
                  <a:lnTo>
                    <a:pt x="565034" y="520219"/>
                  </a:lnTo>
                  <a:lnTo>
                    <a:pt x="565266" y="520039"/>
                  </a:lnTo>
                  <a:lnTo>
                    <a:pt x="565736" y="519968"/>
                  </a:lnTo>
                  <a:lnTo>
                    <a:pt x="565973" y="519725"/>
                  </a:lnTo>
                  <a:lnTo>
                    <a:pt x="566364" y="519527"/>
                  </a:lnTo>
                  <a:lnTo>
                    <a:pt x="566626" y="519495"/>
                  </a:lnTo>
                  <a:lnTo>
                    <a:pt x="567064" y="519391"/>
                  </a:lnTo>
                  <a:lnTo>
                    <a:pt x="567207" y="519307"/>
                  </a:lnTo>
                  <a:lnTo>
                    <a:pt x="567573" y="519093"/>
                  </a:lnTo>
                  <a:lnTo>
                    <a:pt x="567880" y="518880"/>
                  </a:lnTo>
                  <a:lnTo>
                    <a:pt x="568215" y="518727"/>
                  </a:lnTo>
                  <a:lnTo>
                    <a:pt x="569294" y="518547"/>
                  </a:lnTo>
                  <a:lnTo>
                    <a:pt x="569687" y="518534"/>
                  </a:lnTo>
                  <a:lnTo>
                    <a:pt x="570040" y="518534"/>
                  </a:lnTo>
                  <a:lnTo>
                    <a:pt x="569986" y="518673"/>
                  </a:lnTo>
                  <a:lnTo>
                    <a:pt x="570200" y="519087"/>
                  </a:lnTo>
                  <a:lnTo>
                    <a:pt x="570589" y="519146"/>
                  </a:lnTo>
                  <a:lnTo>
                    <a:pt x="570850" y="518842"/>
                  </a:lnTo>
                  <a:lnTo>
                    <a:pt x="571027" y="518832"/>
                  </a:lnTo>
                  <a:lnTo>
                    <a:pt x="571848" y="519503"/>
                  </a:lnTo>
                  <a:lnTo>
                    <a:pt x="572098" y="519530"/>
                  </a:lnTo>
                  <a:lnTo>
                    <a:pt x="572109" y="519394"/>
                  </a:lnTo>
                  <a:lnTo>
                    <a:pt x="572373" y="519215"/>
                  </a:lnTo>
                  <a:lnTo>
                    <a:pt x="572915" y="519446"/>
                  </a:lnTo>
                  <a:lnTo>
                    <a:pt x="572956" y="519725"/>
                  </a:lnTo>
                  <a:lnTo>
                    <a:pt x="572813" y="519978"/>
                  </a:lnTo>
                  <a:lnTo>
                    <a:pt x="572382" y="520471"/>
                  </a:lnTo>
                  <a:lnTo>
                    <a:pt x="571823" y="520831"/>
                  </a:lnTo>
                  <a:lnTo>
                    <a:pt x="571581" y="520612"/>
                  </a:lnTo>
                  <a:lnTo>
                    <a:pt x="571535" y="520231"/>
                  </a:lnTo>
                  <a:lnTo>
                    <a:pt x="571512" y="520050"/>
                  </a:lnTo>
                  <a:lnTo>
                    <a:pt x="571161" y="519647"/>
                  </a:lnTo>
                  <a:lnTo>
                    <a:pt x="570852" y="520357"/>
                  </a:lnTo>
                  <a:lnTo>
                    <a:pt x="570381" y="520571"/>
                  </a:lnTo>
                  <a:lnTo>
                    <a:pt x="570010" y="520882"/>
                  </a:lnTo>
                  <a:lnTo>
                    <a:pt x="570088" y="521610"/>
                  </a:lnTo>
                  <a:lnTo>
                    <a:pt x="570955" y="521932"/>
                  </a:lnTo>
                  <a:lnTo>
                    <a:pt x="571271" y="521775"/>
                  </a:lnTo>
                  <a:lnTo>
                    <a:pt x="571424" y="522155"/>
                  </a:lnTo>
                  <a:lnTo>
                    <a:pt x="571283" y="522608"/>
                  </a:lnTo>
                  <a:lnTo>
                    <a:pt x="571050" y="522967"/>
                  </a:lnTo>
                  <a:lnTo>
                    <a:pt x="571029" y="523402"/>
                  </a:lnTo>
                  <a:lnTo>
                    <a:pt x="571263" y="523414"/>
                  </a:lnTo>
                  <a:lnTo>
                    <a:pt x="571487" y="523657"/>
                  </a:lnTo>
                  <a:lnTo>
                    <a:pt x="571761" y="523737"/>
                  </a:lnTo>
                  <a:lnTo>
                    <a:pt x="571933" y="523811"/>
                  </a:lnTo>
                  <a:lnTo>
                    <a:pt x="572145" y="524073"/>
                  </a:lnTo>
                  <a:lnTo>
                    <a:pt x="572541" y="524477"/>
                  </a:lnTo>
                  <a:lnTo>
                    <a:pt x="573174" y="524158"/>
                  </a:lnTo>
                  <a:lnTo>
                    <a:pt x="572941" y="524767"/>
                  </a:lnTo>
                  <a:lnTo>
                    <a:pt x="572723" y="524870"/>
                  </a:lnTo>
                  <a:lnTo>
                    <a:pt x="572379" y="525006"/>
                  </a:lnTo>
                  <a:lnTo>
                    <a:pt x="572500" y="525151"/>
                  </a:lnTo>
                  <a:lnTo>
                    <a:pt x="572765" y="525144"/>
                  </a:lnTo>
                  <a:lnTo>
                    <a:pt x="573036" y="525507"/>
                  </a:lnTo>
                  <a:lnTo>
                    <a:pt x="573414" y="525509"/>
                  </a:lnTo>
                  <a:lnTo>
                    <a:pt x="573570" y="525561"/>
                  </a:lnTo>
                  <a:lnTo>
                    <a:pt x="573910" y="525795"/>
                  </a:lnTo>
                  <a:lnTo>
                    <a:pt x="573980" y="526218"/>
                  </a:lnTo>
                  <a:lnTo>
                    <a:pt x="573962" y="526514"/>
                  </a:lnTo>
                  <a:lnTo>
                    <a:pt x="574181" y="526681"/>
                  </a:lnTo>
                  <a:lnTo>
                    <a:pt x="574260" y="526842"/>
                  </a:lnTo>
                  <a:lnTo>
                    <a:pt x="574371" y="527008"/>
                  </a:lnTo>
                  <a:lnTo>
                    <a:pt x="574690" y="527329"/>
                  </a:lnTo>
                  <a:lnTo>
                    <a:pt x="575114" y="527098"/>
                  </a:lnTo>
                  <a:lnTo>
                    <a:pt x="575255" y="526967"/>
                  </a:lnTo>
                  <a:lnTo>
                    <a:pt x="575380" y="526834"/>
                  </a:lnTo>
                  <a:lnTo>
                    <a:pt x="575531" y="527153"/>
                  </a:lnTo>
                  <a:lnTo>
                    <a:pt x="575687" y="527636"/>
                  </a:lnTo>
                  <a:lnTo>
                    <a:pt x="575612" y="527822"/>
                  </a:lnTo>
                  <a:lnTo>
                    <a:pt x="575677" y="528415"/>
                  </a:lnTo>
                  <a:lnTo>
                    <a:pt x="575955" y="528511"/>
                  </a:lnTo>
                  <a:lnTo>
                    <a:pt x="576220" y="528770"/>
                  </a:lnTo>
                  <a:lnTo>
                    <a:pt x="576242" y="529121"/>
                  </a:lnTo>
                  <a:lnTo>
                    <a:pt x="576232" y="529388"/>
                  </a:lnTo>
                  <a:lnTo>
                    <a:pt x="576079" y="529610"/>
                  </a:lnTo>
                  <a:lnTo>
                    <a:pt x="576168" y="530070"/>
                  </a:lnTo>
                  <a:lnTo>
                    <a:pt x="576337" y="530894"/>
                  </a:lnTo>
                  <a:lnTo>
                    <a:pt x="576551" y="530977"/>
                  </a:lnTo>
                  <a:lnTo>
                    <a:pt x="576795" y="530862"/>
                  </a:lnTo>
                  <a:lnTo>
                    <a:pt x="576953" y="530477"/>
                  </a:lnTo>
                  <a:lnTo>
                    <a:pt x="577041" y="530219"/>
                  </a:lnTo>
                  <a:lnTo>
                    <a:pt x="577062" y="529968"/>
                  </a:lnTo>
                  <a:lnTo>
                    <a:pt x="577295" y="529789"/>
                  </a:lnTo>
                  <a:lnTo>
                    <a:pt x="577362" y="529597"/>
                  </a:lnTo>
                  <a:lnTo>
                    <a:pt x="577440" y="529281"/>
                  </a:lnTo>
                  <a:lnTo>
                    <a:pt x="577468" y="529019"/>
                  </a:lnTo>
                  <a:lnTo>
                    <a:pt x="577506" y="528796"/>
                  </a:lnTo>
                  <a:lnTo>
                    <a:pt x="577744" y="528654"/>
                  </a:lnTo>
                  <a:lnTo>
                    <a:pt x="577902" y="528673"/>
                  </a:lnTo>
                  <a:lnTo>
                    <a:pt x="578294" y="528405"/>
                  </a:lnTo>
                  <a:lnTo>
                    <a:pt x="578764" y="528166"/>
                  </a:lnTo>
                  <a:lnTo>
                    <a:pt x="579339" y="528433"/>
                  </a:lnTo>
                  <a:lnTo>
                    <a:pt x="579511" y="528553"/>
                  </a:lnTo>
                  <a:lnTo>
                    <a:pt x="580464" y="528670"/>
                  </a:lnTo>
                  <a:lnTo>
                    <a:pt x="580910" y="528711"/>
                  </a:lnTo>
                  <a:lnTo>
                    <a:pt x="581431" y="528669"/>
                  </a:lnTo>
                  <a:lnTo>
                    <a:pt x="581732" y="528762"/>
                  </a:lnTo>
                  <a:lnTo>
                    <a:pt x="581944" y="528870"/>
                  </a:lnTo>
                  <a:lnTo>
                    <a:pt x="582230" y="528960"/>
                  </a:lnTo>
                  <a:lnTo>
                    <a:pt x="582468" y="529036"/>
                  </a:lnTo>
                  <a:lnTo>
                    <a:pt x="582985" y="529116"/>
                  </a:lnTo>
                  <a:lnTo>
                    <a:pt x="583336" y="529416"/>
                  </a:lnTo>
                  <a:lnTo>
                    <a:pt x="583878" y="529442"/>
                  </a:lnTo>
                  <a:lnTo>
                    <a:pt x="583660" y="530025"/>
                  </a:lnTo>
                  <a:lnTo>
                    <a:pt x="583669" y="530474"/>
                  </a:lnTo>
                  <a:lnTo>
                    <a:pt x="584400" y="530766"/>
                  </a:lnTo>
                  <a:lnTo>
                    <a:pt x="584729" y="530741"/>
                  </a:lnTo>
                  <a:lnTo>
                    <a:pt x="585244" y="530616"/>
                  </a:lnTo>
                  <a:lnTo>
                    <a:pt x="585559" y="530529"/>
                  </a:lnTo>
                  <a:lnTo>
                    <a:pt x="585832" y="530454"/>
                  </a:lnTo>
                  <a:lnTo>
                    <a:pt x="586120" y="530666"/>
                  </a:lnTo>
                  <a:lnTo>
                    <a:pt x="586261" y="530880"/>
                  </a:lnTo>
                  <a:lnTo>
                    <a:pt x="586630" y="530374"/>
                  </a:lnTo>
                  <a:lnTo>
                    <a:pt x="586829" y="529910"/>
                  </a:lnTo>
                  <a:lnTo>
                    <a:pt x="587130" y="529974"/>
                  </a:lnTo>
                  <a:lnTo>
                    <a:pt x="587311" y="530070"/>
                  </a:lnTo>
                  <a:lnTo>
                    <a:pt x="587475" y="530484"/>
                  </a:lnTo>
                  <a:lnTo>
                    <a:pt x="587203" y="530628"/>
                  </a:lnTo>
                  <a:lnTo>
                    <a:pt x="587054" y="530695"/>
                  </a:lnTo>
                  <a:lnTo>
                    <a:pt x="586952" y="531020"/>
                  </a:lnTo>
                  <a:lnTo>
                    <a:pt x="586060" y="530957"/>
                  </a:lnTo>
                  <a:lnTo>
                    <a:pt x="586072" y="531152"/>
                  </a:lnTo>
                  <a:lnTo>
                    <a:pt x="586140" y="531451"/>
                  </a:lnTo>
                  <a:lnTo>
                    <a:pt x="586249" y="531748"/>
                  </a:lnTo>
                  <a:lnTo>
                    <a:pt x="586326" y="532003"/>
                  </a:lnTo>
                  <a:lnTo>
                    <a:pt x="586219" y="532842"/>
                  </a:lnTo>
                  <a:lnTo>
                    <a:pt x="586351" y="533030"/>
                  </a:lnTo>
                  <a:lnTo>
                    <a:pt x="586525" y="533060"/>
                  </a:lnTo>
                  <a:lnTo>
                    <a:pt x="586570" y="533316"/>
                  </a:lnTo>
                  <a:lnTo>
                    <a:pt x="586606" y="533610"/>
                  </a:lnTo>
                  <a:lnTo>
                    <a:pt x="586618" y="534104"/>
                  </a:lnTo>
                  <a:lnTo>
                    <a:pt x="586756" y="534368"/>
                  </a:lnTo>
                  <a:lnTo>
                    <a:pt x="586871" y="534824"/>
                  </a:lnTo>
                  <a:lnTo>
                    <a:pt x="587047" y="535243"/>
                  </a:lnTo>
                  <a:lnTo>
                    <a:pt x="587236" y="535215"/>
                  </a:lnTo>
                  <a:lnTo>
                    <a:pt x="587492" y="535460"/>
                  </a:lnTo>
                  <a:lnTo>
                    <a:pt x="587592" y="535852"/>
                  </a:lnTo>
                  <a:lnTo>
                    <a:pt x="587709" y="536037"/>
                  </a:lnTo>
                  <a:lnTo>
                    <a:pt x="587563" y="536331"/>
                  </a:lnTo>
                  <a:lnTo>
                    <a:pt x="588192" y="537071"/>
                  </a:lnTo>
                  <a:lnTo>
                    <a:pt x="588106" y="536888"/>
                  </a:lnTo>
                  <a:lnTo>
                    <a:pt x="588492" y="536538"/>
                  </a:lnTo>
                  <a:lnTo>
                    <a:pt x="588629" y="536053"/>
                  </a:lnTo>
                  <a:lnTo>
                    <a:pt x="588666" y="535840"/>
                  </a:lnTo>
                  <a:lnTo>
                    <a:pt x="588900" y="535465"/>
                  </a:lnTo>
                  <a:lnTo>
                    <a:pt x="589271" y="535194"/>
                  </a:lnTo>
                  <a:lnTo>
                    <a:pt x="589404" y="535041"/>
                  </a:lnTo>
                  <a:lnTo>
                    <a:pt x="589935" y="534499"/>
                  </a:lnTo>
                  <a:lnTo>
                    <a:pt x="590323" y="534370"/>
                  </a:lnTo>
                  <a:lnTo>
                    <a:pt x="590449" y="534075"/>
                  </a:lnTo>
                  <a:lnTo>
                    <a:pt x="590488" y="533870"/>
                  </a:lnTo>
                  <a:lnTo>
                    <a:pt x="590595" y="533558"/>
                  </a:lnTo>
                  <a:lnTo>
                    <a:pt x="590869" y="533687"/>
                  </a:lnTo>
                  <a:lnTo>
                    <a:pt x="590844" y="534050"/>
                  </a:lnTo>
                  <a:lnTo>
                    <a:pt x="590910" y="534200"/>
                  </a:lnTo>
                  <a:lnTo>
                    <a:pt x="591092" y="534052"/>
                  </a:lnTo>
                  <a:lnTo>
                    <a:pt x="591215" y="534418"/>
                  </a:lnTo>
                  <a:lnTo>
                    <a:pt x="591288" y="534588"/>
                  </a:lnTo>
                  <a:lnTo>
                    <a:pt x="591418" y="534797"/>
                  </a:lnTo>
                  <a:lnTo>
                    <a:pt x="591648" y="534872"/>
                  </a:lnTo>
                  <a:lnTo>
                    <a:pt x="591931" y="534905"/>
                  </a:lnTo>
                  <a:lnTo>
                    <a:pt x="592533" y="534676"/>
                  </a:lnTo>
                  <a:lnTo>
                    <a:pt x="592760" y="534774"/>
                  </a:lnTo>
                  <a:lnTo>
                    <a:pt x="592955" y="534868"/>
                  </a:lnTo>
                  <a:lnTo>
                    <a:pt x="593466" y="535020"/>
                  </a:lnTo>
                  <a:lnTo>
                    <a:pt x="593446" y="535193"/>
                  </a:lnTo>
                  <a:lnTo>
                    <a:pt x="593437" y="535410"/>
                  </a:lnTo>
                  <a:lnTo>
                    <a:pt x="593467" y="535663"/>
                  </a:lnTo>
                  <a:lnTo>
                    <a:pt x="593503" y="535826"/>
                  </a:lnTo>
                  <a:lnTo>
                    <a:pt x="593580" y="536173"/>
                  </a:lnTo>
                  <a:lnTo>
                    <a:pt x="593875" y="536570"/>
                  </a:lnTo>
                  <a:lnTo>
                    <a:pt x="593869" y="537005"/>
                  </a:lnTo>
                  <a:lnTo>
                    <a:pt x="593531" y="537390"/>
                  </a:lnTo>
                  <a:lnTo>
                    <a:pt x="593783" y="537662"/>
                  </a:lnTo>
                  <a:lnTo>
                    <a:pt x="593936" y="537896"/>
                  </a:lnTo>
                  <a:lnTo>
                    <a:pt x="593986" y="538272"/>
                  </a:lnTo>
                  <a:lnTo>
                    <a:pt x="594134" y="538529"/>
                  </a:lnTo>
                  <a:lnTo>
                    <a:pt x="594358" y="538684"/>
                  </a:lnTo>
                  <a:lnTo>
                    <a:pt x="594524" y="538667"/>
                  </a:lnTo>
                  <a:lnTo>
                    <a:pt x="594801" y="538682"/>
                  </a:lnTo>
                  <a:lnTo>
                    <a:pt x="594984" y="538820"/>
                  </a:lnTo>
                  <a:lnTo>
                    <a:pt x="595399" y="540097"/>
                  </a:lnTo>
                  <a:lnTo>
                    <a:pt x="595536" y="540278"/>
                  </a:lnTo>
                  <a:lnTo>
                    <a:pt x="596062" y="540780"/>
                  </a:lnTo>
                  <a:lnTo>
                    <a:pt x="596495" y="540806"/>
                  </a:lnTo>
                  <a:lnTo>
                    <a:pt x="596934" y="541415"/>
                  </a:lnTo>
                  <a:lnTo>
                    <a:pt x="596864" y="541824"/>
                  </a:lnTo>
                  <a:lnTo>
                    <a:pt x="597211" y="542192"/>
                  </a:lnTo>
                  <a:lnTo>
                    <a:pt x="597526" y="542572"/>
                  </a:lnTo>
                  <a:lnTo>
                    <a:pt x="597939" y="542522"/>
                  </a:lnTo>
                  <a:lnTo>
                    <a:pt x="598285" y="542930"/>
                  </a:lnTo>
                  <a:lnTo>
                    <a:pt x="598407" y="543102"/>
                  </a:lnTo>
                  <a:lnTo>
                    <a:pt x="598735" y="543193"/>
                  </a:lnTo>
                  <a:lnTo>
                    <a:pt x="599034" y="542833"/>
                  </a:lnTo>
                  <a:lnTo>
                    <a:pt x="599143" y="542590"/>
                  </a:lnTo>
                  <a:lnTo>
                    <a:pt x="599166" y="542265"/>
                  </a:lnTo>
                  <a:lnTo>
                    <a:pt x="599084" y="542125"/>
                  </a:lnTo>
                  <a:lnTo>
                    <a:pt x="598991" y="541979"/>
                  </a:lnTo>
                  <a:lnTo>
                    <a:pt x="598987" y="541577"/>
                  </a:lnTo>
                  <a:lnTo>
                    <a:pt x="599203" y="541469"/>
                  </a:lnTo>
                  <a:lnTo>
                    <a:pt x="599936" y="541508"/>
                  </a:lnTo>
                  <a:lnTo>
                    <a:pt x="600268" y="541433"/>
                  </a:lnTo>
                  <a:lnTo>
                    <a:pt x="600400" y="541450"/>
                  </a:lnTo>
                  <a:lnTo>
                    <a:pt x="600959" y="541226"/>
                  </a:lnTo>
                  <a:lnTo>
                    <a:pt x="601182" y="541070"/>
                  </a:lnTo>
                  <a:lnTo>
                    <a:pt x="601370" y="540777"/>
                  </a:lnTo>
                  <a:lnTo>
                    <a:pt x="601574" y="540528"/>
                  </a:lnTo>
                  <a:lnTo>
                    <a:pt x="601990" y="540242"/>
                  </a:lnTo>
                  <a:lnTo>
                    <a:pt x="602305" y="540234"/>
                  </a:lnTo>
                  <a:lnTo>
                    <a:pt x="602448" y="540091"/>
                  </a:lnTo>
                  <a:lnTo>
                    <a:pt x="602824" y="539760"/>
                  </a:lnTo>
                  <a:lnTo>
                    <a:pt x="603472" y="539602"/>
                  </a:lnTo>
                  <a:lnTo>
                    <a:pt x="604128" y="538762"/>
                  </a:lnTo>
                  <a:lnTo>
                    <a:pt x="604025" y="538218"/>
                  </a:lnTo>
                  <a:lnTo>
                    <a:pt x="604147" y="537908"/>
                  </a:lnTo>
                  <a:lnTo>
                    <a:pt x="604518" y="537634"/>
                  </a:lnTo>
                  <a:lnTo>
                    <a:pt x="604738" y="537235"/>
                  </a:lnTo>
                  <a:lnTo>
                    <a:pt x="604569" y="536982"/>
                  </a:lnTo>
                  <a:lnTo>
                    <a:pt x="604604" y="536633"/>
                  </a:lnTo>
                  <a:lnTo>
                    <a:pt x="604508" y="536072"/>
                  </a:lnTo>
                  <a:lnTo>
                    <a:pt x="604310" y="535575"/>
                  </a:lnTo>
                  <a:lnTo>
                    <a:pt x="604438" y="535149"/>
                  </a:lnTo>
                  <a:lnTo>
                    <a:pt x="604599" y="534905"/>
                  </a:lnTo>
                  <a:lnTo>
                    <a:pt x="604657" y="534382"/>
                  </a:lnTo>
                  <a:lnTo>
                    <a:pt x="604497" y="534203"/>
                  </a:lnTo>
                  <a:lnTo>
                    <a:pt x="604475" y="533965"/>
                  </a:lnTo>
                  <a:lnTo>
                    <a:pt x="604345" y="533626"/>
                  </a:lnTo>
                  <a:lnTo>
                    <a:pt x="603996" y="533253"/>
                  </a:lnTo>
                  <a:lnTo>
                    <a:pt x="603800" y="532967"/>
                  </a:lnTo>
                  <a:lnTo>
                    <a:pt x="603861" y="532372"/>
                  </a:lnTo>
                  <a:lnTo>
                    <a:pt x="604149" y="531552"/>
                  </a:lnTo>
                  <a:lnTo>
                    <a:pt x="603752" y="531398"/>
                  </a:lnTo>
                  <a:lnTo>
                    <a:pt x="603466" y="531475"/>
                  </a:lnTo>
                  <a:lnTo>
                    <a:pt x="603090" y="531107"/>
                  </a:lnTo>
                  <a:lnTo>
                    <a:pt x="603102" y="530909"/>
                  </a:lnTo>
                  <a:lnTo>
                    <a:pt x="603092" y="530659"/>
                  </a:lnTo>
                  <a:lnTo>
                    <a:pt x="602419" y="529998"/>
                  </a:lnTo>
                  <a:lnTo>
                    <a:pt x="602334" y="529612"/>
                  </a:lnTo>
                  <a:lnTo>
                    <a:pt x="602018" y="529259"/>
                  </a:lnTo>
                  <a:lnTo>
                    <a:pt x="602244" y="528938"/>
                  </a:lnTo>
                  <a:lnTo>
                    <a:pt x="602463" y="528756"/>
                  </a:lnTo>
                  <a:lnTo>
                    <a:pt x="602479" y="528449"/>
                  </a:lnTo>
                  <a:lnTo>
                    <a:pt x="602528" y="527981"/>
                  </a:lnTo>
                  <a:lnTo>
                    <a:pt x="602578" y="527598"/>
                  </a:lnTo>
                  <a:lnTo>
                    <a:pt x="602681" y="527016"/>
                  </a:lnTo>
                  <a:lnTo>
                    <a:pt x="602791" y="526810"/>
                  </a:lnTo>
                  <a:lnTo>
                    <a:pt x="603157" y="526642"/>
                  </a:lnTo>
                  <a:lnTo>
                    <a:pt x="603499" y="526273"/>
                  </a:lnTo>
                  <a:lnTo>
                    <a:pt x="603218" y="525467"/>
                  </a:lnTo>
                  <a:lnTo>
                    <a:pt x="603071" y="525307"/>
                  </a:lnTo>
                  <a:lnTo>
                    <a:pt x="603088" y="524655"/>
                  </a:lnTo>
                  <a:lnTo>
                    <a:pt x="602953" y="524492"/>
                  </a:lnTo>
                  <a:lnTo>
                    <a:pt x="602820" y="524428"/>
                  </a:lnTo>
                  <a:lnTo>
                    <a:pt x="602547" y="523901"/>
                  </a:lnTo>
                  <a:lnTo>
                    <a:pt x="602781" y="523736"/>
                  </a:lnTo>
                  <a:lnTo>
                    <a:pt x="602855" y="523531"/>
                  </a:lnTo>
                  <a:lnTo>
                    <a:pt x="602674" y="523500"/>
                  </a:lnTo>
                  <a:lnTo>
                    <a:pt x="602462" y="523341"/>
                  </a:lnTo>
                  <a:lnTo>
                    <a:pt x="602321" y="523205"/>
                  </a:lnTo>
                  <a:lnTo>
                    <a:pt x="601838" y="522507"/>
                  </a:lnTo>
                  <a:lnTo>
                    <a:pt x="601764" y="521972"/>
                  </a:lnTo>
                  <a:lnTo>
                    <a:pt x="601743" y="521364"/>
                  </a:lnTo>
                  <a:lnTo>
                    <a:pt x="601940" y="521289"/>
                  </a:lnTo>
                  <a:lnTo>
                    <a:pt x="602227" y="521147"/>
                  </a:lnTo>
                  <a:lnTo>
                    <a:pt x="602458" y="520788"/>
                  </a:lnTo>
                  <a:lnTo>
                    <a:pt x="602789" y="520348"/>
                  </a:lnTo>
                  <a:lnTo>
                    <a:pt x="602898" y="520210"/>
                  </a:lnTo>
                  <a:lnTo>
                    <a:pt x="603177" y="519873"/>
                  </a:lnTo>
                  <a:lnTo>
                    <a:pt x="603662" y="519744"/>
                  </a:lnTo>
                  <a:lnTo>
                    <a:pt x="603881" y="519711"/>
                  </a:lnTo>
                  <a:lnTo>
                    <a:pt x="604043" y="519404"/>
                  </a:lnTo>
                  <a:lnTo>
                    <a:pt x="604432" y="518999"/>
                  </a:lnTo>
                  <a:lnTo>
                    <a:pt x="604895" y="518977"/>
                  </a:lnTo>
                  <a:lnTo>
                    <a:pt x="605063" y="519042"/>
                  </a:lnTo>
                  <a:lnTo>
                    <a:pt x="605386" y="519398"/>
                  </a:lnTo>
                  <a:lnTo>
                    <a:pt x="605509" y="519480"/>
                  </a:lnTo>
                  <a:lnTo>
                    <a:pt x="605539" y="519218"/>
                  </a:lnTo>
                  <a:lnTo>
                    <a:pt x="605540" y="518951"/>
                  </a:lnTo>
                  <a:lnTo>
                    <a:pt x="605666" y="518772"/>
                  </a:lnTo>
                  <a:lnTo>
                    <a:pt x="605999" y="518810"/>
                  </a:lnTo>
                  <a:lnTo>
                    <a:pt x="606508" y="518868"/>
                  </a:lnTo>
                  <a:lnTo>
                    <a:pt x="607408" y="518933"/>
                  </a:lnTo>
                  <a:lnTo>
                    <a:pt x="607687" y="519132"/>
                  </a:lnTo>
                  <a:lnTo>
                    <a:pt x="608205" y="519457"/>
                  </a:lnTo>
                  <a:lnTo>
                    <a:pt x="608720" y="519456"/>
                  </a:lnTo>
                  <a:lnTo>
                    <a:pt x="608846" y="519226"/>
                  </a:lnTo>
                  <a:lnTo>
                    <a:pt x="608772" y="518946"/>
                  </a:lnTo>
                  <a:lnTo>
                    <a:pt x="608695" y="518571"/>
                  </a:lnTo>
                  <a:lnTo>
                    <a:pt x="608942" y="518484"/>
                  </a:lnTo>
                  <a:lnTo>
                    <a:pt x="609040" y="518829"/>
                  </a:lnTo>
                  <a:lnTo>
                    <a:pt x="609335" y="518925"/>
                  </a:lnTo>
                  <a:lnTo>
                    <a:pt x="609658" y="518707"/>
                  </a:lnTo>
                  <a:lnTo>
                    <a:pt x="609698" y="518863"/>
                  </a:lnTo>
                  <a:lnTo>
                    <a:pt x="609650" y="519177"/>
                  </a:lnTo>
                  <a:lnTo>
                    <a:pt x="609767" y="519498"/>
                  </a:lnTo>
                  <a:lnTo>
                    <a:pt x="610170" y="520119"/>
                  </a:lnTo>
                  <a:lnTo>
                    <a:pt x="610772" y="520338"/>
                  </a:lnTo>
                  <a:lnTo>
                    <a:pt x="610900" y="520345"/>
                  </a:lnTo>
                  <a:lnTo>
                    <a:pt x="611395" y="520436"/>
                  </a:lnTo>
                  <a:lnTo>
                    <a:pt x="611478" y="520671"/>
                  </a:lnTo>
                  <a:lnTo>
                    <a:pt x="611964" y="520765"/>
                  </a:lnTo>
                  <a:lnTo>
                    <a:pt x="611755" y="520293"/>
                  </a:lnTo>
                  <a:lnTo>
                    <a:pt x="611760" y="519955"/>
                  </a:lnTo>
                  <a:lnTo>
                    <a:pt x="612074" y="519460"/>
                  </a:lnTo>
                  <a:lnTo>
                    <a:pt x="612379" y="519329"/>
                  </a:lnTo>
                  <a:lnTo>
                    <a:pt x="612843" y="519795"/>
                  </a:lnTo>
                  <a:lnTo>
                    <a:pt x="613067" y="520105"/>
                  </a:lnTo>
                  <a:lnTo>
                    <a:pt x="613387" y="520406"/>
                  </a:lnTo>
                  <a:lnTo>
                    <a:pt x="613679" y="520749"/>
                  </a:lnTo>
                  <a:lnTo>
                    <a:pt x="614406" y="521400"/>
                  </a:lnTo>
                  <a:lnTo>
                    <a:pt x="614599" y="521381"/>
                  </a:lnTo>
                  <a:lnTo>
                    <a:pt x="614998" y="521176"/>
                  </a:lnTo>
                  <a:lnTo>
                    <a:pt x="615374" y="521149"/>
                  </a:lnTo>
                  <a:lnTo>
                    <a:pt x="615272" y="520943"/>
                  </a:lnTo>
                  <a:lnTo>
                    <a:pt x="614935" y="520886"/>
                  </a:lnTo>
                  <a:lnTo>
                    <a:pt x="614890" y="520620"/>
                  </a:lnTo>
                  <a:lnTo>
                    <a:pt x="615116" y="520424"/>
                  </a:lnTo>
                  <a:lnTo>
                    <a:pt x="615495" y="519728"/>
                  </a:lnTo>
                  <a:lnTo>
                    <a:pt x="615679" y="519575"/>
                  </a:lnTo>
                  <a:lnTo>
                    <a:pt x="616001" y="519629"/>
                  </a:lnTo>
                  <a:lnTo>
                    <a:pt x="616193" y="519775"/>
                  </a:lnTo>
                  <a:lnTo>
                    <a:pt x="616739" y="519785"/>
                  </a:lnTo>
                  <a:lnTo>
                    <a:pt x="617097" y="519953"/>
                  </a:lnTo>
                  <a:lnTo>
                    <a:pt x="617303" y="520177"/>
                  </a:lnTo>
                  <a:lnTo>
                    <a:pt x="617603" y="520368"/>
                  </a:lnTo>
                  <a:lnTo>
                    <a:pt x="617816" y="520225"/>
                  </a:lnTo>
                  <a:lnTo>
                    <a:pt x="618102" y="520009"/>
                  </a:lnTo>
                  <a:lnTo>
                    <a:pt x="618280" y="519875"/>
                  </a:lnTo>
                  <a:lnTo>
                    <a:pt x="618163" y="519324"/>
                  </a:lnTo>
                  <a:lnTo>
                    <a:pt x="618193" y="518895"/>
                  </a:lnTo>
                  <a:lnTo>
                    <a:pt x="618385" y="518585"/>
                  </a:lnTo>
                  <a:lnTo>
                    <a:pt x="619891" y="518928"/>
                  </a:lnTo>
                  <a:lnTo>
                    <a:pt x="620138" y="519010"/>
                  </a:lnTo>
                  <a:lnTo>
                    <a:pt x="620201" y="518784"/>
                  </a:lnTo>
                  <a:lnTo>
                    <a:pt x="620243" y="518633"/>
                  </a:lnTo>
                  <a:lnTo>
                    <a:pt x="620225" y="518503"/>
                  </a:lnTo>
                  <a:lnTo>
                    <a:pt x="620170" y="518085"/>
                  </a:lnTo>
                  <a:lnTo>
                    <a:pt x="620454" y="517154"/>
                  </a:lnTo>
                  <a:lnTo>
                    <a:pt x="620584" y="516975"/>
                  </a:lnTo>
                  <a:lnTo>
                    <a:pt x="621170" y="517151"/>
                  </a:lnTo>
                  <a:lnTo>
                    <a:pt x="621153" y="517793"/>
                  </a:lnTo>
                  <a:lnTo>
                    <a:pt x="621525" y="517632"/>
                  </a:lnTo>
                  <a:lnTo>
                    <a:pt x="621811" y="517158"/>
                  </a:lnTo>
                  <a:lnTo>
                    <a:pt x="621942" y="517380"/>
                  </a:lnTo>
                  <a:lnTo>
                    <a:pt x="622218" y="517358"/>
                  </a:lnTo>
                  <a:lnTo>
                    <a:pt x="622245" y="517145"/>
                  </a:lnTo>
                  <a:lnTo>
                    <a:pt x="622319" y="516579"/>
                  </a:lnTo>
                  <a:lnTo>
                    <a:pt x="622077" y="516173"/>
                  </a:lnTo>
                  <a:lnTo>
                    <a:pt x="621801" y="516065"/>
                  </a:lnTo>
                  <a:lnTo>
                    <a:pt x="621559" y="515784"/>
                  </a:lnTo>
                  <a:lnTo>
                    <a:pt x="621409" y="515610"/>
                  </a:lnTo>
                  <a:lnTo>
                    <a:pt x="621394" y="515337"/>
                  </a:lnTo>
                  <a:lnTo>
                    <a:pt x="622652" y="515799"/>
                  </a:lnTo>
                  <a:lnTo>
                    <a:pt x="622892" y="515604"/>
                  </a:lnTo>
                  <a:lnTo>
                    <a:pt x="622800" y="515476"/>
                  </a:lnTo>
                  <a:lnTo>
                    <a:pt x="622496" y="515057"/>
                  </a:lnTo>
                  <a:lnTo>
                    <a:pt x="622013" y="514442"/>
                  </a:lnTo>
                  <a:lnTo>
                    <a:pt x="621641" y="514660"/>
                  </a:lnTo>
                  <a:lnTo>
                    <a:pt x="621327" y="514204"/>
                  </a:lnTo>
                  <a:lnTo>
                    <a:pt x="621091" y="513880"/>
                  </a:lnTo>
                  <a:lnTo>
                    <a:pt x="620922" y="513656"/>
                  </a:lnTo>
                  <a:lnTo>
                    <a:pt x="620617" y="513281"/>
                  </a:lnTo>
                  <a:lnTo>
                    <a:pt x="620563" y="512386"/>
                  </a:lnTo>
                  <a:lnTo>
                    <a:pt x="620946" y="512743"/>
                  </a:lnTo>
                  <a:lnTo>
                    <a:pt x="620915" y="512229"/>
                  </a:lnTo>
                  <a:lnTo>
                    <a:pt x="620475" y="512178"/>
                  </a:lnTo>
                  <a:lnTo>
                    <a:pt x="620247" y="512128"/>
                  </a:lnTo>
                  <a:lnTo>
                    <a:pt x="619878" y="512030"/>
                  </a:lnTo>
                  <a:lnTo>
                    <a:pt x="619657" y="511955"/>
                  </a:lnTo>
                  <a:lnTo>
                    <a:pt x="620025" y="511362"/>
                  </a:lnTo>
                  <a:lnTo>
                    <a:pt x="620278" y="510985"/>
                  </a:lnTo>
                  <a:lnTo>
                    <a:pt x="620713" y="510706"/>
                  </a:lnTo>
                  <a:lnTo>
                    <a:pt x="620860" y="510444"/>
                  </a:lnTo>
                  <a:lnTo>
                    <a:pt x="621349" y="510270"/>
                  </a:lnTo>
                  <a:lnTo>
                    <a:pt x="621551" y="510374"/>
                  </a:lnTo>
                  <a:lnTo>
                    <a:pt x="621864" y="510345"/>
                  </a:lnTo>
                  <a:lnTo>
                    <a:pt x="621842" y="510180"/>
                  </a:lnTo>
                  <a:lnTo>
                    <a:pt x="621927" y="509827"/>
                  </a:lnTo>
                  <a:lnTo>
                    <a:pt x="622182" y="509543"/>
                  </a:lnTo>
                  <a:lnTo>
                    <a:pt x="622429" y="509723"/>
                  </a:lnTo>
                  <a:lnTo>
                    <a:pt x="622876" y="509892"/>
                  </a:lnTo>
                  <a:lnTo>
                    <a:pt x="623247" y="509718"/>
                  </a:lnTo>
                  <a:lnTo>
                    <a:pt x="623350" y="509580"/>
                  </a:lnTo>
                  <a:lnTo>
                    <a:pt x="623479" y="509013"/>
                  </a:lnTo>
                  <a:lnTo>
                    <a:pt x="623360" y="508694"/>
                  </a:lnTo>
                  <a:lnTo>
                    <a:pt x="623184" y="508642"/>
                  </a:lnTo>
                  <a:lnTo>
                    <a:pt x="622310" y="509315"/>
                  </a:lnTo>
                  <a:lnTo>
                    <a:pt x="621975" y="509268"/>
                  </a:lnTo>
                  <a:lnTo>
                    <a:pt x="621729" y="509051"/>
                  </a:lnTo>
                  <a:lnTo>
                    <a:pt x="621384" y="508329"/>
                  </a:lnTo>
                  <a:lnTo>
                    <a:pt x="621212" y="507647"/>
                  </a:lnTo>
                  <a:lnTo>
                    <a:pt x="621581" y="507639"/>
                  </a:lnTo>
                  <a:lnTo>
                    <a:pt x="621586" y="507952"/>
                  </a:lnTo>
                  <a:lnTo>
                    <a:pt x="621437" y="508014"/>
                  </a:lnTo>
                  <a:lnTo>
                    <a:pt x="621734" y="508078"/>
                  </a:lnTo>
                  <a:lnTo>
                    <a:pt x="622128" y="507866"/>
                  </a:lnTo>
                  <a:lnTo>
                    <a:pt x="622256" y="508132"/>
                  </a:lnTo>
                  <a:lnTo>
                    <a:pt x="621842" y="508454"/>
                  </a:lnTo>
                  <a:lnTo>
                    <a:pt x="621854" y="508756"/>
                  </a:lnTo>
                  <a:lnTo>
                    <a:pt x="621926" y="508906"/>
                  </a:lnTo>
                  <a:lnTo>
                    <a:pt x="622077" y="509135"/>
                  </a:lnTo>
                  <a:lnTo>
                    <a:pt x="622311" y="509156"/>
                  </a:lnTo>
                  <a:lnTo>
                    <a:pt x="622211" y="508806"/>
                  </a:lnTo>
                  <a:lnTo>
                    <a:pt x="622188" y="508549"/>
                  </a:lnTo>
                  <a:lnTo>
                    <a:pt x="622614" y="507866"/>
                  </a:lnTo>
                  <a:lnTo>
                    <a:pt x="622982" y="507491"/>
                  </a:lnTo>
                  <a:lnTo>
                    <a:pt x="623003" y="507256"/>
                  </a:lnTo>
                  <a:lnTo>
                    <a:pt x="623403" y="507121"/>
                  </a:lnTo>
                  <a:lnTo>
                    <a:pt x="623584" y="506960"/>
                  </a:lnTo>
                  <a:lnTo>
                    <a:pt x="623761" y="506690"/>
                  </a:lnTo>
                  <a:lnTo>
                    <a:pt x="623744" y="506231"/>
                  </a:lnTo>
                  <a:lnTo>
                    <a:pt x="623728" y="506047"/>
                  </a:lnTo>
                  <a:lnTo>
                    <a:pt x="623506" y="506027"/>
                  </a:lnTo>
                  <a:lnTo>
                    <a:pt x="623051" y="505909"/>
                  </a:lnTo>
                  <a:lnTo>
                    <a:pt x="622847" y="505710"/>
                  </a:lnTo>
                  <a:lnTo>
                    <a:pt x="622835" y="505511"/>
                  </a:lnTo>
                  <a:lnTo>
                    <a:pt x="622865" y="505194"/>
                  </a:lnTo>
                  <a:lnTo>
                    <a:pt x="622943" y="504863"/>
                  </a:lnTo>
                  <a:lnTo>
                    <a:pt x="623279" y="504780"/>
                  </a:lnTo>
                  <a:lnTo>
                    <a:pt x="623433" y="504687"/>
                  </a:lnTo>
                  <a:lnTo>
                    <a:pt x="623409" y="504087"/>
                  </a:lnTo>
                  <a:lnTo>
                    <a:pt x="623239" y="503493"/>
                  </a:lnTo>
                  <a:lnTo>
                    <a:pt x="623554" y="503052"/>
                  </a:lnTo>
                  <a:lnTo>
                    <a:pt x="623748" y="502971"/>
                  </a:lnTo>
                  <a:lnTo>
                    <a:pt x="624167" y="502607"/>
                  </a:lnTo>
                  <a:lnTo>
                    <a:pt x="624045" y="501725"/>
                  </a:lnTo>
                  <a:lnTo>
                    <a:pt x="623617" y="501442"/>
                  </a:lnTo>
                  <a:lnTo>
                    <a:pt x="623451" y="501415"/>
                  </a:lnTo>
                  <a:lnTo>
                    <a:pt x="623173" y="501054"/>
                  </a:lnTo>
                  <a:lnTo>
                    <a:pt x="623375" y="501019"/>
                  </a:lnTo>
                  <a:lnTo>
                    <a:pt x="623627" y="500351"/>
                  </a:lnTo>
                  <a:lnTo>
                    <a:pt x="623352" y="500129"/>
                  </a:lnTo>
                  <a:lnTo>
                    <a:pt x="623198" y="500339"/>
                  </a:lnTo>
                  <a:lnTo>
                    <a:pt x="623035" y="500729"/>
                  </a:lnTo>
                  <a:lnTo>
                    <a:pt x="622885" y="500780"/>
                  </a:lnTo>
                  <a:lnTo>
                    <a:pt x="622734" y="500542"/>
                  </a:lnTo>
                  <a:lnTo>
                    <a:pt x="622811" y="500205"/>
                  </a:lnTo>
                  <a:lnTo>
                    <a:pt x="622866" y="500036"/>
                  </a:lnTo>
                  <a:lnTo>
                    <a:pt x="622736" y="499684"/>
                  </a:lnTo>
                  <a:lnTo>
                    <a:pt x="622424" y="500001"/>
                  </a:lnTo>
                  <a:lnTo>
                    <a:pt x="622040" y="499918"/>
                  </a:lnTo>
                  <a:lnTo>
                    <a:pt x="621956" y="499591"/>
                  </a:lnTo>
                  <a:lnTo>
                    <a:pt x="622029" y="499273"/>
                  </a:lnTo>
                  <a:lnTo>
                    <a:pt x="621964" y="498728"/>
                  </a:lnTo>
                  <a:lnTo>
                    <a:pt x="621496" y="498046"/>
                  </a:lnTo>
                  <a:lnTo>
                    <a:pt x="621091" y="498112"/>
                  </a:lnTo>
                  <a:lnTo>
                    <a:pt x="620721" y="497570"/>
                  </a:lnTo>
                  <a:lnTo>
                    <a:pt x="620535" y="497618"/>
                  </a:lnTo>
                  <a:lnTo>
                    <a:pt x="620314" y="497398"/>
                  </a:lnTo>
                  <a:lnTo>
                    <a:pt x="620221" y="497101"/>
                  </a:lnTo>
                  <a:lnTo>
                    <a:pt x="620161" y="496868"/>
                  </a:lnTo>
                  <a:lnTo>
                    <a:pt x="619840" y="496244"/>
                  </a:lnTo>
                  <a:lnTo>
                    <a:pt x="619442" y="496500"/>
                  </a:lnTo>
                  <a:lnTo>
                    <a:pt x="619263" y="496445"/>
                  </a:lnTo>
                  <a:lnTo>
                    <a:pt x="619126" y="496214"/>
                  </a:lnTo>
                  <a:lnTo>
                    <a:pt x="619107" y="495959"/>
                  </a:lnTo>
                  <a:lnTo>
                    <a:pt x="619014" y="495538"/>
                  </a:lnTo>
                  <a:lnTo>
                    <a:pt x="618662" y="495305"/>
                  </a:lnTo>
                  <a:lnTo>
                    <a:pt x="618493" y="495785"/>
                  </a:lnTo>
                  <a:lnTo>
                    <a:pt x="618317" y="495567"/>
                  </a:lnTo>
                  <a:lnTo>
                    <a:pt x="618134" y="495499"/>
                  </a:lnTo>
                  <a:lnTo>
                    <a:pt x="617812" y="495688"/>
                  </a:lnTo>
                  <a:lnTo>
                    <a:pt x="617620" y="496029"/>
                  </a:lnTo>
                  <a:lnTo>
                    <a:pt x="617349" y="495811"/>
                  </a:lnTo>
                  <a:lnTo>
                    <a:pt x="617300" y="495632"/>
                  </a:lnTo>
                  <a:lnTo>
                    <a:pt x="617180" y="495459"/>
                  </a:lnTo>
                  <a:lnTo>
                    <a:pt x="616889" y="495298"/>
                  </a:lnTo>
                  <a:lnTo>
                    <a:pt x="616221" y="495594"/>
                  </a:lnTo>
                  <a:lnTo>
                    <a:pt x="616169" y="495967"/>
                  </a:lnTo>
                  <a:lnTo>
                    <a:pt x="615677" y="495770"/>
                  </a:lnTo>
                  <a:lnTo>
                    <a:pt x="615131" y="495337"/>
                  </a:lnTo>
                  <a:lnTo>
                    <a:pt x="614927" y="495083"/>
                  </a:lnTo>
                  <a:lnTo>
                    <a:pt x="614348" y="495021"/>
                  </a:lnTo>
                  <a:lnTo>
                    <a:pt x="613746" y="495010"/>
                  </a:lnTo>
                  <a:lnTo>
                    <a:pt x="613182" y="494664"/>
                  </a:lnTo>
                  <a:lnTo>
                    <a:pt x="613051" y="494464"/>
                  </a:lnTo>
                  <a:lnTo>
                    <a:pt x="612886" y="493933"/>
                  </a:lnTo>
                  <a:lnTo>
                    <a:pt x="612576" y="493183"/>
                  </a:lnTo>
                  <a:lnTo>
                    <a:pt x="612393" y="493006"/>
                  </a:lnTo>
                  <a:lnTo>
                    <a:pt x="611848" y="493244"/>
                  </a:lnTo>
                  <a:lnTo>
                    <a:pt x="611248" y="493372"/>
                  </a:lnTo>
                  <a:lnTo>
                    <a:pt x="611117" y="493807"/>
                  </a:lnTo>
                  <a:lnTo>
                    <a:pt x="610889" y="493708"/>
                  </a:lnTo>
                  <a:lnTo>
                    <a:pt x="610779" y="493481"/>
                  </a:lnTo>
                  <a:lnTo>
                    <a:pt x="610772" y="492972"/>
                  </a:lnTo>
                  <a:lnTo>
                    <a:pt x="610889" y="492565"/>
                  </a:lnTo>
                  <a:lnTo>
                    <a:pt x="610653" y="492519"/>
                  </a:lnTo>
                  <a:lnTo>
                    <a:pt x="610561" y="492671"/>
                  </a:lnTo>
                  <a:lnTo>
                    <a:pt x="610469" y="493072"/>
                  </a:lnTo>
                  <a:lnTo>
                    <a:pt x="610444" y="493390"/>
                  </a:lnTo>
                  <a:lnTo>
                    <a:pt x="610315" y="493399"/>
                  </a:lnTo>
                  <a:lnTo>
                    <a:pt x="609242" y="492878"/>
                  </a:lnTo>
                  <a:lnTo>
                    <a:pt x="609220" y="492190"/>
                  </a:lnTo>
                  <a:lnTo>
                    <a:pt x="608848" y="492065"/>
                  </a:lnTo>
                  <a:lnTo>
                    <a:pt x="608765" y="492319"/>
                  </a:lnTo>
                  <a:lnTo>
                    <a:pt x="608753" y="492600"/>
                  </a:lnTo>
                  <a:lnTo>
                    <a:pt x="608786" y="492839"/>
                  </a:lnTo>
                  <a:lnTo>
                    <a:pt x="608703" y="492993"/>
                  </a:lnTo>
                  <a:lnTo>
                    <a:pt x="608597" y="493159"/>
                  </a:lnTo>
                  <a:lnTo>
                    <a:pt x="608253" y="492773"/>
                  </a:lnTo>
                  <a:lnTo>
                    <a:pt x="608167" y="492529"/>
                  </a:lnTo>
                  <a:lnTo>
                    <a:pt x="607575" y="492269"/>
                  </a:lnTo>
                  <a:lnTo>
                    <a:pt x="607436" y="492209"/>
                  </a:lnTo>
                  <a:lnTo>
                    <a:pt x="607095" y="492132"/>
                  </a:lnTo>
                  <a:lnTo>
                    <a:pt x="607035" y="492321"/>
                  </a:lnTo>
                  <a:lnTo>
                    <a:pt x="607047" y="492715"/>
                  </a:lnTo>
                  <a:lnTo>
                    <a:pt x="607171" y="493114"/>
                  </a:lnTo>
                  <a:lnTo>
                    <a:pt x="607112" y="493341"/>
                  </a:lnTo>
                  <a:lnTo>
                    <a:pt x="606901" y="493731"/>
                  </a:lnTo>
                  <a:lnTo>
                    <a:pt x="606759" y="493792"/>
                  </a:lnTo>
                  <a:lnTo>
                    <a:pt x="606156" y="493767"/>
                  </a:lnTo>
                  <a:lnTo>
                    <a:pt x="606032" y="493622"/>
                  </a:lnTo>
                  <a:lnTo>
                    <a:pt x="605368" y="493171"/>
                  </a:lnTo>
                  <a:lnTo>
                    <a:pt x="605190" y="493087"/>
                  </a:lnTo>
                  <a:lnTo>
                    <a:pt x="604908" y="493157"/>
                  </a:lnTo>
                  <a:lnTo>
                    <a:pt x="604719" y="493249"/>
                  </a:lnTo>
                  <a:lnTo>
                    <a:pt x="604558" y="493100"/>
                  </a:lnTo>
                  <a:lnTo>
                    <a:pt x="603987" y="492577"/>
                  </a:lnTo>
                  <a:lnTo>
                    <a:pt x="603873" y="492394"/>
                  </a:lnTo>
                  <a:lnTo>
                    <a:pt x="603709" y="491996"/>
                  </a:lnTo>
                  <a:lnTo>
                    <a:pt x="603630" y="491825"/>
                  </a:lnTo>
                  <a:lnTo>
                    <a:pt x="603306" y="491454"/>
                  </a:lnTo>
                  <a:lnTo>
                    <a:pt x="603457" y="491053"/>
                  </a:lnTo>
                  <a:lnTo>
                    <a:pt x="603825" y="490993"/>
                  </a:lnTo>
                  <a:lnTo>
                    <a:pt x="604044" y="491152"/>
                  </a:lnTo>
                  <a:lnTo>
                    <a:pt x="604305" y="491300"/>
                  </a:lnTo>
                  <a:lnTo>
                    <a:pt x="604810" y="490427"/>
                  </a:lnTo>
                  <a:lnTo>
                    <a:pt x="604892" y="489616"/>
                  </a:lnTo>
                  <a:lnTo>
                    <a:pt x="604808" y="489487"/>
                  </a:lnTo>
                  <a:lnTo>
                    <a:pt x="604769" y="489257"/>
                  </a:lnTo>
                  <a:lnTo>
                    <a:pt x="604774" y="488663"/>
                  </a:lnTo>
                  <a:lnTo>
                    <a:pt x="604920" y="488348"/>
                  </a:lnTo>
                  <a:lnTo>
                    <a:pt x="605241" y="488465"/>
                  </a:lnTo>
                  <a:lnTo>
                    <a:pt x="605909" y="488275"/>
                  </a:lnTo>
                  <a:lnTo>
                    <a:pt x="605932" y="488081"/>
                  </a:lnTo>
                  <a:lnTo>
                    <a:pt x="605687" y="487320"/>
                  </a:lnTo>
                  <a:lnTo>
                    <a:pt x="605423" y="487157"/>
                  </a:lnTo>
                  <a:lnTo>
                    <a:pt x="604659" y="486813"/>
                  </a:lnTo>
                  <a:lnTo>
                    <a:pt x="604530" y="486847"/>
                  </a:lnTo>
                  <a:lnTo>
                    <a:pt x="604375" y="486886"/>
                  </a:lnTo>
                  <a:lnTo>
                    <a:pt x="604183" y="486622"/>
                  </a:lnTo>
                  <a:lnTo>
                    <a:pt x="604246" y="486195"/>
                  </a:lnTo>
                  <a:lnTo>
                    <a:pt x="604299" y="485768"/>
                  </a:lnTo>
                  <a:lnTo>
                    <a:pt x="604521" y="485829"/>
                  </a:lnTo>
                  <a:lnTo>
                    <a:pt x="604540" y="486077"/>
                  </a:lnTo>
                  <a:lnTo>
                    <a:pt x="604765" y="486176"/>
                  </a:lnTo>
                  <a:lnTo>
                    <a:pt x="605068" y="485773"/>
                  </a:lnTo>
                  <a:lnTo>
                    <a:pt x="605026" y="485586"/>
                  </a:lnTo>
                  <a:lnTo>
                    <a:pt x="604609" y="485107"/>
                  </a:lnTo>
                  <a:lnTo>
                    <a:pt x="604738" y="484792"/>
                  </a:lnTo>
                  <a:lnTo>
                    <a:pt x="604926" y="484559"/>
                  </a:lnTo>
                  <a:lnTo>
                    <a:pt x="605229" y="484418"/>
                  </a:lnTo>
                  <a:lnTo>
                    <a:pt x="605403" y="484168"/>
                  </a:lnTo>
                  <a:lnTo>
                    <a:pt x="605448" y="484040"/>
                  </a:lnTo>
                  <a:lnTo>
                    <a:pt x="605562" y="483614"/>
                  </a:lnTo>
                  <a:lnTo>
                    <a:pt x="605334" y="483035"/>
                  </a:lnTo>
                  <a:lnTo>
                    <a:pt x="605054" y="482936"/>
                  </a:lnTo>
                  <a:lnTo>
                    <a:pt x="604502" y="482532"/>
                  </a:lnTo>
                  <a:lnTo>
                    <a:pt x="604262" y="482318"/>
                  </a:lnTo>
                  <a:lnTo>
                    <a:pt x="604179" y="482447"/>
                  </a:lnTo>
                  <a:lnTo>
                    <a:pt x="604042" y="482941"/>
                  </a:lnTo>
                  <a:lnTo>
                    <a:pt x="603719" y="482787"/>
                  </a:lnTo>
                  <a:lnTo>
                    <a:pt x="603593" y="482579"/>
                  </a:lnTo>
                  <a:lnTo>
                    <a:pt x="603552" y="482256"/>
                  </a:lnTo>
                  <a:lnTo>
                    <a:pt x="602922" y="482065"/>
                  </a:lnTo>
                  <a:lnTo>
                    <a:pt x="602218" y="481789"/>
                  </a:lnTo>
                  <a:lnTo>
                    <a:pt x="602032" y="481602"/>
                  </a:lnTo>
                  <a:lnTo>
                    <a:pt x="601811" y="481328"/>
                  </a:lnTo>
                  <a:lnTo>
                    <a:pt x="601640" y="481185"/>
                  </a:lnTo>
                  <a:lnTo>
                    <a:pt x="601417" y="481322"/>
                  </a:lnTo>
                  <a:lnTo>
                    <a:pt x="601138" y="481327"/>
                  </a:lnTo>
                  <a:lnTo>
                    <a:pt x="600740" y="481071"/>
                  </a:lnTo>
                  <a:lnTo>
                    <a:pt x="600984" y="480875"/>
                  </a:lnTo>
                  <a:lnTo>
                    <a:pt x="601059" y="480694"/>
                  </a:lnTo>
                  <a:lnTo>
                    <a:pt x="600959" y="480490"/>
                  </a:lnTo>
                  <a:lnTo>
                    <a:pt x="600115" y="479699"/>
                  </a:lnTo>
                  <a:lnTo>
                    <a:pt x="599776" y="479776"/>
                  </a:lnTo>
                  <a:lnTo>
                    <a:pt x="599567" y="479849"/>
                  </a:lnTo>
                  <a:lnTo>
                    <a:pt x="599228" y="479755"/>
                  </a:lnTo>
                  <a:lnTo>
                    <a:pt x="599055" y="479589"/>
                  </a:lnTo>
                  <a:lnTo>
                    <a:pt x="599067" y="479267"/>
                  </a:lnTo>
                  <a:lnTo>
                    <a:pt x="598847" y="478920"/>
                  </a:lnTo>
                  <a:lnTo>
                    <a:pt x="598734" y="478730"/>
                  </a:lnTo>
                  <a:lnTo>
                    <a:pt x="598658" y="478448"/>
                  </a:lnTo>
                  <a:lnTo>
                    <a:pt x="598930" y="478325"/>
                  </a:lnTo>
                  <a:lnTo>
                    <a:pt x="599358" y="478717"/>
                  </a:lnTo>
                  <a:lnTo>
                    <a:pt x="599518" y="478998"/>
                  </a:lnTo>
                  <a:lnTo>
                    <a:pt x="599791" y="479215"/>
                  </a:lnTo>
                  <a:lnTo>
                    <a:pt x="599959" y="479303"/>
                  </a:lnTo>
                  <a:lnTo>
                    <a:pt x="600081" y="479135"/>
                  </a:lnTo>
                  <a:lnTo>
                    <a:pt x="600101" y="478296"/>
                  </a:lnTo>
                  <a:lnTo>
                    <a:pt x="600402" y="478424"/>
                  </a:lnTo>
                  <a:lnTo>
                    <a:pt x="600588" y="478525"/>
                  </a:lnTo>
                  <a:lnTo>
                    <a:pt x="601039" y="478945"/>
                  </a:lnTo>
                  <a:lnTo>
                    <a:pt x="601218" y="479035"/>
                  </a:lnTo>
                  <a:lnTo>
                    <a:pt x="601583" y="479183"/>
                  </a:lnTo>
                  <a:lnTo>
                    <a:pt x="602294" y="479178"/>
                  </a:lnTo>
                  <a:lnTo>
                    <a:pt x="602671" y="479140"/>
                  </a:lnTo>
                  <a:lnTo>
                    <a:pt x="602755" y="478658"/>
                  </a:lnTo>
                  <a:lnTo>
                    <a:pt x="602659" y="478503"/>
                  </a:lnTo>
                  <a:lnTo>
                    <a:pt x="603177" y="478066"/>
                  </a:lnTo>
                  <a:lnTo>
                    <a:pt x="602905" y="477695"/>
                  </a:lnTo>
                  <a:lnTo>
                    <a:pt x="602452" y="477398"/>
                  </a:lnTo>
                  <a:lnTo>
                    <a:pt x="602219" y="477288"/>
                  </a:lnTo>
                  <a:lnTo>
                    <a:pt x="602132" y="477145"/>
                  </a:lnTo>
                  <a:lnTo>
                    <a:pt x="602309" y="476597"/>
                  </a:lnTo>
                  <a:lnTo>
                    <a:pt x="602274" y="475987"/>
                  </a:lnTo>
                  <a:lnTo>
                    <a:pt x="602544" y="476031"/>
                  </a:lnTo>
                  <a:lnTo>
                    <a:pt x="602738" y="476122"/>
                  </a:lnTo>
                  <a:lnTo>
                    <a:pt x="602905" y="476169"/>
                  </a:lnTo>
                  <a:lnTo>
                    <a:pt x="603224" y="476212"/>
                  </a:lnTo>
                  <a:lnTo>
                    <a:pt x="603380" y="476099"/>
                  </a:lnTo>
                  <a:lnTo>
                    <a:pt x="603834" y="475868"/>
                  </a:lnTo>
                  <a:lnTo>
                    <a:pt x="604023" y="475831"/>
                  </a:lnTo>
                  <a:lnTo>
                    <a:pt x="604256" y="475671"/>
                  </a:lnTo>
                  <a:lnTo>
                    <a:pt x="604305" y="474985"/>
                  </a:lnTo>
                  <a:lnTo>
                    <a:pt x="604328" y="473968"/>
                  </a:lnTo>
                  <a:lnTo>
                    <a:pt x="604174" y="473545"/>
                  </a:lnTo>
                  <a:lnTo>
                    <a:pt x="604127" y="473284"/>
                  </a:lnTo>
                  <a:lnTo>
                    <a:pt x="604197" y="473016"/>
                  </a:lnTo>
                  <a:lnTo>
                    <a:pt x="604724" y="472735"/>
                  </a:lnTo>
                  <a:lnTo>
                    <a:pt x="605268" y="472806"/>
                  </a:lnTo>
                  <a:lnTo>
                    <a:pt x="605346" y="472948"/>
                  </a:lnTo>
                  <a:lnTo>
                    <a:pt x="605850" y="472763"/>
                  </a:lnTo>
                  <a:lnTo>
                    <a:pt x="605729" y="472473"/>
                  </a:lnTo>
                  <a:lnTo>
                    <a:pt x="605357" y="471857"/>
                  </a:lnTo>
                  <a:lnTo>
                    <a:pt x="605302" y="471443"/>
                  </a:lnTo>
                  <a:lnTo>
                    <a:pt x="605902" y="471113"/>
                  </a:lnTo>
                  <a:lnTo>
                    <a:pt x="606216" y="471053"/>
                  </a:lnTo>
                  <a:lnTo>
                    <a:pt x="606543" y="470776"/>
                  </a:lnTo>
                  <a:lnTo>
                    <a:pt x="606886" y="470500"/>
                  </a:lnTo>
                  <a:lnTo>
                    <a:pt x="607165" y="470611"/>
                  </a:lnTo>
                  <a:lnTo>
                    <a:pt x="607693" y="470664"/>
                  </a:lnTo>
                  <a:lnTo>
                    <a:pt x="607663" y="470518"/>
                  </a:lnTo>
                  <a:lnTo>
                    <a:pt x="607844" y="470102"/>
                  </a:lnTo>
                  <a:lnTo>
                    <a:pt x="608647" y="470094"/>
                  </a:lnTo>
                  <a:lnTo>
                    <a:pt x="608847" y="470340"/>
                  </a:lnTo>
                  <a:lnTo>
                    <a:pt x="609316" y="470871"/>
                  </a:lnTo>
                  <a:lnTo>
                    <a:pt x="609511" y="470506"/>
                  </a:lnTo>
                  <a:lnTo>
                    <a:pt x="609797" y="470825"/>
                  </a:lnTo>
                  <a:lnTo>
                    <a:pt x="610264" y="471226"/>
                  </a:lnTo>
                  <a:lnTo>
                    <a:pt x="610671" y="471002"/>
                  </a:lnTo>
                  <a:lnTo>
                    <a:pt x="610488" y="470972"/>
                  </a:lnTo>
                  <a:lnTo>
                    <a:pt x="610326" y="470790"/>
                  </a:lnTo>
                  <a:lnTo>
                    <a:pt x="610192" y="470629"/>
                  </a:lnTo>
                  <a:lnTo>
                    <a:pt x="610146" y="470468"/>
                  </a:lnTo>
                  <a:lnTo>
                    <a:pt x="609992" y="469783"/>
                  </a:lnTo>
                  <a:lnTo>
                    <a:pt x="610128" y="469747"/>
                  </a:lnTo>
                  <a:lnTo>
                    <a:pt x="610275" y="469736"/>
                  </a:lnTo>
                  <a:lnTo>
                    <a:pt x="610424" y="469409"/>
                  </a:lnTo>
                  <a:lnTo>
                    <a:pt x="610492" y="469036"/>
                  </a:lnTo>
                  <a:lnTo>
                    <a:pt x="610510" y="468812"/>
                  </a:lnTo>
                  <a:lnTo>
                    <a:pt x="610575" y="468045"/>
                  </a:lnTo>
                  <a:lnTo>
                    <a:pt x="610722" y="467890"/>
                  </a:lnTo>
                  <a:lnTo>
                    <a:pt x="610762" y="467743"/>
                  </a:lnTo>
                  <a:lnTo>
                    <a:pt x="610617" y="467363"/>
                  </a:lnTo>
                  <a:lnTo>
                    <a:pt x="611000" y="467145"/>
                  </a:lnTo>
                  <a:lnTo>
                    <a:pt x="611313" y="466936"/>
                  </a:lnTo>
                  <a:lnTo>
                    <a:pt x="611248" y="466570"/>
                  </a:lnTo>
                  <a:lnTo>
                    <a:pt x="610857" y="466081"/>
                  </a:lnTo>
                  <a:lnTo>
                    <a:pt x="610560" y="465855"/>
                  </a:lnTo>
                  <a:lnTo>
                    <a:pt x="610640" y="465488"/>
                  </a:lnTo>
                  <a:lnTo>
                    <a:pt x="610622" y="464901"/>
                  </a:lnTo>
                  <a:lnTo>
                    <a:pt x="609975" y="464491"/>
                  </a:lnTo>
                  <a:lnTo>
                    <a:pt x="610503" y="464144"/>
                  </a:lnTo>
                  <a:lnTo>
                    <a:pt x="610541" y="463507"/>
                  </a:lnTo>
                  <a:lnTo>
                    <a:pt x="610206" y="463152"/>
                  </a:lnTo>
                  <a:lnTo>
                    <a:pt x="609948" y="463011"/>
                  </a:lnTo>
                  <a:lnTo>
                    <a:pt x="609614" y="463188"/>
                  </a:lnTo>
                  <a:lnTo>
                    <a:pt x="609573" y="463372"/>
                  </a:lnTo>
                  <a:lnTo>
                    <a:pt x="609223" y="463563"/>
                  </a:lnTo>
                  <a:lnTo>
                    <a:pt x="608859" y="463049"/>
                  </a:lnTo>
                  <a:lnTo>
                    <a:pt x="608859" y="462859"/>
                  </a:lnTo>
                  <a:lnTo>
                    <a:pt x="609272" y="462430"/>
                  </a:lnTo>
                  <a:lnTo>
                    <a:pt x="609208" y="462173"/>
                  </a:lnTo>
                  <a:lnTo>
                    <a:pt x="608940" y="461786"/>
                  </a:lnTo>
                  <a:lnTo>
                    <a:pt x="607965" y="461164"/>
                  </a:lnTo>
                  <a:lnTo>
                    <a:pt x="607607" y="461177"/>
                  </a:lnTo>
                  <a:lnTo>
                    <a:pt x="607374" y="461173"/>
                  </a:lnTo>
                  <a:lnTo>
                    <a:pt x="607150" y="461075"/>
                  </a:lnTo>
                  <a:lnTo>
                    <a:pt x="606736" y="460744"/>
                  </a:lnTo>
                  <a:lnTo>
                    <a:pt x="606642" y="460549"/>
                  </a:lnTo>
                  <a:lnTo>
                    <a:pt x="606795" y="460201"/>
                  </a:lnTo>
                  <a:lnTo>
                    <a:pt x="606783" y="459962"/>
                  </a:lnTo>
                  <a:lnTo>
                    <a:pt x="606618" y="459648"/>
                  </a:lnTo>
                  <a:lnTo>
                    <a:pt x="606459" y="459452"/>
                  </a:lnTo>
                  <a:lnTo>
                    <a:pt x="606324" y="459202"/>
                  </a:lnTo>
                  <a:lnTo>
                    <a:pt x="606218" y="458836"/>
                  </a:lnTo>
                  <a:lnTo>
                    <a:pt x="606380" y="458504"/>
                  </a:lnTo>
                  <a:lnTo>
                    <a:pt x="606546" y="458666"/>
                  </a:lnTo>
                  <a:lnTo>
                    <a:pt x="606714" y="459086"/>
                  </a:lnTo>
                  <a:lnTo>
                    <a:pt x="607068" y="459455"/>
                  </a:lnTo>
                  <a:lnTo>
                    <a:pt x="607260" y="459614"/>
                  </a:lnTo>
                  <a:lnTo>
                    <a:pt x="607557" y="459843"/>
                  </a:lnTo>
                  <a:lnTo>
                    <a:pt x="607728" y="460088"/>
                  </a:lnTo>
                  <a:lnTo>
                    <a:pt x="607719" y="460386"/>
                  </a:lnTo>
                  <a:lnTo>
                    <a:pt x="607478" y="460427"/>
                  </a:lnTo>
                  <a:lnTo>
                    <a:pt x="607651" y="460681"/>
                  </a:lnTo>
                  <a:lnTo>
                    <a:pt x="607956" y="460959"/>
                  </a:lnTo>
                  <a:lnTo>
                    <a:pt x="608127" y="460924"/>
                  </a:lnTo>
                  <a:lnTo>
                    <a:pt x="608460" y="460689"/>
                  </a:lnTo>
                  <a:lnTo>
                    <a:pt x="608521" y="460461"/>
                  </a:lnTo>
                  <a:lnTo>
                    <a:pt x="608395" y="459858"/>
                  </a:lnTo>
                  <a:lnTo>
                    <a:pt x="608423" y="459588"/>
                  </a:lnTo>
                  <a:lnTo>
                    <a:pt x="608722" y="459393"/>
                  </a:lnTo>
                  <a:lnTo>
                    <a:pt x="609134" y="459639"/>
                  </a:lnTo>
                  <a:lnTo>
                    <a:pt x="609281" y="459675"/>
                  </a:lnTo>
                  <a:lnTo>
                    <a:pt x="609803" y="459774"/>
                  </a:lnTo>
                  <a:lnTo>
                    <a:pt x="610674" y="459613"/>
                  </a:lnTo>
                  <a:lnTo>
                    <a:pt x="610534" y="459032"/>
                  </a:lnTo>
                  <a:lnTo>
                    <a:pt x="610594" y="458489"/>
                  </a:lnTo>
                  <a:lnTo>
                    <a:pt x="610642" y="458194"/>
                  </a:lnTo>
                  <a:lnTo>
                    <a:pt x="610682" y="458061"/>
                  </a:lnTo>
                  <a:lnTo>
                    <a:pt x="610671" y="457551"/>
                  </a:lnTo>
                  <a:lnTo>
                    <a:pt x="610602" y="457226"/>
                  </a:lnTo>
                  <a:lnTo>
                    <a:pt x="610825" y="457190"/>
                  </a:lnTo>
                  <a:lnTo>
                    <a:pt x="611035" y="457273"/>
                  </a:lnTo>
                  <a:lnTo>
                    <a:pt x="611411" y="457339"/>
                  </a:lnTo>
                  <a:lnTo>
                    <a:pt x="611569" y="456851"/>
                  </a:lnTo>
                  <a:lnTo>
                    <a:pt x="611285" y="456656"/>
                  </a:lnTo>
                  <a:lnTo>
                    <a:pt x="610951" y="456023"/>
                  </a:lnTo>
                  <a:lnTo>
                    <a:pt x="610839" y="455245"/>
                  </a:lnTo>
                  <a:lnTo>
                    <a:pt x="610771" y="454653"/>
                  </a:lnTo>
                  <a:lnTo>
                    <a:pt x="610572" y="454164"/>
                  </a:lnTo>
                  <a:lnTo>
                    <a:pt x="610246" y="453747"/>
                  </a:lnTo>
                  <a:lnTo>
                    <a:pt x="609993" y="453523"/>
                  </a:lnTo>
                  <a:lnTo>
                    <a:pt x="609839" y="453338"/>
                  </a:lnTo>
                  <a:lnTo>
                    <a:pt x="609704" y="453160"/>
                  </a:lnTo>
                  <a:lnTo>
                    <a:pt x="609647" y="452962"/>
                  </a:lnTo>
                  <a:lnTo>
                    <a:pt x="609562" y="452726"/>
                  </a:lnTo>
                  <a:lnTo>
                    <a:pt x="609292" y="451987"/>
                  </a:lnTo>
                  <a:lnTo>
                    <a:pt x="609122" y="451520"/>
                  </a:lnTo>
                  <a:lnTo>
                    <a:pt x="609631" y="451288"/>
                  </a:lnTo>
                  <a:lnTo>
                    <a:pt x="609919" y="451426"/>
                  </a:lnTo>
                  <a:lnTo>
                    <a:pt x="610308" y="451575"/>
                  </a:lnTo>
                  <a:lnTo>
                    <a:pt x="610724" y="451970"/>
                  </a:lnTo>
                  <a:lnTo>
                    <a:pt x="611075" y="451799"/>
                  </a:lnTo>
                  <a:lnTo>
                    <a:pt x="611506" y="451708"/>
                  </a:lnTo>
                  <a:lnTo>
                    <a:pt x="611656" y="451881"/>
                  </a:lnTo>
                  <a:lnTo>
                    <a:pt x="611951" y="452415"/>
                  </a:lnTo>
                  <a:lnTo>
                    <a:pt x="612158" y="452160"/>
                  </a:lnTo>
                  <a:lnTo>
                    <a:pt x="612260" y="451922"/>
                  </a:lnTo>
                  <a:lnTo>
                    <a:pt x="612354" y="451764"/>
                  </a:lnTo>
                  <a:lnTo>
                    <a:pt x="612561" y="451508"/>
                  </a:lnTo>
                  <a:lnTo>
                    <a:pt x="612737" y="451818"/>
                  </a:lnTo>
                  <a:lnTo>
                    <a:pt x="612898" y="451991"/>
                  </a:lnTo>
                  <a:lnTo>
                    <a:pt x="613115" y="452093"/>
                  </a:lnTo>
                  <a:lnTo>
                    <a:pt x="613727" y="452009"/>
                  </a:lnTo>
                  <a:lnTo>
                    <a:pt x="614309" y="452027"/>
                  </a:lnTo>
                  <a:lnTo>
                    <a:pt x="614344" y="452608"/>
                  </a:lnTo>
                  <a:lnTo>
                    <a:pt x="614731" y="452961"/>
                  </a:lnTo>
                  <a:lnTo>
                    <a:pt x="614919" y="452942"/>
                  </a:lnTo>
                  <a:lnTo>
                    <a:pt x="615224" y="453448"/>
                  </a:lnTo>
                  <a:lnTo>
                    <a:pt x="615384" y="453662"/>
                  </a:lnTo>
                  <a:lnTo>
                    <a:pt x="615701" y="453850"/>
                  </a:lnTo>
                  <a:lnTo>
                    <a:pt x="615775" y="453318"/>
                  </a:lnTo>
                  <a:lnTo>
                    <a:pt x="615499" y="452896"/>
                  </a:lnTo>
                  <a:lnTo>
                    <a:pt x="615629" y="452633"/>
                  </a:lnTo>
                  <a:lnTo>
                    <a:pt x="615878" y="452453"/>
                  </a:lnTo>
                  <a:lnTo>
                    <a:pt x="616080" y="452139"/>
                  </a:lnTo>
                  <a:lnTo>
                    <a:pt x="616226" y="451826"/>
                  </a:lnTo>
                  <a:lnTo>
                    <a:pt x="616077" y="451677"/>
                  </a:lnTo>
                  <a:lnTo>
                    <a:pt x="615922" y="451242"/>
                  </a:lnTo>
                  <a:lnTo>
                    <a:pt x="616150" y="450576"/>
                  </a:lnTo>
                  <a:lnTo>
                    <a:pt x="616343" y="450157"/>
                  </a:lnTo>
                  <a:lnTo>
                    <a:pt x="616542" y="450122"/>
                  </a:lnTo>
                  <a:lnTo>
                    <a:pt x="617077" y="450506"/>
                  </a:lnTo>
                  <a:lnTo>
                    <a:pt x="617653" y="450774"/>
                  </a:lnTo>
                  <a:lnTo>
                    <a:pt x="618173" y="450947"/>
                  </a:lnTo>
                  <a:lnTo>
                    <a:pt x="618338" y="451229"/>
                  </a:lnTo>
                  <a:lnTo>
                    <a:pt x="618508" y="451439"/>
                  </a:lnTo>
                  <a:lnTo>
                    <a:pt x="619035" y="451668"/>
                  </a:lnTo>
                  <a:lnTo>
                    <a:pt x="619559" y="452178"/>
                  </a:lnTo>
                  <a:lnTo>
                    <a:pt x="619751" y="452308"/>
                  </a:lnTo>
                  <a:lnTo>
                    <a:pt x="619898" y="452299"/>
                  </a:lnTo>
                  <a:lnTo>
                    <a:pt x="620403" y="452198"/>
                  </a:lnTo>
                  <a:lnTo>
                    <a:pt x="620833" y="452584"/>
                  </a:lnTo>
                  <a:lnTo>
                    <a:pt x="620986" y="452754"/>
                  </a:lnTo>
                  <a:lnTo>
                    <a:pt x="621460" y="452950"/>
                  </a:lnTo>
                  <a:lnTo>
                    <a:pt x="621919" y="452188"/>
                  </a:lnTo>
                  <a:lnTo>
                    <a:pt x="622354" y="451789"/>
                  </a:lnTo>
                  <a:lnTo>
                    <a:pt x="622215" y="451397"/>
                  </a:lnTo>
                  <a:lnTo>
                    <a:pt x="621841" y="451387"/>
                  </a:lnTo>
                  <a:lnTo>
                    <a:pt x="621710" y="451343"/>
                  </a:lnTo>
                  <a:lnTo>
                    <a:pt x="621438" y="451173"/>
                  </a:lnTo>
                  <a:lnTo>
                    <a:pt x="621256" y="450983"/>
                  </a:lnTo>
                  <a:lnTo>
                    <a:pt x="621661" y="450516"/>
                  </a:lnTo>
                  <a:lnTo>
                    <a:pt x="621906" y="450471"/>
                  </a:lnTo>
                  <a:lnTo>
                    <a:pt x="622391" y="450693"/>
                  </a:lnTo>
                  <a:lnTo>
                    <a:pt x="622935" y="450946"/>
                  </a:lnTo>
                  <a:lnTo>
                    <a:pt x="623425" y="451210"/>
                  </a:lnTo>
                  <a:lnTo>
                    <a:pt x="623689" y="451399"/>
                  </a:lnTo>
                  <a:lnTo>
                    <a:pt x="624049" y="451764"/>
                  </a:lnTo>
                  <a:lnTo>
                    <a:pt x="624354" y="452341"/>
                  </a:lnTo>
                  <a:lnTo>
                    <a:pt x="624606" y="452428"/>
                  </a:lnTo>
                  <a:lnTo>
                    <a:pt x="625227" y="452602"/>
                  </a:lnTo>
                  <a:lnTo>
                    <a:pt x="625897" y="452520"/>
                  </a:lnTo>
                  <a:lnTo>
                    <a:pt x="625698" y="452418"/>
                  </a:lnTo>
                  <a:lnTo>
                    <a:pt x="625433" y="452064"/>
                  </a:lnTo>
                  <a:lnTo>
                    <a:pt x="625631" y="451899"/>
                  </a:lnTo>
                  <a:lnTo>
                    <a:pt x="626794" y="452352"/>
                  </a:lnTo>
                  <a:lnTo>
                    <a:pt x="627189" y="452549"/>
                  </a:lnTo>
                  <a:lnTo>
                    <a:pt x="627210" y="452220"/>
                  </a:lnTo>
                  <a:lnTo>
                    <a:pt x="627093" y="451770"/>
                  </a:lnTo>
                  <a:lnTo>
                    <a:pt x="627004" y="451355"/>
                  </a:lnTo>
                  <a:lnTo>
                    <a:pt x="627199" y="451000"/>
                  </a:lnTo>
                  <a:lnTo>
                    <a:pt x="627481" y="451150"/>
                  </a:lnTo>
                  <a:lnTo>
                    <a:pt x="627812" y="451510"/>
                  </a:lnTo>
                  <a:lnTo>
                    <a:pt x="628576" y="451806"/>
                  </a:lnTo>
                  <a:lnTo>
                    <a:pt x="628681" y="451659"/>
                  </a:lnTo>
                  <a:lnTo>
                    <a:pt x="628874" y="451576"/>
                  </a:lnTo>
                  <a:lnTo>
                    <a:pt x="629040" y="451542"/>
                  </a:lnTo>
                  <a:lnTo>
                    <a:pt x="629169" y="451563"/>
                  </a:lnTo>
                  <a:lnTo>
                    <a:pt x="629586" y="451710"/>
                  </a:lnTo>
                  <a:lnTo>
                    <a:pt x="629916" y="452140"/>
                  </a:lnTo>
                  <a:lnTo>
                    <a:pt x="630160" y="452012"/>
                  </a:lnTo>
                  <a:lnTo>
                    <a:pt x="630470" y="451773"/>
                  </a:lnTo>
                  <a:lnTo>
                    <a:pt x="630643" y="451676"/>
                  </a:lnTo>
                  <a:lnTo>
                    <a:pt x="631576" y="451328"/>
                  </a:lnTo>
                  <a:lnTo>
                    <a:pt x="631802" y="451253"/>
                  </a:lnTo>
                  <a:lnTo>
                    <a:pt x="632646" y="451055"/>
                  </a:lnTo>
                  <a:lnTo>
                    <a:pt x="632871" y="451003"/>
                  </a:lnTo>
                  <a:lnTo>
                    <a:pt x="633678" y="450969"/>
                  </a:lnTo>
                  <a:lnTo>
                    <a:pt x="634712" y="451798"/>
                  </a:lnTo>
                  <a:lnTo>
                    <a:pt x="635315" y="452414"/>
                  </a:lnTo>
                  <a:lnTo>
                    <a:pt x="636003" y="453094"/>
                  </a:lnTo>
                  <a:lnTo>
                    <a:pt x="636223" y="452974"/>
                  </a:lnTo>
                  <a:lnTo>
                    <a:pt x="636768" y="452762"/>
                  </a:lnTo>
                  <a:lnTo>
                    <a:pt x="637358" y="452995"/>
                  </a:lnTo>
                  <a:lnTo>
                    <a:pt x="637615" y="453284"/>
                  </a:lnTo>
                  <a:lnTo>
                    <a:pt x="637817" y="454031"/>
                  </a:lnTo>
                  <a:lnTo>
                    <a:pt x="637900" y="454443"/>
                  </a:lnTo>
                  <a:lnTo>
                    <a:pt x="637919" y="454639"/>
                  </a:lnTo>
                  <a:lnTo>
                    <a:pt x="637973" y="454872"/>
                  </a:lnTo>
                  <a:lnTo>
                    <a:pt x="638020" y="455036"/>
                  </a:lnTo>
                  <a:lnTo>
                    <a:pt x="637930" y="455544"/>
                  </a:lnTo>
                  <a:lnTo>
                    <a:pt x="637833" y="455801"/>
                  </a:lnTo>
                  <a:lnTo>
                    <a:pt x="637612" y="455863"/>
                  </a:lnTo>
                  <a:lnTo>
                    <a:pt x="637855" y="455930"/>
                  </a:lnTo>
                  <a:lnTo>
                    <a:pt x="637988" y="456199"/>
                  </a:lnTo>
                  <a:lnTo>
                    <a:pt x="637838" y="456453"/>
                  </a:lnTo>
                  <a:lnTo>
                    <a:pt x="637883" y="456597"/>
                  </a:lnTo>
                  <a:lnTo>
                    <a:pt x="638118" y="456869"/>
                  </a:lnTo>
                  <a:lnTo>
                    <a:pt x="638098" y="457306"/>
                  </a:lnTo>
                  <a:lnTo>
                    <a:pt x="638159" y="458199"/>
                  </a:lnTo>
                  <a:lnTo>
                    <a:pt x="638323" y="458872"/>
                  </a:lnTo>
                  <a:lnTo>
                    <a:pt x="638451" y="458972"/>
                  </a:lnTo>
                  <a:lnTo>
                    <a:pt x="638655" y="459314"/>
                  </a:lnTo>
                  <a:lnTo>
                    <a:pt x="638890" y="460145"/>
                  </a:lnTo>
                  <a:lnTo>
                    <a:pt x="638752" y="460649"/>
                  </a:lnTo>
                  <a:lnTo>
                    <a:pt x="638697" y="461067"/>
                  </a:lnTo>
                  <a:lnTo>
                    <a:pt x="638993" y="461846"/>
                  </a:lnTo>
                  <a:lnTo>
                    <a:pt x="639153" y="462083"/>
                  </a:lnTo>
                  <a:lnTo>
                    <a:pt x="639496" y="461966"/>
                  </a:lnTo>
                  <a:lnTo>
                    <a:pt x="640163" y="461304"/>
                  </a:lnTo>
                  <a:lnTo>
                    <a:pt x="640370" y="461340"/>
                  </a:lnTo>
                  <a:lnTo>
                    <a:pt x="640344" y="461709"/>
                  </a:lnTo>
                  <a:lnTo>
                    <a:pt x="640651" y="461917"/>
                  </a:lnTo>
                  <a:lnTo>
                    <a:pt x="641050" y="462133"/>
                  </a:lnTo>
                  <a:lnTo>
                    <a:pt x="641246" y="462422"/>
                  </a:lnTo>
                  <a:lnTo>
                    <a:pt x="641491" y="462422"/>
                  </a:lnTo>
                  <a:lnTo>
                    <a:pt x="641662" y="462339"/>
                  </a:lnTo>
                  <a:lnTo>
                    <a:pt x="641868" y="462242"/>
                  </a:lnTo>
                  <a:lnTo>
                    <a:pt x="642080" y="462196"/>
                  </a:lnTo>
                  <a:lnTo>
                    <a:pt x="642637" y="462304"/>
                  </a:lnTo>
                  <a:lnTo>
                    <a:pt x="642851" y="462478"/>
                  </a:lnTo>
                  <a:lnTo>
                    <a:pt x="643567" y="462568"/>
                  </a:lnTo>
                  <a:lnTo>
                    <a:pt x="643816" y="462716"/>
                  </a:lnTo>
                  <a:lnTo>
                    <a:pt x="643906" y="462563"/>
                  </a:lnTo>
                  <a:lnTo>
                    <a:pt x="644203" y="462223"/>
                  </a:lnTo>
                  <a:lnTo>
                    <a:pt x="644439" y="462232"/>
                  </a:lnTo>
                  <a:lnTo>
                    <a:pt x="644703" y="462505"/>
                  </a:lnTo>
                  <a:lnTo>
                    <a:pt x="644706" y="462815"/>
                  </a:lnTo>
                  <a:lnTo>
                    <a:pt x="644896" y="463164"/>
                  </a:lnTo>
                  <a:lnTo>
                    <a:pt x="645205" y="462916"/>
                  </a:lnTo>
                  <a:lnTo>
                    <a:pt x="645385" y="462506"/>
                  </a:lnTo>
                  <a:lnTo>
                    <a:pt x="645512" y="462416"/>
                  </a:lnTo>
                  <a:lnTo>
                    <a:pt x="645806" y="462272"/>
                  </a:lnTo>
                  <a:lnTo>
                    <a:pt x="646656" y="461966"/>
                  </a:lnTo>
                  <a:lnTo>
                    <a:pt x="646742" y="462225"/>
                  </a:lnTo>
                  <a:lnTo>
                    <a:pt x="646724" y="462469"/>
                  </a:lnTo>
                  <a:lnTo>
                    <a:pt x="646760" y="462767"/>
                  </a:lnTo>
                  <a:lnTo>
                    <a:pt x="646863" y="462912"/>
                  </a:lnTo>
                  <a:lnTo>
                    <a:pt x="647367" y="463356"/>
                  </a:lnTo>
                  <a:lnTo>
                    <a:pt x="647892" y="463661"/>
                  </a:lnTo>
                  <a:lnTo>
                    <a:pt x="648420" y="464079"/>
                  </a:lnTo>
                  <a:lnTo>
                    <a:pt x="648639" y="464359"/>
                  </a:lnTo>
                  <a:lnTo>
                    <a:pt x="648547" y="464779"/>
                  </a:lnTo>
                  <a:lnTo>
                    <a:pt x="648567" y="465034"/>
                  </a:lnTo>
                  <a:lnTo>
                    <a:pt x="648773" y="465426"/>
                  </a:lnTo>
                  <a:lnTo>
                    <a:pt x="648506" y="465525"/>
                  </a:lnTo>
                  <a:lnTo>
                    <a:pt x="648887" y="466235"/>
                  </a:lnTo>
                  <a:lnTo>
                    <a:pt x="649259" y="466316"/>
                  </a:lnTo>
                  <a:lnTo>
                    <a:pt x="649224" y="466033"/>
                  </a:lnTo>
                  <a:lnTo>
                    <a:pt x="649499" y="465907"/>
                  </a:lnTo>
                  <a:lnTo>
                    <a:pt x="649701" y="465981"/>
                  </a:lnTo>
                  <a:lnTo>
                    <a:pt x="649854" y="466015"/>
                  </a:lnTo>
                  <a:lnTo>
                    <a:pt x="650050" y="465937"/>
                  </a:lnTo>
                  <a:lnTo>
                    <a:pt x="650344" y="465798"/>
                  </a:lnTo>
                  <a:lnTo>
                    <a:pt x="650717" y="465668"/>
                  </a:lnTo>
                  <a:lnTo>
                    <a:pt x="651324" y="465814"/>
                  </a:lnTo>
                  <a:lnTo>
                    <a:pt x="651665" y="466237"/>
                  </a:lnTo>
                  <a:lnTo>
                    <a:pt x="652900" y="466628"/>
                  </a:lnTo>
                  <a:lnTo>
                    <a:pt x="653225" y="466593"/>
                  </a:lnTo>
                  <a:lnTo>
                    <a:pt x="653669" y="466381"/>
                  </a:lnTo>
                  <a:lnTo>
                    <a:pt x="654062" y="466179"/>
                  </a:lnTo>
                  <a:lnTo>
                    <a:pt x="654358" y="466003"/>
                  </a:lnTo>
                  <a:lnTo>
                    <a:pt x="654770" y="466118"/>
                  </a:lnTo>
                  <a:lnTo>
                    <a:pt x="655430" y="466462"/>
                  </a:lnTo>
                  <a:lnTo>
                    <a:pt x="655326" y="466821"/>
                  </a:lnTo>
                  <a:lnTo>
                    <a:pt x="655512" y="466993"/>
                  </a:lnTo>
                  <a:lnTo>
                    <a:pt x="655765" y="467159"/>
                  </a:lnTo>
                  <a:lnTo>
                    <a:pt x="656013" y="467309"/>
                  </a:lnTo>
                  <a:lnTo>
                    <a:pt x="656688" y="467388"/>
                  </a:lnTo>
                  <a:lnTo>
                    <a:pt x="657070" y="467142"/>
                  </a:lnTo>
                  <a:lnTo>
                    <a:pt x="657116" y="466853"/>
                  </a:lnTo>
                  <a:lnTo>
                    <a:pt x="657378" y="466887"/>
                  </a:lnTo>
                  <a:lnTo>
                    <a:pt x="657696" y="466959"/>
                  </a:lnTo>
                  <a:lnTo>
                    <a:pt x="658112" y="467346"/>
                  </a:lnTo>
                  <a:lnTo>
                    <a:pt x="658696" y="467833"/>
                  </a:lnTo>
                  <a:lnTo>
                    <a:pt x="658791" y="467593"/>
                  </a:lnTo>
                  <a:lnTo>
                    <a:pt x="659018" y="467613"/>
                  </a:lnTo>
                  <a:lnTo>
                    <a:pt x="659130" y="468026"/>
                  </a:lnTo>
                  <a:lnTo>
                    <a:pt x="660258" y="468517"/>
                  </a:lnTo>
                  <a:lnTo>
                    <a:pt x="660997" y="468574"/>
                  </a:lnTo>
                  <a:lnTo>
                    <a:pt x="661046" y="468430"/>
                  </a:lnTo>
                  <a:lnTo>
                    <a:pt x="661189" y="468211"/>
                  </a:lnTo>
                  <a:lnTo>
                    <a:pt x="661342" y="468166"/>
                  </a:lnTo>
                  <a:lnTo>
                    <a:pt x="661478" y="468237"/>
                  </a:lnTo>
                  <a:lnTo>
                    <a:pt x="661831" y="468447"/>
                  </a:lnTo>
                  <a:lnTo>
                    <a:pt x="661940" y="468615"/>
                  </a:lnTo>
                  <a:lnTo>
                    <a:pt x="662087" y="468896"/>
                  </a:lnTo>
                  <a:lnTo>
                    <a:pt x="662278" y="468928"/>
                  </a:lnTo>
                  <a:lnTo>
                    <a:pt x="662484" y="468911"/>
                  </a:lnTo>
                  <a:lnTo>
                    <a:pt x="662933" y="469275"/>
                  </a:lnTo>
                  <a:lnTo>
                    <a:pt x="663658" y="470033"/>
                  </a:lnTo>
                  <a:lnTo>
                    <a:pt x="664319" y="470012"/>
                  </a:lnTo>
                  <a:lnTo>
                    <a:pt x="664569" y="470152"/>
                  </a:lnTo>
                  <a:lnTo>
                    <a:pt x="664822" y="470649"/>
                  </a:lnTo>
                  <a:lnTo>
                    <a:pt x="665068" y="470919"/>
                  </a:lnTo>
                  <a:lnTo>
                    <a:pt x="665352" y="471547"/>
                  </a:lnTo>
                  <a:lnTo>
                    <a:pt x="665731" y="471808"/>
                  </a:lnTo>
                  <a:lnTo>
                    <a:pt x="665913" y="471989"/>
                  </a:lnTo>
                  <a:lnTo>
                    <a:pt x="666058" y="472197"/>
                  </a:lnTo>
                  <a:lnTo>
                    <a:pt x="666053" y="473365"/>
                  </a:lnTo>
                  <a:lnTo>
                    <a:pt x="665983" y="473617"/>
                  </a:lnTo>
                  <a:lnTo>
                    <a:pt x="665926" y="474341"/>
                  </a:lnTo>
                  <a:lnTo>
                    <a:pt x="666008" y="474500"/>
                  </a:lnTo>
                  <a:lnTo>
                    <a:pt x="666313" y="474557"/>
                  </a:lnTo>
                  <a:lnTo>
                    <a:pt x="666595" y="474242"/>
                  </a:lnTo>
                  <a:lnTo>
                    <a:pt x="667111" y="474239"/>
                  </a:lnTo>
                  <a:lnTo>
                    <a:pt x="667620" y="474059"/>
                  </a:lnTo>
                  <a:lnTo>
                    <a:pt x="667613" y="474345"/>
                  </a:lnTo>
                  <a:lnTo>
                    <a:pt x="667803" y="474626"/>
                  </a:lnTo>
                  <a:lnTo>
                    <a:pt x="667988" y="474627"/>
                  </a:lnTo>
                  <a:lnTo>
                    <a:pt x="668078" y="474233"/>
                  </a:lnTo>
                  <a:lnTo>
                    <a:pt x="667950" y="473904"/>
                  </a:lnTo>
                  <a:lnTo>
                    <a:pt x="668000" y="473551"/>
                  </a:lnTo>
                  <a:lnTo>
                    <a:pt x="668136" y="473444"/>
                  </a:lnTo>
                  <a:lnTo>
                    <a:pt x="668623" y="473275"/>
                  </a:lnTo>
                  <a:lnTo>
                    <a:pt x="668888" y="473151"/>
                  </a:lnTo>
                  <a:lnTo>
                    <a:pt x="669216" y="473332"/>
                  </a:lnTo>
                  <a:lnTo>
                    <a:pt x="669570" y="473774"/>
                  </a:lnTo>
                  <a:lnTo>
                    <a:pt x="669663" y="473945"/>
                  </a:lnTo>
                  <a:lnTo>
                    <a:pt x="669691" y="474217"/>
                  </a:lnTo>
                  <a:lnTo>
                    <a:pt x="669515" y="474925"/>
                  </a:lnTo>
                  <a:lnTo>
                    <a:pt x="668974" y="475014"/>
                  </a:lnTo>
                  <a:lnTo>
                    <a:pt x="668651" y="475003"/>
                  </a:lnTo>
                  <a:lnTo>
                    <a:pt x="668654" y="475311"/>
                  </a:lnTo>
                  <a:lnTo>
                    <a:pt x="668891" y="475449"/>
                  </a:lnTo>
                  <a:lnTo>
                    <a:pt x="669108" y="475560"/>
                  </a:lnTo>
                  <a:lnTo>
                    <a:pt x="669182" y="475770"/>
                  </a:lnTo>
                  <a:lnTo>
                    <a:pt x="669937" y="476360"/>
                  </a:lnTo>
                  <a:lnTo>
                    <a:pt x="670425" y="476989"/>
                  </a:lnTo>
                  <a:lnTo>
                    <a:pt x="671082" y="477467"/>
                  </a:lnTo>
                  <a:lnTo>
                    <a:pt x="671716" y="477015"/>
                  </a:lnTo>
                  <a:lnTo>
                    <a:pt x="672004" y="476602"/>
                  </a:lnTo>
                  <a:lnTo>
                    <a:pt x="672171" y="476507"/>
                  </a:lnTo>
                  <a:lnTo>
                    <a:pt x="672561" y="477148"/>
                  </a:lnTo>
                  <a:lnTo>
                    <a:pt x="672491" y="477435"/>
                  </a:lnTo>
                  <a:lnTo>
                    <a:pt x="672484" y="477655"/>
                  </a:lnTo>
                  <a:lnTo>
                    <a:pt x="672837" y="477958"/>
                  </a:lnTo>
                  <a:lnTo>
                    <a:pt x="672910" y="477719"/>
                  </a:lnTo>
                  <a:lnTo>
                    <a:pt x="673459" y="477512"/>
                  </a:lnTo>
                  <a:lnTo>
                    <a:pt x="674340" y="477928"/>
                  </a:lnTo>
                  <a:lnTo>
                    <a:pt x="674462" y="478425"/>
                  </a:lnTo>
                  <a:lnTo>
                    <a:pt x="674505" y="478965"/>
                  </a:lnTo>
                  <a:lnTo>
                    <a:pt x="674855" y="479087"/>
                  </a:lnTo>
                  <a:lnTo>
                    <a:pt x="675032" y="479132"/>
                  </a:lnTo>
                  <a:lnTo>
                    <a:pt x="675382" y="479139"/>
                  </a:lnTo>
                  <a:lnTo>
                    <a:pt x="675856" y="478572"/>
                  </a:lnTo>
                  <a:lnTo>
                    <a:pt x="676055" y="478297"/>
                  </a:lnTo>
                  <a:lnTo>
                    <a:pt x="676388" y="477420"/>
                  </a:lnTo>
                  <a:lnTo>
                    <a:pt x="676268" y="477186"/>
                  </a:lnTo>
                  <a:lnTo>
                    <a:pt x="676349" y="477014"/>
                  </a:lnTo>
                  <a:lnTo>
                    <a:pt x="676613" y="476572"/>
                  </a:lnTo>
                  <a:lnTo>
                    <a:pt x="677100" y="475930"/>
                  </a:lnTo>
                  <a:lnTo>
                    <a:pt x="677435" y="475583"/>
                  </a:lnTo>
                  <a:lnTo>
                    <a:pt x="678094" y="475702"/>
                  </a:lnTo>
                  <a:lnTo>
                    <a:pt x="677891" y="476113"/>
                  </a:lnTo>
                  <a:lnTo>
                    <a:pt x="677433" y="476888"/>
                  </a:lnTo>
                  <a:lnTo>
                    <a:pt x="677392" y="477320"/>
                  </a:lnTo>
                  <a:lnTo>
                    <a:pt x="677594" y="478504"/>
                  </a:lnTo>
                  <a:lnTo>
                    <a:pt x="678137" y="478622"/>
                  </a:lnTo>
                  <a:lnTo>
                    <a:pt x="679091" y="478711"/>
                  </a:lnTo>
                  <a:lnTo>
                    <a:pt x="679352" y="479227"/>
                  </a:lnTo>
                  <a:lnTo>
                    <a:pt x="679790" y="479636"/>
                  </a:lnTo>
                  <a:lnTo>
                    <a:pt x="679736" y="479144"/>
                  </a:lnTo>
                  <a:lnTo>
                    <a:pt x="679810" y="478985"/>
                  </a:lnTo>
                  <a:lnTo>
                    <a:pt x="680286" y="478849"/>
                  </a:lnTo>
                  <a:lnTo>
                    <a:pt x="680503" y="479061"/>
                  </a:lnTo>
                  <a:lnTo>
                    <a:pt x="680927" y="479483"/>
                  </a:lnTo>
                  <a:lnTo>
                    <a:pt x="681189" y="479133"/>
                  </a:lnTo>
                  <a:lnTo>
                    <a:pt x="681279" y="478772"/>
                  </a:lnTo>
                  <a:lnTo>
                    <a:pt x="682355" y="479289"/>
                  </a:lnTo>
                  <a:lnTo>
                    <a:pt x="683522" y="479331"/>
                  </a:lnTo>
                  <a:lnTo>
                    <a:pt x="683878" y="479799"/>
                  </a:lnTo>
                  <a:lnTo>
                    <a:pt x="684121" y="480761"/>
                  </a:lnTo>
                  <a:lnTo>
                    <a:pt x="684780" y="481410"/>
                  </a:lnTo>
                  <a:lnTo>
                    <a:pt x="685388" y="482059"/>
                  </a:lnTo>
                  <a:lnTo>
                    <a:pt x="685908" y="483273"/>
                  </a:lnTo>
                  <a:lnTo>
                    <a:pt x="685945" y="483825"/>
                  </a:lnTo>
                  <a:lnTo>
                    <a:pt x="685703" y="484495"/>
                  </a:lnTo>
                  <a:lnTo>
                    <a:pt x="685729" y="484642"/>
                  </a:lnTo>
                  <a:lnTo>
                    <a:pt x="685950" y="484688"/>
                  </a:lnTo>
                  <a:lnTo>
                    <a:pt x="686826" y="485019"/>
                  </a:lnTo>
                  <a:lnTo>
                    <a:pt x="687269" y="485216"/>
                  </a:lnTo>
                  <a:lnTo>
                    <a:pt x="688826" y="485693"/>
                  </a:lnTo>
                  <a:lnTo>
                    <a:pt x="689838" y="485798"/>
                  </a:lnTo>
                  <a:lnTo>
                    <a:pt x="689930" y="485665"/>
                  </a:lnTo>
                  <a:lnTo>
                    <a:pt x="690285" y="485132"/>
                  </a:lnTo>
                  <a:lnTo>
                    <a:pt x="690402" y="484223"/>
                  </a:lnTo>
                  <a:lnTo>
                    <a:pt x="690344" y="484083"/>
                  </a:lnTo>
                  <a:lnTo>
                    <a:pt x="690280" y="483865"/>
                  </a:lnTo>
                  <a:lnTo>
                    <a:pt x="690453" y="483273"/>
                  </a:lnTo>
                  <a:lnTo>
                    <a:pt x="690687" y="483564"/>
                  </a:lnTo>
                  <a:lnTo>
                    <a:pt x="690903" y="483843"/>
                  </a:lnTo>
                  <a:lnTo>
                    <a:pt x="691932" y="484449"/>
                  </a:lnTo>
                  <a:lnTo>
                    <a:pt x="692697" y="485271"/>
                  </a:lnTo>
                  <a:lnTo>
                    <a:pt x="692940" y="485191"/>
                  </a:lnTo>
                  <a:lnTo>
                    <a:pt x="693167" y="485133"/>
                  </a:lnTo>
                  <a:lnTo>
                    <a:pt x="693636" y="485339"/>
                  </a:lnTo>
                  <a:lnTo>
                    <a:pt x="694090" y="485548"/>
                  </a:lnTo>
                  <a:lnTo>
                    <a:pt x="694334" y="485490"/>
                  </a:lnTo>
                  <a:lnTo>
                    <a:pt x="694514" y="485239"/>
                  </a:lnTo>
                  <a:lnTo>
                    <a:pt x="695047" y="485232"/>
                  </a:lnTo>
                  <a:lnTo>
                    <a:pt x="695473" y="485830"/>
                  </a:lnTo>
                  <a:lnTo>
                    <a:pt x="695636" y="486072"/>
                  </a:lnTo>
                  <a:lnTo>
                    <a:pt x="695844" y="486848"/>
                  </a:lnTo>
                  <a:lnTo>
                    <a:pt x="696321" y="487710"/>
                  </a:lnTo>
                  <a:lnTo>
                    <a:pt x="695982" y="488899"/>
                  </a:lnTo>
                  <a:lnTo>
                    <a:pt x="696046" y="490952"/>
                  </a:lnTo>
                  <a:lnTo>
                    <a:pt x="695996" y="491181"/>
                  </a:lnTo>
                  <a:lnTo>
                    <a:pt x="696208" y="492090"/>
                  </a:lnTo>
                  <a:lnTo>
                    <a:pt x="696581" y="493037"/>
                  </a:lnTo>
                  <a:lnTo>
                    <a:pt x="696319" y="493598"/>
                  </a:lnTo>
                  <a:lnTo>
                    <a:pt x="696366" y="494516"/>
                  </a:lnTo>
                  <a:lnTo>
                    <a:pt x="696653" y="495616"/>
                  </a:lnTo>
                  <a:lnTo>
                    <a:pt x="696763" y="495928"/>
                  </a:lnTo>
                  <a:lnTo>
                    <a:pt x="697072" y="496312"/>
                  </a:lnTo>
                  <a:lnTo>
                    <a:pt x="697772" y="497207"/>
                  </a:lnTo>
                  <a:lnTo>
                    <a:pt x="698529" y="498348"/>
                  </a:lnTo>
                  <a:lnTo>
                    <a:pt x="698964" y="498919"/>
                  </a:lnTo>
                  <a:lnTo>
                    <a:pt x="699083" y="499337"/>
                  </a:lnTo>
                  <a:lnTo>
                    <a:pt x="698927" y="499628"/>
                  </a:lnTo>
                  <a:lnTo>
                    <a:pt x="698659" y="499992"/>
                  </a:lnTo>
                  <a:lnTo>
                    <a:pt x="698357" y="500562"/>
                  </a:lnTo>
                  <a:lnTo>
                    <a:pt x="698737" y="500779"/>
                  </a:lnTo>
                  <a:lnTo>
                    <a:pt x="698853" y="500961"/>
                  </a:lnTo>
                  <a:lnTo>
                    <a:pt x="698528" y="501508"/>
                  </a:lnTo>
                  <a:lnTo>
                    <a:pt x="698256" y="501910"/>
                  </a:lnTo>
                  <a:lnTo>
                    <a:pt x="697766" y="502338"/>
                  </a:lnTo>
                  <a:lnTo>
                    <a:pt x="697626" y="503769"/>
                  </a:lnTo>
                  <a:lnTo>
                    <a:pt x="697653" y="504007"/>
                  </a:lnTo>
                  <a:lnTo>
                    <a:pt x="697858" y="504843"/>
                  </a:lnTo>
                  <a:lnTo>
                    <a:pt x="697924" y="505049"/>
                  </a:lnTo>
                  <a:lnTo>
                    <a:pt x="697903" y="505340"/>
                  </a:lnTo>
                  <a:lnTo>
                    <a:pt x="697782" y="505532"/>
                  </a:lnTo>
                  <a:lnTo>
                    <a:pt x="697561" y="505818"/>
                  </a:lnTo>
                  <a:lnTo>
                    <a:pt x="697177" y="506462"/>
                  </a:lnTo>
                  <a:lnTo>
                    <a:pt x="696864" y="506646"/>
                  </a:lnTo>
                  <a:lnTo>
                    <a:pt x="696733" y="507358"/>
                  </a:lnTo>
                  <a:lnTo>
                    <a:pt x="696769" y="507542"/>
                  </a:lnTo>
                  <a:lnTo>
                    <a:pt x="696784" y="507769"/>
                  </a:lnTo>
                  <a:lnTo>
                    <a:pt x="696758" y="508087"/>
                  </a:lnTo>
                  <a:lnTo>
                    <a:pt x="696741" y="508288"/>
                  </a:lnTo>
                  <a:lnTo>
                    <a:pt x="696558" y="508769"/>
                  </a:lnTo>
                  <a:lnTo>
                    <a:pt x="696408" y="509000"/>
                  </a:lnTo>
                  <a:lnTo>
                    <a:pt x="695754" y="508909"/>
                  </a:lnTo>
                  <a:lnTo>
                    <a:pt x="695641" y="509278"/>
                  </a:lnTo>
                  <a:lnTo>
                    <a:pt x="695388" y="509277"/>
                  </a:lnTo>
                  <a:lnTo>
                    <a:pt x="695210" y="509059"/>
                  </a:lnTo>
                  <a:lnTo>
                    <a:pt x="694976" y="508997"/>
                  </a:lnTo>
                  <a:lnTo>
                    <a:pt x="694611" y="509049"/>
                  </a:lnTo>
                  <a:lnTo>
                    <a:pt x="694430" y="509143"/>
                  </a:lnTo>
                  <a:lnTo>
                    <a:pt x="693959" y="508873"/>
                  </a:lnTo>
                  <a:lnTo>
                    <a:pt x="693432" y="509119"/>
                  </a:lnTo>
                  <a:lnTo>
                    <a:pt x="693299" y="509138"/>
                  </a:lnTo>
                  <a:lnTo>
                    <a:pt x="693077" y="509189"/>
                  </a:lnTo>
                  <a:lnTo>
                    <a:pt x="692914" y="509231"/>
                  </a:lnTo>
                  <a:lnTo>
                    <a:pt x="692592" y="509557"/>
                  </a:lnTo>
                  <a:lnTo>
                    <a:pt x="692705" y="509929"/>
                  </a:lnTo>
                  <a:lnTo>
                    <a:pt x="692643" y="510211"/>
                  </a:lnTo>
                  <a:lnTo>
                    <a:pt x="692466" y="510272"/>
                  </a:lnTo>
                  <a:lnTo>
                    <a:pt x="691551" y="510685"/>
                  </a:lnTo>
                  <a:lnTo>
                    <a:pt x="691320" y="510681"/>
                  </a:lnTo>
                  <a:lnTo>
                    <a:pt x="690898" y="510827"/>
                  </a:lnTo>
                  <a:lnTo>
                    <a:pt x="690595" y="511167"/>
                  </a:lnTo>
                  <a:lnTo>
                    <a:pt x="690436" y="511346"/>
                  </a:lnTo>
                  <a:lnTo>
                    <a:pt x="690335" y="511585"/>
                  </a:lnTo>
                  <a:lnTo>
                    <a:pt x="690005" y="511833"/>
                  </a:lnTo>
                  <a:lnTo>
                    <a:pt x="689855" y="512235"/>
                  </a:lnTo>
                  <a:lnTo>
                    <a:pt x="690250" y="512738"/>
                  </a:lnTo>
                  <a:lnTo>
                    <a:pt x="690226" y="513073"/>
                  </a:lnTo>
                  <a:lnTo>
                    <a:pt x="690230" y="513425"/>
                  </a:lnTo>
                  <a:lnTo>
                    <a:pt x="690562" y="513633"/>
                  </a:lnTo>
                  <a:lnTo>
                    <a:pt x="690767" y="513833"/>
                  </a:lnTo>
                  <a:lnTo>
                    <a:pt x="690969" y="514271"/>
                  </a:lnTo>
                  <a:lnTo>
                    <a:pt x="690965" y="514574"/>
                  </a:lnTo>
                  <a:lnTo>
                    <a:pt x="691121" y="514891"/>
                  </a:lnTo>
                  <a:lnTo>
                    <a:pt x="691117" y="515818"/>
                  </a:lnTo>
                  <a:lnTo>
                    <a:pt x="691067" y="516157"/>
                  </a:lnTo>
                  <a:lnTo>
                    <a:pt x="691189" y="516395"/>
                  </a:lnTo>
                  <a:lnTo>
                    <a:pt x="691214" y="516586"/>
                  </a:lnTo>
                  <a:lnTo>
                    <a:pt x="691232" y="516749"/>
                  </a:lnTo>
                  <a:lnTo>
                    <a:pt x="690886" y="517317"/>
                  </a:lnTo>
                  <a:lnTo>
                    <a:pt x="690905" y="517645"/>
                  </a:lnTo>
                  <a:lnTo>
                    <a:pt x="691311" y="518347"/>
                  </a:lnTo>
                  <a:lnTo>
                    <a:pt x="691322" y="518664"/>
                  </a:lnTo>
                  <a:lnTo>
                    <a:pt x="691291" y="519112"/>
                  </a:lnTo>
                  <a:lnTo>
                    <a:pt x="691133" y="519434"/>
                  </a:lnTo>
                  <a:lnTo>
                    <a:pt x="691042" y="519576"/>
                  </a:lnTo>
                  <a:lnTo>
                    <a:pt x="690696" y="519633"/>
                  </a:lnTo>
                  <a:lnTo>
                    <a:pt x="690633" y="519955"/>
                  </a:lnTo>
                  <a:lnTo>
                    <a:pt x="690984" y="520497"/>
                  </a:lnTo>
                  <a:lnTo>
                    <a:pt x="690717" y="520861"/>
                  </a:lnTo>
                  <a:lnTo>
                    <a:pt x="690738" y="521129"/>
                  </a:lnTo>
                  <a:lnTo>
                    <a:pt x="690909" y="521296"/>
                  </a:lnTo>
                  <a:lnTo>
                    <a:pt x="691065" y="521446"/>
                  </a:lnTo>
                  <a:lnTo>
                    <a:pt x="691193" y="521469"/>
                  </a:lnTo>
                  <a:lnTo>
                    <a:pt x="691274" y="521820"/>
                  </a:lnTo>
                  <a:lnTo>
                    <a:pt x="691150" y="522127"/>
                  </a:lnTo>
                  <a:lnTo>
                    <a:pt x="691072" y="522290"/>
                  </a:lnTo>
                  <a:lnTo>
                    <a:pt x="690896" y="522713"/>
                  </a:lnTo>
                  <a:lnTo>
                    <a:pt x="691129" y="523507"/>
                  </a:lnTo>
                  <a:lnTo>
                    <a:pt x="691180" y="523704"/>
                  </a:lnTo>
                  <a:lnTo>
                    <a:pt x="691247" y="523907"/>
                  </a:lnTo>
                  <a:lnTo>
                    <a:pt x="691335" y="524176"/>
                  </a:lnTo>
                  <a:lnTo>
                    <a:pt x="691436" y="524485"/>
                  </a:lnTo>
                  <a:lnTo>
                    <a:pt x="691614" y="525079"/>
                  </a:lnTo>
                  <a:lnTo>
                    <a:pt x="691681" y="525271"/>
                  </a:lnTo>
                  <a:lnTo>
                    <a:pt x="691978" y="525669"/>
                  </a:lnTo>
                  <a:lnTo>
                    <a:pt x="692621" y="525664"/>
                  </a:lnTo>
                  <a:lnTo>
                    <a:pt x="692802" y="525969"/>
                  </a:lnTo>
                  <a:lnTo>
                    <a:pt x="692822" y="526172"/>
                  </a:lnTo>
                  <a:lnTo>
                    <a:pt x="693053" y="526424"/>
                  </a:lnTo>
                  <a:lnTo>
                    <a:pt x="693269" y="526470"/>
                  </a:lnTo>
                  <a:lnTo>
                    <a:pt x="693670" y="526696"/>
                  </a:lnTo>
                  <a:lnTo>
                    <a:pt x="693980" y="527031"/>
                  </a:lnTo>
                  <a:lnTo>
                    <a:pt x="694123" y="527185"/>
                  </a:lnTo>
                  <a:lnTo>
                    <a:pt x="694333" y="527291"/>
                  </a:lnTo>
                  <a:lnTo>
                    <a:pt x="694511" y="527397"/>
                  </a:lnTo>
                  <a:lnTo>
                    <a:pt x="694677" y="527497"/>
                  </a:lnTo>
                  <a:lnTo>
                    <a:pt x="694904" y="527691"/>
                  </a:lnTo>
                  <a:lnTo>
                    <a:pt x="695057" y="527717"/>
                  </a:lnTo>
                  <a:lnTo>
                    <a:pt x="695059" y="528172"/>
                  </a:lnTo>
                  <a:lnTo>
                    <a:pt x="695270" y="528945"/>
                  </a:lnTo>
                  <a:lnTo>
                    <a:pt x="694557" y="529682"/>
                  </a:lnTo>
                  <a:lnTo>
                    <a:pt x="694466" y="530198"/>
                  </a:lnTo>
                  <a:lnTo>
                    <a:pt x="694432" y="530429"/>
                  </a:lnTo>
                  <a:lnTo>
                    <a:pt x="694499" y="530717"/>
                  </a:lnTo>
                  <a:lnTo>
                    <a:pt x="694901" y="531187"/>
                  </a:lnTo>
                  <a:lnTo>
                    <a:pt x="695061" y="531417"/>
                  </a:lnTo>
                  <a:lnTo>
                    <a:pt x="695078" y="531774"/>
                  </a:lnTo>
                  <a:lnTo>
                    <a:pt x="694951" y="532176"/>
                  </a:lnTo>
                  <a:lnTo>
                    <a:pt x="695441" y="533097"/>
                  </a:lnTo>
                  <a:lnTo>
                    <a:pt x="695452" y="533263"/>
                  </a:lnTo>
                  <a:lnTo>
                    <a:pt x="695407" y="534196"/>
                  </a:lnTo>
                  <a:lnTo>
                    <a:pt x="695604" y="534486"/>
                  </a:lnTo>
                  <a:lnTo>
                    <a:pt x="695730" y="534675"/>
                  </a:lnTo>
                  <a:lnTo>
                    <a:pt x="695881" y="535098"/>
                  </a:lnTo>
                  <a:lnTo>
                    <a:pt x="695740" y="535467"/>
                  </a:lnTo>
                  <a:lnTo>
                    <a:pt x="695014" y="536126"/>
                  </a:lnTo>
                  <a:lnTo>
                    <a:pt x="694943" y="536687"/>
                  </a:lnTo>
                  <a:lnTo>
                    <a:pt x="694752" y="537733"/>
                  </a:lnTo>
                  <a:lnTo>
                    <a:pt x="694701" y="538291"/>
                  </a:lnTo>
                  <a:lnTo>
                    <a:pt x="694668" y="538502"/>
                  </a:lnTo>
                  <a:lnTo>
                    <a:pt x="695105" y="538592"/>
                  </a:lnTo>
                  <a:lnTo>
                    <a:pt x="694724" y="539010"/>
                  </a:lnTo>
                  <a:lnTo>
                    <a:pt x="694438" y="539678"/>
                  </a:lnTo>
                  <a:lnTo>
                    <a:pt x="694259" y="539734"/>
                  </a:lnTo>
                  <a:lnTo>
                    <a:pt x="694042" y="539801"/>
                  </a:lnTo>
                  <a:lnTo>
                    <a:pt x="693650" y="539899"/>
                  </a:lnTo>
                  <a:lnTo>
                    <a:pt x="693597" y="540062"/>
                  </a:lnTo>
                  <a:lnTo>
                    <a:pt x="693519" y="540327"/>
                  </a:lnTo>
                  <a:lnTo>
                    <a:pt x="693366" y="540614"/>
                  </a:lnTo>
                  <a:lnTo>
                    <a:pt x="692754" y="540602"/>
                  </a:lnTo>
                  <a:lnTo>
                    <a:pt x="692466" y="540435"/>
                  </a:lnTo>
                  <a:lnTo>
                    <a:pt x="692041" y="540162"/>
                  </a:lnTo>
                  <a:lnTo>
                    <a:pt x="691717" y="539917"/>
                  </a:lnTo>
                  <a:lnTo>
                    <a:pt x="691284" y="540385"/>
                  </a:lnTo>
                  <a:lnTo>
                    <a:pt x="691175" y="540512"/>
                  </a:lnTo>
                  <a:lnTo>
                    <a:pt x="691078" y="540653"/>
                  </a:lnTo>
                  <a:lnTo>
                    <a:pt x="690774" y="540856"/>
                  </a:lnTo>
                  <a:lnTo>
                    <a:pt x="689836" y="541049"/>
                  </a:lnTo>
                  <a:lnTo>
                    <a:pt x="689050" y="541312"/>
                  </a:lnTo>
                  <a:lnTo>
                    <a:pt x="688908" y="541313"/>
                  </a:lnTo>
                  <a:lnTo>
                    <a:pt x="688727" y="541314"/>
                  </a:lnTo>
                  <a:lnTo>
                    <a:pt x="688414" y="541343"/>
                  </a:lnTo>
                  <a:lnTo>
                    <a:pt x="688072" y="541442"/>
                  </a:lnTo>
                  <a:lnTo>
                    <a:pt x="687671" y="541497"/>
                  </a:lnTo>
                  <a:lnTo>
                    <a:pt x="687425" y="541440"/>
                  </a:lnTo>
                  <a:lnTo>
                    <a:pt x="687175" y="541370"/>
                  </a:lnTo>
                  <a:lnTo>
                    <a:pt x="686891" y="541318"/>
                  </a:lnTo>
                  <a:lnTo>
                    <a:pt x="686370" y="541406"/>
                  </a:lnTo>
                  <a:lnTo>
                    <a:pt x="686063" y="541357"/>
                  </a:lnTo>
                  <a:lnTo>
                    <a:pt x="685477" y="540944"/>
                  </a:lnTo>
                  <a:lnTo>
                    <a:pt x="685220" y="540847"/>
                  </a:lnTo>
                  <a:lnTo>
                    <a:pt x="684870" y="540728"/>
                  </a:lnTo>
                  <a:lnTo>
                    <a:pt x="684613" y="540780"/>
                  </a:lnTo>
                  <a:lnTo>
                    <a:pt x="684457" y="540856"/>
                  </a:lnTo>
                  <a:lnTo>
                    <a:pt x="684317" y="540923"/>
                  </a:lnTo>
                  <a:lnTo>
                    <a:pt x="684296" y="541071"/>
                  </a:lnTo>
                  <a:lnTo>
                    <a:pt x="684152" y="541272"/>
                  </a:lnTo>
                  <a:lnTo>
                    <a:pt x="683946" y="541188"/>
                  </a:lnTo>
                  <a:lnTo>
                    <a:pt x="683837" y="540622"/>
                  </a:lnTo>
                  <a:lnTo>
                    <a:pt x="683615" y="540257"/>
                  </a:lnTo>
                  <a:lnTo>
                    <a:pt x="683345" y="540121"/>
                  </a:lnTo>
                  <a:lnTo>
                    <a:pt x="682990" y="540224"/>
                  </a:lnTo>
                  <a:lnTo>
                    <a:pt x="682800" y="540559"/>
                  </a:lnTo>
                  <a:lnTo>
                    <a:pt x="682712" y="540761"/>
                  </a:lnTo>
                  <a:lnTo>
                    <a:pt x="682459" y="540850"/>
                  </a:lnTo>
                  <a:lnTo>
                    <a:pt x="681884" y="540667"/>
                  </a:lnTo>
                  <a:lnTo>
                    <a:pt x="681624" y="540452"/>
                  </a:lnTo>
                  <a:lnTo>
                    <a:pt x="681655" y="540677"/>
                  </a:lnTo>
                  <a:lnTo>
                    <a:pt x="681722" y="540945"/>
                  </a:lnTo>
                  <a:lnTo>
                    <a:pt x="681808" y="541202"/>
                  </a:lnTo>
                  <a:lnTo>
                    <a:pt x="681599" y="541422"/>
                  </a:lnTo>
                  <a:lnTo>
                    <a:pt x="681294" y="541734"/>
                  </a:lnTo>
                  <a:lnTo>
                    <a:pt x="680646" y="541929"/>
                  </a:lnTo>
                  <a:lnTo>
                    <a:pt x="680510" y="541963"/>
                  </a:lnTo>
                  <a:lnTo>
                    <a:pt x="679968" y="541636"/>
                  </a:lnTo>
                  <a:lnTo>
                    <a:pt x="679758" y="541679"/>
                  </a:lnTo>
                  <a:lnTo>
                    <a:pt x="679519" y="542122"/>
                  </a:lnTo>
                  <a:lnTo>
                    <a:pt x="679531" y="542319"/>
                  </a:lnTo>
                  <a:lnTo>
                    <a:pt x="679462" y="542502"/>
                  </a:lnTo>
                  <a:lnTo>
                    <a:pt x="679257" y="542379"/>
                  </a:lnTo>
                  <a:lnTo>
                    <a:pt x="679202" y="542225"/>
                  </a:lnTo>
                  <a:lnTo>
                    <a:pt x="679047" y="542155"/>
                  </a:lnTo>
                  <a:lnTo>
                    <a:pt x="678879" y="542087"/>
                  </a:lnTo>
                  <a:lnTo>
                    <a:pt x="678341" y="541351"/>
                  </a:lnTo>
                  <a:lnTo>
                    <a:pt x="678514" y="541012"/>
                  </a:lnTo>
                  <a:lnTo>
                    <a:pt x="678189" y="540686"/>
                  </a:lnTo>
                  <a:lnTo>
                    <a:pt x="678106" y="540396"/>
                  </a:lnTo>
                  <a:lnTo>
                    <a:pt x="678098" y="540205"/>
                  </a:lnTo>
                  <a:lnTo>
                    <a:pt x="677888" y="540257"/>
                  </a:lnTo>
                  <a:lnTo>
                    <a:pt x="677587" y="540327"/>
                  </a:lnTo>
                  <a:lnTo>
                    <a:pt x="677315" y="540172"/>
                  </a:lnTo>
                  <a:lnTo>
                    <a:pt x="677172" y="540156"/>
                  </a:lnTo>
                  <a:lnTo>
                    <a:pt x="676838" y="540118"/>
                  </a:lnTo>
                  <a:lnTo>
                    <a:pt x="676650" y="540169"/>
                  </a:lnTo>
                  <a:lnTo>
                    <a:pt x="676452" y="540178"/>
                  </a:lnTo>
                  <a:lnTo>
                    <a:pt x="676155" y="540166"/>
                  </a:lnTo>
                  <a:lnTo>
                    <a:pt x="675909" y="539906"/>
                  </a:lnTo>
                  <a:lnTo>
                    <a:pt x="675154" y="540568"/>
                  </a:lnTo>
                  <a:lnTo>
                    <a:pt x="674901" y="540952"/>
                  </a:lnTo>
                  <a:lnTo>
                    <a:pt x="674540" y="540609"/>
                  </a:lnTo>
                  <a:lnTo>
                    <a:pt x="674159" y="540903"/>
                  </a:lnTo>
                  <a:lnTo>
                    <a:pt x="673626" y="541039"/>
                  </a:lnTo>
                  <a:lnTo>
                    <a:pt x="673343" y="541163"/>
                  </a:lnTo>
                  <a:lnTo>
                    <a:pt x="673167" y="541227"/>
                  </a:lnTo>
                  <a:lnTo>
                    <a:pt x="672990" y="541279"/>
                  </a:lnTo>
                  <a:lnTo>
                    <a:pt x="672631" y="541242"/>
                  </a:lnTo>
                  <a:lnTo>
                    <a:pt x="672485" y="541468"/>
                  </a:lnTo>
                  <a:lnTo>
                    <a:pt x="672114" y="541443"/>
                  </a:lnTo>
                  <a:lnTo>
                    <a:pt x="671869" y="541817"/>
                  </a:lnTo>
                  <a:lnTo>
                    <a:pt x="671454" y="542034"/>
                  </a:lnTo>
                  <a:lnTo>
                    <a:pt x="671180" y="542137"/>
                  </a:lnTo>
                  <a:lnTo>
                    <a:pt x="670808" y="542294"/>
                  </a:lnTo>
                  <a:lnTo>
                    <a:pt x="670507" y="542421"/>
                  </a:lnTo>
                  <a:lnTo>
                    <a:pt x="670233" y="542479"/>
                  </a:lnTo>
                  <a:lnTo>
                    <a:pt x="670090" y="542509"/>
                  </a:lnTo>
                  <a:lnTo>
                    <a:pt x="669918" y="542545"/>
                  </a:lnTo>
                  <a:lnTo>
                    <a:pt x="669634" y="542599"/>
                  </a:lnTo>
                  <a:lnTo>
                    <a:pt x="669384" y="542628"/>
                  </a:lnTo>
                  <a:lnTo>
                    <a:pt x="669163" y="542650"/>
                  </a:lnTo>
                  <a:lnTo>
                    <a:pt x="668729" y="542712"/>
                  </a:lnTo>
                  <a:lnTo>
                    <a:pt x="668458" y="542825"/>
                  </a:lnTo>
                  <a:lnTo>
                    <a:pt x="668290" y="542865"/>
                  </a:lnTo>
                  <a:lnTo>
                    <a:pt x="667948" y="542910"/>
                  </a:lnTo>
                  <a:lnTo>
                    <a:pt x="667808" y="542880"/>
                  </a:lnTo>
                  <a:lnTo>
                    <a:pt x="667519" y="542891"/>
                  </a:lnTo>
                  <a:lnTo>
                    <a:pt x="667208" y="542997"/>
                  </a:lnTo>
                  <a:lnTo>
                    <a:pt x="667063" y="542932"/>
                  </a:lnTo>
                  <a:lnTo>
                    <a:pt x="666767" y="542796"/>
                  </a:lnTo>
                  <a:lnTo>
                    <a:pt x="666595" y="542664"/>
                  </a:lnTo>
                  <a:lnTo>
                    <a:pt x="666702" y="542483"/>
                  </a:lnTo>
                  <a:lnTo>
                    <a:pt x="666851" y="542218"/>
                  </a:lnTo>
                  <a:lnTo>
                    <a:pt x="666781" y="541758"/>
                  </a:lnTo>
                  <a:lnTo>
                    <a:pt x="666570" y="541735"/>
                  </a:lnTo>
                  <a:lnTo>
                    <a:pt x="666183" y="541752"/>
                  </a:lnTo>
                  <a:lnTo>
                    <a:pt x="665814" y="541744"/>
                  </a:lnTo>
                  <a:lnTo>
                    <a:pt x="665870" y="542262"/>
                  </a:lnTo>
                  <a:lnTo>
                    <a:pt x="665150" y="542436"/>
                  </a:lnTo>
                  <a:lnTo>
                    <a:pt x="664827" y="542314"/>
                  </a:lnTo>
                  <a:lnTo>
                    <a:pt x="664700" y="542116"/>
                  </a:lnTo>
                  <a:lnTo>
                    <a:pt x="664247" y="542073"/>
                  </a:lnTo>
                  <a:lnTo>
                    <a:pt x="663228" y="542178"/>
                  </a:lnTo>
                  <a:lnTo>
                    <a:pt x="662666" y="541936"/>
                  </a:lnTo>
                  <a:lnTo>
                    <a:pt x="662479" y="541845"/>
                  </a:lnTo>
                  <a:lnTo>
                    <a:pt x="662106" y="541571"/>
                  </a:lnTo>
                  <a:lnTo>
                    <a:pt x="661901" y="541332"/>
                  </a:lnTo>
                  <a:lnTo>
                    <a:pt x="661438" y="541541"/>
                  </a:lnTo>
                  <a:lnTo>
                    <a:pt x="660014" y="540957"/>
                  </a:lnTo>
                  <a:lnTo>
                    <a:pt x="659780" y="540832"/>
                  </a:lnTo>
                  <a:lnTo>
                    <a:pt x="659450" y="540362"/>
                  </a:lnTo>
                  <a:lnTo>
                    <a:pt x="659128" y="540311"/>
                  </a:lnTo>
                  <a:lnTo>
                    <a:pt x="658939" y="540068"/>
                  </a:lnTo>
                  <a:lnTo>
                    <a:pt x="658435" y="540052"/>
                  </a:lnTo>
                  <a:lnTo>
                    <a:pt x="657848" y="539808"/>
                  </a:lnTo>
                  <a:lnTo>
                    <a:pt x="657765" y="539672"/>
                  </a:lnTo>
                  <a:lnTo>
                    <a:pt x="657411" y="539681"/>
                  </a:lnTo>
                  <a:lnTo>
                    <a:pt x="657025" y="539877"/>
                  </a:lnTo>
                  <a:lnTo>
                    <a:pt x="656810" y="539975"/>
                  </a:lnTo>
                  <a:lnTo>
                    <a:pt x="656403" y="540018"/>
                  </a:lnTo>
                  <a:lnTo>
                    <a:pt x="656317" y="540566"/>
                  </a:lnTo>
                  <a:lnTo>
                    <a:pt x="656713" y="540174"/>
                  </a:lnTo>
                  <a:lnTo>
                    <a:pt x="657045" y="540159"/>
                  </a:lnTo>
                  <a:lnTo>
                    <a:pt x="657479" y="540681"/>
                  </a:lnTo>
                  <a:lnTo>
                    <a:pt x="657402" y="540945"/>
                  </a:lnTo>
                  <a:lnTo>
                    <a:pt x="657583" y="541473"/>
                  </a:lnTo>
                  <a:lnTo>
                    <a:pt x="657318" y="541748"/>
                  </a:lnTo>
                  <a:lnTo>
                    <a:pt x="657109" y="541782"/>
                  </a:lnTo>
                  <a:lnTo>
                    <a:pt x="657034" y="541569"/>
                  </a:lnTo>
                  <a:lnTo>
                    <a:pt x="656689" y="541620"/>
                  </a:lnTo>
                  <a:lnTo>
                    <a:pt x="656534" y="541950"/>
                  </a:lnTo>
                  <a:lnTo>
                    <a:pt x="657093" y="541924"/>
                  </a:lnTo>
                  <a:lnTo>
                    <a:pt x="656566" y="542187"/>
                  </a:lnTo>
                  <a:lnTo>
                    <a:pt x="656369" y="542087"/>
                  </a:lnTo>
                  <a:lnTo>
                    <a:pt x="656252" y="542310"/>
                  </a:lnTo>
                  <a:lnTo>
                    <a:pt x="656429" y="542501"/>
                  </a:lnTo>
                  <a:lnTo>
                    <a:pt x="656563" y="542646"/>
                  </a:lnTo>
                  <a:lnTo>
                    <a:pt x="656790" y="542721"/>
                  </a:lnTo>
                  <a:lnTo>
                    <a:pt x="656609" y="542939"/>
                  </a:lnTo>
                  <a:lnTo>
                    <a:pt x="656223" y="542923"/>
                  </a:lnTo>
                  <a:lnTo>
                    <a:pt x="656018" y="542627"/>
                  </a:lnTo>
                  <a:lnTo>
                    <a:pt x="655986" y="542419"/>
                  </a:lnTo>
                  <a:lnTo>
                    <a:pt x="655567" y="542555"/>
                  </a:lnTo>
                  <a:lnTo>
                    <a:pt x="655170" y="542490"/>
                  </a:lnTo>
                  <a:lnTo>
                    <a:pt x="654823" y="542433"/>
                  </a:lnTo>
                  <a:lnTo>
                    <a:pt x="654571" y="542312"/>
                  </a:lnTo>
                  <a:lnTo>
                    <a:pt x="654285" y="542267"/>
                  </a:lnTo>
                  <a:lnTo>
                    <a:pt x="654009" y="542522"/>
                  </a:lnTo>
                  <a:lnTo>
                    <a:pt x="653880" y="543052"/>
                  </a:lnTo>
                  <a:lnTo>
                    <a:pt x="654142" y="543332"/>
                  </a:lnTo>
                  <a:lnTo>
                    <a:pt x="654182" y="543685"/>
                  </a:lnTo>
                  <a:lnTo>
                    <a:pt x="654305" y="543879"/>
                  </a:lnTo>
                  <a:lnTo>
                    <a:pt x="654518" y="544305"/>
                  </a:lnTo>
                  <a:lnTo>
                    <a:pt x="654677" y="544243"/>
                  </a:lnTo>
                  <a:lnTo>
                    <a:pt x="654907" y="544145"/>
                  </a:lnTo>
                  <a:lnTo>
                    <a:pt x="655339" y="544425"/>
                  </a:lnTo>
                  <a:lnTo>
                    <a:pt x="655443" y="545244"/>
                  </a:lnTo>
                  <a:lnTo>
                    <a:pt x="655600" y="545310"/>
                  </a:lnTo>
                  <a:lnTo>
                    <a:pt x="656052" y="545530"/>
                  </a:lnTo>
                  <a:lnTo>
                    <a:pt x="656233" y="545735"/>
                  </a:lnTo>
                  <a:lnTo>
                    <a:pt x="656390" y="546344"/>
                  </a:lnTo>
                  <a:lnTo>
                    <a:pt x="656364" y="547044"/>
                  </a:lnTo>
                  <a:lnTo>
                    <a:pt x="656524" y="547368"/>
                  </a:lnTo>
                  <a:lnTo>
                    <a:pt x="656699" y="547437"/>
                  </a:lnTo>
                  <a:lnTo>
                    <a:pt x="656898" y="547789"/>
                  </a:lnTo>
                  <a:lnTo>
                    <a:pt x="657027" y="548608"/>
                  </a:lnTo>
                  <a:lnTo>
                    <a:pt x="656941" y="548914"/>
                  </a:lnTo>
                  <a:lnTo>
                    <a:pt x="656740" y="548981"/>
                  </a:lnTo>
                  <a:lnTo>
                    <a:pt x="656776" y="549291"/>
                  </a:lnTo>
                  <a:lnTo>
                    <a:pt x="657133" y="549477"/>
                  </a:lnTo>
                  <a:lnTo>
                    <a:pt x="657274" y="549592"/>
                  </a:lnTo>
                  <a:lnTo>
                    <a:pt x="657533" y="549803"/>
                  </a:lnTo>
                  <a:lnTo>
                    <a:pt x="658053" y="550091"/>
                  </a:lnTo>
                  <a:lnTo>
                    <a:pt x="658626" y="550558"/>
                  </a:lnTo>
                  <a:lnTo>
                    <a:pt x="658450" y="550814"/>
                  </a:lnTo>
                  <a:lnTo>
                    <a:pt x="658238" y="550990"/>
                  </a:lnTo>
                  <a:lnTo>
                    <a:pt x="658289" y="551135"/>
                  </a:lnTo>
                  <a:lnTo>
                    <a:pt x="658664" y="551482"/>
                  </a:lnTo>
                  <a:lnTo>
                    <a:pt x="658877" y="551658"/>
                  </a:lnTo>
                  <a:lnTo>
                    <a:pt x="659004" y="551859"/>
                  </a:lnTo>
                  <a:lnTo>
                    <a:pt x="659217" y="552038"/>
                  </a:lnTo>
                  <a:lnTo>
                    <a:pt x="659413" y="552156"/>
                  </a:lnTo>
                  <a:lnTo>
                    <a:pt x="659510" y="552334"/>
                  </a:lnTo>
                  <a:lnTo>
                    <a:pt x="659633" y="552512"/>
                  </a:lnTo>
                  <a:lnTo>
                    <a:pt x="660012" y="553038"/>
                  </a:lnTo>
                  <a:lnTo>
                    <a:pt x="660646" y="553514"/>
                  </a:lnTo>
                  <a:lnTo>
                    <a:pt x="661033" y="553533"/>
                  </a:lnTo>
                  <a:lnTo>
                    <a:pt x="661469" y="553555"/>
                  </a:lnTo>
                  <a:lnTo>
                    <a:pt x="661769" y="553500"/>
                  </a:lnTo>
                  <a:lnTo>
                    <a:pt x="662084" y="553606"/>
                  </a:lnTo>
                  <a:lnTo>
                    <a:pt x="661867" y="553927"/>
                  </a:lnTo>
                  <a:lnTo>
                    <a:pt x="661812" y="554054"/>
                  </a:lnTo>
                  <a:lnTo>
                    <a:pt x="662488" y="554679"/>
                  </a:lnTo>
                  <a:lnTo>
                    <a:pt x="662775" y="554939"/>
                  </a:lnTo>
                  <a:lnTo>
                    <a:pt x="662529" y="555372"/>
                  </a:lnTo>
                  <a:lnTo>
                    <a:pt x="662137" y="555638"/>
                  </a:lnTo>
                  <a:lnTo>
                    <a:pt x="661855" y="555707"/>
                  </a:lnTo>
                  <a:lnTo>
                    <a:pt x="661692" y="555746"/>
                  </a:lnTo>
                  <a:lnTo>
                    <a:pt x="661069" y="555851"/>
                  </a:lnTo>
                  <a:lnTo>
                    <a:pt x="660847" y="555935"/>
                  </a:lnTo>
                  <a:lnTo>
                    <a:pt x="660588" y="555954"/>
                  </a:lnTo>
                  <a:lnTo>
                    <a:pt x="660331" y="556016"/>
                  </a:lnTo>
                  <a:lnTo>
                    <a:pt x="660053" y="556331"/>
                  </a:lnTo>
                  <a:lnTo>
                    <a:pt x="660132" y="556459"/>
                  </a:lnTo>
                  <a:lnTo>
                    <a:pt x="660005" y="556603"/>
                  </a:lnTo>
                  <a:lnTo>
                    <a:pt x="659582" y="556747"/>
                  </a:lnTo>
                  <a:lnTo>
                    <a:pt x="659294" y="556742"/>
                  </a:lnTo>
                  <a:lnTo>
                    <a:pt x="658805" y="556506"/>
                  </a:lnTo>
                  <a:lnTo>
                    <a:pt x="658307" y="556554"/>
                  </a:lnTo>
                  <a:lnTo>
                    <a:pt x="657472" y="556945"/>
                  </a:lnTo>
                  <a:lnTo>
                    <a:pt x="656857" y="557065"/>
                  </a:lnTo>
                  <a:lnTo>
                    <a:pt x="656659" y="557086"/>
                  </a:lnTo>
                  <a:lnTo>
                    <a:pt x="656502" y="557062"/>
                  </a:lnTo>
                  <a:lnTo>
                    <a:pt x="656498" y="556770"/>
                  </a:lnTo>
                  <a:lnTo>
                    <a:pt x="656275" y="556547"/>
                  </a:lnTo>
                  <a:lnTo>
                    <a:pt x="656076" y="556972"/>
                  </a:lnTo>
                  <a:lnTo>
                    <a:pt x="655973" y="557137"/>
                  </a:lnTo>
                  <a:lnTo>
                    <a:pt x="655688" y="557071"/>
                  </a:lnTo>
                  <a:lnTo>
                    <a:pt x="655421" y="557070"/>
                  </a:lnTo>
                  <a:lnTo>
                    <a:pt x="655263" y="557080"/>
                  </a:lnTo>
                  <a:lnTo>
                    <a:pt x="655026" y="557094"/>
                  </a:lnTo>
                  <a:lnTo>
                    <a:pt x="654729" y="557112"/>
                  </a:lnTo>
                  <a:lnTo>
                    <a:pt x="654437" y="557237"/>
                  </a:lnTo>
                  <a:lnTo>
                    <a:pt x="654154" y="557358"/>
                  </a:lnTo>
                  <a:lnTo>
                    <a:pt x="653947" y="557449"/>
                  </a:lnTo>
                  <a:lnTo>
                    <a:pt x="653996" y="557798"/>
                  </a:lnTo>
                  <a:lnTo>
                    <a:pt x="653193" y="558374"/>
                  </a:lnTo>
                  <a:lnTo>
                    <a:pt x="653207" y="558675"/>
                  </a:lnTo>
                  <a:lnTo>
                    <a:pt x="652835" y="558572"/>
                  </a:lnTo>
                  <a:lnTo>
                    <a:pt x="652694" y="558418"/>
                  </a:lnTo>
                  <a:lnTo>
                    <a:pt x="652769" y="558202"/>
                  </a:lnTo>
                  <a:lnTo>
                    <a:pt x="652834" y="557926"/>
                  </a:lnTo>
                  <a:lnTo>
                    <a:pt x="652920" y="557343"/>
                  </a:lnTo>
                  <a:lnTo>
                    <a:pt x="652977" y="557089"/>
                  </a:lnTo>
                  <a:lnTo>
                    <a:pt x="652782" y="556559"/>
                  </a:lnTo>
                  <a:lnTo>
                    <a:pt x="652627" y="556458"/>
                  </a:lnTo>
                  <a:lnTo>
                    <a:pt x="651995" y="556290"/>
                  </a:lnTo>
                  <a:lnTo>
                    <a:pt x="651825" y="556363"/>
                  </a:lnTo>
                  <a:lnTo>
                    <a:pt x="651573" y="556857"/>
                  </a:lnTo>
                  <a:lnTo>
                    <a:pt x="651388" y="557056"/>
                  </a:lnTo>
                  <a:lnTo>
                    <a:pt x="651258" y="556999"/>
                  </a:lnTo>
                  <a:lnTo>
                    <a:pt x="651113" y="556685"/>
                  </a:lnTo>
                  <a:lnTo>
                    <a:pt x="651009" y="556552"/>
                  </a:lnTo>
                  <a:lnTo>
                    <a:pt x="650391" y="556274"/>
                  </a:lnTo>
                  <a:lnTo>
                    <a:pt x="649945" y="556548"/>
                  </a:lnTo>
                  <a:lnTo>
                    <a:pt x="649586" y="556995"/>
                  </a:lnTo>
                  <a:lnTo>
                    <a:pt x="649388" y="557529"/>
                  </a:lnTo>
                  <a:lnTo>
                    <a:pt x="649105" y="557860"/>
                  </a:lnTo>
                  <a:lnTo>
                    <a:pt x="648751" y="558074"/>
                  </a:lnTo>
                  <a:lnTo>
                    <a:pt x="648519" y="558092"/>
                  </a:lnTo>
                  <a:lnTo>
                    <a:pt x="648410" y="558259"/>
                  </a:lnTo>
                  <a:lnTo>
                    <a:pt x="648367" y="558945"/>
                  </a:lnTo>
                  <a:lnTo>
                    <a:pt x="647925" y="558943"/>
                  </a:lnTo>
                  <a:lnTo>
                    <a:pt x="647695" y="558943"/>
                  </a:lnTo>
                  <a:lnTo>
                    <a:pt x="646894" y="558912"/>
                  </a:lnTo>
                  <a:lnTo>
                    <a:pt x="646561" y="558610"/>
                  </a:lnTo>
                  <a:lnTo>
                    <a:pt x="646309" y="558458"/>
                  </a:lnTo>
                  <a:lnTo>
                    <a:pt x="646225" y="558739"/>
                  </a:lnTo>
                  <a:lnTo>
                    <a:pt x="645978" y="558909"/>
                  </a:lnTo>
                  <a:lnTo>
                    <a:pt x="645561" y="558811"/>
                  </a:lnTo>
                  <a:lnTo>
                    <a:pt x="645248" y="558841"/>
                  </a:lnTo>
                  <a:lnTo>
                    <a:pt x="644899" y="558729"/>
                  </a:lnTo>
                  <a:lnTo>
                    <a:pt x="644427" y="558577"/>
                  </a:lnTo>
                  <a:lnTo>
                    <a:pt x="644210" y="558390"/>
                  </a:lnTo>
                  <a:lnTo>
                    <a:pt x="644061" y="558260"/>
                  </a:lnTo>
                  <a:lnTo>
                    <a:pt x="643911" y="558096"/>
                  </a:lnTo>
                  <a:lnTo>
                    <a:pt x="643622" y="557881"/>
                  </a:lnTo>
                  <a:lnTo>
                    <a:pt x="643308" y="557927"/>
                  </a:lnTo>
                  <a:lnTo>
                    <a:pt x="642615" y="557858"/>
                  </a:lnTo>
                  <a:lnTo>
                    <a:pt x="642009" y="558140"/>
                  </a:lnTo>
                  <a:lnTo>
                    <a:pt x="641454" y="558845"/>
                  </a:lnTo>
                  <a:lnTo>
                    <a:pt x="641383" y="558525"/>
                  </a:lnTo>
                  <a:lnTo>
                    <a:pt x="641311" y="558364"/>
                  </a:lnTo>
                  <a:lnTo>
                    <a:pt x="640918" y="558126"/>
                  </a:lnTo>
                  <a:lnTo>
                    <a:pt x="640805" y="557928"/>
                  </a:lnTo>
                  <a:lnTo>
                    <a:pt x="640723" y="557735"/>
                  </a:lnTo>
                  <a:lnTo>
                    <a:pt x="640500" y="557601"/>
                  </a:lnTo>
                  <a:lnTo>
                    <a:pt x="639941" y="557696"/>
                  </a:lnTo>
                  <a:lnTo>
                    <a:pt x="639576" y="557778"/>
                  </a:lnTo>
                  <a:lnTo>
                    <a:pt x="639350" y="557796"/>
                  </a:lnTo>
                  <a:lnTo>
                    <a:pt x="639063" y="557813"/>
                  </a:lnTo>
                  <a:lnTo>
                    <a:pt x="638258" y="557696"/>
                  </a:lnTo>
                  <a:lnTo>
                    <a:pt x="638256" y="557833"/>
                  </a:lnTo>
                  <a:lnTo>
                    <a:pt x="638254" y="557972"/>
                  </a:lnTo>
                  <a:lnTo>
                    <a:pt x="638231" y="558109"/>
                  </a:lnTo>
                  <a:lnTo>
                    <a:pt x="637939" y="558588"/>
                  </a:lnTo>
                  <a:lnTo>
                    <a:pt x="637913" y="559153"/>
                  </a:lnTo>
                  <a:lnTo>
                    <a:pt x="637428" y="559095"/>
                  </a:lnTo>
                  <a:lnTo>
                    <a:pt x="637095" y="559355"/>
                  </a:lnTo>
                  <a:lnTo>
                    <a:pt x="636928" y="559802"/>
                  </a:lnTo>
                  <a:lnTo>
                    <a:pt x="636465" y="560447"/>
                  </a:lnTo>
                  <a:lnTo>
                    <a:pt x="636143" y="560083"/>
                  </a:lnTo>
                  <a:lnTo>
                    <a:pt x="635822" y="560035"/>
                  </a:lnTo>
                  <a:lnTo>
                    <a:pt x="635675" y="560193"/>
                  </a:lnTo>
                  <a:lnTo>
                    <a:pt x="635588" y="560427"/>
                  </a:lnTo>
                  <a:lnTo>
                    <a:pt x="635403" y="560614"/>
                  </a:lnTo>
                  <a:lnTo>
                    <a:pt x="635142" y="560607"/>
                  </a:lnTo>
                  <a:lnTo>
                    <a:pt x="634738" y="560238"/>
                  </a:lnTo>
                  <a:lnTo>
                    <a:pt x="634503" y="560273"/>
                  </a:lnTo>
                  <a:lnTo>
                    <a:pt x="634096" y="560425"/>
                  </a:lnTo>
                  <a:lnTo>
                    <a:pt x="633963" y="560216"/>
                  </a:lnTo>
                  <a:lnTo>
                    <a:pt x="633727" y="559752"/>
                  </a:lnTo>
                  <a:lnTo>
                    <a:pt x="633967" y="559290"/>
                  </a:lnTo>
                  <a:lnTo>
                    <a:pt x="633897" y="559079"/>
                  </a:lnTo>
                  <a:lnTo>
                    <a:pt x="633834" y="558920"/>
                  </a:lnTo>
                  <a:lnTo>
                    <a:pt x="633629" y="558397"/>
                  </a:lnTo>
                  <a:lnTo>
                    <a:pt x="633552" y="558202"/>
                  </a:lnTo>
                  <a:lnTo>
                    <a:pt x="633279" y="557760"/>
                  </a:lnTo>
                  <a:lnTo>
                    <a:pt x="632738" y="557753"/>
                  </a:lnTo>
                  <a:lnTo>
                    <a:pt x="632556" y="557816"/>
                  </a:lnTo>
                  <a:lnTo>
                    <a:pt x="632218" y="557423"/>
                  </a:lnTo>
                  <a:lnTo>
                    <a:pt x="631941" y="557245"/>
                  </a:lnTo>
                  <a:lnTo>
                    <a:pt x="631695" y="557385"/>
                  </a:lnTo>
                  <a:lnTo>
                    <a:pt x="630861" y="556922"/>
                  </a:lnTo>
                  <a:lnTo>
                    <a:pt x="630633" y="556908"/>
                  </a:lnTo>
                  <a:lnTo>
                    <a:pt x="630431" y="556804"/>
                  </a:lnTo>
                  <a:lnTo>
                    <a:pt x="630208" y="556542"/>
                  </a:lnTo>
                  <a:lnTo>
                    <a:pt x="630091" y="556229"/>
                  </a:lnTo>
                  <a:lnTo>
                    <a:pt x="629786" y="556086"/>
                  </a:lnTo>
                  <a:lnTo>
                    <a:pt x="629651" y="555842"/>
                  </a:lnTo>
                  <a:lnTo>
                    <a:pt x="629700" y="555619"/>
                  </a:lnTo>
                  <a:lnTo>
                    <a:pt x="629929" y="555312"/>
                  </a:lnTo>
                  <a:lnTo>
                    <a:pt x="630011" y="554942"/>
                  </a:lnTo>
                  <a:lnTo>
                    <a:pt x="629912" y="554352"/>
                  </a:lnTo>
                  <a:lnTo>
                    <a:pt x="629460" y="553867"/>
                  </a:lnTo>
                  <a:lnTo>
                    <a:pt x="629299" y="553834"/>
                  </a:lnTo>
                  <a:lnTo>
                    <a:pt x="629068" y="553792"/>
                  </a:lnTo>
                  <a:lnTo>
                    <a:pt x="628638" y="553792"/>
                  </a:lnTo>
                  <a:lnTo>
                    <a:pt x="628430" y="553705"/>
                  </a:lnTo>
                  <a:lnTo>
                    <a:pt x="628334" y="553480"/>
                  </a:lnTo>
                  <a:lnTo>
                    <a:pt x="628171" y="553426"/>
                  </a:lnTo>
                  <a:lnTo>
                    <a:pt x="627916" y="553418"/>
                  </a:lnTo>
                  <a:lnTo>
                    <a:pt x="627965" y="553129"/>
                  </a:lnTo>
                  <a:lnTo>
                    <a:pt x="628039" y="552832"/>
                  </a:lnTo>
                  <a:lnTo>
                    <a:pt x="627568" y="552700"/>
                  </a:lnTo>
                  <a:lnTo>
                    <a:pt x="626860" y="553195"/>
                  </a:lnTo>
                  <a:lnTo>
                    <a:pt x="626519" y="553360"/>
                  </a:lnTo>
                  <a:lnTo>
                    <a:pt x="626291" y="553208"/>
                  </a:lnTo>
                  <a:lnTo>
                    <a:pt x="626393" y="552842"/>
                  </a:lnTo>
                  <a:lnTo>
                    <a:pt x="626110" y="552260"/>
                  </a:lnTo>
                  <a:lnTo>
                    <a:pt x="625561" y="551856"/>
                  </a:lnTo>
                  <a:lnTo>
                    <a:pt x="625328" y="551788"/>
                  </a:lnTo>
                  <a:lnTo>
                    <a:pt x="625316" y="551306"/>
                  </a:lnTo>
                  <a:lnTo>
                    <a:pt x="624591" y="551539"/>
                  </a:lnTo>
                  <a:lnTo>
                    <a:pt x="624364" y="551520"/>
                  </a:lnTo>
                  <a:lnTo>
                    <a:pt x="624191" y="551405"/>
                  </a:lnTo>
                  <a:lnTo>
                    <a:pt x="623995" y="551274"/>
                  </a:lnTo>
                  <a:lnTo>
                    <a:pt x="623850" y="551149"/>
                  </a:lnTo>
                  <a:lnTo>
                    <a:pt x="623532" y="550818"/>
                  </a:lnTo>
                  <a:lnTo>
                    <a:pt x="623330" y="550695"/>
                  </a:lnTo>
                  <a:lnTo>
                    <a:pt x="622652" y="551008"/>
                  </a:lnTo>
                  <a:lnTo>
                    <a:pt x="621990" y="550332"/>
                  </a:lnTo>
                  <a:lnTo>
                    <a:pt x="621648" y="550087"/>
                  </a:lnTo>
                  <a:lnTo>
                    <a:pt x="621078" y="550113"/>
                  </a:lnTo>
                  <a:lnTo>
                    <a:pt x="620400" y="550186"/>
                  </a:lnTo>
                  <a:lnTo>
                    <a:pt x="620106" y="550193"/>
                  </a:lnTo>
                  <a:lnTo>
                    <a:pt x="619866" y="550222"/>
                  </a:lnTo>
                  <a:lnTo>
                    <a:pt x="619635" y="550355"/>
                  </a:lnTo>
                  <a:lnTo>
                    <a:pt x="619498" y="550480"/>
                  </a:lnTo>
                  <a:lnTo>
                    <a:pt x="619231" y="550836"/>
                  </a:lnTo>
                  <a:lnTo>
                    <a:pt x="618843" y="550831"/>
                  </a:lnTo>
                  <a:lnTo>
                    <a:pt x="618464" y="550825"/>
                  </a:lnTo>
                  <a:lnTo>
                    <a:pt x="618259" y="550784"/>
                  </a:lnTo>
                  <a:lnTo>
                    <a:pt x="617999" y="550583"/>
                  </a:lnTo>
                  <a:lnTo>
                    <a:pt x="617243" y="550341"/>
                  </a:lnTo>
                  <a:lnTo>
                    <a:pt x="616611" y="550275"/>
                  </a:lnTo>
                  <a:lnTo>
                    <a:pt x="616345" y="550293"/>
                  </a:lnTo>
                  <a:lnTo>
                    <a:pt x="615805" y="550156"/>
                  </a:lnTo>
                  <a:lnTo>
                    <a:pt x="615192" y="550000"/>
                  </a:lnTo>
                  <a:lnTo>
                    <a:pt x="614896" y="549897"/>
                  </a:lnTo>
                  <a:lnTo>
                    <a:pt x="614559" y="549712"/>
                  </a:lnTo>
                  <a:lnTo>
                    <a:pt x="613957" y="549795"/>
                  </a:lnTo>
                  <a:lnTo>
                    <a:pt x="613321" y="550762"/>
                  </a:lnTo>
                  <a:lnTo>
                    <a:pt x="612949" y="550873"/>
                  </a:lnTo>
                  <a:lnTo>
                    <a:pt x="612821" y="550889"/>
                  </a:lnTo>
                  <a:lnTo>
                    <a:pt x="612374" y="550931"/>
                  </a:lnTo>
                  <a:lnTo>
                    <a:pt x="612079" y="550947"/>
                  </a:lnTo>
                  <a:lnTo>
                    <a:pt x="611546" y="551397"/>
                  </a:lnTo>
                  <a:lnTo>
                    <a:pt x="611027" y="550996"/>
                  </a:lnTo>
                  <a:lnTo>
                    <a:pt x="610461" y="551269"/>
                  </a:lnTo>
                  <a:lnTo>
                    <a:pt x="609867" y="551270"/>
                  </a:lnTo>
                  <a:lnTo>
                    <a:pt x="609289" y="550912"/>
                  </a:lnTo>
                  <a:lnTo>
                    <a:pt x="608953" y="550638"/>
                  </a:lnTo>
                  <a:lnTo>
                    <a:pt x="608447" y="550433"/>
                  </a:lnTo>
                  <a:lnTo>
                    <a:pt x="608165" y="550386"/>
                  </a:lnTo>
                  <a:lnTo>
                    <a:pt x="607838" y="550332"/>
                  </a:lnTo>
                  <a:lnTo>
                    <a:pt x="607748" y="550834"/>
                  </a:lnTo>
                  <a:lnTo>
                    <a:pt x="606960" y="550339"/>
                  </a:lnTo>
                  <a:lnTo>
                    <a:pt x="606433" y="550558"/>
                  </a:lnTo>
                  <a:lnTo>
                    <a:pt x="606363" y="550777"/>
                  </a:lnTo>
                  <a:lnTo>
                    <a:pt x="606480" y="550962"/>
                  </a:lnTo>
                  <a:lnTo>
                    <a:pt x="606344" y="551590"/>
                  </a:lnTo>
                  <a:lnTo>
                    <a:pt x="606227" y="551754"/>
                  </a:lnTo>
                  <a:lnTo>
                    <a:pt x="606032" y="552167"/>
                  </a:lnTo>
                  <a:lnTo>
                    <a:pt x="605860" y="552539"/>
                  </a:lnTo>
                  <a:lnTo>
                    <a:pt x="605742" y="552792"/>
                  </a:lnTo>
                  <a:lnTo>
                    <a:pt x="605701" y="552953"/>
                  </a:lnTo>
                  <a:lnTo>
                    <a:pt x="605647" y="553290"/>
                  </a:lnTo>
                  <a:lnTo>
                    <a:pt x="605435" y="553388"/>
                  </a:lnTo>
                  <a:lnTo>
                    <a:pt x="605168" y="553253"/>
                  </a:lnTo>
                  <a:lnTo>
                    <a:pt x="604572" y="553193"/>
                  </a:lnTo>
                  <a:lnTo>
                    <a:pt x="604071" y="553711"/>
                  </a:lnTo>
                  <a:lnTo>
                    <a:pt x="604372" y="553910"/>
                  </a:lnTo>
                  <a:lnTo>
                    <a:pt x="604318" y="554422"/>
                  </a:lnTo>
                  <a:lnTo>
                    <a:pt x="604471" y="554882"/>
                  </a:lnTo>
                  <a:lnTo>
                    <a:pt x="604605" y="555033"/>
                  </a:lnTo>
                  <a:lnTo>
                    <a:pt x="604398" y="555294"/>
                  </a:lnTo>
                  <a:lnTo>
                    <a:pt x="604214" y="555336"/>
                  </a:lnTo>
                  <a:lnTo>
                    <a:pt x="604047" y="555367"/>
                  </a:lnTo>
                  <a:lnTo>
                    <a:pt x="603898" y="555524"/>
                  </a:lnTo>
                  <a:lnTo>
                    <a:pt x="603835" y="555683"/>
                  </a:lnTo>
                  <a:lnTo>
                    <a:pt x="604114" y="556129"/>
                  </a:lnTo>
                  <a:lnTo>
                    <a:pt x="604232" y="556897"/>
                  </a:lnTo>
                  <a:lnTo>
                    <a:pt x="604177" y="557093"/>
                  </a:lnTo>
                  <a:lnTo>
                    <a:pt x="604157" y="557230"/>
                  </a:lnTo>
                  <a:lnTo>
                    <a:pt x="604689" y="557983"/>
                  </a:lnTo>
                  <a:lnTo>
                    <a:pt x="604739" y="558204"/>
                  </a:lnTo>
                  <a:lnTo>
                    <a:pt x="604809" y="558336"/>
                  </a:lnTo>
                  <a:lnTo>
                    <a:pt x="605379" y="558637"/>
                  </a:lnTo>
                  <a:lnTo>
                    <a:pt x="605291" y="558983"/>
                  </a:lnTo>
                  <a:lnTo>
                    <a:pt x="605129" y="559496"/>
                  </a:lnTo>
                  <a:lnTo>
                    <a:pt x="605008" y="559825"/>
                  </a:lnTo>
                  <a:lnTo>
                    <a:pt x="605101" y="560015"/>
                  </a:lnTo>
                  <a:lnTo>
                    <a:pt x="605228" y="560187"/>
                  </a:lnTo>
                  <a:lnTo>
                    <a:pt x="605582" y="560487"/>
                  </a:lnTo>
                  <a:lnTo>
                    <a:pt x="605744" y="560623"/>
                  </a:lnTo>
                  <a:lnTo>
                    <a:pt x="606203" y="560632"/>
                  </a:lnTo>
                  <a:lnTo>
                    <a:pt x="606478" y="560883"/>
                  </a:lnTo>
                  <a:lnTo>
                    <a:pt x="606967" y="561470"/>
                  </a:lnTo>
                  <a:lnTo>
                    <a:pt x="607056" y="561651"/>
                  </a:lnTo>
                  <a:lnTo>
                    <a:pt x="606982" y="562302"/>
                  </a:lnTo>
                  <a:lnTo>
                    <a:pt x="607165" y="562816"/>
                  </a:lnTo>
                  <a:lnTo>
                    <a:pt x="606737" y="563006"/>
                  </a:lnTo>
                  <a:lnTo>
                    <a:pt x="606801" y="563234"/>
                  </a:lnTo>
                  <a:lnTo>
                    <a:pt x="606922" y="563600"/>
                  </a:lnTo>
                  <a:lnTo>
                    <a:pt x="607340" y="563970"/>
                  </a:lnTo>
                  <a:lnTo>
                    <a:pt x="607363" y="564313"/>
                  </a:lnTo>
                  <a:lnTo>
                    <a:pt x="607675" y="564695"/>
                  </a:lnTo>
                  <a:lnTo>
                    <a:pt x="607930" y="564992"/>
                  </a:lnTo>
                  <a:lnTo>
                    <a:pt x="607932" y="565256"/>
                  </a:lnTo>
                  <a:lnTo>
                    <a:pt x="607888" y="565493"/>
                  </a:lnTo>
                  <a:lnTo>
                    <a:pt x="607642" y="565936"/>
                  </a:lnTo>
                  <a:lnTo>
                    <a:pt x="607427" y="566060"/>
                  </a:lnTo>
                  <a:lnTo>
                    <a:pt x="607218" y="566120"/>
                  </a:lnTo>
                  <a:lnTo>
                    <a:pt x="606575" y="566459"/>
                  </a:lnTo>
                  <a:lnTo>
                    <a:pt x="606686" y="566788"/>
                  </a:lnTo>
                  <a:lnTo>
                    <a:pt x="606403" y="566909"/>
                  </a:lnTo>
                  <a:lnTo>
                    <a:pt x="605933" y="566890"/>
                  </a:lnTo>
                  <a:lnTo>
                    <a:pt x="605722" y="566946"/>
                  </a:lnTo>
                  <a:lnTo>
                    <a:pt x="605536" y="566996"/>
                  </a:lnTo>
                  <a:lnTo>
                    <a:pt x="604936" y="567180"/>
                  </a:lnTo>
                  <a:lnTo>
                    <a:pt x="604406" y="567241"/>
                  </a:lnTo>
                  <a:lnTo>
                    <a:pt x="604461" y="567455"/>
                  </a:lnTo>
                  <a:lnTo>
                    <a:pt x="604503" y="567653"/>
                  </a:lnTo>
                  <a:lnTo>
                    <a:pt x="604175" y="567993"/>
                  </a:lnTo>
                  <a:lnTo>
                    <a:pt x="604071" y="568231"/>
                  </a:lnTo>
                  <a:lnTo>
                    <a:pt x="603778" y="568568"/>
                  </a:lnTo>
                  <a:lnTo>
                    <a:pt x="603647" y="568643"/>
                  </a:lnTo>
                  <a:lnTo>
                    <a:pt x="603451" y="568756"/>
                  </a:lnTo>
                  <a:lnTo>
                    <a:pt x="602727" y="568695"/>
                  </a:lnTo>
                  <a:lnTo>
                    <a:pt x="602610" y="568883"/>
                  </a:lnTo>
                  <a:lnTo>
                    <a:pt x="602368" y="569524"/>
                  </a:lnTo>
                  <a:lnTo>
                    <a:pt x="602647" y="570065"/>
                  </a:lnTo>
                  <a:lnTo>
                    <a:pt x="602500" y="570345"/>
                  </a:lnTo>
                  <a:lnTo>
                    <a:pt x="602466" y="570667"/>
                  </a:lnTo>
                  <a:lnTo>
                    <a:pt x="602540" y="570974"/>
                  </a:lnTo>
                  <a:lnTo>
                    <a:pt x="603096" y="571311"/>
                  </a:lnTo>
                  <a:lnTo>
                    <a:pt x="603382" y="571624"/>
                  </a:lnTo>
                  <a:lnTo>
                    <a:pt x="603145" y="572107"/>
                  </a:lnTo>
                  <a:lnTo>
                    <a:pt x="602959" y="572267"/>
                  </a:lnTo>
                  <a:lnTo>
                    <a:pt x="602453" y="572369"/>
                  </a:lnTo>
                  <a:lnTo>
                    <a:pt x="602275" y="572360"/>
                  </a:lnTo>
                  <a:lnTo>
                    <a:pt x="602157" y="572180"/>
                  </a:lnTo>
                  <a:lnTo>
                    <a:pt x="601132" y="571662"/>
                  </a:lnTo>
                  <a:lnTo>
                    <a:pt x="601109" y="572054"/>
                  </a:lnTo>
                  <a:lnTo>
                    <a:pt x="600954" y="572208"/>
                  </a:lnTo>
                  <a:lnTo>
                    <a:pt x="600741" y="572355"/>
                  </a:lnTo>
                  <a:lnTo>
                    <a:pt x="600485" y="572269"/>
                  </a:lnTo>
                  <a:lnTo>
                    <a:pt x="600314" y="572349"/>
                  </a:lnTo>
                  <a:lnTo>
                    <a:pt x="599937" y="572840"/>
                  </a:lnTo>
                  <a:lnTo>
                    <a:pt x="599633" y="572964"/>
                  </a:lnTo>
                  <a:lnTo>
                    <a:pt x="599579" y="572822"/>
                  </a:lnTo>
                  <a:lnTo>
                    <a:pt x="599289" y="573095"/>
                  </a:lnTo>
                  <a:lnTo>
                    <a:pt x="598984" y="573541"/>
                  </a:lnTo>
                  <a:lnTo>
                    <a:pt x="598772" y="573337"/>
                  </a:lnTo>
                  <a:lnTo>
                    <a:pt x="598527" y="573353"/>
                  </a:lnTo>
                  <a:lnTo>
                    <a:pt x="598289" y="573577"/>
                  </a:lnTo>
                  <a:lnTo>
                    <a:pt x="598034" y="573900"/>
                  </a:lnTo>
                  <a:lnTo>
                    <a:pt x="597895" y="574048"/>
                  </a:lnTo>
                  <a:lnTo>
                    <a:pt x="597582" y="574348"/>
                  </a:lnTo>
                  <a:lnTo>
                    <a:pt x="597357" y="574459"/>
                  </a:lnTo>
                  <a:lnTo>
                    <a:pt x="597188" y="574542"/>
                  </a:lnTo>
                  <a:lnTo>
                    <a:pt x="596547" y="574751"/>
                  </a:lnTo>
                  <a:lnTo>
                    <a:pt x="596599" y="575138"/>
                  </a:lnTo>
                  <a:lnTo>
                    <a:pt x="596890" y="575167"/>
                  </a:lnTo>
                  <a:lnTo>
                    <a:pt x="597415" y="575370"/>
                  </a:lnTo>
                  <a:lnTo>
                    <a:pt x="597795" y="575706"/>
                  </a:lnTo>
                  <a:lnTo>
                    <a:pt x="597842" y="575865"/>
                  </a:lnTo>
                  <a:lnTo>
                    <a:pt x="597758" y="576375"/>
                  </a:lnTo>
                  <a:lnTo>
                    <a:pt x="597724" y="577474"/>
                  </a:lnTo>
                  <a:lnTo>
                    <a:pt x="597449" y="578093"/>
                  </a:lnTo>
                  <a:lnTo>
                    <a:pt x="597701" y="578136"/>
                  </a:lnTo>
                  <a:lnTo>
                    <a:pt x="597972" y="578062"/>
                  </a:lnTo>
                  <a:lnTo>
                    <a:pt x="598188" y="578062"/>
                  </a:lnTo>
                  <a:lnTo>
                    <a:pt x="598488" y="578186"/>
                  </a:lnTo>
                  <a:lnTo>
                    <a:pt x="599046" y="578308"/>
                  </a:lnTo>
                  <a:lnTo>
                    <a:pt x="599485" y="577933"/>
                  </a:lnTo>
                  <a:lnTo>
                    <a:pt x="599692" y="578070"/>
                  </a:lnTo>
                  <a:lnTo>
                    <a:pt x="599667" y="578245"/>
                  </a:lnTo>
                  <a:lnTo>
                    <a:pt x="599800" y="578447"/>
                  </a:lnTo>
                  <a:lnTo>
                    <a:pt x="599969" y="578474"/>
                  </a:lnTo>
                  <a:lnTo>
                    <a:pt x="600371" y="578336"/>
                  </a:lnTo>
                  <a:lnTo>
                    <a:pt x="600402" y="578054"/>
                  </a:lnTo>
                  <a:lnTo>
                    <a:pt x="600597" y="577830"/>
                  </a:lnTo>
                  <a:lnTo>
                    <a:pt x="601651" y="577634"/>
                  </a:lnTo>
                  <a:lnTo>
                    <a:pt x="601966" y="577772"/>
                  </a:lnTo>
                  <a:lnTo>
                    <a:pt x="602316" y="577793"/>
                  </a:lnTo>
                  <a:lnTo>
                    <a:pt x="602453" y="577733"/>
                  </a:lnTo>
                  <a:lnTo>
                    <a:pt x="602729" y="577421"/>
                  </a:lnTo>
                  <a:lnTo>
                    <a:pt x="603266" y="577534"/>
                  </a:lnTo>
                  <a:lnTo>
                    <a:pt x="603430" y="577856"/>
                  </a:lnTo>
                  <a:lnTo>
                    <a:pt x="603619" y="577903"/>
                  </a:lnTo>
                  <a:lnTo>
                    <a:pt x="604067" y="577984"/>
                  </a:lnTo>
                  <a:lnTo>
                    <a:pt x="604184" y="578184"/>
                  </a:lnTo>
                  <a:lnTo>
                    <a:pt x="604329" y="578240"/>
                  </a:lnTo>
                  <a:lnTo>
                    <a:pt x="604531" y="578319"/>
                  </a:lnTo>
                  <a:lnTo>
                    <a:pt x="604792" y="578396"/>
                  </a:lnTo>
                  <a:lnTo>
                    <a:pt x="605069" y="578559"/>
                  </a:lnTo>
                  <a:lnTo>
                    <a:pt x="605266" y="579076"/>
                  </a:lnTo>
                  <a:lnTo>
                    <a:pt x="605548" y="579164"/>
                  </a:lnTo>
                  <a:lnTo>
                    <a:pt x="605934" y="579257"/>
                  </a:lnTo>
                  <a:lnTo>
                    <a:pt x="606194" y="579296"/>
                  </a:lnTo>
                  <a:lnTo>
                    <a:pt x="606353" y="579470"/>
                  </a:lnTo>
                  <a:lnTo>
                    <a:pt x="606356" y="579616"/>
                  </a:lnTo>
                  <a:lnTo>
                    <a:pt x="606580" y="579633"/>
                  </a:lnTo>
                  <a:lnTo>
                    <a:pt x="607080" y="579483"/>
                  </a:lnTo>
                  <a:lnTo>
                    <a:pt x="607659" y="579898"/>
                  </a:lnTo>
                  <a:lnTo>
                    <a:pt x="607486" y="580161"/>
                  </a:lnTo>
                  <a:lnTo>
                    <a:pt x="607640" y="580250"/>
                  </a:lnTo>
                  <a:lnTo>
                    <a:pt x="608007" y="580219"/>
                  </a:lnTo>
                  <a:lnTo>
                    <a:pt x="608338" y="580661"/>
                  </a:lnTo>
                  <a:lnTo>
                    <a:pt x="608504" y="580648"/>
                  </a:lnTo>
                  <a:lnTo>
                    <a:pt x="608619" y="580837"/>
                  </a:lnTo>
                  <a:lnTo>
                    <a:pt x="608485" y="581203"/>
                  </a:lnTo>
                  <a:lnTo>
                    <a:pt x="609160" y="581147"/>
                  </a:lnTo>
                  <a:lnTo>
                    <a:pt x="609351" y="581196"/>
                  </a:lnTo>
                  <a:lnTo>
                    <a:pt x="609690" y="581426"/>
                  </a:lnTo>
                  <a:lnTo>
                    <a:pt x="609460" y="581792"/>
                  </a:lnTo>
                  <a:lnTo>
                    <a:pt x="609858" y="582479"/>
                  </a:lnTo>
                  <a:lnTo>
                    <a:pt x="609877" y="582977"/>
                  </a:lnTo>
                  <a:lnTo>
                    <a:pt x="609893" y="583127"/>
                  </a:lnTo>
                  <a:lnTo>
                    <a:pt x="609941" y="583328"/>
                  </a:lnTo>
                  <a:lnTo>
                    <a:pt x="610088" y="583448"/>
                  </a:lnTo>
                  <a:lnTo>
                    <a:pt x="610266" y="583595"/>
                  </a:lnTo>
                  <a:lnTo>
                    <a:pt x="610530" y="584197"/>
                  </a:lnTo>
                  <a:lnTo>
                    <a:pt x="611254" y="584399"/>
                  </a:lnTo>
                  <a:lnTo>
                    <a:pt x="611692" y="584684"/>
                  </a:lnTo>
                  <a:lnTo>
                    <a:pt x="611948" y="584624"/>
                  </a:lnTo>
                  <a:lnTo>
                    <a:pt x="612367" y="585032"/>
                  </a:lnTo>
                  <a:lnTo>
                    <a:pt x="613623" y="584965"/>
                  </a:lnTo>
                  <a:lnTo>
                    <a:pt x="613888" y="585182"/>
                  </a:lnTo>
                  <a:lnTo>
                    <a:pt x="613926" y="585814"/>
                  </a:lnTo>
                  <a:lnTo>
                    <a:pt x="613867" y="585999"/>
                  </a:lnTo>
                  <a:lnTo>
                    <a:pt x="613662" y="586277"/>
                  </a:lnTo>
                  <a:lnTo>
                    <a:pt x="613438" y="586311"/>
                  </a:lnTo>
                  <a:lnTo>
                    <a:pt x="612862" y="586519"/>
                  </a:lnTo>
                  <a:lnTo>
                    <a:pt x="612628" y="586706"/>
                  </a:lnTo>
                  <a:lnTo>
                    <a:pt x="612503" y="587157"/>
                  </a:lnTo>
                  <a:lnTo>
                    <a:pt x="612884" y="587327"/>
                  </a:lnTo>
                  <a:lnTo>
                    <a:pt x="613154" y="587479"/>
                  </a:lnTo>
                  <a:lnTo>
                    <a:pt x="613229" y="587734"/>
                  </a:lnTo>
                  <a:lnTo>
                    <a:pt x="613254" y="587928"/>
                  </a:lnTo>
                  <a:lnTo>
                    <a:pt x="613237" y="588140"/>
                  </a:lnTo>
                  <a:lnTo>
                    <a:pt x="613212" y="588366"/>
                  </a:lnTo>
                  <a:lnTo>
                    <a:pt x="613185" y="588604"/>
                  </a:lnTo>
                  <a:lnTo>
                    <a:pt x="613279" y="589517"/>
                  </a:lnTo>
                  <a:lnTo>
                    <a:pt x="612456" y="589957"/>
                  </a:lnTo>
                  <a:lnTo>
                    <a:pt x="612310" y="590404"/>
                  </a:lnTo>
                  <a:lnTo>
                    <a:pt x="612064" y="590902"/>
                  </a:lnTo>
                  <a:lnTo>
                    <a:pt x="611822" y="590987"/>
                  </a:lnTo>
                  <a:lnTo>
                    <a:pt x="611508" y="591068"/>
                  </a:lnTo>
                  <a:lnTo>
                    <a:pt x="610867" y="591225"/>
                  </a:lnTo>
                  <a:lnTo>
                    <a:pt x="610445" y="590996"/>
                  </a:lnTo>
                  <a:lnTo>
                    <a:pt x="610167" y="590803"/>
                  </a:lnTo>
                  <a:lnTo>
                    <a:pt x="609958" y="590632"/>
                  </a:lnTo>
                  <a:lnTo>
                    <a:pt x="609780" y="590381"/>
                  </a:lnTo>
                  <a:lnTo>
                    <a:pt x="609613" y="590345"/>
                  </a:lnTo>
                  <a:lnTo>
                    <a:pt x="609058" y="590494"/>
                  </a:lnTo>
                  <a:lnTo>
                    <a:pt x="608719" y="590726"/>
                  </a:lnTo>
                  <a:lnTo>
                    <a:pt x="608374" y="591031"/>
                  </a:lnTo>
                  <a:lnTo>
                    <a:pt x="608100" y="590338"/>
                  </a:lnTo>
                  <a:lnTo>
                    <a:pt x="607961" y="589910"/>
                  </a:lnTo>
                  <a:lnTo>
                    <a:pt x="607881" y="589755"/>
                  </a:lnTo>
                  <a:lnTo>
                    <a:pt x="607589" y="589461"/>
                  </a:lnTo>
                  <a:lnTo>
                    <a:pt x="607149" y="589514"/>
                  </a:lnTo>
                  <a:lnTo>
                    <a:pt x="606907" y="589560"/>
                  </a:lnTo>
                  <a:lnTo>
                    <a:pt x="606246" y="589291"/>
                  </a:lnTo>
                  <a:lnTo>
                    <a:pt x="605932" y="588898"/>
                  </a:lnTo>
                  <a:lnTo>
                    <a:pt x="605719" y="588840"/>
                  </a:lnTo>
                  <a:lnTo>
                    <a:pt x="604966" y="589472"/>
                  </a:lnTo>
                  <a:lnTo>
                    <a:pt x="605034" y="589810"/>
                  </a:lnTo>
                  <a:lnTo>
                    <a:pt x="604677" y="590425"/>
                  </a:lnTo>
                  <a:lnTo>
                    <a:pt x="604287" y="590762"/>
                  </a:lnTo>
                  <a:lnTo>
                    <a:pt x="604103" y="591153"/>
                  </a:lnTo>
                  <a:lnTo>
                    <a:pt x="604541" y="591413"/>
                  </a:lnTo>
                  <a:lnTo>
                    <a:pt x="604873" y="591457"/>
                  </a:lnTo>
                  <a:lnTo>
                    <a:pt x="605533" y="591368"/>
                  </a:lnTo>
                  <a:lnTo>
                    <a:pt x="605539" y="590995"/>
                  </a:lnTo>
                  <a:lnTo>
                    <a:pt x="605709" y="590754"/>
                  </a:lnTo>
                  <a:lnTo>
                    <a:pt x="605861" y="590851"/>
                  </a:lnTo>
                  <a:lnTo>
                    <a:pt x="606349" y="591386"/>
                  </a:lnTo>
                  <a:lnTo>
                    <a:pt x="606759" y="592037"/>
                  </a:lnTo>
                  <a:lnTo>
                    <a:pt x="607005" y="592200"/>
                  </a:lnTo>
                  <a:lnTo>
                    <a:pt x="606998" y="592385"/>
                  </a:lnTo>
                  <a:lnTo>
                    <a:pt x="606991" y="592567"/>
                  </a:lnTo>
                  <a:lnTo>
                    <a:pt x="606978" y="593004"/>
                  </a:lnTo>
                  <a:lnTo>
                    <a:pt x="607139" y="593458"/>
                  </a:lnTo>
                  <a:lnTo>
                    <a:pt x="607142" y="593986"/>
                  </a:lnTo>
                  <a:lnTo>
                    <a:pt x="607197" y="594166"/>
                  </a:lnTo>
                  <a:lnTo>
                    <a:pt x="607515" y="594625"/>
                  </a:lnTo>
                  <a:lnTo>
                    <a:pt x="607623" y="594980"/>
                  </a:lnTo>
                  <a:lnTo>
                    <a:pt x="607928" y="595551"/>
                  </a:lnTo>
                  <a:lnTo>
                    <a:pt x="608103" y="595724"/>
                  </a:lnTo>
                  <a:lnTo>
                    <a:pt x="608203" y="595943"/>
                  </a:lnTo>
                  <a:lnTo>
                    <a:pt x="608078" y="596305"/>
                  </a:lnTo>
                  <a:lnTo>
                    <a:pt x="607747" y="596755"/>
                  </a:lnTo>
                  <a:lnTo>
                    <a:pt x="607462" y="597145"/>
                  </a:lnTo>
                  <a:lnTo>
                    <a:pt x="607100" y="597852"/>
                  </a:lnTo>
                  <a:lnTo>
                    <a:pt x="606822" y="597800"/>
                  </a:lnTo>
                  <a:lnTo>
                    <a:pt x="606528" y="597691"/>
                  </a:lnTo>
                  <a:lnTo>
                    <a:pt x="606292" y="597694"/>
                  </a:lnTo>
                  <a:lnTo>
                    <a:pt x="606113" y="597793"/>
                  </a:lnTo>
                  <a:lnTo>
                    <a:pt x="605636" y="597796"/>
                  </a:lnTo>
                  <a:lnTo>
                    <a:pt x="605310" y="597750"/>
                  </a:lnTo>
                  <a:lnTo>
                    <a:pt x="604776" y="597739"/>
                  </a:lnTo>
                  <a:lnTo>
                    <a:pt x="604531" y="597962"/>
                  </a:lnTo>
                  <a:lnTo>
                    <a:pt x="604519" y="598238"/>
                  </a:lnTo>
                  <a:lnTo>
                    <a:pt x="604570" y="598656"/>
                  </a:lnTo>
                  <a:lnTo>
                    <a:pt x="604813" y="599186"/>
                  </a:lnTo>
                  <a:lnTo>
                    <a:pt x="604941" y="599553"/>
                  </a:lnTo>
                  <a:lnTo>
                    <a:pt x="604947" y="599681"/>
                  </a:lnTo>
                  <a:lnTo>
                    <a:pt x="604896" y="599827"/>
                  </a:lnTo>
                  <a:lnTo>
                    <a:pt x="604532" y="600149"/>
                  </a:lnTo>
                  <a:lnTo>
                    <a:pt x="604322" y="600479"/>
                  </a:lnTo>
                  <a:lnTo>
                    <a:pt x="604028" y="600995"/>
                  </a:lnTo>
                  <a:lnTo>
                    <a:pt x="604003" y="601167"/>
                  </a:lnTo>
                  <a:lnTo>
                    <a:pt x="603572" y="601425"/>
                  </a:lnTo>
                  <a:lnTo>
                    <a:pt x="603306" y="601654"/>
                  </a:lnTo>
                  <a:lnTo>
                    <a:pt x="603284" y="601825"/>
                  </a:lnTo>
                  <a:lnTo>
                    <a:pt x="603286" y="602058"/>
                  </a:lnTo>
                  <a:lnTo>
                    <a:pt x="603335" y="602412"/>
                  </a:lnTo>
                  <a:lnTo>
                    <a:pt x="603465" y="602601"/>
                  </a:lnTo>
                  <a:lnTo>
                    <a:pt x="603641" y="602894"/>
                  </a:lnTo>
                  <a:lnTo>
                    <a:pt x="603698" y="603272"/>
                  </a:lnTo>
                  <a:lnTo>
                    <a:pt x="603703" y="603446"/>
                  </a:lnTo>
                  <a:lnTo>
                    <a:pt x="603689" y="603585"/>
                  </a:lnTo>
                  <a:lnTo>
                    <a:pt x="603483" y="603771"/>
                  </a:lnTo>
                  <a:lnTo>
                    <a:pt x="603314" y="604339"/>
                  </a:lnTo>
                  <a:lnTo>
                    <a:pt x="603329" y="604673"/>
                  </a:lnTo>
                  <a:lnTo>
                    <a:pt x="603254" y="604867"/>
                  </a:lnTo>
                  <a:lnTo>
                    <a:pt x="603086" y="605237"/>
                  </a:lnTo>
                  <a:lnTo>
                    <a:pt x="602790" y="605230"/>
                  </a:lnTo>
                  <a:lnTo>
                    <a:pt x="602602" y="605305"/>
                  </a:lnTo>
                  <a:lnTo>
                    <a:pt x="602423" y="605525"/>
                  </a:lnTo>
                  <a:lnTo>
                    <a:pt x="602304" y="605759"/>
                  </a:lnTo>
                  <a:lnTo>
                    <a:pt x="602331" y="606165"/>
                  </a:lnTo>
                  <a:lnTo>
                    <a:pt x="602244" y="606325"/>
                  </a:lnTo>
                  <a:lnTo>
                    <a:pt x="602009" y="606482"/>
                  </a:lnTo>
                  <a:lnTo>
                    <a:pt x="601787" y="606656"/>
                  </a:lnTo>
                  <a:lnTo>
                    <a:pt x="601684" y="606868"/>
                  </a:lnTo>
                  <a:lnTo>
                    <a:pt x="600984" y="607413"/>
                  </a:lnTo>
                  <a:lnTo>
                    <a:pt x="600679" y="607741"/>
                  </a:lnTo>
                  <a:lnTo>
                    <a:pt x="600866" y="607819"/>
                  </a:lnTo>
                  <a:lnTo>
                    <a:pt x="601036" y="607949"/>
                  </a:lnTo>
                  <a:lnTo>
                    <a:pt x="601033" y="608869"/>
                  </a:lnTo>
                  <a:lnTo>
                    <a:pt x="601161" y="609239"/>
                  </a:lnTo>
                  <a:lnTo>
                    <a:pt x="601445" y="609533"/>
                  </a:lnTo>
                  <a:lnTo>
                    <a:pt x="601985" y="609503"/>
                  </a:lnTo>
                  <a:lnTo>
                    <a:pt x="602194" y="609492"/>
                  </a:lnTo>
                  <a:lnTo>
                    <a:pt x="602451" y="609522"/>
                  </a:lnTo>
                  <a:lnTo>
                    <a:pt x="602739" y="608852"/>
                  </a:lnTo>
                  <a:lnTo>
                    <a:pt x="602984" y="608770"/>
                  </a:lnTo>
                  <a:lnTo>
                    <a:pt x="603474" y="609203"/>
                  </a:lnTo>
                  <a:lnTo>
                    <a:pt x="603519" y="609374"/>
                  </a:lnTo>
                  <a:lnTo>
                    <a:pt x="603644" y="609727"/>
                  </a:lnTo>
                  <a:lnTo>
                    <a:pt x="603918" y="609907"/>
                  </a:lnTo>
                  <a:lnTo>
                    <a:pt x="604081" y="610013"/>
                  </a:lnTo>
                  <a:lnTo>
                    <a:pt x="604354" y="610193"/>
                  </a:lnTo>
                  <a:lnTo>
                    <a:pt x="604434" y="610599"/>
                  </a:lnTo>
                  <a:lnTo>
                    <a:pt x="604023" y="611143"/>
                  </a:lnTo>
                  <a:lnTo>
                    <a:pt x="603708" y="611411"/>
                  </a:lnTo>
                  <a:lnTo>
                    <a:pt x="603232" y="611298"/>
                  </a:lnTo>
                  <a:lnTo>
                    <a:pt x="602974" y="611584"/>
                  </a:lnTo>
                  <a:lnTo>
                    <a:pt x="602978" y="612182"/>
                  </a:lnTo>
                  <a:lnTo>
                    <a:pt x="602906" y="612489"/>
                  </a:lnTo>
                  <a:lnTo>
                    <a:pt x="602839" y="612713"/>
                  </a:lnTo>
                  <a:lnTo>
                    <a:pt x="602813" y="613308"/>
                  </a:lnTo>
                  <a:lnTo>
                    <a:pt x="603094" y="613559"/>
                  </a:lnTo>
                  <a:lnTo>
                    <a:pt x="603797" y="613666"/>
                  </a:lnTo>
                  <a:lnTo>
                    <a:pt x="603880" y="614112"/>
                  </a:lnTo>
                  <a:lnTo>
                    <a:pt x="603908" y="614495"/>
                  </a:lnTo>
                  <a:lnTo>
                    <a:pt x="603898" y="614980"/>
                  </a:lnTo>
                  <a:lnTo>
                    <a:pt x="604068" y="615649"/>
                  </a:lnTo>
                  <a:lnTo>
                    <a:pt x="603799" y="616298"/>
                  </a:lnTo>
                  <a:lnTo>
                    <a:pt x="603763" y="616515"/>
                  </a:lnTo>
                  <a:lnTo>
                    <a:pt x="603773" y="617008"/>
                  </a:lnTo>
                  <a:lnTo>
                    <a:pt x="603942" y="617218"/>
                  </a:lnTo>
                  <a:lnTo>
                    <a:pt x="604283" y="617313"/>
                  </a:lnTo>
                  <a:lnTo>
                    <a:pt x="604532" y="617453"/>
                  </a:lnTo>
                  <a:lnTo>
                    <a:pt x="604756" y="617574"/>
                  </a:lnTo>
                  <a:lnTo>
                    <a:pt x="605194" y="617535"/>
                  </a:lnTo>
                  <a:lnTo>
                    <a:pt x="605585" y="617671"/>
                  </a:lnTo>
                  <a:lnTo>
                    <a:pt x="605833" y="618056"/>
                  </a:lnTo>
                  <a:lnTo>
                    <a:pt x="606322" y="618748"/>
                  </a:lnTo>
                  <a:lnTo>
                    <a:pt x="606532" y="618801"/>
                  </a:lnTo>
                  <a:lnTo>
                    <a:pt x="606907" y="619067"/>
                  </a:lnTo>
                  <a:lnTo>
                    <a:pt x="606860" y="619342"/>
                  </a:lnTo>
                  <a:lnTo>
                    <a:pt x="606790" y="619491"/>
                  </a:lnTo>
                  <a:lnTo>
                    <a:pt x="606704" y="619690"/>
                  </a:lnTo>
                  <a:lnTo>
                    <a:pt x="607364" y="620315"/>
                  </a:lnTo>
                  <a:lnTo>
                    <a:pt x="607701" y="620780"/>
                  </a:lnTo>
                  <a:lnTo>
                    <a:pt x="607972" y="621106"/>
                  </a:lnTo>
                  <a:lnTo>
                    <a:pt x="608015" y="621304"/>
                  </a:lnTo>
                  <a:lnTo>
                    <a:pt x="608005" y="621467"/>
                  </a:lnTo>
                  <a:lnTo>
                    <a:pt x="608122" y="622018"/>
                  </a:lnTo>
                  <a:lnTo>
                    <a:pt x="608036" y="622318"/>
                  </a:lnTo>
                  <a:lnTo>
                    <a:pt x="607984" y="622635"/>
                  </a:lnTo>
                  <a:lnTo>
                    <a:pt x="607892" y="623153"/>
                  </a:lnTo>
                  <a:lnTo>
                    <a:pt x="607860" y="623444"/>
                  </a:lnTo>
                  <a:lnTo>
                    <a:pt x="608024" y="623707"/>
                  </a:lnTo>
                  <a:lnTo>
                    <a:pt x="607602" y="623652"/>
                  </a:lnTo>
                  <a:lnTo>
                    <a:pt x="607239" y="623609"/>
                  </a:lnTo>
                  <a:lnTo>
                    <a:pt x="607007" y="623597"/>
                  </a:lnTo>
                  <a:lnTo>
                    <a:pt x="606797" y="623686"/>
                  </a:lnTo>
                  <a:lnTo>
                    <a:pt x="606799" y="623848"/>
                  </a:lnTo>
                  <a:lnTo>
                    <a:pt x="606808" y="624373"/>
                  </a:lnTo>
                  <a:lnTo>
                    <a:pt x="606883" y="624536"/>
                  </a:lnTo>
                  <a:lnTo>
                    <a:pt x="607045" y="624761"/>
                  </a:lnTo>
                  <a:lnTo>
                    <a:pt x="607235" y="625253"/>
                  </a:lnTo>
                  <a:lnTo>
                    <a:pt x="607150" y="625665"/>
                  </a:lnTo>
                  <a:lnTo>
                    <a:pt x="607096" y="625929"/>
                  </a:lnTo>
                  <a:lnTo>
                    <a:pt x="606743" y="626170"/>
                  </a:lnTo>
                  <a:lnTo>
                    <a:pt x="606417" y="626538"/>
                  </a:lnTo>
                  <a:lnTo>
                    <a:pt x="606101" y="626615"/>
                  </a:lnTo>
                  <a:lnTo>
                    <a:pt x="605785" y="626638"/>
                  </a:lnTo>
                  <a:lnTo>
                    <a:pt x="605115" y="626708"/>
                  </a:lnTo>
                  <a:lnTo>
                    <a:pt x="604962" y="626567"/>
                  </a:lnTo>
                  <a:lnTo>
                    <a:pt x="604826" y="626190"/>
                  </a:lnTo>
                  <a:lnTo>
                    <a:pt x="604740" y="625873"/>
                  </a:lnTo>
                  <a:lnTo>
                    <a:pt x="604415" y="625597"/>
                  </a:lnTo>
                  <a:lnTo>
                    <a:pt x="604204" y="625510"/>
                  </a:lnTo>
                  <a:lnTo>
                    <a:pt x="603882" y="625924"/>
                  </a:lnTo>
                  <a:lnTo>
                    <a:pt x="603468" y="626120"/>
                  </a:lnTo>
                  <a:lnTo>
                    <a:pt x="603264" y="626202"/>
                  </a:lnTo>
                  <a:lnTo>
                    <a:pt x="603211" y="625870"/>
                  </a:lnTo>
                  <a:lnTo>
                    <a:pt x="602785" y="625469"/>
                  </a:lnTo>
                  <a:lnTo>
                    <a:pt x="602665" y="625148"/>
                  </a:lnTo>
                  <a:lnTo>
                    <a:pt x="602582" y="624700"/>
                  </a:lnTo>
                  <a:lnTo>
                    <a:pt x="602529" y="624297"/>
                  </a:lnTo>
                  <a:lnTo>
                    <a:pt x="602580" y="624045"/>
                  </a:lnTo>
                  <a:lnTo>
                    <a:pt x="602645" y="623699"/>
                  </a:lnTo>
                  <a:lnTo>
                    <a:pt x="602639" y="623460"/>
                  </a:lnTo>
                  <a:lnTo>
                    <a:pt x="602505" y="623212"/>
                  </a:lnTo>
                  <a:lnTo>
                    <a:pt x="602381" y="623012"/>
                  </a:lnTo>
                  <a:lnTo>
                    <a:pt x="602349" y="622498"/>
                  </a:lnTo>
                  <a:lnTo>
                    <a:pt x="602339" y="622260"/>
                  </a:lnTo>
                  <a:lnTo>
                    <a:pt x="602224" y="621677"/>
                  </a:lnTo>
                  <a:lnTo>
                    <a:pt x="601894" y="621538"/>
                  </a:lnTo>
                  <a:lnTo>
                    <a:pt x="601120" y="621500"/>
                  </a:lnTo>
                  <a:lnTo>
                    <a:pt x="600930" y="621570"/>
                  </a:lnTo>
                  <a:lnTo>
                    <a:pt x="600655" y="621731"/>
                  </a:lnTo>
                  <a:lnTo>
                    <a:pt x="600263" y="621703"/>
                  </a:lnTo>
                  <a:lnTo>
                    <a:pt x="599892" y="621667"/>
                  </a:lnTo>
                  <a:lnTo>
                    <a:pt x="599597" y="621675"/>
                  </a:lnTo>
                  <a:lnTo>
                    <a:pt x="599143" y="621787"/>
                  </a:lnTo>
                  <a:lnTo>
                    <a:pt x="599182" y="621920"/>
                  </a:lnTo>
                  <a:lnTo>
                    <a:pt x="599238" y="622093"/>
                  </a:lnTo>
                  <a:lnTo>
                    <a:pt x="599284" y="622234"/>
                  </a:lnTo>
                  <a:lnTo>
                    <a:pt x="599303" y="622409"/>
                  </a:lnTo>
                  <a:lnTo>
                    <a:pt x="599025" y="622523"/>
                  </a:lnTo>
                  <a:lnTo>
                    <a:pt x="598371" y="622694"/>
                  </a:lnTo>
                  <a:lnTo>
                    <a:pt x="597962" y="623269"/>
                  </a:lnTo>
                  <a:lnTo>
                    <a:pt x="597824" y="623247"/>
                  </a:lnTo>
                  <a:lnTo>
                    <a:pt x="597200" y="622902"/>
                  </a:lnTo>
                  <a:lnTo>
                    <a:pt x="596865" y="622818"/>
                  </a:lnTo>
                  <a:lnTo>
                    <a:pt x="596615" y="622575"/>
                  </a:lnTo>
                  <a:lnTo>
                    <a:pt x="596524" y="622236"/>
                  </a:lnTo>
                  <a:lnTo>
                    <a:pt x="596194" y="622252"/>
                  </a:lnTo>
                  <a:lnTo>
                    <a:pt x="595927" y="622213"/>
                  </a:lnTo>
                  <a:lnTo>
                    <a:pt x="595567" y="622134"/>
                  </a:lnTo>
                  <a:lnTo>
                    <a:pt x="594808" y="622669"/>
                  </a:lnTo>
                  <a:lnTo>
                    <a:pt x="594186" y="623071"/>
                  </a:lnTo>
                  <a:lnTo>
                    <a:pt x="594011" y="623253"/>
                  </a:lnTo>
                  <a:lnTo>
                    <a:pt x="593577" y="623737"/>
                  </a:lnTo>
                  <a:lnTo>
                    <a:pt x="593398" y="623971"/>
                  </a:lnTo>
                  <a:lnTo>
                    <a:pt x="593239" y="624245"/>
                  </a:lnTo>
                  <a:lnTo>
                    <a:pt x="592804" y="624342"/>
                  </a:lnTo>
                  <a:lnTo>
                    <a:pt x="592449" y="624273"/>
                  </a:lnTo>
                  <a:lnTo>
                    <a:pt x="592259" y="624306"/>
                  </a:lnTo>
                  <a:lnTo>
                    <a:pt x="591960" y="624401"/>
                  </a:lnTo>
                  <a:lnTo>
                    <a:pt x="591816" y="624762"/>
                  </a:lnTo>
                  <a:lnTo>
                    <a:pt x="591105" y="625250"/>
                  </a:lnTo>
                  <a:lnTo>
                    <a:pt x="590965" y="625210"/>
                  </a:lnTo>
                  <a:lnTo>
                    <a:pt x="590800" y="625163"/>
                  </a:lnTo>
                  <a:lnTo>
                    <a:pt x="590672" y="625095"/>
                  </a:lnTo>
                  <a:lnTo>
                    <a:pt x="590408" y="624890"/>
                  </a:lnTo>
                  <a:lnTo>
                    <a:pt x="590296" y="624753"/>
                  </a:lnTo>
                  <a:lnTo>
                    <a:pt x="589586" y="624538"/>
                  </a:lnTo>
                  <a:lnTo>
                    <a:pt x="589444" y="624360"/>
                  </a:lnTo>
                  <a:lnTo>
                    <a:pt x="589320" y="624203"/>
                  </a:lnTo>
                  <a:lnTo>
                    <a:pt x="589500" y="623447"/>
                  </a:lnTo>
                  <a:lnTo>
                    <a:pt x="588814" y="623669"/>
                  </a:lnTo>
                  <a:lnTo>
                    <a:pt x="588861" y="623934"/>
                  </a:lnTo>
                  <a:lnTo>
                    <a:pt x="588621" y="623980"/>
                  </a:lnTo>
                  <a:lnTo>
                    <a:pt x="588480" y="624005"/>
                  </a:lnTo>
                  <a:lnTo>
                    <a:pt x="588090" y="624039"/>
                  </a:lnTo>
                  <a:lnTo>
                    <a:pt x="587673" y="623825"/>
                  </a:lnTo>
                  <a:lnTo>
                    <a:pt x="587818" y="623502"/>
                  </a:lnTo>
                  <a:lnTo>
                    <a:pt x="588039" y="622979"/>
                  </a:lnTo>
                  <a:lnTo>
                    <a:pt x="588172" y="623016"/>
                  </a:lnTo>
                  <a:lnTo>
                    <a:pt x="588422" y="623028"/>
                  </a:lnTo>
                  <a:lnTo>
                    <a:pt x="588559" y="622945"/>
                  </a:lnTo>
                  <a:lnTo>
                    <a:pt x="588813" y="622666"/>
                  </a:lnTo>
                  <a:lnTo>
                    <a:pt x="588654" y="622389"/>
                  </a:lnTo>
                  <a:lnTo>
                    <a:pt x="588450" y="622471"/>
                  </a:lnTo>
                  <a:lnTo>
                    <a:pt x="588225" y="622438"/>
                  </a:lnTo>
                  <a:lnTo>
                    <a:pt x="587865" y="622126"/>
                  </a:lnTo>
                  <a:lnTo>
                    <a:pt x="587484" y="622105"/>
                  </a:lnTo>
                  <a:lnTo>
                    <a:pt x="587149" y="621875"/>
                  </a:lnTo>
                  <a:lnTo>
                    <a:pt x="586870" y="621739"/>
                  </a:lnTo>
                  <a:lnTo>
                    <a:pt x="586585" y="621968"/>
                  </a:lnTo>
                  <a:lnTo>
                    <a:pt x="586097" y="622292"/>
                  </a:lnTo>
                  <a:lnTo>
                    <a:pt x="585964" y="622352"/>
                  </a:lnTo>
                  <a:lnTo>
                    <a:pt x="585537" y="622177"/>
                  </a:lnTo>
                  <a:lnTo>
                    <a:pt x="585220" y="622107"/>
                  </a:lnTo>
                  <a:lnTo>
                    <a:pt x="584978" y="622198"/>
                  </a:lnTo>
                  <a:lnTo>
                    <a:pt x="584845" y="622362"/>
                  </a:lnTo>
                  <a:lnTo>
                    <a:pt x="584732" y="622535"/>
                  </a:lnTo>
                  <a:lnTo>
                    <a:pt x="584394" y="622801"/>
                  </a:lnTo>
                  <a:lnTo>
                    <a:pt x="584040" y="622632"/>
                  </a:lnTo>
                  <a:lnTo>
                    <a:pt x="584025" y="622487"/>
                  </a:lnTo>
                  <a:lnTo>
                    <a:pt x="583986" y="622074"/>
                  </a:lnTo>
                  <a:lnTo>
                    <a:pt x="583824" y="622092"/>
                  </a:lnTo>
                  <a:lnTo>
                    <a:pt x="582929" y="622323"/>
                  </a:lnTo>
                  <a:lnTo>
                    <a:pt x="582695" y="622107"/>
                  </a:lnTo>
                  <a:lnTo>
                    <a:pt x="582490" y="621967"/>
                  </a:lnTo>
                  <a:lnTo>
                    <a:pt x="582227" y="621954"/>
                  </a:lnTo>
                  <a:lnTo>
                    <a:pt x="581898" y="621913"/>
                  </a:lnTo>
                  <a:lnTo>
                    <a:pt x="581487" y="621870"/>
                  </a:lnTo>
                  <a:lnTo>
                    <a:pt x="581505" y="622113"/>
                  </a:lnTo>
                  <a:lnTo>
                    <a:pt x="581609" y="622262"/>
                  </a:lnTo>
                  <a:lnTo>
                    <a:pt x="581546" y="622597"/>
                  </a:lnTo>
                  <a:lnTo>
                    <a:pt x="581503" y="622805"/>
                  </a:lnTo>
                  <a:lnTo>
                    <a:pt x="581304" y="623050"/>
                  </a:lnTo>
                  <a:lnTo>
                    <a:pt x="580700" y="623461"/>
                  </a:lnTo>
                  <a:lnTo>
                    <a:pt x="580587" y="623830"/>
                  </a:lnTo>
                  <a:lnTo>
                    <a:pt x="580468" y="624059"/>
                  </a:lnTo>
                  <a:lnTo>
                    <a:pt x="580300" y="624237"/>
                  </a:lnTo>
                  <a:lnTo>
                    <a:pt x="579896" y="624628"/>
                  </a:lnTo>
                  <a:lnTo>
                    <a:pt x="579662" y="624729"/>
                  </a:lnTo>
                  <a:lnTo>
                    <a:pt x="579429" y="624515"/>
                  </a:lnTo>
                  <a:lnTo>
                    <a:pt x="579258" y="624344"/>
                  </a:lnTo>
                  <a:lnTo>
                    <a:pt x="578996" y="624309"/>
                  </a:lnTo>
                  <a:lnTo>
                    <a:pt x="578878" y="624723"/>
                  </a:lnTo>
                  <a:lnTo>
                    <a:pt x="578909" y="624898"/>
                  </a:lnTo>
                  <a:lnTo>
                    <a:pt x="578855" y="625121"/>
                  </a:lnTo>
                  <a:lnTo>
                    <a:pt x="578752" y="625326"/>
                  </a:lnTo>
                  <a:lnTo>
                    <a:pt x="578392" y="625621"/>
                  </a:lnTo>
                  <a:lnTo>
                    <a:pt x="578037" y="625673"/>
                  </a:lnTo>
                  <a:lnTo>
                    <a:pt x="577959" y="626303"/>
                  </a:lnTo>
                  <a:lnTo>
                    <a:pt x="577621" y="626631"/>
                  </a:lnTo>
                  <a:lnTo>
                    <a:pt x="577271" y="626956"/>
                  </a:lnTo>
                  <a:lnTo>
                    <a:pt x="576798" y="627239"/>
                  </a:lnTo>
                  <a:lnTo>
                    <a:pt x="576575" y="627421"/>
                  </a:lnTo>
                  <a:lnTo>
                    <a:pt x="576290" y="628300"/>
                  </a:lnTo>
                  <a:lnTo>
                    <a:pt x="576305" y="628604"/>
                  </a:lnTo>
                  <a:lnTo>
                    <a:pt x="576445" y="628744"/>
                  </a:lnTo>
                  <a:lnTo>
                    <a:pt x="576560" y="628913"/>
                  </a:lnTo>
                  <a:lnTo>
                    <a:pt x="575841" y="629311"/>
                  </a:lnTo>
                  <a:lnTo>
                    <a:pt x="575978" y="629612"/>
                  </a:lnTo>
                  <a:lnTo>
                    <a:pt x="576147" y="629966"/>
                  </a:lnTo>
                  <a:lnTo>
                    <a:pt x="576218" y="630194"/>
                  </a:lnTo>
                  <a:lnTo>
                    <a:pt x="576300" y="630463"/>
                  </a:lnTo>
                  <a:lnTo>
                    <a:pt x="576275" y="630769"/>
                  </a:lnTo>
                  <a:lnTo>
                    <a:pt x="576242" y="631021"/>
                  </a:lnTo>
                  <a:lnTo>
                    <a:pt x="576171" y="631558"/>
                  </a:lnTo>
                  <a:lnTo>
                    <a:pt x="576056" y="631869"/>
                  </a:lnTo>
                  <a:lnTo>
                    <a:pt x="575996" y="632243"/>
                  </a:lnTo>
                  <a:lnTo>
                    <a:pt x="576009" y="632592"/>
                  </a:lnTo>
                  <a:lnTo>
                    <a:pt x="575886" y="632898"/>
                  </a:lnTo>
                  <a:lnTo>
                    <a:pt x="575623" y="633223"/>
                  </a:lnTo>
                  <a:lnTo>
                    <a:pt x="574622" y="633063"/>
                  </a:lnTo>
                  <a:lnTo>
                    <a:pt x="573742" y="632748"/>
                  </a:lnTo>
                  <a:lnTo>
                    <a:pt x="573482" y="632895"/>
                  </a:lnTo>
                  <a:lnTo>
                    <a:pt x="573378" y="633119"/>
                  </a:lnTo>
                  <a:lnTo>
                    <a:pt x="573250" y="633373"/>
                  </a:lnTo>
                  <a:lnTo>
                    <a:pt x="573052" y="633338"/>
                  </a:lnTo>
                  <a:lnTo>
                    <a:pt x="572745" y="633278"/>
                  </a:lnTo>
                  <a:lnTo>
                    <a:pt x="572489" y="633224"/>
                  </a:lnTo>
                  <a:lnTo>
                    <a:pt x="572265" y="633110"/>
                  </a:lnTo>
                  <a:lnTo>
                    <a:pt x="571943" y="632919"/>
                  </a:lnTo>
                  <a:lnTo>
                    <a:pt x="571863" y="632682"/>
                  </a:lnTo>
                  <a:lnTo>
                    <a:pt x="571751" y="632457"/>
                  </a:lnTo>
                  <a:lnTo>
                    <a:pt x="571551" y="632490"/>
                  </a:lnTo>
                  <a:lnTo>
                    <a:pt x="570967" y="632585"/>
                  </a:lnTo>
                  <a:lnTo>
                    <a:pt x="570538" y="632815"/>
                  </a:lnTo>
                  <a:lnTo>
                    <a:pt x="571154" y="633652"/>
                  </a:lnTo>
                  <a:lnTo>
                    <a:pt x="571442" y="634013"/>
                  </a:lnTo>
                  <a:lnTo>
                    <a:pt x="571612" y="634199"/>
                  </a:lnTo>
                  <a:lnTo>
                    <a:pt x="571603" y="634384"/>
                  </a:lnTo>
                  <a:lnTo>
                    <a:pt x="571708" y="634743"/>
                  </a:lnTo>
                  <a:lnTo>
                    <a:pt x="572502" y="635190"/>
                  </a:lnTo>
                  <a:lnTo>
                    <a:pt x="572852" y="636229"/>
                  </a:lnTo>
                  <a:lnTo>
                    <a:pt x="572724" y="636416"/>
                  </a:lnTo>
                  <a:lnTo>
                    <a:pt x="572072" y="636464"/>
                  </a:lnTo>
                  <a:lnTo>
                    <a:pt x="572095" y="636671"/>
                  </a:lnTo>
                  <a:lnTo>
                    <a:pt x="572455" y="637469"/>
                  </a:lnTo>
                  <a:lnTo>
                    <a:pt x="572806" y="637719"/>
                  </a:lnTo>
                  <a:lnTo>
                    <a:pt x="573213" y="637759"/>
                  </a:lnTo>
                  <a:lnTo>
                    <a:pt x="573466" y="637813"/>
                  </a:lnTo>
                  <a:lnTo>
                    <a:pt x="573635" y="637846"/>
                  </a:lnTo>
                  <a:lnTo>
                    <a:pt x="573766" y="637872"/>
                  </a:lnTo>
                  <a:lnTo>
                    <a:pt x="574067" y="637891"/>
                  </a:lnTo>
                  <a:lnTo>
                    <a:pt x="574248" y="638084"/>
                  </a:lnTo>
                  <a:lnTo>
                    <a:pt x="574245" y="638326"/>
                  </a:lnTo>
                  <a:lnTo>
                    <a:pt x="574597" y="638897"/>
                  </a:lnTo>
                  <a:lnTo>
                    <a:pt x="575896" y="639243"/>
                  </a:lnTo>
                  <a:lnTo>
                    <a:pt x="576182" y="639351"/>
                  </a:lnTo>
                  <a:lnTo>
                    <a:pt x="576437" y="639542"/>
                  </a:lnTo>
                  <a:lnTo>
                    <a:pt x="576571" y="639700"/>
                  </a:lnTo>
                  <a:lnTo>
                    <a:pt x="576706" y="639940"/>
                  </a:lnTo>
                  <a:lnTo>
                    <a:pt x="577012" y="640185"/>
                  </a:lnTo>
                  <a:lnTo>
                    <a:pt x="577385" y="640359"/>
                  </a:lnTo>
                  <a:lnTo>
                    <a:pt x="577922" y="640201"/>
                  </a:lnTo>
                  <a:lnTo>
                    <a:pt x="578134" y="640073"/>
                  </a:lnTo>
                  <a:lnTo>
                    <a:pt x="578389" y="640047"/>
                  </a:lnTo>
                  <a:lnTo>
                    <a:pt x="578666" y="639998"/>
                  </a:lnTo>
                  <a:lnTo>
                    <a:pt x="578847" y="639932"/>
                  </a:lnTo>
                  <a:lnTo>
                    <a:pt x="579044" y="639819"/>
                  </a:lnTo>
                  <a:lnTo>
                    <a:pt x="579324" y="639822"/>
                  </a:lnTo>
                  <a:lnTo>
                    <a:pt x="580055" y="640034"/>
                  </a:lnTo>
                  <a:lnTo>
                    <a:pt x="580430" y="640836"/>
                  </a:lnTo>
                  <a:lnTo>
                    <a:pt x="580836" y="640846"/>
                  </a:lnTo>
                  <a:lnTo>
                    <a:pt x="580738" y="641131"/>
                  </a:lnTo>
                  <a:lnTo>
                    <a:pt x="580517" y="641173"/>
                  </a:lnTo>
                  <a:lnTo>
                    <a:pt x="580844" y="641399"/>
                  </a:lnTo>
                  <a:lnTo>
                    <a:pt x="581074" y="641391"/>
                  </a:lnTo>
                  <a:lnTo>
                    <a:pt x="581501" y="641268"/>
                  </a:lnTo>
                  <a:lnTo>
                    <a:pt x="581619" y="641449"/>
                  </a:lnTo>
                  <a:lnTo>
                    <a:pt x="581638" y="642091"/>
                  </a:lnTo>
                  <a:lnTo>
                    <a:pt x="581898" y="642885"/>
                  </a:lnTo>
                  <a:lnTo>
                    <a:pt x="581911" y="643369"/>
                  </a:lnTo>
                  <a:lnTo>
                    <a:pt x="582168" y="643851"/>
                  </a:lnTo>
                  <a:lnTo>
                    <a:pt x="582063" y="644336"/>
                  </a:lnTo>
                  <a:lnTo>
                    <a:pt x="581956" y="644533"/>
                  </a:lnTo>
                  <a:lnTo>
                    <a:pt x="581458" y="644441"/>
                  </a:lnTo>
                  <a:lnTo>
                    <a:pt x="581174" y="644331"/>
                  </a:lnTo>
                  <a:lnTo>
                    <a:pt x="580905" y="644175"/>
                  </a:lnTo>
                  <a:lnTo>
                    <a:pt x="580801" y="643959"/>
                  </a:lnTo>
                  <a:lnTo>
                    <a:pt x="580806" y="643400"/>
                  </a:lnTo>
                  <a:lnTo>
                    <a:pt x="580950" y="643271"/>
                  </a:lnTo>
                  <a:lnTo>
                    <a:pt x="580681" y="643129"/>
                  </a:lnTo>
                  <a:lnTo>
                    <a:pt x="580421" y="643172"/>
                  </a:lnTo>
                  <a:lnTo>
                    <a:pt x="580254" y="642932"/>
                  </a:lnTo>
                  <a:lnTo>
                    <a:pt x="580636" y="642644"/>
                  </a:lnTo>
                  <a:lnTo>
                    <a:pt x="580655" y="642438"/>
                  </a:lnTo>
                  <a:lnTo>
                    <a:pt x="580476" y="641967"/>
                  </a:lnTo>
                  <a:lnTo>
                    <a:pt x="580051" y="642499"/>
                  </a:lnTo>
                  <a:lnTo>
                    <a:pt x="579857" y="643661"/>
                  </a:lnTo>
                  <a:lnTo>
                    <a:pt x="579529" y="643891"/>
                  </a:lnTo>
                  <a:lnTo>
                    <a:pt x="579360" y="643909"/>
                  </a:lnTo>
                  <a:lnTo>
                    <a:pt x="579082" y="644030"/>
                  </a:lnTo>
                  <a:lnTo>
                    <a:pt x="578741" y="644586"/>
                  </a:lnTo>
                  <a:lnTo>
                    <a:pt x="579259" y="644975"/>
                  </a:lnTo>
                  <a:lnTo>
                    <a:pt x="579989" y="644403"/>
                  </a:lnTo>
                  <a:lnTo>
                    <a:pt x="580160" y="644477"/>
                  </a:lnTo>
                  <a:lnTo>
                    <a:pt x="580057" y="644904"/>
                  </a:lnTo>
                  <a:lnTo>
                    <a:pt x="579635" y="645104"/>
                  </a:lnTo>
                  <a:lnTo>
                    <a:pt x="579761" y="645414"/>
                  </a:lnTo>
                  <a:lnTo>
                    <a:pt x="580124" y="645755"/>
                  </a:lnTo>
                  <a:lnTo>
                    <a:pt x="580570" y="645906"/>
                  </a:lnTo>
                  <a:lnTo>
                    <a:pt x="580275" y="646162"/>
                  </a:lnTo>
                  <a:lnTo>
                    <a:pt x="580134" y="646184"/>
                  </a:lnTo>
                  <a:lnTo>
                    <a:pt x="579944" y="646294"/>
                  </a:lnTo>
                  <a:lnTo>
                    <a:pt x="579717" y="646523"/>
                  </a:lnTo>
                  <a:lnTo>
                    <a:pt x="579728" y="647122"/>
                  </a:lnTo>
                  <a:lnTo>
                    <a:pt x="580336" y="647939"/>
                  </a:lnTo>
                  <a:lnTo>
                    <a:pt x="579785" y="648302"/>
                  </a:lnTo>
                  <a:lnTo>
                    <a:pt x="579536" y="648513"/>
                  </a:lnTo>
                  <a:lnTo>
                    <a:pt x="579479" y="649060"/>
                  </a:lnTo>
                  <a:lnTo>
                    <a:pt x="579610" y="649231"/>
                  </a:lnTo>
                  <a:lnTo>
                    <a:pt x="579906" y="649524"/>
                  </a:lnTo>
                  <a:lnTo>
                    <a:pt x="580090" y="649763"/>
                  </a:lnTo>
                  <a:lnTo>
                    <a:pt x="580224" y="650390"/>
                  </a:lnTo>
                  <a:lnTo>
                    <a:pt x="579933" y="650702"/>
                  </a:lnTo>
                  <a:lnTo>
                    <a:pt x="579900" y="651269"/>
                  </a:lnTo>
                  <a:lnTo>
                    <a:pt x="579855" y="651728"/>
                  </a:lnTo>
                  <a:lnTo>
                    <a:pt x="579756" y="651947"/>
                  </a:lnTo>
                  <a:lnTo>
                    <a:pt x="579424" y="651977"/>
                  </a:lnTo>
                  <a:lnTo>
                    <a:pt x="579011" y="652180"/>
                  </a:lnTo>
                  <a:lnTo>
                    <a:pt x="578631" y="652658"/>
                  </a:lnTo>
                  <a:lnTo>
                    <a:pt x="578213" y="653340"/>
                  </a:lnTo>
                  <a:lnTo>
                    <a:pt x="578021" y="653389"/>
                  </a:lnTo>
                  <a:lnTo>
                    <a:pt x="577789" y="653456"/>
                  </a:lnTo>
                  <a:lnTo>
                    <a:pt x="577618" y="653740"/>
                  </a:lnTo>
                  <a:lnTo>
                    <a:pt x="577626" y="654115"/>
                  </a:lnTo>
                  <a:lnTo>
                    <a:pt x="577564" y="654317"/>
                  </a:lnTo>
                  <a:lnTo>
                    <a:pt x="577342" y="654476"/>
                  </a:lnTo>
                  <a:lnTo>
                    <a:pt x="576751" y="654095"/>
                  </a:lnTo>
                  <a:lnTo>
                    <a:pt x="576563" y="654089"/>
                  </a:lnTo>
                  <a:lnTo>
                    <a:pt x="576226" y="653964"/>
                  </a:lnTo>
                  <a:lnTo>
                    <a:pt x="575989" y="653704"/>
                  </a:lnTo>
                  <a:lnTo>
                    <a:pt x="575586" y="653797"/>
                  </a:lnTo>
                  <a:lnTo>
                    <a:pt x="575410" y="653983"/>
                  </a:lnTo>
                  <a:lnTo>
                    <a:pt x="575200" y="654385"/>
                  </a:lnTo>
                  <a:lnTo>
                    <a:pt x="574916" y="654627"/>
                  </a:lnTo>
                  <a:lnTo>
                    <a:pt x="574023" y="654790"/>
                  </a:lnTo>
                  <a:lnTo>
                    <a:pt x="573668" y="654931"/>
                  </a:lnTo>
                  <a:lnTo>
                    <a:pt x="573226" y="655284"/>
                  </a:lnTo>
                  <a:lnTo>
                    <a:pt x="572836" y="655295"/>
                  </a:lnTo>
                  <a:lnTo>
                    <a:pt x="572243" y="655749"/>
                  </a:lnTo>
                  <a:lnTo>
                    <a:pt x="572004" y="656051"/>
                  </a:lnTo>
                  <a:lnTo>
                    <a:pt x="571671" y="656258"/>
                  </a:lnTo>
                  <a:lnTo>
                    <a:pt x="571526" y="656247"/>
                  </a:lnTo>
                  <a:lnTo>
                    <a:pt x="571201" y="655983"/>
                  </a:lnTo>
                  <a:lnTo>
                    <a:pt x="570857" y="655853"/>
                  </a:lnTo>
                  <a:lnTo>
                    <a:pt x="570439" y="656145"/>
                  </a:lnTo>
                  <a:lnTo>
                    <a:pt x="570219" y="656245"/>
                  </a:lnTo>
                  <a:lnTo>
                    <a:pt x="569669" y="656287"/>
                  </a:lnTo>
                  <a:lnTo>
                    <a:pt x="569289" y="656241"/>
                  </a:lnTo>
                  <a:lnTo>
                    <a:pt x="568949" y="656276"/>
                  </a:lnTo>
                  <a:lnTo>
                    <a:pt x="568718" y="656410"/>
                  </a:lnTo>
                  <a:lnTo>
                    <a:pt x="568298" y="656965"/>
                  </a:lnTo>
                  <a:lnTo>
                    <a:pt x="567691" y="657307"/>
                  </a:lnTo>
                  <a:lnTo>
                    <a:pt x="567321" y="657335"/>
                  </a:lnTo>
                  <a:lnTo>
                    <a:pt x="567144" y="657341"/>
                  </a:lnTo>
                  <a:lnTo>
                    <a:pt x="566860" y="657228"/>
                  </a:lnTo>
                  <a:lnTo>
                    <a:pt x="566466" y="657217"/>
                  </a:lnTo>
                  <a:lnTo>
                    <a:pt x="566267" y="657309"/>
                  </a:lnTo>
                  <a:lnTo>
                    <a:pt x="565806" y="657502"/>
                  </a:lnTo>
                  <a:lnTo>
                    <a:pt x="565469" y="657330"/>
                  </a:lnTo>
                  <a:lnTo>
                    <a:pt x="565128" y="656708"/>
                  </a:lnTo>
                  <a:lnTo>
                    <a:pt x="564946" y="656449"/>
                  </a:lnTo>
                  <a:lnTo>
                    <a:pt x="564553" y="656037"/>
                  </a:lnTo>
                  <a:lnTo>
                    <a:pt x="563677" y="656147"/>
                  </a:lnTo>
                  <a:lnTo>
                    <a:pt x="563250" y="655841"/>
                  </a:lnTo>
                  <a:lnTo>
                    <a:pt x="563169" y="655683"/>
                  </a:lnTo>
                  <a:lnTo>
                    <a:pt x="562912" y="655482"/>
                  </a:lnTo>
                  <a:lnTo>
                    <a:pt x="562285" y="655585"/>
                  </a:lnTo>
                  <a:lnTo>
                    <a:pt x="561895" y="655956"/>
                  </a:lnTo>
                  <a:lnTo>
                    <a:pt x="561682" y="655729"/>
                  </a:lnTo>
                  <a:lnTo>
                    <a:pt x="561304" y="655443"/>
                  </a:lnTo>
                  <a:lnTo>
                    <a:pt x="560382" y="654990"/>
                  </a:lnTo>
                  <a:lnTo>
                    <a:pt x="559873" y="654870"/>
                  </a:lnTo>
                  <a:lnTo>
                    <a:pt x="559571" y="654922"/>
                  </a:lnTo>
                  <a:lnTo>
                    <a:pt x="559335" y="654933"/>
                  </a:lnTo>
                  <a:lnTo>
                    <a:pt x="559059" y="654882"/>
                  </a:lnTo>
                  <a:lnTo>
                    <a:pt x="558599" y="655038"/>
                  </a:lnTo>
                  <a:lnTo>
                    <a:pt x="558103" y="655583"/>
                  </a:lnTo>
                  <a:lnTo>
                    <a:pt x="558203" y="656273"/>
                  </a:lnTo>
                  <a:lnTo>
                    <a:pt x="558110" y="656677"/>
                  </a:lnTo>
                  <a:lnTo>
                    <a:pt x="557914" y="657222"/>
                  </a:lnTo>
                  <a:lnTo>
                    <a:pt x="557645" y="657343"/>
                  </a:lnTo>
                  <a:lnTo>
                    <a:pt x="557116" y="657508"/>
                  </a:lnTo>
                  <a:lnTo>
                    <a:pt x="557131" y="657798"/>
                  </a:lnTo>
                  <a:lnTo>
                    <a:pt x="557417" y="658203"/>
                  </a:lnTo>
                  <a:lnTo>
                    <a:pt x="557527" y="658613"/>
                  </a:lnTo>
                  <a:lnTo>
                    <a:pt x="557452" y="658831"/>
                  </a:lnTo>
                  <a:lnTo>
                    <a:pt x="557256" y="659038"/>
                  </a:lnTo>
                  <a:lnTo>
                    <a:pt x="557522" y="659238"/>
                  </a:lnTo>
                  <a:lnTo>
                    <a:pt x="557283" y="659601"/>
                  </a:lnTo>
                  <a:lnTo>
                    <a:pt x="557443" y="659837"/>
                  </a:lnTo>
                  <a:lnTo>
                    <a:pt x="557799" y="660136"/>
                  </a:lnTo>
                  <a:lnTo>
                    <a:pt x="558215" y="660885"/>
                  </a:lnTo>
                  <a:lnTo>
                    <a:pt x="558401" y="661238"/>
                  </a:lnTo>
                  <a:lnTo>
                    <a:pt x="558567" y="661688"/>
                  </a:lnTo>
                  <a:lnTo>
                    <a:pt x="558803" y="662474"/>
                  </a:lnTo>
                  <a:lnTo>
                    <a:pt x="558845" y="662634"/>
                  </a:lnTo>
                  <a:lnTo>
                    <a:pt x="558984" y="662689"/>
                  </a:lnTo>
                  <a:lnTo>
                    <a:pt x="559123" y="662678"/>
                  </a:lnTo>
                  <a:lnTo>
                    <a:pt x="559409" y="662580"/>
                  </a:lnTo>
                  <a:lnTo>
                    <a:pt x="559496" y="662756"/>
                  </a:lnTo>
                  <a:lnTo>
                    <a:pt x="559701" y="663118"/>
                  </a:lnTo>
                  <a:lnTo>
                    <a:pt x="560015" y="663062"/>
                  </a:lnTo>
                  <a:lnTo>
                    <a:pt x="560066" y="663213"/>
                  </a:lnTo>
                  <a:lnTo>
                    <a:pt x="560085" y="663370"/>
                  </a:lnTo>
                  <a:lnTo>
                    <a:pt x="559924" y="663769"/>
                  </a:lnTo>
                  <a:lnTo>
                    <a:pt x="559920" y="663917"/>
                  </a:lnTo>
                  <a:lnTo>
                    <a:pt x="559282" y="664572"/>
                  </a:lnTo>
                  <a:lnTo>
                    <a:pt x="559088" y="664560"/>
                  </a:lnTo>
                  <a:lnTo>
                    <a:pt x="558700" y="664573"/>
                  </a:lnTo>
                  <a:lnTo>
                    <a:pt x="558435" y="664852"/>
                  </a:lnTo>
                  <a:lnTo>
                    <a:pt x="558158" y="665085"/>
                  </a:lnTo>
                  <a:lnTo>
                    <a:pt x="557886" y="665197"/>
                  </a:lnTo>
                  <a:lnTo>
                    <a:pt x="557544" y="665351"/>
                  </a:lnTo>
                  <a:lnTo>
                    <a:pt x="557250" y="665484"/>
                  </a:lnTo>
                  <a:lnTo>
                    <a:pt x="556488" y="665691"/>
                  </a:lnTo>
                  <a:lnTo>
                    <a:pt x="556195" y="665632"/>
                  </a:lnTo>
                  <a:lnTo>
                    <a:pt x="555671" y="666258"/>
                  </a:lnTo>
                  <a:lnTo>
                    <a:pt x="555518" y="666626"/>
                  </a:lnTo>
                  <a:lnTo>
                    <a:pt x="555335" y="666999"/>
                  </a:lnTo>
                  <a:lnTo>
                    <a:pt x="554803" y="667159"/>
                  </a:lnTo>
                  <a:lnTo>
                    <a:pt x="554445" y="667305"/>
                  </a:lnTo>
                  <a:lnTo>
                    <a:pt x="553992" y="667520"/>
                  </a:lnTo>
                  <a:lnTo>
                    <a:pt x="553709" y="667548"/>
                  </a:lnTo>
                  <a:lnTo>
                    <a:pt x="553416" y="667979"/>
                  </a:lnTo>
                  <a:lnTo>
                    <a:pt x="553113" y="668304"/>
                  </a:lnTo>
                  <a:lnTo>
                    <a:pt x="552958" y="668367"/>
                  </a:lnTo>
                  <a:lnTo>
                    <a:pt x="552816" y="668359"/>
                  </a:lnTo>
                  <a:lnTo>
                    <a:pt x="552343" y="668245"/>
                  </a:lnTo>
                  <a:lnTo>
                    <a:pt x="551990" y="668472"/>
                  </a:lnTo>
                  <a:lnTo>
                    <a:pt x="551732" y="668463"/>
                  </a:lnTo>
                  <a:lnTo>
                    <a:pt x="551307" y="667947"/>
                  </a:lnTo>
                  <a:lnTo>
                    <a:pt x="550598" y="667834"/>
                  </a:lnTo>
                  <a:lnTo>
                    <a:pt x="550114" y="667769"/>
                  </a:lnTo>
                  <a:lnTo>
                    <a:pt x="549817" y="668036"/>
                  </a:lnTo>
                  <a:lnTo>
                    <a:pt x="549780" y="668216"/>
                  </a:lnTo>
                  <a:lnTo>
                    <a:pt x="549718" y="668514"/>
                  </a:lnTo>
                  <a:lnTo>
                    <a:pt x="549723" y="668718"/>
                  </a:lnTo>
                  <a:lnTo>
                    <a:pt x="549746" y="669129"/>
                  </a:lnTo>
                  <a:lnTo>
                    <a:pt x="549541" y="669335"/>
                  </a:lnTo>
                  <a:lnTo>
                    <a:pt x="549214" y="669663"/>
                  </a:lnTo>
                  <a:lnTo>
                    <a:pt x="549066" y="669705"/>
                  </a:lnTo>
                  <a:lnTo>
                    <a:pt x="548905" y="669705"/>
                  </a:lnTo>
                  <a:lnTo>
                    <a:pt x="548764" y="669704"/>
                  </a:lnTo>
                  <a:lnTo>
                    <a:pt x="548467" y="669862"/>
                  </a:lnTo>
                  <a:lnTo>
                    <a:pt x="548434" y="670126"/>
                  </a:lnTo>
                  <a:lnTo>
                    <a:pt x="548390" y="670255"/>
                  </a:lnTo>
                  <a:lnTo>
                    <a:pt x="547923" y="670374"/>
                  </a:lnTo>
                  <a:lnTo>
                    <a:pt x="547728" y="670438"/>
                  </a:lnTo>
                  <a:lnTo>
                    <a:pt x="547397" y="670548"/>
                  </a:lnTo>
                  <a:lnTo>
                    <a:pt x="546718" y="670835"/>
                  </a:lnTo>
                  <a:lnTo>
                    <a:pt x="546475" y="670997"/>
                  </a:lnTo>
                  <a:lnTo>
                    <a:pt x="545662" y="671215"/>
                  </a:lnTo>
                  <a:lnTo>
                    <a:pt x="545275" y="671297"/>
                  </a:lnTo>
                  <a:lnTo>
                    <a:pt x="545133" y="671169"/>
                  </a:lnTo>
                  <a:lnTo>
                    <a:pt x="544680" y="670643"/>
                  </a:lnTo>
                  <a:lnTo>
                    <a:pt x="544670" y="670456"/>
                  </a:lnTo>
                  <a:lnTo>
                    <a:pt x="544366" y="670030"/>
                  </a:lnTo>
                  <a:lnTo>
                    <a:pt x="543940" y="669209"/>
                  </a:lnTo>
                  <a:lnTo>
                    <a:pt x="543148" y="668822"/>
                  </a:lnTo>
                  <a:lnTo>
                    <a:pt x="542801" y="668776"/>
                  </a:lnTo>
                  <a:lnTo>
                    <a:pt x="542498" y="668794"/>
                  </a:lnTo>
                  <a:lnTo>
                    <a:pt x="542267" y="668694"/>
                  </a:lnTo>
                  <a:lnTo>
                    <a:pt x="542126" y="668649"/>
                  </a:lnTo>
                  <a:lnTo>
                    <a:pt x="541679" y="668598"/>
                  </a:lnTo>
                  <a:lnTo>
                    <a:pt x="541191" y="669097"/>
                  </a:lnTo>
                  <a:lnTo>
                    <a:pt x="540729" y="669094"/>
                  </a:lnTo>
                  <a:lnTo>
                    <a:pt x="539792" y="669428"/>
                  </a:lnTo>
                  <a:lnTo>
                    <a:pt x="539603" y="669377"/>
                  </a:lnTo>
                  <a:lnTo>
                    <a:pt x="538943" y="669764"/>
                  </a:lnTo>
                  <a:lnTo>
                    <a:pt x="538585" y="669968"/>
                  </a:lnTo>
                  <a:lnTo>
                    <a:pt x="538073" y="669989"/>
                  </a:lnTo>
                  <a:lnTo>
                    <a:pt x="537656" y="670271"/>
                  </a:lnTo>
                  <a:lnTo>
                    <a:pt x="537153" y="670591"/>
                  </a:lnTo>
                  <a:lnTo>
                    <a:pt x="536999" y="670691"/>
                  </a:lnTo>
                  <a:lnTo>
                    <a:pt x="536447" y="670890"/>
                  </a:lnTo>
                  <a:lnTo>
                    <a:pt x="536011" y="670886"/>
                  </a:lnTo>
                  <a:lnTo>
                    <a:pt x="535867" y="670883"/>
                  </a:lnTo>
                  <a:lnTo>
                    <a:pt x="535477" y="670909"/>
                  </a:lnTo>
                  <a:lnTo>
                    <a:pt x="535227" y="670184"/>
                  </a:lnTo>
                  <a:lnTo>
                    <a:pt x="535192" y="670009"/>
                  </a:lnTo>
                  <a:lnTo>
                    <a:pt x="535025" y="669680"/>
                  </a:lnTo>
                  <a:lnTo>
                    <a:pt x="534916" y="669537"/>
                  </a:lnTo>
                  <a:lnTo>
                    <a:pt x="534615" y="669391"/>
                  </a:lnTo>
                  <a:lnTo>
                    <a:pt x="534250" y="668921"/>
                  </a:lnTo>
                  <a:lnTo>
                    <a:pt x="534177" y="668780"/>
                  </a:lnTo>
                  <a:lnTo>
                    <a:pt x="533931" y="668367"/>
                  </a:lnTo>
                  <a:lnTo>
                    <a:pt x="533204" y="667956"/>
                  </a:lnTo>
                  <a:lnTo>
                    <a:pt x="532751" y="668204"/>
                  </a:lnTo>
                  <a:lnTo>
                    <a:pt x="532520" y="668590"/>
                  </a:lnTo>
                  <a:lnTo>
                    <a:pt x="532226" y="668613"/>
                  </a:lnTo>
                  <a:lnTo>
                    <a:pt x="531658" y="668941"/>
                  </a:lnTo>
                  <a:lnTo>
                    <a:pt x="531161" y="668930"/>
                  </a:lnTo>
                  <a:lnTo>
                    <a:pt x="530604" y="668860"/>
                  </a:lnTo>
                  <a:lnTo>
                    <a:pt x="530303" y="668798"/>
                  </a:lnTo>
                  <a:lnTo>
                    <a:pt x="529854" y="669045"/>
                  </a:lnTo>
                  <a:lnTo>
                    <a:pt x="529625" y="669297"/>
                  </a:lnTo>
                  <a:lnTo>
                    <a:pt x="529250" y="669086"/>
                  </a:lnTo>
                  <a:lnTo>
                    <a:pt x="528924" y="668942"/>
                  </a:lnTo>
                  <a:lnTo>
                    <a:pt x="528571" y="668622"/>
                  </a:lnTo>
                  <a:lnTo>
                    <a:pt x="528446" y="668336"/>
                  </a:lnTo>
                  <a:lnTo>
                    <a:pt x="528171" y="668077"/>
                  </a:lnTo>
                  <a:lnTo>
                    <a:pt x="528028" y="667649"/>
                  </a:lnTo>
                  <a:lnTo>
                    <a:pt x="527990" y="667422"/>
                  </a:lnTo>
                  <a:lnTo>
                    <a:pt x="527658" y="667362"/>
                  </a:lnTo>
                  <a:lnTo>
                    <a:pt x="526893" y="667627"/>
                  </a:lnTo>
                  <a:lnTo>
                    <a:pt x="526533" y="667968"/>
                  </a:lnTo>
                  <a:lnTo>
                    <a:pt x="526224" y="668025"/>
                  </a:lnTo>
                  <a:lnTo>
                    <a:pt x="525825" y="667872"/>
                  </a:lnTo>
                  <a:lnTo>
                    <a:pt x="525582" y="667958"/>
                  </a:lnTo>
                  <a:lnTo>
                    <a:pt x="525230" y="667954"/>
                  </a:lnTo>
                  <a:lnTo>
                    <a:pt x="524903" y="667531"/>
                  </a:lnTo>
                  <a:lnTo>
                    <a:pt x="524674" y="667349"/>
                  </a:lnTo>
                  <a:lnTo>
                    <a:pt x="524541" y="667265"/>
                  </a:lnTo>
                  <a:lnTo>
                    <a:pt x="524400" y="667211"/>
                  </a:lnTo>
                  <a:lnTo>
                    <a:pt x="524197" y="666917"/>
                  </a:lnTo>
                  <a:lnTo>
                    <a:pt x="523743" y="666640"/>
                  </a:lnTo>
                  <a:lnTo>
                    <a:pt x="523147" y="666371"/>
                  </a:lnTo>
                  <a:lnTo>
                    <a:pt x="523056" y="666231"/>
                  </a:lnTo>
                  <a:lnTo>
                    <a:pt x="522822" y="665776"/>
                  </a:lnTo>
                  <a:lnTo>
                    <a:pt x="522794" y="665594"/>
                  </a:lnTo>
                  <a:lnTo>
                    <a:pt x="522719" y="665048"/>
                  </a:lnTo>
                  <a:lnTo>
                    <a:pt x="522242" y="664740"/>
                  </a:lnTo>
                  <a:lnTo>
                    <a:pt x="522026" y="664642"/>
                  </a:lnTo>
                  <a:lnTo>
                    <a:pt x="521156" y="664759"/>
                  </a:lnTo>
                  <a:lnTo>
                    <a:pt x="520859" y="664906"/>
                  </a:lnTo>
                  <a:lnTo>
                    <a:pt x="520569" y="664911"/>
                  </a:lnTo>
                  <a:lnTo>
                    <a:pt x="520356" y="664787"/>
                  </a:lnTo>
                  <a:lnTo>
                    <a:pt x="520157" y="664366"/>
                  </a:lnTo>
                  <a:lnTo>
                    <a:pt x="519972" y="664103"/>
                  </a:lnTo>
                  <a:lnTo>
                    <a:pt x="519829" y="663900"/>
                  </a:lnTo>
                  <a:lnTo>
                    <a:pt x="519649" y="663492"/>
                  </a:lnTo>
                  <a:lnTo>
                    <a:pt x="519376" y="663460"/>
                  </a:lnTo>
                  <a:lnTo>
                    <a:pt x="519036" y="663421"/>
                  </a:lnTo>
                  <a:lnTo>
                    <a:pt x="518539" y="663677"/>
                  </a:lnTo>
                  <a:lnTo>
                    <a:pt x="518353" y="663735"/>
                  </a:lnTo>
                  <a:lnTo>
                    <a:pt x="518066" y="663800"/>
                  </a:lnTo>
                  <a:lnTo>
                    <a:pt x="517705" y="663844"/>
                  </a:lnTo>
                  <a:lnTo>
                    <a:pt x="517565" y="663838"/>
                  </a:lnTo>
                  <a:lnTo>
                    <a:pt x="517232" y="663408"/>
                  </a:lnTo>
                  <a:lnTo>
                    <a:pt x="516550" y="663077"/>
                  </a:lnTo>
                  <a:lnTo>
                    <a:pt x="516350" y="662980"/>
                  </a:lnTo>
                  <a:lnTo>
                    <a:pt x="516092" y="662836"/>
                  </a:lnTo>
                  <a:lnTo>
                    <a:pt x="515961" y="662341"/>
                  </a:lnTo>
                  <a:lnTo>
                    <a:pt x="515787" y="662208"/>
                  </a:lnTo>
                  <a:lnTo>
                    <a:pt x="515235" y="662100"/>
                  </a:lnTo>
                  <a:lnTo>
                    <a:pt x="515040" y="661994"/>
                  </a:lnTo>
                  <a:lnTo>
                    <a:pt x="514855" y="661601"/>
                  </a:lnTo>
                  <a:lnTo>
                    <a:pt x="514666" y="661559"/>
                  </a:lnTo>
                  <a:lnTo>
                    <a:pt x="514433" y="661484"/>
                  </a:lnTo>
                  <a:lnTo>
                    <a:pt x="514329" y="661336"/>
                  </a:lnTo>
                  <a:lnTo>
                    <a:pt x="514090" y="661163"/>
                  </a:lnTo>
                  <a:lnTo>
                    <a:pt x="513740" y="660947"/>
                  </a:lnTo>
                  <a:lnTo>
                    <a:pt x="513744" y="660645"/>
                  </a:lnTo>
                  <a:lnTo>
                    <a:pt x="513537" y="660310"/>
                  </a:lnTo>
                  <a:lnTo>
                    <a:pt x="513318" y="660193"/>
                  </a:lnTo>
                  <a:lnTo>
                    <a:pt x="513064" y="660155"/>
                  </a:lnTo>
                  <a:lnTo>
                    <a:pt x="512642" y="660159"/>
                  </a:lnTo>
                  <a:lnTo>
                    <a:pt x="511920" y="660130"/>
                  </a:lnTo>
                  <a:lnTo>
                    <a:pt x="511324" y="659933"/>
                  </a:lnTo>
                  <a:lnTo>
                    <a:pt x="510694" y="659830"/>
                  </a:lnTo>
                  <a:lnTo>
                    <a:pt x="510393" y="659515"/>
                  </a:lnTo>
                  <a:lnTo>
                    <a:pt x="510405" y="659247"/>
                  </a:lnTo>
                  <a:lnTo>
                    <a:pt x="510403" y="658746"/>
                  </a:lnTo>
                  <a:lnTo>
                    <a:pt x="510277" y="658336"/>
                  </a:lnTo>
                  <a:lnTo>
                    <a:pt x="510311" y="657980"/>
                  </a:lnTo>
                  <a:lnTo>
                    <a:pt x="510061" y="657458"/>
                  </a:lnTo>
                  <a:lnTo>
                    <a:pt x="509695" y="657125"/>
                  </a:lnTo>
                  <a:lnTo>
                    <a:pt x="509707" y="656898"/>
                  </a:lnTo>
                  <a:lnTo>
                    <a:pt x="509910" y="656198"/>
                  </a:lnTo>
                  <a:lnTo>
                    <a:pt x="509909" y="655944"/>
                  </a:lnTo>
                  <a:lnTo>
                    <a:pt x="509928" y="655546"/>
                  </a:lnTo>
                  <a:lnTo>
                    <a:pt x="510141" y="655152"/>
                  </a:lnTo>
                  <a:lnTo>
                    <a:pt x="510091" y="654769"/>
                  </a:lnTo>
                  <a:lnTo>
                    <a:pt x="510253" y="654366"/>
                  </a:lnTo>
                  <a:lnTo>
                    <a:pt x="510538" y="654153"/>
                  </a:lnTo>
                  <a:lnTo>
                    <a:pt x="511069" y="654077"/>
                  </a:lnTo>
                  <a:lnTo>
                    <a:pt x="511528" y="654300"/>
                  </a:lnTo>
                  <a:lnTo>
                    <a:pt x="511786" y="654157"/>
                  </a:lnTo>
                  <a:lnTo>
                    <a:pt x="511965" y="654143"/>
                  </a:lnTo>
                  <a:lnTo>
                    <a:pt x="512095" y="654174"/>
                  </a:lnTo>
                  <a:lnTo>
                    <a:pt x="512564" y="654503"/>
                  </a:lnTo>
                  <a:lnTo>
                    <a:pt x="512738" y="654507"/>
                  </a:lnTo>
                  <a:lnTo>
                    <a:pt x="512925" y="654490"/>
                  </a:lnTo>
                  <a:lnTo>
                    <a:pt x="513245" y="654442"/>
                  </a:lnTo>
                  <a:lnTo>
                    <a:pt x="513702" y="654244"/>
                  </a:lnTo>
                  <a:lnTo>
                    <a:pt x="513823" y="654005"/>
                  </a:lnTo>
                  <a:lnTo>
                    <a:pt x="513966" y="653703"/>
                  </a:lnTo>
                  <a:lnTo>
                    <a:pt x="514064" y="653256"/>
                  </a:lnTo>
                  <a:lnTo>
                    <a:pt x="514005" y="652984"/>
                  </a:lnTo>
                  <a:lnTo>
                    <a:pt x="514079" y="652536"/>
                  </a:lnTo>
                  <a:lnTo>
                    <a:pt x="514201" y="652068"/>
                  </a:lnTo>
                  <a:lnTo>
                    <a:pt x="514312" y="651876"/>
                  </a:lnTo>
                  <a:lnTo>
                    <a:pt x="514564" y="651657"/>
                  </a:lnTo>
                  <a:lnTo>
                    <a:pt x="514971" y="651445"/>
                  </a:lnTo>
                  <a:lnTo>
                    <a:pt x="515099" y="651432"/>
                  </a:lnTo>
                  <a:lnTo>
                    <a:pt x="515783" y="651179"/>
                  </a:lnTo>
                  <a:lnTo>
                    <a:pt x="516078" y="650909"/>
                  </a:lnTo>
                  <a:lnTo>
                    <a:pt x="516013" y="650308"/>
                  </a:lnTo>
                  <a:lnTo>
                    <a:pt x="515661" y="650042"/>
                  </a:lnTo>
                  <a:lnTo>
                    <a:pt x="515453" y="650017"/>
                  </a:lnTo>
                  <a:lnTo>
                    <a:pt x="515116" y="649983"/>
                  </a:lnTo>
                  <a:lnTo>
                    <a:pt x="514627" y="649744"/>
                  </a:lnTo>
                  <a:lnTo>
                    <a:pt x="514332" y="649823"/>
                  </a:lnTo>
                  <a:lnTo>
                    <a:pt x="514070" y="650037"/>
                  </a:lnTo>
                  <a:lnTo>
                    <a:pt x="513858" y="650215"/>
                  </a:lnTo>
                  <a:lnTo>
                    <a:pt x="513588" y="650237"/>
                  </a:lnTo>
                  <a:lnTo>
                    <a:pt x="512940" y="649920"/>
                  </a:lnTo>
                  <a:lnTo>
                    <a:pt x="512640" y="649706"/>
                  </a:lnTo>
                  <a:lnTo>
                    <a:pt x="512466" y="649696"/>
                  </a:lnTo>
                  <a:lnTo>
                    <a:pt x="512132" y="649449"/>
                  </a:lnTo>
                  <a:lnTo>
                    <a:pt x="512442" y="649105"/>
                  </a:lnTo>
                  <a:lnTo>
                    <a:pt x="512717" y="648926"/>
                  </a:lnTo>
                  <a:lnTo>
                    <a:pt x="512854" y="648870"/>
                  </a:lnTo>
                  <a:lnTo>
                    <a:pt x="512938" y="648708"/>
                  </a:lnTo>
                  <a:lnTo>
                    <a:pt x="513147" y="648307"/>
                  </a:lnTo>
                  <a:lnTo>
                    <a:pt x="513222" y="647917"/>
                  </a:lnTo>
                  <a:lnTo>
                    <a:pt x="513678" y="647514"/>
                  </a:lnTo>
                  <a:lnTo>
                    <a:pt x="513499" y="647422"/>
                  </a:lnTo>
                  <a:lnTo>
                    <a:pt x="513268" y="647458"/>
                  </a:lnTo>
                  <a:lnTo>
                    <a:pt x="513189" y="646980"/>
                  </a:lnTo>
                  <a:lnTo>
                    <a:pt x="513228" y="646818"/>
                  </a:lnTo>
                  <a:lnTo>
                    <a:pt x="513613" y="646669"/>
                  </a:lnTo>
                  <a:lnTo>
                    <a:pt x="514032" y="646531"/>
                  </a:lnTo>
                  <a:lnTo>
                    <a:pt x="513759" y="645898"/>
                  </a:lnTo>
                  <a:lnTo>
                    <a:pt x="513721" y="645739"/>
                  </a:lnTo>
                  <a:lnTo>
                    <a:pt x="513693" y="645496"/>
                  </a:lnTo>
                  <a:lnTo>
                    <a:pt x="513503" y="645128"/>
                  </a:lnTo>
                  <a:lnTo>
                    <a:pt x="513392" y="644942"/>
                  </a:lnTo>
                  <a:lnTo>
                    <a:pt x="513211" y="644472"/>
                  </a:lnTo>
                  <a:lnTo>
                    <a:pt x="513126" y="644110"/>
                  </a:lnTo>
                  <a:lnTo>
                    <a:pt x="513010" y="643957"/>
                  </a:lnTo>
                  <a:lnTo>
                    <a:pt x="512882" y="643435"/>
                  </a:lnTo>
                  <a:lnTo>
                    <a:pt x="512890" y="643175"/>
                  </a:lnTo>
                  <a:lnTo>
                    <a:pt x="512717" y="642543"/>
                  </a:lnTo>
                  <a:lnTo>
                    <a:pt x="512360" y="642047"/>
                  </a:lnTo>
                  <a:lnTo>
                    <a:pt x="512296" y="641905"/>
                  </a:lnTo>
                  <a:lnTo>
                    <a:pt x="512220" y="641668"/>
                  </a:lnTo>
                  <a:lnTo>
                    <a:pt x="512177" y="641526"/>
                  </a:lnTo>
                  <a:lnTo>
                    <a:pt x="512005" y="641287"/>
                  </a:lnTo>
                  <a:lnTo>
                    <a:pt x="511818" y="641143"/>
                  </a:lnTo>
                  <a:lnTo>
                    <a:pt x="511753" y="640883"/>
                  </a:lnTo>
                  <a:lnTo>
                    <a:pt x="511706" y="640691"/>
                  </a:lnTo>
                  <a:lnTo>
                    <a:pt x="511795" y="640514"/>
                  </a:lnTo>
                  <a:lnTo>
                    <a:pt x="511935" y="639971"/>
                  </a:lnTo>
                  <a:lnTo>
                    <a:pt x="511884" y="639683"/>
                  </a:lnTo>
                  <a:lnTo>
                    <a:pt x="511772" y="639239"/>
                  </a:lnTo>
                  <a:lnTo>
                    <a:pt x="511676" y="638658"/>
                  </a:lnTo>
                  <a:lnTo>
                    <a:pt x="511557" y="638299"/>
                  </a:lnTo>
                  <a:lnTo>
                    <a:pt x="511479" y="638065"/>
                  </a:lnTo>
                  <a:lnTo>
                    <a:pt x="511358" y="637889"/>
                  </a:lnTo>
                  <a:lnTo>
                    <a:pt x="511096" y="637478"/>
                  </a:lnTo>
                  <a:lnTo>
                    <a:pt x="511169" y="636817"/>
                  </a:lnTo>
                  <a:lnTo>
                    <a:pt x="511317" y="636714"/>
                  </a:lnTo>
                  <a:lnTo>
                    <a:pt x="511762" y="636386"/>
                  </a:lnTo>
                  <a:lnTo>
                    <a:pt x="512001" y="636349"/>
                  </a:lnTo>
                  <a:lnTo>
                    <a:pt x="512139" y="636428"/>
                  </a:lnTo>
                  <a:lnTo>
                    <a:pt x="512354" y="636582"/>
                  </a:lnTo>
                  <a:lnTo>
                    <a:pt x="512782" y="637057"/>
                  </a:lnTo>
                  <a:lnTo>
                    <a:pt x="512993" y="637053"/>
                  </a:lnTo>
                  <a:lnTo>
                    <a:pt x="513149" y="637049"/>
                  </a:lnTo>
                  <a:lnTo>
                    <a:pt x="513644" y="637051"/>
                  </a:lnTo>
                  <a:lnTo>
                    <a:pt x="514341" y="637132"/>
                  </a:lnTo>
                  <a:lnTo>
                    <a:pt x="514607" y="637263"/>
                  </a:lnTo>
                  <a:lnTo>
                    <a:pt x="514805" y="637277"/>
                  </a:lnTo>
                  <a:lnTo>
                    <a:pt x="514828" y="637122"/>
                  </a:lnTo>
                  <a:lnTo>
                    <a:pt x="514756" y="636752"/>
                  </a:lnTo>
                  <a:lnTo>
                    <a:pt x="514884" y="636480"/>
                  </a:lnTo>
                  <a:lnTo>
                    <a:pt x="515473" y="636162"/>
                  </a:lnTo>
                  <a:lnTo>
                    <a:pt x="515885" y="636038"/>
                  </a:lnTo>
                  <a:lnTo>
                    <a:pt x="516263" y="635992"/>
                  </a:lnTo>
                  <a:lnTo>
                    <a:pt x="516223" y="635785"/>
                  </a:lnTo>
                  <a:lnTo>
                    <a:pt x="516063" y="635754"/>
                  </a:lnTo>
                  <a:lnTo>
                    <a:pt x="515885" y="635778"/>
                  </a:lnTo>
                  <a:lnTo>
                    <a:pt x="515439" y="635588"/>
                  </a:lnTo>
                  <a:lnTo>
                    <a:pt x="515163" y="635299"/>
                  </a:lnTo>
                  <a:lnTo>
                    <a:pt x="514950" y="635339"/>
                  </a:lnTo>
                  <a:lnTo>
                    <a:pt x="514814" y="635324"/>
                  </a:lnTo>
                  <a:lnTo>
                    <a:pt x="514592" y="635107"/>
                  </a:lnTo>
                  <a:lnTo>
                    <a:pt x="513694" y="634768"/>
                  </a:lnTo>
                  <a:lnTo>
                    <a:pt x="513150" y="634891"/>
                  </a:lnTo>
                  <a:lnTo>
                    <a:pt x="512614" y="635279"/>
                  </a:lnTo>
                  <a:lnTo>
                    <a:pt x="512502" y="635469"/>
                  </a:lnTo>
                  <a:lnTo>
                    <a:pt x="511858" y="635701"/>
                  </a:lnTo>
                  <a:lnTo>
                    <a:pt x="511635" y="635560"/>
                  </a:lnTo>
                  <a:lnTo>
                    <a:pt x="511209" y="635271"/>
                  </a:lnTo>
                  <a:lnTo>
                    <a:pt x="510972" y="635428"/>
                  </a:lnTo>
                  <a:lnTo>
                    <a:pt x="510806" y="635543"/>
                  </a:lnTo>
                  <a:lnTo>
                    <a:pt x="510506" y="635609"/>
                  </a:lnTo>
                  <a:lnTo>
                    <a:pt x="510403" y="635303"/>
                  </a:lnTo>
                  <a:lnTo>
                    <a:pt x="510397" y="635041"/>
                  </a:lnTo>
                  <a:lnTo>
                    <a:pt x="510150" y="634630"/>
                  </a:lnTo>
                  <a:lnTo>
                    <a:pt x="510082" y="634433"/>
                  </a:lnTo>
                  <a:lnTo>
                    <a:pt x="510052" y="634296"/>
                  </a:lnTo>
                  <a:lnTo>
                    <a:pt x="510078" y="634051"/>
                  </a:lnTo>
                  <a:lnTo>
                    <a:pt x="510060" y="633874"/>
                  </a:lnTo>
                  <a:lnTo>
                    <a:pt x="509534" y="633293"/>
                  </a:lnTo>
                  <a:lnTo>
                    <a:pt x="509464" y="632834"/>
                  </a:lnTo>
                  <a:lnTo>
                    <a:pt x="509225" y="632506"/>
                  </a:lnTo>
                  <a:lnTo>
                    <a:pt x="508973" y="632367"/>
                  </a:lnTo>
                  <a:lnTo>
                    <a:pt x="508935" y="632192"/>
                  </a:lnTo>
                  <a:lnTo>
                    <a:pt x="508503" y="631853"/>
                  </a:lnTo>
                  <a:lnTo>
                    <a:pt x="508349" y="631854"/>
                  </a:lnTo>
                  <a:lnTo>
                    <a:pt x="507736" y="632167"/>
                  </a:lnTo>
                  <a:lnTo>
                    <a:pt x="507358" y="632070"/>
                  </a:lnTo>
                  <a:lnTo>
                    <a:pt x="507324" y="631942"/>
                  </a:lnTo>
                  <a:lnTo>
                    <a:pt x="507184" y="631307"/>
                  </a:lnTo>
                  <a:lnTo>
                    <a:pt x="507235" y="630991"/>
                  </a:lnTo>
                  <a:lnTo>
                    <a:pt x="507240" y="630716"/>
                  </a:lnTo>
                  <a:lnTo>
                    <a:pt x="507160" y="630217"/>
                  </a:lnTo>
                  <a:lnTo>
                    <a:pt x="506737" y="629815"/>
                  </a:lnTo>
                  <a:lnTo>
                    <a:pt x="506064" y="629334"/>
                  </a:lnTo>
                  <a:lnTo>
                    <a:pt x="505751" y="629131"/>
                  </a:lnTo>
                  <a:lnTo>
                    <a:pt x="505616" y="628968"/>
                  </a:lnTo>
                  <a:lnTo>
                    <a:pt x="505564" y="628604"/>
                  </a:lnTo>
                  <a:lnTo>
                    <a:pt x="505577" y="628377"/>
                  </a:lnTo>
                  <a:lnTo>
                    <a:pt x="505636" y="628105"/>
                  </a:lnTo>
                  <a:lnTo>
                    <a:pt x="505574" y="627921"/>
                  </a:lnTo>
                  <a:lnTo>
                    <a:pt x="505414" y="627713"/>
                  </a:lnTo>
                  <a:lnTo>
                    <a:pt x="505345" y="627257"/>
                  </a:lnTo>
                  <a:lnTo>
                    <a:pt x="505400" y="626925"/>
                  </a:lnTo>
                  <a:lnTo>
                    <a:pt x="505313" y="626713"/>
                  </a:lnTo>
                  <a:lnTo>
                    <a:pt x="505014" y="626666"/>
                  </a:lnTo>
                  <a:lnTo>
                    <a:pt x="504714" y="626197"/>
                  </a:lnTo>
                  <a:lnTo>
                    <a:pt x="504722" y="625901"/>
                  </a:lnTo>
                  <a:lnTo>
                    <a:pt x="504733" y="625700"/>
                  </a:lnTo>
                  <a:lnTo>
                    <a:pt x="504513" y="625359"/>
                  </a:lnTo>
                  <a:lnTo>
                    <a:pt x="504517" y="625131"/>
                  </a:lnTo>
                  <a:lnTo>
                    <a:pt x="504588" y="624973"/>
                  </a:lnTo>
                  <a:lnTo>
                    <a:pt x="504987" y="624621"/>
                  </a:lnTo>
                  <a:lnTo>
                    <a:pt x="505031" y="624426"/>
                  </a:lnTo>
                  <a:lnTo>
                    <a:pt x="505027" y="624234"/>
                  </a:lnTo>
                  <a:lnTo>
                    <a:pt x="505015" y="623974"/>
                  </a:lnTo>
                  <a:lnTo>
                    <a:pt x="505120" y="623811"/>
                  </a:lnTo>
                  <a:lnTo>
                    <a:pt x="505269" y="623800"/>
                  </a:lnTo>
                  <a:lnTo>
                    <a:pt x="505553" y="623432"/>
                  </a:lnTo>
                  <a:lnTo>
                    <a:pt x="505387" y="623324"/>
                  </a:lnTo>
                  <a:lnTo>
                    <a:pt x="505462" y="622825"/>
                  </a:lnTo>
                  <a:lnTo>
                    <a:pt x="505402" y="622628"/>
                  </a:lnTo>
                  <a:lnTo>
                    <a:pt x="505357" y="622497"/>
                  </a:lnTo>
                  <a:lnTo>
                    <a:pt x="504989" y="621875"/>
                  </a:lnTo>
                  <a:lnTo>
                    <a:pt x="504733" y="621748"/>
                  </a:lnTo>
                  <a:lnTo>
                    <a:pt x="504295" y="621348"/>
                  </a:lnTo>
                  <a:lnTo>
                    <a:pt x="503915" y="621066"/>
                  </a:lnTo>
                  <a:lnTo>
                    <a:pt x="503646" y="620857"/>
                  </a:lnTo>
                  <a:lnTo>
                    <a:pt x="503500" y="620549"/>
                  </a:lnTo>
                  <a:lnTo>
                    <a:pt x="503021" y="620092"/>
                  </a:lnTo>
                  <a:lnTo>
                    <a:pt x="502832" y="619804"/>
                  </a:lnTo>
                  <a:lnTo>
                    <a:pt x="502614" y="619525"/>
                  </a:lnTo>
                  <a:lnTo>
                    <a:pt x="502440" y="619432"/>
                  </a:lnTo>
                  <a:lnTo>
                    <a:pt x="502298" y="619430"/>
                  </a:lnTo>
                  <a:lnTo>
                    <a:pt x="502088" y="619363"/>
                  </a:lnTo>
                  <a:lnTo>
                    <a:pt x="501928" y="619249"/>
                  </a:lnTo>
                  <a:lnTo>
                    <a:pt x="501508" y="619076"/>
                  </a:lnTo>
                  <a:lnTo>
                    <a:pt x="501104" y="618927"/>
                  </a:lnTo>
                  <a:lnTo>
                    <a:pt x="500879" y="618934"/>
                  </a:lnTo>
                  <a:lnTo>
                    <a:pt x="500460" y="618646"/>
                  </a:lnTo>
                  <a:lnTo>
                    <a:pt x="499889" y="618406"/>
                  </a:lnTo>
                  <a:lnTo>
                    <a:pt x="499513" y="618331"/>
                  </a:lnTo>
                  <a:lnTo>
                    <a:pt x="499147" y="618415"/>
                  </a:lnTo>
                  <a:lnTo>
                    <a:pt x="498886" y="618514"/>
                  </a:lnTo>
                  <a:lnTo>
                    <a:pt x="498221" y="618596"/>
                  </a:lnTo>
                  <a:lnTo>
                    <a:pt x="497874" y="618622"/>
                  </a:lnTo>
                  <a:lnTo>
                    <a:pt x="497420" y="618768"/>
                  </a:lnTo>
                  <a:lnTo>
                    <a:pt x="497268" y="618817"/>
                  </a:lnTo>
                  <a:lnTo>
                    <a:pt x="497068" y="618864"/>
                  </a:lnTo>
                  <a:lnTo>
                    <a:pt x="496685" y="618956"/>
                  </a:lnTo>
                  <a:lnTo>
                    <a:pt x="496468" y="618979"/>
                  </a:lnTo>
                  <a:lnTo>
                    <a:pt x="495974" y="618927"/>
                  </a:lnTo>
                  <a:lnTo>
                    <a:pt x="495507" y="618803"/>
                  </a:lnTo>
                  <a:lnTo>
                    <a:pt x="495275" y="618691"/>
                  </a:lnTo>
                  <a:lnTo>
                    <a:pt x="495018" y="618550"/>
                  </a:lnTo>
                  <a:lnTo>
                    <a:pt x="494869" y="618539"/>
                  </a:lnTo>
                  <a:lnTo>
                    <a:pt x="494578" y="618579"/>
                  </a:lnTo>
                  <a:lnTo>
                    <a:pt x="494306" y="618616"/>
                  </a:lnTo>
                  <a:lnTo>
                    <a:pt x="493519" y="618653"/>
                  </a:lnTo>
                  <a:lnTo>
                    <a:pt x="492939" y="618593"/>
                  </a:lnTo>
                  <a:lnTo>
                    <a:pt x="492542" y="618411"/>
                  </a:lnTo>
                  <a:lnTo>
                    <a:pt x="492109" y="618345"/>
                  </a:lnTo>
                  <a:lnTo>
                    <a:pt x="491625" y="618584"/>
                  </a:lnTo>
                  <a:lnTo>
                    <a:pt x="491371" y="618787"/>
                  </a:lnTo>
                  <a:lnTo>
                    <a:pt x="491189" y="618776"/>
                  </a:lnTo>
                  <a:lnTo>
                    <a:pt x="490834" y="618709"/>
                  </a:lnTo>
                  <a:lnTo>
                    <a:pt x="490216" y="618700"/>
                  </a:lnTo>
                  <a:lnTo>
                    <a:pt x="489951" y="618813"/>
                  </a:lnTo>
                  <a:lnTo>
                    <a:pt x="489730" y="618940"/>
                  </a:lnTo>
                  <a:lnTo>
                    <a:pt x="489535" y="619222"/>
                  </a:lnTo>
                  <a:lnTo>
                    <a:pt x="489302" y="619485"/>
                  </a:lnTo>
                  <a:lnTo>
                    <a:pt x="488975" y="619461"/>
                  </a:lnTo>
                  <a:lnTo>
                    <a:pt x="488413" y="619511"/>
                  </a:lnTo>
                  <a:lnTo>
                    <a:pt x="488210" y="619619"/>
                  </a:lnTo>
                  <a:lnTo>
                    <a:pt x="487799" y="619832"/>
                  </a:lnTo>
                  <a:lnTo>
                    <a:pt x="487450" y="619409"/>
                  </a:lnTo>
                  <a:lnTo>
                    <a:pt x="487220" y="619115"/>
                  </a:lnTo>
                  <a:lnTo>
                    <a:pt x="486842" y="619095"/>
                  </a:lnTo>
                  <a:lnTo>
                    <a:pt x="486387" y="618782"/>
                  </a:lnTo>
                  <a:lnTo>
                    <a:pt x="485739" y="618668"/>
                  </a:lnTo>
                  <a:lnTo>
                    <a:pt x="485394" y="618345"/>
                  </a:lnTo>
                  <a:lnTo>
                    <a:pt x="484939" y="618136"/>
                  </a:lnTo>
                  <a:lnTo>
                    <a:pt x="484599" y="618097"/>
                  </a:lnTo>
                  <a:lnTo>
                    <a:pt x="484313" y="618339"/>
                  </a:lnTo>
                  <a:lnTo>
                    <a:pt x="483666" y="618367"/>
                  </a:lnTo>
                  <a:lnTo>
                    <a:pt x="483650" y="618015"/>
                  </a:lnTo>
                  <a:lnTo>
                    <a:pt x="483575" y="617725"/>
                  </a:lnTo>
                  <a:lnTo>
                    <a:pt x="482944" y="617665"/>
                  </a:lnTo>
                  <a:lnTo>
                    <a:pt x="483737" y="617114"/>
                  </a:lnTo>
                  <a:lnTo>
                    <a:pt x="483599" y="616757"/>
                  </a:lnTo>
                  <a:lnTo>
                    <a:pt x="483154" y="616943"/>
                  </a:lnTo>
                  <a:lnTo>
                    <a:pt x="482855" y="616909"/>
                  </a:lnTo>
                  <a:lnTo>
                    <a:pt x="482687" y="617295"/>
                  </a:lnTo>
                  <a:lnTo>
                    <a:pt x="482297" y="617295"/>
                  </a:lnTo>
                  <a:lnTo>
                    <a:pt x="482060" y="616914"/>
                  </a:lnTo>
                  <a:lnTo>
                    <a:pt x="482140" y="616781"/>
                  </a:lnTo>
                  <a:lnTo>
                    <a:pt x="482213" y="616544"/>
                  </a:lnTo>
                  <a:lnTo>
                    <a:pt x="481873" y="616385"/>
                  </a:lnTo>
                  <a:lnTo>
                    <a:pt x="481598" y="616561"/>
                  </a:lnTo>
                  <a:lnTo>
                    <a:pt x="481639" y="616806"/>
                  </a:lnTo>
                  <a:lnTo>
                    <a:pt x="481599" y="616997"/>
                  </a:lnTo>
                  <a:lnTo>
                    <a:pt x="481274" y="617047"/>
                  </a:lnTo>
                  <a:lnTo>
                    <a:pt x="480675" y="616270"/>
                  </a:lnTo>
                  <a:lnTo>
                    <a:pt x="480461" y="616667"/>
                  </a:lnTo>
                  <a:lnTo>
                    <a:pt x="480346" y="616964"/>
                  </a:lnTo>
                  <a:lnTo>
                    <a:pt x="479769" y="617585"/>
                  </a:lnTo>
                  <a:lnTo>
                    <a:pt x="479380" y="617600"/>
                  </a:lnTo>
                  <a:lnTo>
                    <a:pt x="479156" y="617783"/>
                  </a:lnTo>
                  <a:lnTo>
                    <a:pt x="479045" y="618061"/>
                  </a:lnTo>
                  <a:lnTo>
                    <a:pt x="478843" y="618691"/>
                  </a:lnTo>
                  <a:lnTo>
                    <a:pt x="478510" y="619083"/>
                  </a:lnTo>
                  <a:lnTo>
                    <a:pt x="478014" y="618693"/>
                  </a:lnTo>
                  <a:lnTo>
                    <a:pt x="477695" y="618604"/>
                  </a:lnTo>
                  <a:lnTo>
                    <a:pt x="477433" y="618494"/>
                  </a:lnTo>
                  <a:lnTo>
                    <a:pt x="477568" y="618426"/>
                  </a:lnTo>
                  <a:lnTo>
                    <a:pt x="477671" y="618091"/>
                  </a:lnTo>
                  <a:lnTo>
                    <a:pt x="477947" y="617534"/>
                  </a:lnTo>
                  <a:lnTo>
                    <a:pt x="478222" y="617150"/>
                  </a:lnTo>
                  <a:lnTo>
                    <a:pt x="478366" y="616904"/>
                  </a:lnTo>
                  <a:lnTo>
                    <a:pt x="478486" y="616612"/>
                  </a:lnTo>
                  <a:lnTo>
                    <a:pt x="478566" y="616124"/>
                  </a:lnTo>
                  <a:lnTo>
                    <a:pt x="478634" y="615742"/>
                  </a:lnTo>
                  <a:lnTo>
                    <a:pt x="478282" y="615572"/>
                  </a:lnTo>
                  <a:lnTo>
                    <a:pt x="477853" y="615308"/>
                  </a:lnTo>
                  <a:lnTo>
                    <a:pt x="478082" y="615061"/>
                  </a:lnTo>
                  <a:lnTo>
                    <a:pt x="478030" y="614800"/>
                  </a:lnTo>
                  <a:lnTo>
                    <a:pt x="478197" y="614387"/>
                  </a:lnTo>
                  <a:lnTo>
                    <a:pt x="477884" y="613896"/>
                  </a:lnTo>
                  <a:lnTo>
                    <a:pt x="477843" y="613666"/>
                  </a:lnTo>
                  <a:lnTo>
                    <a:pt x="477854" y="613413"/>
                  </a:lnTo>
                  <a:lnTo>
                    <a:pt x="477899" y="613184"/>
                  </a:lnTo>
                  <a:lnTo>
                    <a:pt x="477875" y="612826"/>
                  </a:lnTo>
                  <a:lnTo>
                    <a:pt x="477609" y="612514"/>
                  </a:lnTo>
                  <a:lnTo>
                    <a:pt x="477387" y="612370"/>
                  </a:lnTo>
                  <a:lnTo>
                    <a:pt x="476951" y="612292"/>
                  </a:lnTo>
                  <a:lnTo>
                    <a:pt x="476518" y="612440"/>
                  </a:lnTo>
                  <a:lnTo>
                    <a:pt x="476353" y="612517"/>
                  </a:lnTo>
                  <a:lnTo>
                    <a:pt x="476054" y="612504"/>
                  </a:lnTo>
                  <a:lnTo>
                    <a:pt x="475498" y="612385"/>
                  </a:lnTo>
                  <a:lnTo>
                    <a:pt x="475218" y="612842"/>
                  </a:lnTo>
                  <a:lnTo>
                    <a:pt x="475050" y="613324"/>
                  </a:lnTo>
                  <a:lnTo>
                    <a:pt x="474694" y="613668"/>
                  </a:lnTo>
                  <a:lnTo>
                    <a:pt x="474197" y="613828"/>
                  </a:lnTo>
                  <a:lnTo>
                    <a:pt x="474065" y="614107"/>
                  </a:lnTo>
                  <a:lnTo>
                    <a:pt x="474006" y="614404"/>
                  </a:lnTo>
                  <a:lnTo>
                    <a:pt x="474116" y="614822"/>
                  </a:lnTo>
                  <a:lnTo>
                    <a:pt x="474095" y="614964"/>
                  </a:lnTo>
                  <a:lnTo>
                    <a:pt x="474005" y="615246"/>
                  </a:lnTo>
                  <a:lnTo>
                    <a:pt x="473556" y="615553"/>
                  </a:lnTo>
                  <a:lnTo>
                    <a:pt x="473227" y="615418"/>
                  </a:lnTo>
                  <a:lnTo>
                    <a:pt x="473044" y="615376"/>
                  </a:lnTo>
                  <a:lnTo>
                    <a:pt x="472637" y="615414"/>
                  </a:lnTo>
                  <a:lnTo>
                    <a:pt x="471820" y="615172"/>
                  </a:lnTo>
                  <a:lnTo>
                    <a:pt x="470953" y="615462"/>
                  </a:lnTo>
                  <a:lnTo>
                    <a:pt x="470716" y="615509"/>
                  </a:lnTo>
                  <a:lnTo>
                    <a:pt x="470367" y="615576"/>
                  </a:lnTo>
                  <a:lnTo>
                    <a:pt x="470124" y="615624"/>
                  </a:lnTo>
                  <a:lnTo>
                    <a:pt x="469688" y="615705"/>
                  </a:lnTo>
                  <a:lnTo>
                    <a:pt x="469349" y="615650"/>
                  </a:lnTo>
                  <a:lnTo>
                    <a:pt x="469046" y="615502"/>
                  </a:lnTo>
                  <a:lnTo>
                    <a:pt x="468413" y="615144"/>
                  </a:lnTo>
                  <a:lnTo>
                    <a:pt x="468044" y="614782"/>
                  </a:lnTo>
                  <a:lnTo>
                    <a:pt x="467899" y="614607"/>
                  </a:lnTo>
                  <a:lnTo>
                    <a:pt x="467453" y="614317"/>
                  </a:lnTo>
                  <a:lnTo>
                    <a:pt x="467072" y="613815"/>
                  </a:lnTo>
                  <a:lnTo>
                    <a:pt x="467239" y="613586"/>
                  </a:lnTo>
                  <a:lnTo>
                    <a:pt x="467414" y="613438"/>
                  </a:lnTo>
                  <a:lnTo>
                    <a:pt x="467416" y="613096"/>
                  </a:lnTo>
                  <a:lnTo>
                    <a:pt x="467392" y="612945"/>
                  </a:lnTo>
                  <a:lnTo>
                    <a:pt x="467082" y="612548"/>
                  </a:lnTo>
                  <a:lnTo>
                    <a:pt x="466690" y="612364"/>
                  </a:lnTo>
                  <a:lnTo>
                    <a:pt x="466559" y="612325"/>
                  </a:lnTo>
                  <a:lnTo>
                    <a:pt x="466301" y="612256"/>
                  </a:lnTo>
                  <a:lnTo>
                    <a:pt x="465865" y="612177"/>
                  </a:lnTo>
                  <a:lnTo>
                    <a:pt x="465644" y="612264"/>
                  </a:lnTo>
                  <a:lnTo>
                    <a:pt x="465453" y="612421"/>
                  </a:lnTo>
                  <a:lnTo>
                    <a:pt x="464867" y="613159"/>
                  </a:lnTo>
                  <a:lnTo>
                    <a:pt x="464476" y="613240"/>
                  </a:lnTo>
                  <a:lnTo>
                    <a:pt x="463887" y="613202"/>
                  </a:lnTo>
                  <a:lnTo>
                    <a:pt x="463371" y="612833"/>
                  </a:lnTo>
                  <a:lnTo>
                    <a:pt x="463047" y="612750"/>
                  </a:lnTo>
                  <a:lnTo>
                    <a:pt x="462742" y="612789"/>
                  </a:lnTo>
                  <a:lnTo>
                    <a:pt x="462485" y="612621"/>
                  </a:lnTo>
                  <a:lnTo>
                    <a:pt x="462217" y="612527"/>
                  </a:lnTo>
                  <a:lnTo>
                    <a:pt x="462020" y="612596"/>
                  </a:lnTo>
                  <a:lnTo>
                    <a:pt x="461669" y="612055"/>
                  </a:lnTo>
                  <a:lnTo>
                    <a:pt x="461682" y="611843"/>
                  </a:lnTo>
                  <a:lnTo>
                    <a:pt x="461834" y="611433"/>
                  </a:lnTo>
                  <a:lnTo>
                    <a:pt x="462098" y="610760"/>
                  </a:lnTo>
                  <a:lnTo>
                    <a:pt x="462287" y="610181"/>
                  </a:lnTo>
                  <a:lnTo>
                    <a:pt x="462239" y="609524"/>
                  </a:lnTo>
                  <a:lnTo>
                    <a:pt x="462426" y="609291"/>
                  </a:lnTo>
                  <a:lnTo>
                    <a:pt x="462644" y="608800"/>
                  </a:lnTo>
                  <a:lnTo>
                    <a:pt x="462833" y="608440"/>
                  </a:lnTo>
                  <a:lnTo>
                    <a:pt x="463089" y="608109"/>
                  </a:lnTo>
                  <a:lnTo>
                    <a:pt x="463068" y="607804"/>
                  </a:lnTo>
                  <a:lnTo>
                    <a:pt x="462920" y="607472"/>
                  </a:lnTo>
                  <a:lnTo>
                    <a:pt x="462768" y="607232"/>
                  </a:lnTo>
                  <a:lnTo>
                    <a:pt x="462631" y="607070"/>
                  </a:lnTo>
                  <a:lnTo>
                    <a:pt x="462495" y="606910"/>
                  </a:lnTo>
                  <a:lnTo>
                    <a:pt x="462341" y="606532"/>
                  </a:lnTo>
                  <a:lnTo>
                    <a:pt x="461953" y="606495"/>
                  </a:lnTo>
                  <a:lnTo>
                    <a:pt x="461633" y="606792"/>
                  </a:lnTo>
                  <a:lnTo>
                    <a:pt x="461182" y="606625"/>
                  </a:lnTo>
                  <a:lnTo>
                    <a:pt x="460923" y="606542"/>
                  </a:lnTo>
                  <a:lnTo>
                    <a:pt x="460632" y="606617"/>
                  </a:lnTo>
                  <a:lnTo>
                    <a:pt x="460506" y="606118"/>
                  </a:lnTo>
                  <a:lnTo>
                    <a:pt x="460375" y="605830"/>
                  </a:lnTo>
                  <a:lnTo>
                    <a:pt x="460254" y="605569"/>
                  </a:lnTo>
                  <a:lnTo>
                    <a:pt x="460242" y="605302"/>
                  </a:lnTo>
                  <a:lnTo>
                    <a:pt x="460306" y="605007"/>
                  </a:lnTo>
                  <a:lnTo>
                    <a:pt x="460521" y="604630"/>
                  </a:lnTo>
                  <a:lnTo>
                    <a:pt x="460735" y="604528"/>
                  </a:lnTo>
                  <a:lnTo>
                    <a:pt x="461009" y="604500"/>
                  </a:lnTo>
                  <a:lnTo>
                    <a:pt x="461121" y="604318"/>
                  </a:lnTo>
                  <a:lnTo>
                    <a:pt x="461170" y="604015"/>
                  </a:lnTo>
                  <a:lnTo>
                    <a:pt x="461215" y="603834"/>
                  </a:lnTo>
                  <a:lnTo>
                    <a:pt x="461789" y="603389"/>
                  </a:lnTo>
                  <a:lnTo>
                    <a:pt x="461918" y="602695"/>
                  </a:lnTo>
                  <a:lnTo>
                    <a:pt x="461563" y="602240"/>
                  </a:lnTo>
                  <a:lnTo>
                    <a:pt x="461585" y="601923"/>
                  </a:lnTo>
                  <a:lnTo>
                    <a:pt x="461423" y="601429"/>
                  </a:lnTo>
                  <a:lnTo>
                    <a:pt x="461102" y="601346"/>
                  </a:lnTo>
                  <a:lnTo>
                    <a:pt x="460938" y="601331"/>
                  </a:lnTo>
                  <a:lnTo>
                    <a:pt x="460802" y="601351"/>
                  </a:lnTo>
                  <a:lnTo>
                    <a:pt x="460597" y="601456"/>
                  </a:lnTo>
                  <a:lnTo>
                    <a:pt x="460238" y="601482"/>
                  </a:lnTo>
                  <a:lnTo>
                    <a:pt x="460427" y="601119"/>
                  </a:lnTo>
                  <a:lnTo>
                    <a:pt x="460563" y="600673"/>
                  </a:lnTo>
                  <a:lnTo>
                    <a:pt x="460617" y="600429"/>
                  </a:lnTo>
                  <a:lnTo>
                    <a:pt x="460669" y="600161"/>
                  </a:lnTo>
                  <a:lnTo>
                    <a:pt x="460824" y="599959"/>
                  </a:lnTo>
                  <a:lnTo>
                    <a:pt x="460954" y="600038"/>
                  </a:lnTo>
                  <a:lnTo>
                    <a:pt x="461198" y="600147"/>
                  </a:lnTo>
                  <a:lnTo>
                    <a:pt x="461358" y="600218"/>
                  </a:lnTo>
                  <a:lnTo>
                    <a:pt x="461541" y="600161"/>
                  </a:lnTo>
                  <a:lnTo>
                    <a:pt x="461725" y="600035"/>
                  </a:lnTo>
                  <a:lnTo>
                    <a:pt x="462350" y="599491"/>
                  </a:lnTo>
                  <a:lnTo>
                    <a:pt x="462622" y="599393"/>
                  </a:lnTo>
                  <a:lnTo>
                    <a:pt x="462790" y="599283"/>
                  </a:lnTo>
                  <a:lnTo>
                    <a:pt x="462520" y="599048"/>
                  </a:lnTo>
                  <a:lnTo>
                    <a:pt x="462166" y="598818"/>
                  </a:lnTo>
                  <a:lnTo>
                    <a:pt x="461823" y="598491"/>
                  </a:lnTo>
                  <a:lnTo>
                    <a:pt x="461492" y="598156"/>
                  </a:lnTo>
                  <a:lnTo>
                    <a:pt x="460883" y="598273"/>
                  </a:lnTo>
                  <a:lnTo>
                    <a:pt x="460670" y="598070"/>
                  </a:lnTo>
                  <a:lnTo>
                    <a:pt x="460420" y="597796"/>
                  </a:lnTo>
                  <a:lnTo>
                    <a:pt x="460379" y="597650"/>
                  </a:lnTo>
                  <a:lnTo>
                    <a:pt x="460377" y="597494"/>
                  </a:lnTo>
                  <a:lnTo>
                    <a:pt x="460403" y="597274"/>
                  </a:lnTo>
                  <a:lnTo>
                    <a:pt x="460651" y="597048"/>
                  </a:lnTo>
                  <a:lnTo>
                    <a:pt x="460513" y="596410"/>
                  </a:lnTo>
                  <a:lnTo>
                    <a:pt x="460440" y="596012"/>
                  </a:lnTo>
                  <a:lnTo>
                    <a:pt x="460438" y="595744"/>
                  </a:lnTo>
                  <a:lnTo>
                    <a:pt x="460462" y="595555"/>
                  </a:lnTo>
                  <a:lnTo>
                    <a:pt x="460452" y="595205"/>
                  </a:lnTo>
                  <a:lnTo>
                    <a:pt x="460287" y="594932"/>
                  </a:lnTo>
                  <a:lnTo>
                    <a:pt x="459834" y="594666"/>
                  </a:lnTo>
                  <a:lnTo>
                    <a:pt x="459498" y="594640"/>
                  </a:lnTo>
                  <a:lnTo>
                    <a:pt x="459237" y="594498"/>
                  </a:lnTo>
                  <a:lnTo>
                    <a:pt x="459080" y="594405"/>
                  </a:lnTo>
                  <a:lnTo>
                    <a:pt x="458669" y="594214"/>
                  </a:lnTo>
                  <a:lnTo>
                    <a:pt x="458117" y="594100"/>
                  </a:lnTo>
                  <a:lnTo>
                    <a:pt x="457824" y="593912"/>
                  </a:lnTo>
                  <a:lnTo>
                    <a:pt x="457695" y="593842"/>
                  </a:lnTo>
                  <a:lnTo>
                    <a:pt x="457316" y="593869"/>
                  </a:lnTo>
                  <a:lnTo>
                    <a:pt x="457011" y="594136"/>
                  </a:lnTo>
                  <a:lnTo>
                    <a:pt x="456606" y="594172"/>
                  </a:lnTo>
                  <a:lnTo>
                    <a:pt x="456385" y="594087"/>
                  </a:lnTo>
                  <a:lnTo>
                    <a:pt x="456184" y="594040"/>
                  </a:lnTo>
                  <a:lnTo>
                    <a:pt x="455529" y="594248"/>
                  </a:lnTo>
                  <a:lnTo>
                    <a:pt x="455217" y="594139"/>
                  </a:lnTo>
                  <a:lnTo>
                    <a:pt x="455066" y="594086"/>
                  </a:lnTo>
                  <a:lnTo>
                    <a:pt x="454653" y="593893"/>
                  </a:lnTo>
                  <a:lnTo>
                    <a:pt x="454313" y="593633"/>
                  </a:lnTo>
                  <a:lnTo>
                    <a:pt x="453990" y="593426"/>
                  </a:lnTo>
                  <a:lnTo>
                    <a:pt x="454069" y="593219"/>
                  </a:lnTo>
                  <a:lnTo>
                    <a:pt x="454105" y="592821"/>
                  </a:lnTo>
                  <a:lnTo>
                    <a:pt x="454134" y="592375"/>
                  </a:lnTo>
                  <a:lnTo>
                    <a:pt x="454130" y="591854"/>
                  </a:lnTo>
                  <a:lnTo>
                    <a:pt x="454088" y="591610"/>
                  </a:lnTo>
                  <a:lnTo>
                    <a:pt x="454053" y="591415"/>
                  </a:lnTo>
                  <a:lnTo>
                    <a:pt x="453731" y="590824"/>
                  </a:lnTo>
                  <a:lnTo>
                    <a:pt x="453533" y="590350"/>
                  </a:lnTo>
                  <a:lnTo>
                    <a:pt x="453525" y="590132"/>
                  </a:lnTo>
                  <a:lnTo>
                    <a:pt x="453484" y="589662"/>
                  </a:lnTo>
                  <a:lnTo>
                    <a:pt x="453301" y="589516"/>
                  </a:lnTo>
                  <a:lnTo>
                    <a:pt x="453404" y="588867"/>
                  </a:lnTo>
                  <a:lnTo>
                    <a:pt x="452954" y="588674"/>
                  </a:lnTo>
                  <a:lnTo>
                    <a:pt x="452480" y="588511"/>
                  </a:lnTo>
                  <a:lnTo>
                    <a:pt x="451831" y="588219"/>
                  </a:lnTo>
                  <a:lnTo>
                    <a:pt x="451663" y="588076"/>
                  </a:lnTo>
                  <a:lnTo>
                    <a:pt x="451353" y="587962"/>
                  </a:lnTo>
                  <a:lnTo>
                    <a:pt x="450089" y="587992"/>
                  </a:lnTo>
                  <a:lnTo>
                    <a:pt x="449771" y="588104"/>
                  </a:lnTo>
                  <a:lnTo>
                    <a:pt x="449426" y="588877"/>
                  </a:lnTo>
                  <a:lnTo>
                    <a:pt x="449141" y="589620"/>
                  </a:lnTo>
                  <a:lnTo>
                    <a:pt x="449017" y="589842"/>
                  </a:lnTo>
                  <a:lnTo>
                    <a:pt x="449033" y="590039"/>
                  </a:lnTo>
                  <a:lnTo>
                    <a:pt x="448220" y="589995"/>
                  </a:lnTo>
                  <a:lnTo>
                    <a:pt x="447518" y="589925"/>
                  </a:lnTo>
                  <a:lnTo>
                    <a:pt x="447212" y="589889"/>
                  </a:lnTo>
                  <a:lnTo>
                    <a:pt x="446699" y="589916"/>
                  </a:lnTo>
                  <a:lnTo>
                    <a:pt x="446419" y="589811"/>
                  </a:lnTo>
                  <a:lnTo>
                    <a:pt x="446412" y="590081"/>
                  </a:lnTo>
                  <a:lnTo>
                    <a:pt x="446359" y="590311"/>
                  </a:lnTo>
                  <a:lnTo>
                    <a:pt x="445922" y="590685"/>
                  </a:lnTo>
                  <a:lnTo>
                    <a:pt x="445953" y="591267"/>
                  </a:lnTo>
                  <a:lnTo>
                    <a:pt x="445725" y="591637"/>
                  </a:lnTo>
                  <a:lnTo>
                    <a:pt x="445410" y="591674"/>
                  </a:lnTo>
                  <a:lnTo>
                    <a:pt x="444863" y="591661"/>
                  </a:lnTo>
                  <a:lnTo>
                    <a:pt x="444300" y="591709"/>
                  </a:lnTo>
                  <a:lnTo>
                    <a:pt x="444155" y="591781"/>
                  </a:lnTo>
                  <a:lnTo>
                    <a:pt x="443847" y="591774"/>
                  </a:lnTo>
                  <a:lnTo>
                    <a:pt x="443533" y="591799"/>
                  </a:lnTo>
                  <a:lnTo>
                    <a:pt x="443111" y="592407"/>
                  </a:lnTo>
                  <a:lnTo>
                    <a:pt x="443004" y="592556"/>
                  </a:lnTo>
                  <a:lnTo>
                    <a:pt x="442872" y="592841"/>
                  </a:lnTo>
                  <a:lnTo>
                    <a:pt x="442694" y="592822"/>
                  </a:lnTo>
                  <a:lnTo>
                    <a:pt x="442545" y="592859"/>
                  </a:lnTo>
                  <a:lnTo>
                    <a:pt x="442267" y="592999"/>
                  </a:lnTo>
                  <a:lnTo>
                    <a:pt x="442230" y="593264"/>
                  </a:lnTo>
                  <a:lnTo>
                    <a:pt x="442109" y="593536"/>
                  </a:lnTo>
                  <a:lnTo>
                    <a:pt x="441561" y="593757"/>
                  </a:lnTo>
                  <a:lnTo>
                    <a:pt x="440916" y="593809"/>
                  </a:lnTo>
                  <a:lnTo>
                    <a:pt x="440057" y="594604"/>
                  </a:lnTo>
                  <a:lnTo>
                    <a:pt x="440176" y="595132"/>
                  </a:lnTo>
                  <a:lnTo>
                    <a:pt x="439427" y="595107"/>
                  </a:lnTo>
                  <a:lnTo>
                    <a:pt x="439424" y="595246"/>
                  </a:lnTo>
                  <a:lnTo>
                    <a:pt x="438714" y="595304"/>
                  </a:lnTo>
                  <a:lnTo>
                    <a:pt x="438679" y="595562"/>
                  </a:lnTo>
                  <a:lnTo>
                    <a:pt x="438635" y="595760"/>
                  </a:lnTo>
                  <a:lnTo>
                    <a:pt x="438299" y="595675"/>
                  </a:lnTo>
                  <a:lnTo>
                    <a:pt x="438096" y="596003"/>
                  </a:lnTo>
                  <a:lnTo>
                    <a:pt x="438460" y="596386"/>
                  </a:lnTo>
                  <a:lnTo>
                    <a:pt x="438594" y="596469"/>
                  </a:lnTo>
                  <a:lnTo>
                    <a:pt x="438747" y="596525"/>
                  </a:lnTo>
                  <a:lnTo>
                    <a:pt x="439067" y="596657"/>
                  </a:lnTo>
                  <a:lnTo>
                    <a:pt x="439217" y="596723"/>
                  </a:lnTo>
                  <a:lnTo>
                    <a:pt x="439594" y="597017"/>
                  </a:lnTo>
                  <a:lnTo>
                    <a:pt x="439673" y="597656"/>
                  </a:lnTo>
                  <a:lnTo>
                    <a:pt x="440100" y="597509"/>
                  </a:lnTo>
                  <a:lnTo>
                    <a:pt x="440474" y="597472"/>
                  </a:lnTo>
                  <a:lnTo>
                    <a:pt x="440701" y="597889"/>
                  </a:lnTo>
                  <a:lnTo>
                    <a:pt x="440723" y="598145"/>
                  </a:lnTo>
                  <a:lnTo>
                    <a:pt x="440917" y="598535"/>
                  </a:lnTo>
                  <a:lnTo>
                    <a:pt x="440689" y="598666"/>
                  </a:lnTo>
                  <a:lnTo>
                    <a:pt x="440518" y="599087"/>
                  </a:lnTo>
                  <a:lnTo>
                    <a:pt x="440551" y="599582"/>
                  </a:lnTo>
                  <a:lnTo>
                    <a:pt x="440305" y="599431"/>
                  </a:lnTo>
                  <a:lnTo>
                    <a:pt x="440212" y="599287"/>
                  </a:lnTo>
                  <a:lnTo>
                    <a:pt x="439908" y="598959"/>
                  </a:lnTo>
                  <a:lnTo>
                    <a:pt x="439725" y="598920"/>
                  </a:lnTo>
                  <a:lnTo>
                    <a:pt x="439573" y="598888"/>
                  </a:lnTo>
                  <a:lnTo>
                    <a:pt x="439009" y="598712"/>
                  </a:lnTo>
                  <a:lnTo>
                    <a:pt x="438775" y="598398"/>
                  </a:lnTo>
                  <a:lnTo>
                    <a:pt x="438593" y="598326"/>
                  </a:lnTo>
                  <a:lnTo>
                    <a:pt x="438149" y="598269"/>
                  </a:lnTo>
                  <a:lnTo>
                    <a:pt x="437898" y="598308"/>
                  </a:lnTo>
                  <a:lnTo>
                    <a:pt x="437629" y="598320"/>
                  </a:lnTo>
                  <a:lnTo>
                    <a:pt x="437332" y="598244"/>
                  </a:lnTo>
                  <a:lnTo>
                    <a:pt x="436730" y="598464"/>
                  </a:lnTo>
                  <a:lnTo>
                    <a:pt x="436671" y="598877"/>
                  </a:lnTo>
                  <a:lnTo>
                    <a:pt x="436461" y="598875"/>
                  </a:lnTo>
                  <a:lnTo>
                    <a:pt x="436102" y="598935"/>
                  </a:lnTo>
                  <a:lnTo>
                    <a:pt x="435519" y="598980"/>
                  </a:lnTo>
                  <a:lnTo>
                    <a:pt x="435265" y="598950"/>
                  </a:lnTo>
                  <a:lnTo>
                    <a:pt x="434982" y="599031"/>
                  </a:lnTo>
                  <a:lnTo>
                    <a:pt x="434820" y="599067"/>
                  </a:lnTo>
                  <a:lnTo>
                    <a:pt x="434467" y="599078"/>
                  </a:lnTo>
                  <a:lnTo>
                    <a:pt x="433836" y="599472"/>
                  </a:lnTo>
                  <a:lnTo>
                    <a:pt x="433615" y="599546"/>
                  </a:lnTo>
                  <a:lnTo>
                    <a:pt x="433470" y="599537"/>
                  </a:lnTo>
                  <a:lnTo>
                    <a:pt x="433174" y="599498"/>
                  </a:lnTo>
                  <a:lnTo>
                    <a:pt x="432707" y="599579"/>
                  </a:lnTo>
                  <a:lnTo>
                    <a:pt x="432279" y="599602"/>
                  </a:lnTo>
                  <a:lnTo>
                    <a:pt x="432224" y="599354"/>
                  </a:lnTo>
                  <a:lnTo>
                    <a:pt x="431767" y="599131"/>
                  </a:lnTo>
                  <a:lnTo>
                    <a:pt x="431115" y="599032"/>
                  </a:lnTo>
                  <a:lnTo>
                    <a:pt x="431136" y="599174"/>
                  </a:lnTo>
                  <a:lnTo>
                    <a:pt x="431023" y="599427"/>
                  </a:lnTo>
                  <a:lnTo>
                    <a:pt x="430887" y="599573"/>
                  </a:lnTo>
                  <a:lnTo>
                    <a:pt x="430729" y="599609"/>
                  </a:lnTo>
                  <a:lnTo>
                    <a:pt x="430645" y="600013"/>
                  </a:lnTo>
                  <a:lnTo>
                    <a:pt x="430606" y="600199"/>
                  </a:lnTo>
                  <a:lnTo>
                    <a:pt x="430585" y="600365"/>
                  </a:lnTo>
                  <a:lnTo>
                    <a:pt x="430531" y="600615"/>
                  </a:lnTo>
                  <a:lnTo>
                    <a:pt x="430263" y="601201"/>
                  </a:lnTo>
                  <a:lnTo>
                    <a:pt x="430079" y="601371"/>
                  </a:lnTo>
                  <a:lnTo>
                    <a:pt x="429801" y="601598"/>
                  </a:lnTo>
                  <a:lnTo>
                    <a:pt x="429574" y="602255"/>
                  </a:lnTo>
                  <a:lnTo>
                    <a:pt x="429508" y="602446"/>
                  </a:lnTo>
                  <a:lnTo>
                    <a:pt x="429473" y="602913"/>
                  </a:lnTo>
                  <a:lnTo>
                    <a:pt x="429439" y="603163"/>
                  </a:lnTo>
                  <a:lnTo>
                    <a:pt x="429226" y="604471"/>
                  </a:lnTo>
                  <a:lnTo>
                    <a:pt x="429015" y="604472"/>
                  </a:lnTo>
                  <a:lnTo>
                    <a:pt x="428443" y="604403"/>
                  </a:lnTo>
                  <a:lnTo>
                    <a:pt x="428281" y="604700"/>
                  </a:lnTo>
                  <a:lnTo>
                    <a:pt x="428021" y="604687"/>
                  </a:lnTo>
                  <a:lnTo>
                    <a:pt x="427856" y="604569"/>
                  </a:lnTo>
                  <a:lnTo>
                    <a:pt x="427834" y="604398"/>
                  </a:lnTo>
                  <a:lnTo>
                    <a:pt x="427386" y="604361"/>
                  </a:lnTo>
                  <a:lnTo>
                    <a:pt x="427043" y="604586"/>
                  </a:lnTo>
                  <a:lnTo>
                    <a:pt x="426844" y="604352"/>
                  </a:lnTo>
                  <a:lnTo>
                    <a:pt x="426373" y="604042"/>
                  </a:lnTo>
                  <a:lnTo>
                    <a:pt x="426260" y="604422"/>
                  </a:lnTo>
                  <a:lnTo>
                    <a:pt x="425795" y="604761"/>
                  </a:lnTo>
                  <a:lnTo>
                    <a:pt x="425710" y="604520"/>
                  </a:lnTo>
                  <a:lnTo>
                    <a:pt x="425930" y="603919"/>
                  </a:lnTo>
                  <a:lnTo>
                    <a:pt x="426064" y="603658"/>
                  </a:lnTo>
                  <a:lnTo>
                    <a:pt x="425722" y="603414"/>
                  </a:lnTo>
                  <a:lnTo>
                    <a:pt x="425481" y="603713"/>
                  </a:lnTo>
                  <a:lnTo>
                    <a:pt x="425403" y="603844"/>
                  </a:lnTo>
                  <a:lnTo>
                    <a:pt x="425247" y="603988"/>
                  </a:lnTo>
                  <a:lnTo>
                    <a:pt x="424690" y="604163"/>
                  </a:lnTo>
                  <a:lnTo>
                    <a:pt x="424479" y="603859"/>
                  </a:lnTo>
                  <a:lnTo>
                    <a:pt x="424090" y="603599"/>
                  </a:lnTo>
                  <a:lnTo>
                    <a:pt x="423719" y="603874"/>
                  </a:lnTo>
                  <a:lnTo>
                    <a:pt x="423515" y="604353"/>
                  </a:lnTo>
                  <a:lnTo>
                    <a:pt x="423503" y="604510"/>
                  </a:lnTo>
                  <a:lnTo>
                    <a:pt x="423610" y="604841"/>
                  </a:lnTo>
                  <a:lnTo>
                    <a:pt x="423281" y="604719"/>
                  </a:lnTo>
                  <a:lnTo>
                    <a:pt x="423306" y="604020"/>
                  </a:lnTo>
                  <a:lnTo>
                    <a:pt x="423085" y="603822"/>
                  </a:lnTo>
                  <a:lnTo>
                    <a:pt x="422897" y="604524"/>
                  </a:lnTo>
                  <a:lnTo>
                    <a:pt x="422509" y="604669"/>
                  </a:lnTo>
                  <a:lnTo>
                    <a:pt x="422309" y="604773"/>
                  </a:lnTo>
                  <a:lnTo>
                    <a:pt x="422648" y="604943"/>
                  </a:lnTo>
                  <a:lnTo>
                    <a:pt x="422413" y="604941"/>
                  </a:lnTo>
                  <a:lnTo>
                    <a:pt x="422199" y="604939"/>
                  </a:lnTo>
                  <a:lnTo>
                    <a:pt x="422050" y="604938"/>
                  </a:lnTo>
                  <a:lnTo>
                    <a:pt x="421525" y="604692"/>
                  </a:lnTo>
                  <a:lnTo>
                    <a:pt x="421039" y="604670"/>
                  </a:lnTo>
                  <a:lnTo>
                    <a:pt x="420823" y="604324"/>
                  </a:lnTo>
                  <a:lnTo>
                    <a:pt x="421019" y="604233"/>
                  </a:lnTo>
                  <a:lnTo>
                    <a:pt x="420834" y="604195"/>
                  </a:lnTo>
                  <a:lnTo>
                    <a:pt x="420263" y="604389"/>
                  </a:lnTo>
                  <a:lnTo>
                    <a:pt x="420131" y="604441"/>
                  </a:lnTo>
                  <a:lnTo>
                    <a:pt x="420056" y="604110"/>
                  </a:lnTo>
                  <a:lnTo>
                    <a:pt x="419581" y="603986"/>
                  </a:lnTo>
                  <a:lnTo>
                    <a:pt x="418632" y="604395"/>
                  </a:lnTo>
                  <a:lnTo>
                    <a:pt x="418519" y="604542"/>
                  </a:lnTo>
                  <a:lnTo>
                    <a:pt x="418339" y="604775"/>
                  </a:lnTo>
                  <a:lnTo>
                    <a:pt x="418182" y="604924"/>
                  </a:lnTo>
                  <a:lnTo>
                    <a:pt x="418444" y="604977"/>
                  </a:lnTo>
                  <a:lnTo>
                    <a:pt x="418660" y="605056"/>
                  </a:lnTo>
                  <a:lnTo>
                    <a:pt x="419030" y="605190"/>
                  </a:lnTo>
                  <a:lnTo>
                    <a:pt x="419242" y="605421"/>
                  </a:lnTo>
                  <a:lnTo>
                    <a:pt x="419406" y="605743"/>
                  </a:lnTo>
                  <a:lnTo>
                    <a:pt x="419551" y="605927"/>
                  </a:lnTo>
                  <a:lnTo>
                    <a:pt x="419793" y="606125"/>
                  </a:lnTo>
                  <a:lnTo>
                    <a:pt x="420034" y="606309"/>
                  </a:lnTo>
                  <a:lnTo>
                    <a:pt x="420248" y="606422"/>
                  </a:lnTo>
                  <a:lnTo>
                    <a:pt x="420561" y="606645"/>
                  </a:lnTo>
                  <a:lnTo>
                    <a:pt x="420794" y="607047"/>
                  </a:lnTo>
                  <a:lnTo>
                    <a:pt x="421145" y="607661"/>
                  </a:lnTo>
                  <a:lnTo>
                    <a:pt x="421375" y="608061"/>
                  </a:lnTo>
                  <a:lnTo>
                    <a:pt x="421610" y="608366"/>
                  </a:lnTo>
                  <a:lnTo>
                    <a:pt x="421747" y="608550"/>
                  </a:lnTo>
                  <a:lnTo>
                    <a:pt x="422060" y="608979"/>
                  </a:lnTo>
                  <a:lnTo>
                    <a:pt x="422318" y="609203"/>
                  </a:lnTo>
                  <a:lnTo>
                    <a:pt x="422341" y="609355"/>
                  </a:lnTo>
                  <a:lnTo>
                    <a:pt x="422489" y="609596"/>
                  </a:lnTo>
                  <a:lnTo>
                    <a:pt x="422656" y="609739"/>
                  </a:lnTo>
                  <a:lnTo>
                    <a:pt x="422795" y="609795"/>
                  </a:lnTo>
                  <a:lnTo>
                    <a:pt x="423028" y="609850"/>
                  </a:lnTo>
                  <a:lnTo>
                    <a:pt x="423225" y="609977"/>
                  </a:lnTo>
                  <a:lnTo>
                    <a:pt x="423311" y="610149"/>
                  </a:lnTo>
                  <a:lnTo>
                    <a:pt x="423412" y="610347"/>
                  </a:lnTo>
                  <a:lnTo>
                    <a:pt x="423615" y="610530"/>
                  </a:lnTo>
                  <a:lnTo>
                    <a:pt x="423766" y="610692"/>
                  </a:lnTo>
                  <a:lnTo>
                    <a:pt x="423884" y="610982"/>
                  </a:lnTo>
                  <a:lnTo>
                    <a:pt x="423914" y="611265"/>
                  </a:lnTo>
                  <a:lnTo>
                    <a:pt x="423840" y="611517"/>
                  </a:lnTo>
                  <a:lnTo>
                    <a:pt x="423638" y="611853"/>
                  </a:lnTo>
                  <a:lnTo>
                    <a:pt x="423533" y="612088"/>
                  </a:lnTo>
                  <a:lnTo>
                    <a:pt x="423420" y="612257"/>
                  </a:lnTo>
                  <a:lnTo>
                    <a:pt x="423011" y="612471"/>
                  </a:lnTo>
                  <a:lnTo>
                    <a:pt x="422656" y="612802"/>
                  </a:lnTo>
                  <a:lnTo>
                    <a:pt x="422627" y="612980"/>
                  </a:lnTo>
                  <a:lnTo>
                    <a:pt x="422593" y="613157"/>
                  </a:lnTo>
                  <a:lnTo>
                    <a:pt x="422845" y="613452"/>
                  </a:lnTo>
                  <a:lnTo>
                    <a:pt x="422999" y="613484"/>
                  </a:lnTo>
                  <a:lnTo>
                    <a:pt x="423147" y="613488"/>
                  </a:lnTo>
                  <a:lnTo>
                    <a:pt x="423406" y="613467"/>
                  </a:lnTo>
                  <a:lnTo>
                    <a:pt x="423688" y="613474"/>
                  </a:lnTo>
                  <a:lnTo>
                    <a:pt x="424049" y="613438"/>
                  </a:lnTo>
                  <a:lnTo>
                    <a:pt x="424505" y="613511"/>
                  </a:lnTo>
                  <a:lnTo>
                    <a:pt x="424668" y="613630"/>
                  </a:lnTo>
                  <a:lnTo>
                    <a:pt x="424874" y="613793"/>
                  </a:lnTo>
                  <a:lnTo>
                    <a:pt x="425076" y="613838"/>
                  </a:lnTo>
                  <a:lnTo>
                    <a:pt x="425314" y="613918"/>
                  </a:lnTo>
                  <a:lnTo>
                    <a:pt x="425540" y="614084"/>
                  </a:lnTo>
                  <a:lnTo>
                    <a:pt x="425800" y="614389"/>
                  </a:lnTo>
                  <a:lnTo>
                    <a:pt x="426060" y="614714"/>
                  </a:lnTo>
                  <a:lnTo>
                    <a:pt x="426182" y="615173"/>
                  </a:lnTo>
                  <a:lnTo>
                    <a:pt x="425887" y="615506"/>
                  </a:lnTo>
                  <a:lnTo>
                    <a:pt x="425561" y="615709"/>
                  </a:lnTo>
                  <a:lnTo>
                    <a:pt x="425407" y="615776"/>
                  </a:lnTo>
                  <a:lnTo>
                    <a:pt x="425123" y="615945"/>
                  </a:lnTo>
                  <a:lnTo>
                    <a:pt x="424814" y="616109"/>
                  </a:lnTo>
                  <a:lnTo>
                    <a:pt x="424748" y="616267"/>
                  </a:lnTo>
                  <a:lnTo>
                    <a:pt x="424684" y="616502"/>
                  </a:lnTo>
                  <a:lnTo>
                    <a:pt x="424682" y="616787"/>
                  </a:lnTo>
                  <a:lnTo>
                    <a:pt x="424829" y="617002"/>
                  </a:lnTo>
                  <a:lnTo>
                    <a:pt x="425090" y="617075"/>
                  </a:lnTo>
                  <a:lnTo>
                    <a:pt x="425297" y="617180"/>
                  </a:lnTo>
                  <a:lnTo>
                    <a:pt x="425651" y="617127"/>
                  </a:lnTo>
                  <a:lnTo>
                    <a:pt x="425913" y="616824"/>
                  </a:lnTo>
                  <a:lnTo>
                    <a:pt x="426127" y="616277"/>
                  </a:lnTo>
                  <a:lnTo>
                    <a:pt x="426465" y="616029"/>
                  </a:lnTo>
                  <a:lnTo>
                    <a:pt x="426789" y="616032"/>
                  </a:lnTo>
                  <a:lnTo>
                    <a:pt x="426968" y="616127"/>
                  </a:lnTo>
                  <a:lnTo>
                    <a:pt x="427079" y="616298"/>
                  </a:lnTo>
                  <a:lnTo>
                    <a:pt x="427092" y="616455"/>
                  </a:lnTo>
                  <a:lnTo>
                    <a:pt x="426967" y="616827"/>
                  </a:lnTo>
                  <a:lnTo>
                    <a:pt x="426798" y="617055"/>
                  </a:lnTo>
                  <a:lnTo>
                    <a:pt x="426511" y="617612"/>
                  </a:lnTo>
                  <a:lnTo>
                    <a:pt x="426249" y="618288"/>
                  </a:lnTo>
                  <a:lnTo>
                    <a:pt x="426063" y="618766"/>
                  </a:lnTo>
                  <a:lnTo>
                    <a:pt x="425986" y="618928"/>
                  </a:lnTo>
                  <a:lnTo>
                    <a:pt x="425964" y="619291"/>
                  </a:lnTo>
                  <a:lnTo>
                    <a:pt x="426030" y="619460"/>
                  </a:lnTo>
                  <a:lnTo>
                    <a:pt x="426108" y="619632"/>
                  </a:lnTo>
                  <a:lnTo>
                    <a:pt x="426264" y="619919"/>
                  </a:lnTo>
                  <a:lnTo>
                    <a:pt x="426411" y="620117"/>
                  </a:lnTo>
                  <a:lnTo>
                    <a:pt x="426548" y="620273"/>
                  </a:lnTo>
                  <a:lnTo>
                    <a:pt x="426796" y="620699"/>
                  </a:lnTo>
                  <a:lnTo>
                    <a:pt x="426844" y="620859"/>
                  </a:lnTo>
                  <a:lnTo>
                    <a:pt x="426888" y="621118"/>
                  </a:lnTo>
                  <a:lnTo>
                    <a:pt x="426993" y="622012"/>
                  </a:lnTo>
                  <a:lnTo>
                    <a:pt x="427211" y="622242"/>
                  </a:lnTo>
                  <a:lnTo>
                    <a:pt x="427472" y="622349"/>
                  </a:lnTo>
                  <a:lnTo>
                    <a:pt x="427874" y="622462"/>
                  </a:lnTo>
                  <a:lnTo>
                    <a:pt x="428115" y="622518"/>
                  </a:lnTo>
                  <a:lnTo>
                    <a:pt x="428470" y="622627"/>
                  </a:lnTo>
                  <a:lnTo>
                    <a:pt x="428826" y="622796"/>
                  </a:lnTo>
                  <a:lnTo>
                    <a:pt x="429171" y="622854"/>
                  </a:lnTo>
                  <a:lnTo>
                    <a:pt x="429431" y="623007"/>
                  </a:lnTo>
                  <a:lnTo>
                    <a:pt x="429822" y="623448"/>
                  </a:lnTo>
                  <a:lnTo>
                    <a:pt x="429991" y="623554"/>
                  </a:lnTo>
                  <a:lnTo>
                    <a:pt x="430132" y="623616"/>
                  </a:lnTo>
                  <a:lnTo>
                    <a:pt x="430447" y="623708"/>
                  </a:lnTo>
                  <a:lnTo>
                    <a:pt x="430723" y="623733"/>
                  </a:lnTo>
                  <a:lnTo>
                    <a:pt x="431063" y="623745"/>
                  </a:lnTo>
                  <a:lnTo>
                    <a:pt x="431239" y="623775"/>
                  </a:lnTo>
                  <a:lnTo>
                    <a:pt x="431693" y="624207"/>
                  </a:lnTo>
                  <a:lnTo>
                    <a:pt x="431793" y="624499"/>
                  </a:lnTo>
                  <a:lnTo>
                    <a:pt x="432071" y="624881"/>
                  </a:lnTo>
                  <a:lnTo>
                    <a:pt x="432200" y="624934"/>
                  </a:lnTo>
                  <a:lnTo>
                    <a:pt x="432543" y="625047"/>
                  </a:lnTo>
                  <a:lnTo>
                    <a:pt x="432901" y="625357"/>
                  </a:lnTo>
                  <a:lnTo>
                    <a:pt x="432894" y="625599"/>
                  </a:lnTo>
                  <a:lnTo>
                    <a:pt x="432556" y="626015"/>
                  </a:lnTo>
                  <a:lnTo>
                    <a:pt x="432392" y="625979"/>
                  </a:lnTo>
                  <a:lnTo>
                    <a:pt x="432119" y="625833"/>
                  </a:lnTo>
                  <a:lnTo>
                    <a:pt x="431911" y="625743"/>
                  </a:lnTo>
                  <a:lnTo>
                    <a:pt x="431523" y="626001"/>
                  </a:lnTo>
                  <a:lnTo>
                    <a:pt x="431693" y="626435"/>
                  </a:lnTo>
                  <a:lnTo>
                    <a:pt x="431876" y="626658"/>
                  </a:lnTo>
                  <a:lnTo>
                    <a:pt x="432139" y="626936"/>
                  </a:lnTo>
                  <a:lnTo>
                    <a:pt x="432210" y="627192"/>
                  </a:lnTo>
                  <a:lnTo>
                    <a:pt x="432052" y="627479"/>
                  </a:lnTo>
                  <a:lnTo>
                    <a:pt x="431785" y="627879"/>
                  </a:lnTo>
                  <a:lnTo>
                    <a:pt x="431775" y="628052"/>
                  </a:lnTo>
                  <a:lnTo>
                    <a:pt x="431823" y="628227"/>
                  </a:lnTo>
                  <a:lnTo>
                    <a:pt x="431984" y="628310"/>
                  </a:lnTo>
                  <a:lnTo>
                    <a:pt x="432481" y="628794"/>
                  </a:lnTo>
                  <a:lnTo>
                    <a:pt x="432664" y="628938"/>
                  </a:lnTo>
                  <a:lnTo>
                    <a:pt x="433133" y="629393"/>
                  </a:lnTo>
                  <a:lnTo>
                    <a:pt x="432775" y="629595"/>
                  </a:lnTo>
                  <a:lnTo>
                    <a:pt x="432543" y="629318"/>
                  </a:lnTo>
                  <a:lnTo>
                    <a:pt x="432309" y="628842"/>
                  </a:lnTo>
                  <a:lnTo>
                    <a:pt x="432124" y="628684"/>
                  </a:lnTo>
                  <a:lnTo>
                    <a:pt x="431786" y="629218"/>
                  </a:lnTo>
                  <a:lnTo>
                    <a:pt x="432081" y="629350"/>
                  </a:lnTo>
                  <a:lnTo>
                    <a:pt x="432296" y="629865"/>
                  </a:lnTo>
                  <a:lnTo>
                    <a:pt x="432158" y="629814"/>
                  </a:lnTo>
                  <a:lnTo>
                    <a:pt x="431924" y="629647"/>
                  </a:lnTo>
                  <a:lnTo>
                    <a:pt x="431766" y="629586"/>
                  </a:lnTo>
                  <a:lnTo>
                    <a:pt x="431634" y="629578"/>
                  </a:lnTo>
                  <a:lnTo>
                    <a:pt x="431379" y="629666"/>
                  </a:lnTo>
                  <a:lnTo>
                    <a:pt x="431238" y="629830"/>
                  </a:lnTo>
                  <a:lnTo>
                    <a:pt x="430736" y="630383"/>
                  </a:lnTo>
                  <a:lnTo>
                    <a:pt x="430388" y="630582"/>
                  </a:lnTo>
                  <a:lnTo>
                    <a:pt x="430021" y="630874"/>
                  </a:lnTo>
                  <a:lnTo>
                    <a:pt x="429675" y="631391"/>
                  </a:lnTo>
                  <a:lnTo>
                    <a:pt x="428953" y="632019"/>
                  </a:lnTo>
                  <a:lnTo>
                    <a:pt x="428834" y="631830"/>
                  </a:lnTo>
                  <a:lnTo>
                    <a:pt x="428137" y="631727"/>
                  </a:lnTo>
                  <a:lnTo>
                    <a:pt x="428113" y="631855"/>
                  </a:lnTo>
                  <a:lnTo>
                    <a:pt x="428164" y="631998"/>
                  </a:lnTo>
                  <a:lnTo>
                    <a:pt x="428343" y="632298"/>
                  </a:lnTo>
                  <a:lnTo>
                    <a:pt x="427924" y="632643"/>
                  </a:lnTo>
                  <a:lnTo>
                    <a:pt x="427669" y="632471"/>
                  </a:lnTo>
                  <a:lnTo>
                    <a:pt x="427621" y="632243"/>
                  </a:lnTo>
                  <a:lnTo>
                    <a:pt x="427504" y="631843"/>
                  </a:lnTo>
                  <a:lnTo>
                    <a:pt x="427115" y="631724"/>
                  </a:lnTo>
                  <a:lnTo>
                    <a:pt x="426911" y="631972"/>
                  </a:lnTo>
                  <a:lnTo>
                    <a:pt x="426694" y="632181"/>
                  </a:lnTo>
                  <a:lnTo>
                    <a:pt x="426489" y="632257"/>
                  </a:lnTo>
                  <a:lnTo>
                    <a:pt x="426302" y="632301"/>
                  </a:lnTo>
                  <a:lnTo>
                    <a:pt x="426102" y="632368"/>
                  </a:lnTo>
                  <a:lnTo>
                    <a:pt x="425647" y="632264"/>
                  </a:lnTo>
                  <a:lnTo>
                    <a:pt x="425580" y="632106"/>
                  </a:lnTo>
                  <a:lnTo>
                    <a:pt x="425470" y="631914"/>
                  </a:lnTo>
                  <a:lnTo>
                    <a:pt x="424877" y="631623"/>
                  </a:lnTo>
                  <a:lnTo>
                    <a:pt x="424668" y="631897"/>
                  </a:lnTo>
                  <a:lnTo>
                    <a:pt x="424519" y="631929"/>
                  </a:lnTo>
                  <a:lnTo>
                    <a:pt x="423997" y="631533"/>
                  </a:lnTo>
                  <a:lnTo>
                    <a:pt x="423812" y="631264"/>
                  </a:lnTo>
                  <a:lnTo>
                    <a:pt x="423484" y="631753"/>
                  </a:lnTo>
                  <a:lnTo>
                    <a:pt x="423465" y="631948"/>
                  </a:lnTo>
                  <a:lnTo>
                    <a:pt x="423495" y="632436"/>
                  </a:lnTo>
                  <a:lnTo>
                    <a:pt x="422479" y="632909"/>
                  </a:lnTo>
                  <a:lnTo>
                    <a:pt x="422275" y="633888"/>
                  </a:lnTo>
                  <a:lnTo>
                    <a:pt x="420557" y="635480"/>
                  </a:lnTo>
                  <a:lnTo>
                    <a:pt x="420564" y="635795"/>
                  </a:lnTo>
                  <a:lnTo>
                    <a:pt x="420954" y="636014"/>
                  </a:lnTo>
                  <a:lnTo>
                    <a:pt x="421234" y="636154"/>
                  </a:lnTo>
                  <a:lnTo>
                    <a:pt x="421145" y="636492"/>
                  </a:lnTo>
                  <a:lnTo>
                    <a:pt x="421134" y="636678"/>
                  </a:lnTo>
                  <a:lnTo>
                    <a:pt x="421123" y="636872"/>
                  </a:lnTo>
                  <a:lnTo>
                    <a:pt x="421259" y="637231"/>
                  </a:lnTo>
                  <a:lnTo>
                    <a:pt x="421494" y="637701"/>
                  </a:lnTo>
                  <a:lnTo>
                    <a:pt x="421433" y="637859"/>
                  </a:lnTo>
                  <a:lnTo>
                    <a:pt x="421409" y="638011"/>
                  </a:lnTo>
                  <a:lnTo>
                    <a:pt x="421534" y="638333"/>
                  </a:lnTo>
                  <a:lnTo>
                    <a:pt x="421578" y="638637"/>
                  </a:lnTo>
                  <a:lnTo>
                    <a:pt x="421521" y="638801"/>
                  </a:lnTo>
                  <a:lnTo>
                    <a:pt x="421595" y="638979"/>
                  </a:lnTo>
                  <a:lnTo>
                    <a:pt x="421665" y="639232"/>
                  </a:lnTo>
                  <a:lnTo>
                    <a:pt x="421752" y="639650"/>
                  </a:lnTo>
                  <a:lnTo>
                    <a:pt x="421684" y="640082"/>
                  </a:lnTo>
                  <a:lnTo>
                    <a:pt x="421709" y="640340"/>
                  </a:lnTo>
                  <a:lnTo>
                    <a:pt x="421387" y="640735"/>
                  </a:lnTo>
                  <a:lnTo>
                    <a:pt x="421157" y="640809"/>
                  </a:lnTo>
                  <a:lnTo>
                    <a:pt x="420942" y="640716"/>
                  </a:lnTo>
                  <a:lnTo>
                    <a:pt x="420379" y="640450"/>
                  </a:lnTo>
                  <a:lnTo>
                    <a:pt x="419958" y="640313"/>
                  </a:lnTo>
                  <a:lnTo>
                    <a:pt x="419764" y="640203"/>
                  </a:lnTo>
                  <a:lnTo>
                    <a:pt x="419403" y="639954"/>
                  </a:lnTo>
                  <a:lnTo>
                    <a:pt x="419291" y="639825"/>
                  </a:lnTo>
                  <a:lnTo>
                    <a:pt x="419206" y="639692"/>
                  </a:lnTo>
                  <a:lnTo>
                    <a:pt x="418975" y="639004"/>
                  </a:lnTo>
                  <a:lnTo>
                    <a:pt x="418723" y="638525"/>
                  </a:lnTo>
                  <a:lnTo>
                    <a:pt x="418542" y="638309"/>
                  </a:lnTo>
                  <a:lnTo>
                    <a:pt x="418251" y="638259"/>
                  </a:lnTo>
                  <a:lnTo>
                    <a:pt x="417990" y="638237"/>
                  </a:lnTo>
                  <a:lnTo>
                    <a:pt x="417880" y="638070"/>
                  </a:lnTo>
                  <a:lnTo>
                    <a:pt x="417429" y="637837"/>
                  </a:lnTo>
                  <a:lnTo>
                    <a:pt x="417369" y="637609"/>
                  </a:lnTo>
                  <a:lnTo>
                    <a:pt x="417359" y="637281"/>
                  </a:lnTo>
                  <a:lnTo>
                    <a:pt x="417084" y="637351"/>
                  </a:lnTo>
                  <a:lnTo>
                    <a:pt x="417221" y="637615"/>
                  </a:lnTo>
                  <a:lnTo>
                    <a:pt x="417082" y="637925"/>
                  </a:lnTo>
                  <a:lnTo>
                    <a:pt x="416962" y="638193"/>
                  </a:lnTo>
                  <a:lnTo>
                    <a:pt x="416906" y="638534"/>
                  </a:lnTo>
                  <a:lnTo>
                    <a:pt x="417020" y="638678"/>
                  </a:lnTo>
                  <a:lnTo>
                    <a:pt x="417160" y="638879"/>
                  </a:lnTo>
                  <a:lnTo>
                    <a:pt x="417133" y="639141"/>
                  </a:lnTo>
                  <a:lnTo>
                    <a:pt x="416891" y="639358"/>
                  </a:lnTo>
                  <a:lnTo>
                    <a:pt x="416617" y="639672"/>
                  </a:lnTo>
                  <a:lnTo>
                    <a:pt x="416747" y="639821"/>
                  </a:lnTo>
                  <a:lnTo>
                    <a:pt x="416634" y="640421"/>
                  </a:lnTo>
                  <a:lnTo>
                    <a:pt x="416430" y="640566"/>
                  </a:lnTo>
                  <a:lnTo>
                    <a:pt x="416236" y="640674"/>
                  </a:lnTo>
                  <a:lnTo>
                    <a:pt x="416522" y="641257"/>
                  </a:lnTo>
                  <a:lnTo>
                    <a:pt x="416379" y="641510"/>
                  </a:lnTo>
                  <a:lnTo>
                    <a:pt x="416228" y="641772"/>
                  </a:lnTo>
                  <a:lnTo>
                    <a:pt x="416115" y="642061"/>
                  </a:lnTo>
                  <a:lnTo>
                    <a:pt x="415816" y="642058"/>
                  </a:lnTo>
                  <a:lnTo>
                    <a:pt x="415556" y="641959"/>
                  </a:lnTo>
                  <a:lnTo>
                    <a:pt x="415258" y="642000"/>
                  </a:lnTo>
                  <a:lnTo>
                    <a:pt x="414781" y="642174"/>
                  </a:lnTo>
                  <a:lnTo>
                    <a:pt x="414433" y="642072"/>
                  </a:lnTo>
                  <a:lnTo>
                    <a:pt x="414295" y="642039"/>
                  </a:lnTo>
                  <a:lnTo>
                    <a:pt x="414060" y="642062"/>
                  </a:lnTo>
                  <a:lnTo>
                    <a:pt x="413694" y="642195"/>
                  </a:lnTo>
                  <a:lnTo>
                    <a:pt x="413415" y="642108"/>
                  </a:lnTo>
                  <a:lnTo>
                    <a:pt x="412797" y="642058"/>
                  </a:lnTo>
                  <a:lnTo>
                    <a:pt x="412070" y="641930"/>
                  </a:lnTo>
                  <a:lnTo>
                    <a:pt x="411904" y="641842"/>
                  </a:lnTo>
                  <a:lnTo>
                    <a:pt x="411554" y="641945"/>
                  </a:lnTo>
                  <a:lnTo>
                    <a:pt x="411405" y="642157"/>
                  </a:lnTo>
                  <a:lnTo>
                    <a:pt x="411274" y="642362"/>
                  </a:lnTo>
                  <a:lnTo>
                    <a:pt x="411099" y="642438"/>
                  </a:lnTo>
                  <a:lnTo>
                    <a:pt x="410719" y="642572"/>
                  </a:lnTo>
                  <a:lnTo>
                    <a:pt x="410075" y="642562"/>
                  </a:lnTo>
                  <a:lnTo>
                    <a:pt x="409584" y="643228"/>
                  </a:lnTo>
                  <a:lnTo>
                    <a:pt x="409377" y="643741"/>
                  </a:lnTo>
                  <a:lnTo>
                    <a:pt x="409310" y="643945"/>
                  </a:lnTo>
                  <a:lnTo>
                    <a:pt x="409042" y="644293"/>
                  </a:lnTo>
                  <a:lnTo>
                    <a:pt x="408681" y="644537"/>
                  </a:lnTo>
                  <a:lnTo>
                    <a:pt x="408525" y="644541"/>
                  </a:lnTo>
                  <a:lnTo>
                    <a:pt x="408075" y="644822"/>
                  </a:lnTo>
                  <a:lnTo>
                    <a:pt x="407589" y="645132"/>
                  </a:lnTo>
                  <a:lnTo>
                    <a:pt x="407337" y="645911"/>
                  </a:lnTo>
                  <a:lnTo>
                    <a:pt x="407196" y="646150"/>
                  </a:lnTo>
                  <a:lnTo>
                    <a:pt x="406199" y="646315"/>
                  </a:lnTo>
                  <a:lnTo>
                    <a:pt x="405729" y="646145"/>
                  </a:lnTo>
                  <a:lnTo>
                    <a:pt x="405000" y="645771"/>
                  </a:lnTo>
                  <a:lnTo>
                    <a:pt x="404996" y="645105"/>
                  </a:lnTo>
                  <a:lnTo>
                    <a:pt x="405208" y="645037"/>
                  </a:lnTo>
                  <a:lnTo>
                    <a:pt x="405441" y="644938"/>
                  </a:lnTo>
                  <a:lnTo>
                    <a:pt x="405628" y="644339"/>
                  </a:lnTo>
                  <a:lnTo>
                    <a:pt x="405593" y="643917"/>
                  </a:lnTo>
                  <a:lnTo>
                    <a:pt x="405703" y="642987"/>
                  </a:lnTo>
                  <a:lnTo>
                    <a:pt x="405753" y="642724"/>
                  </a:lnTo>
                  <a:lnTo>
                    <a:pt x="405419" y="642005"/>
                  </a:lnTo>
                  <a:lnTo>
                    <a:pt x="405179" y="641254"/>
                  </a:lnTo>
                  <a:lnTo>
                    <a:pt x="404718" y="641044"/>
                  </a:lnTo>
                  <a:lnTo>
                    <a:pt x="404481" y="640989"/>
                  </a:lnTo>
                  <a:lnTo>
                    <a:pt x="404200" y="640675"/>
                  </a:lnTo>
                  <a:lnTo>
                    <a:pt x="403756" y="640367"/>
                  </a:lnTo>
                  <a:lnTo>
                    <a:pt x="403568" y="640486"/>
                  </a:lnTo>
                  <a:lnTo>
                    <a:pt x="403347" y="640304"/>
                  </a:lnTo>
                  <a:lnTo>
                    <a:pt x="402773" y="639182"/>
                  </a:lnTo>
                  <a:lnTo>
                    <a:pt x="402544" y="638829"/>
                  </a:lnTo>
                  <a:lnTo>
                    <a:pt x="402707" y="638602"/>
                  </a:lnTo>
                  <a:lnTo>
                    <a:pt x="402954" y="638539"/>
                  </a:lnTo>
                  <a:lnTo>
                    <a:pt x="403770" y="638057"/>
                  </a:lnTo>
                  <a:lnTo>
                    <a:pt x="404357" y="637654"/>
                  </a:lnTo>
                  <a:lnTo>
                    <a:pt x="404613" y="638004"/>
                  </a:lnTo>
                  <a:lnTo>
                    <a:pt x="404703" y="638167"/>
                  </a:lnTo>
                  <a:lnTo>
                    <a:pt x="405009" y="638417"/>
                  </a:lnTo>
                  <a:lnTo>
                    <a:pt x="405090" y="638249"/>
                  </a:lnTo>
                  <a:lnTo>
                    <a:pt x="405675" y="637387"/>
                  </a:lnTo>
                  <a:lnTo>
                    <a:pt x="406255" y="636795"/>
                  </a:lnTo>
                  <a:lnTo>
                    <a:pt x="406693" y="636460"/>
                  </a:lnTo>
                  <a:lnTo>
                    <a:pt x="406958" y="636422"/>
                  </a:lnTo>
                  <a:lnTo>
                    <a:pt x="407257" y="636359"/>
                  </a:lnTo>
                  <a:lnTo>
                    <a:pt x="407308" y="636173"/>
                  </a:lnTo>
                  <a:lnTo>
                    <a:pt x="407099" y="635606"/>
                  </a:lnTo>
                  <a:lnTo>
                    <a:pt x="407205" y="635184"/>
                  </a:lnTo>
                  <a:lnTo>
                    <a:pt x="407196" y="635021"/>
                  </a:lnTo>
                  <a:lnTo>
                    <a:pt x="407171" y="634637"/>
                  </a:lnTo>
                  <a:lnTo>
                    <a:pt x="407391" y="634365"/>
                  </a:lnTo>
                  <a:lnTo>
                    <a:pt x="407459" y="634080"/>
                  </a:lnTo>
                  <a:lnTo>
                    <a:pt x="407415" y="633788"/>
                  </a:lnTo>
                  <a:lnTo>
                    <a:pt x="407443" y="633512"/>
                  </a:lnTo>
                  <a:lnTo>
                    <a:pt x="407630" y="633066"/>
                  </a:lnTo>
                  <a:lnTo>
                    <a:pt x="407820" y="632810"/>
                  </a:lnTo>
                  <a:lnTo>
                    <a:pt x="408077" y="632534"/>
                  </a:lnTo>
                  <a:lnTo>
                    <a:pt x="408339" y="632440"/>
                  </a:lnTo>
                  <a:lnTo>
                    <a:pt x="408422" y="632300"/>
                  </a:lnTo>
                  <a:lnTo>
                    <a:pt x="408883" y="631816"/>
                  </a:lnTo>
                  <a:lnTo>
                    <a:pt x="408863" y="630991"/>
                  </a:lnTo>
                  <a:lnTo>
                    <a:pt x="409545" y="630539"/>
                  </a:lnTo>
                  <a:lnTo>
                    <a:pt x="409770" y="630457"/>
                  </a:lnTo>
                  <a:lnTo>
                    <a:pt x="410193" y="630196"/>
                  </a:lnTo>
                  <a:lnTo>
                    <a:pt x="409756" y="630116"/>
                  </a:lnTo>
                  <a:lnTo>
                    <a:pt x="409260" y="629827"/>
                  </a:lnTo>
                  <a:lnTo>
                    <a:pt x="409282" y="629620"/>
                  </a:lnTo>
                  <a:lnTo>
                    <a:pt x="409330" y="629480"/>
                  </a:lnTo>
                  <a:lnTo>
                    <a:pt x="409420" y="629217"/>
                  </a:lnTo>
                  <a:lnTo>
                    <a:pt x="409449" y="628804"/>
                  </a:lnTo>
                  <a:lnTo>
                    <a:pt x="409307" y="628637"/>
                  </a:lnTo>
                  <a:lnTo>
                    <a:pt x="408830" y="628524"/>
                  </a:lnTo>
                  <a:lnTo>
                    <a:pt x="408460" y="628255"/>
                  </a:lnTo>
                  <a:lnTo>
                    <a:pt x="408340" y="627990"/>
                  </a:lnTo>
                  <a:lnTo>
                    <a:pt x="408232" y="627633"/>
                  </a:lnTo>
                  <a:lnTo>
                    <a:pt x="408240" y="627420"/>
                  </a:lnTo>
                  <a:lnTo>
                    <a:pt x="408349" y="627196"/>
                  </a:lnTo>
                  <a:lnTo>
                    <a:pt x="408422" y="626966"/>
                  </a:lnTo>
                  <a:lnTo>
                    <a:pt x="408119" y="626529"/>
                  </a:lnTo>
                  <a:lnTo>
                    <a:pt x="408157" y="626356"/>
                  </a:lnTo>
                  <a:lnTo>
                    <a:pt x="408427" y="625826"/>
                  </a:lnTo>
                  <a:lnTo>
                    <a:pt x="408508" y="625349"/>
                  </a:lnTo>
                  <a:lnTo>
                    <a:pt x="408428" y="625053"/>
                  </a:lnTo>
                  <a:lnTo>
                    <a:pt x="408356" y="624786"/>
                  </a:lnTo>
                  <a:lnTo>
                    <a:pt x="408115" y="624537"/>
                  </a:lnTo>
                  <a:lnTo>
                    <a:pt x="407818" y="624398"/>
                  </a:lnTo>
                  <a:lnTo>
                    <a:pt x="407507" y="624028"/>
                  </a:lnTo>
                  <a:lnTo>
                    <a:pt x="407425" y="623516"/>
                  </a:lnTo>
                  <a:lnTo>
                    <a:pt x="407130" y="623506"/>
                  </a:lnTo>
                  <a:lnTo>
                    <a:pt x="406656" y="623228"/>
                  </a:lnTo>
                  <a:lnTo>
                    <a:pt x="406304" y="623071"/>
                  </a:lnTo>
                  <a:lnTo>
                    <a:pt x="406089" y="622679"/>
                  </a:lnTo>
                  <a:lnTo>
                    <a:pt x="405415" y="622946"/>
                  </a:lnTo>
                  <a:lnTo>
                    <a:pt x="405277" y="623565"/>
                  </a:lnTo>
                  <a:lnTo>
                    <a:pt x="405331" y="623815"/>
                  </a:lnTo>
                  <a:lnTo>
                    <a:pt x="405395" y="624347"/>
                  </a:lnTo>
                  <a:lnTo>
                    <a:pt x="404825" y="624810"/>
                  </a:lnTo>
                  <a:lnTo>
                    <a:pt x="404363" y="625128"/>
                  </a:lnTo>
                  <a:lnTo>
                    <a:pt x="404149" y="624953"/>
                  </a:lnTo>
                  <a:lnTo>
                    <a:pt x="403938" y="624657"/>
                  </a:lnTo>
                  <a:lnTo>
                    <a:pt x="403223" y="624632"/>
                  </a:lnTo>
                  <a:lnTo>
                    <a:pt x="402982" y="624954"/>
                  </a:lnTo>
                  <a:lnTo>
                    <a:pt x="402831" y="625051"/>
                  </a:lnTo>
                  <a:lnTo>
                    <a:pt x="402666" y="625152"/>
                  </a:lnTo>
                  <a:lnTo>
                    <a:pt x="402595" y="625367"/>
                  </a:lnTo>
                  <a:lnTo>
                    <a:pt x="402584" y="625511"/>
                  </a:lnTo>
                  <a:lnTo>
                    <a:pt x="402190" y="625663"/>
                  </a:lnTo>
                  <a:lnTo>
                    <a:pt x="402208" y="626128"/>
                  </a:lnTo>
                  <a:lnTo>
                    <a:pt x="401918" y="626643"/>
                  </a:lnTo>
                  <a:lnTo>
                    <a:pt x="401409" y="627227"/>
                  </a:lnTo>
                  <a:lnTo>
                    <a:pt x="401332" y="627406"/>
                  </a:lnTo>
                  <a:lnTo>
                    <a:pt x="401074" y="627513"/>
                  </a:lnTo>
                  <a:lnTo>
                    <a:pt x="400728" y="627571"/>
                  </a:lnTo>
                  <a:lnTo>
                    <a:pt x="400284" y="627553"/>
                  </a:lnTo>
                  <a:lnTo>
                    <a:pt x="400075" y="627440"/>
                  </a:lnTo>
                  <a:lnTo>
                    <a:pt x="399642" y="627258"/>
                  </a:lnTo>
                  <a:lnTo>
                    <a:pt x="399167" y="627429"/>
                  </a:lnTo>
                  <a:lnTo>
                    <a:pt x="398864" y="627369"/>
                  </a:lnTo>
                  <a:lnTo>
                    <a:pt x="398297" y="627367"/>
                  </a:lnTo>
                  <a:lnTo>
                    <a:pt x="398051" y="627286"/>
                  </a:lnTo>
                  <a:lnTo>
                    <a:pt x="397767" y="627256"/>
                  </a:lnTo>
                  <a:lnTo>
                    <a:pt x="397443" y="627478"/>
                  </a:lnTo>
                  <a:lnTo>
                    <a:pt x="397199" y="627703"/>
                  </a:lnTo>
                  <a:lnTo>
                    <a:pt x="396724" y="627742"/>
                  </a:lnTo>
                  <a:lnTo>
                    <a:pt x="396487" y="627464"/>
                  </a:lnTo>
                  <a:lnTo>
                    <a:pt x="396131" y="626495"/>
                  </a:lnTo>
                  <a:lnTo>
                    <a:pt x="396111" y="626307"/>
                  </a:lnTo>
                  <a:lnTo>
                    <a:pt x="396212" y="625968"/>
                  </a:lnTo>
                  <a:lnTo>
                    <a:pt x="396170" y="625609"/>
                  </a:lnTo>
                  <a:lnTo>
                    <a:pt x="396113" y="625436"/>
                  </a:lnTo>
                  <a:lnTo>
                    <a:pt x="396107" y="625076"/>
                  </a:lnTo>
                  <a:lnTo>
                    <a:pt x="396177" y="624826"/>
                  </a:lnTo>
                  <a:lnTo>
                    <a:pt x="395919" y="624211"/>
                  </a:lnTo>
                  <a:lnTo>
                    <a:pt x="395909" y="623669"/>
                  </a:lnTo>
                  <a:lnTo>
                    <a:pt x="396011" y="623435"/>
                  </a:lnTo>
                  <a:lnTo>
                    <a:pt x="395974" y="623101"/>
                  </a:lnTo>
                  <a:lnTo>
                    <a:pt x="395897" y="622921"/>
                  </a:lnTo>
                  <a:lnTo>
                    <a:pt x="396168" y="622580"/>
                  </a:lnTo>
                  <a:lnTo>
                    <a:pt x="396031" y="622094"/>
                  </a:lnTo>
                  <a:lnTo>
                    <a:pt x="395942" y="621873"/>
                  </a:lnTo>
                  <a:lnTo>
                    <a:pt x="395921" y="621658"/>
                  </a:lnTo>
                  <a:lnTo>
                    <a:pt x="395826" y="621484"/>
                  </a:lnTo>
                  <a:lnTo>
                    <a:pt x="395710" y="621299"/>
                  </a:lnTo>
                  <a:lnTo>
                    <a:pt x="395694" y="621076"/>
                  </a:lnTo>
                  <a:lnTo>
                    <a:pt x="395535" y="620939"/>
                  </a:lnTo>
                  <a:lnTo>
                    <a:pt x="395129" y="620802"/>
                  </a:lnTo>
                  <a:lnTo>
                    <a:pt x="394856" y="620590"/>
                  </a:lnTo>
                  <a:lnTo>
                    <a:pt x="394864" y="620210"/>
                  </a:lnTo>
                  <a:lnTo>
                    <a:pt x="394904" y="619577"/>
                  </a:lnTo>
                  <a:lnTo>
                    <a:pt x="394869" y="619121"/>
                  </a:lnTo>
                  <a:lnTo>
                    <a:pt x="394483" y="618881"/>
                  </a:lnTo>
                  <a:lnTo>
                    <a:pt x="394281" y="618978"/>
                  </a:lnTo>
                  <a:lnTo>
                    <a:pt x="394155" y="619157"/>
                  </a:lnTo>
                  <a:lnTo>
                    <a:pt x="393997" y="619242"/>
                  </a:lnTo>
                  <a:lnTo>
                    <a:pt x="393867" y="619262"/>
                  </a:lnTo>
                  <a:lnTo>
                    <a:pt x="393590" y="619123"/>
                  </a:lnTo>
                  <a:lnTo>
                    <a:pt x="393517" y="618963"/>
                  </a:lnTo>
                  <a:lnTo>
                    <a:pt x="393512" y="618506"/>
                  </a:lnTo>
                  <a:lnTo>
                    <a:pt x="393466" y="618378"/>
                  </a:lnTo>
                  <a:lnTo>
                    <a:pt x="393191" y="618046"/>
                  </a:lnTo>
                  <a:lnTo>
                    <a:pt x="393018" y="617957"/>
                  </a:lnTo>
                  <a:lnTo>
                    <a:pt x="392859" y="617920"/>
                  </a:lnTo>
                  <a:lnTo>
                    <a:pt x="392672" y="617971"/>
                  </a:lnTo>
                  <a:lnTo>
                    <a:pt x="392294" y="618106"/>
                  </a:lnTo>
                  <a:lnTo>
                    <a:pt x="391534" y="617921"/>
                  </a:lnTo>
                  <a:lnTo>
                    <a:pt x="391287" y="617567"/>
                  </a:lnTo>
                  <a:lnTo>
                    <a:pt x="391142" y="617561"/>
                  </a:lnTo>
                  <a:lnTo>
                    <a:pt x="390875" y="617651"/>
                  </a:lnTo>
                  <a:lnTo>
                    <a:pt x="390368" y="617917"/>
                  </a:lnTo>
                  <a:lnTo>
                    <a:pt x="390178" y="618086"/>
                  </a:lnTo>
                  <a:lnTo>
                    <a:pt x="390029" y="618267"/>
                  </a:lnTo>
                  <a:lnTo>
                    <a:pt x="389826" y="618377"/>
                  </a:lnTo>
                  <a:lnTo>
                    <a:pt x="389396" y="618443"/>
                  </a:lnTo>
                  <a:lnTo>
                    <a:pt x="389181" y="618445"/>
                  </a:lnTo>
                  <a:lnTo>
                    <a:pt x="388652" y="618543"/>
                  </a:lnTo>
                  <a:lnTo>
                    <a:pt x="388136" y="618568"/>
                  </a:lnTo>
                  <a:lnTo>
                    <a:pt x="388056" y="618751"/>
                  </a:lnTo>
                  <a:lnTo>
                    <a:pt x="388066" y="619088"/>
                  </a:lnTo>
                  <a:lnTo>
                    <a:pt x="388099" y="619241"/>
                  </a:lnTo>
                  <a:lnTo>
                    <a:pt x="388043" y="619720"/>
                  </a:lnTo>
                  <a:lnTo>
                    <a:pt x="387830" y="619945"/>
                  </a:lnTo>
                  <a:lnTo>
                    <a:pt x="387574" y="620085"/>
                  </a:lnTo>
                  <a:lnTo>
                    <a:pt x="387388" y="620143"/>
                  </a:lnTo>
                  <a:lnTo>
                    <a:pt x="387237" y="620186"/>
                  </a:lnTo>
                  <a:lnTo>
                    <a:pt x="386613" y="620346"/>
                  </a:lnTo>
                  <a:lnTo>
                    <a:pt x="386054" y="620293"/>
                  </a:lnTo>
                  <a:lnTo>
                    <a:pt x="385921" y="620192"/>
                  </a:lnTo>
                  <a:lnTo>
                    <a:pt x="385590" y="620062"/>
                  </a:lnTo>
                  <a:lnTo>
                    <a:pt x="385415" y="619997"/>
                  </a:lnTo>
                  <a:lnTo>
                    <a:pt x="384122" y="619681"/>
                  </a:lnTo>
                  <a:lnTo>
                    <a:pt x="383961" y="619733"/>
                  </a:lnTo>
                  <a:lnTo>
                    <a:pt x="383513" y="619760"/>
                  </a:lnTo>
                  <a:lnTo>
                    <a:pt x="383078" y="619437"/>
                  </a:lnTo>
                  <a:lnTo>
                    <a:pt x="382508" y="619473"/>
                  </a:lnTo>
                  <a:lnTo>
                    <a:pt x="382300" y="619597"/>
                  </a:lnTo>
                  <a:lnTo>
                    <a:pt x="381803" y="619526"/>
                  </a:lnTo>
                  <a:lnTo>
                    <a:pt x="381432" y="619321"/>
                  </a:lnTo>
                  <a:lnTo>
                    <a:pt x="380822" y="619122"/>
                  </a:lnTo>
                  <a:lnTo>
                    <a:pt x="380365" y="618739"/>
                  </a:lnTo>
                  <a:lnTo>
                    <a:pt x="380242" y="618609"/>
                  </a:lnTo>
                  <a:lnTo>
                    <a:pt x="379964" y="618436"/>
                  </a:lnTo>
                  <a:lnTo>
                    <a:pt x="379752" y="618426"/>
                  </a:lnTo>
                  <a:lnTo>
                    <a:pt x="379576" y="618558"/>
                  </a:lnTo>
                  <a:lnTo>
                    <a:pt x="378995" y="619130"/>
                  </a:lnTo>
                  <a:lnTo>
                    <a:pt x="378378" y="619121"/>
                  </a:lnTo>
                  <a:lnTo>
                    <a:pt x="378245" y="619141"/>
                  </a:lnTo>
                  <a:lnTo>
                    <a:pt x="377971" y="619266"/>
                  </a:lnTo>
                  <a:lnTo>
                    <a:pt x="377620" y="619551"/>
                  </a:lnTo>
                  <a:lnTo>
                    <a:pt x="377438" y="619930"/>
                  </a:lnTo>
                  <a:lnTo>
                    <a:pt x="377125" y="619812"/>
                  </a:lnTo>
                  <a:lnTo>
                    <a:pt x="376874" y="619537"/>
                  </a:lnTo>
                  <a:lnTo>
                    <a:pt x="377152" y="618958"/>
                  </a:lnTo>
                  <a:lnTo>
                    <a:pt x="377255" y="618805"/>
                  </a:lnTo>
                  <a:lnTo>
                    <a:pt x="377155" y="618348"/>
                  </a:lnTo>
                  <a:lnTo>
                    <a:pt x="376832" y="617828"/>
                  </a:lnTo>
                  <a:lnTo>
                    <a:pt x="376781" y="617244"/>
                  </a:lnTo>
                  <a:lnTo>
                    <a:pt x="376734" y="616915"/>
                  </a:lnTo>
                  <a:lnTo>
                    <a:pt x="376724" y="616717"/>
                  </a:lnTo>
                  <a:lnTo>
                    <a:pt x="376913" y="616405"/>
                  </a:lnTo>
                  <a:lnTo>
                    <a:pt x="377129" y="616206"/>
                  </a:lnTo>
                  <a:lnTo>
                    <a:pt x="377874" y="615487"/>
                  </a:lnTo>
                  <a:lnTo>
                    <a:pt x="377759" y="615040"/>
                  </a:lnTo>
                  <a:lnTo>
                    <a:pt x="377651" y="614746"/>
                  </a:lnTo>
                  <a:lnTo>
                    <a:pt x="377704" y="614258"/>
                  </a:lnTo>
                  <a:lnTo>
                    <a:pt x="377833" y="613924"/>
                  </a:lnTo>
                  <a:lnTo>
                    <a:pt x="377835" y="613221"/>
                  </a:lnTo>
                  <a:lnTo>
                    <a:pt x="377691" y="613076"/>
                  </a:lnTo>
                  <a:lnTo>
                    <a:pt x="377183" y="612735"/>
                  </a:lnTo>
                  <a:lnTo>
                    <a:pt x="376659" y="612189"/>
                  </a:lnTo>
                  <a:lnTo>
                    <a:pt x="376552" y="611864"/>
                  </a:lnTo>
                  <a:lnTo>
                    <a:pt x="376292" y="611736"/>
                  </a:lnTo>
                  <a:lnTo>
                    <a:pt x="376231" y="611266"/>
                  </a:lnTo>
                  <a:lnTo>
                    <a:pt x="376259" y="610678"/>
                  </a:lnTo>
                  <a:lnTo>
                    <a:pt x="375940" y="610673"/>
                  </a:lnTo>
                  <a:lnTo>
                    <a:pt x="375640" y="610670"/>
                  </a:lnTo>
                  <a:lnTo>
                    <a:pt x="375460" y="610592"/>
                  </a:lnTo>
                  <a:lnTo>
                    <a:pt x="375122" y="610374"/>
                  </a:lnTo>
                  <a:lnTo>
                    <a:pt x="374782" y="610446"/>
                  </a:lnTo>
                  <a:lnTo>
                    <a:pt x="374508" y="610226"/>
                  </a:lnTo>
                  <a:lnTo>
                    <a:pt x="374294" y="609887"/>
                  </a:lnTo>
                  <a:lnTo>
                    <a:pt x="373913" y="610040"/>
                  </a:lnTo>
                  <a:lnTo>
                    <a:pt x="373627" y="610117"/>
                  </a:lnTo>
                  <a:lnTo>
                    <a:pt x="373491" y="610123"/>
                  </a:lnTo>
                  <a:lnTo>
                    <a:pt x="373042" y="610063"/>
                  </a:lnTo>
                  <a:lnTo>
                    <a:pt x="371944" y="609690"/>
                  </a:lnTo>
                  <a:lnTo>
                    <a:pt x="371838" y="609492"/>
                  </a:lnTo>
                  <a:lnTo>
                    <a:pt x="371817" y="609274"/>
                  </a:lnTo>
                  <a:lnTo>
                    <a:pt x="371806" y="608911"/>
                  </a:lnTo>
                  <a:lnTo>
                    <a:pt x="371687" y="608760"/>
                  </a:lnTo>
                  <a:lnTo>
                    <a:pt x="371452" y="608685"/>
                  </a:lnTo>
                  <a:lnTo>
                    <a:pt x="371144" y="608839"/>
                  </a:lnTo>
                  <a:lnTo>
                    <a:pt x="370848" y="608355"/>
                  </a:lnTo>
                  <a:lnTo>
                    <a:pt x="370620" y="608122"/>
                  </a:lnTo>
                  <a:lnTo>
                    <a:pt x="370224" y="608300"/>
                  </a:lnTo>
                  <a:lnTo>
                    <a:pt x="369507" y="608328"/>
                  </a:lnTo>
                  <a:lnTo>
                    <a:pt x="369284" y="607681"/>
                  </a:lnTo>
                  <a:lnTo>
                    <a:pt x="368960" y="607299"/>
                  </a:lnTo>
                  <a:lnTo>
                    <a:pt x="368830" y="607205"/>
                  </a:lnTo>
                  <a:lnTo>
                    <a:pt x="368686" y="606880"/>
                  </a:lnTo>
                  <a:lnTo>
                    <a:pt x="368639" y="606677"/>
                  </a:lnTo>
                  <a:lnTo>
                    <a:pt x="368197" y="605656"/>
                  </a:lnTo>
                  <a:lnTo>
                    <a:pt x="367717" y="605490"/>
                  </a:lnTo>
                  <a:lnTo>
                    <a:pt x="367590" y="605276"/>
                  </a:lnTo>
                  <a:lnTo>
                    <a:pt x="367429" y="604975"/>
                  </a:lnTo>
                  <a:lnTo>
                    <a:pt x="367152" y="604683"/>
                  </a:lnTo>
                  <a:lnTo>
                    <a:pt x="366990" y="604561"/>
                  </a:lnTo>
                  <a:lnTo>
                    <a:pt x="366670" y="604140"/>
                  </a:lnTo>
                  <a:lnTo>
                    <a:pt x="366809" y="603807"/>
                  </a:lnTo>
                  <a:lnTo>
                    <a:pt x="366587" y="603236"/>
                  </a:lnTo>
                  <a:lnTo>
                    <a:pt x="366476" y="603076"/>
                  </a:lnTo>
                  <a:lnTo>
                    <a:pt x="366218" y="602811"/>
                  </a:lnTo>
                  <a:lnTo>
                    <a:pt x="366078" y="602838"/>
                  </a:lnTo>
                  <a:lnTo>
                    <a:pt x="365909" y="602651"/>
                  </a:lnTo>
                  <a:lnTo>
                    <a:pt x="365596" y="602223"/>
                  </a:lnTo>
                  <a:lnTo>
                    <a:pt x="365119" y="601454"/>
                  </a:lnTo>
                  <a:lnTo>
                    <a:pt x="364808" y="601570"/>
                  </a:lnTo>
                  <a:lnTo>
                    <a:pt x="364690" y="601190"/>
                  </a:lnTo>
                  <a:lnTo>
                    <a:pt x="364603" y="600794"/>
                  </a:lnTo>
                  <a:lnTo>
                    <a:pt x="364586" y="600580"/>
                  </a:lnTo>
                  <a:lnTo>
                    <a:pt x="364533" y="600288"/>
                  </a:lnTo>
                  <a:lnTo>
                    <a:pt x="364177" y="599943"/>
                  </a:lnTo>
                  <a:lnTo>
                    <a:pt x="364189" y="599528"/>
                  </a:lnTo>
                  <a:lnTo>
                    <a:pt x="364309" y="599135"/>
                  </a:lnTo>
                  <a:lnTo>
                    <a:pt x="364118" y="599033"/>
                  </a:lnTo>
                  <a:lnTo>
                    <a:pt x="363717" y="598829"/>
                  </a:lnTo>
                  <a:lnTo>
                    <a:pt x="363222" y="598600"/>
                  </a:lnTo>
                  <a:lnTo>
                    <a:pt x="362930" y="597634"/>
                  </a:lnTo>
                  <a:lnTo>
                    <a:pt x="362697" y="597235"/>
                  </a:lnTo>
                  <a:lnTo>
                    <a:pt x="362397" y="596822"/>
                  </a:lnTo>
                  <a:lnTo>
                    <a:pt x="362190" y="596687"/>
                  </a:lnTo>
                  <a:lnTo>
                    <a:pt x="362007" y="596557"/>
                  </a:lnTo>
                  <a:lnTo>
                    <a:pt x="361883" y="596387"/>
                  </a:lnTo>
                  <a:lnTo>
                    <a:pt x="361747" y="596047"/>
                  </a:lnTo>
                  <a:lnTo>
                    <a:pt x="361573" y="595674"/>
                  </a:lnTo>
                  <a:lnTo>
                    <a:pt x="360259" y="594983"/>
                  </a:lnTo>
                  <a:lnTo>
                    <a:pt x="359823" y="594709"/>
                  </a:lnTo>
                  <a:lnTo>
                    <a:pt x="359710" y="594481"/>
                  </a:lnTo>
                  <a:lnTo>
                    <a:pt x="360165" y="593880"/>
                  </a:lnTo>
                  <a:lnTo>
                    <a:pt x="360403" y="593536"/>
                  </a:lnTo>
                  <a:lnTo>
                    <a:pt x="360774" y="593024"/>
                  </a:lnTo>
                  <a:lnTo>
                    <a:pt x="360849" y="592889"/>
                  </a:lnTo>
                  <a:lnTo>
                    <a:pt x="360978" y="592443"/>
                  </a:lnTo>
                  <a:lnTo>
                    <a:pt x="361055" y="592134"/>
                  </a:lnTo>
                  <a:lnTo>
                    <a:pt x="361041" y="591875"/>
                  </a:lnTo>
                  <a:lnTo>
                    <a:pt x="361420" y="591603"/>
                  </a:lnTo>
                  <a:lnTo>
                    <a:pt x="361627" y="591176"/>
                  </a:lnTo>
                  <a:lnTo>
                    <a:pt x="361442" y="590944"/>
                  </a:lnTo>
                  <a:lnTo>
                    <a:pt x="361167" y="590734"/>
                  </a:lnTo>
                  <a:lnTo>
                    <a:pt x="361466" y="590241"/>
                  </a:lnTo>
                  <a:lnTo>
                    <a:pt x="361613" y="589966"/>
                  </a:lnTo>
                  <a:lnTo>
                    <a:pt x="361479" y="589501"/>
                  </a:lnTo>
                  <a:lnTo>
                    <a:pt x="361928" y="588486"/>
                  </a:lnTo>
                  <a:lnTo>
                    <a:pt x="362075" y="588113"/>
                  </a:lnTo>
                  <a:lnTo>
                    <a:pt x="362902" y="587355"/>
                  </a:lnTo>
                  <a:lnTo>
                    <a:pt x="363283" y="587366"/>
                  </a:lnTo>
                  <a:lnTo>
                    <a:pt x="363953" y="587122"/>
                  </a:lnTo>
                  <a:lnTo>
                    <a:pt x="364326" y="586909"/>
                  </a:lnTo>
                  <a:lnTo>
                    <a:pt x="364525" y="586522"/>
                  </a:lnTo>
                  <a:lnTo>
                    <a:pt x="364960" y="586029"/>
                  </a:lnTo>
                  <a:lnTo>
                    <a:pt x="365190" y="585833"/>
                  </a:lnTo>
                  <a:lnTo>
                    <a:pt x="365172" y="585502"/>
                  </a:lnTo>
                  <a:lnTo>
                    <a:pt x="365326" y="584968"/>
                  </a:lnTo>
                  <a:lnTo>
                    <a:pt x="365576" y="584902"/>
                  </a:lnTo>
                  <a:lnTo>
                    <a:pt x="365822" y="584941"/>
                  </a:lnTo>
                  <a:lnTo>
                    <a:pt x="366435" y="584989"/>
                  </a:lnTo>
                  <a:lnTo>
                    <a:pt x="367060" y="584869"/>
                  </a:lnTo>
                  <a:lnTo>
                    <a:pt x="367450" y="584694"/>
                  </a:lnTo>
                  <a:lnTo>
                    <a:pt x="367695" y="584591"/>
                  </a:lnTo>
                  <a:lnTo>
                    <a:pt x="367833" y="584787"/>
                  </a:lnTo>
                  <a:lnTo>
                    <a:pt x="368022" y="584938"/>
                  </a:lnTo>
                  <a:lnTo>
                    <a:pt x="368215" y="585006"/>
                  </a:lnTo>
                  <a:lnTo>
                    <a:pt x="368974" y="585106"/>
                  </a:lnTo>
                  <a:lnTo>
                    <a:pt x="369210" y="585040"/>
                  </a:lnTo>
                  <a:lnTo>
                    <a:pt x="369474" y="585180"/>
                  </a:lnTo>
                  <a:lnTo>
                    <a:pt x="369927" y="585457"/>
                  </a:lnTo>
                  <a:lnTo>
                    <a:pt x="370212" y="585904"/>
                  </a:lnTo>
                  <a:lnTo>
                    <a:pt x="370772" y="586546"/>
                  </a:lnTo>
                  <a:lnTo>
                    <a:pt x="371113" y="586784"/>
                  </a:lnTo>
                  <a:lnTo>
                    <a:pt x="371522" y="586659"/>
                  </a:lnTo>
                  <a:lnTo>
                    <a:pt x="371981" y="586809"/>
                  </a:lnTo>
                  <a:lnTo>
                    <a:pt x="372032" y="587076"/>
                  </a:lnTo>
                  <a:lnTo>
                    <a:pt x="372031" y="587210"/>
                  </a:lnTo>
                  <a:lnTo>
                    <a:pt x="372103" y="587438"/>
                  </a:lnTo>
                  <a:lnTo>
                    <a:pt x="372619" y="587240"/>
                  </a:lnTo>
                  <a:lnTo>
                    <a:pt x="372920" y="587263"/>
                  </a:lnTo>
                  <a:lnTo>
                    <a:pt x="373106" y="587402"/>
                  </a:lnTo>
                  <a:lnTo>
                    <a:pt x="373291" y="587546"/>
                  </a:lnTo>
                  <a:lnTo>
                    <a:pt x="373639" y="587368"/>
                  </a:lnTo>
                  <a:lnTo>
                    <a:pt x="373917" y="587255"/>
                  </a:lnTo>
                  <a:lnTo>
                    <a:pt x="374200" y="587436"/>
                  </a:lnTo>
                  <a:lnTo>
                    <a:pt x="374911" y="587250"/>
                  </a:lnTo>
                  <a:lnTo>
                    <a:pt x="375235" y="587346"/>
                  </a:lnTo>
                  <a:lnTo>
                    <a:pt x="375546" y="587372"/>
                  </a:lnTo>
                  <a:lnTo>
                    <a:pt x="376012" y="587096"/>
                  </a:lnTo>
                  <a:lnTo>
                    <a:pt x="376383" y="587167"/>
                  </a:lnTo>
                  <a:lnTo>
                    <a:pt x="376564" y="587359"/>
                  </a:lnTo>
                  <a:lnTo>
                    <a:pt x="376729" y="587520"/>
                  </a:lnTo>
                  <a:lnTo>
                    <a:pt x="377041" y="587731"/>
                  </a:lnTo>
                  <a:lnTo>
                    <a:pt x="377403" y="587627"/>
                  </a:lnTo>
                  <a:lnTo>
                    <a:pt x="377706" y="587276"/>
                  </a:lnTo>
                  <a:lnTo>
                    <a:pt x="378134" y="586955"/>
                  </a:lnTo>
                  <a:lnTo>
                    <a:pt x="378296" y="587046"/>
                  </a:lnTo>
                  <a:lnTo>
                    <a:pt x="378602" y="587142"/>
                  </a:lnTo>
                  <a:lnTo>
                    <a:pt x="378801" y="587159"/>
                  </a:lnTo>
                  <a:lnTo>
                    <a:pt x="378961" y="587134"/>
                  </a:lnTo>
                  <a:lnTo>
                    <a:pt x="379261" y="587143"/>
                  </a:lnTo>
                  <a:lnTo>
                    <a:pt x="379652" y="587278"/>
                  </a:lnTo>
                  <a:lnTo>
                    <a:pt x="379825" y="587449"/>
                  </a:lnTo>
                  <a:lnTo>
                    <a:pt x="379767" y="587932"/>
                  </a:lnTo>
                  <a:lnTo>
                    <a:pt x="379654" y="588069"/>
                  </a:lnTo>
                  <a:lnTo>
                    <a:pt x="379582" y="588484"/>
                  </a:lnTo>
                  <a:lnTo>
                    <a:pt x="379581" y="588761"/>
                  </a:lnTo>
                  <a:lnTo>
                    <a:pt x="379716" y="588874"/>
                  </a:lnTo>
                  <a:lnTo>
                    <a:pt x="380093" y="588940"/>
                  </a:lnTo>
                  <a:lnTo>
                    <a:pt x="380357" y="588693"/>
                  </a:lnTo>
                  <a:lnTo>
                    <a:pt x="380946" y="588888"/>
                  </a:lnTo>
                  <a:lnTo>
                    <a:pt x="381033" y="589398"/>
                  </a:lnTo>
                  <a:lnTo>
                    <a:pt x="381245" y="589617"/>
                  </a:lnTo>
                  <a:lnTo>
                    <a:pt x="382103" y="589892"/>
                  </a:lnTo>
                  <a:lnTo>
                    <a:pt x="382287" y="589944"/>
                  </a:lnTo>
                  <a:lnTo>
                    <a:pt x="382517" y="590178"/>
                  </a:lnTo>
                  <a:lnTo>
                    <a:pt x="383348" y="590202"/>
                  </a:lnTo>
                  <a:lnTo>
                    <a:pt x="383482" y="590126"/>
                  </a:lnTo>
                  <a:lnTo>
                    <a:pt x="383682" y="590163"/>
                  </a:lnTo>
                  <a:lnTo>
                    <a:pt x="383773" y="590312"/>
                  </a:lnTo>
                  <a:lnTo>
                    <a:pt x="383866" y="591064"/>
                  </a:lnTo>
                  <a:lnTo>
                    <a:pt x="383532" y="591059"/>
                  </a:lnTo>
                  <a:lnTo>
                    <a:pt x="383684" y="591320"/>
                  </a:lnTo>
                  <a:lnTo>
                    <a:pt x="383845" y="591329"/>
                  </a:lnTo>
                  <a:lnTo>
                    <a:pt x="384089" y="591259"/>
                  </a:lnTo>
                  <a:lnTo>
                    <a:pt x="384261" y="591157"/>
                  </a:lnTo>
                  <a:lnTo>
                    <a:pt x="384455" y="591097"/>
                  </a:lnTo>
                  <a:lnTo>
                    <a:pt x="384631" y="591108"/>
                  </a:lnTo>
                  <a:lnTo>
                    <a:pt x="385662" y="591182"/>
                  </a:lnTo>
                  <a:lnTo>
                    <a:pt x="385841" y="591269"/>
                  </a:lnTo>
                  <a:lnTo>
                    <a:pt x="386214" y="591610"/>
                  </a:lnTo>
                  <a:lnTo>
                    <a:pt x="386473" y="591676"/>
                  </a:lnTo>
                  <a:lnTo>
                    <a:pt x="386908" y="591693"/>
                  </a:lnTo>
                  <a:lnTo>
                    <a:pt x="387129" y="591753"/>
                  </a:lnTo>
                  <a:lnTo>
                    <a:pt x="387359" y="591901"/>
                  </a:lnTo>
                  <a:lnTo>
                    <a:pt x="387463" y="592113"/>
                  </a:lnTo>
                  <a:lnTo>
                    <a:pt x="388082" y="592084"/>
                  </a:lnTo>
                  <a:lnTo>
                    <a:pt x="388180" y="592227"/>
                  </a:lnTo>
                  <a:lnTo>
                    <a:pt x="388608" y="592450"/>
                  </a:lnTo>
                  <a:lnTo>
                    <a:pt x="388738" y="592458"/>
                  </a:lnTo>
                  <a:lnTo>
                    <a:pt x="389703" y="592489"/>
                  </a:lnTo>
                  <a:lnTo>
                    <a:pt x="390298" y="592556"/>
                  </a:lnTo>
                  <a:lnTo>
                    <a:pt x="390714" y="592793"/>
                  </a:lnTo>
                  <a:lnTo>
                    <a:pt x="390751" y="593002"/>
                  </a:lnTo>
                  <a:lnTo>
                    <a:pt x="390594" y="593573"/>
                  </a:lnTo>
                  <a:lnTo>
                    <a:pt x="390743" y="593661"/>
                  </a:lnTo>
                  <a:lnTo>
                    <a:pt x="391250" y="593702"/>
                  </a:lnTo>
                  <a:lnTo>
                    <a:pt x="391475" y="593665"/>
                  </a:lnTo>
                  <a:lnTo>
                    <a:pt x="391857" y="593473"/>
                  </a:lnTo>
                  <a:lnTo>
                    <a:pt x="392030" y="593211"/>
                  </a:lnTo>
                  <a:lnTo>
                    <a:pt x="392195" y="593068"/>
                  </a:lnTo>
                  <a:lnTo>
                    <a:pt x="392417" y="592963"/>
                  </a:lnTo>
                  <a:lnTo>
                    <a:pt x="392967" y="592962"/>
                  </a:lnTo>
                  <a:lnTo>
                    <a:pt x="393156" y="593263"/>
                  </a:lnTo>
                  <a:lnTo>
                    <a:pt x="393379" y="593266"/>
                  </a:lnTo>
                  <a:lnTo>
                    <a:pt x="393524" y="593419"/>
                  </a:lnTo>
                  <a:lnTo>
                    <a:pt x="393734" y="593903"/>
                  </a:lnTo>
                  <a:lnTo>
                    <a:pt x="393953" y="593832"/>
                  </a:lnTo>
                  <a:lnTo>
                    <a:pt x="394662" y="593834"/>
                  </a:lnTo>
                  <a:lnTo>
                    <a:pt x="394846" y="594126"/>
                  </a:lnTo>
                  <a:lnTo>
                    <a:pt x="395231" y="594272"/>
                  </a:lnTo>
                  <a:lnTo>
                    <a:pt x="395444" y="594477"/>
                  </a:lnTo>
                  <a:lnTo>
                    <a:pt x="395775" y="594765"/>
                  </a:lnTo>
                  <a:lnTo>
                    <a:pt x="395903" y="594787"/>
                  </a:lnTo>
                  <a:lnTo>
                    <a:pt x="396315" y="594964"/>
                  </a:lnTo>
                  <a:lnTo>
                    <a:pt x="396519" y="595162"/>
                  </a:lnTo>
                  <a:lnTo>
                    <a:pt x="396682" y="595302"/>
                  </a:lnTo>
                  <a:lnTo>
                    <a:pt x="396977" y="595402"/>
                  </a:lnTo>
                  <a:lnTo>
                    <a:pt x="397289" y="595508"/>
                  </a:lnTo>
                  <a:lnTo>
                    <a:pt x="397616" y="595720"/>
                  </a:lnTo>
                  <a:lnTo>
                    <a:pt x="397742" y="595961"/>
                  </a:lnTo>
                  <a:lnTo>
                    <a:pt x="397230" y="596439"/>
                  </a:lnTo>
                  <a:lnTo>
                    <a:pt x="397285" y="596603"/>
                  </a:lnTo>
                  <a:lnTo>
                    <a:pt x="397655" y="597252"/>
                  </a:lnTo>
                  <a:lnTo>
                    <a:pt x="398344" y="597725"/>
                  </a:lnTo>
                  <a:lnTo>
                    <a:pt x="398760" y="597861"/>
                  </a:lnTo>
                  <a:lnTo>
                    <a:pt x="399379" y="597841"/>
                  </a:lnTo>
                  <a:lnTo>
                    <a:pt x="399424" y="597613"/>
                  </a:lnTo>
                  <a:lnTo>
                    <a:pt x="399844" y="597402"/>
                  </a:lnTo>
                  <a:lnTo>
                    <a:pt x="400285" y="597920"/>
                  </a:lnTo>
                  <a:lnTo>
                    <a:pt x="400317" y="598056"/>
                  </a:lnTo>
                  <a:lnTo>
                    <a:pt x="400303" y="598191"/>
                  </a:lnTo>
                  <a:lnTo>
                    <a:pt x="400138" y="598657"/>
                  </a:lnTo>
                  <a:lnTo>
                    <a:pt x="400173" y="599013"/>
                  </a:lnTo>
                  <a:lnTo>
                    <a:pt x="400399" y="599107"/>
                  </a:lnTo>
                  <a:lnTo>
                    <a:pt x="400548" y="598930"/>
                  </a:lnTo>
                  <a:lnTo>
                    <a:pt x="400609" y="598648"/>
                  </a:lnTo>
                  <a:lnTo>
                    <a:pt x="400991" y="598437"/>
                  </a:lnTo>
                  <a:lnTo>
                    <a:pt x="401021" y="598713"/>
                  </a:lnTo>
                  <a:lnTo>
                    <a:pt x="400961" y="598887"/>
                  </a:lnTo>
                  <a:lnTo>
                    <a:pt x="400975" y="599020"/>
                  </a:lnTo>
                  <a:lnTo>
                    <a:pt x="401084" y="599174"/>
                  </a:lnTo>
                  <a:lnTo>
                    <a:pt x="401273" y="599307"/>
                  </a:lnTo>
                  <a:lnTo>
                    <a:pt x="401434" y="599039"/>
                  </a:lnTo>
                  <a:lnTo>
                    <a:pt x="401755" y="598844"/>
                  </a:lnTo>
                  <a:lnTo>
                    <a:pt x="401923" y="598633"/>
                  </a:lnTo>
                  <a:lnTo>
                    <a:pt x="402118" y="598320"/>
                  </a:lnTo>
                  <a:lnTo>
                    <a:pt x="402143" y="598081"/>
                  </a:lnTo>
                  <a:lnTo>
                    <a:pt x="402368" y="597489"/>
                  </a:lnTo>
                  <a:lnTo>
                    <a:pt x="402449" y="597205"/>
                  </a:lnTo>
                  <a:lnTo>
                    <a:pt x="402826" y="597175"/>
                  </a:lnTo>
                  <a:lnTo>
                    <a:pt x="403266" y="596878"/>
                  </a:lnTo>
                  <a:lnTo>
                    <a:pt x="403435" y="596787"/>
                  </a:lnTo>
                  <a:lnTo>
                    <a:pt x="403661" y="596793"/>
                  </a:lnTo>
                  <a:lnTo>
                    <a:pt x="403855" y="596995"/>
                  </a:lnTo>
                  <a:lnTo>
                    <a:pt x="404304" y="596912"/>
                  </a:lnTo>
                  <a:lnTo>
                    <a:pt x="404478" y="596900"/>
                  </a:lnTo>
                  <a:lnTo>
                    <a:pt x="404848" y="596889"/>
                  </a:lnTo>
                  <a:lnTo>
                    <a:pt x="404994" y="596886"/>
                  </a:lnTo>
                  <a:lnTo>
                    <a:pt x="405731" y="597063"/>
                  </a:lnTo>
                  <a:lnTo>
                    <a:pt x="406064" y="596768"/>
                  </a:lnTo>
                  <a:lnTo>
                    <a:pt x="406170" y="596363"/>
                  </a:lnTo>
                  <a:lnTo>
                    <a:pt x="405964" y="595982"/>
                  </a:lnTo>
                  <a:lnTo>
                    <a:pt x="406045" y="595742"/>
                  </a:lnTo>
                  <a:lnTo>
                    <a:pt x="406548" y="595829"/>
                  </a:lnTo>
                  <a:lnTo>
                    <a:pt x="406847" y="596247"/>
                  </a:lnTo>
                  <a:lnTo>
                    <a:pt x="407155" y="596868"/>
                  </a:lnTo>
                  <a:lnTo>
                    <a:pt x="407322" y="596894"/>
                  </a:lnTo>
                  <a:lnTo>
                    <a:pt x="407627" y="596872"/>
                  </a:lnTo>
                  <a:lnTo>
                    <a:pt x="407789" y="596742"/>
                  </a:lnTo>
                  <a:lnTo>
                    <a:pt x="408238" y="596785"/>
                  </a:lnTo>
                  <a:lnTo>
                    <a:pt x="408987" y="597287"/>
                  </a:lnTo>
                  <a:lnTo>
                    <a:pt x="409641" y="597533"/>
                  </a:lnTo>
                  <a:lnTo>
                    <a:pt x="409922" y="597627"/>
                  </a:lnTo>
                  <a:lnTo>
                    <a:pt x="410243" y="597706"/>
                  </a:lnTo>
                  <a:lnTo>
                    <a:pt x="410669" y="597922"/>
                  </a:lnTo>
                  <a:lnTo>
                    <a:pt x="410719" y="597511"/>
                  </a:lnTo>
                  <a:lnTo>
                    <a:pt x="410735" y="597254"/>
                  </a:lnTo>
                  <a:lnTo>
                    <a:pt x="410783" y="596958"/>
                  </a:lnTo>
                  <a:lnTo>
                    <a:pt x="410920" y="596289"/>
                  </a:lnTo>
                  <a:lnTo>
                    <a:pt x="411125" y="595631"/>
                  </a:lnTo>
                  <a:lnTo>
                    <a:pt x="410735" y="595285"/>
                  </a:lnTo>
                  <a:lnTo>
                    <a:pt x="411031" y="595025"/>
                  </a:lnTo>
                  <a:lnTo>
                    <a:pt x="411264" y="595007"/>
                  </a:lnTo>
                  <a:lnTo>
                    <a:pt x="412001" y="595232"/>
                  </a:lnTo>
                  <a:lnTo>
                    <a:pt x="412315" y="595335"/>
                  </a:lnTo>
                  <a:lnTo>
                    <a:pt x="412604" y="595358"/>
                  </a:lnTo>
                  <a:lnTo>
                    <a:pt x="412904" y="595091"/>
                  </a:lnTo>
                  <a:lnTo>
                    <a:pt x="413417" y="593964"/>
                  </a:lnTo>
                  <a:lnTo>
                    <a:pt x="413773" y="593922"/>
                  </a:lnTo>
                  <a:lnTo>
                    <a:pt x="413764" y="593768"/>
                  </a:lnTo>
                  <a:lnTo>
                    <a:pt x="413679" y="593197"/>
                  </a:lnTo>
                  <a:lnTo>
                    <a:pt x="413555" y="592974"/>
                  </a:lnTo>
                  <a:lnTo>
                    <a:pt x="413258" y="592770"/>
                  </a:lnTo>
                  <a:lnTo>
                    <a:pt x="413049" y="592515"/>
                  </a:lnTo>
                  <a:lnTo>
                    <a:pt x="413415" y="592333"/>
                  </a:lnTo>
                  <a:lnTo>
                    <a:pt x="413619" y="592253"/>
                  </a:lnTo>
                  <a:lnTo>
                    <a:pt x="413919" y="592018"/>
                  </a:lnTo>
                  <a:lnTo>
                    <a:pt x="414084" y="592021"/>
                  </a:lnTo>
                  <a:lnTo>
                    <a:pt x="414665" y="592066"/>
                  </a:lnTo>
                  <a:lnTo>
                    <a:pt x="414858" y="592179"/>
                  </a:lnTo>
                  <a:lnTo>
                    <a:pt x="415192" y="592011"/>
                  </a:lnTo>
                  <a:lnTo>
                    <a:pt x="415241" y="591839"/>
                  </a:lnTo>
                  <a:lnTo>
                    <a:pt x="415231" y="591478"/>
                  </a:lnTo>
                  <a:lnTo>
                    <a:pt x="415143" y="590665"/>
                  </a:lnTo>
                  <a:lnTo>
                    <a:pt x="415219" y="590375"/>
                  </a:lnTo>
                  <a:lnTo>
                    <a:pt x="415175" y="590165"/>
                  </a:lnTo>
                  <a:lnTo>
                    <a:pt x="415071" y="589840"/>
                  </a:lnTo>
                  <a:lnTo>
                    <a:pt x="415123" y="589478"/>
                  </a:lnTo>
                  <a:lnTo>
                    <a:pt x="415171" y="589348"/>
                  </a:lnTo>
                  <a:lnTo>
                    <a:pt x="415352" y="589002"/>
                  </a:lnTo>
                  <a:lnTo>
                    <a:pt x="416104" y="589077"/>
                  </a:lnTo>
                  <a:lnTo>
                    <a:pt x="416429" y="589294"/>
                  </a:lnTo>
                  <a:lnTo>
                    <a:pt x="417074" y="589395"/>
                  </a:lnTo>
                  <a:lnTo>
                    <a:pt x="418052" y="589910"/>
                  </a:lnTo>
                  <a:lnTo>
                    <a:pt x="418430" y="590021"/>
                  </a:lnTo>
                  <a:lnTo>
                    <a:pt x="418611" y="590015"/>
                  </a:lnTo>
                  <a:lnTo>
                    <a:pt x="418749" y="590009"/>
                  </a:lnTo>
                  <a:lnTo>
                    <a:pt x="418846" y="589851"/>
                  </a:lnTo>
                  <a:lnTo>
                    <a:pt x="418832" y="589178"/>
                  </a:lnTo>
                  <a:lnTo>
                    <a:pt x="418948" y="588971"/>
                  </a:lnTo>
                  <a:lnTo>
                    <a:pt x="419171" y="589027"/>
                  </a:lnTo>
                  <a:lnTo>
                    <a:pt x="419615" y="588410"/>
                  </a:lnTo>
                  <a:lnTo>
                    <a:pt x="419699" y="587988"/>
                  </a:lnTo>
                  <a:lnTo>
                    <a:pt x="419667" y="587504"/>
                  </a:lnTo>
                  <a:lnTo>
                    <a:pt x="420108" y="586887"/>
                  </a:lnTo>
                  <a:lnTo>
                    <a:pt x="420217" y="586509"/>
                  </a:lnTo>
                  <a:lnTo>
                    <a:pt x="420304" y="586313"/>
                  </a:lnTo>
                  <a:lnTo>
                    <a:pt x="420386" y="586172"/>
                  </a:lnTo>
                  <a:lnTo>
                    <a:pt x="420758" y="586240"/>
                  </a:lnTo>
                  <a:lnTo>
                    <a:pt x="420932" y="586324"/>
                  </a:lnTo>
                  <a:lnTo>
                    <a:pt x="421231" y="586370"/>
                  </a:lnTo>
                  <a:lnTo>
                    <a:pt x="421706" y="586596"/>
                  </a:lnTo>
                  <a:lnTo>
                    <a:pt x="421937" y="586721"/>
                  </a:lnTo>
                  <a:lnTo>
                    <a:pt x="422365" y="586620"/>
                  </a:lnTo>
                  <a:lnTo>
                    <a:pt x="422500" y="586588"/>
                  </a:lnTo>
                  <a:lnTo>
                    <a:pt x="422674" y="586547"/>
                  </a:lnTo>
                  <a:lnTo>
                    <a:pt x="422905" y="586459"/>
                  </a:lnTo>
                  <a:lnTo>
                    <a:pt x="423421" y="585788"/>
                  </a:lnTo>
                  <a:lnTo>
                    <a:pt x="423249" y="585600"/>
                  </a:lnTo>
                  <a:lnTo>
                    <a:pt x="423123" y="585462"/>
                  </a:lnTo>
                  <a:lnTo>
                    <a:pt x="422852" y="585206"/>
                  </a:lnTo>
                  <a:lnTo>
                    <a:pt x="422717" y="585034"/>
                  </a:lnTo>
                  <a:lnTo>
                    <a:pt x="422605" y="584822"/>
                  </a:lnTo>
                  <a:lnTo>
                    <a:pt x="422294" y="584569"/>
                  </a:lnTo>
                  <a:lnTo>
                    <a:pt x="422027" y="584401"/>
                  </a:lnTo>
                  <a:lnTo>
                    <a:pt x="421432" y="583638"/>
                  </a:lnTo>
                  <a:lnTo>
                    <a:pt x="421312" y="583394"/>
                  </a:lnTo>
                  <a:lnTo>
                    <a:pt x="421298" y="583214"/>
                  </a:lnTo>
                  <a:lnTo>
                    <a:pt x="420924" y="582246"/>
                  </a:lnTo>
                  <a:lnTo>
                    <a:pt x="420616" y="581900"/>
                  </a:lnTo>
                  <a:lnTo>
                    <a:pt x="420283" y="581682"/>
                  </a:lnTo>
                  <a:lnTo>
                    <a:pt x="420137" y="581535"/>
                  </a:lnTo>
                  <a:lnTo>
                    <a:pt x="419727" y="580893"/>
                  </a:lnTo>
                  <a:lnTo>
                    <a:pt x="419731" y="580563"/>
                  </a:lnTo>
                  <a:lnTo>
                    <a:pt x="419820" y="580136"/>
                  </a:lnTo>
                  <a:lnTo>
                    <a:pt x="419748" y="579987"/>
                  </a:lnTo>
                  <a:lnTo>
                    <a:pt x="419542" y="579579"/>
                  </a:lnTo>
                  <a:lnTo>
                    <a:pt x="419361" y="579371"/>
                  </a:lnTo>
                  <a:lnTo>
                    <a:pt x="419189" y="579114"/>
                  </a:lnTo>
                  <a:lnTo>
                    <a:pt x="419205" y="578715"/>
                  </a:lnTo>
                  <a:lnTo>
                    <a:pt x="419095" y="578564"/>
                  </a:lnTo>
                  <a:lnTo>
                    <a:pt x="418925" y="578649"/>
                  </a:lnTo>
                  <a:lnTo>
                    <a:pt x="418319" y="578689"/>
                  </a:lnTo>
                  <a:lnTo>
                    <a:pt x="418172" y="578509"/>
                  </a:lnTo>
                  <a:lnTo>
                    <a:pt x="417811" y="577989"/>
                  </a:lnTo>
                  <a:lnTo>
                    <a:pt x="417520" y="577828"/>
                  </a:lnTo>
                  <a:lnTo>
                    <a:pt x="417314" y="577984"/>
                  </a:lnTo>
                  <a:lnTo>
                    <a:pt x="416960" y="577849"/>
                  </a:lnTo>
                  <a:lnTo>
                    <a:pt x="416398" y="577158"/>
                  </a:lnTo>
                  <a:lnTo>
                    <a:pt x="415827" y="577221"/>
                  </a:lnTo>
                  <a:lnTo>
                    <a:pt x="415680" y="577255"/>
                  </a:lnTo>
                  <a:lnTo>
                    <a:pt x="414891" y="577068"/>
                  </a:lnTo>
                  <a:lnTo>
                    <a:pt x="414672" y="577113"/>
                  </a:lnTo>
                  <a:lnTo>
                    <a:pt x="414521" y="577193"/>
                  </a:lnTo>
                  <a:lnTo>
                    <a:pt x="414140" y="577251"/>
                  </a:lnTo>
                  <a:lnTo>
                    <a:pt x="413757" y="577179"/>
                  </a:lnTo>
                  <a:lnTo>
                    <a:pt x="413355" y="577100"/>
                  </a:lnTo>
                  <a:lnTo>
                    <a:pt x="413086" y="577067"/>
                  </a:lnTo>
                  <a:lnTo>
                    <a:pt x="412922" y="577063"/>
                  </a:lnTo>
                  <a:lnTo>
                    <a:pt x="412741" y="577064"/>
                  </a:lnTo>
                  <a:lnTo>
                    <a:pt x="412554" y="577065"/>
                  </a:lnTo>
                  <a:lnTo>
                    <a:pt x="412424" y="577012"/>
                  </a:lnTo>
                  <a:lnTo>
                    <a:pt x="412084" y="576819"/>
                  </a:lnTo>
                  <a:lnTo>
                    <a:pt x="411770" y="576739"/>
                  </a:lnTo>
                  <a:lnTo>
                    <a:pt x="411375" y="576585"/>
                  </a:lnTo>
                  <a:lnTo>
                    <a:pt x="411364" y="576066"/>
                  </a:lnTo>
                  <a:lnTo>
                    <a:pt x="410860" y="575819"/>
                  </a:lnTo>
                  <a:lnTo>
                    <a:pt x="410669" y="575344"/>
                  </a:lnTo>
                  <a:lnTo>
                    <a:pt x="410642" y="575117"/>
                  </a:lnTo>
                  <a:lnTo>
                    <a:pt x="410234" y="574914"/>
                  </a:lnTo>
                  <a:lnTo>
                    <a:pt x="409805" y="574809"/>
                  </a:lnTo>
                  <a:lnTo>
                    <a:pt x="409676" y="574668"/>
                  </a:lnTo>
                  <a:lnTo>
                    <a:pt x="409623" y="574529"/>
                  </a:lnTo>
                  <a:lnTo>
                    <a:pt x="409464" y="574195"/>
                  </a:lnTo>
                  <a:lnTo>
                    <a:pt x="409274" y="573861"/>
                  </a:lnTo>
                  <a:lnTo>
                    <a:pt x="409231" y="573697"/>
                  </a:lnTo>
                  <a:lnTo>
                    <a:pt x="409105" y="572277"/>
                  </a:lnTo>
                  <a:lnTo>
                    <a:pt x="409078" y="572063"/>
                  </a:lnTo>
                  <a:lnTo>
                    <a:pt x="409024" y="571474"/>
                  </a:lnTo>
                  <a:lnTo>
                    <a:pt x="408983" y="571305"/>
                  </a:lnTo>
                  <a:lnTo>
                    <a:pt x="408964" y="570962"/>
                  </a:lnTo>
                  <a:lnTo>
                    <a:pt x="409163" y="570618"/>
                  </a:lnTo>
                  <a:lnTo>
                    <a:pt x="409345" y="570390"/>
                  </a:lnTo>
                  <a:lnTo>
                    <a:pt x="409117" y="569318"/>
                  </a:lnTo>
                  <a:lnTo>
                    <a:pt x="408956" y="568928"/>
                  </a:lnTo>
                  <a:lnTo>
                    <a:pt x="408890" y="568410"/>
                  </a:lnTo>
                  <a:lnTo>
                    <a:pt x="408999" y="567941"/>
                  </a:lnTo>
                  <a:lnTo>
                    <a:pt x="409039" y="567209"/>
                  </a:lnTo>
                  <a:lnTo>
                    <a:pt x="409001" y="566780"/>
                  </a:lnTo>
                  <a:lnTo>
                    <a:pt x="409079" y="565952"/>
                  </a:lnTo>
                  <a:lnTo>
                    <a:pt x="409087" y="565785"/>
                  </a:lnTo>
                  <a:lnTo>
                    <a:pt x="408961" y="565376"/>
                  </a:lnTo>
                  <a:lnTo>
                    <a:pt x="408965" y="565089"/>
                  </a:lnTo>
                  <a:lnTo>
                    <a:pt x="409012" y="564700"/>
                  </a:lnTo>
                  <a:lnTo>
                    <a:pt x="409278" y="564247"/>
                  </a:lnTo>
                  <a:lnTo>
                    <a:pt x="409370" y="564052"/>
                  </a:lnTo>
                  <a:lnTo>
                    <a:pt x="409370" y="563330"/>
                  </a:lnTo>
                  <a:lnTo>
                    <a:pt x="409329" y="562571"/>
                  </a:lnTo>
                  <a:lnTo>
                    <a:pt x="409531" y="562460"/>
                  </a:lnTo>
                  <a:lnTo>
                    <a:pt x="409655" y="562203"/>
                  </a:lnTo>
                  <a:lnTo>
                    <a:pt x="409363" y="561932"/>
                  </a:lnTo>
                  <a:lnTo>
                    <a:pt x="409130" y="561773"/>
                  </a:lnTo>
                  <a:lnTo>
                    <a:pt x="409018" y="560660"/>
                  </a:lnTo>
                  <a:lnTo>
                    <a:pt x="409413" y="560621"/>
                  </a:lnTo>
                  <a:lnTo>
                    <a:pt x="409549" y="560352"/>
                  </a:lnTo>
                  <a:lnTo>
                    <a:pt x="410115" y="560091"/>
                  </a:lnTo>
                  <a:lnTo>
                    <a:pt x="410668" y="560112"/>
                  </a:lnTo>
                  <a:lnTo>
                    <a:pt x="411163" y="559897"/>
                  </a:lnTo>
                  <a:lnTo>
                    <a:pt x="411571" y="559452"/>
                  </a:lnTo>
                  <a:lnTo>
                    <a:pt x="411929" y="559578"/>
                  </a:lnTo>
                  <a:lnTo>
                    <a:pt x="412391" y="559673"/>
                  </a:lnTo>
                  <a:lnTo>
                    <a:pt x="412689" y="559769"/>
                  </a:lnTo>
                  <a:lnTo>
                    <a:pt x="412923" y="559689"/>
                  </a:lnTo>
                  <a:lnTo>
                    <a:pt x="413116" y="559610"/>
                  </a:lnTo>
                  <a:lnTo>
                    <a:pt x="413667" y="559738"/>
                  </a:lnTo>
                  <a:lnTo>
                    <a:pt x="414223" y="560081"/>
                  </a:lnTo>
                  <a:lnTo>
                    <a:pt x="414396" y="560107"/>
                  </a:lnTo>
                  <a:lnTo>
                    <a:pt x="414583" y="560206"/>
                  </a:lnTo>
                  <a:lnTo>
                    <a:pt x="415024" y="560134"/>
                  </a:lnTo>
                  <a:lnTo>
                    <a:pt x="415165" y="559687"/>
                  </a:lnTo>
                  <a:lnTo>
                    <a:pt x="414930" y="559579"/>
                  </a:lnTo>
                  <a:lnTo>
                    <a:pt x="414715" y="559422"/>
                  </a:lnTo>
                  <a:lnTo>
                    <a:pt x="414601" y="559072"/>
                  </a:lnTo>
                  <a:lnTo>
                    <a:pt x="414580" y="558494"/>
                  </a:lnTo>
                  <a:lnTo>
                    <a:pt x="415036" y="557956"/>
                  </a:lnTo>
                  <a:lnTo>
                    <a:pt x="415180" y="557486"/>
                  </a:lnTo>
                  <a:lnTo>
                    <a:pt x="415682" y="557249"/>
                  </a:lnTo>
                  <a:lnTo>
                    <a:pt x="415629" y="556946"/>
                  </a:lnTo>
                  <a:lnTo>
                    <a:pt x="415384" y="556775"/>
                  </a:lnTo>
                  <a:lnTo>
                    <a:pt x="415616" y="556639"/>
                  </a:lnTo>
                  <a:lnTo>
                    <a:pt x="415768" y="556549"/>
                  </a:lnTo>
                  <a:lnTo>
                    <a:pt x="416151" y="556321"/>
                  </a:lnTo>
                  <a:lnTo>
                    <a:pt x="416268" y="555947"/>
                  </a:lnTo>
                  <a:lnTo>
                    <a:pt x="416345" y="555750"/>
                  </a:lnTo>
                  <a:lnTo>
                    <a:pt x="416755" y="555200"/>
                  </a:lnTo>
                  <a:lnTo>
                    <a:pt x="417601" y="554637"/>
                  </a:lnTo>
                  <a:lnTo>
                    <a:pt x="417891" y="554175"/>
                  </a:lnTo>
                  <a:lnTo>
                    <a:pt x="419251" y="554191"/>
                  </a:lnTo>
                  <a:lnTo>
                    <a:pt x="419522" y="553619"/>
                  </a:lnTo>
                  <a:lnTo>
                    <a:pt x="419910" y="553143"/>
                  </a:lnTo>
                  <a:lnTo>
                    <a:pt x="420084" y="553112"/>
                  </a:lnTo>
                  <a:lnTo>
                    <a:pt x="420388" y="553089"/>
                  </a:lnTo>
                  <a:lnTo>
                    <a:pt x="420901" y="553071"/>
                  </a:lnTo>
                  <a:lnTo>
                    <a:pt x="421568" y="553018"/>
                  </a:lnTo>
                  <a:lnTo>
                    <a:pt x="421615" y="552575"/>
                  </a:lnTo>
                  <a:lnTo>
                    <a:pt x="421603" y="552332"/>
                  </a:lnTo>
                  <a:lnTo>
                    <a:pt x="421844" y="551819"/>
                  </a:lnTo>
                  <a:lnTo>
                    <a:pt x="422286" y="552054"/>
                  </a:lnTo>
                  <a:lnTo>
                    <a:pt x="422739" y="552229"/>
                  </a:lnTo>
                  <a:lnTo>
                    <a:pt x="422957" y="552296"/>
                  </a:lnTo>
                  <a:lnTo>
                    <a:pt x="423244" y="552385"/>
                  </a:lnTo>
                  <a:lnTo>
                    <a:pt x="423484" y="552181"/>
                  </a:lnTo>
                  <a:lnTo>
                    <a:pt x="423725" y="552090"/>
                  </a:lnTo>
                  <a:lnTo>
                    <a:pt x="424131" y="552039"/>
                  </a:lnTo>
                  <a:lnTo>
                    <a:pt x="424506" y="551879"/>
                  </a:lnTo>
                  <a:lnTo>
                    <a:pt x="424635" y="551765"/>
                  </a:lnTo>
                  <a:lnTo>
                    <a:pt x="424774" y="551623"/>
                  </a:lnTo>
                  <a:lnTo>
                    <a:pt x="425067" y="551299"/>
                  </a:lnTo>
                  <a:lnTo>
                    <a:pt x="425266" y="550442"/>
                  </a:lnTo>
                  <a:lnTo>
                    <a:pt x="425288" y="550200"/>
                  </a:lnTo>
                  <a:lnTo>
                    <a:pt x="425292" y="550022"/>
                  </a:lnTo>
                  <a:lnTo>
                    <a:pt x="425343" y="549801"/>
                  </a:lnTo>
                  <a:lnTo>
                    <a:pt x="425393" y="549589"/>
                  </a:lnTo>
                  <a:lnTo>
                    <a:pt x="425638" y="549372"/>
                  </a:lnTo>
                  <a:lnTo>
                    <a:pt x="425801" y="548975"/>
                  </a:lnTo>
                  <a:lnTo>
                    <a:pt x="425765" y="548783"/>
                  </a:lnTo>
                  <a:lnTo>
                    <a:pt x="426359" y="548333"/>
                  </a:lnTo>
                  <a:lnTo>
                    <a:pt x="426708" y="548161"/>
                  </a:lnTo>
                  <a:lnTo>
                    <a:pt x="426968" y="547816"/>
                  </a:lnTo>
                  <a:lnTo>
                    <a:pt x="426969" y="547464"/>
                  </a:lnTo>
                  <a:lnTo>
                    <a:pt x="427267" y="546779"/>
                  </a:lnTo>
                  <a:lnTo>
                    <a:pt x="427830" y="546865"/>
                  </a:lnTo>
                  <a:lnTo>
                    <a:pt x="428437" y="546917"/>
                  </a:lnTo>
                  <a:lnTo>
                    <a:pt x="429026" y="546653"/>
                  </a:lnTo>
                  <a:lnTo>
                    <a:pt x="429392" y="546399"/>
                  </a:lnTo>
                  <a:lnTo>
                    <a:pt x="429520" y="546311"/>
                  </a:lnTo>
                  <a:lnTo>
                    <a:pt x="429839" y="546016"/>
                  </a:lnTo>
                  <a:lnTo>
                    <a:pt x="429367" y="545111"/>
                  </a:lnTo>
                  <a:lnTo>
                    <a:pt x="428997" y="544718"/>
                  </a:lnTo>
                  <a:lnTo>
                    <a:pt x="428713" y="544378"/>
                  </a:lnTo>
                  <a:lnTo>
                    <a:pt x="428689" y="543835"/>
                  </a:lnTo>
                  <a:lnTo>
                    <a:pt x="428225" y="543448"/>
                  </a:lnTo>
                  <a:lnTo>
                    <a:pt x="428001" y="543123"/>
                  </a:lnTo>
                  <a:lnTo>
                    <a:pt x="428266" y="542715"/>
                  </a:lnTo>
                  <a:lnTo>
                    <a:pt x="428196" y="542444"/>
                  </a:lnTo>
                  <a:lnTo>
                    <a:pt x="428285" y="542090"/>
                  </a:lnTo>
                  <a:lnTo>
                    <a:pt x="428068" y="541906"/>
                  </a:lnTo>
                  <a:lnTo>
                    <a:pt x="427891" y="541784"/>
                  </a:lnTo>
                  <a:lnTo>
                    <a:pt x="427590" y="541530"/>
                  </a:lnTo>
                  <a:lnTo>
                    <a:pt x="427036" y="541054"/>
                  </a:lnTo>
                  <a:lnTo>
                    <a:pt x="426698" y="541098"/>
                  </a:lnTo>
                  <a:lnTo>
                    <a:pt x="426328" y="541112"/>
                  </a:lnTo>
                  <a:lnTo>
                    <a:pt x="425763" y="541016"/>
                  </a:lnTo>
                  <a:lnTo>
                    <a:pt x="424884" y="540468"/>
                  </a:lnTo>
                  <a:lnTo>
                    <a:pt x="424432" y="539783"/>
                  </a:lnTo>
                  <a:lnTo>
                    <a:pt x="424620" y="539503"/>
                  </a:lnTo>
                  <a:lnTo>
                    <a:pt x="425002" y="539363"/>
                  </a:lnTo>
                  <a:lnTo>
                    <a:pt x="425139" y="539352"/>
                  </a:lnTo>
                  <a:lnTo>
                    <a:pt x="425750" y="539595"/>
                  </a:lnTo>
                  <a:lnTo>
                    <a:pt x="425981" y="538587"/>
                  </a:lnTo>
                  <a:lnTo>
                    <a:pt x="426079" y="538126"/>
                  </a:lnTo>
                  <a:lnTo>
                    <a:pt x="425891" y="537977"/>
                  </a:lnTo>
                  <a:lnTo>
                    <a:pt x="425622" y="537818"/>
                  </a:lnTo>
                  <a:lnTo>
                    <a:pt x="425582" y="537677"/>
                  </a:lnTo>
                  <a:lnTo>
                    <a:pt x="425590" y="537547"/>
                  </a:lnTo>
                  <a:lnTo>
                    <a:pt x="425597" y="537413"/>
                  </a:lnTo>
                  <a:lnTo>
                    <a:pt x="425506" y="537205"/>
                  </a:lnTo>
                  <a:lnTo>
                    <a:pt x="425159" y="537075"/>
                  </a:lnTo>
                  <a:lnTo>
                    <a:pt x="424991" y="537082"/>
                  </a:lnTo>
                  <a:lnTo>
                    <a:pt x="424696" y="536824"/>
                  </a:lnTo>
                  <a:lnTo>
                    <a:pt x="424684" y="536398"/>
                  </a:lnTo>
                  <a:lnTo>
                    <a:pt x="424528" y="535952"/>
                  </a:lnTo>
                  <a:lnTo>
                    <a:pt x="424598" y="535616"/>
                  </a:lnTo>
                  <a:lnTo>
                    <a:pt x="424775" y="535251"/>
                  </a:lnTo>
                  <a:lnTo>
                    <a:pt x="425037" y="534901"/>
                  </a:lnTo>
                  <a:lnTo>
                    <a:pt x="425008" y="534524"/>
                  </a:lnTo>
                  <a:lnTo>
                    <a:pt x="425025" y="534142"/>
                  </a:lnTo>
                  <a:lnTo>
                    <a:pt x="425370" y="534090"/>
                  </a:lnTo>
                  <a:lnTo>
                    <a:pt x="425636" y="533789"/>
                  </a:lnTo>
                  <a:lnTo>
                    <a:pt x="426216" y="533777"/>
                  </a:lnTo>
                  <a:lnTo>
                    <a:pt x="426603" y="533944"/>
                  </a:lnTo>
                  <a:lnTo>
                    <a:pt x="426784" y="533918"/>
                  </a:lnTo>
                  <a:lnTo>
                    <a:pt x="427218" y="533918"/>
                  </a:lnTo>
                  <a:lnTo>
                    <a:pt x="427798" y="534200"/>
                  </a:lnTo>
                  <a:lnTo>
                    <a:pt x="428459" y="534313"/>
                  </a:lnTo>
                  <a:lnTo>
                    <a:pt x="429205" y="534595"/>
                  </a:lnTo>
                  <a:lnTo>
                    <a:pt x="429711" y="534909"/>
                  </a:lnTo>
                  <a:lnTo>
                    <a:pt x="429878" y="534787"/>
                  </a:lnTo>
                  <a:lnTo>
                    <a:pt x="429867" y="534615"/>
                  </a:lnTo>
                  <a:lnTo>
                    <a:pt x="430304" y="534563"/>
                  </a:lnTo>
                  <a:lnTo>
                    <a:pt x="430640" y="534253"/>
                  </a:lnTo>
                  <a:lnTo>
                    <a:pt x="430853" y="534076"/>
                  </a:lnTo>
                  <a:lnTo>
                    <a:pt x="431643" y="533516"/>
                  </a:lnTo>
                  <a:lnTo>
                    <a:pt x="431708" y="533159"/>
                  </a:lnTo>
                  <a:lnTo>
                    <a:pt x="431631" y="532944"/>
                  </a:lnTo>
                  <a:lnTo>
                    <a:pt x="431201" y="532492"/>
                  </a:lnTo>
                  <a:lnTo>
                    <a:pt x="431325" y="532102"/>
                  </a:lnTo>
                  <a:lnTo>
                    <a:pt x="431697" y="531536"/>
                  </a:lnTo>
                  <a:lnTo>
                    <a:pt x="432035" y="531778"/>
                  </a:lnTo>
                  <a:lnTo>
                    <a:pt x="432222" y="531451"/>
                  </a:lnTo>
                  <a:lnTo>
                    <a:pt x="432313" y="530963"/>
                  </a:lnTo>
                  <a:lnTo>
                    <a:pt x="432376" y="530612"/>
                  </a:lnTo>
                  <a:lnTo>
                    <a:pt x="432204" y="530168"/>
                  </a:lnTo>
                  <a:lnTo>
                    <a:pt x="432536" y="530049"/>
                  </a:lnTo>
                  <a:lnTo>
                    <a:pt x="432669" y="530022"/>
                  </a:lnTo>
                  <a:lnTo>
                    <a:pt x="433233" y="529621"/>
                  </a:lnTo>
                  <a:lnTo>
                    <a:pt x="433331" y="529076"/>
                  </a:lnTo>
                  <a:lnTo>
                    <a:pt x="433384" y="528861"/>
                  </a:lnTo>
                  <a:lnTo>
                    <a:pt x="433631" y="528345"/>
                  </a:lnTo>
                  <a:lnTo>
                    <a:pt x="433728" y="528057"/>
                  </a:lnTo>
                  <a:lnTo>
                    <a:pt x="433745" y="527811"/>
                  </a:lnTo>
                  <a:lnTo>
                    <a:pt x="433743" y="527643"/>
                  </a:lnTo>
                  <a:lnTo>
                    <a:pt x="433738" y="527232"/>
                  </a:lnTo>
                  <a:lnTo>
                    <a:pt x="434124" y="527131"/>
                  </a:lnTo>
                  <a:lnTo>
                    <a:pt x="434429" y="526868"/>
                  </a:lnTo>
                  <a:lnTo>
                    <a:pt x="434381" y="526725"/>
                  </a:lnTo>
                  <a:lnTo>
                    <a:pt x="433958" y="526384"/>
                  </a:lnTo>
                  <a:lnTo>
                    <a:pt x="434050" y="526186"/>
                  </a:lnTo>
                  <a:lnTo>
                    <a:pt x="434522" y="526601"/>
                  </a:lnTo>
                  <a:lnTo>
                    <a:pt x="434750" y="526681"/>
                  </a:lnTo>
                  <a:lnTo>
                    <a:pt x="434911" y="526638"/>
                  </a:lnTo>
                  <a:lnTo>
                    <a:pt x="435185" y="526594"/>
                  </a:lnTo>
                  <a:lnTo>
                    <a:pt x="435695" y="527003"/>
                  </a:lnTo>
                  <a:lnTo>
                    <a:pt x="435745" y="527267"/>
                  </a:lnTo>
                  <a:lnTo>
                    <a:pt x="435827" y="527446"/>
                  </a:lnTo>
                  <a:lnTo>
                    <a:pt x="436036" y="527628"/>
                  </a:lnTo>
                  <a:lnTo>
                    <a:pt x="436792" y="528036"/>
                  </a:lnTo>
                  <a:lnTo>
                    <a:pt x="437206" y="528284"/>
                  </a:lnTo>
                  <a:lnTo>
                    <a:pt x="437569" y="528479"/>
                  </a:lnTo>
                  <a:lnTo>
                    <a:pt x="437970" y="528572"/>
                  </a:lnTo>
                  <a:lnTo>
                    <a:pt x="438806" y="528628"/>
                  </a:lnTo>
                  <a:lnTo>
                    <a:pt x="438999" y="528555"/>
                  </a:lnTo>
                  <a:lnTo>
                    <a:pt x="439214" y="528510"/>
                  </a:lnTo>
                  <a:lnTo>
                    <a:pt x="439542" y="528509"/>
                  </a:lnTo>
                  <a:lnTo>
                    <a:pt x="439561" y="528808"/>
                  </a:lnTo>
                  <a:lnTo>
                    <a:pt x="440067" y="528850"/>
                  </a:lnTo>
                  <a:lnTo>
                    <a:pt x="440313" y="528871"/>
                  </a:lnTo>
                  <a:lnTo>
                    <a:pt x="441082" y="528887"/>
                  </a:lnTo>
                  <a:lnTo>
                    <a:pt x="441291" y="528986"/>
                  </a:lnTo>
                  <a:lnTo>
                    <a:pt x="441652" y="529070"/>
                  </a:lnTo>
                  <a:lnTo>
                    <a:pt x="441723" y="528949"/>
                  </a:lnTo>
                  <a:lnTo>
                    <a:pt x="442086" y="529028"/>
                  </a:lnTo>
                  <a:lnTo>
                    <a:pt x="442455" y="529277"/>
                  </a:lnTo>
                  <a:lnTo>
                    <a:pt x="442844" y="529676"/>
                  </a:lnTo>
                  <a:lnTo>
                    <a:pt x="443120" y="529875"/>
                  </a:lnTo>
                  <a:lnTo>
                    <a:pt x="443363" y="530077"/>
                  </a:lnTo>
                  <a:lnTo>
                    <a:pt x="443772" y="530422"/>
                  </a:lnTo>
                  <a:lnTo>
                    <a:pt x="444295" y="530791"/>
                  </a:lnTo>
                  <a:lnTo>
                    <a:pt x="444683" y="530301"/>
                  </a:lnTo>
                  <a:lnTo>
                    <a:pt x="444877" y="529978"/>
                  </a:lnTo>
                  <a:lnTo>
                    <a:pt x="445148" y="529752"/>
                  </a:lnTo>
                  <a:lnTo>
                    <a:pt x="445363" y="529602"/>
                  </a:lnTo>
                  <a:lnTo>
                    <a:pt x="445693" y="529404"/>
                  </a:lnTo>
                  <a:lnTo>
                    <a:pt x="445694" y="528772"/>
                  </a:lnTo>
                  <a:lnTo>
                    <a:pt x="445537" y="528794"/>
                  </a:lnTo>
                  <a:lnTo>
                    <a:pt x="444769" y="529001"/>
                  </a:lnTo>
                  <a:lnTo>
                    <a:pt x="444639" y="529036"/>
                  </a:lnTo>
                  <a:lnTo>
                    <a:pt x="444073" y="529455"/>
                  </a:lnTo>
                  <a:lnTo>
                    <a:pt x="443572" y="529343"/>
                  </a:lnTo>
                  <a:lnTo>
                    <a:pt x="443528" y="529068"/>
                  </a:lnTo>
                  <a:lnTo>
                    <a:pt x="443537" y="528934"/>
                  </a:lnTo>
                  <a:lnTo>
                    <a:pt x="443751" y="528811"/>
                  </a:lnTo>
                  <a:lnTo>
                    <a:pt x="444108" y="528544"/>
                  </a:lnTo>
                  <a:lnTo>
                    <a:pt x="444328" y="528253"/>
                  </a:lnTo>
                  <a:lnTo>
                    <a:pt x="444810" y="528252"/>
                  </a:lnTo>
                  <a:lnTo>
                    <a:pt x="444961" y="528196"/>
                  </a:lnTo>
                  <a:lnTo>
                    <a:pt x="445410" y="528043"/>
                  </a:lnTo>
                  <a:lnTo>
                    <a:pt x="445632" y="527996"/>
                  </a:lnTo>
                  <a:lnTo>
                    <a:pt x="445958" y="527998"/>
                  </a:lnTo>
                  <a:lnTo>
                    <a:pt x="446176" y="527742"/>
                  </a:lnTo>
                  <a:lnTo>
                    <a:pt x="446569" y="527656"/>
                  </a:lnTo>
                  <a:lnTo>
                    <a:pt x="446942" y="527629"/>
                  </a:lnTo>
                  <a:lnTo>
                    <a:pt x="446922" y="527397"/>
                  </a:lnTo>
                  <a:lnTo>
                    <a:pt x="446767" y="527006"/>
                  </a:lnTo>
                  <a:lnTo>
                    <a:pt x="446380" y="526693"/>
                  </a:lnTo>
                  <a:lnTo>
                    <a:pt x="446038" y="526437"/>
                  </a:lnTo>
                  <a:lnTo>
                    <a:pt x="445483" y="525997"/>
                  </a:lnTo>
                  <a:lnTo>
                    <a:pt x="445054" y="525007"/>
                  </a:lnTo>
                  <a:lnTo>
                    <a:pt x="445030" y="524502"/>
                  </a:lnTo>
                  <a:lnTo>
                    <a:pt x="445174" y="523990"/>
                  </a:lnTo>
                  <a:lnTo>
                    <a:pt x="445288" y="523493"/>
                  </a:lnTo>
                  <a:lnTo>
                    <a:pt x="445280" y="523353"/>
                  </a:lnTo>
                  <a:lnTo>
                    <a:pt x="445181" y="523137"/>
                  </a:lnTo>
                  <a:lnTo>
                    <a:pt x="444632" y="522971"/>
                  </a:lnTo>
                  <a:lnTo>
                    <a:pt x="444135" y="522718"/>
                  </a:lnTo>
                  <a:lnTo>
                    <a:pt x="443965" y="522432"/>
                  </a:lnTo>
                  <a:lnTo>
                    <a:pt x="443792" y="522142"/>
                  </a:lnTo>
                  <a:lnTo>
                    <a:pt x="443669" y="521572"/>
                  </a:lnTo>
                  <a:lnTo>
                    <a:pt x="443469" y="521099"/>
                  </a:lnTo>
                  <a:lnTo>
                    <a:pt x="443335" y="521027"/>
                  </a:lnTo>
                  <a:lnTo>
                    <a:pt x="443184" y="520976"/>
                  </a:lnTo>
                  <a:lnTo>
                    <a:pt x="443054" y="520866"/>
                  </a:lnTo>
                  <a:lnTo>
                    <a:pt x="442735" y="520520"/>
                  </a:lnTo>
                  <a:lnTo>
                    <a:pt x="442407" y="520100"/>
                  </a:lnTo>
                  <a:lnTo>
                    <a:pt x="442337" y="519934"/>
                  </a:lnTo>
                  <a:lnTo>
                    <a:pt x="442303" y="519583"/>
                  </a:lnTo>
                  <a:lnTo>
                    <a:pt x="442280" y="519341"/>
                  </a:lnTo>
                  <a:lnTo>
                    <a:pt x="442261" y="519143"/>
                  </a:lnTo>
                  <a:lnTo>
                    <a:pt x="442217" y="518599"/>
                  </a:lnTo>
                  <a:lnTo>
                    <a:pt x="442043" y="518246"/>
                  </a:lnTo>
                  <a:lnTo>
                    <a:pt x="441849" y="517825"/>
                  </a:lnTo>
                  <a:lnTo>
                    <a:pt x="441808" y="517686"/>
                  </a:lnTo>
                  <a:lnTo>
                    <a:pt x="441748" y="517353"/>
                  </a:lnTo>
                  <a:lnTo>
                    <a:pt x="442170" y="516605"/>
                  </a:lnTo>
                  <a:lnTo>
                    <a:pt x="442119" y="516465"/>
                  </a:lnTo>
                  <a:lnTo>
                    <a:pt x="442151" y="516292"/>
                  </a:lnTo>
                  <a:lnTo>
                    <a:pt x="442248" y="516083"/>
                  </a:lnTo>
                  <a:lnTo>
                    <a:pt x="442574" y="516047"/>
                  </a:lnTo>
                  <a:lnTo>
                    <a:pt x="442863" y="515743"/>
                  </a:lnTo>
                  <a:lnTo>
                    <a:pt x="442942" y="515467"/>
                  </a:lnTo>
                  <a:lnTo>
                    <a:pt x="443091" y="515143"/>
                  </a:lnTo>
                  <a:lnTo>
                    <a:pt x="443581" y="514979"/>
                  </a:lnTo>
                  <a:lnTo>
                    <a:pt x="444116" y="514878"/>
                  </a:lnTo>
                  <a:lnTo>
                    <a:pt x="444730" y="514037"/>
                  </a:lnTo>
                  <a:lnTo>
                    <a:pt x="445007" y="513925"/>
                  </a:lnTo>
                  <a:lnTo>
                    <a:pt x="445142" y="513793"/>
                  </a:lnTo>
                  <a:lnTo>
                    <a:pt x="445408" y="513498"/>
                  </a:lnTo>
                  <a:lnTo>
                    <a:pt x="445515" y="513341"/>
                  </a:lnTo>
                  <a:lnTo>
                    <a:pt x="445646" y="513110"/>
                  </a:lnTo>
                  <a:lnTo>
                    <a:pt x="445826" y="513011"/>
                  </a:lnTo>
                  <a:lnTo>
                    <a:pt x="445955" y="512960"/>
                  </a:lnTo>
                  <a:lnTo>
                    <a:pt x="446209" y="512986"/>
                  </a:lnTo>
                  <a:lnTo>
                    <a:pt x="446501" y="513159"/>
                  </a:lnTo>
                  <a:lnTo>
                    <a:pt x="446730" y="513229"/>
                  </a:lnTo>
                  <a:lnTo>
                    <a:pt x="446880" y="513261"/>
                  </a:lnTo>
                  <a:lnTo>
                    <a:pt x="447083" y="513305"/>
                  </a:lnTo>
                  <a:lnTo>
                    <a:pt x="447566" y="513484"/>
                  </a:lnTo>
                  <a:lnTo>
                    <a:pt x="447845" y="513216"/>
                  </a:lnTo>
                  <a:lnTo>
                    <a:pt x="447977" y="513198"/>
                  </a:lnTo>
                  <a:lnTo>
                    <a:pt x="448443" y="513232"/>
                  </a:lnTo>
                  <a:lnTo>
                    <a:pt x="448941" y="513446"/>
                  </a:lnTo>
                  <a:lnTo>
                    <a:pt x="449085" y="513673"/>
                  </a:lnTo>
                  <a:lnTo>
                    <a:pt x="449618" y="513725"/>
                  </a:lnTo>
                  <a:lnTo>
                    <a:pt x="449981" y="513638"/>
                  </a:lnTo>
                  <a:lnTo>
                    <a:pt x="450128" y="513548"/>
                  </a:lnTo>
                  <a:lnTo>
                    <a:pt x="450377" y="513549"/>
                  </a:lnTo>
                  <a:lnTo>
                    <a:pt x="450704" y="513723"/>
                  </a:lnTo>
                  <a:lnTo>
                    <a:pt x="451073" y="513750"/>
                  </a:lnTo>
                  <a:lnTo>
                    <a:pt x="451659" y="513927"/>
                  </a:lnTo>
                  <a:lnTo>
                    <a:pt x="451793" y="514155"/>
                  </a:lnTo>
                  <a:lnTo>
                    <a:pt x="451933" y="514348"/>
                  </a:lnTo>
                  <a:lnTo>
                    <a:pt x="452527" y="514379"/>
                  </a:lnTo>
                  <a:lnTo>
                    <a:pt x="453014" y="514056"/>
                  </a:lnTo>
                  <a:lnTo>
                    <a:pt x="452981" y="513928"/>
                  </a:lnTo>
                  <a:lnTo>
                    <a:pt x="452930" y="513670"/>
                  </a:lnTo>
                  <a:lnTo>
                    <a:pt x="453080" y="513340"/>
                  </a:lnTo>
                  <a:lnTo>
                    <a:pt x="453255" y="513109"/>
                  </a:lnTo>
                  <a:lnTo>
                    <a:pt x="453302" y="512965"/>
                  </a:lnTo>
                  <a:lnTo>
                    <a:pt x="453266" y="512813"/>
                  </a:lnTo>
                  <a:lnTo>
                    <a:pt x="453090" y="512513"/>
                  </a:lnTo>
                  <a:lnTo>
                    <a:pt x="453042" y="512342"/>
                  </a:lnTo>
                  <a:lnTo>
                    <a:pt x="452929" y="511865"/>
                  </a:lnTo>
                  <a:lnTo>
                    <a:pt x="452953" y="511565"/>
                  </a:lnTo>
                  <a:lnTo>
                    <a:pt x="453010" y="511094"/>
                  </a:lnTo>
                  <a:lnTo>
                    <a:pt x="452990" y="510921"/>
                  </a:lnTo>
                  <a:lnTo>
                    <a:pt x="453013" y="510365"/>
                  </a:lnTo>
                  <a:lnTo>
                    <a:pt x="452938" y="509945"/>
                  </a:lnTo>
                  <a:lnTo>
                    <a:pt x="452735" y="509751"/>
                  </a:lnTo>
                  <a:lnTo>
                    <a:pt x="452833" y="508942"/>
                  </a:lnTo>
                  <a:lnTo>
                    <a:pt x="453108" y="508500"/>
                  </a:lnTo>
                  <a:lnTo>
                    <a:pt x="453076" y="508194"/>
                  </a:lnTo>
                  <a:lnTo>
                    <a:pt x="453152" y="507809"/>
                  </a:lnTo>
                  <a:lnTo>
                    <a:pt x="453460" y="507362"/>
                  </a:lnTo>
                  <a:lnTo>
                    <a:pt x="453742" y="506999"/>
                  </a:lnTo>
                  <a:lnTo>
                    <a:pt x="453740" y="506123"/>
                  </a:lnTo>
                  <a:lnTo>
                    <a:pt x="453464" y="505766"/>
                  </a:lnTo>
                  <a:lnTo>
                    <a:pt x="453212" y="505468"/>
                  </a:lnTo>
                  <a:lnTo>
                    <a:pt x="453194" y="505019"/>
                  </a:lnTo>
                  <a:lnTo>
                    <a:pt x="453626" y="504614"/>
                  </a:lnTo>
                  <a:lnTo>
                    <a:pt x="453879" y="504648"/>
                  </a:lnTo>
                  <a:lnTo>
                    <a:pt x="454128" y="504480"/>
                  </a:lnTo>
                  <a:lnTo>
                    <a:pt x="453816" y="504111"/>
                  </a:lnTo>
                  <a:lnTo>
                    <a:pt x="452963" y="503977"/>
                  </a:lnTo>
                  <a:lnTo>
                    <a:pt x="452126" y="503826"/>
                  </a:lnTo>
                  <a:lnTo>
                    <a:pt x="452079" y="503507"/>
                  </a:lnTo>
                  <a:lnTo>
                    <a:pt x="451670" y="503063"/>
                  </a:lnTo>
                  <a:lnTo>
                    <a:pt x="451226" y="502822"/>
                  </a:lnTo>
                  <a:lnTo>
                    <a:pt x="450929" y="503087"/>
                  </a:lnTo>
                  <a:lnTo>
                    <a:pt x="450759" y="503052"/>
                  </a:lnTo>
                  <a:lnTo>
                    <a:pt x="450696" y="502819"/>
                  </a:lnTo>
                  <a:lnTo>
                    <a:pt x="450574" y="502492"/>
                  </a:lnTo>
                  <a:lnTo>
                    <a:pt x="450230" y="502402"/>
                  </a:lnTo>
                  <a:lnTo>
                    <a:pt x="450136" y="502237"/>
                  </a:lnTo>
                  <a:lnTo>
                    <a:pt x="450201" y="502039"/>
                  </a:lnTo>
                  <a:lnTo>
                    <a:pt x="450341" y="501784"/>
                  </a:lnTo>
                  <a:lnTo>
                    <a:pt x="450804" y="501828"/>
                  </a:lnTo>
                  <a:lnTo>
                    <a:pt x="451031" y="501950"/>
                  </a:lnTo>
                  <a:lnTo>
                    <a:pt x="451182" y="501997"/>
                  </a:lnTo>
                  <a:lnTo>
                    <a:pt x="451675" y="501668"/>
                  </a:lnTo>
                  <a:lnTo>
                    <a:pt x="452418" y="501265"/>
                  </a:lnTo>
                  <a:lnTo>
                    <a:pt x="452692" y="501130"/>
                  </a:lnTo>
                  <a:lnTo>
                    <a:pt x="452744" y="500986"/>
                  </a:lnTo>
                  <a:lnTo>
                    <a:pt x="452882" y="500365"/>
                  </a:lnTo>
                  <a:lnTo>
                    <a:pt x="452914" y="500146"/>
                  </a:lnTo>
                  <a:lnTo>
                    <a:pt x="452882" y="499894"/>
                  </a:lnTo>
                  <a:lnTo>
                    <a:pt x="453176" y="499635"/>
                  </a:lnTo>
                  <a:lnTo>
                    <a:pt x="453247" y="499491"/>
                  </a:lnTo>
                  <a:lnTo>
                    <a:pt x="453234" y="498942"/>
                  </a:lnTo>
                  <a:lnTo>
                    <a:pt x="453452" y="498957"/>
                  </a:lnTo>
                  <a:lnTo>
                    <a:pt x="453787" y="498850"/>
                  </a:lnTo>
                  <a:lnTo>
                    <a:pt x="453848" y="498556"/>
                  </a:lnTo>
                  <a:lnTo>
                    <a:pt x="453875" y="498345"/>
                  </a:lnTo>
                  <a:lnTo>
                    <a:pt x="453979" y="498072"/>
                  </a:lnTo>
                  <a:lnTo>
                    <a:pt x="454239" y="497765"/>
                  </a:lnTo>
                  <a:lnTo>
                    <a:pt x="454469" y="497479"/>
                  </a:lnTo>
                  <a:lnTo>
                    <a:pt x="454486" y="497199"/>
                  </a:lnTo>
                  <a:lnTo>
                    <a:pt x="454626" y="496870"/>
                  </a:lnTo>
                  <a:lnTo>
                    <a:pt x="455044" y="496858"/>
                  </a:lnTo>
                  <a:lnTo>
                    <a:pt x="455438" y="496672"/>
                  </a:lnTo>
                  <a:lnTo>
                    <a:pt x="455636" y="496469"/>
                  </a:lnTo>
                  <a:lnTo>
                    <a:pt x="455939" y="496360"/>
                  </a:lnTo>
                  <a:lnTo>
                    <a:pt x="456071" y="496363"/>
                  </a:lnTo>
                  <a:lnTo>
                    <a:pt x="456693" y="496498"/>
                  </a:lnTo>
                  <a:lnTo>
                    <a:pt x="456871" y="496616"/>
                  </a:lnTo>
                  <a:lnTo>
                    <a:pt x="457116" y="496650"/>
                  </a:lnTo>
                  <a:lnTo>
                    <a:pt x="457840" y="496528"/>
                  </a:lnTo>
                  <a:lnTo>
                    <a:pt x="458204" y="496240"/>
                  </a:lnTo>
                  <a:lnTo>
                    <a:pt x="458059" y="495845"/>
                  </a:lnTo>
                  <a:lnTo>
                    <a:pt x="457940" y="495652"/>
                  </a:lnTo>
                  <a:lnTo>
                    <a:pt x="457390" y="495626"/>
                  </a:lnTo>
                  <a:lnTo>
                    <a:pt x="457332" y="495486"/>
                  </a:lnTo>
                  <a:lnTo>
                    <a:pt x="457213" y="495292"/>
                  </a:lnTo>
                  <a:lnTo>
                    <a:pt x="456873" y="495182"/>
                  </a:lnTo>
                  <a:lnTo>
                    <a:pt x="456355" y="494960"/>
                  </a:lnTo>
                  <a:lnTo>
                    <a:pt x="456072" y="494929"/>
                  </a:lnTo>
                  <a:lnTo>
                    <a:pt x="456224" y="494546"/>
                  </a:lnTo>
                  <a:lnTo>
                    <a:pt x="456292" y="494032"/>
                  </a:lnTo>
                  <a:lnTo>
                    <a:pt x="456079" y="493784"/>
                  </a:lnTo>
                  <a:lnTo>
                    <a:pt x="455578" y="493552"/>
                  </a:lnTo>
                  <a:lnTo>
                    <a:pt x="455399" y="493552"/>
                  </a:lnTo>
                  <a:lnTo>
                    <a:pt x="455213" y="493553"/>
                  </a:lnTo>
                  <a:lnTo>
                    <a:pt x="454766" y="493376"/>
                  </a:lnTo>
                  <a:lnTo>
                    <a:pt x="454474" y="493016"/>
                  </a:lnTo>
                  <a:lnTo>
                    <a:pt x="454140" y="492898"/>
                  </a:lnTo>
                  <a:lnTo>
                    <a:pt x="453918" y="492509"/>
                  </a:lnTo>
                  <a:lnTo>
                    <a:pt x="453602" y="492530"/>
                  </a:lnTo>
                  <a:lnTo>
                    <a:pt x="453449" y="492417"/>
                  </a:lnTo>
                  <a:lnTo>
                    <a:pt x="453215" y="492314"/>
                  </a:lnTo>
                  <a:lnTo>
                    <a:pt x="452742" y="492244"/>
                  </a:lnTo>
                  <a:lnTo>
                    <a:pt x="452583" y="492132"/>
                  </a:lnTo>
                  <a:lnTo>
                    <a:pt x="452419" y="492016"/>
                  </a:lnTo>
                  <a:lnTo>
                    <a:pt x="452228" y="491918"/>
                  </a:lnTo>
                  <a:lnTo>
                    <a:pt x="451884" y="491779"/>
                  </a:lnTo>
                  <a:lnTo>
                    <a:pt x="451596" y="490990"/>
                  </a:lnTo>
                  <a:lnTo>
                    <a:pt x="451320" y="490774"/>
                  </a:lnTo>
                  <a:lnTo>
                    <a:pt x="451053" y="490616"/>
                  </a:lnTo>
                  <a:lnTo>
                    <a:pt x="450940" y="490373"/>
                  </a:lnTo>
                  <a:lnTo>
                    <a:pt x="450685" y="490151"/>
                  </a:lnTo>
                  <a:lnTo>
                    <a:pt x="450359" y="490187"/>
                  </a:lnTo>
                  <a:lnTo>
                    <a:pt x="450045" y="490043"/>
                  </a:lnTo>
                  <a:lnTo>
                    <a:pt x="449696" y="490123"/>
                  </a:lnTo>
                  <a:lnTo>
                    <a:pt x="449180" y="490238"/>
                  </a:lnTo>
                  <a:lnTo>
                    <a:pt x="448720" y="490004"/>
                  </a:lnTo>
                  <a:lnTo>
                    <a:pt x="448239" y="489671"/>
                  </a:lnTo>
                  <a:lnTo>
                    <a:pt x="448118" y="489267"/>
                  </a:lnTo>
                  <a:lnTo>
                    <a:pt x="447929" y="488955"/>
                  </a:lnTo>
                  <a:lnTo>
                    <a:pt x="447906" y="488784"/>
                  </a:lnTo>
                  <a:lnTo>
                    <a:pt x="447908" y="488498"/>
                  </a:lnTo>
                  <a:lnTo>
                    <a:pt x="447963" y="488247"/>
                  </a:lnTo>
                  <a:lnTo>
                    <a:pt x="447794" y="488111"/>
                  </a:lnTo>
                  <a:lnTo>
                    <a:pt x="447668" y="487883"/>
                  </a:lnTo>
                  <a:lnTo>
                    <a:pt x="447537" y="487624"/>
                  </a:lnTo>
                  <a:lnTo>
                    <a:pt x="447416" y="487272"/>
                  </a:lnTo>
                  <a:lnTo>
                    <a:pt x="447706" y="486489"/>
                  </a:lnTo>
                  <a:lnTo>
                    <a:pt x="447564" y="486524"/>
                  </a:lnTo>
                  <a:lnTo>
                    <a:pt x="446977" y="486380"/>
                  </a:lnTo>
                  <a:lnTo>
                    <a:pt x="447017" y="486200"/>
                  </a:lnTo>
                  <a:lnTo>
                    <a:pt x="446914" y="485769"/>
                  </a:lnTo>
                  <a:lnTo>
                    <a:pt x="446612" y="485676"/>
                  </a:lnTo>
                  <a:lnTo>
                    <a:pt x="446343" y="485565"/>
                  </a:lnTo>
                  <a:lnTo>
                    <a:pt x="446161" y="485114"/>
                  </a:lnTo>
                  <a:lnTo>
                    <a:pt x="446188" y="484970"/>
                  </a:lnTo>
                  <a:lnTo>
                    <a:pt x="446123" y="484592"/>
                  </a:lnTo>
                  <a:lnTo>
                    <a:pt x="445939" y="484384"/>
                  </a:lnTo>
                  <a:lnTo>
                    <a:pt x="445804" y="484314"/>
                  </a:lnTo>
                  <a:lnTo>
                    <a:pt x="445518" y="484078"/>
                  </a:lnTo>
                  <a:lnTo>
                    <a:pt x="445217" y="483714"/>
                  </a:lnTo>
                  <a:lnTo>
                    <a:pt x="445483" y="483242"/>
                  </a:lnTo>
                  <a:lnTo>
                    <a:pt x="445777" y="483054"/>
                  </a:lnTo>
                  <a:lnTo>
                    <a:pt x="446176" y="482885"/>
                  </a:lnTo>
                  <a:lnTo>
                    <a:pt x="446274" y="482655"/>
                  </a:lnTo>
                  <a:lnTo>
                    <a:pt x="446349" y="482068"/>
                  </a:lnTo>
                  <a:lnTo>
                    <a:pt x="446189" y="481860"/>
                  </a:lnTo>
                  <a:lnTo>
                    <a:pt x="446040" y="481669"/>
                  </a:lnTo>
                  <a:lnTo>
                    <a:pt x="445674" y="481228"/>
                  </a:lnTo>
                  <a:lnTo>
                    <a:pt x="445447" y="481004"/>
                  </a:lnTo>
                  <a:lnTo>
                    <a:pt x="445272" y="480952"/>
                  </a:lnTo>
                  <a:lnTo>
                    <a:pt x="445010" y="480893"/>
                  </a:lnTo>
                  <a:lnTo>
                    <a:pt x="444621" y="480763"/>
                  </a:lnTo>
                  <a:lnTo>
                    <a:pt x="444266" y="480133"/>
                  </a:lnTo>
                  <a:lnTo>
                    <a:pt x="444250" y="479756"/>
                  </a:lnTo>
                  <a:lnTo>
                    <a:pt x="444204" y="479568"/>
                  </a:lnTo>
                  <a:lnTo>
                    <a:pt x="443863" y="478958"/>
                  </a:lnTo>
                  <a:lnTo>
                    <a:pt x="444052" y="478607"/>
                  </a:lnTo>
                  <a:lnTo>
                    <a:pt x="444281" y="478726"/>
                  </a:lnTo>
                  <a:lnTo>
                    <a:pt x="444498" y="478767"/>
                  </a:lnTo>
                  <a:lnTo>
                    <a:pt x="445019" y="478697"/>
                  </a:lnTo>
                  <a:lnTo>
                    <a:pt x="445121" y="478378"/>
                  </a:lnTo>
                  <a:lnTo>
                    <a:pt x="444993" y="478253"/>
                  </a:lnTo>
                  <a:lnTo>
                    <a:pt x="444706" y="478005"/>
                  </a:lnTo>
                  <a:lnTo>
                    <a:pt x="444465" y="478010"/>
                  </a:lnTo>
                  <a:lnTo>
                    <a:pt x="444125" y="477925"/>
                  </a:lnTo>
                  <a:lnTo>
                    <a:pt x="443950" y="477763"/>
                  </a:lnTo>
                  <a:lnTo>
                    <a:pt x="443475" y="477576"/>
                  </a:lnTo>
                  <a:lnTo>
                    <a:pt x="442987" y="477188"/>
                  </a:lnTo>
                  <a:lnTo>
                    <a:pt x="443159" y="477072"/>
                  </a:lnTo>
                  <a:lnTo>
                    <a:pt x="443244" y="476908"/>
                  </a:lnTo>
                  <a:lnTo>
                    <a:pt x="443382" y="476476"/>
                  </a:lnTo>
                  <a:lnTo>
                    <a:pt x="443021" y="476381"/>
                  </a:lnTo>
                  <a:lnTo>
                    <a:pt x="442485" y="476359"/>
                  </a:lnTo>
                  <a:lnTo>
                    <a:pt x="442338" y="476388"/>
                  </a:lnTo>
                  <a:lnTo>
                    <a:pt x="441720" y="476281"/>
                  </a:lnTo>
                  <a:lnTo>
                    <a:pt x="441497" y="476095"/>
                  </a:lnTo>
                  <a:lnTo>
                    <a:pt x="441202" y="475740"/>
                  </a:lnTo>
                  <a:lnTo>
                    <a:pt x="440951" y="475549"/>
                  </a:lnTo>
                  <a:lnTo>
                    <a:pt x="440554" y="475380"/>
                  </a:lnTo>
                  <a:lnTo>
                    <a:pt x="439538" y="474788"/>
                  </a:lnTo>
                  <a:lnTo>
                    <a:pt x="439386" y="474661"/>
                  </a:lnTo>
                  <a:lnTo>
                    <a:pt x="439269" y="474407"/>
                  </a:lnTo>
                  <a:lnTo>
                    <a:pt x="439007" y="473843"/>
                  </a:lnTo>
                  <a:lnTo>
                    <a:pt x="438637" y="473563"/>
                  </a:lnTo>
                  <a:lnTo>
                    <a:pt x="438472" y="473413"/>
                  </a:lnTo>
                  <a:lnTo>
                    <a:pt x="438398" y="473219"/>
                  </a:lnTo>
                  <a:lnTo>
                    <a:pt x="438304" y="472716"/>
                  </a:lnTo>
                  <a:lnTo>
                    <a:pt x="438348" y="472483"/>
                  </a:lnTo>
                  <a:lnTo>
                    <a:pt x="438452" y="472211"/>
                  </a:lnTo>
                  <a:lnTo>
                    <a:pt x="438186" y="471895"/>
                  </a:lnTo>
                  <a:lnTo>
                    <a:pt x="438170" y="471706"/>
                  </a:lnTo>
                  <a:lnTo>
                    <a:pt x="438348" y="471312"/>
                  </a:lnTo>
                  <a:lnTo>
                    <a:pt x="438450" y="471097"/>
                  </a:lnTo>
                  <a:lnTo>
                    <a:pt x="438473" y="470963"/>
                  </a:lnTo>
                  <a:lnTo>
                    <a:pt x="438699" y="470475"/>
                  </a:lnTo>
                  <a:lnTo>
                    <a:pt x="438919" y="470461"/>
                  </a:lnTo>
                  <a:lnTo>
                    <a:pt x="439132" y="470549"/>
                  </a:lnTo>
                  <a:lnTo>
                    <a:pt x="439489" y="470671"/>
                  </a:lnTo>
                  <a:lnTo>
                    <a:pt x="439641" y="470721"/>
                  </a:lnTo>
                  <a:lnTo>
                    <a:pt x="439808" y="470735"/>
                  </a:lnTo>
                  <a:lnTo>
                    <a:pt x="440128" y="470577"/>
                  </a:lnTo>
                  <a:lnTo>
                    <a:pt x="440130" y="470418"/>
                  </a:lnTo>
                  <a:lnTo>
                    <a:pt x="440181" y="470258"/>
                  </a:lnTo>
                  <a:lnTo>
                    <a:pt x="440326" y="470028"/>
                  </a:lnTo>
                  <a:lnTo>
                    <a:pt x="440512" y="470064"/>
                  </a:lnTo>
                  <a:lnTo>
                    <a:pt x="440812" y="469792"/>
                  </a:lnTo>
                  <a:lnTo>
                    <a:pt x="441269" y="469463"/>
                  </a:lnTo>
                  <a:lnTo>
                    <a:pt x="441870" y="468818"/>
                  </a:lnTo>
                  <a:lnTo>
                    <a:pt x="442131" y="468687"/>
                  </a:lnTo>
                  <a:lnTo>
                    <a:pt x="442302" y="468725"/>
                  </a:lnTo>
                  <a:lnTo>
                    <a:pt x="442603" y="468845"/>
                  </a:lnTo>
                  <a:lnTo>
                    <a:pt x="442836" y="468993"/>
                  </a:lnTo>
                  <a:lnTo>
                    <a:pt x="443127" y="468948"/>
                  </a:lnTo>
                  <a:lnTo>
                    <a:pt x="442599" y="468283"/>
                  </a:lnTo>
                  <a:lnTo>
                    <a:pt x="442490" y="468000"/>
                  </a:lnTo>
                  <a:lnTo>
                    <a:pt x="442331" y="467731"/>
                  </a:lnTo>
                  <a:lnTo>
                    <a:pt x="441714" y="467031"/>
                  </a:lnTo>
                  <a:lnTo>
                    <a:pt x="441405" y="467122"/>
                  </a:lnTo>
                  <a:lnTo>
                    <a:pt x="440938" y="466523"/>
                  </a:lnTo>
                  <a:lnTo>
                    <a:pt x="440743" y="466367"/>
                  </a:lnTo>
                  <a:lnTo>
                    <a:pt x="440436" y="466036"/>
                  </a:lnTo>
                  <a:lnTo>
                    <a:pt x="440007" y="465400"/>
                  </a:lnTo>
                  <a:lnTo>
                    <a:pt x="439871" y="465087"/>
                  </a:lnTo>
                  <a:lnTo>
                    <a:pt x="439530" y="464992"/>
                  </a:lnTo>
                  <a:lnTo>
                    <a:pt x="439241" y="464972"/>
                  </a:lnTo>
                  <a:lnTo>
                    <a:pt x="439124" y="464593"/>
                  </a:lnTo>
                  <a:lnTo>
                    <a:pt x="438662" y="464348"/>
                  </a:lnTo>
                  <a:lnTo>
                    <a:pt x="438384" y="464300"/>
                  </a:lnTo>
                  <a:lnTo>
                    <a:pt x="438141" y="464258"/>
                  </a:lnTo>
                  <a:lnTo>
                    <a:pt x="437559" y="464120"/>
                  </a:lnTo>
                  <a:lnTo>
                    <a:pt x="437463" y="463939"/>
                  </a:lnTo>
                  <a:lnTo>
                    <a:pt x="437261" y="463636"/>
                  </a:lnTo>
                  <a:lnTo>
                    <a:pt x="436858" y="463246"/>
                  </a:lnTo>
                  <a:lnTo>
                    <a:pt x="436813" y="463078"/>
                  </a:lnTo>
                  <a:lnTo>
                    <a:pt x="436621" y="462795"/>
                  </a:lnTo>
                  <a:lnTo>
                    <a:pt x="436440" y="462535"/>
                  </a:lnTo>
                  <a:lnTo>
                    <a:pt x="436533" y="462224"/>
                  </a:lnTo>
                  <a:lnTo>
                    <a:pt x="436592" y="461964"/>
                  </a:lnTo>
                  <a:lnTo>
                    <a:pt x="436449" y="461712"/>
                  </a:lnTo>
                  <a:lnTo>
                    <a:pt x="436042" y="461499"/>
                  </a:lnTo>
                  <a:lnTo>
                    <a:pt x="435652" y="461428"/>
                  </a:lnTo>
                  <a:lnTo>
                    <a:pt x="434782" y="460696"/>
                  </a:lnTo>
                  <a:lnTo>
                    <a:pt x="434434" y="460750"/>
                  </a:lnTo>
                  <a:lnTo>
                    <a:pt x="434286" y="460743"/>
                  </a:lnTo>
                  <a:lnTo>
                    <a:pt x="434111" y="460673"/>
                  </a:lnTo>
                  <a:lnTo>
                    <a:pt x="433372" y="460042"/>
                  </a:lnTo>
                  <a:lnTo>
                    <a:pt x="432666" y="459889"/>
                  </a:lnTo>
                  <a:lnTo>
                    <a:pt x="432409" y="460005"/>
                  </a:lnTo>
                  <a:lnTo>
                    <a:pt x="432171" y="459845"/>
                  </a:lnTo>
                  <a:lnTo>
                    <a:pt x="431917" y="459474"/>
                  </a:lnTo>
                  <a:lnTo>
                    <a:pt x="431932" y="459201"/>
                  </a:lnTo>
                  <a:lnTo>
                    <a:pt x="432149" y="459130"/>
                  </a:lnTo>
                  <a:lnTo>
                    <a:pt x="432425" y="458943"/>
                  </a:lnTo>
                  <a:lnTo>
                    <a:pt x="432429" y="458496"/>
                  </a:lnTo>
                  <a:lnTo>
                    <a:pt x="432408" y="458333"/>
                  </a:lnTo>
                  <a:lnTo>
                    <a:pt x="432687" y="457972"/>
                  </a:lnTo>
                  <a:lnTo>
                    <a:pt x="433202" y="457562"/>
                  </a:lnTo>
                  <a:lnTo>
                    <a:pt x="433367" y="457430"/>
                  </a:lnTo>
                  <a:lnTo>
                    <a:pt x="434094" y="456742"/>
                  </a:lnTo>
                  <a:lnTo>
                    <a:pt x="433910" y="456284"/>
                  </a:lnTo>
                  <a:lnTo>
                    <a:pt x="433778" y="456067"/>
                  </a:lnTo>
                  <a:lnTo>
                    <a:pt x="433634" y="455563"/>
                  </a:lnTo>
                  <a:lnTo>
                    <a:pt x="433753" y="455138"/>
                  </a:lnTo>
                  <a:lnTo>
                    <a:pt x="433466" y="454726"/>
                  </a:lnTo>
                  <a:lnTo>
                    <a:pt x="433476" y="454498"/>
                  </a:lnTo>
                  <a:lnTo>
                    <a:pt x="433387" y="453883"/>
                  </a:lnTo>
                  <a:lnTo>
                    <a:pt x="433710" y="453572"/>
                  </a:lnTo>
                  <a:lnTo>
                    <a:pt x="433920" y="453447"/>
                  </a:lnTo>
                  <a:lnTo>
                    <a:pt x="434176" y="453332"/>
                  </a:lnTo>
                  <a:lnTo>
                    <a:pt x="434443" y="453350"/>
                  </a:lnTo>
                  <a:lnTo>
                    <a:pt x="434927" y="453498"/>
                  </a:lnTo>
                  <a:lnTo>
                    <a:pt x="435173" y="453592"/>
                  </a:lnTo>
                  <a:lnTo>
                    <a:pt x="435454" y="453423"/>
                  </a:lnTo>
                  <a:lnTo>
                    <a:pt x="435856" y="453326"/>
                  </a:lnTo>
                  <a:lnTo>
                    <a:pt x="436071" y="453285"/>
                  </a:lnTo>
                  <a:lnTo>
                    <a:pt x="436566" y="453231"/>
                  </a:lnTo>
                  <a:lnTo>
                    <a:pt x="437197" y="452969"/>
                  </a:lnTo>
                  <a:lnTo>
                    <a:pt x="437796" y="452861"/>
                  </a:lnTo>
                  <a:lnTo>
                    <a:pt x="438627" y="452727"/>
                  </a:lnTo>
                  <a:lnTo>
                    <a:pt x="439374" y="452859"/>
                  </a:lnTo>
                  <a:lnTo>
                    <a:pt x="439903" y="452894"/>
                  </a:lnTo>
                  <a:lnTo>
                    <a:pt x="439859" y="452258"/>
                  </a:lnTo>
                  <a:lnTo>
                    <a:pt x="439692" y="451886"/>
                  </a:lnTo>
                  <a:lnTo>
                    <a:pt x="439306" y="451297"/>
                  </a:lnTo>
                  <a:lnTo>
                    <a:pt x="438985" y="450970"/>
                  </a:lnTo>
                  <a:lnTo>
                    <a:pt x="438491" y="450483"/>
                  </a:lnTo>
                  <a:lnTo>
                    <a:pt x="438453" y="449976"/>
                  </a:lnTo>
                  <a:lnTo>
                    <a:pt x="437830" y="449453"/>
                  </a:lnTo>
                  <a:lnTo>
                    <a:pt x="437581" y="449506"/>
                  </a:lnTo>
                  <a:lnTo>
                    <a:pt x="437124" y="449382"/>
                  </a:lnTo>
                  <a:lnTo>
                    <a:pt x="436742" y="449074"/>
                  </a:lnTo>
                  <a:lnTo>
                    <a:pt x="436665" y="448884"/>
                  </a:lnTo>
                  <a:lnTo>
                    <a:pt x="436198" y="448423"/>
                  </a:lnTo>
                  <a:lnTo>
                    <a:pt x="435897" y="448174"/>
                  </a:lnTo>
                  <a:lnTo>
                    <a:pt x="435747" y="447709"/>
                  </a:lnTo>
                  <a:lnTo>
                    <a:pt x="435402" y="447484"/>
                  </a:lnTo>
                  <a:lnTo>
                    <a:pt x="435064" y="447340"/>
                  </a:lnTo>
                  <a:lnTo>
                    <a:pt x="434670" y="447181"/>
                  </a:lnTo>
                  <a:lnTo>
                    <a:pt x="434387" y="447196"/>
                  </a:lnTo>
                  <a:lnTo>
                    <a:pt x="434046" y="447264"/>
                  </a:lnTo>
                  <a:lnTo>
                    <a:pt x="433292" y="446870"/>
                  </a:lnTo>
                  <a:lnTo>
                    <a:pt x="433138" y="446556"/>
                  </a:lnTo>
                  <a:lnTo>
                    <a:pt x="433099" y="446353"/>
                  </a:lnTo>
                  <a:lnTo>
                    <a:pt x="432919" y="446089"/>
                  </a:lnTo>
                  <a:lnTo>
                    <a:pt x="432588" y="445949"/>
                  </a:lnTo>
                  <a:lnTo>
                    <a:pt x="432402" y="445899"/>
                  </a:lnTo>
                  <a:lnTo>
                    <a:pt x="432015" y="445688"/>
                  </a:lnTo>
                  <a:lnTo>
                    <a:pt x="431871" y="445241"/>
                  </a:lnTo>
                  <a:lnTo>
                    <a:pt x="431786" y="444956"/>
                  </a:lnTo>
                  <a:lnTo>
                    <a:pt x="431819" y="444651"/>
                  </a:lnTo>
                  <a:lnTo>
                    <a:pt x="431382" y="444453"/>
                  </a:lnTo>
                  <a:lnTo>
                    <a:pt x="430608" y="443878"/>
                  </a:lnTo>
                  <a:lnTo>
                    <a:pt x="430510" y="443249"/>
                  </a:lnTo>
                  <a:lnTo>
                    <a:pt x="430614" y="443113"/>
                  </a:lnTo>
                  <a:lnTo>
                    <a:pt x="430734" y="442866"/>
                  </a:lnTo>
                  <a:lnTo>
                    <a:pt x="430320" y="442575"/>
                  </a:lnTo>
                  <a:lnTo>
                    <a:pt x="430031" y="442505"/>
                  </a:lnTo>
                  <a:lnTo>
                    <a:pt x="429661" y="442346"/>
                  </a:lnTo>
                  <a:lnTo>
                    <a:pt x="429013" y="442142"/>
                  </a:lnTo>
                  <a:lnTo>
                    <a:pt x="428843" y="442163"/>
                  </a:lnTo>
                  <a:lnTo>
                    <a:pt x="428687" y="442119"/>
                  </a:lnTo>
                  <a:lnTo>
                    <a:pt x="428183" y="441892"/>
                  </a:lnTo>
                  <a:lnTo>
                    <a:pt x="427908" y="441760"/>
                  </a:lnTo>
                  <a:lnTo>
                    <a:pt x="427026" y="441133"/>
                  </a:lnTo>
                  <a:lnTo>
                    <a:pt x="427031" y="440932"/>
                  </a:lnTo>
                  <a:lnTo>
                    <a:pt x="426737" y="440763"/>
                  </a:lnTo>
                  <a:lnTo>
                    <a:pt x="426193" y="440486"/>
                  </a:lnTo>
                  <a:lnTo>
                    <a:pt x="425928" y="440409"/>
                  </a:lnTo>
                  <a:lnTo>
                    <a:pt x="425759" y="440357"/>
                  </a:lnTo>
                  <a:lnTo>
                    <a:pt x="425276" y="439868"/>
                  </a:lnTo>
                  <a:lnTo>
                    <a:pt x="425244" y="439681"/>
                  </a:lnTo>
                  <a:lnTo>
                    <a:pt x="425207" y="439329"/>
                  </a:lnTo>
                  <a:lnTo>
                    <a:pt x="425267" y="439196"/>
                  </a:lnTo>
                  <a:lnTo>
                    <a:pt x="425289" y="438862"/>
                  </a:lnTo>
                  <a:lnTo>
                    <a:pt x="425078" y="438821"/>
                  </a:lnTo>
                  <a:lnTo>
                    <a:pt x="424832" y="438814"/>
                  </a:lnTo>
                  <a:lnTo>
                    <a:pt x="424523" y="438780"/>
                  </a:lnTo>
                  <a:lnTo>
                    <a:pt x="423949" y="438698"/>
                  </a:lnTo>
                  <a:lnTo>
                    <a:pt x="423819" y="438593"/>
                  </a:lnTo>
                  <a:lnTo>
                    <a:pt x="423662" y="438480"/>
                  </a:lnTo>
                  <a:lnTo>
                    <a:pt x="423320" y="438227"/>
                  </a:lnTo>
                  <a:lnTo>
                    <a:pt x="423087" y="437889"/>
                  </a:lnTo>
                  <a:lnTo>
                    <a:pt x="422873" y="437849"/>
                  </a:lnTo>
                  <a:lnTo>
                    <a:pt x="421654" y="437579"/>
                  </a:lnTo>
                  <a:lnTo>
                    <a:pt x="420776" y="437380"/>
                  </a:lnTo>
                  <a:lnTo>
                    <a:pt x="420560" y="436743"/>
                  </a:lnTo>
                  <a:lnTo>
                    <a:pt x="420457" y="436510"/>
                  </a:lnTo>
                  <a:lnTo>
                    <a:pt x="420360" y="436289"/>
                  </a:lnTo>
                  <a:lnTo>
                    <a:pt x="420148" y="435813"/>
                  </a:lnTo>
                  <a:lnTo>
                    <a:pt x="420020" y="435608"/>
                  </a:lnTo>
                  <a:lnTo>
                    <a:pt x="419871" y="435493"/>
                  </a:lnTo>
                  <a:lnTo>
                    <a:pt x="419738" y="435397"/>
                  </a:lnTo>
                  <a:lnTo>
                    <a:pt x="419256" y="435061"/>
                  </a:lnTo>
                  <a:lnTo>
                    <a:pt x="419068" y="434961"/>
                  </a:lnTo>
                  <a:lnTo>
                    <a:pt x="418693" y="434797"/>
                  </a:lnTo>
                  <a:lnTo>
                    <a:pt x="418532" y="434727"/>
                  </a:lnTo>
                  <a:lnTo>
                    <a:pt x="418087" y="434532"/>
                  </a:lnTo>
                  <a:lnTo>
                    <a:pt x="417947" y="434470"/>
                  </a:lnTo>
                  <a:lnTo>
                    <a:pt x="417431" y="434449"/>
                  </a:lnTo>
                  <a:lnTo>
                    <a:pt x="417014" y="434494"/>
                  </a:lnTo>
                  <a:lnTo>
                    <a:pt x="416868" y="434382"/>
                  </a:lnTo>
                  <a:lnTo>
                    <a:pt x="416835" y="434117"/>
                  </a:lnTo>
                  <a:lnTo>
                    <a:pt x="416871" y="433932"/>
                  </a:lnTo>
                  <a:lnTo>
                    <a:pt x="417366" y="433108"/>
                  </a:lnTo>
                  <a:lnTo>
                    <a:pt x="417556" y="432913"/>
                  </a:lnTo>
                  <a:lnTo>
                    <a:pt x="417694" y="432788"/>
                  </a:lnTo>
                  <a:lnTo>
                    <a:pt x="417466" y="432227"/>
                  </a:lnTo>
                  <a:lnTo>
                    <a:pt x="417493" y="432039"/>
                  </a:lnTo>
                  <a:lnTo>
                    <a:pt x="417883" y="431657"/>
                  </a:lnTo>
                  <a:lnTo>
                    <a:pt x="418017" y="431266"/>
                  </a:lnTo>
                  <a:lnTo>
                    <a:pt x="417626" y="431041"/>
                  </a:lnTo>
                  <a:lnTo>
                    <a:pt x="417178" y="430498"/>
                  </a:lnTo>
                  <a:lnTo>
                    <a:pt x="417038" y="430328"/>
                  </a:lnTo>
                  <a:lnTo>
                    <a:pt x="416813" y="429988"/>
                  </a:lnTo>
                  <a:lnTo>
                    <a:pt x="416278" y="429753"/>
                  </a:lnTo>
                  <a:lnTo>
                    <a:pt x="415604" y="429523"/>
                  </a:lnTo>
                  <a:lnTo>
                    <a:pt x="415248" y="429068"/>
                  </a:lnTo>
                  <a:lnTo>
                    <a:pt x="415360" y="428661"/>
                  </a:lnTo>
                  <a:lnTo>
                    <a:pt x="415116" y="428361"/>
                  </a:lnTo>
                  <a:lnTo>
                    <a:pt x="414855" y="428040"/>
                  </a:lnTo>
                  <a:lnTo>
                    <a:pt x="414474" y="427857"/>
                  </a:lnTo>
                  <a:lnTo>
                    <a:pt x="414155" y="427703"/>
                  </a:lnTo>
                  <a:lnTo>
                    <a:pt x="413973" y="427368"/>
                  </a:lnTo>
                  <a:lnTo>
                    <a:pt x="414130" y="427078"/>
                  </a:lnTo>
                  <a:lnTo>
                    <a:pt x="414402" y="426722"/>
                  </a:lnTo>
                  <a:lnTo>
                    <a:pt x="414500" y="426465"/>
                  </a:lnTo>
                  <a:lnTo>
                    <a:pt x="414466" y="426079"/>
                  </a:lnTo>
                  <a:lnTo>
                    <a:pt x="414182" y="425984"/>
                  </a:lnTo>
                  <a:lnTo>
                    <a:pt x="414052" y="425781"/>
                  </a:lnTo>
                  <a:lnTo>
                    <a:pt x="413916" y="425381"/>
                  </a:lnTo>
                  <a:lnTo>
                    <a:pt x="413918" y="425229"/>
                  </a:lnTo>
                  <a:lnTo>
                    <a:pt x="414004" y="424633"/>
                  </a:lnTo>
                  <a:lnTo>
                    <a:pt x="413851" y="424418"/>
                  </a:lnTo>
                  <a:lnTo>
                    <a:pt x="413519" y="424248"/>
                  </a:lnTo>
                  <a:lnTo>
                    <a:pt x="413285" y="424144"/>
                  </a:lnTo>
                  <a:lnTo>
                    <a:pt x="413114" y="423728"/>
                  </a:lnTo>
                  <a:lnTo>
                    <a:pt x="413147" y="423492"/>
                  </a:lnTo>
                  <a:lnTo>
                    <a:pt x="412850" y="423197"/>
                  </a:lnTo>
                  <a:lnTo>
                    <a:pt x="412552" y="423122"/>
                  </a:lnTo>
                  <a:lnTo>
                    <a:pt x="412463" y="422940"/>
                  </a:lnTo>
                  <a:lnTo>
                    <a:pt x="409525" y="422812"/>
                  </a:lnTo>
                  <a:lnTo>
                    <a:pt x="409167" y="423264"/>
                  </a:lnTo>
                  <a:lnTo>
                    <a:pt x="408900" y="423479"/>
                  </a:lnTo>
                  <a:lnTo>
                    <a:pt x="408543" y="423694"/>
                  </a:lnTo>
                  <a:lnTo>
                    <a:pt x="408356" y="423705"/>
                  </a:lnTo>
                  <a:lnTo>
                    <a:pt x="407802" y="424023"/>
                  </a:lnTo>
                  <a:lnTo>
                    <a:pt x="407550" y="424254"/>
                  </a:lnTo>
                  <a:lnTo>
                    <a:pt x="406994" y="424846"/>
                  </a:lnTo>
                  <a:lnTo>
                    <a:pt x="406778" y="425363"/>
                  </a:lnTo>
                  <a:lnTo>
                    <a:pt x="406623" y="425706"/>
                  </a:lnTo>
                  <a:lnTo>
                    <a:pt x="405548" y="425891"/>
                  </a:lnTo>
                  <a:lnTo>
                    <a:pt x="405008" y="426059"/>
                  </a:lnTo>
                  <a:lnTo>
                    <a:pt x="404818" y="426084"/>
                  </a:lnTo>
                  <a:lnTo>
                    <a:pt x="404406" y="425366"/>
                  </a:lnTo>
                  <a:lnTo>
                    <a:pt x="402708" y="423843"/>
                  </a:lnTo>
                  <a:lnTo>
                    <a:pt x="400955" y="423353"/>
                  </a:lnTo>
                  <a:lnTo>
                    <a:pt x="400227" y="423104"/>
                  </a:lnTo>
                  <a:lnTo>
                    <a:pt x="399659" y="422891"/>
                  </a:lnTo>
                  <a:lnTo>
                    <a:pt x="399313" y="422761"/>
                  </a:lnTo>
                  <a:lnTo>
                    <a:pt x="398317" y="420959"/>
                  </a:lnTo>
                  <a:lnTo>
                    <a:pt x="393932" y="417282"/>
                  </a:lnTo>
                  <a:lnTo>
                    <a:pt x="393793" y="417248"/>
                  </a:lnTo>
                  <a:lnTo>
                    <a:pt x="366390" y="409311"/>
                  </a:lnTo>
                  <a:lnTo>
                    <a:pt x="365950" y="409145"/>
                  </a:lnTo>
                  <a:lnTo>
                    <a:pt x="365626" y="408922"/>
                  </a:lnTo>
                  <a:lnTo>
                    <a:pt x="365247" y="407790"/>
                  </a:lnTo>
                  <a:lnTo>
                    <a:pt x="365114" y="407635"/>
                  </a:lnTo>
                  <a:lnTo>
                    <a:pt x="365052" y="407428"/>
                  </a:lnTo>
                  <a:lnTo>
                    <a:pt x="364991" y="407052"/>
                  </a:lnTo>
                  <a:lnTo>
                    <a:pt x="365039" y="406742"/>
                  </a:lnTo>
                  <a:lnTo>
                    <a:pt x="365176" y="406488"/>
                  </a:lnTo>
                  <a:lnTo>
                    <a:pt x="365429" y="406198"/>
                  </a:lnTo>
                  <a:lnTo>
                    <a:pt x="365653" y="405893"/>
                  </a:lnTo>
                  <a:lnTo>
                    <a:pt x="365859" y="405604"/>
                  </a:lnTo>
                  <a:lnTo>
                    <a:pt x="366003" y="405416"/>
                  </a:lnTo>
                  <a:lnTo>
                    <a:pt x="366185" y="405237"/>
                  </a:lnTo>
                  <a:lnTo>
                    <a:pt x="366510" y="405092"/>
                  </a:lnTo>
                  <a:lnTo>
                    <a:pt x="366536" y="404956"/>
                  </a:lnTo>
                  <a:lnTo>
                    <a:pt x="366528" y="404803"/>
                  </a:lnTo>
                  <a:lnTo>
                    <a:pt x="366392" y="404250"/>
                  </a:lnTo>
                  <a:lnTo>
                    <a:pt x="366278" y="403959"/>
                  </a:lnTo>
                  <a:lnTo>
                    <a:pt x="366201" y="403795"/>
                  </a:lnTo>
                  <a:lnTo>
                    <a:pt x="366200" y="403659"/>
                  </a:lnTo>
                  <a:lnTo>
                    <a:pt x="366237" y="403405"/>
                  </a:lnTo>
                  <a:lnTo>
                    <a:pt x="366307" y="403081"/>
                  </a:lnTo>
                  <a:lnTo>
                    <a:pt x="366425" y="402882"/>
                  </a:lnTo>
                  <a:lnTo>
                    <a:pt x="366487" y="402732"/>
                  </a:lnTo>
                  <a:lnTo>
                    <a:pt x="366569" y="402495"/>
                  </a:lnTo>
                  <a:lnTo>
                    <a:pt x="366588" y="402307"/>
                  </a:lnTo>
                  <a:lnTo>
                    <a:pt x="366575" y="402099"/>
                  </a:lnTo>
                  <a:lnTo>
                    <a:pt x="366708" y="402053"/>
                  </a:lnTo>
                  <a:lnTo>
                    <a:pt x="366894" y="401979"/>
                  </a:lnTo>
                  <a:lnTo>
                    <a:pt x="367025" y="401856"/>
                  </a:lnTo>
                  <a:lnTo>
                    <a:pt x="364249" y="401699"/>
                  </a:lnTo>
                  <a:lnTo>
                    <a:pt x="353114" y="396727"/>
                  </a:lnTo>
                  <a:lnTo>
                    <a:pt x="352053" y="397360"/>
                  </a:lnTo>
                  <a:lnTo>
                    <a:pt x="327138" y="386686"/>
                  </a:lnTo>
                  <a:lnTo>
                    <a:pt x="327283" y="386858"/>
                  </a:lnTo>
                  <a:lnTo>
                    <a:pt x="327532" y="387153"/>
                  </a:lnTo>
                  <a:lnTo>
                    <a:pt x="327842" y="387388"/>
                  </a:lnTo>
                  <a:lnTo>
                    <a:pt x="328066" y="387468"/>
                  </a:lnTo>
                  <a:lnTo>
                    <a:pt x="328260" y="387556"/>
                  </a:lnTo>
                  <a:lnTo>
                    <a:pt x="328373" y="387817"/>
                  </a:lnTo>
                  <a:lnTo>
                    <a:pt x="328073" y="388089"/>
                  </a:lnTo>
                  <a:lnTo>
                    <a:pt x="328220" y="388437"/>
                  </a:lnTo>
                  <a:lnTo>
                    <a:pt x="328588" y="388437"/>
                  </a:lnTo>
                  <a:lnTo>
                    <a:pt x="329077" y="388590"/>
                  </a:lnTo>
                  <a:lnTo>
                    <a:pt x="329113" y="388914"/>
                  </a:lnTo>
                  <a:lnTo>
                    <a:pt x="329587" y="389149"/>
                  </a:lnTo>
                  <a:lnTo>
                    <a:pt x="329737" y="388956"/>
                  </a:lnTo>
                  <a:lnTo>
                    <a:pt x="330118" y="389249"/>
                  </a:lnTo>
                  <a:lnTo>
                    <a:pt x="331049" y="389663"/>
                  </a:lnTo>
                  <a:lnTo>
                    <a:pt x="331113" y="389892"/>
                  </a:lnTo>
                  <a:lnTo>
                    <a:pt x="331090" y="390104"/>
                  </a:lnTo>
                  <a:lnTo>
                    <a:pt x="331170" y="390255"/>
                  </a:lnTo>
                  <a:lnTo>
                    <a:pt x="331444" y="390631"/>
                  </a:lnTo>
                  <a:lnTo>
                    <a:pt x="331579" y="390706"/>
                  </a:lnTo>
                  <a:lnTo>
                    <a:pt x="331794" y="391185"/>
                  </a:lnTo>
                  <a:lnTo>
                    <a:pt x="331826" y="391369"/>
                  </a:lnTo>
                  <a:lnTo>
                    <a:pt x="332076" y="391741"/>
                  </a:lnTo>
                  <a:lnTo>
                    <a:pt x="331968" y="392312"/>
                  </a:lnTo>
                  <a:lnTo>
                    <a:pt x="332136" y="392696"/>
                  </a:lnTo>
                  <a:lnTo>
                    <a:pt x="332604" y="392952"/>
                  </a:lnTo>
                  <a:lnTo>
                    <a:pt x="333306" y="393269"/>
                  </a:lnTo>
                  <a:lnTo>
                    <a:pt x="333619" y="393322"/>
                  </a:lnTo>
                  <a:lnTo>
                    <a:pt x="334102" y="393473"/>
                  </a:lnTo>
                  <a:lnTo>
                    <a:pt x="334276" y="393803"/>
                  </a:lnTo>
                  <a:lnTo>
                    <a:pt x="334120" y="394075"/>
                  </a:lnTo>
                  <a:lnTo>
                    <a:pt x="333903" y="394620"/>
                  </a:lnTo>
                  <a:lnTo>
                    <a:pt x="334054" y="394881"/>
                  </a:lnTo>
                  <a:lnTo>
                    <a:pt x="333915" y="395157"/>
                  </a:lnTo>
                  <a:lnTo>
                    <a:pt x="334093" y="395437"/>
                  </a:lnTo>
                  <a:lnTo>
                    <a:pt x="334143" y="395910"/>
                  </a:lnTo>
                  <a:lnTo>
                    <a:pt x="334153" y="396095"/>
                  </a:lnTo>
                  <a:lnTo>
                    <a:pt x="334372" y="396533"/>
                  </a:lnTo>
                  <a:lnTo>
                    <a:pt x="334555" y="396790"/>
                  </a:lnTo>
                  <a:lnTo>
                    <a:pt x="334640" y="397111"/>
                  </a:lnTo>
                  <a:lnTo>
                    <a:pt x="334885" y="397438"/>
                  </a:lnTo>
                  <a:lnTo>
                    <a:pt x="334977" y="397600"/>
                  </a:lnTo>
                  <a:lnTo>
                    <a:pt x="334964" y="397744"/>
                  </a:lnTo>
                  <a:lnTo>
                    <a:pt x="334905" y="397947"/>
                  </a:lnTo>
                  <a:lnTo>
                    <a:pt x="334936" y="398198"/>
                  </a:lnTo>
                  <a:lnTo>
                    <a:pt x="295703" y="371846"/>
                  </a:lnTo>
                  <a:lnTo>
                    <a:pt x="288307" y="366490"/>
                  </a:lnTo>
                  <a:lnTo>
                    <a:pt x="288171" y="366156"/>
                  </a:lnTo>
                  <a:lnTo>
                    <a:pt x="287994" y="366108"/>
                  </a:lnTo>
                  <a:lnTo>
                    <a:pt x="287710" y="364467"/>
                  </a:lnTo>
                  <a:lnTo>
                    <a:pt x="274871" y="356598"/>
                  </a:lnTo>
                  <a:lnTo>
                    <a:pt x="273631" y="356653"/>
                  </a:lnTo>
                  <a:lnTo>
                    <a:pt x="273370" y="356793"/>
                  </a:lnTo>
                  <a:lnTo>
                    <a:pt x="273367" y="357039"/>
                  </a:lnTo>
                  <a:lnTo>
                    <a:pt x="273338" y="357243"/>
                  </a:lnTo>
                  <a:lnTo>
                    <a:pt x="273147" y="357563"/>
                  </a:lnTo>
                  <a:lnTo>
                    <a:pt x="265444" y="363471"/>
                  </a:lnTo>
                  <a:lnTo>
                    <a:pt x="253767" y="361139"/>
                  </a:lnTo>
                  <a:lnTo>
                    <a:pt x="253607" y="361723"/>
                  </a:lnTo>
                  <a:lnTo>
                    <a:pt x="253444" y="362146"/>
                  </a:lnTo>
                  <a:lnTo>
                    <a:pt x="253229" y="362558"/>
                  </a:lnTo>
                  <a:lnTo>
                    <a:pt x="253091" y="362786"/>
                  </a:lnTo>
                  <a:lnTo>
                    <a:pt x="252958" y="363008"/>
                  </a:lnTo>
                  <a:lnTo>
                    <a:pt x="252753" y="363336"/>
                  </a:lnTo>
                  <a:lnTo>
                    <a:pt x="252586" y="363558"/>
                  </a:lnTo>
                  <a:lnTo>
                    <a:pt x="252430" y="363744"/>
                  </a:lnTo>
                  <a:lnTo>
                    <a:pt x="252400" y="366361"/>
                  </a:lnTo>
                  <a:lnTo>
                    <a:pt x="217090" y="354898"/>
                  </a:lnTo>
                  <a:lnTo>
                    <a:pt x="216883" y="354642"/>
                  </a:lnTo>
                  <a:lnTo>
                    <a:pt x="216964" y="354232"/>
                  </a:lnTo>
                  <a:lnTo>
                    <a:pt x="216771" y="354114"/>
                  </a:lnTo>
                  <a:lnTo>
                    <a:pt x="216569" y="354042"/>
                  </a:lnTo>
                  <a:lnTo>
                    <a:pt x="216398" y="353850"/>
                  </a:lnTo>
                  <a:lnTo>
                    <a:pt x="216063" y="353673"/>
                  </a:lnTo>
                  <a:lnTo>
                    <a:pt x="215891" y="353646"/>
                  </a:lnTo>
                  <a:lnTo>
                    <a:pt x="215375" y="353417"/>
                  </a:lnTo>
                  <a:lnTo>
                    <a:pt x="214888" y="353581"/>
                  </a:lnTo>
                  <a:lnTo>
                    <a:pt x="214614" y="353608"/>
                  </a:lnTo>
                  <a:lnTo>
                    <a:pt x="214359" y="353377"/>
                  </a:lnTo>
                  <a:lnTo>
                    <a:pt x="214112" y="353038"/>
                  </a:lnTo>
                  <a:lnTo>
                    <a:pt x="213963" y="352793"/>
                  </a:lnTo>
                  <a:lnTo>
                    <a:pt x="213680" y="352350"/>
                  </a:lnTo>
                  <a:lnTo>
                    <a:pt x="213317" y="352498"/>
                  </a:lnTo>
                  <a:lnTo>
                    <a:pt x="212522" y="352706"/>
                  </a:lnTo>
                  <a:lnTo>
                    <a:pt x="212223" y="353023"/>
                  </a:lnTo>
                  <a:lnTo>
                    <a:pt x="212093" y="353020"/>
                  </a:lnTo>
                  <a:lnTo>
                    <a:pt x="211867" y="352964"/>
                  </a:lnTo>
                  <a:lnTo>
                    <a:pt x="211333" y="352803"/>
                  </a:lnTo>
                  <a:lnTo>
                    <a:pt x="210895" y="352541"/>
                  </a:lnTo>
                  <a:lnTo>
                    <a:pt x="210700" y="352560"/>
                  </a:lnTo>
                  <a:lnTo>
                    <a:pt x="210250" y="352461"/>
                  </a:lnTo>
                  <a:lnTo>
                    <a:pt x="209764" y="352082"/>
                  </a:lnTo>
                  <a:lnTo>
                    <a:pt x="209479" y="352040"/>
                  </a:lnTo>
                  <a:lnTo>
                    <a:pt x="208995" y="351882"/>
                  </a:lnTo>
                  <a:lnTo>
                    <a:pt x="208321" y="351616"/>
                  </a:lnTo>
                  <a:lnTo>
                    <a:pt x="208034" y="351291"/>
                  </a:lnTo>
                  <a:lnTo>
                    <a:pt x="207826" y="351293"/>
                  </a:lnTo>
                  <a:lnTo>
                    <a:pt x="207244" y="351361"/>
                  </a:lnTo>
                  <a:lnTo>
                    <a:pt x="206609" y="351635"/>
                  </a:lnTo>
                  <a:lnTo>
                    <a:pt x="206452" y="351638"/>
                  </a:lnTo>
                  <a:lnTo>
                    <a:pt x="206072" y="351506"/>
                  </a:lnTo>
                  <a:lnTo>
                    <a:pt x="197379" y="351283"/>
                  </a:lnTo>
                  <a:lnTo>
                    <a:pt x="197726" y="351644"/>
                  </a:lnTo>
                  <a:lnTo>
                    <a:pt x="197848" y="352131"/>
                  </a:lnTo>
                  <a:lnTo>
                    <a:pt x="198388" y="352301"/>
                  </a:lnTo>
                  <a:lnTo>
                    <a:pt x="198640" y="352646"/>
                  </a:lnTo>
                  <a:lnTo>
                    <a:pt x="198788" y="352886"/>
                  </a:lnTo>
                  <a:lnTo>
                    <a:pt x="198818" y="353125"/>
                  </a:lnTo>
                  <a:lnTo>
                    <a:pt x="199243" y="353643"/>
                  </a:lnTo>
                  <a:lnTo>
                    <a:pt x="197888" y="356482"/>
                  </a:lnTo>
                  <a:lnTo>
                    <a:pt x="197862" y="356699"/>
                  </a:lnTo>
                  <a:lnTo>
                    <a:pt x="197649" y="357021"/>
                  </a:lnTo>
                  <a:lnTo>
                    <a:pt x="197328" y="357201"/>
                  </a:lnTo>
                  <a:lnTo>
                    <a:pt x="197434" y="357453"/>
                  </a:lnTo>
                  <a:lnTo>
                    <a:pt x="197501" y="357583"/>
                  </a:lnTo>
                  <a:lnTo>
                    <a:pt x="197362" y="357953"/>
                  </a:lnTo>
                  <a:lnTo>
                    <a:pt x="197181" y="358178"/>
                  </a:lnTo>
                  <a:lnTo>
                    <a:pt x="197115" y="358793"/>
                  </a:lnTo>
                  <a:lnTo>
                    <a:pt x="197252" y="358883"/>
                  </a:lnTo>
                  <a:lnTo>
                    <a:pt x="197444" y="358889"/>
                  </a:lnTo>
                  <a:lnTo>
                    <a:pt x="197671" y="359151"/>
                  </a:lnTo>
                  <a:lnTo>
                    <a:pt x="197761" y="359655"/>
                  </a:lnTo>
                  <a:lnTo>
                    <a:pt x="197722" y="359886"/>
                  </a:lnTo>
                  <a:lnTo>
                    <a:pt x="197561" y="360214"/>
                  </a:lnTo>
                  <a:lnTo>
                    <a:pt x="197165" y="360701"/>
                  </a:lnTo>
                  <a:lnTo>
                    <a:pt x="196968" y="360893"/>
                  </a:lnTo>
                  <a:lnTo>
                    <a:pt x="196730" y="361107"/>
                  </a:lnTo>
                  <a:lnTo>
                    <a:pt x="196609" y="361556"/>
                  </a:lnTo>
                  <a:lnTo>
                    <a:pt x="196640" y="361709"/>
                  </a:lnTo>
                  <a:lnTo>
                    <a:pt x="196274" y="362084"/>
                  </a:lnTo>
                  <a:lnTo>
                    <a:pt x="196202" y="362242"/>
                  </a:lnTo>
                  <a:lnTo>
                    <a:pt x="196284" y="363049"/>
                  </a:lnTo>
                  <a:lnTo>
                    <a:pt x="196486" y="363358"/>
                  </a:lnTo>
                  <a:lnTo>
                    <a:pt x="196692" y="363536"/>
                  </a:lnTo>
                  <a:lnTo>
                    <a:pt x="196452" y="364390"/>
                  </a:lnTo>
                  <a:lnTo>
                    <a:pt x="196554" y="364605"/>
                  </a:lnTo>
                  <a:lnTo>
                    <a:pt x="196491" y="364807"/>
                  </a:lnTo>
                  <a:lnTo>
                    <a:pt x="196419" y="365031"/>
                  </a:lnTo>
                  <a:lnTo>
                    <a:pt x="196458" y="365361"/>
                  </a:lnTo>
                  <a:lnTo>
                    <a:pt x="196715" y="365380"/>
                  </a:lnTo>
                  <a:lnTo>
                    <a:pt x="196896" y="365529"/>
                  </a:lnTo>
                  <a:lnTo>
                    <a:pt x="196851" y="365722"/>
                  </a:lnTo>
                  <a:lnTo>
                    <a:pt x="196917" y="366032"/>
                  </a:lnTo>
                  <a:lnTo>
                    <a:pt x="197104" y="366261"/>
                  </a:lnTo>
                  <a:lnTo>
                    <a:pt x="197268" y="366248"/>
                  </a:lnTo>
                  <a:lnTo>
                    <a:pt x="198527" y="368079"/>
                  </a:lnTo>
                  <a:lnTo>
                    <a:pt x="198617" y="369098"/>
                  </a:lnTo>
                  <a:lnTo>
                    <a:pt x="198540" y="369930"/>
                  </a:lnTo>
                  <a:lnTo>
                    <a:pt x="198552" y="370176"/>
                  </a:lnTo>
                  <a:lnTo>
                    <a:pt x="198557" y="371180"/>
                  </a:lnTo>
                  <a:lnTo>
                    <a:pt x="199923" y="373262"/>
                  </a:lnTo>
                  <a:lnTo>
                    <a:pt x="199912" y="373445"/>
                  </a:lnTo>
                  <a:lnTo>
                    <a:pt x="199911" y="373631"/>
                  </a:lnTo>
                  <a:lnTo>
                    <a:pt x="198562" y="382033"/>
                  </a:lnTo>
                  <a:lnTo>
                    <a:pt x="198418" y="382074"/>
                  </a:lnTo>
                  <a:lnTo>
                    <a:pt x="197919" y="382185"/>
                  </a:lnTo>
                  <a:lnTo>
                    <a:pt x="197729" y="382245"/>
                  </a:lnTo>
                  <a:lnTo>
                    <a:pt x="197275" y="382452"/>
                  </a:lnTo>
                  <a:lnTo>
                    <a:pt x="196759" y="382320"/>
                  </a:lnTo>
                  <a:lnTo>
                    <a:pt x="196335" y="382259"/>
                  </a:lnTo>
                  <a:lnTo>
                    <a:pt x="196259" y="382439"/>
                  </a:lnTo>
                  <a:lnTo>
                    <a:pt x="195924" y="382416"/>
                  </a:lnTo>
                  <a:lnTo>
                    <a:pt x="195796" y="382354"/>
                  </a:lnTo>
                  <a:lnTo>
                    <a:pt x="195603" y="382148"/>
                  </a:lnTo>
                  <a:lnTo>
                    <a:pt x="194974" y="381685"/>
                  </a:lnTo>
                  <a:lnTo>
                    <a:pt x="194786" y="381553"/>
                  </a:lnTo>
                  <a:lnTo>
                    <a:pt x="194389" y="381448"/>
                  </a:lnTo>
                  <a:lnTo>
                    <a:pt x="193795" y="381456"/>
                  </a:lnTo>
                  <a:lnTo>
                    <a:pt x="193591" y="381478"/>
                  </a:lnTo>
                  <a:lnTo>
                    <a:pt x="193247" y="381298"/>
                  </a:lnTo>
                  <a:lnTo>
                    <a:pt x="193097" y="381201"/>
                  </a:lnTo>
                  <a:lnTo>
                    <a:pt x="192844" y="380885"/>
                  </a:lnTo>
                  <a:lnTo>
                    <a:pt x="192283" y="380738"/>
                  </a:lnTo>
                  <a:lnTo>
                    <a:pt x="192092" y="380606"/>
                  </a:lnTo>
                  <a:lnTo>
                    <a:pt x="191806" y="380387"/>
                  </a:lnTo>
                  <a:lnTo>
                    <a:pt x="191521" y="380357"/>
                  </a:lnTo>
                  <a:lnTo>
                    <a:pt x="191390" y="380384"/>
                  </a:lnTo>
                  <a:lnTo>
                    <a:pt x="191128" y="380227"/>
                  </a:lnTo>
                  <a:lnTo>
                    <a:pt x="190766" y="379817"/>
                  </a:lnTo>
                  <a:lnTo>
                    <a:pt x="190495" y="379818"/>
                  </a:lnTo>
                  <a:lnTo>
                    <a:pt x="190233" y="379848"/>
                  </a:lnTo>
                  <a:lnTo>
                    <a:pt x="190305" y="380092"/>
                  </a:lnTo>
                  <a:lnTo>
                    <a:pt x="190355" y="380280"/>
                  </a:lnTo>
                  <a:lnTo>
                    <a:pt x="190369" y="380533"/>
                  </a:lnTo>
                  <a:lnTo>
                    <a:pt x="190652" y="380929"/>
                  </a:lnTo>
                  <a:lnTo>
                    <a:pt x="190851" y="381122"/>
                  </a:lnTo>
                  <a:lnTo>
                    <a:pt x="190941" y="381334"/>
                  </a:lnTo>
                  <a:lnTo>
                    <a:pt x="190932" y="381588"/>
                  </a:lnTo>
                  <a:lnTo>
                    <a:pt x="191129" y="381956"/>
                  </a:lnTo>
                  <a:lnTo>
                    <a:pt x="190747" y="381887"/>
                  </a:lnTo>
                  <a:lnTo>
                    <a:pt x="190618" y="381734"/>
                  </a:lnTo>
                  <a:lnTo>
                    <a:pt x="190437" y="381612"/>
                  </a:lnTo>
                  <a:lnTo>
                    <a:pt x="190109" y="381821"/>
                  </a:lnTo>
                  <a:lnTo>
                    <a:pt x="189717" y="381980"/>
                  </a:lnTo>
                  <a:lnTo>
                    <a:pt x="189527" y="381901"/>
                  </a:lnTo>
                  <a:lnTo>
                    <a:pt x="189310" y="381854"/>
                  </a:lnTo>
                  <a:lnTo>
                    <a:pt x="188795" y="382487"/>
                  </a:lnTo>
                  <a:lnTo>
                    <a:pt x="188767" y="382801"/>
                  </a:lnTo>
                  <a:lnTo>
                    <a:pt x="189107" y="383118"/>
                  </a:lnTo>
                  <a:lnTo>
                    <a:pt x="189333" y="383270"/>
                  </a:lnTo>
                  <a:lnTo>
                    <a:pt x="189575" y="383425"/>
                  </a:lnTo>
                  <a:lnTo>
                    <a:pt x="189891" y="383576"/>
                  </a:lnTo>
                  <a:lnTo>
                    <a:pt x="190087" y="383808"/>
                  </a:lnTo>
                  <a:lnTo>
                    <a:pt x="189945" y="384454"/>
                  </a:lnTo>
                  <a:lnTo>
                    <a:pt x="189450" y="384898"/>
                  </a:lnTo>
                  <a:lnTo>
                    <a:pt x="188946" y="384902"/>
                  </a:lnTo>
                  <a:lnTo>
                    <a:pt x="188585" y="385066"/>
                  </a:lnTo>
                  <a:lnTo>
                    <a:pt x="188407" y="385099"/>
                  </a:lnTo>
                  <a:lnTo>
                    <a:pt x="188002" y="385048"/>
                  </a:lnTo>
                  <a:lnTo>
                    <a:pt x="187102" y="384901"/>
                  </a:lnTo>
                  <a:lnTo>
                    <a:pt x="186427" y="384782"/>
                  </a:lnTo>
                  <a:lnTo>
                    <a:pt x="186248" y="384770"/>
                  </a:lnTo>
                  <a:lnTo>
                    <a:pt x="185939" y="384999"/>
                  </a:lnTo>
                  <a:lnTo>
                    <a:pt x="185848" y="385270"/>
                  </a:lnTo>
                  <a:lnTo>
                    <a:pt x="185562" y="385335"/>
                  </a:lnTo>
                  <a:lnTo>
                    <a:pt x="184935" y="385172"/>
                  </a:lnTo>
                  <a:lnTo>
                    <a:pt x="184390" y="385625"/>
                  </a:lnTo>
                  <a:lnTo>
                    <a:pt x="184419" y="385838"/>
                  </a:lnTo>
                  <a:lnTo>
                    <a:pt x="184462" y="385990"/>
                  </a:lnTo>
                  <a:lnTo>
                    <a:pt x="185420" y="386709"/>
                  </a:lnTo>
                  <a:lnTo>
                    <a:pt x="185809" y="386879"/>
                  </a:lnTo>
                  <a:lnTo>
                    <a:pt x="186136" y="387129"/>
                  </a:lnTo>
                  <a:lnTo>
                    <a:pt x="185842" y="387479"/>
                  </a:lnTo>
                  <a:lnTo>
                    <a:pt x="185783" y="387745"/>
                  </a:lnTo>
                  <a:lnTo>
                    <a:pt x="185761" y="387929"/>
                  </a:lnTo>
                  <a:lnTo>
                    <a:pt x="185767" y="388449"/>
                  </a:lnTo>
                  <a:lnTo>
                    <a:pt x="185741" y="388584"/>
                  </a:lnTo>
                  <a:lnTo>
                    <a:pt x="185659" y="388888"/>
                  </a:lnTo>
                  <a:lnTo>
                    <a:pt x="185298" y="389362"/>
                  </a:lnTo>
                  <a:lnTo>
                    <a:pt x="184881" y="389879"/>
                  </a:lnTo>
                  <a:lnTo>
                    <a:pt x="184677" y="390201"/>
                  </a:lnTo>
                  <a:lnTo>
                    <a:pt x="184563" y="390502"/>
                  </a:lnTo>
                  <a:lnTo>
                    <a:pt x="184201" y="390817"/>
                  </a:lnTo>
                  <a:lnTo>
                    <a:pt x="183906" y="391051"/>
                  </a:lnTo>
                  <a:lnTo>
                    <a:pt x="183677" y="391401"/>
                  </a:lnTo>
                  <a:lnTo>
                    <a:pt x="183333" y="391793"/>
                  </a:lnTo>
                  <a:lnTo>
                    <a:pt x="183045" y="392079"/>
                  </a:lnTo>
                  <a:lnTo>
                    <a:pt x="182969" y="392315"/>
                  </a:lnTo>
                  <a:lnTo>
                    <a:pt x="182942" y="392609"/>
                  </a:lnTo>
                  <a:lnTo>
                    <a:pt x="182966" y="392850"/>
                  </a:lnTo>
                  <a:lnTo>
                    <a:pt x="183155" y="393203"/>
                  </a:lnTo>
                  <a:lnTo>
                    <a:pt x="183308" y="393489"/>
                  </a:lnTo>
                  <a:lnTo>
                    <a:pt x="183307" y="393721"/>
                  </a:lnTo>
                  <a:lnTo>
                    <a:pt x="183375" y="393964"/>
                  </a:lnTo>
                  <a:lnTo>
                    <a:pt x="183548" y="394234"/>
                  </a:lnTo>
                  <a:lnTo>
                    <a:pt x="183677" y="394417"/>
                  </a:lnTo>
                  <a:lnTo>
                    <a:pt x="183895" y="394594"/>
                  </a:lnTo>
                  <a:lnTo>
                    <a:pt x="184184" y="394816"/>
                  </a:lnTo>
                  <a:lnTo>
                    <a:pt x="183984" y="395152"/>
                  </a:lnTo>
                  <a:lnTo>
                    <a:pt x="184140" y="395475"/>
                  </a:lnTo>
                  <a:lnTo>
                    <a:pt x="184396" y="395820"/>
                  </a:lnTo>
                  <a:lnTo>
                    <a:pt x="184575" y="396496"/>
                  </a:lnTo>
                  <a:lnTo>
                    <a:pt x="184632" y="396739"/>
                  </a:lnTo>
                  <a:lnTo>
                    <a:pt x="184720" y="398544"/>
                  </a:lnTo>
                  <a:lnTo>
                    <a:pt x="180604" y="397340"/>
                  </a:lnTo>
                  <a:lnTo>
                    <a:pt x="179962" y="397142"/>
                  </a:lnTo>
                  <a:lnTo>
                    <a:pt x="179395" y="397013"/>
                  </a:lnTo>
                  <a:lnTo>
                    <a:pt x="178988" y="396758"/>
                  </a:lnTo>
                  <a:lnTo>
                    <a:pt x="178308" y="396590"/>
                  </a:lnTo>
                  <a:lnTo>
                    <a:pt x="177943" y="396564"/>
                  </a:lnTo>
                  <a:lnTo>
                    <a:pt x="177191" y="396377"/>
                  </a:lnTo>
                  <a:lnTo>
                    <a:pt x="175252" y="395812"/>
                  </a:lnTo>
                  <a:lnTo>
                    <a:pt x="174795" y="395729"/>
                  </a:lnTo>
                  <a:lnTo>
                    <a:pt x="174263" y="395742"/>
                  </a:lnTo>
                  <a:lnTo>
                    <a:pt x="173612" y="395695"/>
                  </a:lnTo>
                  <a:lnTo>
                    <a:pt x="173221" y="395705"/>
                  </a:lnTo>
                  <a:lnTo>
                    <a:pt x="172429" y="395891"/>
                  </a:lnTo>
                  <a:lnTo>
                    <a:pt x="171341" y="396794"/>
                  </a:lnTo>
                  <a:lnTo>
                    <a:pt x="171132" y="396849"/>
                  </a:lnTo>
                  <a:lnTo>
                    <a:pt x="170781" y="396951"/>
                  </a:lnTo>
                  <a:lnTo>
                    <a:pt x="170419" y="397616"/>
                  </a:lnTo>
                  <a:lnTo>
                    <a:pt x="170433" y="397878"/>
                  </a:lnTo>
                  <a:lnTo>
                    <a:pt x="170387" y="398026"/>
                  </a:lnTo>
                  <a:lnTo>
                    <a:pt x="170249" y="398185"/>
                  </a:lnTo>
                  <a:lnTo>
                    <a:pt x="169590" y="399595"/>
                  </a:lnTo>
                  <a:lnTo>
                    <a:pt x="169553" y="399783"/>
                  </a:lnTo>
                  <a:lnTo>
                    <a:pt x="169596" y="400180"/>
                  </a:lnTo>
                  <a:lnTo>
                    <a:pt x="169446" y="400281"/>
                  </a:lnTo>
                  <a:lnTo>
                    <a:pt x="169184" y="400483"/>
                  </a:lnTo>
                  <a:lnTo>
                    <a:pt x="169518" y="400857"/>
                  </a:lnTo>
                  <a:lnTo>
                    <a:pt x="169573" y="401584"/>
                  </a:lnTo>
                  <a:lnTo>
                    <a:pt x="169245" y="401760"/>
                  </a:lnTo>
                  <a:lnTo>
                    <a:pt x="169061" y="401747"/>
                  </a:lnTo>
                  <a:lnTo>
                    <a:pt x="168854" y="401732"/>
                  </a:lnTo>
                  <a:lnTo>
                    <a:pt x="167942" y="402268"/>
                  </a:lnTo>
                  <a:lnTo>
                    <a:pt x="167532" y="402264"/>
                  </a:lnTo>
                  <a:lnTo>
                    <a:pt x="167225" y="401601"/>
                  </a:lnTo>
                  <a:lnTo>
                    <a:pt x="167181" y="401388"/>
                  </a:lnTo>
                  <a:lnTo>
                    <a:pt x="167063" y="401211"/>
                  </a:lnTo>
                  <a:lnTo>
                    <a:pt x="166357" y="401073"/>
                  </a:lnTo>
                  <a:lnTo>
                    <a:pt x="166046" y="401091"/>
                  </a:lnTo>
                  <a:lnTo>
                    <a:pt x="165385" y="401312"/>
                  </a:lnTo>
                  <a:lnTo>
                    <a:pt x="165577" y="401563"/>
                  </a:lnTo>
                  <a:lnTo>
                    <a:pt x="165637" y="401775"/>
                  </a:lnTo>
                  <a:lnTo>
                    <a:pt x="165329" y="402006"/>
                  </a:lnTo>
                  <a:lnTo>
                    <a:pt x="165088" y="402115"/>
                  </a:lnTo>
                  <a:lnTo>
                    <a:pt x="164371" y="401928"/>
                  </a:lnTo>
                  <a:lnTo>
                    <a:pt x="164333" y="401794"/>
                  </a:lnTo>
                  <a:lnTo>
                    <a:pt x="164136" y="401699"/>
                  </a:lnTo>
                  <a:lnTo>
                    <a:pt x="163993" y="401697"/>
                  </a:lnTo>
                  <a:lnTo>
                    <a:pt x="163786" y="401671"/>
                  </a:lnTo>
                  <a:lnTo>
                    <a:pt x="163645" y="401623"/>
                  </a:lnTo>
                  <a:lnTo>
                    <a:pt x="163423" y="401539"/>
                  </a:lnTo>
                  <a:lnTo>
                    <a:pt x="163265" y="401210"/>
                  </a:lnTo>
                  <a:lnTo>
                    <a:pt x="162974" y="401232"/>
                  </a:lnTo>
                  <a:lnTo>
                    <a:pt x="162536" y="401078"/>
                  </a:lnTo>
                  <a:lnTo>
                    <a:pt x="162566" y="400803"/>
                  </a:lnTo>
                  <a:lnTo>
                    <a:pt x="162365" y="400774"/>
                  </a:lnTo>
                  <a:lnTo>
                    <a:pt x="162033" y="400743"/>
                  </a:lnTo>
                  <a:lnTo>
                    <a:pt x="161557" y="400704"/>
                  </a:lnTo>
                  <a:lnTo>
                    <a:pt x="161372" y="400668"/>
                  </a:lnTo>
                  <a:lnTo>
                    <a:pt x="161209" y="400597"/>
                  </a:lnTo>
                  <a:lnTo>
                    <a:pt x="161159" y="400434"/>
                  </a:lnTo>
                  <a:lnTo>
                    <a:pt x="160833" y="400237"/>
                  </a:lnTo>
                  <a:lnTo>
                    <a:pt x="160602" y="400212"/>
                  </a:lnTo>
                  <a:lnTo>
                    <a:pt x="160379" y="400334"/>
                  </a:lnTo>
                  <a:lnTo>
                    <a:pt x="160077" y="400422"/>
                  </a:lnTo>
                  <a:lnTo>
                    <a:pt x="159942" y="400401"/>
                  </a:lnTo>
                  <a:lnTo>
                    <a:pt x="159646" y="400246"/>
                  </a:lnTo>
                  <a:lnTo>
                    <a:pt x="159366" y="400330"/>
                  </a:lnTo>
                  <a:lnTo>
                    <a:pt x="159311" y="400501"/>
                  </a:lnTo>
                  <a:lnTo>
                    <a:pt x="159218" y="400769"/>
                  </a:lnTo>
                  <a:lnTo>
                    <a:pt x="159032" y="400969"/>
                  </a:lnTo>
                  <a:lnTo>
                    <a:pt x="158588" y="400807"/>
                  </a:lnTo>
                  <a:lnTo>
                    <a:pt x="158390" y="400718"/>
                  </a:lnTo>
                  <a:lnTo>
                    <a:pt x="158146" y="400583"/>
                  </a:lnTo>
                  <a:lnTo>
                    <a:pt x="157893" y="400403"/>
                  </a:lnTo>
                  <a:lnTo>
                    <a:pt x="157463" y="400027"/>
                  </a:lnTo>
                  <a:lnTo>
                    <a:pt x="157370" y="399830"/>
                  </a:lnTo>
                  <a:lnTo>
                    <a:pt x="157336" y="399688"/>
                  </a:lnTo>
                  <a:lnTo>
                    <a:pt x="157050" y="399620"/>
                  </a:lnTo>
                  <a:lnTo>
                    <a:pt x="156840" y="399673"/>
                  </a:lnTo>
                  <a:lnTo>
                    <a:pt x="156628" y="399599"/>
                  </a:lnTo>
                  <a:lnTo>
                    <a:pt x="156558" y="399273"/>
                  </a:lnTo>
                  <a:lnTo>
                    <a:pt x="156305" y="399307"/>
                  </a:lnTo>
                  <a:lnTo>
                    <a:pt x="156145" y="399270"/>
                  </a:lnTo>
                  <a:lnTo>
                    <a:pt x="155467" y="398808"/>
                  </a:lnTo>
                  <a:lnTo>
                    <a:pt x="155237" y="398766"/>
                  </a:lnTo>
                  <a:lnTo>
                    <a:pt x="155023" y="398565"/>
                  </a:lnTo>
                  <a:lnTo>
                    <a:pt x="154726" y="398297"/>
                  </a:lnTo>
                  <a:lnTo>
                    <a:pt x="154349" y="398269"/>
                  </a:lnTo>
                  <a:lnTo>
                    <a:pt x="153472" y="397515"/>
                  </a:lnTo>
                  <a:lnTo>
                    <a:pt x="152740" y="396228"/>
                  </a:lnTo>
                  <a:lnTo>
                    <a:pt x="152576" y="396017"/>
                  </a:lnTo>
                  <a:lnTo>
                    <a:pt x="152410" y="395791"/>
                  </a:lnTo>
                  <a:lnTo>
                    <a:pt x="151731" y="395241"/>
                  </a:lnTo>
                  <a:lnTo>
                    <a:pt x="151356" y="395304"/>
                  </a:lnTo>
                  <a:lnTo>
                    <a:pt x="151055" y="395396"/>
                  </a:lnTo>
                  <a:lnTo>
                    <a:pt x="149846" y="394833"/>
                  </a:lnTo>
                  <a:lnTo>
                    <a:pt x="149838" y="394686"/>
                  </a:lnTo>
                  <a:lnTo>
                    <a:pt x="149540" y="393704"/>
                  </a:lnTo>
                  <a:lnTo>
                    <a:pt x="149442" y="393294"/>
                  </a:lnTo>
                  <a:lnTo>
                    <a:pt x="149292" y="392637"/>
                  </a:lnTo>
                  <a:lnTo>
                    <a:pt x="148545" y="392178"/>
                  </a:lnTo>
                  <a:lnTo>
                    <a:pt x="148355" y="392257"/>
                  </a:lnTo>
                  <a:lnTo>
                    <a:pt x="148159" y="392323"/>
                  </a:lnTo>
                  <a:lnTo>
                    <a:pt x="147972" y="392326"/>
                  </a:lnTo>
                  <a:lnTo>
                    <a:pt x="147273" y="392092"/>
                  </a:lnTo>
                  <a:lnTo>
                    <a:pt x="147112" y="392100"/>
                  </a:lnTo>
                  <a:lnTo>
                    <a:pt x="146673" y="392078"/>
                  </a:lnTo>
                  <a:lnTo>
                    <a:pt x="146267" y="391571"/>
                  </a:lnTo>
                  <a:lnTo>
                    <a:pt x="145772" y="391489"/>
                  </a:lnTo>
                  <a:lnTo>
                    <a:pt x="144796" y="391226"/>
                  </a:lnTo>
                  <a:lnTo>
                    <a:pt x="144431" y="390961"/>
                  </a:lnTo>
                  <a:lnTo>
                    <a:pt x="144380" y="390760"/>
                  </a:lnTo>
                  <a:lnTo>
                    <a:pt x="144016" y="390210"/>
                  </a:lnTo>
                  <a:lnTo>
                    <a:pt x="143298" y="390104"/>
                  </a:lnTo>
                  <a:lnTo>
                    <a:pt x="142273" y="390499"/>
                  </a:lnTo>
                  <a:lnTo>
                    <a:pt x="141572" y="391663"/>
                  </a:lnTo>
                  <a:lnTo>
                    <a:pt x="141194" y="391529"/>
                  </a:lnTo>
                  <a:lnTo>
                    <a:pt x="140798" y="391941"/>
                  </a:lnTo>
                  <a:lnTo>
                    <a:pt x="140621" y="392158"/>
                  </a:lnTo>
                  <a:lnTo>
                    <a:pt x="140274" y="392504"/>
                  </a:lnTo>
                  <a:lnTo>
                    <a:pt x="139712" y="392833"/>
                  </a:lnTo>
                  <a:lnTo>
                    <a:pt x="139544" y="392860"/>
                  </a:lnTo>
                  <a:lnTo>
                    <a:pt x="139236" y="392792"/>
                  </a:lnTo>
                  <a:lnTo>
                    <a:pt x="138950" y="392680"/>
                  </a:lnTo>
                  <a:lnTo>
                    <a:pt x="138708" y="392638"/>
                  </a:lnTo>
                  <a:lnTo>
                    <a:pt x="138418" y="392746"/>
                  </a:lnTo>
                  <a:lnTo>
                    <a:pt x="138050" y="393045"/>
                  </a:lnTo>
                  <a:lnTo>
                    <a:pt x="137890" y="393523"/>
                  </a:lnTo>
                  <a:lnTo>
                    <a:pt x="137233" y="393759"/>
                  </a:lnTo>
                  <a:lnTo>
                    <a:pt x="136872" y="394022"/>
                  </a:lnTo>
                  <a:lnTo>
                    <a:pt x="136433" y="394117"/>
                  </a:lnTo>
                  <a:lnTo>
                    <a:pt x="136155" y="394546"/>
                  </a:lnTo>
                  <a:lnTo>
                    <a:pt x="135976" y="394660"/>
                  </a:lnTo>
                  <a:lnTo>
                    <a:pt x="135608" y="395003"/>
                  </a:lnTo>
                  <a:lnTo>
                    <a:pt x="135176" y="394895"/>
                  </a:lnTo>
                  <a:lnTo>
                    <a:pt x="135188" y="394711"/>
                  </a:lnTo>
                  <a:lnTo>
                    <a:pt x="134964" y="394141"/>
                  </a:lnTo>
                  <a:lnTo>
                    <a:pt x="134652" y="394029"/>
                  </a:lnTo>
                  <a:lnTo>
                    <a:pt x="134382" y="394096"/>
                  </a:lnTo>
                  <a:lnTo>
                    <a:pt x="134114" y="394385"/>
                  </a:lnTo>
                  <a:lnTo>
                    <a:pt x="133905" y="394673"/>
                  </a:lnTo>
                  <a:lnTo>
                    <a:pt x="133586" y="394844"/>
                  </a:lnTo>
                  <a:lnTo>
                    <a:pt x="133383" y="394927"/>
                  </a:lnTo>
                  <a:lnTo>
                    <a:pt x="133228" y="395036"/>
                  </a:lnTo>
                  <a:lnTo>
                    <a:pt x="132952" y="395188"/>
                  </a:lnTo>
                  <a:lnTo>
                    <a:pt x="132818" y="395073"/>
                  </a:lnTo>
                  <a:lnTo>
                    <a:pt x="132154" y="394415"/>
                  </a:lnTo>
                  <a:lnTo>
                    <a:pt x="131519" y="394262"/>
                  </a:lnTo>
                  <a:lnTo>
                    <a:pt x="130521" y="394530"/>
                  </a:lnTo>
                  <a:lnTo>
                    <a:pt x="130367" y="394597"/>
                  </a:lnTo>
                  <a:lnTo>
                    <a:pt x="129635" y="394557"/>
                  </a:lnTo>
                  <a:lnTo>
                    <a:pt x="129255" y="394311"/>
                  </a:lnTo>
                  <a:lnTo>
                    <a:pt x="129000" y="394110"/>
                  </a:lnTo>
                  <a:lnTo>
                    <a:pt x="128592" y="394177"/>
                  </a:lnTo>
                  <a:lnTo>
                    <a:pt x="128121" y="394361"/>
                  </a:lnTo>
                  <a:lnTo>
                    <a:pt x="127604" y="393968"/>
                  </a:lnTo>
                  <a:lnTo>
                    <a:pt x="126492" y="394152"/>
                  </a:lnTo>
                  <a:lnTo>
                    <a:pt x="126295" y="394216"/>
                  </a:lnTo>
                  <a:lnTo>
                    <a:pt x="125590" y="394715"/>
                  </a:lnTo>
                  <a:lnTo>
                    <a:pt x="125235" y="394922"/>
                  </a:lnTo>
                  <a:lnTo>
                    <a:pt x="125018" y="394901"/>
                  </a:lnTo>
                  <a:lnTo>
                    <a:pt x="124754" y="394753"/>
                  </a:lnTo>
                  <a:lnTo>
                    <a:pt x="124604" y="394378"/>
                  </a:lnTo>
                  <a:lnTo>
                    <a:pt x="124462" y="394143"/>
                  </a:lnTo>
                  <a:lnTo>
                    <a:pt x="124335" y="393987"/>
                  </a:lnTo>
                  <a:lnTo>
                    <a:pt x="123902" y="393853"/>
                  </a:lnTo>
                  <a:lnTo>
                    <a:pt x="123533" y="393492"/>
                  </a:lnTo>
                  <a:lnTo>
                    <a:pt x="123235" y="393287"/>
                  </a:lnTo>
                  <a:lnTo>
                    <a:pt x="122733" y="393503"/>
                  </a:lnTo>
                  <a:lnTo>
                    <a:pt x="122590" y="393526"/>
                  </a:lnTo>
                  <a:lnTo>
                    <a:pt x="121905" y="392607"/>
                  </a:lnTo>
                  <a:lnTo>
                    <a:pt x="121942" y="392036"/>
                  </a:lnTo>
                  <a:lnTo>
                    <a:pt x="121722" y="391606"/>
                  </a:lnTo>
                  <a:lnTo>
                    <a:pt x="121748" y="391298"/>
                  </a:lnTo>
                  <a:lnTo>
                    <a:pt x="121196" y="391046"/>
                  </a:lnTo>
                  <a:lnTo>
                    <a:pt x="121036" y="391006"/>
                  </a:lnTo>
                  <a:lnTo>
                    <a:pt x="120746" y="390566"/>
                  </a:lnTo>
                  <a:lnTo>
                    <a:pt x="120430" y="390474"/>
                  </a:lnTo>
                  <a:lnTo>
                    <a:pt x="119862" y="390360"/>
                  </a:lnTo>
                  <a:lnTo>
                    <a:pt x="119452" y="390217"/>
                  </a:lnTo>
                  <a:lnTo>
                    <a:pt x="119299" y="389934"/>
                  </a:lnTo>
                  <a:lnTo>
                    <a:pt x="119129" y="389577"/>
                  </a:lnTo>
                  <a:lnTo>
                    <a:pt x="118832" y="389269"/>
                  </a:lnTo>
                  <a:lnTo>
                    <a:pt x="118001" y="389247"/>
                  </a:lnTo>
                  <a:lnTo>
                    <a:pt x="117791" y="389334"/>
                  </a:lnTo>
                  <a:lnTo>
                    <a:pt x="117364" y="389573"/>
                  </a:lnTo>
                  <a:lnTo>
                    <a:pt x="116630" y="389818"/>
                  </a:lnTo>
                  <a:lnTo>
                    <a:pt x="116066" y="389411"/>
                  </a:lnTo>
                  <a:lnTo>
                    <a:pt x="115866" y="389283"/>
                  </a:lnTo>
                  <a:lnTo>
                    <a:pt x="115182" y="389316"/>
                  </a:lnTo>
                  <a:lnTo>
                    <a:pt x="114767" y="389237"/>
                  </a:lnTo>
                  <a:lnTo>
                    <a:pt x="114429" y="388758"/>
                  </a:lnTo>
                  <a:lnTo>
                    <a:pt x="113992" y="388869"/>
                  </a:lnTo>
                  <a:lnTo>
                    <a:pt x="113789" y="388827"/>
                  </a:lnTo>
                  <a:lnTo>
                    <a:pt x="113304" y="388717"/>
                  </a:lnTo>
                  <a:lnTo>
                    <a:pt x="113073" y="388783"/>
                  </a:lnTo>
                  <a:lnTo>
                    <a:pt x="112651" y="388608"/>
                  </a:lnTo>
                  <a:lnTo>
                    <a:pt x="112181" y="388454"/>
                  </a:lnTo>
                  <a:lnTo>
                    <a:pt x="111715" y="388510"/>
                  </a:lnTo>
                  <a:lnTo>
                    <a:pt x="111505" y="388586"/>
                  </a:lnTo>
                  <a:lnTo>
                    <a:pt x="111159" y="388604"/>
                  </a:lnTo>
                  <a:lnTo>
                    <a:pt x="110661" y="388714"/>
                  </a:lnTo>
                  <a:lnTo>
                    <a:pt x="110392" y="388899"/>
                  </a:lnTo>
                  <a:lnTo>
                    <a:pt x="109956" y="388957"/>
                  </a:lnTo>
                  <a:lnTo>
                    <a:pt x="109620" y="388943"/>
                  </a:lnTo>
                  <a:lnTo>
                    <a:pt x="109082" y="389308"/>
                  </a:lnTo>
                  <a:lnTo>
                    <a:pt x="108436" y="389683"/>
                  </a:lnTo>
                  <a:lnTo>
                    <a:pt x="107952" y="390057"/>
                  </a:lnTo>
                  <a:lnTo>
                    <a:pt x="107617" y="390269"/>
                  </a:lnTo>
                  <a:lnTo>
                    <a:pt x="107356" y="390346"/>
                  </a:lnTo>
                  <a:lnTo>
                    <a:pt x="107097" y="390325"/>
                  </a:lnTo>
                  <a:lnTo>
                    <a:pt x="106788" y="390363"/>
                  </a:lnTo>
                  <a:lnTo>
                    <a:pt x="106276" y="390354"/>
                  </a:lnTo>
                  <a:lnTo>
                    <a:pt x="105943" y="390458"/>
                  </a:lnTo>
                  <a:lnTo>
                    <a:pt x="105710" y="390473"/>
                  </a:lnTo>
                  <a:lnTo>
                    <a:pt x="105537" y="390610"/>
                  </a:lnTo>
                  <a:lnTo>
                    <a:pt x="105246" y="390582"/>
                  </a:lnTo>
                  <a:lnTo>
                    <a:pt x="104464" y="390537"/>
                  </a:lnTo>
                  <a:lnTo>
                    <a:pt x="104099" y="390684"/>
                  </a:lnTo>
                  <a:lnTo>
                    <a:pt x="103807" y="390675"/>
                  </a:lnTo>
                  <a:lnTo>
                    <a:pt x="103621" y="390603"/>
                  </a:lnTo>
                  <a:lnTo>
                    <a:pt x="103283" y="390641"/>
                  </a:lnTo>
                  <a:lnTo>
                    <a:pt x="103060" y="390685"/>
                  </a:lnTo>
                  <a:lnTo>
                    <a:pt x="102783" y="390634"/>
                  </a:lnTo>
                  <a:lnTo>
                    <a:pt x="102272" y="390594"/>
                  </a:lnTo>
                  <a:lnTo>
                    <a:pt x="101920" y="390459"/>
                  </a:lnTo>
                  <a:lnTo>
                    <a:pt x="101447" y="390560"/>
                  </a:lnTo>
                  <a:lnTo>
                    <a:pt x="101276" y="390548"/>
                  </a:lnTo>
                  <a:lnTo>
                    <a:pt x="100963" y="390562"/>
                  </a:lnTo>
                  <a:lnTo>
                    <a:pt x="100676" y="390679"/>
                  </a:lnTo>
                  <a:lnTo>
                    <a:pt x="100521" y="390687"/>
                  </a:lnTo>
                  <a:lnTo>
                    <a:pt x="99775" y="390545"/>
                  </a:lnTo>
                  <a:lnTo>
                    <a:pt x="99469" y="390609"/>
                  </a:lnTo>
                  <a:lnTo>
                    <a:pt x="98918" y="390680"/>
                  </a:lnTo>
                  <a:lnTo>
                    <a:pt x="98438" y="390793"/>
                  </a:lnTo>
                  <a:lnTo>
                    <a:pt x="98283" y="390831"/>
                  </a:lnTo>
                  <a:lnTo>
                    <a:pt x="97827" y="391062"/>
                  </a:lnTo>
                  <a:lnTo>
                    <a:pt x="97615" y="391111"/>
                  </a:lnTo>
                  <a:lnTo>
                    <a:pt x="97421" y="391123"/>
                  </a:lnTo>
                  <a:lnTo>
                    <a:pt x="96851" y="391337"/>
                  </a:lnTo>
                  <a:lnTo>
                    <a:pt x="96062" y="391374"/>
                  </a:lnTo>
                  <a:lnTo>
                    <a:pt x="95677" y="391480"/>
                  </a:lnTo>
                  <a:lnTo>
                    <a:pt x="95489" y="391744"/>
                  </a:lnTo>
                  <a:lnTo>
                    <a:pt x="95188" y="391870"/>
                  </a:lnTo>
                  <a:lnTo>
                    <a:pt x="95053" y="391984"/>
                  </a:lnTo>
                  <a:lnTo>
                    <a:pt x="94866" y="392139"/>
                  </a:lnTo>
                  <a:lnTo>
                    <a:pt x="92293" y="386710"/>
                  </a:lnTo>
                  <a:lnTo>
                    <a:pt x="88285" y="376465"/>
                  </a:lnTo>
                  <a:lnTo>
                    <a:pt x="88182" y="376206"/>
                  </a:lnTo>
                  <a:lnTo>
                    <a:pt x="87906" y="375502"/>
                  </a:lnTo>
                  <a:lnTo>
                    <a:pt x="87734" y="375068"/>
                  </a:lnTo>
                  <a:lnTo>
                    <a:pt x="86676" y="372387"/>
                  </a:lnTo>
                  <a:lnTo>
                    <a:pt x="86414" y="372415"/>
                  </a:lnTo>
                  <a:lnTo>
                    <a:pt x="86104" y="372507"/>
                  </a:lnTo>
                  <a:lnTo>
                    <a:pt x="85791" y="372620"/>
                  </a:lnTo>
                  <a:lnTo>
                    <a:pt x="85599" y="372675"/>
                  </a:lnTo>
                  <a:lnTo>
                    <a:pt x="85116" y="372781"/>
                  </a:lnTo>
                  <a:lnTo>
                    <a:pt x="84877" y="372823"/>
                  </a:lnTo>
                  <a:lnTo>
                    <a:pt x="83531" y="372663"/>
                  </a:lnTo>
                  <a:lnTo>
                    <a:pt x="83239" y="372676"/>
                  </a:lnTo>
                  <a:lnTo>
                    <a:pt x="83049" y="372648"/>
                  </a:lnTo>
                  <a:lnTo>
                    <a:pt x="82564" y="372492"/>
                  </a:lnTo>
                  <a:lnTo>
                    <a:pt x="82300" y="372547"/>
                  </a:lnTo>
                  <a:lnTo>
                    <a:pt x="81616" y="372637"/>
                  </a:lnTo>
                  <a:lnTo>
                    <a:pt x="75890" y="373361"/>
                  </a:lnTo>
                  <a:lnTo>
                    <a:pt x="74469" y="373543"/>
                  </a:lnTo>
                  <a:lnTo>
                    <a:pt x="71663" y="373901"/>
                  </a:lnTo>
                  <a:lnTo>
                    <a:pt x="70580" y="374049"/>
                  </a:lnTo>
                  <a:lnTo>
                    <a:pt x="70261" y="374094"/>
                  </a:lnTo>
                  <a:lnTo>
                    <a:pt x="69857" y="374153"/>
                  </a:lnTo>
                  <a:lnTo>
                    <a:pt x="69679" y="374180"/>
                  </a:lnTo>
                  <a:lnTo>
                    <a:pt x="69543" y="374311"/>
                  </a:lnTo>
                  <a:lnTo>
                    <a:pt x="69385" y="374437"/>
                  </a:lnTo>
                  <a:lnTo>
                    <a:pt x="68727" y="374680"/>
                  </a:lnTo>
                  <a:lnTo>
                    <a:pt x="68291" y="374709"/>
                  </a:lnTo>
                  <a:lnTo>
                    <a:pt x="67183" y="374459"/>
                  </a:lnTo>
                  <a:lnTo>
                    <a:pt x="66678" y="374320"/>
                  </a:lnTo>
                  <a:lnTo>
                    <a:pt x="66118" y="374314"/>
                  </a:lnTo>
                  <a:lnTo>
                    <a:pt x="65896" y="374378"/>
                  </a:lnTo>
                  <a:lnTo>
                    <a:pt x="65685" y="374395"/>
                  </a:lnTo>
                  <a:lnTo>
                    <a:pt x="65517" y="374385"/>
                  </a:lnTo>
                  <a:lnTo>
                    <a:pt x="65321" y="374336"/>
                  </a:lnTo>
                  <a:lnTo>
                    <a:pt x="64914" y="374188"/>
                  </a:lnTo>
                  <a:lnTo>
                    <a:pt x="64503" y="374001"/>
                  </a:lnTo>
                  <a:lnTo>
                    <a:pt x="64224" y="373858"/>
                  </a:lnTo>
                  <a:lnTo>
                    <a:pt x="63909" y="373705"/>
                  </a:lnTo>
                  <a:lnTo>
                    <a:pt x="63595" y="373552"/>
                  </a:lnTo>
                  <a:lnTo>
                    <a:pt x="62969" y="373249"/>
                  </a:lnTo>
                  <a:lnTo>
                    <a:pt x="62657" y="373099"/>
                  </a:lnTo>
                  <a:lnTo>
                    <a:pt x="62281" y="372911"/>
                  </a:lnTo>
                  <a:lnTo>
                    <a:pt x="61947" y="372510"/>
                  </a:lnTo>
                  <a:lnTo>
                    <a:pt x="60997" y="371403"/>
                  </a:lnTo>
                  <a:lnTo>
                    <a:pt x="60855" y="370924"/>
                  </a:lnTo>
                  <a:lnTo>
                    <a:pt x="60785" y="370717"/>
                  </a:lnTo>
                  <a:lnTo>
                    <a:pt x="60711" y="370560"/>
                  </a:lnTo>
                  <a:lnTo>
                    <a:pt x="60418" y="370173"/>
                  </a:lnTo>
                  <a:lnTo>
                    <a:pt x="60576" y="369873"/>
                  </a:lnTo>
                  <a:lnTo>
                    <a:pt x="60800" y="369604"/>
                  </a:lnTo>
                  <a:lnTo>
                    <a:pt x="61132" y="369527"/>
                  </a:lnTo>
                  <a:lnTo>
                    <a:pt x="61448" y="369510"/>
                  </a:lnTo>
                  <a:lnTo>
                    <a:pt x="62081" y="369475"/>
                  </a:lnTo>
                  <a:lnTo>
                    <a:pt x="62397" y="369456"/>
                  </a:lnTo>
                  <a:lnTo>
                    <a:pt x="62713" y="369438"/>
                  </a:lnTo>
                  <a:lnTo>
                    <a:pt x="63030" y="369420"/>
                  </a:lnTo>
                  <a:lnTo>
                    <a:pt x="63346" y="369402"/>
                  </a:lnTo>
                  <a:lnTo>
                    <a:pt x="63979" y="369366"/>
                  </a:lnTo>
                  <a:lnTo>
                    <a:pt x="64933" y="369312"/>
                  </a:lnTo>
                  <a:lnTo>
                    <a:pt x="65253" y="369294"/>
                  </a:lnTo>
                  <a:lnTo>
                    <a:pt x="65574" y="369277"/>
                  </a:lnTo>
                  <a:lnTo>
                    <a:pt x="65890" y="369266"/>
                  </a:lnTo>
                  <a:lnTo>
                    <a:pt x="65899" y="368896"/>
                  </a:lnTo>
                  <a:lnTo>
                    <a:pt x="65900" y="368567"/>
                  </a:lnTo>
                  <a:lnTo>
                    <a:pt x="65903" y="368132"/>
                  </a:lnTo>
                  <a:lnTo>
                    <a:pt x="65905" y="367914"/>
                  </a:lnTo>
                  <a:lnTo>
                    <a:pt x="65908" y="367479"/>
                  </a:lnTo>
                  <a:lnTo>
                    <a:pt x="65912" y="367257"/>
                  </a:lnTo>
                  <a:lnTo>
                    <a:pt x="64841" y="367258"/>
                  </a:lnTo>
                  <a:lnTo>
                    <a:pt x="63900" y="367259"/>
                  </a:lnTo>
                  <a:lnTo>
                    <a:pt x="63756" y="367261"/>
                  </a:lnTo>
                  <a:lnTo>
                    <a:pt x="63543" y="367118"/>
                  </a:lnTo>
                  <a:lnTo>
                    <a:pt x="63251" y="366930"/>
                  </a:lnTo>
                  <a:lnTo>
                    <a:pt x="62941" y="366750"/>
                  </a:lnTo>
                  <a:lnTo>
                    <a:pt x="62301" y="366383"/>
                  </a:lnTo>
                  <a:lnTo>
                    <a:pt x="62001" y="366212"/>
                  </a:lnTo>
                  <a:lnTo>
                    <a:pt x="61686" y="366031"/>
                  </a:lnTo>
                  <a:lnTo>
                    <a:pt x="61054" y="365664"/>
                  </a:lnTo>
                  <a:lnTo>
                    <a:pt x="60594" y="365396"/>
                  </a:lnTo>
                  <a:lnTo>
                    <a:pt x="60261" y="365207"/>
                  </a:lnTo>
                  <a:lnTo>
                    <a:pt x="60066" y="365101"/>
                  </a:lnTo>
                  <a:lnTo>
                    <a:pt x="59791" y="364870"/>
                  </a:lnTo>
                  <a:lnTo>
                    <a:pt x="59330" y="364535"/>
                  </a:lnTo>
                  <a:lnTo>
                    <a:pt x="59041" y="364558"/>
                  </a:lnTo>
                  <a:lnTo>
                    <a:pt x="58408" y="364579"/>
                  </a:lnTo>
                  <a:lnTo>
                    <a:pt x="57357" y="364610"/>
                  </a:lnTo>
                  <a:lnTo>
                    <a:pt x="52678" y="364750"/>
                  </a:lnTo>
                  <a:lnTo>
                    <a:pt x="50479" y="364818"/>
                  </a:lnTo>
                  <a:lnTo>
                    <a:pt x="49958" y="364834"/>
                  </a:lnTo>
                  <a:lnTo>
                    <a:pt x="49725" y="364841"/>
                  </a:lnTo>
                  <a:lnTo>
                    <a:pt x="49263" y="364789"/>
                  </a:lnTo>
                  <a:lnTo>
                    <a:pt x="48734" y="364830"/>
                  </a:lnTo>
                  <a:lnTo>
                    <a:pt x="48378" y="364871"/>
                  </a:lnTo>
                  <a:lnTo>
                    <a:pt x="47960" y="364903"/>
                  </a:lnTo>
                  <a:lnTo>
                    <a:pt x="46551" y="365051"/>
                  </a:lnTo>
                  <a:lnTo>
                    <a:pt x="46413" y="365064"/>
                  </a:lnTo>
                  <a:lnTo>
                    <a:pt x="45042" y="365207"/>
                  </a:lnTo>
                  <a:lnTo>
                    <a:pt x="44448" y="365272"/>
                  </a:lnTo>
                  <a:lnTo>
                    <a:pt x="43867" y="365334"/>
                  </a:lnTo>
                  <a:lnTo>
                    <a:pt x="43149" y="365410"/>
                  </a:lnTo>
                  <a:lnTo>
                    <a:pt x="42631" y="365465"/>
                  </a:lnTo>
                  <a:lnTo>
                    <a:pt x="42204" y="365537"/>
                  </a:lnTo>
                  <a:lnTo>
                    <a:pt x="41999" y="365615"/>
                  </a:lnTo>
                  <a:lnTo>
                    <a:pt x="41847" y="365673"/>
                  </a:lnTo>
                  <a:lnTo>
                    <a:pt x="41614" y="365764"/>
                  </a:lnTo>
                  <a:lnTo>
                    <a:pt x="41276" y="365894"/>
                  </a:lnTo>
                  <a:lnTo>
                    <a:pt x="41048" y="365970"/>
                  </a:lnTo>
                  <a:lnTo>
                    <a:pt x="40831" y="365977"/>
                  </a:lnTo>
                  <a:lnTo>
                    <a:pt x="40169" y="365984"/>
                  </a:lnTo>
                  <a:lnTo>
                    <a:pt x="39784" y="365861"/>
                  </a:lnTo>
                  <a:lnTo>
                    <a:pt x="39543" y="365643"/>
                  </a:lnTo>
                  <a:lnTo>
                    <a:pt x="39278" y="365409"/>
                  </a:lnTo>
                  <a:lnTo>
                    <a:pt x="39063" y="365304"/>
                  </a:lnTo>
                  <a:lnTo>
                    <a:pt x="38165" y="364934"/>
                  </a:lnTo>
                  <a:lnTo>
                    <a:pt x="37698" y="364986"/>
                  </a:lnTo>
                  <a:lnTo>
                    <a:pt x="36948" y="364926"/>
                  </a:lnTo>
                  <a:lnTo>
                    <a:pt x="36193" y="364755"/>
                  </a:lnTo>
                  <a:lnTo>
                    <a:pt x="36013" y="364666"/>
                  </a:lnTo>
                  <a:lnTo>
                    <a:pt x="35854" y="364540"/>
                  </a:lnTo>
                  <a:lnTo>
                    <a:pt x="36001" y="364265"/>
                  </a:lnTo>
                  <a:lnTo>
                    <a:pt x="36273" y="362018"/>
                  </a:lnTo>
                  <a:lnTo>
                    <a:pt x="36390" y="360810"/>
                  </a:lnTo>
                  <a:lnTo>
                    <a:pt x="36516" y="359315"/>
                  </a:lnTo>
                  <a:lnTo>
                    <a:pt x="36469" y="358526"/>
                  </a:lnTo>
                  <a:lnTo>
                    <a:pt x="36355" y="358102"/>
                  </a:lnTo>
                  <a:lnTo>
                    <a:pt x="35991" y="357688"/>
                  </a:lnTo>
                  <a:lnTo>
                    <a:pt x="35776" y="357593"/>
                  </a:lnTo>
                  <a:lnTo>
                    <a:pt x="35173" y="356452"/>
                  </a:lnTo>
                  <a:lnTo>
                    <a:pt x="34101" y="355852"/>
                  </a:lnTo>
                  <a:lnTo>
                    <a:pt x="33589" y="355237"/>
                  </a:lnTo>
                  <a:lnTo>
                    <a:pt x="33825" y="354618"/>
                  </a:lnTo>
                  <a:lnTo>
                    <a:pt x="33759" y="354133"/>
                  </a:lnTo>
                  <a:lnTo>
                    <a:pt x="33881" y="353685"/>
                  </a:lnTo>
                  <a:lnTo>
                    <a:pt x="33995" y="353375"/>
                  </a:lnTo>
                  <a:lnTo>
                    <a:pt x="34016" y="352776"/>
                  </a:lnTo>
                  <a:lnTo>
                    <a:pt x="33593" y="352389"/>
                  </a:lnTo>
                  <a:lnTo>
                    <a:pt x="33294" y="352209"/>
                  </a:lnTo>
                  <a:lnTo>
                    <a:pt x="33051" y="352146"/>
                  </a:lnTo>
                  <a:lnTo>
                    <a:pt x="32649" y="352199"/>
                  </a:lnTo>
                  <a:lnTo>
                    <a:pt x="32108" y="352669"/>
                  </a:lnTo>
                  <a:lnTo>
                    <a:pt x="31825" y="352726"/>
                  </a:lnTo>
                  <a:lnTo>
                    <a:pt x="31438" y="352991"/>
                  </a:lnTo>
                  <a:lnTo>
                    <a:pt x="31291" y="353159"/>
                  </a:lnTo>
                  <a:lnTo>
                    <a:pt x="31110" y="353379"/>
                  </a:lnTo>
                  <a:lnTo>
                    <a:pt x="30934" y="353546"/>
                  </a:lnTo>
                  <a:lnTo>
                    <a:pt x="30791" y="353532"/>
                  </a:lnTo>
                  <a:lnTo>
                    <a:pt x="30645" y="353508"/>
                  </a:lnTo>
                  <a:lnTo>
                    <a:pt x="29605" y="353619"/>
                  </a:lnTo>
                  <a:lnTo>
                    <a:pt x="29086" y="353612"/>
                  </a:lnTo>
                  <a:lnTo>
                    <a:pt x="28574" y="353486"/>
                  </a:lnTo>
                  <a:lnTo>
                    <a:pt x="28056" y="353483"/>
                  </a:lnTo>
                  <a:lnTo>
                    <a:pt x="27564" y="353689"/>
                  </a:lnTo>
                  <a:lnTo>
                    <a:pt x="26970" y="353780"/>
                  </a:lnTo>
                  <a:lnTo>
                    <a:pt x="26586" y="353093"/>
                  </a:lnTo>
                  <a:lnTo>
                    <a:pt x="26449" y="352812"/>
                  </a:lnTo>
                  <a:lnTo>
                    <a:pt x="25838" y="352679"/>
                  </a:lnTo>
                  <a:lnTo>
                    <a:pt x="25415" y="352725"/>
                  </a:lnTo>
                  <a:lnTo>
                    <a:pt x="25046" y="352741"/>
                  </a:lnTo>
                  <a:lnTo>
                    <a:pt x="23223" y="353329"/>
                  </a:lnTo>
                  <a:lnTo>
                    <a:pt x="22981" y="353537"/>
                  </a:lnTo>
                  <a:lnTo>
                    <a:pt x="22694" y="353759"/>
                  </a:lnTo>
                  <a:lnTo>
                    <a:pt x="22582" y="353976"/>
                  </a:lnTo>
                  <a:lnTo>
                    <a:pt x="22398" y="354123"/>
                  </a:lnTo>
                  <a:lnTo>
                    <a:pt x="22189" y="354071"/>
                  </a:lnTo>
                  <a:lnTo>
                    <a:pt x="21860" y="354037"/>
                  </a:lnTo>
                  <a:lnTo>
                    <a:pt x="21213" y="353946"/>
                  </a:lnTo>
                  <a:lnTo>
                    <a:pt x="20592" y="354303"/>
                  </a:lnTo>
                  <a:lnTo>
                    <a:pt x="19537" y="354176"/>
                  </a:lnTo>
                  <a:lnTo>
                    <a:pt x="19229" y="354083"/>
                  </a:lnTo>
                  <a:lnTo>
                    <a:pt x="19002" y="354082"/>
                  </a:lnTo>
                  <a:lnTo>
                    <a:pt x="17902" y="354549"/>
                  </a:lnTo>
                  <a:lnTo>
                    <a:pt x="17416" y="354562"/>
                  </a:lnTo>
                  <a:lnTo>
                    <a:pt x="16545" y="354955"/>
                  </a:lnTo>
                  <a:lnTo>
                    <a:pt x="16377" y="354919"/>
                  </a:lnTo>
                  <a:lnTo>
                    <a:pt x="15426" y="355002"/>
                  </a:lnTo>
                  <a:lnTo>
                    <a:pt x="15289" y="355095"/>
                  </a:lnTo>
                  <a:lnTo>
                    <a:pt x="14919" y="355304"/>
                  </a:lnTo>
                  <a:lnTo>
                    <a:pt x="14237" y="355153"/>
                  </a:lnTo>
                  <a:lnTo>
                    <a:pt x="13479" y="355488"/>
                  </a:lnTo>
                  <a:lnTo>
                    <a:pt x="13246" y="355267"/>
                  </a:lnTo>
                  <a:lnTo>
                    <a:pt x="12830" y="355214"/>
                  </a:lnTo>
                  <a:lnTo>
                    <a:pt x="12556" y="355310"/>
                  </a:lnTo>
                  <a:lnTo>
                    <a:pt x="12130" y="355412"/>
                  </a:lnTo>
                  <a:lnTo>
                    <a:pt x="11946" y="355439"/>
                  </a:lnTo>
                  <a:lnTo>
                    <a:pt x="11775" y="355473"/>
                  </a:lnTo>
                  <a:lnTo>
                    <a:pt x="11540" y="355558"/>
                  </a:lnTo>
                  <a:lnTo>
                    <a:pt x="11311" y="355566"/>
                  </a:lnTo>
                  <a:lnTo>
                    <a:pt x="10979" y="355425"/>
                  </a:lnTo>
                  <a:lnTo>
                    <a:pt x="10536" y="355563"/>
                  </a:lnTo>
                  <a:lnTo>
                    <a:pt x="9818" y="355651"/>
                  </a:lnTo>
                  <a:lnTo>
                    <a:pt x="9513" y="355501"/>
                  </a:lnTo>
                  <a:lnTo>
                    <a:pt x="9326" y="355532"/>
                  </a:lnTo>
                  <a:lnTo>
                    <a:pt x="8650" y="355955"/>
                  </a:lnTo>
                  <a:lnTo>
                    <a:pt x="8265" y="355914"/>
                  </a:lnTo>
                  <a:lnTo>
                    <a:pt x="7997" y="355833"/>
                  </a:lnTo>
                  <a:lnTo>
                    <a:pt x="7436" y="355845"/>
                  </a:lnTo>
                  <a:lnTo>
                    <a:pt x="6426" y="355942"/>
                  </a:lnTo>
                  <a:lnTo>
                    <a:pt x="6111" y="356282"/>
                  </a:lnTo>
                  <a:lnTo>
                    <a:pt x="5852" y="356868"/>
                  </a:lnTo>
                  <a:lnTo>
                    <a:pt x="5328" y="357343"/>
                  </a:lnTo>
                  <a:lnTo>
                    <a:pt x="5164" y="358142"/>
                  </a:lnTo>
                  <a:lnTo>
                    <a:pt x="5122" y="358299"/>
                  </a:lnTo>
                  <a:lnTo>
                    <a:pt x="4878" y="358808"/>
                  </a:lnTo>
                  <a:lnTo>
                    <a:pt x="4395" y="358756"/>
                  </a:lnTo>
                  <a:lnTo>
                    <a:pt x="3946" y="358612"/>
                  </a:lnTo>
                  <a:lnTo>
                    <a:pt x="3329" y="358880"/>
                  </a:lnTo>
                  <a:lnTo>
                    <a:pt x="3098" y="358974"/>
                  </a:lnTo>
                  <a:lnTo>
                    <a:pt x="2752" y="358824"/>
                  </a:lnTo>
                  <a:lnTo>
                    <a:pt x="2427" y="358517"/>
                  </a:lnTo>
                  <a:lnTo>
                    <a:pt x="2335" y="358318"/>
                  </a:lnTo>
                  <a:lnTo>
                    <a:pt x="1543" y="358078"/>
                  </a:lnTo>
                  <a:lnTo>
                    <a:pt x="1365" y="358059"/>
                  </a:lnTo>
                  <a:lnTo>
                    <a:pt x="1105" y="358004"/>
                  </a:lnTo>
                  <a:lnTo>
                    <a:pt x="539" y="357197"/>
                  </a:lnTo>
                  <a:lnTo>
                    <a:pt x="465" y="356989"/>
                  </a:lnTo>
                  <a:lnTo>
                    <a:pt x="470" y="356693"/>
                  </a:lnTo>
                  <a:lnTo>
                    <a:pt x="678" y="356486"/>
                  </a:lnTo>
                  <a:lnTo>
                    <a:pt x="809" y="356429"/>
                  </a:lnTo>
                  <a:lnTo>
                    <a:pt x="1048" y="356207"/>
                  </a:lnTo>
                  <a:lnTo>
                    <a:pt x="935" y="355797"/>
                  </a:lnTo>
                  <a:lnTo>
                    <a:pt x="536" y="354813"/>
                  </a:lnTo>
                  <a:lnTo>
                    <a:pt x="531" y="354586"/>
                  </a:lnTo>
                  <a:lnTo>
                    <a:pt x="469" y="354423"/>
                  </a:lnTo>
                  <a:lnTo>
                    <a:pt x="145" y="353913"/>
                  </a:lnTo>
                  <a:lnTo>
                    <a:pt x="98" y="353721"/>
                  </a:lnTo>
                  <a:lnTo>
                    <a:pt x="99" y="353462"/>
                  </a:lnTo>
                  <a:lnTo>
                    <a:pt x="152" y="353152"/>
                  </a:lnTo>
                  <a:lnTo>
                    <a:pt x="66" y="352774"/>
                  </a:lnTo>
                  <a:lnTo>
                    <a:pt x="3" y="352228"/>
                  </a:lnTo>
                  <a:lnTo>
                    <a:pt x="0" y="352037"/>
                  </a:lnTo>
                  <a:lnTo>
                    <a:pt x="12" y="351609"/>
                  </a:lnTo>
                  <a:lnTo>
                    <a:pt x="246" y="351031"/>
                  </a:lnTo>
                  <a:lnTo>
                    <a:pt x="142" y="350331"/>
                  </a:lnTo>
                  <a:lnTo>
                    <a:pt x="124" y="350150"/>
                  </a:lnTo>
                  <a:lnTo>
                    <a:pt x="52" y="349245"/>
                  </a:lnTo>
                  <a:lnTo>
                    <a:pt x="499" y="348967"/>
                  </a:lnTo>
                  <a:lnTo>
                    <a:pt x="801" y="348726"/>
                  </a:lnTo>
                  <a:lnTo>
                    <a:pt x="1449" y="348361"/>
                  </a:lnTo>
                  <a:lnTo>
                    <a:pt x="1719" y="348292"/>
                  </a:lnTo>
                  <a:lnTo>
                    <a:pt x="2077" y="347847"/>
                  </a:lnTo>
                  <a:lnTo>
                    <a:pt x="4950" y="345392"/>
                  </a:lnTo>
                  <a:lnTo>
                    <a:pt x="7632" y="343101"/>
                  </a:lnTo>
                  <a:lnTo>
                    <a:pt x="7904" y="342931"/>
                  </a:lnTo>
                  <a:lnTo>
                    <a:pt x="12303" y="336573"/>
                  </a:lnTo>
                  <a:lnTo>
                    <a:pt x="12755" y="335920"/>
                  </a:lnTo>
                  <a:lnTo>
                    <a:pt x="14794" y="328991"/>
                  </a:lnTo>
                  <a:lnTo>
                    <a:pt x="14913" y="328493"/>
                  </a:lnTo>
                  <a:lnTo>
                    <a:pt x="15470" y="326182"/>
                  </a:lnTo>
                  <a:lnTo>
                    <a:pt x="16618" y="321430"/>
                  </a:lnTo>
                  <a:lnTo>
                    <a:pt x="16863" y="320415"/>
                  </a:lnTo>
                  <a:lnTo>
                    <a:pt x="17261" y="318769"/>
                  </a:lnTo>
                  <a:lnTo>
                    <a:pt x="17504" y="317265"/>
                  </a:lnTo>
                  <a:lnTo>
                    <a:pt x="17554" y="316955"/>
                  </a:lnTo>
                  <a:lnTo>
                    <a:pt x="18361" y="312349"/>
                  </a:lnTo>
                  <a:lnTo>
                    <a:pt x="19439" y="304923"/>
                  </a:lnTo>
                  <a:lnTo>
                    <a:pt x="20821" y="302692"/>
                  </a:lnTo>
                  <a:lnTo>
                    <a:pt x="22523" y="299946"/>
                  </a:lnTo>
                  <a:lnTo>
                    <a:pt x="24157" y="297315"/>
                  </a:lnTo>
                  <a:lnTo>
                    <a:pt x="24742" y="293380"/>
                  </a:lnTo>
                  <a:lnTo>
                    <a:pt x="24786" y="292238"/>
                  </a:lnTo>
                  <a:lnTo>
                    <a:pt x="25052" y="285286"/>
                  </a:lnTo>
                  <a:lnTo>
                    <a:pt x="25078" y="284616"/>
                  </a:lnTo>
                  <a:lnTo>
                    <a:pt x="28231" y="284151"/>
                  </a:lnTo>
                  <a:lnTo>
                    <a:pt x="42588" y="282017"/>
                  </a:lnTo>
                  <a:lnTo>
                    <a:pt x="49532" y="281003"/>
                  </a:lnTo>
                  <a:lnTo>
                    <a:pt x="49741" y="280953"/>
                  </a:lnTo>
                  <a:lnTo>
                    <a:pt x="60608" y="280157"/>
                  </a:lnTo>
                  <a:lnTo>
                    <a:pt x="60686" y="280007"/>
                  </a:lnTo>
                  <a:lnTo>
                    <a:pt x="63188" y="273911"/>
                  </a:lnTo>
                  <a:lnTo>
                    <a:pt x="62711" y="269763"/>
                  </a:lnTo>
                  <a:lnTo>
                    <a:pt x="66915" y="264718"/>
                  </a:lnTo>
                  <a:lnTo>
                    <a:pt x="70886" y="258878"/>
                  </a:lnTo>
                  <a:lnTo>
                    <a:pt x="71287" y="258362"/>
                  </a:lnTo>
                  <a:lnTo>
                    <a:pt x="78690" y="250916"/>
                  </a:lnTo>
                  <a:lnTo>
                    <a:pt x="82840" y="247690"/>
                  </a:lnTo>
                  <a:lnTo>
                    <a:pt x="93654" y="239404"/>
                  </a:lnTo>
                  <a:lnTo>
                    <a:pt x="100959" y="238204"/>
                  </a:lnTo>
                  <a:lnTo>
                    <a:pt x="102872" y="237841"/>
                  </a:lnTo>
                  <a:lnTo>
                    <a:pt x="103937" y="236165"/>
                  </a:lnTo>
                  <a:lnTo>
                    <a:pt x="105425" y="233914"/>
                  </a:lnTo>
                  <a:lnTo>
                    <a:pt x="106067" y="233246"/>
                  </a:lnTo>
                  <a:lnTo>
                    <a:pt x="107663" y="231520"/>
                  </a:lnTo>
                  <a:lnTo>
                    <a:pt x="112215" y="229090"/>
                  </a:lnTo>
                  <a:lnTo>
                    <a:pt x="114021" y="228729"/>
                  </a:lnTo>
                  <a:lnTo>
                    <a:pt x="118258" y="226698"/>
                  </a:lnTo>
                  <a:lnTo>
                    <a:pt x="119429" y="226586"/>
                  </a:lnTo>
                  <a:lnTo>
                    <a:pt x="119494" y="226877"/>
                  </a:lnTo>
                  <a:lnTo>
                    <a:pt x="119684" y="227131"/>
                  </a:lnTo>
                  <a:lnTo>
                    <a:pt x="120118" y="227569"/>
                  </a:lnTo>
                  <a:lnTo>
                    <a:pt x="120383" y="227794"/>
                  </a:lnTo>
                  <a:lnTo>
                    <a:pt x="120879" y="228431"/>
                  </a:lnTo>
                  <a:lnTo>
                    <a:pt x="121270" y="228659"/>
                  </a:lnTo>
                  <a:lnTo>
                    <a:pt x="121964" y="229247"/>
                  </a:lnTo>
                  <a:lnTo>
                    <a:pt x="121965" y="229396"/>
                  </a:lnTo>
                  <a:lnTo>
                    <a:pt x="121915" y="229614"/>
                  </a:lnTo>
                  <a:lnTo>
                    <a:pt x="121717" y="230022"/>
                  </a:lnTo>
                  <a:lnTo>
                    <a:pt x="121834" y="230325"/>
                  </a:lnTo>
                  <a:lnTo>
                    <a:pt x="122415" y="230981"/>
                  </a:lnTo>
                  <a:lnTo>
                    <a:pt x="122615" y="231348"/>
                  </a:lnTo>
                  <a:lnTo>
                    <a:pt x="122753" y="231685"/>
                  </a:lnTo>
                  <a:lnTo>
                    <a:pt x="123037" y="231927"/>
                  </a:lnTo>
                  <a:lnTo>
                    <a:pt x="123090" y="232059"/>
                  </a:lnTo>
                  <a:lnTo>
                    <a:pt x="123235" y="232523"/>
                  </a:lnTo>
                  <a:lnTo>
                    <a:pt x="123368" y="232802"/>
                  </a:lnTo>
                  <a:lnTo>
                    <a:pt x="124231" y="234475"/>
                  </a:lnTo>
                  <a:lnTo>
                    <a:pt x="124385" y="234642"/>
                  </a:lnTo>
                  <a:lnTo>
                    <a:pt x="125779" y="236028"/>
                  </a:lnTo>
                  <a:lnTo>
                    <a:pt x="125972" y="236220"/>
                  </a:lnTo>
                  <a:lnTo>
                    <a:pt x="126445" y="236356"/>
                  </a:lnTo>
                  <a:lnTo>
                    <a:pt x="126702" y="236118"/>
                  </a:lnTo>
                  <a:lnTo>
                    <a:pt x="126786" y="235879"/>
                  </a:lnTo>
                  <a:lnTo>
                    <a:pt x="126893" y="235576"/>
                  </a:lnTo>
                  <a:lnTo>
                    <a:pt x="126911" y="235269"/>
                  </a:lnTo>
                  <a:lnTo>
                    <a:pt x="126951" y="235126"/>
                  </a:lnTo>
                  <a:lnTo>
                    <a:pt x="127010" y="234914"/>
                  </a:lnTo>
                  <a:lnTo>
                    <a:pt x="127258" y="234318"/>
                  </a:lnTo>
                  <a:lnTo>
                    <a:pt x="127420" y="233966"/>
                  </a:lnTo>
                  <a:lnTo>
                    <a:pt x="127560" y="233630"/>
                  </a:lnTo>
                  <a:lnTo>
                    <a:pt x="127632" y="233404"/>
                  </a:lnTo>
                  <a:lnTo>
                    <a:pt x="127706" y="233159"/>
                  </a:lnTo>
                  <a:lnTo>
                    <a:pt x="127748" y="233011"/>
                  </a:lnTo>
                  <a:lnTo>
                    <a:pt x="127817" y="232779"/>
                  </a:lnTo>
                  <a:lnTo>
                    <a:pt x="128131" y="232319"/>
                  </a:lnTo>
                  <a:lnTo>
                    <a:pt x="128264" y="232204"/>
                  </a:lnTo>
                  <a:lnTo>
                    <a:pt x="128431" y="232061"/>
                  </a:lnTo>
                  <a:lnTo>
                    <a:pt x="128982" y="231461"/>
                  </a:lnTo>
                  <a:lnTo>
                    <a:pt x="129137" y="231340"/>
                  </a:lnTo>
                  <a:lnTo>
                    <a:pt x="129416" y="231122"/>
                  </a:lnTo>
                  <a:lnTo>
                    <a:pt x="129916" y="230731"/>
                  </a:lnTo>
                  <a:lnTo>
                    <a:pt x="130488" y="230283"/>
                  </a:lnTo>
                  <a:lnTo>
                    <a:pt x="130754" y="230142"/>
                  </a:lnTo>
                  <a:lnTo>
                    <a:pt x="131486" y="229661"/>
                  </a:lnTo>
                  <a:lnTo>
                    <a:pt x="131852" y="229474"/>
                  </a:lnTo>
                  <a:lnTo>
                    <a:pt x="132506" y="229104"/>
                  </a:lnTo>
                  <a:lnTo>
                    <a:pt x="133651" y="228316"/>
                  </a:lnTo>
                  <a:lnTo>
                    <a:pt x="134161" y="227978"/>
                  </a:lnTo>
                  <a:lnTo>
                    <a:pt x="134360" y="227846"/>
                  </a:lnTo>
                  <a:lnTo>
                    <a:pt x="134827" y="227536"/>
                  </a:lnTo>
                  <a:lnTo>
                    <a:pt x="135132" y="227371"/>
                  </a:lnTo>
                  <a:lnTo>
                    <a:pt x="135437" y="227238"/>
                  </a:lnTo>
                  <a:lnTo>
                    <a:pt x="135726" y="226957"/>
                  </a:lnTo>
                  <a:lnTo>
                    <a:pt x="136460" y="226398"/>
                  </a:lnTo>
                  <a:lnTo>
                    <a:pt x="137124" y="226126"/>
                  </a:lnTo>
                  <a:lnTo>
                    <a:pt x="137285" y="226090"/>
                  </a:lnTo>
                  <a:lnTo>
                    <a:pt x="137534" y="225903"/>
                  </a:lnTo>
                  <a:lnTo>
                    <a:pt x="137848" y="225533"/>
                  </a:lnTo>
                  <a:lnTo>
                    <a:pt x="137943" y="225382"/>
                  </a:lnTo>
                  <a:lnTo>
                    <a:pt x="138251" y="225301"/>
                  </a:lnTo>
                  <a:lnTo>
                    <a:pt x="138963" y="225116"/>
                  </a:lnTo>
                  <a:lnTo>
                    <a:pt x="139377" y="225028"/>
                  </a:lnTo>
                  <a:lnTo>
                    <a:pt x="139709" y="224937"/>
                  </a:lnTo>
                  <a:lnTo>
                    <a:pt x="139984" y="224805"/>
                  </a:lnTo>
                  <a:lnTo>
                    <a:pt x="140278" y="224630"/>
                  </a:lnTo>
                  <a:lnTo>
                    <a:pt x="140564" y="224489"/>
                  </a:lnTo>
                  <a:lnTo>
                    <a:pt x="141123" y="224179"/>
                  </a:lnTo>
                  <a:lnTo>
                    <a:pt x="141403" y="224003"/>
                  </a:lnTo>
                  <a:lnTo>
                    <a:pt x="142276" y="223756"/>
                  </a:lnTo>
                  <a:lnTo>
                    <a:pt x="142495" y="223720"/>
                  </a:lnTo>
                  <a:lnTo>
                    <a:pt x="143510" y="223724"/>
                  </a:lnTo>
                  <a:lnTo>
                    <a:pt x="143935" y="223546"/>
                  </a:lnTo>
                  <a:lnTo>
                    <a:pt x="144157" y="223512"/>
                  </a:lnTo>
                  <a:lnTo>
                    <a:pt x="144287" y="223520"/>
                  </a:lnTo>
                  <a:lnTo>
                    <a:pt x="145472" y="223461"/>
                  </a:lnTo>
                  <a:lnTo>
                    <a:pt x="145957" y="223419"/>
                  </a:lnTo>
                  <a:lnTo>
                    <a:pt x="146154" y="223401"/>
                  </a:lnTo>
                  <a:lnTo>
                    <a:pt x="146413" y="223339"/>
                  </a:lnTo>
                  <a:lnTo>
                    <a:pt x="147145" y="223160"/>
                  </a:lnTo>
                  <a:lnTo>
                    <a:pt x="147791" y="222830"/>
                  </a:lnTo>
                  <a:lnTo>
                    <a:pt x="148053" y="222771"/>
                  </a:lnTo>
                  <a:lnTo>
                    <a:pt x="148561" y="222737"/>
                  </a:lnTo>
                  <a:lnTo>
                    <a:pt x="148722" y="222730"/>
                  </a:lnTo>
                  <a:lnTo>
                    <a:pt x="149314" y="222843"/>
                  </a:lnTo>
                  <a:lnTo>
                    <a:pt x="149925" y="222806"/>
                  </a:lnTo>
                  <a:lnTo>
                    <a:pt x="150202" y="222700"/>
                  </a:lnTo>
                  <a:lnTo>
                    <a:pt x="150560" y="222449"/>
                  </a:lnTo>
                  <a:lnTo>
                    <a:pt x="150904" y="222208"/>
                  </a:lnTo>
                  <a:lnTo>
                    <a:pt x="151313" y="221894"/>
                  </a:lnTo>
                  <a:lnTo>
                    <a:pt x="151860" y="221720"/>
                  </a:lnTo>
                  <a:lnTo>
                    <a:pt x="152580" y="221586"/>
                  </a:lnTo>
                  <a:lnTo>
                    <a:pt x="153513" y="221133"/>
                  </a:lnTo>
                  <a:lnTo>
                    <a:pt x="154218" y="220927"/>
                  </a:lnTo>
                  <a:lnTo>
                    <a:pt x="154386" y="220841"/>
                  </a:lnTo>
                  <a:lnTo>
                    <a:pt x="154586" y="220673"/>
                  </a:lnTo>
                  <a:lnTo>
                    <a:pt x="155590" y="220224"/>
                  </a:lnTo>
                  <a:lnTo>
                    <a:pt x="156023" y="220061"/>
                  </a:lnTo>
                  <a:lnTo>
                    <a:pt x="157410" y="219385"/>
                  </a:lnTo>
                  <a:lnTo>
                    <a:pt x="157949" y="219086"/>
                  </a:lnTo>
                  <a:lnTo>
                    <a:pt x="158083" y="218991"/>
                  </a:lnTo>
                  <a:lnTo>
                    <a:pt x="158221" y="218881"/>
                  </a:lnTo>
                  <a:lnTo>
                    <a:pt x="158694" y="218510"/>
                  </a:lnTo>
                  <a:lnTo>
                    <a:pt x="159058" y="218110"/>
                  </a:lnTo>
                  <a:lnTo>
                    <a:pt x="159389" y="217770"/>
                  </a:lnTo>
                  <a:lnTo>
                    <a:pt x="159569" y="217619"/>
                  </a:lnTo>
                  <a:lnTo>
                    <a:pt x="159809" y="217418"/>
                  </a:lnTo>
                  <a:lnTo>
                    <a:pt x="160029" y="217238"/>
                  </a:lnTo>
                  <a:lnTo>
                    <a:pt x="160476" y="216866"/>
                  </a:lnTo>
                  <a:lnTo>
                    <a:pt x="160805" y="216584"/>
                  </a:lnTo>
                  <a:lnTo>
                    <a:pt x="161322" y="215959"/>
                  </a:lnTo>
                  <a:lnTo>
                    <a:pt x="161335" y="215779"/>
                  </a:lnTo>
                  <a:lnTo>
                    <a:pt x="162005" y="213997"/>
                  </a:lnTo>
                  <a:lnTo>
                    <a:pt x="162196" y="212841"/>
                  </a:lnTo>
                  <a:lnTo>
                    <a:pt x="159557" y="208212"/>
                  </a:lnTo>
                  <a:lnTo>
                    <a:pt x="160749" y="207286"/>
                  </a:lnTo>
                  <a:lnTo>
                    <a:pt x="162064" y="206266"/>
                  </a:lnTo>
                  <a:lnTo>
                    <a:pt x="163889" y="204895"/>
                  </a:lnTo>
                  <a:lnTo>
                    <a:pt x="158016" y="199633"/>
                  </a:lnTo>
                  <a:lnTo>
                    <a:pt x="158028" y="199220"/>
                  </a:lnTo>
                  <a:lnTo>
                    <a:pt x="158057" y="198356"/>
                  </a:lnTo>
                  <a:lnTo>
                    <a:pt x="159084" y="195369"/>
                  </a:lnTo>
                  <a:lnTo>
                    <a:pt x="156305" y="194575"/>
                  </a:lnTo>
                  <a:lnTo>
                    <a:pt x="155360" y="194281"/>
                  </a:lnTo>
                  <a:lnTo>
                    <a:pt x="156013" y="193439"/>
                  </a:lnTo>
                  <a:lnTo>
                    <a:pt x="156310" y="193031"/>
                  </a:lnTo>
                  <a:lnTo>
                    <a:pt x="157014" y="192088"/>
                  </a:lnTo>
                  <a:lnTo>
                    <a:pt x="157098" y="191141"/>
                  </a:lnTo>
                  <a:lnTo>
                    <a:pt x="157365" y="189104"/>
                  </a:lnTo>
                  <a:lnTo>
                    <a:pt x="157746" y="188862"/>
                  </a:lnTo>
                  <a:lnTo>
                    <a:pt x="158611" y="188338"/>
                  </a:lnTo>
                  <a:lnTo>
                    <a:pt x="158879" y="188178"/>
                  </a:lnTo>
                  <a:lnTo>
                    <a:pt x="159473" y="187718"/>
                  </a:lnTo>
                  <a:lnTo>
                    <a:pt x="160806" y="186131"/>
                  </a:lnTo>
                  <a:lnTo>
                    <a:pt x="161699" y="185834"/>
                  </a:lnTo>
                  <a:lnTo>
                    <a:pt x="162051" y="185694"/>
                  </a:lnTo>
                  <a:lnTo>
                    <a:pt x="163014" y="185411"/>
                  </a:lnTo>
                  <a:lnTo>
                    <a:pt x="163603" y="184824"/>
                  </a:lnTo>
                  <a:lnTo>
                    <a:pt x="163903" y="184784"/>
                  </a:lnTo>
                  <a:lnTo>
                    <a:pt x="164184" y="184737"/>
                  </a:lnTo>
                  <a:lnTo>
                    <a:pt x="165472" y="184188"/>
                  </a:lnTo>
                  <a:lnTo>
                    <a:pt x="165805" y="183922"/>
                  </a:lnTo>
                  <a:lnTo>
                    <a:pt x="166640" y="183487"/>
                  </a:lnTo>
                  <a:lnTo>
                    <a:pt x="166982" y="183307"/>
                  </a:lnTo>
                  <a:lnTo>
                    <a:pt x="167728" y="182911"/>
                  </a:lnTo>
                  <a:lnTo>
                    <a:pt x="167940" y="182793"/>
                  </a:lnTo>
                  <a:lnTo>
                    <a:pt x="168654" y="182449"/>
                  </a:lnTo>
                  <a:lnTo>
                    <a:pt x="168876" y="182361"/>
                  </a:lnTo>
                  <a:lnTo>
                    <a:pt x="169010" y="182317"/>
                  </a:lnTo>
                  <a:lnTo>
                    <a:pt x="169218" y="182208"/>
                  </a:lnTo>
                  <a:lnTo>
                    <a:pt x="169417" y="182084"/>
                  </a:lnTo>
                  <a:lnTo>
                    <a:pt x="169630" y="181976"/>
                  </a:lnTo>
                  <a:lnTo>
                    <a:pt x="169790" y="181902"/>
                  </a:lnTo>
                  <a:lnTo>
                    <a:pt x="170681" y="181479"/>
                  </a:lnTo>
                  <a:lnTo>
                    <a:pt x="171805" y="180891"/>
                  </a:lnTo>
                  <a:lnTo>
                    <a:pt x="172738" y="180216"/>
                  </a:lnTo>
                  <a:lnTo>
                    <a:pt x="174693" y="180072"/>
                  </a:lnTo>
                  <a:lnTo>
                    <a:pt x="175722" y="179978"/>
                  </a:lnTo>
                  <a:lnTo>
                    <a:pt x="176594" y="179888"/>
                  </a:lnTo>
                  <a:lnTo>
                    <a:pt x="177659" y="179789"/>
                  </a:lnTo>
                  <a:lnTo>
                    <a:pt x="177950" y="179760"/>
                  </a:lnTo>
                  <a:lnTo>
                    <a:pt x="179064" y="179653"/>
                  </a:lnTo>
                  <a:lnTo>
                    <a:pt x="179806" y="179577"/>
                  </a:lnTo>
                  <a:lnTo>
                    <a:pt x="180417" y="179520"/>
                  </a:lnTo>
                  <a:lnTo>
                    <a:pt x="181354" y="179433"/>
                  </a:lnTo>
                  <a:lnTo>
                    <a:pt x="182471" y="179322"/>
                  </a:lnTo>
                  <a:lnTo>
                    <a:pt x="183701" y="179208"/>
                  </a:lnTo>
                  <a:lnTo>
                    <a:pt x="188264" y="178686"/>
                  </a:lnTo>
                  <a:lnTo>
                    <a:pt x="191052" y="178785"/>
                  </a:lnTo>
                  <a:lnTo>
                    <a:pt x="193567" y="178793"/>
                  </a:lnTo>
                  <a:lnTo>
                    <a:pt x="198078" y="178807"/>
                  </a:lnTo>
                  <a:lnTo>
                    <a:pt x="199014" y="178585"/>
                  </a:lnTo>
                  <a:lnTo>
                    <a:pt x="199976" y="178356"/>
                  </a:lnTo>
                  <a:lnTo>
                    <a:pt x="200192" y="178303"/>
                  </a:lnTo>
                  <a:lnTo>
                    <a:pt x="200713" y="178178"/>
                  </a:lnTo>
                  <a:lnTo>
                    <a:pt x="200939" y="178124"/>
                  </a:lnTo>
                  <a:lnTo>
                    <a:pt x="201523" y="177992"/>
                  </a:lnTo>
                  <a:lnTo>
                    <a:pt x="202015" y="177878"/>
                  </a:lnTo>
                  <a:lnTo>
                    <a:pt x="203594" y="177506"/>
                  </a:lnTo>
                  <a:lnTo>
                    <a:pt x="204554" y="177278"/>
                  </a:lnTo>
                  <a:lnTo>
                    <a:pt x="205328" y="177100"/>
                  </a:lnTo>
                  <a:lnTo>
                    <a:pt x="205826" y="176979"/>
                  </a:lnTo>
                  <a:lnTo>
                    <a:pt x="206347" y="176862"/>
                  </a:lnTo>
                  <a:lnTo>
                    <a:pt x="207149" y="178397"/>
                  </a:lnTo>
                  <a:close/>
                  <a:moveTo>
                    <a:pt x="584250" y="531387"/>
                  </a:moveTo>
                  <a:lnTo>
                    <a:pt x="583635" y="531366"/>
                  </a:lnTo>
                  <a:lnTo>
                    <a:pt x="583386" y="531451"/>
                  </a:lnTo>
                  <a:lnTo>
                    <a:pt x="582683" y="531822"/>
                  </a:lnTo>
                  <a:lnTo>
                    <a:pt x="582537" y="531904"/>
                  </a:lnTo>
                  <a:lnTo>
                    <a:pt x="582239" y="531992"/>
                  </a:lnTo>
                  <a:lnTo>
                    <a:pt x="581655" y="532197"/>
                  </a:lnTo>
                  <a:lnTo>
                    <a:pt x="581463" y="532258"/>
                  </a:lnTo>
                  <a:lnTo>
                    <a:pt x="581033" y="532395"/>
                  </a:lnTo>
                  <a:lnTo>
                    <a:pt x="580682" y="532446"/>
                  </a:lnTo>
                  <a:lnTo>
                    <a:pt x="580368" y="532571"/>
                  </a:lnTo>
                  <a:lnTo>
                    <a:pt x="580087" y="532861"/>
                  </a:lnTo>
                  <a:lnTo>
                    <a:pt x="579284" y="532644"/>
                  </a:lnTo>
                  <a:lnTo>
                    <a:pt x="578782" y="532810"/>
                  </a:lnTo>
                  <a:lnTo>
                    <a:pt x="578533" y="533145"/>
                  </a:lnTo>
                  <a:lnTo>
                    <a:pt x="578494" y="533519"/>
                  </a:lnTo>
                  <a:lnTo>
                    <a:pt x="578602" y="534173"/>
                  </a:lnTo>
                  <a:lnTo>
                    <a:pt x="579014" y="534596"/>
                  </a:lnTo>
                  <a:lnTo>
                    <a:pt x="579391" y="534614"/>
                  </a:lnTo>
                  <a:lnTo>
                    <a:pt x="579731" y="534401"/>
                  </a:lnTo>
                  <a:lnTo>
                    <a:pt x="579902" y="534295"/>
                  </a:lnTo>
                  <a:lnTo>
                    <a:pt x="580311" y="534048"/>
                  </a:lnTo>
                  <a:lnTo>
                    <a:pt x="580981" y="534133"/>
                  </a:lnTo>
                  <a:lnTo>
                    <a:pt x="581173" y="533898"/>
                  </a:lnTo>
                  <a:lnTo>
                    <a:pt x="581817" y="534066"/>
                  </a:lnTo>
                  <a:lnTo>
                    <a:pt x="582133" y="533893"/>
                  </a:lnTo>
                  <a:lnTo>
                    <a:pt x="582618" y="533598"/>
                  </a:lnTo>
                  <a:lnTo>
                    <a:pt x="582923" y="533410"/>
                  </a:lnTo>
                  <a:lnTo>
                    <a:pt x="582986" y="533192"/>
                  </a:lnTo>
                  <a:lnTo>
                    <a:pt x="583457" y="533402"/>
                  </a:lnTo>
                  <a:lnTo>
                    <a:pt x="583607" y="532818"/>
                  </a:lnTo>
                  <a:lnTo>
                    <a:pt x="583703" y="532616"/>
                  </a:lnTo>
                  <a:lnTo>
                    <a:pt x="583996" y="532237"/>
                  </a:lnTo>
                  <a:lnTo>
                    <a:pt x="584714" y="532047"/>
                  </a:lnTo>
                  <a:lnTo>
                    <a:pt x="584923" y="532374"/>
                  </a:lnTo>
                  <a:lnTo>
                    <a:pt x="585228" y="532763"/>
                  </a:lnTo>
                  <a:lnTo>
                    <a:pt x="585528" y="532910"/>
                  </a:lnTo>
                  <a:lnTo>
                    <a:pt x="585477" y="532610"/>
                  </a:lnTo>
                  <a:lnTo>
                    <a:pt x="585303" y="532414"/>
                  </a:lnTo>
                  <a:lnTo>
                    <a:pt x="585433" y="532137"/>
                  </a:lnTo>
                  <a:lnTo>
                    <a:pt x="585645" y="531417"/>
                  </a:lnTo>
                  <a:lnTo>
                    <a:pt x="585717" y="531184"/>
                  </a:lnTo>
                  <a:lnTo>
                    <a:pt x="585701" y="531020"/>
                  </a:lnTo>
                  <a:lnTo>
                    <a:pt x="585451" y="530981"/>
                  </a:lnTo>
                  <a:lnTo>
                    <a:pt x="584992" y="531017"/>
                  </a:lnTo>
                  <a:lnTo>
                    <a:pt x="584699" y="531039"/>
                  </a:lnTo>
                  <a:lnTo>
                    <a:pt x="584387" y="531143"/>
                  </a:lnTo>
                  <a:close/>
                </a:path>
              </a:pathLst>
            </a:custGeom>
            <a:solidFill>
              <a:srgbClr val="FFB77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8684818" y="2356140"/>
              <a:ext cx="183221" cy="184195"/>
            </a:xfrm>
            <a:custGeom>
              <a:avLst/>
              <a:pathLst>
                <a:path w="183221" h="184195">
                  <a:moveTo>
                    <a:pt x="182879" y="182880"/>
                  </a:moveTo>
                  <a:lnTo>
                    <a:pt x="182552" y="183342"/>
                  </a:lnTo>
                  <a:lnTo>
                    <a:pt x="181970" y="184195"/>
                  </a:lnTo>
                  <a:lnTo>
                    <a:pt x="181747" y="184195"/>
                  </a:lnTo>
                  <a:lnTo>
                    <a:pt x="181570" y="184195"/>
                  </a:lnTo>
                  <a:lnTo>
                    <a:pt x="181669" y="184048"/>
                  </a:lnTo>
                  <a:lnTo>
                    <a:pt x="182139" y="183172"/>
                  </a:lnTo>
                  <a:lnTo>
                    <a:pt x="182294" y="182719"/>
                  </a:lnTo>
                  <a:lnTo>
                    <a:pt x="182436" y="182342"/>
                  </a:lnTo>
                  <a:lnTo>
                    <a:pt x="182939" y="181915"/>
                  </a:lnTo>
                  <a:lnTo>
                    <a:pt x="183131" y="182005"/>
                  </a:lnTo>
                  <a:lnTo>
                    <a:pt x="183221" y="182325"/>
                  </a:lnTo>
                  <a:lnTo>
                    <a:pt x="183100" y="182512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8683350" y="2347383"/>
              <a:ext cx="183033" cy="182880"/>
            </a:xfrm>
            <a:custGeom>
              <a:avLst/>
              <a:pathLst>
                <a:path w="183033" h="182880">
                  <a:moveTo>
                    <a:pt x="182879" y="182880"/>
                  </a:moveTo>
                  <a:lnTo>
                    <a:pt x="183003" y="182471"/>
                  </a:lnTo>
                  <a:lnTo>
                    <a:pt x="183033" y="182601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8677547" y="2344659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8674827" y="2340252"/>
              <a:ext cx="183445" cy="183851"/>
            </a:xfrm>
            <a:custGeom>
              <a:avLst/>
              <a:pathLst>
                <a:path w="183445" h="183851">
                  <a:moveTo>
                    <a:pt x="182879" y="182880"/>
                  </a:moveTo>
                  <a:lnTo>
                    <a:pt x="183040" y="182956"/>
                  </a:lnTo>
                  <a:lnTo>
                    <a:pt x="183262" y="183126"/>
                  </a:lnTo>
                  <a:lnTo>
                    <a:pt x="183445" y="183338"/>
                  </a:lnTo>
                  <a:lnTo>
                    <a:pt x="183374" y="183851"/>
                  </a:lnTo>
                  <a:lnTo>
                    <a:pt x="183210" y="183735"/>
                  </a:lnTo>
                  <a:lnTo>
                    <a:pt x="182978" y="183540"/>
                  </a:lnTo>
                  <a:lnTo>
                    <a:pt x="182905" y="183357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8678207" y="2339977"/>
              <a:ext cx="182879" cy="183452"/>
            </a:xfrm>
            <a:custGeom>
              <a:avLst/>
              <a:pathLst>
                <a:path w="182879" h="183452">
                  <a:moveTo>
                    <a:pt x="182879" y="182880"/>
                  </a:moveTo>
                  <a:lnTo>
                    <a:pt x="182853" y="183218"/>
                  </a:lnTo>
                  <a:lnTo>
                    <a:pt x="181850" y="183452"/>
                  </a:lnTo>
                  <a:lnTo>
                    <a:pt x="181673" y="183230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8685051" y="232823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8670285" y="2327077"/>
              <a:ext cx="182924" cy="182880"/>
            </a:xfrm>
            <a:custGeom>
              <a:avLst/>
              <a:pathLst>
                <a:path w="182924" h="182880">
                  <a:moveTo>
                    <a:pt x="182879" y="182880"/>
                  </a:moveTo>
                  <a:lnTo>
                    <a:pt x="181260" y="181989"/>
                  </a:lnTo>
                  <a:lnTo>
                    <a:pt x="181525" y="181862"/>
                  </a:lnTo>
                  <a:lnTo>
                    <a:pt x="181662" y="181940"/>
                  </a:lnTo>
                  <a:lnTo>
                    <a:pt x="181880" y="182062"/>
                  </a:lnTo>
                  <a:lnTo>
                    <a:pt x="182920" y="182280"/>
                  </a:lnTo>
                  <a:lnTo>
                    <a:pt x="182924" y="18249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8677958" y="2322393"/>
              <a:ext cx="188295" cy="189282"/>
            </a:xfrm>
            <a:custGeom>
              <a:avLst/>
              <a:pathLst>
                <a:path w="188295" h="189282">
                  <a:moveTo>
                    <a:pt x="182879" y="182880"/>
                  </a:moveTo>
                  <a:lnTo>
                    <a:pt x="183233" y="183062"/>
                  </a:lnTo>
                  <a:lnTo>
                    <a:pt x="183477" y="183059"/>
                  </a:lnTo>
                  <a:lnTo>
                    <a:pt x="183795" y="182939"/>
                  </a:lnTo>
                  <a:lnTo>
                    <a:pt x="183924" y="182930"/>
                  </a:lnTo>
                  <a:lnTo>
                    <a:pt x="184388" y="182947"/>
                  </a:lnTo>
                  <a:lnTo>
                    <a:pt x="184539" y="182977"/>
                  </a:lnTo>
                  <a:lnTo>
                    <a:pt x="184831" y="182988"/>
                  </a:lnTo>
                  <a:lnTo>
                    <a:pt x="185334" y="182762"/>
                  </a:lnTo>
                  <a:lnTo>
                    <a:pt x="185334" y="182392"/>
                  </a:lnTo>
                  <a:lnTo>
                    <a:pt x="185809" y="182167"/>
                  </a:lnTo>
                  <a:lnTo>
                    <a:pt x="186071" y="182064"/>
                  </a:lnTo>
                  <a:lnTo>
                    <a:pt x="186800" y="181851"/>
                  </a:lnTo>
                  <a:lnTo>
                    <a:pt x="187305" y="182083"/>
                  </a:lnTo>
                  <a:lnTo>
                    <a:pt x="188295" y="182776"/>
                  </a:lnTo>
                  <a:lnTo>
                    <a:pt x="188248" y="183126"/>
                  </a:lnTo>
                  <a:lnTo>
                    <a:pt x="188226" y="183282"/>
                  </a:lnTo>
                  <a:lnTo>
                    <a:pt x="188201" y="183433"/>
                  </a:lnTo>
                  <a:lnTo>
                    <a:pt x="188042" y="184061"/>
                  </a:lnTo>
                  <a:lnTo>
                    <a:pt x="187983" y="184230"/>
                  </a:lnTo>
                  <a:lnTo>
                    <a:pt x="187900" y="184457"/>
                  </a:lnTo>
                  <a:lnTo>
                    <a:pt x="187734" y="184939"/>
                  </a:lnTo>
                  <a:lnTo>
                    <a:pt x="187503" y="185621"/>
                  </a:lnTo>
                  <a:lnTo>
                    <a:pt x="187420" y="185885"/>
                  </a:lnTo>
                  <a:lnTo>
                    <a:pt x="187370" y="186067"/>
                  </a:lnTo>
                  <a:lnTo>
                    <a:pt x="187326" y="186272"/>
                  </a:lnTo>
                  <a:lnTo>
                    <a:pt x="187298" y="186472"/>
                  </a:lnTo>
                  <a:lnTo>
                    <a:pt x="187266" y="186759"/>
                  </a:lnTo>
                  <a:lnTo>
                    <a:pt x="187253" y="186962"/>
                  </a:lnTo>
                  <a:lnTo>
                    <a:pt x="187248" y="187131"/>
                  </a:lnTo>
                  <a:lnTo>
                    <a:pt x="187282" y="187785"/>
                  </a:lnTo>
                  <a:lnTo>
                    <a:pt x="187335" y="188151"/>
                  </a:lnTo>
                  <a:lnTo>
                    <a:pt x="187347" y="188315"/>
                  </a:lnTo>
                  <a:lnTo>
                    <a:pt x="187361" y="188612"/>
                  </a:lnTo>
                  <a:lnTo>
                    <a:pt x="187091" y="189253"/>
                  </a:lnTo>
                  <a:lnTo>
                    <a:pt x="186628" y="189282"/>
                  </a:lnTo>
                  <a:lnTo>
                    <a:pt x="186266" y="188831"/>
                  </a:lnTo>
                  <a:lnTo>
                    <a:pt x="186166" y="188576"/>
                  </a:lnTo>
                  <a:lnTo>
                    <a:pt x="186067" y="188224"/>
                  </a:lnTo>
                  <a:lnTo>
                    <a:pt x="186185" y="187607"/>
                  </a:lnTo>
                  <a:lnTo>
                    <a:pt x="185744" y="187466"/>
                  </a:lnTo>
                  <a:lnTo>
                    <a:pt x="185668" y="187320"/>
                  </a:lnTo>
                  <a:lnTo>
                    <a:pt x="185547" y="187078"/>
                  </a:lnTo>
                  <a:lnTo>
                    <a:pt x="185380" y="186771"/>
                  </a:lnTo>
                  <a:lnTo>
                    <a:pt x="184997" y="186244"/>
                  </a:lnTo>
                  <a:lnTo>
                    <a:pt x="184113" y="185713"/>
                  </a:lnTo>
                  <a:lnTo>
                    <a:pt x="183861" y="185744"/>
                  </a:lnTo>
                  <a:lnTo>
                    <a:pt x="183659" y="185767"/>
                  </a:lnTo>
                  <a:lnTo>
                    <a:pt x="183321" y="185862"/>
                  </a:lnTo>
                  <a:lnTo>
                    <a:pt x="183011" y="185804"/>
                  </a:lnTo>
                  <a:lnTo>
                    <a:pt x="181710" y="185684"/>
                  </a:lnTo>
                  <a:lnTo>
                    <a:pt x="181503" y="185785"/>
                  </a:lnTo>
                  <a:lnTo>
                    <a:pt x="181235" y="185894"/>
                  </a:lnTo>
                  <a:lnTo>
                    <a:pt x="181018" y="185905"/>
                  </a:lnTo>
                  <a:lnTo>
                    <a:pt x="180560" y="185804"/>
                  </a:lnTo>
                  <a:lnTo>
                    <a:pt x="180059" y="185774"/>
                  </a:lnTo>
                  <a:lnTo>
                    <a:pt x="179158" y="186054"/>
                  </a:lnTo>
                  <a:lnTo>
                    <a:pt x="178858" y="186289"/>
                  </a:lnTo>
                  <a:lnTo>
                    <a:pt x="178501" y="186559"/>
                  </a:lnTo>
                  <a:lnTo>
                    <a:pt x="177847" y="186963"/>
                  </a:lnTo>
                  <a:lnTo>
                    <a:pt x="177641" y="187021"/>
                  </a:lnTo>
                  <a:lnTo>
                    <a:pt x="177378" y="187090"/>
                  </a:lnTo>
                  <a:lnTo>
                    <a:pt x="177025" y="187193"/>
                  </a:lnTo>
                  <a:lnTo>
                    <a:pt x="176854" y="187243"/>
                  </a:lnTo>
                  <a:lnTo>
                    <a:pt x="176234" y="187397"/>
                  </a:lnTo>
                  <a:lnTo>
                    <a:pt x="176063" y="187478"/>
                  </a:lnTo>
                  <a:lnTo>
                    <a:pt x="175539" y="187603"/>
                  </a:lnTo>
                  <a:lnTo>
                    <a:pt x="175696" y="186835"/>
                  </a:lnTo>
                  <a:lnTo>
                    <a:pt x="175923" y="186468"/>
                  </a:lnTo>
                  <a:lnTo>
                    <a:pt x="176575" y="185621"/>
                  </a:lnTo>
                  <a:lnTo>
                    <a:pt x="176736" y="185092"/>
                  </a:lnTo>
                  <a:lnTo>
                    <a:pt x="176804" y="184868"/>
                  </a:lnTo>
                  <a:lnTo>
                    <a:pt x="176928" y="184650"/>
                  </a:lnTo>
                  <a:lnTo>
                    <a:pt x="177696" y="184004"/>
                  </a:lnTo>
                  <a:lnTo>
                    <a:pt x="177955" y="184142"/>
                  </a:lnTo>
                  <a:lnTo>
                    <a:pt x="178278" y="184338"/>
                  </a:lnTo>
                  <a:lnTo>
                    <a:pt x="178418" y="184291"/>
                  </a:lnTo>
                  <a:lnTo>
                    <a:pt x="178603" y="184087"/>
                  </a:lnTo>
                  <a:lnTo>
                    <a:pt x="178452" y="184121"/>
                  </a:lnTo>
                  <a:lnTo>
                    <a:pt x="178223" y="183765"/>
                  </a:lnTo>
                  <a:lnTo>
                    <a:pt x="178205" y="183362"/>
                  </a:lnTo>
                  <a:lnTo>
                    <a:pt x="178298" y="183129"/>
                  </a:lnTo>
                  <a:lnTo>
                    <a:pt x="178463" y="182917"/>
                  </a:lnTo>
                  <a:lnTo>
                    <a:pt x="178317" y="182473"/>
                  </a:lnTo>
                  <a:lnTo>
                    <a:pt x="177849" y="182127"/>
                  </a:lnTo>
                  <a:lnTo>
                    <a:pt x="178177" y="182083"/>
                  </a:lnTo>
                  <a:lnTo>
                    <a:pt x="178589" y="182054"/>
                  </a:lnTo>
                  <a:lnTo>
                    <a:pt x="178779" y="182082"/>
                  </a:lnTo>
                  <a:lnTo>
                    <a:pt x="179934" y="181945"/>
                  </a:lnTo>
                  <a:lnTo>
                    <a:pt x="180087" y="181976"/>
                  </a:lnTo>
                  <a:lnTo>
                    <a:pt x="180466" y="182069"/>
                  </a:lnTo>
                  <a:lnTo>
                    <a:pt x="180651" y="181622"/>
                  </a:lnTo>
                  <a:lnTo>
                    <a:pt x="180959" y="181386"/>
                  </a:lnTo>
                  <a:lnTo>
                    <a:pt x="181400" y="181143"/>
                  </a:lnTo>
                  <a:lnTo>
                    <a:pt x="181572" y="181094"/>
                  </a:lnTo>
                  <a:lnTo>
                    <a:pt x="181755" y="181049"/>
                  </a:lnTo>
                  <a:lnTo>
                    <a:pt x="182114" y="181351"/>
                  </a:lnTo>
                  <a:lnTo>
                    <a:pt x="182238" y="181536"/>
                  </a:lnTo>
                  <a:lnTo>
                    <a:pt x="182270" y="181673"/>
                  </a:lnTo>
                  <a:lnTo>
                    <a:pt x="182348" y="182014"/>
                  </a:lnTo>
                  <a:lnTo>
                    <a:pt x="182624" y="182642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8677843" y="2321678"/>
              <a:ext cx="183804" cy="183279"/>
            </a:xfrm>
            <a:custGeom>
              <a:avLst/>
              <a:pathLst>
                <a:path w="183804" h="183279">
                  <a:moveTo>
                    <a:pt x="182879" y="182880"/>
                  </a:moveTo>
                  <a:lnTo>
                    <a:pt x="183155" y="182525"/>
                  </a:lnTo>
                  <a:lnTo>
                    <a:pt x="183804" y="183279"/>
                  </a:lnTo>
                  <a:lnTo>
                    <a:pt x="183324" y="183279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8677665" y="232033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378" y="182695"/>
                  </a:lnTo>
                  <a:lnTo>
                    <a:pt x="182099" y="182710"/>
                  </a:lnTo>
                  <a:lnTo>
                    <a:pt x="182132" y="182401"/>
                  </a:lnTo>
                  <a:lnTo>
                    <a:pt x="182269" y="182341"/>
                  </a:lnTo>
                  <a:lnTo>
                    <a:pt x="182708" y="182218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8681431" y="2316085"/>
              <a:ext cx="187801" cy="187544"/>
            </a:xfrm>
            <a:custGeom>
              <a:avLst/>
              <a:pathLst>
                <a:path w="187801" h="187544">
                  <a:moveTo>
                    <a:pt x="182879" y="182880"/>
                  </a:moveTo>
                  <a:lnTo>
                    <a:pt x="182957" y="183179"/>
                  </a:lnTo>
                  <a:lnTo>
                    <a:pt x="183142" y="183108"/>
                  </a:lnTo>
                  <a:lnTo>
                    <a:pt x="183311" y="183038"/>
                  </a:lnTo>
                  <a:lnTo>
                    <a:pt x="183607" y="182704"/>
                  </a:lnTo>
                  <a:lnTo>
                    <a:pt x="183795" y="182608"/>
                  </a:lnTo>
                  <a:lnTo>
                    <a:pt x="184497" y="182511"/>
                  </a:lnTo>
                  <a:lnTo>
                    <a:pt x="184748" y="182356"/>
                  </a:lnTo>
                  <a:lnTo>
                    <a:pt x="185268" y="182131"/>
                  </a:lnTo>
                  <a:lnTo>
                    <a:pt x="186327" y="182509"/>
                  </a:lnTo>
                  <a:lnTo>
                    <a:pt x="186517" y="182491"/>
                  </a:lnTo>
                  <a:lnTo>
                    <a:pt x="186737" y="182412"/>
                  </a:lnTo>
                  <a:lnTo>
                    <a:pt x="187120" y="182254"/>
                  </a:lnTo>
                  <a:lnTo>
                    <a:pt x="187383" y="181948"/>
                  </a:lnTo>
                  <a:lnTo>
                    <a:pt x="187607" y="181764"/>
                  </a:lnTo>
                  <a:lnTo>
                    <a:pt x="187778" y="181841"/>
                  </a:lnTo>
                  <a:lnTo>
                    <a:pt x="187750" y="182153"/>
                  </a:lnTo>
                  <a:lnTo>
                    <a:pt x="187766" y="182298"/>
                  </a:lnTo>
                  <a:lnTo>
                    <a:pt x="187801" y="182513"/>
                  </a:lnTo>
                  <a:lnTo>
                    <a:pt x="187689" y="182706"/>
                  </a:lnTo>
                  <a:lnTo>
                    <a:pt x="187418" y="183073"/>
                  </a:lnTo>
                  <a:lnTo>
                    <a:pt x="186908" y="183941"/>
                  </a:lnTo>
                  <a:lnTo>
                    <a:pt x="186830" y="184147"/>
                  </a:lnTo>
                  <a:lnTo>
                    <a:pt x="186776" y="184286"/>
                  </a:lnTo>
                  <a:lnTo>
                    <a:pt x="186689" y="184515"/>
                  </a:lnTo>
                  <a:lnTo>
                    <a:pt x="186632" y="184775"/>
                  </a:lnTo>
                  <a:lnTo>
                    <a:pt x="186569" y="184958"/>
                  </a:lnTo>
                  <a:lnTo>
                    <a:pt x="186474" y="185189"/>
                  </a:lnTo>
                  <a:lnTo>
                    <a:pt x="186204" y="186027"/>
                  </a:lnTo>
                  <a:lnTo>
                    <a:pt x="186129" y="186279"/>
                  </a:lnTo>
                  <a:lnTo>
                    <a:pt x="185937" y="186806"/>
                  </a:lnTo>
                  <a:lnTo>
                    <a:pt x="185854" y="186954"/>
                  </a:lnTo>
                  <a:lnTo>
                    <a:pt x="185724" y="187136"/>
                  </a:lnTo>
                  <a:lnTo>
                    <a:pt x="185201" y="187372"/>
                  </a:lnTo>
                  <a:lnTo>
                    <a:pt x="184584" y="187527"/>
                  </a:lnTo>
                  <a:lnTo>
                    <a:pt x="184449" y="187544"/>
                  </a:lnTo>
                  <a:lnTo>
                    <a:pt x="184084" y="187457"/>
                  </a:lnTo>
                  <a:lnTo>
                    <a:pt x="184125" y="186894"/>
                  </a:lnTo>
                  <a:lnTo>
                    <a:pt x="184106" y="186419"/>
                  </a:lnTo>
                  <a:lnTo>
                    <a:pt x="183883" y="186094"/>
                  </a:lnTo>
                  <a:lnTo>
                    <a:pt x="183492" y="186241"/>
                  </a:lnTo>
                  <a:lnTo>
                    <a:pt x="183340" y="185730"/>
                  </a:lnTo>
                  <a:lnTo>
                    <a:pt x="182574" y="184712"/>
                  </a:lnTo>
                  <a:lnTo>
                    <a:pt x="182521" y="184456"/>
                  </a:lnTo>
                  <a:lnTo>
                    <a:pt x="182347" y="184399"/>
                  </a:lnTo>
                  <a:lnTo>
                    <a:pt x="182158" y="184452"/>
                  </a:lnTo>
                  <a:lnTo>
                    <a:pt x="181992" y="184944"/>
                  </a:lnTo>
                  <a:lnTo>
                    <a:pt x="181723" y="184813"/>
                  </a:lnTo>
                  <a:lnTo>
                    <a:pt x="181546" y="184714"/>
                  </a:lnTo>
                  <a:lnTo>
                    <a:pt x="181415" y="184630"/>
                  </a:lnTo>
                  <a:lnTo>
                    <a:pt x="181156" y="184506"/>
                  </a:lnTo>
                  <a:lnTo>
                    <a:pt x="180680" y="184218"/>
                  </a:lnTo>
                  <a:lnTo>
                    <a:pt x="180608" y="184087"/>
                  </a:lnTo>
                  <a:lnTo>
                    <a:pt x="180575" y="183848"/>
                  </a:lnTo>
                  <a:lnTo>
                    <a:pt x="180461" y="183637"/>
                  </a:lnTo>
                  <a:lnTo>
                    <a:pt x="180318" y="183678"/>
                  </a:lnTo>
                  <a:lnTo>
                    <a:pt x="179921" y="183713"/>
                  </a:lnTo>
                  <a:lnTo>
                    <a:pt x="179720" y="183351"/>
                  </a:lnTo>
                  <a:lnTo>
                    <a:pt x="179705" y="183040"/>
                  </a:lnTo>
                  <a:lnTo>
                    <a:pt x="181580" y="182190"/>
                  </a:lnTo>
                  <a:lnTo>
                    <a:pt x="181747" y="182191"/>
                  </a:lnTo>
                  <a:lnTo>
                    <a:pt x="181882" y="182057"/>
                  </a:lnTo>
                  <a:lnTo>
                    <a:pt x="182087" y="181850"/>
                  </a:lnTo>
                  <a:lnTo>
                    <a:pt x="182391" y="181558"/>
                  </a:lnTo>
                  <a:lnTo>
                    <a:pt x="182622" y="181647"/>
                  </a:lnTo>
                  <a:lnTo>
                    <a:pt x="182964" y="182114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8678526" y="2317815"/>
              <a:ext cx="183077" cy="182880"/>
            </a:xfrm>
            <a:custGeom>
              <a:avLst/>
              <a:pathLst>
                <a:path w="183077" h="182880">
                  <a:moveTo>
                    <a:pt x="182879" y="182880"/>
                  </a:moveTo>
                  <a:lnTo>
                    <a:pt x="182396" y="182857"/>
                  </a:lnTo>
                  <a:lnTo>
                    <a:pt x="182122" y="182787"/>
                  </a:lnTo>
                  <a:lnTo>
                    <a:pt x="182056" y="182444"/>
                  </a:lnTo>
                  <a:lnTo>
                    <a:pt x="182326" y="182223"/>
                  </a:lnTo>
                  <a:lnTo>
                    <a:pt x="182488" y="182232"/>
                  </a:lnTo>
                  <a:lnTo>
                    <a:pt x="183077" y="182273"/>
                  </a:lnTo>
                  <a:lnTo>
                    <a:pt x="183031" y="182592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8681402" y="2314831"/>
              <a:ext cx="183014" cy="183135"/>
            </a:xfrm>
            <a:custGeom>
              <a:avLst/>
              <a:pathLst>
                <a:path w="183014" h="183135">
                  <a:moveTo>
                    <a:pt x="182879" y="182880"/>
                  </a:moveTo>
                  <a:lnTo>
                    <a:pt x="183014" y="18313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8710383" y="2306750"/>
              <a:ext cx="183142" cy="183135"/>
            </a:xfrm>
            <a:custGeom>
              <a:avLst/>
              <a:pathLst>
                <a:path w="183142" h="183135">
                  <a:moveTo>
                    <a:pt x="182879" y="182880"/>
                  </a:moveTo>
                  <a:lnTo>
                    <a:pt x="182711" y="183135"/>
                  </a:lnTo>
                  <a:lnTo>
                    <a:pt x="182630" y="182971"/>
                  </a:lnTo>
                  <a:lnTo>
                    <a:pt x="182664" y="182696"/>
                  </a:lnTo>
                  <a:lnTo>
                    <a:pt x="183142" y="182382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8753595" y="2298446"/>
              <a:ext cx="183054" cy="182955"/>
            </a:xfrm>
            <a:custGeom>
              <a:avLst/>
              <a:pathLst>
                <a:path w="183054" h="182955">
                  <a:moveTo>
                    <a:pt x="182879" y="182880"/>
                  </a:moveTo>
                  <a:lnTo>
                    <a:pt x="182596" y="182907"/>
                  </a:lnTo>
                  <a:lnTo>
                    <a:pt x="182454" y="182913"/>
                  </a:lnTo>
                  <a:lnTo>
                    <a:pt x="181965" y="182955"/>
                  </a:lnTo>
                  <a:lnTo>
                    <a:pt x="181913" y="182786"/>
                  </a:lnTo>
                  <a:lnTo>
                    <a:pt x="181901" y="182617"/>
                  </a:lnTo>
                  <a:lnTo>
                    <a:pt x="182019" y="182381"/>
                  </a:lnTo>
                  <a:lnTo>
                    <a:pt x="182200" y="182315"/>
                  </a:lnTo>
                  <a:lnTo>
                    <a:pt x="182410" y="182273"/>
                  </a:lnTo>
                  <a:lnTo>
                    <a:pt x="182606" y="182346"/>
                  </a:lnTo>
                  <a:lnTo>
                    <a:pt x="182628" y="182618"/>
                  </a:lnTo>
                  <a:lnTo>
                    <a:pt x="182921" y="182613"/>
                  </a:lnTo>
                  <a:lnTo>
                    <a:pt x="183054" y="182858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8751333" y="2295426"/>
              <a:ext cx="182918" cy="183248"/>
            </a:xfrm>
            <a:custGeom>
              <a:avLst/>
              <a:pathLst>
                <a:path w="182918" h="183248">
                  <a:moveTo>
                    <a:pt x="182879" y="182880"/>
                  </a:moveTo>
                  <a:lnTo>
                    <a:pt x="182918" y="183121"/>
                  </a:lnTo>
                  <a:lnTo>
                    <a:pt x="182642" y="183248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8743366" y="2293705"/>
              <a:ext cx="185563" cy="187161"/>
            </a:xfrm>
            <a:custGeom>
              <a:avLst/>
              <a:pathLst>
                <a:path w="185563" h="187161">
                  <a:moveTo>
                    <a:pt x="182879" y="182880"/>
                  </a:moveTo>
                  <a:lnTo>
                    <a:pt x="182940" y="182679"/>
                  </a:lnTo>
                  <a:lnTo>
                    <a:pt x="183052" y="182400"/>
                  </a:lnTo>
                  <a:lnTo>
                    <a:pt x="183241" y="182650"/>
                  </a:lnTo>
                  <a:lnTo>
                    <a:pt x="183215" y="182804"/>
                  </a:lnTo>
                  <a:lnTo>
                    <a:pt x="183595" y="183055"/>
                  </a:lnTo>
                  <a:lnTo>
                    <a:pt x="183731" y="182917"/>
                  </a:lnTo>
                  <a:lnTo>
                    <a:pt x="183799" y="182733"/>
                  </a:lnTo>
                  <a:lnTo>
                    <a:pt x="184087" y="182505"/>
                  </a:lnTo>
                  <a:lnTo>
                    <a:pt x="184324" y="182457"/>
                  </a:lnTo>
                  <a:lnTo>
                    <a:pt x="184500" y="182541"/>
                  </a:lnTo>
                  <a:lnTo>
                    <a:pt x="184876" y="182829"/>
                  </a:lnTo>
                  <a:lnTo>
                    <a:pt x="185026" y="182962"/>
                  </a:lnTo>
                  <a:lnTo>
                    <a:pt x="185210" y="182904"/>
                  </a:lnTo>
                  <a:lnTo>
                    <a:pt x="185535" y="183090"/>
                  </a:lnTo>
                  <a:lnTo>
                    <a:pt x="185563" y="183582"/>
                  </a:lnTo>
                  <a:lnTo>
                    <a:pt x="185235" y="183853"/>
                  </a:lnTo>
                  <a:lnTo>
                    <a:pt x="185128" y="184160"/>
                  </a:lnTo>
                  <a:lnTo>
                    <a:pt x="184631" y="184076"/>
                  </a:lnTo>
                  <a:lnTo>
                    <a:pt x="184395" y="184132"/>
                  </a:lnTo>
                  <a:lnTo>
                    <a:pt x="184057" y="184306"/>
                  </a:lnTo>
                  <a:lnTo>
                    <a:pt x="183637" y="184556"/>
                  </a:lnTo>
                  <a:lnTo>
                    <a:pt x="183283" y="184890"/>
                  </a:lnTo>
                  <a:lnTo>
                    <a:pt x="182883" y="184759"/>
                  </a:lnTo>
                  <a:lnTo>
                    <a:pt x="182268" y="184543"/>
                  </a:lnTo>
                  <a:lnTo>
                    <a:pt x="181930" y="184632"/>
                  </a:lnTo>
                  <a:lnTo>
                    <a:pt x="181089" y="184938"/>
                  </a:lnTo>
                  <a:lnTo>
                    <a:pt x="180825" y="185110"/>
                  </a:lnTo>
                  <a:lnTo>
                    <a:pt x="180385" y="185448"/>
                  </a:lnTo>
                  <a:lnTo>
                    <a:pt x="180166" y="185695"/>
                  </a:lnTo>
                  <a:lnTo>
                    <a:pt x="179944" y="185879"/>
                  </a:lnTo>
                  <a:lnTo>
                    <a:pt x="179675" y="186114"/>
                  </a:lnTo>
                  <a:lnTo>
                    <a:pt x="179294" y="186454"/>
                  </a:lnTo>
                  <a:lnTo>
                    <a:pt x="179136" y="186594"/>
                  </a:lnTo>
                  <a:lnTo>
                    <a:pt x="178777" y="187026"/>
                  </a:lnTo>
                  <a:lnTo>
                    <a:pt x="178336" y="186551"/>
                  </a:lnTo>
                  <a:lnTo>
                    <a:pt x="178101" y="186594"/>
                  </a:lnTo>
                  <a:lnTo>
                    <a:pt x="177897" y="186662"/>
                  </a:lnTo>
                  <a:lnTo>
                    <a:pt x="177542" y="186939"/>
                  </a:lnTo>
                  <a:lnTo>
                    <a:pt x="177172" y="186949"/>
                  </a:lnTo>
                  <a:lnTo>
                    <a:pt x="176914" y="187161"/>
                  </a:lnTo>
                  <a:lnTo>
                    <a:pt x="176634" y="187010"/>
                  </a:lnTo>
                  <a:lnTo>
                    <a:pt x="176609" y="186838"/>
                  </a:lnTo>
                  <a:lnTo>
                    <a:pt x="177277" y="186412"/>
                  </a:lnTo>
                  <a:lnTo>
                    <a:pt x="177455" y="186327"/>
                  </a:lnTo>
                  <a:lnTo>
                    <a:pt x="177544" y="186037"/>
                  </a:lnTo>
                  <a:lnTo>
                    <a:pt x="177447" y="185844"/>
                  </a:lnTo>
                  <a:lnTo>
                    <a:pt x="177393" y="185554"/>
                  </a:lnTo>
                  <a:lnTo>
                    <a:pt x="177632" y="185223"/>
                  </a:lnTo>
                  <a:lnTo>
                    <a:pt x="177812" y="185114"/>
                  </a:lnTo>
                  <a:lnTo>
                    <a:pt x="178101" y="185124"/>
                  </a:lnTo>
                  <a:lnTo>
                    <a:pt x="178252" y="184918"/>
                  </a:lnTo>
                  <a:lnTo>
                    <a:pt x="178508" y="184679"/>
                  </a:lnTo>
                  <a:lnTo>
                    <a:pt x="178598" y="184405"/>
                  </a:lnTo>
                  <a:lnTo>
                    <a:pt x="178612" y="184192"/>
                  </a:lnTo>
                  <a:lnTo>
                    <a:pt x="178520" y="183843"/>
                  </a:lnTo>
                  <a:lnTo>
                    <a:pt x="178292" y="183432"/>
                  </a:lnTo>
                  <a:lnTo>
                    <a:pt x="178126" y="183335"/>
                  </a:lnTo>
                  <a:lnTo>
                    <a:pt x="177991" y="183383"/>
                  </a:lnTo>
                  <a:lnTo>
                    <a:pt x="177709" y="183123"/>
                  </a:lnTo>
                  <a:lnTo>
                    <a:pt x="177919" y="182739"/>
                  </a:lnTo>
                  <a:lnTo>
                    <a:pt x="178395" y="182546"/>
                  </a:lnTo>
                  <a:lnTo>
                    <a:pt x="178635" y="182700"/>
                  </a:lnTo>
                  <a:lnTo>
                    <a:pt x="178944" y="182812"/>
                  </a:lnTo>
                  <a:lnTo>
                    <a:pt x="179271" y="183001"/>
                  </a:lnTo>
                  <a:lnTo>
                    <a:pt x="179472" y="183119"/>
                  </a:lnTo>
                  <a:lnTo>
                    <a:pt x="179800" y="182920"/>
                  </a:lnTo>
                  <a:lnTo>
                    <a:pt x="180173" y="183022"/>
                  </a:lnTo>
                  <a:lnTo>
                    <a:pt x="180318" y="182896"/>
                  </a:lnTo>
                  <a:lnTo>
                    <a:pt x="180503" y="182385"/>
                  </a:lnTo>
                  <a:lnTo>
                    <a:pt x="180765" y="182333"/>
                  </a:lnTo>
                  <a:lnTo>
                    <a:pt x="180842" y="182518"/>
                  </a:lnTo>
                  <a:lnTo>
                    <a:pt x="181490" y="182030"/>
                  </a:lnTo>
                  <a:lnTo>
                    <a:pt x="181619" y="182073"/>
                  </a:lnTo>
                  <a:lnTo>
                    <a:pt x="181854" y="182220"/>
                  </a:lnTo>
                  <a:lnTo>
                    <a:pt x="181824" y="182689"/>
                  </a:lnTo>
                  <a:lnTo>
                    <a:pt x="182183" y="183056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8750599" y="2293931"/>
              <a:ext cx="182879" cy="183224"/>
            </a:xfrm>
            <a:custGeom>
              <a:avLst/>
              <a:pathLst>
                <a:path w="182879" h="183224">
                  <a:moveTo>
                    <a:pt x="182879" y="182880"/>
                  </a:moveTo>
                  <a:lnTo>
                    <a:pt x="182395" y="183224"/>
                  </a:lnTo>
                  <a:lnTo>
                    <a:pt x="182410" y="182831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8737549" y="2291383"/>
              <a:ext cx="183432" cy="183709"/>
            </a:xfrm>
            <a:custGeom>
              <a:avLst/>
              <a:pathLst>
                <a:path w="183432" h="183709">
                  <a:moveTo>
                    <a:pt x="182879" y="182880"/>
                  </a:moveTo>
                  <a:lnTo>
                    <a:pt x="183062" y="182622"/>
                  </a:lnTo>
                  <a:lnTo>
                    <a:pt x="183244" y="183102"/>
                  </a:lnTo>
                  <a:lnTo>
                    <a:pt x="183432" y="183642"/>
                  </a:lnTo>
                  <a:lnTo>
                    <a:pt x="183248" y="183709"/>
                  </a:lnTo>
                  <a:lnTo>
                    <a:pt x="183002" y="183186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8736907" y="2291596"/>
              <a:ext cx="183042" cy="183316"/>
            </a:xfrm>
            <a:custGeom>
              <a:avLst/>
              <a:pathLst>
                <a:path w="183042" h="183316">
                  <a:moveTo>
                    <a:pt x="182879" y="182880"/>
                  </a:moveTo>
                  <a:lnTo>
                    <a:pt x="182771" y="183104"/>
                  </a:lnTo>
                  <a:lnTo>
                    <a:pt x="182710" y="183243"/>
                  </a:lnTo>
                  <a:lnTo>
                    <a:pt x="182242" y="183316"/>
                  </a:lnTo>
                  <a:lnTo>
                    <a:pt x="182224" y="183138"/>
                  </a:lnTo>
                  <a:lnTo>
                    <a:pt x="182211" y="182974"/>
                  </a:lnTo>
                  <a:lnTo>
                    <a:pt x="182207" y="182772"/>
                  </a:lnTo>
                  <a:lnTo>
                    <a:pt x="182264" y="182508"/>
                  </a:lnTo>
                  <a:lnTo>
                    <a:pt x="182657" y="182468"/>
                  </a:lnTo>
                  <a:lnTo>
                    <a:pt x="182810" y="182626"/>
                  </a:lnTo>
                  <a:lnTo>
                    <a:pt x="183042" y="18267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8737538" y="2289677"/>
              <a:ext cx="182879" cy="183319"/>
            </a:xfrm>
            <a:custGeom>
              <a:avLst/>
              <a:pathLst>
                <a:path w="182879" h="183319">
                  <a:moveTo>
                    <a:pt x="182879" y="182880"/>
                  </a:moveTo>
                  <a:lnTo>
                    <a:pt x="182741" y="183319"/>
                  </a:lnTo>
                  <a:lnTo>
                    <a:pt x="182596" y="183181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8779026" y="2297477"/>
              <a:ext cx="183842" cy="183039"/>
            </a:xfrm>
            <a:custGeom>
              <a:avLst/>
              <a:pathLst>
                <a:path w="183842" h="183039">
                  <a:moveTo>
                    <a:pt x="182879" y="182880"/>
                  </a:moveTo>
                  <a:lnTo>
                    <a:pt x="183360" y="182517"/>
                  </a:lnTo>
                  <a:lnTo>
                    <a:pt x="183678" y="182313"/>
                  </a:lnTo>
                  <a:lnTo>
                    <a:pt x="183842" y="182439"/>
                  </a:lnTo>
                  <a:lnTo>
                    <a:pt x="183691" y="182817"/>
                  </a:lnTo>
                  <a:lnTo>
                    <a:pt x="183529" y="182856"/>
                  </a:lnTo>
                  <a:lnTo>
                    <a:pt x="183218" y="183039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8769839" y="2296380"/>
              <a:ext cx="183851" cy="182991"/>
            </a:xfrm>
            <a:custGeom>
              <a:avLst/>
              <a:pathLst>
                <a:path w="183851" h="182991">
                  <a:moveTo>
                    <a:pt x="182879" y="182880"/>
                  </a:moveTo>
                  <a:lnTo>
                    <a:pt x="182911" y="182679"/>
                  </a:lnTo>
                  <a:lnTo>
                    <a:pt x="183077" y="182542"/>
                  </a:lnTo>
                  <a:lnTo>
                    <a:pt x="183345" y="182458"/>
                  </a:lnTo>
                  <a:lnTo>
                    <a:pt x="183851" y="182578"/>
                  </a:lnTo>
                  <a:lnTo>
                    <a:pt x="183725" y="182781"/>
                  </a:lnTo>
                  <a:lnTo>
                    <a:pt x="183390" y="182991"/>
                  </a:lnTo>
                  <a:lnTo>
                    <a:pt x="183172" y="182923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8773170" y="2296133"/>
              <a:ext cx="183205" cy="182880"/>
            </a:xfrm>
            <a:custGeom>
              <a:avLst/>
              <a:pathLst>
                <a:path w="183205" h="182880">
                  <a:moveTo>
                    <a:pt x="182879" y="182880"/>
                  </a:moveTo>
                  <a:lnTo>
                    <a:pt x="182618" y="182686"/>
                  </a:lnTo>
                  <a:lnTo>
                    <a:pt x="182733" y="182391"/>
                  </a:lnTo>
                  <a:lnTo>
                    <a:pt x="183033" y="182329"/>
                  </a:lnTo>
                  <a:lnTo>
                    <a:pt x="183205" y="18232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8783635" y="2295748"/>
              <a:ext cx="182995" cy="183222"/>
            </a:xfrm>
            <a:custGeom>
              <a:avLst/>
              <a:pathLst>
                <a:path w="182995" h="183222">
                  <a:moveTo>
                    <a:pt x="182879" y="182880"/>
                  </a:moveTo>
                  <a:lnTo>
                    <a:pt x="182519" y="183097"/>
                  </a:lnTo>
                  <a:lnTo>
                    <a:pt x="182384" y="183222"/>
                  </a:lnTo>
                  <a:lnTo>
                    <a:pt x="181982" y="183111"/>
                  </a:lnTo>
                  <a:lnTo>
                    <a:pt x="181705" y="183159"/>
                  </a:lnTo>
                  <a:lnTo>
                    <a:pt x="181444" y="183019"/>
                  </a:lnTo>
                  <a:lnTo>
                    <a:pt x="181431" y="182722"/>
                  </a:lnTo>
                  <a:lnTo>
                    <a:pt x="181105" y="182862"/>
                  </a:lnTo>
                  <a:lnTo>
                    <a:pt x="181825" y="182434"/>
                  </a:lnTo>
                  <a:lnTo>
                    <a:pt x="182107" y="182393"/>
                  </a:lnTo>
                  <a:lnTo>
                    <a:pt x="182458" y="182465"/>
                  </a:lnTo>
                  <a:lnTo>
                    <a:pt x="182995" y="182688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8773495" y="229535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8773402" y="2290438"/>
              <a:ext cx="183127" cy="189049"/>
            </a:xfrm>
            <a:custGeom>
              <a:avLst/>
              <a:pathLst>
                <a:path w="183127" h="189049">
                  <a:moveTo>
                    <a:pt x="182879" y="182880"/>
                  </a:moveTo>
                  <a:lnTo>
                    <a:pt x="183007" y="183394"/>
                  </a:lnTo>
                  <a:lnTo>
                    <a:pt x="183127" y="183812"/>
                  </a:lnTo>
                  <a:lnTo>
                    <a:pt x="182658" y="184284"/>
                  </a:lnTo>
                  <a:lnTo>
                    <a:pt x="182341" y="184516"/>
                  </a:lnTo>
                  <a:lnTo>
                    <a:pt x="181787" y="184849"/>
                  </a:lnTo>
                  <a:lnTo>
                    <a:pt x="181737" y="185184"/>
                  </a:lnTo>
                  <a:lnTo>
                    <a:pt x="182054" y="186205"/>
                  </a:lnTo>
                  <a:lnTo>
                    <a:pt x="182291" y="186302"/>
                  </a:lnTo>
                  <a:lnTo>
                    <a:pt x="182509" y="186277"/>
                  </a:lnTo>
                  <a:lnTo>
                    <a:pt x="182753" y="186311"/>
                  </a:lnTo>
                  <a:lnTo>
                    <a:pt x="182902" y="186424"/>
                  </a:lnTo>
                  <a:lnTo>
                    <a:pt x="182721" y="186761"/>
                  </a:lnTo>
                  <a:lnTo>
                    <a:pt x="182283" y="186703"/>
                  </a:lnTo>
                  <a:lnTo>
                    <a:pt x="181482" y="186888"/>
                  </a:lnTo>
                  <a:lnTo>
                    <a:pt x="181571" y="187243"/>
                  </a:lnTo>
                  <a:lnTo>
                    <a:pt x="181183" y="187413"/>
                  </a:lnTo>
                  <a:lnTo>
                    <a:pt x="181014" y="187569"/>
                  </a:lnTo>
                  <a:lnTo>
                    <a:pt x="181032" y="187717"/>
                  </a:lnTo>
                  <a:lnTo>
                    <a:pt x="180749" y="187680"/>
                  </a:lnTo>
                  <a:lnTo>
                    <a:pt x="179960" y="187590"/>
                  </a:lnTo>
                  <a:lnTo>
                    <a:pt x="179710" y="187617"/>
                  </a:lnTo>
                  <a:lnTo>
                    <a:pt x="179366" y="187610"/>
                  </a:lnTo>
                  <a:lnTo>
                    <a:pt x="179381" y="187475"/>
                  </a:lnTo>
                  <a:lnTo>
                    <a:pt x="179159" y="187333"/>
                  </a:lnTo>
                  <a:lnTo>
                    <a:pt x="178962" y="187293"/>
                  </a:lnTo>
                  <a:lnTo>
                    <a:pt x="178819" y="187280"/>
                  </a:lnTo>
                  <a:lnTo>
                    <a:pt x="178612" y="187583"/>
                  </a:lnTo>
                  <a:lnTo>
                    <a:pt x="178201" y="187816"/>
                  </a:lnTo>
                  <a:lnTo>
                    <a:pt x="177926" y="187886"/>
                  </a:lnTo>
                  <a:lnTo>
                    <a:pt x="177719" y="188017"/>
                  </a:lnTo>
                  <a:lnTo>
                    <a:pt x="177703" y="188224"/>
                  </a:lnTo>
                  <a:lnTo>
                    <a:pt x="177825" y="188496"/>
                  </a:lnTo>
                  <a:lnTo>
                    <a:pt x="178336" y="188863"/>
                  </a:lnTo>
                  <a:lnTo>
                    <a:pt x="178095" y="188890"/>
                  </a:lnTo>
                  <a:lnTo>
                    <a:pt x="177752" y="188614"/>
                  </a:lnTo>
                  <a:lnTo>
                    <a:pt x="177188" y="189049"/>
                  </a:lnTo>
                  <a:lnTo>
                    <a:pt x="176976" y="188902"/>
                  </a:lnTo>
                  <a:lnTo>
                    <a:pt x="177149" y="188166"/>
                  </a:lnTo>
                  <a:lnTo>
                    <a:pt x="177319" y="188029"/>
                  </a:lnTo>
                  <a:lnTo>
                    <a:pt x="177432" y="187771"/>
                  </a:lnTo>
                  <a:lnTo>
                    <a:pt x="177227" y="187641"/>
                  </a:lnTo>
                  <a:lnTo>
                    <a:pt x="177367" y="187446"/>
                  </a:lnTo>
                  <a:lnTo>
                    <a:pt x="177495" y="186968"/>
                  </a:lnTo>
                  <a:lnTo>
                    <a:pt x="177794" y="186752"/>
                  </a:lnTo>
                  <a:lnTo>
                    <a:pt x="178505" y="186669"/>
                  </a:lnTo>
                  <a:lnTo>
                    <a:pt x="179030" y="186198"/>
                  </a:lnTo>
                  <a:lnTo>
                    <a:pt x="179036" y="185890"/>
                  </a:lnTo>
                  <a:lnTo>
                    <a:pt x="178970" y="185690"/>
                  </a:lnTo>
                  <a:lnTo>
                    <a:pt x="178755" y="185591"/>
                  </a:lnTo>
                  <a:lnTo>
                    <a:pt x="178503" y="185457"/>
                  </a:lnTo>
                  <a:lnTo>
                    <a:pt x="178725" y="185199"/>
                  </a:lnTo>
                  <a:lnTo>
                    <a:pt x="178894" y="185055"/>
                  </a:lnTo>
                  <a:lnTo>
                    <a:pt x="179236" y="184990"/>
                  </a:lnTo>
                  <a:lnTo>
                    <a:pt x="179378" y="184962"/>
                  </a:lnTo>
                  <a:lnTo>
                    <a:pt x="179716" y="184820"/>
                  </a:lnTo>
                  <a:lnTo>
                    <a:pt x="179841" y="183921"/>
                  </a:lnTo>
                  <a:lnTo>
                    <a:pt x="180665" y="183418"/>
                  </a:lnTo>
                  <a:lnTo>
                    <a:pt x="181519" y="183527"/>
                  </a:lnTo>
                  <a:lnTo>
                    <a:pt x="181751" y="183094"/>
                  </a:lnTo>
                  <a:lnTo>
                    <a:pt x="182466" y="183067"/>
                  </a:lnTo>
                  <a:lnTo>
                    <a:pt x="182747" y="183124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8764709" y="2293286"/>
              <a:ext cx="183120" cy="183112"/>
            </a:xfrm>
            <a:custGeom>
              <a:avLst/>
              <a:pathLst>
                <a:path w="183120" h="183112">
                  <a:moveTo>
                    <a:pt x="182879" y="182880"/>
                  </a:moveTo>
                  <a:lnTo>
                    <a:pt x="182712" y="183112"/>
                  </a:lnTo>
                  <a:lnTo>
                    <a:pt x="182151" y="182936"/>
                  </a:lnTo>
                  <a:lnTo>
                    <a:pt x="182124" y="182268"/>
                  </a:lnTo>
                  <a:lnTo>
                    <a:pt x="182503" y="181996"/>
                  </a:lnTo>
                  <a:lnTo>
                    <a:pt x="182629" y="181730"/>
                  </a:lnTo>
                  <a:lnTo>
                    <a:pt x="182821" y="181209"/>
                  </a:lnTo>
                  <a:lnTo>
                    <a:pt x="183086" y="181344"/>
                  </a:lnTo>
                  <a:lnTo>
                    <a:pt x="182983" y="181525"/>
                  </a:lnTo>
                  <a:lnTo>
                    <a:pt x="183070" y="181672"/>
                  </a:lnTo>
                  <a:lnTo>
                    <a:pt x="183120" y="182113"/>
                  </a:lnTo>
                  <a:lnTo>
                    <a:pt x="183020" y="182311"/>
                  </a:lnTo>
                  <a:lnTo>
                    <a:pt x="182829" y="182478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8782474" y="2287762"/>
              <a:ext cx="182941" cy="192536"/>
            </a:xfrm>
            <a:custGeom>
              <a:avLst/>
              <a:pathLst>
                <a:path w="182941" h="192536">
                  <a:moveTo>
                    <a:pt x="182879" y="182880"/>
                  </a:moveTo>
                  <a:lnTo>
                    <a:pt x="182754" y="182980"/>
                  </a:lnTo>
                  <a:lnTo>
                    <a:pt x="182941" y="183390"/>
                  </a:lnTo>
                  <a:lnTo>
                    <a:pt x="182777" y="183695"/>
                  </a:lnTo>
                  <a:lnTo>
                    <a:pt x="182648" y="183823"/>
                  </a:lnTo>
                  <a:lnTo>
                    <a:pt x="182345" y="184158"/>
                  </a:lnTo>
                  <a:lnTo>
                    <a:pt x="182059" y="184095"/>
                  </a:lnTo>
                  <a:lnTo>
                    <a:pt x="181791" y="184336"/>
                  </a:lnTo>
                  <a:lnTo>
                    <a:pt x="181583" y="184350"/>
                  </a:lnTo>
                  <a:lnTo>
                    <a:pt x="181396" y="184350"/>
                  </a:lnTo>
                  <a:lnTo>
                    <a:pt x="180987" y="184230"/>
                  </a:lnTo>
                  <a:lnTo>
                    <a:pt x="180608" y="184861"/>
                  </a:lnTo>
                  <a:lnTo>
                    <a:pt x="180417" y="185249"/>
                  </a:lnTo>
                  <a:lnTo>
                    <a:pt x="180440" y="185622"/>
                  </a:lnTo>
                  <a:lnTo>
                    <a:pt x="179993" y="186130"/>
                  </a:lnTo>
                  <a:lnTo>
                    <a:pt x="179882" y="186518"/>
                  </a:lnTo>
                  <a:lnTo>
                    <a:pt x="179827" y="186755"/>
                  </a:lnTo>
                  <a:lnTo>
                    <a:pt x="179809" y="186934"/>
                  </a:lnTo>
                  <a:lnTo>
                    <a:pt x="179997" y="187334"/>
                  </a:lnTo>
                  <a:lnTo>
                    <a:pt x="180152" y="187703"/>
                  </a:lnTo>
                  <a:lnTo>
                    <a:pt x="180335" y="187997"/>
                  </a:lnTo>
                  <a:lnTo>
                    <a:pt x="180524" y="188331"/>
                  </a:lnTo>
                  <a:lnTo>
                    <a:pt x="180163" y="188658"/>
                  </a:lnTo>
                  <a:lnTo>
                    <a:pt x="179933" y="188944"/>
                  </a:lnTo>
                  <a:lnTo>
                    <a:pt x="179759" y="189117"/>
                  </a:lnTo>
                  <a:lnTo>
                    <a:pt x="179653" y="189487"/>
                  </a:lnTo>
                  <a:lnTo>
                    <a:pt x="179486" y="189752"/>
                  </a:lnTo>
                  <a:lnTo>
                    <a:pt x="179361" y="190146"/>
                  </a:lnTo>
                  <a:lnTo>
                    <a:pt x="179423" y="190417"/>
                  </a:lnTo>
                  <a:lnTo>
                    <a:pt x="179516" y="190639"/>
                  </a:lnTo>
                  <a:lnTo>
                    <a:pt x="179749" y="190812"/>
                  </a:lnTo>
                  <a:lnTo>
                    <a:pt x="179706" y="190987"/>
                  </a:lnTo>
                  <a:lnTo>
                    <a:pt x="179752" y="191270"/>
                  </a:lnTo>
                  <a:lnTo>
                    <a:pt x="179885" y="191240"/>
                  </a:lnTo>
                  <a:lnTo>
                    <a:pt x="180137" y="191193"/>
                  </a:lnTo>
                  <a:lnTo>
                    <a:pt x="180145" y="191375"/>
                  </a:lnTo>
                  <a:lnTo>
                    <a:pt x="180289" y="191593"/>
                  </a:lnTo>
                  <a:lnTo>
                    <a:pt x="179934" y="191957"/>
                  </a:lnTo>
                  <a:lnTo>
                    <a:pt x="179696" y="192130"/>
                  </a:lnTo>
                  <a:lnTo>
                    <a:pt x="178903" y="192536"/>
                  </a:lnTo>
                  <a:lnTo>
                    <a:pt x="178479" y="192483"/>
                  </a:lnTo>
                  <a:lnTo>
                    <a:pt x="178159" y="192232"/>
                  </a:lnTo>
                  <a:lnTo>
                    <a:pt x="178392" y="192022"/>
                  </a:lnTo>
                  <a:lnTo>
                    <a:pt x="178540" y="191802"/>
                  </a:lnTo>
                  <a:lnTo>
                    <a:pt x="178371" y="191416"/>
                  </a:lnTo>
                  <a:lnTo>
                    <a:pt x="178182" y="191495"/>
                  </a:lnTo>
                  <a:lnTo>
                    <a:pt x="177662" y="191763"/>
                  </a:lnTo>
                  <a:lnTo>
                    <a:pt x="177904" y="191266"/>
                  </a:lnTo>
                  <a:lnTo>
                    <a:pt x="177762" y="191063"/>
                  </a:lnTo>
                  <a:lnTo>
                    <a:pt x="178049" y="190670"/>
                  </a:lnTo>
                  <a:lnTo>
                    <a:pt x="178213" y="190465"/>
                  </a:lnTo>
                  <a:lnTo>
                    <a:pt x="177755" y="190201"/>
                  </a:lnTo>
                  <a:lnTo>
                    <a:pt x="177493" y="190668"/>
                  </a:lnTo>
                  <a:lnTo>
                    <a:pt x="177269" y="190813"/>
                  </a:lnTo>
                  <a:lnTo>
                    <a:pt x="177068" y="190852"/>
                  </a:lnTo>
                  <a:lnTo>
                    <a:pt x="176790" y="190752"/>
                  </a:lnTo>
                  <a:lnTo>
                    <a:pt x="176750" y="190403"/>
                  </a:lnTo>
                  <a:lnTo>
                    <a:pt x="176989" y="190106"/>
                  </a:lnTo>
                  <a:lnTo>
                    <a:pt x="177064" y="189773"/>
                  </a:lnTo>
                  <a:lnTo>
                    <a:pt x="177127" y="189572"/>
                  </a:lnTo>
                  <a:lnTo>
                    <a:pt x="177265" y="189544"/>
                  </a:lnTo>
                  <a:lnTo>
                    <a:pt x="177468" y="189413"/>
                  </a:lnTo>
                  <a:lnTo>
                    <a:pt x="177595" y="189073"/>
                  </a:lnTo>
                  <a:lnTo>
                    <a:pt x="177798" y="188642"/>
                  </a:lnTo>
                  <a:lnTo>
                    <a:pt x="178236" y="188660"/>
                  </a:lnTo>
                  <a:lnTo>
                    <a:pt x="178197" y="188932"/>
                  </a:lnTo>
                  <a:lnTo>
                    <a:pt x="178430" y="188908"/>
                  </a:lnTo>
                  <a:lnTo>
                    <a:pt x="178818" y="188824"/>
                  </a:lnTo>
                  <a:lnTo>
                    <a:pt x="178935" y="188619"/>
                  </a:lnTo>
                  <a:lnTo>
                    <a:pt x="179006" y="188414"/>
                  </a:lnTo>
                  <a:lnTo>
                    <a:pt x="178820" y="188180"/>
                  </a:lnTo>
                  <a:lnTo>
                    <a:pt x="179129" y="187790"/>
                  </a:lnTo>
                  <a:lnTo>
                    <a:pt x="179069" y="187565"/>
                  </a:lnTo>
                  <a:lnTo>
                    <a:pt x="179081" y="187369"/>
                  </a:lnTo>
                  <a:lnTo>
                    <a:pt x="179165" y="187435"/>
                  </a:lnTo>
                  <a:lnTo>
                    <a:pt x="179129" y="187133"/>
                  </a:lnTo>
                  <a:lnTo>
                    <a:pt x="178883" y="187187"/>
                  </a:lnTo>
                  <a:lnTo>
                    <a:pt x="178721" y="187374"/>
                  </a:lnTo>
                  <a:lnTo>
                    <a:pt x="178381" y="187066"/>
                  </a:lnTo>
                  <a:lnTo>
                    <a:pt x="178031" y="186984"/>
                  </a:lnTo>
                  <a:lnTo>
                    <a:pt x="177621" y="187004"/>
                  </a:lnTo>
                  <a:lnTo>
                    <a:pt x="177421" y="187305"/>
                  </a:lnTo>
                  <a:lnTo>
                    <a:pt x="177323" y="187628"/>
                  </a:lnTo>
                  <a:lnTo>
                    <a:pt x="176553" y="187284"/>
                  </a:lnTo>
                  <a:lnTo>
                    <a:pt x="176008" y="187209"/>
                  </a:lnTo>
                  <a:lnTo>
                    <a:pt x="175840" y="187008"/>
                  </a:lnTo>
                  <a:lnTo>
                    <a:pt x="176249" y="186580"/>
                  </a:lnTo>
                  <a:lnTo>
                    <a:pt x="175787" y="186214"/>
                  </a:lnTo>
                  <a:lnTo>
                    <a:pt x="176017" y="185952"/>
                  </a:lnTo>
                  <a:lnTo>
                    <a:pt x="176645" y="185210"/>
                  </a:lnTo>
                  <a:lnTo>
                    <a:pt x="176915" y="185010"/>
                  </a:lnTo>
                  <a:lnTo>
                    <a:pt x="177170" y="184921"/>
                  </a:lnTo>
                  <a:lnTo>
                    <a:pt x="177337" y="184982"/>
                  </a:lnTo>
                  <a:lnTo>
                    <a:pt x="177594" y="184803"/>
                  </a:lnTo>
                  <a:lnTo>
                    <a:pt x="177917" y="184774"/>
                  </a:lnTo>
                  <a:lnTo>
                    <a:pt x="178043" y="185537"/>
                  </a:lnTo>
                  <a:lnTo>
                    <a:pt x="178242" y="185281"/>
                  </a:lnTo>
                  <a:lnTo>
                    <a:pt x="178481" y="185148"/>
                  </a:lnTo>
                  <a:lnTo>
                    <a:pt x="178484" y="184861"/>
                  </a:lnTo>
                  <a:lnTo>
                    <a:pt x="178692" y="184609"/>
                  </a:lnTo>
                  <a:lnTo>
                    <a:pt x="179002" y="184391"/>
                  </a:lnTo>
                  <a:lnTo>
                    <a:pt x="178742" y="183961"/>
                  </a:lnTo>
                  <a:lnTo>
                    <a:pt x="178855" y="183651"/>
                  </a:lnTo>
                  <a:lnTo>
                    <a:pt x="178785" y="183321"/>
                  </a:lnTo>
                  <a:lnTo>
                    <a:pt x="178922" y="183130"/>
                  </a:lnTo>
                  <a:lnTo>
                    <a:pt x="179009" y="183397"/>
                  </a:lnTo>
                  <a:lnTo>
                    <a:pt x="179396" y="183534"/>
                  </a:lnTo>
                  <a:lnTo>
                    <a:pt x="179758" y="183321"/>
                  </a:lnTo>
                  <a:lnTo>
                    <a:pt x="180042" y="183067"/>
                  </a:lnTo>
                  <a:lnTo>
                    <a:pt x="180227" y="183101"/>
                  </a:lnTo>
                  <a:lnTo>
                    <a:pt x="180385" y="183000"/>
                  </a:lnTo>
                  <a:lnTo>
                    <a:pt x="180543" y="182937"/>
                  </a:lnTo>
                  <a:lnTo>
                    <a:pt x="180689" y="182907"/>
                  </a:lnTo>
                  <a:lnTo>
                    <a:pt x="181184" y="182504"/>
                  </a:lnTo>
                  <a:lnTo>
                    <a:pt x="181579" y="182519"/>
                  </a:lnTo>
                  <a:lnTo>
                    <a:pt x="181761" y="182657"/>
                  </a:lnTo>
                  <a:lnTo>
                    <a:pt x="181964" y="182775"/>
                  </a:lnTo>
                  <a:lnTo>
                    <a:pt x="182131" y="182817"/>
                  </a:lnTo>
                  <a:lnTo>
                    <a:pt x="182511" y="182681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8774234" y="2290688"/>
              <a:ext cx="183164" cy="183270"/>
            </a:xfrm>
            <a:custGeom>
              <a:avLst/>
              <a:pathLst>
                <a:path w="183164" h="183270">
                  <a:moveTo>
                    <a:pt x="182879" y="182880"/>
                  </a:moveTo>
                  <a:lnTo>
                    <a:pt x="183158" y="182977"/>
                  </a:lnTo>
                  <a:lnTo>
                    <a:pt x="183164" y="183270"/>
                  </a:lnTo>
                  <a:lnTo>
                    <a:pt x="182678" y="183217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8795408" y="2283298"/>
              <a:ext cx="183946" cy="184135"/>
            </a:xfrm>
            <a:custGeom>
              <a:avLst/>
              <a:pathLst>
                <a:path w="183946" h="184135">
                  <a:moveTo>
                    <a:pt x="182879" y="182880"/>
                  </a:moveTo>
                  <a:lnTo>
                    <a:pt x="183111" y="182847"/>
                  </a:lnTo>
                  <a:lnTo>
                    <a:pt x="183416" y="182428"/>
                  </a:lnTo>
                  <a:lnTo>
                    <a:pt x="183563" y="182352"/>
                  </a:lnTo>
                  <a:lnTo>
                    <a:pt x="183946" y="182558"/>
                  </a:lnTo>
                  <a:lnTo>
                    <a:pt x="183754" y="182864"/>
                  </a:lnTo>
                  <a:lnTo>
                    <a:pt x="183375" y="183080"/>
                  </a:lnTo>
                  <a:lnTo>
                    <a:pt x="183113" y="183444"/>
                  </a:lnTo>
                  <a:lnTo>
                    <a:pt x="182932" y="183355"/>
                  </a:lnTo>
                  <a:lnTo>
                    <a:pt x="182141" y="183133"/>
                  </a:lnTo>
                  <a:lnTo>
                    <a:pt x="181899" y="183330"/>
                  </a:lnTo>
                  <a:lnTo>
                    <a:pt x="181763" y="183453"/>
                  </a:lnTo>
                  <a:lnTo>
                    <a:pt x="181283" y="184135"/>
                  </a:lnTo>
                  <a:lnTo>
                    <a:pt x="181155" y="183894"/>
                  </a:lnTo>
                  <a:lnTo>
                    <a:pt x="181052" y="183333"/>
                  </a:lnTo>
                  <a:lnTo>
                    <a:pt x="181054" y="183073"/>
                  </a:lnTo>
                  <a:lnTo>
                    <a:pt x="181074" y="182664"/>
                  </a:lnTo>
                  <a:lnTo>
                    <a:pt x="181403" y="182370"/>
                  </a:lnTo>
                  <a:lnTo>
                    <a:pt x="181926" y="182770"/>
                  </a:lnTo>
                  <a:lnTo>
                    <a:pt x="182091" y="182640"/>
                  </a:lnTo>
                  <a:lnTo>
                    <a:pt x="182354" y="182188"/>
                  </a:lnTo>
                  <a:lnTo>
                    <a:pt x="182509" y="182409"/>
                  </a:lnTo>
                  <a:lnTo>
                    <a:pt x="182639" y="182719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8788793" y="2283902"/>
              <a:ext cx="183978" cy="182989"/>
            </a:xfrm>
            <a:custGeom>
              <a:avLst/>
              <a:pathLst>
                <a:path w="183978" h="182989">
                  <a:moveTo>
                    <a:pt x="182879" y="182880"/>
                  </a:moveTo>
                  <a:lnTo>
                    <a:pt x="182775" y="182989"/>
                  </a:lnTo>
                  <a:lnTo>
                    <a:pt x="182670" y="182567"/>
                  </a:lnTo>
                  <a:lnTo>
                    <a:pt x="182595" y="182429"/>
                  </a:lnTo>
                  <a:lnTo>
                    <a:pt x="182564" y="182211"/>
                  </a:lnTo>
                  <a:lnTo>
                    <a:pt x="182304" y="181809"/>
                  </a:lnTo>
                  <a:lnTo>
                    <a:pt x="182520" y="181583"/>
                  </a:lnTo>
                  <a:lnTo>
                    <a:pt x="183088" y="181383"/>
                  </a:lnTo>
                  <a:lnTo>
                    <a:pt x="183368" y="181280"/>
                  </a:lnTo>
                  <a:lnTo>
                    <a:pt x="183509" y="181223"/>
                  </a:lnTo>
                  <a:lnTo>
                    <a:pt x="183739" y="181249"/>
                  </a:lnTo>
                  <a:lnTo>
                    <a:pt x="183811" y="181486"/>
                  </a:lnTo>
                  <a:lnTo>
                    <a:pt x="183978" y="181910"/>
                  </a:lnTo>
                  <a:lnTo>
                    <a:pt x="183951" y="182058"/>
                  </a:lnTo>
                  <a:lnTo>
                    <a:pt x="183734" y="182527"/>
                  </a:lnTo>
                  <a:lnTo>
                    <a:pt x="183524" y="182567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8793578" y="2280720"/>
              <a:ext cx="183810" cy="183610"/>
            </a:xfrm>
            <a:custGeom>
              <a:avLst/>
              <a:pathLst>
                <a:path w="183810" h="183610">
                  <a:moveTo>
                    <a:pt x="182879" y="182880"/>
                  </a:moveTo>
                  <a:lnTo>
                    <a:pt x="182909" y="182494"/>
                  </a:lnTo>
                  <a:lnTo>
                    <a:pt x="182917" y="182256"/>
                  </a:lnTo>
                  <a:lnTo>
                    <a:pt x="183010" y="182028"/>
                  </a:lnTo>
                  <a:lnTo>
                    <a:pt x="183240" y="181835"/>
                  </a:lnTo>
                  <a:lnTo>
                    <a:pt x="183463" y="181719"/>
                  </a:lnTo>
                  <a:lnTo>
                    <a:pt x="183810" y="182216"/>
                  </a:lnTo>
                  <a:lnTo>
                    <a:pt x="183516" y="182718"/>
                  </a:lnTo>
                  <a:lnTo>
                    <a:pt x="183307" y="182824"/>
                  </a:lnTo>
                  <a:lnTo>
                    <a:pt x="183154" y="182848"/>
                  </a:lnTo>
                  <a:lnTo>
                    <a:pt x="182984" y="183053"/>
                  </a:lnTo>
                  <a:lnTo>
                    <a:pt x="182771" y="183311"/>
                  </a:lnTo>
                  <a:lnTo>
                    <a:pt x="182604" y="183497"/>
                  </a:lnTo>
                  <a:lnTo>
                    <a:pt x="182406" y="183610"/>
                  </a:lnTo>
                  <a:lnTo>
                    <a:pt x="182447" y="18334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8794895" y="2278776"/>
              <a:ext cx="183171" cy="183289"/>
            </a:xfrm>
            <a:custGeom>
              <a:avLst/>
              <a:pathLst>
                <a:path w="183171" h="183289">
                  <a:moveTo>
                    <a:pt x="182879" y="182880"/>
                  </a:moveTo>
                  <a:lnTo>
                    <a:pt x="183171" y="182967"/>
                  </a:lnTo>
                  <a:lnTo>
                    <a:pt x="183059" y="183222"/>
                  </a:lnTo>
                  <a:lnTo>
                    <a:pt x="182841" y="183289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8761297" y="2276289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8816434" y="2275060"/>
              <a:ext cx="183065" cy="182905"/>
            </a:xfrm>
            <a:custGeom>
              <a:avLst/>
              <a:pathLst>
                <a:path w="183065" h="182905">
                  <a:moveTo>
                    <a:pt x="182879" y="182880"/>
                  </a:moveTo>
                  <a:lnTo>
                    <a:pt x="182795" y="182351"/>
                  </a:lnTo>
                  <a:lnTo>
                    <a:pt x="182983" y="182421"/>
                  </a:lnTo>
                  <a:lnTo>
                    <a:pt x="183018" y="182682"/>
                  </a:lnTo>
                  <a:lnTo>
                    <a:pt x="183065" y="18290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8762304" y="227420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8806619" y="2273531"/>
              <a:ext cx="183396" cy="182925"/>
            </a:xfrm>
            <a:custGeom>
              <a:avLst/>
              <a:pathLst>
                <a:path w="183396" h="182925">
                  <a:moveTo>
                    <a:pt x="182879" y="182880"/>
                  </a:moveTo>
                  <a:lnTo>
                    <a:pt x="183396" y="182435"/>
                  </a:lnTo>
                  <a:lnTo>
                    <a:pt x="183272" y="182674"/>
                  </a:lnTo>
                  <a:lnTo>
                    <a:pt x="183116" y="18292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8808741" y="2272879"/>
              <a:ext cx="183116" cy="183633"/>
            </a:xfrm>
            <a:custGeom>
              <a:avLst/>
              <a:pathLst>
                <a:path w="183116" h="183633">
                  <a:moveTo>
                    <a:pt x="182879" y="182880"/>
                  </a:moveTo>
                  <a:lnTo>
                    <a:pt x="183019" y="183039"/>
                  </a:lnTo>
                  <a:lnTo>
                    <a:pt x="183116" y="183633"/>
                  </a:lnTo>
                  <a:lnTo>
                    <a:pt x="182551" y="182898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8806249" y="2272758"/>
              <a:ext cx="183063" cy="183276"/>
            </a:xfrm>
            <a:custGeom>
              <a:avLst/>
              <a:pathLst>
                <a:path w="183063" h="183276">
                  <a:moveTo>
                    <a:pt x="182879" y="182880"/>
                  </a:moveTo>
                  <a:lnTo>
                    <a:pt x="183063" y="183112"/>
                  </a:lnTo>
                  <a:lnTo>
                    <a:pt x="182815" y="183276"/>
                  </a:lnTo>
                  <a:lnTo>
                    <a:pt x="182797" y="18307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8812974" y="2262950"/>
              <a:ext cx="183021" cy="183129"/>
            </a:xfrm>
            <a:custGeom>
              <a:avLst/>
              <a:pathLst>
                <a:path w="183021" h="183129">
                  <a:moveTo>
                    <a:pt x="182879" y="182880"/>
                  </a:moveTo>
                  <a:lnTo>
                    <a:pt x="182752" y="182700"/>
                  </a:lnTo>
                  <a:lnTo>
                    <a:pt x="182850" y="182538"/>
                  </a:lnTo>
                  <a:lnTo>
                    <a:pt x="183021" y="182972"/>
                  </a:lnTo>
                  <a:lnTo>
                    <a:pt x="182866" y="183129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8816205" y="2255727"/>
              <a:ext cx="182879" cy="185020"/>
            </a:xfrm>
            <a:custGeom>
              <a:avLst/>
              <a:pathLst>
                <a:path w="182879" h="185020">
                  <a:moveTo>
                    <a:pt x="182879" y="182880"/>
                  </a:moveTo>
                  <a:lnTo>
                    <a:pt x="182749" y="183345"/>
                  </a:lnTo>
                  <a:lnTo>
                    <a:pt x="182741" y="183636"/>
                  </a:lnTo>
                  <a:lnTo>
                    <a:pt x="182219" y="183968"/>
                  </a:lnTo>
                  <a:lnTo>
                    <a:pt x="182277" y="184370"/>
                  </a:lnTo>
                  <a:lnTo>
                    <a:pt x="181898" y="184513"/>
                  </a:lnTo>
                  <a:lnTo>
                    <a:pt x="181343" y="185020"/>
                  </a:lnTo>
                  <a:lnTo>
                    <a:pt x="181202" y="184962"/>
                  </a:lnTo>
                  <a:lnTo>
                    <a:pt x="180847" y="184754"/>
                  </a:lnTo>
                  <a:lnTo>
                    <a:pt x="180689" y="184063"/>
                  </a:lnTo>
                  <a:lnTo>
                    <a:pt x="181235" y="183132"/>
                  </a:lnTo>
                  <a:lnTo>
                    <a:pt x="181594" y="183112"/>
                  </a:lnTo>
                  <a:lnTo>
                    <a:pt x="181796" y="182923"/>
                  </a:lnTo>
                  <a:lnTo>
                    <a:pt x="181738" y="182786"/>
                  </a:lnTo>
                  <a:lnTo>
                    <a:pt x="181744" y="182601"/>
                  </a:lnTo>
                  <a:lnTo>
                    <a:pt x="182853" y="182751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8815313" y="2248329"/>
              <a:ext cx="183521" cy="183916"/>
            </a:xfrm>
            <a:custGeom>
              <a:avLst/>
              <a:pathLst>
                <a:path w="183521" h="183916">
                  <a:moveTo>
                    <a:pt x="182879" y="182880"/>
                  </a:moveTo>
                  <a:lnTo>
                    <a:pt x="183261" y="182519"/>
                  </a:lnTo>
                  <a:lnTo>
                    <a:pt x="183521" y="183077"/>
                  </a:lnTo>
                  <a:lnTo>
                    <a:pt x="182644" y="183916"/>
                  </a:lnTo>
                  <a:lnTo>
                    <a:pt x="182500" y="183669"/>
                  </a:lnTo>
                  <a:lnTo>
                    <a:pt x="182389" y="183349"/>
                  </a:lnTo>
                  <a:lnTo>
                    <a:pt x="182723" y="183037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8815303" y="2242416"/>
              <a:ext cx="185278" cy="189297"/>
            </a:xfrm>
            <a:custGeom>
              <a:avLst/>
              <a:pathLst>
                <a:path w="185278" h="189297">
                  <a:moveTo>
                    <a:pt x="182879" y="182880"/>
                  </a:moveTo>
                  <a:lnTo>
                    <a:pt x="183349" y="183027"/>
                  </a:lnTo>
                  <a:lnTo>
                    <a:pt x="183732" y="183708"/>
                  </a:lnTo>
                  <a:lnTo>
                    <a:pt x="184030" y="184244"/>
                  </a:lnTo>
                  <a:lnTo>
                    <a:pt x="184172" y="184807"/>
                  </a:lnTo>
                  <a:lnTo>
                    <a:pt x="184339" y="184934"/>
                  </a:lnTo>
                  <a:lnTo>
                    <a:pt x="184172" y="185167"/>
                  </a:lnTo>
                  <a:lnTo>
                    <a:pt x="184457" y="185102"/>
                  </a:lnTo>
                  <a:lnTo>
                    <a:pt x="184649" y="185675"/>
                  </a:lnTo>
                  <a:lnTo>
                    <a:pt x="184835" y="186585"/>
                  </a:lnTo>
                  <a:lnTo>
                    <a:pt x="184959" y="187390"/>
                  </a:lnTo>
                  <a:lnTo>
                    <a:pt x="185031" y="187734"/>
                  </a:lnTo>
                  <a:lnTo>
                    <a:pt x="185085" y="187990"/>
                  </a:lnTo>
                  <a:lnTo>
                    <a:pt x="185229" y="188658"/>
                  </a:lnTo>
                  <a:lnTo>
                    <a:pt x="185271" y="188861"/>
                  </a:lnTo>
                  <a:lnTo>
                    <a:pt x="185278" y="189047"/>
                  </a:lnTo>
                  <a:lnTo>
                    <a:pt x="185191" y="189297"/>
                  </a:lnTo>
                  <a:lnTo>
                    <a:pt x="185008" y="188970"/>
                  </a:lnTo>
                  <a:lnTo>
                    <a:pt x="184758" y="188606"/>
                  </a:lnTo>
                  <a:lnTo>
                    <a:pt x="184296" y="187918"/>
                  </a:lnTo>
                  <a:lnTo>
                    <a:pt x="184161" y="187623"/>
                  </a:lnTo>
                  <a:lnTo>
                    <a:pt x="184082" y="187413"/>
                  </a:lnTo>
                  <a:lnTo>
                    <a:pt x="183790" y="186258"/>
                  </a:lnTo>
                  <a:lnTo>
                    <a:pt x="183673" y="185832"/>
                  </a:lnTo>
                  <a:lnTo>
                    <a:pt x="183596" y="185597"/>
                  </a:lnTo>
                  <a:lnTo>
                    <a:pt x="183918" y="185270"/>
                  </a:lnTo>
                  <a:lnTo>
                    <a:pt x="183528" y="185593"/>
                  </a:lnTo>
                  <a:lnTo>
                    <a:pt x="182975" y="184938"/>
                  </a:lnTo>
                  <a:lnTo>
                    <a:pt x="182652" y="184568"/>
                  </a:lnTo>
                  <a:lnTo>
                    <a:pt x="182474" y="184337"/>
                  </a:lnTo>
                  <a:lnTo>
                    <a:pt x="182244" y="184050"/>
                  </a:lnTo>
                  <a:lnTo>
                    <a:pt x="182001" y="183803"/>
                  </a:lnTo>
                  <a:lnTo>
                    <a:pt x="181546" y="183450"/>
                  </a:lnTo>
                  <a:lnTo>
                    <a:pt x="181238" y="183326"/>
                  </a:lnTo>
                  <a:lnTo>
                    <a:pt x="181023" y="183287"/>
                  </a:lnTo>
                  <a:lnTo>
                    <a:pt x="180655" y="182932"/>
                  </a:lnTo>
                  <a:lnTo>
                    <a:pt x="180513" y="182623"/>
                  </a:lnTo>
                  <a:lnTo>
                    <a:pt x="180450" y="182469"/>
                  </a:lnTo>
                  <a:lnTo>
                    <a:pt x="180499" y="182334"/>
                  </a:lnTo>
                  <a:lnTo>
                    <a:pt x="180477" y="181960"/>
                  </a:lnTo>
                  <a:lnTo>
                    <a:pt x="180935" y="182131"/>
                  </a:lnTo>
                  <a:lnTo>
                    <a:pt x="181260" y="182248"/>
                  </a:lnTo>
                  <a:lnTo>
                    <a:pt x="181554" y="182447"/>
                  </a:lnTo>
                  <a:lnTo>
                    <a:pt x="181930" y="182142"/>
                  </a:lnTo>
                  <a:lnTo>
                    <a:pt x="182337" y="181847"/>
                  </a:lnTo>
                  <a:lnTo>
                    <a:pt x="182765" y="182291"/>
                  </a:lnTo>
                  <a:lnTo>
                    <a:pt x="183022" y="182438"/>
                  </a:lnTo>
                  <a:lnTo>
                    <a:pt x="183149" y="182684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8801132" y="2108895"/>
              <a:ext cx="348581" cy="436627"/>
            </a:xfrm>
            <a:custGeom>
              <a:avLst/>
              <a:pathLst>
                <a:path w="348581" h="436627">
                  <a:moveTo>
                    <a:pt x="182879" y="182880"/>
                  </a:moveTo>
                  <a:lnTo>
                    <a:pt x="182836" y="183139"/>
                  </a:lnTo>
                  <a:lnTo>
                    <a:pt x="183086" y="183532"/>
                  </a:lnTo>
                  <a:lnTo>
                    <a:pt x="183308" y="183239"/>
                  </a:lnTo>
                  <a:lnTo>
                    <a:pt x="183658" y="183183"/>
                  </a:lnTo>
                  <a:lnTo>
                    <a:pt x="183933" y="183256"/>
                  </a:lnTo>
                  <a:lnTo>
                    <a:pt x="185146" y="184102"/>
                  </a:lnTo>
                  <a:lnTo>
                    <a:pt x="185272" y="184629"/>
                  </a:lnTo>
                  <a:lnTo>
                    <a:pt x="185257" y="185069"/>
                  </a:lnTo>
                  <a:lnTo>
                    <a:pt x="185393" y="185413"/>
                  </a:lnTo>
                  <a:lnTo>
                    <a:pt x="185692" y="185483"/>
                  </a:lnTo>
                  <a:lnTo>
                    <a:pt x="186413" y="185776"/>
                  </a:lnTo>
                  <a:lnTo>
                    <a:pt x="186910" y="185591"/>
                  </a:lnTo>
                  <a:lnTo>
                    <a:pt x="187318" y="185722"/>
                  </a:lnTo>
                  <a:lnTo>
                    <a:pt x="187586" y="186129"/>
                  </a:lnTo>
                  <a:lnTo>
                    <a:pt x="187773" y="186903"/>
                  </a:lnTo>
                  <a:lnTo>
                    <a:pt x="188255" y="187415"/>
                  </a:lnTo>
                  <a:lnTo>
                    <a:pt x="188525" y="187618"/>
                  </a:lnTo>
                  <a:lnTo>
                    <a:pt x="188932" y="187377"/>
                  </a:lnTo>
                  <a:lnTo>
                    <a:pt x="189106" y="187183"/>
                  </a:lnTo>
                  <a:lnTo>
                    <a:pt x="189846" y="187096"/>
                  </a:lnTo>
                  <a:lnTo>
                    <a:pt x="190324" y="186844"/>
                  </a:lnTo>
                  <a:lnTo>
                    <a:pt x="191265" y="187030"/>
                  </a:lnTo>
                  <a:lnTo>
                    <a:pt x="191485" y="187630"/>
                  </a:lnTo>
                  <a:lnTo>
                    <a:pt x="191940" y="187740"/>
                  </a:lnTo>
                  <a:lnTo>
                    <a:pt x="192209" y="187448"/>
                  </a:lnTo>
                  <a:lnTo>
                    <a:pt x="192519" y="187145"/>
                  </a:lnTo>
                  <a:lnTo>
                    <a:pt x="192720" y="187224"/>
                  </a:lnTo>
                  <a:lnTo>
                    <a:pt x="192830" y="187746"/>
                  </a:lnTo>
                  <a:lnTo>
                    <a:pt x="193383" y="188103"/>
                  </a:lnTo>
                  <a:lnTo>
                    <a:pt x="193733" y="188118"/>
                  </a:lnTo>
                  <a:lnTo>
                    <a:pt x="194296" y="188312"/>
                  </a:lnTo>
                  <a:lnTo>
                    <a:pt x="194286" y="189056"/>
                  </a:lnTo>
                  <a:lnTo>
                    <a:pt x="194201" y="189724"/>
                  </a:lnTo>
                  <a:lnTo>
                    <a:pt x="194350" y="189803"/>
                  </a:lnTo>
                  <a:lnTo>
                    <a:pt x="194747" y="189762"/>
                  </a:lnTo>
                  <a:lnTo>
                    <a:pt x="194901" y="189661"/>
                  </a:lnTo>
                  <a:lnTo>
                    <a:pt x="195607" y="189172"/>
                  </a:lnTo>
                  <a:lnTo>
                    <a:pt x="195937" y="189179"/>
                  </a:lnTo>
                  <a:lnTo>
                    <a:pt x="196197" y="189166"/>
                  </a:lnTo>
                  <a:lnTo>
                    <a:pt x="196480" y="189013"/>
                  </a:lnTo>
                  <a:lnTo>
                    <a:pt x="196840" y="188997"/>
                  </a:lnTo>
                  <a:lnTo>
                    <a:pt x="197128" y="189212"/>
                  </a:lnTo>
                  <a:lnTo>
                    <a:pt x="197373" y="189187"/>
                  </a:lnTo>
                  <a:lnTo>
                    <a:pt x="197510" y="189135"/>
                  </a:lnTo>
                  <a:lnTo>
                    <a:pt x="197748" y="188875"/>
                  </a:lnTo>
                  <a:lnTo>
                    <a:pt x="197902" y="188719"/>
                  </a:lnTo>
                  <a:lnTo>
                    <a:pt x="198168" y="188693"/>
                  </a:lnTo>
                  <a:lnTo>
                    <a:pt x="198403" y="188761"/>
                  </a:lnTo>
                  <a:lnTo>
                    <a:pt x="198588" y="188859"/>
                  </a:lnTo>
                  <a:lnTo>
                    <a:pt x="198778" y="188591"/>
                  </a:lnTo>
                  <a:lnTo>
                    <a:pt x="198716" y="188245"/>
                  </a:lnTo>
                  <a:lnTo>
                    <a:pt x="198905" y="187909"/>
                  </a:lnTo>
                  <a:lnTo>
                    <a:pt x="199068" y="187910"/>
                  </a:lnTo>
                  <a:lnTo>
                    <a:pt x="199239" y="187945"/>
                  </a:lnTo>
                  <a:lnTo>
                    <a:pt x="199405" y="187969"/>
                  </a:lnTo>
                  <a:lnTo>
                    <a:pt x="199717" y="187559"/>
                  </a:lnTo>
                  <a:lnTo>
                    <a:pt x="200344" y="187617"/>
                  </a:lnTo>
                  <a:lnTo>
                    <a:pt x="200553" y="187687"/>
                  </a:lnTo>
                  <a:lnTo>
                    <a:pt x="201001" y="187821"/>
                  </a:lnTo>
                  <a:lnTo>
                    <a:pt x="201257" y="187427"/>
                  </a:lnTo>
                  <a:lnTo>
                    <a:pt x="201437" y="187311"/>
                  </a:lnTo>
                  <a:lnTo>
                    <a:pt x="201586" y="187358"/>
                  </a:lnTo>
                  <a:lnTo>
                    <a:pt x="201715" y="187575"/>
                  </a:lnTo>
                  <a:lnTo>
                    <a:pt x="201859" y="188110"/>
                  </a:lnTo>
                  <a:lnTo>
                    <a:pt x="202147" y="188609"/>
                  </a:lnTo>
                  <a:lnTo>
                    <a:pt x="201901" y="189050"/>
                  </a:lnTo>
                  <a:lnTo>
                    <a:pt x="202217" y="189058"/>
                  </a:lnTo>
                  <a:lnTo>
                    <a:pt x="202703" y="188882"/>
                  </a:lnTo>
                  <a:lnTo>
                    <a:pt x="203208" y="188970"/>
                  </a:lnTo>
                  <a:lnTo>
                    <a:pt x="203765" y="189149"/>
                  </a:lnTo>
                  <a:lnTo>
                    <a:pt x="204340" y="189136"/>
                  </a:lnTo>
                  <a:lnTo>
                    <a:pt x="204614" y="189025"/>
                  </a:lnTo>
                  <a:lnTo>
                    <a:pt x="204917" y="188469"/>
                  </a:lnTo>
                  <a:lnTo>
                    <a:pt x="205046" y="188048"/>
                  </a:lnTo>
                  <a:lnTo>
                    <a:pt x="205105" y="187764"/>
                  </a:lnTo>
                  <a:lnTo>
                    <a:pt x="205441" y="187309"/>
                  </a:lnTo>
                  <a:lnTo>
                    <a:pt x="206213" y="187137"/>
                  </a:lnTo>
                  <a:lnTo>
                    <a:pt x="206548" y="187109"/>
                  </a:lnTo>
                  <a:lnTo>
                    <a:pt x="206923" y="186635"/>
                  </a:lnTo>
                  <a:lnTo>
                    <a:pt x="207457" y="185157"/>
                  </a:lnTo>
                  <a:lnTo>
                    <a:pt x="207217" y="184540"/>
                  </a:lnTo>
                  <a:lnTo>
                    <a:pt x="207402" y="183839"/>
                  </a:lnTo>
                  <a:lnTo>
                    <a:pt x="208531" y="183547"/>
                  </a:lnTo>
                  <a:lnTo>
                    <a:pt x="209191" y="183637"/>
                  </a:lnTo>
                  <a:lnTo>
                    <a:pt x="209468" y="183795"/>
                  </a:lnTo>
                  <a:lnTo>
                    <a:pt x="209657" y="183802"/>
                  </a:lnTo>
                  <a:lnTo>
                    <a:pt x="210042" y="183561"/>
                  </a:lnTo>
                  <a:lnTo>
                    <a:pt x="210245" y="183452"/>
                  </a:lnTo>
                  <a:lnTo>
                    <a:pt x="210588" y="183042"/>
                  </a:lnTo>
                  <a:lnTo>
                    <a:pt x="211317" y="183289"/>
                  </a:lnTo>
                  <a:lnTo>
                    <a:pt x="211538" y="183423"/>
                  </a:lnTo>
                  <a:lnTo>
                    <a:pt x="212198" y="183493"/>
                  </a:lnTo>
                  <a:lnTo>
                    <a:pt x="212442" y="183932"/>
                  </a:lnTo>
                  <a:lnTo>
                    <a:pt x="212264" y="184141"/>
                  </a:lnTo>
                  <a:lnTo>
                    <a:pt x="211479" y="184956"/>
                  </a:lnTo>
                  <a:lnTo>
                    <a:pt x="211540" y="185290"/>
                  </a:lnTo>
                  <a:lnTo>
                    <a:pt x="211767" y="185594"/>
                  </a:lnTo>
                  <a:lnTo>
                    <a:pt x="212541" y="185683"/>
                  </a:lnTo>
                  <a:lnTo>
                    <a:pt x="212671" y="185965"/>
                  </a:lnTo>
                  <a:lnTo>
                    <a:pt x="212705" y="186136"/>
                  </a:lnTo>
                  <a:lnTo>
                    <a:pt x="212738" y="186276"/>
                  </a:lnTo>
                  <a:lnTo>
                    <a:pt x="212991" y="186404"/>
                  </a:lnTo>
                  <a:lnTo>
                    <a:pt x="213229" y="186425"/>
                  </a:lnTo>
                  <a:lnTo>
                    <a:pt x="213439" y="186188"/>
                  </a:lnTo>
                  <a:lnTo>
                    <a:pt x="213780" y="186004"/>
                  </a:lnTo>
                  <a:lnTo>
                    <a:pt x="214020" y="186259"/>
                  </a:lnTo>
                  <a:lnTo>
                    <a:pt x="213503" y="186734"/>
                  </a:lnTo>
                  <a:lnTo>
                    <a:pt x="213565" y="186993"/>
                  </a:lnTo>
                  <a:lnTo>
                    <a:pt x="213813" y="187153"/>
                  </a:lnTo>
                  <a:lnTo>
                    <a:pt x="213964" y="187241"/>
                  </a:lnTo>
                  <a:lnTo>
                    <a:pt x="213767" y="187564"/>
                  </a:lnTo>
                  <a:lnTo>
                    <a:pt x="213916" y="187658"/>
                  </a:lnTo>
                  <a:lnTo>
                    <a:pt x="213928" y="188152"/>
                  </a:lnTo>
                  <a:lnTo>
                    <a:pt x="213897" y="188345"/>
                  </a:lnTo>
                  <a:lnTo>
                    <a:pt x="213701" y="188742"/>
                  </a:lnTo>
                  <a:lnTo>
                    <a:pt x="213558" y="188816"/>
                  </a:lnTo>
                  <a:lnTo>
                    <a:pt x="213373" y="189007"/>
                  </a:lnTo>
                  <a:lnTo>
                    <a:pt x="213947" y="189548"/>
                  </a:lnTo>
                  <a:lnTo>
                    <a:pt x="214092" y="189573"/>
                  </a:lnTo>
                  <a:lnTo>
                    <a:pt x="214293" y="189735"/>
                  </a:lnTo>
                  <a:lnTo>
                    <a:pt x="214634" y="189952"/>
                  </a:lnTo>
                  <a:lnTo>
                    <a:pt x="214499" y="190058"/>
                  </a:lnTo>
                  <a:lnTo>
                    <a:pt x="214202" y="190165"/>
                  </a:lnTo>
                  <a:lnTo>
                    <a:pt x="213648" y="190129"/>
                  </a:lnTo>
                  <a:lnTo>
                    <a:pt x="213420" y="190613"/>
                  </a:lnTo>
                  <a:lnTo>
                    <a:pt x="213366" y="190994"/>
                  </a:lnTo>
                  <a:lnTo>
                    <a:pt x="213204" y="191308"/>
                  </a:lnTo>
                  <a:lnTo>
                    <a:pt x="212913" y="191482"/>
                  </a:lnTo>
                  <a:lnTo>
                    <a:pt x="212956" y="191751"/>
                  </a:lnTo>
                  <a:lnTo>
                    <a:pt x="213191" y="191990"/>
                  </a:lnTo>
                  <a:lnTo>
                    <a:pt x="213350" y="192029"/>
                  </a:lnTo>
                  <a:lnTo>
                    <a:pt x="213503" y="192097"/>
                  </a:lnTo>
                  <a:lnTo>
                    <a:pt x="213453" y="192459"/>
                  </a:lnTo>
                  <a:lnTo>
                    <a:pt x="213737" y="192882"/>
                  </a:lnTo>
                  <a:lnTo>
                    <a:pt x="213975" y="192819"/>
                  </a:lnTo>
                  <a:lnTo>
                    <a:pt x="214176" y="192284"/>
                  </a:lnTo>
                  <a:lnTo>
                    <a:pt x="214260" y="192070"/>
                  </a:lnTo>
                  <a:lnTo>
                    <a:pt x="214436" y="191735"/>
                  </a:lnTo>
                  <a:lnTo>
                    <a:pt x="214621" y="191552"/>
                  </a:lnTo>
                  <a:lnTo>
                    <a:pt x="214857" y="191526"/>
                  </a:lnTo>
                  <a:lnTo>
                    <a:pt x="215024" y="191609"/>
                  </a:lnTo>
                  <a:lnTo>
                    <a:pt x="215337" y="191579"/>
                  </a:lnTo>
                  <a:lnTo>
                    <a:pt x="215484" y="191543"/>
                  </a:lnTo>
                  <a:lnTo>
                    <a:pt x="215626" y="191571"/>
                  </a:lnTo>
                  <a:lnTo>
                    <a:pt x="215787" y="191717"/>
                  </a:lnTo>
                  <a:lnTo>
                    <a:pt x="215960" y="191407"/>
                  </a:lnTo>
                  <a:lnTo>
                    <a:pt x="216579" y="190806"/>
                  </a:lnTo>
                  <a:lnTo>
                    <a:pt x="216724" y="190731"/>
                  </a:lnTo>
                  <a:lnTo>
                    <a:pt x="216920" y="190613"/>
                  </a:lnTo>
                  <a:lnTo>
                    <a:pt x="217330" y="190445"/>
                  </a:lnTo>
                  <a:lnTo>
                    <a:pt x="217665" y="190419"/>
                  </a:lnTo>
                  <a:lnTo>
                    <a:pt x="217717" y="190256"/>
                  </a:lnTo>
                  <a:lnTo>
                    <a:pt x="218187" y="189922"/>
                  </a:lnTo>
                  <a:lnTo>
                    <a:pt x="218521" y="190115"/>
                  </a:lnTo>
                  <a:lnTo>
                    <a:pt x="218738" y="189934"/>
                  </a:lnTo>
                  <a:lnTo>
                    <a:pt x="218868" y="189848"/>
                  </a:lnTo>
                  <a:lnTo>
                    <a:pt x="218996" y="189820"/>
                  </a:lnTo>
                  <a:lnTo>
                    <a:pt x="219422" y="189895"/>
                  </a:lnTo>
                  <a:lnTo>
                    <a:pt x="219661" y="190229"/>
                  </a:lnTo>
                  <a:lnTo>
                    <a:pt x="219895" y="190198"/>
                  </a:lnTo>
                  <a:lnTo>
                    <a:pt x="220109" y="189920"/>
                  </a:lnTo>
                  <a:lnTo>
                    <a:pt x="220251" y="189767"/>
                  </a:lnTo>
                  <a:lnTo>
                    <a:pt x="220420" y="189628"/>
                  </a:lnTo>
                  <a:lnTo>
                    <a:pt x="220579" y="189620"/>
                  </a:lnTo>
                  <a:lnTo>
                    <a:pt x="220979" y="189936"/>
                  </a:lnTo>
                  <a:lnTo>
                    <a:pt x="220979" y="190090"/>
                  </a:lnTo>
                  <a:lnTo>
                    <a:pt x="220961" y="190249"/>
                  </a:lnTo>
                  <a:lnTo>
                    <a:pt x="221052" y="190557"/>
                  </a:lnTo>
                  <a:lnTo>
                    <a:pt x="221440" y="190470"/>
                  </a:lnTo>
                  <a:lnTo>
                    <a:pt x="221653" y="190555"/>
                  </a:lnTo>
                  <a:lnTo>
                    <a:pt x="222008" y="190695"/>
                  </a:lnTo>
                  <a:lnTo>
                    <a:pt x="222032" y="190490"/>
                  </a:lnTo>
                  <a:lnTo>
                    <a:pt x="222302" y="190462"/>
                  </a:lnTo>
                  <a:lnTo>
                    <a:pt x="222718" y="190661"/>
                  </a:lnTo>
                  <a:lnTo>
                    <a:pt x="222997" y="190781"/>
                  </a:lnTo>
                  <a:lnTo>
                    <a:pt x="223499" y="190930"/>
                  </a:lnTo>
                  <a:lnTo>
                    <a:pt x="223630" y="190775"/>
                  </a:lnTo>
                  <a:lnTo>
                    <a:pt x="223879" y="190386"/>
                  </a:lnTo>
                  <a:lnTo>
                    <a:pt x="224315" y="190481"/>
                  </a:lnTo>
                  <a:lnTo>
                    <a:pt x="224610" y="190662"/>
                  </a:lnTo>
                  <a:lnTo>
                    <a:pt x="224636" y="190867"/>
                  </a:lnTo>
                  <a:lnTo>
                    <a:pt x="224713" y="191042"/>
                  </a:lnTo>
                  <a:lnTo>
                    <a:pt x="224864" y="191031"/>
                  </a:lnTo>
                  <a:lnTo>
                    <a:pt x="225027" y="191015"/>
                  </a:lnTo>
                  <a:lnTo>
                    <a:pt x="224915" y="190744"/>
                  </a:lnTo>
                  <a:lnTo>
                    <a:pt x="224852" y="190482"/>
                  </a:lnTo>
                  <a:lnTo>
                    <a:pt x="225090" y="190287"/>
                  </a:lnTo>
                  <a:lnTo>
                    <a:pt x="225625" y="190182"/>
                  </a:lnTo>
                  <a:lnTo>
                    <a:pt x="225221" y="189748"/>
                  </a:lnTo>
                  <a:lnTo>
                    <a:pt x="225199" y="189516"/>
                  </a:lnTo>
                  <a:lnTo>
                    <a:pt x="225221" y="189328"/>
                  </a:lnTo>
                  <a:lnTo>
                    <a:pt x="225256" y="189119"/>
                  </a:lnTo>
                  <a:lnTo>
                    <a:pt x="225306" y="188893"/>
                  </a:lnTo>
                  <a:lnTo>
                    <a:pt x="225471" y="188756"/>
                  </a:lnTo>
                  <a:lnTo>
                    <a:pt x="225698" y="188596"/>
                  </a:lnTo>
                  <a:lnTo>
                    <a:pt x="225851" y="188615"/>
                  </a:lnTo>
                  <a:lnTo>
                    <a:pt x="225980" y="188722"/>
                  </a:lnTo>
                  <a:lnTo>
                    <a:pt x="226191" y="188839"/>
                  </a:lnTo>
                  <a:lnTo>
                    <a:pt x="226490" y="188805"/>
                  </a:lnTo>
                  <a:lnTo>
                    <a:pt x="226876" y="189017"/>
                  </a:lnTo>
                  <a:lnTo>
                    <a:pt x="227439" y="189195"/>
                  </a:lnTo>
                  <a:lnTo>
                    <a:pt x="227693" y="189173"/>
                  </a:lnTo>
                  <a:lnTo>
                    <a:pt x="228163" y="189311"/>
                  </a:lnTo>
                  <a:lnTo>
                    <a:pt x="228591" y="189654"/>
                  </a:lnTo>
                  <a:lnTo>
                    <a:pt x="228774" y="189358"/>
                  </a:lnTo>
                  <a:lnTo>
                    <a:pt x="229072" y="189268"/>
                  </a:lnTo>
                  <a:lnTo>
                    <a:pt x="229315" y="189211"/>
                  </a:lnTo>
                  <a:lnTo>
                    <a:pt x="229485" y="188793"/>
                  </a:lnTo>
                  <a:lnTo>
                    <a:pt x="229622" y="188756"/>
                  </a:lnTo>
                  <a:lnTo>
                    <a:pt x="230054" y="188809"/>
                  </a:lnTo>
                  <a:lnTo>
                    <a:pt x="230370" y="188695"/>
                  </a:lnTo>
                  <a:lnTo>
                    <a:pt x="230489" y="188525"/>
                  </a:lnTo>
                  <a:lnTo>
                    <a:pt x="230615" y="188281"/>
                  </a:lnTo>
                  <a:lnTo>
                    <a:pt x="230625" y="188114"/>
                  </a:lnTo>
                  <a:lnTo>
                    <a:pt x="230807" y="187569"/>
                  </a:lnTo>
                  <a:lnTo>
                    <a:pt x="230891" y="187421"/>
                  </a:lnTo>
                  <a:lnTo>
                    <a:pt x="230997" y="186729"/>
                  </a:lnTo>
                  <a:lnTo>
                    <a:pt x="231395" y="186292"/>
                  </a:lnTo>
                  <a:lnTo>
                    <a:pt x="231814" y="186243"/>
                  </a:lnTo>
                  <a:lnTo>
                    <a:pt x="232197" y="186706"/>
                  </a:lnTo>
                  <a:lnTo>
                    <a:pt x="232438" y="186823"/>
                  </a:lnTo>
                  <a:lnTo>
                    <a:pt x="233024" y="186789"/>
                  </a:lnTo>
                  <a:lnTo>
                    <a:pt x="233227" y="186817"/>
                  </a:lnTo>
                  <a:lnTo>
                    <a:pt x="233469" y="186699"/>
                  </a:lnTo>
                  <a:lnTo>
                    <a:pt x="233764" y="186535"/>
                  </a:lnTo>
                  <a:lnTo>
                    <a:pt x="234021" y="186354"/>
                  </a:lnTo>
                  <a:lnTo>
                    <a:pt x="233910" y="186029"/>
                  </a:lnTo>
                  <a:lnTo>
                    <a:pt x="233894" y="185900"/>
                  </a:lnTo>
                  <a:lnTo>
                    <a:pt x="233858" y="185606"/>
                  </a:lnTo>
                  <a:lnTo>
                    <a:pt x="234109" y="185600"/>
                  </a:lnTo>
                  <a:lnTo>
                    <a:pt x="234362" y="185552"/>
                  </a:lnTo>
                  <a:lnTo>
                    <a:pt x="234510" y="185515"/>
                  </a:lnTo>
                  <a:lnTo>
                    <a:pt x="234525" y="185324"/>
                  </a:lnTo>
                  <a:lnTo>
                    <a:pt x="234889" y="184885"/>
                  </a:lnTo>
                  <a:lnTo>
                    <a:pt x="235422" y="184831"/>
                  </a:lnTo>
                  <a:lnTo>
                    <a:pt x="235459" y="184972"/>
                  </a:lnTo>
                  <a:lnTo>
                    <a:pt x="235828" y="185060"/>
                  </a:lnTo>
                  <a:lnTo>
                    <a:pt x="236100" y="185388"/>
                  </a:lnTo>
                  <a:lnTo>
                    <a:pt x="236264" y="185384"/>
                  </a:lnTo>
                  <a:lnTo>
                    <a:pt x="236726" y="185607"/>
                  </a:lnTo>
                  <a:lnTo>
                    <a:pt x="236847" y="185531"/>
                  </a:lnTo>
                  <a:lnTo>
                    <a:pt x="236922" y="185753"/>
                  </a:lnTo>
                  <a:lnTo>
                    <a:pt x="236723" y="185912"/>
                  </a:lnTo>
                  <a:lnTo>
                    <a:pt x="236672" y="186327"/>
                  </a:lnTo>
                  <a:lnTo>
                    <a:pt x="236921" y="186535"/>
                  </a:lnTo>
                  <a:lnTo>
                    <a:pt x="237076" y="186404"/>
                  </a:lnTo>
                  <a:lnTo>
                    <a:pt x="237046" y="186239"/>
                  </a:lnTo>
                  <a:lnTo>
                    <a:pt x="236953" y="186054"/>
                  </a:lnTo>
                  <a:lnTo>
                    <a:pt x="237058" y="185759"/>
                  </a:lnTo>
                  <a:lnTo>
                    <a:pt x="237367" y="185819"/>
                  </a:lnTo>
                  <a:lnTo>
                    <a:pt x="237681" y="186249"/>
                  </a:lnTo>
                  <a:lnTo>
                    <a:pt x="237936" y="186366"/>
                  </a:lnTo>
                  <a:lnTo>
                    <a:pt x="237749" y="186960"/>
                  </a:lnTo>
                  <a:lnTo>
                    <a:pt x="237720" y="187176"/>
                  </a:lnTo>
                  <a:lnTo>
                    <a:pt x="237964" y="187123"/>
                  </a:lnTo>
                  <a:lnTo>
                    <a:pt x="237877" y="187313"/>
                  </a:lnTo>
                  <a:lnTo>
                    <a:pt x="237941" y="187630"/>
                  </a:lnTo>
                  <a:lnTo>
                    <a:pt x="238363" y="187627"/>
                  </a:lnTo>
                  <a:lnTo>
                    <a:pt x="238475" y="187946"/>
                  </a:lnTo>
                  <a:lnTo>
                    <a:pt x="238710" y="188370"/>
                  </a:lnTo>
                  <a:lnTo>
                    <a:pt x="238894" y="188562"/>
                  </a:lnTo>
                  <a:lnTo>
                    <a:pt x="238964" y="188764"/>
                  </a:lnTo>
                  <a:lnTo>
                    <a:pt x="238928" y="188992"/>
                  </a:lnTo>
                  <a:lnTo>
                    <a:pt x="239104" y="189082"/>
                  </a:lnTo>
                  <a:lnTo>
                    <a:pt x="239524" y="189320"/>
                  </a:lnTo>
                  <a:lnTo>
                    <a:pt x="239665" y="189270"/>
                  </a:lnTo>
                  <a:lnTo>
                    <a:pt x="240022" y="189213"/>
                  </a:lnTo>
                  <a:lnTo>
                    <a:pt x="240364" y="189158"/>
                  </a:lnTo>
                  <a:lnTo>
                    <a:pt x="240783" y="189246"/>
                  </a:lnTo>
                  <a:lnTo>
                    <a:pt x="240835" y="189422"/>
                  </a:lnTo>
                  <a:lnTo>
                    <a:pt x="241041" y="189710"/>
                  </a:lnTo>
                  <a:lnTo>
                    <a:pt x="241368" y="189853"/>
                  </a:lnTo>
                  <a:lnTo>
                    <a:pt x="241805" y="189374"/>
                  </a:lnTo>
                  <a:lnTo>
                    <a:pt x="242247" y="189761"/>
                  </a:lnTo>
                  <a:lnTo>
                    <a:pt x="242492" y="189761"/>
                  </a:lnTo>
                  <a:lnTo>
                    <a:pt x="242785" y="189795"/>
                  </a:lnTo>
                  <a:lnTo>
                    <a:pt x="242982" y="190253"/>
                  </a:lnTo>
                  <a:lnTo>
                    <a:pt x="243138" y="190548"/>
                  </a:lnTo>
                  <a:lnTo>
                    <a:pt x="243175" y="190939"/>
                  </a:lnTo>
                  <a:lnTo>
                    <a:pt x="243127" y="191077"/>
                  </a:lnTo>
                  <a:lnTo>
                    <a:pt x="243175" y="191284"/>
                  </a:lnTo>
                  <a:lnTo>
                    <a:pt x="243476" y="191220"/>
                  </a:lnTo>
                  <a:lnTo>
                    <a:pt x="243698" y="191383"/>
                  </a:lnTo>
                  <a:lnTo>
                    <a:pt x="243993" y="191730"/>
                  </a:lnTo>
                  <a:lnTo>
                    <a:pt x="244031" y="191912"/>
                  </a:lnTo>
                  <a:lnTo>
                    <a:pt x="243957" y="192721"/>
                  </a:lnTo>
                  <a:lnTo>
                    <a:pt x="243898" y="193012"/>
                  </a:lnTo>
                  <a:lnTo>
                    <a:pt x="244077" y="193196"/>
                  </a:lnTo>
                  <a:lnTo>
                    <a:pt x="244216" y="193365"/>
                  </a:lnTo>
                  <a:lnTo>
                    <a:pt x="243936" y="193423"/>
                  </a:lnTo>
                  <a:lnTo>
                    <a:pt x="243747" y="193482"/>
                  </a:lnTo>
                  <a:lnTo>
                    <a:pt x="243921" y="193837"/>
                  </a:lnTo>
                  <a:lnTo>
                    <a:pt x="244248" y="193658"/>
                  </a:lnTo>
                  <a:lnTo>
                    <a:pt x="244241" y="193888"/>
                  </a:lnTo>
                  <a:lnTo>
                    <a:pt x="244041" y="194023"/>
                  </a:lnTo>
                  <a:lnTo>
                    <a:pt x="243449" y="193924"/>
                  </a:lnTo>
                  <a:lnTo>
                    <a:pt x="243207" y="193709"/>
                  </a:lnTo>
                  <a:lnTo>
                    <a:pt x="242932" y="194039"/>
                  </a:lnTo>
                  <a:lnTo>
                    <a:pt x="242221" y="194341"/>
                  </a:lnTo>
                  <a:lnTo>
                    <a:pt x="241906" y="194811"/>
                  </a:lnTo>
                  <a:lnTo>
                    <a:pt x="242081" y="195405"/>
                  </a:lnTo>
                  <a:lnTo>
                    <a:pt x="241941" y="195559"/>
                  </a:lnTo>
                  <a:lnTo>
                    <a:pt x="241772" y="195569"/>
                  </a:lnTo>
                  <a:lnTo>
                    <a:pt x="241277" y="195684"/>
                  </a:lnTo>
                  <a:lnTo>
                    <a:pt x="241353" y="195884"/>
                  </a:lnTo>
                  <a:lnTo>
                    <a:pt x="241489" y="196014"/>
                  </a:lnTo>
                  <a:lnTo>
                    <a:pt x="241695" y="196063"/>
                  </a:lnTo>
                  <a:lnTo>
                    <a:pt x="241660" y="196360"/>
                  </a:lnTo>
                  <a:lnTo>
                    <a:pt x="241479" y="196658"/>
                  </a:lnTo>
                  <a:lnTo>
                    <a:pt x="241988" y="196937"/>
                  </a:lnTo>
                  <a:lnTo>
                    <a:pt x="242281" y="197129"/>
                  </a:lnTo>
                  <a:lnTo>
                    <a:pt x="242556" y="197200"/>
                  </a:lnTo>
                  <a:lnTo>
                    <a:pt x="242834" y="197134"/>
                  </a:lnTo>
                  <a:lnTo>
                    <a:pt x="243298" y="197466"/>
                  </a:lnTo>
                  <a:lnTo>
                    <a:pt x="243691" y="197546"/>
                  </a:lnTo>
                  <a:lnTo>
                    <a:pt x="243664" y="197720"/>
                  </a:lnTo>
                  <a:lnTo>
                    <a:pt x="243636" y="198221"/>
                  </a:lnTo>
                  <a:lnTo>
                    <a:pt x="243759" y="198617"/>
                  </a:lnTo>
                  <a:lnTo>
                    <a:pt x="243286" y="199385"/>
                  </a:lnTo>
                  <a:lnTo>
                    <a:pt x="243145" y="199348"/>
                  </a:lnTo>
                  <a:lnTo>
                    <a:pt x="242341" y="199736"/>
                  </a:lnTo>
                  <a:lnTo>
                    <a:pt x="242135" y="199918"/>
                  </a:lnTo>
                  <a:lnTo>
                    <a:pt x="241998" y="200013"/>
                  </a:lnTo>
                  <a:lnTo>
                    <a:pt x="241869" y="200033"/>
                  </a:lnTo>
                  <a:lnTo>
                    <a:pt x="241385" y="199807"/>
                  </a:lnTo>
                  <a:lnTo>
                    <a:pt x="241147" y="199841"/>
                  </a:lnTo>
                  <a:lnTo>
                    <a:pt x="240982" y="200101"/>
                  </a:lnTo>
                  <a:lnTo>
                    <a:pt x="240892" y="200163"/>
                  </a:lnTo>
                  <a:lnTo>
                    <a:pt x="240674" y="200041"/>
                  </a:lnTo>
                  <a:lnTo>
                    <a:pt x="240597" y="200261"/>
                  </a:lnTo>
                  <a:lnTo>
                    <a:pt x="240391" y="200938"/>
                  </a:lnTo>
                  <a:lnTo>
                    <a:pt x="240350" y="201202"/>
                  </a:lnTo>
                  <a:lnTo>
                    <a:pt x="239954" y="201267"/>
                  </a:lnTo>
                  <a:lnTo>
                    <a:pt x="239611" y="201588"/>
                  </a:lnTo>
                  <a:lnTo>
                    <a:pt x="239392" y="201537"/>
                  </a:lnTo>
                  <a:lnTo>
                    <a:pt x="239193" y="201491"/>
                  </a:lnTo>
                  <a:lnTo>
                    <a:pt x="238702" y="201371"/>
                  </a:lnTo>
                  <a:lnTo>
                    <a:pt x="238384" y="201243"/>
                  </a:lnTo>
                  <a:lnTo>
                    <a:pt x="238197" y="201096"/>
                  </a:lnTo>
                  <a:lnTo>
                    <a:pt x="237998" y="200997"/>
                  </a:lnTo>
                  <a:lnTo>
                    <a:pt x="237881" y="201172"/>
                  </a:lnTo>
                  <a:lnTo>
                    <a:pt x="237659" y="201331"/>
                  </a:lnTo>
                  <a:lnTo>
                    <a:pt x="237396" y="201184"/>
                  </a:lnTo>
                  <a:lnTo>
                    <a:pt x="236993" y="201114"/>
                  </a:lnTo>
                  <a:lnTo>
                    <a:pt x="236653" y="201179"/>
                  </a:lnTo>
                  <a:lnTo>
                    <a:pt x="236219" y="201222"/>
                  </a:lnTo>
                  <a:lnTo>
                    <a:pt x="235993" y="201661"/>
                  </a:lnTo>
                  <a:lnTo>
                    <a:pt x="235975" y="201935"/>
                  </a:lnTo>
                  <a:lnTo>
                    <a:pt x="235817" y="202105"/>
                  </a:lnTo>
                  <a:lnTo>
                    <a:pt x="235595" y="202388"/>
                  </a:lnTo>
                  <a:lnTo>
                    <a:pt x="235325" y="202809"/>
                  </a:lnTo>
                  <a:lnTo>
                    <a:pt x="235374" y="202944"/>
                  </a:lnTo>
                  <a:lnTo>
                    <a:pt x="235343" y="203296"/>
                  </a:lnTo>
                  <a:lnTo>
                    <a:pt x="235244" y="203598"/>
                  </a:lnTo>
                  <a:lnTo>
                    <a:pt x="235188" y="203800"/>
                  </a:lnTo>
                  <a:lnTo>
                    <a:pt x="234940" y="203961"/>
                  </a:lnTo>
                  <a:lnTo>
                    <a:pt x="234725" y="204063"/>
                  </a:lnTo>
                  <a:lnTo>
                    <a:pt x="234522" y="203868"/>
                  </a:lnTo>
                  <a:lnTo>
                    <a:pt x="234220" y="203843"/>
                  </a:lnTo>
                  <a:lnTo>
                    <a:pt x="234108" y="204465"/>
                  </a:lnTo>
                  <a:lnTo>
                    <a:pt x="234171" y="204637"/>
                  </a:lnTo>
                  <a:lnTo>
                    <a:pt x="234182" y="204795"/>
                  </a:lnTo>
                  <a:lnTo>
                    <a:pt x="233908" y="205022"/>
                  </a:lnTo>
                  <a:lnTo>
                    <a:pt x="233489" y="205012"/>
                  </a:lnTo>
                  <a:lnTo>
                    <a:pt x="233145" y="204940"/>
                  </a:lnTo>
                  <a:lnTo>
                    <a:pt x="232978" y="204868"/>
                  </a:lnTo>
                  <a:lnTo>
                    <a:pt x="232814" y="204716"/>
                  </a:lnTo>
                  <a:lnTo>
                    <a:pt x="232576" y="204863"/>
                  </a:lnTo>
                  <a:lnTo>
                    <a:pt x="232442" y="204980"/>
                  </a:lnTo>
                  <a:lnTo>
                    <a:pt x="232136" y="205067"/>
                  </a:lnTo>
                  <a:lnTo>
                    <a:pt x="231923" y="205224"/>
                  </a:lnTo>
                  <a:lnTo>
                    <a:pt x="231709" y="205336"/>
                  </a:lnTo>
                  <a:lnTo>
                    <a:pt x="231871" y="205827"/>
                  </a:lnTo>
                  <a:lnTo>
                    <a:pt x="231792" y="206020"/>
                  </a:lnTo>
                  <a:lnTo>
                    <a:pt x="231693" y="206174"/>
                  </a:lnTo>
                  <a:lnTo>
                    <a:pt x="230948" y="206436"/>
                  </a:lnTo>
                  <a:lnTo>
                    <a:pt x="230493" y="206367"/>
                  </a:lnTo>
                  <a:lnTo>
                    <a:pt x="230108" y="206565"/>
                  </a:lnTo>
                  <a:lnTo>
                    <a:pt x="230248" y="206971"/>
                  </a:lnTo>
                  <a:lnTo>
                    <a:pt x="230442" y="207042"/>
                  </a:lnTo>
                  <a:lnTo>
                    <a:pt x="230296" y="207167"/>
                  </a:lnTo>
                  <a:lnTo>
                    <a:pt x="230150" y="207208"/>
                  </a:lnTo>
                  <a:lnTo>
                    <a:pt x="230022" y="207228"/>
                  </a:lnTo>
                  <a:lnTo>
                    <a:pt x="229642" y="207221"/>
                  </a:lnTo>
                  <a:lnTo>
                    <a:pt x="229349" y="207307"/>
                  </a:lnTo>
                  <a:lnTo>
                    <a:pt x="229132" y="207473"/>
                  </a:lnTo>
                  <a:lnTo>
                    <a:pt x="229185" y="207703"/>
                  </a:lnTo>
                  <a:lnTo>
                    <a:pt x="229092" y="208144"/>
                  </a:lnTo>
                  <a:lnTo>
                    <a:pt x="229401" y="208557"/>
                  </a:lnTo>
                  <a:lnTo>
                    <a:pt x="229238" y="209100"/>
                  </a:lnTo>
                  <a:lnTo>
                    <a:pt x="229078" y="209150"/>
                  </a:lnTo>
                  <a:lnTo>
                    <a:pt x="228938" y="209418"/>
                  </a:lnTo>
                  <a:lnTo>
                    <a:pt x="229256" y="209584"/>
                  </a:lnTo>
                  <a:lnTo>
                    <a:pt x="229384" y="209757"/>
                  </a:lnTo>
                  <a:lnTo>
                    <a:pt x="229549" y="210130"/>
                  </a:lnTo>
                  <a:lnTo>
                    <a:pt x="229504" y="210657"/>
                  </a:lnTo>
                  <a:lnTo>
                    <a:pt x="229465" y="210984"/>
                  </a:lnTo>
                  <a:lnTo>
                    <a:pt x="228986" y="211581"/>
                  </a:lnTo>
                  <a:lnTo>
                    <a:pt x="228667" y="211727"/>
                  </a:lnTo>
                  <a:lnTo>
                    <a:pt x="228297" y="211855"/>
                  </a:lnTo>
                  <a:lnTo>
                    <a:pt x="228252" y="212038"/>
                  </a:lnTo>
                  <a:lnTo>
                    <a:pt x="228179" y="212303"/>
                  </a:lnTo>
                  <a:lnTo>
                    <a:pt x="227850" y="212495"/>
                  </a:lnTo>
                  <a:lnTo>
                    <a:pt x="227735" y="212709"/>
                  </a:lnTo>
                  <a:lnTo>
                    <a:pt x="227606" y="213036"/>
                  </a:lnTo>
                  <a:lnTo>
                    <a:pt x="227498" y="213657"/>
                  </a:lnTo>
                  <a:lnTo>
                    <a:pt x="227459" y="213879"/>
                  </a:lnTo>
                  <a:lnTo>
                    <a:pt x="227328" y="213887"/>
                  </a:lnTo>
                  <a:lnTo>
                    <a:pt x="227048" y="214038"/>
                  </a:lnTo>
                  <a:lnTo>
                    <a:pt x="226818" y="214347"/>
                  </a:lnTo>
                  <a:lnTo>
                    <a:pt x="226981" y="214571"/>
                  </a:lnTo>
                  <a:lnTo>
                    <a:pt x="227089" y="214765"/>
                  </a:lnTo>
                  <a:lnTo>
                    <a:pt x="226859" y="215218"/>
                  </a:lnTo>
                  <a:lnTo>
                    <a:pt x="226553" y="215319"/>
                  </a:lnTo>
                  <a:lnTo>
                    <a:pt x="226359" y="215562"/>
                  </a:lnTo>
                  <a:lnTo>
                    <a:pt x="226404" y="215774"/>
                  </a:lnTo>
                  <a:lnTo>
                    <a:pt x="226598" y="216007"/>
                  </a:lnTo>
                  <a:lnTo>
                    <a:pt x="226911" y="216270"/>
                  </a:lnTo>
                  <a:lnTo>
                    <a:pt x="226688" y="216829"/>
                  </a:lnTo>
                  <a:lnTo>
                    <a:pt x="226691" y="217014"/>
                  </a:lnTo>
                  <a:lnTo>
                    <a:pt x="226563" y="217202"/>
                  </a:lnTo>
                  <a:lnTo>
                    <a:pt x="226453" y="217334"/>
                  </a:lnTo>
                  <a:lnTo>
                    <a:pt x="226311" y="217409"/>
                  </a:lnTo>
                  <a:lnTo>
                    <a:pt x="225789" y="217586"/>
                  </a:lnTo>
                  <a:lnTo>
                    <a:pt x="225652" y="217823"/>
                  </a:lnTo>
                  <a:lnTo>
                    <a:pt x="225453" y="218058"/>
                  </a:lnTo>
                  <a:lnTo>
                    <a:pt x="225212" y="218075"/>
                  </a:lnTo>
                  <a:lnTo>
                    <a:pt x="225009" y="218089"/>
                  </a:lnTo>
                  <a:lnTo>
                    <a:pt x="224442" y="218135"/>
                  </a:lnTo>
                  <a:lnTo>
                    <a:pt x="224222" y="218436"/>
                  </a:lnTo>
                  <a:lnTo>
                    <a:pt x="224196" y="219093"/>
                  </a:lnTo>
                  <a:lnTo>
                    <a:pt x="224159" y="219359"/>
                  </a:lnTo>
                  <a:lnTo>
                    <a:pt x="223974" y="219480"/>
                  </a:lnTo>
                  <a:lnTo>
                    <a:pt x="223790" y="219547"/>
                  </a:lnTo>
                  <a:lnTo>
                    <a:pt x="223579" y="219556"/>
                  </a:lnTo>
                  <a:lnTo>
                    <a:pt x="223145" y="219719"/>
                  </a:lnTo>
                  <a:lnTo>
                    <a:pt x="222837" y="219607"/>
                  </a:lnTo>
                  <a:lnTo>
                    <a:pt x="222565" y="219648"/>
                  </a:lnTo>
                  <a:lnTo>
                    <a:pt x="222304" y="219652"/>
                  </a:lnTo>
                  <a:lnTo>
                    <a:pt x="222081" y="219617"/>
                  </a:lnTo>
                  <a:lnTo>
                    <a:pt x="221450" y="219979"/>
                  </a:lnTo>
                  <a:lnTo>
                    <a:pt x="221246" y="220068"/>
                  </a:lnTo>
                  <a:lnTo>
                    <a:pt x="220727" y="219991"/>
                  </a:lnTo>
                  <a:lnTo>
                    <a:pt x="220577" y="219913"/>
                  </a:lnTo>
                  <a:lnTo>
                    <a:pt x="220258" y="219846"/>
                  </a:lnTo>
                  <a:lnTo>
                    <a:pt x="220073" y="220008"/>
                  </a:lnTo>
                  <a:lnTo>
                    <a:pt x="219711" y="219930"/>
                  </a:lnTo>
                  <a:lnTo>
                    <a:pt x="219415" y="220093"/>
                  </a:lnTo>
                  <a:lnTo>
                    <a:pt x="219377" y="220258"/>
                  </a:lnTo>
                  <a:lnTo>
                    <a:pt x="219427" y="220422"/>
                  </a:lnTo>
                  <a:lnTo>
                    <a:pt x="219720" y="220561"/>
                  </a:lnTo>
                  <a:lnTo>
                    <a:pt x="219886" y="221010"/>
                  </a:lnTo>
                  <a:lnTo>
                    <a:pt x="220150" y="221193"/>
                  </a:lnTo>
                  <a:lnTo>
                    <a:pt x="220308" y="221770"/>
                  </a:lnTo>
                  <a:lnTo>
                    <a:pt x="220081" y="221673"/>
                  </a:lnTo>
                  <a:lnTo>
                    <a:pt x="219826" y="221491"/>
                  </a:lnTo>
                  <a:lnTo>
                    <a:pt x="219651" y="221873"/>
                  </a:lnTo>
                  <a:lnTo>
                    <a:pt x="219731" y="222236"/>
                  </a:lnTo>
                  <a:lnTo>
                    <a:pt x="220106" y="222176"/>
                  </a:lnTo>
                  <a:lnTo>
                    <a:pt x="220265" y="221943"/>
                  </a:lnTo>
                  <a:lnTo>
                    <a:pt x="220587" y="221895"/>
                  </a:lnTo>
                  <a:lnTo>
                    <a:pt x="221186" y="222171"/>
                  </a:lnTo>
                  <a:lnTo>
                    <a:pt x="221394" y="222246"/>
                  </a:lnTo>
                  <a:lnTo>
                    <a:pt x="221742" y="222326"/>
                  </a:lnTo>
                  <a:lnTo>
                    <a:pt x="222028" y="222536"/>
                  </a:lnTo>
                  <a:lnTo>
                    <a:pt x="222632" y="222168"/>
                  </a:lnTo>
                  <a:lnTo>
                    <a:pt x="223543" y="222945"/>
                  </a:lnTo>
                  <a:lnTo>
                    <a:pt x="223949" y="222908"/>
                  </a:lnTo>
                  <a:lnTo>
                    <a:pt x="224211" y="223014"/>
                  </a:lnTo>
                  <a:lnTo>
                    <a:pt x="224285" y="223359"/>
                  </a:lnTo>
                  <a:lnTo>
                    <a:pt x="224258" y="223496"/>
                  </a:lnTo>
                  <a:lnTo>
                    <a:pt x="224631" y="223491"/>
                  </a:lnTo>
                  <a:lnTo>
                    <a:pt x="224663" y="223959"/>
                  </a:lnTo>
                  <a:lnTo>
                    <a:pt x="224674" y="224224"/>
                  </a:lnTo>
                  <a:lnTo>
                    <a:pt x="224697" y="224570"/>
                  </a:lnTo>
                  <a:lnTo>
                    <a:pt x="224880" y="224636"/>
                  </a:lnTo>
                  <a:lnTo>
                    <a:pt x="225031" y="224886"/>
                  </a:lnTo>
                  <a:lnTo>
                    <a:pt x="225129" y="225087"/>
                  </a:lnTo>
                  <a:lnTo>
                    <a:pt x="225082" y="225228"/>
                  </a:lnTo>
                  <a:lnTo>
                    <a:pt x="225057" y="225436"/>
                  </a:lnTo>
                  <a:lnTo>
                    <a:pt x="225227" y="225650"/>
                  </a:lnTo>
                  <a:lnTo>
                    <a:pt x="225402" y="225727"/>
                  </a:lnTo>
                  <a:lnTo>
                    <a:pt x="226273" y="225615"/>
                  </a:lnTo>
                  <a:lnTo>
                    <a:pt x="226548" y="225450"/>
                  </a:lnTo>
                  <a:lnTo>
                    <a:pt x="226888" y="225235"/>
                  </a:lnTo>
                  <a:lnTo>
                    <a:pt x="227054" y="225717"/>
                  </a:lnTo>
                  <a:lnTo>
                    <a:pt x="227208" y="225400"/>
                  </a:lnTo>
                  <a:lnTo>
                    <a:pt x="226980" y="225215"/>
                  </a:lnTo>
                  <a:lnTo>
                    <a:pt x="227035" y="225059"/>
                  </a:lnTo>
                  <a:lnTo>
                    <a:pt x="227462" y="224949"/>
                  </a:lnTo>
                  <a:lnTo>
                    <a:pt x="227317" y="225208"/>
                  </a:lnTo>
                  <a:lnTo>
                    <a:pt x="227332" y="225403"/>
                  </a:lnTo>
                  <a:lnTo>
                    <a:pt x="227574" y="225228"/>
                  </a:lnTo>
                  <a:lnTo>
                    <a:pt x="227759" y="225154"/>
                  </a:lnTo>
                  <a:lnTo>
                    <a:pt x="228110" y="225563"/>
                  </a:lnTo>
                  <a:lnTo>
                    <a:pt x="228332" y="225881"/>
                  </a:lnTo>
                  <a:lnTo>
                    <a:pt x="228334" y="226131"/>
                  </a:lnTo>
                  <a:lnTo>
                    <a:pt x="228526" y="226314"/>
                  </a:lnTo>
                  <a:lnTo>
                    <a:pt x="228659" y="226219"/>
                  </a:lnTo>
                  <a:lnTo>
                    <a:pt x="228950" y="226286"/>
                  </a:lnTo>
                  <a:lnTo>
                    <a:pt x="228907" y="226592"/>
                  </a:lnTo>
                  <a:lnTo>
                    <a:pt x="228815" y="226735"/>
                  </a:lnTo>
                  <a:lnTo>
                    <a:pt x="228894" y="227103"/>
                  </a:lnTo>
                  <a:lnTo>
                    <a:pt x="228903" y="227242"/>
                  </a:lnTo>
                  <a:lnTo>
                    <a:pt x="228860" y="227381"/>
                  </a:lnTo>
                  <a:lnTo>
                    <a:pt x="228854" y="227633"/>
                  </a:lnTo>
                  <a:lnTo>
                    <a:pt x="228991" y="227720"/>
                  </a:lnTo>
                  <a:lnTo>
                    <a:pt x="229144" y="227746"/>
                  </a:lnTo>
                  <a:lnTo>
                    <a:pt x="229517" y="228042"/>
                  </a:lnTo>
                  <a:lnTo>
                    <a:pt x="229612" y="228445"/>
                  </a:lnTo>
                  <a:lnTo>
                    <a:pt x="229569" y="228637"/>
                  </a:lnTo>
                  <a:lnTo>
                    <a:pt x="229489" y="228810"/>
                  </a:lnTo>
                  <a:lnTo>
                    <a:pt x="229439" y="228973"/>
                  </a:lnTo>
                  <a:lnTo>
                    <a:pt x="229516" y="229332"/>
                  </a:lnTo>
                  <a:lnTo>
                    <a:pt x="229946" y="229458"/>
                  </a:lnTo>
                  <a:lnTo>
                    <a:pt x="230100" y="229439"/>
                  </a:lnTo>
                  <a:lnTo>
                    <a:pt x="230249" y="229472"/>
                  </a:lnTo>
                  <a:lnTo>
                    <a:pt x="230386" y="229612"/>
                  </a:lnTo>
                  <a:lnTo>
                    <a:pt x="230441" y="229837"/>
                  </a:lnTo>
                  <a:lnTo>
                    <a:pt x="230760" y="229853"/>
                  </a:lnTo>
                  <a:lnTo>
                    <a:pt x="230901" y="229640"/>
                  </a:lnTo>
                  <a:lnTo>
                    <a:pt x="231131" y="229357"/>
                  </a:lnTo>
                  <a:lnTo>
                    <a:pt x="231341" y="229282"/>
                  </a:lnTo>
                  <a:lnTo>
                    <a:pt x="231496" y="229319"/>
                  </a:lnTo>
                  <a:lnTo>
                    <a:pt x="231865" y="228990"/>
                  </a:lnTo>
                  <a:lnTo>
                    <a:pt x="232102" y="228873"/>
                  </a:lnTo>
                  <a:lnTo>
                    <a:pt x="232348" y="228580"/>
                  </a:lnTo>
                  <a:lnTo>
                    <a:pt x="232512" y="228322"/>
                  </a:lnTo>
                  <a:lnTo>
                    <a:pt x="232687" y="227881"/>
                  </a:lnTo>
                  <a:lnTo>
                    <a:pt x="232841" y="227823"/>
                  </a:lnTo>
                  <a:lnTo>
                    <a:pt x="232975" y="227853"/>
                  </a:lnTo>
                  <a:lnTo>
                    <a:pt x="233690" y="227419"/>
                  </a:lnTo>
                  <a:lnTo>
                    <a:pt x="233794" y="227283"/>
                  </a:lnTo>
                  <a:lnTo>
                    <a:pt x="234062" y="227251"/>
                  </a:lnTo>
                  <a:lnTo>
                    <a:pt x="234429" y="227013"/>
                  </a:lnTo>
                  <a:lnTo>
                    <a:pt x="234537" y="226883"/>
                  </a:lnTo>
                  <a:lnTo>
                    <a:pt x="234657" y="226703"/>
                  </a:lnTo>
                  <a:lnTo>
                    <a:pt x="234856" y="226411"/>
                  </a:lnTo>
                  <a:lnTo>
                    <a:pt x="235223" y="226530"/>
                  </a:lnTo>
                  <a:lnTo>
                    <a:pt x="235232" y="226663"/>
                  </a:lnTo>
                  <a:lnTo>
                    <a:pt x="235526" y="227149"/>
                  </a:lnTo>
                  <a:lnTo>
                    <a:pt x="235809" y="227297"/>
                  </a:lnTo>
                  <a:lnTo>
                    <a:pt x="236341" y="227477"/>
                  </a:lnTo>
                  <a:lnTo>
                    <a:pt x="236560" y="227244"/>
                  </a:lnTo>
                  <a:lnTo>
                    <a:pt x="236919" y="227270"/>
                  </a:lnTo>
                  <a:lnTo>
                    <a:pt x="237205" y="227395"/>
                  </a:lnTo>
                  <a:lnTo>
                    <a:pt x="237508" y="227478"/>
                  </a:lnTo>
                  <a:lnTo>
                    <a:pt x="237683" y="227277"/>
                  </a:lnTo>
                  <a:lnTo>
                    <a:pt x="237806" y="226903"/>
                  </a:lnTo>
                  <a:lnTo>
                    <a:pt x="237822" y="226733"/>
                  </a:lnTo>
                  <a:lnTo>
                    <a:pt x="237905" y="226604"/>
                  </a:lnTo>
                  <a:lnTo>
                    <a:pt x="238229" y="226166"/>
                  </a:lnTo>
                  <a:lnTo>
                    <a:pt x="238368" y="226039"/>
                  </a:lnTo>
                  <a:lnTo>
                    <a:pt x="238663" y="225853"/>
                  </a:lnTo>
                  <a:lnTo>
                    <a:pt x="239026" y="225556"/>
                  </a:lnTo>
                  <a:lnTo>
                    <a:pt x="239132" y="225700"/>
                  </a:lnTo>
                  <a:lnTo>
                    <a:pt x="239245" y="225879"/>
                  </a:lnTo>
                  <a:lnTo>
                    <a:pt x="240045" y="225573"/>
                  </a:lnTo>
                  <a:lnTo>
                    <a:pt x="240603" y="225226"/>
                  </a:lnTo>
                  <a:lnTo>
                    <a:pt x="240921" y="225698"/>
                  </a:lnTo>
                  <a:lnTo>
                    <a:pt x="240889" y="225869"/>
                  </a:lnTo>
                  <a:lnTo>
                    <a:pt x="240939" y="226108"/>
                  </a:lnTo>
                  <a:lnTo>
                    <a:pt x="241029" y="226263"/>
                  </a:lnTo>
                  <a:lnTo>
                    <a:pt x="241123" y="226529"/>
                  </a:lnTo>
                  <a:lnTo>
                    <a:pt x="241251" y="226790"/>
                  </a:lnTo>
                  <a:lnTo>
                    <a:pt x="241452" y="226963"/>
                  </a:lnTo>
                  <a:lnTo>
                    <a:pt x="241422" y="227284"/>
                  </a:lnTo>
                  <a:lnTo>
                    <a:pt x="241969" y="227394"/>
                  </a:lnTo>
                  <a:lnTo>
                    <a:pt x="242106" y="227446"/>
                  </a:lnTo>
                  <a:lnTo>
                    <a:pt x="242215" y="227610"/>
                  </a:lnTo>
                  <a:lnTo>
                    <a:pt x="242252" y="227768"/>
                  </a:lnTo>
                  <a:lnTo>
                    <a:pt x="242501" y="227818"/>
                  </a:lnTo>
                  <a:lnTo>
                    <a:pt x="242598" y="227424"/>
                  </a:lnTo>
                  <a:lnTo>
                    <a:pt x="242732" y="227193"/>
                  </a:lnTo>
                  <a:lnTo>
                    <a:pt x="242859" y="226863"/>
                  </a:lnTo>
                  <a:lnTo>
                    <a:pt x="242936" y="226614"/>
                  </a:lnTo>
                  <a:lnTo>
                    <a:pt x="243250" y="226814"/>
                  </a:lnTo>
                  <a:lnTo>
                    <a:pt x="243364" y="226651"/>
                  </a:lnTo>
                  <a:lnTo>
                    <a:pt x="243477" y="226449"/>
                  </a:lnTo>
                  <a:lnTo>
                    <a:pt x="243740" y="226154"/>
                  </a:lnTo>
                  <a:lnTo>
                    <a:pt x="243757" y="225977"/>
                  </a:lnTo>
                  <a:lnTo>
                    <a:pt x="243594" y="225476"/>
                  </a:lnTo>
                  <a:lnTo>
                    <a:pt x="243653" y="225331"/>
                  </a:lnTo>
                  <a:lnTo>
                    <a:pt x="243573" y="225111"/>
                  </a:lnTo>
                  <a:lnTo>
                    <a:pt x="243380" y="224875"/>
                  </a:lnTo>
                  <a:lnTo>
                    <a:pt x="243513" y="224351"/>
                  </a:lnTo>
                  <a:lnTo>
                    <a:pt x="243570" y="223822"/>
                  </a:lnTo>
                  <a:lnTo>
                    <a:pt x="243723" y="223808"/>
                  </a:lnTo>
                  <a:lnTo>
                    <a:pt x="243863" y="223872"/>
                  </a:lnTo>
                  <a:lnTo>
                    <a:pt x="244040" y="223823"/>
                  </a:lnTo>
                  <a:lnTo>
                    <a:pt x="244264" y="223580"/>
                  </a:lnTo>
                  <a:lnTo>
                    <a:pt x="244596" y="223779"/>
                  </a:lnTo>
                  <a:lnTo>
                    <a:pt x="244823" y="223985"/>
                  </a:lnTo>
                  <a:lnTo>
                    <a:pt x="244994" y="224094"/>
                  </a:lnTo>
                  <a:lnTo>
                    <a:pt x="245169" y="224154"/>
                  </a:lnTo>
                  <a:lnTo>
                    <a:pt x="245683" y="223789"/>
                  </a:lnTo>
                  <a:lnTo>
                    <a:pt x="246091" y="224303"/>
                  </a:lnTo>
                  <a:lnTo>
                    <a:pt x="246583" y="224175"/>
                  </a:lnTo>
                  <a:lnTo>
                    <a:pt x="247282" y="224886"/>
                  </a:lnTo>
                  <a:lnTo>
                    <a:pt x="247617" y="224880"/>
                  </a:lnTo>
                  <a:lnTo>
                    <a:pt x="247651" y="224629"/>
                  </a:lnTo>
                  <a:lnTo>
                    <a:pt x="247936" y="224431"/>
                  </a:lnTo>
                  <a:lnTo>
                    <a:pt x="248538" y="224377"/>
                  </a:lnTo>
                  <a:lnTo>
                    <a:pt x="248938" y="224536"/>
                  </a:lnTo>
                  <a:lnTo>
                    <a:pt x="248893" y="224853"/>
                  </a:lnTo>
                  <a:lnTo>
                    <a:pt x="248913" y="225518"/>
                  </a:lnTo>
                  <a:lnTo>
                    <a:pt x="249002" y="225750"/>
                  </a:lnTo>
                  <a:lnTo>
                    <a:pt x="249041" y="226035"/>
                  </a:lnTo>
                  <a:lnTo>
                    <a:pt x="249384" y="226273"/>
                  </a:lnTo>
                  <a:lnTo>
                    <a:pt x="249564" y="226097"/>
                  </a:lnTo>
                  <a:lnTo>
                    <a:pt x="250006" y="225819"/>
                  </a:lnTo>
                  <a:lnTo>
                    <a:pt x="250036" y="225685"/>
                  </a:lnTo>
                  <a:lnTo>
                    <a:pt x="250429" y="225263"/>
                  </a:lnTo>
                  <a:lnTo>
                    <a:pt x="250434" y="224998"/>
                  </a:lnTo>
                  <a:lnTo>
                    <a:pt x="250478" y="224698"/>
                  </a:lnTo>
                  <a:lnTo>
                    <a:pt x="250519" y="224479"/>
                  </a:lnTo>
                  <a:lnTo>
                    <a:pt x="250572" y="224327"/>
                  </a:lnTo>
                  <a:lnTo>
                    <a:pt x="250721" y="224199"/>
                  </a:lnTo>
                  <a:lnTo>
                    <a:pt x="250647" y="223676"/>
                  </a:lnTo>
                  <a:lnTo>
                    <a:pt x="250611" y="223527"/>
                  </a:lnTo>
                  <a:lnTo>
                    <a:pt x="250904" y="222935"/>
                  </a:lnTo>
                  <a:lnTo>
                    <a:pt x="251050" y="222268"/>
                  </a:lnTo>
                  <a:lnTo>
                    <a:pt x="251060" y="222077"/>
                  </a:lnTo>
                  <a:lnTo>
                    <a:pt x="251029" y="221910"/>
                  </a:lnTo>
                  <a:lnTo>
                    <a:pt x="251018" y="221759"/>
                  </a:lnTo>
                  <a:lnTo>
                    <a:pt x="251027" y="221631"/>
                  </a:lnTo>
                  <a:lnTo>
                    <a:pt x="251220" y="221270"/>
                  </a:lnTo>
                  <a:lnTo>
                    <a:pt x="251507" y="221193"/>
                  </a:lnTo>
                  <a:lnTo>
                    <a:pt x="252256" y="221316"/>
                  </a:lnTo>
                  <a:lnTo>
                    <a:pt x="252222" y="221474"/>
                  </a:lnTo>
                  <a:lnTo>
                    <a:pt x="252194" y="221747"/>
                  </a:lnTo>
                  <a:lnTo>
                    <a:pt x="252502" y="222022"/>
                  </a:lnTo>
                  <a:lnTo>
                    <a:pt x="252944" y="221876"/>
                  </a:lnTo>
                  <a:lnTo>
                    <a:pt x="253143" y="221548"/>
                  </a:lnTo>
                  <a:lnTo>
                    <a:pt x="253273" y="221353"/>
                  </a:lnTo>
                  <a:lnTo>
                    <a:pt x="253410" y="221235"/>
                  </a:lnTo>
                  <a:lnTo>
                    <a:pt x="254136" y="220877"/>
                  </a:lnTo>
                  <a:lnTo>
                    <a:pt x="254492" y="220949"/>
                  </a:lnTo>
                  <a:lnTo>
                    <a:pt x="254839" y="220735"/>
                  </a:lnTo>
                  <a:lnTo>
                    <a:pt x="255123" y="220538"/>
                  </a:lnTo>
                  <a:lnTo>
                    <a:pt x="255261" y="220903"/>
                  </a:lnTo>
                  <a:lnTo>
                    <a:pt x="255722" y="220830"/>
                  </a:lnTo>
                  <a:lnTo>
                    <a:pt x="256020" y="221134"/>
                  </a:lnTo>
                  <a:lnTo>
                    <a:pt x="256155" y="220659"/>
                  </a:lnTo>
                  <a:lnTo>
                    <a:pt x="256550" y="220553"/>
                  </a:lnTo>
                  <a:lnTo>
                    <a:pt x="256688" y="220347"/>
                  </a:lnTo>
                  <a:lnTo>
                    <a:pt x="257278" y="219239"/>
                  </a:lnTo>
                  <a:lnTo>
                    <a:pt x="257473" y="219471"/>
                  </a:lnTo>
                  <a:lnTo>
                    <a:pt x="257629" y="219419"/>
                  </a:lnTo>
                  <a:lnTo>
                    <a:pt x="257890" y="219377"/>
                  </a:lnTo>
                  <a:lnTo>
                    <a:pt x="258086" y="219389"/>
                  </a:lnTo>
                  <a:lnTo>
                    <a:pt x="258666" y="219938"/>
                  </a:lnTo>
                  <a:lnTo>
                    <a:pt x="258641" y="220185"/>
                  </a:lnTo>
                  <a:lnTo>
                    <a:pt x="259069" y="220856"/>
                  </a:lnTo>
                  <a:lnTo>
                    <a:pt x="259385" y="220931"/>
                  </a:lnTo>
                  <a:lnTo>
                    <a:pt x="259432" y="221178"/>
                  </a:lnTo>
                  <a:lnTo>
                    <a:pt x="259595" y="221123"/>
                  </a:lnTo>
                  <a:lnTo>
                    <a:pt x="259795" y="221000"/>
                  </a:lnTo>
                  <a:lnTo>
                    <a:pt x="260283" y="221169"/>
                  </a:lnTo>
                  <a:lnTo>
                    <a:pt x="260202" y="221004"/>
                  </a:lnTo>
                  <a:lnTo>
                    <a:pt x="260224" y="220784"/>
                  </a:lnTo>
                  <a:lnTo>
                    <a:pt x="260565" y="220572"/>
                  </a:lnTo>
                  <a:lnTo>
                    <a:pt x="260886" y="220489"/>
                  </a:lnTo>
                  <a:lnTo>
                    <a:pt x="261393" y="220162"/>
                  </a:lnTo>
                  <a:lnTo>
                    <a:pt x="261732" y="220038"/>
                  </a:lnTo>
                  <a:lnTo>
                    <a:pt x="261869" y="219982"/>
                  </a:lnTo>
                  <a:lnTo>
                    <a:pt x="262432" y="219835"/>
                  </a:lnTo>
                  <a:lnTo>
                    <a:pt x="262572" y="219892"/>
                  </a:lnTo>
                  <a:lnTo>
                    <a:pt x="262772" y="219903"/>
                  </a:lnTo>
                  <a:lnTo>
                    <a:pt x="263286" y="219927"/>
                  </a:lnTo>
                  <a:lnTo>
                    <a:pt x="262863" y="219681"/>
                  </a:lnTo>
                  <a:lnTo>
                    <a:pt x="262843" y="219492"/>
                  </a:lnTo>
                  <a:lnTo>
                    <a:pt x="262854" y="219204"/>
                  </a:lnTo>
                  <a:lnTo>
                    <a:pt x="263018" y="219163"/>
                  </a:lnTo>
                  <a:lnTo>
                    <a:pt x="263391" y="219031"/>
                  </a:lnTo>
                  <a:lnTo>
                    <a:pt x="263643" y="218884"/>
                  </a:lnTo>
                  <a:lnTo>
                    <a:pt x="263974" y="218666"/>
                  </a:lnTo>
                  <a:lnTo>
                    <a:pt x="264315" y="218479"/>
                  </a:lnTo>
                  <a:lnTo>
                    <a:pt x="264585" y="218297"/>
                  </a:lnTo>
                  <a:lnTo>
                    <a:pt x="264764" y="218313"/>
                  </a:lnTo>
                  <a:lnTo>
                    <a:pt x="264992" y="218419"/>
                  </a:lnTo>
                  <a:lnTo>
                    <a:pt x="265078" y="218248"/>
                  </a:lnTo>
                  <a:lnTo>
                    <a:pt x="265547" y="218115"/>
                  </a:lnTo>
                  <a:lnTo>
                    <a:pt x="266102" y="218174"/>
                  </a:lnTo>
                  <a:lnTo>
                    <a:pt x="266204" y="217879"/>
                  </a:lnTo>
                  <a:lnTo>
                    <a:pt x="266568" y="217079"/>
                  </a:lnTo>
                  <a:lnTo>
                    <a:pt x="266704" y="217077"/>
                  </a:lnTo>
                  <a:lnTo>
                    <a:pt x="266926" y="216951"/>
                  </a:lnTo>
                  <a:lnTo>
                    <a:pt x="267088" y="216909"/>
                  </a:lnTo>
                  <a:lnTo>
                    <a:pt x="267244" y="216916"/>
                  </a:lnTo>
                  <a:lnTo>
                    <a:pt x="267593" y="216837"/>
                  </a:lnTo>
                  <a:lnTo>
                    <a:pt x="268144" y="216752"/>
                  </a:lnTo>
                  <a:lnTo>
                    <a:pt x="268225" y="216904"/>
                  </a:lnTo>
                  <a:lnTo>
                    <a:pt x="268375" y="217116"/>
                  </a:lnTo>
                  <a:lnTo>
                    <a:pt x="268700" y="217272"/>
                  </a:lnTo>
                  <a:lnTo>
                    <a:pt x="269007" y="217177"/>
                  </a:lnTo>
                  <a:lnTo>
                    <a:pt x="269231" y="217195"/>
                  </a:lnTo>
                  <a:lnTo>
                    <a:pt x="269445" y="217264"/>
                  </a:lnTo>
                  <a:lnTo>
                    <a:pt x="269831" y="217516"/>
                  </a:lnTo>
                  <a:lnTo>
                    <a:pt x="270061" y="217804"/>
                  </a:lnTo>
                  <a:lnTo>
                    <a:pt x="270332" y="217913"/>
                  </a:lnTo>
                  <a:lnTo>
                    <a:pt x="270499" y="217712"/>
                  </a:lnTo>
                  <a:lnTo>
                    <a:pt x="270495" y="217372"/>
                  </a:lnTo>
                  <a:lnTo>
                    <a:pt x="270380" y="217137"/>
                  </a:lnTo>
                  <a:lnTo>
                    <a:pt x="270405" y="216876"/>
                  </a:lnTo>
                  <a:lnTo>
                    <a:pt x="270463" y="216674"/>
                  </a:lnTo>
                  <a:lnTo>
                    <a:pt x="270672" y="216274"/>
                  </a:lnTo>
                  <a:lnTo>
                    <a:pt x="270909" y="215984"/>
                  </a:lnTo>
                  <a:lnTo>
                    <a:pt x="271093" y="216157"/>
                  </a:lnTo>
                  <a:lnTo>
                    <a:pt x="271494" y="216141"/>
                  </a:lnTo>
                  <a:lnTo>
                    <a:pt x="271743" y="215816"/>
                  </a:lnTo>
                  <a:lnTo>
                    <a:pt x="271770" y="215568"/>
                  </a:lnTo>
                  <a:lnTo>
                    <a:pt x="272144" y="215156"/>
                  </a:lnTo>
                  <a:lnTo>
                    <a:pt x="272457" y="215017"/>
                  </a:lnTo>
                  <a:lnTo>
                    <a:pt x="272610" y="215083"/>
                  </a:lnTo>
                  <a:lnTo>
                    <a:pt x="272646" y="215211"/>
                  </a:lnTo>
                  <a:lnTo>
                    <a:pt x="272947" y="215421"/>
                  </a:lnTo>
                  <a:lnTo>
                    <a:pt x="273226" y="215493"/>
                  </a:lnTo>
                  <a:lnTo>
                    <a:pt x="273372" y="215535"/>
                  </a:lnTo>
                  <a:lnTo>
                    <a:pt x="273443" y="215800"/>
                  </a:lnTo>
                  <a:lnTo>
                    <a:pt x="273680" y="215913"/>
                  </a:lnTo>
                  <a:lnTo>
                    <a:pt x="273894" y="216120"/>
                  </a:lnTo>
                  <a:lnTo>
                    <a:pt x="274145" y="216389"/>
                  </a:lnTo>
                  <a:lnTo>
                    <a:pt x="274305" y="216346"/>
                  </a:lnTo>
                  <a:lnTo>
                    <a:pt x="274449" y="216510"/>
                  </a:lnTo>
                  <a:lnTo>
                    <a:pt x="274783" y="216387"/>
                  </a:lnTo>
                  <a:lnTo>
                    <a:pt x="274973" y="216404"/>
                  </a:lnTo>
                  <a:lnTo>
                    <a:pt x="275212" y="216505"/>
                  </a:lnTo>
                  <a:lnTo>
                    <a:pt x="275380" y="216680"/>
                  </a:lnTo>
                  <a:lnTo>
                    <a:pt x="275502" y="217125"/>
                  </a:lnTo>
                  <a:lnTo>
                    <a:pt x="275909" y="217354"/>
                  </a:lnTo>
                  <a:lnTo>
                    <a:pt x="276193" y="217641"/>
                  </a:lnTo>
                  <a:lnTo>
                    <a:pt x="276190" y="218037"/>
                  </a:lnTo>
                  <a:lnTo>
                    <a:pt x="276347" y="218138"/>
                  </a:lnTo>
                  <a:lnTo>
                    <a:pt x="276579" y="218364"/>
                  </a:lnTo>
                  <a:lnTo>
                    <a:pt x="276554" y="218495"/>
                  </a:lnTo>
                  <a:lnTo>
                    <a:pt x="276554" y="218668"/>
                  </a:lnTo>
                  <a:lnTo>
                    <a:pt x="276643" y="218815"/>
                  </a:lnTo>
                  <a:lnTo>
                    <a:pt x="276896" y="218847"/>
                  </a:lnTo>
                  <a:lnTo>
                    <a:pt x="277068" y="218801"/>
                  </a:lnTo>
                  <a:lnTo>
                    <a:pt x="277406" y="218769"/>
                  </a:lnTo>
                  <a:lnTo>
                    <a:pt x="277527" y="219016"/>
                  </a:lnTo>
                  <a:lnTo>
                    <a:pt x="277345" y="219365"/>
                  </a:lnTo>
                  <a:lnTo>
                    <a:pt x="277179" y="219544"/>
                  </a:lnTo>
                  <a:lnTo>
                    <a:pt x="277684" y="219794"/>
                  </a:lnTo>
                  <a:lnTo>
                    <a:pt x="278223" y="220171"/>
                  </a:lnTo>
                  <a:lnTo>
                    <a:pt x="278569" y="220336"/>
                  </a:lnTo>
                  <a:lnTo>
                    <a:pt x="278663" y="220633"/>
                  </a:lnTo>
                  <a:lnTo>
                    <a:pt x="278641" y="220972"/>
                  </a:lnTo>
                  <a:lnTo>
                    <a:pt x="278713" y="221163"/>
                  </a:lnTo>
                  <a:lnTo>
                    <a:pt x="278770" y="221305"/>
                  </a:lnTo>
                  <a:lnTo>
                    <a:pt x="278853" y="221604"/>
                  </a:lnTo>
                  <a:lnTo>
                    <a:pt x="278791" y="221812"/>
                  </a:lnTo>
                  <a:lnTo>
                    <a:pt x="278799" y="222124"/>
                  </a:lnTo>
                  <a:lnTo>
                    <a:pt x="278942" y="222604"/>
                  </a:lnTo>
                  <a:lnTo>
                    <a:pt x="279109" y="222729"/>
                  </a:lnTo>
                  <a:lnTo>
                    <a:pt x="279246" y="222966"/>
                  </a:lnTo>
                  <a:lnTo>
                    <a:pt x="279378" y="223520"/>
                  </a:lnTo>
                  <a:lnTo>
                    <a:pt x="279729" y="223778"/>
                  </a:lnTo>
                  <a:lnTo>
                    <a:pt x="279889" y="223634"/>
                  </a:lnTo>
                  <a:lnTo>
                    <a:pt x="280076" y="223665"/>
                  </a:lnTo>
                  <a:lnTo>
                    <a:pt x="280550" y="223670"/>
                  </a:lnTo>
                  <a:lnTo>
                    <a:pt x="280747" y="223469"/>
                  </a:lnTo>
                  <a:lnTo>
                    <a:pt x="280849" y="223176"/>
                  </a:lnTo>
                  <a:lnTo>
                    <a:pt x="281067" y="223207"/>
                  </a:lnTo>
                  <a:lnTo>
                    <a:pt x="281294" y="223396"/>
                  </a:lnTo>
                  <a:lnTo>
                    <a:pt x="281423" y="223517"/>
                  </a:lnTo>
                  <a:lnTo>
                    <a:pt x="281902" y="223833"/>
                  </a:lnTo>
                  <a:lnTo>
                    <a:pt x="282120" y="223854"/>
                  </a:lnTo>
                  <a:lnTo>
                    <a:pt x="282397" y="223759"/>
                  </a:lnTo>
                  <a:lnTo>
                    <a:pt x="282562" y="223738"/>
                  </a:lnTo>
                  <a:lnTo>
                    <a:pt x="283055" y="224069"/>
                  </a:lnTo>
                  <a:lnTo>
                    <a:pt x="283339" y="224136"/>
                  </a:lnTo>
                  <a:lnTo>
                    <a:pt x="283665" y="224208"/>
                  </a:lnTo>
                  <a:lnTo>
                    <a:pt x="283849" y="224481"/>
                  </a:lnTo>
                  <a:lnTo>
                    <a:pt x="284067" y="224919"/>
                  </a:lnTo>
                  <a:lnTo>
                    <a:pt x="284320" y="225609"/>
                  </a:lnTo>
                  <a:lnTo>
                    <a:pt x="284173" y="225918"/>
                  </a:lnTo>
                  <a:lnTo>
                    <a:pt x="283891" y="226119"/>
                  </a:lnTo>
                  <a:lnTo>
                    <a:pt x="283921" y="226416"/>
                  </a:lnTo>
                  <a:lnTo>
                    <a:pt x="284149" y="226798"/>
                  </a:lnTo>
                  <a:lnTo>
                    <a:pt x="284175" y="226981"/>
                  </a:lnTo>
                  <a:lnTo>
                    <a:pt x="284935" y="227038"/>
                  </a:lnTo>
                  <a:lnTo>
                    <a:pt x="285621" y="227343"/>
                  </a:lnTo>
                  <a:lnTo>
                    <a:pt x="286188" y="227280"/>
                  </a:lnTo>
                  <a:lnTo>
                    <a:pt x="286634" y="227354"/>
                  </a:lnTo>
                  <a:lnTo>
                    <a:pt x="287089" y="227064"/>
                  </a:lnTo>
                  <a:lnTo>
                    <a:pt x="287337" y="226884"/>
                  </a:lnTo>
                  <a:lnTo>
                    <a:pt x="287760" y="226415"/>
                  </a:lnTo>
                  <a:lnTo>
                    <a:pt x="288191" y="226245"/>
                  </a:lnTo>
                  <a:lnTo>
                    <a:pt x="288319" y="226006"/>
                  </a:lnTo>
                  <a:lnTo>
                    <a:pt x="288800" y="226033"/>
                  </a:lnTo>
                  <a:lnTo>
                    <a:pt x="289084" y="226123"/>
                  </a:lnTo>
                  <a:lnTo>
                    <a:pt x="289453" y="226406"/>
                  </a:lnTo>
                  <a:lnTo>
                    <a:pt x="289589" y="226033"/>
                  </a:lnTo>
                  <a:lnTo>
                    <a:pt x="289735" y="226073"/>
                  </a:lnTo>
                  <a:lnTo>
                    <a:pt x="289955" y="226230"/>
                  </a:lnTo>
                  <a:lnTo>
                    <a:pt x="290127" y="226417"/>
                  </a:lnTo>
                  <a:lnTo>
                    <a:pt x="290532" y="226247"/>
                  </a:lnTo>
                  <a:lnTo>
                    <a:pt x="290999" y="226296"/>
                  </a:lnTo>
                  <a:lnTo>
                    <a:pt x="291377" y="226009"/>
                  </a:lnTo>
                  <a:lnTo>
                    <a:pt x="291196" y="225786"/>
                  </a:lnTo>
                  <a:lnTo>
                    <a:pt x="290856" y="225620"/>
                  </a:lnTo>
                  <a:lnTo>
                    <a:pt x="290863" y="225376"/>
                  </a:lnTo>
                  <a:lnTo>
                    <a:pt x="290761" y="225100"/>
                  </a:lnTo>
                  <a:lnTo>
                    <a:pt x="290621" y="224931"/>
                  </a:lnTo>
                  <a:lnTo>
                    <a:pt x="290569" y="224779"/>
                  </a:lnTo>
                  <a:lnTo>
                    <a:pt x="290494" y="224615"/>
                  </a:lnTo>
                  <a:lnTo>
                    <a:pt x="290235" y="224539"/>
                  </a:lnTo>
                  <a:lnTo>
                    <a:pt x="290064" y="224499"/>
                  </a:lnTo>
                  <a:lnTo>
                    <a:pt x="289772" y="224062"/>
                  </a:lnTo>
                  <a:lnTo>
                    <a:pt x="289727" y="223887"/>
                  </a:lnTo>
                  <a:lnTo>
                    <a:pt x="289592" y="223818"/>
                  </a:lnTo>
                  <a:lnTo>
                    <a:pt x="289386" y="223616"/>
                  </a:lnTo>
                  <a:lnTo>
                    <a:pt x="289323" y="223432"/>
                  </a:lnTo>
                  <a:lnTo>
                    <a:pt x="289142" y="223446"/>
                  </a:lnTo>
                  <a:lnTo>
                    <a:pt x="289097" y="223170"/>
                  </a:lnTo>
                  <a:lnTo>
                    <a:pt x="289042" y="223007"/>
                  </a:lnTo>
                  <a:lnTo>
                    <a:pt x="288694" y="222943"/>
                  </a:lnTo>
                  <a:lnTo>
                    <a:pt x="288536" y="222876"/>
                  </a:lnTo>
                  <a:lnTo>
                    <a:pt x="288518" y="222621"/>
                  </a:lnTo>
                  <a:lnTo>
                    <a:pt x="288727" y="222116"/>
                  </a:lnTo>
                  <a:lnTo>
                    <a:pt x="288429" y="221842"/>
                  </a:lnTo>
                  <a:lnTo>
                    <a:pt x="288400" y="221662"/>
                  </a:lnTo>
                  <a:lnTo>
                    <a:pt x="288110" y="221396"/>
                  </a:lnTo>
                  <a:lnTo>
                    <a:pt x="287669" y="221323"/>
                  </a:lnTo>
                  <a:lnTo>
                    <a:pt x="287532" y="220997"/>
                  </a:lnTo>
                  <a:lnTo>
                    <a:pt x="287663" y="221010"/>
                  </a:lnTo>
                  <a:lnTo>
                    <a:pt x="287928" y="220978"/>
                  </a:lnTo>
                  <a:lnTo>
                    <a:pt x="288151" y="220662"/>
                  </a:lnTo>
                  <a:lnTo>
                    <a:pt x="288442" y="220747"/>
                  </a:lnTo>
                  <a:lnTo>
                    <a:pt x="288608" y="220813"/>
                  </a:lnTo>
                  <a:lnTo>
                    <a:pt x="289098" y="220629"/>
                  </a:lnTo>
                  <a:lnTo>
                    <a:pt x="289114" y="220346"/>
                  </a:lnTo>
                  <a:lnTo>
                    <a:pt x="289361" y="220147"/>
                  </a:lnTo>
                  <a:lnTo>
                    <a:pt x="289445" y="219579"/>
                  </a:lnTo>
                  <a:lnTo>
                    <a:pt x="289380" y="219410"/>
                  </a:lnTo>
                  <a:lnTo>
                    <a:pt x="289027" y="219474"/>
                  </a:lnTo>
                  <a:lnTo>
                    <a:pt x="288796" y="219608"/>
                  </a:lnTo>
                  <a:lnTo>
                    <a:pt x="288415" y="219528"/>
                  </a:lnTo>
                  <a:lnTo>
                    <a:pt x="288279" y="219373"/>
                  </a:lnTo>
                  <a:lnTo>
                    <a:pt x="288097" y="219182"/>
                  </a:lnTo>
                  <a:lnTo>
                    <a:pt x="287849" y="219162"/>
                  </a:lnTo>
                  <a:lnTo>
                    <a:pt x="287875" y="218962"/>
                  </a:lnTo>
                  <a:lnTo>
                    <a:pt x="287941" y="218544"/>
                  </a:lnTo>
                  <a:lnTo>
                    <a:pt x="287843" y="218291"/>
                  </a:lnTo>
                  <a:lnTo>
                    <a:pt x="287566" y="218056"/>
                  </a:lnTo>
                  <a:lnTo>
                    <a:pt x="287231" y="217803"/>
                  </a:lnTo>
                  <a:lnTo>
                    <a:pt x="287231" y="217639"/>
                  </a:lnTo>
                  <a:lnTo>
                    <a:pt x="287241" y="217336"/>
                  </a:lnTo>
                  <a:lnTo>
                    <a:pt x="287466" y="217072"/>
                  </a:lnTo>
                  <a:lnTo>
                    <a:pt x="287568" y="216843"/>
                  </a:lnTo>
                  <a:lnTo>
                    <a:pt x="287537" y="216714"/>
                  </a:lnTo>
                  <a:lnTo>
                    <a:pt x="287621" y="216510"/>
                  </a:lnTo>
                  <a:lnTo>
                    <a:pt x="287885" y="216292"/>
                  </a:lnTo>
                  <a:lnTo>
                    <a:pt x="288031" y="216234"/>
                  </a:lnTo>
                  <a:lnTo>
                    <a:pt x="287949" y="215758"/>
                  </a:lnTo>
                  <a:lnTo>
                    <a:pt x="287859" y="215621"/>
                  </a:lnTo>
                  <a:lnTo>
                    <a:pt x="287785" y="215412"/>
                  </a:lnTo>
                  <a:lnTo>
                    <a:pt x="287643" y="215071"/>
                  </a:lnTo>
                  <a:lnTo>
                    <a:pt x="287797" y="214943"/>
                  </a:lnTo>
                  <a:lnTo>
                    <a:pt x="287941" y="214709"/>
                  </a:lnTo>
                  <a:lnTo>
                    <a:pt x="287975" y="214501"/>
                  </a:lnTo>
                  <a:lnTo>
                    <a:pt x="287941" y="214199"/>
                  </a:lnTo>
                  <a:lnTo>
                    <a:pt x="287956" y="214035"/>
                  </a:lnTo>
                  <a:lnTo>
                    <a:pt x="288086" y="213886"/>
                  </a:lnTo>
                  <a:lnTo>
                    <a:pt x="288219" y="213768"/>
                  </a:lnTo>
                  <a:lnTo>
                    <a:pt x="288120" y="213253"/>
                  </a:lnTo>
                  <a:lnTo>
                    <a:pt x="288236" y="213008"/>
                  </a:lnTo>
                  <a:lnTo>
                    <a:pt x="288428" y="213104"/>
                  </a:lnTo>
                  <a:lnTo>
                    <a:pt x="288573" y="213145"/>
                  </a:lnTo>
                  <a:lnTo>
                    <a:pt x="288541" y="212699"/>
                  </a:lnTo>
                  <a:lnTo>
                    <a:pt x="288541" y="212238"/>
                  </a:lnTo>
                  <a:lnTo>
                    <a:pt x="288693" y="212144"/>
                  </a:lnTo>
                  <a:lnTo>
                    <a:pt x="288834" y="212008"/>
                  </a:lnTo>
                  <a:lnTo>
                    <a:pt x="288522" y="212023"/>
                  </a:lnTo>
                  <a:lnTo>
                    <a:pt x="288391" y="211841"/>
                  </a:lnTo>
                  <a:lnTo>
                    <a:pt x="288403" y="211664"/>
                  </a:lnTo>
                  <a:lnTo>
                    <a:pt x="288665" y="211653"/>
                  </a:lnTo>
                  <a:lnTo>
                    <a:pt x="288940" y="211909"/>
                  </a:lnTo>
                  <a:lnTo>
                    <a:pt x="289473" y="211764"/>
                  </a:lnTo>
                  <a:lnTo>
                    <a:pt x="289453" y="211553"/>
                  </a:lnTo>
                  <a:lnTo>
                    <a:pt x="289380" y="211404"/>
                  </a:lnTo>
                  <a:lnTo>
                    <a:pt x="289301" y="211114"/>
                  </a:lnTo>
                  <a:lnTo>
                    <a:pt x="289291" y="210901"/>
                  </a:lnTo>
                  <a:lnTo>
                    <a:pt x="289478" y="210592"/>
                  </a:lnTo>
                  <a:lnTo>
                    <a:pt x="289529" y="210260"/>
                  </a:lnTo>
                  <a:lnTo>
                    <a:pt x="289756" y="209963"/>
                  </a:lnTo>
                  <a:lnTo>
                    <a:pt x="289862" y="209731"/>
                  </a:lnTo>
                  <a:lnTo>
                    <a:pt x="290362" y="209549"/>
                  </a:lnTo>
                  <a:lnTo>
                    <a:pt x="290557" y="209596"/>
                  </a:lnTo>
                  <a:lnTo>
                    <a:pt x="290730" y="209578"/>
                  </a:lnTo>
                  <a:lnTo>
                    <a:pt x="290908" y="209674"/>
                  </a:lnTo>
                  <a:lnTo>
                    <a:pt x="291065" y="209762"/>
                  </a:lnTo>
                  <a:lnTo>
                    <a:pt x="291258" y="210097"/>
                  </a:lnTo>
                  <a:lnTo>
                    <a:pt x="291950" y="210404"/>
                  </a:lnTo>
                  <a:lnTo>
                    <a:pt x="291708" y="210877"/>
                  </a:lnTo>
                  <a:lnTo>
                    <a:pt x="291691" y="211349"/>
                  </a:lnTo>
                  <a:lnTo>
                    <a:pt x="291776" y="211657"/>
                  </a:lnTo>
                  <a:lnTo>
                    <a:pt x="292064" y="211488"/>
                  </a:lnTo>
                  <a:lnTo>
                    <a:pt x="292504" y="211413"/>
                  </a:lnTo>
                  <a:lnTo>
                    <a:pt x="292636" y="211426"/>
                  </a:lnTo>
                  <a:lnTo>
                    <a:pt x="293179" y="211180"/>
                  </a:lnTo>
                  <a:lnTo>
                    <a:pt x="293478" y="210918"/>
                  </a:lnTo>
                  <a:lnTo>
                    <a:pt x="293754" y="210821"/>
                  </a:lnTo>
                  <a:lnTo>
                    <a:pt x="293714" y="210662"/>
                  </a:lnTo>
                  <a:lnTo>
                    <a:pt x="293645" y="210485"/>
                  </a:lnTo>
                  <a:lnTo>
                    <a:pt x="293374" y="210347"/>
                  </a:lnTo>
                  <a:lnTo>
                    <a:pt x="293179" y="210318"/>
                  </a:lnTo>
                  <a:lnTo>
                    <a:pt x="292981" y="210149"/>
                  </a:lnTo>
                  <a:lnTo>
                    <a:pt x="292742" y="210012"/>
                  </a:lnTo>
                  <a:lnTo>
                    <a:pt x="292660" y="209588"/>
                  </a:lnTo>
                  <a:lnTo>
                    <a:pt x="292789" y="209202"/>
                  </a:lnTo>
                  <a:lnTo>
                    <a:pt x="292697" y="208854"/>
                  </a:lnTo>
                  <a:lnTo>
                    <a:pt x="292603" y="208688"/>
                  </a:lnTo>
                  <a:lnTo>
                    <a:pt x="292479" y="208224"/>
                  </a:lnTo>
                  <a:lnTo>
                    <a:pt x="292639" y="208061"/>
                  </a:lnTo>
                  <a:lnTo>
                    <a:pt x="292931" y="208304"/>
                  </a:lnTo>
                  <a:lnTo>
                    <a:pt x="293125" y="208087"/>
                  </a:lnTo>
                  <a:lnTo>
                    <a:pt x="293301" y="208165"/>
                  </a:lnTo>
                  <a:lnTo>
                    <a:pt x="293494" y="208313"/>
                  </a:lnTo>
                  <a:lnTo>
                    <a:pt x="293606" y="208482"/>
                  </a:lnTo>
                  <a:lnTo>
                    <a:pt x="293884" y="208662"/>
                  </a:lnTo>
                  <a:lnTo>
                    <a:pt x="294174" y="208721"/>
                  </a:lnTo>
                  <a:lnTo>
                    <a:pt x="294505" y="208982"/>
                  </a:lnTo>
                  <a:lnTo>
                    <a:pt x="294783" y="208927"/>
                  </a:lnTo>
                  <a:lnTo>
                    <a:pt x="295164" y="208900"/>
                  </a:lnTo>
                  <a:lnTo>
                    <a:pt x="295494" y="209090"/>
                  </a:lnTo>
                  <a:lnTo>
                    <a:pt x="296521" y="209171"/>
                  </a:lnTo>
                  <a:lnTo>
                    <a:pt x="296824" y="209138"/>
                  </a:lnTo>
                  <a:lnTo>
                    <a:pt x="297282" y="209890"/>
                  </a:lnTo>
                  <a:lnTo>
                    <a:pt x="297658" y="210084"/>
                  </a:lnTo>
                  <a:lnTo>
                    <a:pt x="297803" y="210050"/>
                  </a:lnTo>
                  <a:lnTo>
                    <a:pt x="298116" y="209849"/>
                  </a:lnTo>
                  <a:lnTo>
                    <a:pt x="298203" y="209718"/>
                  </a:lnTo>
                  <a:lnTo>
                    <a:pt x="298485" y="209641"/>
                  </a:lnTo>
                  <a:lnTo>
                    <a:pt x="298791" y="209972"/>
                  </a:lnTo>
                  <a:lnTo>
                    <a:pt x="299118" y="210291"/>
                  </a:lnTo>
                  <a:lnTo>
                    <a:pt x="299366" y="210477"/>
                  </a:lnTo>
                  <a:lnTo>
                    <a:pt x="299443" y="210721"/>
                  </a:lnTo>
                  <a:lnTo>
                    <a:pt x="299512" y="211093"/>
                  </a:lnTo>
                  <a:lnTo>
                    <a:pt x="299744" y="211243"/>
                  </a:lnTo>
                  <a:lnTo>
                    <a:pt x="299723" y="211543"/>
                  </a:lnTo>
                  <a:lnTo>
                    <a:pt x="299867" y="211760"/>
                  </a:lnTo>
                  <a:lnTo>
                    <a:pt x="300166" y="211853"/>
                  </a:lnTo>
                  <a:lnTo>
                    <a:pt x="300433" y="211969"/>
                  </a:lnTo>
                  <a:lnTo>
                    <a:pt x="300644" y="212292"/>
                  </a:lnTo>
                  <a:lnTo>
                    <a:pt x="300857" y="212157"/>
                  </a:lnTo>
                  <a:lnTo>
                    <a:pt x="301220" y="212153"/>
                  </a:lnTo>
                  <a:lnTo>
                    <a:pt x="301318" y="212343"/>
                  </a:lnTo>
                  <a:lnTo>
                    <a:pt x="301314" y="212846"/>
                  </a:lnTo>
                  <a:lnTo>
                    <a:pt x="301627" y="212910"/>
                  </a:lnTo>
                  <a:lnTo>
                    <a:pt x="301733" y="212579"/>
                  </a:lnTo>
                  <a:lnTo>
                    <a:pt x="301854" y="212263"/>
                  </a:lnTo>
                  <a:lnTo>
                    <a:pt x="302065" y="212297"/>
                  </a:lnTo>
                  <a:lnTo>
                    <a:pt x="302514" y="212305"/>
                  </a:lnTo>
                  <a:lnTo>
                    <a:pt x="302834" y="212366"/>
                  </a:lnTo>
                  <a:lnTo>
                    <a:pt x="303011" y="212431"/>
                  </a:lnTo>
                  <a:lnTo>
                    <a:pt x="303359" y="212462"/>
                  </a:lnTo>
                  <a:lnTo>
                    <a:pt x="303642" y="212575"/>
                  </a:lnTo>
                  <a:lnTo>
                    <a:pt x="303847" y="212585"/>
                  </a:lnTo>
                  <a:lnTo>
                    <a:pt x="304258" y="212485"/>
                  </a:lnTo>
                  <a:lnTo>
                    <a:pt x="304312" y="212279"/>
                  </a:lnTo>
                  <a:lnTo>
                    <a:pt x="304469" y="212117"/>
                  </a:lnTo>
                  <a:lnTo>
                    <a:pt x="304784" y="211797"/>
                  </a:lnTo>
                  <a:lnTo>
                    <a:pt x="304877" y="211638"/>
                  </a:lnTo>
                  <a:lnTo>
                    <a:pt x="305255" y="211281"/>
                  </a:lnTo>
                  <a:lnTo>
                    <a:pt x="305530" y="211088"/>
                  </a:lnTo>
                  <a:lnTo>
                    <a:pt x="305841" y="211019"/>
                  </a:lnTo>
                  <a:lnTo>
                    <a:pt x="305822" y="211186"/>
                  </a:lnTo>
                  <a:lnTo>
                    <a:pt x="305977" y="211415"/>
                  </a:lnTo>
                  <a:lnTo>
                    <a:pt x="306087" y="211636"/>
                  </a:lnTo>
                  <a:lnTo>
                    <a:pt x="306312" y="212024"/>
                  </a:lnTo>
                  <a:lnTo>
                    <a:pt x="306754" y="212273"/>
                  </a:lnTo>
                  <a:lnTo>
                    <a:pt x="307035" y="212548"/>
                  </a:lnTo>
                  <a:lnTo>
                    <a:pt x="306974" y="212834"/>
                  </a:lnTo>
                  <a:lnTo>
                    <a:pt x="307137" y="213293"/>
                  </a:lnTo>
                  <a:lnTo>
                    <a:pt x="307853" y="213224"/>
                  </a:lnTo>
                  <a:lnTo>
                    <a:pt x="308242" y="213210"/>
                  </a:lnTo>
                  <a:lnTo>
                    <a:pt x="308234" y="213740"/>
                  </a:lnTo>
                  <a:lnTo>
                    <a:pt x="308028" y="213948"/>
                  </a:lnTo>
                  <a:lnTo>
                    <a:pt x="307920" y="214101"/>
                  </a:lnTo>
                  <a:lnTo>
                    <a:pt x="307648" y="214584"/>
                  </a:lnTo>
                  <a:lnTo>
                    <a:pt x="307711" y="214775"/>
                  </a:lnTo>
                  <a:lnTo>
                    <a:pt x="307889" y="214876"/>
                  </a:lnTo>
                  <a:lnTo>
                    <a:pt x="308106" y="215066"/>
                  </a:lnTo>
                  <a:lnTo>
                    <a:pt x="308412" y="215068"/>
                  </a:lnTo>
                  <a:lnTo>
                    <a:pt x="308587" y="214974"/>
                  </a:lnTo>
                  <a:lnTo>
                    <a:pt x="308817" y="214805"/>
                  </a:lnTo>
                  <a:lnTo>
                    <a:pt x="309140" y="214746"/>
                  </a:lnTo>
                  <a:lnTo>
                    <a:pt x="309393" y="214806"/>
                  </a:lnTo>
                  <a:lnTo>
                    <a:pt x="309831" y="214795"/>
                  </a:lnTo>
                  <a:lnTo>
                    <a:pt x="310115" y="214746"/>
                  </a:lnTo>
                  <a:lnTo>
                    <a:pt x="310461" y="214649"/>
                  </a:lnTo>
                  <a:lnTo>
                    <a:pt x="310641" y="214477"/>
                  </a:lnTo>
                  <a:lnTo>
                    <a:pt x="310910" y="214236"/>
                  </a:lnTo>
                  <a:lnTo>
                    <a:pt x="311265" y="213923"/>
                  </a:lnTo>
                  <a:lnTo>
                    <a:pt x="311417" y="213812"/>
                  </a:lnTo>
                  <a:lnTo>
                    <a:pt x="311766" y="213578"/>
                  </a:lnTo>
                  <a:lnTo>
                    <a:pt x="311988" y="213617"/>
                  </a:lnTo>
                  <a:lnTo>
                    <a:pt x="312390" y="213381"/>
                  </a:lnTo>
                  <a:lnTo>
                    <a:pt x="312592" y="213213"/>
                  </a:lnTo>
                  <a:lnTo>
                    <a:pt x="312650" y="213020"/>
                  </a:lnTo>
                  <a:lnTo>
                    <a:pt x="312680" y="212676"/>
                  </a:lnTo>
                  <a:lnTo>
                    <a:pt x="312631" y="212486"/>
                  </a:lnTo>
                  <a:lnTo>
                    <a:pt x="312818" y="211903"/>
                  </a:lnTo>
                  <a:lnTo>
                    <a:pt x="313020" y="211629"/>
                  </a:lnTo>
                  <a:lnTo>
                    <a:pt x="313211" y="211323"/>
                  </a:lnTo>
                  <a:lnTo>
                    <a:pt x="313387" y="211392"/>
                  </a:lnTo>
                  <a:lnTo>
                    <a:pt x="313667" y="211116"/>
                  </a:lnTo>
                  <a:lnTo>
                    <a:pt x="313887" y="211017"/>
                  </a:lnTo>
                  <a:lnTo>
                    <a:pt x="314148" y="210984"/>
                  </a:lnTo>
                  <a:lnTo>
                    <a:pt x="314278" y="210976"/>
                  </a:lnTo>
                  <a:lnTo>
                    <a:pt x="314577" y="210977"/>
                  </a:lnTo>
                  <a:lnTo>
                    <a:pt x="314618" y="211192"/>
                  </a:lnTo>
                  <a:lnTo>
                    <a:pt x="314377" y="211294"/>
                  </a:lnTo>
                  <a:lnTo>
                    <a:pt x="314379" y="211430"/>
                  </a:lnTo>
                  <a:lnTo>
                    <a:pt x="314467" y="211908"/>
                  </a:lnTo>
                  <a:lnTo>
                    <a:pt x="314699" y="212221"/>
                  </a:lnTo>
                  <a:lnTo>
                    <a:pt x="315056" y="212259"/>
                  </a:lnTo>
                  <a:lnTo>
                    <a:pt x="315278" y="212431"/>
                  </a:lnTo>
                  <a:lnTo>
                    <a:pt x="315512" y="212829"/>
                  </a:lnTo>
                  <a:lnTo>
                    <a:pt x="315376" y="212947"/>
                  </a:lnTo>
                  <a:lnTo>
                    <a:pt x="315038" y="213142"/>
                  </a:lnTo>
                  <a:lnTo>
                    <a:pt x="314755" y="213268"/>
                  </a:lnTo>
                  <a:lnTo>
                    <a:pt x="314537" y="213308"/>
                  </a:lnTo>
                  <a:lnTo>
                    <a:pt x="314321" y="213364"/>
                  </a:lnTo>
                  <a:lnTo>
                    <a:pt x="314190" y="213426"/>
                  </a:lnTo>
                  <a:lnTo>
                    <a:pt x="313948" y="213555"/>
                  </a:lnTo>
                  <a:lnTo>
                    <a:pt x="313797" y="213636"/>
                  </a:lnTo>
                  <a:lnTo>
                    <a:pt x="313722" y="213839"/>
                  </a:lnTo>
                  <a:lnTo>
                    <a:pt x="313660" y="214470"/>
                  </a:lnTo>
                  <a:lnTo>
                    <a:pt x="313917" y="214710"/>
                  </a:lnTo>
                  <a:lnTo>
                    <a:pt x="314138" y="215210"/>
                  </a:lnTo>
                  <a:lnTo>
                    <a:pt x="314369" y="215278"/>
                  </a:lnTo>
                  <a:lnTo>
                    <a:pt x="314407" y="215135"/>
                  </a:lnTo>
                  <a:lnTo>
                    <a:pt x="314811" y="215134"/>
                  </a:lnTo>
                  <a:lnTo>
                    <a:pt x="314789" y="215288"/>
                  </a:lnTo>
                  <a:lnTo>
                    <a:pt x="314838" y="215459"/>
                  </a:lnTo>
                  <a:lnTo>
                    <a:pt x="315035" y="215798"/>
                  </a:lnTo>
                  <a:lnTo>
                    <a:pt x="315254" y="215970"/>
                  </a:lnTo>
                  <a:lnTo>
                    <a:pt x="315504" y="216214"/>
                  </a:lnTo>
                  <a:lnTo>
                    <a:pt x="315571" y="216424"/>
                  </a:lnTo>
                  <a:lnTo>
                    <a:pt x="315514" y="216635"/>
                  </a:lnTo>
                  <a:lnTo>
                    <a:pt x="315467" y="216931"/>
                  </a:lnTo>
                  <a:lnTo>
                    <a:pt x="315466" y="217099"/>
                  </a:lnTo>
                  <a:lnTo>
                    <a:pt x="315355" y="217311"/>
                  </a:lnTo>
                  <a:lnTo>
                    <a:pt x="315737" y="217580"/>
                  </a:lnTo>
                  <a:lnTo>
                    <a:pt x="315938" y="217611"/>
                  </a:lnTo>
                  <a:lnTo>
                    <a:pt x="315949" y="217887"/>
                  </a:lnTo>
                  <a:lnTo>
                    <a:pt x="316331" y="217917"/>
                  </a:lnTo>
                  <a:lnTo>
                    <a:pt x="316489" y="218113"/>
                  </a:lnTo>
                  <a:lnTo>
                    <a:pt x="316454" y="218324"/>
                  </a:lnTo>
                  <a:lnTo>
                    <a:pt x="316445" y="218480"/>
                  </a:lnTo>
                  <a:lnTo>
                    <a:pt x="316502" y="218657"/>
                  </a:lnTo>
                  <a:lnTo>
                    <a:pt x="316670" y="218838"/>
                  </a:lnTo>
                  <a:lnTo>
                    <a:pt x="316984" y="218896"/>
                  </a:lnTo>
                  <a:lnTo>
                    <a:pt x="317202" y="218875"/>
                  </a:lnTo>
                  <a:lnTo>
                    <a:pt x="317409" y="218787"/>
                  </a:lnTo>
                  <a:lnTo>
                    <a:pt x="317666" y="218651"/>
                  </a:lnTo>
                  <a:lnTo>
                    <a:pt x="318092" y="218720"/>
                  </a:lnTo>
                  <a:lnTo>
                    <a:pt x="318300" y="218582"/>
                  </a:lnTo>
                  <a:lnTo>
                    <a:pt x="318467" y="218705"/>
                  </a:lnTo>
                  <a:lnTo>
                    <a:pt x="318565" y="218925"/>
                  </a:lnTo>
                  <a:lnTo>
                    <a:pt x="318765" y="219243"/>
                  </a:lnTo>
                  <a:lnTo>
                    <a:pt x="318960" y="219483"/>
                  </a:lnTo>
                  <a:lnTo>
                    <a:pt x="319098" y="219705"/>
                  </a:lnTo>
                  <a:lnTo>
                    <a:pt x="319162" y="220011"/>
                  </a:lnTo>
                  <a:lnTo>
                    <a:pt x="319082" y="220150"/>
                  </a:lnTo>
                  <a:lnTo>
                    <a:pt x="319082" y="220548"/>
                  </a:lnTo>
                  <a:lnTo>
                    <a:pt x="319086" y="220973"/>
                  </a:lnTo>
                  <a:lnTo>
                    <a:pt x="319218" y="221112"/>
                  </a:lnTo>
                  <a:lnTo>
                    <a:pt x="319379" y="221296"/>
                  </a:lnTo>
                  <a:lnTo>
                    <a:pt x="319461" y="221459"/>
                  </a:lnTo>
                  <a:lnTo>
                    <a:pt x="319738" y="221840"/>
                  </a:lnTo>
                  <a:lnTo>
                    <a:pt x="319636" y="222173"/>
                  </a:lnTo>
                  <a:lnTo>
                    <a:pt x="319497" y="222332"/>
                  </a:lnTo>
                  <a:lnTo>
                    <a:pt x="319448" y="222496"/>
                  </a:lnTo>
                  <a:lnTo>
                    <a:pt x="319545" y="222629"/>
                  </a:lnTo>
                  <a:lnTo>
                    <a:pt x="319216" y="223432"/>
                  </a:lnTo>
                  <a:lnTo>
                    <a:pt x="319587" y="223773"/>
                  </a:lnTo>
                  <a:lnTo>
                    <a:pt x="319809" y="223831"/>
                  </a:lnTo>
                  <a:lnTo>
                    <a:pt x="320072" y="224021"/>
                  </a:lnTo>
                  <a:lnTo>
                    <a:pt x="320278" y="224205"/>
                  </a:lnTo>
                  <a:lnTo>
                    <a:pt x="320508" y="224048"/>
                  </a:lnTo>
                  <a:lnTo>
                    <a:pt x="320964" y="223813"/>
                  </a:lnTo>
                  <a:lnTo>
                    <a:pt x="321118" y="224010"/>
                  </a:lnTo>
                  <a:lnTo>
                    <a:pt x="321207" y="224164"/>
                  </a:lnTo>
                  <a:lnTo>
                    <a:pt x="321288" y="224036"/>
                  </a:lnTo>
                  <a:lnTo>
                    <a:pt x="321474" y="223668"/>
                  </a:lnTo>
                  <a:lnTo>
                    <a:pt x="321767" y="223415"/>
                  </a:lnTo>
                  <a:lnTo>
                    <a:pt x="322040" y="223262"/>
                  </a:lnTo>
                  <a:lnTo>
                    <a:pt x="322014" y="223109"/>
                  </a:lnTo>
                  <a:lnTo>
                    <a:pt x="322205" y="222888"/>
                  </a:lnTo>
                  <a:lnTo>
                    <a:pt x="322355" y="222800"/>
                  </a:lnTo>
                  <a:lnTo>
                    <a:pt x="322578" y="222737"/>
                  </a:lnTo>
                  <a:lnTo>
                    <a:pt x="322740" y="222644"/>
                  </a:lnTo>
                  <a:lnTo>
                    <a:pt x="322891" y="222411"/>
                  </a:lnTo>
                  <a:lnTo>
                    <a:pt x="322996" y="222178"/>
                  </a:lnTo>
                  <a:lnTo>
                    <a:pt x="323007" y="222013"/>
                  </a:lnTo>
                  <a:lnTo>
                    <a:pt x="323292" y="221777"/>
                  </a:lnTo>
                  <a:lnTo>
                    <a:pt x="323477" y="221867"/>
                  </a:lnTo>
                  <a:lnTo>
                    <a:pt x="323486" y="222098"/>
                  </a:lnTo>
                  <a:lnTo>
                    <a:pt x="323769" y="222165"/>
                  </a:lnTo>
                  <a:lnTo>
                    <a:pt x="323985" y="222116"/>
                  </a:lnTo>
                  <a:lnTo>
                    <a:pt x="324362" y="222402"/>
                  </a:lnTo>
                  <a:lnTo>
                    <a:pt x="324555" y="222402"/>
                  </a:lnTo>
                  <a:lnTo>
                    <a:pt x="324691" y="222309"/>
                  </a:lnTo>
                  <a:lnTo>
                    <a:pt x="324801" y="222116"/>
                  </a:lnTo>
                  <a:lnTo>
                    <a:pt x="325178" y="221941"/>
                  </a:lnTo>
                  <a:lnTo>
                    <a:pt x="325572" y="221885"/>
                  </a:lnTo>
                  <a:lnTo>
                    <a:pt x="325728" y="221731"/>
                  </a:lnTo>
                  <a:lnTo>
                    <a:pt x="326075" y="221680"/>
                  </a:lnTo>
                  <a:lnTo>
                    <a:pt x="326263" y="221631"/>
                  </a:lnTo>
                  <a:lnTo>
                    <a:pt x="326553" y="221494"/>
                  </a:lnTo>
                  <a:lnTo>
                    <a:pt x="326758" y="221510"/>
                  </a:lnTo>
                  <a:lnTo>
                    <a:pt x="327184" y="221497"/>
                  </a:lnTo>
                  <a:lnTo>
                    <a:pt x="327332" y="221578"/>
                  </a:lnTo>
                  <a:lnTo>
                    <a:pt x="327753" y="221546"/>
                  </a:lnTo>
                  <a:lnTo>
                    <a:pt x="327878" y="221316"/>
                  </a:lnTo>
                  <a:lnTo>
                    <a:pt x="328168" y="221306"/>
                  </a:lnTo>
                  <a:lnTo>
                    <a:pt x="328407" y="221311"/>
                  </a:lnTo>
                  <a:lnTo>
                    <a:pt x="328825" y="221195"/>
                  </a:lnTo>
                  <a:lnTo>
                    <a:pt x="329062" y="221184"/>
                  </a:lnTo>
                  <a:lnTo>
                    <a:pt x="329357" y="221354"/>
                  </a:lnTo>
                  <a:lnTo>
                    <a:pt x="329507" y="221531"/>
                  </a:lnTo>
                  <a:lnTo>
                    <a:pt x="329866" y="221712"/>
                  </a:lnTo>
                  <a:lnTo>
                    <a:pt x="330088" y="221402"/>
                  </a:lnTo>
                  <a:lnTo>
                    <a:pt x="330478" y="221183"/>
                  </a:lnTo>
                  <a:lnTo>
                    <a:pt x="330565" y="221016"/>
                  </a:lnTo>
                  <a:lnTo>
                    <a:pt x="330738" y="220814"/>
                  </a:lnTo>
                  <a:lnTo>
                    <a:pt x="331030" y="220624"/>
                  </a:lnTo>
                  <a:lnTo>
                    <a:pt x="331290" y="220625"/>
                  </a:lnTo>
                  <a:lnTo>
                    <a:pt x="331499" y="220684"/>
                  </a:lnTo>
                  <a:lnTo>
                    <a:pt x="331903" y="220677"/>
                  </a:lnTo>
                  <a:lnTo>
                    <a:pt x="332108" y="220995"/>
                  </a:lnTo>
                  <a:lnTo>
                    <a:pt x="332253" y="221320"/>
                  </a:lnTo>
                  <a:lnTo>
                    <a:pt x="332475" y="221790"/>
                  </a:lnTo>
                  <a:lnTo>
                    <a:pt x="332309" y="222088"/>
                  </a:lnTo>
                  <a:lnTo>
                    <a:pt x="332304" y="222262"/>
                  </a:lnTo>
                  <a:lnTo>
                    <a:pt x="331809" y="222530"/>
                  </a:lnTo>
                  <a:lnTo>
                    <a:pt x="331661" y="222760"/>
                  </a:lnTo>
                  <a:lnTo>
                    <a:pt x="331709" y="223041"/>
                  </a:lnTo>
                  <a:lnTo>
                    <a:pt x="331743" y="223343"/>
                  </a:lnTo>
                  <a:lnTo>
                    <a:pt x="331446" y="223635"/>
                  </a:lnTo>
                  <a:lnTo>
                    <a:pt x="331247" y="223817"/>
                  </a:lnTo>
                  <a:lnTo>
                    <a:pt x="330996" y="224334"/>
                  </a:lnTo>
                  <a:lnTo>
                    <a:pt x="330952" y="224489"/>
                  </a:lnTo>
                  <a:lnTo>
                    <a:pt x="330736" y="224767"/>
                  </a:lnTo>
                  <a:lnTo>
                    <a:pt x="330494" y="224916"/>
                  </a:lnTo>
                  <a:lnTo>
                    <a:pt x="330181" y="225285"/>
                  </a:lnTo>
                  <a:lnTo>
                    <a:pt x="330073" y="225461"/>
                  </a:lnTo>
                  <a:lnTo>
                    <a:pt x="330264" y="225641"/>
                  </a:lnTo>
                  <a:lnTo>
                    <a:pt x="330426" y="226014"/>
                  </a:lnTo>
                  <a:lnTo>
                    <a:pt x="330324" y="226214"/>
                  </a:lnTo>
                  <a:lnTo>
                    <a:pt x="330137" y="226330"/>
                  </a:lnTo>
                  <a:lnTo>
                    <a:pt x="329992" y="226509"/>
                  </a:lnTo>
                  <a:lnTo>
                    <a:pt x="329927" y="226804"/>
                  </a:lnTo>
                  <a:lnTo>
                    <a:pt x="329983" y="226991"/>
                  </a:lnTo>
                  <a:lnTo>
                    <a:pt x="330156" y="227197"/>
                  </a:lnTo>
                  <a:lnTo>
                    <a:pt x="330361" y="227353"/>
                  </a:lnTo>
                  <a:lnTo>
                    <a:pt x="330776" y="227642"/>
                  </a:lnTo>
                  <a:lnTo>
                    <a:pt x="330905" y="227983"/>
                  </a:lnTo>
                  <a:lnTo>
                    <a:pt x="331011" y="228287"/>
                  </a:lnTo>
                  <a:lnTo>
                    <a:pt x="331176" y="228560"/>
                  </a:lnTo>
                  <a:lnTo>
                    <a:pt x="331380" y="228870"/>
                  </a:lnTo>
                  <a:lnTo>
                    <a:pt x="331866" y="229400"/>
                  </a:lnTo>
                  <a:lnTo>
                    <a:pt x="332162" y="229536"/>
                  </a:lnTo>
                  <a:lnTo>
                    <a:pt x="332409" y="229618"/>
                  </a:lnTo>
                  <a:lnTo>
                    <a:pt x="332470" y="230054"/>
                  </a:lnTo>
                  <a:lnTo>
                    <a:pt x="332662" y="229924"/>
                  </a:lnTo>
                  <a:lnTo>
                    <a:pt x="332974" y="229588"/>
                  </a:lnTo>
                  <a:lnTo>
                    <a:pt x="333242" y="229452"/>
                  </a:lnTo>
                  <a:lnTo>
                    <a:pt x="333503" y="229752"/>
                  </a:lnTo>
                  <a:lnTo>
                    <a:pt x="333707" y="229992"/>
                  </a:lnTo>
                  <a:lnTo>
                    <a:pt x="333885" y="230244"/>
                  </a:lnTo>
                  <a:lnTo>
                    <a:pt x="334025" y="230477"/>
                  </a:lnTo>
                  <a:lnTo>
                    <a:pt x="334074" y="230662"/>
                  </a:lnTo>
                  <a:lnTo>
                    <a:pt x="334277" y="230962"/>
                  </a:lnTo>
                  <a:lnTo>
                    <a:pt x="334383" y="231333"/>
                  </a:lnTo>
                  <a:lnTo>
                    <a:pt x="333959" y="231594"/>
                  </a:lnTo>
                  <a:lnTo>
                    <a:pt x="333590" y="231627"/>
                  </a:lnTo>
                  <a:lnTo>
                    <a:pt x="333457" y="232086"/>
                  </a:lnTo>
                  <a:lnTo>
                    <a:pt x="333511" y="232224"/>
                  </a:lnTo>
                  <a:lnTo>
                    <a:pt x="333730" y="232617"/>
                  </a:lnTo>
                  <a:lnTo>
                    <a:pt x="333812" y="232747"/>
                  </a:lnTo>
                  <a:lnTo>
                    <a:pt x="334032" y="232913"/>
                  </a:lnTo>
                  <a:lnTo>
                    <a:pt x="334196" y="233010"/>
                  </a:lnTo>
                  <a:lnTo>
                    <a:pt x="334343" y="233208"/>
                  </a:lnTo>
                  <a:lnTo>
                    <a:pt x="334466" y="233595"/>
                  </a:lnTo>
                  <a:lnTo>
                    <a:pt x="334732" y="233749"/>
                  </a:lnTo>
                  <a:lnTo>
                    <a:pt x="334794" y="234172"/>
                  </a:lnTo>
                  <a:lnTo>
                    <a:pt x="334983" y="234542"/>
                  </a:lnTo>
                  <a:lnTo>
                    <a:pt x="335203" y="234460"/>
                  </a:lnTo>
                  <a:lnTo>
                    <a:pt x="335510" y="234543"/>
                  </a:lnTo>
                  <a:lnTo>
                    <a:pt x="335648" y="234656"/>
                  </a:lnTo>
                  <a:lnTo>
                    <a:pt x="335854" y="234827"/>
                  </a:lnTo>
                  <a:lnTo>
                    <a:pt x="336059" y="235174"/>
                  </a:lnTo>
                  <a:lnTo>
                    <a:pt x="336178" y="235753"/>
                  </a:lnTo>
                  <a:lnTo>
                    <a:pt x="336035" y="235809"/>
                  </a:lnTo>
                  <a:lnTo>
                    <a:pt x="335894" y="235964"/>
                  </a:lnTo>
                  <a:lnTo>
                    <a:pt x="335993" y="236113"/>
                  </a:lnTo>
                  <a:lnTo>
                    <a:pt x="336045" y="236486"/>
                  </a:lnTo>
                  <a:lnTo>
                    <a:pt x="335938" y="236553"/>
                  </a:lnTo>
                  <a:lnTo>
                    <a:pt x="336070" y="236585"/>
                  </a:lnTo>
                  <a:lnTo>
                    <a:pt x="336422" y="236949"/>
                  </a:lnTo>
                  <a:lnTo>
                    <a:pt x="336437" y="237208"/>
                  </a:lnTo>
                  <a:lnTo>
                    <a:pt x="336510" y="237478"/>
                  </a:lnTo>
                  <a:lnTo>
                    <a:pt x="336738" y="237671"/>
                  </a:lnTo>
                  <a:lnTo>
                    <a:pt x="336842" y="238115"/>
                  </a:lnTo>
                  <a:lnTo>
                    <a:pt x="336707" y="238295"/>
                  </a:lnTo>
                  <a:lnTo>
                    <a:pt x="336607" y="238527"/>
                  </a:lnTo>
                  <a:lnTo>
                    <a:pt x="336644" y="239122"/>
                  </a:lnTo>
                  <a:lnTo>
                    <a:pt x="336723" y="239250"/>
                  </a:lnTo>
                  <a:lnTo>
                    <a:pt x="336778" y="239739"/>
                  </a:lnTo>
                  <a:lnTo>
                    <a:pt x="336982" y="239794"/>
                  </a:lnTo>
                  <a:lnTo>
                    <a:pt x="337112" y="239664"/>
                  </a:lnTo>
                  <a:lnTo>
                    <a:pt x="337591" y="239666"/>
                  </a:lnTo>
                  <a:lnTo>
                    <a:pt x="337783" y="239744"/>
                  </a:lnTo>
                  <a:lnTo>
                    <a:pt x="337781" y="240130"/>
                  </a:lnTo>
                  <a:lnTo>
                    <a:pt x="337755" y="240519"/>
                  </a:lnTo>
                  <a:lnTo>
                    <a:pt x="337690" y="240682"/>
                  </a:lnTo>
                  <a:lnTo>
                    <a:pt x="337734" y="241025"/>
                  </a:lnTo>
                  <a:lnTo>
                    <a:pt x="337661" y="241330"/>
                  </a:lnTo>
                  <a:lnTo>
                    <a:pt x="337586" y="241484"/>
                  </a:lnTo>
                  <a:lnTo>
                    <a:pt x="337750" y="241808"/>
                  </a:lnTo>
                  <a:lnTo>
                    <a:pt x="337760" y="242013"/>
                  </a:lnTo>
                  <a:lnTo>
                    <a:pt x="337581" y="242304"/>
                  </a:lnTo>
                  <a:lnTo>
                    <a:pt x="337546" y="242458"/>
                  </a:lnTo>
                  <a:lnTo>
                    <a:pt x="337555" y="242907"/>
                  </a:lnTo>
                  <a:lnTo>
                    <a:pt x="337700" y="242965"/>
                  </a:lnTo>
                  <a:lnTo>
                    <a:pt x="337870" y="242996"/>
                  </a:lnTo>
                  <a:lnTo>
                    <a:pt x="338068" y="243014"/>
                  </a:lnTo>
                  <a:lnTo>
                    <a:pt x="338244" y="243013"/>
                  </a:lnTo>
                  <a:lnTo>
                    <a:pt x="338535" y="243095"/>
                  </a:lnTo>
                  <a:lnTo>
                    <a:pt x="338580" y="243231"/>
                  </a:lnTo>
                  <a:lnTo>
                    <a:pt x="338907" y="243493"/>
                  </a:lnTo>
                  <a:lnTo>
                    <a:pt x="338929" y="243644"/>
                  </a:lnTo>
                  <a:lnTo>
                    <a:pt x="339227" y="243950"/>
                  </a:lnTo>
                  <a:lnTo>
                    <a:pt x="339414" y="243829"/>
                  </a:lnTo>
                  <a:lnTo>
                    <a:pt x="340261" y="244544"/>
                  </a:lnTo>
                  <a:lnTo>
                    <a:pt x="340201" y="244795"/>
                  </a:lnTo>
                  <a:lnTo>
                    <a:pt x="340123" y="244964"/>
                  </a:lnTo>
                  <a:lnTo>
                    <a:pt x="339780" y="245317"/>
                  </a:lnTo>
                  <a:lnTo>
                    <a:pt x="339504" y="245551"/>
                  </a:lnTo>
                  <a:lnTo>
                    <a:pt x="339331" y="245687"/>
                  </a:lnTo>
                  <a:lnTo>
                    <a:pt x="339249" y="245947"/>
                  </a:lnTo>
                  <a:lnTo>
                    <a:pt x="339121" y="246062"/>
                  </a:lnTo>
                  <a:lnTo>
                    <a:pt x="338730" y="246204"/>
                  </a:lnTo>
                  <a:lnTo>
                    <a:pt x="338575" y="246486"/>
                  </a:lnTo>
                  <a:lnTo>
                    <a:pt x="338257" y="246821"/>
                  </a:lnTo>
                  <a:lnTo>
                    <a:pt x="337949" y="247030"/>
                  </a:lnTo>
                  <a:lnTo>
                    <a:pt x="337830" y="247221"/>
                  </a:lnTo>
                  <a:lnTo>
                    <a:pt x="337633" y="247342"/>
                  </a:lnTo>
                  <a:lnTo>
                    <a:pt x="337626" y="247525"/>
                  </a:lnTo>
                  <a:lnTo>
                    <a:pt x="337611" y="247861"/>
                  </a:lnTo>
                  <a:lnTo>
                    <a:pt x="337464" y="248160"/>
                  </a:lnTo>
                  <a:lnTo>
                    <a:pt x="337382" y="248294"/>
                  </a:lnTo>
                  <a:lnTo>
                    <a:pt x="337280" y="248466"/>
                  </a:lnTo>
                  <a:lnTo>
                    <a:pt x="337347" y="248940"/>
                  </a:lnTo>
                  <a:lnTo>
                    <a:pt x="337327" y="249319"/>
                  </a:lnTo>
                  <a:lnTo>
                    <a:pt x="337329" y="249693"/>
                  </a:lnTo>
                  <a:lnTo>
                    <a:pt x="337358" y="250016"/>
                  </a:lnTo>
                  <a:lnTo>
                    <a:pt x="337602" y="250839"/>
                  </a:lnTo>
                  <a:lnTo>
                    <a:pt x="337997" y="250919"/>
                  </a:lnTo>
                  <a:lnTo>
                    <a:pt x="338138" y="250897"/>
                  </a:lnTo>
                  <a:lnTo>
                    <a:pt x="338334" y="251060"/>
                  </a:lnTo>
                  <a:lnTo>
                    <a:pt x="338336" y="251438"/>
                  </a:lnTo>
                  <a:lnTo>
                    <a:pt x="338143" y="251768"/>
                  </a:lnTo>
                  <a:lnTo>
                    <a:pt x="337921" y="251885"/>
                  </a:lnTo>
                  <a:lnTo>
                    <a:pt x="337953" y="252144"/>
                  </a:lnTo>
                  <a:lnTo>
                    <a:pt x="338194" y="252186"/>
                  </a:lnTo>
                  <a:lnTo>
                    <a:pt x="338267" y="252409"/>
                  </a:lnTo>
                  <a:lnTo>
                    <a:pt x="338476" y="252588"/>
                  </a:lnTo>
                  <a:lnTo>
                    <a:pt x="338439" y="252836"/>
                  </a:lnTo>
                  <a:lnTo>
                    <a:pt x="338559" y="253329"/>
                  </a:lnTo>
                  <a:lnTo>
                    <a:pt x="338552" y="253180"/>
                  </a:lnTo>
                  <a:lnTo>
                    <a:pt x="338750" y="252969"/>
                  </a:lnTo>
                  <a:lnTo>
                    <a:pt x="338883" y="253025"/>
                  </a:lnTo>
                  <a:lnTo>
                    <a:pt x="339363" y="253299"/>
                  </a:lnTo>
                  <a:lnTo>
                    <a:pt x="339557" y="253491"/>
                  </a:lnTo>
                  <a:lnTo>
                    <a:pt x="339556" y="253799"/>
                  </a:lnTo>
                  <a:lnTo>
                    <a:pt x="339360" y="253906"/>
                  </a:lnTo>
                  <a:lnTo>
                    <a:pt x="339301" y="254083"/>
                  </a:lnTo>
                  <a:lnTo>
                    <a:pt x="339219" y="254473"/>
                  </a:lnTo>
                  <a:lnTo>
                    <a:pt x="339360" y="255068"/>
                  </a:lnTo>
                  <a:lnTo>
                    <a:pt x="339455" y="255259"/>
                  </a:lnTo>
                  <a:lnTo>
                    <a:pt x="339514" y="255411"/>
                  </a:lnTo>
                  <a:lnTo>
                    <a:pt x="339551" y="255612"/>
                  </a:lnTo>
                  <a:lnTo>
                    <a:pt x="339562" y="255770"/>
                  </a:lnTo>
                  <a:lnTo>
                    <a:pt x="339571" y="256131"/>
                  </a:lnTo>
                  <a:lnTo>
                    <a:pt x="339548" y="256314"/>
                  </a:lnTo>
                  <a:lnTo>
                    <a:pt x="339509" y="256508"/>
                  </a:lnTo>
                  <a:lnTo>
                    <a:pt x="339369" y="256887"/>
                  </a:lnTo>
                  <a:lnTo>
                    <a:pt x="339260" y="257049"/>
                  </a:lnTo>
                  <a:lnTo>
                    <a:pt x="338783" y="257289"/>
                  </a:lnTo>
                  <a:lnTo>
                    <a:pt x="338716" y="257840"/>
                  </a:lnTo>
                  <a:lnTo>
                    <a:pt x="338702" y="258008"/>
                  </a:lnTo>
                  <a:lnTo>
                    <a:pt x="338645" y="258177"/>
                  </a:lnTo>
                  <a:lnTo>
                    <a:pt x="338919" y="258324"/>
                  </a:lnTo>
                  <a:lnTo>
                    <a:pt x="339280" y="258819"/>
                  </a:lnTo>
                  <a:lnTo>
                    <a:pt x="339283" y="259084"/>
                  </a:lnTo>
                  <a:lnTo>
                    <a:pt x="339409" y="259337"/>
                  </a:lnTo>
                  <a:lnTo>
                    <a:pt x="339389" y="259851"/>
                  </a:lnTo>
                  <a:lnTo>
                    <a:pt x="339114" y="259901"/>
                  </a:lnTo>
                  <a:lnTo>
                    <a:pt x="338971" y="259850"/>
                  </a:lnTo>
                  <a:lnTo>
                    <a:pt x="338655" y="260022"/>
                  </a:lnTo>
                  <a:lnTo>
                    <a:pt x="338866" y="260380"/>
                  </a:lnTo>
                  <a:lnTo>
                    <a:pt x="339239" y="260532"/>
                  </a:lnTo>
                  <a:lnTo>
                    <a:pt x="339442" y="260479"/>
                  </a:lnTo>
                  <a:lnTo>
                    <a:pt x="339619" y="260354"/>
                  </a:lnTo>
                  <a:lnTo>
                    <a:pt x="339711" y="260224"/>
                  </a:lnTo>
                  <a:lnTo>
                    <a:pt x="340043" y="260187"/>
                  </a:lnTo>
                  <a:lnTo>
                    <a:pt x="340509" y="260333"/>
                  </a:lnTo>
                  <a:lnTo>
                    <a:pt x="340654" y="260543"/>
                  </a:lnTo>
                  <a:lnTo>
                    <a:pt x="341259" y="261277"/>
                  </a:lnTo>
                  <a:lnTo>
                    <a:pt x="341390" y="261786"/>
                  </a:lnTo>
                  <a:lnTo>
                    <a:pt x="341788" y="262023"/>
                  </a:lnTo>
                  <a:lnTo>
                    <a:pt x="341758" y="262255"/>
                  </a:lnTo>
                  <a:lnTo>
                    <a:pt x="341728" y="262439"/>
                  </a:lnTo>
                  <a:lnTo>
                    <a:pt x="341597" y="262540"/>
                  </a:lnTo>
                  <a:lnTo>
                    <a:pt x="341261" y="262817"/>
                  </a:lnTo>
                  <a:lnTo>
                    <a:pt x="341409" y="263081"/>
                  </a:lnTo>
                  <a:lnTo>
                    <a:pt x="341687" y="263341"/>
                  </a:lnTo>
                  <a:lnTo>
                    <a:pt x="341770" y="263565"/>
                  </a:lnTo>
                  <a:lnTo>
                    <a:pt x="341763" y="263703"/>
                  </a:lnTo>
                  <a:lnTo>
                    <a:pt x="341807" y="264029"/>
                  </a:lnTo>
                  <a:lnTo>
                    <a:pt x="342033" y="264712"/>
                  </a:lnTo>
                  <a:lnTo>
                    <a:pt x="342273" y="265355"/>
                  </a:lnTo>
                  <a:lnTo>
                    <a:pt x="342398" y="265685"/>
                  </a:lnTo>
                  <a:lnTo>
                    <a:pt x="342464" y="265901"/>
                  </a:lnTo>
                  <a:lnTo>
                    <a:pt x="342578" y="266406"/>
                  </a:lnTo>
                  <a:lnTo>
                    <a:pt x="342507" y="266826"/>
                  </a:lnTo>
                  <a:lnTo>
                    <a:pt x="342476" y="267542"/>
                  </a:lnTo>
                  <a:lnTo>
                    <a:pt x="342507" y="268086"/>
                  </a:lnTo>
                  <a:lnTo>
                    <a:pt x="342952" y="268709"/>
                  </a:lnTo>
                  <a:lnTo>
                    <a:pt x="343168" y="268749"/>
                  </a:lnTo>
                  <a:lnTo>
                    <a:pt x="343682" y="269052"/>
                  </a:lnTo>
                  <a:lnTo>
                    <a:pt x="343895" y="269404"/>
                  </a:lnTo>
                  <a:lnTo>
                    <a:pt x="344334" y="269750"/>
                  </a:lnTo>
                  <a:lnTo>
                    <a:pt x="344522" y="269795"/>
                  </a:lnTo>
                  <a:lnTo>
                    <a:pt x="344704" y="269884"/>
                  </a:lnTo>
                  <a:lnTo>
                    <a:pt x="345555" y="270460"/>
                  </a:lnTo>
                  <a:lnTo>
                    <a:pt x="345641" y="270698"/>
                  </a:lnTo>
                  <a:lnTo>
                    <a:pt x="345941" y="270483"/>
                  </a:lnTo>
                  <a:lnTo>
                    <a:pt x="346367" y="270385"/>
                  </a:lnTo>
                  <a:lnTo>
                    <a:pt x="346814" y="270647"/>
                  </a:lnTo>
                  <a:lnTo>
                    <a:pt x="347197" y="271052"/>
                  </a:lnTo>
                  <a:lnTo>
                    <a:pt x="347360" y="271108"/>
                  </a:lnTo>
                  <a:lnTo>
                    <a:pt x="347854" y="271103"/>
                  </a:lnTo>
                  <a:lnTo>
                    <a:pt x="348401" y="271555"/>
                  </a:lnTo>
                  <a:lnTo>
                    <a:pt x="348581" y="272115"/>
                  </a:lnTo>
                  <a:lnTo>
                    <a:pt x="348425" y="272164"/>
                  </a:lnTo>
                  <a:lnTo>
                    <a:pt x="348253" y="272204"/>
                  </a:lnTo>
                  <a:lnTo>
                    <a:pt x="347717" y="272488"/>
                  </a:lnTo>
                  <a:lnTo>
                    <a:pt x="347481" y="272620"/>
                  </a:lnTo>
                  <a:lnTo>
                    <a:pt x="347113" y="272895"/>
                  </a:lnTo>
                  <a:lnTo>
                    <a:pt x="346833" y="273123"/>
                  </a:lnTo>
                  <a:lnTo>
                    <a:pt x="346443" y="273575"/>
                  </a:lnTo>
                  <a:lnTo>
                    <a:pt x="346201" y="273879"/>
                  </a:lnTo>
                  <a:lnTo>
                    <a:pt x="346005" y="274162"/>
                  </a:lnTo>
                  <a:lnTo>
                    <a:pt x="345922" y="274349"/>
                  </a:lnTo>
                  <a:lnTo>
                    <a:pt x="345842" y="274753"/>
                  </a:lnTo>
                  <a:lnTo>
                    <a:pt x="345624" y="274752"/>
                  </a:lnTo>
                  <a:lnTo>
                    <a:pt x="345436" y="274732"/>
                  </a:lnTo>
                  <a:lnTo>
                    <a:pt x="345265" y="274709"/>
                  </a:lnTo>
                  <a:lnTo>
                    <a:pt x="345083" y="274764"/>
                  </a:lnTo>
                  <a:lnTo>
                    <a:pt x="344865" y="275008"/>
                  </a:lnTo>
                  <a:lnTo>
                    <a:pt x="344649" y="274901"/>
                  </a:lnTo>
                  <a:lnTo>
                    <a:pt x="344495" y="275128"/>
                  </a:lnTo>
                  <a:lnTo>
                    <a:pt x="344329" y="275628"/>
                  </a:lnTo>
                  <a:lnTo>
                    <a:pt x="343838" y="275315"/>
                  </a:lnTo>
                  <a:lnTo>
                    <a:pt x="344028" y="274953"/>
                  </a:lnTo>
                  <a:lnTo>
                    <a:pt x="344195" y="274883"/>
                  </a:lnTo>
                  <a:lnTo>
                    <a:pt x="343944" y="274160"/>
                  </a:lnTo>
                  <a:lnTo>
                    <a:pt x="344039" y="273452"/>
                  </a:lnTo>
                  <a:lnTo>
                    <a:pt x="343800" y="273129"/>
                  </a:lnTo>
                  <a:lnTo>
                    <a:pt x="343724" y="272939"/>
                  </a:lnTo>
                  <a:lnTo>
                    <a:pt x="343651" y="272733"/>
                  </a:lnTo>
                  <a:lnTo>
                    <a:pt x="343520" y="272075"/>
                  </a:lnTo>
                  <a:lnTo>
                    <a:pt x="342593" y="272019"/>
                  </a:lnTo>
                  <a:lnTo>
                    <a:pt x="341942" y="271953"/>
                  </a:lnTo>
                  <a:lnTo>
                    <a:pt x="341148" y="272157"/>
                  </a:lnTo>
                  <a:lnTo>
                    <a:pt x="340880" y="271987"/>
                  </a:lnTo>
                  <a:lnTo>
                    <a:pt x="340343" y="271765"/>
                  </a:lnTo>
                  <a:lnTo>
                    <a:pt x="340002" y="271701"/>
                  </a:lnTo>
                  <a:lnTo>
                    <a:pt x="339880" y="271887"/>
                  </a:lnTo>
                  <a:lnTo>
                    <a:pt x="339454" y="272304"/>
                  </a:lnTo>
                  <a:lnTo>
                    <a:pt x="339054" y="272400"/>
                  </a:lnTo>
                  <a:lnTo>
                    <a:pt x="338820" y="272606"/>
                  </a:lnTo>
                  <a:lnTo>
                    <a:pt x="339202" y="272999"/>
                  </a:lnTo>
                  <a:lnTo>
                    <a:pt x="339452" y="272995"/>
                  </a:lnTo>
                  <a:lnTo>
                    <a:pt x="339517" y="273323"/>
                  </a:lnTo>
                  <a:lnTo>
                    <a:pt x="339317" y="273853"/>
                  </a:lnTo>
                  <a:lnTo>
                    <a:pt x="339023" y="274029"/>
                  </a:lnTo>
                  <a:lnTo>
                    <a:pt x="338857" y="274479"/>
                  </a:lnTo>
                  <a:lnTo>
                    <a:pt x="338877" y="274797"/>
                  </a:lnTo>
                  <a:lnTo>
                    <a:pt x="339059" y="275176"/>
                  </a:lnTo>
                  <a:lnTo>
                    <a:pt x="339202" y="275299"/>
                  </a:lnTo>
                  <a:lnTo>
                    <a:pt x="339243" y="275086"/>
                  </a:lnTo>
                  <a:lnTo>
                    <a:pt x="339465" y="274863"/>
                  </a:lnTo>
                  <a:lnTo>
                    <a:pt x="339617" y="274980"/>
                  </a:lnTo>
                  <a:lnTo>
                    <a:pt x="340055" y="275013"/>
                  </a:lnTo>
                  <a:lnTo>
                    <a:pt x="340281" y="274921"/>
                  </a:lnTo>
                  <a:lnTo>
                    <a:pt x="340530" y="274651"/>
                  </a:lnTo>
                  <a:lnTo>
                    <a:pt x="340926" y="274654"/>
                  </a:lnTo>
                  <a:lnTo>
                    <a:pt x="341099" y="274724"/>
                  </a:lnTo>
                  <a:lnTo>
                    <a:pt x="341393" y="274932"/>
                  </a:lnTo>
                  <a:lnTo>
                    <a:pt x="341408" y="275164"/>
                  </a:lnTo>
                  <a:lnTo>
                    <a:pt x="341200" y="275344"/>
                  </a:lnTo>
                  <a:lnTo>
                    <a:pt x="341026" y="275404"/>
                  </a:lnTo>
                  <a:lnTo>
                    <a:pt x="340553" y="275677"/>
                  </a:lnTo>
                  <a:lnTo>
                    <a:pt x="340379" y="275938"/>
                  </a:lnTo>
                  <a:lnTo>
                    <a:pt x="340323" y="276298"/>
                  </a:lnTo>
                  <a:lnTo>
                    <a:pt x="340302" y="276463"/>
                  </a:lnTo>
                  <a:lnTo>
                    <a:pt x="340272" y="276699"/>
                  </a:lnTo>
                  <a:lnTo>
                    <a:pt x="340249" y="276896"/>
                  </a:lnTo>
                  <a:lnTo>
                    <a:pt x="340290" y="277407"/>
                  </a:lnTo>
                  <a:lnTo>
                    <a:pt x="340007" y="277479"/>
                  </a:lnTo>
                  <a:lnTo>
                    <a:pt x="339429" y="277254"/>
                  </a:lnTo>
                  <a:lnTo>
                    <a:pt x="339106" y="277269"/>
                  </a:lnTo>
                  <a:lnTo>
                    <a:pt x="338955" y="277218"/>
                  </a:lnTo>
                  <a:lnTo>
                    <a:pt x="338715" y="277076"/>
                  </a:lnTo>
                  <a:lnTo>
                    <a:pt x="338502" y="277029"/>
                  </a:lnTo>
                  <a:lnTo>
                    <a:pt x="338169" y="276955"/>
                  </a:lnTo>
                  <a:lnTo>
                    <a:pt x="337888" y="276809"/>
                  </a:lnTo>
                  <a:lnTo>
                    <a:pt x="337621" y="276422"/>
                  </a:lnTo>
                  <a:lnTo>
                    <a:pt x="337732" y="276164"/>
                  </a:lnTo>
                  <a:lnTo>
                    <a:pt x="338018" y="276056"/>
                  </a:lnTo>
                  <a:lnTo>
                    <a:pt x="338420" y="275974"/>
                  </a:lnTo>
                  <a:lnTo>
                    <a:pt x="338687" y="275953"/>
                  </a:lnTo>
                  <a:lnTo>
                    <a:pt x="338754" y="275815"/>
                  </a:lnTo>
                  <a:lnTo>
                    <a:pt x="338307" y="275805"/>
                  </a:lnTo>
                  <a:lnTo>
                    <a:pt x="337989" y="275666"/>
                  </a:lnTo>
                  <a:lnTo>
                    <a:pt x="337864" y="276041"/>
                  </a:lnTo>
                  <a:lnTo>
                    <a:pt x="337673" y="276057"/>
                  </a:lnTo>
                  <a:lnTo>
                    <a:pt x="337232" y="275887"/>
                  </a:lnTo>
                  <a:lnTo>
                    <a:pt x="336803" y="275379"/>
                  </a:lnTo>
                  <a:lnTo>
                    <a:pt x="335881" y="275217"/>
                  </a:lnTo>
                  <a:lnTo>
                    <a:pt x="335645" y="275233"/>
                  </a:lnTo>
                  <a:lnTo>
                    <a:pt x="335248" y="275342"/>
                  </a:lnTo>
                  <a:lnTo>
                    <a:pt x="335565" y="275574"/>
                  </a:lnTo>
                  <a:lnTo>
                    <a:pt x="336106" y="275780"/>
                  </a:lnTo>
                  <a:lnTo>
                    <a:pt x="335663" y="276645"/>
                  </a:lnTo>
                  <a:lnTo>
                    <a:pt x="335134" y="277679"/>
                  </a:lnTo>
                  <a:lnTo>
                    <a:pt x="334971" y="277989"/>
                  </a:lnTo>
                  <a:lnTo>
                    <a:pt x="334675" y="277815"/>
                  </a:lnTo>
                  <a:lnTo>
                    <a:pt x="334639" y="278195"/>
                  </a:lnTo>
                  <a:lnTo>
                    <a:pt x="334752" y="278552"/>
                  </a:lnTo>
                  <a:lnTo>
                    <a:pt x="334566" y="278917"/>
                  </a:lnTo>
                  <a:lnTo>
                    <a:pt x="335054" y="279166"/>
                  </a:lnTo>
                  <a:lnTo>
                    <a:pt x="335208" y="279420"/>
                  </a:lnTo>
                  <a:lnTo>
                    <a:pt x="334712" y="279720"/>
                  </a:lnTo>
                  <a:lnTo>
                    <a:pt x="334491" y="279703"/>
                  </a:lnTo>
                  <a:lnTo>
                    <a:pt x="334226" y="279701"/>
                  </a:lnTo>
                  <a:lnTo>
                    <a:pt x="333974" y="279866"/>
                  </a:lnTo>
                  <a:lnTo>
                    <a:pt x="333476" y="279991"/>
                  </a:lnTo>
                  <a:lnTo>
                    <a:pt x="333080" y="280046"/>
                  </a:lnTo>
                  <a:lnTo>
                    <a:pt x="332875" y="280097"/>
                  </a:lnTo>
                  <a:lnTo>
                    <a:pt x="333145" y="280263"/>
                  </a:lnTo>
                  <a:lnTo>
                    <a:pt x="333470" y="280177"/>
                  </a:lnTo>
                  <a:lnTo>
                    <a:pt x="333677" y="280113"/>
                  </a:lnTo>
                  <a:lnTo>
                    <a:pt x="334078" y="280172"/>
                  </a:lnTo>
                  <a:lnTo>
                    <a:pt x="334257" y="280200"/>
                  </a:lnTo>
                  <a:lnTo>
                    <a:pt x="334734" y="280692"/>
                  </a:lnTo>
                  <a:lnTo>
                    <a:pt x="334539" y="280918"/>
                  </a:lnTo>
                  <a:lnTo>
                    <a:pt x="334426" y="281130"/>
                  </a:lnTo>
                  <a:lnTo>
                    <a:pt x="334430" y="281308"/>
                  </a:lnTo>
                  <a:lnTo>
                    <a:pt x="334434" y="281461"/>
                  </a:lnTo>
                  <a:lnTo>
                    <a:pt x="334465" y="281605"/>
                  </a:lnTo>
                  <a:lnTo>
                    <a:pt x="334857" y="281988"/>
                  </a:lnTo>
                  <a:lnTo>
                    <a:pt x="334508" y="281907"/>
                  </a:lnTo>
                  <a:lnTo>
                    <a:pt x="334379" y="281892"/>
                  </a:lnTo>
                  <a:lnTo>
                    <a:pt x="333989" y="282091"/>
                  </a:lnTo>
                  <a:lnTo>
                    <a:pt x="333729" y="282435"/>
                  </a:lnTo>
                  <a:lnTo>
                    <a:pt x="333622" y="282610"/>
                  </a:lnTo>
                  <a:lnTo>
                    <a:pt x="333447" y="282944"/>
                  </a:lnTo>
                  <a:lnTo>
                    <a:pt x="333323" y="283250"/>
                  </a:lnTo>
                  <a:lnTo>
                    <a:pt x="333127" y="283410"/>
                  </a:lnTo>
                  <a:lnTo>
                    <a:pt x="332824" y="283182"/>
                  </a:lnTo>
                  <a:lnTo>
                    <a:pt x="332276" y="282650"/>
                  </a:lnTo>
                  <a:lnTo>
                    <a:pt x="332380" y="283141"/>
                  </a:lnTo>
                  <a:lnTo>
                    <a:pt x="332383" y="283304"/>
                  </a:lnTo>
                  <a:lnTo>
                    <a:pt x="332452" y="283536"/>
                  </a:lnTo>
                  <a:lnTo>
                    <a:pt x="332747" y="283986"/>
                  </a:lnTo>
                  <a:lnTo>
                    <a:pt x="332110" y="284617"/>
                  </a:lnTo>
                  <a:lnTo>
                    <a:pt x="331897" y="284961"/>
                  </a:lnTo>
                  <a:lnTo>
                    <a:pt x="331764" y="285247"/>
                  </a:lnTo>
                  <a:lnTo>
                    <a:pt x="331649" y="285601"/>
                  </a:lnTo>
                  <a:lnTo>
                    <a:pt x="331359" y="286066"/>
                  </a:lnTo>
                  <a:lnTo>
                    <a:pt x="331209" y="286226"/>
                  </a:lnTo>
                  <a:lnTo>
                    <a:pt x="330872" y="286352"/>
                  </a:lnTo>
                  <a:lnTo>
                    <a:pt x="330739" y="286192"/>
                  </a:lnTo>
                  <a:lnTo>
                    <a:pt x="330580" y="286021"/>
                  </a:lnTo>
                  <a:lnTo>
                    <a:pt x="330422" y="286531"/>
                  </a:lnTo>
                  <a:lnTo>
                    <a:pt x="330262" y="286782"/>
                  </a:lnTo>
                  <a:lnTo>
                    <a:pt x="330415" y="287464"/>
                  </a:lnTo>
                  <a:lnTo>
                    <a:pt x="330637" y="287779"/>
                  </a:lnTo>
                  <a:lnTo>
                    <a:pt x="330786" y="288071"/>
                  </a:lnTo>
                  <a:lnTo>
                    <a:pt x="330806" y="288403"/>
                  </a:lnTo>
                  <a:lnTo>
                    <a:pt x="330808" y="288950"/>
                  </a:lnTo>
                  <a:lnTo>
                    <a:pt x="330809" y="289228"/>
                  </a:lnTo>
                  <a:lnTo>
                    <a:pt x="330877" y="289811"/>
                  </a:lnTo>
                  <a:lnTo>
                    <a:pt x="330985" y="290171"/>
                  </a:lnTo>
                  <a:lnTo>
                    <a:pt x="331283" y="290582"/>
                  </a:lnTo>
                  <a:lnTo>
                    <a:pt x="331540" y="290635"/>
                  </a:lnTo>
                  <a:lnTo>
                    <a:pt x="331711" y="290488"/>
                  </a:lnTo>
                  <a:lnTo>
                    <a:pt x="331987" y="290411"/>
                  </a:lnTo>
                  <a:lnTo>
                    <a:pt x="332146" y="290665"/>
                  </a:lnTo>
                  <a:lnTo>
                    <a:pt x="332026" y="290807"/>
                  </a:lnTo>
                  <a:lnTo>
                    <a:pt x="331880" y="291512"/>
                  </a:lnTo>
                  <a:lnTo>
                    <a:pt x="331825" y="291725"/>
                  </a:lnTo>
                  <a:lnTo>
                    <a:pt x="331365" y="291841"/>
                  </a:lnTo>
                  <a:lnTo>
                    <a:pt x="331050" y="291649"/>
                  </a:lnTo>
                  <a:lnTo>
                    <a:pt x="331022" y="291468"/>
                  </a:lnTo>
                  <a:lnTo>
                    <a:pt x="331030" y="291123"/>
                  </a:lnTo>
                  <a:lnTo>
                    <a:pt x="330784" y="291015"/>
                  </a:lnTo>
                  <a:lnTo>
                    <a:pt x="330329" y="291093"/>
                  </a:lnTo>
                  <a:lnTo>
                    <a:pt x="330178" y="290982"/>
                  </a:lnTo>
                  <a:lnTo>
                    <a:pt x="330029" y="290652"/>
                  </a:lnTo>
                  <a:lnTo>
                    <a:pt x="329800" y="290400"/>
                  </a:lnTo>
                  <a:lnTo>
                    <a:pt x="329740" y="289682"/>
                  </a:lnTo>
                  <a:lnTo>
                    <a:pt x="329535" y="289568"/>
                  </a:lnTo>
                  <a:lnTo>
                    <a:pt x="329318" y="289448"/>
                  </a:lnTo>
                  <a:lnTo>
                    <a:pt x="328680" y="289374"/>
                  </a:lnTo>
                  <a:lnTo>
                    <a:pt x="328585" y="289576"/>
                  </a:lnTo>
                  <a:lnTo>
                    <a:pt x="329033" y="289754"/>
                  </a:lnTo>
                  <a:lnTo>
                    <a:pt x="329168" y="289734"/>
                  </a:lnTo>
                  <a:lnTo>
                    <a:pt x="329376" y="290147"/>
                  </a:lnTo>
                  <a:lnTo>
                    <a:pt x="329210" y="290139"/>
                  </a:lnTo>
                  <a:lnTo>
                    <a:pt x="329074" y="290156"/>
                  </a:lnTo>
                  <a:lnTo>
                    <a:pt x="328774" y="290257"/>
                  </a:lnTo>
                  <a:lnTo>
                    <a:pt x="328343" y="290323"/>
                  </a:lnTo>
                  <a:lnTo>
                    <a:pt x="328144" y="290413"/>
                  </a:lnTo>
                  <a:lnTo>
                    <a:pt x="327847" y="290579"/>
                  </a:lnTo>
                  <a:lnTo>
                    <a:pt x="327720" y="290671"/>
                  </a:lnTo>
                  <a:lnTo>
                    <a:pt x="327392" y="290935"/>
                  </a:lnTo>
                  <a:lnTo>
                    <a:pt x="327173" y="291136"/>
                  </a:lnTo>
                  <a:lnTo>
                    <a:pt x="326991" y="291312"/>
                  </a:lnTo>
                  <a:lnTo>
                    <a:pt x="326802" y="291528"/>
                  </a:lnTo>
                  <a:lnTo>
                    <a:pt x="326159" y="292432"/>
                  </a:lnTo>
                  <a:lnTo>
                    <a:pt x="326131" y="292694"/>
                  </a:lnTo>
                  <a:lnTo>
                    <a:pt x="326139" y="292908"/>
                  </a:lnTo>
                  <a:lnTo>
                    <a:pt x="326138" y="293100"/>
                  </a:lnTo>
                  <a:lnTo>
                    <a:pt x="326053" y="293251"/>
                  </a:lnTo>
                  <a:lnTo>
                    <a:pt x="325544" y="294115"/>
                  </a:lnTo>
                  <a:lnTo>
                    <a:pt x="325365" y="294177"/>
                  </a:lnTo>
                  <a:lnTo>
                    <a:pt x="325026" y="294141"/>
                  </a:lnTo>
                  <a:lnTo>
                    <a:pt x="324631" y="293296"/>
                  </a:lnTo>
                  <a:lnTo>
                    <a:pt x="324207" y="293251"/>
                  </a:lnTo>
                  <a:lnTo>
                    <a:pt x="323783" y="293233"/>
                  </a:lnTo>
                  <a:lnTo>
                    <a:pt x="323715" y="292998"/>
                  </a:lnTo>
                  <a:lnTo>
                    <a:pt x="323926" y="292492"/>
                  </a:lnTo>
                  <a:lnTo>
                    <a:pt x="324285" y="292353"/>
                  </a:lnTo>
                  <a:lnTo>
                    <a:pt x="324338" y="291783"/>
                  </a:lnTo>
                  <a:lnTo>
                    <a:pt x="324130" y="291597"/>
                  </a:lnTo>
                  <a:lnTo>
                    <a:pt x="324118" y="291900"/>
                  </a:lnTo>
                  <a:lnTo>
                    <a:pt x="323967" y="292239"/>
                  </a:lnTo>
                  <a:lnTo>
                    <a:pt x="323691" y="292315"/>
                  </a:lnTo>
                  <a:lnTo>
                    <a:pt x="323643" y="292646"/>
                  </a:lnTo>
                  <a:lnTo>
                    <a:pt x="323465" y="292767"/>
                  </a:lnTo>
                  <a:lnTo>
                    <a:pt x="323298" y="292863"/>
                  </a:lnTo>
                  <a:lnTo>
                    <a:pt x="323022" y="292968"/>
                  </a:lnTo>
                  <a:lnTo>
                    <a:pt x="322764" y="293123"/>
                  </a:lnTo>
                  <a:lnTo>
                    <a:pt x="322586" y="293247"/>
                  </a:lnTo>
                  <a:lnTo>
                    <a:pt x="322409" y="293395"/>
                  </a:lnTo>
                  <a:lnTo>
                    <a:pt x="322150" y="293632"/>
                  </a:lnTo>
                  <a:lnTo>
                    <a:pt x="321711" y="294124"/>
                  </a:lnTo>
                  <a:lnTo>
                    <a:pt x="321577" y="294294"/>
                  </a:lnTo>
                  <a:lnTo>
                    <a:pt x="321399" y="294541"/>
                  </a:lnTo>
                  <a:lnTo>
                    <a:pt x="321312" y="294683"/>
                  </a:lnTo>
                  <a:lnTo>
                    <a:pt x="321127" y="295028"/>
                  </a:lnTo>
                  <a:lnTo>
                    <a:pt x="321032" y="295229"/>
                  </a:lnTo>
                  <a:lnTo>
                    <a:pt x="320953" y="295417"/>
                  </a:lnTo>
                  <a:lnTo>
                    <a:pt x="320828" y="295751"/>
                  </a:lnTo>
                  <a:lnTo>
                    <a:pt x="320730" y="296120"/>
                  </a:lnTo>
                  <a:lnTo>
                    <a:pt x="320682" y="296351"/>
                  </a:lnTo>
                  <a:lnTo>
                    <a:pt x="320657" y="296552"/>
                  </a:lnTo>
                  <a:lnTo>
                    <a:pt x="320653" y="296744"/>
                  </a:lnTo>
                  <a:lnTo>
                    <a:pt x="320806" y="297157"/>
                  </a:lnTo>
                  <a:lnTo>
                    <a:pt x="321242" y="297594"/>
                  </a:lnTo>
                  <a:lnTo>
                    <a:pt x="321395" y="297704"/>
                  </a:lnTo>
                  <a:lnTo>
                    <a:pt x="321411" y="298054"/>
                  </a:lnTo>
                  <a:lnTo>
                    <a:pt x="321324" y="298324"/>
                  </a:lnTo>
                  <a:lnTo>
                    <a:pt x="321274" y="298537"/>
                  </a:lnTo>
                  <a:lnTo>
                    <a:pt x="321232" y="298793"/>
                  </a:lnTo>
                  <a:lnTo>
                    <a:pt x="321205" y="299384"/>
                  </a:lnTo>
                  <a:lnTo>
                    <a:pt x="321241" y="299598"/>
                  </a:lnTo>
                  <a:lnTo>
                    <a:pt x="321312" y="299742"/>
                  </a:lnTo>
                  <a:lnTo>
                    <a:pt x="321561" y="300058"/>
                  </a:lnTo>
                  <a:lnTo>
                    <a:pt x="321554" y="300301"/>
                  </a:lnTo>
                  <a:lnTo>
                    <a:pt x="321530" y="300539"/>
                  </a:lnTo>
                  <a:lnTo>
                    <a:pt x="321957" y="301214"/>
                  </a:lnTo>
                  <a:lnTo>
                    <a:pt x="321795" y="301383"/>
                  </a:lnTo>
                  <a:lnTo>
                    <a:pt x="321558" y="301558"/>
                  </a:lnTo>
                  <a:lnTo>
                    <a:pt x="321689" y="301902"/>
                  </a:lnTo>
                  <a:lnTo>
                    <a:pt x="321114" y="302252"/>
                  </a:lnTo>
                  <a:lnTo>
                    <a:pt x="321077" y="302107"/>
                  </a:lnTo>
                  <a:lnTo>
                    <a:pt x="320818" y="301820"/>
                  </a:lnTo>
                  <a:lnTo>
                    <a:pt x="320368" y="302003"/>
                  </a:lnTo>
                  <a:lnTo>
                    <a:pt x="320136" y="302240"/>
                  </a:lnTo>
                  <a:lnTo>
                    <a:pt x="319950" y="302533"/>
                  </a:lnTo>
                  <a:lnTo>
                    <a:pt x="319896" y="302685"/>
                  </a:lnTo>
                  <a:lnTo>
                    <a:pt x="319829" y="302915"/>
                  </a:lnTo>
                  <a:lnTo>
                    <a:pt x="319844" y="303459"/>
                  </a:lnTo>
                  <a:lnTo>
                    <a:pt x="319628" y="303823"/>
                  </a:lnTo>
                  <a:lnTo>
                    <a:pt x="319408" y="304285"/>
                  </a:lnTo>
                  <a:lnTo>
                    <a:pt x="319362" y="304496"/>
                  </a:lnTo>
                  <a:lnTo>
                    <a:pt x="319390" y="304883"/>
                  </a:lnTo>
                  <a:lnTo>
                    <a:pt x="319064" y="305124"/>
                  </a:lnTo>
                  <a:lnTo>
                    <a:pt x="318365" y="304905"/>
                  </a:lnTo>
                  <a:lnTo>
                    <a:pt x="317946" y="304718"/>
                  </a:lnTo>
                  <a:lnTo>
                    <a:pt x="317712" y="304750"/>
                  </a:lnTo>
                  <a:lnTo>
                    <a:pt x="317394" y="304606"/>
                  </a:lnTo>
                  <a:lnTo>
                    <a:pt x="317166" y="304672"/>
                  </a:lnTo>
                  <a:lnTo>
                    <a:pt x="316906" y="304839"/>
                  </a:lnTo>
                  <a:lnTo>
                    <a:pt x="316785" y="304973"/>
                  </a:lnTo>
                  <a:lnTo>
                    <a:pt x="316398" y="305028"/>
                  </a:lnTo>
                  <a:lnTo>
                    <a:pt x="315847" y="305264"/>
                  </a:lnTo>
                  <a:lnTo>
                    <a:pt x="315569" y="305117"/>
                  </a:lnTo>
                  <a:lnTo>
                    <a:pt x="315301" y="305138"/>
                  </a:lnTo>
                  <a:lnTo>
                    <a:pt x="315145" y="305215"/>
                  </a:lnTo>
                  <a:lnTo>
                    <a:pt x="314948" y="305361"/>
                  </a:lnTo>
                  <a:lnTo>
                    <a:pt x="314120" y="305602"/>
                  </a:lnTo>
                  <a:lnTo>
                    <a:pt x="313677" y="305429"/>
                  </a:lnTo>
                  <a:lnTo>
                    <a:pt x="313443" y="305317"/>
                  </a:lnTo>
                  <a:lnTo>
                    <a:pt x="313044" y="305204"/>
                  </a:lnTo>
                  <a:lnTo>
                    <a:pt x="312717" y="305040"/>
                  </a:lnTo>
                  <a:lnTo>
                    <a:pt x="312112" y="304821"/>
                  </a:lnTo>
                  <a:lnTo>
                    <a:pt x="311955" y="304680"/>
                  </a:lnTo>
                  <a:lnTo>
                    <a:pt x="311785" y="304335"/>
                  </a:lnTo>
                  <a:lnTo>
                    <a:pt x="311498" y="303984"/>
                  </a:lnTo>
                  <a:lnTo>
                    <a:pt x="311186" y="303982"/>
                  </a:lnTo>
                  <a:lnTo>
                    <a:pt x="310370" y="304118"/>
                  </a:lnTo>
                  <a:lnTo>
                    <a:pt x="310105" y="304196"/>
                  </a:lnTo>
                  <a:lnTo>
                    <a:pt x="309908" y="304269"/>
                  </a:lnTo>
                  <a:lnTo>
                    <a:pt x="309504" y="304439"/>
                  </a:lnTo>
                  <a:lnTo>
                    <a:pt x="309088" y="304666"/>
                  </a:lnTo>
                  <a:lnTo>
                    <a:pt x="308954" y="304749"/>
                  </a:lnTo>
                  <a:lnTo>
                    <a:pt x="308763" y="304887"/>
                  </a:lnTo>
                  <a:lnTo>
                    <a:pt x="308627" y="305000"/>
                  </a:lnTo>
                  <a:lnTo>
                    <a:pt x="308422" y="305148"/>
                  </a:lnTo>
                  <a:lnTo>
                    <a:pt x="308142" y="305355"/>
                  </a:lnTo>
                  <a:lnTo>
                    <a:pt x="307851" y="305581"/>
                  </a:lnTo>
                  <a:lnTo>
                    <a:pt x="307569" y="305800"/>
                  </a:lnTo>
                  <a:lnTo>
                    <a:pt x="307267" y="306061"/>
                  </a:lnTo>
                  <a:lnTo>
                    <a:pt x="307137" y="306184"/>
                  </a:lnTo>
                  <a:lnTo>
                    <a:pt x="306856" y="306503"/>
                  </a:lnTo>
                  <a:lnTo>
                    <a:pt x="306689" y="306723"/>
                  </a:lnTo>
                  <a:lnTo>
                    <a:pt x="306272" y="307156"/>
                  </a:lnTo>
                  <a:lnTo>
                    <a:pt x="305558" y="308061"/>
                  </a:lnTo>
                  <a:lnTo>
                    <a:pt x="305371" y="308262"/>
                  </a:lnTo>
                  <a:lnTo>
                    <a:pt x="305125" y="308597"/>
                  </a:lnTo>
                  <a:lnTo>
                    <a:pt x="303874" y="309664"/>
                  </a:lnTo>
                  <a:lnTo>
                    <a:pt x="303662" y="309919"/>
                  </a:lnTo>
                  <a:lnTo>
                    <a:pt x="303477" y="310041"/>
                  </a:lnTo>
                  <a:lnTo>
                    <a:pt x="303148" y="310039"/>
                  </a:lnTo>
                  <a:lnTo>
                    <a:pt x="302864" y="310093"/>
                  </a:lnTo>
                  <a:lnTo>
                    <a:pt x="302561" y="310282"/>
                  </a:lnTo>
                  <a:lnTo>
                    <a:pt x="302306" y="310459"/>
                  </a:lnTo>
                  <a:lnTo>
                    <a:pt x="301895" y="310892"/>
                  </a:lnTo>
                  <a:lnTo>
                    <a:pt x="301532" y="310502"/>
                  </a:lnTo>
                  <a:lnTo>
                    <a:pt x="301486" y="310065"/>
                  </a:lnTo>
                  <a:lnTo>
                    <a:pt x="301426" y="309877"/>
                  </a:lnTo>
                  <a:lnTo>
                    <a:pt x="301103" y="309527"/>
                  </a:lnTo>
                  <a:lnTo>
                    <a:pt x="300676" y="309449"/>
                  </a:lnTo>
                  <a:lnTo>
                    <a:pt x="300382" y="309421"/>
                  </a:lnTo>
                  <a:lnTo>
                    <a:pt x="300023" y="309427"/>
                  </a:lnTo>
                  <a:lnTo>
                    <a:pt x="299884" y="309438"/>
                  </a:lnTo>
                  <a:lnTo>
                    <a:pt x="299506" y="309492"/>
                  </a:lnTo>
                  <a:lnTo>
                    <a:pt x="298774" y="309760"/>
                  </a:lnTo>
                  <a:lnTo>
                    <a:pt x="298540" y="309884"/>
                  </a:lnTo>
                  <a:lnTo>
                    <a:pt x="298128" y="310186"/>
                  </a:lnTo>
                  <a:lnTo>
                    <a:pt x="297916" y="310277"/>
                  </a:lnTo>
                  <a:lnTo>
                    <a:pt x="297752" y="310215"/>
                  </a:lnTo>
                  <a:lnTo>
                    <a:pt x="297558" y="310148"/>
                  </a:lnTo>
                  <a:lnTo>
                    <a:pt x="297359" y="310259"/>
                  </a:lnTo>
                  <a:lnTo>
                    <a:pt x="297136" y="310395"/>
                  </a:lnTo>
                  <a:lnTo>
                    <a:pt x="296672" y="310836"/>
                  </a:lnTo>
                  <a:lnTo>
                    <a:pt x="296312" y="311277"/>
                  </a:lnTo>
                  <a:lnTo>
                    <a:pt x="296086" y="311591"/>
                  </a:lnTo>
                  <a:lnTo>
                    <a:pt x="295903" y="311742"/>
                  </a:lnTo>
                  <a:lnTo>
                    <a:pt x="295564" y="311575"/>
                  </a:lnTo>
                  <a:lnTo>
                    <a:pt x="295713" y="311332"/>
                  </a:lnTo>
                  <a:lnTo>
                    <a:pt x="295916" y="311135"/>
                  </a:lnTo>
                  <a:lnTo>
                    <a:pt x="295463" y="311351"/>
                  </a:lnTo>
                  <a:lnTo>
                    <a:pt x="295205" y="311334"/>
                  </a:lnTo>
                  <a:lnTo>
                    <a:pt x="295050" y="311360"/>
                  </a:lnTo>
                  <a:lnTo>
                    <a:pt x="294860" y="311414"/>
                  </a:lnTo>
                  <a:lnTo>
                    <a:pt x="294686" y="311494"/>
                  </a:lnTo>
                  <a:lnTo>
                    <a:pt x="294510" y="311590"/>
                  </a:lnTo>
                  <a:lnTo>
                    <a:pt x="294334" y="311705"/>
                  </a:lnTo>
                  <a:lnTo>
                    <a:pt x="294127" y="311864"/>
                  </a:lnTo>
                  <a:lnTo>
                    <a:pt x="293881" y="312094"/>
                  </a:lnTo>
                  <a:lnTo>
                    <a:pt x="293658" y="312252"/>
                  </a:lnTo>
                  <a:lnTo>
                    <a:pt x="293372" y="312004"/>
                  </a:lnTo>
                  <a:lnTo>
                    <a:pt x="292912" y="311875"/>
                  </a:lnTo>
                  <a:lnTo>
                    <a:pt x="292730" y="311945"/>
                  </a:lnTo>
                  <a:lnTo>
                    <a:pt x="292573" y="312033"/>
                  </a:lnTo>
                  <a:lnTo>
                    <a:pt x="292194" y="312305"/>
                  </a:lnTo>
                  <a:lnTo>
                    <a:pt x="291912" y="312517"/>
                  </a:lnTo>
                  <a:lnTo>
                    <a:pt x="291748" y="312658"/>
                  </a:lnTo>
                  <a:lnTo>
                    <a:pt x="291484" y="312921"/>
                  </a:lnTo>
                  <a:lnTo>
                    <a:pt x="291306" y="313117"/>
                  </a:lnTo>
                  <a:lnTo>
                    <a:pt x="290846" y="313724"/>
                  </a:lnTo>
                  <a:lnTo>
                    <a:pt x="290643" y="313982"/>
                  </a:lnTo>
                  <a:lnTo>
                    <a:pt x="289988" y="314699"/>
                  </a:lnTo>
                  <a:lnTo>
                    <a:pt x="289841" y="314603"/>
                  </a:lnTo>
                  <a:lnTo>
                    <a:pt x="289669" y="314519"/>
                  </a:lnTo>
                  <a:lnTo>
                    <a:pt x="289475" y="314407"/>
                  </a:lnTo>
                  <a:lnTo>
                    <a:pt x="289301" y="314197"/>
                  </a:lnTo>
                  <a:lnTo>
                    <a:pt x="289300" y="313678"/>
                  </a:lnTo>
                  <a:lnTo>
                    <a:pt x="289372" y="313529"/>
                  </a:lnTo>
                  <a:lnTo>
                    <a:pt x="289399" y="313232"/>
                  </a:lnTo>
                  <a:lnTo>
                    <a:pt x="289307" y="312893"/>
                  </a:lnTo>
                  <a:lnTo>
                    <a:pt x="289439" y="312274"/>
                  </a:lnTo>
                  <a:lnTo>
                    <a:pt x="289376" y="312018"/>
                  </a:lnTo>
                  <a:lnTo>
                    <a:pt x="289266" y="311882"/>
                  </a:lnTo>
                  <a:lnTo>
                    <a:pt x="289123" y="311647"/>
                  </a:lnTo>
                  <a:lnTo>
                    <a:pt x="288958" y="310970"/>
                  </a:lnTo>
                  <a:lnTo>
                    <a:pt x="289668" y="311211"/>
                  </a:lnTo>
                  <a:lnTo>
                    <a:pt x="289711" y="311351"/>
                  </a:lnTo>
                  <a:lnTo>
                    <a:pt x="289820" y="311546"/>
                  </a:lnTo>
                  <a:lnTo>
                    <a:pt x="290018" y="311379"/>
                  </a:lnTo>
                  <a:lnTo>
                    <a:pt x="289721" y="310889"/>
                  </a:lnTo>
                  <a:lnTo>
                    <a:pt x="289304" y="310659"/>
                  </a:lnTo>
                  <a:lnTo>
                    <a:pt x="288817" y="310695"/>
                  </a:lnTo>
                  <a:lnTo>
                    <a:pt x="288512" y="310505"/>
                  </a:lnTo>
                  <a:lnTo>
                    <a:pt x="288064" y="309926"/>
                  </a:lnTo>
                  <a:lnTo>
                    <a:pt x="287502" y="309656"/>
                  </a:lnTo>
                  <a:lnTo>
                    <a:pt x="287217" y="309545"/>
                  </a:lnTo>
                  <a:lnTo>
                    <a:pt x="286879" y="309462"/>
                  </a:lnTo>
                  <a:lnTo>
                    <a:pt x="286089" y="309348"/>
                  </a:lnTo>
                  <a:lnTo>
                    <a:pt x="285802" y="309341"/>
                  </a:lnTo>
                  <a:lnTo>
                    <a:pt x="285299" y="309366"/>
                  </a:lnTo>
                  <a:lnTo>
                    <a:pt x="285033" y="308945"/>
                  </a:lnTo>
                  <a:lnTo>
                    <a:pt x="284599" y="308120"/>
                  </a:lnTo>
                  <a:lnTo>
                    <a:pt x="284385" y="308088"/>
                  </a:lnTo>
                  <a:lnTo>
                    <a:pt x="284039" y="308081"/>
                  </a:lnTo>
                  <a:lnTo>
                    <a:pt x="283874" y="308090"/>
                  </a:lnTo>
                  <a:lnTo>
                    <a:pt x="283426" y="308139"/>
                  </a:lnTo>
                  <a:lnTo>
                    <a:pt x="283272" y="308156"/>
                  </a:lnTo>
                  <a:lnTo>
                    <a:pt x="283061" y="308206"/>
                  </a:lnTo>
                  <a:lnTo>
                    <a:pt x="282777" y="308286"/>
                  </a:lnTo>
                  <a:lnTo>
                    <a:pt x="282120" y="308530"/>
                  </a:lnTo>
                  <a:lnTo>
                    <a:pt x="281709" y="308715"/>
                  </a:lnTo>
                  <a:lnTo>
                    <a:pt x="281273" y="308689"/>
                  </a:lnTo>
                  <a:lnTo>
                    <a:pt x="281034" y="308766"/>
                  </a:lnTo>
                  <a:lnTo>
                    <a:pt x="280690" y="309351"/>
                  </a:lnTo>
                  <a:lnTo>
                    <a:pt x="280436" y="309499"/>
                  </a:lnTo>
                  <a:lnTo>
                    <a:pt x="280254" y="309648"/>
                  </a:lnTo>
                  <a:lnTo>
                    <a:pt x="279880" y="309978"/>
                  </a:lnTo>
                  <a:lnTo>
                    <a:pt x="279553" y="310332"/>
                  </a:lnTo>
                  <a:lnTo>
                    <a:pt x="279211" y="310760"/>
                  </a:lnTo>
                  <a:lnTo>
                    <a:pt x="279027" y="311007"/>
                  </a:lnTo>
                  <a:lnTo>
                    <a:pt x="279088" y="311409"/>
                  </a:lnTo>
                  <a:lnTo>
                    <a:pt x="278814" y="311826"/>
                  </a:lnTo>
                  <a:lnTo>
                    <a:pt x="278623" y="312025"/>
                  </a:lnTo>
                  <a:lnTo>
                    <a:pt x="278399" y="312144"/>
                  </a:lnTo>
                  <a:lnTo>
                    <a:pt x="278283" y="312377"/>
                  </a:lnTo>
                  <a:lnTo>
                    <a:pt x="278217" y="312649"/>
                  </a:lnTo>
                  <a:lnTo>
                    <a:pt x="277897" y="312845"/>
                  </a:lnTo>
                  <a:lnTo>
                    <a:pt x="277849" y="313463"/>
                  </a:lnTo>
                  <a:lnTo>
                    <a:pt x="277763" y="313763"/>
                  </a:lnTo>
                  <a:lnTo>
                    <a:pt x="277453" y="314147"/>
                  </a:lnTo>
                  <a:lnTo>
                    <a:pt x="277655" y="314518"/>
                  </a:lnTo>
                  <a:lnTo>
                    <a:pt x="277878" y="314927"/>
                  </a:lnTo>
                  <a:lnTo>
                    <a:pt x="277958" y="315231"/>
                  </a:lnTo>
                  <a:lnTo>
                    <a:pt x="278062" y="315593"/>
                  </a:lnTo>
                  <a:lnTo>
                    <a:pt x="278166" y="315776"/>
                  </a:lnTo>
                  <a:lnTo>
                    <a:pt x="278563" y="315876"/>
                  </a:lnTo>
                  <a:lnTo>
                    <a:pt x="278819" y="315412"/>
                  </a:lnTo>
                  <a:lnTo>
                    <a:pt x="278910" y="315244"/>
                  </a:lnTo>
                  <a:lnTo>
                    <a:pt x="279053" y="314605"/>
                  </a:lnTo>
                  <a:lnTo>
                    <a:pt x="278827" y="314463"/>
                  </a:lnTo>
                  <a:lnTo>
                    <a:pt x="278877" y="314332"/>
                  </a:lnTo>
                  <a:lnTo>
                    <a:pt x="279148" y="314165"/>
                  </a:lnTo>
                  <a:lnTo>
                    <a:pt x="279292" y="314234"/>
                  </a:lnTo>
                  <a:lnTo>
                    <a:pt x="279706" y="314511"/>
                  </a:lnTo>
                  <a:lnTo>
                    <a:pt x="280227" y="314483"/>
                  </a:lnTo>
                  <a:lnTo>
                    <a:pt x="280382" y="314319"/>
                  </a:lnTo>
                  <a:lnTo>
                    <a:pt x="280762" y="314275"/>
                  </a:lnTo>
                  <a:lnTo>
                    <a:pt x="280646" y="315000"/>
                  </a:lnTo>
                  <a:lnTo>
                    <a:pt x="280093" y="315144"/>
                  </a:lnTo>
                  <a:lnTo>
                    <a:pt x="279904" y="315349"/>
                  </a:lnTo>
                  <a:lnTo>
                    <a:pt x="279576" y="315676"/>
                  </a:lnTo>
                  <a:lnTo>
                    <a:pt x="279433" y="315892"/>
                  </a:lnTo>
                  <a:lnTo>
                    <a:pt x="279266" y="316143"/>
                  </a:lnTo>
                  <a:lnTo>
                    <a:pt x="279181" y="316272"/>
                  </a:lnTo>
                  <a:lnTo>
                    <a:pt x="279080" y="316493"/>
                  </a:lnTo>
                  <a:lnTo>
                    <a:pt x="279029" y="316653"/>
                  </a:lnTo>
                  <a:lnTo>
                    <a:pt x="278964" y="316997"/>
                  </a:lnTo>
                  <a:lnTo>
                    <a:pt x="279041" y="317441"/>
                  </a:lnTo>
                  <a:lnTo>
                    <a:pt x="279342" y="317695"/>
                  </a:lnTo>
                  <a:lnTo>
                    <a:pt x="279551" y="317838"/>
                  </a:lnTo>
                  <a:lnTo>
                    <a:pt x="279366" y="318392"/>
                  </a:lnTo>
                  <a:lnTo>
                    <a:pt x="279550" y="318696"/>
                  </a:lnTo>
                  <a:lnTo>
                    <a:pt x="279378" y="318813"/>
                  </a:lnTo>
                  <a:lnTo>
                    <a:pt x="279061" y="318515"/>
                  </a:lnTo>
                  <a:lnTo>
                    <a:pt x="278806" y="318098"/>
                  </a:lnTo>
                  <a:lnTo>
                    <a:pt x="278398" y="318057"/>
                  </a:lnTo>
                  <a:lnTo>
                    <a:pt x="278085" y="318178"/>
                  </a:lnTo>
                  <a:lnTo>
                    <a:pt x="277581" y="317945"/>
                  </a:lnTo>
                  <a:lnTo>
                    <a:pt x="277251" y="317702"/>
                  </a:lnTo>
                  <a:lnTo>
                    <a:pt x="277020" y="317320"/>
                  </a:lnTo>
                  <a:lnTo>
                    <a:pt x="276712" y="317312"/>
                  </a:lnTo>
                  <a:lnTo>
                    <a:pt x="276469" y="317360"/>
                  </a:lnTo>
                  <a:lnTo>
                    <a:pt x="276098" y="317260"/>
                  </a:lnTo>
                  <a:lnTo>
                    <a:pt x="275907" y="317086"/>
                  </a:lnTo>
                  <a:lnTo>
                    <a:pt x="275588" y="316864"/>
                  </a:lnTo>
                  <a:lnTo>
                    <a:pt x="275411" y="316712"/>
                  </a:lnTo>
                  <a:lnTo>
                    <a:pt x="275169" y="316514"/>
                  </a:lnTo>
                  <a:lnTo>
                    <a:pt x="274806" y="316533"/>
                  </a:lnTo>
                  <a:lnTo>
                    <a:pt x="274480" y="316607"/>
                  </a:lnTo>
                  <a:lnTo>
                    <a:pt x="274262" y="316665"/>
                  </a:lnTo>
                  <a:lnTo>
                    <a:pt x="273984" y="316669"/>
                  </a:lnTo>
                  <a:lnTo>
                    <a:pt x="273833" y="316609"/>
                  </a:lnTo>
                  <a:lnTo>
                    <a:pt x="273527" y="316798"/>
                  </a:lnTo>
                  <a:lnTo>
                    <a:pt x="273162" y="317218"/>
                  </a:lnTo>
                  <a:lnTo>
                    <a:pt x="272883" y="317190"/>
                  </a:lnTo>
                  <a:lnTo>
                    <a:pt x="272521" y="317117"/>
                  </a:lnTo>
                  <a:lnTo>
                    <a:pt x="272292" y="317092"/>
                  </a:lnTo>
                  <a:lnTo>
                    <a:pt x="271951" y="317105"/>
                  </a:lnTo>
                  <a:lnTo>
                    <a:pt x="271377" y="317132"/>
                  </a:lnTo>
                  <a:lnTo>
                    <a:pt x="271224" y="316749"/>
                  </a:lnTo>
                  <a:lnTo>
                    <a:pt x="270648" y="316539"/>
                  </a:lnTo>
                  <a:lnTo>
                    <a:pt x="270162" y="316115"/>
                  </a:lnTo>
                  <a:lnTo>
                    <a:pt x="270058" y="315981"/>
                  </a:lnTo>
                  <a:lnTo>
                    <a:pt x="269958" y="315839"/>
                  </a:lnTo>
                  <a:lnTo>
                    <a:pt x="269774" y="315357"/>
                  </a:lnTo>
                  <a:lnTo>
                    <a:pt x="269662" y="315033"/>
                  </a:lnTo>
                  <a:lnTo>
                    <a:pt x="270066" y="314578"/>
                  </a:lnTo>
                  <a:lnTo>
                    <a:pt x="270065" y="314229"/>
                  </a:lnTo>
                  <a:lnTo>
                    <a:pt x="270411" y="313980"/>
                  </a:lnTo>
                  <a:lnTo>
                    <a:pt x="270558" y="314072"/>
                  </a:lnTo>
                  <a:lnTo>
                    <a:pt x="270958" y="314186"/>
                  </a:lnTo>
                  <a:lnTo>
                    <a:pt x="271280" y="314211"/>
                  </a:lnTo>
                  <a:lnTo>
                    <a:pt x="271474" y="314248"/>
                  </a:lnTo>
                  <a:lnTo>
                    <a:pt x="271645" y="314314"/>
                  </a:lnTo>
                  <a:lnTo>
                    <a:pt x="272138" y="314391"/>
                  </a:lnTo>
                  <a:lnTo>
                    <a:pt x="272739" y="314121"/>
                  </a:lnTo>
                  <a:lnTo>
                    <a:pt x="272955" y="313908"/>
                  </a:lnTo>
                  <a:lnTo>
                    <a:pt x="273185" y="313885"/>
                  </a:lnTo>
                  <a:lnTo>
                    <a:pt x="273493" y="313723"/>
                  </a:lnTo>
                  <a:lnTo>
                    <a:pt x="273359" y="313480"/>
                  </a:lnTo>
                  <a:lnTo>
                    <a:pt x="273188" y="313165"/>
                  </a:lnTo>
                  <a:lnTo>
                    <a:pt x="273113" y="313009"/>
                  </a:lnTo>
                  <a:lnTo>
                    <a:pt x="272531" y="312351"/>
                  </a:lnTo>
                  <a:lnTo>
                    <a:pt x="271973" y="312421"/>
                  </a:lnTo>
                  <a:lnTo>
                    <a:pt x="271711" y="312654"/>
                  </a:lnTo>
                  <a:lnTo>
                    <a:pt x="271619" y="312815"/>
                  </a:lnTo>
                  <a:lnTo>
                    <a:pt x="271078" y="312909"/>
                  </a:lnTo>
                  <a:lnTo>
                    <a:pt x="270912" y="312959"/>
                  </a:lnTo>
                  <a:lnTo>
                    <a:pt x="270879" y="313198"/>
                  </a:lnTo>
                  <a:lnTo>
                    <a:pt x="270889" y="313570"/>
                  </a:lnTo>
                  <a:lnTo>
                    <a:pt x="270528" y="313635"/>
                  </a:lnTo>
                  <a:lnTo>
                    <a:pt x="269951" y="312885"/>
                  </a:lnTo>
                  <a:lnTo>
                    <a:pt x="269573" y="312579"/>
                  </a:lnTo>
                  <a:lnTo>
                    <a:pt x="268842" y="312226"/>
                  </a:lnTo>
                  <a:lnTo>
                    <a:pt x="268526" y="312151"/>
                  </a:lnTo>
                  <a:lnTo>
                    <a:pt x="268376" y="312135"/>
                  </a:lnTo>
                  <a:lnTo>
                    <a:pt x="268015" y="312117"/>
                  </a:lnTo>
                  <a:lnTo>
                    <a:pt x="267756" y="312124"/>
                  </a:lnTo>
                  <a:lnTo>
                    <a:pt x="267269" y="312159"/>
                  </a:lnTo>
                  <a:lnTo>
                    <a:pt x="266434" y="312352"/>
                  </a:lnTo>
                  <a:lnTo>
                    <a:pt x="266105" y="312457"/>
                  </a:lnTo>
                  <a:lnTo>
                    <a:pt x="265867" y="312469"/>
                  </a:lnTo>
                  <a:lnTo>
                    <a:pt x="265534" y="312467"/>
                  </a:lnTo>
                  <a:lnTo>
                    <a:pt x="265363" y="312483"/>
                  </a:lnTo>
                  <a:lnTo>
                    <a:pt x="264986" y="312756"/>
                  </a:lnTo>
                  <a:lnTo>
                    <a:pt x="265282" y="312176"/>
                  </a:lnTo>
                  <a:lnTo>
                    <a:pt x="265127" y="311643"/>
                  </a:lnTo>
                  <a:lnTo>
                    <a:pt x="265537" y="311426"/>
                  </a:lnTo>
                  <a:lnTo>
                    <a:pt x="265848" y="311125"/>
                  </a:lnTo>
                  <a:lnTo>
                    <a:pt x="266510" y="310871"/>
                  </a:lnTo>
                  <a:lnTo>
                    <a:pt x="266726" y="310416"/>
                  </a:lnTo>
                  <a:lnTo>
                    <a:pt x="267300" y="310389"/>
                  </a:lnTo>
                  <a:lnTo>
                    <a:pt x="267318" y="309977"/>
                  </a:lnTo>
                  <a:lnTo>
                    <a:pt x="267415" y="309258"/>
                  </a:lnTo>
                  <a:lnTo>
                    <a:pt x="267792" y="309280"/>
                  </a:lnTo>
                  <a:lnTo>
                    <a:pt x="268174" y="308997"/>
                  </a:lnTo>
                  <a:lnTo>
                    <a:pt x="268482" y="308852"/>
                  </a:lnTo>
                  <a:lnTo>
                    <a:pt x="268709" y="308457"/>
                  </a:lnTo>
                  <a:lnTo>
                    <a:pt x="268716" y="307724"/>
                  </a:lnTo>
                  <a:lnTo>
                    <a:pt x="268707" y="307316"/>
                  </a:lnTo>
                  <a:lnTo>
                    <a:pt x="268659" y="307133"/>
                  </a:lnTo>
                  <a:lnTo>
                    <a:pt x="269006" y="306665"/>
                  </a:lnTo>
                  <a:lnTo>
                    <a:pt x="269019" y="306350"/>
                  </a:lnTo>
                  <a:lnTo>
                    <a:pt x="268853" y="306723"/>
                  </a:lnTo>
                  <a:lnTo>
                    <a:pt x="268443" y="307115"/>
                  </a:lnTo>
                  <a:lnTo>
                    <a:pt x="268519" y="307495"/>
                  </a:lnTo>
                  <a:lnTo>
                    <a:pt x="268502" y="307933"/>
                  </a:lnTo>
                  <a:lnTo>
                    <a:pt x="268353" y="308405"/>
                  </a:lnTo>
                  <a:lnTo>
                    <a:pt x="268073" y="308572"/>
                  </a:lnTo>
                  <a:lnTo>
                    <a:pt x="267571" y="308741"/>
                  </a:lnTo>
                  <a:lnTo>
                    <a:pt x="267383" y="308870"/>
                  </a:lnTo>
                  <a:lnTo>
                    <a:pt x="267189" y="309037"/>
                  </a:lnTo>
                  <a:lnTo>
                    <a:pt x="267055" y="309648"/>
                  </a:lnTo>
                  <a:lnTo>
                    <a:pt x="266950" y="309881"/>
                  </a:lnTo>
                  <a:lnTo>
                    <a:pt x="266647" y="309995"/>
                  </a:lnTo>
                  <a:lnTo>
                    <a:pt x="266512" y="310196"/>
                  </a:lnTo>
                  <a:lnTo>
                    <a:pt x="266358" y="310412"/>
                  </a:lnTo>
                  <a:lnTo>
                    <a:pt x="266274" y="310548"/>
                  </a:lnTo>
                  <a:lnTo>
                    <a:pt x="266095" y="310747"/>
                  </a:lnTo>
                  <a:lnTo>
                    <a:pt x="265743" y="310562"/>
                  </a:lnTo>
                  <a:lnTo>
                    <a:pt x="265292" y="310364"/>
                  </a:lnTo>
                  <a:lnTo>
                    <a:pt x="265026" y="310285"/>
                  </a:lnTo>
                  <a:lnTo>
                    <a:pt x="264697" y="310219"/>
                  </a:lnTo>
                  <a:lnTo>
                    <a:pt x="263798" y="310219"/>
                  </a:lnTo>
                  <a:lnTo>
                    <a:pt x="263334" y="310349"/>
                  </a:lnTo>
                  <a:lnTo>
                    <a:pt x="263092" y="310451"/>
                  </a:lnTo>
                  <a:lnTo>
                    <a:pt x="262732" y="310659"/>
                  </a:lnTo>
                  <a:lnTo>
                    <a:pt x="262525" y="311021"/>
                  </a:lnTo>
                  <a:lnTo>
                    <a:pt x="262530" y="311162"/>
                  </a:lnTo>
                  <a:lnTo>
                    <a:pt x="262224" y="311461"/>
                  </a:lnTo>
                  <a:lnTo>
                    <a:pt x="262185" y="311630"/>
                  </a:lnTo>
                  <a:lnTo>
                    <a:pt x="262284" y="311819"/>
                  </a:lnTo>
                  <a:lnTo>
                    <a:pt x="262395" y="312020"/>
                  </a:lnTo>
                  <a:lnTo>
                    <a:pt x="262813" y="312144"/>
                  </a:lnTo>
                  <a:lnTo>
                    <a:pt x="262990" y="312100"/>
                  </a:lnTo>
                  <a:lnTo>
                    <a:pt x="263189" y="312369"/>
                  </a:lnTo>
                  <a:lnTo>
                    <a:pt x="263241" y="312631"/>
                  </a:lnTo>
                  <a:lnTo>
                    <a:pt x="263020" y="312847"/>
                  </a:lnTo>
                  <a:lnTo>
                    <a:pt x="262806" y="312898"/>
                  </a:lnTo>
                  <a:lnTo>
                    <a:pt x="262150" y="312420"/>
                  </a:lnTo>
                  <a:lnTo>
                    <a:pt x="261995" y="312321"/>
                  </a:lnTo>
                  <a:lnTo>
                    <a:pt x="261727" y="311990"/>
                  </a:lnTo>
                  <a:lnTo>
                    <a:pt x="262005" y="311418"/>
                  </a:lnTo>
                  <a:lnTo>
                    <a:pt x="261704" y="311269"/>
                  </a:lnTo>
                  <a:lnTo>
                    <a:pt x="261495" y="311202"/>
                  </a:lnTo>
                  <a:lnTo>
                    <a:pt x="261296" y="311191"/>
                  </a:lnTo>
                  <a:lnTo>
                    <a:pt x="261156" y="311198"/>
                  </a:lnTo>
                  <a:lnTo>
                    <a:pt x="260939" y="311238"/>
                  </a:lnTo>
                  <a:lnTo>
                    <a:pt x="260596" y="311300"/>
                  </a:lnTo>
                  <a:lnTo>
                    <a:pt x="260416" y="311345"/>
                  </a:lnTo>
                  <a:lnTo>
                    <a:pt x="260103" y="311453"/>
                  </a:lnTo>
                  <a:lnTo>
                    <a:pt x="259790" y="311660"/>
                  </a:lnTo>
                  <a:lnTo>
                    <a:pt x="259435" y="311893"/>
                  </a:lnTo>
                  <a:lnTo>
                    <a:pt x="259101" y="311896"/>
                  </a:lnTo>
                  <a:lnTo>
                    <a:pt x="258786" y="311898"/>
                  </a:lnTo>
                  <a:lnTo>
                    <a:pt x="258643" y="311905"/>
                  </a:lnTo>
                  <a:lnTo>
                    <a:pt x="258463" y="311936"/>
                  </a:lnTo>
                  <a:lnTo>
                    <a:pt x="258177" y="312031"/>
                  </a:lnTo>
                  <a:lnTo>
                    <a:pt x="257784" y="312207"/>
                  </a:lnTo>
                  <a:lnTo>
                    <a:pt x="257450" y="312290"/>
                  </a:lnTo>
                  <a:lnTo>
                    <a:pt x="257045" y="312560"/>
                  </a:lnTo>
                  <a:lnTo>
                    <a:pt x="256978" y="313043"/>
                  </a:lnTo>
                  <a:lnTo>
                    <a:pt x="257013" y="313395"/>
                  </a:lnTo>
                  <a:lnTo>
                    <a:pt x="256981" y="313650"/>
                  </a:lnTo>
                  <a:lnTo>
                    <a:pt x="257009" y="313909"/>
                  </a:lnTo>
                  <a:lnTo>
                    <a:pt x="257071" y="314166"/>
                  </a:lnTo>
                  <a:lnTo>
                    <a:pt x="256746" y="314273"/>
                  </a:lnTo>
                  <a:lnTo>
                    <a:pt x="256327" y="314340"/>
                  </a:lnTo>
                  <a:lnTo>
                    <a:pt x="256179" y="314476"/>
                  </a:lnTo>
                  <a:lnTo>
                    <a:pt x="256002" y="314660"/>
                  </a:lnTo>
                  <a:lnTo>
                    <a:pt x="255907" y="314805"/>
                  </a:lnTo>
                  <a:lnTo>
                    <a:pt x="255821" y="315116"/>
                  </a:lnTo>
                  <a:lnTo>
                    <a:pt x="255902" y="315388"/>
                  </a:lnTo>
                  <a:lnTo>
                    <a:pt x="256106" y="315468"/>
                  </a:lnTo>
                  <a:lnTo>
                    <a:pt x="256415" y="315609"/>
                  </a:lnTo>
                  <a:lnTo>
                    <a:pt x="256280" y="316382"/>
                  </a:lnTo>
                  <a:lnTo>
                    <a:pt x="255995" y="316402"/>
                  </a:lnTo>
                  <a:lnTo>
                    <a:pt x="255753" y="316414"/>
                  </a:lnTo>
                  <a:lnTo>
                    <a:pt x="255205" y="316492"/>
                  </a:lnTo>
                  <a:lnTo>
                    <a:pt x="255015" y="316649"/>
                  </a:lnTo>
                  <a:lnTo>
                    <a:pt x="254524" y="317126"/>
                  </a:lnTo>
                  <a:lnTo>
                    <a:pt x="254016" y="316905"/>
                  </a:lnTo>
                  <a:lnTo>
                    <a:pt x="253335" y="316833"/>
                  </a:lnTo>
                  <a:lnTo>
                    <a:pt x="253040" y="316318"/>
                  </a:lnTo>
                  <a:lnTo>
                    <a:pt x="253013" y="316112"/>
                  </a:lnTo>
                  <a:lnTo>
                    <a:pt x="253022" y="315714"/>
                  </a:lnTo>
                  <a:lnTo>
                    <a:pt x="253098" y="315431"/>
                  </a:lnTo>
                  <a:lnTo>
                    <a:pt x="253172" y="315215"/>
                  </a:lnTo>
                  <a:lnTo>
                    <a:pt x="253006" y="314682"/>
                  </a:lnTo>
                  <a:lnTo>
                    <a:pt x="252272" y="314163"/>
                  </a:lnTo>
                  <a:lnTo>
                    <a:pt x="251634" y="314269"/>
                  </a:lnTo>
                  <a:lnTo>
                    <a:pt x="251049" y="314315"/>
                  </a:lnTo>
                  <a:lnTo>
                    <a:pt x="250831" y="314173"/>
                  </a:lnTo>
                  <a:lnTo>
                    <a:pt x="250549" y="313966"/>
                  </a:lnTo>
                  <a:lnTo>
                    <a:pt x="250275" y="313597"/>
                  </a:lnTo>
                  <a:lnTo>
                    <a:pt x="250028" y="313510"/>
                  </a:lnTo>
                  <a:lnTo>
                    <a:pt x="249862" y="313797"/>
                  </a:lnTo>
                  <a:lnTo>
                    <a:pt x="249493" y="313850"/>
                  </a:lnTo>
                  <a:lnTo>
                    <a:pt x="249768" y="314159"/>
                  </a:lnTo>
                  <a:lnTo>
                    <a:pt x="249990" y="314351"/>
                  </a:lnTo>
                  <a:lnTo>
                    <a:pt x="250258" y="314645"/>
                  </a:lnTo>
                  <a:lnTo>
                    <a:pt x="250060" y="315090"/>
                  </a:lnTo>
                  <a:lnTo>
                    <a:pt x="249964" y="315333"/>
                  </a:lnTo>
                  <a:lnTo>
                    <a:pt x="250427" y="315397"/>
                  </a:lnTo>
                  <a:lnTo>
                    <a:pt x="250562" y="315547"/>
                  </a:lnTo>
                  <a:lnTo>
                    <a:pt x="250671" y="315735"/>
                  </a:lnTo>
                  <a:lnTo>
                    <a:pt x="250972" y="315795"/>
                  </a:lnTo>
                  <a:lnTo>
                    <a:pt x="251190" y="315748"/>
                  </a:lnTo>
                  <a:lnTo>
                    <a:pt x="251381" y="315612"/>
                  </a:lnTo>
                  <a:lnTo>
                    <a:pt x="251805" y="315753"/>
                  </a:lnTo>
                  <a:lnTo>
                    <a:pt x="251988" y="315952"/>
                  </a:lnTo>
                  <a:lnTo>
                    <a:pt x="252340" y="316095"/>
                  </a:lnTo>
                  <a:lnTo>
                    <a:pt x="252631" y="316315"/>
                  </a:lnTo>
                  <a:lnTo>
                    <a:pt x="253058" y="316616"/>
                  </a:lnTo>
                  <a:lnTo>
                    <a:pt x="253179" y="316928"/>
                  </a:lnTo>
                  <a:lnTo>
                    <a:pt x="253425" y="317011"/>
                  </a:lnTo>
                  <a:lnTo>
                    <a:pt x="253678" y="317030"/>
                  </a:lnTo>
                  <a:lnTo>
                    <a:pt x="253660" y="317325"/>
                  </a:lnTo>
                  <a:lnTo>
                    <a:pt x="253738" y="317510"/>
                  </a:lnTo>
                  <a:lnTo>
                    <a:pt x="253807" y="317729"/>
                  </a:lnTo>
                  <a:lnTo>
                    <a:pt x="253575" y="317886"/>
                  </a:lnTo>
                  <a:lnTo>
                    <a:pt x="253223" y="318145"/>
                  </a:lnTo>
                  <a:lnTo>
                    <a:pt x="252550" y="318747"/>
                  </a:lnTo>
                  <a:lnTo>
                    <a:pt x="252376" y="318961"/>
                  </a:lnTo>
                  <a:lnTo>
                    <a:pt x="251997" y="319432"/>
                  </a:lnTo>
                  <a:lnTo>
                    <a:pt x="251881" y="319629"/>
                  </a:lnTo>
                  <a:lnTo>
                    <a:pt x="251777" y="319832"/>
                  </a:lnTo>
                  <a:lnTo>
                    <a:pt x="251642" y="320117"/>
                  </a:lnTo>
                  <a:lnTo>
                    <a:pt x="251426" y="320491"/>
                  </a:lnTo>
                  <a:lnTo>
                    <a:pt x="251285" y="320749"/>
                  </a:lnTo>
                  <a:lnTo>
                    <a:pt x="251065" y="321205"/>
                  </a:lnTo>
                  <a:lnTo>
                    <a:pt x="250981" y="321485"/>
                  </a:lnTo>
                  <a:lnTo>
                    <a:pt x="250935" y="321719"/>
                  </a:lnTo>
                  <a:lnTo>
                    <a:pt x="250885" y="322015"/>
                  </a:lnTo>
                  <a:lnTo>
                    <a:pt x="250871" y="322238"/>
                  </a:lnTo>
                  <a:lnTo>
                    <a:pt x="250985" y="322746"/>
                  </a:lnTo>
                  <a:lnTo>
                    <a:pt x="251387" y="322903"/>
                  </a:lnTo>
                  <a:lnTo>
                    <a:pt x="251632" y="323408"/>
                  </a:lnTo>
                  <a:lnTo>
                    <a:pt x="251454" y="323668"/>
                  </a:lnTo>
                  <a:lnTo>
                    <a:pt x="251065" y="323892"/>
                  </a:lnTo>
                  <a:lnTo>
                    <a:pt x="250866" y="323807"/>
                  </a:lnTo>
                  <a:lnTo>
                    <a:pt x="250552" y="323742"/>
                  </a:lnTo>
                  <a:lnTo>
                    <a:pt x="250357" y="323881"/>
                  </a:lnTo>
                  <a:lnTo>
                    <a:pt x="250067" y="324130"/>
                  </a:lnTo>
                  <a:lnTo>
                    <a:pt x="250261" y="323691"/>
                  </a:lnTo>
                  <a:lnTo>
                    <a:pt x="250449" y="323364"/>
                  </a:lnTo>
                  <a:lnTo>
                    <a:pt x="250415" y="323233"/>
                  </a:lnTo>
                  <a:lnTo>
                    <a:pt x="250415" y="322815"/>
                  </a:lnTo>
                  <a:lnTo>
                    <a:pt x="250548" y="322583"/>
                  </a:lnTo>
                  <a:lnTo>
                    <a:pt x="250479" y="322374"/>
                  </a:lnTo>
                  <a:lnTo>
                    <a:pt x="250420" y="322239"/>
                  </a:lnTo>
                  <a:lnTo>
                    <a:pt x="250111" y="321889"/>
                  </a:lnTo>
                  <a:lnTo>
                    <a:pt x="249809" y="321695"/>
                  </a:lnTo>
                  <a:lnTo>
                    <a:pt x="249675" y="321635"/>
                  </a:lnTo>
                  <a:lnTo>
                    <a:pt x="249377" y="321520"/>
                  </a:lnTo>
                  <a:lnTo>
                    <a:pt x="249090" y="321445"/>
                  </a:lnTo>
                  <a:lnTo>
                    <a:pt x="248747" y="321409"/>
                  </a:lnTo>
                  <a:lnTo>
                    <a:pt x="248494" y="321405"/>
                  </a:lnTo>
                  <a:lnTo>
                    <a:pt x="248322" y="321403"/>
                  </a:lnTo>
                  <a:lnTo>
                    <a:pt x="247746" y="321480"/>
                  </a:lnTo>
                  <a:lnTo>
                    <a:pt x="247568" y="321778"/>
                  </a:lnTo>
                  <a:lnTo>
                    <a:pt x="247350" y="321728"/>
                  </a:lnTo>
                  <a:lnTo>
                    <a:pt x="247059" y="321843"/>
                  </a:lnTo>
                  <a:lnTo>
                    <a:pt x="246668" y="321913"/>
                  </a:lnTo>
                  <a:lnTo>
                    <a:pt x="246475" y="321617"/>
                  </a:lnTo>
                  <a:lnTo>
                    <a:pt x="246102" y="321550"/>
                  </a:lnTo>
                  <a:lnTo>
                    <a:pt x="245746" y="321636"/>
                  </a:lnTo>
                  <a:lnTo>
                    <a:pt x="245496" y="321733"/>
                  </a:lnTo>
                  <a:lnTo>
                    <a:pt x="245068" y="321847"/>
                  </a:lnTo>
                  <a:lnTo>
                    <a:pt x="244571" y="321895"/>
                  </a:lnTo>
                  <a:lnTo>
                    <a:pt x="244508" y="321594"/>
                  </a:lnTo>
                  <a:lnTo>
                    <a:pt x="244204" y="321493"/>
                  </a:lnTo>
                  <a:lnTo>
                    <a:pt x="243901" y="321280"/>
                  </a:lnTo>
                  <a:lnTo>
                    <a:pt x="243896" y="321061"/>
                  </a:lnTo>
                  <a:lnTo>
                    <a:pt x="244111" y="320832"/>
                  </a:lnTo>
                  <a:lnTo>
                    <a:pt x="244169" y="320623"/>
                  </a:lnTo>
                  <a:lnTo>
                    <a:pt x="244185" y="320346"/>
                  </a:lnTo>
                  <a:lnTo>
                    <a:pt x="244177" y="320129"/>
                  </a:lnTo>
                  <a:lnTo>
                    <a:pt x="244338" y="319598"/>
                  </a:lnTo>
                  <a:lnTo>
                    <a:pt x="244103" y="319283"/>
                  </a:lnTo>
                  <a:lnTo>
                    <a:pt x="243716" y="318978"/>
                  </a:lnTo>
                  <a:lnTo>
                    <a:pt x="243711" y="318811"/>
                  </a:lnTo>
                  <a:lnTo>
                    <a:pt x="243747" y="318629"/>
                  </a:lnTo>
                  <a:lnTo>
                    <a:pt x="243906" y="318321"/>
                  </a:lnTo>
                  <a:lnTo>
                    <a:pt x="244088" y="317876"/>
                  </a:lnTo>
                  <a:lnTo>
                    <a:pt x="244388" y="316863"/>
                  </a:lnTo>
                  <a:lnTo>
                    <a:pt x="244119" y="316549"/>
                  </a:lnTo>
                  <a:lnTo>
                    <a:pt x="243948" y="316247"/>
                  </a:lnTo>
                  <a:lnTo>
                    <a:pt x="244049" y="315515"/>
                  </a:lnTo>
                  <a:lnTo>
                    <a:pt x="244011" y="315189"/>
                  </a:lnTo>
                  <a:lnTo>
                    <a:pt x="244045" y="314930"/>
                  </a:lnTo>
                  <a:lnTo>
                    <a:pt x="244454" y="314303"/>
                  </a:lnTo>
                  <a:lnTo>
                    <a:pt x="244722" y="313979"/>
                  </a:lnTo>
                  <a:lnTo>
                    <a:pt x="244871" y="313864"/>
                  </a:lnTo>
                  <a:lnTo>
                    <a:pt x="245009" y="313802"/>
                  </a:lnTo>
                  <a:lnTo>
                    <a:pt x="245387" y="313707"/>
                  </a:lnTo>
                  <a:lnTo>
                    <a:pt x="245612" y="313678"/>
                  </a:lnTo>
                  <a:lnTo>
                    <a:pt x="246455" y="312960"/>
                  </a:lnTo>
                  <a:lnTo>
                    <a:pt x="246662" y="312988"/>
                  </a:lnTo>
                  <a:lnTo>
                    <a:pt x="246900" y="312952"/>
                  </a:lnTo>
                  <a:lnTo>
                    <a:pt x="247391" y="312686"/>
                  </a:lnTo>
                  <a:lnTo>
                    <a:pt x="247517" y="312554"/>
                  </a:lnTo>
                  <a:lnTo>
                    <a:pt x="247645" y="312353"/>
                  </a:lnTo>
                  <a:lnTo>
                    <a:pt x="247691" y="312146"/>
                  </a:lnTo>
                  <a:lnTo>
                    <a:pt x="247544" y="312061"/>
                  </a:lnTo>
                  <a:lnTo>
                    <a:pt x="247310" y="311867"/>
                  </a:lnTo>
                  <a:lnTo>
                    <a:pt x="247125" y="311647"/>
                  </a:lnTo>
                  <a:lnTo>
                    <a:pt x="246962" y="311480"/>
                  </a:lnTo>
                  <a:lnTo>
                    <a:pt x="246803" y="311325"/>
                  </a:lnTo>
                  <a:lnTo>
                    <a:pt x="246710" y="310956"/>
                  </a:lnTo>
                  <a:lnTo>
                    <a:pt x="246489" y="310846"/>
                  </a:lnTo>
                  <a:lnTo>
                    <a:pt x="246458" y="310636"/>
                  </a:lnTo>
                  <a:lnTo>
                    <a:pt x="246095" y="310470"/>
                  </a:lnTo>
                  <a:lnTo>
                    <a:pt x="245719" y="310021"/>
                  </a:lnTo>
                  <a:lnTo>
                    <a:pt x="245878" y="310241"/>
                  </a:lnTo>
                  <a:lnTo>
                    <a:pt x="245912" y="310977"/>
                  </a:lnTo>
                  <a:lnTo>
                    <a:pt x="245663" y="310389"/>
                  </a:lnTo>
                  <a:lnTo>
                    <a:pt x="245521" y="310300"/>
                  </a:lnTo>
                  <a:lnTo>
                    <a:pt x="245315" y="310327"/>
                  </a:lnTo>
                  <a:lnTo>
                    <a:pt x="245275" y="310657"/>
                  </a:lnTo>
                  <a:lnTo>
                    <a:pt x="245468" y="310697"/>
                  </a:lnTo>
                  <a:lnTo>
                    <a:pt x="245556" y="310908"/>
                  </a:lnTo>
                  <a:lnTo>
                    <a:pt x="245557" y="311094"/>
                  </a:lnTo>
                  <a:lnTo>
                    <a:pt x="245559" y="311420"/>
                  </a:lnTo>
                  <a:lnTo>
                    <a:pt x="245582" y="311622"/>
                  </a:lnTo>
                  <a:lnTo>
                    <a:pt x="245366" y="312070"/>
                  </a:lnTo>
                  <a:lnTo>
                    <a:pt x="245216" y="312465"/>
                  </a:lnTo>
                  <a:lnTo>
                    <a:pt x="244933" y="312472"/>
                  </a:lnTo>
                  <a:lnTo>
                    <a:pt x="244567" y="312629"/>
                  </a:lnTo>
                  <a:lnTo>
                    <a:pt x="244401" y="312766"/>
                  </a:lnTo>
                  <a:lnTo>
                    <a:pt x="244250" y="312930"/>
                  </a:lnTo>
                  <a:lnTo>
                    <a:pt x="243591" y="312668"/>
                  </a:lnTo>
                  <a:lnTo>
                    <a:pt x="243293" y="312605"/>
                  </a:lnTo>
                  <a:lnTo>
                    <a:pt x="243220" y="312478"/>
                  </a:lnTo>
                  <a:lnTo>
                    <a:pt x="243301" y="312302"/>
                  </a:lnTo>
                  <a:lnTo>
                    <a:pt x="243296" y="312115"/>
                  </a:lnTo>
                  <a:lnTo>
                    <a:pt x="242597" y="312174"/>
                  </a:lnTo>
                  <a:lnTo>
                    <a:pt x="242388" y="312164"/>
                  </a:lnTo>
                  <a:lnTo>
                    <a:pt x="242021" y="312188"/>
                  </a:lnTo>
                  <a:lnTo>
                    <a:pt x="241694" y="312430"/>
                  </a:lnTo>
                  <a:lnTo>
                    <a:pt x="241791" y="312807"/>
                  </a:lnTo>
                  <a:lnTo>
                    <a:pt x="241355" y="312885"/>
                  </a:lnTo>
                  <a:lnTo>
                    <a:pt x="241130" y="312933"/>
                  </a:lnTo>
                  <a:lnTo>
                    <a:pt x="240802" y="313049"/>
                  </a:lnTo>
                  <a:lnTo>
                    <a:pt x="240504" y="313154"/>
                  </a:lnTo>
                  <a:lnTo>
                    <a:pt x="240143" y="313272"/>
                  </a:lnTo>
                  <a:lnTo>
                    <a:pt x="239880" y="313396"/>
                  </a:lnTo>
                  <a:lnTo>
                    <a:pt x="239830" y="313667"/>
                  </a:lnTo>
                  <a:lnTo>
                    <a:pt x="239793" y="313850"/>
                  </a:lnTo>
                  <a:lnTo>
                    <a:pt x="239444" y="314177"/>
                  </a:lnTo>
                  <a:lnTo>
                    <a:pt x="238247" y="314709"/>
                  </a:lnTo>
                  <a:lnTo>
                    <a:pt x="237518" y="315027"/>
                  </a:lnTo>
                  <a:lnTo>
                    <a:pt x="236862" y="315326"/>
                  </a:lnTo>
                  <a:lnTo>
                    <a:pt x="236697" y="315360"/>
                  </a:lnTo>
                  <a:lnTo>
                    <a:pt x="236513" y="315589"/>
                  </a:lnTo>
                  <a:lnTo>
                    <a:pt x="236720" y="315833"/>
                  </a:lnTo>
                  <a:lnTo>
                    <a:pt x="236802" y="316031"/>
                  </a:lnTo>
                  <a:lnTo>
                    <a:pt x="236804" y="316404"/>
                  </a:lnTo>
                  <a:lnTo>
                    <a:pt x="237015" y="316642"/>
                  </a:lnTo>
                  <a:lnTo>
                    <a:pt x="237059" y="316857"/>
                  </a:lnTo>
                  <a:lnTo>
                    <a:pt x="236914" y="317121"/>
                  </a:lnTo>
                  <a:lnTo>
                    <a:pt x="236718" y="317124"/>
                  </a:lnTo>
                  <a:lnTo>
                    <a:pt x="236166" y="316779"/>
                  </a:lnTo>
                  <a:lnTo>
                    <a:pt x="236121" y="316558"/>
                  </a:lnTo>
                  <a:lnTo>
                    <a:pt x="235699" y="316411"/>
                  </a:lnTo>
                  <a:lnTo>
                    <a:pt x="235550" y="316231"/>
                  </a:lnTo>
                  <a:lnTo>
                    <a:pt x="235099" y="316332"/>
                  </a:lnTo>
                  <a:lnTo>
                    <a:pt x="235187" y="316515"/>
                  </a:lnTo>
                  <a:lnTo>
                    <a:pt x="235199" y="316743"/>
                  </a:lnTo>
                  <a:lnTo>
                    <a:pt x="235370" y="316842"/>
                  </a:lnTo>
                  <a:lnTo>
                    <a:pt x="235599" y="317017"/>
                  </a:lnTo>
                  <a:lnTo>
                    <a:pt x="235328" y="317455"/>
                  </a:lnTo>
                  <a:lnTo>
                    <a:pt x="235108" y="317498"/>
                  </a:lnTo>
                  <a:lnTo>
                    <a:pt x="234727" y="317503"/>
                  </a:lnTo>
                  <a:lnTo>
                    <a:pt x="234412" y="317800"/>
                  </a:lnTo>
                  <a:lnTo>
                    <a:pt x="234367" y="318014"/>
                  </a:lnTo>
                  <a:lnTo>
                    <a:pt x="234158" y="318352"/>
                  </a:lnTo>
                  <a:lnTo>
                    <a:pt x="233673" y="318887"/>
                  </a:lnTo>
                  <a:lnTo>
                    <a:pt x="233860" y="319260"/>
                  </a:lnTo>
                  <a:lnTo>
                    <a:pt x="234209" y="319269"/>
                  </a:lnTo>
                  <a:lnTo>
                    <a:pt x="234539" y="318963"/>
                  </a:lnTo>
                  <a:lnTo>
                    <a:pt x="235096" y="319032"/>
                  </a:lnTo>
                  <a:lnTo>
                    <a:pt x="235350" y="319111"/>
                  </a:lnTo>
                  <a:lnTo>
                    <a:pt x="235486" y="319092"/>
                  </a:lnTo>
                  <a:lnTo>
                    <a:pt x="235870" y="319064"/>
                  </a:lnTo>
                  <a:lnTo>
                    <a:pt x="236117" y="319045"/>
                  </a:lnTo>
                  <a:lnTo>
                    <a:pt x="236478" y="319018"/>
                  </a:lnTo>
                  <a:lnTo>
                    <a:pt x="236700" y="319002"/>
                  </a:lnTo>
                  <a:lnTo>
                    <a:pt x="236869" y="318766"/>
                  </a:lnTo>
                  <a:lnTo>
                    <a:pt x="237094" y="318609"/>
                  </a:lnTo>
                  <a:lnTo>
                    <a:pt x="237245" y="318639"/>
                  </a:lnTo>
                  <a:lnTo>
                    <a:pt x="237427" y="318708"/>
                  </a:lnTo>
                  <a:lnTo>
                    <a:pt x="237732" y="318784"/>
                  </a:lnTo>
                  <a:lnTo>
                    <a:pt x="237218" y="319847"/>
                  </a:lnTo>
                  <a:lnTo>
                    <a:pt x="237201" y="320300"/>
                  </a:lnTo>
                  <a:lnTo>
                    <a:pt x="237184" y="320467"/>
                  </a:lnTo>
                  <a:lnTo>
                    <a:pt x="236873" y="320762"/>
                  </a:lnTo>
                  <a:lnTo>
                    <a:pt x="236606" y="320995"/>
                  </a:lnTo>
                  <a:lnTo>
                    <a:pt x="236454" y="321110"/>
                  </a:lnTo>
                  <a:lnTo>
                    <a:pt x="235994" y="321477"/>
                  </a:lnTo>
                  <a:lnTo>
                    <a:pt x="235507" y="321838"/>
                  </a:lnTo>
                  <a:lnTo>
                    <a:pt x="235270" y="321882"/>
                  </a:lnTo>
                  <a:lnTo>
                    <a:pt x="235043" y="321954"/>
                  </a:lnTo>
                  <a:lnTo>
                    <a:pt x="234710" y="322024"/>
                  </a:lnTo>
                  <a:lnTo>
                    <a:pt x="234371" y="321781"/>
                  </a:lnTo>
                  <a:lnTo>
                    <a:pt x="234151" y="321888"/>
                  </a:lnTo>
                  <a:lnTo>
                    <a:pt x="234034" y="322031"/>
                  </a:lnTo>
                  <a:lnTo>
                    <a:pt x="233906" y="322219"/>
                  </a:lnTo>
                  <a:lnTo>
                    <a:pt x="233774" y="322582"/>
                  </a:lnTo>
                  <a:lnTo>
                    <a:pt x="233786" y="322721"/>
                  </a:lnTo>
                  <a:lnTo>
                    <a:pt x="233803" y="323155"/>
                  </a:lnTo>
                  <a:lnTo>
                    <a:pt x="233845" y="323675"/>
                  </a:lnTo>
                  <a:lnTo>
                    <a:pt x="234603" y="323845"/>
                  </a:lnTo>
                  <a:lnTo>
                    <a:pt x="234889" y="323367"/>
                  </a:lnTo>
                  <a:lnTo>
                    <a:pt x="235116" y="323103"/>
                  </a:lnTo>
                  <a:lnTo>
                    <a:pt x="235388" y="322975"/>
                  </a:lnTo>
                  <a:lnTo>
                    <a:pt x="235908" y="323094"/>
                  </a:lnTo>
                  <a:lnTo>
                    <a:pt x="236193" y="323546"/>
                  </a:lnTo>
                  <a:lnTo>
                    <a:pt x="236590" y="324062"/>
                  </a:lnTo>
                  <a:lnTo>
                    <a:pt x="237225" y="324219"/>
                  </a:lnTo>
                  <a:lnTo>
                    <a:pt x="237639" y="324331"/>
                  </a:lnTo>
                  <a:lnTo>
                    <a:pt x="238311" y="324262"/>
                  </a:lnTo>
                  <a:lnTo>
                    <a:pt x="238374" y="324998"/>
                  </a:lnTo>
                  <a:lnTo>
                    <a:pt x="238798" y="325303"/>
                  </a:lnTo>
                  <a:lnTo>
                    <a:pt x="238977" y="325925"/>
                  </a:lnTo>
                  <a:lnTo>
                    <a:pt x="238740" y="326217"/>
                  </a:lnTo>
                  <a:lnTo>
                    <a:pt x="238525" y="326430"/>
                  </a:lnTo>
                  <a:lnTo>
                    <a:pt x="238268" y="326462"/>
                  </a:lnTo>
                  <a:lnTo>
                    <a:pt x="237509" y="326718"/>
                  </a:lnTo>
                  <a:lnTo>
                    <a:pt x="237143" y="327016"/>
                  </a:lnTo>
                  <a:lnTo>
                    <a:pt x="236916" y="327027"/>
                  </a:lnTo>
                  <a:lnTo>
                    <a:pt x="236544" y="327150"/>
                  </a:lnTo>
                  <a:lnTo>
                    <a:pt x="236250" y="327463"/>
                  </a:lnTo>
                  <a:lnTo>
                    <a:pt x="235543" y="327206"/>
                  </a:lnTo>
                  <a:lnTo>
                    <a:pt x="235389" y="327302"/>
                  </a:lnTo>
                  <a:lnTo>
                    <a:pt x="235243" y="327419"/>
                  </a:lnTo>
                  <a:lnTo>
                    <a:pt x="234591" y="328637"/>
                  </a:lnTo>
                  <a:lnTo>
                    <a:pt x="234455" y="328728"/>
                  </a:lnTo>
                  <a:lnTo>
                    <a:pt x="233577" y="328534"/>
                  </a:lnTo>
                  <a:lnTo>
                    <a:pt x="233599" y="328003"/>
                  </a:lnTo>
                  <a:lnTo>
                    <a:pt x="233357" y="327934"/>
                  </a:lnTo>
                  <a:lnTo>
                    <a:pt x="233015" y="327808"/>
                  </a:lnTo>
                  <a:lnTo>
                    <a:pt x="233062" y="327439"/>
                  </a:lnTo>
                  <a:lnTo>
                    <a:pt x="233154" y="327207"/>
                  </a:lnTo>
                  <a:lnTo>
                    <a:pt x="232951" y="326465"/>
                  </a:lnTo>
                  <a:lnTo>
                    <a:pt x="232931" y="326269"/>
                  </a:lnTo>
                  <a:lnTo>
                    <a:pt x="232780" y="325948"/>
                  </a:lnTo>
                  <a:lnTo>
                    <a:pt x="233005" y="325567"/>
                  </a:lnTo>
                  <a:lnTo>
                    <a:pt x="233202" y="325096"/>
                  </a:lnTo>
                  <a:lnTo>
                    <a:pt x="233079" y="324515"/>
                  </a:lnTo>
                  <a:lnTo>
                    <a:pt x="232911" y="324217"/>
                  </a:lnTo>
                  <a:lnTo>
                    <a:pt x="232347" y="323749"/>
                  </a:lnTo>
                  <a:lnTo>
                    <a:pt x="232180" y="323372"/>
                  </a:lnTo>
                  <a:lnTo>
                    <a:pt x="232026" y="322997"/>
                  </a:lnTo>
                  <a:lnTo>
                    <a:pt x="231849" y="322966"/>
                  </a:lnTo>
                  <a:lnTo>
                    <a:pt x="231674" y="322944"/>
                  </a:lnTo>
                  <a:lnTo>
                    <a:pt x="231333" y="322901"/>
                  </a:lnTo>
                  <a:lnTo>
                    <a:pt x="231164" y="322813"/>
                  </a:lnTo>
                  <a:lnTo>
                    <a:pt x="230924" y="322648"/>
                  </a:lnTo>
                  <a:lnTo>
                    <a:pt x="230991" y="322349"/>
                  </a:lnTo>
                  <a:lnTo>
                    <a:pt x="230897" y="321959"/>
                  </a:lnTo>
                  <a:lnTo>
                    <a:pt x="230757" y="321724"/>
                  </a:lnTo>
                  <a:lnTo>
                    <a:pt x="230643" y="321449"/>
                  </a:lnTo>
                  <a:lnTo>
                    <a:pt x="230350" y="321324"/>
                  </a:lnTo>
                  <a:lnTo>
                    <a:pt x="229940" y="320958"/>
                  </a:lnTo>
                  <a:lnTo>
                    <a:pt x="229734" y="320932"/>
                  </a:lnTo>
                  <a:lnTo>
                    <a:pt x="229495" y="320894"/>
                  </a:lnTo>
                  <a:lnTo>
                    <a:pt x="229031" y="320830"/>
                  </a:lnTo>
                  <a:lnTo>
                    <a:pt x="228855" y="320858"/>
                  </a:lnTo>
                  <a:lnTo>
                    <a:pt x="228142" y="321089"/>
                  </a:lnTo>
                  <a:lnTo>
                    <a:pt x="227999" y="321161"/>
                  </a:lnTo>
                  <a:lnTo>
                    <a:pt x="227867" y="321227"/>
                  </a:lnTo>
                  <a:lnTo>
                    <a:pt x="227498" y="321399"/>
                  </a:lnTo>
                  <a:lnTo>
                    <a:pt x="227105" y="321600"/>
                  </a:lnTo>
                  <a:lnTo>
                    <a:pt x="226936" y="321607"/>
                  </a:lnTo>
                  <a:lnTo>
                    <a:pt x="226700" y="321469"/>
                  </a:lnTo>
                  <a:lnTo>
                    <a:pt x="226396" y="321295"/>
                  </a:lnTo>
                  <a:lnTo>
                    <a:pt x="226242" y="321356"/>
                  </a:lnTo>
                  <a:lnTo>
                    <a:pt x="225772" y="321500"/>
                  </a:lnTo>
                  <a:lnTo>
                    <a:pt x="225395" y="321718"/>
                  </a:lnTo>
                  <a:lnTo>
                    <a:pt x="225346" y="322322"/>
                  </a:lnTo>
                  <a:lnTo>
                    <a:pt x="225255" y="322852"/>
                  </a:lnTo>
                  <a:lnTo>
                    <a:pt x="225112" y="322839"/>
                  </a:lnTo>
                  <a:lnTo>
                    <a:pt x="224764" y="322414"/>
                  </a:lnTo>
                  <a:lnTo>
                    <a:pt x="224526" y="322203"/>
                  </a:lnTo>
                  <a:lnTo>
                    <a:pt x="224378" y="322092"/>
                  </a:lnTo>
                  <a:lnTo>
                    <a:pt x="224200" y="322066"/>
                  </a:lnTo>
                  <a:lnTo>
                    <a:pt x="223934" y="322345"/>
                  </a:lnTo>
                  <a:lnTo>
                    <a:pt x="222764" y="323501"/>
                  </a:lnTo>
                  <a:lnTo>
                    <a:pt x="222494" y="323802"/>
                  </a:lnTo>
                  <a:lnTo>
                    <a:pt x="222389" y="324013"/>
                  </a:lnTo>
                  <a:lnTo>
                    <a:pt x="222106" y="324206"/>
                  </a:lnTo>
                  <a:lnTo>
                    <a:pt x="222042" y="323983"/>
                  </a:lnTo>
                  <a:lnTo>
                    <a:pt x="221737" y="323683"/>
                  </a:lnTo>
                  <a:lnTo>
                    <a:pt x="220858" y="323642"/>
                  </a:lnTo>
                  <a:lnTo>
                    <a:pt x="220717" y="323711"/>
                  </a:lnTo>
                  <a:lnTo>
                    <a:pt x="220208" y="323707"/>
                  </a:lnTo>
                  <a:lnTo>
                    <a:pt x="220032" y="323680"/>
                  </a:lnTo>
                  <a:lnTo>
                    <a:pt x="219738" y="323500"/>
                  </a:lnTo>
                  <a:lnTo>
                    <a:pt x="219599" y="323472"/>
                  </a:lnTo>
                  <a:lnTo>
                    <a:pt x="219162" y="323617"/>
                  </a:lnTo>
                  <a:lnTo>
                    <a:pt x="218968" y="323730"/>
                  </a:lnTo>
                  <a:lnTo>
                    <a:pt x="218833" y="324096"/>
                  </a:lnTo>
                  <a:lnTo>
                    <a:pt x="218497" y="324340"/>
                  </a:lnTo>
                  <a:lnTo>
                    <a:pt x="218208" y="324323"/>
                  </a:lnTo>
                  <a:lnTo>
                    <a:pt x="218023" y="324361"/>
                  </a:lnTo>
                  <a:lnTo>
                    <a:pt x="217714" y="324516"/>
                  </a:lnTo>
                  <a:lnTo>
                    <a:pt x="216664" y="324653"/>
                  </a:lnTo>
                  <a:lnTo>
                    <a:pt x="216193" y="324652"/>
                  </a:lnTo>
                  <a:lnTo>
                    <a:pt x="215662" y="325645"/>
                  </a:lnTo>
                  <a:lnTo>
                    <a:pt x="215508" y="325514"/>
                  </a:lnTo>
                  <a:lnTo>
                    <a:pt x="214543" y="326280"/>
                  </a:lnTo>
                  <a:lnTo>
                    <a:pt x="213571" y="325453"/>
                  </a:lnTo>
                  <a:lnTo>
                    <a:pt x="212313" y="325005"/>
                  </a:lnTo>
                  <a:lnTo>
                    <a:pt x="212376" y="325174"/>
                  </a:lnTo>
                  <a:lnTo>
                    <a:pt x="212228" y="325262"/>
                  </a:lnTo>
                  <a:lnTo>
                    <a:pt x="210677" y="325321"/>
                  </a:lnTo>
                  <a:lnTo>
                    <a:pt x="210306" y="325340"/>
                  </a:lnTo>
                  <a:lnTo>
                    <a:pt x="210202" y="326833"/>
                  </a:lnTo>
                  <a:lnTo>
                    <a:pt x="209757" y="327204"/>
                  </a:lnTo>
                  <a:lnTo>
                    <a:pt x="209492" y="327365"/>
                  </a:lnTo>
                  <a:lnTo>
                    <a:pt x="209093" y="327260"/>
                  </a:lnTo>
                  <a:lnTo>
                    <a:pt x="208878" y="327253"/>
                  </a:lnTo>
                  <a:lnTo>
                    <a:pt x="208499" y="327451"/>
                  </a:lnTo>
                  <a:lnTo>
                    <a:pt x="208303" y="327614"/>
                  </a:lnTo>
                  <a:lnTo>
                    <a:pt x="208142" y="327801"/>
                  </a:lnTo>
                  <a:lnTo>
                    <a:pt x="207929" y="328048"/>
                  </a:lnTo>
                  <a:lnTo>
                    <a:pt x="208001" y="328444"/>
                  </a:lnTo>
                  <a:lnTo>
                    <a:pt x="207558" y="328891"/>
                  </a:lnTo>
                  <a:lnTo>
                    <a:pt x="207276" y="328333"/>
                  </a:lnTo>
                  <a:lnTo>
                    <a:pt x="206928" y="327524"/>
                  </a:lnTo>
                  <a:lnTo>
                    <a:pt x="206746" y="326942"/>
                  </a:lnTo>
                  <a:lnTo>
                    <a:pt x="206670" y="326267"/>
                  </a:lnTo>
                  <a:lnTo>
                    <a:pt x="206561" y="325788"/>
                  </a:lnTo>
                  <a:lnTo>
                    <a:pt x="206588" y="325608"/>
                  </a:lnTo>
                  <a:lnTo>
                    <a:pt x="206852" y="325454"/>
                  </a:lnTo>
                  <a:lnTo>
                    <a:pt x="207353" y="325144"/>
                  </a:lnTo>
                  <a:lnTo>
                    <a:pt x="207503" y="324938"/>
                  </a:lnTo>
                  <a:lnTo>
                    <a:pt x="207573" y="324703"/>
                  </a:lnTo>
                  <a:lnTo>
                    <a:pt x="207757" y="324277"/>
                  </a:lnTo>
                  <a:lnTo>
                    <a:pt x="207098" y="324183"/>
                  </a:lnTo>
                  <a:lnTo>
                    <a:pt x="206886" y="324029"/>
                  </a:lnTo>
                  <a:lnTo>
                    <a:pt x="206733" y="323838"/>
                  </a:lnTo>
                  <a:lnTo>
                    <a:pt x="206467" y="323758"/>
                  </a:lnTo>
                  <a:lnTo>
                    <a:pt x="206781" y="324973"/>
                  </a:lnTo>
                  <a:lnTo>
                    <a:pt x="206607" y="325085"/>
                  </a:lnTo>
                  <a:lnTo>
                    <a:pt x="206372" y="325183"/>
                  </a:lnTo>
                  <a:lnTo>
                    <a:pt x="205935" y="323586"/>
                  </a:lnTo>
                  <a:lnTo>
                    <a:pt x="205748" y="323436"/>
                  </a:lnTo>
                  <a:lnTo>
                    <a:pt x="205416" y="322866"/>
                  </a:lnTo>
                  <a:lnTo>
                    <a:pt x="205574" y="322773"/>
                  </a:lnTo>
                  <a:lnTo>
                    <a:pt x="205220" y="322340"/>
                  </a:lnTo>
                  <a:lnTo>
                    <a:pt x="205319" y="322163"/>
                  </a:lnTo>
                  <a:lnTo>
                    <a:pt x="204836" y="321016"/>
                  </a:lnTo>
                  <a:lnTo>
                    <a:pt x="204214" y="321263"/>
                  </a:lnTo>
                  <a:lnTo>
                    <a:pt x="203835" y="320279"/>
                  </a:lnTo>
                  <a:lnTo>
                    <a:pt x="203290" y="319153"/>
                  </a:lnTo>
                  <a:lnTo>
                    <a:pt x="202549" y="317938"/>
                  </a:lnTo>
                  <a:lnTo>
                    <a:pt x="202443" y="317664"/>
                  </a:lnTo>
                  <a:lnTo>
                    <a:pt x="202371" y="317520"/>
                  </a:lnTo>
                  <a:lnTo>
                    <a:pt x="202180" y="317560"/>
                  </a:lnTo>
                  <a:lnTo>
                    <a:pt x="201931" y="317141"/>
                  </a:lnTo>
                  <a:lnTo>
                    <a:pt x="201876" y="316828"/>
                  </a:lnTo>
                  <a:lnTo>
                    <a:pt x="201861" y="316256"/>
                  </a:lnTo>
                  <a:lnTo>
                    <a:pt x="201841" y="316074"/>
                  </a:lnTo>
                  <a:lnTo>
                    <a:pt x="201835" y="315868"/>
                  </a:lnTo>
                  <a:lnTo>
                    <a:pt x="201887" y="315664"/>
                  </a:lnTo>
                  <a:lnTo>
                    <a:pt x="201984" y="315149"/>
                  </a:lnTo>
                  <a:lnTo>
                    <a:pt x="202058" y="314891"/>
                  </a:lnTo>
                  <a:lnTo>
                    <a:pt x="201963" y="314757"/>
                  </a:lnTo>
                  <a:lnTo>
                    <a:pt x="201699" y="315033"/>
                  </a:lnTo>
                  <a:lnTo>
                    <a:pt x="201484" y="314833"/>
                  </a:lnTo>
                  <a:lnTo>
                    <a:pt x="200879" y="314366"/>
                  </a:lnTo>
                  <a:lnTo>
                    <a:pt x="200427" y="314282"/>
                  </a:lnTo>
                  <a:lnTo>
                    <a:pt x="200318" y="314140"/>
                  </a:lnTo>
                  <a:lnTo>
                    <a:pt x="200120" y="314040"/>
                  </a:lnTo>
                  <a:lnTo>
                    <a:pt x="200170" y="314440"/>
                  </a:lnTo>
                  <a:lnTo>
                    <a:pt x="200068" y="314603"/>
                  </a:lnTo>
                  <a:lnTo>
                    <a:pt x="199930" y="314604"/>
                  </a:lnTo>
                  <a:lnTo>
                    <a:pt x="198744" y="314567"/>
                  </a:lnTo>
                  <a:lnTo>
                    <a:pt x="198069" y="314384"/>
                  </a:lnTo>
                  <a:lnTo>
                    <a:pt x="197836" y="313969"/>
                  </a:lnTo>
                  <a:lnTo>
                    <a:pt x="197794" y="313723"/>
                  </a:lnTo>
                  <a:lnTo>
                    <a:pt x="197260" y="313770"/>
                  </a:lnTo>
                  <a:lnTo>
                    <a:pt x="196144" y="313916"/>
                  </a:lnTo>
                  <a:lnTo>
                    <a:pt x="196188" y="314101"/>
                  </a:lnTo>
                  <a:lnTo>
                    <a:pt x="195689" y="314549"/>
                  </a:lnTo>
                  <a:lnTo>
                    <a:pt x="195167" y="314599"/>
                  </a:lnTo>
                  <a:lnTo>
                    <a:pt x="194667" y="314682"/>
                  </a:lnTo>
                  <a:lnTo>
                    <a:pt x="194172" y="314689"/>
                  </a:lnTo>
                  <a:lnTo>
                    <a:pt x="193851" y="314563"/>
                  </a:lnTo>
                  <a:lnTo>
                    <a:pt x="193526" y="314275"/>
                  </a:lnTo>
                  <a:lnTo>
                    <a:pt x="193231" y="314664"/>
                  </a:lnTo>
                  <a:lnTo>
                    <a:pt x="193571" y="314967"/>
                  </a:lnTo>
                  <a:lnTo>
                    <a:pt x="193800" y="315135"/>
                  </a:lnTo>
                  <a:lnTo>
                    <a:pt x="193968" y="315526"/>
                  </a:lnTo>
                  <a:lnTo>
                    <a:pt x="194293" y="315855"/>
                  </a:lnTo>
                  <a:lnTo>
                    <a:pt x="194594" y="316621"/>
                  </a:lnTo>
                  <a:lnTo>
                    <a:pt x="194751" y="316888"/>
                  </a:lnTo>
                  <a:lnTo>
                    <a:pt x="195205" y="317169"/>
                  </a:lnTo>
                  <a:lnTo>
                    <a:pt x="195412" y="317281"/>
                  </a:lnTo>
                  <a:lnTo>
                    <a:pt x="195572" y="317430"/>
                  </a:lnTo>
                  <a:lnTo>
                    <a:pt x="195863" y="317791"/>
                  </a:lnTo>
                  <a:lnTo>
                    <a:pt x="196076" y="318081"/>
                  </a:lnTo>
                  <a:lnTo>
                    <a:pt x="196332" y="318409"/>
                  </a:lnTo>
                  <a:lnTo>
                    <a:pt x="196654" y="318833"/>
                  </a:lnTo>
                  <a:lnTo>
                    <a:pt x="196985" y="319283"/>
                  </a:lnTo>
                  <a:lnTo>
                    <a:pt x="197248" y="319621"/>
                  </a:lnTo>
                  <a:lnTo>
                    <a:pt x="197280" y="319762"/>
                  </a:lnTo>
                  <a:lnTo>
                    <a:pt x="197328" y="320039"/>
                  </a:lnTo>
                  <a:lnTo>
                    <a:pt x="197384" y="320363"/>
                  </a:lnTo>
                  <a:lnTo>
                    <a:pt x="197460" y="320720"/>
                  </a:lnTo>
                  <a:lnTo>
                    <a:pt x="197578" y="320956"/>
                  </a:lnTo>
                  <a:lnTo>
                    <a:pt x="197860" y="321517"/>
                  </a:lnTo>
                  <a:lnTo>
                    <a:pt x="197426" y="321932"/>
                  </a:lnTo>
                  <a:lnTo>
                    <a:pt x="196498" y="322781"/>
                  </a:lnTo>
                  <a:lnTo>
                    <a:pt x="196223" y="322309"/>
                  </a:lnTo>
                  <a:lnTo>
                    <a:pt x="195884" y="321740"/>
                  </a:lnTo>
                  <a:lnTo>
                    <a:pt x="195512" y="321456"/>
                  </a:lnTo>
                  <a:lnTo>
                    <a:pt x="195010" y="321266"/>
                  </a:lnTo>
                  <a:lnTo>
                    <a:pt x="194849" y="321353"/>
                  </a:lnTo>
                  <a:lnTo>
                    <a:pt x="194556" y="321562"/>
                  </a:lnTo>
                  <a:lnTo>
                    <a:pt x="194508" y="321703"/>
                  </a:lnTo>
                  <a:lnTo>
                    <a:pt x="194203" y="321902"/>
                  </a:lnTo>
                  <a:lnTo>
                    <a:pt x="194428" y="321986"/>
                  </a:lnTo>
                  <a:lnTo>
                    <a:pt x="194078" y="322201"/>
                  </a:lnTo>
                  <a:lnTo>
                    <a:pt x="193665" y="322496"/>
                  </a:lnTo>
                  <a:lnTo>
                    <a:pt x="194018" y="322410"/>
                  </a:lnTo>
                  <a:lnTo>
                    <a:pt x="194765" y="322355"/>
                  </a:lnTo>
                  <a:lnTo>
                    <a:pt x="195248" y="322370"/>
                  </a:lnTo>
                  <a:lnTo>
                    <a:pt x="195599" y="322635"/>
                  </a:lnTo>
                  <a:lnTo>
                    <a:pt x="196195" y="323529"/>
                  </a:lnTo>
                  <a:lnTo>
                    <a:pt x="196273" y="323841"/>
                  </a:lnTo>
                  <a:lnTo>
                    <a:pt x="196287" y="324007"/>
                  </a:lnTo>
                  <a:lnTo>
                    <a:pt x="196304" y="324203"/>
                  </a:lnTo>
                  <a:lnTo>
                    <a:pt x="196311" y="324558"/>
                  </a:lnTo>
                  <a:lnTo>
                    <a:pt x="196308" y="325116"/>
                  </a:lnTo>
                  <a:lnTo>
                    <a:pt x="196343" y="325487"/>
                  </a:lnTo>
                  <a:lnTo>
                    <a:pt x="196357" y="325627"/>
                  </a:lnTo>
                  <a:lnTo>
                    <a:pt x="196448" y="326133"/>
                  </a:lnTo>
                  <a:lnTo>
                    <a:pt x="195641" y="326255"/>
                  </a:lnTo>
                  <a:lnTo>
                    <a:pt x="195301" y="326297"/>
                  </a:lnTo>
                  <a:lnTo>
                    <a:pt x="194979" y="325990"/>
                  </a:lnTo>
                  <a:lnTo>
                    <a:pt x="194927" y="325750"/>
                  </a:lnTo>
                  <a:lnTo>
                    <a:pt x="194806" y="325169"/>
                  </a:lnTo>
                  <a:lnTo>
                    <a:pt x="194778" y="325036"/>
                  </a:lnTo>
                  <a:lnTo>
                    <a:pt x="194732" y="324599"/>
                  </a:lnTo>
                  <a:lnTo>
                    <a:pt x="194731" y="323852"/>
                  </a:lnTo>
                  <a:lnTo>
                    <a:pt x="194041" y="323312"/>
                  </a:lnTo>
                  <a:lnTo>
                    <a:pt x="194153" y="323484"/>
                  </a:lnTo>
                  <a:lnTo>
                    <a:pt x="194297" y="323799"/>
                  </a:lnTo>
                  <a:lnTo>
                    <a:pt x="194484" y="324428"/>
                  </a:lnTo>
                  <a:lnTo>
                    <a:pt x="194503" y="325062"/>
                  </a:lnTo>
                  <a:lnTo>
                    <a:pt x="194678" y="325983"/>
                  </a:lnTo>
                  <a:lnTo>
                    <a:pt x="194719" y="326804"/>
                  </a:lnTo>
                  <a:lnTo>
                    <a:pt x="194645" y="326999"/>
                  </a:lnTo>
                  <a:lnTo>
                    <a:pt x="194406" y="327054"/>
                  </a:lnTo>
                  <a:lnTo>
                    <a:pt x="194340" y="327239"/>
                  </a:lnTo>
                  <a:lnTo>
                    <a:pt x="194146" y="327992"/>
                  </a:lnTo>
                  <a:lnTo>
                    <a:pt x="194545" y="327997"/>
                  </a:lnTo>
                  <a:lnTo>
                    <a:pt x="194532" y="328542"/>
                  </a:lnTo>
                  <a:lnTo>
                    <a:pt x="194543" y="328885"/>
                  </a:lnTo>
                  <a:lnTo>
                    <a:pt x="194555" y="329257"/>
                  </a:lnTo>
                  <a:lnTo>
                    <a:pt x="194551" y="329675"/>
                  </a:lnTo>
                  <a:lnTo>
                    <a:pt x="194510" y="329926"/>
                  </a:lnTo>
                  <a:lnTo>
                    <a:pt x="193987" y="330466"/>
                  </a:lnTo>
                  <a:lnTo>
                    <a:pt x="193751" y="330505"/>
                  </a:lnTo>
                  <a:lnTo>
                    <a:pt x="193791" y="331018"/>
                  </a:lnTo>
                  <a:lnTo>
                    <a:pt x="193806" y="331191"/>
                  </a:lnTo>
                  <a:lnTo>
                    <a:pt x="193850" y="331672"/>
                  </a:lnTo>
                  <a:lnTo>
                    <a:pt x="194008" y="331888"/>
                  </a:lnTo>
                  <a:lnTo>
                    <a:pt x="194175" y="331626"/>
                  </a:lnTo>
                  <a:lnTo>
                    <a:pt x="194762" y="331867"/>
                  </a:lnTo>
                  <a:lnTo>
                    <a:pt x="195227" y="331987"/>
                  </a:lnTo>
                  <a:lnTo>
                    <a:pt x="195626" y="332077"/>
                  </a:lnTo>
                  <a:lnTo>
                    <a:pt x="195740" y="332302"/>
                  </a:lnTo>
                  <a:lnTo>
                    <a:pt x="195973" y="332472"/>
                  </a:lnTo>
                  <a:lnTo>
                    <a:pt x="196083" y="332285"/>
                  </a:lnTo>
                  <a:lnTo>
                    <a:pt x="196354" y="332376"/>
                  </a:lnTo>
                  <a:lnTo>
                    <a:pt x="196359" y="332659"/>
                  </a:lnTo>
                  <a:lnTo>
                    <a:pt x="196348" y="333148"/>
                  </a:lnTo>
                  <a:lnTo>
                    <a:pt x="196285" y="333351"/>
                  </a:lnTo>
                  <a:lnTo>
                    <a:pt x="195733" y="333741"/>
                  </a:lnTo>
                  <a:lnTo>
                    <a:pt x="195129" y="333708"/>
                  </a:lnTo>
                  <a:lnTo>
                    <a:pt x="194966" y="333806"/>
                  </a:lnTo>
                  <a:lnTo>
                    <a:pt x="194940" y="333947"/>
                  </a:lnTo>
                  <a:lnTo>
                    <a:pt x="194953" y="334277"/>
                  </a:lnTo>
                  <a:lnTo>
                    <a:pt x="195309" y="334690"/>
                  </a:lnTo>
                  <a:lnTo>
                    <a:pt x="195350" y="334828"/>
                  </a:lnTo>
                  <a:lnTo>
                    <a:pt x="195642" y="335147"/>
                  </a:lnTo>
                  <a:lnTo>
                    <a:pt x="195301" y="335391"/>
                  </a:lnTo>
                  <a:lnTo>
                    <a:pt x="194833" y="335262"/>
                  </a:lnTo>
                  <a:lnTo>
                    <a:pt x="194452" y="335586"/>
                  </a:lnTo>
                  <a:lnTo>
                    <a:pt x="194285" y="335926"/>
                  </a:lnTo>
                  <a:lnTo>
                    <a:pt x="194226" y="336238"/>
                  </a:lnTo>
                  <a:lnTo>
                    <a:pt x="194224" y="336507"/>
                  </a:lnTo>
                  <a:lnTo>
                    <a:pt x="194245" y="336674"/>
                  </a:lnTo>
                  <a:lnTo>
                    <a:pt x="194278" y="336826"/>
                  </a:lnTo>
                  <a:lnTo>
                    <a:pt x="194387" y="337149"/>
                  </a:lnTo>
                  <a:lnTo>
                    <a:pt x="194374" y="337602"/>
                  </a:lnTo>
                  <a:lnTo>
                    <a:pt x="194450" y="337802"/>
                  </a:lnTo>
                  <a:lnTo>
                    <a:pt x="194745" y="337978"/>
                  </a:lnTo>
                  <a:lnTo>
                    <a:pt x="194951" y="338365"/>
                  </a:lnTo>
                  <a:lnTo>
                    <a:pt x="194999" y="338531"/>
                  </a:lnTo>
                  <a:lnTo>
                    <a:pt x="194889" y="338945"/>
                  </a:lnTo>
                  <a:lnTo>
                    <a:pt x="194695" y="339276"/>
                  </a:lnTo>
                  <a:lnTo>
                    <a:pt x="194405" y="339172"/>
                  </a:lnTo>
                  <a:lnTo>
                    <a:pt x="194184" y="339194"/>
                  </a:lnTo>
                  <a:lnTo>
                    <a:pt x="193650" y="339465"/>
                  </a:lnTo>
                  <a:lnTo>
                    <a:pt x="193558" y="339608"/>
                  </a:lnTo>
                  <a:lnTo>
                    <a:pt x="193275" y="340115"/>
                  </a:lnTo>
                  <a:lnTo>
                    <a:pt x="192937" y="340160"/>
                  </a:lnTo>
                  <a:lnTo>
                    <a:pt x="192693" y="340283"/>
                  </a:lnTo>
                  <a:lnTo>
                    <a:pt x="192493" y="340343"/>
                  </a:lnTo>
                  <a:lnTo>
                    <a:pt x="192570" y="340630"/>
                  </a:lnTo>
                  <a:lnTo>
                    <a:pt x="192486" y="340875"/>
                  </a:lnTo>
                  <a:lnTo>
                    <a:pt x="192372" y="341175"/>
                  </a:lnTo>
                  <a:lnTo>
                    <a:pt x="192226" y="341479"/>
                  </a:lnTo>
                  <a:lnTo>
                    <a:pt x="192190" y="342498"/>
                  </a:lnTo>
                  <a:lnTo>
                    <a:pt x="192389" y="342413"/>
                  </a:lnTo>
                  <a:lnTo>
                    <a:pt x="192484" y="342580"/>
                  </a:lnTo>
                  <a:lnTo>
                    <a:pt x="192608" y="342878"/>
                  </a:lnTo>
                  <a:lnTo>
                    <a:pt x="192914" y="343285"/>
                  </a:lnTo>
                  <a:lnTo>
                    <a:pt x="193129" y="343712"/>
                  </a:lnTo>
                  <a:lnTo>
                    <a:pt x="193103" y="344136"/>
                  </a:lnTo>
                  <a:lnTo>
                    <a:pt x="193055" y="345364"/>
                  </a:lnTo>
                  <a:lnTo>
                    <a:pt x="193010" y="345780"/>
                  </a:lnTo>
                  <a:lnTo>
                    <a:pt x="193453" y="346585"/>
                  </a:lnTo>
                  <a:lnTo>
                    <a:pt x="193285" y="346926"/>
                  </a:lnTo>
                  <a:lnTo>
                    <a:pt x="192775" y="346554"/>
                  </a:lnTo>
                  <a:lnTo>
                    <a:pt x="192323" y="346556"/>
                  </a:lnTo>
                  <a:lnTo>
                    <a:pt x="191973" y="346669"/>
                  </a:lnTo>
                  <a:lnTo>
                    <a:pt x="191277" y="347141"/>
                  </a:lnTo>
                  <a:lnTo>
                    <a:pt x="190837" y="346787"/>
                  </a:lnTo>
                  <a:lnTo>
                    <a:pt x="190676" y="346783"/>
                  </a:lnTo>
                  <a:lnTo>
                    <a:pt x="190028" y="346350"/>
                  </a:lnTo>
                  <a:lnTo>
                    <a:pt x="189698" y="345973"/>
                  </a:lnTo>
                  <a:lnTo>
                    <a:pt x="189478" y="345421"/>
                  </a:lnTo>
                  <a:lnTo>
                    <a:pt x="189353" y="345146"/>
                  </a:lnTo>
                  <a:lnTo>
                    <a:pt x="189196" y="344785"/>
                  </a:lnTo>
                  <a:lnTo>
                    <a:pt x="188788" y="343822"/>
                  </a:lnTo>
                  <a:lnTo>
                    <a:pt x="188197" y="342427"/>
                  </a:lnTo>
                  <a:lnTo>
                    <a:pt x="187788" y="342432"/>
                  </a:lnTo>
                  <a:lnTo>
                    <a:pt x="187576" y="342435"/>
                  </a:lnTo>
                  <a:lnTo>
                    <a:pt x="187207" y="342439"/>
                  </a:lnTo>
                  <a:lnTo>
                    <a:pt x="187396" y="342910"/>
                  </a:lnTo>
                  <a:lnTo>
                    <a:pt x="186924" y="343348"/>
                  </a:lnTo>
                  <a:lnTo>
                    <a:pt x="186633" y="343619"/>
                  </a:lnTo>
                  <a:lnTo>
                    <a:pt x="185886" y="344165"/>
                  </a:lnTo>
                  <a:lnTo>
                    <a:pt x="185567" y="343661"/>
                  </a:lnTo>
                  <a:lnTo>
                    <a:pt x="185449" y="343455"/>
                  </a:lnTo>
                  <a:lnTo>
                    <a:pt x="185204" y="343216"/>
                  </a:lnTo>
                  <a:lnTo>
                    <a:pt x="185234" y="343490"/>
                  </a:lnTo>
                  <a:lnTo>
                    <a:pt x="185295" y="343743"/>
                  </a:lnTo>
                  <a:lnTo>
                    <a:pt x="185499" y="344591"/>
                  </a:lnTo>
                  <a:lnTo>
                    <a:pt x="185592" y="345004"/>
                  </a:lnTo>
                  <a:lnTo>
                    <a:pt x="185761" y="345749"/>
                  </a:lnTo>
                  <a:lnTo>
                    <a:pt x="185816" y="345989"/>
                  </a:lnTo>
                  <a:lnTo>
                    <a:pt x="185894" y="346336"/>
                  </a:lnTo>
                  <a:lnTo>
                    <a:pt x="186161" y="346596"/>
                  </a:lnTo>
                  <a:lnTo>
                    <a:pt x="186692" y="346994"/>
                  </a:lnTo>
                  <a:lnTo>
                    <a:pt x="186861" y="346917"/>
                  </a:lnTo>
                  <a:lnTo>
                    <a:pt x="187052" y="346809"/>
                  </a:lnTo>
                  <a:lnTo>
                    <a:pt x="187253" y="346942"/>
                  </a:lnTo>
                  <a:lnTo>
                    <a:pt x="187365" y="347421"/>
                  </a:lnTo>
                  <a:lnTo>
                    <a:pt x="187271" y="347588"/>
                  </a:lnTo>
                  <a:lnTo>
                    <a:pt x="187061" y="347970"/>
                  </a:lnTo>
                  <a:lnTo>
                    <a:pt x="186724" y="348850"/>
                  </a:lnTo>
                  <a:lnTo>
                    <a:pt x="186397" y="349219"/>
                  </a:lnTo>
                  <a:lnTo>
                    <a:pt x="187020" y="349949"/>
                  </a:lnTo>
                  <a:lnTo>
                    <a:pt x="186681" y="350145"/>
                  </a:lnTo>
                  <a:lnTo>
                    <a:pt x="186409" y="350257"/>
                  </a:lnTo>
                  <a:lnTo>
                    <a:pt x="186054" y="350420"/>
                  </a:lnTo>
                  <a:lnTo>
                    <a:pt x="185783" y="350621"/>
                  </a:lnTo>
                  <a:lnTo>
                    <a:pt x="185637" y="350951"/>
                  </a:lnTo>
                  <a:lnTo>
                    <a:pt x="185526" y="351093"/>
                  </a:lnTo>
                  <a:lnTo>
                    <a:pt x="185139" y="351136"/>
                  </a:lnTo>
                  <a:lnTo>
                    <a:pt x="184987" y="351030"/>
                  </a:lnTo>
                  <a:lnTo>
                    <a:pt x="184875" y="350767"/>
                  </a:lnTo>
                  <a:lnTo>
                    <a:pt x="184680" y="350542"/>
                  </a:lnTo>
                  <a:lnTo>
                    <a:pt x="184431" y="350292"/>
                  </a:lnTo>
                  <a:lnTo>
                    <a:pt x="183723" y="350209"/>
                  </a:lnTo>
                  <a:lnTo>
                    <a:pt x="183569" y="350247"/>
                  </a:lnTo>
                  <a:lnTo>
                    <a:pt x="183211" y="350430"/>
                  </a:lnTo>
                  <a:lnTo>
                    <a:pt x="183052" y="350500"/>
                  </a:lnTo>
                  <a:lnTo>
                    <a:pt x="182798" y="350468"/>
                  </a:lnTo>
                  <a:lnTo>
                    <a:pt x="182483" y="350375"/>
                  </a:lnTo>
                  <a:lnTo>
                    <a:pt x="182209" y="350119"/>
                  </a:lnTo>
                  <a:lnTo>
                    <a:pt x="182273" y="349727"/>
                  </a:lnTo>
                  <a:lnTo>
                    <a:pt x="182309" y="349472"/>
                  </a:lnTo>
                  <a:lnTo>
                    <a:pt x="182067" y="349302"/>
                  </a:lnTo>
                  <a:lnTo>
                    <a:pt x="181933" y="349171"/>
                  </a:lnTo>
                  <a:lnTo>
                    <a:pt x="181716" y="349048"/>
                  </a:lnTo>
                  <a:lnTo>
                    <a:pt x="181687" y="348844"/>
                  </a:lnTo>
                  <a:lnTo>
                    <a:pt x="181670" y="348165"/>
                  </a:lnTo>
                  <a:lnTo>
                    <a:pt x="181690" y="347911"/>
                  </a:lnTo>
                  <a:lnTo>
                    <a:pt x="181589" y="347328"/>
                  </a:lnTo>
                  <a:lnTo>
                    <a:pt x="181396" y="346936"/>
                  </a:lnTo>
                  <a:lnTo>
                    <a:pt x="181137" y="346461"/>
                  </a:lnTo>
                  <a:lnTo>
                    <a:pt x="180883" y="346630"/>
                  </a:lnTo>
                  <a:lnTo>
                    <a:pt x="180979" y="346798"/>
                  </a:lnTo>
                  <a:lnTo>
                    <a:pt x="181182" y="347069"/>
                  </a:lnTo>
                  <a:lnTo>
                    <a:pt x="181259" y="347386"/>
                  </a:lnTo>
                  <a:lnTo>
                    <a:pt x="181309" y="347640"/>
                  </a:lnTo>
                  <a:lnTo>
                    <a:pt x="181285" y="347872"/>
                  </a:lnTo>
                  <a:lnTo>
                    <a:pt x="181296" y="348251"/>
                  </a:lnTo>
                  <a:lnTo>
                    <a:pt x="181053" y="348582"/>
                  </a:lnTo>
                  <a:lnTo>
                    <a:pt x="180603" y="348739"/>
                  </a:lnTo>
                  <a:lnTo>
                    <a:pt x="180457" y="349123"/>
                  </a:lnTo>
                  <a:lnTo>
                    <a:pt x="179943" y="349635"/>
                  </a:lnTo>
                  <a:lnTo>
                    <a:pt x="180281" y="349785"/>
                  </a:lnTo>
                  <a:lnTo>
                    <a:pt x="180417" y="349831"/>
                  </a:lnTo>
                  <a:lnTo>
                    <a:pt x="180555" y="350216"/>
                  </a:lnTo>
                  <a:lnTo>
                    <a:pt x="180394" y="350409"/>
                  </a:lnTo>
                  <a:lnTo>
                    <a:pt x="180447" y="350636"/>
                  </a:lnTo>
                  <a:lnTo>
                    <a:pt x="180509" y="350902"/>
                  </a:lnTo>
                  <a:lnTo>
                    <a:pt x="180967" y="352869"/>
                  </a:lnTo>
                  <a:lnTo>
                    <a:pt x="181177" y="352978"/>
                  </a:lnTo>
                  <a:lnTo>
                    <a:pt x="181415" y="353670"/>
                  </a:lnTo>
                  <a:lnTo>
                    <a:pt x="181589" y="353811"/>
                  </a:lnTo>
                  <a:lnTo>
                    <a:pt x="181677" y="353968"/>
                  </a:lnTo>
                  <a:lnTo>
                    <a:pt x="181718" y="354130"/>
                  </a:lnTo>
                  <a:lnTo>
                    <a:pt x="181847" y="354292"/>
                  </a:lnTo>
                  <a:lnTo>
                    <a:pt x="182098" y="354318"/>
                  </a:lnTo>
                  <a:lnTo>
                    <a:pt x="181722" y="354764"/>
                  </a:lnTo>
                  <a:lnTo>
                    <a:pt x="181585" y="355183"/>
                  </a:lnTo>
                  <a:lnTo>
                    <a:pt x="181898" y="355575"/>
                  </a:lnTo>
                  <a:lnTo>
                    <a:pt x="181723" y="355588"/>
                  </a:lnTo>
                  <a:lnTo>
                    <a:pt x="181589" y="355619"/>
                  </a:lnTo>
                  <a:lnTo>
                    <a:pt x="181456" y="355750"/>
                  </a:lnTo>
                  <a:lnTo>
                    <a:pt x="181281" y="356088"/>
                  </a:lnTo>
                  <a:lnTo>
                    <a:pt x="180913" y="356712"/>
                  </a:lnTo>
                  <a:lnTo>
                    <a:pt x="180742" y="356597"/>
                  </a:lnTo>
                  <a:lnTo>
                    <a:pt x="180406" y="356304"/>
                  </a:lnTo>
                  <a:lnTo>
                    <a:pt x="180033" y="356090"/>
                  </a:lnTo>
                  <a:lnTo>
                    <a:pt x="179831" y="355849"/>
                  </a:lnTo>
                  <a:lnTo>
                    <a:pt x="179697" y="355703"/>
                  </a:lnTo>
                  <a:lnTo>
                    <a:pt x="179559" y="355369"/>
                  </a:lnTo>
                  <a:lnTo>
                    <a:pt x="179509" y="355206"/>
                  </a:lnTo>
                  <a:lnTo>
                    <a:pt x="179080" y="355363"/>
                  </a:lnTo>
                  <a:lnTo>
                    <a:pt x="179006" y="355151"/>
                  </a:lnTo>
                  <a:lnTo>
                    <a:pt x="178985" y="354983"/>
                  </a:lnTo>
                  <a:lnTo>
                    <a:pt x="178904" y="354338"/>
                  </a:lnTo>
                  <a:lnTo>
                    <a:pt x="179169" y="353962"/>
                  </a:lnTo>
                  <a:lnTo>
                    <a:pt x="179294" y="353785"/>
                  </a:lnTo>
                  <a:lnTo>
                    <a:pt x="179486" y="353530"/>
                  </a:lnTo>
                  <a:lnTo>
                    <a:pt x="179675" y="353266"/>
                  </a:lnTo>
                  <a:lnTo>
                    <a:pt x="179255" y="353095"/>
                  </a:lnTo>
                  <a:lnTo>
                    <a:pt x="178987" y="353449"/>
                  </a:lnTo>
                  <a:lnTo>
                    <a:pt x="178754" y="353758"/>
                  </a:lnTo>
                  <a:lnTo>
                    <a:pt x="178647" y="353899"/>
                  </a:lnTo>
                  <a:lnTo>
                    <a:pt x="178447" y="353710"/>
                  </a:lnTo>
                  <a:lnTo>
                    <a:pt x="178447" y="353387"/>
                  </a:lnTo>
                  <a:lnTo>
                    <a:pt x="178735" y="352945"/>
                  </a:lnTo>
                  <a:lnTo>
                    <a:pt x="178835" y="352807"/>
                  </a:lnTo>
                  <a:lnTo>
                    <a:pt x="178873" y="352377"/>
                  </a:lnTo>
                  <a:lnTo>
                    <a:pt x="178721" y="352444"/>
                  </a:lnTo>
                  <a:lnTo>
                    <a:pt x="178636" y="352703"/>
                  </a:lnTo>
                  <a:lnTo>
                    <a:pt x="178354" y="352875"/>
                  </a:lnTo>
                  <a:lnTo>
                    <a:pt x="178042" y="352823"/>
                  </a:lnTo>
                  <a:lnTo>
                    <a:pt x="177949" y="352648"/>
                  </a:lnTo>
                  <a:lnTo>
                    <a:pt x="177454" y="352433"/>
                  </a:lnTo>
                  <a:lnTo>
                    <a:pt x="177127" y="352217"/>
                  </a:lnTo>
                  <a:lnTo>
                    <a:pt x="176985" y="352025"/>
                  </a:lnTo>
                  <a:lnTo>
                    <a:pt x="176584" y="351490"/>
                  </a:lnTo>
                  <a:lnTo>
                    <a:pt x="176317" y="351120"/>
                  </a:lnTo>
                  <a:lnTo>
                    <a:pt x="176448" y="350917"/>
                  </a:lnTo>
                  <a:lnTo>
                    <a:pt x="176250" y="350628"/>
                  </a:lnTo>
                  <a:lnTo>
                    <a:pt x="175872" y="350077"/>
                  </a:lnTo>
                  <a:lnTo>
                    <a:pt x="175677" y="349794"/>
                  </a:lnTo>
                  <a:lnTo>
                    <a:pt x="175206" y="349108"/>
                  </a:lnTo>
                  <a:lnTo>
                    <a:pt x="174965" y="348738"/>
                  </a:lnTo>
                  <a:lnTo>
                    <a:pt x="174765" y="348419"/>
                  </a:lnTo>
                  <a:lnTo>
                    <a:pt x="174580" y="348111"/>
                  </a:lnTo>
                  <a:lnTo>
                    <a:pt x="174372" y="347765"/>
                  </a:lnTo>
                  <a:lnTo>
                    <a:pt x="174250" y="347220"/>
                  </a:lnTo>
                  <a:lnTo>
                    <a:pt x="174238" y="346993"/>
                  </a:lnTo>
                  <a:lnTo>
                    <a:pt x="174218" y="346594"/>
                  </a:lnTo>
                  <a:lnTo>
                    <a:pt x="174164" y="346221"/>
                  </a:lnTo>
                  <a:lnTo>
                    <a:pt x="174193" y="346042"/>
                  </a:lnTo>
                  <a:lnTo>
                    <a:pt x="174285" y="345658"/>
                  </a:lnTo>
                  <a:lnTo>
                    <a:pt x="174343" y="345454"/>
                  </a:lnTo>
                  <a:lnTo>
                    <a:pt x="174472" y="345109"/>
                  </a:lnTo>
                  <a:lnTo>
                    <a:pt x="174676" y="344482"/>
                  </a:lnTo>
                  <a:lnTo>
                    <a:pt x="174677" y="343377"/>
                  </a:lnTo>
                  <a:lnTo>
                    <a:pt x="174591" y="343094"/>
                  </a:lnTo>
                  <a:lnTo>
                    <a:pt x="174360" y="342230"/>
                  </a:lnTo>
                  <a:lnTo>
                    <a:pt x="174190" y="341676"/>
                  </a:lnTo>
                  <a:lnTo>
                    <a:pt x="174127" y="341243"/>
                  </a:lnTo>
                  <a:lnTo>
                    <a:pt x="174426" y="340636"/>
                  </a:lnTo>
                  <a:lnTo>
                    <a:pt x="174555" y="340516"/>
                  </a:lnTo>
                  <a:lnTo>
                    <a:pt x="174991" y="339855"/>
                  </a:lnTo>
                  <a:lnTo>
                    <a:pt x="174812" y="339988"/>
                  </a:lnTo>
                  <a:lnTo>
                    <a:pt x="174630" y="340196"/>
                  </a:lnTo>
                  <a:lnTo>
                    <a:pt x="174429" y="340342"/>
                  </a:lnTo>
                  <a:lnTo>
                    <a:pt x="174285" y="340447"/>
                  </a:lnTo>
                  <a:lnTo>
                    <a:pt x="173935" y="340462"/>
                  </a:lnTo>
                  <a:lnTo>
                    <a:pt x="173807" y="340214"/>
                  </a:lnTo>
                  <a:lnTo>
                    <a:pt x="173454" y="339649"/>
                  </a:lnTo>
                  <a:lnTo>
                    <a:pt x="173314" y="339680"/>
                  </a:lnTo>
                  <a:lnTo>
                    <a:pt x="173234" y="339826"/>
                  </a:lnTo>
                  <a:lnTo>
                    <a:pt x="173316" y="340072"/>
                  </a:lnTo>
                  <a:lnTo>
                    <a:pt x="173342" y="340335"/>
                  </a:lnTo>
                  <a:lnTo>
                    <a:pt x="173398" y="340618"/>
                  </a:lnTo>
                  <a:lnTo>
                    <a:pt x="173411" y="340781"/>
                  </a:lnTo>
                  <a:lnTo>
                    <a:pt x="173409" y="340970"/>
                  </a:lnTo>
                  <a:lnTo>
                    <a:pt x="173328" y="341615"/>
                  </a:lnTo>
                  <a:lnTo>
                    <a:pt x="173262" y="342554"/>
                  </a:lnTo>
                  <a:lnTo>
                    <a:pt x="172822" y="343084"/>
                  </a:lnTo>
                  <a:lnTo>
                    <a:pt x="173278" y="343561"/>
                  </a:lnTo>
                  <a:lnTo>
                    <a:pt x="172683" y="344341"/>
                  </a:lnTo>
                  <a:lnTo>
                    <a:pt x="172367" y="344756"/>
                  </a:lnTo>
                  <a:lnTo>
                    <a:pt x="172241" y="344883"/>
                  </a:lnTo>
                  <a:lnTo>
                    <a:pt x="170961" y="343999"/>
                  </a:lnTo>
                  <a:lnTo>
                    <a:pt x="170392" y="344947"/>
                  </a:lnTo>
                  <a:lnTo>
                    <a:pt x="170601" y="345196"/>
                  </a:lnTo>
                  <a:lnTo>
                    <a:pt x="170844" y="345515"/>
                  </a:lnTo>
                  <a:lnTo>
                    <a:pt x="170676" y="345867"/>
                  </a:lnTo>
                  <a:lnTo>
                    <a:pt x="170645" y="346022"/>
                  </a:lnTo>
                  <a:lnTo>
                    <a:pt x="170591" y="346220"/>
                  </a:lnTo>
                  <a:lnTo>
                    <a:pt x="170520" y="346800"/>
                  </a:lnTo>
                  <a:lnTo>
                    <a:pt x="170186" y="346713"/>
                  </a:lnTo>
                  <a:lnTo>
                    <a:pt x="170157" y="347077"/>
                  </a:lnTo>
                  <a:lnTo>
                    <a:pt x="170430" y="347074"/>
                  </a:lnTo>
                  <a:lnTo>
                    <a:pt x="170414" y="347276"/>
                  </a:lnTo>
                  <a:lnTo>
                    <a:pt x="170338" y="348237"/>
                  </a:lnTo>
                  <a:lnTo>
                    <a:pt x="170287" y="348872"/>
                  </a:lnTo>
                  <a:lnTo>
                    <a:pt x="170277" y="349121"/>
                  </a:lnTo>
                  <a:lnTo>
                    <a:pt x="170328" y="349274"/>
                  </a:lnTo>
                  <a:lnTo>
                    <a:pt x="170502" y="349338"/>
                  </a:lnTo>
                  <a:lnTo>
                    <a:pt x="170449" y="349558"/>
                  </a:lnTo>
                  <a:lnTo>
                    <a:pt x="170599" y="349650"/>
                  </a:lnTo>
                  <a:lnTo>
                    <a:pt x="170871" y="350562"/>
                  </a:lnTo>
                  <a:lnTo>
                    <a:pt x="170766" y="350832"/>
                  </a:lnTo>
                  <a:lnTo>
                    <a:pt x="170812" y="351277"/>
                  </a:lnTo>
                  <a:lnTo>
                    <a:pt x="170645" y="351565"/>
                  </a:lnTo>
                  <a:lnTo>
                    <a:pt x="170794" y="352212"/>
                  </a:lnTo>
                  <a:lnTo>
                    <a:pt x="170976" y="352493"/>
                  </a:lnTo>
                  <a:lnTo>
                    <a:pt x="171030" y="352721"/>
                  </a:lnTo>
                  <a:lnTo>
                    <a:pt x="170714" y="353248"/>
                  </a:lnTo>
                  <a:lnTo>
                    <a:pt x="170440" y="353644"/>
                  </a:lnTo>
                  <a:lnTo>
                    <a:pt x="170221" y="353666"/>
                  </a:lnTo>
                  <a:lnTo>
                    <a:pt x="169902" y="353786"/>
                  </a:lnTo>
                  <a:lnTo>
                    <a:pt x="169510" y="354238"/>
                  </a:lnTo>
                  <a:lnTo>
                    <a:pt x="169283" y="354598"/>
                  </a:lnTo>
                  <a:lnTo>
                    <a:pt x="169238" y="355038"/>
                  </a:lnTo>
                  <a:lnTo>
                    <a:pt x="169136" y="355337"/>
                  </a:lnTo>
                  <a:lnTo>
                    <a:pt x="169004" y="355860"/>
                  </a:lnTo>
                  <a:lnTo>
                    <a:pt x="168832" y="355934"/>
                  </a:lnTo>
                  <a:lnTo>
                    <a:pt x="168432" y="356079"/>
                  </a:lnTo>
                  <a:lnTo>
                    <a:pt x="168234" y="356179"/>
                  </a:lnTo>
                  <a:lnTo>
                    <a:pt x="168012" y="356490"/>
                  </a:lnTo>
                  <a:lnTo>
                    <a:pt x="167881" y="356786"/>
                  </a:lnTo>
                  <a:lnTo>
                    <a:pt x="167559" y="356887"/>
                  </a:lnTo>
                  <a:lnTo>
                    <a:pt x="167382" y="356942"/>
                  </a:lnTo>
                  <a:lnTo>
                    <a:pt x="166819" y="356966"/>
                  </a:lnTo>
                  <a:lnTo>
                    <a:pt x="166656" y="357070"/>
                  </a:lnTo>
                  <a:lnTo>
                    <a:pt x="166655" y="357640"/>
                  </a:lnTo>
                  <a:lnTo>
                    <a:pt x="166384" y="357662"/>
                  </a:lnTo>
                  <a:lnTo>
                    <a:pt x="166112" y="357721"/>
                  </a:lnTo>
                  <a:lnTo>
                    <a:pt x="165775" y="357794"/>
                  </a:lnTo>
                  <a:lnTo>
                    <a:pt x="165287" y="357521"/>
                  </a:lnTo>
                  <a:lnTo>
                    <a:pt x="165104" y="357257"/>
                  </a:lnTo>
                  <a:lnTo>
                    <a:pt x="165027" y="356983"/>
                  </a:lnTo>
                  <a:lnTo>
                    <a:pt x="165093" y="356555"/>
                  </a:lnTo>
                  <a:lnTo>
                    <a:pt x="164816" y="356076"/>
                  </a:lnTo>
                  <a:lnTo>
                    <a:pt x="164298" y="356013"/>
                  </a:lnTo>
                  <a:lnTo>
                    <a:pt x="164101" y="355803"/>
                  </a:lnTo>
                  <a:lnTo>
                    <a:pt x="163992" y="355466"/>
                  </a:lnTo>
                  <a:lnTo>
                    <a:pt x="163855" y="354952"/>
                  </a:lnTo>
                  <a:lnTo>
                    <a:pt x="163683" y="354361"/>
                  </a:lnTo>
                  <a:lnTo>
                    <a:pt x="163493" y="354352"/>
                  </a:lnTo>
                  <a:lnTo>
                    <a:pt x="163477" y="354052"/>
                  </a:lnTo>
                  <a:lnTo>
                    <a:pt x="163573" y="353717"/>
                  </a:lnTo>
                  <a:lnTo>
                    <a:pt x="163382" y="353550"/>
                  </a:lnTo>
                  <a:lnTo>
                    <a:pt x="163147" y="353383"/>
                  </a:lnTo>
                  <a:lnTo>
                    <a:pt x="162461" y="352822"/>
                  </a:lnTo>
                  <a:lnTo>
                    <a:pt x="162399" y="352687"/>
                  </a:lnTo>
                  <a:lnTo>
                    <a:pt x="162364" y="352906"/>
                  </a:lnTo>
                  <a:lnTo>
                    <a:pt x="162218" y="353216"/>
                  </a:lnTo>
                  <a:lnTo>
                    <a:pt x="162047" y="353190"/>
                  </a:lnTo>
                  <a:lnTo>
                    <a:pt x="161841" y="353193"/>
                  </a:lnTo>
                  <a:lnTo>
                    <a:pt x="161600" y="353247"/>
                  </a:lnTo>
                  <a:lnTo>
                    <a:pt x="161256" y="353355"/>
                  </a:lnTo>
                  <a:lnTo>
                    <a:pt x="160919" y="353370"/>
                  </a:lnTo>
                  <a:lnTo>
                    <a:pt x="160604" y="353395"/>
                  </a:lnTo>
                  <a:lnTo>
                    <a:pt x="160402" y="353436"/>
                  </a:lnTo>
                  <a:lnTo>
                    <a:pt x="160092" y="353639"/>
                  </a:lnTo>
                  <a:lnTo>
                    <a:pt x="159677" y="353911"/>
                  </a:lnTo>
                  <a:lnTo>
                    <a:pt x="159533" y="353998"/>
                  </a:lnTo>
                  <a:lnTo>
                    <a:pt x="159378" y="354110"/>
                  </a:lnTo>
                  <a:lnTo>
                    <a:pt x="158963" y="354629"/>
                  </a:lnTo>
                  <a:lnTo>
                    <a:pt x="158772" y="354913"/>
                  </a:lnTo>
                  <a:lnTo>
                    <a:pt x="158831" y="355327"/>
                  </a:lnTo>
                  <a:lnTo>
                    <a:pt x="159047" y="355729"/>
                  </a:lnTo>
                  <a:lnTo>
                    <a:pt x="158701" y="356023"/>
                  </a:lnTo>
                  <a:lnTo>
                    <a:pt x="158539" y="356057"/>
                  </a:lnTo>
                  <a:lnTo>
                    <a:pt x="158271" y="355749"/>
                  </a:lnTo>
                  <a:lnTo>
                    <a:pt x="158137" y="355816"/>
                  </a:lnTo>
                  <a:lnTo>
                    <a:pt x="157857" y="355979"/>
                  </a:lnTo>
                  <a:lnTo>
                    <a:pt x="157555" y="356182"/>
                  </a:lnTo>
                  <a:lnTo>
                    <a:pt x="157326" y="355932"/>
                  </a:lnTo>
                  <a:lnTo>
                    <a:pt x="157065" y="356247"/>
                  </a:lnTo>
                  <a:lnTo>
                    <a:pt x="156971" y="356380"/>
                  </a:lnTo>
                  <a:lnTo>
                    <a:pt x="156781" y="356676"/>
                  </a:lnTo>
                  <a:lnTo>
                    <a:pt x="156599" y="357026"/>
                  </a:lnTo>
                  <a:lnTo>
                    <a:pt x="156536" y="357161"/>
                  </a:lnTo>
                  <a:lnTo>
                    <a:pt x="156488" y="357451"/>
                  </a:lnTo>
                  <a:lnTo>
                    <a:pt x="156412" y="357907"/>
                  </a:lnTo>
                  <a:lnTo>
                    <a:pt x="156101" y="357830"/>
                  </a:lnTo>
                  <a:lnTo>
                    <a:pt x="155669" y="358089"/>
                  </a:lnTo>
                  <a:lnTo>
                    <a:pt x="155320" y="358422"/>
                  </a:lnTo>
                  <a:lnTo>
                    <a:pt x="155170" y="358451"/>
                  </a:lnTo>
                  <a:lnTo>
                    <a:pt x="155160" y="358676"/>
                  </a:lnTo>
                  <a:lnTo>
                    <a:pt x="155142" y="358840"/>
                  </a:lnTo>
                  <a:lnTo>
                    <a:pt x="155126" y="358985"/>
                  </a:lnTo>
                  <a:lnTo>
                    <a:pt x="154779" y="359177"/>
                  </a:lnTo>
                  <a:lnTo>
                    <a:pt x="154696" y="359446"/>
                  </a:lnTo>
                  <a:lnTo>
                    <a:pt x="154657" y="359652"/>
                  </a:lnTo>
                  <a:lnTo>
                    <a:pt x="154631" y="359845"/>
                  </a:lnTo>
                  <a:lnTo>
                    <a:pt x="154605" y="360425"/>
                  </a:lnTo>
                  <a:lnTo>
                    <a:pt x="154604" y="360555"/>
                  </a:lnTo>
                  <a:lnTo>
                    <a:pt x="154007" y="360871"/>
                  </a:lnTo>
                  <a:lnTo>
                    <a:pt x="153505" y="360912"/>
                  </a:lnTo>
                  <a:lnTo>
                    <a:pt x="153683" y="361143"/>
                  </a:lnTo>
                  <a:lnTo>
                    <a:pt x="153740" y="361363"/>
                  </a:lnTo>
                  <a:lnTo>
                    <a:pt x="153764" y="361525"/>
                  </a:lnTo>
                  <a:lnTo>
                    <a:pt x="153688" y="361681"/>
                  </a:lnTo>
                  <a:lnTo>
                    <a:pt x="153361" y="361509"/>
                  </a:lnTo>
                  <a:lnTo>
                    <a:pt x="153136" y="361688"/>
                  </a:lnTo>
                  <a:lnTo>
                    <a:pt x="153060" y="361872"/>
                  </a:lnTo>
                  <a:lnTo>
                    <a:pt x="152860" y="361892"/>
                  </a:lnTo>
                  <a:lnTo>
                    <a:pt x="152370" y="362203"/>
                  </a:lnTo>
                  <a:lnTo>
                    <a:pt x="152075" y="362221"/>
                  </a:lnTo>
                  <a:lnTo>
                    <a:pt x="151788" y="362197"/>
                  </a:lnTo>
                  <a:lnTo>
                    <a:pt x="151602" y="362184"/>
                  </a:lnTo>
                  <a:lnTo>
                    <a:pt x="151001" y="362452"/>
                  </a:lnTo>
                  <a:lnTo>
                    <a:pt x="150707" y="362286"/>
                  </a:lnTo>
                  <a:lnTo>
                    <a:pt x="150525" y="362210"/>
                  </a:lnTo>
                  <a:lnTo>
                    <a:pt x="150233" y="361970"/>
                  </a:lnTo>
                  <a:lnTo>
                    <a:pt x="150131" y="361733"/>
                  </a:lnTo>
                  <a:lnTo>
                    <a:pt x="149974" y="361501"/>
                  </a:lnTo>
                  <a:lnTo>
                    <a:pt x="149733" y="361510"/>
                  </a:lnTo>
                  <a:lnTo>
                    <a:pt x="149507" y="361582"/>
                  </a:lnTo>
                  <a:lnTo>
                    <a:pt x="149001" y="361319"/>
                  </a:lnTo>
                  <a:lnTo>
                    <a:pt x="148530" y="360984"/>
                  </a:lnTo>
                  <a:lnTo>
                    <a:pt x="148233" y="360804"/>
                  </a:lnTo>
                  <a:lnTo>
                    <a:pt x="147859" y="360686"/>
                  </a:lnTo>
                  <a:lnTo>
                    <a:pt x="147677" y="360491"/>
                  </a:lnTo>
                  <a:lnTo>
                    <a:pt x="147491" y="360362"/>
                  </a:lnTo>
                  <a:lnTo>
                    <a:pt x="147321" y="360305"/>
                  </a:lnTo>
                  <a:lnTo>
                    <a:pt x="146999" y="360093"/>
                  </a:lnTo>
                  <a:lnTo>
                    <a:pt x="146883" y="359871"/>
                  </a:lnTo>
                  <a:lnTo>
                    <a:pt x="146728" y="359856"/>
                  </a:lnTo>
                  <a:lnTo>
                    <a:pt x="146582" y="360011"/>
                  </a:lnTo>
                  <a:lnTo>
                    <a:pt x="146350" y="359893"/>
                  </a:lnTo>
                  <a:lnTo>
                    <a:pt x="145691" y="359729"/>
                  </a:lnTo>
                  <a:lnTo>
                    <a:pt x="145336" y="359396"/>
                  </a:lnTo>
                  <a:lnTo>
                    <a:pt x="145053" y="358687"/>
                  </a:lnTo>
                  <a:lnTo>
                    <a:pt x="144920" y="358217"/>
                  </a:lnTo>
                  <a:lnTo>
                    <a:pt x="144898" y="358011"/>
                  </a:lnTo>
                  <a:lnTo>
                    <a:pt x="144872" y="357713"/>
                  </a:lnTo>
                  <a:lnTo>
                    <a:pt x="144863" y="357321"/>
                  </a:lnTo>
                  <a:lnTo>
                    <a:pt x="144896" y="356957"/>
                  </a:lnTo>
                  <a:lnTo>
                    <a:pt x="144787" y="356041"/>
                  </a:lnTo>
                  <a:lnTo>
                    <a:pt x="144768" y="355831"/>
                  </a:lnTo>
                  <a:lnTo>
                    <a:pt x="144790" y="355461"/>
                  </a:lnTo>
                  <a:lnTo>
                    <a:pt x="144928" y="354951"/>
                  </a:lnTo>
                  <a:lnTo>
                    <a:pt x="145208" y="354486"/>
                  </a:lnTo>
                  <a:lnTo>
                    <a:pt x="145371" y="354371"/>
                  </a:lnTo>
                  <a:lnTo>
                    <a:pt x="146012" y="354053"/>
                  </a:lnTo>
                  <a:lnTo>
                    <a:pt x="146214" y="353909"/>
                  </a:lnTo>
                  <a:lnTo>
                    <a:pt x="146510" y="353837"/>
                  </a:lnTo>
                  <a:lnTo>
                    <a:pt x="146837" y="353892"/>
                  </a:lnTo>
                  <a:lnTo>
                    <a:pt x="147355" y="353698"/>
                  </a:lnTo>
                  <a:lnTo>
                    <a:pt x="147555" y="353539"/>
                  </a:lnTo>
                  <a:lnTo>
                    <a:pt x="147880" y="353466"/>
                  </a:lnTo>
                  <a:lnTo>
                    <a:pt x="148213" y="353465"/>
                  </a:lnTo>
                  <a:lnTo>
                    <a:pt x="148586" y="353390"/>
                  </a:lnTo>
                  <a:lnTo>
                    <a:pt x="148548" y="353010"/>
                  </a:lnTo>
                  <a:lnTo>
                    <a:pt x="148313" y="353389"/>
                  </a:lnTo>
                  <a:lnTo>
                    <a:pt x="147871" y="353240"/>
                  </a:lnTo>
                  <a:lnTo>
                    <a:pt x="147625" y="353114"/>
                  </a:lnTo>
                  <a:lnTo>
                    <a:pt x="147433" y="353012"/>
                  </a:lnTo>
                  <a:lnTo>
                    <a:pt x="147236" y="352936"/>
                  </a:lnTo>
                  <a:lnTo>
                    <a:pt x="147072" y="352901"/>
                  </a:lnTo>
                  <a:lnTo>
                    <a:pt x="146627" y="352951"/>
                  </a:lnTo>
                  <a:lnTo>
                    <a:pt x="146496" y="353178"/>
                  </a:lnTo>
                  <a:lnTo>
                    <a:pt x="146290" y="353664"/>
                  </a:lnTo>
                  <a:lnTo>
                    <a:pt x="146156" y="353760"/>
                  </a:lnTo>
                  <a:lnTo>
                    <a:pt x="145720" y="353970"/>
                  </a:lnTo>
                  <a:lnTo>
                    <a:pt x="145420" y="354074"/>
                  </a:lnTo>
                  <a:lnTo>
                    <a:pt x="145112" y="354273"/>
                  </a:lnTo>
                  <a:lnTo>
                    <a:pt x="144785" y="354563"/>
                  </a:lnTo>
                  <a:lnTo>
                    <a:pt x="144705" y="354980"/>
                  </a:lnTo>
                  <a:lnTo>
                    <a:pt x="144615" y="355012"/>
                  </a:lnTo>
                  <a:lnTo>
                    <a:pt x="144440" y="354877"/>
                  </a:lnTo>
                  <a:lnTo>
                    <a:pt x="144271" y="354391"/>
                  </a:lnTo>
                  <a:lnTo>
                    <a:pt x="144114" y="353917"/>
                  </a:lnTo>
                  <a:lnTo>
                    <a:pt x="144072" y="353757"/>
                  </a:lnTo>
                  <a:lnTo>
                    <a:pt x="143888" y="353373"/>
                  </a:lnTo>
                  <a:lnTo>
                    <a:pt x="143722" y="352839"/>
                  </a:lnTo>
                  <a:lnTo>
                    <a:pt x="143613" y="352635"/>
                  </a:lnTo>
                  <a:lnTo>
                    <a:pt x="143347" y="352210"/>
                  </a:lnTo>
                  <a:lnTo>
                    <a:pt x="143415" y="351821"/>
                  </a:lnTo>
                  <a:lnTo>
                    <a:pt x="143312" y="351516"/>
                  </a:lnTo>
                  <a:lnTo>
                    <a:pt x="143173" y="351312"/>
                  </a:lnTo>
                  <a:lnTo>
                    <a:pt x="142918" y="351032"/>
                  </a:lnTo>
                  <a:lnTo>
                    <a:pt x="142911" y="350894"/>
                  </a:lnTo>
                  <a:lnTo>
                    <a:pt x="143218" y="350417"/>
                  </a:lnTo>
                  <a:lnTo>
                    <a:pt x="143369" y="350103"/>
                  </a:lnTo>
                  <a:lnTo>
                    <a:pt x="143591" y="349446"/>
                  </a:lnTo>
                  <a:lnTo>
                    <a:pt x="143953" y="349316"/>
                  </a:lnTo>
                  <a:lnTo>
                    <a:pt x="143996" y="349041"/>
                  </a:lnTo>
                  <a:lnTo>
                    <a:pt x="144030" y="348886"/>
                  </a:lnTo>
                  <a:lnTo>
                    <a:pt x="144110" y="348519"/>
                  </a:lnTo>
                  <a:lnTo>
                    <a:pt x="144151" y="348170"/>
                  </a:lnTo>
                  <a:lnTo>
                    <a:pt x="143933" y="347872"/>
                  </a:lnTo>
                  <a:lnTo>
                    <a:pt x="143894" y="348259"/>
                  </a:lnTo>
                  <a:lnTo>
                    <a:pt x="143872" y="348722"/>
                  </a:lnTo>
                  <a:lnTo>
                    <a:pt x="143727" y="348807"/>
                  </a:lnTo>
                  <a:lnTo>
                    <a:pt x="143455" y="348954"/>
                  </a:lnTo>
                  <a:lnTo>
                    <a:pt x="143039" y="349302"/>
                  </a:lnTo>
                  <a:lnTo>
                    <a:pt x="142996" y="349656"/>
                  </a:lnTo>
                  <a:lnTo>
                    <a:pt x="142993" y="350044"/>
                  </a:lnTo>
                  <a:lnTo>
                    <a:pt x="142646" y="350326"/>
                  </a:lnTo>
                  <a:lnTo>
                    <a:pt x="142706" y="350654"/>
                  </a:lnTo>
                  <a:lnTo>
                    <a:pt x="142736" y="351138"/>
                  </a:lnTo>
                  <a:lnTo>
                    <a:pt x="143073" y="351747"/>
                  </a:lnTo>
                  <a:lnTo>
                    <a:pt x="143109" y="352030"/>
                  </a:lnTo>
                  <a:lnTo>
                    <a:pt x="143237" y="352566"/>
                  </a:lnTo>
                  <a:lnTo>
                    <a:pt x="143365" y="352952"/>
                  </a:lnTo>
                  <a:lnTo>
                    <a:pt x="143408" y="353233"/>
                  </a:lnTo>
                  <a:lnTo>
                    <a:pt x="143444" y="353435"/>
                  </a:lnTo>
                  <a:lnTo>
                    <a:pt x="143549" y="353888"/>
                  </a:lnTo>
                  <a:lnTo>
                    <a:pt x="143691" y="354260"/>
                  </a:lnTo>
                  <a:lnTo>
                    <a:pt x="143804" y="354504"/>
                  </a:lnTo>
                  <a:lnTo>
                    <a:pt x="143867" y="354679"/>
                  </a:lnTo>
                  <a:lnTo>
                    <a:pt x="143949" y="355260"/>
                  </a:lnTo>
                  <a:lnTo>
                    <a:pt x="144062" y="355533"/>
                  </a:lnTo>
                  <a:lnTo>
                    <a:pt x="144089" y="355681"/>
                  </a:lnTo>
                  <a:lnTo>
                    <a:pt x="144109" y="355863"/>
                  </a:lnTo>
                  <a:lnTo>
                    <a:pt x="144131" y="356249"/>
                  </a:lnTo>
                  <a:lnTo>
                    <a:pt x="144185" y="356396"/>
                  </a:lnTo>
                  <a:lnTo>
                    <a:pt x="144262" y="356766"/>
                  </a:lnTo>
                  <a:lnTo>
                    <a:pt x="144249" y="357096"/>
                  </a:lnTo>
                  <a:lnTo>
                    <a:pt x="144249" y="357375"/>
                  </a:lnTo>
                  <a:lnTo>
                    <a:pt x="144250" y="357530"/>
                  </a:lnTo>
                  <a:lnTo>
                    <a:pt x="144260" y="357719"/>
                  </a:lnTo>
                  <a:lnTo>
                    <a:pt x="144285" y="357949"/>
                  </a:lnTo>
                  <a:lnTo>
                    <a:pt x="144371" y="358316"/>
                  </a:lnTo>
                  <a:lnTo>
                    <a:pt x="144438" y="358548"/>
                  </a:lnTo>
                  <a:lnTo>
                    <a:pt x="144589" y="358900"/>
                  </a:lnTo>
                  <a:lnTo>
                    <a:pt x="144545" y="359342"/>
                  </a:lnTo>
                  <a:lnTo>
                    <a:pt x="144555" y="359491"/>
                  </a:lnTo>
                  <a:lnTo>
                    <a:pt x="144547" y="359801"/>
                  </a:lnTo>
                  <a:lnTo>
                    <a:pt x="144612" y="360417"/>
                  </a:lnTo>
                  <a:lnTo>
                    <a:pt x="144665" y="360703"/>
                  </a:lnTo>
                  <a:lnTo>
                    <a:pt x="144550" y="360921"/>
                  </a:lnTo>
                  <a:lnTo>
                    <a:pt x="144688" y="361255"/>
                  </a:lnTo>
                  <a:lnTo>
                    <a:pt x="144596" y="361767"/>
                  </a:lnTo>
                  <a:lnTo>
                    <a:pt x="144444" y="362078"/>
                  </a:lnTo>
                  <a:lnTo>
                    <a:pt x="144324" y="362590"/>
                  </a:lnTo>
                  <a:lnTo>
                    <a:pt x="144394" y="362971"/>
                  </a:lnTo>
                  <a:lnTo>
                    <a:pt x="144172" y="363451"/>
                  </a:lnTo>
                  <a:lnTo>
                    <a:pt x="143883" y="363576"/>
                  </a:lnTo>
                  <a:lnTo>
                    <a:pt x="143716" y="363633"/>
                  </a:lnTo>
                  <a:lnTo>
                    <a:pt x="143523" y="363683"/>
                  </a:lnTo>
                  <a:lnTo>
                    <a:pt x="143301" y="363737"/>
                  </a:lnTo>
                  <a:lnTo>
                    <a:pt x="142933" y="363749"/>
                  </a:lnTo>
                  <a:lnTo>
                    <a:pt x="142302" y="363886"/>
                  </a:lnTo>
                  <a:lnTo>
                    <a:pt x="141908" y="364149"/>
                  </a:lnTo>
                  <a:lnTo>
                    <a:pt x="141946" y="364503"/>
                  </a:lnTo>
                  <a:lnTo>
                    <a:pt x="141718" y="364659"/>
                  </a:lnTo>
                  <a:lnTo>
                    <a:pt x="141357" y="364258"/>
                  </a:lnTo>
                  <a:lnTo>
                    <a:pt x="140885" y="364545"/>
                  </a:lnTo>
                  <a:lnTo>
                    <a:pt x="140117" y="364789"/>
                  </a:lnTo>
                  <a:lnTo>
                    <a:pt x="139067" y="364922"/>
                  </a:lnTo>
                  <a:lnTo>
                    <a:pt x="137761" y="364989"/>
                  </a:lnTo>
                  <a:lnTo>
                    <a:pt x="137486" y="364859"/>
                  </a:lnTo>
                  <a:lnTo>
                    <a:pt x="137485" y="364408"/>
                  </a:lnTo>
                  <a:lnTo>
                    <a:pt x="137389" y="364154"/>
                  </a:lnTo>
                  <a:lnTo>
                    <a:pt x="137145" y="363542"/>
                  </a:lnTo>
                  <a:lnTo>
                    <a:pt x="136774" y="363312"/>
                  </a:lnTo>
                  <a:lnTo>
                    <a:pt x="136500" y="363395"/>
                  </a:lnTo>
                  <a:lnTo>
                    <a:pt x="136142" y="363557"/>
                  </a:lnTo>
                  <a:lnTo>
                    <a:pt x="136093" y="363085"/>
                  </a:lnTo>
                  <a:lnTo>
                    <a:pt x="135909" y="362970"/>
                  </a:lnTo>
                  <a:lnTo>
                    <a:pt x="135444" y="362884"/>
                  </a:lnTo>
                  <a:lnTo>
                    <a:pt x="135314" y="362572"/>
                  </a:lnTo>
                  <a:lnTo>
                    <a:pt x="135244" y="362437"/>
                  </a:lnTo>
                  <a:lnTo>
                    <a:pt x="135535" y="362074"/>
                  </a:lnTo>
                  <a:lnTo>
                    <a:pt x="135515" y="361809"/>
                  </a:lnTo>
                  <a:lnTo>
                    <a:pt x="135406" y="361512"/>
                  </a:lnTo>
                  <a:lnTo>
                    <a:pt x="135443" y="361269"/>
                  </a:lnTo>
                  <a:lnTo>
                    <a:pt x="135498" y="361005"/>
                  </a:lnTo>
                  <a:lnTo>
                    <a:pt x="135531" y="360696"/>
                  </a:lnTo>
                  <a:lnTo>
                    <a:pt x="135299" y="360621"/>
                  </a:lnTo>
                  <a:lnTo>
                    <a:pt x="134821" y="360072"/>
                  </a:lnTo>
                  <a:lnTo>
                    <a:pt x="134570" y="360024"/>
                  </a:lnTo>
                  <a:lnTo>
                    <a:pt x="134335" y="359997"/>
                  </a:lnTo>
                  <a:lnTo>
                    <a:pt x="133989" y="359986"/>
                  </a:lnTo>
                  <a:lnTo>
                    <a:pt x="133596" y="360002"/>
                  </a:lnTo>
                  <a:lnTo>
                    <a:pt x="133199" y="360062"/>
                  </a:lnTo>
                  <a:lnTo>
                    <a:pt x="132716" y="360161"/>
                  </a:lnTo>
                  <a:lnTo>
                    <a:pt x="132120" y="360345"/>
                  </a:lnTo>
                  <a:lnTo>
                    <a:pt x="131688" y="360495"/>
                  </a:lnTo>
                  <a:lnTo>
                    <a:pt x="131382" y="360635"/>
                  </a:lnTo>
                  <a:lnTo>
                    <a:pt x="130995" y="360806"/>
                  </a:lnTo>
                  <a:lnTo>
                    <a:pt x="130565" y="360989"/>
                  </a:lnTo>
                  <a:lnTo>
                    <a:pt x="129764" y="361066"/>
                  </a:lnTo>
                  <a:lnTo>
                    <a:pt x="129548" y="361024"/>
                  </a:lnTo>
                  <a:lnTo>
                    <a:pt x="129309" y="361015"/>
                  </a:lnTo>
                  <a:lnTo>
                    <a:pt x="128689" y="360908"/>
                  </a:lnTo>
                  <a:lnTo>
                    <a:pt x="128409" y="360781"/>
                  </a:lnTo>
                  <a:lnTo>
                    <a:pt x="128274" y="360752"/>
                  </a:lnTo>
                  <a:lnTo>
                    <a:pt x="127962" y="360994"/>
                  </a:lnTo>
                  <a:lnTo>
                    <a:pt x="128581" y="361242"/>
                  </a:lnTo>
                  <a:lnTo>
                    <a:pt x="128919" y="361374"/>
                  </a:lnTo>
                  <a:lnTo>
                    <a:pt x="129274" y="361571"/>
                  </a:lnTo>
                  <a:lnTo>
                    <a:pt x="128240" y="361894"/>
                  </a:lnTo>
                  <a:lnTo>
                    <a:pt x="127587" y="362151"/>
                  </a:lnTo>
                  <a:lnTo>
                    <a:pt x="127251" y="362322"/>
                  </a:lnTo>
                  <a:lnTo>
                    <a:pt x="126912" y="362450"/>
                  </a:lnTo>
                  <a:lnTo>
                    <a:pt x="126760" y="362505"/>
                  </a:lnTo>
                  <a:lnTo>
                    <a:pt x="126580" y="362616"/>
                  </a:lnTo>
                  <a:lnTo>
                    <a:pt x="126204" y="362925"/>
                  </a:lnTo>
                  <a:lnTo>
                    <a:pt x="126049" y="363035"/>
                  </a:lnTo>
                  <a:lnTo>
                    <a:pt x="125554" y="363462"/>
                  </a:lnTo>
                  <a:lnTo>
                    <a:pt x="125624" y="363139"/>
                  </a:lnTo>
                  <a:lnTo>
                    <a:pt x="123952" y="364481"/>
                  </a:lnTo>
                  <a:lnTo>
                    <a:pt x="123613" y="364809"/>
                  </a:lnTo>
                  <a:lnTo>
                    <a:pt x="122317" y="365624"/>
                  </a:lnTo>
                  <a:lnTo>
                    <a:pt x="121592" y="365875"/>
                  </a:lnTo>
                  <a:lnTo>
                    <a:pt x="121282" y="366014"/>
                  </a:lnTo>
                  <a:lnTo>
                    <a:pt x="120866" y="366106"/>
                  </a:lnTo>
                  <a:lnTo>
                    <a:pt x="120629" y="365958"/>
                  </a:lnTo>
                  <a:lnTo>
                    <a:pt x="120207" y="365833"/>
                  </a:lnTo>
                  <a:lnTo>
                    <a:pt x="119866" y="365618"/>
                  </a:lnTo>
                  <a:lnTo>
                    <a:pt x="119848" y="365480"/>
                  </a:lnTo>
                  <a:lnTo>
                    <a:pt x="119683" y="364527"/>
                  </a:lnTo>
                  <a:lnTo>
                    <a:pt x="119651" y="364739"/>
                  </a:lnTo>
                  <a:lnTo>
                    <a:pt x="119274" y="365152"/>
                  </a:lnTo>
                  <a:lnTo>
                    <a:pt x="119088" y="364778"/>
                  </a:lnTo>
                  <a:lnTo>
                    <a:pt x="118949" y="364572"/>
                  </a:lnTo>
                  <a:lnTo>
                    <a:pt x="119391" y="364001"/>
                  </a:lnTo>
                  <a:lnTo>
                    <a:pt x="119543" y="363955"/>
                  </a:lnTo>
                  <a:lnTo>
                    <a:pt x="119770" y="363897"/>
                  </a:lnTo>
                  <a:lnTo>
                    <a:pt x="119924" y="363752"/>
                  </a:lnTo>
                  <a:lnTo>
                    <a:pt x="120064" y="363594"/>
                  </a:lnTo>
                  <a:lnTo>
                    <a:pt x="119998" y="363418"/>
                  </a:lnTo>
                  <a:lnTo>
                    <a:pt x="119900" y="363164"/>
                  </a:lnTo>
                  <a:lnTo>
                    <a:pt x="119515" y="363350"/>
                  </a:lnTo>
                  <a:lnTo>
                    <a:pt x="119285" y="363329"/>
                  </a:lnTo>
                  <a:lnTo>
                    <a:pt x="119437" y="363063"/>
                  </a:lnTo>
                  <a:lnTo>
                    <a:pt x="119672" y="362967"/>
                  </a:lnTo>
                  <a:lnTo>
                    <a:pt x="120042" y="362841"/>
                  </a:lnTo>
                  <a:lnTo>
                    <a:pt x="120223" y="362666"/>
                  </a:lnTo>
                  <a:lnTo>
                    <a:pt x="119985" y="362626"/>
                  </a:lnTo>
                  <a:lnTo>
                    <a:pt x="119836" y="362731"/>
                  </a:lnTo>
                  <a:lnTo>
                    <a:pt x="119196" y="362901"/>
                  </a:lnTo>
                  <a:lnTo>
                    <a:pt x="118883" y="363381"/>
                  </a:lnTo>
                  <a:lnTo>
                    <a:pt x="118440" y="363466"/>
                  </a:lnTo>
                  <a:lnTo>
                    <a:pt x="118436" y="362914"/>
                  </a:lnTo>
                  <a:lnTo>
                    <a:pt x="118532" y="362095"/>
                  </a:lnTo>
                  <a:lnTo>
                    <a:pt x="118074" y="362200"/>
                  </a:lnTo>
                  <a:lnTo>
                    <a:pt x="118149" y="361734"/>
                  </a:lnTo>
                  <a:lnTo>
                    <a:pt x="118290" y="361461"/>
                  </a:lnTo>
                  <a:lnTo>
                    <a:pt x="118141" y="361349"/>
                  </a:lnTo>
                  <a:lnTo>
                    <a:pt x="118032" y="361544"/>
                  </a:lnTo>
                  <a:lnTo>
                    <a:pt x="117693" y="361794"/>
                  </a:lnTo>
                  <a:lnTo>
                    <a:pt x="117296" y="362135"/>
                  </a:lnTo>
                  <a:lnTo>
                    <a:pt x="116788" y="361630"/>
                  </a:lnTo>
                  <a:lnTo>
                    <a:pt x="116678" y="361498"/>
                  </a:lnTo>
                  <a:lnTo>
                    <a:pt x="116252" y="361888"/>
                  </a:lnTo>
                  <a:lnTo>
                    <a:pt x="116053" y="362059"/>
                  </a:lnTo>
                  <a:lnTo>
                    <a:pt x="115452" y="362156"/>
                  </a:lnTo>
                  <a:lnTo>
                    <a:pt x="115099" y="362237"/>
                  </a:lnTo>
                  <a:lnTo>
                    <a:pt x="114668" y="362072"/>
                  </a:lnTo>
                  <a:lnTo>
                    <a:pt x="114578" y="361245"/>
                  </a:lnTo>
                  <a:lnTo>
                    <a:pt x="114416" y="361299"/>
                  </a:lnTo>
                  <a:lnTo>
                    <a:pt x="114297" y="361928"/>
                  </a:lnTo>
                  <a:lnTo>
                    <a:pt x="113832" y="361968"/>
                  </a:lnTo>
                  <a:lnTo>
                    <a:pt x="114778" y="362590"/>
                  </a:lnTo>
                  <a:lnTo>
                    <a:pt x="114653" y="362780"/>
                  </a:lnTo>
                  <a:lnTo>
                    <a:pt x="114262" y="362860"/>
                  </a:lnTo>
                  <a:lnTo>
                    <a:pt x="115088" y="363570"/>
                  </a:lnTo>
                  <a:lnTo>
                    <a:pt x="115284" y="363504"/>
                  </a:lnTo>
                  <a:lnTo>
                    <a:pt x="115492" y="363537"/>
                  </a:lnTo>
                  <a:lnTo>
                    <a:pt x="115732" y="363750"/>
                  </a:lnTo>
                  <a:lnTo>
                    <a:pt x="115666" y="363999"/>
                  </a:lnTo>
                  <a:lnTo>
                    <a:pt x="115792" y="364137"/>
                  </a:lnTo>
                  <a:lnTo>
                    <a:pt x="116020" y="363712"/>
                  </a:lnTo>
                  <a:lnTo>
                    <a:pt x="116354" y="363909"/>
                  </a:lnTo>
                  <a:lnTo>
                    <a:pt x="116798" y="364137"/>
                  </a:lnTo>
                  <a:lnTo>
                    <a:pt x="117088" y="364206"/>
                  </a:lnTo>
                  <a:lnTo>
                    <a:pt x="117469" y="364349"/>
                  </a:lnTo>
                  <a:lnTo>
                    <a:pt x="117977" y="364683"/>
                  </a:lnTo>
                  <a:lnTo>
                    <a:pt x="117953" y="365098"/>
                  </a:lnTo>
                  <a:lnTo>
                    <a:pt x="117885" y="365411"/>
                  </a:lnTo>
                  <a:lnTo>
                    <a:pt x="117869" y="365556"/>
                  </a:lnTo>
                  <a:lnTo>
                    <a:pt x="117897" y="365762"/>
                  </a:lnTo>
                  <a:lnTo>
                    <a:pt x="117681" y="366142"/>
                  </a:lnTo>
                  <a:lnTo>
                    <a:pt x="117887" y="366373"/>
                  </a:lnTo>
                  <a:lnTo>
                    <a:pt x="117874" y="366645"/>
                  </a:lnTo>
                  <a:lnTo>
                    <a:pt x="117746" y="367031"/>
                  </a:lnTo>
                  <a:lnTo>
                    <a:pt x="117666" y="367163"/>
                  </a:lnTo>
                  <a:lnTo>
                    <a:pt x="117507" y="367384"/>
                  </a:lnTo>
                  <a:lnTo>
                    <a:pt x="117440" y="367531"/>
                  </a:lnTo>
                  <a:lnTo>
                    <a:pt x="117077" y="367788"/>
                  </a:lnTo>
                  <a:lnTo>
                    <a:pt x="116916" y="367802"/>
                  </a:lnTo>
                  <a:lnTo>
                    <a:pt x="116880" y="368149"/>
                  </a:lnTo>
                  <a:lnTo>
                    <a:pt x="117002" y="368429"/>
                  </a:lnTo>
                  <a:lnTo>
                    <a:pt x="117137" y="368690"/>
                  </a:lnTo>
                  <a:lnTo>
                    <a:pt x="117494" y="368702"/>
                  </a:lnTo>
                  <a:lnTo>
                    <a:pt x="117705" y="369111"/>
                  </a:lnTo>
                  <a:lnTo>
                    <a:pt x="117251" y="369094"/>
                  </a:lnTo>
                  <a:lnTo>
                    <a:pt x="116946" y="369083"/>
                  </a:lnTo>
                  <a:lnTo>
                    <a:pt x="116306" y="369125"/>
                  </a:lnTo>
                  <a:lnTo>
                    <a:pt x="115954" y="369192"/>
                  </a:lnTo>
                  <a:lnTo>
                    <a:pt x="115731" y="369247"/>
                  </a:lnTo>
                  <a:lnTo>
                    <a:pt x="115319" y="369372"/>
                  </a:lnTo>
                  <a:lnTo>
                    <a:pt x="114936" y="369556"/>
                  </a:lnTo>
                  <a:lnTo>
                    <a:pt x="114788" y="369631"/>
                  </a:lnTo>
                  <a:lnTo>
                    <a:pt x="114597" y="369720"/>
                  </a:lnTo>
                  <a:lnTo>
                    <a:pt x="114416" y="369818"/>
                  </a:lnTo>
                  <a:lnTo>
                    <a:pt x="114081" y="370020"/>
                  </a:lnTo>
                  <a:lnTo>
                    <a:pt x="113482" y="370537"/>
                  </a:lnTo>
                  <a:lnTo>
                    <a:pt x="113214" y="370869"/>
                  </a:lnTo>
                  <a:lnTo>
                    <a:pt x="113046" y="371184"/>
                  </a:lnTo>
                  <a:lnTo>
                    <a:pt x="112947" y="371457"/>
                  </a:lnTo>
                  <a:lnTo>
                    <a:pt x="112872" y="371812"/>
                  </a:lnTo>
                  <a:lnTo>
                    <a:pt x="112961" y="372114"/>
                  </a:lnTo>
                  <a:lnTo>
                    <a:pt x="112934" y="372332"/>
                  </a:lnTo>
                  <a:lnTo>
                    <a:pt x="112947" y="372601"/>
                  </a:lnTo>
                  <a:lnTo>
                    <a:pt x="113089" y="372980"/>
                  </a:lnTo>
                  <a:lnTo>
                    <a:pt x="112929" y="373283"/>
                  </a:lnTo>
                  <a:lnTo>
                    <a:pt x="112725" y="373359"/>
                  </a:lnTo>
                  <a:lnTo>
                    <a:pt x="112361" y="373437"/>
                  </a:lnTo>
                  <a:lnTo>
                    <a:pt x="111640" y="373975"/>
                  </a:lnTo>
                  <a:lnTo>
                    <a:pt x="111424" y="373387"/>
                  </a:lnTo>
                  <a:lnTo>
                    <a:pt x="111521" y="373180"/>
                  </a:lnTo>
                  <a:lnTo>
                    <a:pt x="111161" y="372886"/>
                  </a:lnTo>
                  <a:lnTo>
                    <a:pt x="110948" y="372878"/>
                  </a:lnTo>
                  <a:lnTo>
                    <a:pt x="110716" y="372877"/>
                  </a:lnTo>
                  <a:lnTo>
                    <a:pt x="110469" y="372513"/>
                  </a:lnTo>
                  <a:lnTo>
                    <a:pt x="110330" y="372530"/>
                  </a:lnTo>
                  <a:lnTo>
                    <a:pt x="110976" y="373201"/>
                  </a:lnTo>
                  <a:lnTo>
                    <a:pt x="111260" y="373572"/>
                  </a:lnTo>
                  <a:lnTo>
                    <a:pt x="111128" y="373442"/>
                  </a:lnTo>
                  <a:lnTo>
                    <a:pt x="110533" y="373200"/>
                  </a:lnTo>
                  <a:lnTo>
                    <a:pt x="110181" y="373188"/>
                  </a:lnTo>
                  <a:lnTo>
                    <a:pt x="110003" y="373204"/>
                  </a:lnTo>
                  <a:lnTo>
                    <a:pt x="109632" y="373282"/>
                  </a:lnTo>
                  <a:lnTo>
                    <a:pt x="109261" y="373418"/>
                  </a:lnTo>
                  <a:lnTo>
                    <a:pt x="108790" y="373677"/>
                  </a:lnTo>
                  <a:lnTo>
                    <a:pt x="108429" y="373933"/>
                  </a:lnTo>
                  <a:lnTo>
                    <a:pt x="108292" y="374034"/>
                  </a:lnTo>
                  <a:lnTo>
                    <a:pt x="108007" y="374258"/>
                  </a:lnTo>
                  <a:lnTo>
                    <a:pt x="107545" y="374520"/>
                  </a:lnTo>
                  <a:lnTo>
                    <a:pt x="107322" y="374318"/>
                  </a:lnTo>
                  <a:lnTo>
                    <a:pt x="107669" y="373957"/>
                  </a:lnTo>
                  <a:lnTo>
                    <a:pt x="107719" y="373692"/>
                  </a:lnTo>
                  <a:lnTo>
                    <a:pt x="107532" y="373553"/>
                  </a:lnTo>
                  <a:lnTo>
                    <a:pt x="107383" y="373639"/>
                  </a:lnTo>
                  <a:lnTo>
                    <a:pt x="107251" y="373684"/>
                  </a:lnTo>
                  <a:lnTo>
                    <a:pt x="106665" y="373668"/>
                  </a:lnTo>
                  <a:lnTo>
                    <a:pt x="106257" y="373813"/>
                  </a:lnTo>
                  <a:lnTo>
                    <a:pt x="106047" y="373911"/>
                  </a:lnTo>
                  <a:lnTo>
                    <a:pt x="105825" y="374056"/>
                  </a:lnTo>
                  <a:lnTo>
                    <a:pt x="105446" y="374310"/>
                  </a:lnTo>
                  <a:lnTo>
                    <a:pt x="105225" y="374480"/>
                  </a:lnTo>
                  <a:lnTo>
                    <a:pt x="104516" y="374664"/>
                  </a:lnTo>
                  <a:lnTo>
                    <a:pt x="104500" y="374466"/>
                  </a:lnTo>
                  <a:lnTo>
                    <a:pt x="104434" y="374253"/>
                  </a:lnTo>
                  <a:lnTo>
                    <a:pt x="104084" y="374086"/>
                  </a:lnTo>
                  <a:lnTo>
                    <a:pt x="103823" y="373924"/>
                  </a:lnTo>
                  <a:lnTo>
                    <a:pt x="103761" y="373762"/>
                  </a:lnTo>
                  <a:lnTo>
                    <a:pt x="103943" y="373573"/>
                  </a:lnTo>
                  <a:lnTo>
                    <a:pt x="104234" y="373715"/>
                  </a:lnTo>
                  <a:lnTo>
                    <a:pt x="104450" y="373752"/>
                  </a:lnTo>
                  <a:lnTo>
                    <a:pt x="104702" y="373761"/>
                  </a:lnTo>
                  <a:lnTo>
                    <a:pt x="104908" y="373729"/>
                  </a:lnTo>
                  <a:lnTo>
                    <a:pt x="105012" y="373543"/>
                  </a:lnTo>
                  <a:lnTo>
                    <a:pt x="104747" y="373459"/>
                  </a:lnTo>
                  <a:lnTo>
                    <a:pt x="104036" y="373155"/>
                  </a:lnTo>
                  <a:lnTo>
                    <a:pt x="103740" y="372552"/>
                  </a:lnTo>
                  <a:lnTo>
                    <a:pt x="103735" y="372397"/>
                  </a:lnTo>
                  <a:lnTo>
                    <a:pt x="103144" y="371501"/>
                  </a:lnTo>
                  <a:lnTo>
                    <a:pt x="103100" y="371307"/>
                  </a:lnTo>
                  <a:lnTo>
                    <a:pt x="102955" y="371495"/>
                  </a:lnTo>
                  <a:lnTo>
                    <a:pt x="103084" y="371851"/>
                  </a:lnTo>
                  <a:lnTo>
                    <a:pt x="103005" y="372277"/>
                  </a:lnTo>
                  <a:lnTo>
                    <a:pt x="103002" y="372953"/>
                  </a:lnTo>
                  <a:lnTo>
                    <a:pt x="103217" y="373113"/>
                  </a:lnTo>
                  <a:lnTo>
                    <a:pt x="102197" y="373531"/>
                  </a:lnTo>
                  <a:lnTo>
                    <a:pt x="101623" y="373335"/>
                  </a:lnTo>
                  <a:lnTo>
                    <a:pt x="101116" y="373070"/>
                  </a:lnTo>
                  <a:lnTo>
                    <a:pt x="100896" y="373040"/>
                  </a:lnTo>
                  <a:lnTo>
                    <a:pt x="100576" y="373061"/>
                  </a:lnTo>
                  <a:lnTo>
                    <a:pt x="100629" y="373301"/>
                  </a:lnTo>
                  <a:lnTo>
                    <a:pt x="101232" y="373498"/>
                  </a:lnTo>
                  <a:lnTo>
                    <a:pt x="101351" y="373745"/>
                  </a:lnTo>
                  <a:lnTo>
                    <a:pt x="101485" y="373780"/>
                  </a:lnTo>
                  <a:lnTo>
                    <a:pt x="102015" y="373850"/>
                  </a:lnTo>
                  <a:lnTo>
                    <a:pt x="101692" y="374036"/>
                  </a:lnTo>
                  <a:lnTo>
                    <a:pt x="101118" y="374227"/>
                  </a:lnTo>
                  <a:lnTo>
                    <a:pt x="100822" y="374339"/>
                  </a:lnTo>
                  <a:lnTo>
                    <a:pt x="100594" y="374460"/>
                  </a:lnTo>
                  <a:lnTo>
                    <a:pt x="100304" y="374638"/>
                  </a:lnTo>
                  <a:lnTo>
                    <a:pt x="100056" y="374844"/>
                  </a:lnTo>
                  <a:lnTo>
                    <a:pt x="99883" y="375065"/>
                  </a:lnTo>
                  <a:lnTo>
                    <a:pt x="99528" y="375473"/>
                  </a:lnTo>
                  <a:lnTo>
                    <a:pt x="99296" y="375761"/>
                  </a:lnTo>
                  <a:lnTo>
                    <a:pt x="99008" y="376068"/>
                  </a:lnTo>
                  <a:lnTo>
                    <a:pt x="98822" y="376249"/>
                  </a:lnTo>
                  <a:lnTo>
                    <a:pt x="98320" y="376671"/>
                  </a:lnTo>
                  <a:lnTo>
                    <a:pt x="97895" y="377044"/>
                  </a:lnTo>
                  <a:lnTo>
                    <a:pt x="97633" y="377207"/>
                  </a:lnTo>
                  <a:lnTo>
                    <a:pt x="97189" y="377720"/>
                  </a:lnTo>
                  <a:lnTo>
                    <a:pt x="96948" y="377630"/>
                  </a:lnTo>
                  <a:lnTo>
                    <a:pt x="96627" y="377875"/>
                  </a:lnTo>
                  <a:lnTo>
                    <a:pt x="96264" y="378430"/>
                  </a:lnTo>
                  <a:lnTo>
                    <a:pt x="95963" y="378740"/>
                  </a:lnTo>
                  <a:lnTo>
                    <a:pt x="95657" y="378626"/>
                  </a:lnTo>
                  <a:lnTo>
                    <a:pt x="95498" y="378733"/>
                  </a:lnTo>
                  <a:lnTo>
                    <a:pt x="95232" y="378383"/>
                  </a:lnTo>
                  <a:lnTo>
                    <a:pt x="95284" y="378231"/>
                  </a:lnTo>
                  <a:lnTo>
                    <a:pt x="95316" y="378058"/>
                  </a:lnTo>
                  <a:lnTo>
                    <a:pt x="95263" y="377899"/>
                  </a:lnTo>
                  <a:lnTo>
                    <a:pt x="95327" y="377618"/>
                  </a:lnTo>
                  <a:lnTo>
                    <a:pt x="95832" y="377783"/>
                  </a:lnTo>
                  <a:lnTo>
                    <a:pt x="96453" y="377290"/>
                  </a:lnTo>
                  <a:lnTo>
                    <a:pt x="96223" y="376862"/>
                  </a:lnTo>
                  <a:lnTo>
                    <a:pt x="96398" y="376559"/>
                  </a:lnTo>
                  <a:lnTo>
                    <a:pt x="96552" y="376265"/>
                  </a:lnTo>
                  <a:lnTo>
                    <a:pt x="96839" y="375975"/>
                  </a:lnTo>
                  <a:lnTo>
                    <a:pt x="96895" y="375773"/>
                  </a:lnTo>
                  <a:lnTo>
                    <a:pt x="96571" y="375353"/>
                  </a:lnTo>
                  <a:lnTo>
                    <a:pt x="96373" y="375332"/>
                  </a:lnTo>
                  <a:lnTo>
                    <a:pt x="95762" y="374908"/>
                  </a:lnTo>
                  <a:lnTo>
                    <a:pt x="95570" y="375075"/>
                  </a:lnTo>
                  <a:lnTo>
                    <a:pt x="95422" y="375310"/>
                  </a:lnTo>
                  <a:lnTo>
                    <a:pt x="95229" y="375253"/>
                  </a:lnTo>
                  <a:lnTo>
                    <a:pt x="95027" y="375209"/>
                  </a:lnTo>
                  <a:lnTo>
                    <a:pt x="94787" y="375032"/>
                  </a:lnTo>
                  <a:lnTo>
                    <a:pt x="94437" y="375021"/>
                  </a:lnTo>
                  <a:lnTo>
                    <a:pt x="94251" y="374766"/>
                  </a:lnTo>
                  <a:lnTo>
                    <a:pt x="93617" y="374367"/>
                  </a:lnTo>
                  <a:lnTo>
                    <a:pt x="93084" y="374248"/>
                  </a:lnTo>
                  <a:lnTo>
                    <a:pt x="92532" y="374347"/>
                  </a:lnTo>
                  <a:lnTo>
                    <a:pt x="92402" y="374434"/>
                  </a:lnTo>
                  <a:lnTo>
                    <a:pt x="92264" y="374915"/>
                  </a:lnTo>
                  <a:lnTo>
                    <a:pt x="92310" y="375042"/>
                  </a:lnTo>
                  <a:lnTo>
                    <a:pt x="92669" y="374890"/>
                  </a:lnTo>
                  <a:lnTo>
                    <a:pt x="92906" y="374854"/>
                  </a:lnTo>
                  <a:lnTo>
                    <a:pt x="93159" y="374854"/>
                  </a:lnTo>
                  <a:lnTo>
                    <a:pt x="93548" y="374854"/>
                  </a:lnTo>
                  <a:lnTo>
                    <a:pt x="93798" y="374886"/>
                  </a:lnTo>
                  <a:lnTo>
                    <a:pt x="94081" y="375232"/>
                  </a:lnTo>
                  <a:lnTo>
                    <a:pt x="94305" y="375364"/>
                  </a:lnTo>
                  <a:lnTo>
                    <a:pt x="94367" y="375606"/>
                  </a:lnTo>
                  <a:lnTo>
                    <a:pt x="94143" y="375845"/>
                  </a:lnTo>
                  <a:lnTo>
                    <a:pt x="93983" y="375829"/>
                  </a:lnTo>
                  <a:lnTo>
                    <a:pt x="93656" y="375760"/>
                  </a:lnTo>
                  <a:lnTo>
                    <a:pt x="93378" y="375697"/>
                  </a:lnTo>
                  <a:lnTo>
                    <a:pt x="93244" y="375714"/>
                  </a:lnTo>
                  <a:lnTo>
                    <a:pt x="93023" y="375753"/>
                  </a:lnTo>
                  <a:lnTo>
                    <a:pt x="92537" y="375881"/>
                  </a:lnTo>
                  <a:lnTo>
                    <a:pt x="92113" y="376041"/>
                  </a:lnTo>
                  <a:lnTo>
                    <a:pt x="91979" y="376104"/>
                  </a:lnTo>
                  <a:lnTo>
                    <a:pt x="91626" y="376246"/>
                  </a:lnTo>
                  <a:lnTo>
                    <a:pt x="91154" y="376421"/>
                  </a:lnTo>
                  <a:lnTo>
                    <a:pt x="90695" y="376455"/>
                  </a:lnTo>
                  <a:lnTo>
                    <a:pt x="90433" y="376516"/>
                  </a:lnTo>
                  <a:lnTo>
                    <a:pt x="89996" y="376406"/>
                  </a:lnTo>
                  <a:lnTo>
                    <a:pt x="89790" y="376365"/>
                  </a:lnTo>
                  <a:lnTo>
                    <a:pt x="89481" y="376394"/>
                  </a:lnTo>
                  <a:lnTo>
                    <a:pt x="89232" y="376463"/>
                  </a:lnTo>
                  <a:lnTo>
                    <a:pt x="88945" y="376621"/>
                  </a:lnTo>
                  <a:lnTo>
                    <a:pt x="88448" y="376522"/>
                  </a:lnTo>
                  <a:lnTo>
                    <a:pt x="88044" y="376126"/>
                  </a:lnTo>
                  <a:lnTo>
                    <a:pt x="88051" y="375836"/>
                  </a:lnTo>
                  <a:lnTo>
                    <a:pt x="88383" y="375903"/>
                  </a:lnTo>
                  <a:lnTo>
                    <a:pt x="88337" y="375619"/>
                  </a:lnTo>
                  <a:lnTo>
                    <a:pt x="88162" y="375646"/>
                  </a:lnTo>
                  <a:lnTo>
                    <a:pt x="87883" y="375765"/>
                  </a:lnTo>
                  <a:lnTo>
                    <a:pt x="87726" y="375636"/>
                  </a:lnTo>
                  <a:lnTo>
                    <a:pt x="87578" y="375512"/>
                  </a:lnTo>
                  <a:lnTo>
                    <a:pt x="87416" y="375414"/>
                  </a:lnTo>
                  <a:lnTo>
                    <a:pt x="87428" y="375261"/>
                  </a:lnTo>
                  <a:lnTo>
                    <a:pt x="87463" y="375058"/>
                  </a:lnTo>
                  <a:lnTo>
                    <a:pt x="87646" y="374696"/>
                  </a:lnTo>
                  <a:lnTo>
                    <a:pt x="87698" y="374548"/>
                  </a:lnTo>
                  <a:lnTo>
                    <a:pt x="87718" y="374343"/>
                  </a:lnTo>
                  <a:lnTo>
                    <a:pt x="87562" y="374240"/>
                  </a:lnTo>
                  <a:lnTo>
                    <a:pt x="87318" y="374096"/>
                  </a:lnTo>
                  <a:lnTo>
                    <a:pt x="87155" y="374099"/>
                  </a:lnTo>
                  <a:lnTo>
                    <a:pt x="87003" y="374090"/>
                  </a:lnTo>
                  <a:lnTo>
                    <a:pt x="86405" y="374012"/>
                  </a:lnTo>
                  <a:lnTo>
                    <a:pt x="85732" y="373331"/>
                  </a:lnTo>
                  <a:lnTo>
                    <a:pt x="85691" y="373175"/>
                  </a:lnTo>
                  <a:lnTo>
                    <a:pt x="85627" y="373461"/>
                  </a:lnTo>
                  <a:lnTo>
                    <a:pt x="85577" y="373623"/>
                  </a:lnTo>
                  <a:lnTo>
                    <a:pt x="85431" y="373812"/>
                  </a:lnTo>
                  <a:lnTo>
                    <a:pt x="85075" y="374210"/>
                  </a:lnTo>
                  <a:lnTo>
                    <a:pt x="84862" y="374104"/>
                  </a:lnTo>
                  <a:lnTo>
                    <a:pt x="85019" y="374282"/>
                  </a:lnTo>
                  <a:lnTo>
                    <a:pt x="84239" y="375478"/>
                  </a:lnTo>
                  <a:lnTo>
                    <a:pt x="84403" y="375517"/>
                  </a:lnTo>
                  <a:lnTo>
                    <a:pt x="84697" y="375452"/>
                  </a:lnTo>
                  <a:lnTo>
                    <a:pt x="84919" y="375864"/>
                  </a:lnTo>
                  <a:lnTo>
                    <a:pt x="84882" y="376100"/>
                  </a:lnTo>
                  <a:lnTo>
                    <a:pt x="85080" y="376261"/>
                  </a:lnTo>
                  <a:lnTo>
                    <a:pt x="85217" y="376105"/>
                  </a:lnTo>
                  <a:lnTo>
                    <a:pt x="85283" y="375921"/>
                  </a:lnTo>
                  <a:lnTo>
                    <a:pt x="85668" y="375748"/>
                  </a:lnTo>
                  <a:lnTo>
                    <a:pt x="85878" y="375881"/>
                  </a:lnTo>
                  <a:lnTo>
                    <a:pt x="86196" y="375959"/>
                  </a:lnTo>
                  <a:lnTo>
                    <a:pt x="86315" y="375643"/>
                  </a:lnTo>
                  <a:lnTo>
                    <a:pt x="86508" y="375526"/>
                  </a:lnTo>
                  <a:lnTo>
                    <a:pt x="86650" y="375512"/>
                  </a:lnTo>
                  <a:lnTo>
                    <a:pt x="87004" y="375609"/>
                  </a:lnTo>
                  <a:lnTo>
                    <a:pt x="87343" y="375867"/>
                  </a:lnTo>
                  <a:lnTo>
                    <a:pt x="87489" y="375988"/>
                  </a:lnTo>
                  <a:lnTo>
                    <a:pt x="87921" y="376479"/>
                  </a:lnTo>
                  <a:lnTo>
                    <a:pt x="87680" y="376611"/>
                  </a:lnTo>
                  <a:lnTo>
                    <a:pt x="87186" y="376717"/>
                  </a:lnTo>
                  <a:lnTo>
                    <a:pt x="86803" y="376783"/>
                  </a:lnTo>
                  <a:lnTo>
                    <a:pt x="86064" y="377027"/>
                  </a:lnTo>
                  <a:lnTo>
                    <a:pt x="85799" y="377131"/>
                  </a:lnTo>
                  <a:lnTo>
                    <a:pt x="85551" y="377244"/>
                  </a:lnTo>
                  <a:lnTo>
                    <a:pt x="85065" y="377562"/>
                  </a:lnTo>
                  <a:lnTo>
                    <a:pt x="84551" y="377956"/>
                  </a:lnTo>
                  <a:lnTo>
                    <a:pt x="84396" y="378088"/>
                  </a:lnTo>
                  <a:lnTo>
                    <a:pt x="84218" y="378251"/>
                  </a:lnTo>
                  <a:lnTo>
                    <a:pt x="83732" y="378288"/>
                  </a:lnTo>
                  <a:lnTo>
                    <a:pt x="83510" y="378291"/>
                  </a:lnTo>
                  <a:lnTo>
                    <a:pt x="83383" y="378336"/>
                  </a:lnTo>
                  <a:lnTo>
                    <a:pt x="83214" y="378408"/>
                  </a:lnTo>
                  <a:lnTo>
                    <a:pt x="83073" y="378480"/>
                  </a:lnTo>
                  <a:lnTo>
                    <a:pt x="82748" y="378723"/>
                  </a:lnTo>
                  <a:lnTo>
                    <a:pt x="82558" y="378858"/>
                  </a:lnTo>
                  <a:lnTo>
                    <a:pt x="81444" y="378777"/>
                  </a:lnTo>
                  <a:lnTo>
                    <a:pt x="80826" y="379108"/>
                  </a:lnTo>
                  <a:lnTo>
                    <a:pt x="80380" y="379465"/>
                  </a:lnTo>
                  <a:lnTo>
                    <a:pt x="80164" y="379680"/>
                  </a:lnTo>
                  <a:lnTo>
                    <a:pt x="80000" y="379857"/>
                  </a:lnTo>
                  <a:lnTo>
                    <a:pt x="79576" y="380322"/>
                  </a:lnTo>
                  <a:lnTo>
                    <a:pt x="79256" y="380409"/>
                  </a:lnTo>
                  <a:lnTo>
                    <a:pt x="79087" y="380376"/>
                  </a:lnTo>
                  <a:lnTo>
                    <a:pt x="78866" y="380336"/>
                  </a:lnTo>
                  <a:lnTo>
                    <a:pt x="78626" y="380417"/>
                  </a:lnTo>
                  <a:lnTo>
                    <a:pt x="78493" y="380424"/>
                  </a:lnTo>
                  <a:lnTo>
                    <a:pt x="78031" y="380109"/>
                  </a:lnTo>
                  <a:lnTo>
                    <a:pt x="77576" y="380101"/>
                  </a:lnTo>
                  <a:lnTo>
                    <a:pt x="77250" y="380264"/>
                  </a:lnTo>
                  <a:lnTo>
                    <a:pt x="77062" y="380315"/>
                  </a:lnTo>
                  <a:lnTo>
                    <a:pt x="77013" y="380146"/>
                  </a:lnTo>
                  <a:lnTo>
                    <a:pt x="76885" y="379958"/>
                  </a:lnTo>
                  <a:lnTo>
                    <a:pt x="76256" y="379775"/>
                  </a:lnTo>
                  <a:lnTo>
                    <a:pt x="75628" y="379597"/>
                  </a:lnTo>
                  <a:lnTo>
                    <a:pt x="75202" y="379700"/>
                  </a:lnTo>
                  <a:lnTo>
                    <a:pt x="75040" y="379746"/>
                  </a:lnTo>
                  <a:lnTo>
                    <a:pt x="74721" y="379844"/>
                  </a:lnTo>
                  <a:lnTo>
                    <a:pt x="74506" y="379926"/>
                  </a:lnTo>
                  <a:lnTo>
                    <a:pt x="73369" y="380485"/>
                  </a:lnTo>
                  <a:lnTo>
                    <a:pt x="73015" y="381040"/>
                  </a:lnTo>
                  <a:lnTo>
                    <a:pt x="72824" y="381181"/>
                  </a:lnTo>
                  <a:lnTo>
                    <a:pt x="72615" y="381380"/>
                  </a:lnTo>
                  <a:lnTo>
                    <a:pt x="72502" y="381514"/>
                  </a:lnTo>
                  <a:lnTo>
                    <a:pt x="72275" y="381783"/>
                  </a:lnTo>
                  <a:lnTo>
                    <a:pt x="72102" y="381991"/>
                  </a:lnTo>
                  <a:lnTo>
                    <a:pt x="71924" y="382221"/>
                  </a:lnTo>
                  <a:lnTo>
                    <a:pt x="71653" y="382589"/>
                  </a:lnTo>
                  <a:lnTo>
                    <a:pt x="71489" y="382843"/>
                  </a:lnTo>
                  <a:lnTo>
                    <a:pt x="71286" y="383164"/>
                  </a:lnTo>
                  <a:lnTo>
                    <a:pt x="71151" y="383390"/>
                  </a:lnTo>
                  <a:lnTo>
                    <a:pt x="70877" y="383773"/>
                  </a:lnTo>
                  <a:lnTo>
                    <a:pt x="70639" y="384120"/>
                  </a:lnTo>
                  <a:lnTo>
                    <a:pt x="70558" y="384250"/>
                  </a:lnTo>
                  <a:lnTo>
                    <a:pt x="70362" y="384632"/>
                  </a:lnTo>
                  <a:lnTo>
                    <a:pt x="70204" y="384988"/>
                  </a:lnTo>
                  <a:lnTo>
                    <a:pt x="70065" y="385359"/>
                  </a:lnTo>
                  <a:lnTo>
                    <a:pt x="69947" y="385723"/>
                  </a:lnTo>
                  <a:lnTo>
                    <a:pt x="69918" y="385890"/>
                  </a:lnTo>
                  <a:lnTo>
                    <a:pt x="69852" y="386094"/>
                  </a:lnTo>
                  <a:lnTo>
                    <a:pt x="69750" y="386381"/>
                  </a:lnTo>
                  <a:lnTo>
                    <a:pt x="69650" y="386608"/>
                  </a:lnTo>
                  <a:lnTo>
                    <a:pt x="69535" y="386823"/>
                  </a:lnTo>
                  <a:lnTo>
                    <a:pt x="69365" y="387142"/>
                  </a:lnTo>
                  <a:lnTo>
                    <a:pt x="69101" y="387323"/>
                  </a:lnTo>
                  <a:lnTo>
                    <a:pt x="68965" y="387499"/>
                  </a:lnTo>
                  <a:lnTo>
                    <a:pt x="68790" y="387760"/>
                  </a:lnTo>
                  <a:lnTo>
                    <a:pt x="68514" y="388111"/>
                  </a:lnTo>
                  <a:lnTo>
                    <a:pt x="68211" y="388282"/>
                  </a:lnTo>
                  <a:lnTo>
                    <a:pt x="67911" y="388417"/>
                  </a:lnTo>
                  <a:lnTo>
                    <a:pt x="67680" y="388374"/>
                  </a:lnTo>
                  <a:lnTo>
                    <a:pt x="67365" y="388096"/>
                  </a:lnTo>
                  <a:lnTo>
                    <a:pt x="67288" y="388504"/>
                  </a:lnTo>
                  <a:lnTo>
                    <a:pt x="66716" y="388509"/>
                  </a:lnTo>
                  <a:lnTo>
                    <a:pt x="66535" y="388457"/>
                  </a:lnTo>
                  <a:lnTo>
                    <a:pt x="66319" y="388468"/>
                  </a:lnTo>
                  <a:lnTo>
                    <a:pt x="66012" y="388428"/>
                  </a:lnTo>
                  <a:lnTo>
                    <a:pt x="65449" y="388332"/>
                  </a:lnTo>
                  <a:lnTo>
                    <a:pt x="65003" y="388527"/>
                  </a:lnTo>
                  <a:lnTo>
                    <a:pt x="64763" y="388695"/>
                  </a:lnTo>
                  <a:lnTo>
                    <a:pt x="64559" y="388895"/>
                  </a:lnTo>
                  <a:lnTo>
                    <a:pt x="63774" y="388767"/>
                  </a:lnTo>
                  <a:lnTo>
                    <a:pt x="63422" y="388613"/>
                  </a:lnTo>
                  <a:lnTo>
                    <a:pt x="63046" y="388479"/>
                  </a:lnTo>
                  <a:lnTo>
                    <a:pt x="62878" y="388411"/>
                  </a:lnTo>
                  <a:lnTo>
                    <a:pt x="62397" y="388420"/>
                  </a:lnTo>
                  <a:lnTo>
                    <a:pt x="62226" y="388490"/>
                  </a:lnTo>
                  <a:lnTo>
                    <a:pt x="62118" y="388645"/>
                  </a:lnTo>
                  <a:lnTo>
                    <a:pt x="61799" y="388878"/>
                  </a:lnTo>
                  <a:lnTo>
                    <a:pt x="61462" y="388936"/>
                  </a:lnTo>
                  <a:lnTo>
                    <a:pt x="61305" y="389014"/>
                  </a:lnTo>
                  <a:lnTo>
                    <a:pt x="61092" y="389306"/>
                  </a:lnTo>
                  <a:lnTo>
                    <a:pt x="60835" y="389862"/>
                  </a:lnTo>
                  <a:lnTo>
                    <a:pt x="60706" y="389889"/>
                  </a:lnTo>
                  <a:lnTo>
                    <a:pt x="60565" y="389920"/>
                  </a:lnTo>
                  <a:lnTo>
                    <a:pt x="60431" y="389925"/>
                  </a:lnTo>
                  <a:lnTo>
                    <a:pt x="60282" y="389921"/>
                  </a:lnTo>
                  <a:lnTo>
                    <a:pt x="60081" y="389869"/>
                  </a:lnTo>
                  <a:lnTo>
                    <a:pt x="59976" y="389714"/>
                  </a:lnTo>
                  <a:lnTo>
                    <a:pt x="59902" y="389421"/>
                  </a:lnTo>
                  <a:lnTo>
                    <a:pt x="59952" y="389288"/>
                  </a:lnTo>
                  <a:lnTo>
                    <a:pt x="60179" y="389055"/>
                  </a:lnTo>
                  <a:lnTo>
                    <a:pt x="60356" y="388591"/>
                  </a:lnTo>
                  <a:lnTo>
                    <a:pt x="60431" y="388250"/>
                  </a:lnTo>
                  <a:lnTo>
                    <a:pt x="60573" y="388066"/>
                  </a:lnTo>
                  <a:lnTo>
                    <a:pt x="60795" y="387884"/>
                  </a:lnTo>
                  <a:lnTo>
                    <a:pt x="60751" y="387438"/>
                  </a:lnTo>
                  <a:lnTo>
                    <a:pt x="60655" y="387208"/>
                  </a:lnTo>
                  <a:lnTo>
                    <a:pt x="60511" y="387173"/>
                  </a:lnTo>
                  <a:lnTo>
                    <a:pt x="60188" y="387331"/>
                  </a:lnTo>
                  <a:lnTo>
                    <a:pt x="60106" y="386850"/>
                  </a:lnTo>
                  <a:lnTo>
                    <a:pt x="59859" y="386564"/>
                  </a:lnTo>
                  <a:lnTo>
                    <a:pt x="59779" y="386169"/>
                  </a:lnTo>
                  <a:lnTo>
                    <a:pt x="59819" y="385988"/>
                  </a:lnTo>
                  <a:lnTo>
                    <a:pt x="59850" y="385842"/>
                  </a:lnTo>
                  <a:lnTo>
                    <a:pt x="59965" y="385457"/>
                  </a:lnTo>
                  <a:lnTo>
                    <a:pt x="60563" y="384732"/>
                  </a:lnTo>
                  <a:lnTo>
                    <a:pt x="60653" y="384107"/>
                  </a:lnTo>
                  <a:lnTo>
                    <a:pt x="60264" y="384384"/>
                  </a:lnTo>
                  <a:lnTo>
                    <a:pt x="59987" y="384187"/>
                  </a:lnTo>
                  <a:lnTo>
                    <a:pt x="59694" y="383966"/>
                  </a:lnTo>
                  <a:lnTo>
                    <a:pt x="59665" y="383682"/>
                  </a:lnTo>
                  <a:lnTo>
                    <a:pt x="59853" y="383016"/>
                  </a:lnTo>
                  <a:lnTo>
                    <a:pt x="59795" y="382802"/>
                  </a:lnTo>
                  <a:lnTo>
                    <a:pt x="59759" y="382284"/>
                  </a:lnTo>
                  <a:lnTo>
                    <a:pt x="59776" y="381708"/>
                  </a:lnTo>
                  <a:lnTo>
                    <a:pt x="60121" y="381241"/>
                  </a:lnTo>
                  <a:lnTo>
                    <a:pt x="60132" y="380713"/>
                  </a:lnTo>
                  <a:lnTo>
                    <a:pt x="60118" y="380395"/>
                  </a:lnTo>
                  <a:lnTo>
                    <a:pt x="59958" y="380517"/>
                  </a:lnTo>
                  <a:lnTo>
                    <a:pt x="59959" y="380699"/>
                  </a:lnTo>
                  <a:lnTo>
                    <a:pt x="59938" y="380956"/>
                  </a:lnTo>
                  <a:lnTo>
                    <a:pt x="59619" y="381326"/>
                  </a:lnTo>
                  <a:lnTo>
                    <a:pt x="59388" y="381141"/>
                  </a:lnTo>
                  <a:lnTo>
                    <a:pt x="59239" y="381018"/>
                  </a:lnTo>
                  <a:lnTo>
                    <a:pt x="59069" y="380887"/>
                  </a:lnTo>
                  <a:lnTo>
                    <a:pt x="58777" y="380671"/>
                  </a:lnTo>
                  <a:lnTo>
                    <a:pt x="58610" y="380527"/>
                  </a:lnTo>
                  <a:lnTo>
                    <a:pt x="58191" y="379978"/>
                  </a:lnTo>
                  <a:lnTo>
                    <a:pt x="58134" y="379800"/>
                  </a:lnTo>
                  <a:lnTo>
                    <a:pt x="58112" y="379620"/>
                  </a:lnTo>
                  <a:lnTo>
                    <a:pt x="58090" y="379401"/>
                  </a:lnTo>
                  <a:lnTo>
                    <a:pt x="57455" y="379257"/>
                  </a:lnTo>
                  <a:lnTo>
                    <a:pt x="57682" y="379412"/>
                  </a:lnTo>
                  <a:lnTo>
                    <a:pt x="57968" y="379774"/>
                  </a:lnTo>
                  <a:lnTo>
                    <a:pt x="57974" y="379902"/>
                  </a:lnTo>
                  <a:lnTo>
                    <a:pt x="57972" y="380064"/>
                  </a:lnTo>
                  <a:lnTo>
                    <a:pt x="58005" y="380240"/>
                  </a:lnTo>
                  <a:lnTo>
                    <a:pt x="58091" y="380506"/>
                  </a:lnTo>
                  <a:lnTo>
                    <a:pt x="58210" y="380752"/>
                  </a:lnTo>
                  <a:lnTo>
                    <a:pt x="58637" y="381616"/>
                  </a:lnTo>
                  <a:lnTo>
                    <a:pt x="58829" y="382107"/>
                  </a:lnTo>
                  <a:lnTo>
                    <a:pt x="58943" y="382334"/>
                  </a:lnTo>
                  <a:lnTo>
                    <a:pt x="58985" y="382480"/>
                  </a:lnTo>
                  <a:lnTo>
                    <a:pt x="59092" y="382924"/>
                  </a:lnTo>
                  <a:lnTo>
                    <a:pt x="59004" y="383198"/>
                  </a:lnTo>
                  <a:lnTo>
                    <a:pt x="58777" y="383217"/>
                  </a:lnTo>
                  <a:lnTo>
                    <a:pt x="58287" y="383362"/>
                  </a:lnTo>
                  <a:lnTo>
                    <a:pt x="58284" y="383642"/>
                  </a:lnTo>
                  <a:lnTo>
                    <a:pt x="58371" y="383900"/>
                  </a:lnTo>
                  <a:lnTo>
                    <a:pt x="58507" y="383984"/>
                  </a:lnTo>
                  <a:lnTo>
                    <a:pt x="58700" y="384062"/>
                  </a:lnTo>
                  <a:lnTo>
                    <a:pt x="58598" y="383848"/>
                  </a:lnTo>
                  <a:lnTo>
                    <a:pt x="58757" y="383513"/>
                  </a:lnTo>
                  <a:lnTo>
                    <a:pt x="58859" y="383384"/>
                  </a:lnTo>
                  <a:lnTo>
                    <a:pt x="59103" y="383296"/>
                  </a:lnTo>
                  <a:lnTo>
                    <a:pt x="59201" y="383976"/>
                  </a:lnTo>
                  <a:lnTo>
                    <a:pt x="59288" y="384393"/>
                  </a:lnTo>
                  <a:lnTo>
                    <a:pt x="59394" y="384564"/>
                  </a:lnTo>
                  <a:lnTo>
                    <a:pt x="59046" y="385102"/>
                  </a:lnTo>
                  <a:lnTo>
                    <a:pt x="59066" y="385273"/>
                  </a:lnTo>
                  <a:lnTo>
                    <a:pt x="58554" y="385770"/>
                  </a:lnTo>
                  <a:lnTo>
                    <a:pt x="58361" y="385577"/>
                  </a:lnTo>
                  <a:lnTo>
                    <a:pt x="58298" y="385828"/>
                  </a:lnTo>
                  <a:lnTo>
                    <a:pt x="58274" y="386200"/>
                  </a:lnTo>
                  <a:lnTo>
                    <a:pt x="58352" y="386353"/>
                  </a:lnTo>
                  <a:lnTo>
                    <a:pt x="58631" y="386433"/>
                  </a:lnTo>
                  <a:lnTo>
                    <a:pt x="58974" y="386701"/>
                  </a:lnTo>
                  <a:lnTo>
                    <a:pt x="58988" y="387069"/>
                  </a:lnTo>
                  <a:lnTo>
                    <a:pt x="59181" y="387422"/>
                  </a:lnTo>
                  <a:lnTo>
                    <a:pt x="59278" y="387292"/>
                  </a:lnTo>
                  <a:lnTo>
                    <a:pt x="59679" y="387655"/>
                  </a:lnTo>
                  <a:lnTo>
                    <a:pt x="59714" y="387997"/>
                  </a:lnTo>
                  <a:lnTo>
                    <a:pt x="59672" y="388289"/>
                  </a:lnTo>
                  <a:lnTo>
                    <a:pt x="59512" y="388625"/>
                  </a:lnTo>
                  <a:lnTo>
                    <a:pt x="59402" y="388851"/>
                  </a:lnTo>
                  <a:lnTo>
                    <a:pt x="59346" y="389056"/>
                  </a:lnTo>
                  <a:lnTo>
                    <a:pt x="59356" y="389308"/>
                  </a:lnTo>
                  <a:lnTo>
                    <a:pt x="59353" y="389592"/>
                  </a:lnTo>
                  <a:lnTo>
                    <a:pt x="59300" y="389914"/>
                  </a:lnTo>
                  <a:lnTo>
                    <a:pt x="59203" y="390284"/>
                  </a:lnTo>
                  <a:lnTo>
                    <a:pt x="59018" y="390210"/>
                  </a:lnTo>
                  <a:lnTo>
                    <a:pt x="58909" y="390586"/>
                  </a:lnTo>
                  <a:lnTo>
                    <a:pt x="58809" y="391080"/>
                  </a:lnTo>
                  <a:lnTo>
                    <a:pt x="58827" y="391261"/>
                  </a:lnTo>
                  <a:lnTo>
                    <a:pt x="58798" y="391631"/>
                  </a:lnTo>
                  <a:lnTo>
                    <a:pt x="58707" y="391909"/>
                  </a:lnTo>
                  <a:lnTo>
                    <a:pt x="58703" y="392226"/>
                  </a:lnTo>
                  <a:lnTo>
                    <a:pt x="58534" y="392474"/>
                  </a:lnTo>
                  <a:lnTo>
                    <a:pt x="58394" y="392636"/>
                  </a:lnTo>
                  <a:lnTo>
                    <a:pt x="58019" y="392617"/>
                  </a:lnTo>
                  <a:lnTo>
                    <a:pt x="57675" y="392184"/>
                  </a:lnTo>
                  <a:lnTo>
                    <a:pt x="57426" y="392321"/>
                  </a:lnTo>
                  <a:lnTo>
                    <a:pt x="56982" y="392660"/>
                  </a:lnTo>
                  <a:lnTo>
                    <a:pt x="56919" y="392808"/>
                  </a:lnTo>
                  <a:lnTo>
                    <a:pt x="56826" y="393239"/>
                  </a:lnTo>
                  <a:lnTo>
                    <a:pt x="56497" y="393640"/>
                  </a:lnTo>
                  <a:lnTo>
                    <a:pt x="56086" y="393820"/>
                  </a:lnTo>
                  <a:lnTo>
                    <a:pt x="55879" y="393861"/>
                  </a:lnTo>
                  <a:lnTo>
                    <a:pt x="55562" y="393860"/>
                  </a:lnTo>
                  <a:lnTo>
                    <a:pt x="55133" y="393725"/>
                  </a:lnTo>
                  <a:lnTo>
                    <a:pt x="54758" y="394073"/>
                  </a:lnTo>
                  <a:lnTo>
                    <a:pt x="54568" y="394097"/>
                  </a:lnTo>
                  <a:lnTo>
                    <a:pt x="54161" y="394154"/>
                  </a:lnTo>
                  <a:lnTo>
                    <a:pt x="53983" y="394233"/>
                  </a:lnTo>
                  <a:lnTo>
                    <a:pt x="53780" y="394347"/>
                  </a:lnTo>
                  <a:lnTo>
                    <a:pt x="53215" y="394646"/>
                  </a:lnTo>
                  <a:lnTo>
                    <a:pt x="53016" y="394740"/>
                  </a:lnTo>
                  <a:lnTo>
                    <a:pt x="52428" y="394465"/>
                  </a:lnTo>
                  <a:lnTo>
                    <a:pt x="51865" y="394430"/>
                  </a:lnTo>
                  <a:lnTo>
                    <a:pt x="52033" y="394674"/>
                  </a:lnTo>
                  <a:lnTo>
                    <a:pt x="52201" y="395030"/>
                  </a:lnTo>
                  <a:lnTo>
                    <a:pt x="52180" y="395283"/>
                  </a:lnTo>
                  <a:lnTo>
                    <a:pt x="51878" y="395560"/>
                  </a:lnTo>
                  <a:lnTo>
                    <a:pt x="51769" y="395889"/>
                  </a:lnTo>
                  <a:lnTo>
                    <a:pt x="51766" y="396378"/>
                  </a:lnTo>
                  <a:lnTo>
                    <a:pt x="51695" y="396657"/>
                  </a:lnTo>
                  <a:lnTo>
                    <a:pt x="51297" y="397361"/>
                  </a:lnTo>
                  <a:lnTo>
                    <a:pt x="51067" y="397464"/>
                  </a:lnTo>
                  <a:lnTo>
                    <a:pt x="50979" y="397234"/>
                  </a:lnTo>
                  <a:lnTo>
                    <a:pt x="50976" y="396742"/>
                  </a:lnTo>
                  <a:lnTo>
                    <a:pt x="50886" y="395380"/>
                  </a:lnTo>
                  <a:lnTo>
                    <a:pt x="50870" y="395248"/>
                  </a:lnTo>
                  <a:lnTo>
                    <a:pt x="50883" y="395111"/>
                  </a:lnTo>
                  <a:lnTo>
                    <a:pt x="50930" y="394945"/>
                  </a:lnTo>
                  <a:lnTo>
                    <a:pt x="50947" y="394659"/>
                  </a:lnTo>
                  <a:lnTo>
                    <a:pt x="50967" y="394427"/>
                  </a:lnTo>
                  <a:lnTo>
                    <a:pt x="51257" y="394093"/>
                  </a:lnTo>
                  <a:lnTo>
                    <a:pt x="50461" y="393653"/>
                  </a:lnTo>
                  <a:lnTo>
                    <a:pt x="50237" y="393901"/>
                  </a:lnTo>
                  <a:lnTo>
                    <a:pt x="50252" y="394086"/>
                  </a:lnTo>
                  <a:lnTo>
                    <a:pt x="50440" y="394390"/>
                  </a:lnTo>
                  <a:lnTo>
                    <a:pt x="50464" y="395020"/>
                  </a:lnTo>
                  <a:lnTo>
                    <a:pt x="50531" y="395321"/>
                  </a:lnTo>
                  <a:lnTo>
                    <a:pt x="50366" y="395850"/>
                  </a:lnTo>
                  <a:lnTo>
                    <a:pt x="50338" y="396092"/>
                  </a:lnTo>
                  <a:lnTo>
                    <a:pt x="49787" y="396119"/>
                  </a:lnTo>
                  <a:lnTo>
                    <a:pt x="50146" y="396492"/>
                  </a:lnTo>
                  <a:lnTo>
                    <a:pt x="50179" y="396745"/>
                  </a:lnTo>
                  <a:lnTo>
                    <a:pt x="49998" y="397134"/>
                  </a:lnTo>
                  <a:lnTo>
                    <a:pt x="49791" y="397102"/>
                  </a:lnTo>
                  <a:lnTo>
                    <a:pt x="49733" y="397243"/>
                  </a:lnTo>
                  <a:lnTo>
                    <a:pt x="49655" y="397539"/>
                  </a:lnTo>
                  <a:lnTo>
                    <a:pt x="49629" y="397677"/>
                  </a:lnTo>
                  <a:lnTo>
                    <a:pt x="49462" y="397995"/>
                  </a:lnTo>
                  <a:lnTo>
                    <a:pt x="49159" y="398581"/>
                  </a:lnTo>
                  <a:lnTo>
                    <a:pt x="49078" y="398736"/>
                  </a:lnTo>
                  <a:lnTo>
                    <a:pt x="49009" y="399000"/>
                  </a:lnTo>
                  <a:lnTo>
                    <a:pt x="49086" y="399305"/>
                  </a:lnTo>
                  <a:lnTo>
                    <a:pt x="48924" y="399466"/>
                  </a:lnTo>
                  <a:lnTo>
                    <a:pt x="48817" y="400443"/>
                  </a:lnTo>
                  <a:lnTo>
                    <a:pt x="48851" y="400572"/>
                  </a:lnTo>
                  <a:lnTo>
                    <a:pt x="48656" y="401512"/>
                  </a:lnTo>
                  <a:lnTo>
                    <a:pt x="48606" y="401647"/>
                  </a:lnTo>
                  <a:lnTo>
                    <a:pt x="48540" y="402223"/>
                  </a:lnTo>
                  <a:lnTo>
                    <a:pt x="48540" y="402489"/>
                  </a:lnTo>
                  <a:lnTo>
                    <a:pt x="48637" y="403099"/>
                  </a:lnTo>
                  <a:lnTo>
                    <a:pt x="48676" y="403349"/>
                  </a:lnTo>
                  <a:lnTo>
                    <a:pt x="48809" y="403844"/>
                  </a:lnTo>
                  <a:lnTo>
                    <a:pt x="48954" y="404226"/>
                  </a:lnTo>
                  <a:lnTo>
                    <a:pt x="49170" y="404753"/>
                  </a:lnTo>
                  <a:lnTo>
                    <a:pt x="49426" y="405118"/>
                  </a:lnTo>
                  <a:lnTo>
                    <a:pt x="49605" y="405438"/>
                  </a:lnTo>
                  <a:lnTo>
                    <a:pt x="49775" y="405881"/>
                  </a:lnTo>
                  <a:lnTo>
                    <a:pt x="49290" y="406564"/>
                  </a:lnTo>
                  <a:lnTo>
                    <a:pt x="49125" y="406952"/>
                  </a:lnTo>
                  <a:lnTo>
                    <a:pt x="49646" y="406776"/>
                  </a:lnTo>
                  <a:lnTo>
                    <a:pt x="50246" y="406578"/>
                  </a:lnTo>
                  <a:lnTo>
                    <a:pt x="50400" y="406487"/>
                  </a:lnTo>
                  <a:lnTo>
                    <a:pt x="50811" y="406384"/>
                  </a:lnTo>
                  <a:lnTo>
                    <a:pt x="51081" y="406300"/>
                  </a:lnTo>
                  <a:lnTo>
                    <a:pt x="51739" y="406339"/>
                  </a:lnTo>
                  <a:lnTo>
                    <a:pt x="51891" y="406391"/>
                  </a:lnTo>
                  <a:lnTo>
                    <a:pt x="53937" y="406584"/>
                  </a:lnTo>
                  <a:lnTo>
                    <a:pt x="54806" y="406506"/>
                  </a:lnTo>
                  <a:lnTo>
                    <a:pt x="55144" y="406498"/>
                  </a:lnTo>
                  <a:lnTo>
                    <a:pt x="55891" y="407052"/>
                  </a:lnTo>
                  <a:lnTo>
                    <a:pt x="56076" y="407246"/>
                  </a:lnTo>
                  <a:lnTo>
                    <a:pt x="57287" y="407794"/>
                  </a:lnTo>
                  <a:lnTo>
                    <a:pt x="57432" y="407875"/>
                  </a:lnTo>
                  <a:lnTo>
                    <a:pt x="57807" y="407960"/>
                  </a:lnTo>
                  <a:lnTo>
                    <a:pt x="57510" y="407611"/>
                  </a:lnTo>
                  <a:lnTo>
                    <a:pt x="57871" y="407730"/>
                  </a:lnTo>
                  <a:lnTo>
                    <a:pt x="58094" y="408553"/>
                  </a:lnTo>
                  <a:lnTo>
                    <a:pt x="58188" y="409384"/>
                  </a:lnTo>
                  <a:lnTo>
                    <a:pt x="58214" y="409587"/>
                  </a:lnTo>
                  <a:lnTo>
                    <a:pt x="58321" y="410280"/>
                  </a:lnTo>
                  <a:lnTo>
                    <a:pt x="58385" y="410593"/>
                  </a:lnTo>
                  <a:lnTo>
                    <a:pt x="58377" y="410746"/>
                  </a:lnTo>
                  <a:lnTo>
                    <a:pt x="58294" y="411381"/>
                  </a:lnTo>
                  <a:lnTo>
                    <a:pt x="58263" y="411619"/>
                  </a:lnTo>
                  <a:lnTo>
                    <a:pt x="58212" y="412082"/>
                  </a:lnTo>
                  <a:lnTo>
                    <a:pt x="58158" y="412633"/>
                  </a:lnTo>
                  <a:lnTo>
                    <a:pt x="58086" y="412848"/>
                  </a:lnTo>
                  <a:lnTo>
                    <a:pt x="57534" y="413314"/>
                  </a:lnTo>
                  <a:lnTo>
                    <a:pt x="57356" y="413273"/>
                  </a:lnTo>
                  <a:lnTo>
                    <a:pt x="56991" y="413140"/>
                  </a:lnTo>
                  <a:lnTo>
                    <a:pt x="56586" y="412441"/>
                  </a:lnTo>
                  <a:lnTo>
                    <a:pt x="56094" y="411584"/>
                  </a:lnTo>
                  <a:lnTo>
                    <a:pt x="56057" y="411423"/>
                  </a:lnTo>
                  <a:lnTo>
                    <a:pt x="55622" y="410088"/>
                  </a:lnTo>
                  <a:lnTo>
                    <a:pt x="55323" y="411708"/>
                  </a:lnTo>
                  <a:lnTo>
                    <a:pt x="55630" y="411678"/>
                  </a:lnTo>
                  <a:lnTo>
                    <a:pt x="55666" y="411918"/>
                  </a:lnTo>
                  <a:lnTo>
                    <a:pt x="55719" y="412872"/>
                  </a:lnTo>
                  <a:lnTo>
                    <a:pt x="55921" y="413277"/>
                  </a:lnTo>
                  <a:lnTo>
                    <a:pt x="54492" y="415831"/>
                  </a:lnTo>
                  <a:lnTo>
                    <a:pt x="55853" y="416170"/>
                  </a:lnTo>
                  <a:lnTo>
                    <a:pt x="56076" y="415669"/>
                  </a:lnTo>
                  <a:lnTo>
                    <a:pt x="56102" y="415540"/>
                  </a:lnTo>
                  <a:lnTo>
                    <a:pt x="56190" y="415581"/>
                  </a:lnTo>
                  <a:lnTo>
                    <a:pt x="56324" y="415663"/>
                  </a:lnTo>
                  <a:lnTo>
                    <a:pt x="56728" y="415934"/>
                  </a:lnTo>
                  <a:lnTo>
                    <a:pt x="57327" y="416047"/>
                  </a:lnTo>
                  <a:lnTo>
                    <a:pt x="57295" y="416309"/>
                  </a:lnTo>
                  <a:lnTo>
                    <a:pt x="57463" y="416526"/>
                  </a:lnTo>
                  <a:lnTo>
                    <a:pt x="57447" y="416260"/>
                  </a:lnTo>
                  <a:lnTo>
                    <a:pt x="58023" y="415876"/>
                  </a:lnTo>
                  <a:lnTo>
                    <a:pt x="58067" y="416026"/>
                  </a:lnTo>
                  <a:lnTo>
                    <a:pt x="58059" y="416183"/>
                  </a:lnTo>
                  <a:lnTo>
                    <a:pt x="58238" y="416454"/>
                  </a:lnTo>
                  <a:lnTo>
                    <a:pt x="58759" y="416216"/>
                  </a:lnTo>
                  <a:lnTo>
                    <a:pt x="60433" y="415330"/>
                  </a:lnTo>
                  <a:lnTo>
                    <a:pt x="60983" y="415279"/>
                  </a:lnTo>
                  <a:lnTo>
                    <a:pt x="61536" y="415199"/>
                  </a:lnTo>
                  <a:lnTo>
                    <a:pt x="61720" y="415676"/>
                  </a:lnTo>
                  <a:lnTo>
                    <a:pt x="61813" y="415941"/>
                  </a:lnTo>
                  <a:lnTo>
                    <a:pt x="61940" y="416337"/>
                  </a:lnTo>
                  <a:lnTo>
                    <a:pt x="62085" y="417050"/>
                  </a:lnTo>
                  <a:lnTo>
                    <a:pt x="62262" y="417414"/>
                  </a:lnTo>
                  <a:lnTo>
                    <a:pt x="62321" y="417994"/>
                  </a:lnTo>
                  <a:lnTo>
                    <a:pt x="62383" y="418529"/>
                  </a:lnTo>
                  <a:lnTo>
                    <a:pt x="62382" y="418695"/>
                  </a:lnTo>
                  <a:lnTo>
                    <a:pt x="62195" y="419439"/>
                  </a:lnTo>
                  <a:lnTo>
                    <a:pt x="62046" y="419289"/>
                  </a:lnTo>
                  <a:lnTo>
                    <a:pt x="60373" y="418051"/>
                  </a:lnTo>
                  <a:lnTo>
                    <a:pt x="59714" y="416683"/>
                  </a:lnTo>
                  <a:lnTo>
                    <a:pt x="58719" y="418356"/>
                  </a:lnTo>
                  <a:lnTo>
                    <a:pt x="58747" y="418484"/>
                  </a:lnTo>
                  <a:lnTo>
                    <a:pt x="58789" y="418693"/>
                  </a:lnTo>
                  <a:lnTo>
                    <a:pt x="59672" y="419285"/>
                  </a:lnTo>
                  <a:lnTo>
                    <a:pt x="60408" y="420012"/>
                  </a:lnTo>
                  <a:lnTo>
                    <a:pt x="60628" y="420180"/>
                  </a:lnTo>
                  <a:lnTo>
                    <a:pt x="60849" y="420305"/>
                  </a:lnTo>
                  <a:lnTo>
                    <a:pt x="60989" y="420155"/>
                  </a:lnTo>
                  <a:lnTo>
                    <a:pt x="61214" y="419969"/>
                  </a:lnTo>
                  <a:lnTo>
                    <a:pt x="61278" y="419810"/>
                  </a:lnTo>
                  <a:lnTo>
                    <a:pt x="61334" y="419670"/>
                  </a:lnTo>
                  <a:lnTo>
                    <a:pt x="61537" y="419510"/>
                  </a:lnTo>
                  <a:lnTo>
                    <a:pt x="61788" y="419620"/>
                  </a:lnTo>
                  <a:lnTo>
                    <a:pt x="62716" y="420884"/>
                  </a:lnTo>
                  <a:lnTo>
                    <a:pt x="62908" y="421277"/>
                  </a:lnTo>
                  <a:lnTo>
                    <a:pt x="63009" y="421564"/>
                  </a:lnTo>
                  <a:lnTo>
                    <a:pt x="62992" y="421843"/>
                  </a:lnTo>
                  <a:lnTo>
                    <a:pt x="63521" y="422521"/>
                  </a:lnTo>
                  <a:lnTo>
                    <a:pt x="63684" y="422977"/>
                  </a:lnTo>
                  <a:lnTo>
                    <a:pt x="63920" y="423580"/>
                  </a:lnTo>
                  <a:lnTo>
                    <a:pt x="64110" y="423980"/>
                  </a:lnTo>
                  <a:lnTo>
                    <a:pt x="64022" y="425234"/>
                  </a:lnTo>
                  <a:lnTo>
                    <a:pt x="63957" y="425545"/>
                  </a:lnTo>
                  <a:lnTo>
                    <a:pt x="63846" y="425987"/>
                  </a:lnTo>
                  <a:lnTo>
                    <a:pt x="63828" y="426135"/>
                  </a:lnTo>
                  <a:lnTo>
                    <a:pt x="63793" y="426421"/>
                  </a:lnTo>
                  <a:lnTo>
                    <a:pt x="62329" y="428007"/>
                  </a:lnTo>
                  <a:lnTo>
                    <a:pt x="62103" y="428268"/>
                  </a:lnTo>
                  <a:lnTo>
                    <a:pt x="61958" y="428521"/>
                  </a:lnTo>
                  <a:lnTo>
                    <a:pt x="61651" y="429263"/>
                  </a:lnTo>
                  <a:lnTo>
                    <a:pt x="61614" y="429414"/>
                  </a:lnTo>
                  <a:lnTo>
                    <a:pt x="61197" y="430102"/>
                  </a:lnTo>
                  <a:lnTo>
                    <a:pt x="60973" y="430383"/>
                  </a:lnTo>
                  <a:lnTo>
                    <a:pt x="60468" y="431260"/>
                  </a:lnTo>
                  <a:lnTo>
                    <a:pt x="60199" y="431710"/>
                  </a:lnTo>
                  <a:lnTo>
                    <a:pt x="59745" y="432045"/>
                  </a:lnTo>
                  <a:lnTo>
                    <a:pt x="59084" y="432608"/>
                  </a:lnTo>
                  <a:lnTo>
                    <a:pt x="58963" y="432771"/>
                  </a:lnTo>
                  <a:lnTo>
                    <a:pt x="58681" y="432811"/>
                  </a:lnTo>
                  <a:lnTo>
                    <a:pt x="58329" y="432716"/>
                  </a:lnTo>
                  <a:lnTo>
                    <a:pt x="57561" y="432666"/>
                  </a:lnTo>
                  <a:lnTo>
                    <a:pt x="57426" y="432802"/>
                  </a:lnTo>
                  <a:lnTo>
                    <a:pt x="56939" y="433145"/>
                  </a:lnTo>
                  <a:lnTo>
                    <a:pt x="56623" y="433745"/>
                  </a:lnTo>
                  <a:lnTo>
                    <a:pt x="56349" y="433797"/>
                  </a:lnTo>
                  <a:lnTo>
                    <a:pt x="56184" y="433821"/>
                  </a:lnTo>
                  <a:lnTo>
                    <a:pt x="55789" y="434532"/>
                  </a:lnTo>
                  <a:lnTo>
                    <a:pt x="55575" y="434633"/>
                  </a:lnTo>
                  <a:lnTo>
                    <a:pt x="55171" y="434823"/>
                  </a:lnTo>
                  <a:lnTo>
                    <a:pt x="54811" y="434992"/>
                  </a:lnTo>
                  <a:lnTo>
                    <a:pt x="54330" y="434803"/>
                  </a:lnTo>
                  <a:lnTo>
                    <a:pt x="53914" y="434920"/>
                  </a:lnTo>
                  <a:lnTo>
                    <a:pt x="53730" y="435572"/>
                  </a:lnTo>
                  <a:lnTo>
                    <a:pt x="53525" y="435457"/>
                  </a:lnTo>
                  <a:lnTo>
                    <a:pt x="52286" y="434196"/>
                  </a:lnTo>
                  <a:lnTo>
                    <a:pt x="52076" y="434180"/>
                  </a:lnTo>
                  <a:lnTo>
                    <a:pt x="51724" y="434154"/>
                  </a:lnTo>
                  <a:lnTo>
                    <a:pt x="50974" y="434110"/>
                  </a:lnTo>
                  <a:lnTo>
                    <a:pt x="50942" y="434468"/>
                  </a:lnTo>
                  <a:lnTo>
                    <a:pt x="50678" y="434438"/>
                  </a:lnTo>
                  <a:lnTo>
                    <a:pt x="50426" y="434350"/>
                  </a:lnTo>
                  <a:lnTo>
                    <a:pt x="50273" y="434294"/>
                  </a:lnTo>
                  <a:lnTo>
                    <a:pt x="49819" y="434626"/>
                  </a:lnTo>
                  <a:lnTo>
                    <a:pt x="49836" y="434859"/>
                  </a:lnTo>
                  <a:lnTo>
                    <a:pt x="49859" y="435179"/>
                  </a:lnTo>
                  <a:lnTo>
                    <a:pt x="49776" y="435396"/>
                  </a:lnTo>
                  <a:lnTo>
                    <a:pt x="49698" y="435601"/>
                  </a:lnTo>
                  <a:lnTo>
                    <a:pt x="49566" y="435676"/>
                  </a:lnTo>
                  <a:lnTo>
                    <a:pt x="49256" y="435850"/>
                  </a:lnTo>
                  <a:lnTo>
                    <a:pt x="48083" y="435850"/>
                  </a:lnTo>
                  <a:lnTo>
                    <a:pt x="47895" y="435929"/>
                  </a:lnTo>
                  <a:lnTo>
                    <a:pt x="47759" y="435986"/>
                  </a:lnTo>
                  <a:lnTo>
                    <a:pt x="46720" y="435340"/>
                  </a:lnTo>
                  <a:lnTo>
                    <a:pt x="46612" y="435085"/>
                  </a:lnTo>
                  <a:lnTo>
                    <a:pt x="46497" y="434817"/>
                  </a:lnTo>
                  <a:lnTo>
                    <a:pt x="45887" y="434806"/>
                  </a:lnTo>
                  <a:lnTo>
                    <a:pt x="45430" y="434678"/>
                  </a:lnTo>
                  <a:lnTo>
                    <a:pt x="45030" y="434567"/>
                  </a:lnTo>
                  <a:lnTo>
                    <a:pt x="44585" y="434302"/>
                  </a:lnTo>
                  <a:lnTo>
                    <a:pt x="44397" y="433881"/>
                  </a:lnTo>
                  <a:lnTo>
                    <a:pt x="44329" y="433693"/>
                  </a:lnTo>
                  <a:lnTo>
                    <a:pt x="44178" y="433499"/>
                  </a:lnTo>
                  <a:lnTo>
                    <a:pt x="43726" y="433417"/>
                  </a:lnTo>
                  <a:lnTo>
                    <a:pt x="43410" y="433535"/>
                  </a:lnTo>
                  <a:lnTo>
                    <a:pt x="43466" y="433747"/>
                  </a:lnTo>
                  <a:lnTo>
                    <a:pt x="43296" y="433959"/>
                  </a:lnTo>
                  <a:lnTo>
                    <a:pt x="43035" y="434006"/>
                  </a:lnTo>
                  <a:lnTo>
                    <a:pt x="42733" y="434062"/>
                  </a:lnTo>
                  <a:lnTo>
                    <a:pt x="42582" y="434090"/>
                  </a:lnTo>
                  <a:lnTo>
                    <a:pt x="42350" y="433936"/>
                  </a:lnTo>
                  <a:lnTo>
                    <a:pt x="42091" y="433952"/>
                  </a:lnTo>
                  <a:lnTo>
                    <a:pt x="42150" y="434160"/>
                  </a:lnTo>
                  <a:lnTo>
                    <a:pt x="42152" y="434564"/>
                  </a:lnTo>
                  <a:lnTo>
                    <a:pt x="41996" y="434569"/>
                  </a:lnTo>
                  <a:lnTo>
                    <a:pt x="41776" y="434552"/>
                  </a:lnTo>
                  <a:lnTo>
                    <a:pt x="41658" y="434310"/>
                  </a:lnTo>
                  <a:lnTo>
                    <a:pt x="41469" y="433924"/>
                  </a:lnTo>
                  <a:lnTo>
                    <a:pt x="41108" y="433531"/>
                  </a:lnTo>
                  <a:lnTo>
                    <a:pt x="40587" y="433763"/>
                  </a:lnTo>
                  <a:lnTo>
                    <a:pt x="40375" y="434271"/>
                  </a:lnTo>
                  <a:lnTo>
                    <a:pt x="40117" y="434509"/>
                  </a:lnTo>
                  <a:lnTo>
                    <a:pt x="39977" y="434637"/>
                  </a:lnTo>
                  <a:lnTo>
                    <a:pt x="39265" y="435625"/>
                  </a:lnTo>
                  <a:lnTo>
                    <a:pt x="39016" y="435920"/>
                  </a:lnTo>
                  <a:lnTo>
                    <a:pt x="38825" y="436311"/>
                  </a:lnTo>
                  <a:lnTo>
                    <a:pt x="38546" y="436627"/>
                  </a:lnTo>
                  <a:lnTo>
                    <a:pt x="38197" y="436475"/>
                  </a:lnTo>
                  <a:lnTo>
                    <a:pt x="38236" y="435975"/>
                  </a:lnTo>
                  <a:lnTo>
                    <a:pt x="38123" y="435475"/>
                  </a:lnTo>
                  <a:lnTo>
                    <a:pt x="38134" y="435155"/>
                  </a:lnTo>
                  <a:lnTo>
                    <a:pt x="38329" y="434535"/>
                  </a:lnTo>
                  <a:lnTo>
                    <a:pt x="38798" y="433036"/>
                  </a:lnTo>
                  <a:lnTo>
                    <a:pt x="38640" y="432403"/>
                  </a:lnTo>
                  <a:lnTo>
                    <a:pt x="38525" y="431947"/>
                  </a:lnTo>
                  <a:lnTo>
                    <a:pt x="38491" y="431742"/>
                  </a:lnTo>
                  <a:lnTo>
                    <a:pt x="38413" y="431277"/>
                  </a:lnTo>
                  <a:lnTo>
                    <a:pt x="38309" y="430930"/>
                  </a:lnTo>
                  <a:lnTo>
                    <a:pt x="38061" y="430622"/>
                  </a:lnTo>
                  <a:lnTo>
                    <a:pt x="37404" y="430156"/>
                  </a:lnTo>
                  <a:lnTo>
                    <a:pt x="36851" y="430248"/>
                  </a:lnTo>
                  <a:lnTo>
                    <a:pt x="36662" y="429981"/>
                  </a:lnTo>
                  <a:lnTo>
                    <a:pt x="36562" y="429700"/>
                  </a:lnTo>
                  <a:lnTo>
                    <a:pt x="36377" y="429181"/>
                  </a:lnTo>
                  <a:lnTo>
                    <a:pt x="36324" y="429032"/>
                  </a:lnTo>
                  <a:lnTo>
                    <a:pt x="36506" y="428168"/>
                  </a:lnTo>
                  <a:lnTo>
                    <a:pt x="37177" y="427856"/>
                  </a:lnTo>
                  <a:lnTo>
                    <a:pt x="37240" y="427692"/>
                  </a:lnTo>
                  <a:lnTo>
                    <a:pt x="37685" y="426743"/>
                  </a:lnTo>
                  <a:lnTo>
                    <a:pt x="37924" y="426854"/>
                  </a:lnTo>
                  <a:lnTo>
                    <a:pt x="38131" y="426967"/>
                  </a:lnTo>
                  <a:lnTo>
                    <a:pt x="38748" y="427336"/>
                  </a:lnTo>
                  <a:lnTo>
                    <a:pt x="38813" y="427493"/>
                  </a:lnTo>
                  <a:lnTo>
                    <a:pt x="38907" y="427671"/>
                  </a:lnTo>
                  <a:lnTo>
                    <a:pt x="39181" y="427997"/>
                  </a:lnTo>
                  <a:lnTo>
                    <a:pt x="39350" y="428044"/>
                  </a:lnTo>
                  <a:lnTo>
                    <a:pt x="39872" y="428123"/>
                  </a:lnTo>
                  <a:lnTo>
                    <a:pt x="40130" y="427997"/>
                  </a:lnTo>
                  <a:lnTo>
                    <a:pt x="40270" y="428018"/>
                  </a:lnTo>
                  <a:lnTo>
                    <a:pt x="40363" y="428504"/>
                  </a:lnTo>
                  <a:lnTo>
                    <a:pt x="40146" y="429051"/>
                  </a:lnTo>
                  <a:lnTo>
                    <a:pt x="40520" y="429699"/>
                  </a:lnTo>
                  <a:lnTo>
                    <a:pt x="41028" y="430018"/>
                  </a:lnTo>
                  <a:lnTo>
                    <a:pt x="41093" y="429696"/>
                  </a:lnTo>
                  <a:lnTo>
                    <a:pt x="41425" y="428520"/>
                  </a:lnTo>
                  <a:lnTo>
                    <a:pt x="41647" y="428320"/>
                  </a:lnTo>
                  <a:lnTo>
                    <a:pt x="41931" y="428112"/>
                  </a:lnTo>
                  <a:lnTo>
                    <a:pt x="42126" y="427795"/>
                  </a:lnTo>
                  <a:lnTo>
                    <a:pt x="41875" y="426835"/>
                  </a:lnTo>
                  <a:lnTo>
                    <a:pt x="41254" y="425908"/>
                  </a:lnTo>
                  <a:lnTo>
                    <a:pt x="40724" y="425987"/>
                  </a:lnTo>
                  <a:lnTo>
                    <a:pt x="40643" y="425691"/>
                  </a:lnTo>
                  <a:lnTo>
                    <a:pt x="40449" y="424702"/>
                  </a:lnTo>
                  <a:lnTo>
                    <a:pt x="40215" y="424747"/>
                  </a:lnTo>
                  <a:lnTo>
                    <a:pt x="39997" y="425009"/>
                  </a:lnTo>
                  <a:lnTo>
                    <a:pt x="39880" y="425494"/>
                  </a:lnTo>
                  <a:lnTo>
                    <a:pt x="39821" y="425742"/>
                  </a:lnTo>
                  <a:lnTo>
                    <a:pt x="39748" y="425900"/>
                  </a:lnTo>
                  <a:lnTo>
                    <a:pt x="39235" y="426280"/>
                  </a:lnTo>
                  <a:lnTo>
                    <a:pt x="39139" y="425823"/>
                  </a:lnTo>
                  <a:lnTo>
                    <a:pt x="39216" y="425219"/>
                  </a:lnTo>
                  <a:lnTo>
                    <a:pt x="38921" y="424425"/>
                  </a:lnTo>
                  <a:lnTo>
                    <a:pt x="38774" y="423961"/>
                  </a:lnTo>
                  <a:lnTo>
                    <a:pt x="38516" y="424101"/>
                  </a:lnTo>
                  <a:lnTo>
                    <a:pt x="38507" y="424246"/>
                  </a:lnTo>
                  <a:lnTo>
                    <a:pt x="38462" y="424440"/>
                  </a:lnTo>
                  <a:lnTo>
                    <a:pt x="38814" y="425389"/>
                  </a:lnTo>
                  <a:lnTo>
                    <a:pt x="38730" y="425668"/>
                  </a:lnTo>
                  <a:lnTo>
                    <a:pt x="38615" y="425868"/>
                  </a:lnTo>
                  <a:lnTo>
                    <a:pt x="38448" y="426234"/>
                  </a:lnTo>
                  <a:lnTo>
                    <a:pt x="38075" y="426133"/>
                  </a:lnTo>
                  <a:lnTo>
                    <a:pt x="38180" y="425879"/>
                  </a:lnTo>
                  <a:lnTo>
                    <a:pt x="38167" y="425674"/>
                  </a:lnTo>
                  <a:lnTo>
                    <a:pt x="38133" y="425226"/>
                  </a:lnTo>
                  <a:lnTo>
                    <a:pt x="37876" y="424551"/>
                  </a:lnTo>
                  <a:lnTo>
                    <a:pt x="37778" y="424391"/>
                  </a:lnTo>
                  <a:lnTo>
                    <a:pt x="37679" y="424205"/>
                  </a:lnTo>
                  <a:lnTo>
                    <a:pt x="37527" y="423976"/>
                  </a:lnTo>
                  <a:lnTo>
                    <a:pt x="36824" y="423731"/>
                  </a:lnTo>
                  <a:lnTo>
                    <a:pt x="36530" y="423867"/>
                  </a:lnTo>
                  <a:lnTo>
                    <a:pt x="36227" y="423333"/>
                  </a:lnTo>
                  <a:lnTo>
                    <a:pt x="35028" y="423343"/>
                  </a:lnTo>
                  <a:lnTo>
                    <a:pt x="34639" y="423073"/>
                  </a:lnTo>
                  <a:lnTo>
                    <a:pt x="34054" y="422536"/>
                  </a:lnTo>
                  <a:lnTo>
                    <a:pt x="33949" y="422004"/>
                  </a:lnTo>
                  <a:lnTo>
                    <a:pt x="33869" y="421780"/>
                  </a:lnTo>
                  <a:lnTo>
                    <a:pt x="33589" y="421270"/>
                  </a:lnTo>
                  <a:lnTo>
                    <a:pt x="33912" y="421323"/>
                  </a:lnTo>
                  <a:lnTo>
                    <a:pt x="34355" y="421121"/>
                  </a:lnTo>
                  <a:lnTo>
                    <a:pt x="34662" y="420674"/>
                  </a:lnTo>
                  <a:lnTo>
                    <a:pt x="34476" y="420385"/>
                  </a:lnTo>
                  <a:lnTo>
                    <a:pt x="34439" y="420826"/>
                  </a:lnTo>
                  <a:lnTo>
                    <a:pt x="34380" y="420083"/>
                  </a:lnTo>
                  <a:lnTo>
                    <a:pt x="34289" y="419724"/>
                  </a:lnTo>
                  <a:lnTo>
                    <a:pt x="34247" y="419593"/>
                  </a:lnTo>
                  <a:lnTo>
                    <a:pt x="34103" y="419208"/>
                  </a:lnTo>
                  <a:lnTo>
                    <a:pt x="33942" y="418858"/>
                  </a:lnTo>
                  <a:lnTo>
                    <a:pt x="33763" y="418513"/>
                  </a:lnTo>
                  <a:lnTo>
                    <a:pt x="33555" y="418190"/>
                  </a:lnTo>
                  <a:lnTo>
                    <a:pt x="33369" y="417903"/>
                  </a:lnTo>
                  <a:lnTo>
                    <a:pt x="33178" y="417609"/>
                  </a:lnTo>
                  <a:lnTo>
                    <a:pt x="32955" y="417279"/>
                  </a:lnTo>
                  <a:lnTo>
                    <a:pt x="31245" y="416997"/>
                  </a:lnTo>
                  <a:lnTo>
                    <a:pt x="30836" y="416656"/>
                  </a:lnTo>
                  <a:lnTo>
                    <a:pt x="30841" y="416271"/>
                  </a:lnTo>
                  <a:lnTo>
                    <a:pt x="30789" y="416086"/>
                  </a:lnTo>
                  <a:lnTo>
                    <a:pt x="30675" y="415684"/>
                  </a:lnTo>
                  <a:lnTo>
                    <a:pt x="30595" y="415213"/>
                  </a:lnTo>
                  <a:lnTo>
                    <a:pt x="30569" y="415055"/>
                  </a:lnTo>
                  <a:lnTo>
                    <a:pt x="30835" y="414746"/>
                  </a:lnTo>
                  <a:lnTo>
                    <a:pt x="31206" y="414688"/>
                  </a:lnTo>
                  <a:lnTo>
                    <a:pt x="31414" y="414655"/>
                  </a:lnTo>
                  <a:lnTo>
                    <a:pt x="31476" y="414401"/>
                  </a:lnTo>
                  <a:lnTo>
                    <a:pt x="31535" y="414159"/>
                  </a:lnTo>
                  <a:lnTo>
                    <a:pt x="31569" y="414019"/>
                  </a:lnTo>
                  <a:lnTo>
                    <a:pt x="31813" y="413914"/>
                  </a:lnTo>
                  <a:lnTo>
                    <a:pt x="32127" y="413896"/>
                  </a:lnTo>
                  <a:lnTo>
                    <a:pt x="32839" y="414605"/>
                  </a:lnTo>
                  <a:lnTo>
                    <a:pt x="33079" y="414479"/>
                  </a:lnTo>
                  <a:lnTo>
                    <a:pt x="33208" y="414387"/>
                  </a:lnTo>
                  <a:lnTo>
                    <a:pt x="33299" y="414226"/>
                  </a:lnTo>
                  <a:lnTo>
                    <a:pt x="33780" y="414057"/>
                  </a:lnTo>
                  <a:lnTo>
                    <a:pt x="34007" y="413451"/>
                  </a:lnTo>
                  <a:lnTo>
                    <a:pt x="33747" y="413607"/>
                  </a:lnTo>
                  <a:lnTo>
                    <a:pt x="33471" y="413389"/>
                  </a:lnTo>
                  <a:lnTo>
                    <a:pt x="33710" y="413175"/>
                  </a:lnTo>
                  <a:lnTo>
                    <a:pt x="33745" y="412948"/>
                  </a:lnTo>
                  <a:lnTo>
                    <a:pt x="32815" y="413564"/>
                  </a:lnTo>
                  <a:lnTo>
                    <a:pt x="32781" y="414296"/>
                  </a:lnTo>
                  <a:lnTo>
                    <a:pt x="32382" y="413779"/>
                  </a:lnTo>
                  <a:lnTo>
                    <a:pt x="31507" y="412808"/>
                  </a:lnTo>
                  <a:lnTo>
                    <a:pt x="31434" y="412652"/>
                  </a:lnTo>
                  <a:lnTo>
                    <a:pt x="31278" y="412372"/>
                  </a:lnTo>
                  <a:lnTo>
                    <a:pt x="30990" y="411995"/>
                  </a:lnTo>
                  <a:lnTo>
                    <a:pt x="30869" y="411810"/>
                  </a:lnTo>
                  <a:lnTo>
                    <a:pt x="31173" y="410613"/>
                  </a:lnTo>
                  <a:lnTo>
                    <a:pt x="31378" y="410126"/>
                  </a:lnTo>
                  <a:lnTo>
                    <a:pt x="31429" y="409881"/>
                  </a:lnTo>
                  <a:lnTo>
                    <a:pt x="31488" y="409595"/>
                  </a:lnTo>
                  <a:lnTo>
                    <a:pt x="31536" y="409362"/>
                  </a:lnTo>
                  <a:lnTo>
                    <a:pt x="31500" y="409202"/>
                  </a:lnTo>
                  <a:lnTo>
                    <a:pt x="31402" y="408767"/>
                  </a:lnTo>
                  <a:lnTo>
                    <a:pt x="31348" y="408526"/>
                  </a:lnTo>
                  <a:lnTo>
                    <a:pt x="31134" y="408237"/>
                  </a:lnTo>
                  <a:lnTo>
                    <a:pt x="30418" y="408404"/>
                  </a:lnTo>
                  <a:lnTo>
                    <a:pt x="30431" y="408621"/>
                  </a:lnTo>
                  <a:lnTo>
                    <a:pt x="29995" y="408922"/>
                  </a:lnTo>
                  <a:lnTo>
                    <a:pt x="29700" y="408628"/>
                  </a:lnTo>
                  <a:lnTo>
                    <a:pt x="29225" y="407832"/>
                  </a:lnTo>
                  <a:lnTo>
                    <a:pt x="28962" y="407446"/>
                  </a:lnTo>
                  <a:lnTo>
                    <a:pt x="28492" y="406759"/>
                  </a:lnTo>
                  <a:lnTo>
                    <a:pt x="28017" y="406098"/>
                  </a:lnTo>
                  <a:lnTo>
                    <a:pt x="27928" y="405933"/>
                  </a:lnTo>
                  <a:lnTo>
                    <a:pt x="27857" y="405787"/>
                  </a:lnTo>
                  <a:lnTo>
                    <a:pt x="27714" y="405461"/>
                  </a:lnTo>
                  <a:lnTo>
                    <a:pt x="27581" y="404903"/>
                  </a:lnTo>
                  <a:lnTo>
                    <a:pt x="27497" y="404542"/>
                  </a:lnTo>
                  <a:lnTo>
                    <a:pt x="27442" y="404298"/>
                  </a:lnTo>
                  <a:lnTo>
                    <a:pt x="27343" y="403748"/>
                  </a:lnTo>
                  <a:lnTo>
                    <a:pt x="27312" y="403342"/>
                  </a:lnTo>
                  <a:lnTo>
                    <a:pt x="27295" y="402767"/>
                  </a:lnTo>
                  <a:lnTo>
                    <a:pt x="27296" y="402506"/>
                  </a:lnTo>
                  <a:lnTo>
                    <a:pt x="27324" y="402096"/>
                  </a:lnTo>
                  <a:lnTo>
                    <a:pt x="27422" y="401649"/>
                  </a:lnTo>
                  <a:lnTo>
                    <a:pt x="28754" y="398321"/>
                  </a:lnTo>
                  <a:lnTo>
                    <a:pt x="28844" y="398121"/>
                  </a:lnTo>
                  <a:lnTo>
                    <a:pt x="28947" y="397777"/>
                  </a:lnTo>
                  <a:lnTo>
                    <a:pt x="29045" y="397390"/>
                  </a:lnTo>
                  <a:lnTo>
                    <a:pt x="29106" y="396973"/>
                  </a:lnTo>
                  <a:lnTo>
                    <a:pt x="29134" y="396825"/>
                  </a:lnTo>
                  <a:lnTo>
                    <a:pt x="29164" y="396670"/>
                  </a:lnTo>
                  <a:lnTo>
                    <a:pt x="29247" y="396243"/>
                  </a:lnTo>
                  <a:lnTo>
                    <a:pt x="29227" y="396085"/>
                  </a:lnTo>
                  <a:lnTo>
                    <a:pt x="29209" y="395941"/>
                  </a:lnTo>
                  <a:lnTo>
                    <a:pt x="29126" y="395745"/>
                  </a:lnTo>
                  <a:lnTo>
                    <a:pt x="29052" y="395568"/>
                  </a:lnTo>
                  <a:lnTo>
                    <a:pt x="28548" y="394693"/>
                  </a:lnTo>
                  <a:lnTo>
                    <a:pt x="28368" y="394448"/>
                  </a:lnTo>
                  <a:lnTo>
                    <a:pt x="27945" y="393808"/>
                  </a:lnTo>
                  <a:lnTo>
                    <a:pt x="27779" y="393463"/>
                  </a:lnTo>
                  <a:lnTo>
                    <a:pt x="27772" y="393195"/>
                  </a:lnTo>
                  <a:lnTo>
                    <a:pt x="28032" y="392592"/>
                  </a:lnTo>
                  <a:lnTo>
                    <a:pt x="28507" y="391818"/>
                  </a:lnTo>
                  <a:lnTo>
                    <a:pt x="29121" y="391043"/>
                  </a:lnTo>
                  <a:lnTo>
                    <a:pt x="29645" y="390589"/>
                  </a:lnTo>
                  <a:lnTo>
                    <a:pt x="30516" y="390844"/>
                  </a:lnTo>
                  <a:lnTo>
                    <a:pt x="31089" y="391417"/>
                  </a:lnTo>
                  <a:lnTo>
                    <a:pt x="31450" y="391495"/>
                  </a:lnTo>
                  <a:lnTo>
                    <a:pt x="31456" y="391417"/>
                  </a:lnTo>
                  <a:lnTo>
                    <a:pt x="31113" y="391314"/>
                  </a:lnTo>
                  <a:lnTo>
                    <a:pt x="31266" y="389579"/>
                  </a:lnTo>
                  <a:lnTo>
                    <a:pt x="31745" y="388817"/>
                  </a:lnTo>
                  <a:lnTo>
                    <a:pt x="31832" y="388564"/>
                  </a:lnTo>
                  <a:lnTo>
                    <a:pt x="31894" y="388361"/>
                  </a:lnTo>
                  <a:lnTo>
                    <a:pt x="31986" y="387854"/>
                  </a:lnTo>
                  <a:lnTo>
                    <a:pt x="31991" y="387723"/>
                  </a:lnTo>
                  <a:lnTo>
                    <a:pt x="31976" y="387000"/>
                  </a:lnTo>
                  <a:lnTo>
                    <a:pt x="31893" y="386349"/>
                  </a:lnTo>
                  <a:lnTo>
                    <a:pt x="31833" y="386220"/>
                  </a:lnTo>
                  <a:lnTo>
                    <a:pt x="31747" y="386069"/>
                  </a:lnTo>
                  <a:lnTo>
                    <a:pt x="31614" y="385971"/>
                  </a:lnTo>
                  <a:lnTo>
                    <a:pt x="31657" y="385696"/>
                  </a:lnTo>
                  <a:lnTo>
                    <a:pt x="31864" y="385690"/>
                  </a:lnTo>
                  <a:lnTo>
                    <a:pt x="31898" y="385383"/>
                  </a:lnTo>
                  <a:lnTo>
                    <a:pt x="31978" y="384496"/>
                  </a:lnTo>
                  <a:lnTo>
                    <a:pt x="31866" y="383516"/>
                  </a:lnTo>
                  <a:lnTo>
                    <a:pt x="31797" y="383166"/>
                  </a:lnTo>
                  <a:lnTo>
                    <a:pt x="31620" y="382816"/>
                  </a:lnTo>
                  <a:lnTo>
                    <a:pt x="31311" y="382256"/>
                  </a:lnTo>
                  <a:lnTo>
                    <a:pt x="31457" y="382164"/>
                  </a:lnTo>
                  <a:lnTo>
                    <a:pt x="31935" y="382031"/>
                  </a:lnTo>
                  <a:lnTo>
                    <a:pt x="32053" y="382259"/>
                  </a:lnTo>
                  <a:lnTo>
                    <a:pt x="32272" y="382578"/>
                  </a:lnTo>
                  <a:lnTo>
                    <a:pt x="32485" y="382818"/>
                  </a:lnTo>
                  <a:lnTo>
                    <a:pt x="32897" y="382222"/>
                  </a:lnTo>
                  <a:lnTo>
                    <a:pt x="33150" y="382078"/>
                  </a:lnTo>
                  <a:lnTo>
                    <a:pt x="33393" y="382057"/>
                  </a:lnTo>
                  <a:lnTo>
                    <a:pt x="33646" y="382073"/>
                  </a:lnTo>
                  <a:lnTo>
                    <a:pt x="33936" y="382080"/>
                  </a:lnTo>
                  <a:lnTo>
                    <a:pt x="34709" y="382019"/>
                  </a:lnTo>
                  <a:lnTo>
                    <a:pt x="35662" y="381795"/>
                  </a:lnTo>
                  <a:lnTo>
                    <a:pt x="36202" y="381741"/>
                  </a:lnTo>
                  <a:lnTo>
                    <a:pt x="36468" y="381741"/>
                  </a:lnTo>
                  <a:lnTo>
                    <a:pt x="37007" y="381740"/>
                  </a:lnTo>
                  <a:lnTo>
                    <a:pt x="37147" y="381740"/>
                  </a:lnTo>
                  <a:lnTo>
                    <a:pt x="37699" y="381722"/>
                  </a:lnTo>
                  <a:lnTo>
                    <a:pt x="37620" y="381138"/>
                  </a:lnTo>
                  <a:lnTo>
                    <a:pt x="37418" y="380981"/>
                  </a:lnTo>
                  <a:lnTo>
                    <a:pt x="37400" y="380594"/>
                  </a:lnTo>
                  <a:lnTo>
                    <a:pt x="37437" y="380333"/>
                  </a:lnTo>
                  <a:lnTo>
                    <a:pt x="37546" y="380056"/>
                  </a:lnTo>
                  <a:lnTo>
                    <a:pt x="38127" y="378787"/>
                  </a:lnTo>
                  <a:lnTo>
                    <a:pt x="38372" y="378798"/>
                  </a:lnTo>
                  <a:lnTo>
                    <a:pt x="38626" y="378504"/>
                  </a:lnTo>
                  <a:lnTo>
                    <a:pt x="37919" y="377405"/>
                  </a:lnTo>
                  <a:lnTo>
                    <a:pt x="38268" y="376347"/>
                  </a:lnTo>
                  <a:lnTo>
                    <a:pt x="38102" y="376300"/>
                  </a:lnTo>
                  <a:lnTo>
                    <a:pt x="37943" y="376257"/>
                  </a:lnTo>
                  <a:lnTo>
                    <a:pt x="37741" y="376447"/>
                  </a:lnTo>
                  <a:lnTo>
                    <a:pt x="37194" y="376996"/>
                  </a:lnTo>
                  <a:lnTo>
                    <a:pt x="37067" y="376999"/>
                  </a:lnTo>
                  <a:lnTo>
                    <a:pt x="36832" y="377002"/>
                  </a:lnTo>
                  <a:lnTo>
                    <a:pt x="36458" y="377008"/>
                  </a:lnTo>
                  <a:lnTo>
                    <a:pt x="36223" y="377046"/>
                  </a:lnTo>
                  <a:lnTo>
                    <a:pt x="35813" y="377190"/>
                  </a:lnTo>
                  <a:lnTo>
                    <a:pt x="35569" y="377192"/>
                  </a:lnTo>
                  <a:lnTo>
                    <a:pt x="35324" y="377195"/>
                  </a:lnTo>
                  <a:lnTo>
                    <a:pt x="34568" y="377201"/>
                  </a:lnTo>
                  <a:lnTo>
                    <a:pt x="34308" y="377180"/>
                  </a:lnTo>
                  <a:lnTo>
                    <a:pt x="33430" y="376775"/>
                  </a:lnTo>
                  <a:lnTo>
                    <a:pt x="33037" y="376499"/>
                  </a:lnTo>
                  <a:lnTo>
                    <a:pt x="32979" y="375518"/>
                  </a:lnTo>
                  <a:lnTo>
                    <a:pt x="32958" y="375383"/>
                  </a:lnTo>
                  <a:lnTo>
                    <a:pt x="32932" y="375159"/>
                  </a:lnTo>
                  <a:lnTo>
                    <a:pt x="32926" y="375029"/>
                  </a:lnTo>
                  <a:lnTo>
                    <a:pt x="32860" y="374691"/>
                  </a:lnTo>
                  <a:lnTo>
                    <a:pt x="32684" y="374455"/>
                  </a:lnTo>
                  <a:lnTo>
                    <a:pt x="32561" y="374286"/>
                  </a:lnTo>
                  <a:lnTo>
                    <a:pt x="32316" y="373248"/>
                  </a:lnTo>
                  <a:lnTo>
                    <a:pt x="31987" y="372947"/>
                  </a:lnTo>
                  <a:lnTo>
                    <a:pt x="31760" y="372655"/>
                  </a:lnTo>
                  <a:lnTo>
                    <a:pt x="31696" y="372338"/>
                  </a:lnTo>
                  <a:lnTo>
                    <a:pt x="31660" y="372144"/>
                  </a:lnTo>
                  <a:lnTo>
                    <a:pt x="31569" y="371656"/>
                  </a:lnTo>
                  <a:lnTo>
                    <a:pt x="30926" y="371262"/>
                  </a:lnTo>
                  <a:lnTo>
                    <a:pt x="30940" y="370748"/>
                  </a:lnTo>
                  <a:lnTo>
                    <a:pt x="30675" y="370127"/>
                  </a:lnTo>
                  <a:lnTo>
                    <a:pt x="30485" y="369855"/>
                  </a:lnTo>
                  <a:lnTo>
                    <a:pt x="30464" y="369081"/>
                  </a:lnTo>
                  <a:lnTo>
                    <a:pt x="30585" y="368791"/>
                  </a:lnTo>
                  <a:lnTo>
                    <a:pt x="30755" y="368719"/>
                  </a:lnTo>
                  <a:lnTo>
                    <a:pt x="30960" y="368553"/>
                  </a:lnTo>
                  <a:lnTo>
                    <a:pt x="30961" y="368227"/>
                  </a:lnTo>
                  <a:lnTo>
                    <a:pt x="31101" y="367833"/>
                  </a:lnTo>
                  <a:lnTo>
                    <a:pt x="31319" y="367417"/>
                  </a:lnTo>
                  <a:lnTo>
                    <a:pt x="31435" y="367105"/>
                  </a:lnTo>
                  <a:lnTo>
                    <a:pt x="31426" y="366972"/>
                  </a:lnTo>
                  <a:lnTo>
                    <a:pt x="31435" y="366628"/>
                  </a:lnTo>
                  <a:lnTo>
                    <a:pt x="31802" y="366364"/>
                  </a:lnTo>
                  <a:lnTo>
                    <a:pt x="31973" y="366553"/>
                  </a:lnTo>
                  <a:lnTo>
                    <a:pt x="32042" y="366906"/>
                  </a:lnTo>
                  <a:lnTo>
                    <a:pt x="32060" y="367067"/>
                  </a:lnTo>
                  <a:lnTo>
                    <a:pt x="32256" y="367740"/>
                  </a:lnTo>
                  <a:lnTo>
                    <a:pt x="32425" y="368062"/>
                  </a:lnTo>
                  <a:lnTo>
                    <a:pt x="32794" y="368513"/>
                  </a:lnTo>
                  <a:lnTo>
                    <a:pt x="32930" y="368585"/>
                  </a:lnTo>
                  <a:lnTo>
                    <a:pt x="33182" y="368460"/>
                  </a:lnTo>
                  <a:lnTo>
                    <a:pt x="33167" y="368261"/>
                  </a:lnTo>
                  <a:lnTo>
                    <a:pt x="33160" y="368113"/>
                  </a:lnTo>
                  <a:lnTo>
                    <a:pt x="33233" y="367887"/>
                  </a:lnTo>
                  <a:lnTo>
                    <a:pt x="33464" y="367736"/>
                  </a:lnTo>
                  <a:lnTo>
                    <a:pt x="33818" y="368042"/>
                  </a:lnTo>
                  <a:lnTo>
                    <a:pt x="34577" y="368120"/>
                  </a:lnTo>
                  <a:lnTo>
                    <a:pt x="34805" y="367847"/>
                  </a:lnTo>
                  <a:lnTo>
                    <a:pt x="34851" y="367710"/>
                  </a:lnTo>
                  <a:lnTo>
                    <a:pt x="35432" y="367580"/>
                  </a:lnTo>
                  <a:lnTo>
                    <a:pt x="35892" y="367425"/>
                  </a:lnTo>
                  <a:lnTo>
                    <a:pt x="36130" y="367315"/>
                  </a:lnTo>
                  <a:lnTo>
                    <a:pt x="36508" y="367564"/>
                  </a:lnTo>
                  <a:lnTo>
                    <a:pt x="37098" y="367484"/>
                  </a:lnTo>
                  <a:lnTo>
                    <a:pt x="37293" y="367333"/>
                  </a:lnTo>
                  <a:lnTo>
                    <a:pt x="37835" y="366549"/>
                  </a:lnTo>
                  <a:lnTo>
                    <a:pt x="37750" y="365832"/>
                  </a:lnTo>
                  <a:lnTo>
                    <a:pt x="37364" y="365673"/>
                  </a:lnTo>
                  <a:lnTo>
                    <a:pt x="37399" y="365349"/>
                  </a:lnTo>
                  <a:lnTo>
                    <a:pt x="37980" y="364805"/>
                  </a:lnTo>
                  <a:lnTo>
                    <a:pt x="38250" y="364649"/>
                  </a:lnTo>
                  <a:lnTo>
                    <a:pt x="38194" y="364139"/>
                  </a:lnTo>
                  <a:lnTo>
                    <a:pt x="38135" y="363864"/>
                  </a:lnTo>
                  <a:lnTo>
                    <a:pt x="38141" y="363670"/>
                  </a:lnTo>
                  <a:lnTo>
                    <a:pt x="38396" y="363420"/>
                  </a:lnTo>
                  <a:lnTo>
                    <a:pt x="38578" y="363436"/>
                  </a:lnTo>
                  <a:lnTo>
                    <a:pt x="38909" y="363147"/>
                  </a:lnTo>
                  <a:lnTo>
                    <a:pt x="38495" y="362520"/>
                  </a:lnTo>
                  <a:lnTo>
                    <a:pt x="38702" y="362303"/>
                  </a:lnTo>
                  <a:lnTo>
                    <a:pt x="38871" y="361715"/>
                  </a:lnTo>
                  <a:lnTo>
                    <a:pt x="38773" y="361409"/>
                  </a:lnTo>
                  <a:lnTo>
                    <a:pt x="38698" y="360612"/>
                  </a:lnTo>
                  <a:lnTo>
                    <a:pt x="38739" y="359485"/>
                  </a:lnTo>
                  <a:lnTo>
                    <a:pt x="39167" y="359002"/>
                  </a:lnTo>
                  <a:lnTo>
                    <a:pt x="39227" y="358401"/>
                  </a:lnTo>
                  <a:lnTo>
                    <a:pt x="39175" y="357849"/>
                  </a:lnTo>
                  <a:lnTo>
                    <a:pt x="39330" y="357809"/>
                  </a:lnTo>
                  <a:lnTo>
                    <a:pt x="39520" y="357667"/>
                  </a:lnTo>
                  <a:lnTo>
                    <a:pt x="39902" y="357350"/>
                  </a:lnTo>
                  <a:lnTo>
                    <a:pt x="40054" y="357176"/>
                  </a:lnTo>
                  <a:lnTo>
                    <a:pt x="40382" y="357024"/>
                  </a:lnTo>
                  <a:lnTo>
                    <a:pt x="40514" y="356993"/>
                  </a:lnTo>
                  <a:lnTo>
                    <a:pt x="40891" y="356639"/>
                  </a:lnTo>
                  <a:lnTo>
                    <a:pt x="40885" y="356502"/>
                  </a:lnTo>
                  <a:lnTo>
                    <a:pt x="40885" y="356338"/>
                  </a:lnTo>
                  <a:lnTo>
                    <a:pt x="41378" y="356276"/>
                  </a:lnTo>
                  <a:lnTo>
                    <a:pt x="41716" y="356417"/>
                  </a:lnTo>
                  <a:lnTo>
                    <a:pt x="41932" y="356579"/>
                  </a:lnTo>
                  <a:lnTo>
                    <a:pt x="42328" y="356737"/>
                  </a:lnTo>
                  <a:lnTo>
                    <a:pt x="42475" y="356774"/>
                  </a:lnTo>
                  <a:lnTo>
                    <a:pt x="42809" y="356733"/>
                  </a:lnTo>
                  <a:lnTo>
                    <a:pt x="43059" y="356818"/>
                  </a:lnTo>
                  <a:lnTo>
                    <a:pt x="43304" y="357030"/>
                  </a:lnTo>
                  <a:lnTo>
                    <a:pt x="43739" y="357453"/>
                  </a:lnTo>
                  <a:lnTo>
                    <a:pt x="44415" y="357268"/>
                  </a:lnTo>
                  <a:lnTo>
                    <a:pt x="44813" y="357074"/>
                  </a:lnTo>
                  <a:lnTo>
                    <a:pt x="45125" y="356843"/>
                  </a:lnTo>
                  <a:lnTo>
                    <a:pt x="45314" y="356325"/>
                  </a:lnTo>
                  <a:lnTo>
                    <a:pt x="45373" y="356119"/>
                  </a:lnTo>
                  <a:lnTo>
                    <a:pt x="45581" y="356037"/>
                  </a:lnTo>
                  <a:lnTo>
                    <a:pt x="45668" y="356281"/>
                  </a:lnTo>
                  <a:lnTo>
                    <a:pt x="45619" y="356507"/>
                  </a:lnTo>
                  <a:lnTo>
                    <a:pt x="45759" y="356808"/>
                  </a:lnTo>
                  <a:lnTo>
                    <a:pt x="45998" y="356698"/>
                  </a:lnTo>
                  <a:lnTo>
                    <a:pt x="45956" y="356348"/>
                  </a:lnTo>
                  <a:lnTo>
                    <a:pt x="45994" y="356207"/>
                  </a:lnTo>
                  <a:lnTo>
                    <a:pt x="46718" y="355229"/>
                  </a:lnTo>
                  <a:lnTo>
                    <a:pt x="46882" y="355227"/>
                  </a:lnTo>
                  <a:lnTo>
                    <a:pt x="47113" y="355362"/>
                  </a:lnTo>
                  <a:lnTo>
                    <a:pt x="47262" y="355829"/>
                  </a:lnTo>
                  <a:lnTo>
                    <a:pt x="47371" y="356126"/>
                  </a:lnTo>
                  <a:lnTo>
                    <a:pt x="47542" y="355961"/>
                  </a:lnTo>
                  <a:lnTo>
                    <a:pt x="47877" y="355491"/>
                  </a:lnTo>
                  <a:lnTo>
                    <a:pt x="48047" y="355484"/>
                  </a:lnTo>
                  <a:lnTo>
                    <a:pt x="48605" y="355510"/>
                  </a:lnTo>
                  <a:lnTo>
                    <a:pt x="48979" y="355402"/>
                  </a:lnTo>
                  <a:lnTo>
                    <a:pt x="49284" y="355447"/>
                  </a:lnTo>
                  <a:lnTo>
                    <a:pt x="49410" y="355587"/>
                  </a:lnTo>
                  <a:lnTo>
                    <a:pt x="49838" y="355362"/>
                  </a:lnTo>
                  <a:lnTo>
                    <a:pt x="50076" y="355467"/>
                  </a:lnTo>
                  <a:lnTo>
                    <a:pt x="50425" y="355840"/>
                  </a:lnTo>
                  <a:lnTo>
                    <a:pt x="50490" y="356043"/>
                  </a:lnTo>
                  <a:lnTo>
                    <a:pt x="50925" y="356265"/>
                  </a:lnTo>
                  <a:lnTo>
                    <a:pt x="51373" y="356383"/>
                  </a:lnTo>
                  <a:lnTo>
                    <a:pt x="51510" y="356382"/>
                  </a:lnTo>
                  <a:lnTo>
                    <a:pt x="52559" y="356153"/>
                  </a:lnTo>
                  <a:lnTo>
                    <a:pt x="52685" y="355946"/>
                  </a:lnTo>
                  <a:lnTo>
                    <a:pt x="53109" y="355689"/>
                  </a:lnTo>
                  <a:lnTo>
                    <a:pt x="53254" y="355763"/>
                  </a:lnTo>
                  <a:lnTo>
                    <a:pt x="53540" y="355730"/>
                  </a:lnTo>
                  <a:lnTo>
                    <a:pt x="53598" y="355557"/>
                  </a:lnTo>
                  <a:lnTo>
                    <a:pt x="53797" y="354716"/>
                  </a:lnTo>
                  <a:lnTo>
                    <a:pt x="53900" y="354527"/>
                  </a:lnTo>
                  <a:lnTo>
                    <a:pt x="54399" y="354903"/>
                  </a:lnTo>
                  <a:lnTo>
                    <a:pt x="54894" y="355208"/>
                  </a:lnTo>
                  <a:lnTo>
                    <a:pt x="55255" y="355708"/>
                  </a:lnTo>
                  <a:lnTo>
                    <a:pt x="56014" y="355846"/>
                  </a:lnTo>
                  <a:lnTo>
                    <a:pt x="56738" y="355847"/>
                  </a:lnTo>
                  <a:lnTo>
                    <a:pt x="56944" y="355870"/>
                  </a:lnTo>
                  <a:lnTo>
                    <a:pt x="57273" y="355855"/>
                  </a:lnTo>
                  <a:lnTo>
                    <a:pt x="57400" y="355837"/>
                  </a:lnTo>
                  <a:lnTo>
                    <a:pt x="58155" y="355647"/>
                  </a:lnTo>
                  <a:lnTo>
                    <a:pt x="58103" y="355138"/>
                  </a:lnTo>
                  <a:lnTo>
                    <a:pt x="58397" y="355034"/>
                  </a:lnTo>
                  <a:lnTo>
                    <a:pt x="58056" y="354515"/>
                  </a:lnTo>
                  <a:lnTo>
                    <a:pt x="58069" y="354273"/>
                  </a:lnTo>
                  <a:lnTo>
                    <a:pt x="58005" y="354066"/>
                  </a:lnTo>
                  <a:lnTo>
                    <a:pt x="57828" y="353878"/>
                  </a:lnTo>
                  <a:lnTo>
                    <a:pt x="57591" y="353960"/>
                  </a:lnTo>
                  <a:lnTo>
                    <a:pt x="57359" y="353671"/>
                  </a:lnTo>
                  <a:lnTo>
                    <a:pt x="57573" y="353372"/>
                  </a:lnTo>
                  <a:lnTo>
                    <a:pt x="57785" y="353184"/>
                  </a:lnTo>
                  <a:lnTo>
                    <a:pt x="57964" y="353062"/>
                  </a:lnTo>
                  <a:lnTo>
                    <a:pt x="58122" y="352924"/>
                  </a:lnTo>
                  <a:lnTo>
                    <a:pt x="58062" y="352763"/>
                  </a:lnTo>
                  <a:lnTo>
                    <a:pt x="57899" y="352535"/>
                  </a:lnTo>
                  <a:lnTo>
                    <a:pt x="57376" y="351988"/>
                  </a:lnTo>
                  <a:lnTo>
                    <a:pt x="57151" y="352007"/>
                  </a:lnTo>
                  <a:lnTo>
                    <a:pt x="56492" y="351653"/>
                  </a:lnTo>
                  <a:lnTo>
                    <a:pt x="56595" y="351420"/>
                  </a:lnTo>
                  <a:lnTo>
                    <a:pt x="56756" y="351088"/>
                  </a:lnTo>
                  <a:lnTo>
                    <a:pt x="56841" y="350174"/>
                  </a:lnTo>
                  <a:lnTo>
                    <a:pt x="56856" y="349926"/>
                  </a:lnTo>
                  <a:lnTo>
                    <a:pt x="56572" y="349453"/>
                  </a:lnTo>
                  <a:lnTo>
                    <a:pt x="56362" y="348996"/>
                  </a:lnTo>
                  <a:lnTo>
                    <a:pt x="56282" y="348573"/>
                  </a:lnTo>
                  <a:lnTo>
                    <a:pt x="56526" y="348264"/>
                  </a:lnTo>
                  <a:lnTo>
                    <a:pt x="56535" y="347885"/>
                  </a:lnTo>
                  <a:lnTo>
                    <a:pt x="56505" y="347505"/>
                  </a:lnTo>
                  <a:lnTo>
                    <a:pt x="56590" y="347093"/>
                  </a:lnTo>
                  <a:lnTo>
                    <a:pt x="56748" y="346844"/>
                  </a:lnTo>
                  <a:lnTo>
                    <a:pt x="56718" y="346530"/>
                  </a:lnTo>
                  <a:lnTo>
                    <a:pt x="56577" y="346301"/>
                  </a:lnTo>
                  <a:lnTo>
                    <a:pt x="56379" y="346095"/>
                  </a:lnTo>
                  <a:lnTo>
                    <a:pt x="56391" y="345806"/>
                  </a:lnTo>
                  <a:lnTo>
                    <a:pt x="56698" y="345827"/>
                  </a:lnTo>
                  <a:lnTo>
                    <a:pt x="56860" y="345852"/>
                  </a:lnTo>
                  <a:lnTo>
                    <a:pt x="57053" y="345811"/>
                  </a:lnTo>
                  <a:lnTo>
                    <a:pt x="57082" y="345437"/>
                  </a:lnTo>
                  <a:lnTo>
                    <a:pt x="57008" y="344483"/>
                  </a:lnTo>
                  <a:lnTo>
                    <a:pt x="56934" y="344275"/>
                  </a:lnTo>
                  <a:lnTo>
                    <a:pt x="56682" y="344063"/>
                  </a:lnTo>
                  <a:lnTo>
                    <a:pt x="56444" y="344081"/>
                  </a:lnTo>
                  <a:lnTo>
                    <a:pt x="56200" y="343962"/>
                  </a:lnTo>
                  <a:lnTo>
                    <a:pt x="55692" y="343582"/>
                  </a:lnTo>
                  <a:lnTo>
                    <a:pt x="55366" y="343101"/>
                  </a:lnTo>
                  <a:lnTo>
                    <a:pt x="55384" y="342637"/>
                  </a:lnTo>
                  <a:lnTo>
                    <a:pt x="55435" y="342489"/>
                  </a:lnTo>
                  <a:lnTo>
                    <a:pt x="55549" y="342323"/>
                  </a:lnTo>
                  <a:lnTo>
                    <a:pt x="55950" y="341625"/>
                  </a:lnTo>
                  <a:lnTo>
                    <a:pt x="56408" y="341000"/>
                  </a:lnTo>
                  <a:lnTo>
                    <a:pt x="56557" y="341153"/>
                  </a:lnTo>
                  <a:lnTo>
                    <a:pt x="56748" y="341607"/>
                  </a:lnTo>
                  <a:lnTo>
                    <a:pt x="57470" y="342470"/>
                  </a:lnTo>
                  <a:lnTo>
                    <a:pt x="57776" y="342527"/>
                  </a:lnTo>
                  <a:lnTo>
                    <a:pt x="58194" y="342080"/>
                  </a:lnTo>
                  <a:lnTo>
                    <a:pt x="58117" y="341815"/>
                  </a:lnTo>
                  <a:lnTo>
                    <a:pt x="58768" y="341498"/>
                  </a:lnTo>
                  <a:lnTo>
                    <a:pt x="58960" y="341232"/>
                  </a:lnTo>
                  <a:lnTo>
                    <a:pt x="58984" y="340957"/>
                  </a:lnTo>
                  <a:lnTo>
                    <a:pt x="58914" y="340663"/>
                  </a:lnTo>
                  <a:lnTo>
                    <a:pt x="59127" y="340388"/>
                  </a:lnTo>
                  <a:lnTo>
                    <a:pt x="59364" y="340443"/>
                  </a:lnTo>
                  <a:lnTo>
                    <a:pt x="59841" y="340464"/>
                  </a:lnTo>
                  <a:lnTo>
                    <a:pt x="60659" y="341243"/>
                  </a:lnTo>
                  <a:lnTo>
                    <a:pt x="60872" y="341474"/>
                  </a:lnTo>
                  <a:lnTo>
                    <a:pt x="61065" y="341857"/>
                  </a:lnTo>
                  <a:lnTo>
                    <a:pt x="61219" y="341982"/>
                  </a:lnTo>
                  <a:lnTo>
                    <a:pt x="61434" y="342116"/>
                  </a:lnTo>
                  <a:lnTo>
                    <a:pt x="61635" y="342267"/>
                  </a:lnTo>
                  <a:lnTo>
                    <a:pt x="62105" y="342778"/>
                  </a:lnTo>
                  <a:lnTo>
                    <a:pt x="62095" y="343125"/>
                  </a:lnTo>
                  <a:lnTo>
                    <a:pt x="62420" y="343600"/>
                  </a:lnTo>
                  <a:lnTo>
                    <a:pt x="62850" y="343586"/>
                  </a:lnTo>
                  <a:lnTo>
                    <a:pt x="63255" y="343446"/>
                  </a:lnTo>
                  <a:lnTo>
                    <a:pt x="63760" y="343187"/>
                  </a:lnTo>
                  <a:lnTo>
                    <a:pt x="64087" y="342987"/>
                  </a:lnTo>
                  <a:lnTo>
                    <a:pt x="64008" y="342605"/>
                  </a:lnTo>
                  <a:lnTo>
                    <a:pt x="64087" y="342343"/>
                  </a:lnTo>
                  <a:lnTo>
                    <a:pt x="64415" y="342144"/>
                  </a:lnTo>
                  <a:lnTo>
                    <a:pt x="64525" y="341942"/>
                  </a:lnTo>
                  <a:lnTo>
                    <a:pt x="64571" y="341770"/>
                  </a:lnTo>
                  <a:lnTo>
                    <a:pt x="64618" y="341578"/>
                  </a:lnTo>
                  <a:lnTo>
                    <a:pt x="64959" y="341112"/>
                  </a:lnTo>
                  <a:lnTo>
                    <a:pt x="65357" y="340969"/>
                  </a:lnTo>
                  <a:lnTo>
                    <a:pt x="65493" y="341028"/>
                  </a:lnTo>
                  <a:lnTo>
                    <a:pt x="65628" y="341126"/>
                  </a:lnTo>
                  <a:lnTo>
                    <a:pt x="66442" y="341517"/>
                  </a:lnTo>
                  <a:lnTo>
                    <a:pt x="66870" y="341439"/>
                  </a:lnTo>
                  <a:lnTo>
                    <a:pt x="67104" y="341601"/>
                  </a:lnTo>
                  <a:lnTo>
                    <a:pt x="67194" y="341803"/>
                  </a:lnTo>
                  <a:lnTo>
                    <a:pt x="67117" y="342233"/>
                  </a:lnTo>
                  <a:lnTo>
                    <a:pt x="67072" y="342796"/>
                  </a:lnTo>
                  <a:lnTo>
                    <a:pt x="67340" y="342971"/>
                  </a:lnTo>
                  <a:lnTo>
                    <a:pt x="67553" y="342929"/>
                  </a:lnTo>
                  <a:lnTo>
                    <a:pt x="67823" y="342740"/>
                  </a:lnTo>
                  <a:lnTo>
                    <a:pt x="68172" y="343102"/>
                  </a:lnTo>
                  <a:lnTo>
                    <a:pt x="68389" y="343253"/>
                  </a:lnTo>
                  <a:lnTo>
                    <a:pt x="68932" y="342865"/>
                  </a:lnTo>
                  <a:lnTo>
                    <a:pt x="69569" y="342388"/>
                  </a:lnTo>
                  <a:lnTo>
                    <a:pt x="70427" y="342032"/>
                  </a:lnTo>
                  <a:lnTo>
                    <a:pt x="70280" y="341313"/>
                  </a:lnTo>
                  <a:lnTo>
                    <a:pt x="69906" y="340789"/>
                  </a:lnTo>
                  <a:lnTo>
                    <a:pt x="69734" y="340663"/>
                  </a:lnTo>
                  <a:lnTo>
                    <a:pt x="69401" y="340550"/>
                  </a:lnTo>
                  <a:lnTo>
                    <a:pt x="69204" y="340174"/>
                  </a:lnTo>
                  <a:lnTo>
                    <a:pt x="69077" y="339443"/>
                  </a:lnTo>
                  <a:lnTo>
                    <a:pt x="69147" y="339270"/>
                  </a:lnTo>
                  <a:lnTo>
                    <a:pt x="69342" y="338869"/>
                  </a:lnTo>
                  <a:lnTo>
                    <a:pt x="69571" y="338715"/>
                  </a:lnTo>
                  <a:lnTo>
                    <a:pt x="70091" y="338653"/>
                  </a:lnTo>
                  <a:lnTo>
                    <a:pt x="70828" y="338343"/>
                  </a:lnTo>
                  <a:lnTo>
                    <a:pt x="71007" y="338096"/>
                  </a:lnTo>
                  <a:lnTo>
                    <a:pt x="71116" y="337932"/>
                  </a:lnTo>
                  <a:lnTo>
                    <a:pt x="71028" y="337799"/>
                  </a:lnTo>
                  <a:lnTo>
                    <a:pt x="70916" y="337650"/>
                  </a:lnTo>
                  <a:lnTo>
                    <a:pt x="71086" y="337357"/>
                  </a:lnTo>
                  <a:lnTo>
                    <a:pt x="71697" y="337246"/>
                  </a:lnTo>
                  <a:lnTo>
                    <a:pt x="71891" y="336910"/>
                  </a:lnTo>
                  <a:lnTo>
                    <a:pt x="72037" y="336565"/>
                  </a:lnTo>
                  <a:lnTo>
                    <a:pt x="72255" y="336146"/>
                  </a:lnTo>
                  <a:lnTo>
                    <a:pt x="72430" y="336069"/>
                  </a:lnTo>
                  <a:lnTo>
                    <a:pt x="72571" y="336156"/>
                  </a:lnTo>
                  <a:lnTo>
                    <a:pt x="72787" y="336580"/>
                  </a:lnTo>
                  <a:lnTo>
                    <a:pt x="73008" y="336832"/>
                  </a:lnTo>
                  <a:lnTo>
                    <a:pt x="73926" y="337077"/>
                  </a:lnTo>
                  <a:lnTo>
                    <a:pt x="74535" y="337033"/>
                  </a:lnTo>
                  <a:lnTo>
                    <a:pt x="74906" y="336869"/>
                  </a:lnTo>
                  <a:lnTo>
                    <a:pt x="75017" y="336729"/>
                  </a:lnTo>
                  <a:lnTo>
                    <a:pt x="75104" y="336585"/>
                  </a:lnTo>
                  <a:lnTo>
                    <a:pt x="74897" y="336167"/>
                  </a:lnTo>
                  <a:lnTo>
                    <a:pt x="74678" y="336113"/>
                  </a:lnTo>
                  <a:lnTo>
                    <a:pt x="74468" y="335932"/>
                  </a:lnTo>
                  <a:lnTo>
                    <a:pt x="74473" y="335761"/>
                  </a:lnTo>
                  <a:lnTo>
                    <a:pt x="74278" y="335076"/>
                  </a:lnTo>
                  <a:lnTo>
                    <a:pt x="73969" y="334887"/>
                  </a:lnTo>
                  <a:lnTo>
                    <a:pt x="73699" y="334728"/>
                  </a:lnTo>
                  <a:lnTo>
                    <a:pt x="73530" y="334686"/>
                  </a:lnTo>
                  <a:lnTo>
                    <a:pt x="73380" y="334477"/>
                  </a:lnTo>
                  <a:lnTo>
                    <a:pt x="73326" y="333994"/>
                  </a:lnTo>
                  <a:lnTo>
                    <a:pt x="73464" y="333874"/>
                  </a:lnTo>
                  <a:lnTo>
                    <a:pt x="73467" y="333654"/>
                  </a:lnTo>
                  <a:lnTo>
                    <a:pt x="73338" y="333347"/>
                  </a:lnTo>
                  <a:lnTo>
                    <a:pt x="73065" y="332996"/>
                  </a:lnTo>
                  <a:lnTo>
                    <a:pt x="72444" y="332755"/>
                  </a:lnTo>
                  <a:lnTo>
                    <a:pt x="72325" y="332892"/>
                  </a:lnTo>
                  <a:lnTo>
                    <a:pt x="72317" y="333048"/>
                  </a:lnTo>
                  <a:lnTo>
                    <a:pt x="72177" y="333043"/>
                  </a:lnTo>
                  <a:lnTo>
                    <a:pt x="71726" y="332520"/>
                  </a:lnTo>
                  <a:lnTo>
                    <a:pt x="71702" y="332377"/>
                  </a:lnTo>
                  <a:lnTo>
                    <a:pt x="71878" y="331759"/>
                  </a:lnTo>
                  <a:lnTo>
                    <a:pt x="71799" y="331348"/>
                  </a:lnTo>
                  <a:lnTo>
                    <a:pt x="71659" y="331087"/>
                  </a:lnTo>
                  <a:lnTo>
                    <a:pt x="71634" y="330774"/>
                  </a:lnTo>
                  <a:lnTo>
                    <a:pt x="71862" y="330415"/>
                  </a:lnTo>
                  <a:lnTo>
                    <a:pt x="71886" y="329500"/>
                  </a:lnTo>
                  <a:lnTo>
                    <a:pt x="71750" y="328958"/>
                  </a:lnTo>
                  <a:lnTo>
                    <a:pt x="71333" y="328817"/>
                  </a:lnTo>
                  <a:lnTo>
                    <a:pt x="70970" y="328705"/>
                  </a:lnTo>
                  <a:lnTo>
                    <a:pt x="71008" y="328320"/>
                  </a:lnTo>
                  <a:lnTo>
                    <a:pt x="70789" y="328020"/>
                  </a:lnTo>
                  <a:lnTo>
                    <a:pt x="70678" y="327860"/>
                  </a:lnTo>
                  <a:lnTo>
                    <a:pt x="70573" y="327511"/>
                  </a:lnTo>
                  <a:lnTo>
                    <a:pt x="70918" y="327236"/>
                  </a:lnTo>
                  <a:lnTo>
                    <a:pt x="71187" y="327387"/>
                  </a:lnTo>
                  <a:lnTo>
                    <a:pt x="71323" y="327492"/>
                  </a:lnTo>
                  <a:lnTo>
                    <a:pt x="71390" y="327661"/>
                  </a:lnTo>
                  <a:lnTo>
                    <a:pt x="71666" y="327881"/>
                  </a:lnTo>
                  <a:lnTo>
                    <a:pt x="72107" y="328101"/>
                  </a:lnTo>
                  <a:lnTo>
                    <a:pt x="72381" y="328143"/>
                  </a:lnTo>
                  <a:lnTo>
                    <a:pt x="73173" y="327859"/>
                  </a:lnTo>
                  <a:lnTo>
                    <a:pt x="73245" y="327309"/>
                  </a:lnTo>
                  <a:lnTo>
                    <a:pt x="72955" y="326873"/>
                  </a:lnTo>
                  <a:lnTo>
                    <a:pt x="72940" y="326410"/>
                  </a:lnTo>
                  <a:lnTo>
                    <a:pt x="72962" y="326275"/>
                  </a:lnTo>
                  <a:lnTo>
                    <a:pt x="73299" y="325537"/>
                  </a:lnTo>
                  <a:lnTo>
                    <a:pt x="73728" y="325396"/>
                  </a:lnTo>
                  <a:lnTo>
                    <a:pt x="73864" y="325418"/>
                  </a:lnTo>
                  <a:lnTo>
                    <a:pt x="74022" y="325336"/>
                  </a:lnTo>
                  <a:lnTo>
                    <a:pt x="73768" y="324674"/>
                  </a:lnTo>
                  <a:lnTo>
                    <a:pt x="73869" y="324025"/>
                  </a:lnTo>
                  <a:lnTo>
                    <a:pt x="73702" y="323886"/>
                  </a:lnTo>
                  <a:lnTo>
                    <a:pt x="73354" y="323458"/>
                  </a:lnTo>
                  <a:lnTo>
                    <a:pt x="73639" y="323336"/>
                  </a:lnTo>
                  <a:lnTo>
                    <a:pt x="73906" y="323390"/>
                  </a:lnTo>
                  <a:lnTo>
                    <a:pt x="74049" y="323090"/>
                  </a:lnTo>
                  <a:lnTo>
                    <a:pt x="74053" y="322887"/>
                  </a:lnTo>
                  <a:lnTo>
                    <a:pt x="73993" y="322601"/>
                  </a:lnTo>
                  <a:lnTo>
                    <a:pt x="73965" y="322127"/>
                  </a:lnTo>
                  <a:lnTo>
                    <a:pt x="74329" y="321933"/>
                  </a:lnTo>
                  <a:lnTo>
                    <a:pt x="74589" y="322033"/>
                  </a:lnTo>
                  <a:lnTo>
                    <a:pt x="75219" y="322689"/>
                  </a:lnTo>
                  <a:lnTo>
                    <a:pt x="75404" y="323098"/>
                  </a:lnTo>
                  <a:lnTo>
                    <a:pt x="75406" y="323256"/>
                  </a:lnTo>
                  <a:lnTo>
                    <a:pt x="75560" y="323475"/>
                  </a:lnTo>
                  <a:lnTo>
                    <a:pt x="75802" y="323382"/>
                  </a:lnTo>
                  <a:lnTo>
                    <a:pt x="75905" y="323194"/>
                  </a:lnTo>
                  <a:lnTo>
                    <a:pt x="75878" y="322850"/>
                  </a:lnTo>
                  <a:lnTo>
                    <a:pt x="75939" y="322635"/>
                  </a:lnTo>
                  <a:lnTo>
                    <a:pt x="76248" y="322373"/>
                  </a:lnTo>
                  <a:lnTo>
                    <a:pt x="76426" y="322392"/>
                  </a:lnTo>
                  <a:lnTo>
                    <a:pt x="76892" y="322065"/>
                  </a:lnTo>
                  <a:lnTo>
                    <a:pt x="76964" y="321917"/>
                  </a:lnTo>
                  <a:lnTo>
                    <a:pt x="77336" y="322060"/>
                  </a:lnTo>
                  <a:lnTo>
                    <a:pt x="77888" y="322189"/>
                  </a:lnTo>
                  <a:lnTo>
                    <a:pt x="78040" y="322074"/>
                  </a:lnTo>
                  <a:lnTo>
                    <a:pt x="78223" y="321947"/>
                  </a:lnTo>
                  <a:lnTo>
                    <a:pt x="78658" y="322078"/>
                  </a:lnTo>
                  <a:lnTo>
                    <a:pt x="78791" y="322160"/>
                  </a:lnTo>
                  <a:lnTo>
                    <a:pt x="79129" y="322227"/>
                  </a:lnTo>
                  <a:lnTo>
                    <a:pt x="79337" y="322135"/>
                  </a:lnTo>
                  <a:lnTo>
                    <a:pt x="79567" y="321947"/>
                  </a:lnTo>
                  <a:lnTo>
                    <a:pt x="79701" y="321802"/>
                  </a:lnTo>
                  <a:lnTo>
                    <a:pt x="79820" y="321599"/>
                  </a:lnTo>
                  <a:lnTo>
                    <a:pt x="79830" y="321456"/>
                  </a:lnTo>
                  <a:lnTo>
                    <a:pt x="79724" y="320716"/>
                  </a:lnTo>
                  <a:lnTo>
                    <a:pt x="80244" y="320839"/>
                  </a:lnTo>
                  <a:lnTo>
                    <a:pt x="80691" y="320871"/>
                  </a:lnTo>
                  <a:lnTo>
                    <a:pt x="81102" y="321002"/>
                  </a:lnTo>
                  <a:lnTo>
                    <a:pt x="81432" y="321020"/>
                  </a:lnTo>
                  <a:lnTo>
                    <a:pt x="81624" y="321010"/>
                  </a:lnTo>
                  <a:lnTo>
                    <a:pt x="82166" y="320764"/>
                  </a:lnTo>
                  <a:lnTo>
                    <a:pt x="82425" y="320384"/>
                  </a:lnTo>
                  <a:lnTo>
                    <a:pt x="82490" y="320208"/>
                  </a:lnTo>
                  <a:lnTo>
                    <a:pt x="82478" y="320077"/>
                  </a:lnTo>
                  <a:lnTo>
                    <a:pt x="82424" y="319804"/>
                  </a:lnTo>
                  <a:lnTo>
                    <a:pt x="82321" y="319625"/>
                  </a:lnTo>
                  <a:lnTo>
                    <a:pt x="82507" y="319635"/>
                  </a:lnTo>
                  <a:lnTo>
                    <a:pt x="82765" y="319643"/>
                  </a:lnTo>
                  <a:lnTo>
                    <a:pt x="82960" y="319472"/>
                  </a:lnTo>
                  <a:lnTo>
                    <a:pt x="83283" y="319346"/>
                  </a:lnTo>
                  <a:lnTo>
                    <a:pt x="83585" y="319425"/>
                  </a:lnTo>
                  <a:lnTo>
                    <a:pt x="83657" y="319694"/>
                  </a:lnTo>
                  <a:lnTo>
                    <a:pt x="84038" y="319787"/>
                  </a:lnTo>
                  <a:lnTo>
                    <a:pt x="84116" y="319639"/>
                  </a:lnTo>
                  <a:lnTo>
                    <a:pt x="84244" y="319547"/>
                  </a:lnTo>
                  <a:lnTo>
                    <a:pt x="84488" y="319407"/>
                  </a:lnTo>
                  <a:lnTo>
                    <a:pt x="84609" y="319196"/>
                  </a:lnTo>
                  <a:lnTo>
                    <a:pt x="85313" y="318934"/>
                  </a:lnTo>
                  <a:lnTo>
                    <a:pt x="85435" y="319176"/>
                  </a:lnTo>
                  <a:lnTo>
                    <a:pt x="85825" y="319046"/>
                  </a:lnTo>
                  <a:lnTo>
                    <a:pt x="86199" y="319026"/>
                  </a:lnTo>
                  <a:lnTo>
                    <a:pt x="86473" y="319089"/>
                  </a:lnTo>
                  <a:lnTo>
                    <a:pt x="86683" y="318742"/>
                  </a:lnTo>
                  <a:lnTo>
                    <a:pt x="86694" y="318449"/>
                  </a:lnTo>
                  <a:lnTo>
                    <a:pt x="86759" y="318208"/>
                  </a:lnTo>
                  <a:lnTo>
                    <a:pt x="87318" y="318055"/>
                  </a:lnTo>
                  <a:lnTo>
                    <a:pt x="87487" y="317653"/>
                  </a:lnTo>
                  <a:lnTo>
                    <a:pt x="87705" y="317377"/>
                  </a:lnTo>
                  <a:lnTo>
                    <a:pt x="87928" y="317067"/>
                  </a:lnTo>
                  <a:lnTo>
                    <a:pt x="87668" y="316330"/>
                  </a:lnTo>
                  <a:lnTo>
                    <a:pt x="87446" y="315938"/>
                  </a:lnTo>
                  <a:lnTo>
                    <a:pt x="86719" y="315491"/>
                  </a:lnTo>
                  <a:lnTo>
                    <a:pt x="86520" y="315261"/>
                  </a:lnTo>
                  <a:lnTo>
                    <a:pt x="86594" y="315095"/>
                  </a:lnTo>
                  <a:lnTo>
                    <a:pt x="86722" y="315040"/>
                  </a:lnTo>
                  <a:lnTo>
                    <a:pt x="87647" y="315135"/>
                  </a:lnTo>
                  <a:lnTo>
                    <a:pt x="87897" y="315080"/>
                  </a:lnTo>
                  <a:lnTo>
                    <a:pt x="88027" y="314970"/>
                  </a:lnTo>
                  <a:lnTo>
                    <a:pt x="88156" y="314845"/>
                  </a:lnTo>
                  <a:lnTo>
                    <a:pt x="88333" y="314543"/>
                  </a:lnTo>
                  <a:lnTo>
                    <a:pt x="88604" y="314611"/>
                  </a:lnTo>
                  <a:lnTo>
                    <a:pt x="89043" y="314458"/>
                  </a:lnTo>
                  <a:lnTo>
                    <a:pt x="89208" y="314461"/>
                  </a:lnTo>
                  <a:lnTo>
                    <a:pt x="89412" y="314565"/>
                  </a:lnTo>
                  <a:lnTo>
                    <a:pt x="89725" y="314743"/>
                  </a:lnTo>
                  <a:lnTo>
                    <a:pt x="90525" y="314489"/>
                  </a:lnTo>
                  <a:lnTo>
                    <a:pt x="90848" y="314667"/>
                  </a:lnTo>
                  <a:lnTo>
                    <a:pt x="91092" y="314626"/>
                  </a:lnTo>
                  <a:lnTo>
                    <a:pt x="91606" y="314668"/>
                  </a:lnTo>
                  <a:lnTo>
                    <a:pt x="91856" y="314792"/>
                  </a:lnTo>
                  <a:lnTo>
                    <a:pt x="92015" y="314822"/>
                  </a:lnTo>
                  <a:lnTo>
                    <a:pt x="92453" y="314772"/>
                  </a:lnTo>
                  <a:lnTo>
                    <a:pt x="92597" y="314706"/>
                  </a:lnTo>
                  <a:lnTo>
                    <a:pt x="92745" y="314592"/>
                  </a:lnTo>
                  <a:lnTo>
                    <a:pt x="92756" y="314281"/>
                  </a:lnTo>
                  <a:lnTo>
                    <a:pt x="92991" y="314184"/>
                  </a:lnTo>
                  <a:lnTo>
                    <a:pt x="93469" y="314219"/>
                  </a:lnTo>
                  <a:lnTo>
                    <a:pt x="93752" y="313997"/>
                  </a:lnTo>
                  <a:lnTo>
                    <a:pt x="94016" y="313570"/>
                  </a:lnTo>
                  <a:lnTo>
                    <a:pt x="94255" y="312856"/>
                  </a:lnTo>
                  <a:lnTo>
                    <a:pt x="94441" y="312587"/>
                  </a:lnTo>
                  <a:lnTo>
                    <a:pt x="94783" y="312441"/>
                  </a:lnTo>
                  <a:lnTo>
                    <a:pt x="95036" y="312257"/>
                  </a:lnTo>
                  <a:lnTo>
                    <a:pt x="95076" y="311981"/>
                  </a:lnTo>
                  <a:lnTo>
                    <a:pt x="95228" y="311969"/>
                  </a:lnTo>
                  <a:lnTo>
                    <a:pt x="95418" y="312070"/>
                  </a:lnTo>
                  <a:lnTo>
                    <a:pt x="95557" y="312264"/>
                  </a:lnTo>
                  <a:lnTo>
                    <a:pt x="95727" y="312134"/>
                  </a:lnTo>
                  <a:lnTo>
                    <a:pt x="95898" y="311647"/>
                  </a:lnTo>
                  <a:lnTo>
                    <a:pt x="96492" y="311451"/>
                  </a:lnTo>
                  <a:lnTo>
                    <a:pt x="96529" y="311307"/>
                  </a:lnTo>
                  <a:lnTo>
                    <a:pt x="96515" y="311103"/>
                  </a:lnTo>
                  <a:lnTo>
                    <a:pt x="96513" y="310840"/>
                  </a:lnTo>
                  <a:lnTo>
                    <a:pt x="96653" y="310514"/>
                  </a:lnTo>
                  <a:lnTo>
                    <a:pt x="96885" y="310204"/>
                  </a:lnTo>
                  <a:lnTo>
                    <a:pt x="97067" y="310003"/>
                  </a:lnTo>
                  <a:lnTo>
                    <a:pt x="97152" y="309704"/>
                  </a:lnTo>
                  <a:lnTo>
                    <a:pt x="97774" y="309232"/>
                  </a:lnTo>
                  <a:lnTo>
                    <a:pt x="97915" y="309068"/>
                  </a:lnTo>
                  <a:lnTo>
                    <a:pt x="97979" y="308496"/>
                  </a:lnTo>
                  <a:lnTo>
                    <a:pt x="98467" y="308391"/>
                  </a:lnTo>
                  <a:lnTo>
                    <a:pt x="98606" y="308436"/>
                  </a:lnTo>
                  <a:lnTo>
                    <a:pt x="98856" y="308045"/>
                  </a:lnTo>
                  <a:lnTo>
                    <a:pt x="99011" y="307955"/>
                  </a:lnTo>
                  <a:lnTo>
                    <a:pt x="99143" y="307717"/>
                  </a:lnTo>
                  <a:lnTo>
                    <a:pt x="99131" y="307577"/>
                  </a:lnTo>
                  <a:lnTo>
                    <a:pt x="99451" y="307359"/>
                  </a:lnTo>
                  <a:lnTo>
                    <a:pt x="99475" y="307073"/>
                  </a:lnTo>
                  <a:lnTo>
                    <a:pt x="99479" y="306574"/>
                  </a:lnTo>
                  <a:lnTo>
                    <a:pt x="99918" y="306137"/>
                  </a:lnTo>
                  <a:lnTo>
                    <a:pt x="100126" y="305659"/>
                  </a:lnTo>
                  <a:lnTo>
                    <a:pt x="100157" y="305451"/>
                  </a:lnTo>
                  <a:lnTo>
                    <a:pt x="100052" y="304866"/>
                  </a:lnTo>
                  <a:lnTo>
                    <a:pt x="99819" y="304742"/>
                  </a:lnTo>
                  <a:lnTo>
                    <a:pt x="99710" y="304481"/>
                  </a:lnTo>
                  <a:lnTo>
                    <a:pt x="99793" y="304271"/>
                  </a:lnTo>
                  <a:lnTo>
                    <a:pt x="99771" y="304059"/>
                  </a:lnTo>
                  <a:lnTo>
                    <a:pt x="99684" y="303803"/>
                  </a:lnTo>
                  <a:lnTo>
                    <a:pt x="99645" y="303527"/>
                  </a:lnTo>
                  <a:lnTo>
                    <a:pt x="99911" y="303563"/>
                  </a:lnTo>
                  <a:lnTo>
                    <a:pt x="100225" y="303309"/>
                  </a:lnTo>
                  <a:lnTo>
                    <a:pt x="100735" y="303051"/>
                  </a:lnTo>
                  <a:lnTo>
                    <a:pt x="100962" y="302966"/>
                  </a:lnTo>
                  <a:lnTo>
                    <a:pt x="101306" y="302624"/>
                  </a:lnTo>
                  <a:lnTo>
                    <a:pt x="101092" y="302282"/>
                  </a:lnTo>
                  <a:lnTo>
                    <a:pt x="100909" y="302160"/>
                  </a:lnTo>
                  <a:lnTo>
                    <a:pt x="100733" y="301728"/>
                  </a:lnTo>
                  <a:lnTo>
                    <a:pt x="101092" y="301369"/>
                  </a:lnTo>
                  <a:lnTo>
                    <a:pt x="101303" y="301363"/>
                  </a:lnTo>
                  <a:lnTo>
                    <a:pt x="101671" y="301193"/>
                  </a:lnTo>
                  <a:lnTo>
                    <a:pt x="101793" y="300987"/>
                  </a:lnTo>
                  <a:lnTo>
                    <a:pt x="101841" y="300804"/>
                  </a:lnTo>
                  <a:lnTo>
                    <a:pt x="102354" y="300453"/>
                  </a:lnTo>
                  <a:lnTo>
                    <a:pt x="102496" y="300451"/>
                  </a:lnTo>
                  <a:lnTo>
                    <a:pt x="102630" y="300256"/>
                  </a:lnTo>
                  <a:lnTo>
                    <a:pt x="102630" y="300121"/>
                  </a:lnTo>
                  <a:lnTo>
                    <a:pt x="102430" y="299628"/>
                  </a:lnTo>
                  <a:lnTo>
                    <a:pt x="102311" y="299414"/>
                  </a:lnTo>
                  <a:lnTo>
                    <a:pt x="102326" y="299025"/>
                  </a:lnTo>
                  <a:lnTo>
                    <a:pt x="102574" y="298755"/>
                  </a:lnTo>
                  <a:lnTo>
                    <a:pt x="102570" y="298489"/>
                  </a:lnTo>
                  <a:lnTo>
                    <a:pt x="102354" y="298749"/>
                  </a:lnTo>
                  <a:lnTo>
                    <a:pt x="102081" y="298870"/>
                  </a:lnTo>
                  <a:lnTo>
                    <a:pt x="101948" y="298776"/>
                  </a:lnTo>
                  <a:lnTo>
                    <a:pt x="101738" y="298673"/>
                  </a:lnTo>
                  <a:lnTo>
                    <a:pt x="101280" y="298824"/>
                  </a:lnTo>
                  <a:lnTo>
                    <a:pt x="100908" y="298706"/>
                  </a:lnTo>
                  <a:lnTo>
                    <a:pt x="100674" y="298522"/>
                  </a:lnTo>
                  <a:lnTo>
                    <a:pt x="100211" y="298051"/>
                  </a:lnTo>
                  <a:lnTo>
                    <a:pt x="100058" y="297670"/>
                  </a:lnTo>
                  <a:lnTo>
                    <a:pt x="100054" y="297533"/>
                  </a:lnTo>
                  <a:lnTo>
                    <a:pt x="100092" y="297222"/>
                  </a:lnTo>
                  <a:lnTo>
                    <a:pt x="100109" y="296942"/>
                  </a:lnTo>
                  <a:lnTo>
                    <a:pt x="100138" y="296529"/>
                  </a:lnTo>
                  <a:lnTo>
                    <a:pt x="100382" y="296051"/>
                  </a:lnTo>
                  <a:lnTo>
                    <a:pt x="100259" y="295832"/>
                  </a:lnTo>
                  <a:lnTo>
                    <a:pt x="100189" y="295642"/>
                  </a:lnTo>
                  <a:lnTo>
                    <a:pt x="100195" y="295443"/>
                  </a:lnTo>
                  <a:lnTo>
                    <a:pt x="100186" y="295147"/>
                  </a:lnTo>
                  <a:lnTo>
                    <a:pt x="99843" y="295090"/>
                  </a:lnTo>
                  <a:lnTo>
                    <a:pt x="99963" y="294931"/>
                  </a:lnTo>
                  <a:lnTo>
                    <a:pt x="100478" y="294584"/>
                  </a:lnTo>
                  <a:lnTo>
                    <a:pt x="100868" y="294524"/>
                  </a:lnTo>
                  <a:lnTo>
                    <a:pt x="101145" y="294251"/>
                  </a:lnTo>
                  <a:lnTo>
                    <a:pt x="101059" y="293996"/>
                  </a:lnTo>
                  <a:lnTo>
                    <a:pt x="100705" y="293982"/>
                  </a:lnTo>
                  <a:lnTo>
                    <a:pt x="100501" y="293934"/>
                  </a:lnTo>
                  <a:lnTo>
                    <a:pt x="100497" y="293686"/>
                  </a:lnTo>
                  <a:lnTo>
                    <a:pt x="100523" y="293440"/>
                  </a:lnTo>
                  <a:lnTo>
                    <a:pt x="100526" y="293182"/>
                  </a:lnTo>
                  <a:lnTo>
                    <a:pt x="100516" y="292842"/>
                  </a:lnTo>
                  <a:lnTo>
                    <a:pt x="100525" y="292413"/>
                  </a:lnTo>
                  <a:lnTo>
                    <a:pt x="100544" y="292231"/>
                  </a:lnTo>
                  <a:lnTo>
                    <a:pt x="100660" y="291985"/>
                  </a:lnTo>
                  <a:lnTo>
                    <a:pt x="100675" y="291749"/>
                  </a:lnTo>
                  <a:lnTo>
                    <a:pt x="100520" y="291681"/>
                  </a:lnTo>
                  <a:lnTo>
                    <a:pt x="100374" y="291628"/>
                  </a:lnTo>
                  <a:lnTo>
                    <a:pt x="100208" y="291569"/>
                  </a:lnTo>
                  <a:lnTo>
                    <a:pt x="100289" y="291297"/>
                  </a:lnTo>
                  <a:lnTo>
                    <a:pt x="100199" y="291095"/>
                  </a:lnTo>
                  <a:lnTo>
                    <a:pt x="100063" y="290894"/>
                  </a:lnTo>
                  <a:lnTo>
                    <a:pt x="99765" y="290578"/>
                  </a:lnTo>
                  <a:lnTo>
                    <a:pt x="99797" y="290277"/>
                  </a:lnTo>
                  <a:lnTo>
                    <a:pt x="99921" y="289998"/>
                  </a:lnTo>
                  <a:lnTo>
                    <a:pt x="99987" y="289594"/>
                  </a:lnTo>
                  <a:lnTo>
                    <a:pt x="99732" y="289016"/>
                  </a:lnTo>
                  <a:lnTo>
                    <a:pt x="99411" y="288981"/>
                  </a:lnTo>
                  <a:lnTo>
                    <a:pt x="99282" y="289103"/>
                  </a:lnTo>
                  <a:lnTo>
                    <a:pt x="99135" y="289099"/>
                  </a:lnTo>
                  <a:lnTo>
                    <a:pt x="99052" y="288969"/>
                  </a:lnTo>
                  <a:lnTo>
                    <a:pt x="99004" y="288839"/>
                  </a:lnTo>
                  <a:lnTo>
                    <a:pt x="99153" y="288499"/>
                  </a:lnTo>
                  <a:lnTo>
                    <a:pt x="99162" y="288261"/>
                  </a:lnTo>
                  <a:lnTo>
                    <a:pt x="99310" y="288049"/>
                  </a:lnTo>
                  <a:lnTo>
                    <a:pt x="99499" y="287899"/>
                  </a:lnTo>
                  <a:lnTo>
                    <a:pt x="99598" y="287759"/>
                  </a:lnTo>
                  <a:lnTo>
                    <a:pt x="99725" y="287627"/>
                  </a:lnTo>
                  <a:lnTo>
                    <a:pt x="100216" y="287244"/>
                  </a:lnTo>
                  <a:lnTo>
                    <a:pt x="100129" y="286693"/>
                  </a:lnTo>
                  <a:lnTo>
                    <a:pt x="99942" y="286584"/>
                  </a:lnTo>
                  <a:lnTo>
                    <a:pt x="99643" y="286442"/>
                  </a:lnTo>
                  <a:lnTo>
                    <a:pt x="99564" y="286289"/>
                  </a:lnTo>
                  <a:lnTo>
                    <a:pt x="99553" y="286161"/>
                  </a:lnTo>
                  <a:lnTo>
                    <a:pt x="99671" y="285444"/>
                  </a:lnTo>
                  <a:lnTo>
                    <a:pt x="99843" y="285022"/>
                  </a:lnTo>
                  <a:lnTo>
                    <a:pt x="99990" y="284939"/>
                  </a:lnTo>
                  <a:lnTo>
                    <a:pt x="100090" y="284766"/>
                  </a:lnTo>
                  <a:lnTo>
                    <a:pt x="100141" y="284495"/>
                  </a:lnTo>
                  <a:lnTo>
                    <a:pt x="100260" y="284086"/>
                  </a:lnTo>
                  <a:lnTo>
                    <a:pt x="100389" y="283985"/>
                  </a:lnTo>
                  <a:lnTo>
                    <a:pt x="100771" y="283702"/>
                  </a:lnTo>
                  <a:lnTo>
                    <a:pt x="100846" y="283450"/>
                  </a:lnTo>
                  <a:lnTo>
                    <a:pt x="100831" y="283009"/>
                  </a:lnTo>
                  <a:lnTo>
                    <a:pt x="100480" y="282529"/>
                  </a:lnTo>
                  <a:lnTo>
                    <a:pt x="100570" y="282229"/>
                  </a:lnTo>
                  <a:lnTo>
                    <a:pt x="100748" y="281861"/>
                  </a:lnTo>
                  <a:lnTo>
                    <a:pt x="100778" y="281513"/>
                  </a:lnTo>
                  <a:lnTo>
                    <a:pt x="100779" y="281287"/>
                  </a:lnTo>
                  <a:lnTo>
                    <a:pt x="100797" y="281106"/>
                  </a:lnTo>
                  <a:lnTo>
                    <a:pt x="101005" y="280758"/>
                  </a:lnTo>
                  <a:lnTo>
                    <a:pt x="100937" y="280607"/>
                  </a:lnTo>
                  <a:lnTo>
                    <a:pt x="100928" y="280237"/>
                  </a:lnTo>
                  <a:lnTo>
                    <a:pt x="101036" y="280063"/>
                  </a:lnTo>
                  <a:lnTo>
                    <a:pt x="101050" y="279628"/>
                  </a:lnTo>
                  <a:lnTo>
                    <a:pt x="101161" y="279279"/>
                  </a:lnTo>
                  <a:lnTo>
                    <a:pt x="101455" y="279291"/>
                  </a:lnTo>
                  <a:lnTo>
                    <a:pt x="101731" y="279316"/>
                  </a:lnTo>
                  <a:lnTo>
                    <a:pt x="101960" y="279353"/>
                  </a:lnTo>
                  <a:lnTo>
                    <a:pt x="102400" y="279425"/>
                  </a:lnTo>
                  <a:lnTo>
                    <a:pt x="102456" y="279238"/>
                  </a:lnTo>
                  <a:lnTo>
                    <a:pt x="102499" y="278940"/>
                  </a:lnTo>
                  <a:lnTo>
                    <a:pt x="102681" y="278706"/>
                  </a:lnTo>
                  <a:lnTo>
                    <a:pt x="102845" y="278730"/>
                  </a:lnTo>
                  <a:lnTo>
                    <a:pt x="103109" y="278360"/>
                  </a:lnTo>
                  <a:lnTo>
                    <a:pt x="103224" y="278138"/>
                  </a:lnTo>
                  <a:lnTo>
                    <a:pt x="103626" y="277855"/>
                  </a:lnTo>
                  <a:lnTo>
                    <a:pt x="103767" y="277773"/>
                  </a:lnTo>
                  <a:lnTo>
                    <a:pt x="103826" y="277615"/>
                  </a:lnTo>
                  <a:lnTo>
                    <a:pt x="103892" y="277413"/>
                  </a:lnTo>
                  <a:lnTo>
                    <a:pt x="103937" y="277276"/>
                  </a:lnTo>
                  <a:lnTo>
                    <a:pt x="103987" y="277142"/>
                  </a:lnTo>
                  <a:lnTo>
                    <a:pt x="104208" y="276902"/>
                  </a:lnTo>
                  <a:lnTo>
                    <a:pt x="104390" y="276420"/>
                  </a:lnTo>
                  <a:lnTo>
                    <a:pt x="104512" y="275919"/>
                  </a:lnTo>
                  <a:lnTo>
                    <a:pt x="104501" y="275689"/>
                  </a:lnTo>
                  <a:lnTo>
                    <a:pt x="104600" y="275166"/>
                  </a:lnTo>
                  <a:lnTo>
                    <a:pt x="104879" y="274855"/>
                  </a:lnTo>
                  <a:lnTo>
                    <a:pt x="105021" y="274705"/>
                  </a:lnTo>
                  <a:lnTo>
                    <a:pt x="105041" y="274562"/>
                  </a:lnTo>
                  <a:lnTo>
                    <a:pt x="104994" y="273596"/>
                  </a:lnTo>
                  <a:lnTo>
                    <a:pt x="104964" y="273302"/>
                  </a:lnTo>
                  <a:lnTo>
                    <a:pt x="104833" y="272819"/>
                  </a:lnTo>
                  <a:lnTo>
                    <a:pt x="104846" y="272438"/>
                  </a:lnTo>
                  <a:lnTo>
                    <a:pt x="104994" y="271624"/>
                  </a:lnTo>
                  <a:lnTo>
                    <a:pt x="105555" y="271503"/>
                  </a:lnTo>
                  <a:lnTo>
                    <a:pt x="105839" y="271559"/>
                  </a:lnTo>
                  <a:lnTo>
                    <a:pt x="106152" y="271677"/>
                  </a:lnTo>
                  <a:lnTo>
                    <a:pt x="106884" y="271513"/>
                  </a:lnTo>
                  <a:lnTo>
                    <a:pt x="107196" y="271371"/>
                  </a:lnTo>
                  <a:lnTo>
                    <a:pt x="107408" y="271158"/>
                  </a:lnTo>
                  <a:lnTo>
                    <a:pt x="107620" y="270947"/>
                  </a:lnTo>
                  <a:lnTo>
                    <a:pt x="107944" y="271338"/>
                  </a:lnTo>
                  <a:lnTo>
                    <a:pt x="108200" y="271320"/>
                  </a:lnTo>
                  <a:lnTo>
                    <a:pt x="108355" y="271244"/>
                  </a:lnTo>
                  <a:lnTo>
                    <a:pt x="108982" y="270842"/>
                  </a:lnTo>
                  <a:lnTo>
                    <a:pt x="109526" y="270885"/>
                  </a:lnTo>
                  <a:lnTo>
                    <a:pt x="110065" y="271153"/>
                  </a:lnTo>
                  <a:lnTo>
                    <a:pt x="110417" y="270998"/>
                  </a:lnTo>
                  <a:lnTo>
                    <a:pt x="110460" y="270728"/>
                  </a:lnTo>
                  <a:lnTo>
                    <a:pt x="110330" y="270589"/>
                  </a:lnTo>
                  <a:lnTo>
                    <a:pt x="110362" y="270151"/>
                  </a:lnTo>
                  <a:lnTo>
                    <a:pt x="110527" y="269728"/>
                  </a:lnTo>
                  <a:lnTo>
                    <a:pt x="110947" y="269296"/>
                  </a:lnTo>
                  <a:lnTo>
                    <a:pt x="111156" y="269269"/>
                  </a:lnTo>
                  <a:lnTo>
                    <a:pt x="111318" y="269036"/>
                  </a:lnTo>
                  <a:lnTo>
                    <a:pt x="111311" y="268897"/>
                  </a:lnTo>
                  <a:lnTo>
                    <a:pt x="111412" y="268522"/>
                  </a:lnTo>
                  <a:lnTo>
                    <a:pt x="111570" y="268269"/>
                  </a:lnTo>
                  <a:lnTo>
                    <a:pt x="111780" y="268318"/>
                  </a:lnTo>
                  <a:lnTo>
                    <a:pt x="112145" y="268223"/>
                  </a:lnTo>
                  <a:lnTo>
                    <a:pt x="112512" y="268085"/>
                  </a:lnTo>
                  <a:lnTo>
                    <a:pt x="112566" y="267206"/>
                  </a:lnTo>
                  <a:lnTo>
                    <a:pt x="112419" y="267120"/>
                  </a:lnTo>
                  <a:lnTo>
                    <a:pt x="112003" y="267062"/>
                  </a:lnTo>
                  <a:lnTo>
                    <a:pt x="111653" y="267107"/>
                  </a:lnTo>
                  <a:lnTo>
                    <a:pt x="111451" y="267281"/>
                  </a:lnTo>
                  <a:lnTo>
                    <a:pt x="111160" y="267008"/>
                  </a:lnTo>
                  <a:lnTo>
                    <a:pt x="110651" y="266820"/>
                  </a:lnTo>
                  <a:lnTo>
                    <a:pt x="110466" y="266456"/>
                  </a:lnTo>
                  <a:lnTo>
                    <a:pt x="110593" y="266277"/>
                  </a:lnTo>
                  <a:lnTo>
                    <a:pt x="110731" y="266286"/>
                  </a:lnTo>
                  <a:lnTo>
                    <a:pt x="110977" y="266008"/>
                  </a:lnTo>
                  <a:lnTo>
                    <a:pt x="110944" y="265863"/>
                  </a:lnTo>
                  <a:lnTo>
                    <a:pt x="110934" y="265014"/>
                  </a:lnTo>
                  <a:lnTo>
                    <a:pt x="110947" y="264533"/>
                  </a:lnTo>
                  <a:lnTo>
                    <a:pt x="111187" y="263785"/>
                  </a:lnTo>
                  <a:lnTo>
                    <a:pt x="111393" y="263660"/>
                  </a:lnTo>
                  <a:lnTo>
                    <a:pt x="111836" y="262681"/>
                  </a:lnTo>
                  <a:lnTo>
                    <a:pt x="112046" y="262114"/>
                  </a:lnTo>
                  <a:lnTo>
                    <a:pt x="112050" y="261942"/>
                  </a:lnTo>
                  <a:lnTo>
                    <a:pt x="112049" y="261785"/>
                  </a:lnTo>
                  <a:lnTo>
                    <a:pt x="112075" y="261603"/>
                  </a:lnTo>
                  <a:lnTo>
                    <a:pt x="112266" y="261558"/>
                  </a:lnTo>
                  <a:lnTo>
                    <a:pt x="112614" y="261621"/>
                  </a:lnTo>
                  <a:lnTo>
                    <a:pt x="113124" y="262178"/>
                  </a:lnTo>
                  <a:lnTo>
                    <a:pt x="113403" y="262289"/>
                  </a:lnTo>
                  <a:lnTo>
                    <a:pt x="113713" y="262396"/>
                  </a:lnTo>
                  <a:lnTo>
                    <a:pt x="113827" y="262021"/>
                  </a:lnTo>
                  <a:lnTo>
                    <a:pt x="113768" y="261756"/>
                  </a:lnTo>
                  <a:lnTo>
                    <a:pt x="113876" y="261438"/>
                  </a:lnTo>
                  <a:lnTo>
                    <a:pt x="114154" y="261372"/>
                  </a:lnTo>
                  <a:lnTo>
                    <a:pt x="114613" y="261432"/>
                  </a:lnTo>
                  <a:lnTo>
                    <a:pt x="114726" y="261796"/>
                  </a:lnTo>
                  <a:lnTo>
                    <a:pt x="114948" y="262110"/>
                  </a:lnTo>
                  <a:lnTo>
                    <a:pt x="115445" y="262206"/>
                  </a:lnTo>
                  <a:lnTo>
                    <a:pt x="116065" y="262406"/>
                  </a:lnTo>
                  <a:lnTo>
                    <a:pt x="116327" y="262620"/>
                  </a:lnTo>
                  <a:lnTo>
                    <a:pt x="116673" y="262568"/>
                  </a:lnTo>
                  <a:lnTo>
                    <a:pt x="117085" y="262749"/>
                  </a:lnTo>
                  <a:lnTo>
                    <a:pt x="117901" y="262693"/>
                  </a:lnTo>
                  <a:lnTo>
                    <a:pt x="118139" y="262491"/>
                  </a:lnTo>
                  <a:lnTo>
                    <a:pt x="118760" y="262323"/>
                  </a:lnTo>
                  <a:lnTo>
                    <a:pt x="118924" y="261805"/>
                  </a:lnTo>
                  <a:lnTo>
                    <a:pt x="119202" y="261785"/>
                  </a:lnTo>
                  <a:lnTo>
                    <a:pt x="119341" y="261675"/>
                  </a:lnTo>
                  <a:lnTo>
                    <a:pt x="119344" y="261543"/>
                  </a:lnTo>
                  <a:lnTo>
                    <a:pt x="119250" y="261025"/>
                  </a:lnTo>
                  <a:lnTo>
                    <a:pt x="119176" y="260462"/>
                  </a:lnTo>
                  <a:lnTo>
                    <a:pt x="119269" y="259956"/>
                  </a:lnTo>
                  <a:lnTo>
                    <a:pt x="119270" y="259739"/>
                  </a:lnTo>
                  <a:lnTo>
                    <a:pt x="118837" y="259395"/>
                  </a:lnTo>
                  <a:lnTo>
                    <a:pt x="118808" y="258940"/>
                  </a:lnTo>
                  <a:lnTo>
                    <a:pt x="119147" y="258021"/>
                  </a:lnTo>
                  <a:lnTo>
                    <a:pt x="119220" y="257840"/>
                  </a:lnTo>
                  <a:lnTo>
                    <a:pt x="119369" y="257778"/>
                  </a:lnTo>
                  <a:lnTo>
                    <a:pt x="119798" y="257858"/>
                  </a:lnTo>
                  <a:lnTo>
                    <a:pt x="119959" y="257943"/>
                  </a:lnTo>
                  <a:lnTo>
                    <a:pt x="120350" y="258091"/>
                  </a:lnTo>
                  <a:lnTo>
                    <a:pt x="120662" y="257657"/>
                  </a:lnTo>
                  <a:lnTo>
                    <a:pt x="120720" y="257504"/>
                  </a:lnTo>
                  <a:lnTo>
                    <a:pt x="120740" y="257274"/>
                  </a:lnTo>
                  <a:lnTo>
                    <a:pt x="120702" y="257028"/>
                  </a:lnTo>
                  <a:lnTo>
                    <a:pt x="120497" y="256792"/>
                  </a:lnTo>
                  <a:lnTo>
                    <a:pt x="120420" y="256663"/>
                  </a:lnTo>
                  <a:lnTo>
                    <a:pt x="120451" y="256523"/>
                  </a:lnTo>
                  <a:lnTo>
                    <a:pt x="120726" y="256028"/>
                  </a:lnTo>
                  <a:lnTo>
                    <a:pt x="121143" y="256270"/>
                  </a:lnTo>
                  <a:lnTo>
                    <a:pt x="121342" y="256507"/>
                  </a:lnTo>
                  <a:lnTo>
                    <a:pt x="121729" y="256491"/>
                  </a:lnTo>
                  <a:lnTo>
                    <a:pt x="121904" y="256337"/>
                  </a:lnTo>
                  <a:lnTo>
                    <a:pt x="122443" y="256078"/>
                  </a:lnTo>
                  <a:lnTo>
                    <a:pt x="122923" y="256236"/>
                  </a:lnTo>
                  <a:lnTo>
                    <a:pt x="123059" y="256255"/>
                  </a:lnTo>
                  <a:lnTo>
                    <a:pt x="123472" y="255489"/>
                  </a:lnTo>
                  <a:lnTo>
                    <a:pt x="123564" y="255069"/>
                  </a:lnTo>
                  <a:lnTo>
                    <a:pt x="123834" y="254761"/>
                  </a:lnTo>
                  <a:lnTo>
                    <a:pt x="124027" y="254547"/>
                  </a:lnTo>
                  <a:lnTo>
                    <a:pt x="124163" y="254506"/>
                  </a:lnTo>
                  <a:lnTo>
                    <a:pt x="124329" y="254289"/>
                  </a:lnTo>
                  <a:lnTo>
                    <a:pt x="124262" y="254123"/>
                  </a:lnTo>
                  <a:lnTo>
                    <a:pt x="123959" y="253652"/>
                  </a:lnTo>
                  <a:lnTo>
                    <a:pt x="123536" y="253343"/>
                  </a:lnTo>
                  <a:lnTo>
                    <a:pt x="123417" y="252956"/>
                  </a:lnTo>
                  <a:lnTo>
                    <a:pt x="123533" y="252659"/>
                  </a:lnTo>
                  <a:lnTo>
                    <a:pt x="123441" y="251845"/>
                  </a:lnTo>
                  <a:lnTo>
                    <a:pt x="123359" y="251534"/>
                  </a:lnTo>
                  <a:lnTo>
                    <a:pt x="123101" y="251418"/>
                  </a:lnTo>
                  <a:lnTo>
                    <a:pt x="122836" y="251037"/>
                  </a:lnTo>
                  <a:lnTo>
                    <a:pt x="122530" y="250213"/>
                  </a:lnTo>
                  <a:lnTo>
                    <a:pt x="122178" y="249862"/>
                  </a:lnTo>
                  <a:lnTo>
                    <a:pt x="121743" y="248717"/>
                  </a:lnTo>
                  <a:lnTo>
                    <a:pt x="121625" y="248204"/>
                  </a:lnTo>
                  <a:lnTo>
                    <a:pt x="121649" y="247392"/>
                  </a:lnTo>
                  <a:lnTo>
                    <a:pt x="121824" y="246903"/>
                  </a:lnTo>
                  <a:lnTo>
                    <a:pt x="122039" y="245882"/>
                  </a:lnTo>
                  <a:lnTo>
                    <a:pt x="121626" y="245351"/>
                  </a:lnTo>
                  <a:lnTo>
                    <a:pt x="121320" y="245008"/>
                  </a:lnTo>
                  <a:lnTo>
                    <a:pt x="121298" y="244618"/>
                  </a:lnTo>
                  <a:lnTo>
                    <a:pt x="121473" y="243909"/>
                  </a:lnTo>
                  <a:lnTo>
                    <a:pt x="121521" y="243104"/>
                  </a:lnTo>
                  <a:lnTo>
                    <a:pt x="122061" y="242602"/>
                  </a:lnTo>
                  <a:lnTo>
                    <a:pt x="122233" y="242709"/>
                  </a:lnTo>
                  <a:lnTo>
                    <a:pt x="122419" y="242765"/>
                  </a:lnTo>
                  <a:lnTo>
                    <a:pt x="123071" y="242735"/>
                  </a:lnTo>
                  <a:lnTo>
                    <a:pt x="123550" y="242088"/>
                  </a:lnTo>
                  <a:lnTo>
                    <a:pt x="124143" y="242392"/>
                  </a:lnTo>
                  <a:lnTo>
                    <a:pt x="124337" y="242093"/>
                  </a:lnTo>
                  <a:lnTo>
                    <a:pt x="124486" y="241637"/>
                  </a:lnTo>
                  <a:lnTo>
                    <a:pt x="125021" y="240698"/>
                  </a:lnTo>
                  <a:lnTo>
                    <a:pt x="125423" y="240724"/>
                  </a:lnTo>
                  <a:lnTo>
                    <a:pt x="125819" y="241162"/>
                  </a:lnTo>
                  <a:lnTo>
                    <a:pt x="126230" y="241057"/>
                  </a:lnTo>
                  <a:lnTo>
                    <a:pt x="126369" y="240786"/>
                  </a:lnTo>
                  <a:lnTo>
                    <a:pt x="126366" y="240617"/>
                  </a:lnTo>
                  <a:lnTo>
                    <a:pt x="126371" y="240357"/>
                  </a:lnTo>
                  <a:lnTo>
                    <a:pt x="126449" y="239960"/>
                  </a:lnTo>
                  <a:lnTo>
                    <a:pt x="126925" y="239977"/>
                  </a:lnTo>
                  <a:lnTo>
                    <a:pt x="127096" y="239816"/>
                  </a:lnTo>
                  <a:lnTo>
                    <a:pt x="127182" y="239583"/>
                  </a:lnTo>
                  <a:lnTo>
                    <a:pt x="127455" y="239244"/>
                  </a:lnTo>
                  <a:lnTo>
                    <a:pt x="128071" y="239160"/>
                  </a:lnTo>
                  <a:lnTo>
                    <a:pt x="128141" y="238873"/>
                  </a:lnTo>
                  <a:lnTo>
                    <a:pt x="128124" y="238580"/>
                  </a:lnTo>
                  <a:lnTo>
                    <a:pt x="128296" y="238284"/>
                  </a:lnTo>
                  <a:lnTo>
                    <a:pt x="128539" y="238152"/>
                  </a:lnTo>
                  <a:lnTo>
                    <a:pt x="128719" y="238075"/>
                  </a:lnTo>
                  <a:lnTo>
                    <a:pt x="128781" y="237798"/>
                  </a:lnTo>
                  <a:lnTo>
                    <a:pt x="128874" y="237511"/>
                  </a:lnTo>
                  <a:lnTo>
                    <a:pt x="129330" y="237108"/>
                  </a:lnTo>
                  <a:lnTo>
                    <a:pt x="129444" y="235779"/>
                  </a:lnTo>
                  <a:lnTo>
                    <a:pt x="129450" y="235561"/>
                  </a:lnTo>
                  <a:lnTo>
                    <a:pt x="129305" y="234694"/>
                  </a:lnTo>
                  <a:lnTo>
                    <a:pt x="128886" y="234739"/>
                  </a:lnTo>
                  <a:lnTo>
                    <a:pt x="128527" y="234256"/>
                  </a:lnTo>
                  <a:lnTo>
                    <a:pt x="128551" y="234006"/>
                  </a:lnTo>
                  <a:lnTo>
                    <a:pt x="128568" y="233869"/>
                  </a:lnTo>
                  <a:lnTo>
                    <a:pt x="128552" y="233603"/>
                  </a:lnTo>
                  <a:lnTo>
                    <a:pt x="128467" y="233404"/>
                  </a:lnTo>
                  <a:lnTo>
                    <a:pt x="128064" y="232619"/>
                  </a:lnTo>
                  <a:lnTo>
                    <a:pt x="127550" y="231907"/>
                  </a:lnTo>
                  <a:lnTo>
                    <a:pt x="127178" y="231826"/>
                  </a:lnTo>
                  <a:lnTo>
                    <a:pt x="126971" y="231810"/>
                  </a:lnTo>
                  <a:lnTo>
                    <a:pt x="126760" y="231473"/>
                  </a:lnTo>
                  <a:lnTo>
                    <a:pt x="126423" y="231211"/>
                  </a:lnTo>
                  <a:lnTo>
                    <a:pt x="126215" y="231010"/>
                  </a:lnTo>
                  <a:lnTo>
                    <a:pt x="126107" y="230436"/>
                  </a:lnTo>
                  <a:lnTo>
                    <a:pt x="126142" y="230298"/>
                  </a:lnTo>
                  <a:lnTo>
                    <a:pt x="126234" y="229967"/>
                  </a:lnTo>
                  <a:lnTo>
                    <a:pt x="126489" y="229601"/>
                  </a:lnTo>
                  <a:lnTo>
                    <a:pt x="126916" y="229389"/>
                  </a:lnTo>
                  <a:lnTo>
                    <a:pt x="127054" y="228982"/>
                  </a:lnTo>
                  <a:lnTo>
                    <a:pt x="127075" y="228473"/>
                  </a:lnTo>
                  <a:lnTo>
                    <a:pt x="127124" y="228205"/>
                  </a:lnTo>
                  <a:lnTo>
                    <a:pt x="127105" y="227783"/>
                  </a:lnTo>
                  <a:lnTo>
                    <a:pt x="127063" y="227542"/>
                  </a:lnTo>
                  <a:lnTo>
                    <a:pt x="126330" y="226699"/>
                  </a:lnTo>
                  <a:lnTo>
                    <a:pt x="125873" y="226252"/>
                  </a:lnTo>
                  <a:lnTo>
                    <a:pt x="125887" y="225959"/>
                  </a:lnTo>
                  <a:lnTo>
                    <a:pt x="125788" y="225687"/>
                  </a:lnTo>
                  <a:lnTo>
                    <a:pt x="125441" y="225429"/>
                  </a:lnTo>
                  <a:lnTo>
                    <a:pt x="125173" y="225312"/>
                  </a:lnTo>
                  <a:lnTo>
                    <a:pt x="124852" y="225061"/>
                  </a:lnTo>
                  <a:lnTo>
                    <a:pt x="124762" y="224886"/>
                  </a:lnTo>
                  <a:lnTo>
                    <a:pt x="124580" y="224786"/>
                  </a:lnTo>
                  <a:lnTo>
                    <a:pt x="124311" y="224760"/>
                  </a:lnTo>
                  <a:lnTo>
                    <a:pt x="124175" y="224675"/>
                  </a:lnTo>
                  <a:lnTo>
                    <a:pt x="124152" y="224306"/>
                  </a:lnTo>
                  <a:lnTo>
                    <a:pt x="124084" y="224030"/>
                  </a:lnTo>
                  <a:lnTo>
                    <a:pt x="123999" y="223567"/>
                  </a:lnTo>
                  <a:lnTo>
                    <a:pt x="123753" y="223111"/>
                  </a:lnTo>
                  <a:lnTo>
                    <a:pt x="123728" y="222918"/>
                  </a:lnTo>
                  <a:lnTo>
                    <a:pt x="123956" y="222546"/>
                  </a:lnTo>
                  <a:lnTo>
                    <a:pt x="124287" y="222389"/>
                  </a:lnTo>
                  <a:lnTo>
                    <a:pt x="124445" y="222350"/>
                  </a:lnTo>
                  <a:lnTo>
                    <a:pt x="124706" y="221922"/>
                  </a:lnTo>
                  <a:lnTo>
                    <a:pt x="124504" y="221416"/>
                  </a:lnTo>
                  <a:lnTo>
                    <a:pt x="124402" y="220848"/>
                  </a:lnTo>
                  <a:lnTo>
                    <a:pt x="124091" y="220502"/>
                  </a:lnTo>
                  <a:lnTo>
                    <a:pt x="124599" y="219954"/>
                  </a:lnTo>
                  <a:lnTo>
                    <a:pt x="124758" y="219862"/>
                  </a:lnTo>
                  <a:lnTo>
                    <a:pt x="124851" y="219684"/>
                  </a:lnTo>
                  <a:lnTo>
                    <a:pt x="124882" y="219481"/>
                  </a:lnTo>
                  <a:lnTo>
                    <a:pt x="125160" y="218527"/>
                  </a:lnTo>
                  <a:lnTo>
                    <a:pt x="125518" y="218326"/>
                  </a:lnTo>
                  <a:lnTo>
                    <a:pt x="126240" y="218254"/>
                  </a:lnTo>
                  <a:lnTo>
                    <a:pt x="126413" y="218150"/>
                  </a:lnTo>
                  <a:lnTo>
                    <a:pt x="126654" y="217977"/>
                  </a:lnTo>
                  <a:lnTo>
                    <a:pt x="127232" y="218149"/>
                  </a:lnTo>
                  <a:lnTo>
                    <a:pt x="127547" y="217937"/>
                  </a:lnTo>
                  <a:lnTo>
                    <a:pt x="127787" y="217644"/>
                  </a:lnTo>
                  <a:lnTo>
                    <a:pt x="128196" y="217276"/>
                  </a:lnTo>
                  <a:lnTo>
                    <a:pt x="128251" y="216786"/>
                  </a:lnTo>
                  <a:lnTo>
                    <a:pt x="128240" y="216511"/>
                  </a:lnTo>
                  <a:lnTo>
                    <a:pt x="128251" y="216135"/>
                  </a:lnTo>
                  <a:lnTo>
                    <a:pt x="128332" y="215955"/>
                  </a:lnTo>
                  <a:lnTo>
                    <a:pt x="128562" y="215780"/>
                  </a:lnTo>
                  <a:lnTo>
                    <a:pt x="128883" y="215634"/>
                  </a:lnTo>
                  <a:lnTo>
                    <a:pt x="129403" y="214816"/>
                  </a:lnTo>
                  <a:lnTo>
                    <a:pt x="129672" y="214650"/>
                  </a:lnTo>
                  <a:lnTo>
                    <a:pt x="130410" y="214457"/>
                  </a:lnTo>
                  <a:lnTo>
                    <a:pt x="130859" y="213630"/>
                  </a:lnTo>
                  <a:lnTo>
                    <a:pt x="131302" y="213411"/>
                  </a:lnTo>
                  <a:lnTo>
                    <a:pt x="131687" y="213233"/>
                  </a:lnTo>
                  <a:lnTo>
                    <a:pt x="132044" y="212902"/>
                  </a:lnTo>
                  <a:lnTo>
                    <a:pt x="132258" y="212700"/>
                  </a:lnTo>
                  <a:lnTo>
                    <a:pt x="133131" y="212951"/>
                  </a:lnTo>
                  <a:lnTo>
                    <a:pt x="133397" y="212959"/>
                  </a:lnTo>
                  <a:lnTo>
                    <a:pt x="133658" y="212366"/>
                  </a:lnTo>
                  <a:lnTo>
                    <a:pt x="133859" y="212238"/>
                  </a:lnTo>
                  <a:lnTo>
                    <a:pt x="134066" y="211652"/>
                  </a:lnTo>
                  <a:lnTo>
                    <a:pt x="133860" y="211243"/>
                  </a:lnTo>
                  <a:lnTo>
                    <a:pt x="133841" y="210625"/>
                  </a:lnTo>
                  <a:lnTo>
                    <a:pt x="133955" y="210034"/>
                  </a:lnTo>
                  <a:lnTo>
                    <a:pt x="134019" y="209847"/>
                  </a:lnTo>
                  <a:lnTo>
                    <a:pt x="134079" y="209709"/>
                  </a:lnTo>
                  <a:lnTo>
                    <a:pt x="134146" y="209355"/>
                  </a:lnTo>
                  <a:lnTo>
                    <a:pt x="134270" y="208607"/>
                  </a:lnTo>
                  <a:lnTo>
                    <a:pt x="134110" y="208464"/>
                  </a:lnTo>
                  <a:lnTo>
                    <a:pt x="133678" y="208392"/>
                  </a:lnTo>
                  <a:lnTo>
                    <a:pt x="133171" y="208235"/>
                  </a:lnTo>
                  <a:lnTo>
                    <a:pt x="132796" y="207877"/>
                  </a:lnTo>
                  <a:lnTo>
                    <a:pt x="132477" y="207439"/>
                  </a:lnTo>
                  <a:lnTo>
                    <a:pt x="132252" y="207382"/>
                  </a:lnTo>
                  <a:lnTo>
                    <a:pt x="132024" y="206997"/>
                  </a:lnTo>
                  <a:lnTo>
                    <a:pt x="131976" y="206604"/>
                  </a:lnTo>
                  <a:lnTo>
                    <a:pt x="132220" y="205382"/>
                  </a:lnTo>
                  <a:lnTo>
                    <a:pt x="132512" y="205191"/>
                  </a:lnTo>
                  <a:lnTo>
                    <a:pt x="132935" y="204524"/>
                  </a:lnTo>
                  <a:lnTo>
                    <a:pt x="133207" y="204035"/>
                  </a:lnTo>
                  <a:lnTo>
                    <a:pt x="133252" y="203537"/>
                  </a:lnTo>
                  <a:lnTo>
                    <a:pt x="133274" y="202834"/>
                  </a:lnTo>
                  <a:lnTo>
                    <a:pt x="133281" y="202389"/>
                  </a:lnTo>
                  <a:lnTo>
                    <a:pt x="133342" y="202011"/>
                  </a:lnTo>
                  <a:lnTo>
                    <a:pt x="133552" y="201503"/>
                  </a:lnTo>
                  <a:lnTo>
                    <a:pt x="133746" y="200428"/>
                  </a:lnTo>
                  <a:lnTo>
                    <a:pt x="134095" y="198971"/>
                  </a:lnTo>
                  <a:lnTo>
                    <a:pt x="134233" y="198538"/>
                  </a:lnTo>
                  <a:lnTo>
                    <a:pt x="134373" y="197949"/>
                  </a:lnTo>
                  <a:lnTo>
                    <a:pt x="134479" y="197324"/>
                  </a:lnTo>
                  <a:lnTo>
                    <a:pt x="134767" y="197014"/>
                  </a:lnTo>
                  <a:lnTo>
                    <a:pt x="134760" y="196119"/>
                  </a:lnTo>
                  <a:lnTo>
                    <a:pt x="135296" y="196008"/>
                  </a:lnTo>
                  <a:lnTo>
                    <a:pt x="136525" y="195939"/>
                  </a:lnTo>
                  <a:lnTo>
                    <a:pt x="136662" y="195940"/>
                  </a:lnTo>
                  <a:lnTo>
                    <a:pt x="137376" y="196075"/>
                  </a:lnTo>
                  <a:lnTo>
                    <a:pt x="137601" y="196915"/>
                  </a:lnTo>
                  <a:lnTo>
                    <a:pt x="137779" y="197228"/>
                  </a:lnTo>
                  <a:lnTo>
                    <a:pt x="138387" y="197119"/>
                  </a:lnTo>
                  <a:lnTo>
                    <a:pt x="138622" y="197064"/>
                  </a:lnTo>
                  <a:lnTo>
                    <a:pt x="138946" y="197366"/>
                  </a:lnTo>
                  <a:lnTo>
                    <a:pt x="139856" y="197037"/>
                  </a:lnTo>
                  <a:lnTo>
                    <a:pt x="140019" y="196784"/>
                  </a:lnTo>
                  <a:lnTo>
                    <a:pt x="140359" y="196517"/>
                  </a:lnTo>
                  <a:lnTo>
                    <a:pt x="140595" y="196590"/>
                  </a:lnTo>
                  <a:lnTo>
                    <a:pt x="140992" y="196538"/>
                  </a:lnTo>
                  <a:lnTo>
                    <a:pt x="141581" y="196222"/>
                  </a:lnTo>
                  <a:lnTo>
                    <a:pt x="141618" y="196074"/>
                  </a:lnTo>
                  <a:lnTo>
                    <a:pt x="142058" y="195835"/>
                  </a:lnTo>
                  <a:lnTo>
                    <a:pt x="142265" y="195698"/>
                  </a:lnTo>
                  <a:lnTo>
                    <a:pt x="142419" y="195819"/>
                  </a:lnTo>
                  <a:lnTo>
                    <a:pt x="142644" y="196245"/>
                  </a:lnTo>
                  <a:lnTo>
                    <a:pt x="143022" y="196614"/>
                  </a:lnTo>
                  <a:lnTo>
                    <a:pt x="143236" y="196820"/>
                  </a:lnTo>
                  <a:lnTo>
                    <a:pt x="143452" y="197147"/>
                  </a:lnTo>
                  <a:lnTo>
                    <a:pt x="143427" y="197408"/>
                  </a:lnTo>
                  <a:lnTo>
                    <a:pt x="143334" y="197755"/>
                  </a:lnTo>
                  <a:lnTo>
                    <a:pt x="143537" y="197962"/>
                  </a:lnTo>
                  <a:lnTo>
                    <a:pt x="144024" y="198291"/>
                  </a:lnTo>
                  <a:lnTo>
                    <a:pt x="144376" y="198283"/>
                  </a:lnTo>
                  <a:lnTo>
                    <a:pt x="144583" y="198054"/>
                  </a:lnTo>
                  <a:lnTo>
                    <a:pt x="144968" y="197534"/>
                  </a:lnTo>
                  <a:lnTo>
                    <a:pt x="145125" y="197079"/>
                  </a:lnTo>
                  <a:lnTo>
                    <a:pt x="145167" y="196594"/>
                  </a:lnTo>
                  <a:lnTo>
                    <a:pt x="145229" y="196401"/>
                  </a:lnTo>
                  <a:lnTo>
                    <a:pt x="145681" y="195994"/>
                  </a:lnTo>
                  <a:lnTo>
                    <a:pt x="145935" y="196152"/>
                  </a:lnTo>
                  <a:lnTo>
                    <a:pt x="146136" y="196400"/>
                  </a:lnTo>
                  <a:lnTo>
                    <a:pt x="146275" y="196645"/>
                  </a:lnTo>
                  <a:lnTo>
                    <a:pt x="146203" y="196929"/>
                  </a:lnTo>
                  <a:lnTo>
                    <a:pt x="146143" y="197358"/>
                  </a:lnTo>
                  <a:lnTo>
                    <a:pt x="146431" y="197728"/>
                  </a:lnTo>
                  <a:lnTo>
                    <a:pt x="146863" y="197762"/>
                  </a:lnTo>
                  <a:lnTo>
                    <a:pt x="147064" y="197707"/>
                  </a:lnTo>
                  <a:lnTo>
                    <a:pt x="148037" y="197982"/>
                  </a:lnTo>
                  <a:lnTo>
                    <a:pt x="148059" y="198182"/>
                  </a:lnTo>
                  <a:lnTo>
                    <a:pt x="148370" y="198434"/>
                  </a:lnTo>
                  <a:lnTo>
                    <a:pt x="148941" y="198374"/>
                  </a:lnTo>
                  <a:lnTo>
                    <a:pt x="149797" y="198512"/>
                  </a:lnTo>
                  <a:lnTo>
                    <a:pt x="150404" y="198796"/>
                  </a:lnTo>
                  <a:lnTo>
                    <a:pt x="150518" y="199061"/>
                  </a:lnTo>
                  <a:lnTo>
                    <a:pt x="150785" y="199065"/>
                  </a:lnTo>
                  <a:lnTo>
                    <a:pt x="150923" y="199062"/>
                  </a:lnTo>
                  <a:lnTo>
                    <a:pt x="152358" y="198909"/>
                  </a:lnTo>
                  <a:lnTo>
                    <a:pt x="153288" y="198528"/>
                  </a:lnTo>
                  <a:lnTo>
                    <a:pt x="153774" y="198229"/>
                  </a:lnTo>
                  <a:lnTo>
                    <a:pt x="154036" y="198275"/>
                  </a:lnTo>
                  <a:lnTo>
                    <a:pt x="154182" y="198308"/>
                  </a:lnTo>
                  <a:lnTo>
                    <a:pt x="155048" y="198606"/>
                  </a:lnTo>
                  <a:lnTo>
                    <a:pt x="155882" y="199709"/>
                  </a:lnTo>
                  <a:lnTo>
                    <a:pt x="156197" y="200053"/>
                  </a:lnTo>
                  <a:lnTo>
                    <a:pt x="156597" y="200836"/>
                  </a:lnTo>
                  <a:lnTo>
                    <a:pt x="157211" y="201016"/>
                  </a:lnTo>
                  <a:lnTo>
                    <a:pt x="157354" y="201380"/>
                  </a:lnTo>
                  <a:lnTo>
                    <a:pt x="157675" y="202684"/>
                  </a:lnTo>
                  <a:lnTo>
                    <a:pt x="157375" y="203123"/>
                  </a:lnTo>
                  <a:lnTo>
                    <a:pt x="157356" y="203810"/>
                  </a:lnTo>
                  <a:lnTo>
                    <a:pt x="157416" y="203957"/>
                  </a:lnTo>
                  <a:lnTo>
                    <a:pt x="157744" y="204638"/>
                  </a:lnTo>
                  <a:lnTo>
                    <a:pt x="158111" y="204748"/>
                  </a:lnTo>
                  <a:lnTo>
                    <a:pt x="158478" y="205124"/>
                  </a:lnTo>
                  <a:lnTo>
                    <a:pt x="158533" y="205363"/>
                  </a:lnTo>
                  <a:lnTo>
                    <a:pt x="158594" y="205753"/>
                  </a:lnTo>
                  <a:lnTo>
                    <a:pt x="158486" y="206187"/>
                  </a:lnTo>
                  <a:lnTo>
                    <a:pt x="158663" y="207115"/>
                  </a:lnTo>
                  <a:lnTo>
                    <a:pt x="159109" y="207171"/>
                  </a:lnTo>
                  <a:lnTo>
                    <a:pt x="159852" y="207433"/>
                  </a:lnTo>
                  <a:lnTo>
                    <a:pt x="160141" y="207554"/>
                  </a:lnTo>
                  <a:lnTo>
                    <a:pt x="160333" y="207946"/>
                  </a:lnTo>
                  <a:lnTo>
                    <a:pt x="160277" y="208570"/>
                  </a:lnTo>
                  <a:lnTo>
                    <a:pt x="160448" y="209075"/>
                  </a:lnTo>
                  <a:lnTo>
                    <a:pt x="160361" y="209459"/>
                  </a:lnTo>
                  <a:lnTo>
                    <a:pt x="160280" y="209688"/>
                  </a:lnTo>
                  <a:lnTo>
                    <a:pt x="160093" y="209962"/>
                  </a:lnTo>
                  <a:lnTo>
                    <a:pt x="160279" y="210154"/>
                  </a:lnTo>
                  <a:lnTo>
                    <a:pt x="160689" y="210344"/>
                  </a:lnTo>
                  <a:lnTo>
                    <a:pt x="161125" y="210320"/>
                  </a:lnTo>
                  <a:lnTo>
                    <a:pt x="161822" y="210111"/>
                  </a:lnTo>
                  <a:lnTo>
                    <a:pt x="162174" y="210196"/>
                  </a:lnTo>
                  <a:lnTo>
                    <a:pt x="162559" y="210118"/>
                  </a:lnTo>
                  <a:lnTo>
                    <a:pt x="162873" y="210001"/>
                  </a:lnTo>
                  <a:lnTo>
                    <a:pt x="163716" y="210088"/>
                  </a:lnTo>
                  <a:lnTo>
                    <a:pt x="164087" y="210024"/>
                  </a:lnTo>
                  <a:lnTo>
                    <a:pt x="164200" y="209545"/>
                  </a:lnTo>
                  <a:lnTo>
                    <a:pt x="164570" y="209282"/>
                  </a:lnTo>
                  <a:lnTo>
                    <a:pt x="165696" y="208887"/>
                  </a:lnTo>
                  <a:lnTo>
                    <a:pt x="166532" y="208833"/>
                  </a:lnTo>
                  <a:lnTo>
                    <a:pt x="166934" y="209156"/>
                  </a:lnTo>
                  <a:lnTo>
                    <a:pt x="167164" y="209063"/>
                  </a:lnTo>
                  <a:lnTo>
                    <a:pt x="167385" y="208902"/>
                  </a:lnTo>
                  <a:lnTo>
                    <a:pt x="167854" y="208920"/>
                  </a:lnTo>
                  <a:lnTo>
                    <a:pt x="168169" y="208985"/>
                  </a:lnTo>
                  <a:lnTo>
                    <a:pt x="168877" y="208846"/>
                  </a:lnTo>
                  <a:lnTo>
                    <a:pt x="169041" y="208745"/>
                  </a:lnTo>
                  <a:lnTo>
                    <a:pt x="169335" y="208701"/>
                  </a:lnTo>
                  <a:lnTo>
                    <a:pt x="169311" y="208353"/>
                  </a:lnTo>
                  <a:lnTo>
                    <a:pt x="169119" y="208053"/>
                  </a:lnTo>
                  <a:lnTo>
                    <a:pt x="169275" y="207915"/>
                  </a:lnTo>
                  <a:lnTo>
                    <a:pt x="169479" y="207845"/>
                  </a:lnTo>
                  <a:lnTo>
                    <a:pt x="169827" y="207796"/>
                  </a:lnTo>
                  <a:lnTo>
                    <a:pt x="169657" y="207261"/>
                  </a:lnTo>
                  <a:lnTo>
                    <a:pt x="169619" y="207103"/>
                  </a:lnTo>
                  <a:lnTo>
                    <a:pt x="169876" y="206852"/>
                  </a:lnTo>
                  <a:lnTo>
                    <a:pt x="169909" y="206316"/>
                  </a:lnTo>
                  <a:lnTo>
                    <a:pt x="169641" y="205684"/>
                  </a:lnTo>
                  <a:lnTo>
                    <a:pt x="169217" y="205276"/>
                  </a:lnTo>
                  <a:lnTo>
                    <a:pt x="169189" y="204476"/>
                  </a:lnTo>
                  <a:lnTo>
                    <a:pt x="169149" y="204145"/>
                  </a:lnTo>
                  <a:lnTo>
                    <a:pt x="168561" y="203779"/>
                  </a:lnTo>
                  <a:lnTo>
                    <a:pt x="168610" y="203413"/>
                  </a:lnTo>
                  <a:lnTo>
                    <a:pt x="168937" y="202946"/>
                  </a:lnTo>
                  <a:lnTo>
                    <a:pt x="169245" y="202714"/>
                  </a:lnTo>
                  <a:lnTo>
                    <a:pt x="169397" y="202674"/>
                  </a:lnTo>
                  <a:lnTo>
                    <a:pt x="169497" y="202000"/>
                  </a:lnTo>
                  <a:lnTo>
                    <a:pt x="169497" y="201838"/>
                  </a:lnTo>
                  <a:lnTo>
                    <a:pt x="169654" y="201550"/>
                  </a:lnTo>
                  <a:lnTo>
                    <a:pt x="170027" y="201199"/>
                  </a:lnTo>
                  <a:lnTo>
                    <a:pt x="170187" y="201086"/>
                  </a:lnTo>
                  <a:lnTo>
                    <a:pt x="170062" y="200897"/>
                  </a:lnTo>
                  <a:lnTo>
                    <a:pt x="169915" y="200859"/>
                  </a:lnTo>
                  <a:lnTo>
                    <a:pt x="168998" y="199364"/>
                  </a:lnTo>
                  <a:lnTo>
                    <a:pt x="168640" y="198964"/>
                  </a:lnTo>
                  <a:lnTo>
                    <a:pt x="168417" y="198733"/>
                  </a:lnTo>
                  <a:lnTo>
                    <a:pt x="168214" y="198484"/>
                  </a:lnTo>
                  <a:lnTo>
                    <a:pt x="168025" y="198047"/>
                  </a:lnTo>
                  <a:lnTo>
                    <a:pt x="168248" y="197253"/>
                  </a:lnTo>
                  <a:lnTo>
                    <a:pt x="168369" y="196973"/>
                  </a:lnTo>
                  <a:lnTo>
                    <a:pt x="168781" y="196697"/>
                  </a:lnTo>
                  <a:lnTo>
                    <a:pt x="169141" y="196455"/>
                  </a:lnTo>
                  <a:lnTo>
                    <a:pt x="169982" y="195870"/>
                  </a:lnTo>
                  <a:lnTo>
                    <a:pt x="170256" y="195885"/>
                  </a:lnTo>
                  <a:lnTo>
                    <a:pt x="170610" y="195813"/>
                  </a:lnTo>
                  <a:lnTo>
                    <a:pt x="170771" y="195765"/>
                  </a:lnTo>
                  <a:lnTo>
                    <a:pt x="170976" y="195475"/>
                  </a:lnTo>
                  <a:lnTo>
                    <a:pt x="170946" y="194974"/>
                  </a:lnTo>
                  <a:lnTo>
                    <a:pt x="170492" y="195004"/>
                  </a:lnTo>
                  <a:lnTo>
                    <a:pt x="170315" y="194941"/>
                  </a:lnTo>
                  <a:lnTo>
                    <a:pt x="170061" y="194394"/>
                  </a:lnTo>
                  <a:lnTo>
                    <a:pt x="169992" y="194123"/>
                  </a:lnTo>
                  <a:lnTo>
                    <a:pt x="169935" y="193910"/>
                  </a:lnTo>
                  <a:lnTo>
                    <a:pt x="169780" y="193858"/>
                  </a:lnTo>
                  <a:lnTo>
                    <a:pt x="169518" y="193689"/>
                  </a:lnTo>
                  <a:lnTo>
                    <a:pt x="169453" y="193354"/>
                  </a:lnTo>
                  <a:lnTo>
                    <a:pt x="169291" y="193134"/>
                  </a:lnTo>
                  <a:lnTo>
                    <a:pt x="168879" y="193108"/>
                  </a:lnTo>
                  <a:lnTo>
                    <a:pt x="168498" y="193088"/>
                  </a:lnTo>
                  <a:lnTo>
                    <a:pt x="167930" y="192852"/>
                  </a:lnTo>
                  <a:lnTo>
                    <a:pt x="167515" y="192798"/>
                  </a:lnTo>
                  <a:lnTo>
                    <a:pt x="167148" y="192968"/>
                  </a:lnTo>
                  <a:lnTo>
                    <a:pt x="166542" y="193304"/>
                  </a:lnTo>
                  <a:lnTo>
                    <a:pt x="166351" y="193188"/>
                  </a:lnTo>
                  <a:lnTo>
                    <a:pt x="166220" y="193007"/>
                  </a:lnTo>
                  <a:lnTo>
                    <a:pt x="165465" y="193307"/>
                  </a:lnTo>
                  <a:lnTo>
                    <a:pt x="165011" y="193280"/>
                  </a:lnTo>
                  <a:lnTo>
                    <a:pt x="164918" y="193136"/>
                  </a:lnTo>
                  <a:lnTo>
                    <a:pt x="164530" y="193023"/>
                  </a:lnTo>
                  <a:lnTo>
                    <a:pt x="164093" y="193063"/>
                  </a:lnTo>
                  <a:lnTo>
                    <a:pt x="163812" y="192848"/>
                  </a:lnTo>
                  <a:lnTo>
                    <a:pt x="163782" y="192618"/>
                  </a:lnTo>
                  <a:lnTo>
                    <a:pt x="163903" y="192247"/>
                  </a:lnTo>
                  <a:lnTo>
                    <a:pt x="163800" y="191621"/>
                  </a:lnTo>
                  <a:lnTo>
                    <a:pt x="163733" y="191468"/>
                  </a:lnTo>
                  <a:lnTo>
                    <a:pt x="163653" y="191284"/>
                  </a:lnTo>
                  <a:lnTo>
                    <a:pt x="163456" y="190796"/>
                  </a:lnTo>
                  <a:lnTo>
                    <a:pt x="163357" y="190066"/>
                  </a:lnTo>
                  <a:lnTo>
                    <a:pt x="163472" y="189515"/>
                  </a:lnTo>
                  <a:lnTo>
                    <a:pt x="163289" y="189250"/>
                  </a:lnTo>
                  <a:lnTo>
                    <a:pt x="163182" y="188939"/>
                  </a:lnTo>
                  <a:lnTo>
                    <a:pt x="163342" y="188664"/>
                  </a:lnTo>
                  <a:lnTo>
                    <a:pt x="163465" y="188805"/>
                  </a:lnTo>
                  <a:lnTo>
                    <a:pt x="164004" y="189203"/>
                  </a:lnTo>
                  <a:lnTo>
                    <a:pt x="164268" y="188932"/>
                  </a:lnTo>
                  <a:lnTo>
                    <a:pt x="165081" y="188745"/>
                  </a:lnTo>
                  <a:lnTo>
                    <a:pt x="165200" y="189407"/>
                  </a:lnTo>
                  <a:lnTo>
                    <a:pt x="165240" y="189717"/>
                  </a:lnTo>
                  <a:lnTo>
                    <a:pt x="165360" y="190066"/>
                  </a:lnTo>
                  <a:lnTo>
                    <a:pt x="165706" y="190496"/>
                  </a:lnTo>
                  <a:lnTo>
                    <a:pt x="166287" y="190677"/>
                  </a:lnTo>
                  <a:lnTo>
                    <a:pt x="166433" y="190123"/>
                  </a:lnTo>
                  <a:lnTo>
                    <a:pt x="166698" y="189327"/>
                  </a:lnTo>
                  <a:lnTo>
                    <a:pt x="167502" y="188664"/>
                  </a:lnTo>
                  <a:lnTo>
                    <a:pt x="167757" y="188615"/>
                  </a:lnTo>
                  <a:lnTo>
                    <a:pt x="168014" y="188558"/>
                  </a:lnTo>
                  <a:lnTo>
                    <a:pt x="168123" y="188209"/>
                  </a:lnTo>
                  <a:lnTo>
                    <a:pt x="168136" y="188049"/>
                  </a:lnTo>
                  <a:lnTo>
                    <a:pt x="168275" y="187981"/>
                  </a:lnTo>
                  <a:lnTo>
                    <a:pt x="169085" y="188099"/>
                  </a:lnTo>
                  <a:lnTo>
                    <a:pt x="169235" y="188125"/>
                  </a:lnTo>
                  <a:lnTo>
                    <a:pt x="169378" y="188140"/>
                  </a:lnTo>
                  <a:lnTo>
                    <a:pt x="169662" y="188106"/>
                  </a:lnTo>
                  <a:lnTo>
                    <a:pt x="170348" y="188306"/>
                  </a:lnTo>
                  <a:lnTo>
                    <a:pt x="170570" y="188225"/>
                  </a:lnTo>
                  <a:lnTo>
                    <a:pt x="170922" y="187566"/>
                  </a:lnTo>
                  <a:lnTo>
                    <a:pt x="171001" y="187352"/>
                  </a:lnTo>
                  <a:lnTo>
                    <a:pt x="171246" y="187319"/>
                  </a:lnTo>
                  <a:lnTo>
                    <a:pt x="171953" y="186764"/>
                  </a:lnTo>
                  <a:lnTo>
                    <a:pt x="172381" y="186532"/>
                  </a:lnTo>
                  <a:lnTo>
                    <a:pt x="172596" y="186553"/>
                  </a:lnTo>
                  <a:lnTo>
                    <a:pt x="173030" y="186018"/>
                  </a:lnTo>
                  <a:lnTo>
                    <a:pt x="173364" y="185773"/>
                  </a:lnTo>
                  <a:lnTo>
                    <a:pt x="173486" y="185046"/>
                  </a:lnTo>
                  <a:lnTo>
                    <a:pt x="173462" y="184799"/>
                  </a:lnTo>
                  <a:lnTo>
                    <a:pt x="173813" y="184685"/>
                  </a:lnTo>
                  <a:lnTo>
                    <a:pt x="174256" y="184626"/>
                  </a:lnTo>
                  <a:lnTo>
                    <a:pt x="174743" y="184964"/>
                  </a:lnTo>
                  <a:lnTo>
                    <a:pt x="175174" y="184925"/>
                  </a:lnTo>
                  <a:lnTo>
                    <a:pt x="175129" y="184578"/>
                  </a:lnTo>
                  <a:lnTo>
                    <a:pt x="175015" y="184153"/>
                  </a:lnTo>
                  <a:lnTo>
                    <a:pt x="174690" y="183722"/>
                  </a:lnTo>
                  <a:lnTo>
                    <a:pt x="174520" y="183404"/>
                  </a:lnTo>
                  <a:lnTo>
                    <a:pt x="174732" y="182842"/>
                  </a:lnTo>
                  <a:lnTo>
                    <a:pt x="175290" y="182438"/>
                  </a:lnTo>
                  <a:lnTo>
                    <a:pt x="175493" y="182429"/>
                  </a:lnTo>
                  <a:lnTo>
                    <a:pt x="175848" y="182396"/>
                  </a:lnTo>
                  <a:lnTo>
                    <a:pt x="175966" y="182079"/>
                  </a:lnTo>
                  <a:lnTo>
                    <a:pt x="175829" y="182113"/>
                  </a:lnTo>
                  <a:lnTo>
                    <a:pt x="175619" y="182246"/>
                  </a:lnTo>
                  <a:lnTo>
                    <a:pt x="175464" y="182112"/>
                  </a:lnTo>
                  <a:lnTo>
                    <a:pt x="175831" y="181456"/>
                  </a:lnTo>
                  <a:lnTo>
                    <a:pt x="175892" y="181204"/>
                  </a:lnTo>
                  <a:lnTo>
                    <a:pt x="176154" y="181146"/>
                  </a:lnTo>
                  <a:lnTo>
                    <a:pt x="176424" y="181207"/>
                  </a:lnTo>
                  <a:lnTo>
                    <a:pt x="176771" y="181494"/>
                  </a:lnTo>
                  <a:lnTo>
                    <a:pt x="176826" y="181955"/>
                  </a:lnTo>
                  <a:lnTo>
                    <a:pt x="177360" y="182164"/>
                  </a:lnTo>
                  <a:lnTo>
                    <a:pt x="177555" y="181975"/>
                  </a:lnTo>
                  <a:lnTo>
                    <a:pt x="178259" y="181711"/>
                  </a:lnTo>
                  <a:lnTo>
                    <a:pt x="178440" y="181428"/>
                  </a:lnTo>
                  <a:lnTo>
                    <a:pt x="178464" y="181146"/>
                  </a:lnTo>
                  <a:lnTo>
                    <a:pt x="178485" y="180936"/>
                  </a:lnTo>
                  <a:lnTo>
                    <a:pt x="178550" y="180686"/>
                  </a:lnTo>
                  <a:lnTo>
                    <a:pt x="179177" y="180289"/>
                  </a:lnTo>
                  <a:lnTo>
                    <a:pt x="180123" y="180101"/>
                  </a:lnTo>
                  <a:lnTo>
                    <a:pt x="180415" y="180728"/>
                  </a:lnTo>
                  <a:lnTo>
                    <a:pt x="180719" y="180899"/>
                  </a:lnTo>
                  <a:lnTo>
                    <a:pt x="181016" y="180530"/>
                  </a:lnTo>
                  <a:lnTo>
                    <a:pt x="181318" y="180718"/>
                  </a:lnTo>
                  <a:lnTo>
                    <a:pt x="181390" y="180962"/>
                  </a:lnTo>
                  <a:lnTo>
                    <a:pt x="181603" y="181102"/>
                  </a:lnTo>
                  <a:lnTo>
                    <a:pt x="181873" y="180970"/>
                  </a:lnTo>
                  <a:lnTo>
                    <a:pt x="181795" y="180302"/>
                  </a:lnTo>
                  <a:lnTo>
                    <a:pt x="181937" y="179979"/>
                  </a:lnTo>
                  <a:lnTo>
                    <a:pt x="182553" y="180085"/>
                  </a:lnTo>
                  <a:lnTo>
                    <a:pt x="182199" y="180494"/>
                  </a:lnTo>
                  <a:lnTo>
                    <a:pt x="182455" y="180752"/>
                  </a:lnTo>
                  <a:lnTo>
                    <a:pt x="182714" y="181244"/>
                  </a:lnTo>
                  <a:lnTo>
                    <a:pt x="182889" y="182220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8831220" y="2282877"/>
              <a:ext cx="183209" cy="183384"/>
            </a:xfrm>
            <a:custGeom>
              <a:avLst/>
              <a:pathLst>
                <a:path w="183209" h="183384">
                  <a:moveTo>
                    <a:pt x="182879" y="182880"/>
                  </a:moveTo>
                  <a:lnTo>
                    <a:pt x="183209" y="182732"/>
                  </a:lnTo>
                  <a:lnTo>
                    <a:pt x="183138" y="183043"/>
                  </a:lnTo>
                  <a:lnTo>
                    <a:pt x="182830" y="183156"/>
                  </a:lnTo>
                  <a:lnTo>
                    <a:pt x="182807" y="183384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8833478" y="2281484"/>
              <a:ext cx="183150" cy="183531"/>
            </a:xfrm>
            <a:custGeom>
              <a:avLst/>
              <a:pathLst>
                <a:path w="183150" h="183531">
                  <a:moveTo>
                    <a:pt x="182879" y="182880"/>
                  </a:moveTo>
                  <a:lnTo>
                    <a:pt x="183150" y="182831"/>
                  </a:lnTo>
                  <a:lnTo>
                    <a:pt x="182857" y="183030"/>
                  </a:lnTo>
                  <a:lnTo>
                    <a:pt x="181822" y="183386"/>
                  </a:lnTo>
                  <a:lnTo>
                    <a:pt x="181797" y="183531"/>
                  </a:lnTo>
                  <a:lnTo>
                    <a:pt x="181455" y="183311"/>
                  </a:lnTo>
                  <a:lnTo>
                    <a:pt x="182144" y="182897"/>
                  </a:lnTo>
                  <a:lnTo>
                    <a:pt x="182433" y="182586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8819536" y="2279195"/>
              <a:ext cx="183210" cy="183954"/>
            </a:xfrm>
            <a:custGeom>
              <a:avLst/>
              <a:pathLst>
                <a:path w="183210" h="183954">
                  <a:moveTo>
                    <a:pt x="182879" y="182880"/>
                  </a:moveTo>
                  <a:lnTo>
                    <a:pt x="183210" y="183112"/>
                  </a:lnTo>
                  <a:lnTo>
                    <a:pt x="182820" y="183684"/>
                  </a:lnTo>
                  <a:lnTo>
                    <a:pt x="182131" y="183954"/>
                  </a:lnTo>
                  <a:lnTo>
                    <a:pt x="181869" y="183842"/>
                  </a:lnTo>
                  <a:lnTo>
                    <a:pt x="181945" y="183578"/>
                  </a:lnTo>
                  <a:lnTo>
                    <a:pt x="181903" y="183420"/>
                  </a:lnTo>
                  <a:lnTo>
                    <a:pt x="181727" y="183313"/>
                  </a:lnTo>
                  <a:lnTo>
                    <a:pt x="181800" y="182781"/>
                  </a:lnTo>
                  <a:lnTo>
                    <a:pt x="181774" y="182590"/>
                  </a:lnTo>
                  <a:lnTo>
                    <a:pt x="182235" y="182429"/>
                  </a:lnTo>
                  <a:lnTo>
                    <a:pt x="182508" y="182526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8817803" y="2279196"/>
              <a:ext cx="182973" cy="183149"/>
            </a:xfrm>
            <a:custGeom>
              <a:avLst/>
              <a:pathLst>
                <a:path w="182973" h="183149">
                  <a:moveTo>
                    <a:pt x="182879" y="182880"/>
                  </a:moveTo>
                  <a:lnTo>
                    <a:pt x="182504" y="182965"/>
                  </a:lnTo>
                  <a:lnTo>
                    <a:pt x="182240" y="183149"/>
                  </a:lnTo>
                  <a:lnTo>
                    <a:pt x="182017" y="182926"/>
                  </a:lnTo>
                  <a:lnTo>
                    <a:pt x="182184" y="182377"/>
                  </a:lnTo>
                  <a:lnTo>
                    <a:pt x="182545" y="182015"/>
                  </a:lnTo>
                  <a:lnTo>
                    <a:pt x="182736" y="182112"/>
                  </a:lnTo>
                  <a:lnTo>
                    <a:pt x="182973" y="182483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8836534" y="2278156"/>
              <a:ext cx="182879" cy="182955"/>
            </a:xfrm>
            <a:custGeom>
              <a:avLst/>
              <a:pathLst>
                <a:path w="182879" h="182955">
                  <a:moveTo>
                    <a:pt x="182879" y="182880"/>
                  </a:moveTo>
                  <a:lnTo>
                    <a:pt x="182349" y="18295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8821084" y="2277051"/>
              <a:ext cx="182879" cy="184144"/>
            </a:xfrm>
            <a:custGeom>
              <a:avLst/>
              <a:pathLst>
                <a:path w="182879" h="184144">
                  <a:moveTo>
                    <a:pt x="182879" y="182880"/>
                  </a:moveTo>
                  <a:lnTo>
                    <a:pt x="182792" y="183112"/>
                  </a:lnTo>
                  <a:lnTo>
                    <a:pt x="182751" y="183524"/>
                  </a:lnTo>
                  <a:lnTo>
                    <a:pt x="182345" y="183682"/>
                  </a:lnTo>
                  <a:lnTo>
                    <a:pt x="182364" y="183870"/>
                  </a:lnTo>
                  <a:lnTo>
                    <a:pt x="182130" y="184144"/>
                  </a:lnTo>
                  <a:lnTo>
                    <a:pt x="181677" y="183609"/>
                  </a:lnTo>
                  <a:lnTo>
                    <a:pt x="181557" y="183162"/>
                  </a:lnTo>
                  <a:lnTo>
                    <a:pt x="181312" y="182976"/>
                  </a:lnTo>
                  <a:lnTo>
                    <a:pt x="181307" y="182762"/>
                  </a:lnTo>
                  <a:lnTo>
                    <a:pt x="181485" y="182708"/>
                  </a:lnTo>
                  <a:lnTo>
                    <a:pt x="181795" y="182674"/>
                  </a:lnTo>
                  <a:lnTo>
                    <a:pt x="182016" y="182718"/>
                  </a:lnTo>
                  <a:lnTo>
                    <a:pt x="182312" y="182634"/>
                  </a:lnTo>
                  <a:lnTo>
                    <a:pt x="182326" y="182480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8823601" y="2276574"/>
              <a:ext cx="183064" cy="183381"/>
            </a:xfrm>
            <a:custGeom>
              <a:avLst/>
              <a:pathLst>
                <a:path w="183064" h="183381">
                  <a:moveTo>
                    <a:pt x="182879" y="182880"/>
                  </a:moveTo>
                  <a:lnTo>
                    <a:pt x="183064" y="182848"/>
                  </a:lnTo>
                  <a:lnTo>
                    <a:pt x="182909" y="183145"/>
                  </a:lnTo>
                  <a:lnTo>
                    <a:pt x="182593" y="183381"/>
                  </a:lnTo>
                  <a:lnTo>
                    <a:pt x="182326" y="183282"/>
                  </a:lnTo>
                  <a:lnTo>
                    <a:pt x="182324" y="183127"/>
                  </a:lnTo>
                  <a:lnTo>
                    <a:pt x="182454" y="182752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8822678" y="2276534"/>
              <a:ext cx="182879" cy="182929"/>
            </a:xfrm>
            <a:custGeom>
              <a:avLst/>
              <a:pathLst>
                <a:path w="182879" h="182929">
                  <a:moveTo>
                    <a:pt x="182879" y="182880"/>
                  </a:moveTo>
                  <a:lnTo>
                    <a:pt x="182665" y="182929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8818458" y="2275379"/>
              <a:ext cx="183280" cy="183616"/>
            </a:xfrm>
            <a:custGeom>
              <a:avLst/>
              <a:pathLst>
                <a:path w="183280" h="183616">
                  <a:moveTo>
                    <a:pt x="182879" y="182880"/>
                  </a:moveTo>
                  <a:lnTo>
                    <a:pt x="182719" y="183177"/>
                  </a:lnTo>
                  <a:lnTo>
                    <a:pt x="183022" y="182952"/>
                  </a:lnTo>
                  <a:lnTo>
                    <a:pt x="183256" y="182985"/>
                  </a:lnTo>
                  <a:lnTo>
                    <a:pt x="183280" y="183293"/>
                  </a:lnTo>
                  <a:lnTo>
                    <a:pt x="183029" y="183530"/>
                  </a:lnTo>
                  <a:lnTo>
                    <a:pt x="182571" y="183577"/>
                  </a:lnTo>
                  <a:lnTo>
                    <a:pt x="182303" y="183616"/>
                  </a:lnTo>
                  <a:lnTo>
                    <a:pt x="181902" y="182950"/>
                  </a:lnTo>
                  <a:lnTo>
                    <a:pt x="182002" y="182806"/>
                  </a:lnTo>
                  <a:lnTo>
                    <a:pt x="182204" y="182764"/>
                  </a:lnTo>
                  <a:lnTo>
                    <a:pt x="182392" y="182788"/>
                  </a:lnTo>
                  <a:lnTo>
                    <a:pt x="182643" y="182577"/>
                  </a:lnTo>
                  <a:lnTo>
                    <a:pt x="182791" y="182552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8830953" y="227504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8826709" y="2274650"/>
              <a:ext cx="183176" cy="182943"/>
            </a:xfrm>
            <a:custGeom>
              <a:avLst/>
              <a:pathLst>
                <a:path w="183176" h="182943">
                  <a:moveTo>
                    <a:pt x="182879" y="182880"/>
                  </a:moveTo>
                  <a:lnTo>
                    <a:pt x="183176" y="182943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8831165" y="227461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8827277" y="2274129"/>
              <a:ext cx="183430" cy="183613"/>
            </a:xfrm>
            <a:custGeom>
              <a:avLst/>
              <a:pathLst>
                <a:path w="183430" h="183613">
                  <a:moveTo>
                    <a:pt x="182879" y="182880"/>
                  </a:moveTo>
                  <a:lnTo>
                    <a:pt x="182957" y="183040"/>
                  </a:lnTo>
                  <a:lnTo>
                    <a:pt x="183204" y="183131"/>
                  </a:lnTo>
                  <a:lnTo>
                    <a:pt x="183430" y="183500"/>
                  </a:lnTo>
                  <a:lnTo>
                    <a:pt x="183295" y="183532"/>
                  </a:lnTo>
                  <a:lnTo>
                    <a:pt x="182982" y="183613"/>
                  </a:lnTo>
                  <a:lnTo>
                    <a:pt x="182667" y="183523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8817755" y="2274331"/>
              <a:ext cx="182879" cy="183215"/>
            </a:xfrm>
            <a:custGeom>
              <a:avLst/>
              <a:pathLst>
                <a:path w="182879" h="183215">
                  <a:moveTo>
                    <a:pt x="182879" y="182880"/>
                  </a:moveTo>
                  <a:lnTo>
                    <a:pt x="182573" y="18321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8830388" y="2274537"/>
              <a:ext cx="183186" cy="182880"/>
            </a:xfrm>
            <a:custGeom>
              <a:avLst/>
              <a:pathLst>
                <a:path w="183186" h="182880">
                  <a:moveTo>
                    <a:pt x="182879" y="182880"/>
                  </a:moveTo>
                  <a:lnTo>
                    <a:pt x="182800" y="182455"/>
                  </a:lnTo>
                  <a:lnTo>
                    <a:pt x="183000" y="182491"/>
                  </a:lnTo>
                  <a:lnTo>
                    <a:pt x="183186" y="182673"/>
                  </a:lnTo>
                  <a:lnTo>
                    <a:pt x="183103" y="182819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8829711" y="2273545"/>
              <a:ext cx="183048" cy="183318"/>
            </a:xfrm>
            <a:custGeom>
              <a:avLst/>
              <a:pathLst>
                <a:path w="183048" h="183318">
                  <a:moveTo>
                    <a:pt x="182879" y="182880"/>
                  </a:moveTo>
                  <a:lnTo>
                    <a:pt x="183048" y="183318"/>
                  </a:lnTo>
                  <a:lnTo>
                    <a:pt x="182877" y="183315"/>
                  </a:lnTo>
                  <a:lnTo>
                    <a:pt x="182704" y="183117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8817968" y="2271660"/>
              <a:ext cx="182997" cy="183282"/>
            </a:xfrm>
            <a:custGeom>
              <a:avLst/>
              <a:pathLst>
                <a:path w="182997" h="183282">
                  <a:moveTo>
                    <a:pt x="182879" y="182880"/>
                  </a:moveTo>
                  <a:lnTo>
                    <a:pt x="182997" y="183282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8832837" y="2272076"/>
              <a:ext cx="182879" cy="182949"/>
            </a:xfrm>
            <a:custGeom>
              <a:avLst/>
              <a:pathLst>
                <a:path w="182879" h="182949">
                  <a:moveTo>
                    <a:pt x="182879" y="182880"/>
                  </a:moveTo>
                  <a:lnTo>
                    <a:pt x="182338" y="182949"/>
                  </a:lnTo>
                  <a:lnTo>
                    <a:pt x="181730" y="182583"/>
                  </a:lnTo>
                  <a:lnTo>
                    <a:pt x="182506" y="182004"/>
                  </a:lnTo>
                  <a:lnTo>
                    <a:pt x="182838" y="182507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8825804" y="2270592"/>
              <a:ext cx="183403" cy="183471"/>
            </a:xfrm>
            <a:custGeom>
              <a:avLst/>
              <a:pathLst>
                <a:path w="183403" h="183471">
                  <a:moveTo>
                    <a:pt x="182879" y="182880"/>
                  </a:moveTo>
                  <a:lnTo>
                    <a:pt x="183153" y="182750"/>
                  </a:lnTo>
                  <a:lnTo>
                    <a:pt x="183336" y="182891"/>
                  </a:lnTo>
                  <a:lnTo>
                    <a:pt x="183403" y="183145"/>
                  </a:lnTo>
                  <a:lnTo>
                    <a:pt x="183293" y="183320"/>
                  </a:lnTo>
                  <a:lnTo>
                    <a:pt x="183002" y="183471"/>
                  </a:lnTo>
                  <a:lnTo>
                    <a:pt x="182724" y="183337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8823154" y="2270787"/>
              <a:ext cx="183299" cy="182880"/>
            </a:xfrm>
            <a:custGeom>
              <a:avLst/>
              <a:pathLst>
                <a:path w="183299" h="182880">
                  <a:moveTo>
                    <a:pt x="182879" y="182880"/>
                  </a:moveTo>
                  <a:lnTo>
                    <a:pt x="182447" y="182148"/>
                  </a:lnTo>
                  <a:lnTo>
                    <a:pt x="182647" y="182013"/>
                  </a:lnTo>
                  <a:lnTo>
                    <a:pt x="182606" y="181433"/>
                  </a:lnTo>
                  <a:lnTo>
                    <a:pt x="182546" y="181090"/>
                  </a:lnTo>
                  <a:lnTo>
                    <a:pt x="182862" y="181155"/>
                  </a:lnTo>
                  <a:lnTo>
                    <a:pt x="182948" y="181579"/>
                  </a:lnTo>
                  <a:lnTo>
                    <a:pt x="183249" y="181936"/>
                  </a:lnTo>
                  <a:lnTo>
                    <a:pt x="183299" y="182138"/>
                  </a:lnTo>
                  <a:lnTo>
                    <a:pt x="183267" y="182283"/>
                  </a:lnTo>
                  <a:lnTo>
                    <a:pt x="183074" y="182497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8818542" y="2269713"/>
              <a:ext cx="182879" cy="183080"/>
            </a:xfrm>
            <a:custGeom>
              <a:avLst/>
              <a:pathLst>
                <a:path w="182879" h="183080">
                  <a:moveTo>
                    <a:pt x="182879" y="182880"/>
                  </a:moveTo>
                  <a:lnTo>
                    <a:pt x="182323" y="183080"/>
                  </a:lnTo>
                  <a:lnTo>
                    <a:pt x="182486" y="182741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8822576" y="226888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23" y="182746"/>
                  </a:lnTo>
                  <a:lnTo>
                    <a:pt x="182409" y="182628"/>
                  </a:lnTo>
                  <a:lnTo>
                    <a:pt x="182229" y="182465"/>
                  </a:lnTo>
                  <a:lnTo>
                    <a:pt x="182322" y="182078"/>
                  </a:lnTo>
                  <a:lnTo>
                    <a:pt x="182683" y="182331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8822958" y="2257007"/>
              <a:ext cx="182879" cy="183129"/>
            </a:xfrm>
            <a:custGeom>
              <a:avLst/>
              <a:pathLst>
                <a:path w="182879" h="183129">
                  <a:moveTo>
                    <a:pt x="182879" y="182880"/>
                  </a:moveTo>
                  <a:lnTo>
                    <a:pt x="182759" y="183129"/>
                  </a:lnTo>
                  <a:lnTo>
                    <a:pt x="182327" y="183019"/>
                  </a:lnTo>
                  <a:lnTo>
                    <a:pt x="182187" y="182935"/>
                  </a:lnTo>
                  <a:lnTo>
                    <a:pt x="181786" y="182517"/>
                  </a:lnTo>
                  <a:lnTo>
                    <a:pt x="181341" y="182167"/>
                  </a:lnTo>
                  <a:lnTo>
                    <a:pt x="182459" y="182091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8823796" y="2252113"/>
              <a:ext cx="183083" cy="183315"/>
            </a:xfrm>
            <a:custGeom>
              <a:avLst/>
              <a:pathLst>
                <a:path w="183083" h="183315">
                  <a:moveTo>
                    <a:pt x="182879" y="182880"/>
                  </a:moveTo>
                  <a:lnTo>
                    <a:pt x="183083" y="183073"/>
                  </a:lnTo>
                  <a:lnTo>
                    <a:pt x="182995" y="18331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8823872" y="2251453"/>
              <a:ext cx="183367" cy="183545"/>
            </a:xfrm>
            <a:custGeom>
              <a:avLst/>
              <a:pathLst>
                <a:path w="183367" h="183545">
                  <a:moveTo>
                    <a:pt x="182879" y="182880"/>
                  </a:moveTo>
                  <a:lnTo>
                    <a:pt x="183065" y="183071"/>
                  </a:lnTo>
                  <a:lnTo>
                    <a:pt x="183367" y="183286"/>
                  </a:lnTo>
                  <a:lnTo>
                    <a:pt x="183277" y="183545"/>
                  </a:lnTo>
                  <a:lnTo>
                    <a:pt x="183099" y="183441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8837533" y="2277343"/>
              <a:ext cx="183171" cy="182907"/>
            </a:xfrm>
            <a:custGeom>
              <a:avLst/>
              <a:pathLst>
                <a:path w="183171" h="182907">
                  <a:moveTo>
                    <a:pt x="182879" y="182880"/>
                  </a:moveTo>
                  <a:lnTo>
                    <a:pt x="182101" y="182906"/>
                  </a:lnTo>
                  <a:lnTo>
                    <a:pt x="181367" y="182907"/>
                  </a:lnTo>
                  <a:lnTo>
                    <a:pt x="181249" y="182827"/>
                  </a:lnTo>
                  <a:lnTo>
                    <a:pt x="181698" y="182587"/>
                  </a:lnTo>
                  <a:lnTo>
                    <a:pt x="182853" y="182210"/>
                  </a:lnTo>
                  <a:lnTo>
                    <a:pt x="183171" y="18244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8839869" y="2276706"/>
              <a:ext cx="183085" cy="183063"/>
            </a:xfrm>
            <a:custGeom>
              <a:avLst/>
              <a:pathLst>
                <a:path w="183085" h="183063">
                  <a:moveTo>
                    <a:pt x="182879" y="182880"/>
                  </a:moveTo>
                  <a:lnTo>
                    <a:pt x="183085" y="183010"/>
                  </a:lnTo>
                  <a:lnTo>
                    <a:pt x="182655" y="183003"/>
                  </a:lnTo>
                  <a:lnTo>
                    <a:pt x="182165" y="182992"/>
                  </a:lnTo>
                  <a:lnTo>
                    <a:pt x="181228" y="183063"/>
                  </a:lnTo>
                  <a:lnTo>
                    <a:pt x="181213" y="182552"/>
                  </a:lnTo>
                  <a:lnTo>
                    <a:pt x="181360" y="182186"/>
                  </a:lnTo>
                  <a:lnTo>
                    <a:pt x="181539" y="182231"/>
                  </a:lnTo>
                  <a:lnTo>
                    <a:pt x="181764" y="182220"/>
                  </a:lnTo>
                  <a:lnTo>
                    <a:pt x="182083" y="182259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8844260" y="2273773"/>
              <a:ext cx="182879" cy="184662"/>
            </a:xfrm>
            <a:custGeom>
              <a:avLst/>
              <a:pathLst>
                <a:path w="182879" h="184662">
                  <a:moveTo>
                    <a:pt x="182879" y="182880"/>
                  </a:moveTo>
                  <a:lnTo>
                    <a:pt x="182470" y="182984"/>
                  </a:lnTo>
                  <a:lnTo>
                    <a:pt x="182379" y="183231"/>
                  </a:lnTo>
                  <a:lnTo>
                    <a:pt x="182228" y="183616"/>
                  </a:lnTo>
                  <a:lnTo>
                    <a:pt x="181518" y="183873"/>
                  </a:lnTo>
                  <a:lnTo>
                    <a:pt x="181229" y="183847"/>
                  </a:lnTo>
                  <a:lnTo>
                    <a:pt x="180806" y="184059"/>
                  </a:lnTo>
                  <a:lnTo>
                    <a:pt x="178612" y="184662"/>
                  </a:lnTo>
                  <a:lnTo>
                    <a:pt x="178639" y="184512"/>
                  </a:lnTo>
                  <a:lnTo>
                    <a:pt x="178952" y="184231"/>
                  </a:lnTo>
                  <a:lnTo>
                    <a:pt x="179667" y="183887"/>
                  </a:lnTo>
                  <a:lnTo>
                    <a:pt x="180064" y="183669"/>
                  </a:lnTo>
                  <a:lnTo>
                    <a:pt x="180296" y="183639"/>
                  </a:lnTo>
                  <a:lnTo>
                    <a:pt x="180588" y="183566"/>
                  </a:lnTo>
                  <a:lnTo>
                    <a:pt x="180781" y="183440"/>
                  </a:lnTo>
                  <a:lnTo>
                    <a:pt x="181175" y="183240"/>
                  </a:lnTo>
                  <a:lnTo>
                    <a:pt x="181578" y="183230"/>
                  </a:lnTo>
                  <a:lnTo>
                    <a:pt x="182123" y="183197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8858557" y="2255216"/>
              <a:ext cx="182879" cy="183292"/>
            </a:xfrm>
            <a:custGeom>
              <a:avLst/>
              <a:pathLst>
                <a:path w="182879" h="183292">
                  <a:moveTo>
                    <a:pt x="182879" y="182880"/>
                  </a:moveTo>
                  <a:lnTo>
                    <a:pt x="182788" y="183164"/>
                  </a:lnTo>
                  <a:lnTo>
                    <a:pt x="182250" y="183292"/>
                  </a:lnTo>
                  <a:lnTo>
                    <a:pt x="182464" y="182952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8858513" y="2254088"/>
              <a:ext cx="182879" cy="183219"/>
            </a:xfrm>
            <a:custGeom>
              <a:avLst/>
              <a:pathLst>
                <a:path w="182879" h="183219">
                  <a:moveTo>
                    <a:pt x="182879" y="182880"/>
                  </a:moveTo>
                  <a:lnTo>
                    <a:pt x="182377" y="183219"/>
                  </a:lnTo>
                  <a:lnTo>
                    <a:pt x="181546" y="183051"/>
                  </a:lnTo>
                  <a:lnTo>
                    <a:pt x="181903" y="182559"/>
                  </a:lnTo>
                  <a:lnTo>
                    <a:pt x="182099" y="182521"/>
                  </a:lnTo>
                  <a:lnTo>
                    <a:pt x="182399" y="182756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8866873" y="2251811"/>
              <a:ext cx="182879" cy="183195"/>
            </a:xfrm>
            <a:custGeom>
              <a:avLst/>
              <a:pathLst>
                <a:path w="182879" h="183195">
                  <a:moveTo>
                    <a:pt x="182879" y="182880"/>
                  </a:moveTo>
                  <a:lnTo>
                    <a:pt x="182399" y="18319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8858102" y="2248403"/>
              <a:ext cx="183217" cy="183517"/>
            </a:xfrm>
            <a:custGeom>
              <a:avLst/>
              <a:pathLst>
                <a:path w="183217" h="183517">
                  <a:moveTo>
                    <a:pt x="182879" y="182880"/>
                  </a:moveTo>
                  <a:lnTo>
                    <a:pt x="183070" y="182959"/>
                  </a:lnTo>
                  <a:lnTo>
                    <a:pt x="183217" y="183517"/>
                  </a:lnTo>
                  <a:lnTo>
                    <a:pt x="183182" y="183387"/>
                  </a:lnTo>
                  <a:lnTo>
                    <a:pt x="182687" y="183193"/>
                  </a:lnTo>
                  <a:lnTo>
                    <a:pt x="182572" y="182656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8861484" y="224809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8858425" y="224434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8856862" y="224415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23" y="182821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8858325" y="2243821"/>
              <a:ext cx="182958" cy="183125"/>
            </a:xfrm>
            <a:custGeom>
              <a:avLst/>
              <a:pathLst>
                <a:path w="182958" h="183125">
                  <a:moveTo>
                    <a:pt x="182879" y="182880"/>
                  </a:moveTo>
                  <a:lnTo>
                    <a:pt x="182958" y="18312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8855543" y="2242088"/>
              <a:ext cx="183496" cy="182880"/>
            </a:xfrm>
            <a:custGeom>
              <a:avLst/>
              <a:pathLst>
                <a:path w="183496" h="182880">
                  <a:moveTo>
                    <a:pt x="182879" y="182880"/>
                  </a:moveTo>
                  <a:lnTo>
                    <a:pt x="183061" y="182778"/>
                  </a:lnTo>
                  <a:lnTo>
                    <a:pt x="183496" y="182849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8871250" y="2241372"/>
              <a:ext cx="182879" cy="183657"/>
            </a:xfrm>
            <a:custGeom>
              <a:avLst/>
              <a:pathLst>
                <a:path w="182879" h="183657">
                  <a:moveTo>
                    <a:pt x="182879" y="182880"/>
                  </a:moveTo>
                  <a:lnTo>
                    <a:pt x="182677" y="183657"/>
                  </a:lnTo>
                  <a:lnTo>
                    <a:pt x="182452" y="183533"/>
                  </a:lnTo>
                  <a:lnTo>
                    <a:pt x="181990" y="183194"/>
                  </a:lnTo>
                  <a:lnTo>
                    <a:pt x="181949" y="182875"/>
                  </a:lnTo>
                  <a:lnTo>
                    <a:pt x="182176" y="182571"/>
                  </a:lnTo>
                  <a:lnTo>
                    <a:pt x="182315" y="182513"/>
                  </a:lnTo>
                  <a:lnTo>
                    <a:pt x="182459" y="182588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8881561" y="2240632"/>
              <a:ext cx="182879" cy="183099"/>
            </a:xfrm>
            <a:custGeom>
              <a:avLst/>
              <a:pathLst>
                <a:path w="182879" h="183099">
                  <a:moveTo>
                    <a:pt x="182879" y="182880"/>
                  </a:moveTo>
                  <a:lnTo>
                    <a:pt x="182642" y="183099"/>
                  </a:lnTo>
                  <a:lnTo>
                    <a:pt x="182471" y="182920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8877862" y="223899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8970768" y="2215558"/>
              <a:ext cx="183177" cy="182880"/>
            </a:xfrm>
            <a:custGeom>
              <a:avLst/>
              <a:pathLst>
                <a:path w="183177" h="182880">
                  <a:moveTo>
                    <a:pt x="182879" y="182880"/>
                  </a:moveTo>
                  <a:lnTo>
                    <a:pt x="183177" y="182739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8964234" y="2205335"/>
              <a:ext cx="183601" cy="186687"/>
            </a:xfrm>
            <a:custGeom>
              <a:avLst/>
              <a:pathLst>
                <a:path w="183601" h="186687">
                  <a:moveTo>
                    <a:pt x="182879" y="182880"/>
                  </a:moveTo>
                  <a:lnTo>
                    <a:pt x="182698" y="182987"/>
                  </a:lnTo>
                  <a:lnTo>
                    <a:pt x="182604" y="183246"/>
                  </a:lnTo>
                  <a:lnTo>
                    <a:pt x="182860" y="183551"/>
                  </a:lnTo>
                  <a:lnTo>
                    <a:pt x="183172" y="183424"/>
                  </a:lnTo>
                  <a:lnTo>
                    <a:pt x="183386" y="183339"/>
                  </a:lnTo>
                  <a:lnTo>
                    <a:pt x="183456" y="183690"/>
                  </a:lnTo>
                  <a:lnTo>
                    <a:pt x="183593" y="183890"/>
                  </a:lnTo>
                  <a:lnTo>
                    <a:pt x="183601" y="184257"/>
                  </a:lnTo>
                  <a:lnTo>
                    <a:pt x="183194" y="184863"/>
                  </a:lnTo>
                  <a:lnTo>
                    <a:pt x="183331" y="185300"/>
                  </a:lnTo>
                  <a:lnTo>
                    <a:pt x="183433" y="185658"/>
                  </a:lnTo>
                  <a:lnTo>
                    <a:pt x="183367" y="186006"/>
                  </a:lnTo>
                  <a:lnTo>
                    <a:pt x="182634" y="186687"/>
                  </a:lnTo>
                  <a:lnTo>
                    <a:pt x="182402" y="186209"/>
                  </a:lnTo>
                  <a:lnTo>
                    <a:pt x="181820" y="186439"/>
                  </a:lnTo>
                  <a:lnTo>
                    <a:pt x="181752" y="186338"/>
                  </a:lnTo>
                  <a:lnTo>
                    <a:pt x="181543" y="185870"/>
                  </a:lnTo>
                  <a:lnTo>
                    <a:pt x="180970" y="185708"/>
                  </a:lnTo>
                  <a:lnTo>
                    <a:pt x="180685" y="185733"/>
                  </a:lnTo>
                  <a:lnTo>
                    <a:pt x="179397" y="186096"/>
                  </a:lnTo>
                  <a:lnTo>
                    <a:pt x="178623" y="185689"/>
                  </a:lnTo>
                  <a:lnTo>
                    <a:pt x="178285" y="185437"/>
                  </a:lnTo>
                  <a:lnTo>
                    <a:pt x="178058" y="185433"/>
                  </a:lnTo>
                  <a:lnTo>
                    <a:pt x="177649" y="185409"/>
                  </a:lnTo>
                  <a:lnTo>
                    <a:pt x="177148" y="185338"/>
                  </a:lnTo>
                  <a:lnTo>
                    <a:pt x="176713" y="185390"/>
                  </a:lnTo>
                  <a:lnTo>
                    <a:pt x="175610" y="185231"/>
                  </a:lnTo>
                  <a:lnTo>
                    <a:pt x="174984" y="184645"/>
                  </a:lnTo>
                  <a:lnTo>
                    <a:pt x="175112" y="184401"/>
                  </a:lnTo>
                  <a:lnTo>
                    <a:pt x="175302" y="184110"/>
                  </a:lnTo>
                  <a:lnTo>
                    <a:pt x="175437" y="184042"/>
                  </a:lnTo>
                  <a:lnTo>
                    <a:pt x="175753" y="183861"/>
                  </a:lnTo>
                  <a:lnTo>
                    <a:pt x="175982" y="183690"/>
                  </a:lnTo>
                  <a:lnTo>
                    <a:pt x="176152" y="183486"/>
                  </a:lnTo>
                  <a:lnTo>
                    <a:pt x="177256" y="183429"/>
                  </a:lnTo>
                  <a:lnTo>
                    <a:pt x="177461" y="183665"/>
                  </a:lnTo>
                  <a:lnTo>
                    <a:pt x="177491" y="183793"/>
                  </a:lnTo>
                  <a:lnTo>
                    <a:pt x="177648" y="184131"/>
                  </a:lnTo>
                  <a:lnTo>
                    <a:pt x="177929" y="184365"/>
                  </a:lnTo>
                  <a:lnTo>
                    <a:pt x="178008" y="184498"/>
                  </a:lnTo>
                  <a:lnTo>
                    <a:pt x="178191" y="184539"/>
                  </a:lnTo>
                  <a:lnTo>
                    <a:pt x="178631" y="184099"/>
                  </a:lnTo>
                  <a:lnTo>
                    <a:pt x="178920" y="183941"/>
                  </a:lnTo>
                  <a:lnTo>
                    <a:pt x="179094" y="183735"/>
                  </a:lnTo>
                  <a:lnTo>
                    <a:pt x="179349" y="183516"/>
                  </a:lnTo>
                  <a:lnTo>
                    <a:pt x="179625" y="182849"/>
                  </a:lnTo>
                  <a:lnTo>
                    <a:pt x="179760" y="182779"/>
                  </a:lnTo>
                  <a:lnTo>
                    <a:pt x="179983" y="182666"/>
                  </a:lnTo>
                  <a:lnTo>
                    <a:pt x="180154" y="182610"/>
                  </a:lnTo>
                  <a:lnTo>
                    <a:pt x="180632" y="182747"/>
                  </a:lnTo>
                  <a:lnTo>
                    <a:pt x="180798" y="182983"/>
                  </a:lnTo>
                  <a:lnTo>
                    <a:pt x="181002" y="183322"/>
                  </a:lnTo>
                  <a:lnTo>
                    <a:pt x="181365" y="183307"/>
                  </a:lnTo>
                  <a:lnTo>
                    <a:pt x="181951" y="182653"/>
                  </a:lnTo>
                  <a:lnTo>
                    <a:pt x="182153" y="182449"/>
                  </a:lnTo>
                  <a:lnTo>
                    <a:pt x="182483" y="182414"/>
                  </a:lnTo>
                  <a:lnTo>
                    <a:pt x="182781" y="182193"/>
                  </a:lnTo>
                  <a:lnTo>
                    <a:pt x="182858" y="182512"/>
                  </a:lnTo>
                  <a:lnTo>
                    <a:pt x="182928" y="182700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8963189" y="220494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8961851" y="2200854"/>
              <a:ext cx="183227" cy="182880"/>
            </a:xfrm>
            <a:custGeom>
              <a:avLst/>
              <a:pathLst>
                <a:path w="183227" h="182880">
                  <a:moveTo>
                    <a:pt x="182879" y="182880"/>
                  </a:moveTo>
                  <a:lnTo>
                    <a:pt x="182603" y="182328"/>
                  </a:lnTo>
                  <a:lnTo>
                    <a:pt x="182804" y="182280"/>
                  </a:lnTo>
                  <a:lnTo>
                    <a:pt x="183227" y="182585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8960420" y="2200471"/>
              <a:ext cx="182950" cy="183125"/>
            </a:xfrm>
            <a:custGeom>
              <a:avLst/>
              <a:pathLst>
                <a:path w="182950" h="183125">
                  <a:moveTo>
                    <a:pt x="182879" y="182880"/>
                  </a:moveTo>
                  <a:lnTo>
                    <a:pt x="182722" y="183125"/>
                  </a:lnTo>
                  <a:lnTo>
                    <a:pt x="182198" y="182921"/>
                  </a:lnTo>
                  <a:lnTo>
                    <a:pt x="182950" y="182562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8590390" y="2293947"/>
              <a:ext cx="183381" cy="187054"/>
            </a:xfrm>
            <a:custGeom>
              <a:avLst/>
              <a:pathLst>
                <a:path w="183381" h="187054">
                  <a:moveTo>
                    <a:pt x="182879" y="182880"/>
                  </a:moveTo>
                  <a:lnTo>
                    <a:pt x="182566" y="183146"/>
                  </a:lnTo>
                  <a:lnTo>
                    <a:pt x="182441" y="183431"/>
                  </a:lnTo>
                  <a:lnTo>
                    <a:pt x="182550" y="183643"/>
                  </a:lnTo>
                  <a:lnTo>
                    <a:pt x="182532" y="184091"/>
                  </a:lnTo>
                  <a:lnTo>
                    <a:pt x="182713" y="184444"/>
                  </a:lnTo>
                  <a:lnTo>
                    <a:pt x="182456" y="184722"/>
                  </a:lnTo>
                  <a:lnTo>
                    <a:pt x="182323" y="184942"/>
                  </a:lnTo>
                  <a:lnTo>
                    <a:pt x="182259" y="185165"/>
                  </a:lnTo>
                  <a:lnTo>
                    <a:pt x="182087" y="185662"/>
                  </a:lnTo>
                  <a:lnTo>
                    <a:pt x="181897" y="185641"/>
                  </a:lnTo>
                  <a:lnTo>
                    <a:pt x="181522" y="185655"/>
                  </a:lnTo>
                  <a:lnTo>
                    <a:pt x="181903" y="186095"/>
                  </a:lnTo>
                  <a:lnTo>
                    <a:pt x="182043" y="186167"/>
                  </a:lnTo>
                  <a:lnTo>
                    <a:pt x="182221" y="186405"/>
                  </a:lnTo>
                  <a:lnTo>
                    <a:pt x="181884" y="187054"/>
                  </a:lnTo>
                  <a:lnTo>
                    <a:pt x="181668" y="186917"/>
                  </a:lnTo>
                  <a:lnTo>
                    <a:pt x="181452" y="186708"/>
                  </a:lnTo>
                  <a:lnTo>
                    <a:pt x="181306" y="186600"/>
                  </a:lnTo>
                  <a:lnTo>
                    <a:pt x="181262" y="186448"/>
                  </a:lnTo>
                  <a:lnTo>
                    <a:pt x="181166" y="185871"/>
                  </a:lnTo>
                  <a:lnTo>
                    <a:pt x="181139" y="185695"/>
                  </a:lnTo>
                  <a:lnTo>
                    <a:pt x="180863" y="184831"/>
                  </a:lnTo>
                  <a:lnTo>
                    <a:pt x="180947" y="184460"/>
                  </a:lnTo>
                  <a:lnTo>
                    <a:pt x="181040" y="184137"/>
                  </a:lnTo>
                  <a:lnTo>
                    <a:pt x="181214" y="183984"/>
                  </a:lnTo>
                  <a:lnTo>
                    <a:pt x="181368" y="183965"/>
                  </a:lnTo>
                  <a:lnTo>
                    <a:pt x="181520" y="183904"/>
                  </a:lnTo>
                  <a:lnTo>
                    <a:pt x="181580" y="183623"/>
                  </a:lnTo>
                  <a:lnTo>
                    <a:pt x="181650" y="183117"/>
                  </a:lnTo>
                  <a:lnTo>
                    <a:pt x="181701" y="182941"/>
                  </a:lnTo>
                  <a:lnTo>
                    <a:pt x="181781" y="182687"/>
                  </a:lnTo>
                  <a:lnTo>
                    <a:pt x="182024" y="182312"/>
                  </a:lnTo>
                  <a:lnTo>
                    <a:pt x="182107" y="182146"/>
                  </a:lnTo>
                  <a:lnTo>
                    <a:pt x="182101" y="181818"/>
                  </a:lnTo>
                  <a:lnTo>
                    <a:pt x="182222" y="181403"/>
                  </a:lnTo>
                  <a:lnTo>
                    <a:pt x="182455" y="181240"/>
                  </a:lnTo>
                  <a:lnTo>
                    <a:pt x="182561" y="181081"/>
                  </a:lnTo>
                  <a:lnTo>
                    <a:pt x="182748" y="181331"/>
                  </a:lnTo>
                  <a:lnTo>
                    <a:pt x="183381" y="182422"/>
                  </a:ln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8589332" y="229277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8588666" y="2291488"/>
              <a:ext cx="182886" cy="182880"/>
            </a:xfrm>
            <a:custGeom>
              <a:avLst/>
              <a:pathLst>
                <a:path w="182886" h="182880">
                  <a:moveTo>
                    <a:pt x="182879" y="182880"/>
                  </a:moveTo>
                  <a:lnTo>
                    <a:pt x="182870" y="182662"/>
                  </a:lnTo>
                  <a:lnTo>
                    <a:pt x="182886" y="182490"/>
                  </a:ln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8599865" y="2289435"/>
              <a:ext cx="182879" cy="183639"/>
            </a:xfrm>
            <a:custGeom>
              <a:avLst/>
              <a:pathLst>
                <a:path w="182879" h="183639">
                  <a:moveTo>
                    <a:pt x="182879" y="182880"/>
                  </a:moveTo>
                  <a:lnTo>
                    <a:pt x="182875" y="183208"/>
                  </a:lnTo>
                  <a:lnTo>
                    <a:pt x="182712" y="183624"/>
                  </a:lnTo>
                  <a:lnTo>
                    <a:pt x="182509" y="183639"/>
                  </a:lnTo>
                  <a:lnTo>
                    <a:pt x="182377" y="183444"/>
                  </a:lnTo>
                  <a:lnTo>
                    <a:pt x="182315" y="183260"/>
                  </a:lnTo>
                  <a:lnTo>
                    <a:pt x="182056" y="182792"/>
                  </a:lnTo>
                  <a:lnTo>
                    <a:pt x="182340" y="182641"/>
                  </a:ln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8598902" y="2288729"/>
              <a:ext cx="182995" cy="183359"/>
            </a:xfrm>
            <a:custGeom>
              <a:avLst/>
              <a:pathLst>
                <a:path w="182995" h="183359">
                  <a:moveTo>
                    <a:pt x="182879" y="182880"/>
                  </a:moveTo>
                  <a:lnTo>
                    <a:pt x="182995" y="183102"/>
                  </a:lnTo>
                  <a:lnTo>
                    <a:pt x="182910" y="183359"/>
                  </a:ln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8599154" y="2288668"/>
              <a:ext cx="183414" cy="182880"/>
            </a:xfrm>
            <a:custGeom>
              <a:avLst/>
              <a:pathLst>
                <a:path w="183414" h="182880">
                  <a:moveTo>
                    <a:pt x="182879" y="182880"/>
                  </a:moveTo>
                  <a:lnTo>
                    <a:pt x="182621" y="182610"/>
                  </a:lnTo>
                  <a:lnTo>
                    <a:pt x="182390" y="182105"/>
                  </a:lnTo>
                  <a:lnTo>
                    <a:pt x="182735" y="182000"/>
                  </a:lnTo>
                  <a:lnTo>
                    <a:pt x="183071" y="182097"/>
                  </a:lnTo>
                  <a:lnTo>
                    <a:pt x="183369" y="182299"/>
                  </a:lnTo>
                  <a:lnTo>
                    <a:pt x="183414" y="182444"/>
                  </a:lnTo>
                  <a:lnTo>
                    <a:pt x="183257" y="182760"/>
                  </a:lnTo>
                  <a:lnTo>
                    <a:pt x="183047" y="182765"/>
                  </a:ln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8598746" y="2287772"/>
              <a:ext cx="183020" cy="183008"/>
            </a:xfrm>
            <a:custGeom>
              <a:avLst/>
              <a:pathLst>
                <a:path w="183020" h="183008">
                  <a:moveTo>
                    <a:pt x="182879" y="182880"/>
                  </a:moveTo>
                  <a:lnTo>
                    <a:pt x="182717" y="183008"/>
                  </a:lnTo>
                  <a:lnTo>
                    <a:pt x="182677" y="182868"/>
                  </a:lnTo>
                  <a:lnTo>
                    <a:pt x="182824" y="182518"/>
                  </a:lnTo>
                  <a:lnTo>
                    <a:pt x="183020" y="182829"/>
                  </a:ln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8605705" y="2066181"/>
              <a:ext cx="324877" cy="422319"/>
            </a:xfrm>
            <a:custGeom>
              <a:avLst/>
              <a:pathLst>
                <a:path w="324877" h="422319">
                  <a:moveTo>
                    <a:pt x="280313" y="182880"/>
                  </a:moveTo>
                  <a:lnTo>
                    <a:pt x="280749" y="182909"/>
                  </a:lnTo>
                  <a:lnTo>
                    <a:pt x="281119" y="183029"/>
                  </a:lnTo>
                  <a:lnTo>
                    <a:pt x="281342" y="183149"/>
                  </a:lnTo>
                  <a:lnTo>
                    <a:pt x="281358" y="183357"/>
                  </a:lnTo>
                  <a:lnTo>
                    <a:pt x="281304" y="183515"/>
                  </a:lnTo>
                  <a:lnTo>
                    <a:pt x="281978" y="183522"/>
                  </a:lnTo>
                  <a:lnTo>
                    <a:pt x="282231" y="183497"/>
                  </a:lnTo>
                  <a:lnTo>
                    <a:pt x="282349" y="183698"/>
                  </a:lnTo>
                  <a:lnTo>
                    <a:pt x="282588" y="183708"/>
                  </a:lnTo>
                  <a:lnTo>
                    <a:pt x="282802" y="183836"/>
                  </a:lnTo>
                  <a:lnTo>
                    <a:pt x="282962" y="183942"/>
                  </a:lnTo>
                  <a:lnTo>
                    <a:pt x="283324" y="184309"/>
                  </a:lnTo>
                  <a:lnTo>
                    <a:pt x="283615" y="184482"/>
                  </a:lnTo>
                  <a:lnTo>
                    <a:pt x="283766" y="184546"/>
                  </a:lnTo>
                  <a:lnTo>
                    <a:pt x="284119" y="184461"/>
                  </a:lnTo>
                  <a:lnTo>
                    <a:pt x="284628" y="184295"/>
                  </a:lnTo>
                  <a:lnTo>
                    <a:pt x="284901" y="184286"/>
                  </a:lnTo>
                  <a:lnTo>
                    <a:pt x="285649" y="184455"/>
                  </a:lnTo>
                  <a:lnTo>
                    <a:pt x="286612" y="184286"/>
                  </a:lnTo>
                  <a:lnTo>
                    <a:pt x="286846" y="184053"/>
                  </a:lnTo>
                  <a:lnTo>
                    <a:pt x="287066" y="184307"/>
                  </a:lnTo>
                  <a:lnTo>
                    <a:pt x="287506" y="184559"/>
                  </a:lnTo>
                  <a:lnTo>
                    <a:pt x="287907" y="184474"/>
                  </a:lnTo>
                  <a:lnTo>
                    <a:pt x="288306" y="184429"/>
                  </a:lnTo>
                  <a:lnTo>
                    <a:pt x="288360" y="184999"/>
                  </a:lnTo>
                  <a:lnTo>
                    <a:pt x="288343" y="185488"/>
                  </a:lnTo>
                  <a:lnTo>
                    <a:pt x="288148" y="185777"/>
                  </a:lnTo>
                  <a:lnTo>
                    <a:pt x="288667" y="186505"/>
                  </a:lnTo>
                  <a:lnTo>
                    <a:pt x="288878" y="186356"/>
                  </a:lnTo>
                  <a:lnTo>
                    <a:pt x="289009" y="186197"/>
                  </a:lnTo>
                  <a:lnTo>
                    <a:pt x="289364" y="186399"/>
                  </a:lnTo>
                  <a:lnTo>
                    <a:pt x="289452" y="186528"/>
                  </a:lnTo>
                  <a:lnTo>
                    <a:pt x="290103" y="186454"/>
                  </a:lnTo>
                  <a:lnTo>
                    <a:pt x="290256" y="186389"/>
                  </a:lnTo>
                  <a:lnTo>
                    <a:pt x="290626" y="186108"/>
                  </a:lnTo>
                  <a:lnTo>
                    <a:pt x="290758" y="185962"/>
                  </a:lnTo>
                  <a:lnTo>
                    <a:pt x="291581" y="186220"/>
                  </a:lnTo>
                  <a:lnTo>
                    <a:pt x="291784" y="186576"/>
                  </a:lnTo>
                  <a:lnTo>
                    <a:pt x="291842" y="186719"/>
                  </a:lnTo>
                  <a:lnTo>
                    <a:pt x="291929" y="186949"/>
                  </a:lnTo>
                  <a:lnTo>
                    <a:pt x="291798" y="187941"/>
                  </a:lnTo>
                  <a:lnTo>
                    <a:pt x="291870" y="188428"/>
                  </a:lnTo>
                  <a:lnTo>
                    <a:pt x="291880" y="188556"/>
                  </a:lnTo>
                  <a:lnTo>
                    <a:pt x="291325" y="188873"/>
                  </a:lnTo>
                  <a:lnTo>
                    <a:pt x="291089" y="189327"/>
                  </a:lnTo>
                  <a:lnTo>
                    <a:pt x="291258" y="190332"/>
                  </a:lnTo>
                  <a:lnTo>
                    <a:pt x="291260" y="190488"/>
                  </a:lnTo>
                  <a:lnTo>
                    <a:pt x="291249" y="191030"/>
                  </a:lnTo>
                  <a:lnTo>
                    <a:pt x="291014" y="191213"/>
                  </a:lnTo>
                  <a:lnTo>
                    <a:pt x="290696" y="191495"/>
                  </a:lnTo>
                  <a:lnTo>
                    <a:pt x="290588" y="191827"/>
                  </a:lnTo>
                  <a:lnTo>
                    <a:pt x="290664" y="192554"/>
                  </a:lnTo>
                  <a:lnTo>
                    <a:pt x="291021" y="193025"/>
                  </a:lnTo>
                  <a:lnTo>
                    <a:pt x="290872" y="193303"/>
                  </a:lnTo>
                  <a:lnTo>
                    <a:pt x="290969" y="193700"/>
                  </a:lnTo>
                  <a:lnTo>
                    <a:pt x="290498" y="194016"/>
                  </a:lnTo>
                  <a:lnTo>
                    <a:pt x="290488" y="194617"/>
                  </a:lnTo>
                  <a:lnTo>
                    <a:pt x="290112" y="195547"/>
                  </a:lnTo>
                  <a:lnTo>
                    <a:pt x="290232" y="195828"/>
                  </a:lnTo>
                  <a:lnTo>
                    <a:pt x="290373" y="196006"/>
                  </a:lnTo>
                  <a:lnTo>
                    <a:pt x="290657" y="196209"/>
                  </a:lnTo>
                  <a:lnTo>
                    <a:pt x="290863" y="196318"/>
                  </a:lnTo>
                  <a:lnTo>
                    <a:pt x="290796" y="196606"/>
                  </a:lnTo>
                  <a:lnTo>
                    <a:pt x="290535" y="196633"/>
                  </a:lnTo>
                  <a:lnTo>
                    <a:pt x="290315" y="196623"/>
                  </a:lnTo>
                  <a:lnTo>
                    <a:pt x="289607" y="196822"/>
                  </a:lnTo>
                  <a:lnTo>
                    <a:pt x="289433" y="196941"/>
                  </a:lnTo>
                  <a:lnTo>
                    <a:pt x="289183" y="197720"/>
                  </a:lnTo>
                  <a:lnTo>
                    <a:pt x="288939" y="198112"/>
                  </a:lnTo>
                  <a:lnTo>
                    <a:pt x="288693" y="198567"/>
                  </a:lnTo>
                  <a:lnTo>
                    <a:pt x="288618" y="198819"/>
                  </a:lnTo>
                  <a:lnTo>
                    <a:pt x="288608" y="199108"/>
                  </a:lnTo>
                  <a:lnTo>
                    <a:pt x="288358" y="200161"/>
                  </a:lnTo>
                  <a:lnTo>
                    <a:pt x="288110" y="200543"/>
                  </a:lnTo>
                  <a:lnTo>
                    <a:pt x="287898" y="200716"/>
                  </a:lnTo>
                  <a:lnTo>
                    <a:pt x="287860" y="200984"/>
                  </a:lnTo>
                  <a:lnTo>
                    <a:pt x="287852" y="201256"/>
                  </a:lnTo>
                  <a:lnTo>
                    <a:pt x="287926" y="201398"/>
                  </a:lnTo>
                  <a:lnTo>
                    <a:pt x="288201" y="201477"/>
                  </a:lnTo>
                  <a:lnTo>
                    <a:pt x="288430" y="201732"/>
                  </a:lnTo>
                  <a:lnTo>
                    <a:pt x="288492" y="202034"/>
                  </a:lnTo>
                  <a:lnTo>
                    <a:pt x="288854" y="202288"/>
                  </a:lnTo>
                  <a:lnTo>
                    <a:pt x="288860" y="202723"/>
                  </a:lnTo>
                  <a:lnTo>
                    <a:pt x="289177" y="203268"/>
                  </a:lnTo>
                  <a:lnTo>
                    <a:pt x="289126" y="203713"/>
                  </a:lnTo>
                  <a:lnTo>
                    <a:pt x="289134" y="203878"/>
                  </a:lnTo>
                  <a:lnTo>
                    <a:pt x="289414" y="204278"/>
                  </a:lnTo>
                  <a:lnTo>
                    <a:pt x="289873" y="204462"/>
                  </a:lnTo>
                  <a:lnTo>
                    <a:pt x="290030" y="204906"/>
                  </a:lnTo>
                  <a:lnTo>
                    <a:pt x="290154" y="205277"/>
                  </a:lnTo>
                  <a:lnTo>
                    <a:pt x="290096" y="205545"/>
                  </a:lnTo>
                  <a:lnTo>
                    <a:pt x="290221" y="205723"/>
                  </a:lnTo>
                  <a:lnTo>
                    <a:pt x="290679" y="205899"/>
                  </a:lnTo>
                  <a:lnTo>
                    <a:pt x="291138" y="205926"/>
                  </a:lnTo>
                  <a:lnTo>
                    <a:pt x="291637" y="206084"/>
                  </a:lnTo>
                  <a:lnTo>
                    <a:pt x="291785" y="206277"/>
                  </a:lnTo>
                  <a:lnTo>
                    <a:pt x="292036" y="206250"/>
                  </a:lnTo>
                  <a:lnTo>
                    <a:pt x="291920" y="205907"/>
                  </a:lnTo>
                  <a:lnTo>
                    <a:pt x="292062" y="205628"/>
                  </a:lnTo>
                  <a:lnTo>
                    <a:pt x="292329" y="205263"/>
                  </a:lnTo>
                  <a:lnTo>
                    <a:pt x="292569" y="204852"/>
                  </a:lnTo>
                  <a:lnTo>
                    <a:pt x="292704" y="204627"/>
                  </a:lnTo>
                  <a:lnTo>
                    <a:pt x="293060" y="204530"/>
                  </a:lnTo>
                  <a:lnTo>
                    <a:pt x="293233" y="204502"/>
                  </a:lnTo>
                  <a:lnTo>
                    <a:pt x="293440" y="204121"/>
                  </a:lnTo>
                  <a:lnTo>
                    <a:pt x="293677" y="203778"/>
                  </a:lnTo>
                  <a:lnTo>
                    <a:pt x="294268" y="203835"/>
                  </a:lnTo>
                  <a:lnTo>
                    <a:pt x="294571" y="204371"/>
                  </a:lnTo>
                  <a:lnTo>
                    <a:pt x="294869" y="204427"/>
                  </a:lnTo>
                  <a:lnTo>
                    <a:pt x="295206" y="204038"/>
                  </a:lnTo>
                  <a:lnTo>
                    <a:pt x="295737" y="204080"/>
                  </a:lnTo>
                  <a:lnTo>
                    <a:pt x="295703" y="204323"/>
                  </a:lnTo>
                  <a:lnTo>
                    <a:pt x="295774" y="204632"/>
                  </a:lnTo>
                  <a:lnTo>
                    <a:pt x="296164" y="204846"/>
                  </a:lnTo>
                  <a:lnTo>
                    <a:pt x="296516" y="204857"/>
                  </a:lnTo>
                  <a:lnTo>
                    <a:pt x="296848" y="204872"/>
                  </a:lnTo>
                  <a:lnTo>
                    <a:pt x="297107" y="205143"/>
                  </a:lnTo>
                  <a:lnTo>
                    <a:pt x="297372" y="205225"/>
                  </a:lnTo>
                  <a:lnTo>
                    <a:pt x="297725" y="204710"/>
                  </a:lnTo>
                  <a:lnTo>
                    <a:pt x="297914" y="204710"/>
                  </a:lnTo>
                  <a:lnTo>
                    <a:pt x="298230" y="204769"/>
                  </a:lnTo>
                  <a:lnTo>
                    <a:pt x="298463" y="204936"/>
                  </a:lnTo>
                  <a:lnTo>
                    <a:pt x="298670" y="204956"/>
                  </a:lnTo>
                  <a:lnTo>
                    <a:pt x="299059" y="205069"/>
                  </a:lnTo>
                  <a:lnTo>
                    <a:pt x="299112" y="205386"/>
                  </a:lnTo>
                  <a:lnTo>
                    <a:pt x="299412" y="205457"/>
                  </a:lnTo>
                  <a:lnTo>
                    <a:pt x="299874" y="205229"/>
                  </a:lnTo>
                  <a:lnTo>
                    <a:pt x="300592" y="205663"/>
                  </a:lnTo>
                  <a:lnTo>
                    <a:pt x="300288" y="206155"/>
                  </a:lnTo>
                  <a:lnTo>
                    <a:pt x="299905" y="206229"/>
                  </a:lnTo>
                  <a:lnTo>
                    <a:pt x="298828" y="206635"/>
                  </a:lnTo>
                  <a:lnTo>
                    <a:pt x="298644" y="206652"/>
                  </a:lnTo>
                  <a:lnTo>
                    <a:pt x="298450" y="206733"/>
                  </a:lnTo>
                  <a:lnTo>
                    <a:pt x="298120" y="206878"/>
                  </a:lnTo>
                  <a:lnTo>
                    <a:pt x="297801" y="207216"/>
                  </a:lnTo>
                  <a:lnTo>
                    <a:pt x="297668" y="207573"/>
                  </a:lnTo>
                  <a:lnTo>
                    <a:pt x="297703" y="207810"/>
                  </a:lnTo>
                  <a:lnTo>
                    <a:pt x="298244" y="208091"/>
                  </a:lnTo>
                  <a:lnTo>
                    <a:pt x="298171" y="208825"/>
                  </a:lnTo>
                  <a:lnTo>
                    <a:pt x="298193" y="209051"/>
                  </a:lnTo>
                  <a:lnTo>
                    <a:pt x="298330" y="209627"/>
                  </a:lnTo>
                  <a:lnTo>
                    <a:pt x="298460" y="209855"/>
                  </a:lnTo>
                  <a:lnTo>
                    <a:pt x="298312" y="210428"/>
                  </a:lnTo>
                  <a:lnTo>
                    <a:pt x="297616" y="210528"/>
                  </a:lnTo>
                  <a:lnTo>
                    <a:pt x="297359" y="210499"/>
                  </a:lnTo>
                  <a:lnTo>
                    <a:pt x="297131" y="210527"/>
                  </a:lnTo>
                  <a:lnTo>
                    <a:pt x="296719" y="211041"/>
                  </a:lnTo>
                  <a:lnTo>
                    <a:pt x="296664" y="211726"/>
                  </a:lnTo>
                  <a:lnTo>
                    <a:pt x="296014" y="212024"/>
                  </a:lnTo>
                  <a:lnTo>
                    <a:pt x="295800" y="211926"/>
                  </a:lnTo>
                  <a:lnTo>
                    <a:pt x="295272" y="212068"/>
                  </a:lnTo>
                  <a:lnTo>
                    <a:pt x="294776" y="212242"/>
                  </a:lnTo>
                  <a:lnTo>
                    <a:pt x="294599" y="212325"/>
                  </a:lnTo>
                  <a:lnTo>
                    <a:pt x="294370" y="212408"/>
                  </a:lnTo>
                  <a:lnTo>
                    <a:pt x="294038" y="212384"/>
                  </a:lnTo>
                  <a:lnTo>
                    <a:pt x="293629" y="212018"/>
                  </a:lnTo>
                  <a:lnTo>
                    <a:pt x="293500" y="212085"/>
                  </a:lnTo>
                  <a:lnTo>
                    <a:pt x="293084" y="212330"/>
                  </a:lnTo>
                  <a:lnTo>
                    <a:pt x="292699" y="212870"/>
                  </a:lnTo>
                  <a:lnTo>
                    <a:pt x="292660" y="213074"/>
                  </a:lnTo>
                  <a:lnTo>
                    <a:pt x="292664" y="213291"/>
                  </a:lnTo>
                  <a:lnTo>
                    <a:pt x="292709" y="213657"/>
                  </a:lnTo>
                  <a:lnTo>
                    <a:pt x="292703" y="214099"/>
                  </a:lnTo>
                  <a:lnTo>
                    <a:pt x="293077" y="214440"/>
                  </a:lnTo>
                  <a:lnTo>
                    <a:pt x="293123" y="214641"/>
                  </a:lnTo>
                  <a:lnTo>
                    <a:pt x="293122" y="214823"/>
                  </a:lnTo>
                  <a:lnTo>
                    <a:pt x="293108" y="215113"/>
                  </a:lnTo>
                  <a:lnTo>
                    <a:pt x="292996" y="215364"/>
                  </a:lnTo>
                  <a:lnTo>
                    <a:pt x="292909" y="215517"/>
                  </a:lnTo>
                  <a:lnTo>
                    <a:pt x="292830" y="215812"/>
                  </a:lnTo>
                  <a:lnTo>
                    <a:pt x="292753" y="216205"/>
                  </a:lnTo>
                  <a:lnTo>
                    <a:pt x="292826" y="216579"/>
                  </a:lnTo>
                  <a:lnTo>
                    <a:pt x="293130" y="217155"/>
                  </a:lnTo>
                  <a:lnTo>
                    <a:pt x="293821" y="217817"/>
                  </a:lnTo>
                  <a:lnTo>
                    <a:pt x="294022" y="218061"/>
                  </a:lnTo>
                  <a:lnTo>
                    <a:pt x="294166" y="218507"/>
                  </a:lnTo>
                  <a:lnTo>
                    <a:pt x="294039" y="218730"/>
                  </a:lnTo>
                  <a:lnTo>
                    <a:pt x="293803" y="219037"/>
                  </a:lnTo>
                  <a:lnTo>
                    <a:pt x="293609" y="219437"/>
                  </a:lnTo>
                  <a:lnTo>
                    <a:pt x="293403" y="220326"/>
                  </a:lnTo>
                  <a:lnTo>
                    <a:pt x="293372" y="220483"/>
                  </a:lnTo>
                  <a:lnTo>
                    <a:pt x="293276" y="221157"/>
                  </a:lnTo>
                  <a:lnTo>
                    <a:pt x="293515" y="221650"/>
                  </a:lnTo>
                  <a:lnTo>
                    <a:pt x="293554" y="222135"/>
                  </a:lnTo>
                  <a:lnTo>
                    <a:pt x="293531" y="222501"/>
                  </a:lnTo>
                  <a:lnTo>
                    <a:pt x="293265" y="223552"/>
                  </a:lnTo>
                  <a:lnTo>
                    <a:pt x="293225" y="223705"/>
                  </a:lnTo>
                  <a:lnTo>
                    <a:pt x="292918" y="224173"/>
                  </a:lnTo>
                  <a:lnTo>
                    <a:pt x="292575" y="224680"/>
                  </a:lnTo>
                  <a:lnTo>
                    <a:pt x="292460" y="224869"/>
                  </a:lnTo>
                  <a:lnTo>
                    <a:pt x="292285" y="225221"/>
                  </a:lnTo>
                  <a:lnTo>
                    <a:pt x="292428" y="225707"/>
                  </a:lnTo>
                  <a:lnTo>
                    <a:pt x="292364" y="226005"/>
                  </a:lnTo>
                  <a:lnTo>
                    <a:pt x="292284" y="226154"/>
                  </a:lnTo>
                  <a:lnTo>
                    <a:pt x="292005" y="226628"/>
                  </a:lnTo>
                  <a:lnTo>
                    <a:pt x="291791" y="226869"/>
                  </a:lnTo>
                  <a:lnTo>
                    <a:pt x="291244" y="227193"/>
                  </a:lnTo>
                  <a:lnTo>
                    <a:pt x="290987" y="227182"/>
                  </a:lnTo>
                  <a:lnTo>
                    <a:pt x="290819" y="227302"/>
                  </a:lnTo>
                  <a:lnTo>
                    <a:pt x="290667" y="227741"/>
                  </a:lnTo>
                  <a:lnTo>
                    <a:pt x="290506" y="228378"/>
                  </a:lnTo>
                  <a:lnTo>
                    <a:pt x="290397" y="228542"/>
                  </a:lnTo>
                  <a:lnTo>
                    <a:pt x="289411" y="229543"/>
                  </a:lnTo>
                  <a:lnTo>
                    <a:pt x="289138" y="229650"/>
                  </a:lnTo>
                  <a:lnTo>
                    <a:pt x="288885" y="229854"/>
                  </a:lnTo>
                  <a:lnTo>
                    <a:pt x="288472" y="230127"/>
                  </a:lnTo>
                  <a:lnTo>
                    <a:pt x="287650" y="229996"/>
                  </a:lnTo>
                  <a:lnTo>
                    <a:pt x="287355" y="229916"/>
                  </a:lnTo>
                  <a:lnTo>
                    <a:pt x="287041" y="230389"/>
                  </a:lnTo>
                  <a:lnTo>
                    <a:pt x="286546" y="231154"/>
                  </a:lnTo>
                  <a:lnTo>
                    <a:pt x="286417" y="231417"/>
                  </a:lnTo>
                  <a:lnTo>
                    <a:pt x="286274" y="231805"/>
                  </a:lnTo>
                  <a:lnTo>
                    <a:pt x="286189" y="232087"/>
                  </a:lnTo>
                  <a:lnTo>
                    <a:pt x="285759" y="232694"/>
                  </a:lnTo>
                  <a:lnTo>
                    <a:pt x="285281" y="233259"/>
                  </a:lnTo>
                  <a:lnTo>
                    <a:pt x="285079" y="233329"/>
                  </a:lnTo>
                  <a:lnTo>
                    <a:pt x="284810" y="233477"/>
                  </a:lnTo>
                  <a:lnTo>
                    <a:pt x="284644" y="233614"/>
                  </a:lnTo>
                  <a:lnTo>
                    <a:pt x="283879" y="234188"/>
                  </a:lnTo>
                  <a:lnTo>
                    <a:pt x="284089" y="234636"/>
                  </a:lnTo>
                  <a:lnTo>
                    <a:pt x="284178" y="235539"/>
                  </a:lnTo>
                  <a:lnTo>
                    <a:pt x="284300" y="235884"/>
                  </a:lnTo>
                  <a:lnTo>
                    <a:pt x="284521" y="236375"/>
                  </a:lnTo>
                  <a:lnTo>
                    <a:pt x="284166" y="237423"/>
                  </a:lnTo>
                  <a:lnTo>
                    <a:pt x="283767" y="237634"/>
                  </a:lnTo>
                  <a:lnTo>
                    <a:pt x="283351" y="237810"/>
                  </a:lnTo>
                  <a:lnTo>
                    <a:pt x="282807" y="238146"/>
                  </a:lnTo>
                  <a:lnTo>
                    <a:pt x="282515" y="238428"/>
                  </a:lnTo>
                  <a:lnTo>
                    <a:pt x="281921" y="238637"/>
                  </a:lnTo>
                  <a:lnTo>
                    <a:pt x="281724" y="238729"/>
                  </a:lnTo>
                  <a:lnTo>
                    <a:pt x="281165" y="239047"/>
                  </a:lnTo>
                  <a:lnTo>
                    <a:pt x="280902" y="239217"/>
                  </a:lnTo>
                  <a:lnTo>
                    <a:pt x="280759" y="239301"/>
                  </a:lnTo>
                  <a:lnTo>
                    <a:pt x="280184" y="239502"/>
                  </a:lnTo>
                  <a:lnTo>
                    <a:pt x="279947" y="239529"/>
                  </a:lnTo>
                  <a:lnTo>
                    <a:pt x="279496" y="239876"/>
                  </a:lnTo>
                  <a:lnTo>
                    <a:pt x="279566" y="240282"/>
                  </a:lnTo>
                  <a:lnTo>
                    <a:pt x="279294" y="240687"/>
                  </a:lnTo>
                  <a:lnTo>
                    <a:pt x="279052" y="241228"/>
                  </a:lnTo>
                  <a:lnTo>
                    <a:pt x="278869" y="241797"/>
                  </a:lnTo>
                  <a:lnTo>
                    <a:pt x="278793" y="242681"/>
                  </a:lnTo>
                  <a:lnTo>
                    <a:pt x="278802" y="242917"/>
                  </a:lnTo>
                  <a:lnTo>
                    <a:pt x="278585" y="243250"/>
                  </a:lnTo>
                  <a:lnTo>
                    <a:pt x="278405" y="243440"/>
                  </a:lnTo>
                  <a:lnTo>
                    <a:pt x="278131" y="243991"/>
                  </a:lnTo>
                  <a:lnTo>
                    <a:pt x="277996" y="244386"/>
                  </a:lnTo>
                  <a:lnTo>
                    <a:pt x="277738" y="244817"/>
                  </a:lnTo>
                  <a:lnTo>
                    <a:pt x="277572" y="245953"/>
                  </a:lnTo>
                  <a:lnTo>
                    <a:pt x="277697" y="246250"/>
                  </a:lnTo>
                  <a:lnTo>
                    <a:pt x="277615" y="246881"/>
                  </a:lnTo>
                  <a:lnTo>
                    <a:pt x="277639" y="247040"/>
                  </a:lnTo>
                  <a:lnTo>
                    <a:pt x="278332" y="248110"/>
                  </a:lnTo>
                  <a:lnTo>
                    <a:pt x="278579" y="248448"/>
                  </a:lnTo>
                  <a:lnTo>
                    <a:pt x="278385" y="248841"/>
                  </a:lnTo>
                  <a:lnTo>
                    <a:pt x="278121" y="248948"/>
                  </a:lnTo>
                  <a:lnTo>
                    <a:pt x="278267" y="249340"/>
                  </a:lnTo>
                  <a:lnTo>
                    <a:pt x="278509" y="249391"/>
                  </a:lnTo>
                  <a:lnTo>
                    <a:pt x="278682" y="249412"/>
                  </a:lnTo>
                  <a:lnTo>
                    <a:pt x="278950" y="249459"/>
                  </a:lnTo>
                  <a:lnTo>
                    <a:pt x="279113" y="250058"/>
                  </a:lnTo>
                  <a:lnTo>
                    <a:pt x="279023" y="250290"/>
                  </a:lnTo>
                  <a:lnTo>
                    <a:pt x="278939" y="250680"/>
                  </a:lnTo>
                  <a:lnTo>
                    <a:pt x="278997" y="250861"/>
                  </a:lnTo>
                  <a:lnTo>
                    <a:pt x="279073" y="251057"/>
                  </a:lnTo>
                  <a:lnTo>
                    <a:pt x="278842" y="251416"/>
                  </a:lnTo>
                  <a:lnTo>
                    <a:pt x="278705" y="251589"/>
                  </a:lnTo>
                  <a:lnTo>
                    <a:pt x="278651" y="251782"/>
                  </a:lnTo>
                  <a:lnTo>
                    <a:pt x="278901" y="251821"/>
                  </a:lnTo>
                  <a:lnTo>
                    <a:pt x="279182" y="251429"/>
                  </a:lnTo>
                  <a:lnTo>
                    <a:pt x="279285" y="251223"/>
                  </a:lnTo>
                  <a:lnTo>
                    <a:pt x="279982" y="251592"/>
                  </a:lnTo>
                  <a:lnTo>
                    <a:pt x="280381" y="251124"/>
                  </a:lnTo>
                  <a:lnTo>
                    <a:pt x="280526" y="251103"/>
                  </a:lnTo>
                  <a:lnTo>
                    <a:pt x="281140" y="251233"/>
                  </a:lnTo>
                  <a:lnTo>
                    <a:pt x="281487" y="251319"/>
                  </a:lnTo>
                  <a:lnTo>
                    <a:pt x="281799" y="251244"/>
                  </a:lnTo>
                  <a:lnTo>
                    <a:pt x="282711" y="250827"/>
                  </a:lnTo>
                  <a:lnTo>
                    <a:pt x="282852" y="250726"/>
                  </a:lnTo>
                  <a:lnTo>
                    <a:pt x="283189" y="250545"/>
                  </a:lnTo>
                  <a:lnTo>
                    <a:pt x="283842" y="250350"/>
                  </a:lnTo>
                  <a:lnTo>
                    <a:pt x="283832" y="250103"/>
                  </a:lnTo>
                  <a:lnTo>
                    <a:pt x="283651" y="248885"/>
                  </a:lnTo>
                  <a:lnTo>
                    <a:pt x="283830" y="248689"/>
                  </a:lnTo>
                  <a:lnTo>
                    <a:pt x="284188" y="248402"/>
                  </a:lnTo>
                  <a:lnTo>
                    <a:pt x="284175" y="248199"/>
                  </a:lnTo>
                  <a:lnTo>
                    <a:pt x="284047" y="247672"/>
                  </a:lnTo>
                  <a:lnTo>
                    <a:pt x="284213" y="247180"/>
                  </a:lnTo>
                  <a:lnTo>
                    <a:pt x="284128" y="246925"/>
                  </a:lnTo>
                  <a:lnTo>
                    <a:pt x="283981" y="246288"/>
                  </a:lnTo>
                  <a:lnTo>
                    <a:pt x="284163" y="245892"/>
                  </a:lnTo>
                  <a:lnTo>
                    <a:pt x="284523" y="245678"/>
                  </a:lnTo>
                  <a:lnTo>
                    <a:pt x="285208" y="245768"/>
                  </a:lnTo>
                  <a:lnTo>
                    <a:pt x="286194" y="245114"/>
                  </a:lnTo>
                  <a:lnTo>
                    <a:pt x="286965" y="244675"/>
                  </a:lnTo>
                  <a:lnTo>
                    <a:pt x="287525" y="244513"/>
                  </a:lnTo>
                  <a:lnTo>
                    <a:pt x="288282" y="244163"/>
                  </a:lnTo>
                  <a:lnTo>
                    <a:pt x="288265" y="243911"/>
                  </a:lnTo>
                  <a:lnTo>
                    <a:pt x="288413" y="243468"/>
                  </a:lnTo>
                  <a:lnTo>
                    <a:pt x="288550" y="243460"/>
                  </a:lnTo>
                  <a:lnTo>
                    <a:pt x="289148" y="242809"/>
                  </a:lnTo>
                  <a:lnTo>
                    <a:pt x="289135" y="242664"/>
                  </a:lnTo>
                  <a:lnTo>
                    <a:pt x="289132" y="242419"/>
                  </a:lnTo>
                  <a:lnTo>
                    <a:pt x="289258" y="242203"/>
                  </a:lnTo>
                  <a:lnTo>
                    <a:pt x="289348" y="242070"/>
                  </a:lnTo>
                  <a:lnTo>
                    <a:pt x="290233" y="241632"/>
                  </a:lnTo>
                  <a:lnTo>
                    <a:pt x="290631" y="241513"/>
                  </a:lnTo>
                  <a:lnTo>
                    <a:pt x="290864" y="240913"/>
                  </a:lnTo>
                  <a:lnTo>
                    <a:pt x="290930" y="240678"/>
                  </a:lnTo>
                  <a:lnTo>
                    <a:pt x="291143" y="240565"/>
                  </a:lnTo>
                  <a:lnTo>
                    <a:pt x="291462" y="240611"/>
                  </a:lnTo>
                  <a:lnTo>
                    <a:pt x="291784" y="241063"/>
                  </a:lnTo>
                  <a:lnTo>
                    <a:pt x="292154" y="241863"/>
                  </a:lnTo>
                  <a:lnTo>
                    <a:pt x="292320" y="242003"/>
                  </a:lnTo>
                  <a:lnTo>
                    <a:pt x="292998" y="242359"/>
                  </a:lnTo>
                  <a:lnTo>
                    <a:pt x="293097" y="242529"/>
                  </a:lnTo>
                  <a:lnTo>
                    <a:pt x="293305" y="242736"/>
                  </a:lnTo>
                  <a:lnTo>
                    <a:pt x="293881" y="242910"/>
                  </a:lnTo>
                  <a:lnTo>
                    <a:pt x="294023" y="242932"/>
                  </a:lnTo>
                  <a:lnTo>
                    <a:pt x="294702" y="242898"/>
                  </a:lnTo>
                  <a:lnTo>
                    <a:pt x="294924" y="242762"/>
                  </a:lnTo>
                  <a:lnTo>
                    <a:pt x="295324" y="242497"/>
                  </a:lnTo>
                  <a:lnTo>
                    <a:pt x="295470" y="242379"/>
                  </a:lnTo>
                  <a:lnTo>
                    <a:pt x="295514" y="241977"/>
                  </a:lnTo>
                  <a:lnTo>
                    <a:pt x="296044" y="241520"/>
                  </a:lnTo>
                  <a:lnTo>
                    <a:pt x="296282" y="241503"/>
                  </a:lnTo>
                  <a:lnTo>
                    <a:pt x="296776" y="241712"/>
                  </a:lnTo>
                  <a:lnTo>
                    <a:pt x="296753" y="241974"/>
                  </a:lnTo>
                  <a:lnTo>
                    <a:pt x="296834" y="242477"/>
                  </a:lnTo>
                  <a:lnTo>
                    <a:pt x="296973" y="242628"/>
                  </a:lnTo>
                  <a:lnTo>
                    <a:pt x="297400" y="242806"/>
                  </a:lnTo>
                  <a:lnTo>
                    <a:pt x="297712" y="242644"/>
                  </a:lnTo>
                  <a:lnTo>
                    <a:pt x="297893" y="242718"/>
                  </a:lnTo>
                  <a:lnTo>
                    <a:pt x="297619" y="243687"/>
                  </a:lnTo>
                  <a:lnTo>
                    <a:pt x="297623" y="243966"/>
                  </a:lnTo>
                  <a:lnTo>
                    <a:pt x="297666" y="244168"/>
                  </a:lnTo>
                  <a:lnTo>
                    <a:pt x="297649" y="244821"/>
                  </a:lnTo>
                  <a:lnTo>
                    <a:pt x="297501" y="245188"/>
                  </a:lnTo>
                  <a:lnTo>
                    <a:pt x="297441" y="245359"/>
                  </a:lnTo>
                  <a:lnTo>
                    <a:pt x="297373" y="245640"/>
                  </a:lnTo>
                  <a:lnTo>
                    <a:pt x="297393" y="245811"/>
                  </a:lnTo>
                  <a:lnTo>
                    <a:pt x="297618" y="246024"/>
                  </a:lnTo>
                  <a:lnTo>
                    <a:pt x="298300" y="246212"/>
                  </a:lnTo>
                  <a:lnTo>
                    <a:pt x="298819" y="246247"/>
                  </a:lnTo>
                  <a:lnTo>
                    <a:pt x="299028" y="246130"/>
                  </a:lnTo>
                  <a:lnTo>
                    <a:pt x="299428" y="246168"/>
                  </a:lnTo>
                  <a:lnTo>
                    <a:pt x="299617" y="246228"/>
                  </a:lnTo>
                  <a:lnTo>
                    <a:pt x="299506" y="246476"/>
                  </a:lnTo>
                  <a:lnTo>
                    <a:pt x="299590" y="246767"/>
                  </a:lnTo>
                  <a:lnTo>
                    <a:pt x="299452" y="247403"/>
                  </a:lnTo>
                  <a:lnTo>
                    <a:pt x="299151" y="248089"/>
                  </a:lnTo>
                  <a:lnTo>
                    <a:pt x="298629" y="248089"/>
                  </a:lnTo>
                  <a:lnTo>
                    <a:pt x="298449" y="248339"/>
                  </a:lnTo>
                  <a:lnTo>
                    <a:pt x="298228" y="248769"/>
                  </a:lnTo>
                  <a:lnTo>
                    <a:pt x="298373" y="249611"/>
                  </a:lnTo>
                  <a:lnTo>
                    <a:pt x="298489" y="249904"/>
                  </a:lnTo>
                  <a:lnTo>
                    <a:pt x="298835" y="250302"/>
                  </a:lnTo>
                  <a:lnTo>
                    <a:pt x="299225" y="250517"/>
                  </a:lnTo>
                  <a:lnTo>
                    <a:pt x="299204" y="251335"/>
                  </a:lnTo>
                  <a:lnTo>
                    <a:pt x="299049" y="251918"/>
                  </a:lnTo>
                  <a:lnTo>
                    <a:pt x="298823" y="252648"/>
                  </a:lnTo>
                  <a:lnTo>
                    <a:pt x="298901" y="252834"/>
                  </a:lnTo>
                  <a:lnTo>
                    <a:pt x="299140" y="253088"/>
                  </a:lnTo>
                  <a:lnTo>
                    <a:pt x="299301" y="253169"/>
                  </a:lnTo>
                  <a:lnTo>
                    <a:pt x="299257" y="253416"/>
                  </a:lnTo>
                  <a:lnTo>
                    <a:pt x="299025" y="253793"/>
                  </a:lnTo>
                  <a:lnTo>
                    <a:pt x="298959" y="254725"/>
                  </a:lnTo>
                  <a:lnTo>
                    <a:pt x="298962" y="255038"/>
                  </a:lnTo>
                  <a:lnTo>
                    <a:pt x="299175" y="255747"/>
                  </a:lnTo>
                  <a:lnTo>
                    <a:pt x="299551" y="255990"/>
                  </a:lnTo>
                  <a:lnTo>
                    <a:pt x="299860" y="256207"/>
                  </a:lnTo>
                  <a:lnTo>
                    <a:pt x="299965" y="256404"/>
                  </a:lnTo>
                  <a:lnTo>
                    <a:pt x="300169" y="256855"/>
                  </a:lnTo>
                  <a:lnTo>
                    <a:pt x="300308" y="257416"/>
                  </a:lnTo>
                  <a:lnTo>
                    <a:pt x="300231" y="258071"/>
                  </a:lnTo>
                  <a:lnTo>
                    <a:pt x="300030" y="258720"/>
                  </a:lnTo>
                  <a:lnTo>
                    <a:pt x="299780" y="258899"/>
                  </a:lnTo>
                  <a:lnTo>
                    <a:pt x="299344" y="259731"/>
                  </a:lnTo>
                  <a:lnTo>
                    <a:pt x="299298" y="260292"/>
                  </a:lnTo>
                  <a:lnTo>
                    <a:pt x="299362" y="260732"/>
                  </a:lnTo>
                  <a:lnTo>
                    <a:pt x="299122" y="260890"/>
                  </a:lnTo>
                  <a:lnTo>
                    <a:pt x="298939" y="260997"/>
                  </a:lnTo>
                  <a:lnTo>
                    <a:pt x="298739" y="261602"/>
                  </a:lnTo>
                  <a:lnTo>
                    <a:pt x="298693" y="261744"/>
                  </a:lnTo>
                  <a:lnTo>
                    <a:pt x="298055" y="262604"/>
                  </a:lnTo>
                  <a:lnTo>
                    <a:pt x="297977" y="263076"/>
                  </a:lnTo>
                  <a:lnTo>
                    <a:pt x="298211" y="263203"/>
                  </a:lnTo>
                  <a:lnTo>
                    <a:pt x="298368" y="263149"/>
                  </a:lnTo>
                  <a:lnTo>
                    <a:pt x="298635" y="263166"/>
                  </a:lnTo>
                  <a:lnTo>
                    <a:pt x="298729" y="263403"/>
                  </a:lnTo>
                  <a:lnTo>
                    <a:pt x="298750" y="263643"/>
                  </a:lnTo>
                  <a:lnTo>
                    <a:pt x="298866" y="264115"/>
                  </a:lnTo>
                  <a:lnTo>
                    <a:pt x="299459" y="263908"/>
                  </a:lnTo>
                  <a:lnTo>
                    <a:pt x="299609" y="263833"/>
                  </a:lnTo>
                  <a:lnTo>
                    <a:pt x="299653" y="263704"/>
                  </a:lnTo>
                  <a:lnTo>
                    <a:pt x="299812" y="263559"/>
                  </a:lnTo>
                  <a:lnTo>
                    <a:pt x="300513" y="263704"/>
                  </a:lnTo>
                  <a:lnTo>
                    <a:pt x="300643" y="263800"/>
                  </a:lnTo>
                  <a:lnTo>
                    <a:pt x="301123" y="263992"/>
                  </a:lnTo>
                  <a:lnTo>
                    <a:pt x="301582" y="264582"/>
                  </a:lnTo>
                  <a:lnTo>
                    <a:pt x="301689" y="264962"/>
                  </a:lnTo>
                  <a:lnTo>
                    <a:pt x="301711" y="265113"/>
                  </a:lnTo>
                  <a:lnTo>
                    <a:pt x="301951" y="265155"/>
                  </a:lnTo>
                  <a:lnTo>
                    <a:pt x="302498" y="264999"/>
                  </a:lnTo>
                  <a:lnTo>
                    <a:pt x="303098" y="264777"/>
                  </a:lnTo>
                  <a:lnTo>
                    <a:pt x="303307" y="265000"/>
                  </a:lnTo>
                  <a:lnTo>
                    <a:pt x="303671" y="265139"/>
                  </a:lnTo>
                  <a:lnTo>
                    <a:pt x="303947" y="264969"/>
                  </a:lnTo>
                  <a:lnTo>
                    <a:pt x="304044" y="264591"/>
                  </a:lnTo>
                  <a:lnTo>
                    <a:pt x="304342" y="263632"/>
                  </a:lnTo>
                  <a:lnTo>
                    <a:pt x="304466" y="263311"/>
                  </a:lnTo>
                  <a:lnTo>
                    <a:pt x="304626" y="262947"/>
                  </a:lnTo>
                  <a:lnTo>
                    <a:pt x="304920" y="262402"/>
                  </a:lnTo>
                  <a:lnTo>
                    <a:pt x="305488" y="262581"/>
                  </a:lnTo>
                  <a:lnTo>
                    <a:pt x="306344" y="262871"/>
                  </a:lnTo>
                  <a:lnTo>
                    <a:pt x="306810" y="262945"/>
                  </a:lnTo>
                  <a:lnTo>
                    <a:pt x="307010" y="262759"/>
                  </a:lnTo>
                  <a:lnTo>
                    <a:pt x="307116" y="261986"/>
                  </a:lnTo>
                  <a:lnTo>
                    <a:pt x="306833" y="261755"/>
                  </a:lnTo>
                  <a:lnTo>
                    <a:pt x="306779" y="261626"/>
                  </a:lnTo>
                  <a:lnTo>
                    <a:pt x="306936" y="261191"/>
                  </a:lnTo>
                  <a:lnTo>
                    <a:pt x="307042" y="261063"/>
                  </a:lnTo>
                  <a:lnTo>
                    <a:pt x="307240" y="260788"/>
                  </a:lnTo>
                  <a:lnTo>
                    <a:pt x="307438" y="260445"/>
                  </a:lnTo>
                  <a:lnTo>
                    <a:pt x="307552" y="260094"/>
                  </a:lnTo>
                  <a:lnTo>
                    <a:pt x="307745" y="259619"/>
                  </a:lnTo>
                  <a:lnTo>
                    <a:pt x="307967" y="259325"/>
                  </a:lnTo>
                  <a:lnTo>
                    <a:pt x="308425" y="258740"/>
                  </a:lnTo>
                  <a:lnTo>
                    <a:pt x="308567" y="258492"/>
                  </a:lnTo>
                  <a:lnTo>
                    <a:pt x="309114" y="258178"/>
                  </a:lnTo>
                  <a:lnTo>
                    <a:pt x="309777" y="257953"/>
                  </a:lnTo>
                  <a:lnTo>
                    <a:pt x="310175" y="258019"/>
                  </a:lnTo>
                  <a:lnTo>
                    <a:pt x="310403" y="258196"/>
                  </a:lnTo>
                  <a:lnTo>
                    <a:pt x="310535" y="258286"/>
                  </a:lnTo>
                  <a:lnTo>
                    <a:pt x="310741" y="258414"/>
                  </a:lnTo>
                  <a:lnTo>
                    <a:pt x="310961" y="258503"/>
                  </a:lnTo>
                  <a:lnTo>
                    <a:pt x="311259" y="258490"/>
                  </a:lnTo>
                  <a:lnTo>
                    <a:pt x="312273" y="258139"/>
                  </a:lnTo>
                  <a:lnTo>
                    <a:pt x="312651" y="257828"/>
                  </a:lnTo>
                  <a:lnTo>
                    <a:pt x="313126" y="257777"/>
                  </a:lnTo>
                  <a:lnTo>
                    <a:pt x="313223" y="258217"/>
                  </a:lnTo>
                  <a:lnTo>
                    <a:pt x="313944" y="258563"/>
                  </a:lnTo>
                  <a:lnTo>
                    <a:pt x="314090" y="258625"/>
                  </a:lnTo>
                  <a:lnTo>
                    <a:pt x="314422" y="258641"/>
                  </a:lnTo>
                  <a:lnTo>
                    <a:pt x="314755" y="258553"/>
                  </a:lnTo>
                  <a:lnTo>
                    <a:pt x="315358" y="258368"/>
                  </a:lnTo>
                  <a:lnTo>
                    <a:pt x="315727" y="258388"/>
                  </a:lnTo>
                  <a:lnTo>
                    <a:pt x="315778" y="258542"/>
                  </a:lnTo>
                  <a:lnTo>
                    <a:pt x="316599" y="258522"/>
                  </a:lnTo>
                  <a:lnTo>
                    <a:pt x="316714" y="258784"/>
                  </a:lnTo>
                  <a:lnTo>
                    <a:pt x="316829" y="259203"/>
                  </a:lnTo>
                  <a:lnTo>
                    <a:pt x="316969" y="259360"/>
                  </a:lnTo>
                  <a:lnTo>
                    <a:pt x="317021" y="259631"/>
                  </a:lnTo>
                  <a:lnTo>
                    <a:pt x="317199" y="259587"/>
                  </a:lnTo>
                  <a:lnTo>
                    <a:pt x="318076" y="258933"/>
                  </a:lnTo>
                  <a:lnTo>
                    <a:pt x="318844" y="258993"/>
                  </a:lnTo>
                  <a:lnTo>
                    <a:pt x="319197" y="259358"/>
                  </a:lnTo>
                  <a:lnTo>
                    <a:pt x="319538" y="259357"/>
                  </a:lnTo>
                  <a:lnTo>
                    <a:pt x="319749" y="259322"/>
                  </a:lnTo>
                  <a:lnTo>
                    <a:pt x="320040" y="258790"/>
                  </a:lnTo>
                  <a:lnTo>
                    <a:pt x="320719" y="258979"/>
                  </a:lnTo>
                  <a:lnTo>
                    <a:pt x="321348" y="259207"/>
                  </a:lnTo>
                  <a:lnTo>
                    <a:pt x="321579" y="259164"/>
                  </a:lnTo>
                  <a:lnTo>
                    <a:pt x="322257" y="259449"/>
                  </a:lnTo>
                  <a:lnTo>
                    <a:pt x="322807" y="260091"/>
                  </a:lnTo>
                  <a:lnTo>
                    <a:pt x="323190" y="260360"/>
                  </a:lnTo>
                  <a:lnTo>
                    <a:pt x="322916" y="260698"/>
                  </a:lnTo>
                  <a:lnTo>
                    <a:pt x="322490" y="260787"/>
                  </a:lnTo>
                  <a:lnTo>
                    <a:pt x="321972" y="260755"/>
                  </a:lnTo>
                  <a:lnTo>
                    <a:pt x="321840" y="260865"/>
                  </a:lnTo>
                  <a:lnTo>
                    <a:pt x="321144" y="260987"/>
                  </a:lnTo>
                  <a:lnTo>
                    <a:pt x="320945" y="261040"/>
                  </a:lnTo>
                  <a:lnTo>
                    <a:pt x="320526" y="261323"/>
                  </a:lnTo>
                  <a:lnTo>
                    <a:pt x="320309" y="262196"/>
                  </a:lnTo>
                  <a:lnTo>
                    <a:pt x="320278" y="262398"/>
                  </a:lnTo>
                  <a:lnTo>
                    <a:pt x="320170" y="262590"/>
                  </a:lnTo>
                  <a:lnTo>
                    <a:pt x="319768" y="262808"/>
                  </a:lnTo>
                  <a:lnTo>
                    <a:pt x="319597" y="263260"/>
                  </a:lnTo>
                  <a:lnTo>
                    <a:pt x="319829" y="263562"/>
                  </a:lnTo>
                  <a:lnTo>
                    <a:pt x="319931" y="264131"/>
                  </a:lnTo>
                  <a:lnTo>
                    <a:pt x="320108" y="264933"/>
                  </a:lnTo>
                  <a:lnTo>
                    <a:pt x="319846" y="265074"/>
                  </a:lnTo>
                  <a:lnTo>
                    <a:pt x="319577" y="265100"/>
                  </a:lnTo>
                  <a:lnTo>
                    <a:pt x="319383" y="265260"/>
                  </a:lnTo>
                  <a:lnTo>
                    <a:pt x="319151" y="265653"/>
                  </a:lnTo>
                  <a:lnTo>
                    <a:pt x="319180" y="265825"/>
                  </a:lnTo>
                  <a:lnTo>
                    <a:pt x="319574" y="266466"/>
                  </a:lnTo>
                  <a:lnTo>
                    <a:pt x="319546" y="266794"/>
                  </a:lnTo>
                  <a:lnTo>
                    <a:pt x="319461" y="267153"/>
                  </a:lnTo>
                  <a:lnTo>
                    <a:pt x="319602" y="267390"/>
                  </a:lnTo>
                  <a:lnTo>
                    <a:pt x="319738" y="267475"/>
                  </a:lnTo>
                  <a:lnTo>
                    <a:pt x="320007" y="267500"/>
                  </a:lnTo>
                  <a:lnTo>
                    <a:pt x="320189" y="267601"/>
                  </a:lnTo>
                  <a:lnTo>
                    <a:pt x="320356" y="267836"/>
                  </a:lnTo>
                  <a:lnTo>
                    <a:pt x="320663" y="268074"/>
                  </a:lnTo>
                  <a:lnTo>
                    <a:pt x="320990" y="268126"/>
                  </a:lnTo>
                  <a:lnTo>
                    <a:pt x="321215" y="268402"/>
                  </a:lnTo>
                  <a:lnTo>
                    <a:pt x="321337" y="268808"/>
                  </a:lnTo>
                  <a:lnTo>
                    <a:pt x="321339" y="269096"/>
                  </a:lnTo>
                  <a:lnTo>
                    <a:pt x="322179" y="269622"/>
                  </a:lnTo>
                  <a:lnTo>
                    <a:pt x="322505" y="270299"/>
                  </a:lnTo>
                  <a:lnTo>
                    <a:pt x="322532" y="270497"/>
                  </a:lnTo>
                  <a:lnTo>
                    <a:pt x="322547" y="271001"/>
                  </a:lnTo>
                  <a:lnTo>
                    <a:pt x="322413" y="271542"/>
                  </a:lnTo>
                  <a:lnTo>
                    <a:pt x="322602" y="271827"/>
                  </a:lnTo>
                  <a:lnTo>
                    <a:pt x="322343" y="272103"/>
                  </a:lnTo>
                  <a:lnTo>
                    <a:pt x="321909" y="272323"/>
                  </a:lnTo>
                  <a:lnTo>
                    <a:pt x="321624" y="272805"/>
                  </a:lnTo>
                  <a:lnTo>
                    <a:pt x="321569" y="273012"/>
                  </a:lnTo>
                  <a:lnTo>
                    <a:pt x="321537" y="273215"/>
                  </a:lnTo>
                  <a:lnTo>
                    <a:pt x="321665" y="273755"/>
                  </a:lnTo>
                  <a:lnTo>
                    <a:pt x="322075" y="274052"/>
                  </a:lnTo>
                  <a:lnTo>
                    <a:pt x="322187" y="274188"/>
                  </a:lnTo>
                  <a:lnTo>
                    <a:pt x="322398" y="274525"/>
                  </a:lnTo>
                  <a:lnTo>
                    <a:pt x="322753" y="274563"/>
                  </a:lnTo>
                  <a:lnTo>
                    <a:pt x="323254" y="274897"/>
                  </a:lnTo>
                  <a:lnTo>
                    <a:pt x="323491" y="275333"/>
                  </a:lnTo>
                  <a:lnTo>
                    <a:pt x="323894" y="276119"/>
                  </a:lnTo>
                  <a:lnTo>
                    <a:pt x="324003" y="276387"/>
                  </a:lnTo>
                  <a:lnTo>
                    <a:pt x="323995" y="276584"/>
                  </a:lnTo>
                  <a:lnTo>
                    <a:pt x="323923" y="276831"/>
                  </a:lnTo>
                  <a:lnTo>
                    <a:pt x="324017" y="277159"/>
                  </a:lnTo>
                  <a:lnTo>
                    <a:pt x="324515" y="277320"/>
                  </a:lnTo>
                  <a:lnTo>
                    <a:pt x="324830" y="277592"/>
                  </a:lnTo>
                  <a:lnTo>
                    <a:pt x="324877" y="278276"/>
                  </a:lnTo>
                  <a:lnTo>
                    <a:pt x="324871" y="278494"/>
                  </a:lnTo>
                  <a:lnTo>
                    <a:pt x="324435" y="280101"/>
                  </a:lnTo>
                  <a:lnTo>
                    <a:pt x="324208" y="280359"/>
                  </a:lnTo>
                  <a:lnTo>
                    <a:pt x="324198" y="280638"/>
                  </a:lnTo>
                  <a:lnTo>
                    <a:pt x="324132" y="280805"/>
                  </a:lnTo>
                  <a:lnTo>
                    <a:pt x="323860" y="280891"/>
                  </a:lnTo>
                  <a:lnTo>
                    <a:pt x="323576" y="281161"/>
                  </a:lnTo>
                  <a:lnTo>
                    <a:pt x="323546" y="281448"/>
                  </a:lnTo>
                  <a:lnTo>
                    <a:pt x="323579" y="281634"/>
                  </a:lnTo>
                  <a:lnTo>
                    <a:pt x="323148" y="281906"/>
                  </a:lnTo>
                  <a:lnTo>
                    <a:pt x="322863" y="281969"/>
                  </a:lnTo>
                  <a:lnTo>
                    <a:pt x="322590" y="282357"/>
                  </a:lnTo>
                  <a:lnTo>
                    <a:pt x="322523" y="282531"/>
                  </a:lnTo>
                  <a:lnTo>
                    <a:pt x="322042" y="282614"/>
                  </a:lnTo>
                  <a:lnTo>
                    <a:pt x="321849" y="282771"/>
                  </a:lnTo>
                  <a:lnTo>
                    <a:pt x="321794" y="283103"/>
                  </a:lnTo>
                  <a:lnTo>
                    <a:pt x="321793" y="283331"/>
                  </a:lnTo>
                  <a:lnTo>
                    <a:pt x="321792" y="283617"/>
                  </a:lnTo>
                  <a:lnTo>
                    <a:pt x="321401" y="283870"/>
                  </a:lnTo>
                  <a:lnTo>
                    <a:pt x="321060" y="283602"/>
                  </a:lnTo>
                  <a:lnTo>
                    <a:pt x="320754" y="283371"/>
                  </a:lnTo>
                  <a:lnTo>
                    <a:pt x="320210" y="284067"/>
                  </a:lnTo>
                  <a:lnTo>
                    <a:pt x="319713" y="284431"/>
                  </a:lnTo>
                  <a:lnTo>
                    <a:pt x="319721" y="285034"/>
                  </a:lnTo>
                  <a:lnTo>
                    <a:pt x="319398" y="284894"/>
                  </a:lnTo>
                  <a:lnTo>
                    <a:pt x="318782" y="284974"/>
                  </a:lnTo>
                  <a:lnTo>
                    <a:pt x="318498" y="285450"/>
                  </a:lnTo>
                  <a:lnTo>
                    <a:pt x="317846" y="285479"/>
                  </a:lnTo>
                  <a:lnTo>
                    <a:pt x="317660" y="285424"/>
                  </a:lnTo>
                  <a:lnTo>
                    <a:pt x="316960" y="285297"/>
                  </a:lnTo>
                  <a:lnTo>
                    <a:pt x="316948" y="285818"/>
                  </a:lnTo>
                  <a:lnTo>
                    <a:pt x="316900" y="286624"/>
                  </a:lnTo>
                  <a:lnTo>
                    <a:pt x="316705" y="287478"/>
                  </a:lnTo>
                  <a:lnTo>
                    <a:pt x="316804" y="287830"/>
                  </a:lnTo>
                  <a:lnTo>
                    <a:pt x="317496" y="288364"/>
                  </a:lnTo>
                  <a:lnTo>
                    <a:pt x="317466" y="288597"/>
                  </a:lnTo>
                  <a:lnTo>
                    <a:pt x="317251" y="289617"/>
                  </a:lnTo>
                  <a:lnTo>
                    <a:pt x="317062" y="290144"/>
                  </a:lnTo>
                  <a:lnTo>
                    <a:pt x="317052" y="290918"/>
                  </a:lnTo>
                  <a:lnTo>
                    <a:pt x="317281" y="291603"/>
                  </a:lnTo>
                  <a:lnTo>
                    <a:pt x="317683" y="292646"/>
                  </a:lnTo>
                  <a:lnTo>
                    <a:pt x="317968" y="292942"/>
                  </a:lnTo>
                  <a:lnTo>
                    <a:pt x="318238" y="293934"/>
                  </a:lnTo>
                  <a:lnTo>
                    <a:pt x="318528" y="294133"/>
                  </a:lnTo>
                  <a:lnTo>
                    <a:pt x="318835" y="294326"/>
                  </a:lnTo>
                  <a:lnTo>
                    <a:pt x="318868" y="294559"/>
                  </a:lnTo>
                  <a:lnTo>
                    <a:pt x="318845" y="295543"/>
                  </a:lnTo>
                  <a:lnTo>
                    <a:pt x="318844" y="295670"/>
                  </a:lnTo>
                  <a:lnTo>
                    <a:pt x="319180" y="296238"/>
                  </a:lnTo>
                  <a:lnTo>
                    <a:pt x="319533" y="296701"/>
                  </a:lnTo>
                  <a:lnTo>
                    <a:pt x="319689" y="296838"/>
                  </a:lnTo>
                  <a:lnTo>
                    <a:pt x="319730" y="297104"/>
                  </a:lnTo>
                  <a:lnTo>
                    <a:pt x="319590" y="297221"/>
                  </a:lnTo>
                  <a:lnTo>
                    <a:pt x="319422" y="297290"/>
                  </a:lnTo>
                  <a:lnTo>
                    <a:pt x="319261" y="297475"/>
                  </a:lnTo>
                  <a:lnTo>
                    <a:pt x="318947" y="297893"/>
                  </a:lnTo>
                  <a:lnTo>
                    <a:pt x="318910" y="298420"/>
                  </a:lnTo>
                  <a:lnTo>
                    <a:pt x="318486" y="298970"/>
                  </a:lnTo>
                  <a:lnTo>
                    <a:pt x="318010" y="298800"/>
                  </a:lnTo>
                  <a:lnTo>
                    <a:pt x="317870" y="298793"/>
                  </a:lnTo>
                  <a:lnTo>
                    <a:pt x="317331" y="299052"/>
                  </a:lnTo>
                  <a:lnTo>
                    <a:pt x="317075" y="299269"/>
                  </a:lnTo>
                  <a:lnTo>
                    <a:pt x="316630" y="299118"/>
                  </a:lnTo>
                  <a:lnTo>
                    <a:pt x="316527" y="298850"/>
                  </a:lnTo>
                  <a:lnTo>
                    <a:pt x="315983" y="298875"/>
                  </a:lnTo>
                  <a:lnTo>
                    <a:pt x="315878" y="299238"/>
                  </a:lnTo>
                  <a:lnTo>
                    <a:pt x="315847" y="299378"/>
                  </a:lnTo>
                  <a:lnTo>
                    <a:pt x="316049" y="299586"/>
                  </a:lnTo>
                  <a:lnTo>
                    <a:pt x="316137" y="299777"/>
                  </a:lnTo>
                  <a:lnTo>
                    <a:pt x="316167" y="299988"/>
                  </a:lnTo>
                  <a:lnTo>
                    <a:pt x="316147" y="300219"/>
                  </a:lnTo>
                  <a:lnTo>
                    <a:pt x="315944" y="300610"/>
                  </a:lnTo>
                  <a:lnTo>
                    <a:pt x="315669" y="300891"/>
                  </a:lnTo>
                  <a:lnTo>
                    <a:pt x="315386" y="300658"/>
                  </a:lnTo>
                  <a:lnTo>
                    <a:pt x="315225" y="300572"/>
                  </a:lnTo>
                  <a:lnTo>
                    <a:pt x="314796" y="300492"/>
                  </a:lnTo>
                  <a:lnTo>
                    <a:pt x="314647" y="300554"/>
                  </a:lnTo>
                  <a:lnTo>
                    <a:pt x="314574" y="300736"/>
                  </a:lnTo>
                  <a:lnTo>
                    <a:pt x="314223" y="301767"/>
                  </a:lnTo>
                  <a:lnTo>
                    <a:pt x="314502" y="302298"/>
                  </a:lnTo>
                  <a:lnTo>
                    <a:pt x="314718" y="302504"/>
                  </a:lnTo>
                  <a:lnTo>
                    <a:pt x="314696" y="302670"/>
                  </a:lnTo>
                  <a:lnTo>
                    <a:pt x="314603" y="303177"/>
                  </a:lnTo>
                  <a:lnTo>
                    <a:pt x="314677" y="303740"/>
                  </a:lnTo>
                  <a:lnTo>
                    <a:pt x="314770" y="304258"/>
                  </a:lnTo>
                  <a:lnTo>
                    <a:pt x="314768" y="304390"/>
                  </a:lnTo>
                  <a:lnTo>
                    <a:pt x="314518" y="304544"/>
                  </a:lnTo>
                  <a:lnTo>
                    <a:pt x="314347" y="304536"/>
                  </a:lnTo>
                  <a:lnTo>
                    <a:pt x="313821" y="305267"/>
                  </a:lnTo>
                  <a:lnTo>
                    <a:pt x="313457" y="305287"/>
                  </a:lnTo>
                  <a:lnTo>
                    <a:pt x="313328" y="305407"/>
                  </a:lnTo>
                  <a:lnTo>
                    <a:pt x="312512" y="305464"/>
                  </a:lnTo>
                  <a:lnTo>
                    <a:pt x="311975" y="305319"/>
                  </a:lnTo>
                  <a:lnTo>
                    <a:pt x="311618" y="305279"/>
                  </a:lnTo>
                  <a:lnTo>
                    <a:pt x="311293" y="304977"/>
                  </a:lnTo>
                  <a:lnTo>
                    <a:pt x="310840" y="304938"/>
                  </a:lnTo>
                  <a:lnTo>
                    <a:pt x="310375" y="304824"/>
                  </a:lnTo>
                  <a:lnTo>
                    <a:pt x="310069" y="304391"/>
                  </a:lnTo>
                  <a:lnTo>
                    <a:pt x="309946" y="304113"/>
                  </a:lnTo>
                  <a:lnTo>
                    <a:pt x="309492" y="304103"/>
                  </a:lnTo>
                  <a:lnTo>
                    <a:pt x="309303" y="304153"/>
                  </a:lnTo>
                  <a:lnTo>
                    <a:pt x="309205" y="304580"/>
                  </a:lnTo>
                  <a:lnTo>
                    <a:pt x="309250" y="304788"/>
                  </a:lnTo>
                  <a:lnTo>
                    <a:pt x="309027" y="305160"/>
                  </a:lnTo>
                  <a:lnTo>
                    <a:pt x="308830" y="305004"/>
                  </a:lnTo>
                  <a:lnTo>
                    <a:pt x="308286" y="304571"/>
                  </a:lnTo>
                  <a:lnTo>
                    <a:pt x="307902" y="304253"/>
                  </a:lnTo>
                  <a:lnTo>
                    <a:pt x="307693" y="304272"/>
                  </a:lnTo>
                  <a:lnTo>
                    <a:pt x="307502" y="304318"/>
                  </a:lnTo>
                  <a:lnTo>
                    <a:pt x="307476" y="304500"/>
                  </a:lnTo>
                  <a:lnTo>
                    <a:pt x="307477" y="304656"/>
                  </a:lnTo>
                  <a:lnTo>
                    <a:pt x="307473" y="304828"/>
                  </a:lnTo>
                  <a:lnTo>
                    <a:pt x="307263" y="305396"/>
                  </a:lnTo>
                  <a:lnTo>
                    <a:pt x="306820" y="306374"/>
                  </a:lnTo>
                  <a:lnTo>
                    <a:pt x="306367" y="306565"/>
                  </a:lnTo>
                  <a:lnTo>
                    <a:pt x="306374" y="307248"/>
                  </a:lnTo>
                  <a:lnTo>
                    <a:pt x="306361" y="307728"/>
                  </a:lnTo>
                  <a:lnTo>
                    <a:pt x="306371" y="308577"/>
                  </a:lnTo>
                  <a:lnTo>
                    <a:pt x="306423" y="308787"/>
                  </a:lnTo>
                  <a:lnTo>
                    <a:pt x="306158" y="309000"/>
                  </a:lnTo>
                  <a:lnTo>
                    <a:pt x="306020" y="308992"/>
                  </a:lnTo>
                  <a:lnTo>
                    <a:pt x="305917" y="309254"/>
                  </a:lnTo>
                  <a:lnTo>
                    <a:pt x="306219" y="309644"/>
                  </a:lnTo>
                  <a:lnTo>
                    <a:pt x="306587" y="309722"/>
                  </a:lnTo>
                  <a:lnTo>
                    <a:pt x="306969" y="310116"/>
                  </a:lnTo>
                  <a:lnTo>
                    <a:pt x="307173" y="309750"/>
                  </a:lnTo>
                  <a:lnTo>
                    <a:pt x="307430" y="309777"/>
                  </a:lnTo>
                  <a:lnTo>
                    <a:pt x="307846" y="309835"/>
                  </a:lnTo>
                  <a:lnTo>
                    <a:pt x="307993" y="309921"/>
                  </a:lnTo>
                  <a:lnTo>
                    <a:pt x="307838" y="310848"/>
                  </a:lnTo>
                  <a:lnTo>
                    <a:pt x="307468" y="310965"/>
                  </a:lnTo>
                  <a:lnTo>
                    <a:pt x="307207" y="311033"/>
                  </a:lnTo>
                  <a:lnTo>
                    <a:pt x="306943" y="311053"/>
                  </a:lnTo>
                  <a:lnTo>
                    <a:pt x="306839" y="311236"/>
                  </a:lnTo>
                  <a:lnTo>
                    <a:pt x="306738" y="311612"/>
                  </a:lnTo>
                  <a:lnTo>
                    <a:pt x="306734" y="311852"/>
                  </a:lnTo>
                  <a:lnTo>
                    <a:pt x="306531" y="312009"/>
                  </a:lnTo>
                  <a:lnTo>
                    <a:pt x="306223" y="311958"/>
                  </a:lnTo>
                  <a:lnTo>
                    <a:pt x="305954" y="312442"/>
                  </a:lnTo>
                  <a:lnTo>
                    <a:pt x="305789" y="312866"/>
                  </a:lnTo>
                  <a:lnTo>
                    <a:pt x="305757" y="313303"/>
                  </a:lnTo>
                  <a:lnTo>
                    <a:pt x="305887" y="313443"/>
                  </a:lnTo>
                  <a:lnTo>
                    <a:pt x="305826" y="313753"/>
                  </a:lnTo>
                  <a:lnTo>
                    <a:pt x="305272" y="313704"/>
                  </a:lnTo>
                  <a:lnTo>
                    <a:pt x="304915" y="313593"/>
                  </a:lnTo>
                  <a:lnTo>
                    <a:pt x="303942" y="313868"/>
                  </a:lnTo>
                  <a:lnTo>
                    <a:pt x="303782" y="313959"/>
                  </a:lnTo>
                  <a:lnTo>
                    <a:pt x="303627" y="314035"/>
                  </a:lnTo>
                  <a:lnTo>
                    <a:pt x="303192" y="313647"/>
                  </a:lnTo>
                  <a:lnTo>
                    <a:pt x="303047" y="313661"/>
                  </a:lnTo>
                  <a:lnTo>
                    <a:pt x="302835" y="313872"/>
                  </a:lnTo>
                  <a:lnTo>
                    <a:pt x="302623" y="314085"/>
                  </a:lnTo>
                  <a:lnTo>
                    <a:pt x="302311" y="314227"/>
                  </a:lnTo>
                  <a:lnTo>
                    <a:pt x="301579" y="314392"/>
                  </a:lnTo>
                  <a:lnTo>
                    <a:pt x="301266" y="314274"/>
                  </a:lnTo>
                  <a:lnTo>
                    <a:pt x="300982" y="314217"/>
                  </a:lnTo>
                  <a:lnTo>
                    <a:pt x="300320" y="314363"/>
                  </a:lnTo>
                  <a:lnTo>
                    <a:pt x="300273" y="315153"/>
                  </a:lnTo>
                  <a:lnTo>
                    <a:pt x="300295" y="315613"/>
                  </a:lnTo>
                  <a:lnTo>
                    <a:pt x="300391" y="316016"/>
                  </a:lnTo>
                  <a:lnTo>
                    <a:pt x="300421" y="316310"/>
                  </a:lnTo>
                  <a:lnTo>
                    <a:pt x="300468" y="317277"/>
                  </a:lnTo>
                  <a:lnTo>
                    <a:pt x="300435" y="317493"/>
                  </a:lnTo>
                  <a:lnTo>
                    <a:pt x="300063" y="317687"/>
                  </a:lnTo>
                  <a:lnTo>
                    <a:pt x="300027" y="317881"/>
                  </a:lnTo>
                  <a:lnTo>
                    <a:pt x="299928" y="318404"/>
                  </a:lnTo>
                  <a:lnTo>
                    <a:pt x="299939" y="318633"/>
                  </a:lnTo>
                  <a:lnTo>
                    <a:pt x="299692" y="319346"/>
                  </a:lnTo>
                  <a:lnTo>
                    <a:pt x="299537" y="319620"/>
                  </a:lnTo>
                  <a:lnTo>
                    <a:pt x="299414" y="319856"/>
                  </a:lnTo>
                  <a:lnTo>
                    <a:pt x="299364" y="319991"/>
                  </a:lnTo>
                  <a:lnTo>
                    <a:pt x="299319" y="320127"/>
                  </a:lnTo>
                  <a:lnTo>
                    <a:pt x="299253" y="320330"/>
                  </a:lnTo>
                  <a:lnTo>
                    <a:pt x="299194" y="320488"/>
                  </a:lnTo>
                  <a:lnTo>
                    <a:pt x="298936" y="320531"/>
                  </a:lnTo>
                  <a:lnTo>
                    <a:pt x="298651" y="320853"/>
                  </a:lnTo>
                  <a:lnTo>
                    <a:pt x="298536" y="321074"/>
                  </a:lnTo>
                  <a:lnTo>
                    <a:pt x="298272" y="321444"/>
                  </a:lnTo>
                  <a:lnTo>
                    <a:pt x="298019" y="321486"/>
                  </a:lnTo>
                  <a:lnTo>
                    <a:pt x="297921" y="321753"/>
                  </a:lnTo>
                  <a:lnTo>
                    <a:pt x="297883" y="321952"/>
                  </a:lnTo>
                  <a:lnTo>
                    <a:pt x="297655" y="322112"/>
                  </a:lnTo>
                  <a:lnTo>
                    <a:pt x="297387" y="322068"/>
                  </a:lnTo>
                  <a:lnTo>
                    <a:pt x="297158" y="322030"/>
                  </a:lnTo>
                  <a:lnTo>
                    <a:pt x="296807" y="322001"/>
                  </a:lnTo>
                  <a:lnTo>
                    <a:pt x="296550" y="322082"/>
                  </a:lnTo>
                  <a:lnTo>
                    <a:pt x="296573" y="322581"/>
                  </a:lnTo>
                  <a:lnTo>
                    <a:pt x="296463" y="322777"/>
                  </a:lnTo>
                  <a:lnTo>
                    <a:pt x="296297" y="323033"/>
                  </a:lnTo>
                  <a:lnTo>
                    <a:pt x="296364" y="323322"/>
                  </a:lnTo>
                  <a:lnTo>
                    <a:pt x="296356" y="323574"/>
                  </a:lnTo>
                  <a:lnTo>
                    <a:pt x="296224" y="323820"/>
                  </a:lnTo>
                  <a:lnTo>
                    <a:pt x="296206" y="324001"/>
                  </a:lnTo>
                  <a:lnTo>
                    <a:pt x="296205" y="324228"/>
                  </a:lnTo>
                  <a:lnTo>
                    <a:pt x="296087" y="324799"/>
                  </a:lnTo>
                  <a:lnTo>
                    <a:pt x="295997" y="324943"/>
                  </a:lnTo>
                  <a:lnTo>
                    <a:pt x="296115" y="325576"/>
                  </a:lnTo>
                  <a:lnTo>
                    <a:pt x="296294" y="325803"/>
                  </a:lnTo>
                  <a:lnTo>
                    <a:pt x="296273" y="326165"/>
                  </a:lnTo>
                  <a:lnTo>
                    <a:pt x="295966" y="326610"/>
                  </a:lnTo>
                  <a:lnTo>
                    <a:pt x="295816" y="326699"/>
                  </a:lnTo>
                  <a:lnTo>
                    <a:pt x="295613" y="326942"/>
                  </a:lnTo>
                  <a:lnTo>
                    <a:pt x="295568" y="327210"/>
                  </a:lnTo>
                  <a:lnTo>
                    <a:pt x="295517" y="327481"/>
                  </a:lnTo>
                  <a:lnTo>
                    <a:pt x="295417" y="327653"/>
                  </a:lnTo>
                  <a:lnTo>
                    <a:pt x="295223" y="327793"/>
                  </a:lnTo>
                  <a:lnTo>
                    <a:pt x="295085" y="328207"/>
                  </a:lnTo>
                  <a:lnTo>
                    <a:pt x="294980" y="328876"/>
                  </a:lnTo>
                  <a:lnTo>
                    <a:pt x="294991" y="329003"/>
                  </a:lnTo>
                  <a:lnTo>
                    <a:pt x="295236" y="329230"/>
                  </a:lnTo>
                  <a:lnTo>
                    <a:pt x="295369" y="329299"/>
                  </a:lnTo>
                  <a:lnTo>
                    <a:pt x="295718" y="329602"/>
                  </a:lnTo>
                  <a:lnTo>
                    <a:pt x="295406" y="330118"/>
                  </a:lnTo>
                  <a:lnTo>
                    <a:pt x="295152" y="330342"/>
                  </a:lnTo>
                  <a:lnTo>
                    <a:pt x="295025" y="330474"/>
                  </a:lnTo>
                  <a:lnTo>
                    <a:pt x="294906" y="330645"/>
                  </a:lnTo>
                  <a:lnTo>
                    <a:pt x="294586" y="330780"/>
                  </a:lnTo>
                  <a:lnTo>
                    <a:pt x="294589" y="330975"/>
                  </a:lnTo>
                  <a:lnTo>
                    <a:pt x="294580" y="331213"/>
                  </a:lnTo>
                  <a:lnTo>
                    <a:pt x="294431" y="331554"/>
                  </a:lnTo>
                  <a:lnTo>
                    <a:pt x="294479" y="331684"/>
                  </a:lnTo>
                  <a:lnTo>
                    <a:pt x="294562" y="331813"/>
                  </a:lnTo>
                  <a:lnTo>
                    <a:pt x="294709" y="331818"/>
                  </a:lnTo>
                  <a:lnTo>
                    <a:pt x="294929" y="331626"/>
                  </a:lnTo>
                  <a:lnTo>
                    <a:pt x="295421" y="332015"/>
                  </a:lnTo>
                  <a:lnTo>
                    <a:pt x="295414" y="332308"/>
                  </a:lnTo>
                  <a:lnTo>
                    <a:pt x="295348" y="332713"/>
                  </a:lnTo>
                  <a:lnTo>
                    <a:pt x="295095" y="333062"/>
                  </a:lnTo>
                  <a:lnTo>
                    <a:pt x="295373" y="333464"/>
                  </a:lnTo>
                  <a:lnTo>
                    <a:pt x="295490" y="333608"/>
                  </a:lnTo>
                  <a:lnTo>
                    <a:pt x="295626" y="333810"/>
                  </a:lnTo>
                  <a:lnTo>
                    <a:pt x="295615" y="334155"/>
                  </a:lnTo>
                  <a:lnTo>
                    <a:pt x="295670" y="334305"/>
                  </a:lnTo>
                  <a:lnTo>
                    <a:pt x="295801" y="334343"/>
                  </a:lnTo>
                  <a:lnTo>
                    <a:pt x="295947" y="334396"/>
                  </a:lnTo>
                  <a:lnTo>
                    <a:pt x="296102" y="334463"/>
                  </a:lnTo>
                  <a:lnTo>
                    <a:pt x="296028" y="334758"/>
                  </a:lnTo>
                  <a:lnTo>
                    <a:pt x="295964" y="334992"/>
                  </a:lnTo>
                  <a:lnTo>
                    <a:pt x="295952" y="335128"/>
                  </a:lnTo>
                  <a:lnTo>
                    <a:pt x="295943" y="335556"/>
                  </a:lnTo>
                  <a:lnTo>
                    <a:pt x="295953" y="335897"/>
                  </a:lnTo>
                  <a:lnTo>
                    <a:pt x="295950" y="336155"/>
                  </a:lnTo>
                  <a:lnTo>
                    <a:pt x="295902" y="336487"/>
                  </a:lnTo>
                  <a:lnTo>
                    <a:pt x="295928" y="336648"/>
                  </a:lnTo>
                  <a:lnTo>
                    <a:pt x="296279" y="336526"/>
                  </a:lnTo>
                  <a:lnTo>
                    <a:pt x="296486" y="336710"/>
                  </a:lnTo>
                  <a:lnTo>
                    <a:pt x="296559" y="337025"/>
                  </a:lnTo>
                  <a:lnTo>
                    <a:pt x="296079" y="337295"/>
                  </a:lnTo>
                  <a:lnTo>
                    <a:pt x="295797" y="337365"/>
                  </a:lnTo>
                  <a:lnTo>
                    <a:pt x="295390" y="337645"/>
                  </a:lnTo>
                  <a:lnTo>
                    <a:pt x="295316" y="337802"/>
                  </a:lnTo>
                  <a:lnTo>
                    <a:pt x="295626" y="337939"/>
                  </a:lnTo>
                  <a:lnTo>
                    <a:pt x="295622" y="338158"/>
                  </a:lnTo>
                  <a:lnTo>
                    <a:pt x="295616" y="338356"/>
                  </a:lnTo>
                  <a:lnTo>
                    <a:pt x="295686" y="338546"/>
                  </a:lnTo>
                  <a:lnTo>
                    <a:pt x="295809" y="338766"/>
                  </a:lnTo>
                  <a:lnTo>
                    <a:pt x="295544" y="339322"/>
                  </a:lnTo>
                  <a:lnTo>
                    <a:pt x="295536" y="339657"/>
                  </a:lnTo>
                  <a:lnTo>
                    <a:pt x="295519" y="339937"/>
                  </a:lnTo>
                  <a:lnTo>
                    <a:pt x="295481" y="340247"/>
                  </a:lnTo>
                  <a:lnTo>
                    <a:pt x="295485" y="340384"/>
                  </a:lnTo>
                  <a:lnTo>
                    <a:pt x="295638" y="340765"/>
                  </a:lnTo>
                  <a:lnTo>
                    <a:pt x="296101" y="341236"/>
                  </a:lnTo>
                  <a:lnTo>
                    <a:pt x="296335" y="341420"/>
                  </a:lnTo>
                  <a:lnTo>
                    <a:pt x="296816" y="341496"/>
                  </a:lnTo>
                  <a:lnTo>
                    <a:pt x="297224" y="341401"/>
                  </a:lnTo>
                  <a:lnTo>
                    <a:pt x="297375" y="341490"/>
                  </a:lnTo>
                  <a:lnTo>
                    <a:pt x="297651" y="341597"/>
                  </a:lnTo>
                  <a:lnTo>
                    <a:pt x="297803" y="341321"/>
                  </a:lnTo>
                  <a:lnTo>
                    <a:pt x="298070" y="341291"/>
                  </a:lnTo>
                  <a:lnTo>
                    <a:pt x="297967" y="341504"/>
                  </a:lnTo>
                  <a:lnTo>
                    <a:pt x="297750" y="341784"/>
                  </a:lnTo>
                  <a:lnTo>
                    <a:pt x="297754" y="342196"/>
                  </a:lnTo>
                  <a:lnTo>
                    <a:pt x="298046" y="342450"/>
                  </a:lnTo>
                  <a:lnTo>
                    <a:pt x="298057" y="342835"/>
                  </a:lnTo>
                  <a:lnTo>
                    <a:pt x="298057" y="342971"/>
                  </a:lnTo>
                  <a:lnTo>
                    <a:pt x="297922" y="343166"/>
                  </a:lnTo>
                  <a:lnTo>
                    <a:pt x="297628" y="343144"/>
                  </a:lnTo>
                  <a:lnTo>
                    <a:pt x="297268" y="343518"/>
                  </a:lnTo>
                  <a:lnTo>
                    <a:pt x="297232" y="343793"/>
                  </a:lnTo>
                  <a:lnTo>
                    <a:pt x="297098" y="343908"/>
                  </a:lnTo>
                  <a:lnTo>
                    <a:pt x="296730" y="344078"/>
                  </a:lnTo>
                  <a:lnTo>
                    <a:pt x="296483" y="344090"/>
                  </a:lnTo>
                  <a:lnTo>
                    <a:pt x="296186" y="344545"/>
                  </a:lnTo>
                  <a:lnTo>
                    <a:pt x="296373" y="344899"/>
                  </a:lnTo>
                  <a:lnTo>
                    <a:pt x="296749" y="345171"/>
                  </a:lnTo>
                  <a:lnTo>
                    <a:pt x="296733" y="345338"/>
                  </a:lnTo>
                  <a:lnTo>
                    <a:pt x="296389" y="345681"/>
                  </a:lnTo>
                  <a:lnTo>
                    <a:pt x="296162" y="345765"/>
                  </a:lnTo>
                  <a:lnTo>
                    <a:pt x="295565" y="346300"/>
                  </a:lnTo>
                  <a:lnTo>
                    <a:pt x="295271" y="346212"/>
                  </a:lnTo>
                  <a:lnTo>
                    <a:pt x="295047" y="346296"/>
                  </a:lnTo>
                  <a:lnTo>
                    <a:pt x="295111" y="346517"/>
                  </a:lnTo>
                  <a:lnTo>
                    <a:pt x="295198" y="346773"/>
                  </a:lnTo>
                  <a:lnTo>
                    <a:pt x="295220" y="346986"/>
                  </a:lnTo>
                  <a:lnTo>
                    <a:pt x="295137" y="347195"/>
                  </a:lnTo>
                  <a:lnTo>
                    <a:pt x="295246" y="347456"/>
                  </a:lnTo>
                  <a:lnTo>
                    <a:pt x="295548" y="347754"/>
                  </a:lnTo>
                  <a:lnTo>
                    <a:pt x="295584" y="348165"/>
                  </a:lnTo>
                  <a:lnTo>
                    <a:pt x="295553" y="348374"/>
                  </a:lnTo>
                  <a:lnTo>
                    <a:pt x="295345" y="348852"/>
                  </a:lnTo>
                  <a:lnTo>
                    <a:pt x="294893" y="349348"/>
                  </a:lnTo>
                  <a:lnTo>
                    <a:pt x="294926" y="349895"/>
                  </a:lnTo>
                  <a:lnTo>
                    <a:pt x="294878" y="350074"/>
                  </a:lnTo>
                  <a:lnTo>
                    <a:pt x="294558" y="350292"/>
                  </a:lnTo>
                  <a:lnTo>
                    <a:pt x="294570" y="350431"/>
                  </a:lnTo>
                  <a:lnTo>
                    <a:pt x="294438" y="350669"/>
                  </a:lnTo>
                  <a:lnTo>
                    <a:pt x="294283" y="350759"/>
                  </a:lnTo>
                  <a:lnTo>
                    <a:pt x="294033" y="351151"/>
                  </a:lnTo>
                  <a:lnTo>
                    <a:pt x="293894" y="351106"/>
                  </a:lnTo>
                  <a:lnTo>
                    <a:pt x="293527" y="351443"/>
                  </a:lnTo>
                  <a:lnTo>
                    <a:pt x="293342" y="351782"/>
                  </a:lnTo>
                  <a:lnTo>
                    <a:pt x="292894" y="351940"/>
                  </a:lnTo>
                  <a:lnTo>
                    <a:pt x="292578" y="352583"/>
                  </a:lnTo>
                  <a:lnTo>
                    <a:pt x="292494" y="352718"/>
                  </a:lnTo>
                  <a:lnTo>
                    <a:pt x="292220" y="352989"/>
                  </a:lnTo>
                  <a:lnTo>
                    <a:pt x="292080" y="353228"/>
                  </a:lnTo>
                  <a:lnTo>
                    <a:pt x="291940" y="353554"/>
                  </a:lnTo>
                  <a:lnTo>
                    <a:pt x="291942" y="353817"/>
                  </a:lnTo>
                  <a:lnTo>
                    <a:pt x="291956" y="354022"/>
                  </a:lnTo>
                  <a:lnTo>
                    <a:pt x="291680" y="354207"/>
                  </a:lnTo>
                  <a:lnTo>
                    <a:pt x="291186" y="354598"/>
                  </a:lnTo>
                  <a:lnTo>
                    <a:pt x="291116" y="354950"/>
                  </a:lnTo>
                  <a:lnTo>
                    <a:pt x="290984" y="354979"/>
                  </a:lnTo>
                  <a:lnTo>
                    <a:pt x="290845" y="354785"/>
                  </a:lnTo>
                  <a:lnTo>
                    <a:pt x="290655" y="354683"/>
                  </a:lnTo>
                  <a:lnTo>
                    <a:pt x="290504" y="354765"/>
                  </a:lnTo>
                  <a:lnTo>
                    <a:pt x="290385" y="355089"/>
                  </a:lnTo>
                  <a:lnTo>
                    <a:pt x="290105" y="355187"/>
                  </a:lnTo>
                  <a:lnTo>
                    <a:pt x="289795" y="355375"/>
                  </a:lnTo>
                  <a:lnTo>
                    <a:pt x="289652" y="356051"/>
                  </a:lnTo>
                  <a:lnTo>
                    <a:pt x="289396" y="356476"/>
                  </a:lnTo>
                  <a:lnTo>
                    <a:pt x="289179" y="356712"/>
                  </a:lnTo>
                  <a:lnTo>
                    <a:pt x="288896" y="356934"/>
                  </a:lnTo>
                  <a:lnTo>
                    <a:pt x="288208" y="356838"/>
                  </a:lnTo>
                  <a:lnTo>
                    <a:pt x="288183" y="356995"/>
                  </a:lnTo>
                  <a:lnTo>
                    <a:pt x="288158" y="357328"/>
                  </a:lnTo>
                  <a:lnTo>
                    <a:pt x="288024" y="357421"/>
                  </a:lnTo>
                  <a:lnTo>
                    <a:pt x="287803" y="357512"/>
                  </a:lnTo>
                  <a:lnTo>
                    <a:pt x="287442" y="357536"/>
                  </a:lnTo>
                  <a:lnTo>
                    <a:pt x="287283" y="357506"/>
                  </a:lnTo>
                  <a:lnTo>
                    <a:pt x="286854" y="357281"/>
                  </a:lnTo>
                  <a:lnTo>
                    <a:pt x="286519" y="357340"/>
                  </a:lnTo>
                  <a:lnTo>
                    <a:pt x="286215" y="357223"/>
                  </a:lnTo>
                  <a:lnTo>
                    <a:pt x="285604" y="357507"/>
                  </a:lnTo>
                  <a:lnTo>
                    <a:pt x="285043" y="357384"/>
                  </a:lnTo>
                  <a:lnTo>
                    <a:pt x="284839" y="357279"/>
                  </a:lnTo>
                  <a:lnTo>
                    <a:pt x="284635" y="357176"/>
                  </a:lnTo>
                  <a:lnTo>
                    <a:pt x="284459" y="357282"/>
                  </a:lnTo>
                  <a:lnTo>
                    <a:pt x="284031" y="357326"/>
                  </a:lnTo>
                  <a:lnTo>
                    <a:pt x="283610" y="357417"/>
                  </a:lnTo>
                  <a:lnTo>
                    <a:pt x="283583" y="357559"/>
                  </a:lnTo>
                  <a:lnTo>
                    <a:pt x="283454" y="357685"/>
                  </a:lnTo>
                  <a:lnTo>
                    <a:pt x="283263" y="357817"/>
                  </a:lnTo>
                  <a:lnTo>
                    <a:pt x="283011" y="357774"/>
                  </a:lnTo>
                  <a:lnTo>
                    <a:pt x="282149" y="357755"/>
                  </a:lnTo>
                  <a:lnTo>
                    <a:pt x="281999" y="357838"/>
                  </a:lnTo>
                  <a:lnTo>
                    <a:pt x="281947" y="357975"/>
                  </a:lnTo>
                  <a:lnTo>
                    <a:pt x="282620" y="358447"/>
                  </a:lnTo>
                  <a:lnTo>
                    <a:pt x="283073" y="358860"/>
                  </a:lnTo>
                  <a:lnTo>
                    <a:pt x="283375" y="359583"/>
                  </a:lnTo>
                  <a:lnTo>
                    <a:pt x="283333" y="359822"/>
                  </a:lnTo>
                  <a:lnTo>
                    <a:pt x="283032" y="360184"/>
                  </a:lnTo>
                  <a:lnTo>
                    <a:pt x="282836" y="360589"/>
                  </a:lnTo>
                  <a:lnTo>
                    <a:pt x="282325" y="360881"/>
                  </a:lnTo>
                  <a:lnTo>
                    <a:pt x="282090" y="361035"/>
                  </a:lnTo>
                  <a:lnTo>
                    <a:pt x="282121" y="361163"/>
                  </a:lnTo>
                  <a:lnTo>
                    <a:pt x="282110" y="361456"/>
                  </a:lnTo>
                  <a:lnTo>
                    <a:pt x="281803" y="361772"/>
                  </a:lnTo>
                  <a:lnTo>
                    <a:pt x="281626" y="361740"/>
                  </a:lnTo>
                  <a:lnTo>
                    <a:pt x="280990" y="361960"/>
                  </a:lnTo>
                  <a:lnTo>
                    <a:pt x="280838" y="361876"/>
                  </a:lnTo>
                  <a:lnTo>
                    <a:pt x="280690" y="361638"/>
                  </a:lnTo>
                  <a:lnTo>
                    <a:pt x="279955" y="361975"/>
                  </a:lnTo>
                  <a:lnTo>
                    <a:pt x="279915" y="362122"/>
                  </a:lnTo>
                  <a:lnTo>
                    <a:pt x="279671" y="362262"/>
                  </a:lnTo>
                  <a:lnTo>
                    <a:pt x="279543" y="362354"/>
                  </a:lnTo>
                  <a:lnTo>
                    <a:pt x="279363" y="362603"/>
                  </a:lnTo>
                  <a:lnTo>
                    <a:pt x="279064" y="362380"/>
                  </a:lnTo>
                  <a:lnTo>
                    <a:pt x="279012" y="362140"/>
                  </a:lnTo>
                  <a:lnTo>
                    <a:pt x="278710" y="362061"/>
                  </a:lnTo>
                  <a:lnTo>
                    <a:pt x="278344" y="362277"/>
                  </a:lnTo>
                  <a:lnTo>
                    <a:pt x="278192" y="362357"/>
                  </a:lnTo>
                  <a:lnTo>
                    <a:pt x="277934" y="362350"/>
                  </a:lnTo>
                  <a:lnTo>
                    <a:pt x="277748" y="362340"/>
                  </a:lnTo>
                  <a:lnTo>
                    <a:pt x="277851" y="362518"/>
                  </a:lnTo>
                  <a:lnTo>
                    <a:pt x="277905" y="362791"/>
                  </a:lnTo>
                  <a:lnTo>
                    <a:pt x="277917" y="362923"/>
                  </a:lnTo>
                  <a:lnTo>
                    <a:pt x="277797" y="363196"/>
                  </a:lnTo>
                  <a:lnTo>
                    <a:pt x="277371" y="363652"/>
                  </a:lnTo>
                  <a:lnTo>
                    <a:pt x="277051" y="363724"/>
                  </a:lnTo>
                  <a:lnTo>
                    <a:pt x="276859" y="363734"/>
                  </a:lnTo>
                  <a:lnTo>
                    <a:pt x="276431" y="363682"/>
                  </a:lnTo>
                  <a:lnTo>
                    <a:pt x="276118" y="363586"/>
                  </a:lnTo>
                  <a:lnTo>
                    <a:pt x="275508" y="363468"/>
                  </a:lnTo>
                  <a:lnTo>
                    <a:pt x="275221" y="363850"/>
                  </a:lnTo>
                  <a:lnTo>
                    <a:pt x="275257" y="364170"/>
                  </a:lnTo>
                  <a:lnTo>
                    <a:pt x="275247" y="364313"/>
                  </a:lnTo>
                  <a:lnTo>
                    <a:pt x="275128" y="364516"/>
                  </a:lnTo>
                  <a:lnTo>
                    <a:pt x="274953" y="364703"/>
                  </a:lnTo>
                  <a:lnTo>
                    <a:pt x="274764" y="364850"/>
                  </a:lnTo>
                  <a:lnTo>
                    <a:pt x="274411" y="364966"/>
                  </a:lnTo>
                  <a:lnTo>
                    <a:pt x="274218" y="364874"/>
                  </a:lnTo>
                  <a:lnTo>
                    <a:pt x="274006" y="364722"/>
                  </a:lnTo>
                  <a:lnTo>
                    <a:pt x="273526" y="364659"/>
                  </a:lnTo>
                  <a:lnTo>
                    <a:pt x="273467" y="364788"/>
                  </a:lnTo>
                  <a:lnTo>
                    <a:pt x="273003" y="364890"/>
                  </a:lnTo>
                  <a:lnTo>
                    <a:pt x="272763" y="364774"/>
                  </a:lnTo>
                  <a:lnTo>
                    <a:pt x="272391" y="364632"/>
                  </a:lnTo>
                  <a:lnTo>
                    <a:pt x="272267" y="364901"/>
                  </a:lnTo>
                  <a:lnTo>
                    <a:pt x="271814" y="365114"/>
                  </a:lnTo>
                  <a:lnTo>
                    <a:pt x="271610" y="365095"/>
                  </a:lnTo>
                  <a:lnTo>
                    <a:pt x="271347" y="365391"/>
                  </a:lnTo>
                  <a:lnTo>
                    <a:pt x="271327" y="365717"/>
                  </a:lnTo>
                  <a:lnTo>
                    <a:pt x="271332" y="365909"/>
                  </a:lnTo>
                  <a:lnTo>
                    <a:pt x="271229" y="366096"/>
                  </a:lnTo>
                  <a:lnTo>
                    <a:pt x="270987" y="366190"/>
                  </a:lnTo>
                  <a:lnTo>
                    <a:pt x="270833" y="365970"/>
                  </a:lnTo>
                  <a:lnTo>
                    <a:pt x="270831" y="365812"/>
                  </a:lnTo>
                  <a:lnTo>
                    <a:pt x="270646" y="365403"/>
                  </a:lnTo>
                  <a:lnTo>
                    <a:pt x="270016" y="364748"/>
                  </a:lnTo>
                  <a:lnTo>
                    <a:pt x="269733" y="364644"/>
                  </a:lnTo>
                  <a:lnTo>
                    <a:pt x="269313" y="364988"/>
                  </a:lnTo>
                  <a:lnTo>
                    <a:pt x="269420" y="365316"/>
                  </a:lnTo>
                  <a:lnTo>
                    <a:pt x="269481" y="365646"/>
                  </a:lnTo>
                  <a:lnTo>
                    <a:pt x="269454" y="365930"/>
                  </a:lnTo>
                  <a:lnTo>
                    <a:pt x="269244" y="366151"/>
                  </a:lnTo>
                  <a:lnTo>
                    <a:pt x="268972" y="365965"/>
                  </a:lnTo>
                  <a:lnTo>
                    <a:pt x="268865" y="366363"/>
                  </a:lnTo>
                  <a:lnTo>
                    <a:pt x="269129" y="366600"/>
                  </a:lnTo>
                  <a:lnTo>
                    <a:pt x="269295" y="366764"/>
                  </a:lnTo>
                  <a:lnTo>
                    <a:pt x="269195" y="367389"/>
                  </a:lnTo>
                  <a:lnTo>
                    <a:pt x="269449" y="368050"/>
                  </a:lnTo>
                  <a:lnTo>
                    <a:pt x="269291" y="368133"/>
                  </a:lnTo>
                  <a:lnTo>
                    <a:pt x="268924" y="368035"/>
                  </a:lnTo>
                  <a:lnTo>
                    <a:pt x="268646" y="368350"/>
                  </a:lnTo>
                  <a:lnTo>
                    <a:pt x="268389" y="368989"/>
                  </a:lnTo>
                  <a:lnTo>
                    <a:pt x="268367" y="369124"/>
                  </a:lnTo>
                  <a:lnTo>
                    <a:pt x="268382" y="369587"/>
                  </a:lnTo>
                  <a:lnTo>
                    <a:pt x="268832" y="370075"/>
                  </a:lnTo>
                  <a:lnTo>
                    <a:pt x="268401" y="370696"/>
                  </a:lnTo>
                  <a:lnTo>
                    <a:pt x="267808" y="370858"/>
                  </a:lnTo>
                  <a:lnTo>
                    <a:pt x="267509" y="370804"/>
                  </a:lnTo>
                  <a:lnTo>
                    <a:pt x="267093" y="370595"/>
                  </a:lnTo>
                  <a:lnTo>
                    <a:pt x="266817" y="370376"/>
                  </a:lnTo>
                  <a:lnTo>
                    <a:pt x="266750" y="370206"/>
                  </a:lnTo>
                  <a:lnTo>
                    <a:pt x="266614" y="370102"/>
                  </a:lnTo>
                  <a:lnTo>
                    <a:pt x="266253" y="369966"/>
                  </a:lnTo>
                  <a:lnTo>
                    <a:pt x="266000" y="370244"/>
                  </a:lnTo>
                  <a:lnTo>
                    <a:pt x="266105" y="370575"/>
                  </a:lnTo>
                  <a:lnTo>
                    <a:pt x="266216" y="370735"/>
                  </a:lnTo>
                  <a:lnTo>
                    <a:pt x="266441" y="371283"/>
                  </a:lnTo>
                  <a:lnTo>
                    <a:pt x="266563" y="371568"/>
                  </a:lnTo>
                  <a:lnTo>
                    <a:pt x="267048" y="371573"/>
                  </a:lnTo>
                  <a:lnTo>
                    <a:pt x="267202" y="371726"/>
                  </a:lnTo>
                  <a:lnTo>
                    <a:pt x="267313" y="372215"/>
                  </a:lnTo>
                  <a:lnTo>
                    <a:pt x="267267" y="373173"/>
                  </a:lnTo>
                  <a:lnTo>
                    <a:pt x="267061" y="373489"/>
                  </a:lnTo>
                  <a:lnTo>
                    <a:pt x="267086" y="373802"/>
                  </a:lnTo>
                  <a:lnTo>
                    <a:pt x="267311" y="374277"/>
                  </a:lnTo>
                  <a:lnTo>
                    <a:pt x="267107" y="374890"/>
                  </a:lnTo>
                  <a:lnTo>
                    <a:pt x="267129" y="375091"/>
                  </a:lnTo>
                  <a:lnTo>
                    <a:pt x="267204" y="375324"/>
                  </a:lnTo>
                  <a:lnTo>
                    <a:pt x="267604" y="375757"/>
                  </a:lnTo>
                  <a:lnTo>
                    <a:pt x="267744" y="375762"/>
                  </a:lnTo>
                  <a:lnTo>
                    <a:pt x="267752" y="375606"/>
                  </a:lnTo>
                  <a:lnTo>
                    <a:pt x="268014" y="375450"/>
                  </a:lnTo>
                  <a:lnTo>
                    <a:pt x="268492" y="375710"/>
                  </a:lnTo>
                  <a:lnTo>
                    <a:pt x="268827" y="376149"/>
                  </a:lnTo>
                  <a:lnTo>
                    <a:pt x="268894" y="376368"/>
                  </a:lnTo>
                  <a:lnTo>
                    <a:pt x="268891" y="376589"/>
                  </a:lnTo>
                  <a:lnTo>
                    <a:pt x="268729" y="376756"/>
                  </a:lnTo>
                  <a:lnTo>
                    <a:pt x="268807" y="377191"/>
                  </a:lnTo>
                  <a:lnTo>
                    <a:pt x="268957" y="377400"/>
                  </a:lnTo>
                  <a:lnTo>
                    <a:pt x="269126" y="377442"/>
                  </a:lnTo>
                  <a:lnTo>
                    <a:pt x="269396" y="377602"/>
                  </a:lnTo>
                  <a:lnTo>
                    <a:pt x="269705" y="377790"/>
                  </a:lnTo>
                  <a:lnTo>
                    <a:pt x="269900" y="378476"/>
                  </a:lnTo>
                  <a:lnTo>
                    <a:pt x="269895" y="378647"/>
                  </a:lnTo>
                  <a:lnTo>
                    <a:pt x="270105" y="378827"/>
                  </a:lnTo>
                  <a:lnTo>
                    <a:pt x="270534" y="379089"/>
                  </a:lnTo>
                  <a:lnTo>
                    <a:pt x="270531" y="379300"/>
                  </a:lnTo>
                  <a:lnTo>
                    <a:pt x="270444" y="379443"/>
                  </a:lnTo>
                  <a:lnTo>
                    <a:pt x="270333" y="379583"/>
                  </a:lnTo>
                  <a:lnTo>
                    <a:pt x="269962" y="379748"/>
                  </a:lnTo>
                  <a:lnTo>
                    <a:pt x="269353" y="379791"/>
                  </a:lnTo>
                  <a:lnTo>
                    <a:pt x="268435" y="379547"/>
                  </a:lnTo>
                  <a:lnTo>
                    <a:pt x="268211" y="379223"/>
                  </a:lnTo>
                  <a:lnTo>
                    <a:pt x="267998" y="378871"/>
                  </a:lnTo>
                  <a:lnTo>
                    <a:pt x="267857" y="378783"/>
                  </a:lnTo>
                  <a:lnTo>
                    <a:pt x="267549" y="379055"/>
                  </a:lnTo>
                  <a:lnTo>
                    <a:pt x="267464" y="379280"/>
                  </a:lnTo>
                  <a:lnTo>
                    <a:pt x="267250" y="379747"/>
                  </a:lnTo>
                  <a:lnTo>
                    <a:pt x="266815" y="379892"/>
                  </a:lnTo>
                  <a:lnTo>
                    <a:pt x="266513" y="380071"/>
                  </a:lnTo>
                  <a:lnTo>
                    <a:pt x="266343" y="380364"/>
                  </a:lnTo>
                  <a:lnTo>
                    <a:pt x="266455" y="380513"/>
                  </a:lnTo>
                  <a:lnTo>
                    <a:pt x="266543" y="380646"/>
                  </a:lnTo>
                  <a:lnTo>
                    <a:pt x="266434" y="380811"/>
                  </a:lnTo>
                  <a:lnTo>
                    <a:pt x="266158" y="381150"/>
                  </a:lnTo>
                  <a:lnTo>
                    <a:pt x="265232" y="381324"/>
                  </a:lnTo>
                  <a:lnTo>
                    <a:pt x="264998" y="381430"/>
                  </a:lnTo>
                  <a:lnTo>
                    <a:pt x="264769" y="381584"/>
                  </a:lnTo>
                  <a:lnTo>
                    <a:pt x="264574" y="381985"/>
                  </a:lnTo>
                  <a:lnTo>
                    <a:pt x="264513" y="382211"/>
                  </a:lnTo>
                  <a:lnTo>
                    <a:pt x="264631" y="382889"/>
                  </a:lnTo>
                  <a:lnTo>
                    <a:pt x="265000" y="383388"/>
                  </a:lnTo>
                  <a:lnTo>
                    <a:pt x="265161" y="383378"/>
                  </a:lnTo>
                  <a:lnTo>
                    <a:pt x="265333" y="383504"/>
                  </a:lnTo>
                  <a:lnTo>
                    <a:pt x="265707" y="384027"/>
                  </a:lnTo>
                  <a:lnTo>
                    <a:pt x="265837" y="384827"/>
                  </a:lnTo>
                  <a:lnTo>
                    <a:pt x="264852" y="385089"/>
                  </a:lnTo>
                  <a:lnTo>
                    <a:pt x="264187" y="385841"/>
                  </a:lnTo>
                  <a:lnTo>
                    <a:pt x="263694" y="385946"/>
                  </a:lnTo>
                  <a:lnTo>
                    <a:pt x="263527" y="385625"/>
                  </a:lnTo>
                  <a:lnTo>
                    <a:pt x="263138" y="385546"/>
                  </a:lnTo>
                  <a:lnTo>
                    <a:pt x="262980" y="385643"/>
                  </a:lnTo>
                  <a:lnTo>
                    <a:pt x="262745" y="385683"/>
                  </a:lnTo>
                  <a:lnTo>
                    <a:pt x="262479" y="385115"/>
                  </a:lnTo>
                  <a:lnTo>
                    <a:pt x="262544" y="384948"/>
                  </a:lnTo>
                  <a:lnTo>
                    <a:pt x="262621" y="384517"/>
                  </a:lnTo>
                  <a:lnTo>
                    <a:pt x="262531" y="384315"/>
                  </a:lnTo>
                  <a:lnTo>
                    <a:pt x="262054" y="384224"/>
                  </a:lnTo>
                  <a:lnTo>
                    <a:pt x="261794" y="384212"/>
                  </a:lnTo>
                  <a:lnTo>
                    <a:pt x="261055" y="383841"/>
                  </a:lnTo>
                  <a:lnTo>
                    <a:pt x="260920" y="383742"/>
                  </a:lnTo>
                  <a:lnTo>
                    <a:pt x="260683" y="383704"/>
                  </a:lnTo>
                  <a:lnTo>
                    <a:pt x="260293" y="383928"/>
                  </a:lnTo>
                  <a:lnTo>
                    <a:pt x="260045" y="384293"/>
                  </a:lnTo>
                  <a:lnTo>
                    <a:pt x="259998" y="384484"/>
                  </a:lnTo>
                  <a:lnTo>
                    <a:pt x="259952" y="384657"/>
                  </a:lnTo>
                  <a:lnTo>
                    <a:pt x="259842" y="384858"/>
                  </a:lnTo>
                  <a:lnTo>
                    <a:pt x="259461" y="385159"/>
                  </a:lnTo>
                  <a:lnTo>
                    <a:pt x="259463" y="385422"/>
                  </a:lnTo>
                  <a:lnTo>
                    <a:pt x="259514" y="385701"/>
                  </a:lnTo>
                  <a:lnTo>
                    <a:pt x="259187" y="385901"/>
                  </a:lnTo>
                  <a:lnTo>
                    <a:pt x="258682" y="386161"/>
                  </a:lnTo>
                  <a:lnTo>
                    <a:pt x="258277" y="386301"/>
                  </a:lnTo>
                  <a:lnTo>
                    <a:pt x="257847" y="386314"/>
                  </a:lnTo>
                  <a:lnTo>
                    <a:pt x="257522" y="385840"/>
                  </a:lnTo>
                  <a:lnTo>
                    <a:pt x="257532" y="385492"/>
                  </a:lnTo>
                  <a:lnTo>
                    <a:pt x="257002" y="384918"/>
                  </a:lnTo>
                  <a:lnTo>
                    <a:pt x="256861" y="384830"/>
                  </a:lnTo>
                  <a:lnTo>
                    <a:pt x="256646" y="384696"/>
                  </a:lnTo>
                  <a:lnTo>
                    <a:pt x="256385" y="384441"/>
                  </a:lnTo>
                  <a:lnTo>
                    <a:pt x="256299" y="384189"/>
                  </a:lnTo>
                  <a:lnTo>
                    <a:pt x="256086" y="383957"/>
                  </a:lnTo>
                  <a:lnTo>
                    <a:pt x="255120" y="383213"/>
                  </a:lnTo>
                  <a:lnTo>
                    <a:pt x="254704" y="383084"/>
                  </a:lnTo>
                  <a:lnTo>
                    <a:pt x="254458" y="383180"/>
                  </a:lnTo>
                  <a:lnTo>
                    <a:pt x="254341" y="383378"/>
                  </a:lnTo>
                  <a:lnTo>
                    <a:pt x="254411" y="383672"/>
                  </a:lnTo>
                  <a:lnTo>
                    <a:pt x="254337" y="384060"/>
                  </a:lnTo>
                  <a:lnTo>
                    <a:pt x="253863" y="384158"/>
                  </a:lnTo>
                  <a:lnTo>
                    <a:pt x="253580" y="384652"/>
                  </a:lnTo>
                  <a:lnTo>
                    <a:pt x="253501" y="385086"/>
                  </a:lnTo>
                  <a:lnTo>
                    <a:pt x="253086" y="385259"/>
                  </a:lnTo>
                  <a:lnTo>
                    <a:pt x="252869" y="385153"/>
                  </a:lnTo>
                  <a:lnTo>
                    <a:pt x="252175" y="384322"/>
                  </a:lnTo>
                  <a:lnTo>
                    <a:pt x="251984" y="383867"/>
                  </a:lnTo>
                  <a:lnTo>
                    <a:pt x="251723" y="383715"/>
                  </a:lnTo>
                  <a:lnTo>
                    <a:pt x="251377" y="384340"/>
                  </a:lnTo>
                  <a:lnTo>
                    <a:pt x="250976" y="385038"/>
                  </a:lnTo>
                  <a:lnTo>
                    <a:pt x="250862" y="385204"/>
                  </a:lnTo>
                  <a:lnTo>
                    <a:pt x="250786" y="385437"/>
                  </a:lnTo>
                  <a:lnTo>
                    <a:pt x="250811" y="385861"/>
                  </a:lnTo>
                  <a:lnTo>
                    <a:pt x="251119" y="386296"/>
                  </a:lnTo>
                  <a:lnTo>
                    <a:pt x="251627" y="386677"/>
                  </a:lnTo>
                  <a:lnTo>
                    <a:pt x="251934" y="386813"/>
                  </a:lnTo>
                  <a:lnTo>
                    <a:pt x="252205" y="386709"/>
                  </a:lnTo>
                  <a:lnTo>
                    <a:pt x="252361" y="386990"/>
                  </a:lnTo>
                  <a:lnTo>
                    <a:pt x="252445" y="387281"/>
                  </a:lnTo>
                  <a:lnTo>
                    <a:pt x="252509" y="388151"/>
                  </a:lnTo>
                  <a:lnTo>
                    <a:pt x="252480" y="388525"/>
                  </a:lnTo>
                  <a:lnTo>
                    <a:pt x="252287" y="388567"/>
                  </a:lnTo>
                  <a:lnTo>
                    <a:pt x="252024" y="388433"/>
                  </a:lnTo>
                  <a:lnTo>
                    <a:pt x="251818" y="388520"/>
                  </a:lnTo>
                  <a:lnTo>
                    <a:pt x="251803" y="388901"/>
                  </a:lnTo>
                  <a:lnTo>
                    <a:pt x="252118" y="389063"/>
                  </a:lnTo>
                  <a:lnTo>
                    <a:pt x="252145" y="389244"/>
                  </a:lnTo>
                  <a:lnTo>
                    <a:pt x="252092" y="389602"/>
                  </a:lnTo>
                  <a:lnTo>
                    <a:pt x="252017" y="389808"/>
                  </a:lnTo>
                  <a:lnTo>
                    <a:pt x="251932" y="390219"/>
                  </a:lnTo>
                  <a:lnTo>
                    <a:pt x="251962" y="390600"/>
                  </a:lnTo>
                  <a:lnTo>
                    <a:pt x="251770" y="391146"/>
                  </a:lnTo>
                  <a:lnTo>
                    <a:pt x="251696" y="391332"/>
                  </a:lnTo>
                  <a:lnTo>
                    <a:pt x="251789" y="391711"/>
                  </a:lnTo>
                  <a:lnTo>
                    <a:pt x="251999" y="392168"/>
                  </a:lnTo>
                  <a:lnTo>
                    <a:pt x="252283" y="392641"/>
                  </a:lnTo>
                  <a:lnTo>
                    <a:pt x="252268" y="392889"/>
                  </a:lnTo>
                  <a:lnTo>
                    <a:pt x="252087" y="393987"/>
                  </a:lnTo>
                  <a:lnTo>
                    <a:pt x="252022" y="394134"/>
                  </a:lnTo>
                  <a:lnTo>
                    <a:pt x="252019" y="394475"/>
                  </a:lnTo>
                  <a:lnTo>
                    <a:pt x="252665" y="394663"/>
                  </a:lnTo>
                  <a:lnTo>
                    <a:pt x="252924" y="394771"/>
                  </a:lnTo>
                  <a:lnTo>
                    <a:pt x="253326" y="395250"/>
                  </a:lnTo>
                  <a:lnTo>
                    <a:pt x="253489" y="395477"/>
                  </a:lnTo>
                  <a:lnTo>
                    <a:pt x="253552" y="395644"/>
                  </a:lnTo>
                  <a:lnTo>
                    <a:pt x="253391" y="395776"/>
                  </a:lnTo>
                  <a:lnTo>
                    <a:pt x="253212" y="395898"/>
                  </a:lnTo>
                  <a:lnTo>
                    <a:pt x="253000" y="396086"/>
                  </a:lnTo>
                  <a:lnTo>
                    <a:pt x="252782" y="396476"/>
                  </a:lnTo>
                  <a:lnTo>
                    <a:pt x="253119" y="396535"/>
                  </a:lnTo>
                  <a:lnTo>
                    <a:pt x="253306" y="396624"/>
                  </a:lnTo>
                  <a:lnTo>
                    <a:pt x="253432" y="396780"/>
                  </a:lnTo>
                  <a:lnTo>
                    <a:pt x="253496" y="396987"/>
                  </a:lnTo>
                  <a:lnTo>
                    <a:pt x="253747" y="397419"/>
                  </a:lnTo>
                  <a:lnTo>
                    <a:pt x="253755" y="397786"/>
                  </a:lnTo>
                  <a:lnTo>
                    <a:pt x="253632" y="398055"/>
                  </a:lnTo>
                  <a:lnTo>
                    <a:pt x="253227" y="398496"/>
                  </a:lnTo>
                  <a:lnTo>
                    <a:pt x="252827" y="398551"/>
                  </a:lnTo>
                  <a:lnTo>
                    <a:pt x="252525" y="398585"/>
                  </a:lnTo>
                  <a:lnTo>
                    <a:pt x="252371" y="398585"/>
                  </a:lnTo>
                  <a:lnTo>
                    <a:pt x="251661" y="398528"/>
                  </a:lnTo>
                  <a:lnTo>
                    <a:pt x="251084" y="398565"/>
                  </a:lnTo>
                  <a:lnTo>
                    <a:pt x="250369" y="398099"/>
                  </a:lnTo>
                  <a:lnTo>
                    <a:pt x="250110" y="397728"/>
                  </a:lnTo>
                  <a:lnTo>
                    <a:pt x="249513" y="397335"/>
                  </a:lnTo>
                  <a:lnTo>
                    <a:pt x="249206" y="397284"/>
                  </a:lnTo>
                  <a:lnTo>
                    <a:pt x="249250" y="397524"/>
                  </a:lnTo>
                  <a:lnTo>
                    <a:pt x="249025" y="398271"/>
                  </a:lnTo>
                  <a:lnTo>
                    <a:pt x="248877" y="398502"/>
                  </a:lnTo>
                  <a:lnTo>
                    <a:pt x="248681" y="398477"/>
                  </a:lnTo>
                  <a:lnTo>
                    <a:pt x="248299" y="398438"/>
                  </a:lnTo>
                  <a:lnTo>
                    <a:pt x="248112" y="398660"/>
                  </a:lnTo>
                  <a:lnTo>
                    <a:pt x="247811" y="399019"/>
                  </a:lnTo>
                  <a:lnTo>
                    <a:pt x="246937" y="399097"/>
                  </a:lnTo>
                  <a:lnTo>
                    <a:pt x="246800" y="399097"/>
                  </a:lnTo>
                  <a:lnTo>
                    <a:pt x="246308" y="398964"/>
                  </a:lnTo>
                  <a:lnTo>
                    <a:pt x="245825" y="398698"/>
                  </a:lnTo>
                  <a:lnTo>
                    <a:pt x="245893" y="398393"/>
                  </a:lnTo>
                  <a:lnTo>
                    <a:pt x="245404" y="398137"/>
                  </a:lnTo>
                  <a:lnTo>
                    <a:pt x="245168" y="398236"/>
                  </a:lnTo>
                  <a:lnTo>
                    <a:pt x="244837" y="398302"/>
                  </a:lnTo>
                  <a:lnTo>
                    <a:pt x="244632" y="398090"/>
                  </a:lnTo>
                  <a:lnTo>
                    <a:pt x="244329" y="398133"/>
                  </a:lnTo>
                  <a:lnTo>
                    <a:pt x="244032" y="398225"/>
                  </a:lnTo>
                  <a:lnTo>
                    <a:pt x="243474" y="398199"/>
                  </a:lnTo>
                  <a:lnTo>
                    <a:pt x="243201" y="398314"/>
                  </a:lnTo>
                  <a:lnTo>
                    <a:pt x="242969" y="398676"/>
                  </a:lnTo>
                  <a:lnTo>
                    <a:pt x="242798" y="398840"/>
                  </a:lnTo>
                  <a:lnTo>
                    <a:pt x="242689" y="398543"/>
                  </a:lnTo>
                  <a:lnTo>
                    <a:pt x="242491" y="398015"/>
                  </a:lnTo>
                  <a:lnTo>
                    <a:pt x="242309" y="397941"/>
                  </a:lnTo>
                  <a:lnTo>
                    <a:pt x="242032" y="397981"/>
                  </a:lnTo>
                  <a:lnTo>
                    <a:pt x="241421" y="398921"/>
                  </a:lnTo>
                  <a:lnTo>
                    <a:pt x="241383" y="399062"/>
                  </a:lnTo>
                  <a:lnTo>
                    <a:pt x="241426" y="399497"/>
                  </a:lnTo>
                  <a:lnTo>
                    <a:pt x="241158" y="399509"/>
                  </a:lnTo>
                  <a:lnTo>
                    <a:pt x="241046" y="399222"/>
                  </a:lnTo>
                  <a:lnTo>
                    <a:pt x="241095" y="398996"/>
                  </a:lnTo>
                  <a:lnTo>
                    <a:pt x="240940" y="398755"/>
                  </a:lnTo>
                  <a:lnTo>
                    <a:pt x="240781" y="398853"/>
                  </a:lnTo>
                  <a:lnTo>
                    <a:pt x="240741" y="399039"/>
                  </a:lnTo>
                  <a:lnTo>
                    <a:pt x="240519" y="399602"/>
                  </a:lnTo>
                  <a:lnTo>
                    <a:pt x="240240" y="399788"/>
                  </a:lnTo>
                  <a:lnTo>
                    <a:pt x="239842" y="399982"/>
                  </a:lnTo>
                  <a:lnTo>
                    <a:pt x="238895" y="399917"/>
                  </a:lnTo>
                  <a:lnTo>
                    <a:pt x="238731" y="399744"/>
                  </a:lnTo>
                  <a:lnTo>
                    <a:pt x="238486" y="399533"/>
                  </a:lnTo>
                  <a:lnTo>
                    <a:pt x="238166" y="399439"/>
                  </a:lnTo>
                  <a:lnTo>
                    <a:pt x="237902" y="399488"/>
                  </a:lnTo>
                  <a:lnTo>
                    <a:pt x="237755" y="399451"/>
                  </a:lnTo>
                  <a:lnTo>
                    <a:pt x="237359" y="399293"/>
                  </a:lnTo>
                  <a:lnTo>
                    <a:pt x="236941" y="399001"/>
                  </a:lnTo>
                  <a:lnTo>
                    <a:pt x="236805" y="398991"/>
                  </a:lnTo>
                  <a:lnTo>
                    <a:pt x="236270" y="399074"/>
                  </a:lnTo>
                  <a:lnTo>
                    <a:pt x="236312" y="399217"/>
                  </a:lnTo>
                  <a:lnTo>
                    <a:pt x="236318" y="399353"/>
                  </a:lnTo>
                  <a:lnTo>
                    <a:pt x="235941" y="399708"/>
                  </a:lnTo>
                  <a:lnTo>
                    <a:pt x="235638" y="399774"/>
                  </a:lnTo>
                  <a:lnTo>
                    <a:pt x="235481" y="399891"/>
                  </a:lnTo>
                  <a:lnTo>
                    <a:pt x="235329" y="400065"/>
                  </a:lnTo>
                  <a:lnTo>
                    <a:pt x="234947" y="400382"/>
                  </a:lnTo>
                  <a:lnTo>
                    <a:pt x="234757" y="400523"/>
                  </a:lnTo>
                  <a:lnTo>
                    <a:pt x="234526" y="400764"/>
                  </a:lnTo>
                  <a:lnTo>
                    <a:pt x="234654" y="401116"/>
                  </a:lnTo>
                  <a:lnTo>
                    <a:pt x="234368" y="401910"/>
                  </a:lnTo>
                  <a:lnTo>
                    <a:pt x="234131" y="402268"/>
                  </a:lnTo>
                  <a:lnTo>
                    <a:pt x="234125" y="403355"/>
                  </a:lnTo>
                  <a:lnTo>
                    <a:pt x="234270" y="404272"/>
                  </a:lnTo>
                  <a:lnTo>
                    <a:pt x="234298" y="404430"/>
                  </a:lnTo>
                  <a:lnTo>
                    <a:pt x="234089" y="405114"/>
                  </a:lnTo>
                  <a:lnTo>
                    <a:pt x="234114" y="405753"/>
                  </a:lnTo>
                  <a:lnTo>
                    <a:pt x="234136" y="406151"/>
                  </a:lnTo>
                  <a:lnTo>
                    <a:pt x="234005" y="406151"/>
                  </a:lnTo>
                  <a:lnTo>
                    <a:pt x="233823" y="406134"/>
                  </a:lnTo>
                  <a:lnTo>
                    <a:pt x="233553" y="406442"/>
                  </a:lnTo>
                  <a:lnTo>
                    <a:pt x="233572" y="406591"/>
                  </a:lnTo>
                  <a:lnTo>
                    <a:pt x="233621" y="406854"/>
                  </a:lnTo>
                  <a:lnTo>
                    <a:pt x="233556" y="407554"/>
                  </a:lnTo>
                  <a:lnTo>
                    <a:pt x="233221" y="407501"/>
                  </a:lnTo>
                  <a:lnTo>
                    <a:pt x="232826" y="408063"/>
                  </a:lnTo>
                  <a:lnTo>
                    <a:pt x="232969" y="408454"/>
                  </a:lnTo>
                  <a:lnTo>
                    <a:pt x="233215" y="408611"/>
                  </a:lnTo>
                  <a:lnTo>
                    <a:pt x="233194" y="409373"/>
                  </a:lnTo>
                  <a:lnTo>
                    <a:pt x="232720" y="410047"/>
                  </a:lnTo>
                  <a:lnTo>
                    <a:pt x="232525" y="410199"/>
                  </a:lnTo>
                  <a:lnTo>
                    <a:pt x="231886" y="410270"/>
                  </a:lnTo>
                  <a:lnTo>
                    <a:pt x="231557" y="410030"/>
                  </a:lnTo>
                  <a:lnTo>
                    <a:pt x="231319" y="410139"/>
                  </a:lnTo>
                  <a:lnTo>
                    <a:pt x="230859" y="410294"/>
                  </a:lnTo>
                  <a:lnTo>
                    <a:pt x="230260" y="410432"/>
                  </a:lnTo>
                  <a:lnTo>
                    <a:pt x="230216" y="410756"/>
                  </a:lnTo>
                  <a:lnTo>
                    <a:pt x="230004" y="410834"/>
                  </a:lnTo>
                  <a:lnTo>
                    <a:pt x="229245" y="410757"/>
                  </a:lnTo>
                  <a:lnTo>
                    <a:pt x="228749" y="410422"/>
                  </a:lnTo>
                  <a:lnTo>
                    <a:pt x="228642" y="410642"/>
                  </a:lnTo>
                  <a:lnTo>
                    <a:pt x="228587" y="410828"/>
                  </a:lnTo>
                  <a:lnTo>
                    <a:pt x="228594" y="410975"/>
                  </a:lnTo>
                  <a:lnTo>
                    <a:pt x="228617" y="411224"/>
                  </a:lnTo>
                  <a:lnTo>
                    <a:pt x="228357" y="411300"/>
                  </a:lnTo>
                  <a:lnTo>
                    <a:pt x="228111" y="411151"/>
                  </a:lnTo>
                  <a:lnTo>
                    <a:pt x="227852" y="410776"/>
                  </a:lnTo>
                  <a:lnTo>
                    <a:pt x="227683" y="410454"/>
                  </a:lnTo>
                  <a:lnTo>
                    <a:pt x="227487" y="409782"/>
                  </a:lnTo>
                  <a:lnTo>
                    <a:pt x="227469" y="409434"/>
                  </a:lnTo>
                  <a:lnTo>
                    <a:pt x="227370" y="409204"/>
                  </a:lnTo>
                  <a:lnTo>
                    <a:pt x="227004" y="409121"/>
                  </a:lnTo>
                  <a:lnTo>
                    <a:pt x="226839" y="409480"/>
                  </a:lnTo>
                  <a:lnTo>
                    <a:pt x="226853" y="409687"/>
                  </a:lnTo>
                  <a:lnTo>
                    <a:pt x="226862" y="409819"/>
                  </a:lnTo>
                  <a:lnTo>
                    <a:pt x="226746" y="410131"/>
                  </a:lnTo>
                  <a:lnTo>
                    <a:pt x="226528" y="410548"/>
                  </a:lnTo>
                  <a:lnTo>
                    <a:pt x="226388" y="410942"/>
                  </a:lnTo>
                  <a:lnTo>
                    <a:pt x="226341" y="411311"/>
                  </a:lnTo>
                  <a:lnTo>
                    <a:pt x="226182" y="411433"/>
                  </a:lnTo>
                  <a:lnTo>
                    <a:pt x="226012" y="411506"/>
                  </a:lnTo>
                  <a:lnTo>
                    <a:pt x="225888" y="411874"/>
                  </a:lnTo>
                  <a:lnTo>
                    <a:pt x="225938" y="412611"/>
                  </a:lnTo>
                  <a:lnTo>
                    <a:pt x="226102" y="412842"/>
                  </a:lnTo>
                  <a:lnTo>
                    <a:pt x="226367" y="413463"/>
                  </a:lnTo>
                  <a:lnTo>
                    <a:pt x="226166" y="414623"/>
                  </a:lnTo>
                  <a:lnTo>
                    <a:pt x="226580" y="415660"/>
                  </a:lnTo>
                  <a:lnTo>
                    <a:pt x="226684" y="415920"/>
                  </a:lnTo>
                  <a:lnTo>
                    <a:pt x="226593" y="416152"/>
                  </a:lnTo>
                  <a:lnTo>
                    <a:pt x="226787" y="416629"/>
                  </a:lnTo>
                  <a:lnTo>
                    <a:pt x="226839" y="416876"/>
                  </a:lnTo>
                  <a:lnTo>
                    <a:pt x="226844" y="417054"/>
                  </a:lnTo>
                  <a:lnTo>
                    <a:pt x="226891" y="417285"/>
                  </a:lnTo>
                  <a:lnTo>
                    <a:pt x="227007" y="417529"/>
                  </a:lnTo>
                  <a:lnTo>
                    <a:pt x="227113" y="417818"/>
                  </a:lnTo>
                  <a:lnTo>
                    <a:pt x="227213" y="418187"/>
                  </a:lnTo>
                  <a:lnTo>
                    <a:pt x="227045" y="418004"/>
                  </a:lnTo>
                  <a:lnTo>
                    <a:pt x="226656" y="417765"/>
                  </a:lnTo>
                  <a:lnTo>
                    <a:pt x="226602" y="417899"/>
                  </a:lnTo>
                  <a:lnTo>
                    <a:pt x="226590" y="418300"/>
                  </a:lnTo>
                  <a:lnTo>
                    <a:pt x="226655" y="418480"/>
                  </a:lnTo>
                  <a:lnTo>
                    <a:pt x="226699" y="418656"/>
                  </a:lnTo>
                  <a:lnTo>
                    <a:pt x="226776" y="418888"/>
                  </a:lnTo>
                  <a:lnTo>
                    <a:pt x="225825" y="419217"/>
                  </a:lnTo>
                  <a:lnTo>
                    <a:pt x="225390" y="419200"/>
                  </a:lnTo>
                  <a:lnTo>
                    <a:pt x="225117" y="419074"/>
                  </a:lnTo>
                  <a:lnTo>
                    <a:pt x="224894" y="418932"/>
                  </a:lnTo>
                  <a:lnTo>
                    <a:pt x="224079" y="418125"/>
                  </a:lnTo>
                  <a:lnTo>
                    <a:pt x="223152" y="417551"/>
                  </a:lnTo>
                  <a:lnTo>
                    <a:pt x="223020" y="417371"/>
                  </a:lnTo>
                  <a:lnTo>
                    <a:pt x="222861" y="417159"/>
                  </a:lnTo>
                  <a:lnTo>
                    <a:pt x="222670" y="417005"/>
                  </a:lnTo>
                  <a:lnTo>
                    <a:pt x="222812" y="416045"/>
                  </a:lnTo>
                  <a:lnTo>
                    <a:pt x="222958" y="415099"/>
                  </a:lnTo>
                  <a:lnTo>
                    <a:pt x="222981" y="414948"/>
                  </a:lnTo>
                  <a:lnTo>
                    <a:pt x="223071" y="414361"/>
                  </a:lnTo>
                  <a:lnTo>
                    <a:pt x="223096" y="414199"/>
                  </a:lnTo>
                  <a:lnTo>
                    <a:pt x="222929" y="413823"/>
                  </a:lnTo>
                  <a:lnTo>
                    <a:pt x="222929" y="413456"/>
                  </a:lnTo>
                  <a:lnTo>
                    <a:pt x="223120" y="412400"/>
                  </a:lnTo>
                  <a:lnTo>
                    <a:pt x="222885" y="412301"/>
                  </a:lnTo>
                  <a:lnTo>
                    <a:pt x="222540" y="412510"/>
                  </a:lnTo>
                  <a:lnTo>
                    <a:pt x="221498" y="413504"/>
                  </a:lnTo>
                  <a:lnTo>
                    <a:pt x="221143" y="414439"/>
                  </a:lnTo>
                  <a:lnTo>
                    <a:pt x="220976" y="414331"/>
                  </a:lnTo>
                  <a:lnTo>
                    <a:pt x="220349" y="413739"/>
                  </a:lnTo>
                  <a:lnTo>
                    <a:pt x="220568" y="413233"/>
                  </a:lnTo>
                  <a:lnTo>
                    <a:pt x="220206" y="411506"/>
                  </a:lnTo>
                  <a:lnTo>
                    <a:pt x="220214" y="411250"/>
                  </a:lnTo>
                  <a:lnTo>
                    <a:pt x="220596" y="410438"/>
                  </a:lnTo>
                  <a:lnTo>
                    <a:pt x="220355" y="410676"/>
                  </a:lnTo>
                  <a:lnTo>
                    <a:pt x="219128" y="411264"/>
                  </a:lnTo>
                  <a:lnTo>
                    <a:pt x="219152" y="411092"/>
                  </a:lnTo>
                  <a:lnTo>
                    <a:pt x="219203" y="410712"/>
                  </a:lnTo>
                  <a:lnTo>
                    <a:pt x="218369" y="409399"/>
                  </a:lnTo>
                  <a:lnTo>
                    <a:pt x="218325" y="409196"/>
                  </a:lnTo>
                  <a:lnTo>
                    <a:pt x="218361" y="408925"/>
                  </a:lnTo>
                  <a:lnTo>
                    <a:pt x="218026" y="408038"/>
                  </a:lnTo>
                  <a:lnTo>
                    <a:pt x="219032" y="405831"/>
                  </a:lnTo>
                  <a:lnTo>
                    <a:pt x="218890" y="406132"/>
                  </a:lnTo>
                  <a:lnTo>
                    <a:pt x="218425" y="406163"/>
                  </a:lnTo>
                  <a:lnTo>
                    <a:pt x="217450" y="406530"/>
                  </a:lnTo>
                  <a:lnTo>
                    <a:pt x="216729" y="407700"/>
                  </a:lnTo>
                  <a:lnTo>
                    <a:pt x="216400" y="407621"/>
                  </a:lnTo>
                  <a:lnTo>
                    <a:pt x="216067" y="407777"/>
                  </a:lnTo>
                  <a:lnTo>
                    <a:pt x="217137" y="409381"/>
                  </a:lnTo>
                  <a:lnTo>
                    <a:pt x="217208" y="409693"/>
                  </a:lnTo>
                  <a:lnTo>
                    <a:pt x="216518" y="410113"/>
                  </a:lnTo>
                  <a:lnTo>
                    <a:pt x="216345" y="410122"/>
                  </a:lnTo>
                  <a:lnTo>
                    <a:pt x="216085" y="410333"/>
                  </a:lnTo>
                  <a:lnTo>
                    <a:pt x="216553" y="410361"/>
                  </a:lnTo>
                  <a:lnTo>
                    <a:pt x="216927" y="410483"/>
                  </a:lnTo>
                  <a:lnTo>
                    <a:pt x="217114" y="410585"/>
                  </a:lnTo>
                  <a:lnTo>
                    <a:pt x="217399" y="410973"/>
                  </a:lnTo>
                  <a:lnTo>
                    <a:pt x="217980" y="411802"/>
                  </a:lnTo>
                  <a:lnTo>
                    <a:pt x="218576" y="412280"/>
                  </a:lnTo>
                  <a:lnTo>
                    <a:pt x="218643" y="412624"/>
                  </a:lnTo>
                  <a:lnTo>
                    <a:pt x="218879" y="412609"/>
                  </a:lnTo>
                  <a:lnTo>
                    <a:pt x="219258" y="413453"/>
                  </a:lnTo>
                  <a:lnTo>
                    <a:pt x="219299" y="413768"/>
                  </a:lnTo>
                  <a:lnTo>
                    <a:pt x="219331" y="414147"/>
                  </a:lnTo>
                  <a:lnTo>
                    <a:pt x="219126" y="414197"/>
                  </a:lnTo>
                  <a:lnTo>
                    <a:pt x="219078" y="414599"/>
                  </a:lnTo>
                  <a:lnTo>
                    <a:pt x="218603" y="414883"/>
                  </a:lnTo>
                  <a:lnTo>
                    <a:pt x="218373" y="415834"/>
                  </a:lnTo>
                  <a:lnTo>
                    <a:pt x="218366" y="415968"/>
                  </a:lnTo>
                  <a:lnTo>
                    <a:pt x="218271" y="416273"/>
                  </a:lnTo>
                  <a:lnTo>
                    <a:pt x="217520" y="417270"/>
                  </a:lnTo>
                  <a:lnTo>
                    <a:pt x="218026" y="417508"/>
                  </a:lnTo>
                  <a:lnTo>
                    <a:pt x="217818" y="418037"/>
                  </a:lnTo>
                  <a:lnTo>
                    <a:pt x="217947" y="418394"/>
                  </a:lnTo>
                  <a:lnTo>
                    <a:pt x="217839" y="418671"/>
                  </a:lnTo>
                  <a:lnTo>
                    <a:pt x="216648" y="418102"/>
                  </a:lnTo>
                  <a:lnTo>
                    <a:pt x="216415" y="418069"/>
                  </a:lnTo>
                  <a:lnTo>
                    <a:pt x="216259" y="418141"/>
                  </a:lnTo>
                  <a:lnTo>
                    <a:pt x="215905" y="418384"/>
                  </a:lnTo>
                  <a:lnTo>
                    <a:pt x="215750" y="418488"/>
                  </a:lnTo>
                  <a:lnTo>
                    <a:pt x="215546" y="418619"/>
                  </a:lnTo>
                  <a:lnTo>
                    <a:pt x="215124" y="418861"/>
                  </a:lnTo>
                  <a:lnTo>
                    <a:pt x="214171" y="419089"/>
                  </a:lnTo>
                  <a:lnTo>
                    <a:pt x="213856" y="419038"/>
                  </a:lnTo>
                  <a:lnTo>
                    <a:pt x="213734" y="419330"/>
                  </a:lnTo>
                  <a:lnTo>
                    <a:pt x="213577" y="419561"/>
                  </a:lnTo>
                  <a:lnTo>
                    <a:pt x="213425" y="419645"/>
                  </a:lnTo>
                  <a:lnTo>
                    <a:pt x="213099" y="419692"/>
                  </a:lnTo>
                  <a:lnTo>
                    <a:pt x="212822" y="419704"/>
                  </a:lnTo>
                  <a:lnTo>
                    <a:pt x="212568" y="419775"/>
                  </a:lnTo>
                  <a:lnTo>
                    <a:pt x="212366" y="419812"/>
                  </a:lnTo>
                  <a:lnTo>
                    <a:pt x="211997" y="419778"/>
                  </a:lnTo>
                  <a:lnTo>
                    <a:pt x="211839" y="419706"/>
                  </a:lnTo>
                  <a:lnTo>
                    <a:pt x="211661" y="419652"/>
                  </a:lnTo>
                  <a:lnTo>
                    <a:pt x="211324" y="419563"/>
                  </a:lnTo>
                  <a:lnTo>
                    <a:pt x="210730" y="419623"/>
                  </a:lnTo>
                  <a:lnTo>
                    <a:pt x="210523" y="419636"/>
                  </a:lnTo>
                  <a:lnTo>
                    <a:pt x="209768" y="419758"/>
                  </a:lnTo>
                  <a:lnTo>
                    <a:pt x="209468" y="419816"/>
                  </a:lnTo>
                  <a:lnTo>
                    <a:pt x="209057" y="419918"/>
                  </a:lnTo>
                  <a:lnTo>
                    <a:pt x="208754" y="419974"/>
                  </a:lnTo>
                  <a:lnTo>
                    <a:pt x="208516" y="419702"/>
                  </a:lnTo>
                  <a:lnTo>
                    <a:pt x="208673" y="419574"/>
                  </a:lnTo>
                  <a:lnTo>
                    <a:pt x="208690" y="419206"/>
                  </a:lnTo>
                  <a:lnTo>
                    <a:pt x="208573" y="419043"/>
                  </a:lnTo>
                  <a:lnTo>
                    <a:pt x="208277" y="418687"/>
                  </a:lnTo>
                  <a:lnTo>
                    <a:pt x="208436" y="418974"/>
                  </a:lnTo>
                  <a:lnTo>
                    <a:pt x="208338" y="419243"/>
                  </a:lnTo>
                  <a:lnTo>
                    <a:pt x="208213" y="419498"/>
                  </a:lnTo>
                  <a:lnTo>
                    <a:pt x="208063" y="419700"/>
                  </a:lnTo>
                  <a:lnTo>
                    <a:pt x="207748" y="419944"/>
                  </a:lnTo>
                  <a:lnTo>
                    <a:pt x="207612" y="420042"/>
                  </a:lnTo>
                  <a:lnTo>
                    <a:pt x="207436" y="420169"/>
                  </a:lnTo>
                  <a:lnTo>
                    <a:pt x="207080" y="420413"/>
                  </a:lnTo>
                  <a:lnTo>
                    <a:pt x="206514" y="420632"/>
                  </a:lnTo>
                  <a:lnTo>
                    <a:pt x="206321" y="420707"/>
                  </a:lnTo>
                  <a:lnTo>
                    <a:pt x="206055" y="420798"/>
                  </a:lnTo>
                  <a:lnTo>
                    <a:pt x="205882" y="420827"/>
                  </a:lnTo>
                  <a:lnTo>
                    <a:pt x="205480" y="420894"/>
                  </a:lnTo>
                  <a:lnTo>
                    <a:pt x="204941" y="420887"/>
                  </a:lnTo>
                  <a:lnTo>
                    <a:pt x="204721" y="420589"/>
                  </a:lnTo>
                  <a:lnTo>
                    <a:pt x="204574" y="420272"/>
                  </a:lnTo>
                  <a:lnTo>
                    <a:pt x="204456" y="420047"/>
                  </a:lnTo>
                  <a:lnTo>
                    <a:pt x="204511" y="419814"/>
                  </a:lnTo>
                  <a:lnTo>
                    <a:pt x="204762" y="419175"/>
                  </a:lnTo>
                  <a:lnTo>
                    <a:pt x="204748" y="419001"/>
                  </a:lnTo>
                  <a:lnTo>
                    <a:pt x="204764" y="418823"/>
                  </a:lnTo>
                  <a:lnTo>
                    <a:pt x="204567" y="418743"/>
                  </a:lnTo>
                  <a:lnTo>
                    <a:pt x="204548" y="418902"/>
                  </a:lnTo>
                  <a:lnTo>
                    <a:pt x="204504" y="419231"/>
                  </a:lnTo>
                  <a:lnTo>
                    <a:pt x="204002" y="419592"/>
                  </a:lnTo>
                  <a:lnTo>
                    <a:pt x="204131" y="419819"/>
                  </a:lnTo>
                  <a:lnTo>
                    <a:pt x="204147" y="419967"/>
                  </a:lnTo>
                  <a:lnTo>
                    <a:pt x="204121" y="420108"/>
                  </a:lnTo>
                  <a:lnTo>
                    <a:pt x="204042" y="420374"/>
                  </a:lnTo>
                  <a:lnTo>
                    <a:pt x="204122" y="420755"/>
                  </a:lnTo>
                  <a:lnTo>
                    <a:pt x="203669" y="421455"/>
                  </a:lnTo>
                  <a:lnTo>
                    <a:pt x="202854" y="421411"/>
                  </a:lnTo>
                  <a:lnTo>
                    <a:pt x="202505" y="421536"/>
                  </a:lnTo>
                  <a:lnTo>
                    <a:pt x="202313" y="421719"/>
                  </a:lnTo>
                  <a:lnTo>
                    <a:pt x="202331" y="421849"/>
                  </a:lnTo>
                  <a:lnTo>
                    <a:pt x="201965" y="421938"/>
                  </a:lnTo>
                  <a:lnTo>
                    <a:pt x="201890" y="421747"/>
                  </a:lnTo>
                  <a:lnTo>
                    <a:pt x="200990" y="422319"/>
                  </a:lnTo>
                  <a:lnTo>
                    <a:pt x="200542" y="422080"/>
                  </a:lnTo>
                  <a:lnTo>
                    <a:pt x="200280" y="421951"/>
                  </a:lnTo>
                  <a:lnTo>
                    <a:pt x="200067" y="421851"/>
                  </a:lnTo>
                  <a:lnTo>
                    <a:pt x="199793" y="421662"/>
                  </a:lnTo>
                  <a:lnTo>
                    <a:pt x="199649" y="421505"/>
                  </a:lnTo>
                  <a:lnTo>
                    <a:pt x="199222" y="421523"/>
                  </a:lnTo>
                  <a:lnTo>
                    <a:pt x="198981" y="421387"/>
                  </a:lnTo>
                  <a:lnTo>
                    <a:pt x="198805" y="421345"/>
                  </a:lnTo>
                  <a:lnTo>
                    <a:pt x="198215" y="421139"/>
                  </a:lnTo>
                  <a:lnTo>
                    <a:pt x="198286" y="420948"/>
                  </a:lnTo>
                  <a:lnTo>
                    <a:pt x="198021" y="420751"/>
                  </a:lnTo>
                  <a:lnTo>
                    <a:pt x="197718" y="420728"/>
                  </a:lnTo>
                  <a:lnTo>
                    <a:pt x="197282" y="420598"/>
                  </a:lnTo>
                  <a:lnTo>
                    <a:pt x="197158" y="420324"/>
                  </a:lnTo>
                  <a:lnTo>
                    <a:pt x="197026" y="420276"/>
                  </a:lnTo>
                  <a:lnTo>
                    <a:pt x="196642" y="420218"/>
                  </a:lnTo>
                  <a:lnTo>
                    <a:pt x="196341" y="420457"/>
                  </a:lnTo>
                  <a:lnTo>
                    <a:pt x="196165" y="419967"/>
                  </a:lnTo>
                  <a:lnTo>
                    <a:pt x="196278" y="419769"/>
                  </a:lnTo>
                  <a:lnTo>
                    <a:pt x="196384" y="419623"/>
                  </a:lnTo>
                  <a:lnTo>
                    <a:pt x="196529" y="419434"/>
                  </a:lnTo>
                  <a:lnTo>
                    <a:pt x="196704" y="419083"/>
                  </a:lnTo>
                  <a:lnTo>
                    <a:pt x="196878" y="418962"/>
                  </a:lnTo>
                  <a:lnTo>
                    <a:pt x="197099" y="418846"/>
                  </a:lnTo>
                  <a:lnTo>
                    <a:pt x="197478" y="418170"/>
                  </a:lnTo>
                  <a:lnTo>
                    <a:pt x="198028" y="418498"/>
                  </a:lnTo>
                  <a:lnTo>
                    <a:pt x="198231" y="418464"/>
                  </a:lnTo>
                  <a:lnTo>
                    <a:pt x="198496" y="418418"/>
                  </a:lnTo>
                  <a:lnTo>
                    <a:pt x="198671" y="418387"/>
                  </a:lnTo>
                  <a:lnTo>
                    <a:pt x="199057" y="418243"/>
                  </a:lnTo>
                  <a:lnTo>
                    <a:pt x="199594" y="418048"/>
                  </a:lnTo>
                  <a:lnTo>
                    <a:pt x="199931" y="417871"/>
                  </a:lnTo>
                  <a:lnTo>
                    <a:pt x="200224" y="417700"/>
                  </a:lnTo>
                  <a:lnTo>
                    <a:pt x="200394" y="417581"/>
                  </a:lnTo>
                  <a:lnTo>
                    <a:pt x="200667" y="417324"/>
                  </a:lnTo>
                  <a:lnTo>
                    <a:pt x="200829" y="417115"/>
                  </a:lnTo>
                  <a:lnTo>
                    <a:pt x="201214" y="416746"/>
                  </a:lnTo>
                  <a:lnTo>
                    <a:pt x="201398" y="416438"/>
                  </a:lnTo>
                  <a:lnTo>
                    <a:pt x="201475" y="416225"/>
                  </a:lnTo>
                  <a:lnTo>
                    <a:pt x="201507" y="416082"/>
                  </a:lnTo>
                  <a:lnTo>
                    <a:pt x="201523" y="415893"/>
                  </a:lnTo>
                  <a:lnTo>
                    <a:pt x="201348" y="415502"/>
                  </a:lnTo>
                  <a:lnTo>
                    <a:pt x="201163" y="415300"/>
                  </a:lnTo>
                  <a:lnTo>
                    <a:pt x="201025" y="415105"/>
                  </a:lnTo>
                  <a:lnTo>
                    <a:pt x="201045" y="414720"/>
                  </a:lnTo>
                  <a:lnTo>
                    <a:pt x="200973" y="414593"/>
                  </a:lnTo>
                  <a:lnTo>
                    <a:pt x="200798" y="414310"/>
                  </a:lnTo>
                  <a:lnTo>
                    <a:pt x="200751" y="414160"/>
                  </a:lnTo>
                  <a:lnTo>
                    <a:pt x="200740" y="413952"/>
                  </a:lnTo>
                  <a:lnTo>
                    <a:pt x="200665" y="413618"/>
                  </a:lnTo>
                  <a:lnTo>
                    <a:pt x="199726" y="413422"/>
                  </a:lnTo>
                  <a:lnTo>
                    <a:pt x="198719" y="413494"/>
                  </a:lnTo>
                  <a:lnTo>
                    <a:pt x="198326" y="413409"/>
                  </a:lnTo>
                  <a:lnTo>
                    <a:pt x="198035" y="413202"/>
                  </a:lnTo>
                  <a:lnTo>
                    <a:pt x="197557" y="412532"/>
                  </a:lnTo>
                  <a:lnTo>
                    <a:pt x="197495" y="411895"/>
                  </a:lnTo>
                  <a:lnTo>
                    <a:pt x="197468" y="411553"/>
                  </a:lnTo>
                  <a:lnTo>
                    <a:pt x="198388" y="410821"/>
                  </a:lnTo>
                  <a:lnTo>
                    <a:pt x="198720" y="410233"/>
                  </a:lnTo>
                  <a:lnTo>
                    <a:pt x="199378" y="409692"/>
                  </a:lnTo>
                  <a:lnTo>
                    <a:pt x="198989" y="410042"/>
                  </a:lnTo>
                  <a:lnTo>
                    <a:pt x="198440" y="410302"/>
                  </a:lnTo>
                  <a:lnTo>
                    <a:pt x="198355" y="410478"/>
                  </a:lnTo>
                  <a:lnTo>
                    <a:pt x="197933" y="410918"/>
                  </a:lnTo>
                  <a:lnTo>
                    <a:pt x="197414" y="411241"/>
                  </a:lnTo>
                  <a:lnTo>
                    <a:pt x="197337" y="411443"/>
                  </a:lnTo>
                  <a:lnTo>
                    <a:pt x="197367" y="411989"/>
                  </a:lnTo>
                  <a:lnTo>
                    <a:pt x="197397" y="412470"/>
                  </a:lnTo>
                  <a:lnTo>
                    <a:pt x="197092" y="413003"/>
                  </a:lnTo>
                  <a:lnTo>
                    <a:pt x="196383" y="412464"/>
                  </a:lnTo>
                  <a:lnTo>
                    <a:pt x="196512" y="412381"/>
                  </a:lnTo>
                  <a:lnTo>
                    <a:pt x="197211" y="410709"/>
                  </a:lnTo>
                  <a:lnTo>
                    <a:pt x="196898" y="411148"/>
                  </a:lnTo>
                  <a:lnTo>
                    <a:pt x="195973" y="411582"/>
                  </a:lnTo>
                  <a:lnTo>
                    <a:pt x="195633" y="411705"/>
                  </a:lnTo>
                  <a:lnTo>
                    <a:pt x="195460" y="411772"/>
                  </a:lnTo>
                  <a:lnTo>
                    <a:pt x="194228" y="412631"/>
                  </a:lnTo>
                  <a:lnTo>
                    <a:pt x="192574" y="412687"/>
                  </a:lnTo>
                  <a:lnTo>
                    <a:pt x="192374" y="412590"/>
                  </a:lnTo>
                  <a:lnTo>
                    <a:pt x="192203" y="412507"/>
                  </a:lnTo>
                  <a:lnTo>
                    <a:pt x="190765" y="412059"/>
                  </a:lnTo>
                  <a:lnTo>
                    <a:pt x="190333" y="411002"/>
                  </a:lnTo>
                  <a:lnTo>
                    <a:pt x="190133" y="410716"/>
                  </a:lnTo>
                  <a:lnTo>
                    <a:pt x="189874" y="410474"/>
                  </a:lnTo>
                  <a:lnTo>
                    <a:pt x="189673" y="409865"/>
                  </a:lnTo>
                  <a:lnTo>
                    <a:pt x="189097" y="409769"/>
                  </a:lnTo>
                  <a:lnTo>
                    <a:pt x="188839" y="409578"/>
                  </a:lnTo>
                  <a:lnTo>
                    <a:pt x="188693" y="409414"/>
                  </a:lnTo>
                  <a:lnTo>
                    <a:pt x="188562" y="409078"/>
                  </a:lnTo>
                  <a:lnTo>
                    <a:pt x="187925" y="408546"/>
                  </a:lnTo>
                  <a:lnTo>
                    <a:pt x="188157" y="407831"/>
                  </a:lnTo>
                  <a:lnTo>
                    <a:pt x="188608" y="407720"/>
                  </a:lnTo>
                  <a:lnTo>
                    <a:pt x="188629" y="407004"/>
                  </a:lnTo>
                  <a:lnTo>
                    <a:pt x="188352" y="406314"/>
                  </a:lnTo>
                  <a:lnTo>
                    <a:pt x="188761" y="405721"/>
                  </a:lnTo>
                  <a:lnTo>
                    <a:pt x="189322" y="406000"/>
                  </a:lnTo>
                  <a:lnTo>
                    <a:pt x="189536" y="405998"/>
                  </a:lnTo>
                  <a:lnTo>
                    <a:pt x="189968" y="405677"/>
                  </a:lnTo>
                  <a:lnTo>
                    <a:pt x="190088" y="405541"/>
                  </a:lnTo>
                  <a:lnTo>
                    <a:pt x="189992" y="405339"/>
                  </a:lnTo>
                  <a:lnTo>
                    <a:pt x="189577" y="405272"/>
                  </a:lnTo>
                  <a:lnTo>
                    <a:pt x="189662" y="404947"/>
                  </a:lnTo>
                  <a:lnTo>
                    <a:pt x="189638" y="404720"/>
                  </a:lnTo>
                  <a:lnTo>
                    <a:pt x="189565" y="404954"/>
                  </a:lnTo>
                  <a:lnTo>
                    <a:pt x="189401" y="405215"/>
                  </a:lnTo>
                  <a:lnTo>
                    <a:pt x="189097" y="405387"/>
                  </a:lnTo>
                  <a:lnTo>
                    <a:pt x="188595" y="405239"/>
                  </a:lnTo>
                  <a:lnTo>
                    <a:pt x="188608" y="405018"/>
                  </a:lnTo>
                  <a:lnTo>
                    <a:pt x="188545" y="404821"/>
                  </a:lnTo>
                  <a:lnTo>
                    <a:pt x="188563" y="404470"/>
                  </a:lnTo>
                  <a:lnTo>
                    <a:pt x="188669" y="404222"/>
                  </a:lnTo>
                  <a:lnTo>
                    <a:pt x="187955" y="403854"/>
                  </a:lnTo>
                  <a:lnTo>
                    <a:pt x="187891" y="403710"/>
                  </a:lnTo>
                  <a:lnTo>
                    <a:pt x="187867" y="403553"/>
                  </a:lnTo>
                  <a:lnTo>
                    <a:pt x="187869" y="403371"/>
                  </a:lnTo>
                  <a:lnTo>
                    <a:pt x="187820" y="403007"/>
                  </a:lnTo>
                  <a:lnTo>
                    <a:pt x="187442" y="402902"/>
                  </a:lnTo>
                  <a:lnTo>
                    <a:pt x="187043" y="402711"/>
                  </a:lnTo>
                  <a:lnTo>
                    <a:pt x="187374" y="403162"/>
                  </a:lnTo>
                  <a:lnTo>
                    <a:pt x="187806" y="403347"/>
                  </a:lnTo>
                  <a:lnTo>
                    <a:pt x="187472" y="403939"/>
                  </a:lnTo>
                  <a:lnTo>
                    <a:pt x="187434" y="403802"/>
                  </a:lnTo>
                  <a:lnTo>
                    <a:pt x="187204" y="403352"/>
                  </a:lnTo>
                  <a:lnTo>
                    <a:pt x="187257" y="403638"/>
                  </a:lnTo>
                  <a:lnTo>
                    <a:pt x="187494" y="404364"/>
                  </a:lnTo>
                  <a:lnTo>
                    <a:pt x="188157" y="404527"/>
                  </a:lnTo>
                  <a:lnTo>
                    <a:pt x="188175" y="404772"/>
                  </a:lnTo>
                  <a:lnTo>
                    <a:pt x="188124" y="404944"/>
                  </a:lnTo>
                  <a:lnTo>
                    <a:pt x="188004" y="405119"/>
                  </a:lnTo>
                  <a:lnTo>
                    <a:pt x="187974" y="405998"/>
                  </a:lnTo>
                  <a:lnTo>
                    <a:pt x="187901" y="406192"/>
                  </a:lnTo>
                  <a:lnTo>
                    <a:pt x="187772" y="406544"/>
                  </a:lnTo>
                  <a:lnTo>
                    <a:pt x="187488" y="406909"/>
                  </a:lnTo>
                  <a:lnTo>
                    <a:pt x="187700" y="407199"/>
                  </a:lnTo>
                  <a:lnTo>
                    <a:pt x="187633" y="407499"/>
                  </a:lnTo>
                  <a:lnTo>
                    <a:pt x="187324" y="407798"/>
                  </a:lnTo>
                  <a:lnTo>
                    <a:pt x="187143" y="407663"/>
                  </a:lnTo>
                  <a:lnTo>
                    <a:pt x="186656" y="407521"/>
                  </a:lnTo>
                  <a:lnTo>
                    <a:pt x="186813" y="407590"/>
                  </a:lnTo>
                  <a:lnTo>
                    <a:pt x="187101" y="407793"/>
                  </a:lnTo>
                  <a:lnTo>
                    <a:pt x="187001" y="408203"/>
                  </a:lnTo>
                  <a:lnTo>
                    <a:pt x="187117" y="408406"/>
                  </a:lnTo>
                  <a:lnTo>
                    <a:pt x="187460" y="408679"/>
                  </a:lnTo>
                  <a:lnTo>
                    <a:pt x="187504" y="408823"/>
                  </a:lnTo>
                  <a:lnTo>
                    <a:pt x="187534" y="408963"/>
                  </a:lnTo>
                  <a:lnTo>
                    <a:pt x="187559" y="409115"/>
                  </a:lnTo>
                  <a:lnTo>
                    <a:pt x="187583" y="409268"/>
                  </a:lnTo>
                  <a:lnTo>
                    <a:pt x="187569" y="410018"/>
                  </a:lnTo>
                  <a:lnTo>
                    <a:pt x="187654" y="410274"/>
                  </a:lnTo>
                  <a:lnTo>
                    <a:pt x="187925" y="410515"/>
                  </a:lnTo>
                  <a:lnTo>
                    <a:pt x="188172" y="410559"/>
                  </a:lnTo>
                  <a:lnTo>
                    <a:pt x="188196" y="411473"/>
                  </a:lnTo>
                  <a:lnTo>
                    <a:pt x="188020" y="411317"/>
                  </a:lnTo>
                  <a:lnTo>
                    <a:pt x="187896" y="411491"/>
                  </a:lnTo>
                  <a:lnTo>
                    <a:pt x="187942" y="411657"/>
                  </a:lnTo>
                  <a:lnTo>
                    <a:pt x="187712" y="411781"/>
                  </a:lnTo>
                  <a:lnTo>
                    <a:pt x="187103" y="411738"/>
                  </a:lnTo>
                  <a:lnTo>
                    <a:pt x="186881" y="411578"/>
                  </a:lnTo>
                  <a:lnTo>
                    <a:pt x="186548" y="411193"/>
                  </a:lnTo>
                  <a:lnTo>
                    <a:pt x="186243" y="410869"/>
                  </a:lnTo>
                  <a:lnTo>
                    <a:pt x="186157" y="411256"/>
                  </a:lnTo>
                  <a:lnTo>
                    <a:pt x="185816" y="411156"/>
                  </a:lnTo>
                  <a:lnTo>
                    <a:pt x="185782" y="411005"/>
                  </a:lnTo>
                  <a:lnTo>
                    <a:pt x="185562" y="411010"/>
                  </a:lnTo>
                  <a:lnTo>
                    <a:pt x="185360" y="411068"/>
                  </a:lnTo>
                  <a:lnTo>
                    <a:pt x="185164" y="411125"/>
                  </a:lnTo>
                  <a:lnTo>
                    <a:pt x="184809" y="411296"/>
                  </a:lnTo>
                  <a:lnTo>
                    <a:pt x="184549" y="411515"/>
                  </a:lnTo>
                  <a:lnTo>
                    <a:pt x="184288" y="411718"/>
                  </a:lnTo>
                  <a:lnTo>
                    <a:pt x="184008" y="411785"/>
                  </a:lnTo>
                  <a:lnTo>
                    <a:pt x="183757" y="411892"/>
                  </a:lnTo>
                  <a:lnTo>
                    <a:pt x="183633" y="412026"/>
                  </a:lnTo>
                  <a:lnTo>
                    <a:pt x="183395" y="412456"/>
                  </a:lnTo>
                  <a:lnTo>
                    <a:pt x="183246" y="412328"/>
                  </a:lnTo>
                  <a:lnTo>
                    <a:pt x="183164" y="412201"/>
                  </a:lnTo>
                  <a:lnTo>
                    <a:pt x="183028" y="412011"/>
                  </a:lnTo>
                  <a:lnTo>
                    <a:pt x="182846" y="411851"/>
                  </a:lnTo>
                  <a:lnTo>
                    <a:pt x="182830" y="411575"/>
                  </a:lnTo>
                  <a:lnTo>
                    <a:pt x="182868" y="411364"/>
                  </a:lnTo>
                  <a:lnTo>
                    <a:pt x="183039" y="411106"/>
                  </a:lnTo>
                  <a:lnTo>
                    <a:pt x="182435" y="410383"/>
                  </a:lnTo>
                  <a:lnTo>
                    <a:pt x="182301" y="410335"/>
                  </a:lnTo>
                  <a:lnTo>
                    <a:pt x="182100" y="410303"/>
                  </a:lnTo>
                  <a:lnTo>
                    <a:pt x="181805" y="410204"/>
                  </a:lnTo>
                  <a:lnTo>
                    <a:pt x="182105" y="409486"/>
                  </a:lnTo>
                  <a:lnTo>
                    <a:pt x="182136" y="409672"/>
                  </a:lnTo>
                  <a:lnTo>
                    <a:pt x="182439" y="409835"/>
                  </a:lnTo>
                  <a:lnTo>
                    <a:pt x="182626" y="409782"/>
                  </a:lnTo>
                  <a:lnTo>
                    <a:pt x="182620" y="409485"/>
                  </a:lnTo>
                  <a:lnTo>
                    <a:pt x="182339" y="409110"/>
                  </a:lnTo>
                  <a:lnTo>
                    <a:pt x="182209" y="409079"/>
                  </a:lnTo>
                  <a:lnTo>
                    <a:pt x="181933" y="408706"/>
                  </a:lnTo>
                  <a:lnTo>
                    <a:pt x="181772" y="408327"/>
                  </a:lnTo>
                  <a:lnTo>
                    <a:pt x="181787" y="408100"/>
                  </a:lnTo>
                  <a:lnTo>
                    <a:pt x="182007" y="407779"/>
                  </a:lnTo>
                  <a:lnTo>
                    <a:pt x="182069" y="407522"/>
                  </a:lnTo>
                  <a:lnTo>
                    <a:pt x="182040" y="407165"/>
                  </a:lnTo>
                  <a:lnTo>
                    <a:pt x="182153" y="406955"/>
                  </a:lnTo>
                  <a:lnTo>
                    <a:pt x="182181" y="406686"/>
                  </a:lnTo>
                  <a:lnTo>
                    <a:pt x="182189" y="406516"/>
                  </a:lnTo>
                  <a:lnTo>
                    <a:pt x="181886" y="406330"/>
                  </a:lnTo>
                  <a:lnTo>
                    <a:pt x="181920" y="406501"/>
                  </a:lnTo>
                  <a:lnTo>
                    <a:pt x="181822" y="406969"/>
                  </a:lnTo>
                  <a:lnTo>
                    <a:pt x="181602" y="407214"/>
                  </a:lnTo>
                  <a:lnTo>
                    <a:pt x="181314" y="407441"/>
                  </a:lnTo>
                  <a:lnTo>
                    <a:pt x="181361" y="407669"/>
                  </a:lnTo>
                  <a:lnTo>
                    <a:pt x="181130" y="407884"/>
                  </a:lnTo>
                  <a:lnTo>
                    <a:pt x="180988" y="407835"/>
                  </a:lnTo>
                  <a:lnTo>
                    <a:pt x="180798" y="407621"/>
                  </a:lnTo>
                  <a:lnTo>
                    <a:pt x="180654" y="407415"/>
                  </a:lnTo>
                  <a:lnTo>
                    <a:pt x="180477" y="407389"/>
                  </a:lnTo>
                  <a:lnTo>
                    <a:pt x="180413" y="407152"/>
                  </a:lnTo>
                  <a:lnTo>
                    <a:pt x="180359" y="407006"/>
                  </a:lnTo>
                  <a:lnTo>
                    <a:pt x="180088" y="407267"/>
                  </a:lnTo>
                  <a:lnTo>
                    <a:pt x="179791" y="406941"/>
                  </a:lnTo>
                  <a:lnTo>
                    <a:pt x="179732" y="407352"/>
                  </a:lnTo>
                  <a:lnTo>
                    <a:pt x="180390" y="407483"/>
                  </a:lnTo>
                  <a:lnTo>
                    <a:pt x="180366" y="407794"/>
                  </a:lnTo>
                  <a:lnTo>
                    <a:pt x="180385" y="408236"/>
                  </a:lnTo>
                  <a:lnTo>
                    <a:pt x="180068" y="408426"/>
                  </a:lnTo>
                  <a:lnTo>
                    <a:pt x="180501" y="409342"/>
                  </a:lnTo>
                  <a:lnTo>
                    <a:pt x="179698" y="409833"/>
                  </a:lnTo>
                  <a:lnTo>
                    <a:pt x="179309" y="409512"/>
                  </a:lnTo>
                  <a:lnTo>
                    <a:pt x="178757" y="408694"/>
                  </a:lnTo>
                  <a:lnTo>
                    <a:pt x="178906" y="408012"/>
                  </a:lnTo>
                  <a:lnTo>
                    <a:pt x="178906" y="407532"/>
                  </a:lnTo>
                  <a:lnTo>
                    <a:pt x="178771" y="407140"/>
                  </a:lnTo>
                  <a:lnTo>
                    <a:pt x="178945" y="406262"/>
                  </a:lnTo>
                  <a:lnTo>
                    <a:pt x="178909" y="406010"/>
                  </a:lnTo>
                  <a:lnTo>
                    <a:pt x="179025" y="405819"/>
                  </a:lnTo>
                  <a:lnTo>
                    <a:pt x="179116" y="405520"/>
                  </a:lnTo>
                  <a:lnTo>
                    <a:pt x="179291" y="405208"/>
                  </a:lnTo>
                  <a:lnTo>
                    <a:pt x="179180" y="405019"/>
                  </a:lnTo>
                  <a:lnTo>
                    <a:pt x="179198" y="404866"/>
                  </a:lnTo>
                  <a:lnTo>
                    <a:pt x="179303" y="404672"/>
                  </a:lnTo>
                  <a:lnTo>
                    <a:pt x="179391" y="404543"/>
                  </a:lnTo>
                  <a:lnTo>
                    <a:pt x="179678" y="404096"/>
                  </a:lnTo>
                  <a:lnTo>
                    <a:pt x="180250" y="403465"/>
                  </a:lnTo>
                  <a:lnTo>
                    <a:pt x="180360" y="403090"/>
                  </a:lnTo>
                  <a:lnTo>
                    <a:pt x="180262" y="403246"/>
                  </a:lnTo>
                  <a:lnTo>
                    <a:pt x="179919" y="403713"/>
                  </a:lnTo>
                  <a:lnTo>
                    <a:pt x="179767" y="403841"/>
                  </a:lnTo>
                  <a:lnTo>
                    <a:pt x="179460" y="403361"/>
                  </a:lnTo>
                  <a:lnTo>
                    <a:pt x="179358" y="402848"/>
                  </a:lnTo>
                  <a:lnTo>
                    <a:pt x="179376" y="403386"/>
                  </a:lnTo>
                  <a:lnTo>
                    <a:pt x="179420" y="403515"/>
                  </a:lnTo>
                  <a:lnTo>
                    <a:pt x="179420" y="403648"/>
                  </a:lnTo>
                  <a:lnTo>
                    <a:pt x="179435" y="403786"/>
                  </a:lnTo>
                  <a:lnTo>
                    <a:pt x="179309" y="404225"/>
                  </a:lnTo>
                  <a:lnTo>
                    <a:pt x="179044" y="404668"/>
                  </a:lnTo>
                  <a:lnTo>
                    <a:pt x="178319" y="404336"/>
                  </a:lnTo>
                  <a:lnTo>
                    <a:pt x="178630" y="405713"/>
                  </a:lnTo>
                  <a:lnTo>
                    <a:pt x="178631" y="405969"/>
                  </a:lnTo>
                  <a:lnTo>
                    <a:pt x="178578" y="406358"/>
                  </a:lnTo>
                  <a:lnTo>
                    <a:pt x="178391" y="406434"/>
                  </a:lnTo>
                  <a:lnTo>
                    <a:pt x="178149" y="407692"/>
                  </a:lnTo>
                  <a:lnTo>
                    <a:pt x="177296" y="407577"/>
                  </a:lnTo>
                  <a:lnTo>
                    <a:pt x="177031" y="407271"/>
                  </a:lnTo>
                  <a:lnTo>
                    <a:pt x="176966" y="406913"/>
                  </a:lnTo>
                  <a:lnTo>
                    <a:pt x="177126" y="406388"/>
                  </a:lnTo>
                  <a:lnTo>
                    <a:pt x="177083" y="406008"/>
                  </a:lnTo>
                  <a:lnTo>
                    <a:pt x="177017" y="405759"/>
                  </a:lnTo>
                  <a:lnTo>
                    <a:pt x="176926" y="405245"/>
                  </a:lnTo>
                  <a:lnTo>
                    <a:pt x="176744" y="404684"/>
                  </a:lnTo>
                  <a:lnTo>
                    <a:pt x="175804" y="403878"/>
                  </a:lnTo>
                  <a:lnTo>
                    <a:pt x="175748" y="403643"/>
                  </a:lnTo>
                  <a:lnTo>
                    <a:pt x="175604" y="403491"/>
                  </a:lnTo>
                  <a:lnTo>
                    <a:pt x="176118" y="403124"/>
                  </a:lnTo>
                  <a:lnTo>
                    <a:pt x="176256" y="402643"/>
                  </a:lnTo>
                  <a:lnTo>
                    <a:pt x="176391" y="402577"/>
                  </a:lnTo>
                  <a:lnTo>
                    <a:pt x="176546" y="402414"/>
                  </a:lnTo>
                  <a:lnTo>
                    <a:pt x="177225" y="401441"/>
                  </a:lnTo>
                  <a:lnTo>
                    <a:pt x="177599" y="400568"/>
                  </a:lnTo>
                  <a:lnTo>
                    <a:pt x="177456" y="399913"/>
                  </a:lnTo>
                  <a:lnTo>
                    <a:pt x="177588" y="399822"/>
                  </a:lnTo>
                  <a:lnTo>
                    <a:pt x="177723" y="399737"/>
                  </a:lnTo>
                  <a:lnTo>
                    <a:pt x="178673" y="399038"/>
                  </a:lnTo>
                  <a:lnTo>
                    <a:pt x="177884" y="398589"/>
                  </a:lnTo>
                  <a:lnTo>
                    <a:pt x="176226" y="398786"/>
                  </a:lnTo>
                  <a:lnTo>
                    <a:pt x="176051" y="398775"/>
                  </a:lnTo>
                  <a:lnTo>
                    <a:pt x="174950" y="398356"/>
                  </a:lnTo>
                  <a:lnTo>
                    <a:pt x="174984" y="397985"/>
                  </a:lnTo>
                  <a:lnTo>
                    <a:pt x="175036" y="397447"/>
                  </a:lnTo>
                  <a:lnTo>
                    <a:pt x="174357" y="398262"/>
                  </a:lnTo>
                  <a:lnTo>
                    <a:pt x="174065" y="398778"/>
                  </a:lnTo>
                  <a:lnTo>
                    <a:pt x="173479" y="398912"/>
                  </a:lnTo>
                  <a:lnTo>
                    <a:pt x="173350" y="398937"/>
                  </a:lnTo>
                  <a:lnTo>
                    <a:pt x="172978" y="399219"/>
                  </a:lnTo>
                  <a:lnTo>
                    <a:pt x="172693" y="399692"/>
                  </a:lnTo>
                  <a:lnTo>
                    <a:pt x="171341" y="400202"/>
                  </a:lnTo>
                  <a:lnTo>
                    <a:pt x="171306" y="399687"/>
                  </a:lnTo>
                  <a:lnTo>
                    <a:pt x="171112" y="399937"/>
                  </a:lnTo>
                  <a:lnTo>
                    <a:pt x="171157" y="400066"/>
                  </a:lnTo>
                  <a:lnTo>
                    <a:pt x="171224" y="400266"/>
                  </a:lnTo>
                  <a:lnTo>
                    <a:pt x="171590" y="400770"/>
                  </a:lnTo>
                  <a:lnTo>
                    <a:pt x="171765" y="401292"/>
                  </a:lnTo>
                  <a:lnTo>
                    <a:pt x="172450" y="401641"/>
                  </a:lnTo>
                  <a:lnTo>
                    <a:pt x="172575" y="401822"/>
                  </a:lnTo>
                  <a:lnTo>
                    <a:pt x="173248" y="403484"/>
                  </a:lnTo>
                  <a:lnTo>
                    <a:pt x="173298" y="403684"/>
                  </a:lnTo>
                  <a:lnTo>
                    <a:pt x="174131" y="405242"/>
                  </a:lnTo>
                  <a:lnTo>
                    <a:pt x="174816" y="405442"/>
                  </a:lnTo>
                  <a:lnTo>
                    <a:pt x="174073" y="406562"/>
                  </a:lnTo>
                  <a:lnTo>
                    <a:pt x="173562" y="406458"/>
                  </a:lnTo>
                  <a:lnTo>
                    <a:pt x="173129" y="406284"/>
                  </a:lnTo>
                  <a:lnTo>
                    <a:pt x="173220" y="405814"/>
                  </a:lnTo>
                  <a:lnTo>
                    <a:pt x="173234" y="405678"/>
                  </a:lnTo>
                  <a:lnTo>
                    <a:pt x="173188" y="405477"/>
                  </a:lnTo>
                  <a:lnTo>
                    <a:pt x="173014" y="405261"/>
                  </a:lnTo>
                  <a:lnTo>
                    <a:pt x="173010" y="405412"/>
                  </a:lnTo>
                  <a:lnTo>
                    <a:pt x="173050" y="405728"/>
                  </a:lnTo>
                  <a:lnTo>
                    <a:pt x="173074" y="405976"/>
                  </a:lnTo>
                  <a:lnTo>
                    <a:pt x="173037" y="406118"/>
                  </a:lnTo>
                  <a:lnTo>
                    <a:pt x="173039" y="406510"/>
                  </a:lnTo>
                  <a:lnTo>
                    <a:pt x="173325" y="406884"/>
                  </a:lnTo>
                  <a:lnTo>
                    <a:pt x="173362" y="407038"/>
                  </a:lnTo>
                  <a:lnTo>
                    <a:pt x="173290" y="407501"/>
                  </a:lnTo>
                  <a:lnTo>
                    <a:pt x="174744" y="406564"/>
                  </a:lnTo>
                  <a:lnTo>
                    <a:pt x="174856" y="407446"/>
                  </a:lnTo>
                  <a:lnTo>
                    <a:pt x="174711" y="407710"/>
                  </a:lnTo>
                  <a:lnTo>
                    <a:pt x="174749" y="407942"/>
                  </a:lnTo>
                  <a:lnTo>
                    <a:pt x="174722" y="408196"/>
                  </a:lnTo>
                  <a:lnTo>
                    <a:pt x="174914" y="408155"/>
                  </a:lnTo>
                  <a:lnTo>
                    <a:pt x="175213" y="408078"/>
                  </a:lnTo>
                  <a:lnTo>
                    <a:pt x="175469" y="407523"/>
                  </a:lnTo>
                  <a:lnTo>
                    <a:pt x="175610" y="407589"/>
                  </a:lnTo>
                  <a:lnTo>
                    <a:pt x="175830" y="407823"/>
                  </a:lnTo>
                  <a:lnTo>
                    <a:pt x="175999" y="408653"/>
                  </a:lnTo>
                  <a:lnTo>
                    <a:pt x="175920" y="408800"/>
                  </a:lnTo>
                  <a:lnTo>
                    <a:pt x="175847" y="408949"/>
                  </a:lnTo>
                  <a:lnTo>
                    <a:pt x="175787" y="409216"/>
                  </a:lnTo>
                  <a:lnTo>
                    <a:pt x="175786" y="409373"/>
                  </a:lnTo>
                  <a:lnTo>
                    <a:pt x="175549" y="409438"/>
                  </a:lnTo>
                  <a:lnTo>
                    <a:pt x="175183" y="409513"/>
                  </a:lnTo>
                  <a:lnTo>
                    <a:pt x="175443" y="409960"/>
                  </a:lnTo>
                  <a:lnTo>
                    <a:pt x="175356" y="410092"/>
                  </a:lnTo>
                  <a:lnTo>
                    <a:pt x="174579" y="411108"/>
                  </a:lnTo>
                  <a:lnTo>
                    <a:pt x="174156" y="412193"/>
                  </a:lnTo>
                  <a:lnTo>
                    <a:pt x="173922" y="412661"/>
                  </a:lnTo>
                  <a:lnTo>
                    <a:pt x="173462" y="413146"/>
                  </a:lnTo>
                  <a:lnTo>
                    <a:pt x="172581" y="413505"/>
                  </a:lnTo>
                  <a:lnTo>
                    <a:pt x="171962" y="413529"/>
                  </a:lnTo>
                  <a:lnTo>
                    <a:pt x="171948" y="413259"/>
                  </a:lnTo>
                  <a:lnTo>
                    <a:pt x="171992" y="413090"/>
                  </a:lnTo>
                  <a:lnTo>
                    <a:pt x="172167" y="412888"/>
                  </a:lnTo>
                  <a:lnTo>
                    <a:pt x="172252" y="412753"/>
                  </a:lnTo>
                  <a:lnTo>
                    <a:pt x="172416" y="412601"/>
                  </a:lnTo>
                  <a:lnTo>
                    <a:pt x="172531" y="412352"/>
                  </a:lnTo>
                  <a:lnTo>
                    <a:pt x="172408" y="412209"/>
                  </a:lnTo>
                  <a:lnTo>
                    <a:pt x="172397" y="412369"/>
                  </a:lnTo>
                  <a:lnTo>
                    <a:pt x="172078" y="412622"/>
                  </a:lnTo>
                  <a:lnTo>
                    <a:pt x="171948" y="412926"/>
                  </a:lnTo>
                  <a:lnTo>
                    <a:pt x="171829" y="413402"/>
                  </a:lnTo>
                  <a:lnTo>
                    <a:pt x="171932" y="413720"/>
                  </a:lnTo>
                  <a:lnTo>
                    <a:pt x="171923" y="414004"/>
                  </a:lnTo>
                  <a:lnTo>
                    <a:pt x="171921" y="414208"/>
                  </a:lnTo>
                  <a:lnTo>
                    <a:pt x="171769" y="414276"/>
                  </a:lnTo>
                  <a:lnTo>
                    <a:pt x="171747" y="414449"/>
                  </a:lnTo>
                  <a:lnTo>
                    <a:pt x="171771" y="414750"/>
                  </a:lnTo>
                  <a:lnTo>
                    <a:pt x="171547" y="414746"/>
                  </a:lnTo>
                  <a:lnTo>
                    <a:pt x="171388" y="414745"/>
                  </a:lnTo>
                  <a:lnTo>
                    <a:pt x="170532" y="414980"/>
                  </a:lnTo>
                  <a:lnTo>
                    <a:pt x="170353" y="414955"/>
                  </a:lnTo>
                  <a:lnTo>
                    <a:pt x="169525" y="414972"/>
                  </a:lnTo>
                  <a:lnTo>
                    <a:pt x="169376" y="414997"/>
                  </a:lnTo>
                  <a:lnTo>
                    <a:pt x="168815" y="415246"/>
                  </a:lnTo>
                  <a:lnTo>
                    <a:pt x="168793" y="415681"/>
                  </a:lnTo>
                  <a:lnTo>
                    <a:pt x="167595" y="415653"/>
                  </a:lnTo>
                  <a:lnTo>
                    <a:pt x="167527" y="415210"/>
                  </a:lnTo>
                  <a:lnTo>
                    <a:pt x="167530" y="414934"/>
                  </a:lnTo>
                  <a:lnTo>
                    <a:pt x="167876" y="413981"/>
                  </a:lnTo>
                  <a:lnTo>
                    <a:pt x="168652" y="413597"/>
                  </a:lnTo>
                  <a:lnTo>
                    <a:pt x="168568" y="413446"/>
                  </a:lnTo>
                  <a:lnTo>
                    <a:pt x="168463" y="413289"/>
                  </a:lnTo>
                  <a:lnTo>
                    <a:pt x="168176" y="413084"/>
                  </a:lnTo>
                  <a:lnTo>
                    <a:pt x="168974" y="412766"/>
                  </a:lnTo>
                  <a:lnTo>
                    <a:pt x="169410" y="412701"/>
                  </a:lnTo>
                  <a:lnTo>
                    <a:pt x="169582" y="412741"/>
                  </a:lnTo>
                  <a:lnTo>
                    <a:pt x="169780" y="412800"/>
                  </a:lnTo>
                  <a:lnTo>
                    <a:pt x="169684" y="412414"/>
                  </a:lnTo>
                  <a:lnTo>
                    <a:pt x="170254" y="410405"/>
                  </a:lnTo>
                  <a:lnTo>
                    <a:pt x="170472" y="410159"/>
                  </a:lnTo>
                  <a:lnTo>
                    <a:pt x="170760" y="410042"/>
                  </a:lnTo>
                  <a:lnTo>
                    <a:pt x="169524" y="410182"/>
                  </a:lnTo>
                  <a:lnTo>
                    <a:pt x="169345" y="410069"/>
                  </a:lnTo>
                  <a:lnTo>
                    <a:pt x="169517" y="409805"/>
                  </a:lnTo>
                  <a:lnTo>
                    <a:pt x="169544" y="409640"/>
                  </a:lnTo>
                  <a:lnTo>
                    <a:pt x="169974" y="408834"/>
                  </a:lnTo>
                  <a:lnTo>
                    <a:pt x="169451" y="408695"/>
                  </a:lnTo>
                  <a:lnTo>
                    <a:pt x="169402" y="409233"/>
                  </a:lnTo>
                  <a:lnTo>
                    <a:pt x="169189" y="409373"/>
                  </a:lnTo>
                  <a:lnTo>
                    <a:pt x="168984" y="409456"/>
                  </a:lnTo>
                  <a:lnTo>
                    <a:pt x="168823" y="409524"/>
                  </a:lnTo>
                  <a:lnTo>
                    <a:pt x="168195" y="409177"/>
                  </a:lnTo>
                  <a:lnTo>
                    <a:pt x="167608" y="409240"/>
                  </a:lnTo>
                  <a:lnTo>
                    <a:pt x="167457" y="408736"/>
                  </a:lnTo>
                  <a:lnTo>
                    <a:pt x="167155" y="408752"/>
                  </a:lnTo>
                  <a:lnTo>
                    <a:pt x="166479" y="408688"/>
                  </a:lnTo>
                  <a:lnTo>
                    <a:pt x="166247" y="407847"/>
                  </a:lnTo>
                  <a:lnTo>
                    <a:pt x="166165" y="407563"/>
                  </a:lnTo>
                  <a:lnTo>
                    <a:pt x="165693" y="407681"/>
                  </a:lnTo>
                  <a:lnTo>
                    <a:pt x="165698" y="408246"/>
                  </a:lnTo>
                  <a:lnTo>
                    <a:pt x="165835" y="408364"/>
                  </a:lnTo>
                  <a:lnTo>
                    <a:pt x="165987" y="408790"/>
                  </a:lnTo>
                  <a:lnTo>
                    <a:pt x="165962" y="409009"/>
                  </a:lnTo>
                  <a:lnTo>
                    <a:pt x="165924" y="409339"/>
                  </a:lnTo>
                  <a:lnTo>
                    <a:pt x="165694" y="409872"/>
                  </a:lnTo>
                  <a:lnTo>
                    <a:pt x="165526" y="408991"/>
                  </a:lnTo>
                  <a:lnTo>
                    <a:pt x="165639" y="408555"/>
                  </a:lnTo>
                  <a:lnTo>
                    <a:pt x="165544" y="408707"/>
                  </a:lnTo>
                  <a:lnTo>
                    <a:pt x="165206" y="409072"/>
                  </a:lnTo>
                  <a:lnTo>
                    <a:pt x="165168" y="409240"/>
                  </a:lnTo>
                  <a:lnTo>
                    <a:pt x="165062" y="409486"/>
                  </a:lnTo>
                  <a:lnTo>
                    <a:pt x="165063" y="409626"/>
                  </a:lnTo>
                  <a:lnTo>
                    <a:pt x="165087" y="409790"/>
                  </a:lnTo>
                  <a:lnTo>
                    <a:pt x="165150" y="410253"/>
                  </a:lnTo>
                  <a:lnTo>
                    <a:pt x="165485" y="410525"/>
                  </a:lnTo>
                  <a:lnTo>
                    <a:pt x="165121" y="411741"/>
                  </a:lnTo>
                  <a:lnTo>
                    <a:pt x="165105" y="412012"/>
                  </a:lnTo>
                  <a:lnTo>
                    <a:pt x="164624" y="412462"/>
                  </a:lnTo>
                  <a:lnTo>
                    <a:pt x="164907" y="412898"/>
                  </a:lnTo>
                  <a:lnTo>
                    <a:pt x="165171" y="412999"/>
                  </a:lnTo>
                  <a:lnTo>
                    <a:pt x="165467" y="412915"/>
                  </a:lnTo>
                  <a:lnTo>
                    <a:pt x="165467" y="413113"/>
                  </a:lnTo>
                  <a:lnTo>
                    <a:pt x="165373" y="413407"/>
                  </a:lnTo>
                  <a:lnTo>
                    <a:pt x="165221" y="413578"/>
                  </a:lnTo>
                  <a:lnTo>
                    <a:pt x="165128" y="413728"/>
                  </a:lnTo>
                  <a:lnTo>
                    <a:pt x="165077" y="413891"/>
                  </a:lnTo>
                  <a:lnTo>
                    <a:pt x="164944" y="414014"/>
                  </a:lnTo>
                  <a:lnTo>
                    <a:pt x="164729" y="414254"/>
                  </a:lnTo>
                  <a:lnTo>
                    <a:pt x="164388" y="414645"/>
                  </a:lnTo>
                  <a:lnTo>
                    <a:pt x="164248" y="414805"/>
                  </a:lnTo>
                  <a:lnTo>
                    <a:pt x="164031" y="415041"/>
                  </a:lnTo>
                  <a:lnTo>
                    <a:pt x="164135" y="415338"/>
                  </a:lnTo>
                  <a:lnTo>
                    <a:pt x="164191" y="415476"/>
                  </a:lnTo>
                  <a:lnTo>
                    <a:pt x="164157" y="415657"/>
                  </a:lnTo>
                  <a:lnTo>
                    <a:pt x="163729" y="415672"/>
                  </a:lnTo>
                  <a:lnTo>
                    <a:pt x="163460" y="415707"/>
                  </a:lnTo>
                  <a:lnTo>
                    <a:pt x="163074" y="415870"/>
                  </a:lnTo>
                  <a:lnTo>
                    <a:pt x="162775" y="416017"/>
                  </a:lnTo>
                  <a:lnTo>
                    <a:pt x="162527" y="416589"/>
                  </a:lnTo>
                  <a:lnTo>
                    <a:pt x="162273" y="416611"/>
                  </a:lnTo>
                  <a:lnTo>
                    <a:pt x="161792" y="417021"/>
                  </a:lnTo>
                  <a:lnTo>
                    <a:pt x="161394" y="417261"/>
                  </a:lnTo>
                  <a:lnTo>
                    <a:pt x="161117" y="417472"/>
                  </a:lnTo>
                  <a:lnTo>
                    <a:pt x="160919" y="417621"/>
                  </a:lnTo>
                  <a:lnTo>
                    <a:pt x="160548" y="417353"/>
                  </a:lnTo>
                  <a:lnTo>
                    <a:pt x="160616" y="417048"/>
                  </a:lnTo>
                  <a:lnTo>
                    <a:pt x="160953" y="416850"/>
                  </a:lnTo>
                  <a:lnTo>
                    <a:pt x="161118" y="416643"/>
                  </a:lnTo>
                  <a:lnTo>
                    <a:pt x="161296" y="416290"/>
                  </a:lnTo>
                  <a:lnTo>
                    <a:pt x="161767" y="415885"/>
                  </a:lnTo>
                  <a:lnTo>
                    <a:pt x="161923" y="415700"/>
                  </a:lnTo>
                  <a:lnTo>
                    <a:pt x="162014" y="415491"/>
                  </a:lnTo>
                  <a:lnTo>
                    <a:pt x="162680" y="413971"/>
                  </a:lnTo>
                  <a:lnTo>
                    <a:pt x="162784" y="413747"/>
                  </a:lnTo>
                  <a:lnTo>
                    <a:pt x="162928" y="413397"/>
                  </a:lnTo>
                  <a:lnTo>
                    <a:pt x="163018" y="413220"/>
                  </a:lnTo>
                  <a:lnTo>
                    <a:pt x="162849" y="413093"/>
                  </a:lnTo>
                  <a:lnTo>
                    <a:pt x="162544" y="413279"/>
                  </a:lnTo>
                  <a:lnTo>
                    <a:pt x="162342" y="413269"/>
                  </a:lnTo>
                  <a:lnTo>
                    <a:pt x="162207" y="412930"/>
                  </a:lnTo>
                  <a:lnTo>
                    <a:pt x="162233" y="412577"/>
                  </a:lnTo>
                  <a:lnTo>
                    <a:pt x="162229" y="412088"/>
                  </a:lnTo>
                  <a:lnTo>
                    <a:pt x="161624" y="411975"/>
                  </a:lnTo>
                  <a:lnTo>
                    <a:pt x="161381" y="411952"/>
                  </a:lnTo>
                  <a:lnTo>
                    <a:pt x="161147" y="411746"/>
                  </a:lnTo>
                  <a:lnTo>
                    <a:pt x="160782" y="412121"/>
                  </a:lnTo>
                  <a:lnTo>
                    <a:pt x="160352" y="412578"/>
                  </a:lnTo>
                  <a:lnTo>
                    <a:pt x="160149" y="412303"/>
                  </a:lnTo>
                  <a:lnTo>
                    <a:pt x="158691" y="412665"/>
                  </a:lnTo>
                  <a:lnTo>
                    <a:pt x="159050" y="413593"/>
                  </a:lnTo>
                  <a:lnTo>
                    <a:pt x="157570" y="414264"/>
                  </a:lnTo>
                  <a:lnTo>
                    <a:pt x="157583" y="414400"/>
                  </a:lnTo>
                  <a:lnTo>
                    <a:pt x="157616" y="414732"/>
                  </a:lnTo>
                  <a:lnTo>
                    <a:pt x="158033" y="415063"/>
                  </a:lnTo>
                  <a:lnTo>
                    <a:pt x="158162" y="415165"/>
                  </a:lnTo>
                  <a:lnTo>
                    <a:pt x="158369" y="415240"/>
                  </a:lnTo>
                  <a:lnTo>
                    <a:pt x="158673" y="415290"/>
                  </a:lnTo>
                  <a:lnTo>
                    <a:pt x="159018" y="415407"/>
                  </a:lnTo>
                  <a:lnTo>
                    <a:pt x="159240" y="415620"/>
                  </a:lnTo>
                  <a:lnTo>
                    <a:pt x="159445" y="415735"/>
                  </a:lnTo>
                  <a:lnTo>
                    <a:pt x="159576" y="416062"/>
                  </a:lnTo>
                  <a:lnTo>
                    <a:pt x="159434" y="416099"/>
                  </a:lnTo>
                  <a:lnTo>
                    <a:pt x="158961" y="416195"/>
                  </a:lnTo>
                  <a:lnTo>
                    <a:pt x="158054" y="416418"/>
                  </a:lnTo>
                  <a:lnTo>
                    <a:pt x="157510" y="416587"/>
                  </a:lnTo>
                  <a:lnTo>
                    <a:pt x="156804" y="416749"/>
                  </a:lnTo>
                  <a:lnTo>
                    <a:pt x="156582" y="416563"/>
                  </a:lnTo>
                  <a:lnTo>
                    <a:pt x="157092" y="416493"/>
                  </a:lnTo>
                  <a:lnTo>
                    <a:pt x="156891" y="416048"/>
                  </a:lnTo>
                  <a:lnTo>
                    <a:pt x="156442" y="416080"/>
                  </a:lnTo>
                  <a:lnTo>
                    <a:pt x="155936" y="415833"/>
                  </a:lnTo>
                  <a:lnTo>
                    <a:pt x="156063" y="415711"/>
                  </a:lnTo>
                  <a:lnTo>
                    <a:pt x="155305" y="415108"/>
                  </a:lnTo>
                  <a:lnTo>
                    <a:pt x="154883" y="415879"/>
                  </a:lnTo>
                  <a:lnTo>
                    <a:pt x="153673" y="415388"/>
                  </a:lnTo>
                  <a:lnTo>
                    <a:pt x="153496" y="415339"/>
                  </a:lnTo>
                  <a:lnTo>
                    <a:pt x="153250" y="415261"/>
                  </a:lnTo>
                  <a:lnTo>
                    <a:pt x="152961" y="415183"/>
                  </a:lnTo>
                  <a:lnTo>
                    <a:pt x="152584" y="415237"/>
                  </a:lnTo>
                  <a:lnTo>
                    <a:pt x="152436" y="415274"/>
                  </a:lnTo>
                  <a:lnTo>
                    <a:pt x="149509" y="415514"/>
                  </a:lnTo>
                  <a:lnTo>
                    <a:pt x="149446" y="415305"/>
                  </a:lnTo>
                  <a:lnTo>
                    <a:pt x="149241" y="414696"/>
                  </a:lnTo>
                  <a:lnTo>
                    <a:pt x="137123" y="412255"/>
                  </a:lnTo>
                  <a:lnTo>
                    <a:pt x="136762" y="412399"/>
                  </a:lnTo>
                  <a:lnTo>
                    <a:pt x="136433" y="412399"/>
                  </a:lnTo>
                  <a:lnTo>
                    <a:pt x="136207" y="412399"/>
                  </a:lnTo>
                  <a:lnTo>
                    <a:pt x="135839" y="412398"/>
                  </a:lnTo>
                  <a:lnTo>
                    <a:pt x="135473" y="412316"/>
                  </a:lnTo>
                  <a:lnTo>
                    <a:pt x="135335" y="412333"/>
                  </a:lnTo>
                  <a:lnTo>
                    <a:pt x="135054" y="412349"/>
                  </a:lnTo>
                  <a:lnTo>
                    <a:pt x="134608" y="412563"/>
                  </a:lnTo>
                  <a:lnTo>
                    <a:pt x="133157" y="412166"/>
                  </a:lnTo>
                  <a:lnTo>
                    <a:pt x="124045" y="411243"/>
                  </a:lnTo>
                  <a:lnTo>
                    <a:pt x="124369" y="411032"/>
                  </a:lnTo>
                  <a:lnTo>
                    <a:pt x="124249" y="410065"/>
                  </a:lnTo>
                  <a:lnTo>
                    <a:pt x="111932" y="402610"/>
                  </a:lnTo>
                  <a:lnTo>
                    <a:pt x="110460" y="402251"/>
                  </a:lnTo>
                  <a:lnTo>
                    <a:pt x="111266" y="398966"/>
                  </a:lnTo>
                  <a:lnTo>
                    <a:pt x="109908" y="396246"/>
                  </a:lnTo>
                  <a:lnTo>
                    <a:pt x="100360" y="394298"/>
                  </a:lnTo>
                  <a:lnTo>
                    <a:pt x="99852" y="393679"/>
                  </a:lnTo>
                  <a:lnTo>
                    <a:pt x="99785" y="393343"/>
                  </a:lnTo>
                  <a:lnTo>
                    <a:pt x="99608" y="393190"/>
                  </a:lnTo>
                  <a:lnTo>
                    <a:pt x="95683" y="392901"/>
                  </a:lnTo>
                  <a:lnTo>
                    <a:pt x="96055" y="390660"/>
                  </a:lnTo>
                  <a:lnTo>
                    <a:pt x="96136" y="390515"/>
                  </a:lnTo>
                  <a:lnTo>
                    <a:pt x="96379" y="390176"/>
                  </a:lnTo>
                  <a:lnTo>
                    <a:pt x="96355" y="389819"/>
                  </a:lnTo>
                  <a:lnTo>
                    <a:pt x="96332" y="389478"/>
                  </a:lnTo>
                  <a:lnTo>
                    <a:pt x="95777" y="381392"/>
                  </a:lnTo>
                  <a:lnTo>
                    <a:pt x="94719" y="379120"/>
                  </a:lnTo>
                  <a:lnTo>
                    <a:pt x="94745" y="378958"/>
                  </a:lnTo>
                  <a:lnTo>
                    <a:pt x="93528" y="376953"/>
                  </a:lnTo>
                  <a:lnTo>
                    <a:pt x="92266" y="376944"/>
                  </a:lnTo>
                  <a:lnTo>
                    <a:pt x="90886" y="376615"/>
                  </a:lnTo>
                  <a:lnTo>
                    <a:pt x="90582" y="376788"/>
                  </a:lnTo>
                  <a:lnTo>
                    <a:pt x="90391" y="376667"/>
                  </a:lnTo>
                  <a:lnTo>
                    <a:pt x="92197" y="364164"/>
                  </a:lnTo>
                  <a:lnTo>
                    <a:pt x="94727" y="365337"/>
                  </a:lnTo>
                  <a:lnTo>
                    <a:pt x="97501" y="361794"/>
                  </a:lnTo>
                  <a:lnTo>
                    <a:pt x="97444" y="361551"/>
                  </a:lnTo>
                  <a:lnTo>
                    <a:pt x="92986" y="350029"/>
                  </a:lnTo>
                  <a:lnTo>
                    <a:pt x="92618" y="349784"/>
                  </a:lnTo>
                  <a:lnTo>
                    <a:pt x="83534" y="350879"/>
                  </a:lnTo>
                  <a:lnTo>
                    <a:pt x="66437" y="346736"/>
                  </a:lnTo>
                  <a:lnTo>
                    <a:pt x="61235" y="348815"/>
                  </a:lnTo>
                  <a:lnTo>
                    <a:pt x="57429" y="344815"/>
                  </a:lnTo>
                  <a:lnTo>
                    <a:pt x="57388" y="344607"/>
                  </a:lnTo>
                  <a:lnTo>
                    <a:pt x="53895" y="341858"/>
                  </a:lnTo>
                  <a:lnTo>
                    <a:pt x="48171" y="341494"/>
                  </a:lnTo>
                  <a:lnTo>
                    <a:pt x="48030" y="341401"/>
                  </a:lnTo>
                  <a:lnTo>
                    <a:pt x="46761" y="335070"/>
                  </a:lnTo>
                  <a:lnTo>
                    <a:pt x="46569" y="334736"/>
                  </a:lnTo>
                  <a:lnTo>
                    <a:pt x="46418" y="334514"/>
                  </a:lnTo>
                  <a:lnTo>
                    <a:pt x="46305" y="334384"/>
                  </a:lnTo>
                  <a:lnTo>
                    <a:pt x="45974" y="333984"/>
                  </a:lnTo>
                  <a:lnTo>
                    <a:pt x="46029" y="333317"/>
                  </a:lnTo>
                  <a:lnTo>
                    <a:pt x="46166" y="332979"/>
                  </a:lnTo>
                  <a:lnTo>
                    <a:pt x="46407" y="332840"/>
                  </a:lnTo>
                  <a:lnTo>
                    <a:pt x="46667" y="332713"/>
                  </a:lnTo>
                  <a:lnTo>
                    <a:pt x="47436" y="332447"/>
                  </a:lnTo>
                  <a:lnTo>
                    <a:pt x="47540" y="332315"/>
                  </a:lnTo>
                  <a:lnTo>
                    <a:pt x="47685" y="331796"/>
                  </a:lnTo>
                  <a:lnTo>
                    <a:pt x="47622" y="331492"/>
                  </a:lnTo>
                  <a:lnTo>
                    <a:pt x="47841" y="331010"/>
                  </a:lnTo>
                  <a:lnTo>
                    <a:pt x="47843" y="330795"/>
                  </a:lnTo>
                  <a:lnTo>
                    <a:pt x="48082" y="330709"/>
                  </a:lnTo>
                  <a:lnTo>
                    <a:pt x="48598" y="330357"/>
                  </a:lnTo>
                  <a:lnTo>
                    <a:pt x="48496" y="330107"/>
                  </a:lnTo>
                  <a:lnTo>
                    <a:pt x="48397" y="329818"/>
                  </a:lnTo>
                  <a:lnTo>
                    <a:pt x="48908" y="329475"/>
                  </a:lnTo>
                  <a:lnTo>
                    <a:pt x="49442" y="329459"/>
                  </a:lnTo>
                  <a:lnTo>
                    <a:pt x="50097" y="328929"/>
                  </a:lnTo>
                  <a:lnTo>
                    <a:pt x="50442" y="328584"/>
                  </a:lnTo>
                  <a:lnTo>
                    <a:pt x="50931" y="328395"/>
                  </a:lnTo>
                  <a:lnTo>
                    <a:pt x="51211" y="327904"/>
                  </a:lnTo>
                  <a:lnTo>
                    <a:pt x="51573" y="327848"/>
                  </a:lnTo>
                  <a:lnTo>
                    <a:pt x="51815" y="327900"/>
                  </a:lnTo>
                  <a:lnTo>
                    <a:pt x="51893" y="328048"/>
                  </a:lnTo>
                  <a:lnTo>
                    <a:pt x="52028" y="328923"/>
                  </a:lnTo>
                  <a:lnTo>
                    <a:pt x="52234" y="329063"/>
                  </a:lnTo>
                  <a:lnTo>
                    <a:pt x="52444" y="329149"/>
                  </a:lnTo>
                  <a:lnTo>
                    <a:pt x="52994" y="328988"/>
                  </a:lnTo>
                  <a:lnTo>
                    <a:pt x="53293" y="328743"/>
                  </a:lnTo>
                  <a:lnTo>
                    <a:pt x="53099" y="328345"/>
                  </a:lnTo>
                  <a:lnTo>
                    <a:pt x="52700" y="327935"/>
                  </a:lnTo>
                  <a:lnTo>
                    <a:pt x="52135" y="327373"/>
                  </a:lnTo>
                  <a:lnTo>
                    <a:pt x="52303" y="327438"/>
                  </a:lnTo>
                  <a:lnTo>
                    <a:pt x="52520" y="327501"/>
                  </a:lnTo>
                  <a:lnTo>
                    <a:pt x="52786" y="327472"/>
                  </a:lnTo>
                  <a:lnTo>
                    <a:pt x="52919" y="327292"/>
                  </a:lnTo>
                  <a:lnTo>
                    <a:pt x="52986" y="326929"/>
                  </a:lnTo>
                  <a:lnTo>
                    <a:pt x="52763" y="326722"/>
                  </a:lnTo>
                  <a:lnTo>
                    <a:pt x="52619" y="326677"/>
                  </a:lnTo>
                  <a:lnTo>
                    <a:pt x="52396" y="326617"/>
                  </a:lnTo>
                  <a:lnTo>
                    <a:pt x="52055" y="326009"/>
                  </a:lnTo>
                  <a:lnTo>
                    <a:pt x="51774" y="325880"/>
                  </a:lnTo>
                  <a:lnTo>
                    <a:pt x="51609" y="325800"/>
                  </a:lnTo>
                  <a:lnTo>
                    <a:pt x="51424" y="325702"/>
                  </a:lnTo>
                  <a:lnTo>
                    <a:pt x="50979" y="325430"/>
                  </a:lnTo>
                  <a:lnTo>
                    <a:pt x="50524" y="325440"/>
                  </a:lnTo>
                  <a:lnTo>
                    <a:pt x="50301" y="325212"/>
                  </a:lnTo>
                  <a:lnTo>
                    <a:pt x="50429" y="325160"/>
                  </a:lnTo>
                  <a:lnTo>
                    <a:pt x="50821" y="325107"/>
                  </a:lnTo>
                  <a:lnTo>
                    <a:pt x="51443" y="325177"/>
                  </a:lnTo>
                  <a:lnTo>
                    <a:pt x="52078" y="324936"/>
                  </a:lnTo>
                  <a:lnTo>
                    <a:pt x="52479" y="325086"/>
                  </a:lnTo>
                  <a:lnTo>
                    <a:pt x="52598" y="325249"/>
                  </a:lnTo>
                  <a:lnTo>
                    <a:pt x="52762" y="325480"/>
                  </a:lnTo>
                  <a:lnTo>
                    <a:pt x="53026" y="325520"/>
                  </a:lnTo>
                  <a:lnTo>
                    <a:pt x="53235" y="325443"/>
                  </a:lnTo>
                  <a:lnTo>
                    <a:pt x="53602" y="325188"/>
                  </a:lnTo>
                  <a:lnTo>
                    <a:pt x="53922" y="324917"/>
                  </a:lnTo>
                  <a:lnTo>
                    <a:pt x="54089" y="324578"/>
                  </a:lnTo>
                  <a:lnTo>
                    <a:pt x="54229" y="324402"/>
                  </a:lnTo>
                  <a:lnTo>
                    <a:pt x="54527" y="324049"/>
                  </a:lnTo>
                  <a:lnTo>
                    <a:pt x="54895" y="323858"/>
                  </a:lnTo>
                  <a:lnTo>
                    <a:pt x="55402" y="323567"/>
                  </a:lnTo>
                  <a:lnTo>
                    <a:pt x="55494" y="323316"/>
                  </a:lnTo>
                  <a:lnTo>
                    <a:pt x="55532" y="323139"/>
                  </a:lnTo>
                  <a:lnTo>
                    <a:pt x="55490" y="322889"/>
                  </a:lnTo>
                  <a:lnTo>
                    <a:pt x="55572" y="322612"/>
                  </a:lnTo>
                  <a:lnTo>
                    <a:pt x="55819" y="322398"/>
                  </a:lnTo>
                  <a:lnTo>
                    <a:pt x="56412" y="322354"/>
                  </a:lnTo>
                  <a:lnTo>
                    <a:pt x="56541" y="322325"/>
                  </a:lnTo>
                  <a:lnTo>
                    <a:pt x="56987" y="322036"/>
                  </a:lnTo>
                  <a:lnTo>
                    <a:pt x="57186" y="321977"/>
                  </a:lnTo>
                  <a:lnTo>
                    <a:pt x="58053" y="322133"/>
                  </a:lnTo>
                  <a:lnTo>
                    <a:pt x="58130" y="321945"/>
                  </a:lnTo>
                  <a:lnTo>
                    <a:pt x="58239" y="321323"/>
                  </a:lnTo>
                  <a:lnTo>
                    <a:pt x="58339" y="321006"/>
                  </a:lnTo>
                  <a:lnTo>
                    <a:pt x="58250" y="320719"/>
                  </a:lnTo>
                  <a:lnTo>
                    <a:pt x="58204" y="320586"/>
                  </a:lnTo>
                  <a:lnTo>
                    <a:pt x="58688" y="319718"/>
                  </a:lnTo>
                  <a:lnTo>
                    <a:pt x="58901" y="319590"/>
                  </a:lnTo>
                  <a:lnTo>
                    <a:pt x="59275" y="319213"/>
                  </a:lnTo>
                  <a:lnTo>
                    <a:pt x="59930" y="319296"/>
                  </a:lnTo>
                  <a:lnTo>
                    <a:pt x="60420" y="318878"/>
                  </a:lnTo>
                  <a:lnTo>
                    <a:pt x="60793" y="318942"/>
                  </a:lnTo>
                  <a:lnTo>
                    <a:pt x="61275" y="319042"/>
                  </a:lnTo>
                  <a:lnTo>
                    <a:pt x="61409" y="319132"/>
                  </a:lnTo>
                  <a:lnTo>
                    <a:pt x="61986" y="319665"/>
                  </a:lnTo>
                  <a:lnTo>
                    <a:pt x="62174" y="320614"/>
                  </a:lnTo>
                  <a:lnTo>
                    <a:pt x="62912" y="320212"/>
                  </a:lnTo>
                  <a:lnTo>
                    <a:pt x="63482" y="320359"/>
                  </a:lnTo>
                  <a:lnTo>
                    <a:pt x="63574" y="320495"/>
                  </a:lnTo>
                  <a:lnTo>
                    <a:pt x="63682" y="320694"/>
                  </a:lnTo>
                  <a:lnTo>
                    <a:pt x="63833" y="320914"/>
                  </a:lnTo>
                  <a:lnTo>
                    <a:pt x="63991" y="320907"/>
                  </a:lnTo>
                  <a:lnTo>
                    <a:pt x="64585" y="320667"/>
                  </a:lnTo>
                  <a:lnTo>
                    <a:pt x="65029" y="320988"/>
                  </a:lnTo>
                  <a:lnTo>
                    <a:pt x="65546" y="320885"/>
                  </a:lnTo>
                  <a:lnTo>
                    <a:pt x="65770" y="320933"/>
                  </a:lnTo>
                  <a:lnTo>
                    <a:pt x="65843" y="321136"/>
                  </a:lnTo>
                  <a:lnTo>
                    <a:pt x="65983" y="321541"/>
                  </a:lnTo>
                  <a:lnTo>
                    <a:pt x="65484" y="322463"/>
                  </a:lnTo>
                  <a:lnTo>
                    <a:pt x="65616" y="322748"/>
                  </a:lnTo>
                  <a:lnTo>
                    <a:pt x="66018" y="323098"/>
                  </a:lnTo>
                  <a:lnTo>
                    <a:pt x="66548" y="322850"/>
                  </a:lnTo>
                  <a:lnTo>
                    <a:pt x="66732" y="322525"/>
                  </a:lnTo>
                  <a:lnTo>
                    <a:pt x="66796" y="322331"/>
                  </a:lnTo>
                  <a:lnTo>
                    <a:pt x="67113" y="322117"/>
                  </a:lnTo>
                  <a:lnTo>
                    <a:pt x="67408" y="321707"/>
                  </a:lnTo>
                  <a:lnTo>
                    <a:pt x="67538" y="321504"/>
                  </a:lnTo>
                  <a:lnTo>
                    <a:pt x="67954" y="321312"/>
                  </a:lnTo>
                  <a:lnTo>
                    <a:pt x="68478" y="321268"/>
                  </a:lnTo>
                  <a:lnTo>
                    <a:pt x="68874" y="321078"/>
                  </a:lnTo>
                  <a:lnTo>
                    <a:pt x="69168" y="321033"/>
                  </a:lnTo>
                  <a:lnTo>
                    <a:pt x="69199" y="320826"/>
                  </a:lnTo>
                  <a:lnTo>
                    <a:pt x="69256" y="320541"/>
                  </a:lnTo>
                  <a:lnTo>
                    <a:pt x="69266" y="320173"/>
                  </a:lnTo>
                  <a:lnTo>
                    <a:pt x="69571" y="319840"/>
                  </a:lnTo>
                  <a:lnTo>
                    <a:pt x="69622" y="319608"/>
                  </a:lnTo>
                  <a:lnTo>
                    <a:pt x="69628" y="319388"/>
                  </a:lnTo>
                  <a:lnTo>
                    <a:pt x="70056" y="319312"/>
                  </a:lnTo>
                  <a:lnTo>
                    <a:pt x="70665" y="319052"/>
                  </a:lnTo>
                  <a:lnTo>
                    <a:pt x="70634" y="318905"/>
                  </a:lnTo>
                  <a:lnTo>
                    <a:pt x="71157" y="318486"/>
                  </a:lnTo>
                  <a:lnTo>
                    <a:pt x="71390" y="318316"/>
                  </a:lnTo>
                  <a:lnTo>
                    <a:pt x="71532" y="317488"/>
                  </a:lnTo>
                  <a:lnTo>
                    <a:pt x="72091" y="316899"/>
                  </a:lnTo>
                  <a:lnTo>
                    <a:pt x="71591" y="316551"/>
                  </a:lnTo>
                  <a:lnTo>
                    <a:pt x="71260" y="316330"/>
                  </a:lnTo>
                  <a:lnTo>
                    <a:pt x="71211" y="316052"/>
                  </a:lnTo>
                  <a:lnTo>
                    <a:pt x="71172" y="315525"/>
                  </a:lnTo>
                  <a:lnTo>
                    <a:pt x="71307" y="315266"/>
                  </a:lnTo>
                  <a:lnTo>
                    <a:pt x="71583" y="314995"/>
                  </a:lnTo>
                  <a:lnTo>
                    <a:pt x="71724" y="314913"/>
                  </a:lnTo>
                  <a:lnTo>
                    <a:pt x="71905" y="314786"/>
                  </a:lnTo>
                  <a:lnTo>
                    <a:pt x="72170" y="314116"/>
                  </a:lnTo>
                  <a:lnTo>
                    <a:pt x="72184" y="313832"/>
                  </a:lnTo>
                  <a:lnTo>
                    <a:pt x="72131" y="313647"/>
                  </a:lnTo>
                  <a:lnTo>
                    <a:pt x="72264" y="313371"/>
                  </a:lnTo>
                  <a:lnTo>
                    <a:pt x="72464" y="313148"/>
                  </a:lnTo>
                  <a:lnTo>
                    <a:pt x="72650" y="312798"/>
                  </a:lnTo>
                  <a:lnTo>
                    <a:pt x="72644" y="312564"/>
                  </a:lnTo>
                  <a:lnTo>
                    <a:pt x="72611" y="312100"/>
                  </a:lnTo>
                  <a:lnTo>
                    <a:pt x="72579" y="311762"/>
                  </a:lnTo>
                  <a:lnTo>
                    <a:pt x="72723" y="311156"/>
                  </a:lnTo>
                  <a:lnTo>
                    <a:pt x="72760" y="310805"/>
                  </a:lnTo>
                  <a:lnTo>
                    <a:pt x="72928" y="310391"/>
                  </a:lnTo>
                  <a:lnTo>
                    <a:pt x="72992" y="310135"/>
                  </a:lnTo>
                  <a:lnTo>
                    <a:pt x="73043" y="309752"/>
                  </a:lnTo>
                  <a:lnTo>
                    <a:pt x="72744" y="309631"/>
                  </a:lnTo>
                  <a:lnTo>
                    <a:pt x="72521" y="309414"/>
                  </a:lnTo>
                  <a:lnTo>
                    <a:pt x="72389" y="309211"/>
                  </a:lnTo>
                  <a:lnTo>
                    <a:pt x="72232" y="308456"/>
                  </a:lnTo>
                  <a:lnTo>
                    <a:pt x="72199" y="308297"/>
                  </a:lnTo>
                  <a:lnTo>
                    <a:pt x="72267" y="308081"/>
                  </a:lnTo>
                  <a:lnTo>
                    <a:pt x="72348" y="307484"/>
                  </a:lnTo>
                  <a:lnTo>
                    <a:pt x="72218" y="307246"/>
                  </a:lnTo>
                  <a:lnTo>
                    <a:pt x="72126" y="306987"/>
                  </a:lnTo>
                  <a:lnTo>
                    <a:pt x="72127" y="306742"/>
                  </a:lnTo>
                  <a:lnTo>
                    <a:pt x="72392" y="305546"/>
                  </a:lnTo>
                  <a:lnTo>
                    <a:pt x="72765" y="305319"/>
                  </a:lnTo>
                  <a:lnTo>
                    <a:pt x="73577" y="305215"/>
                  </a:lnTo>
                  <a:lnTo>
                    <a:pt x="73841" y="305218"/>
                  </a:lnTo>
                  <a:lnTo>
                    <a:pt x="74013" y="305196"/>
                  </a:lnTo>
                  <a:lnTo>
                    <a:pt x="74306" y="304976"/>
                  </a:lnTo>
                  <a:lnTo>
                    <a:pt x="74532" y="304562"/>
                  </a:lnTo>
                  <a:lnTo>
                    <a:pt x="74475" y="304141"/>
                  </a:lnTo>
                  <a:lnTo>
                    <a:pt x="74058" y="303811"/>
                  </a:lnTo>
                  <a:lnTo>
                    <a:pt x="73922" y="303778"/>
                  </a:lnTo>
                  <a:lnTo>
                    <a:pt x="73648" y="303613"/>
                  </a:lnTo>
                  <a:lnTo>
                    <a:pt x="73540" y="303324"/>
                  </a:lnTo>
                  <a:lnTo>
                    <a:pt x="73445" y="302916"/>
                  </a:lnTo>
                  <a:lnTo>
                    <a:pt x="73608" y="302851"/>
                  </a:lnTo>
                  <a:lnTo>
                    <a:pt x="74427" y="302973"/>
                  </a:lnTo>
                  <a:lnTo>
                    <a:pt x="74587" y="302710"/>
                  </a:lnTo>
                  <a:lnTo>
                    <a:pt x="74605" y="302357"/>
                  </a:lnTo>
                  <a:lnTo>
                    <a:pt x="74475" y="302088"/>
                  </a:lnTo>
                  <a:lnTo>
                    <a:pt x="74239" y="301935"/>
                  </a:lnTo>
                  <a:lnTo>
                    <a:pt x="73738" y="302059"/>
                  </a:lnTo>
                  <a:lnTo>
                    <a:pt x="73478" y="302052"/>
                  </a:lnTo>
                  <a:lnTo>
                    <a:pt x="73235" y="301911"/>
                  </a:lnTo>
                  <a:lnTo>
                    <a:pt x="72953" y="301581"/>
                  </a:lnTo>
                  <a:lnTo>
                    <a:pt x="72836" y="301410"/>
                  </a:lnTo>
                  <a:lnTo>
                    <a:pt x="72816" y="301083"/>
                  </a:lnTo>
                  <a:lnTo>
                    <a:pt x="72524" y="300561"/>
                  </a:lnTo>
                  <a:lnTo>
                    <a:pt x="72055" y="300042"/>
                  </a:lnTo>
                  <a:lnTo>
                    <a:pt x="71983" y="299223"/>
                  </a:lnTo>
                  <a:lnTo>
                    <a:pt x="72007" y="298669"/>
                  </a:lnTo>
                  <a:lnTo>
                    <a:pt x="71926" y="298401"/>
                  </a:lnTo>
                  <a:lnTo>
                    <a:pt x="71600" y="298188"/>
                  </a:lnTo>
                  <a:lnTo>
                    <a:pt x="71067" y="297987"/>
                  </a:lnTo>
                  <a:lnTo>
                    <a:pt x="70781" y="297738"/>
                  </a:lnTo>
                  <a:lnTo>
                    <a:pt x="70646" y="297415"/>
                  </a:lnTo>
                  <a:lnTo>
                    <a:pt x="70364" y="297083"/>
                  </a:lnTo>
                  <a:lnTo>
                    <a:pt x="70284" y="296928"/>
                  </a:lnTo>
                  <a:lnTo>
                    <a:pt x="69759" y="296762"/>
                  </a:lnTo>
                  <a:lnTo>
                    <a:pt x="69544" y="296563"/>
                  </a:lnTo>
                  <a:lnTo>
                    <a:pt x="69717" y="296283"/>
                  </a:lnTo>
                  <a:lnTo>
                    <a:pt x="69979" y="296083"/>
                  </a:lnTo>
                  <a:lnTo>
                    <a:pt x="70115" y="295077"/>
                  </a:lnTo>
                  <a:lnTo>
                    <a:pt x="69975" y="294789"/>
                  </a:lnTo>
                  <a:lnTo>
                    <a:pt x="69622" y="294605"/>
                  </a:lnTo>
                  <a:lnTo>
                    <a:pt x="69278" y="294886"/>
                  </a:lnTo>
                  <a:lnTo>
                    <a:pt x="69127" y="294713"/>
                  </a:lnTo>
                  <a:lnTo>
                    <a:pt x="68977" y="294374"/>
                  </a:lnTo>
                  <a:lnTo>
                    <a:pt x="68661" y="294200"/>
                  </a:lnTo>
                  <a:lnTo>
                    <a:pt x="68333" y="293812"/>
                  </a:lnTo>
                  <a:lnTo>
                    <a:pt x="68344" y="293341"/>
                  </a:lnTo>
                  <a:lnTo>
                    <a:pt x="68421" y="293131"/>
                  </a:lnTo>
                  <a:lnTo>
                    <a:pt x="68308" y="292811"/>
                  </a:lnTo>
                  <a:lnTo>
                    <a:pt x="68241" y="292242"/>
                  </a:lnTo>
                  <a:lnTo>
                    <a:pt x="68084" y="291932"/>
                  </a:lnTo>
                  <a:lnTo>
                    <a:pt x="67926" y="291814"/>
                  </a:lnTo>
                  <a:lnTo>
                    <a:pt x="67749" y="291686"/>
                  </a:lnTo>
                  <a:lnTo>
                    <a:pt x="67489" y="291519"/>
                  </a:lnTo>
                  <a:lnTo>
                    <a:pt x="67322" y="291413"/>
                  </a:lnTo>
                  <a:lnTo>
                    <a:pt x="67078" y="291257"/>
                  </a:lnTo>
                  <a:lnTo>
                    <a:pt x="66776" y="291411"/>
                  </a:lnTo>
                  <a:lnTo>
                    <a:pt x="66633" y="291438"/>
                  </a:lnTo>
                  <a:lnTo>
                    <a:pt x="66369" y="291188"/>
                  </a:lnTo>
                  <a:lnTo>
                    <a:pt x="66050" y="290642"/>
                  </a:lnTo>
                  <a:lnTo>
                    <a:pt x="65959" y="290486"/>
                  </a:lnTo>
                  <a:lnTo>
                    <a:pt x="65459" y="290502"/>
                  </a:lnTo>
                  <a:lnTo>
                    <a:pt x="65230" y="290577"/>
                  </a:lnTo>
                  <a:lnTo>
                    <a:pt x="65018" y="290632"/>
                  </a:lnTo>
                  <a:lnTo>
                    <a:pt x="64304" y="290814"/>
                  </a:lnTo>
                  <a:lnTo>
                    <a:pt x="64137" y="290777"/>
                  </a:lnTo>
                  <a:lnTo>
                    <a:pt x="63623" y="290645"/>
                  </a:lnTo>
                  <a:lnTo>
                    <a:pt x="63311" y="290480"/>
                  </a:lnTo>
                  <a:lnTo>
                    <a:pt x="62721" y="290381"/>
                  </a:lnTo>
                  <a:lnTo>
                    <a:pt x="61953" y="290871"/>
                  </a:lnTo>
                  <a:lnTo>
                    <a:pt x="61776" y="291460"/>
                  </a:lnTo>
                  <a:lnTo>
                    <a:pt x="61654" y="291986"/>
                  </a:lnTo>
                  <a:lnTo>
                    <a:pt x="61625" y="292284"/>
                  </a:lnTo>
                  <a:lnTo>
                    <a:pt x="62036" y="293136"/>
                  </a:lnTo>
                  <a:lnTo>
                    <a:pt x="61992" y="293279"/>
                  </a:lnTo>
                  <a:lnTo>
                    <a:pt x="61745" y="294083"/>
                  </a:lnTo>
                  <a:lnTo>
                    <a:pt x="61108" y="294066"/>
                  </a:lnTo>
                  <a:lnTo>
                    <a:pt x="60811" y="293944"/>
                  </a:lnTo>
                  <a:lnTo>
                    <a:pt x="60617" y="293864"/>
                  </a:lnTo>
                  <a:lnTo>
                    <a:pt x="60197" y="293691"/>
                  </a:lnTo>
                  <a:lnTo>
                    <a:pt x="60011" y="293530"/>
                  </a:lnTo>
                  <a:lnTo>
                    <a:pt x="59665" y="293856"/>
                  </a:lnTo>
                  <a:lnTo>
                    <a:pt x="59553" y="294104"/>
                  </a:lnTo>
                  <a:lnTo>
                    <a:pt x="59470" y="294354"/>
                  </a:lnTo>
                  <a:lnTo>
                    <a:pt x="59471" y="294510"/>
                  </a:lnTo>
                  <a:lnTo>
                    <a:pt x="59333" y="294780"/>
                  </a:lnTo>
                  <a:lnTo>
                    <a:pt x="59190" y="294787"/>
                  </a:lnTo>
                  <a:lnTo>
                    <a:pt x="58979" y="294800"/>
                  </a:lnTo>
                  <a:lnTo>
                    <a:pt x="58704" y="294853"/>
                  </a:lnTo>
                  <a:lnTo>
                    <a:pt x="58523" y="294733"/>
                  </a:lnTo>
                  <a:lnTo>
                    <a:pt x="58075" y="294860"/>
                  </a:lnTo>
                  <a:lnTo>
                    <a:pt x="57595" y="294996"/>
                  </a:lnTo>
                  <a:lnTo>
                    <a:pt x="57267" y="294961"/>
                  </a:lnTo>
                  <a:lnTo>
                    <a:pt x="57119" y="294209"/>
                  </a:lnTo>
                  <a:lnTo>
                    <a:pt x="57460" y="294003"/>
                  </a:lnTo>
                  <a:lnTo>
                    <a:pt x="57567" y="293649"/>
                  </a:lnTo>
                  <a:lnTo>
                    <a:pt x="57382" y="293480"/>
                  </a:lnTo>
                  <a:lnTo>
                    <a:pt x="57071" y="293058"/>
                  </a:lnTo>
                  <a:lnTo>
                    <a:pt x="56613" y="293011"/>
                  </a:lnTo>
                  <a:lnTo>
                    <a:pt x="56274" y="292976"/>
                  </a:lnTo>
                  <a:lnTo>
                    <a:pt x="55674" y="292872"/>
                  </a:lnTo>
                  <a:lnTo>
                    <a:pt x="55369" y="293091"/>
                  </a:lnTo>
                  <a:lnTo>
                    <a:pt x="55309" y="293234"/>
                  </a:lnTo>
                  <a:lnTo>
                    <a:pt x="55239" y="293401"/>
                  </a:lnTo>
                  <a:lnTo>
                    <a:pt x="54439" y="293383"/>
                  </a:lnTo>
                  <a:lnTo>
                    <a:pt x="54129" y="293459"/>
                  </a:lnTo>
                  <a:lnTo>
                    <a:pt x="53764" y="293334"/>
                  </a:lnTo>
                  <a:lnTo>
                    <a:pt x="53454" y="293175"/>
                  </a:lnTo>
                  <a:lnTo>
                    <a:pt x="53211" y="293380"/>
                  </a:lnTo>
                  <a:lnTo>
                    <a:pt x="52848" y="293833"/>
                  </a:lnTo>
                  <a:lnTo>
                    <a:pt x="52654" y="293986"/>
                  </a:lnTo>
                  <a:lnTo>
                    <a:pt x="52424" y="294166"/>
                  </a:lnTo>
                  <a:lnTo>
                    <a:pt x="52142" y="294388"/>
                  </a:lnTo>
                  <a:lnTo>
                    <a:pt x="51832" y="294484"/>
                  </a:lnTo>
                  <a:lnTo>
                    <a:pt x="51371" y="294687"/>
                  </a:lnTo>
                  <a:lnTo>
                    <a:pt x="51168" y="294806"/>
                  </a:lnTo>
                  <a:lnTo>
                    <a:pt x="50978" y="294666"/>
                  </a:lnTo>
                  <a:lnTo>
                    <a:pt x="50861" y="294340"/>
                  </a:lnTo>
                  <a:lnTo>
                    <a:pt x="50635" y="293696"/>
                  </a:lnTo>
                  <a:lnTo>
                    <a:pt x="50687" y="293444"/>
                  </a:lnTo>
                  <a:lnTo>
                    <a:pt x="50795" y="293196"/>
                  </a:lnTo>
                  <a:lnTo>
                    <a:pt x="50659" y="292573"/>
                  </a:lnTo>
                  <a:lnTo>
                    <a:pt x="50936" y="292293"/>
                  </a:lnTo>
                  <a:lnTo>
                    <a:pt x="50822" y="291949"/>
                  </a:lnTo>
                  <a:lnTo>
                    <a:pt x="50693" y="291967"/>
                  </a:lnTo>
                  <a:lnTo>
                    <a:pt x="50421" y="291802"/>
                  </a:lnTo>
                  <a:lnTo>
                    <a:pt x="50232" y="290962"/>
                  </a:lnTo>
                  <a:lnTo>
                    <a:pt x="50262" y="290804"/>
                  </a:lnTo>
                  <a:lnTo>
                    <a:pt x="50192" y="290574"/>
                  </a:lnTo>
                  <a:lnTo>
                    <a:pt x="50188" y="290325"/>
                  </a:lnTo>
                  <a:lnTo>
                    <a:pt x="50113" y="290003"/>
                  </a:lnTo>
                  <a:lnTo>
                    <a:pt x="49716" y="289679"/>
                  </a:lnTo>
                  <a:lnTo>
                    <a:pt x="49370" y="289661"/>
                  </a:lnTo>
                  <a:lnTo>
                    <a:pt x="48966" y="289527"/>
                  </a:lnTo>
                  <a:lnTo>
                    <a:pt x="48759" y="289580"/>
                  </a:lnTo>
                  <a:lnTo>
                    <a:pt x="48539" y="289787"/>
                  </a:lnTo>
                  <a:lnTo>
                    <a:pt x="48402" y="289962"/>
                  </a:lnTo>
                  <a:lnTo>
                    <a:pt x="48226" y="289970"/>
                  </a:lnTo>
                  <a:lnTo>
                    <a:pt x="48025" y="289872"/>
                  </a:lnTo>
                  <a:lnTo>
                    <a:pt x="47345" y="289934"/>
                  </a:lnTo>
                  <a:lnTo>
                    <a:pt x="47155" y="289992"/>
                  </a:lnTo>
                  <a:lnTo>
                    <a:pt x="46406" y="290023"/>
                  </a:lnTo>
                  <a:lnTo>
                    <a:pt x="46160" y="289943"/>
                  </a:lnTo>
                  <a:lnTo>
                    <a:pt x="45903" y="290302"/>
                  </a:lnTo>
                  <a:lnTo>
                    <a:pt x="45994" y="290772"/>
                  </a:lnTo>
                  <a:lnTo>
                    <a:pt x="45729" y="291003"/>
                  </a:lnTo>
                  <a:lnTo>
                    <a:pt x="45588" y="291212"/>
                  </a:lnTo>
                  <a:lnTo>
                    <a:pt x="45477" y="291544"/>
                  </a:lnTo>
                  <a:lnTo>
                    <a:pt x="45469" y="291826"/>
                  </a:lnTo>
                  <a:lnTo>
                    <a:pt x="45464" y="291994"/>
                  </a:lnTo>
                  <a:lnTo>
                    <a:pt x="45514" y="292356"/>
                  </a:lnTo>
                  <a:lnTo>
                    <a:pt x="45488" y="292556"/>
                  </a:lnTo>
                  <a:lnTo>
                    <a:pt x="45388" y="292850"/>
                  </a:lnTo>
                  <a:lnTo>
                    <a:pt x="45225" y="293070"/>
                  </a:lnTo>
                  <a:lnTo>
                    <a:pt x="45109" y="293290"/>
                  </a:lnTo>
                  <a:lnTo>
                    <a:pt x="44978" y="293934"/>
                  </a:lnTo>
                  <a:lnTo>
                    <a:pt x="44973" y="294240"/>
                  </a:lnTo>
                  <a:lnTo>
                    <a:pt x="45078" y="294435"/>
                  </a:lnTo>
                  <a:lnTo>
                    <a:pt x="45152" y="294576"/>
                  </a:lnTo>
                  <a:lnTo>
                    <a:pt x="44947" y="295062"/>
                  </a:lnTo>
                  <a:lnTo>
                    <a:pt x="44626" y="295124"/>
                  </a:lnTo>
                  <a:lnTo>
                    <a:pt x="44394" y="295397"/>
                  </a:lnTo>
                  <a:lnTo>
                    <a:pt x="44239" y="295385"/>
                  </a:lnTo>
                  <a:lnTo>
                    <a:pt x="43996" y="295326"/>
                  </a:lnTo>
                  <a:lnTo>
                    <a:pt x="43540" y="295122"/>
                  </a:lnTo>
                  <a:lnTo>
                    <a:pt x="43391" y="295045"/>
                  </a:lnTo>
                  <a:lnTo>
                    <a:pt x="43162" y="294924"/>
                  </a:lnTo>
                  <a:lnTo>
                    <a:pt x="42814" y="294869"/>
                  </a:lnTo>
                  <a:lnTo>
                    <a:pt x="42464" y="294738"/>
                  </a:lnTo>
                  <a:lnTo>
                    <a:pt x="42123" y="294585"/>
                  </a:lnTo>
                  <a:lnTo>
                    <a:pt x="41732" y="294727"/>
                  </a:lnTo>
                  <a:lnTo>
                    <a:pt x="41592" y="294862"/>
                  </a:lnTo>
                  <a:lnTo>
                    <a:pt x="41458" y="294893"/>
                  </a:lnTo>
                  <a:lnTo>
                    <a:pt x="41239" y="294893"/>
                  </a:lnTo>
                  <a:lnTo>
                    <a:pt x="41031" y="294807"/>
                  </a:lnTo>
                  <a:lnTo>
                    <a:pt x="40903" y="294589"/>
                  </a:lnTo>
                  <a:lnTo>
                    <a:pt x="40766" y="294440"/>
                  </a:lnTo>
                  <a:lnTo>
                    <a:pt x="40705" y="294298"/>
                  </a:lnTo>
                  <a:lnTo>
                    <a:pt x="40653" y="294125"/>
                  </a:lnTo>
                  <a:lnTo>
                    <a:pt x="40443" y="293442"/>
                  </a:lnTo>
                  <a:lnTo>
                    <a:pt x="39866" y="293114"/>
                  </a:lnTo>
                  <a:lnTo>
                    <a:pt x="39484" y="292748"/>
                  </a:lnTo>
                  <a:lnTo>
                    <a:pt x="39244" y="292537"/>
                  </a:lnTo>
                  <a:lnTo>
                    <a:pt x="38181" y="292067"/>
                  </a:lnTo>
                  <a:lnTo>
                    <a:pt x="38113" y="291690"/>
                  </a:lnTo>
                  <a:lnTo>
                    <a:pt x="37529" y="291632"/>
                  </a:lnTo>
                  <a:lnTo>
                    <a:pt x="37478" y="291439"/>
                  </a:lnTo>
                  <a:lnTo>
                    <a:pt x="36612" y="290645"/>
                  </a:lnTo>
                  <a:lnTo>
                    <a:pt x="36508" y="290789"/>
                  </a:lnTo>
                  <a:lnTo>
                    <a:pt x="36373" y="290853"/>
                  </a:lnTo>
                  <a:lnTo>
                    <a:pt x="35796" y="290914"/>
                  </a:lnTo>
                  <a:lnTo>
                    <a:pt x="35664" y="291243"/>
                  </a:lnTo>
                  <a:lnTo>
                    <a:pt x="35368" y="291412"/>
                  </a:lnTo>
                  <a:lnTo>
                    <a:pt x="35033" y="291423"/>
                  </a:lnTo>
                  <a:lnTo>
                    <a:pt x="35009" y="291630"/>
                  </a:lnTo>
                  <a:lnTo>
                    <a:pt x="35060" y="291821"/>
                  </a:lnTo>
                  <a:lnTo>
                    <a:pt x="35289" y="291921"/>
                  </a:lnTo>
                  <a:lnTo>
                    <a:pt x="35539" y="292136"/>
                  </a:lnTo>
                  <a:lnTo>
                    <a:pt x="35789" y="292314"/>
                  </a:lnTo>
                  <a:lnTo>
                    <a:pt x="35890" y="292451"/>
                  </a:lnTo>
                  <a:lnTo>
                    <a:pt x="35820" y="292638"/>
                  </a:lnTo>
                  <a:lnTo>
                    <a:pt x="35322" y="293213"/>
                  </a:lnTo>
                  <a:lnTo>
                    <a:pt x="35176" y="293243"/>
                  </a:lnTo>
                  <a:lnTo>
                    <a:pt x="34940" y="293201"/>
                  </a:lnTo>
                  <a:lnTo>
                    <a:pt x="34315" y="293201"/>
                  </a:lnTo>
                  <a:lnTo>
                    <a:pt x="34004" y="292811"/>
                  </a:lnTo>
                  <a:lnTo>
                    <a:pt x="33858" y="292689"/>
                  </a:lnTo>
                  <a:lnTo>
                    <a:pt x="33464" y="292617"/>
                  </a:lnTo>
                  <a:lnTo>
                    <a:pt x="33293" y="292494"/>
                  </a:lnTo>
                  <a:lnTo>
                    <a:pt x="33166" y="292249"/>
                  </a:lnTo>
                  <a:lnTo>
                    <a:pt x="33064" y="292047"/>
                  </a:lnTo>
                  <a:lnTo>
                    <a:pt x="32454" y="291643"/>
                  </a:lnTo>
                  <a:lnTo>
                    <a:pt x="32016" y="291247"/>
                  </a:lnTo>
                  <a:lnTo>
                    <a:pt x="31825" y="290785"/>
                  </a:lnTo>
                  <a:lnTo>
                    <a:pt x="31711" y="290439"/>
                  </a:lnTo>
                  <a:lnTo>
                    <a:pt x="31555" y="290173"/>
                  </a:lnTo>
                  <a:lnTo>
                    <a:pt x="31408" y="290072"/>
                  </a:lnTo>
                  <a:lnTo>
                    <a:pt x="31228" y="289956"/>
                  </a:lnTo>
                  <a:lnTo>
                    <a:pt x="31152" y="289820"/>
                  </a:lnTo>
                  <a:lnTo>
                    <a:pt x="31106" y="289648"/>
                  </a:lnTo>
                  <a:lnTo>
                    <a:pt x="31000" y="288945"/>
                  </a:lnTo>
                  <a:lnTo>
                    <a:pt x="31184" y="288421"/>
                  </a:lnTo>
                  <a:lnTo>
                    <a:pt x="31419" y="288118"/>
                  </a:lnTo>
                  <a:lnTo>
                    <a:pt x="31629" y="288123"/>
                  </a:lnTo>
                  <a:lnTo>
                    <a:pt x="32322" y="288197"/>
                  </a:lnTo>
                  <a:lnTo>
                    <a:pt x="32326" y="288405"/>
                  </a:lnTo>
                  <a:lnTo>
                    <a:pt x="32481" y="288631"/>
                  </a:lnTo>
                  <a:lnTo>
                    <a:pt x="33184" y="288256"/>
                  </a:lnTo>
                  <a:lnTo>
                    <a:pt x="33178" y="288048"/>
                  </a:lnTo>
                  <a:lnTo>
                    <a:pt x="33223" y="287633"/>
                  </a:lnTo>
                  <a:lnTo>
                    <a:pt x="33483" y="287550"/>
                  </a:lnTo>
                  <a:lnTo>
                    <a:pt x="33618" y="286899"/>
                  </a:lnTo>
                  <a:lnTo>
                    <a:pt x="33702" y="286611"/>
                  </a:lnTo>
                  <a:lnTo>
                    <a:pt x="32443" y="285720"/>
                  </a:lnTo>
                  <a:lnTo>
                    <a:pt x="32389" y="285567"/>
                  </a:lnTo>
                  <a:lnTo>
                    <a:pt x="32298" y="285392"/>
                  </a:lnTo>
                  <a:lnTo>
                    <a:pt x="32111" y="284995"/>
                  </a:lnTo>
                  <a:lnTo>
                    <a:pt x="32105" y="284670"/>
                  </a:lnTo>
                  <a:lnTo>
                    <a:pt x="32072" y="284453"/>
                  </a:lnTo>
                  <a:lnTo>
                    <a:pt x="31656" y="283933"/>
                  </a:lnTo>
                  <a:lnTo>
                    <a:pt x="31491" y="283991"/>
                  </a:lnTo>
                  <a:lnTo>
                    <a:pt x="31331" y="284047"/>
                  </a:lnTo>
                  <a:lnTo>
                    <a:pt x="31129" y="283442"/>
                  </a:lnTo>
                  <a:lnTo>
                    <a:pt x="30948" y="283280"/>
                  </a:lnTo>
                  <a:lnTo>
                    <a:pt x="30494" y="282676"/>
                  </a:lnTo>
                  <a:lnTo>
                    <a:pt x="30266" y="282409"/>
                  </a:lnTo>
                  <a:lnTo>
                    <a:pt x="30637" y="282321"/>
                  </a:lnTo>
                  <a:lnTo>
                    <a:pt x="30991" y="282314"/>
                  </a:lnTo>
                  <a:lnTo>
                    <a:pt x="30847" y="281925"/>
                  </a:lnTo>
                  <a:lnTo>
                    <a:pt x="30704" y="281723"/>
                  </a:lnTo>
                  <a:lnTo>
                    <a:pt x="30704" y="281579"/>
                  </a:lnTo>
                  <a:lnTo>
                    <a:pt x="30902" y="281319"/>
                  </a:lnTo>
                  <a:lnTo>
                    <a:pt x="31143" y="281096"/>
                  </a:lnTo>
                  <a:lnTo>
                    <a:pt x="31760" y="280591"/>
                  </a:lnTo>
                  <a:lnTo>
                    <a:pt x="31887" y="280310"/>
                  </a:lnTo>
                  <a:lnTo>
                    <a:pt x="31804" y="279993"/>
                  </a:lnTo>
                  <a:lnTo>
                    <a:pt x="31588" y="279740"/>
                  </a:lnTo>
                  <a:lnTo>
                    <a:pt x="31131" y="279712"/>
                  </a:lnTo>
                  <a:lnTo>
                    <a:pt x="30896" y="279615"/>
                  </a:lnTo>
                  <a:lnTo>
                    <a:pt x="30606" y="279429"/>
                  </a:lnTo>
                  <a:lnTo>
                    <a:pt x="30538" y="279293"/>
                  </a:lnTo>
                  <a:lnTo>
                    <a:pt x="30302" y="278979"/>
                  </a:lnTo>
                  <a:lnTo>
                    <a:pt x="30022" y="278892"/>
                  </a:lnTo>
                  <a:lnTo>
                    <a:pt x="29808" y="278670"/>
                  </a:lnTo>
                  <a:lnTo>
                    <a:pt x="29664" y="278459"/>
                  </a:lnTo>
                  <a:lnTo>
                    <a:pt x="29162" y="278385"/>
                  </a:lnTo>
                  <a:lnTo>
                    <a:pt x="28632" y="278294"/>
                  </a:lnTo>
                  <a:lnTo>
                    <a:pt x="28472" y="278443"/>
                  </a:lnTo>
                  <a:lnTo>
                    <a:pt x="28114" y="278496"/>
                  </a:lnTo>
                  <a:lnTo>
                    <a:pt x="28094" y="278362"/>
                  </a:lnTo>
                  <a:lnTo>
                    <a:pt x="28064" y="278191"/>
                  </a:lnTo>
                  <a:lnTo>
                    <a:pt x="27993" y="277998"/>
                  </a:lnTo>
                  <a:lnTo>
                    <a:pt x="27744" y="277748"/>
                  </a:lnTo>
                  <a:lnTo>
                    <a:pt x="27600" y="277314"/>
                  </a:lnTo>
                  <a:lnTo>
                    <a:pt x="28048" y="277240"/>
                  </a:lnTo>
                  <a:lnTo>
                    <a:pt x="27752" y="276710"/>
                  </a:lnTo>
                  <a:lnTo>
                    <a:pt x="27885" y="276149"/>
                  </a:lnTo>
                  <a:lnTo>
                    <a:pt x="27733" y="276110"/>
                  </a:lnTo>
                  <a:lnTo>
                    <a:pt x="27564" y="276006"/>
                  </a:lnTo>
                  <a:lnTo>
                    <a:pt x="27393" y="275930"/>
                  </a:lnTo>
                  <a:lnTo>
                    <a:pt x="26892" y="275719"/>
                  </a:lnTo>
                  <a:lnTo>
                    <a:pt x="26693" y="275585"/>
                  </a:lnTo>
                  <a:lnTo>
                    <a:pt x="26562" y="275497"/>
                  </a:lnTo>
                  <a:lnTo>
                    <a:pt x="26313" y="275372"/>
                  </a:lnTo>
                  <a:lnTo>
                    <a:pt x="26180" y="275437"/>
                  </a:lnTo>
                  <a:lnTo>
                    <a:pt x="25841" y="275380"/>
                  </a:lnTo>
                  <a:lnTo>
                    <a:pt x="25732" y="275053"/>
                  </a:lnTo>
                  <a:lnTo>
                    <a:pt x="25440" y="274807"/>
                  </a:lnTo>
                  <a:lnTo>
                    <a:pt x="25206" y="274853"/>
                  </a:lnTo>
                  <a:lnTo>
                    <a:pt x="24906" y="274912"/>
                  </a:lnTo>
                  <a:lnTo>
                    <a:pt x="24634" y="275062"/>
                  </a:lnTo>
                  <a:lnTo>
                    <a:pt x="24493" y="275140"/>
                  </a:lnTo>
                  <a:lnTo>
                    <a:pt x="24338" y="275226"/>
                  </a:lnTo>
                  <a:lnTo>
                    <a:pt x="24201" y="275249"/>
                  </a:lnTo>
                  <a:lnTo>
                    <a:pt x="23609" y="275351"/>
                  </a:lnTo>
                  <a:lnTo>
                    <a:pt x="23449" y="275378"/>
                  </a:lnTo>
                  <a:lnTo>
                    <a:pt x="23117" y="275541"/>
                  </a:lnTo>
                  <a:lnTo>
                    <a:pt x="22834" y="275679"/>
                  </a:lnTo>
                  <a:lnTo>
                    <a:pt x="22810" y="275920"/>
                  </a:lnTo>
                  <a:lnTo>
                    <a:pt x="22595" y="276137"/>
                  </a:lnTo>
                  <a:lnTo>
                    <a:pt x="22352" y="276384"/>
                  </a:lnTo>
                  <a:lnTo>
                    <a:pt x="22163" y="276449"/>
                  </a:lnTo>
                  <a:lnTo>
                    <a:pt x="21988" y="276509"/>
                  </a:lnTo>
                  <a:lnTo>
                    <a:pt x="21729" y="276336"/>
                  </a:lnTo>
                  <a:lnTo>
                    <a:pt x="21505" y="276341"/>
                  </a:lnTo>
                  <a:lnTo>
                    <a:pt x="21020" y="276559"/>
                  </a:lnTo>
                  <a:lnTo>
                    <a:pt x="20583" y="276416"/>
                  </a:lnTo>
                  <a:lnTo>
                    <a:pt x="20397" y="276523"/>
                  </a:lnTo>
                  <a:lnTo>
                    <a:pt x="20223" y="276296"/>
                  </a:lnTo>
                  <a:lnTo>
                    <a:pt x="20133" y="275913"/>
                  </a:lnTo>
                  <a:lnTo>
                    <a:pt x="19964" y="275817"/>
                  </a:lnTo>
                  <a:lnTo>
                    <a:pt x="19573" y="275613"/>
                  </a:lnTo>
                  <a:lnTo>
                    <a:pt x="19167" y="275448"/>
                  </a:lnTo>
                  <a:lnTo>
                    <a:pt x="18793" y="275388"/>
                  </a:lnTo>
                  <a:lnTo>
                    <a:pt x="18404" y="275327"/>
                  </a:lnTo>
                  <a:lnTo>
                    <a:pt x="18251" y="275303"/>
                  </a:lnTo>
                  <a:lnTo>
                    <a:pt x="17933" y="275351"/>
                  </a:lnTo>
                  <a:lnTo>
                    <a:pt x="17588" y="275001"/>
                  </a:lnTo>
                  <a:lnTo>
                    <a:pt x="16990" y="275040"/>
                  </a:lnTo>
                  <a:lnTo>
                    <a:pt x="16869" y="274742"/>
                  </a:lnTo>
                  <a:lnTo>
                    <a:pt x="16799" y="274569"/>
                  </a:lnTo>
                  <a:lnTo>
                    <a:pt x="16353" y="274519"/>
                  </a:lnTo>
                  <a:lnTo>
                    <a:pt x="16097" y="274779"/>
                  </a:lnTo>
                  <a:lnTo>
                    <a:pt x="15820" y="274982"/>
                  </a:lnTo>
                  <a:lnTo>
                    <a:pt x="15572" y="275056"/>
                  </a:lnTo>
                  <a:lnTo>
                    <a:pt x="15410" y="275104"/>
                  </a:lnTo>
                  <a:lnTo>
                    <a:pt x="15058" y="274892"/>
                  </a:lnTo>
                  <a:lnTo>
                    <a:pt x="14704" y="274820"/>
                  </a:lnTo>
                  <a:lnTo>
                    <a:pt x="14366" y="274807"/>
                  </a:lnTo>
                  <a:lnTo>
                    <a:pt x="13788" y="274651"/>
                  </a:lnTo>
                  <a:lnTo>
                    <a:pt x="13759" y="274508"/>
                  </a:lnTo>
                  <a:lnTo>
                    <a:pt x="13340" y="274014"/>
                  </a:lnTo>
                  <a:lnTo>
                    <a:pt x="13085" y="274057"/>
                  </a:lnTo>
                  <a:lnTo>
                    <a:pt x="12824" y="274161"/>
                  </a:lnTo>
                  <a:lnTo>
                    <a:pt x="12672" y="275160"/>
                  </a:lnTo>
                  <a:lnTo>
                    <a:pt x="12492" y="275050"/>
                  </a:lnTo>
                  <a:lnTo>
                    <a:pt x="12076" y="274794"/>
                  </a:lnTo>
                  <a:lnTo>
                    <a:pt x="11761" y="274672"/>
                  </a:lnTo>
                  <a:lnTo>
                    <a:pt x="11464" y="274815"/>
                  </a:lnTo>
                  <a:lnTo>
                    <a:pt x="11204" y="274844"/>
                  </a:lnTo>
                  <a:lnTo>
                    <a:pt x="11172" y="274984"/>
                  </a:lnTo>
                  <a:lnTo>
                    <a:pt x="11118" y="275124"/>
                  </a:lnTo>
                  <a:lnTo>
                    <a:pt x="10928" y="275490"/>
                  </a:lnTo>
                  <a:lnTo>
                    <a:pt x="10695" y="275905"/>
                  </a:lnTo>
                  <a:lnTo>
                    <a:pt x="10956" y="276445"/>
                  </a:lnTo>
                  <a:lnTo>
                    <a:pt x="10978" y="276653"/>
                  </a:lnTo>
                  <a:lnTo>
                    <a:pt x="11035" y="277193"/>
                  </a:lnTo>
                  <a:lnTo>
                    <a:pt x="11063" y="277422"/>
                  </a:lnTo>
                  <a:lnTo>
                    <a:pt x="11100" y="277720"/>
                  </a:lnTo>
                  <a:lnTo>
                    <a:pt x="11198" y="277904"/>
                  </a:lnTo>
                  <a:lnTo>
                    <a:pt x="11339" y="278421"/>
                  </a:lnTo>
                  <a:lnTo>
                    <a:pt x="11296" y="278637"/>
                  </a:lnTo>
                  <a:lnTo>
                    <a:pt x="11457" y="279379"/>
                  </a:lnTo>
                  <a:lnTo>
                    <a:pt x="11687" y="279709"/>
                  </a:lnTo>
                  <a:lnTo>
                    <a:pt x="11105" y="280494"/>
                  </a:lnTo>
                  <a:lnTo>
                    <a:pt x="10741" y="280870"/>
                  </a:lnTo>
                  <a:lnTo>
                    <a:pt x="10521" y="280784"/>
                  </a:lnTo>
                  <a:lnTo>
                    <a:pt x="10129" y="280433"/>
                  </a:lnTo>
                  <a:lnTo>
                    <a:pt x="9846" y="280220"/>
                  </a:lnTo>
                  <a:lnTo>
                    <a:pt x="9837" y="280086"/>
                  </a:lnTo>
                  <a:lnTo>
                    <a:pt x="9588" y="279739"/>
                  </a:lnTo>
                  <a:lnTo>
                    <a:pt x="9443" y="279523"/>
                  </a:lnTo>
                  <a:lnTo>
                    <a:pt x="9282" y="279474"/>
                  </a:lnTo>
                  <a:lnTo>
                    <a:pt x="8935" y="279261"/>
                  </a:lnTo>
                  <a:lnTo>
                    <a:pt x="8827" y="279010"/>
                  </a:lnTo>
                  <a:lnTo>
                    <a:pt x="8376" y="278533"/>
                  </a:lnTo>
                  <a:lnTo>
                    <a:pt x="7962" y="278361"/>
                  </a:lnTo>
                  <a:lnTo>
                    <a:pt x="7786" y="278376"/>
                  </a:lnTo>
                  <a:lnTo>
                    <a:pt x="7474" y="278277"/>
                  </a:lnTo>
                  <a:lnTo>
                    <a:pt x="7340" y="278177"/>
                  </a:lnTo>
                  <a:lnTo>
                    <a:pt x="6853" y="278024"/>
                  </a:lnTo>
                  <a:lnTo>
                    <a:pt x="6783" y="277883"/>
                  </a:lnTo>
                  <a:lnTo>
                    <a:pt x="6916" y="277748"/>
                  </a:lnTo>
                  <a:lnTo>
                    <a:pt x="6963" y="277549"/>
                  </a:lnTo>
                  <a:lnTo>
                    <a:pt x="7345" y="276852"/>
                  </a:lnTo>
                  <a:lnTo>
                    <a:pt x="7303" y="276327"/>
                  </a:lnTo>
                  <a:lnTo>
                    <a:pt x="7051" y="275890"/>
                  </a:lnTo>
                  <a:lnTo>
                    <a:pt x="6867" y="275860"/>
                  </a:lnTo>
                  <a:lnTo>
                    <a:pt x="6362" y="275824"/>
                  </a:lnTo>
                  <a:lnTo>
                    <a:pt x="6174" y="275771"/>
                  </a:lnTo>
                  <a:lnTo>
                    <a:pt x="5783" y="275861"/>
                  </a:lnTo>
                  <a:lnTo>
                    <a:pt x="5403" y="275959"/>
                  </a:lnTo>
                  <a:lnTo>
                    <a:pt x="5268" y="275517"/>
                  </a:lnTo>
                  <a:lnTo>
                    <a:pt x="5229" y="275272"/>
                  </a:lnTo>
                  <a:lnTo>
                    <a:pt x="5153" y="275057"/>
                  </a:lnTo>
                  <a:lnTo>
                    <a:pt x="5194" y="274511"/>
                  </a:lnTo>
                  <a:lnTo>
                    <a:pt x="5053" y="274108"/>
                  </a:lnTo>
                  <a:lnTo>
                    <a:pt x="4952" y="273958"/>
                  </a:lnTo>
                  <a:lnTo>
                    <a:pt x="4900" y="273626"/>
                  </a:lnTo>
                  <a:lnTo>
                    <a:pt x="4440" y="273102"/>
                  </a:lnTo>
                  <a:lnTo>
                    <a:pt x="4305" y="272966"/>
                  </a:lnTo>
                  <a:lnTo>
                    <a:pt x="4070" y="272227"/>
                  </a:lnTo>
                  <a:lnTo>
                    <a:pt x="3929" y="271843"/>
                  </a:lnTo>
                  <a:lnTo>
                    <a:pt x="3892" y="271555"/>
                  </a:lnTo>
                  <a:lnTo>
                    <a:pt x="4142" y="271495"/>
                  </a:lnTo>
                  <a:lnTo>
                    <a:pt x="4181" y="271219"/>
                  </a:lnTo>
                  <a:lnTo>
                    <a:pt x="4103" y="270942"/>
                  </a:lnTo>
                  <a:lnTo>
                    <a:pt x="3855" y="270873"/>
                  </a:lnTo>
                  <a:lnTo>
                    <a:pt x="3734" y="270626"/>
                  </a:lnTo>
                  <a:lnTo>
                    <a:pt x="3476" y="270300"/>
                  </a:lnTo>
                  <a:lnTo>
                    <a:pt x="3293" y="270521"/>
                  </a:lnTo>
                  <a:lnTo>
                    <a:pt x="3136" y="270439"/>
                  </a:lnTo>
                  <a:lnTo>
                    <a:pt x="2895" y="270254"/>
                  </a:lnTo>
                  <a:lnTo>
                    <a:pt x="2789" y="269764"/>
                  </a:lnTo>
                  <a:lnTo>
                    <a:pt x="2747" y="269459"/>
                  </a:lnTo>
                  <a:lnTo>
                    <a:pt x="2708" y="269180"/>
                  </a:lnTo>
                  <a:lnTo>
                    <a:pt x="2688" y="268814"/>
                  </a:lnTo>
                  <a:lnTo>
                    <a:pt x="2551" y="268601"/>
                  </a:lnTo>
                  <a:lnTo>
                    <a:pt x="2387" y="268429"/>
                  </a:lnTo>
                  <a:lnTo>
                    <a:pt x="2352" y="267947"/>
                  </a:lnTo>
                  <a:lnTo>
                    <a:pt x="2170" y="267613"/>
                  </a:lnTo>
                  <a:lnTo>
                    <a:pt x="2158" y="267314"/>
                  </a:lnTo>
                  <a:lnTo>
                    <a:pt x="2199" y="266605"/>
                  </a:lnTo>
                  <a:lnTo>
                    <a:pt x="2229" y="266188"/>
                  </a:lnTo>
                  <a:lnTo>
                    <a:pt x="2290" y="265815"/>
                  </a:lnTo>
                  <a:lnTo>
                    <a:pt x="2113" y="265643"/>
                  </a:lnTo>
                  <a:lnTo>
                    <a:pt x="1951" y="265543"/>
                  </a:lnTo>
                  <a:lnTo>
                    <a:pt x="1756" y="265424"/>
                  </a:lnTo>
                  <a:lnTo>
                    <a:pt x="1567" y="265334"/>
                  </a:lnTo>
                  <a:lnTo>
                    <a:pt x="1442" y="264926"/>
                  </a:lnTo>
                  <a:lnTo>
                    <a:pt x="1014" y="265036"/>
                  </a:lnTo>
                  <a:lnTo>
                    <a:pt x="0" y="265354"/>
                  </a:lnTo>
                  <a:lnTo>
                    <a:pt x="92" y="265022"/>
                  </a:lnTo>
                  <a:lnTo>
                    <a:pt x="437" y="265167"/>
                  </a:lnTo>
                  <a:lnTo>
                    <a:pt x="842" y="265003"/>
                  </a:lnTo>
                  <a:lnTo>
                    <a:pt x="1047" y="264667"/>
                  </a:lnTo>
                  <a:lnTo>
                    <a:pt x="1190" y="264585"/>
                  </a:lnTo>
                  <a:lnTo>
                    <a:pt x="1764" y="264313"/>
                  </a:lnTo>
                  <a:lnTo>
                    <a:pt x="2051" y="263732"/>
                  </a:lnTo>
                  <a:lnTo>
                    <a:pt x="2195" y="263104"/>
                  </a:lnTo>
                  <a:lnTo>
                    <a:pt x="2189" y="262832"/>
                  </a:lnTo>
                  <a:lnTo>
                    <a:pt x="2440" y="262470"/>
                  </a:lnTo>
                  <a:lnTo>
                    <a:pt x="2621" y="262092"/>
                  </a:lnTo>
                  <a:lnTo>
                    <a:pt x="2780" y="261489"/>
                  </a:lnTo>
                  <a:lnTo>
                    <a:pt x="2844" y="261358"/>
                  </a:lnTo>
                  <a:lnTo>
                    <a:pt x="2857" y="260960"/>
                  </a:lnTo>
                  <a:lnTo>
                    <a:pt x="3321" y="260761"/>
                  </a:lnTo>
                  <a:lnTo>
                    <a:pt x="3554" y="260804"/>
                  </a:lnTo>
                  <a:lnTo>
                    <a:pt x="4005" y="260886"/>
                  </a:lnTo>
                  <a:lnTo>
                    <a:pt x="4511" y="260924"/>
                  </a:lnTo>
                  <a:lnTo>
                    <a:pt x="4681" y="261028"/>
                  </a:lnTo>
                  <a:lnTo>
                    <a:pt x="5205" y="261635"/>
                  </a:lnTo>
                  <a:lnTo>
                    <a:pt x="5646" y="261677"/>
                  </a:lnTo>
                  <a:lnTo>
                    <a:pt x="5952" y="261748"/>
                  </a:lnTo>
                  <a:lnTo>
                    <a:pt x="6152" y="261823"/>
                  </a:lnTo>
                  <a:lnTo>
                    <a:pt x="6241" y="262003"/>
                  </a:lnTo>
                  <a:lnTo>
                    <a:pt x="6261" y="262292"/>
                  </a:lnTo>
                  <a:lnTo>
                    <a:pt x="6416" y="262609"/>
                  </a:lnTo>
                  <a:lnTo>
                    <a:pt x="7089" y="263454"/>
                  </a:lnTo>
                  <a:lnTo>
                    <a:pt x="7760" y="264279"/>
                  </a:lnTo>
                  <a:lnTo>
                    <a:pt x="7970" y="264302"/>
                  </a:lnTo>
                  <a:lnTo>
                    <a:pt x="8403" y="264303"/>
                  </a:lnTo>
                  <a:lnTo>
                    <a:pt x="8768" y="264342"/>
                  </a:lnTo>
                  <a:lnTo>
                    <a:pt x="9264" y="264443"/>
                  </a:lnTo>
                  <a:lnTo>
                    <a:pt x="9435" y="264443"/>
                  </a:lnTo>
                  <a:lnTo>
                    <a:pt x="9586" y="264463"/>
                  </a:lnTo>
                  <a:lnTo>
                    <a:pt x="9873" y="264520"/>
                  </a:lnTo>
                  <a:lnTo>
                    <a:pt x="10228" y="264597"/>
                  </a:lnTo>
                  <a:lnTo>
                    <a:pt x="10421" y="264669"/>
                  </a:lnTo>
                  <a:lnTo>
                    <a:pt x="10634" y="265242"/>
                  </a:lnTo>
                  <a:lnTo>
                    <a:pt x="10823" y="265831"/>
                  </a:lnTo>
                  <a:lnTo>
                    <a:pt x="10981" y="265953"/>
                  </a:lnTo>
                  <a:lnTo>
                    <a:pt x="11169" y="266056"/>
                  </a:lnTo>
                  <a:lnTo>
                    <a:pt x="11497" y="266204"/>
                  </a:lnTo>
                  <a:lnTo>
                    <a:pt x="11691" y="266269"/>
                  </a:lnTo>
                  <a:lnTo>
                    <a:pt x="11857" y="266281"/>
                  </a:lnTo>
                  <a:lnTo>
                    <a:pt x="12148" y="266251"/>
                  </a:lnTo>
                  <a:lnTo>
                    <a:pt x="12486" y="266019"/>
                  </a:lnTo>
                  <a:lnTo>
                    <a:pt x="12586" y="265746"/>
                  </a:lnTo>
                  <a:lnTo>
                    <a:pt x="12679" y="265532"/>
                  </a:lnTo>
                  <a:lnTo>
                    <a:pt x="12697" y="265376"/>
                  </a:lnTo>
                  <a:lnTo>
                    <a:pt x="12702" y="265181"/>
                  </a:lnTo>
                  <a:lnTo>
                    <a:pt x="12713" y="264962"/>
                  </a:lnTo>
                  <a:lnTo>
                    <a:pt x="12785" y="264797"/>
                  </a:lnTo>
                  <a:lnTo>
                    <a:pt x="13081" y="264515"/>
                  </a:lnTo>
                  <a:lnTo>
                    <a:pt x="13241" y="264381"/>
                  </a:lnTo>
                  <a:lnTo>
                    <a:pt x="13526" y="264262"/>
                  </a:lnTo>
                  <a:lnTo>
                    <a:pt x="13909" y="264155"/>
                  </a:lnTo>
                  <a:lnTo>
                    <a:pt x="14135" y="264091"/>
                  </a:lnTo>
                  <a:lnTo>
                    <a:pt x="14353" y="264070"/>
                  </a:lnTo>
                  <a:lnTo>
                    <a:pt x="14641" y="264069"/>
                  </a:lnTo>
                  <a:lnTo>
                    <a:pt x="16812" y="263259"/>
                  </a:lnTo>
                  <a:lnTo>
                    <a:pt x="17053" y="262786"/>
                  </a:lnTo>
                  <a:lnTo>
                    <a:pt x="17214" y="262628"/>
                  </a:lnTo>
                  <a:lnTo>
                    <a:pt x="17361" y="262419"/>
                  </a:lnTo>
                  <a:lnTo>
                    <a:pt x="17455" y="262209"/>
                  </a:lnTo>
                  <a:lnTo>
                    <a:pt x="17494" y="262035"/>
                  </a:lnTo>
                  <a:lnTo>
                    <a:pt x="17494" y="261763"/>
                  </a:lnTo>
                  <a:lnTo>
                    <a:pt x="17554" y="261089"/>
                  </a:lnTo>
                  <a:lnTo>
                    <a:pt x="17646" y="260885"/>
                  </a:lnTo>
                  <a:lnTo>
                    <a:pt x="17852" y="260585"/>
                  </a:lnTo>
                  <a:lnTo>
                    <a:pt x="18169" y="260312"/>
                  </a:lnTo>
                  <a:lnTo>
                    <a:pt x="18315" y="260207"/>
                  </a:lnTo>
                  <a:lnTo>
                    <a:pt x="18610" y="260057"/>
                  </a:lnTo>
                  <a:lnTo>
                    <a:pt x="18824" y="259935"/>
                  </a:lnTo>
                  <a:lnTo>
                    <a:pt x="19562" y="259547"/>
                  </a:lnTo>
                  <a:lnTo>
                    <a:pt x="20312" y="259439"/>
                  </a:lnTo>
                  <a:lnTo>
                    <a:pt x="21188" y="259174"/>
                  </a:lnTo>
                  <a:lnTo>
                    <a:pt x="21970" y="259033"/>
                  </a:lnTo>
                  <a:lnTo>
                    <a:pt x="22298" y="258997"/>
                  </a:lnTo>
                  <a:lnTo>
                    <a:pt x="22563" y="258939"/>
                  </a:lnTo>
                  <a:lnTo>
                    <a:pt x="23496" y="258441"/>
                  </a:lnTo>
                  <a:lnTo>
                    <a:pt x="23688" y="258310"/>
                  </a:lnTo>
                  <a:lnTo>
                    <a:pt x="23969" y="258155"/>
                  </a:lnTo>
                  <a:lnTo>
                    <a:pt x="24278" y="258083"/>
                  </a:lnTo>
                  <a:lnTo>
                    <a:pt x="24486" y="258082"/>
                  </a:lnTo>
                  <a:lnTo>
                    <a:pt x="24998" y="254391"/>
                  </a:lnTo>
                  <a:lnTo>
                    <a:pt x="24931" y="254048"/>
                  </a:lnTo>
                  <a:lnTo>
                    <a:pt x="25329" y="253725"/>
                  </a:lnTo>
                  <a:lnTo>
                    <a:pt x="25782" y="253455"/>
                  </a:lnTo>
                  <a:lnTo>
                    <a:pt x="26069" y="253232"/>
                  </a:lnTo>
                  <a:lnTo>
                    <a:pt x="26999" y="251573"/>
                  </a:lnTo>
                  <a:lnTo>
                    <a:pt x="27101" y="251413"/>
                  </a:lnTo>
                  <a:lnTo>
                    <a:pt x="27513" y="250975"/>
                  </a:lnTo>
                  <a:lnTo>
                    <a:pt x="27639" y="250848"/>
                  </a:lnTo>
                  <a:lnTo>
                    <a:pt x="28142" y="250616"/>
                  </a:lnTo>
                  <a:lnTo>
                    <a:pt x="28405" y="250488"/>
                  </a:lnTo>
                  <a:lnTo>
                    <a:pt x="28727" y="250341"/>
                  </a:lnTo>
                  <a:lnTo>
                    <a:pt x="28800" y="250198"/>
                  </a:lnTo>
                  <a:lnTo>
                    <a:pt x="28899" y="250002"/>
                  </a:lnTo>
                  <a:lnTo>
                    <a:pt x="29219" y="249514"/>
                  </a:lnTo>
                  <a:lnTo>
                    <a:pt x="30218" y="249619"/>
                  </a:lnTo>
                  <a:lnTo>
                    <a:pt x="30641" y="248964"/>
                  </a:lnTo>
                  <a:lnTo>
                    <a:pt x="30732" y="248779"/>
                  </a:lnTo>
                  <a:lnTo>
                    <a:pt x="31958" y="248002"/>
                  </a:lnTo>
                  <a:lnTo>
                    <a:pt x="32600" y="248653"/>
                  </a:lnTo>
                  <a:lnTo>
                    <a:pt x="33022" y="248712"/>
                  </a:lnTo>
                  <a:lnTo>
                    <a:pt x="33397" y="248845"/>
                  </a:lnTo>
                  <a:lnTo>
                    <a:pt x="33444" y="249421"/>
                  </a:lnTo>
                  <a:lnTo>
                    <a:pt x="34177" y="249330"/>
                  </a:lnTo>
                  <a:lnTo>
                    <a:pt x="34588" y="249698"/>
                  </a:lnTo>
                  <a:lnTo>
                    <a:pt x="34449" y="250722"/>
                  </a:lnTo>
                  <a:lnTo>
                    <a:pt x="34932" y="251182"/>
                  </a:lnTo>
                  <a:lnTo>
                    <a:pt x="35279" y="251200"/>
                  </a:lnTo>
                  <a:lnTo>
                    <a:pt x="35972" y="251353"/>
                  </a:lnTo>
                  <a:lnTo>
                    <a:pt x="36312" y="251419"/>
                  </a:lnTo>
                  <a:lnTo>
                    <a:pt x="36527" y="251441"/>
                  </a:lnTo>
                  <a:lnTo>
                    <a:pt x="36971" y="251450"/>
                  </a:lnTo>
                  <a:lnTo>
                    <a:pt x="37417" y="251408"/>
                  </a:lnTo>
                  <a:lnTo>
                    <a:pt x="37881" y="250974"/>
                  </a:lnTo>
                  <a:lnTo>
                    <a:pt x="38077" y="250854"/>
                  </a:lnTo>
                  <a:lnTo>
                    <a:pt x="38410" y="250691"/>
                  </a:lnTo>
                  <a:lnTo>
                    <a:pt x="38539" y="250678"/>
                  </a:lnTo>
                  <a:lnTo>
                    <a:pt x="39210" y="250520"/>
                  </a:lnTo>
                  <a:lnTo>
                    <a:pt x="39685" y="250558"/>
                  </a:lnTo>
                  <a:lnTo>
                    <a:pt x="40217" y="250651"/>
                  </a:lnTo>
                  <a:lnTo>
                    <a:pt x="40460" y="250774"/>
                  </a:lnTo>
                  <a:lnTo>
                    <a:pt x="40838" y="250897"/>
                  </a:lnTo>
                  <a:lnTo>
                    <a:pt x="41168" y="250982"/>
                  </a:lnTo>
                  <a:lnTo>
                    <a:pt x="41454" y="251057"/>
                  </a:lnTo>
                  <a:lnTo>
                    <a:pt x="41738" y="251181"/>
                  </a:lnTo>
                  <a:lnTo>
                    <a:pt x="41934" y="251309"/>
                  </a:lnTo>
                  <a:lnTo>
                    <a:pt x="42456" y="251855"/>
                  </a:lnTo>
                  <a:lnTo>
                    <a:pt x="44423" y="256148"/>
                  </a:lnTo>
                  <a:lnTo>
                    <a:pt x="44419" y="256363"/>
                  </a:lnTo>
                  <a:lnTo>
                    <a:pt x="67156" y="265369"/>
                  </a:lnTo>
                  <a:lnTo>
                    <a:pt x="67731" y="264421"/>
                  </a:lnTo>
                  <a:lnTo>
                    <a:pt x="67880" y="264020"/>
                  </a:lnTo>
                  <a:lnTo>
                    <a:pt x="67939" y="263869"/>
                  </a:lnTo>
                  <a:lnTo>
                    <a:pt x="70544" y="261850"/>
                  </a:lnTo>
                  <a:lnTo>
                    <a:pt x="70984" y="261467"/>
                  </a:lnTo>
                  <a:lnTo>
                    <a:pt x="71448" y="260991"/>
                  </a:lnTo>
                  <a:lnTo>
                    <a:pt x="71935" y="260656"/>
                  </a:lnTo>
                  <a:lnTo>
                    <a:pt x="71985" y="260440"/>
                  </a:lnTo>
                  <a:lnTo>
                    <a:pt x="72031" y="260108"/>
                  </a:lnTo>
                  <a:lnTo>
                    <a:pt x="72171" y="259574"/>
                  </a:lnTo>
                  <a:lnTo>
                    <a:pt x="73553" y="259140"/>
                  </a:lnTo>
                  <a:lnTo>
                    <a:pt x="73625" y="258848"/>
                  </a:lnTo>
                  <a:lnTo>
                    <a:pt x="74053" y="257852"/>
                  </a:lnTo>
                  <a:lnTo>
                    <a:pt x="73963" y="257599"/>
                  </a:lnTo>
                  <a:lnTo>
                    <a:pt x="74264" y="257196"/>
                  </a:lnTo>
                  <a:lnTo>
                    <a:pt x="74522" y="256602"/>
                  </a:lnTo>
                  <a:lnTo>
                    <a:pt x="74569" y="256301"/>
                  </a:lnTo>
                  <a:lnTo>
                    <a:pt x="74617" y="255498"/>
                  </a:lnTo>
                  <a:lnTo>
                    <a:pt x="74689" y="255353"/>
                  </a:lnTo>
                  <a:lnTo>
                    <a:pt x="74865" y="254916"/>
                  </a:lnTo>
                  <a:lnTo>
                    <a:pt x="74748" y="254425"/>
                  </a:lnTo>
                  <a:lnTo>
                    <a:pt x="74545" y="254094"/>
                  </a:lnTo>
                  <a:lnTo>
                    <a:pt x="74491" y="253456"/>
                  </a:lnTo>
                  <a:lnTo>
                    <a:pt x="74382" y="252998"/>
                  </a:lnTo>
                  <a:lnTo>
                    <a:pt x="73916" y="252517"/>
                  </a:lnTo>
                  <a:lnTo>
                    <a:pt x="73831" y="252383"/>
                  </a:lnTo>
                  <a:lnTo>
                    <a:pt x="73748" y="252253"/>
                  </a:lnTo>
                  <a:lnTo>
                    <a:pt x="73666" y="252123"/>
                  </a:lnTo>
                  <a:lnTo>
                    <a:pt x="73540" y="251923"/>
                  </a:lnTo>
                  <a:lnTo>
                    <a:pt x="72286" y="249949"/>
                  </a:lnTo>
                  <a:lnTo>
                    <a:pt x="72673" y="249640"/>
                  </a:lnTo>
                  <a:lnTo>
                    <a:pt x="74280" y="249917"/>
                  </a:lnTo>
                  <a:lnTo>
                    <a:pt x="75446" y="248635"/>
                  </a:lnTo>
                  <a:lnTo>
                    <a:pt x="75718" y="248677"/>
                  </a:lnTo>
                  <a:lnTo>
                    <a:pt x="75898" y="248771"/>
                  </a:lnTo>
                  <a:lnTo>
                    <a:pt x="76080" y="248910"/>
                  </a:lnTo>
                  <a:lnTo>
                    <a:pt x="76443" y="249163"/>
                  </a:lnTo>
                  <a:lnTo>
                    <a:pt x="76853" y="249191"/>
                  </a:lnTo>
                  <a:lnTo>
                    <a:pt x="77042" y="249035"/>
                  </a:lnTo>
                  <a:lnTo>
                    <a:pt x="77378" y="248804"/>
                  </a:lnTo>
                  <a:lnTo>
                    <a:pt x="77508" y="248799"/>
                  </a:lnTo>
                  <a:lnTo>
                    <a:pt x="78626" y="248996"/>
                  </a:lnTo>
                  <a:lnTo>
                    <a:pt x="79731" y="248516"/>
                  </a:lnTo>
                  <a:lnTo>
                    <a:pt x="80312" y="248339"/>
                  </a:lnTo>
                  <a:lnTo>
                    <a:pt x="80548" y="248325"/>
                  </a:lnTo>
                  <a:lnTo>
                    <a:pt x="81269" y="248200"/>
                  </a:lnTo>
                  <a:lnTo>
                    <a:pt x="81530" y="248069"/>
                  </a:lnTo>
                  <a:lnTo>
                    <a:pt x="81916" y="247808"/>
                  </a:lnTo>
                  <a:lnTo>
                    <a:pt x="82065" y="247754"/>
                  </a:lnTo>
                  <a:lnTo>
                    <a:pt x="83061" y="247527"/>
                  </a:lnTo>
                  <a:lnTo>
                    <a:pt x="83860" y="247101"/>
                  </a:lnTo>
                  <a:lnTo>
                    <a:pt x="84329" y="246963"/>
                  </a:lnTo>
                  <a:lnTo>
                    <a:pt x="84972" y="246810"/>
                  </a:lnTo>
                  <a:lnTo>
                    <a:pt x="85092" y="246495"/>
                  </a:lnTo>
                  <a:lnTo>
                    <a:pt x="85122" y="246346"/>
                  </a:lnTo>
                  <a:lnTo>
                    <a:pt x="85334" y="246080"/>
                  </a:lnTo>
                  <a:lnTo>
                    <a:pt x="85595" y="245916"/>
                  </a:lnTo>
                  <a:lnTo>
                    <a:pt x="85978" y="245780"/>
                  </a:lnTo>
                  <a:lnTo>
                    <a:pt x="86223" y="245742"/>
                  </a:lnTo>
                  <a:lnTo>
                    <a:pt x="86631" y="245641"/>
                  </a:lnTo>
                  <a:lnTo>
                    <a:pt x="86779" y="245580"/>
                  </a:lnTo>
                  <a:lnTo>
                    <a:pt x="87374" y="245377"/>
                  </a:lnTo>
                  <a:lnTo>
                    <a:pt x="87920" y="245273"/>
                  </a:lnTo>
                  <a:lnTo>
                    <a:pt x="88236" y="245158"/>
                  </a:lnTo>
                  <a:lnTo>
                    <a:pt x="88288" y="245018"/>
                  </a:lnTo>
                  <a:lnTo>
                    <a:pt x="88493" y="244616"/>
                  </a:lnTo>
                  <a:lnTo>
                    <a:pt x="88703" y="244309"/>
                  </a:lnTo>
                  <a:lnTo>
                    <a:pt x="88835" y="244198"/>
                  </a:lnTo>
                  <a:lnTo>
                    <a:pt x="89241" y="243944"/>
                  </a:lnTo>
                  <a:lnTo>
                    <a:pt x="89585" y="243762"/>
                  </a:lnTo>
                  <a:lnTo>
                    <a:pt x="90460" y="243674"/>
                  </a:lnTo>
                  <a:lnTo>
                    <a:pt x="91009" y="243644"/>
                  </a:lnTo>
                  <a:lnTo>
                    <a:pt x="91316" y="243423"/>
                  </a:lnTo>
                  <a:lnTo>
                    <a:pt x="91463" y="243098"/>
                  </a:lnTo>
                  <a:lnTo>
                    <a:pt x="93021" y="241790"/>
                  </a:lnTo>
                  <a:lnTo>
                    <a:pt x="93449" y="241112"/>
                  </a:lnTo>
                  <a:lnTo>
                    <a:pt x="93455" y="240954"/>
                  </a:lnTo>
                  <a:lnTo>
                    <a:pt x="93435" y="240743"/>
                  </a:lnTo>
                  <a:lnTo>
                    <a:pt x="93363" y="240268"/>
                  </a:lnTo>
                  <a:lnTo>
                    <a:pt x="93592" y="239734"/>
                  </a:lnTo>
                  <a:lnTo>
                    <a:pt x="93761" y="239645"/>
                  </a:lnTo>
                  <a:lnTo>
                    <a:pt x="94034" y="239602"/>
                  </a:lnTo>
                  <a:lnTo>
                    <a:pt x="94624" y="239456"/>
                  </a:lnTo>
                  <a:lnTo>
                    <a:pt x="94767" y="239390"/>
                  </a:lnTo>
                  <a:lnTo>
                    <a:pt x="94910" y="239324"/>
                  </a:lnTo>
                  <a:lnTo>
                    <a:pt x="95348" y="239091"/>
                  </a:lnTo>
                  <a:lnTo>
                    <a:pt x="95649" y="239076"/>
                  </a:lnTo>
                  <a:lnTo>
                    <a:pt x="96028" y="239151"/>
                  </a:lnTo>
                  <a:lnTo>
                    <a:pt x="97834" y="239388"/>
                  </a:lnTo>
                  <a:lnTo>
                    <a:pt x="98061" y="239311"/>
                  </a:lnTo>
                  <a:lnTo>
                    <a:pt x="98350" y="239132"/>
                  </a:lnTo>
                  <a:lnTo>
                    <a:pt x="98484" y="239027"/>
                  </a:lnTo>
                  <a:lnTo>
                    <a:pt x="98998" y="238952"/>
                  </a:lnTo>
                  <a:lnTo>
                    <a:pt x="99278" y="239215"/>
                  </a:lnTo>
                  <a:lnTo>
                    <a:pt x="99821" y="239450"/>
                  </a:lnTo>
                  <a:lnTo>
                    <a:pt x="100445" y="239391"/>
                  </a:lnTo>
                  <a:lnTo>
                    <a:pt x="100796" y="239304"/>
                  </a:lnTo>
                  <a:lnTo>
                    <a:pt x="100999" y="239237"/>
                  </a:lnTo>
                  <a:lnTo>
                    <a:pt x="101224" y="239177"/>
                  </a:lnTo>
                  <a:lnTo>
                    <a:pt x="101535" y="239092"/>
                  </a:lnTo>
                  <a:lnTo>
                    <a:pt x="101683" y="239050"/>
                  </a:lnTo>
                  <a:lnTo>
                    <a:pt x="102073" y="238901"/>
                  </a:lnTo>
                  <a:lnTo>
                    <a:pt x="102232" y="238825"/>
                  </a:lnTo>
                  <a:lnTo>
                    <a:pt x="102562" y="238697"/>
                  </a:lnTo>
                  <a:lnTo>
                    <a:pt x="102848" y="238730"/>
                  </a:lnTo>
                  <a:lnTo>
                    <a:pt x="103123" y="238786"/>
                  </a:lnTo>
                  <a:lnTo>
                    <a:pt x="103427" y="238873"/>
                  </a:lnTo>
                  <a:lnTo>
                    <a:pt x="104440" y="238479"/>
                  </a:lnTo>
                  <a:lnTo>
                    <a:pt x="104515" y="238185"/>
                  </a:lnTo>
                  <a:lnTo>
                    <a:pt x="104516" y="238021"/>
                  </a:lnTo>
                  <a:lnTo>
                    <a:pt x="104522" y="237822"/>
                  </a:lnTo>
                  <a:lnTo>
                    <a:pt x="104540" y="237339"/>
                  </a:lnTo>
                  <a:lnTo>
                    <a:pt x="104603" y="236694"/>
                  </a:lnTo>
                  <a:lnTo>
                    <a:pt x="104706" y="236437"/>
                  </a:lnTo>
                  <a:lnTo>
                    <a:pt x="104823" y="236202"/>
                  </a:lnTo>
                  <a:lnTo>
                    <a:pt x="104940" y="236072"/>
                  </a:lnTo>
                  <a:lnTo>
                    <a:pt x="105058" y="235940"/>
                  </a:lnTo>
                  <a:lnTo>
                    <a:pt x="105428" y="235693"/>
                  </a:lnTo>
                  <a:lnTo>
                    <a:pt x="105563" y="235653"/>
                  </a:lnTo>
                  <a:lnTo>
                    <a:pt x="106023" y="235613"/>
                  </a:lnTo>
                  <a:lnTo>
                    <a:pt x="106365" y="235671"/>
                  </a:lnTo>
                  <a:lnTo>
                    <a:pt x="106533" y="235719"/>
                  </a:lnTo>
                  <a:lnTo>
                    <a:pt x="106960" y="235872"/>
                  </a:lnTo>
                  <a:lnTo>
                    <a:pt x="107319" y="236102"/>
                  </a:lnTo>
                  <a:lnTo>
                    <a:pt x="107805" y="236370"/>
                  </a:lnTo>
                  <a:lnTo>
                    <a:pt x="107942" y="236286"/>
                  </a:lnTo>
                  <a:lnTo>
                    <a:pt x="108379" y="236163"/>
                  </a:lnTo>
                  <a:lnTo>
                    <a:pt x="108630" y="235840"/>
                  </a:lnTo>
                  <a:lnTo>
                    <a:pt x="108235" y="235374"/>
                  </a:lnTo>
                  <a:lnTo>
                    <a:pt x="108419" y="234962"/>
                  </a:lnTo>
                  <a:lnTo>
                    <a:pt x="108656" y="234793"/>
                  </a:lnTo>
                  <a:lnTo>
                    <a:pt x="108878" y="234682"/>
                  </a:lnTo>
                  <a:lnTo>
                    <a:pt x="109327" y="234399"/>
                  </a:lnTo>
                  <a:lnTo>
                    <a:pt x="109342" y="234152"/>
                  </a:lnTo>
                  <a:lnTo>
                    <a:pt x="109313" y="234022"/>
                  </a:lnTo>
                  <a:lnTo>
                    <a:pt x="109187" y="233619"/>
                  </a:lnTo>
                  <a:lnTo>
                    <a:pt x="109252" y="233416"/>
                  </a:lnTo>
                  <a:lnTo>
                    <a:pt x="109200" y="233255"/>
                  </a:lnTo>
                  <a:lnTo>
                    <a:pt x="109114" y="232988"/>
                  </a:lnTo>
                  <a:lnTo>
                    <a:pt x="109074" y="232771"/>
                  </a:lnTo>
                  <a:lnTo>
                    <a:pt x="109081" y="232492"/>
                  </a:lnTo>
                  <a:lnTo>
                    <a:pt x="109209" y="232094"/>
                  </a:lnTo>
                  <a:lnTo>
                    <a:pt x="109201" y="231626"/>
                  </a:lnTo>
                  <a:lnTo>
                    <a:pt x="109227" y="231413"/>
                  </a:lnTo>
                  <a:lnTo>
                    <a:pt x="109349" y="231079"/>
                  </a:lnTo>
                  <a:lnTo>
                    <a:pt x="109295" y="230693"/>
                  </a:lnTo>
                  <a:lnTo>
                    <a:pt x="109245" y="230556"/>
                  </a:lnTo>
                  <a:lnTo>
                    <a:pt x="109043" y="230477"/>
                  </a:lnTo>
                  <a:lnTo>
                    <a:pt x="108489" y="230441"/>
                  </a:lnTo>
                  <a:lnTo>
                    <a:pt x="108179" y="230283"/>
                  </a:lnTo>
                  <a:lnTo>
                    <a:pt x="108118" y="230055"/>
                  </a:lnTo>
                  <a:lnTo>
                    <a:pt x="107980" y="229765"/>
                  </a:lnTo>
                  <a:lnTo>
                    <a:pt x="107844" y="229433"/>
                  </a:lnTo>
                  <a:lnTo>
                    <a:pt x="107904" y="229126"/>
                  </a:lnTo>
                  <a:lnTo>
                    <a:pt x="107875" y="228910"/>
                  </a:lnTo>
                  <a:lnTo>
                    <a:pt x="107761" y="228541"/>
                  </a:lnTo>
                  <a:lnTo>
                    <a:pt x="107668" y="228036"/>
                  </a:lnTo>
                  <a:lnTo>
                    <a:pt x="107426" y="227453"/>
                  </a:lnTo>
                  <a:lnTo>
                    <a:pt x="107433" y="227199"/>
                  </a:lnTo>
                  <a:lnTo>
                    <a:pt x="107337" y="226924"/>
                  </a:lnTo>
                  <a:lnTo>
                    <a:pt x="107281" y="226440"/>
                  </a:lnTo>
                  <a:lnTo>
                    <a:pt x="107476" y="226277"/>
                  </a:lnTo>
                  <a:lnTo>
                    <a:pt x="107943" y="226019"/>
                  </a:lnTo>
                  <a:lnTo>
                    <a:pt x="108264" y="226174"/>
                  </a:lnTo>
                  <a:lnTo>
                    <a:pt x="108707" y="226088"/>
                  </a:lnTo>
                  <a:lnTo>
                    <a:pt x="108681" y="225914"/>
                  </a:lnTo>
                  <a:lnTo>
                    <a:pt x="108744" y="225589"/>
                  </a:lnTo>
                  <a:lnTo>
                    <a:pt x="108887" y="225389"/>
                  </a:lnTo>
                  <a:lnTo>
                    <a:pt x="108960" y="225162"/>
                  </a:lnTo>
                  <a:lnTo>
                    <a:pt x="109019" y="224859"/>
                  </a:lnTo>
                  <a:lnTo>
                    <a:pt x="109072" y="224508"/>
                  </a:lnTo>
                  <a:lnTo>
                    <a:pt x="109260" y="224369"/>
                  </a:lnTo>
                  <a:lnTo>
                    <a:pt x="109374" y="224182"/>
                  </a:lnTo>
                  <a:lnTo>
                    <a:pt x="109395" y="223728"/>
                  </a:lnTo>
                  <a:lnTo>
                    <a:pt x="109632" y="223622"/>
                  </a:lnTo>
                  <a:lnTo>
                    <a:pt x="110078" y="223451"/>
                  </a:lnTo>
                  <a:lnTo>
                    <a:pt x="110572" y="223383"/>
                  </a:lnTo>
                  <a:lnTo>
                    <a:pt x="111081" y="223343"/>
                  </a:lnTo>
                  <a:lnTo>
                    <a:pt x="111419" y="223163"/>
                  </a:lnTo>
                  <a:lnTo>
                    <a:pt x="111770" y="222904"/>
                  </a:lnTo>
                  <a:lnTo>
                    <a:pt x="111903" y="222623"/>
                  </a:lnTo>
                  <a:lnTo>
                    <a:pt x="111919" y="222493"/>
                  </a:lnTo>
                  <a:lnTo>
                    <a:pt x="111904" y="222281"/>
                  </a:lnTo>
                  <a:lnTo>
                    <a:pt x="111860" y="222085"/>
                  </a:lnTo>
                  <a:lnTo>
                    <a:pt x="111654" y="222019"/>
                  </a:lnTo>
                  <a:lnTo>
                    <a:pt x="111515" y="221634"/>
                  </a:lnTo>
                  <a:lnTo>
                    <a:pt x="111486" y="221385"/>
                  </a:lnTo>
                  <a:lnTo>
                    <a:pt x="111582" y="221217"/>
                  </a:lnTo>
                  <a:lnTo>
                    <a:pt x="111580" y="220947"/>
                  </a:lnTo>
                  <a:lnTo>
                    <a:pt x="111939" y="220580"/>
                  </a:lnTo>
                  <a:lnTo>
                    <a:pt x="112007" y="220449"/>
                  </a:lnTo>
                  <a:lnTo>
                    <a:pt x="112230" y="220316"/>
                  </a:lnTo>
                  <a:lnTo>
                    <a:pt x="112702" y="220204"/>
                  </a:lnTo>
                  <a:lnTo>
                    <a:pt x="112894" y="220216"/>
                  </a:lnTo>
                  <a:lnTo>
                    <a:pt x="113181" y="220235"/>
                  </a:lnTo>
                  <a:lnTo>
                    <a:pt x="113315" y="220274"/>
                  </a:lnTo>
                  <a:lnTo>
                    <a:pt x="113697" y="220385"/>
                  </a:lnTo>
                  <a:lnTo>
                    <a:pt x="114045" y="220409"/>
                  </a:lnTo>
                  <a:lnTo>
                    <a:pt x="114358" y="220285"/>
                  </a:lnTo>
                  <a:lnTo>
                    <a:pt x="114998" y="220328"/>
                  </a:lnTo>
                  <a:lnTo>
                    <a:pt x="115346" y="220069"/>
                  </a:lnTo>
                  <a:lnTo>
                    <a:pt x="115870" y="219897"/>
                  </a:lnTo>
                  <a:lnTo>
                    <a:pt x="116098" y="219858"/>
                  </a:lnTo>
                  <a:lnTo>
                    <a:pt x="116264" y="219911"/>
                  </a:lnTo>
                  <a:lnTo>
                    <a:pt x="116655" y="219712"/>
                  </a:lnTo>
                  <a:lnTo>
                    <a:pt x="116715" y="219362"/>
                  </a:lnTo>
                  <a:lnTo>
                    <a:pt x="117436" y="218475"/>
                  </a:lnTo>
                  <a:lnTo>
                    <a:pt x="117673" y="218179"/>
                  </a:lnTo>
                  <a:lnTo>
                    <a:pt x="118285" y="218653"/>
                  </a:lnTo>
                  <a:lnTo>
                    <a:pt x="118695" y="218798"/>
                  </a:lnTo>
                  <a:lnTo>
                    <a:pt x="118928" y="219116"/>
                  </a:lnTo>
                  <a:lnTo>
                    <a:pt x="118783" y="219253"/>
                  </a:lnTo>
                  <a:lnTo>
                    <a:pt x="118680" y="219450"/>
                  </a:lnTo>
                  <a:lnTo>
                    <a:pt x="118559" y="219903"/>
                  </a:lnTo>
                  <a:lnTo>
                    <a:pt x="118488" y="220276"/>
                  </a:lnTo>
                  <a:lnTo>
                    <a:pt x="118484" y="220562"/>
                  </a:lnTo>
                  <a:lnTo>
                    <a:pt x="118607" y="220858"/>
                  </a:lnTo>
                  <a:lnTo>
                    <a:pt x="118986" y="221224"/>
                  </a:lnTo>
                  <a:lnTo>
                    <a:pt x="119148" y="221359"/>
                  </a:lnTo>
                  <a:lnTo>
                    <a:pt x="119509" y="221490"/>
                  </a:lnTo>
                  <a:lnTo>
                    <a:pt x="119949" y="221586"/>
                  </a:lnTo>
                  <a:lnTo>
                    <a:pt x="120648" y="222010"/>
                  </a:lnTo>
                  <a:lnTo>
                    <a:pt x="121075" y="222458"/>
                  </a:lnTo>
                  <a:lnTo>
                    <a:pt x="121237" y="222527"/>
                  </a:lnTo>
                  <a:lnTo>
                    <a:pt x="121407" y="222633"/>
                  </a:lnTo>
                  <a:lnTo>
                    <a:pt x="121566" y="222892"/>
                  </a:lnTo>
                  <a:lnTo>
                    <a:pt x="121625" y="223194"/>
                  </a:lnTo>
                  <a:lnTo>
                    <a:pt x="122588" y="223559"/>
                  </a:lnTo>
                  <a:lnTo>
                    <a:pt x="122788" y="223790"/>
                  </a:lnTo>
                  <a:lnTo>
                    <a:pt x="122482" y="223951"/>
                  </a:lnTo>
                  <a:lnTo>
                    <a:pt x="122455" y="224191"/>
                  </a:lnTo>
                  <a:lnTo>
                    <a:pt x="122466" y="224335"/>
                  </a:lnTo>
                  <a:lnTo>
                    <a:pt x="122580" y="224518"/>
                  </a:lnTo>
                  <a:lnTo>
                    <a:pt x="122789" y="224647"/>
                  </a:lnTo>
                  <a:lnTo>
                    <a:pt x="122792" y="224848"/>
                  </a:lnTo>
                  <a:lnTo>
                    <a:pt x="122753" y="225023"/>
                  </a:lnTo>
                  <a:lnTo>
                    <a:pt x="122821" y="225251"/>
                  </a:lnTo>
                  <a:lnTo>
                    <a:pt x="122987" y="225532"/>
                  </a:lnTo>
                  <a:lnTo>
                    <a:pt x="122820" y="225817"/>
                  </a:lnTo>
                  <a:lnTo>
                    <a:pt x="122840" y="225975"/>
                  </a:lnTo>
                  <a:lnTo>
                    <a:pt x="122780" y="226260"/>
                  </a:lnTo>
                  <a:lnTo>
                    <a:pt x="122387" y="226749"/>
                  </a:lnTo>
                  <a:lnTo>
                    <a:pt x="122221" y="226785"/>
                  </a:lnTo>
                  <a:lnTo>
                    <a:pt x="121941" y="226811"/>
                  </a:lnTo>
                  <a:lnTo>
                    <a:pt x="121754" y="227078"/>
                  </a:lnTo>
                  <a:lnTo>
                    <a:pt x="121814" y="227309"/>
                  </a:lnTo>
                  <a:lnTo>
                    <a:pt x="121882" y="227515"/>
                  </a:lnTo>
                  <a:lnTo>
                    <a:pt x="122293" y="228248"/>
                  </a:lnTo>
                  <a:lnTo>
                    <a:pt x="122494" y="228171"/>
                  </a:lnTo>
                  <a:lnTo>
                    <a:pt x="122642" y="228114"/>
                  </a:lnTo>
                  <a:lnTo>
                    <a:pt x="122777" y="228178"/>
                  </a:lnTo>
                  <a:lnTo>
                    <a:pt x="122922" y="228248"/>
                  </a:lnTo>
                  <a:lnTo>
                    <a:pt x="123439" y="228226"/>
                  </a:lnTo>
                  <a:lnTo>
                    <a:pt x="123593" y="228309"/>
                  </a:lnTo>
                  <a:lnTo>
                    <a:pt x="123824" y="228612"/>
                  </a:lnTo>
                  <a:lnTo>
                    <a:pt x="124039" y="228696"/>
                  </a:lnTo>
                  <a:lnTo>
                    <a:pt x="124483" y="228361"/>
                  </a:lnTo>
                  <a:lnTo>
                    <a:pt x="124508" y="227883"/>
                  </a:lnTo>
                  <a:lnTo>
                    <a:pt x="124674" y="227845"/>
                  </a:lnTo>
                  <a:lnTo>
                    <a:pt x="124896" y="227914"/>
                  </a:lnTo>
                  <a:lnTo>
                    <a:pt x="125153" y="227994"/>
                  </a:lnTo>
                  <a:lnTo>
                    <a:pt x="125378" y="228079"/>
                  </a:lnTo>
                  <a:lnTo>
                    <a:pt x="125544" y="228168"/>
                  </a:lnTo>
                  <a:lnTo>
                    <a:pt x="125539" y="228349"/>
                  </a:lnTo>
                  <a:lnTo>
                    <a:pt x="125533" y="228568"/>
                  </a:lnTo>
                  <a:lnTo>
                    <a:pt x="125813" y="228886"/>
                  </a:lnTo>
                  <a:lnTo>
                    <a:pt x="125965" y="228906"/>
                  </a:lnTo>
                  <a:lnTo>
                    <a:pt x="126239" y="228941"/>
                  </a:lnTo>
                  <a:lnTo>
                    <a:pt x="126395" y="228961"/>
                  </a:lnTo>
                  <a:lnTo>
                    <a:pt x="126784" y="229055"/>
                  </a:lnTo>
                  <a:lnTo>
                    <a:pt x="126700" y="229228"/>
                  </a:lnTo>
                  <a:lnTo>
                    <a:pt x="126412" y="229844"/>
                  </a:lnTo>
                  <a:lnTo>
                    <a:pt x="126074" y="230673"/>
                  </a:lnTo>
                  <a:lnTo>
                    <a:pt x="125866" y="230955"/>
                  </a:lnTo>
                  <a:lnTo>
                    <a:pt x="126027" y="231172"/>
                  </a:lnTo>
                  <a:lnTo>
                    <a:pt x="126397" y="231433"/>
                  </a:lnTo>
                  <a:lnTo>
                    <a:pt x="126529" y="231510"/>
                  </a:lnTo>
                  <a:lnTo>
                    <a:pt x="126724" y="231780"/>
                  </a:lnTo>
                  <a:lnTo>
                    <a:pt x="126704" y="232012"/>
                  </a:lnTo>
                  <a:lnTo>
                    <a:pt x="126689" y="232198"/>
                  </a:lnTo>
                  <a:lnTo>
                    <a:pt x="126646" y="232712"/>
                  </a:lnTo>
                  <a:lnTo>
                    <a:pt x="126894" y="233097"/>
                  </a:lnTo>
                  <a:lnTo>
                    <a:pt x="126900" y="233371"/>
                  </a:lnTo>
                  <a:lnTo>
                    <a:pt x="126906" y="233610"/>
                  </a:lnTo>
                  <a:lnTo>
                    <a:pt x="127114" y="233967"/>
                  </a:lnTo>
                  <a:lnTo>
                    <a:pt x="127275" y="234035"/>
                  </a:lnTo>
                  <a:lnTo>
                    <a:pt x="127614" y="234022"/>
                  </a:lnTo>
                  <a:lnTo>
                    <a:pt x="127642" y="234238"/>
                  </a:lnTo>
                  <a:lnTo>
                    <a:pt x="127664" y="234400"/>
                  </a:lnTo>
                  <a:lnTo>
                    <a:pt x="127946" y="234282"/>
                  </a:lnTo>
                  <a:lnTo>
                    <a:pt x="128143" y="234021"/>
                  </a:lnTo>
                  <a:lnTo>
                    <a:pt x="128485" y="233789"/>
                  </a:lnTo>
                  <a:lnTo>
                    <a:pt x="128628" y="233692"/>
                  </a:lnTo>
                  <a:lnTo>
                    <a:pt x="128845" y="233544"/>
                  </a:lnTo>
                  <a:lnTo>
                    <a:pt x="129045" y="233470"/>
                  </a:lnTo>
                  <a:lnTo>
                    <a:pt x="129413" y="233722"/>
                  </a:lnTo>
                  <a:lnTo>
                    <a:pt x="129332" y="234154"/>
                  </a:lnTo>
                  <a:lnTo>
                    <a:pt x="129170" y="234253"/>
                  </a:lnTo>
                  <a:lnTo>
                    <a:pt x="129482" y="234735"/>
                  </a:lnTo>
                  <a:lnTo>
                    <a:pt x="129305" y="235080"/>
                  </a:lnTo>
                  <a:lnTo>
                    <a:pt x="129105" y="235569"/>
                  </a:lnTo>
                  <a:lnTo>
                    <a:pt x="128778" y="236264"/>
                  </a:lnTo>
                  <a:lnTo>
                    <a:pt x="128876" y="236489"/>
                  </a:lnTo>
                  <a:lnTo>
                    <a:pt x="128838" y="236859"/>
                  </a:lnTo>
                  <a:lnTo>
                    <a:pt x="128836" y="237193"/>
                  </a:lnTo>
                  <a:lnTo>
                    <a:pt x="128878" y="237374"/>
                  </a:lnTo>
                  <a:lnTo>
                    <a:pt x="129940" y="237562"/>
                  </a:lnTo>
                  <a:lnTo>
                    <a:pt x="130217" y="237503"/>
                  </a:lnTo>
                  <a:lnTo>
                    <a:pt x="130490" y="237329"/>
                  </a:lnTo>
                  <a:lnTo>
                    <a:pt x="130798" y="237411"/>
                  </a:lnTo>
                  <a:lnTo>
                    <a:pt x="130932" y="237363"/>
                  </a:lnTo>
                  <a:lnTo>
                    <a:pt x="131097" y="237039"/>
                  </a:lnTo>
                  <a:lnTo>
                    <a:pt x="131378" y="236982"/>
                  </a:lnTo>
                  <a:lnTo>
                    <a:pt x="131574" y="236935"/>
                  </a:lnTo>
                  <a:lnTo>
                    <a:pt x="131773" y="236738"/>
                  </a:lnTo>
                  <a:lnTo>
                    <a:pt x="131881" y="236396"/>
                  </a:lnTo>
                  <a:lnTo>
                    <a:pt x="133043" y="235650"/>
                  </a:lnTo>
                  <a:lnTo>
                    <a:pt x="133229" y="235542"/>
                  </a:lnTo>
                  <a:lnTo>
                    <a:pt x="133466" y="235424"/>
                  </a:lnTo>
                  <a:lnTo>
                    <a:pt x="133691" y="235482"/>
                  </a:lnTo>
                  <a:lnTo>
                    <a:pt x="134247" y="235626"/>
                  </a:lnTo>
                  <a:lnTo>
                    <a:pt x="134207" y="235492"/>
                  </a:lnTo>
                  <a:lnTo>
                    <a:pt x="134048" y="235254"/>
                  </a:lnTo>
                  <a:lnTo>
                    <a:pt x="134161" y="235059"/>
                  </a:lnTo>
                  <a:lnTo>
                    <a:pt x="134404" y="235095"/>
                  </a:lnTo>
                  <a:lnTo>
                    <a:pt x="134738" y="235237"/>
                  </a:lnTo>
                  <a:lnTo>
                    <a:pt x="134808" y="234939"/>
                  </a:lnTo>
                  <a:lnTo>
                    <a:pt x="135015" y="234776"/>
                  </a:lnTo>
                  <a:lnTo>
                    <a:pt x="134979" y="234292"/>
                  </a:lnTo>
                  <a:lnTo>
                    <a:pt x="134985" y="234091"/>
                  </a:lnTo>
                  <a:lnTo>
                    <a:pt x="135129" y="233918"/>
                  </a:lnTo>
                  <a:lnTo>
                    <a:pt x="135299" y="233396"/>
                  </a:lnTo>
                  <a:lnTo>
                    <a:pt x="136114" y="232727"/>
                  </a:lnTo>
                  <a:lnTo>
                    <a:pt x="136705" y="232386"/>
                  </a:lnTo>
                  <a:lnTo>
                    <a:pt x="137051" y="232319"/>
                  </a:lnTo>
                  <a:lnTo>
                    <a:pt x="137225" y="232380"/>
                  </a:lnTo>
                  <a:lnTo>
                    <a:pt x="137297" y="232650"/>
                  </a:lnTo>
                  <a:lnTo>
                    <a:pt x="137353" y="232861"/>
                  </a:lnTo>
                  <a:lnTo>
                    <a:pt x="137173" y="233064"/>
                  </a:lnTo>
                  <a:lnTo>
                    <a:pt x="136876" y="233181"/>
                  </a:lnTo>
                  <a:lnTo>
                    <a:pt x="136783" y="233459"/>
                  </a:lnTo>
                  <a:lnTo>
                    <a:pt x="136852" y="233606"/>
                  </a:lnTo>
                  <a:lnTo>
                    <a:pt x="137124" y="233712"/>
                  </a:lnTo>
                  <a:lnTo>
                    <a:pt x="137073" y="233921"/>
                  </a:lnTo>
                  <a:lnTo>
                    <a:pt x="137222" y="234214"/>
                  </a:lnTo>
                  <a:lnTo>
                    <a:pt x="137289" y="234347"/>
                  </a:lnTo>
                  <a:lnTo>
                    <a:pt x="137147" y="235902"/>
                  </a:lnTo>
                  <a:lnTo>
                    <a:pt x="137438" y="236033"/>
                  </a:lnTo>
                  <a:lnTo>
                    <a:pt x="137631" y="236320"/>
                  </a:lnTo>
                  <a:lnTo>
                    <a:pt x="138152" y="236970"/>
                  </a:lnTo>
                  <a:lnTo>
                    <a:pt x="138443" y="236835"/>
                  </a:lnTo>
                  <a:lnTo>
                    <a:pt x="138610" y="237014"/>
                  </a:lnTo>
                  <a:lnTo>
                    <a:pt x="138489" y="237148"/>
                  </a:lnTo>
                  <a:lnTo>
                    <a:pt x="138508" y="237324"/>
                  </a:lnTo>
                  <a:lnTo>
                    <a:pt x="138588" y="237530"/>
                  </a:lnTo>
                  <a:lnTo>
                    <a:pt x="138282" y="237946"/>
                  </a:lnTo>
                  <a:lnTo>
                    <a:pt x="138559" y="238093"/>
                  </a:lnTo>
                  <a:lnTo>
                    <a:pt x="138953" y="238010"/>
                  </a:lnTo>
                  <a:lnTo>
                    <a:pt x="138982" y="237742"/>
                  </a:lnTo>
                  <a:lnTo>
                    <a:pt x="138996" y="237613"/>
                  </a:lnTo>
                  <a:lnTo>
                    <a:pt x="139199" y="237380"/>
                  </a:lnTo>
                  <a:lnTo>
                    <a:pt x="139448" y="237241"/>
                  </a:lnTo>
                  <a:lnTo>
                    <a:pt x="139678" y="237113"/>
                  </a:lnTo>
                  <a:lnTo>
                    <a:pt x="139938" y="236968"/>
                  </a:lnTo>
                  <a:lnTo>
                    <a:pt x="140247" y="236793"/>
                  </a:lnTo>
                  <a:lnTo>
                    <a:pt x="140271" y="236611"/>
                  </a:lnTo>
                  <a:lnTo>
                    <a:pt x="140395" y="236326"/>
                  </a:lnTo>
                  <a:lnTo>
                    <a:pt x="140478" y="236197"/>
                  </a:lnTo>
                  <a:lnTo>
                    <a:pt x="140727" y="236156"/>
                  </a:lnTo>
                  <a:lnTo>
                    <a:pt x="140879" y="236130"/>
                  </a:lnTo>
                  <a:lnTo>
                    <a:pt x="141190" y="236399"/>
                  </a:lnTo>
                  <a:lnTo>
                    <a:pt x="141323" y="236514"/>
                  </a:lnTo>
                  <a:lnTo>
                    <a:pt x="141442" y="237013"/>
                  </a:lnTo>
                  <a:lnTo>
                    <a:pt x="141333" y="237221"/>
                  </a:lnTo>
                  <a:lnTo>
                    <a:pt x="141129" y="237613"/>
                  </a:lnTo>
                  <a:lnTo>
                    <a:pt x="141118" y="237849"/>
                  </a:lnTo>
                  <a:lnTo>
                    <a:pt x="141342" y="238250"/>
                  </a:lnTo>
                  <a:lnTo>
                    <a:pt x="141346" y="238429"/>
                  </a:lnTo>
                  <a:lnTo>
                    <a:pt x="141345" y="238706"/>
                  </a:lnTo>
                  <a:lnTo>
                    <a:pt x="141490" y="238794"/>
                  </a:lnTo>
                  <a:lnTo>
                    <a:pt x="141660" y="238803"/>
                  </a:lnTo>
                  <a:lnTo>
                    <a:pt x="141838" y="239159"/>
                  </a:lnTo>
                  <a:lnTo>
                    <a:pt x="142182" y="239528"/>
                  </a:lnTo>
                  <a:lnTo>
                    <a:pt x="141946" y="239996"/>
                  </a:lnTo>
                  <a:lnTo>
                    <a:pt x="142177" y="240351"/>
                  </a:lnTo>
                  <a:lnTo>
                    <a:pt x="142476" y="240593"/>
                  </a:lnTo>
                  <a:lnTo>
                    <a:pt x="142551" y="240722"/>
                  </a:lnTo>
                  <a:lnTo>
                    <a:pt x="142432" y="240882"/>
                  </a:lnTo>
                  <a:lnTo>
                    <a:pt x="142312" y="241045"/>
                  </a:lnTo>
                  <a:lnTo>
                    <a:pt x="141665" y="241436"/>
                  </a:lnTo>
                  <a:lnTo>
                    <a:pt x="141869" y="241842"/>
                  </a:lnTo>
                  <a:lnTo>
                    <a:pt x="142101" y="242031"/>
                  </a:lnTo>
                  <a:lnTo>
                    <a:pt x="142310" y="242058"/>
                  </a:lnTo>
                  <a:lnTo>
                    <a:pt x="142731" y="242125"/>
                  </a:lnTo>
                  <a:lnTo>
                    <a:pt x="143289" y="241730"/>
                  </a:lnTo>
                  <a:lnTo>
                    <a:pt x="143506" y="241577"/>
                  </a:lnTo>
                  <a:lnTo>
                    <a:pt x="144017" y="241699"/>
                  </a:lnTo>
                  <a:lnTo>
                    <a:pt x="144234" y="241790"/>
                  </a:lnTo>
                  <a:lnTo>
                    <a:pt x="144448" y="241996"/>
                  </a:lnTo>
                  <a:lnTo>
                    <a:pt x="144621" y="242107"/>
                  </a:lnTo>
                  <a:lnTo>
                    <a:pt x="145100" y="241917"/>
                  </a:lnTo>
                  <a:lnTo>
                    <a:pt x="145423" y="241804"/>
                  </a:lnTo>
                  <a:lnTo>
                    <a:pt x="145738" y="241693"/>
                  </a:lnTo>
                  <a:lnTo>
                    <a:pt x="145934" y="241464"/>
                  </a:lnTo>
                  <a:lnTo>
                    <a:pt x="145911" y="241057"/>
                  </a:lnTo>
                  <a:lnTo>
                    <a:pt x="145904" y="240928"/>
                  </a:lnTo>
                  <a:lnTo>
                    <a:pt x="146140" y="240875"/>
                  </a:lnTo>
                  <a:lnTo>
                    <a:pt x="146294" y="240844"/>
                  </a:lnTo>
                  <a:lnTo>
                    <a:pt x="146445" y="240812"/>
                  </a:lnTo>
                  <a:lnTo>
                    <a:pt x="146682" y="240763"/>
                  </a:lnTo>
                  <a:lnTo>
                    <a:pt x="147143" y="240529"/>
                  </a:lnTo>
                  <a:lnTo>
                    <a:pt x="147341" y="240423"/>
                  </a:lnTo>
                  <a:lnTo>
                    <a:pt x="147565" y="240386"/>
                  </a:lnTo>
                  <a:lnTo>
                    <a:pt x="147828" y="240344"/>
                  </a:lnTo>
                  <a:lnTo>
                    <a:pt x="147963" y="240287"/>
                  </a:lnTo>
                  <a:lnTo>
                    <a:pt x="148351" y="240124"/>
                  </a:lnTo>
                  <a:lnTo>
                    <a:pt x="148572" y="240031"/>
                  </a:lnTo>
                  <a:lnTo>
                    <a:pt x="148908" y="239702"/>
                  </a:lnTo>
                  <a:lnTo>
                    <a:pt x="149149" y="239466"/>
                  </a:lnTo>
                  <a:lnTo>
                    <a:pt x="149537" y="239232"/>
                  </a:lnTo>
                  <a:lnTo>
                    <a:pt x="149877" y="239078"/>
                  </a:lnTo>
                  <a:lnTo>
                    <a:pt x="150053" y="239204"/>
                  </a:lnTo>
                  <a:lnTo>
                    <a:pt x="150184" y="239132"/>
                  </a:lnTo>
                  <a:lnTo>
                    <a:pt x="150484" y="238965"/>
                  </a:lnTo>
                  <a:lnTo>
                    <a:pt x="150882" y="238921"/>
                  </a:lnTo>
                  <a:lnTo>
                    <a:pt x="151128" y="238782"/>
                  </a:lnTo>
                  <a:lnTo>
                    <a:pt x="151722" y="238406"/>
                  </a:lnTo>
                  <a:lnTo>
                    <a:pt x="152098" y="238509"/>
                  </a:lnTo>
                  <a:lnTo>
                    <a:pt x="152499" y="238262"/>
                  </a:lnTo>
                  <a:lnTo>
                    <a:pt x="152854" y="238153"/>
                  </a:lnTo>
                  <a:lnTo>
                    <a:pt x="153087" y="238123"/>
                  </a:lnTo>
                  <a:lnTo>
                    <a:pt x="153445" y="238103"/>
                  </a:lnTo>
                  <a:lnTo>
                    <a:pt x="153790" y="238125"/>
                  </a:lnTo>
                  <a:lnTo>
                    <a:pt x="154017" y="238151"/>
                  </a:lnTo>
                  <a:lnTo>
                    <a:pt x="154246" y="238187"/>
                  </a:lnTo>
                  <a:lnTo>
                    <a:pt x="154871" y="238384"/>
                  </a:lnTo>
                  <a:lnTo>
                    <a:pt x="155232" y="238182"/>
                  </a:lnTo>
                  <a:lnTo>
                    <a:pt x="155583" y="237969"/>
                  </a:lnTo>
                  <a:lnTo>
                    <a:pt x="155796" y="237840"/>
                  </a:lnTo>
                  <a:lnTo>
                    <a:pt x="156103" y="237661"/>
                  </a:lnTo>
                  <a:lnTo>
                    <a:pt x="156279" y="237584"/>
                  </a:lnTo>
                  <a:lnTo>
                    <a:pt x="156492" y="237171"/>
                  </a:lnTo>
                  <a:lnTo>
                    <a:pt x="156660" y="236931"/>
                  </a:lnTo>
                  <a:lnTo>
                    <a:pt x="156940" y="236696"/>
                  </a:lnTo>
                  <a:lnTo>
                    <a:pt x="157365" y="236461"/>
                  </a:lnTo>
                  <a:lnTo>
                    <a:pt x="157175" y="235663"/>
                  </a:lnTo>
                  <a:lnTo>
                    <a:pt x="157142" y="235526"/>
                  </a:lnTo>
                  <a:lnTo>
                    <a:pt x="157179" y="235348"/>
                  </a:lnTo>
                  <a:lnTo>
                    <a:pt x="157748" y="234423"/>
                  </a:lnTo>
                  <a:lnTo>
                    <a:pt x="157585" y="234276"/>
                  </a:lnTo>
                  <a:lnTo>
                    <a:pt x="157298" y="233956"/>
                  </a:lnTo>
                  <a:lnTo>
                    <a:pt x="157453" y="233629"/>
                  </a:lnTo>
                  <a:lnTo>
                    <a:pt x="157602" y="233348"/>
                  </a:lnTo>
                  <a:lnTo>
                    <a:pt x="157942" y="232540"/>
                  </a:lnTo>
                  <a:lnTo>
                    <a:pt x="158170" y="231946"/>
                  </a:lnTo>
                  <a:lnTo>
                    <a:pt x="158028" y="231748"/>
                  </a:lnTo>
                  <a:lnTo>
                    <a:pt x="157857" y="231532"/>
                  </a:lnTo>
                  <a:lnTo>
                    <a:pt x="157648" y="230969"/>
                  </a:lnTo>
                  <a:lnTo>
                    <a:pt x="157777" y="230823"/>
                  </a:lnTo>
                  <a:lnTo>
                    <a:pt x="157991" y="230495"/>
                  </a:lnTo>
                  <a:lnTo>
                    <a:pt x="158072" y="229960"/>
                  </a:lnTo>
                  <a:lnTo>
                    <a:pt x="158050" y="229416"/>
                  </a:lnTo>
                  <a:lnTo>
                    <a:pt x="158005" y="229283"/>
                  </a:lnTo>
                  <a:lnTo>
                    <a:pt x="157800" y="229136"/>
                  </a:lnTo>
                  <a:lnTo>
                    <a:pt x="157550" y="228823"/>
                  </a:lnTo>
                  <a:lnTo>
                    <a:pt x="157792" y="228654"/>
                  </a:lnTo>
                  <a:lnTo>
                    <a:pt x="158288" y="228700"/>
                  </a:lnTo>
                  <a:lnTo>
                    <a:pt x="159005" y="228856"/>
                  </a:lnTo>
                  <a:lnTo>
                    <a:pt x="159200" y="228856"/>
                  </a:lnTo>
                  <a:lnTo>
                    <a:pt x="159539" y="228506"/>
                  </a:lnTo>
                  <a:lnTo>
                    <a:pt x="159437" y="227949"/>
                  </a:lnTo>
                  <a:lnTo>
                    <a:pt x="159381" y="227731"/>
                  </a:lnTo>
                  <a:lnTo>
                    <a:pt x="159392" y="227454"/>
                  </a:lnTo>
                  <a:lnTo>
                    <a:pt x="159227" y="227166"/>
                  </a:lnTo>
                  <a:lnTo>
                    <a:pt x="158414" y="226995"/>
                  </a:lnTo>
                  <a:lnTo>
                    <a:pt x="158271" y="226780"/>
                  </a:lnTo>
                  <a:lnTo>
                    <a:pt x="158214" y="226581"/>
                  </a:lnTo>
                  <a:lnTo>
                    <a:pt x="158227" y="226391"/>
                  </a:lnTo>
                  <a:lnTo>
                    <a:pt x="158789" y="226012"/>
                  </a:lnTo>
                  <a:lnTo>
                    <a:pt x="159297" y="225795"/>
                  </a:lnTo>
                  <a:lnTo>
                    <a:pt x="159770" y="225616"/>
                  </a:lnTo>
                  <a:lnTo>
                    <a:pt x="160620" y="225851"/>
                  </a:lnTo>
                  <a:lnTo>
                    <a:pt x="160933" y="226059"/>
                  </a:lnTo>
                  <a:lnTo>
                    <a:pt x="161056" y="226341"/>
                  </a:lnTo>
                  <a:lnTo>
                    <a:pt x="161144" y="226596"/>
                  </a:lnTo>
                  <a:lnTo>
                    <a:pt x="161315" y="226996"/>
                  </a:lnTo>
                  <a:lnTo>
                    <a:pt x="161801" y="227125"/>
                  </a:lnTo>
                  <a:lnTo>
                    <a:pt x="162170" y="226892"/>
                  </a:lnTo>
                  <a:lnTo>
                    <a:pt x="162242" y="226666"/>
                  </a:lnTo>
                  <a:lnTo>
                    <a:pt x="162060" y="226414"/>
                  </a:lnTo>
                  <a:lnTo>
                    <a:pt x="161813" y="226163"/>
                  </a:lnTo>
                  <a:lnTo>
                    <a:pt x="161709" y="225577"/>
                  </a:lnTo>
                  <a:lnTo>
                    <a:pt x="161841" y="225340"/>
                  </a:lnTo>
                  <a:lnTo>
                    <a:pt x="162130" y="225213"/>
                  </a:lnTo>
                  <a:lnTo>
                    <a:pt x="162425" y="225035"/>
                  </a:lnTo>
                  <a:lnTo>
                    <a:pt x="162508" y="224871"/>
                  </a:lnTo>
                  <a:lnTo>
                    <a:pt x="162709" y="224620"/>
                  </a:lnTo>
                  <a:lnTo>
                    <a:pt x="163287" y="224600"/>
                  </a:lnTo>
                  <a:lnTo>
                    <a:pt x="163459" y="224642"/>
                  </a:lnTo>
                  <a:lnTo>
                    <a:pt x="163950" y="224434"/>
                  </a:lnTo>
                  <a:lnTo>
                    <a:pt x="164186" y="224145"/>
                  </a:lnTo>
                  <a:lnTo>
                    <a:pt x="164056" y="224060"/>
                  </a:lnTo>
                  <a:lnTo>
                    <a:pt x="163942" y="223912"/>
                  </a:lnTo>
                  <a:lnTo>
                    <a:pt x="164038" y="223726"/>
                  </a:lnTo>
                  <a:lnTo>
                    <a:pt x="164172" y="223400"/>
                  </a:lnTo>
                  <a:lnTo>
                    <a:pt x="164381" y="222794"/>
                  </a:lnTo>
                  <a:lnTo>
                    <a:pt x="164409" y="222590"/>
                  </a:lnTo>
                  <a:lnTo>
                    <a:pt x="164776" y="222303"/>
                  </a:lnTo>
                  <a:lnTo>
                    <a:pt x="164960" y="222433"/>
                  </a:lnTo>
                  <a:lnTo>
                    <a:pt x="165779" y="221807"/>
                  </a:lnTo>
                  <a:lnTo>
                    <a:pt x="166186" y="221803"/>
                  </a:lnTo>
                  <a:lnTo>
                    <a:pt x="166485" y="222172"/>
                  </a:lnTo>
                  <a:lnTo>
                    <a:pt x="166467" y="222338"/>
                  </a:lnTo>
                  <a:lnTo>
                    <a:pt x="166552" y="222577"/>
                  </a:lnTo>
                  <a:lnTo>
                    <a:pt x="166781" y="222849"/>
                  </a:lnTo>
                  <a:lnTo>
                    <a:pt x="167244" y="223262"/>
                  </a:lnTo>
                  <a:lnTo>
                    <a:pt x="167576" y="223407"/>
                  </a:lnTo>
                  <a:lnTo>
                    <a:pt x="168205" y="223694"/>
                  </a:lnTo>
                  <a:lnTo>
                    <a:pt x="168513" y="223948"/>
                  </a:lnTo>
                  <a:lnTo>
                    <a:pt x="168708" y="224285"/>
                  </a:lnTo>
                  <a:lnTo>
                    <a:pt x="169026" y="224969"/>
                  </a:lnTo>
                  <a:lnTo>
                    <a:pt x="169193" y="225395"/>
                  </a:lnTo>
                  <a:lnTo>
                    <a:pt x="169222" y="225782"/>
                  </a:lnTo>
                  <a:lnTo>
                    <a:pt x="169409" y="226412"/>
                  </a:lnTo>
                  <a:lnTo>
                    <a:pt x="170385" y="225949"/>
                  </a:lnTo>
                  <a:lnTo>
                    <a:pt x="170624" y="225855"/>
                  </a:lnTo>
                  <a:lnTo>
                    <a:pt x="171394" y="225666"/>
                  </a:lnTo>
                  <a:lnTo>
                    <a:pt x="172057" y="225611"/>
                  </a:lnTo>
                  <a:lnTo>
                    <a:pt x="172313" y="225660"/>
                  </a:lnTo>
                  <a:lnTo>
                    <a:pt x="172364" y="225840"/>
                  </a:lnTo>
                  <a:lnTo>
                    <a:pt x="172687" y="226020"/>
                  </a:lnTo>
                  <a:lnTo>
                    <a:pt x="172982" y="226185"/>
                  </a:lnTo>
                  <a:lnTo>
                    <a:pt x="173409" y="227070"/>
                  </a:lnTo>
                  <a:lnTo>
                    <a:pt x="173268" y="227341"/>
                  </a:lnTo>
                  <a:lnTo>
                    <a:pt x="173352" y="227478"/>
                  </a:lnTo>
                  <a:lnTo>
                    <a:pt x="173420" y="227648"/>
                  </a:lnTo>
                  <a:lnTo>
                    <a:pt x="173597" y="227573"/>
                  </a:lnTo>
                  <a:lnTo>
                    <a:pt x="173928" y="227584"/>
                  </a:lnTo>
                  <a:lnTo>
                    <a:pt x="174220" y="227883"/>
                  </a:lnTo>
                  <a:lnTo>
                    <a:pt x="174655" y="228177"/>
                  </a:lnTo>
                  <a:lnTo>
                    <a:pt x="175113" y="228637"/>
                  </a:lnTo>
                  <a:lnTo>
                    <a:pt x="175501" y="229576"/>
                  </a:lnTo>
                  <a:lnTo>
                    <a:pt x="175954" y="229890"/>
                  </a:lnTo>
                  <a:lnTo>
                    <a:pt x="176451" y="230160"/>
                  </a:lnTo>
                  <a:lnTo>
                    <a:pt x="176831" y="230934"/>
                  </a:lnTo>
                  <a:lnTo>
                    <a:pt x="176720" y="231245"/>
                  </a:lnTo>
                  <a:lnTo>
                    <a:pt x="176641" y="231383"/>
                  </a:lnTo>
                  <a:lnTo>
                    <a:pt x="176758" y="231709"/>
                  </a:lnTo>
                  <a:lnTo>
                    <a:pt x="177239" y="232210"/>
                  </a:lnTo>
                  <a:lnTo>
                    <a:pt x="177901" y="232885"/>
                  </a:lnTo>
                  <a:lnTo>
                    <a:pt x="178143" y="232582"/>
                  </a:lnTo>
                  <a:lnTo>
                    <a:pt x="178357" y="231490"/>
                  </a:lnTo>
                  <a:lnTo>
                    <a:pt x="178172" y="230934"/>
                  </a:lnTo>
                  <a:lnTo>
                    <a:pt x="177817" y="230284"/>
                  </a:lnTo>
                  <a:lnTo>
                    <a:pt x="178041" y="229765"/>
                  </a:lnTo>
                  <a:lnTo>
                    <a:pt x="178016" y="229366"/>
                  </a:lnTo>
                  <a:lnTo>
                    <a:pt x="177748" y="228849"/>
                  </a:lnTo>
                  <a:lnTo>
                    <a:pt x="177739" y="228431"/>
                  </a:lnTo>
                  <a:lnTo>
                    <a:pt x="177657" y="228010"/>
                  </a:lnTo>
                  <a:lnTo>
                    <a:pt x="177316" y="228048"/>
                  </a:lnTo>
                  <a:lnTo>
                    <a:pt x="176863" y="227963"/>
                  </a:lnTo>
                  <a:lnTo>
                    <a:pt x="176701" y="227804"/>
                  </a:lnTo>
                  <a:lnTo>
                    <a:pt x="176599" y="227493"/>
                  </a:lnTo>
                  <a:lnTo>
                    <a:pt x="176743" y="227190"/>
                  </a:lnTo>
                  <a:lnTo>
                    <a:pt x="176886" y="227069"/>
                  </a:lnTo>
                  <a:lnTo>
                    <a:pt x="176937" y="226372"/>
                  </a:lnTo>
                  <a:lnTo>
                    <a:pt x="177011" y="225921"/>
                  </a:lnTo>
                  <a:lnTo>
                    <a:pt x="177616" y="224635"/>
                  </a:lnTo>
                  <a:lnTo>
                    <a:pt x="177789" y="224871"/>
                  </a:lnTo>
                  <a:lnTo>
                    <a:pt x="178135" y="225245"/>
                  </a:lnTo>
                  <a:lnTo>
                    <a:pt x="178495" y="225197"/>
                  </a:lnTo>
                  <a:lnTo>
                    <a:pt x="178404" y="224837"/>
                  </a:lnTo>
                  <a:lnTo>
                    <a:pt x="178278" y="224599"/>
                  </a:lnTo>
                  <a:lnTo>
                    <a:pt x="178145" y="224505"/>
                  </a:lnTo>
                  <a:lnTo>
                    <a:pt x="177948" y="224530"/>
                  </a:lnTo>
                  <a:lnTo>
                    <a:pt x="177860" y="224270"/>
                  </a:lnTo>
                  <a:lnTo>
                    <a:pt x="177638" y="224135"/>
                  </a:lnTo>
                  <a:lnTo>
                    <a:pt x="177636" y="223975"/>
                  </a:lnTo>
                  <a:lnTo>
                    <a:pt x="177958" y="223880"/>
                  </a:lnTo>
                  <a:lnTo>
                    <a:pt x="178019" y="223679"/>
                  </a:lnTo>
                  <a:lnTo>
                    <a:pt x="178193" y="223305"/>
                  </a:lnTo>
                  <a:lnTo>
                    <a:pt x="178577" y="222558"/>
                  </a:lnTo>
                  <a:lnTo>
                    <a:pt x="178898" y="222329"/>
                  </a:lnTo>
                  <a:lnTo>
                    <a:pt x="179461" y="222165"/>
                  </a:lnTo>
                  <a:lnTo>
                    <a:pt x="179913" y="222081"/>
                  </a:lnTo>
                  <a:lnTo>
                    <a:pt x="180631" y="222536"/>
                  </a:lnTo>
                  <a:lnTo>
                    <a:pt x="180951" y="222611"/>
                  </a:lnTo>
                  <a:lnTo>
                    <a:pt x="180895" y="221996"/>
                  </a:lnTo>
                  <a:lnTo>
                    <a:pt x="180423" y="221693"/>
                  </a:lnTo>
                  <a:lnTo>
                    <a:pt x="180224" y="221479"/>
                  </a:lnTo>
                  <a:lnTo>
                    <a:pt x="180018" y="221221"/>
                  </a:lnTo>
                  <a:lnTo>
                    <a:pt x="179849" y="221120"/>
                  </a:lnTo>
                  <a:lnTo>
                    <a:pt x="179589" y="220989"/>
                  </a:lnTo>
                  <a:lnTo>
                    <a:pt x="179729" y="220680"/>
                  </a:lnTo>
                  <a:lnTo>
                    <a:pt x="179570" y="219887"/>
                  </a:lnTo>
                  <a:lnTo>
                    <a:pt x="179718" y="219431"/>
                  </a:lnTo>
                  <a:lnTo>
                    <a:pt x="179859" y="219246"/>
                  </a:lnTo>
                  <a:lnTo>
                    <a:pt x="180130" y="219144"/>
                  </a:lnTo>
                  <a:lnTo>
                    <a:pt x="180381" y="219183"/>
                  </a:lnTo>
                  <a:lnTo>
                    <a:pt x="180518" y="219269"/>
                  </a:lnTo>
                  <a:lnTo>
                    <a:pt x="180806" y="219341"/>
                  </a:lnTo>
                  <a:lnTo>
                    <a:pt x="180831" y="219088"/>
                  </a:lnTo>
                  <a:lnTo>
                    <a:pt x="180896" y="218508"/>
                  </a:lnTo>
                  <a:lnTo>
                    <a:pt x="180719" y="218482"/>
                  </a:lnTo>
                  <a:lnTo>
                    <a:pt x="180599" y="218073"/>
                  </a:lnTo>
                  <a:lnTo>
                    <a:pt x="180736" y="218014"/>
                  </a:lnTo>
                  <a:lnTo>
                    <a:pt x="180784" y="217604"/>
                  </a:lnTo>
                  <a:lnTo>
                    <a:pt x="180948" y="217500"/>
                  </a:lnTo>
                  <a:lnTo>
                    <a:pt x="181307" y="217478"/>
                  </a:lnTo>
                  <a:lnTo>
                    <a:pt x="181455" y="217481"/>
                  </a:lnTo>
                  <a:lnTo>
                    <a:pt x="181690" y="217539"/>
                  </a:lnTo>
                  <a:lnTo>
                    <a:pt x="182125" y="217303"/>
                  </a:lnTo>
                  <a:lnTo>
                    <a:pt x="182541" y="216981"/>
                  </a:lnTo>
                  <a:lnTo>
                    <a:pt x="182712" y="216983"/>
                  </a:lnTo>
                  <a:lnTo>
                    <a:pt x="183091" y="216953"/>
                  </a:lnTo>
                  <a:lnTo>
                    <a:pt x="183296" y="216918"/>
                  </a:lnTo>
                  <a:lnTo>
                    <a:pt x="183483" y="216837"/>
                  </a:lnTo>
                  <a:lnTo>
                    <a:pt x="183985" y="216929"/>
                  </a:lnTo>
                  <a:lnTo>
                    <a:pt x="184258" y="217332"/>
                  </a:lnTo>
                  <a:lnTo>
                    <a:pt x="184541" y="217408"/>
                  </a:lnTo>
                  <a:lnTo>
                    <a:pt x="184838" y="217490"/>
                  </a:lnTo>
                  <a:lnTo>
                    <a:pt x="185046" y="217634"/>
                  </a:lnTo>
                  <a:lnTo>
                    <a:pt x="184887" y="218084"/>
                  </a:lnTo>
                  <a:lnTo>
                    <a:pt x="184872" y="218253"/>
                  </a:lnTo>
                  <a:lnTo>
                    <a:pt x="184782" y="218598"/>
                  </a:lnTo>
                  <a:lnTo>
                    <a:pt x="184975" y="218692"/>
                  </a:lnTo>
                  <a:lnTo>
                    <a:pt x="185351" y="219030"/>
                  </a:lnTo>
                  <a:lnTo>
                    <a:pt x="185412" y="219276"/>
                  </a:lnTo>
                  <a:lnTo>
                    <a:pt x="185287" y="219932"/>
                  </a:lnTo>
                  <a:lnTo>
                    <a:pt x="185042" y="220097"/>
                  </a:lnTo>
                  <a:lnTo>
                    <a:pt x="184807" y="220864"/>
                  </a:lnTo>
                  <a:lnTo>
                    <a:pt x="185331" y="220975"/>
                  </a:lnTo>
                  <a:lnTo>
                    <a:pt x="185466" y="221104"/>
                  </a:lnTo>
                  <a:lnTo>
                    <a:pt x="185598" y="221327"/>
                  </a:lnTo>
                  <a:lnTo>
                    <a:pt x="185606" y="221458"/>
                  </a:lnTo>
                  <a:lnTo>
                    <a:pt x="185635" y="221672"/>
                  </a:lnTo>
                  <a:lnTo>
                    <a:pt x="185768" y="221875"/>
                  </a:lnTo>
                  <a:lnTo>
                    <a:pt x="186084" y="222279"/>
                  </a:lnTo>
                  <a:lnTo>
                    <a:pt x="186358" y="222030"/>
                  </a:lnTo>
                  <a:lnTo>
                    <a:pt x="186385" y="221862"/>
                  </a:lnTo>
                  <a:lnTo>
                    <a:pt x="186402" y="221734"/>
                  </a:lnTo>
                  <a:lnTo>
                    <a:pt x="186499" y="221542"/>
                  </a:lnTo>
                  <a:lnTo>
                    <a:pt x="186629" y="221285"/>
                  </a:lnTo>
                  <a:lnTo>
                    <a:pt x="186828" y="221238"/>
                  </a:lnTo>
                  <a:lnTo>
                    <a:pt x="187136" y="221276"/>
                  </a:lnTo>
                  <a:lnTo>
                    <a:pt x="187399" y="221250"/>
                  </a:lnTo>
                  <a:lnTo>
                    <a:pt x="187764" y="221170"/>
                  </a:lnTo>
                  <a:lnTo>
                    <a:pt x="187821" y="220861"/>
                  </a:lnTo>
                  <a:lnTo>
                    <a:pt x="187962" y="220827"/>
                  </a:lnTo>
                  <a:lnTo>
                    <a:pt x="188170" y="220866"/>
                  </a:lnTo>
                  <a:lnTo>
                    <a:pt x="188465" y="220778"/>
                  </a:lnTo>
                  <a:lnTo>
                    <a:pt x="189134" y="220809"/>
                  </a:lnTo>
                  <a:lnTo>
                    <a:pt x="189523" y="220944"/>
                  </a:lnTo>
                  <a:lnTo>
                    <a:pt x="189459" y="221478"/>
                  </a:lnTo>
                  <a:lnTo>
                    <a:pt x="189661" y="221569"/>
                  </a:lnTo>
                  <a:lnTo>
                    <a:pt x="189958" y="221559"/>
                  </a:lnTo>
                  <a:lnTo>
                    <a:pt x="190547" y="221392"/>
                  </a:lnTo>
                  <a:lnTo>
                    <a:pt x="190881" y="221173"/>
                  </a:lnTo>
                  <a:lnTo>
                    <a:pt x="191273" y="220904"/>
                  </a:lnTo>
                  <a:lnTo>
                    <a:pt x="192055" y="220784"/>
                  </a:lnTo>
                  <a:lnTo>
                    <a:pt x="192790" y="221320"/>
                  </a:lnTo>
                  <a:lnTo>
                    <a:pt x="192880" y="221493"/>
                  </a:lnTo>
                  <a:lnTo>
                    <a:pt x="192900" y="221672"/>
                  </a:lnTo>
                  <a:lnTo>
                    <a:pt x="192985" y="222019"/>
                  </a:lnTo>
                  <a:lnTo>
                    <a:pt x="193527" y="221950"/>
                  </a:lnTo>
                  <a:lnTo>
                    <a:pt x="193935" y="221851"/>
                  </a:lnTo>
                  <a:lnTo>
                    <a:pt x="194355" y="222298"/>
                  </a:lnTo>
                  <a:lnTo>
                    <a:pt x="194616" y="222613"/>
                  </a:lnTo>
                  <a:lnTo>
                    <a:pt x="195496" y="222643"/>
                  </a:lnTo>
                  <a:lnTo>
                    <a:pt x="196157" y="222490"/>
                  </a:lnTo>
                  <a:lnTo>
                    <a:pt x="196468" y="222355"/>
                  </a:lnTo>
                  <a:lnTo>
                    <a:pt x="196689" y="221981"/>
                  </a:lnTo>
                  <a:lnTo>
                    <a:pt x="196984" y="221623"/>
                  </a:lnTo>
                  <a:lnTo>
                    <a:pt x="197457" y="221713"/>
                  </a:lnTo>
                  <a:lnTo>
                    <a:pt x="197631" y="221591"/>
                  </a:lnTo>
                  <a:lnTo>
                    <a:pt x="197799" y="221288"/>
                  </a:lnTo>
                  <a:lnTo>
                    <a:pt x="197830" y="221042"/>
                  </a:lnTo>
                  <a:lnTo>
                    <a:pt x="197680" y="220954"/>
                  </a:lnTo>
                  <a:lnTo>
                    <a:pt x="197143" y="220679"/>
                  </a:lnTo>
                  <a:lnTo>
                    <a:pt x="196994" y="220516"/>
                  </a:lnTo>
                  <a:lnTo>
                    <a:pt x="196697" y="220348"/>
                  </a:lnTo>
                  <a:lnTo>
                    <a:pt x="196309" y="220259"/>
                  </a:lnTo>
                  <a:lnTo>
                    <a:pt x="196184" y="220032"/>
                  </a:lnTo>
                  <a:lnTo>
                    <a:pt x="196089" y="219700"/>
                  </a:lnTo>
                  <a:lnTo>
                    <a:pt x="196029" y="218883"/>
                  </a:lnTo>
                  <a:lnTo>
                    <a:pt x="195968" y="218670"/>
                  </a:lnTo>
                  <a:lnTo>
                    <a:pt x="195927" y="218387"/>
                  </a:lnTo>
                  <a:lnTo>
                    <a:pt x="196211" y="218051"/>
                  </a:lnTo>
                  <a:lnTo>
                    <a:pt x="195953" y="217909"/>
                  </a:lnTo>
                  <a:lnTo>
                    <a:pt x="195708" y="217798"/>
                  </a:lnTo>
                  <a:lnTo>
                    <a:pt x="195484" y="217178"/>
                  </a:lnTo>
                  <a:lnTo>
                    <a:pt x="195477" y="216947"/>
                  </a:lnTo>
                  <a:lnTo>
                    <a:pt x="195842" y="216356"/>
                  </a:lnTo>
                  <a:lnTo>
                    <a:pt x="196231" y="215576"/>
                  </a:lnTo>
                  <a:lnTo>
                    <a:pt x="196637" y="214802"/>
                  </a:lnTo>
                  <a:lnTo>
                    <a:pt x="196893" y="214437"/>
                  </a:lnTo>
                  <a:lnTo>
                    <a:pt x="197053" y="214317"/>
                  </a:lnTo>
                  <a:lnTo>
                    <a:pt x="197263" y="214188"/>
                  </a:lnTo>
                  <a:lnTo>
                    <a:pt x="197199" y="213762"/>
                  </a:lnTo>
                  <a:lnTo>
                    <a:pt x="197348" y="213122"/>
                  </a:lnTo>
                  <a:lnTo>
                    <a:pt x="197241" y="212846"/>
                  </a:lnTo>
                  <a:lnTo>
                    <a:pt x="196961" y="212719"/>
                  </a:lnTo>
                  <a:lnTo>
                    <a:pt x="196459" y="212450"/>
                  </a:lnTo>
                  <a:lnTo>
                    <a:pt x="196390" y="212314"/>
                  </a:lnTo>
                  <a:lnTo>
                    <a:pt x="196463" y="212042"/>
                  </a:lnTo>
                  <a:lnTo>
                    <a:pt x="196414" y="211674"/>
                  </a:lnTo>
                  <a:lnTo>
                    <a:pt x="196281" y="211780"/>
                  </a:lnTo>
                  <a:lnTo>
                    <a:pt x="196038" y="211974"/>
                  </a:lnTo>
                  <a:lnTo>
                    <a:pt x="195936" y="212105"/>
                  </a:lnTo>
                  <a:lnTo>
                    <a:pt x="195874" y="212352"/>
                  </a:lnTo>
                  <a:lnTo>
                    <a:pt x="195750" y="212646"/>
                  </a:lnTo>
                  <a:lnTo>
                    <a:pt x="195464" y="212735"/>
                  </a:lnTo>
                  <a:lnTo>
                    <a:pt x="195048" y="212402"/>
                  </a:lnTo>
                  <a:lnTo>
                    <a:pt x="194232" y="212118"/>
                  </a:lnTo>
                  <a:lnTo>
                    <a:pt x="194139" y="212412"/>
                  </a:lnTo>
                  <a:lnTo>
                    <a:pt x="194110" y="212698"/>
                  </a:lnTo>
                  <a:lnTo>
                    <a:pt x="193829" y="212765"/>
                  </a:lnTo>
                  <a:lnTo>
                    <a:pt x="193394" y="212982"/>
                  </a:lnTo>
                  <a:lnTo>
                    <a:pt x="193360" y="213371"/>
                  </a:lnTo>
                  <a:lnTo>
                    <a:pt x="193265" y="213543"/>
                  </a:lnTo>
                  <a:lnTo>
                    <a:pt x="193085" y="213766"/>
                  </a:lnTo>
                  <a:lnTo>
                    <a:pt x="192693" y="214110"/>
                  </a:lnTo>
                  <a:lnTo>
                    <a:pt x="192565" y="214245"/>
                  </a:lnTo>
                  <a:lnTo>
                    <a:pt x="192577" y="214446"/>
                  </a:lnTo>
                  <a:lnTo>
                    <a:pt x="192428" y="214456"/>
                  </a:lnTo>
                  <a:lnTo>
                    <a:pt x="191718" y="214937"/>
                  </a:lnTo>
                  <a:lnTo>
                    <a:pt x="191293" y="214686"/>
                  </a:lnTo>
                  <a:lnTo>
                    <a:pt x="191117" y="214583"/>
                  </a:lnTo>
                  <a:lnTo>
                    <a:pt x="190756" y="214796"/>
                  </a:lnTo>
                  <a:lnTo>
                    <a:pt x="190674" y="214948"/>
                  </a:lnTo>
                  <a:lnTo>
                    <a:pt x="190424" y="214893"/>
                  </a:lnTo>
                  <a:lnTo>
                    <a:pt x="190026" y="214756"/>
                  </a:lnTo>
                  <a:lnTo>
                    <a:pt x="189746" y="214507"/>
                  </a:lnTo>
                  <a:lnTo>
                    <a:pt x="189655" y="213534"/>
                  </a:lnTo>
                  <a:lnTo>
                    <a:pt x="189789" y="213077"/>
                  </a:lnTo>
                  <a:lnTo>
                    <a:pt x="190453" y="212513"/>
                  </a:lnTo>
                  <a:lnTo>
                    <a:pt x="190806" y="212256"/>
                  </a:lnTo>
                  <a:lnTo>
                    <a:pt x="191664" y="211871"/>
                  </a:lnTo>
                  <a:lnTo>
                    <a:pt x="191768" y="212289"/>
                  </a:lnTo>
                  <a:lnTo>
                    <a:pt x="191996" y="212394"/>
                  </a:lnTo>
                  <a:lnTo>
                    <a:pt x="192306" y="212359"/>
                  </a:lnTo>
                  <a:lnTo>
                    <a:pt x="192392" y="211790"/>
                  </a:lnTo>
                  <a:lnTo>
                    <a:pt x="192892" y="211827"/>
                  </a:lnTo>
                  <a:lnTo>
                    <a:pt x="193248" y="211334"/>
                  </a:lnTo>
                  <a:lnTo>
                    <a:pt x="193578" y="210845"/>
                  </a:lnTo>
                  <a:lnTo>
                    <a:pt x="193842" y="210776"/>
                  </a:lnTo>
                  <a:lnTo>
                    <a:pt x="194126" y="210711"/>
                  </a:lnTo>
                  <a:lnTo>
                    <a:pt x="193904" y="210327"/>
                  </a:lnTo>
                  <a:lnTo>
                    <a:pt x="193807" y="209908"/>
                  </a:lnTo>
                  <a:lnTo>
                    <a:pt x="194808" y="209354"/>
                  </a:lnTo>
                  <a:lnTo>
                    <a:pt x="194991" y="209384"/>
                  </a:lnTo>
                  <a:lnTo>
                    <a:pt x="195211" y="209425"/>
                  </a:lnTo>
                  <a:lnTo>
                    <a:pt x="195838" y="209502"/>
                  </a:lnTo>
                  <a:lnTo>
                    <a:pt x="196244" y="209437"/>
                  </a:lnTo>
                  <a:lnTo>
                    <a:pt x="196553" y="209709"/>
                  </a:lnTo>
                  <a:lnTo>
                    <a:pt x="197189" y="209972"/>
                  </a:lnTo>
                  <a:lnTo>
                    <a:pt x="197505" y="210008"/>
                  </a:lnTo>
                  <a:lnTo>
                    <a:pt x="197501" y="209579"/>
                  </a:lnTo>
                  <a:lnTo>
                    <a:pt x="197648" y="209376"/>
                  </a:lnTo>
                  <a:lnTo>
                    <a:pt x="198121" y="208805"/>
                  </a:lnTo>
                  <a:lnTo>
                    <a:pt x="198443" y="208766"/>
                  </a:lnTo>
                  <a:lnTo>
                    <a:pt x="198862" y="208713"/>
                  </a:lnTo>
                  <a:lnTo>
                    <a:pt x="199350" y="208523"/>
                  </a:lnTo>
                  <a:lnTo>
                    <a:pt x="199529" y="208566"/>
                  </a:lnTo>
                  <a:lnTo>
                    <a:pt x="199806" y="208707"/>
                  </a:lnTo>
                  <a:lnTo>
                    <a:pt x="199966" y="208866"/>
                  </a:lnTo>
                  <a:lnTo>
                    <a:pt x="200271" y="209185"/>
                  </a:lnTo>
                  <a:lnTo>
                    <a:pt x="200465" y="209990"/>
                  </a:lnTo>
                  <a:lnTo>
                    <a:pt x="200191" y="210306"/>
                  </a:lnTo>
                  <a:lnTo>
                    <a:pt x="199985" y="210467"/>
                  </a:lnTo>
                  <a:lnTo>
                    <a:pt x="199768" y="210782"/>
                  </a:lnTo>
                  <a:lnTo>
                    <a:pt x="199762" y="210913"/>
                  </a:lnTo>
                  <a:lnTo>
                    <a:pt x="200024" y="211325"/>
                  </a:lnTo>
                  <a:lnTo>
                    <a:pt x="200711" y="211723"/>
                  </a:lnTo>
                  <a:lnTo>
                    <a:pt x="200851" y="210958"/>
                  </a:lnTo>
                  <a:lnTo>
                    <a:pt x="201224" y="210847"/>
                  </a:lnTo>
                  <a:lnTo>
                    <a:pt x="201820" y="210883"/>
                  </a:lnTo>
                  <a:lnTo>
                    <a:pt x="202121" y="210480"/>
                  </a:lnTo>
                  <a:lnTo>
                    <a:pt x="202286" y="210091"/>
                  </a:lnTo>
                  <a:lnTo>
                    <a:pt x="201711" y="209913"/>
                  </a:lnTo>
                  <a:lnTo>
                    <a:pt x="201242" y="209126"/>
                  </a:lnTo>
                  <a:lnTo>
                    <a:pt x="201827" y="208719"/>
                  </a:lnTo>
                  <a:lnTo>
                    <a:pt x="202126" y="208838"/>
                  </a:lnTo>
                  <a:lnTo>
                    <a:pt x="202315" y="208964"/>
                  </a:lnTo>
                  <a:lnTo>
                    <a:pt x="202849" y="209364"/>
                  </a:lnTo>
                  <a:lnTo>
                    <a:pt x="202972" y="209641"/>
                  </a:lnTo>
                  <a:lnTo>
                    <a:pt x="202646" y="210345"/>
                  </a:lnTo>
                  <a:lnTo>
                    <a:pt x="202492" y="210538"/>
                  </a:lnTo>
                  <a:lnTo>
                    <a:pt x="202969" y="210778"/>
                  </a:lnTo>
                  <a:lnTo>
                    <a:pt x="203054" y="211156"/>
                  </a:lnTo>
                  <a:lnTo>
                    <a:pt x="203077" y="211364"/>
                  </a:lnTo>
                  <a:lnTo>
                    <a:pt x="203021" y="211959"/>
                  </a:lnTo>
                  <a:lnTo>
                    <a:pt x="204100" y="212031"/>
                  </a:lnTo>
                  <a:lnTo>
                    <a:pt x="204287" y="212156"/>
                  </a:lnTo>
                  <a:lnTo>
                    <a:pt x="204701" y="212458"/>
                  </a:lnTo>
                  <a:lnTo>
                    <a:pt x="205177" y="212970"/>
                  </a:lnTo>
                  <a:lnTo>
                    <a:pt x="205503" y="213033"/>
                  </a:lnTo>
                  <a:lnTo>
                    <a:pt x="206104" y="213118"/>
                  </a:lnTo>
                  <a:lnTo>
                    <a:pt x="206764" y="213104"/>
                  </a:lnTo>
                  <a:lnTo>
                    <a:pt x="207548" y="212201"/>
                  </a:lnTo>
                  <a:lnTo>
                    <a:pt x="207691" y="212202"/>
                  </a:lnTo>
                  <a:lnTo>
                    <a:pt x="208007" y="212220"/>
                  </a:lnTo>
                  <a:lnTo>
                    <a:pt x="208279" y="212239"/>
                  </a:lnTo>
                  <a:lnTo>
                    <a:pt x="208715" y="212227"/>
                  </a:lnTo>
                  <a:lnTo>
                    <a:pt x="208662" y="211497"/>
                  </a:lnTo>
                  <a:lnTo>
                    <a:pt x="208545" y="211182"/>
                  </a:lnTo>
                  <a:lnTo>
                    <a:pt x="208326" y="211022"/>
                  </a:lnTo>
                  <a:lnTo>
                    <a:pt x="208070" y="210830"/>
                  </a:lnTo>
                  <a:lnTo>
                    <a:pt x="208242" y="210501"/>
                  </a:lnTo>
                  <a:lnTo>
                    <a:pt x="208545" y="210396"/>
                  </a:lnTo>
                  <a:lnTo>
                    <a:pt x="208279" y="209958"/>
                  </a:lnTo>
                  <a:lnTo>
                    <a:pt x="208465" y="209512"/>
                  </a:lnTo>
                  <a:lnTo>
                    <a:pt x="208638" y="209202"/>
                  </a:lnTo>
                  <a:lnTo>
                    <a:pt x="208575" y="208725"/>
                  </a:lnTo>
                  <a:lnTo>
                    <a:pt x="208501" y="208494"/>
                  </a:lnTo>
                  <a:lnTo>
                    <a:pt x="208447" y="208078"/>
                  </a:lnTo>
                  <a:lnTo>
                    <a:pt x="208759" y="207142"/>
                  </a:lnTo>
                  <a:lnTo>
                    <a:pt x="209204" y="207008"/>
                  </a:lnTo>
                  <a:lnTo>
                    <a:pt x="209423" y="206978"/>
                  </a:lnTo>
                  <a:lnTo>
                    <a:pt x="209911" y="206694"/>
                  </a:lnTo>
                  <a:lnTo>
                    <a:pt x="210059" y="206321"/>
                  </a:lnTo>
                  <a:lnTo>
                    <a:pt x="210728" y="205710"/>
                  </a:lnTo>
                  <a:lnTo>
                    <a:pt x="210801" y="205557"/>
                  </a:lnTo>
                  <a:lnTo>
                    <a:pt x="210971" y="205108"/>
                  </a:lnTo>
                  <a:lnTo>
                    <a:pt x="210998" y="204783"/>
                  </a:lnTo>
                  <a:lnTo>
                    <a:pt x="210821" y="204303"/>
                  </a:lnTo>
                  <a:lnTo>
                    <a:pt x="210956" y="204056"/>
                  </a:lnTo>
                  <a:lnTo>
                    <a:pt x="211442" y="203899"/>
                  </a:lnTo>
                  <a:lnTo>
                    <a:pt x="211990" y="203700"/>
                  </a:lnTo>
                  <a:lnTo>
                    <a:pt x="212192" y="203605"/>
                  </a:lnTo>
                  <a:lnTo>
                    <a:pt x="212401" y="203492"/>
                  </a:lnTo>
                  <a:lnTo>
                    <a:pt x="212573" y="203130"/>
                  </a:lnTo>
                  <a:lnTo>
                    <a:pt x="212665" y="202912"/>
                  </a:lnTo>
                  <a:lnTo>
                    <a:pt x="212656" y="202756"/>
                  </a:lnTo>
                  <a:lnTo>
                    <a:pt x="212853" y="201414"/>
                  </a:lnTo>
                  <a:lnTo>
                    <a:pt x="212208" y="201049"/>
                  </a:lnTo>
                  <a:lnTo>
                    <a:pt x="211457" y="200921"/>
                  </a:lnTo>
                  <a:lnTo>
                    <a:pt x="211706" y="200818"/>
                  </a:lnTo>
                  <a:lnTo>
                    <a:pt x="211972" y="200742"/>
                  </a:lnTo>
                  <a:lnTo>
                    <a:pt x="212224" y="200717"/>
                  </a:lnTo>
                  <a:lnTo>
                    <a:pt x="212650" y="200227"/>
                  </a:lnTo>
                  <a:lnTo>
                    <a:pt x="213396" y="199859"/>
                  </a:lnTo>
                  <a:lnTo>
                    <a:pt x="213637" y="199680"/>
                  </a:lnTo>
                  <a:lnTo>
                    <a:pt x="213856" y="199417"/>
                  </a:lnTo>
                  <a:lnTo>
                    <a:pt x="214148" y="199092"/>
                  </a:lnTo>
                  <a:lnTo>
                    <a:pt x="214353" y="198933"/>
                  </a:lnTo>
                  <a:lnTo>
                    <a:pt x="214611" y="198610"/>
                  </a:lnTo>
                  <a:lnTo>
                    <a:pt x="214771" y="198008"/>
                  </a:lnTo>
                  <a:lnTo>
                    <a:pt x="214841" y="197760"/>
                  </a:lnTo>
                  <a:lnTo>
                    <a:pt x="215291" y="197802"/>
                  </a:lnTo>
                  <a:lnTo>
                    <a:pt x="215330" y="197977"/>
                  </a:lnTo>
                  <a:lnTo>
                    <a:pt x="215367" y="198177"/>
                  </a:lnTo>
                  <a:lnTo>
                    <a:pt x="215505" y="198363"/>
                  </a:lnTo>
                  <a:lnTo>
                    <a:pt x="215663" y="198438"/>
                  </a:lnTo>
                  <a:lnTo>
                    <a:pt x="215792" y="198519"/>
                  </a:lnTo>
                  <a:lnTo>
                    <a:pt x="215958" y="198679"/>
                  </a:lnTo>
                  <a:lnTo>
                    <a:pt x="216038" y="199101"/>
                  </a:lnTo>
                  <a:lnTo>
                    <a:pt x="216330" y="199287"/>
                  </a:lnTo>
                  <a:lnTo>
                    <a:pt x="217088" y="199509"/>
                  </a:lnTo>
                  <a:lnTo>
                    <a:pt x="217518" y="199025"/>
                  </a:lnTo>
                  <a:lnTo>
                    <a:pt x="217457" y="198743"/>
                  </a:lnTo>
                  <a:lnTo>
                    <a:pt x="217490" y="198312"/>
                  </a:lnTo>
                  <a:lnTo>
                    <a:pt x="217534" y="198173"/>
                  </a:lnTo>
                  <a:lnTo>
                    <a:pt x="217803" y="198086"/>
                  </a:lnTo>
                  <a:lnTo>
                    <a:pt x="217984" y="198059"/>
                  </a:lnTo>
                  <a:lnTo>
                    <a:pt x="218267" y="198155"/>
                  </a:lnTo>
                  <a:lnTo>
                    <a:pt x="218585" y="198553"/>
                  </a:lnTo>
                  <a:lnTo>
                    <a:pt x="218836" y="198752"/>
                  </a:lnTo>
                  <a:lnTo>
                    <a:pt x="219115" y="198266"/>
                  </a:lnTo>
                  <a:lnTo>
                    <a:pt x="219304" y="198220"/>
                  </a:lnTo>
                  <a:lnTo>
                    <a:pt x="219581" y="198150"/>
                  </a:lnTo>
                  <a:lnTo>
                    <a:pt x="219867" y="198048"/>
                  </a:lnTo>
                  <a:lnTo>
                    <a:pt x="220502" y="197113"/>
                  </a:lnTo>
                  <a:lnTo>
                    <a:pt x="220966" y="196804"/>
                  </a:lnTo>
                  <a:lnTo>
                    <a:pt x="221173" y="196731"/>
                  </a:lnTo>
                  <a:lnTo>
                    <a:pt x="221441" y="196760"/>
                  </a:lnTo>
                  <a:lnTo>
                    <a:pt x="222030" y="197363"/>
                  </a:lnTo>
                  <a:lnTo>
                    <a:pt x="221987" y="197521"/>
                  </a:lnTo>
                  <a:lnTo>
                    <a:pt x="221942" y="197709"/>
                  </a:lnTo>
                  <a:lnTo>
                    <a:pt x="221899" y="198277"/>
                  </a:lnTo>
                  <a:lnTo>
                    <a:pt x="222112" y="198581"/>
                  </a:lnTo>
                  <a:lnTo>
                    <a:pt x="222592" y="198594"/>
                  </a:lnTo>
                  <a:lnTo>
                    <a:pt x="222745" y="198514"/>
                  </a:lnTo>
                  <a:lnTo>
                    <a:pt x="223141" y="198357"/>
                  </a:lnTo>
                  <a:lnTo>
                    <a:pt x="223407" y="198660"/>
                  </a:lnTo>
                  <a:lnTo>
                    <a:pt x="223646" y="198983"/>
                  </a:lnTo>
                  <a:lnTo>
                    <a:pt x="223980" y="199411"/>
                  </a:lnTo>
                  <a:lnTo>
                    <a:pt x="224145" y="199184"/>
                  </a:lnTo>
                  <a:lnTo>
                    <a:pt x="224086" y="198856"/>
                  </a:lnTo>
                  <a:lnTo>
                    <a:pt x="224530" y="198856"/>
                  </a:lnTo>
                  <a:lnTo>
                    <a:pt x="225075" y="199131"/>
                  </a:lnTo>
                  <a:lnTo>
                    <a:pt x="225338" y="199688"/>
                  </a:lnTo>
                  <a:lnTo>
                    <a:pt x="225229" y="199942"/>
                  </a:lnTo>
                  <a:lnTo>
                    <a:pt x="224933" y="200440"/>
                  </a:lnTo>
                  <a:lnTo>
                    <a:pt x="224855" y="200589"/>
                  </a:lnTo>
                  <a:lnTo>
                    <a:pt x="224718" y="200993"/>
                  </a:lnTo>
                  <a:lnTo>
                    <a:pt x="224347" y="201570"/>
                  </a:lnTo>
                  <a:lnTo>
                    <a:pt x="224220" y="201529"/>
                  </a:lnTo>
                  <a:lnTo>
                    <a:pt x="224009" y="201419"/>
                  </a:lnTo>
                  <a:lnTo>
                    <a:pt x="223852" y="201337"/>
                  </a:lnTo>
                  <a:lnTo>
                    <a:pt x="223806" y="201674"/>
                  </a:lnTo>
                  <a:lnTo>
                    <a:pt x="223618" y="202091"/>
                  </a:lnTo>
                  <a:lnTo>
                    <a:pt x="223271" y="202522"/>
                  </a:lnTo>
                  <a:lnTo>
                    <a:pt x="223140" y="203047"/>
                  </a:lnTo>
                  <a:lnTo>
                    <a:pt x="223362" y="203344"/>
                  </a:lnTo>
                  <a:lnTo>
                    <a:pt x="223662" y="203583"/>
                  </a:lnTo>
                  <a:lnTo>
                    <a:pt x="223763" y="203715"/>
                  </a:lnTo>
                  <a:lnTo>
                    <a:pt x="223718" y="203858"/>
                  </a:lnTo>
                  <a:lnTo>
                    <a:pt x="223437" y="203982"/>
                  </a:lnTo>
                  <a:lnTo>
                    <a:pt x="223219" y="204099"/>
                  </a:lnTo>
                  <a:lnTo>
                    <a:pt x="223138" y="204372"/>
                  </a:lnTo>
                  <a:lnTo>
                    <a:pt x="223161" y="204569"/>
                  </a:lnTo>
                  <a:lnTo>
                    <a:pt x="223451" y="205016"/>
                  </a:lnTo>
                  <a:lnTo>
                    <a:pt x="223929" y="205055"/>
                  </a:lnTo>
                  <a:lnTo>
                    <a:pt x="224255" y="204830"/>
                  </a:lnTo>
                  <a:lnTo>
                    <a:pt x="224946" y="204873"/>
                  </a:lnTo>
                  <a:lnTo>
                    <a:pt x="225563" y="204742"/>
                  </a:lnTo>
                  <a:lnTo>
                    <a:pt x="225854" y="204646"/>
                  </a:lnTo>
                  <a:lnTo>
                    <a:pt x="226031" y="204595"/>
                  </a:lnTo>
                  <a:lnTo>
                    <a:pt x="226713" y="204565"/>
                  </a:lnTo>
                  <a:lnTo>
                    <a:pt x="226903" y="204600"/>
                  </a:lnTo>
                  <a:lnTo>
                    <a:pt x="226807" y="205233"/>
                  </a:lnTo>
                  <a:lnTo>
                    <a:pt x="227066" y="205342"/>
                  </a:lnTo>
                  <a:lnTo>
                    <a:pt x="227344" y="205606"/>
                  </a:lnTo>
                  <a:lnTo>
                    <a:pt x="227630" y="205497"/>
                  </a:lnTo>
                  <a:lnTo>
                    <a:pt x="228441" y="205169"/>
                  </a:lnTo>
                  <a:lnTo>
                    <a:pt x="228967" y="204667"/>
                  </a:lnTo>
                  <a:lnTo>
                    <a:pt x="229044" y="204340"/>
                  </a:lnTo>
                  <a:lnTo>
                    <a:pt x="229627" y="203653"/>
                  </a:lnTo>
                  <a:lnTo>
                    <a:pt x="229495" y="203142"/>
                  </a:lnTo>
                  <a:lnTo>
                    <a:pt x="229373" y="202987"/>
                  </a:lnTo>
                  <a:lnTo>
                    <a:pt x="229054" y="202674"/>
                  </a:lnTo>
                  <a:lnTo>
                    <a:pt x="228985" y="202296"/>
                  </a:lnTo>
                  <a:lnTo>
                    <a:pt x="228829" y="201678"/>
                  </a:lnTo>
                  <a:lnTo>
                    <a:pt x="228748" y="201348"/>
                  </a:lnTo>
                  <a:lnTo>
                    <a:pt x="228763" y="200821"/>
                  </a:lnTo>
                  <a:lnTo>
                    <a:pt x="228840" y="200645"/>
                  </a:lnTo>
                  <a:lnTo>
                    <a:pt x="228930" y="200491"/>
                  </a:lnTo>
                  <a:lnTo>
                    <a:pt x="228764" y="200373"/>
                  </a:lnTo>
                  <a:lnTo>
                    <a:pt x="228228" y="200084"/>
                  </a:lnTo>
                  <a:lnTo>
                    <a:pt x="228014" y="200022"/>
                  </a:lnTo>
                  <a:lnTo>
                    <a:pt x="227706" y="199793"/>
                  </a:lnTo>
                  <a:lnTo>
                    <a:pt x="227697" y="199527"/>
                  </a:lnTo>
                  <a:lnTo>
                    <a:pt x="228129" y="198408"/>
                  </a:lnTo>
                  <a:lnTo>
                    <a:pt x="228356" y="197726"/>
                  </a:lnTo>
                  <a:lnTo>
                    <a:pt x="228482" y="197515"/>
                  </a:lnTo>
                  <a:lnTo>
                    <a:pt x="228840" y="197091"/>
                  </a:lnTo>
                  <a:lnTo>
                    <a:pt x="229073" y="197196"/>
                  </a:lnTo>
                  <a:lnTo>
                    <a:pt x="229181" y="197349"/>
                  </a:lnTo>
                  <a:lnTo>
                    <a:pt x="229416" y="197549"/>
                  </a:lnTo>
                  <a:lnTo>
                    <a:pt x="230236" y="197809"/>
                  </a:lnTo>
                  <a:lnTo>
                    <a:pt x="230980" y="197905"/>
                  </a:lnTo>
                  <a:lnTo>
                    <a:pt x="231132" y="197915"/>
                  </a:lnTo>
                  <a:lnTo>
                    <a:pt x="231387" y="197730"/>
                  </a:lnTo>
                  <a:lnTo>
                    <a:pt x="231874" y="197109"/>
                  </a:lnTo>
                  <a:lnTo>
                    <a:pt x="232058" y="196813"/>
                  </a:lnTo>
                  <a:lnTo>
                    <a:pt x="232109" y="196680"/>
                  </a:lnTo>
                  <a:lnTo>
                    <a:pt x="232153" y="196405"/>
                  </a:lnTo>
                  <a:lnTo>
                    <a:pt x="232155" y="196181"/>
                  </a:lnTo>
                  <a:lnTo>
                    <a:pt x="232145" y="196044"/>
                  </a:lnTo>
                  <a:lnTo>
                    <a:pt x="232151" y="195901"/>
                  </a:lnTo>
                  <a:lnTo>
                    <a:pt x="232379" y="194581"/>
                  </a:lnTo>
                  <a:lnTo>
                    <a:pt x="232663" y="193956"/>
                  </a:lnTo>
                  <a:lnTo>
                    <a:pt x="232965" y="193257"/>
                  </a:lnTo>
                  <a:lnTo>
                    <a:pt x="232976" y="192851"/>
                  </a:lnTo>
                  <a:lnTo>
                    <a:pt x="233122" y="191865"/>
                  </a:lnTo>
                  <a:lnTo>
                    <a:pt x="233707" y="191440"/>
                  </a:lnTo>
                  <a:lnTo>
                    <a:pt x="233937" y="191393"/>
                  </a:lnTo>
                  <a:lnTo>
                    <a:pt x="234118" y="191236"/>
                  </a:lnTo>
                  <a:lnTo>
                    <a:pt x="234720" y="190605"/>
                  </a:lnTo>
                  <a:lnTo>
                    <a:pt x="234932" y="190339"/>
                  </a:lnTo>
                  <a:lnTo>
                    <a:pt x="235234" y="189945"/>
                  </a:lnTo>
                  <a:lnTo>
                    <a:pt x="235714" y="189576"/>
                  </a:lnTo>
                  <a:lnTo>
                    <a:pt x="235885" y="189726"/>
                  </a:lnTo>
                  <a:lnTo>
                    <a:pt x="235996" y="189873"/>
                  </a:lnTo>
                  <a:lnTo>
                    <a:pt x="236224" y="190409"/>
                  </a:lnTo>
                  <a:lnTo>
                    <a:pt x="236880" y="190314"/>
                  </a:lnTo>
                  <a:lnTo>
                    <a:pt x="237033" y="190242"/>
                  </a:lnTo>
                  <a:lnTo>
                    <a:pt x="237285" y="190240"/>
                  </a:lnTo>
                  <a:lnTo>
                    <a:pt x="237552" y="190313"/>
                  </a:lnTo>
                  <a:lnTo>
                    <a:pt x="237706" y="190504"/>
                  </a:lnTo>
                  <a:lnTo>
                    <a:pt x="237961" y="191056"/>
                  </a:lnTo>
                  <a:lnTo>
                    <a:pt x="238192" y="191307"/>
                  </a:lnTo>
                  <a:lnTo>
                    <a:pt x="238579" y="191351"/>
                  </a:lnTo>
                  <a:lnTo>
                    <a:pt x="238819" y="191336"/>
                  </a:lnTo>
                  <a:lnTo>
                    <a:pt x="239095" y="190901"/>
                  </a:lnTo>
                  <a:lnTo>
                    <a:pt x="239585" y="191189"/>
                  </a:lnTo>
                  <a:lnTo>
                    <a:pt x="239885" y="191230"/>
                  </a:lnTo>
                  <a:lnTo>
                    <a:pt x="240124" y="191155"/>
                  </a:lnTo>
                  <a:lnTo>
                    <a:pt x="240364" y="190884"/>
                  </a:lnTo>
                  <a:lnTo>
                    <a:pt x="241019" y="191094"/>
                  </a:lnTo>
                  <a:lnTo>
                    <a:pt x="240929" y="191286"/>
                  </a:lnTo>
                  <a:lnTo>
                    <a:pt x="240832" y="191485"/>
                  </a:lnTo>
                  <a:lnTo>
                    <a:pt x="240779" y="191984"/>
                  </a:lnTo>
                  <a:lnTo>
                    <a:pt x="240907" y="192200"/>
                  </a:lnTo>
                  <a:lnTo>
                    <a:pt x="241068" y="192570"/>
                  </a:lnTo>
                  <a:lnTo>
                    <a:pt x="241160" y="192791"/>
                  </a:lnTo>
                  <a:lnTo>
                    <a:pt x="240936" y="193096"/>
                  </a:lnTo>
                  <a:lnTo>
                    <a:pt x="240836" y="193379"/>
                  </a:lnTo>
                  <a:lnTo>
                    <a:pt x="240832" y="193511"/>
                  </a:lnTo>
                  <a:lnTo>
                    <a:pt x="240599" y="193974"/>
                  </a:lnTo>
                  <a:lnTo>
                    <a:pt x="240503" y="194166"/>
                  </a:lnTo>
                  <a:lnTo>
                    <a:pt x="240379" y="194318"/>
                  </a:lnTo>
                  <a:lnTo>
                    <a:pt x="240294" y="194463"/>
                  </a:lnTo>
                  <a:lnTo>
                    <a:pt x="240083" y="195113"/>
                  </a:lnTo>
                  <a:lnTo>
                    <a:pt x="239960" y="195595"/>
                  </a:lnTo>
                  <a:lnTo>
                    <a:pt x="239999" y="195795"/>
                  </a:lnTo>
                  <a:lnTo>
                    <a:pt x="240038" y="196078"/>
                  </a:lnTo>
                  <a:lnTo>
                    <a:pt x="240018" y="196467"/>
                  </a:lnTo>
                  <a:lnTo>
                    <a:pt x="239796" y="196924"/>
                  </a:lnTo>
                  <a:lnTo>
                    <a:pt x="239933" y="197223"/>
                  </a:lnTo>
                  <a:lnTo>
                    <a:pt x="240202" y="197226"/>
                  </a:lnTo>
                  <a:lnTo>
                    <a:pt x="240414" y="197249"/>
                  </a:lnTo>
                  <a:lnTo>
                    <a:pt x="240883" y="197425"/>
                  </a:lnTo>
                  <a:lnTo>
                    <a:pt x="241124" y="198133"/>
                  </a:lnTo>
                  <a:lnTo>
                    <a:pt x="241471" y="198248"/>
                  </a:lnTo>
                  <a:lnTo>
                    <a:pt x="241641" y="198006"/>
                  </a:lnTo>
                  <a:lnTo>
                    <a:pt x="241682" y="197848"/>
                  </a:lnTo>
                  <a:lnTo>
                    <a:pt x="241797" y="197679"/>
                  </a:lnTo>
                  <a:lnTo>
                    <a:pt x="242225" y="197503"/>
                  </a:lnTo>
                  <a:lnTo>
                    <a:pt x="242425" y="197660"/>
                  </a:lnTo>
                  <a:lnTo>
                    <a:pt x="242725" y="198064"/>
                  </a:lnTo>
                  <a:lnTo>
                    <a:pt x="242992" y="198339"/>
                  </a:lnTo>
                  <a:lnTo>
                    <a:pt x="243182" y="198409"/>
                  </a:lnTo>
                  <a:lnTo>
                    <a:pt x="243605" y="198412"/>
                  </a:lnTo>
                  <a:lnTo>
                    <a:pt x="243863" y="198186"/>
                  </a:lnTo>
                  <a:lnTo>
                    <a:pt x="243967" y="197701"/>
                  </a:lnTo>
                  <a:lnTo>
                    <a:pt x="244065" y="197210"/>
                  </a:lnTo>
                  <a:lnTo>
                    <a:pt x="244233" y="196901"/>
                  </a:lnTo>
                  <a:lnTo>
                    <a:pt x="244786" y="196255"/>
                  </a:lnTo>
                  <a:lnTo>
                    <a:pt x="245111" y="195967"/>
                  </a:lnTo>
                  <a:lnTo>
                    <a:pt x="245532" y="196392"/>
                  </a:lnTo>
                  <a:lnTo>
                    <a:pt x="245803" y="196893"/>
                  </a:lnTo>
                  <a:lnTo>
                    <a:pt x="245956" y="197131"/>
                  </a:lnTo>
                  <a:lnTo>
                    <a:pt x="246207" y="197264"/>
                  </a:lnTo>
                  <a:lnTo>
                    <a:pt x="246929" y="197566"/>
                  </a:lnTo>
                  <a:lnTo>
                    <a:pt x="247201" y="198276"/>
                  </a:lnTo>
                  <a:lnTo>
                    <a:pt x="247452" y="198477"/>
                  </a:lnTo>
                  <a:lnTo>
                    <a:pt x="247414" y="198877"/>
                  </a:lnTo>
                  <a:lnTo>
                    <a:pt x="247297" y="199169"/>
                  </a:lnTo>
                  <a:lnTo>
                    <a:pt x="247380" y="199303"/>
                  </a:lnTo>
                  <a:lnTo>
                    <a:pt x="247725" y="199575"/>
                  </a:lnTo>
                  <a:lnTo>
                    <a:pt x="247649" y="199905"/>
                  </a:lnTo>
                  <a:lnTo>
                    <a:pt x="247523" y="200155"/>
                  </a:lnTo>
                  <a:lnTo>
                    <a:pt x="247511" y="200678"/>
                  </a:lnTo>
                  <a:lnTo>
                    <a:pt x="247693" y="200834"/>
                  </a:lnTo>
                  <a:lnTo>
                    <a:pt x="248432" y="200916"/>
                  </a:lnTo>
                  <a:lnTo>
                    <a:pt x="248586" y="200881"/>
                  </a:lnTo>
                  <a:lnTo>
                    <a:pt x="248846" y="200851"/>
                  </a:lnTo>
                  <a:lnTo>
                    <a:pt x="249065" y="200884"/>
                  </a:lnTo>
                  <a:lnTo>
                    <a:pt x="249318" y="200967"/>
                  </a:lnTo>
                  <a:lnTo>
                    <a:pt x="249534" y="200944"/>
                  </a:lnTo>
                  <a:lnTo>
                    <a:pt x="249993" y="200850"/>
                  </a:lnTo>
                  <a:lnTo>
                    <a:pt x="250644" y="200563"/>
                  </a:lnTo>
                  <a:lnTo>
                    <a:pt x="251006" y="200052"/>
                  </a:lnTo>
                  <a:lnTo>
                    <a:pt x="251258" y="199535"/>
                  </a:lnTo>
                  <a:lnTo>
                    <a:pt x="251402" y="199211"/>
                  </a:lnTo>
                  <a:lnTo>
                    <a:pt x="251557" y="198759"/>
                  </a:lnTo>
                  <a:lnTo>
                    <a:pt x="251792" y="198142"/>
                  </a:lnTo>
                  <a:lnTo>
                    <a:pt x="252067" y="197515"/>
                  </a:lnTo>
                  <a:lnTo>
                    <a:pt x="252256" y="197082"/>
                  </a:lnTo>
                  <a:lnTo>
                    <a:pt x="252170" y="196691"/>
                  </a:lnTo>
                  <a:lnTo>
                    <a:pt x="252108" y="196549"/>
                  </a:lnTo>
                  <a:lnTo>
                    <a:pt x="252073" y="196415"/>
                  </a:lnTo>
                  <a:lnTo>
                    <a:pt x="252091" y="196142"/>
                  </a:lnTo>
                  <a:lnTo>
                    <a:pt x="252895" y="195690"/>
                  </a:lnTo>
                  <a:lnTo>
                    <a:pt x="252950" y="195264"/>
                  </a:lnTo>
                  <a:lnTo>
                    <a:pt x="252935" y="194891"/>
                  </a:lnTo>
                  <a:lnTo>
                    <a:pt x="252953" y="194521"/>
                  </a:lnTo>
                  <a:lnTo>
                    <a:pt x="253118" y="194330"/>
                  </a:lnTo>
                  <a:lnTo>
                    <a:pt x="253416" y="194004"/>
                  </a:lnTo>
                  <a:lnTo>
                    <a:pt x="253586" y="193821"/>
                  </a:lnTo>
                  <a:lnTo>
                    <a:pt x="253750" y="193697"/>
                  </a:lnTo>
                  <a:lnTo>
                    <a:pt x="254118" y="193609"/>
                  </a:lnTo>
                  <a:lnTo>
                    <a:pt x="254522" y="193260"/>
                  </a:lnTo>
                  <a:lnTo>
                    <a:pt x="254979" y="192501"/>
                  </a:lnTo>
                  <a:lnTo>
                    <a:pt x="255058" y="192318"/>
                  </a:lnTo>
                  <a:lnTo>
                    <a:pt x="255485" y="191880"/>
                  </a:lnTo>
                  <a:lnTo>
                    <a:pt x="256036" y="191440"/>
                  </a:lnTo>
                  <a:lnTo>
                    <a:pt x="257095" y="190634"/>
                  </a:lnTo>
                  <a:lnTo>
                    <a:pt x="257371" y="190409"/>
                  </a:lnTo>
                  <a:lnTo>
                    <a:pt x="257753" y="190627"/>
                  </a:lnTo>
                  <a:lnTo>
                    <a:pt x="257730" y="190929"/>
                  </a:lnTo>
                  <a:lnTo>
                    <a:pt x="258374" y="190694"/>
                  </a:lnTo>
                  <a:lnTo>
                    <a:pt x="258631" y="190374"/>
                  </a:lnTo>
                  <a:lnTo>
                    <a:pt x="259004" y="190075"/>
                  </a:lnTo>
                  <a:lnTo>
                    <a:pt x="259597" y="189020"/>
                  </a:lnTo>
                  <a:lnTo>
                    <a:pt x="259787" y="188748"/>
                  </a:lnTo>
                  <a:lnTo>
                    <a:pt x="260057" y="188627"/>
                  </a:lnTo>
                  <a:lnTo>
                    <a:pt x="260149" y="188484"/>
                  </a:lnTo>
                  <a:lnTo>
                    <a:pt x="260414" y="188050"/>
                  </a:lnTo>
                  <a:lnTo>
                    <a:pt x="260604" y="187430"/>
                  </a:lnTo>
                  <a:lnTo>
                    <a:pt x="260587" y="187142"/>
                  </a:lnTo>
                  <a:lnTo>
                    <a:pt x="260449" y="186921"/>
                  </a:lnTo>
                  <a:lnTo>
                    <a:pt x="260278" y="186666"/>
                  </a:lnTo>
                  <a:lnTo>
                    <a:pt x="260211" y="186460"/>
                  </a:lnTo>
                  <a:lnTo>
                    <a:pt x="260239" y="185861"/>
                  </a:lnTo>
                  <a:lnTo>
                    <a:pt x="260344" y="185689"/>
                  </a:lnTo>
                  <a:lnTo>
                    <a:pt x="260507" y="185491"/>
                  </a:lnTo>
                  <a:lnTo>
                    <a:pt x="260578" y="185334"/>
                  </a:lnTo>
                  <a:lnTo>
                    <a:pt x="261150" y="185234"/>
                  </a:lnTo>
                  <a:lnTo>
                    <a:pt x="261791" y="184866"/>
                  </a:lnTo>
                  <a:lnTo>
                    <a:pt x="261962" y="184711"/>
                  </a:lnTo>
                  <a:lnTo>
                    <a:pt x="262357" y="184027"/>
                  </a:lnTo>
                  <a:lnTo>
                    <a:pt x="263070" y="183094"/>
                  </a:lnTo>
                  <a:lnTo>
                    <a:pt x="263431" y="182941"/>
                  </a:lnTo>
                  <a:lnTo>
                    <a:pt x="263429" y="183364"/>
                  </a:lnTo>
                  <a:lnTo>
                    <a:pt x="263391" y="183654"/>
                  </a:lnTo>
                  <a:lnTo>
                    <a:pt x="263693" y="183816"/>
                  </a:lnTo>
                  <a:lnTo>
                    <a:pt x="264198" y="184119"/>
                  </a:lnTo>
                  <a:lnTo>
                    <a:pt x="264524" y="184323"/>
                  </a:lnTo>
                  <a:lnTo>
                    <a:pt x="264739" y="184246"/>
                  </a:lnTo>
                  <a:lnTo>
                    <a:pt x="265023" y="184132"/>
                  </a:lnTo>
                  <a:lnTo>
                    <a:pt x="265524" y="183796"/>
                  </a:lnTo>
                  <a:lnTo>
                    <a:pt x="266271" y="183986"/>
                  </a:lnTo>
                  <a:lnTo>
                    <a:pt x="267053" y="184777"/>
                  </a:lnTo>
                  <a:lnTo>
                    <a:pt x="267455" y="184973"/>
                  </a:lnTo>
                  <a:lnTo>
                    <a:pt x="267833" y="184955"/>
                  </a:lnTo>
                  <a:lnTo>
                    <a:pt x="268053" y="184706"/>
                  </a:lnTo>
                  <a:lnTo>
                    <a:pt x="267939" y="184477"/>
                  </a:lnTo>
                  <a:lnTo>
                    <a:pt x="268049" y="184270"/>
                  </a:lnTo>
                  <a:lnTo>
                    <a:pt x="268524" y="183797"/>
                  </a:lnTo>
                  <a:lnTo>
                    <a:pt x="268788" y="183927"/>
                  </a:lnTo>
                  <a:lnTo>
                    <a:pt x="268924" y="184344"/>
                  </a:lnTo>
                  <a:lnTo>
                    <a:pt x="268991" y="184604"/>
                  </a:lnTo>
                  <a:lnTo>
                    <a:pt x="268874" y="185161"/>
                  </a:lnTo>
                  <a:lnTo>
                    <a:pt x="268538" y="185698"/>
                  </a:lnTo>
                  <a:lnTo>
                    <a:pt x="268406" y="186172"/>
                  </a:lnTo>
                  <a:lnTo>
                    <a:pt x="268576" y="186408"/>
                  </a:lnTo>
                  <a:lnTo>
                    <a:pt x="268696" y="186549"/>
                  </a:lnTo>
                  <a:lnTo>
                    <a:pt x="269315" y="187180"/>
                  </a:lnTo>
                  <a:lnTo>
                    <a:pt x="269645" y="187055"/>
                  </a:lnTo>
                  <a:lnTo>
                    <a:pt x="269698" y="186884"/>
                  </a:lnTo>
                  <a:lnTo>
                    <a:pt x="270065" y="186600"/>
                  </a:lnTo>
                  <a:lnTo>
                    <a:pt x="271060" y="186406"/>
                  </a:lnTo>
                  <a:lnTo>
                    <a:pt x="271567" y="186733"/>
                  </a:lnTo>
                  <a:lnTo>
                    <a:pt x="271722" y="186654"/>
                  </a:lnTo>
                  <a:lnTo>
                    <a:pt x="272059" y="186800"/>
                  </a:lnTo>
                  <a:lnTo>
                    <a:pt x="272325" y="186914"/>
                  </a:lnTo>
                  <a:lnTo>
                    <a:pt x="272601" y="186925"/>
                  </a:lnTo>
                  <a:lnTo>
                    <a:pt x="272870" y="186766"/>
                  </a:lnTo>
                  <a:lnTo>
                    <a:pt x="273071" y="186576"/>
                  </a:lnTo>
                  <a:lnTo>
                    <a:pt x="273623" y="186103"/>
                  </a:lnTo>
                  <a:lnTo>
                    <a:pt x="274113" y="186166"/>
                  </a:lnTo>
                  <a:lnTo>
                    <a:pt x="274639" y="185988"/>
                  </a:lnTo>
                  <a:lnTo>
                    <a:pt x="275514" y="185870"/>
                  </a:lnTo>
                  <a:lnTo>
                    <a:pt x="275974" y="185936"/>
                  </a:lnTo>
                  <a:lnTo>
                    <a:pt x="276265" y="186439"/>
                  </a:lnTo>
                  <a:lnTo>
                    <a:pt x="276316" y="186667"/>
                  </a:lnTo>
                  <a:lnTo>
                    <a:pt x="276562" y="186671"/>
                  </a:lnTo>
                  <a:lnTo>
                    <a:pt x="276791" y="185799"/>
                  </a:lnTo>
                  <a:lnTo>
                    <a:pt x="276942" y="185297"/>
                  </a:lnTo>
                  <a:lnTo>
                    <a:pt x="276774" y="184351"/>
                  </a:lnTo>
                  <a:lnTo>
                    <a:pt x="276496" y="183715"/>
                  </a:lnTo>
                  <a:lnTo>
                    <a:pt x="276761" y="183634"/>
                  </a:lnTo>
                  <a:lnTo>
                    <a:pt x="277087" y="183503"/>
                  </a:lnTo>
                  <a:lnTo>
                    <a:pt x="277221" y="182987"/>
                  </a:lnTo>
                  <a:lnTo>
                    <a:pt x="277236" y="182516"/>
                  </a:lnTo>
                  <a:lnTo>
                    <a:pt x="277274" y="182245"/>
                  </a:lnTo>
                  <a:lnTo>
                    <a:pt x="277382" y="181882"/>
                  </a:lnTo>
                  <a:lnTo>
                    <a:pt x="277199" y="181144"/>
                  </a:lnTo>
                  <a:lnTo>
                    <a:pt x="277383" y="180984"/>
                  </a:lnTo>
                  <a:lnTo>
                    <a:pt x="277627" y="180806"/>
                  </a:lnTo>
                  <a:lnTo>
                    <a:pt x="277911" y="180707"/>
                  </a:lnTo>
                  <a:lnTo>
                    <a:pt x="278567" y="180669"/>
                  </a:lnTo>
                  <a:lnTo>
                    <a:pt x="278773" y="180933"/>
                  </a:lnTo>
                  <a:lnTo>
                    <a:pt x="278844" y="181085"/>
                  </a:lnTo>
                  <a:lnTo>
                    <a:pt x="278900" y="181334"/>
                  </a:lnTo>
                  <a:lnTo>
                    <a:pt x="279097" y="181660"/>
                  </a:lnTo>
                  <a:lnTo>
                    <a:pt x="279366" y="181761"/>
                  </a:lnTo>
                  <a:lnTo>
                    <a:pt x="279767" y="182060"/>
                  </a:lnTo>
                  <a:lnTo>
                    <a:pt x="279698" y="182252"/>
                  </a:lnTo>
                  <a:lnTo>
                    <a:pt x="279671" y="182798"/>
                  </a:lnTo>
                  <a:lnTo>
                    <a:pt x="279878" y="182890"/>
                  </a:ln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8622256" y="2324062"/>
              <a:ext cx="183737" cy="183532"/>
            </a:xfrm>
            <a:custGeom>
              <a:avLst/>
              <a:pathLst>
                <a:path w="183737" h="183532">
                  <a:moveTo>
                    <a:pt x="182879" y="182880"/>
                  </a:moveTo>
                  <a:lnTo>
                    <a:pt x="182558" y="182740"/>
                  </a:lnTo>
                  <a:lnTo>
                    <a:pt x="181726" y="182947"/>
                  </a:lnTo>
                  <a:lnTo>
                    <a:pt x="181963" y="183532"/>
                  </a:lnTo>
                  <a:lnTo>
                    <a:pt x="181793" y="183397"/>
                  </a:lnTo>
                  <a:lnTo>
                    <a:pt x="181401" y="182880"/>
                  </a:lnTo>
                  <a:lnTo>
                    <a:pt x="181428" y="182582"/>
                  </a:lnTo>
                  <a:lnTo>
                    <a:pt x="181414" y="182146"/>
                  </a:lnTo>
                  <a:lnTo>
                    <a:pt x="181359" y="181945"/>
                  </a:lnTo>
                  <a:lnTo>
                    <a:pt x="181322" y="181569"/>
                  </a:lnTo>
                  <a:lnTo>
                    <a:pt x="181585" y="181360"/>
                  </a:lnTo>
                  <a:lnTo>
                    <a:pt x="181675" y="181163"/>
                  </a:lnTo>
                  <a:lnTo>
                    <a:pt x="181930" y="180978"/>
                  </a:lnTo>
                  <a:lnTo>
                    <a:pt x="182490" y="180654"/>
                  </a:lnTo>
                  <a:lnTo>
                    <a:pt x="182657" y="180593"/>
                  </a:lnTo>
                  <a:lnTo>
                    <a:pt x="182965" y="180499"/>
                  </a:lnTo>
                  <a:lnTo>
                    <a:pt x="183414" y="180645"/>
                  </a:lnTo>
                  <a:lnTo>
                    <a:pt x="183685" y="181048"/>
                  </a:lnTo>
                  <a:lnTo>
                    <a:pt x="183737" y="181310"/>
                  </a:lnTo>
                  <a:lnTo>
                    <a:pt x="183710" y="181647"/>
                  </a:lnTo>
                  <a:lnTo>
                    <a:pt x="183684" y="181791"/>
                  </a:lnTo>
                  <a:lnTo>
                    <a:pt x="183565" y="182088"/>
                  </a:lnTo>
                  <a:lnTo>
                    <a:pt x="183234" y="182796"/>
                  </a:ln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8620866" y="2301601"/>
              <a:ext cx="183750" cy="182947"/>
            </a:xfrm>
            <a:custGeom>
              <a:avLst/>
              <a:pathLst>
                <a:path w="183750" h="182947">
                  <a:moveTo>
                    <a:pt x="182879" y="182880"/>
                  </a:moveTo>
                  <a:lnTo>
                    <a:pt x="183350" y="182826"/>
                  </a:lnTo>
                  <a:lnTo>
                    <a:pt x="183564" y="182787"/>
                  </a:lnTo>
                  <a:lnTo>
                    <a:pt x="183750" y="182864"/>
                  </a:lnTo>
                  <a:lnTo>
                    <a:pt x="183357" y="182947"/>
                  </a:ln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8603727" y="2296218"/>
              <a:ext cx="183494" cy="182976"/>
            </a:xfrm>
            <a:custGeom>
              <a:avLst/>
              <a:pathLst>
                <a:path w="183494" h="182976">
                  <a:moveTo>
                    <a:pt x="182879" y="182880"/>
                  </a:moveTo>
                  <a:lnTo>
                    <a:pt x="182659" y="182770"/>
                  </a:lnTo>
                  <a:lnTo>
                    <a:pt x="182316" y="182976"/>
                  </a:lnTo>
                  <a:lnTo>
                    <a:pt x="182756" y="182573"/>
                  </a:lnTo>
                  <a:lnTo>
                    <a:pt x="183025" y="182289"/>
                  </a:lnTo>
                  <a:lnTo>
                    <a:pt x="183277" y="182103"/>
                  </a:lnTo>
                  <a:lnTo>
                    <a:pt x="183494" y="182349"/>
                  </a:ln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8618571" y="2295331"/>
              <a:ext cx="184321" cy="182880"/>
            </a:xfrm>
            <a:custGeom>
              <a:avLst/>
              <a:pathLst>
                <a:path w="184321" h="182880">
                  <a:moveTo>
                    <a:pt x="182879" y="182880"/>
                  </a:moveTo>
                  <a:lnTo>
                    <a:pt x="183059" y="182777"/>
                  </a:lnTo>
                  <a:lnTo>
                    <a:pt x="183924" y="182189"/>
                  </a:lnTo>
                  <a:lnTo>
                    <a:pt x="184321" y="181952"/>
                  </a:lnTo>
                  <a:lnTo>
                    <a:pt x="184174" y="182448"/>
                  </a:ln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8620139" y="229390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8611099" y="2290234"/>
              <a:ext cx="182879" cy="183269"/>
            </a:xfrm>
            <a:custGeom>
              <a:avLst/>
              <a:pathLst>
                <a:path w="182879" h="183269">
                  <a:moveTo>
                    <a:pt x="182879" y="182880"/>
                  </a:moveTo>
                  <a:lnTo>
                    <a:pt x="182859" y="183026"/>
                  </a:lnTo>
                  <a:lnTo>
                    <a:pt x="182551" y="183269"/>
                  </a:ln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8601060" y="2282454"/>
              <a:ext cx="182879" cy="184495"/>
            </a:xfrm>
            <a:custGeom>
              <a:avLst/>
              <a:pathLst>
                <a:path w="182879" h="184495">
                  <a:moveTo>
                    <a:pt x="182879" y="182880"/>
                  </a:moveTo>
                  <a:lnTo>
                    <a:pt x="182688" y="183070"/>
                  </a:lnTo>
                  <a:lnTo>
                    <a:pt x="182101" y="183391"/>
                  </a:lnTo>
                  <a:lnTo>
                    <a:pt x="181459" y="184238"/>
                  </a:lnTo>
                  <a:lnTo>
                    <a:pt x="181471" y="184379"/>
                  </a:lnTo>
                  <a:lnTo>
                    <a:pt x="180993" y="184495"/>
                  </a:lnTo>
                  <a:lnTo>
                    <a:pt x="181240" y="184043"/>
                  </a:lnTo>
                  <a:lnTo>
                    <a:pt x="181348" y="183583"/>
                  </a:lnTo>
                  <a:lnTo>
                    <a:pt x="180994" y="183415"/>
                  </a:lnTo>
                  <a:lnTo>
                    <a:pt x="180761" y="183007"/>
                  </a:lnTo>
                  <a:lnTo>
                    <a:pt x="182348" y="182316"/>
                  </a:lnTo>
                  <a:close/>
                </a:path>
              </a:pathLst>
            </a:custGeom>
            <a:solidFill>
              <a:srgbClr val="FFF2AB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8556088" y="1927347"/>
              <a:ext cx="267694" cy="405115"/>
            </a:xfrm>
            <a:custGeom>
              <a:avLst/>
              <a:pathLst>
                <a:path w="267694" h="405115">
                  <a:moveTo>
                    <a:pt x="182879" y="182880"/>
                  </a:moveTo>
                  <a:lnTo>
                    <a:pt x="182897" y="183356"/>
                  </a:lnTo>
                  <a:lnTo>
                    <a:pt x="183141" y="183808"/>
                  </a:lnTo>
                  <a:lnTo>
                    <a:pt x="183251" y="184280"/>
                  </a:lnTo>
                  <a:lnTo>
                    <a:pt x="183282" y="184517"/>
                  </a:lnTo>
                  <a:lnTo>
                    <a:pt x="183302" y="184821"/>
                  </a:lnTo>
                  <a:lnTo>
                    <a:pt x="183337" y="184989"/>
                  </a:lnTo>
                  <a:lnTo>
                    <a:pt x="183397" y="185249"/>
                  </a:lnTo>
                  <a:lnTo>
                    <a:pt x="183512" y="185460"/>
                  </a:lnTo>
                  <a:lnTo>
                    <a:pt x="183830" y="185640"/>
                  </a:lnTo>
                  <a:lnTo>
                    <a:pt x="184024" y="185476"/>
                  </a:lnTo>
                  <a:lnTo>
                    <a:pt x="184038" y="184848"/>
                  </a:lnTo>
                  <a:lnTo>
                    <a:pt x="184240" y="184667"/>
                  </a:lnTo>
                  <a:lnTo>
                    <a:pt x="185102" y="184359"/>
                  </a:lnTo>
                  <a:lnTo>
                    <a:pt x="185477" y="184842"/>
                  </a:lnTo>
                  <a:lnTo>
                    <a:pt x="185619" y="184874"/>
                  </a:lnTo>
                  <a:lnTo>
                    <a:pt x="185872" y="184898"/>
                  </a:lnTo>
                  <a:lnTo>
                    <a:pt x="186034" y="184832"/>
                  </a:lnTo>
                  <a:lnTo>
                    <a:pt x="186186" y="184804"/>
                  </a:lnTo>
                  <a:lnTo>
                    <a:pt x="186481" y="184891"/>
                  </a:lnTo>
                  <a:lnTo>
                    <a:pt x="186553" y="185183"/>
                  </a:lnTo>
                  <a:lnTo>
                    <a:pt x="186639" y="185434"/>
                  </a:lnTo>
                  <a:lnTo>
                    <a:pt x="186830" y="185530"/>
                  </a:lnTo>
                  <a:lnTo>
                    <a:pt x="187131" y="185602"/>
                  </a:lnTo>
                  <a:lnTo>
                    <a:pt x="187553" y="185691"/>
                  </a:lnTo>
                  <a:lnTo>
                    <a:pt x="187802" y="185710"/>
                  </a:lnTo>
                  <a:lnTo>
                    <a:pt x="188102" y="185734"/>
                  </a:lnTo>
                  <a:lnTo>
                    <a:pt x="188305" y="185516"/>
                  </a:lnTo>
                  <a:lnTo>
                    <a:pt x="188395" y="185277"/>
                  </a:lnTo>
                  <a:lnTo>
                    <a:pt x="188738" y="184980"/>
                  </a:lnTo>
                  <a:lnTo>
                    <a:pt x="188665" y="185159"/>
                  </a:lnTo>
                  <a:lnTo>
                    <a:pt x="189011" y="185165"/>
                  </a:lnTo>
                  <a:lnTo>
                    <a:pt x="189307" y="184421"/>
                  </a:lnTo>
                  <a:lnTo>
                    <a:pt x="189175" y="184037"/>
                  </a:lnTo>
                  <a:lnTo>
                    <a:pt x="189388" y="183730"/>
                  </a:lnTo>
                  <a:lnTo>
                    <a:pt x="189637" y="183652"/>
                  </a:lnTo>
                  <a:lnTo>
                    <a:pt x="189988" y="183415"/>
                  </a:lnTo>
                  <a:lnTo>
                    <a:pt x="190496" y="183023"/>
                  </a:lnTo>
                  <a:lnTo>
                    <a:pt x="190844" y="183360"/>
                  </a:lnTo>
                  <a:lnTo>
                    <a:pt x="191064" y="183860"/>
                  </a:lnTo>
                  <a:lnTo>
                    <a:pt x="191140" y="184288"/>
                  </a:lnTo>
                  <a:lnTo>
                    <a:pt x="191489" y="184784"/>
                  </a:lnTo>
                  <a:lnTo>
                    <a:pt x="191994" y="185155"/>
                  </a:lnTo>
                  <a:lnTo>
                    <a:pt x="192255" y="185499"/>
                  </a:lnTo>
                  <a:lnTo>
                    <a:pt x="192909" y="185747"/>
                  </a:lnTo>
                  <a:lnTo>
                    <a:pt x="192970" y="185983"/>
                  </a:lnTo>
                  <a:lnTo>
                    <a:pt x="192889" y="186204"/>
                  </a:lnTo>
                  <a:lnTo>
                    <a:pt x="192831" y="186360"/>
                  </a:lnTo>
                  <a:lnTo>
                    <a:pt x="192733" y="186624"/>
                  </a:lnTo>
                  <a:lnTo>
                    <a:pt x="192578" y="186966"/>
                  </a:lnTo>
                  <a:lnTo>
                    <a:pt x="192523" y="187408"/>
                  </a:lnTo>
                  <a:lnTo>
                    <a:pt x="192481" y="187620"/>
                  </a:lnTo>
                  <a:lnTo>
                    <a:pt x="192339" y="187898"/>
                  </a:lnTo>
                  <a:lnTo>
                    <a:pt x="192089" y="188540"/>
                  </a:lnTo>
                  <a:lnTo>
                    <a:pt x="191925" y="189743"/>
                  </a:lnTo>
                  <a:lnTo>
                    <a:pt x="191868" y="190257"/>
                  </a:lnTo>
                  <a:lnTo>
                    <a:pt x="192034" y="190496"/>
                  </a:lnTo>
                  <a:lnTo>
                    <a:pt x="192201" y="190501"/>
                  </a:lnTo>
                  <a:lnTo>
                    <a:pt x="192485" y="190543"/>
                  </a:lnTo>
                  <a:lnTo>
                    <a:pt x="192955" y="190669"/>
                  </a:lnTo>
                  <a:lnTo>
                    <a:pt x="193198" y="190967"/>
                  </a:lnTo>
                  <a:lnTo>
                    <a:pt x="193348" y="191006"/>
                  </a:lnTo>
                  <a:lnTo>
                    <a:pt x="193481" y="191189"/>
                  </a:lnTo>
                  <a:lnTo>
                    <a:pt x="193461" y="191494"/>
                  </a:lnTo>
                  <a:lnTo>
                    <a:pt x="193463" y="191631"/>
                  </a:lnTo>
                  <a:lnTo>
                    <a:pt x="193456" y="191861"/>
                  </a:lnTo>
                  <a:lnTo>
                    <a:pt x="193412" y="192378"/>
                  </a:lnTo>
                  <a:lnTo>
                    <a:pt x="193251" y="192721"/>
                  </a:lnTo>
                  <a:lnTo>
                    <a:pt x="193263" y="193657"/>
                  </a:lnTo>
                  <a:lnTo>
                    <a:pt x="193750" y="193837"/>
                  </a:lnTo>
                  <a:lnTo>
                    <a:pt x="194092" y="194301"/>
                  </a:lnTo>
                  <a:lnTo>
                    <a:pt x="194344" y="194408"/>
                  </a:lnTo>
                  <a:lnTo>
                    <a:pt x="194479" y="194444"/>
                  </a:lnTo>
                  <a:lnTo>
                    <a:pt x="195000" y="194362"/>
                  </a:lnTo>
                  <a:lnTo>
                    <a:pt x="195392" y="194702"/>
                  </a:lnTo>
                  <a:lnTo>
                    <a:pt x="195403" y="194508"/>
                  </a:lnTo>
                  <a:lnTo>
                    <a:pt x="195417" y="194258"/>
                  </a:lnTo>
                  <a:lnTo>
                    <a:pt x="195430" y="194085"/>
                  </a:lnTo>
                  <a:lnTo>
                    <a:pt x="195637" y="193433"/>
                  </a:lnTo>
                  <a:lnTo>
                    <a:pt x="195807" y="193374"/>
                  </a:lnTo>
                  <a:lnTo>
                    <a:pt x="196153" y="193292"/>
                  </a:lnTo>
                  <a:lnTo>
                    <a:pt x="196093" y="192218"/>
                  </a:lnTo>
                  <a:lnTo>
                    <a:pt x="196575" y="192287"/>
                  </a:lnTo>
                  <a:lnTo>
                    <a:pt x="196769" y="192333"/>
                  </a:lnTo>
                  <a:lnTo>
                    <a:pt x="197252" y="192214"/>
                  </a:lnTo>
                  <a:lnTo>
                    <a:pt x="197792" y="191628"/>
                  </a:lnTo>
                  <a:lnTo>
                    <a:pt x="198105" y="190907"/>
                  </a:lnTo>
                  <a:lnTo>
                    <a:pt x="198529" y="190887"/>
                  </a:lnTo>
                  <a:lnTo>
                    <a:pt x="199176" y="190984"/>
                  </a:lnTo>
                  <a:lnTo>
                    <a:pt x="199354" y="190998"/>
                  </a:lnTo>
                  <a:lnTo>
                    <a:pt x="199527" y="191012"/>
                  </a:lnTo>
                  <a:lnTo>
                    <a:pt x="199982" y="191020"/>
                  </a:lnTo>
                  <a:lnTo>
                    <a:pt x="200273" y="191025"/>
                  </a:lnTo>
                  <a:lnTo>
                    <a:pt x="200766" y="190966"/>
                  </a:lnTo>
                  <a:lnTo>
                    <a:pt x="200977" y="190943"/>
                  </a:lnTo>
                  <a:lnTo>
                    <a:pt x="201451" y="190945"/>
                  </a:lnTo>
                  <a:lnTo>
                    <a:pt x="202046" y="190795"/>
                  </a:lnTo>
                  <a:lnTo>
                    <a:pt x="202363" y="190445"/>
                  </a:lnTo>
                  <a:lnTo>
                    <a:pt x="202528" y="190394"/>
                  </a:lnTo>
                  <a:lnTo>
                    <a:pt x="202665" y="189949"/>
                  </a:lnTo>
                  <a:lnTo>
                    <a:pt x="202952" y="189572"/>
                  </a:lnTo>
                  <a:lnTo>
                    <a:pt x="203096" y="189442"/>
                  </a:lnTo>
                  <a:lnTo>
                    <a:pt x="203239" y="189353"/>
                  </a:lnTo>
                  <a:lnTo>
                    <a:pt x="203444" y="189172"/>
                  </a:lnTo>
                  <a:lnTo>
                    <a:pt x="203613" y="188959"/>
                  </a:lnTo>
                  <a:lnTo>
                    <a:pt x="203735" y="188695"/>
                  </a:lnTo>
                  <a:lnTo>
                    <a:pt x="203999" y="188478"/>
                  </a:lnTo>
                  <a:lnTo>
                    <a:pt x="204290" y="188586"/>
                  </a:lnTo>
                  <a:lnTo>
                    <a:pt x="204574" y="188675"/>
                  </a:lnTo>
                  <a:lnTo>
                    <a:pt x="205146" y="188821"/>
                  </a:lnTo>
                  <a:lnTo>
                    <a:pt x="205682" y="188940"/>
                  </a:lnTo>
                  <a:lnTo>
                    <a:pt x="206321" y="189296"/>
                  </a:lnTo>
                  <a:lnTo>
                    <a:pt x="206491" y="189445"/>
                  </a:lnTo>
                  <a:lnTo>
                    <a:pt x="206664" y="189699"/>
                  </a:lnTo>
                  <a:lnTo>
                    <a:pt x="206683" y="189896"/>
                  </a:lnTo>
                  <a:lnTo>
                    <a:pt x="206798" y="190108"/>
                  </a:lnTo>
                  <a:lnTo>
                    <a:pt x="207358" y="190103"/>
                  </a:lnTo>
                  <a:lnTo>
                    <a:pt x="207799" y="189861"/>
                  </a:lnTo>
                  <a:lnTo>
                    <a:pt x="207951" y="189735"/>
                  </a:lnTo>
                  <a:lnTo>
                    <a:pt x="208298" y="189541"/>
                  </a:lnTo>
                  <a:lnTo>
                    <a:pt x="208977" y="189261"/>
                  </a:lnTo>
                  <a:lnTo>
                    <a:pt x="209513" y="189309"/>
                  </a:lnTo>
                  <a:lnTo>
                    <a:pt x="209559" y="189493"/>
                  </a:lnTo>
                  <a:lnTo>
                    <a:pt x="210168" y="189922"/>
                  </a:lnTo>
                  <a:lnTo>
                    <a:pt x="210716" y="190202"/>
                  </a:lnTo>
                  <a:lnTo>
                    <a:pt x="210901" y="190433"/>
                  </a:lnTo>
                  <a:lnTo>
                    <a:pt x="210582" y="190883"/>
                  </a:lnTo>
                  <a:lnTo>
                    <a:pt x="210685" y="191216"/>
                  </a:lnTo>
                  <a:lnTo>
                    <a:pt x="211059" y="191327"/>
                  </a:lnTo>
                  <a:lnTo>
                    <a:pt x="211528" y="191033"/>
                  </a:lnTo>
                  <a:lnTo>
                    <a:pt x="212027" y="190563"/>
                  </a:lnTo>
                  <a:lnTo>
                    <a:pt x="212121" y="189996"/>
                  </a:lnTo>
                  <a:lnTo>
                    <a:pt x="212115" y="189696"/>
                  </a:lnTo>
                  <a:lnTo>
                    <a:pt x="212376" y="189200"/>
                  </a:lnTo>
                  <a:lnTo>
                    <a:pt x="212505" y="188947"/>
                  </a:lnTo>
                  <a:lnTo>
                    <a:pt x="212554" y="188292"/>
                  </a:lnTo>
                  <a:lnTo>
                    <a:pt x="212983" y="188293"/>
                  </a:lnTo>
                  <a:lnTo>
                    <a:pt x="213210" y="188428"/>
                  </a:lnTo>
                  <a:lnTo>
                    <a:pt x="213519" y="188469"/>
                  </a:lnTo>
                  <a:lnTo>
                    <a:pt x="213672" y="188495"/>
                  </a:lnTo>
                  <a:lnTo>
                    <a:pt x="214204" y="188824"/>
                  </a:lnTo>
                  <a:lnTo>
                    <a:pt x="214121" y="189150"/>
                  </a:lnTo>
                  <a:lnTo>
                    <a:pt x="213897" y="189753"/>
                  </a:lnTo>
                  <a:lnTo>
                    <a:pt x="213794" y="190149"/>
                  </a:lnTo>
                  <a:lnTo>
                    <a:pt x="213788" y="190345"/>
                  </a:lnTo>
                  <a:lnTo>
                    <a:pt x="213817" y="190516"/>
                  </a:lnTo>
                  <a:lnTo>
                    <a:pt x="213920" y="190867"/>
                  </a:lnTo>
                  <a:lnTo>
                    <a:pt x="214207" y="191482"/>
                  </a:lnTo>
                  <a:lnTo>
                    <a:pt x="214276" y="191813"/>
                  </a:lnTo>
                  <a:lnTo>
                    <a:pt x="214202" y="192100"/>
                  </a:lnTo>
                  <a:lnTo>
                    <a:pt x="214229" y="192475"/>
                  </a:lnTo>
                  <a:lnTo>
                    <a:pt x="214399" y="192800"/>
                  </a:lnTo>
                  <a:lnTo>
                    <a:pt x="214471" y="193127"/>
                  </a:lnTo>
                  <a:lnTo>
                    <a:pt x="214628" y="193945"/>
                  </a:lnTo>
                  <a:lnTo>
                    <a:pt x="214671" y="194403"/>
                  </a:lnTo>
                  <a:lnTo>
                    <a:pt x="214981" y="194966"/>
                  </a:lnTo>
                  <a:lnTo>
                    <a:pt x="215301" y="195039"/>
                  </a:lnTo>
                  <a:lnTo>
                    <a:pt x="215601" y="195211"/>
                  </a:lnTo>
                  <a:lnTo>
                    <a:pt x="215842" y="195445"/>
                  </a:lnTo>
                  <a:lnTo>
                    <a:pt x="215940" y="195622"/>
                  </a:lnTo>
                  <a:lnTo>
                    <a:pt x="216007" y="195866"/>
                  </a:lnTo>
                  <a:lnTo>
                    <a:pt x="216025" y="196072"/>
                  </a:lnTo>
                  <a:lnTo>
                    <a:pt x="216018" y="196485"/>
                  </a:lnTo>
                  <a:lnTo>
                    <a:pt x="216001" y="196807"/>
                  </a:lnTo>
                  <a:lnTo>
                    <a:pt x="216011" y="197150"/>
                  </a:lnTo>
                  <a:lnTo>
                    <a:pt x="216100" y="197416"/>
                  </a:lnTo>
                  <a:lnTo>
                    <a:pt x="216310" y="197900"/>
                  </a:lnTo>
                  <a:lnTo>
                    <a:pt x="216244" y="198187"/>
                  </a:lnTo>
                  <a:lnTo>
                    <a:pt x="216220" y="198398"/>
                  </a:lnTo>
                  <a:lnTo>
                    <a:pt x="216253" y="198692"/>
                  </a:lnTo>
                  <a:lnTo>
                    <a:pt x="216201" y="198954"/>
                  </a:lnTo>
                  <a:lnTo>
                    <a:pt x="215971" y="199245"/>
                  </a:lnTo>
                  <a:lnTo>
                    <a:pt x="215861" y="199490"/>
                  </a:lnTo>
                  <a:lnTo>
                    <a:pt x="215843" y="199659"/>
                  </a:lnTo>
                  <a:lnTo>
                    <a:pt x="215925" y="200039"/>
                  </a:lnTo>
                  <a:lnTo>
                    <a:pt x="216004" y="200204"/>
                  </a:lnTo>
                  <a:lnTo>
                    <a:pt x="216155" y="200520"/>
                  </a:lnTo>
                  <a:lnTo>
                    <a:pt x="216211" y="200685"/>
                  </a:lnTo>
                  <a:lnTo>
                    <a:pt x="216215" y="200891"/>
                  </a:lnTo>
                  <a:lnTo>
                    <a:pt x="216183" y="201305"/>
                  </a:lnTo>
                  <a:lnTo>
                    <a:pt x="216185" y="201652"/>
                  </a:lnTo>
                  <a:lnTo>
                    <a:pt x="216535" y="201813"/>
                  </a:lnTo>
                  <a:lnTo>
                    <a:pt x="217607" y="202318"/>
                  </a:lnTo>
                  <a:lnTo>
                    <a:pt x="217666" y="202805"/>
                  </a:lnTo>
                  <a:lnTo>
                    <a:pt x="217664" y="202981"/>
                  </a:lnTo>
                  <a:lnTo>
                    <a:pt x="217642" y="203204"/>
                  </a:lnTo>
                  <a:lnTo>
                    <a:pt x="217568" y="203493"/>
                  </a:lnTo>
                  <a:lnTo>
                    <a:pt x="217412" y="203739"/>
                  </a:lnTo>
                  <a:lnTo>
                    <a:pt x="217055" y="203949"/>
                  </a:lnTo>
                  <a:lnTo>
                    <a:pt x="216979" y="204224"/>
                  </a:lnTo>
                  <a:lnTo>
                    <a:pt x="216382" y="204912"/>
                  </a:lnTo>
                  <a:lnTo>
                    <a:pt x="216323" y="205094"/>
                  </a:lnTo>
                  <a:lnTo>
                    <a:pt x="216110" y="205328"/>
                  </a:lnTo>
                  <a:lnTo>
                    <a:pt x="215957" y="205397"/>
                  </a:lnTo>
                  <a:lnTo>
                    <a:pt x="215923" y="205641"/>
                  </a:lnTo>
                  <a:lnTo>
                    <a:pt x="215851" y="206951"/>
                  </a:lnTo>
                  <a:lnTo>
                    <a:pt x="215729" y="207342"/>
                  </a:lnTo>
                  <a:lnTo>
                    <a:pt x="215663" y="207506"/>
                  </a:lnTo>
                  <a:lnTo>
                    <a:pt x="215373" y="208054"/>
                  </a:lnTo>
                  <a:lnTo>
                    <a:pt x="215296" y="208350"/>
                  </a:lnTo>
                  <a:lnTo>
                    <a:pt x="215652" y="208413"/>
                  </a:lnTo>
                  <a:lnTo>
                    <a:pt x="215829" y="208356"/>
                  </a:lnTo>
                  <a:lnTo>
                    <a:pt x="216087" y="208366"/>
                  </a:lnTo>
                  <a:lnTo>
                    <a:pt x="216255" y="208483"/>
                  </a:lnTo>
                  <a:lnTo>
                    <a:pt x="216549" y="208753"/>
                  </a:lnTo>
                  <a:lnTo>
                    <a:pt x="217020" y="208965"/>
                  </a:lnTo>
                  <a:lnTo>
                    <a:pt x="217426" y="209335"/>
                  </a:lnTo>
                  <a:lnTo>
                    <a:pt x="217740" y="209531"/>
                  </a:lnTo>
                  <a:lnTo>
                    <a:pt x="218157" y="209605"/>
                  </a:lnTo>
                  <a:lnTo>
                    <a:pt x="218756" y="209810"/>
                  </a:lnTo>
                  <a:lnTo>
                    <a:pt x="218981" y="209896"/>
                  </a:lnTo>
                  <a:lnTo>
                    <a:pt x="219316" y="210124"/>
                  </a:lnTo>
                  <a:lnTo>
                    <a:pt x="219502" y="210236"/>
                  </a:lnTo>
                  <a:lnTo>
                    <a:pt x="219987" y="210465"/>
                  </a:lnTo>
                  <a:lnTo>
                    <a:pt x="220175" y="210467"/>
                  </a:lnTo>
                  <a:lnTo>
                    <a:pt x="220315" y="210427"/>
                  </a:lnTo>
                  <a:lnTo>
                    <a:pt x="220735" y="210384"/>
                  </a:lnTo>
                  <a:lnTo>
                    <a:pt x="221073" y="210639"/>
                  </a:lnTo>
                  <a:lnTo>
                    <a:pt x="221271" y="210711"/>
                  </a:lnTo>
                  <a:lnTo>
                    <a:pt x="221414" y="210720"/>
                  </a:lnTo>
                  <a:lnTo>
                    <a:pt x="221778" y="210580"/>
                  </a:lnTo>
                  <a:lnTo>
                    <a:pt x="222039" y="210557"/>
                  </a:lnTo>
                  <a:lnTo>
                    <a:pt x="223251" y="210073"/>
                  </a:lnTo>
                  <a:lnTo>
                    <a:pt x="224489" y="209727"/>
                  </a:lnTo>
                  <a:lnTo>
                    <a:pt x="225119" y="209232"/>
                  </a:lnTo>
                  <a:lnTo>
                    <a:pt x="225348" y="208977"/>
                  </a:lnTo>
                  <a:lnTo>
                    <a:pt x="225572" y="209076"/>
                  </a:lnTo>
                  <a:lnTo>
                    <a:pt x="225782" y="209195"/>
                  </a:lnTo>
                  <a:lnTo>
                    <a:pt x="226433" y="210013"/>
                  </a:lnTo>
                  <a:lnTo>
                    <a:pt x="226677" y="210043"/>
                  </a:lnTo>
                  <a:lnTo>
                    <a:pt x="226783" y="210346"/>
                  </a:lnTo>
                  <a:lnTo>
                    <a:pt x="227057" y="210324"/>
                  </a:lnTo>
                  <a:lnTo>
                    <a:pt x="227400" y="210231"/>
                  </a:lnTo>
                  <a:lnTo>
                    <a:pt x="227553" y="210138"/>
                  </a:lnTo>
                  <a:lnTo>
                    <a:pt x="227996" y="210077"/>
                  </a:lnTo>
                  <a:lnTo>
                    <a:pt x="228159" y="211112"/>
                  </a:lnTo>
                  <a:lnTo>
                    <a:pt x="227847" y="211409"/>
                  </a:lnTo>
                  <a:lnTo>
                    <a:pt x="227587" y="211655"/>
                  </a:lnTo>
                  <a:lnTo>
                    <a:pt x="227371" y="211891"/>
                  </a:lnTo>
                  <a:lnTo>
                    <a:pt x="227230" y="212060"/>
                  </a:lnTo>
                  <a:lnTo>
                    <a:pt x="226890" y="212522"/>
                  </a:lnTo>
                  <a:lnTo>
                    <a:pt x="226951" y="212924"/>
                  </a:lnTo>
                  <a:lnTo>
                    <a:pt x="226988" y="213169"/>
                  </a:lnTo>
                  <a:lnTo>
                    <a:pt x="226992" y="213471"/>
                  </a:lnTo>
                  <a:lnTo>
                    <a:pt x="226977" y="213827"/>
                  </a:lnTo>
                  <a:lnTo>
                    <a:pt x="227139" y="214472"/>
                  </a:lnTo>
                  <a:lnTo>
                    <a:pt x="227170" y="214824"/>
                  </a:lnTo>
                  <a:lnTo>
                    <a:pt x="226928" y="214995"/>
                  </a:lnTo>
                  <a:lnTo>
                    <a:pt x="226517" y="214996"/>
                  </a:lnTo>
                  <a:lnTo>
                    <a:pt x="226120" y="215051"/>
                  </a:lnTo>
                  <a:lnTo>
                    <a:pt x="225749" y="215114"/>
                  </a:lnTo>
                  <a:lnTo>
                    <a:pt x="225553" y="215625"/>
                  </a:lnTo>
                  <a:lnTo>
                    <a:pt x="225762" y="216402"/>
                  </a:lnTo>
                  <a:lnTo>
                    <a:pt x="225853" y="216660"/>
                  </a:lnTo>
                  <a:lnTo>
                    <a:pt x="225728" y="216853"/>
                  </a:lnTo>
                  <a:lnTo>
                    <a:pt x="225711" y="217031"/>
                  </a:lnTo>
                  <a:lnTo>
                    <a:pt x="225795" y="217283"/>
                  </a:lnTo>
                  <a:lnTo>
                    <a:pt x="226014" y="217652"/>
                  </a:lnTo>
                  <a:lnTo>
                    <a:pt x="226202" y="217965"/>
                  </a:lnTo>
                  <a:lnTo>
                    <a:pt x="226236" y="218216"/>
                  </a:lnTo>
                  <a:lnTo>
                    <a:pt x="226253" y="218359"/>
                  </a:lnTo>
                  <a:lnTo>
                    <a:pt x="226239" y="218824"/>
                  </a:lnTo>
                  <a:lnTo>
                    <a:pt x="226616" y="219392"/>
                  </a:lnTo>
                  <a:lnTo>
                    <a:pt x="227006" y="219763"/>
                  </a:lnTo>
                  <a:lnTo>
                    <a:pt x="227089" y="220095"/>
                  </a:lnTo>
                  <a:lnTo>
                    <a:pt x="227106" y="220734"/>
                  </a:lnTo>
                  <a:lnTo>
                    <a:pt x="227099" y="220910"/>
                  </a:lnTo>
                  <a:lnTo>
                    <a:pt x="227058" y="221189"/>
                  </a:lnTo>
                  <a:lnTo>
                    <a:pt x="226828" y="221441"/>
                  </a:lnTo>
                  <a:lnTo>
                    <a:pt x="226635" y="221449"/>
                  </a:lnTo>
                  <a:lnTo>
                    <a:pt x="226175" y="221492"/>
                  </a:lnTo>
                  <a:lnTo>
                    <a:pt x="226042" y="221655"/>
                  </a:lnTo>
                  <a:lnTo>
                    <a:pt x="225702" y="222397"/>
                  </a:lnTo>
                  <a:lnTo>
                    <a:pt x="225688" y="222558"/>
                  </a:lnTo>
                  <a:lnTo>
                    <a:pt x="225704" y="222939"/>
                  </a:lnTo>
                  <a:lnTo>
                    <a:pt x="225744" y="223176"/>
                  </a:lnTo>
                  <a:lnTo>
                    <a:pt x="225763" y="223421"/>
                  </a:lnTo>
                  <a:lnTo>
                    <a:pt x="225715" y="223692"/>
                  </a:lnTo>
                  <a:lnTo>
                    <a:pt x="225969" y="224492"/>
                  </a:lnTo>
                  <a:lnTo>
                    <a:pt x="226452" y="224537"/>
                  </a:lnTo>
                  <a:lnTo>
                    <a:pt x="226663" y="224587"/>
                  </a:lnTo>
                  <a:lnTo>
                    <a:pt x="226845" y="224694"/>
                  </a:lnTo>
                  <a:lnTo>
                    <a:pt x="226968" y="224922"/>
                  </a:lnTo>
                  <a:lnTo>
                    <a:pt x="227031" y="225113"/>
                  </a:lnTo>
                  <a:lnTo>
                    <a:pt x="227090" y="225371"/>
                  </a:lnTo>
                  <a:lnTo>
                    <a:pt x="227526" y="225311"/>
                  </a:lnTo>
                  <a:lnTo>
                    <a:pt x="228645" y="225086"/>
                  </a:lnTo>
                  <a:lnTo>
                    <a:pt x="229080" y="224897"/>
                  </a:lnTo>
                  <a:lnTo>
                    <a:pt x="229688" y="224762"/>
                  </a:lnTo>
                  <a:lnTo>
                    <a:pt x="230000" y="224237"/>
                  </a:lnTo>
                  <a:lnTo>
                    <a:pt x="229058" y="223811"/>
                  </a:lnTo>
                  <a:lnTo>
                    <a:pt x="229202" y="223201"/>
                  </a:lnTo>
                  <a:lnTo>
                    <a:pt x="229333" y="223018"/>
                  </a:lnTo>
                  <a:lnTo>
                    <a:pt x="229512" y="222478"/>
                  </a:lnTo>
                  <a:lnTo>
                    <a:pt x="229854" y="222240"/>
                  </a:lnTo>
                  <a:lnTo>
                    <a:pt x="230287" y="222092"/>
                  </a:lnTo>
                  <a:lnTo>
                    <a:pt x="230704" y="221877"/>
                  </a:lnTo>
                  <a:lnTo>
                    <a:pt x="230820" y="221712"/>
                  </a:lnTo>
                  <a:lnTo>
                    <a:pt x="230845" y="221520"/>
                  </a:lnTo>
                  <a:lnTo>
                    <a:pt x="230762" y="221369"/>
                  </a:lnTo>
                  <a:lnTo>
                    <a:pt x="230574" y="221027"/>
                  </a:lnTo>
                  <a:lnTo>
                    <a:pt x="230475" y="220658"/>
                  </a:lnTo>
                  <a:lnTo>
                    <a:pt x="230248" y="220409"/>
                  </a:lnTo>
                  <a:lnTo>
                    <a:pt x="230089" y="220418"/>
                  </a:lnTo>
                  <a:lnTo>
                    <a:pt x="229749" y="220195"/>
                  </a:lnTo>
                  <a:lnTo>
                    <a:pt x="229484" y="219621"/>
                  </a:lnTo>
                  <a:lnTo>
                    <a:pt x="229040" y="219485"/>
                  </a:lnTo>
                  <a:lnTo>
                    <a:pt x="228429" y="218953"/>
                  </a:lnTo>
                  <a:lnTo>
                    <a:pt x="228650" y="218295"/>
                  </a:lnTo>
                  <a:lnTo>
                    <a:pt x="228948" y="218164"/>
                  </a:lnTo>
                  <a:lnTo>
                    <a:pt x="229554" y="218087"/>
                  </a:lnTo>
                  <a:lnTo>
                    <a:pt x="231136" y="217460"/>
                  </a:lnTo>
                  <a:lnTo>
                    <a:pt x="231236" y="217104"/>
                  </a:lnTo>
                  <a:lnTo>
                    <a:pt x="231735" y="217142"/>
                  </a:lnTo>
                  <a:lnTo>
                    <a:pt x="231930" y="217521"/>
                  </a:lnTo>
                  <a:lnTo>
                    <a:pt x="231957" y="217654"/>
                  </a:lnTo>
                  <a:lnTo>
                    <a:pt x="231992" y="217817"/>
                  </a:lnTo>
                  <a:lnTo>
                    <a:pt x="232235" y="218316"/>
                  </a:lnTo>
                  <a:lnTo>
                    <a:pt x="232759" y="218484"/>
                  </a:lnTo>
                  <a:lnTo>
                    <a:pt x="232887" y="219200"/>
                  </a:lnTo>
                  <a:lnTo>
                    <a:pt x="233047" y="219361"/>
                  </a:lnTo>
                  <a:lnTo>
                    <a:pt x="233283" y="219464"/>
                  </a:lnTo>
                  <a:lnTo>
                    <a:pt x="234000" y="219795"/>
                  </a:lnTo>
                  <a:lnTo>
                    <a:pt x="234194" y="220057"/>
                  </a:lnTo>
                  <a:lnTo>
                    <a:pt x="234425" y="220418"/>
                  </a:lnTo>
                  <a:lnTo>
                    <a:pt x="234106" y="220883"/>
                  </a:lnTo>
                  <a:lnTo>
                    <a:pt x="233884" y="221383"/>
                  </a:lnTo>
                  <a:lnTo>
                    <a:pt x="233589" y="221938"/>
                  </a:lnTo>
                  <a:lnTo>
                    <a:pt x="233551" y="222455"/>
                  </a:lnTo>
                  <a:lnTo>
                    <a:pt x="234277" y="222641"/>
                  </a:lnTo>
                  <a:lnTo>
                    <a:pt x="234523" y="222839"/>
                  </a:lnTo>
                  <a:lnTo>
                    <a:pt x="234419" y="223089"/>
                  </a:lnTo>
                  <a:lnTo>
                    <a:pt x="234273" y="223244"/>
                  </a:lnTo>
                  <a:lnTo>
                    <a:pt x="234209" y="223496"/>
                  </a:lnTo>
                  <a:lnTo>
                    <a:pt x="234296" y="224053"/>
                  </a:lnTo>
                  <a:lnTo>
                    <a:pt x="234188" y="224633"/>
                  </a:lnTo>
                  <a:lnTo>
                    <a:pt x="233921" y="224853"/>
                  </a:lnTo>
                  <a:lnTo>
                    <a:pt x="233527" y="225312"/>
                  </a:lnTo>
                  <a:lnTo>
                    <a:pt x="233967" y="225872"/>
                  </a:lnTo>
                  <a:lnTo>
                    <a:pt x="233791" y="226337"/>
                  </a:lnTo>
                  <a:lnTo>
                    <a:pt x="233436" y="226434"/>
                  </a:lnTo>
                  <a:lnTo>
                    <a:pt x="233039" y="226609"/>
                  </a:lnTo>
                  <a:lnTo>
                    <a:pt x="232471" y="227101"/>
                  </a:lnTo>
                  <a:lnTo>
                    <a:pt x="231998" y="227865"/>
                  </a:lnTo>
                  <a:lnTo>
                    <a:pt x="232243" y="228713"/>
                  </a:lnTo>
                  <a:lnTo>
                    <a:pt x="232439" y="228854"/>
                  </a:lnTo>
                  <a:lnTo>
                    <a:pt x="232522" y="229047"/>
                  </a:lnTo>
                  <a:lnTo>
                    <a:pt x="232539" y="229397"/>
                  </a:lnTo>
                  <a:lnTo>
                    <a:pt x="232565" y="229809"/>
                  </a:lnTo>
                  <a:lnTo>
                    <a:pt x="233022" y="230093"/>
                  </a:lnTo>
                  <a:lnTo>
                    <a:pt x="233283" y="230187"/>
                  </a:lnTo>
                  <a:lnTo>
                    <a:pt x="233441" y="230329"/>
                  </a:lnTo>
                  <a:lnTo>
                    <a:pt x="233427" y="231137"/>
                  </a:lnTo>
                  <a:lnTo>
                    <a:pt x="233671" y="231820"/>
                  </a:lnTo>
                  <a:lnTo>
                    <a:pt x="234018" y="230950"/>
                  </a:lnTo>
                  <a:lnTo>
                    <a:pt x="234222" y="230545"/>
                  </a:lnTo>
                  <a:lnTo>
                    <a:pt x="234490" y="230483"/>
                  </a:lnTo>
                  <a:lnTo>
                    <a:pt x="234745" y="230425"/>
                  </a:lnTo>
                  <a:lnTo>
                    <a:pt x="235255" y="229777"/>
                  </a:lnTo>
                  <a:lnTo>
                    <a:pt x="236180" y="229701"/>
                  </a:lnTo>
                  <a:lnTo>
                    <a:pt x="236295" y="230032"/>
                  </a:lnTo>
                  <a:lnTo>
                    <a:pt x="236391" y="230274"/>
                  </a:lnTo>
                  <a:lnTo>
                    <a:pt x="236698" y="230997"/>
                  </a:lnTo>
                  <a:lnTo>
                    <a:pt x="236866" y="231180"/>
                  </a:lnTo>
                  <a:lnTo>
                    <a:pt x="237187" y="231454"/>
                  </a:lnTo>
                  <a:lnTo>
                    <a:pt x="237999" y="231117"/>
                  </a:lnTo>
                  <a:lnTo>
                    <a:pt x="238139" y="231063"/>
                  </a:lnTo>
                  <a:lnTo>
                    <a:pt x="238690" y="230796"/>
                  </a:lnTo>
                  <a:lnTo>
                    <a:pt x="239175" y="230526"/>
                  </a:lnTo>
                  <a:lnTo>
                    <a:pt x="239388" y="230486"/>
                  </a:lnTo>
                  <a:lnTo>
                    <a:pt x="239841" y="230654"/>
                  </a:lnTo>
                  <a:lnTo>
                    <a:pt x="240441" y="230563"/>
                  </a:lnTo>
                  <a:lnTo>
                    <a:pt x="240763" y="230884"/>
                  </a:lnTo>
                  <a:lnTo>
                    <a:pt x="240658" y="231406"/>
                  </a:lnTo>
                  <a:lnTo>
                    <a:pt x="241254" y="232020"/>
                  </a:lnTo>
                  <a:lnTo>
                    <a:pt x="241847" y="232236"/>
                  </a:lnTo>
                  <a:lnTo>
                    <a:pt x="242131" y="232511"/>
                  </a:lnTo>
                  <a:lnTo>
                    <a:pt x="242316" y="232551"/>
                  </a:lnTo>
                  <a:lnTo>
                    <a:pt x="242621" y="232615"/>
                  </a:lnTo>
                  <a:lnTo>
                    <a:pt x="242883" y="232788"/>
                  </a:lnTo>
                  <a:lnTo>
                    <a:pt x="243130" y="233200"/>
                  </a:lnTo>
                  <a:lnTo>
                    <a:pt x="243475" y="233277"/>
                  </a:lnTo>
                  <a:lnTo>
                    <a:pt x="244001" y="233253"/>
                  </a:lnTo>
                  <a:lnTo>
                    <a:pt x="244280" y="232774"/>
                  </a:lnTo>
                  <a:lnTo>
                    <a:pt x="244380" y="232368"/>
                  </a:lnTo>
                  <a:lnTo>
                    <a:pt x="244254" y="231833"/>
                  </a:lnTo>
                  <a:lnTo>
                    <a:pt x="244290" y="231593"/>
                  </a:lnTo>
                  <a:lnTo>
                    <a:pt x="244356" y="231409"/>
                  </a:lnTo>
                  <a:lnTo>
                    <a:pt x="244566" y="231118"/>
                  </a:lnTo>
                  <a:lnTo>
                    <a:pt x="244771" y="230782"/>
                  </a:lnTo>
                  <a:lnTo>
                    <a:pt x="244947" y="230471"/>
                  </a:lnTo>
                  <a:lnTo>
                    <a:pt x="245388" y="230569"/>
                  </a:lnTo>
                  <a:lnTo>
                    <a:pt x="245561" y="230938"/>
                  </a:lnTo>
                  <a:lnTo>
                    <a:pt x="245577" y="231310"/>
                  </a:lnTo>
                  <a:lnTo>
                    <a:pt x="246070" y="231448"/>
                  </a:lnTo>
                  <a:lnTo>
                    <a:pt x="246319" y="231455"/>
                  </a:lnTo>
                  <a:lnTo>
                    <a:pt x="246736" y="231862"/>
                  </a:lnTo>
                  <a:lnTo>
                    <a:pt x="247191" y="232189"/>
                  </a:lnTo>
                  <a:lnTo>
                    <a:pt x="247389" y="232202"/>
                  </a:lnTo>
                  <a:lnTo>
                    <a:pt x="247469" y="231980"/>
                  </a:lnTo>
                  <a:lnTo>
                    <a:pt x="247532" y="231727"/>
                  </a:lnTo>
                  <a:lnTo>
                    <a:pt x="247637" y="231525"/>
                  </a:lnTo>
                  <a:lnTo>
                    <a:pt x="247922" y="231530"/>
                  </a:lnTo>
                  <a:lnTo>
                    <a:pt x="248059" y="231397"/>
                  </a:lnTo>
                  <a:lnTo>
                    <a:pt x="248105" y="230980"/>
                  </a:lnTo>
                  <a:lnTo>
                    <a:pt x="247938" y="230570"/>
                  </a:lnTo>
                  <a:lnTo>
                    <a:pt x="247676" y="230222"/>
                  </a:lnTo>
                  <a:lnTo>
                    <a:pt x="247462" y="230015"/>
                  </a:lnTo>
                  <a:lnTo>
                    <a:pt x="247359" y="229669"/>
                  </a:lnTo>
                  <a:lnTo>
                    <a:pt x="247316" y="229403"/>
                  </a:lnTo>
                  <a:lnTo>
                    <a:pt x="247193" y="228935"/>
                  </a:lnTo>
                  <a:lnTo>
                    <a:pt x="247242" y="228794"/>
                  </a:lnTo>
                  <a:lnTo>
                    <a:pt x="247318" y="228602"/>
                  </a:lnTo>
                  <a:lnTo>
                    <a:pt x="247685" y="228458"/>
                  </a:lnTo>
                  <a:lnTo>
                    <a:pt x="247909" y="228357"/>
                  </a:lnTo>
                  <a:lnTo>
                    <a:pt x="248239" y="228038"/>
                  </a:lnTo>
                  <a:lnTo>
                    <a:pt x="248546" y="227888"/>
                  </a:lnTo>
                  <a:lnTo>
                    <a:pt x="248789" y="227592"/>
                  </a:lnTo>
                  <a:lnTo>
                    <a:pt x="248766" y="227080"/>
                  </a:lnTo>
                  <a:lnTo>
                    <a:pt x="249093" y="226796"/>
                  </a:lnTo>
                  <a:lnTo>
                    <a:pt x="249269" y="226293"/>
                  </a:lnTo>
                  <a:lnTo>
                    <a:pt x="249661" y="225662"/>
                  </a:lnTo>
                  <a:lnTo>
                    <a:pt x="249802" y="225483"/>
                  </a:lnTo>
                  <a:lnTo>
                    <a:pt x="249589" y="225029"/>
                  </a:lnTo>
                  <a:lnTo>
                    <a:pt x="249597" y="224858"/>
                  </a:lnTo>
                  <a:lnTo>
                    <a:pt x="250146" y="224484"/>
                  </a:lnTo>
                  <a:lnTo>
                    <a:pt x="250102" y="224016"/>
                  </a:lnTo>
                  <a:lnTo>
                    <a:pt x="249662" y="223778"/>
                  </a:lnTo>
                  <a:lnTo>
                    <a:pt x="249759" y="223641"/>
                  </a:lnTo>
                  <a:lnTo>
                    <a:pt x="249890" y="223465"/>
                  </a:lnTo>
                  <a:lnTo>
                    <a:pt x="250196" y="222882"/>
                  </a:lnTo>
                  <a:lnTo>
                    <a:pt x="250396" y="221577"/>
                  </a:lnTo>
                  <a:lnTo>
                    <a:pt x="250259" y="221412"/>
                  </a:lnTo>
                  <a:lnTo>
                    <a:pt x="250116" y="221135"/>
                  </a:lnTo>
                  <a:lnTo>
                    <a:pt x="250272" y="220926"/>
                  </a:lnTo>
                  <a:lnTo>
                    <a:pt x="250789" y="220960"/>
                  </a:lnTo>
                  <a:lnTo>
                    <a:pt x="250864" y="220777"/>
                  </a:lnTo>
                  <a:lnTo>
                    <a:pt x="250890" y="220536"/>
                  </a:lnTo>
                  <a:lnTo>
                    <a:pt x="250925" y="220180"/>
                  </a:lnTo>
                  <a:lnTo>
                    <a:pt x="251166" y="220288"/>
                  </a:lnTo>
                  <a:lnTo>
                    <a:pt x="251389" y="220066"/>
                  </a:lnTo>
                  <a:lnTo>
                    <a:pt x="251451" y="219911"/>
                  </a:lnTo>
                  <a:lnTo>
                    <a:pt x="251450" y="219655"/>
                  </a:lnTo>
                  <a:lnTo>
                    <a:pt x="251208" y="219318"/>
                  </a:lnTo>
                  <a:lnTo>
                    <a:pt x="251412" y="219238"/>
                  </a:lnTo>
                  <a:lnTo>
                    <a:pt x="251640" y="219130"/>
                  </a:lnTo>
                  <a:lnTo>
                    <a:pt x="251727" y="218891"/>
                  </a:lnTo>
                  <a:lnTo>
                    <a:pt x="251957" y="218740"/>
                  </a:lnTo>
                  <a:lnTo>
                    <a:pt x="251920" y="218551"/>
                  </a:lnTo>
                  <a:lnTo>
                    <a:pt x="251889" y="218354"/>
                  </a:lnTo>
                  <a:lnTo>
                    <a:pt x="252359" y="218108"/>
                  </a:lnTo>
                  <a:lnTo>
                    <a:pt x="252580" y="218089"/>
                  </a:lnTo>
                  <a:lnTo>
                    <a:pt x="253074" y="217850"/>
                  </a:lnTo>
                  <a:lnTo>
                    <a:pt x="253673" y="218130"/>
                  </a:lnTo>
                  <a:lnTo>
                    <a:pt x="254325" y="217755"/>
                  </a:lnTo>
                  <a:lnTo>
                    <a:pt x="254577" y="217576"/>
                  </a:lnTo>
                  <a:lnTo>
                    <a:pt x="254835" y="217354"/>
                  </a:lnTo>
                  <a:lnTo>
                    <a:pt x="255299" y="217155"/>
                  </a:lnTo>
                  <a:lnTo>
                    <a:pt x="255467" y="217191"/>
                  </a:lnTo>
                  <a:lnTo>
                    <a:pt x="255116" y="217781"/>
                  </a:lnTo>
                  <a:lnTo>
                    <a:pt x="254880" y="218622"/>
                  </a:lnTo>
                  <a:lnTo>
                    <a:pt x="254976" y="218889"/>
                  </a:lnTo>
                  <a:lnTo>
                    <a:pt x="254932" y="219071"/>
                  </a:lnTo>
                  <a:lnTo>
                    <a:pt x="254859" y="219227"/>
                  </a:lnTo>
                  <a:lnTo>
                    <a:pt x="254794" y="219489"/>
                  </a:lnTo>
                  <a:lnTo>
                    <a:pt x="254770" y="220068"/>
                  </a:lnTo>
                  <a:lnTo>
                    <a:pt x="254781" y="220317"/>
                  </a:lnTo>
                  <a:lnTo>
                    <a:pt x="254909" y="221366"/>
                  </a:lnTo>
                  <a:lnTo>
                    <a:pt x="255047" y="221530"/>
                  </a:lnTo>
                  <a:lnTo>
                    <a:pt x="255074" y="221810"/>
                  </a:lnTo>
                  <a:lnTo>
                    <a:pt x="255048" y="222059"/>
                  </a:lnTo>
                  <a:lnTo>
                    <a:pt x="255336" y="222544"/>
                  </a:lnTo>
                  <a:lnTo>
                    <a:pt x="255628" y="222867"/>
                  </a:lnTo>
                  <a:lnTo>
                    <a:pt x="256086" y="223030"/>
                  </a:lnTo>
                  <a:lnTo>
                    <a:pt x="256046" y="223425"/>
                  </a:lnTo>
                  <a:lnTo>
                    <a:pt x="255919" y="223744"/>
                  </a:lnTo>
                  <a:lnTo>
                    <a:pt x="255625" y="224133"/>
                  </a:lnTo>
                  <a:lnTo>
                    <a:pt x="255434" y="224330"/>
                  </a:lnTo>
                  <a:lnTo>
                    <a:pt x="255412" y="224497"/>
                  </a:lnTo>
                  <a:lnTo>
                    <a:pt x="255194" y="224789"/>
                  </a:lnTo>
                  <a:lnTo>
                    <a:pt x="255249" y="225039"/>
                  </a:lnTo>
                  <a:lnTo>
                    <a:pt x="255342" y="225425"/>
                  </a:lnTo>
                  <a:lnTo>
                    <a:pt x="255479" y="225981"/>
                  </a:lnTo>
                  <a:lnTo>
                    <a:pt x="255396" y="226136"/>
                  </a:lnTo>
                  <a:lnTo>
                    <a:pt x="255747" y="226200"/>
                  </a:lnTo>
                  <a:lnTo>
                    <a:pt x="256293" y="226761"/>
                  </a:lnTo>
                  <a:lnTo>
                    <a:pt x="256540" y="227147"/>
                  </a:lnTo>
                  <a:lnTo>
                    <a:pt x="256390" y="227693"/>
                  </a:lnTo>
                  <a:lnTo>
                    <a:pt x="256897" y="227868"/>
                  </a:lnTo>
                  <a:lnTo>
                    <a:pt x="257327" y="227668"/>
                  </a:lnTo>
                  <a:lnTo>
                    <a:pt x="257863" y="227100"/>
                  </a:lnTo>
                  <a:lnTo>
                    <a:pt x="258062" y="226896"/>
                  </a:lnTo>
                  <a:lnTo>
                    <a:pt x="258656" y="227121"/>
                  </a:lnTo>
                  <a:lnTo>
                    <a:pt x="258797" y="227157"/>
                  </a:lnTo>
                  <a:lnTo>
                    <a:pt x="258996" y="227204"/>
                  </a:lnTo>
                  <a:lnTo>
                    <a:pt x="259221" y="227373"/>
                  </a:lnTo>
                  <a:lnTo>
                    <a:pt x="259192" y="227520"/>
                  </a:lnTo>
                  <a:lnTo>
                    <a:pt x="259066" y="227715"/>
                  </a:lnTo>
                  <a:lnTo>
                    <a:pt x="258839" y="228012"/>
                  </a:lnTo>
                  <a:lnTo>
                    <a:pt x="258765" y="228357"/>
                  </a:lnTo>
                  <a:lnTo>
                    <a:pt x="259657" y="227695"/>
                  </a:lnTo>
                  <a:lnTo>
                    <a:pt x="259861" y="227756"/>
                  </a:lnTo>
                  <a:lnTo>
                    <a:pt x="260044" y="227899"/>
                  </a:lnTo>
                  <a:lnTo>
                    <a:pt x="260354" y="227982"/>
                  </a:lnTo>
                  <a:lnTo>
                    <a:pt x="260601" y="228185"/>
                  </a:lnTo>
                  <a:lnTo>
                    <a:pt x="260433" y="228228"/>
                  </a:lnTo>
                  <a:lnTo>
                    <a:pt x="260215" y="228305"/>
                  </a:lnTo>
                  <a:lnTo>
                    <a:pt x="259807" y="228608"/>
                  </a:lnTo>
                  <a:lnTo>
                    <a:pt x="259561" y="228967"/>
                  </a:lnTo>
                  <a:lnTo>
                    <a:pt x="259537" y="229236"/>
                  </a:lnTo>
                  <a:lnTo>
                    <a:pt x="259133" y="230142"/>
                  </a:lnTo>
                  <a:lnTo>
                    <a:pt x="259130" y="230456"/>
                  </a:lnTo>
                  <a:lnTo>
                    <a:pt x="258758" y="230827"/>
                  </a:lnTo>
                  <a:lnTo>
                    <a:pt x="258513" y="231074"/>
                  </a:lnTo>
                  <a:lnTo>
                    <a:pt x="258343" y="231707"/>
                  </a:lnTo>
                  <a:lnTo>
                    <a:pt x="258277" y="232260"/>
                  </a:lnTo>
                  <a:lnTo>
                    <a:pt x="258374" y="232498"/>
                  </a:lnTo>
                  <a:lnTo>
                    <a:pt x="258404" y="232664"/>
                  </a:lnTo>
                  <a:lnTo>
                    <a:pt x="258548" y="233122"/>
                  </a:lnTo>
                  <a:lnTo>
                    <a:pt x="258477" y="233254"/>
                  </a:lnTo>
                  <a:lnTo>
                    <a:pt x="258073" y="233612"/>
                  </a:lnTo>
                  <a:lnTo>
                    <a:pt x="258231" y="233957"/>
                  </a:lnTo>
                  <a:lnTo>
                    <a:pt x="258312" y="234199"/>
                  </a:lnTo>
                  <a:lnTo>
                    <a:pt x="258193" y="234461"/>
                  </a:lnTo>
                  <a:lnTo>
                    <a:pt x="257827" y="234923"/>
                  </a:lnTo>
                  <a:lnTo>
                    <a:pt x="257802" y="235148"/>
                  </a:lnTo>
                  <a:lnTo>
                    <a:pt x="257791" y="235368"/>
                  </a:lnTo>
                  <a:lnTo>
                    <a:pt x="257673" y="235648"/>
                  </a:lnTo>
                  <a:lnTo>
                    <a:pt x="257141" y="236198"/>
                  </a:lnTo>
                  <a:lnTo>
                    <a:pt x="257051" y="236542"/>
                  </a:lnTo>
                  <a:lnTo>
                    <a:pt x="257148" y="236759"/>
                  </a:lnTo>
                  <a:lnTo>
                    <a:pt x="257155" y="236987"/>
                  </a:lnTo>
                  <a:lnTo>
                    <a:pt x="256954" y="237207"/>
                  </a:lnTo>
                  <a:lnTo>
                    <a:pt x="256778" y="237335"/>
                  </a:lnTo>
                  <a:lnTo>
                    <a:pt x="256717" y="237988"/>
                  </a:lnTo>
                  <a:lnTo>
                    <a:pt x="256740" y="238140"/>
                  </a:lnTo>
                  <a:lnTo>
                    <a:pt x="256506" y="238802"/>
                  </a:lnTo>
                  <a:lnTo>
                    <a:pt x="256503" y="238980"/>
                  </a:lnTo>
                  <a:lnTo>
                    <a:pt x="256517" y="239729"/>
                  </a:lnTo>
                  <a:lnTo>
                    <a:pt x="257023" y="239220"/>
                  </a:lnTo>
                  <a:lnTo>
                    <a:pt x="257313" y="239180"/>
                  </a:lnTo>
                  <a:lnTo>
                    <a:pt x="257587" y="239139"/>
                  </a:lnTo>
                  <a:lnTo>
                    <a:pt x="257796" y="238725"/>
                  </a:lnTo>
                  <a:lnTo>
                    <a:pt x="257802" y="238585"/>
                  </a:lnTo>
                  <a:lnTo>
                    <a:pt x="257895" y="238367"/>
                  </a:lnTo>
                  <a:lnTo>
                    <a:pt x="258138" y="238042"/>
                  </a:lnTo>
                  <a:lnTo>
                    <a:pt x="258497" y="238150"/>
                  </a:lnTo>
                  <a:lnTo>
                    <a:pt x="258769" y="238464"/>
                  </a:lnTo>
                  <a:lnTo>
                    <a:pt x="259002" y="238533"/>
                  </a:lnTo>
                  <a:lnTo>
                    <a:pt x="259126" y="238669"/>
                  </a:lnTo>
                  <a:lnTo>
                    <a:pt x="259285" y="238753"/>
                  </a:lnTo>
                  <a:lnTo>
                    <a:pt x="259528" y="238908"/>
                  </a:lnTo>
                  <a:lnTo>
                    <a:pt x="259943" y="239565"/>
                  </a:lnTo>
                  <a:lnTo>
                    <a:pt x="259831" y="239713"/>
                  </a:lnTo>
                  <a:lnTo>
                    <a:pt x="259535" y="240250"/>
                  </a:lnTo>
                  <a:lnTo>
                    <a:pt x="259335" y="240535"/>
                  </a:lnTo>
                  <a:lnTo>
                    <a:pt x="259215" y="240818"/>
                  </a:lnTo>
                  <a:lnTo>
                    <a:pt x="258416" y="240788"/>
                  </a:lnTo>
                  <a:lnTo>
                    <a:pt x="258127" y="240987"/>
                  </a:lnTo>
                  <a:lnTo>
                    <a:pt x="257852" y="241342"/>
                  </a:lnTo>
                  <a:lnTo>
                    <a:pt x="257532" y="242014"/>
                  </a:lnTo>
                  <a:lnTo>
                    <a:pt x="257183" y="242650"/>
                  </a:lnTo>
                  <a:lnTo>
                    <a:pt x="256799" y="242707"/>
                  </a:lnTo>
                  <a:lnTo>
                    <a:pt x="256586" y="243268"/>
                  </a:lnTo>
                  <a:lnTo>
                    <a:pt x="256872" y="243873"/>
                  </a:lnTo>
                  <a:lnTo>
                    <a:pt x="257059" y="244276"/>
                  </a:lnTo>
                  <a:lnTo>
                    <a:pt x="257216" y="244979"/>
                  </a:lnTo>
                  <a:lnTo>
                    <a:pt x="257109" y="245358"/>
                  </a:lnTo>
                  <a:lnTo>
                    <a:pt x="257368" y="246120"/>
                  </a:lnTo>
                  <a:lnTo>
                    <a:pt x="257299" y="246679"/>
                  </a:lnTo>
                  <a:lnTo>
                    <a:pt x="257318" y="247151"/>
                  </a:lnTo>
                  <a:lnTo>
                    <a:pt x="257511" y="247247"/>
                  </a:lnTo>
                  <a:lnTo>
                    <a:pt x="257851" y="247530"/>
                  </a:lnTo>
                  <a:lnTo>
                    <a:pt x="257977" y="247726"/>
                  </a:lnTo>
                  <a:lnTo>
                    <a:pt x="257650" y="247796"/>
                  </a:lnTo>
                  <a:lnTo>
                    <a:pt x="257522" y="248009"/>
                  </a:lnTo>
                  <a:lnTo>
                    <a:pt x="257915" y="248271"/>
                  </a:lnTo>
                  <a:lnTo>
                    <a:pt x="258182" y="248488"/>
                  </a:lnTo>
                  <a:lnTo>
                    <a:pt x="258387" y="248594"/>
                  </a:lnTo>
                  <a:lnTo>
                    <a:pt x="258634" y="248818"/>
                  </a:lnTo>
                  <a:lnTo>
                    <a:pt x="258445" y="249060"/>
                  </a:lnTo>
                  <a:lnTo>
                    <a:pt x="258361" y="249267"/>
                  </a:lnTo>
                  <a:lnTo>
                    <a:pt x="258303" y="249430"/>
                  </a:lnTo>
                  <a:lnTo>
                    <a:pt x="258249" y="249887"/>
                  </a:lnTo>
                  <a:lnTo>
                    <a:pt x="258391" y="250122"/>
                  </a:lnTo>
                  <a:lnTo>
                    <a:pt x="258364" y="250405"/>
                  </a:lnTo>
                  <a:lnTo>
                    <a:pt x="258134" y="250951"/>
                  </a:lnTo>
                  <a:lnTo>
                    <a:pt x="257952" y="251259"/>
                  </a:lnTo>
                  <a:lnTo>
                    <a:pt x="257894" y="251724"/>
                  </a:lnTo>
                  <a:lnTo>
                    <a:pt x="258125" y="252099"/>
                  </a:lnTo>
                  <a:lnTo>
                    <a:pt x="258447" y="252108"/>
                  </a:lnTo>
                  <a:lnTo>
                    <a:pt x="258746" y="252149"/>
                  </a:lnTo>
                  <a:lnTo>
                    <a:pt x="259232" y="252968"/>
                  </a:lnTo>
                  <a:lnTo>
                    <a:pt x="259236" y="253187"/>
                  </a:lnTo>
                  <a:lnTo>
                    <a:pt x="259512" y="254222"/>
                  </a:lnTo>
                  <a:lnTo>
                    <a:pt x="259323" y="254306"/>
                  </a:lnTo>
                  <a:lnTo>
                    <a:pt x="259547" y="254477"/>
                  </a:lnTo>
                  <a:lnTo>
                    <a:pt x="260034" y="254402"/>
                  </a:lnTo>
                  <a:lnTo>
                    <a:pt x="260453" y="254597"/>
                  </a:lnTo>
                  <a:lnTo>
                    <a:pt x="261155" y="254453"/>
                  </a:lnTo>
                  <a:lnTo>
                    <a:pt x="261628" y="254685"/>
                  </a:lnTo>
                  <a:lnTo>
                    <a:pt x="261636" y="255043"/>
                  </a:lnTo>
                  <a:lnTo>
                    <a:pt x="261975" y="255479"/>
                  </a:lnTo>
                  <a:lnTo>
                    <a:pt x="262385" y="255677"/>
                  </a:lnTo>
                  <a:lnTo>
                    <a:pt x="263256" y="256031"/>
                  </a:lnTo>
                  <a:lnTo>
                    <a:pt x="263765" y="256536"/>
                  </a:lnTo>
                  <a:lnTo>
                    <a:pt x="263675" y="256789"/>
                  </a:lnTo>
                  <a:lnTo>
                    <a:pt x="263405" y="257091"/>
                  </a:lnTo>
                  <a:lnTo>
                    <a:pt x="263354" y="257661"/>
                  </a:lnTo>
                  <a:lnTo>
                    <a:pt x="263515" y="258062"/>
                  </a:lnTo>
                  <a:lnTo>
                    <a:pt x="263743" y="258371"/>
                  </a:lnTo>
                  <a:lnTo>
                    <a:pt x="264061" y="258757"/>
                  </a:lnTo>
                  <a:lnTo>
                    <a:pt x="263838" y="259569"/>
                  </a:lnTo>
                  <a:lnTo>
                    <a:pt x="263697" y="260192"/>
                  </a:lnTo>
                  <a:lnTo>
                    <a:pt x="263329" y="260551"/>
                  </a:lnTo>
                  <a:lnTo>
                    <a:pt x="263070" y="261149"/>
                  </a:lnTo>
                  <a:lnTo>
                    <a:pt x="263257" y="261819"/>
                  </a:lnTo>
                  <a:lnTo>
                    <a:pt x="263464" y="262232"/>
                  </a:lnTo>
                  <a:lnTo>
                    <a:pt x="263084" y="262437"/>
                  </a:lnTo>
                  <a:lnTo>
                    <a:pt x="262583" y="262386"/>
                  </a:lnTo>
                  <a:lnTo>
                    <a:pt x="262191" y="262985"/>
                  </a:lnTo>
                  <a:lnTo>
                    <a:pt x="261443" y="262674"/>
                  </a:lnTo>
                  <a:lnTo>
                    <a:pt x="260865" y="263029"/>
                  </a:lnTo>
                  <a:lnTo>
                    <a:pt x="259913" y="263654"/>
                  </a:lnTo>
                  <a:lnTo>
                    <a:pt x="259660" y="263865"/>
                  </a:lnTo>
                  <a:lnTo>
                    <a:pt x="259539" y="264067"/>
                  </a:lnTo>
                  <a:lnTo>
                    <a:pt x="259177" y="264468"/>
                  </a:lnTo>
                  <a:lnTo>
                    <a:pt x="258899" y="264688"/>
                  </a:lnTo>
                  <a:lnTo>
                    <a:pt x="258674" y="264820"/>
                  </a:lnTo>
                  <a:lnTo>
                    <a:pt x="258295" y="265451"/>
                  </a:lnTo>
                  <a:lnTo>
                    <a:pt x="258164" y="265602"/>
                  </a:lnTo>
                  <a:lnTo>
                    <a:pt x="257865" y="265665"/>
                  </a:lnTo>
                  <a:lnTo>
                    <a:pt x="257539" y="265734"/>
                  </a:lnTo>
                  <a:lnTo>
                    <a:pt x="257293" y="266115"/>
                  </a:lnTo>
                  <a:lnTo>
                    <a:pt x="256992" y="266351"/>
                  </a:lnTo>
                  <a:lnTo>
                    <a:pt x="256609" y="266282"/>
                  </a:lnTo>
                  <a:lnTo>
                    <a:pt x="256445" y="266527"/>
                  </a:lnTo>
                  <a:lnTo>
                    <a:pt x="256662" y="267047"/>
                  </a:lnTo>
                  <a:lnTo>
                    <a:pt x="256851" y="267536"/>
                  </a:lnTo>
                  <a:lnTo>
                    <a:pt x="256814" y="268093"/>
                  </a:lnTo>
                  <a:lnTo>
                    <a:pt x="256664" y="268212"/>
                  </a:lnTo>
                  <a:lnTo>
                    <a:pt x="256429" y="268940"/>
                  </a:lnTo>
                  <a:lnTo>
                    <a:pt x="256310" y="269195"/>
                  </a:lnTo>
                  <a:lnTo>
                    <a:pt x="255863" y="269104"/>
                  </a:lnTo>
                  <a:lnTo>
                    <a:pt x="255211" y="268893"/>
                  </a:lnTo>
                  <a:lnTo>
                    <a:pt x="254461" y="269316"/>
                  </a:lnTo>
                  <a:lnTo>
                    <a:pt x="254294" y="269188"/>
                  </a:lnTo>
                  <a:lnTo>
                    <a:pt x="254306" y="268568"/>
                  </a:lnTo>
                  <a:lnTo>
                    <a:pt x="253382" y="268506"/>
                  </a:lnTo>
                  <a:lnTo>
                    <a:pt x="253163" y="267714"/>
                  </a:lnTo>
                  <a:lnTo>
                    <a:pt x="252616" y="267892"/>
                  </a:lnTo>
                  <a:lnTo>
                    <a:pt x="252343" y="268137"/>
                  </a:lnTo>
                  <a:lnTo>
                    <a:pt x="251811" y="268584"/>
                  </a:lnTo>
                  <a:lnTo>
                    <a:pt x="251645" y="268621"/>
                  </a:lnTo>
                  <a:lnTo>
                    <a:pt x="251358" y="268728"/>
                  </a:lnTo>
                  <a:lnTo>
                    <a:pt x="250890" y="269294"/>
                  </a:lnTo>
                  <a:lnTo>
                    <a:pt x="250669" y="269516"/>
                  </a:lnTo>
                  <a:lnTo>
                    <a:pt x="250305" y="269439"/>
                  </a:lnTo>
                  <a:lnTo>
                    <a:pt x="250572" y="269032"/>
                  </a:lnTo>
                  <a:lnTo>
                    <a:pt x="250650" y="268858"/>
                  </a:lnTo>
                  <a:lnTo>
                    <a:pt x="250639" y="268729"/>
                  </a:lnTo>
                  <a:lnTo>
                    <a:pt x="250653" y="268555"/>
                  </a:lnTo>
                  <a:lnTo>
                    <a:pt x="250236" y="267942"/>
                  </a:lnTo>
                  <a:lnTo>
                    <a:pt x="249986" y="267822"/>
                  </a:lnTo>
                  <a:lnTo>
                    <a:pt x="249722" y="268019"/>
                  </a:lnTo>
                  <a:lnTo>
                    <a:pt x="249494" y="268368"/>
                  </a:lnTo>
                  <a:lnTo>
                    <a:pt x="249340" y="268595"/>
                  </a:lnTo>
                  <a:lnTo>
                    <a:pt x="248997" y="268871"/>
                  </a:lnTo>
                  <a:lnTo>
                    <a:pt x="248625" y="269001"/>
                  </a:lnTo>
                  <a:lnTo>
                    <a:pt x="248384" y="269296"/>
                  </a:lnTo>
                  <a:lnTo>
                    <a:pt x="249154" y="269263"/>
                  </a:lnTo>
                  <a:lnTo>
                    <a:pt x="249203" y="269132"/>
                  </a:lnTo>
                  <a:lnTo>
                    <a:pt x="249626" y="268799"/>
                  </a:lnTo>
                  <a:lnTo>
                    <a:pt x="249875" y="269200"/>
                  </a:lnTo>
                  <a:lnTo>
                    <a:pt x="249691" y="269498"/>
                  </a:lnTo>
                  <a:lnTo>
                    <a:pt x="249063" y="270073"/>
                  </a:lnTo>
                  <a:lnTo>
                    <a:pt x="248719" y="270298"/>
                  </a:lnTo>
                  <a:lnTo>
                    <a:pt x="248929" y="270647"/>
                  </a:lnTo>
                  <a:lnTo>
                    <a:pt x="248792" y="271212"/>
                  </a:lnTo>
                  <a:lnTo>
                    <a:pt x="248632" y="271616"/>
                  </a:lnTo>
                  <a:lnTo>
                    <a:pt x="248849" y="271966"/>
                  </a:lnTo>
                  <a:lnTo>
                    <a:pt x="248138" y="272469"/>
                  </a:lnTo>
                  <a:lnTo>
                    <a:pt x="248036" y="272671"/>
                  </a:lnTo>
                  <a:lnTo>
                    <a:pt x="248056" y="272801"/>
                  </a:lnTo>
                  <a:lnTo>
                    <a:pt x="248113" y="272963"/>
                  </a:lnTo>
                  <a:lnTo>
                    <a:pt x="248218" y="273292"/>
                  </a:lnTo>
                  <a:lnTo>
                    <a:pt x="248050" y="273289"/>
                  </a:lnTo>
                  <a:lnTo>
                    <a:pt x="247738" y="273375"/>
                  </a:lnTo>
                  <a:lnTo>
                    <a:pt x="247493" y="273570"/>
                  </a:lnTo>
                  <a:lnTo>
                    <a:pt x="247247" y="273406"/>
                  </a:lnTo>
                  <a:lnTo>
                    <a:pt x="246914" y="273532"/>
                  </a:lnTo>
                  <a:lnTo>
                    <a:pt x="246828" y="273724"/>
                  </a:lnTo>
                  <a:lnTo>
                    <a:pt x="246644" y="273924"/>
                  </a:lnTo>
                  <a:lnTo>
                    <a:pt x="246293" y="273752"/>
                  </a:lnTo>
                  <a:lnTo>
                    <a:pt x="246182" y="273605"/>
                  </a:lnTo>
                  <a:lnTo>
                    <a:pt x="245924" y="273298"/>
                  </a:lnTo>
                  <a:lnTo>
                    <a:pt x="245733" y="273410"/>
                  </a:lnTo>
                  <a:lnTo>
                    <a:pt x="245850" y="273776"/>
                  </a:lnTo>
                  <a:lnTo>
                    <a:pt x="246024" y="274462"/>
                  </a:lnTo>
                  <a:lnTo>
                    <a:pt x="246123" y="274750"/>
                  </a:lnTo>
                  <a:lnTo>
                    <a:pt x="245929" y="275302"/>
                  </a:lnTo>
                  <a:lnTo>
                    <a:pt x="245792" y="275393"/>
                  </a:lnTo>
                  <a:lnTo>
                    <a:pt x="245738" y="275614"/>
                  </a:lnTo>
                  <a:lnTo>
                    <a:pt x="245480" y="276196"/>
                  </a:lnTo>
                  <a:lnTo>
                    <a:pt x="245057" y="276033"/>
                  </a:lnTo>
                  <a:lnTo>
                    <a:pt x="244724" y="275998"/>
                  </a:lnTo>
                  <a:lnTo>
                    <a:pt x="244155" y="276520"/>
                  </a:lnTo>
                  <a:lnTo>
                    <a:pt x="243564" y="276586"/>
                  </a:lnTo>
                  <a:lnTo>
                    <a:pt x="243062" y="276608"/>
                  </a:lnTo>
                  <a:lnTo>
                    <a:pt x="243148" y="276991"/>
                  </a:lnTo>
                  <a:lnTo>
                    <a:pt x="242091" y="278190"/>
                  </a:lnTo>
                  <a:lnTo>
                    <a:pt x="241732" y="278212"/>
                  </a:lnTo>
                  <a:lnTo>
                    <a:pt x="241511" y="278617"/>
                  </a:lnTo>
                  <a:lnTo>
                    <a:pt x="241315" y="278794"/>
                  </a:lnTo>
                  <a:lnTo>
                    <a:pt x="240933" y="278897"/>
                  </a:lnTo>
                  <a:lnTo>
                    <a:pt x="240604" y="278945"/>
                  </a:lnTo>
                  <a:lnTo>
                    <a:pt x="239763" y="279450"/>
                  </a:lnTo>
                  <a:lnTo>
                    <a:pt x="239821" y="279724"/>
                  </a:lnTo>
                  <a:lnTo>
                    <a:pt x="240165" y="279867"/>
                  </a:lnTo>
                  <a:lnTo>
                    <a:pt x="240458" y="279928"/>
                  </a:lnTo>
                  <a:lnTo>
                    <a:pt x="240449" y="280443"/>
                  </a:lnTo>
                  <a:lnTo>
                    <a:pt x="240686" y="280873"/>
                  </a:lnTo>
                  <a:lnTo>
                    <a:pt x="240620" y="281830"/>
                  </a:lnTo>
                  <a:lnTo>
                    <a:pt x="240232" y="281917"/>
                  </a:lnTo>
                  <a:lnTo>
                    <a:pt x="239603" y="283149"/>
                  </a:lnTo>
                  <a:lnTo>
                    <a:pt x="239349" y="283325"/>
                  </a:lnTo>
                  <a:lnTo>
                    <a:pt x="238981" y="283662"/>
                  </a:lnTo>
                  <a:lnTo>
                    <a:pt x="238995" y="283792"/>
                  </a:lnTo>
                  <a:lnTo>
                    <a:pt x="239000" y="283957"/>
                  </a:lnTo>
                  <a:lnTo>
                    <a:pt x="238879" y="284322"/>
                  </a:lnTo>
                  <a:lnTo>
                    <a:pt x="238529" y="284205"/>
                  </a:lnTo>
                  <a:lnTo>
                    <a:pt x="238179" y="283989"/>
                  </a:lnTo>
                  <a:lnTo>
                    <a:pt x="237824" y="284056"/>
                  </a:lnTo>
                  <a:lnTo>
                    <a:pt x="237599" y="284429"/>
                  </a:lnTo>
                  <a:lnTo>
                    <a:pt x="237574" y="284558"/>
                  </a:lnTo>
                  <a:lnTo>
                    <a:pt x="237209" y="284811"/>
                  </a:lnTo>
                  <a:lnTo>
                    <a:pt x="236720" y="285105"/>
                  </a:lnTo>
                  <a:lnTo>
                    <a:pt x="236484" y="285241"/>
                  </a:lnTo>
                  <a:lnTo>
                    <a:pt x="236329" y="285277"/>
                  </a:lnTo>
                  <a:lnTo>
                    <a:pt x="236027" y="285166"/>
                  </a:lnTo>
                  <a:lnTo>
                    <a:pt x="235828" y="284956"/>
                  </a:lnTo>
                  <a:lnTo>
                    <a:pt x="235652" y="284869"/>
                  </a:lnTo>
                  <a:lnTo>
                    <a:pt x="234864" y="285575"/>
                  </a:lnTo>
                  <a:lnTo>
                    <a:pt x="235413" y="285768"/>
                  </a:lnTo>
                  <a:lnTo>
                    <a:pt x="235618" y="285962"/>
                  </a:lnTo>
                  <a:lnTo>
                    <a:pt x="236021" y="286358"/>
                  </a:lnTo>
                  <a:lnTo>
                    <a:pt x="236391" y="286697"/>
                  </a:lnTo>
                  <a:lnTo>
                    <a:pt x="237159" y="286767"/>
                  </a:lnTo>
                  <a:lnTo>
                    <a:pt x="237128" y="287200"/>
                  </a:lnTo>
                  <a:lnTo>
                    <a:pt x="237230" y="287588"/>
                  </a:lnTo>
                  <a:lnTo>
                    <a:pt x="237352" y="287772"/>
                  </a:lnTo>
                  <a:lnTo>
                    <a:pt x="237847" y="288073"/>
                  </a:lnTo>
                  <a:lnTo>
                    <a:pt x="238211" y="288195"/>
                  </a:lnTo>
                  <a:lnTo>
                    <a:pt x="238442" y="288507"/>
                  </a:lnTo>
                  <a:lnTo>
                    <a:pt x="238518" y="288740"/>
                  </a:lnTo>
                  <a:lnTo>
                    <a:pt x="238570" y="288977"/>
                  </a:lnTo>
                  <a:lnTo>
                    <a:pt x="238525" y="289196"/>
                  </a:lnTo>
                  <a:lnTo>
                    <a:pt x="238239" y="289532"/>
                  </a:lnTo>
                  <a:lnTo>
                    <a:pt x="238500" y="289708"/>
                  </a:lnTo>
                  <a:lnTo>
                    <a:pt x="238928" y="289485"/>
                  </a:lnTo>
                  <a:lnTo>
                    <a:pt x="239249" y="289134"/>
                  </a:lnTo>
                  <a:lnTo>
                    <a:pt x="239381" y="288939"/>
                  </a:lnTo>
                  <a:lnTo>
                    <a:pt x="239608" y="288703"/>
                  </a:lnTo>
                  <a:lnTo>
                    <a:pt x="239757" y="288783"/>
                  </a:lnTo>
                  <a:lnTo>
                    <a:pt x="240103" y="288312"/>
                  </a:lnTo>
                  <a:lnTo>
                    <a:pt x="240383" y="288160"/>
                  </a:lnTo>
                  <a:lnTo>
                    <a:pt x="240429" y="288342"/>
                  </a:lnTo>
                  <a:lnTo>
                    <a:pt x="240431" y="288797"/>
                  </a:lnTo>
                  <a:lnTo>
                    <a:pt x="240544" y="289161"/>
                  </a:lnTo>
                  <a:lnTo>
                    <a:pt x="241502" y="288822"/>
                  </a:lnTo>
                  <a:lnTo>
                    <a:pt x="241773" y="288601"/>
                  </a:lnTo>
                  <a:lnTo>
                    <a:pt x="241287" y="287645"/>
                  </a:lnTo>
                  <a:lnTo>
                    <a:pt x="241320" y="287240"/>
                  </a:lnTo>
                  <a:lnTo>
                    <a:pt x="241876" y="287168"/>
                  </a:lnTo>
                  <a:lnTo>
                    <a:pt x="242147" y="287210"/>
                  </a:lnTo>
                  <a:lnTo>
                    <a:pt x="242345" y="287135"/>
                  </a:lnTo>
                  <a:lnTo>
                    <a:pt x="242721" y="286700"/>
                  </a:lnTo>
                  <a:lnTo>
                    <a:pt x="242902" y="286436"/>
                  </a:lnTo>
                  <a:lnTo>
                    <a:pt x="243196" y="286146"/>
                  </a:lnTo>
                  <a:lnTo>
                    <a:pt x="243552" y="285964"/>
                  </a:lnTo>
                  <a:lnTo>
                    <a:pt x="244075" y="285884"/>
                  </a:lnTo>
                  <a:lnTo>
                    <a:pt x="244243" y="285611"/>
                  </a:lnTo>
                  <a:lnTo>
                    <a:pt x="244369" y="285293"/>
                  </a:lnTo>
                  <a:lnTo>
                    <a:pt x="244813" y="284659"/>
                  </a:lnTo>
                  <a:lnTo>
                    <a:pt x="245336" y="284889"/>
                  </a:lnTo>
                  <a:lnTo>
                    <a:pt x="245768" y="284939"/>
                  </a:lnTo>
                  <a:lnTo>
                    <a:pt x="246007" y="284869"/>
                  </a:lnTo>
                  <a:lnTo>
                    <a:pt x="246088" y="284676"/>
                  </a:lnTo>
                  <a:lnTo>
                    <a:pt x="246337" y="284376"/>
                  </a:lnTo>
                  <a:lnTo>
                    <a:pt x="247164" y="283994"/>
                  </a:lnTo>
                  <a:lnTo>
                    <a:pt x="247586" y="283864"/>
                  </a:lnTo>
                  <a:lnTo>
                    <a:pt x="247750" y="283888"/>
                  </a:lnTo>
                  <a:lnTo>
                    <a:pt x="248561" y="283621"/>
                  </a:lnTo>
                  <a:lnTo>
                    <a:pt x="249101" y="283560"/>
                  </a:lnTo>
                  <a:lnTo>
                    <a:pt x="249494" y="283810"/>
                  </a:lnTo>
                  <a:lnTo>
                    <a:pt x="249374" y="284160"/>
                  </a:lnTo>
                  <a:lnTo>
                    <a:pt x="249128" y="284350"/>
                  </a:lnTo>
                  <a:lnTo>
                    <a:pt x="248716" y="284671"/>
                  </a:lnTo>
                  <a:lnTo>
                    <a:pt x="248394" y="285140"/>
                  </a:lnTo>
                  <a:lnTo>
                    <a:pt x="248142" y="286019"/>
                  </a:lnTo>
                  <a:lnTo>
                    <a:pt x="248323" y="286267"/>
                  </a:lnTo>
                  <a:lnTo>
                    <a:pt x="249392" y="286148"/>
                  </a:lnTo>
                  <a:lnTo>
                    <a:pt x="249756" y="286127"/>
                  </a:lnTo>
                  <a:lnTo>
                    <a:pt x="250333" y="286126"/>
                  </a:lnTo>
                  <a:lnTo>
                    <a:pt x="250443" y="286305"/>
                  </a:lnTo>
                  <a:lnTo>
                    <a:pt x="250780" y="286456"/>
                  </a:lnTo>
                  <a:lnTo>
                    <a:pt x="250881" y="286250"/>
                  </a:lnTo>
                  <a:lnTo>
                    <a:pt x="251067" y="285811"/>
                  </a:lnTo>
                  <a:lnTo>
                    <a:pt x="251464" y="285597"/>
                  </a:lnTo>
                  <a:lnTo>
                    <a:pt x="251790" y="285649"/>
                  </a:lnTo>
                  <a:lnTo>
                    <a:pt x="252136" y="285411"/>
                  </a:lnTo>
                  <a:lnTo>
                    <a:pt x="252325" y="285244"/>
                  </a:lnTo>
                  <a:lnTo>
                    <a:pt x="252515" y="285019"/>
                  </a:lnTo>
                  <a:lnTo>
                    <a:pt x="252804" y="284548"/>
                  </a:lnTo>
                  <a:lnTo>
                    <a:pt x="252887" y="284100"/>
                  </a:lnTo>
                  <a:lnTo>
                    <a:pt x="253310" y="283638"/>
                  </a:lnTo>
                  <a:lnTo>
                    <a:pt x="253377" y="283490"/>
                  </a:lnTo>
                  <a:lnTo>
                    <a:pt x="253443" y="283348"/>
                  </a:lnTo>
                  <a:lnTo>
                    <a:pt x="253660" y="283137"/>
                  </a:lnTo>
                  <a:lnTo>
                    <a:pt x="253899" y="282946"/>
                  </a:lnTo>
                  <a:lnTo>
                    <a:pt x="254107" y="282375"/>
                  </a:lnTo>
                  <a:lnTo>
                    <a:pt x="254469" y="282243"/>
                  </a:lnTo>
                  <a:lnTo>
                    <a:pt x="254725" y="282458"/>
                  </a:lnTo>
                  <a:lnTo>
                    <a:pt x="254671" y="282946"/>
                  </a:lnTo>
                  <a:lnTo>
                    <a:pt x="254803" y="283171"/>
                  </a:lnTo>
                  <a:lnTo>
                    <a:pt x="255034" y="283464"/>
                  </a:lnTo>
                  <a:lnTo>
                    <a:pt x="255736" y="283237"/>
                  </a:lnTo>
                  <a:lnTo>
                    <a:pt x="256033" y="283195"/>
                  </a:lnTo>
                  <a:lnTo>
                    <a:pt x="256283" y="283195"/>
                  </a:lnTo>
                  <a:lnTo>
                    <a:pt x="256813" y="282885"/>
                  </a:lnTo>
                  <a:lnTo>
                    <a:pt x="257224" y="282986"/>
                  </a:lnTo>
                  <a:lnTo>
                    <a:pt x="257531" y="283022"/>
                  </a:lnTo>
                  <a:lnTo>
                    <a:pt x="257825" y="282999"/>
                  </a:lnTo>
                  <a:lnTo>
                    <a:pt x="258033" y="282590"/>
                  </a:lnTo>
                  <a:lnTo>
                    <a:pt x="258041" y="282329"/>
                  </a:lnTo>
                  <a:lnTo>
                    <a:pt x="259156" y="282234"/>
                  </a:lnTo>
                  <a:lnTo>
                    <a:pt x="259348" y="282363"/>
                  </a:lnTo>
                  <a:lnTo>
                    <a:pt x="259932" y="282068"/>
                  </a:lnTo>
                  <a:lnTo>
                    <a:pt x="260256" y="282638"/>
                  </a:lnTo>
                  <a:lnTo>
                    <a:pt x="260598" y="282400"/>
                  </a:lnTo>
                  <a:lnTo>
                    <a:pt x="260822" y="282178"/>
                  </a:lnTo>
                  <a:lnTo>
                    <a:pt x="261120" y="282191"/>
                  </a:lnTo>
                  <a:lnTo>
                    <a:pt x="261563" y="282205"/>
                  </a:lnTo>
                  <a:lnTo>
                    <a:pt x="261595" y="282522"/>
                  </a:lnTo>
                  <a:lnTo>
                    <a:pt x="262175" y="283576"/>
                  </a:lnTo>
                  <a:lnTo>
                    <a:pt x="262570" y="283591"/>
                  </a:lnTo>
                  <a:lnTo>
                    <a:pt x="262884" y="283505"/>
                  </a:lnTo>
                  <a:lnTo>
                    <a:pt x="264029" y="283322"/>
                  </a:lnTo>
                  <a:lnTo>
                    <a:pt x="263820" y="283985"/>
                  </a:lnTo>
                  <a:lnTo>
                    <a:pt x="263548" y="284220"/>
                  </a:lnTo>
                  <a:lnTo>
                    <a:pt x="263337" y="284971"/>
                  </a:lnTo>
                  <a:lnTo>
                    <a:pt x="263299" y="285484"/>
                  </a:lnTo>
                  <a:lnTo>
                    <a:pt x="263421" y="285669"/>
                  </a:lnTo>
                  <a:lnTo>
                    <a:pt x="263710" y="285657"/>
                  </a:lnTo>
                  <a:lnTo>
                    <a:pt x="264330" y="285728"/>
                  </a:lnTo>
                  <a:lnTo>
                    <a:pt x="264205" y="286241"/>
                  </a:lnTo>
                  <a:lnTo>
                    <a:pt x="263906" y="286163"/>
                  </a:lnTo>
                  <a:lnTo>
                    <a:pt x="263745" y="286151"/>
                  </a:lnTo>
                  <a:lnTo>
                    <a:pt x="263406" y="286191"/>
                  </a:lnTo>
                  <a:lnTo>
                    <a:pt x="263219" y="286420"/>
                  </a:lnTo>
                  <a:lnTo>
                    <a:pt x="263450" y="286460"/>
                  </a:lnTo>
                  <a:lnTo>
                    <a:pt x="263846" y="286571"/>
                  </a:lnTo>
                  <a:lnTo>
                    <a:pt x="264086" y="286659"/>
                  </a:lnTo>
                  <a:lnTo>
                    <a:pt x="264340" y="286844"/>
                  </a:lnTo>
                  <a:lnTo>
                    <a:pt x="264669" y="286949"/>
                  </a:lnTo>
                  <a:lnTo>
                    <a:pt x="264843" y="286533"/>
                  </a:lnTo>
                  <a:lnTo>
                    <a:pt x="264713" y="286430"/>
                  </a:lnTo>
                  <a:lnTo>
                    <a:pt x="264668" y="285927"/>
                  </a:lnTo>
                  <a:lnTo>
                    <a:pt x="264700" y="285746"/>
                  </a:lnTo>
                  <a:lnTo>
                    <a:pt x="264840" y="285769"/>
                  </a:lnTo>
                  <a:lnTo>
                    <a:pt x="265096" y="285752"/>
                  </a:lnTo>
                  <a:lnTo>
                    <a:pt x="266046" y="286346"/>
                  </a:lnTo>
                  <a:lnTo>
                    <a:pt x="265806" y="286585"/>
                  </a:lnTo>
                  <a:lnTo>
                    <a:pt x="265841" y="287297"/>
                  </a:lnTo>
                  <a:lnTo>
                    <a:pt x="266176" y="288360"/>
                  </a:lnTo>
                  <a:lnTo>
                    <a:pt x="266357" y="288500"/>
                  </a:lnTo>
                  <a:lnTo>
                    <a:pt x="266900" y="289020"/>
                  </a:lnTo>
                  <a:lnTo>
                    <a:pt x="266941" y="289654"/>
                  </a:lnTo>
                  <a:lnTo>
                    <a:pt x="266907" y="289849"/>
                  </a:lnTo>
                  <a:lnTo>
                    <a:pt x="266428" y="289957"/>
                  </a:lnTo>
                  <a:lnTo>
                    <a:pt x="266326" y="290185"/>
                  </a:lnTo>
                  <a:lnTo>
                    <a:pt x="266423" y="290750"/>
                  </a:lnTo>
                  <a:lnTo>
                    <a:pt x="266732" y="290808"/>
                  </a:lnTo>
                  <a:lnTo>
                    <a:pt x="267093" y="290764"/>
                  </a:lnTo>
                  <a:lnTo>
                    <a:pt x="267210" y="291137"/>
                  </a:lnTo>
                  <a:lnTo>
                    <a:pt x="267361" y="291508"/>
                  </a:lnTo>
                  <a:lnTo>
                    <a:pt x="267694" y="291985"/>
                  </a:lnTo>
                  <a:lnTo>
                    <a:pt x="267188" y="292335"/>
                  </a:lnTo>
                  <a:lnTo>
                    <a:pt x="266829" y="292473"/>
                  </a:lnTo>
                  <a:lnTo>
                    <a:pt x="266618" y="292803"/>
                  </a:lnTo>
                  <a:lnTo>
                    <a:pt x="266689" y="292999"/>
                  </a:lnTo>
                  <a:lnTo>
                    <a:pt x="266658" y="293258"/>
                  </a:lnTo>
                  <a:lnTo>
                    <a:pt x="265680" y="292930"/>
                  </a:lnTo>
                  <a:lnTo>
                    <a:pt x="265421" y="293032"/>
                  </a:lnTo>
                  <a:lnTo>
                    <a:pt x="264937" y="293385"/>
                  </a:lnTo>
                  <a:lnTo>
                    <a:pt x="264570" y="293842"/>
                  </a:lnTo>
                  <a:lnTo>
                    <a:pt x="263824" y="294080"/>
                  </a:lnTo>
                  <a:lnTo>
                    <a:pt x="263341" y="294418"/>
                  </a:lnTo>
                  <a:lnTo>
                    <a:pt x="262772" y="294883"/>
                  </a:lnTo>
                  <a:lnTo>
                    <a:pt x="262486" y="295037"/>
                  </a:lnTo>
                  <a:lnTo>
                    <a:pt x="262455" y="295392"/>
                  </a:lnTo>
                  <a:lnTo>
                    <a:pt x="262582" y="296371"/>
                  </a:lnTo>
                  <a:lnTo>
                    <a:pt x="262961" y="296362"/>
                  </a:lnTo>
                  <a:lnTo>
                    <a:pt x="263278" y="295882"/>
                  </a:lnTo>
                  <a:lnTo>
                    <a:pt x="263530" y="295518"/>
                  </a:lnTo>
                  <a:lnTo>
                    <a:pt x="263711" y="295357"/>
                  </a:lnTo>
                  <a:lnTo>
                    <a:pt x="263914" y="294817"/>
                  </a:lnTo>
                  <a:lnTo>
                    <a:pt x="263986" y="294666"/>
                  </a:lnTo>
                  <a:lnTo>
                    <a:pt x="264215" y="294519"/>
                  </a:lnTo>
                  <a:lnTo>
                    <a:pt x="264462" y="294559"/>
                  </a:lnTo>
                  <a:lnTo>
                    <a:pt x="264590" y="294983"/>
                  </a:lnTo>
                  <a:lnTo>
                    <a:pt x="264775" y="295215"/>
                  </a:lnTo>
                  <a:lnTo>
                    <a:pt x="265405" y="295277"/>
                  </a:lnTo>
                  <a:lnTo>
                    <a:pt x="265706" y="295397"/>
                  </a:lnTo>
                  <a:lnTo>
                    <a:pt x="265615" y="295937"/>
                  </a:lnTo>
                  <a:lnTo>
                    <a:pt x="265784" y="296508"/>
                  </a:lnTo>
                  <a:lnTo>
                    <a:pt x="265865" y="296835"/>
                  </a:lnTo>
                  <a:lnTo>
                    <a:pt x="265705" y="297251"/>
                  </a:lnTo>
                  <a:lnTo>
                    <a:pt x="265430" y="297554"/>
                  </a:lnTo>
                  <a:lnTo>
                    <a:pt x="265256" y="297723"/>
                  </a:lnTo>
                  <a:lnTo>
                    <a:pt x="265137" y="298078"/>
                  </a:lnTo>
                  <a:lnTo>
                    <a:pt x="265054" y="298632"/>
                  </a:lnTo>
                  <a:lnTo>
                    <a:pt x="265163" y="298870"/>
                  </a:lnTo>
                  <a:lnTo>
                    <a:pt x="265752" y="299437"/>
                  </a:lnTo>
                  <a:lnTo>
                    <a:pt x="266178" y="300211"/>
                  </a:lnTo>
                  <a:lnTo>
                    <a:pt x="265918" y="300524"/>
                  </a:lnTo>
                  <a:lnTo>
                    <a:pt x="265882" y="301238"/>
                  </a:lnTo>
                  <a:lnTo>
                    <a:pt x="265885" y="301806"/>
                  </a:lnTo>
                  <a:lnTo>
                    <a:pt x="265316" y="301691"/>
                  </a:lnTo>
                  <a:lnTo>
                    <a:pt x="265319" y="301372"/>
                  </a:lnTo>
                  <a:lnTo>
                    <a:pt x="265384" y="301218"/>
                  </a:lnTo>
                  <a:lnTo>
                    <a:pt x="265506" y="300880"/>
                  </a:lnTo>
                  <a:lnTo>
                    <a:pt x="264683" y="301232"/>
                  </a:lnTo>
                  <a:lnTo>
                    <a:pt x="264219" y="300886"/>
                  </a:lnTo>
                  <a:lnTo>
                    <a:pt x="263814" y="300813"/>
                  </a:lnTo>
                  <a:lnTo>
                    <a:pt x="263626" y="300883"/>
                  </a:lnTo>
                  <a:lnTo>
                    <a:pt x="263369" y="301207"/>
                  </a:lnTo>
                  <a:lnTo>
                    <a:pt x="263209" y="301189"/>
                  </a:lnTo>
                  <a:lnTo>
                    <a:pt x="262663" y="301222"/>
                  </a:lnTo>
                  <a:lnTo>
                    <a:pt x="262278" y="301791"/>
                  </a:lnTo>
                  <a:lnTo>
                    <a:pt x="262027" y="301833"/>
                  </a:lnTo>
                  <a:lnTo>
                    <a:pt x="261258" y="302239"/>
                  </a:lnTo>
                  <a:lnTo>
                    <a:pt x="261664" y="302572"/>
                  </a:lnTo>
                  <a:lnTo>
                    <a:pt x="261655" y="302989"/>
                  </a:lnTo>
                  <a:lnTo>
                    <a:pt x="261298" y="303159"/>
                  </a:lnTo>
                  <a:lnTo>
                    <a:pt x="261158" y="303132"/>
                  </a:lnTo>
                  <a:lnTo>
                    <a:pt x="260907" y="302878"/>
                  </a:lnTo>
                  <a:lnTo>
                    <a:pt x="260792" y="302709"/>
                  </a:lnTo>
                  <a:lnTo>
                    <a:pt x="260282" y="302711"/>
                  </a:lnTo>
                  <a:lnTo>
                    <a:pt x="260049" y="302813"/>
                  </a:lnTo>
                  <a:lnTo>
                    <a:pt x="260208" y="303041"/>
                  </a:lnTo>
                  <a:lnTo>
                    <a:pt x="260505" y="303439"/>
                  </a:lnTo>
                  <a:lnTo>
                    <a:pt x="260340" y="303546"/>
                  </a:lnTo>
                  <a:lnTo>
                    <a:pt x="259649" y="303921"/>
                  </a:lnTo>
                  <a:lnTo>
                    <a:pt x="259313" y="304006"/>
                  </a:lnTo>
                  <a:lnTo>
                    <a:pt x="258303" y="304133"/>
                  </a:lnTo>
                  <a:lnTo>
                    <a:pt x="257749" y="303933"/>
                  </a:lnTo>
                  <a:lnTo>
                    <a:pt x="257444" y="303801"/>
                  </a:lnTo>
                  <a:lnTo>
                    <a:pt x="257313" y="303737"/>
                  </a:lnTo>
                  <a:lnTo>
                    <a:pt x="256897" y="303702"/>
                  </a:lnTo>
                  <a:lnTo>
                    <a:pt x="256762" y="303989"/>
                  </a:lnTo>
                  <a:lnTo>
                    <a:pt x="256045" y="304149"/>
                  </a:lnTo>
                  <a:lnTo>
                    <a:pt x="256108" y="304557"/>
                  </a:lnTo>
                  <a:lnTo>
                    <a:pt x="256539" y="305139"/>
                  </a:lnTo>
                  <a:lnTo>
                    <a:pt x="256672" y="305496"/>
                  </a:lnTo>
                  <a:lnTo>
                    <a:pt x="256683" y="305722"/>
                  </a:lnTo>
                  <a:lnTo>
                    <a:pt x="256736" y="306012"/>
                  </a:lnTo>
                  <a:lnTo>
                    <a:pt x="257193" y="306151"/>
                  </a:lnTo>
                  <a:lnTo>
                    <a:pt x="257728" y="306294"/>
                  </a:lnTo>
                  <a:lnTo>
                    <a:pt x="258286" y="306688"/>
                  </a:lnTo>
                  <a:lnTo>
                    <a:pt x="258663" y="306421"/>
                  </a:lnTo>
                  <a:lnTo>
                    <a:pt x="259122" y="306721"/>
                  </a:lnTo>
                  <a:lnTo>
                    <a:pt x="259172" y="306966"/>
                  </a:lnTo>
                  <a:lnTo>
                    <a:pt x="259516" y="307239"/>
                  </a:lnTo>
                  <a:lnTo>
                    <a:pt x="259823" y="307885"/>
                  </a:lnTo>
                  <a:lnTo>
                    <a:pt x="260165" y="308517"/>
                  </a:lnTo>
                  <a:lnTo>
                    <a:pt x="260486" y="308932"/>
                  </a:lnTo>
                  <a:lnTo>
                    <a:pt x="260388" y="309308"/>
                  </a:lnTo>
                  <a:lnTo>
                    <a:pt x="260313" y="309684"/>
                  </a:lnTo>
                  <a:lnTo>
                    <a:pt x="260310" y="310391"/>
                  </a:lnTo>
                  <a:lnTo>
                    <a:pt x="260785" y="310467"/>
                  </a:lnTo>
                  <a:lnTo>
                    <a:pt x="260784" y="310784"/>
                  </a:lnTo>
                  <a:lnTo>
                    <a:pt x="260752" y="310930"/>
                  </a:lnTo>
                  <a:lnTo>
                    <a:pt x="261125" y="311351"/>
                  </a:lnTo>
                  <a:lnTo>
                    <a:pt x="261219" y="312147"/>
                  </a:lnTo>
                  <a:lnTo>
                    <a:pt x="260980" y="312318"/>
                  </a:lnTo>
                  <a:lnTo>
                    <a:pt x="260637" y="312438"/>
                  </a:lnTo>
                  <a:lnTo>
                    <a:pt x="260366" y="312588"/>
                  </a:lnTo>
                  <a:lnTo>
                    <a:pt x="260010" y="312823"/>
                  </a:lnTo>
                  <a:lnTo>
                    <a:pt x="259914" y="312963"/>
                  </a:lnTo>
                  <a:lnTo>
                    <a:pt x="260266" y="313468"/>
                  </a:lnTo>
                  <a:lnTo>
                    <a:pt x="260462" y="313889"/>
                  </a:lnTo>
                  <a:lnTo>
                    <a:pt x="260134" y="314202"/>
                  </a:lnTo>
                  <a:lnTo>
                    <a:pt x="259784" y="314395"/>
                  </a:lnTo>
                  <a:lnTo>
                    <a:pt x="259249" y="315141"/>
                  </a:lnTo>
                  <a:lnTo>
                    <a:pt x="259969" y="315440"/>
                  </a:lnTo>
                  <a:lnTo>
                    <a:pt x="260160" y="315669"/>
                  </a:lnTo>
                  <a:lnTo>
                    <a:pt x="259891" y="315926"/>
                  </a:lnTo>
                  <a:lnTo>
                    <a:pt x="259102" y="316384"/>
                  </a:lnTo>
                  <a:lnTo>
                    <a:pt x="258765" y="316456"/>
                  </a:lnTo>
                  <a:lnTo>
                    <a:pt x="258606" y="316532"/>
                  </a:lnTo>
                  <a:lnTo>
                    <a:pt x="258290" y="317005"/>
                  </a:lnTo>
                  <a:lnTo>
                    <a:pt x="257802" y="317192"/>
                  </a:lnTo>
                  <a:lnTo>
                    <a:pt x="257768" y="317327"/>
                  </a:lnTo>
                  <a:lnTo>
                    <a:pt x="257784" y="317488"/>
                  </a:lnTo>
                  <a:lnTo>
                    <a:pt x="257445" y="317936"/>
                  </a:lnTo>
                  <a:lnTo>
                    <a:pt x="257291" y="318245"/>
                  </a:lnTo>
                  <a:lnTo>
                    <a:pt x="257234" y="318629"/>
                  </a:lnTo>
                  <a:lnTo>
                    <a:pt x="257244" y="318843"/>
                  </a:lnTo>
                  <a:lnTo>
                    <a:pt x="257139" y="319259"/>
                  </a:lnTo>
                  <a:lnTo>
                    <a:pt x="256670" y="319308"/>
                  </a:lnTo>
                  <a:lnTo>
                    <a:pt x="256345" y="320005"/>
                  </a:lnTo>
                  <a:lnTo>
                    <a:pt x="256471" y="320409"/>
                  </a:lnTo>
                  <a:lnTo>
                    <a:pt x="256574" y="321036"/>
                  </a:lnTo>
                  <a:lnTo>
                    <a:pt x="256027" y="321243"/>
                  </a:lnTo>
                  <a:lnTo>
                    <a:pt x="255846" y="321392"/>
                  </a:lnTo>
                  <a:lnTo>
                    <a:pt x="255573" y="321632"/>
                  </a:lnTo>
                  <a:lnTo>
                    <a:pt x="255404" y="321980"/>
                  </a:lnTo>
                  <a:lnTo>
                    <a:pt x="255482" y="322200"/>
                  </a:lnTo>
                  <a:lnTo>
                    <a:pt x="255600" y="322402"/>
                  </a:lnTo>
                  <a:lnTo>
                    <a:pt x="255712" y="322853"/>
                  </a:lnTo>
                  <a:lnTo>
                    <a:pt x="255759" y="323156"/>
                  </a:lnTo>
                  <a:lnTo>
                    <a:pt x="255719" y="323353"/>
                  </a:lnTo>
                  <a:lnTo>
                    <a:pt x="255718" y="323646"/>
                  </a:lnTo>
                  <a:lnTo>
                    <a:pt x="256396" y="323647"/>
                  </a:lnTo>
                  <a:lnTo>
                    <a:pt x="256791" y="323936"/>
                  </a:lnTo>
                  <a:lnTo>
                    <a:pt x="257064" y="323983"/>
                  </a:lnTo>
                  <a:lnTo>
                    <a:pt x="257499" y="323969"/>
                  </a:lnTo>
                  <a:lnTo>
                    <a:pt x="257652" y="324032"/>
                  </a:lnTo>
                  <a:lnTo>
                    <a:pt x="258119" y="324779"/>
                  </a:lnTo>
                  <a:lnTo>
                    <a:pt x="258320" y="325322"/>
                  </a:lnTo>
                  <a:lnTo>
                    <a:pt x="258678" y="325228"/>
                  </a:lnTo>
                  <a:lnTo>
                    <a:pt x="258891" y="325120"/>
                  </a:lnTo>
                  <a:lnTo>
                    <a:pt x="259275" y="324886"/>
                  </a:lnTo>
                  <a:lnTo>
                    <a:pt x="259692" y="324610"/>
                  </a:lnTo>
                  <a:lnTo>
                    <a:pt x="260276" y="324355"/>
                  </a:lnTo>
                  <a:lnTo>
                    <a:pt x="261574" y="324143"/>
                  </a:lnTo>
                  <a:lnTo>
                    <a:pt x="262105" y="324212"/>
                  </a:lnTo>
                  <a:lnTo>
                    <a:pt x="262328" y="324143"/>
                  </a:lnTo>
                  <a:lnTo>
                    <a:pt x="262547" y="324009"/>
                  </a:lnTo>
                  <a:lnTo>
                    <a:pt x="262716" y="323816"/>
                  </a:lnTo>
                  <a:lnTo>
                    <a:pt x="262771" y="323632"/>
                  </a:lnTo>
                  <a:lnTo>
                    <a:pt x="262738" y="323440"/>
                  </a:lnTo>
                  <a:lnTo>
                    <a:pt x="262909" y="323265"/>
                  </a:lnTo>
                  <a:lnTo>
                    <a:pt x="263120" y="323113"/>
                  </a:lnTo>
                  <a:lnTo>
                    <a:pt x="263438" y="322896"/>
                  </a:lnTo>
                  <a:lnTo>
                    <a:pt x="263748" y="322913"/>
                  </a:lnTo>
                  <a:lnTo>
                    <a:pt x="263989" y="323222"/>
                  </a:lnTo>
                  <a:lnTo>
                    <a:pt x="263927" y="323681"/>
                  </a:lnTo>
                  <a:lnTo>
                    <a:pt x="263696" y="323886"/>
                  </a:lnTo>
                  <a:lnTo>
                    <a:pt x="263464" y="324218"/>
                  </a:lnTo>
                  <a:lnTo>
                    <a:pt x="263311" y="324482"/>
                  </a:lnTo>
                  <a:lnTo>
                    <a:pt x="263262" y="324641"/>
                  </a:lnTo>
                  <a:lnTo>
                    <a:pt x="263321" y="325014"/>
                  </a:lnTo>
                  <a:lnTo>
                    <a:pt x="263074" y="325434"/>
                  </a:lnTo>
                  <a:lnTo>
                    <a:pt x="262879" y="325722"/>
                  </a:lnTo>
                  <a:lnTo>
                    <a:pt x="262677" y="325902"/>
                  </a:lnTo>
                  <a:lnTo>
                    <a:pt x="262537" y="326397"/>
                  </a:lnTo>
                  <a:lnTo>
                    <a:pt x="262980" y="326800"/>
                  </a:lnTo>
                  <a:lnTo>
                    <a:pt x="263123" y="327271"/>
                  </a:lnTo>
                  <a:lnTo>
                    <a:pt x="263096" y="327472"/>
                  </a:lnTo>
                  <a:lnTo>
                    <a:pt x="263272" y="328040"/>
                  </a:lnTo>
                  <a:lnTo>
                    <a:pt x="263663" y="327862"/>
                  </a:lnTo>
                  <a:lnTo>
                    <a:pt x="263867" y="328111"/>
                  </a:lnTo>
                  <a:lnTo>
                    <a:pt x="264023" y="328373"/>
                  </a:lnTo>
                  <a:lnTo>
                    <a:pt x="263349" y="328679"/>
                  </a:lnTo>
                  <a:lnTo>
                    <a:pt x="263496" y="329083"/>
                  </a:lnTo>
                  <a:lnTo>
                    <a:pt x="263665" y="329310"/>
                  </a:lnTo>
                  <a:lnTo>
                    <a:pt x="263766" y="329443"/>
                  </a:lnTo>
                  <a:lnTo>
                    <a:pt x="263851" y="329597"/>
                  </a:lnTo>
                  <a:lnTo>
                    <a:pt x="263906" y="329922"/>
                  </a:lnTo>
                  <a:lnTo>
                    <a:pt x="263778" y="330106"/>
                  </a:lnTo>
                  <a:lnTo>
                    <a:pt x="263784" y="330317"/>
                  </a:lnTo>
                  <a:lnTo>
                    <a:pt x="264229" y="331051"/>
                  </a:lnTo>
                  <a:lnTo>
                    <a:pt x="264695" y="331030"/>
                  </a:lnTo>
                  <a:lnTo>
                    <a:pt x="264975" y="330853"/>
                  </a:lnTo>
                  <a:lnTo>
                    <a:pt x="265101" y="331085"/>
                  </a:lnTo>
                  <a:lnTo>
                    <a:pt x="265499" y="331673"/>
                  </a:lnTo>
                  <a:lnTo>
                    <a:pt x="265712" y="331834"/>
                  </a:lnTo>
                  <a:lnTo>
                    <a:pt x="265574" y="332609"/>
                  </a:lnTo>
                  <a:lnTo>
                    <a:pt x="265299" y="333165"/>
                  </a:lnTo>
                  <a:lnTo>
                    <a:pt x="265051" y="333291"/>
                  </a:lnTo>
                  <a:lnTo>
                    <a:pt x="264578" y="333289"/>
                  </a:lnTo>
                  <a:lnTo>
                    <a:pt x="263905" y="333432"/>
                  </a:lnTo>
                  <a:lnTo>
                    <a:pt x="263599" y="333627"/>
                  </a:lnTo>
                  <a:lnTo>
                    <a:pt x="263423" y="333562"/>
                  </a:lnTo>
                  <a:lnTo>
                    <a:pt x="262975" y="333338"/>
                  </a:lnTo>
                  <a:lnTo>
                    <a:pt x="262945" y="333613"/>
                  </a:lnTo>
                  <a:lnTo>
                    <a:pt x="262937" y="333785"/>
                  </a:lnTo>
                  <a:lnTo>
                    <a:pt x="262913" y="334534"/>
                  </a:lnTo>
                  <a:lnTo>
                    <a:pt x="262999" y="334826"/>
                  </a:lnTo>
                  <a:lnTo>
                    <a:pt x="263086" y="335258"/>
                  </a:lnTo>
                  <a:lnTo>
                    <a:pt x="263074" y="335462"/>
                  </a:lnTo>
                  <a:lnTo>
                    <a:pt x="263534" y="335718"/>
                  </a:lnTo>
                  <a:lnTo>
                    <a:pt x="264021" y="335762"/>
                  </a:lnTo>
                  <a:lnTo>
                    <a:pt x="264268" y="335877"/>
                  </a:lnTo>
                  <a:lnTo>
                    <a:pt x="264139" y="336289"/>
                  </a:lnTo>
                  <a:lnTo>
                    <a:pt x="264395" y="336654"/>
                  </a:lnTo>
                  <a:lnTo>
                    <a:pt x="264374" y="336917"/>
                  </a:lnTo>
                  <a:lnTo>
                    <a:pt x="264176" y="337529"/>
                  </a:lnTo>
                  <a:lnTo>
                    <a:pt x="263925" y="337810"/>
                  </a:lnTo>
                  <a:lnTo>
                    <a:pt x="263448" y="338109"/>
                  </a:lnTo>
                  <a:lnTo>
                    <a:pt x="263478" y="338289"/>
                  </a:lnTo>
                  <a:lnTo>
                    <a:pt x="263253" y="338514"/>
                  </a:lnTo>
                  <a:lnTo>
                    <a:pt x="262717" y="338757"/>
                  </a:lnTo>
                  <a:lnTo>
                    <a:pt x="262015" y="339414"/>
                  </a:lnTo>
                  <a:lnTo>
                    <a:pt x="261840" y="339551"/>
                  </a:lnTo>
                  <a:lnTo>
                    <a:pt x="261589" y="339575"/>
                  </a:lnTo>
                  <a:lnTo>
                    <a:pt x="261264" y="339673"/>
                  </a:lnTo>
                  <a:lnTo>
                    <a:pt x="261373" y="339919"/>
                  </a:lnTo>
                  <a:lnTo>
                    <a:pt x="261960" y="339927"/>
                  </a:lnTo>
                  <a:lnTo>
                    <a:pt x="262537" y="340404"/>
                  </a:lnTo>
                  <a:lnTo>
                    <a:pt x="262273" y="341590"/>
                  </a:lnTo>
                  <a:lnTo>
                    <a:pt x="262282" y="341751"/>
                  </a:lnTo>
                  <a:lnTo>
                    <a:pt x="262190" y="341964"/>
                  </a:lnTo>
                  <a:lnTo>
                    <a:pt x="261993" y="342341"/>
                  </a:lnTo>
                  <a:lnTo>
                    <a:pt x="261809" y="342439"/>
                  </a:lnTo>
                  <a:lnTo>
                    <a:pt x="261607" y="342534"/>
                  </a:lnTo>
                  <a:lnTo>
                    <a:pt x="261059" y="342733"/>
                  </a:lnTo>
                  <a:lnTo>
                    <a:pt x="260506" y="342964"/>
                  </a:lnTo>
                  <a:lnTo>
                    <a:pt x="260564" y="343373"/>
                  </a:lnTo>
                  <a:lnTo>
                    <a:pt x="260620" y="343681"/>
                  </a:lnTo>
                  <a:lnTo>
                    <a:pt x="260588" y="343942"/>
                  </a:lnTo>
                  <a:lnTo>
                    <a:pt x="260418" y="344391"/>
                  </a:lnTo>
                  <a:lnTo>
                    <a:pt x="260283" y="344642"/>
                  </a:lnTo>
                  <a:lnTo>
                    <a:pt x="259675" y="345155"/>
                  </a:lnTo>
                  <a:lnTo>
                    <a:pt x="259528" y="345528"/>
                  </a:lnTo>
                  <a:lnTo>
                    <a:pt x="258956" y="345802"/>
                  </a:lnTo>
                  <a:lnTo>
                    <a:pt x="258821" y="345842"/>
                  </a:lnTo>
                  <a:lnTo>
                    <a:pt x="258200" y="346174"/>
                  </a:lnTo>
                  <a:lnTo>
                    <a:pt x="258063" y="346934"/>
                  </a:lnTo>
                  <a:lnTo>
                    <a:pt x="258117" y="347328"/>
                  </a:lnTo>
                  <a:lnTo>
                    <a:pt x="258252" y="347704"/>
                  </a:lnTo>
                  <a:lnTo>
                    <a:pt x="258244" y="348065"/>
                  </a:lnTo>
                  <a:lnTo>
                    <a:pt x="257927" y="348472"/>
                  </a:lnTo>
                  <a:lnTo>
                    <a:pt x="257895" y="348792"/>
                  </a:lnTo>
                  <a:lnTo>
                    <a:pt x="258062" y="349261"/>
                  </a:lnTo>
                  <a:lnTo>
                    <a:pt x="257764" y="349437"/>
                  </a:lnTo>
                  <a:lnTo>
                    <a:pt x="257689" y="349670"/>
                  </a:lnTo>
                  <a:lnTo>
                    <a:pt x="258064" y="349882"/>
                  </a:lnTo>
                  <a:lnTo>
                    <a:pt x="258162" y="350016"/>
                  </a:lnTo>
                  <a:lnTo>
                    <a:pt x="258282" y="350345"/>
                  </a:lnTo>
                  <a:lnTo>
                    <a:pt x="258177" y="351099"/>
                  </a:lnTo>
                  <a:lnTo>
                    <a:pt x="257895" y="351073"/>
                  </a:lnTo>
                  <a:lnTo>
                    <a:pt x="257624" y="351054"/>
                  </a:lnTo>
                  <a:lnTo>
                    <a:pt x="257295" y="351035"/>
                  </a:lnTo>
                  <a:lnTo>
                    <a:pt x="257060" y="351690"/>
                  </a:lnTo>
                  <a:lnTo>
                    <a:pt x="256323" y="351953"/>
                  </a:lnTo>
                  <a:lnTo>
                    <a:pt x="255715" y="351951"/>
                  </a:lnTo>
                  <a:lnTo>
                    <a:pt x="255093" y="351862"/>
                  </a:lnTo>
                  <a:lnTo>
                    <a:pt x="254682" y="351643"/>
                  </a:lnTo>
                  <a:lnTo>
                    <a:pt x="254317" y="351292"/>
                  </a:lnTo>
                  <a:lnTo>
                    <a:pt x="253904" y="350990"/>
                  </a:lnTo>
                  <a:lnTo>
                    <a:pt x="253149" y="350915"/>
                  </a:lnTo>
                  <a:lnTo>
                    <a:pt x="252691" y="350398"/>
                  </a:lnTo>
                  <a:lnTo>
                    <a:pt x="252694" y="350198"/>
                  </a:lnTo>
                  <a:lnTo>
                    <a:pt x="252671" y="349990"/>
                  </a:lnTo>
                  <a:lnTo>
                    <a:pt x="252114" y="349501"/>
                  </a:lnTo>
                  <a:lnTo>
                    <a:pt x="252116" y="349327"/>
                  </a:lnTo>
                  <a:lnTo>
                    <a:pt x="252531" y="349042"/>
                  </a:lnTo>
                  <a:lnTo>
                    <a:pt x="252571" y="348362"/>
                  </a:lnTo>
                  <a:lnTo>
                    <a:pt x="252371" y="348105"/>
                  </a:lnTo>
                  <a:lnTo>
                    <a:pt x="251931" y="347798"/>
                  </a:lnTo>
                  <a:lnTo>
                    <a:pt x="251722" y="347661"/>
                  </a:lnTo>
                  <a:lnTo>
                    <a:pt x="250962" y="347804"/>
                  </a:lnTo>
                  <a:lnTo>
                    <a:pt x="250864" y="348003"/>
                  </a:lnTo>
                  <a:lnTo>
                    <a:pt x="251328" y="348747"/>
                  </a:lnTo>
                  <a:lnTo>
                    <a:pt x="251910" y="349038"/>
                  </a:lnTo>
                  <a:lnTo>
                    <a:pt x="251731" y="349325"/>
                  </a:lnTo>
                  <a:lnTo>
                    <a:pt x="251070" y="349746"/>
                  </a:lnTo>
                  <a:lnTo>
                    <a:pt x="250841" y="349681"/>
                  </a:lnTo>
                  <a:lnTo>
                    <a:pt x="250520" y="350263"/>
                  </a:lnTo>
                  <a:lnTo>
                    <a:pt x="249976" y="350606"/>
                  </a:lnTo>
                  <a:lnTo>
                    <a:pt x="249531" y="349995"/>
                  </a:lnTo>
                  <a:lnTo>
                    <a:pt x="249379" y="349747"/>
                  </a:lnTo>
                  <a:lnTo>
                    <a:pt x="249469" y="349387"/>
                  </a:lnTo>
                  <a:lnTo>
                    <a:pt x="249602" y="349301"/>
                  </a:lnTo>
                  <a:lnTo>
                    <a:pt x="249995" y="348953"/>
                  </a:lnTo>
                  <a:lnTo>
                    <a:pt x="250110" y="348764"/>
                  </a:lnTo>
                  <a:lnTo>
                    <a:pt x="249880" y="347998"/>
                  </a:lnTo>
                  <a:lnTo>
                    <a:pt x="249583" y="347700"/>
                  </a:lnTo>
                  <a:lnTo>
                    <a:pt x="249422" y="347541"/>
                  </a:lnTo>
                  <a:lnTo>
                    <a:pt x="249099" y="347384"/>
                  </a:lnTo>
                  <a:lnTo>
                    <a:pt x="248614" y="347472"/>
                  </a:lnTo>
                  <a:lnTo>
                    <a:pt x="248306" y="347589"/>
                  </a:lnTo>
                  <a:lnTo>
                    <a:pt x="247961" y="347552"/>
                  </a:lnTo>
                  <a:lnTo>
                    <a:pt x="247738" y="347639"/>
                  </a:lnTo>
                  <a:lnTo>
                    <a:pt x="247244" y="348234"/>
                  </a:lnTo>
                  <a:lnTo>
                    <a:pt x="247104" y="348467"/>
                  </a:lnTo>
                  <a:lnTo>
                    <a:pt x="247129" y="348939"/>
                  </a:lnTo>
                  <a:lnTo>
                    <a:pt x="246784" y="348797"/>
                  </a:lnTo>
                  <a:lnTo>
                    <a:pt x="246007" y="348374"/>
                  </a:lnTo>
                  <a:lnTo>
                    <a:pt x="245676" y="348328"/>
                  </a:lnTo>
                  <a:lnTo>
                    <a:pt x="245265" y="348333"/>
                  </a:lnTo>
                  <a:lnTo>
                    <a:pt x="244827" y="348259"/>
                  </a:lnTo>
                  <a:lnTo>
                    <a:pt x="244607" y="348218"/>
                  </a:lnTo>
                  <a:lnTo>
                    <a:pt x="244259" y="348183"/>
                  </a:lnTo>
                  <a:lnTo>
                    <a:pt x="243406" y="348966"/>
                  </a:lnTo>
                  <a:lnTo>
                    <a:pt x="243521" y="349161"/>
                  </a:lnTo>
                  <a:lnTo>
                    <a:pt x="243590" y="349625"/>
                  </a:lnTo>
                  <a:lnTo>
                    <a:pt x="243353" y="349623"/>
                  </a:lnTo>
                  <a:lnTo>
                    <a:pt x="243150" y="349722"/>
                  </a:lnTo>
                  <a:lnTo>
                    <a:pt x="242843" y="350557"/>
                  </a:lnTo>
                  <a:lnTo>
                    <a:pt x="242222" y="350493"/>
                  </a:lnTo>
                  <a:lnTo>
                    <a:pt x="242110" y="351165"/>
                  </a:lnTo>
                  <a:lnTo>
                    <a:pt x="241923" y="351193"/>
                  </a:lnTo>
                  <a:lnTo>
                    <a:pt x="241570" y="351216"/>
                  </a:lnTo>
                  <a:lnTo>
                    <a:pt x="241431" y="350795"/>
                  </a:lnTo>
                  <a:lnTo>
                    <a:pt x="241138" y="350696"/>
                  </a:lnTo>
                  <a:lnTo>
                    <a:pt x="240423" y="351090"/>
                  </a:lnTo>
                  <a:lnTo>
                    <a:pt x="240064" y="351351"/>
                  </a:lnTo>
                  <a:lnTo>
                    <a:pt x="239290" y="352040"/>
                  </a:lnTo>
                  <a:lnTo>
                    <a:pt x="239270" y="352452"/>
                  </a:lnTo>
                  <a:lnTo>
                    <a:pt x="239444" y="353457"/>
                  </a:lnTo>
                  <a:lnTo>
                    <a:pt x="239698" y="353618"/>
                  </a:lnTo>
                  <a:lnTo>
                    <a:pt x="240049" y="353730"/>
                  </a:lnTo>
                  <a:lnTo>
                    <a:pt x="240318" y="353775"/>
                  </a:lnTo>
                  <a:lnTo>
                    <a:pt x="240386" y="353576"/>
                  </a:lnTo>
                  <a:lnTo>
                    <a:pt x="240733" y="353417"/>
                  </a:lnTo>
                  <a:lnTo>
                    <a:pt x="241044" y="353576"/>
                  </a:lnTo>
                  <a:lnTo>
                    <a:pt x="241591" y="353778"/>
                  </a:lnTo>
                  <a:lnTo>
                    <a:pt x="242044" y="353290"/>
                  </a:lnTo>
                  <a:lnTo>
                    <a:pt x="242194" y="353280"/>
                  </a:lnTo>
                  <a:lnTo>
                    <a:pt x="242182" y="353079"/>
                  </a:lnTo>
                  <a:lnTo>
                    <a:pt x="242322" y="352934"/>
                  </a:lnTo>
                  <a:lnTo>
                    <a:pt x="242702" y="352600"/>
                  </a:lnTo>
                  <a:lnTo>
                    <a:pt x="242882" y="352377"/>
                  </a:lnTo>
                  <a:lnTo>
                    <a:pt x="242983" y="352078"/>
                  </a:lnTo>
                  <a:lnTo>
                    <a:pt x="243296" y="351618"/>
                  </a:lnTo>
                  <a:lnTo>
                    <a:pt x="243515" y="351584"/>
                  </a:lnTo>
                  <a:lnTo>
                    <a:pt x="243807" y="351494"/>
                  </a:lnTo>
                  <a:lnTo>
                    <a:pt x="243708" y="351007"/>
                  </a:lnTo>
                  <a:lnTo>
                    <a:pt x="243960" y="350958"/>
                  </a:lnTo>
                  <a:lnTo>
                    <a:pt x="244787" y="351487"/>
                  </a:lnTo>
                  <a:lnTo>
                    <a:pt x="245218" y="351534"/>
                  </a:lnTo>
                  <a:lnTo>
                    <a:pt x="245383" y="351459"/>
                  </a:lnTo>
                  <a:lnTo>
                    <a:pt x="245491" y="351186"/>
                  </a:lnTo>
                  <a:lnTo>
                    <a:pt x="245553" y="350939"/>
                  </a:lnTo>
                  <a:lnTo>
                    <a:pt x="245654" y="350808"/>
                  </a:lnTo>
                  <a:lnTo>
                    <a:pt x="245898" y="350614"/>
                  </a:lnTo>
                  <a:lnTo>
                    <a:pt x="246129" y="350638"/>
                  </a:lnTo>
                  <a:lnTo>
                    <a:pt x="246079" y="350876"/>
                  </a:lnTo>
                  <a:lnTo>
                    <a:pt x="246007" y="351148"/>
                  </a:lnTo>
                  <a:lnTo>
                    <a:pt x="246145" y="351337"/>
                  </a:lnTo>
                  <a:lnTo>
                    <a:pt x="246577" y="351553"/>
                  </a:lnTo>
                  <a:lnTo>
                    <a:pt x="247090" y="351806"/>
                  </a:lnTo>
                  <a:lnTo>
                    <a:pt x="246790" y="352250"/>
                  </a:lnTo>
                  <a:lnTo>
                    <a:pt x="246818" y="352632"/>
                  </a:lnTo>
                  <a:lnTo>
                    <a:pt x="246880" y="353022"/>
                  </a:lnTo>
                  <a:lnTo>
                    <a:pt x="246669" y="353151"/>
                  </a:lnTo>
                  <a:lnTo>
                    <a:pt x="246510" y="353271"/>
                  </a:lnTo>
                  <a:lnTo>
                    <a:pt x="246254" y="353636"/>
                  </a:lnTo>
                  <a:lnTo>
                    <a:pt x="245848" y="354410"/>
                  </a:lnTo>
                  <a:lnTo>
                    <a:pt x="245458" y="355190"/>
                  </a:lnTo>
                  <a:lnTo>
                    <a:pt x="245094" y="355781"/>
                  </a:lnTo>
                  <a:lnTo>
                    <a:pt x="245140" y="356145"/>
                  </a:lnTo>
                  <a:lnTo>
                    <a:pt x="245324" y="356632"/>
                  </a:lnTo>
                  <a:lnTo>
                    <a:pt x="245753" y="356693"/>
                  </a:lnTo>
                  <a:lnTo>
                    <a:pt x="245700" y="357104"/>
                  </a:lnTo>
                  <a:lnTo>
                    <a:pt x="245543" y="357221"/>
                  </a:lnTo>
                  <a:lnTo>
                    <a:pt x="245585" y="357504"/>
                  </a:lnTo>
                  <a:lnTo>
                    <a:pt x="245646" y="357717"/>
                  </a:lnTo>
                  <a:lnTo>
                    <a:pt x="245704" y="358649"/>
                  </a:lnTo>
                  <a:lnTo>
                    <a:pt x="245801" y="358866"/>
                  </a:lnTo>
                  <a:lnTo>
                    <a:pt x="246143" y="359147"/>
                  </a:lnTo>
                  <a:lnTo>
                    <a:pt x="246396" y="359201"/>
                  </a:lnTo>
                  <a:lnTo>
                    <a:pt x="246611" y="359350"/>
                  </a:lnTo>
                  <a:lnTo>
                    <a:pt x="246760" y="359513"/>
                  </a:lnTo>
                  <a:lnTo>
                    <a:pt x="247297" y="359788"/>
                  </a:lnTo>
                  <a:lnTo>
                    <a:pt x="247542" y="359951"/>
                  </a:lnTo>
                  <a:lnTo>
                    <a:pt x="247394" y="360186"/>
                  </a:lnTo>
                  <a:lnTo>
                    <a:pt x="247248" y="360425"/>
                  </a:lnTo>
                  <a:lnTo>
                    <a:pt x="246781" y="360527"/>
                  </a:lnTo>
                  <a:lnTo>
                    <a:pt x="246523" y="360482"/>
                  </a:lnTo>
                  <a:lnTo>
                    <a:pt x="246306" y="360815"/>
                  </a:lnTo>
                  <a:lnTo>
                    <a:pt x="246011" y="361239"/>
                  </a:lnTo>
                  <a:lnTo>
                    <a:pt x="245590" y="361147"/>
                  </a:lnTo>
                  <a:lnTo>
                    <a:pt x="244759" y="361758"/>
                  </a:lnTo>
                  <a:lnTo>
                    <a:pt x="244233" y="361447"/>
                  </a:lnTo>
                  <a:lnTo>
                    <a:pt x="243972" y="361132"/>
                  </a:lnTo>
                  <a:lnTo>
                    <a:pt x="243377" y="360718"/>
                  </a:lnTo>
                  <a:lnTo>
                    <a:pt x="243144" y="360784"/>
                  </a:lnTo>
                  <a:lnTo>
                    <a:pt x="242577" y="360784"/>
                  </a:lnTo>
                  <a:lnTo>
                    <a:pt x="242516" y="360486"/>
                  </a:lnTo>
                  <a:lnTo>
                    <a:pt x="242497" y="360327"/>
                  </a:lnTo>
                  <a:lnTo>
                    <a:pt x="242333" y="360075"/>
                  </a:lnTo>
                  <a:lnTo>
                    <a:pt x="241632" y="359600"/>
                  </a:lnTo>
                  <a:lnTo>
                    <a:pt x="240890" y="359738"/>
                  </a:lnTo>
                  <a:lnTo>
                    <a:pt x="240378" y="360105"/>
                  </a:lnTo>
                  <a:lnTo>
                    <a:pt x="240153" y="360230"/>
                  </a:lnTo>
                  <a:lnTo>
                    <a:pt x="239575" y="360393"/>
                  </a:lnTo>
                  <a:lnTo>
                    <a:pt x="239205" y="360390"/>
                  </a:lnTo>
                  <a:lnTo>
                    <a:pt x="239120" y="359943"/>
                  </a:lnTo>
                  <a:lnTo>
                    <a:pt x="239053" y="359612"/>
                  </a:lnTo>
                  <a:lnTo>
                    <a:pt x="238688" y="359676"/>
                  </a:lnTo>
                  <a:lnTo>
                    <a:pt x="238064" y="359571"/>
                  </a:lnTo>
                  <a:lnTo>
                    <a:pt x="237786" y="359700"/>
                  </a:lnTo>
                  <a:lnTo>
                    <a:pt x="237578" y="359661"/>
                  </a:lnTo>
                  <a:lnTo>
                    <a:pt x="237438" y="359695"/>
                  </a:lnTo>
                  <a:lnTo>
                    <a:pt x="237447" y="360017"/>
                  </a:lnTo>
                  <a:lnTo>
                    <a:pt x="237015" y="360084"/>
                  </a:lnTo>
                  <a:lnTo>
                    <a:pt x="236752" y="360110"/>
                  </a:lnTo>
                  <a:lnTo>
                    <a:pt x="236445" y="360072"/>
                  </a:lnTo>
                  <a:lnTo>
                    <a:pt x="236246" y="360119"/>
                  </a:lnTo>
                  <a:lnTo>
                    <a:pt x="236115" y="360376"/>
                  </a:lnTo>
                  <a:lnTo>
                    <a:pt x="236019" y="360568"/>
                  </a:lnTo>
                  <a:lnTo>
                    <a:pt x="236002" y="360696"/>
                  </a:lnTo>
                  <a:lnTo>
                    <a:pt x="235832" y="361045"/>
                  </a:lnTo>
                  <a:lnTo>
                    <a:pt x="235682" y="361093"/>
                  </a:lnTo>
                  <a:lnTo>
                    <a:pt x="235385" y="360708"/>
                  </a:lnTo>
                  <a:lnTo>
                    <a:pt x="235228" y="360426"/>
                  </a:lnTo>
                  <a:lnTo>
                    <a:pt x="235223" y="360292"/>
                  </a:lnTo>
                  <a:lnTo>
                    <a:pt x="235203" y="360126"/>
                  </a:lnTo>
                  <a:lnTo>
                    <a:pt x="235082" y="359938"/>
                  </a:lnTo>
                  <a:lnTo>
                    <a:pt x="234883" y="359785"/>
                  </a:lnTo>
                  <a:lnTo>
                    <a:pt x="234424" y="359698"/>
                  </a:lnTo>
                  <a:lnTo>
                    <a:pt x="234659" y="358931"/>
                  </a:lnTo>
                  <a:lnTo>
                    <a:pt x="235120" y="358543"/>
                  </a:lnTo>
                  <a:lnTo>
                    <a:pt x="235029" y="358110"/>
                  </a:lnTo>
                  <a:lnTo>
                    <a:pt x="234828" y="357708"/>
                  </a:lnTo>
                  <a:lnTo>
                    <a:pt x="234574" y="357514"/>
                  </a:lnTo>
                  <a:lnTo>
                    <a:pt x="234399" y="357432"/>
                  </a:lnTo>
                  <a:lnTo>
                    <a:pt x="234489" y="357087"/>
                  </a:lnTo>
                  <a:lnTo>
                    <a:pt x="234504" y="356918"/>
                  </a:lnTo>
                  <a:lnTo>
                    <a:pt x="234659" y="356459"/>
                  </a:lnTo>
                  <a:lnTo>
                    <a:pt x="234455" y="356324"/>
                  </a:lnTo>
                  <a:lnTo>
                    <a:pt x="234158" y="356242"/>
                  </a:lnTo>
                  <a:lnTo>
                    <a:pt x="233684" y="355995"/>
                  </a:lnTo>
                  <a:lnTo>
                    <a:pt x="233602" y="355763"/>
                  </a:lnTo>
                  <a:lnTo>
                    <a:pt x="233089" y="355672"/>
                  </a:lnTo>
                  <a:lnTo>
                    <a:pt x="232913" y="355752"/>
                  </a:lnTo>
                  <a:lnTo>
                    <a:pt x="232707" y="355787"/>
                  </a:lnTo>
                  <a:lnTo>
                    <a:pt x="232329" y="355817"/>
                  </a:lnTo>
                  <a:lnTo>
                    <a:pt x="231955" y="355844"/>
                  </a:lnTo>
                  <a:lnTo>
                    <a:pt x="231741" y="356137"/>
                  </a:lnTo>
                  <a:lnTo>
                    <a:pt x="231307" y="356373"/>
                  </a:lnTo>
                  <a:lnTo>
                    <a:pt x="231071" y="356315"/>
                  </a:lnTo>
                  <a:lnTo>
                    <a:pt x="230924" y="356312"/>
                  </a:lnTo>
                  <a:lnTo>
                    <a:pt x="230564" y="356334"/>
                  </a:lnTo>
                  <a:lnTo>
                    <a:pt x="230400" y="356438"/>
                  </a:lnTo>
                  <a:lnTo>
                    <a:pt x="230353" y="356848"/>
                  </a:lnTo>
                  <a:lnTo>
                    <a:pt x="230257" y="357009"/>
                  </a:lnTo>
                  <a:lnTo>
                    <a:pt x="230335" y="357316"/>
                  </a:lnTo>
                  <a:lnTo>
                    <a:pt x="230487" y="357508"/>
                  </a:lnTo>
                  <a:lnTo>
                    <a:pt x="230448" y="357922"/>
                  </a:lnTo>
                  <a:lnTo>
                    <a:pt x="230355" y="358182"/>
                  </a:lnTo>
                  <a:lnTo>
                    <a:pt x="230135" y="358103"/>
                  </a:lnTo>
                  <a:lnTo>
                    <a:pt x="229879" y="357929"/>
                  </a:lnTo>
                  <a:lnTo>
                    <a:pt x="229746" y="357978"/>
                  </a:lnTo>
                  <a:lnTo>
                    <a:pt x="229461" y="358092"/>
                  </a:lnTo>
                  <a:lnTo>
                    <a:pt x="229335" y="358265"/>
                  </a:lnTo>
                  <a:lnTo>
                    <a:pt x="229407" y="359336"/>
                  </a:lnTo>
                  <a:lnTo>
                    <a:pt x="229346" y="359514"/>
                  </a:lnTo>
                  <a:lnTo>
                    <a:pt x="229206" y="359823"/>
                  </a:lnTo>
                  <a:lnTo>
                    <a:pt x="229505" y="359970"/>
                  </a:lnTo>
                  <a:lnTo>
                    <a:pt x="229635" y="360055"/>
                  </a:lnTo>
                  <a:lnTo>
                    <a:pt x="229841" y="360313"/>
                  </a:lnTo>
                  <a:lnTo>
                    <a:pt x="230475" y="360702"/>
                  </a:lnTo>
                  <a:lnTo>
                    <a:pt x="230564" y="361067"/>
                  </a:lnTo>
                  <a:lnTo>
                    <a:pt x="230428" y="361473"/>
                  </a:lnTo>
                  <a:lnTo>
                    <a:pt x="229925" y="361122"/>
                  </a:lnTo>
                  <a:lnTo>
                    <a:pt x="229529" y="360915"/>
                  </a:lnTo>
                  <a:lnTo>
                    <a:pt x="229078" y="360999"/>
                  </a:lnTo>
                  <a:lnTo>
                    <a:pt x="228496" y="361171"/>
                  </a:lnTo>
                  <a:lnTo>
                    <a:pt x="228105" y="361508"/>
                  </a:lnTo>
                  <a:lnTo>
                    <a:pt x="227810" y="362139"/>
                  </a:lnTo>
                  <a:lnTo>
                    <a:pt x="227636" y="362513"/>
                  </a:lnTo>
                  <a:lnTo>
                    <a:pt x="227518" y="362779"/>
                  </a:lnTo>
                  <a:lnTo>
                    <a:pt x="227252" y="362809"/>
                  </a:lnTo>
                  <a:lnTo>
                    <a:pt x="227255" y="362982"/>
                  </a:lnTo>
                  <a:lnTo>
                    <a:pt x="227476" y="363104"/>
                  </a:lnTo>
                  <a:lnTo>
                    <a:pt x="227565" y="363364"/>
                  </a:lnTo>
                  <a:lnTo>
                    <a:pt x="227762" y="363339"/>
                  </a:lnTo>
                  <a:lnTo>
                    <a:pt x="227922" y="363436"/>
                  </a:lnTo>
                  <a:lnTo>
                    <a:pt x="228021" y="363671"/>
                  </a:lnTo>
                  <a:lnTo>
                    <a:pt x="227921" y="364115"/>
                  </a:lnTo>
                  <a:lnTo>
                    <a:pt x="227724" y="364064"/>
                  </a:lnTo>
                  <a:lnTo>
                    <a:pt x="227364" y="363638"/>
                  </a:lnTo>
                  <a:lnTo>
                    <a:pt x="227078" y="363484"/>
                  </a:lnTo>
                  <a:lnTo>
                    <a:pt x="226628" y="364755"/>
                  </a:lnTo>
                  <a:lnTo>
                    <a:pt x="226701" y="365644"/>
                  </a:lnTo>
                  <a:lnTo>
                    <a:pt x="226502" y="365903"/>
                  </a:lnTo>
                  <a:lnTo>
                    <a:pt x="226179" y="366178"/>
                  </a:lnTo>
                  <a:lnTo>
                    <a:pt x="226215" y="366327"/>
                  </a:lnTo>
                  <a:lnTo>
                    <a:pt x="226336" y="366670"/>
                  </a:lnTo>
                  <a:lnTo>
                    <a:pt x="226766" y="366885"/>
                  </a:lnTo>
                  <a:lnTo>
                    <a:pt x="227102" y="366803"/>
                  </a:lnTo>
                  <a:lnTo>
                    <a:pt x="227278" y="366846"/>
                  </a:lnTo>
                  <a:lnTo>
                    <a:pt x="227356" y="367265"/>
                  </a:lnTo>
                  <a:lnTo>
                    <a:pt x="227365" y="367683"/>
                  </a:lnTo>
                  <a:lnTo>
                    <a:pt x="227636" y="368204"/>
                  </a:lnTo>
                  <a:lnTo>
                    <a:pt x="227534" y="368664"/>
                  </a:lnTo>
                  <a:lnTo>
                    <a:pt x="227439" y="369147"/>
                  </a:lnTo>
                  <a:lnTo>
                    <a:pt x="227789" y="369768"/>
                  </a:lnTo>
                  <a:lnTo>
                    <a:pt x="227755" y="370789"/>
                  </a:lnTo>
                  <a:lnTo>
                    <a:pt x="227698" y="371684"/>
                  </a:lnTo>
                  <a:lnTo>
                    <a:pt x="227294" y="371561"/>
                  </a:lnTo>
                  <a:lnTo>
                    <a:pt x="226855" y="371044"/>
                  </a:lnTo>
                  <a:lnTo>
                    <a:pt x="226375" y="370543"/>
                  </a:lnTo>
                  <a:lnTo>
                    <a:pt x="226258" y="370217"/>
                  </a:lnTo>
                  <a:lnTo>
                    <a:pt x="226337" y="370079"/>
                  </a:lnTo>
                  <a:lnTo>
                    <a:pt x="226460" y="369648"/>
                  </a:lnTo>
                  <a:lnTo>
                    <a:pt x="226068" y="368994"/>
                  </a:lnTo>
                  <a:lnTo>
                    <a:pt x="225571" y="368724"/>
                  </a:lnTo>
                  <a:lnTo>
                    <a:pt x="225174" y="368041"/>
                  </a:lnTo>
                  <a:lnTo>
                    <a:pt x="224730" y="367471"/>
                  </a:lnTo>
                  <a:lnTo>
                    <a:pt x="224272" y="367011"/>
                  </a:lnTo>
                  <a:lnTo>
                    <a:pt x="223836" y="366717"/>
                  </a:lnTo>
                  <a:lnTo>
                    <a:pt x="223401" y="366333"/>
                  </a:lnTo>
                  <a:lnTo>
                    <a:pt x="223214" y="366407"/>
                  </a:lnTo>
                  <a:lnTo>
                    <a:pt x="223037" y="366482"/>
                  </a:lnTo>
                  <a:lnTo>
                    <a:pt x="222969" y="366312"/>
                  </a:lnTo>
                  <a:lnTo>
                    <a:pt x="222895" y="366167"/>
                  </a:lnTo>
                  <a:lnTo>
                    <a:pt x="223025" y="365904"/>
                  </a:lnTo>
                  <a:lnTo>
                    <a:pt x="222572" y="364992"/>
                  </a:lnTo>
                  <a:lnTo>
                    <a:pt x="222304" y="364854"/>
                  </a:lnTo>
                  <a:lnTo>
                    <a:pt x="221980" y="364674"/>
                  </a:lnTo>
                  <a:lnTo>
                    <a:pt x="221893" y="364444"/>
                  </a:lnTo>
                  <a:lnTo>
                    <a:pt x="221674" y="364444"/>
                  </a:lnTo>
                  <a:lnTo>
                    <a:pt x="221010" y="364500"/>
                  </a:lnTo>
                  <a:lnTo>
                    <a:pt x="220192" y="364706"/>
                  </a:lnTo>
                  <a:lnTo>
                    <a:pt x="219390" y="365511"/>
                  </a:lnTo>
                  <a:lnTo>
                    <a:pt x="218857" y="364901"/>
                  </a:lnTo>
                  <a:lnTo>
                    <a:pt x="218839" y="364616"/>
                  </a:lnTo>
                  <a:lnTo>
                    <a:pt x="218804" y="364212"/>
                  </a:lnTo>
                  <a:lnTo>
                    <a:pt x="218643" y="363803"/>
                  </a:lnTo>
                  <a:lnTo>
                    <a:pt x="218248" y="362984"/>
                  </a:lnTo>
                  <a:lnTo>
                    <a:pt x="218130" y="362782"/>
                  </a:lnTo>
                  <a:lnTo>
                    <a:pt x="217822" y="362528"/>
                  </a:lnTo>
                  <a:lnTo>
                    <a:pt x="217193" y="362241"/>
                  </a:lnTo>
                  <a:lnTo>
                    <a:pt x="216822" y="362083"/>
                  </a:lnTo>
                  <a:lnTo>
                    <a:pt x="216398" y="361683"/>
                  </a:lnTo>
                  <a:lnTo>
                    <a:pt x="216138" y="361368"/>
                  </a:lnTo>
                  <a:lnTo>
                    <a:pt x="216084" y="361136"/>
                  </a:lnTo>
                  <a:lnTo>
                    <a:pt x="215990" y="360660"/>
                  </a:lnTo>
                  <a:lnTo>
                    <a:pt x="215803" y="360637"/>
                  </a:lnTo>
                  <a:lnTo>
                    <a:pt x="215345" y="360645"/>
                  </a:lnTo>
                  <a:lnTo>
                    <a:pt x="214555" y="361239"/>
                  </a:lnTo>
                  <a:lnTo>
                    <a:pt x="214199" y="361149"/>
                  </a:lnTo>
                  <a:lnTo>
                    <a:pt x="213985" y="361491"/>
                  </a:lnTo>
                  <a:lnTo>
                    <a:pt x="213998" y="361628"/>
                  </a:lnTo>
                  <a:lnTo>
                    <a:pt x="213789" y="362234"/>
                  </a:lnTo>
                  <a:lnTo>
                    <a:pt x="213543" y="362570"/>
                  </a:lnTo>
                  <a:lnTo>
                    <a:pt x="213559" y="362746"/>
                  </a:lnTo>
                  <a:lnTo>
                    <a:pt x="213673" y="362894"/>
                  </a:lnTo>
                  <a:lnTo>
                    <a:pt x="213769" y="363034"/>
                  </a:lnTo>
                  <a:lnTo>
                    <a:pt x="213379" y="363385"/>
                  </a:lnTo>
                  <a:lnTo>
                    <a:pt x="213076" y="363476"/>
                  </a:lnTo>
                  <a:lnTo>
                    <a:pt x="212904" y="363434"/>
                  </a:lnTo>
                  <a:lnTo>
                    <a:pt x="212199" y="363565"/>
                  </a:lnTo>
                  <a:lnTo>
                    <a:pt x="212125" y="363705"/>
                  </a:lnTo>
                  <a:lnTo>
                    <a:pt x="211932" y="363966"/>
                  </a:lnTo>
                  <a:lnTo>
                    <a:pt x="211747" y="364047"/>
                  </a:lnTo>
                  <a:lnTo>
                    <a:pt x="211349" y="364210"/>
                  </a:lnTo>
                  <a:lnTo>
                    <a:pt x="211285" y="364782"/>
                  </a:lnTo>
                  <a:lnTo>
                    <a:pt x="211430" y="364997"/>
                  </a:lnTo>
                  <a:lnTo>
                    <a:pt x="211810" y="365362"/>
                  </a:lnTo>
                  <a:lnTo>
                    <a:pt x="211858" y="365507"/>
                  </a:lnTo>
                  <a:lnTo>
                    <a:pt x="211557" y="365964"/>
                  </a:lnTo>
                  <a:lnTo>
                    <a:pt x="211380" y="365955"/>
                  </a:lnTo>
                  <a:lnTo>
                    <a:pt x="210932" y="365830"/>
                  </a:lnTo>
                  <a:lnTo>
                    <a:pt x="210741" y="365361"/>
                  </a:lnTo>
                  <a:lnTo>
                    <a:pt x="210673" y="365175"/>
                  </a:lnTo>
                  <a:lnTo>
                    <a:pt x="210443" y="364730"/>
                  </a:lnTo>
                  <a:lnTo>
                    <a:pt x="209995" y="364760"/>
                  </a:lnTo>
                  <a:lnTo>
                    <a:pt x="209386" y="364450"/>
                  </a:lnTo>
                  <a:lnTo>
                    <a:pt x="208913" y="364629"/>
                  </a:lnTo>
                  <a:lnTo>
                    <a:pt x="208406" y="364846"/>
                  </a:lnTo>
                  <a:lnTo>
                    <a:pt x="207843" y="365225"/>
                  </a:lnTo>
                  <a:lnTo>
                    <a:pt x="207830" y="365415"/>
                  </a:lnTo>
                  <a:lnTo>
                    <a:pt x="207897" y="365636"/>
                  </a:lnTo>
                  <a:lnTo>
                    <a:pt x="208463" y="365702"/>
                  </a:lnTo>
                  <a:lnTo>
                    <a:pt x="208844" y="366000"/>
                  </a:lnTo>
                  <a:lnTo>
                    <a:pt x="209009" y="366288"/>
                  </a:lnTo>
                  <a:lnTo>
                    <a:pt x="208981" y="366628"/>
                  </a:lnTo>
                  <a:lnTo>
                    <a:pt x="209251" y="367164"/>
                  </a:lnTo>
                  <a:lnTo>
                    <a:pt x="209089" y="367444"/>
                  </a:lnTo>
                  <a:lnTo>
                    <a:pt x="208784" y="367696"/>
                  </a:lnTo>
                  <a:lnTo>
                    <a:pt x="208622" y="367690"/>
                  </a:lnTo>
                  <a:lnTo>
                    <a:pt x="207799" y="367460"/>
                  </a:lnTo>
                  <a:lnTo>
                    <a:pt x="207366" y="367504"/>
                  </a:lnTo>
                  <a:lnTo>
                    <a:pt x="207121" y="367760"/>
                  </a:lnTo>
                  <a:lnTo>
                    <a:pt x="207491" y="368044"/>
                  </a:lnTo>
                  <a:lnTo>
                    <a:pt x="207622" y="368117"/>
                  </a:lnTo>
                  <a:lnTo>
                    <a:pt x="207710" y="368361"/>
                  </a:lnTo>
                  <a:lnTo>
                    <a:pt x="207689" y="368794"/>
                  </a:lnTo>
                  <a:lnTo>
                    <a:pt x="207549" y="369490"/>
                  </a:lnTo>
                  <a:lnTo>
                    <a:pt x="207394" y="369657"/>
                  </a:lnTo>
                  <a:lnTo>
                    <a:pt x="207323" y="370116"/>
                  </a:lnTo>
                  <a:lnTo>
                    <a:pt x="207514" y="370402"/>
                  </a:lnTo>
                  <a:lnTo>
                    <a:pt x="207644" y="370582"/>
                  </a:lnTo>
                  <a:lnTo>
                    <a:pt x="207571" y="371204"/>
                  </a:lnTo>
                  <a:lnTo>
                    <a:pt x="207584" y="371646"/>
                  </a:lnTo>
                  <a:lnTo>
                    <a:pt x="207219" y="372181"/>
                  </a:lnTo>
                  <a:lnTo>
                    <a:pt x="207070" y="372463"/>
                  </a:lnTo>
                  <a:lnTo>
                    <a:pt x="207007" y="372970"/>
                  </a:lnTo>
                  <a:lnTo>
                    <a:pt x="207202" y="373110"/>
                  </a:lnTo>
                  <a:lnTo>
                    <a:pt x="206931" y="373888"/>
                  </a:lnTo>
                  <a:lnTo>
                    <a:pt x="206791" y="374195"/>
                  </a:lnTo>
                  <a:lnTo>
                    <a:pt x="206759" y="374360"/>
                  </a:lnTo>
                  <a:lnTo>
                    <a:pt x="207071" y="374895"/>
                  </a:lnTo>
                  <a:lnTo>
                    <a:pt x="206881" y="375445"/>
                  </a:lnTo>
                  <a:lnTo>
                    <a:pt x="206556" y="375530"/>
                  </a:lnTo>
                  <a:lnTo>
                    <a:pt x="206230" y="375805"/>
                  </a:lnTo>
                  <a:lnTo>
                    <a:pt x="206097" y="376053"/>
                  </a:lnTo>
                  <a:lnTo>
                    <a:pt x="205895" y="376418"/>
                  </a:lnTo>
                  <a:lnTo>
                    <a:pt x="205597" y="376565"/>
                  </a:lnTo>
                  <a:lnTo>
                    <a:pt x="205413" y="376674"/>
                  </a:lnTo>
                  <a:lnTo>
                    <a:pt x="205200" y="376803"/>
                  </a:lnTo>
                  <a:lnTo>
                    <a:pt x="204772" y="377068"/>
                  </a:lnTo>
                  <a:lnTo>
                    <a:pt x="204312" y="377166"/>
                  </a:lnTo>
                  <a:lnTo>
                    <a:pt x="203845" y="377017"/>
                  </a:lnTo>
                  <a:lnTo>
                    <a:pt x="203616" y="376982"/>
                  </a:lnTo>
                  <a:lnTo>
                    <a:pt x="203406" y="376958"/>
                  </a:lnTo>
                  <a:lnTo>
                    <a:pt x="203047" y="376937"/>
                  </a:lnTo>
                  <a:lnTo>
                    <a:pt x="202703" y="376957"/>
                  </a:lnTo>
                  <a:lnTo>
                    <a:pt x="202470" y="376987"/>
                  </a:lnTo>
                  <a:lnTo>
                    <a:pt x="202057" y="377203"/>
                  </a:lnTo>
                  <a:lnTo>
                    <a:pt x="201571" y="377354"/>
                  </a:lnTo>
                  <a:lnTo>
                    <a:pt x="200903" y="377322"/>
                  </a:lnTo>
                  <a:lnTo>
                    <a:pt x="200744" y="377616"/>
                  </a:lnTo>
                  <a:lnTo>
                    <a:pt x="200261" y="377781"/>
                  </a:lnTo>
                  <a:lnTo>
                    <a:pt x="200100" y="377799"/>
                  </a:lnTo>
                  <a:lnTo>
                    <a:pt x="199801" y="377966"/>
                  </a:lnTo>
                  <a:lnTo>
                    <a:pt x="199670" y="378038"/>
                  </a:lnTo>
                  <a:lnTo>
                    <a:pt x="199314" y="377970"/>
                  </a:lnTo>
                  <a:lnTo>
                    <a:pt x="199073" y="378115"/>
                  </a:lnTo>
                  <a:lnTo>
                    <a:pt x="198766" y="378300"/>
                  </a:lnTo>
                  <a:lnTo>
                    <a:pt x="198514" y="378546"/>
                  </a:lnTo>
                  <a:lnTo>
                    <a:pt x="198188" y="378865"/>
                  </a:lnTo>
                  <a:lnTo>
                    <a:pt x="197967" y="378958"/>
                  </a:lnTo>
                  <a:lnTo>
                    <a:pt x="197579" y="379121"/>
                  </a:lnTo>
                  <a:lnTo>
                    <a:pt x="197445" y="379177"/>
                  </a:lnTo>
                  <a:lnTo>
                    <a:pt x="197182" y="379220"/>
                  </a:lnTo>
                  <a:lnTo>
                    <a:pt x="196958" y="379257"/>
                  </a:lnTo>
                  <a:lnTo>
                    <a:pt x="196759" y="379363"/>
                  </a:lnTo>
                  <a:lnTo>
                    <a:pt x="196299" y="379597"/>
                  </a:lnTo>
                  <a:lnTo>
                    <a:pt x="196062" y="379646"/>
                  </a:lnTo>
                  <a:lnTo>
                    <a:pt x="195910" y="379678"/>
                  </a:lnTo>
                  <a:lnTo>
                    <a:pt x="195757" y="379709"/>
                  </a:lnTo>
                  <a:lnTo>
                    <a:pt x="195520" y="379762"/>
                  </a:lnTo>
                  <a:lnTo>
                    <a:pt x="195532" y="379965"/>
                  </a:lnTo>
                  <a:lnTo>
                    <a:pt x="195482" y="380378"/>
                  </a:lnTo>
                  <a:lnTo>
                    <a:pt x="195355" y="380527"/>
                  </a:lnTo>
                  <a:lnTo>
                    <a:pt x="195039" y="380638"/>
                  </a:lnTo>
                  <a:lnTo>
                    <a:pt x="194717" y="380751"/>
                  </a:lnTo>
                  <a:lnTo>
                    <a:pt x="194185" y="380963"/>
                  </a:lnTo>
                  <a:lnTo>
                    <a:pt x="194064" y="380830"/>
                  </a:lnTo>
                  <a:lnTo>
                    <a:pt x="193777" y="380578"/>
                  </a:lnTo>
                  <a:lnTo>
                    <a:pt x="193519" y="380497"/>
                  </a:lnTo>
                  <a:lnTo>
                    <a:pt x="193122" y="380411"/>
                  </a:lnTo>
                  <a:lnTo>
                    <a:pt x="192800" y="380639"/>
                  </a:lnTo>
                  <a:lnTo>
                    <a:pt x="192239" y="380942"/>
                  </a:lnTo>
                  <a:lnTo>
                    <a:pt x="191927" y="380892"/>
                  </a:lnTo>
                  <a:lnTo>
                    <a:pt x="191613" y="380634"/>
                  </a:lnTo>
                  <a:lnTo>
                    <a:pt x="191105" y="380377"/>
                  </a:lnTo>
                  <a:lnTo>
                    <a:pt x="191398" y="380200"/>
                  </a:lnTo>
                  <a:lnTo>
                    <a:pt x="191928" y="379879"/>
                  </a:lnTo>
                  <a:lnTo>
                    <a:pt x="192048" y="379716"/>
                  </a:lnTo>
                  <a:lnTo>
                    <a:pt x="192167" y="379556"/>
                  </a:lnTo>
                  <a:lnTo>
                    <a:pt x="191988" y="379342"/>
                  </a:lnTo>
                  <a:lnTo>
                    <a:pt x="191794" y="379185"/>
                  </a:lnTo>
                  <a:lnTo>
                    <a:pt x="191810" y="378586"/>
                  </a:lnTo>
                  <a:lnTo>
                    <a:pt x="191652" y="378213"/>
                  </a:lnTo>
                  <a:lnTo>
                    <a:pt x="191355" y="377907"/>
                  </a:lnTo>
                  <a:lnTo>
                    <a:pt x="191276" y="377637"/>
                  </a:lnTo>
                  <a:lnTo>
                    <a:pt x="191106" y="377628"/>
                  </a:lnTo>
                  <a:lnTo>
                    <a:pt x="190832" y="377315"/>
                  </a:lnTo>
                  <a:lnTo>
                    <a:pt x="190981" y="377212"/>
                  </a:lnTo>
                  <a:lnTo>
                    <a:pt x="190727" y="376834"/>
                  </a:lnTo>
                  <a:lnTo>
                    <a:pt x="190734" y="376683"/>
                  </a:lnTo>
                  <a:lnTo>
                    <a:pt x="190746" y="376447"/>
                  </a:lnTo>
                  <a:lnTo>
                    <a:pt x="190950" y="376055"/>
                  </a:lnTo>
                  <a:lnTo>
                    <a:pt x="191049" y="375678"/>
                  </a:lnTo>
                  <a:lnTo>
                    <a:pt x="190940" y="375348"/>
                  </a:lnTo>
                  <a:lnTo>
                    <a:pt x="190746" y="375180"/>
                  </a:lnTo>
                  <a:lnTo>
                    <a:pt x="190496" y="374964"/>
                  </a:lnTo>
                  <a:lnTo>
                    <a:pt x="190344" y="374989"/>
                  </a:lnTo>
                  <a:lnTo>
                    <a:pt x="190066" y="375025"/>
                  </a:lnTo>
                  <a:lnTo>
                    <a:pt x="189916" y="375226"/>
                  </a:lnTo>
                  <a:lnTo>
                    <a:pt x="189888" y="375445"/>
                  </a:lnTo>
                  <a:lnTo>
                    <a:pt x="189864" y="375627"/>
                  </a:lnTo>
                  <a:lnTo>
                    <a:pt x="189555" y="375802"/>
                  </a:lnTo>
                  <a:lnTo>
                    <a:pt x="189250" y="375972"/>
                  </a:lnTo>
                  <a:lnTo>
                    <a:pt x="189065" y="376075"/>
                  </a:lnTo>
                  <a:lnTo>
                    <a:pt x="188740" y="376301"/>
                  </a:lnTo>
                  <a:lnTo>
                    <a:pt x="188613" y="376447"/>
                  </a:lnTo>
                  <a:lnTo>
                    <a:pt x="188589" y="376661"/>
                  </a:lnTo>
                  <a:lnTo>
                    <a:pt x="188310" y="376854"/>
                  </a:lnTo>
                  <a:lnTo>
                    <a:pt x="187724" y="377012"/>
                  </a:lnTo>
                  <a:lnTo>
                    <a:pt x="188055" y="376570"/>
                  </a:lnTo>
                  <a:lnTo>
                    <a:pt x="188205" y="376364"/>
                  </a:lnTo>
                  <a:lnTo>
                    <a:pt x="188125" y="376158"/>
                  </a:lnTo>
                  <a:lnTo>
                    <a:pt x="188106" y="375982"/>
                  </a:lnTo>
                  <a:lnTo>
                    <a:pt x="188199" y="375732"/>
                  </a:lnTo>
                  <a:lnTo>
                    <a:pt x="187953" y="375783"/>
                  </a:lnTo>
                  <a:lnTo>
                    <a:pt x="187403" y="375172"/>
                  </a:lnTo>
                  <a:lnTo>
                    <a:pt x="187156" y="375122"/>
                  </a:lnTo>
                  <a:lnTo>
                    <a:pt x="186911" y="374781"/>
                  </a:lnTo>
                  <a:lnTo>
                    <a:pt x="186875" y="373681"/>
                  </a:lnTo>
                  <a:lnTo>
                    <a:pt x="186906" y="373181"/>
                  </a:lnTo>
                  <a:lnTo>
                    <a:pt x="186838" y="373048"/>
                  </a:lnTo>
                  <a:lnTo>
                    <a:pt x="186690" y="372755"/>
                  </a:lnTo>
                  <a:lnTo>
                    <a:pt x="186712" y="372524"/>
                  </a:lnTo>
                  <a:lnTo>
                    <a:pt x="186468" y="372440"/>
                  </a:lnTo>
                  <a:lnTo>
                    <a:pt x="186364" y="372066"/>
                  </a:lnTo>
                  <a:lnTo>
                    <a:pt x="186493" y="372015"/>
                  </a:lnTo>
                  <a:lnTo>
                    <a:pt x="186913" y="371849"/>
                  </a:lnTo>
                  <a:lnTo>
                    <a:pt x="186970" y="371695"/>
                  </a:lnTo>
                  <a:lnTo>
                    <a:pt x="186894" y="371409"/>
                  </a:lnTo>
                  <a:lnTo>
                    <a:pt x="186818" y="371122"/>
                  </a:lnTo>
                  <a:lnTo>
                    <a:pt x="186466" y="371205"/>
                  </a:lnTo>
                  <a:lnTo>
                    <a:pt x="185879" y="371580"/>
                  </a:lnTo>
                  <a:lnTo>
                    <a:pt x="184906" y="372098"/>
                  </a:lnTo>
                  <a:lnTo>
                    <a:pt x="184961" y="372534"/>
                  </a:lnTo>
                  <a:lnTo>
                    <a:pt x="184685" y="372789"/>
                  </a:lnTo>
                  <a:lnTo>
                    <a:pt x="184527" y="372989"/>
                  </a:lnTo>
                  <a:lnTo>
                    <a:pt x="184668" y="373189"/>
                  </a:lnTo>
                  <a:lnTo>
                    <a:pt x="184631" y="373610"/>
                  </a:lnTo>
                  <a:lnTo>
                    <a:pt x="184424" y="373773"/>
                  </a:lnTo>
                  <a:lnTo>
                    <a:pt x="184148" y="374166"/>
                  </a:lnTo>
                  <a:lnTo>
                    <a:pt x="184021" y="373929"/>
                  </a:lnTo>
                  <a:lnTo>
                    <a:pt x="183637" y="373956"/>
                  </a:lnTo>
                  <a:lnTo>
                    <a:pt x="183665" y="374088"/>
                  </a:lnTo>
                  <a:lnTo>
                    <a:pt x="183823" y="374326"/>
                  </a:lnTo>
                  <a:lnTo>
                    <a:pt x="183669" y="374534"/>
                  </a:lnTo>
                  <a:lnTo>
                    <a:pt x="183308" y="374316"/>
                  </a:lnTo>
                  <a:lnTo>
                    <a:pt x="183082" y="374258"/>
                  </a:lnTo>
                  <a:lnTo>
                    <a:pt x="182845" y="374376"/>
                  </a:lnTo>
                  <a:lnTo>
                    <a:pt x="182660" y="374484"/>
                  </a:lnTo>
                  <a:lnTo>
                    <a:pt x="181498" y="375230"/>
                  </a:lnTo>
                  <a:lnTo>
                    <a:pt x="181389" y="375572"/>
                  </a:lnTo>
                  <a:lnTo>
                    <a:pt x="181191" y="375769"/>
                  </a:lnTo>
                  <a:lnTo>
                    <a:pt x="180995" y="375816"/>
                  </a:lnTo>
                  <a:lnTo>
                    <a:pt x="180713" y="375873"/>
                  </a:lnTo>
                  <a:lnTo>
                    <a:pt x="180549" y="376197"/>
                  </a:lnTo>
                  <a:lnTo>
                    <a:pt x="180414" y="376245"/>
                  </a:lnTo>
                  <a:lnTo>
                    <a:pt x="180107" y="376163"/>
                  </a:lnTo>
                  <a:lnTo>
                    <a:pt x="179834" y="376337"/>
                  </a:lnTo>
                  <a:lnTo>
                    <a:pt x="179557" y="376396"/>
                  </a:lnTo>
                  <a:lnTo>
                    <a:pt x="178494" y="376208"/>
                  </a:lnTo>
                  <a:lnTo>
                    <a:pt x="178453" y="376027"/>
                  </a:lnTo>
                  <a:lnTo>
                    <a:pt x="178454" y="375693"/>
                  </a:lnTo>
                  <a:lnTo>
                    <a:pt x="178479" y="375244"/>
                  </a:lnTo>
                  <a:lnTo>
                    <a:pt x="178686" y="374718"/>
                  </a:lnTo>
                  <a:lnTo>
                    <a:pt x="178778" y="374264"/>
                  </a:lnTo>
                  <a:lnTo>
                    <a:pt x="178952" y="373563"/>
                  </a:lnTo>
                  <a:lnTo>
                    <a:pt x="178967" y="373291"/>
                  </a:lnTo>
                  <a:lnTo>
                    <a:pt x="178776" y="373053"/>
                  </a:lnTo>
                  <a:lnTo>
                    <a:pt x="179145" y="372719"/>
                  </a:lnTo>
                  <a:lnTo>
                    <a:pt x="178816" y="372306"/>
                  </a:lnTo>
                  <a:lnTo>
                    <a:pt x="178614" y="372316"/>
                  </a:lnTo>
                  <a:lnTo>
                    <a:pt x="178374" y="372438"/>
                  </a:lnTo>
                  <a:lnTo>
                    <a:pt x="178244" y="372526"/>
                  </a:lnTo>
                  <a:lnTo>
                    <a:pt x="178009" y="372686"/>
                  </a:lnTo>
                  <a:lnTo>
                    <a:pt x="177760" y="372855"/>
                  </a:lnTo>
                  <a:lnTo>
                    <a:pt x="177430" y="373269"/>
                  </a:lnTo>
                  <a:lnTo>
                    <a:pt x="177280" y="373234"/>
                  </a:lnTo>
                  <a:lnTo>
                    <a:pt x="177255" y="373043"/>
                  </a:lnTo>
                  <a:lnTo>
                    <a:pt x="177231" y="372856"/>
                  </a:lnTo>
                  <a:lnTo>
                    <a:pt x="176892" y="372869"/>
                  </a:lnTo>
                  <a:lnTo>
                    <a:pt x="176731" y="372801"/>
                  </a:lnTo>
                  <a:lnTo>
                    <a:pt x="176522" y="372444"/>
                  </a:lnTo>
                  <a:lnTo>
                    <a:pt x="176517" y="372205"/>
                  </a:lnTo>
                  <a:lnTo>
                    <a:pt x="176225" y="371729"/>
                  </a:lnTo>
                  <a:lnTo>
                    <a:pt x="176270" y="371454"/>
                  </a:lnTo>
                  <a:lnTo>
                    <a:pt x="176305" y="371032"/>
                  </a:lnTo>
                  <a:lnTo>
                    <a:pt x="176321" y="370846"/>
                  </a:lnTo>
                  <a:lnTo>
                    <a:pt x="176283" y="370425"/>
                  </a:lnTo>
                  <a:lnTo>
                    <a:pt x="176145" y="370344"/>
                  </a:lnTo>
                  <a:lnTo>
                    <a:pt x="175939" y="370176"/>
                  </a:lnTo>
                  <a:lnTo>
                    <a:pt x="175644" y="370006"/>
                  </a:lnTo>
                  <a:lnTo>
                    <a:pt x="175621" y="369652"/>
                  </a:lnTo>
                  <a:lnTo>
                    <a:pt x="175750" y="369327"/>
                  </a:lnTo>
                  <a:lnTo>
                    <a:pt x="176028" y="368678"/>
                  </a:lnTo>
                  <a:lnTo>
                    <a:pt x="176317" y="368062"/>
                  </a:lnTo>
                  <a:lnTo>
                    <a:pt x="176288" y="367830"/>
                  </a:lnTo>
                  <a:lnTo>
                    <a:pt x="176011" y="367795"/>
                  </a:lnTo>
                  <a:lnTo>
                    <a:pt x="175856" y="367775"/>
                  </a:lnTo>
                  <a:lnTo>
                    <a:pt x="175582" y="367740"/>
                  </a:lnTo>
                  <a:lnTo>
                    <a:pt x="175306" y="367705"/>
                  </a:lnTo>
                  <a:lnTo>
                    <a:pt x="175152" y="367316"/>
                  </a:lnTo>
                  <a:lnTo>
                    <a:pt x="175156" y="367183"/>
                  </a:lnTo>
                  <a:lnTo>
                    <a:pt x="175161" y="367002"/>
                  </a:lnTo>
                  <a:lnTo>
                    <a:pt x="174926" y="366877"/>
                  </a:lnTo>
                  <a:lnTo>
                    <a:pt x="174659" y="366794"/>
                  </a:lnTo>
                  <a:lnTo>
                    <a:pt x="174513" y="366748"/>
                  </a:lnTo>
                  <a:lnTo>
                    <a:pt x="174291" y="366679"/>
                  </a:lnTo>
                  <a:lnTo>
                    <a:pt x="174124" y="366717"/>
                  </a:lnTo>
                  <a:lnTo>
                    <a:pt x="174100" y="367195"/>
                  </a:lnTo>
                  <a:lnTo>
                    <a:pt x="173655" y="367529"/>
                  </a:lnTo>
                  <a:lnTo>
                    <a:pt x="173335" y="367308"/>
                  </a:lnTo>
                  <a:lnTo>
                    <a:pt x="173209" y="367143"/>
                  </a:lnTo>
                  <a:lnTo>
                    <a:pt x="172720" y="367074"/>
                  </a:lnTo>
                  <a:lnTo>
                    <a:pt x="172539" y="367082"/>
                  </a:lnTo>
                  <a:lnTo>
                    <a:pt x="172393" y="367012"/>
                  </a:lnTo>
                  <a:lnTo>
                    <a:pt x="172258" y="366948"/>
                  </a:lnTo>
                  <a:lnTo>
                    <a:pt x="172110" y="367005"/>
                  </a:lnTo>
                  <a:lnTo>
                    <a:pt x="171560" y="366667"/>
                  </a:lnTo>
                  <a:lnTo>
                    <a:pt x="171498" y="366349"/>
                  </a:lnTo>
                  <a:lnTo>
                    <a:pt x="171431" y="366143"/>
                  </a:lnTo>
                  <a:lnTo>
                    <a:pt x="171415" y="365701"/>
                  </a:lnTo>
                  <a:lnTo>
                    <a:pt x="171557" y="365645"/>
                  </a:lnTo>
                  <a:lnTo>
                    <a:pt x="171838" y="365619"/>
                  </a:lnTo>
                  <a:lnTo>
                    <a:pt x="172290" y="365366"/>
                  </a:lnTo>
                  <a:lnTo>
                    <a:pt x="172396" y="365094"/>
                  </a:lnTo>
                  <a:lnTo>
                    <a:pt x="172456" y="364809"/>
                  </a:lnTo>
                  <a:lnTo>
                    <a:pt x="172476" y="364466"/>
                  </a:lnTo>
                  <a:lnTo>
                    <a:pt x="172594" y="364139"/>
                  </a:lnTo>
                  <a:lnTo>
                    <a:pt x="172385" y="364001"/>
                  </a:lnTo>
                  <a:lnTo>
                    <a:pt x="172369" y="363857"/>
                  </a:lnTo>
                  <a:lnTo>
                    <a:pt x="172435" y="363620"/>
                  </a:lnTo>
                  <a:lnTo>
                    <a:pt x="172348" y="363447"/>
                  </a:lnTo>
                  <a:lnTo>
                    <a:pt x="172197" y="363352"/>
                  </a:lnTo>
                  <a:lnTo>
                    <a:pt x="172083" y="363169"/>
                  </a:lnTo>
                  <a:lnTo>
                    <a:pt x="172072" y="363025"/>
                  </a:lnTo>
                  <a:lnTo>
                    <a:pt x="172188" y="362645"/>
                  </a:lnTo>
                  <a:lnTo>
                    <a:pt x="172349" y="362399"/>
                  </a:lnTo>
                  <a:lnTo>
                    <a:pt x="171317" y="362213"/>
                  </a:lnTo>
                  <a:lnTo>
                    <a:pt x="171242" y="362028"/>
                  </a:lnTo>
                  <a:lnTo>
                    <a:pt x="171183" y="361726"/>
                  </a:lnTo>
                  <a:lnTo>
                    <a:pt x="171023" y="361466"/>
                  </a:lnTo>
                  <a:lnTo>
                    <a:pt x="170854" y="361361"/>
                  </a:lnTo>
                  <a:lnTo>
                    <a:pt x="170691" y="361292"/>
                  </a:lnTo>
                  <a:lnTo>
                    <a:pt x="170264" y="360844"/>
                  </a:lnTo>
                  <a:lnTo>
                    <a:pt x="169566" y="360420"/>
                  </a:lnTo>
                  <a:lnTo>
                    <a:pt x="169126" y="360324"/>
                  </a:lnTo>
                  <a:lnTo>
                    <a:pt x="168764" y="360193"/>
                  </a:lnTo>
                  <a:lnTo>
                    <a:pt x="168603" y="360058"/>
                  </a:lnTo>
                  <a:lnTo>
                    <a:pt x="168224" y="359692"/>
                  </a:lnTo>
                  <a:lnTo>
                    <a:pt x="168100" y="359396"/>
                  </a:lnTo>
                  <a:lnTo>
                    <a:pt x="168105" y="359110"/>
                  </a:lnTo>
                  <a:lnTo>
                    <a:pt x="168175" y="358737"/>
                  </a:lnTo>
                  <a:lnTo>
                    <a:pt x="168297" y="358284"/>
                  </a:lnTo>
                  <a:lnTo>
                    <a:pt x="168400" y="358087"/>
                  </a:lnTo>
                  <a:lnTo>
                    <a:pt x="168631" y="357803"/>
                  </a:lnTo>
                  <a:lnTo>
                    <a:pt x="168080" y="357611"/>
                  </a:lnTo>
                  <a:lnTo>
                    <a:pt x="167425" y="357065"/>
                  </a:lnTo>
                  <a:lnTo>
                    <a:pt x="167062" y="357153"/>
                  </a:lnTo>
                  <a:lnTo>
                    <a:pt x="166402" y="357648"/>
                  </a:lnTo>
                  <a:lnTo>
                    <a:pt x="166332" y="358196"/>
                  </a:lnTo>
                  <a:lnTo>
                    <a:pt x="166235" y="358565"/>
                  </a:lnTo>
                  <a:lnTo>
                    <a:pt x="165881" y="358745"/>
                  </a:lnTo>
                  <a:lnTo>
                    <a:pt x="165714" y="358692"/>
                  </a:lnTo>
                  <a:lnTo>
                    <a:pt x="165486" y="358731"/>
                  </a:lnTo>
                  <a:lnTo>
                    <a:pt x="164846" y="358990"/>
                  </a:lnTo>
                  <a:lnTo>
                    <a:pt x="164194" y="359210"/>
                  </a:lnTo>
                  <a:lnTo>
                    <a:pt x="163847" y="359254"/>
                  </a:lnTo>
                  <a:lnTo>
                    <a:pt x="163499" y="359248"/>
                  </a:lnTo>
                  <a:lnTo>
                    <a:pt x="163247" y="359199"/>
                  </a:lnTo>
                  <a:lnTo>
                    <a:pt x="162932" y="359108"/>
                  </a:lnTo>
                  <a:lnTo>
                    <a:pt x="162797" y="359069"/>
                  </a:lnTo>
                  <a:lnTo>
                    <a:pt x="162511" y="359050"/>
                  </a:lnTo>
                  <a:lnTo>
                    <a:pt x="162318" y="359038"/>
                  </a:lnTo>
                  <a:lnTo>
                    <a:pt x="161754" y="359172"/>
                  </a:lnTo>
                  <a:lnTo>
                    <a:pt x="161623" y="359283"/>
                  </a:lnTo>
                  <a:lnTo>
                    <a:pt x="161169" y="359631"/>
                  </a:lnTo>
                  <a:lnTo>
                    <a:pt x="161196" y="359781"/>
                  </a:lnTo>
                  <a:lnTo>
                    <a:pt x="161192" y="360063"/>
                  </a:lnTo>
                  <a:lnTo>
                    <a:pt x="161092" y="360313"/>
                  </a:lnTo>
                  <a:lnTo>
                    <a:pt x="161131" y="360468"/>
                  </a:lnTo>
                  <a:lnTo>
                    <a:pt x="161270" y="360853"/>
                  </a:lnTo>
                  <a:lnTo>
                    <a:pt x="161476" y="360919"/>
                  </a:lnTo>
                  <a:lnTo>
                    <a:pt x="161521" y="361115"/>
                  </a:lnTo>
                  <a:lnTo>
                    <a:pt x="161536" y="361327"/>
                  </a:lnTo>
                  <a:lnTo>
                    <a:pt x="161462" y="361604"/>
                  </a:lnTo>
                  <a:lnTo>
                    <a:pt x="161315" y="361814"/>
                  </a:lnTo>
                  <a:lnTo>
                    <a:pt x="161036" y="361997"/>
                  </a:lnTo>
                  <a:lnTo>
                    <a:pt x="160697" y="362177"/>
                  </a:lnTo>
                  <a:lnTo>
                    <a:pt x="160005" y="362205"/>
                  </a:lnTo>
                  <a:lnTo>
                    <a:pt x="159694" y="362285"/>
                  </a:lnTo>
                  <a:lnTo>
                    <a:pt x="159249" y="362456"/>
                  </a:lnTo>
                  <a:lnTo>
                    <a:pt x="158992" y="362805"/>
                  </a:lnTo>
                  <a:lnTo>
                    <a:pt x="158991" y="363016"/>
                  </a:lnTo>
                  <a:lnTo>
                    <a:pt x="158821" y="363244"/>
                  </a:lnTo>
                  <a:lnTo>
                    <a:pt x="158669" y="363380"/>
                  </a:lnTo>
                  <a:lnTo>
                    <a:pt x="158619" y="363778"/>
                  </a:lnTo>
                  <a:lnTo>
                    <a:pt x="158577" y="363996"/>
                  </a:lnTo>
                  <a:lnTo>
                    <a:pt x="158483" y="364252"/>
                  </a:lnTo>
                  <a:lnTo>
                    <a:pt x="158361" y="364423"/>
                  </a:lnTo>
                  <a:lnTo>
                    <a:pt x="158298" y="364748"/>
                  </a:lnTo>
                  <a:lnTo>
                    <a:pt x="158111" y="365088"/>
                  </a:lnTo>
                  <a:lnTo>
                    <a:pt x="157775" y="364913"/>
                  </a:lnTo>
                  <a:lnTo>
                    <a:pt x="157560" y="364853"/>
                  </a:lnTo>
                  <a:lnTo>
                    <a:pt x="157092" y="365111"/>
                  </a:lnTo>
                  <a:lnTo>
                    <a:pt x="156866" y="365594"/>
                  </a:lnTo>
                  <a:lnTo>
                    <a:pt x="157000" y="365844"/>
                  </a:lnTo>
                  <a:lnTo>
                    <a:pt x="157050" y="366033"/>
                  </a:lnTo>
                  <a:lnTo>
                    <a:pt x="157121" y="366830"/>
                  </a:lnTo>
                  <a:lnTo>
                    <a:pt x="157396" y="367099"/>
                  </a:lnTo>
                  <a:lnTo>
                    <a:pt x="157396" y="367486"/>
                  </a:lnTo>
                  <a:lnTo>
                    <a:pt x="157492" y="367744"/>
                  </a:lnTo>
                  <a:lnTo>
                    <a:pt x="157522" y="368055"/>
                  </a:lnTo>
                  <a:lnTo>
                    <a:pt x="157494" y="368451"/>
                  </a:lnTo>
                  <a:lnTo>
                    <a:pt x="157596" y="368599"/>
                  </a:lnTo>
                  <a:lnTo>
                    <a:pt x="157734" y="368889"/>
                  </a:lnTo>
                  <a:lnTo>
                    <a:pt x="157897" y="369219"/>
                  </a:lnTo>
                  <a:lnTo>
                    <a:pt x="158106" y="369275"/>
                  </a:lnTo>
                  <a:lnTo>
                    <a:pt x="158686" y="369313"/>
                  </a:lnTo>
                  <a:lnTo>
                    <a:pt x="158862" y="369390"/>
                  </a:lnTo>
                  <a:lnTo>
                    <a:pt x="158939" y="369603"/>
                  </a:lnTo>
                  <a:lnTo>
                    <a:pt x="158963" y="369918"/>
                  </a:lnTo>
                  <a:lnTo>
                    <a:pt x="158844" y="370247"/>
                  </a:lnTo>
                  <a:lnTo>
                    <a:pt x="158806" y="370572"/>
                  </a:lnTo>
                  <a:lnTo>
                    <a:pt x="158812" y="371040"/>
                  </a:lnTo>
                  <a:lnTo>
                    <a:pt x="158698" y="371326"/>
                  </a:lnTo>
                  <a:lnTo>
                    <a:pt x="158690" y="371605"/>
                  </a:lnTo>
                  <a:lnTo>
                    <a:pt x="158731" y="371822"/>
                  </a:lnTo>
                  <a:lnTo>
                    <a:pt x="158817" y="372089"/>
                  </a:lnTo>
                  <a:lnTo>
                    <a:pt x="158869" y="372250"/>
                  </a:lnTo>
                  <a:lnTo>
                    <a:pt x="158843" y="372697"/>
                  </a:lnTo>
                  <a:lnTo>
                    <a:pt x="158930" y="372856"/>
                  </a:lnTo>
                  <a:lnTo>
                    <a:pt x="158958" y="372995"/>
                  </a:lnTo>
                  <a:lnTo>
                    <a:pt x="158638" y="373486"/>
                  </a:lnTo>
                  <a:lnTo>
                    <a:pt x="158495" y="373516"/>
                  </a:lnTo>
                  <a:lnTo>
                    <a:pt x="158273" y="373627"/>
                  </a:lnTo>
                  <a:lnTo>
                    <a:pt x="157867" y="374030"/>
                  </a:lnTo>
                  <a:lnTo>
                    <a:pt x="157943" y="374371"/>
                  </a:lnTo>
                  <a:lnTo>
                    <a:pt x="158131" y="374980"/>
                  </a:lnTo>
                  <a:lnTo>
                    <a:pt x="157729" y="375048"/>
                  </a:lnTo>
                  <a:lnTo>
                    <a:pt x="157559" y="375120"/>
                  </a:lnTo>
                  <a:lnTo>
                    <a:pt x="157074" y="375029"/>
                  </a:lnTo>
                  <a:lnTo>
                    <a:pt x="156936" y="374936"/>
                  </a:lnTo>
                  <a:lnTo>
                    <a:pt x="156476" y="374645"/>
                  </a:lnTo>
                  <a:lnTo>
                    <a:pt x="156149" y="374553"/>
                  </a:lnTo>
                  <a:lnTo>
                    <a:pt x="155964" y="374502"/>
                  </a:lnTo>
                  <a:lnTo>
                    <a:pt x="155633" y="374447"/>
                  </a:lnTo>
                  <a:lnTo>
                    <a:pt x="155179" y="374487"/>
                  </a:lnTo>
                  <a:lnTo>
                    <a:pt x="154883" y="374610"/>
                  </a:lnTo>
                  <a:lnTo>
                    <a:pt x="154675" y="374774"/>
                  </a:lnTo>
                  <a:lnTo>
                    <a:pt x="154557" y="374906"/>
                  </a:lnTo>
                  <a:lnTo>
                    <a:pt x="154440" y="375036"/>
                  </a:lnTo>
                  <a:lnTo>
                    <a:pt x="154322" y="375271"/>
                  </a:lnTo>
                  <a:lnTo>
                    <a:pt x="154167" y="375869"/>
                  </a:lnTo>
                  <a:lnTo>
                    <a:pt x="154150" y="376283"/>
                  </a:lnTo>
                  <a:lnTo>
                    <a:pt x="154139" y="376656"/>
                  </a:lnTo>
                  <a:lnTo>
                    <a:pt x="154133" y="376855"/>
                  </a:lnTo>
                  <a:lnTo>
                    <a:pt x="154106" y="377170"/>
                  </a:lnTo>
                  <a:lnTo>
                    <a:pt x="153239" y="377750"/>
                  </a:lnTo>
                  <a:lnTo>
                    <a:pt x="153043" y="377707"/>
                  </a:lnTo>
                  <a:lnTo>
                    <a:pt x="152740" y="377620"/>
                  </a:lnTo>
                  <a:lnTo>
                    <a:pt x="152347" y="377544"/>
                  </a:lnTo>
                  <a:lnTo>
                    <a:pt x="152030" y="377558"/>
                  </a:lnTo>
                  <a:lnTo>
                    <a:pt x="151849" y="377659"/>
                  </a:lnTo>
                  <a:lnTo>
                    <a:pt x="151630" y="377763"/>
                  </a:lnTo>
                  <a:lnTo>
                    <a:pt x="151300" y="377884"/>
                  </a:lnTo>
                  <a:lnTo>
                    <a:pt x="151042" y="377958"/>
                  </a:lnTo>
                  <a:lnTo>
                    <a:pt x="150793" y="378024"/>
                  </a:lnTo>
                  <a:lnTo>
                    <a:pt x="150580" y="378082"/>
                  </a:lnTo>
                  <a:lnTo>
                    <a:pt x="150413" y="378138"/>
                  </a:lnTo>
                  <a:lnTo>
                    <a:pt x="149568" y="378286"/>
                  </a:lnTo>
                  <a:lnTo>
                    <a:pt x="149044" y="378170"/>
                  </a:lnTo>
                  <a:lnTo>
                    <a:pt x="148868" y="378024"/>
                  </a:lnTo>
                  <a:lnTo>
                    <a:pt x="148239" y="377768"/>
                  </a:lnTo>
                  <a:lnTo>
                    <a:pt x="148101" y="377861"/>
                  </a:lnTo>
                  <a:lnTo>
                    <a:pt x="147967" y="377966"/>
                  </a:lnTo>
                  <a:lnTo>
                    <a:pt x="147581" y="378192"/>
                  </a:lnTo>
                  <a:lnTo>
                    <a:pt x="145802" y="378059"/>
                  </a:lnTo>
                  <a:lnTo>
                    <a:pt x="145423" y="377920"/>
                  </a:lnTo>
                  <a:lnTo>
                    <a:pt x="145197" y="377908"/>
                  </a:lnTo>
                  <a:lnTo>
                    <a:pt x="144667" y="378067"/>
                  </a:lnTo>
                  <a:lnTo>
                    <a:pt x="144526" y="378157"/>
                  </a:lnTo>
                  <a:lnTo>
                    <a:pt x="144383" y="378224"/>
                  </a:lnTo>
                  <a:lnTo>
                    <a:pt x="144125" y="378336"/>
                  </a:lnTo>
                  <a:lnTo>
                    <a:pt x="143650" y="378436"/>
                  </a:lnTo>
                  <a:lnTo>
                    <a:pt x="143378" y="378479"/>
                  </a:lnTo>
                  <a:lnTo>
                    <a:pt x="142983" y="378943"/>
                  </a:lnTo>
                  <a:lnTo>
                    <a:pt x="142979" y="379102"/>
                  </a:lnTo>
                  <a:lnTo>
                    <a:pt x="143052" y="379577"/>
                  </a:lnTo>
                  <a:lnTo>
                    <a:pt x="143072" y="379788"/>
                  </a:lnTo>
                  <a:lnTo>
                    <a:pt x="142916" y="380312"/>
                  </a:lnTo>
                  <a:lnTo>
                    <a:pt x="141097" y="381796"/>
                  </a:lnTo>
                  <a:lnTo>
                    <a:pt x="141041" y="382103"/>
                  </a:lnTo>
                  <a:lnTo>
                    <a:pt x="140790" y="382398"/>
                  </a:lnTo>
                  <a:lnTo>
                    <a:pt x="140240" y="382521"/>
                  </a:lnTo>
                  <a:lnTo>
                    <a:pt x="139331" y="382538"/>
                  </a:lnTo>
                  <a:lnTo>
                    <a:pt x="138986" y="382719"/>
                  </a:lnTo>
                  <a:lnTo>
                    <a:pt x="138798" y="382803"/>
                  </a:lnTo>
                  <a:lnTo>
                    <a:pt x="138451" y="383032"/>
                  </a:lnTo>
                  <a:lnTo>
                    <a:pt x="138319" y="383143"/>
                  </a:lnTo>
                  <a:lnTo>
                    <a:pt x="138019" y="383661"/>
                  </a:lnTo>
                  <a:lnTo>
                    <a:pt x="137905" y="383852"/>
                  </a:lnTo>
                  <a:lnTo>
                    <a:pt x="137726" y="384069"/>
                  </a:lnTo>
                  <a:lnTo>
                    <a:pt x="137155" y="384176"/>
                  </a:lnTo>
                  <a:lnTo>
                    <a:pt x="136877" y="384240"/>
                  </a:lnTo>
                  <a:lnTo>
                    <a:pt x="136396" y="384414"/>
                  </a:lnTo>
                  <a:lnTo>
                    <a:pt x="136196" y="384488"/>
                  </a:lnTo>
                  <a:lnTo>
                    <a:pt x="135736" y="384587"/>
                  </a:lnTo>
                  <a:lnTo>
                    <a:pt x="135450" y="384654"/>
                  </a:lnTo>
                  <a:lnTo>
                    <a:pt x="135087" y="384828"/>
                  </a:lnTo>
                  <a:lnTo>
                    <a:pt x="134808" y="385038"/>
                  </a:lnTo>
                  <a:lnTo>
                    <a:pt x="134739" y="385180"/>
                  </a:lnTo>
                  <a:lnTo>
                    <a:pt x="134655" y="385487"/>
                  </a:lnTo>
                  <a:lnTo>
                    <a:pt x="134134" y="385753"/>
                  </a:lnTo>
                  <a:lnTo>
                    <a:pt x="133655" y="385895"/>
                  </a:lnTo>
                  <a:lnTo>
                    <a:pt x="132839" y="386361"/>
                  </a:lnTo>
                  <a:lnTo>
                    <a:pt x="131929" y="386495"/>
                  </a:lnTo>
                  <a:lnTo>
                    <a:pt x="131682" y="386588"/>
                  </a:lnTo>
                  <a:lnTo>
                    <a:pt x="131307" y="386811"/>
                  </a:lnTo>
                  <a:lnTo>
                    <a:pt x="131147" y="386903"/>
                  </a:lnTo>
                  <a:lnTo>
                    <a:pt x="130667" y="387110"/>
                  </a:lnTo>
                  <a:lnTo>
                    <a:pt x="130164" y="387159"/>
                  </a:lnTo>
                  <a:lnTo>
                    <a:pt x="129698" y="387206"/>
                  </a:lnTo>
                  <a:lnTo>
                    <a:pt x="128475" y="387846"/>
                  </a:lnTo>
                  <a:lnTo>
                    <a:pt x="127326" y="387621"/>
                  </a:lnTo>
                  <a:lnTo>
                    <a:pt x="127124" y="387633"/>
                  </a:lnTo>
                  <a:lnTo>
                    <a:pt x="126799" y="387736"/>
                  </a:lnTo>
                  <a:lnTo>
                    <a:pt x="126659" y="387869"/>
                  </a:lnTo>
                  <a:lnTo>
                    <a:pt x="126189" y="388052"/>
                  </a:lnTo>
                  <a:lnTo>
                    <a:pt x="125884" y="387878"/>
                  </a:lnTo>
                  <a:lnTo>
                    <a:pt x="125696" y="387744"/>
                  </a:lnTo>
                  <a:lnTo>
                    <a:pt x="125515" y="387605"/>
                  </a:lnTo>
                  <a:lnTo>
                    <a:pt x="125203" y="387486"/>
                  </a:lnTo>
                  <a:lnTo>
                    <a:pt x="124019" y="388545"/>
                  </a:lnTo>
                  <a:lnTo>
                    <a:pt x="122447" y="388476"/>
                  </a:lnTo>
                  <a:lnTo>
                    <a:pt x="122028" y="388644"/>
                  </a:lnTo>
                  <a:lnTo>
                    <a:pt x="122853" y="390267"/>
                  </a:lnTo>
                  <a:lnTo>
                    <a:pt x="123156" y="390757"/>
                  </a:lnTo>
                  <a:lnTo>
                    <a:pt x="123283" y="390957"/>
                  </a:lnTo>
                  <a:lnTo>
                    <a:pt x="123365" y="391087"/>
                  </a:lnTo>
                  <a:lnTo>
                    <a:pt x="123447" y="391217"/>
                  </a:lnTo>
                  <a:lnTo>
                    <a:pt x="123897" y="391628"/>
                  </a:lnTo>
                  <a:lnTo>
                    <a:pt x="124103" y="392135"/>
                  </a:lnTo>
                  <a:lnTo>
                    <a:pt x="124069" y="392779"/>
                  </a:lnTo>
                  <a:lnTo>
                    <a:pt x="124296" y="393126"/>
                  </a:lnTo>
                  <a:lnTo>
                    <a:pt x="124452" y="393578"/>
                  </a:lnTo>
                  <a:lnTo>
                    <a:pt x="124411" y="394022"/>
                  </a:lnTo>
                  <a:lnTo>
                    <a:pt x="124306" y="394187"/>
                  </a:lnTo>
                  <a:lnTo>
                    <a:pt x="124247" y="394742"/>
                  </a:lnTo>
                  <a:lnTo>
                    <a:pt x="124186" y="395135"/>
                  </a:lnTo>
                  <a:lnTo>
                    <a:pt x="124058" y="395692"/>
                  </a:lnTo>
                  <a:lnTo>
                    <a:pt x="123546" y="396290"/>
                  </a:lnTo>
                  <a:lnTo>
                    <a:pt x="123620" y="396548"/>
                  </a:lnTo>
                  <a:lnTo>
                    <a:pt x="123292" y="397470"/>
                  </a:lnTo>
                  <a:lnTo>
                    <a:pt x="123224" y="397774"/>
                  </a:lnTo>
                  <a:lnTo>
                    <a:pt x="121965" y="398186"/>
                  </a:lnTo>
                  <a:lnTo>
                    <a:pt x="121725" y="398639"/>
                  </a:lnTo>
                  <a:lnTo>
                    <a:pt x="121622" y="399074"/>
                  </a:lnTo>
                  <a:lnTo>
                    <a:pt x="121596" y="399327"/>
                  </a:lnTo>
                  <a:lnTo>
                    <a:pt x="121272" y="399777"/>
                  </a:lnTo>
                  <a:lnTo>
                    <a:pt x="120695" y="400066"/>
                  </a:lnTo>
                  <a:lnTo>
                    <a:pt x="120399" y="400567"/>
                  </a:lnTo>
                  <a:lnTo>
                    <a:pt x="117626" y="402523"/>
                  </a:lnTo>
                  <a:lnTo>
                    <a:pt x="117556" y="402703"/>
                  </a:lnTo>
                  <a:lnTo>
                    <a:pt x="117403" y="403119"/>
                  </a:lnTo>
                  <a:lnTo>
                    <a:pt x="116809" y="404064"/>
                  </a:lnTo>
                  <a:lnTo>
                    <a:pt x="94028" y="395328"/>
                  </a:lnTo>
                  <a:lnTo>
                    <a:pt x="94040" y="395110"/>
                  </a:lnTo>
                  <a:lnTo>
                    <a:pt x="92119" y="390910"/>
                  </a:lnTo>
                  <a:lnTo>
                    <a:pt x="91826" y="390331"/>
                  </a:lnTo>
                  <a:lnTo>
                    <a:pt x="91551" y="390143"/>
                  </a:lnTo>
                  <a:lnTo>
                    <a:pt x="91243" y="389950"/>
                  </a:lnTo>
                  <a:lnTo>
                    <a:pt x="91071" y="389891"/>
                  </a:lnTo>
                  <a:lnTo>
                    <a:pt x="90729" y="389801"/>
                  </a:lnTo>
                  <a:lnTo>
                    <a:pt x="90454" y="389731"/>
                  </a:lnTo>
                  <a:lnTo>
                    <a:pt x="90077" y="389608"/>
                  </a:lnTo>
                  <a:lnTo>
                    <a:pt x="89698" y="389420"/>
                  </a:lnTo>
                  <a:lnTo>
                    <a:pt x="89302" y="389392"/>
                  </a:lnTo>
                  <a:lnTo>
                    <a:pt x="88360" y="389449"/>
                  </a:lnTo>
                  <a:lnTo>
                    <a:pt x="88155" y="389512"/>
                  </a:lnTo>
                  <a:lnTo>
                    <a:pt x="87887" y="389574"/>
                  </a:lnTo>
                  <a:lnTo>
                    <a:pt x="87694" y="389688"/>
                  </a:lnTo>
                  <a:lnTo>
                    <a:pt x="87172" y="390194"/>
                  </a:lnTo>
                  <a:lnTo>
                    <a:pt x="86734" y="390280"/>
                  </a:lnTo>
                  <a:lnTo>
                    <a:pt x="86477" y="390283"/>
                  </a:lnTo>
                  <a:lnTo>
                    <a:pt x="86143" y="390275"/>
                  </a:lnTo>
                  <a:lnTo>
                    <a:pt x="85854" y="390242"/>
                  </a:lnTo>
                  <a:lnTo>
                    <a:pt x="85195" y="390066"/>
                  </a:lnTo>
                  <a:lnTo>
                    <a:pt x="84895" y="390034"/>
                  </a:lnTo>
                  <a:lnTo>
                    <a:pt x="84280" y="389910"/>
                  </a:lnTo>
                  <a:lnTo>
                    <a:pt x="84248" y="388667"/>
                  </a:lnTo>
                  <a:lnTo>
                    <a:pt x="84019" y="388310"/>
                  </a:lnTo>
                  <a:lnTo>
                    <a:pt x="83284" y="388333"/>
                  </a:lnTo>
                  <a:lnTo>
                    <a:pt x="83065" y="387809"/>
                  </a:lnTo>
                  <a:lnTo>
                    <a:pt x="82778" y="387529"/>
                  </a:lnTo>
                  <a:lnTo>
                    <a:pt x="82346" y="387520"/>
                  </a:lnTo>
                  <a:lnTo>
                    <a:pt x="81995" y="386806"/>
                  </a:lnTo>
                  <a:lnTo>
                    <a:pt x="80635" y="387285"/>
                  </a:lnTo>
                  <a:lnTo>
                    <a:pt x="80315" y="387659"/>
                  </a:lnTo>
                  <a:lnTo>
                    <a:pt x="80064" y="388149"/>
                  </a:lnTo>
                  <a:lnTo>
                    <a:pt x="79149" y="388307"/>
                  </a:lnTo>
                  <a:lnTo>
                    <a:pt x="78562" y="388694"/>
                  </a:lnTo>
                  <a:lnTo>
                    <a:pt x="78516" y="388836"/>
                  </a:lnTo>
                  <a:lnTo>
                    <a:pt x="78409" y="389047"/>
                  </a:lnTo>
                  <a:lnTo>
                    <a:pt x="78194" y="389261"/>
                  </a:lnTo>
                  <a:lnTo>
                    <a:pt x="77903" y="389373"/>
                  </a:lnTo>
                  <a:lnTo>
                    <a:pt x="77504" y="389553"/>
                  </a:lnTo>
                  <a:lnTo>
                    <a:pt x="77255" y="389681"/>
                  </a:lnTo>
                  <a:lnTo>
                    <a:pt x="76859" y="390056"/>
                  </a:lnTo>
                  <a:lnTo>
                    <a:pt x="76718" y="390247"/>
                  </a:lnTo>
                  <a:lnTo>
                    <a:pt x="76001" y="391632"/>
                  </a:lnTo>
                  <a:lnTo>
                    <a:pt x="75560" y="392183"/>
                  </a:lnTo>
                  <a:lnTo>
                    <a:pt x="75380" y="392301"/>
                  </a:lnTo>
                  <a:lnTo>
                    <a:pt x="74728" y="392676"/>
                  </a:lnTo>
                  <a:lnTo>
                    <a:pt x="74547" y="393076"/>
                  </a:lnTo>
                  <a:lnTo>
                    <a:pt x="74288" y="396915"/>
                  </a:lnTo>
                  <a:lnTo>
                    <a:pt x="74057" y="396916"/>
                  </a:lnTo>
                  <a:lnTo>
                    <a:pt x="73853" y="396923"/>
                  </a:lnTo>
                  <a:lnTo>
                    <a:pt x="73436" y="397056"/>
                  </a:lnTo>
                  <a:lnTo>
                    <a:pt x="73305" y="397144"/>
                  </a:lnTo>
                  <a:lnTo>
                    <a:pt x="72787" y="397509"/>
                  </a:lnTo>
                  <a:lnTo>
                    <a:pt x="72180" y="397773"/>
                  </a:lnTo>
                  <a:lnTo>
                    <a:pt x="71743" y="397865"/>
                  </a:lnTo>
                  <a:lnTo>
                    <a:pt x="71009" y="397990"/>
                  </a:lnTo>
                  <a:lnTo>
                    <a:pt x="70219" y="398196"/>
                  </a:lnTo>
                  <a:lnTo>
                    <a:pt x="69335" y="398361"/>
                  </a:lnTo>
                  <a:lnTo>
                    <a:pt x="68644" y="398601"/>
                  </a:lnTo>
                  <a:lnTo>
                    <a:pt x="68441" y="398769"/>
                  </a:lnTo>
                  <a:lnTo>
                    <a:pt x="68226" y="398891"/>
                  </a:lnTo>
                  <a:lnTo>
                    <a:pt x="67931" y="399041"/>
                  </a:lnTo>
                  <a:lnTo>
                    <a:pt x="67670" y="399229"/>
                  </a:lnTo>
                  <a:lnTo>
                    <a:pt x="67344" y="399582"/>
                  </a:lnTo>
                  <a:lnTo>
                    <a:pt x="67240" y="399786"/>
                  </a:lnTo>
                  <a:lnTo>
                    <a:pt x="67115" y="400174"/>
                  </a:lnTo>
                  <a:lnTo>
                    <a:pt x="67110" y="400597"/>
                  </a:lnTo>
                  <a:lnTo>
                    <a:pt x="67111" y="400869"/>
                  </a:lnTo>
                  <a:lnTo>
                    <a:pt x="67072" y="401043"/>
                  </a:lnTo>
                  <a:lnTo>
                    <a:pt x="66978" y="401253"/>
                  </a:lnTo>
                  <a:lnTo>
                    <a:pt x="66831" y="401462"/>
                  </a:lnTo>
                  <a:lnTo>
                    <a:pt x="66581" y="401717"/>
                  </a:lnTo>
                  <a:lnTo>
                    <a:pt x="64393" y="402884"/>
                  </a:lnTo>
                  <a:lnTo>
                    <a:pt x="64257" y="402903"/>
                  </a:lnTo>
                  <a:lnTo>
                    <a:pt x="63969" y="402904"/>
                  </a:lnTo>
                  <a:lnTo>
                    <a:pt x="63752" y="402925"/>
                  </a:lnTo>
                  <a:lnTo>
                    <a:pt x="63526" y="402989"/>
                  </a:lnTo>
                  <a:lnTo>
                    <a:pt x="63142" y="403096"/>
                  </a:lnTo>
                  <a:lnTo>
                    <a:pt x="62858" y="403215"/>
                  </a:lnTo>
                  <a:lnTo>
                    <a:pt x="62514" y="403494"/>
                  </a:lnTo>
                  <a:lnTo>
                    <a:pt x="62402" y="403631"/>
                  </a:lnTo>
                  <a:lnTo>
                    <a:pt x="62318" y="403861"/>
                  </a:lnTo>
                  <a:lnTo>
                    <a:pt x="62319" y="404015"/>
                  </a:lnTo>
                  <a:lnTo>
                    <a:pt x="62314" y="404210"/>
                  </a:lnTo>
                  <a:lnTo>
                    <a:pt x="62296" y="404366"/>
                  </a:lnTo>
                  <a:lnTo>
                    <a:pt x="62202" y="404580"/>
                  </a:lnTo>
                  <a:lnTo>
                    <a:pt x="61957" y="405027"/>
                  </a:lnTo>
                  <a:lnTo>
                    <a:pt x="61636" y="405108"/>
                  </a:lnTo>
                  <a:lnTo>
                    <a:pt x="61474" y="405115"/>
                  </a:lnTo>
                  <a:lnTo>
                    <a:pt x="61308" y="405103"/>
                  </a:lnTo>
                  <a:lnTo>
                    <a:pt x="60955" y="404974"/>
                  </a:lnTo>
                  <a:lnTo>
                    <a:pt x="60725" y="404863"/>
                  </a:lnTo>
                  <a:lnTo>
                    <a:pt x="60585" y="404779"/>
                  </a:lnTo>
                  <a:lnTo>
                    <a:pt x="60146" y="404210"/>
                  </a:lnTo>
                  <a:lnTo>
                    <a:pt x="60244" y="403625"/>
                  </a:lnTo>
                  <a:lnTo>
                    <a:pt x="60037" y="403503"/>
                  </a:lnTo>
                  <a:lnTo>
                    <a:pt x="59844" y="403431"/>
                  </a:lnTo>
                  <a:lnTo>
                    <a:pt x="59490" y="403354"/>
                  </a:lnTo>
                  <a:lnTo>
                    <a:pt x="59202" y="403297"/>
                  </a:lnTo>
                  <a:lnTo>
                    <a:pt x="59052" y="403277"/>
                  </a:lnTo>
                  <a:lnTo>
                    <a:pt x="58696" y="403274"/>
                  </a:lnTo>
                  <a:lnTo>
                    <a:pt x="58237" y="403135"/>
                  </a:lnTo>
                  <a:lnTo>
                    <a:pt x="58019" y="403137"/>
                  </a:lnTo>
                  <a:lnTo>
                    <a:pt x="57586" y="403136"/>
                  </a:lnTo>
                  <a:lnTo>
                    <a:pt x="57089" y="402859"/>
                  </a:lnTo>
                  <a:lnTo>
                    <a:pt x="56706" y="402288"/>
                  </a:lnTo>
                  <a:lnTo>
                    <a:pt x="56013" y="401419"/>
                  </a:lnTo>
                  <a:lnTo>
                    <a:pt x="55878" y="401126"/>
                  </a:lnTo>
                  <a:lnTo>
                    <a:pt x="55832" y="400784"/>
                  </a:lnTo>
                  <a:lnTo>
                    <a:pt x="55768" y="400657"/>
                  </a:lnTo>
                  <a:lnTo>
                    <a:pt x="55569" y="400582"/>
                  </a:lnTo>
                  <a:lnTo>
                    <a:pt x="55262" y="400511"/>
                  </a:lnTo>
                  <a:lnTo>
                    <a:pt x="54531" y="400181"/>
                  </a:lnTo>
                  <a:lnTo>
                    <a:pt x="54297" y="399862"/>
                  </a:lnTo>
                  <a:lnTo>
                    <a:pt x="54103" y="399756"/>
                  </a:lnTo>
                  <a:lnTo>
                    <a:pt x="53613" y="399719"/>
                  </a:lnTo>
                  <a:lnTo>
                    <a:pt x="53171" y="399638"/>
                  </a:lnTo>
                  <a:lnTo>
                    <a:pt x="52938" y="399179"/>
                  </a:lnTo>
                  <a:lnTo>
                    <a:pt x="53131" y="398834"/>
                  </a:lnTo>
                  <a:lnTo>
                    <a:pt x="53459" y="398427"/>
                  </a:lnTo>
                  <a:lnTo>
                    <a:pt x="53469" y="398266"/>
                  </a:lnTo>
                  <a:lnTo>
                    <a:pt x="53399" y="398034"/>
                  </a:lnTo>
                  <a:lnTo>
                    <a:pt x="53547" y="397612"/>
                  </a:lnTo>
                  <a:lnTo>
                    <a:pt x="53609" y="397401"/>
                  </a:lnTo>
                  <a:lnTo>
                    <a:pt x="53553" y="397222"/>
                  </a:lnTo>
                  <a:lnTo>
                    <a:pt x="53446" y="396883"/>
                  </a:lnTo>
                  <a:lnTo>
                    <a:pt x="53264" y="396572"/>
                  </a:lnTo>
                  <a:lnTo>
                    <a:pt x="53287" y="396358"/>
                  </a:lnTo>
                  <a:lnTo>
                    <a:pt x="53318" y="396096"/>
                  </a:lnTo>
                  <a:lnTo>
                    <a:pt x="53378" y="395606"/>
                  </a:lnTo>
                  <a:lnTo>
                    <a:pt x="53729" y="395073"/>
                  </a:lnTo>
                  <a:lnTo>
                    <a:pt x="53899" y="394993"/>
                  </a:lnTo>
                  <a:lnTo>
                    <a:pt x="54255" y="394566"/>
                  </a:lnTo>
                  <a:lnTo>
                    <a:pt x="54708" y="394103"/>
                  </a:lnTo>
                  <a:lnTo>
                    <a:pt x="54909" y="393722"/>
                  </a:lnTo>
                  <a:lnTo>
                    <a:pt x="55039" y="393427"/>
                  </a:lnTo>
                  <a:lnTo>
                    <a:pt x="55362" y="392828"/>
                  </a:lnTo>
                  <a:lnTo>
                    <a:pt x="55797" y="392160"/>
                  </a:lnTo>
                  <a:lnTo>
                    <a:pt x="56222" y="391948"/>
                  </a:lnTo>
                  <a:lnTo>
                    <a:pt x="56423" y="391711"/>
                  </a:lnTo>
                  <a:lnTo>
                    <a:pt x="56813" y="391692"/>
                  </a:lnTo>
                  <a:lnTo>
                    <a:pt x="56977" y="391608"/>
                  </a:lnTo>
                  <a:lnTo>
                    <a:pt x="57105" y="391513"/>
                  </a:lnTo>
                  <a:lnTo>
                    <a:pt x="57461" y="391180"/>
                  </a:lnTo>
                  <a:lnTo>
                    <a:pt x="57505" y="390994"/>
                  </a:lnTo>
                  <a:lnTo>
                    <a:pt x="57542" y="390708"/>
                  </a:lnTo>
                  <a:lnTo>
                    <a:pt x="57588" y="390556"/>
                  </a:lnTo>
                  <a:lnTo>
                    <a:pt x="57777" y="390268"/>
                  </a:lnTo>
                  <a:lnTo>
                    <a:pt x="57991" y="390014"/>
                  </a:lnTo>
                  <a:lnTo>
                    <a:pt x="58108" y="389804"/>
                  </a:lnTo>
                  <a:lnTo>
                    <a:pt x="58165" y="389620"/>
                  </a:lnTo>
                  <a:lnTo>
                    <a:pt x="58146" y="389426"/>
                  </a:lnTo>
                  <a:lnTo>
                    <a:pt x="58279" y="389321"/>
                  </a:lnTo>
                  <a:lnTo>
                    <a:pt x="58480" y="389115"/>
                  </a:lnTo>
                  <a:lnTo>
                    <a:pt x="58677" y="388916"/>
                  </a:lnTo>
                  <a:lnTo>
                    <a:pt x="58708" y="388697"/>
                  </a:lnTo>
                  <a:lnTo>
                    <a:pt x="58710" y="388258"/>
                  </a:lnTo>
                  <a:lnTo>
                    <a:pt x="59133" y="387975"/>
                  </a:lnTo>
                  <a:lnTo>
                    <a:pt x="59352" y="387931"/>
                  </a:lnTo>
                  <a:lnTo>
                    <a:pt x="59565" y="387346"/>
                  </a:lnTo>
                  <a:lnTo>
                    <a:pt x="59662" y="387196"/>
                  </a:lnTo>
                  <a:lnTo>
                    <a:pt x="59790" y="387110"/>
                  </a:lnTo>
                  <a:lnTo>
                    <a:pt x="60293" y="386844"/>
                  </a:lnTo>
                  <a:lnTo>
                    <a:pt x="60483" y="386890"/>
                  </a:lnTo>
                  <a:lnTo>
                    <a:pt x="60801" y="386665"/>
                  </a:lnTo>
                  <a:lnTo>
                    <a:pt x="60774" y="386536"/>
                  </a:lnTo>
                  <a:lnTo>
                    <a:pt x="60689" y="386367"/>
                  </a:lnTo>
                  <a:lnTo>
                    <a:pt x="60445" y="385915"/>
                  </a:lnTo>
                  <a:lnTo>
                    <a:pt x="60425" y="385555"/>
                  </a:lnTo>
                  <a:lnTo>
                    <a:pt x="60409" y="385402"/>
                  </a:lnTo>
                  <a:lnTo>
                    <a:pt x="60206" y="384978"/>
                  </a:lnTo>
                  <a:lnTo>
                    <a:pt x="60200" y="384750"/>
                  </a:lnTo>
                  <a:lnTo>
                    <a:pt x="59865" y="384366"/>
                  </a:lnTo>
                  <a:lnTo>
                    <a:pt x="59713" y="384236"/>
                  </a:lnTo>
                  <a:lnTo>
                    <a:pt x="59546" y="383947"/>
                  </a:lnTo>
                  <a:lnTo>
                    <a:pt x="59268" y="383851"/>
                  </a:lnTo>
                  <a:lnTo>
                    <a:pt x="59112" y="383756"/>
                  </a:lnTo>
                  <a:lnTo>
                    <a:pt x="58712" y="383713"/>
                  </a:lnTo>
                  <a:lnTo>
                    <a:pt x="58264" y="383717"/>
                  </a:lnTo>
                  <a:lnTo>
                    <a:pt x="57994" y="383786"/>
                  </a:lnTo>
                  <a:lnTo>
                    <a:pt x="57834" y="383886"/>
                  </a:lnTo>
                  <a:lnTo>
                    <a:pt x="57397" y="383922"/>
                  </a:lnTo>
                  <a:lnTo>
                    <a:pt x="56922" y="383765"/>
                  </a:lnTo>
                  <a:lnTo>
                    <a:pt x="56845" y="383660"/>
                  </a:lnTo>
                  <a:lnTo>
                    <a:pt x="56972" y="383626"/>
                  </a:lnTo>
                  <a:lnTo>
                    <a:pt x="57513" y="383653"/>
                  </a:lnTo>
                  <a:lnTo>
                    <a:pt x="57814" y="383641"/>
                  </a:lnTo>
                  <a:lnTo>
                    <a:pt x="58551" y="383536"/>
                  </a:lnTo>
                  <a:lnTo>
                    <a:pt x="59012" y="383306"/>
                  </a:lnTo>
                  <a:lnTo>
                    <a:pt x="59582" y="382700"/>
                  </a:lnTo>
                  <a:lnTo>
                    <a:pt x="59565" y="382416"/>
                  </a:lnTo>
                  <a:lnTo>
                    <a:pt x="59628" y="381924"/>
                  </a:lnTo>
                  <a:lnTo>
                    <a:pt x="59838" y="381716"/>
                  </a:lnTo>
                  <a:lnTo>
                    <a:pt x="59913" y="381571"/>
                  </a:lnTo>
                  <a:lnTo>
                    <a:pt x="59976" y="381026"/>
                  </a:lnTo>
                  <a:lnTo>
                    <a:pt x="60189" y="380445"/>
                  </a:lnTo>
                  <a:lnTo>
                    <a:pt x="60367" y="380275"/>
                  </a:lnTo>
                  <a:lnTo>
                    <a:pt x="60730" y="380018"/>
                  </a:lnTo>
                  <a:lnTo>
                    <a:pt x="60989" y="379661"/>
                  </a:lnTo>
                  <a:lnTo>
                    <a:pt x="61024" y="379147"/>
                  </a:lnTo>
                  <a:lnTo>
                    <a:pt x="61297" y="378799"/>
                  </a:lnTo>
                  <a:lnTo>
                    <a:pt x="61604" y="378418"/>
                  </a:lnTo>
                  <a:lnTo>
                    <a:pt x="61688" y="378179"/>
                  </a:lnTo>
                  <a:lnTo>
                    <a:pt x="61679" y="377732"/>
                  </a:lnTo>
                  <a:lnTo>
                    <a:pt x="61613" y="377568"/>
                  </a:lnTo>
                  <a:lnTo>
                    <a:pt x="61379" y="377331"/>
                  </a:lnTo>
                  <a:lnTo>
                    <a:pt x="61196" y="377283"/>
                  </a:lnTo>
                  <a:lnTo>
                    <a:pt x="61456" y="377020"/>
                  </a:lnTo>
                  <a:lnTo>
                    <a:pt x="61701" y="376721"/>
                  </a:lnTo>
                  <a:lnTo>
                    <a:pt x="61983" y="376505"/>
                  </a:lnTo>
                  <a:lnTo>
                    <a:pt x="62178" y="376410"/>
                  </a:lnTo>
                  <a:lnTo>
                    <a:pt x="62306" y="376417"/>
                  </a:lnTo>
                  <a:lnTo>
                    <a:pt x="62511" y="376458"/>
                  </a:lnTo>
                  <a:lnTo>
                    <a:pt x="62700" y="376552"/>
                  </a:lnTo>
                  <a:lnTo>
                    <a:pt x="63148" y="376891"/>
                  </a:lnTo>
                  <a:lnTo>
                    <a:pt x="63307" y="377225"/>
                  </a:lnTo>
                  <a:lnTo>
                    <a:pt x="63587" y="377711"/>
                  </a:lnTo>
                  <a:lnTo>
                    <a:pt x="64288" y="378582"/>
                  </a:lnTo>
                  <a:lnTo>
                    <a:pt x="64520" y="378696"/>
                  </a:lnTo>
                  <a:lnTo>
                    <a:pt x="64779" y="378786"/>
                  </a:lnTo>
                  <a:lnTo>
                    <a:pt x="64917" y="378775"/>
                  </a:lnTo>
                  <a:lnTo>
                    <a:pt x="65236" y="378664"/>
                  </a:lnTo>
                  <a:lnTo>
                    <a:pt x="65277" y="378486"/>
                  </a:lnTo>
                  <a:lnTo>
                    <a:pt x="65269" y="378254"/>
                  </a:lnTo>
                  <a:lnTo>
                    <a:pt x="65047" y="377855"/>
                  </a:lnTo>
                  <a:lnTo>
                    <a:pt x="64907" y="377629"/>
                  </a:lnTo>
                  <a:lnTo>
                    <a:pt x="64887" y="377232"/>
                  </a:lnTo>
                  <a:lnTo>
                    <a:pt x="65070" y="377058"/>
                  </a:lnTo>
                  <a:lnTo>
                    <a:pt x="65226" y="376995"/>
                  </a:lnTo>
                  <a:lnTo>
                    <a:pt x="65106" y="376845"/>
                  </a:lnTo>
                  <a:lnTo>
                    <a:pt x="64947" y="376559"/>
                  </a:lnTo>
                  <a:lnTo>
                    <a:pt x="64936" y="376427"/>
                  </a:lnTo>
                  <a:lnTo>
                    <a:pt x="65300" y="375262"/>
                  </a:lnTo>
                  <a:lnTo>
                    <a:pt x="65587" y="375151"/>
                  </a:lnTo>
                  <a:lnTo>
                    <a:pt x="65618" y="374939"/>
                  </a:lnTo>
                  <a:lnTo>
                    <a:pt x="65401" y="374417"/>
                  </a:lnTo>
                  <a:lnTo>
                    <a:pt x="65323" y="374159"/>
                  </a:lnTo>
                  <a:lnTo>
                    <a:pt x="65267" y="373887"/>
                  </a:lnTo>
                  <a:lnTo>
                    <a:pt x="65045" y="373711"/>
                  </a:lnTo>
                  <a:lnTo>
                    <a:pt x="64912" y="373794"/>
                  </a:lnTo>
                  <a:lnTo>
                    <a:pt x="64627" y="373925"/>
                  </a:lnTo>
                  <a:lnTo>
                    <a:pt x="64101" y="374339"/>
                  </a:lnTo>
                  <a:lnTo>
                    <a:pt x="64066" y="374131"/>
                  </a:lnTo>
                  <a:lnTo>
                    <a:pt x="63883" y="373921"/>
                  </a:lnTo>
                  <a:lnTo>
                    <a:pt x="63778" y="373769"/>
                  </a:lnTo>
                  <a:lnTo>
                    <a:pt x="63590" y="373388"/>
                  </a:lnTo>
                  <a:lnTo>
                    <a:pt x="63106" y="373228"/>
                  </a:lnTo>
                  <a:lnTo>
                    <a:pt x="62615" y="373211"/>
                  </a:lnTo>
                  <a:lnTo>
                    <a:pt x="62547" y="373512"/>
                  </a:lnTo>
                  <a:lnTo>
                    <a:pt x="62330" y="373803"/>
                  </a:lnTo>
                  <a:lnTo>
                    <a:pt x="62102" y="373744"/>
                  </a:lnTo>
                  <a:lnTo>
                    <a:pt x="61881" y="373654"/>
                  </a:lnTo>
                  <a:lnTo>
                    <a:pt x="61636" y="373470"/>
                  </a:lnTo>
                  <a:lnTo>
                    <a:pt x="61445" y="373415"/>
                  </a:lnTo>
                  <a:lnTo>
                    <a:pt x="61443" y="373254"/>
                  </a:lnTo>
                  <a:lnTo>
                    <a:pt x="61271" y="373188"/>
                  </a:lnTo>
                  <a:lnTo>
                    <a:pt x="60599" y="372834"/>
                  </a:lnTo>
                  <a:lnTo>
                    <a:pt x="60631" y="372486"/>
                  </a:lnTo>
                  <a:lnTo>
                    <a:pt x="60489" y="372197"/>
                  </a:lnTo>
                  <a:lnTo>
                    <a:pt x="60297" y="372246"/>
                  </a:lnTo>
                  <a:lnTo>
                    <a:pt x="60157" y="372376"/>
                  </a:lnTo>
                  <a:lnTo>
                    <a:pt x="59874" y="372235"/>
                  </a:lnTo>
                  <a:lnTo>
                    <a:pt x="59647" y="372303"/>
                  </a:lnTo>
                  <a:lnTo>
                    <a:pt x="58978" y="372600"/>
                  </a:lnTo>
                  <a:lnTo>
                    <a:pt x="58617" y="372917"/>
                  </a:lnTo>
                  <a:lnTo>
                    <a:pt x="58305" y="372585"/>
                  </a:lnTo>
                  <a:lnTo>
                    <a:pt x="58035" y="372440"/>
                  </a:lnTo>
                  <a:lnTo>
                    <a:pt x="57583" y="372146"/>
                  </a:lnTo>
                  <a:lnTo>
                    <a:pt x="57917" y="371995"/>
                  </a:lnTo>
                  <a:lnTo>
                    <a:pt x="58076" y="371874"/>
                  </a:lnTo>
                  <a:lnTo>
                    <a:pt x="57882" y="371278"/>
                  </a:lnTo>
                  <a:lnTo>
                    <a:pt x="57906" y="370973"/>
                  </a:lnTo>
                  <a:lnTo>
                    <a:pt x="57904" y="370499"/>
                  </a:lnTo>
                  <a:lnTo>
                    <a:pt x="58035" y="370151"/>
                  </a:lnTo>
                  <a:lnTo>
                    <a:pt x="57953" y="370002"/>
                  </a:lnTo>
                  <a:lnTo>
                    <a:pt x="57867" y="369698"/>
                  </a:lnTo>
                  <a:lnTo>
                    <a:pt x="57474" y="368876"/>
                  </a:lnTo>
                  <a:lnTo>
                    <a:pt x="57089" y="368893"/>
                  </a:lnTo>
                  <a:lnTo>
                    <a:pt x="56533" y="368811"/>
                  </a:lnTo>
                  <a:lnTo>
                    <a:pt x="56360" y="368689"/>
                  </a:lnTo>
                  <a:lnTo>
                    <a:pt x="56141" y="368516"/>
                  </a:lnTo>
                  <a:lnTo>
                    <a:pt x="55903" y="368327"/>
                  </a:lnTo>
                  <a:lnTo>
                    <a:pt x="55628" y="368036"/>
                  </a:lnTo>
                  <a:lnTo>
                    <a:pt x="55652" y="367771"/>
                  </a:lnTo>
                  <a:lnTo>
                    <a:pt x="55438" y="367545"/>
                  </a:lnTo>
                  <a:lnTo>
                    <a:pt x="55011" y="367206"/>
                  </a:lnTo>
                  <a:lnTo>
                    <a:pt x="54792" y="367032"/>
                  </a:lnTo>
                  <a:lnTo>
                    <a:pt x="54610" y="367056"/>
                  </a:lnTo>
                  <a:lnTo>
                    <a:pt x="54361" y="367276"/>
                  </a:lnTo>
                  <a:lnTo>
                    <a:pt x="54227" y="367582"/>
                  </a:lnTo>
                  <a:lnTo>
                    <a:pt x="54056" y="367495"/>
                  </a:lnTo>
                  <a:lnTo>
                    <a:pt x="53753" y="367386"/>
                  </a:lnTo>
                  <a:lnTo>
                    <a:pt x="53557" y="366508"/>
                  </a:lnTo>
                  <a:lnTo>
                    <a:pt x="53498" y="366194"/>
                  </a:lnTo>
                  <a:lnTo>
                    <a:pt x="53595" y="365512"/>
                  </a:lnTo>
                  <a:lnTo>
                    <a:pt x="53451" y="364610"/>
                  </a:lnTo>
                  <a:lnTo>
                    <a:pt x="53440" y="364384"/>
                  </a:lnTo>
                  <a:lnTo>
                    <a:pt x="53536" y="364174"/>
                  </a:lnTo>
                  <a:lnTo>
                    <a:pt x="53652" y="363966"/>
                  </a:lnTo>
                  <a:lnTo>
                    <a:pt x="53827" y="363722"/>
                  </a:lnTo>
                  <a:lnTo>
                    <a:pt x="53832" y="363343"/>
                  </a:lnTo>
                  <a:lnTo>
                    <a:pt x="53871" y="363142"/>
                  </a:lnTo>
                  <a:lnTo>
                    <a:pt x="53975" y="362248"/>
                  </a:lnTo>
                  <a:lnTo>
                    <a:pt x="54050" y="361690"/>
                  </a:lnTo>
                  <a:lnTo>
                    <a:pt x="53921" y="361582"/>
                  </a:lnTo>
                  <a:lnTo>
                    <a:pt x="53964" y="361310"/>
                  </a:lnTo>
                  <a:lnTo>
                    <a:pt x="54054" y="361110"/>
                  </a:lnTo>
                  <a:lnTo>
                    <a:pt x="53926" y="360993"/>
                  </a:lnTo>
                  <a:lnTo>
                    <a:pt x="53624" y="360987"/>
                  </a:lnTo>
                  <a:lnTo>
                    <a:pt x="53565" y="361155"/>
                  </a:lnTo>
                  <a:lnTo>
                    <a:pt x="53531" y="361344"/>
                  </a:lnTo>
                  <a:lnTo>
                    <a:pt x="53755" y="361591"/>
                  </a:lnTo>
                  <a:lnTo>
                    <a:pt x="53573" y="361679"/>
                  </a:lnTo>
                  <a:lnTo>
                    <a:pt x="53212" y="361363"/>
                  </a:lnTo>
                  <a:lnTo>
                    <a:pt x="52852" y="361278"/>
                  </a:lnTo>
                  <a:lnTo>
                    <a:pt x="52468" y="361233"/>
                  </a:lnTo>
                  <a:lnTo>
                    <a:pt x="52128" y="361681"/>
                  </a:lnTo>
                  <a:lnTo>
                    <a:pt x="52008" y="361840"/>
                  </a:lnTo>
                  <a:lnTo>
                    <a:pt x="51882" y="362007"/>
                  </a:lnTo>
                  <a:lnTo>
                    <a:pt x="51596" y="362055"/>
                  </a:lnTo>
                  <a:lnTo>
                    <a:pt x="51438" y="362214"/>
                  </a:lnTo>
                  <a:lnTo>
                    <a:pt x="51020" y="362633"/>
                  </a:lnTo>
                  <a:lnTo>
                    <a:pt x="50780" y="362720"/>
                  </a:lnTo>
                  <a:lnTo>
                    <a:pt x="50423" y="362623"/>
                  </a:lnTo>
                  <a:lnTo>
                    <a:pt x="50175" y="362603"/>
                  </a:lnTo>
                  <a:lnTo>
                    <a:pt x="50013" y="362590"/>
                  </a:lnTo>
                  <a:lnTo>
                    <a:pt x="49482" y="362697"/>
                  </a:lnTo>
                  <a:lnTo>
                    <a:pt x="49489" y="362922"/>
                  </a:lnTo>
                  <a:lnTo>
                    <a:pt x="49476" y="363166"/>
                  </a:lnTo>
                  <a:lnTo>
                    <a:pt x="49464" y="363399"/>
                  </a:lnTo>
                  <a:lnTo>
                    <a:pt x="49458" y="363531"/>
                  </a:lnTo>
                  <a:lnTo>
                    <a:pt x="49302" y="363669"/>
                  </a:lnTo>
                  <a:lnTo>
                    <a:pt x="48921" y="363582"/>
                  </a:lnTo>
                  <a:lnTo>
                    <a:pt x="48890" y="363385"/>
                  </a:lnTo>
                  <a:lnTo>
                    <a:pt x="48846" y="363109"/>
                  </a:lnTo>
                  <a:lnTo>
                    <a:pt x="48620" y="362906"/>
                  </a:lnTo>
                  <a:lnTo>
                    <a:pt x="48256" y="362647"/>
                  </a:lnTo>
                  <a:lnTo>
                    <a:pt x="48211" y="362369"/>
                  </a:lnTo>
                  <a:lnTo>
                    <a:pt x="48393" y="362184"/>
                  </a:lnTo>
                  <a:lnTo>
                    <a:pt x="48652" y="362106"/>
                  </a:lnTo>
                  <a:lnTo>
                    <a:pt x="48808" y="361971"/>
                  </a:lnTo>
                  <a:lnTo>
                    <a:pt x="48891" y="361653"/>
                  </a:lnTo>
                  <a:lnTo>
                    <a:pt x="48940" y="361468"/>
                  </a:lnTo>
                  <a:lnTo>
                    <a:pt x="48901" y="361192"/>
                  </a:lnTo>
                  <a:lnTo>
                    <a:pt x="48866" y="360947"/>
                  </a:lnTo>
                  <a:lnTo>
                    <a:pt x="48836" y="360729"/>
                  </a:lnTo>
                  <a:lnTo>
                    <a:pt x="48910" y="360561"/>
                  </a:lnTo>
                  <a:lnTo>
                    <a:pt x="48901" y="359788"/>
                  </a:lnTo>
                  <a:lnTo>
                    <a:pt x="48717" y="359562"/>
                  </a:lnTo>
                  <a:lnTo>
                    <a:pt x="48572" y="359443"/>
                  </a:lnTo>
                  <a:lnTo>
                    <a:pt x="48591" y="358816"/>
                  </a:lnTo>
                  <a:lnTo>
                    <a:pt x="48376" y="358390"/>
                  </a:lnTo>
                  <a:lnTo>
                    <a:pt x="48251" y="358233"/>
                  </a:lnTo>
                  <a:lnTo>
                    <a:pt x="48077" y="358233"/>
                  </a:lnTo>
                  <a:lnTo>
                    <a:pt x="47811" y="358120"/>
                  </a:lnTo>
                  <a:lnTo>
                    <a:pt x="47596" y="357765"/>
                  </a:lnTo>
                  <a:lnTo>
                    <a:pt x="47297" y="357885"/>
                  </a:lnTo>
                  <a:lnTo>
                    <a:pt x="47124" y="357864"/>
                  </a:lnTo>
                  <a:lnTo>
                    <a:pt x="46832" y="357869"/>
                  </a:lnTo>
                  <a:lnTo>
                    <a:pt x="46449" y="358209"/>
                  </a:lnTo>
                  <a:lnTo>
                    <a:pt x="46196" y="358525"/>
                  </a:lnTo>
                  <a:lnTo>
                    <a:pt x="46067" y="358580"/>
                  </a:lnTo>
                  <a:lnTo>
                    <a:pt x="45810" y="358680"/>
                  </a:lnTo>
                  <a:lnTo>
                    <a:pt x="45986" y="358028"/>
                  </a:lnTo>
                  <a:lnTo>
                    <a:pt x="45834" y="357707"/>
                  </a:lnTo>
                  <a:lnTo>
                    <a:pt x="45420" y="357534"/>
                  </a:lnTo>
                  <a:lnTo>
                    <a:pt x="45163" y="357601"/>
                  </a:lnTo>
                  <a:lnTo>
                    <a:pt x="44911" y="357618"/>
                  </a:lnTo>
                  <a:lnTo>
                    <a:pt x="44679" y="357435"/>
                  </a:lnTo>
                  <a:lnTo>
                    <a:pt x="44356" y="356526"/>
                  </a:lnTo>
                  <a:lnTo>
                    <a:pt x="44195" y="356377"/>
                  </a:lnTo>
                  <a:lnTo>
                    <a:pt x="44005" y="356356"/>
                  </a:lnTo>
                  <a:lnTo>
                    <a:pt x="43857" y="356201"/>
                  </a:lnTo>
                  <a:lnTo>
                    <a:pt x="43828" y="355989"/>
                  </a:lnTo>
                  <a:lnTo>
                    <a:pt x="44105" y="355691"/>
                  </a:lnTo>
                  <a:lnTo>
                    <a:pt x="44148" y="355511"/>
                  </a:lnTo>
                  <a:lnTo>
                    <a:pt x="43660" y="354905"/>
                  </a:lnTo>
                  <a:lnTo>
                    <a:pt x="43606" y="354569"/>
                  </a:lnTo>
                  <a:lnTo>
                    <a:pt x="43792" y="354064"/>
                  </a:lnTo>
                  <a:lnTo>
                    <a:pt x="43870" y="352984"/>
                  </a:lnTo>
                  <a:lnTo>
                    <a:pt x="44046" y="352594"/>
                  </a:lnTo>
                  <a:lnTo>
                    <a:pt x="44117" y="352346"/>
                  </a:lnTo>
                  <a:lnTo>
                    <a:pt x="44036" y="352041"/>
                  </a:lnTo>
                  <a:lnTo>
                    <a:pt x="43957" y="351810"/>
                  </a:lnTo>
                  <a:lnTo>
                    <a:pt x="44063" y="351612"/>
                  </a:lnTo>
                  <a:lnTo>
                    <a:pt x="44141" y="351404"/>
                  </a:lnTo>
                  <a:lnTo>
                    <a:pt x="44250" y="350928"/>
                  </a:lnTo>
                  <a:lnTo>
                    <a:pt x="44295" y="350656"/>
                  </a:lnTo>
                  <a:lnTo>
                    <a:pt x="44135" y="350262"/>
                  </a:lnTo>
                  <a:lnTo>
                    <a:pt x="44174" y="350128"/>
                  </a:lnTo>
                  <a:lnTo>
                    <a:pt x="44217" y="349982"/>
                  </a:lnTo>
                  <a:lnTo>
                    <a:pt x="44495" y="349580"/>
                  </a:lnTo>
                  <a:lnTo>
                    <a:pt x="44634" y="349768"/>
                  </a:lnTo>
                  <a:lnTo>
                    <a:pt x="44985" y="350274"/>
                  </a:lnTo>
                  <a:lnTo>
                    <a:pt x="45174" y="350406"/>
                  </a:lnTo>
                  <a:lnTo>
                    <a:pt x="45509" y="350955"/>
                  </a:lnTo>
                  <a:lnTo>
                    <a:pt x="45947" y="351185"/>
                  </a:lnTo>
                  <a:lnTo>
                    <a:pt x="46337" y="350964"/>
                  </a:lnTo>
                  <a:lnTo>
                    <a:pt x="46664" y="350627"/>
                  </a:lnTo>
                  <a:lnTo>
                    <a:pt x="46722" y="350372"/>
                  </a:lnTo>
                  <a:lnTo>
                    <a:pt x="46830" y="350226"/>
                  </a:lnTo>
                  <a:lnTo>
                    <a:pt x="47015" y="349587"/>
                  </a:lnTo>
                  <a:lnTo>
                    <a:pt x="47406" y="349601"/>
                  </a:lnTo>
                  <a:lnTo>
                    <a:pt x="47372" y="349249"/>
                  </a:lnTo>
                  <a:lnTo>
                    <a:pt x="47365" y="348955"/>
                  </a:lnTo>
                  <a:lnTo>
                    <a:pt x="47473" y="348041"/>
                  </a:lnTo>
                  <a:lnTo>
                    <a:pt x="47571" y="347936"/>
                  </a:lnTo>
                  <a:lnTo>
                    <a:pt x="47947" y="347664"/>
                  </a:lnTo>
                  <a:lnTo>
                    <a:pt x="47989" y="347435"/>
                  </a:lnTo>
                  <a:lnTo>
                    <a:pt x="48368" y="346928"/>
                  </a:lnTo>
                  <a:lnTo>
                    <a:pt x="48525" y="346881"/>
                  </a:lnTo>
                  <a:lnTo>
                    <a:pt x="48675" y="346757"/>
                  </a:lnTo>
                  <a:lnTo>
                    <a:pt x="48657" y="346591"/>
                  </a:lnTo>
                  <a:lnTo>
                    <a:pt x="48628" y="346328"/>
                  </a:lnTo>
                  <a:lnTo>
                    <a:pt x="48567" y="346185"/>
                  </a:lnTo>
                  <a:lnTo>
                    <a:pt x="48486" y="345687"/>
                  </a:lnTo>
                  <a:lnTo>
                    <a:pt x="48552" y="345517"/>
                  </a:lnTo>
                  <a:lnTo>
                    <a:pt x="48625" y="345326"/>
                  </a:lnTo>
                  <a:lnTo>
                    <a:pt x="48695" y="345143"/>
                  </a:lnTo>
                  <a:lnTo>
                    <a:pt x="48751" y="344995"/>
                  </a:lnTo>
                  <a:lnTo>
                    <a:pt x="48829" y="344852"/>
                  </a:lnTo>
                  <a:lnTo>
                    <a:pt x="48956" y="344611"/>
                  </a:lnTo>
                  <a:lnTo>
                    <a:pt x="49011" y="344217"/>
                  </a:lnTo>
                  <a:lnTo>
                    <a:pt x="48992" y="344012"/>
                  </a:lnTo>
                  <a:lnTo>
                    <a:pt x="48954" y="343882"/>
                  </a:lnTo>
                  <a:lnTo>
                    <a:pt x="48891" y="343549"/>
                  </a:lnTo>
                  <a:lnTo>
                    <a:pt x="48855" y="343234"/>
                  </a:lnTo>
                  <a:lnTo>
                    <a:pt x="48591" y="343169"/>
                  </a:lnTo>
                  <a:lnTo>
                    <a:pt x="48288" y="343384"/>
                  </a:lnTo>
                  <a:lnTo>
                    <a:pt x="48176" y="343051"/>
                  </a:lnTo>
                  <a:lnTo>
                    <a:pt x="48125" y="342822"/>
                  </a:lnTo>
                  <a:lnTo>
                    <a:pt x="48408" y="341929"/>
                  </a:lnTo>
                  <a:lnTo>
                    <a:pt x="48682" y="341941"/>
                  </a:lnTo>
                  <a:lnTo>
                    <a:pt x="48788" y="341746"/>
                  </a:lnTo>
                  <a:lnTo>
                    <a:pt x="49084" y="341214"/>
                  </a:lnTo>
                  <a:lnTo>
                    <a:pt x="49189" y="341091"/>
                  </a:lnTo>
                  <a:lnTo>
                    <a:pt x="49402" y="340808"/>
                  </a:lnTo>
                  <a:lnTo>
                    <a:pt x="49268" y="340683"/>
                  </a:lnTo>
                  <a:lnTo>
                    <a:pt x="49218" y="340173"/>
                  </a:lnTo>
                  <a:lnTo>
                    <a:pt x="49394" y="339877"/>
                  </a:lnTo>
                  <a:lnTo>
                    <a:pt x="49791" y="339413"/>
                  </a:lnTo>
                  <a:lnTo>
                    <a:pt x="49958" y="339040"/>
                  </a:lnTo>
                  <a:lnTo>
                    <a:pt x="50050" y="338787"/>
                  </a:lnTo>
                  <a:lnTo>
                    <a:pt x="50013" y="338406"/>
                  </a:lnTo>
                  <a:lnTo>
                    <a:pt x="50176" y="338125"/>
                  </a:lnTo>
                  <a:lnTo>
                    <a:pt x="50162" y="337687"/>
                  </a:lnTo>
                  <a:lnTo>
                    <a:pt x="50382" y="337562"/>
                  </a:lnTo>
                  <a:lnTo>
                    <a:pt x="50262" y="337425"/>
                  </a:lnTo>
                  <a:lnTo>
                    <a:pt x="50137" y="337237"/>
                  </a:lnTo>
                  <a:lnTo>
                    <a:pt x="50053" y="336898"/>
                  </a:lnTo>
                  <a:lnTo>
                    <a:pt x="50036" y="336702"/>
                  </a:lnTo>
                  <a:lnTo>
                    <a:pt x="50188" y="336574"/>
                  </a:lnTo>
                  <a:lnTo>
                    <a:pt x="50352" y="336360"/>
                  </a:lnTo>
                  <a:lnTo>
                    <a:pt x="50471" y="335748"/>
                  </a:lnTo>
                  <a:lnTo>
                    <a:pt x="50309" y="335134"/>
                  </a:lnTo>
                  <a:lnTo>
                    <a:pt x="50028" y="334781"/>
                  </a:lnTo>
                  <a:lnTo>
                    <a:pt x="49772" y="334472"/>
                  </a:lnTo>
                  <a:lnTo>
                    <a:pt x="49773" y="334269"/>
                  </a:lnTo>
                  <a:lnTo>
                    <a:pt x="49962" y="333903"/>
                  </a:lnTo>
                  <a:lnTo>
                    <a:pt x="50152" y="333873"/>
                  </a:lnTo>
                  <a:lnTo>
                    <a:pt x="50387" y="333890"/>
                  </a:lnTo>
                  <a:lnTo>
                    <a:pt x="50585" y="334049"/>
                  </a:lnTo>
                  <a:lnTo>
                    <a:pt x="51177" y="334536"/>
                  </a:lnTo>
                  <a:lnTo>
                    <a:pt x="51772" y="334497"/>
                  </a:lnTo>
                  <a:lnTo>
                    <a:pt x="51916" y="334168"/>
                  </a:lnTo>
                  <a:lnTo>
                    <a:pt x="52077" y="334031"/>
                  </a:lnTo>
                  <a:lnTo>
                    <a:pt x="52355" y="333957"/>
                  </a:lnTo>
                  <a:lnTo>
                    <a:pt x="52508" y="333807"/>
                  </a:lnTo>
                  <a:lnTo>
                    <a:pt x="52614" y="333620"/>
                  </a:lnTo>
                  <a:lnTo>
                    <a:pt x="52718" y="333409"/>
                  </a:lnTo>
                  <a:lnTo>
                    <a:pt x="52820" y="333119"/>
                  </a:lnTo>
                  <a:lnTo>
                    <a:pt x="52873" y="332784"/>
                  </a:lnTo>
                  <a:lnTo>
                    <a:pt x="52880" y="332575"/>
                  </a:lnTo>
                  <a:lnTo>
                    <a:pt x="52795" y="332165"/>
                  </a:lnTo>
                  <a:lnTo>
                    <a:pt x="52581" y="331900"/>
                  </a:lnTo>
                  <a:lnTo>
                    <a:pt x="52475" y="331629"/>
                  </a:lnTo>
                  <a:lnTo>
                    <a:pt x="52420" y="331161"/>
                  </a:lnTo>
                  <a:lnTo>
                    <a:pt x="52447" y="330557"/>
                  </a:lnTo>
                  <a:lnTo>
                    <a:pt x="52482" y="330400"/>
                  </a:lnTo>
                  <a:lnTo>
                    <a:pt x="52461" y="330085"/>
                  </a:lnTo>
                  <a:lnTo>
                    <a:pt x="52899" y="329572"/>
                  </a:lnTo>
                  <a:lnTo>
                    <a:pt x="53046" y="329222"/>
                  </a:lnTo>
                  <a:lnTo>
                    <a:pt x="53084" y="328981"/>
                  </a:lnTo>
                  <a:lnTo>
                    <a:pt x="53202" y="328763"/>
                  </a:lnTo>
                  <a:lnTo>
                    <a:pt x="53357" y="328470"/>
                  </a:lnTo>
                  <a:lnTo>
                    <a:pt x="53398" y="328286"/>
                  </a:lnTo>
                  <a:lnTo>
                    <a:pt x="53557" y="327650"/>
                  </a:lnTo>
                  <a:lnTo>
                    <a:pt x="53791" y="327274"/>
                  </a:lnTo>
                  <a:lnTo>
                    <a:pt x="53728" y="326962"/>
                  </a:lnTo>
                  <a:lnTo>
                    <a:pt x="53639" y="326716"/>
                  </a:lnTo>
                  <a:lnTo>
                    <a:pt x="53493" y="326229"/>
                  </a:lnTo>
                  <a:lnTo>
                    <a:pt x="53466" y="325787"/>
                  </a:lnTo>
                  <a:lnTo>
                    <a:pt x="53700" y="325512"/>
                  </a:lnTo>
                  <a:lnTo>
                    <a:pt x="53826" y="325287"/>
                  </a:lnTo>
                  <a:lnTo>
                    <a:pt x="53930" y="325014"/>
                  </a:lnTo>
                  <a:lnTo>
                    <a:pt x="54546" y="324455"/>
                  </a:lnTo>
                  <a:lnTo>
                    <a:pt x="54723" y="324213"/>
                  </a:lnTo>
                  <a:lnTo>
                    <a:pt x="54954" y="323976"/>
                  </a:lnTo>
                  <a:lnTo>
                    <a:pt x="55107" y="323855"/>
                  </a:lnTo>
                  <a:lnTo>
                    <a:pt x="55152" y="323546"/>
                  </a:lnTo>
                  <a:lnTo>
                    <a:pt x="55284" y="323222"/>
                  </a:lnTo>
                  <a:lnTo>
                    <a:pt x="55606" y="322689"/>
                  </a:lnTo>
                  <a:lnTo>
                    <a:pt x="55743" y="322600"/>
                  </a:lnTo>
                  <a:lnTo>
                    <a:pt x="55980" y="322492"/>
                  </a:lnTo>
                  <a:lnTo>
                    <a:pt x="56214" y="322481"/>
                  </a:lnTo>
                  <a:lnTo>
                    <a:pt x="56516" y="322432"/>
                  </a:lnTo>
                  <a:lnTo>
                    <a:pt x="56891" y="322128"/>
                  </a:lnTo>
                  <a:lnTo>
                    <a:pt x="57079" y="322159"/>
                  </a:lnTo>
                  <a:lnTo>
                    <a:pt x="57385" y="322169"/>
                  </a:lnTo>
                  <a:lnTo>
                    <a:pt x="57990" y="322042"/>
                  </a:lnTo>
                  <a:lnTo>
                    <a:pt x="58494" y="321714"/>
                  </a:lnTo>
                  <a:lnTo>
                    <a:pt x="58430" y="321366"/>
                  </a:lnTo>
                  <a:lnTo>
                    <a:pt x="58421" y="320936"/>
                  </a:lnTo>
                  <a:lnTo>
                    <a:pt x="58482" y="320781"/>
                  </a:lnTo>
                  <a:lnTo>
                    <a:pt x="58944" y="320387"/>
                  </a:lnTo>
                  <a:lnTo>
                    <a:pt x="59382" y="320409"/>
                  </a:lnTo>
                  <a:lnTo>
                    <a:pt x="59518" y="320135"/>
                  </a:lnTo>
                  <a:lnTo>
                    <a:pt x="59540" y="319768"/>
                  </a:lnTo>
                  <a:lnTo>
                    <a:pt x="59385" y="319695"/>
                  </a:lnTo>
                  <a:lnTo>
                    <a:pt x="58913" y="319236"/>
                  </a:lnTo>
                  <a:lnTo>
                    <a:pt x="58707" y="318825"/>
                  </a:lnTo>
                  <a:lnTo>
                    <a:pt x="58664" y="318594"/>
                  </a:lnTo>
                  <a:lnTo>
                    <a:pt x="58841" y="318391"/>
                  </a:lnTo>
                  <a:lnTo>
                    <a:pt x="58867" y="318264"/>
                  </a:lnTo>
                  <a:lnTo>
                    <a:pt x="58798" y="317953"/>
                  </a:lnTo>
                  <a:lnTo>
                    <a:pt x="58732" y="317369"/>
                  </a:lnTo>
                  <a:lnTo>
                    <a:pt x="58638" y="316960"/>
                  </a:lnTo>
                  <a:lnTo>
                    <a:pt x="58444" y="316883"/>
                  </a:lnTo>
                  <a:lnTo>
                    <a:pt x="58035" y="316797"/>
                  </a:lnTo>
                  <a:lnTo>
                    <a:pt x="57621" y="316649"/>
                  </a:lnTo>
                  <a:lnTo>
                    <a:pt x="57312" y="316159"/>
                  </a:lnTo>
                  <a:lnTo>
                    <a:pt x="57463" y="315370"/>
                  </a:lnTo>
                  <a:lnTo>
                    <a:pt x="57478" y="314682"/>
                  </a:lnTo>
                  <a:lnTo>
                    <a:pt x="57362" y="314513"/>
                  </a:lnTo>
                  <a:lnTo>
                    <a:pt x="57219" y="314307"/>
                  </a:lnTo>
                  <a:lnTo>
                    <a:pt x="56826" y="313968"/>
                  </a:lnTo>
                  <a:lnTo>
                    <a:pt x="56666" y="313672"/>
                  </a:lnTo>
                  <a:lnTo>
                    <a:pt x="56581" y="313422"/>
                  </a:lnTo>
                  <a:lnTo>
                    <a:pt x="56448" y="313389"/>
                  </a:lnTo>
                  <a:lnTo>
                    <a:pt x="56224" y="313208"/>
                  </a:lnTo>
                  <a:lnTo>
                    <a:pt x="56116" y="313012"/>
                  </a:lnTo>
                  <a:lnTo>
                    <a:pt x="55932" y="312854"/>
                  </a:lnTo>
                  <a:lnTo>
                    <a:pt x="55640" y="312721"/>
                  </a:lnTo>
                  <a:lnTo>
                    <a:pt x="54969" y="312582"/>
                  </a:lnTo>
                  <a:lnTo>
                    <a:pt x="54696" y="312628"/>
                  </a:lnTo>
                  <a:lnTo>
                    <a:pt x="54577" y="312209"/>
                  </a:lnTo>
                  <a:lnTo>
                    <a:pt x="54650" y="311897"/>
                  </a:lnTo>
                  <a:lnTo>
                    <a:pt x="54832" y="311550"/>
                  </a:lnTo>
                  <a:lnTo>
                    <a:pt x="55124" y="310977"/>
                  </a:lnTo>
                  <a:lnTo>
                    <a:pt x="54886" y="310554"/>
                  </a:lnTo>
                  <a:lnTo>
                    <a:pt x="54754" y="310476"/>
                  </a:lnTo>
                  <a:lnTo>
                    <a:pt x="54779" y="310226"/>
                  </a:lnTo>
                  <a:lnTo>
                    <a:pt x="54707" y="310017"/>
                  </a:lnTo>
                  <a:lnTo>
                    <a:pt x="54407" y="309650"/>
                  </a:lnTo>
                  <a:lnTo>
                    <a:pt x="54057" y="309438"/>
                  </a:lnTo>
                  <a:lnTo>
                    <a:pt x="53773" y="309630"/>
                  </a:lnTo>
                  <a:lnTo>
                    <a:pt x="53503" y="309726"/>
                  </a:lnTo>
                  <a:lnTo>
                    <a:pt x="53172" y="309694"/>
                  </a:lnTo>
                  <a:lnTo>
                    <a:pt x="52978" y="309626"/>
                  </a:lnTo>
                  <a:lnTo>
                    <a:pt x="52377" y="309584"/>
                  </a:lnTo>
                  <a:lnTo>
                    <a:pt x="52199" y="309594"/>
                  </a:lnTo>
                  <a:lnTo>
                    <a:pt x="51905" y="309510"/>
                  </a:lnTo>
                  <a:lnTo>
                    <a:pt x="51673" y="309511"/>
                  </a:lnTo>
                  <a:lnTo>
                    <a:pt x="51413" y="309709"/>
                  </a:lnTo>
                  <a:lnTo>
                    <a:pt x="51022" y="309970"/>
                  </a:lnTo>
                  <a:lnTo>
                    <a:pt x="50503" y="309593"/>
                  </a:lnTo>
                  <a:lnTo>
                    <a:pt x="50363" y="309442"/>
                  </a:lnTo>
                  <a:lnTo>
                    <a:pt x="50124" y="309234"/>
                  </a:lnTo>
                  <a:lnTo>
                    <a:pt x="49935" y="308878"/>
                  </a:lnTo>
                  <a:lnTo>
                    <a:pt x="49923" y="308616"/>
                  </a:lnTo>
                  <a:lnTo>
                    <a:pt x="49875" y="308485"/>
                  </a:lnTo>
                  <a:lnTo>
                    <a:pt x="49905" y="308344"/>
                  </a:lnTo>
                  <a:lnTo>
                    <a:pt x="49980" y="307821"/>
                  </a:lnTo>
                  <a:lnTo>
                    <a:pt x="49991" y="307640"/>
                  </a:lnTo>
                  <a:lnTo>
                    <a:pt x="50106" y="307395"/>
                  </a:lnTo>
                  <a:lnTo>
                    <a:pt x="50230" y="307052"/>
                  </a:lnTo>
                  <a:lnTo>
                    <a:pt x="50283" y="306840"/>
                  </a:lnTo>
                  <a:lnTo>
                    <a:pt x="50136" y="306407"/>
                  </a:lnTo>
                  <a:lnTo>
                    <a:pt x="49695" y="305812"/>
                  </a:lnTo>
                  <a:lnTo>
                    <a:pt x="49527" y="305698"/>
                  </a:lnTo>
                  <a:lnTo>
                    <a:pt x="49331" y="305597"/>
                  </a:lnTo>
                  <a:lnTo>
                    <a:pt x="49180" y="305449"/>
                  </a:lnTo>
                  <a:lnTo>
                    <a:pt x="49138" y="305240"/>
                  </a:lnTo>
                  <a:lnTo>
                    <a:pt x="49231" y="305028"/>
                  </a:lnTo>
                  <a:lnTo>
                    <a:pt x="49191" y="304867"/>
                  </a:lnTo>
                  <a:lnTo>
                    <a:pt x="48613" y="304167"/>
                  </a:lnTo>
                  <a:lnTo>
                    <a:pt x="48385" y="303943"/>
                  </a:lnTo>
                  <a:lnTo>
                    <a:pt x="48430" y="303809"/>
                  </a:lnTo>
                  <a:lnTo>
                    <a:pt x="48002" y="303660"/>
                  </a:lnTo>
                  <a:lnTo>
                    <a:pt x="47319" y="303860"/>
                  </a:lnTo>
                  <a:lnTo>
                    <a:pt x="47292" y="304037"/>
                  </a:lnTo>
                  <a:lnTo>
                    <a:pt x="47302" y="304446"/>
                  </a:lnTo>
                  <a:lnTo>
                    <a:pt x="47314" y="304805"/>
                  </a:lnTo>
                  <a:lnTo>
                    <a:pt x="47134" y="305015"/>
                  </a:lnTo>
                  <a:lnTo>
                    <a:pt x="47015" y="305212"/>
                  </a:lnTo>
                  <a:lnTo>
                    <a:pt x="46608" y="305890"/>
                  </a:lnTo>
                  <a:lnTo>
                    <a:pt x="46665" y="306260"/>
                  </a:lnTo>
                  <a:lnTo>
                    <a:pt x="46408" y="306703"/>
                  </a:lnTo>
                  <a:lnTo>
                    <a:pt x="45895" y="306913"/>
                  </a:lnTo>
                  <a:lnTo>
                    <a:pt x="45862" y="307112"/>
                  </a:lnTo>
                  <a:lnTo>
                    <a:pt x="45776" y="307524"/>
                  </a:lnTo>
                  <a:lnTo>
                    <a:pt x="45571" y="307757"/>
                  </a:lnTo>
                  <a:lnTo>
                    <a:pt x="45431" y="307902"/>
                  </a:lnTo>
                  <a:lnTo>
                    <a:pt x="45193" y="308044"/>
                  </a:lnTo>
                  <a:lnTo>
                    <a:pt x="44992" y="308023"/>
                  </a:lnTo>
                  <a:lnTo>
                    <a:pt x="44750" y="307980"/>
                  </a:lnTo>
                  <a:lnTo>
                    <a:pt x="44392" y="308044"/>
                  </a:lnTo>
                  <a:lnTo>
                    <a:pt x="43994" y="308265"/>
                  </a:lnTo>
                  <a:lnTo>
                    <a:pt x="43811" y="308333"/>
                  </a:lnTo>
                  <a:lnTo>
                    <a:pt x="43655" y="308381"/>
                  </a:lnTo>
                  <a:lnTo>
                    <a:pt x="43442" y="308209"/>
                  </a:lnTo>
                  <a:lnTo>
                    <a:pt x="43434" y="307916"/>
                  </a:lnTo>
                  <a:lnTo>
                    <a:pt x="43292" y="307688"/>
                  </a:lnTo>
                  <a:lnTo>
                    <a:pt x="43095" y="307552"/>
                  </a:lnTo>
                  <a:lnTo>
                    <a:pt x="42734" y="307405"/>
                  </a:lnTo>
                  <a:lnTo>
                    <a:pt x="42573" y="307401"/>
                  </a:lnTo>
                  <a:lnTo>
                    <a:pt x="42362" y="307371"/>
                  </a:lnTo>
                  <a:lnTo>
                    <a:pt x="42048" y="307389"/>
                  </a:lnTo>
                  <a:lnTo>
                    <a:pt x="41951" y="307727"/>
                  </a:lnTo>
                  <a:lnTo>
                    <a:pt x="41279" y="308074"/>
                  </a:lnTo>
                  <a:lnTo>
                    <a:pt x="40906" y="307669"/>
                  </a:lnTo>
                  <a:lnTo>
                    <a:pt x="40659" y="307640"/>
                  </a:lnTo>
                  <a:lnTo>
                    <a:pt x="40489" y="307665"/>
                  </a:lnTo>
                  <a:lnTo>
                    <a:pt x="40256" y="307853"/>
                  </a:lnTo>
                  <a:lnTo>
                    <a:pt x="39966" y="307934"/>
                  </a:lnTo>
                  <a:lnTo>
                    <a:pt x="39563" y="307828"/>
                  </a:lnTo>
                  <a:lnTo>
                    <a:pt x="38857" y="307610"/>
                  </a:lnTo>
                  <a:lnTo>
                    <a:pt x="38405" y="307107"/>
                  </a:lnTo>
                  <a:lnTo>
                    <a:pt x="38230" y="307168"/>
                  </a:lnTo>
                  <a:lnTo>
                    <a:pt x="38142" y="307298"/>
                  </a:lnTo>
                  <a:lnTo>
                    <a:pt x="37623" y="307167"/>
                  </a:lnTo>
                  <a:lnTo>
                    <a:pt x="37527" y="306999"/>
                  </a:lnTo>
                  <a:lnTo>
                    <a:pt x="37138" y="306743"/>
                  </a:lnTo>
                  <a:lnTo>
                    <a:pt x="36784" y="306753"/>
                  </a:lnTo>
                  <a:lnTo>
                    <a:pt x="36656" y="306908"/>
                  </a:lnTo>
                  <a:lnTo>
                    <a:pt x="36292" y="306983"/>
                  </a:lnTo>
                  <a:lnTo>
                    <a:pt x="35929" y="306899"/>
                  </a:lnTo>
                  <a:lnTo>
                    <a:pt x="35738" y="306879"/>
                  </a:lnTo>
                  <a:lnTo>
                    <a:pt x="35481" y="307152"/>
                  </a:lnTo>
                  <a:lnTo>
                    <a:pt x="35278" y="307482"/>
                  </a:lnTo>
                  <a:lnTo>
                    <a:pt x="35165" y="307778"/>
                  </a:lnTo>
                  <a:lnTo>
                    <a:pt x="35026" y="307978"/>
                  </a:lnTo>
                  <a:lnTo>
                    <a:pt x="34837" y="308240"/>
                  </a:lnTo>
                  <a:lnTo>
                    <a:pt x="34621" y="308767"/>
                  </a:lnTo>
                  <a:lnTo>
                    <a:pt x="34404" y="309004"/>
                  </a:lnTo>
                  <a:lnTo>
                    <a:pt x="34303" y="309199"/>
                  </a:lnTo>
                  <a:lnTo>
                    <a:pt x="34145" y="309433"/>
                  </a:lnTo>
                  <a:lnTo>
                    <a:pt x="33773" y="309928"/>
                  </a:lnTo>
                  <a:lnTo>
                    <a:pt x="33433" y="310166"/>
                  </a:lnTo>
                  <a:lnTo>
                    <a:pt x="33238" y="310263"/>
                  </a:lnTo>
                  <a:lnTo>
                    <a:pt x="33064" y="310931"/>
                  </a:lnTo>
                  <a:lnTo>
                    <a:pt x="33270" y="311558"/>
                  </a:lnTo>
                  <a:lnTo>
                    <a:pt x="33347" y="311879"/>
                  </a:lnTo>
                  <a:lnTo>
                    <a:pt x="33318" y="312175"/>
                  </a:lnTo>
                  <a:lnTo>
                    <a:pt x="33398" y="312814"/>
                  </a:lnTo>
                  <a:lnTo>
                    <a:pt x="33267" y="312949"/>
                  </a:lnTo>
                  <a:lnTo>
                    <a:pt x="33106" y="313127"/>
                  </a:lnTo>
                  <a:lnTo>
                    <a:pt x="32945" y="313290"/>
                  </a:lnTo>
                  <a:lnTo>
                    <a:pt x="32670" y="313459"/>
                  </a:lnTo>
                  <a:lnTo>
                    <a:pt x="32337" y="313495"/>
                  </a:lnTo>
                  <a:lnTo>
                    <a:pt x="31568" y="312962"/>
                  </a:lnTo>
                  <a:lnTo>
                    <a:pt x="31500" y="313092"/>
                  </a:lnTo>
                  <a:lnTo>
                    <a:pt x="31191" y="313213"/>
                  </a:lnTo>
                  <a:lnTo>
                    <a:pt x="30992" y="313132"/>
                  </a:lnTo>
                  <a:lnTo>
                    <a:pt x="30251" y="312853"/>
                  </a:lnTo>
                  <a:lnTo>
                    <a:pt x="29975" y="312890"/>
                  </a:lnTo>
                  <a:lnTo>
                    <a:pt x="29711" y="313076"/>
                  </a:lnTo>
                  <a:lnTo>
                    <a:pt x="29452" y="313014"/>
                  </a:lnTo>
                  <a:lnTo>
                    <a:pt x="29306" y="312987"/>
                  </a:lnTo>
                  <a:lnTo>
                    <a:pt x="28865" y="312905"/>
                  </a:lnTo>
                  <a:lnTo>
                    <a:pt x="28566" y="312868"/>
                  </a:lnTo>
                  <a:lnTo>
                    <a:pt x="28278" y="312866"/>
                  </a:lnTo>
                  <a:lnTo>
                    <a:pt x="27868" y="312955"/>
                  </a:lnTo>
                  <a:lnTo>
                    <a:pt x="27555" y="313021"/>
                  </a:lnTo>
                  <a:lnTo>
                    <a:pt x="26666" y="313237"/>
                  </a:lnTo>
                  <a:lnTo>
                    <a:pt x="26254" y="313124"/>
                  </a:lnTo>
                  <a:lnTo>
                    <a:pt x="25873" y="313088"/>
                  </a:lnTo>
                  <a:lnTo>
                    <a:pt x="25689" y="313071"/>
                  </a:lnTo>
                  <a:lnTo>
                    <a:pt x="25134" y="313084"/>
                  </a:lnTo>
                  <a:lnTo>
                    <a:pt x="24874" y="313156"/>
                  </a:lnTo>
                  <a:lnTo>
                    <a:pt x="24710" y="313201"/>
                  </a:lnTo>
                  <a:lnTo>
                    <a:pt x="24432" y="313152"/>
                  </a:lnTo>
                  <a:lnTo>
                    <a:pt x="24356" y="313002"/>
                  </a:lnTo>
                  <a:lnTo>
                    <a:pt x="24072" y="312761"/>
                  </a:lnTo>
                  <a:lnTo>
                    <a:pt x="23900" y="312705"/>
                  </a:lnTo>
                  <a:lnTo>
                    <a:pt x="23765" y="312439"/>
                  </a:lnTo>
                  <a:lnTo>
                    <a:pt x="23375" y="312283"/>
                  </a:lnTo>
                  <a:lnTo>
                    <a:pt x="23192" y="312435"/>
                  </a:lnTo>
                  <a:lnTo>
                    <a:pt x="22925" y="312460"/>
                  </a:lnTo>
                  <a:lnTo>
                    <a:pt x="22751" y="312414"/>
                  </a:lnTo>
                  <a:lnTo>
                    <a:pt x="22584" y="312371"/>
                  </a:lnTo>
                  <a:lnTo>
                    <a:pt x="22395" y="312079"/>
                  </a:lnTo>
                  <a:lnTo>
                    <a:pt x="22306" y="311714"/>
                  </a:lnTo>
                  <a:lnTo>
                    <a:pt x="22370" y="311488"/>
                  </a:lnTo>
                  <a:lnTo>
                    <a:pt x="22336" y="311197"/>
                  </a:lnTo>
                  <a:lnTo>
                    <a:pt x="22184" y="311062"/>
                  </a:lnTo>
                  <a:lnTo>
                    <a:pt x="21994" y="310842"/>
                  </a:lnTo>
                  <a:lnTo>
                    <a:pt x="21799" y="310622"/>
                  </a:lnTo>
                  <a:lnTo>
                    <a:pt x="21430" y="310414"/>
                  </a:lnTo>
                  <a:lnTo>
                    <a:pt x="21082" y="310297"/>
                  </a:lnTo>
                  <a:lnTo>
                    <a:pt x="20847" y="310226"/>
                  </a:lnTo>
                  <a:lnTo>
                    <a:pt x="20385" y="309865"/>
                  </a:lnTo>
                  <a:lnTo>
                    <a:pt x="20370" y="309589"/>
                  </a:lnTo>
                  <a:lnTo>
                    <a:pt x="20522" y="309076"/>
                  </a:lnTo>
                  <a:lnTo>
                    <a:pt x="20269" y="308620"/>
                  </a:lnTo>
                  <a:lnTo>
                    <a:pt x="20099" y="308323"/>
                  </a:lnTo>
                  <a:lnTo>
                    <a:pt x="19823" y="308121"/>
                  </a:lnTo>
                  <a:lnTo>
                    <a:pt x="19667" y="307980"/>
                  </a:lnTo>
                  <a:lnTo>
                    <a:pt x="19574" y="307790"/>
                  </a:lnTo>
                  <a:lnTo>
                    <a:pt x="19609" y="307536"/>
                  </a:lnTo>
                  <a:lnTo>
                    <a:pt x="19755" y="307159"/>
                  </a:lnTo>
                  <a:lnTo>
                    <a:pt x="20116" y="306591"/>
                  </a:lnTo>
                  <a:lnTo>
                    <a:pt x="20121" y="306382"/>
                  </a:lnTo>
                  <a:lnTo>
                    <a:pt x="20116" y="306051"/>
                  </a:lnTo>
                  <a:lnTo>
                    <a:pt x="20018" y="305703"/>
                  </a:lnTo>
                  <a:lnTo>
                    <a:pt x="20041" y="305531"/>
                  </a:lnTo>
                  <a:lnTo>
                    <a:pt x="20074" y="305250"/>
                  </a:lnTo>
                  <a:lnTo>
                    <a:pt x="20063" y="304623"/>
                  </a:lnTo>
                  <a:lnTo>
                    <a:pt x="20161" y="304466"/>
                  </a:lnTo>
                  <a:lnTo>
                    <a:pt x="20353" y="304306"/>
                  </a:lnTo>
                  <a:lnTo>
                    <a:pt x="20426" y="304150"/>
                  </a:lnTo>
                  <a:lnTo>
                    <a:pt x="20398" y="303781"/>
                  </a:lnTo>
                  <a:lnTo>
                    <a:pt x="20483" y="303618"/>
                  </a:lnTo>
                  <a:lnTo>
                    <a:pt x="20633" y="303290"/>
                  </a:lnTo>
                  <a:lnTo>
                    <a:pt x="20601" y="303091"/>
                  </a:lnTo>
                  <a:lnTo>
                    <a:pt x="20551" y="302813"/>
                  </a:lnTo>
                  <a:lnTo>
                    <a:pt x="20349" y="302372"/>
                  </a:lnTo>
                  <a:lnTo>
                    <a:pt x="20155" y="302330"/>
                  </a:lnTo>
                  <a:lnTo>
                    <a:pt x="19805" y="302696"/>
                  </a:lnTo>
                  <a:lnTo>
                    <a:pt x="19460" y="302911"/>
                  </a:lnTo>
                  <a:lnTo>
                    <a:pt x="18982" y="302524"/>
                  </a:lnTo>
                  <a:lnTo>
                    <a:pt x="18827" y="302428"/>
                  </a:lnTo>
                  <a:lnTo>
                    <a:pt x="18584" y="302001"/>
                  </a:lnTo>
                  <a:lnTo>
                    <a:pt x="18575" y="301749"/>
                  </a:lnTo>
                  <a:lnTo>
                    <a:pt x="18370" y="301335"/>
                  </a:lnTo>
                  <a:lnTo>
                    <a:pt x="18312" y="301194"/>
                  </a:lnTo>
                  <a:lnTo>
                    <a:pt x="18358" y="301004"/>
                  </a:lnTo>
                  <a:lnTo>
                    <a:pt x="18386" y="300655"/>
                  </a:lnTo>
                  <a:lnTo>
                    <a:pt x="18144" y="300267"/>
                  </a:lnTo>
                  <a:lnTo>
                    <a:pt x="18021" y="300071"/>
                  </a:lnTo>
                  <a:lnTo>
                    <a:pt x="17762" y="299490"/>
                  </a:lnTo>
                  <a:lnTo>
                    <a:pt x="17702" y="299256"/>
                  </a:lnTo>
                  <a:lnTo>
                    <a:pt x="17648" y="298874"/>
                  </a:lnTo>
                  <a:lnTo>
                    <a:pt x="17658" y="298515"/>
                  </a:lnTo>
                  <a:lnTo>
                    <a:pt x="17901" y="297809"/>
                  </a:lnTo>
                  <a:lnTo>
                    <a:pt x="18240" y="297747"/>
                  </a:lnTo>
                  <a:lnTo>
                    <a:pt x="18468" y="297468"/>
                  </a:lnTo>
                  <a:lnTo>
                    <a:pt x="18525" y="297181"/>
                  </a:lnTo>
                  <a:lnTo>
                    <a:pt x="18502" y="297052"/>
                  </a:lnTo>
                  <a:lnTo>
                    <a:pt x="18573" y="296704"/>
                  </a:lnTo>
                  <a:lnTo>
                    <a:pt x="18765" y="296617"/>
                  </a:lnTo>
                  <a:lnTo>
                    <a:pt x="19079" y="296560"/>
                  </a:lnTo>
                  <a:lnTo>
                    <a:pt x="19219" y="296550"/>
                  </a:lnTo>
                  <a:lnTo>
                    <a:pt x="19375" y="296512"/>
                  </a:lnTo>
                  <a:lnTo>
                    <a:pt x="19949" y="296184"/>
                  </a:lnTo>
                  <a:lnTo>
                    <a:pt x="20234" y="296076"/>
                  </a:lnTo>
                  <a:lnTo>
                    <a:pt x="20728" y="295990"/>
                  </a:lnTo>
                  <a:lnTo>
                    <a:pt x="20903" y="295627"/>
                  </a:lnTo>
                  <a:lnTo>
                    <a:pt x="20806" y="295440"/>
                  </a:lnTo>
                  <a:lnTo>
                    <a:pt x="20614" y="295288"/>
                  </a:lnTo>
                  <a:lnTo>
                    <a:pt x="20454" y="295005"/>
                  </a:lnTo>
                  <a:lnTo>
                    <a:pt x="20394" y="294776"/>
                  </a:lnTo>
                  <a:lnTo>
                    <a:pt x="20364" y="294444"/>
                  </a:lnTo>
                  <a:lnTo>
                    <a:pt x="20216" y="294153"/>
                  </a:lnTo>
                  <a:lnTo>
                    <a:pt x="20242" y="293843"/>
                  </a:lnTo>
                  <a:lnTo>
                    <a:pt x="20327" y="293575"/>
                  </a:lnTo>
                  <a:lnTo>
                    <a:pt x="20519" y="293281"/>
                  </a:lnTo>
                  <a:lnTo>
                    <a:pt x="20774" y="292833"/>
                  </a:lnTo>
                  <a:lnTo>
                    <a:pt x="20834" y="292485"/>
                  </a:lnTo>
                  <a:lnTo>
                    <a:pt x="20835" y="292331"/>
                  </a:lnTo>
                  <a:lnTo>
                    <a:pt x="20664" y="291939"/>
                  </a:lnTo>
                  <a:lnTo>
                    <a:pt x="20535" y="291841"/>
                  </a:lnTo>
                  <a:lnTo>
                    <a:pt x="20099" y="291569"/>
                  </a:lnTo>
                  <a:lnTo>
                    <a:pt x="19783" y="291278"/>
                  </a:lnTo>
                  <a:lnTo>
                    <a:pt x="19814" y="291083"/>
                  </a:lnTo>
                  <a:lnTo>
                    <a:pt x="19787" y="290904"/>
                  </a:lnTo>
                  <a:lnTo>
                    <a:pt x="19592" y="290501"/>
                  </a:lnTo>
                  <a:lnTo>
                    <a:pt x="19532" y="290363"/>
                  </a:lnTo>
                  <a:lnTo>
                    <a:pt x="19491" y="290155"/>
                  </a:lnTo>
                  <a:lnTo>
                    <a:pt x="19399" y="289926"/>
                  </a:lnTo>
                  <a:lnTo>
                    <a:pt x="19324" y="289798"/>
                  </a:lnTo>
                  <a:lnTo>
                    <a:pt x="18976" y="289377"/>
                  </a:lnTo>
                  <a:lnTo>
                    <a:pt x="18838" y="288971"/>
                  </a:lnTo>
                  <a:lnTo>
                    <a:pt x="18501" y="288254"/>
                  </a:lnTo>
                  <a:lnTo>
                    <a:pt x="18304" y="287970"/>
                  </a:lnTo>
                  <a:lnTo>
                    <a:pt x="18138" y="287874"/>
                  </a:lnTo>
                  <a:lnTo>
                    <a:pt x="17991" y="287710"/>
                  </a:lnTo>
                  <a:lnTo>
                    <a:pt x="17943" y="287450"/>
                  </a:lnTo>
                  <a:lnTo>
                    <a:pt x="17664" y="287196"/>
                  </a:lnTo>
                  <a:lnTo>
                    <a:pt x="17285" y="287139"/>
                  </a:lnTo>
                  <a:lnTo>
                    <a:pt x="17018" y="287106"/>
                  </a:lnTo>
                  <a:lnTo>
                    <a:pt x="16551" y="287094"/>
                  </a:lnTo>
                  <a:lnTo>
                    <a:pt x="16423" y="287115"/>
                  </a:lnTo>
                  <a:lnTo>
                    <a:pt x="16245" y="287295"/>
                  </a:lnTo>
                  <a:lnTo>
                    <a:pt x="15963" y="287730"/>
                  </a:lnTo>
                  <a:lnTo>
                    <a:pt x="15599" y="288094"/>
                  </a:lnTo>
                  <a:lnTo>
                    <a:pt x="15537" y="288498"/>
                  </a:lnTo>
                  <a:lnTo>
                    <a:pt x="15020" y="288792"/>
                  </a:lnTo>
                  <a:lnTo>
                    <a:pt x="14621" y="288940"/>
                  </a:lnTo>
                  <a:lnTo>
                    <a:pt x="14410" y="289082"/>
                  </a:lnTo>
                  <a:lnTo>
                    <a:pt x="14217" y="289256"/>
                  </a:lnTo>
                  <a:lnTo>
                    <a:pt x="14028" y="289228"/>
                  </a:lnTo>
                  <a:lnTo>
                    <a:pt x="14003" y="289073"/>
                  </a:lnTo>
                  <a:lnTo>
                    <a:pt x="14408" y="288635"/>
                  </a:lnTo>
                  <a:lnTo>
                    <a:pt x="14346" y="288467"/>
                  </a:lnTo>
                  <a:lnTo>
                    <a:pt x="14282" y="288223"/>
                  </a:lnTo>
                  <a:lnTo>
                    <a:pt x="14179" y="287851"/>
                  </a:lnTo>
                  <a:lnTo>
                    <a:pt x="13883" y="287788"/>
                  </a:lnTo>
                  <a:lnTo>
                    <a:pt x="13710" y="287533"/>
                  </a:lnTo>
                  <a:lnTo>
                    <a:pt x="13538" y="287116"/>
                  </a:lnTo>
                  <a:lnTo>
                    <a:pt x="13432" y="286855"/>
                  </a:lnTo>
                  <a:lnTo>
                    <a:pt x="13355" y="286539"/>
                  </a:lnTo>
                  <a:lnTo>
                    <a:pt x="13625" y="286399"/>
                  </a:lnTo>
                  <a:lnTo>
                    <a:pt x="13671" y="286080"/>
                  </a:lnTo>
                  <a:lnTo>
                    <a:pt x="13885" y="285728"/>
                  </a:lnTo>
                  <a:lnTo>
                    <a:pt x="14193" y="285892"/>
                  </a:lnTo>
                  <a:lnTo>
                    <a:pt x="14351" y="286064"/>
                  </a:lnTo>
                  <a:lnTo>
                    <a:pt x="15019" y="286373"/>
                  </a:lnTo>
                  <a:lnTo>
                    <a:pt x="15531" y="286368"/>
                  </a:lnTo>
                  <a:lnTo>
                    <a:pt x="15786" y="286443"/>
                  </a:lnTo>
                  <a:lnTo>
                    <a:pt x="15732" y="285815"/>
                  </a:lnTo>
                  <a:lnTo>
                    <a:pt x="15554" y="285266"/>
                  </a:lnTo>
                  <a:lnTo>
                    <a:pt x="15511" y="285113"/>
                  </a:lnTo>
                  <a:lnTo>
                    <a:pt x="15278" y="285190"/>
                  </a:lnTo>
                  <a:lnTo>
                    <a:pt x="15034" y="285246"/>
                  </a:lnTo>
                  <a:lnTo>
                    <a:pt x="14606" y="285116"/>
                  </a:lnTo>
                  <a:lnTo>
                    <a:pt x="14410" y="284955"/>
                  </a:lnTo>
                  <a:lnTo>
                    <a:pt x="14276" y="284911"/>
                  </a:lnTo>
                  <a:lnTo>
                    <a:pt x="14148" y="284737"/>
                  </a:lnTo>
                  <a:lnTo>
                    <a:pt x="14257" y="284409"/>
                  </a:lnTo>
                  <a:lnTo>
                    <a:pt x="14256" y="284270"/>
                  </a:lnTo>
                  <a:lnTo>
                    <a:pt x="14364" y="284074"/>
                  </a:lnTo>
                  <a:lnTo>
                    <a:pt x="15277" y="283584"/>
                  </a:lnTo>
                  <a:lnTo>
                    <a:pt x="15472" y="283473"/>
                  </a:lnTo>
                  <a:lnTo>
                    <a:pt x="16157" y="283381"/>
                  </a:lnTo>
                  <a:lnTo>
                    <a:pt x="16504" y="283249"/>
                  </a:lnTo>
                  <a:lnTo>
                    <a:pt x="17049" y="283275"/>
                  </a:lnTo>
                  <a:lnTo>
                    <a:pt x="17408" y="283445"/>
                  </a:lnTo>
                  <a:lnTo>
                    <a:pt x="17529" y="283226"/>
                  </a:lnTo>
                  <a:lnTo>
                    <a:pt x="17991" y="282639"/>
                  </a:lnTo>
                  <a:lnTo>
                    <a:pt x="17880" y="282159"/>
                  </a:lnTo>
                  <a:lnTo>
                    <a:pt x="18362" y="281844"/>
                  </a:lnTo>
                  <a:lnTo>
                    <a:pt x="18473" y="281612"/>
                  </a:lnTo>
                  <a:lnTo>
                    <a:pt x="18661" y="281227"/>
                  </a:lnTo>
                  <a:lnTo>
                    <a:pt x="18689" y="280985"/>
                  </a:lnTo>
                  <a:lnTo>
                    <a:pt x="18890" y="280758"/>
                  </a:lnTo>
                  <a:lnTo>
                    <a:pt x="19145" y="280414"/>
                  </a:lnTo>
                  <a:lnTo>
                    <a:pt x="19149" y="280271"/>
                  </a:lnTo>
                  <a:lnTo>
                    <a:pt x="19521" y="279937"/>
                  </a:lnTo>
                  <a:lnTo>
                    <a:pt x="19556" y="279788"/>
                  </a:lnTo>
                  <a:lnTo>
                    <a:pt x="19531" y="279603"/>
                  </a:lnTo>
                  <a:lnTo>
                    <a:pt x="19631" y="279353"/>
                  </a:lnTo>
                  <a:lnTo>
                    <a:pt x="20022" y="279357"/>
                  </a:lnTo>
                  <a:lnTo>
                    <a:pt x="20467" y="278930"/>
                  </a:lnTo>
                  <a:lnTo>
                    <a:pt x="20839" y="278448"/>
                  </a:lnTo>
                  <a:lnTo>
                    <a:pt x="21175" y="278019"/>
                  </a:lnTo>
                  <a:lnTo>
                    <a:pt x="21392" y="277901"/>
                  </a:lnTo>
                  <a:lnTo>
                    <a:pt x="21374" y="277611"/>
                  </a:lnTo>
                  <a:lnTo>
                    <a:pt x="21477" y="277456"/>
                  </a:lnTo>
                  <a:lnTo>
                    <a:pt x="21824" y="277591"/>
                  </a:lnTo>
                  <a:lnTo>
                    <a:pt x="21885" y="277406"/>
                  </a:lnTo>
                  <a:lnTo>
                    <a:pt x="21801" y="276797"/>
                  </a:lnTo>
                  <a:lnTo>
                    <a:pt x="21930" y="276643"/>
                  </a:lnTo>
                  <a:lnTo>
                    <a:pt x="22721" y="276818"/>
                  </a:lnTo>
                  <a:lnTo>
                    <a:pt x="23269" y="276651"/>
                  </a:lnTo>
                  <a:lnTo>
                    <a:pt x="23487" y="276436"/>
                  </a:lnTo>
                  <a:lnTo>
                    <a:pt x="23546" y="276018"/>
                  </a:lnTo>
                  <a:lnTo>
                    <a:pt x="23572" y="275836"/>
                  </a:lnTo>
                  <a:lnTo>
                    <a:pt x="23826" y="275691"/>
                  </a:lnTo>
                  <a:lnTo>
                    <a:pt x="24281" y="275769"/>
                  </a:lnTo>
                  <a:lnTo>
                    <a:pt x="24509" y="275574"/>
                  </a:lnTo>
                  <a:lnTo>
                    <a:pt x="24565" y="274947"/>
                  </a:lnTo>
                  <a:lnTo>
                    <a:pt x="24647" y="274810"/>
                  </a:lnTo>
                  <a:lnTo>
                    <a:pt x="24911" y="273957"/>
                  </a:lnTo>
                  <a:lnTo>
                    <a:pt x="25001" y="273468"/>
                  </a:lnTo>
                  <a:lnTo>
                    <a:pt x="25457" y="273245"/>
                  </a:lnTo>
                  <a:lnTo>
                    <a:pt x="25623" y="273192"/>
                  </a:lnTo>
                  <a:lnTo>
                    <a:pt x="26202" y="272773"/>
                  </a:lnTo>
                  <a:lnTo>
                    <a:pt x="26208" y="272317"/>
                  </a:lnTo>
                  <a:lnTo>
                    <a:pt x="26215" y="272047"/>
                  </a:lnTo>
                  <a:lnTo>
                    <a:pt x="26236" y="271431"/>
                  </a:lnTo>
                  <a:lnTo>
                    <a:pt x="26250" y="271023"/>
                  </a:lnTo>
                  <a:lnTo>
                    <a:pt x="26426" y="270794"/>
                  </a:lnTo>
                  <a:lnTo>
                    <a:pt x="26623" y="270701"/>
                  </a:lnTo>
                  <a:lnTo>
                    <a:pt x="27177" y="269467"/>
                  </a:lnTo>
                  <a:lnTo>
                    <a:pt x="27211" y="268878"/>
                  </a:lnTo>
                  <a:lnTo>
                    <a:pt x="27347" y="268592"/>
                  </a:lnTo>
                  <a:lnTo>
                    <a:pt x="27356" y="268429"/>
                  </a:lnTo>
                  <a:lnTo>
                    <a:pt x="27528" y="268120"/>
                  </a:lnTo>
                  <a:lnTo>
                    <a:pt x="27700" y="268252"/>
                  </a:lnTo>
                  <a:lnTo>
                    <a:pt x="27882" y="268474"/>
                  </a:lnTo>
                  <a:lnTo>
                    <a:pt x="28286" y="268608"/>
                  </a:lnTo>
                  <a:lnTo>
                    <a:pt x="28462" y="268735"/>
                  </a:lnTo>
                  <a:lnTo>
                    <a:pt x="28791" y="269021"/>
                  </a:lnTo>
                  <a:lnTo>
                    <a:pt x="29473" y="269388"/>
                  </a:lnTo>
                  <a:lnTo>
                    <a:pt x="29838" y="269329"/>
                  </a:lnTo>
                  <a:lnTo>
                    <a:pt x="30309" y="268900"/>
                  </a:lnTo>
                  <a:lnTo>
                    <a:pt x="30619" y="268749"/>
                  </a:lnTo>
                  <a:lnTo>
                    <a:pt x="30820" y="268761"/>
                  </a:lnTo>
                  <a:lnTo>
                    <a:pt x="30970" y="268791"/>
                  </a:lnTo>
                  <a:lnTo>
                    <a:pt x="30959" y="269217"/>
                  </a:lnTo>
                  <a:lnTo>
                    <a:pt x="31159" y="269700"/>
                  </a:lnTo>
                  <a:lnTo>
                    <a:pt x="31176" y="269986"/>
                  </a:lnTo>
                  <a:lnTo>
                    <a:pt x="31151" y="270730"/>
                  </a:lnTo>
                  <a:lnTo>
                    <a:pt x="31057" y="270996"/>
                  </a:lnTo>
                  <a:lnTo>
                    <a:pt x="31222" y="271400"/>
                  </a:lnTo>
                  <a:lnTo>
                    <a:pt x="31579" y="271761"/>
                  </a:lnTo>
                  <a:lnTo>
                    <a:pt x="32021" y="272036"/>
                  </a:lnTo>
                  <a:lnTo>
                    <a:pt x="32261" y="272093"/>
                  </a:lnTo>
                  <a:lnTo>
                    <a:pt x="32758" y="272355"/>
                  </a:lnTo>
                  <a:lnTo>
                    <a:pt x="32997" y="272783"/>
                  </a:lnTo>
                  <a:lnTo>
                    <a:pt x="33435" y="273009"/>
                  </a:lnTo>
                  <a:lnTo>
                    <a:pt x="33738" y="273197"/>
                  </a:lnTo>
                  <a:lnTo>
                    <a:pt x="33910" y="273566"/>
                  </a:lnTo>
                  <a:lnTo>
                    <a:pt x="34077" y="273555"/>
                  </a:lnTo>
                  <a:lnTo>
                    <a:pt x="34368" y="273469"/>
                  </a:lnTo>
                  <a:lnTo>
                    <a:pt x="34593" y="273341"/>
                  </a:lnTo>
                  <a:lnTo>
                    <a:pt x="34815" y="273263"/>
                  </a:lnTo>
                  <a:lnTo>
                    <a:pt x="35191" y="273259"/>
                  </a:lnTo>
                  <a:lnTo>
                    <a:pt x="35399" y="273616"/>
                  </a:lnTo>
                  <a:lnTo>
                    <a:pt x="35978" y="273871"/>
                  </a:lnTo>
                  <a:lnTo>
                    <a:pt x="36040" y="274024"/>
                  </a:lnTo>
                  <a:lnTo>
                    <a:pt x="36035" y="274162"/>
                  </a:lnTo>
                  <a:lnTo>
                    <a:pt x="35935" y="274298"/>
                  </a:lnTo>
                  <a:lnTo>
                    <a:pt x="35924" y="274759"/>
                  </a:lnTo>
                  <a:lnTo>
                    <a:pt x="36035" y="274909"/>
                  </a:lnTo>
                  <a:lnTo>
                    <a:pt x="36210" y="275124"/>
                  </a:lnTo>
                  <a:lnTo>
                    <a:pt x="36413" y="275423"/>
                  </a:lnTo>
                  <a:lnTo>
                    <a:pt x="36504" y="275616"/>
                  </a:lnTo>
                  <a:lnTo>
                    <a:pt x="36860" y="276021"/>
                  </a:lnTo>
                  <a:lnTo>
                    <a:pt x="37313" y="276425"/>
                  </a:lnTo>
                  <a:lnTo>
                    <a:pt x="37712" y="276838"/>
                  </a:lnTo>
                  <a:lnTo>
                    <a:pt x="37903" y="276642"/>
                  </a:lnTo>
                  <a:lnTo>
                    <a:pt x="38052" y="276542"/>
                  </a:lnTo>
                  <a:lnTo>
                    <a:pt x="38308" y="276296"/>
                  </a:lnTo>
                  <a:lnTo>
                    <a:pt x="38546" y="275637"/>
                  </a:lnTo>
                  <a:lnTo>
                    <a:pt x="38733" y="275663"/>
                  </a:lnTo>
                  <a:lnTo>
                    <a:pt x="39098" y="276050"/>
                  </a:lnTo>
                  <a:lnTo>
                    <a:pt x="39335" y="276016"/>
                  </a:lnTo>
                  <a:lnTo>
                    <a:pt x="39576" y="275894"/>
                  </a:lnTo>
                  <a:lnTo>
                    <a:pt x="39705" y="275592"/>
                  </a:lnTo>
                  <a:lnTo>
                    <a:pt x="39436" y="275280"/>
                  </a:lnTo>
                  <a:lnTo>
                    <a:pt x="39435" y="275051"/>
                  </a:lnTo>
                  <a:lnTo>
                    <a:pt x="39754" y="275035"/>
                  </a:lnTo>
                  <a:lnTo>
                    <a:pt x="40278" y="275414"/>
                  </a:lnTo>
                  <a:lnTo>
                    <a:pt x="40661" y="275338"/>
                  </a:lnTo>
                  <a:lnTo>
                    <a:pt x="41189" y="275034"/>
                  </a:lnTo>
                  <a:lnTo>
                    <a:pt x="41248" y="274895"/>
                  </a:lnTo>
                  <a:lnTo>
                    <a:pt x="41367" y="274618"/>
                  </a:lnTo>
                  <a:lnTo>
                    <a:pt x="40912" y="273853"/>
                  </a:lnTo>
                  <a:lnTo>
                    <a:pt x="40826" y="273474"/>
                  </a:lnTo>
                  <a:lnTo>
                    <a:pt x="40965" y="273224"/>
                  </a:lnTo>
                  <a:lnTo>
                    <a:pt x="41132" y="273040"/>
                  </a:lnTo>
                  <a:lnTo>
                    <a:pt x="41397" y="272599"/>
                  </a:lnTo>
                  <a:lnTo>
                    <a:pt x="41731" y="272293"/>
                  </a:lnTo>
                  <a:lnTo>
                    <a:pt x="41862" y="272243"/>
                  </a:lnTo>
                  <a:lnTo>
                    <a:pt x="42671" y="271621"/>
                  </a:lnTo>
                  <a:lnTo>
                    <a:pt x="43164" y="270623"/>
                  </a:lnTo>
                  <a:lnTo>
                    <a:pt x="43236" y="270327"/>
                  </a:lnTo>
                  <a:lnTo>
                    <a:pt x="43481" y="270084"/>
                  </a:lnTo>
                  <a:lnTo>
                    <a:pt x="43658" y="269932"/>
                  </a:lnTo>
                  <a:lnTo>
                    <a:pt x="44120" y="269743"/>
                  </a:lnTo>
                  <a:lnTo>
                    <a:pt x="44661" y="268822"/>
                  </a:lnTo>
                  <a:lnTo>
                    <a:pt x="44914" y="268632"/>
                  </a:lnTo>
                  <a:lnTo>
                    <a:pt x="44913" y="268456"/>
                  </a:lnTo>
                  <a:lnTo>
                    <a:pt x="44680" y="268268"/>
                  </a:lnTo>
                  <a:lnTo>
                    <a:pt x="44795" y="267818"/>
                  </a:lnTo>
                  <a:lnTo>
                    <a:pt x="44985" y="267456"/>
                  </a:lnTo>
                  <a:lnTo>
                    <a:pt x="45300" y="267006"/>
                  </a:lnTo>
                  <a:lnTo>
                    <a:pt x="45652" y="266962"/>
                  </a:lnTo>
                  <a:lnTo>
                    <a:pt x="45886" y="266948"/>
                  </a:lnTo>
                  <a:lnTo>
                    <a:pt x="45985" y="267078"/>
                  </a:lnTo>
                  <a:lnTo>
                    <a:pt x="46186" y="267264"/>
                  </a:lnTo>
                  <a:lnTo>
                    <a:pt x="46463" y="267095"/>
                  </a:lnTo>
                  <a:lnTo>
                    <a:pt x="46600" y="267127"/>
                  </a:lnTo>
                  <a:lnTo>
                    <a:pt x="46940" y="267319"/>
                  </a:lnTo>
                  <a:lnTo>
                    <a:pt x="47280" y="267364"/>
                  </a:lnTo>
                  <a:lnTo>
                    <a:pt x="47763" y="267792"/>
                  </a:lnTo>
                  <a:lnTo>
                    <a:pt x="48009" y="268168"/>
                  </a:lnTo>
                  <a:lnTo>
                    <a:pt x="48467" y="268522"/>
                  </a:lnTo>
                  <a:lnTo>
                    <a:pt x="48623" y="268558"/>
                  </a:lnTo>
                  <a:lnTo>
                    <a:pt x="48751" y="268701"/>
                  </a:lnTo>
                  <a:lnTo>
                    <a:pt x="48802" y="268871"/>
                  </a:lnTo>
                  <a:lnTo>
                    <a:pt x="49963" y="269280"/>
                  </a:lnTo>
                  <a:lnTo>
                    <a:pt x="51404" y="269471"/>
                  </a:lnTo>
                  <a:lnTo>
                    <a:pt x="51274" y="269928"/>
                  </a:lnTo>
                  <a:lnTo>
                    <a:pt x="51259" y="270082"/>
                  </a:lnTo>
                  <a:lnTo>
                    <a:pt x="51484" y="270192"/>
                  </a:lnTo>
                  <a:lnTo>
                    <a:pt x="51705" y="270318"/>
                  </a:lnTo>
                  <a:lnTo>
                    <a:pt x="52183" y="270455"/>
                  </a:lnTo>
                  <a:lnTo>
                    <a:pt x="52064" y="270723"/>
                  </a:lnTo>
                  <a:lnTo>
                    <a:pt x="52041" y="270907"/>
                  </a:lnTo>
                  <a:lnTo>
                    <a:pt x="52805" y="272699"/>
                  </a:lnTo>
                  <a:lnTo>
                    <a:pt x="53276" y="273103"/>
                  </a:lnTo>
                  <a:lnTo>
                    <a:pt x="53383" y="273307"/>
                  </a:lnTo>
                  <a:lnTo>
                    <a:pt x="53367" y="273626"/>
                  </a:lnTo>
                  <a:lnTo>
                    <a:pt x="53332" y="273764"/>
                  </a:lnTo>
                  <a:lnTo>
                    <a:pt x="53555" y="273763"/>
                  </a:lnTo>
                  <a:lnTo>
                    <a:pt x="54143" y="273553"/>
                  </a:lnTo>
                  <a:lnTo>
                    <a:pt x="54297" y="273552"/>
                  </a:lnTo>
                  <a:lnTo>
                    <a:pt x="54456" y="273506"/>
                  </a:lnTo>
                  <a:lnTo>
                    <a:pt x="54674" y="273480"/>
                  </a:lnTo>
                  <a:lnTo>
                    <a:pt x="54902" y="273595"/>
                  </a:lnTo>
                  <a:lnTo>
                    <a:pt x="55272" y="273985"/>
                  </a:lnTo>
                  <a:lnTo>
                    <a:pt x="55532" y="274196"/>
                  </a:lnTo>
                  <a:lnTo>
                    <a:pt x="56216" y="274572"/>
                  </a:lnTo>
                  <a:lnTo>
                    <a:pt x="56500" y="274691"/>
                  </a:lnTo>
                  <a:lnTo>
                    <a:pt x="57337" y="274137"/>
                  </a:lnTo>
                  <a:lnTo>
                    <a:pt x="58164" y="273967"/>
                  </a:lnTo>
                  <a:lnTo>
                    <a:pt x="58329" y="274027"/>
                  </a:lnTo>
                  <a:lnTo>
                    <a:pt x="58538" y="274164"/>
                  </a:lnTo>
                  <a:lnTo>
                    <a:pt x="58680" y="274170"/>
                  </a:lnTo>
                  <a:lnTo>
                    <a:pt x="59168" y="274135"/>
                  </a:lnTo>
                  <a:lnTo>
                    <a:pt x="59660" y="273476"/>
                  </a:lnTo>
                  <a:lnTo>
                    <a:pt x="60477" y="273178"/>
                  </a:lnTo>
                  <a:lnTo>
                    <a:pt x="61178" y="273022"/>
                  </a:lnTo>
                  <a:lnTo>
                    <a:pt x="61485" y="273274"/>
                  </a:lnTo>
                  <a:lnTo>
                    <a:pt x="61633" y="273274"/>
                  </a:lnTo>
                  <a:lnTo>
                    <a:pt x="62007" y="273215"/>
                  </a:lnTo>
                  <a:lnTo>
                    <a:pt x="62230" y="272914"/>
                  </a:lnTo>
                  <a:lnTo>
                    <a:pt x="62416" y="272842"/>
                  </a:lnTo>
                  <a:lnTo>
                    <a:pt x="62967" y="273457"/>
                  </a:lnTo>
                  <a:lnTo>
                    <a:pt x="63178" y="274120"/>
                  </a:lnTo>
                  <a:lnTo>
                    <a:pt x="63365" y="274203"/>
                  </a:lnTo>
                  <a:lnTo>
                    <a:pt x="63886" y="274124"/>
                  </a:lnTo>
                  <a:lnTo>
                    <a:pt x="64706" y="272861"/>
                  </a:lnTo>
                  <a:lnTo>
                    <a:pt x="64811" y="272506"/>
                  </a:lnTo>
                  <a:lnTo>
                    <a:pt x="65489" y="272541"/>
                  </a:lnTo>
                  <a:lnTo>
                    <a:pt x="65817" y="272851"/>
                  </a:lnTo>
                  <a:lnTo>
                    <a:pt x="66161" y="273009"/>
                  </a:lnTo>
                  <a:lnTo>
                    <a:pt x="66590" y="273234"/>
                  </a:lnTo>
                  <a:lnTo>
                    <a:pt x="66710" y="273443"/>
                  </a:lnTo>
                  <a:lnTo>
                    <a:pt x="66716" y="273761"/>
                  </a:lnTo>
                  <a:lnTo>
                    <a:pt x="66694" y="274189"/>
                  </a:lnTo>
                  <a:lnTo>
                    <a:pt x="66706" y="274710"/>
                  </a:lnTo>
                  <a:lnTo>
                    <a:pt x="66764" y="275048"/>
                  </a:lnTo>
                  <a:lnTo>
                    <a:pt x="68008" y="275127"/>
                  </a:lnTo>
                  <a:lnTo>
                    <a:pt x="68165" y="275171"/>
                  </a:lnTo>
                  <a:lnTo>
                    <a:pt x="68453" y="274957"/>
                  </a:lnTo>
                  <a:lnTo>
                    <a:pt x="68531" y="274784"/>
                  </a:lnTo>
                  <a:lnTo>
                    <a:pt x="68980" y="274558"/>
                  </a:lnTo>
                  <a:lnTo>
                    <a:pt x="69052" y="274350"/>
                  </a:lnTo>
                  <a:lnTo>
                    <a:pt x="69135" y="274110"/>
                  </a:lnTo>
                  <a:lnTo>
                    <a:pt x="69239" y="273809"/>
                  </a:lnTo>
                  <a:lnTo>
                    <a:pt x="69592" y="273622"/>
                  </a:lnTo>
                  <a:lnTo>
                    <a:pt x="69746" y="273566"/>
                  </a:lnTo>
                  <a:lnTo>
                    <a:pt x="69922" y="273502"/>
                  </a:lnTo>
                  <a:lnTo>
                    <a:pt x="70216" y="273396"/>
                  </a:lnTo>
                  <a:lnTo>
                    <a:pt x="70341" y="273201"/>
                  </a:lnTo>
                  <a:lnTo>
                    <a:pt x="70445" y="273038"/>
                  </a:lnTo>
                  <a:lnTo>
                    <a:pt x="70573" y="272839"/>
                  </a:lnTo>
                  <a:lnTo>
                    <a:pt x="70910" y="272673"/>
                  </a:lnTo>
                  <a:lnTo>
                    <a:pt x="71191" y="272379"/>
                  </a:lnTo>
                  <a:lnTo>
                    <a:pt x="71343" y="272283"/>
                  </a:lnTo>
                  <a:lnTo>
                    <a:pt x="71807" y="272255"/>
                  </a:lnTo>
                  <a:lnTo>
                    <a:pt x="72589" y="271834"/>
                  </a:lnTo>
                  <a:lnTo>
                    <a:pt x="72825" y="271650"/>
                  </a:lnTo>
                  <a:lnTo>
                    <a:pt x="73042" y="271480"/>
                  </a:lnTo>
                  <a:lnTo>
                    <a:pt x="73279" y="271295"/>
                  </a:lnTo>
                  <a:lnTo>
                    <a:pt x="73552" y="271082"/>
                  </a:lnTo>
                  <a:lnTo>
                    <a:pt x="74407" y="270223"/>
                  </a:lnTo>
                  <a:lnTo>
                    <a:pt x="74631" y="270185"/>
                  </a:lnTo>
                  <a:lnTo>
                    <a:pt x="74781" y="270296"/>
                  </a:lnTo>
                  <a:lnTo>
                    <a:pt x="74924" y="270421"/>
                  </a:lnTo>
                  <a:lnTo>
                    <a:pt x="75001" y="269865"/>
                  </a:lnTo>
                  <a:lnTo>
                    <a:pt x="75184" y="269842"/>
                  </a:lnTo>
                  <a:lnTo>
                    <a:pt x="75419" y="269818"/>
                  </a:lnTo>
                  <a:lnTo>
                    <a:pt x="75770" y="269495"/>
                  </a:lnTo>
                  <a:lnTo>
                    <a:pt x="76018" y="269266"/>
                  </a:lnTo>
                  <a:lnTo>
                    <a:pt x="76178" y="269276"/>
                  </a:lnTo>
                  <a:lnTo>
                    <a:pt x="76452" y="269295"/>
                  </a:lnTo>
                  <a:lnTo>
                    <a:pt x="76779" y="269301"/>
                  </a:lnTo>
                  <a:lnTo>
                    <a:pt x="77142" y="269723"/>
                  </a:lnTo>
                  <a:lnTo>
                    <a:pt x="77351" y="269620"/>
                  </a:lnTo>
                  <a:lnTo>
                    <a:pt x="77819" y="269380"/>
                  </a:lnTo>
                  <a:lnTo>
                    <a:pt x="78079" y="269398"/>
                  </a:lnTo>
                  <a:lnTo>
                    <a:pt x="78283" y="269412"/>
                  </a:lnTo>
                  <a:lnTo>
                    <a:pt x="78460" y="269424"/>
                  </a:lnTo>
                  <a:lnTo>
                    <a:pt x="78793" y="269447"/>
                  </a:lnTo>
                  <a:lnTo>
                    <a:pt x="79405" y="269833"/>
                  </a:lnTo>
                  <a:lnTo>
                    <a:pt x="79701" y="270003"/>
                  </a:lnTo>
                  <a:lnTo>
                    <a:pt x="79821" y="269802"/>
                  </a:lnTo>
                  <a:lnTo>
                    <a:pt x="79998" y="269710"/>
                  </a:lnTo>
                  <a:lnTo>
                    <a:pt x="80134" y="269856"/>
                  </a:lnTo>
                  <a:lnTo>
                    <a:pt x="80292" y="270102"/>
                  </a:lnTo>
                  <a:lnTo>
                    <a:pt x="80280" y="270241"/>
                  </a:lnTo>
                  <a:lnTo>
                    <a:pt x="80555" y="270422"/>
                  </a:lnTo>
                  <a:lnTo>
                    <a:pt x="80813" y="270519"/>
                  </a:lnTo>
                  <a:lnTo>
                    <a:pt x="80809" y="270764"/>
                  </a:lnTo>
                  <a:lnTo>
                    <a:pt x="80803" y="271212"/>
                  </a:lnTo>
                  <a:lnTo>
                    <a:pt x="80775" y="271668"/>
                  </a:lnTo>
                  <a:lnTo>
                    <a:pt x="81168" y="271547"/>
                  </a:lnTo>
                  <a:lnTo>
                    <a:pt x="81189" y="271240"/>
                  </a:lnTo>
                  <a:lnTo>
                    <a:pt x="81683" y="270684"/>
                  </a:lnTo>
                  <a:lnTo>
                    <a:pt x="82096" y="270147"/>
                  </a:lnTo>
                  <a:lnTo>
                    <a:pt x="82284" y="269815"/>
                  </a:lnTo>
                  <a:lnTo>
                    <a:pt x="82553" y="269343"/>
                  </a:lnTo>
                  <a:lnTo>
                    <a:pt x="82677" y="269124"/>
                  </a:lnTo>
                  <a:lnTo>
                    <a:pt x="82821" y="268871"/>
                  </a:lnTo>
                  <a:lnTo>
                    <a:pt x="82860" y="268388"/>
                  </a:lnTo>
                  <a:lnTo>
                    <a:pt x="82690" y="268248"/>
                  </a:lnTo>
                  <a:lnTo>
                    <a:pt x="82698" y="268009"/>
                  </a:lnTo>
                  <a:lnTo>
                    <a:pt x="82801" y="267791"/>
                  </a:lnTo>
                  <a:lnTo>
                    <a:pt x="83034" y="267296"/>
                  </a:lnTo>
                  <a:lnTo>
                    <a:pt x="83195" y="266949"/>
                  </a:lnTo>
                  <a:lnTo>
                    <a:pt x="82971" y="266596"/>
                  </a:lnTo>
                  <a:lnTo>
                    <a:pt x="82995" y="266469"/>
                  </a:lnTo>
                  <a:lnTo>
                    <a:pt x="83089" y="266260"/>
                  </a:lnTo>
                  <a:lnTo>
                    <a:pt x="83300" y="265754"/>
                  </a:lnTo>
                  <a:lnTo>
                    <a:pt x="83537" y="265745"/>
                  </a:lnTo>
                  <a:lnTo>
                    <a:pt x="83875" y="265134"/>
                  </a:lnTo>
                  <a:lnTo>
                    <a:pt x="83985" y="264936"/>
                  </a:lnTo>
                  <a:lnTo>
                    <a:pt x="84133" y="264467"/>
                  </a:lnTo>
                  <a:lnTo>
                    <a:pt x="84012" y="264121"/>
                  </a:lnTo>
                  <a:lnTo>
                    <a:pt x="83937" y="263909"/>
                  </a:lnTo>
                  <a:lnTo>
                    <a:pt x="83839" y="263734"/>
                  </a:lnTo>
                  <a:lnTo>
                    <a:pt x="83671" y="263287"/>
                  </a:lnTo>
                  <a:lnTo>
                    <a:pt x="83506" y="263212"/>
                  </a:lnTo>
                  <a:lnTo>
                    <a:pt x="83191" y="263385"/>
                  </a:lnTo>
                  <a:lnTo>
                    <a:pt x="82956" y="263050"/>
                  </a:lnTo>
                  <a:lnTo>
                    <a:pt x="83265" y="262962"/>
                  </a:lnTo>
                  <a:lnTo>
                    <a:pt x="83339" y="262770"/>
                  </a:lnTo>
                  <a:lnTo>
                    <a:pt x="83459" y="262463"/>
                  </a:lnTo>
                  <a:lnTo>
                    <a:pt x="83517" y="262313"/>
                  </a:lnTo>
                  <a:lnTo>
                    <a:pt x="83561" y="262037"/>
                  </a:lnTo>
                  <a:lnTo>
                    <a:pt x="83556" y="261602"/>
                  </a:lnTo>
                  <a:lnTo>
                    <a:pt x="84116" y="261246"/>
                  </a:lnTo>
                  <a:lnTo>
                    <a:pt x="84662" y="261056"/>
                  </a:lnTo>
                  <a:lnTo>
                    <a:pt x="84792" y="260934"/>
                  </a:lnTo>
                  <a:lnTo>
                    <a:pt x="85258" y="260498"/>
                  </a:lnTo>
                  <a:lnTo>
                    <a:pt x="85639" y="260186"/>
                  </a:lnTo>
                  <a:lnTo>
                    <a:pt x="85970" y="259937"/>
                  </a:lnTo>
                  <a:lnTo>
                    <a:pt x="86006" y="259767"/>
                  </a:lnTo>
                  <a:lnTo>
                    <a:pt x="85928" y="259277"/>
                  </a:lnTo>
                  <a:lnTo>
                    <a:pt x="85761" y="258742"/>
                  </a:lnTo>
                  <a:lnTo>
                    <a:pt x="85975" y="258535"/>
                  </a:lnTo>
                  <a:lnTo>
                    <a:pt x="86048" y="258332"/>
                  </a:lnTo>
                  <a:lnTo>
                    <a:pt x="86173" y="257857"/>
                  </a:lnTo>
                  <a:lnTo>
                    <a:pt x="86167" y="257689"/>
                  </a:lnTo>
                  <a:lnTo>
                    <a:pt x="86159" y="257503"/>
                  </a:lnTo>
                  <a:lnTo>
                    <a:pt x="86154" y="257364"/>
                  </a:lnTo>
                  <a:lnTo>
                    <a:pt x="86032" y="256944"/>
                  </a:lnTo>
                  <a:lnTo>
                    <a:pt x="85807" y="256344"/>
                  </a:lnTo>
                  <a:lnTo>
                    <a:pt x="85853" y="255823"/>
                  </a:lnTo>
                  <a:lnTo>
                    <a:pt x="86183" y="255388"/>
                  </a:lnTo>
                  <a:lnTo>
                    <a:pt x="86580" y="254983"/>
                  </a:lnTo>
                  <a:lnTo>
                    <a:pt x="86747" y="254715"/>
                  </a:lnTo>
                  <a:lnTo>
                    <a:pt x="86758" y="254575"/>
                  </a:lnTo>
                  <a:lnTo>
                    <a:pt x="86965" y="254359"/>
                  </a:lnTo>
                  <a:lnTo>
                    <a:pt x="87258" y="254391"/>
                  </a:lnTo>
                  <a:lnTo>
                    <a:pt x="87543" y="254227"/>
                  </a:lnTo>
                  <a:lnTo>
                    <a:pt x="87694" y="253992"/>
                  </a:lnTo>
                  <a:lnTo>
                    <a:pt x="87828" y="253642"/>
                  </a:lnTo>
                  <a:lnTo>
                    <a:pt x="87925" y="253459"/>
                  </a:lnTo>
                  <a:lnTo>
                    <a:pt x="88113" y="253301"/>
                  </a:lnTo>
                  <a:lnTo>
                    <a:pt x="88637" y="253236"/>
                  </a:lnTo>
                  <a:lnTo>
                    <a:pt x="88993" y="252998"/>
                  </a:lnTo>
                  <a:lnTo>
                    <a:pt x="89798" y="253195"/>
                  </a:lnTo>
                  <a:lnTo>
                    <a:pt x="89788" y="252733"/>
                  </a:lnTo>
                  <a:lnTo>
                    <a:pt x="89932" y="252613"/>
                  </a:lnTo>
                  <a:lnTo>
                    <a:pt x="90274" y="252500"/>
                  </a:lnTo>
                  <a:lnTo>
                    <a:pt x="90821" y="252456"/>
                  </a:lnTo>
                  <a:lnTo>
                    <a:pt x="91356" y="252561"/>
                  </a:lnTo>
                  <a:lnTo>
                    <a:pt x="91667" y="252245"/>
                  </a:lnTo>
                  <a:lnTo>
                    <a:pt x="91786" y="252011"/>
                  </a:lnTo>
                  <a:lnTo>
                    <a:pt x="92559" y="252382"/>
                  </a:lnTo>
                  <a:lnTo>
                    <a:pt x="92821" y="252335"/>
                  </a:lnTo>
                  <a:lnTo>
                    <a:pt x="92945" y="252139"/>
                  </a:lnTo>
                  <a:lnTo>
                    <a:pt x="93342" y="252035"/>
                  </a:lnTo>
                  <a:lnTo>
                    <a:pt x="93764" y="252094"/>
                  </a:lnTo>
                  <a:lnTo>
                    <a:pt x="94120" y="252246"/>
                  </a:lnTo>
                  <a:lnTo>
                    <a:pt x="94330" y="252339"/>
                  </a:lnTo>
                  <a:lnTo>
                    <a:pt x="94759" y="252349"/>
                  </a:lnTo>
                  <a:lnTo>
                    <a:pt x="95105" y="252528"/>
                  </a:lnTo>
                  <a:lnTo>
                    <a:pt x="95322" y="252840"/>
                  </a:lnTo>
                  <a:lnTo>
                    <a:pt x="95513" y="252931"/>
                  </a:lnTo>
                  <a:lnTo>
                    <a:pt x="95943" y="253096"/>
                  </a:lnTo>
                  <a:lnTo>
                    <a:pt x="95932" y="253312"/>
                  </a:lnTo>
                  <a:lnTo>
                    <a:pt x="96153" y="253574"/>
                  </a:lnTo>
                  <a:lnTo>
                    <a:pt x="96190" y="253863"/>
                  </a:lnTo>
                  <a:lnTo>
                    <a:pt x="96286" y="254093"/>
                  </a:lnTo>
                  <a:lnTo>
                    <a:pt x="96478" y="254382"/>
                  </a:lnTo>
                  <a:lnTo>
                    <a:pt x="96840" y="254660"/>
                  </a:lnTo>
                  <a:lnTo>
                    <a:pt x="96975" y="254696"/>
                  </a:lnTo>
                  <a:lnTo>
                    <a:pt x="97294" y="254685"/>
                  </a:lnTo>
                  <a:lnTo>
                    <a:pt x="97775" y="254607"/>
                  </a:lnTo>
                  <a:lnTo>
                    <a:pt x="97983" y="254653"/>
                  </a:lnTo>
                  <a:lnTo>
                    <a:pt x="98287" y="254720"/>
                  </a:lnTo>
                  <a:lnTo>
                    <a:pt x="98651" y="254800"/>
                  </a:lnTo>
                  <a:lnTo>
                    <a:pt x="98826" y="254957"/>
                  </a:lnTo>
                  <a:lnTo>
                    <a:pt x="98710" y="255377"/>
                  </a:lnTo>
                  <a:lnTo>
                    <a:pt x="98782" y="255656"/>
                  </a:lnTo>
                  <a:lnTo>
                    <a:pt x="99016" y="256037"/>
                  </a:lnTo>
                  <a:lnTo>
                    <a:pt x="99457" y="256286"/>
                  </a:lnTo>
                  <a:lnTo>
                    <a:pt x="99561" y="256579"/>
                  </a:lnTo>
                  <a:lnTo>
                    <a:pt x="99507" y="256862"/>
                  </a:lnTo>
                  <a:lnTo>
                    <a:pt x="99627" y="257319"/>
                  </a:lnTo>
                  <a:lnTo>
                    <a:pt x="99842" y="257556"/>
                  </a:lnTo>
                  <a:lnTo>
                    <a:pt x="100049" y="257600"/>
                  </a:lnTo>
                  <a:lnTo>
                    <a:pt x="100195" y="257648"/>
                  </a:lnTo>
                  <a:lnTo>
                    <a:pt x="100428" y="257604"/>
                  </a:lnTo>
                  <a:lnTo>
                    <a:pt x="100561" y="257458"/>
                  </a:lnTo>
                  <a:lnTo>
                    <a:pt x="100734" y="257138"/>
                  </a:lnTo>
                  <a:lnTo>
                    <a:pt x="100972" y="256728"/>
                  </a:lnTo>
                  <a:lnTo>
                    <a:pt x="101120" y="256582"/>
                  </a:lnTo>
                  <a:lnTo>
                    <a:pt x="101417" y="256417"/>
                  </a:lnTo>
                  <a:lnTo>
                    <a:pt x="101721" y="256417"/>
                  </a:lnTo>
                  <a:lnTo>
                    <a:pt x="102239" y="256696"/>
                  </a:lnTo>
                  <a:lnTo>
                    <a:pt x="102894" y="256787"/>
                  </a:lnTo>
                  <a:lnTo>
                    <a:pt x="103499" y="256596"/>
                  </a:lnTo>
                  <a:lnTo>
                    <a:pt x="103749" y="256414"/>
                  </a:lnTo>
                  <a:lnTo>
                    <a:pt x="103673" y="256175"/>
                  </a:lnTo>
                  <a:lnTo>
                    <a:pt x="103682" y="256017"/>
                  </a:lnTo>
                  <a:lnTo>
                    <a:pt x="103763" y="255593"/>
                  </a:lnTo>
                  <a:lnTo>
                    <a:pt x="103851" y="255353"/>
                  </a:lnTo>
                  <a:lnTo>
                    <a:pt x="104224" y="255201"/>
                  </a:lnTo>
                  <a:lnTo>
                    <a:pt x="104571" y="255083"/>
                  </a:lnTo>
                  <a:lnTo>
                    <a:pt x="104831" y="255080"/>
                  </a:lnTo>
                  <a:lnTo>
                    <a:pt x="105041" y="255034"/>
                  </a:lnTo>
                  <a:lnTo>
                    <a:pt x="105366" y="254871"/>
                  </a:lnTo>
                  <a:lnTo>
                    <a:pt x="105936" y="254883"/>
                  </a:lnTo>
                  <a:lnTo>
                    <a:pt x="106093" y="254772"/>
                  </a:lnTo>
                  <a:lnTo>
                    <a:pt x="106272" y="254738"/>
                  </a:lnTo>
                  <a:lnTo>
                    <a:pt x="106424" y="254746"/>
                  </a:lnTo>
                  <a:lnTo>
                    <a:pt x="106664" y="254826"/>
                  </a:lnTo>
                  <a:lnTo>
                    <a:pt x="107105" y="254987"/>
                  </a:lnTo>
                  <a:lnTo>
                    <a:pt x="107389" y="255005"/>
                  </a:lnTo>
                  <a:lnTo>
                    <a:pt x="107719" y="255135"/>
                  </a:lnTo>
                  <a:lnTo>
                    <a:pt x="108040" y="255142"/>
                  </a:lnTo>
                  <a:lnTo>
                    <a:pt x="108428" y="255165"/>
                  </a:lnTo>
                  <a:lnTo>
                    <a:pt x="108619" y="255318"/>
                  </a:lnTo>
                  <a:lnTo>
                    <a:pt x="109199" y="255321"/>
                  </a:lnTo>
                  <a:lnTo>
                    <a:pt x="109511" y="255041"/>
                  </a:lnTo>
                  <a:lnTo>
                    <a:pt x="109713" y="254853"/>
                  </a:lnTo>
                  <a:lnTo>
                    <a:pt x="110078" y="254312"/>
                  </a:lnTo>
                  <a:lnTo>
                    <a:pt x="110144" y="253990"/>
                  </a:lnTo>
                  <a:lnTo>
                    <a:pt x="110348" y="253875"/>
                  </a:lnTo>
                  <a:lnTo>
                    <a:pt x="110793" y="253889"/>
                  </a:lnTo>
                  <a:lnTo>
                    <a:pt x="111089" y="253880"/>
                  </a:lnTo>
                  <a:lnTo>
                    <a:pt x="111618" y="253473"/>
                  </a:lnTo>
                  <a:lnTo>
                    <a:pt x="111798" y="253425"/>
                  </a:lnTo>
                  <a:lnTo>
                    <a:pt x="112083" y="253454"/>
                  </a:lnTo>
                  <a:lnTo>
                    <a:pt x="112444" y="253474"/>
                  </a:lnTo>
                  <a:lnTo>
                    <a:pt x="112620" y="254147"/>
                  </a:lnTo>
                  <a:lnTo>
                    <a:pt x="112830" y="254235"/>
                  </a:lnTo>
                  <a:lnTo>
                    <a:pt x="113060" y="254200"/>
                  </a:lnTo>
                  <a:lnTo>
                    <a:pt x="113373" y="254097"/>
                  </a:lnTo>
                  <a:lnTo>
                    <a:pt x="114347" y="253690"/>
                  </a:lnTo>
                  <a:lnTo>
                    <a:pt x="114729" y="253449"/>
                  </a:lnTo>
                  <a:lnTo>
                    <a:pt x="115102" y="253232"/>
                  </a:lnTo>
                  <a:lnTo>
                    <a:pt x="115692" y="253334"/>
                  </a:lnTo>
                  <a:lnTo>
                    <a:pt x="115831" y="253402"/>
                  </a:lnTo>
                  <a:lnTo>
                    <a:pt x="116157" y="253404"/>
                  </a:lnTo>
                  <a:lnTo>
                    <a:pt x="116332" y="253442"/>
                  </a:lnTo>
                  <a:lnTo>
                    <a:pt x="116801" y="253304"/>
                  </a:lnTo>
                  <a:lnTo>
                    <a:pt x="117174" y="253083"/>
                  </a:lnTo>
                  <a:lnTo>
                    <a:pt x="117411" y="253006"/>
                  </a:lnTo>
                  <a:lnTo>
                    <a:pt x="118010" y="252813"/>
                  </a:lnTo>
                  <a:lnTo>
                    <a:pt x="118286" y="252430"/>
                  </a:lnTo>
                  <a:lnTo>
                    <a:pt x="118251" y="252076"/>
                  </a:lnTo>
                  <a:lnTo>
                    <a:pt x="118402" y="251912"/>
                  </a:lnTo>
                  <a:lnTo>
                    <a:pt x="119048" y="251992"/>
                  </a:lnTo>
                  <a:lnTo>
                    <a:pt x="119387" y="251926"/>
                  </a:lnTo>
                  <a:lnTo>
                    <a:pt x="119628" y="251856"/>
                  </a:lnTo>
                  <a:lnTo>
                    <a:pt x="119832" y="251831"/>
                  </a:lnTo>
                  <a:lnTo>
                    <a:pt x="119963" y="251815"/>
                  </a:lnTo>
                  <a:lnTo>
                    <a:pt x="120165" y="251791"/>
                  </a:lnTo>
                  <a:lnTo>
                    <a:pt x="120493" y="251900"/>
                  </a:lnTo>
                  <a:lnTo>
                    <a:pt x="120772" y="251823"/>
                  </a:lnTo>
                  <a:lnTo>
                    <a:pt x="120986" y="251834"/>
                  </a:lnTo>
                  <a:lnTo>
                    <a:pt x="121320" y="251930"/>
                  </a:lnTo>
                  <a:lnTo>
                    <a:pt x="121952" y="252161"/>
                  </a:lnTo>
                  <a:lnTo>
                    <a:pt x="122535" y="252503"/>
                  </a:lnTo>
                  <a:lnTo>
                    <a:pt x="122828" y="252639"/>
                  </a:lnTo>
                  <a:lnTo>
                    <a:pt x="123359" y="252720"/>
                  </a:lnTo>
                  <a:lnTo>
                    <a:pt x="123584" y="252869"/>
                  </a:lnTo>
                  <a:lnTo>
                    <a:pt x="123927" y="253034"/>
                  </a:lnTo>
                  <a:lnTo>
                    <a:pt x="124291" y="252835"/>
                  </a:lnTo>
                  <a:lnTo>
                    <a:pt x="124466" y="252639"/>
                  </a:lnTo>
                  <a:lnTo>
                    <a:pt x="124755" y="252562"/>
                  </a:lnTo>
                  <a:lnTo>
                    <a:pt x="125265" y="252707"/>
                  </a:lnTo>
                  <a:lnTo>
                    <a:pt x="125532" y="252387"/>
                  </a:lnTo>
                  <a:lnTo>
                    <a:pt x="125795" y="252358"/>
                  </a:lnTo>
                  <a:lnTo>
                    <a:pt x="126010" y="252410"/>
                  </a:lnTo>
                  <a:lnTo>
                    <a:pt x="126286" y="252271"/>
                  </a:lnTo>
                  <a:lnTo>
                    <a:pt x="126532" y="252028"/>
                  </a:lnTo>
                  <a:lnTo>
                    <a:pt x="127018" y="251775"/>
                  </a:lnTo>
                  <a:lnTo>
                    <a:pt x="127379" y="251497"/>
                  </a:lnTo>
                  <a:lnTo>
                    <a:pt x="127915" y="251085"/>
                  </a:lnTo>
                  <a:lnTo>
                    <a:pt x="128286" y="250683"/>
                  </a:lnTo>
                  <a:lnTo>
                    <a:pt x="128669" y="250464"/>
                  </a:lnTo>
                  <a:lnTo>
                    <a:pt x="128924" y="250329"/>
                  </a:lnTo>
                  <a:lnTo>
                    <a:pt x="129240" y="250353"/>
                  </a:lnTo>
                  <a:lnTo>
                    <a:pt x="129470" y="250351"/>
                  </a:lnTo>
                  <a:lnTo>
                    <a:pt x="129703" y="250215"/>
                  </a:lnTo>
                  <a:lnTo>
                    <a:pt x="129890" y="250102"/>
                  </a:lnTo>
                  <a:lnTo>
                    <a:pt x="129739" y="249633"/>
                  </a:lnTo>
                  <a:lnTo>
                    <a:pt x="129345" y="249366"/>
                  </a:lnTo>
                  <a:lnTo>
                    <a:pt x="129267" y="248954"/>
                  </a:lnTo>
                  <a:lnTo>
                    <a:pt x="129365" y="248786"/>
                  </a:lnTo>
                  <a:lnTo>
                    <a:pt x="129665" y="248438"/>
                  </a:lnTo>
                  <a:lnTo>
                    <a:pt x="129811" y="248362"/>
                  </a:lnTo>
                  <a:lnTo>
                    <a:pt x="130090" y="248038"/>
                  </a:lnTo>
                  <a:lnTo>
                    <a:pt x="130141" y="247905"/>
                  </a:lnTo>
                  <a:lnTo>
                    <a:pt x="130237" y="247625"/>
                  </a:lnTo>
                  <a:lnTo>
                    <a:pt x="129782" y="246874"/>
                  </a:lnTo>
                  <a:lnTo>
                    <a:pt x="129846" y="246631"/>
                  </a:lnTo>
                  <a:lnTo>
                    <a:pt x="129707" y="246514"/>
                  </a:lnTo>
                  <a:lnTo>
                    <a:pt x="129667" y="246372"/>
                  </a:lnTo>
                  <a:lnTo>
                    <a:pt x="129515" y="246119"/>
                  </a:lnTo>
                  <a:lnTo>
                    <a:pt x="128560" y="245938"/>
                  </a:lnTo>
                  <a:lnTo>
                    <a:pt x="128554" y="245738"/>
                  </a:lnTo>
                  <a:lnTo>
                    <a:pt x="128598" y="245481"/>
                  </a:lnTo>
                  <a:lnTo>
                    <a:pt x="128880" y="245341"/>
                  </a:lnTo>
                  <a:lnTo>
                    <a:pt x="128880" y="244892"/>
                  </a:lnTo>
                  <a:lnTo>
                    <a:pt x="128906" y="244696"/>
                  </a:lnTo>
                  <a:lnTo>
                    <a:pt x="128870" y="244167"/>
                  </a:lnTo>
                  <a:lnTo>
                    <a:pt x="129101" y="244143"/>
                  </a:lnTo>
                  <a:lnTo>
                    <a:pt x="129537" y="243572"/>
                  </a:lnTo>
                  <a:lnTo>
                    <a:pt x="129688" y="243369"/>
                  </a:lnTo>
                  <a:lnTo>
                    <a:pt x="129310" y="242963"/>
                  </a:lnTo>
                  <a:lnTo>
                    <a:pt x="129243" y="242783"/>
                  </a:lnTo>
                  <a:lnTo>
                    <a:pt x="129087" y="242384"/>
                  </a:lnTo>
                  <a:lnTo>
                    <a:pt x="129100" y="242121"/>
                  </a:lnTo>
                  <a:lnTo>
                    <a:pt x="128951" y="242033"/>
                  </a:lnTo>
                  <a:lnTo>
                    <a:pt x="128838" y="241880"/>
                  </a:lnTo>
                  <a:lnTo>
                    <a:pt x="128668" y="241665"/>
                  </a:lnTo>
                  <a:lnTo>
                    <a:pt x="128357" y="241287"/>
                  </a:lnTo>
                  <a:lnTo>
                    <a:pt x="128348" y="241158"/>
                  </a:lnTo>
                  <a:lnTo>
                    <a:pt x="127933" y="240833"/>
                  </a:lnTo>
                  <a:lnTo>
                    <a:pt x="127284" y="240966"/>
                  </a:lnTo>
                  <a:lnTo>
                    <a:pt x="126839" y="240805"/>
                  </a:lnTo>
                  <a:lnTo>
                    <a:pt x="126351" y="240654"/>
                  </a:lnTo>
                  <a:lnTo>
                    <a:pt x="125957" y="240154"/>
                  </a:lnTo>
                  <a:lnTo>
                    <a:pt x="125923" y="239976"/>
                  </a:lnTo>
                  <a:lnTo>
                    <a:pt x="125986" y="239747"/>
                  </a:lnTo>
                  <a:lnTo>
                    <a:pt x="126173" y="239471"/>
                  </a:lnTo>
                  <a:lnTo>
                    <a:pt x="126936" y="238537"/>
                  </a:lnTo>
                  <a:lnTo>
                    <a:pt x="126971" y="238293"/>
                  </a:lnTo>
                  <a:lnTo>
                    <a:pt x="126777" y="237454"/>
                  </a:lnTo>
                  <a:lnTo>
                    <a:pt x="126514" y="237052"/>
                  </a:lnTo>
                  <a:lnTo>
                    <a:pt x="126336" y="236643"/>
                  </a:lnTo>
                  <a:lnTo>
                    <a:pt x="126106" y="236502"/>
                  </a:lnTo>
                  <a:lnTo>
                    <a:pt x="125873" y="236453"/>
                  </a:lnTo>
                  <a:lnTo>
                    <a:pt x="125388" y="236088"/>
                  </a:lnTo>
                  <a:lnTo>
                    <a:pt x="125284" y="235489"/>
                  </a:lnTo>
                  <a:lnTo>
                    <a:pt x="124662" y="235284"/>
                  </a:lnTo>
                  <a:lnTo>
                    <a:pt x="124495" y="234598"/>
                  </a:lnTo>
                  <a:lnTo>
                    <a:pt x="124155" y="234571"/>
                  </a:lnTo>
                  <a:lnTo>
                    <a:pt x="123798" y="234453"/>
                  </a:lnTo>
                  <a:lnTo>
                    <a:pt x="123289" y="234010"/>
                  </a:lnTo>
                  <a:lnTo>
                    <a:pt x="122966" y="233838"/>
                  </a:lnTo>
                  <a:lnTo>
                    <a:pt x="122524" y="233612"/>
                  </a:lnTo>
                  <a:lnTo>
                    <a:pt x="121897" y="233241"/>
                  </a:lnTo>
                  <a:lnTo>
                    <a:pt x="121457" y="233236"/>
                  </a:lnTo>
                  <a:lnTo>
                    <a:pt x="120718" y="233085"/>
                  </a:lnTo>
                  <a:lnTo>
                    <a:pt x="120400" y="233180"/>
                  </a:lnTo>
                  <a:lnTo>
                    <a:pt x="119982" y="233208"/>
                  </a:lnTo>
                  <a:lnTo>
                    <a:pt x="119734" y="233230"/>
                  </a:lnTo>
                  <a:lnTo>
                    <a:pt x="119426" y="233310"/>
                  </a:lnTo>
                  <a:lnTo>
                    <a:pt x="118823" y="233749"/>
                  </a:lnTo>
                  <a:lnTo>
                    <a:pt x="118507" y="234027"/>
                  </a:lnTo>
                  <a:lnTo>
                    <a:pt x="118167" y="234234"/>
                  </a:lnTo>
                  <a:lnTo>
                    <a:pt x="117591" y="234415"/>
                  </a:lnTo>
                  <a:lnTo>
                    <a:pt x="116831" y="234800"/>
                  </a:lnTo>
                  <a:lnTo>
                    <a:pt x="117007" y="235236"/>
                  </a:lnTo>
                  <a:lnTo>
                    <a:pt x="117133" y="235505"/>
                  </a:lnTo>
                  <a:lnTo>
                    <a:pt x="117063" y="235924"/>
                  </a:lnTo>
                  <a:lnTo>
                    <a:pt x="116385" y="235408"/>
                  </a:lnTo>
                  <a:lnTo>
                    <a:pt x="116145" y="235310"/>
                  </a:lnTo>
                  <a:lnTo>
                    <a:pt x="115902" y="235393"/>
                  </a:lnTo>
                  <a:lnTo>
                    <a:pt x="115629" y="235495"/>
                  </a:lnTo>
                  <a:lnTo>
                    <a:pt x="115074" y="235669"/>
                  </a:lnTo>
                  <a:lnTo>
                    <a:pt x="114877" y="235934"/>
                  </a:lnTo>
                  <a:lnTo>
                    <a:pt x="114578" y="235487"/>
                  </a:lnTo>
                  <a:lnTo>
                    <a:pt x="114473" y="235056"/>
                  </a:lnTo>
                  <a:lnTo>
                    <a:pt x="114456" y="234883"/>
                  </a:lnTo>
                  <a:lnTo>
                    <a:pt x="114266" y="234561"/>
                  </a:lnTo>
                  <a:lnTo>
                    <a:pt x="114007" y="234393"/>
                  </a:lnTo>
                  <a:lnTo>
                    <a:pt x="113682" y="234237"/>
                  </a:lnTo>
                  <a:lnTo>
                    <a:pt x="113174" y="234127"/>
                  </a:lnTo>
                  <a:lnTo>
                    <a:pt x="113094" y="234467"/>
                  </a:lnTo>
                  <a:lnTo>
                    <a:pt x="112825" y="234715"/>
                  </a:lnTo>
                  <a:lnTo>
                    <a:pt x="112511" y="234524"/>
                  </a:lnTo>
                  <a:lnTo>
                    <a:pt x="112363" y="234443"/>
                  </a:lnTo>
                  <a:lnTo>
                    <a:pt x="112103" y="234526"/>
                  </a:lnTo>
                  <a:lnTo>
                    <a:pt x="111443" y="235118"/>
                  </a:lnTo>
                  <a:lnTo>
                    <a:pt x="111118" y="235319"/>
                  </a:lnTo>
                  <a:lnTo>
                    <a:pt x="110433" y="235113"/>
                  </a:lnTo>
                  <a:lnTo>
                    <a:pt x="110400" y="234728"/>
                  </a:lnTo>
                  <a:lnTo>
                    <a:pt x="110240" y="234181"/>
                  </a:lnTo>
                  <a:lnTo>
                    <a:pt x="110065" y="234030"/>
                  </a:lnTo>
                  <a:lnTo>
                    <a:pt x="109818" y="233663"/>
                  </a:lnTo>
                  <a:lnTo>
                    <a:pt x="109727" y="233391"/>
                  </a:lnTo>
                  <a:lnTo>
                    <a:pt x="109692" y="232958"/>
                  </a:lnTo>
                  <a:lnTo>
                    <a:pt x="109902" y="232392"/>
                  </a:lnTo>
                  <a:lnTo>
                    <a:pt x="110105" y="231784"/>
                  </a:lnTo>
                  <a:lnTo>
                    <a:pt x="110118" y="231381"/>
                  </a:lnTo>
                  <a:lnTo>
                    <a:pt x="110333" y="231150"/>
                  </a:lnTo>
                  <a:lnTo>
                    <a:pt x="110530" y="230998"/>
                  </a:lnTo>
                  <a:lnTo>
                    <a:pt x="110707" y="230486"/>
                  </a:lnTo>
                  <a:lnTo>
                    <a:pt x="110987" y="229815"/>
                  </a:lnTo>
                  <a:lnTo>
                    <a:pt x="110912" y="229544"/>
                  </a:lnTo>
                  <a:lnTo>
                    <a:pt x="110157" y="228775"/>
                  </a:lnTo>
                  <a:lnTo>
                    <a:pt x="109699" y="229053"/>
                  </a:lnTo>
                  <a:lnTo>
                    <a:pt x="109287" y="228816"/>
                  </a:lnTo>
                  <a:lnTo>
                    <a:pt x="109022" y="228413"/>
                  </a:lnTo>
                  <a:lnTo>
                    <a:pt x="108921" y="228245"/>
                  </a:lnTo>
                  <a:lnTo>
                    <a:pt x="108587" y="227484"/>
                  </a:lnTo>
                  <a:lnTo>
                    <a:pt x="108441" y="227077"/>
                  </a:lnTo>
                  <a:lnTo>
                    <a:pt x="108316" y="226702"/>
                  </a:lnTo>
                  <a:lnTo>
                    <a:pt x="108260" y="226501"/>
                  </a:lnTo>
                  <a:lnTo>
                    <a:pt x="107900" y="226209"/>
                  </a:lnTo>
                  <a:lnTo>
                    <a:pt x="107586" y="226236"/>
                  </a:lnTo>
                  <a:lnTo>
                    <a:pt x="107394" y="226227"/>
                  </a:lnTo>
                  <a:lnTo>
                    <a:pt x="107166" y="226159"/>
                  </a:lnTo>
                  <a:lnTo>
                    <a:pt x="106989" y="225954"/>
                  </a:lnTo>
                  <a:lnTo>
                    <a:pt x="106979" y="225810"/>
                  </a:lnTo>
                  <a:lnTo>
                    <a:pt x="106887" y="225492"/>
                  </a:lnTo>
                  <a:lnTo>
                    <a:pt x="106772" y="225151"/>
                  </a:lnTo>
                  <a:lnTo>
                    <a:pt x="106066" y="224862"/>
                  </a:lnTo>
                  <a:lnTo>
                    <a:pt x="105887" y="225172"/>
                  </a:lnTo>
                  <a:lnTo>
                    <a:pt x="105871" y="225428"/>
                  </a:lnTo>
                  <a:lnTo>
                    <a:pt x="105908" y="225666"/>
                  </a:lnTo>
                  <a:lnTo>
                    <a:pt x="106277" y="225930"/>
                  </a:lnTo>
                  <a:lnTo>
                    <a:pt x="106117" y="226122"/>
                  </a:lnTo>
                  <a:lnTo>
                    <a:pt x="105449" y="226136"/>
                  </a:lnTo>
                  <a:lnTo>
                    <a:pt x="105087" y="226195"/>
                  </a:lnTo>
                  <a:lnTo>
                    <a:pt x="104499" y="226370"/>
                  </a:lnTo>
                  <a:lnTo>
                    <a:pt x="104379" y="226619"/>
                  </a:lnTo>
                  <a:lnTo>
                    <a:pt x="104383" y="227054"/>
                  </a:lnTo>
                  <a:lnTo>
                    <a:pt x="104456" y="227350"/>
                  </a:lnTo>
                  <a:lnTo>
                    <a:pt x="104464" y="227558"/>
                  </a:lnTo>
                  <a:lnTo>
                    <a:pt x="104497" y="227770"/>
                  </a:lnTo>
                  <a:lnTo>
                    <a:pt x="104188" y="227968"/>
                  </a:lnTo>
                  <a:lnTo>
                    <a:pt x="103794" y="227817"/>
                  </a:lnTo>
                  <a:lnTo>
                    <a:pt x="103065" y="227574"/>
                  </a:lnTo>
                  <a:lnTo>
                    <a:pt x="102526" y="227422"/>
                  </a:lnTo>
                  <a:lnTo>
                    <a:pt x="102385" y="227348"/>
                  </a:lnTo>
                  <a:lnTo>
                    <a:pt x="102270" y="227124"/>
                  </a:lnTo>
                  <a:lnTo>
                    <a:pt x="102159" y="226940"/>
                  </a:lnTo>
                  <a:lnTo>
                    <a:pt x="102077" y="226804"/>
                  </a:lnTo>
                  <a:lnTo>
                    <a:pt x="101918" y="226540"/>
                  </a:lnTo>
                  <a:lnTo>
                    <a:pt x="101732" y="226248"/>
                  </a:lnTo>
                  <a:lnTo>
                    <a:pt x="101350" y="225989"/>
                  </a:lnTo>
                  <a:lnTo>
                    <a:pt x="100675" y="225763"/>
                  </a:lnTo>
                  <a:lnTo>
                    <a:pt x="100292" y="225982"/>
                  </a:lnTo>
                  <a:lnTo>
                    <a:pt x="100311" y="225371"/>
                  </a:lnTo>
                  <a:lnTo>
                    <a:pt x="100493" y="225124"/>
                  </a:lnTo>
                  <a:lnTo>
                    <a:pt x="100704" y="224716"/>
                  </a:lnTo>
                  <a:lnTo>
                    <a:pt x="100772" y="224501"/>
                  </a:lnTo>
                  <a:lnTo>
                    <a:pt x="100783" y="224283"/>
                  </a:lnTo>
                  <a:lnTo>
                    <a:pt x="100798" y="224007"/>
                  </a:lnTo>
                  <a:lnTo>
                    <a:pt x="100848" y="223720"/>
                  </a:lnTo>
                  <a:lnTo>
                    <a:pt x="100912" y="223517"/>
                  </a:lnTo>
                  <a:lnTo>
                    <a:pt x="100913" y="223091"/>
                  </a:lnTo>
                  <a:lnTo>
                    <a:pt x="100795" y="222817"/>
                  </a:lnTo>
                  <a:lnTo>
                    <a:pt x="100811" y="222586"/>
                  </a:lnTo>
                  <a:lnTo>
                    <a:pt x="100763" y="222201"/>
                  </a:lnTo>
                  <a:lnTo>
                    <a:pt x="100534" y="221970"/>
                  </a:lnTo>
                  <a:lnTo>
                    <a:pt x="100450" y="221502"/>
                  </a:lnTo>
                  <a:lnTo>
                    <a:pt x="100687" y="221076"/>
                  </a:lnTo>
                  <a:lnTo>
                    <a:pt x="100634" y="220704"/>
                  </a:lnTo>
                  <a:lnTo>
                    <a:pt x="100588" y="220540"/>
                  </a:lnTo>
                  <a:lnTo>
                    <a:pt x="99937" y="220163"/>
                  </a:lnTo>
                  <a:lnTo>
                    <a:pt x="99555" y="220032"/>
                  </a:lnTo>
                  <a:lnTo>
                    <a:pt x="99192" y="219826"/>
                  </a:lnTo>
                  <a:lnTo>
                    <a:pt x="99022" y="219571"/>
                  </a:lnTo>
                  <a:lnTo>
                    <a:pt x="99416" y="218592"/>
                  </a:lnTo>
                  <a:lnTo>
                    <a:pt x="99186" y="218273"/>
                  </a:lnTo>
                  <a:lnTo>
                    <a:pt x="99007" y="218153"/>
                  </a:lnTo>
                  <a:lnTo>
                    <a:pt x="99103" y="217942"/>
                  </a:lnTo>
                  <a:lnTo>
                    <a:pt x="99514" y="217515"/>
                  </a:lnTo>
                  <a:lnTo>
                    <a:pt x="99621" y="217275"/>
                  </a:lnTo>
                  <a:lnTo>
                    <a:pt x="99719" y="217043"/>
                  </a:lnTo>
                  <a:lnTo>
                    <a:pt x="99776" y="216562"/>
                  </a:lnTo>
                  <a:lnTo>
                    <a:pt x="99797" y="216381"/>
                  </a:lnTo>
                  <a:lnTo>
                    <a:pt x="99858" y="215852"/>
                  </a:lnTo>
                  <a:lnTo>
                    <a:pt x="100082" y="215984"/>
                  </a:lnTo>
                  <a:lnTo>
                    <a:pt x="100291" y="215983"/>
                  </a:lnTo>
                  <a:lnTo>
                    <a:pt x="100852" y="215751"/>
                  </a:lnTo>
                  <a:lnTo>
                    <a:pt x="101135" y="215712"/>
                  </a:lnTo>
                  <a:lnTo>
                    <a:pt x="101288" y="215737"/>
                  </a:lnTo>
                  <a:lnTo>
                    <a:pt x="101565" y="215539"/>
                  </a:lnTo>
                  <a:lnTo>
                    <a:pt x="101729" y="215136"/>
                  </a:lnTo>
                  <a:lnTo>
                    <a:pt x="101871" y="215146"/>
                  </a:lnTo>
                  <a:lnTo>
                    <a:pt x="102161" y="215063"/>
                  </a:lnTo>
                  <a:lnTo>
                    <a:pt x="102331" y="213850"/>
                  </a:lnTo>
                  <a:lnTo>
                    <a:pt x="103024" y="212541"/>
                  </a:lnTo>
                  <a:lnTo>
                    <a:pt x="103852" y="212291"/>
                  </a:lnTo>
                  <a:lnTo>
                    <a:pt x="104210" y="211724"/>
                  </a:lnTo>
                  <a:lnTo>
                    <a:pt x="104518" y="211347"/>
                  </a:lnTo>
                  <a:lnTo>
                    <a:pt x="104930" y="211262"/>
                  </a:lnTo>
                  <a:lnTo>
                    <a:pt x="105271" y="211855"/>
                  </a:lnTo>
                  <a:lnTo>
                    <a:pt x="105258" y="212237"/>
                  </a:lnTo>
                  <a:lnTo>
                    <a:pt x="105415" y="212510"/>
                  </a:lnTo>
                  <a:lnTo>
                    <a:pt x="105754" y="212378"/>
                  </a:lnTo>
                  <a:lnTo>
                    <a:pt x="106189" y="212172"/>
                  </a:lnTo>
                  <a:lnTo>
                    <a:pt x="106256" y="211921"/>
                  </a:lnTo>
                  <a:lnTo>
                    <a:pt x="106492" y="211499"/>
                  </a:lnTo>
                  <a:lnTo>
                    <a:pt x="106946" y="211848"/>
                  </a:lnTo>
                  <a:lnTo>
                    <a:pt x="107704" y="212004"/>
                  </a:lnTo>
                  <a:lnTo>
                    <a:pt x="107881" y="211912"/>
                  </a:lnTo>
                  <a:lnTo>
                    <a:pt x="108290" y="211953"/>
                  </a:lnTo>
                  <a:lnTo>
                    <a:pt x="109130" y="211750"/>
                  </a:lnTo>
                  <a:lnTo>
                    <a:pt x="109517" y="211903"/>
                  </a:lnTo>
                  <a:lnTo>
                    <a:pt x="109689" y="212054"/>
                  </a:lnTo>
                  <a:lnTo>
                    <a:pt x="109886" y="211971"/>
                  </a:lnTo>
                  <a:lnTo>
                    <a:pt x="110842" y="212106"/>
                  </a:lnTo>
                  <a:lnTo>
                    <a:pt x="111229" y="211878"/>
                  </a:lnTo>
                  <a:lnTo>
                    <a:pt x="111433" y="211945"/>
                  </a:lnTo>
                  <a:lnTo>
                    <a:pt x="111644" y="211839"/>
                  </a:lnTo>
                  <a:lnTo>
                    <a:pt x="111599" y="211384"/>
                  </a:lnTo>
                  <a:lnTo>
                    <a:pt x="111244" y="211121"/>
                  </a:lnTo>
                  <a:lnTo>
                    <a:pt x="111059" y="210924"/>
                  </a:lnTo>
                  <a:lnTo>
                    <a:pt x="111114" y="210142"/>
                  </a:lnTo>
                  <a:lnTo>
                    <a:pt x="111130" y="209920"/>
                  </a:lnTo>
                  <a:lnTo>
                    <a:pt x="110908" y="209494"/>
                  </a:lnTo>
                  <a:lnTo>
                    <a:pt x="110925" y="209187"/>
                  </a:lnTo>
                  <a:lnTo>
                    <a:pt x="111032" y="208727"/>
                  </a:lnTo>
                  <a:lnTo>
                    <a:pt x="111565" y="208669"/>
                  </a:lnTo>
                  <a:lnTo>
                    <a:pt x="111907" y="208488"/>
                  </a:lnTo>
                  <a:lnTo>
                    <a:pt x="112662" y="208230"/>
                  </a:lnTo>
                  <a:lnTo>
                    <a:pt x="112969" y="208004"/>
                  </a:lnTo>
                  <a:lnTo>
                    <a:pt x="113011" y="207863"/>
                  </a:lnTo>
                  <a:lnTo>
                    <a:pt x="112914" y="207547"/>
                  </a:lnTo>
                  <a:lnTo>
                    <a:pt x="112800" y="207242"/>
                  </a:lnTo>
                  <a:lnTo>
                    <a:pt x="112807" y="207027"/>
                  </a:lnTo>
                  <a:lnTo>
                    <a:pt x="113535" y="206510"/>
                  </a:lnTo>
                  <a:lnTo>
                    <a:pt x="113812" y="206487"/>
                  </a:lnTo>
                  <a:lnTo>
                    <a:pt x="113764" y="205973"/>
                  </a:lnTo>
                  <a:lnTo>
                    <a:pt x="114152" y="205387"/>
                  </a:lnTo>
                  <a:lnTo>
                    <a:pt x="114191" y="204864"/>
                  </a:lnTo>
                  <a:lnTo>
                    <a:pt x="114201" y="204728"/>
                  </a:lnTo>
                  <a:lnTo>
                    <a:pt x="114327" y="204171"/>
                  </a:lnTo>
                  <a:lnTo>
                    <a:pt x="114579" y="204507"/>
                  </a:lnTo>
                  <a:lnTo>
                    <a:pt x="114756" y="204952"/>
                  </a:lnTo>
                  <a:lnTo>
                    <a:pt x="115262" y="205202"/>
                  </a:lnTo>
                  <a:lnTo>
                    <a:pt x="115935" y="205221"/>
                  </a:lnTo>
                  <a:lnTo>
                    <a:pt x="116160" y="205444"/>
                  </a:lnTo>
                  <a:lnTo>
                    <a:pt x="116390" y="205718"/>
                  </a:lnTo>
                  <a:lnTo>
                    <a:pt x="116525" y="205883"/>
                  </a:lnTo>
                  <a:lnTo>
                    <a:pt x="116762" y="206258"/>
                  </a:lnTo>
                  <a:lnTo>
                    <a:pt x="116998" y="206834"/>
                  </a:lnTo>
                  <a:lnTo>
                    <a:pt x="117022" y="207484"/>
                  </a:lnTo>
                  <a:lnTo>
                    <a:pt x="117352" y="207668"/>
                  </a:lnTo>
                  <a:lnTo>
                    <a:pt x="117616" y="207515"/>
                  </a:lnTo>
                  <a:lnTo>
                    <a:pt x="117890" y="207647"/>
                  </a:lnTo>
                  <a:lnTo>
                    <a:pt x="118116" y="207859"/>
                  </a:lnTo>
                  <a:lnTo>
                    <a:pt x="118720" y="207742"/>
                  </a:lnTo>
                  <a:lnTo>
                    <a:pt x="119008" y="207843"/>
                  </a:lnTo>
                  <a:lnTo>
                    <a:pt x="119305" y="208112"/>
                  </a:lnTo>
                  <a:lnTo>
                    <a:pt x="119320" y="209146"/>
                  </a:lnTo>
                  <a:lnTo>
                    <a:pt x="119656" y="209399"/>
                  </a:lnTo>
                  <a:lnTo>
                    <a:pt x="119757" y="209691"/>
                  </a:lnTo>
                  <a:lnTo>
                    <a:pt x="119781" y="209858"/>
                  </a:lnTo>
                  <a:lnTo>
                    <a:pt x="119852" y="210130"/>
                  </a:lnTo>
                  <a:lnTo>
                    <a:pt x="120496" y="210539"/>
                  </a:lnTo>
                  <a:lnTo>
                    <a:pt x="120977" y="210368"/>
                  </a:lnTo>
                  <a:lnTo>
                    <a:pt x="120851" y="210058"/>
                  </a:lnTo>
                  <a:lnTo>
                    <a:pt x="121143" y="209935"/>
                  </a:lnTo>
                  <a:lnTo>
                    <a:pt x="121694" y="209933"/>
                  </a:lnTo>
                  <a:lnTo>
                    <a:pt x="121942" y="210020"/>
                  </a:lnTo>
                  <a:lnTo>
                    <a:pt x="122391" y="210179"/>
                  </a:lnTo>
                  <a:lnTo>
                    <a:pt x="122701" y="210288"/>
                  </a:lnTo>
                  <a:lnTo>
                    <a:pt x="122813" y="210484"/>
                  </a:lnTo>
                  <a:lnTo>
                    <a:pt x="122892" y="210759"/>
                  </a:lnTo>
                  <a:lnTo>
                    <a:pt x="122863" y="211140"/>
                  </a:lnTo>
                  <a:lnTo>
                    <a:pt x="123143" y="211521"/>
                  </a:lnTo>
                  <a:lnTo>
                    <a:pt x="123557" y="212152"/>
                  </a:lnTo>
                  <a:lnTo>
                    <a:pt x="123569" y="212735"/>
                  </a:lnTo>
                  <a:lnTo>
                    <a:pt x="123761" y="213070"/>
                  </a:lnTo>
                  <a:lnTo>
                    <a:pt x="124259" y="213391"/>
                  </a:lnTo>
                  <a:lnTo>
                    <a:pt x="124554" y="213430"/>
                  </a:lnTo>
                  <a:lnTo>
                    <a:pt x="124890" y="213327"/>
                  </a:lnTo>
                  <a:lnTo>
                    <a:pt x="125196" y="213704"/>
                  </a:lnTo>
                  <a:lnTo>
                    <a:pt x="125503" y="213928"/>
                  </a:lnTo>
                  <a:lnTo>
                    <a:pt x="125714" y="214081"/>
                  </a:lnTo>
                  <a:lnTo>
                    <a:pt x="126020" y="214308"/>
                  </a:lnTo>
                  <a:lnTo>
                    <a:pt x="126275" y="214691"/>
                  </a:lnTo>
                  <a:lnTo>
                    <a:pt x="126755" y="214818"/>
                  </a:lnTo>
                  <a:lnTo>
                    <a:pt x="127284" y="215206"/>
                  </a:lnTo>
                  <a:lnTo>
                    <a:pt x="127546" y="214996"/>
                  </a:lnTo>
                  <a:lnTo>
                    <a:pt x="127823" y="215008"/>
                  </a:lnTo>
                  <a:lnTo>
                    <a:pt x="128118" y="215120"/>
                  </a:lnTo>
                  <a:lnTo>
                    <a:pt x="128402" y="215906"/>
                  </a:lnTo>
                  <a:lnTo>
                    <a:pt x="128650" y="216580"/>
                  </a:lnTo>
                  <a:lnTo>
                    <a:pt x="128748" y="216794"/>
                  </a:lnTo>
                  <a:lnTo>
                    <a:pt x="129159" y="217102"/>
                  </a:lnTo>
                  <a:lnTo>
                    <a:pt x="129566" y="217617"/>
                  </a:lnTo>
                  <a:lnTo>
                    <a:pt x="129810" y="217842"/>
                  </a:lnTo>
                  <a:lnTo>
                    <a:pt x="130348" y="217939"/>
                  </a:lnTo>
                  <a:lnTo>
                    <a:pt x="130759" y="217890"/>
                  </a:lnTo>
                  <a:lnTo>
                    <a:pt x="131357" y="217908"/>
                  </a:lnTo>
                  <a:lnTo>
                    <a:pt x="131514" y="218067"/>
                  </a:lnTo>
                  <a:lnTo>
                    <a:pt x="131836" y="217820"/>
                  </a:lnTo>
                  <a:lnTo>
                    <a:pt x="131742" y="217475"/>
                  </a:lnTo>
                  <a:lnTo>
                    <a:pt x="131707" y="217227"/>
                  </a:lnTo>
                  <a:lnTo>
                    <a:pt x="131665" y="216934"/>
                  </a:lnTo>
                  <a:lnTo>
                    <a:pt x="131738" y="216788"/>
                  </a:lnTo>
                  <a:lnTo>
                    <a:pt x="131730" y="216495"/>
                  </a:lnTo>
                  <a:lnTo>
                    <a:pt x="131703" y="215971"/>
                  </a:lnTo>
                  <a:lnTo>
                    <a:pt x="131555" y="215634"/>
                  </a:lnTo>
                  <a:lnTo>
                    <a:pt x="131727" y="215535"/>
                  </a:lnTo>
                  <a:lnTo>
                    <a:pt x="131814" y="215391"/>
                  </a:lnTo>
                  <a:lnTo>
                    <a:pt x="132105" y="214885"/>
                  </a:lnTo>
                  <a:lnTo>
                    <a:pt x="132193" y="214524"/>
                  </a:lnTo>
                  <a:lnTo>
                    <a:pt x="132197" y="214180"/>
                  </a:lnTo>
                  <a:lnTo>
                    <a:pt x="132324" y="213621"/>
                  </a:lnTo>
                  <a:lnTo>
                    <a:pt x="132786" y="213460"/>
                  </a:lnTo>
                  <a:lnTo>
                    <a:pt x="133034" y="213635"/>
                  </a:lnTo>
                  <a:lnTo>
                    <a:pt x="133555" y="213893"/>
                  </a:lnTo>
                  <a:lnTo>
                    <a:pt x="134294" y="214059"/>
                  </a:lnTo>
                  <a:lnTo>
                    <a:pt x="134528" y="214048"/>
                  </a:lnTo>
                  <a:lnTo>
                    <a:pt x="135593" y="215104"/>
                  </a:lnTo>
                  <a:lnTo>
                    <a:pt x="135691" y="215290"/>
                  </a:lnTo>
                  <a:lnTo>
                    <a:pt x="135836" y="215346"/>
                  </a:lnTo>
                  <a:lnTo>
                    <a:pt x="136110" y="215431"/>
                  </a:lnTo>
                  <a:lnTo>
                    <a:pt x="136241" y="215372"/>
                  </a:lnTo>
                  <a:lnTo>
                    <a:pt x="136497" y="215258"/>
                  </a:lnTo>
                  <a:lnTo>
                    <a:pt x="137332" y="214980"/>
                  </a:lnTo>
                  <a:lnTo>
                    <a:pt x="137234" y="214740"/>
                  </a:lnTo>
                  <a:lnTo>
                    <a:pt x="136738" y="214297"/>
                  </a:lnTo>
                  <a:lnTo>
                    <a:pt x="136399" y="213843"/>
                  </a:lnTo>
                  <a:lnTo>
                    <a:pt x="136359" y="213684"/>
                  </a:lnTo>
                  <a:lnTo>
                    <a:pt x="136076" y="213282"/>
                  </a:lnTo>
                  <a:lnTo>
                    <a:pt x="135903" y="213084"/>
                  </a:lnTo>
                  <a:lnTo>
                    <a:pt x="135685" y="212941"/>
                  </a:lnTo>
                  <a:lnTo>
                    <a:pt x="135610" y="212538"/>
                  </a:lnTo>
                  <a:lnTo>
                    <a:pt x="136072" y="212238"/>
                  </a:lnTo>
                  <a:lnTo>
                    <a:pt x="136287" y="212477"/>
                  </a:lnTo>
                  <a:lnTo>
                    <a:pt x="136857" y="212699"/>
                  </a:lnTo>
                  <a:lnTo>
                    <a:pt x="137073" y="213020"/>
                  </a:lnTo>
                  <a:lnTo>
                    <a:pt x="137128" y="213219"/>
                  </a:lnTo>
                  <a:lnTo>
                    <a:pt x="137333" y="213650"/>
                  </a:lnTo>
                  <a:lnTo>
                    <a:pt x="137717" y="213742"/>
                  </a:lnTo>
                  <a:lnTo>
                    <a:pt x="138014" y="213179"/>
                  </a:lnTo>
                  <a:lnTo>
                    <a:pt x="137758" y="213169"/>
                  </a:lnTo>
                  <a:lnTo>
                    <a:pt x="137497" y="213110"/>
                  </a:lnTo>
                  <a:lnTo>
                    <a:pt x="136969" y="212301"/>
                  </a:lnTo>
                  <a:lnTo>
                    <a:pt x="136740" y="211976"/>
                  </a:lnTo>
                  <a:lnTo>
                    <a:pt x="136732" y="211716"/>
                  </a:lnTo>
                  <a:lnTo>
                    <a:pt x="136969" y="211148"/>
                  </a:lnTo>
                  <a:lnTo>
                    <a:pt x="137096" y="210833"/>
                  </a:lnTo>
                  <a:lnTo>
                    <a:pt x="137308" y="210287"/>
                  </a:lnTo>
                  <a:lnTo>
                    <a:pt x="137242" y="209417"/>
                  </a:lnTo>
                  <a:lnTo>
                    <a:pt x="137280" y="209090"/>
                  </a:lnTo>
                  <a:lnTo>
                    <a:pt x="137530" y="209185"/>
                  </a:lnTo>
                  <a:lnTo>
                    <a:pt x="137954" y="208846"/>
                  </a:lnTo>
                  <a:lnTo>
                    <a:pt x="138202" y="208338"/>
                  </a:lnTo>
                  <a:lnTo>
                    <a:pt x="137689" y="207756"/>
                  </a:lnTo>
                  <a:lnTo>
                    <a:pt x="137625" y="207568"/>
                  </a:lnTo>
                  <a:lnTo>
                    <a:pt x="137411" y="206733"/>
                  </a:lnTo>
                  <a:lnTo>
                    <a:pt x="137210" y="206440"/>
                  </a:lnTo>
                  <a:lnTo>
                    <a:pt x="136957" y="206306"/>
                  </a:lnTo>
                  <a:lnTo>
                    <a:pt x="136963" y="205982"/>
                  </a:lnTo>
                  <a:lnTo>
                    <a:pt x="136936" y="205814"/>
                  </a:lnTo>
                  <a:lnTo>
                    <a:pt x="136735" y="205463"/>
                  </a:lnTo>
                  <a:lnTo>
                    <a:pt x="136519" y="205086"/>
                  </a:lnTo>
                  <a:lnTo>
                    <a:pt x="136253" y="204890"/>
                  </a:lnTo>
                  <a:lnTo>
                    <a:pt x="136091" y="204808"/>
                  </a:lnTo>
                  <a:lnTo>
                    <a:pt x="135565" y="204360"/>
                  </a:lnTo>
                  <a:lnTo>
                    <a:pt x="135177" y="203670"/>
                  </a:lnTo>
                  <a:lnTo>
                    <a:pt x="135063" y="203329"/>
                  </a:lnTo>
                  <a:lnTo>
                    <a:pt x="135034" y="203110"/>
                  </a:lnTo>
                  <a:lnTo>
                    <a:pt x="134956" y="202691"/>
                  </a:lnTo>
                  <a:lnTo>
                    <a:pt x="135108" y="202628"/>
                  </a:lnTo>
                  <a:lnTo>
                    <a:pt x="135420" y="202698"/>
                  </a:lnTo>
                  <a:lnTo>
                    <a:pt x="135515" y="202354"/>
                  </a:lnTo>
                  <a:lnTo>
                    <a:pt x="135242" y="202003"/>
                  </a:lnTo>
                  <a:lnTo>
                    <a:pt x="134934" y="202015"/>
                  </a:lnTo>
                  <a:lnTo>
                    <a:pt x="134932" y="201587"/>
                  </a:lnTo>
                  <a:lnTo>
                    <a:pt x="135151" y="201485"/>
                  </a:lnTo>
                  <a:lnTo>
                    <a:pt x="135321" y="201393"/>
                  </a:lnTo>
                  <a:lnTo>
                    <a:pt x="135605" y="200926"/>
                  </a:lnTo>
                  <a:lnTo>
                    <a:pt x="135373" y="200833"/>
                  </a:lnTo>
                  <a:lnTo>
                    <a:pt x="135708" y="200698"/>
                  </a:lnTo>
                  <a:lnTo>
                    <a:pt x="135909" y="200730"/>
                  </a:lnTo>
                  <a:lnTo>
                    <a:pt x="136112" y="201248"/>
                  </a:lnTo>
                  <a:lnTo>
                    <a:pt x="136310" y="201505"/>
                  </a:lnTo>
                  <a:lnTo>
                    <a:pt x="136691" y="202050"/>
                  </a:lnTo>
                  <a:lnTo>
                    <a:pt x="137448" y="202531"/>
                  </a:lnTo>
                  <a:lnTo>
                    <a:pt x="137794" y="202599"/>
                  </a:lnTo>
                  <a:lnTo>
                    <a:pt x="137916" y="202999"/>
                  </a:lnTo>
                  <a:lnTo>
                    <a:pt x="138485" y="203595"/>
                  </a:lnTo>
                  <a:lnTo>
                    <a:pt x="138607" y="203944"/>
                  </a:lnTo>
                  <a:lnTo>
                    <a:pt x="139242" y="203886"/>
                  </a:lnTo>
                  <a:lnTo>
                    <a:pt x="139708" y="204577"/>
                  </a:lnTo>
                  <a:lnTo>
                    <a:pt x="139749" y="204940"/>
                  </a:lnTo>
                  <a:lnTo>
                    <a:pt x="139603" y="205338"/>
                  </a:lnTo>
                  <a:lnTo>
                    <a:pt x="139549" y="205645"/>
                  </a:lnTo>
                  <a:lnTo>
                    <a:pt x="139593" y="206052"/>
                  </a:lnTo>
                  <a:lnTo>
                    <a:pt x="139734" y="206405"/>
                  </a:lnTo>
                  <a:lnTo>
                    <a:pt x="140178" y="207014"/>
                  </a:lnTo>
                  <a:lnTo>
                    <a:pt x="140651" y="207291"/>
                  </a:lnTo>
                  <a:lnTo>
                    <a:pt x="141073" y="207517"/>
                  </a:lnTo>
                  <a:lnTo>
                    <a:pt x="141205" y="207563"/>
                  </a:lnTo>
                  <a:lnTo>
                    <a:pt x="141755" y="207723"/>
                  </a:lnTo>
                  <a:lnTo>
                    <a:pt x="141850" y="208270"/>
                  </a:lnTo>
                  <a:lnTo>
                    <a:pt x="142202" y="208944"/>
                  </a:lnTo>
                  <a:lnTo>
                    <a:pt x="142793" y="209159"/>
                  </a:lnTo>
                  <a:lnTo>
                    <a:pt x="143293" y="208969"/>
                  </a:lnTo>
                  <a:lnTo>
                    <a:pt x="143124" y="209915"/>
                  </a:lnTo>
                  <a:lnTo>
                    <a:pt x="142754" y="209971"/>
                  </a:lnTo>
                  <a:lnTo>
                    <a:pt x="142452" y="209834"/>
                  </a:lnTo>
                  <a:lnTo>
                    <a:pt x="142130" y="209781"/>
                  </a:lnTo>
                  <a:lnTo>
                    <a:pt x="142002" y="210123"/>
                  </a:lnTo>
                  <a:lnTo>
                    <a:pt x="142275" y="210279"/>
                  </a:lnTo>
                  <a:lnTo>
                    <a:pt x="142537" y="210457"/>
                  </a:lnTo>
                  <a:lnTo>
                    <a:pt x="142673" y="210597"/>
                  </a:lnTo>
                  <a:lnTo>
                    <a:pt x="142859" y="210892"/>
                  </a:lnTo>
                  <a:lnTo>
                    <a:pt x="142748" y="211582"/>
                  </a:lnTo>
                  <a:lnTo>
                    <a:pt x="142481" y="211843"/>
                  </a:lnTo>
                  <a:lnTo>
                    <a:pt x="142161" y="211706"/>
                  </a:lnTo>
                  <a:lnTo>
                    <a:pt x="141772" y="211648"/>
                  </a:lnTo>
                  <a:lnTo>
                    <a:pt x="141606" y="212123"/>
                  </a:lnTo>
                  <a:lnTo>
                    <a:pt x="141516" y="212378"/>
                  </a:lnTo>
                  <a:lnTo>
                    <a:pt x="141685" y="212721"/>
                  </a:lnTo>
                  <a:lnTo>
                    <a:pt x="141828" y="213004"/>
                  </a:lnTo>
                  <a:lnTo>
                    <a:pt x="141974" y="213661"/>
                  </a:lnTo>
                  <a:lnTo>
                    <a:pt x="141976" y="213900"/>
                  </a:lnTo>
                  <a:lnTo>
                    <a:pt x="141973" y="214254"/>
                  </a:lnTo>
                  <a:lnTo>
                    <a:pt x="141941" y="214457"/>
                  </a:lnTo>
                  <a:lnTo>
                    <a:pt x="141362" y="214907"/>
                  </a:lnTo>
                  <a:lnTo>
                    <a:pt x="141029" y="215278"/>
                  </a:lnTo>
                  <a:lnTo>
                    <a:pt x="140639" y="215732"/>
                  </a:lnTo>
                  <a:lnTo>
                    <a:pt x="140443" y="215757"/>
                  </a:lnTo>
                  <a:lnTo>
                    <a:pt x="140157" y="215756"/>
                  </a:lnTo>
                  <a:lnTo>
                    <a:pt x="139766" y="215830"/>
                  </a:lnTo>
                  <a:lnTo>
                    <a:pt x="139565" y="216216"/>
                  </a:lnTo>
                  <a:lnTo>
                    <a:pt x="139575" y="216357"/>
                  </a:lnTo>
                  <a:lnTo>
                    <a:pt x="139766" y="217277"/>
                  </a:lnTo>
                  <a:lnTo>
                    <a:pt x="139751" y="217419"/>
                  </a:lnTo>
                  <a:lnTo>
                    <a:pt x="139926" y="217625"/>
                  </a:lnTo>
                  <a:lnTo>
                    <a:pt x="140105" y="217565"/>
                  </a:lnTo>
                  <a:lnTo>
                    <a:pt x="140340" y="217427"/>
                  </a:lnTo>
                  <a:lnTo>
                    <a:pt x="140954" y="217227"/>
                  </a:lnTo>
                  <a:lnTo>
                    <a:pt x="140904" y="216878"/>
                  </a:lnTo>
                  <a:lnTo>
                    <a:pt x="140798" y="216361"/>
                  </a:lnTo>
                  <a:lnTo>
                    <a:pt x="141092" y="216284"/>
                  </a:lnTo>
                  <a:lnTo>
                    <a:pt x="141544" y="216675"/>
                  </a:lnTo>
                  <a:lnTo>
                    <a:pt x="141825" y="216827"/>
                  </a:lnTo>
                  <a:lnTo>
                    <a:pt x="142267" y="216680"/>
                  </a:lnTo>
                  <a:lnTo>
                    <a:pt x="142627" y="217258"/>
                  </a:lnTo>
                  <a:lnTo>
                    <a:pt x="142681" y="217437"/>
                  </a:lnTo>
                  <a:lnTo>
                    <a:pt x="142846" y="217685"/>
                  </a:lnTo>
                  <a:lnTo>
                    <a:pt x="143503" y="217819"/>
                  </a:lnTo>
                  <a:lnTo>
                    <a:pt x="143875" y="217437"/>
                  </a:lnTo>
                  <a:lnTo>
                    <a:pt x="144040" y="217275"/>
                  </a:lnTo>
                  <a:lnTo>
                    <a:pt x="144108" y="217532"/>
                  </a:lnTo>
                  <a:lnTo>
                    <a:pt x="144666" y="217759"/>
                  </a:lnTo>
                  <a:lnTo>
                    <a:pt x="144818" y="217725"/>
                  </a:lnTo>
                  <a:lnTo>
                    <a:pt x="145088" y="217617"/>
                  </a:lnTo>
                  <a:lnTo>
                    <a:pt x="145415" y="218186"/>
                  </a:lnTo>
                  <a:lnTo>
                    <a:pt x="145322" y="218433"/>
                  </a:lnTo>
                  <a:lnTo>
                    <a:pt x="145189" y="218786"/>
                  </a:lnTo>
                  <a:lnTo>
                    <a:pt x="145534" y="218980"/>
                  </a:lnTo>
                  <a:lnTo>
                    <a:pt x="145688" y="219067"/>
                  </a:lnTo>
                  <a:lnTo>
                    <a:pt x="145908" y="219281"/>
                  </a:lnTo>
                  <a:lnTo>
                    <a:pt x="146048" y="219188"/>
                  </a:lnTo>
                  <a:lnTo>
                    <a:pt x="146498" y="219043"/>
                  </a:lnTo>
                  <a:lnTo>
                    <a:pt x="146829" y="218769"/>
                  </a:lnTo>
                  <a:lnTo>
                    <a:pt x="147498" y="218405"/>
                  </a:lnTo>
                  <a:lnTo>
                    <a:pt x="147498" y="217723"/>
                  </a:lnTo>
                  <a:lnTo>
                    <a:pt x="147484" y="217576"/>
                  </a:lnTo>
                  <a:lnTo>
                    <a:pt x="147432" y="217273"/>
                  </a:lnTo>
                  <a:lnTo>
                    <a:pt x="147304" y="216949"/>
                  </a:lnTo>
                  <a:lnTo>
                    <a:pt x="147105" y="216707"/>
                  </a:lnTo>
                  <a:lnTo>
                    <a:pt x="146592" y="215908"/>
                  </a:lnTo>
                  <a:lnTo>
                    <a:pt x="146585" y="215309"/>
                  </a:lnTo>
                  <a:lnTo>
                    <a:pt x="146790" y="214743"/>
                  </a:lnTo>
                  <a:lnTo>
                    <a:pt x="146894" y="214601"/>
                  </a:lnTo>
                  <a:lnTo>
                    <a:pt x="147213" y="214203"/>
                  </a:lnTo>
                  <a:lnTo>
                    <a:pt x="147966" y="214069"/>
                  </a:lnTo>
                  <a:lnTo>
                    <a:pt x="148401" y="213970"/>
                  </a:lnTo>
                  <a:lnTo>
                    <a:pt x="148409" y="213032"/>
                  </a:lnTo>
                  <a:lnTo>
                    <a:pt x="148262" y="212874"/>
                  </a:lnTo>
                  <a:lnTo>
                    <a:pt x="148069" y="212616"/>
                  </a:lnTo>
                  <a:lnTo>
                    <a:pt x="148025" y="212482"/>
                  </a:lnTo>
                  <a:lnTo>
                    <a:pt x="147960" y="211717"/>
                  </a:lnTo>
                  <a:lnTo>
                    <a:pt x="148055" y="211483"/>
                  </a:lnTo>
                  <a:lnTo>
                    <a:pt x="148272" y="211391"/>
                  </a:lnTo>
                  <a:lnTo>
                    <a:pt x="148505" y="211357"/>
                  </a:lnTo>
                  <a:lnTo>
                    <a:pt x="148891" y="211056"/>
                  </a:lnTo>
                  <a:lnTo>
                    <a:pt x="149248" y="210880"/>
                  </a:lnTo>
                  <a:lnTo>
                    <a:pt x="149423" y="211182"/>
                  </a:lnTo>
                  <a:lnTo>
                    <a:pt x="149467" y="211509"/>
                  </a:lnTo>
                  <a:lnTo>
                    <a:pt x="149612" y="211944"/>
                  </a:lnTo>
                  <a:lnTo>
                    <a:pt x="149715" y="212130"/>
                  </a:lnTo>
                  <a:lnTo>
                    <a:pt x="150129" y="212560"/>
                  </a:lnTo>
                  <a:lnTo>
                    <a:pt x="150434" y="212405"/>
                  </a:lnTo>
                  <a:lnTo>
                    <a:pt x="150579" y="212218"/>
                  </a:lnTo>
                  <a:lnTo>
                    <a:pt x="150751" y="212064"/>
                  </a:lnTo>
                  <a:lnTo>
                    <a:pt x="150984" y="212036"/>
                  </a:lnTo>
                  <a:lnTo>
                    <a:pt x="151155" y="211657"/>
                  </a:lnTo>
                  <a:lnTo>
                    <a:pt x="151035" y="211343"/>
                  </a:lnTo>
                  <a:lnTo>
                    <a:pt x="150985" y="211135"/>
                  </a:lnTo>
                  <a:lnTo>
                    <a:pt x="151096" y="210898"/>
                  </a:lnTo>
                  <a:lnTo>
                    <a:pt x="151346" y="210916"/>
                  </a:lnTo>
                  <a:lnTo>
                    <a:pt x="151564" y="210936"/>
                  </a:lnTo>
                  <a:lnTo>
                    <a:pt x="151977" y="210937"/>
                  </a:lnTo>
                  <a:lnTo>
                    <a:pt x="152689" y="210769"/>
                  </a:lnTo>
                  <a:lnTo>
                    <a:pt x="152694" y="210509"/>
                  </a:lnTo>
                  <a:lnTo>
                    <a:pt x="152779" y="210192"/>
                  </a:lnTo>
                  <a:lnTo>
                    <a:pt x="152613" y="209486"/>
                  </a:lnTo>
                  <a:lnTo>
                    <a:pt x="152881" y="209015"/>
                  </a:lnTo>
                  <a:lnTo>
                    <a:pt x="153040" y="208721"/>
                  </a:lnTo>
                  <a:lnTo>
                    <a:pt x="153453" y="207696"/>
                  </a:lnTo>
                  <a:lnTo>
                    <a:pt x="153404" y="207440"/>
                  </a:lnTo>
                  <a:lnTo>
                    <a:pt x="152772" y="207528"/>
                  </a:lnTo>
                  <a:lnTo>
                    <a:pt x="152639" y="207619"/>
                  </a:lnTo>
                  <a:lnTo>
                    <a:pt x="152335" y="207627"/>
                  </a:lnTo>
                  <a:lnTo>
                    <a:pt x="152075" y="207233"/>
                  </a:lnTo>
                  <a:lnTo>
                    <a:pt x="152471" y="206703"/>
                  </a:lnTo>
                  <a:lnTo>
                    <a:pt x="152266" y="206255"/>
                  </a:lnTo>
                  <a:lnTo>
                    <a:pt x="152079" y="205966"/>
                  </a:lnTo>
                  <a:lnTo>
                    <a:pt x="151682" y="205749"/>
                  </a:lnTo>
                  <a:lnTo>
                    <a:pt x="151414" y="205704"/>
                  </a:lnTo>
                  <a:lnTo>
                    <a:pt x="151078" y="205556"/>
                  </a:lnTo>
                  <a:lnTo>
                    <a:pt x="150972" y="205334"/>
                  </a:lnTo>
                  <a:lnTo>
                    <a:pt x="150797" y="204691"/>
                  </a:lnTo>
                  <a:lnTo>
                    <a:pt x="151093" y="203970"/>
                  </a:lnTo>
                  <a:lnTo>
                    <a:pt x="151194" y="203771"/>
                  </a:lnTo>
                  <a:lnTo>
                    <a:pt x="151684" y="203228"/>
                  </a:lnTo>
                  <a:lnTo>
                    <a:pt x="152323" y="203163"/>
                  </a:lnTo>
                  <a:lnTo>
                    <a:pt x="152575" y="203565"/>
                  </a:lnTo>
                  <a:lnTo>
                    <a:pt x="152813" y="203434"/>
                  </a:lnTo>
                  <a:lnTo>
                    <a:pt x="153273" y="202782"/>
                  </a:lnTo>
                  <a:lnTo>
                    <a:pt x="153497" y="202576"/>
                  </a:lnTo>
                  <a:lnTo>
                    <a:pt x="153857" y="202363"/>
                  </a:lnTo>
                  <a:lnTo>
                    <a:pt x="154121" y="202421"/>
                  </a:lnTo>
                  <a:lnTo>
                    <a:pt x="154258" y="202385"/>
                  </a:lnTo>
                  <a:lnTo>
                    <a:pt x="154424" y="202342"/>
                  </a:lnTo>
                  <a:lnTo>
                    <a:pt x="154879" y="202021"/>
                  </a:lnTo>
                  <a:lnTo>
                    <a:pt x="155213" y="201877"/>
                  </a:lnTo>
                  <a:lnTo>
                    <a:pt x="155686" y="202556"/>
                  </a:lnTo>
                  <a:lnTo>
                    <a:pt x="155730" y="202802"/>
                  </a:lnTo>
                  <a:lnTo>
                    <a:pt x="155874" y="203218"/>
                  </a:lnTo>
                  <a:lnTo>
                    <a:pt x="156109" y="203338"/>
                  </a:lnTo>
                  <a:lnTo>
                    <a:pt x="156302" y="203978"/>
                  </a:lnTo>
                  <a:lnTo>
                    <a:pt x="157257" y="203510"/>
                  </a:lnTo>
                  <a:lnTo>
                    <a:pt x="157484" y="203765"/>
                  </a:lnTo>
                  <a:lnTo>
                    <a:pt x="158033" y="203648"/>
                  </a:lnTo>
                  <a:lnTo>
                    <a:pt x="157914" y="203381"/>
                  </a:lnTo>
                  <a:lnTo>
                    <a:pt x="157909" y="203212"/>
                  </a:lnTo>
                  <a:lnTo>
                    <a:pt x="157922" y="202966"/>
                  </a:lnTo>
                  <a:lnTo>
                    <a:pt x="157780" y="202689"/>
                  </a:lnTo>
                  <a:lnTo>
                    <a:pt x="157725" y="202560"/>
                  </a:lnTo>
                  <a:lnTo>
                    <a:pt x="157642" y="202347"/>
                  </a:lnTo>
                  <a:lnTo>
                    <a:pt x="157559" y="202131"/>
                  </a:lnTo>
                  <a:lnTo>
                    <a:pt x="157544" y="201885"/>
                  </a:lnTo>
                  <a:lnTo>
                    <a:pt x="157549" y="201687"/>
                  </a:lnTo>
                  <a:lnTo>
                    <a:pt x="157713" y="201302"/>
                  </a:lnTo>
                  <a:lnTo>
                    <a:pt x="157902" y="200881"/>
                  </a:lnTo>
                  <a:lnTo>
                    <a:pt x="157733" y="200492"/>
                  </a:lnTo>
                  <a:lnTo>
                    <a:pt x="157682" y="200102"/>
                  </a:lnTo>
                  <a:lnTo>
                    <a:pt x="157656" y="199862"/>
                  </a:lnTo>
                  <a:lnTo>
                    <a:pt x="157973" y="199726"/>
                  </a:lnTo>
                  <a:lnTo>
                    <a:pt x="158284" y="199760"/>
                  </a:lnTo>
                  <a:lnTo>
                    <a:pt x="158563" y="199663"/>
                  </a:lnTo>
                  <a:lnTo>
                    <a:pt x="159115" y="199337"/>
                  </a:lnTo>
                  <a:lnTo>
                    <a:pt x="159111" y="198862"/>
                  </a:lnTo>
                  <a:lnTo>
                    <a:pt x="158977" y="198631"/>
                  </a:lnTo>
                  <a:lnTo>
                    <a:pt x="159044" y="198360"/>
                  </a:lnTo>
                  <a:lnTo>
                    <a:pt x="159166" y="198203"/>
                  </a:lnTo>
                  <a:lnTo>
                    <a:pt x="160017" y="198598"/>
                  </a:lnTo>
                  <a:lnTo>
                    <a:pt x="159938" y="198913"/>
                  </a:lnTo>
                  <a:lnTo>
                    <a:pt x="160130" y="199197"/>
                  </a:lnTo>
                  <a:lnTo>
                    <a:pt x="160720" y="198956"/>
                  </a:lnTo>
                  <a:lnTo>
                    <a:pt x="160313" y="198733"/>
                  </a:lnTo>
                  <a:lnTo>
                    <a:pt x="160364" y="198546"/>
                  </a:lnTo>
                  <a:lnTo>
                    <a:pt x="160661" y="197966"/>
                  </a:lnTo>
                  <a:lnTo>
                    <a:pt x="160940" y="197742"/>
                  </a:lnTo>
                  <a:lnTo>
                    <a:pt x="161272" y="197705"/>
                  </a:lnTo>
                  <a:lnTo>
                    <a:pt x="161405" y="198012"/>
                  </a:lnTo>
                  <a:lnTo>
                    <a:pt x="161513" y="198263"/>
                  </a:lnTo>
                  <a:lnTo>
                    <a:pt x="161346" y="198536"/>
                  </a:lnTo>
                  <a:lnTo>
                    <a:pt x="161072" y="198649"/>
                  </a:lnTo>
                  <a:lnTo>
                    <a:pt x="160897" y="199066"/>
                  </a:lnTo>
                  <a:lnTo>
                    <a:pt x="161181" y="199142"/>
                  </a:lnTo>
                  <a:lnTo>
                    <a:pt x="161460" y="199123"/>
                  </a:lnTo>
                  <a:lnTo>
                    <a:pt x="162144" y="198652"/>
                  </a:lnTo>
                  <a:lnTo>
                    <a:pt x="162304" y="198228"/>
                  </a:lnTo>
                  <a:lnTo>
                    <a:pt x="162381" y="197933"/>
                  </a:lnTo>
                  <a:lnTo>
                    <a:pt x="163178" y="197905"/>
                  </a:lnTo>
                  <a:lnTo>
                    <a:pt x="163401" y="197945"/>
                  </a:lnTo>
                  <a:lnTo>
                    <a:pt x="163736" y="198004"/>
                  </a:lnTo>
                  <a:lnTo>
                    <a:pt x="164396" y="198195"/>
                  </a:lnTo>
                  <a:lnTo>
                    <a:pt x="164524" y="198238"/>
                  </a:lnTo>
                  <a:lnTo>
                    <a:pt x="164466" y="198517"/>
                  </a:lnTo>
                  <a:lnTo>
                    <a:pt x="164544" y="198680"/>
                  </a:lnTo>
                  <a:lnTo>
                    <a:pt x="164990" y="198272"/>
                  </a:lnTo>
                  <a:lnTo>
                    <a:pt x="165279" y="198377"/>
                  </a:lnTo>
                  <a:lnTo>
                    <a:pt x="165597" y="198417"/>
                  </a:lnTo>
                  <a:lnTo>
                    <a:pt x="165752" y="198369"/>
                  </a:lnTo>
                  <a:lnTo>
                    <a:pt x="166087" y="198099"/>
                  </a:lnTo>
                  <a:lnTo>
                    <a:pt x="166592" y="198137"/>
                  </a:lnTo>
                  <a:lnTo>
                    <a:pt x="166687" y="198505"/>
                  </a:lnTo>
                  <a:lnTo>
                    <a:pt x="167015" y="199151"/>
                  </a:lnTo>
                  <a:lnTo>
                    <a:pt x="166850" y="199482"/>
                  </a:lnTo>
                  <a:lnTo>
                    <a:pt x="166743" y="199695"/>
                  </a:lnTo>
                  <a:lnTo>
                    <a:pt x="166629" y="200190"/>
                  </a:lnTo>
                  <a:lnTo>
                    <a:pt x="166696" y="200504"/>
                  </a:lnTo>
                  <a:lnTo>
                    <a:pt x="167206" y="200514"/>
                  </a:lnTo>
                  <a:lnTo>
                    <a:pt x="167972" y="200662"/>
                  </a:lnTo>
                  <a:lnTo>
                    <a:pt x="167568" y="200981"/>
                  </a:lnTo>
                  <a:lnTo>
                    <a:pt x="167430" y="201299"/>
                  </a:lnTo>
                  <a:lnTo>
                    <a:pt x="167360" y="201462"/>
                  </a:lnTo>
                  <a:lnTo>
                    <a:pt x="167344" y="201674"/>
                  </a:lnTo>
                  <a:lnTo>
                    <a:pt x="167354" y="202038"/>
                  </a:lnTo>
                  <a:lnTo>
                    <a:pt x="167450" y="202485"/>
                  </a:lnTo>
                  <a:lnTo>
                    <a:pt x="167707" y="202849"/>
                  </a:lnTo>
                  <a:lnTo>
                    <a:pt x="167572" y="203389"/>
                  </a:lnTo>
                  <a:lnTo>
                    <a:pt x="167710" y="203704"/>
                  </a:lnTo>
                  <a:lnTo>
                    <a:pt x="168167" y="203850"/>
                  </a:lnTo>
                  <a:lnTo>
                    <a:pt x="168738" y="204173"/>
                  </a:lnTo>
                  <a:lnTo>
                    <a:pt x="169060" y="204175"/>
                  </a:lnTo>
                  <a:lnTo>
                    <a:pt x="169188" y="203819"/>
                  </a:lnTo>
                  <a:lnTo>
                    <a:pt x="169103" y="203345"/>
                  </a:lnTo>
                  <a:lnTo>
                    <a:pt x="169751" y="202624"/>
                  </a:lnTo>
                  <a:lnTo>
                    <a:pt x="169922" y="202472"/>
                  </a:lnTo>
                  <a:lnTo>
                    <a:pt x="170071" y="202422"/>
                  </a:lnTo>
                  <a:lnTo>
                    <a:pt x="170761" y="202298"/>
                  </a:lnTo>
                  <a:lnTo>
                    <a:pt x="171141" y="202081"/>
                  </a:lnTo>
                  <a:lnTo>
                    <a:pt x="171293" y="201990"/>
                  </a:lnTo>
                  <a:lnTo>
                    <a:pt x="171659" y="201980"/>
                  </a:lnTo>
                  <a:lnTo>
                    <a:pt x="172145" y="201930"/>
                  </a:lnTo>
                  <a:lnTo>
                    <a:pt x="172325" y="201910"/>
                  </a:lnTo>
                  <a:lnTo>
                    <a:pt x="172935" y="201192"/>
                  </a:lnTo>
                  <a:lnTo>
                    <a:pt x="172569" y="200525"/>
                  </a:lnTo>
                  <a:lnTo>
                    <a:pt x="172564" y="200210"/>
                  </a:lnTo>
                  <a:lnTo>
                    <a:pt x="172730" y="200170"/>
                  </a:lnTo>
                  <a:lnTo>
                    <a:pt x="173705" y="200017"/>
                  </a:lnTo>
                  <a:lnTo>
                    <a:pt x="174153" y="200139"/>
                  </a:lnTo>
                  <a:lnTo>
                    <a:pt x="174414" y="200017"/>
                  </a:lnTo>
                  <a:lnTo>
                    <a:pt x="174654" y="199882"/>
                  </a:lnTo>
                  <a:lnTo>
                    <a:pt x="174827" y="199756"/>
                  </a:lnTo>
                  <a:lnTo>
                    <a:pt x="175231" y="199470"/>
                  </a:lnTo>
                  <a:lnTo>
                    <a:pt x="175164" y="199015"/>
                  </a:lnTo>
                  <a:lnTo>
                    <a:pt x="175323" y="198546"/>
                  </a:lnTo>
                  <a:lnTo>
                    <a:pt x="175646" y="198157"/>
                  </a:lnTo>
                  <a:lnTo>
                    <a:pt x="176185" y="198156"/>
                  </a:lnTo>
                  <a:lnTo>
                    <a:pt x="176181" y="197824"/>
                  </a:lnTo>
                  <a:lnTo>
                    <a:pt x="176078" y="197503"/>
                  </a:lnTo>
                  <a:lnTo>
                    <a:pt x="176051" y="197294"/>
                  </a:lnTo>
                  <a:lnTo>
                    <a:pt x="176002" y="196911"/>
                  </a:lnTo>
                  <a:lnTo>
                    <a:pt x="176054" y="196771"/>
                  </a:lnTo>
                  <a:lnTo>
                    <a:pt x="176345" y="196190"/>
                  </a:lnTo>
                  <a:lnTo>
                    <a:pt x="176693" y="195757"/>
                  </a:lnTo>
                  <a:lnTo>
                    <a:pt x="177138" y="195132"/>
                  </a:lnTo>
                  <a:lnTo>
                    <a:pt x="176832" y="194884"/>
                  </a:lnTo>
                  <a:lnTo>
                    <a:pt x="176638" y="194879"/>
                  </a:lnTo>
                  <a:lnTo>
                    <a:pt x="176333" y="194783"/>
                  </a:lnTo>
                  <a:lnTo>
                    <a:pt x="175799" y="194450"/>
                  </a:lnTo>
                  <a:lnTo>
                    <a:pt x="175663" y="193733"/>
                  </a:lnTo>
                  <a:lnTo>
                    <a:pt x="175549" y="193404"/>
                  </a:lnTo>
                  <a:lnTo>
                    <a:pt x="175419" y="193211"/>
                  </a:lnTo>
                  <a:lnTo>
                    <a:pt x="175032" y="192912"/>
                  </a:lnTo>
                  <a:lnTo>
                    <a:pt x="174596" y="192962"/>
                  </a:lnTo>
                  <a:lnTo>
                    <a:pt x="174364" y="192983"/>
                  </a:lnTo>
                  <a:lnTo>
                    <a:pt x="174114" y="192865"/>
                  </a:lnTo>
                  <a:lnTo>
                    <a:pt x="174032" y="192667"/>
                  </a:lnTo>
                  <a:lnTo>
                    <a:pt x="173944" y="192395"/>
                  </a:lnTo>
                  <a:lnTo>
                    <a:pt x="173889" y="192169"/>
                  </a:lnTo>
                  <a:lnTo>
                    <a:pt x="174608" y="191202"/>
                  </a:lnTo>
                  <a:lnTo>
                    <a:pt x="174804" y="191102"/>
                  </a:lnTo>
                  <a:lnTo>
                    <a:pt x="175185" y="190882"/>
                  </a:lnTo>
                  <a:lnTo>
                    <a:pt x="175228" y="190704"/>
                  </a:lnTo>
                  <a:lnTo>
                    <a:pt x="175164" y="190119"/>
                  </a:lnTo>
                  <a:lnTo>
                    <a:pt x="174982" y="189787"/>
                  </a:lnTo>
                  <a:lnTo>
                    <a:pt x="174818" y="189782"/>
                  </a:lnTo>
                  <a:lnTo>
                    <a:pt x="174455" y="189419"/>
                  </a:lnTo>
                  <a:lnTo>
                    <a:pt x="174411" y="189236"/>
                  </a:lnTo>
                  <a:lnTo>
                    <a:pt x="174284" y="188702"/>
                  </a:lnTo>
                  <a:lnTo>
                    <a:pt x="174164" y="188059"/>
                  </a:lnTo>
                  <a:lnTo>
                    <a:pt x="174387" y="187711"/>
                  </a:lnTo>
                  <a:lnTo>
                    <a:pt x="174822" y="188014"/>
                  </a:lnTo>
                  <a:lnTo>
                    <a:pt x="175157" y="188233"/>
                  </a:lnTo>
                  <a:lnTo>
                    <a:pt x="175985" y="187985"/>
                  </a:lnTo>
                  <a:lnTo>
                    <a:pt x="176128" y="187695"/>
                  </a:lnTo>
                  <a:lnTo>
                    <a:pt x="176230" y="187260"/>
                  </a:lnTo>
                  <a:lnTo>
                    <a:pt x="176383" y="186963"/>
                  </a:lnTo>
                  <a:lnTo>
                    <a:pt x="176448" y="186814"/>
                  </a:lnTo>
                  <a:lnTo>
                    <a:pt x="176563" y="186324"/>
                  </a:lnTo>
                  <a:lnTo>
                    <a:pt x="176352" y="186084"/>
                  </a:lnTo>
                  <a:lnTo>
                    <a:pt x="176217" y="186071"/>
                  </a:lnTo>
                  <a:lnTo>
                    <a:pt x="175954" y="186086"/>
                  </a:lnTo>
                  <a:lnTo>
                    <a:pt x="175747" y="185729"/>
                  </a:lnTo>
                  <a:lnTo>
                    <a:pt x="175766" y="185364"/>
                  </a:lnTo>
                  <a:lnTo>
                    <a:pt x="175733" y="184589"/>
                  </a:lnTo>
                  <a:lnTo>
                    <a:pt x="175614" y="184414"/>
                  </a:lnTo>
                  <a:lnTo>
                    <a:pt x="175518" y="184209"/>
                  </a:lnTo>
                  <a:lnTo>
                    <a:pt x="175460" y="183948"/>
                  </a:lnTo>
                  <a:lnTo>
                    <a:pt x="175883" y="183465"/>
                  </a:lnTo>
                  <a:lnTo>
                    <a:pt x="176745" y="183279"/>
                  </a:lnTo>
                  <a:lnTo>
                    <a:pt x="177336" y="182747"/>
                  </a:lnTo>
                  <a:lnTo>
                    <a:pt x="177402" y="182907"/>
                  </a:lnTo>
                  <a:lnTo>
                    <a:pt x="178151" y="183262"/>
                  </a:lnTo>
                  <a:lnTo>
                    <a:pt x="178102" y="184116"/>
                  </a:lnTo>
                  <a:lnTo>
                    <a:pt x="178574" y="184360"/>
                  </a:lnTo>
                  <a:lnTo>
                    <a:pt x="179078" y="184247"/>
                  </a:lnTo>
                  <a:lnTo>
                    <a:pt x="179216" y="184194"/>
                  </a:lnTo>
                  <a:lnTo>
                    <a:pt x="179465" y="184010"/>
                  </a:lnTo>
                  <a:lnTo>
                    <a:pt x="179806" y="183743"/>
                  </a:lnTo>
                  <a:lnTo>
                    <a:pt x="180102" y="183467"/>
                  </a:lnTo>
                  <a:lnTo>
                    <a:pt x="180409" y="183214"/>
                  </a:lnTo>
                  <a:lnTo>
                    <a:pt x="181026" y="183230"/>
                  </a:lnTo>
                  <a:lnTo>
                    <a:pt x="181717" y="182619"/>
                  </a:lnTo>
                  <a:lnTo>
                    <a:pt x="181870" y="182249"/>
                  </a:lnTo>
                  <a:lnTo>
                    <a:pt x="182100" y="181981"/>
                  </a:lnTo>
                  <a:lnTo>
                    <a:pt x="182336" y="181935"/>
                  </a:lnTo>
                  <a:lnTo>
                    <a:pt x="182725" y="182150"/>
                  </a:lnTo>
                  <a:lnTo>
                    <a:pt x="182819" y="182524"/>
                  </a:lnTo>
                  <a:close/>
                </a:path>
              </a:pathLst>
            </a:custGeom>
            <a:solidFill>
              <a:srgbClr val="FEA065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8710753" y="2577658"/>
              <a:ext cx="184302" cy="183775"/>
            </a:xfrm>
            <a:custGeom>
              <a:avLst/>
              <a:pathLst>
                <a:path w="184302" h="183775">
                  <a:moveTo>
                    <a:pt x="182879" y="182880"/>
                  </a:moveTo>
                  <a:lnTo>
                    <a:pt x="183297" y="182606"/>
                  </a:lnTo>
                  <a:lnTo>
                    <a:pt x="183925" y="182303"/>
                  </a:lnTo>
                  <a:lnTo>
                    <a:pt x="184126" y="182343"/>
                  </a:lnTo>
                  <a:lnTo>
                    <a:pt x="184272" y="182571"/>
                  </a:lnTo>
                  <a:lnTo>
                    <a:pt x="184302" y="183016"/>
                  </a:lnTo>
                  <a:lnTo>
                    <a:pt x="184141" y="183342"/>
                  </a:lnTo>
                  <a:lnTo>
                    <a:pt x="183739" y="183678"/>
                  </a:lnTo>
                  <a:lnTo>
                    <a:pt x="183468" y="183747"/>
                  </a:lnTo>
                  <a:lnTo>
                    <a:pt x="183111" y="183775"/>
                  </a:lnTo>
                  <a:lnTo>
                    <a:pt x="182854" y="183678"/>
                  </a:lnTo>
                  <a:lnTo>
                    <a:pt x="182729" y="183450"/>
                  </a:lnTo>
                  <a:lnTo>
                    <a:pt x="182734" y="183205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8724399" y="2546176"/>
              <a:ext cx="184396" cy="183193"/>
            </a:xfrm>
            <a:custGeom>
              <a:avLst/>
              <a:pathLst>
                <a:path w="184396" h="183193">
                  <a:moveTo>
                    <a:pt x="182879" y="182880"/>
                  </a:moveTo>
                  <a:lnTo>
                    <a:pt x="182655" y="182885"/>
                  </a:lnTo>
                  <a:lnTo>
                    <a:pt x="182471" y="182937"/>
                  </a:lnTo>
                  <a:lnTo>
                    <a:pt x="182246" y="182987"/>
                  </a:lnTo>
                  <a:lnTo>
                    <a:pt x="181991" y="182960"/>
                  </a:lnTo>
                  <a:lnTo>
                    <a:pt x="181946" y="182680"/>
                  </a:lnTo>
                  <a:lnTo>
                    <a:pt x="182001" y="182492"/>
                  </a:lnTo>
                  <a:lnTo>
                    <a:pt x="182200" y="182252"/>
                  </a:lnTo>
                  <a:lnTo>
                    <a:pt x="182877" y="181990"/>
                  </a:lnTo>
                  <a:lnTo>
                    <a:pt x="183103" y="181917"/>
                  </a:lnTo>
                  <a:lnTo>
                    <a:pt x="183348" y="181856"/>
                  </a:lnTo>
                  <a:lnTo>
                    <a:pt x="183625" y="181796"/>
                  </a:lnTo>
                  <a:lnTo>
                    <a:pt x="183859" y="181780"/>
                  </a:lnTo>
                  <a:lnTo>
                    <a:pt x="184123" y="181830"/>
                  </a:lnTo>
                  <a:lnTo>
                    <a:pt x="184283" y="181979"/>
                  </a:lnTo>
                  <a:lnTo>
                    <a:pt x="184371" y="182170"/>
                  </a:lnTo>
                  <a:lnTo>
                    <a:pt x="184396" y="182426"/>
                  </a:lnTo>
                  <a:lnTo>
                    <a:pt x="184382" y="182592"/>
                  </a:lnTo>
                  <a:lnTo>
                    <a:pt x="184329" y="182736"/>
                  </a:lnTo>
                  <a:lnTo>
                    <a:pt x="184172" y="183080"/>
                  </a:lnTo>
                  <a:lnTo>
                    <a:pt x="183983" y="183193"/>
                  </a:lnTo>
                  <a:lnTo>
                    <a:pt x="183789" y="183193"/>
                  </a:lnTo>
                  <a:lnTo>
                    <a:pt x="183526" y="183086"/>
                  </a:lnTo>
                  <a:lnTo>
                    <a:pt x="183206" y="182966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8722363" y="2515304"/>
              <a:ext cx="183279" cy="183714"/>
            </a:xfrm>
            <a:custGeom>
              <a:avLst/>
              <a:pathLst>
                <a:path w="183279" h="183714">
                  <a:moveTo>
                    <a:pt x="182879" y="182880"/>
                  </a:moveTo>
                  <a:lnTo>
                    <a:pt x="183132" y="183030"/>
                  </a:lnTo>
                  <a:lnTo>
                    <a:pt x="183241" y="183188"/>
                  </a:lnTo>
                  <a:lnTo>
                    <a:pt x="183279" y="183356"/>
                  </a:lnTo>
                  <a:lnTo>
                    <a:pt x="183181" y="183665"/>
                  </a:lnTo>
                  <a:lnTo>
                    <a:pt x="182893" y="183714"/>
                  </a:lnTo>
                  <a:lnTo>
                    <a:pt x="182515" y="183216"/>
                  </a:lnTo>
                  <a:lnTo>
                    <a:pt x="182478" y="183026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8725390" y="2515208"/>
              <a:ext cx="183913" cy="183839"/>
            </a:xfrm>
            <a:custGeom>
              <a:avLst/>
              <a:pathLst>
                <a:path w="183913" h="183839">
                  <a:moveTo>
                    <a:pt x="182879" y="182880"/>
                  </a:moveTo>
                  <a:lnTo>
                    <a:pt x="182375" y="183079"/>
                  </a:lnTo>
                  <a:lnTo>
                    <a:pt x="182043" y="183305"/>
                  </a:lnTo>
                  <a:lnTo>
                    <a:pt x="181773" y="183487"/>
                  </a:lnTo>
                  <a:lnTo>
                    <a:pt x="181299" y="183699"/>
                  </a:lnTo>
                  <a:lnTo>
                    <a:pt x="180939" y="183813"/>
                  </a:lnTo>
                  <a:lnTo>
                    <a:pt x="180611" y="183839"/>
                  </a:lnTo>
                  <a:lnTo>
                    <a:pt x="180451" y="183701"/>
                  </a:lnTo>
                  <a:lnTo>
                    <a:pt x="180376" y="183366"/>
                  </a:lnTo>
                  <a:lnTo>
                    <a:pt x="180330" y="183087"/>
                  </a:lnTo>
                  <a:lnTo>
                    <a:pt x="180436" y="182922"/>
                  </a:lnTo>
                  <a:lnTo>
                    <a:pt x="180690" y="183006"/>
                  </a:lnTo>
                  <a:lnTo>
                    <a:pt x="180935" y="183023"/>
                  </a:lnTo>
                  <a:lnTo>
                    <a:pt x="181271" y="183053"/>
                  </a:lnTo>
                  <a:lnTo>
                    <a:pt x="181521" y="182836"/>
                  </a:lnTo>
                  <a:lnTo>
                    <a:pt x="181691" y="182518"/>
                  </a:lnTo>
                  <a:lnTo>
                    <a:pt x="181940" y="182324"/>
                  </a:lnTo>
                  <a:lnTo>
                    <a:pt x="182219" y="182197"/>
                  </a:lnTo>
                  <a:lnTo>
                    <a:pt x="182444" y="182180"/>
                  </a:lnTo>
                  <a:lnTo>
                    <a:pt x="182649" y="182173"/>
                  </a:lnTo>
                  <a:lnTo>
                    <a:pt x="182845" y="182089"/>
                  </a:lnTo>
                  <a:lnTo>
                    <a:pt x="182911" y="181835"/>
                  </a:lnTo>
                  <a:lnTo>
                    <a:pt x="182773" y="181576"/>
                  </a:lnTo>
                  <a:lnTo>
                    <a:pt x="182426" y="181590"/>
                  </a:lnTo>
                  <a:lnTo>
                    <a:pt x="182210" y="181618"/>
                  </a:lnTo>
                  <a:lnTo>
                    <a:pt x="181922" y="181734"/>
                  </a:lnTo>
                  <a:lnTo>
                    <a:pt x="181673" y="181884"/>
                  </a:lnTo>
                  <a:lnTo>
                    <a:pt x="181333" y="182020"/>
                  </a:lnTo>
                  <a:lnTo>
                    <a:pt x="180995" y="182090"/>
                  </a:lnTo>
                  <a:lnTo>
                    <a:pt x="180635" y="182182"/>
                  </a:lnTo>
                  <a:lnTo>
                    <a:pt x="180253" y="182351"/>
                  </a:lnTo>
                  <a:lnTo>
                    <a:pt x="180086" y="182514"/>
                  </a:lnTo>
                  <a:lnTo>
                    <a:pt x="179826" y="182753"/>
                  </a:lnTo>
                  <a:lnTo>
                    <a:pt x="179625" y="182898"/>
                  </a:lnTo>
                  <a:lnTo>
                    <a:pt x="179391" y="183010"/>
                  </a:lnTo>
                  <a:lnTo>
                    <a:pt x="179240" y="182917"/>
                  </a:lnTo>
                  <a:lnTo>
                    <a:pt x="179039" y="182735"/>
                  </a:lnTo>
                  <a:lnTo>
                    <a:pt x="179024" y="182467"/>
                  </a:lnTo>
                  <a:lnTo>
                    <a:pt x="179153" y="182148"/>
                  </a:lnTo>
                  <a:lnTo>
                    <a:pt x="179585" y="182013"/>
                  </a:lnTo>
                  <a:lnTo>
                    <a:pt x="179967" y="181833"/>
                  </a:lnTo>
                  <a:lnTo>
                    <a:pt x="180183" y="181782"/>
                  </a:lnTo>
                  <a:lnTo>
                    <a:pt x="180781" y="181529"/>
                  </a:lnTo>
                  <a:lnTo>
                    <a:pt x="181154" y="181271"/>
                  </a:lnTo>
                  <a:lnTo>
                    <a:pt x="181579" y="181003"/>
                  </a:lnTo>
                  <a:lnTo>
                    <a:pt x="182052" y="180869"/>
                  </a:lnTo>
                  <a:lnTo>
                    <a:pt x="182605" y="180804"/>
                  </a:lnTo>
                  <a:lnTo>
                    <a:pt x="183003" y="180836"/>
                  </a:lnTo>
                  <a:lnTo>
                    <a:pt x="183387" y="181056"/>
                  </a:lnTo>
                  <a:lnTo>
                    <a:pt x="183748" y="181387"/>
                  </a:lnTo>
                  <a:lnTo>
                    <a:pt x="183913" y="181825"/>
                  </a:lnTo>
                  <a:lnTo>
                    <a:pt x="183886" y="182147"/>
                  </a:lnTo>
                  <a:lnTo>
                    <a:pt x="183738" y="182399"/>
                  </a:lnTo>
                  <a:lnTo>
                    <a:pt x="183384" y="182680"/>
                  </a:lnTo>
                  <a:lnTo>
                    <a:pt x="183147" y="182797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8646739" y="246152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8634820" y="2459790"/>
              <a:ext cx="183046" cy="183324"/>
            </a:xfrm>
            <a:custGeom>
              <a:avLst/>
              <a:pathLst>
                <a:path w="183046" h="183324">
                  <a:moveTo>
                    <a:pt x="182879" y="182880"/>
                  </a:moveTo>
                  <a:lnTo>
                    <a:pt x="183046" y="183324"/>
                  </a:lnTo>
                  <a:lnTo>
                    <a:pt x="182810" y="183287"/>
                  </a:lnTo>
                  <a:lnTo>
                    <a:pt x="182805" y="183148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8645416" y="2459853"/>
              <a:ext cx="182879" cy="183140"/>
            </a:xfrm>
            <a:custGeom>
              <a:avLst/>
              <a:pathLst>
                <a:path w="182879" h="183140">
                  <a:moveTo>
                    <a:pt x="182879" y="182880"/>
                  </a:moveTo>
                  <a:lnTo>
                    <a:pt x="182744" y="183140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8632754" y="2459074"/>
              <a:ext cx="183412" cy="183416"/>
            </a:xfrm>
            <a:custGeom>
              <a:avLst/>
              <a:pathLst>
                <a:path w="183412" h="183416">
                  <a:moveTo>
                    <a:pt x="182879" y="182880"/>
                  </a:moveTo>
                  <a:lnTo>
                    <a:pt x="183123" y="182560"/>
                  </a:lnTo>
                  <a:lnTo>
                    <a:pt x="183288" y="182837"/>
                  </a:lnTo>
                  <a:lnTo>
                    <a:pt x="183412" y="183185"/>
                  </a:lnTo>
                  <a:lnTo>
                    <a:pt x="183145" y="183416"/>
                  </a:lnTo>
                  <a:lnTo>
                    <a:pt x="182800" y="183258"/>
                  </a:lnTo>
                  <a:lnTo>
                    <a:pt x="182841" y="183089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8637910" y="2458869"/>
              <a:ext cx="183188" cy="182880"/>
            </a:xfrm>
            <a:custGeom>
              <a:avLst/>
              <a:pathLst>
                <a:path w="183188" h="182880">
                  <a:moveTo>
                    <a:pt x="182879" y="182880"/>
                  </a:moveTo>
                  <a:lnTo>
                    <a:pt x="183188" y="182864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8649417" y="2455298"/>
              <a:ext cx="183433" cy="183291"/>
            </a:xfrm>
            <a:custGeom>
              <a:avLst/>
              <a:pathLst>
                <a:path w="183433" h="183291">
                  <a:moveTo>
                    <a:pt x="182879" y="182880"/>
                  </a:moveTo>
                  <a:lnTo>
                    <a:pt x="183255" y="182830"/>
                  </a:lnTo>
                  <a:lnTo>
                    <a:pt x="183433" y="182960"/>
                  </a:lnTo>
                  <a:lnTo>
                    <a:pt x="183382" y="183179"/>
                  </a:lnTo>
                  <a:lnTo>
                    <a:pt x="183099" y="183291"/>
                  </a:lnTo>
                  <a:lnTo>
                    <a:pt x="182890" y="183067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8674997" y="2439444"/>
              <a:ext cx="183238" cy="182996"/>
            </a:xfrm>
            <a:custGeom>
              <a:avLst/>
              <a:pathLst>
                <a:path w="183238" h="182996">
                  <a:moveTo>
                    <a:pt x="182879" y="182880"/>
                  </a:moveTo>
                  <a:lnTo>
                    <a:pt x="183150" y="182819"/>
                  </a:lnTo>
                  <a:lnTo>
                    <a:pt x="183238" y="182996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8680211" y="2438088"/>
              <a:ext cx="183653" cy="183529"/>
            </a:xfrm>
            <a:custGeom>
              <a:avLst/>
              <a:pathLst>
                <a:path w="183653" h="183529">
                  <a:moveTo>
                    <a:pt x="182879" y="182880"/>
                  </a:moveTo>
                  <a:lnTo>
                    <a:pt x="183106" y="182638"/>
                  </a:lnTo>
                  <a:lnTo>
                    <a:pt x="183286" y="182665"/>
                  </a:lnTo>
                  <a:lnTo>
                    <a:pt x="183610" y="182850"/>
                  </a:lnTo>
                  <a:lnTo>
                    <a:pt x="183653" y="183035"/>
                  </a:lnTo>
                  <a:lnTo>
                    <a:pt x="183542" y="183281"/>
                  </a:lnTo>
                  <a:lnTo>
                    <a:pt x="183278" y="183529"/>
                  </a:lnTo>
                  <a:lnTo>
                    <a:pt x="182876" y="183407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8679995" y="2437122"/>
              <a:ext cx="183291" cy="183584"/>
            </a:xfrm>
            <a:custGeom>
              <a:avLst/>
              <a:pathLst>
                <a:path w="183291" h="183584">
                  <a:moveTo>
                    <a:pt x="182879" y="182880"/>
                  </a:moveTo>
                  <a:lnTo>
                    <a:pt x="183065" y="182866"/>
                  </a:lnTo>
                  <a:lnTo>
                    <a:pt x="183291" y="183530"/>
                  </a:lnTo>
                  <a:lnTo>
                    <a:pt x="182947" y="183584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8684438" y="2414807"/>
              <a:ext cx="182879" cy="183626"/>
            </a:xfrm>
            <a:custGeom>
              <a:avLst/>
              <a:pathLst>
                <a:path w="182879" h="183626">
                  <a:moveTo>
                    <a:pt x="182879" y="182880"/>
                  </a:moveTo>
                  <a:lnTo>
                    <a:pt x="182849" y="183339"/>
                  </a:lnTo>
                  <a:lnTo>
                    <a:pt x="182718" y="183456"/>
                  </a:lnTo>
                  <a:lnTo>
                    <a:pt x="182444" y="183626"/>
                  </a:lnTo>
                  <a:lnTo>
                    <a:pt x="182254" y="183531"/>
                  </a:lnTo>
                  <a:lnTo>
                    <a:pt x="182235" y="183211"/>
                  </a:lnTo>
                  <a:lnTo>
                    <a:pt x="182606" y="182893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8692606" y="2372208"/>
              <a:ext cx="194643" cy="273520"/>
            </a:xfrm>
            <a:custGeom>
              <a:avLst/>
              <a:pathLst>
                <a:path w="194643" h="273520">
                  <a:moveTo>
                    <a:pt x="182879" y="182880"/>
                  </a:moveTo>
                  <a:lnTo>
                    <a:pt x="183144" y="183324"/>
                  </a:lnTo>
                  <a:lnTo>
                    <a:pt x="183818" y="183855"/>
                  </a:lnTo>
                  <a:lnTo>
                    <a:pt x="184980" y="184086"/>
                  </a:lnTo>
                  <a:lnTo>
                    <a:pt x="185384" y="184300"/>
                  </a:lnTo>
                  <a:lnTo>
                    <a:pt x="185879" y="184517"/>
                  </a:lnTo>
                  <a:lnTo>
                    <a:pt x="186997" y="184499"/>
                  </a:lnTo>
                  <a:lnTo>
                    <a:pt x="187300" y="184576"/>
                  </a:lnTo>
                  <a:lnTo>
                    <a:pt x="187497" y="184570"/>
                  </a:lnTo>
                  <a:lnTo>
                    <a:pt x="187914" y="184456"/>
                  </a:lnTo>
                  <a:lnTo>
                    <a:pt x="188207" y="184357"/>
                  </a:lnTo>
                  <a:lnTo>
                    <a:pt x="188675" y="184339"/>
                  </a:lnTo>
                  <a:lnTo>
                    <a:pt x="190232" y="184287"/>
                  </a:lnTo>
                  <a:lnTo>
                    <a:pt x="190818" y="185482"/>
                  </a:lnTo>
                  <a:lnTo>
                    <a:pt x="190818" y="186283"/>
                  </a:lnTo>
                  <a:lnTo>
                    <a:pt x="190845" y="186575"/>
                  </a:lnTo>
                  <a:lnTo>
                    <a:pt x="190996" y="187130"/>
                  </a:lnTo>
                  <a:lnTo>
                    <a:pt x="191079" y="187390"/>
                  </a:lnTo>
                  <a:lnTo>
                    <a:pt x="191204" y="187778"/>
                  </a:lnTo>
                  <a:lnTo>
                    <a:pt x="191326" y="188158"/>
                  </a:lnTo>
                  <a:lnTo>
                    <a:pt x="191479" y="188590"/>
                  </a:lnTo>
                  <a:lnTo>
                    <a:pt x="191613" y="189231"/>
                  </a:lnTo>
                  <a:lnTo>
                    <a:pt x="191800" y="189833"/>
                  </a:lnTo>
                  <a:lnTo>
                    <a:pt x="191973" y="190522"/>
                  </a:lnTo>
                  <a:lnTo>
                    <a:pt x="192136" y="191070"/>
                  </a:lnTo>
                  <a:lnTo>
                    <a:pt x="192331" y="191720"/>
                  </a:lnTo>
                  <a:lnTo>
                    <a:pt x="192437" y="192074"/>
                  </a:lnTo>
                  <a:lnTo>
                    <a:pt x="192637" y="192864"/>
                  </a:lnTo>
                  <a:lnTo>
                    <a:pt x="192660" y="193092"/>
                  </a:lnTo>
                  <a:lnTo>
                    <a:pt x="192673" y="193223"/>
                  </a:lnTo>
                  <a:lnTo>
                    <a:pt x="192703" y="194354"/>
                  </a:lnTo>
                  <a:lnTo>
                    <a:pt x="192750" y="194986"/>
                  </a:lnTo>
                  <a:lnTo>
                    <a:pt x="192761" y="196423"/>
                  </a:lnTo>
                  <a:lnTo>
                    <a:pt x="192793" y="196590"/>
                  </a:lnTo>
                  <a:lnTo>
                    <a:pt x="192783" y="196822"/>
                  </a:lnTo>
                  <a:lnTo>
                    <a:pt x="192831" y="197430"/>
                  </a:lnTo>
                  <a:lnTo>
                    <a:pt x="192941" y="198315"/>
                  </a:lnTo>
                  <a:lnTo>
                    <a:pt x="193016" y="198683"/>
                  </a:lnTo>
                  <a:lnTo>
                    <a:pt x="193094" y="199064"/>
                  </a:lnTo>
                  <a:lnTo>
                    <a:pt x="193637" y="199621"/>
                  </a:lnTo>
                  <a:lnTo>
                    <a:pt x="193817" y="199781"/>
                  </a:lnTo>
                  <a:lnTo>
                    <a:pt x="193844" y="199926"/>
                  </a:lnTo>
                  <a:lnTo>
                    <a:pt x="194114" y="200248"/>
                  </a:lnTo>
                  <a:lnTo>
                    <a:pt x="194139" y="200620"/>
                  </a:lnTo>
                  <a:lnTo>
                    <a:pt x="194143" y="201140"/>
                  </a:lnTo>
                  <a:lnTo>
                    <a:pt x="194169" y="201404"/>
                  </a:lnTo>
                  <a:lnTo>
                    <a:pt x="194307" y="201637"/>
                  </a:lnTo>
                  <a:lnTo>
                    <a:pt x="194505" y="201511"/>
                  </a:lnTo>
                  <a:lnTo>
                    <a:pt x="194643" y="201594"/>
                  </a:lnTo>
                  <a:lnTo>
                    <a:pt x="194452" y="201889"/>
                  </a:lnTo>
                  <a:lnTo>
                    <a:pt x="194056" y="201941"/>
                  </a:lnTo>
                  <a:lnTo>
                    <a:pt x="193469" y="201628"/>
                  </a:lnTo>
                  <a:lnTo>
                    <a:pt x="193255" y="201614"/>
                  </a:lnTo>
                  <a:lnTo>
                    <a:pt x="192890" y="201590"/>
                  </a:lnTo>
                  <a:lnTo>
                    <a:pt x="192557" y="201570"/>
                  </a:lnTo>
                  <a:lnTo>
                    <a:pt x="192127" y="201581"/>
                  </a:lnTo>
                  <a:lnTo>
                    <a:pt x="191884" y="201828"/>
                  </a:lnTo>
                  <a:lnTo>
                    <a:pt x="191439" y="202648"/>
                  </a:lnTo>
                  <a:lnTo>
                    <a:pt x="191354" y="202804"/>
                  </a:lnTo>
                  <a:lnTo>
                    <a:pt x="191237" y="202957"/>
                  </a:lnTo>
                  <a:lnTo>
                    <a:pt x="190771" y="203442"/>
                  </a:lnTo>
                  <a:lnTo>
                    <a:pt x="190474" y="203672"/>
                  </a:lnTo>
                  <a:lnTo>
                    <a:pt x="190094" y="203960"/>
                  </a:lnTo>
                  <a:lnTo>
                    <a:pt x="189945" y="204041"/>
                  </a:lnTo>
                  <a:lnTo>
                    <a:pt x="189611" y="204166"/>
                  </a:lnTo>
                  <a:lnTo>
                    <a:pt x="189320" y="204355"/>
                  </a:lnTo>
                  <a:lnTo>
                    <a:pt x="189029" y="204786"/>
                  </a:lnTo>
                  <a:lnTo>
                    <a:pt x="188848" y="205042"/>
                  </a:lnTo>
                  <a:lnTo>
                    <a:pt x="188622" y="205191"/>
                  </a:lnTo>
                  <a:lnTo>
                    <a:pt x="188449" y="205482"/>
                  </a:lnTo>
                  <a:lnTo>
                    <a:pt x="188271" y="205777"/>
                  </a:lnTo>
                  <a:lnTo>
                    <a:pt x="187951" y="206102"/>
                  </a:lnTo>
                  <a:lnTo>
                    <a:pt x="187863" y="206358"/>
                  </a:lnTo>
                  <a:lnTo>
                    <a:pt x="187663" y="206471"/>
                  </a:lnTo>
                  <a:lnTo>
                    <a:pt x="187482" y="206675"/>
                  </a:lnTo>
                  <a:lnTo>
                    <a:pt x="187484" y="206825"/>
                  </a:lnTo>
                  <a:lnTo>
                    <a:pt x="187372" y="207033"/>
                  </a:lnTo>
                  <a:lnTo>
                    <a:pt x="187053" y="207356"/>
                  </a:lnTo>
                  <a:lnTo>
                    <a:pt x="186748" y="207352"/>
                  </a:lnTo>
                  <a:lnTo>
                    <a:pt x="186409" y="207126"/>
                  </a:lnTo>
                  <a:lnTo>
                    <a:pt x="186183" y="206924"/>
                  </a:lnTo>
                  <a:lnTo>
                    <a:pt x="186239" y="206619"/>
                  </a:lnTo>
                  <a:lnTo>
                    <a:pt x="186213" y="206453"/>
                  </a:lnTo>
                  <a:lnTo>
                    <a:pt x="186165" y="206301"/>
                  </a:lnTo>
                  <a:lnTo>
                    <a:pt x="185858" y="205968"/>
                  </a:lnTo>
                  <a:lnTo>
                    <a:pt x="185644" y="205672"/>
                  </a:lnTo>
                  <a:lnTo>
                    <a:pt x="186098" y="205808"/>
                  </a:lnTo>
                  <a:lnTo>
                    <a:pt x="185953" y="205491"/>
                  </a:lnTo>
                  <a:lnTo>
                    <a:pt x="185801" y="205454"/>
                  </a:lnTo>
                  <a:lnTo>
                    <a:pt x="185502" y="205468"/>
                  </a:lnTo>
                  <a:lnTo>
                    <a:pt x="185424" y="205079"/>
                  </a:lnTo>
                  <a:lnTo>
                    <a:pt x="185452" y="204937"/>
                  </a:lnTo>
                  <a:lnTo>
                    <a:pt x="185629" y="204725"/>
                  </a:lnTo>
                  <a:lnTo>
                    <a:pt x="185688" y="204552"/>
                  </a:lnTo>
                  <a:lnTo>
                    <a:pt x="185678" y="204325"/>
                  </a:lnTo>
                  <a:lnTo>
                    <a:pt x="185563" y="204149"/>
                  </a:lnTo>
                  <a:lnTo>
                    <a:pt x="185325" y="203714"/>
                  </a:lnTo>
                  <a:lnTo>
                    <a:pt x="185486" y="203550"/>
                  </a:lnTo>
                  <a:lnTo>
                    <a:pt x="185691" y="203340"/>
                  </a:lnTo>
                  <a:lnTo>
                    <a:pt x="185853" y="203235"/>
                  </a:lnTo>
                  <a:lnTo>
                    <a:pt x="186151" y="203072"/>
                  </a:lnTo>
                  <a:lnTo>
                    <a:pt x="186585" y="203349"/>
                  </a:lnTo>
                  <a:lnTo>
                    <a:pt x="187165" y="203311"/>
                  </a:lnTo>
                  <a:lnTo>
                    <a:pt x="187334" y="203153"/>
                  </a:lnTo>
                  <a:lnTo>
                    <a:pt x="187243" y="202816"/>
                  </a:lnTo>
                  <a:lnTo>
                    <a:pt x="187712" y="202512"/>
                  </a:lnTo>
                  <a:lnTo>
                    <a:pt x="187744" y="202321"/>
                  </a:lnTo>
                  <a:lnTo>
                    <a:pt x="187723" y="201891"/>
                  </a:lnTo>
                  <a:lnTo>
                    <a:pt x="187817" y="201701"/>
                  </a:lnTo>
                  <a:lnTo>
                    <a:pt x="188165" y="201406"/>
                  </a:lnTo>
                  <a:lnTo>
                    <a:pt x="188374" y="201361"/>
                  </a:lnTo>
                  <a:lnTo>
                    <a:pt x="188192" y="201285"/>
                  </a:lnTo>
                  <a:lnTo>
                    <a:pt x="188062" y="201294"/>
                  </a:lnTo>
                  <a:lnTo>
                    <a:pt x="187706" y="201478"/>
                  </a:lnTo>
                  <a:lnTo>
                    <a:pt x="187677" y="201869"/>
                  </a:lnTo>
                  <a:lnTo>
                    <a:pt x="187667" y="202292"/>
                  </a:lnTo>
                  <a:lnTo>
                    <a:pt x="187598" y="202564"/>
                  </a:lnTo>
                  <a:lnTo>
                    <a:pt x="187354" y="202691"/>
                  </a:lnTo>
                  <a:lnTo>
                    <a:pt x="186786" y="202382"/>
                  </a:lnTo>
                  <a:lnTo>
                    <a:pt x="186171" y="202351"/>
                  </a:lnTo>
                  <a:lnTo>
                    <a:pt x="185953" y="202395"/>
                  </a:lnTo>
                  <a:lnTo>
                    <a:pt x="185816" y="202321"/>
                  </a:lnTo>
                  <a:lnTo>
                    <a:pt x="185688" y="202330"/>
                  </a:lnTo>
                  <a:lnTo>
                    <a:pt x="184915" y="202449"/>
                  </a:lnTo>
                  <a:lnTo>
                    <a:pt x="184678" y="202611"/>
                  </a:lnTo>
                  <a:lnTo>
                    <a:pt x="184488" y="202643"/>
                  </a:lnTo>
                  <a:lnTo>
                    <a:pt x="184126" y="202690"/>
                  </a:lnTo>
                  <a:lnTo>
                    <a:pt x="184087" y="202483"/>
                  </a:lnTo>
                  <a:lnTo>
                    <a:pt x="183868" y="202257"/>
                  </a:lnTo>
                  <a:lnTo>
                    <a:pt x="183586" y="202412"/>
                  </a:lnTo>
                  <a:lnTo>
                    <a:pt x="183376" y="202557"/>
                  </a:lnTo>
                  <a:lnTo>
                    <a:pt x="183122" y="202563"/>
                  </a:lnTo>
                  <a:lnTo>
                    <a:pt x="182830" y="202486"/>
                  </a:lnTo>
                  <a:lnTo>
                    <a:pt x="182723" y="202624"/>
                  </a:lnTo>
                  <a:lnTo>
                    <a:pt x="183032" y="202839"/>
                  </a:lnTo>
                  <a:lnTo>
                    <a:pt x="183058" y="202660"/>
                  </a:lnTo>
                  <a:lnTo>
                    <a:pt x="183455" y="202657"/>
                  </a:lnTo>
                  <a:lnTo>
                    <a:pt x="183480" y="202848"/>
                  </a:lnTo>
                  <a:lnTo>
                    <a:pt x="184027" y="203229"/>
                  </a:lnTo>
                  <a:lnTo>
                    <a:pt x="184220" y="203968"/>
                  </a:lnTo>
                  <a:lnTo>
                    <a:pt x="185064" y="205107"/>
                  </a:lnTo>
                  <a:lnTo>
                    <a:pt x="185175" y="205347"/>
                  </a:lnTo>
                  <a:lnTo>
                    <a:pt x="185327" y="205610"/>
                  </a:lnTo>
                  <a:lnTo>
                    <a:pt x="185862" y="206447"/>
                  </a:lnTo>
                  <a:lnTo>
                    <a:pt x="185898" y="206784"/>
                  </a:lnTo>
                  <a:lnTo>
                    <a:pt x="185856" y="207095"/>
                  </a:lnTo>
                  <a:lnTo>
                    <a:pt x="185572" y="206976"/>
                  </a:lnTo>
                  <a:lnTo>
                    <a:pt x="185455" y="206476"/>
                  </a:lnTo>
                  <a:lnTo>
                    <a:pt x="185272" y="206506"/>
                  </a:lnTo>
                  <a:lnTo>
                    <a:pt x="185026" y="206638"/>
                  </a:lnTo>
                  <a:lnTo>
                    <a:pt x="184817" y="206821"/>
                  </a:lnTo>
                  <a:lnTo>
                    <a:pt x="184684" y="206977"/>
                  </a:lnTo>
                  <a:lnTo>
                    <a:pt x="184564" y="207228"/>
                  </a:lnTo>
                  <a:lnTo>
                    <a:pt x="184518" y="207494"/>
                  </a:lnTo>
                  <a:lnTo>
                    <a:pt x="184519" y="207740"/>
                  </a:lnTo>
                  <a:lnTo>
                    <a:pt x="184578" y="207990"/>
                  </a:lnTo>
                  <a:lnTo>
                    <a:pt x="184629" y="208210"/>
                  </a:lnTo>
                  <a:lnTo>
                    <a:pt x="184643" y="208558"/>
                  </a:lnTo>
                  <a:lnTo>
                    <a:pt x="184464" y="209301"/>
                  </a:lnTo>
                  <a:lnTo>
                    <a:pt x="184132" y="209544"/>
                  </a:lnTo>
                  <a:lnTo>
                    <a:pt x="183691" y="210184"/>
                  </a:lnTo>
                  <a:lnTo>
                    <a:pt x="183379" y="210433"/>
                  </a:lnTo>
                  <a:lnTo>
                    <a:pt x="183185" y="210494"/>
                  </a:lnTo>
                  <a:lnTo>
                    <a:pt x="182872" y="210769"/>
                  </a:lnTo>
                  <a:lnTo>
                    <a:pt x="182613" y="210696"/>
                  </a:lnTo>
                  <a:lnTo>
                    <a:pt x="182756" y="211012"/>
                  </a:lnTo>
                  <a:lnTo>
                    <a:pt x="183187" y="210998"/>
                  </a:lnTo>
                  <a:lnTo>
                    <a:pt x="182963" y="211204"/>
                  </a:lnTo>
                  <a:lnTo>
                    <a:pt x="182806" y="211410"/>
                  </a:lnTo>
                  <a:lnTo>
                    <a:pt x="182722" y="211705"/>
                  </a:lnTo>
                  <a:lnTo>
                    <a:pt x="182583" y="212146"/>
                  </a:lnTo>
                  <a:lnTo>
                    <a:pt x="182315" y="212390"/>
                  </a:lnTo>
                  <a:lnTo>
                    <a:pt x="182039" y="212511"/>
                  </a:lnTo>
                  <a:lnTo>
                    <a:pt x="181779" y="212625"/>
                  </a:lnTo>
                  <a:lnTo>
                    <a:pt x="181463" y="212931"/>
                  </a:lnTo>
                  <a:lnTo>
                    <a:pt x="181136" y="212810"/>
                  </a:lnTo>
                  <a:lnTo>
                    <a:pt x="180936" y="212704"/>
                  </a:lnTo>
                  <a:lnTo>
                    <a:pt x="180734" y="212683"/>
                  </a:lnTo>
                  <a:lnTo>
                    <a:pt x="180408" y="212692"/>
                  </a:lnTo>
                  <a:lnTo>
                    <a:pt x="180017" y="212868"/>
                  </a:lnTo>
                  <a:lnTo>
                    <a:pt x="179470" y="213326"/>
                  </a:lnTo>
                  <a:lnTo>
                    <a:pt x="179314" y="213493"/>
                  </a:lnTo>
                  <a:lnTo>
                    <a:pt x="179014" y="213812"/>
                  </a:lnTo>
                  <a:lnTo>
                    <a:pt x="178813" y="214338"/>
                  </a:lnTo>
                  <a:lnTo>
                    <a:pt x="178838" y="214497"/>
                  </a:lnTo>
                  <a:lnTo>
                    <a:pt x="178860" y="214632"/>
                  </a:lnTo>
                  <a:lnTo>
                    <a:pt x="178815" y="214880"/>
                  </a:lnTo>
                  <a:lnTo>
                    <a:pt x="178739" y="215021"/>
                  </a:lnTo>
                  <a:lnTo>
                    <a:pt x="178734" y="215252"/>
                  </a:lnTo>
                  <a:lnTo>
                    <a:pt x="178784" y="215382"/>
                  </a:lnTo>
                  <a:lnTo>
                    <a:pt x="178908" y="215623"/>
                  </a:lnTo>
                  <a:lnTo>
                    <a:pt x="179231" y="216189"/>
                  </a:lnTo>
                  <a:lnTo>
                    <a:pt x="179338" y="216340"/>
                  </a:lnTo>
                  <a:lnTo>
                    <a:pt x="179364" y="216545"/>
                  </a:lnTo>
                  <a:lnTo>
                    <a:pt x="179255" y="216921"/>
                  </a:lnTo>
                  <a:lnTo>
                    <a:pt x="179047" y="217301"/>
                  </a:lnTo>
                  <a:lnTo>
                    <a:pt x="178736" y="217393"/>
                  </a:lnTo>
                  <a:lnTo>
                    <a:pt x="178173" y="217662"/>
                  </a:lnTo>
                  <a:lnTo>
                    <a:pt x="177989" y="217565"/>
                  </a:lnTo>
                  <a:lnTo>
                    <a:pt x="177823" y="217552"/>
                  </a:lnTo>
                  <a:lnTo>
                    <a:pt x="177659" y="217579"/>
                  </a:lnTo>
                  <a:lnTo>
                    <a:pt x="177498" y="217673"/>
                  </a:lnTo>
                  <a:lnTo>
                    <a:pt x="177368" y="217794"/>
                  </a:lnTo>
                  <a:lnTo>
                    <a:pt x="177278" y="217945"/>
                  </a:lnTo>
                  <a:lnTo>
                    <a:pt x="177195" y="218149"/>
                  </a:lnTo>
                  <a:lnTo>
                    <a:pt x="177172" y="218578"/>
                  </a:lnTo>
                  <a:lnTo>
                    <a:pt x="177180" y="218726"/>
                  </a:lnTo>
                  <a:lnTo>
                    <a:pt x="177358" y="218990"/>
                  </a:lnTo>
                  <a:lnTo>
                    <a:pt x="177422" y="219385"/>
                  </a:lnTo>
                  <a:lnTo>
                    <a:pt x="177364" y="219892"/>
                  </a:lnTo>
                  <a:lnTo>
                    <a:pt x="177299" y="220185"/>
                  </a:lnTo>
                  <a:lnTo>
                    <a:pt x="177214" y="220443"/>
                  </a:lnTo>
                  <a:lnTo>
                    <a:pt x="176662" y="221421"/>
                  </a:lnTo>
                  <a:lnTo>
                    <a:pt x="176793" y="221513"/>
                  </a:lnTo>
                  <a:lnTo>
                    <a:pt x="176612" y="221718"/>
                  </a:lnTo>
                  <a:lnTo>
                    <a:pt x="176470" y="221989"/>
                  </a:lnTo>
                  <a:lnTo>
                    <a:pt x="176414" y="222454"/>
                  </a:lnTo>
                  <a:lnTo>
                    <a:pt x="176094" y="223023"/>
                  </a:lnTo>
                  <a:lnTo>
                    <a:pt x="175635" y="223336"/>
                  </a:lnTo>
                  <a:lnTo>
                    <a:pt x="175537" y="223544"/>
                  </a:lnTo>
                  <a:lnTo>
                    <a:pt x="175373" y="224083"/>
                  </a:lnTo>
                  <a:lnTo>
                    <a:pt x="175084" y="225122"/>
                  </a:lnTo>
                  <a:lnTo>
                    <a:pt x="174868" y="225090"/>
                  </a:lnTo>
                  <a:lnTo>
                    <a:pt x="174291" y="225483"/>
                  </a:lnTo>
                  <a:lnTo>
                    <a:pt x="174006" y="225750"/>
                  </a:lnTo>
                  <a:lnTo>
                    <a:pt x="174022" y="226145"/>
                  </a:lnTo>
                  <a:lnTo>
                    <a:pt x="174155" y="226390"/>
                  </a:lnTo>
                  <a:lnTo>
                    <a:pt x="174254" y="227052"/>
                  </a:lnTo>
                  <a:lnTo>
                    <a:pt x="174114" y="227384"/>
                  </a:lnTo>
                  <a:lnTo>
                    <a:pt x="173774" y="227554"/>
                  </a:lnTo>
                  <a:lnTo>
                    <a:pt x="173766" y="227720"/>
                  </a:lnTo>
                  <a:lnTo>
                    <a:pt x="173914" y="228085"/>
                  </a:lnTo>
                  <a:lnTo>
                    <a:pt x="174178" y="228129"/>
                  </a:lnTo>
                  <a:lnTo>
                    <a:pt x="174383" y="227078"/>
                  </a:lnTo>
                  <a:lnTo>
                    <a:pt x="174734" y="226534"/>
                  </a:lnTo>
                  <a:lnTo>
                    <a:pt x="174711" y="226758"/>
                  </a:lnTo>
                  <a:lnTo>
                    <a:pt x="174695" y="227066"/>
                  </a:lnTo>
                  <a:lnTo>
                    <a:pt x="174657" y="227314"/>
                  </a:lnTo>
                  <a:lnTo>
                    <a:pt x="174602" y="227589"/>
                  </a:lnTo>
                  <a:lnTo>
                    <a:pt x="174587" y="227804"/>
                  </a:lnTo>
                  <a:lnTo>
                    <a:pt x="174535" y="228571"/>
                  </a:lnTo>
                  <a:lnTo>
                    <a:pt x="174445" y="229807"/>
                  </a:lnTo>
                  <a:lnTo>
                    <a:pt x="174397" y="230234"/>
                  </a:lnTo>
                  <a:lnTo>
                    <a:pt x="174304" y="230521"/>
                  </a:lnTo>
                  <a:lnTo>
                    <a:pt x="174024" y="230461"/>
                  </a:lnTo>
                  <a:lnTo>
                    <a:pt x="173285" y="230665"/>
                  </a:lnTo>
                  <a:lnTo>
                    <a:pt x="173025" y="231002"/>
                  </a:lnTo>
                  <a:lnTo>
                    <a:pt x="172969" y="231254"/>
                  </a:lnTo>
                  <a:lnTo>
                    <a:pt x="172896" y="231586"/>
                  </a:lnTo>
                  <a:lnTo>
                    <a:pt x="172667" y="232176"/>
                  </a:lnTo>
                  <a:lnTo>
                    <a:pt x="172515" y="232383"/>
                  </a:lnTo>
                  <a:lnTo>
                    <a:pt x="172289" y="232924"/>
                  </a:lnTo>
                  <a:lnTo>
                    <a:pt x="172170" y="233452"/>
                  </a:lnTo>
                  <a:lnTo>
                    <a:pt x="172066" y="234159"/>
                  </a:lnTo>
                  <a:lnTo>
                    <a:pt x="172030" y="234713"/>
                  </a:lnTo>
                  <a:lnTo>
                    <a:pt x="172029" y="235001"/>
                  </a:lnTo>
                  <a:lnTo>
                    <a:pt x="172027" y="235176"/>
                  </a:lnTo>
                  <a:lnTo>
                    <a:pt x="171961" y="235732"/>
                  </a:lnTo>
                  <a:lnTo>
                    <a:pt x="171971" y="236249"/>
                  </a:lnTo>
                  <a:lnTo>
                    <a:pt x="171975" y="236443"/>
                  </a:lnTo>
                  <a:lnTo>
                    <a:pt x="171961" y="236625"/>
                  </a:lnTo>
                  <a:lnTo>
                    <a:pt x="172009" y="236907"/>
                  </a:lnTo>
                  <a:lnTo>
                    <a:pt x="172027" y="237064"/>
                  </a:lnTo>
                  <a:lnTo>
                    <a:pt x="172067" y="237537"/>
                  </a:lnTo>
                  <a:lnTo>
                    <a:pt x="172049" y="238090"/>
                  </a:lnTo>
                  <a:lnTo>
                    <a:pt x="171834" y="237885"/>
                  </a:lnTo>
                  <a:lnTo>
                    <a:pt x="171578" y="237969"/>
                  </a:lnTo>
                  <a:lnTo>
                    <a:pt x="171314" y="238067"/>
                  </a:lnTo>
                  <a:lnTo>
                    <a:pt x="171131" y="238161"/>
                  </a:lnTo>
                  <a:lnTo>
                    <a:pt x="170667" y="238572"/>
                  </a:lnTo>
                  <a:lnTo>
                    <a:pt x="170138" y="238821"/>
                  </a:lnTo>
                  <a:lnTo>
                    <a:pt x="170073" y="238643"/>
                  </a:lnTo>
                  <a:lnTo>
                    <a:pt x="170029" y="239130"/>
                  </a:lnTo>
                  <a:lnTo>
                    <a:pt x="170079" y="239557"/>
                  </a:lnTo>
                  <a:lnTo>
                    <a:pt x="170189" y="239843"/>
                  </a:lnTo>
                  <a:lnTo>
                    <a:pt x="169991" y="240195"/>
                  </a:lnTo>
                  <a:lnTo>
                    <a:pt x="169715" y="240652"/>
                  </a:lnTo>
                  <a:lnTo>
                    <a:pt x="169175" y="240615"/>
                  </a:lnTo>
                  <a:lnTo>
                    <a:pt x="168762" y="240976"/>
                  </a:lnTo>
                  <a:lnTo>
                    <a:pt x="168712" y="241105"/>
                  </a:lnTo>
                  <a:lnTo>
                    <a:pt x="168697" y="241484"/>
                  </a:lnTo>
                  <a:lnTo>
                    <a:pt x="168904" y="241812"/>
                  </a:lnTo>
                  <a:lnTo>
                    <a:pt x="169291" y="242035"/>
                  </a:lnTo>
                  <a:lnTo>
                    <a:pt x="169824" y="242127"/>
                  </a:lnTo>
                  <a:lnTo>
                    <a:pt x="169984" y="242222"/>
                  </a:lnTo>
                  <a:lnTo>
                    <a:pt x="170145" y="242343"/>
                  </a:lnTo>
                  <a:lnTo>
                    <a:pt x="170435" y="242382"/>
                  </a:lnTo>
                  <a:lnTo>
                    <a:pt x="171089" y="242843"/>
                  </a:lnTo>
                  <a:lnTo>
                    <a:pt x="171349" y="242773"/>
                  </a:lnTo>
                  <a:lnTo>
                    <a:pt x="171618" y="242470"/>
                  </a:lnTo>
                  <a:lnTo>
                    <a:pt x="171833" y="242403"/>
                  </a:lnTo>
                  <a:lnTo>
                    <a:pt x="172029" y="242363"/>
                  </a:lnTo>
                  <a:lnTo>
                    <a:pt x="171997" y="242138"/>
                  </a:lnTo>
                  <a:lnTo>
                    <a:pt x="171777" y="241844"/>
                  </a:lnTo>
                  <a:lnTo>
                    <a:pt x="171703" y="241070"/>
                  </a:lnTo>
                  <a:lnTo>
                    <a:pt x="171578" y="240497"/>
                  </a:lnTo>
                  <a:lnTo>
                    <a:pt x="171267" y="240120"/>
                  </a:lnTo>
                  <a:lnTo>
                    <a:pt x="171214" y="239700"/>
                  </a:lnTo>
                  <a:lnTo>
                    <a:pt x="171149" y="239445"/>
                  </a:lnTo>
                  <a:lnTo>
                    <a:pt x="171128" y="239274"/>
                  </a:lnTo>
                  <a:lnTo>
                    <a:pt x="171393" y="238179"/>
                  </a:lnTo>
                  <a:lnTo>
                    <a:pt x="171565" y="238099"/>
                  </a:lnTo>
                  <a:lnTo>
                    <a:pt x="171915" y="238114"/>
                  </a:lnTo>
                  <a:lnTo>
                    <a:pt x="172075" y="238610"/>
                  </a:lnTo>
                  <a:lnTo>
                    <a:pt x="172075" y="239245"/>
                  </a:lnTo>
                  <a:lnTo>
                    <a:pt x="172112" y="239606"/>
                  </a:lnTo>
                  <a:lnTo>
                    <a:pt x="172164" y="240121"/>
                  </a:lnTo>
                  <a:lnTo>
                    <a:pt x="172195" y="240375"/>
                  </a:lnTo>
                  <a:lnTo>
                    <a:pt x="172319" y="241082"/>
                  </a:lnTo>
                  <a:lnTo>
                    <a:pt x="172496" y="241638"/>
                  </a:lnTo>
                  <a:lnTo>
                    <a:pt x="172539" y="241773"/>
                  </a:lnTo>
                  <a:lnTo>
                    <a:pt x="172648" y="242114"/>
                  </a:lnTo>
                  <a:lnTo>
                    <a:pt x="172708" y="242301"/>
                  </a:lnTo>
                  <a:lnTo>
                    <a:pt x="172782" y="242666"/>
                  </a:lnTo>
                  <a:lnTo>
                    <a:pt x="173244" y="243037"/>
                  </a:lnTo>
                  <a:lnTo>
                    <a:pt x="173047" y="243366"/>
                  </a:lnTo>
                  <a:lnTo>
                    <a:pt x="172884" y="243304"/>
                  </a:lnTo>
                  <a:lnTo>
                    <a:pt x="172847" y="243027"/>
                  </a:lnTo>
                  <a:lnTo>
                    <a:pt x="172707" y="242996"/>
                  </a:lnTo>
                  <a:lnTo>
                    <a:pt x="172519" y="243034"/>
                  </a:lnTo>
                  <a:lnTo>
                    <a:pt x="172233" y="243241"/>
                  </a:lnTo>
                  <a:lnTo>
                    <a:pt x="172115" y="243410"/>
                  </a:lnTo>
                  <a:lnTo>
                    <a:pt x="171953" y="243533"/>
                  </a:lnTo>
                  <a:lnTo>
                    <a:pt x="171454" y="243450"/>
                  </a:lnTo>
                  <a:lnTo>
                    <a:pt x="171183" y="243955"/>
                  </a:lnTo>
                  <a:lnTo>
                    <a:pt x="170981" y="243853"/>
                  </a:lnTo>
                  <a:lnTo>
                    <a:pt x="170761" y="243639"/>
                  </a:lnTo>
                  <a:lnTo>
                    <a:pt x="170588" y="243626"/>
                  </a:lnTo>
                  <a:lnTo>
                    <a:pt x="170179" y="243756"/>
                  </a:lnTo>
                  <a:lnTo>
                    <a:pt x="169969" y="243956"/>
                  </a:lnTo>
                  <a:lnTo>
                    <a:pt x="169845" y="244116"/>
                  </a:lnTo>
                  <a:lnTo>
                    <a:pt x="169731" y="244322"/>
                  </a:lnTo>
                  <a:lnTo>
                    <a:pt x="169479" y="244936"/>
                  </a:lnTo>
                  <a:lnTo>
                    <a:pt x="168854" y="245771"/>
                  </a:lnTo>
                  <a:lnTo>
                    <a:pt x="168704" y="246009"/>
                  </a:lnTo>
                  <a:lnTo>
                    <a:pt x="168553" y="246466"/>
                  </a:lnTo>
                  <a:lnTo>
                    <a:pt x="168498" y="246737"/>
                  </a:lnTo>
                  <a:lnTo>
                    <a:pt x="168458" y="246935"/>
                  </a:lnTo>
                  <a:lnTo>
                    <a:pt x="168428" y="247963"/>
                  </a:lnTo>
                  <a:lnTo>
                    <a:pt x="168382" y="248234"/>
                  </a:lnTo>
                  <a:lnTo>
                    <a:pt x="168275" y="248401"/>
                  </a:lnTo>
                  <a:lnTo>
                    <a:pt x="167838" y="248845"/>
                  </a:lnTo>
                  <a:lnTo>
                    <a:pt x="167770" y="249096"/>
                  </a:lnTo>
                  <a:lnTo>
                    <a:pt x="166916" y="248476"/>
                  </a:lnTo>
                  <a:lnTo>
                    <a:pt x="166729" y="248499"/>
                  </a:lnTo>
                  <a:lnTo>
                    <a:pt x="166484" y="248632"/>
                  </a:lnTo>
                  <a:lnTo>
                    <a:pt x="165482" y="249181"/>
                  </a:lnTo>
                  <a:lnTo>
                    <a:pt x="165117" y="248672"/>
                  </a:lnTo>
                  <a:lnTo>
                    <a:pt x="164959" y="248621"/>
                  </a:lnTo>
                  <a:lnTo>
                    <a:pt x="164733" y="248613"/>
                  </a:lnTo>
                  <a:lnTo>
                    <a:pt x="164604" y="248639"/>
                  </a:lnTo>
                  <a:lnTo>
                    <a:pt x="164420" y="248706"/>
                  </a:lnTo>
                  <a:lnTo>
                    <a:pt x="164080" y="248918"/>
                  </a:lnTo>
                  <a:lnTo>
                    <a:pt x="164368" y="248598"/>
                  </a:lnTo>
                  <a:lnTo>
                    <a:pt x="164550" y="248341"/>
                  </a:lnTo>
                  <a:lnTo>
                    <a:pt x="164871" y="248089"/>
                  </a:lnTo>
                  <a:lnTo>
                    <a:pt x="165099" y="247980"/>
                  </a:lnTo>
                  <a:lnTo>
                    <a:pt x="165476" y="247841"/>
                  </a:lnTo>
                  <a:lnTo>
                    <a:pt x="166043" y="247978"/>
                  </a:lnTo>
                  <a:lnTo>
                    <a:pt x="166367" y="247945"/>
                  </a:lnTo>
                  <a:lnTo>
                    <a:pt x="166532" y="247869"/>
                  </a:lnTo>
                  <a:lnTo>
                    <a:pt x="166672" y="247910"/>
                  </a:lnTo>
                  <a:lnTo>
                    <a:pt x="166861" y="248018"/>
                  </a:lnTo>
                  <a:lnTo>
                    <a:pt x="167282" y="247989"/>
                  </a:lnTo>
                  <a:lnTo>
                    <a:pt x="167486" y="247518"/>
                  </a:lnTo>
                  <a:lnTo>
                    <a:pt x="167612" y="247795"/>
                  </a:lnTo>
                  <a:lnTo>
                    <a:pt x="167624" y="247998"/>
                  </a:lnTo>
                  <a:lnTo>
                    <a:pt x="167673" y="248130"/>
                  </a:lnTo>
                  <a:lnTo>
                    <a:pt x="167809" y="248090"/>
                  </a:lnTo>
                  <a:lnTo>
                    <a:pt x="167806" y="247891"/>
                  </a:lnTo>
                  <a:lnTo>
                    <a:pt x="167880" y="247496"/>
                  </a:lnTo>
                  <a:lnTo>
                    <a:pt x="167472" y="247182"/>
                  </a:lnTo>
                  <a:lnTo>
                    <a:pt x="167342" y="247145"/>
                  </a:lnTo>
                  <a:lnTo>
                    <a:pt x="166848" y="247241"/>
                  </a:lnTo>
                  <a:lnTo>
                    <a:pt x="167058" y="247922"/>
                  </a:lnTo>
                  <a:lnTo>
                    <a:pt x="166906" y="247850"/>
                  </a:lnTo>
                  <a:lnTo>
                    <a:pt x="166659" y="247734"/>
                  </a:lnTo>
                  <a:lnTo>
                    <a:pt x="166224" y="247769"/>
                  </a:lnTo>
                  <a:lnTo>
                    <a:pt x="165926" y="247904"/>
                  </a:lnTo>
                  <a:lnTo>
                    <a:pt x="165663" y="247769"/>
                  </a:lnTo>
                  <a:lnTo>
                    <a:pt x="165363" y="247744"/>
                  </a:lnTo>
                  <a:lnTo>
                    <a:pt x="165044" y="247815"/>
                  </a:lnTo>
                  <a:lnTo>
                    <a:pt x="164546" y="248195"/>
                  </a:lnTo>
                  <a:lnTo>
                    <a:pt x="163983" y="249021"/>
                  </a:lnTo>
                  <a:lnTo>
                    <a:pt x="163740" y="249133"/>
                  </a:lnTo>
                  <a:lnTo>
                    <a:pt x="163361" y="249273"/>
                  </a:lnTo>
                  <a:lnTo>
                    <a:pt x="163223" y="249252"/>
                  </a:lnTo>
                  <a:lnTo>
                    <a:pt x="163135" y="249051"/>
                  </a:lnTo>
                  <a:lnTo>
                    <a:pt x="162793" y="248896"/>
                  </a:lnTo>
                  <a:lnTo>
                    <a:pt x="162655" y="248872"/>
                  </a:lnTo>
                  <a:lnTo>
                    <a:pt x="162173" y="248810"/>
                  </a:lnTo>
                  <a:lnTo>
                    <a:pt x="161766" y="249058"/>
                  </a:lnTo>
                  <a:lnTo>
                    <a:pt x="161558" y="249070"/>
                  </a:lnTo>
                  <a:lnTo>
                    <a:pt x="161345" y="249159"/>
                  </a:lnTo>
                  <a:lnTo>
                    <a:pt x="161075" y="249314"/>
                  </a:lnTo>
                  <a:lnTo>
                    <a:pt x="160547" y="249806"/>
                  </a:lnTo>
                  <a:lnTo>
                    <a:pt x="160004" y="250439"/>
                  </a:lnTo>
                  <a:lnTo>
                    <a:pt x="159787" y="250733"/>
                  </a:lnTo>
                  <a:lnTo>
                    <a:pt x="159404" y="250646"/>
                  </a:lnTo>
                  <a:lnTo>
                    <a:pt x="159263" y="250776"/>
                  </a:lnTo>
                  <a:lnTo>
                    <a:pt x="159100" y="250899"/>
                  </a:lnTo>
                  <a:lnTo>
                    <a:pt x="158896" y="251055"/>
                  </a:lnTo>
                  <a:lnTo>
                    <a:pt x="158560" y="251314"/>
                  </a:lnTo>
                  <a:lnTo>
                    <a:pt x="158316" y="251562"/>
                  </a:lnTo>
                  <a:lnTo>
                    <a:pt x="158160" y="251750"/>
                  </a:lnTo>
                  <a:lnTo>
                    <a:pt x="158070" y="251892"/>
                  </a:lnTo>
                  <a:lnTo>
                    <a:pt x="157934" y="252170"/>
                  </a:lnTo>
                  <a:lnTo>
                    <a:pt x="157776" y="252565"/>
                  </a:lnTo>
                  <a:lnTo>
                    <a:pt x="157652" y="252742"/>
                  </a:lnTo>
                  <a:lnTo>
                    <a:pt x="157323" y="252940"/>
                  </a:lnTo>
                  <a:lnTo>
                    <a:pt x="156990" y="252937"/>
                  </a:lnTo>
                  <a:lnTo>
                    <a:pt x="156837" y="253023"/>
                  </a:lnTo>
                  <a:lnTo>
                    <a:pt x="156471" y="253503"/>
                  </a:lnTo>
                  <a:lnTo>
                    <a:pt x="156321" y="253817"/>
                  </a:lnTo>
                  <a:lnTo>
                    <a:pt x="156188" y="254207"/>
                  </a:lnTo>
                  <a:lnTo>
                    <a:pt x="156047" y="254451"/>
                  </a:lnTo>
                  <a:lnTo>
                    <a:pt x="155789" y="254600"/>
                  </a:lnTo>
                  <a:lnTo>
                    <a:pt x="155396" y="254569"/>
                  </a:lnTo>
                  <a:lnTo>
                    <a:pt x="155176" y="254745"/>
                  </a:lnTo>
                  <a:lnTo>
                    <a:pt x="154885" y="254978"/>
                  </a:lnTo>
                  <a:lnTo>
                    <a:pt x="154559" y="255505"/>
                  </a:lnTo>
                  <a:lnTo>
                    <a:pt x="154378" y="255946"/>
                  </a:lnTo>
                  <a:lnTo>
                    <a:pt x="154320" y="256086"/>
                  </a:lnTo>
                  <a:lnTo>
                    <a:pt x="154000" y="257120"/>
                  </a:lnTo>
                  <a:lnTo>
                    <a:pt x="153844" y="257443"/>
                  </a:lnTo>
                  <a:lnTo>
                    <a:pt x="153710" y="257891"/>
                  </a:lnTo>
                  <a:lnTo>
                    <a:pt x="153462" y="258812"/>
                  </a:lnTo>
                  <a:lnTo>
                    <a:pt x="153249" y="259970"/>
                  </a:lnTo>
                  <a:lnTo>
                    <a:pt x="153118" y="260680"/>
                  </a:lnTo>
                  <a:lnTo>
                    <a:pt x="153087" y="260848"/>
                  </a:lnTo>
                  <a:lnTo>
                    <a:pt x="152885" y="260566"/>
                  </a:lnTo>
                  <a:lnTo>
                    <a:pt x="152883" y="260354"/>
                  </a:lnTo>
                  <a:lnTo>
                    <a:pt x="152829" y="260082"/>
                  </a:lnTo>
                  <a:lnTo>
                    <a:pt x="152137" y="259936"/>
                  </a:lnTo>
                  <a:lnTo>
                    <a:pt x="151833" y="260330"/>
                  </a:lnTo>
                  <a:lnTo>
                    <a:pt x="151969" y="261068"/>
                  </a:lnTo>
                  <a:lnTo>
                    <a:pt x="151556" y="261188"/>
                  </a:lnTo>
                  <a:lnTo>
                    <a:pt x="151458" y="261434"/>
                  </a:lnTo>
                  <a:lnTo>
                    <a:pt x="151546" y="261759"/>
                  </a:lnTo>
                  <a:lnTo>
                    <a:pt x="151584" y="261393"/>
                  </a:lnTo>
                  <a:lnTo>
                    <a:pt x="151837" y="261120"/>
                  </a:lnTo>
                  <a:lnTo>
                    <a:pt x="151997" y="261416"/>
                  </a:lnTo>
                  <a:lnTo>
                    <a:pt x="152164" y="261523"/>
                  </a:lnTo>
                  <a:lnTo>
                    <a:pt x="152423" y="261514"/>
                  </a:lnTo>
                  <a:lnTo>
                    <a:pt x="152558" y="261489"/>
                  </a:lnTo>
                  <a:lnTo>
                    <a:pt x="152692" y="261569"/>
                  </a:lnTo>
                  <a:lnTo>
                    <a:pt x="152526" y="261872"/>
                  </a:lnTo>
                  <a:lnTo>
                    <a:pt x="152469" y="262298"/>
                  </a:lnTo>
                  <a:lnTo>
                    <a:pt x="152183" y="262541"/>
                  </a:lnTo>
                  <a:lnTo>
                    <a:pt x="151757" y="262586"/>
                  </a:lnTo>
                  <a:lnTo>
                    <a:pt x="151451" y="262506"/>
                  </a:lnTo>
                  <a:lnTo>
                    <a:pt x="151262" y="262524"/>
                  </a:lnTo>
                  <a:lnTo>
                    <a:pt x="150922" y="262696"/>
                  </a:lnTo>
                  <a:lnTo>
                    <a:pt x="150655" y="262933"/>
                  </a:lnTo>
                  <a:lnTo>
                    <a:pt x="150078" y="262749"/>
                  </a:lnTo>
                  <a:lnTo>
                    <a:pt x="149782" y="262531"/>
                  </a:lnTo>
                  <a:lnTo>
                    <a:pt x="149603" y="262503"/>
                  </a:lnTo>
                  <a:lnTo>
                    <a:pt x="149279" y="262603"/>
                  </a:lnTo>
                  <a:lnTo>
                    <a:pt x="148955" y="262518"/>
                  </a:lnTo>
                  <a:lnTo>
                    <a:pt x="148761" y="262358"/>
                  </a:lnTo>
                  <a:lnTo>
                    <a:pt x="148818" y="261938"/>
                  </a:lnTo>
                  <a:lnTo>
                    <a:pt x="148783" y="261406"/>
                  </a:lnTo>
                  <a:lnTo>
                    <a:pt x="148945" y="261366"/>
                  </a:lnTo>
                  <a:lnTo>
                    <a:pt x="149159" y="261557"/>
                  </a:lnTo>
                  <a:lnTo>
                    <a:pt x="149365" y="261802"/>
                  </a:lnTo>
                  <a:lnTo>
                    <a:pt x="149628" y="261994"/>
                  </a:lnTo>
                  <a:lnTo>
                    <a:pt x="149779" y="262025"/>
                  </a:lnTo>
                  <a:lnTo>
                    <a:pt x="150240" y="262038"/>
                  </a:lnTo>
                  <a:lnTo>
                    <a:pt x="150370" y="262025"/>
                  </a:lnTo>
                  <a:lnTo>
                    <a:pt x="150924" y="261402"/>
                  </a:lnTo>
                  <a:lnTo>
                    <a:pt x="151086" y="261078"/>
                  </a:lnTo>
                  <a:lnTo>
                    <a:pt x="151118" y="260821"/>
                  </a:lnTo>
                  <a:lnTo>
                    <a:pt x="151254" y="260573"/>
                  </a:lnTo>
                  <a:lnTo>
                    <a:pt x="151382" y="260433"/>
                  </a:lnTo>
                  <a:lnTo>
                    <a:pt x="151433" y="260299"/>
                  </a:lnTo>
                  <a:lnTo>
                    <a:pt x="151472" y="259919"/>
                  </a:lnTo>
                  <a:lnTo>
                    <a:pt x="151077" y="259568"/>
                  </a:lnTo>
                  <a:lnTo>
                    <a:pt x="150846" y="259654"/>
                  </a:lnTo>
                  <a:lnTo>
                    <a:pt x="150913" y="260002"/>
                  </a:lnTo>
                  <a:lnTo>
                    <a:pt x="150538" y="260265"/>
                  </a:lnTo>
                  <a:lnTo>
                    <a:pt x="150197" y="260152"/>
                  </a:lnTo>
                  <a:lnTo>
                    <a:pt x="149917" y="260271"/>
                  </a:lnTo>
                  <a:lnTo>
                    <a:pt x="149465" y="260338"/>
                  </a:lnTo>
                  <a:lnTo>
                    <a:pt x="149315" y="260614"/>
                  </a:lnTo>
                  <a:lnTo>
                    <a:pt x="148739" y="261321"/>
                  </a:lnTo>
                  <a:lnTo>
                    <a:pt x="148274" y="261263"/>
                  </a:lnTo>
                  <a:lnTo>
                    <a:pt x="147606" y="261099"/>
                  </a:lnTo>
                  <a:lnTo>
                    <a:pt x="147393" y="261046"/>
                  </a:lnTo>
                  <a:lnTo>
                    <a:pt x="147113" y="261023"/>
                  </a:lnTo>
                  <a:lnTo>
                    <a:pt x="146719" y="261052"/>
                  </a:lnTo>
                  <a:lnTo>
                    <a:pt x="146373" y="261077"/>
                  </a:lnTo>
                  <a:lnTo>
                    <a:pt x="146238" y="261111"/>
                  </a:lnTo>
                  <a:lnTo>
                    <a:pt x="145946" y="261186"/>
                  </a:lnTo>
                  <a:lnTo>
                    <a:pt x="145452" y="261357"/>
                  </a:lnTo>
                  <a:lnTo>
                    <a:pt x="144921" y="261631"/>
                  </a:lnTo>
                  <a:lnTo>
                    <a:pt x="144437" y="261963"/>
                  </a:lnTo>
                  <a:lnTo>
                    <a:pt x="144280" y="262097"/>
                  </a:lnTo>
                  <a:lnTo>
                    <a:pt x="144109" y="262299"/>
                  </a:lnTo>
                  <a:lnTo>
                    <a:pt x="143573" y="262446"/>
                  </a:lnTo>
                  <a:lnTo>
                    <a:pt x="143248" y="262579"/>
                  </a:lnTo>
                  <a:lnTo>
                    <a:pt x="143031" y="262691"/>
                  </a:lnTo>
                  <a:lnTo>
                    <a:pt x="142741" y="262840"/>
                  </a:lnTo>
                  <a:lnTo>
                    <a:pt x="142554" y="262936"/>
                  </a:lnTo>
                  <a:lnTo>
                    <a:pt x="142305" y="262678"/>
                  </a:lnTo>
                  <a:lnTo>
                    <a:pt x="142341" y="262286"/>
                  </a:lnTo>
                  <a:lnTo>
                    <a:pt x="142240" y="262060"/>
                  </a:lnTo>
                  <a:lnTo>
                    <a:pt x="142077" y="261908"/>
                  </a:lnTo>
                  <a:lnTo>
                    <a:pt x="141861" y="261802"/>
                  </a:lnTo>
                  <a:lnTo>
                    <a:pt x="141450" y="261723"/>
                  </a:lnTo>
                  <a:lnTo>
                    <a:pt x="141042" y="261772"/>
                  </a:lnTo>
                  <a:lnTo>
                    <a:pt x="140785" y="261885"/>
                  </a:lnTo>
                  <a:lnTo>
                    <a:pt x="140600" y="261991"/>
                  </a:lnTo>
                  <a:lnTo>
                    <a:pt x="140338" y="262211"/>
                  </a:lnTo>
                  <a:lnTo>
                    <a:pt x="140077" y="262383"/>
                  </a:lnTo>
                  <a:lnTo>
                    <a:pt x="139936" y="262591"/>
                  </a:lnTo>
                  <a:lnTo>
                    <a:pt x="139753" y="262802"/>
                  </a:lnTo>
                  <a:lnTo>
                    <a:pt x="139665" y="262937"/>
                  </a:lnTo>
                  <a:lnTo>
                    <a:pt x="139377" y="263489"/>
                  </a:lnTo>
                  <a:lnTo>
                    <a:pt x="139006" y="264461"/>
                  </a:lnTo>
                  <a:lnTo>
                    <a:pt x="138924" y="264741"/>
                  </a:lnTo>
                  <a:lnTo>
                    <a:pt x="138861" y="264960"/>
                  </a:lnTo>
                  <a:lnTo>
                    <a:pt x="138753" y="265541"/>
                  </a:lnTo>
                  <a:lnTo>
                    <a:pt x="138567" y="265974"/>
                  </a:lnTo>
                  <a:lnTo>
                    <a:pt x="138422" y="266207"/>
                  </a:lnTo>
                  <a:lnTo>
                    <a:pt x="138213" y="266842"/>
                  </a:lnTo>
                  <a:lnTo>
                    <a:pt x="138187" y="267128"/>
                  </a:lnTo>
                  <a:lnTo>
                    <a:pt x="138164" y="267387"/>
                  </a:lnTo>
                  <a:lnTo>
                    <a:pt x="138179" y="267632"/>
                  </a:lnTo>
                  <a:lnTo>
                    <a:pt x="138302" y="267837"/>
                  </a:lnTo>
                  <a:lnTo>
                    <a:pt x="138519" y="267896"/>
                  </a:lnTo>
                  <a:lnTo>
                    <a:pt x="138920" y="268052"/>
                  </a:lnTo>
                  <a:lnTo>
                    <a:pt x="138103" y="268480"/>
                  </a:lnTo>
                  <a:lnTo>
                    <a:pt x="137716" y="268463"/>
                  </a:lnTo>
                  <a:lnTo>
                    <a:pt x="137590" y="268320"/>
                  </a:lnTo>
                  <a:lnTo>
                    <a:pt x="137548" y="268169"/>
                  </a:lnTo>
                  <a:lnTo>
                    <a:pt x="137669" y="267772"/>
                  </a:lnTo>
                  <a:lnTo>
                    <a:pt x="137569" y="267526"/>
                  </a:lnTo>
                  <a:lnTo>
                    <a:pt x="137342" y="267325"/>
                  </a:lnTo>
                  <a:lnTo>
                    <a:pt x="137032" y="267597"/>
                  </a:lnTo>
                  <a:lnTo>
                    <a:pt x="137054" y="267821"/>
                  </a:lnTo>
                  <a:lnTo>
                    <a:pt x="136906" y="267854"/>
                  </a:lnTo>
                  <a:lnTo>
                    <a:pt x="136688" y="267829"/>
                  </a:lnTo>
                  <a:lnTo>
                    <a:pt x="136508" y="267720"/>
                  </a:lnTo>
                  <a:lnTo>
                    <a:pt x="136213" y="268044"/>
                  </a:lnTo>
                  <a:lnTo>
                    <a:pt x="136303" y="268365"/>
                  </a:lnTo>
                  <a:lnTo>
                    <a:pt x="136736" y="268703"/>
                  </a:lnTo>
                  <a:lnTo>
                    <a:pt x="137111" y="268342"/>
                  </a:lnTo>
                  <a:lnTo>
                    <a:pt x="137233" y="267998"/>
                  </a:lnTo>
                  <a:lnTo>
                    <a:pt x="137334" y="267534"/>
                  </a:lnTo>
                  <a:lnTo>
                    <a:pt x="137348" y="267708"/>
                  </a:lnTo>
                  <a:lnTo>
                    <a:pt x="137355" y="267877"/>
                  </a:lnTo>
                  <a:lnTo>
                    <a:pt x="137623" y="268691"/>
                  </a:lnTo>
                  <a:lnTo>
                    <a:pt x="138182" y="268597"/>
                  </a:lnTo>
                  <a:lnTo>
                    <a:pt x="138782" y="268644"/>
                  </a:lnTo>
                  <a:lnTo>
                    <a:pt x="139140" y="269185"/>
                  </a:lnTo>
                  <a:lnTo>
                    <a:pt x="139111" y="269397"/>
                  </a:lnTo>
                  <a:lnTo>
                    <a:pt x="139071" y="269685"/>
                  </a:lnTo>
                  <a:lnTo>
                    <a:pt x="138630" y="269900"/>
                  </a:lnTo>
                  <a:lnTo>
                    <a:pt x="138476" y="270102"/>
                  </a:lnTo>
                  <a:lnTo>
                    <a:pt x="138646" y="270358"/>
                  </a:lnTo>
                  <a:lnTo>
                    <a:pt x="138541" y="270755"/>
                  </a:lnTo>
                  <a:lnTo>
                    <a:pt x="138367" y="270952"/>
                  </a:lnTo>
                  <a:lnTo>
                    <a:pt x="137902" y="270542"/>
                  </a:lnTo>
                  <a:lnTo>
                    <a:pt x="137437" y="270902"/>
                  </a:lnTo>
                  <a:lnTo>
                    <a:pt x="137656" y="271241"/>
                  </a:lnTo>
                  <a:lnTo>
                    <a:pt x="137814" y="271702"/>
                  </a:lnTo>
                  <a:lnTo>
                    <a:pt x="137483" y="271715"/>
                  </a:lnTo>
                  <a:lnTo>
                    <a:pt x="137307" y="271695"/>
                  </a:lnTo>
                  <a:lnTo>
                    <a:pt x="136848" y="271137"/>
                  </a:lnTo>
                  <a:lnTo>
                    <a:pt x="136828" y="270712"/>
                  </a:lnTo>
                  <a:lnTo>
                    <a:pt x="137141" y="270552"/>
                  </a:lnTo>
                  <a:lnTo>
                    <a:pt x="137137" y="270347"/>
                  </a:lnTo>
                  <a:lnTo>
                    <a:pt x="137029" y="270212"/>
                  </a:lnTo>
                  <a:lnTo>
                    <a:pt x="136652" y="269820"/>
                  </a:lnTo>
                  <a:lnTo>
                    <a:pt x="136474" y="269768"/>
                  </a:lnTo>
                  <a:lnTo>
                    <a:pt x="136249" y="269741"/>
                  </a:lnTo>
                  <a:lnTo>
                    <a:pt x="135979" y="269784"/>
                  </a:lnTo>
                  <a:lnTo>
                    <a:pt x="135815" y="269823"/>
                  </a:lnTo>
                  <a:lnTo>
                    <a:pt x="135609" y="269936"/>
                  </a:lnTo>
                  <a:lnTo>
                    <a:pt x="135456" y="269947"/>
                  </a:lnTo>
                  <a:lnTo>
                    <a:pt x="135046" y="269976"/>
                  </a:lnTo>
                  <a:lnTo>
                    <a:pt x="134430" y="270171"/>
                  </a:lnTo>
                  <a:lnTo>
                    <a:pt x="134229" y="270267"/>
                  </a:lnTo>
                  <a:lnTo>
                    <a:pt x="133494" y="270956"/>
                  </a:lnTo>
                  <a:lnTo>
                    <a:pt x="133482" y="271549"/>
                  </a:lnTo>
                  <a:lnTo>
                    <a:pt x="133359" y="271908"/>
                  </a:lnTo>
                  <a:lnTo>
                    <a:pt x="133697" y="272103"/>
                  </a:lnTo>
                  <a:lnTo>
                    <a:pt x="133989" y="272823"/>
                  </a:lnTo>
                  <a:lnTo>
                    <a:pt x="133822" y="272947"/>
                  </a:lnTo>
                  <a:lnTo>
                    <a:pt x="133276" y="272464"/>
                  </a:lnTo>
                  <a:lnTo>
                    <a:pt x="132971" y="272654"/>
                  </a:lnTo>
                  <a:lnTo>
                    <a:pt x="132803" y="272681"/>
                  </a:lnTo>
                  <a:lnTo>
                    <a:pt x="132459" y="272573"/>
                  </a:lnTo>
                  <a:lnTo>
                    <a:pt x="132163" y="272647"/>
                  </a:lnTo>
                  <a:lnTo>
                    <a:pt x="132242" y="272980"/>
                  </a:lnTo>
                  <a:lnTo>
                    <a:pt x="132206" y="273128"/>
                  </a:lnTo>
                  <a:lnTo>
                    <a:pt x="132054" y="273098"/>
                  </a:lnTo>
                  <a:lnTo>
                    <a:pt x="131905" y="273133"/>
                  </a:lnTo>
                  <a:lnTo>
                    <a:pt x="131872" y="273301"/>
                  </a:lnTo>
                  <a:lnTo>
                    <a:pt x="131931" y="273520"/>
                  </a:lnTo>
                  <a:lnTo>
                    <a:pt x="131796" y="273426"/>
                  </a:lnTo>
                  <a:lnTo>
                    <a:pt x="131261" y="272893"/>
                  </a:lnTo>
                  <a:lnTo>
                    <a:pt x="131680" y="272501"/>
                  </a:lnTo>
                  <a:lnTo>
                    <a:pt x="131569" y="271994"/>
                  </a:lnTo>
                  <a:lnTo>
                    <a:pt x="131813" y="271692"/>
                  </a:lnTo>
                  <a:lnTo>
                    <a:pt x="131985" y="271423"/>
                  </a:lnTo>
                  <a:lnTo>
                    <a:pt x="131940" y="271218"/>
                  </a:lnTo>
                  <a:lnTo>
                    <a:pt x="131605" y="271204"/>
                  </a:lnTo>
                  <a:lnTo>
                    <a:pt x="131228" y="270768"/>
                  </a:lnTo>
                  <a:lnTo>
                    <a:pt x="131076" y="270676"/>
                  </a:lnTo>
                  <a:lnTo>
                    <a:pt x="130854" y="270648"/>
                  </a:lnTo>
                  <a:lnTo>
                    <a:pt x="130888" y="270221"/>
                  </a:lnTo>
                  <a:lnTo>
                    <a:pt x="131267" y="270040"/>
                  </a:lnTo>
                  <a:lnTo>
                    <a:pt x="131405" y="269851"/>
                  </a:lnTo>
                  <a:lnTo>
                    <a:pt x="131677" y="269765"/>
                  </a:lnTo>
                  <a:lnTo>
                    <a:pt x="131934" y="269512"/>
                  </a:lnTo>
                  <a:lnTo>
                    <a:pt x="131880" y="269189"/>
                  </a:lnTo>
                  <a:lnTo>
                    <a:pt x="131775" y="268869"/>
                  </a:lnTo>
                  <a:lnTo>
                    <a:pt x="131588" y="268771"/>
                  </a:lnTo>
                  <a:lnTo>
                    <a:pt x="131520" y="269028"/>
                  </a:lnTo>
                  <a:lnTo>
                    <a:pt x="131569" y="269401"/>
                  </a:lnTo>
                  <a:lnTo>
                    <a:pt x="131312" y="269695"/>
                  </a:lnTo>
                  <a:lnTo>
                    <a:pt x="130916" y="269932"/>
                  </a:lnTo>
                  <a:lnTo>
                    <a:pt x="130700" y="269906"/>
                  </a:lnTo>
                  <a:lnTo>
                    <a:pt x="130318" y="270057"/>
                  </a:lnTo>
                  <a:lnTo>
                    <a:pt x="130174" y="270144"/>
                  </a:lnTo>
                  <a:lnTo>
                    <a:pt x="130140" y="270360"/>
                  </a:lnTo>
                  <a:lnTo>
                    <a:pt x="130302" y="270496"/>
                  </a:lnTo>
                  <a:lnTo>
                    <a:pt x="130496" y="270616"/>
                  </a:lnTo>
                  <a:lnTo>
                    <a:pt x="130214" y="271132"/>
                  </a:lnTo>
                  <a:lnTo>
                    <a:pt x="130120" y="270981"/>
                  </a:lnTo>
                  <a:lnTo>
                    <a:pt x="129963" y="270730"/>
                  </a:lnTo>
                  <a:lnTo>
                    <a:pt x="129714" y="270464"/>
                  </a:lnTo>
                  <a:lnTo>
                    <a:pt x="129220" y="270690"/>
                  </a:lnTo>
                  <a:lnTo>
                    <a:pt x="129224" y="270825"/>
                  </a:lnTo>
                  <a:lnTo>
                    <a:pt x="129175" y="270968"/>
                  </a:lnTo>
                  <a:lnTo>
                    <a:pt x="128622" y="271222"/>
                  </a:lnTo>
                  <a:lnTo>
                    <a:pt x="128536" y="271519"/>
                  </a:lnTo>
                  <a:lnTo>
                    <a:pt x="128285" y="272071"/>
                  </a:lnTo>
                  <a:lnTo>
                    <a:pt x="127858" y="272017"/>
                  </a:lnTo>
                  <a:lnTo>
                    <a:pt x="127538" y="271409"/>
                  </a:lnTo>
                  <a:lnTo>
                    <a:pt x="127679" y="270970"/>
                  </a:lnTo>
                  <a:lnTo>
                    <a:pt x="128010" y="270932"/>
                  </a:lnTo>
                  <a:lnTo>
                    <a:pt x="128205" y="270842"/>
                  </a:lnTo>
                  <a:lnTo>
                    <a:pt x="128269" y="270241"/>
                  </a:lnTo>
                  <a:lnTo>
                    <a:pt x="128132" y="270073"/>
                  </a:lnTo>
                  <a:lnTo>
                    <a:pt x="128305" y="270051"/>
                  </a:lnTo>
                  <a:lnTo>
                    <a:pt x="128647" y="269877"/>
                  </a:lnTo>
                  <a:lnTo>
                    <a:pt x="128706" y="269689"/>
                  </a:lnTo>
                  <a:lnTo>
                    <a:pt x="128633" y="269129"/>
                  </a:lnTo>
                  <a:lnTo>
                    <a:pt x="128542" y="268889"/>
                  </a:lnTo>
                  <a:lnTo>
                    <a:pt x="128426" y="268707"/>
                  </a:lnTo>
                  <a:lnTo>
                    <a:pt x="128179" y="268414"/>
                  </a:lnTo>
                  <a:lnTo>
                    <a:pt x="127799" y="268065"/>
                  </a:lnTo>
                  <a:lnTo>
                    <a:pt x="127440" y="267815"/>
                  </a:lnTo>
                  <a:lnTo>
                    <a:pt x="127300" y="267736"/>
                  </a:lnTo>
                  <a:lnTo>
                    <a:pt x="127105" y="267626"/>
                  </a:lnTo>
                  <a:lnTo>
                    <a:pt x="126592" y="267416"/>
                  </a:lnTo>
                  <a:lnTo>
                    <a:pt x="126226" y="267321"/>
                  </a:lnTo>
                  <a:lnTo>
                    <a:pt x="125675" y="267223"/>
                  </a:lnTo>
                  <a:lnTo>
                    <a:pt x="124458" y="267196"/>
                  </a:lnTo>
                  <a:lnTo>
                    <a:pt x="123887" y="267218"/>
                  </a:lnTo>
                  <a:lnTo>
                    <a:pt x="123386" y="267237"/>
                  </a:lnTo>
                  <a:lnTo>
                    <a:pt x="123009" y="267181"/>
                  </a:lnTo>
                  <a:lnTo>
                    <a:pt x="122741" y="267148"/>
                  </a:lnTo>
                  <a:lnTo>
                    <a:pt x="122574" y="267188"/>
                  </a:lnTo>
                  <a:lnTo>
                    <a:pt x="122413" y="267144"/>
                  </a:lnTo>
                  <a:lnTo>
                    <a:pt x="122094" y="266884"/>
                  </a:lnTo>
                  <a:lnTo>
                    <a:pt x="121870" y="266642"/>
                  </a:lnTo>
                  <a:lnTo>
                    <a:pt x="121729" y="266573"/>
                  </a:lnTo>
                  <a:lnTo>
                    <a:pt x="121383" y="266470"/>
                  </a:lnTo>
                  <a:lnTo>
                    <a:pt x="121202" y="266435"/>
                  </a:lnTo>
                  <a:lnTo>
                    <a:pt x="120638" y="266405"/>
                  </a:lnTo>
                  <a:lnTo>
                    <a:pt x="120360" y="266420"/>
                  </a:lnTo>
                  <a:lnTo>
                    <a:pt x="120066" y="266436"/>
                  </a:lnTo>
                  <a:lnTo>
                    <a:pt x="119800" y="266451"/>
                  </a:lnTo>
                  <a:lnTo>
                    <a:pt x="118971" y="266572"/>
                  </a:lnTo>
                  <a:lnTo>
                    <a:pt x="118699" y="266612"/>
                  </a:lnTo>
                  <a:lnTo>
                    <a:pt x="118446" y="266649"/>
                  </a:lnTo>
                  <a:lnTo>
                    <a:pt x="118234" y="266783"/>
                  </a:lnTo>
                  <a:lnTo>
                    <a:pt x="117586" y="266629"/>
                  </a:lnTo>
                  <a:lnTo>
                    <a:pt x="117143" y="266665"/>
                  </a:lnTo>
                  <a:lnTo>
                    <a:pt x="116893" y="266685"/>
                  </a:lnTo>
                  <a:lnTo>
                    <a:pt x="116697" y="266750"/>
                  </a:lnTo>
                  <a:lnTo>
                    <a:pt x="115931" y="267122"/>
                  </a:lnTo>
                  <a:lnTo>
                    <a:pt x="115673" y="267369"/>
                  </a:lnTo>
                  <a:lnTo>
                    <a:pt x="115276" y="267440"/>
                  </a:lnTo>
                  <a:lnTo>
                    <a:pt x="114943" y="267359"/>
                  </a:lnTo>
                  <a:lnTo>
                    <a:pt x="114559" y="267179"/>
                  </a:lnTo>
                  <a:lnTo>
                    <a:pt x="114402" y="267009"/>
                  </a:lnTo>
                  <a:lnTo>
                    <a:pt x="114025" y="266960"/>
                  </a:lnTo>
                  <a:lnTo>
                    <a:pt x="113842" y="266629"/>
                  </a:lnTo>
                  <a:lnTo>
                    <a:pt x="113496" y="265848"/>
                  </a:lnTo>
                  <a:lnTo>
                    <a:pt x="113803" y="265809"/>
                  </a:lnTo>
                  <a:lnTo>
                    <a:pt x="113801" y="265657"/>
                  </a:lnTo>
                  <a:lnTo>
                    <a:pt x="113798" y="265426"/>
                  </a:lnTo>
                  <a:lnTo>
                    <a:pt x="113696" y="265183"/>
                  </a:lnTo>
                  <a:lnTo>
                    <a:pt x="113551" y="264964"/>
                  </a:lnTo>
                  <a:lnTo>
                    <a:pt x="113328" y="264760"/>
                  </a:lnTo>
                  <a:lnTo>
                    <a:pt x="112996" y="264591"/>
                  </a:lnTo>
                  <a:lnTo>
                    <a:pt x="112523" y="264248"/>
                  </a:lnTo>
                  <a:lnTo>
                    <a:pt x="112156" y="263827"/>
                  </a:lnTo>
                  <a:lnTo>
                    <a:pt x="111997" y="263720"/>
                  </a:lnTo>
                  <a:lnTo>
                    <a:pt x="111664" y="263574"/>
                  </a:lnTo>
                  <a:lnTo>
                    <a:pt x="111438" y="263486"/>
                  </a:lnTo>
                  <a:lnTo>
                    <a:pt x="111290" y="263428"/>
                  </a:lnTo>
                  <a:lnTo>
                    <a:pt x="111056" y="263365"/>
                  </a:lnTo>
                  <a:lnTo>
                    <a:pt x="110245" y="263304"/>
                  </a:lnTo>
                  <a:lnTo>
                    <a:pt x="109994" y="263323"/>
                  </a:lnTo>
                  <a:lnTo>
                    <a:pt x="109517" y="263360"/>
                  </a:lnTo>
                  <a:lnTo>
                    <a:pt x="108898" y="263493"/>
                  </a:lnTo>
                  <a:lnTo>
                    <a:pt x="108208" y="263684"/>
                  </a:lnTo>
                  <a:lnTo>
                    <a:pt x="108059" y="263721"/>
                  </a:lnTo>
                  <a:lnTo>
                    <a:pt x="107830" y="263704"/>
                  </a:lnTo>
                  <a:lnTo>
                    <a:pt x="107097" y="263904"/>
                  </a:lnTo>
                  <a:lnTo>
                    <a:pt x="106958" y="263828"/>
                  </a:lnTo>
                  <a:lnTo>
                    <a:pt x="106942" y="263450"/>
                  </a:lnTo>
                  <a:lnTo>
                    <a:pt x="106823" y="263195"/>
                  </a:lnTo>
                  <a:lnTo>
                    <a:pt x="106648" y="263007"/>
                  </a:lnTo>
                  <a:lnTo>
                    <a:pt x="106136" y="262691"/>
                  </a:lnTo>
                  <a:lnTo>
                    <a:pt x="106005" y="262448"/>
                  </a:lnTo>
                  <a:lnTo>
                    <a:pt x="105854" y="262049"/>
                  </a:lnTo>
                  <a:lnTo>
                    <a:pt x="105723" y="261759"/>
                  </a:lnTo>
                  <a:lnTo>
                    <a:pt x="105458" y="261658"/>
                  </a:lnTo>
                  <a:lnTo>
                    <a:pt x="105253" y="261583"/>
                  </a:lnTo>
                  <a:lnTo>
                    <a:pt x="104722" y="261319"/>
                  </a:lnTo>
                  <a:lnTo>
                    <a:pt x="104548" y="261241"/>
                  </a:lnTo>
                  <a:lnTo>
                    <a:pt x="104343" y="261183"/>
                  </a:lnTo>
                  <a:lnTo>
                    <a:pt x="103835" y="261037"/>
                  </a:lnTo>
                  <a:lnTo>
                    <a:pt x="103336" y="260909"/>
                  </a:lnTo>
                  <a:lnTo>
                    <a:pt x="103054" y="260874"/>
                  </a:lnTo>
                  <a:lnTo>
                    <a:pt x="102736" y="260836"/>
                  </a:lnTo>
                  <a:lnTo>
                    <a:pt x="102545" y="260787"/>
                  </a:lnTo>
                  <a:lnTo>
                    <a:pt x="102311" y="260686"/>
                  </a:lnTo>
                  <a:lnTo>
                    <a:pt x="101615" y="260207"/>
                  </a:lnTo>
                  <a:lnTo>
                    <a:pt x="101172" y="259938"/>
                  </a:lnTo>
                  <a:lnTo>
                    <a:pt x="100969" y="259586"/>
                  </a:lnTo>
                  <a:lnTo>
                    <a:pt x="100778" y="259272"/>
                  </a:lnTo>
                  <a:lnTo>
                    <a:pt x="100383" y="258884"/>
                  </a:lnTo>
                  <a:lnTo>
                    <a:pt x="100019" y="258609"/>
                  </a:lnTo>
                  <a:lnTo>
                    <a:pt x="99486" y="258308"/>
                  </a:lnTo>
                  <a:lnTo>
                    <a:pt x="98500" y="257859"/>
                  </a:lnTo>
                  <a:lnTo>
                    <a:pt x="97720" y="257620"/>
                  </a:lnTo>
                  <a:lnTo>
                    <a:pt x="97122" y="257508"/>
                  </a:lnTo>
                  <a:lnTo>
                    <a:pt x="96503" y="257407"/>
                  </a:lnTo>
                  <a:lnTo>
                    <a:pt x="94822" y="257139"/>
                  </a:lnTo>
                  <a:lnTo>
                    <a:pt x="94594" y="257072"/>
                  </a:lnTo>
                  <a:lnTo>
                    <a:pt x="94365" y="256958"/>
                  </a:lnTo>
                  <a:lnTo>
                    <a:pt x="94087" y="256719"/>
                  </a:lnTo>
                  <a:lnTo>
                    <a:pt x="93885" y="255709"/>
                  </a:lnTo>
                  <a:lnTo>
                    <a:pt x="93805" y="255321"/>
                  </a:lnTo>
                  <a:lnTo>
                    <a:pt x="93746" y="255147"/>
                  </a:lnTo>
                  <a:lnTo>
                    <a:pt x="93539" y="254696"/>
                  </a:lnTo>
                  <a:lnTo>
                    <a:pt x="93551" y="254407"/>
                  </a:lnTo>
                  <a:lnTo>
                    <a:pt x="93659" y="253983"/>
                  </a:lnTo>
                  <a:lnTo>
                    <a:pt x="93759" y="253590"/>
                  </a:lnTo>
                  <a:lnTo>
                    <a:pt x="93857" y="253403"/>
                  </a:lnTo>
                  <a:lnTo>
                    <a:pt x="94015" y="253049"/>
                  </a:lnTo>
                  <a:lnTo>
                    <a:pt x="94231" y="252584"/>
                  </a:lnTo>
                  <a:lnTo>
                    <a:pt x="94291" y="252405"/>
                  </a:lnTo>
                  <a:lnTo>
                    <a:pt x="94346" y="252244"/>
                  </a:lnTo>
                  <a:lnTo>
                    <a:pt x="94520" y="251728"/>
                  </a:lnTo>
                  <a:lnTo>
                    <a:pt x="94637" y="251160"/>
                  </a:lnTo>
                  <a:lnTo>
                    <a:pt x="94666" y="250888"/>
                  </a:lnTo>
                  <a:lnTo>
                    <a:pt x="94581" y="250318"/>
                  </a:lnTo>
                  <a:lnTo>
                    <a:pt x="94606" y="249987"/>
                  </a:lnTo>
                  <a:lnTo>
                    <a:pt x="94674" y="249849"/>
                  </a:lnTo>
                  <a:lnTo>
                    <a:pt x="94718" y="249711"/>
                  </a:lnTo>
                  <a:lnTo>
                    <a:pt x="94761" y="249255"/>
                  </a:lnTo>
                  <a:lnTo>
                    <a:pt x="94746" y="248898"/>
                  </a:lnTo>
                  <a:lnTo>
                    <a:pt x="94670" y="248501"/>
                  </a:lnTo>
                  <a:lnTo>
                    <a:pt x="94638" y="248357"/>
                  </a:lnTo>
                  <a:lnTo>
                    <a:pt x="94310" y="248061"/>
                  </a:lnTo>
                  <a:lnTo>
                    <a:pt x="94379" y="247857"/>
                  </a:lnTo>
                  <a:lnTo>
                    <a:pt x="94582" y="247483"/>
                  </a:lnTo>
                  <a:lnTo>
                    <a:pt x="94592" y="247290"/>
                  </a:lnTo>
                  <a:lnTo>
                    <a:pt x="94562" y="247033"/>
                  </a:lnTo>
                  <a:lnTo>
                    <a:pt x="94460" y="246708"/>
                  </a:lnTo>
                  <a:lnTo>
                    <a:pt x="94540" y="246516"/>
                  </a:lnTo>
                  <a:lnTo>
                    <a:pt x="94525" y="246386"/>
                  </a:lnTo>
                  <a:lnTo>
                    <a:pt x="94452" y="245842"/>
                  </a:lnTo>
                  <a:lnTo>
                    <a:pt x="94364" y="245392"/>
                  </a:lnTo>
                  <a:lnTo>
                    <a:pt x="94196" y="245036"/>
                  </a:lnTo>
                  <a:lnTo>
                    <a:pt x="93933" y="244630"/>
                  </a:lnTo>
                  <a:lnTo>
                    <a:pt x="93609" y="243430"/>
                  </a:lnTo>
                  <a:lnTo>
                    <a:pt x="93436" y="242941"/>
                  </a:lnTo>
                  <a:lnTo>
                    <a:pt x="93391" y="242813"/>
                  </a:lnTo>
                  <a:lnTo>
                    <a:pt x="93221" y="242485"/>
                  </a:lnTo>
                  <a:lnTo>
                    <a:pt x="92999" y="242155"/>
                  </a:lnTo>
                  <a:lnTo>
                    <a:pt x="92761" y="241891"/>
                  </a:lnTo>
                  <a:lnTo>
                    <a:pt x="92582" y="241738"/>
                  </a:lnTo>
                  <a:lnTo>
                    <a:pt x="92209" y="241500"/>
                  </a:lnTo>
                  <a:lnTo>
                    <a:pt x="92016" y="241422"/>
                  </a:lnTo>
                  <a:lnTo>
                    <a:pt x="91790" y="241364"/>
                  </a:lnTo>
                  <a:lnTo>
                    <a:pt x="91406" y="241266"/>
                  </a:lnTo>
                  <a:lnTo>
                    <a:pt x="91339" y="240524"/>
                  </a:lnTo>
                  <a:lnTo>
                    <a:pt x="91475" y="240098"/>
                  </a:lnTo>
                  <a:lnTo>
                    <a:pt x="91539" y="239894"/>
                  </a:lnTo>
                  <a:lnTo>
                    <a:pt x="91648" y="239439"/>
                  </a:lnTo>
                  <a:lnTo>
                    <a:pt x="91877" y="239486"/>
                  </a:lnTo>
                  <a:lnTo>
                    <a:pt x="92117" y="239569"/>
                  </a:lnTo>
                  <a:lnTo>
                    <a:pt x="91781" y="239159"/>
                  </a:lnTo>
                  <a:lnTo>
                    <a:pt x="91933" y="238946"/>
                  </a:lnTo>
                  <a:lnTo>
                    <a:pt x="92105" y="238707"/>
                  </a:lnTo>
                  <a:lnTo>
                    <a:pt x="92427" y="238149"/>
                  </a:lnTo>
                  <a:lnTo>
                    <a:pt x="92567" y="237808"/>
                  </a:lnTo>
                  <a:lnTo>
                    <a:pt x="92623" y="237544"/>
                  </a:lnTo>
                  <a:lnTo>
                    <a:pt x="92702" y="237180"/>
                  </a:lnTo>
                  <a:lnTo>
                    <a:pt x="92776" y="236907"/>
                  </a:lnTo>
                  <a:lnTo>
                    <a:pt x="92842" y="236501"/>
                  </a:lnTo>
                  <a:lnTo>
                    <a:pt x="92863" y="236107"/>
                  </a:lnTo>
                  <a:lnTo>
                    <a:pt x="92846" y="235831"/>
                  </a:lnTo>
                  <a:lnTo>
                    <a:pt x="92786" y="235611"/>
                  </a:lnTo>
                  <a:lnTo>
                    <a:pt x="92746" y="235466"/>
                  </a:lnTo>
                  <a:lnTo>
                    <a:pt x="92407" y="234801"/>
                  </a:lnTo>
                  <a:lnTo>
                    <a:pt x="92364" y="234534"/>
                  </a:lnTo>
                  <a:lnTo>
                    <a:pt x="92246" y="234358"/>
                  </a:lnTo>
                  <a:lnTo>
                    <a:pt x="92362" y="233876"/>
                  </a:lnTo>
                  <a:lnTo>
                    <a:pt x="92378" y="233736"/>
                  </a:lnTo>
                  <a:lnTo>
                    <a:pt x="92382" y="233478"/>
                  </a:lnTo>
                  <a:lnTo>
                    <a:pt x="92353" y="232998"/>
                  </a:lnTo>
                  <a:lnTo>
                    <a:pt x="92280" y="232660"/>
                  </a:lnTo>
                  <a:lnTo>
                    <a:pt x="92098" y="232090"/>
                  </a:lnTo>
                  <a:lnTo>
                    <a:pt x="92031" y="231880"/>
                  </a:lnTo>
                  <a:lnTo>
                    <a:pt x="91794" y="231302"/>
                  </a:lnTo>
                  <a:lnTo>
                    <a:pt x="91751" y="231134"/>
                  </a:lnTo>
                  <a:lnTo>
                    <a:pt x="91751" y="230786"/>
                  </a:lnTo>
                  <a:lnTo>
                    <a:pt x="91726" y="230502"/>
                  </a:lnTo>
                  <a:lnTo>
                    <a:pt x="91549" y="229843"/>
                  </a:lnTo>
                  <a:lnTo>
                    <a:pt x="91365" y="229136"/>
                  </a:lnTo>
                  <a:lnTo>
                    <a:pt x="91323" y="228904"/>
                  </a:lnTo>
                  <a:lnTo>
                    <a:pt x="91243" y="228690"/>
                  </a:lnTo>
                  <a:lnTo>
                    <a:pt x="91103" y="228480"/>
                  </a:lnTo>
                  <a:lnTo>
                    <a:pt x="91037" y="228315"/>
                  </a:lnTo>
                  <a:lnTo>
                    <a:pt x="91006" y="228186"/>
                  </a:lnTo>
                  <a:lnTo>
                    <a:pt x="90969" y="227942"/>
                  </a:lnTo>
                  <a:lnTo>
                    <a:pt x="91282" y="227891"/>
                  </a:lnTo>
                  <a:lnTo>
                    <a:pt x="91622" y="227673"/>
                  </a:lnTo>
                  <a:lnTo>
                    <a:pt x="92070" y="227274"/>
                  </a:lnTo>
                  <a:lnTo>
                    <a:pt x="92503" y="226818"/>
                  </a:lnTo>
                  <a:lnTo>
                    <a:pt x="92865" y="226283"/>
                  </a:lnTo>
                  <a:lnTo>
                    <a:pt x="93051" y="225951"/>
                  </a:lnTo>
                  <a:lnTo>
                    <a:pt x="93103" y="225793"/>
                  </a:lnTo>
                  <a:lnTo>
                    <a:pt x="93116" y="225665"/>
                  </a:lnTo>
                  <a:lnTo>
                    <a:pt x="93196" y="225487"/>
                  </a:lnTo>
                  <a:lnTo>
                    <a:pt x="93393" y="225241"/>
                  </a:lnTo>
                  <a:lnTo>
                    <a:pt x="93562" y="224909"/>
                  </a:lnTo>
                  <a:lnTo>
                    <a:pt x="93669" y="224610"/>
                  </a:lnTo>
                  <a:lnTo>
                    <a:pt x="93678" y="224437"/>
                  </a:lnTo>
                  <a:lnTo>
                    <a:pt x="93596" y="224266"/>
                  </a:lnTo>
                  <a:lnTo>
                    <a:pt x="93572" y="223580"/>
                  </a:lnTo>
                  <a:lnTo>
                    <a:pt x="93333" y="223251"/>
                  </a:lnTo>
                  <a:lnTo>
                    <a:pt x="93070" y="222952"/>
                  </a:lnTo>
                  <a:lnTo>
                    <a:pt x="92902" y="222793"/>
                  </a:lnTo>
                  <a:lnTo>
                    <a:pt x="92735" y="222636"/>
                  </a:lnTo>
                  <a:lnTo>
                    <a:pt x="92317" y="222405"/>
                  </a:lnTo>
                  <a:lnTo>
                    <a:pt x="91685" y="221863"/>
                  </a:lnTo>
                  <a:lnTo>
                    <a:pt x="91731" y="221696"/>
                  </a:lnTo>
                  <a:lnTo>
                    <a:pt x="91798" y="221546"/>
                  </a:lnTo>
                  <a:lnTo>
                    <a:pt x="91831" y="221334"/>
                  </a:lnTo>
                  <a:lnTo>
                    <a:pt x="91834" y="221109"/>
                  </a:lnTo>
                  <a:lnTo>
                    <a:pt x="91780" y="220510"/>
                  </a:lnTo>
                  <a:lnTo>
                    <a:pt x="91808" y="220271"/>
                  </a:lnTo>
                  <a:lnTo>
                    <a:pt x="91838" y="220008"/>
                  </a:lnTo>
                  <a:lnTo>
                    <a:pt x="91852" y="219574"/>
                  </a:lnTo>
                  <a:lnTo>
                    <a:pt x="91887" y="219177"/>
                  </a:lnTo>
                  <a:lnTo>
                    <a:pt x="91852" y="218960"/>
                  </a:lnTo>
                  <a:lnTo>
                    <a:pt x="91968" y="218531"/>
                  </a:lnTo>
                  <a:lnTo>
                    <a:pt x="91993" y="218317"/>
                  </a:lnTo>
                  <a:lnTo>
                    <a:pt x="92161" y="218503"/>
                  </a:lnTo>
                  <a:lnTo>
                    <a:pt x="92475" y="218671"/>
                  </a:lnTo>
                  <a:lnTo>
                    <a:pt x="92620" y="218748"/>
                  </a:lnTo>
                  <a:lnTo>
                    <a:pt x="93118" y="218962"/>
                  </a:lnTo>
                  <a:lnTo>
                    <a:pt x="93130" y="218642"/>
                  </a:lnTo>
                  <a:lnTo>
                    <a:pt x="93001" y="218511"/>
                  </a:lnTo>
                  <a:lnTo>
                    <a:pt x="92446" y="217771"/>
                  </a:lnTo>
                  <a:lnTo>
                    <a:pt x="93115" y="217846"/>
                  </a:lnTo>
                  <a:lnTo>
                    <a:pt x="93226" y="218117"/>
                  </a:lnTo>
                  <a:lnTo>
                    <a:pt x="93577" y="218415"/>
                  </a:lnTo>
                  <a:lnTo>
                    <a:pt x="93417" y="218262"/>
                  </a:lnTo>
                  <a:lnTo>
                    <a:pt x="93296" y="218059"/>
                  </a:lnTo>
                  <a:lnTo>
                    <a:pt x="93135" y="217468"/>
                  </a:lnTo>
                  <a:lnTo>
                    <a:pt x="93502" y="217227"/>
                  </a:lnTo>
                  <a:lnTo>
                    <a:pt x="93844" y="217622"/>
                  </a:lnTo>
                  <a:lnTo>
                    <a:pt x="93852" y="217775"/>
                  </a:lnTo>
                  <a:lnTo>
                    <a:pt x="94088" y="217814"/>
                  </a:lnTo>
                  <a:lnTo>
                    <a:pt x="93950" y="217438"/>
                  </a:lnTo>
                  <a:lnTo>
                    <a:pt x="93802" y="217032"/>
                  </a:lnTo>
                  <a:lnTo>
                    <a:pt x="93749" y="216887"/>
                  </a:lnTo>
                  <a:lnTo>
                    <a:pt x="93507" y="216773"/>
                  </a:lnTo>
                  <a:lnTo>
                    <a:pt x="93316" y="216476"/>
                  </a:lnTo>
                  <a:lnTo>
                    <a:pt x="93173" y="216254"/>
                  </a:lnTo>
                  <a:lnTo>
                    <a:pt x="93078" y="215877"/>
                  </a:lnTo>
                  <a:lnTo>
                    <a:pt x="93315" y="215702"/>
                  </a:lnTo>
                  <a:lnTo>
                    <a:pt x="93489" y="215637"/>
                  </a:lnTo>
                  <a:lnTo>
                    <a:pt x="93637" y="215510"/>
                  </a:lnTo>
                  <a:lnTo>
                    <a:pt x="93756" y="215298"/>
                  </a:lnTo>
                  <a:lnTo>
                    <a:pt x="93776" y="215134"/>
                  </a:lnTo>
                  <a:lnTo>
                    <a:pt x="93864" y="214841"/>
                  </a:lnTo>
                  <a:lnTo>
                    <a:pt x="93964" y="214682"/>
                  </a:lnTo>
                  <a:lnTo>
                    <a:pt x="94348" y="214705"/>
                  </a:lnTo>
                  <a:lnTo>
                    <a:pt x="95248" y="214745"/>
                  </a:lnTo>
                  <a:lnTo>
                    <a:pt x="95413" y="214720"/>
                  </a:lnTo>
                  <a:lnTo>
                    <a:pt x="95564" y="214697"/>
                  </a:lnTo>
                  <a:lnTo>
                    <a:pt x="95816" y="214658"/>
                  </a:lnTo>
                  <a:lnTo>
                    <a:pt x="96390" y="214473"/>
                  </a:lnTo>
                  <a:lnTo>
                    <a:pt x="96518" y="214392"/>
                  </a:lnTo>
                  <a:lnTo>
                    <a:pt x="96883" y="214284"/>
                  </a:lnTo>
                  <a:lnTo>
                    <a:pt x="97169" y="213984"/>
                  </a:lnTo>
                  <a:lnTo>
                    <a:pt x="97524" y="213829"/>
                  </a:lnTo>
                  <a:lnTo>
                    <a:pt x="97706" y="213720"/>
                  </a:lnTo>
                  <a:lnTo>
                    <a:pt x="97889" y="213611"/>
                  </a:lnTo>
                  <a:lnTo>
                    <a:pt x="98730" y="212844"/>
                  </a:lnTo>
                  <a:lnTo>
                    <a:pt x="98788" y="212650"/>
                  </a:lnTo>
                  <a:lnTo>
                    <a:pt x="99048" y="212347"/>
                  </a:lnTo>
                  <a:lnTo>
                    <a:pt x="99325" y="212098"/>
                  </a:lnTo>
                  <a:lnTo>
                    <a:pt x="99355" y="211885"/>
                  </a:lnTo>
                  <a:lnTo>
                    <a:pt x="99646" y="211545"/>
                  </a:lnTo>
                  <a:lnTo>
                    <a:pt x="99780" y="211417"/>
                  </a:lnTo>
                  <a:lnTo>
                    <a:pt x="100089" y="211236"/>
                  </a:lnTo>
                  <a:lnTo>
                    <a:pt x="100250" y="211142"/>
                  </a:lnTo>
                  <a:lnTo>
                    <a:pt x="100389" y="211082"/>
                  </a:lnTo>
                  <a:lnTo>
                    <a:pt x="100608" y="211029"/>
                  </a:lnTo>
                  <a:lnTo>
                    <a:pt x="100835" y="211012"/>
                  </a:lnTo>
                  <a:lnTo>
                    <a:pt x="101007" y="210963"/>
                  </a:lnTo>
                  <a:lnTo>
                    <a:pt x="101581" y="210758"/>
                  </a:lnTo>
                  <a:lnTo>
                    <a:pt x="101907" y="210546"/>
                  </a:lnTo>
                  <a:lnTo>
                    <a:pt x="102172" y="210360"/>
                  </a:lnTo>
                  <a:lnTo>
                    <a:pt x="102548" y="210049"/>
                  </a:lnTo>
                  <a:lnTo>
                    <a:pt x="102831" y="209723"/>
                  </a:lnTo>
                  <a:lnTo>
                    <a:pt x="103427" y="209175"/>
                  </a:lnTo>
                  <a:lnTo>
                    <a:pt x="103893" y="208700"/>
                  </a:lnTo>
                  <a:lnTo>
                    <a:pt x="104542" y="208115"/>
                  </a:lnTo>
                  <a:lnTo>
                    <a:pt x="104781" y="208087"/>
                  </a:lnTo>
                  <a:lnTo>
                    <a:pt x="104930" y="208033"/>
                  </a:lnTo>
                  <a:lnTo>
                    <a:pt x="105222" y="208048"/>
                  </a:lnTo>
                  <a:lnTo>
                    <a:pt x="105408" y="208029"/>
                  </a:lnTo>
                  <a:lnTo>
                    <a:pt x="105177" y="207894"/>
                  </a:lnTo>
                  <a:lnTo>
                    <a:pt x="104849" y="207899"/>
                  </a:lnTo>
                  <a:lnTo>
                    <a:pt x="104631" y="207957"/>
                  </a:lnTo>
                  <a:lnTo>
                    <a:pt x="104891" y="207689"/>
                  </a:lnTo>
                  <a:lnTo>
                    <a:pt x="105065" y="207510"/>
                  </a:lnTo>
                  <a:lnTo>
                    <a:pt x="105417" y="207182"/>
                  </a:lnTo>
                  <a:lnTo>
                    <a:pt x="105751" y="206961"/>
                  </a:lnTo>
                  <a:lnTo>
                    <a:pt x="106059" y="206794"/>
                  </a:lnTo>
                  <a:lnTo>
                    <a:pt x="106437" y="206446"/>
                  </a:lnTo>
                  <a:lnTo>
                    <a:pt x="106851" y="205877"/>
                  </a:lnTo>
                  <a:lnTo>
                    <a:pt x="107159" y="205441"/>
                  </a:lnTo>
                  <a:lnTo>
                    <a:pt x="107179" y="205264"/>
                  </a:lnTo>
                  <a:lnTo>
                    <a:pt x="107805" y="204489"/>
                  </a:lnTo>
                  <a:lnTo>
                    <a:pt x="108111" y="204339"/>
                  </a:lnTo>
                  <a:lnTo>
                    <a:pt x="108737" y="204097"/>
                  </a:lnTo>
                  <a:lnTo>
                    <a:pt x="109054" y="203899"/>
                  </a:lnTo>
                  <a:lnTo>
                    <a:pt x="109623" y="203764"/>
                  </a:lnTo>
                  <a:lnTo>
                    <a:pt x="109897" y="203716"/>
                  </a:lnTo>
                  <a:lnTo>
                    <a:pt x="110230" y="203579"/>
                  </a:lnTo>
                  <a:lnTo>
                    <a:pt x="110864" y="203405"/>
                  </a:lnTo>
                  <a:lnTo>
                    <a:pt x="111318" y="203066"/>
                  </a:lnTo>
                  <a:lnTo>
                    <a:pt x="111508" y="202975"/>
                  </a:lnTo>
                  <a:lnTo>
                    <a:pt x="111818" y="202729"/>
                  </a:lnTo>
                  <a:lnTo>
                    <a:pt x="112042" y="202587"/>
                  </a:lnTo>
                  <a:lnTo>
                    <a:pt x="112286" y="202433"/>
                  </a:lnTo>
                  <a:lnTo>
                    <a:pt x="112659" y="202288"/>
                  </a:lnTo>
                  <a:lnTo>
                    <a:pt x="113371" y="201882"/>
                  </a:lnTo>
                  <a:lnTo>
                    <a:pt x="114053" y="201623"/>
                  </a:lnTo>
                  <a:lnTo>
                    <a:pt x="114309" y="201616"/>
                  </a:lnTo>
                  <a:lnTo>
                    <a:pt x="114505" y="201526"/>
                  </a:lnTo>
                  <a:lnTo>
                    <a:pt x="115182" y="201022"/>
                  </a:lnTo>
                  <a:lnTo>
                    <a:pt x="115435" y="200752"/>
                  </a:lnTo>
                  <a:lnTo>
                    <a:pt x="115888" y="200413"/>
                  </a:lnTo>
                  <a:lnTo>
                    <a:pt x="115967" y="200209"/>
                  </a:lnTo>
                  <a:lnTo>
                    <a:pt x="116322" y="199864"/>
                  </a:lnTo>
                  <a:lnTo>
                    <a:pt x="116438" y="199555"/>
                  </a:lnTo>
                  <a:lnTo>
                    <a:pt x="116441" y="199381"/>
                  </a:lnTo>
                  <a:lnTo>
                    <a:pt x="116545" y="199027"/>
                  </a:lnTo>
                  <a:lnTo>
                    <a:pt x="116579" y="198600"/>
                  </a:lnTo>
                  <a:lnTo>
                    <a:pt x="116533" y="198094"/>
                  </a:lnTo>
                  <a:lnTo>
                    <a:pt x="116453" y="197798"/>
                  </a:lnTo>
                  <a:lnTo>
                    <a:pt x="116668" y="197899"/>
                  </a:lnTo>
                  <a:lnTo>
                    <a:pt x="116954" y="198242"/>
                  </a:lnTo>
                  <a:lnTo>
                    <a:pt x="117138" y="198238"/>
                  </a:lnTo>
                  <a:lnTo>
                    <a:pt x="117383" y="197794"/>
                  </a:lnTo>
                  <a:lnTo>
                    <a:pt x="117753" y="197690"/>
                  </a:lnTo>
                  <a:lnTo>
                    <a:pt x="117998" y="197787"/>
                  </a:lnTo>
                  <a:lnTo>
                    <a:pt x="118866" y="197696"/>
                  </a:lnTo>
                  <a:lnTo>
                    <a:pt x="119190" y="197618"/>
                  </a:lnTo>
                  <a:lnTo>
                    <a:pt x="119683" y="197868"/>
                  </a:lnTo>
                  <a:lnTo>
                    <a:pt x="119809" y="198121"/>
                  </a:lnTo>
                  <a:lnTo>
                    <a:pt x="120178" y="198957"/>
                  </a:lnTo>
                  <a:lnTo>
                    <a:pt x="120467" y="199119"/>
                  </a:lnTo>
                  <a:lnTo>
                    <a:pt x="120544" y="198726"/>
                  </a:lnTo>
                  <a:lnTo>
                    <a:pt x="120521" y="198120"/>
                  </a:lnTo>
                  <a:lnTo>
                    <a:pt x="120405" y="197815"/>
                  </a:lnTo>
                  <a:lnTo>
                    <a:pt x="120267" y="197700"/>
                  </a:lnTo>
                  <a:lnTo>
                    <a:pt x="119844" y="197533"/>
                  </a:lnTo>
                  <a:lnTo>
                    <a:pt x="119497" y="197121"/>
                  </a:lnTo>
                  <a:lnTo>
                    <a:pt x="119106" y="196854"/>
                  </a:lnTo>
                  <a:lnTo>
                    <a:pt x="119366" y="196434"/>
                  </a:lnTo>
                  <a:lnTo>
                    <a:pt x="119971" y="196143"/>
                  </a:lnTo>
                  <a:lnTo>
                    <a:pt x="120289" y="196236"/>
                  </a:lnTo>
                  <a:lnTo>
                    <a:pt x="120350" y="196438"/>
                  </a:lnTo>
                  <a:lnTo>
                    <a:pt x="120459" y="196118"/>
                  </a:lnTo>
                  <a:lnTo>
                    <a:pt x="120514" y="195752"/>
                  </a:lnTo>
                  <a:lnTo>
                    <a:pt x="120472" y="195379"/>
                  </a:lnTo>
                  <a:lnTo>
                    <a:pt x="120537" y="195218"/>
                  </a:lnTo>
                  <a:lnTo>
                    <a:pt x="121091" y="194921"/>
                  </a:lnTo>
                  <a:lnTo>
                    <a:pt x="120841" y="194867"/>
                  </a:lnTo>
                  <a:lnTo>
                    <a:pt x="120419" y="194722"/>
                  </a:lnTo>
                  <a:lnTo>
                    <a:pt x="120180" y="194847"/>
                  </a:lnTo>
                  <a:lnTo>
                    <a:pt x="119723" y="194678"/>
                  </a:lnTo>
                  <a:lnTo>
                    <a:pt x="119600" y="194381"/>
                  </a:lnTo>
                  <a:lnTo>
                    <a:pt x="119309" y="194529"/>
                  </a:lnTo>
                  <a:lnTo>
                    <a:pt x="119187" y="194652"/>
                  </a:lnTo>
                  <a:lnTo>
                    <a:pt x="118923" y="195310"/>
                  </a:lnTo>
                  <a:lnTo>
                    <a:pt x="118979" y="195510"/>
                  </a:lnTo>
                  <a:lnTo>
                    <a:pt x="118744" y="195698"/>
                  </a:lnTo>
                  <a:lnTo>
                    <a:pt x="118713" y="195419"/>
                  </a:lnTo>
                  <a:lnTo>
                    <a:pt x="118256" y="195551"/>
                  </a:lnTo>
                  <a:lnTo>
                    <a:pt x="118231" y="195758"/>
                  </a:lnTo>
                  <a:lnTo>
                    <a:pt x="117941" y="195848"/>
                  </a:lnTo>
                  <a:lnTo>
                    <a:pt x="117755" y="195792"/>
                  </a:lnTo>
                  <a:lnTo>
                    <a:pt x="117470" y="195902"/>
                  </a:lnTo>
                  <a:lnTo>
                    <a:pt x="117229" y="195807"/>
                  </a:lnTo>
                  <a:lnTo>
                    <a:pt x="117252" y="196254"/>
                  </a:lnTo>
                  <a:lnTo>
                    <a:pt x="117246" y="196386"/>
                  </a:lnTo>
                  <a:lnTo>
                    <a:pt x="117061" y="196744"/>
                  </a:lnTo>
                  <a:lnTo>
                    <a:pt x="116596" y="196759"/>
                  </a:lnTo>
                  <a:lnTo>
                    <a:pt x="116642" y="197195"/>
                  </a:lnTo>
                  <a:lnTo>
                    <a:pt x="116602" y="197355"/>
                  </a:lnTo>
                  <a:lnTo>
                    <a:pt x="116554" y="197550"/>
                  </a:lnTo>
                  <a:lnTo>
                    <a:pt x="116323" y="197570"/>
                  </a:lnTo>
                  <a:lnTo>
                    <a:pt x="116121" y="197562"/>
                  </a:lnTo>
                  <a:lnTo>
                    <a:pt x="115875" y="197429"/>
                  </a:lnTo>
                  <a:lnTo>
                    <a:pt x="115486" y="197219"/>
                  </a:lnTo>
                  <a:lnTo>
                    <a:pt x="115261" y="197462"/>
                  </a:lnTo>
                  <a:lnTo>
                    <a:pt x="115269" y="197716"/>
                  </a:lnTo>
                  <a:lnTo>
                    <a:pt x="114971" y="197868"/>
                  </a:lnTo>
                  <a:lnTo>
                    <a:pt x="114461" y="198004"/>
                  </a:lnTo>
                  <a:lnTo>
                    <a:pt x="114300" y="198003"/>
                  </a:lnTo>
                  <a:lnTo>
                    <a:pt x="114300" y="198466"/>
                  </a:lnTo>
                  <a:lnTo>
                    <a:pt x="113880" y="198467"/>
                  </a:lnTo>
                  <a:lnTo>
                    <a:pt x="113879" y="197759"/>
                  </a:lnTo>
                  <a:lnTo>
                    <a:pt x="114226" y="197614"/>
                  </a:lnTo>
                  <a:lnTo>
                    <a:pt x="114648" y="197614"/>
                  </a:lnTo>
                  <a:lnTo>
                    <a:pt x="114648" y="197419"/>
                  </a:lnTo>
                  <a:lnTo>
                    <a:pt x="114647" y="197174"/>
                  </a:lnTo>
                  <a:lnTo>
                    <a:pt x="114858" y="197178"/>
                  </a:lnTo>
                  <a:lnTo>
                    <a:pt x="114986" y="197180"/>
                  </a:lnTo>
                  <a:lnTo>
                    <a:pt x="115060" y="197014"/>
                  </a:lnTo>
                  <a:lnTo>
                    <a:pt x="114883" y="196763"/>
                  </a:lnTo>
                  <a:lnTo>
                    <a:pt x="114660" y="196143"/>
                  </a:lnTo>
                  <a:lnTo>
                    <a:pt x="114432" y="195796"/>
                  </a:lnTo>
                  <a:lnTo>
                    <a:pt x="114422" y="195617"/>
                  </a:lnTo>
                  <a:lnTo>
                    <a:pt x="114468" y="195487"/>
                  </a:lnTo>
                  <a:lnTo>
                    <a:pt x="114455" y="195170"/>
                  </a:lnTo>
                  <a:lnTo>
                    <a:pt x="114228" y="195132"/>
                  </a:lnTo>
                  <a:lnTo>
                    <a:pt x="114198" y="194298"/>
                  </a:lnTo>
                  <a:lnTo>
                    <a:pt x="114331" y="193976"/>
                  </a:lnTo>
                  <a:lnTo>
                    <a:pt x="114791" y="193275"/>
                  </a:lnTo>
                  <a:lnTo>
                    <a:pt x="115120" y="192950"/>
                  </a:lnTo>
                  <a:lnTo>
                    <a:pt x="115460" y="192615"/>
                  </a:lnTo>
                  <a:lnTo>
                    <a:pt x="115899" y="192467"/>
                  </a:lnTo>
                  <a:lnTo>
                    <a:pt x="116365" y="192952"/>
                  </a:lnTo>
                  <a:lnTo>
                    <a:pt x="116273" y="192764"/>
                  </a:lnTo>
                  <a:lnTo>
                    <a:pt x="116316" y="192634"/>
                  </a:lnTo>
                  <a:lnTo>
                    <a:pt x="116413" y="192457"/>
                  </a:lnTo>
                  <a:lnTo>
                    <a:pt x="116412" y="192275"/>
                  </a:lnTo>
                  <a:lnTo>
                    <a:pt x="116410" y="192020"/>
                  </a:lnTo>
                  <a:lnTo>
                    <a:pt x="116814" y="191373"/>
                  </a:lnTo>
                  <a:lnTo>
                    <a:pt x="117331" y="191319"/>
                  </a:lnTo>
                  <a:lnTo>
                    <a:pt x="117669" y="191309"/>
                  </a:lnTo>
                  <a:lnTo>
                    <a:pt x="117917" y="191273"/>
                  </a:lnTo>
                  <a:lnTo>
                    <a:pt x="118113" y="191189"/>
                  </a:lnTo>
                  <a:lnTo>
                    <a:pt x="118357" y="190545"/>
                  </a:lnTo>
                  <a:lnTo>
                    <a:pt x="118359" y="190358"/>
                  </a:lnTo>
                  <a:lnTo>
                    <a:pt x="118541" y="190265"/>
                  </a:lnTo>
                  <a:lnTo>
                    <a:pt x="118689" y="189971"/>
                  </a:lnTo>
                  <a:lnTo>
                    <a:pt x="118544" y="189423"/>
                  </a:lnTo>
                  <a:lnTo>
                    <a:pt x="118609" y="189084"/>
                  </a:lnTo>
                  <a:lnTo>
                    <a:pt x="118805" y="189107"/>
                  </a:lnTo>
                  <a:lnTo>
                    <a:pt x="119572" y="189420"/>
                  </a:lnTo>
                  <a:lnTo>
                    <a:pt x="119764" y="189349"/>
                  </a:lnTo>
                  <a:lnTo>
                    <a:pt x="119740" y="188946"/>
                  </a:lnTo>
                  <a:lnTo>
                    <a:pt x="119901" y="188609"/>
                  </a:lnTo>
                  <a:lnTo>
                    <a:pt x="120329" y="188287"/>
                  </a:lnTo>
                  <a:lnTo>
                    <a:pt x="120569" y="188354"/>
                  </a:lnTo>
                  <a:lnTo>
                    <a:pt x="120714" y="188552"/>
                  </a:lnTo>
                  <a:lnTo>
                    <a:pt x="121060" y="188454"/>
                  </a:lnTo>
                  <a:lnTo>
                    <a:pt x="121390" y="188807"/>
                  </a:lnTo>
                  <a:lnTo>
                    <a:pt x="121119" y="189028"/>
                  </a:lnTo>
                  <a:lnTo>
                    <a:pt x="120926" y="189228"/>
                  </a:lnTo>
                  <a:lnTo>
                    <a:pt x="120962" y="189522"/>
                  </a:lnTo>
                  <a:lnTo>
                    <a:pt x="121158" y="189789"/>
                  </a:lnTo>
                  <a:lnTo>
                    <a:pt x="121380" y="189972"/>
                  </a:lnTo>
                  <a:lnTo>
                    <a:pt x="121555" y="190026"/>
                  </a:lnTo>
                  <a:lnTo>
                    <a:pt x="121925" y="189890"/>
                  </a:lnTo>
                  <a:lnTo>
                    <a:pt x="122225" y="189779"/>
                  </a:lnTo>
                  <a:lnTo>
                    <a:pt x="122982" y="189694"/>
                  </a:lnTo>
                  <a:lnTo>
                    <a:pt x="123135" y="189660"/>
                  </a:lnTo>
                  <a:lnTo>
                    <a:pt x="123424" y="189903"/>
                  </a:lnTo>
                  <a:lnTo>
                    <a:pt x="123683" y="190179"/>
                  </a:lnTo>
                  <a:lnTo>
                    <a:pt x="123597" y="189894"/>
                  </a:lnTo>
                  <a:lnTo>
                    <a:pt x="123830" y="189727"/>
                  </a:lnTo>
                  <a:lnTo>
                    <a:pt x="124055" y="190061"/>
                  </a:lnTo>
                  <a:lnTo>
                    <a:pt x="124234" y="190364"/>
                  </a:lnTo>
                  <a:lnTo>
                    <a:pt x="124399" y="190431"/>
                  </a:lnTo>
                  <a:lnTo>
                    <a:pt x="124577" y="190595"/>
                  </a:lnTo>
                  <a:lnTo>
                    <a:pt x="124629" y="190741"/>
                  </a:lnTo>
                  <a:lnTo>
                    <a:pt x="124780" y="190976"/>
                  </a:lnTo>
                  <a:lnTo>
                    <a:pt x="125317" y="191296"/>
                  </a:lnTo>
                  <a:lnTo>
                    <a:pt x="125161" y="191584"/>
                  </a:lnTo>
                  <a:lnTo>
                    <a:pt x="125682" y="191560"/>
                  </a:lnTo>
                  <a:lnTo>
                    <a:pt x="125528" y="191408"/>
                  </a:lnTo>
                  <a:lnTo>
                    <a:pt x="125659" y="191166"/>
                  </a:lnTo>
                  <a:lnTo>
                    <a:pt x="125792" y="191112"/>
                  </a:lnTo>
                  <a:lnTo>
                    <a:pt x="126130" y="190815"/>
                  </a:lnTo>
                  <a:lnTo>
                    <a:pt x="126431" y="190442"/>
                  </a:lnTo>
                  <a:lnTo>
                    <a:pt x="126420" y="190783"/>
                  </a:lnTo>
                  <a:lnTo>
                    <a:pt x="126500" y="190917"/>
                  </a:lnTo>
                  <a:lnTo>
                    <a:pt x="126833" y="191005"/>
                  </a:lnTo>
                  <a:lnTo>
                    <a:pt x="126756" y="190773"/>
                  </a:lnTo>
                  <a:lnTo>
                    <a:pt x="126786" y="190633"/>
                  </a:lnTo>
                  <a:lnTo>
                    <a:pt x="127244" y="190731"/>
                  </a:lnTo>
                  <a:lnTo>
                    <a:pt x="127437" y="191117"/>
                  </a:lnTo>
                  <a:lnTo>
                    <a:pt x="127546" y="191597"/>
                  </a:lnTo>
                  <a:lnTo>
                    <a:pt x="127687" y="192073"/>
                  </a:lnTo>
                  <a:lnTo>
                    <a:pt x="127703" y="192277"/>
                  </a:lnTo>
                  <a:lnTo>
                    <a:pt x="127685" y="192804"/>
                  </a:lnTo>
                  <a:lnTo>
                    <a:pt x="127874" y="192714"/>
                  </a:lnTo>
                  <a:lnTo>
                    <a:pt x="127877" y="192354"/>
                  </a:lnTo>
                  <a:lnTo>
                    <a:pt x="128045" y="192073"/>
                  </a:lnTo>
                  <a:lnTo>
                    <a:pt x="128226" y="191998"/>
                  </a:lnTo>
                  <a:lnTo>
                    <a:pt x="128469" y="191971"/>
                  </a:lnTo>
                  <a:lnTo>
                    <a:pt x="128735" y="191970"/>
                  </a:lnTo>
                  <a:lnTo>
                    <a:pt x="129262" y="191860"/>
                  </a:lnTo>
                  <a:lnTo>
                    <a:pt x="129534" y="191748"/>
                  </a:lnTo>
                  <a:lnTo>
                    <a:pt x="129938" y="191445"/>
                  </a:lnTo>
                  <a:lnTo>
                    <a:pt x="130062" y="191251"/>
                  </a:lnTo>
                  <a:lnTo>
                    <a:pt x="130156" y="191019"/>
                  </a:lnTo>
                  <a:lnTo>
                    <a:pt x="130337" y="190859"/>
                  </a:lnTo>
                  <a:lnTo>
                    <a:pt x="130293" y="191124"/>
                  </a:lnTo>
                  <a:lnTo>
                    <a:pt x="130245" y="191415"/>
                  </a:lnTo>
                  <a:lnTo>
                    <a:pt x="130295" y="191642"/>
                  </a:lnTo>
                  <a:lnTo>
                    <a:pt x="130271" y="191815"/>
                  </a:lnTo>
                  <a:lnTo>
                    <a:pt x="129917" y="191867"/>
                  </a:lnTo>
                  <a:lnTo>
                    <a:pt x="129640" y="192322"/>
                  </a:lnTo>
                  <a:lnTo>
                    <a:pt x="129789" y="192260"/>
                  </a:lnTo>
                  <a:lnTo>
                    <a:pt x="130141" y="192306"/>
                  </a:lnTo>
                  <a:lnTo>
                    <a:pt x="130505" y="191972"/>
                  </a:lnTo>
                  <a:lnTo>
                    <a:pt x="130649" y="191736"/>
                  </a:lnTo>
                  <a:lnTo>
                    <a:pt x="131025" y="191284"/>
                  </a:lnTo>
                  <a:lnTo>
                    <a:pt x="131214" y="191265"/>
                  </a:lnTo>
                  <a:lnTo>
                    <a:pt x="131383" y="191399"/>
                  </a:lnTo>
                  <a:lnTo>
                    <a:pt x="131612" y="191646"/>
                  </a:lnTo>
                  <a:lnTo>
                    <a:pt x="131694" y="191508"/>
                  </a:lnTo>
                  <a:lnTo>
                    <a:pt x="131644" y="191206"/>
                  </a:lnTo>
                  <a:lnTo>
                    <a:pt x="132093" y="191226"/>
                  </a:lnTo>
                  <a:lnTo>
                    <a:pt x="131888" y="191129"/>
                  </a:lnTo>
                  <a:lnTo>
                    <a:pt x="131684" y="191075"/>
                  </a:lnTo>
                  <a:lnTo>
                    <a:pt x="131454" y="191000"/>
                  </a:lnTo>
                  <a:lnTo>
                    <a:pt x="131235" y="190961"/>
                  </a:lnTo>
                  <a:lnTo>
                    <a:pt x="130757" y="190920"/>
                  </a:lnTo>
                  <a:lnTo>
                    <a:pt x="130559" y="190830"/>
                  </a:lnTo>
                  <a:lnTo>
                    <a:pt x="130346" y="190501"/>
                  </a:lnTo>
                  <a:lnTo>
                    <a:pt x="129926" y="190633"/>
                  </a:lnTo>
                  <a:lnTo>
                    <a:pt x="129609" y="190154"/>
                  </a:lnTo>
                  <a:lnTo>
                    <a:pt x="129839" y="189784"/>
                  </a:lnTo>
                  <a:lnTo>
                    <a:pt x="129878" y="189620"/>
                  </a:lnTo>
                  <a:lnTo>
                    <a:pt x="129568" y="188962"/>
                  </a:lnTo>
                  <a:lnTo>
                    <a:pt x="129626" y="188738"/>
                  </a:lnTo>
                  <a:lnTo>
                    <a:pt x="129921" y="188413"/>
                  </a:lnTo>
                  <a:lnTo>
                    <a:pt x="130991" y="188516"/>
                  </a:lnTo>
                  <a:lnTo>
                    <a:pt x="131471" y="188861"/>
                  </a:lnTo>
                  <a:lnTo>
                    <a:pt x="131579" y="188842"/>
                  </a:lnTo>
                  <a:lnTo>
                    <a:pt x="131216" y="188293"/>
                  </a:lnTo>
                  <a:lnTo>
                    <a:pt x="130870" y="188185"/>
                  </a:lnTo>
                  <a:lnTo>
                    <a:pt x="130684" y="188208"/>
                  </a:lnTo>
                  <a:lnTo>
                    <a:pt x="130336" y="188349"/>
                  </a:lnTo>
                  <a:lnTo>
                    <a:pt x="130175" y="188334"/>
                  </a:lnTo>
                  <a:lnTo>
                    <a:pt x="130017" y="188074"/>
                  </a:lnTo>
                  <a:lnTo>
                    <a:pt x="130091" y="187632"/>
                  </a:lnTo>
                  <a:lnTo>
                    <a:pt x="130115" y="187486"/>
                  </a:lnTo>
                  <a:lnTo>
                    <a:pt x="130139" y="187345"/>
                  </a:lnTo>
                  <a:lnTo>
                    <a:pt x="130407" y="186887"/>
                  </a:lnTo>
                  <a:lnTo>
                    <a:pt x="130596" y="186812"/>
                  </a:lnTo>
                  <a:lnTo>
                    <a:pt x="130769" y="186795"/>
                  </a:lnTo>
                  <a:lnTo>
                    <a:pt x="130981" y="186772"/>
                  </a:lnTo>
                  <a:lnTo>
                    <a:pt x="131369" y="186327"/>
                  </a:lnTo>
                  <a:lnTo>
                    <a:pt x="131605" y="186139"/>
                  </a:lnTo>
                  <a:lnTo>
                    <a:pt x="131819" y="185846"/>
                  </a:lnTo>
                  <a:lnTo>
                    <a:pt x="131910" y="185611"/>
                  </a:lnTo>
                  <a:lnTo>
                    <a:pt x="131989" y="185473"/>
                  </a:lnTo>
                  <a:lnTo>
                    <a:pt x="132195" y="185234"/>
                  </a:lnTo>
                  <a:lnTo>
                    <a:pt x="132663" y="185016"/>
                  </a:lnTo>
                  <a:lnTo>
                    <a:pt x="132933" y="184930"/>
                  </a:lnTo>
                  <a:lnTo>
                    <a:pt x="133639" y="184570"/>
                  </a:lnTo>
                  <a:lnTo>
                    <a:pt x="133815" y="184604"/>
                  </a:lnTo>
                  <a:lnTo>
                    <a:pt x="134374" y="184610"/>
                  </a:lnTo>
                  <a:lnTo>
                    <a:pt x="134689" y="184608"/>
                  </a:lnTo>
                  <a:lnTo>
                    <a:pt x="134942" y="184559"/>
                  </a:lnTo>
                  <a:lnTo>
                    <a:pt x="135287" y="184433"/>
                  </a:lnTo>
                  <a:lnTo>
                    <a:pt x="138528" y="184335"/>
                  </a:lnTo>
                  <a:lnTo>
                    <a:pt x="138563" y="184771"/>
                  </a:lnTo>
                  <a:lnTo>
                    <a:pt x="138543" y="184938"/>
                  </a:lnTo>
                  <a:lnTo>
                    <a:pt x="138539" y="185382"/>
                  </a:lnTo>
                  <a:lnTo>
                    <a:pt x="138777" y="185579"/>
                  </a:lnTo>
                  <a:lnTo>
                    <a:pt x="138751" y="185152"/>
                  </a:lnTo>
                  <a:lnTo>
                    <a:pt x="138888" y="184947"/>
                  </a:lnTo>
                  <a:lnTo>
                    <a:pt x="139131" y="185215"/>
                  </a:lnTo>
                  <a:lnTo>
                    <a:pt x="139333" y="185504"/>
                  </a:lnTo>
                  <a:lnTo>
                    <a:pt x="139918" y="185973"/>
                  </a:lnTo>
                  <a:lnTo>
                    <a:pt x="140244" y="186047"/>
                  </a:lnTo>
                  <a:lnTo>
                    <a:pt x="140800" y="185998"/>
                  </a:lnTo>
                  <a:lnTo>
                    <a:pt x="140980" y="185941"/>
                  </a:lnTo>
                  <a:lnTo>
                    <a:pt x="141312" y="186005"/>
                  </a:lnTo>
                  <a:lnTo>
                    <a:pt x="141449" y="186036"/>
                  </a:lnTo>
                  <a:lnTo>
                    <a:pt x="141617" y="186205"/>
                  </a:lnTo>
                  <a:lnTo>
                    <a:pt x="141628" y="186592"/>
                  </a:lnTo>
                  <a:lnTo>
                    <a:pt x="141754" y="186810"/>
                  </a:lnTo>
                  <a:lnTo>
                    <a:pt x="141711" y="186990"/>
                  </a:lnTo>
                  <a:lnTo>
                    <a:pt x="141839" y="187375"/>
                  </a:lnTo>
                  <a:lnTo>
                    <a:pt x="142375" y="187017"/>
                  </a:lnTo>
                  <a:lnTo>
                    <a:pt x="142449" y="186875"/>
                  </a:lnTo>
                  <a:lnTo>
                    <a:pt x="142523" y="186626"/>
                  </a:lnTo>
                  <a:lnTo>
                    <a:pt x="142420" y="186294"/>
                  </a:lnTo>
                  <a:lnTo>
                    <a:pt x="142295" y="186037"/>
                  </a:lnTo>
                  <a:lnTo>
                    <a:pt x="142348" y="185883"/>
                  </a:lnTo>
                  <a:lnTo>
                    <a:pt x="142386" y="185562"/>
                  </a:lnTo>
                  <a:lnTo>
                    <a:pt x="142295" y="185308"/>
                  </a:lnTo>
                  <a:lnTo>
                    <a:pt x="142271" y="185009"/>
                  </a:lnTo>
                  <a:lnTo>
                    <a:pt x="142805" y="185082"/>
                  </a:lnTo>
                  <a:lnTo>
                    <a:pt x="143116" y="185420"/>
                  </a:lnTo>
                  <a:lnTo>
                    <a:pt x="143152" y="185757"/>
                  </a:lnTo>
                  <a:lnTo>
                    <a:pt x="143119" y="185900"/>
                  </a:lnTo>
                  <a:lnTo>
                    <a:pt x="143218" y="186629"/>
                  </a:lnTo>
                  <a:lnTo>
                    <a:pt x="143338" y="186786"/>
                  </a:lnTo>
                  <a:lnTo>
                    <a:pt x="143603" y="187132"/>
                  </a:lnTo>
                  <a:lnTo>
                    <a:pt x="143464" y="187165"/>
                  </a:lnTo>
                  <a:lnTo>
                    <a:pt x="143109" y="187801"/>
                  </a:lnTo>
                  <a:lnTo>
                    <a:pt x="143134" y="188108"/>
                  </a:lnTo>
                  <a:lnTo>
                    <a:pt x="143115" y="188260"/>
                  </a:lnTo>
                  <a:lnTo>
                    <a:pt x="143397" y="188416"/>
                  </a:lnTo>
                  <a:lnTo>
                    <a:pt x="143557" y="188619"/>
                  </a:lnTo>
                  <a:lnTo>
                    <a:pt x="143653" y="188434"/>
                  </a:lnTo>
                  <a:lnTo>
                    <a:pt x="143506" y="188112"/>
                  </a:lnTo>
                  <a:lnTo>
                    <a:pt x="143209" y="187974"/>
                  </a:lnTo>
                  <a:lnTo>
                    <a:pt x="143178" y="187669"/>
                  </a:lnTo>
                  <a:lnTo>
                    <a:pt x="143565" y="187225"/>
                  </a:lnTo>
                  <a:lnTo>
                    <a:pt x="143941" y="187237"/>
                  </a:lnTo>
                  <a:lnTo>
                    <a:pt x="144614" y="187427"/>
                  </a:lnTo>
                  <a:lnTo>
                    <a:pt x="144341" y="187084"/>
                  </a:lnTo>
                  <a:lnTo>
                    <a:pt x="144524" y="186830"/>
                  </a:lnTo>
                  <a:lnTo>
                    <a:pt x="144653" y="186768"/>
                  </a:lnTo>
                  <a:lnTo>
                    <a:pt x="144800" y="186660"/>
                  </a:lnTo>
                  <a:lnTo>
                    <a:pt x="144851" y="186174"/>
                  </a:lnTo>
                  <a:lnTo>
                    <a:pt x="145044" y="186037"/>
                  </a:lnTo>
                  <a:lnTo>
                    <a:pt x="145351" y="185773"/>
                  </a:lnTo>
                  <a:lnTo>
                    <a:pt x="145412" y="185580"/>
                  </a:lnTo>
                  <a:lnTo>
                    <a:pt x="145386" y="185188"/>
                  </a:lnTo>
                  <a:lnTo>
                    <a:pt x="145178" y="185127"/>
                  </a:lnTo>
                  <a:lnTo>
                    <a:pt x="145041" y="184982"/>
                  </a:lnTo>
                  <a:lnTo>
                    <a:pt x="144997" y="184789"/>
                  </a:lnTo>
                  <a:lnTo>
                    <a:pt x="145364" y="184824"/>
                  </a:lnTo>
                  <a:lnTo>
                    <a:pt x="145636" y="185013"/>
                  </a:lnTo>
                  <a:lnTo>
                    <a:pt x="145767" y="185066"/>
                  </a:lnTo>
                  <a:lnTo>
                    <a:pt x="146040" y="185086"/>
                  </a:lnTo>
                  <a:lnTo>
                    <a:pt x="146286" y="185087"/>
                  </a:lnTo>
                  <a:lnTo>
                    <a:pt x="146607" y="184987"/>
                  </a:lnTo>
                  <a:lnTo>
                    <a:pt x="147241" y="184779"/>
                  </a:lnTo>
                  <a:lnTo>
                    <a:pt x="147598" y="184619"/>
                  </a:lnTo>
                  <a:lnTo>
                    <a:pt x="147825" y="185025"/>
                  </a:lnTo>
                  <a:lnTo>
                    <a:pt x="148177" y="185564"/>
                  </a:lnTo>
                  <a:lnTo>
                    <a:pt x="148070" y="185710"/>
                  </a:lnTo>
                  <a:lnTo>
                    <a:pt x="148247" y="185974"/>
                  </a:lnTo>
                  <a:lnTo>
                    <a:pt x="148442" y="186234"/>
                  </a:lnTo>
                  <a:lnTo>
                    <a:pt x="148704" y="186543"/>
                  </a:lnTo>
                  <a:lnTo>
                    <a:pt x="149135" y="186887"/>
                  </a:lnTo>
                  <a:lnTo>
                    <a:pt x="149690" y="187177"/>
                  </a:lnTo>
                  <a:lnTo>
                    <a:pt x="149850" y="187232"/>
                  </a:lnTo>
                  <a:lnTo>
                    <a:pt x="150060" y="187269"/>
                  </a:lnTo>
                  <a:lnTo>
                    <a:pt x="150418" y="187251"/>
                  </a:lnTo>
                  <a:lnTo>
                    <a:pt x="150733" y="187158"/>
                  </a:lnTo>
                  <a:lnTo>
                    <a:pt x="150881" y="186813"/>
                  </a:lnTo>
                  <a:lnTo>
                    <a:pt x="151003" y="187068"/>
                  </a:lnTo>
                  <a:lnTo>
                    <a:pt x="150740" y="187279"/>
                  </a:lnTo>
                  <a:lnTo>
                    <a:pt x="150290" y="187472"/>
                  </a:lnTo>
                  <a:lnTo>
                    <a:pt x="149626" y="187310"/>
                  </a:lnTo>
                  <a:lnTo>
                    <a:pt x="149428" y="187606"/>
                  </a:lnTo>
                  <a:lnTo>
                    <a:pt x="149358" y="187750"/>
                  </a:lnTo>
                  <a:lnTo>
                    <a:pt x="149085" y="188013"/>
                  </a:lnTo>
                  <a:lnTo>
                    <a:pt x="148804" y="188008"/>
                  </a:lnTo>
                  <a:lnTo>
                    <a:pt x="148614" y="188076"/>
                  </a:lnTo>
                  <a:lnTo>
                    <a:pt x="148369" y="188346"/>
                  </a:lnTo>
                  <a:lnTo>
                    <a:pt x="148691" y="188679"/>
                  </a:lnTo>
                  <a:lnTo>
                    <a:pt x="148961" y="188714"/>
                  </a:lnTo>
                  <a:lnTo>
                    <a:pt x="149142" y="188720"/>
                  </a:lnTo>
                  <a:lnTo>
                    <a:pt x="149368" y="188653"/>
                  </a:lnTo>
                  <a:lnTo>
                    <a:pt x="149610" y="188757"/>
                  </a:lnTo>
                  <a:lnTo>
                    <a:pt x="149846" y="188984"/>
                  </a:lnTo>
                  <a:lnTo>
                    <a:pt x="149995" y="189289"/>
                  </a:lnTo>
                  <a:lnTo>
                    <a:pt x="149995" y="189136"/>
                  </a:lnTo>
                  <a:lnTo>
                    <a:pt x="149982" y="188991"/>
                  </a:lnTo>
                  <a:lnTo>
                    <a:pt x="149908" y="188861"/>
                  </a:lnTo>
                  <a:lnTo>
                    <a:pt x="149946" y="188328"/>
                  </a:lnTo>
                  <a:lnTo>
                    <a:pt x="150260" y="188389"/>
                  </a:lnTo>
                  <a:lnTo>
                    <a:pt x="150361" y="188595"/>
                  </a:lnTo>
                  <a:lnTo>
                    <a:pt x="150457" y="188918"/>
                  </a:lnTo>
                  <a:lnTo>
                    <a:pt x="150469" y="188541"/>
                  </a:lnTo>
                  <a:lnTo>
                    <a:pt x="150514" y="188277"/>
                  </a:lnTo>
                  <a:lnTo>
                    <a:pt x="150321" y="188228"/>
                  </a:lnTo>
                  <a:lnTo>
                    <a:pt x="150017" y="188144"/>
                  </a:lnTo>
                  <a:lnTo>
                    <a:pt x="149568" y="187872"/>
                  </a:lnTo>
                  <a:lnTo>
                    <a:pt x="149663" y="187506"/>
                  </a:lnTo>
                  <a:lnTo>
                    <a:pt x="149809" y="187504"/>
                  </a:lnTo>
                  <a:lnTo>
                    <a:pt x="150151" y="187677"/>
                  </a:lnTo>
                  <a:lnTo>
                    <a:pt x="150303" y="187678"/>
                  </a:lnTo>
                  <a:lnTo>
                    <a:pt x="150528" y="187621"/>
                  </a:lnTo>
                  <a:lnTo>
                    <a:pt x="150734" y="187504"/>
                  </a:lnTo>
                  <a:lnTo>
                    <a:pt x="151188" y="187222"/>
                  </a:lnTo>
                  <a:lnTo>
                    <a:pt x="151111" y="186830"/>
                  </a:lnTo>
                  <a:lnTo>
                    <a:pt x="150938" y="186646"/>
                  </a:lnTo>
                  <a:lnTo>
                    <a:pt x="150700" y="186648"/>
                  </a:lnTo>
                  <a:lnTo>
                    <a:pt x="150645" y="186517"/>
                  </a:lnTo>
                  <a:lnTo>
                    <a:pt x="150531" y="186239"/>
                  </a:lnTo>
                  <a:lnTo>
                    <a:pt x="150826" y="186226"/>
                  </a:lnTo>
                  <a:lnTo>
                    <a:pt x="150964" y="186465"/>
                  </a:lnTo>
                  <a:lnTo>
                    <a:pt x="151184" y="186235"/>
                  </a:lnTo>
                  <a:lnTo>
                    <a:pt x="151451" y="186107"/>
                  </a:lnTo>
                  <a:lnTo>
                    <a:pt x="151744" y="186049"/>
                  </a:lnTo>
                  <a:lnTo>
                    <a:pt x="152157" y="185901"/>
                  </a:lnTo>
                  <a:lnTo>
                    <a:pt x="152336" y="185802"/>
                  </a:lnTo>
                  <a:lnTo>
                    <a:pt x="152503" y="185324"/>
                  </a:lnTo>
                  <a:lnTo>
                    <a:pt x="152681" y="185216"/>
                  </a:lnTo>
                  <a:lnTo>
                    <a:pt x="152942" y="185128"/>
                  </a:lnTo>
                  <a:lnTo>
                    <a:pt x="153243" y="185288"/>
                  </a:lnTo>
                  <a:lnTo>
                    <a:pt x="153694" y="185577"/>
                  </a:lnTo>
                  <a:lnTo>
                    <a:pt x="153907" y="185508"/>
                  </a:lnTo>
                  <a:lnTo>
                    <a:pt x="154276" y="185445"/>
                  </a:lnTo>
                  <a:lnTo>
                    <a:pt x="154597" y="185425"/>
                  </a:lnTo>
                  <a:lnTo>
                    <a:pt x="154895" y="185406"/>
                  </a:lnTo>
                  <a:lnTo>
                    <a:pt x="155191" y="185701"/>
                  </a:lnTo>
                  <a:lnTo>
                    <a:pt x="155189" y="185838"/>
                  </a:lnTo>
                  <a:lnTo>
                    <a:pt x="155200" y="185974"/>
                  </a:lnTo>
                  <a:lnTo>
                    <a:pt x="155277" y="185834"/>
                  </a:lnTo>
                  <a:lnTo>
                    <a:pt x="155309" y="185491"/>
                  </a:lnTo>
                  <a:lnTo>
                    <a:pt x="155518" y="185090"/>
                  </a:lnTo>
                  <a:lnTo>
                    <a:pt x="155102" y="185190"/>
                  </a:lnTo>
                  <a:lnTo>
                    <a:pt x="154959" y="185182"/>
                  </a:lnTo>
                  <a:lnTo>
                    <a:pt x="154808" y="185173"/>
                  </a:lnTo>
                  <a:lnTo>
                    <a:pt x="154356" y="185282"/>
                  </a:lnTo>
                  <a:lnTo>
                    <a:pt x="154035" y="185197"/>
                  </a:lnTo>
                  <a:lnTo>
                    <a:pt x="153520" y="185112"/>
                  </a:lnTo>
                  <a:lnTo>
                    <a:pt x="153179" y="185085"/>
                  </a:lnTo>
                  <a:lnTo>
                    <a:pt x="153315" y="185089"/>
                  </a:lnTo>
                  <a:lnTo>
                    <a:pt x="153885" y="184961"/>
                  </a:lnTo>
                  <a:lnTo>
                    <a:pt x="154149" y="184922"/>
                  </a:lnTo>
                  <a:lnTo>
                    <a:pt x="154468" y="184872"/>
                  </a:lnTo>
                  <a:lnTo>
                    <a:pt x="154612" y="184811"/>
                  </a:lnTo>
                  <a:lnTo>
                    <a:pt x="154970" y="184659"/>
                  </a:lnTo>
                  <a:lnTo>
                    <a:pt x="155192" y="184509"/>
                  </a:lnTo>
                  <a:lnTo>
                    <a:pt x="156357" y="182786"/>
                  </a:lnTo>
                  <a:lnTo>
                    <a:pt x="156538" y="182212"/>
                  </a:lnTo>
                  <a:lnTo>
                    <a:pt x="156726" y="181661"/>
                  </a:lnTo>
                  <a:lnTo>
                    <a:pt x="156804" y="181523"/>
                  </a:lnTo>
                  <a:lnTo>
                    <a:pt x="156934" y="181295"/>
                  </a:lnTo>
                  <a:lnTo>
                    <a:pt x="157260" y="181266"/>
                  </a:lnTo>
                  <a:lnTo>
                    <a:pt x="157647" y="181232"/>
                  </a:lnTo>
                  <a:lnTo>
                    <a:pt x="157907" y="181253"/>
                  </a:lnTo>
                  <a:lnTo>
                    <a:pt x="161093" y="182961"/>
                  </a:lnTo>
                  <a:lnTo>
                    <a:pt x="161518" y="183050"/>
                  </a:lnTo>
                  <a:lnTo>
                    <a:pt x="161809" y="183109"/>
                  </a:lnTo>
                  <a:lnTo>
                    <a:pt x="161903" y="182928"/>
                  </a:lnTo>
                  <a:lnTo>
                    <a:pt x="162139" y="182527"/>
                  </a:lnTo>
                  <a:lnTo>
                    <a:pt x="161838" y="182436"/>
                  </a:lnTo>
                  <a:lnTo>
                    <a:pt x="162032" y="182221"/>
                  </a:lnTo>
                  <a:lnTo>
                    <a:pt x="162411" y="182268"/>
                  </a:lnTo>
                  <a:lnTo>
                    <a:pt x="162652" y="182615"/>
                  </a:lnTo>
                  <a:lnTo>
                    <a:pt x="162983" y="182607"/>
                  </a:lnTo>
                  <a:lnTo>
                    <a:pt x="163252" y="182415"/>
                  </a:lnTo>
                  <a:lnTo>
                    <a:pt x="163480" y="182283"/>
                  </a:lnTo>
                  <a:lnTo>
                    <a:pt x="163501" y="182124"/>
                  </a:lnTo>
                  <a:lnTo>
                    <a:pt x="163494" y="181877"/>
                  </a:lnTo>
                  <a:lnTo>
                    <a:pt x="164128" y="181801"/>
                  </a:lnTo>
                  <a:lnTo>
                    <a:pt x="163981" y="180497"/>
                  </a:lnTo>
                  <a:lnTo>
                    <a:pt x="164832" y="180037"/>
                  </a:lnTo>
                  <a:lnTo>
                    <a:pt x="165336" y="179900"/>
                  </a:lnTo>
                  <a:lnTo>
                    <a:pt x="166023" y="180006"/>
                  </a:lnTo>
                  <a:lnTo>
                    <a:pt x="166108" y="180164"/>
                  </a:lnTo>
                  <a:lnTo>
                    <a:pt x="166133" y="180469"/>
                  </a:lnTo>
                  <a:lnTo>
                    <a:pt x="166262" y="180502"/>
                  </a:lnTo>
                  <a:lnTo>
                    <a:pt x="170320" y="182777"/>
                  </a:lnTo>
                  <a:lnTo>
                    <a:pt x="173408" y="183497"/>
                  </a:lnTo>
                  <a:lnTo>
                    <a:pt x="173094" y="183700"/>
                  </a:lnTo>
                  <a:lnTo>
                    <a:pt x="173107" y="184289"/>
                  </a:lnTo>
                  <a:lnTo>
                    <a:pt x="173179" y="184734"/>
                  </a:lnTo>
                  <a:lnTo>
                    <a:pt x="173289" y="185496"/>
                  </a:lnTo>
                  <a:lnTo>
                    <a:pt x="173436" y="185902"/>
                  </a:lnTo>
                  <a:lnTo>
                    <a:pt x="173612" y="186008"/>
                  </a:lnTo>
                  <a:lnTo>
                    <a:pt x="173711" y="185711"/>
                  </a:lnTo>
                  <a:lnTo>
                    <a:pt x="173874" y="185513"/>
                  </a:lnTo>
                  <a:lnTo>
                    <a:pt x="174346" y="185298"/>
                  </a:lnTo>
                  <a:lnTo>
                    <a:pt x="174430" y="184917"/>
                  </a:lnTo>
                  <a:lnTo>
                    <a:pt x="174373" y="184606"/>
                  </a:lnTo>
                  <a:lnTo>
                    <a:pt x="174896" y="184392"/>
                  </a:lnTo>
                  <a:lnTo>
                    <a:pt x="175157" y="184475"/>
                  </a:lnTo>
                  <a:lnTo>
                    <a:pt x="175181" y="184804"/>
                  </a:lnTo>
                  <a:lnTo>
                    <a:pt x="174998" y="185083"/>
                  </a:lnTo>
                  <a:lnTo>
                    <a:pt x="174888" y="185694"/>
                  </a:lnTo>
                  <a:lnTo>
                    <a:pt x="174996" y="185847"/>
                  </a:lnTo>
                  <a:lnTo>
                    <a:pt x="175316" y="186162"/>
                  </a:lnTo>
                  <a:lnTo>
                    <a:pt x="175291" y="186403"/>
                  </a:lnTo>
                  <a:lnTo>
                    <a:pt x="175089" y="186427"/>
                  </a:lnTo>
                  <a:lnTo>
                    <a:pt x="174918" y="186405"/>
                  </a:lnTo>
                  <a:lnTo>
                    <a:pt x="174418" y="186542"/>
                  </a:lnTo>
                  <a:lnTo>
                    <a:pt x="173985" y="186720"/>
                  </a:lnTo>
                  <a:lnTo>
                    <a:pt x="174158" y="186797"/>
                  </a:lnTo>
                  <a:lnTo>
                    <a:pt x="174360" y="186633"/>
                  </a:lnTo>
                  <a:lnTo>
                    <a:pt x="174709" y="186825"/>
                  </a:lnTo>
                  <a:lnTo>
                    <a:pt x="174920" y="186909"/>
                  </a:lnTo>
                  <a:lnTo>
                    <a:pt x="175082" y="186803"/>
                  </a:lnTo>
                  <a:lnTo>
                    <a:pt x="175358" y="186768"/>
                  </a:lnTo>
                  <a:lnTo>
                    <a:pt x="175412" y="186916"/>
                  </a:lnTo>
                  <a:lnTo>
                    <a:pt x="175391" y="187073"/>
                  </a:lnTo>
                  <a:lnTo>
                    <a:pt x="175141" y="187130"/>
                  </a:lnTo>
                  <a:lnTo>
                    <a:pt x="174925" y="187170"/>
                  </a:lnTo>
                  <a:lnTo>
                    <a:pt x="174969" y="187313"/>
                  </a:lnTo>
                  <a:lnTo>
                    <a:pt x="175097" y="187337"/>
                  </a:lnTo>
                  <a:lnTo>
                    <a:pt x="175575" y="187906"/>
                  </a:lnTo>
                  <a:lnTo>
                    <a:pt x="175455" y="188349"/>
                  </a:lnTo>
                  <a:lnTo>
                    <a:pt x="175980" y="189560"/>
                  </a:lnTo>
                  <a:lnTo>
                    <a:pt x="176029" y="189374"/>
                  </a:lnTo>
                  <a:lnTo>
                    <a:pt x="176137" y="189138"/>
                  </a:lnTo>
                  <a:lnTo>
                    <a:pt x="175907" y="188558"/>
                  </a:lnTo>
                  <a:lnTo>
                    <a:pt x="176000" y="188027"/>
                  </a:lnTo>
                  <a:lnTo>
                    <a:pt x="176408" y="188039"/>
                  </a:lnTo>
                  <a:lnTo>
                    <a:pt x="177150" y="188127"/>
                  </a:lnTo>
                  <a:lnTo>
                    <a:pt x="177238" y="187802"/>
                  </a:lnTo>
                  <a:lnTo>
                    <a:pt x="177055" y="187524"/>
                  </a:lnTo>
                  <a:lnTo>
                    <a:pt x="176806" y="187060"/>
                  </a:lnTo>
                  <a:lnTo>
                    <a:pt x="176753" y="186819"/>
                  </a:lnTo>
                  <a:lnTo>
                    <a:pt x="176695" y="186552"/>
                  </a:lnTo>
                  <a:lnTo>
                    <a:pt x="176629" y="186100"/>
                  </a:lnTo>
                  <a:lnTo>
                    <a:pt x="176506" y="185472"/>
                  </a:lnTo>
                  <a:lnTo>
                    <a:pt x="176253" y="185123"/>
                  </a:lnTo>
                  <a:lnTo>
                    <a:pt x="176283" y="184881"/>
                  </a:lnTo>
                  <a:lnTo>
                    <a:pt x="174712" y="183111"/>
                  </a:lnTo>
                  <a:lnTo>
                    <a:pt x="174637" y="182801"/>
                  </a:lnTo>
                  <a:lnTo>
                    <a:pt x="174393" y="182291"/>
                  </a:lnTo>
                  <a:lnTo>
                    <a:pt x="174410" y="182058"/>
                  </a:lnTo>
                  <a:lnTo>
                    <a:pt x="174404" y="181894"/>
                  </a:lnTo>
                  <a:lnTo>
                    <a:pt x="174436" y="181720"/>
                  </a:lnTo>
                  <a:lnTo>
                    <a:pt x="174547" y="181004"/>
                  </a:lnTo>
                  <a:lnTo>
                    <a:pt x="174786" y="180595"/>
                  </a:lnTo>
                  <a:lnTo>
                    <a:pt x="174577" y="179815"/>
                  </a:lnTo>
                  <a:lnTo>
                    <a:pt x="175018" y="179634"/>
                  </a:lnTo>
                  <a:lnTo>
                    <a:pt x="175790" y="178904"/>
                  </a:lnTo>
                  <a:lnTo>
                    <a:pt x="176135" y="178973"/>
                  </a:lnTo>
                  <a:lnTo>
                    <a:pt x="176618" y="179068"/>
                  </a:lnTo>
                  <a:lnTo>
                    <a:pt x="177407" y="179207"/>
                  </a:lnTo>
                  <a:lnTo>
                    <a:pt x="178217" y="178640"/>
                  </a:lnTo>
                  <a:lnTo>
                    <a:pt x="178392" y="178319"/>
                  </a:lnTo>
                  <a:lnTo>
                    <a:pt x="178627" y="178039"/>
                  </a:lnTo>
                  <a:lnTo>
                    <a:pt x="178808" y="177939"/>
                  </a:lnTo>
                  <a:lnTo>
                    <a:pt x="179009" y="177409"/>
                  </a:lnTo>
                  <a:lnTo>
                    <a:pt x="178970" y="177236"/>
                  </a:lnTo>
                  <a:lnTo>
                    <a:pt x="178913" y="176834"/>
                  </a:lnTo>
                  <a:lnTo>
                    <a:pt x="179463" y="176543"/>
                  </a:lnTo>
                  <a:lnTo>
                    <a:pt x="179490" y="176680"/>
                  </a:lnTo>
                  <a:lnTo>
                    <a:pt x="179575" y="177013"/>
                  </a:lnTo>
                  <a:lnTo>
                    <a:pt x="180016" y="178163"/>
                  </a:lnTo>
                  <a:lnTo>
                    <a:pt x="180307" y="179406"/>
                  </a:lnTo>
                  <a:lnTo>
                    <a:pt x="180805" y="180671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8602816" y="240651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8711110" y="2377776"/>
              <a:ext cx="182922" cy="183276"/>
            </a:xfrm>
            <a:custGeom>
              <a:avLst/>
              <a:pathLst>
                <a:path w="182922" h="183276">
                  <a:moveTo>
                    <a:pt x="182879" y="182880"/>
                  </a:moveTo>
                  <a:lnTo>
                    <a:pt x="182922" y="183007"/>
                  </a:lnTo>
                  <a:lnTo>
                    <a:pt x="182875" y="183276"/>
                  </a:lnTo>
                  <a:lnTo>
                    <a:pt x="182750" y="183050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8754752" y="2580426"/>
              <a:ext cx="184301" cy="184781"/>
            </a:xfrm>
            <a:custGeom>
              <a:avLst/>
              <a:pathLst>
                <a:path w="184301" h="184781">
                  <a:moveTo>
                    <a:pt x="182879" y="182880"/>
                  </a:moveTo>
                  <a:lnTo>
                    <a:pt x="183471" y="182479"/>
                  </a:lnTo>
                  <a:lnTo>
                    <a:pt x="183956" y="182377"/>
                  </a:lnTo>
                  <a:lnTo>
                    <a:pt x="184301" y="182770"/>
                  </a:lnTo>
                  <a:lnTo>
                    <a:pt x="184232" y="183364"/>
                  </a:lnTo>
                  <a:lnTo>
                    <a:pt x="184056" y="183899"/>
                  </a:lnTo>
                  <a:lnTo>
                    <a:pt x="183071" y="184718"/>
                  </a:lnTo>
                  <a:lnTo>
                    <a:pt x="182622" y="184781"/>
                  </a:lnTo>
                  <a:lnTo>
                    <a:pt x="182117" y="184686"/>
                  </a:lnTo>
                  <a:lnTo>
                    <a:pt x="181899" y="184252"/>
                  </a:lnTo>
                  <a:lnTo>
                    <a:pt x="181896" y="183778"/>
                  </a:lnTo>
                  <a:lnTo>
                    <a:pt x="182181" y="183459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8734663" y="2564813"/>
              <a:ext cx="186158" cy="184160"/>
            </a:xfrm>
            <a:custGeom>
              <a:avLst/>
              <a:pathLst>
                <a:path w="186158" h="184160">
                  <a:moveTo>
                    <a:pt x="182879" y="182880"/>
                  </a:moveTo>
                  <a:lnTo>
                    <a:pt x="182947" y="182650"/>
                  </a:lnTo>
                  <a:lnTo>
                    <a:pt x="183111" y="182535"/>
                  </a:lnTo>
                  <a:lnTo>
                    <a:pt x="183940" y="182327"/>
                  </a:lnTo>
                  <a:lnTo>
                    <a:pt x="184572" y="182135"/>
                  </a:lnTo>
                  <a:lnTo>
                    <a:pt x="185425" y="181982"/>
                  </a:lnTo>
                  <a:lnTo>
                    <a:pt x="185758" y="181987"/>
                  </a:lnTo>
                  <a:lnTo>
                    <a:pt x="186014" y="182080"/>
                  </a:lnTo>
                  <a:lnTo>
                    <a:pt x="186120" y="182245"/>
                  </a:lnTo>
                  <a:lnTo>
                    <a:pt x="186158" y="182518"/>
                  </a:lnTo>
                  <a:lnTo>
                    <a:pt x="186110" y="182847"/>
                  </a:lnTo>
                  <a:lnTo>
                    <a:pt x="185966" y="183131"/>
                  </a:lnTo>
                  <a:lnTo>
                    <a:pt x="185681" y="183356"/>
                  </a:lnTo>
                  <a:lnTo>
                    <a:pt x="185064" y="183832"/>
                  </a:lnTo>
                  <a:lnTo>
                    <a:pt x="184379" y="184128"/>
                  </a:lnTo>
                  <a:lnTo>
                    <a:pt x="184042" y="184160"/>
                  </a:lnTo>
                  <a:lnTo>
                    <a:pt x="183752" y="184084"/>
                  </a:lnTo>
                  <a:lnTo>
                    <a:pt x="183444" y="183805"/>
                  </a:lnTo>
                  <a:lnTo>
                    <a:pt x="183082" y="183504"/>
                  </a:lnTo>
                  <a:lnTo>
                    <a:pt x="182918" y="183224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8732425" y="2557312"/>
              <a:ext cx="183797" cy="183264"/>
            </a:xfrm>
            <a:custGeom>
              <a:avLst/>
              <a:pathLst>
                <a:path w="183797" h="183264">
                  <a:moveTo>
                    <a:pt x="182879" y="182880"/>
                  </a:moveTo>
                  <a:lnTo>
                    <a:pt x="182989" y="182729"/>
                  </a:lnTo>
                  <a:lnTo>
                    <a:pt x="183151" y="182658"/>
                  </a:lnTo>
                  <a:lnTo>
                    <a:pt x="183432" y="182666"/>
                  </a:lnTo>
                  <a:lnTo>
                    <a:pt x="183732" y="182806"/>
                  </a:lnTo>
                  <a:lnTo>
                    <a:pt x="183797" y="182951"/>
                  </a:lnTo>
                  <a:lnTo>
                    <a:pt x="183651" y="183264"/>
                  </a:lnTo>
                  <a:lnTo>
                    <a:pt x="182912" y="183164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8728479" y="2557346"/>
              <a:ext cx="186690" cy="185532"/>
            </a:xfrm>
            <a:custGeom>
              <a:avLst/>
              <a:pathLst>
                <a:path w="186690" h="185532">
                  <a:moveTo>
                    <a:pt x="182879" y="182880"/>
                  </a:moveTo>
                  <a:lnTo>
                    <a:pt x="182348" y="183370"/>
                  </a:lnTo>
                  <a:lnTo>
                    <a:pt x="182204" y="183760"/>
                  </a:lnTo>
                  <a:lnTo>
                    <a:pt x="182436" y="184200"/>
                  </a:lnTo>
                  <a:lnTo>
                    <a:pt x="182680" y="184363"/>
                  </a:lnTo>
                  <a:lnTo>
                    <a:pt x="182990" y="184376"/>
                  </a:lnTo>
                  <a:lnTo>
                    <a:pt x="183411" y="184288"/>
                  </a:lnTo>
                  <a:lnTo>
                    <a:pt x="183832" y="184061"/>
                  </a:lnTo>
                  <a:lnTo>
                    <a:pt x="184209" y="183584"/>
                  </a:lnTo>
                  <a:lnTo>
                    <a:pt x="184618" y="183232"/>
                  </a:lnTo>
                  <a:lnTo>
                    <a:pt x="185305" y="182955"/>
                  </a:lnTo>
                  <a:lnTo>
                    <a:pt x="186269" y="182766"/>
                  </a:lnTo>
                  <a:lnTo>
                    <a:pt x="186490" y="182754"/>
                  </a:lnTo>
                  <a:lnTo>
                    <a:pt x="186656" y="182892"/>
                  </a:lnTo>
                  <a:lnTo>
                    <a:pt x="186690" y="183370"/>
                  </a:lnTo>
                  <a:lnTo>
                    <a:pt x="186269" y="183621"/>
                  </a:lnTo>
                  <a:lnTo>
                    <a:pt x="185383" y="183772"/>
                  </a:lnTo>
                  <a:lnTo>
                    <a:pt x="184807" y="184061"/>
                  </a:lnTo>
                  <a:lnTo>
                    <a:pt x="184397" y="184489"/>
                  </a:lnTo>
                  <a:lnTo>
                    <a:pt x="183777" y="184866"/>
                  </a:lnTo>
                  <a:lnTo>
                    <a:pt x="183378" y="185130"/>
                  </a:lnTo>
                  <a:lnTo>
                    <a:pt x="182868" y="185407"/>
                  </a:lnTo>
                  <a:lnTo>
                    <a:pt x="181960" y="185532"/>
                  </a:lnTo>
                  <a:lnTo>
                    <a:pt x="181395" y="185369"/>
                  </a:lnTo>
                  <a:lnTo>
                    <a:pt x="181041" y="185092"/>
                  </a:lnTo>
                  <a:lnTo>
                    <a:pt x="180952" y="184652"/>
                  </a:lnTo>
                  <a:lnTo>
                    <a:pt x="181096" y="183508"/>
                  </a:lnTo>
                  <a:lnTo>
                    <a:pt x="181451" y="182879"/>
                  </a:lnTo>
                  <a:lnTo>
                    <a:pt x="182946" y="181622"/>
                  </a:lnTo>
                  <a:lnTo>
                    <a:pt x="184508" y="180591"/>
                  </a:lnTo>
                  <a:lnTo>
                    <a:pt x="184773" y="180465"/>
                  </a:lnTo>
                  <a:lnTo>
                    <a:pt x="184962" y="180465"/>
                  </a:lnTo>
                  <a:lnTo>
                    <a:pt x="185073" y="180616"/>
                  </a:lnTo>
                  <a:lnTo>
                    <a:pt x="185338" y="180440"/>
                  </a:lnTo>
                  <a:lnTo>
                    <a:pt x="185925" y="180352"/>
                  </a:lnTo>
                  <a:lnTo>
                    <a:pt x="185881" y="180641"/>
                  </a:lnTo>
                  <a:lnTo>
                    <a:pt x="185527" y="181019"/>
                  </a:lnTo>
                  <a:lnTo>
                    <a:pt x="185095" y="181346"/>
                  </a:lnTo>
                  <a:lnTo>
                    <a:pt x="184508" y="181496"/>
                  </a:lnTo>
                  <a:lnTo>
                    <a:pt x="183511" y="182289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8734964" y="2558076"/>
              <a:ext cx="185389" cy="182912"/>
            </a:xfrm>
            <a:custGeom>
              <a:avLst/>
              <a:pathLst>
                <a:path w="185389" h="182912">
                  <a:moveTo>
                    <a:pt x="182879" y="182880"/>
                  </a:moveTo>
                  <a:lnTo>
                    <a:pt x="182419" y="182912"/>
                  </a:lnTo>
                  <a:lnTo>
                    <a:pt x="182114" y="182863"/>
                  </a:lnTo>
                  <a:lnTo>
                    <a:pt x="181646" y="182694"/>
                  </a:lnTo>
                  <a:lnTo>
                    <a:pt x="181497" y="182630"/>
                  </a:lnTo>
                  <a:lnTo>
                    <a:pt x="181469" y="182501"/>
                  </a:lnTo>
                  <a:lnTo>
                    <a:pt x="181561" y="182260"/>
                  </a:lnTo>
                  <a:lnTo>
                    <a:pt x="181689" y="182196"/>
                  </a:lnTo>
                  <a:lnTo>
                    <a:pt x="181972" y="182196"/>
                  </a:lnTo>
                  <a:lnTo>
                    <a:pt x="182681" y="182163"/>
                  </a:lnTo>
                  <a:lnTo>
                    <a:pt x="182929" y="182123"/>
                  </a:lnTo>
                  <a:lnTo>
                    <a:pt x="183631" y="181874"/>
                  </a:lnTo>
                  <a:lnTo>
                    <a:pt x="184035" y="181568"/>
                  </a:lnTo>
                  <a:lnTo>
                    <a:pt x="184177" y="181318"/>
                  </a:lnTo>
                  <a:lnTo>
                    <a:pt x="184240" y="180828"/>
                  </a:lnTo>
                  <a:lnTo>
                    <a:pt x="184191" y="180473"/>
                  </a:lnTo>
                  <a:lnTo>
                    <a:pt x="184007" y="180144"/>
                  </a:lnTo>
                  <a:lnTo>
                    <a:pt x="183801" y="179991"/>
                  </a:lnTo>
                  <a:lnTo>
                    <a:pt x="183312" y="179862"/>
                  </a:lnTo>
                  <a:lnTo>
                    <a:pt x="182922" y="179862"/>
                  </a:lnTo>
                  <a:lnTo>
                    <a:pt x="182745" y="180023"/>
                  </a:lnTo>
                  <a:lnTo>
                    <a:pt x="182305" y="180119"/>
                  </a:lnTo>
                  <a:lnTo>
                    <a:pt x="181547" y="180176"/>
                  </a:lnTo>
                  <a:lnTo>
                    <a:pt x="180881" y="180200"/>
                  </a:lnTo>
                  <a:lnTo>
                    <a:pt x="180384" y="180103"/>
                  </a:lnTo>
                  <a:lnTo>
                    <a:pt x="179831" y="179894"/>
                  </a:lnTo>
                  <a:lnTo>
                    <a:pt x="179534" y="179798"/>
                  </a:lnTo>
                  <a:lnTo>
                    <a:pt x="179505" y="179540"/>
                  </a:lnTo>
                  <a:lnTo>
                    <a:pt x="179768" y="179451"/>
                  </a:lnTo>
                  <a:lnTo>
                    <a:pt x="180271" y="179435"/>
                  </a:lnTo>
                  <a:lnTo>
                    <a:pt x="180760" y="179484"/>
                  </a:lnTo>
                  <a:lnTo>
                    <a:pt x="181348" y="179572"/>
                  </a:lnTo>
                  <a:lnTo>
                    <a:pt x="182125" y="179359"/>
                  </a:lnTo>
                  <a:lnTo>
                    <a:pt x="182713" y="179246"/>
                  </a:lnTo>
                  <a:lnTo>
                    <a:pt x="183698" y="178989"/>
                  </a:lnTo>
                  <a:lnTo>
                    <a:pt x="184024" y="178949"/>
                  </a:lnTo>
                  <a:lnTo>
                    <a:pt x="184357" y="179045"/>
                  </a:lnTo>
                  <a:lnTo>
                    <a:pt x="184698" y="179287"/>
                  </a:lnTo>
                  <a:lnTo>
                    <a:pt x="185010" y="179568"/>
                  </a:lnTo>
                  <a:lnTo>
                    <a:pt x="185346" y="180337"/>
                  </a:lnTo>
                  <a:lnTo>
                    <a:pt x="185389" y="180699"/>
                  </a:lnTo>
                  <a:lnTo>
                    <a:pt x="185169" y="181391"/>
                  </a:lnTo>
                  <a:lnTo>
                    <a:pt x="184467" y="182171"/>
                  </a:lnTo>
                  <a:lnTo>
                    <a:pt x="183588" y="182686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8764177" y="2553910"/>
              <a:ext cx="186863" cy="183662"/>
            </a:xfrm>
            <a:custGeom>
              <a:avLst/>
              <a:pathLst>
                <a:path w="186863" h="183662">
                  <a:moveTo>
                    <a:pt x="182879" y="182880"/>
                  </a:moveTo>
                  <a:lnTo>
                    <a:pt x="182291" y="183288"/>
                  </a:lnTo>
                  <a:lnTo>
                    <a:pt x="181775" y="183494"/>
                  </a:lnTo>
                  <a:lnTo>
                    <a:pt x="181333" y="183659"/>
                  </a:lnTo>
                  <a:lnTo>
                    <a:pt x="180890" y="183662"/>
                  </a:lnTo>
                  <a:lnTo>
                    <a:pt x="180151" y="183546"/>
                  </a:lnTo>
                  <a:lnTo>
                    <a:pt x="179965" y="183385"/>
                  </a:lnTo>
                  <a:lnTo>
                    <a:pt x="179963" y="182981"/>
                  </a:lnTo>
                  <a:lnTo>
                    <a:pt x="180256" y="182573"/>
                  </a:lnTo>
                  <a:lnTo>
                    <a:pt x="180955" y="182204"/>
                  </a:lnTo>
                  <a:lnTo>
                    <a:pt x="181251" y="182121"/>
                  </a:lnTo>
                  <a:lnTo>
                    <a:pt x="182098" y="181791"/>
                  </a:lnTo>
                  <a:lnTo>
                    <a:pt x="183094" y="181542"/>
                  </a:lnTo>
                  <a:lnTo>
                    <a:pt x="184275" y="181372"/>
                  </a:lnTo>
                  <a:lnTo>
                    <a:pt x="185086" y="181205"/>
                  </a:lnTo>
                  <a:lnTo>
                    <a:pt x="185529" y="181040"/>
                  </a:lnTo>
                  <a:lnTo>
                    <a:pt x="186120" y="180996"/>
                  </a:lnTo>
                  <a:lnTo>
                    <a:pt x="186378" y="180994"/>
                  </a:lnTo>
                  <a:lnTo>
                    <a:pt x="186712" y="181275"/>
                  </a:lnTo>
                  <a:lnTo>
                    <a:pt x="186863" y="181922"/>
                  </a:lnTo>
                  <a:lnTo>
                    <a:pt x="186792" y="182409"/>
                  </a:lnTo>
                  <a:lnTo>
                    <a:pt x="186461" y="182573"/>
                  </a:lnTo>
                  <a:lnTo>
                    <a:pt x="185685" y="182537"/>
                  </a:lnTo>
                  <a:lnTo>
                    <a:pt x="184835" y="182462"/>
                  </a:lnTo>
                  <a:lnTo>
                    <a:pt x="184096" y="182426"/>
                  </a:lnTo>
                  <a:lnTo>
                    <a:pt x="183432" y="182633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8743983" y="2551757"/>
              <a:ext cx="187474" cy="183716"/>
            </a:xfrm>
            <a:custGeom>
              <a:avLst/>
              <a:pathLst>
                <a:path w="187474" h="183716">
                  <a:moveTo>
                    <a:pt x="182879" y="182880"/>
                  </a:moveTo>
                  <a:lnTo>
                    <a:pt x="182943" y="182667"/>
                  </a:lnTo>
                  <a:lnTo>
                    <a:pt x="183026" y="182408"/>
                  </a:lnTo>
                  <a:lnTo>
                    <a:pt x="183218" y="182171"/>
                  </a:lnTo>
                  <a:lnTo>
                    <a:pt x="183559" y="181957"/>
                  </a:lnTo>
                  <a:lnTo>
                    <a:pt x="183858" y="181742"/>
                  </a:lnTo>
                  <a:lnTo>
                    <a:pt x="184093" y="181576"/>
                  </a:lnTo>
                  <a:lnTo>
                    <a:pt x="184328" y="181503"/>
                  </a:lnTo>
                  <a:lnTo>
                    <a:pt x="184628" y="181477"/>
                  </a:lnTo>
                  <a:lnTo>
                    <a:pt x="185013" y="181333"/>
                  </a:lnTo>
                  <a:lnTo>
                    <a:pt x="185335" y="181259"/>
                  </a:lnTo>
                  <a:lnTo>
                    <a:pt x="185678" y="181257"/>
                  </a:lnTo>
                  <a:lnTo>
                    <a:pt x="185982" y="181116"/>
                  </a:lnTo>
                  <a:lnTo>
                    <a:pt x="186244" y="181212"/>
                  </a:lnTo>
                  <a:lnTo>
                    <a:pt x="186486" y="181307"/>
                  </a:lnTo>
                  <a:lnTo>
                    <a:pt x="186778" y="181449"/>
                  </a:lnTo>
                  <a:lnTo>
                    <a:pt x="187160" y="181637"/>
                  </a:lnTo>
                  <a:lnTo>
                    <a:pt x="187310" y="181796"/>
                  </a:lnTo>
                  <a:lnTo>
                    <a:pt x="187474" y="182168"/>
                  </a:lnTo>
                  <a:lnTo>
                    <a:pt x="187435" y="182522"/>
                  </a:lnTo>
                  <a:lnTo>
                    <a:pt x="187213" y="182895"/>
                  </a:lnTo>
                  <a:lnTo>
                    <a:pt x="186842" y="183096"/>
                  </a:lnTo>
                  <a:lnTo>
                    <a:pt x="186594" y="183341"/>
                  </a:lnTo>
                  <a:lnTo>
                    <a:pt x="186380" y="183414"/>
                  </a:lnTo>
                  <a:lnTo>
                    <a:pt x="186122" y="183416"/>
                  </a:lnTo>
                  <a:lnTo>
                    <a:pt x="185822" y="183418"/>
                  </a:lnTo>
                  <a:lnTo>
                    <a:pt x="185586" y="183444"/>
                  </a:lnTo>
                  <a:lnTo>
                    <a:pt x="185265" y="183517"/>
                  </a:lnTo>
                  <a:lnTo>
                    <a:pt x="184858" y="183568"/>
                  </a:lnTo>
                  <a:lnTo>
                    <a:pt x="184473" y="183665"/>
                  </a:lnTo>
                  <a:lnTo>
                    <a:pt x="184065" y="183716"/>
                  </a:lnTo>
                  <a:lnTo>
                    <a:pt x="183786" y="183695"/>
                  </a:lnTo>
                  <a:lnTo>
                    <a:pt x="183442" y="183486"/>
                  </a:lnTo>
                  <a:lnTo>
                    <a:pt x="183269" y="183299"/>
                  </a:lnTo>
                  <a:lnTo>
                    <a:pt x="183004" y="183117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8733071" y="2545930"/>
              <a:ext cx="182879" cy="182926"/>
            </a:xfrm>
            <a:custGeom>
              <a:avLst/>
              <a:pathLst>
                <a:path w="182879" h="182926">
                  <a:moveTo>
                    <a:pt x="182879" y="182880"/>
                  </a:moveTo>
                  <a:lnTo>
                    <a:pt x="182709" y="182919"/>
                  </a:lnTo>
                  <a:lnTo>
                    <a:pt x="182550" y="182926"/>
                  </a:lnTo>
                  <a:lnTo>
                    <a:pt x="182342" y="182906"/>
                  </a:lnTo>
                  <a:lnTo>
                    <a:pt x="182203" y="182386"/>
                  </a:lnTo>
                  <a:lnTo>
                    <a:pt x="182523" y="182407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8726940" y="2545410"/>
              <a:ext cx="184606" cy="183672"/>
            </a:xfrm>
            <a:custGeom>
              <a:avLst/>
              <a:pathLst>
                <a:path w="184606" h="183672">
                  <a:moveTo>
                    <a:pt x="182879" y="182880"/>
                  </a:moveTo>
                  <a:lnTo>
                    <a:pt x="182776" y="182454"/>
                  </a:lnTo>
                  <a:lnTo>
                    <a:pt x="182783" y="182132"/>
                  </a:lnTo>
                  <a:lnTo>
                    <a:pt x="182918" y="181502"/>
                  </a:lnTo>
                  <a:lnTo>
                    <a:pt x="183055" y="181283"/>
                  </a:lnTo>
                  <a:lnTo>
                    <a:pt x="183241" y="181120"/>
                  </a:lnTo>
                  <a:lnTo>
                    <a:pt x="183456" y="181037"/>
                  </a:lnTo>
                  <a:lnTo>
                    <a:pt x="183614" y="181126"/>
                  </a:lnTo>
                  <a:lnTo>
                    <a:pt x="183750" y="181413"/>
                  </a:lnTo>
                  <a:lnTo>
                    <a:pt x="183992" y="181741"/>
                  </a:lnTo>
                  <a:lnTo>
                    <a:pt x="184228" y="182033"/>
                  </a:lnTo>
                  <a:lnTo>
                    <a:pt x="184433" y="182432"/>
                  </a:lnTo>
                  <a:lnTo>
                    <a:pt x="184528" y="182772"/>
                  </a:lnTo>
                  <a:lnTo>
                    <a:pt x="184606" y="183237"/>
                  </a:lnTo>
                  <a:lnTo>
                    <a:pt x="184543" y="183571"/>
                  </a:lnTo>
                  <a:lnTo>
                    <a:pt x="184302" y="183661"/>
                  </a:lnTo>
                  <a:lnTo>
                    <a:pt x="183953" y="183672"/>
                  </a:lnTo>
                  <a:lnTo>
                    <a:pt x="183589" y="183541"/>
                  </a:lnTo>
                  <a:lnTo>
                    <a:pt x="183428" y="183449"/>
                  </a:lnTo>
                  <a:lnTo>
                    <a:pt x="183195" y="183365"/>
                  </a:lnTo>
                  <a:lnTo>
                    <a:pt x="183015" y="183227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8734475" y="2544372"/>
              <a:ext cx="184440" cy="184048"/>
            </a:xfrm>
            <a:custGeom>
              <a:avLst/>
              <a:pathLst>
                <a:path w="184440" h="184048">
                  <a:moveTo>
                    <a:pt x="182879" y="182880"/>
                  </a:moveTo>
                  <a:lnTo>
                    <a:pt x="183058" y="182730"/>
                  </a:lnTo>
                  <a:lnTo>
                    <a:pt x="183221" y="182602"/>
                  </a:lnTo>
                  <a:lnTo>
                    <a:pt x="183350" y="182238"/>
                  </a:lnTo>
                  <a:lnTo>
                    <a:pt x="183473" y="181949"/>
                  </a:lnTo>
                  <a:lnTo>
                    <a:pt x="183463" y="181639"/>
                  </a:lnTo>
                  <a:lnTo>
                    <a:pt x="183426" y="181132"/>
                  </a:lnTo>
                  <a:lnTo>
                    <a:pt x="183342" y="180798"/>
                  </a:lnTo>
                  <a:lnTo>
                    <a:pt x="183195" y="180596"/>
                  </a:lnTo>
                  <a:lnTo>
                    <a:pt x="182890" y="180327"/>
                  </a:lnTo>
                  <a:lnTo>
                    <a:pt x="182663" y="180108"/>
                  </a:lnTo>
                  <a:lnTo>
                    <a:pt x="182414" y="179857"/>
                  </a:lnTo>
                  <a:lnTo>
                    <a:pt x="182329" y="179499"/>
                  </a:lnTo>
                  <a:lnTo>
                    <a:pt x="182387" y="179366"/>
                  </a:lnTo>
                  <a:lnTo>
                    <a:pt x="182611" y="179217"/>
                  </a:lnTo>
                  <a:lnTo>
                    <a:pt x="182783" y="179277"/>
                  </a:lnTo>
                  <a:lnTo>
                    <a:pt x="183195" y="179510"/>
                  </a:lnTo>
                  <a:lnTo>
                    <a:pt x="183473" y="179808"/>
                  </a:lnTo>
                  <a:lnTo>
                    <a:pt x="183753" y="180135"/>
                  </a:lnTo>
                  <a:lnTo>
                    <a:pt x="184003" y="180342"/>
                  </a:lnTo>
                  <a:lnTo>
                    <a:pt x="184182" y="180535"/>
                  </a:lnTo>
                  <a:lnTo>
                    <a:pt x="184366" y="180745"/>
                  </a:lnTo>
                  <a:lnTo>
                    <a:pt x="184440" y="181108"/>
                  </a:lnTo>
                  <a:lnTo>
                    <a:pt x="184345" y="181520"/>
                  </a:lnTo>
                  <a:lnTo>
                    <a:pt x="184214" y="181907"/>
                  </a:lnTo>
                  <a:lnTo>
                    <a:pt x="183843" y="182562"/>
                  </a:lnTo>
                  <a:lnTo>
                    <a:pt x="183524" y="183165"/>
                  </a:lnTo>
                  <a:lnTo>
                    <a:pt x="183293" y="183460"/>
                  </a:lnTo>
                  <a:lnTo>
                    <a:pt x="183117" y="183633"/>
                  </a:lnTo>
                  <a:lnTo>
                    <a:pt x="182887" y="183872"/>
                  </a:lnTo>
                  <a:lnTo>
                    <a:pt x="182522" y="184048"/>
                  </a:lnTo>
                  <a:lnTo>
                    <a:pt x="182344" y="184007"/>
                  </a:lnTo>
                  <a:lnTo>
                    <a:pt x="182328" y="183720"/>
                  </a:lnTo>
                  <a:lnTo>
                    <a:pt x="182386" y="183237"/>
                  </a:lnTo>
                  <a:lnTo>
                    <a:pt x="182543" y="182987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8728294" y="2541246"/>
              <a:ext cx="184021" cy="183574"/>
            </a:xfrm>
            <a:custGeom>
              <a:avLst/>
              <a:pathLst>
                <a:path w="184021" h="183574">
                  <a:moveTo>
                    <a:pt x="182879" y="182880"/>
                  </a:moveTo>
                  <a:lnTo>
                    <a:pt x="183122" y="182696"/>
                  </a:lnTo>
                  <a:lnTo>
                    <a:pt x="183414" y="182601"/>
                  </a:lnTo>
                  <a:lnTo>
                    <a:pt x="183750" y="182513"/>
                  </a:lnTo>
                  <a:lnTo>
                    <a:pt x="184021" y="182754"/>
                  </a:lnTo>
                  <a:lnTo>
                    <a:pt x="183969" y="182906"/>
                  </a:lnTo>
                  <a:lnTo>
                    <a:pt x="183787" y="183128"/>
                  </a:lnTo>
                  <a:lnTo>
                    <a:pt x="183357" y="183441"/>
                  </a:lnTo>
                  <a:lnTo>
                    <a:pt x="183229" y="183524"/>
                  </a:lnTo>
                  <a:lnTo>
                    <a:pt x="183061" y="183540"/>
                  </a:lnTo>
                  <a:lnTo>
                    <a:pt x="182832" y="183574"/>
                  </a:lnTo>
                  <a:lnTo>
                    <a:pt x="182577" y="183452"/>
                  </a:lnTo>
                  <a:lnTo>
                    <a:pt x="182557" y="183273"/>
                  </a:lnTo>
                  <a:lnTo>
                    <a:pt x="182644" y="183105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8730368" y="2540041"/>
              <a:ext cx="184066" cy="183414"/>
            </a:xfrm>
            <a:custGeom>
              <a:avLst/>
              <a:pathLst>
                <a:path w="184066" h="183414">
                  <a:moveTo>
                    <a:pt x="182879" y="182880"/>
                  </a:moveTo>
                  <a:lnTo>
                    <a:pt x="183088" y="182712"/>
                  </a:lnTo>
                  <a:lnTo>
                    <a:pt x="183317" y="182544"/>
                  </a:lnTo>
                  <a:lnTo>
                    <a:pt x="183582" y="182345"/>
                  </a:lnTo>
                  <a:lnTo>
                    <a:pt x="183757" y="182288"/>
                  </a:lnTo>
                  <a:lnTo>
                    <a:pt x="184023" y="182429"/>
                  </a:lnTo>
                  <a:lnTo>
                    <a:pt x="184066" y="182597"/>
                  </a:lnTo>
                  <a:lnTo>
                    <a:pt x="184026" y="182757"/>
                  </a:lnTo>
                  <a:lnTo>
                    <a:pt x="183834" y="182921"/>
                  </a:lnTo>
                  <a:lnTo>
                    <a:pt x="183367" y="183414"/>
                  </a:lnTo>
                  <a:lnTo>
                    <a:pt x="183180" y="183381"/>
                  </a:lnTo>
                  <a:lnTo>
                    <a:pt x="183029" y="183300"/>
                  </a:lnTo>
                  <a:lnTo>
                    <a:pt x="182869" y="183208"/>
                  </a:lnTo>
                  <a:lnTo>
                    <a:pt x="182819" y="183040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8732463" y="2539637"/>
              <a:ext cx="184086" cy="183576"/>
            </a:xfrm>
            <a:custGeom>
              <a:avLst/>
              <a:pathLst>
                <a:path w="184086" h="183576">
                  <a:moveTo>
                    <a:pt x="182879" y="182880"/>
                  </a:moveTo>
                  <a:lnTo>
                    <a:pt x="182737" y="182679"/>
                  </a:lnTo>
                  <a:lnTo>
                    <a:pt x="182598" y="182565"/>
                  </a:lnTo>
                  <a:lnTo>
                    <a:pt x="182400" y="182431"/>
                  </a:lnTo>
                  <a:lnTo>
                    <a:pt x="182270" y="182212"/>
                  </a:lnTo>
                  <a:lnTo>
                    <a:pt x="182326" y="181995"/>
                  </a:lnTo>
                  <a:lnTo>
                    <a:pt x="182526" y="181875"/>
                  </a:lnTo>
                  <a:lnTo>
                    <a:pt x="182737" y="181820"/>
                  </a:lnTo>
                  <a:lnTo>
                    <a:pt x="183069" y="181787"/>
                  </a:lnTo>
                  <a:lnTo>
                    <a:pt x="183401" y="181892"/>
                  </a:lnTo>
                  <a:lnTo>
                    <a:pt x="183657" y="182111"/>
                  </a:lnTo>
                  <a:lnTo>
                    <a:pt x="183863" y="182422"/>
                  </a:lnTo>
                  <a:lnTo>
                    <a:pt x="183981" y="182970"/>
                  </a:lnTo>
                  <a:lnTo>
                    <a:pt x="184086" y="183347"/>
                  </a:lnTo>
                  <a:lnTo>
                    <a:pt x="184018" y="183524"/>
                  </a:lnTo>
                  <a:lnTo>
                    <a:pt x="183859" y="183576"/>
                  </a:lnTo>
                  <a:lnTo>
                    <a:pt x="183720" y="183538"/>
                  </a:lnTo>
                  <a:lnTo>
                    <a:pt x="183527" y="183385"/>
                  </a:lnTo>
                  <a:lnTo>
                    <a:pt x="183296" y="183108"/>
                  </a:lnTo>
                  <a:lnTo>
                    <a:pt x="183052" y="182989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8753756" y="2529370"/>
              <a:ext cx="185522" cy="184554"/>
            </a:xfrm>
            <a:custGeom>
              <a:avLst/>
              <a:pathLst>
                <a:path w="185522" h="184554">
                  <a:moveTo>
                    <a:pt x="182879" y="182880"/>
                  </a:moveTo>
                  <a:lnTo>
                    <a:pt x="183198" y="182385"/>
                  </a:lnTo>
                  <a:lnTo>
                    <a:pt x="183777" y="182415"/>
                  </a:lnTo>
                  <a:lnTo>
                    <a:pt x="184741" y="182902"/>
                  </a:lnTo>
                  <a:lnTo>
                    <a:pt x="185391" y="183247"/>
                  </a:lnTo>
                  <a:lnTo>
                    <a:pt x="185522" y="183633"/>
                  </a:lnTo>
                  <a:lnTo>
                    <a:pt x="185333" y="184198"/>
                  </a:lnTo>
                  <a:lnTo>
                    <a:pt x="185045" y="184517"/>
                  </a:lnTo>
                  <a:lnTo>
                    <a:pt x="184724" y="184554"/>
                  </a:lnTo>
                  <a:lnTo>
                    <a:pt x="184273" y="184452"/>
                  </a:lnTo>
                  <a:lnTo>
                    <a:pt x="184014" y="184250"/>
                  </a:lnTo>
                  <a:lnTo>
                    <a:pt x="183871" y="184158"/>
                  </a:lnTo>
                  <a:lnTo>
                    <a:pt x="182915" y="183442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8760408" y="2526818"/>
              <a:ext cx="182879" cy="183554"/>
            </a:xfrm>
            <a:custGeom>
              <a:avLst/>
              <a:pathLst>
                <a:path w="182879" h="183554">
                  <a:moveTo>
                    <a:pt x="182879" y="182880"/>
                  </a:moveTo>
                  <a:lnTo>
                    <a:pt x="182661" y="183162"/>
                  </a:lnTo>
                  <a:lnTo>
                    <a:pt x="182579" y="183311"/>
                  </a:lnTo>
                  <a:lnTo>
                    <a:pt x="182421" y="183445"/>
                  </a:lnTo>
                  <a:lnTo>
                    <a:pt x="182041" y="183554"/>
                  </a:lnTo>
                  <a:lnTo>
                    <a:pt x="181953" y="182790"/>
                  </a:lnTo>
                  <a:lnTo>
                    <a:pt x="182107" y="182782"/>
                  </a:lnTo>
                  <a:lnTo>
                    <a:pt x="182457" y="182737"/>
                  </a:lnTo>
                  <a:lnTo>
                    <a:pt x="182637" y="182748"/>
                  </a:lnTo>
                  <a:lnTo>
                    <a:pt x="182605" y="182947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8758753" y="2521675"/>
              <a:ext cx="184591" cy="184467"/>
            </a:xfrm>
            <a:custGeom>
              <a:avLst/>
              <a:pathLst>
                <a:path w="184591" h="184467">
                  <a:moveTo>
                    <a:pt x="182879" y="182880"/>
                  </a:moveTo>
                  <a:lnTo>
                    <a:pt x="182735" y="182733"/>
                  </a:lnTo>
                  <a:lnTo>
                    <a:pt x="182574" y="182466"/>
                  </a:lnTo>
                  <a:lnTo>
                    <a:pt x="182390" y="182270"/>
                  </a:lnTo>
                  <a:lnTo>
                    <a:pt x="182174" y="182115"/>
                  </a:lnTo>
                  <a:lnTo>
                    <a:pt x="182108" y="181986"/>
                  </a:lnTo>
                  <a:lnTo>
                    <a:pt x="182100" y="181786"/>
                  </a:lnTo>
                  <a:lnTo>
                    <a:pt x="182327" y="181452"/>
                  </a:lnTo>
                  <a:lnTo>
                    <a:pt x="182801" y="181608"/>
                  </a:lnTo>
                  <a:lnTo>
                    <a:pt x="183459" y="182008"/>
                  </a:lnTo>
                  <a:lnTo>
                    <a:pt x="184149" y="182888"/>
                  </a:lnTo>
                  <a:lnTo>
                    <a:pt x="184364" y="183262"/>
                  </a:lnTo>
                  <a:lnTo>
                    <a:pt x="184533" y="183595"/>
                  </a:lnTo>
                  <a:lnTo>
                    <a:pt x="184591" y="183813"/>
                  </a:lnTo>
                  <a:lnTo>
                    <a:pt x="184536" y="184160"/>
                  </a:lnTo>
                  <a:lnTo>
                    <a:pt x="184423" y="184342"/>
                  </a:lnTo>
                  <a:lnTo>
                    <a:pt x="184235" y="184454"/>
                  </a:lnTo>
                  <a:lnTo>
                    <a:pt x="184094" y="184467"/>
                  </a:lnTo>
                  <a:lnTo>
                    <a:pt x="183867" y="184383"/>
                  </a:lnTo>
                  <a:lnTo>
                    <a:pt x="183722" y="184254"/>
                  </a:lnTo>
                  <a:lnTo>
                    <a:pt x="183330" y="183297"/>
                  </a:lnTo>
                  <a:lnTo>
                    <a:pt x="183146" y="183075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8755675" y="2520641"/>
              <a:ext cx="185049" cy="183136"/>
            </a:xfrm>
            <a:custGeom>
              <a:avLst/>
              <a:pathLst>
                <a:path w="185049" h="183136">
                  <a:moveTo>
                    <a:pt x="182879" y="182880"/>
                  </a:moveTo>
                  <a:lnTo>
                    <a:pt x="182551" y="182951"/>
                  </a:lnTo>
                  <a:lnTo>
                    <a:pt x="182076" y="183080"/>
                  </a:lnTo>
                  <a:lnTo>
                    <a:pt x="181780" y="183136"/>
                  </a:lnTo>
                  <a:lnTo>
                    <a:pt x="181470" y="183099"/>
                  </a:lnTo>
                  <a:lnTo>
                    <a:pt x="181239" y="183038"/>
                  </a:lnTo>
                  <a:lnTo>
                    <a:pt x="180950" y="182790"/>
                  </a:lnTo>
                  <a:lnTo>
                    <a:pt x="180878" y="182641"/>
                  </a:lnTo>
                  <a:lnTo>
                    <a:pt x="180835" y="182407"/>
                  </a:lnTo>
                  <a:lnTo>
                    <a:pt x="180835" y="182259"/>
                  </a:lnTo>
                  <a:lnTo>
                    <a:pt x="180954" y="182029"/>
                  </a:lnTo>
                  <a:lnTo>
                    <a:pt x="181156" y="181858"/>
                  </a:lnTo>
                  <a:lnTo>
                    <a:pt x="181393" y="181737"/>
                  </a:lnTo>
                  <a:lnTo>
                    <a:pt x="181794" y="181561"/>
                  </a:lnTo>
                  <a:lnTo>
                    <a:pt x="182214" y="181404"/>
                  </a:lnTo>
                  <a:lnTo>
                    <a:pt x="182479" y="181341"/>
                  </a:lnTo>
                  <a:lnTo>
                    <a:pt x="182792" y="181332"/>
                  </a:lnTo>
                  <a:lnTo>
                    <a:pt x="183165" y="181368"/>
                  </a:lnTo>
                  <a:lnTo>
                    <a:pt x="183407" y="181426"/>
                  </a:lnTo>
                  <a:lnTo>
                    <a:pt x="183664" y="181507"/>
                  </a:lnTo>
                  <a:lnTo>
                    <a:pt x="183965" y="181665"/>
                  </a:lnTo>
                  <a:lnTo>
                    <a:pt x="184278" y="181809"/>
                  </a:lnTo>
                  <a:lnTo>
                    <a:pt x="184576" y="181953"/>
                  </a:lnTo>
                  <a:lnTo>
                    <a:pt x="184746" y="182092"/>
                  </a:lnTo>
                  <a:lnTo>
                    <a:pt x="184917" y="182209"/>
                  </a:lnTo>
                  <a:lnTo>
                    <a:pt x="185049" y="182509"/>
                  </a:lnTo>
                  <a:lnTo>
                    <a:pt x="184929" y="182682"/>
                  </a:lnTo>
                  <a:lnTo>
                    <a:pt x="184801" y="182785"/>
                  </a:lnTo>
                  <a:lnTo>
                    <a:pt x="184227" y="182857"/>
                  </a:lnTo>
                  <a:lnTo>
                    <a:pt x="184088" y="182871"/>
                  </a:lnTo>
                  <a:lnTo>
                    <a:pt x="183569" y="182844"/>
                  </a:lnTo>
                  <a:lnTo>
                    <a:pt x="183284" y="182821"/>
                  </a:lnTo>
                  <a:lnTo>
                    <a:pt x="183082" y="182835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8797839" y="303641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8798798" y="3035761"/>
              <a:ext cx="182879" cy="182984"/>
            </a:xfrm>
            <a:custGeom>
              <a:avLst/>
              <a:pathLst>
                <a:path w="182879" h="182984">
                  <a:moveTo>
                    <a:pt x="182879" y="182880"/>
                  </a:moveTo>
                  <a:lnTo>
                    <a:pt x="182546" y="182984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8803358" y="294068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8846298" y="284006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8991888" y="261060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722" y="182705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8770974" y="2565857"/>
              <a:ext cx="183183" cy="184422"/>
            </a:xfrm>
            <a:custGeom>
              <a:avLst/>
              <a:pathLst>
                <a:path w="183183" h="184422">
                  <a:moveTo>
                    <a:pt x="182879" y="182880"/>
                  </a:moveTo>
                  <a:lnTo>
                    <a:pt x="182550" y="183303"/>
                  </a:lnTo>
                  <a:lnTo>
                    <a:pt x="182244" y="183557"/>
                  </a:lnTo>
                  <a:lnTo>
                    <a:pt x="181919" y="183751"/>
                  </a:lnTo>
                  <a:lnTo>
                    <a:pt x="181328" y="183937"/>
                  </a:lnTo>
                  <a:lnTo>
                    <a:pt x="179568" y="184165"/>
                  </a:lnTo>
                  <a:lnTo>
                    <a:pt x="177330" y="184422"/>
                  </a:lnTo>
                  <a:lnTo>
                    <a:pt x="176129" y="184237"/>
                  </a:lnTo>
                  <a:lnTo>
                    <a:pt x="176033" y="184034"/>
                  </a:lnTo>
                  <a:lnTo>
                    <a:pt x="175999" y="183733"/>
                  </a:lnTo>
                  <a:lnTo>
                    <a:pt x="175965" y="183488"/>
                  </a:lnTo>
                  <a:lnTo>
                    <a:pt x="176055" y="183134"/>
                  </a:lnTo>
                  <a:lnTo>
                    <a:pt x="176301" y="182652"/>
                  </a:lnTo>
                  <a:lnTo>
                    <a:pt x="176715" y="182353"/>
                  </a:lnTo>
                  <a:lnTo>
                    <a:pt x="177053" y="182229"/>
                  </a:lnTo>
                  <a:lnTo>
                    <a:pt x="177328" y="182193"/>
                  </a:lnTo>
                  <a:lnTo>
                    <a:pt x="177564" y="182133"/>
                  </a:lnTo>
                  <a:lnTo>
                    <a:pt x="179517" y="181668"/>
                  </a:lnTo>
                  <a:lnTo>
                    <a:pt x="180009" y="181494"/>
                  </a:lnTo>
                  <a:lnTo>
                    <a:pt x="180317" y="181391"/>
                  </a:lnTo>
                  <a:lnTo>
                    <a:pt x="180695" y="181314"/>
                  </a:lnTo>
                  <a:lnTo>
                    <a:pt x="181246" y="181230"/>
                  </a:lnTo>
                  <a:lnTo>
                    <a:pt x="181644" y="181142"/>
                  </a:lnTo>
                  <a:lnTo>
                    <a:pt x="182104" y="181044"/>
                  </a:lnTo>
                  <a:lnTo>
                    <a:pt x="182510" y="181090"/>
                  </a:lnTo>
                  <a:lnTo>
                    <a:pt x="182940" y="181235"/>
                  </a:lnTo>
                  <a:lnTo>
                    <a:pt x="183095" y="181641"/>
                  </a:lnTo>
                  <a:lnTo>
                    <a:pt x="183183" y="182148"/>
                  </a:lnTo>
                  <a:lnTo>
                    <a:pt x="183134" y="182569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8946881" y="2549302"/>
              <a:ext cx="184115" cy="186640"/>
            </a:xfrm>
            <a:custGeom>
              <a:avLst/>
              <a:pathLst>
                <a:path w="184115" h="186640">
                  <a:moveTo>
                    <a:pt x="182879" y="182880"/>
                  </a:moveTo>
                  <a:lnTo>
                    <a:pt x="183749" y="183299"/>
                  </a:lnTo>
                  <a:lnTo>
                    <a:pt x="184100" y="183990"/>
                  </a:lnTo>
                  <a:lnTo>
                    <a:pt x="184115" y="184974"/>
                  </a:lnTo>
                  <a:lnTo>
                    <a:pt x="183827" y="185645"/>
                  </a:lnTo>
                  <a:lnTo>
                    <a:pt x="183358" y="186455"/>
                  </a:lnTo>
                  <a:lnTo>
                    <a:pt x="182407" y="186640"/>
                  </a:lnTo>
                  <a:lnTo>
                    <a:pt x="181749" y="185733"/>
                  </a:lnTo>
                  <a:lnTo>
                    <a:pt x="181552" y="184916"/>
                  </a:lnTo>
                  <a:lnTo>
                    <a:pt x="181766" y="183963"/>
                  </a:lnTo>
                  <a:lnTo>
                    <a:pt x="182104" y="183461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8774388" y="2549879"/>
              <a:ext cx="183549" cy="184578"/>
            </a:xfrm>
            <a:custGeom>
              <a:avLst/>
              <a:pathLst>
                <a:path w="183549" h="184578">
                  <a:moveTo>
                    <a:pt x="182879" y="182880"/>
                  </a:moveTo>
                  <a:lnTo>
                    <a:pt x="183361" y="183160"/>
                  </a:lnTo>
                  <a:lnTo>
                    <a:pt x="183549" y="183807"/>
                  </a:lnTo>
                  <a:lnTo>
                    <a:pt x="183515" y="184374"/>
                  </a:lnTo>
                  <a:lnTo>
                    <a:pt x="183183" y="184578"/>
                  </a:lnTo>
                  <a:lnTo>
                    <a:pt x="182592" y="184541"/>
                  </a:lnTo>
                  <a:lnTo>
                    <a:pt x="182259" y="184381"/>
                  </a:lnTo>
                  <a:lnTo>
                    <a:pt x="182219" y="183774"/>
                  </a:lnTo>
                  <a:lnTo>
                    <a:pt x="182511" y="183044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8772897" y="2547134"/>
              <a:ext cx="184177" cy="184739"/>
            </a:xfrm>
            <a:custGeom>
              <a:avLst/>
              <a:pathLst>
                <a:path w="184177" h="184739">
                  <a:moveTo>
                    <a:pt x="182879" y="182880"/>
                  </a:moveTo>
                  <a:lnTo>
                    <a:pt x="183247" y="182513"/>
                  </a:lnTo>
                  <a:lnTo>
                    <a:pt x="183766" y="182753"/>
                  </a:lnTo>
                  <a:lnTo>
                    <a:pt x="184063" y="183156"/>
                  </a:lnTo>
                  <a:lnTo>
                    <a:pt x="184177" y="183763"/>
                  </a:lnTo>
                  <a:lnTo>
                    <a:pt x="183995" y="184371"/>
                  </a:lnTo>
                  <a:lnTo>
                    <a:pt x="183443" y="184739"/>
                  </a:lnTo>
                  <a:lnTo>
                    <a:pt x="183036" y="184701"/>
                  </a:lnTo>
                  <a:lnTo>
                    <a:pt x="182666" y="184500"/>
                  </a:lnTo>
                  <a:lnTo>
                    <a:pt x="182627" y="184177"/>
                  </a:lnTo>
                  <a:lnTo>
                    <a:pt x="182588" y="183650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8766705" y="2543326"/>
              <a:ext cx="186310" cy="184458"/>
            </a:xfrm>
            <a:custGeom>
              <a:avLst/>
              <a:pathLst>
                <a:path w="186310" h="184458">
                  <a:moveTo>
                    <a:pt x="182879" y="182880"/>
                  </a:moveTo>
                  <a:lnTo>
                    <a:pt x="183432" y="182633"/>
                  </a:lnTo>
                  <a:lnTo>
                    <a:pt x="184022" y="182224"/>
                  </a:lnTo>
                  <a:lnTo>
                    <a:pt x="184537" y="181857"/>
                  </a:lnTo>
                  <a:lnTo>
                    <a:pt x="185347" y="181244"/>
                  </a:lnTo>
                  <a:lnTo>
                    <a:pt x="185826" y="180958"/>
                  </a:lnTo>
                  <a:lnTo>
                    <a:pt x="186198" y="181239"/>
                  </a:lnTo>
                  <a:lnTo>
                    <a:pt x="186310" y="181522"/>
                  </a:lnTo>
                  <a:lnTo>
                    <a:pt x="185980" y="182131"/>
                  </a:lnTo>
                  <a:lnTo>
                    <a:pt x="185502" y="182499"/>
                  </a:lnTo>
                  <a:lnTo>
                    <a:pt x="185023" y="182825"/>
                  </a:lnTo>
                  <a:lnTo>
                    <a:pt x="184470" y="182991"/>
                  </a:lnTo>
                  <a:lnTo>
                    <a:pt x="183990" y="183196"/>
                  </a:lnTo>
                  <a:lnTo>
                    <a:pt x="183512" y="183645"/>
                  </a:lnTo>
                  <a:lnTo>
                    <a:pt x="182888" y="184458"/>
                  </a:lnTo>
                  <a:lnTo>
                    <a:pt x="182554" y="184258"/>
                  </a:lnTo>
                  <a:lnTo>
                    <a:pt x="182442" y="183975"/>
                  </a:lnTo>
                  <a:lnTo>
                    <a:pt x="182402" y="183449"/>
                  </a:lnTo>
                  <a:lnTo>
                    <a:pt x="182584" y="183084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8772674" y="2540039"/>
              <a:ext cx="182879" cy="182958"/>
            </a:xfrm>
            <a:custGeom>
              <a:avLst/>
              <a:pathLst>
                <a:path w="182879" h="182958">
                  <a:moveTo>
                    <a:pt x="182879" y="182880"/>
                  </a:moveTo>
                  <a:lnTo>
                    <a:pt x="182740" y="182958"/>
                  </a:lnTo>
                  <a:lnTo>
                    <a:pt x="182489" y="182887"/>
                  </a:lnTo>
                  <a:lnTo>
                    <a:pt x="182470" y="182650"/>
                  </a:lnTo>
                  <a:lnTo>
                    <a:pt x="182608" y="182599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8775841" y="2534882"/>
              <a:ext cx="184204" cy="183850"/>
            </a:xfrm>
            <a:custGeom>
              <a:avLst/>
              <a:pathLst>
                <a:path w="184204" h="183850">
                  <a:moveTo>
                    <a:pt x="182879" y="182880"/>
                  </a:moveTo>
                  <a:lnTo>
                    <a:pt x="183070" y="182618"/>
                  </a:lnTo>
                  <a:lnTo>
                    <a:pt x="183297" y="182536"/>
                  </a:lnTo>
                  <a:lnTo>
                    <a:pt x="183541" y="182566"/>
                  </a:lnTo>
                  <a:lnTo>
                    <a:pt x="183752" y="182684"/>
                  </a:lnTo>
                  <a:lnTo>
                    <a:pt x="183911" y="182833"/>
                  </a:lnTo>
                  <a:lnTo>
                    <a:pt x="184159" y="183097"/>
                  </a:lnTo>
                  <a:lnTo>
                    <a:pt x="184204" y="183310"/>
                  </a:lnTo>
                  <a:lnTo>
                    <a:pt x="184157" y="183564"/>
                  </a:lnTo>
                  <a:lnTo>
                    <a:pt x="183978" y="183792"/>
                  </a:lnTo>
                  <a:lnTo>
                    <a:pt x="183711" y="183850"/>
                  </a:lnTo>
                  <a:lnTo>
                    <a:pt x="183458" y="183765"/>
                  </a:lnTo>
                  <a:lnTo>
                    <a:pt x="183206" y="183657"/>
                  </a:lnTo>
                  <a:lnTo>
                    <a:pt x="182988" y="183406"/>
                  </a:lnTo>
                  <a:lnTo>
                    <a:pt x="182894" y="183102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8782950" y="2529469"/>
              <a:ext cx="183766" cy="184392"/>
            </a:xfrm>
            <a:custGeom>
              <a:avLst/>
              <a:pathLst>
                <a:path w="183766" h="184392">
                  <a:moveTo>
                    <a:pt x="182879" y="182880"/>
                  </a:moveTo>
                  <a:lnTo>
                    <a:pt x="183162" y="182713"/>
                  </a:lnTo>
                  <a:lnTo>
                    <a:pt x="183576" y="182691"/>
                  </a:lnTo>
                  <a:lnTo>
                    <a:pt x="183746" y="182834"/>
                  </a:lnTo>
                  <a:lnTo>
                    <a:pt x="183766" y="183226"/>
                  </a:lnTo>
                  <a:lnTo>
                    <a:pt x="183617" y="183679"/>
                  </a:lnTo>
                  <a:lnTo>
                    <a:pt x="183224" y="184114"/>
                  </a:lnTo>
                  <a:lnTo>
                    <a:pt x="182735" y="184322"/>
                  </a:lnTo>
                  <a:lnTo>
                    <a:pt x="182505" y="184392"/>
                  </a:lnTo>
                  <a:lnTo>
                    <a:pt x="182214" y="184230"/>
                  </a:lnTo>
                  <a:lnTo>
                    <a:pt x="182168" y="183892"/>
                  </a:lnTo>
                  <a:lnTo>
                    <a:pt x="182335" y="183397"/>
                  </a:lnTo>
                  <a:lnTo>
                    <a:pt x="182635" y="183087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8822233" y="2411195"/>
              <a:ext cx="188135" cy="186352"/>
            </a:xfrm>
            <a:custGeom>
              <a:avLst/>
              <a:pathLst>
                <a:path w="188135" h="186352">
                  <a:moveTo>
                    <a:pt x="182879" y="182880"/>
                  </a:moveTo>
                  <a:lnTo>
                    <a:pt x="183810" y="182451"/>
                  </a:lnTo>
                  <a:lnTo>
                    <a:pt x="184740" y="182246"/>
                  </a:lnTo>
                  <a:lnTo>
                    <a:pt x="185839" y="182205"/>
                  </a:lnTo>
                  <a:lnTo>
                    <a:pt x="186859" y="182561"/>
                  </a:lnTo>
                  <a:lnTo>
                    <a:pt x="187738" y="182858"/>
                  </a:lnTo>
                  <a:lnTo>
                    <a:pt x="188135" y="183750"/>
                  </a:lnTo>
                  <a:lnTo>
                    <a:pt x="187860" y="184604"/>
                  </a:lnTo>
                  <a:lnTo>
                    <a:pt x="187498" y="185348"/>
                  </a:lnTo>
                  <a:lnTo>
                    <a:pt x="186619" y="186036"/>
                  </a:lnTo>
                  <a:lnTo>
                    <a:pt x="185758" y="186352"/>
                  </a:lnTo>
                  <a:lnTo>
                    <a:pt x="184897" y="186316"/>
                  </a:lnTo>
                  <a:lnTo>
                    <a:pt x="183967" y="186019"/>
                  </a:lnTo>
                  <a:lnTo>
                    <a:pt x="183071" y="185406"/>
                  </a:lnTo>
                  <a:lnTo>
                    <a:pt x="182570" y="184050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8787132" y="2397067"/>
              <a:ext cx="185580" cy="185104"/>
            </a:xfrm>
            <a:custGeom>
              <a:avLst/>
              <a:pathLst>
                <a:path w="185580" h="185104">
                  <a:moveTo>
                    <a:pt x="182879" y="182880"/>
                  </a:moveTo>
                  <a:lnTo>
                    <a:pt x="183247" y="182322"/>
                  </a:lnTo>
                  <a:lnTo>
                    <a:pt x="183866" y="182079"/>
                  </a:lnTo>
                  <a:lnTo>
                    <a:pt x="184219" y="182059"/>
                  </a:lnTo>
                  <a:lnTo>
                    <a:pt x="184758" y="182188"/>
                  </a:lnTo>
                  <a:lnTo>
                    <a:pt x="185272" y="182685"/>
                  </a:lnTo>
                  <a:lnTo>
                    <a:pt x="185580" y="183292"/>
                  </a:lnTo>
                  <a:lnTo>
                    <a:pt x="185571" y="183907"/>
                  </a:lnTo>
                  <a:lnTo>
                    <a:pt x="185170" y="184534"/>
                  </a:lnTo>
                  <a:lnTo>
                    <a:pt x="184693" y="184843"/>
                  </a:lnTo>
                  <a:lnTo>
                    <a:pt x="184047" y="185104"/>
                  </a:lnTo>
                  <a:lnTo>
                    <a:pt x="183547" y="185059"/>
                  </a:lnTo>
                  <a:lnTo>
                    <a:pt x="183229" y="184928"/>
                  </a:lnTo>
                  <a:lnTo>
                    <a:pt x="182885" y="184509"/>
                  </a:lnTo>
                  <a:lnTo>
                    <a:pt x="182687" y="183774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9037610" y="1447175"/>
              <a:ext cx="183694" cy="182970"/>
            </a:xfrm>
            <a:custGeom>
              <a:avLst/>
              <a:pathLst>
                <a:path w="183694" h="182970">
                  <a:moveTo>
                    <a:pt x="182879" y="182880"/>
                  </a:moveTo>
                  <a:lnTo>
                    <a:pt x="182962" y="182435"/>
                  </a:lnTo>
                  <a:lnTo>
                    <a:pt x="183567" y="181920"/>
                  </a:lnTo>
                  <a:lnTo>
                    <a:pt x="183694" y="182195"/>
                  </a:lnTo>
                  <a:lnTo>
                    <a:pt x="183591" y="182407"/>
                  </a:lnTo>
                  <a:lnTo>
                    <a:pt x="183455" y="182781"/>
                  </a:lnTo>
                  <a:lnTo>
                    <a:pt x="183264" y="182964"/>
                  </a:lnTo>
                  <a:lnTo>
                    <a:pt x="183070" y="182970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9036345" y="1446473"/>
              <a:ext cx="183900" cy="182903"/>
            </a:xfrm>
            <a:custGeom>
              <a:avLst/>
              <a:pathLst>
                <a:path w="183900" h="182903">
                  <a:moveTo>
                    <a:pt x="182879" y="182880"/>
                  </a:moveTo>
                  <a:lnTo>
                    <a:pt x="182695" y="182717"/>
                  </a:lnTo>
                  <a:lnTo>
                    <a:pt x="182654" y="182466"/>
                  </a:lnTo>
                  <a:lnTo>
                    <a:pt x="182701" y="182253"/>
                  </a:lnTo>
                  <a:lnTo>
                    <a:pt x="182889" y="181983"/>
                  </a:lnTo>
                  <a:lnTo>
                    <a:pt x="183082" y="181814"/>
                  </a:lnTo>
                  <a:lnTo>
                    <a:pt x="183721" y="181457"/>
                  </a:lnTo>
                  <a:lnTo>
                    <a:pt x="183860" y="181499"/>
                  </a:lnTo>
                  <a:lnTo>
                    <a:pt x="183900" y="181694"/>
                  </a:lnTo>
                  <a:lnTo>
                    <a:pt x="183826" y="182105"/>
                  </a:lnTo>
                  <a:lnTo>
                    <a:pt x="183680" y="182396"/>
                  </a:lnTo>
                  <a:lnTo>
                    <a:pt x="183281" y="182786"/>
                  </a:lnTo>
                  <a:lnTo>
                    <a:pt x="183081" y="182903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8990294" y="1277362"/>
              <a:ext cx="273061" cy="501045"/>
            </a:xfrm>
            <a:custGeom>
              <a:avLst/>
              <a:pathLst>
                <a:path w="273061" h="501045">
                  <a:moveTo>
                    <a:pt x="185558" y="182880"/>
                  </a:moveTo>
                  <a:lnTo>
                    <a:pt x="185434" y="183365"/>
                  </a:lnTo>
                  <a:lnTo>
                    <a:pt x="185203" y="183677"/>
                  </a:lnTo>
                  <a:lnTo>
                    <a:pt x="185034" y="184032"/>
                  </a:lnTo>
                  <a:lnTo>
                    <a:pt x="185950" y="184696"/>
                  </a:lnTo>
                  <a:lnTo>
                    <a:pt x="186481" y="185051"/>
                  </a:lnTo>
                  <a:lnTo>
                    <a:pt x="186885" y="185344"/>
                  </a:lnTo>
                  <a:lnTo>
                    <a:pt x="187055" y="185768"/>
                  </a:lnTo>
                  <a:lnTo>
                    <a:pt x="187748" y="186368"/>
                  </a:lnTo>
                  <a:lnTo>
                    <a:pt x="188263" y="187598"/>
                  </a:lnTo>
                  <a:lnTo>
                    <a:pt x="188385" y="188321"/>
                  </a:lnTo>
                  <a:lnTo>
                    <a:pt x="188653" y="188716"/>
                  </a:lnTo>
                  <a:lnTo>
                    <a:pt x="189291" y="188898"/>
                  </a:lnTo>
                  <a:lnTo>
                    <a:pt x="189557" y="189043"/>
                  </a:lnTo>
                  <a:lnTo>
                    <a:pt x="189796" y="189167"/>
                  </a:lnTo>
                  <a:lnTo>
                    <a:pt x="189974" y="189226"/>
                  </a:lnTo>
                  <a:lnTo>
                    <a:pt x="190338" y="189373"/>
                  </a:lnTo>
                  <a:lnTo>
                    <a:pt x="190790" y="189628"/>
                  </a:lnTo>
                  <a:lnTo>
                    <a:pt x="191338" y="190178"/>
                  </a:lnTo>
                  <a:lnTo>
                    <a:pt x="191377" y="190492"/>
                  </a:lnTo>
                  <a:lnTo>
                    <a:pt x="191386" y="190671"/>
                  </a:lnTo>
                  <a:lnTo>
                    <a:pt x="192311" y="191692"/>
                  </a:lnTo>
                  <a:lnTo>
                    <a:pt x="192695" y="191728"/>
                  </a:lnTo>
                  <a:lnTo>
                    <a:pt x="192985" y="191811"/>
                  </a:lnTo>
                  <a:lnTo>
                    <a:pt x="193090" y="191968"/>
                  </a:lnTo>
                  <a:lnTo>
                    <a:pt x="193315" y="192215"/>
                  </a:lnTo>
                  <a:lnTo>
                    <a:pt x="193766" y="192376"/>
                  </a:lnTo>
                  <a:lnTo>
                    <a:pt x="194206" y="192583"/>
                  </a:lnTo>
                  <a:lnTo>
                    <a:pt x="194492" y="192891"/>
                  </a:lnTo>
                  <a:lnTo>
                    <a:pt x="194698" y="193427"/>
                  </a:lnTo>
                  <a:lnTo>
                    <a:pt x="194803" y="193703"/>
                  </a:lnTo>
                  <a:lnTo>
                    <a:pt x="195166" y="193996"/>
                  </a:lnTo>
                  <a:lnTo>
                    <a:pt x="195172" y="194341"/>
                  </a:lnTo>
                  <a:lnTo>
                    <a:pt x="194908" y="194663"/>
                  </a:lnTo>
                  <a:lnTo>
                    <a:pt x="194635" y="194765"/>
                  </a:lnTo>
                  <a:lnTo>
                    <a:pt x="194280" y="195625"/>
                  </a:lnTo>
                  <a:lnTo>
                    <a:pt x="194250" y="195903"/>
                  </a:lnTo>
                  <a:lnTo>
                    <a:pt x="194670" y="196655"/>
                  </a:lnTo>
                  <a:lnTo>
                    <a:pt x="194967" y="196928"/>
                  </a:lnTo>
                  <a:lnTo>
                    <a:pt x="195036" y="197069"/>
                  </a:lnTo>
                  <a:lnTo>
                    <a:pt x="195071" y="197334"/>
                  </a:lnTo>
                  <a:lnTo>
                    <a:pt x="195470" y="197392"/>
                  </a:lnTo>
                  <a:lnTo>
                    <a:pt x="195826" y="197379"/>
                  </a:lnTo>
                  <a:lnTo>
                    <a:pt x="196359" y="197694"/>
                  </a:lnTo>
                  <a:lnTo>
                    <a:pt x="196394" y="198294"/>
                  </a:lnTo>
                  <a:lnTo>
                    <a:pt x="196390" y="198928"/>
                  </a:lnTo>
                  <a:lnTo>
                    <a:pt x="195674" y="199357"/>
                  </a:lnTo>
                  <a:lnTo>
                    <a:pt x="195312" y="199496"/>
                  </a:lnTo>
                  <a:lnTo>
                    <a:pt x="195004" y="199528"/>
                  </a:lnTo>
                  <a:lnTo>
                    <a:pt x="194805" y="199562"/>
                  </a:lnTo>
                  <a:lnTo>
                    <a:pt x="194420" y="200102"/>
                  </a:lnTo>
                  <a:lnTo>
                    <a:pt x="194011" y="200191"/>
                  </a:lnTo>
                  <a:lnTo>
                    <a:pt x="193485" y="200179"/>
                  </a:lnTo>
                  <a:lnTo>
                    <a:pt x="193172" y="200352"/>
                  </a:lnTo>
                  <a:lnTo>
                    <a:pt x="192598" y="200926"/>
                  </a:lnTo>
                  <a:lnTo>
                    <a:pt x="192916" y="201187"/>
                  </a:lnTo>
                  <a:lnTo>
                    <a:pt x="193218" y="201318"/>
                  </a:lnTo>
                  <a:lnTo>
                    <a:pt x="193935" y="201712"/>
                  </a:lnTo>
                  <a:lnTo>
                    <a:pt x="194377" y="202136"/>
                  </a:lnTo>
                  <a:lnTo>
                    <a:pt x="194841" y="202308"/>
                  </a:lnTo>
                  <a:lnTo>
                    <a:pt x="195041" y="202366"/>
                  </a:lnTo>
                  <a:lnTo>
                    <a:pt x="195337" y="202544"/>
                  </a:lnTo>
                  <a:lnTo>
                    <a:pt x="195635" y="203257"/>
                  </a:lnTo>
                  <a:lnTo>
                    <a:pt x="195903" y="203279"/>
                  </a:lnTo>
                  <a:lnTo>
                    <a:pt x="196081" y="203248"/>
                  </a:lnTo>
                  <a:lnTo>
                    <a:pt x="196266" y="203251"/>
                  </a:lnTo>
                  <a:lnTo>
                    <a:pt x="196563" y="203324"/>
                  </a:lnTo>
                  <a:lnTo>
                    <a:pt x="196759" y="203405"/>
                  </a:lnTo>
                  <a:lnTo>
                    <a:pt x="197005" y="203543"/>
                  </a:lnTo>
                  <a:lnTo>
                    <a:pt x="197921" y="203884"/>
                  </a:lnTo>
                  <a:lnTo>
                    <a:pt x="198171" y="203949"/>
                  </a:lnTo>
                  <a:lnTo>
                    <a:pt x="198856" y="204571"/>
                  </a:lnTo>
                  <a:lnTo>
                    <a:pt x="198537" y="205102"/>
                  </a:lnTo>
                  <a:lnTo>
                    <a:pt x="198132" y="205516"/>
                  </a:lnTo>
                  <a:lnTo>
                    <a:pt x="197951" y="206101"/>
                  </a:lnTo>
                  <a:lnTo>
                    <a:pt x="197982" y="206286"/>
                  </a:lnTo>
                  <a:lnTo>
                    <a:pt x="197990" y="206723"/>
                  </a:lnTo>
                  <a:lnTo>
                    <a:pt x="197828" y="207360"/>
                  </a:lnTo>
                  <a:lnTo>
                    <a:pt x="198266" y="207553"/>
                  </a:lnTo>
                  <a:lnTo>
                    <a:pt x="198797" y="207922"/>
                  </a:lnTo>
                  <a:lnTo>
                    <a:pt x="199195" y="207960"/>
                  </a:lnTo>
                  <a:lnTo>
                    <a:pt x="199638" y="207885"/>
                  </a:lnTo>
                  <a:lnTo>
                    <a:pt x="199878" y="208052"/>
                  </a:lnTo>
                  <a:lnTo>
                    <a:pt x="200134" y="208241"/>
                  </a:lnTo>
                  <a:lnTo>
                    <a:pt x="200675" y="208337"/>
                  </a:lnTo>
                  <a:lnTo>
                    <a:pt x="200623" y="208916"/>
                  </a:lnTo>
                  <a:lnTo>
                    <a:pt x="200596" y="209047"/>
                  </a:lnTo>
                  <a:lnTo>
                    <a:pt x="200644" y="209525"/>
                  </a:lnTo>
                  <a:lnTo>
                    <a:pt x="200600" y="209831"/>
                  </a:lnTo>
                  <a:lnTo>
                    <a:pt x="200389" y="209726"/>
                  </a:lnTo>
                  <a:lnTo>
                    <a:pt x="199773" y="209464"/>
                  </a:lnTo>
                  <a:lnTo>
                    <a:pt x="200007" y="209841"/>
                  </a:lnTo>
                  <a:lnTo>
                    <a:pt x="200127" y="210002"/>
                  </a:lnTo>
                  <a:lnTo>
                    <a:pt x="199937" y="210269"/>
                  </a:lnTo>
                  <a:lnTo>
                    <a:pt x="199611" y="210441"/>
                  </a:lnTo>
                  <a:lnTo>
                    <a:pt x="199268" y="210485"/>
                  </a:lnTo>
                  <a:lnTo>
                    <a:pt x="199048" y="210469"/>
                  </a:lnTo>
                  <a:lnTo>
                    <a:pt x="198945" y="210832"/>
                  </a:lnTo>
                  <a:lnTo>
                    <a:pt x="199904" y="211055"/>
                  </a:lnTo>
                  <a:lnTo>
                    <a:pt x="200345" y="211137"/>
                  </a:lnTo>
                  <a:lnTo>
                    <a:pt x="200715" y="211289"/>
                  </a:lnTo>
                  <a:lnTo>
                    <a:pt x="202238" y="211017"/>
                  </a:lnTo>
                  <a:lnTo>
                    <a:pt x="202949" y="210554"/>
                  </a:lnTo>
                  <a:lnTo>
                    <a:pt x="203202" y="210240"/>
                  </a:lnTo>
                  <a:lnTo>
                    <a:pt x="203173" y="209417"/>
                  </a:lnTo>
                  <a:lnTo>
                    <a:pt x="203190" y="209111"/>
                  </a:lnTo>
                  <a:lnTo>
                    <a:pt x="203226" y="208720"/>
                  </a:lnTo>
                  <a:lnTo>
                    <a:pt x="203369" y="208569"/>
                  </a:lnTo>
                  <a:lnTo>
                    <a:pt x="203766" y="208281"/>
                  </a:lnTo>
                  <a:lnTo>
                    <a:pt x="203917" y="208219"/>
                  </a:lnTo>
                  <a:lnTo>
                    <a:pt x="204374" y="208226"/>
                  </a:lnTo>
                  <a:lnTo>
                    <a:pt x="204836" y="208354"/>
                  </a:lnTo>
                  <a:lnTo>
                    <a:pt x="205164" y="208371"/>
                  </a:lnTo>
                  <a:lnTo>
                    <a:pt x="205445" y="208862"/>
                  </a:lnTo>
                  <a:lnTo>
                    <a:pt x="205524" y="208994"/>
                  </a:lnTo>
                  <a:lnTo>
                    <a:pt x="205798" y="209418"/>
                  </a:lnTo>
                  <a:lnTo>
                    <a:pt x="205941" y="209527"/>
                  </a:lnTo>
                  <a:lnTo>
                    <a:pt x="206375" y="209650"/>
                  </a:lnTo>
                  <a:lnTo>
                    <a:pt x="206489" y="209798"/>
                  </a:lnTo>
                  <a:lnTo>
                    <a:pt x="206550" y="209995"/>
                  </a:lnTo>
                  <a:lnTo>
                    <a:pt x="206512" y="210271"/>
                  </a:lnTo>
                  <a:lnTo>
                    <a:pt x="206215" y="210536"/>
                  </a:lnTo>
                  <a:lnTo>
                    <a:pt x="205949" y="210785"/>
                  </a:lnTo>
                  <a:lnTo>
                    <a:pt x="205971" y="211230"/>
                  </a:lnTo>
                  <a:lnTo>
                    <a:pt x="205532" y="211291"/>
                  </a:lnTo>
                  <a:lnTo>
                    <a:pt x="205057" y="211618"/>
                  </a:lnTo>
                  <a:lnTo>
                    <a:pt x="204879" y="211664"/>
                  </a:lnTo>
                  <a:lnTo>
                    <a:pt x="204289" y="211642"/>
                  </a:lnTo>
                  <a:lnTo>
                    <a:pt x="203950" y="211862"/>
                  </a:lnTo>
                  <a:lnTo>
                    <a:pt x="204198" y="212180"/>
                  </a:lnTo>
                  <a:lnTo>
                    <a:pt x="204587" y="212137"/>
                  </a:lnTo>
                  <a:lnTo>
                    <a:pt x="205145" y="212112"/>
                  </a:lnTo>
                  <a:lnTo>
                    <a:pt x="206482" y="212691"/>
                  </a:lnTo>
                  <a:lnTo>
                    <a:pt x="206832" y="213057"/>
                  </a:lnTo>
                  <a:lnTo>
                    <a:pt x="207016" y="213569"/>
                  </a:lnTo>
                  <a:lnTo>
                    <a:pt x="206878" y="214028"/>
                  </a:lnTo>
                  <a:lnTo>
                    <a:pt x="206888" y="214215"/>
                  </a:lnTo>
                  <a:lnTo>
                    <a:pt x="206988" y="214627"/>
                  </a:lnTo>
                  <a:lnTo>
                    <a:pt x="206802" y="214892"/>
                  </a:lnTo>
                  <a:lnTo>
                    <a:pt x="206851" y="215294"/>
                  </a:lnTo>
                  <a:lnTo>
                    <a:pt x="206792" y="215550"/>
                  </a:lnTo>
                  <a:lnTo>
                    <a:pt x="206106" y="215826"/>
                  </a:lnTo>
                  <a:lnTo>
                    <a:pt x="205600" y="215975"/>
                  </a:lnTo>
                  <a:lnTo>
                    <a:pt x="205311" y="216007"/>
                  </a:lnTo>
                  <a:lnTo>
                    <a:pt x="205334" y="216514"/>
                  </a:lnTo>
                  <a:lnTo>
                    <a:pt x="205470" y="216661"/>
                  </a:lnTo>
                  <a:lnTo>
                    <a:pt x="205789" y="216809"/>
                  </a:lnTo>
                  <a:lnTo>
                    <a:pt x="206245" y="217041"/>
                  </a:lnTo>
                  <a:lnTo>
                    <a:pt x="206703" y="217574"/>
                  </a:lnTo>
                  <a:lnTo>
                    <a:pt x="206862" y="217750"/>
                  </a:lnTo>
                  <a:lnTo>
                    <a:pt x="207430" y="218182"/>
                  </a:lnTo>
                  <a:lnTo>
                    <a:pt x="207988" y="218482"/>
                  </a:lnTo>
                  <a:lnTo>
                    <a:pt x="208161" y="218567"/>
                  </a:lnTo>
                  <a:lnTo>
                    <a:pt x="208293" y="219069"/>
                  </a:lnTo>
                  <a:lnTo>
                    <a:pt x="208131" y="219431"/>
                  </a:lnTo>
                  <a:lnTo>
                    <a:pt x="208448" y="219719"/>
                  </a:lnTo>
                  <a:lnTo>
                    <a:pt x="208612" y="219941"/>
                  </a:lnTo>
                  <a:lnTo>
                    <a:pt x="208390" y="220189"/>
                  </a:lnTo>
                  <a:lnTo>
                    <a:pt x="208045" y="220330"/>
                  </a:lnTo>
                  <a:lnTo>
                    <a:pt x="207891" y="220503"/>
                  </a:lnTo>
                  <a:lnTo>
                    <a:pt x="207698" y="220838"/>
                  </a:lnTo>
                  <a:lnTo>
                    <a:pt x="207595" y="221174"/>
                  </a:lnTo>
                  <a:lnTo>
                    <a:pt x="207309" y="221616"/>
                  </a:lnTo>
                  <a:lnTo>
                    <a:pt x="207286" y="221956"/>
                  </a:lnTo>
                  <a:lnTo>
                    <a:pt x="207266" y="222180"/>
                  </a:lnTo>
                  <a:lnTo>
                    <a:pt x="207221" y="222507"/>
                  </a:lnTo>
                  <a:lnTo>
                    <a:pt x="207027" y="223017"/>
                  </a:lnTo>
                  <a:lnTo>
                    <a:pt x="206958" y="223358"/>
                  </a:lnTo>
                  <a:lnTo>
                    <a:pt x="206522" y="223591"/>
                  </a:lnTo>
                  <a:lnTo>
                    <a:pt x="206374" y="223608"/>
                  </a:lnTo>
                  <a:lnTo>
                    <a:pt x="206090" y="223759"/>
                  </a:lnTo>
                  <a:lnTo>
                    <a:pt x="206032" y="223890"/>
                  </a:lnTo>
                  <a:lnTo>
                    <a:pt x="205805" y="224163"/>
                  </a:lnTo>
                  <a:lnTo>
                    <a:pt x="205609" y="224196"/>
                  </a:lnTo>
                  <a:lnTo>
                    <a:pt x="205005" y="224146"/>
                  </a:lnTo>
                  <a:lnTo>
                    <a:pt x="204568" y="223653"/>
                  </a:lnTo>
                  <a:lnTo>
                    <a:pt x="204307" y="223204"/>
                  </a:lnTo>
                  <a:lnTo>
                    <a:pt x="204347" y="222423"/>
                  </a:lnTo>
                  <a:lnTo>
                    <a:pt x="203738" y="221684"/>
                  </a:lnTo>
                  <a:lnTo>
                    <a:pt x="203399" y="221609"/>
                  </a:lnTo>
                  <a:lnTo>
                    <a:pt x="202945" y="221737"/>
                  </a:lnTo>
                  <a:lnTo>
                    <a:pt x="202358" y="221867"/>
                  </a:lnTo>
                  <a:lnTo>
                    <a:pt x="202010" y="221670"/>
                  </a:lnTo>
                  <a:lnTo>
                    <a:pt x="201696" y="221526"/>
                  </a:lnTo>
                  <a:lnTo>
                    <a:pt x="201326" y="221712"/>
                  </a:lnTo>
                  <a:lnTo>
                    <a:pt x="200938" y="221930"/>
                  </a:lnTo>
                  <a:lnTo>
                    <a:pt x="200582" y="222195"/>
                  </a:lnTo>
                  <a:lnTo>
                    <a:pt x="200363" y="222294"/>
                  </a:lnTo>
                  <a:lnTo>
                    <a:pt x="200057" y="222490"/>
                  </a:lnTo>
                  <a:lnTo>
                    <a:pt x="200310" y="222882"/>
                  </a:lnTo>
                  <a:lnTo>
                    <a:pt x="199982" y="223262"/>
                  </a:lnTo>
                  <a:lnTo>
                    <a:pt x="199904" y="223443"/>
                  </a:lnTo>
                  <a:lnTo>
                    <a:pt x="200050" y="224237"/>
                  </a:lnTo>
                  <a:lnTo>
                    <a:pt x="199761" y="225151"/>
                  </a:lnTo>
                  <a:lnTo>
                    <a:pt x="199763" y="225757"/>
                  </a:lnTo>
                  <a:lnTo>
                    <a:pt x="200549" y="226237"/>
                  </a:lnTo>
                  <a:lnTo>
                    <a:pt x="200589" y="226770"/>
                  </a:lnTo>
                  <a:lnTo>
                    <a:pt x="200758" y="226961"/>
                  </a:lnTo>
                  <a:lnTo>
                    <a:pt x="200874" y="227187"/>
                  </a:lnTo>
                  <a:lnTo>
                    <a:pt x="200937" y="227437"/>
                  </a:lnTo>
                  <a:lnTo>
                    <a:pt x="201010" y="227819"/>
                  </a:lnTo>
                  <a:lnTo>
                    <a:pt x="200844" y="228144"/>
                  </a:lnTo>
                  <a:lnTo>
                    <a:pt x="201073" y="228159"/>
                  </a:lnTo>
                  <a:lnTo>
                    <a:pt x="201261" y="228254"/>
                  </a:lnTo>
                  <a:lnTo>
                    <a:pt x="201518" y="228483"/>
                  </a:lnTo>
                  <a:lnTo>
                    <a:pt x="201635" y="228628"/>
                  </a:lnTo>
                  <a:lnTo>
                    <a:pt x="202240" y="229002"/>
                  </a:lnTo>
                  <a:lnTo>
                    <a:pt x="202382" y="229199"/>
                  </a:lnTo>
                  <a:lnTo>
                    <a:pt x="202471" y="229494"/>
                  </a:lnTo>
                  <a:lnTo>
                    <a:pt x="203233" y="229978"/>
                  </a:lnTo>
                  <a:lnTo>
                    <a:pt x="203301" y="230224"/>
                  </a:lnTo>
                  <a:lnTo>
                    <a:pt x="202958" y="230860"/>
                  </a:lnTo>
                  <a:lnTo>
                    <a:pt x="203290" y="231722"/>
                  </a:lnTo>
                  <a:lnTo>
                    <a:pt x="203630" y="232361"/>
                  </a:lnTo>
                  <a:lnTo>
                    <a:pt x="203759" y="232678"/>
                  </a:lnTo>
                  <a:lnTo>
                    <a:pt x="203972" y="233033"/>
                  </a:lnTo>
                  <a:lnTo>
                    <a:pt x="205038" y="233114"/>
                  </a:lnTo>
                  <a:lnTo>
                    <a:pt x="205317" y="233343"/>
                  </a:lnTo>
                  <a:lnTo>
                    <a:pt x="205772" y="233373"/>
                  </a:lnTo>
                  <a:lnTo>
                    <a:pt x="206022" y="233730"/>
                  </a:lnTo>
                  <a:lnTo>
                    <a:pt x="206053" y="233885"/>
                  </a:lnTo>
                  <a:lnTo>
                    <a:pt x="206401" y="233898"/>
                  </a:lnTo>
                  <a:lnTo>
                    <a:pt x="206914" y="233536"/>
                  </a:lnTo>
                  <a:lnTo>
                    <a:pt x="207514" y="233894"/>
                  </a:lnTo>
                  <a:lnTo>
                    <a:pt x="207096" y="234145"/>
                  </a:lnTo>
                  <a:lnTo>
                    <a:pt x="207006" y="234712"/>
                  </a:lnTo>
                  <a:lnTo>
                    <a:pt x="207117" y="235280"/>
                  </a:lnTo>
                  <a:lnTo>
                    <a:pt x="207243" y="235529"/>
                  </a:lnTo>
                  <a:lnTo>
                    <a:pt x="207739" y="236148"/>
                  </a:lnTo>
                  <a:lnTo>
                    <a:pt x="207666" y="236367"/>
                  </a:lnTo>
                  <a:lnTo>
                    <a:pt x="207017" y="236824"/>
                  </a:lnTo>
                  <a:lnTo>
                    <a:pt x="206910" y="237279"/>
                  </a:lnTo>
                  <a:lnTo>
                    <a:pt x="206647" y="237671"/>
                  </a:lnTo>
                  <a:lnTo>
                    <a:pt x="206417" y="237622"/>
                  </a:lnTo>
                  <a:lnTo>
                    <a:pt x="205876" y="237724"/>
                  </a:lnTo>
                  <a:lnTo>
                    <a:pt x="205614" y="237969"/>
                  </a:lnTo>
                  <a:lnTo>
                    <a:pt x="205426" y="238462"/>
                  </a:lnTo>
                  <a:lnTo>
                    <a:pt x="205618" y="238616"/>
                  </a:lnTo>
                  <a:lnTo>
                    <a:pt x="205889" y="238667"/>
                  </a:lnTo>
                  <a:lnTo>
                    <a:pt x="206312" y="238693"/>
                  </a:lnTo>
                  <a:lnTo>
                    <a:pt x="206499" y="238643"/>
                  </a:lnTo>
                  <a:lnTo>
                    <a:pt x="206848" y="238832"/>
                  </a:lnTo>
                  <a:lnTo>
                    <a:pt x="207226" y="239026"/>
                  </a:lnTo>
                  <a:lnTo>
                    <a:pt x="207604" y="239192"/>
                  </a:lnTo>
                  <a:lnTo>
                    <a:pt x="208339" y="239350"/>
                  </a:lnTo>
                  <a:lnTo>
                    <a:pt x="208543" y="239626"/>
                  </a:lnTo>
                  <a:lnTo>
                    <a:pt x="208681" y="240038"/>
                  </a:lnTo>
                  <a:lnTo>
                    <a:pt x="208966" y="240333"/>
                  </a:lnTo>
                  <a:lnTo>
                    <a:pt x="208975" y="240800"/>
                  </a:lnTo>
                  <a:lnTo>
                    <a:pt x="208903" y="241380"/>
                  </a:lnTo>
                  <a:lnTo>
                    <a:pt x="209112" y="242131"/>
                  </a:lnTo>
                  <a:lnTo>
                    <a:pt x="209247" y="242173"/>
                  </a:lnTo>
                  <a:lnTo>
                    <a:pt x="209526" y="242292"/>
                  </a:lnTo>
                  <a:lnTo>
                    <a:pt x="209516" y="242467"/>
                  </a:lnTo>
                  <a:lnTo>
                    <a:pt x="209118" y="242821"/>
                  </a:lnTo>
                  <a:lnTo>
                    <a:pt x="209012" y="243324"/>
                  </a:lnTo>
                  <a:lnTo>
                    <a:pt x="209136" y="243625"/>
                  </a:lnTo>
                  <a:lnTo>
                    <a:pt x="209104" y="243766"/>
                  </a:lnTo>
                  <a:lnTo>
                    <a:pt x="209236" y="244391"/>
                  </a:lnTo>
                  <a:lnTo>
                    <a:pt x="209246" y="244533"/>
                  </a:lnTo>
                  <a:lnTo>
                    <a:pt x="209248" y="244726"/>
                  </a:lnTo>
                  <a:lnTo>
                    <a:pt x="209107" y="244912"/>
                  </a:lnTo>
                  <a:lnTo>
                    <a:pt x="209303" y="245249"/>
                  </a:lnTo>
                  <a:lnTo>
                    <a:pt x="209680" y="245730"/>
                  </a:lnTo>
                  <a:lnTo>
                    <a:pt x="209868" y="245909"/>
                  </a:lnTo>
                  <a:lnTo>
                    <a:pt x="210430" y="245983"/>
                  </a:lnTo>
                  <a:lnTo>
                    <a:pt x="210609" y="246003"/>
                  </a:lnTo>
                  <a:lnTo>
                    <a:pt x="211022" y="246028"/>
                  </a:lnTo>
                  <a:lnTo>
                    <a:pt x="211226" y="245691"/>
                  </a:lnTo>
                  <a:lnTo>
                    <a:pt x="211517" y="245564"/>
                  </a:lnTo>
                  <a:lnTo>
                    <a:pt x="211743" y="245620"/>
                  </a:lnTo>
                  <a:lnTo>
                    <a:pt x="211625" y="244829"/>
                  </a:lnTo>
                  <a:lnTo>
                    <a:pt x="212103" y="244731"/>
                  </a:lnTo>
                  <a:lnTo>
                    <a:pt x="212396" y="244717"/>
                  </a:lnTo>
                  <a:lnTo>
                    <a:pt x="212538" y="244710"/>
                  </a:lnTo>
                  <a:lnTo>
                    <a:pt x="212789" y="244695"/>
                  </a:lnTo>
                  <a:lnTo>
                    <a:pt x="213440" y="244437"/>
                  </a:lnTo>
                  <a:lnTo>
                    <a:pt x="213729" y="244361"/>
                  </a:lnTo>
                  <a:lnTo>
                    <a:pt x="213888" y="244331"/>
                  </a:lnTo>
                  <a:lnTo>
                    <a:pt x="214680" y="244278"/>
                  </a:lnTo>
                  <a:lnTo>
                    <a:pt x="214902" y="244294"/>
                  </a:lnTo>
                  <a:lnTo>
                    <a:pt x="215961" y="244273"/>
                  </a:lnTo>
                  <a:lnTo>
                    <a:pt x="216159" y="243997"/>
                  </a:lnTo>
                  <a:lnTo>
                    <a:pt x="216551" y="243712"/>
                  </a:lnTo>
                  <a:lnTo>
                    <a:pt x="216763" y="243914"/>
                  </a:lnTo>
                  <a:lnTo>
                    <a:pt x="217251" y="244109"/>
                  </a:lnTo>
                  <a:lnTo>
                    <a:pt x="217511" y="243926"/>
                  </a:lnTo>
                  <a:lnTo>
                    <a:pt x="218062" y="243993"/>
                  </a:lnTo>
                  <a:lnTo>
                    <a:pt x="218626" y="243946"/>
                  </a:lnTo>
                  <a:lnTo>
                    <a:pt x="219098" y="244027"/>
                  </a:lnTo>
                  <a:lnTo>
                    <a:pt x="219457" y="244201"/>
                  </a:lnTo>
                  <a:lnTo>
                    <a:pt x="219884" y="244150"/>
                  </a:lnTo>
                  <a:lnTo>
                    <a:pt x="220396" y="244257"/>
                  </a:lnTo>
                  <a:lnTo>
                    <a:pt x="220948" y="244207"/>
                  </a:lnTo>
                  <a:lnTo>
                    <a:pt x="221497" y="244248"/>
                  </a:lnTo>
                  <a:lnTo>
                    <a:pt x="222247" y="243953"/>
                  </a:lnTo>
                  <a:lnTo>
                    <a:pt x="222384" y="243864"/>
                  </a:lnTo>
                  <a:lnTo>
                    <a:pt x="222517" y="243854"/>
                  </a:lnTo>
                  <a:lnTo>
                    <a:pt x="222883" y="244122"/>
                  </a:lnTo>
                  <a:lnTo>
                    <a:pt x="223187" y="244465"/>
                  </a:lnTo>
                  <a:lnTo>
                    <a:pt x="223403" y="244775"/>
                  </a:lnTo>
                  <a:lnTo>
                    <a:pt x="223879" y="244773"/>
                  </a:lnTo>
                  <a:lnTo>
                    <a:pt x="224425" y="245105"/>
                  </a:lnTo>
                  <a:lnTo>
                    <a:pt x="224628" y="245208"/>
                  </a:lnTo>
                  <a:lnTo>
                    <a:pt x="225322" y="245354"/>
                  </a:lnTo>
                  <a:lnTo>
                    <a:pt x="225550" y="245392"/>
                  </a:lnTo>
                  <a:lnTo>
                    <a:pt x="225734" y="245389"/>
                  </a:lnTo>
                  <a:lnTo>
                    <a:pt x="225934" y="245335"/>
                  </a:lnTo>
                  <a:lnTo>
                    <a:pt x="226376" y="245086"/>
                  </a:lnTo>
                  <a:lnTo>
                    <a:pt x="226478" y="244947"/>
                  </a:lnTo>
                  <a:lnTo>
                    <a:pt x="226645" y="244398"/>
                  </a:lnTo>
                  <a:lnTo>
                    <a:pt x="226707" y="244250"/>
                  </a:lnTo>
                  <a:lnTo>
                    <a:pt x="226798" y="244067"/>
                  </a:lnTo>
                  <a:lnTo>
                    <a:pt x="227303" y="243638"/>
                  </a:lnTo>
                  <a:lnTo>
                    <a:pt x="227832" y="243525"/>
                  </a:lnTo>
                  <a:lnTo>
                    <a:pt x="228280" y="243499"/>
                  </a:lnTo>
                  <a:lnTo>
                    <a:pt x="228778" y="243311"/>
                  </a:lnTo>
                  <a:lnTo>
                    <a:pt x="229106" y="243093"/>
                  </a:lnTo>
                  <a:lnTo>
                    <a:pt x="229404" y="243110"/>
                  </a:lnTo>
                  <a:lnTo>
                    <a:pt x="229702" y="242950"/>
                  </a:lnTo>
                  <a:lnTo>
                    <a:pt x="230086" y="242624"/>
                  </a:lnTo>
                  <a:lnTo>
                    <a:pt x="229933" y="243286"/>
                  </a:lnTo>
                  <a:lnTo>
                    <a:pt x="229727" y="243469"/>
                  </a:lnTo>
                  <a:lnTo>
                    <a:pt x="229819" y="243767"/>
                  </a:lnTo>
                  <a:lnTo>
                    <a:pt x="230238" y="244612"/>
                  </a:lnTo>
                  <a:lnTo>
                    <a:pt x="230410" y="244814"/>
                  </a:lnTo>
                  <a:lnTo>
                    <a:pt x="230752" y="245417"/>
                  </a:lnTo>
                  <a:lnTo>
                    <a:pt x="230810" y="245826"/>
                  </a:lnTo>
                  <a:lnTo>
                    <a:pt x="231445" y="246177"/>
                  </a:lnTo>
                  <a:lnTo>
                    <a:pt x="231654" y="246164"/>
                  </a:lnTo>
                  <a:lnTo>
                    <a:pt x="232288" y="246557"/>
                  </a:lnTo>
                  <a:lnTo>
                    <a:pt x="232930" y="246193"/>
                  </a:lnTo>
                  <a:lnTo>
                    <a:pt x="233516" y="246379"/>
                  </a:lnTo>
                  <a:lnTo>
                    <a:pt x="234032" y="246179"/>
                  </a:lnTo>
                  <a:lnTo>
                    <a:pt x="234317" y="245933"/>
                  </a:lnTo>
                  <a:lnTo>
                    <a:pt x="234689" y="245942"/>
                  </a:lnTo>
                  <a:lnTo>
                    <a:pt x="235640" y="246077"/>
                  </a:lnTo>
                  <a:lnTo>
                    <a:pt x="236049" y="246152"/>
                  </a:lnTo>
                  <a:lnTo>
                    <a:pt x="236329" y="246255"/>
                  </a:lnTo>
                  <a:lnTo>
                    <a:pt x="236846" y="246290"/>
                  </a:lnTo>
                  <a:lnTo>
                    <a:pt x="237530" y="246317"/>
                  </a:lnTo>
                  <a:lnTo>
                    <a:pt x="237716" y="246439"/>
                  </a:lnTo>
                  <a:lnTo>
                    <a:pt x="237908" y="246545"/>
                  </a:lnTo>
                  <a:lnTo>
                    <a:pt x="238386" y="246771"/>
                  </a:lnTo>
                  <a:lnTo>
                    <a:pt x="238613" y="246820"/>
                  </a:lnTo>
                  <a:lnTo>
                    <a:pt x="238758" y="246810"/>
                  </a:lnTo>
                  <a:lnTo>
                    <a:pt x="239109" y="246779"/>
                  </a:lnTo>
                  <a:lnTo>
                    <a:pt x="239451" y="246683"/>
                  </a:lnTo>
                  <a:lnTo>
                    <a:pt x="239737" y="246600"/>
                  </a:lnTo>
                  <a:lnTo>
                    <a:pt x="240281" y="246856"/>
                  </a:lnTo>
                  <a:lnTo>
                    <a:pt x="240869" y="246842"/>
                  </a:lnTo>
                  <a:lnTo>
                    <a:pt x="241133" y="246770"/>
                  </a:lnTo>
                  <a:lnTo>
                    <a:pt x="241630" y="246652"/>
                  </a:lnTo>
                  <a:lnTo>
                    <a:pt x="242046" y="246672"/>
                  </a:lnTo>
                  <a:lnTo>
                    <a:pt x="242436" y="246750"/>
                  </a:lnTo>
                  <a:lnTo>
                    <a:pt x="242744" y="246645"/>
                  </a:lnTo>
                  <a:lnTo>
                    <a:pt x="242902" y="246601"/>
                  </a:lnTo>
                  <a:lnTo>
                    <a:pt x="243096" y="246580"/>
                  </a:lnTo>
                  <a:lnTo>
                    <a:pt x="243353" y="246599"/>
                  </a:lnTo>
                  <a:lnTo>
                    <a:pt x="244156" y="246939"/>
                  </a:lnTo>
                  <a:lnTo>
                    <a:pt x="244509" y="247053"/>
                  </a:lnTo>
                  <a:lnTo>
                    <a:pt x="245135" y="247097"/>
                  </a:lnTo>
                  <a:lnTo>
                    <a:pt x="245625" y="246633"/>
                  </a:lnTo>
                  <a:lnTo>
                    <a:pt x="245722" y="246315"/>
                  </a:lnTo>
                  <a:lnTo>
                    <a:pt x="245904" y="246166"/>
                  </a:lnTo>
                  <a:lnTo>
                    <a:pt x="246532" y="245908"/>
                  </a:lnTo>
                  <a:lnTo>
                    <a:pt x="246815" y="245975"/>
                  </a:lnTo>
                  <a:lnTo>
                    <a:pt x="247189" y="247257"/>
                  </a:lnTo>
                  <a:lnTo>
                    <a:pt x="247176" y="247629"/>
                  </a:lnTo>
                  <a:lnTo>
                    <a:pt x="246908" y="248117"/>
                  </a:lnTo>
                  <a:lnTo>
                    <a:pt x="246125" y="248675"/>
                  </a:lnTo>
                  <a:lnTo>
                    <a:pt x="245985" y="248665"/>
                  </a:lnTo>
                  <a:lnTo>
                    <a:pt x="245476" y="249281"/>
                  </a:lnTo>
                  <a:lnTo>
                    <a:pt x="245681" y="250036"/>
                  </a:lnTo>
                  <a:lnTo>
                    <a:pt x="245412" y="250211"/>
                  </a:lnTo>
                  <a:lnTo>
                    <a:pt x="244922" y="250346"/>
                  </a:lnTo>
                  <a:lnTo>
                    <a:pt x="244639" y="250376"/>
                  </a:lnTo>
                  <a:lnTo>
                    <a:pt x="243973" y="250354"/>
                  </a:lnTo>
                  <a:lnTo>
                    <a:pt x="243774" y="250668"/>
                  </a:lnTo>
                  <a:lnTo>
                    <a:pt x="244101" y="251044"/>
                  </a:lnTo>
                  <a:lnTo>
                    <a:pt x="244406" y="251145"/>
                  </a:lnTo>
                  <a:lnTo>
                    <a:pt x="244585" y="251184"/>
                  </a:lnTo>
                  <a:lnTo>
                    <a:pt x="244804" y="251267"/>
                  </a:lnTo>
                  <a:lnTo>
                    <a:pt x="245010" y="251777"/>
                  </a:lnTo>
                  <a:lnTo>
                    <a:pt x="244719" y="251962"/>
                  </a:lnTo>
                  <a:lnTo>
                    <a:pt x="244574" y="251998"/>
                  </a:lnTo>
                  <a:lnTo>
                    <a:pt x="244387" y="252075"/>
                  </a:lnTo>
                  <a:lnTo>
                    <a:pt x="243611" y="252704"/>
                  </a:lnTo>
                  <a:lnTo>
                    <a:pt x="243207" y="253035"/>
                  </a:lnTo>
                  <a:lnTo>
                    <a:pt x="242727" y="253546"/>
                  </a:lnTo>
                  <a:lnTo>
                    <a:pt x="242674" y="253910"/>
                  </a:lnTo>
                  <a:lnTo>
                    <a:pt x="242398" y="254184"/>
                  </a:lnTo>
                  <a:lnTo>
                    <a:pt x="242072" y="254314"/>
                  </a:lnTo>
                  <a:lnTo>
                    <a:pt x="241738" y="254385"/>
                  </a:lnTo>
                  <a:lnTo>
                    <a:pt x="240855" y="254555"/>
                  </a:lnTo>
                  <a:lnTo>
                    <a:pt x="240415" y="254527"/>
                  </a:lnTo>
                  <a:lnTo>
                    <a:pt x="240237" y="254498"/>
                  </a:lnTo>
                  <a:lnTo>
                    <a:pt x="240107" y="254923"/>
                  </a:lnTo>
                  <a:lnTo>
                    <a:pt x="240151" y="255198"/>
                  </a:lnTo>
                  <a:lnTo>
                    <a:pt x="240104" y="255495"/>
                  </a:lnTo>
                  <a:lnTo>
                    <a:pt x="240022" y="255935"/>
                  </a:lnTo>
                  <a:lnTo>
                    <a:pt x="240038" y="256268"/>
                  </a:lnTo>
                  <a:lnTo>
                    <a:pt x="240002" y="256830"/>
                  </a:lnTo>
                  <a:lnTo>
                    <a:pt x="239864" y="257173"/>
                  </a:lnTo>
                  <a:lnTo>
                    <a:pt x="239682" y="257427"/>
                  </a:lnTo>
                  <a:lnTo>
                    <a:pt x="239316" y="257582"/>
                  </a:lnTo>
                  <a:lnTo>
                    <a:pt x="238520" y="257548"/>
                  </a:lnTo>
                  <a:lnTo>
                    <a:pt x="238368" y="257841"/>
                  </a:lnTo>
                  <a:lnTo>
                    <a:pt x="238146" y="258043"/>
                  </a:lnTo>
                  <a:lnTo>
                    <a:pt x="237901" y="258052"/>
                  </a:lnTo>
                  <a:lnTo>
                    <a:pt x="237763" y="258037"/>
                  </a:lnTo>
                  <a:lnTo>
                    <a:pt x="237345" y="257792"/>
                  </a:lnTo>
                  <a:lnTo>
                    <a:pt x="236956" y="257769"/>
                  </a:lnTo>
                  <a:lnTo>
                    <a:pt x="236544" y="257662"/>
                  </a:lnTo>
                  <a:lnTo>
                    <a:pt x="235863" y="257308"/>
                  </a:lnTo>
                  <a:lnTo>
                    <a:pt x="235025" y="257277"/>
                  </a:lnTo>
                  <a:lnTo>
                    <a:pt x="234791" y="257597"/>
                  </a:lnTo>
                  <a:lnTo>
                    <a:pt x="234522" y="257808"/>
                  </a:lnTo>
                  <a:lnTo>
                    <a:pt x="234341" y="258016"/>
                  </a:lnTo>
                  <a:lnTo>
                    <a:pt x="233892" y="258586"/>
                  </a:lnTo>
                  <a:lnTo>
                    <a:pt x="233838" y="259258"/>
                  </a:lnTo>
                  <a:lnTo>
                    <a:pt x="234107" y="259806"/>
                  </a:lnTo>
                  <a:lnTo>
                    <a:pt x="234689" y="260152"/>
                  </a:lnTo>
                  <a:lnTo>
                    <a:pt x="234824" y="260141"/>
                  </a:lnTo>
                  <a:lnTo>
                    <a:pt x="235318" y="260181"/>
                  </a:lnTo>
                  <a:lnTo>
                    <a:pt x="235537" y="260294"/>
                  </a:lnTo>
                  <a:lnTo>
                    <a:pt x="235824" y="260558"/>
                  </a:lnTo>
                  <a:lnTo>
                    <a:pt x="236418" y="260551"/>
                  </a:lnTo>
                  <a:lnTo>
                    <a:pt x="236585" y="260528"/>
                  </a:lnTo>
                  <a:lnTo>
                    <a:pt x="237438" y="261130"/>
                  </a:lnTo>
                  <a:lnTo>
                    <a:pt x="237427" y="261275"/>
                  </a:lnTo>
                  <a:lnTo>
                    <a:pt x="237291" y="261685"/>
                  </a:lnTo>
                  <a:lnTo>
                    <a:pt x="236997" y="261893"/>
                  </a:lnTo>
                  <a:lnTo>
                    <a:pt x="236787" y="262261"/>
                  </a:lnTo>
                  <a:lnTo>
                    <a:pt x="236618" y="262629"/>
                  </a:lnTo>
                  <a:lnTo>
                    <a:pt x="236196" y="262664"/>
                  </a:lnTo>
                  <a:lnTo>
                    <a:pt x="235959" y="262774"/>
                  </a:lnTo>
                  <a:lnTo>
                    <a:pt x="235598" y="262950"/>
                  </a:lnTo>
                  <a:lnTo>
                    <a:pt x="235377" y="263054"/>
                  </a:lnTo>
                  <a:lnTo>
                    <a:pt x="234079" y="263082"/>
                  </a:lnTo>
                  <a:lnTo>
                    <a:pt x="233924" y="263016"/>
                  </a:lnTo>
                  <a:lnTo>
                    <a:pt x="233565" y="262796"/>
                  </a:lnTo>
                  <a:lnTo>
                    <a:pt x="232986" y="262615"/>
                  </a:lnTo>
                  <a:lnTo>
                    <a:pt x="232380" y="262972"/>
                  </a:lnTo>
                  <a:lnTo>
                    <a:pt x="232253" y="263373"/>
                  </a:lnTo>
                  <a:lnTo>
                    <a:pt x="232246" y="263720"/>
                  </a:lnTo>
                  <a:lnTo>
                    <a:pt x="232174" y="264054"/>
                  </a:lnTo>
                  <a:lnTo>
                    <a:pt x="232053" y="264547"/>
                  </a:lnTo>
                  <a:lnTo>
                    <a:pt x="231771" y="264698"/>
                  </a:lnTo>
                  <a:lnTo>
                    <a:pt x="231838" y="265231"/>
                  </a:lnTo>
                  <a:lnTo>
                    <a:pt x="231866" y="265694"/>
                  </a:lnTo>
                  <a:lnTo>
                    <a:pt x="231848" y="266347"/>
                  </a:lnTo>
                  <a:lnTo>
                    <a:pt x="231654" y="267291"/>
                  </a:lnTo>
                  <a:lnTo>
                    <a:pt x="231499" y="267571"/>
                  </a:lnTo>
                  <a:lnTo>
                    <a:pt x="231345" y="267798"/>
                  </a:lnTo>
                  <a:lnTo>
                    <a:pt x="231097" y="268234"/>
                  </a:lnTo>
                  <a:lnTo>
                    <a:pt x="231034" y="268452"/>
                  </a:lnTo>
                  <a:lnTo>
                    <a:pt x="230781" y="268601"/>
                  </a:lnTo>
                  <a:lnTo>
                    <a:pt x="230395" y="268880"/>
                  </a:lnTo>
                  <a:lnTo>
                    <a:pt x="229998" y="269749"/>
                  </a:lnTo>
                  <a:lnTo>
                    <a:pt x="229973" y="270106"/>
                  </a:lnTo>
                  <a:lnTo>
                    <a:pt x="230005" y="270331"/>
                  </a:lnTo>
                  <a:lnTo>
                    <a:pt x="230165" y="270745"/>
                  </a:lnTo>
                  <a:lnTo>
                    <a:pt x="230478" y="270656"/>
                  </a:lnTo>
                  <a:lnTo>
                    <a:pt x="230712" y="270830"/>
                  </a:lnTo>
                  <a:lnTo>
                    <a:pt x="231035" y="271129"/>
                  </a:lnTo>
                  <a:lnTo>
                    <a:pt x="231333" y="271330"/>
                  </a:lnTo>
                  <a:lnTo>
                    <a:pt x="231384" y="271552"/>
                  </a:lnTo>
                  <a:lnTo>
                    <a:pt x="231619" y="271664"/>
                  </a:lnTo>
                  <a:lnTo>
                    <a:pt x="232022" y="271825"/>
                  </a:lnTo>
                  <a:lnTo>
                    <a:pt x="232546" y="271755"/>
                  </a:lnTo>
                  <a:lnTo>
                    <a:pt x="232712" y="271858"/>
                  </a:lnTo>
                  <a:lnTo>
                    <a:pt x="232628" y="272200"/>
                  </a:lnTo>
                  <a:lnTo>
                    <a:pt x="232116" y="273006"/>
                  </a:lnTo>
                  <a:lnTo>
                    <a:pt x="232630" y="272864"/>
                  </a:lnTo>
                  <a:lnTo>
                    <a:pt x="232793" y="272886"/>
                  </a:lnTo>
                  <a:lnTo>
                    <a:pt x="233085" y="272971"/>
                  </a:lnTo>
                  <a:lnTo>
                    <a:pt x="233848" y="273147"/>
                  </a:lnTo>
                  <a:lnTo>
                    <a:pt x="234215" y="273220"/>
                  </a:lnTo>
                  <a:lnTo>
                    <a:pt x="234500" y="273382"/>
                  </a:lnTo>
                  <a:lnTo>
                    <a:pt x="234640" y="273522"/>
                  </a:lnTo>
                  <a:lnTo>
                    <a:pt x="234792" y="274078"/>
                  </a:lnTo>
                  <a:lnTo>
                    <a:pt x="234832" y="274333"/>
                  </a:lnTo>
                  <a:lnTo>
                    <a:pt x="234873" y="274618"/>
                  </a:lnTo>
                  <a:lnTo>
                    <a:pt x="235652" y="275196"/>
                  </a:lnTo>
                  <a:lnTo>
                    <a:pt x="235986" y="275505"/>
                  </a:lnTo>
                  <a:lnTo>
                    <a:pt x="236340" y="275670"/>
                  </a:lnTo>
                  <a:lnTo>
                    <a:pt x="236728" y="275917"/>
                  </a:lnTo>
                  <a:lnTo>
                    <a:pt x="236847" y="276047"/>
                  </a:lnTo>
                  <a:lnTo>
                    <a:pt x="237201" y="276186"/>
                  </a:lnTo>
                  <a:lnTo>
                    <a:pt x="237439" y="275998"/>
                  </a:lnTo>
                  <a:lnTo>
                    <a:pt x="237761" y="276012"/>
                  </a:lnTo>
                  <a:lnTo>
                    <a:pt x="238660" y="276555"/>
                  </a:lnTo>
                  <a:lnTo>
                    <a:pt x="238746" y="276792"/>
                  </a:lnTo>
                  <a:lnTo>
                    <a:pt x="238744" y="277066"/>
                  </a:lnTo>
                  <a:lnTo>
                    <a:pt x="238882" y="277311"/>
                  </a:lnTo>
                  <a:lnTo>
                    <a:pt x="239350" y="277366"/>
                  </a:lnTo>
                  <a:lnTo>
                    <a:pt x="239567" y="277053"/>
                  </a:lnTo>
                  <a:lnTo>
                    <a:pt x="239898" y="276690"/>
                  </a:lnTo>
                  <a:lnTo>
                    <a:pt x="240313" y="276892"/>
                  </a:lnTo>
                  <a:lnTo>
                    <a:pt x="240458" y="277139"/>
                  </a:lnTo>
                  <a:lnTo>
                    <a:pt x="240637" y="277219"/>
                  </a:lnTo>
                  <a:lnTo>
                    <a:pt x="240870" y="277320"/>
                  </a:lnTo>
                  <a:lnTo>
                    <a:pt x="241057" y="277369"/>
                  </a:lnTo>
                  <a:lnTo>
                    <a:pt x="241460" y="277198"/>
                  </a:lnTo>
                  <a:lnTo>
                    <a:pt x="241945" y="276839"/>
                  </a:lnTo>
                  <a:lnTo>
                    <a:pt x="242483" y="276481"/>
                  </a:lnTo>
                  <a:lnTo>
                    <a:pt x="242646" y="276427"/>
                  </a:lnTo>
                  <a:lnTo>
                    <a:pt x="242978" y="276241"/>
                  </a:lnTo>
                  <a:lnTo>
                    <a:pt x="243356" y="275873"/>
                  </a:lnTo>
                  <a:lnTo>
                    <a:pt x="243664" y="275844"/>
                  </a:lnTo>
                  <a:lnTo>
                    <a:pt x="244271" y="276255"/>
                  </a:lnTo>
                  <a:lnTo>
                    <a:pt x="244518" y="276859"/>
                  </a:lnTo>
                  <a:lnTo>
                    <a:pt x="244475" y="276999"/>
                  </a:lnTo>
                  <a:lnTo>
                    <a:pt x="244348" y="277398"/>
                  </a:lnTo>
                  <a:lnTo>
                    <a:pt x="243970" y="277840"/>
                  </a:lnTo>
                  <a:lnTo>
                    <a:pt x="243641" y="278084"/>
                  </a:lnTo>
                  <a:lnTo>
                    <a:pt x="243360" y="278164"/>
                  </a:lnTo>
                  <a:lnTo>
                    <a:pt x="243181" y="278290"/>
                  </a:lnTo>
                  <a:lnTo>
                    <a:pt x="242718" y="278868"/>
                  </a:lnTo>
                  <a:lnTo>
                    <a:pt x="243122" y="279285"/>
                  </a:lnTo>
                  <a:lnTo>
                    <a:pt x="243316" y="279767"/>
                  </a:lnTo>
                  <a:lnTo>
                    <a:pt x="243298" y="280294"/>
                  </a:lnTo>
                  <a:lnTo>
                    <a:pt x="243865" y="280266"/>
                  </a:lnTo>
                  <a:lnTo>
                    <a:pt x="244122" y="280008"/>
                  </a:lnTo>
                  <a:lnTo>
                    <a:pt x="244765" y="280256"/>
                  </a:lnTo>
                  <a:lnTo>
                    <a:pt x="244985" y="280143"/>
                  </a:lnTo>
                  <a:lnTo>
                    <a:pt x="245581" y="280028"/>
                  </a:lnTo>
                  <a:lnTo>
                    <a:pt x="246595" y="280375"/>
                  </a:lnTo>
                  <a:lnTo>
                    <a:pt x="246886" y="280393"/>
                  </a:lnTo>
                  <a:lnTo>
                    <a:pt x="246737" y="280777"/>
                  </a:lnTo>
                  <a:lnTo>
                    <a:pt x="246374" y="280997"/>
                  </a:lnTo>
                  <a:lnTo>
                    <a:pt x="246215" y="281210"/>
                  </a:lnTo>
                  <a:lnTo>
                    <a:pt x="246058" y="281878"/>
                  </a:lnTo>
                  <a:lnTo>
                    <a:pt x="246239" y="281869"/>
                  </a:lnTo>
                  <a:lnTo>
                    <a:pt x="246515" y="282337"/>
                  </a:lnTo>
                  <a:lnTo>
                    <a:pt x="246528" y="282468"/>
                  </a:lnTo>
                  <a:lnTo>
                    <a:pt x="246744" y="282620"/>
                  </a:lnTo>
                  <a:lnTo>
                    <a:pt x="246967" y="282744"/>
                  </a:lnTo>
                  <a:lnTo>
                    <a:pt x="247583" y="283090"/>
                  </a:lnTo>
                  <a:lnTo>
                    <a:pt x="247656" y="283321"/>
                  </a:lnTo>
                  <a:lnTo>
                    <a:pt x="247684" y="283463"/>
                  </a:lnTo>
                  <a:lnTo>
                    <a:pt x="248218" y="283426"/>
                  </a:lnTo>
                  <a:lnTo>
                    <a:pt x="248480" y="283311"/>
                  </a:lnTo>
                  <a:lnTo>
                    <a:pt x="249112" y="283495"/>
                  </a:lnTo>
                  <a:lnTo>
                    <a:pt x="249249" y="283904"/>
                  </a:lnTo>
                  <a:lnTo>
                    <a:pt x="249580" y="283902"/>
                  </a:lnTo>
                  <a:lnTo>
                    <a:pt x="250328" y="283588"/>
                  </a:lnTo>
                  <a:lnTo>
                    <a:pt x="250509" y="283556"/>
                  </a:lnTo>
                  <a:lnTo>
                    <a:pt x="250803" y="283829"/>
                  </a:lnTo>
                  <a:lnTo>
                    <a:pt x="251246" y="283788"/>
                  </a:lnTo>
                  <a:lnTo>
                    <a:pt x="251387" y="283527"/>
                  </a:lnTo>
                  <a:lnTo>
                    <a:pt x="251865" y="283264"/>
                  </a:lnTo>
                  <a:lnTo>
                    <a:pt x="252381" y="283012"/>
                  </a:lnTo>
                  <a:lnTo>
                    <a:pt x="252731" y="282923"/>
                  </a:lnTo>
                  <a:lnTo>
                    <a:pt x="252865" y="282932"/>
                  </a:lnTo>
                  <a:lnTo>
                    <a:pt x="253053" y="282977"/>
                  </a:lnTo>
                  <a:lnTo>
                    <a:pt x="253344" y="283297"/>
                  </a:lnTo>
                  <a:lnTo>
                    <a:pt x="253049" y="283642"/>
                  </a:lnTo>
                  <a:lnTo>
                    <a:pt x="253332" y="284038"/>
                  </a:lnTo>
                  <a:lnTo>
                    <a:pt x="253721" y="283951"/>
                  </a:lnTo>
                  <a:lnTo>
                    <a:pt x="253863" y="283714"/>
                  </a:lnTo>
                  <a:lnTo>
                    <a:pt x="253935" y="283541"/>
                  </a:lnTo>
                  <a:lnTo>
                    <a:pt x="254535" y="283364"/>
                  </a:lnTo>
                  <a:lnTo>
                    <a:pt x="254831" y="283291"/>
                  </a:lnTo>
                  <a:lnTo>
                    <a:pt x="255360" y="283305"/>
                  </a:lnTo>
                  <a:lnTo>
                    <a:pt x="255679" y="283691"/>
                  </a:lnTo>
                  <a:lnTo>
                    <a:pt x="256031" y="283446"/>
                  </a:lnTo>
                  <a:lnTo>
                    <a:pt x="256278" y="283416"/>
                  </a:lnTo>
                  <a:lnTo>
                    <a:pt x="256774" y="283593"/>
                  </a:lnTo>
                  <a:lnTo>
                    <a:pt x="257193" y="283762"/>
                  </a:lnTo>
                  <a:lnTo>
                    <a:pt x="257441" y="283614"/>
                  </a:lnTo>
                  <a:lnTo>
                    <a:pt x="257561" y="283459"/>
                  </a:lnTo>
                  <a:lnTo>
                    <a:pt x="257775" y="283160"/>
                  </a:lnTo>
                  <a:lnTo>
                    <a:pt x="257888" y="283002"/>
                  </a:lnTo>
                  <a:lnTo>
                    <a:pt x="258079" y="282690"/>
                  </a:lnTo>
                  <a:lnTo>
                    <a:pt x="258432" y="282884"/>
                  </a:lnTo>
                  <a:lnTo>
                    <a:pt x="258895" y="282992"/>
                  </a:lnTo>
                  <a:lnTo>
                    <a:pt x="259354" y="282686"/>
                  </a:lnTo>
                  <a:lnTo>
                    <a:pt x="259599" y="282761"/>
                  </a:lnTo>
                  <a:lnTo>
                    <a:pt x="259954" y="283202"/>
                  </a:lnTo>
                  <a:lnTo>
                    <a:pt x="260336" y="283502"/>
                  </a:lnTo>
                  <a:lnTo>
                    <a:pt x="260911" y="283648"/>
                  </a:lnTo>
                  <a:lnTo>
                    <a:pt x="260845" y="283945"/>
                  </a:lnTo>
                  <a:lnTo>
                    <a:pt x="260672" y="284016"/>
                  </a:lnTo>
                  <a:lnTo>
                    <a:pt x="260465" y="284098"/>
                  </a:lnTo>
                  <a:lnTo>
                    <a:pt x="260088" y="284403"/>
                  </a:lnTo>
                  <a:lnTo>
                    <a:pt x="259978" y="284839"/>
                  </a:lnTo>
                  <a:lnTo>
                    <a:pt x="260159" y="285009"/>
                  </a:lnTo>
                  <a:lnTo>
                    <a:pt x="260697" y="285232"/>
                  </a:lnTo>
                  <a:lnTo>
                    <a:pt x="260633" y="285525"/>
                  </a:lnTo>
                  <a:lnTo>
                    <a:pt x="260587" y="285819"/>
                  </a:lnTo>
                  <a:lnTo>
                    <a:pt x="261175" y="286371"/>
                  </a:lnTo>
                  <a:lnTo>
                    <a:pt x="261339" y="286523"/>
                  </a:lnTo>
                  <a:lnTo>
                    <a:pt x="261655" y="286593"/>
                  </a:lnTo>
                  <a:lnTo>
                    <a:pt x="261798" y="286629"/>
                  </a:lnTo>
                  <a:lnTo>
                    <a:pt x="262179" y="286962"/>
                  </a:lnTo>
                  <a:lnTo>
                    <a:pt x="262174" y="287871"/>
                  </a:lnTo>
                  <a:lnTo>
                    <a:pt x="261682" y="288357"/>
                  </a:lnTo>
                  <a:lnTo>
                    <a:pt x="261842" y="288805"/>
                  </a:lnTo>
                  <a:lnTo>
                    <a:pt x="262112" y="288895"/>
                  </a:lnTo>
                  <a:lnTo>
                    <a:pt x="261975" y="289256"/>
                  </a:lnTo>
                  <a:lnTo>
                    <a:pt x="262042" y="289608"/>
                  </a:lnTo>
                  <a:lnTo>
                    <a:pt x="262096" y="289786"/>
                  </a:lnTo>
                  <a:lnTo>
                    <a:pt x="261941" y="290513"/>
                  </a:lnTo>
                  <a:lnTo>
                    <a:pt x="261488" y="290704"/>
                  </a:lnTo>
                  <a:lnTo>
                    <a:pt x="261375" y="291000"/>
                  </a:lnTo>
                  <a:lnTo>
                    <a:pt x="261419" y="291300"/>
                  </a:lnTo>
                  <a:lnTo>
                    <a:pt x="261763" y="291500"/>
                  </a:lnTo>
                  <a:lnTo>
                    <a:pt x="261840" y="291713"/>
                  </a:lnTo>
                  <a:lnTo>
                    <a:pt x="261983" y="291803"/>
                  </a:lnTo>
                  <a:lnTo>
                    <a:pt x="262322" y="291994"/>
                  </a:lnTo>
                  <a:lnTo>
                    <a:pt x="262145" y="292214"/>
                  </a:lnTo>
                  <a:lnTo>
                    <a:pt x="261996" y="292439"/>
                  </a:lnTo>
                  <a:lnTo>
                    <a:pt x="261839" y="292892"/>
                  </a:lnTo>
                  <a:lnTo>
                    <a:pt x="262005" y="293061"/>
                  </a:lnTo>
                  <a:lnTo>
                    <a:pt x="262366" y="293227"/>
                  </a:lnTo>
                  <a:lnTo>
                    <a:pt x="262687" y="293474"/>
                  </a:lnTo>
                  <a:lnTo>
                    <a:pt x="262728" y="294545"/>
                  </a:lnTo>
                  <a:lnTo>
                    <a:pt x="262972" y="294860"/>
                  </a:lnTo>
                  <a:lnTo>
                    <a:pt x="263518" y="295200"/>
                  </a:lnTo>
                  <a:lnTo>
                    <a:pt x="263753" y="295331"/>
                  </a:lnTo>
                  <a:lnTo>
                    <a:pt x="264039" y="295461"/>
                  </a:lnTo>
                  <a:lnTo>
                    <a:pt x="264211" y="295696"/>
                  </a:lnTo>
                  <a:lnTo>
                    <a:pt x="264378" y="296380"/>
                  </a:lnTo>
                  <a:lnTo>
                    <a:pt x="264064" y="296864"/>
                  </a:lnTo>
                  <a:lnTo>
                    <a:pt x="263751" y="297429"/>
                  </a:lnTo>
                  <a:lnTo>
                    <a:pt x="263621" y="297494"/>
                  </a:lnTo>
                  <a:lnTo>
                    <a:pt x="263443" y="298158"/>
                  </a:lnTo>
                  <a:lnTo>
                    <a:pt x="263496" y="298730"/>
                  </a:lnTo>
                  <a:lnTo>
                    <a:pt x="263918" y="298408"/>
                  </a:lnTo>
                  <a:lnTo>
                    <a:pt x="264234" y="298420"/>
                  </a:lnTo>
                  <a:lnTo>
                    <a:pt x="264475" y="298276"/>
                  </a:lnTo>
                  <a:lnTo>
                    <a:pt x="264602" y="298158"/>
                  </a:lnTo>
                  <a:lnTo>
                    <a:pt x="265043" y="297930"/>
                  </a:lnTo>
                  <a:lnTo>
                    <a:pt x="265380" y="298091"/>
                  </a:lnTo>
                  <a:lnTo>
                    <a:pt x="265531" y="298527"/>
                  </a:lnTo>
                  <a:lnTo>
                    <a:pt x="265649" y="298840"/>
                  </a:lnTo>
                  <a:lnTo>
                    <a:pt x="266310" y="299466"/>
                  </a:lnTo>
                  <a:lnTo>
                    <a:pt x="266448" y="299462"/>
                  </a:lnTo>
                  <a:lnTo>
                    <a:pt x="266756" y="299605"/>
                  </a:lnTo>
                  <a:lnTo>
                    <a:pt x="267194" y="300039"/>
                  </a:lnTo>
                  <a:lnTo>
                    <a:pt x="267332" y="299755"/>
                  </a:lnTo>
                  <a:lnTo>
                    <a:pt x="267275" y="299564"/>
                  </a:lnTo>
                  <a:lnTo>
                    <a:pt x="267722" y="299513"/>
                  </a:lnTo>
                  <a:lnTo>
                    <a:pt x="268314" y="299494"/>
                  </a:lnTo>
                  <a:lnTo>
                    <a:pt x="268638" y="300275"/>
                  </a:lnTo>
                  <a:lnTo>
                    <a:pt x="268644" y="301027"/>
                  </a:lnTo>
                  <a:lnTo>
                    <a:pt x="268682" y="301329"/>
                  </a:lnTo>
                  <a:lnTo>
                    <a:pt x="269017" y="302865"/>
                  </a:lnTo>
                  <a:lnTo>
                    <a:pt x="268791" y="303300"/>
                  </a:lnTo>
                  <a:lnTo>
                    <a:pt x="268621" y="303776"/>
                  </a:lnTo>
                  <a:lnTo>
                    <a:pt x="268154" y="304144"/>
                  </a:lnTo>
                  <a:lnTo>
                    <a:pt x="268115" y="304616"/>
                  </a:lnTo>
                  <a:lnTo>
                    <a:pt x="268790" y="305209"/>
                  </a:lnTo>
                  <a:lnTo>
                    <a:pt x="269070" y="305375"/>
                  </a:lnTo>
                  <a:lnTo>
                    <a:pt x="269345" y="305449"/>
                  </a:lnTo>
                  <a:lnTo>
                    <a:pt x="269342" y="305721"/>
                  </a:lnTo>
                  <a:lnTo>
                    <a:pt x="269213" y="305860"/>
                  </a:lnTo>
                  <a:lnTo>
                    <a:pt x="268984" y="306253"/>
                  </a:lnTo>
                  <a:lnTo>
                    <a:pt x="269690" y="307079"/>
                  </a:lnTo>
                  <a:lnTo>
                    <a:pt x="269849" y="307140"/>
                  </a:lnTo>
                  <a:lnTo>
                    <a:pt x="270110" y="307342"/>
                  </a:lnTo>
                  <a:lnTo>
                    <a:pt x="270528" y="307611"/>
                  </a:lnTo>
                  <a:lnTo>
                    <a:pt x="271086" y="307473"/>
                  </a:lnTo>
                  <a:lnTo>
                    <a:pt x="271150" y="307326"/>
                  </a:lnTo>
                  <a:lnTo>
                    <a:pt x="271317" y="307089"/>
                  </a:lnTo>
                  <a:lnTo>
                    <a:pt x="271521" y="307029"/>
                  </a:lnTo>
                  <a:lnTo>
                    <a:pt x="271796" y="307221"/>
                  </a:lnTo>
                  <a:lnTo>
                    <a:pt x="272351" y="307430"/>
                  </a:lnTo>
                  <a:lnTo>
                    <a:pt x="272701" y="307752"/>
                  </a:lnTo>
                  <a:lnTo>
                    <a:pt x="273061" y="307970"/>
                  </a:lnTo>
                  <a:lnTo>
                    <a:pt x="272835" y="308634"/>
                  </a:lnTo>
                  <a:lnTo>
                    <a:pt x="272587" y="308948"/>
                  </a:lnTo>
                  <a:lnTo>
                    <a:pt x="272689" y="309478"/>
                  </a:lnTo>
                  <a:lnTo>
                    <a:pt x="272894" y="309671"/>
                  </a:lnTo>
                  <a:lnTo>
                    <a:pt x="272936" y="310002"/>
                  </a:lnTo>
                  <a:lnTo>
                    <a:pt x="272724" y="310125"/>
                  </a:lnTo>
                  <a:lnTo>
                    <a:pt x="272519" y="310236"/>
                  </a:lnTo>
                  <a:lnTo>
                    <a:pt x="271883" y="310390"/>
                  </a:lnTo>
                  <a:lnTo>
                    <a:pt x="271638" y="310340"/>
                  </a:lnTo>
                  <a:lnTo>
                    <a:pt x="271491" y="310389"/>
                  </a:lnTo>
                  <a:lnTo>
                    <a:pt x="270988" y="310632"/>
                  </a:lnTo>
                  <a:lnTo>
                    <a:pt x="270771" y="310916"/>
                  </a:lnTo>
                  <a:lnTo>
                    <a:pt x="270791" y="311076"/>
                  </a:lnTo>
                  <a:lnTo>
                    <a:pt x="270660" y="311190"/>
                  </a:lnTo>
                  <a:lnTo>
                    <a:pt x="270338" y="311604"/>
                  </a:lnTo>
                  <a:lnTo>
                    <a:pt x="270070" y="311743"/>
                  </a:lnTo>
                  <a:lnTo>
                    <a:pt x="269757" y="311765"/>
                  </a:lnTo>
                  <a:lnTo>
                    <a:pt x="269269" y="311753"/>
                  </a:lnTo>
                  <a:lnTo>
                    <a:pt x="269111" y="311766"/>
                  </a:lnTo>
                  <a:lnTo>
                    <a:pt x="268894" y="311784"/>
                  </a:lnTo>
                  <a:lnTo>
                    <a:pt x="268345" y="311920"/>
                  </a:lnTo>
                  <a:lnTo>
                    <a:pt x="267906" y="312073"/>
                  </a:lnTo>
                  <a:lnTo>
                    <a:pt x="267174" y="312412"/>
                  </a:lnTo>
                  <a:lnTo>
                    <a:pt x="267160" y="312614"/>
                  </a:lnTo>
                  <a:lnTo>
                    <a:pt x="266675" y="312553"/>
                  </a:lnTo>
                  <a:lnTo>
                    <a:pt x="266371" y="312556"/>
                  </a:lnTo>
                  <a:lnTo>
                    <a:pt x="266330" y="312684"/>
                  </a:lnTo>
                  <a:lnTo>
                    <a:pt x="266321" y="313110"/>
                  </a:lnTo>
                  <a:lnTo>
                    <a:pt x="265834" y="313111"/>
                  </a:lnTo>
                  <a:lnTo>
                    <a:pt x="265707" y="312893"/>
                  </a:lnTo>
                  <a:lnTo>
                    <a:pt x="265620" y="312662"/>
                  </a:lnTo>
                  <a:lnTo>
                    <a:pt x="265342" y="312599"/>
                  </a:lnTo>
                  <a:lnTo>
                    <a:pt x="265183" y="312683"/>
                  </a:lnTo>
                  <a:lnTo>
                    <a:pt x="264532" y="313007"/>
                  </a:lnTo>
                  <a:lnTo>
                    <a:pt x="264198" y="313163"/>
                  </a:lnTo>
                  <a:lnTo>
                    <a:pt x="264088" y="312981"/>
                  </a:lnTo>
                  <a:lnTo>
                    <a:pt x="263763" y="313106"/>
                  </a:lnTo>
                  <a:lnTo>
                    <a:pt x="263444" y="313476"/>
                  </a:lnTo>
                  <a:lnTo>
                    <a:pt x="263106" y="313845"/>
                  </a:lnTo>
                  <a:lnTo>
                    <a:pt x="262942" y="313910"/>
                  </a:lnTo>
                  <a:lnTo>
                    <a:pt x="262413" y="313941"/>
                  </a:lnTo>
                  <a:lnTo>
                    <a:pt x="262219" y="313783"/>
                  </a:lnTo>
                  <a:lnTo>
                    <a:pt x="262018" y="313792"/>
                  </a:lnTo>
                  <a:lnTo>
                    <a:pt x="261780" y="313827"/>
                  </a:lnTo>
                  <a:lnTo>
                    <a:pt x="261650" y="313845"/>
                  </a:lnTo>
                  <a:lnTo>
                    <a:pt x="261699" y="314357"/>
                  </a:lnTo>
                  <a:lnTo>
                    <a:pt x="261382" y="314378"/>
                  </a:lnTo>
                  <a:lnTo>
                    <a:pt x="261220" y="314036"/>
                  </a:lnTo>
                  <a:lnTo>
                    <a:pt x="260720" y="314075"/>
                  </a:lnTo>
                  <a:lnTo>
                    <a:pt x="260561" y="314153"/>
                  </a:lnTo>
                  <a:lnTo>
                    <a:pt x="259848" y="314654"/>
                  </a:lnTo>
                  <a:lnTo>
                    <a:pt x="259405" y="315250"/>
                  </a:lnTo>
                  <a:lnTo>
                    <a:pt x="259271" y="315642"/>
                  </a:lnTo>
                  <a:lnTo>
                    <a:pt x="259164" y="316033"/>
                  </a:lnTo>
                  <a:lnTo>
                    <a:pt x="258858" y="316977"/>
                  </a:lnTo>
                  <a:lnTo>
                    <a:pt x="259407" y="318134"/>
                  </a:lnTo>
                  <a:lnTo>
                    <a:pt x="259505" y="318545"/>
                  </a:lnTo>
                  <a:lnTo>
                    <a:pt x="259488" y="318702"/>
                  </a:lnTo>
                  <a:lnTo>
                    <a:pt x="259046" y="318456"/>
                  </a:lnTo>
                  <a:lnTo>
                    <a:pt x="258528" y="318486"/>
                  </a:lnTo>
                  <a:lnTo>
                    <a:pt x="258373" y="318383"/>
                  </a:lnTo>
                  <a:lnTo>
                    <a:pt x="258201" y="318388"/>
                  </a:lnTo>
                  <a:lnTo>
                    <a:pt x="257445" y="318571"/>
                  </a:lnTo>
                  <a:lnTo>
                    <a:pt x="257137" y="318587"/>
                  </a:lnTo>
                  <a:lnTo>
                    <a:pt x="256598" y="318717"/>
                  </a:lnTo>
                  <a:lnTo>
                    <a:pt x="256218" y="318809"/>
                  </a:lnTo>
                  <a:lnTo>
                    <a:pt x="255713" y="319150"/>
                  </a:lnTo>
                  <a:lnTo>
                    <a:pt x="255377" y="319342"/>
                  </a:lnTo>
                  <a:lnTo>
                    <a:pt x="254992" y="319616"/>
                  </a:lnTo>
                  <a:lnTo>
                    <a:pt x="254688" y="319942"/>
                  </a:lnTo>
                  <a:lnTo>
                    <a:pt x="254583" y="320130"/>
                  </a:lnTo>
                  <a:lnTo>
                    <a:pt x="254609" y="320305"/>
                  </a:lnTo>
                  <a:lnTo>
                    <a:pt x="254234" y="320370"/>
                  </a:lnTo>
                  <a:lnTo>
                    <a:pt x="254079" y="320554"/>
                  </a:lnTo>
                  <a:lnTo>
                    <a:pt x="253580" y="320883"/>
                  </a:lnTo>
                  <a:lnTo>
                    <a:pt x="253439" y="320976"/>
                  </a:lnTo>
                  <a:lnTo>
                    <a:pt x="253087" y="321208"/>
                  </a:lnTo>
                  <a:lnTo>
                    <a:pt x="252400" y="321740"/>
                  </a:lnTo>
                  <a:lnTo>
                    <a:pt x="252124" y="322116"/>
                  </a:lnTo>
                  <a:lnTo>
                    <a:pt x="251967" y="322405"/>
                  </a:lnTo>
                  <a:lnTo>
                    <a:pt x="251798" y="322635"/>
                  </a:lnTo>
                  <a:lnTo>
                    <a:pt x="251547" y="323047"/>
                  </a:lnTo>
                  <a:lnTo>
                    <a:pt x="251426" y="323280"/>
                  </a:lnTo>
                  <a:lnTo>
                    <a:pt x="251160" y="323970"/>
                  </a:lnTo>
                  <a:lnTo>
                    <a:pt x="250970" y="324636"/>
                  </a:lnTo>
                  <a:lnTo>
                    <a:pt x="250852" y="325044"/>
                  </a:lnTo>
                  <a:lnTo>
                    <a:pt x="250821" y="325184"/>
                  </a:lnTo>
                  <a:lnTo>
                    <a:pt x="250632" y="325587"/>
                  </a:lnTo>
                  <a:lnTo>
                    <a:pt x="250444" y="325999"/>
                  </a:lnTo>
                  <a:lnTo>
                    <a:pt x="250299" y="326419"/>
                  </a:lnTo>
                  <a:lnTo>
                    <a:pt x="250071" y="327077"/>
                  </a:lnTo>
                  <a:lnTo>
                    <a:pt x="249997" y="327327"/>
                  </a:lnTo>
                  <a:lnTo>
                    <a:pt x="249946" y="327502"/>
                  </a:lnTo>
                  <a:lnTo>
                    <a:pt x="249895" y="327671"/>
                  </a:lnTo>
                  <a:lnTo>
                    <a:pt x="249489" y="328750"/>
                  </a:lnTo>
                  <a:lnTo>
                    <a:pt x="249367" y="328988"/>
                  </a:lnTo>
                  <a:lnTo>
                    <a:pt x="249165" y="329385"/>
                  </a:lnTo>
                  <a:lnTo>
                    <a:pt x="249023" y="329977"/>
                  </a:lnTo>
                  <a:lnTo>
                    <a:pt x="248913" y="330193"/>
                  </a:lnTo>
                  <a:lnTo>
                    <a:pt x="248811" y="330395"/>
                  </a:lnTo>
                  <a:lnTo>
                    <a:pt x="248660" y="330691"/>
                  </a:lnTo>
                  <a:lnTo>
                    <a:pt x="248372" y="331170"/>
                  </a:lnTo>
                  <a:lnTo>
                    <a:pt x="248221" y="331483"/>
                  </a:lnTo>
                  <a:lnTo>
                    <a:pt x="248139" y="331721"/>
                  </a:lnTo>
                  <a:lnTo>
                    <a:pt x="248084" y="331880"/>
                  </a:lnTo>
                  <a:lnTo>
                    <a:pt x="247957" y="332275"/>
                  </a:lnTo>
                  <a:lnTo>
                    <a:pt x="247793" y="333175"/>
                  </a:lnTo>
                  <a:lnTo>
                    <a:pt x="247763" y="333562"/>
                  </a:lnTo>
                  <a:lnTo>
                    <a:pt x="247771" y="334031"/>
                  </a:lnTo>
                  <a:lnTo>
                    <a:pt x="247773" y="334165"/>
                  </a:lnTo>
                  <a:lnTo>
                    <a:pt x="248047" y="334463"/>
                  </a:lnTo>
                  <a:lnTo>
                    <a:pt x="248279" y="334218"/>
                  </a:lnTo>
                  <a:lnTo>
                    <a:pt x="248542" y="334602"/>
                  </a:lnTo>
                  <a:lnTo>
                    <a:pt x="248892" y="334966"/>
                  </a:lnTo>
                  <a:lnTo>
                    <a:pt x="249316" y="335500"/>
                  </a:lnTo>
                  <a:lnTo>
                    <a:pt x="249546" y="335891"/>
                  </a:lnTo>
                  <a:lnTo>
                    <a:pt x="249811" y="336588"/>
                  </a:lnTo>
                  <a:lnTo>
                    <a:pt x="249852" y="336762"/>
                  </a:lnTo>
                  <a:lnTo>
                    <a:pt x="249769" y="336978"/>
                  </a:lnTo>
                  <a:lnTo>
                    <a:pt x="249620" y="337111"/>
                  </a:lnTo>
                  <a:lnTo>
                    <a:pt x="249226" y="337405"/>
                  </a:lnTo>
                  <a:lnTo>
                    <a:pt x="249643" y="337298"/>
                  </a:lnTo>
                  <a:lnTo>
                    <a:pt x="249802" y="337278"/>
                  </a:lnTo>
                  <a:lnTo>
                    <a:pt x="249793" y="337424"/>
                  </a:lnTo>
                  <a:lnTo>
                    <a:pt x="249550" y="337896"/>
                  </a:lnTo>
                  <a:lnTo>
                    <a:pt x="249377" y="337968"/>
                  </a:lnTo>
                  <a:lnTo>
                    <a:pt x="248941" y="338039"/>
                  </a:lnTo>
                  <a:lnTo>
                    <a:pt x="248914" y="338481"/>
                  </a:lnTo>
                  <a:lnTo>
                    <a:pt x="249154" y="338621"/>
                  </a:lnTo>
                  <a:lnTo>
                    <a:pt x="248860" y="339063"/>
                  </a:lnTo>
                  <a:lnTo>
                    <a:pt x="248472" y="339313"/>
                  </a:lnTo>
                  <a:lnTo>
                    <a:pt x="248389" y="339660"/>
                  </a:lnTo>
                  <a:lnTo>
                    <a:pt x="248228" y="339877"/>
                  </a:lnTo>
                  <a:lnTo>
                    <a:pt x="247801" y="340259"/>
                  </a:lnTo>
                  <a:lnTo>
                    <a:pt x="247429" y="340436"/>
                  </a:lnTo>
                  <a:lnTo>
                    <a:pt x="246931" y="340431"/>
                  </a:lnTo>
                  <a:lnTo>
                    <a:pt x="246410" y="340580"/>
                  </a:lnTo>
                  <a:lnTo>
                    <a:pt x="246183" y="340709"/>
                  </a:lnTo>
                  <a:lnTo>
                    <a:pt x="245772" y="340856"/>
                  </a:lnTo>
                  <a:lnTo>
                    <a:pt x="245587" y="340861"/>
                  </a:lnTo>
                  <a:lnTo>
                    <a:pt x="245507" y="340486"/>
                  </a:lnTo>
                  <a:lnTo>
                    <a:pt x="245349" y="340281"/>
                  </a:lnTo>
                  <a:lnTo>
                    <a:pt x="244973" y="340365"/>
                  </a:lnTo>
                  <a:lnTo>
                    <a:pt x="244834" y="340166"/>
                  </a:lnTo>
                  <a:lnTo>
                    <a:pt x="244548" y="340570"/>
                  </a:lnTo>
                  <a:lnTo>
                    <a:pt x="244434" y="340697"/>
                  </a:lnTo>
                  <a:lnTo>
                    <a:pt x="244237" y="340916"/>
                  </a:lnTo>
                  <a:lnTo>
                    <a:pt x="244213" y="341065"/>
                  </a:lnTo>
                  <a:lnTo>
                    <a:pt x="244322" y="341196"/>
                  </a:lnTo>
                  <a:lnTo>
                    <a:pt x="243718" y="341731"/>
                  </a:lnTo>
                  <a:lnTo>
                    <a:pt x="243629" y="341899"/>
                  </a:lnTo>
                  <a:lnTo>
                    <a:pt x="243437" y="342174"/>
                  </a:lnTo>
                  <a:lnTo>
                    <a:pt x="242877" y="342829"/>
                  </a:lnTo>
                  <a:lnTo>
                    <a:pt x="242760" y="342965"/>
                  </a:lnTo>
                  <a:lnTo>
                    <a:pt x="242639" y="343129"/>
                  </a:lnTo>
                  <a:lnTo>
                    <a:pt x="242434" y="343408"/>
                  </a:lnTo>
                  <a:lnTo>
                    <a:pt x="242206" y="343879"/>
                  </a:lnTo>
                  <a:lnTo>
                    <a:pt x="242277" y="344011"/>
                  </a:lnTo>
                  <a:lnTo>
                    <a:pt x="242124" y="344256"/>
                  </a:lnTo>
                  <a:lnTo>
                    <a:pt x="241834" y="344137"/>
                  </a:lnTo>
                  <a:lnTo>
                    <a:pt x="241245" y="344730"/>
                  </a:lnTo>
                  <a:lnTo>
                    <a:pt x="241103" y="344958"/>
                  </a:lnTo>
                  <a:lnTo>
                    <a:pt x="240950" y="345122"/>
                  </a:lnTo>
                  <a:lnTo>
                    <a:pt x="240772" y="345311"/>
                  </a:lnTo>
                  <a:lnTo>
                    <a:pt x="240604" y="345451"/>
                  </a:lnTo>
                  <a:lnTo>
                    <a:pt x="240382" y="345741"/>
                  </a:lnTo>
                  <a:lnTo>
                    <a:pt x="240530" y="345931"/>
                  </a:lnTo>
                  <a:lnTo>
                    <a:pt x="240925" y="346436"/>
                  </a:lnTo>
                  <a:lnTo>
                    <a:pt x="240861" y="346646"/>
                  </a:lnTo>
                  <a:lnTo>
                    <a:pt x="240269" y="347007"/>
                  </a:lnTo>
                  <a:lnTo>
                    <a:pt x="239675" y="347371"/>
                  </a:lnTo>
                  <a:lnTo>
                    <a:pt x="238973" y="347800"/>
                  </a:lnTo>
                  <a:lnTo>
                    <a:pt x="238037" y="348373"/>
                  </a:lnTo>
                  <a:lnTo>
                    <a:pt x="238186" y="348918"/>
                  </a:lnTo>
                  <a:lnTo>
                    <a:pt x="238326" y="349233"/>
                  </a:lnTo>
                  <a:lnTo>
                    <a:pt x="238126" y="349315"/>
                  </a:lnTo>
                  <a:lnTo>
                    <a:pt x="237834" y="349139"/>
                  </a:lnTo>
                  <a:lnTo>
                    <a:pt x="236625" y="349524"/>
                  </a:lnTo>
                  <a:lnTo>
                    <a:pt x="236458" y="349577"/>
                  </a:lnTo>
                  <a:lnTo>
                    <a:pt x="236292" y="349175"/>
                  </a:lnTo>
                  <a:lnTo>
                    <a:pt x="236087" y="349222"/>
                  </a:lnTo>
                  <a:lnTo>
                    <a:pt x="236051" y="349440"/>
                  </a:lnTo>
                  <a:lnTo>
                    <a:pt x="235760" y="349671"/>
                  </a:lnTo>
                  <a:lnTo>
                    <a:pt x="235618" y="349827"/>
                  </a:lnTo>
                  <a:lnTo>
                    <a:pt x="235216" y="350269"/>
                  </a:lnTo>
                  <a:lnTo>
                    <a:pt x="234985" y="350467"/>
                  </a:lnTo>
                  <a:lnTo>
                    <a:pt x="234399" y="350970"/>
                  </a:lnTo>
                  <a:lnTo>
                    <a:pt x="233981" y="351385"/>
                  </a:lnTo>
                  <a:lnTo>
                    <a:pt x="233817" y="351548"/>
                  </a:lnTo>
                  <a:lnTo>
                    <a:pt x="233499" y="351824"/>
                  </a:lnTo>
                  <a:lnTo>
                    <a:pt x="233252" y="351970"/>
                  </a:lnTo>
                  <a:lnTo>
                    <a:pt x="233024" y="352055"/>
                  </a:lnTo>
                  <a:lnTo>
                    <a:pt x="232316" y="352185"/>
                  </a:lnTo>
                  <a:lnTo>
                    <a:pt x="232147" y="352195"/>
                  </a:lnTo>
                  <a:lnTo>
                    <a:pt x="232005" y="352147"/>
                  </a:lnTo>
                  <a:lnTo>
                    <a:pt x="231859" y="351880"/>
                  </a:lnTo>
                  <a:lnTo>
                    <a:pt x="231944" y="351684"/>
                  </a:lnTo>
                  <a:lnTo>
                    <a:pt x="232042" y="351546"/>
                  </a:lnTo>
                  <a:lnTo>
                    <a:pt x="232476" y="351111"/>
                  </a:lnTo>
                  <a:lnTo>
                    <a:pt x="233162" y="350535"/>
                  </a:lnTo>
                  <a:lnTo>
                    <a:pt x="233545" y="350246"/>
                  </a:lnTo>
                  <a:lnTo>
                    <a:pt x="233739" y="350100"/>
                  </a:lnTo>
                  <a:lnTo>
                    <a:pt x="234119" y="349860"/>
                  </a:lnTo>
                  <a:lnTo>
                    <a:pt x="234788" y="349437"/>
                  </a:lnTo>
                  <a:lnTo>
                    <a:pt x="235415" y="349184"/>
                  </a:lnTo>
                  <a:lnTo>
                    <a:pt x="235728" y="349058"/>
                  </a:lnTo>
                  <a:lnTo>
                    <a:pt x="236077" y="348898"/>
                  </a:lnTo>
                  <a:lnTo>
                    <a:pt x="236012" y="348768"/>
                  </a:lnTo>
                  <a:lnTo>
                    <a:pt x="235345" y="349016"/>
                  </a:lnTo>
                  <a:lnTo>
                    <a:pt x="235169" y="349091"/>
                  </a:lnTo>
                  <a:lnTo>
                    <a:pt x="234812" y="349245"/>
                  </a:lnTo>
                  <a:lnTo>
                    <a:pt x="234597" y="349271"/>
                  </a:lnTo>
                  <a:lnTo>
                    <a:pt x="234369" y="349260"/>
                  </a:lnTo>
                  <a:lnTo>
                    <a:pt x="234227" y="349030"/>
                  </a:lnTo>
                  <a:lnTo>
                    <a:pt x="234115" y="349208"/>
                  </a:lnTo>
                  <a:lnTo>
                    <a:pt x="233947" y="349243"/>
                  </a:lnTo>
                  <a:lnTo>
                    <a:pt x="233653" y="349327"/>
                  </a:lnTo>
                  <a:lnTo>
                    <a:pt x="233088" y="349642"/>
                  </a:lnTo>
                  <a:lnTo>
                    <a:pt x="232908" y="349852"/>
                  </a:lnTo>
                  <a:lnTo>
                    <a:pt x="232573" y="349914"/>
                  </a:lnTo>
                  <a:lnTo>
                    <a:pt x="232251" y="350144"/>
                  </a:lnTo>
                  <a:lnTo>
                    <a:pt x="231887" y="350203"/>
                  </a:lnTo>
                  <a:lnTo>
                    <a:pt x="231499" y="350415"/>
                  </a:lnTo>
                  <a:lnTo>
                    <a:pt x="231233" y="350383"/>
                  </a:lnTo>
                  <a:lnTo>
                    <a:pt x="231147" y="350100"/>
                  </a:lnTo>
                  <a:lnTo>
                    <a:pt x="230950" y="350029"/>
                  </a:lnTo>
                  <a:lnTo>
                    <a:pt x="230760" y="349487"/>
                  </a:lnTo>
                  <a:lnTo>
                    <a:pt x="231260" y="349200"/>
                  </a:lnTo>
                  <a:lnTo>
                    <a:pt x="230967" y="349038"/>
                  </a:lnTo>
                  <a:lnTo>
                    <a:pt x="230781" y="348512"/>
                  </a:lnTo>
                  <a:lnTo>
                    <a:pt x="230697" y="348213"/>
                  </a:lnTo>
                  <a:lnTo>
                    <a:pt x="230647" y="348032"/>
                  </a:lnTo>
                  <a:lnTo>
                    <a:pt x="230649" y="347677"/>
                  </a:lnTo>
                  <a:lnTo>
                    <a:pt x="230558" y="347850"/>
                  </a:lnTo>
                  <a:lnTo>
                    <a:pt x="230814" y="349054"/>
                  </a:lnTo>
                  <a:lnTo>
                    <a:pt x="231007" y="349351"/>
                  </a:lnTo>
                  <a:lnTo>
                    <a:pt x="230523" y="349649"/>
                  </a:lnTo>
                  <a:lnTo>
                    <a:pt x="230151" y="350230"/>
                  </a:lnTo>
                  <a:lnTo>
                    <a:pt x="229866" y="350358"/>
                  </a:lnTo>
                  <a:lnTo>
                    <a:pt x="229591" y="350481"/>
                  </a:lnTo>
                  <a:lnTo>
                    <a:pt x="229450" y="350317"/>
                  </a:lnTo>
                  <a:lnTo>
                    <a:pt x="229075" y="350616"/>
                  </a:lnTo>
                  <a:lnTo>
                    <a:pt x="228574" y="351227"/>
                  </a:lnTo>
                  <a:lnTo>
                    <a:pt x="228342" y="351272"/>
                  </a:lnTo>
                  <a:lnTo>
                    <a:pt x="228175" y="351304"/>
                  </a:lnTo>
                  <a:lnTo>
                    <a:pt x="227909" y="351292"/>
                  </a:lnTo>
                  <a:lnTo>
                    <a:pt x="227088" y="351326"/>
                  </a:lnTo>
                  <a:lnTo>
                    <a:pt x="226280" y="351483"/>
                  </a:lnTo>
                  <a:lnTo>
                    <a:pt x="226264" y="351252"/>
                  </a:lnTo>
                  <a:lnTo>
                    <a:pt x="225845" y="351243"/>
                  </a:lnTo>
                  <a:lnTo>
                    <a:pt x="225349" y="351233"/>
                  </a:lnTo>
                  <a:lnTo>
                    <a:pt x="224772" y="351251"/>
                  </a:lnTo>
                  <a:lnTo>
                    <a:pt x="224202" y="351030"/>
                  </a:lnTo>
                  <a:lnTo>
                    <a:pt x="223972" y="351194"/>
                  </a:lnTo>
                  <a:lnTo>
                    <a:pt x="223680" y="350886"/>
                  </a:lnTo>
                  <a:lnTo>
                    <a:pt x="223343" y="351015"/>
                  </a:lnTo>
                  <a:lnTo>
                    <a:pt x="223100" y="350649"/>
                  </a:lnTo>
                  <a:lnTo>
                    <a:pt x="222649" y="350659"/>
                  </a:lnTo>
                  <a:lnTo>
                    <a:pt x="221986" y="350352"/>
                  </a:lnTo>
                  <a:lnTo>
                    <a:pt x="221217" y="350225"/>
                  </a:lnTo>
                  <a:lnTo>
                    <a:pt x="220942" y="350216"/>
                  </a:lnTo>
                  <a:lnTo>
                    <a:pt x="220664" y="350254"/>
                  </a:lnTo>
                  <a:lnTo>
                    <a:pt x="220404" y="350373"/>
                  </a:lnTo>
                  <a:lnTo>
                    <a:pt x="220687" y="350286"/>
                  </a:lnTo>
                  <a:lnTo>
                    <a:pt x="220805" y="350471"/>
                  </a:lnTo>
                  <a:lnTo>
                    <a:pt x="220506" y="350559"/>
                  </a:lnTo>
                  <a:lnTo>
                    <a:pt x="220356" y="350348"/>
                  </a:lnTo>
                  <a:lnTo>
                    <a:pt x="220143" y="350459"/>
                  </a:lnTo>
                  <a:lnTo>
                    <a:pt x="219890" y="350608"/>
                  </a:lnTo>
                  <a:lnTo>
                    <a:pt x="219582" y="350774"/>
                  </a:lnTo>
                  <a:lnTo>
                    <a:pt x="219257" y="350898"/>
                  </a:lnTo>
                  <a:lnTo>
                    <a:pt x="218659" y="351006"/>
                  </a:lnTo>
                  <a:lnTo>
                    <a:pt x="218364" y="351016"/>
                  </a:lnTo>
                  <a:lnTo>
                    <a:pt x="218082" y="350978"/>
                  </a:lnTo>
                  <a:lnTo>
                    <a:pt x="217784" y="350879"/>
                  </a:lnTo>
                  <a:lnTo>
                    <a:pt x="217147" y="350771"/>
                  </a:lnTo>
                  <a:lnTo>
                    <a:pt x="216878" y="350717"/>
                  </a:lnTo>
                  <a:lnTo>
                    <a:pt x="217082" y="350951"/>
                  </a:lnTo>
                  <a:lnTo>
                    <a:pt x="217482" y="351345"/>
                  </a:lnTo>
                  <a:lnTo>
                    <a:pt x="217694" y="351554"/>
                  </a:lnTo>
                  <a:lnTo>
                    <a:pt x="218712" y="352599"/>
                  </a:lnTo>
                  <a:lnTo>
                    <a:pt x="218490" y="352998"/>
                  </a:lnTo>
                  <a:lnTo>
                    <a:pt x="217955" y="352790"/>
                  </a:lnTo>
                  <a:lnTo>
                    <a:pt x="216983" y="352355"/>
                  </a:lnTo>
                  <a:lnTo>
                    <a:pt x="216776" y="352726"/>
                  </a:lnTo>
                  <a:lnTo>
                    <a:pt x="217395" y="353172"/>
                  </a:lnTo>
                  <a:lnTo>
                    <a:pt x="217265" y="353375"/>
                  </a:lnTo>
                  <a:lnTo>
                    <a:pt x="217101" y="353629"/>
                  </a:lnTo>
                  <a:lnTo>
                    <a:pt x="215597" y="352979"/>
                  </a:lnTo>
                  <a:lnTo>
                    <a:pt x="215417" y="353354"/>
                  </a:lnTo>
                  <a:lnTo>
                    <a:pt x="216015" y="353709"/>
                  </a:lnTo>
                  <a:lnTo>
                    <a:pt x="215679" y="354224"/>
                  </a:lnTo>
                  <a:lnTo>
                    <a:pt x="215465" y="354128"/>
                  </a:lnTo>
                  <a:lnTo>
                    <a:pt x="215320" y="354064"/>
                  </a:lnTo>
                  <a:lnTo>
                    <a:pt x="215191" y="354008"/>
                  </a:lnTo>
                  <a:lnTo>
                    <a:pt x="214924" y="353890"/>
                  </a:lnTo>
                  <a:lnTo>
                    <a:pt x="214471" y="353714"/>
                  </a:lnTo>
                  <a:lnTo>
                    <a:pt x="214181" y="354031"/>
                  </a:lnTo>
                  <a:lnTo>
                    <a:pt x="214411" y="354265"/>
                  </a:lnTo>
                  <a:lnTo>
                    <a:pt x="214417" y="354556"/>
                  </a:lnTo>
                  <a:lnTo>
                    <a:pt x="214659" y="355120"/>
                  </a:lnTo>
                  <a:lnTo>
                    <a:pt x="214471" y="355275"/>
                  </a:lnTo>
                  <a:lnTo>
                    <a:pt x="214639" y="355511"/>
                  </a:lnTo>
                  <a:lnTo>
                    <a:pt x="214959" y="355570"/>
                  </a:lnTo>
                  <a:lnTo>
                    <a:pt x="215155" y="355587"/>
                  </a:lnTo>
                  <a:lnTo>
                    <a:pt x="216508" y="355827"/>
                  </a:lnTo>
                  <a:lnTo>
                    <a:pt x="216738" y="356134"/>
                  </a:lnTo>
                  <a:lnTo>
                    <a:pt x="216930" y="356388"/>
                  </a:lnTo>
                  <a:lnTo>
                    <a:pt x="217029" y="356527"/>
                  </a:lnTo>
                  <a:lnTo>
                    <a:pt x="217382" y="357023"/>
                  </a:lnTo>
                  <a:lnTo>
                    <a:pt x="217760" y="357553"/>
                  </a:lnTo>
                  <a:lnTo>
                    <a:pt x="218028" y="357930"/>
                  </a:lnTo>
                  <a:lnTo>
                    <a:pt x="218397" y="358355"/>
                  </a:lnTo>
                  <a:lnTo>
                    <a:pt x="218706" y="357939"/>
                  </a:lnTo>
                  <a:lnTo>
                    <a:pt x="219142" y="357353"/>
                  </a:lnTo>
                  <a:lnTo>
                    <a:pt x="220187" y="356386"/>
                  </a:lnTo>
                  <a:lnTo>
                    <a:pt x="220631" y="356142"/>
                  </a:lnTo>
                  <a:lnTo>
                    <a:pt x="220676" y="355966"/>
                  </a:lnTo>
                  <a:lnTo>
                    <a:pt x="220990" y="355609"/>
                  </a:lnTo>
                  <a:lnTo>
                    <a:pt x="220771" y="355260"/>
                  </a:lnTo>
                  <a:lnTo>
                    <a:pt x="220687" y="355127"/>
                  </a:lnTo>
                  <a:lnTo>
                    <a:pt x="220419" y="354700"/>
                  </a:lnTo>
                  <a:lnTo>
                    <a:pt x="221166" y="354351"/>
                  </a:lnTo>
                  <a:lnTo>
                    <a:pt x="221629" y="355056"/>
                  </a:lnTo>
                  <a:lnTo>
                    <a:pt x="221762" y="355257"/>
                  </a:lnTo>
                  <a:lnTo>
                    <a:pt x="221761" y="355562"/>
                  </a:lnTo>
                  <a:lnTo>
                    <a:pt x="221761" y="355773"/>
                  </a:lnTo>
                  <a:lnTo>
                    <a:pt x="220947" y="357043"/>
                  </a:lnTo>
                  <a:lnTo>
                    <a:pt x="220362" y="357957"/>
                  </a:lnTo>
                  <a:lnTo>
                    <a:pt x="219462" y="359287"/>
                  </a:lnTo>
                  <a:lnTo>
                    <a:pt x="219145" y="359536"/>
                  </a:lnTo>
                  <a:lnTo>
                    <a:pt x="218271" y="360221"/>
                  </a:lnTo>
                  <a:lnTo>
                    <a:pt x="217591" y="360755"/>
                  </a:lnTo>
                  <a:lnTo>
                    <a:pt x="216126" y="361906"/>
                  </a:lnTo>
                  <a:lnTo>
                    <a:pt x="215871" y="361978"/>
                  </a:lnTo>
                  <a:lnTo>
                    <a:pt x="215590" y="361934"/>
                  </a:lnTo>
                  <a:lnTo>
                    <a:pt x="214674" y="361019"/>
                  </a:lnTo>
                  <a:lnTo>
                    <a:pt x="214886" y="360839"/>
                  </a:lnTo>
                  <a:lnTo>
                    <a:pt x="215058" y="360644"/>
                  </a:lnTo>
                  <a:lnTo>
                    <a:pt x="214951" y="360494"/>
                  </a:lnTo>
                  <a:lnTo>
                    <a:pt x="214676" y="360107"/>
                  </a:lnTo>
                  <a:lnTo>
                    <a:pt x="214550" y="359929"/>
                  </a:lnTo>
                  <a:lnTo>
                    <a:pt x="214134" y="359244"/>
                  </a:lnTo>
                  <a:lnTo>
                    <a:pt x="214136" y="358977"/>
                  </a:lnTo>
                  <a:lnTo>
                    <a:pt x="214139" y="358597"/>
                  </a:lnTo>
                  <a:lnTo>
                    <a:pt x="214139" y="358209"/>
                  </a:lnTo>
                  <a:lnTo>
                    <a:pt x="214131" y="358013"/>
                  </a:lnTo>
                  <a:lnTo>
                    <a:pt x="214120" y="357741"/>
                  </a:lnTo>
                  <a:lnTo>
                    <a:pt x="214107" y="357420"/>
                  </a:lnTo>
                  <a:lnTo>
                    <a:pt x="213812" y="356926"/>
                  </a:lnTo>
                  <a:lnTo>
                    <a:pt x="213570" y="357009"/>
                  </a:lnTo>
                  <a:lnTo>
                    <a:pt x="213290" y="357165"/>
                  </a:lnTo>
                  <a:lnTo>
                    <a:pt x="213560" y="357588"/>
                  </a:lnTo>
                  <a:lnTo>
                    <a:pt x="213562" y="357810"/>
                  </a:lnTo>
                  <a:lnTo>
                    <a:pt x="213561" y="358099"/>
                  </a:lnTo>
                  <a:lnTo>
                    <a:pt x="213560" y="358436"/>
                  </a:lnTo>
                  <a:lnTo>
                    <a:pt x="213554" y="358956"/>
                  </a:lnTo>
                  <a:lnTo>
                    <a:pt x="213552" y="359119"/>
                  </a:lnTo>
                  <a:lnTo>
                    <a:pt x="213548" y="359484"/>
                  </a:lnTo>
                  <a:lnTo>
                    <a:pt x="213547" y="359650"/>
                  </a:lnTo>
                  <a:lnTo>
                    <a:pt x="213547" y="360051"/>
                  </a:lnTo>
                  <a:lnTo>
                    <a:pt x="213439" y="360439"/>
                  </a:lnTo>
                  <a:lnTo>
                    <a:pt x="213189" y="360303"/>
                  </a:lnTo>
                  <a:lnTo>
                    <a:pt x="212835" y="360111"/>
                  </a:lnTo>
                  <a:lnTo>
                    <a:pt x="212320" y="359860"/>
                  </a:lnTo>
                  <a:lnTo>
                    <a:pt x="211980" y="359915"/>
                  </a:lnTo>
                  <a:lnTo>
                    <a:pt x="211980" y="358233"/>
                  </a:lnTo>
                  <a:lnTo>
                    <a:pt x="211980" y="357782"/>
                  </a:lnTo>
                  <a:lnTo>
                    <a:pt x="211980" y="357513"/>
                  </a:lnTo>
                  <a:lnTo>
                    <a:pt x="212330" y="356986"/>
                  </a:lnTo>
                  <a:lnTo>
                    <a:pt x="212760" y="356735"/>
                  </a:lnTo>
                  <a:lnTo>
                    <a:pt x="212982" y="356612"/>
                  </a:lnTo>
                  <a:lnTo>
                    <a:pt x="213247" y="356424"/>
                  </a:lnTo>
                  <a:lnTo>
                    <a:pt x="213384" y="356317"/>
                  </a:lnTo>
                  <a:lnTo>
                    <a:pt x="213587" y="356203"/>
                  </a:lnTo>
                  <a:lnTo>
                    <a:pt x="213749" y="356111"/>
                  </a:lnTo>
                  <a:lnTo>
                    <a:pt x="214019" y="355960"/>
                  </a:lnTo>
                  <a:lnTo>
                    <a:pt x="214365" y="355790"/>
                  </a:lnTo>
                  <a:lnTo>
                    <a:pt x="214363" y="355332"/>
                  </a:lnTo>
                  <a:lnTo>
                    <a:pt x="214002" y="355491"/>
                  </a:lnTo>
                  <a:lnTo>
                    <a:pt x="213743" y="355637"/>
                  </a:lnTo>
                  <a:lnTo>
                    <a:pt x="212682" y="356262"/>
                  </a:lnTo>
                  <a:lnTo>
                    <a:pt x="211906" y="356786"/>
                  </a:lnTo>
                  <a:lnTo>
                    <a:pt x="211819" y="356916"/>
                  </a:lnTo>
                  <a:lnTo>
                    <a:pt x="211363" y="357604"/>
                  </a:lnTo>
                  <a:lnTo>
                    <a:pt x="211366" y="358342"/>
                  </a:lnTo>
                  <a:lnTo>
                    <a:pt x="211361" y="359578"/>
                  </a:lnTo>
                  <a:lnTo>
                    <a:pt x="210272" y="358994"/>
                  </a:lnTo>
                  <a:lnTo>
                    <a:pt x="210006" y="358759"/>
                  </a:lnTo>
                  <a:lnTo>
                    <a:pt x="210004" y="358367"/>
                  </a:lnTo>
                  <a:lnTo>
                    <a:pt x="210003" y="357957"/>
                  </a:lnTo>
                  <a:lnTo>
                    <a:pt x="210002" y="357355"/>
                  </a:lnTo>
                  <a:lnTo>
                    <a:pt x="210000" y="356837"/>
                  </a:lnTo>
                  <a:lnTo>
                    <a:pt x="209957" y="356665"/>
                  </a:lnTo>
                  <a:lnTo>
                    <a:pt x="209623" y="356228"/>
                  </a:lnTo>
                  <a:lnTo>
                    <a:pt x="209428" y="356624"/>
                  </a:lnTo>
                  <a:lnTo>
                    <a:pt x="209294" y="356735"/>
                  </a:lnTo>
                  <a:lnTo>
                    <a:pt x="209096" y="356874"/>
                  </a:lnTo>
                  <a:lnTo>
                    <a:pt x="208876" y="356937"/>
                  </a:lnTo>
                  <a:lnTo>
                    <a:pt x="208691" y="356656"/>
                  </a:lnTo>
                  <a:lnTo>
                    <a:pt x="208416" y="356749"/>
                  </a:lnTo>
                  <a:lnTo>
                    <a:pt x="207833" y="356599"/>
                  </a:lnTo>
                  <a:lnTo>
                    <a:pt x="207549" y="356489"/>
                  </a:lnTo>
                  <a:lnTo>
                    <a:pt x="207228" y="356234"/>
                  </a:lnTo>
                  <a:lnTo>
                    <a:pt x="206921" y="356029"/>
                  </a:lnTo>
                  <a:lnTo>
                    <a:pt x="206359" y="355996"/>
                  </a:lnTo>
                  <a:lnTo>
                    <a:pt x="206008" y="355898"/>
                  </a:lnTo>
                  <a:lnTo>
                    <a:pt x="205748" y="355939"/>
                  </a:lnTo>
                  <a:lnTo>
                    <a:pt x="205627" y="356072"/>
                  </a:lnTo>
                  <a:lnTo>
                    <a:pt x="205408" y="356057"/>
                  </a:lnTo>
                  <a:lnTo>
                    <a:pt x="205089" y="355998"/>
                  </a:lnTo>
                  <a:lnTo>
                    <a:pt x="204522" y="355737"/>
                  </a:lnTo>
                  <a:lnTo>
                    <a:pt x="204030" y="355358"/>
                  </a:lnTo>
                  <a:lnTo>
                    <a:pt x="203142" y="354611"/>
                  </a:lnTo>
                  <a:lnTo>
                    <a:pt x="202642" y="354039"/>
                  </a:lnTo>
                  <a:lnTo>
                    <a:pt x="202112" y="353206"/>
                  </a:lnTo>
                  <a:lnTo>
                    <a:pt x="202048" y="353057"/>
                  </a:lnTo>
                  <a:lnTo>
                    <a:pt x="201974" y="352813"/>
                  </a:lnTo>
                  <a:lnTo>
                    <a:pt x="201934" y="352683"/>
                  </a:lnTo>
                  <a:lnTo>
                    <a:pt x="201668" y="352082"/>
                  </a:lnTo>
                  <a:lnTo>
                    <a:pt x="201543" y="351888"/>
                  </a:lnTo>
                  <a:lnTo>
                    <a:pt x="201415" y="351682"/>
                  </a:lnTo>
                  <a:lnTo>
                    <a:pt x="201285" y="351469"/>
                  </a:lnTo>
                  <a:lnTo>
                    <a:pt x="201105" y="351001"/>
                  </a:lnTo>
                  <a:lnTo>
                    <a:pt x="201016" y="350859"/>
                  </a:lnTo>
                  <a:lnTo>
                    <a:pt x="200901" y="350676"/>
                  </a:lnTo>
                  <a:lnTo>
                    <a:pt x="200636" y="350312"/>
                  </a:lnTo>
                  <a:lnTo>
                    <a:pt x="200483" y="350368"/>
                  </a:lnTo>
                  <a:lnTo>
                    <a:pt x="200072" y="349919"/>
                  </a:lnTo>
                  <a:lnTo>
                    <a:pt x="200272" y="349757"/>
                  </a:lnTo>
                  <a:lnTo>
                    <a:pt x="199993" y="349485"/>
                  </a:lnTo>
                  <a:lnTo>
                    <a:pt x="199860" y="349732"/>
                  </a:lnTo>
                  <a:lnTo>
                    <a:pt x="199518" y="349310"/>
                  </a:lnTo>
                  <a:lnTo>
                    <a:pt x="199652" y="349058"/>
                  </a:lnTo>
                  <a:lnTo>
                    <a:pt x="199687" y="348879"/>
                  </a:lnTo>
                  <a:lnTo>
                    <a:pt x="199259" y="348739"/>
                  </a:lnTo>
                  <a:lnTo>
                    <a:pt x="199070" y="348704"/>
                  </a:lnTo>
                  <a:lnTo>
                    <a:pt x="198502" y="348486"/>
                  </a:lnTo>
                  <a:lnTo>
                    <a:pt x="198280" y="348371"/>
                  </a:lnTo>
                  <a:lnTo>
                    <a:pt x="198488" y="348097"/>
                  </a:lnTo>
                  <a:lnTo>
                    <a:pt x="198179" y="347972"/>
                  </a:lnTo>
                  <a:lnTo>
                    <a:pt x="197495" y="347807"/>
                  </a:lnTo>
                  <a:lnTo>
                    <a:pt x="197348" y="347749"/>
                  </a:lnTo>
                  <a:lnTo>
                    <a:pt x="196913" y="347411"/>
                  </a:lnTo>
                  <a:lnTo>
                    <a:pt x="196694" y="347569"/>
                  </a:lnTo>
                  <a:lnTo>
                    <a:pt x="196368" y="347610"/>
                  </a:lnTo>
                  <a:lnTo>
                    <a:pt x="195948" y="347534"/>
                  </a:lnTo>
                  <a:lnTo>
                    <a:pt x="195772" y="347503"/>
                  </a:lnTo>
                  <a:lnTo>
                    <a:pt x="195373" y="347431"/>
                  </a:lnTo>
                  <a:lnTo>
                    <a:pt x="195389" y="347224"/>
                  </a:lnTo>
                  <a:lnTo>
                    <a:pt x="195426" y="346841"/>
                  </a:lnTo>
                  <a:lnTo>
                    <a:pt x="195671" y="346835"/>
                  </a:lnTo>
                  <a:lnTo>
                    <a:pt x="195960" y="346830"/>
                  </a:lnTo>
                  <a:lnTo>
                    <a:pt x="196611" y="346799"/>
                  </a:lnTo>
                  <a:lnTo>
                    <a:pt x="196639" y="346482"/>
                  </a:lnTo>
                  <a:lnTo>
                    <a:pt x="196455" y="345532"/>
                  </a:lnTo>
                  <a:lnTo>
                    <a:pt x="196114" y="345413"/>
                  </a:lnTo>
                  <a:lnTo>
                    <a:pt x="195560" y="345218"/>
                  </a:lnTo>
                  <a:lnTo>
                    <a:pt x="195272" y="344846"/>
                  </a:lnTo>
                  <a:lnTo>
                    <a:pt x="195222" y="344635"/>
                  </a:lnTo>
                  <a:lnTo>
                    <a:pt x="195074" y="344523"/>
                  </a:lnTo>
                  <a:lnTo>
                    <a:pt x="194901" y="343840"/>
                  </a:lnTo>
                  <a:lnTo>
                    <a:pt x="194720" y="344145"/>
                  </a:lnTo>
                  <a:lnTo>
                    <a:pt x="194569" y="344237"/>
                  </a:lnTo>
                  <a:lnTo>
                    <a:pt x="194260" y="344052"/>
                  </a:lnTo>
                  <a:lnTo>
                    <a:pt x="194073" y="344013"/>
                  </a:lnTo>
                  <a:lnTo>
                    <a:pt x="193658" y="343758"/>
                  </a:lnTo>
                  <a:lnTo>
                    <a:pt x="193420" y="343624"/>
                  </a:lnTo>
                  <a:lnTo>
                    <a:pt x="192888" y="343438"/>
                  </a:lnTo>
                  <a:lnTo>
                    <a:pt x="192737" y="342964"/>
                  </a:lnTo>
                  <a:lnTo>
                    <a:pt x="192426" y="342665"/>
                  </a:lnTo>
                  <a:lnTo>
                    <a:pt x="191784" y="342679"/>
                  </a:lnTo>
                  <a:lnTo>
                    <a:pt x="191607" y="342595"/>
                  </a:lnTo>
                  <a:lnTo>
                    <a:pt x="191007" y="342536"/>
                  </a:lnTo>
                  <a:lnTo>
                    <a:pt x="190602" y="342516"/>
                  </a:lnTo>
                  <a:lnTo>
                    <a:pt x="190417" y="342594"/>
                  </a:lnTo>
                  <a:lnTo>
                    <a:pt x="189048" y="341894"/>
                  </a:lnTo>
                  <a:lnTo>
                    <a:pt x="188602" y="341918"/>
                  </a:lnTo>
                  <a:lnTo>
                    <a:pt x="188416" y="341957"/>
                  </a:lnTo>
                  <a:lnTo>
                    <a:pt x="187823" y="341853"/>
                  </a:lnTo>
                  <a:lnTo>
                    <a:pt x="187636" y="342096"/>
                  </a:lnTo>
                  <a:lnTo>
                    <a:pt x="187272" y="341416"/>
                  </a:lnTo>
                  <a:lnTo>
                    <a:pt x="187443" y="341403"/>
                  </a:lnTo>
                  <a:lnTo>
                    <a:pt x="187658" y="340863"/>
                  </a:lnTo>
                  <a:lnTo>
                    <a:pt x="187873" y="340594"/>
                  </a:lnTo>
                  <a:lnTo>
                    <a:pt x="187899" y="340320"/>
                  </a:lnTo>
                  <a:lnTo>
                    <a:pt x="187529" y="340089"/>
                  </a:lnTo>
                  <a:lnTo>
                    <a:pt x="187362" y="340211"/>
                  </a:lnTo>
                  <a:lnTo>
                    <a:pt x="187482" y="340360"/>
                  </a:lnTo>
                  <a:lnTo>
                    <a:pt x="187578" y="340519"/>
                  </a:lnTo>
                  <a:lnTo>
                    <a:pt x="187373" y="340666"/>
                  </a:lnTo>
                  <a:lnTo>
                    <a:pt x="186112" y="340801"/>
                  </a:lnTo>
                  <a:lnTo>
                    <a:pt x="185567" y="339912"/>
                  </a:lnTo>
                  <a:lnTo>
                    <a:pt x="185833" y="339822"/>
                  </a:lnTo>
                  <a:lnTo>
                    <a:pt x="186053" y="339760"/>
                  </a:lnTo>
                  <a:lnTo>
                    <a:pt x="186192" y="339741"/>
                  </a:lnTo>
                  <a:lnTo>
                    <a:pt x="186694" y="339716"/>
                  </a:lnTo>
                  <a:lnTo>
                    <a:pt x="186989" y="339701"/>
                  </a:lnTo>
                  <a:lnTo>
                    <a:pt x="187610" y="339630"/>
                  </a:lnTo>
                  <a:lnTo>
                    <a:pt x="187836" y="339871"/>
                  </a:lnTo>
                  <a:lnTo>
                    <a:pt x="187985" y="339487"/>
                  </a:lnTo>
                  <a:lnTo>
                    <a:pt x="187903" y="339265"/>
                  </a:lnTo>
                  <a:lnTo>
                    <a:pt x="187942" y="339008"/>
                  </a:lnTo>
                  <a:lnTo>
                    <a:pt x="187795" y="338488"/>
                  </a:lnTo>
                  <a:lnTo>
                    <a:pt x="187520" y="338538"/>
                  </a:lnTo>
                  <a:lnTo>
                    <a:pt x="187370" y="338553"/>
                  </a:lnTo>
                  <a:lnTo>
                    <a:pt x="187348" y="338398"/>
                  </a:lnTo>
                  <a:lnTo>
                    <a:pt x="187322" y="338220"/>
                  </a:lnTo>
                  <a:lnTo>
                    <a:pt x="187919" y="338124"/>
                  </a:lnTo>
                  <a:lnTo>
                    <a:pt x="188377" y="338060"/>
                  </a:lnTo>
                  <a:lnTo>
                    <a:pt x="188368" y="337608"/>
                  </a:lnTo>
                  <a:lnTo>
                    <a:pt x="188363" y="337421"/>
                  </a:lnTo>
                  <a:lnTo>
                    <a:pt x="188354" y="337019"/>
                  </a:lnTo>
                  <a:lnTo>
                    <a:pt x="188344" y="336686"/>
                  </a:lnTo>
                  <a:lnTo>
                    <a:pt x="188327" y="335953"/>
                  </a:lnTo>
                  <a:lnTo>
                    <a:pt x="188507" y="335955"/>
                  </a:lnTo>
                  <a:lnTo>
                    <a:pt x="188669" y="335362"/>
                  </a:lnTo>
                  <a:lnTo>
                    <a:pt x="189553" y="334909"/>
                  </a:lnTo>
                  <a:lnTo>
                    <a:pt x="189252" y="334425"/>
                  </a:lnTo>
                  <a:lnTo>
                    <a:pt x="189449" y="334287"/>
                  </a:lnTo>
                  <a:lnTo>
                    <a:pt x="189509" y="333651"/>
                  </a:lnTo>
                  <a:lnTo>
                    <a:pt x="189520" y="333489"/>
                  </a:lnTo>
                  <a:lnTo>
                    <a:pt x="189524" y="333298"/>
                  </a:lnTo>
                  <a:lnTo>
                    <a:pt x="189680" y="333267"/>
                  </a:lnTo>
                  <a:lnTo>
                    <a:pt x="189970" y="333186"/>
                  </a:lnTo>
                  <a:lnTo>
                    <a:pt x="190123" y="332922"/>
                  </a:lnTo>
                  <a:lnTo>
                    <a:pt x="189986" y="332627"/>
                  </a:lnTo>
                  <a:lnTo>
                    <a:pt x="189824" y="332283"/>
                  </a:lnTo>
                  <a:lnTo>
                    <a:pt x="189791" y="332101"/>
                  </a:lnTo>
                  <a:lnTo>
                    <a:pt x="189960" y="331849"/>
                  </a:lnTo>
                  <a:lnTo>
                    <a:pt x="190140" y="331710"/>
                  </a:lnTo>
                  <a:lnTo>
                    <a:pt x="190239" y="331471"/>
                  </a:lnTo>
                  <a:lnTo>
                    <a:pt x="190375" y="331065"/>
                  </a:lnTo>
                  <a:lnTo>
                    <a:pt x="190745" y="330619"/>
                  </a:lnTo>
                  <a:lnTo>
                    <a:pt x="190929" y="330419"/>
                  </a:lnTo>
                  <a:lnTo>
                    <a:pt x="191029" y="330190"/>
                  </a:lnTo>
                  <a:lnTo>
                    <a:pt x="190864" y="329980"/>
                  </a:lnTo>
                  <a:lnTo>
                    <a:pt x="190402" y="329631"/>
                  </a:lnTo>
                  <a:lnTo>
                    <a:pt x="189889" y="329436"/>
                  </a:lnTo>
                  <a:lnTo>
                    <a:pt x="189642" y="329455"/>
                  </a:lnTo>
                  <a:lnTo>
                    <a:pt x="188854" y="329384"/>
                  </a:lnTo>
                  <a:lnTo>
                    <a:pt x="188484" y="329204"/>
                  </a:lnTo>
                  <a:lnTo>
                    <a:pt x="188484" y="329005"/>
                  </a:lnTo>
                  <a:lnTo>
                    <a:pt x="187969" y="329129"/>
                  </a:lnTo>
                  <a:lnTo>
                    <a:pt x="187755" y="329289"/>
                  </a:lnTo>
                  <a:lnTo>
                    <a:pt x="187188" y="329385"/>
                  </a:lnTo>
                  <a:lnTo>
                    <a:pt x="186882" y="329417"/>
                  </a:lnTo>
                  <a:lnTo>
                    <a:pt x="186687" y="329410"/>
                  </a:lnTo>
                  <a:lnTo>
                    <a:pt x="186550" y="329402"/>
                  </a:lnTo>
                  <a:lnTo>
                    <a:pt x="186208" y="329235"/>
                  </a:lnTo>
                  <a:lnTo>
                    <a:pt x="185737" y="328998"/>
                  </a:lnTo>
                  <a:lnTo>
                    <a:pt x="185275" y="328854"/>
                  </a:lnTo>
                  <a:lnTo>
                    <a:pt x="184847" y="329200"/>
                  </a:lnTo>
                  <a:lnTo>
                    <a:pt x="184054" y="328983"/>
                  </a:lnTo>
                  <a:lnTo>
                    <a:pt x="183867" y="329009"/>
                  </a:lnTo>
                  <a:lnTo>
                    <a:pt x="183598" y="329156"/>
                  </a:lnTo>
                  <a:lnTo>
                    <a:pt x="183000" y="329332"/>
                  </a:lnTo>
                  <a:lnTo>
                    <a:pt x="183249" y="329728"/>
                  </a:lnTo>
                  <a:lnTo>
                    <a:pt x="183299" y="330097"/>
                  </a:lnTo>
                  <a:lnTo>
                    <a:pt x="182985" y="330175"/>
                  </a:lnTo>
                  <a:lnTo>
                    <a:pt x="182780" y="330181"/>
                  </a:lnTo>
                  <a:lnTo>
                    <a:pt x="182652" y="330189"/>
                  </a:lnTo>
                  <a:lnTo>
                    <a:pt x="182564" y="330500"/>
                  </a:lnTo>
                  <a:lnTo>
                    <a:pt x="182547" y="330837"/>
                  </a:lnTo>
                  <a:lnTo>
                    <a:pt x="182755" y="331071"/>
                  </a:lnTo>
                  <a:lnTo>
                    <a:pt x="182872" y="331256"/>
                  </a:lnTo>
                  <a:lnTo>
                    <a:pt x="182721" y="331662"/>
                  </a:lnTo>
                  <a:lnTo>
                    <a:pt x="182643" y="331813"/>
                  </a:lnTo>
                  <a:lnTo>
                    <a:pt x="182408" y="332023"/>
                  </a:lnTo>
                  <a:lnTo>
                    <a:pt x="182204" y="332079"/>
                  </a:lnTo>
                  <a:lnTo>
                    <a:pt x="182003" y="332068"/>
                  </a:lnTo>
                  <a:lnTo>
                    <a:pt x="181342" y="331723"/>
                  </a:lnTo>
                  <a:lnTo>
                    <a:pt x="181246" y="331279"/>
                  </a:lnTo>
                  <a:lnTo>
                    <a:pt x="180546" y="330827"/>
                  </a:lnTo>
                  <a:lnTo>
                    <a:pt x="181254" y="330048"/>
                  </a:lnTo>
                  <a:lnTo>
                    <a:pt x="180623" y="329716"/>
                  </a:lnTo>
                  <a:lnTo>
                    <a:pt x="179734" y="329876"/>
                  </a:lnTo>
                  <a:lnTo>
                    <a:pt x="179054" y="329306"/>
                  </a:lnTo>
                  <a:lnTo>
                    <a:pt x="178787" y="329205"/>
                  </a:lnTo>
                  <a:lnTo>
                    <a:pt x="177906" y="329181"/>
                  </a:lnTo>
                  <a:lnTo>
                    <a:pt x="177659" y="329261"/>
                  </a:lnTo>
                  <a:lnTo>
                    <a:pt x="178676" y="327777"/>
                  </a:lnTo>
                  <a:lnTo>
                    <a:pt x="178601" y="327626"/>
                  </a:lnTo>
                  <a:lnTo>
                    <a:pt x="179220" y="327099"/>
                  </a:lnTo>
                  <a:lnTo>
                    <a:pt x="179607" y="326820"/>
                  </a:lnTo>
                  <a:lnTo>
                    <a:pt x="179609" y="326510"/>
                  </a:lnTo>
                  <a:lnTo>
                    <a:pt x="179293" y="325263"/>
                  </a:lnTo>
                  <a:lnTo>
                    <a:pt x="179078" y="325093"/>
                  </a:lnTo>
                  <a:lnTo>
                    <a:pt x="178989" y="324942"/>
                  </a:lnTo>
                  <a:lnTo>
                    <a:pt x="178735" y="324689"/>
                  </a:lnTo>
                  <a:lnTo>
                    <a:pt x="178751" y="324475"/>
                  </a:lnTo>
                  <a:lnTo>
                    <a:pt x="178176" y="323990"/>
                  </a:lnTo>
                  <a:lnTo>
                    <a:pt x="177913" y="323900"/>
                  </a:lnTo>
                  <a:lnTo>
                    <a:pt x="177365" y="323783"/>
                  </a:lnTo>
                  <a:lnTo>
                    <a:pt x="176863" y="323806"/>
                  </a:lnTo>
                  <a:lnTo>
                    <a:pt x="176425" y="323252"/>
                  </a:lnTo>
                  <a:lnTo>
                    <a:pt x="176131" y="322993"/>
                  </a:lnTo>
                  <a:lnTo>
                    <a:pt x="176399" y="321779"/>
                  </a:lnTo>
                  <a:lnTo>
                    <a:pt x="174998" y="321305"/>
                  </a:lnTo>
                  <a:lnTo>
                    <a:pt x="174262" y="321063"/>
                  </a:lnTo>
                  <a:lnTo>
                    <a:pt x="174507" y="321000"/>
                  </a:lnTo>
                  <a:lnTo>
                    <a:pt x="174642" y="321024"/>
                  </a:lnTo>
                  <a:lnTo>
                    <a:pt x="174719" y="320860"/>
                  </a:lnTo>
                  <a:lnTo>
                    <a:pt x="174835" y="320610"/>
                  </a:lnTo>
                  <a:lnTo>
                    <a:pt x="174720" y="320472"/>
                  </a:lnTo>
                  <a:lnTo>
                    <a:pt x="174756" y="319993"/>
                  </a:lnTo>
                  <a:lnTo>
                    <a:pt x="174831" y="319451"/>
                  </a:lnTo>
                  <a:lnTo>
                    <a:pt x="175074" y="319433"/>
                  </a:lnTo>
                  <a:lnTo>
                    <a:pt x="175120" y="319100"/>
                  </a:lnTo>
                  <a:lnTo>
                    <a:pt x="174985" y="318649"/>
                  </a:lnTo>
                  <a:lnTo>
                    <a:pt x="174483" y="317897"/>
                  </a:lnTo>
                  <a:lnTo>
                    <a:pt x="174328" y="317396"/>
                  </a:lnTo>
                  <a:lnTo>
                    <a:pt x="174402" y="317070"/>
                  </a:lnTo>
                  <a:lnTo>
                    <a:pt x="174068" y="316647"/>
                  </a:lnTo>
                  <a:lnTo>
                    <a:pt x="173528" y="315965"/>
                  </a:lnTo>
                  <a:lnTo>
                    <a:pt x="173385" y="315751"/>
                  </a:lnTo>
                  <a:lnTo>
                    <a:pt x="173284" y="314783"/>
                  </a:lnTo>
                  <a:lnTo>
                    <a:pt x="172916" y="314685"/>
                  </a:lnTo>
                  <a:lnTo>
                    <a:pt x="172817" y="313956"/>
                  </a:lnTo>
                  <a:lnTo>
                    <a:pt x="173073" y="313896"/>
                  </a:lnTo>
                  <a:lnTo>
                    <a:pt x="172916" y="313580"/>
                  </a:lnTo>
                  <a:lnTo>
                    <a:pt x="172716" y="313505"/>
                  </a:lnTo>
                  <a:lnTo>
                    <a:pt x="172970" y="313352"/>
                  </a:lnTo>
                  <a:lnTo>
                    <a:pt x="173108" y="313381"/>
                  </a:lnTo>
                  <a:lnTo>
                    <a:pt x="173424" y="313384"/>
                  </a:lnTo>
                  <a:lnTo>
                    <a:pt x="173576" y="312948"/>
                  </a:lnTo>
                  <a:lnTo>
                    <a:pt x="173125" y="312797"/>
                  </a:lnTo>
                  <a:lnTo>
                    <a:pt x="172982" y="312739"/>
                  </a:lnTo>
                  <a:lnTo>
                    <a:pt x="172976" y="312382"/>
                  </a:lnTo>
                  <a:lnTo>
                    <a:pt x="173579" y="312003"/>
                  </a:lnTo>
                  <a:lnTo>
                    <a:pt x="173939" y="311615"/>
                  </a:lnTo>
                  <a:lnTo>
                    <a:pt x="173955" y="311453"/>
                  </a:lnTo>
                  <a:lnTo>
                    <a:pt x="174039" y="311222"/>
                  </a:lnTo>
                  <a:lnTo>
                    <a:pt x="174209" y="310919"/>
                  </a:lnTo>
                  <a:lnTo>
                    <a:pt x="174519" y="310625"/>
                  </a:lnTo>
                  <a:lnTo>
                    <a:pt x="174468" y="310428"/>
                  </a:lnTo>
                  <a:lnTo>
                    <a:pt x="174099" y="310019"/>
                  </a:lnTo>
                  <a:lnTo>
                    <a:pt x="174381" y="309802"/>
                  </a:lnTo>
                  <a:lnTo>
                    <a:pt x="174500" y="309585"/>
                  </a:lnTo>
                  <a:lnTo>
                    <a:pt x="175011" y="309693"/>
                  </a:lnTo>
                  <a:lnTo>
                    <a:pt x="175599" y="309712"/>
                  </a:lnTo>
                  <a:lnTo>
                    <a:pt x="175868" y="309828"/>
                  </a:lnTo>
                  <a:lnTo>
                    <a:pt x="176410" y="309688"/>
                  </a:lnTo>
                  <a:lnTo>
                    <a:pt x="176752" y="309837"/>
                  </a:lnTo>
                  <a:lnTo>
                    <a:pt x="177118" y="310296"/>
                  </a:lnTo>
                  <a:lnTo>
                    <a:pt x="177400" y="310867"/>
                  </a:lnTo>
                  <a:lnTo>
                    <a:pt x="177677" y="310967"/>
                  </a:lnTo>
                  <a:lnTo>
                    <a:pt x="178380" y="310899"/>
                  </a:lnTo>
                  <a:lnTo>
                    <a:pt x="178517" y="310881"/>
                  </a:lnTo>
                  <a:lnTo>
                    <a:pt x="179017" y="310918"/>
                  </a:lnTo>
                  <a:lnTo>
                    <a:pt x="179265" y="311063"/>
                  </a:lnTo>
                  <a:lnTo>
                    <a:pt x="179640" y="311144"/>
                  </a:lnTo>
                  <a:lnTo>
                    <a:pt x="180005" y="311063"/>
                  </a:lnTo>
                  <a:lnTo>
                    <a:pt x="180326" y="310709"/>
                  </a:lnTo>
                  <a:lnTo>
                    <a:pt x="180273" y="310505"/>
                  </a:lnTo>
                  <a:lnTo>
                    <a:pt x="180658" y="310274"/>
                  </a:lnTo>
                  <a:lnTo>
                    <a:pt x="180856" y="310223"/>
                  </a:lnTo>
                  <a:lnTo>
                    <a:pt x="181301" y="310213"/>
                  </a:lnTo>
                  <a:lnTo>
                    <a:pt x="181509" y="310272"/>
                  </a:lnTo>
                  <a:lnTo>
                    <a:pt x="181885" y="310521"/>
                  </a:lnTo>
                  <a:lnTo>
                    <a:pt x="182273" y="310904"/>
                  </a:lnTo>
                  <a:lnTo>
                    <a:pt x="182849" y="310839"/>
                  </a:lnTo>
                  <a:lnTo>
                    <a:pt x="183253" y="311176"/>
                  </a:lnTo>
                  <a:lnTo>
                    <a:pt x="183740" y="310861"/>
                  </a:lnTo>
                  <a:lnTo>
                    <a:pt x="184587" y="311025"/>
                  </a:lnTo>
                  <a:lnTo>
                    <a:pt x="184767" y="310780"/>
                  </a:lnTo>
                  <a:lnTo>
                    <a:pt x="184748" y="310607"/>
                  </a:lnTo>
                  <a:lnTo>
                    <a:pt x="184729" y="310430"/>
                  </a:lnTo>
                  <a:lnTo>
                    <a:pt x="184770" y="310268"/>
                  </a:lnTo>
                  <a:lnTo>
                    <a:pt x="184859" y="309971"/>
                  </a:lnTo>
                  <a:lnTo>
                    <a:pt x="185073" y="309478"/>
                  </a:lnTo>
                  <a:lnTo>
                    <a:pt x="185022" y="309309"/>
                  </a:lnTo>
                  <a:lnTo>
                    <a:pt x="185073" y="309147"/>
                  </a:lnTo>
                  <a:lnTo>
                    <a:pt x="185056" y="309000"/>
                  </a:lnTo>
                  <a:lnTo>
                    <a:pt x="184893" y="308719"/>
                  </a:lnTo>
                  <a:lnTo>
                    <a:pt x="184609" y="308617"/>
                  </a:lnTo>
                  <a:lnTo>
                    <a:pt x="184393" y="308397"/>
                  </a:lnTo>
                  <a:lnTo>
                    <a:pt x="184031" y="308397"/>
                  </a:lnTo>
                  <a:lnTo>
                    <a:pt x="183521" y="308910"/>
                  </a:lnTo>
                  <a:lnTo>
                    <a:pt x="183230" y="308879"/>
                  </a:lnTo>
                  <a:lnTo>
                    <a:pt x="182870" y="308678"/>
                  </a:lnTo>
                  <a:lnTo>
                    <a:pt x="182956" y="307902"/>
                  </a:lnTo>
                  <a:lnTo>
                    <a:pt x="183088" y="307480"/>
                  </a:lnTo>
                  <a:lnTo>
                    <a:pt x="183280" y="307344"/>
                  </a:lnTo>
                  <a:lnTo>
                    <a:pt x="183557" y="307388"/>
                  </a:lnTo>
                  <a:lnTo>
                    <a:pt x="184215" y="306899"/>
                  </a:lnTo>
                  <a:lnTo>
                    <a:pt x="184274" y="306669"/>
                  </a:lnTo>
                  <a:lnTo>
                    <a:pt x="183909" y="306341"/>
                  </a:lnTo>
                  <a:lnTo>
                    <a:pt x="183503" y="306346"/>
                  </a:lnTo>
                  <a:lnTo>
                    <a:pt x="183329" y="306149"/>
                  </a:lnTo>
                  <a:lnTo>
                    <a:pt x="183314" y="305984"/>
                  </a:lnTo>
                  <a:lnTo>
                    <a:pt x="183224" y="305564"/>
                  </a:lnTo>
                  <a:lnTo>
                    <a:pt x="183013" y="305663"/>
                  </a:lnTo>
                  <a:lnTo>
                    <a:pt x="182873" y="305734"/>
                  </a:lnTo>
                  <a:lnTo>
                    <a:pt x="182647" y="305754"/>
                  </a:lnTo>
                  <a:lnTo>
                    <a:pt x="182448" y="305761"/>
                  </a:lnTo>
                  <a:lnTo>
                    <a:pt x="181977" y="305669"/>
                  </a:lnTo>
                  <a:lnTo>
                    <a:pt x="181449" y="305214"/>
                  </a:lnTo>
                  <a:lnTo>
                    <a:pt x="181345" y="304975"/>
                  </a:lnTo>
                  <a:lnTo>
                    <a:pt x="180877" y="304934"/>
                  </a:lnTo>
                  <a:lnTo>
                    <a:pt x="180590" y="305038"/>
                  </a:lnTo>
                  <a:lnTo>
                    <a:pt x="180526" y="305519"/>
                  </a:lnTo>
                  <a:lnTo>
                    <a:pt x="179980" y="305303"/>
                  </a:lnTo>
                  <a:lnTo>
                    <a:pt x="179940" y="305117"/>
                  </a:lnTo>
                  <a:lnTo>
                    <a:pt x="179675" y="304691"/>
                  </a:lnTo>
                  <a:lnTo>
                    <a:pt x="179214" y="304993"/>
                  </a:lnTo>
                  <a:lnTo>
                    <a:pt x="179069" y="305132"/>
                  </a:lnTo>
                  <a:lnTo>
                    <a:pt x="178803" y="304994"/>
                  </a:lnTo>
                  <a:lnTo>
                    <a:pt x="178950" y="304413"/>
                  </a:lnTo>
                  <a:lnTo>
                    <a:pt x="179156" y="304238"/>
                  </a:lnTo>
                  <a:lnTo>
                    <a:pt x="178993" y="304029"/>
                  </a:lnTo>
                  <a:lnTo>
                    <a:pt x="178946" y="303473"/>
                  </a:lnTo>
                  <a:lnTo>
                    <a:pt x="178844" y="303297"/>
                  </a:lnTo>
                  <a:lnTo>
                    <a:pt x="178624" y="303228"/>
                  </a:lnTo>
                  <a:lnTo>
                    <a:pt x="178305" y="302805"/>
                  </a:lnTo>
                  <a:lnTo>
                    <a:pt x="178011" y="302371"/>
                  </a:lnTo>
                  <a:lnTo>
                    <a:pt x="177605" y="302117"/>
                  </a:lnTo>
                  <a:lnTo>
                    <a:pt x="177557" y="301891"/>
                  </a:lnTo>
                  <a:lnTo>
                    <a:pt x="177328" y="301768"/>
                  </a:lnTo>
                  <a:lnTo>
                    <a:pt x="177187" y="301724"/>
                  </a:lnTo>
                  <a:lnTo>
                    <a:pt x="177042" y="301622"/>
                  </a:lnTo>
                  <a:lnTo>
                    <a:pt x="176993" y="301471"/>
                  </a:lnTo>
                  <a:lnTo>
                    <a:pt x="176744" y="301223"/>
                  </a:lnTo>
                  <a:lnTo>
                    <a:pt x="176274" y="301363"/>
                  </a:lnTo>
                  <a:lnTo>
                    <a:pt x="176095" y="301216"/>
                  </a:lnTo>
                  <a:lnTo>
                    <a:pt x="175754" y="300873"/>
                  </a:lnTo>
                  <a:lnTo>
                    <a:pt x="175698" y="300672"/>
                  </a:lnTo>
                  <a:lnTo>
                    <a:pt x="175721" y="300192"/>
                  </a:lnTo>
                  <a:lnTo>
                    <a:pt x="175575" y="300086"/>
                  </a:lnTo>
                  <a:lnTo>
                    <a:pt x="175275" y="299582"/>
                  </a:lnTo>
                  <a:lnTo>
                    <a:pt x="175453" y="299147"/>
                  </a:lnTo>
                  <a:lnTo>
                    <a:pt x="175528" y="298805"/>
                  </a:lnTo>
                  <a:lnTo>
                    <a:pt x="175419" y="298575"/>
                  </a:lnTo>
                  <a:lnTo>
                    <a:pt x="175133" y="298444"/>
                  </a:lnTo>
                  <a:lnTo>
                    <a:pt x="174334" y="298289"/>
                  </a:lnTo>
                  <a:lnTo>
                    <a:pt x="173983" y="298381"/>
                  </a:lnTo>
                  <a:lnTo>
                    <a:pt x="173644" y="298435"/>
                  </a:lnTo>
                  <a:lnTo>
                    <a:pt x="173051" y="298505"/>
                  </a:lnTo>
                  <a:lnTo>
                    <a:pt x="172607" y="298449"/>
                  </a:lnTo>
                  <a:lnTo>
                    <a:pt x="172219" y="298282"/>
                  </a:lnTo>
                  <a:lnTo>
                    <a:pt x="171664" y="297829"/>
                  </a:lnTo>
                  <a:lnTo>
                    <a:pt x="171306" y="297752"/>
                  </a:lnTo>
                  <a:lnTo>
                    <a:pt x="170884" y="297544"/>
                  </a:lnTo>
                  <a:lnTo>
                    <a:pt x="170218" y="297272"/>
                  </a:lnTo>
                  <a:lnTo>
                    <a:pt x="169834" y="297296"/>
                  </a:lnTo>
                  <a:lnTo>
                    <a:pt x="169263" y="297500"/>
                  </a:lnTo>
                  <a:lnTo>
                    <a:pt x="168844" y="297870"/>
                  </a:lnTo>
                  <a:lnTo>
                    <a:pt x="168856" y="298069"/>
                  </a:lnTo>
                  <a:lnTo>
                    <a:pt x="168595" y="298279"/>
                  </a:lnTo>
                  <a:lnTo>
                    <a:pt x="168346" y="298351"/>
                  </a:lnTo>
                  <a:lnTo>
                    <a:pt x="167964" y="298312"/>
                  </a:lnTo>
                  <a:lnTo>
                    <a:pt x="167482" y="298492"/>
                  </a:lnTo>
                  <a:lnTo>
                    <a:pt x="167292" y="298397"/>
                  </a:lnTo>
                  <a:lnTo>
                    <a:pt x="166866" y="298254"/>
                  </a:lnTo>
                  <a:lnTo>
                    <a:pt x="166320" y="298419"/>
                  </a:lnTo>
                  <a:lnTo>
                    <a:pt x="166110" y="298400"/>
                  </a:lnTo>
                  <a:lnTo>
                    <a:pt x="165884" y="298085"/>
                  </a:lnTo>
                  <a:lnTo>
                    <a:pt x="165637" y="297598"/>
                  </a:lnTo>
                  <a:lnTo>
                    <a:pt x="165695" y="297346"/>
                  </a:lnTo>
                  <a:lnTo>
                    <a:pt x="165737" y="297109"/>
                  </a:lnTo>
                  <a:lnTo>
                    <a:pt x="165518" y="296480"/>
                  </a:lnTo>
                  <a:lnTo>
                    <a:pt x="165482" y="296162"/>
                  </a:lnTo>
                  <a:lnTo>
                    <a:pt x="165388" y="295683"/>
                  </a:lnTo>
                  <a:lnTo>
                    <a:pt x="165103" y="295623"/>
                  </a:lnTo>
                  <a:lnTo>
                    <a:pt x="164871" y="295758"/>
                  </a:lnTo>
                  <a:lnTo>
                    <a:pt x="164427" y="295954"/>
                  </a:lnTo>
                  <a:lnTo>
                    <a:pt x="164134" y="296057"/>
                  </a:lnTo>
                  <a:lnTo>
                    <a:pt x="163751" y="296042"/>
                  </a:lnTo>
                  <a:lnTo>
                    <a:pt x="163674" y="295593"/>
                  </a:lnTo>
                  <a:lnTo>
                    <a:pt x="163697" y="295355"/>
                  </a:lnTo>
                  <a:lnTo>
                    <a:pt x="163655" y="295165"/>
                  </a:lnTo>
                  <a:lnTo>
                    <a:pt x="163404" y="294903"/>
                  </a:lnTo>
                  <a:lnTo>
                    <a:pt x="162846" y="294581"/>
                  </a:lnTo>
                  <a:lnTo>
                    <a:pt x="162738" y="294063"/>
                  </a:lnTo>
                  <a:lnTo>
                    <a:pt x="162720" y="293328"/>
                  </a:lnTo>
                  <a:lnTo>
                    <a:pt x="162226" y="293240"/>
                  </a:lnTo>
                  <a:lnTo>
                    <a:pt x="162097" y="292928"/>
                  </a:lnTo>
                  <a:lnTo>
                    <a:pt x="161993" y="292514"/>
                  </a:lnTo>
                  <a:lnTo>
                    <a:pt x="161982" y="292334"/>
                  </a:lnTo>
                  <a:lnTo>
                    <a:pt x="161828" y="292163"/>
                  </a:lnTo>
                  <a:lnTo>
                    <a:pt x="161588" y="291805"/>
                  </a:lnTo>
                  <a:lnTo>
                    <a:pt x="161432" y="291588"/>
                  </a:lnTo>
                  <a:lnTo>
                    <a:pt x="161257" y="291578"/>
                  </a:lnTo>
                  <a:lnTo>
                    <a:pt x="160925" y="291650"/>
                  </a:lnTo>
                  <a:lnTo>
                    <a:pt x="160707" y="291287"/>
                  </a:lnTo>
                  <a:lnTo>
                    <a:pt x="160912" y="290786"/>
                  </a:lnTo>
                  <a:lnTo>
                    <a:pt x="161353" y="290428"/>
                  </a:lnTo>
                  <a:lnTo>
                    <a:pt x="161255" y="290130"/>
                  </a:lnTo>
                  <a:lnTo>
                    <a:pt x="161263" y="289254"/>
                  </a:lnTo>
                  <a:lnTo>
                    <a:pt x="161545" y="289041"/>
                  </a:lnTo>
                  <a:lnTo>
                    <a:pt x="161817" y="288782"/>
                  </a:lnTo>
                  <a:lnTo>
                    <a:pt x="162121" y="288447"/>
                  </a:lnTo>
                  <a:lnTo>
                    <a:pt x="162320" y="288192"/>
                  </a:lnTo>
                  <a:lnTo>
                    <a:pt x="161672" y="287617"/>
                  </a:lnTo>
                  <a:lnTo>
                    <a:pt x="161160" y="287326"/>
                  </a:lnTo>
                  <a:lnTo>
                    <a:pt x="161106" y="287083"/>
                  </a:lnTo>
                  <a:lnTo>
                    <a:pt x="160856" y="286170"/>
                  </a:lnTo>
                  <a:lnTo>
                    <a:pt x="160012" y="285309"/>
                  </a:lnTo>
                  <a:lnTo>
                    <a:pt x="160744" y="284734"/>
                  </a:lnTo>
                  <a:lnTo>
                    <a:pt x="161249" y="284554"/>
                  </a:lnTo>
                  <a:lnTo>
                    <a:pt x="161637" y="284648"/>
                  </a:lnTo>
                  <a:lnTo>
                    <a:pt x="162378" y="284663"/>
                  </a:lnTo>
                  <a:lnTo>
                    <a:pt x="162257" y="284329"/>
                  </a:lnTo>
                  <a:lnTo>
                    <a:pt x="162021" y="283946"/>
                  </a:lnTo>
                  <a:lnTo>
                    <a:pt x="161724" y="283301"/>
                  </a:lnTo>
                  <a:lnTo>
                    <a:pt x="161786" y="282967"/>
                  </a:lnTo>
                  <a:lnTo>
                    <a:pt x="162894" y="282375"/>
                  </a:lnTo>
                  <a:lnTo>
                    <a:pt x="163364" y="282133"/>
                  </a:lnTo>
                  <a:lnTo>
                    <a:pt x="163956" y="282019"/>
                  </a:lnTo>
                  <a:lnTo>
                    <a:pt x="164132" y="281872"/>
                  </a:lnTo>
                  <a:lnTo>
                    <a:pt x="164256" y="281718"/>
                  </a:lnTo>
                  <a:lnTo>
                    <a:pt x="164421" y="281560"/>
                  </a:lnTo>
                  <a:lnTo>
                    <a:pt x="164586" y="281504"/>
                  </a:lnTo>
                  <a:lnTo>
                    <a:pt x="165119" y="281586"/>
                  </a:lnTo>
                  <a:lnTo>
                    <a:pt x="165947" y="281346"/>
                  </a:lnTo>
                  <a:lnTo>
                    <a:pt x="166105" y="281414"/>
                  </a:lnTo>
                  <a:lnTo>
                    <a:pt x="166562" y="281622"/>
                  </a:lnTo>
                  <a:lnTo>
                    <a:pt x="167279" y="282239"/>
                  </a:lnTo>
                  <a:lnTo>
                    <a:pt x="167488" y="282333"/>
                  </a:lnTo>
                  <a:lnTo>
                    <a:pt x="167783" y="282219"/>
                  </a:lnTo>
                  <a:lnTo>
                    <a:pt x="167971" y="282018"/>
                  </a:lnTo>
                  <a:lnTo>
                    <a:pt x="168263" y="281848"/>
                  </a:lnTo>
                  <a:lnTo>
                    <a:pt x="168599" y="281828"/>
                  </a:lnTo>
                  <a:lnTo>
                    <a:pt x="169134" y="281945"/>
                  </a:lnTo>
                  <a:lnTo>
                    <a:pt x="169468" y="281466"/>
                  </a:lnTo>
                  <a:lnTo>
                    <a:pt x="169186" y="281302"/>
                  </a:lnTo>
                  <a:lnTo>
                    <a:pt x="168743" y="280217"/>
                  </a:lnTo>
                  <a:lnTo>
                    <a:pt x="168856" y="279967"/>
                  </a:lnTo>
                  <a:lnTo>
                    <a:pt x="169073" y="278999"/>
                  </a:lnTo>
                  <a:lnTo>
                    <a:pt x="169434" y="278648"/>
                  </a:lnTo>
                  <a:lnTo>
                    <a:pt x="169431" y="278822"/>
                  </a:lnTo>
                  <a:lnTo>
                    <a:pt x="169605" y="279215"/>
                  </a:lnTo>
                  <a:lnTo>
                    <a:pt x="169962" y="279179"/>
                  </a:lnTo>
                  <a:lnTo>
                    <a:pt x="170211" y="279095"/>
                  </a:lnTo>
                  <a:lnTo>
                    <a:pt x="170423" y="278812"/>
                  </a:lnTo>
                  <a:lnTo>
                    <a:pt x="170448" y="278639"/>
                  </a:lnTo>
                  <a:lnTo>
                    <a:pt x="170398" y="278207"/>
                  </a:lnTo>
                  <a:lnTo>
                    <a:pt x="170360" y="277945"/>
                  </a:lnTo>
                  <a:lnTo>
                    <a:pt x="170575" y="277902"/>
                  </a:lnTo>
                  <a:lnTo>
                    <a:pt x="170919" y="277904"/>
                  </a:lnTo>
                  <a:lnTo>
                    <a:pt x="171206" y="278126"/>
                  </a:lnTo>
                  <a:lnTo>
                    <a:pt x="171556" y="278760"/>
                  </a:lnTo>
                  <a:lnTo>
                    <a:pt x="171911" y="278835"/>
                  </a:lnTo>
                  <a:lnTo>
                    <a:pt x="172536" y="278666"/>
                  </a:lnTo>
                  <a:lnTo>
                    <a:pt x="172681" y="278088"/>
                  </a:lnTo>
                  <a:lnTo>
                    <a:pt x="173092" y="277738"/>
                  </a:lnTo>
                  <a:lnTo>
                    <a:pt x="172882" y="277363"/>
                  </a:lnTo>
                  <a:lnTo>
                    <a:pt x="172474" y="276984"/>
                  </a:lnTo>
                  <a:lnTo>
                    <a:pt x="172293" y="276846"/>
                  </a:lnTo>
                  <a:lnTo>
                    <a:pt x="171635" y="276707"/>
                  </a:lnTo>
                  <a:lnTo>
                    <a:pt x="170996" y="276900"/>
                  </a:lnTo>
                  <a:lnTo>
                    <a:pt x="170182" y="276737"/>
                  </a:lnTo>
                  <a:lnTo>
                    <a:pt x="169384" y="276387"/>
                  </a:lnTo>
                  <a:lnTo>
                    <a:pt x="168925" y="276251"/>
                  </a:lnTo>
                  <a:lnTo>
                    <a:pt x="168573" y="276238"/>
                  </a:lnTo>
                  <a:lnTo>
                    <a:pt x="167845" y="276431"/>
                  </a:lnTo>
                  <a:lnTo>
                    <a:pt x="167237" y="276643"/>
                  </a:lnTo>
                  <a:lnTo>
                    <a:pt x="166766" y="276749"/>
                  </a:lnTo>
                  <a:lnTo>
                    <a:pt x="166423" y="276879"/>
                  </a:lnTo>
                  <a:lnTo>
                    <a:pt x="165748" y="276902"/>
                  </a:lnTo>
                  <a:lnTo>
                    <a:pt x="165513" y="277395"/>
                  </a:lnTo>
                  <a:lnTo>
                    <a:pt x="165343" y="277482"/>
                  </a:lnTo>
                  <a:lnTo>
                    <a:pt x="164674" y="277645"/>
                  </a:lnTo>
                  <a:lnTo>
                    <a:pt x="163495" y="277535"/>
                  </a:lnTo>
                  <a:lnTo>
                    <a:pt x="163292" y="277484"/>
                  </a:lnTo>
                  <a:lnTo>
                    <a:pt x="163003" y="277283"/>
                  </a:lnTo>
                  <a:lnTo>
                    <a:pt x="162569" y="276746"/>
                  </a:lnTo>
                  <a:lnTo>
                    <a:pt x="162199" y="276507"/>
                  </a:lnTo>
                  <a:lnTo>
                    <a:pt x="161902" y="276627"/>
                  </a:lnTo>
                  <a:lnTo>
                    <a:pt x="161427" y="276743"/>
                  </a:lnTo>
                  <a:lnTo>
                    <a:pt x="161126" y="276535"/>
                  </a:lnTo>
                  <a:lnTo>
                    <a:pt x="160897" y="276340"/>
                  </a:lnTo>
                  <a:lnTo>
                    <a:pt x="160267" y="275995"/>
                  </a:lnTo>
                  <a:lnTo>
                    <a:pt x="159925" y="275877"/>
                  </a:lnTo>
                  <a:lnTo>
                    <a:pt x="159279" y="275809"/>
                  </a:lnTo>
                  <a:lnTo>
                    <a:pt x="158433" y="275754"/>
                  </a:lnTo>
                  <a:lnTo>
                    <a:pt x="157837" y="275799"/>
                  </a:lnTo>
                  <a:lnTo>
                    <a:pt x="157026" y="275759"/>
                  </a:lnTo>
                  <a:lnTo>
                    <a:pt x="156795" y="275684"/>
                  </a:lnTo>
                  <a:lnTo>
                    <a:pt x="156050" y="275554"/>
                  </a:lnTo>
                  <a:lnTo>
                    <a:pt x="155910" y="275358"/>
                  </a:lnTo>
                  <a:lnTo>
                    <a:pt x="155778" y="275270"/>
                  </a:lnTo>
                  <a:lnTo>
                    <a:pt x="155262" y="275344"/>
                  </a:lnTo>
                  <a:lnTo>
                    <a:pt x="155070" y="275400"/>
                  </a:lnTo>
                  <a:lnTo>
                    <a:pt x="154873" y="275463"/>
                  </a:lnTo>
                  <a:lnTo>
                    <a:pt x="154711" y="275520"/>
                  </a:lnTo>
                  <a:lnTo>
                    <a:pt x="154230" y="275556"/>
                  </a:lnTo>
                  <a:lnTo>
                    <a:pt x="153613" y="275542"/>
                  </a:lnTo>
                  <a:lnTo>
                    <a:pt x="153012" y="275600"/>
                  </a:lnTo>
                  <a:lnTo>
                    <a:pt x="152684" y="275776"/>
                  </a:lnTo>
                  <a:lnTo>
                    <a:pt x="152331" y="275918"/>
                  </a:lnTo>
                  <a:lnTo>
                    <a:pt x="151241" y="275739"/>
                  </a:lnTo>
                  <a:lnTo>
                    <a:pt x="150609" y="275449"/>
                  </a:lnTo>
                  <a:lnTo>
                    <a:pt x="150337" y="275456"/>
                  </a:lnTo>
                  <a:lnTo>
                    <a:pt x="149728" y="274887"/>
                  </a:lnTo>
                  <a:lnTo>
                    <a:pt x="149440" y="274584"/>
                  </a:lnTo>
                  <a:lnTo>
                    <a:pt x="148661" y="274071"/>
                  </a:lnTo>
                  <a:lnTo>
                    <a:pt x="148404" y="273627"/>
                  </a:lnTo>
                  <a:lnTo>
                    <a:pt x="148025" y="273385"/>
                  </a:lnTo>
                  <a:lnTo>
                    <a:pt x="147920" y="273025"/>
                  </a:lnTo>
                  <a:lnTo>
                    <a:pt x="148010" y="272696"/>
                  </a:lnTo>
                  <a:lnTo>
                    <a:pt x="147947" y="272559"/>
                  </a:lnTo>
                  <a:lnTo>
                    <a:pt x="147795" y="272011"/>
                  </a:lnTo>
                  <a:lnTo>
                    <a:pt x="147483" y="271940"/>
                  </a:lnTo>
                  <a:lnTo>
                    <a:pt x="147307" y="271902"/>
                  </a:lnTo>
                  <a:lnTo>
                    <a:pt x="146797" y="271873"/>
                  </a:lnTo>
                  <a:lnTo>
                    <a:pt x="146546" y="271696"/>
                  </a:lnTo>
                  <a:lnTo>
                    <a:pt x="146708" y="271404"/>
                  </a:lnTo>
                  <a:lnTo>
                    <a:pt x="146681" y="270876"/>
                  </a:lnTo>
                  <a:lnTo>
                    <a:pt x="146435" y="270840"/>
                  </a:lnTo>
                  <a:lnTo>
                    <a:pt x="146320" y="270706"/>
                  </a:lnTo>
                  <a:lnTo>
                    <a:pt x="146105" y="270307"/>
                  </a:lnTo>
                  <a:lnTo>
                    <a:pt x="146014" y="269928"/>
                  </a:lnTo>
                  <a:lnTo>
                    <a:pt x="145814" y="269708"/>
                  </a:lnTo>
                  <a:lnTo>
                    <a:pt x="145016" y="269064"/>
                  </a:lnTo>
                  <a:lnTo>
                    <a:pt x="144674" y="268907"/>
                  </a:lnTo>
                  <a:lnTo>
                    <a:pt x="144117" y="268748"/>
                  </a:lnTo>
                  <a:lnTo>
                    <a:pt x="143929" y="268702"/>
                  </a:lnTo>
                  <a:lnTo>
                    <a:pt x="143605" y="268577"/>
                  </a:lnTo>
                  <a:lnTo>
                    <a:pt x="143460" y="268423"/>
                  </a:lnTo>
                  <a:lnTo>
                    <a:pt x="142657" y="268585"/>
                  </a:lnTo>
                  <a:lnTo>
                    <a:pt x="142564" y="268214"/>
                  </a:lnTo>
                  <a:lnTo>
                    <a:pt x="142443" y="267949"/>
                  </a:lnTo>
                  <a:lnTo>
                    <a:pt x="142305" y="267672"/>
                  </a:lnTo>
                  <a:lnTo>
                    <a:pt x="141646" y="266982"/>
                  </a:lnTo>
                  <a:lnTo>
                    <a:pt x="140812" y="266781"/>
                  </a:lnTo>
                  <a:lnTo>
                    <a:pt x="140827" y="266507"/>
                  </a:lnTo>
                  <a:lnTo>
                    <a:pt x="140566" y="266344"/>
                  </a:lnTo>
                  <a:lnTo>
                    <a:pt x="139755" y="266020"/>
                  </a:lnTo>
                  <a:lnTo>
                    <a:pt x="139340" y="265616"/>
                  </a:lnTo>
                  <a:lnTo>
                    <a:pt x="139190" y="265500"/>
                  </a:lnTo>
                  <a:lnTo>
                    <a:pt x="138899" y="265280"/>
                  </a:lnTo>
                  <a:lnTo>
                    <a:pt x="139084" y="264826"/>
                  </a:lnTo>
                  <a:lnTo>
                    <a:pt x="139212" y="264658"/>
                  </a:lnTo>
                  <a:lnTo>
                    <a:pt x="138923" y="264495"/>
                  </a:lnTo>
                  <a:lnTo>
                    <a:pt x="138589" y="264254"/>
                  </a:lnTo>
                  <a:lnTo>
                    <a:pt x="138421" y="263991"/>
                  </a:lnTo>
                  <a:lnTo>
                    <a:pt x="138182" y="263777"/>
                  </a:lnTo>
                  <a:lnTo>
                    <a:pt x="137878" y="263409"/>
                  </a:lnTo>
                  <a:lnTo>
                    <a:pt x="137841" y="263157"/>
                  </a:lnTo>
                  <a:lnTo>
                    <a:pt x="137685" y="262797"/>
                  </a:lnTo>
                  <a:lnTo>
                    <a:pt x="137533" y="262646"/>
                  </a:lnTo>
                  <a:lnTo>
                    <a:pt x="137378" y="262416"/>
                  </a:lnTo>
                  <a:lnTo>
                    <a:pt x="137379" y="262227"/>
                  </a:lnTo>
                  <a:lnTo>
                    <a:pt x="137587" y="261739"/>
                  </a:lnTo>
                  <a:lnTo>
                    <a:pt x="137594" y="261283"/>
                  </a:lnTo>
                  <a:lnTo>
                    <a:pt x="137771" y="260930"/>
                  </a:lnTo>
                  <a:lnTo>
                    <a:pt x="137977" y="260669"/>
                  </a:lnTo>
                  <a:lnTo>
                    <a:pt x="138114" y="259455"/>
                  </a:lnTo>
                  <a:lnTo>
                    <a:pt x="137958" y="259067"/>
                  </a:lnTo>
                  <a:lnTo>
                    <a:pt x="137349" y="259003"/>
                  </a:lnTo>
                  <a:lnTo>
                    <a:pt x="136866" y="258812"/>
                  </a:lnTo>
                  <a:lnTo>
                    <a:pt x="136647" y="258688"/>
                  </a:lnTo>
                  <a:lnTo>
                    <a:pt x="136258" y="258277"/>
                  </a:lnTo>
                  <a:lnTo>
                    <a:pt x="136091" y="258193"/>
                  </a:lnTo>
                  <a:lnTo>
                    <a:pt x="135929" y="258177"/>
                  </a:lnTo>
                  <a:lnTo>
                    <a:pt x="135411" y="258136"/>
                  </a:lnTo>
                  <a:lnTo>
                    <a:pt x="134811" y="258560"/>
                  </a:lnTo>
                  <a:lnTo>
                    <a:pt x="134711" y="259344"/>
                  </a:lnTo>
                  <a:lnTo>
                    <a:pt x="134992" y="259759"/>
                  </a:lnTo>
                  <a:lnTo>
                    <a:pt x="135046" y="260063"/>
                  </a:lnTo>
                  <a:lnTo>
                    <a:pt x="134992" y="260209"/>
                  </a:lnTo>
                  <a:lnTo>
                    <a:pt x="134788" y="260716"/>
                  </a:lnTo>
                  <a:lnTo>
                    <a:pt x="134794" y="261169"/>
                  </a:lnTo>
                  <a:lnTo>
                    <a:pt x="134746" y="261698"/>
                  </a:lnTo>
                  <a:lnTo>
                    <a:pt x="134669" y="261909"/>
                  </a:lnTo>
                  <a:lnTo>
                    <a:pt x="134145" y="262243"/>
                  </a:lnTo>
                  <a:lnTo>
                    <a:pt x="133974" y="262292"/>
                  </a:lnTo>
                  <a:lnTo>
                    <a:pt x="133508" y="262143"/>
                  </a:lnTo>
                  <a:lnTo>
                    <a:pt x="133147" y="261803"/>
                  </a:lnTo>
                  <a:lnTo>
                    <a:pt x="132025" y="261677"/>
                  </a:lnTo>
                  <a:lnTo>
                    <a:pt x="131771" y="261634"/>
                  </a:lnTo>
                  <a:lnTo>
                    <a:pt x="131206" y="261773"/>
                  </a:lnTo>
                  <a:lnTo>
                    <a:pt x="131026" y="261903"/>
                  </a:lnTo>
                  <a:lnTo>
                    <a:pt x="130486" y="262277"/>
                  </a:lnTo>
                  <a:lnTo>
                    <a:pt x="130307" y="262294"/>
                  </a:lnTo>
                  <a:lnTo>
                    <a:pt x="129981" y="262244"/>
                  </a:lnTo>
                  <a:lnTo>
                    <a:pt x="129742" y="262171"/>
                  </a:lnTo>
                  <a:lnTo>
                    <a:pt x="129313" y="262037"/>
                  </a:lnTo>
                  <a:lnTo>
                    <a:pt x="129004" y="262010"/>
                  </a:lnTo>
                  <a:lnTo>
                    <a:pt x="128593" y="262019"/>
                  </a:lnTo>
                  <a:lnTo>
                    <a:pt x="128383" y="261892"/>
                  </a:lnTo>
                  <a:lnTo>
                    <a:pt x="128236" y="261841"/>
                  </a:lnTo>
                  <a:lnTo>
                    <a:pt x="127882" y="262059"/>
                  </a:lnTo>
                  <a:lnTo>
                    <a:pt x="127797" y="262288"/>
                  </a:lnTo>
                  <a:lnTo>
                    <a:pt x="127715" y="262569"/>
                  </a:lnTo>
                  <a:lnTo>
                    <a:pt x="127674" y="263026"/>
                  </a:lnTo>
                  <a:lnTo>
                    <a:pt x="127746" y="263464"/>
                  </a:lnTo>
                  <a:lnTo>
                    <a:pt x="128167" y="264262"/>
                  </a:lnTo>
                  <a:lnTo>
                    <a:pt x="128424" y="264686"/>
                  </a:lnTo>
                  <a:lnTo>
                    <a:pt x="128657" y="264960"/>
                  </a:lnTo>
                  <a:lnTo>
                    <a:pt x="128808" y="265897"/>
                  </a:lnTo>
                  <a:lnTo>
                    <a:pt x="128545" y="266116"/>
                  </a:lnTo>
                  <a:lnTo>
                    <a:pt x="127925" y="265890"/>
                  </a:lnTo>
                  <a:lnTo>
                    <a:pt x="127517" y="265937"/>
                  </a:lnTo>
                  <a:lnTo>
                    <a:pt x="127033" y="265934"/>
                  </a:lnTo>
                  <a:lnTo>
                    <a:pt x="126761" y="265787"/>
                  </a:lnTo>
                  <a:lnTo>
                    <a:pt x="126135" y="265924"/>
                  </a:lnTo>
                  <a:lnTo>
                    <a:pt x="125462" y="265642"/>
                  </a:lnTo>
                  <a:lnTo>
                    <a:pt x="125102" y="265160"/>
                  </a:lnTo>
                  <a:lnTo>
                    <a:pt x="124847" y="264779"/>
                  </a:lnTo>
                  <a:lnTo>
                    <a:pt x="124754" y="264513"/>
                  </a:lnTo>
                  <a:lnTo>
                    <a:pt x="124583" y="264170"/>
                  </a:lnTo>
                  <a:lnTo>
                    <a:pt x="124487" y="263991"/>
                  </a:lnTo>
                  <a:lnTo>
                    <a:pt x="124242" y="263814"/>
                  </a:lnTo>
                  <a:lnTo>
                    <a:pt x="123985" y="263943"/>
                  </a:lnTo>
                  <a:lnTo>
                    <a:pt x="123355" y="264193"/>
                  </a:lnTo>
                  <a:lnTo>
                    <a:pt x="122967" y="264452"/>
                  </a:lnTo>
                  <a:lnTo>
                    <a:pt x="122699" y="264917"/>
                  </a:lnTo>
                  <a:lnTo>
                    <a:pt x="122712" y="265702"/>
                  </a:lnTo>
                  <a:lnTo>
                    <a:pt x="123160" y="266197"/>
                  </a:lnTo>
                  <a:lnTo>
                    <a:pt x="123324" y="266338"/>
                  </a:lnTo>
                  <a:lnTo>
                    <a:pt x="123824" y="266661"/>
                  </a:lnTo>
                  <a:lnTo>
                    <a:pt x="124101" y="267078"/>
                  </a:lnTo>
                  <a:lnTo>
                    <a:pt x="124230" y="267200"/>
                  </a:lnTo>
                  <a:lnTo>
                    <a:pt x="124701" y="267621"/>
                  </a:lnTo>
                  <a:lnTo>
                    <a:pt x="124855" y="267704"/>
                  </a:lnTo>
                  <a:lnTo>
                    <a:pt x="125081" y="267924"/>
                  </a:lnTo>
                  <a:lnTo>
                    <a:pt x="125530" y="268388"/>
                  </a:lnTo>
                  <a:lnTo>
                    <a:pt x="125773" y="268967"/>
                  </a:lnTo>
                  <a:lnTo>
                    <a:pt x="125918" y="269278"/>
                  </a:lnTo>
                  <a:lnTo>
                    <a:pt x="126497" y="269671"/>
                  </a:lnTo>
                  <a:lnTo>
                    <a:pt x="126746" y="269704"/>
                  </a:lnTo>
                  <a:lnTo>
                    <a:pt x="126952" y="269736"/>
                  </a:lnTo>
                  <a:lnTo>
                    <a:pt x="127123" y="269810"/>
                  </a:lnTo>
                  <a:lnTo>
                    <a:pt x="127247" y="270234"/>
                  </a:lnTo>
                  <a:lnTo>
                    <a:pt x="127426" y="270479"/>
                  </a:lnTo>
                  <a:lnTo>
                    <a:pt x="127660" y="270645"/>
                  </a:lnTo>
                  <a:lnTo>
                    <a:pt x="128047" y="270978"/>
                  </a:lnTo>
                  <a:lnTo>
                    <a:pt x="128067" y="271249"/>
                  </a:lnTo>
                  <a:lnTo>
                    <a:pt x="128115" y="271612"/>
                  </a:lnTo>
                  <a:lnTo>
                    <a:pt x="128247" y="271843"/>
                  </a:lnTo>
                  <a:lnTo>
                    <a:pt x="128294" y="272114"/>
                  </a:lnTo>
                  <a:lnTo>
                    <a:pt x="128146" y="272237"/>
                  </a:lnTo>
                  <a:lnTo>
                    <a:pt x="127808" y="272423"/>
                  </a:lnTo>
                  <a:lnTo>
                    <a:pt x="127564" y="272340"/>
                  </a:lnTo>
                  <a:lnTo>
                    <a:pt x="127210" y="272321"/>
                  </a:lnTo>
                  <a:lnTo>
                    <a:pt x="127021" y="272339"/>
                  </a:lnTo>
                  <a:lnTo>
                    <a:pt x="126570" y="272352"/>
                  </a:lnTo>
                  <a:lnTo>
                    <a:pt x="126197" y="272206"/>
                  </a:lnTo>
                  <a:lnTo>
                    <a:pt x="126163" y="272027"/>
                  </a:lnTo>
                  <a:lnTo>
                    <a:pt x="126044" y="271795"/>
                  </a:lnTo>
                  <a:lnTo>
                    <a:pt x="125843" y="271723"/>
                  </a:lnTo>
                  <a:lnTo>
                    <a:pt x="125123" y="271906"/>
                  </a:lnTo>
                  <a:lnTo>
                    <a:pt x="124940" y="271990"/>
                  </a:lnTo>
                  <a:lnTo>
                    <a:pt x="124631" y="272116"/>
                  </a:lnTo>
                  <a:lnTo>
                    <a:pt x="123759" y="272155"/>
                  </a:lnTo>
                  <a:lnTo>
                    <a:pt x="123311" y="272125"/>
                  </a:lnTo>
                  <a:lnTo>
                    <a:pt x="123116" y="272073"/>
                  </a:lnTo>
                  <a:lnTo>
                    <a:pt x="122928" y="272073"/>
                  </a:lnTo>
                  <a:lnTo>
                    <a:pt x="122413" y="272075"/>
                  </a:lnTo>
                  <a:lnTo>
                    <a:pt x="121994" y="272117"/>
                  </a:lnTo>
                  <a:lnTo>
                    <a:pt x="121807" y="272212"/>
                  </a:lnTo>
                  <a:lnTo>
                    <a:pt x="121584" y="272572"/>
                  </a:lnTo>
                  <a:lnTo>
                    <a:pt x="121588" y="273089"/>
                  </a:lnTo>
                  <a:lnTo>
                    <a:pt x="121170" y="272868"/>
                  </a:lnTo>
                  <a:lnTo>
                    <a:pt x="120802" y="272495"/>
                  </a:lnTo>
                  <a:lnTo>
                    <a:pt x="120337" y="272598"/>
                  </a:lnTo>
                  <a:lnTo>
                    <a:pt x="120142" y="272513"/>
                  </a:lnTo>
                  <a:lnTo>
                    <a:pt x="119884" y="271853"/>
                  </a:lnTo>
                  <a:lnTo>
                    <a:pt x="119400" y="271353"/>
                  </a:lnTo>
                  <a:lnTo>
                    <a:pt x="119208" y="271232"/>
                  </a:lnTo>
                  <a:lnTo>
                    <a:pt x="118994" y="271172"/>
                  </a:lnTo>
                  <a:lnTo>
                    <a:pt x="118506" y="271699"/>
                  </a:lnTo>
                  <a:lnTo>
                    <a:pt x="118313" y="272178"/>
                  </a:lnTo>
                  <a:lnTo>
                    <a:pt x="118283" y="272327"/>
                  </a:lnTo>
                  <a:lnTo>
                    <a:pt x="118279" y="272532"/>
                  </a:lnTo>
                  <a:lnTo>
                    <a:pt x="117957" y="273028"/>
                  </a:lnTo>
                  <a:lnTo>
                    <a:pt x="117829" y="273389"/>
                  </a:lnTo>
                  <a:lnTo>
                    <a:pt x="117225" y="273951"/>
                  </a:lnTo>
                  <a:lnTo>
                    <a:pt x="116638" y="274419"/>
                  </a:lnTo>
                  <a:lnTo>
                    <a:pt x="116082" y="275176"/>
                  </a:lnTo>
                  <a:lnTo>
                    <a:pt x="115941" y="275604"/>
                  </a:lnTo>
                  <a:lnTo>
                    <a:pt x="115828" y="276147"/>
                  </a:lnTo>
                  <a:lnTo>
                    <a:pt x="115749" y="276491"/>
                  </a:lnTo>
                  <a:lnTo>
                    <a:pt x="115345" y="277438"/>
                  </a:lnTo>
                  <a:lnTo>
                    <a:pt x="114893" y="277393"/>
                  </a:lnTo>
                  <a:lnTo>
                    <a:pt x="114525" y="277218"/>
                  </a:lnTo>
                  <a:lnTo>
                    <a:pt x="114062" y="277452"/>
                  </a:lnTo>
                  <a:lnTo>
                    <a:pt x="113948" y="277634"/>
                  </a:lnTo>
                  <a:lnTo>
                    <a:pt x="113771" y="277843"/>
                  </a:lnTo>
                  <a:lnTo>
                    <a:pt x="113507" y="277992"/>
                  </a:lnTo>
                  <a:lnTo>
                    <a:pt x="113383" y="278662"/>
                  </a:lnTo>
                  <a:lnTo>
                    <a:pt x="113566" y="278868"/>
                  </a:lnTo>
                  <a:lnTo>
                    <a:pt x="113477" y="279109"/>
                  </a:lnTo>
                  <a:lnTo>
                    <a:pt x="113259" y="279136"/>
                  </a:lnTo>
                  <a:lnTo>
                    <a:pt x="112645" y="278982"/>
                  </a:lnTo>
                  <a:lnTo>
                    <a:pt x="112220" y="279159"/>
                  </a:lnTo>
                  <a:lnTo>
                    <a:pt x="111819" y="279458"/>
                  </a:lnTo>
                  <a:lnTo>
                    <a:pt x="111600" y="279673"/>
                  </a:lnTo>
                  <a:lnTo>
                    <a:pt x="111229" y="279968"/>
                  </a:lnTo>
                  <a:lnTo>
                    <a:pt x="111063" y="280010"/>
                  </a:lnTo>
                  <a:lnTo>
                    <a:pt x="110569" y="280175"/>
                  </a:lnTo>
                  <a:lnTo>
                    <a:pt x="110376" y="280294"/>
                  </a:lnTo>
                  <a:lnTo>
                    <a:pt x="109638" y="280106"/>
                  </a:lnTo>
                  <a:lnTo>
                    <a:pt x="109420" y="280228"/>
                  </a:lnTo>
                  <a:lnTo>
                    <a:pt x="109259" y="280389"/>
                  </a:lnTo>
                  <a:lnTo>
                    <a:pt x="109151" y="280565"/>
                  </a:lnTo>
                  <a:lnTo>
                    <a:pt x="108850" y="280983"/>
                  </a:lnTo>
                  <a:lnTo>
                    <a:pt x="108212" y="281435"/>
                  </a:lnTo>
                  <a:lnTo>
                    <a:pt x="107641" y="281438"/>
                  </a:lnTo>
                  <a:lnTo>
                    <a:pt x="107316" y="280541"/>
                  </a:lnTo>
                  <a:lnTo>
                    <a:pt x="107232" y="280385"/>
                  </a:lnTo>
                  <a:lnTo>
                    <a:pt x="107019" y="280145"/>
                  </a:lnTo>
                  <a:lnTo>
                    <a:pt x="106856" y="280055"/>
                  </a:lnTo>
                  <a:lnTo>
                    <a:pt x="105632" y="279794"/>
                  </a:lnTo>
                  <a:lnTo>
                    <a:pt x="104836" y="279609"/>
                  </a:lnTo>
                  <a:lnTo>
                    <a:pt x="104425" y="279665"/>
                  </a:lnTo>
                  <a:lnTo>
                    <a:pt x="103892" y="280161"/>
                  </a:lnTo>
                  <a:lnTo>
                    <a:pt x="103568" y="280642"/>
                  </a:lnTo>
                  <a:lnTo>
                    <a:pt x="102521" y="280868"/>
                  </a:lnTo>
                  <a:lnTo>
                    <a:pt x="102157" y="280914"/>
                  </a:lnTo>
                  <a:lnTo>
                    <a:pt x="101980" y="280859"/>
                  </a:lnTo>
                  <a:lnTo>
                    <a:pt x="101783" y="280873"/>
                  </a:lnTo>
                  <a:lnTo>
                    <a:pt x="101509" y="280920"/>
                  </a:lnTo>
                  <a:lnTo>
                    <a:pt x="101059" y="281079"/>
                  </a:lnTo>
                  <a:lnTo>
                    <a:pt x="100992" y="281215"/>
                  </a:lnTo>
                  <a:lnTo>
                    <a:pt x="100735" y="282421"/>
                  </a:lnTo>
                  <a:lnTo>
                    <a:pt x="100406" y="282528"/>
                  </a:lnTo>
                  <a:lnTo>
                    <a:pt x="99487" y="282346"/>
                  </a:lnTo>
                  <a:lnTo>
                    <a:pt x="99232" y="282471"/>
                  </a:lnTo>
                  <a:lnTo>
                    <a:pt x="98971" y="282679"/>
                  </a:lnTo>
                  <a:lnTo>
                    <a:pt x="98611" y="282974"/>
                  </a:lnTo>
                  <a:lnTo>
                    <a:pt x="98045" y="283381"/>
                  </a:lnTo>
                  <a:lnTo>
                    <a:pt x="97876" y="283542"/>
                  </a:lnTo>
                  <a:lnTo>
                    <a:pt x="97871" y="283839"/>
                  </a:lnTo>
                  <a:lnTo>
                    <a:pt x="97679" y="284076"/>
                  </a:lnTo>
                  <a:lnTo>
                    <a:pt x="97548" y="284322"/>
                  </a:lnTo>
                  <a:lnTo>
                    <a:pt x="97470" y="284542"/>
                  </a:lnTo>
                  <a:lnTo>
                    <a:pt x="97145" y="285107"/>
                  </a:lnTo>
                  <a:lnTo>
                    <a:pt x="97458" y="285457"/>
                  </a:lnTo>
                  <a:lnTo>
                    <a:pt x="98347" y="285319"/>
                  </a:lnTo>
                  <a:lnTo>
                    <a:pt x="98483" y="285360"/>
                  </a:lnTo>
                  <a:lnTo>
                    <a:pt x="99124" y="285811"/>
                  </a:lnTo>
                  <a:lnTo>
                    <a:pt x="98664" y="286595"/>
                  </a:lnTo>
                  <a:lnTo>
                    <a:pt x="98775" y="287137"/>
                  </a:lnTo>
                  <a:lnTo>
                    <a:pt x="98792" y="287348"/>
                  </a:lnTo>
                  <a:lnTo>
                    <a:pt x="98640" y="288082"/>
                  </a:lnTo>
                  <a:lnTo>
                    <a:pt x="99000" y="288080"/>
                  </a:lnTo>
                  <a:lnTo>
                    <a:pt x="99735" y="288845"/>
                  </a:lnTo>
                  <a:lnTo>
                    <a:pt x="101240" y="290588"/>
                  </a:lnTo>
                  <a:lnTo>
                    <a:pt x="101492" y="291050"/>
                  </a:lnTo>
                  <a:lnTo>
                    <a:pt x="101663" y="291214"/>
                  </a:lnTo>
                  <a:lnTo>
                    <a:pt x="101994" y="291262"/>
                  </a:lnTo>
                  <a:lnTo>
                    <a:pt x="102285" y="291249"/>
                  </a:lnTo>
                  <a:lnTo>
                    <a:pt x="102537" y="291428"/>
                  </a:lnTo>
                  <a:lnTo>
                    <a:pt x="102555" y="291629"/>
                  </a:lnTo>
                  <a:lnTo>
                    <a:pt x="102545" y="291886"/>
                  </a:lnTo>
                  <a:lnTo>
                    <a:pt x="102427" y="291962"/>
                  </a:lnTo>
                  <a:lnTo>
                    <a:pt x="102658" y="292108"/>
                  </a:lnTo>
                  <a:lnTo>
                    <a:pt x="103231" y="292108"/>
                  </a:lnTo>
                  <a:lnTo>
                    <a:pt x="103716" y="292191"/>
                  </a:lnTo>
                  <a:lnTo>
                    <a:pt x="104284" y="292218"/>
                  </a:lnTo>
                  <a:lnTo>
                    <a:pt x="104603" y="292184"/>
                  </a:lnTo>
                  <a:lnTo>
                    <a:pt x="104951" y="292372"/>
                  </a:lnTo>
                  <a:lnTo>
                    <a:pt x="105008" y="292522"/>
                  </a:lnTo>
                  <a:lnTo>
                    <a:pt x="105089" y="292796"/>
                  </a:lnTo>
                  <a:lnTo>
                    <a:pt x="105112" y="293155"/>
                  </a:lnTo>
                  <a:lnTo>
                    <a:pt x="105198" y="293712"/>
                  </a:lnTo>
                  <a:lnTo>
                    <a:pt x="105341" y="294002"/>
                  </a:lnTo>
                  <a:lnTo>
                    <a:pt x="105930" y="294416"/>
                  </a:lnTo>
                  <a:lnTo>
                    <a:pt x="105870" y="294833"/>
                  </a:lnTo>
                  <a:lnTo>
                    <a:pt x="105958" y="294977"/>
                  </a:lnTo>
                  <a:lnTo>
                    <a:pt x="106238" y="295498"/>
                  </a:lnTo>
                  <a:lnTo>
                    <a:pt x="106399" y="295891"/>
                  </a:lnTo>
                  <a:lnTo>
                    <a:pt x="106815" y="296486"/>
                  </a:lnTo>
                  <a:lnTo>
                    <a:pt x="107065" y="296755"/>
                  </a:lnTo>
                  <a:lnTo>
                    <a:pt x="106731" y="297089"/>
                  </a:lnTo>
                  <a:lnTo>
                    <a:pt x="105608" y="297140"/>
                  </a:lnTo>
                  <a:lnTo>
                    <a:pt x="105454" y="297185"/>
                  </a:lnTo>
                  <a:lnTo>
                    <a:pt x="105060" y="297440"/>
                  </a:lnTo>
                  <a:lnTo>
                    <a:pt x="104828" y="297676"/>
                  </a:lnTo>
                  <a:lnTo>
                    <a:pt x="104799" y="297841"/>
                  </a:lnTo>
                  <a:lnTo>
                    <a:pt x="104595" y="298185"/>
                  </a:lnTo>
                  <a:lnTo>
                    <a:pt x="104105" y="298160"/>
                  </a:lnTo>
                  <a:lnTo>
                    <a:pt x="103921" y="298377"/>
                  </a:lnTo>
                  <a:lnTo>
                    <a:pt x="103473" y="299118"/>
                  </a:lnTo>
                  <a:lnTo>
                    <a:pt x="103455" y="299285"/>
                  </a:lnTo>
                  <a:lnTo>
                    <a:pt x="103458" y="299660"/>
                  </a:lnTo>
                  <a:lnTo>
                    <a:pt x="102875" y="300506"/>
                  </a:lnTo>
                  <a:lnTo>
                    <a:pt x="102423" y="300424"/>
                  </a:lnTo>
                  <a:lnTo>
                    <a:pt x="102240" y="300382"/>
                  </a:lnTo>
                  <a:lnTo>
                    <a:pt x="102183" y="300775"/>
                  </a:lnTo>
                  <a:lnTo>
                    <a:pt x="102008" y="301153"/>
                  </a:lnTo>
                  <a:lnTo>
                    <a:pt x="101807" y="301531"/>
                  </a:lnTo>
                  <a:lnTo>
                    <a:pt x="101960" y="301724"/>
                  </a:lnTo>
                  <a:lnTo>
                    <a:pt x="102187" y="302079"/>
                  </a:lnTo>
                  <a:lnTo>
                    <a:pt x="102095" y="302359"/>
                  </a:lnTo>
                  <a:lnTo>
                    <a:pt x="101916" y="302402"/>
                  </a:lnTo>
                  <a:lnTo>
                    <a:pt x="101429" y="302404"/>
                  </a:lnTo>
                  <a:lnTo>
                    <a:pt x="101133" y="302262"/>
                  </a:lnTo>
                  <a:lnTo>
                    <a:pt x="100777" y="302120"/>
                  </a:lnTo>
                  <a:lnTo>
                    <a:pt x="100504" y="302106"/>
                  </a:lnTo>
                  <a:lnTo>
                    <a:pt x="100170" y="302105"/>
                  </a:lnTo>
                  <a:lnTo>
                    <a:pt x="99923" y="301829"/>
                  </a:lnTo>
                  <a:lnTo>
                    <a:pt x="99740" y="301643"/>
                  </a:lnTo>
                  <a:lnTo>
                    <a:pt x="99537" y="301448"/>
                  </a:lnTo>
                  <a:lnTo>
                    <a:pt x="99333" y="301086"/>
                  </a:lnTo>
                  <a:lnTo>
                    <a:pt x="99333" y="300872"/>
                  </a:lnTo>
                  <a:lnTo>
                    <a:pt x="98933" y="300915"/>
                  </a:lnTo>
                  <a:lnTo>
                    <a:pt x="98730" y="300993"/>
                  </a:lnTo>
                  <a:lnTo>
                    <a:pt x="98600" y="301286"/>
                  </a:lnTo>
                  <a:lnTo>
                    <a:pt x="97905" y="301692"/>
                  </a:lnTo>
                  <a:lnTo>
                    <a:pt x="97910" y="302581"/>
                  </a:lnTo>
                  <a:lnTo>
                    <a:pt x="97719" y="302860"/>
                  </a:lnTo>
                  <a:lnTo>
                    <a:pt x="97578" y="302969"/>
                  </a:lnTo>
                  <a:lnTo>
                    <a:pt x="97073" y="303264"/>
                  </a:lnTo>
                  <a:lnTo>
                    <a:pt x="96626" y="303278"/>
                  </a:lnTo>
                  <a:lnTo>
                    <a:pt x="96296" y="303069"/>
                  </a:lnTo>
                  <a:lnTo>
                    <a:pt x="96010" y="303016"/>
                  </a:lnTo>
                  <a:lnTo>
                    <a:pt x="95650" y="303163"/>
                  </a:lnTo>
                  <a:lnTo>
                    <a:pt x="95801" y="303321"/>
                  </a:lnTo>
                  <a:lnTo>
                    <a:pt x="95619" y="303347"/>
                  </a:lnTo>
                  <a:lnTo>
                    <a:pt x="95398" y="303251"/>
                  </a:lnTo>
                  <a:lnTo>
                    <a:pt x="95170" y="303138"/>
                  </a:lnTo>
                  <a:lnTo>
                    <a:pt x="94709" y="303184"/>
                  </a:lnTo>
                  <a:lnTo>
                    <a:pt x="94497" y="303240"/>
                  </a:lnTo>
                  <a:lnTo>
                    <a:pt x="94153" y="303260"/>
                  </a:lnTo>
                  <a:lnTo>
                    <a:pt x="93679" y="303164"/>
                  </a:lnTo>
                  <a:lnTo>
                    <a:pt x="93252" y="303396"/>
                  </a:lnTo>
                  <a:lnTo>
                    <a:pt x="93202" y="303604"/>
                  </a:lnTo>
                  <a:lnTo>
                    <a:pt x="93122" y="303913"/>
                  </a:lnTo>
                  <a:lnTo>
                    <a:pt x="92887" y="303914"/>
                  </a:lnTo>
                  <a:lnTo>
                    <a:pt x="91781" y="303726"/>
                  </a:lnTo>
                  <a:lnTo>
                    <a:pt x="91651" y="303707"/>
                  </a:lnTo>
                  <a:lnTo>
                    <a:pt x="91281" y="303750"/>
                  </a:lnTo>
                  <a:lnTo>
                    <a:pt x="91116" y="303921"/>
                  </a:lnTo>
                  <a:lnTo>
                    <a:pt x="91025" y="304289"/>
                  </a:lnTo>
                  <a:lnTo>
                    <a:pt x="90933" y="304862"/>
                  </a:lnTo>
                  <a:lnTo>
                    <a:pt x="90580" y="304911"/>
                  </a:lnTo>
                  <a:lnTo>
                    <a:pt x="90353" y="304709"/>
                  </a:lnTo>
                  <a:lnTo>
                    <a:pt x="89788" y="304782"/>
                  </a:lnTo>
                  <a:lnTo>
                    <a:pt x="89507" y="304973"/>
                  </a:lnTo>
                  <a:lnTo>
                    <a:pt x="89466" y="305394"/>
                  </a:lnTo>
                  <a:lnTo>
                    <a:pt x="89433" y="305544"/>
                  </a:lnTo>
                  <a:lnTo>
                    <a:pt x="89260" y="305701"/>
                  </a:lnTo>
                  <a:lnTo>
                    <a:pt x="88631" y="305766"/>
                  </a:lnTo>
                  <a:lnTo>
                    <a:pt x="88065" y="306002"/>
                  </a:lnTo>
                  <a:lnTo>
                    <a:pt x="87696" y="306296"/>
                  </a:lnTo>
                  <a:lnTo>
                    <a:pt x="87427" y="306633"/>
                  </a:lnTo>
                  <a:lnTo>
                    <a:pt x="87289" y="306831"/>
                  </a:lnTo>
                  <a:lnTo>
                    <a:pt x="87082" y="306985"/>
                  </a:lnTo>
                  <a:lnTo>
                    <a:pt x="86949" y="307041"/>
                  </a:lnTo>
                  <a:lnTo>
                    <a:pt x="86745" y="307185"/>
                  </a:lnTo>
                  <a:lnTo>
                    <a:pt x="86377" y="307628"/>
                  </a:lnTo>
                  <a:lnTo>
                    <a:pt x="86118" y="307813"/>
                  </a:lnTo>
                  <a:lnTo>
                    <a:pt x="85894" y="307921"/>
                  </a:lnTo>
                  <a:lnTo>
                    <a:pt x="85385" y="307983"/>
                  </a:lnTo>
                  <a:lnTo>
                    <a:pt x="85090" y="308378"/>
                  </a:lnTo>
                  <a:lnTo>
                    <a:pt x="84768" y="308757"/>
                  </a:lnTo>
                  <a:lnTo>
                    <a:pt x="84592" y="309051"/>
                  </a:lnTo>
                  <a:lnTo>
                    <a:pt x="84865" y="309478"/>
                  </a:lnTo>
                  <a:lnTo>
                    <a:pt x="84875" y="309629"/>
                  </a:lnTo>
                  <a:lnTo>
                    <a:pt x="84540" y="309858"/>
                  </a:lnTo>
                  <a:lnTo>
                    <a:pt x="84195" y="310108"/>
                  </a:lnTo>
                  <a:lnTo>
                    <a:pt x="84024" y="310379"/>
                  </a:lnTo>
                  <a:lnTo>
                    <a:pt x="83898" y="310614"/>
                  </a:lnTo>
                  <a:lnTo>
                    <a:pt x="83887" y="311174"/>
                  </a:lnTo>
                  <a:lnTo>
                    <a:pt x="83860" y="311449"/>
                  </a:lnTo>
                  <a:lnTo>
                    <a:pt x="84046" y="311990"/>
                  </a:lnTo>
                  <a:lnTo>
                    <a:pt x="84687" y="311894"/>
                  </a:lnTo>
                  <a:lnTo>
                    <a:pt x="84927" y="312037"/>
                  </a:lnTo>
                  <a:lnTo>
                    <a:pt x="85287" y="312281"/>
                  </a:lnTo>
                  <a:lnTo>
                    <a:pt x="85576" y="312431"/>
                  </a:lnTo>
                  <a:lnTo>
                    <a:pt x="85706" y="312471"/>
                  </a:lnTo>
                  <a:lnTo>
                    <a:pt x="85920" y="312527"/>
                  </a:lnTo>
                  <a:lnTo>
                    <a:pt x="86272" y="312691"/>
                  </a:lnTo>
                  <a:lnTo>
                    <a:pt x="86404" y="312985"/>
                  </a:lnTo>
                  <a:lnTo>
                    <a:pt x="86520" y="313232"/>
                  </a:lnTo>
                  <a:lnTo>
                    <a:pt x="87029" y="313517"/>
                  </a:lnTo>
                  <a:lnTo>
                    <a:pt x="87462" y="313884"/>
                  </a:lnTo>
                  <a:lnTo>
                    <a:pt x="87650" y="314032"/>
                  </a:lnTo>
                  <a:lnTo>
                    <a:pt x="87788" y="314140"/>
                  </a:lnTo>
                  <a:lnTo>
                    <a:pt x="88059" y="314434"/>
                  </a:lnTo>
                  <a:lnTo>
                    <a:pt x="87797" y="314738"/>
                  </a:lnTo>
                  <a:lnTo>
                    <a:pt x="87528" y="314993"/>
                  </a:lnTo>
                  <a:lnTo>
                    <a:pt x="87787" y="315332"/>
                  </a:lnTo>
                  <a:lnTo>
                    <a:pt x="87952" y="315419"/>
                  </a:lnTo>
                  <a:lnTo>
                    <a:pt x="88124" y="315898"/>
                  </a:lnTo>
                  <a:lnTo>
                    <a:pt x="88033" y="316039"/>
                  </a:lnTo>
                  <a:lnTo>
                    <a:pt x="88052" y="316241"/>
                  </a:lnTo>
                  <a:lnTo>
                    <a:pt x="88031" y="316380"/>
                  </a:lnTo>
                  <a:lnTo>
                    <a:pt x="87822" y="316794"/>
                  </a:lnTo>
                  <a:lnTo>
                    <a:pt x="87646" y="317203"/>
                  </a:lnTo>
                  <a:lnTo>
                    <a:pt x="87847" y="317403"/>
                  </a:lnTo>
                  <a:lnTo>
                    <a:pt x="88081" y="317473"/>
                  </a:lnTo>
                  <a:lnTo>
                    <a:pt x="88396" y="317770"/>
                  </a:lnTo>
                  <a:lnTo>
                    <a:pt x="88669" y="317813"/>
                  </a:lnTo>
                  <a:lnTo>
                    <a:pt x="88904" y="317915"/>
                  </a:lnTo>
                  <a:lnTo>
                    <a:pt x="89119" y="318119"/>
                  </a:lnTo>
                  <a:lnTo>
                    <a:pt x="89337" y="318237"/>
                  </a:lnTo>
                  <a:lnTo>
                    <a:pt x="89464" y="318294"/>
                  </a:lnTo>
                  <a:lnTo>
                    <a:pt x="90040" y="318571"/>
                  </a:lnTo>
                  <a:lnTo>
                    <a:pt x="89917" y="318818"/>
                  </a:lnTo>
                  <a:lnTo>
                    <a:pt x="89856" y="319011"/>
                  </a:lnTo>
                  <a:lnTo>
                    <a:pt x="88943" y="319439"/>
                  </a:lnTo>
                  <a:lnTo>
                    <a:pt x="88608" y="319613"/>
                  </a:lnTo>
                  <a:lnTo>
                    <a:pt x="88031" y="319716"/>
                  </a:lnTo>
                  <a:lnTo>
                    <a:pt x="87113" y="319750"/>
                  </a:lnTo>
                  <a:lnTo>
                    <a:pt x="86926" y="319593"/>
                  </a:lnTo>
                  <a:lnTo>
                    <a:pt x="86705" y="319422"/>
                  </a:lnTo>
                  <a:lnTo>
                    <a:pt x="86055" y="319609"/>
                  </a:lnTo>
                  <a:lnTo>
                    <a:pt x="85831" y="319767"/>
                  </a:lnTo>
                  <a:lnTo>
                    <a:pt x="85642" y="319891"/>
                  </a:lnTo>
                  <a:lnTo>
                    <a:pt x="84823" y="320000"/>
                  </a:lnTo>
                  <a:lnTo>
                    <a:pt x="84624" y="319959"/>
                  </a:lnTo>
                  <a:lnTo>
                    <a:pt x="84148" y="320608"/>
                  </a:lnTo>
                  <a:lnTo>
                    <a:pt x="84263" y="320993"/>
                  </a:lnTo>
                  <a:lnTo>
                    <a:pt x="84326" y="321266"/>
                  </a:lnTo>
                  <a:lnTo>
                    <a:pt x="84520" y="321579"/>
                  </a:lnTo>
                  <a:lnTo>
                    <a:pt x="84958" y="321753"/>
                  </a:lnTo>
                  <a:lnTo>
                    <a:pt x="85380" y="321979"/>
                  </a:lnTo>
                  <a:lnTo>
                    <a:pt x="85932" y="322023"/>
                  </a:lnTo>
                  <a:lnTo>
                    <a:pt x="86336" y="322037"/>
                  </a:lnTo>
                  <a:lnTo>
                    <a:pt x="86487" y="322067"/>
                  </a:lnTo>
                  <a:lnTo>
                    <a:pt x="86627" y="322713"/>
                  </a:lnTo>
                  <a:lnTo>
                    <a:pt x="86659" y="323068"/>
                  </a:lnTo>
                  <a:lnTo>
                    <a:pt x="86709" y="323894"/>
                  </a:lnTo>
                  <a:lnTo>
                    <a:pt x="86852" y="324112"/>
                  </a:lnTo>
                  <a:lnTo>
                    <a:pt x="87027" y="324243"/>
                  </a:lnTo>
                  <a:lnTo>
                    <a:pt x="87026" y="324577"/>
                  </a:lnTo>
                  <a:lnTo>
                    <a:pt x="86915" y="324743"/>
                  </a:lnTo>
                  <a:lnTo>
                    <a:pt x="86590" y="324983"/>
                  </a:lnTo>
                  <a:lnTo>
                    <a:pt x="86685" y="325629"/>
                  </a:lnTo>
                  <a:lnTo>
                    <a:pt x="86504" y="325747"/>
                  </a:lnTo>
                  <a:lnTo>
                    <a:pt x="86310" y="325887"/>
                  </a:lnTo>
                  <a:lnTo>
                    <a:pt x="86177" y="326146"/>
                  </a:lnTo>
                  <a:lnTo>
                    <a:pt x="86174" y="326469"/>
                  </a:lnTo>
                  <a:lnTo>
                    <a:pt x="86939" y="326373"/>
                  </a:lnTo>
                  <a:lnTo>
                    <a:pt x="87229" y="326384"/>
                  </a:lnTo>
                  <a:lnTo>
                    <a:pt x="87567" y="326773"/>
                  </a:lnTo>
                  <a:lnTo>
                    <a:pt x="87877" y="326941"/>
                  </a:lnTo>
                  <a:lnTo>
                    <a:pt x="88033" y="326986"/>
                  </a:lnTo>
                  <a:lnTo>
                    <a:pt x="87947" y="327333"/>
                  </a:lnTo>
                  <a:lnTo>
                    <a:pt x="87961" y="327507"/>
                  </a:lnTo>
                  <a:lnTo>
                    <a:pt x="88021" y="327848"/>
                  </a:lnTo>
                  <a:lnTo>
                    <a:pt x="87874" y="328066"/>
                  </a:lnTo>
                  <a:lnTo>
                    <a:pt x="87608" y="328418"/>
                  </a:lnTo>
                  <a:lnTo>
                    <a:pt x="87671" y="328894"/>
                  </a:lnTo>
                  <a:lnTo>
                    <a:pt x="87890" y="329183"/>
                  </a:lnTo>
                  <a:lnTo>
                    <a:pt x="88118" y="328976"/>
                  </a:lnTo>
                  <a:lnTo>
                    <a:pt x="88404" y="328598"/>
                  </a:lnTo>
                  <a:lnTo>
                    <a:pt x="88532" y="328276"/>
                  </a:lnTo>
                  <a:lnTo>
                    <a:pt x="88784" y="328110"/>
                  </a:lnTo>
                  <a:lnTo>
                    <a:pt x="89167" y="328112"/>
                  </a:lnTo>
                  <a:lnTo>
                    <a:pt x="89638" y="328537"/>
                  </a:lnTo>
                  <a:lnTo>
                    <a:pt x="89849" y="328743"/>
                  </a:lnTo>
                  <a:lnTo>
                    <a:pt x="90003" y="328994"/>
                  </a:lnTo>
                  <a:lnTo>
                    <a:pt x="90165" y="329333"/>
                  </a:lnTo>
                  <a:lnTo>
                    <a:pt x="90550" y="329433"/>
                  </a:lnTo>
                  <a:lnTo>
                    <a:pt x="91037" y="329070"/>
                  </a:lnTo>
                  <a:lnTo>
                    <a:pt x="91329" y="328944"/>
                  </a:lnTo>
                  <a:lnTo>
                    <a:pt x="91987" y="328803"/>
                  </a:lnTo>
                  <a:lnTo>
                    <a:pt x="92467" y="328949"/>
                  </a:lnTo>
                  <a:lnTo>
                    <a:pt x="92819" y="329009"/>
                  </a:lnTo>
                  <a:lnTo>
                    <a:pt x="92996" y="328712"/>
                  </a:lnTo>
                  <a:lnTo>
                    <a:pt x="93328" y="328983"/>
                  </a:lnTo>
                  <a:lnTo>
                    <a:pt x="93822" y="328918"/>
                  </a:lnTo>
                  <a:lnTo>
                    <a:pt x="94159" y="328654"/>
                  </a:lnTo>
                  <a:lnTo>
                    <a:pt x="94251" y="328458"/>
                  </a:lnTo>
                  <a:lnTo>
                    <a:pt x="94266" y="328249"/>
                  </a:lnTo>
                  <a:lnTo>
                    <a:pt x="94467" y="328484"/>
                  </a:lnTo>
                  <a:lnTo>
                    <a:pt x="94629" y="328594"/>
                  </a:lnTo>
                  <a:lnTo>
                    <a:pt x="95112" y="328877"/>
                  </a:lnTo>
                  <a:lnTo>
                    <a:pt x="95151" y="329273"/>
                  </a:lnTo>
                  <a:lnTo>
                    <a:pt x="95340" y="329870"/>
                  </a:lnTo>
                  <a:lnTo>
                    <a:pt x="95600" y="330058"/>
                  </a:lnTo>
                  <a:lnTo>
                    <a:pt x="95387" y="330367"/>
                  </a:lnTo>
                  <a:lnTo>
                    <a:pt x="95555" y="330703"/>
                  </a:lnTo>
                  <a:lnTo>
                    <a:pt x="95830" y="330703"/>
                  </a:lnTo>
                  <a:lnTo>
                    <a:pt x="96117" y="330752"/>
                  </a:lnTo>
                  <a:lnTo>
                    <a:pt x="96483" y="331121"/>
                  </a:lnTo>
                  <a:lnTo>
                    <a:pt x="96514" y="331462"/>
                  </a:lnTo>
                  <a:lnTo>
                    <a:pt x="96758" y="331522"/>
                  </a:lnTo>
                  <a:lnTo>
                    <a:pt x="96915" y="331465"/>
                  </a:lnTo>
                  <a:lnTo>
                    <a:pt x="97290" y="331614"/>
                  </a:lnTo>
                  <a:lnTo>
                    <a:pt x="97273" y="331824"/>
                  </a:lnTo>
                  <a:lnTo>
                    <a:pt x="97403" y="332015"/>
                  </a:lnTo>
                  <a:lnTo>
                    <a:pt x="97646" y="332709"/>
                  </a:lnTo>
                  <a:lnTo>
                    <a:pt x="97847" y="333093"/>
                  </a:lnTo>
                  <a:lnTo>
                    <a:pt x="97977" y="333111"/>
                  </a:lnTo>
                  <a:lnTo>
                    <a:pt x="98410" y="333055"/>
                  </a:lnTo>
                  <a:lnTo>
                    <a:pt x="98499" y="333005"/>
                  </a:lnTo>
                  <a:lnTo>
                    <a:pt x="99395" y="333279"/>
                  </a:lnTo>
                  <a:lnTo>
                    <a:pt x="99600" y="333256"/>
                  </a:lnTo>
                  <a:lnTo>
                    <a:pt x="99907" y="333268"/>
                  </a:lnTo>
                  <a:lnTo>
                    <a:pt x="100103" y="333217"/>
                  </a:lnTo>
                  <a:lnTo>
                    <a:pt x="100811" y="333311"/>
                  </a:lnTo>
                  <a:lnTo>
                    <a:pt x="101188" y="333317"/>
                  </a:lnTo>
                  <a:lnTo>
                    <a:pt x="100842" y="333086"/>
                  </a:lnTo>
                  <a:lnTo>
                    <a:pt x="100739" y="332873"/>
                  </a:lnTo>
                  <a:lnTo>
                    <a:pt x="100723" y="332272"/>
                  </a:lnTo>
                  <a:lnTo>
                    <a:pt x="100928" y="332185"/>
                  </a:lnTo>
                  <a:lnTo>
                    <a:pt x="101112" y="331964"/>
                  </a:lnTo>
                  <a:lnTo>
                    <a:pt x="101296" y="331764"/>
                  </a:lnTo>
                  <a:lnTo>
                    <a:pt x="101460" y="331760"/>
                  </a:lnTo>
                  <a:lnTo>
                    <a:pt x="101663" y="331751"/>
                  </a:lnTo>
                  <a:lnTo>
                    <a:pt x="101864" y="331671"/>
                  </a:lnTo>
                  <a:lnTo>
                    <a:pt x="101880" y="331469"/>
                  </a:lnTo>
                  <a:lnTo>
                    <a:pt x="101930" y="331330"/>
                  </a:lnTo>
                  <a:lnTo>
                    <a:pt x="102549" y="331415"/>
                  </a:lnTo>
                  <a:lnTo>
                    <a:pt x="102734" y="331513"/>
                  </a:lnTo>
                  <a:lnTo>
                    <a:pt x="102989" y="331526"/>
                  </a:lnTo>
                  <a:lnTo>
                    <a:pt x="103213" y="331427"/>
                  </a:lnTo>
                  <a:lnTo>
                    <a:pt x="103445" y="331434"/>
                  </a:lnTo>
                  <a:lnTo>
                    <a:pt x="103640" y="331306"/>
                  </a:lnTo>
                  <a:lnTo>
                    <a:pt x="103877" y="331041"/>
                  </a:lnTo>
                  <a:lnTo>
                    <a:pt x="103958" y="330393"/>
                  </a:lnTo>
                  <a:lnTo>
                    <a:pt x="104510" y="330524"/>
                  </a:lnTo>
                  <a:lnTo>
                    <a:pt x="104677" y="330171"/>
                  </a:lnTo>
                  <a:lnTo>
                    <a:pt x="104749" y="329974"/>
                  </a:lnTo>
                  <a:lnTo>
                    <a:pt x="104818" y="329734"/>
                  </a:lnTo>
                  <a:lnTo>
                    <a:pt x="104547" y="329693"/>
                  </a:lnTo>
                  <a:lnTo>
                    <a:pt x="104464" y="329403"/>
                  </a:lnTo>
                  <a:lnTo>
                    <a:pt x="104851" y="328954"/>
                  </a:lnTo>
                  <a:lnTo>
                    <a:pt x="104990" y="329007"/>
                  </a:lnTo>
                  <a:lnTo>
                    <a:pt x="105464" y="329240"/>
                  </a:lnTo>
                  <a:lnTo>
                    <a:pt x="105658" y="329623"/>
                  </a:lnTo>
                  <a:lnTo>
                    <a:pt x="105667" y="329801"/>
                  </a:lnTo>
                  <a:lnTo>
                    <a:pt x="105794" y="330012"/>
                  </a:lnTo>
                  <a:lnTo>
                    <a:pt x="106017" y="330016"/>
                  </a:lnTo>
                  <a:lnTo>
                    <a:pt x="106272" y="330215"/>
                  </a:lnTo>
                  <a:lnTo>
                    <a:pt x="106262" y="330410"/>
                  </a:lnTo>
                  <a:lnTo>
                    <a:pt x="106326" y="330551"/>
                  </a:lnTo>
                  <a:lnTo>
                    <a:pt x="106716" y="330820"/>
                  </a:lnTo>
                  <a:lnTo>
                    <a:pt x="107217" y="330327"/>
                  </a:lnTo>
                  <a:lnTo>
                    <a:pt x="107355" y="330337"/>
                  </a:lnTo>
                  <a:lnTo>
                    <a:pt x="107431" y="330046"/>
                  </a:lnTo>
                  <a:lnTo>
                    <a:pt x="107462" y="329363"/>
                  </a:lnTo>
                  <a:lnTo>
                    <a:pt x="107547" y="329204"/>
                  </a:lnTo>
                  <a:lnTo>
                    <a:pt x="107715" y="329209"/>
                  </a:lnTo>
                  <a:lnTo>
                    <a:pt x="108047" y="329415"/>
                  </a:lnTo>
                  <a:lnTo>
                    <a:pt x="108076" y="329581"/>
                  </a:lnTo>
                  <a:lnTo>
                    <a:pt x="108155" y="329725"/>
                  </a:lnTo>
                  <a:lnTo>
                    <a:pt x="108308" y="329740"/>
                  </a:lnTo>
                  <a:lnTo>
                    <a:pt x="108265" y="329894"/>
                  </a:lnTo>
                  <a:lnTo>
                    <a:pt x="108239" y="330038"/>
                  </a:lnTo>
                  <a:lnTo>
                    <a:pt x="108848" y="329964"/>
                  </a:lnTo>
                  <a:lnTo>
                    <a:pt x="109131" y="329504"/>
                  </a:lnTo>
                  <a:lnTo>
                    <a:pt x="109279" y="329571"/>
                  </a:lnTo>
                  <a:lnTo>
                    <a:pt x="109564" y="329637"/>
                  </a:lnTo>
                  <a:lnTo>
                    <a:pt x="109539" y="329971"/>
                  </a:lnTo>
                  <a:lnTo>
                    <a:pt x="109490" y="330109"/>
                  </a:lnTo>
                  <a:lnTo>
                    <a:pt x="109979" y="330306"/>
                  </a:lnTo>
                  <a:lnTo>
                    <a:pt x="110984" y="330245"/>
                  </a:lnTo>
                  <a:lnTo>
                    <a:pt x="111845" y="330193"/>
                  </a:lnTo>
                  <a:lnTo>
                    <a:pt x="112469" y="330154"/>
                  </a:lnTo>
                  <a:lnTo>
                    <a:pt x="112768" y="329910"/>
                  </a:lnTo>
                  <a:lnTo>
                    <a:pt x="112966" y="330106"/>
                  </a:lnTo>
                  <a:lnTo>
                    <a:pt x="112980" y="330345"/>
                  </a:lnTo>
                  <a:lnTo>
                    <a:pt x="113239" y="330365"/>
                  </a:lnTo>
                  <a:lnTo>
                    <a:pt x="113408" y="330213"/>
                  </a:lnTo>
                  <a:lnTo>
                    <a:pt x="113612" y="330217"/>
                  </a:lnTo>
                  <a:lnTo>
                    <a:pt x="113617" y="330364"/>
                  </a:lnTo>
                  <a:lnTo>
                    <a:pt x="114121" y="330456"/>
                  </a:lnTo>
                  <a:lnTo>
                    <a:pt x="114343" y="330444"/>
                  </a:lnTo>
                  <a:lnTo>
                    <a:pt x="114588" y="330304"/>
                  </a:lnTo>
                  <a:lnTo>
                    <a:pt x="114709" y="330134"/>
                  </a:lnTo>
                  <a:lnTo>
                    <a:pt x="114821" y="330240"/>
                  </a:lnTo>
                  <a:lnTo>
                    <a:pt x="114917" y="329878"/>
                  </a:lnTo>
                  <a:lnTo>
                    <a:pt x="115060" y="329726"/>
                  </a:lnTo>
                  <a:lnTo>
                    <a:pt x="115296" y="329752"/>
                  </a:lnTo>
                  <a:lnTo>
                    <a:pt x="115503" y="329731"/>
                  </a:lnTo>
                  <a:lnTo>
                    <a:pt x="115990" y="329417"/>
                  </a:lnTo>
                  <a:lnTo>
                    <a:pt x="116152" y="329386"/>
                  </a:lnTo>
                  <a:lnTo>
                    <a:pt x="116320" y="329373"/>
                  </a:lnTo>
                  <a:lnTo>
                    <a:pt x="116569" y="329473"/>
                  </a:lnTo>
                  <a:lnTo>
                    <a:pt x="116868" y="329466"/>
                  </a:lnTo>
                  <a:lnTo>
                    <a:pt x="117152" y="329473"/>
                  </a:lnTo>
                  <a:lnTo>
                    <a:pt x="117169" y="329729"/>
                  </a:lnTo>
                  <a:lnTo>
                    <a:pt x="117892" y="329970"/>
                  </a:lnTo>
                  <a:lnTo>
                    <a:pt x="117966" y="330168"/>
                  </a:lnTo>
                  <a:lnTo>
                    <a:pt x="118201" y="330614"/>
                  </a:lnTo>
                  <a:lnTo>
                    <a:pt x="118464" y="330656"/>
                  </a:lnTo>
                  <a:lnTo>
                    <a:pt x="118718" y="330669"/>
                  </a:lnTo>
                  <a:lnTo>
                    <a:pt x="118797" y="331208"/>
                  </a:lnTo>
                  <a:lnTo>
                    <a:pt x="118942" y="332098"/>
                  </a:lnTo>
                  <a:lnTo>
                    <a:pt x="118979" y="332396"/>
                  </a:lnTo>
                  <a:lnTo>
                    <a:pt x="118957" y="333042"/>
                  </a:lnTo>
                  <a:lnTo>
                    <a:pt x="119498" y="333771"/>
                  </a:lnTo>
                  <a:lnTo>
                    <a:pt x="119927" y="333973"/>
                  </a:lnTo>
                  <a:lnTo>
                    <a:pt x="120366" y="334160"/>
                  </a:lnTo>
                  <a:lnTo>
                    <a:pt x="120946" y="334157"/>
                  </a:lnTo>
                  <a:lnTo>
                    <a:pt x="121479" y="334290"/>
                  </a:lnTo>
                  <a:lnTo>
                    <a:pt x="121887" y="334914"/>
                  </a:lnTo>
                  <a:lnTo>
                    <a:pt x="122060" y="335170"/>
                  </a:lnTo>
                  <a:lnTo>
                    <a:pt x="122134" y="335348"/>
                  </a:lnTo>
                  <a:lnTo>
                    <a:pt x="122455" y="335706"/>
                  </a:lnTo>
                  <a:lnTo>
                    <a:pt x="122704" y="335916"/>
                  </a:lnTo>
                  <a:lnTo>
                    <a:pt x="123165" y="335941"/>
                  </a:lnTo>
                  <a:lnTo>
                    <a:pt x="123433" y="335937"/>
                  </a:lnTo>
                  <a:lnTo>
                    <a:pt x="123935" y="336044"/>
                  </a:lnTo>
                  <a:lnTo>
                    <a:pt x="124135" y="336126"/>
                  </a:lnTo>
                  <a:lnTo>
                    <a:pt x="124653" y="336105"/>
                  </a:lnTo>
                  <a:lnTo>
                    <a:pt x="124813" y="336141"/>
                  </a:lnTo>
                  <a:lnTo>
                    <a:pt x="125006" y="336155"/>
                  </a:lnTo>
                  <a:lnTo>
                    <a:pt x="125852" y="336182"/>
                  </a:lnTo>
                  <a:lnTo>
                    <a:pt x="126348" y="336289"/>
                  </a:lnTo>
                  <a:lnTo>
                    <a:pt x="126850" y="336469"/>
                  </a:lnTo>
                  <a:lnTo>
                    <a:pt x="127108" y="336403"/>
                  </a:lnTo>
                  <a:lnTo>
                    <a:pt x="127236" y="336391"/>
                  </a:lnTo>
                  <a:lnTo>
                    <a:pt x="127411" y="336369"/>
                  </a:lnTo>
                  <a:lnTo>
                    <a:pt x="127723" y="335692"/>
                  </a:lnTo>
                  <a:lnTo>
                    <a:pt x="127616" y="335188"/>
                  </a:lnTo>
                  <a:lnTo>
                    <a:pt x="127600" y="334931"/>
                  </a:lnTo>
                  <a:lnTo>
                    <a:pt x="127524" y="334787"/>
                  </a:lnTo>
                  <a:lnTo>
                    <a:pt x="127402" y="334646"/>
                  </a:lnTo>
                  <a:lnTo>
                    <a:pt x="126952" y="334842"/>
                  </a:lnTo>
                  <a:lnTo>
                    <a:pt x="126782" y="334649"/>
                  </a:lnTo>
                  <a:lnTo>
                    <a:pt x="126638" y="334373"/>
                  </a:lnTo>
                  <a:lnTo>
                    <a:pt x="126469" y="334540"/>
                  </a:lnTo>
                  <a:lnTo>
                    <a:pt x="126217" y="334280"/>
                  </a:lnTo>
                  <a:lnTo>
                    <a:pt x="126255" y="334142"/>
                  </a:lnTo>
                  <a:lnTo>
                    <a:pt x="126470" y="333839"/>
                  </a:lnTo>
                  <a:lnTo>
                    <a:pt x="126276" y="333485"/>
                  </a:lnTo>
                  <a:lnTo>
                    <a:pt x="126104" y="333396"/>
                  </a:lnTo>
                  <a:lnTo>
                    <a:pt x="125871" y="333285"/>
                  </a:lnTo>
                  <a:lnTo>
                    <a:pt x="125718" y="333118"/>
                  </a:lnTo>
                  <a:lnTo>
                    <a:pt x="125648" y="332768"/>
                  </a:lnTo>
                  <a:lnTo>
                    <a:pt x="125629" y="332481"/>
                  </a:lnTo>
                  <a:lnTo>
                    <a:pt x="125828" y="332547"/>
                  </a:lnTo>
                  <a:lnTo>
                    <a:pt x="126054" y="332580"/>
                  </a:lnTo>
                  <a:lnTo>
                    <a:pt x="126226" y="332580"/>
                  </a:lnTo>
                  <a:lnTo>
                    <a:pt x="126431" y="332557"/>
                  </a:lnTo>
                  <a:lnTo>
                    <a:pt x="126527" y="332742"/>
                  </a:lnTo>
                  <a:lnTo>
                    <a:pt x="126523" y="333160"/>
                  </a:lnTo>
                  <a:lnTo>
                    <a:pt x="126677" y="333313"/>
                  </a:lnTo>
                  <a:lnTo>
                    <a:pt x="127019" y="333403"/>
                  </a:lnTo>
                  <a:lnTo>
                    <a:pt x="127388" y="333305"/>
                  </a:lnTo>
                  <a:lnTo>
                    <a:pt x="127237" y="332989"/>
                  </a:lnTo>
                  <a:lnTo>
                    <a:pt x="127351" y="332472"/>
                  </a:lnTo>
                  <a:lnTo>
                    <a:pt x="127531" y="332487"/>
                  </a:lnTo>
                  <a:lnTo>
                    <a:pt x="127810" y="332505"/>
                  </a:lnTo>
                  <a:lnTo>
                    <a:pt x="128099" y="332479"/>
                  </a:lnTo>
                  <a:lnTo>
                    <a:pt x="128277" y="332248"/>
                  </a:lnTo>
                  <a:lnTo>
                    <a:pt x="128459" y="332115"/>
                  </a:lnTo>
                  <a:lnTo>
                    <a:pt x="128840" y="332024"/>
                  </a:lnTo>
                  <a:lnTo>
                    <a:pt x="128885" y="331842"/>
                  </a:lnTo>
                  <a:lnTo>
                    <a:pt x="128853" y="331686"/>
                  </a:lnTo>
                  <a:lnTo>
                    <a:pt x="128643" y="331378"/>
                  </a:lnTo>
                  <a:lnTo>
                    <a:pt x="128647" y="331203"/>
                  </a:lnTo>
                  <a:lnTo>
                    <a:pt x="129193" y="331234"/>
                  </a:lnTo>
                  <a:lnTo>
                    <a:pt x="129393" y="331327"/>
                  </a:lnTo>
                  <a:lnTo>
                    <a:pt x="129601" y="331320"/>
                  </a:lnTo>
                  <a:lnTo>
                    <a:pt x="130148" y="331218"/>
                  </a:lnTo>
                  <a:lnTo>
                    <a:pt x="130118" y="331044"/>
                  </a:lnTo>
                  <a:lnTo>
                    <a:pt x="130172" y="330850"/>
                  </a:lnTo>
                  <a:lnTo>
                    <a:pt x="130300" y="330681"/>
                  </a:lnTo>
                  <a:lnTo>
                    <a:pt x="130549" y="330558"/>
                  </a:lnTo>
                  <a:lnTo>
                    <a:pt x="130578" y="330405"/>
                  </a:lnTo>
                  <a:lnTo>
                    <a:pt x="130752" y="330274"/>
                  </a:lnTo>
                  <a:lnTo>
                    <a:pt x="130669" y="330034"/>
                  </a:lnTo>
                  <a:lnTo>
                    <a:pt x="130707" y="329794"/>
                  </a:lnTo>
                  <a:lnTo>
                    <a:pt x="130743" y="329590"/>
                  </a:lnTo>
                  <a:lnTo>
                    <a:pt x="130706" y="329400"/>
                  </a:lnTo>
                  <a:lnTo>
                    <a:pt x="130786" y="329250"/>
                  </a:lnTo>
                  <a:lnTo>
                    <a:pt x="131132" y="329072"/>
                  </a:lnTo>
                  <a:lnTo>
                    <a:pt x="131334" y="329180"/>
                  </a:lnTo>
                  <a:lnTo>
                    <a:pt x="131527" y="329192"/>
                  </a:lnTo>
                  <a:lnTo>
                    <a:pt x="131614" y="329065"/>
                  </a:lnTo>
                  <a:lnTo>
                    <a:pt x="131594" y="328920"/>
                  </a:lnTo>
                  <a:lnTo>
                    <a:pt x="131757" y="329125"/>
                  </a:lnTo>
                  <a:lnTo>
                    <a:pt x="131927" y="329104"/>
                  </a:lnTo>
                  <a:lnTo>
                    <a:pt x="132211" y="328941"/>
                  </a:lnTo>
                  <a:lnTo>
                    <a:pt x="132516" y="328745"/>
                  </a:lnTo>
                  <a:lnTo>
                    <a:pt x="132620" y="327962"/>
                  </a:lnTo>
                  <a:lnTo>
                    <a:pt x="132806" y="327936"/>
                  </a:lnTo>
                  <a:lnTo>
                    <a:pt x="133195" y="327968"/>
                  </a:lnTo>
                  <a:lnTo>
                    <a:pt x="133190" y="327835"/>
                  </a:lnTo>
                  <a:lnTo>
                    <a:pt x="133355" y="327808"/>
                  </a:lnTo>
                  <a:lnTo>
                    <a:pt x="133943" y="328033"/>
                  </a:lnTo>
                  <a:lnTo>
                    <a:pt x="134044" y="327824"/>
                  </a:lnTo>
                  <a:lnTo>
                    <a:pt x="134223" y="327722"/>
                  </a:lnTo>
                  <a:lnTo>
                    <a:pt x="134419" y="327848"/>
                  </a:lnTo>
                  <a:lnTo>
                    <a:pt x="134512" y="328001"/>
                  </a:lnTo>
                  <a:lnTo>
                    <a:pt x="134791" y="328370"/>
                  </a:lnTo>
                  <a:lnTo>
                    <a:pt x="134796" y="328566"/>
                  </a:lnTo>
                  <a:lnTo>
                    <a:pt x="134952" y="328839"/>
                  </a:lnTo>
                  <a:lnTo>
                    <a:pt x="135285" y="328942"/>
                  </a:lnTo>
                  <a:lnTo>
                    <a:pt x="135713" y="328682"/>
                  </a:lnTo>
                  <a:lnTo>
                    <a:pt x="135871" y="328745"/>
                  </a:lnTo>
                  <a:lnTo>
                    <a:pt x="136019" y="328821"/>
                  </a:lnTo>
                  <a:lnTo>
                    <a:pt x="136061" y="328964"/>
                  </a:lnTo>
                  <a:lnTo>
                    <a:pt x="136536" y="328755"/>
                  </a:lnTo>
                  <a:lnTo>
                    <a:pt x="136834" y="328654"/>
                  </a:lnTo>
                  <a:lnTo>
                    <a:pt x="137079" y="328766"/>
                  </a:lnTo>
                  <a:lnTo>
                    <a:pt x="137269" y="328811"/>
                  </a:lnTo>
                  <a:lnTo>
                    <a:pt x="137550" y="328878"/>
                  </a:lnTo>
                  <a:lnTo>
                    <a:pt x="137949" y="328947"/>
                  </a:lnTo>
                  <a:lnTo>
                    <a:pt x="138120" y="328959"/>
                  </a:lnTo>
                  <a:lnTo>
                    <a:pt x="138315" y="329191"/>
                  </a:lnTo>
                  <a:lnTo>
                    <a:pt x="138574" y="329509"/>
                  </a:lnTo>
                  <a:lnTo>
                    <a:pt x="138777" y="329488"/>
                  </a:lnTo>
                  <a:lnTo>
                    <a:pt x="139019" y="329392"/>
                  </a:lnTo>
                  <a:lnTo>
                    <a:pt x="139491" y="329265"/>
                  </a:lnTo>
                  <a:lnTo>
                    <a:pt x="139460" y="329034"/>
                  </a:lnTo>
                  <a:lnTo>
                    <a:pt x="139082" y="328755"/>
                  </a:lnTo>
                  <a:lnTo>
                    <a:pt x="138737" y="328547"/>
                  </a:lnTo>
                  <a:lnTo>
                    <a:pt x="138601" y="328517"/>
                  </a:lnTo>
                  <a:lnTo>
                    <a:pt x="138473" y="328431"/>
                  </a:lnTo>
                  <a:lnTo>
                    <a:pt x="138384" y="328077"/>
                  </a:lnTo>
                  <a:lnTo>
                    <a:pt x="138399" y="327902"/>
                  </a:lnTo>
                  <a:lnTo>
                    <a:pt x="138593" y="328005"/>
                  </a:lnTo>
                  <a:lnTo>
                    <a:pt x="138810" y="328041"/>
                  </a:lnTo>
                  <a:lnTo>
                    <a:pt x="139532" y="327819"/>
                  </a:lnTo>
                  <a:lnTo>
                    <a:pt x="139761" y="328094"/>
                  </a:lnTo>
                  <a:lnTo>
                    <a:pt x="140082" y="328158"/>
                  </a:lnTo>
                  <a:lnTo>
                    <a:pt x="140256" y="328000"/>
                  </a:lnTo>
                  <a:lnTo>
                    <a:pt x="140476" y="328010"/>
                  </a:lnTo>
                  <a:lnTo>
                    <a:pt x="140664" y="328055"/>
                  </a:lnTo>
                  <a:lnTo>
                    <a:pt x="140796" y="328134"/>
                  </a:lnTo>
                  <a:lnTo>
                    <a:pt x="141020" y="328277"/>
                  </a:lnTo>
                  <a:lnTo>
                    <a:pt x="141137" y="328409"/>
                  </a:lnTo>
                  <a:lnTo>
                    <a:pt x="141376" y="328651"/>
                  </a:lnTo>
                  <a:lnTo>
                    <a:pt x="141507" y="328672"/>
                  </a:lnTo>
                  <a:lnTo>
                    <a:pt x="141534" y="328968"/>
                  </a:lnTo>
                  <a:lnTo>
                    <a:pt x="141964" y="329245"/>
                  </a:lnTo>
                  <a:lnTo>
                    <a:pt x="142202" y="329099"/>
                  </a:lnTo>
                  <a:lnTo>
                    <a:pt x="142231" y="328810"/>
                  </a:lnTo>
                  <a:lnTo>
                    <a:pt x="142179" y="328417"/>
                  </a:lnTo>
                  <a:lnTo>
                    <a:pt x="143247" y="328405"/>
                  </a:lnTo>
                  <a:lnTo>
                    <a:pt x="143292" y="328658"/>
                  </a:lnTo>
                  <a:lnTo>
                    <a:pt x="143180" y="328911"/>
                  </a:lnTo>
                  <a:lnTo>
                    <a:pt x="142956" y="328906"/>
                  </a:lnTo>
                  <a:lnTo>
                    <a:pt x="143011" y="328513"/>
                  </a:lnTo>
                  <a:lnTo>
                    <a:pt x="142855" y="328576"/>
                  </a:lnTo>
                  <a:lnTo>
                    <a:pt x="142843" y="328777"/>
                  </a:lnTo>
                  <a:lnTo>
                    <a:pt x="142798" y="329030"/>
                  </a:lnTo>
                  <a:lnTo>
                    <a:pt x="142522" y="329230"/>
                  </a:lnTo>
                  <a:lnTo>
                    <a:pt x="142555" y="329361"/>
                  </a:lnTo>
                  <a:lnTo>
                    <a:pt x="142690" y="329612"/>
                  </a:lnTo>
                  <a:lnTo>
                    <a:pt x="142827" y="329753"/>
                  </a:lnTo>
                  <a:lnTo>
                    <a:pt x="143104" y="330040"/>
                  </a:lnTo>
                  <a:lnTo>
                    <a:pt x="142766" y="330377"/>
                  </a:lnTo>
                  <a:lnTo>
                    <a:pt x="142596" y="330439"/>
                  </a:lnTo>
                  <a:lnTo>
                    <a:pt x="142249" y="330878"/>
                  </a:lnTo>
                  <a:lnTo>
                    <a:pt x="142080" y="331130"/>
                  </a:lnTo>
                  <a:lnTo>
                    <a:pt x="142073" y="331414"/>
                  </a:lnTo>
                  <a:lnTo>
                    <a:pt x="142404" y="331551"/>
                  </a:lnTo>
                  <a:lnTo>
                    <a:pt x="142692" y="332001"/>
                  </a:lnTo>
                  <a:lnTo>
                    <a:pt x="142856" y="332360"/>
                  </a:lnTo>
                  <a:lnTo>
                    <a:pt x="143293" y="332365"/>
                  </a:lnTo>
                  <a:lnTo>
                    <a:pt x="143392" y="332175"/>
                  </a:lnTo>
                  <a:lnTo>
                    <a:pt x="143606" y="332523"/>
                  </a:lnTo>
                  <a:lnTo>
                    <a:pt x="143639" y="332729"/>
                  </a:lnTo>
                  <a:lnTo>
                    <a:pt x="143676" y="332931"/>
                  </a:lnTo>
                  <a:lnTo>
                    <a:pt x="143624" y="333188"/>
                  </a:lnTo>
                  <a:lnTo>
                    <a:pt x="143424" y="333209"/>
                  </a:lnTo>
                  <a:lnTo>
                    <a:pt x="143204" y="333275"/>
                  </a:lnTo>
                  <a:lnTo>
                    <a:pt x="143277" y="333805"/>
                  </a:lnTo>
                  <a:lnTo>
                    <a:pt x="143521" y="334431"/>
                  </a:lnTo>
                  <a:lnTo>
                    <a:pt x="143486" y="334713"/>
                  </a:lnTo>
                  <a:lnTo>
                    <a:pt x="143082" y="334837"/>
                  </a:lnTo>
                  <a:lnTo>
                    <a:pt x="142717" y="334911"/>
                  </a:lnTo>
                  <a:lnTo>
                    <a:pt x="142548" y="334978"/>
                  </a:lnTo>
                  <a:lnTo>
                    <a:pt x="142313" y="335056"/>
                  </a:lnTo>
                  <a:lnTo>
                    <a:pt x="142182" y="335457"/>
                  </a:lnTo>
                  <a:lnTo>
                    <a:pt x="142523" y="335840"/>
                  </a:lnTo>
                  <a:lnTo>
                    <a:pt x="142420" y="336102"/>
                  </a:lnTo>
                  <a:lnTo>
                    <a:pt x="142356" y="336208"/>
                  </a:lnTo>
                  <a:lnTo>
                    <a:pt x="142517" y="336313"/>
                  </a:lnTo>
                  <a:lnTo>
                    <a:pt x="142653" y="336241"/>
                  </a:lnTo>
                  <a:lnTo>
                    <a:pt x="142791" y="336320"/>
                  </a:lnTo>
                  <a:lnTo>
                    <a:pt x="142934" y="336401"/>
                  </a:lnTo>
                  <a:lnTo>
                    <a:pt x="143283" y="336111"/>
                  </a:lnTo>
                  <a:lnTo>
                    <a:pt x="143751" y="336403"/>
                  </a:lnTo>
                  <a:lnTo>
                    <a:pt x="143770" y="336537"/>
                  </a:lnTo>
                  <a:lnTo>
                    <a:pt x="143996" y="336895"/>
                  </a:lnTo>
                  <a:lnTo>
                    <a:pt x="144421" y="336759"/>
                  </a:lnTo>
                  <a:lnTo>
                    <a:pt x="144624" y="336612"/>
                  </a:lnTo>
                  <a:lnTo>
                    <a:pt x="144765" y="336571"/>
                  </a:lnTo>
                  <a:lnTo>
                    <a:pt x="145398" y="336783"/>
                  </a:lnTo>
                  <a:lnTo>
                    <a:pt x="145534" y="336723"/>
                  </a:lnTo>
                  <a:lnTo>
                    <a:pt x="145849" y="336943"/>
                  </a:lnTo>
                  <a:lnTo>
                    <a:pt x="145642" y="337293"/>
                  </a:lnTo>
                  <a:lnTo>
                    <a:pt x="145513" y="337226"/>
                  </a:lnTo>
                  <a:lnTo>
                    <a:pt x="145343" y="337325"/>
                  </a:lnTo>
                  <a:lnTo>
                    <a:pt x="145067" y="337579"/>
                  </a:lnTo>
                  <a:lnTo>
                    <a:pt x="144830" y="337947"/>
                  </a:lnTo>
                  <a:lnTo>
                    <a:pt x="144356" y="337953"/>
                  </a:lnTo>
                  <a:lnTo>
                    <a:pt x="144065" y="338487"/>
                  </a:lnTo>
                  <a:lnTo>
                    <a:pt x="144109" y="338762"/>
                  </a:lnTo>
                  <a:lnTo>
                    <a:pt x="144229" y="339049"/>
                  </a:lnTo>
                  <a:lnTo>
                    <a:pt x="144372" y="339630"/>
                  </a:lnTo>
                  <a:lnTo>
                    <a:pt x="144215" y="339873"/>
                  </a:lnTo>
                  <a:lnTo>
                    <a:pt x="144033" y="339887"/>
                  </a:lnTo>
                  <a:lnTo>
                    <a:pt x="143563" y="339887"/>
                  </a:lnTo>
                  <a:lnTo>
                    <a:pt x="143408" y="340031"/>
                  </a:lnTo>
                  <a:lnTo>
                    <a:pt x="143487" y="340234"/>
                  </a:lnTo>
                  <a:lnTo>
                    <a:pt x="144184" y="340362"/>
                  </a:lnTo>
                  <a:lnTo>
                    <a:pt x="143973" y="340549"/>
                  </a:lnTo>
                  <a:lnTo>
                    <a:pt x="143831" y="340585"/>
                  </a:lnTo>
                  <a:lnTo>
                    <a:pt x="143678" y="340867"/>
                  </a:lnTo>
                  <a:lnTo>
                    <a:pt x="143750" y="341149"/>
                  </a:lnTo>
                  <a:lnTo>
                    <a:pt x="143851" y="341558"/>
                  </a:lnTo>
                  <a:lnTo>
                    <a:pt x="144196" y="341544"/>
                  </a:lnTo>
                  <a:lnTo>
                    <a:pt x="144432" y="341483"/>
                  </a:lnTo>
                  <a:lnTo>
                    <a:pt x="144761" y="341489"/>
                  </a:lnTo>
                  <a:lnTo>
                    <a:pt x="145155" y="340994"/>
                  </a:lnTo>
                  <a:lnTo>
                    <a:pt x="145156" y="340730"/>
                  </a:lnTo>
                  <a:lnTo>
                    <a:pt x="145634" y="340675"/>
                  </a:lnTo>
                  <a:lnTo>
                    <a:pt x="145807" y="340750"/>
                  </a:lnTo>
                  <a:lnTo>
                    <a:pt x="145683" y="340981"/>
                  </a:lnTo>
                  <a:lnTo>
                    <a:pt x="145642" y="341188"/>
                  </a:lnTo>
                  <a:lnTo>
                    <a:pt x="145705" y="341463"/>
                  </a:lnTo>
                  <a:lnTo>
                    <a:pt x="145978" y="341524"/>
                  </a:lnTo>
                  <a:lnTo>
                    <a:pt x="146299" y="341796"/>
                  </a:lnTo>
                  <a:lnTo>
                    <a:pt x="146378" y="342041"/>
                  </a:lnTo>
                  <a:lnTo>
                    <a:pt x="146437" y="342362"/>
                  </a:lnTo>
                  <a:lnTo>
                    <a:pt x="146368" y="342701"/>
                  </a:lnTo>
                  <a:lnTo>
                    <a:pt x="146320" y="342944"/>
                  </a:lnTo>
                  <a:lnTo>
                    <a:pt x="145640" y="343661"/>
                  </a:lnTo>
                  <a:lnTo>
                    <a:pt x="145734" y="343988"/>
                  </a:lnTo>
                  <a:lnTo>
                    <a:pt x="145776" y="344141"/>
                  </a:lnTo>
                  <a:lnTo>
                    <a:pt x="145831" y="344586"/>
                  </a:lnTo>
                  <a:lnTo>
                    <a:pt x="145871" y="344899"/>
                  </a:lnTo>
                  <a:lnTo>
                    <a:pt x="145668" y="344950"/>
                  </a:lnTo>
                  <a:lnTo>
                    <a:pt x="145836" y="345311"/>
                  </a:lnTo>
                  <a:lnTo>
                    <a:pt x="145908" y="345464"/>
                  </a:lnTo>
                  <a:lnTo>
                    <a:pt x="145838" y="345696"/>
                  </a:lnTo>
                  <a:lnTo>
                    <a:pt x="145855" y="346126"/>
                  </a:lnTo>
                  <a:lnTo>
                    <a:pt x="145900" y="346320"/>
                  </a:lnTo>
                  <a:lnTo>
                    <a:pt x="146041" y="346377"/>
                  </a:lnTo>
                  <a:lnTo>
                    <a:pt x="146238" y="346330"/>
                  </a:lnTo>
                  <a:lnTo>
                    <a:pt x="146285" y="346554"/>
                  </a:lnTo>
                  <a:lnTo>
                    <a:pt x="146282" y="346718"/>
                  </a:lnTo>
                  <a:lnTo>
                    <a:pt x="146541" y="346796"/>
                  </a:lnTo>
                  <a:lnTo>
                    <a:pt x="146575" y="346993"/>
                  </a:lnTo>
                  <a:lnTo>
                    <a:pt x="146568" y="347146"/>
                  </a:lnTo>
                  <a:lnTo>
                    <a:pt x="146369" y="347125"/>
                  </a:lnTo>
                  <a:lnTo>
                    <a:pt x="146181" y="347032"/>
                  </a:lnTo>
                  <a:lnTo>
                    <a:pt x="145800" y="346842"/>
                  </a:lnTo>
                  <a:lnTo>
                    <a:pt x="145827" y="347115"/>
                  </a:lnTo>
                  <a:lnTo>
                    <a:pt x="145674" y="347451"/>
                  </a:lnTo>
                  <a:lnTo>
                    <a:pt x="145168" y="347517"/>
                  </a:lnTo>
                  <a:lnTo>
                    <a:pt x="144996" y="347554"/>
                  </a:lnTo>
                  <a:lnTo>
                    <a:pt x="145279" y="348247"/>
                  </a:lnTo>
                  <a:lnTo>
                    <a:pt x="145307" y="348707"/>
                  </a:lnTo>
                  <a:lnTo>
                    <a:pt x="145335" y="348997"/>
                  </a:lnTo>
                  <a:lnTo>
                    <a:pt x="145357" y="349199"/>
                  </a:lnTo>
                  <a:lnTo>
                    <a:pt x="145312" y="349513"/>
                  </a:lnTo>
                  <a:lnTo>
                    <a:pt x="145396" y="349669"/>
                  </a:lnTo>
                  <a:lnTo>
                    <a:pt x="145445" y="349984"/>
                  </a:lnTo>
                  <a:lnTo>
                    <a:pt x="145442" y="350135"/>
                  </a:lnTo>
                  <a:lnTo>
                    <a:pt x="145585" y="350530"/>
                  </a:lnTo>
                  <a:lnTo>
                    <a:pt x="146116" y="350505"/>
                  </a:lnTo>
                  <a:lnTo>
                    <a:pt x="146637" y="350490"/>
                  </a:lnTo>
                  <a:lnTo>
                    <a:pt x="147089" y="350625"/>
                  </a:lnTo>
                  <a:lnTo>
                    <a:pt x="147384" y="350738"/>
                  </a:lnTo>
                  <a:lnTo>
                    <a:pt x="147439" y="350887"/>
                  </a:lnTo>
                  <a:lnTo>
                    <a:pt x="147705" y="351371"/>
                  </a:lnTo>
                  <a:lnTo>
                    <a:pt x="147762" y="351557"/>
                  </a:lnTo>
                  <a:lnTo>
                    <a:pt x="147817" y="351741"/>
                  </a:lnTo>
                  <a:lnTo>
                    <a:pt x="147736" y="352182"/>
                  </a:lnTo>
                  <a:lnTo>
                    <a:pt x="147850" y="352360"/>
                  </a:lnTo>
                  <a:lnTo>
                    <a:pt x="147711" y="352705"/>
                  </a:lnTo>
                  <a:lnTo>
                    <a:pt x="147358" y="352619"/>
                  </a:lnTo>
                  <a:lnTo>
                    <a:pt x="147322" y="352828"/>
                  </a:lnTo>
                  <a:lnTo>
                    <a:pt x="147142" y="352989"/>
                  </a:lnTo>
                  <a:lnTo>
                    <a:pt x="146740" y="353552"/>
                  </a:lnTo>
                  <a:lnTo>
                    <a:pt x="146464" y="353926"/>
                  </a:lnTo>
                  <a:lnTo>
                    <a:pt x="146326" y="354226"/>
                  </a:lnTo>
                  <a:lnTo>
                    <a:pt x="146152" y="354231"/>
                  </a:lnTo>
                  <a:lnTo>
                    <a:pt x="146093" y="354522"/>
                  </a:lnTo>
                  <a:lnTo>
                    <a:pt x="145952" y="354485"/>
                  </a:lnTo>
                  <a:lnTo>
                    <a:pt x="145651" y="354727"/>
                  </a:lnTo>
                  <a:lnTo>
                    <a:pt x="145610" y="355113"/>
                  </a:lnTo>
                  <a:lnTo>
                    <a:pt x="145664" y="355353"/>
                  </a:lnTo>
                  <a:lnTo>
                    <a:pt x="145472" y="355372"/>
                  </a:lnTo>
                  <a:lnTo>
                    <a:pt x="145196" y="355544"/>
                  </a:lnTo>
                  <a:lnTo>
                    <a:pt x="144412" y="355596"/>
                  </a:lnTo>
                  <a:lnTo>
                    <a:pt x="144329" y="355416"/>
                  </a:lnTo>
                  <a:lnTo>
                    <a:pt x="144326" y="355589"/>
                  </a:lnTo>
                  <a:lnTo>
                    <a:pt x="144003" y="355587"/>
                  </a:lnTo>
                  <a:lnTo>
                    <a:pt x="143765" y="355694"/>
                  </a:lnTo>
                  <a:lnTo>
                    <a:pt x="143600" y="355710"/>
                  </a:lnTo>
                  <a:lnTo>
                    <a:pt x="143436" y="355532"/>
                  </a:lnTo>
                  <a:lnTo>
                    <a:pt x="143188" y="355499"/>
                  </a:lnTo>
                  <a:lnTo>
                    <a:pt x="142963" y="355569"/>
                  </a:lnTo>
                  <a:lnTo>
                    <a:pt x="142496" y="355387"/>
                  </a:lnTo>
                  <a:lnTo>
                    <a:pt x="142353" y="355424"/>
                  </a:lnTo>
                  <a:lnTo>
                    <a:pt x="141964" y="355668"/>
                  </a:lnTo>
                  <a:lnTo>
                    <a:pt x="141912" y="355448"/>
                  </a:lnTo>
                  <a:lnTo>
                    <a:pt x="142138" y="355269"/>
                  </a:lnTo>
                  <a:lnTo>
                    <a:pt x="142265" y="355271"/>
                  </a:lnTo>
                  <a:lnTo>
                    <a:pt x="142493" y="355061"/>
                  </a:lnTo>
                  <a:lnTo>
                    <a:pt x="142202" y="355003"/>
                  </a:lnTo>
                  <a:lnTo>
                    <a:pt x="142066" y="355006"/>
                  </a:lnTo>
                  <a:lnTo>
                    <a:pt x="141821" y="355170"/>
                  </a:lnTo>
                  <a:lnTo>
                    <a:pt x="141703" y="355610"/>
                  </a:lnTo>
                  <a:lnTo>
                    <a:pt x="141433" y="355727"/>
                  </a:lnTo>
                  <a:lnTo>
                    <a:pt x="141052" y="355597"/>
                  </a:lnTo>
                  <a:lnTo>
                    <a:pt x="140924" y="355552"/>
                  </a:lnTo>
                  <a:lnTo>
                    <a:pt x="140745" y="355568"/>
                  </a:lnTo>
                  <a:lnTo>
                    <a:pt x="140535" y="356169"/>
                  </a:lnTo>
                  <a:lnTo>
                    <a:pt x="140666" y="356305"/>
                  </a:lnTo>
                  <a:lnTo>
                    <a:pt x="140873" y="356470"/>
                  </a:lnTo>
                  <a:lnTo>
                    <a:pt x="140681" y="357141"/>
                  </a:lnTo>
                  <a:lnTo>
                    <a:pt x="140731" y="357457"/>
                  </a:lnTo>
                  <a:lnTo>
                    <a:pt x="140546" y="357935"/>
                  </a:lnTo>
                  <a:lnTo>
                    <a:pt x="140389" y="358406"/>
                  </a:lnTo>
                  <a:lnTo>
                    <a:pt x="140231" y="358579"/>
                  </a:lnTo>
                  <a:lnTo>
                    <a:pt x="140186" y="358743"/>
                  </a:lnTo>
                  <a:lnTo>
                    <a:pt x="140075" y="358933"/>
                  </a:lnTo>
                  <a:lnTo>
                    <a:pt x="139846" y="358990"/>
                  </a:lnTo>
                  <a:lnTo>
                    <a:pt x="139637" y="359204"/>
                  </a:lnTo>
                  <a:lnTo>
                    <a:pt x="139322" y="359736"/>
                  </a:lnTo>
                  <a:lnTo>
                    <a:pt x="139316" y="359868"/>
                  </a:lnTo>
                  <a:lnTo>
                    <a:pt x="139291" y="360160"/>
                  </a:lnTo>
                  <a:lnTo>
                    <a:pt x="139163" y="360567"/>
                  </a:lnTo>
                  <a:lnTo>
                    <a:pt x="138784" y="361079"/>
                  </a:lnTo>
                  <a:lnTo>
                    <a:pt x="138695" y="361364"/>
                  </a:lnTo>
                  <a:lnTo>
                    <a:pt x="138681" y="362843"/>
                  </a:lnTo>
                  <a:lnTo>
                    <a:pt x="138753" y="362994"/>
                  </a:lnTo>
                  <a:lnTo>
                    <a:pt x="138881" y="362991"/>
                  </a:lnTo>
                  <a:lnTo>
                    <a:pt x="139303" y="362989"/>
                  </a:lnTo>
                  <a:lnTo>
                    <a:pt x="139308" y="363216"/>
                  </a:lnTo>
                  <a:lnTo>
                    <a:pt x="139310" y="363352"/>
                  </a:lnTo>
                  <a:lnTo>
                    <a:pt x="139309" y="363586"/>
                  </a:lnTo>
                  <a:lnTo>
                    <a:pt x="139316" y="364078"/>
                  </a:lnTo>
                  <a:lnTo>
                    <a:pt x="139320" y="364229"/>
                  </a:lnTo>
                  <a:lnTo>
                    <a:pt x="139327" y="364773"/>
                  </a:lnTo>
                  <a:lnTo>
                    <a:pt x="139328" y="364935"/>
                  </a:lnTo>
                  <a:lnTo>
                    <a:pt x="139390" y="365147"/>
                  </a:lnTo>
                  <a:lnTo>
                    <a:pt x="140252" y="365203"/>
                  </a:lnTo>
                  <a:lnTo>
                    <a:pt x="140233" y="365546"/>
                  </a:lnTo>
                  <a:lnTo>
                    <a:pt x="140187" y="365855"/>
                  </a:lnTo>
                  <a:lnTo>
                    <a:pt x="140171" y="366004"/>
                  </a:lnTo>
                  <a:lnTo>
                    <a:pt x="140207" y="366166"/>
                  </a:lnTo>
                  <a:lnTo>
                    <a:pt x="140515" y="366221"/>
                  </a:lnTo>
                  <a:lnTo>
                    <a:pt x="140313" y="366502"/>
                  </a:lnTo>
                  <a:lnTo>
                    <a:pt x="140299" y="366664"/>
                  </a:lnTo>
                  <a:lnTo>
                    <a:pt x="140222" y="367009"/>
                  </a:lnTo>
                  <a:lnTo>
                    <a:pt x="140077" y="367203"/>
                  </a:lnTo>
                  <a:lnTo>
                    <a:pt x="140180" y="367519"/>
                  </a:lnTo>
                  <a:lnTo>
                    <a:pt x="140307" y="367764"/>
                  </a:lnTo>
                  <a:lnTo>
                    <a:pt x="140108" y="367879"/>
                  </a:lnTo>
                  <a:lnTo>
                    <a:pt x="139985" y="368236"/>
                  </a:lnTo>
                  <a:lnTo>
                    <a:pt x="139939" y="368447"/>
                  </a:lnTo>
                  <a:lnTo>
                    <a:pt x="140170" y="368492"/>
                  </a:lnTo>
                  <a:lnTo>
                    <a:pt x="140568" y="368665"/>
                  </a:lnTo>
                  <a:lnTo>
                    <a:pt x="140504" y="368867"/>
                  </a:lnTo>
                  <a:lnTo>
                    <a:pt x="140422" y="369201"/>
                  </a:lnTo>
                  <a:lnTo>
                    <a:pt x="140342" y="369531"/>
                  </a:lnTo>
                  <a:lnTo>
                    <a:pt x="140246" y="369995"/>
                  </a:lnTo>
                  <a:lnTo>
                    <a:pt x="140539" y="369933"/>
                  </a:lnTo>
                  <a:lnTo>
                    <a:pt x="140856" y="369882"/>
                  </a:lnTo>
                  <a:lnTo>
                    <a:pt x="141172" y="370509"/>
                  </a:lnTo>
                  <a:lnTo>
                    <a:pt x="141309" y="370494"/>
                  </a:lnTo>
                  <a:lnTo>
                    <a:pt x="141543" y="370467"/>
                  </a:lnTo>
                  <a:lnTo>
                    <a:pt x="141929" y="370695"/>
                  </a:lnTo>
                  <a:lnTo>
                    <a:pt x="142092" y="370696"/>
                  </a:lnTo>
                  <a:lnTo>
                    <a:pt x="142234" y="370605"/>
                  </a:lnTo>
                  <a:lnTo>
                    <a:pt x="142304" y="370294"/>
                  </a:lnTo>
                  <a:lnTo>
                    <a:pt x="142473" y="370279"/>
                  </a:lnTo>
                  <a:lnTo>
                    <a:pt x="142804" y="370335"/>
                  </a:lnTo>
                  <a:lnTo>
                    <a:pt x="143266" y="370399"/>
                  </a:lnTo>
                  <a:lnTo>
                    <a:pt x="143986" y="370481"/>
                  </a:lnTo>
                  <a:lnTo>
                    <a:pt x="144132" y="370458"/>
                  </a:lnTo>
                  <a:lnTo>
                    <a:pt x="144568" y="370488"/>
                  </a:lnTo>
                  <a:lnTo>
                    <a:pt x="145568" y="370715"/>
                  </a:lnTo>
                  <a:lnTo>
                    <a:pt x="145429" y="371554"/>
                  </a:lnTo>
                  <a:lnTo>
                    <a:pt x="145524" y="371729"/>
                  </a:lnTo>
                  <a:lnTo>
                    <a:pt x="145720" y="371777"/>
                  </a:lnTo>
                  <a:lnTo>
                    <a:pt x="145711" y="372280"/>
                  </a:lnTo>
                  <a:lnTo>
                    <a:pt x="145842" y="372863"/>
                  </a:lnTo>
                  <a:lnTo>
                    <a:pt x="145842" y="373079"/>
                  </a:lnTo>
                  <a:lnTo>
                    <a:pt x="146314" y="373491"/>
                  </a:lnTo>
                  <a:lnTo>
                    <a:pt x="146717" y="373482"/>
                  </a:lnTo>
                  <a:lnTo>
                    <a:pt x="146896" y="373432"/>
                  </a:lnTo>
                  <a:lnTo>
                    <a:pt x="147330" y="373233"/>
                  </a:lnTo>
                  <a:lnTo>
                    <a:pt x="147737" y="373534"/>
                  </a:lnTo>
                  <a:lnTo>
                    <a:pt x="148067" y="373499"/>
                  </a:lnTo>
                  <a:lnTo>
                    <a:pt x="148049" y="373225"/>
                  </a:lnTo>
                  <a:lnTo>
                    <a:pt x="148188" y="373177"/>
                  </a:lnTo>
                  <a:lnTo>
                    <a:pt x="148406" y="373217"/>
                  </a:lnTo>
                  <a:lnTo>
                    <a:pt x="148903" y="373090"/>
                  </a:lnTo>
                  <a:lnTo>
                    <a:pt x="149060" y="373012"/>
                  </a:lnTo>
                  <a:lnTo>
                    <a:pt x="149497" y="372955"/>
                  </a:lnTo>
                  <a:lnTo>
                    <a:pt x="150849" y="372912"/>
                  </a:lnTo>
                  <a:lnTo>
                    <a:pt x="151274" y="373007"/>
                  </a:lnTo>
                  <a:lnTo>
                    <a:pt x="151462" y="373017"/>
                  </a:lnTo>
                  <a:lnTo>
                    <a:pt x="151762" y="373030"/>
                  </a:lnTo>
                  <a:lnTo>
                    <a:pt x="151782" y="372748"/>
                  </a:lnTo>
                  <a:lnTo>
                    <a:pt x="151805" y="372482"/>
                  </a:lnTo>
                  <a:lnTo>
                    <a:pt x="153085" y="372274"/>
                  </a:lnTo>
                  <a:lnTo>
                    <a:pt x="152958" y="372575"/>
                  </a:lnTo>
                  <a:lnTo>
                    <a:pt x="152823" y="372822"/>
                  </a:lnTo>
                  <a:lnTo>
                    <a:pt x="153233" y="373201"/>
                  </a:lnTo>
                  <a:lnTo>
                    <a:pt x="153480" y="373316"/>
                  </a:lnTo>
                  <a:lnTo>
                    <a:pt x="154052" y="373512"/>
                  </a:lnTo>
                  <a:lnTo>
                    <a:pt x="153875" y="373674"/>
                  </a:lnTo>
                  <a:lnTo>
                    <a:pt x="153757" y="373817"/>
                  </a:lnTo>
                  <a:lnTo>
                    <a:pt x="153667" y="374119"/>
                  </a:lnTo>
                  <a:lnTo>
                    <a:pt x="153559" y="374705"/>
                  </a:lnTo>
                  <a:lnTo>
                    <a:pt x="153549" y="374894"/>
                  </a:lnTo>
                  <a:lnTo>
                    <a:pt x="153554" y="375021"/>
                  </a:lnTo>
                  <a:lnTo>
                    <a:pt x="153402" y="375382"/>
                  </a:lnTo>
                  <a:lnTo>
                    <a:pt x="153731" y="375500"/>
                  </a:lnTo>
                  <a:lnTo>
                    <a:pt x="153885" y="375772"/>
                  </a:lnTo>
                  <a:lnTo>
                    <a:pt x="153893" y="375977"/>
                  </a:lnTo>
                  <a:lnTo>
                    <a:pt x="154210" y="377032"/>
                  </a:lnTo>
                  <a:lnTo>
                    <a:pt x="154478" y="376991"/>
                  </a:lnTo>
                  <a:lnTo>
                    <a:pt x="154821" y="377088"/>
                  </a:lnTo>
                  <a:lnTo>
                    <a:pt x="154812" y="377230"/>
                  </a:lnTo>
                  <a:lnTo>
                    <a:pt x="155271" y="377367"/>
                  </a:lnTo>
                  <a:lnTo>
                    <a:pt x="155279" y="377614"/>
                  </a:lnTo>
                  <a:lnTo>
                    <a:pt x="155293" y="377824"/>
                  </a:lnTo>
                  <a:lnTo>
                    <a:pt x="155539" y="378075"/>
                  </a:lnTo>
                  <a:lnTo>
                    <a:pt x="155684" y="378104"/>
                  </a:lnTo>
                  <a:lnTo>
                    <a:pt x="155817" y="378016"/>
                  </a:lnTo>
                  <a:lnTo>
                    <a:pt x="155963" y="377915"/>
                  </a:lnTo>
                  <a:lnTo>
                    <a:pt x="156322" y="377513"/>
                  </a:lnTo>
                  <a:lnTo>
                    <a:pt x="156519" y="377406"/>
                  </a:lnTo>
                  <a:lnTo>
                    <a:pt x="156692" y="377424"/>
                  </a:lnTo>
                  <a:lnTo>
                    <a:pt x="157040" y="377411"/>
                  </a:lnTo>
                  <a:lnTo>
                    <a:pt x="157267" y="377131"/>
                  </a:lnTo>
                  <a:lnTo>
                    <a:pt x="157441" y="377073"/>
                  </a:lnTo>
                  <a:lnTo>
                    <a:pt x="157572" y="376912"/>
                  </a:lnTo>
                  <a:lnTo>
                    <a:pt x="157649" y="376537"/>
                  </a:lnTo>
                  <a:lnTo>
                    <a:pt x="157999" y="376495"/>
                  </a:lnTo>
                  <a:lnTo>
                    <a:pt x="158241" y="376683"/>
                  </a:lnTo>
                  <a:lnTo>
                    <a:pt x="158676" y="376510"/>
                  </a:lnTo>
                  <a:lnTo>
                    <a:pt x="159208" y="376420"/>
                  </a:lnTo>
                  <a:lnTo>
                    <a:pt x="160122" y="375908"/>
                  </a:lnTo>
                  <a:lnTo>
                    <a:pt x="160236" y="375433"/>
                  </a:lnTo>
                  <a:lnTo>
                    <a:pt x="160399" y="375309"/>
                  </a:lnTo>
                  <a:lnTo>
                    <a:pt x="160781" y="375270"/>
                  </a:lnTo>
                  <a:lnTo>
                    <a:pt x="160752" y="375894"/>
                  </a:lnTo>
                  <a:lnTo>
                    <a:pt x="161076" y="376130"/>
                  </a:lnTo>
                  <a:lnTo>
                    <a:pt x="161079" y="376380"/>
                  </a:lnTo>
                  <a:lnTo>
                    <a:pt x="161397" y="376476"/>
                  </a:lnTo>
                  <a:lnTo>
                    <a:pt x="161530" y="376480"/>
                  </a:lnTo>
                  <a:lnTo>
                    <a:pt x="161669" y="376484"/>
                  </a:lnTo>
                  <a:lnTo>
                    <a:pt x="162072" y="376708"/>
                  </a:lnTo>
                  <a:lnTo>
                    <a:pt x="162174" y="377084"/>
                  </a:lnTo>
                  <a:lnTo>
                    <a:pt x="162201" y="377212"/>
                  </a:lnTo>
                  <a:lnTo>
                    <a:pt x="161580" y="377672"/>
                  </a:lnTo>
                  <a:lnTo>
                    <a:pt x="161296" y="378103"/>
                  </a:lnTo>
                  <a:lnTo>
                    <a:pt x="161461" y="378266"/>
                  </a:lnTo>
                  <a:lnTo>
                    <a:pt x="161858" y="378148"/>
                  </a:lnTo>
                  <a:lnTo>
                    <a:pt x="162301" y="378043"/>
                  </a:lnTo>
                  <a:lnTo>
                    <a:pt x="162345" y="378176"/>
                  </a:lnTo>
                  <a:lnTo>
                    <a:pt x="161527" y="378407"/>
                  </a:lnTo>
                  <a:lnTo>
                    <a:pt x="161371" y="378435"/>
                  </a:lnTo>
                  <a:lnTo>
                    <a:pt x="161607" y="378992"/>
                  </a:lnTo>
                  <a:lnTo>
                    <a:pt x="161953" y="379512"/>
                  </a:lnTo>
                  <a:lnTo>
                    <a:pt x="162473" y="379485"/>
                  </a:lnTo>
                  <a:lnTo>
                    <a:pt x="162780" y="379396"/>
                  </a:lnTo>
                  <a:lnTo>
                    <a:pt x="163043" y="379326"/>
                  </a:lnTo>
                  <a:lnTo>
                    <a:pt x="163593" y="378763"/>
                  </a:lnTo>
                  <a:lnTo>
                    <a:pt x="163749" y="378743"/>
                  </a:lnTo>
                  <a:lnTo>
                    <a:pt x="163975" y="378826"/>
                  </a:lnTo>
                  <a:lnTo>
                    <a:pt x="164135" y="379205"/>
                  </a:lnTo>
                  <a:lnTo>
                    <a:pt x="164318" y="379539"/>
                  </a:lnTo>
                  <a:lnTo>
                    <a:pt x="164619" y="379434"/>
                  </a:lnTo>
                  <a:lnTo>
                    <a:pt x="164816" y="379295"/>
                  </a:lnTo>
                  <a:lnTo>
                    <a:pt x="165011" y="379107"/>
                  </a:lnTo>
                  <a:lnTo>
                    <a:pt x="165465" y="379121"/>
                  </a:lnTo>
                  <a:lnTo>
                    <a:pt x="165714" y="379108"/>
                  </a:lnTo>
                  <a:lnTo>
                    <a:pt x="165961" y="379252"/>
                  </a:lnTo>
                  <a:lnTo>
                    <a:pt x="166102" y="379249"/>
                  </a:lnTo>
                  <a:lnTo>
                    <a:pt x="166228" y="378963"/>
                  </a:lnTo>
                  <a:lnTo>
                    <a:pt x="166412" y="378809"/>
                  </a:lnTo>
                  <a:lnTo>
                    <a:pt x="166393" y="378314"/>
                  </a:lnTo>
                  <a:lnTo>
                    <a:pt x="166621" y="378283"/>
                  </a:lnTo>
                  <a:lnTo>
                    <a:pt x="166883" y="378247"/>
                  </a:lnTo>
                  <a:lnTo>
                    <a:pt x="166886" y="378528"/>
                  </a:lnTo>
                  <a:lnTo>
                    <a:pt x="166887" y="378871"/>
                  </a:lnTo>
                  <a:lnTo>
                    <a:pt x="166976" y="379071"/>
                  </a:lnTo>
                  <a:lnTo>
                    <a:pt x="167140" y="379005"/>
                  </a:lnTo>
                  <a:lnTo>
                    <a:pt x="167319" y="378932"/>
                  </a:lnTo>
                  <a:lnTo>
                    <a:pt x="167488" y="378864"/>
                  </a:lnTo>
                  <a:lnTo>
                    <a:pt x="167840" y="378761"/>
                  </a:lnTo>
                  <a:lnTo>
                    <a:pt x="168192" y="378507"/>
                  </a:lnTo>
                  <a:lnTo>
                    <a:pt x="168262" y="377979"/>
                  </a:lnTo>
                  <a:lnTo>
                    <a:pt x="168719" y="377747"/>
                  </a:lnTo>
                  <a:lnTo>
                    <a:pt x="168898" y="377827"/>
                  </a:lnTo>
                  <a:lnTo>
                    <a:pt x="169204" y="377589"/>
                  </a:lnTo>
                  <a:lnTo>
                    <a:pt x="169581" y="377342"/>
                  </a:lnTo>
                  <a:lnTo>
                    <a:pt x="169872" y="377255"/>
                  </a:lnTo>
                  <a:lnTo>
                    <a:pt x="170352" y="377110"/>
                  </a:lnTo>
                  <a:lnTo>
                    <a:pt x="170903" y="376953"/>
                  </a:lnTo>
                  <a:lnTo>
                    <a:pt x="171392" y="376866"/>
                  </a:lnTo>
                  <a:lnTo>
                    <a:pt x="171586" y="376555"/>
                  </a:lnTo>
                  <a:lnTo>
                    <a:pt x="171751" y="376568"/>
                  </a:lnTo>
                  <a:lnTo>
                    <a:pt x="171898" y="376581"/>
                  </a:lnTo>
                  <a:lnTo>
                    <a:pt x="172125" y="376604"/>
                  </a:lnTo>
                  <a:lnTo>
                    <a:pt x="172523" y="376583"/>
                  </a:lnTo>
                  <a:lnTo>
                    <a:pt x="172747" y="376577"/>
                  </a:lnTo>
                  <a:lnTo>
                    <a:pt x="173149" y="376843"/>
                  </a:lnTo>
                  <a:lnTo>
                    <a:pt x="173459" y="377054"/>
                  </a:lnTo>
                  <a:lnTo>
                    <a:pt x="173734" y="377349"/>
                  </a:lnTo>
                  <a:lnTo>
                    <a:pt x="174264" y="377208"/>
                  </a:lnTo>
                  <a:lnTo>
                    <a:pt x="174314" y="376804"/>
                  </a:lnTo>
                  <a:lnTo>
                    <a:pt x="174406" y="376494"/>
                  </a:lnTo>
                  <a:lnTo>
                    <a:pt x="174640" y="376545"/>
                  </a:lnTo>
                  <a:lnTo>
                    <a:pt x="176226" y="376680"/>
                  </a:lnTo>
                  <a:lnTo>
                    <a:pt x="176483" y="376804"/>
                  </a:lnTo>
                  <a:lnTo>
                    <a:pt x="176725" y="377580"/>
                  </a:lnTo>
                  <a:lnTo>
                    <a:pt x="176739" y="377993"/>
                  </a:lnTo>
                  <a:lnTo>
                    <a:pt x="176866" y="378216"/>
                  </a:lnTo>
                  <a:lnTo>
                    <a:pt x="176848" y="378431"/>
                  </a:lnTo>
                  <a:lnTo>
                    <a:pt x="176910" y="378698"/>
                  </a:lnTo>
                  <a:lnTo>
                    <a:pt x="176968" y="378944"/>
                  </a:lnTo>
                  <a:lnTo>
                    <a:pt x="177130" y="379242"/>
                  </a:lnTo>
                  <a:lnTo>
                    <a:pt x="177539" y="380081"/>
                  </a:lnTo>
                  <a:lnTo>
                    <a:pt x="177654" y="380452"/>
                  </a:lnTo>
                  <a:lnTo>
                    <a:pt x="178014" y="381080"/>
                  </a:lnTo>
                  <a:lnTo>
                    <a:pt x="178081" y="381210"/>
                  </a:lnTo>
                  <a:lnTo>
                    <a:pt x="178196" y="381506"/>
                  </a:lnTo>
                  <a:lnTo>
                    <a:pt x="178417" y="382300"/>
                  </a:lnTo>
                  <a:lnTo>
                    <a:pt x="178644" y="382845"/>
                  </a:lnTo>
                  <a:lnTo>
                    <a:pt x="178881" y="383051"/>
                  </a:lnTo>
                  <a:lnTo>
                    <a:pt x="179311" y="383609"/>
                  </a:lnTo>
                  <a:lnTo>
                    <a:pt x="179412" y="383803"/>
                  </a:lnTo>
                  <a:lnTo>
                    <a:pt x="179650" y="384263"/>
                  </a:lnTo>
                  <a:lnTo>
                    <a:pt x="179857" y="384583"/>
                  </a:lnTo>
                  <a:lnTo>
                    <a:pt x="180111" y="385078"/>
                  </a:lnTo>
                  <a:lnTo>
                    <a:pt x="180200" y="385283"/>
                  </a:lnTo>
                  <a:lnTo>
                    <a:pt x="180374" y="385605"/>
                  </a:lnTo>
                  <a:lnTo>
                    <a:pt x="180546" y="385911"/>
                  </a:lnTo>
                  <a:lnTo>
                    <a:pt x="180765" y="386291"/>
                  </a:lnTo>
                  <a:lnTo>
                    <a:pt x="181061" y="386795"/>
                  </a:lnTo>
                  <a:lnTo>
                    <a:pt x="181442" y="387627"/>
                  </a:lnTo>
                  <a:lnTo>
                    <a:pt x="181912" y="388156"/>
                  </a:lnTo>
                  <a:lnTo>
                    <a:pt x="182334" y="388641"/>
                  </a:lnTo>
                  <a:lnTo>
                    <a:pt x="182664" y="389370"/>
                  </a:lnTo>
                  <a:lnTo>
                    <a:pt x="182926" y="389626"/>
                  </a:lnTo>
                  <a:lnTo>
                    <a:pt x="183141" y="389836"/>
                  </a:lnTo>
                  <a:lnTo>
                    <a:pt x="183488" y="390055"/>
                  </a:lnTo>
                  <a:lnTo>
                    <a:pt x="183772" y="390302"/>
                  </a:lnTo>
                  <a:lnTo>
                    <a:pt x="183958" y="390570"/>
                  </a:lnTo>
                  <a:lnTo>
                    <a:pt x="184236" y="390386"/>
                  </a:lnTo>
                  <a:lnTo>
                    <a:pt x="183962" y="390104"/>
                  </a:lnTo>
                  <a:lnTo>
                    <a:pt x="184357" y="389801"/>
                  </a:lnTo>
                  <a:lnTo>
                    <a:pt x="184769" y="389484"/>
                  </a:lnTo>
                  <a:lnTo>
                    <a:pt x="185062" y="389784"/>
                  </a:lnTo>
                  <a:lnTo>
                    <a:pt x="185681" y="389311"/>
                  </a:lnTo>
                  <a:lnTo>
                    <a:pt x="186061" y="389707"/>
                  </a:lnTo>
                  <a:lnTo>
                    <a:pt x="186983" y="389002"/>
                  </a:lnTo>
                  <a:lnTo>
                    <a:pt x="187655" y="389160"/>
                  </a:lnTo>
                  <a:lnTo>
                    <a:pt x="187856" y="389371"/>
                  </a:lnTo>
                  <a:lnTo>
                    <a:pt x="186632" y="390306"/>
                  </a:lnTo>
                  <a:lnTo>
                    <a:pt x="186855" y="390537"/>
                  </a:lnTo>
                  <a:lnTo>
                    <a:pt x="187012" y="390700"/>
                  </a:lnTo>
                  <a:lnTo>
                    <a:pt x="188644" y="389455"/>
                  </a:lnTo>
                  <a:lnTo>
                    <a:pt x="190178" y="388701"/>
                  </a:lnTo>
                  <a:lnTo>
                    <a:pt x="191210" y="388172"/>
                  </a:lnTo>
                  <a:lnTo>
                    <a:pt x="191603" y="388788"/>
                  </a:lnTo>
                  <a:lnTo>
                    <a:pt x="190770" y="389305"/>
                  </a:lnTo>
                  <a:lnTo>
                    <a:pt x="190682" y="389720"/>
                  </a:lnTo>
                  <a:lnTo>
                    <a:pt x="190047" y="390027"/>
                  </a:lnTo>
                  <a:lnTo>
                    <a:pt x="189599" y="390243"/>
                  </a:lnTo>
                  <a:lnTo>
                    <a:pt x="189417" y="390220"/>
                  </a:lnTo>
                  <a:lnTo>
                    <a:pt x="188752" y="390176"/>
                  </a:lnTo>
                  <a:lnTo>
                    <a:pt x="188474" y="390389"/>
                  </a:lnTo>
                  <a:lnTo>
                    <a:pt x="188282" y="390537"/>
                  </a:lnTo>
                  <a:lnTo>
                    <a:pt x="188411" y="390673"/>
                  </a:lnTo>
                  <a:lnTo>
                    <a:pt x="188900" y="391193"/>
                  </a:lnTo>
                  <a:lnTo>
                    <a:pt x="189328" y="390861"/>
                  </a:lnTo>
                  <a:lnTo>
                    <a:pt x="189462" y="390998"/>
                  </a:lnTo>
                  <a:lnTo>
                    <a:pt x="189860" y="390883"/>
                  </a:lnTo>
                  <a:lnTo>
                    <a:pt x="189646" y="391031"/>
                  </a:lnTo>
                  <a:lnTo>
                    <a:pt x="189123" y="391558"/>
                  </a:lnTo>
                  <a:lnTo>
                    <a:pt x="187573" y="392734"/>
                  </a:lnTo>
                  <a:lnTo>
                    <a:pt x="187307" y="393079"/>
                  </a:lnTo>
                  <a:lnTo>
                    <a:pt x="187667" y="393223"/>
                  </a:lnTo>
                  <a:lnTo>
                    <a:pt x="187614" y="393374"/>
                  </a:lnTo>
                  <a:lnTo>
                    <a:pt x="187294" y="393683"/>
                  </a:lnTo>
                  <a:lnTo>
                    <a:pt x="187110" y="393710"/>
                  </a:lnTo>
                  <a:lnTo>
                    <a:pt x="186899" y="393704"/>
                  </a:lnTo>
                  <a:lnTo>
                    <a:pt x="186586" y="393655"/>
                  </a:lnTo>
                  <a:lnTo>
                    <a:pt x="186281" y="393506"/>
                  </a:lnTo>
                  <a:lnTo>
                    <a:pt x="185465" y="393104"/>
                  </a:lnTo>
                  <a:lnTo>
                    <a:pt x="185165" y="393839"/>
                  </a:lnTo>
                  <a:lnTo>
                    <a:pt x="185950" y="394681"/>
                  </a:lnTo>
                  <a:lnTo>
                    <a:pt x="185961" y="394866"/>
                  </a:lnTo>
                  <a:lnTo>
                    <a:pt x="185838" y="395263"/>
                  </a:lnTo>
                  <a:lnTo>
                    <a:pt x="185530" y="395568"/>
                  </a:lnTo>
                  <a:lnTo>
                    <a:pt x="185581" y="395910"/>
                  </a:lnTo>
                  <a:lnTo>
                    <a:pt x="185267" y="396329"/>
                  </a:lnTo>
                  <a:lnTo>
                    <a:pt x="184929" y="396703"/>
                  </a:lnTo>
                  <a:lnTo>
                    <a:pt x="185167" y="396926"/>
                  </a:lnTo>
                  <a:lnTo>
                    <a:pt x="185071" y="397259"/>
                  </a:lnTo>
                  <a:lnTo>
                    <a:pt x="184935" y="397800"/>
                  </a:lnTo>
                  <a:lnTo>
                    <a:pt x="185141" y="397922"/>
                  </a:lnTo>
                  <a:lnTo>
                    <a:pt x="185357" y="398094"/>
                  </a:lnTo>
                  <a:lnTo>
                    <a:pt x="184838" y="398277"/>
                  </a:lnTo>
                  <a:lnTo>
                    <a:pt x="184498" y="398272"/>
                  </a:lnTo>
                  <a:lnTo>
                    <a:pt x="184085" y="398403"/>
                  </a:lnTo>
                  <a:lnTo>
                    <a:pt x="183871" y="398524"/>
                  </a:lnTo>
                  <a:lnTo>
                    <a:pt x="183863" y="398821"/>
                  </a:lnTo>
                  <a:lnTo>
                    <a:pt x="183972" y="399331"/>
                  </a:lnTo>
                  <a:lnTo>
                    <a:pt x="184021" y="399533"/>
                  </a:lnTo>
                  <a:lnTo>
                    <a:pt x="183995" y="400030"/>
                  </a:lnTo>
                  <a:lnTo>
                    <a:pt x="183757" y="400089"/>
                  </a:lnTo>
                  <a:lnTo>
                    <a:pt x="183614" y="400149"/>
                  </a:lnTo>
                  <a:lnTo>
                    <a:pt x="183343" y="400347"/>
                  </a:lnTo>
                  <a:lnTo>
                    <a:pt x="182873" y="400492"/>
                  </a:lnTo>
                  <a:lnTo>
                    <a:pt x="182567" y="401079"/>
                  </a:lnTo>
                  <a:lnTo>
                    <a:pt x="182295" y="401293"/>
                  </a:lnTo>
                  <a:lnTo>
                    <a:pt x="182256" y="401576"/>
                  </a:lnTo>
                  <a:lnTo>
                    <a:pt x="182292" y="401744"/>
                  </a:lnTo>
                  <a:lnTo>
                    <a:pt x="182285" y="401973"/>
                  </a:lnTo>
                  <a:lnTo>
                    <a:pt x="181986" y="402076"/>
                  </a:lnTo>
                  <a:lnTo>
                    <a:pt x="181693" y="402409"/>
                  </a:lnTo>
                  <a:lnTo>
                    <a:pt x="181353" y="402736"/>
                  </a:lnTo>
                  <a:lnTo>
                    <a:pt x="181160" y="402839"/>
                  </a:lnTo>
                  <a:lnTo>
                    <a:pt x="180960" y="402835"/>
                  </a:lnTo>
                  <a:lnTo>
                    <a:pt x="180720" y="402719"/>
                  </a:lnTo>
                  <a:lnTo>
                    <a:pt x="180186" y="402599"/>
                  </a:lnTo>
                  <a:lnTo>
                    <a:pt x="179832" y="402709"/>
                  </a:lnTo>
                  <a:lnTo>
                    <a:pt x="179446" y="402980"/>
                  </a:lnTo>
                  <a:lnTo>
                    <a:pt x="179194" y="402953"/>
                  </a:lnTo>
                  <a:lnTo>
                    <a:pt x="178726" y="402928"/>
                  </a:lnTo>
                  <a:lnTo>
                    <a:pt x="178535" y="402950"/>
                  </a:lnTo>
                  <a:lnTo>
                    <a:pt x="178193" y="403029"/>
                  </a:lnTo>
                  <a:lnTo>
                    <a:pt x="177625" y="403140"/>
                  </a:lnTo>
                  <a:lnTo>
                    <a:pt x="177396" y="403109"/>
                  </a:lnTo>
                  <a:lnTo>
                    <a:pt x="177205" y="402984"/>
                  </a:lnTo>
                  <a:lnTo>
                    <a:pt x="176950" y="402902"/>
                  </a:lnTo>
                  <a:lnTo>
                    <a:pt x="176633" y="402942"/>
                  </a:lnTo>
                  <a:lnTo>
                    <a:pt x="175973" y="403084"/>
                  </a:lnTo>
                  <a:lnTo>
                    <a:pt x="174948" y="403778"/>
                  </a:lnTo>
                  <a:lnTo>
                    <a:pt x="174887" y="404126"/>
                  </a:lnTo>
                  <a:lnTo>
                    <a:pt x="175080" y="404482"/>
                  </a:lnTo>
                  <a:lnTo>
                    <a:pt x="174962" y="404682"/>
                  </a:lnTo>
                  <a:lnTo>
                    <a:pt x="174827" y="404827"/>
                  </a:lnTo>
                  <a:lnTo>
                    <a:pt x="174434" y="405208"/>
                  </a:lnTo>
                  <a:lnTo>
                    <a:pt x="174380" y="405357"/>
                  </a:lnTo>
                  <a:lnTo>
                    <a:pt x="174377" y="405510"/>
                  </a:lnTo>
                  <a:lnTo>
                    <a:pt x="174371" y="405756"/>
                  </a:lnTo>
                  <a:lnTo>
                    <a:pt x="174244" y="405924"/>
                  </a:lnTo>
                  <a:lnTo>
                    <a:pt x="173810" y="406502"/>
                  </a:lnTo>
                  <a:lnTo>
                    <a:pt x="173561" y="406917"/>
                  </a:lnTo>
                  <a:lnTo>
                    <a:pt x="173478" y="407450"/>
                  </a:lnTo>
                  <a:lnTo>
                    <a:pt x="173362" y="408201"/>
                  </a:lnTo>
                  <a:lnTo>
                    <a:pt x="173252" y="408540"/>
                  </a:lnTo>
                  <a:lnTo>
                    <a:pt x="173174" y="408780"/>
                  </a:lnTo>
                  <a:lnTo>
                    <a:pt x="173025" y="409239"/>
                  </a:lnTo>
                  <a:lnTo>
                    <a:pt x="172945" y="409383"/>
                  </a:lnTo>
                  <a:lnTo>
                    <a:pt x="172473" y="409764"/>
                  </a:lnTo>
                  <a:lnTo>
                    <a:pt x="172122" y="410048"/>
                  </a:lnTo>
                  <a:lnTo>
                    <a:pt x="171698" y="410580"/>
                  </a:lnTo>
                  <a:lnTo>
                    <a:pt x="171362" y="411216"/>
                  </a:lnTo>
                  <a:lnTo>
                    <a:pt x="171203" y="411518"/>
                  </a:lnTo>
                  <a:lnTo>
                    <a:pt x="171096" y="411721"/>
                  </a:lnTo>
                  <a:lnTo>
                    <a:pt x="169895" y="413531"/>
                  </a:lnTo>
                  <a:lnTo>
                    <a:pt x="169701" y="413671"/>
                  </a:lnTo>
                  <a:lnTo>
                    <a:pt x="169189" y="413904"/>
                  </a:lnTo>
                  <a:lnTo>
                    <a:pt x="169014" y="413955"/>
                  </a:lnTo>
                  <a:lnTo>
                    <a:pt x="168827" y="414010"/>
                  </a:lnTo>
                  <a:lnTo>
                    <a:pt x="168256" y="414020"/>
                  </a:lnTo>
                  <a:lnTo>
                    <a:pt x="168096" y="413914"/>
                  </a:lnTo>
                  <a:lnTo>
                    <a:pt x="167787" y="413711"/>
                  </a:lnTo>
                  <a:lnTo>
                    <a:pt x="167449" y="413538"/>
                  </a:lnTo>
                  <a:lnTo>
                    <a:pt x="167284" y="413520"/>
                  </a:lnTo>
                  <a:lnTo>
                    <a:pt x="166919" y="413564"/>
                  </a:lnTo>
                  <a:lnTo>
                    <a:pt x="166724" y="413557"/>
                  </a:lnTo>
                  <a:lnTo>
                    <a:pt x="166443" y="413458"/>
                  </a:lnTo>
                  <a:lnTo>
                    <a:pt x="166051" y="413227"/>
                  </a:lnTo>
                  <a:lnTo>
                    <a:pt x="165647" y="413127"/>
                  </a:lnTo>
                  <a:lnTo>
                    <a:pt x="164676" y="413249"/>
                  </a:lnTo>
                  <a:lnTo>
                    <a:pt x="164410" y="413414"/>
                  </a:lnTo>
                  <a:lnTo>
                    <a:pt x="164220" y="413532"/>
                  </a:lnTo>
                  <a:lnTo>
                    <a:pt x="163941" y="413706"/>
                  </a:lnTo>
                  <a:lnTo>
                    <a:pt x="163383" y="413855"/>
                  </a:lnTo>
                  <a:lnTo>
                    <a:pt x="163027" y="414063"/>
                  </a:lnTo>
                  <a:lnTo>
                    <a:pt x="162725" y="414240"/>
                  </a:lnTo>
                  <a:lnTo>
                    <a:pt x="162556" y="414295"/>
                  </a:lnTo>
                  <a:lnTo>
                    <a:pt x="162318" y="414319"/>
                  </a:lnTo>
                  <a:lnTo>
                    <a:pt x="161944" y="414266"/>
                  </a:lnTo>
                  <a:lnTo>
                    <a:pt x="161542" y="414210"/>
                  </a:lnTo>
                  <a:lnTo>
                    <a:pt x="160998" y="414168"/>
                  </a:lnTo>
                  <a:lnTo>
                    <a:pt x="159925" y="414037"/>
                  </a:lnTo>
                  <a:lnTo>
                    <a:pt x="159701" y="413979"/>
                  </a:lnTo>
                  <a:lnTo>
                    <a:pt x="159381" y="413857"/>
                  </a:lnTo>
                  <a:lnTo>
                    <a:pt x="159229" y="413800"/>
                  </a:lnTo>
                  <a:lnTo>
                    <a:pt x="159047" y="413770"/>
                  </a:lnTo>
                  <a:lnTo>
                    <a:pt x="158865" y="413796"/>
                  </a:lnTo>
                  <a:lnTo>
                    <a:pt x="158694" y="413859"/>
                  </a:lnTo>
                  <a:lnTo>
                    <a:pt x="158552" y="413965"/>
                  </a:lnTo>
                  <a:lnTo>
                    <a:pt x="158211" y="414241"/>
                  </a:lnTo>
                  <a:lnTo>
                    <a:pt x="157888" y="414256"/>
                  </a:lnTo>
                  <a:lnTo>
                    <a:pt x="157603" y="414270"/>
                  </a:lnTo>
                  <a:lnTo>
                    <a:pt x="156904" y="414134"/>
                  </a:lnTo>
                  <a:lnTo>
                    <a:pt x="155609" y="413877"/>
                  </a:lnTo>
                  <a:lnTo>
                    <a:pt x="155072" y="413784"/>
                  </a:lnTo>
                  <a:lnTo>
                    <a:pt x="154830" y="413792"/>
                  </a:lnTo>
                  <a:lnTo>
                    <a:pt x="154504" y="413803"/>
                  </a:lnTo>
                  <a:lnTo>
                    <a:pt x="154130" y="413839"/>
                  </a:lnTo>
                  <a:lnTo>
                    <a:pt x="153886" y="413901"/>
                  </a:lnTo>
                  <a:lnTo>
                    <a:pt x="153611" y="414014"/>
                  </a:lnTo>
                  <a:lnTo>
                    <a:pt x="153118" y="414168"/>
                  </a:lnTo>
                  <a:lnTo>
                    <a:pt x="152708" y="414515"/>
                  </a:lnTo>
                  <a:lnTo>
                    <a:pt x="152575" y="414565"/>
                  </a:lnTo>
                  <a:lnTo>
                    <a:pt x="152402" y="414597"/>
                  </a:lnTo>
                  <a:lnTo>
                    <a:pt x="152224" y="414602"/>
                  </a:lnTo>
                  <a:lnTo>
                    <a:pt x="151417" y="414504"/>
                  </a:lnTo>
                  <a:lnTo>
                    <a:pt x="151277" y="414470"/>
                  </a:lnTo>
                  <a:lnTo>
                    <a:pt x="150506" y="414276"/>
                  </a:lnTo>
                  <a:lnTo>
                    <a:pt x="149841" y="414183"/>
                  </a:lnTo>
                  <a:lnTo>
                    <a:pt x="149489" y="414344"/>
                  </a:lnTo>
                  <a:lnTo>
                    <a:pt x="149045" y="414254"/>
                  </a:lnTo>
                  <a:lnTo>
                    <a:pt x="148771" y="414365"/>
                  </a:lnTo>
                  <a:lnTo>
                    <a:pt x="148622" y="414334"/>
                  </a:lnTo>
                  <a:lnTo>
                    <a:pt x="148663" y="414166"/>
                  </a:lnTo>
                  <a:lnTo>
                    <a:pt x="147709" y="413936"/>
                  </a:lnTo>
                  <a:lnTo>
                    <a:pt x="147250" y="413961"/>
                  </a:lnTo>
                  <a:lnTo>
                    <a:pt x="146706" y="413990"/>
                  </a:lnTo>
                  <a:lnTo>
                    <a:pt x="146536" y="414000"/>
                  </a:lnTo>
                  <a:lnTo>
                    <a:pt x="146255" y="414016"/>
                  </a:lnTo>
                  <a:lnTo>
                    <a:pt x="145979" y="414060"/>
                  </a:lnTo>
                  <a:lnTo>
                    <a:pt x="144701" y="414468"/>
                  </a:lnTo>
                  <a:lnTo>
                    <a:pt x="144440" y="414496"/>
                  </a:lnTo>
                  <a:lnTo>
                    <a:pt x="143154" y="414002"/>
                  </a:lnTo>
                  <a:lnTo>
                    <a:pt x="143126" y="413844"/>
                  </a:lnTo>
                  <a:lnTo>
                    <a:pt x="142826" y="413806"/>
                  </a:lnTo>
                  <a:lnTo>
                    <a:pt x="142685" y="413900"/>
                  </a:lnTo>
                  <a:lnTo>
                    <a:pt x="142388" y="413898"/>
                  </a:lnTo>
                  <a:lnTo>
                    <a:pt x="142054" y="414213"/>
                  </a:lnTo>
                  <a:lnTo>
                    <a:pt x="142180" y="414387"/>
                  </a:lnTo>
                  <a:lnTo>
                    <a:pt x="142027" y="414892"/>
                  </a:lnTo>
                  <a:lnTo>
                    <a:pt x="141797" y="415070"/>
                  </a:lnTo>
                  <a:lnTo>
                    <a:pt x="141589" y="415261"/>
                  </a:lnTo>
                  <a:lnTo>
                    <a:pt x="141149" y="415665"/>
                  </a:lnTo>
                  <a:lnTo>
                    <a:pt x="140845" y="416109"/>
                  </a:lnTo>
                  <a:lnTo>
                    <a:pt x="140759" y="416374"/>
                  </a:lnTo>
                  <a:lnTo>
                    <a:pt x="140722" y="416570"/>
                  </a:lnTo>
                  <a:lnTo>
                    <a:pt x="140709" y="416737"/>
                  </a:lnTo>
                  <a:lnTo>
                    <a:pt x="140630" y="417640"/>
                  </a:lnTo>
                  <a:lnTo>
                    <a:pt x="140505" y="417924"/>
                  </a:lnTo>
                  <a:lnTo>
                    <a:pt x="140334" y="418163"/>
                  </a:lnTo>
                  <a:lnTo>
                    <a:pt x="140026" y="418260"/>
                  </a:lnTo>
                  <a:lnTo>
                    <a:pt x="139698" y="418169"/>
                  </a:lnTo>
                  <a:lnTo>
                    <a:pt x="139764" y="418030"/>
                  </a:lnTo>
                  <a:lnTo>
                    <a:pt x="139338" y="417790"/>
                  </a:lnTo>
                  <a:lnTo>
                    <a:pt x="139129" y="418178"/>
                  </a:lnTo>
                  <a:lnTo>
                    <a:pt x="139170" y="418396"/>
                  </a:lnTo>
                  <a:lnTo>
                    <a:pt x="139392" y="418873"/>
                  </a:lnTo>
                  <a:lnTo>
                    <a:pt x="139154" y="419040"/>
                  </a:lnTo>
                  <a:lnTo>
                    <a:pt x="138999" y="419148"/>
                  </a:lnTo>
                  <a:lnTo>
                    <a:pt x="138299" y="419142"/>
                  </a:lnTo>
                  <a:lnTo>
                    <a:pt x="138301" y="419353"/>
                  </a:lnTo>
                  <a:lnTo>
                    <a:pt x="138323" y="419529"/>
                  </a:lnTo>
                  <a:lnTo>
                    <a:pt x="138181" y="419593"/>
                  </a:lnTo>
                  <a:lnTo>
                    <a:pt x="137915" y="419563"/>
                  </a:lnTo>
                  <a:lnTo>
                    <a:pt x="137489" y="419674"/>
                  </a:lnTo>
                  <a:lnTo>
                    <a:pt x="137317" y="419898"/>
                  </a:lnTo>
                  <a:lnTo>
                    <a:pt x="137269" y="420087"/>
                  </a:lnTo>
                  <a:lnTo>
                    <a:pt x="137049" y="420918"/>
                  </a:lnTo>
                  <a:lnTo>
                    <a:pt x="136850" y="421534"/>
                  </a:lnTo>
                  <a:lnTo>
                    <a:pt x="136750" y="421719"/>
                  </a:lnTo>
                  <a:lnTo>
                    <a:pt x="136559" y="421958"/>
                  </a:lnTo>
                  <a:lnTo>
                    <a:pt x="136375" y="422108"/>
                  </a:lnTo>
                  <a:lnTo>
                    <a:pt x="136207" y="422064"/>
                  </a:lnTo>
                  <a:lnTo>
                    <a:pt x="135695" y="421991"/>
                  </a:lnTo>
                  <a:lnTo>
                    <a:pt x="135648" y="422185"/>
                  </a:lnTo>
                  <a:lnTo>
                    <a:pt x="135880" y="422568"/>
                  </a:lnTo>
                  <a:lnTo>
                    <a:pt x="135524" y="423100"/>
                  </a:lnTo>
                  <a:lnTo>
                    <a:pt x="134957" y="423832"/>
                  </a:lnTo>
                  <a:lnTo>
                    <a:pt x="134795" y="424020"/>
                  </a:lnTo>
                  <a:lnTo>
                    <a:pt x="134384" y="424495"/>
                  </a:lnTo>
                  <a:lnTo>
                    <a:pt x="134189" y="424720"/>
                  </a:lnTo>
                  <a:lnTo>
                    <a:pt x="133988" y="424862"/>
                  </a:lnTo>
                  <a:lnTo>
                    <a:pt x="133812" y="424953"/>
                  </a:lnTo>
                  <a:lnTo>
                    <a:pt x="133033" y="425356"/>
                  </a:lnTo>
                  <a:lnTo>
                    <a:pt x="132808" y="425654"/>
                  </a:lnTo>
                  <a:lnTo>
                    <a:pt x="132494" y="426072"/>
                  </a:lnTo>
                  <a:lnTo>
                    <a:pt x="132289" y="426343"/>
                  </a:lnTo>
                  <a:lnTo>
                    <a:pt x="132118" y="426489"/>
                  </a:lnTo>
                  <a:lnTo>
                    <a:pt x="131679" y="426851"/>
                  </a:lnTo>
                  <a:lnTo>
                    <a:pt x="131668" y="427065"/>
                  </a:lnTo>
                  <a:lnTo>
                    <a:pt x="131429" y="427416"/>
                  </a:lnTo>
                  <a:lnTo>
                    <a:pt x="131185" y="427517"/>
                  </a:lnTo>
                  <a:lnTo>
                    <a:pt x="130893" y="427638"/>
                  </a:lnTo>
                  <a:lnTo>
                    <a:pt x="130675" y="427787"/>
                  </a:lnTo>
                  <a:lnTo>
                    <a:pt x="130527" y="427962"/>
                  </a:lnTo>
                  <a:lnTo>
                    <a:pt x="130327" y="428335"/>
                  </a:lnTo>
                  <a:lnTo>
                    <a:pt x="130087" y="428709"/>
                  </a:lnTo>
                  <a:lnTo>
                    <a:pt x="129749" y="428922"/>
                  </a:lnTo>
                  <a:lnTo>
                    <a:pt x="129522" y="429147"/>
                  </a:lnTo>
                  <a:lnTo>
                    <a:pt x="129157" y="429606"/>
                  </a:lnTo>
                  <a:lnTo>
                    <a:pt x="128964" y="429701"/>
                  </a:lnTo>
                  <a:lnTo>
                    <a:pt x="128293" y="429833"/>
                  </a:lnTo>
                  <a:lnTo>
                    <a:pt x="128059" y="429964"/>
                  </a:lnTo>
                  <a:lnTo>
                    <a:pt x="127912" y="430076"/>
                  </a:lnTo>
                  <a:lnTo>
                    <a:pt x="127744" y="430308"/>
                  </a:lnTo>
                  <a:lnTo>
                    <a:pt x="127509" y="430734"/>
                  </a:lnTo>
                  <a:lnTo>
                    <a:pt x="127237" y="431709"/>
                  </a:lnTo>
                  <a:lnTo>
                    <a:pt x="127145" y="431878"/>
                  </a:lnTo>
                  <a:lnTo>
                    <a:pt x="126807" y="431794"/>
                  </a:lnTo>
                  <a:lnTo>
                    <a:pt x="126505" y="431698"/>
                  </a:lnTo>
                  <a:lnTo>
                    <a:pt x="126009" y="430858"/>
                  </a:lnTo>
                  <a:lnTo>
                    <a:pt x="126043" y="430668"/>
                  </a:lnTo>
                  <a:lnTo>
                    <a:pt x="125931" y="430508"/>
                  </a:lnTo>
                  <a:lnTo>
                    <a:pt x="125810" y="430356"/>
                  </a:lnTo>
                  <a:lnTo>
                    <a:pt x="125730" y="430107"/>
                  </a:lnTo>
                  <a:lnTo>
                    <a:pt x="125454" y="430094"/>
                  </a:lnTo>
                  <a:lnTo>
                    <a:pt x="125189" y="430181"/>
                  </a:lnTo>
                  <a:lnTo>
                    <a:pt x="124464" y="429625"/>
                  </a:lnTo>
                  <a:lnTo>
                    <a:pt x="124260" y="429459"/>
                  </a:lnTo>
                  <a:lnTo>
                    <a:pt x="124151" y="429088"/>
                  </a:lnTo>
                  <a:lnTo>
                    <a:pt x="124240" y="428917"/>
                  </a:lnTo>
                  <a:lnTo>
                    <a:pt x="124538" y="428421"/>
                  </a:lnTo>
                  <a:lnTo>
                    <a:pt x="124520" y="427983"/>
                  </a:lnTo>
                  <a:lnTo>
                    <a:pt x="124532" y="427814"/>
                  </a:lnTo>
                  <a:lnTo>
                    <a:pt x="124625" y="427654"/>
                  </a:lnTo>
                  <a:lnTo>
                    <a:pt x="124343" y="427575"/>
                  </a:lnTo>
                  <a:lnTo>
                    <a:pt x="124208" y="427396"/>
                  </a:lnTo>
                  <a:lnTo>
                    <a:pt x="123971" y="427322"/>
                  </a:lnTo>
                  <a:lnTo>
                    <a:pt x="123826" y="427587"/>
                  </a:lnTo>
                  <a:lnTo>
                    <a:pt x="123507" y="427613"/>
                  </a:lnTo>
                  <a:lnTo>
                    <a:pt x="123135" y="427450"/>
                  </a:lnTo>
                  <a:lnTo>
                    <a:pt x="123177" y="427310"/>
                  </a:lnTo>
                  <a:lnTo>
                    <a:pt x="122917" y="427068"/>
                  </a:lnTo>
                  <a:lnTo>
                    <a:pt x="122785" y="427020"/>
                  </a:lnTo>
                  <a:lnTo>
                    <a:pt x="122426" y="426745"/>
                  </a:lnTo>
                  <a:lnTo>
                    <a:pt x="122483" y="426982"/>
                  </a:lnTo>
                  <a:lnTo>
                    <a:pt x="121697" y="427538"/>
                  </a:lnTo>
                  <a:lnTo>
                    <a:pt x="121204" y="427567"/>
                  </a:lnTo>
                  <a:lnTo>
                    <a:pt x="121208" y="427842"/>
                  </a:lnTo>
                  <a:lnTo>
                    <a:pt x="120794" y="428188"/>
                  </a:lnTo>
                  <a:lnTo>
                    <a:pt x="120868" y="428740"/>
                  </a:lnTo>
                  <a:lnTo>
                    <a:pt x="120452" y="429864"/>
                  </a:lnTo>
                  <a:lnTo>
                    <a:pt x="120492" y="430226"/>
                  </a:lnTo>
                  <a:lnTo>
                    <a:pt x="120798" y="430261"/>
                  </a:lnTo>
                  <a:lnTo>
                    <a:pt x="120559" y="431542"/>
                  </a:lnTo>
                  <a:lnTo>
                    <a:pt x="120415" y="431570"/>
                  </a:lnTo>
                  <a:lnTo>
                    <a:pt x="120209" y="431938"/>
                  </a:lnTo>
                  <a:lnTo>
                    <a:pt x="120444" y="432153"/>
                  </a:lnTo>
                  <a:lnTo>
                    <a:pt x="120349" y="432405"/>
                  </a:lnTo>
                  <a:lnTo>
                    <a:pt x="119998" y="432297"/>
                  </a:lnTo>
                  <a:lnTo>
                    <a:pt x="119714" y="431986"/>
                  </a:lnTo>
                  <a:lnTo>
                    <a:pt x="119720" y="431707"/>
                  </a:lnTo>
                  <a:lnTo>
                    <a:pt x="119543" y="431597"/>
                  </a:lnTo>
                  <a:lnTo>
                    <a:pt x="119349" y="431478"/>
                  </a:lnTo>
                  <a:lnTo>
                    <a:pt x="118948" y="431232"/>
                  </a:lnTo>
                  <a:lnTo>
                    <a:pt x="118628" y="431270"/>
                  </a:lnTo>
                  <a:lnTo>
                    <a:pt x="118491" y="431703"/>
                  </a:lnTo>
                  <a:lnTo>
                    <a:pt x="118276" y="431707"/>
                  </a:lnTo>
                  <a:lnTo>
                    <a:pt x="118034" y="431722"/>
                  </a:lnTo>
                  <a:lnTo>
                    <a:pt x="118162" y="431956"/>
                  </a:lnTo>
                  <a:lnTo>
                    <a:pt x="118247" y="432260"/>
                  </a:lnTo>
                  <a:lnTo>
                    <a:pt x="118259" y="432492"/>
                  </a:lnTo>
                  <a:lnTo>
                    <a:pt x="118273" y="432677"/>
                  </a:lnTo>
                  <a:lnTo>
                    <a:pt x="118508" y="432689"/>
                  </a:lnTo>
                  <a:lnTo>
                    <a:pt x="118854" y="432858"/>
                  </a:lnTo>
                  <a:lnTo>
                    <a:pt x="118743" y="433313"/>
                  </a:lnTo>
                  <a:lnTo>
                    <a:pt x="118613" y="433353"/>
                  </a:lnTo>
                  <a:lnTo>
                    <a:pt x="118454" y="433557"/>
                  </a:lnTo>
                  <a:lnTo>
                    <a:pt x="118248" y="433731"/>
                  </a:lnTo>
                  <a:lnTo>
                    <a:pt x="118159" y="433916"/>
                  </a:lnTo>
                  <a:lnTo>
                    <a:pt x="118172" y="434285"/>
                  </a:lnTo>
                  <a:lnTo>
                    <a:pt x="118399" y="434390"/>
                  </a:lnTo>
                  <a:lnTo>
                    <a:pt x="119013" y="434485"/>
                  </a:lnTo>
                  <a:lnTo>
                    <a:pt x="119216" y="434316"/>
                  </a:lnTo>
                  <a:lnTo>
                    <a:pt x="120028" y="434594"/>
                  </a:lnTo>
                  <a:lnTo>
                    <a:pt x="120149" y="434753"/>
                  </a:lnTo>
                  <a:lnTo>
                    <a:pt x="120085" y="434942"/>
                  </a:lnTo>
                  <a:lnTo>
                    <a:pt x="119609" y="436121"/>
                  </a:lnTo>
                  <a:lnTo>
                    <a:pt x="119613" y="436394"/>
                  </a:lnTo>
                  <a:lnTo>
                    <a:pt x="119452" y="436411"/>
                  </a:lnTo>
                  <a:lnTo>
                    <a:pt x="119100" y="436825"/>
                  </a:lnTo>
                  <a:lnTo>
                    <a:pt x="118555" y="437424"/>
                  </a:lnTo>
                  <a:lnTo>
                    <a:pt x="118189" y="437372"/>
                  </a:lnTo>
                  <a:lnTo>
                    <a:pt x="117918" y="437321"/>
                  </a:lnTo>
                  <a:lnTo>
                    <a:pt x="117616" y="437350"/>
                  </a:lnTo>
                  <a:lnTo>
                    <a:pt x="117472" y="437337"/>
                  </a:lnTo>
                  <a:lnTo>
                    <a:pt x="116813" y="437231"/>
                  </a:lnTo>
                  <a:lnTo>
                    <a:pt x="116634" y="437193"/>
                  </a:lnTo>
                  <a:lnTo>
                    <a:pt x="116194" y="436891"/>
                  </a:lnTo>
                  <a:lnTo>
                    <a:pt x="115844" y="436557"/>
                  </a:lnTo>
                  <a:lnTo>
                    <a:pt x="115298" y="436465"/>
                  </a:lnTo>
                  <a:lnTo>
                    <a:pt x="114796" y="436621"/>
                  </a:lnTo>
                  <a:lnTo>
                    <a:pt x="114530" y="436694"/>
                  </a:lnTo>
                  <a:lnTo>
                    <a:pt x="113952" y="436848"/>
                  </a:lnTo>
                  <a:lnTo>
                    <a:pt x="113776" y="436854"/>
                  </a:lnTo>
                  <a:lnTo>
                    <a:pt x="113243" y="436893"/>
                  </a:lnTo>
                  <a:lnTo>
                    <a:pt x="113033" y="437078"/>
                  </a:lnTo>
                  <a:lnTo>
                    <a:pt x="112748" y="437046"/>
                  </a:lnTo>
                  <a:lnTo>
                    <a:pt x="112087" y="436861"/>
                  </a:lnTo>
                  <a:lnTo>
                    <a:pt x="111747" y="436952"/>
                  </a:lnTo>
                  <a:lnTo>
                    <a:pt x="111399" y="437138"/>
                  </a:lnTo>
                  <a:lnTo>
                    <a:pt x="111174" y="437134"/>
                  </a:lnTo>
                  <a:lnTo>
                    <a:pt x="111021" y="437189"/>
                  </a:lnTo>
                  <a:lnTo>
                    <a:pt x="110561" y="437642"/>
                  </a:lnTo>
                  <a:lnTo>
                    <a:pt x="110348" y="437621"/>
                  </a:lnTo>
                  <a:lnTo>
                    <a:pt x="110091" y="437596"/>
                  </a:lnTo>
                  <a:lnTo>
                    <a:pt x="109922" y="437600"/>
                  </a:lnTo>
                  <a:lnTo>
                    <a:pt x="109766" y="437669"/>
                  </a:lnTo>
                  <a:lnTo>
                    <a:pt x="109347" y="437855"/>
                  </a:lnTo>
                  <a:lnTo>
                    <a:pt x="108973" y="438076"/>
                  </a:lnTo>
                  <a:lnTo>
                    <a:pt x="108826" y="438332"/>
                  </a:lnTo>
                  <a:lnTo>
                    <a:pt x="107895" y="438385"/>
                  </a:lnTo>
                  <a:lnTo>
                    <a:pt x="107432" y="438742"/>
                  </a:lnTo>
                  <a:lnTo>
                    <a:pt x="107805" y="439122"/>
                  </a:lnTo>
                  <a:lnTo>
                    <a:pt x="107811" y="439259"/>
                  </a:lnTo>
                  <a:lnTo>
                    <a:pt x="107805" y="439459"/>
                  </a:lnTo>
                  <a:lnTo>
                    <a:pt x="107800" y="439606"/>
                  </a:lnTo>
                  <a:lnTo>
                    <a:pt x="107664" y="440061"/>
                  </a:lnTo>
                  <a:lnTo>
                    <a:pt x="107409" y="440418"/>
                  </a:lnTo>
                  <a:lnTo>
                    <a:pt x="107282" y="440745"/>
                  </a:lnTo>
                  <a:lnTo>
                    <a:pt x="107138" y="441096"/>
                  </a:lnTo>
                  <a:lnTo>
                    <a:pt x="107382" y="441428"/>
                  </a:lnTo>
                  <a:lnTo>
                    <a:pt x="107440" y="441603"/>
                  </a:lnTo>
                  <a:lnTo>
                    <a:pt x="107391" y="441917"/>
                  </a:lnTo>
                  <a:lnTo>
                    <a:pt x="107331" y="442304"/>
                  </a:lnTo>
                  <a:lnTo>
                    <a:pt x="107307" y="442461"/>
                  </a:lnTo>
                  <a:lnTo>
                    <a:pt x="107144" y="442659"/>
                  </a:lnTo>
                  <a:lnTo>
                    <a:pt x="107085" y="442909"/>
                  </a:lnTo>
                  <a:lnTo>
                    <a:pt x="107225" y="443179"/>
                  </a:lnTo>
                  <a:lnTo>
                    <a:pt x="107145" y="443340"/>
                  </a:lnTo>
                  <a:lnTo>
                    <a:pt x="106926" y="443486"/>
                  </a:lnTo>
                  <a:lnTo>
                    <a:pt x="106737" y="443678"/>
                  </a:lnTo>
                  <a:lnTo>
                    <a:pt x="106537" y="443899"/>
                  </a:lnTo>
                  <a:lnTo>
                    <a:pt x="106115" y="443947"/>
                  </a:lnTo>
                  <a:lnTo>
                    <a:pt x="105927" y="443914"/>
                  </a:lnTo>
                  <a:lnTo>
                    <a:pt x="105371" y="444281"/>
                  </a:lnTo>
                  <a:lnTo>
                    <a:pt x="105066" y="444529"/>
                  </a:lnTo>
                  <a:lnTo>
                    <a:pt x="104819" y="444729"/>
                  </a:lnTo>
                  <a:lnTo>
                    <a:pt x="104728" y="444861"/>
                  </a:lnTo>
                  <a:lnTo>
                    <a:pt x="104564" y="445099"/>
                  </a:lnTo>
                  <a:lnTo>
                    <a:pt x="104531" y="445227"/>
                  </a:lnTo>
                  <a:lnTo>
                    <a:pt x="104384" y="445786"/>
                  </a:lnTo>
                  <a:lnTo>
                    <a:pt x="104465" y="445965"/>
                  </a:lnTo>
                  <a:lnTo>
                    <a:pt x="104487" y="446647"/>
                  </a:lnTo>
                  <a:lnTo>
                    <a:pt x="104116" y="447003"/>
                  </a:lnTo>
                  <a:lnTo>
                    <a:pt x="103912" y="447114"/>
                  </a:lnTo>
                  <a:lnTo>
                    <a:pt x="103544" y="447341"/>
                  </a:lnTo>
                  <a:lnTo>
                    <a:pt x="103318" y="447628"/>
                  </a:lnTo>
                  <a:lnTo>
                    <a:pt x="103305" y="448172"/>
                  </a:lnTo>
                  <a:lnTo>
                    <a:pt x="103407" y="448436"/>
                  </a:lnTo>
                  <a:lnTo>
                    <a:pt x="103558" y="448693"/>
                  </a:lnTo>
                  <a:lnTo>
                    <a:pt x="103560" y="448978"/>
                  </a:lnTo>
                  <a:lnTo>
                    <a:pt x="103451" y="449345"/>
                  </a:lnTo>
                  <a:lnTo>
                    <a:pt x="103395" y="449536"/>
                  </a:lnTo>
                  <a:lnTo>
                    <a:pt x="103246" y="450000"/>
                  </a:lnTo>
                  <a:lnTo>
                    <a:pt x="103172" y="450139"/>
                  </a:lnTo>
                  <a:lnTo>
                    <a:pt x="102961" y="450530"/>
                  </a:lnTo>
                  <a:lnTo>
                    <a:pt x="102846" y="450857"/>
                  </a:lnTo>
                  <a:lnTo>
                    <a:pt x="102841" y="451002"/>
                  </a:lnTo>
                  <a:lnTo>
                    <a:pt x="102834" y="451202"/>
                  </a:lnTo>
                  <a:lnTo>
                    <a:pt x="102695" y="451508"/>
                  </a:lnTo>
                  <a:lnTo>
                    <a:pt x="102007" y="452227"/>
                  </a:lnTo>
                  <a:lnTo>
                    <a:pt x="101606" y="452532"/>
                  </a:lnTo>
                  <a:lnTo>
                    <a:pt x="101232" y="452784"/>
                  </a:lnTo>
                  <a:lnTo>
                    <a:pt x="101069" y="453241"/>
                  </a:lnTo>
                  <a:lnTo>
                    <a:pt x="100787" y="453519"/>
                  </a:lnTo>
                  <a:lnTo>
                    <a:pt x="100434" y="453601"/>
                  </a:lnTo>
                  <a:lnTo>
                    <a:pt x="100284" y="454418"/>
                  </a:lnTo>
                  <a:lnTo>
                    <a:pt x="99823" y="454669"/>
                  </a:lnTo>
                  <a:lnTo>
                    <a:pt x="99353" y="454833"/>
                  </a:lnTo>
                  <a:lnTo>
                    <a:pt x="98971" y="455616"/>
                  </a:lnTo>
                  <a:lnTo>
                    <a:pt x="99173" y="455700"/>
                  </a:lnTo>
                  <a:lnTo>
                    <a:pt x="99221" y="456125"/>
                  </a:lnTo>
                  <a:lnTo>
                    <a:pt x="99756" y="456535"/>
                  </a:lnTo>
                  <a:lnTo>
                    <a:pt x="99365" y="457299"/>
                  </a:lnTo>
                  <a:lnTo>
                    <a:pt x="98879" y="457733"/>
                  </a:lnTo>
                  <a:lnTo>
                    <a:pt x="98258" y="458092"/>
                  </a:lnTo>
                  <a:lnTo>
                    <a:pt x="98279" y="458611"/>
                  </a:lnTo>
                  <a:lnTo>
                    <a:pt x="98568" y="458776"/>
                  </a:lnTo>
                  <a:lnTo>
                    <a:pt x="98566" y="459028"/>
                  </a:lnTo>
                  <a:lnTo>
                    <a:pt x="98186" y="459353"/>
                  </a:lnTo>
                  <a:lnTo>
                    <a:pt x="97810" y="459532"/>
                  </a:lnTo>
                  <a:lnTo>
                    <a:pt x="97437" y="459573"/>
                  </a:lnTo>
                  <a:lnTo>
                    <a:pt x="97262" y="459723"/>
                  </a:lnTo>
                  <a:lnTo>
                    <a:pt x="96542" y="460254"/>
                  </a:lnTo>
                  <a:lnTo>
                    <a:pt x="95845" y="461105"/>
                  </a:lnTo>
                  <a:lnTo>
                    <a:pt x="95664" y="461710"/>
                  </a:lnTo>
                  <a:lnTo>
                    <a:pt x="95252" y="463322"/>
                  </a:lnTo>
                  <a:lnTo>
                    <a:pt x="95143" y="463599"/>
                  </a:lnTo>
                  <a:lnTo>
                    <a:pt x="94810" y="464079"/>
                  </a:lnTo>
                  <a:lnTo>
                    <a:pt x="94413" y="464174"/>
                  </a:lnTo>
                  <a:lnTo>
                    <a:pt x="94159" y="464022"/>
                  </a:lnTo>
                  <a:lnTo>
                    <a:pt x="93819" y="464201"/>
                  </a:lnTo>
                  <a:lnTo>
                    <a:pt x="93312" y="464428"/>
                  </a:lnTo>
                  <a:lnTo>
                    <a:pt x="93144" y="464496"/>
                  </a:lnTo>
                  <a:lnTo>
                    <a:pt x="92759" y="464667"/>
                  </a:lnTo>
                  <a:lnTo>
                    <a:pt x="92099" y="465054"/>
                  </a:lnTo>
                  <a:lnTo>
                    <a:pt x="91219" y="465392"/>
                  </a:lnTo>
                  <a:lnTo>
                    <a:pt x="91020" y="465423"/>
                  </a:lnTo>
                  <a:lnTo>
                    <a:pt x="90628" y="465628"/>
                  </a:lnTo>
                  <a:lnTo>
                    <a:pt x="90477" y="465843"/>
                  </a:lnTo>
                  <a:lnTo>
                    <a:pt x="90175" y="465830"/>
                  </a:lnTo>
                  <a:lnTo>
                    <a:pt x="89719" y="465810"/>
                  </a:lnTo>
                  <a:lnTo>
                    <a:pt x="89358" y="465798"/>
                  </a:lnTo>
                  <a:lnTo>
                    <a:pt x="88453" y="466002"/>
                  </a:lnTo>
                  <a:lnTo>
                    <a:pt x="88173" y="466074"/>
                  </a:lnTo>
                  <a:lnTo>
                    <a:pt x="88103" y="466385"/>
                  </a:lnTo>
                  <a:lnTo>
                    <a:pt x="87812" y="466252"/>
                  </a:lnTo>
                  <a:lnTo>
                    <a:pt x="87616" y="466252"/>
                  </a:lnTo>
                  <a:lnTo>
                    <a:pt x="86742" y="466449"/>
                  </a:lnTo>
                  <a:lnTo>
                    <a:pt x="86159" y="466648"/>
                  </a:lnTo>
                  <a:lnTo>
                    <a:pt x="86125" y="467098"/>
                  </a:lnTo>
                  <a:lnTo>
                    <a:pt x="86019" y="467376"/>
                  </a:lnTo>
                  <a:lnTo>
                    <a:pt x="85696" y="467824"/>
                  </a:lnTo>
                  <a:lnTo>
                    <a:pt x="85618" y="467989"/>
                  </a:lnTo>
                  <a:lnTo>
                    <a:pt x="85308" y="468251"/>
                  </a:lnTo>
                  <a:lnTo>
                    <a:pt x="85193" y="468526"/>
                  </a:lnTo>
                  <a:lnTo>
                    <a:pt x="84950" y="468855"/>
                  </a:lnTo>
                  <a:lnTo>
                    <a:pt x="84955" y="469060"/>
                  </a:lnTo>
                  <a:lnTo>
                    <a:pt x="84958" y="469209"/>
                  </a:lnTo>
                  <a:lnTo>
                    <a:pt x="84909" y="469390"/>
                  </a:lnTo>
                  <a:lnTo>
                    <a:pt x="84750" y="469809"/>
                  </a:lnTo>
                  <a:lnTo>
                    <a:pt x="84562" y="469884"/>
                  </a:lnTo>
                  <a:lnTo>
                    <a:pt x="84131" y="470057"/>
                  </a:lnTo>
                  <a:lnTo>
                    <a:pt x="83665" y="470225"/>
                  </a:lnTo>
                  <a:lnTo>
                    <a:pt x="83652" y="470438"/>
                  </a:lnTo>
                  <a:lnTo>
                    <a:pt x="83332" y="470623"/>
                  </a:lnTo>
                  <a:lnTo>
                    <a:pt x="83222" y="471050"/>
                  </a:lnTo>
                  <a:lnTo>
                    <a:pt x="82904" y="471320"/>
                  </a:lnTo>
                  <a:lnTo>
                    <a:pt x="82515" y="471413"/>
                  </a:lnTo>
                  <a:lnTo>
                    <a:pt x="82376" y="471478"/>
                  </a:lnTo>
                  <a:lnTo>
                    <a:pt x="82222" y="471675"/>
                  </a:lnTo>
                  <a:lnTo>
                    <a:pt x="82317" y="471894"/>
                  </a:lnTo>
                  <a:lnTo>
                    <a:pt x="82265" y="472135"/>
                  </a:lnTo>
                  <a:lnTo>
                    <a:pt x="81919" y="472713"/>
                  </a:lnTo>
                  <a:lnTo>
                    <a:pt x="81703" y="472907"/>
                  </a:lnTo>
                  <a:lnTo>
                    <a:pt x="80751" y="473332"/>
                  </a:lnTo>
                  <a:lnTo>
                    <a:pt x="80527" y="473832"/>
                  </a:lnTo>
                  <a:lnTo>
                    <a:pt x="80500" y="474064"/>
                  </a:lnTo>
                  <a:lnTo>
                    <a:pt x="80314" y="474162"/>
                  </a:lnTo>
                  <a:lnTo>
                    <a:pt x="80267" y="474405"/>
                  </a:lnTo>
                  <a:lnTo>
                    <a:pt x="80265" y="474564"/>
                  </a:lnTo>
                  <a:lnTo>
                    <a:pt x="80243" y="474728"/>
                  </a:lnTo>
                  <a:lnTo>
                    <a:pt x="80160" y="474865"/>
                  </a:lnTo>
                  <a:lnTo>
                    <a:pt x="80078" y="475001"/>
                  </a:lnTo>
                  <a:lnTo>
                    <a:pt x="80017" y="475271"/>
                  </a:lnTo>
                  <a:lnTo>
                    <a:pt x="80042" y="475427"/>
                  </a:lnTo>
                  <a:lnTo>
                    <a:pt x="80041" y="475582"/>
                  </a:lnTo>
                  <a:lnTo>
                    <a:pt x="79912" y="476094"/>
                  </a:lnTo>
                  <a:lnTo>
                    <a:pt x="79880" y="476450"/>
                  </a:lnTo>
                  <a:lnTo>
                    <a:pt x="79831" y="476854"/>
                  </a:lnTo>
                  <a:lnTo>
                    <a:pt x="79495" y="477222"/>
                  </a:lnTo>
                  <a:lnTo>
                    <a:pt x="79201" y="477446"/>
                  </a:lnTo>
                  <a:lnTo>
                    <a:pt x="79049" y="477561"/>
                  </a:lnTo>
                  <a:lnTo>
                    <a:pt x="78873" y="477823"/>
                  </a:lnTo>
                  <a:lnTo>
                    <a:pt x="78737" y="478026"/>
                  </a:lnTo>
                  <a:lnTo>
                    <a:pt x="78396" y="478756"/>
                  </a:lnTo>
                  <a:lnTo>
                    <a:pt x="78286" y="479077"/>
                  </a:lnTo>
                  <a:lnTo>
                    <a:pt x="78013" y="479379"/>
                  </a:lnTo>
                  <a:lnTo>
                    <a:pt x="77832" y="479678"/>
                  </a:lnTo>
                  <a:lnTo>
                    <a:pt x="77845" y="479834"/>
                  </a:lnTo>
                  <a:lnTo>
                    <a:pt x="78076" y="480691"/>
                  </a:lnTo>
                  <a:lnTo>
                    <a:pt x="78324" y="481143"/>
                  </a:lnTo>
                  <a:lnTo>
                    <a:pt x="78638" y="480827"/>
                  </a:lnTo>
                  <a:lnTo>
                    <a:pt x="78880" y="481053"/>
                  </a:lnTo>
                  <a:lnTo>
                    <a:pt x="79051" y="481228"/>
                  </a:lnTo>
                  <a:lnTo>
                    <a:pt x="79190" y="481377"/>
                  </a:lnTo>
                  <a:lnTo>
                    <a:pt x="79306" y="481600"/>
                  </a:lnTo>
                  <a:lnTo>
                    <a:pt x="79300" y="481961"/>
                  </a:lnTo>
                  <a:lnTo>
                    <a:pt x="79278" y="482318"/>
                  </a:lnTo>
                  <a:lnTo>
                    <a:pt x="79018" y="482511"/>
                  </a:lnTo>
                  <a:lnTo>
                    <a:pt x="78713" y="482981"/>
                  </a:lnTo>
                  <a:lnTo>
                    <a:pt x="78522" y="483481"/>
                  </a:lnTo>
                  <a:lnTo>
                    <a:pt x="78739" y="483524"/>
                  </a:lnTo>
                  <a:lnTo>
                    <a:pt x="79193" y="483761"/>
                  </a:lnTo>
                  <a:lnTo>
                    <a:pt x="79389" y="483814"/>
                  </a:lnTo>
                  <a:lnTo>
                    <a:pt x="79882" y="484181"/>
                  </a:lnTo>
                  <a:lnTo>
                    <a:pt x="80449" y="484354"/>
                  </a:lnTo>
                  <a:lnTo>
                    <a:pt x="80386" y="484536"/>
                  </a:lnTo>
                  <a:lnTo>
                    <a:pt x="80334" y="484685"/>
                  </a:lnTo>
                  <a:lnTo>
                    <a:pt x="80293" y="485032"/>
                  </a:lnTo>
                  <a:lnTo>
                    <a:pt x="80285" y="485176"/>
                  </a:lnTo>
                  <a:lnTo>
                    <a:pt x="80316" y="485490"/>
                  </a:lnTo>
                  <a:lnTo>
                    <a:pt x="80349" y="485748"/>
                  </a:lnTo>
                  <a:lnTo>
                    <a:pt x="80543" y="485730"/>
                  </a:lnTo>
                  <a:lnTo>
                    <a:pt x="80431" y="486341"/>
                  </a:lnTo>
                  <a:lnTo>
                    <a:pt x="80762" y="486417"/>
                  </a:lnTo>
                  <a:lnTo>
                    <a:pt x="81034" y="486347"/>
                  </a:lnTo>
                  <a:lnTo>
                    <a:pt x="81263" y="486397"/>
                  </a:lnTo>
                  <a:lnTo>
                    <a:pt x="81448" y="486564"/>
                  </a:lnTo>
                  <a:lnTo>
                    <a:pt x="81497" y="486712"/>
                  </a:lnTo>
                  <a:lnTo>
                    <a:pt x="81456" y="487336"/>
                  </a:lnTo>
                  <a:lnTo>
                    <a:pt x="81353" y="487699"/>
                  </a:lnTo>
                  <a:lnTo>
                    <a:pt x="80855" y="488017"/>
                  </a:lnTo>
                  <a:lnTo>
                    <a:pt x="80842" y="488254"/>
                  </a:lnTo>
                  <a:lnTo>
                    <a:pt x="80986" y="488451"/>
                  </a:lnTo>
                  <a:lnTo>
                    <a:pt x="81295" y="488517"/>
                  </a:lnTo>
                  <a:lnTo>
                    <a:pt x="81677" y="488419"/>
                  </a:lnTo>
                  <a:lnTo>
                    <a:pt x="81840" y="488101"/>
                  </a:lnTo>
                  <a:lnTo>
                    <a:pt x="81961" y="487807"/>
                  </a:lnTo>
                  <a:lnTo>
                    <a:pt x="82180" y="487896"/>
                  </a:lnTo>
                  <a:lnTo>
                    <a:pt x="82458" y="488063"/>
                  </a:lnTo>
                  <a:lnTo>
                    <a:pt x="82687" y="487984"/>
                  </a:lnTo>
                  <a:lnTo>
                    <a:pt x="82795" y="487806"/>
                  </a:lnTo>
                  <a:lnTo>
                    <a:pt x="83026" y="487804"/>
                  </a:lnTo>
                  <a:lnTo>
                    <a:pt x="83242" y="487524"/>
                  </a:lnTo>
                  <a:lnTo>
                    <a:pt x="83403" y="487531"/>
                  </a:lnTo>
                  <a:lnTo>
                    <a:pt x="83636" y="487602"/>
                  </a:lnTo>
                  <a:lnTo>
                    <a:pt x="83699" y="488060"/>
                  </a:lnTo>
                  <a:lnTo>
                    <a:pt x="83672" y="488285"/>
                  </a:lnTo>
                  <a:lnTo>
                    <a:pt x="83755" y="488543"/>
                  </a:lnTo>
                  <a:lnTo>
                    <a:pt x="83781" y="488784"/>
                  </a:lnTo>
                  <a:lnTo>
                    <a:pt x="83539" y="489226"/>
                  </a:lnTo>
                  <a:lnTo>
                    <a:pt x="83691" y="489467"/>
                  </a:lnTo>
                  <a:lnTo>
                    <a:pt x="84204" y="489916"/>
                  </a:lnTo>
                  <a:lnTo>
                    <a:pt x="84363" y="490022"/>
                  </a:lnTo>
                  <a:lnTo>
                    <a:pt x="84788" y="490118"/>
                  </a:lnTo>
                  <a:lnTo>
                    <a:pt x="85012" y="490067"/>
                  </a:lnTo>
                  <a:lnTo>
                    <a:pt x="85159" y="490054"/>
                  </a:lnTo>
                  <a:lnTo>
                    <a:pt x="85347" y="490062"/>
                  </a:lnTo>
                  <a:lnTo>
                    <a:pt x="85490" y="490127"/>
                  </a:lnTo>
                  <a:lnTo>
                    <a:pt x="85711" y="490430"/>
                  </a:lnTo>
                  <a:lnTo>
                    <a:pt x="85729" y="490604"/>
                  </a:lnTo>
                  <a:lnTo>
                    <a:pt x="85615" y="490954"/>
                  </a:lnTo>
                  <a:lnTo>
                    <a:pt x="86061" y="491561"/>
                  </a:lnTo>
                  <a:lnTo>
                    <a:pt x="86109" y="491810"/>
                  </a:lnTo>
                  <a:lnTo>
                    <a:pt x="86078" y="492086"/>
                  </a:lnTo>
                  <a:lnTo>
                    <a:pt x="85876" y="493027"/>
                  </a:lnTo>
                  <a:lnTo>
                    <a:pt x="86172" y="493303"/>
                  </a:lnTo>
                  <a:lnTo>
                    <a:pt x="86214" y="493825"/>
                  </a:lnTo>
                  <a:lnTo>
                    <a:pt x="86040" y="493907"/>
                  </a:lnTo>
                  <a:lnTo>
                    <a:pt x="86013" y="494056"/>
                  </a:lnTo>
                  <a:lnTo>
                    <a:pt x="86194" y="494307"/>
                  </a:lnTo>
                  <a:lnTo>
                    <a:pt x="86175" y="494471"/>
                  </a:lnTo>
                  <a:lnTo>
                    <a:pt x="86167" y="494883"/>
                  </a:lnTo>
                  <a:lnTo>
                    <a:pt x="86294" y="494934"/>
                  </a:lnTo>
                  <a:lnTo>
                    <a:pt x="86200" y="495264"/>
                  </a:lnTo>
                  <a:lnTo>
                    <a:pt x="86207" y="495413"/>
                  </a:lnTo>
                  <a:lnTo>
                    <a:pt x="86443" y="495770"/>
                  </a:lnTo>
                  <a:lnTo>
                    <a:pt x="86532" y="496217"/>
                  </a:lnTo>
                  <a:lnTo>
                    <a:pt x="86090" y="496187"/>
                  </a:lnTo>
                  <a:lnTo>
                    <a:pt x="85923" y="496147"/>
                  </a:lnTo>
                  <a:lnTo>
                    <a:pt x="85734" y="496054"/>
                  </a:lnTo>
                  <a:lnTo>
                    <a:pt x="85850" y="495328"/>
                  </a:lnTo>
                  <a:lnTo>
                    <a:pt x="85574" y="495207"/>
                  </a:lnTo>
                  <a:lnTo>
                    <a:pt x="85318" y="494996"/>
                  </a:lnTo>
                  <a:lnTo>
                    <a:pt x="85016" y="494972"/>
                  </a:lnTo>
                  <a:lnTo>
                    <a:pt x="84917" y="495371"/>
                  </a:lnTo>
                  <a:lnTo>
                    <a:pt x="85095" y="495822"/>
                  </a:lnTo>
                  <a:lnTo>
                    <a:pt x="84984" y="496107"/>
                  </a:lnTo>
                  <a:lnTo>
                    <a:pt x="84782" y="496280"/>
                  </a:lnTo>
                  <a:lnTo>
                    <a:pt x="84028" y="496547"/>
                  </a:lnTo>
                  <a:lnTo>
                    <a:pt x="83477" y="496804"/>
                  </a:lnTo>
                  <a:lnTo>
                    <a:pt x="83288" y="496767"/>
                  </a:lnTo>
                  <a:lnTo>
                    <a:pt x="83036" y="496412"/>
                  </a:lnTo>
                  <a:lnTo>
                    <a:pt x="83119" y="496218"/>
                  </a:lnTo>
                  <a:lnTo>
                    <a:pt x="83118" y="495903"/>
                  </a:lnTo>
                  <a:lnTo>
                    <a:pt x="82998" y="495726"/>
                  </a:lnTo>
                  <a:lnTo>
                    <a:pt x="82906" y="495954"/>
                  </a:lnTo>
                  <a:lnTo>
                    <a:pt x="82726" y="496225"/>
                  </a:lnTo>
                  <a:lnTo>
                    <a:pt x="82817" y="496621"/>
                  </a:lnTo>
                  <a:lnTo>
                    <a:pt x="82702" y="496789"/>
                  </a:lnTo>
                  <a:lnTo>
                    <a:pt x="82513" y="497154"/>
                  </a:lnTo>
                  <a:lnTo>
                    <a:pt x="82126" y="497161"/>
                  </a:lnTo>
                  <a:lnTo>
                    <a:pt x="81908" y="497166"/>
                  </a:lnTo>
                  <a:lnTo>
                    <a:pt x="81661" y="497303"/>
                  </a:lnTo>
                  <a:lnTo>
                    <a:pt x="81562" y="497476"/>
                  </a:lnTo>
                  <a:lnTo>
                    <a:pt x="81774" y="497800"/>
                  </a:lnTo>
                  <a:lnTo>
                    <a:pt x="81590" y="497993"/>
                  </a:lnTo>
                  <a:lnTo>
                    <a:pt x="81356" y="498653"/>
                  </a:lnTo>
                  <a:lnTo>
                    <a:pt x="81137" y="498797"/>
                  </a:lnTo>
                  <a:lnTo>
                    <a:pt x="80211" y="499096"/>
                  </a:lnTo>
                  <a:lnTo>
                    <a:pt x="80034" y="498956"/>
                  </a:lnTo>
                  <a:lnTo>
                    <a:pt x="79771" y="499226"/>
                  </a:lnTo>
                  <a:lnTo>
                    <a:pt x="79431" y="499259"/>
                  </a:lnTo>
                  <a:lnTo>
                    <a:pt x="79074" y="499180"/>
                  </a:lnTo>
                  <a:lnTo>
                    <a:pt x="78583" y="498596"/>
                  </a:lnTo>
                  <a:lnTo>
                    <a:pt x="78419" y="498521"/>
                  </a:lnTo>
                  <a:lnTo>
                    <a:pt x="78406" y="498297"/>
                  </a:lnTo>
                  <a:lnTo>
                    <a:pt x="78563" y="498020"/>
                  </a:lnTo>
                  <a:lnTo>
                    <a:pt x="78680" y="497648"/>
                  </a:lnTo>
                  <a:lnTo>
                    <a:pt x="78724" y="497421"/>
                  </a:lnTo>
                  <a:lnTo>
                    <a:pt x="78645" y="497000"/>
                  </a:lnTo>
                  <a:lnTo>
                    <a:pt x="78258" y="496917"/>
                  </a:lnTo>
                  <a:lnTo>
                    <a:pt x="78095" y="497000"/>
                  </a:lnTo>
                  <a:lnTo>
                    <a:pt x="77915" y="496968"/>
                  </a:lnTo>
                  <a:lnTo>
                    <a:pt x="77765" y="496919"/>
                  </a:lnTo>
                  <a:lnTo>
                    <a:pt x="77427" y="496655"/>
                  </a:lnTo>
                  <a:lnTo>
                    <a:pt x="77399" y="496466"/>
                  </a:lnTo>
                  <a:lnTo>
                    <a:pt x="77345" y="496235"/>
                  </a:lnTo>
                  <a:lnTo>
                    <a:pt x="77161" y="496004"/>
                  </a:lnTo>
                  <a:lnTo>
                    <a:pt x="77017" y="495972"/>
                  </a:lnTo>
                  <a:lnTo>
                    <a:pt x="76915" y="495664"/>
                  </a:lnTo>
                  <a:lnTo>
                    <a:pt x="76938" y="495328"/>
                  </a:lnTo>
                  <a:lnTo>
                    <a:pt x="76960" y="495024"/>
                  </a:lnTo>
                  <a:lnTo>
                    <a:pt x="76704" y="494658"/>
                  </a:lnTo>
                  <a:lnTo>
                    <a:pt x="76466" y="494605"/>
                  </a:lnTo>
                  <a:lnTo>
                    <a:pt x="76331" y="494190"/>
                  </a:lnTo>
                  <a:lnTo>
                    <a:pt x="75929" y="493857"/>
                  </a:lnTo>
                  <a:lnTo>
                    <a:pt x="75205" y="493863"/>
                  </a:lnTo>
                  <a:lnTo>
                    <a:pt x="75063" y="493730"/>
                  </a:lnTo>
                  <a:lnTo>
                    <a:pt x="74844" y="493547"/>
                  </a:lnTo>
                  <a:lnTo>
                    <a:pt x="74422" y="493513"/>
                  </a:lnTo>
                  <a:lnTo>
                    <a:pt x="74352" y="493099"/>
                  </a:lnTo>
                  <a:lnTo>
                    <a:pt x="74202" y="493419"/>
                  </a:lnTo>
                  <a:lnTo>
                    <a:pt x="74040" y="493709"/>
                  </a:lnTo>
                  <a:lnTo>
                    <a:pt x="73793" y="493926"/>
                  </a:lnTo>
                  <a:lnTo>
                    <a:pt x="73607" y="494068"/>
                  </a:lnTo>
                  <a:lnTo>
                    <a:pt x="73478" y="494103"/>
                  </a:lnTo>
                  <a:lnTo>
                    <a:pt x="73034" y="494209"/>
                  </a:lnTo>
                  <a:lnTo>
                    <a:pt x="72832" y="493994"/>
                  </a:lnTo>
                  <a:lnTo>
                    <a:pt x="72690" y="493874"/>
                  </a:lnTo>
                  <a:lnTo>
                    <a:pt x="72444" y="493827"/>
                  </a:lnTo>
                  <a:lnTo>
                    <a:pt x="72312" y="493698"/>
                  </a:lnTo>
                  <a:lnTo>
                    <a:pt x="72276" y="493351"/>
                  </a:lnTo>
                  <a:lnTo>
                    <a:pt x="72096" y="493202"/>
                  </a:lnTo>
                  <a:lnTo>
                    <a:pt x="71836" y="493315"/>
                  </a:lnTo>
                  <a:lnTo>
                    <a:pt x="71274" y="493209"/>
                  </a:lnTo>
                  <a:lnTo>
                    <a:pt x="71028" y="493392"/>
                  </a:lnTo>
                  <a:lnTo>
                    <a:pt x="70844" y="493449"/>
                  </a:lnTo>
                  <a:lnTo>
                    <a:pt x="70651" y="493463"/>
                  </a:lnTo>
                  <a:lnTo>
                    <a:pt x="70470" y="493705"/>
                  </a:lnTo>
                  <a:lnTo>
                    <a:pt x="70067" y="493999"/>
                  </a:lnTo>
                  <a:lnTo>
                    <a:pt x="70099" y="494719"/>
                  </a:lnTo>
                  <a:lnTo>
                    <a:pt x="70171" y="494993"/>
                  </a:lnTo>
                  <a:lnTo>
                    <a:pt x="69886" y="495094"/>
                  </a:lnTo>
                  <a:lnTo>
                    <a:pt x="69737" y="495059"/>
                  </a:lnTo>
                  <a:lnTo>
                    <a:pt x="69399" y="494958"/>
                  </a:lnTo>
                  <a:lnTo>
                    <a:pt x="68773" y="494723"/>
                  </a:lnTo>
                  <a:lnTo>
                    <a:pt x="68269" y="494720"/>
                  </a:lnTo>
                  <a:lnTo>
                    <a:pt x="68181" y="495052"/>
                  </a:lnTo>
                  <a:lnTo>
                    <a:pt x="68240" y="495346"/>
                  </a:lnTo>
                  <a:lnTo>
                    <a:pt x="67941" y="495664"/>
                  </a:lnTo>
                  <a:lnTo>
                    <a:pt x="67729" y="495555"/>
                  </a:lnTo>
                  <a:lnTo>
                    <a:pt x="67650" y="495833"/>
                  </a:lnTo>
                  <a:lnTo>
                    <a:pt x="67929" y="496373"/>
                  </a:lnTo>
                  <a:lnTo>
                    <a:pt x="67893" y="496519"/>
                  </a:lnTo>
                  <a:lnTo>
                    <a:pt x="67644" y="496953"/>
                  </a:lnTo>
                  <a:lnTo>
                    <a:pt x="67563" y="497084"/>
                  </a:lnTo>
                  <a:lnTo>
                    <a:pt x="67584" y="497295"/>
                  </a:lnTo>
                  <a:lnTo>
                    <a:pt x="67878" y="497524"/>
                  </a:lnTo>
                  <a:lnTo>
                    <a:pt x="67744" y="497941"/>
                  </a:lnTo>
                  <a:lnTo>
                    <a:pt x="67459" y="498384"/>
                  </a:lnTo>
                  <a:lnTo>
                    <a:pt x="67194" y="498653"/>
                  </a:lnTo>
                  <a:lnTo>
                    <a:pt x="67030" y="498575"/>
                  </a:lnTo>
                  <a:lnTo>
                    <a:pt x="66158" y="499750"/>
                  </a:lnTo>
                  <a:lnTo>
                    <a:pt x="66103" y="499955"/>
                  </a:lnTo>
                  <a:lnTo>
                    <a:pt x="65807" y="500182"/>
                  </a:lnTo>
                  <a:lnTo>
                    <a:pt x="65515" y="500329"/>
                  </a:lnTo>
                  <a:lnTo>
                    <a:pt x="65032" y="500293"/>
                  </a:lnTo>
                  <a:lnTo>
                    <a:pt x="64342" y="499990"/>
                  </a:lnTo>
                  <a:lnTo>
                    <a:pt x="63791" y="500118"/>
                  </a:lnTo>
                  <a:lnTo>
                    <a:pt x="63511" y="500259"/>
                  </a:lnTo>
                  <a:lnTo>
                    <a:pt x="63351" y="500339"/>
                  </a:lnTo>
                  <a:lnTo>
                    <a:pt x="62892" y="500552"/>
                  </a:lnTo>
                  <a:lnTo>
                    <a:pt x="62738" y="500510"/>
                  </a:lnTo>
                  <a:lnTo>
                    <a:pt x="62233" y="501045"/>
                  </a:lnTo>
                  <a:lnTo>
                    <a:pt x="62208" y="500774"/>
                  </a:lnTo>
                  <a:lnTo>
                    <a:pt x="62201" y="500479"/>
                  </a:lnTo>
                  <a:lnTo>
                    <a:pt x="62022" y="500430"/>
                  </a:lnTo>
                  <a:lnTo>
                    <a:pt x="62409" y="499932"/>
                  </a:lnTo>
                  <a:lnTo>
                    <a:pt x="62426" y="499788"/>
                  </a:lnTo>
                  <a:lnTo>
                    <a:pt x="62560" y="499019"/>
                  </a:lnTo>
                  <a:lnTo>
                    <a:pt x="62717" y="498730"/>
                  </a:lnTo>
                  <a:lnTo>
                    <a:pt x="62661" y="498509"/>
                  </a:lnTo>
                  <a:lnTo>
                    <a:pt x="62461" y="498377"/>
                  </a:lnTo>
                  <a:lnTo>
                    <a:pt x="62056" y="498172"/>
                  </a:lnTo>
                  <a:lnTo>
                    <a:pt x="61910" y="497897"/>
                  </a:lnTo>
                  <a:lnTo>
                    <a:pt x="61769" y="497723"/>
                  </a:lnTo>
                  <a:lnTo>
                    <a:pt x="61781" y="497584"/>
                  </a:lnTo>
                  <a:lnTo>
                    <a:pt x="61892" y="497198"/>
                  </a:lnTo>
                  <a:lnTo>
                    <a:pt x="61960" y="496888"/>
                  </a:lnTo>
                  <a:lnTo>
                    <a:pt x="62011" y="496593"/>
                  </a:lnTo>
                  <a:lnTo>
                    <a:pt x="61799" y="496629"/>
                  </a:lnTo>
                  <a:lnTo>
                    <a:pt x="61356" y="496631"/>
                  </a:lnTo>
                  <a:lnTo>
                    <a:pt x="61202" y="496613"/>
                  </a:lnTo>
                  <a:lnTo>
                    <a:pt x="61139" y="496437"/>
                  </a:lnTo>
                  <a:lnTo>
                    <a:pt x="60586" y="496446"/>
                  </a:lnTo>
                  <a:lnTo>
                    <a:pt x="60485" y="496317"/>
                  </a:lnTo>
                  <a:lnTo>
                    <a:pt x="60000" y="496404"/>
                  </a:lnTo>
                  <a:lnTo>
                    <a:pt x="59867" y="496437"/>
                  </a:lnTo>
                  <a:lnTo>
                    <a:pt x="59678" y="496504"/>
                  </a:lnTo>
                  <a:lnTo>
                    <a:pt x="59724" y="496819"/>
                  </a:lnTo>
                  <a:lnTo>
                    <a:pt x="59662" y="497210"/>
                  </a:lnTo>
                  <a:lnTo>
                    <a:pt x="59345" y="497212"/>
                  </a:lnTo>
                  <a:lnTo>
                    <a:pt x="59182" y="497083"/>
                  </a:lnTo>
                  <a:lnTo>
                    <a:pt x="58980" y="497042"/>
                  </a:lnTo>
                  <a:lnTo>
                    <a:pt x="58744" y="497058"/>
                  </a:lnTo>
                  <a:lnTo>
                    <a:pt x="58552" y="497087"/>
                  </a:lnTo>
                  <a:lnTo>
                    <a:pt x="58515" y="497245"/>
                  </a:lnTo>
                  <a:lnTo>
                    <a:pt x="58278" y="497409"/>
                  </a:lnTo>
                  <a:lnTo>
                    <a:pt x="58045" y="497317"/>
                  </a:lnTo>
                  <a:lnTo>
                    <a:pt x="57790" y="497234"/>
                  </a:lnTo>
                  <a:lnTo>
                    <a:pt x="57633" y="497211"/>
                  </a:lnTo>
                  <a:lnTo>
                    <a:pt x="57255" y="497042"/>
                  </a:lnTo>
                  <a:lnTo>
                    <a:pt x="56678" y="496961"/>
                  </a:lnTo>
                  <a:lnTo>
                    <a:pt x="56450" y="496941"/>
                  </a:lnTo>
                  <a:lnTo>
                    <a:pt x="56287" y="496953"/>
                  </a:lnTo>
                  <a:lnTo>
                    <a:pt x="56259" y="497201"/>
                  </a:lnTo>
                  <a:lnTo>
                    <a:pt x="56028" y="497177"/>
                  </a:lnTo>
                  <a:lnTo>
                    <a:pt x="55989" y="497375"/>
                  </a:lnTo>
                  <a:lnTo>
                    <a:pt x="55695" y="497206"/>
                  </a:lnTo>
                  <a:lnTo>
                    <a:pt x="55725" y="497027"/>
                  </a:lnTo>
                  <a:lnTo>
                    <a:pt x="55618" y="496871"/>
                  </a:lnTo>
                  <a:lnTo>
                    <a:pt x="55330" y="496726"/>
                  </a:lnTo>
                  <a:lnTo>
                    <a:pt x="55131" y="496686"/>
                  </a:lnTo>
                  <a:lnTo>
                    <a:pt x="55131" y="496303"/>
                  </a:lnTo>
                  <a:lnTo>
                    <a:pt x="54726" y="495918"/>
                  </a:lnTo>
                  <a:lnTo>
                    <a:pt x="54221" y="496196"/>
                  </a:lnTo>
                  <a:lnTo>
                    <a:pt x="53963" y="496447"/>
                  </a:lnTo>
                  <a:lnTo>
                    <a:pt x="53817" y="496588"/>
                  </a:lnTo>
                  <a:lnTo>
                    <a:pt x="53430" y="496358"/>
                  </a:lnTo>
                  <a:lnTo>
                    <a:pt x="53150" y="496326"/>
                  </a:lnTo>
                  <a:lnTo>
                    <a:pt x="53001" y="496311"/>
                  </a:lnTo>
                  <a:lnTo>
                    <a:pt x="52554" y="496697"/>
                  </a:lnTo>
                  <a:lnTo>
                    <a:pt x="52394" y="496684"/>
                  </a:lnTo>
                  <a:lnTo>
                    <a:pt x="51971" y="496653"/>
                  </a:lnTo>
                  <a:lnTo>
                    <a:pt x="51370" y="496618"/>
                  </a:lnTo>
                  <a:lnTo>
                    <a:pt x="50949" y="496680"/>
                  </a:lnTo>
                  <a:lnTo>
                    <a:pt x="50683" y="496733"/>
                  </a:lnTo>
                  <a:lnTo>
                    <a:pt x="50394" y="496753"/>
                  </a:lnTo>
                  <a:lnTo>
                    <a:pt x="50253" y="496826"/>
                  </a:lnTo>
                  <a:lnTo>
                    <a:pt x="50253" y="497030"/>
                  </a:lnTo>
                  <a:lnTo>
                    <a:pt x="50205" y="497179"/>
                  </a:lnTo>
                  <a:lnTo>
                    <a:pt x="49843" y="497421"/>
                  </a:lnTo>
                  <a:lnTo>
                    <a:pt x="49648" y="497438"/>
                  </a:lnTo>
                  <a:lnTo>
                    <a:pt x="49506" y="497266"/>
                  </a:lnTo>
                  <a:lnTo>
                    <a:pt x="49301" y="497188"/>
                  </a:lnTo>
                  <a:lnTo>
                    <a:pt x="48865" y="497512"/>
                  </a:lnTo>
                  <a:lnTo>
                    <a:pt x="48650" y="497472"/>
                  </a:lnTo>
                  <a:lnTo>
                    <a:pt x="48157" y="497730"/>
                  </a:lnTo>
                  <a:lnTo>
                    <a:pt x="47900" y="497730"/>
                  </a:lnTo>
                  <a:lnTo>
                    <a:pt x="47964" y="497366"/>
                  </a:lnTo>
                  <a:lnTo>
                    <a:pt x="48106" y="496569"/>
                  </a:lnTo>
                  <a:lnTo>
                    <a:pt x="47938" y="496522"/>
                  </a:lnTo>
                  <a:lnTo>
                    <a:pt x="47766" y="496474"/>
                  </a:lnTo>
                  <a:lnTo>
                    <a:pt x="47617" y="496455"/>
                  </a:lnTo>
                  <a:lnTo>
                    <a:pt x="47456" y="496165"/>
                  </a:lnTo>
                  <a:lnTo>
                    <a:pt x="47300" y="496018"/>
                  </a:lnTo>
                  <a:lnTo>
                    <a:pt x="47173" y="496003"/>
                  </a:lnTo>
                  <a:lnTo>
                    <a:pt x="46820" y="496089"/>
                  </a:lnTo>
                  <a:lnTo>
                    <a:pt x="46215" y="495550"/>
                  </a:lnTo>
                  <a:lnTo>
                    <a:pt x="45943" y="495549"/>
                  </a:lnTo>
                  <a:lnTo>
                    <a:pt x="45733" y="495541"/>
                  </a:lnTo>
                  <a:lnTo>
                    <a:pt x="45798" y="495082"/>
                  </a:lnTo>
                  <a:lnTo>
                    <a:pt x="45531" y="495002"/>
                  </a:lnTo>
                  <a:lnTo>
                    <a:pt x="45056" y="495323"/>
                  </a:lnTo>
                  <a:lnTo>
                    <a:pt x="44966" y="495180"/>
                  </a:lnTo>
                  <a:lnTo>
                    <a:pt x="44926" y="494976"/>
                  </a:lnTo>
                  <a:lnTo>
                    <a:pt x="44483" y="494840"/>
                  </a:lnTo>
                  <a:lnTo>
                    <a:pt x="44094" y="494773"/>
                  </a:lnTo>
                  <a:lnTo>
                    <a:pt x="43919" y="494769"/>
                  </a:lnTo>
                  <a:lnTo>
                    <a:pt x="43224" y="494494"/>
                  </a:lnTo>
                  <a:lnTo>
                    <a:pt x="43100" y="494301"/>
                  </a:lnTo>
                  <a:lnTo>
                    <a:pt x="43118" y="494141"/>
                  </a:lnTo>
                  <a:lnTo>
                    <a:pt x="42832" y="494104"/>
                  </a:lnTo>
                  <a:lnTo>
                    <a:pt x="42722" y="493739"/>
                  </a:lnTo>
                  <a:lnTo>
                    <a:pt x="42578" y="493373"/>
                  </a:lnTo>
                  <a:lnTo>
                    <a:pt x="42380" y="493367"/>
                  </a:lnTo>
                  <a:lnTo>
                    <a:pt x="42126" y="493381"/>
                  </a:lnTo>
                  <a:lnTo>
                    <a:pt x="41871" y="493478"/>
                  </a:lnTo>
                  <a:lnTo>
                    <a:pt x="41757" y="493638"/>
                  </a:lnTo>
                  <a:lnTo>
                    <a:pt x="41325" y="493735"/>
                  </a:lnTo>
                  <a:lnTo>
                    <a:pt x="41191" y="493600"/>
                  </a:lnTo>
                  <a:lnTo>
                    <a:pt x="41202" y="493440"/>
                  </a:lnTo>
                  <a:lnTo>
                    <a:pt x="40586" y="493398"/>
                  </a:lnTo>
                  <a:lnTo>
                    <a:pt x="40636" y="493063"/>
                  </a:lnTo>
                  <a:lnTo>
                    <a:pt x="40668" y="492801"/>
                  </a:lnTo>
                  <a:lnTo>
                    <a:pt x="40674" y="492607"/>
                  </a:lnTo>
                  <a:lnTo>
                    <a:pt x="40428" y="492316"/>
                  </a:lnTo>
                  <a:lnTo>
                    <a:pt x="40059" y="492384"/>
                  </a:lnTo>
                  <a:lnTo>
                    <a:pt x="39936" y="492706"/>
                  </a:lnTo>
                  <a:lnTo>
                    <a:pt x="39454" y="492676"/>
                  </a:lnTo>
                  <a:lnTo>
                    <a:pt x="39310" y="492537"/>
                  </a:lnTo>
                  <a:lnTo>
                    <a:pt x="39077" y="492533"/>
                  </a:lnTo>
                  <a:lnTo>
                    <a:pt x="38717" y="492484"/>
                  </a:lnTo>
                  <a:lnTo>
                    <a:pt x="38727" y="492303"/>
                  </a:lnTo>
                  <a:lnTo>
                    <a:pt x="38527" y="492401"/>
                  </a:lnTo>
                  <a:lnTo>
                    <a:pt x="38229" y="492242"/>
                  </a:lnTo>
                  <a:lnTo>
                    <a:pt x="38241" y="492081"/>
                  </a:lnTo>
                  <a:lnTo>
                    <a:pt x="38218" y="491914"/>
                  </a:lnTo>
                  <a:lnTo>
                    <a:pt x="37822" y="491515"/>
                  </a:lnTo>
                  <a:lnTo>
                    <a:pt x="37826" y="491335"/>
                  </a:lnTo>
                  <a:lnTo>
                    <a:pt x="37747" y="491156"/>
                  </a:lnTo>
                  <a:lnTo>
                    <a:pt x="37762" y="491014"/>
                  </a:lnTo>
                  <a:lnTo>
                    <a:pt x="37328" y="490982"/>
                  </a:lnTo>
                  <a:lnTo>
                    <a:pt x="37083" y="491007"/>
                  </a:lnTo>
                  <a:lnTo>
                    <a:pt x="37059" y="491238"/>
                  </a:lnTo>
                  <a:lnTo>
                    <a:pt x="37046" y="491382"/>
                  </a:lnTo>
                  <a:lnTo>
                    <a:pt x="36760" y="491263"/>
                  </a:lnTo>
                  <a:lnTo>
                    <a:pt x="36141" y="491461"/>
                  </a:lnTo>
                  <a:lnTo>
                    <a:pt x="35794" y="491489"/>
                  </a:lnTo>
                  <a:lnTo>
                    <a:pt x="35450" y="491327"/>
                  </a:lnTo>
                  <a:lnTo>
                    <a:pt x="34922" y="491058"/>
                  </a:lnTo>
                  <a:lnTo>
                    <a:pt x="34776" y="490991"/>
                  </a:lnTo>
                  <a:lnTo>
                    <a:pt x="34606" y="490912"/>
                  </a:lnTo>
                  <a:lnTo>
                    <a:pt x="34393" y="490812"/>
                  </a:lnTo>
                  <a:lnTo>
                    <a:pt x="34226" y="490726"/>
                  </a:lnTo>
                  <a:lnTo>
                    <a:pt x="34067" y="490765"/>
                  </a:lnTo>
                  <a:lnTo>
                    <a:pt x="33561" y="491084"/>
                  </a:lnTo>
                  <a:lnTo>
                    <a:pt x="33375" y="491227"/>
                  </a:lnTo>
                  <a:lnTo>
                    <a:pt x="33039" y="491082"/>
                  </a:lnTo>
                  <a:lnTo>
                    <a:pt x="32510" y="490269"/>
                  </a:lnTo>
                  <a:lnTo>
                    <a:pt x="32009" y="490213"/>
                  </a:lnTo>
                  <a:lnTo>
                    <a:pt x="31937" y="490408"/>
                  </a:lnTo>
                  <a:lnTo>
                    <a:pt x="31775" y="491312"/>
                  </a:lnTo>
                  <a:lnTo>
                    <a:pt x="31266" y="491408"/>
                  </a:lnTo>
                  <a:lnTo>
                    <a:pt x="31065" y="491415"/>
                  </a:lnTo>
                  <a:lnTo>
                    <a:pt x="30798" y="491550"/>
                  </a:lnTo>
                  <a:lnTo>
                    <a:pt x="30638" y="491660"/>
                  </a:lnTo>
                  <a:lnTo>
                    <a:pt x="30411" y="491338"/>
                  </a:lnTo>
                  <a:lnTo>
                    <a:pt x="30417" y="491081"/>
                  </a:lnTo>
                  <a:lnTo>
                    <a:pt x="30418" y="490480"/>
                  </a:lnTo>
                  <a:lnTo>
                    <a:pt x="30040" y="490380"/>
                  </a:lnTo>
                  <a:lnTo>
                    <a:pt x="29887" y="490468"/>
                  </a:lnTo>
                  <a:lnTo>
                    <a:pt x="29602" y="490329"/>
                  </a:lnTo>
                  <a:lnTo>
                    <a:pt x="29206" y="490084"/>
                  </a:lnTo>
                  <a:lnTo>
                    <a:pt x="29072" y="489976"/>
                  </a:lnTo>
                  <a:lnTo>
                    <a:pt x="28877" y="489870"/>
                  </a:lnTo>
                  <a:lnTo>
                    <a:pt x="28482" y="489850"/>
                  </a:lnTo>
                  <a:lnTo>
                    <a:pt x="28489" y="490091"/>
                  </a:lnTo>
                  <a:lnTo>
                    <a:pt x="27741" y="490157"/>
                  </a:lnTo>
                  <a:lnTo>
                    <a:pt x="27379" y="490089"/>
                  </a:lnTo>
                  <a:lnTo>
                    <a:pt x="27149" y="490045"/>
                  </a:lnTo>
                  <a:lnTo>
                    <a:pt x="26852" y="490170"/>
                  </a:lnTo>
                  <a:lnTo>
                    <a:pt x="26393" y="490245"/>
                  </a:lnTo>
                  <a:lnTo>
                    <a:pt x="25574" y="489958"/>
                  </a:lnTo>
                  <a:lnTo>
                    <a:pt x="25525" y="489759"/>
                  </a:lnTo>
                  <a:lnTo>
                    <a:pt x="25463" y="489555"/>
                  </a:lnTo>
                  <a:lnTo>
                    <a:pt x="25323" y="489394"/>
                  </a:lnTo>
                  <a:lnTo>
                    <a:pt x="24848" y="489038"/>
                  </a:lnTo>
                  <a:lnTo>
                    <a:pt x="24665" y="488647"/>
                  </a:lnTo>
                  <a:lnTo>
                    <a:pt x="24922" y="488601"/>
                  </a:lnTo>
                  <a:lnTo>
                    <a:pt x="25150" y="488307"/>
                  </a:lnTo>
                  <a:lnTo>
                    <a:pt x="25282" y="488239"/>
                  </a:lnTo>
                  <a:lnTo>
                    <a:pt x="25499" y="488208"/>
                  </a:lnTo>
                  <a:lnTo>
                    <a:pt x="25541" y="487896"/>
                  </a:lnTo>
                  <a:lnTo>
                    <a:pt x="25388" y="487426"/>
                  </a:lnTo>
                  <a:lnTo>
                    <a:pt x="25239" y="487401"/>
                  </a:lnTo>
                  <a:lnTo>
                    <a:pt x="24804" y="487541"/>
                  </a:lnTo>
                  <a:lnTo>
                    <a:pt x="24146" y="487678"/>
                  </a:lnTo>
                  <a:lnTo>
                    <a:pt x="24296" y="487184"/>
                  </a:lnTo>
                  <a:lnTo>
                    <a:pt x="24379" y="487052"/>
                  </a:lnTo>
                  <a:lnTo>
                    <a:pt x="24199" y="486267"/>
                  </a:lnTo>
                  <a:lnTo>
                    <a:pt x="23855" y="486219"/>
                  </a:lnTo>
                  <a:lnTo>
                    <a:pt x="23644" y="486429"/>
                  </a:lnTo>
                  <a:lnTo>
                    <a:pt x="23590" y="486722"/>
                  </a:lnTo>
                  <a:lnTo>
                    <a:pt x="23280" y="486744"/>
                  </a:lnTo>
                  <a:lnTo>
                    <a:pt x="23073" y="486503"/>
                  </a:lnTo>
                  <a:lnTo>
                    <a:pt x="22938" y="486349"/>
                  </a:lnTo>
                  <a:lnTo>
                    <a:pt x="22087" y="486016"/>
                  </a:lnTo>
                  <a:lnTo>
                    <a:pt x="22034" y="486235"/>
                  </a:lnTo>
                  <a:lnTo>
                    <a:pt x="22048" y="486365"/>
                  </a:lnTo>
                  <a:lnTo>
                    <a:pt x="22165" y="486718"/>
                  </a:lnTo>
                  <a:lnTo>
                    <a:pt x="22451" y="486705"/>
                  </a:lnTo>
                  <a:lnTo>
                    <a:pt x="22781" y="486780"/>
                  </a:lnTo>
                  <a:lnTo>
                    <a:pt x="23132" y="487292"/>
                  </a:lnTo>
                  <a:lnTo>
                    <a:pt x="22734" y="488153"/>
                  </a:lnTo>
                  <a:lnTo>
                    <a:pt x="22271" y="488008"/>
                  </a:lnTo>
                  <a:lnTo>
                    <a:pt x="22187" y="487696"/>
                  </a:lnTo>
                  <a:lnTo>
                    <a:pt x="22139" y="487521"/>
                  </a:lnTo>
                  <a:lnTo>
                    <a:pt x="21937" y="487144"/>
                  </a:lnTo>
                  <a:lnTo>
                    <a:pt x="21339" y="486156"/>
                  </a:lnTo>
                  <a:lnTo>
                    <a:pt x="21188" y="486069"/>
                  </a:lnTo>
                  <a:lnTo>
                    <a:pt x="20742" y="486108"/>
                  </a:lnTo>
                  <a:lnTo>
                    <a:pt x="20818" y="486615"/>
                  </a:lnTo>
                  <a:lnTo>
                    <a:pt x="21152" y="486690"/>
                  </a:lnTo>
                  <a:lnTo>
                    <a:pt x="21210" y="486890"/>
                  </a:lnTo>
                  <a:lnTo>
                    <a:pt x="21061" y="487126"/>
                  </a:lnTo>
                  <a:lnTo>
                    <a:pt x="20768" y="487047"/>
                  </a:lnTo>
                  <a:lnTo>
                    <a:pt x="20554" y="486992"/>
                  </a:lnTo>
                  <a:lnTo>
                    <a:pt x="20402" y="487014"/>
                  </a:lnTo>
                  <a:lnTo>
                    <a:pt x="20213" y="487166"/>
                  </a:lnTo>
                  <a:lnTo>
                    <a:pt x="20261" y="487422"/>
                  </a:lnTo>
                  <a:lnTo>
                    <a:pt x="20238" y="487706"/>
                  </a:lnTo>
                  <a:lnTo>
                    <a:pt x="20118" y="487888"/>
                  </a:lnTo>
                  <a:lnTo>
                    <a:pt x="19435" y="488143"/>
                  </a:lnTo>
                  <a:lnTo>
                    <a:pt x="19124" y="488069"/>
                  </a:lnTo>
                  <a:lnTo>
                    <a:pt x="19103" y="487796"/>
                  </a:lnTo>
                  <a:lnTo>
                    <a:pt x="18401" y="486617"/>
                  </a:lnTo>
                  <a:lnTo>
                    <a:pt x="18308" y="486487"/>
                  </a:lnTo>
                  <a:lnTo>
                    <a:pt x="18232" y="486341"/>
                  </a:lnTo>
                  <a:lnTo>
                    <a:pt x="17986" y="486242"/>
                  </a:lnTo>
                  <a:lnTo>
                    <a:pt x="17341" y="486329"/>
                  </a:lnTo>
                  <a:lnTo>
                    <a:pt x="17133" y="486336"/>
                  </a:lnTo>
                  <a:lnTo>
                    <a:pt x="16971" y="486371"/>
                  </a:lnTo>
                  <a:lnTo>
                    <a:pt x="16686" y="486451"/>
                  </a:lnTo>
                  <a:lnTo>
                    <a:pt x="16575" y="486649"/>
                  </a:lnTo>
                  <a:lnTo>
                    <a:pt x="16658" y="487081"/>
                  </a:lnTo>
                  <a:lnTo>
                    <a:pt x="17020" y="487240"/>
                  </a:lnTo>
                  <a:lnTo>
                    <a:pt x="17033" y="487409"/>
                  </a:lnTo>
                  <a:lnTo>
                    <a:pt x="16614" y="487302"/>
                  </a:lnTo>
                  <a:lnTo>
                    <a:pt x="16291" y="487231"/>
                  </a:lnTo>
                  <a:lnTo>
                    <a:pt x="15939" y="487203"/>
                  </a:lnTo>
                  <a:lnTo>
                    <a:pt x="15544" y="487283"/>
                  </a:lnTo>
                  <a:lnTo>
                    <a:pt x="15371" y="487366"/>
                  </a:lnTo>
                  <a:lnTo>
                    <a:pt x="15013" y="487280"/>
                  </a:lnTo>
                  <a:lnTo>
                    <a:pt x="14693" y="486997"/>
                  </a:lnTo>
                  <a:lnTo>
                    <a:pt x="14444" y="486716"/>
                  </a:lnTo>
                  <a:lnTo>
                    <a:pt x="14304" y="486545"/>
                  </a:lnTo>
                  <a:lnTo>
                    <a:pt x="13922" y="486453"/>
                  </a:lnTo>
                  <a:lnTo>
                    <a:pt x="13472" y="486425"/>
                  </a:lnTo>
                  <a:lnTo>
                    <a:pt x="12907" y="486155"/>
                  </a:lnTo>
                  <a:lnTo>
                    <a:pt x="12729" y="485992"/>
                  </a:lnTo>
                  <a:lnTo>
                    <a:pt x="12327" y="485640"/>
                  </a:lnTo>
                  <a:lnTo>
                    <a:pt x="12175" y="485671"/>
                  </a:lnTo>
                  <a:lnTo>
                    <a:pt x="12016" y="485559"/>
                  </a:lnTo>
                  <a:lnTo>
                    <a:pt x="11990" y="485269"/>
                  </a:lnTo>
                  <a:lnTo>
                    <a:pt x="11502" y="484963"/>
                  </a:lnTo>
                  <a:lnTo>
                    <a:pt x="11194" y="484360"/>
                  </a:lnTo>
                  <a:lnTo>
                    <a:pt x="10809" y="483497"/>
                  </a:lnTo>
                  <a:lnTo>
                    <a:pt x="10556" y="482850"/>
                  </a:lnTo>
                  <a:lnTo>
                    <a:pt x="10377" y="482791"/>
                  </a:lnTo>
                  <a:lnTo>
                    <a:pt x="10037" y="482761"/>
                  </a:lnTo>
                  <a:lnTo>
                    <a:pt x="9709" y="482869"/>
                  </a:lnTo>
                  <a:lnTo>
                    <a:pt x="9348" y="482930"/>
                  </a:lnTo>
                  <a:lnTo>
                    <a:pt x="8474" y="482565"/>
                  </a:lnTo>
                  <a:lnTo>
                    <a:pt x="8168" y="482347"/>
                  </a:lnTo>
                  <a:lnTo>
                    <a:pt x="7832" y="481902"/>
                  </a:lnTo>
                  <a:lnTo>
                    <a:pt x="7296" y="481338"/>
                  </a:lnTo>
                  <a:lnTo>
                    <a:pt x="7049" y="481147"/>
                  </a:lnTo>
                  <a:lnTo>
                    <a:pt x="6501" y="481107"/>
                  </a:lnTo>
                  <a:lnTo>
                    <a:pt x="6173" y="481200"/>
                  </a:lnTo>
                  <a:lnTo>
                    <a:pt x="5600" y="481364"/>
                  </a:lnTo>
                  <a:lnTo>
                    <a:pt x="5306" y="481199"/>
                  </a:lnTo>
                  <a:lnTo>
                    <a:pt x="5088" y="480540"/>
                  </a:lnTo>
                  <a:lnTo>
                    <a:pt x="5227" y="480016"/>
                  </a:lnTo>
                  <a:lnTo>
                    <a:pt x="5068" y="479895"/>
                  </a:lnTo>
                  <a:lnTo>
                    <a:pt x="4442" y="479580"/>
                  </a:lnTo>
                  <a:lnTo>
                    <a:pt x="4063" y="479532"/>
                  </a:lnTo>
                  <a:lnTo>
                    <a:pt x="3953" y="479255"/>
                  </a:lnTo>
                  <a:lnTo>
                    <a:pt x="4050" y="478747"/>
                  </a:lnTo>
                  <a:lnTo>
                    <a:pt x="4327" y="477669"/>
                  </a:lnTo>
                  <a:lnTo>
                    <a:pt x="4108" y="477607"/>
                  </a:lnTo>
                  <a:lnTo>
                    <a:pt x="3736" y="477524"/>
                  </a:lnTo>
                  <a:lnTo>
                    <a:pt x="3561" y="477324"/>
                  </a:lnTo>
                  <a:lnTo>
                    <a:pt x="3697" y="477115"/>
                  </a:lnTo>
                  <a:lnTo>
                    <a:pt x="4513" y="477071"/>
                  </a:lnTo>
                  <a:lnTo>
                    <a:pt x="4675" y="477075"/>
                  </a:lnTo>
                  <a:lnTo>
                    <a:pt x="4932" y="477162"/>
                  </a:lnTo>
                  <a:lnTo>
                    <a:pt x="5171" y="477203"/>
                  </a:lnTo>
                  <a:lnTo>
                    <a:pt x="5378" y="477115"/>
                  </a:lnTo>
                  <a:lnTo>
                    <a:pt x="5535" y="476802"/>
                  </a:lnTo>
                  <a:lnTo>
                    <a:pt x="5539" y="476649"/>
                  </a:lnTo>
                  <a:lnTo>
                    <a:pt x="5527" y="476486"/>
                  </a:lnTo>
                  <a:lnTo>
                    <a:pt x="5433" y="476086"/>
                  </a:lnTo>
                  <a:lnTo>
                    <a:pt x="4586" y="475493"/>
                  </a:lnTo>
                  <a:lnTo>
                    <a:pt x="3893" y="475052"/>
                  </a:lnTo>
                  <a:lnTo>
                    <a:pt x="3675" y="474967"/>
                  </a:lnTo>
                  <a:lnTo>
                    <a:pt x="3325" y="474801"/>
                  </a:lnTo>
                  <a:lnTo>
                    <a:pt x="3200" y="474629"/>
                  </a:lnTo>
                  <a:lnTo>
                    <a:pt x="3208" y="474398"/>
                  </a:lnTo>
                  <a:lnTo>
                    <a:pt x="3549" y="474005"/>
                  </a:lnTo>
                  <a:lnTo>
                    <a:pt x="3677" y="473838"/>
                  </a:lnTo>
                  <a:lnTo>
                    <a:pt x="3734" y="473661"/>
                  </a:lnTo>
                  <a:lnTo>
                    <a:pt x="3801" y="473433"/>
                  </a:lnTo>
                  <a:lnTo>
                    <a:pt x="3765" y="473201"/>
                  </a:lnTo>
                  <a:lnTo>
                    <a:pt x="3352" y="473209"/>
                  </a:lnTo>
                  <a:lnTo>
                    <a:pt x="2726" y="473205"/>
                  </a:lnTo>
                  <a:lnTo>
                    <a:pt x="965" y="472589"/>
                  </a:lnTo>
                  <a:lnTo>
                    <a:pt x="726" y="472292"/>
                  </a:lnTo>
                  <a:lnTo>
                    <a:pt x="659" y="471636"/>
                  </a:lnTo>
                  <a:lnTo>
                    <a:pt x="698" y="471422"/>
                  </a:lnTo>
                  <a:lnTo>
                    <a:pt x="770" y="471215"/>
                  </a:lnTo>
                  <a:lnTo>
                    <a:pt x="1564" y="470592"/>
                  </a:lnTo>
                  <a:lnTo>
                    <a:pt x="2163" y="469983"/>
                  </a:lnTo>
                  <a:lnTo>
                    <a:pt x="2345" y="469571"/>
                  </a:lnTo>
                  <a:lnTo>
                    <a:pt x="1559" y="468988"/>
                  </a:lnTo>
                  <a:lnTo>
                    <a:pt x="1329" y="469083"/>
                  </a:lnTo>
                  <a:lnTo>
                    <a:pt x="1145" y="469144"/>
                  </a:lnTo>
                  <a:lnTo>
                    <a:pt x="751" y="469272"/>
                  </a:lnTo>
                  <a:lnTo>
                    <a:pt x="184" y="469111"/>
                  </a:lnTo>
                  <a:lnTo>
                    <a:pt x="0" y="468783"/>
                  </a:lnTo>
                  <a:lnTo>
                    <a:pt x="32" y="468652"/>
                  </a:lnTo>
                  <a:lnTo>
                    <a:pt x="172" y="468431"/>
                  </a:lnTo>
                  <a:lnTo>
                    <a:pt x="995" y="467515"/>
                  </a:lnTo>
                  <a:lnTo>
                    <a:pt x="1334" y="467508"/>
                  </a:lnTo>
                  <a:lnTo>
                    <a:pt x="1573" y="467507"/>
                  </a:lnTo>
                  <a:lnTo>
                    <a:pt x="2132" y="467693"/>
                  </a:lnTo>
                  <a:lnTo>
                    <a:pt x="2420" y="468055"/>
                  </a:lnTo>
                  <a:lnTo>
                    <a:pt x="2685" y="467953"/>
                  </a:lnTo>
                  <a:lnTo>
                    <a:pt x="2911" y="467858"/>
                  </a:lnTo>
                  <a:lnTo>
                    <a:pt x="3300" y="467659"/>
                  </a:lnTo>
                  <a:lnTo>
                    <a:pt x="3560" y="467469"/>
                  </a:lnTo>
                  <a:lnTo>
                    <a:pt x="3487" y="467089"/>
                  </a:lnTo>
                  <a:lnTo>
                    <a:pt x="3364" y="466813"/>
                  </a:lnTo>
                  <a:lnTo>
                    <a:pt x="5001" y="466649"/>
                  </a:lnTo>
                  <a:lnTo>
                    <a:pt x="5320" y="466839"/>
                  </a:lnTo>
                  <a:lnTo>
                    <a:pt x="5840" y="466943"/>
                  </a:lnTo>
                  <a:lnTo>
                    <a:pt x="6441" y="466609"/>
                  </a:lnTo>
                  <a:lnTo>
                    <a:pt x="7610" y="465567"/>
                  </a:lnTo>
                  <a:lnTo>
                    <a:pt x="8430" y="465198"/>
                  </a:lnTo>
                  <a:lnTo>
                    <a:pt x="8743" y="465150"/>
                  </a:lnTo>
                  <a:lnTo>
                    <a:pt x="9024" y="464965"/>
                  </a:lnTo>
                  <a:lnTo>
                    <a:pt x="9157" y="464685"/>
                  </a:lnTo>
                  <a:lnTo>
                    <a:pt x="9030" y="464400"/>
                  </a:lnTo>
                  <a:lnTo>
                    <a:pt x="9312" y="463349"/>
                  </a:lnTo>
                  <a:lnTo>
                    <a:pt x="9121" y="463045"/>
                  </a:lnTo>
                  <a:lnTo>
                    <a:pt x="9153" y="462392"/>
                  </a:lnTo>
                  <a:lnTo>
                    <a:pt x="9186" y="462113"/>
                  </a:lnTo>
                  <a:lnTo>
                    <a:pt x="9257" y="461937"/>
                  </a:lnTo>
                  <a:lnTo>
                    <a:pt x="9537" y="461253"/>
                  </a:lnTo>
                  <a:lnTo>
                    <a:pt x="9807" y="460712"/>
                  </a:lnTo>
                  <a:lnTo>
                    <a:pt x="10130" y="460429"/>
                  </a:lnTo>
                  <a:lnTo>
                    <a:pt x="10558" y="460361"/>
                  </a:lnTo>
                  <a:lnTo>
                    <a:pt x="11447" y="460618"/>
                  </a:lnTo>
                  <a:lnTo>
                    <a:pt x="11611" y="460944"/>
                  </a:lnTo>
                  <a:lnTo>
                    <a:pt x="11598" y="461283"/>
                  </a:lnTo>
                  <a:lnTo>
                    <a:pt x="11527" y="461654"/>
                  </a:lnTo>
                  <a:lnTo>
                    <a:pt x="11940" y="462198"/>
                  </a:lnTo>
                  <a:lnTo>
                    <a:pt x="12236" y="462231"/>
                  </a:lnTo>
                  <a:lnTo>
                    <a:pt x="12413" y="462173"/>
                  </a:lnTo>
                  <a:lnTo>
                    <a:pt x="12518" y="461980"/>
                  </a:lnTo>
                  <a:lnTo>
                    <a:pt x="12628" y="461584"/>
                  </a:lnTo>
                  <a:lnTo>
                    <a:pt x="13716" y="461316"/>
                  </a:lnTo>
                  <a:lnTo>
                    <a:pt x="13978" y="461256"/>
                  </a:lnTo>
                  <a:lnTo>
                    <a:pt x="14380" y="460630"/>
                  </a:lnTo>
                  <a:lnTo>
                    <a:pt x="14325" y="460488"/>
                  </a:lnTo>
                  <a:lnTo>
                    <a:pt x="13834" y="459294"/>
                  </a:lnTo>
                  <a:lnTo>
                    <a:pt x="13575" y="458948"/>
                  </a:lnTo>
                  <a:lnTo>
                    <a:pt x="13099" y="458044"/>
                  </a:lnTo>
                  <a:lnTo>
                    <a:pt x="12729" y="457083"/>
                  </a:lnTo>
                  <a:lnTo>
                    <a:pt x="12843" y="456822"/>
                  </a:lnTo>
                  <a:lnTo>
                    <a:pt x="13091" y="456695"/>
                  </a:lnTo>
                  <a:lnTo>
                    <a:pt x="13644" y="455846"/>
                  </a:lnTo>
                  <a:lnTo>
                    <a:pt x="14038" y="455271"/>
                  </a:lnTo>
                  <a:lnTo>
                    <a:pt x="14327" y="455140"/>
                  </a:lnTo>
                  <a:lnTo>
                    <a:pt x="13725" y="454888"/>
                  </a:lnTo>
                  <a:lnTo>
                    <a:pt x="13434" y="454660"/>
                  </a:lnTo>
                  <a:lnTo>
                    <a:pt x="13109" y="454033"/>
                  </a:lnTo>
                  <a:lnTo>
                    <a:pt x="13345" y="453567"/>
                  </a:lnTo>
                  <a:lnTo>
                    <a:pt x="13675" y="453276"/>
                  </a:lnTo>
                  <a:lnTo>
                    <a:pt x="13970" y="452977"/>
                  </a:lnTo>
                  <a:lnTo>
                    <a:pt x="14137" y="452450"/>
                  </a:lnTo>
                  <a:lnTo>
                    <a:pt x="13871" y="452130"/>
                  </a:lnTo>
                  <a:lnTo>
                    <a:pt x="13582" y="452143"/>
                  </a:lnTo>
                  <a:lnTo>
                    <a:pt x="13270" y="452012"/>
                  </a:lnTo>
                  <a:lnTo>
                    <a:pt x="12792" y="451523"/>
                  </a:lnTo>
                  <a:lnTo>
                    <a:pt x="12705" y="451254"/>
                  </a:lnTo>
                  <a:lnTo>
                    <a:pt x="12816" y="450993"/>
                  </a:lnTo>
                  <a:lnTo>
                    <a:pt x="12930" y="450288"/>
                  </a:lnTo>
                  <a:lnTo>
                    <a:pt x="13356" y="449950"/>
                  </a:lnTo>
                  <a:lnTo>
                    <a:pt x="13419" y="449081"/>
                  </a:lnTo>
                  <a:lnTo>
                    <a:pt x="13284" y="448661"/>
                  </a:lnTo>
                  <a:lnTo>
                    <a:pt x="13234" y="448496"/>
                  </a:lnTo>
                  <a:lnTo>
                    <a:pt x="13231" y="448154"/>
                  </a:lnTo>
                  <a:lnTo>
                    <a:pt x="13654" y="447387"/>
                  </a:lnTo>
                  <a:lnTo>
                    <a:pt x="14073" y="447417"/>
                  </a:lnTo>
                  <a:lnTo>
                    <a:pt x="14279" y="447479"/>
                  </a:lnTo>
                  <a:lnTo>
                    <a:pt x="14535" y="447292"/>
                  </a:lnTo>
                  <a:lnTo>
                    <a:pt x="14700" y="446949"/>
                  </a:lnTo>
                  <a:lnTo>
                    <a:pt x="14922" y="446881"/>
                  </a:lnTo>
                  <a:lnTo>
                    <a:pt x="15497" y="446698"/>
                  </a:lnTo>
                  <a:lnTo>
                    <a:pt x="15783" y="446535"/>
                  </a:lnTo>
                  <a:lnTo>
                    <a:pt x="15926" y="446212"/>
                  </a:lnTo>
                  <a:lnTo>
                    <a:pt x="15949" y="445815"/>
                  </a:lnTo>
                  <a:lnTo>
                    <a:pt x="16747" y="444851"/>
                  </a:lnTo>
                  <a:lnTo>
                    <a:pt x="17285" y="444190"/>
                  </a:lnTo>
                  <a:lnTo>
                    <a:pt x="18003" y="442296"/>
                  </a:lnTo>
                  <a:lnTo>
                    <a:pt x="18248" y="441688"/>
                  </a:lnTo>
                  <a:lnTo>
                    <a:pt x="18542" y="441525"/>
                  </a:lnTo>
                  <a:lnTo>
                    <a:pt x="18660" y="439822"/>
                  </a:lnTo>
                  <a:lnTo>
                    <a:pt x="18845" y="439570"/>
                  </a:lnTo>
                  <a:lnTo>
                    <a:pt x="19099" y="439370"/>
                  </a:lnTo>
                  <a:lnTo>
                    <a:pt x="19297" y="439211"/>
                  </a:lnTo>
                  <a:lnTo>
                    <a:pt x="19591" y="438912"/>
                  </a:lnTo>
                  <a:lnTo>
                    <a:pt x="19825" y="438073"/>
                  </a:lnTo>
                  <a:lnTo>
                    <a:pt x="20018" y="438052"/>
                  </a:lnTo>
                  <a:lnTo>
                    <a:pt x="20687" y="438512"/>
                  </a:lnTo>
                  <a:lnTo>
                    <a:pt x="21056" y="438175"/>
                  </a:lnTo>
                  <a:lnTo>
                    <a:pt x="21091" y="437822"/>
                  </a:lnTo>
                  <a:lnTo>
                    <a:pt x="21171" y="437093"/>
                  </a:lnTo>
                  <a:lnTo>
                    <a:pt x="20995" y="436796"/>
                  </a:lnTo>
                  <a:lnTo>
                    <a:pt x="21293" y="436375"/>
                  </a:lnTo>
                  <a:lnTo>
                    <a:pt x="21642" y="435942"/>
                  </a:lnTo>
                  <a:lnTo>
                    <a:pt x="21783" y="435736"/>
                  </a:lnTo>
                  <a:lnTo>
                    <a:pt x="21875" y="435376"/>
                  </a:lnTo>
                  <a:lnTo>
                    <a:pt x="21963" y="435096"/>
                  </a:lnTo>
                  <a:lnTo>
                    <a:pt x="22546" y="434663"/>
                  </a:lnTo>
                  <a:lnTo>
                    <a:pt x="22959" y="434530"/>
                  </a:lnTo>
                  <a:lnTo>
                    <a:pt x="23612" y="434451"/>
                  </a:lnTo>
                  <a:lnTo>
                    <a:pt x="24064" y="433748"/>
                  </a:lnTo>
                  <a:lnTo>
                    <a:pt x="24247" y="433616"/>
                  </a:lnTo>
                  <a:lnTo>
                    <a:pt x="24426" y="433129"/>
                  </a:lnTo>
                  <a:lnTo>
                    <a:pt x="24502" y="432941"/>
                  </a:lnTo>
                  <a:lnTo>
                    <a:pt x="24305" y="432206"/>
                  </a:lnTo>
                  <a:lnTo>
                    <a:pt x="24298" y="431950"/>
                  </a:lnTo>
                  <a:lnTo>
                    <a:pt x="24468" y="431610"/>
                  </a:lnTo>
                  <a:lnTo>
                    <a:pt x="24875" y="431304"/>
                  </a:lnTo>
                  <a:lnTo>
                    <a:pt x="24979" y="431084"/>
                  </a:lnTo>
                  <a:lnTo>
                    <a:pt x="25075" y="430752"/>
                  </a:lnTo>
                  <a:lnTo>
                    <a:pt x="25300" y="430578"/>
                  </a:lnTo>
                  <a:lnTo>
                    <a:pt x="25352" y="430374"/>
                  </a:lnTo>
                  <a:lnTo>
                    <a:pt x="25465" y="430208"/>
                  </a:lnTo>
                  <a:lnTo>
                    <a:pt x="25993" y="430081"/>
                  </a:lnTo>
                  <a:lnTo>
                    <a:pt x="26119" y="429877"/>
                  </a:lnTo>
                  <a:lnTo>
                    <a:pt x="26321" y="429018"/>
                  </a:lnTo>
                  <a:lnTo>
                    <a:pt x="26434" y="428778"/>
                  </a:lnTo>
                  <a:lnTo>
                    <a:pt x="26583" y="428646"/>
                  </a:lnTo>
                  <a:lnTo>
                    <a:pt x="26793" y="428513"/>
                  </a:lnTo>
                  <a:lnTo>
                    <a:pt x="27082" y="428392"/>
                  </a:lnTo>
                  <a:lnTo>
                    <a:pt x="27028" y="427600"/>
                  </a:lnTo>
                  <a:lnTo>
                    <a:pt x="26998" y="427401"/>
                  </a:lnTo>
                  <a:lnTo>
                    <a:pt x="27165" y="427398"/>
                  </a:lnTo>
                  <a:lnTo>
                    <a:pt x="27744" y="427085"/>
                  </a:lnTo>
                  <a:lnTo>
                    <a:pt x="28085" y="426473"/>
                  </a:lnTo>
                  <a:lnTo>
                    <a:pt x="28200" y="426308"/>
                  </a:lnTo>
                  <a:lnTo>
                    <a:pt x="28492" y="425797"/>
                  </a:lnTo>
                  <a:lnTo>
                    <a:pt x="28538" y="425600"/>
                  </a:lnTo>
                  <a:lnTo>
                    <a:pt x="28350" y="425306"/>
                  </a:lnTo>
                  <a:lnTo>
                    <a:pt x="28147" y="425221"/>
                  </a:lnTo>
                  <a:lnTo>
                    <a:pt x="27926" y="425161"/>
                  </a:lnTo>
                  <a:lnTo>
                    <a:pt x="27761" y="424887"/>
                  </a:lnTo>
                  <a:lnTo>
                    <a:pt x="27953" y="424392"/>
                  </a:lnTo>
                  <a:lnTo>
                    <a:pt x="28112" y="424054"/>
                  </a:lnTo>
                  <a:lnTo>
                    <a:pt x="28505" y="423862"/>
                  </a:lnTo>
                  <a:lnTo>
                    <a:pt x="28655" y="423798"/>
                  </a:lnTo>
                  <a:lnTo>
                    <a:pt x="28836" y="423426"/>
                  </a:lnTo>
                  <a:lnTo>
                    <a:pt x="28759" y="423230"/>
                  </a:lnTo>
                  <a:lnTo>
                    <a:pt x="28933" y="422459"/>
                  </a:lnTo>
                  <a:lnTo>
                    <a:pt x="28724" y="421840"/>
                  </a:lnTo>
                  <a:lnTo>
                    <a:pt x="28548" y="421232"/>
                  </a:lnTo>
                  <a:lnTo>
                    <a:pt x="28418" y="421166"/>
                  </a:lnTo>
                  <a:lnTo>
                    <a:pt x="27450" y="420497"/>
                  </a:lnTo>
                  <a:lnTo>
                    <a:pt x="27184" y="420399"/>
                  </a:lnTo>
                  <a:lnTo>
                    <a:pt x="26826" y="420460"/>
                  </a:lnTo>
                  <a:lnTo>
                    <a:pt x="26549" y="420251"/>
                  </a:lnTo>
                  <a:lnTo>
                    <a:pt x="26098" y="420256"/>
                  </a:lnTo>
                  <a:lnTo>
                    <a:pt x="25950" y="420218"/>
                  </a:lnTo>
                  <a:lnTo>
                    <a:pt x="25441" y="419791"/>
                  </a:lnTo>
                  <a:lnTo>
                    <a:pt x="25279" y="419753"/>
                  </a:lnTo>
                  <a:lnTo>
                    <a:pt x="24945" y="419686"/>
                  </a:lnTo>
                  <a:lnTo>
                    <a:pt x="24773" y="419690"/>
                  </a:lnTo>
                  <a:lnTo>
                    <a:pt x="24532" y="419723"/>
                  </a:lnTo>
                  <a:lnTo>
                    <a:pt x="24510" y="419984"/>
                  </a:lnTo>
                  <a:lnTo>
                    <a:pt x="24548" y="420197"/>
                  </a:lnTo>
                  <a:lnTo>
                    <a:pt x="24081" y="420191"/>
                  </a:lnTo>
                  <a:lnTo>
                    <a:pt x="23758" y="420096"/>
                  </a:lnTo>
                  <a:lnTo>
                    <a:pt x="23280" y="420402"/>
                  </a:lnTo>
                  <a:lnTo>
                    <a:pt x="22886" y="420523"/>
                  </a:lnTo>
                  <a:lnTo>
                    <a:pt x="22678" y="420336"/>
                  </a:lnTo>
                  <a:lnTo>
                    <a:pt x="22597" y="420053"/>
                  </a:lnTo>
                  <a:lnTo>
                    <a:pt x="23060" y="418901"/>
                  </a:lnTo>
                  <a:lnTo>
                    <a:pt x="23375" y="418805"/>
                  </a:lnTo>
                  <a:lnTo>
                    <a:pt x="23992" y="418791"/>
                  </a:lnTo>
                  <a:lnTo>
                    <a:pt x="24248" y="418750"/>
                  </a:lnTo>
                  <a:lnTo>
                    <a:pt x="24874" y="418431"/>
                  </a:lnTo>
                  <a:lnTo>
                    <a:pt x="24765" y="418066"/>
                  </a:lnTo>
                  <a:lnTo>
                    <a:pt x="24838" y="417727"/>
                  </a:lnTo>
                  <a:lnTo>
                    <a:pt x="24778" y="417241"/>
                  </a:lnTo>
                  <a:lnTo>
                    <a:pt x="24896" y="417028"/>
                  </a:lnTo>
                  <a:lnTo>
                    <a:pt x="24601" y="416751"/>
                  </a:lnTo>
                  <a:lnTo>
                    <a:pt x="23939" y="416273"/>
                  </a:lnTo>
                  <a:lnTo>
                    <a:pt x="23703" y="416172"/>
                  </a:lnTo>
                  <a:lnTo>
                    <a:pt x="23530" y="415540"/>
                  </a:lnTo>
                  <a:lnTo>
                    <a:pt x="23280" y="415434"/>
                  </a:lnTo>
                  <a:lnTo>
                    <a:pt x="23119" y="415347"/>
                  </a:lnTo>
                  <a:lnTo>
                    <a:pt x="22900" y="415264"/>
                  </a:lnTo>
                  <a:lnTo>
                    <a:pt x="22730" y="415230"/>
                  </a:lnTo>
                  <a:lnTo>
                    <a:pt x="22581" y="415264"/>
                  </a:lnTo>
                  <a:lnTo>
                    <a:pt x="22336" y="415321"/>
                  </a:lnTo>
                  <a:lnTo>
                    <a:pt x="21822" y="415289"/>
                  </a:lnTo>
                  <a:lnTo>
                    <a:pt x="21501" y="414812"/>
                  </a:lnTo>
                  <a:lnTo>
                    <a:pt x="21442" y="413757"/>
                  </a:lnTo>
                  <a:lnTo>
                    <a:pt x="21649" y="413406"/>
                  </a:lnTo>
                  <a:lnTo>
                    <a:pt x="22013" y="413074"/>
                  </a:lnTo>
                  <a:lnTo>
                    <a:pt x="21931" y="412357"/>
                  </a:lnTo>
                  <a:lnTo>
                    <a:pt x="20957" y="410533"/>
                  </a:lnTo>
                  <a:lnTo>
                    <a:pt x="20820" y="410434"/>
                  </a:lnTo>
                  <a:lnTo>
                    <a:pt x="20436" y="410319"/>
                  </a:lnTo>
                  <a:lnTo>
                    <a:pt x="20271" y="410291"/>
                  </a:lnTo>
                  <a:lnTo>
                    <a:pt x="19883" y="408891"/>
                  </a:lnTo>
                  <a:lnTo>
                    <a:pt x="18628" y="407168"/>
                  </a:lnTo>
                  <a:lnTo>
                    <a:pt x="18418" y="407003"/>
                  </a:lnTo>
                  <a:lnTo>
                    <a:pt x="17971" y="406950"/>
                  </a:lnTo>
                  <a:lnTo>
                    <a:pt x="17755" y="406981"/>
                  </a:lnTo>
                  <a:lnTo>
                    <a:pt x="17562" y="406908"/>
                  </a:lnTo>
                  <a:lnTo>
                    <a:pt x="17411" y="406785"/>
                  </a:lnTo>
                  <a:lnTo>
                    <a:pt x="17227" y="406532"/>
                  </a:lnTo>
                  <a:lnTo>
                    <a:pt x="17244" y="406387"/>
                  </a:lnTo>
                  <a:lnTo>
                    <a:pt x="17753" y="405894"/>
                  </a:lnTo>
                  <a:lnTo>
                    <a:pt x="17771" y="403743"/>
                  </a:lnTo>
                  <a:lnTo>
                    <a:pt x="16881" y="402744"/>
                  </a:lnTo>
                  <a:lnTo>
                    <a:pt x="16702" y="402550"/>
                  </a:lnTo>
                  <a:lnTo>
                    <a:pt x="15907" y="401708"/>
                  </a:lnTo>
                  <a:lnTo>
                    <a:pt x="15427" y="401226"/>
                  </a:lnTo>
                  <a:lnTo>
                    <a:pt x="14970" y="401080"/>
                  </a:lnTo>
                  <a:lnTo>
                    <a:pt x="15023" y="400749"/>
                  </a:lnTo>
                  <a:lnTo>
                    <a:pt x="15184" y="400239"/>
                  </a:lnTo>
                  <a:lnTo>
                    <a:pt x="15503" y="399597"/>
                  </a:lnTo>
                  <a:lnTo>
                    <a:pt x="15886" y="398368"/>
                  </a:lnTo>
                  <a:lnTo>
                    <a:pt x="15227" y="398360"/>
                  </a:lnTo>
                  <a:lnTo>
                    <a:pt x="14776" y="398538"/>
                  </a:lnTo>
                  <a:lnTo>
                    <a:pt x="14480" y="398626"/>
                  </a:lnTo>
                  <a:lnTo>
                    <a:pt x="14187" y="398625"/>
                  </a:lnTo>
                  <a:lnTo>
                    <a:pt x="13714" y="398526"/>
                  </a:lnTo>
                  <a:lnTo>
                    <a:pt x="12431" y="398140"/>
                  </a:lnTo>
                  <a:lnTo>
                    <a:pt x="11273" y="397146"/>
                  </a:lnTo>
                  <a:lnTo>
                    <a:pt x="10885" y="396456"/>
                  </a:lnTo>
                  <a:lnTo>
                    <a:pt x="10319" y="396387"/>
                  </a:lnTo>
                  <a:lnTo>
                    <a:pt x="9512" y="396492"/>
                  </a:lnTo>
                  <a:lnTo>
                    <a:pt x="8957" y="396026"/>
                  </a:lnTo>
                  <a:lnTo>
                    <a:pt x="8691" y="395803"/>
                  </a:lnTo>
                  <a:lnTo>
                    <a:pt x="8561" y="395690"/>
                  </a:lnTo>
                  <a:lnTo>
                    <a:pt x="8444" y="395546"/>
                  </a:lnTo>
                  <a:lnTo>
                    <a:pt x="8230" y="395221"/>
                  </a:lnTo>
                  <a:lnTo>
                    <a:pt x="7975" y="395140"/>
                  </a:lnTo>
                  <a:lnTo>
                    <a:pt x="6937" y="395195"/>
                  </a:lnTo>
                  <a:lnTo>
                    <a:pt x="5818" y="395035"/>
                  </a:lnTo>
                  <a:lnTo>
                    <a:pt x="5482" y="394967"/>
                  </a:lnTo>
                  <a:lnTo>
                    <a:pt x="5299" y="395014"/>
                  </a:lnTo>
                  <a:lnTo>
                    <a:pt x="5117" y="394910"/>
                  </a:lnTo>
                  <a:lnTo>
                    <a:pt x="4923" y="394854"/>
                  </a:lnTo>
                  <a:lnTo>
                    <a:pt x="4446" y="394765"/>
                  </a:lnTo>
                  <a:lnTo>
                    <a:pt x="3560" y="393969"/>
                  </a:lnTo>
                  <a:lnTo>
                    <a:pt x="3390" y="393599"/>
                  </a:lnTo>
                  <a:lnTo>
                    <a:pt x="3363" y="392649"/>
                  </a:lnTo>
                  <a:lnTo>
                    <a:pt x="3371" y="392481"/>
                  </a:lnTo>
                  <a:lnTo>
                    <a:pt x="3756" y="391228"/>
                  </a:lnTo>
                  <a:lnTo>
                    <a:pt x="4032" y="390671"/>
                  </a:lnTo>
                  <a:lnTo>
                    <a:pt x="4373" y="390421"/>
                  </a:lnTo>
                  <a:lnTo>
                    <a:pt x="4273" y="389859"/>
                  </a:lnTo>
                  <a:lnTo>
                    <a:pt x="3942" y="389628"/>
                  </a:lnTo>
                  <a:lnTo>
                    <a:pt x="3731" y="389345"/>
                  </a:lnTo>
                  <a:lnTo>
                    <a:pt x="3235" y="389215"/>
                  </a:lnTo>
                  <a:lnTo>
                    <a:pt x="3097" y="389061"/>
                  </a:lnTo>
                  <a:lnTo>
                    <a:pt x="2999" y="388735"/>
                  </a:lnTo>
                  <a:lnTo>
                    <a:pt x="2852" y="388469"/>
                  </a:lnTo>
                  <a:lnTo>
                    <a:pt x="2651" y="388206"/>
                  </a:lnTo>
                  <a:lnTo>
                    <a:pt x="3082" y="386134"/>
                  </a:lnTo>
                  <a:lnTo>
                    <a:pt x="3342" y="385911"/>
                  </a:lnTo>
                  <a:lnTo>
                    <a:pt x="3817" y="385815"/>
                  </a:lnTo>
                  <a:lnTo>
                    <a:pt x="4012" y="385905"/>
                  </a:lnTo>
                  <a:lnTo>
                    <a:pt x="4152" y="385903"/>
                  </a:lnTo>
                  <a:lnTo>
                    <a:pt x="4364" y="385830"/>
                  </a:lnTo>
                  <a:lnTo>
                    <a:pt x="4550" y="385217"/>
                  </a:lnTo>
                  <a:lnTo>
                    <a:pt x="4582" y="385005"/>
                  </a:lnTo>
                  <a:lnTo>
                    <a:pt x="4730" y="384512"/>
                  </a:lnTo>
                  <a:lnTo>
                    <a:pt x="4971" y="384368"/>
                  </a:lnTo>
                  <a:lnTo>
                    <a:pt x="5379" y="383880"/>
                  </a:lnTo>
                  <a:lnTo>
                    <a:pt x="5067" y="383699"/>
                  </a:lnTo>
                  <a:lnTo>
                    <a:pt x="4648" y="383368"/>
                  </a:lnTo>
                  <a:lnTo>
                    <a:pt x="4329" y="383222"/>
                  </a:lnTo>
                  <a:lnTo>
                    <a:pt x="4165" y="383038"/>
                  </a:lnTo>
                  <a:lnTo>
                    <a:pt x="3993" y="382649"/>
                  </a:lnTo>
                  <a:lnTo>
                    <a:pt x="3943" y="382324"/>
                  </a:lnTo>
                  <a:lnTo>
                    <a:pt x="4011" y="382134"/>
                  </a:lnTo>
                  <a:lnTo>
                    <a:pt x="3928" y="381761"/>
                  </a:lnTo>
                  <a:lnTo>
                    <a:pt x="3660" y="381423"/>
                  </a:lnTo>
                  <a:lnTo>
                    <a:pt x="4192" y="381089"/>
                  </a:lnTo>
                  <a:lnTo>
                    <a:pt x="4237" y="380752"/>
                  </a:lnTo>
                  <a:lnTo>
                    <a:pt x="4214" y="380207"/>
                  </a:lnTo>
                  <a:lnTo>
                    <a:pt x="4094" y="379778"/>
                  </a:lnTo>
                  <a:lnTo>
                    <a:pt x="3995" y="379513"/>
                  </a:lnTo>
                  <a:lnTo>
                    <a:pt x="4125" y="379366"/>
                  </a:lnTo>
                  <a:lnTo>
                    <a:pt x="4529" y="378925"/>
                  </a:lnTo>
                  <a:lnTo>
                    <a:pt x="5158" y="378557"/>
                  </a:lnTo>
                  <a:lnTo>
                    <a:pt x="5715" y="378261"/>
                  </a:lnTo>
                  <a:lnTo>
                    <a:pt x="6363" y="377628"/>
                  </a:lnTo>
                  <a:lnTo>
                    <a:pt x="6451" y="377282"/>
                  </a:lnTo>
                  <a:lnTo>
                    <a:pt x="6007" y="376884"/>
                  </a:lnTo>
                  <a:lnTo>
                    <a:pt x="5951" y="376666"/>
                  </a:lnTo>
                  <a:lnTo>
                    <a:pt x="5973" y="376493"/>
                  </a:lnTo>
                  <a:lnTo>
                    <a:pt x="6098" y="375960"/>
                  </a:lnTo>
                  <a:lnTo>
                    <a:pt x="6305" y="375656"/>
                  </a:lnTo>
                  <a:lnTo>
                    <a:pt x="6835" y="374905"/>
                  </a:lnTo>
                  <a:lnTo>
                    <a:pt x="7416" y="374711"/>
                  </a:lnTo>
                  <a:lnTo>
                    <a:pt x="8528" y="374906"/>
                  </a:lnTo>
                  <a:lnTo>
                    <a:pt x="9079" y="375114"/>
                  </a:lnTo>
                  <a:lnTo>
                    <a:pt x="9684" y="375010"/>
                  </a:lnTo>
                  <a:lnTo>
                    <a:pt x="10226" y="374842"/>
                  </a:lnTo>
                  <a:lnTo>
                    <a:pt x="10544" y="374609"/>
                  </a:lnTo>
                  <a:lnTo>
                    <a:pt x="11014" y="374081"/>
                  </a:lnTo>
                  <a:lnTo>
                    <a:pt x="11030" y="373907"/>
                  </a:lnTo>
                  <a:lnTo>
                    <a:pt x="10865" y="373602"/>
                  </a:lnTo>
                  <a:lnTo>
                    <a:pt x="10743" y="373362"/>
                  </a:lnTo>
                  <a:lnTo>
                    <a:pt x="10693" y="372718"/>
                  </a:lnTo>
                  <a:lnTo>
                    <a:pt x="10744" y="371856"/>
                  </a:lnTo>
                  <a:lnTo>
                    <a:pt x="11151" y="371730"/>
                  </a:lnTo>
                  <a:lnTo>
                    <a:pt x="11423" y="371930"/>
                  </a:lnTo>
                  <a:lnTo>
                    <a:pt x="11590" y="372068"/>
                  </a:lnTo>
                  <a:lnTo>
                    <a:pt x="12046" y="372383"/>
                  </a:lnTo>
                  <a:lnTo>
                    <a:pt x="12489" y="372572"/>
                  </a:lnTo>
                  <a:lnTo>
                    <a:pt x="13044" y="372300"/>
                  </a:lnTo>
                  <a:lnTo>
                    <a:pt x="13360" y="371948"/>
                  </a:lnTo>
                  <a:lnTo>
                    <a:pt x="13382" y="371613"/>
                  </a:lnTo>
                  <a:lnTo>
                    <a:pt x="13354" y="371161"/>
                  </a:lnTo>
                  <a:lnTo>
                    <a:pt x="14133" y="369893"/>
                  </a:lnTo>
                  <a:lnTo>
                    <a:pt x="14514" y="369433"/>
                  </a:lnTo>
                  <a:lnTo>
                    <a:pt x="14751" y="369547"/>
                  </a:lnTo>
                  <a:lnTo>
                    <a:pt x="15168" y="369675"/>
                  </a:lnTo>
                  <a:lnTo>
                    <a:pt x="15454" y="369687"/>
                  </a:lnTo>
                  <a:lnTo>
                    <a:pt x="15773" y="369691"/>
                  </a:lnTo>
                  <a:lnTo>
                    <a:pt x="15751" y="369349"/>
                  </a:lnTo>
                  <a:lnTo>
                    <a:pt x="15841" y="369172"/>
                  </a:lnTo>
                  <a:lnTo>
                    <a:pt x="15785" y="368454"/>
                  </a:lnTo>
                  <a:lnTo>
                    <a:pt x="15674" y="368050"/>
                  </a:lnTo>
                  <a:lnTo>
                    <a:pt x="15985" y="367514"/>
                  </a:lnTo>
                  <a:lnTo>
                    <a:pt x="16300" y="367311"/>
                  </a:lnTo>
                  <a:lnTo>
                    <a:pt x="16819" y="367095"/>
                  </a:lnTo>
                  <a:lnTo>
                    <a:pt x="16858" y="366771"/>
                  </a:lnTo>
                  <a:lnTo>
                    <a:pt x="16554" y="366026"/>
                  </a:lnTo>
                  <a:lnTo>
                    <a:pt x="16416" y="365803"/>
                  </a:lnTo>
                  <a:lnTo>
                    <a:pt x="15825" y="365710"/>
                  </a:lnTo>
                  <a:lnTo>
                    <a:pt x="15465" y="365582"/>
                  </a:lnTo>
                  <a:lnTo>
                    <a:pt x="15262" y="365507"/>
                  </a:lnTo>
                  <a:lnTo>
                    <a:pt x="15054" y="365384"/>
                  </a:lnTo>
                  <a:lnTo>
                    <a:pt x="14684" y="365158"/>
                  </a:lnTo>
                  <a:lnTo>
                    <a:pt x="14495" y="364866"/>
                  </a:lnTo>
                  <a:lnTo>
                    <a:pt x="14320" y="364473"/>
                  </a:lnTo>
                  <a:lnTo>
                    <a:pt x="14128" y="364243"/>
                  </a:lnTo>
                  <a:lnTo>
                    <a:pt x="13858" y="364007"/>
                  </a:lnTo>
                  <a:lnTo>
                    <a:pt x="13589" y="363692"/>
                  </a:lnTo>
                  <a:lnTo>
                    <a:pt x="13284" y="363192"/>
                  </a:lnTo>
                  <a:lnTo>
                    <a:pt x="13470" y="362495"/>
                  </a:lnTo>
                  <a:lnTo>
                    <a:pt x="13350" y="361409"/>
                  </a:lnTo>
                  <a:lnTo>
                    <a:pt x="13127" y="360848"/>
                  </a:lnTo>
                  <a:lnTo>
                    <a:pt x="13028" y="359796"/>
                  </a:lnTo>
                  <a:lnTo>
                    <a:pt x="13104" y="359077"/>
                  </a:lnTo>
                  <a:lnTo>
                    <a:pt x="13506" y="358367"/>
                  </a:lnTo>
                  <a:lnTo>
                    <a:pt x="13952" y="358382"/>
                  </a:lnTo>
                  <a:lnTo>
                    <a:pt x="14258" y="358419"/>
                  </a:lnTo>
                  <a:lnTo>
                    <a:pt x="15000" y="358317"/>
                  </a:lnTo>
                  <a:lnTo>
                    <a:pt x="15164" y="357978"/>
                  </a:lnTo>
                  <a:lnTo>
                    <a:pt x="15213" y="357743"/>
                  </a:lnTo>
                  <a:lnTo>
                    <a:pt x="15326" y="357355"/>
                  </a:lnTo>
                  <a:lnTo>
                    <a:pt x="15467" y="357264"/>
                  </a:lnTo>
                  <a:lnTo>
                    <a:pt x="16237" y="356928"/>
                  </a:lnTo>
                  <a:lnTo>
                    <a:pt x="16782" y="356666"/>
                  </a:lnTo>
                  <a:lnTo>
                    <a:pt x="17428" y="355914"/>
                  </a:lnTo>
                  <a:lnTo>
                    <a:pt x="17828" y="355324"/>
                  </a:lnTo>
                  <a:lnTo>
                    <a:pt x="18222" y="354713"/>
                  </a:lnTo>
                  <a:lnTo>
                    <a:pt x="18863" y="354719"/>
                  </a:lnTo>
                  <a:lnTo>
                    <a:pt x="19224" y="354839"/>
                  </a:lnTo>
                  <a:lnTo>
                    <a:pt x="19504" y="354928"/>
                  </a:lnTo>
                  <a:lnTo>
                    <a:pt x="19707" y="354947"/>
                  </a:lnTo>
                  <a:lnTo>
                    <a:pt x="20080" y="354433"/>
                  </a:lnTo>
                  <a:lnTo>
                    <a:pt x="20139" y="354235"/>
                  </a:lnTo>
                  <a:lnTo>
                    <a:pt x="20376" y="353922"/>
                  </a:lnTo>
                  <a:lnTo>
                    <a:pt x="20741" y="353501"/>
                  </a:lnTo>
                  <a:lnTo>
                    <a:pt x="21458" y="353117"/>
                  </a:lnTo>
                  <a:lnTo>
                    <a:pt x="21729" y="353183"/>
                  </a:lnTo>
                  <a:lnTo>
                    <a:pt x="22120" y="353569"/>
                  </a:lnTo>
                  <a:lnTo>
                    <a:pt x="22479" y="353545"/>
                  </a:lnTo>
                  <a:lnTo>
                    <a:pt x="22963" y="352619"/>
                  </a:lnTo>
                  <a:lnTo>
                    <a:pt x="23357" y="352140"/>
                  </a:lnTo>
                  <a:lnTo>
                    <a:pt x="23537" y="352038"/>
                  </a:lnTo>
                  <a:lnTo>
                    <a:pt x="23750" y="351962"/>
                  </a:lnTo>
                  <a:lnTo>
                    <a:pt x="24267" y="351845"/>
                  </a:lnTo>
                  <a:lnTo>
                    <a:pt x="24525" y="351865"/>
                  </a:lnTo>
                  <a:lnTo>
                    <a:pt x="24990" y="351577"/>
                  </a:lnTo>
                  <a:lnTo>
                    <a:pt x="25171" y="351982"/>
                  </a:lnTo>
                  <a:lnTo>
                    <a:pt x="25260" y="352185"/>
                  </a:lnTo>
                  <a:lnTo>
                    <a:pt x="25701" y="352706"/>
                  </a:lnTo>
                  <a:lnTo>
                    <a:pt x="25859" y="352972"/>
                  </a:lnTo>
                  <a:lnTo>
                    <a:pt x="25985" y="353523"/>
                  </a:lnTo>
                  <a:lnTo>
                    <a:pt x="26405" y="353451"/>
                  </a:lnTo>
                  <a:lnTo>
                    <a:pt x="26766" y="353567"/>
                  </a:lnTo>
                  <a:lnTo>
                    <a:pt x="26900" y="353652"/>
                  </a:lnTo>
                  <a:lnTo>
                    <a:pt x="27253" y="353966"/>
                  </a:lnTo>
                  <a:lnTo>
                    <a:pt x="27741" y="354507"/>
                  </a:lnTo>
                  <a:lnTo>
                    <a:pt x="27754" y="354690"/>
                  </a:lnTo>
                  <a:lnTo>
                    <a:pt x="27762" y="354901"/>
                  </a:lnTo>
                  <a:lnTo>
                    <a:pt x="27791" y="355200"/>
                  </a:lnTo>
                  <a:lnTo>
                    <a:pt x="28243" y="355603"/>
                  </a:lnTo>
                  <a:lnTo>
                    <a:pt x="28397" y="355595"/>
                  </a:lnTo>
                  <a:lnTo>
                    <a:pt x="28585" y="355593"/>
                  </a:lnTo>
                  <a:lnTo>
                    <a:pt x="28730" y="355606"/>
                  </a:lnTo>
                  <a:lnTo>
                    <a:pt x="29107" y="355644"/>
                  </a:lnTo>
                  <a:lnTo>
                    <a:pt x="29469" y="355680"/>
                  </a:lnTo>
                  <a:lnTo>
                    <a:pt x="29850" y="355376"/>
                  </a:lnTo>
                  <a:lnTo>
                    <a:pt x="30004" y="355175"/>
                  </a:lnTo>
                  <a:lnTo>
                    <a:pt x="30186" y="354937"/>
                  </a:lnTo>
                  <a:lnTo>
                    <a:pt x="30340" y="354887"/>
                  </a:lnTo>
                  <a:lnTo>
                    <a:pt x="30544" y="355007"/>
                  </a:lnTo>
                  <a:lnTo>
                    <a:pt x="30705" y="355195"/>
                  </a:lnTo>
                  <a:lnTo>
                    <a:pt x="31018" y="355453"/>
                  </a:lnTo>
                  <a:lnTo>
                    <a:pt x="31441" y="355554"/>
                  </a:lnTo>
                  <a:lnTo>
                    <a:pt x="31619" y="355581"/>
                  </a:lnTo>
                  <a:lnTo>
                    <a:pt x="32197" y="355163"/>
                  </a:lnTo>
                  <a:lnTo>
                    <a:pt x="32364" y="354837"/>
                  </a:lnTo>
                  <a:lnTo>
                    <a:pt x="32758" y="354794"/>
                  </a:lnTo>
                  <a:lnTo>
                    <a:pt x="32912" y="354820"/>
                  </a:lnTo>
                  <a:lnTo>
                    <a:pt x="33393" y="354770"/>
                  </a:lnTo>
                  <a:lnTo>
                    <a:pt x="33524" y="354682"/>
                  </a:lnTo>
                  <a:lnTo>
                    <a:pt x="33777" y="354449"/>
                  </a:lnTo>
                  <a:lnTo>
                    <a:pt x="33917" y="354422"/>
                  </a:lnTo>
                  <a:lnTo>
                    <a:pt x="34090" y="354408"/>
                  </a:lnTo>
                  <a:lnTo>
                    <a:pt x="34604" y="354473"/>
                  </a:lnTo>
                  <a:lnTo>
                    <a:pt x="34803" y="354425"/>
                  </a:lnTo>
                  <a:lnTo>
                    <a:pt x="35586" y="354237"/>
                  </a:lnTo>
                  <a:lnTo>
                    <a:pt x="35840" y="354163"/>
                  </a:lnTo>
                  <a:lnTo>
                    <a:pt x="36145" y="354254"/>
                  </a:lnTo>
                  <a:lnTo>
                    <a:pt x="36381" y="354397"/>
                  </a:lnTo>
                  <a:lnTo>
                    <a:pt x="36642" y="354526"/>
                  </a:lnTo>
                  <a:lnTo>
                    <a:pt x="36793" y="354480"/>
                  </a:lnTo>
                  <a:lnTo>
                    <a:pt x="37011" y="354360"/>
                  </a:lnTo>
                  <a:lnTo>
                    <a:pt x="37610" y="354397"/>
                  </a:lnTo>
                  <a:lnTo>
                    <a:pt x="38022" y="354162"/>
                  </a:lnTo>
                  <a:lnTo>
                    <a:pt x="38361" y="353646"/>
                  </a:lnTo>
                  <a:lnTo>
                    <a:pt x="38476" y="353191"/>
                  </a:lnTo>
                  <a:lnTo>
                    <a:pt x="38818" y="352638"/>
                  </a:lnTo>
                  <a:lnTo>
                    <a:pt x="38781" y="352454"/>
                  </a:lnTo>
                  <a:lnTo>
                    <a:pt x="38789" y="352074"/>
                  </a:lnTo>
                  <a:lnTo>
                    <a:pt x="38383" y="351412"/>
                  </a:lnTo>
                  <a:lnTo>
                    <a:pt x="38405" y="351147"/>
                  </a:lnTo>
                  <a:lnTo>
                    <a:pt x="38933" y="350860"/>
                  </a:lnTo>
                  <a:lnTo>
                    <a:pt x="39074" y="350611"/>
                  </a:lnTo>
                  <a:lnTo>
                    <a:pt x="39054" y="350402"/>
                  </a:lnTo>
                  <a:lnTo>
                    <a:pt x="39206" y="349897"/>
                  </a:lnTo>
                  <a:lnTo>
                    <a:pt x="39411" y="349577"/>
                  </a:lnTo>
                  <a:lnTo>
                    <a:pt x="39890" y="349486"/>
                  </a:lnTo>
                  <a:lnTo>
                    <a:pt x="40460" y="349361"/>
                  </a:lnTo>
                  <a:lnTo>
                    <a:pt x="40682" y="349396"/>
                  </a:lnTo>
                  <a:lnTo>
                    <a:pt x="41037" y="349667"/>
                  </a:lnTo>
                  <a:lnTo>
                    <a:pt x="41535" y="349517"/>
                  </a:lnTo>
                  <a:lnTo>
                    <a:pt x="41982" y="349453"/>
                  </a:lnTo>
                  <a:lnTo>
                    <a:pt x="41978" y="349019"/>
                  </a:lnTo>
                  <a:lnTo>
                    <a:pt x="42150" y="348710"/>
                  </a:lnTo>
                  <a:lnTo>
                    <a:pt x="42352" y="348676"/>
                  </a:lnTo>
                  <a:lnTo>
                    <a:pt x="42879" y="348903"/>
                  </a:lnTo>
                  <a:lnTo>
                    <a:pt x="43112" y="348588"/>
                  </a:lnTo>
                  <a:lnTo>
                    <a:pt x="43183" y="348370"/>
                  </a:lnTo>
                  <a:lnTo>
                    <a:pt x="43174" y="348118"/>
                  </a:lnTo>
                  <a:lnTo>
                    <a:pt x="43273" y="347771"/>
                  </a:lnTo>
                  <a:lnTo>
                    <a:pt x="43236" y="347348"/>
                  </a:lnTo>
                  <a:lnTo>
                    <a:pt x="42976" y="347104"/>
                  </a:lnTo>
                  <a:lnTo>
                    <a:pt x="42655" y="347028"/>
                  </a:lnTo>
                  <a:lnTo>
                    <a:pt x="42345" y="346919"/>
                  </a:lnTo>
                  <a:lnTo>
                    <a:pt x="41790" y="346913"/>
                  </a:lnTo>
                  <a:lnTo>
                    <a:pt x="41617" y="346885"/>
                  </a:lnTo>
                  <a:lnTo>
                    <a:pt x="41116" y="346608"/>
                  </a:lnTo>
                  <a:lnTo>
                    <a:pt x="41261" y="345949"/>
                  </a:lnTo>
                  <a:lnTo>
                    <a:pt x="41625" y="345500"/>
                  </a:lnTo>
                  <a:lnTo>
                    <a:pt x="41492" y="345167"/>
                  </a:lnTo>
                  <a:lnTo>
                    <a:pt x="41215" y="344753"/>
                  </a:lnTo>
                  <a:lnTo>
                    <a:pt x="41191" y="344560"/>
                  </a:lnTo>
                  <a:lnTo>
                    <a:pt x="41200" y="344336"/>
                  </a:lnTo>
                  <a:lnTo>
                    <a:pt x="41274" y="344036"/>
                  </a:lnTo>
                  <a:lnTo>
                    <a:pt x="41501" y="343702"/>
                  </a:lnTo>
                  <a:lnTo>
                    <a:pt x="41467" y="343348"/>
                  </a:lnTo>
                  <a:lnTo>
                    <a:pt x="41486" y="343062"/>
                  </a:lnTo>
                  <a:lnTo>
                    <a:pt x="41610" y="342647"/>
                  </a:lnTo>
                  <a:lnTo>
                    <a:pt x="41809" y="342540"/>
                  </a:lnTo>
                  <a:lnTo>
                    <a:pt x="42647" y="342128"/>
                  </a:lnTo>
                  <a:lnTo>
                    <a:pt x="42930" y="341856"/>
                  </a:lnTo>
                  <a:lnTo>
                    <a:pt x="43072" y="341563"/>
                  </a:lnTo>
                  <a:lnTo>
                    <a:pt x="43469" y="341246"/>
                  </a:lnTo>
                  <a:lnTo>
                    <a:pt x="43407" y="340941"/>
                  </a:lnTo>
                  <a:lnTo>
                    <a:pt x="43087" y="340541"/>
                  </a:lnTo>
                  <a:lnTo>
                    <a:pt x="43242" y="340292"/>
                  </a:lnTo>
                  <a:lnTo>
                    <a:pt x="43233" y="340158"/>
                  </a:lnTo>
                  <a:lnTo>
                    <a:pt x="43187" y="339998"/>
                  </a:lnTo>
                  <a:lnTo>
                    <a:pt x="43208" y="339610"/>
                  </a:lnTo>
                  <a:lnTo>
                    <a:pt x="43231" y="339329"/>
                  </a:lnTo>
                  <a:lnTo>
                    <a:pt x="43216" y="339154"/>
                  </a:lnTo>
                  <a:lnTo>
                    <a:pt x="43308" y="338632"/>
                  </a:lnTo>
                  <a:lnTo>
                    <a:pt x="43297" y="338401"/>
                  </a:lnTo>
                  <a:lnTo>
                    <a:pt x="43313" y="338215"/>
                  </a:lnTo>
                  <a:lnTo>
                    <a:pt x="43571" y="338017"/>
                  </a:lnTo>
                  <a:lnTo>
                    <a:pt x="43591" y="337687"/>
                  </a:lnTo>
                  <a:lnTo>
                    <a:pt x="43915" y="337259"/>
                  </a:lnTo>
                  <a:lnTo>
                    <a:pt x="44134" y="337183"/>
                  </a:lnTo>
                  <a:lnTo>
                    <a:pt x="44276" y="337069"/>
                  </a:lnTo>
                  <a:lnTo>
                    <a:pt x="44302" y="336725"/>
                  </a:lnTo>
                  <a:lnTo>
                    <a:pt x="44365" y="336444"/>
                  </a:lnTo>
                  <a:lnTo>
                    <a:pt x="44425" y="336275"/>
                  </a:lnTo>
                  <a:lnTo>
                    <a:pt x="44471" y="336134"/>
                  </a:lnTo>
                  <a:lnTo>
                    <a:pt x="44565" y="335637"/>
                  </a:lnTo>
                  <a:lnTo>
                    <a:pt x="44547" y="334862"/>
                  </a:lnTo>
                  <a:lnTo>
                    <a:pt x="44678" y="334857"/>
                  </a:lnTo>
                  <a:lnTo>
                    <a:pt x="45013" y="334798"/>
                  </a:lnTo>
                  <a:lnTo>
                    <a:pt x="45167" y="334659"/>
                  </a:lnTo>
                  <a:lnTo>
                    <a:pt x="45765" y="334437"/>
                  </a:lnTo>
                  <a:lnTo>
                    <a:pt x="45920" y="334095"/>
                  </a:lnTo>
                  <a:lnTo>
                    <a:pt x="46003" y="333631"/>
                  </a:lnTo>
                  <a:lnTo>
                    <a:pt x="45974" y="333499"/>
                  </a:lnTo>
                  <a:lnTo>
                    <a:pt x="46104" y="333017"/>
                  </a:lnTo>
                  <a:lnTo>
                    <a:pt x="46835" y="332218"/>
                  </a:lnTo>
                  <a:lnTo>
                    <a:pt x="47178" y="330492"/>
                  </a:lnTo>
                  <a:lnTo>
                    <a:pt x="47242" y="330363"/>
                  </a:lnTo>
                  <a:lnTo>
                    <a:pt x="47320" y="330171"/>
                  </a:lnTo>
                  <a:lnTo>
                    <a:pt x="47214" y="329944"/>
                  </a:lnTo>
                  <a:lnTo>
                    <a:pt x="46882" y="329782"/>
                  </a:lnTo>
                  <a:lnTo>
                    <a:pt x="46235" y="330091"/>
                  </a:lnTo>
                  <a:lnTo>
                    <a:pt x="45812" y="330424"/>
                  </a:lnTo>
                  <a:lnTo>
                    <a:pt x="45449" y="330606"/>
                  </a:lnTo>
                  <a:lnTo>
                    <a:pt x="45026" y="330621"/>
                  </a:lnTo>
                  <a:lnTo>
                    <a:pt x="44860" y="330187"/>
                  </a:lnTo>
                  <a:lnTo>
                    <a:pt x="44692" y="329750"/>
                  </a:lnTo>
                  <a:lnTo>
                    <a:pt x="44626" y="329279"/>
                  </a:lnTo>
                  <a:lnTo>
                    <a:pt x="44581" y="329048"/>
                  </a:lnTo>
                  <a:lnTo>
                    <a:pt x="43903" y="328799"/>
                  </a:lnTo>
                  <a:lnTo>
                    <a:pt x="43645" y="328620"/>
                  </a:lnTo>
                  <a:lnTo>
                    <a:pt x="43369" y="328495"/>
                  </a:lnTo>
                  <a:lnTo>
                    <a:pt x="42666" y="328325"/>
                  </a:lnTo>
                  <a:lnTo>
                    <a:pt x="42392" y="328430"/>
                  </a:lnTo>
                  <a:lnTo>
                    <a:pt x="42158" y="328571"/>
                  </a:lnTo>
                  <a:lnTo>
                    <a:pt x="41872" y="328593"/>
                  </a:lnTo>
                  <a:lnTo>
                    <a:pt x="41574" y="328557"/>
                  </a:lnTo>
                  <a:lnTo>
                    <a:pt x="41284" y="328264"/>
                  </a:lnTo>
                  <a:lnTo>
                    <a:pt x="41226" y="327840"/>
                  </a:lnTo>
                  <a:lnTo>
                    <a:pt x="40836" y="327371"/>
                  </a:lnTo>
                  <a:lnTo>
                    <a:pt x="40672" y="326971"/>
                  </a:lnTo>
                  <a:lnTo>
                    <a:pt x="40189" y="326521"/>
                  </a:lnTo>
                  <a:lnTo>
                    <a:pt x="40193" y="325623"/>
                  </a:lnTo>
                  <a:lnTo>
                    <a:pt x="40249" y="325457"/>
                  </a:lnTo>
                  <a:lnTo>
                    <a:pt x="40342" y="324842"/>
                  </a:lnTo>
                  <a:lnTo>
                    <a:pt x="40244" y="324306"/>
                  </a:lnTo>
                  <a:lnTo>
                    <a:pt x="40303" y="324172"/>
                  </a:lnTo>
                  <a:lnTo>
                    <a:pt x="40290" y="323944"/>
                  </a:lnTo>
                  <a:lnTo>
                    <a:pt x="40308" y="323654"/>
                  </a:lnTo>
                  <a:lnTo>
                    <a:pt x="40363" y="323524"/>
                  </a:lnTo>
                  <a:lnTo>
                    <a:pt x="40415" y="323380"/>
                  </a:lnTo>
                  <a:lnTo>
                    <a:pt x="40493" y="322867"/>
                  </a:lnTo>
                  <a:lnTo>
                    <a:pt x="40335" y="322373"/>
                  </a:lnTo>
                  <a:lnTo>
                    <a:pt x="40383" y="322201"/>
                  </a:lnTo>
                  <a:lnTo>
                    <a:pt x="40425" y="321824"/>
                  </a:lnTo>
                  <a:lnTo>
                    <a:pt x="40559" y="321716"/>
                  </a:lnTo>
                  <a:lnTo>
                    <a:pt x="40703" y="321673"/>
                  </a:lnTo>
                  <a:lnTo>
                    <a:pt x="40682" y="321465"/>
                  </a:lnTo>
                  <a:lnTo>
                    <a:pt x="40576" y="321251"/>
                  </a:lnTo>
                  <a:lnTo>
                    <a:pt x="40463" y="320923"/>
                  </a:lnTo>
                  <a:lnTo>
                    <a:pt x="40795" y="320567"/>
                  </a:lnTo>
                  <a:lnTo>
                    <a:pt x="40814" y="320358"/>
                  </a:lnTo>
                  <a:lnTo>
                    <a:pt x="40463" y="320097"/>
                  </a:lnTo>
                  <a:lnTo>
                    <a:pt x="40420" y="319874"/>
                  </a:lnTo>
                  <a:lnTo>
                    <a:pt x="40469" y="319680"/>
                  </a:lnTo>
                  <a:lnTo>
                    <a:pt x="40169" y="319522"/>
                  </a:lnTo>
                  <a:lnTo>
                    <a:pt x="40008" y="319174"/>
                  </a:lnTo>
                  <a:lnTo>
                    <a:pt x="39979" y="318874"/>
                  </a:lnTo>
                  <a:lnTo>
                    <a:pt x="40252" y="317927"/>
                  </a:lnTo>
                  <a:lnTo>
                    <a:pt x="40407" y="317610"/>
                  </a:lnTo>
                  <a:lnTo>
                    <a:pt x="39990" y="317048"/>
                  </a:lnTo>
                  <a:lnTo>
                    <a:pt x="40031" y="316799"/>
                  </a:lnTo>
                  <a:lnTo>
                    <a:pt x="39938" y="316114"/>
                  </a:lnTo>
                  <a:lnTo>
                    <a:pt x="39326" y="315863"/>
                  </a:lnTo>
                  <a:lnTo>
                    <a:pt x="38768" y="316021"/>
                  </a:lnTo>
                  <a:lnTo>
                    <a:pt x="38312" y="316087"/>
                  </a:lnTo>
                  <a:lnTo>
                    <a:pt x="38110" y="316144"/>
                  </a:lnTo>
                  <a:lnTo>
                    <a:pt x="37914" y="316212"/>
                  </a:lnTo>
                  <a:lnTo>
                    <a:pt x="37450" y="316190"/>
                  </a:lnTo>
                  <a:lnTo>
                    <a:pt x="36494" y="316330"/>
                  </a:lnTo>
                  <a:lnTo>
                    <a:pt x="35182" y="316353"/>
                  </a:lnTo>
                  <a:lnTo>
                    <a:pt x="34646" y="315793"/>
                  </a:lnTo>
                  <a:lnTo>
                    <a:pt x="33850" y="316022"/>
                  </a:lnTo>
                  <a:lnTo>
                    <a:pt x="33132" y="316214"/>
                  </a:lnTo>
                  <a:lnTo>
                    <a:pt x="32572" y="316683"/>
                  </a:lnTo>
                  <a:lnTo>
                    <a:pt x="32481" y="316491"/>
                  </a:lnTo>
                  <a:lnTo>
                    <a:pt x="32362" y="316177"/>
                  </a:lnTo>
                  <a:lnTo>
                    <a:pt x="32213" y="316214"/>
                  </a:lnTo>
                  <a:lnTo>
                    <a:pt x="31988" y="316047"/>
                  </a:lnTo>
                  <a:lnTo>
                    <a:pt x="31784" y="315072"/>
                  </a:lnTo>
                  <a:lnTo>
                    <a:pt x="32083" y="314886"/>
                  </a:lnTo>
                  <a:lnTo>
                    <a:pt x="32347" y="314748"/>
                  </a:lnTo>
                  <a:lnTo>
                    <a:pt x="32493" y="314683"/>
                  </a:lnTo>
                  <a:lnTo>
                    <a:pt x="32803" y="314406"/>
                  </a:lnTo>
                  <a:lnTo>
                    <a:pt x="32689" y="314014"/>
                  </a:lnTo>
                  <a:lnTo>
                    <a:pt x="32056" y="313608"/>
                  </a:lnTo>
                  <a:lnTo>
                    <a:pt x="31968" y="313610"/>
                  </a:lnTo>
                  <a:lnTo>
                    <a:pt x="31796" y="313849"/>
                  </a:lnTo>
                  <a:lnTo>
                    <a:pt x="30979" y="314211"/>
                  </a:lnTo>
                  <a:lnTo>
                    <a:pt x="30723" y="314385"/>
                  </a:lnTo>
                  <a:lnTo>
                    <a:pt x="30137" y="314313"/>
                  </a:lnTo>
                  <a:lnTo>
                    <a:pt x="28845" y="314220"/>
                  </a:lnTo>
                  <a:lnTo>
                    <a:pt x="28581" y="314183"/>
                  </a:lnTo>
                  <a:lnTo>
                    <a:pt x="28357" y="314127"/>
                  </a:lnTo>
                  <a:lnTo>
                    <a:pt x="28067" y="313922"/>
                  </a:lnTo>
                  <a:lnTo>
                    <a:pt x="27359" y="313843"/>
                  </a:lnTo>
                  <a:lnTo>
                    <a:pt x="26781" y="313862"/>
                  </a:lnTo>
                  <a:lnTo>
                    <a:pt x="26526" y="313713"/>
                  </a:lnTo>
                  <a:lnTo>
                    <a:pt x="25728" y="313319"/>
                  </a:lnTo>
                  <a:lnTo>
                    <a:pt x="25557" y="313331"/>
                  </a:lnTo>
                  <a:lnTo>
                    <a:pt x="25211" y="313449"/>
                  </a:lnTo>
                  <a:lnTo>
                    <a:pt x="25013" y="313531"/>
                  </a:lnTo>
                  <a:lnTo>
                    <a:pt x="24902" y="313235"/>
                  </a:lnTo>
                  <a:lnTo>
                    <a:pt x="24662" y="312749"/>
                  </a:lnTo>
                  <a:lnTo>
                    <a:pt x="24603" y="312494"/>
                  </a:lnTo>
                  <a:lnTo>
                    <a:pt x="24407" y="311813"/>
                  </a:lnTo>
                  <a:lnTo>
                    <a:pt x="24286" y="311638"/>
                  </a:lnTo>
                  <a:lnTo>
                    <a:pt x="24171" y="311014"/>
                  </a:lnTo>
                  <a:lnTo>
                    <a:pt x="24194" y="310877"/>
                  </a:lnTo>
                  <a:lnTo>
                    <a:pt x="24224" y="310670"/>
                  </a:lnTo>
                  <a:lnTo>
                    <a:pt x="24028" y="310030"/>
                  </a:lnTo>
                  <a:lnTo>
                    <a:pt x="23574" y="309973"/>
                  </a:lnTo>
                  <a:lnTo>
                    <a:pt x="23158" y="309887"/>
                  </a:lnTo>
                  <a:lnTo>
                    <a:pt x="22967" y="309897"/>
                  </a:lnTo>
                  <a:lnTo>
                    <a:pt x="22556" y="309754"/>
                  </a:lnTo>
                  <a:lnTo>
                    <a:pt x="21306" y="309478"/>
                  </a:lnTo>
                  <a:lnTo>
                    <a:pt x="20737" y="309280"/>
                  </a:lnTo>
                  <a:lnTo>
                    <a:pt x="20602" y="309225"/>
                  </a:lnTo>
                  <a:lnTo>
                    <a:pt x="20268" y="309140"/>
                  </a:lnTo>
                  <a:lnTo>
                    <a:pt x="19139" y="308947"/>
                  </a:lnTo>
                  <a:lnTo>
                    <a:pt x="19528" y="308424"/>
                  </a:lnTo>
                  <a:lnTo>
                    <a:pt x="19695" y="308393"/>
                  </a:lnTo>
                  <a:lnTo>
                    <a:pt x="20012" y="308334"/>
                  </a:lnTo>
                  <a:lnTo>
                    <a:pt x="20281" y="308284"/>
                  </a:lnTo>
                  <a:lnTo>
                    <a:pt x="21269" y="307907"/>
                  </a:lnTo>
                  <a:lnTo>
                    <a:pt x="22014" y="306620"/>
                  </a:lnTo>
                  <a:lnTo>
                    <a:pt x="22189" y="305983"/>
                  </a:lnTo>
                  <a:lnTo>
                    <a:pt x="22055" y="305051"/>
                  </a:lnTo>
                  <a:lnTo>
                    <a:pt x="21896" y="304706"/>
                  </a:lnTo>
                  <a:lnTo>
                    <a:pt x="21945" y="304544"/>
                  </a:lnTo>
                  <a:lnTo>
                    <a:pt x="22214" y="304075"/>
                  </a:lnTo>
                  <a:lnTo>
                    <a:pt x="22890" y="304174"/>
                  </a:lnTo>
                  <a:lnTo>
                    <a:pt x="23280" y="304306"/>
                  </a:lnTo>
                  <a:lnTo>
                    <a:pt x="23452" y="304357"/>
                  </a:lnTo>
                  <a:lnTo>
                    <a:pt x="23861" y="304581"/>
                  </a:lnTo>
                  <a:lnTo>
                    <a:pt x="23874" y="304731"/>
                  </a:lnTo>
                  <a:lnTo>
                    <a:pt x="23936" y="304871"/>
                  </a:lnTo>
                  <a:lnTo>
                    <a:pt x="24086" y="305164"/>
                  </a:lnTo>
                  <a:lnTo>
                    <a:pt x="24496" y="305880"/>
                  </a:lnTo>
                  <a:lnTo>
                    <a:pt x="24464" y="306093"/>
                  </a:lnTo>
                  <a:lnTo>
                    <a:pt x="24520" y="306485"/>
                  </a:lnTo>
                  <a:lnTo>
                    <a:pt x="24779" y="306749"/>
                  </a:lnTo>
                  <a:lnTo>
                    <a:pt x="25177" y="306662"/>
                  </a:lnTo>
                  <a:lnTo>
                    <a:pt x="25558" y="306278"/>
                  </a:lnTo>
                  <a:lnTo>
                    <a:pt x="25977" y="306216"/>
                  </a:lnTo>
                  <a:lnTo>
                    <a:pt x="26122" y="306196"/>
                  </a:lnTo>
                  <a:lnTo>
                    <a:pt x="26888" y="305745"/>
                  </a:lnTo>
                  <a:lnTo>
                    <a:pt x="26923" y="305305"/>
                  </a:lnTo>
                  <a:lnTo>
                    <a:pt x="27336" y="304669"/>
                  </a:lnTo>
                  <a:lnTo>
                    <a:pt x="27267" y="304200"/>
                  </a:lnTo>
                  <a:lnTo>
                    <a:pt x="26655" y="303386"/>
                  </a:lnTo>
                  <a:lnTo>
                    <a:pt x="26597" y="303227"/>
                  </a:lnTo>
                  <a:lnTo>
                    <a:pt x="26551" y="303073"/>
                  </a:lnTo>
                  <a:lnTo>
                    <a:pt x="26479" y="302829"/>
                  </a:lnTo>
                  <a:lnTo>
                    <a:pt x="26472" y="302653"/>
                  </a:lnTo>
                  <a:lnTo>
                    <a:pt x="26441" y="302361"/>
                  </a:lnTo>
                  <a:lnTo>
                    <a:pt x="26315" y="301960"/>
                  </a:lnTo>
                  <a:lnTo>
                    <a:pt x="26104" y="301429"/>
                  </a:lnTo>
                  <a:lnTo>
                    <a:pt x="25991" y="301111"/>
                  </a:lnTo>
                  <a:lnTo>
                    <a:pt x="26421" y="300527"/>
                  </a:lnTo>
                  <a:lnTo>
                    <a:pt x="27208" y="300148"/>
                  </a:lnTo>
                  <a:lnTo>
                    <a:pt x="27496" y="300146"/>
                  </a:lnTo>
                  <a:lnTo>
                    <a:pt x="27707" y="300154"/>
                  </a:lnTo>
                  <a:lnTo>
                    <a:pt x="28266" y="300413"/>
                  </a:lnTo>
                  <a:lnTo>
                    <a:pt x="28285" y="300906"/>
                  </a:lnTo>
                  <a:lnTo>
                    <a:pt x="28918" y="301042"/>
                  </a:lnTo>
                  <a:lnTo>
                    <a:pt x="29282" y="300997"/>
                  </a:lnTo>
                  <a:lnTo>
                    <a:pt x="29474" y="300948"/>
                  </a:lnTo>
                  <a:lnTo>
                    <a:pt x="29967" y="300479"/>
                  </a:lnTo>
                  <a:lnTo>
                    <a:pt x="30562" y="300324"/>
                  </a:lnTo>
                  <a:lnTo>
                    <a:pt x="30776" y="300270"/>
                  </a:lnTo>
                  <a:lnTo>
                    <a:pt x="31232" y="300205"/>
                  </a:lnTo>
                  <a:lnTo>
                    <a:pt x="31635" y="300233"/>
                  </a:lnTo>
                  <a:lnTo>
                    <a:pt x="32660" y="300001"/>
                  </a:lnTo>
                  <a:lnTo>
                    <a:pt x="32894" y="300094"/>
                  </a:lnTo>
                  <a:lnTo>
                    <a:pt x="33093" y="299741"/>
                  </a:lnTo>
                  <a:lnTo>
                    <a:pt x="32972" y="299526"/>
                  </a:lnTo>
                  <a:lnTo>
                    <a:pt x="32782" y="299215"/>
                  </a:lnTo>
                  <a:lnTo>
                    <a:pt x="32935" y="299154"/>
                  </a:lnTo>
                  <a:lnTo>
                    <a:pt x="33110" y="299081"/>
                  </a:lnTo>
                  <a:lnTo>
                    <a:pt x="33465" y="298868"/>
                  </a:lnTo>
                  <a:lnTo>
                    <a:pt x="33861" y="298432"/>
                  </a:lnTo>
                  <a:lnTo>
                    <a:pt x="34147" y="298072"/>
                  </a:lnTo>
                  <a:lnTo>
                    <a:pt x="34387" y="298418"/>
                  </a:lnTo>
                  <a:lnTo>
                    <a:pt x="34444" y="298575"/>
                  </a:lnTo>
                  <a:lnTo>
                    <a:pt x="34818" y="298647"/>
                  </a:lnTo>
                  <a:lnTo>
                    <a:pt x="35300" y="298391"/>
                  </a:lnTo>
                  <a:lnTo>
                    <a:pt x="35550" y="298338"/>
                  </a:lnTo>
                  <a:lnTo>
                    <a:pt x="35739" y="298378"/>
                  </a:lnTo>
                  <a:lnTo>
                    <a:pt x="35961" y="298465"/>
                  </a:lnTo>
                  <a:lnTo>
                    <a:pt x="36238" y="298217"/>
                  </a:lnTo>
                  <a:lnTo>
                    <a:pt x="37289" y="297915"/>
                  </a:lnTo>
                  <a:lnTo>
                    <a:pt x="37558" y="297663"/>
                  </a:lnTo>
                  <a:lnTo>
                    <a:pt x="37739" y="297607"/>
                  </a:lnTo>
                  <a:lnTo>
                    <a:pt x="38314" y="297455"/>
                  </a:lnTo>
                  <a:lnTo>
                    <a:pt x="38603" y="297490"/>
                  </a:lnTo>
                  <a:lnTo>
                    <a:pt x="38984" y="297641"/>
                  </a:lnTo>
                  <a:lnTo>
                    <a:pt x="39244" y="297817"/>
                  </a:lnTo>
                  <a:lnTo>
                    <a:pt x="39533" y="297938"/>
                  </a:lnTo>
                  <a:lnTo>
                    <a:pt x="40697" y="297727"/>
                  </a:lnTo>
                  <a:lnTo>
                    <a:pt x="40986" y="297520"/>
                  </a:lnTo>
                  <a:lnTo>
                    <a:pt x="41474" y="297362"/>
                  </a:lnTo>
                  <a:lnTo>
                    <a:pt x="41893" y="297258"/>
                  </a:lnTo>
                  <a:lnTo>
                    <a:pt x="42464" y="297142"/>
                  </a:lnTo>
                  <a:lnTo>
                    <a:pt x="42916" y="296863"/>
                  </a:lnTo>
                  <a:lnTo>
                    <a:pt x="43511" y="296542"/>
                  </a:lnTo>
                  <a:lnTo>
                    <a:pt x="44189" y="296013"/>
                  </a:lnTo>
                  <a:lnTo>
                    <a:pt x="44205" y="295301"/>
                  </a:lnTo>
                  <a:lnTo>
                    <a:pt x="44491" y="295192"/>
                  </a:lnTo>
                  <a:lnTo>
                    <a:pt x="45031" y="294857"/>
                  </a:lnTo>
                  <a:lnTo>
                    <a:pt x="45255" y="294585"/>
                  </a:lnTo>
                  <a:lnTo>
                    <a:pt x="45400" y="294203"/>
                  </a:lnTo>
                  <a:lnTo>
                    <a:pt x="45424" y="294013"/>
                  </a:lnTo>
                  <a:lnTo>
                    <a:pt x="45387" y="293854"/>
                  </a:lnTo>
                  <a:lnTo>
                    <a:pt x="45580" y="293522"/>
                  </a:lnTo>
                  <a:lnTo>
                    <a:pt x="45737" y="293092"/>
                  </a:lnTo>
                  <a:lnTo>
                    <a:pt x="45729" y="292894"/>
                  </a:lnTo>
                  <a:lnTo>
                    <a:pt x="45513" y="292766"/>
                  </a:lnTo>
                  <a:lnTo>
                    <a:pt x="44689" y="292361"/>
                  </a:lnTo>
                  <a:lnTo>
                    <a:pt x="44341" y="292589"/>
                  </a:lnTo>
                  <a:lnTo>
                    <a:pt x="44098" y="292711"/>
                  </a:lnTo>
                  <a:lnTo>
                    <a:pt x="43390" y="292828"/>
                  </a:lnTo>
                  <a:lnTo>
                    <a:pt x="43097" y="292627"/>
                  </a:lnTo>
                  <a:lnTo>
                    <a:pt x="43033" y="292423"/>
                  </a:lnTo>
                  <a:lnTo>
                    <a:pt x="42697" y="291986"/>
                  </a:lnTo>
                  <a:lnTo>
                    <a:pt x="42309" y="291571"/>
                  </a:lnTo>
                  <a:lnTo>
                    <a:pt x="41194" y="291747"/>
                  </a:lnTo>
                  <a:lnTo>
                    <a:pt x="40943" y="291747"/>
                  </a:lnTo>
                  <a:lnTo>
                    <a:pt x="40317" y="292310"/>
                  </a:lnTo>
                  <a:lnTo>
                    <a:pt x="39959" y="292571"/>
                  </a:lnTo>
                  <a:lnTo>
                    <a:pt x="39618" y="292499"/>
                  </a:lnTo>
                  <a:lnTo>
                    <a:pt x="39268" y="291950"/>
                  </a:lnTo>
                  <a:lnTo>
                    <a:pt x="38855" y="291982"/>
                  </a:lnTo>
                  <a:lnTo>
                    <a:pt x="38664" y="291984"/>
                  </a:lnTo>
                  <a:lnTo>
                    <a:pt x="38402" y="291869"/>
                  </a:lnTo>
                  <a:lnTo>
                    <a:pt x="38175" y="291759"/>
                  </a:lnTo>
                  <a:lnTo>
                    <a:pt x="37912" y="291743"/>
                  </a:lnTo>
                  <a:lnTo>
                    <a:pt x="37568" y="291743"/>
                  </a:lnTo>
                  <a:lnTo>
                    <a:pt x="36206" y="291829"/>
                  </a:lnTo>
                  <a:lnTo>
                    <a:pt x="35991" y="291238"/>
                  </a:lnTo>
                  <a:lnTo>
                    <a:pt x="35969" y="290663"/>
                  </a:lnTo>
                  <a:lnTo>
                    <a:pt x="35676" y="290131"/>
                  </a:lnTo>
                  <a:lnTo>
                    <a:pt x="35637" y="289996"/>
                  </a:lnTo>
                  <a:lnTo>
                    <a:pt x="35608" y="289656"/>
                  </a:lnTo>
                  <a:lnTo>
                    <a:pt x="35754" y="288341"/>
                  </a:lnTo>
                  <a:lnTo>
                    <a:pt x="35529" y="287826"/>
                  </a:lnTo>
                  <a:lnTo>
                    <a:pt x="35229" y="287679"/>
                  </a:lnTo>
                  <a:lnTo>
                    <a:pt x="35147" y="287372"/>
                  </a:lnTo>
                  <a:lnTo>
                    <a:pt x="34497" y="287017"/>
                  </a:lnTo>
                  <a:lnTo>
                    <a:pt x="34461" y="286441"/>
                  </a:lnTo>
                  <a:lnTo>
                    <a:pt x="34707" y="285916"/>
                  </a:lnTo>
                  <a:lnTo>
                    <a:pt x="34902" y="285693"/>
                  </a:lnTo>
                  <a:lnTo>
                    <a:pt x="35073" y="285533"/>
                  </a:lnTo>
                  <a:lnTo>
                    <a:pt x="35226" y="284736"/>
                  </a:lnTo>
                  <a:lnTo>
                    <a:pt x="35240" y="284481"/>
                  </a:lnTo>
                  <a:lnTo>
                    <a:pt x="35248" y="284239"/>
                  </a:lnTo>
                  <a:lnTo>
                    <a:pt x="35552" y="283696"/>
                  </a:lnTo>
                  <a:lnTo>
                    <a:pt x="35681" y="283325"/>
                  </a:lnTo>
                  <a:lnTo>
                    <a:pt x="35576" y="283004"/>
                  </a:lnTo>
                  <a:lnTo>
                    <a:pt x="35344" y="282863"/>
                  </a:lnTo>
                  <a:lnTo>
                    <a:pt x="34946" y="282823"/>
                  </a:lnTo>
                  <a:lnTo>
                    <a:pt x="34678" y="282656"/>
                  </a:lnTo>
                  <a:lnTo>
                    <a:pt x="34734" y="282447"/>
                  </a:lnTo>
                  <a:lnTo>
                    <a:pt x="35018" y="281380"/>
                  </a:lnTo>
                  <a:lnTo>
                    <a:pt x="35281" y="281121"/>
                  </a:lnTo>
                  <a:lnTo>
                    <a:pt x="35104" y="280667"/>
                  </a:lnTo>
                  <a:lnTo>
                    <a:pt x="34903" y="280571"/>
                  </a:lnTo>
                  <a:lnTo>
                    <a:pt x="34703" y="280467"/>
                  </a:lnTo>
                  <a:lnTo>
                    <a:pt x="34546" y="280236"/>
                  </a:lnTo>
                  <a:lnTo>
                    <a:pt x="34380" y="279999"/>
                  </a:lnTo>
                  <a:lnTo>
                    <a:pt x="33967" y="280026"/>
                  </a:lnTo>
                  <a:lnTo>
                    <a:pt x="33739" y="280159"/>
                  </a:lnTo>
                  <a:lnTo>
                    <a:pt x="33561" y="280169"/>
                  </a:lnTo>
                  <a:lnTo>
                    <a:pt x="32850" y="280033"/>
                  </a:lnTo>
                  <a:lnTo>
                    <a:pt x="32578" y="279847"/>
                  </a:lnTo>
                  <a:lnTo>
                    <a:pt x="32482" y="279656"/>
                  </a:lnTo>
                  <a:lnTo>
                    <a:pt x="32376" y="279520"/>
                  </a:lnTo>
                  <a:lnTo>
                    <a:pt x="32005" y="279286"/>
                  </a:lnTo>
                  <a:lnTo>
                    <a:pt x="31904" y="278304"/>
                  </a:lnTo>
                  <a:lnTo>
                    <a:pt x="31680" y="278140"/>
                  </a:lnTo>
                  <a:lnTo>
                    <a:pt x="31230" y="277503"/>
                  </a:lnTo>
                  <a:lnTo>
                    <a:pt x="30661" y="276651"/>
                  </a:lnTo>
                  <a:lnTo>
                    <a:pt x="30536" y="276358"/>
                  </a:lnTo>
                  <a:lnTo>
                    <a:pt x="30013" y="275346"/>
                  </a:lnTo>
                  <a:lnTo>
                    <a:pt x="29994" y="275170"/>
                  </a:lnTo>
                  <a:lnTo>
                    <a:pt x="29636" y="274703"/>
                  </a:lnTo>
                  <a:lnTo>
                    <a:pt x="28690" y="273360"/>
                  </a:lnTo>
                  <a:lnTo>
                    <a:pt x="28434" y="273268"/>
                  </a:lnTo>
                  <a:lnTo>
                    <a:pt x="28131" y="273043"/>
                  </a:lnTo>
                  <a:lnTo>
                    <a:pt x="27652" y="272845"/>
                  </a:lnTo>
                  <a:lnTo>
                    <a:pt x="27471" y="272772"/>
                  </a:lnTo>
                  <a:lnTo>
                    <a:pt x="27352" y="272283"/>
                  </a:lnTo>
                  <a:lnTo>
                    <a:pt x="27506" y="271561"/>
                  </a:lnTo>
                  <a:lnTo>
                    <a:pt x="27501" y="271413"/>
                  </a:lnTo>
                  <a:lnTo>
                    <a:pt x="27315" y="270895"/>
                  </a:lnTo>
                  <a:lnTo>
                    <a:pt x="26410" y="271229"/>
                  </a:lnTo>
                  <a:lnTo>
                    <a:pt x="26017" y="270698"/>
                  </a:lnTo>
                  <a:lnTo>
                    <a:pt x="25800" y="270454"/>
                  </a:lnTo>
                  <a:lnTo>
                    <a:pt x="25528" y="270162"/>
                  </a:lnTo>
                  <a:lnTo>
                    <a:pt x="25414" y="269882"/>
                  </a:lnTo>
                  <a:lnTo>
                    <a:pt x="25335" y="269654"/>
                  </a:lnTo>
                  <a:lnTo>
                    <a:pt x="25156" y="269442"/>
                  </a:lnTo>
                  <a:lnTo>
                    <a:pt x="24959" y="269152"/>
                  </a:lnTo>
                  <a:lnTo>
                    <a:pt x="25223" y="268862"/>
                  </a:lnTo>
                  <a:lnTo>
                    <a:pt x="25972" y="268431"/>
                  </a:lnTo>
                  <a:lnTo>
                    <a:pt x="26138" y="268097"/>
                  </a:lnTo>
                  <a:lnTo>
                    <a:pt x="25901" y="267955"/>
                  </a:lnTo>
                  <a:lnTo>
                    <a:pt x="25665" y="267876"/>
                  </a:lnTo>
                  <a:lnTo>
                    <a:pt x="25252" y="267594"/>
                  </a:lnTo>
                  <a:lnTo>
                    <a:pt x="25193" y="266744"/>
                  </a:lnTo>
                  <a:lnTo>
                    <a:pt x="25168" y="266365"/>
                  </a:lnTo>
                  <a:lnTo>
                    <a:pt x="24949" y="265924"/>
                  </a:lnTo>
                  <a:lnTo>
                    <a:pt x="24783" y="265677"/>
                  </a:lnTo>
                  <a:lnTo>
                    <a:pt x="25055" y="264766"/>
                  </a:lnTo>
                  <a:lnTo>
                    <a:pt x="25241" y="264724"/>
                  </a:lnTo>
                  <a:lnTo>
                    <a:pt x="25297" y="264450"/>
                  </a:lnTo>
                  <a:lnTo>
                    <a:pt x="24945" y="264287"/>
                  </a:lnTo>
                  <a:lnTo>
                    <a:pt x="24353" y="264295"/>
                  </a:lnTo>
                  <a:lnTo>
                    <a:pt x="23494" y="264208"/>
                  </a:lnTo>
                  <a:lnTo>
                    <a:pt x="23280" y="263975"/>
                  </a:lnTo>
                  <a:lnTo>
                    <a:pt x="22946" y="263683"/>
                  </a:lnTo>
                  <a:lnTo>
                    <a:pt x="22773" y="264068"/>
                  </a:lnTo>
                  <a:lnTo>
                    <a:pt x="22239" y="263774"/>
                  </a:lnTo>
                  <a:lnTo>
                    <a:pt x="22104" y="263478"/>
                  </a:lnTo>
                  <a:lnTo>
                    <a:pt x="22162" y="263122"/>
                  </a:lnTo>
                  <a:lnTo>
                    <a:pt x="22241" y="262835"/>
                  </a:lnTo>
                  <a:lnTo>
                    <a:pt x="22247" y="262644"/>
                  </a:lnTo>
                  <a:lnTo>
                    <a:pt x="22258" y="262054"/>
                  </a:lnTo>
                  <a:lnTo>
                    <a:pt x="22228" y="261910"/>
                  </a:lnTo>
                  <a:lnTo>
                    <a:pt x="22048" y="261498"/>
                  </a:lnTo>
                  <a:lnTo>
                    <a:pt x="21350" y="261396"/>
                  </a:lnTo>
                  <a:lnTo>
                    <a:pt x="21205" y="261045"/>
                  </a:lnTo>
                  <a:lnTo>
                    <a:pt x="21150" y="260824"/>
                  </a:lnTo>
                  <a:lnTo>
                    <a:pt x="20471" y="260654"/>
                  </a:lnTo>
                  <a:lnTo>
                    <a:pt x="19904" y="260358"/>
                  </a:lnTo>
                  <a:lnTo>
                    <a:pt x="19728" y="260187"/>
                  </a:lnTo>
                  <a:lnTo>
                    <a:pt x="19531" y="259821"/>
                  </a:lnTo>
                  <a:lnTo>
                    <a:pt x="19576" y="259566"/>
                  </a:lnTo>
                  <a:lnTo>
                    <a:pt x="19533" y="259438"/>
                  </a:lnTo>
                  <a:lnTo>
                    <a:pt x="19437" y="259303"/>
                  </a:lnTo>
                  <a:lnTo>
                    <a:pt x="19249" y="259208"/>
                  </a:lnTo>
                  <a:lnTo>
                    <a:pt x="18847" y="259006"/>
                  </a:lnTo>
                  <a:lnTo>
                    <a:pt x="18470" y="258928"/>
                  </a:lnTo>
                  <a:lnTo>
                    <a:pt x="18397" y="258701"/>
                  </a:lnTo>
                  <a:lnTo>
                    <a:pt x="18165" y="258382"/>
                  </a:lnTo>
                  <a:lnTo>
                    <a:pt x="17955" y="258328"/>
                  </a:lnTo>
                  <a:lnTo>
                    <a:pt x="17564" y="257942"/>
                  </a:lnTo>
                  <a:lnTo>
                    <a:pt x="17281" y="257383"/>
                  </a:lnTo>
                  <a:lnTo>
                    <a:pt x="17128" y="257250"/>
                  </a:lnTo>
                  <a:lnTo>
                    <a:pt x="16196" y="257342"/>
                  </a:lnTo>
                  <a:lnTo>
                    <a:pt x="15723" y="256788"/>
                  </a:lnTo>
                  <a:lnTo>
                    <a:pt x="15510" y="256429"/>
                  </a:lnTo>
                  <a:lnTo>
                    <a:pt x="15579" y="256120"/>
                  </a:lnTo>
                  <a:lnTo>
                    <a:pt x="16150" y="255771"/>
                  </a:lnTo>
                  <a:lnTo>
                    <a:pt x="17130" y="255773"/>
                  </a:lnTo>
                  <a:lnTo>
                    <a:pt x="18034" y="255735"/>
                  </a:lnTo>
                  <a:lnTo>
                    <a:pt x="17746" y="255458"/>
                  </a:lnTo>
                  <a:lnTo>
                    <a:pt x="17820" y="255312"/>
                  </a:lnTo>
                  <a:lnTo>
                    <a:pt x="17972" y="255108"/>
                  </a:lnTo>
                  <a:lnTo>
                    <a:pt x="17944" y="254778"/>
                  </a:lnTo>
                  <a:lnTo>
                    <a:pt x="18489" y="254548"/>
                  </a:lnTo>
                  <a:lnTo>
                    <a:pt x="18838" y="254213"/>
                  </a:lnTo>
                  <a:lnTo>
                    <a:pt x="19020" y="253575"/>
                  </a:lnTo>
                  <a:lnTo>
                    <a:pt x="19165" y="253220"/>
                  </a:lnTo>
                  <a:lnTo>
                    <a:pt x="19647" y="252663"/>
                  </a:lnTo>
                  <a:lnTo>
                    <a:pt x="19902" y="252675"/>
                  </a:lnTo>
                  <a:lnTo>
                    <a:pt x="20364" y="252506"/>
                  </a:lnTo>
                  <a:lnTo>
                    <a:pt x="20589" y="252445"/>
                  </a:lnTo>
                  <a:lnTo>
                    <a:pt x="21345" y="252713"/>
                  </a:lnTo>
                  <a:lnTo>
                    <a:pt x="21606" y="252588"/>
                  </a:lnTo>
                  <a:lnTo>
                    <a:pt x="21914" y="252308"/>
                  </a:lnTo>
                  <a:lnTo>
                    <a:pt x="22299" y="252210"/>
                  </a:lnTo>
                  <a:lnTo>
                    <a:pt x="22696" y="252254"/>
                  </a:lnTo>
                  <a:lnTo>
                    <a:pt x="22906" y="252269"/>
                  </a:lnTo>
                  <a:lnTo>
                    <a:pt x="23082" y="252053"/>
                  </a:lnTo>
                  <a:lnTo>
                    <a:pt x="23153" y="251317"/>
                  </a:lnTo>
                  <a:lnTo>
                    <a:pt x="23219" y="250987"/>
                  </a:lnTo>
                  <a:lnTo>
                    <a:pt x="23280" y="250434"/>
                  </a:lnTo>
                  <a:lnTo>
                    <a:pt x="23468" y="250183"/>
                  </a:lnTo>
                  <a:lnTo>
                    <a:pt x="23415" y="249664"/>
                  </a:lnTo>
                  <a:lnTo>
                    <a:pt x="23294" y="249467"/>
                  </a:lnTo>
                  <a:lnTo>
                    <a:pt x="22996" y="248672"/>
                  </a:lnTo>
                  <a:lnTo>
                    <a:pt x="22788" y="248515"/>
                  </a:lnTo>
                  <a:lnTo>
                    <a:pt x="22491" y="247955"/>
                  </a:lnTo>
                  <a:lnTo>
                    <a:pt x="22246" y="248019"/>
                  </a:lnTo>
                  <a:lnTo>
                    <a:pt x="21994" y="248182"/>
                  </a:lnTo>
                  <a:lnTo>
                    <a:pt x="22070" y="248393"/>
                  </a:lnTo>
                  <a:lnTo>
                    <a:pt x="22041" y="248747"/>
                  </a:lnTo>
                  <a:lnTo>
                    <a:pt x="21898" y="248769"/>
                  </a:lnTo>
                  <a:lnTo>
                    <a:pt x="21810" y="249329"/>
                  </a:lnTo>
                  <a:lnTo>
                    <a:pt x="21547" y="249413"/>
                  </a:lnTo>
                  <a:lnTo>
                    <a:pt x="21360" y="249206"/>
                  </a:lnTo>
                  <a:lnTo>
                    <a:pt x="21345" y="248755"/>
                  </a:lnTo>
                  <a:lnTo>
                    <a:pt x="21021" y="248535"/>
                  </a:lnTo>
                  <a:lnTo>
                    <a:pt x="20952" y="248149"/>
                  </a:lnTo>
                  <a:lnTo>
                    <a:pt x="20979" y="247960"/>
                  </a:lnTo>
                  <a:lnTo>
                    <a:pt x="21020" y="247666"/>
                  </a:lnTo>
                  <a:lnTo>
                    <a:pt x="21111" y="247358"/>
                  </a:lnTo>
                  <a:lnTo>
                    <a:pt x="21132" y="247197"/>
                  </a:lnTo>
                  <a:lnTo>
                    <a:pt x="20682" y="246974"/>
                  </a:lnTo>
                  <a:lnTo>
                    <a:pt x="19972" y="246875"/>
                  </a:lnTo>
                  <a:lnTo>
                    <a:pt x="19690" y="246963"/>
                  </a:lnTo>
                  <a:lnTo>
                    <a:pt x="19303" y="246718"/>
                  </a:lnTo>
                  <a:lnTo>
                    <a:pt x="19104" y="246369"/>
                  </a:lnTo>
                  <a:lnTo>
                    <a:pt x="18974" y="246221"/>
                  </a:lnTo>
                  <a:lnTo>
                    <a:pt x="18968" y="245568"/>
                  </a:lnTo>
                  <a:lnTo>
                    <a:pt x="19284" y="245418"/>
                  </a:lnTo>
                  <a:lnTo>
                    <a:pt x="19602" y="245279"/>
                  </a:lnTo>
                  <a:lnTo>
                    <a:pt x="19808" y="244332"/>
                  </a:lnTo>
                  <a:lnTo>
                    <a:pt x="20357" y="243659"/>
                  </a:lnTo>
                  <a:lnTo>
                    <a:pt x="20224" y="243180"/>
                  </a:lnTo>
                  <a:lnTo>
                    <a:pt x="20184" y="242796"/>
                  </a:lnTo>
                  <a:lnTo>
                    <a:pt x="20287" y="242516"/>
                  </a:lnTo>
                  <a:lnTo>
                    <a:pt x="20608" y="242130"/>
                  </a:lnTo>
                  <a:lnTo>
                    <a:pt x="20086" y="241900"/>
                  </a:lnTo>
                  <a:lnTo>
                    <a:pt x="19489" y="241499"/>
                  </a:lnTo>
                  <a:lnTo>
                    <a:pt x="19034" y="241397"/>
                  </a:lnTo>
                  <a:lnTo>
                    <a:pt x="18614" y="241301"/>
                  </a:lnTo>
                  <a:lnTo>
                    <a:pt x="18449" y="241264"/>
                  </a:lnTo>
                  <a:lnTo>
                    <a:pt x="17550" y="240832"/>
                  </a:lnTo>
                  <a:lnTo>
                    <a:pt x="17660" y="240476"/>
                  </a:lnTo>
                  <a:lnTo>
                    <a:pt x="17787" y="240182"/>
                  </a:lnTo>
                  <a:lnTo>
                    <a:pt x="18079" y="239841"/>
                  </a:lnTo>
                  <a:lnTo>
                    <a:pt x="18368" y="239706"/>
                  </a:lnTo>
                  <a:lnTo>
                    <a:pt x="19852" y="238176"/>
                  </a:lnTo>
                  <a:lnTo>
                    <a:pt x="20683" y="237631"/>
                  </a:lnTo>
                  <a:lnTo>
                    <a:pt x="21309" y="237305"/>
                  </a:lnTo>
                  <a:lnTo>
                    <a:pt x="21603" y="237065"/>
                  </a:lnTo>
                  <a:lnTo>
                    <a:pt x="22119" y="236516"/>
                  </a:lnTo>
                  <a:lnTo>
                    <a:pt x="22268" y="236475"/>
                  </a:lnTo>
                  <a:lnTo>
                    <a:pt x="22455" y="236426"/>
                  </a:lnTo>
                  <a:lnTo>
                    <a:pt x="23733" y="235867"/>
                  </a:lnTo>
                  <a:lnTo>
                    <a:pt x="24086" y="235692"/>
                  </a:lnTo>
                  <a:lnTo>
                    <a:pt x="24394" y="235459"/>
                  </a:lnTo>
                  <a:lnTo>
                    <a:pt x="24933" y="235427"/>
                  </a:lnTo>
                  <a:lnTo>
                    <a:pt x="25074" y="235523"/>
                  </a:lnTo>
                  <a:lnTo>
                    <a:pt x="25513" y="235549"/>
                  </a:lnTo>
                  <a:lnTo>
                    <a:pt x="25646" y="235391"/>
                  </a:lnTo>
                  <a:lnTo>
                    <a:pt x="26002" y="235293"/>
                  </a:lnTo>
                  <a:lnTo>
                    <a:pt x="26720" y="235288"/>
                  </a:lnTo>
                  <a:lnTo>
                    <a:pt x="27537" y="235006"/>
                  </a:lnTo>
                  <a:lnTo>
                    <a:pt x="27845" y="235055"/>
                  </a:lnTo>
                  <a:lnTo>
                    <a:pt x="28267" y="235187"/>
                  </a:lnTo>
                  <a:lnTo>
                    <a:pt x="28699" y="235340"/>
                  </a:lnTo>
                  <a:lnTo>
                    <a:pt x="28830" y="235350"/>
                  </a:lnTo>
                  <a:lnTo>
                    <a:pt x="29201" y="235441"/>
                  </a:lnTo>
                  <a:lnTo>
                    <a:pt x="29841" y="235565"/>
                  </a:lnTo>
                  <a:lnTo>
                    <a:pt x="30389" y="235675"/>
                  </a:lnTo>
                  <a:lnTo>
                    <a:pt x="31743" y="235981"/>
                  </a:lnTo>
                  <a:lnTo>
                    <a:pt x="32426" y="236314"/>
                  </a:lnTo>
                  <a:lnTo>
                    <a:pt x="32861" y="236189"/>
                  </a:lnTo>
                  <a:lnTo>
                    <a:pt x="32862" y="236047"/>
                  </a:lnTo>
                  <a:lnTo>
                    <a:pt x="32866" y="235707"/>
                  </a:lnTo>
                  <a:lnTo>
                    <a:pt x="32869" y="235515"/>
                  </a:lnTo>
                  <a:lnTo>
                    <a:pt x="32879" y="234951"/>
                  </a:lnTo>
                  <a:lnTo>
                    <a:pt x="32885" y="234662"/>
                  </a:lnTo>
                  <a:lnTo>
                    <a:pt x="32741" y="234284"/>
                  </a:lnTo>
                  <a:lnTo>
                    <a:pt x="32524" y="233781"/>
                  </a:lnTo>
                  <a:lnTo>
                    <a:pt x="32465" y="233448"/>
                  </a:lnTo>
                  <a:lnTo>
                    <a:pt x="32446" y="233115"/>
                  </a:lnTo>
                  <a:lnTo>
                    <a:pt x="32638" y="232812"/>
                  </a:lnTo>
                  <a:lnTo>
                    <a:pt x="33127" y="232187"/>
                  </a:lnTo>
                  <a:lnTo>
                    <a:pt x="32933" y="231799"/>
                  </a:lnTo>
                  <a:lnTo>
                    <a:pt x="32707" y="231493"/>
                  </a:lnTo>
                  <a:lnTo>
                    <a:pt x="32676" y="231228"/>
                  </a:lnTo>
                  <a:lnTo>
                    <a:pt x="32814" y="230981"/>
                  </a:lnTo>
                  <a:lnTo>
                    <a:pt x="33193" y="230909"/>
                  </a:lnTo>
                  <a:lnTo>
                    <a:pt x="33608" y="230890"/>
                  </a:lnTo>
                  <a:lnTo>
                    <a:pt x="33834" y="230898"/>
                  </a:lnTo>
                  <a:lnTo>
                    <a:pt x="33860" y="230533"/>
                  </a:lnTo>
                  <a:lnTo>
                    <a:pt x="33169" y="229461"/>
                  </a:lnTo>
                  <a:lnTo>
                    <a:pt x="32564" y="228537"/>
                  </a:lnTo>
                  <a:lnTo>
                    <a:pt x="32471" y="228392"/>
                  </a:lnTo>
                  <a:lnTo>
                    <a:pt x="32184" y="227895"/>
                  </a:lnTo>
                  <a:lnTo>
                    <a:pt x="32249" y="227330"/>
                  </a:lnTo>
                  <a:lnTo>
                    <a:pt x="32359" y="227146"/>
                  </a:lnTo>
                  <a:lnTo>
                    <a:pt x="32569" y="227241"/>
                  </a:lnTo>
                  <a:lnTo>
                    <a:pt x="32824" y="227296"/>
                  </a:lnTo>
                  <a:lnTo>
                    <a:pt x="33055" y="227040"/>
                  </a:lnTo>
                  <a:lnTo>
                    <a:pt x="32943" y="226795"/>
                  </a:lnTo>
                  <a:lnTo>
                    <a:pt x="33055" y="226641"/>
                  </a:lnTo>
                  <a:lnTo>
                    <a:pt x="32901" y="226277"/>
                  </a:lnTo>
                  <a:lnTo>
                    <a:pt x="32481" y="225928"/>
                  </a:lnTo>
                  <a:lnTo>
                    <a:pt x="32076" y="225560"/>
                  </a:lnTo>
                  <a:lnTo>
                    <a:pt x="31880" y="225233"/>
                  </a:lnTo>
                  <a:lnTo>
                    <a:pt x="32114" y="224922"/>
                  </a:lnTo>
                  <a:lnTo>
                    <a:pt x="32173" y="224419"/>
                  </a:lnTo>
                  <a:lnTo>
                    <a:pt x="31948" y="224364"/>
                  </a:lnTo>
                  <a:lnTo>
                    <a:pt x="31804" y="224321"/>
                  </a:lnTo>
                  <a:lnTo>
                    <a:pt x="31871" y="223658"/>
                  </a:lnTo>
                  <a:lnTo>
                    <a:pt x="31511" y="223171"/>
                  </a:lnTo>
                  <a:lnTo>
                    <a:pt x="31570" y="222786"/>
                  </a:lnTo>
                  <a:lnTo>
                    <a:pt x="31667" y="222620"/>
                  </a:lnTo>
                  <a:lnTo>
                    <a:pt x="32116" y="222189"/>
                  </a:lnTo>
                  <a:lnTo>
                    <a:pt x="32505" y="221908"/>
                  </a:lnTo>
                  <a:lnTo>
                    <a:pt x="32857" y="221622"/>
                  </a:lnTo>
                  <a:lnTo>
                    <a:pt x="33327" y="220650"/>
                  </a:lnTo>
                  <a:lnTo>
                    <a:pt x="33687" y="220485"/>
                  </a:lnTo>
                  <a:lnTo>
                    <a:pt x="34821" y="219934"/>
                  </a:lnTo>
                  <a:lnTo>
                    <a:pt x="35095" y="219413"/>
                  </a:lnTo>
                  <a:lnTo>
                    <a:pt x="35135" y="219247"/>
                  </a:lnTo>
                  <a:lnTo>
                    <a:pt x="35738" y="218784"/>
                  </a:lnTo>
                  <a:lnTo>
                    <a:pt x="35658" y="218258"/>
                  </a:lnTo>
                  <a:lnTo>
                    <a:pt x="36274" y="217680"/>
                  </a:lnTo>
                  <a:lnTo>
                    <a:pt x="36628" y="217394"/>
                  </a:lnTo>
                  <a:lnTo>
                    <a:pt x="37016" y="216973"/>
                  </a:lnTo>
                  <a:lnTo>
                    <a:pt x="36901" y="216227"/>
                  </a:lnTo>
                  <a:lnTo>
                    <a:pt x="37147" y="216039"/>
                  </a:lnTo>
                  <a:lnTo>
                    <a:pt x="37379" y="216088"/>
                  </a:lnTo>
                  <a:lnTo>
                    <a:pt x="37979" y="215898"/>
                  </a:lnTo>
                  <a:lnTo>
                    <a:pt x="38008" y="215756"/>
                  </a:lnTo>
                  <a:lnTo>
                    <a:pt x="37882" y="215109"/>
                  </a:lnTo>
                  <a:lnTo>
                    <a:pt x="38342" y="215104"/>
                  </a:lnTo>
                  <a:lnTo>
                    <a:pt x="38837" y="214880"/>
                  </a:lnTo>
                  <a:lnTo>
                    <a:pt x="39009" y="214709"/>
                  </a:lnTo>
                  <a:lnTo>
                    <a:pt x="39255" y="214697"/>
                  </a:lnTo>
                  <a:lnTo>
                    <a:pt x="39798" y="214895"/>
                  </a:lnTo>
                  <a:lnTo>
                    <a:pt x="40134" y="215067"/>
                  </a:lnTo>
                  <a:lnTo>
                    <a:pt x="40330" y="215162"/>
                  </a:lnTo>
                  <a:lnTo>
                    <a:pt x="41260" y="215325"/>
                  </a:lnTo>
                  <a:lnTo>
                    <a:pt x="41488" y="215233"/>
                  </a:lnTo>
                  <a:lnTo>
                    <a:pt x="42755" y="214928"/>
                  </a:lnTo>
                  <a:lnTo>
                    <a:pt x="43440" y="214671"/>
                  </a:lnTo>
                  <a:lnTo>
                    <a:pt x="43662" y="214384"/>
                  </a:lnTo>
                  <a:lnTo>
                    <a:pt x="43978" y="214124"/>
                  </a:lnTo>
                  <a:lnTo>
                    <a:pt x="44182" y="214034"/>
                  </a:lnTo>
                  <a:lnTo>
                    <a:pt x="44813" y="213905"/>
                  </a:lnTo>
                  <a:lnTo>
                    <a:pt x="44862" y="213666"/>
                  </a:lnTo>
                  <a:lnTo>
                    <a:pt x="44851" y="213476"/>
                  </a:lnTo>
                  <a:lnTo>
                    <a:pt x="44368" y="212935"/>
                  </a:lnTo>
                  <a:lnTo>
                    <a:pt x="44191" y="212881"/>
                  </a:lnTo>
                  <a:lnTo>
                    <a:pt x="44022" y="212856"/>
                  </a:lnTo>
                  <a:lnTo>
                    <a:pt x="43653" y="212562"/>
                  </a:lnTo>
                  <a:lnTo>
                    <a:pt x="43566" y="212202"/>
                  </a:lnTo>
                  <a:lnTo>
                    <a:pt x="43666" y="211820"/>
                  </a:lnTo>
                  <a:lnTo>
                    <a:pt x="43511" y="211742"/>
                  </a:lnTo>
                  <a:lnTo>
                    <a:pt x="43274" y="211627"/>
                  </a:lnTo>
                  <a:lnTo>
                    <a:pt x="43105" y="211424"/>
                  </a:lnTo>
                  <a:lnTo>
                    <a:pt x="43320" y="210094"/>
                  </a:lnTo>
                  <a:lnTo>
                    <a:pt x="43420" y="209747"/>
                  </a:lnTo>
                  <a:lnTo>
                    <a:pt x="43566" y="209493"/>
                  </a:lnTo>
                  <a:lnTo>
                    <a:pt x="44131" y="209718"/>
                  </a:lnTo>
                  <a:lnTo>
                    <a:pt x="44459" y="209343"/>
                  </a:lnTo>
                  <a:lnTo>
                    <a:pt x="44564" y="208757"/>
                  </a:lnTo>
                  <a:lnTo>
                    <a:pt x="44532" y="208293"/>
                  </a:lnTo>
                  <a:lnTo>
                    <a:pt x="44642" y="208115"/>
                  </a:lnTo>
                  <a:lnTo>
                    <a:pt x="44756" y="207795"/>
                  </a:lnTo>
                  <a:lnTo>
                    <a:pt x="44814" y="207541"/>
                  </a:lnTo>
                  <a:lnTo>
                    <a:pt x="45245" y="206726"/>
                  </a:lnTo>
                  <a:lnTo>
                    <a:pt x="46648" y="206680"/>
                  </a:lnTo>
                  <a:lnTo>
                    <a:pt x="47053" y="206374"/>
                  </a:lnTo>
                  <a:lnTo>
                    <a:pt x="48069" y="206186"/>
                  </a:lnTo>
                  <a:lnTo>
                    <a:pt x="48676" y="206264"/>
                  </a:lnTo>
                  <a:lnTo>
                    <a:pt x="49049" y="206399"/>
                  </a:lnTo>
                  <a:lnTo>
                    <a:pt x="49783" y="206788"/>
                  </a:lnTo>
                  <a:lnTo>
                    <a:pt x="50243" y="207157"/>
                  </a:lnTo>
                  <a:lnTo>
                    <a:pt x="50674" y="207520"/>
                  </a:lnTo>
                  <a:lnTo>
                    <a:pt x="50832" y="207499"/>
                  </a:lnTo>
                  <a:lnTo>
                    <a:pt x="51180" y="207288"/>
                  </a:lnTo>
                  <a:lnTo>
                    <a:pt x="51306" y="207157"/>
                  </a:lnTo>
                  <a:lnTo>
                    <a:pt x="51594" y="206964"/>
                  </a:lnTo>
                  <a:lnTo>
                    <a:pt x="52023" y="207026"/>
                  </a:lnTo>
                  <a:lnTo>
                    <a:pt x="52535" y="206685"/>
                  </a:lnTo>
                  <a:lnTo>
                    <a:pt x="53281" y="206849"/>
                  </a:lnTo>
                  <a:lnTo>
                    <a:pt x="54144" y="206939"/>
                  </a:lnTo>
                  <a:lnTo>
                    <a:pt x="54546" y="207027"/>
                  </a:lnTo>
                  <a:lnTo>
                    <a:pt x="55250" y="206997"/>
                  </a:lnTo>
                  <a:lnTo>
                    <a:pt x="55688" y="206857"/>
                  </a:lnTo>
                  <a:lnTo>
                    <a:pt x="56109" y="206679"/>
                  </a:lnTo>
                  <a:lnTo>
                    <a:pt x="56148" y="206362"/>
                  </a:lnTo>
                  <a:lnTo>
                    <a:pt x="56568" y="206302"/>
                  </a:lnTo>
                  <a:lnTo>
                    <a:pt x="56715" y="206260"/>
                  </a:lnTo>
                  <a:lnTo>
                    <a:pt x="56800" y="205897"/>
                  </a:lnTo>
                  <a:lnTo>
                    <a:pt x="56861" y="205612"/>
                  </a:lnTo>
                  <a:lnTo>
                    <a:pt x="56938" y="205367"/>
                  </a:lnTo>
                  <a:lnTo>
                    <a:pt x="57137" y="205355"/>
                  </a:lnTo>
                  <a:lnTo>
                    <a:pt x="57469" y="205361"/>
                  </a:lnTo>
                  <a:lnTo>
                    <a:pt x="57637" y="205369"/>
                  </a:lnTo>
                  <a:lnTo>
                    <a:pt x="58217" y="205411"/>
                  </a:lnTo>
                  <a:lnTo>
                    <a:pt x="58396" y="205523"/>
                  </a:lnTo>
                  <a:lnTo>
                    <a:pt x="58421" y="206051"/>
                  </a:lnTo>
                  <a:lnTo>
                    <a:pt x="58787" y="206454"/>
                  </a:lnTo>
                  <a:lnTo>
                    <a:pt x="59091" y="206893"/>
                  </a:lnTo>
                  <a:lnTo>
                    <a:pt x="59260" y="207143"/>
                  </a:lnTo>
                  <a:lnTo>
                    <a:pt x="59795" y="207660"/>
                  </a:lnTo>
                  <a:lnTo>
                    <a:pt x="59690" y="208114"/>
                  </a:lnTo>
                  <a:lnTo>
                    <a:pt x="59747" y="208708"/>
                  </a:lnTo>
                  <a:lnTo>
                    <a:pt x="59801" y="209036"/>
                  </a:lnTo>
                  <a:lnTo>
                    <a:pt x="59781" y="209471"/>
                  </a:lnTo>
                  <a:lnTo>
                    <a:pt x="59863" y="209977"/>
                  </a:lnTo>
                  <a:lnTo>
                    <a:pt x="60060" y="209983"/>
                  </a:lnTo>
                  <a:lnTo>
                    <a:pt x="60410" y="210612"/>
                  </a:lnTo>
                  <a:lnTo>
                    <a:pt x="60811" y="210792"/>
                  </a:lnTo>
                  <a:lnTo>
                    <a:pt x="60978" y="211163"/>
                  </a:lnTo>
                  <a:lnTo>
                    <a:pt x="60909" y="211452"/>
                  </a:lnTo>
                  <a:lnTo>
                    <a:pt x="60605" y="211475"/>
                  </a:lnTo>
                  <a:lnTo>
                    <a:pt x="60500" y="211630"/>
                  </a:lnTo>
                  <a:lnTo>
                    <a:pt x="61280" y="211902"/>
                  </a:lnTo>
                  <a:lnTo>
                    <a:pt x="61534" y="211861"/>
                  </a:lnTo>
                  <a:lnTo>
                    <a:pt x="61877" y="212472"/>
                  </a:lnTo>
                  <a:lnTo>
                    <a:pt x="62105" y="213300"/>
                  </a:lnTo>
                  <a:lnTo>
                    <a:pt x="62174" y="213632"/>
                  </a:lnTo>
                  <a:lnTo>
                    <a:pt x="62174" y="213837"/>
                  </a:lnTo>
                  <a:lnTo>
                    <a:pt x="62021" y="214150"/>
                  </a:lnTo>
                  <a:lnTo>
                    <a:pt x="62128" y="214612"/>
                  </a:lnTo>
                  <a:lnTo>
                    <a:pt x="62427" y="214920"/>
                  </a:lnTo>
                  <a:lnTo>
                    <a:pt x="62588" y="215041"/>
                  </a:lnTo>
                  <a:lnTo>
                    <a:pt x="62869" y="215342"/>
                  </a:lnTo>
                  <a:lnTo>
                    <a:pt x="62310" y="215663"/>
                  </a:lnTo>
                  <a:lnTo>
                    <a:pt x="62131" y="215697"/>
                  </a:lnTo>
                  <a:lnTo>
                    <a:pt x="62181" y="215905"/>
                  </a:lnTo>
                  <a:lnTo>
                    <a:pt x="62262" y="216070"/>
                  </a:lnTo>
                  <a:lnTo>
                    <a:pt x="62093" y="216644"/>
                  </a:lnTo>
                  <a:lnTo>
                    <a:pt x="62518" y="217175"/>
                  </a:lnTo>
                  <a:lnTo>
                    <a:pt x="62513" y="217488"/>
                  </a:lnTo>
                  <a:lnTo>
                    <a:pt x="62379" y="217626"/>
                  </a:lnTo>
                  <a:lnTo>
                    <a:pt x="62149" y="218317"/>
                  </a:lnTo>
                  <a:lnTo>
                    <a:pt x="62040" y="218497"/>
                  </a:lnTo>
                  <a:lnTo>
                    <a:pt x="61983" y="218728"/>
                  </a:lnTo>
                  <a:lnTo>
                    <a:pt x="62427" y="219656"/>
                  </a:lnTo>
                  <a:lnTo>
                    <a:pt x="62700" y="219653"/>
                  </a:lnTo>
                  <a:lnTo>
                    <a:pt x="62927" y="219588"/>
                  </a:lnTo>
                  <a:lnTo>
                    <a:pt x="63097" y="219829"/>
                  </a:lnTo>
                  <a:lnTo>
                    <a:pt x="62784" y="220427"/>
                  </a:lnTo>
                  <a:lnTo>
                    <a:pt x="62552" y="220688"/>
                  </a:lnTo>
                  <a:lnTo>
                    <a:pt x="62404" y="221081"/>
                  </a:lnTo>
                  <a:lnTo>
                    <a:pt x="61907" y="221361"/>
                  </a:lnTo>
                  <a:lnTo>
                    <a:pt x="60863" y="221733"/>
                  </a:lnTo>
                  <a:lnTo>
                    <a:pt x="60498" y="221603"/>
                  </a:lnTo>
                  <a:lnTo>
                    <a:pt x="60118" y="221647"/>
                  </a:lnTo>
                  <a:lnTo>
                    <a:pt x="60048" y="222152"/>
                  </a:lnTo>
                  <a:lnTo>
                    <a:pt x="60264" y="222306"/>
                  </a:lnTo>
                  <a:lnTo>
                    <a:pt x="60667" y="222747"/>
                  </a:lnTo>
                  <a:lnTo>
                    <a:pt x="60882" y="223026"/>
                  </a:lnTo>
                  <a:lnTo>
                    <a:pt x="61030" y="223012"/>
                  </a:lnTo>
                  <a:lnTo>
                    <a:pt x="61206" y="222995"/>
                  </a:lnTo>
                  <a:lnTo>
                    <a:pt x="61418" y="224421"/>
                  </a:lnTo>
                  <a:lnTo>
                    <a:pt x="61487" y="225060"/>
                  </a:lnTo>
                  <a:lnTo>
                    <a:pt x="61453" y="225403"/>
                  </a:lnTo>
                  <a:lnTo>
                    <a:pt x="61484" y="226189"/>
                  </a:lnTo>
                  <a:lnTo>
                    <a:pt x="61609" y="227397"/>
                  </a:lnTo>
                  <a:lnTo>
                    <a:pt x="61636" y="227707"/>
                  </a:lnTo>
                  <a:lnTo>
                    <a:pt x="61681" y="228259"/>
                  </a:lnTo>
                  <a:lnTo>
                    <a:pt x="61616" y="228557"/>
                  </a:lnTo>
                  <a:lnTo>
                    <a:pt x="61599" y="229160"/>
                  </a:lnTo>
                  <a:lnTo>
                    <a:pt x="61587" y="229730"/>
                  </a:lnTo>
                  <a:lnTo>
                    <a:pt x="61607" y="229912"/>
                  </a:lnTo>
                  <a:lnTo>
                    <a:pt x="61620" y="230180"/>
                  </a:lnTo>
                  <a:lnTo>
                    <a:pt x="61143" y="230542"/>
                  </a:lnTo>
                  <a:lnTo>
                    <a:pt x="60932" y="230632"/>
                  </a:lnTo>
                  <a:lnTo>
                    <a:pt x="60571" y="230859"/>
                  </a:lnTo>
                  <a:lnTo>
                    <a:pt x="60199" y="231333"/>
                  </a:lnTo>
                  <a:lnTo>
                    <a:pt x="60467" y="231999"/>
                  </a:lnTo>
                  <a:lnTo>
                    <a:pt x="60645" y="232022"/>
                  </a:lnTo>
                  <a:lnTo>
                    <a:pt x="60666" y="231650"/>
                  </a:lnTo>
                  <a:lnTo>
                    <a:pt x="61001" y="231601"/>
                  </a:lnTo>
                  <a:lnTo>
                    <a:pt x="61665" y="231562"/>
                  </a:lnTo>
                  <a:lnTo>
                    <a:pt x="62417" y="231510"/>
                  </a:lnTo>
                  <a:lnTo>
                    <a:pt x="62787" y="231414"/>
                  </a:lnTo>
                  <a:lnTo>
                    <a:pt x="63235" y="231350"/>
                  </a:lnTo>
                  <a:lnTo>
                    <a:pt x="63891" y="231315"/>
                  </a:lnTo>
                  <a:lnTo>
                    <a:pt x="64028" y="231310"/>
                  </a:lnTo>
                  <a:lnTo>
                    <a:pt x="64427" y="231309"/>
                  </a:lnTo>
                  <a:lnTo>
                    <a:pt x="64430" y="231477"/>
                  </a:lnTo>
                  <a:lnTo>
                    <a:pt x="64432" y="231607"/>
                  </a:lnTo>
                  <a:lnTo>
                    <a:pt x="64736" y="231601"/>
                  </a:lnTo>
                  <a:lnTo>
                    <a:pt x="64900" y="231597"/>
                  </a:lnTo>
                  <a:lnTo>
                    <a:pt x="65181" y="231582"/>
                  </a:lnTo>
                  <a:lnTo>
                    <a:pt x="65422" y="231541"/>
                  </a:lnTo>
                  <a:lnTo>
                    <a:pt x="65811" y="231450"/>
                  </a:lnTo>
                  <a:lnTo>
                    <a:pt x="66135" y="231353"/>
                  </a:lnTo>
                  <a:lnTo>
                    <a:pt x="66666" y="231343"/>
                  </a:lnTo>
                  <a:lnTo>
                    <a:pt x="67378" y="232040"/>
                  </a:lnTo>
                  <a:lnTo>
                    <a:pt x="68156" y="232068"/>
                  </a:lnTo>
                  <a:lnTo>
                    <a:pt x="68315" y="232013"/>
                  </a:lnTo>
                  <a:lnTo>
                    <a:pt x="68846" y="231672"/>
                  </a:lnTo>
                  <a:lnTo>
                    <a:pt x="69057" y="231352"/>
                  </a:lnTo>
                  <a:lnTo>
                    <a:pt x="69270" y="231359"/>
                  </a:lnTo>
                  <a:lnTo>
                    <a:pt x="69556" y="230881"/>
                  </a:lnTo>
                  <a:lnTo>
                    <a:pt x="69926" y="230854"/>
                  </a:lnTo>
                  <a:lnTo>
                    <a:pt x="70061" y="230923"/>
                  </a:lnTo>
                  <a:lnTo>
                    <a:pt x="70693" y="231303"/>
                  </a:lnTo>
                  <a:lnTo>
                    <a:pt x="70840" y="231351"/>
                  </a:lnTo>
                  <a:lnTo>
                    <a:pt x="71374" y="231251"/>
                  </a:lnTo>
                  <a:lnTo>
                    <a:pt x="72059" y="231273"/>
                  </a:lnTo>
                  <a:lnTo>
                    <a:pt x="72196" y="231865"/>
                  </a:lnTo>
                  <a:lnTo>
                    <a:pt x="73186" y="231838"/>
                  </a:lnTo>
                  <a:lnTo>
                    <a:pt x="73545" y="231821"/>
                  </a:lnTo>
                  <a:lnTo>
                    <a:pt x="73917" y="231806"/>
                  </a:lnTo>
                  <a:lnTo>
                    <a:pt x="74179" y="231796"/>
                  </a:lnTo>
                  <a:lnTo>
                    <a:pt x="74497" y="232016"/>
                  </a:lnTo>
                  <a:lnTo>
                    <a:pt x="74501" y="232363"/>
                  </a:lnTo>
                  <a:lnTo>
                    <a:pt x="74463" y="233127"/>
                  </a:lnTo>
                  <a:lnTo>
                    <a:pt x="74437" y="233391"/>
                  </a:lnTo>
                  <a:lnTo>
                    <a:pt x="74666" y="233344"/>
                  </a:lnTo>
                  <a:lnTo>
                    <a:pt x="75941" y="233142"/>
                  </a:lnTo>
                  <a:lnTo>
                    <a:pt x="76506" y="233013"/>
                  </a:lnTo>
                  <a:lnTo>
                    <a:pt x="76893" y="232712"/>
                  </a:lnTo>
                  <a:lnTo>
                    <a:pt x="77088" y="232289"/>
                  </a:lnTo>
                  <a:lnTo>
                    <a:pt x="77045" y="231820"/>
                  </a:lnTo>
                  <a:lnTo>
                    <a:pt x="77013" y="231629"/>
                  </a:lnTo>
                  <a:lnTo>
                    <a:pt x="76971" y="231235"/>
                  </a:lnTo>
                  <a:lnTo>
                    <a:pt x="77836" y="230975"/>
                  </a:lnTo>
                  <a:lnTo>
                    <a:pt x="78413" y="231313"/>
                  </a:lnTo>
                  <a:lnTo>
                    <a:pt x="79034" y="232362"/>
                  </a:lnTo>
                  <a:lnTo>
                    <a:pt x="79201" y="232344"/>
                  </a:lnTo>
                  <a:lnTo>
                    <a:pt x="79713" y="232297"/>
                  </a:lnTo>
                  <a:lnTo>
                    <a:pt x="80331" y="232282"/>
                  </a:lnTo>
                  <a:lnTo>
                    <a:pt x="81141" y="232235"/>
                  </a:lnTo>
                  <a:lnTo>
                    <a:pt x="81384" y="232172"/>
                  </a:lnTo>
                  <a:lnTo>
                    <a:pt x="81643" y="232014"/>
                  </a:lnTo>
                  <a:lnTo>
                    <a:pt x="81538" y="231630"/>
                  </a:lnTo>
                  <a:lnTo>
                    <a:pt x="81273" y="231390"/>
                  </a:lnTo>
                  <a:lnTo>
                    <a:pt x="80913" y="230917"/>
                  </a:lnTo>
                  <a:lnTo>
                    <a:pt x="80752" y="230697"/>
                  </a:lnTo>
                  <a:lnTo>
                    <a:pt x="80627" y="230524"/>
                  </a:lnTo>
                  <a:lnTo>
                    <a:pt x="80560" y="230109"/>
                  </a:lnTo>
                  <a:lnTo>
                    <a:pt x="80852" y="229595"/>
                  </a:lnTo>
                  <a:lnTo>
                    <a:pt x="81116" y="229039"/>
                  </a:lnTo>
                  <a:lnTo>
                    <a:pt x="81179" y="228709"/>
                  </a:lnTo>
                  <a:lnTo>
                    <a:pt x="80884" y="228513"/>
                  </a:lnTo>
                  <a:lnTo>
                    <a:pt x="80753" y="228489"/>
                  </a:lnTo>
                  <a:lnTo>
                    <a:pt x="80487" y="228440"/>
                  </a:lnTo>
                  <a:lnTo>
                    <a:pt x="80293" y="228406"/>
                  </a:lnTo>
                  <a:lnTo>
                    <a:pt x="80089" y="228369"/>
                  </a:lnTo>
                  <a:lnTo>
                    <a:pt x="79857" y="227981"/>
                  </a:lnTo>
                  <a:lnTo>
                    <a:pt x="79204" y="227417"/>
                  </a:lnTo>
                  <a:lnTo>
                    <a:pt x="79279" y="226934"/>
                  </a:lnTo>
                  <a:lnTo>
                    <a:pt x="79685" y="226705"/>
                  </a:lnTo>
                  <a:lnTo>
                    <a:pt x="80184" y="226533"/>
                  </a:lnTo>
                  <a:lnTo>
                    <a:pt x="80642" y="226429"/>
                  </a:lnTo>
                  <a:lnTo>
                    <a:pt x="81163" y="226304"/>
                  </a:lnTo>
                  <a:lnTo>
                    <a:pt x="81538" y="226198"/>
                  </a:lnTo>
                  <a:lnTo>
                    <a:pt x="82589" y="225900"/>
                  </a:lnTo>
                  <a:lnTo>
                    <a:pt x="82783" y="225844"/>
                  </a:lnTo>
                  <a:lnTo>
                    <a:pt x="82927" y="225803"/>
                  </a:lnTo>
                  <a:lnTo>
                    <a:pt x="83908" y="225456"/>
                  </a:lnTo>
                  <a:lnTo>
                    <a:pt x="84556" y="225068"/>
                  </a:lnTo>
                  <a:lnTo>
                    <a:pt x="84931" y="224922"/>
                  </a:lnTo>
                  <a:lnTo>
                    <a:pt x="85379" y="224752"/>
                  </a:lnTo>
                  <a:lnTo>
                    <a:pt x="86608" y="224337"/>
                  </a:lnTo>
                  <a:lnTo>
                    <a:pt x="87033" y="224218"/>
                  </a:lnTo>
                  <a:lnTo>
                    <a:pt x="87460" y="224090"/>
                  </a:lnTo>
                  <a:lnTo>
                    <a:pt x="87702" y="223990"/>
                  </a:lnTo>
                  <a:lnTo>
                    <a:pt x="88273" y="223756"/>
                  </a:lnTo>
                  <a:lnTo>
                    <a:pt x="88535" y="223648"/>
                  </a:lnTo>
                  <a:lnTo>
                    <a:pt x="89322" y="223186"/>
                  </a:lnTo>
                  <a:lnTo>
                    <a:pt x="89530" y="222940"/>
                  </a:lnTo>
                  <a:lnTo>
                    <a:pt x="89844" y="222769"/>
                  </a:lnTo>
                  <a:lnTo>
                    <a:pt x="90123" y="222720"/>
                  </a:lnTo>
                  <a:lnTo>
                    <a:pt x="90467" y="222530"/>
                  </a:lnTo>
                  <a:lnTo>
                    <a:pt x="91180" y="222130"/>
                  </a:lnTo>
                  <a:lnTo>
                    <a:pt x="91890" y="221723"/>
                  </a:lnTo>
                  <a:lnTo>
                    <a:pt x="92309" y="221377"/>
                  </a:lnTo>
                  <a:lnTo>
                    <a:pt x="92968" y="221154"/>
                  </a:lnTo>
                  <a:lnTo>
                    <a:pt x="93580" y="220873"/>
                  </a:lnTo>
                  <a:lnTo>
                    <a:pt x="93924" y="220483"/>
                  </a:lnTo>
                  <a:lnTo>
                    <a:pt x="95521" y="219433"/>
                  </a:lnTo>
                  <a:lnTo>
                    <a:pt x="96114" y="219106"/>
                  </a:lnTo>
                  <a:lnTo>
                    <a:pt x="96492" y="218894"/>
                  </a:lnTo>
                  <a:lnTo>
                    <a:pt x="96805" y="218590"/>
                  </a:lnTo>
                  <a:lnTo>
                    <a:pt x="96815" y="218285"/>
                  </a:lnTo>
                  <a:lnTo>
                    <a:pt x="97767" y="217967"/>
                  </a:lnTo>
                  <a:lnTo>
                    <a:pt x="98714" y="217971"/>
                  </a:lnTo>
                  <a:lnTo>
                    <a:pt x="99336" y="217477"/>
                  </a:lnTo>
                  <a:lnTo>
                    <a:pt x="99703" y="216747"/>
                  </a:lnTo>
                  <a:lnTo>
                    <a:pt x="100104" y="216729"/>
                  </a:lnTo>
                  <a:lnTo>
                    <a:pt x="100370" y="216695"/>
                  </a:lnTo>
                  <a:lnTo>
                    <a:pt x="100522" y="216610"/>
                  </a:lnTo>
                  <a:lnTo>
                    <a:pt x="100763" y="216447"/>
                  </a:lnTo>
                  <a:lnTo>
                    <a:pt x="100843" y="216315"/>
                  </a:lnTo>
                  <a:lnTo>
                    <a:pt x="101161" y="215767"/>
                  </a:lnTo>
                  <a:lnTo>
                    <a:pt x="102308" y="215713"/>
                  </a:lnTo>
                  <a:lnTo>
                    <a:pt x="102705" y="215696"/>
                  </a:lnTo>
                  <a:lnTo>
                    <a:pt x="103697" y="215576"/>
                  </a:lnTo>
                  <a:lnTo>
                    <a:pt x="103831" y="215530"/>
                  </a:lnTo>
                  <a:lnTo>
                    <a:pt x="104193" y="215393"/>
                  </a:lnTo>
                  <a:lnTo>
                    <a:pt x="104399" y="215313"/>
                  </a:lnTo>
                  <a:lnTo>
                    <a:pt x="104795" y="215124"/>
                  </a:lnTo>
                  <a:lnTo>
                    <a:pt x="105087" y="215005"/>
                  </a:lnTo>
                  <a:lnTo>
                    <a:pt x="105230" y="215418"/>
                  </a:lnTo>
                  <a:lnTo>
                    <a:pt x="105343" y="215777"/>
                  </a:lnTo>
                  <a:lnTo>
                    <a:pt x="105404" y="215973"/>
                  </a:lnTo>
                  <a:lnTo>
                    <a:pt x="105480" y="216226"/>
                  </a:lnTo>
                  <a:lnTo>
                    <a:pt x="105567" y="216525"/>
                  </a:lnTo>
                  <a:lnTo>
                    <a:pt x="105676" y="216820"/>
                  </a:lnTo>
                  <a:lnTo>
                    <a:pt x="105812" y="217121"/>
                  </a:lnTo>
                  <a:lnTo>
                    <a:pt x="105886" y="217253"/>
                  </a:lnTo>
                  <a:lnTo>
                    <a:pt x="106181" y="217705"/>
                  </a:lnTo>
                  <a:lnTo>
                    <a:pt x="106285" y="217851"/>
                  </a:lnTo>
                  <a:lnTo>
                    <a:pt x="106427" y="218072"/>
                  </a:lnTo>
                  <a:lnTo>
                    <a:pt x="106512" y="218230"/>
                  </a:lnTo>
                  <a:lnTo>
                    <a:pt x="106614" y="218418"/>
                  </a:lnTo>
                  <a:lnTo>
                    <a:pt x="106725" y="218639"/>
                  </a:lnTo>
                  <a:lnTo>
                    <a:pt x="106800" y="218785"/>
                  </a:lnTo>
                  <a:lnTo>
                    <a:pt x="106918" y="218951"/>
                  </a:lnTo>
                  <a:lnTo>
                    <a:pt x="107252" y="219347"/>
                  </a:lnTo>
                  <a:lnTo>
                    <a:pt x="107452" y="219580"/>
                  </a:lnTo>
                  <a:lnTo>
                    <a:pt x="107982" y="220212"/>
                  </a:lnTo>
                  <a:lnTo>
                    <a:pt x="108542" y="220972"/>
                  </a:lnTo>
                  <a:lnTo>
                    <a:pt x="108457" y="221439"/>
                  </a:lnTo>
                  <a:lnTo>
                    <a:pt x="108583" y="222223"/>
                  </a:lnTo>
                  <a:lnTo>
                    <a:pt x="108858" y="222557"/>
                  </a:lnTo>
                  <a:lnTo>
                    <a:pt x="109020" y="222783"/>
                  </a:lnTo>
                  <a:lnTo>
                    <a:pt x="109129" y="223425"/>
                  </a:lnTo>
                  <a:lnTo>
                    <a:pt x="109869" y="223420"/>
                  </a:lnTo>
                  <a:lnTo>
                    <a:pt x="109873" y="223210"/>
                  </a:lnTo>
                  <a:lnTo>
                    <a:pt x="110001" y="223158"/>
                  </a:lnTo>
                  <a:lnTo>
                    <a:pt x="110665" y="223159"/>
                  </a:lnTo>
                  <a:lnTo>
                    <a:pt x="112002" y="223202"/>
                  </a:lnTo>
                  <a:lnTo>
                    <a:pt x="111877" y="223464"/>
                  </a:lnTo>
                  <a:lnTo>
                    <a:pt x="113235" y="222912"/>
                  </a:lnTo>
                  <a:lnTo>
                    <a:pt x="113689" y="222340"/>
                  </a:lnTo>
                  <a:lnTo>
                    <a:pt x="113946" y="221820"/>
                  </a:lnTo>
                  <a:lnTo>
                    <a:pt x="113869" y="221608"/>
                  </a:lnTo>
                  <a:lnTo>
                    <a:pt x="113704" y="221405"/>
                  </a:lnTo>
                  <a:lnTo>
                    <a:pt x="113206" y="220944"/>
                  </a:lnTo>
                  <a:lnTo>
                    <a:pt x="112930" y="220634"/>
                  </a:lnTo>
                  <a:lnTo>
                    <a:pt x="112988" y="219988"/>
                  </a:lnTo>
                  <a:lnTo>
                    <a:pt x="113196" y="219698"/>
                  </a:lnTo>
                  <a:lnTo>
                    <a:pt x="113909" y="219008"/>
                  </a:lnTo>
                  <a:lnTo>
                    <a:pt x="114316" y="218878"/>
                  </a:lnTo>
                  <a:lnTo>
                    <a:pt x="114456" y="218887"/>
                  </a:lnTo>
                  <a:lnTo>
                    <a:pt x="114650" y="219063"/>
                  </a:lnTo>
                  <a:lnTo>
                    <a:pt x="115103" y="219321"/>
                  </a:lnTo>
                  <a:lnTo>
                    <a:pt x="115435" y="219153"/>
                  </a:lnTo>
                  <a:lnTo>
                    <a:pt x="115552" y="218986"/>
                  </a:lnTo>
                  <a:lnTo>
                    <a:pt x="115889" y="218761"/>
                  </a:lnTo>
                  <a:lnTo>
                    <a:pt x="116936" y="219196"/>
                  </a:lnTo>
                  <a:lnTo>
                    <a:pt x="117177" y="218863"/>
                  </a:lnTo>
                  <a:lnTo>
                    <a:pt x="117184" y="218707"/>
                  </a:lnTo>
                  <a:lnTo>
                    <a:pt x="117480" y="218150"/>
                  </a:lnTo>
                  <a:lnTo>
                    <a:pt x="117386" y="217790"/>
                  </a:lnTo>
                  <a:lnTo>
                    <a:pt x="117597" y="217534"/>
                  </a:lnTo>
                  <a:lnTo>
                    <a:pt x="117612" y="217095"/>
                  </a:lnTo>
                  <a:lnTo>
                    <a:pt x="117879" y="216785"/>
                  </a:lnTo>
                  <a:lnTo>
                    <a:pt x="118090" y="216013"/>
                  </a:lnTo>
                  <a:lnTo>
                    <a:pt x="118030" y="215877"/>
                  </a:lnTo>
                  <a:lnTo>
                    <a:pt x="118238" y="215597"/>
                  </a:lnTo>
                  <a:lnTo>
                    <a:pt x="118413" y="215434"/>
                  </a:lnTo>
                  <a:lnTo>
                    <a:pt x="119013" y="215290"/>
                  </a:lnTo>
                  <a:lnTo>
                    <a:pt x="119647" y="214756"/>
                  </a:lnTo>
                  <a:lnTo>
                    <a:pt x="119978" y="214776"/>
                  </a:lnTo>
                  <a:lnTo>
                    <a:pt x="120385" y="214661"/>
                  </a:lnTo>
                  <a:lnTo>
                    <a:pt x="120504" y="214409"/>
                  </a:lnTo>
                  <a:lnTo>
                    <a:pt x="120620" y="214234"/>
                  </a:lnTo>
                  <a:lnTo>
                    <a:pt x="121331" y="214056"/>
                  </a:lnTo>
                  <a:lnTo>
                    <a:pt x="121579" y="213711"/>
                  </a:lnTo>
                  <a:lnTo>
                    <a:pt x="121701" y="213408"/>
                  </a:lnTo>
                  <a:lnTo>
                    <a:pt x="121768" y="213160"/>
                  </a:lnTo>
                  <a:lnTo>
                    <a:pt x="121856" y="212832"/>
                  </a:lnTo>
                  <a:lnTo>
                    <a:pt x="122274" y="212360"/>
                  </a:lnTo>
                  <a:lnTo>
                    <a:pt x="122936" y="212188"/>
                  </a:lnTo>
                  <a:lnTo>
                    <a:pt x="123634" y="212061"/>
                  </a:lnTo>
                  <a:lnTo>
                    <a:pt x="124308" y="212074"/>
                  </a:lnTo>
                  <a:lnTo>
                    <a:pt x="124781" y="212356"/>
                  </a:lnTo>
                  <a:lnTo>
                    <a:pt x="124992" y="212470"/>
                  </a:lnTo>
                  <a:lnTo>
                    <a:pt x="125316" y="212634"/>
                  </a:lnTo>
                  <a:lnTo>
                    <a:pt x="125565" y="212752"/>
                  </a:lnTo>
                  <a:lnTo>
                    <a:pt x="125804" y="212779"/>
                  </a:lnTo>
                  <a:lnTo>
                    <a:pt x="126197" y="212885"/>
                  </a:lnTo>
                  <a:lnTo>
                    <a:pt x="126388" y="213292"/>
                  </a:lnTo>
                  <a:lnTo>
                    <a:pt x="126258" y="213896"/>
                  </a:lnTo>
                  <a:lnTo>
                    <a:pt x="126143" y="214298"/>
                  </a:lnTo>
                  <a:lnTo>
                    <a:pt x="125314" y="215003"/>
                  </a:lnTo>
                  <a:lnTo>
                    <a:pt x="125238" y="215332"/>
                  </a:lnTo>
                  <a:lnTo>
                    <a:pt x="125518" y="215344"/>
                  </a:lnTo>
                  <a:lnTo>
                    <a:pt x="125805" y="215218"/>
                  </a:lnTo>
                  <a:lnTo>
                    <a:pt x="126322" y="215337"/>
                  </a:lnTo>
                  <a:lnTo>
                    <a:pt x="126524" y="215507"/>
                  </a:lnTo>
                  <a:lnTo>
                    <a:pt x="127013" y="215517"/>
                  </a:lnTo>
                  <a:lnTo>
                    <a:pt x="127898" y="215114"/>
                  </a:lnTo>
                  <a:lnTo>
                    <a:pt x="128089" y="215014"/>
                  </a:lnTo>
                  <a:lnTo>
                    <a:pt x="128213" y="214827"/>
                  </a:lnTo>
                  <a:lnTo>
                    <a:pt x="128984" y="214172"/>
                  </a:lnTo>
                  <a:lnTo>
                    <a:pt x="129258" y="213973"/>
                  </a:lnTo>
                  <a:lnTo>
                    <a:pt x="129710" y="213473"/>
                  </a:lnTo>
                  <a:lnTo>
                    <a:pt x="129941" y="213670"/>
                  </a:lnTo>
                  <a:lnTo>
                    <a:pt x="130385" y="214059"/>
                  </a:lnTo>
                  <a:lnTo>
                    <a:pt x="130699" y="214341"/>
                  </a:lnTo>
                  <a:lnTo>
                    <a:pt x="130851" y="214530"/>
                  </a:lnTo>
                  <a:lnTo>
                    <a:pt x="131105" y="214629"/>
                  </a:lnTo>
                  <a:lnTo>
                    <a:pt x="131259" y="215216"/>
                  </a:lnTo>
                  <a:lnTo>
                    <a:pt x="131795" y="215838"/>
                  </a:lnTo>
                  <a:lnTo>
                    <a:pt x="132011" y="215902"/>
                  </a:lnTo>
                  <a:lnTo>
                    <a:pt x="132586" y="215835"/>
                  </a:lnTo>
                  <a:lnTo>
                    <a:pt x="133097" y="216129"/>
                  </a:lnTo>
                  <a:lnTo>
                    <a:pt x="133885" y="215702"/>
                  </a:lnTo>
                  <a:lnTo>
                    <a:pt x="134262" y="215749"/>
                  </a:lnTo>
                  <a:lnTo>
                    <a:pt x="134535" y="215834"/>
                  </a:lnTo>
                  <a:lnTo>
                    <a:pt x="134933" y="215783"/>
                  </a:lnTo>
                  <a:lnTo>
                    <a:pt x="135253" y="215915"/>
                  </a:lnTo>
                  <a:lnTo>
                    <a:pt x="135849" y="215946"/>
                  </a:lnTo>
                  <a:lnTo>
                    <a:pt x="136301" y="215328"/>
                  </a:lnTo>
                  <a:lnTo>
                    <a:pt x="136466" y="215250"/>
                  </a:lnTo>
                  <a:lnTo>
                    <a:pt x="136645" y="215173"/>
                  </a:lnTo>
                  <a:lnTo>
                    <a:pt x="136813" y="215143"/>
                  </a:lnTo>
                  <a:lnTo>
                    <a:pt x="137020" y="215141"/>
                  </a:lnTo>
                  <a:lnTo>
                    <a:pt x="138094" y="215291"/>
                  </a:lnTo>
                  <a:lnTo>
                    <a:pt x="138080" y="215036"/>
                  </a:lnTo>
                  <a:lnTo>
                    <a:pt x="139377" y="214918"/>
                  </a:lnTo>
                  <a:lnTo>
                    <a:pt x="139754" y="214328"/>
                  </a:lnTo>
                  <a:lnTo>
                    <a:pt x="140058" y="213813"/>
                  </a:lnTo>
                  <a:lnTo>
                    <a:pt x="140305" y="213479"/>
                  </a:lnTo>
                  <a:lnTo>
                    <a:pt x="140808" y="212922"/>
                  </a:lnTo>
                  <a:lnTo>
                    <a:pt x="141211" y="212809"/>
                  </a:lnTo>
                  <a:lnTo>
                    <a:pt x="141397" y="213277"/>
                  </a:lnTo>
                  <a:lnTo>
                    <a:pt x="142142" y="213896"/>
                  </a:lnTo>
                  <a:lnTo>
                    <a:pt x="143880" y="213056"/>
                  </a:lnTo>
                  <a:lnTo>
                    <a:pt x="144357" y="212641"/>
                  </a:lnTo>
                  <a:lnTo>
                    <a:pt x="144670" y="212428"/>
                  </a:lnTo>
                  <a:lnTo>
                    <a:pt x="145197" y="212433"/>
                  </a:lnTo>
                  <a:lnTo>
                    <a:pt x="145824" y="212107"/>
                  </a:lnTo>
                  <a:lnTo>
                    <a:pt x="145976" y="211978"/>
                  </a:lnTo>
                  <a:lnTo>
                    <a:pt x="146143" y="211762"/>
                  </a:lnTo>
                  <a:lnTo>
                    <a:pt x="146189" y="211533"/>
                  </a:lnTo>
                  <a:lnTo>
                    <a:pt x="146072" y="211152"/>
                  </a:lnTo>
                  <a:lnTo>
                    <a:pt x="146220" y="210367"/>
                  </a:lnTo>
                  <a:lnTo>
                    <a:pt x="146330" y="209861"/>
                  </a:lnTo>
                  <a:lnTo>
                    <a:pt x="146252" y="209464"/>
                  </a:lnTo>
                  <a:lnTo>
                    <a:pt x="146016" y="209298"/>
                  </a:lnTo>
                  <a:lnTo>
                    <a:pt x="146019" y="209140"/>
                  </a:lnTo>
                  <a:lnTo>
                    <a:pt x="146333" y="208694"/>
                  </a:lnTo>
                  <a:lnTo>
                    <a:pt x="146461" y="208378"/>
                  </a:lnTo>
                  <a:lnTo>
                    <a:pt x="146521" y="207777"/>
                  </a:lnTo>
                  <a:lnTo>
                    <a:pt x="146528" y="207498"/>
                  </a:lnTo>
                  <a:lnTo>
                    <a:pt x="146222" y="207129"/>
                  </a:lnTo>
                  <a:lnTo>
                    <a:pt x="146036" y="206998"/>
                  </a:lnTo>
                  <a:lnTo>
                    <a:pt x="145804" y="206838"/>
                  </a:lnTo>
                  <a:lnTo>
                    <a:pt x="145641" y="206581"/>
                  </a:lnTo>
                  <a:lnTo>
                    <a:pt x="145161" y="206094"/>
                  </a:lnTo>
                  <a:lnTo>
                    <a:pt x="145094" y="205929"/>
                  </a:lnTo>
                  <a:lnTo>
                    <a:pt x="145008" y="205713"/>
                  </a:lnTo>
                  <a:lnTo>
                    <a:pt x="144937" y="205533"/>
                  </a:lnTo>
                  <a:lnTo>
                    <a:pt x="144859" y="205329"/>
                  </a:lnTo>
                  <a:lnTo>
                    <a:pt x="144736" y="205023"/>
                  </a:lnTo>
                  <a:lnTo>
                    <a:pt x="144484" y="205040"/>
                  </a:lnTo>
                  <a:lnTo>
                    <a:pt x="143913" y="205081"/>
                  </a:lnTo>
                  <a:lnTo>
                    <a:pt x="143676" y="205082"/>
                  </a:lnTo>
                  <a:lnTo>
                    <a:pt x="143503" y="204832"/>
                  </a:lnTo>
                  <a:lnTo>
                    <a:pt x="143386" y="204663"/>
                  </a:lnTo>
                  <a:lnTo>
                    <a:pt x="143261" y="204483"/>
                  </a:lnTo>
                  <a:lnTo>
                    <a:pt x="142972" y="204067"/>
                  </a:lnTo>
                  <a:lnTo>
                    <a:pt x="142688" y="203663"/>
                  </a:lnTo>
                  <a:lnTo>
                    <a:pt x="142393" y="203258"/>
                  </a:lnTo>
                  <a:lnTo>
                    <a:pt x="142244" y="203055"/>
                  </a:lnTo>
                  <a:lnTo>
                    <a:pt x="142096" y="202852"/>
                  </a:lnTo>
                  <a:lnTo>
                    <a:pt x="141874" y="202541"/>
                  </a:lnTo>
                  <a:lnTo>
                    <a:pt x="142245" y="202634"/>
                  </a:lnTo>
                  <a:lnTo>
                    <a:pt x="142836" y="202782"/>
                  </a:lnTo>
                  <a:lnTo>
                    <a:pt x="143131" y="202855"/>
                  </a:lnTo>
                  <a:lnTo>
                    <a:pt x="143424" y="202916"/>
                  </a:lnTo>
                  <a:lnTo>
                    <a:pt x="143719" y="202942"/>
                  </a:lnTo>
                  <a:lnTo>
                    <a:pt x="144016" y="202967"/>
                  </a:lnTo>
                  <a:lnTo>
                    <a:pt x="144312" y="202989"/>
                  </a:lnTo>
                  <a:lnTo>
                    <a:pt x="144607" y="203000"/>
                  </a:lnTo>
                  <a:lnTo>
                    <a:pt x="145030" y="203017"/>
                  </a:lnTo>
                  <a:lnTo>
                    <a:pt x="145049" y="203217"/>
                  </a:lnTo>
                  <a:lnTo>
                    <a:pt x="145070" y="203448"/>
                  </a:lnTo>
                  <a:lnTo>
                    <a:pt x="145365" y="203375"/>
                  </a:lnTo>
                  <a:lnTo>
                    <a:pt x="145662" y="203298"/>
                  </a:lnTo>
                  <a:lnTo>
                    <a:pt x="145959" y="203217"/>
                  </a:lnTo>
                  <a:lnTo>
                    <a:pt x="146256" y="203200"/>
                  </a:lnTo>
                  <a:lnTo>
                    <a:pt x="146554" y="203307"/>
                  </a:lnTo>
                  <a:lnTo>
                    <a:pt x="146851" y="203412"/>
                  </a:lnTo>
                  <a:lnTo>
                    <a:pt x="147146" y="203444"/>
                  </a:lnTo>
                  <a:lnTo>
                    <a:pt x="147444" y="203336"/>
                  </a:lnTo>
                  <a:lnTo>
                    <a:pt x="147823" y="203195"/>
                  </a:lnTo>
                  <a:lnTo>
                    <a:pt x="147899" y="202909"/>
                  </a:lnTo>
                  <a:lnTo>
                    <a:pt x="147891" y="202281"/>
                  </a:lnTo>
                  <a:lnTo>
                    <a:pt x="147578" y="202000"/>
                  </a:lnTo>
                  <a:lnTo>
                    <a:pt x="147607" y="201795"/>
                  </a:lnTo>
                  <a:lnTo>
                    <a:pt x="147640" y="201592"/>
                  </a:lnTo>
                  <a:lnTo>
                    <a:pt x="147677" y="201321"/>
                  </a:lnTo>
                  <a:lnTo>
                    <a:pt x="147457" y="201184"/>
                  </a:lnTo>
                  <a:lnTo>
                    <a:pt x="147057" y="200936"/>
                  </a:lnTo>
                  <a:lnTo>
                    <a:pt x="147067" y="200799"/>
                  </a:lnTo>
                  <a:lnTo>
                    <a:pt x="147146" y="200008"/>
                  </a:lnTo>
                  <a:lnTo>
                    <a:pt x="147221" y="199587"/>
                  </a:lnTo>
                  <a:lnTo>
                    <a:pt x="147349" y="198827"/>
                  </a:lnTo>
                  <a:lnTo>
                    <a:pt x="147279" y="198570"/>
                  </a:lnTo>
                  <a:lnTo>
                    <a:pt x="147042" y="197760"/>
                  </a:lnTo>
                  <a:lnTo>
                    <a:pt x="146894" y="197356"/>
                  </a:lnTo>
                  <a:lnTo>
                    <a:pt x="146810" y="197155"/>
                  </a:lnTo>
                  <a:lnTo>
                    <a:pt x="146533" y="196551"/>
                  </a:lnTo>
                  <a:lnTo>
                    <a:pt x="146442" y="196368"/>
                  </a:lnTo>
                  <a:lnTo>
                    <a:pt x="146224" y="195468"/>
                  </a:lnTo>
                  <a:lnTo>
                    <a:pt x="146294" y="194946"/>
                  </a:lnTo>
                  <a:lnTo>
                    <a:pt x="146359" y="194755"/>
                  </a:lnTo>
                  <a:lnTo>
                    <a:pt x="146498" y="194547"/>
                  </a:lnTo>
                  <a:lnTo>
                    <a:pt x="146697" y="194239"/>
                  </a:lnTo>
                  <a:lnTo>
                    <a:pt x="146850" y="193981"/>
                  </a:lnTo>
                  <a:lnTo>
                    <a:pt x="146635" y="193803"/>
                  </a:lnTo>
                  <a:lnTo>
                    <a:pt x="146762" y="193772"/>
                  </a:lnTo>
                  <a:lnTo>
                    <a:pt x="146934" y="193717"/>
                  </a:lnTo>
                  <a:lnTo>
                    <a:pt x="147444" y="193360"/>
                  </a:lnTo>
                  <a:lnTo>
                    <a:pt x="148180" y="192883"/>
                  </a:lnTo>
                  <a:lnTo>
                    <a:pt x="148447" y="192710"/>
                  </a:lnTo>
                  <a:lnTo>
                    <a:pt x="149202" y="192305"/>
                  </a:lnTo>
                  <a:lnTo>
                    <a:pt x="149943" y="191860"/>
                  </a:lnTo>
                  <a:lnTo>
                    <a:pt x="150280" y="191843"/>
                  </a:lnTo>
                  <a:lnTo>
                    <a:pt x="150665" y="191972"/>
                  </a:lnTo>
                  <a:lnTo>
                    <a:pt x="150960" y="191989"/>
                  </a:lnTo>
                  <a:lnTo>
                    <a:pt x="151144" y="191868"/>
                  </a:lnTo>
                  <a:lnTo>
                    <a:pt x="151399" y="191478"/>
                  </a:lnTo>
                  <a:lnTo>
                    <a:pt x="151515" y="190990"/>
                  </a:lnTo>
                  <a:lnTo>
                    <a:pt x="151518" y="190800"/>
                  </a:lnTo>
                  <a:lnTo>
                    <a:pt x="151703" y="190550"/>
                  </a:lnTo>
                  <a:lnTo>
                    <a:pt x="152544" y="190410"/>
                  </a:lnTo>
                  <a:lnTo>
                    <a:pt x="152845" y="190489"/>
                  </a:lnTo>
                  <a:lnTo>
                    <a:pt x="153226" y="190583"/>
                  </a:lnTo>
                  <a:lnTo>
                    <a:pt x="153426" y="190572"/>
                  </a:lnTo>
                  <a:lnTo>
                    <a:pt x="153735" y="190500"/>
                  </a:lnTo>
                  <a:lnTo>
                    <a:pt x="154242" y="190349"/>
                  </a:lnTo>
                  <a:lnTo>
                    <a:pt x="154455" y="190277"/>
                  </a:lnTo>
                  <a:lnTo>
                    <a:pt x="154636" y="190063"/>
                  </a:lnTo>
                  <a:lnTo>
                    <a:pt x="154744" y="189836"/>
                  </a:lnTo>
                  <a:lnTo>
                    <a:pt x="155035" y="189265"/>
                  </a:lnTo>
                  <a:lnTo>
                    <a:pt x="155332" y="189162"/>
                  </a:lnTo>
                  <a:lnTo>
                    <a:pt x="155650" y="189413"/>
                  </a:lnTo>
                  <a:lnTo>
                    <a:pt x="155806" y="189536"/>
                  </a:lnTo>
                  <a:lnTo>
                    <a:pt x="155982" y="189637"/>
                  </a:lnTo>
                  <a:lnTo>
                    <a:pt x="156300" y="189669"/>
                  </a:lnTo>
                  <a:lnTo>
                    <a:pt x="156529" y="189621"/>
                  </a:lnTo>
                  <a:lnTo>
                    <a:pt x="157660" y="189950"/>
                  </a:lnTo>
                  <a:lnTo>
                    <a:pt x="157854" y="189985"/>
                  </a:lnTo>
                  <a:lnTo>
                    <a:pt x="158060" y="190024"/>
                  </a:lnTo>
                  <a:lnTo>
                    <a:pt x="158688" y="190001"/>
                  </a:lnTo>
                  <a:lnTo>
                    <a:pt x="159742" y="189923"/>
                  </a:lnTo>
                  <a:lnTo>
                    <a:pt x="160441" y="189717"/>
                  </a:lnTo>
                  <a:lnTo>
                    <a:pt x="161416" y="189616"/>
                  </a:lnTo>
                  <a:lnTo>
                    <a:pt x="161618" y="189603"/>
                  </a:lnTo>
                  <a:lnTo>
                    <a:pt x="161875" y="189631"/>
                  </a:lnTo>
                  <a:lnTo>
                    <a:pt x="162460" y="189367"/>
                  </a:lnTo>
                  <a:lnTo>
                    <a:pt x="162647" y="189314"/>
                  </a:lnTo>
                  <a:lnTo>
                    <a:pt x="162918" y="189257"/>
                  </a:lnTo>
                  <a:lnTo>
                    <a:pt x="163135" y="189299"/>
                  </a:lnTo>
                  <a:lnTo>
                    <a:pt x="163263" y="189333"/>
                  </a:lnTo>
                  <a:lnTo>
                    <a:pt x="163484" y="189435"/>
                  </a:lnTo>
                  <a:lnTo>
                    <a:pt x="163866" y="189646"/>
                  </a:lnTo>
                  <a:lnTo>
                    <a:pt x="164194" y="189814"/>
                  </a:lnTo>
                  <a:lnTo>
                    <a:pt x="164756" y="189891"/>
                  </a:lnTo>
                  <a:lnTo>
                    <a:pt x="164968" y="190037"/>
                  </a:lnTo>
                  <a:lnTo>
                    <a:pt x="165206" y="190227"/>
                  </a:lnTo>
                  <a:lnTo>
                    <a:pt x="165335" y="190273"/>
                  </a:lnTo>
                  <a:lnTo>
                    <a:pt x="165926" y="190297"/>
                  </a:lnTo>
                  <a:lnTo>
                    <a:pt x="166504" y="190280"/>
                  </a:lnTo>
                  <a:lnTo>
                    <a:pt x="166986" y="190266"/>
                  </a:lnTo>
                  <a:lnTo>
                    <a:pt x="167626" y="190280"/>
                  </a:lnTo>
                  <a:lnTo>
                    <a:pt x="167851" y="190184"/>
                  </a:lnTo>
                  <a:lnTo>
                    <a:pt x="168102" y="189978"/>
                  </a:lnTo>
                  <a:lnTo>
                    <a:pt x="168517" y="189882"/>
                  </a:lnTo>
                  <a:lnTo>
                    <a:pt x="168776" y="189708"/>
                  </a:lnTo>
                  <a:lnTo>
                    <a:pt x="168690" y="189285"/>
                  </a:lnTo>
                  <a:lnTo>
                    <a:pt x="168926" y="188618"/>
                  </a:lnTo>
                  <a:lnTo>
                    <a:pt x="168928" y="188361"/>
                  </a:lnTo>
                  <a:lnTo>
                    <a:pt x="168455" y="187424"/>
                  </a:lnTo>
                  <a:lnTo>
                    <a:pt x="168278" y="187465"/>
                  </a:lnTo>
                  <a:lnTo>
                    <a:pt x="168083" y="187506"/>
                  </a:lnTo>
                  <a:lnTo>
                    <a:pt x="167985" y="187101"/>
                  </a:lnTo>
                  <a:lnTo>
                    <a:pt x="168034" y="186617"/>
                  </a:lnTo>
                  <a:lnTo>
                    <a:pt x="168538" y="186235"/>
                  </a:lnTo>
                  <a:lnTo>
                    <a:pt x="169171" y="185953"/>
                  </a:lnTo>
                  <a:lnTo>
                    <a:pt x="169644" y="185611"/>
                  </a:lnTo>
                  <a:lnTo>
                    <a:pt x="169670" y="185433"/>
                  </a:lnTo>
                  <a:lnTo>
                    <a:pt x="169718" y="185259"/>
                  </a:lnTo>
                  <a:lnTo>
                    <a:pt x="169818" y="184896"/>
                  </a:lnTo>
                  <a:lnTo>
                    <a:pt x="169832" y="184249"/>
                  </a:lnTo>
                  <a:lnTo>
                    <a:pt x="169999" y="184210"/>
                  </a:lnTo>
                  <a:lnTo>
                    <a:pt x="170442" y="184083"/>
                  </a:lnTo>
                  <a:lnTo>
                    <a:pt x="171116" y="183478"/>
                  </a:lnTo>
                  <a:lnTo>
                    <a:pt x="171666" y="183455"/>
                  </a:lnTo>
                  <a:lnTo>
                    <a:pt x="172046" y="183654"/>
                  </a:lnTo>
                  <a:lnTo>
                    <a:pt x="172353" y="183644"/>
                  </a:lnTo>
                  <a:lnTo>
                    <a:pt x="172557" y="183632"/>
                  </a:lnTo>
                  <a:lnTo>
                    <a:pt x="173285" y="183751"/>
                  </a:lnTo>
                  <a:lnTo>
                    <a:pt x="173751" y="183972"/>
                  </a:lnTo>
                  <a:lnTo>
                    <a:pt x="173987" y="183538"/>
                  </a:lnTo>
                  <a:lnTo>
                    <a:pt x="174148" y="183349"/>
                  </a:lnTo>
                  <a:lnTo>
                    <a:pt x="174665" y="183244"/>
                  </a:lnTo>
                  <a:lnTo>
                    <a:pt x="175008" y="183257"/>
                  </a:lnTo>
                  <a:lnTo>
                    <a:pt x="175220" y="183264"/>
                  </a:lnTo>
                  <a:lnTo>
                    <a:pt x="175565" y="183274"/>
                  </a:lnTo>
                  <a:lnTo>
                    <a:pt x="175945" y="183283"/>
                  </a:lnTo>
                  <a:lnTo>
                    <a:pt x="176262" y="183292"/>
                  </a:lnTo>
                  <a:lnTo>
                    <a:pt x="176591" y="183343"/>
                  </a:lnTo>
                  <a:lnTo>
                    <a:pt x="177075" y="183733"/>
                  </a:lnTo>
                  <a:lnTo>
                    <a:pt x="177255" y="183890"/>
                  </a:lnTo>
                  <a:lnTo>
                    <a:pt x="177986" y="183954"/>
                  </a:lnTo>
                  <a:lnTo>
                    <a:pt x="178782" y="184065"/>
                  </a:lnTo>
                  <a:lnTo>
                    <a:pt x="178910" y="184112"/>
                  </a:lnTo>
                  <a:lnTo>
                    <a:pt x="180597" y="184321"/>
                  </a:lnTo>
                  <a:lnTo>
                    <a:pt x="181447" y="184026"/>
                  </a:lnTo>
                  <a:lnTo>
                    <a:pt x="181611" y="183912"/>
                  </a:lnTo>
                  <a:lnTo>
                    <a:pt x="182123" y="183623"/>
                  </a:lnTo>
                  <a:lnTo>
                    <a:pt x="182729" y="183559"/>
                  </a:lnTo>
                  <a:lnTo>
                    <a:pt x="183328" y="183304"/>
                  </a:lnTo>
                  <a:lnTo>
                    <a:pt x="183604" y="183166"/>
                  </a:lnTo>
                  <a:lnTo>
                    <a:pt x="184365" y="182915"/>
                  </a:lnTo>
                  <a:lnTo>
                    <a:pt x="184800" y="182782"/>
                  </a:lnTo>
                  <a:lnTo>
                    <a:pt x="184980" y="182790"/>
                  </a:lnTo>
                  <a:lnTo>
                    <a:pt x="185109" y="182773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8967317" y="1400604"/>
              <a:ext cx="185098" cy="204895"/>
            </a:xfrm>
            <a:custGeom>
              <a:avLst/>
              <a:pathLst>
                <a:path w="185098" h="204895">
                  <a:moveTo>
                    <a:pt x="182879" y="182880"/>
                  </a:moveTo>
                  <a:lnTo>
                    <a:pt x="182831" y="182437"/>
                  </a:lnTo>
                  <a:lnTo>
                    <a:pt x="183067" y="182311"/>
                  </a:lnTo>
                  <a:lnTo>
                    <a:pt x="183208" y="182458"/>
                  </a:lnTo>
                  <a:lnTo>
                    <a:pt x="183492" y="182850"/>
                  </a:lnTo>
                  <a:lnTo>
                    <a:pt x="183413" y="183176"/>
                  </a:lnTo>
                  <a:lnTo>
                    <a:pt x="183040" y="183111"/>
                  </a:lnTo>
                  <a:lnTo>
                    <a:pt x="182330" y="183081"/>
                  </a:lnTo>
                  <a:lnTo>
                    <a:pt x="181875" y="183492"/>
                  </a:lnTo>
                  <a:lnTo>
                    <a:pt x="181968" y="183651"/>
                  </a:lnTo>
                  <a:lnTo>
                    <a:pt x="182096" y="184183"/>
                  </a:lnTo>
                  <a:lnTo>
                    <a:pt x="182080" y="184503"/>
                  </a:lnTo>
                  <a:lnTo>
                    <a:pt x="182133" y="185062"/>
                  </a:lnTo>
                  <a:lnTo>
                    <a:pt x="182360" y="185498"/>
                  </a:lnTo>
                  <a:lnTo>
                    <a:pt x="182482" y="186094"/>
                  </a:lnTo>
                  <a:lnTo>
                    <a:pt x="182536" y="186286"/>
                  </a:lnTo>
                  <a:lnTo>
                    <a:pt x="182575" y="186510"/>
                  </a:lnTo>
                  <a:lnTo>
                    <a:pt x="182361" y="186813"/>
                  </a:lnTo>
                  <a:lnTo>
                    <a:pt x="182259" y="186957"/>
                  </a:lnTo>
                  <a:lnTo>
                    <a:pt x="182270" y="187189"/>
                  </a:lnTo>
                  <a:lnTo>
                    <a:pt x="182141" y="187327"/>
                  </a:lnTo>
                  <a:lnTo>
                    <a:pt x="181735" y="187402"/>
                  </a:lnTo>
                  <a:lnTo>
                    <a:pt x="181796" y="187806"/>
                  </a:lnTo>
                  <a:lnTo>
                    <a:pt x="181776" y="187972"/>
                  </a:lnTo>
                  <a:lnTo>
                    <a:pt x="181522" y="188233"/>
                  </a:lnTo>
                  <a:lnTo>
                    <a:pt x="181146" y="188088"/>
                  </a:lnTo>
                  <a:lnTo>
                    <a:pt x="181105" y="188647"/>
                  </a:lnTo>
                  <a:lnTo>
                    <a:pt x="180856" y="188712"/>
                  </a:lnTo>
                  <a:lnTo>
                    <a:pt x="180588" y="189046"/>
                  </a:lnTo>
                  <a:lnTo>
                    <a:pt x="180765" y="189239"/>
                  </a:lnTo>
                  <a:lnTo>
                    <a:pt x="180728" y="189494"/>
                  </a:lnTo>
                  <a:lnTo>
                    <a:pt x="180511" y="189399"/>
                  </a:lnTo>
                  <a:lnTo>
                    <a:pt x="180351" y="189542"/>
                  </a:lnTo>
                  <a:lnTo>
                    <a:pt x="180188" y="190080"/>
                  </a:lnTo>
                  <a:lnTo>
                    <a:pt x="180184" y="190224"/>
                  </a:lnTo>
                  <a:lnTo>
                    <a:pt x="180312" y="190625"/>
                  </a:lnTo>
                  <a:lnTo>
                    <a:pt x="180501" y="190652"/>
                  </a:lnTo>
                  <a:lnTo>
                    <a:pt x="180777" y="190942"/>
                  </a:lnTo>
                  <a:lnTo>
                    <a:pt x="180487" y="191077"/>
                  </a:lnTo>
                  <a:lnTo>
                    <a:pt x="180535" y="191376"/>
                  </a:lnTo>
                  <a:lnTo>
                    <a:pt x="180826" y="191760"/>
                  </a:lnTo>
                  <a:lnTo>
                    <a:pt x="180837" y="192182"/>
                  </a:lnTo>
                  <a:lnTo>
                    <a:pt x="181050" y="192273"/>
                  </a:lnTo>
                  <a:lnTo>
                    <a:pt x="181358" y="192571"/>
                  </a:lnTo>
                  <a:lnTo>
                    <a:pt x="181437" y="192776"/>
                  </a:lnTo>
                  <a:lnTo>
                    <a:pt x="182478" y="193013"/>
                  </a:lnTo>
                  <a:lnTo>
                    <a:pt x="182662" y="192976"/>
                  </a:lnTo>
                  <a:lnTo>
                    <a:pt x="183262" y="193145"/>
                  </a:lnTo>
                  <a:lnTo>
                    <a:pt x="183584" y="193283"/>
                  </a:lnTo>
                  <a:lnTo>
                    <a:pt x="183916" y="193399"/>
                  </a:lnTo>
                  <a:lnTo>
                    <a:pt x="184061" y="193188"/>
                  </a:lnTo>
                  <a:lnTo>
                    <a:pt x="184355" y="193063"/>
                  </a:lnTo>
                  <a:lnTo>
                    <a:pt x="184860" y="193184"/>
                  </a:lnTo>
                  <a:lnTo>
                    <a:pt x="185023" y="193558"/>
                  </a:lnTo>
                  <a:lnTo>
                    <a:pt x="185029" y="193917"/>
                  </a:lnTo>
                  <a:lnTo>
                    <a:pt x="184934" y="194119"/>
                  </a:lnTo>
                  <a:lnTo>
                    <a:pt x="184905" y="194429"/>
                  </a:lnTo>
                  <a:lnTo>
                    <a:pt x="185046" y="194401"/>
                  </a:lnTo>
                  <a:lnTo>
                    <a:pt x="185098" y="194535"/>
                  </a:lnTo>
                  <a:lnTo>
                    <a:pt x="184657" y="194433"/>
                  </a:lnTo>
                  <a:lnTo>
                    <a:pt x="184232" y="194336"/>
                  </a:lnTo>
                  <a:lnTo>
                    <a:pt x="183776" y="194479"/>
                  </a:lnTo>
                  <a:lnTo>
                    <a:pt x="183537" y="194670"/>
                  </a:lnTo>
                  <a:lnTo>
                    <a:pt x="183510" y="194508"/>
                  </a:lnTo>
                  <a:lnTo>
                    <a:pt x="183189" y="194428"/>
                  </a:lnTo>
                  <a:lnTo>
                    <a:pt x="182965" y="194298"/>
                  </a:lnTo>
                  <a:lnTo>
                    <a:pt x="182437" y="194747"/>
                  </a:lnTo>
                  <a:lnTo>
                    <a:pt x="182183" y="194723"/>
                  </a:lnTo>
                  <a:lnTo>
                    <a:pt x="181915" y="194755"/>
                  </a:lnTo>
                  <a:lnTo>
                    <a:pt x="181411" y="194818"/>
                  </a:lnTo>
                  <a:lnTo>
                    <a:pt x="181246" y="195067"/>
                  </a:lnTo>
                  <a:lnTo>
                    <a:pt x="181052" y="195130"/>
                  </a:lnTo>
                  <a:lnTo>
                    <a:pt x="181015" y="195658"/>
                  </a:lnTo>
                  <a:lnTo>
                    <a:pt x="180817" y="195671"/>
                  </a:lnTo>
                  <a:lnTo>
                    <a:pt x="180812" y="195887"/>
                  </a:lnTo>
                  <a:lnTo>
                    <a:pt x="180864" y="196155"/>
                  </a:lnTo>
                  <a:lnTo>
                    <a:pt x="181046" y="196069"/>
                  </a:lnTo>
                  <a:lnTo>
                    <a:pt x="181420" y="196006"/>
                  </a:lnTo>
                  <a:lnTo>
                    <a:pt x="181789" y="196824"/>
                  </a:lnTo>
                  <a:lnTo>
                    <a:pt x="182401" y="197235"/>
                  </a:lnTo>
                  <a:lnTo>
                    <a:pt x="182533" y="197367"/>
                  </a:lnTo>
                  <a:lnTo>
                    <a:pt x="182899" y="197752"/>
                  </a:lnTo>
                  <a:lnTo>
                    <a:pt x="182725" y="197938"/>
                  </a:lnTo>
                  <a:lnTo>
                    <a:pt x="182554" y="197978"/>
                  </a:lnTo>
                  <a:lnTo>
                    <a:pt x="182227" y="198164"/>
                  </a:lnTo>
                  <a:lnTo>
                    <a:pt x="181998" y="198327"/>
                  </a:lnTo>
                  <a:lnTo>
                    <a:pt x="181784" y="198322"/>
                  </a:lnTo>
                  <a:lnTo>
                    <a:pt x="181510" y="198328"/>
                  </a:lnTo>
                  <a:lnTo>
                    <a:pt x="181065" y="198427"/>
                  </a:lnTo>
                  <a:lnTo>
                    <a:pt x="181033" y="198609"/>
                  </a:lnTo>
                  <a:lnTo>
                    <a:pt x="181165" y="199051"/>
                  </a:lnTo>
                  <a:lnTo>
                    <a:pt x="180952" y="199079"/>
                  </a:lnTo>
                  <a:lnTo>
                    <a:pt x="180668" y="199086"/>
                  </a:lnTo>
                  <a:lnTo>
                    <a:pt x="180674" y="199357"/>
                  </a:lnTo>
                  <a:lnTo>
                    <a:pt x="180648" y="199744"/>
                  </a:lnTo>
                  <a:lnTo>
                    <a:pt x="180971" y="199836"/>
                  </a:lnTo>
                  <a:lnTo>
                    <a:pt x="181330" y="200189"/>
                  </a:lnTo>
                  <a:lnTo>
                    <a:pt x="181296" y="200449"/>
                  </a:lnTo>
                  <a:lnTo>
                    <a:pt x="181343" y="200924"/>
                  </a:lnTo>
                  <a:lnTo>
                    <a:pt x="181334" y="201473"/>
                  </a:lnTo>
                  <a:lnTo>
                    <a:pt x="181317" y="201734"/>
                  </a:lnTo>
                  <a:lnTo>
                    <a:pt x="181372" y="202136"/>
                  </a:lnTo>
                  <a:lnTo>
                    <a:pt x="180922" y="202448"/>
                  </a:lnTo>
                  <a:lnTo>
                    <a:pt x="180885" y="202593"/>
                  </a:lnTo>
                  <a:lnTo>
                    <a:pt x="180892" y="202724"/>
                  </a:lnTo>
                  <a:lnTo>
                    <a:pt x="181064" y="203003"/>
                  </a:lnTo>
                  <a:lnTo>
                    <a:pt x="181481" y="203443"/>
                  </a:lnTo>
                  <a:lnTo>
                    <a:pt x="181626" y="203469"/>
                  </a:lnTo>
                  <a:lnTo>
                    <a:pt x="181502" y="203695"/>
                  </a:lnTo>
                  <a:lnTo>
                    <a:pt x="181485" y="203924"/>
                  </a:lnTo>
                  <a:lnTo>
                    <a:pt x="181293" y="203935"/>
                  </a:lnTo>
                  <a:lnTo>
                    <a:pt x="181072" y="203946"/>
                  </a:lnTo>
                  <a:lnTo>
                    <a:pt x="180827" y="203967"/>
                  </a:lnTo>
                  <a:lnTo>
                    <a:pt x="180354" y="204673"/>
                  </a:lnTo>
                  <a:lnTo>
                    <a:pt x="180123" y="204895"/>
                  </a:lnTo>
                  <a:lnTo>
                    <a:pt x="179545" y="204879"/>
                  </a:lnTo>
                  <a:lnTo>
                    <a:pt x="179312" y="204862"/>
                  </a:lnTo>
                  <a:lnTo>
                    <a:pt x="179115" y="204694"/>
                  </a:lnTo>
                  <a:lnTo>
                    <a:pt x="178495" y="204277"/>
                  </a:lnTo>
                  <a:lnTo>
                    <a:pt x="178026" y="204132"/>
                  </a:lnTo>
                  <a:lnTo>
                    <a:pt x="177370" y="203819"/>
                  </a:lnTo>
                  <a:lnTo>
                    <a:pt x="176629" y="203553"/>
                  </a:lnTo>
                  <a:lnTo>
                    <a:pt x="175993" y="203407"/>
                  </a:lnTo>
                  <a:lnTo>
                    <a:pt x="175535" y="203241"/>
                  </a:lnTo>
                  <a:lnTo>
                    <a:pt x="175113" y="203121"/>
                  </a:lnTo>
                  <a:lnTo>
                    <a:pt x="174689" y="203188"/>
                  </a:lnTo>
                  <a:lnTo>
                    <a:pt x="174437" y="203441"/>
                  </a:lnTo>
                  <a:lnTo>
                    <a:pt x="174305" y="203530"/>
                  </a:lnTo>
                  <a:lnTo>
                    <a:pt x="174167" y="203561"/>
                  </a:lnTo>
                  <a:lnTo>
                    <a:pt x="173993" y="203602"/>
                  </a:lnTo>
                  <a:lnTo>
                    <a:pt x="173690" y="203675"/>
                  </a:lnTo>
                  <a:lnTo>
                    <a:pt x="172731" y="203447"/>
                  </a:lnTo>
                  <a:lnTo>
                    <a:pt x="172430" y="203406"/>
                  </a:lnTo>
                  <a:lnTo>
                    <a:pt x="172293" y="203112"/>
                  </a:lnTo>
                  <a:lnTo>
                    <a:pt x="171960" y="201849"/>
                  </a:lnTo>
                  <a:lnTo>
                    <a:pt x="171740" y="201427"/>
                  </a:lnTo>
                  <a:lnTo>
                    <a:pt x="172111" y="200838"/>
                  </a:lnTo>
                  <a:lnTo>
                    <a:pt x="172030" y="200502"/>
                  </a:lnTo>
                  <a:lnTo>
                    <a:pt x="171894" y="200500"/>
                  </a:lnTo>
                  <a:lnTo>
                    <a:pt x="171463" y="200520"/>
                  </a:lnTo>
                  <a:lnTo>
                    <a:pt x="170555" y="200646"/>
                  </a:lnTo>
                  <a:lnTo>
                    <a:pt x="170379" y="201196"/>
                  </a:lnTo>
                  <a:lnTo>
                    <a:pt x="169983" y="201288"/>
                  </a:lnTo>
                  <a:lnTo>
                    <a:pt x="169538" y="201313"/>
                  </a:lnTo>
                  <a:lnTo>
                    <a:pt x="169354" y="200696"/>
                  </a:lnTo>
                  <a:lnTo>
                    <a:pt x="169310" y="200492"/>
                  </a:lnTo>
                  <a:lnTo>
                    <a:pt x="169467" y="200417"/>
                  </a:lnTo>
                  <a:lnTo>
                    <a:pt x="169336" y="200248"/>
                  </a:lnTo>
                  <a:lnTo>
                    <a:pt x="169116" y="199931"/>
                  </a:lnTo>
                  <a:lnTo>
                    <a:pt x="169327" y="199596"/>
                  </a:lnTo>
                  <a:lnTo>
                    <a:pt x="169608" y="199597"/>
                  </a:lnTo>
                  <a:lnTo>
                    <a:pt x="169838" y="199563"/>
                  </a:lnTo>
                  <a:lnTo>
                    <a:pt x="169957" y="199405"/>
                  </a:lnTo>
                  <a:lnTo>
                    <a:pt x="170173" y="199337"/>
                  </a:lnTo>
                  <a:lnTo>
                    <a:pt x="170517" y="199311"/>
                  </a:lnTo>
                  <a:lnTo>
                    <a:pt x="170412" y="199095"/>
                  </a:lnTo>
                  <a:lnTo>
                    <a:pt x="170476" y="198807"/>
                  </a:lnTo>
                  <a:lnTo>
                    <a:pt x="170419" y="198605"/>
                  </a:lnTo>
                  <a:lnTo>
                    <a:pt x="170254" y="198340"/>
                  </a:lnTo>
                  <a:lnTo>
                    <a:pt x="170165" y="198118"/>
                  </a:lnTo>
                  <a:lnTo>
                    <a:pt x="169840" y="197987"/>
                  </a:lnTo>
                  <a:lnTo>
                    <a:pt x="169928" y="197761"/>
                  </a:lnTo>
                  <a:lnTo>
                    <a:pt x="170377" y="197383"/>
                  </a:lnTo>
                  <a:lnTo>
                    <a:pt x="170892" y="196890"/>
                  </a:lnTo>
                  <a:lnTo>
                    <a:pt x="171028" y="196878"/>
                  </a:lnTo>
                  <a:lnTo>
                    <a:pt x="171209" y="196863"/>
                  </a:lnTo>
                  <a:lnTo>
                    <a:pt x="171355" y="196862"/>
                  </a:lnTo>
                  <a:lnTo>
                    <a:pt x="171770" y="197056"/>
                  </a:lnTo>
                  <a:lnTo>
                    <a:pt x="171719" y="196553"/>
                  </a:lnTo>
                  <a:lnTo>
                    <a:pt x="171481" y="196308"/>
                  </a:lnTo>
                  <a:lnTo>
                    <a:pt x="171324" y="195918"/>
                  </a:lnTo>
                  <a:lnTo>
                    <a:pt x="171476" y="195716"/>
                  </a:lnTo>
                  <a:lnTo>
                    <a:pt x="171287" y="195545"/>
                  </a:lnTo>
                  <a:lnTo>
                    <a:pt x="171067" y="195295"/>
                  </a:lnTo>
                  <a:lnTo>
                    <a:pt x="171081" y="194983"/>
                  </a:lnTo>
                  <a:lnTo>
                    <a:pt x="170978" y="194313"/>
                  </a:lnTo>
                  <a:lnTo>
                    <a:pt x="170557" y="193681"/>
                  </a:lnTo>
                  <a:lnTo>
                    <a:pt x="170320" y="193526"/>
                  </a:lnTo>
                  <a:lnTo>
                    <a:pt x="169929" y="193773"/>
                  </a:lnTo>
                  <a:lnTo>
                    <a:pt x="170116" y="194146"/>
                  </a:lnTo>
                  <a:lnTo>
                    <a:pt x="170185" y="194290"/>
                  </a:lnTo>
                  <a:lnTo>
                    <a:pt x="169962" y="194478"/>
                  </a:lnTo>
                  <a:lnTo>
                    <a:pt x="169504" y="194095"/>
                  </a:lnTo>
                  <a:lnTo>
                    <a:pt x="168933" y="193743"/>
                  </a:lnTo>
                  <a:lnTo>
                    <a:pt x="168567" y="193659"/>
                  </a:lnTo>
                  <a:lnTo>
                    <a:pt x="167916" y="193513"/>
                  </a:lnTo>
                  <a:lnTo>
                    <a:pt x="166866" y="192437"/>
                  </a:lnTo>
                  <a:lnTo>
                    <a:pt x="166527" y="192137"/>
                  </a:lnTo>
                  <a:lnTo>
                    <a:pt x="166294" y="192151"/>
                  </a:lnTo>
                  <a:lnTo>
                    <a:pt x="166142" y="192040"/>
                  </a:lnTo>
                  <a:lnTo>
                    <a:pt x="165763" y="191907"/>
                  </a:lnTo>
                  <a:lnTo>
                    <a:pt x="165758" y="192204"/>
                  </a:lnTo>
                  <a:lnTo>
                    <a:pt x="165577" y="192180"/>
                  </a:lnTo>
                  <a:lnTo>
                    <a:pt x="165378" y="192058"/>
                  </a:lnTo>
                  <a:lnTo>
                    <a:pt x="164949" y="191717"/>
                  </a:lnTo>
                  <a:lnTo>
                    <a:pt x="164898" y="191240"/>
                  </a:lnTo>
                  <a:lnTo>
                    <a:pt x="164885" y="190926"/>
                  </a:lnTo>
                  <a:lnTo>
                    <a:pt x="164819" y="190584"/>
                  </a:lnTo>
                  <a:lnTo>
                    <a:pt x="164828" y="190400"/>
                  </a:lnTo>
                  <a:lnTo>
                    <a:pt x="164828" y="190179"/>
                  </a:lnTo>
                  <a:lnTo>
                    <a:pt x="164818" y="189998"/>
                  </a:lnTo>
                  <a:lnTo>
                    <a:pt x="164801" y="189786"/>
                  </a:lnTo>
                  <a:lnTo>
                    <a:pt x="164874" y="189363"/>
                  </a:lnTo>
                  <a:lnTo>
                    <a:pt x="164858" y="188967"/>
                  </a:lnTo>
                  <a:lnTo>
                    <a:pt x="164308" y="188563"/>
                  </a:lnTo>
                  <a:lnTo>
                    <a:pt x="163898" y="188339"/>
                  </a:lnTo>
                  <a:lnTo>
                    <a:pt x="163763" y="187967"/>
                  </a:lnTo>
                  <a:lnTo>
                    <a:pt x="164132" y="187248"/>
                  </a:lnTo>
                  <a:lnTo>
                    <a:pt x="164309" y="186947"/>
                  </a:lnTo>
                  <a:lnTo>
                    <a:pt x="164529" y="186521"/>
                  </a:lnTo>
                  <a:lnTo>
                    <a:pt x="164551" y="186200"/>
                  </a:lnTo>
                  <a:lnTo>
                    <a:pt x="164445" y="185948"/>
                  </a:lnTo>
                  <a:lnTo>
                    <a:pt x="164400" y="185641"/>
                  </a:lnTo>
                  <a:lnTo>
                    <a:pt x="164532" y="184998"/>
                  </a:lnTo>
                  <a:lnTo>
                    <a:pt x="164627" y="184844"/>
                  </a:lnTo>
                  <a:lnTo>
                    <a:pt x="165133" y="184729"/>
                  </a:lnTo>
                  <a:lnTo>
                    <a:pt x="165445" y="184844"/>
                  </a:lnTo>
                  <a:lnTo>
                    <a:pt x="165592" y="184896"/>
                  </a:lnTo>
                  <a:lnTo>
                    <a:pt x="166235" y="184795"/>
                  </a:lnTo>
                  <a:lnTo>
                    <a:pt x="166467" y="184712"/>
                  </a:lnTo>
                  <a:lnTo>
                    <a:pt x="166466" y="184563"/>
                  </a:lnTo>
                  <a:lnTo>
                    <a:pt x="166467" y="184396"/>
                  </a:lnTo>
                  <a:lnTo>
                    <a:pt x="166570" y="184168"/>
                  </a:lnTo>
                  <a:lnTo>
                    <a:pt x="166936" y="183811"/>
                  </a:lnTo>
                  <a:lnTo>
                    <a:pt x="167160" y="183801"/>
                  </a:lnTo>
                  <a:lnTo>
                    <a:pt x="167694" y="183765"/>
                  </a:lnTo>
                  <a:lnTo>
                    <a:pt x="167846" y="183673"/>
                  </a:lnTo>
                  <a:lnTo>
                    <a:pt x="168053" y="183774"/>
                  </a:lnTo>
                  <a:lnTo>
                    <a:pt x="168253" y="183974"/>
                  </a:lnTo>
                  <a:lnTo>
                    <a:pt x="168482" y="184259"/>
                  </a:lnTo>
                  <a:lnTo>
                    <a:pt x="168627" y="184331"/>
                  </a:lnTo>
                  <a:lnTo>
                    <a:pt x="168982" y="184133"/>
                  </a:lnTo>
                  <a:lnTo>
                    <a:pt x="169404" y="184057"/>
                  </a:lnTo>
                  <a:lnTo>
                    <a:pt x="169725" y="184007"/>
                  </a:lnTo>
                  <a:lnTo>
                    <a:pt x="169998" y="183906"/>
                  </a:lnTo>
                  <a:lnTo>
                    <a:pt x="170276" y="183743"/>
                  </a:lnTo>
                  <a:lnTo>
                    <a:pt x="170464" y="183738"/>
                  </a:lnTo>
                  <a:lnTo>
                    <a:pt x="170581" y="183980"/>
                  </a:lnTo>
                  <a:lnTo>
                    <a:pt x="170922" y="183887"/>
                  </a:lnTo>
                  <a:lnTo>
                    <a:pt x="171209" y="183766"/>
                  </a:lnTo>
                  <a:lnTo>
                    <a:pt x="171473" y="184033"/>
                  </a:lnTo>
                  <a:lnTo>
                    <a:pt x="171787" y="184281"/>
                  </a:lnTo>
                  <a:lnTo>
                    <a:pt x="172016" y="184132"/>
                  </a:lnTo>
                  <a:lnTo>
                    <a:pt x="172181" y="184008"/>
                  </a:lnTo>
                  <a:lnTo>
                    <a:pt x="172497" y="183801"/>
                  </a:lnTo>
                  <a:lnTo>
                    <a:pt x="172810" y="183936"/>
                  </a:lnTo>
                  <a:lnTo>
                    <a:pt x="173204" y="184443"/>
                  </a:lnTo>
                  <a:lnTo>
                    <a:pt x="173576" y="184431"/>
                  </a:lnTo>
                  <a:lnTo>
                    <a:pt x="173893" y="184581"/>
                  </a:lnTo>
                  <a:lnTo>
                    <a:pt x="174128" y="184847"/>
                  </a:lnTo>
                  <a:lnTo>
                    <a:pt x="175174" y="184838"/>
                  </a:lnTo>
                  <a:lnTo>
                    <a:pt x="175328" y="184649"/>
                  </a:lnTo>
                  <a:lnTo>
                    <a:pt x="175279" y="184465"/>
                  </a:lnTo>
                  <a:lnTo>
                    <a:pt x="175721" y="183967"/>
                  </a:lnTo>
                  <a:lnTo>
                    <a:pt x="175921" y="183870"/>
                  </a:lnTo>
                  <a:lnTo>
                    <a:pt x="176399" y="183645"/>
                  </a:lnTo>
                  <a:lnTo>
                    <a:pt x="176578" y="183364"/>
                  </a:lnTo>
                  <a:lnTo>
                    <a:pt x="176778" y="183312"/>
                  </a:lnTo>
                  <a:lnTo>
                    <a:pt x="176957" y="183233"/>
                  </a:lnTo>
                  <a:lnTo>
                    <a:pt x="177267" y="182996"/>
                  </a:lnTo>
                  <a:lnTo>
                    <a:pt x="177564" y="182968"/>
                  </a:lnTo>
                  <a:lnTo>
                    <a:pt x="177749" y="182796"/>
                  </a:lnTo>
                  <a:lnTo>
                    <a:pt x="177759" y="182662"/>
                  </a:lnTo>
                  <a:lnTo>
                    <a:pt x="178262" y="182675"/>
                  </a:lnTo>
                  <a:lnTo>
                    <a:pt x="179206" y="182793"/>
                  </a:lnTo>
                  <a:lnTo>
                    <a:pt x="179606" y="183131"/>
                  </a:lnTo>
                  <a:lnTo>
                    <a:pt x="179879" y="183201"/>
                  </a:lnTo>
                  <a:lnTo>
                    <a:pt x="180048" y="183199"/>
                  </a:lnTo>
                  <a:lnTo>
                    <a:pt x="180376" y="183095"/>
                  </a:lnTo>
                  <a:lnTo>
                    <a:pt x="180968" y="182591"/>
                  </a:lnTo>
                  <a:lnTo>
                    <a:pt x="181123" y="182619"/>
                  </a:lnTo>
                  <a:lnTo>
                    <a:pt x="181261" y="182656"/>
                  </a:lnTo>
                  <a:lnTo>
                    <a:pt x="181660" y="182848"/>
                  </a:lnTo>
                  <a:lnTo>
                    <a:pt x="181946" y="182806"/>
                  </a:lnTo>
                  <a:lnTo>
                    <a:pt x="181876" y="182380"/>
                  </a:lnTo>
                  <a:lnTo>
                    <a:pt x="182171" y="182419"/>
                  </a:lnTo>
                  <a:lnTo>
                    <a:pt x="182399" y="182850"/>
                  </a:lnTo>
                  <a:lnTo>
                    <a:pt x="182642" y="182981"/>
                  </a:lnTo>
                  <a:close/>
                </a:path>
              </a:pathLst>
            </a:custGeom>
            <a:solidFill>
              <a:srgbClr val="4E7DB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9232352" y="747743"/>
              <a:ext cx="681872" cy="673136"/>
            </a:xfrm>
            <a:custGeom>
              <a:avLst/>
              <a:pathLst>
                <a:path w="681872" h="673136">
                  <a:moveTo>
                    <a:pt x="182879" y="182879"/>
                  </a:moveTo>
                  <a:lnTo>
                    <a:pt x="194234" y="183643"/>
                  </a:lnTo>
                  <a:lnTo>
                    <a:pt x="194343" y="183791"/>
                  </a:lnTo>
                  <a:lnTo>
                    <a:pt x="194493" y="184102"/>
                  </a:lnTo>
                  <a:lnTo>
                    <a:pt x="194684" y="184423"/>
                  </a:lnTo>
                  <a:lnTo>
                    <a:pt x="195074" y="184796"/>
                  </a:lnTo>
                  <a:lnTo>
                    <a:pt x="195238" y="184869"/>
                  </a:lnTo>
                  <a:lnTo>
                    <a:pt x="196636" y="184797"/>
                  </a:lnTo>
                  <a:lnTo>
                    <a:pt x="196772" y="184779"/>
                  </a:lnTo>
                  <a:lnTo>
                    <a:pt x="196905" y="184762"/>
                  </a:lnTo>
                  <a:lnTo>
                    <a:pt x="197047" y="184744"/>
                  </a:lnTo>
                  <a:lnTo>
                    <a:pt x="197752" y="184753"/>
                  </a:lnTo>
                  <a:lnTo>
                    <a:pt x="198509" y="184943"/>
                  </a:lnTo>
                  <a:lnTo>
                    <a:pt x="199082" y="185108"/>
                  </a:lnTo>
                  <a:lnTo>
                    <a:pt x="199519" y="185214"/>
                  </a:lnTo>
                  <a:lnTo>
                    <a:pt x="199924" y="185273"/>
                  </a:lnTo>
                  <a:lnTo>
                    <a:pt x="201649" y="185145"/>
                  </a:lnTo>
                  <a:lnTo>
                    <a:pt x="201971" y="185150"/>
                  </a:lnTo>
                  <a:lnTo>
                    <a:pt x="202229" y="185185"/>
                  </a:lnTo>
                  <a:lnTo>
                    <a:pt x="202497" y="185271"/>
                  </a:lnTo>
                  <a:lnTo>
                    <a:pt x="203017" y="185446"/>
                  </a:lnTo>
                  <a:lnTo>
                    <a:pt x="203377" y="185562"/>
                  </a:lnTo>
                  <a:lnTo>
                    <a:pt x="203514" y="185629"/>
                  </a:lnTo>
                  <a:lnTo>
                    <a:pt x="203962" y="185945"/>
                  </a:lnTo>
                  <a:lnTo>
                    <a:pt x="204609" y="186381"/>
                  </a:lnTo>
                  <a:lnTo>
                    <a:pt x="205851" y="187001"/>
                  </a:lnTo>
                  <a:lnTo>
                    <a:pt x="207036" y="187723"/>
                  </a:lnTo>
                  <a:lnTo>
                    <a:pt x="211543" y="190360"/>
                  </a:lnTo>
                  <a:lnTo>
                    <a:pt x="213339" y="192036"/>
                  </a:lnTo>
                  <a:lnTo>
                    <a:pt x="213696" y="192013"/>
                  </a:lnTo>
                  <a:lnTo>
                    <a:pt x="213845" y="191992"/>
                  </a:lnTo>
                  <a:lnTo>
                    <a:pt x="214019" y="191932"/>
                  </a:lnTo>
                  <a:lnTo>
                    <a:pt x="216306" y="190882"/>
                  </a:lnTo>
                  <a:lnTo>
                    <a:pt x="217141" y="190635"/>
                  </a:lnTo>
                  <a:lnTo>
                    <a:pt x="217635" y="190538"/>
                  </a:lnTo>
                  <a:lnTo>
                    <a:pt x="219431" y="191447"/>
                  </a:lnTo>
                  <a:lnTo>
                    <a:pt x="220264" y="192017"/>
                  </a:lnTo>
                  <a:lnTo>
                    <a:pt x="220519" y="192172"/>
                  </a:lnTo>
                  <a:lnTo>
                    <a:pt x="220665" y="192248"/>
                  </a:lnTo>
                  <a:lnTo>
                    <a:pt x="220903" y="192363"/>
                  </a:lnTo>
                  <a:lnTo>
                    <a:pt x="221336" y="192526"/>
                  </a:lnTo>
                  <a:lnTo>
                    <a:pt x="221470" y="192623"/>
                  </a:lnTo>
                  <a:lnTo>
                    <a:pt x="221722" y="192775"/>
                  </a:lnTo>
                  <a:lnTo>
                    <a:pt x="221986" y="193047"/>
                  </a:lnTo>
                  <a:lnTo>
                    <a:pt x="222113" y="193264"/>
                  </a:lnTo>
                  <a:lnTo>
                    <a:pt x="222257" y="193524"/>
                  </a:lnTo>
                  <a:lnTo>
                    <a:pt x="222410" y="193772"/>
                  </a:lnTo>
                  <a:lnTo>
                    <a:pt x="222549" y="193977"/>
                  </a:lnTo>
                  <a:lnTo>
                    <a:pt x="222667" y="194152"/>
                  </a:lnTo>
                  <a:lnTo>
                    <a:pt x="223200" y="195086"/>
                  </a:lnTo>
                  <a:lnTo>
                    <a:pt x="223415" y="195307"/>
                  </a:lnTo>
                  <a:lnTo>
                    <a:pt x="223484" y="195630"/>
                  </a:lnTo>
                  <a:lnTo>
                    <a:pt x="223571" y="195916"/>
                  </a:lnTo>
                  <a:lnTo>
                    <a:pt x="223769" y="196188"/>
                  </a:lnTo>
                  <a:lnTo>
                    <a:pt x="223990" y="196384"/>
                  </a:lnTo>
                  <a:lnTo>
                    <a:pt x="224161" y="196503"/>
                  </a:lnTo>
                  <a:lnTo>
                    <a:pt x="224490" y="196631"/>
                  </a:lnTo>
                  <a:lnTo>
                    <a:pt x="224627" y="196672"/>
                  </a:lnTo>
                  <a:lnTo>
                    <a:pt x="224958" y="196713"/>
                  </a:lnTo>
                  <a:lnTo>
                    <a:pt x="225166" y="196724"/>
                  </a:lnTo>
                  <a:lnTo>
                    <a:pt x="225341" y="196768"/>
                  </a:lnTo>
                  <a:lnTo>
                    <a:pt x="225509" y="196842"/>
                  </a:lnTo>
                  <a:lnTo>
                    <a:pt x="225896" y="197074"/>
                  </a:lnTo>
                  <a:lnTo>
                    <a:pt x="226178" y="197397"/>
                  </a:lnTo>
                  <a:lnTo>
                    <a:pt x="226259" y="197543"/>
                  </a:lnTo>
                  <a:lnTo>
                    <a:pt x="227513" y="198283"/>
                  </a:lnTo>
                  <a:lnTo>
                    <a:pt x="227650" y="198288"/>
                  </a:lnTo>
                  <a:lnTo>
                    <a:pt x="227818" y="198305"/>
                  </a:lnTo>
                  <a:lnTo>
                    <a:pt x="228311" y="198397"/>
                  </a:lnTo>
                  <a:lnTo>
                    <a:pt x="228673" y="198513"/>
                  </a:lnTo>
                  <a:lnTo>
                    <a:pt x="229560" y="198968"/>
                  </a:lnTo>
                  <a:lnTo>
                    <a:pt x="229870" y="199020"/>
                  </a:lnTo>
                  <a:lnTo>
                    <a:pt x="230135" y="199044"/>
                  </a:lnTo>
                  <a:lnTo>
                    <a:pt x="230492" y="199069"/>
                  </a:lnTo>
                  <a:lnTo>
                    <a:pt x="230833" y="199088"/>
                  </a:lnTo>
                  <a:lnTo>
                    <a:pt x="231319" y="199087"/>
                  </a:lnTo>
                  <a:lnTo>
                    <a:pt x="232839" y="198928"/>
                  </a:lnTo>
                  <a:lnTo>
                    <a:pt x="233458" y="198798"/>
                  </a:lnTo>
                  <a:lnTo>
                    <a:pt x="233761" y="198767"/>
                  </a:lnTo>
                  <a:lnTo>
                    <a:pt x="234223" y="198784"/>
                  </a:lnTo>
                  <a:lnTo>
                    <a:pt x="235164" y="198796"/>
                  </a:lnTo>
                  <a:lnTo>
                    <a:pt x="235674" y="198861"/>
                  </a:lnTo>
                  <a:lnTo>
                    <a:pt x="236117" y="198908"/>
                  </a:lnTo>
                  <a:lnTo>
                    <a:pt x="236555" y="198952"/>
                  </a:lnTo>
                  <a:lnTo>
                    <a:pt x="237224" y="199054"/>
                  </a:lnTo>
                  <a:lnTo>
                    <a:pt x="238689" y="199530"/>
                  </a:lnTo>
                  <a:lnTo>
                    <a:pt x="239084" y="200095"/>
                  </a:lnTo>
                  <a:lnTo>
                    <a:pt x="238633" y="200719"/>
                  </a:lnTo>
                  <a:lnTo>
                    <a:pt x="238604" y="201365"/>
                  </a:lnTo>
                  <a:lnTo>
                    <a:pt x="238942" y="201584"/>
                  </a:lnTo>
                  <a:lnTo>
                    <a:pt x="239918" y="201892"/>
                  </a:lnTo>
                  <a:lnTo>
                    <a:pt x="240545" y="202023"/>
                  </a:lnTo>
                  <a:lnTo>
                    <a:pt x="241416" y="202077"/>
                  </a:lnTo>
                  <a:lnTo>
                    <a:pt x="242061" y="202028"/>
                  </a:lnTo>
                  <a:lnTo>
                    <a:pt x="242329" y="201987"/>
                  </a:lnTo>
                  <a:lnTo>
                    <a:pt x="242701" y="201939"/>
                  </a:lnTo>
                  <a:lnTo>
                    <a:pt x="243127" y="201835"/>
                  </a:lnTo>
                  <a:lnTo>
                    <a:pt x="243581" y="201817"/>
                  </a:lnTo>
                  <a:lnTo>
                    <a:pt x="243914" y="202026"/>
                  </a:lnTo>
                  <a:lnTo>
                    <a:pt x="244036" y="202243"/>
                  </a:lnTo>
                  <a:lnTo>
                    <a:pt x="244217" y="202595"/>
                  </a:lnTo>
                  <a:lnTo>
                    <a:pt x="244351" y="202880"/>
                  </a:lnTo>
                  <a:lnTo>
                    <a:pt x="244598" y="203763"/>
                  </a:lnTo>
                  <a:lnTo>
                    <a:pt x="244740" y="203919"/>
                  </a:lnTo>
                  <a:lnTo>
                    <a:pt x="244918" y="204040"/>
                  </a:lnTo>
                  <a:lnTo>
                    <a:pt x="245195" y="204135"/>
                  </a:lnTo>
                  <a:lnTo>
                    <a:pt x="245426" y="204167"/>
                  </a:lnTo>
                  <a:lnTo>
                    <a:pt x="246666" y="203625"/>
                  </a:lnTo>
                  <a:lnTo>
                    <a:pt x="246794" y="203154"/>
                  </a:lnTo>
                  <a:lnTo>
                    <a:pt x="246535" y="202536"/>
                  </a:lnTo>
                  <a:lnTo>
                    <a:pt x="246363" y="202101"/>
                  </a:lnTo>
                  <a:lnTo>
                    <a:pt x="246239" y="201946"/>
                  </a:lnTo>
                  <a:lnTo>
                    <a:pt x="246087" y="201754"/>
                  </a:lnTo>
                  <a:lnTo>
                    <a:pt x="245916" y="201523"/>
                  </a:lnTo>
                  <a:lnTo>
                    <a:pt x="245819" y="201310"/>
                  </a:lnTo>
                  <a:lnTo>
                    <a:pt x="245828" y="200972"/>
                  </a:lnTo>
                  <a:lnTo>
                    <a:pt x="245980" y="200851"/>
                  </a:lnTo>
                  <a:lnTo>
                    <a:pt x="246427" y="200620"/>
                  </a:lnTo>
                  <a:lnTo>
                    <a:pt x="247232" y="200276"/>
                  </a:lnTo>
                  <a:lnTo>
                    <a:pt x="248080" y="199966"/>
                  </a:lnTo>
                  <a:lnTo>
                    <a:pt x="248501" y="199882"/>
                  </a:lnTo>
                  <a:lnTo>
                    <a:pt x="248833" y="199811"/>
                  </a:lnTo>
                  <a:lnTo>
                    <a:pt x="249106" y="199735"/>
                  </a:lnTo>
                  <a:lnTo>
                    <a:pt x="249905" y="199350"/>
                  </a:lnTo>
                  <a:lnTo>
                    <a:pt x="250585" y="199298"/>
                  </a:lnTo>
                  <a:lnTo>
                    <a:pt x="251107" y="199273"/>
                  </a:lnTo>
                  <a:lnTo>
                    <a:pt x="251288" y="199266"/>
                  </a:lnTo>
                  <a:lnTo>
                    <a:pt x="251728" y="199179"/>
                  </a:lnTo>
                  <a:lnTo>
                    <a:pt x="252202" y="199139"/>
                  </a:lnTo>
                  <a:lnTo>
                    <a:pt x="252537" y="199110"/>
                  </a:lnTo>
                  <a:lnTo>
                    <a:pt x="252933" y="199098"/>
                  </a:lnTo>
                  <a:lnTo>
                    <a:pt x="253449" y="199059"/>
                  </a:lnTo>
                  <a:lnTo>
                    <a:pt x="254027" y="198977"/>
                  </a:lnTo>
                  <a:lnTo>
                    <a:pt x="255587" y="199059"/>
                  </a:lnTo>
                  <a:lnTo>
                    <a:pt x="256344" y="199042"/>
                  </a:lnTo>
                  <a:lnTo>
                    <a:pt x="256962" y="199003"/>
                  </a:lnTo>
                  <a:lnTo>
                    <a:pt x="257187" y="199027"/>
                  </a:lnTo>
                  <a:lnTo>
                    <a:pt x="258262" y="199283"/>
                  </a:lnTo>
                  <a:lnTo>
                    <a:pt x="258597" y="199236"/>
                  </a:lnTo>
                  <a:lnTo>
                    <a:pt x="259150" y="199327"/>
                  </a:lnTo>
                  <a:lnTo>
                    <a:pt x="259833" y="199553"/>
                  </a:lnTo>
                  <a:lnTo>
                    <a:pt x="260158" y="199823"/>
                  </a:lnTo>
                  <a:lnTo>
                    <a:pt x="260557" y="199968"/>
                  </a:lnTo>
                  <a:lnTo>
                    <a:pt x="261296" y="200099"/>
                  </a:lnTo>
                  <a:lnTo>
                    <a:pt x="262768" y="200991"/>
                  </a:lnTo>
                  <a:lnTo>
                    <a:pt x="262899" y="201146"/>
                  </a:lnTo>
                  <a:lnTo>
                    <a:pt x="263033" y="201299"/>
                  </a:lnTo>
                  <a:lnTo>
                    <a:pt x="263168" y="201376"/>
                  </a:lnTo>
                  <a:lnTo>
                    <a:pt x="263823" y="201692"/>
                  </a:lnTo>
                  <a:lnTo>
                    <a:pt x="264262" y="201861"/>
                  </a:lnTo>
                  <a:lnTo>
                    <a:pt x="264427" y="201925"/>
                  </a:lnTo>
                  <a:lnTo>
                    <a:pt x="264573" y="201967"/>
                  </a:lnTo>
                  <a:lnTo>
                    <a:pt x="264891" y="202031"/>
                  </a:lnTo>
                  <a:lnTo>
                    <a:pt x="265090" y="202063"/>
                  </a:lnTo>
                  <a:lnTo>
                    <a:pt x="265616" y="202186"/>
                  </a:lnTo>
                  <a:lnTo>
                    <a:pt x="266023" y="202239"/>
                  </a:lnTo>
                  <a:lnTo>
                    <a:pt x="266477" y="202416"/>
                  </a:lnTo>
                  <a:lnTo>
                    <a:pt x="266879" y="202543"/>
                  </a:lnTo>
                  <a:lnTo>
                    <a:pt x="267219" y="202587"/>
                  </a:lnTo>
                  <a:lnTo>
                    <a:pt x="267421" y="202561"/>
                  </a:lnTo>
                  <a:lnTo>
                    <a:pt x="267683" y="202612"/>
                  </a:lnTo>
                  <a:lnTo>
                    <a:pt x="268203" y="202823"/>
                  </a:lnTo>
                  <a:lnTo>
                    <a:pt x="268615" y="203033"/>
                  </a:lnTo>
                  <a:lnTo>
                    <a:pt x="269035" y="203272"/>
                  </a:lnTo>
                  <a:lnTo>
                    <a:pt x="269240" y="203369"/>
                  </a:lnTo>
                  <a:lnTo>
                    <a:pt x="269401" y="203437"/>
                  </a:lnTo>
                  <a:lnTo>
                    <a:pt x="269905" y="203573"/>
                  </a:lnTo>
                  <a:lnTo>
                    <a:pt x="270292" y="203643"/>
                  </a:lnTo>
                  <a:lnTo>
                    <a:pt x="270488" y="203725"/>
                  </a:lnTo>
                  <a:lnTo>
                    <a:pt x="270664" y="203763"/>
                  </a:lnTo>
                  <a:lnTo>
                    <a:pt x="270968" y="203812"/>
                  </a:lnTo>
                  <a:lnTo>
                    <a:pt x="271426" y="203924"/>
                  </a:lnTo>
                  <a:lnTo>
                    <a:pt x="271625" y="203981"/>
                  </a:lnTo>
                  <a:lnTo>
                    <a:pt x="271834" y="204070"/>
                  </a:lnTo>
                  <a:lnTo>
                    <a:pt x="272003" y="204152"/>
                  </a:lnTo>
                  <a:lnTo>
                    <a:pt x="272083" y="205155"/>
                  </a:lnTo>
                  <a:lnTo>
                    <a:pt x="272120" y="205535"/>
                  </a:lnTo>
                  <a:lnTo>
                    <a:pt x="272196" y="205770"/>
                  </a:lnTo>
                  <a:lnTo>
                    <a:pt x="272340" y="206119"/>
                  </a:lnTo>
                  <a:lnTo>
                    <a:pt x="272744" y="206478"/>
                  </a:lnTo>
                  <a:lnTo>
                    <a:pt x="273237" y="206443"/>
                  </a:lnTo>
                  <a:lnTo>
                    <a:pt x="273454" y="206344"/>
                  </a:lnTo>
                  <a:lnTo>
                    <a:pt x="273957" y="206096"/>
                  </a:lnTo>
                  <a:lnTo>
                    <a:pt x="274174" y="205967"/>
                  </a:lnTo>
                  <a:lnTo>
                    <a:pt x="275012" y="205253"/>
                  </a:lnTo>
                  <a:lnTo>
                    <a:pt x="275294" y="205132"/>
                  </a:lnTo>
                  <a:lnTo>
                    <a:pt x="276110" y="204908"/>
                  </a:lnTo>
                  <a:lnTo>
                    <a:pt x="276516" y="204865"/>
                  </a:lnTo>
                  <a:lnTo>
                    <a:pt x="276686" y="204850"/>
                  </a:lnTo>
                  <a:lnTo>
                    <a:pt x="277036" y="204886"/>
                  </a:lnTo>
                  <a:lnTo>
                    <a:pt x="277190" y="204974"/>
                  </a:lnTo>
                  <a:lnTo>
                    <a:pt x="277830" y="205566"/>
                  </a:lnTo>
                  <a:lnTo>
                    <a:pt x="278014" y="205861"/>
                  </a:lnTo>
                  <a:lnTo>
                    <a:pt x="278166" y="206321"/>
                  </a:lnTo>
                  <a:lnTo>
                    <a:pt x="278115" y="206550"/>
                  </a:lnTo>
                  <a:lnTo>
                    <a:pt x="279039" y="207607"/>
                  </a:lnTo>
                  <a:lnTo>
                    <a:pt x="279376" y="207966"/>
                  </a:lnTo>
                  <a:lnTo>
                    <a:pt x="279625" y="208307"/>
                  </a:lnTo>
                  <a:lnTo>
                    <a:pt x="279897" y="208555"/>
                  </a:lnTo>
                  <a:lnTo>
                    <a:pt x="280032" y="208669"/>
                  </a:lnTo>
                  <a:lnTo>
                    <a:pt x="280519" y="208854"/>
                  </a:lnTo>
                  <a:lnTo>
                    <a:pt x="280675" y="208871"/>
                  </a:lnTo>
                  <a:lnTo>
                    <a:pt x="281002" y="208886"/>
                  </a:lnTo>
                  <a:lnTo>
                    <a:pt x="281611" y="208975"/>
                  </a:lnTo>
                  <a:lnTo>
                    <a:pt x="282264" y="209160"/>
                  </a:lnTo>
                  <a:lnTo>
                    <a:pt x="282351" y="210037"/>
                  </a:lnTo>
                  <a:lnTo>
                    <a:pt x="281919" y="210346"/>
                  </a:lnTo>
                  <a:lnTo>
                    <a:pt x="281872" y="210771"/>
                  </a:lnTo>
                  <a:lnTo>
                    <a:pt x="282081" y="211324"/>
                  </a:lnTo>
                  <a:lnTo>
                    <a:pt x="281901" y="211855"/>
                  </a:lnTo>
                  <a:lnTo>
                    <a:pt x="281355" y="212116"/>
                  </a:lnTo>
                  <a:lnTo>
                    <a:pt x="280534" y="212312"/>
                  </a:lnTo>
                  <a:lnTo>
                    <a:pt x="280347" y="212306"/>
                  </a:lnTo>
                  <a:lnTo>
                    <a:pt x="279959" y="212372"/>
                  </a:lnTo>
                  <a:lnTo>
                    <a:pt x="279241" y="212725"/>
                  </a:lnTo>
                  <a:lnTo>
                    <a:pt x="279026" y="213415"/>
                  </a:lnTo>
                  <a:lnTo>
                    <a:pt x="279060" y="213904"/>
                  </a:lnTo>
                  <a:lnTo>
                    <a:pt x="280114" y="215513"/>
                  </a:lnTo>
                  <a:lnTo>
                    <a:pt x="280627" y="215302"/>
                  </a:lnTo>
                  <a:lnTo>
                    <a:pt x="281044" y="214941"/>
                  </a:lnTo>
                  <a:lnTo>
                    <a:pt x="281330" y="214734"/>
                  </a:lnTo>
                  <a:lnTo>
                    <a:pt x="281773" y="214672"/>
                  </a:lnTo>
                  <a:lnTo>
                    <a:pt x="282088" y="214660"/>
                  </a:lnTo>
                  <a:lnTo>
                    <a:pt x="282566" y="214658"/>
                  </a:lnTo>
                  <a:lnTo>
                    <a:pt x="282736" y="214638"/>
                  </a:lnTo>
                  <a:lnTo>
                    <a:pt x="283062" y="214479"/>
                  </a:lnTo>
                  <a:lnTo>
                    <a:pt x="284278" y="213854"/>
                  </a:lnTo>
                  <a:lnTo>
                    <a:pt x="284534" y="213899"/>
                  </a:lnTo>
                  <a:lnTo>
                    <a:pt x="285628" y="213883"/>
                  </a:lnTo>
                  <a:lnTo>
                    <a:pt x="286293" y="213850"/>
                  </a:lnTo>
                  <a:lnTo>
                    <a:pt x="286438" y="213873"/>
                  </a:lnTo>
                  <a:lnTo>
                    <a:pt x="286596" y="213913"/>
                  </a:lnTo>
                  <a:lnTo>
                    <a:pt x="286800" y="213993"/>
                  </a:lnTo>
                  <a:lnTo>
                    <a:pt x="287249" y="214429"/>
                  </a:lnTo>
                  <a:lnTo>
                    <a:pt x="287062" y="214857"/>
                  </a:lnTo>
                  <a:lnTo>
                    <a:pt x="287426" y="215610"/>
                  </a:lnTo>
                  <a:lnTo>
                    <a:pt x="287584" y="215758"/>
                  </a:lnTo>
                  <a:lnTo>
                    <a:pt x="288139" y="216332"/>
                  </a:lnTo>
                  <a:lnTo>
                    <a:pt x="288409" y="216500"/>
                  </a:lnTo>
                  <a:lnTo>
                    <a:pt x="289046" y="216992"/>
                  </a:lnTo>
                  <a:lnTo>
                    <a:pt x="289838" y="217532"/>
                  </a:lnTo>
                  <a:lnTo>
                    <a:pt x="290175" y="217923"/>
                  </a:lnTo>
                  <a:lnTo>
                    <a:pt x="290287" y="218157"/>
                  </a:lnTo>
                  <a:lnTo>
                    <a:pt x="290375" y="218410"/>
                  </a:lnTo>
                  <a:lnTo>
                    <a:pt x="290814" y="219341"/>
                  </a:lnTo>
                  <a:lnTo>
                    <a:pt x="291013" y="219452"/>
                  </a:lnTo>
                  <a:lnTo>
                    <a:pt x="291594" y="219931"/>
                  </a:lnTo>
                  <a:lnTo>
                    <a:pt x="291693" y="220095"/>
                  </a:lnTo>
                  <a:lnTo>
                    <a:pt x="293719" y="219672"/>
                  </a:lnTo>
                  <a:lnTo>
                    <a:pt x="294043" y="218948"/>
                  </a:lnTo>
                  <a:lnTo>
                    <a:pt x="294452" y="218715"/>
                  </a:lnTo>
                  <a:lnTo>
                    <a:pt x="294642" y="218683"/>
                  </a:lnTo>
                  <a:lnTo>
                    <a:pt x="294880" y="218638"/>
                  </a:lnTo>
                  <a:lnTo>
                    <a:pt x="295249" y="218663"/>
                  </a:lnTo>
                  <a:lnTo>
                    <a:pt x="295645" y="218718"/>
                  </a:lnTo>
                  <a:lnTo>
                    <a:pt x="296858" y="219303"/>
                  </a:lnTo>
                  <a:lnTo>
                    <a:pt x="297686" y="219693"/>
                  </a:lnTo>
                  <a:lnTo>
                    <a:pt x="297891" y="219792"/>
                  </a:lnTo>
                  <a:lnTo>
                    <a:pt x="298099" y="220665"/>
                  </a:lnTo>
                  <a:lnTo>
                    <a:pt x="297875" y="220710"/>
                  </a:lnTo>
                  <a:lnTo>
                    <a:pt x="297618" y="220721"/>
                  </a:lnTo>
                  <a:lnTo>
                    <a:pt x="297270" y="220750"/>
                  </a:lnTo>
                  <a:lnTo>
                    <a:pt x="297078" y="220773"/>
                  </a:lnTo>
                  <a:lnTo>
                    <a:pt x="296381" y="220848"/>
                  </a:lnTo>
                  <a:lnTo>
                    <a:pt x="295712" y="221070"/>
                  </a:lnTo>
                  <a:lnTo>
                    <a:pt x="295303" y="221396"/>
                  </a:lnTo>
                  <a:lnTo>
                    <a:pt x="295297" y="221645"/>
                  </a:lnTo>
                  <a:lnTo>
                    <a:pt x="295685" y="222493"/>
                  </a:lnTo>
                  <a:lnTo>
                    <a:pt x="295924" y="222807"/>
                  </a:lnTo>
                  <a:lnTo>
                    <a:pt x="296207" y="223247"/>
                  </a:lnTo>
                  <a:lnTo>
                    <a:pt x="296299" y="223444"/>
                  </a:lnTo>
                  <a:lnTo>
                    <a:pt x="296372" y="223674"/>
                  </a:lnTo>
                  <a:lnTo>
                    <a:pt x="296414" y="223895"/>
                  </a:lnTo>
                  <a:lnTo>
                    <a:pt x="296414" y="224158"/>
                  </a:lnTo>
                  <a:lnTo>
                    <a:pt x="296339" y="224360"/>
                  </a:lnTo>
                  <a:lnTo>
                    <a:pt x="295850" y="224536"/>
                  </a:lnTo>
                  <a:lnTo>
                    <a:pt x="294051" y="224627"/>
                  </a:lnTo>
                  <a:lnTo>
                    <a:pt x="293922" y="224604"/>
                  </a:lnTo>
                  <a:lnTo>
                    <a:pt x="293719" y="224577"/>
                  </a:lnTo>
                  <a:lnTo>
                    <a:pt x="293510" y="224566"/>
                  </a:lnTo>
                  <a:lnTo>
                    <a:pt x="292815" y="224853"/>
                  </a:lnTo>
                  <a:lnTo>
                    <a:pt x="292560" y="225082"/>
                  </a:lnTo>
                  <a:lnTo>
                    <a:pt x="292177" y="225597"/>
                  </a:lnTo>
                  <a:lnTo>
                    <a:pt x="292073" y="226034"/>
                  </a:lnTo>
                  <a:lnTo>
                    <a:pt x="292070" y="226352"/>
                  </a:lnTo>
                  <a:lnTo>
                    <a:pt x="292076" y="226834"/>
                  </a:lnTo>
                  <a:lnTo>
                    <a:pt x="292220" y="227289"/>
                  </a:lnTo>
                  <a:lnTo>
                    <a:pt x="292378" y="227580"/>
                  </a:lnTo>
                  <a:lnTo>
                    <a:pt x="292535" y="227751"/>
                  </a:lnTo>
                  <a:lnTo>
                    <a:pt x="292904" y="228109"/>
                  </a:lnTo>
                  <a:lnTo>
                    <a:pt x="293719" y="228700"/>
                  </a:lnTo>
                  <a:lnTo>
                    <a:pt x="294168" y="229178"/>
                  </a:lnTo>
                  <a:lnTo>
                    <a:pt x="294338" y="229294"/>
                  </a:lnTo>
                  <a:lnTo>
                    <a:pt x="294509" y="229365"/>
                  </a:lnTo>
                  <a:lnTo>
                    <a:pt x="294824" y="229496"/>
                  </a:lnTo>
                  <a:lnTo>
                    <a:pt x="294998" y="229530"/>
                  </a:lnTo>
                  <a:lnTo>
                    <a:pt x="295166" y="229506"/>
                  </a:lnTo>
                  <a:lnTo>
                    <a:pt x="295400" y="229388"/>
                  </a:lnTo>
                  <a:lnTo>
                    <a:pt x="295666" y="229156"/>
                  </a:lnTo>
                  <a:lnTo>
                    <a:pt x="295909" y="228857"/>
                  </a:lnTo>
                  <a:lnTo>
                    <a:pt x="295931" y="228395"/>
                  </a:lnTo>
                  <a:lnTo>
                    <a:pt x="296398" y="228028"/>
                  </a:lnTo>
                  <a:lnTo>
                    <a:pt x="296579" y="228034"/>
                  </a:lnTo>
                  <a:lnTo>
                    <a:pt x="297523" y="228422"/>
                  </a:lnTo>
                  <a:lnTo>
                    <a:pt x="298027" y="228744"/>
                  </a:lnTo>
                  <a:lnTo>
                    <a:pt x="298200" y="228897"/>
                  </a:lnTo>
                  <a:lnTo>
                    <a:pt x="298451" y="229076"/>
                  </a:lnTo>
                  <a:lnTo>
                    <a:pt x="298647" y="229180"/>
                  </a:lnTo>
                  <a:lnTo>
                    <a:pt x="299153" y="229408"/>
                  </a:lnTo>
                  <a:lnTo>
                    <a:pt x="300972" y="230431"/>
                  </a:lnTo>
                  <a:lnTo>
                    <a:pt x="301534" y="230886"/>
                  </a:lnTo>
                  <a:lnTo>
                    <a:pt x="302044" y="231307"/>
                  </a:lnTo>
                  <a:lnTo>
                    <a:pt x="302405" y="231756"/>
                  </a:lnTo>
                  <a:lnTo>
                    <a:pt x="302415" y="231994"/>
                  </a:lnTo>
                  <a:lnTo>
                    <a:pt x="302127" y="232545"/>
                  </a:lnTo>
                  <a:lnTo>
                    <a:pt x="301988" y="232732"/>
                  </a:lnTo>
                  <a:lnTo>
                    <a:pt x="301868" y="232905"/>
                  </a:lnTo>
                  <a:lnTo>
                    <a:pt x="301746" y="233139"/>
                  </a:lnTo>
                  <a:lnTo>
                    <a:pt x="301589" y="233537"/>
                  </a:lnTo>
                  <a:lnTo>
                    <a:pt x="301472" y="234063"/>
                  </a:lnTo>
                  <a:lnTo>
                    <a:pt x="301488" y="234202"/>
                  </a:lnTo>
                  <a:lnTo>
                    <a:pt x="301537" y="234410"/>
                  </a:lnTo>
                  <a:lnTo>
                    <a:pt x="301956" y="234748"/>
                  </a:lnTo>
                  <a:lnTo>
                    <a:pt x="302499" y="234740"/>
                  </a:lnTo>
                  <a:lnTo>
                    <a:pt x="302750" y="234637"/>
                  </a:lnTo>
                  <a:lnTo>
                    <a:pt x="302995" y="234514"/>
                  </a:lnTo>
                  <a:lnTo>
                    <a:pt x="303174" y="234443"/>
                  </a:lnTo>
                  <a:lnTo>
                    <a:pt x="303467" y="234353"/>
                  </a:lnTo>
                  <a:lnTo>
                    <a:pt x="303618" y="234344"/>
                  </a:lnTo>
                  <a:lnTo>
                    <a:pt x="303791" y="234343"/>
                  </a:lnTo>
                  <a:lnTo>
                    <a:pt x="304116" y="234322"/>
                  </a:lnTo>
                  <a:lnTo>
                    <a:pt x="304542" y="234281"/>
                  </a:lnTo>
                  <a:lnTo>
                    <a:pt x="304725" y="234307"/>
                  </a:lnTo>
                  <a:lnTo>
                    <a:pt x="305156" y="234644"/>
                  </a:lnTo>
                  <a:lnTo>
                    <a:pt x="305394" y="235013"/>
                  </a:lnTo>
                  <a:lnTo>
                    <a:pt x="305729" y="235390"/>
                  </a:lnTo>
                  <a:lnTo>
                    <a:pt x="306901" y="236427"/>
                  </a:lnTo>
                  <a:lnTo>
                    <a:pt x="307601" y="237067"/>
                  </a:lnTo>
                  <a:lnTo>
                    <a:pt x="307799" y="237364"/>
                  </a:lnTo>
                  <a:lnTo>
                    <a:pt x="308305" y="238086"/>
                  </a:lnTo>
                  <a:lnTo>
                    <a:pt x="308601" y="238740"/>
                  </a:lnTo>
                  <a:lnTo>
                    <a:pt x="308637" y="239064"/>
                  </a:lnTo>
                  <a:lnTo>
                    <a:pt x="307017" y="241746"/>
                  </a:lnTo>
                  <a:lnTo>
                    <a:pt x="307187" y="242099"/>
                  </a:lnTo>
                  <a:lnTo>
                    <a:pt x="307669" y="242461"/>
                  </a:lnTo>
                  <a:lnTo>
                    <a:pt x="307823" y="242518"/>
                  </a:lnTo>
                  <a:lnTo>
                    <a:pt x="308768" y="242663"/>
                  </a:lnTo>
                  <a:lnTo>
                    <a:pt x="309065" y="242651"/>
                  </a:lnTo>
                  <a:lnTo>
                    <a:pt x="309282" y="242641"/>
                  </a:lnTo>
                  <a:lnTo>
                    <a:pt x="309923" y="242625"/>
                  </a:lnTo>
                  <a:lnTo>
                    <a:pt x="310114" y="242616"/>
                  </a:lnTo>
                  <a:lnTo>
                    <a:pt x="310286" y="242605"/>
                  </a:lnTo>
                  <a:lnTo>
                    <a:pt x="310493" y="242610"/>
                  </a:lnTo>
                  <a:lnTo>
                    <a:pt x="310774" y="242666"/>
                  </a:lnTo>
                  <a:lnTo>
                    <a:pt x="311007" y="242703"/>
                  </a:lnTo>
                  <a:lnTo>
                    <a:pt x="311237" y="242725"/>
                  </a:lnTo>
                  <a:lnTo>
                    <a:pt x="312135" y="243069"/>
                  </a:lnTo>
                  <a:lnTo>
                    <a:pt x="312171" y="243228"/>
                  </a:lnTo>
                  <a:lnTo>
                    <a:pt x="312118" y="243446"/>
                  </a:lnTo>
                  <a:lnTo>
                    <a:pt x="312032" y="243639"/>
                  </a:lnTo>
                  <a:lnTo>
                    <a:pt x="311892" y="243757"/>
                  </a:lnTo>
                  <a:lnTo>
                    <a:pt x="311733" y="243799"/>
                  </a:lnTo>
                  <a:lnTo>
                    <a:pt x="310338" y="243904"/>
                  </a:lnTo>
                  <a:lnTo>
                    <a:pt x="309170" y="244428"/>
                  </a:lnTo>
                  <a:lnTo>
                    <a:pt x="308765" y="244575"/>
                  </a:lnTo>
                  <a:lnTo>
                    <a:pt x="307635" y="245237"/>
                  </a:lnTo>
                  <a:lnTo>
                    <a:pt x="307489" y="245322"/>
                  </a:lnTo>
                  <a:lnTo>
                    <a:pt x="306693" y="245946"/>
                  </a:lnTo>
                  <a:lnTo>
                    <a:pt x="306598" y="246134"/>
                  </a:lnTo>
                  <a:lnTo>
                    <a:pt x="306518" y="246273"/>
                  </a:lnTo>
                  <a:lnTo>
                    <a:pt x="306365" y="246526"/>
                  </a:lnTo>
                  <a:lnTo>
                    <a:pt x="306308" y="246657"/>
                  </a:lnTo>
                  <a:lnTo>
                    <a:pt x="306285" y="246787"/>
                  </a:lnTo>
                  <a:lnTo>
                    <a:pt x="306288" y="246948"/>
                  </a:lnTo>
                  <a:lnTo>
                    <a:pt x="306328" y="247107"/>
                  </a:lnTo>
                  <a:lnTo>
                    <a:pt x="306485" y="247380"/>
                  </a:lnTo>
                  <a:lnTo>
                    <a:pt x="306643" y="247471"/>
                  </a:lnTo>
                  <a:lnTo>
                    <a:pt x="306889" y="247583"/>
                  </a:lnTo>
                  <a:lnTo>
                    <a:pt x="307043" y="247629"/>
                  </a:lnTo>
                  <a:lnTo>
                    <a:pt x="307288" y="247734"/>
                  </a:lnTo>
                  <a:lnTo>
                    <a:pt x="307447" y="247794"/>
                  </a:lnTo>
                  <a:lnTo>
                    <a:pt x="307619" y="247861"/>
                  </a:lnTo>
                  <a:lnTo>
                    <a:pt x="307775" y="247922"/>
                  </a:lnTo>
                  <a:lnTo>
                    <a:pt x="308113" y="248053"/>
                  </a:lnTo>
                  <a:lnTo>
                    <a:pt x="308526" y="248173"/>
                  </a:lnTo>
                  <a:lnTo>
                    <a:pt x="308693" y="248208"/>
                  </a:lnTo>
                  <a:lnTo>
                    <a:pt x="308943" y="248252"/>
                  </a:lnTo>
                  <a:lnTo>
                    <a:pt x="309084" y="248262"/>
                  </a:lnTo>
                  <a:lnTo>
                    <a:pt x="309369" y="248280"/>
                  </a:lnTo>
                  <a:lnTo>
                    <a:pt x="309565" y="248289"/>
                  </a:lnTo>
                  <a:lnTo>
                    <a:pt x="310107" y="248350"/>
                  </a:lnTo>
                  <a:lnTo>
                    <a:pt x="310310" y="248363"/>
                  </a:lnTo>
                  <a:lnTo>
                    <a:pt x="310775" y="248415"/>
                  </a:lnTo>
                  <a:lnTo>
                    <a:pt x="311238" y="248726"/>
                  </a:lnTo>
                  <a:lnTo>
                    <a:pt x="311486" y="248893"/>
                  </a:lnTo>
                  <a:lnTo>
                    <a:pt x="311636" y="248967"/>
                  </a:lnTo>
                  <a:lnTo>
                    <a:pt x="312006" y="249125"/>
                  </a:lnTo>
                  <a:lnTo>
                    <a:pt x="312238" y="249220"/>
                  </a:lnTo>
                  <a:lnTo>
                    <a:pt x="312429" y="249277"/>
                  </a:lnTo>
                  <a:lnTo>
                    <a:pt x="312559" y="249313"/>
                  </a:lnTo>
                  <a:lnTo>
                    <a:pt x="312744" y="249365"/>
                  </a:lnTo>
                  <a:lnTo>
                    <a:pt x="312937" y="249407"/>
                  </a:lnTo>
                  <a:lnTo>
                    <a:pt x="313080" y="249436"/>
                  </a:lnTo>
                  <a:lnTo>
                    <a:pt x="313886" y="249518"/>
                  </a:lnTo>
                  <a:lnTo>
                    <a:pt x="314120" y="249528"/>
                  </a:lnTo>
                  <a:lnTo>
                    <a:pt x="314366" y="249543"/>
                  </a:lnTo>
                  <a:lnTo>
                    <a:pt x="314528" y="249556"/>
                  </a:lnTo>
                  <a:lnTo>
                    <a:pt x="314929" y="249651"/>
                  </a:lnTo>
                  <a:lnTo>
                    <a:pt x="316531" y="250432"/>
                  </a:lnTo>
                  <a:lnTo>
                    <a:pt x="316698" y="250501"/>
                  </a:lnTo>
                  <a:lnTo>
                    <a:pt x="317571" y="251506"/>
                  </a:lnTo>
                  <a:lnTo>
                    <a:pt x="316587" y="252683"/>
                  </a:lnTo>
                  <a:lnTo>
                    <a:pt x="316455" y="252997"/>
                  </a:lnTo>
                  <a:lnTo>
                    <a:pt x="316488" y="253170"/>
                  </a:lnTo>
                  <a:lnTo>
                    <a:pt x="315198" y="255628"/>
                  </a:lnTo>
                  <a:lnTo>
                    <a:pt x="314641" y="255428"/>
                  </a:lnTo>
                  <a:lnTo>
                    <a:pt x="313588" y="255510"/>
                  </a:lnTo>
                  <a:lnTo>
                    <a:pt x="312669" y="255979"/>
                  </a:lnTo>
                  <a:lnTo>
                    <a:pt x="312522" y="256221"/>
                  </a:lnTo>
                  <a:lnTo>
                    <a:pt x="312448" y="256501"/>
                  </a:lnTo>
                  <a:lnTo>
                    <a:pt x="312412" y="256799"/>
                  </a:lnTo>
                  <a:lnTo>
                    <a:pt x="312547" y="257303"/>
                  </a:lnTo>
                  <a:lnTo>
                    <a:pt x="312977" y="257585"/>
                  </a:lnTo>
                  <a:lnTo>
                    <a:pt x="313261" y="257804"/>
                  </a:lnTo>
                  <a:lnTo>
                    <a:pt x="313467" y="258016"/>
                  </a:lnTo>
                  <a:lnTo>
                    <a:pt x="313506" y="258265"/>
                  </a:lnTo>
                  <a:lnTo>
                    <a:pt x="313487" y="258433"/>
                  </a:lnTo>
                  <a:lnTo>
                    <a:pt x="313297" y="258823"/>
                  </a:lnTo>
                  <a:lnTo>
                    <a:pt x="313216" y="259113"/>
                  </a:lnTo>
                  <a:lnTo>
                    <a:pt x="313197" y="259361"/>
                  </a:lnTo>
                  <a:lnTo>
                    <a:pt x="313242" y="259654"/>
                  </a:lnTo>
                  <a:lnTo>
                    <a:pt x="313287" y="259895"/>
                  </a:lnTo>
                  <a:lnTo>
                    <a:pt x="313397" y="260158"/>
                  </a:lnTo>
                  <a:lnTo>
                    <a:pt x="313545" y="260348"/>
                  </a:lnTo>
                  <a:lnTo>
                    <a:pt x="313925" y="260575"/>
                  </a:lnTo>
                  <a:lnTo>
                    <a:pt x="314234" y="260655"/>
                  </a:lnTo>
                  <a:lnTo>
                    <a:pt x="314659" y="260699"/>
                  </a:lnTo>
                  <a:lnTo>
                    <a:pt x="314935" y="260845"/>
                  </a:lnTo>
                  <a:lnTo>
                    <a:pt x="315073" y="261043"/>
                  </a:lnTo>
                  <a:lnTo>
                    <a:pt x="315193" y="261342"/>
                  </a:lnTo>
                  <a:lnTo>
                    <a:pt x="315605" y="261978"/>
                  </a:lnTo>
                  <a:lnTo>
                    <a:pt x="316011" y="262424"/>
                  </a:lnTo>
                  <a:lnTo>
                    <a:pt x="316487" y="262745"/>
                  </a:lnTo>
                  <a:lnTo>
                    <a:pt x="316931" y="263221"/>
                  </a:lnTo>
                  <a:lnTo>
                    <a:pt x="317492" y="264068"/>
                  </a:lnTo>
                  <a:lnTo>
                    <a:pt x="317807" y="264873"/>
                  </a:lnTo>
                  <a:lnTo>
                    <a:pt x="317929" y="265247"/>
                  </a:lnTo>
                  <a:lnTo>
                    <a:pt x="318020" y="265450"/>
                  </a:lnTo>
                  <a:lnTo>
                    <a:pt x="318348" y="265910"/>
                  </a:lnTo>
                  <a:lnTo>
                    <a:pt x="318927" y="266429"/>
                  </a:lnTo>
                  <a:lnTo>
                    <a:pt x="319243" y="266802"/>
                  </a:lnTo>
                  <a:lnTo>
                    <a:pt x="319539" y="267292"/>
                  </a:lnTo>
                  <a:lnTo>
                    <a:pt x="320009" y="268023"/>
                  </a:lnTo>
                  <a:lnTo>
                    <a:pt x="320311" y="268328"/>
                  </a:lnTo>
                  <a:lnTo>
                    <a:pt x="320706" y="268573"/>
                  </a:lnTo>
                  <a:lnTo>
                    <a:pt x="320944" y="268674"/>
                  </a:lnTo>
                  <a:lnTo>
                    <a:pt x="321090" y="268722"/>
                  </a:lnTo>
                  <a:lnTo>
                    <a:pt x="321224" y="268753"/>
                  </a:lnTo>
                  <a:lnTo>
                    <a:pt x="321548" y="268840"/>
                  </a:lnTo>
                  <a:lnTo>
                    <a:pt x="321894" y="269211"/>
                  </a:lnTo>
                  <a:lnTo>
                    <a:pt x="321864" y="269375"/>
                  </a:lnTo>
                  <a:lnTo>
                    <a:pt x="321741" y="269587"/>
                  </a:lnTo>
                  <a:lnTo>
                    <a:pt x="321703" y="269726"/>
                  </a:lnTo>
                  <a:lnTo>
                    <a:pt x="321761" y="270004"/>
                  </a:lnTo>
                  <a:lnTo>
                    <a:pt x="321931" y="270231"/>
                  </a:lnTo>
                  <a:lnTo>
                    <a:pt x="322166" y="270413"/>
                  </a:lnTo>
                  <a:lnTo>
                    <a:pt x="322694" y="270574"/>
                  </a:lnTo>
                  <a:lnTo>
                    <a:pt x="323093" y="270530"/>
                  </a:lnTo>
                  <a:lnTo>
                    <a:pt x="323551" y="270435"/>
                  </a:lnTo>
                  <a:lnTo>
                    <a:pt x="323795" y="270384"/>
                  </a:lnTo>
                  <a:lnTo>
                    <a:pt x="324079" y="270398"/>
                  </a:lnTo>
                  <a:lnTo>
                    <a:pt x="324278" y="270552"/>
                  </a:lnTo>
                  <a:lnTo>
                    <a:pt x="324666" y="271169"/>
                  </a:lnTo>
                  <a:lnTo>
                    <a:pt x="324710" y="271349"/>
                  </a:lnTo>
                  <a:lnTo>
                    <a:pt x="324671" y="271736"/>
                  </a:lnTo>
                  <a:lnTo>
                    <a:pt x="324487" y="272036"/>
                  </a:lnTo>
                  <a:lnTo>
                    <a:pt x="324349" y="272191"/>
                  </a:lnTo>
                  <a:lnTo>
                    <a:pt x="324275" y="272390"/>
                  </a:lnTo>
                  <a:lnTo>
                    <a:pt x="324259" y="272599"/>
                  </a:lnTo>
                  <a:lnTo>
                    <a:pt x="324259" y="272770"/>
                  </a:lnTo>
                  <a:lnTo>
                    <a:pt x="324298" y="272915"/>
                  </a:lnTo>
                  <a:lnTo>
                    <a:pt x="324420" y="273147"/>
                  </a:lnTo>
                  <a:lnTo>
                    <a:pt x="324703" y="273578"/>
                  </a:lnTo>
                  <a:lnTo>
                    <a:pt x="324967" y="274097"/>
                  </a:lnTo>
                  <a:lnTo>
                    <a:pt x="325012" y="274455"/>
                  </a:lnTo>
                  <a:lnTo>
                    <a:pt x="324999" y="274850"/>
                  </a:lnTo>
                  <a:lnTo>
                    <a:pt x="324954" y="275047"/>
                  </a:lnTo>
                  <a:lnTo>
                    <a:pt x="324606" y="275431"/>
                  </a:lnTo>
                  <a:lnTo>
                    <a:pt x="324355" y="275537"/>
                  </a:lnTo>
                  <a:lnTo>
                    <a:pt x="323975" y="275654"/>
                  </a:lnTo>
                  <a:lnTo>
                    <a:pt x="323460" y="275785"/>
                  </a:lnTo>
                  <a:lnTo>
                    <a:pt x="323061" y="275954"/>
                  </a:lnTo>
                  <a:lnTo>
                    <a:pt x="322392" y="276509"/>
                  </a:lnTo>
                  <a:lnTo>
                    <a:pt x="322269" y="276677"/>
                  </a:lnTo>
                  <a:lnTo>
                    <a:pt x="322372" y="277035"/>
                  </a:lnTo>
                  <a:lnTo>
                    <a:pt x="322559" y="277306"/>
                  </a:lnTo>
                  <a:lnTo>
                    <a:pt x="323048" y="277752"/>
                  </a:lnTo>
                  <a:lnTo>
                    <a:pt x="323551" y="278000"/>
                  </a:lnTo>
                  <a:lnTo>
                    <a:pt x="323930" y="278183"/>
                  </a:lnTo>
                  <a:lnTo>
                    <a:pt x="324478" y="278351"/>
                  </a:lnTo>
                  <a:lnTo>
                    <a:pt x="324917" y="278432"/>
                  </a:lnTo>
                  <a:lnTo>
                    <a:pt x="325233" y="278526"/>
                  </a:lnTo>
                  <a:lnTo>
                    <a:pt x="325714" y="278607"/>
                  </a:lnTo>
                  <a:lnTo>
                    <a:pt x="326673" y="278833"/>
                  </a:lnTo>
                  <a:lnTo>
                    <a:pt x="327394" y="279111"/>
                  </a:lnTo>
                  <a:lnTo>
                    <a:pt x="327987" y="279323"/>
                  </a:lnTo>
                  <a:lnTo>
                    <a:pt x="329226" y="279915"/>
                  </a:lnTo>
                  <a:lnTo>
                    <a:pt x="329538" y="280333"/>
                  </a:lnTo>
                  <a:lnTo>
                    <a:pt x="328820" y="281333"/>
                  </a:lnTo>
                  <a:lnTo>
                    <a:pt x="327938" y="282128"/>
                  </a:lnTo>
                  <a:lnTo>
                    <a:pt x="327886" y="282263"/>
                  </a:lnTo>
                  <a:lnTo>
                    <a:pt x="327800" y="282499"/>
                  </a:lnTo>
                  <a:lnTo>
                    <a:pt x="327791" y="282692"/>
                  </a:lnTo>
                  <a:lnTo>
                    <a:pt x="327555" y="283401"/>
                  </a:lnTo>
                  <a:lnTo>
                    <a:pt x="327269" y="283687"/>
                  </a:lnTo>
                  <a:lnTo>
                    <a:pt x="327445" y="285091"/>
                  </a:lnTo>
                  <a:lnTo>
                    <a:pt x="327955" y="285402"/>
                  </a:lnTo>
                  <a:lnTo>
                    <a:pt x="328121" y="285499"/>
                  </a:lnTo>
                  <a:lnTo>
                    <a:pt x="328280" y="285565"/>
                  </a:lnTo>
                  <a:lnTo>
                    <a:pt x="328579" y="285624"/>
                  </a:lnTo>
                  <a:lnTo>
                    <a:pt x="329069" y="285704"/>
                  </a:lnTo>
                  <a:lnTo>
                    <a:pt x="330041" y="285829"/>
                  </a:lnTo>
                  <a:lnTo>
                    <a:pt x="331045" y="285916"/>
                  </a:lnTo>
                  <a:lnTo>
                    <a:pt x="331741" y="285953"/>
                  </a:lnTo>
                  <a:lnTo>
                    <a:pt x="332078" y="286066"/>
                  </a:lnTo>
                  <a:lnTo>
                    <a:pt x="332417" y="286450"/>
                  </a:lnTo>
                  <a:lnTo>
                    <a:pt x="332687" y="286786"/>
                  </a:lnTo>
                  <a:lnTo>
                    <a:pt x="332885" y="287177"/>
                  </a:lnTo>
                  <a:lnTo>
                    <a:pt x="333067" y="287956"/>
                  </a:lnTo>
                  <a:lnTo>
                    <a:pt x="333067" y="288306"/>
                  </a:lnTo>
                  <a:lnTo>
                    <a:pt x="332977" y="288628"/>
                  </a:lnTo>
                  <a:lnTo>
                    <a:pt x="332822" y="288884"/>
                  </a:lnTo>
                  <a:lnTo>
                    <a:pt x="332397" y="289176"/>
                  </a:lnTo>
                  <a:lnTo>
                    <a:pt x="331992" y="289344"/>
                  </a:lnTo>
                  <a:lnTo>
                    <a:pt x="331264" y="289301"/>
                  </a:lnTo>
                  <a:lnTo>
                    <a:pt x="330723" y="289198"/>
                  </a:lnTo>
                  <a:lnTo>
                    <a:pt x="329989" y="289140"/>
                  </a:lnTo>
                  <a:lnTo>
                    <a:pt x="329558" y="289067"/>
                  </a:lnTo>
                  <a:lnTo>
                    <a:pt x="329146" y="289169"/>
                  </a:lnTo>
                  <a:lnTo>
                    <a:pt x="328618" y="289600"/>
                  </a:lnTo>
                  <a:lnTo>
                    <a:pt x="328431" y="289878"/>
                  </a:lnTo>
                  <a:lnTo>
                    <a:pt x="328277" y="290309"/>
                  </a:lnTo>
                  <a:lnTo>
                    <a:pt x="328193" y="290711"/>
                  </a:lnTo>
                  <a:lnTo>
                    <a:pt x="328302" y="291428"/>
                  </a:lnTo>
                  <a:lnTo>
                    <a:pt x="328534" y="292297"/>
                  </a:lnTo>
                  <a:lnTo>
                    <a:pt x="328761" y="292712"/>
                  </a:lnTo>
                  <a:lnTo>
                    <a:pt x="329158" y="293144"/>
                  </a:lnTo>
                  <a:lnTo>
                    <a:pt x="329480" y="293408"/>
                  </a:lnTo>
                  <a:lnTo>
                    <a:pt x="330034" y="293650"/>
                  </a:lnTo>
                  <a:lnTo>
                    <a:pt x="330511" y="293818"/>
                  </a:lnTo>
                  <a:lnTo>
                    <a:pt x="331052" y="293927"/>
                  </a:lnTo>
                  <a:lnTo>
                    <a:pt x="331470" y="293993"/>
                  </a:lnTo>
                  <a:lnTo>
                    <a:pt x="331786" y="293979"/>
                  </a:lnTo>
                  <a:lnTo>
                    <a:pt x="332101" y="293898"/>
                  </a:lnTo>
                  <a:lnTo>
                    <a:pt x="332365" y="293723"/>
                  </a:lnTo>
                  <a:lnTo>
                    <a:pt x="332784" y="293255"/>
                  </a:lnTo>
                  <a:lnTo>
                    <a:pt x="332794" y="293011"/>
                  </a:lnTo>
                  <a:lnTo>
                    <a:pt x="332676" y="292678"/>
                  </a:lnTo>
                  <a:lnTo>
                    <a:pt x="332597" y="292512"/>
                  </a:lnTo>
                  <a:lnTo>
                    <a:pt x="332504" y="292349"/>
                  </a:lnTo>
                  <a:lnTo>
                    <a:pt x="332365" y="292180"/>
                  </a:lnTo>
                  <a:lnTo>
                    <a:pt x="331728" y="291830"/>
                  </a:lnTo>
                  <a:lnTo>
                    <a:pt x="331155" y="291413"/>
                  </a:lnTo>
                  <a:lnTo>
                    <a:pt x="330871" y="291179"/>
                  </a:lnTo>
                  <a:lnTo>
                    <a:pt x="330762" y="290901"/>
                  </a:lnTo>
                  <a:lnTo>
                    <a:pt x="330749" y="290697"/>
                  </a:lnTo>
                  <a:lnTo>
                    <a:pt x="330817" y="290455"/>
                  </a:lnTo>
                  <a:lnTo>
                    <a:pt x="331065" y="290302"/>
                  </a:lnTo>
                  <a:lnTo>
                    <a:pt x="331290" y="290253"/>
                  </a:lnTo>
                  <a:lnTo>
                    <a:pt x="331521" y="290194"/>
                  </a:lnTo>
                  <a:lnTo>
                    <a:pt x="331876" y="290105"/>
                  </a:lnTo>
                  <a:lnTo>
                    <a:pt x="332552" y="289929"/>
                  </a:lnTo>
                  <a:lnTo>
                    <a:pt x="333415" y="289725"/>
                  </a:lnTo>
                  <a:lnTo>
                    <a:pt x="334290" y="289659"/>
                  </a:lnTo>
                  <a:lnTo>
                    <a:pt x="334806" y="289629"/>
                  </a:lnTo>
                  <a:lnTo>
                    <a:pt x="335436" y="290264"/>
                  </a:lnTo>
                  <a:lnTo>
                    <a:pt x="335432" y="290455"/>
                  </a:lnTo>
                  <a:lnTo>
                    <a:pt x="335391" y="290797"/>
                  </a:lnTo>
                  <a:lnTo>
                    <a:pt x="335358" y="291008"/>
                  </a:lnTo>
                  <a:lnTo>
                    <a:pt x="335276" y="291252"/>
                  </a:lnTo>
                  <a:lnTo>
                    <a:pt x="335063" y="291705"/>
                  </a:lnTo>
                  <a:lnTo>
                    <a:pt x="334833" y="292063"/>
                  </a:lnTo>
                  <a:lnTo>
                    <a:pt x="334542" y="292414"/>
                  </a:lnTo>
                  <a:lnTo>
                    <a:pt x="334117" y="292904"/>
                  </a:lnTo>
                  <a:lnTo>
                    <a:pt x="333473" y="293423"/>
                  </a:lnTo>
                  <a:lnTo>
                    <a:pt x="333196" y="293664"/>
                  </a:lnTo>
                  <a:lnTo>
                    <a:pt x="332990" y="293986"/>
                  </a:lnTo>
                  <a:lnTo>
                    <a:pt x="332565" y="294834"/>
                  </a:lnTo>
                  <a:lnTo>
                    <a:pt x="332075" y="295382"/>
                  </a:lnTo>
                  <a:lnTo>
                    <a:pt x="331915" y="295769"/>
                  </a:lnTo>
                  <a:lnTo>
                    <a:pt x="331882" y="295996"/>
                  </a:lnTo>
                  <a:lnTo>
                    <a:pt x="331927" y="296340"/>
                  </a:lnTo>
                  <a:lnTo>
                    <a:pt x="331993" y="296683"/>
                  </a:lnTo>
                  <a:lnTo>
                    <a:pt x="332114" y="297268"/>
                  </a:lnTo>
                  <a:lnTo>
                    <a:pt x="332410" y="298247"/>
                  </a:lnTo>
                  <a:lnTo>
                    <a:pt x="332591" y="298803"/>
                  </a:lnTo>
                  <a:lnTo>
                    <a:pt x="332674" y="299497"/>
                  </a:lnTo>
                  <a:lnTo>
                    <a:pt x="332829" y="300433"/>
                  </a:lnTo>
                  <a:lnTo>
                    <a:pt x="332874" y="301010"/>
                  </a:lnTo>
                  <a:lnTo>
                    <a:pt x="332797" y="301580"/>
                  </a:lnTo>
                  <a:lnTo>
                    <a:pt x="332803" y="302063"/>
                  </a:lnTo>
                  <a:lnTo>
                    <a:pt x="332900" y="302662"/>
                  </a:lnTo>
                  <a:lnTo>
                    <a:pt x="333016" y="303035"/>
                  </a:lnTo>
                  <a:lnTo>
                    <a:pt x="333234" y="303159"/>
                  </a:lnTo>
                  <a:lnTo>
                    <a:pt x="333569" y="303247"/>
                  </a:lnTo>
                  <a:lnTo>
                    <a:pt x="333962" y="303400"/>
                  </a:lnTo>
                  <a:lnTo>
                    <a:pt x="334323" y="303620"/>
                  </a:lnTo>
                  <a:lnTo>
                    <a:pt x="335089" y="304175"/>
                  </a:lnTo>
                  <a:lnTo>
                    <a:pt x="335913" y="304862"/>
                  </a:lnTo>
                  <a:lnTo>
                    <a:pt x="336589" y="305564"/>
                  </a:lnTo>
                  <a:lnTo>
                    <a:pt x="336974" y="305990"/>
                  </a:lnTo>
                  <a:lnTo>
                    <a:pt x="337278" y="306470"/>
                  </a:lnTo>
                  <a:lnTo>
                    <a:pt x="337476" y="306878"/>
                  </a:lnTo>
                  <a:lnTo>
                    <a:pt x="338012" y="307383"/>
                  </a:lnTo>
                  <a:lnTo>
                    <a:pt x="338144" y="307487"/>
                  </a:lnTo>
                  <a:lnTo>
                    <a:pt x="338379" y="307655"/>
                  </a:lnTo>
                  <a:lnTo>
                    <a:pt x="338585" y="307779"/>
                  </a:lnTo>
                  <a:lnTo>
                    <a:pt x="339229" y="308049"/>
                  </a:lnTo>
                  <a:lnTo>
                    <a:pt x="340098" y="308415"/>
                  </a:lnTo>
                  <a:lnTo>
                    <a:pt x="340813" y="308780"/>
                  </a:lnTo>
                  <a:lnTo>
                    <a:pt x="341412" y="309263"/>
                  </a:lnTo>
                  <a:lnTo>
                    <a:pt x="341842" y="309658"/>
                  </a:lnTo>
                  <a:lnTo>
                    <a:pt x="342045" y="309919"/>
                  </a:lnTo>
                  <a:lnTo>
                    <a:pt x="342481" y="310472"/>
                  </a:lnTo>
                  <a:lnTo>
                    <a:pt x="342684" y="310756"/>
                  </a:lnTo>
                  <a:lnTo>
                    <a:pt x="342828" y="310969"/>
                  </a:lnTo>
                  <a:lnTo>
                    <a:pt x="342934" y="311128"/>
                  </a:lnTo>
                  <a:lnTo>
                    <a:pt x="343466" y="312047"/>
                  </a:lnTo>
                  <a:lnTo>
                    <a:pt x="344135" y="313144"/>
                  </a:lnTo>
                  <a:lnTo>
                    <a:pt x="344811" y="314160"/>
                  </a:lnTo>
                  <a:lnTo>
                    <a:pt x="345346" y="315234"/>
                  </a:lnTo>
                  <a:lnTo>
                    <a:pt x="345900" y="316104"/>
                  </a:lnTo>
                  <a:lnTo>
                    <a:pt x="346479" y="316762"/>
                  </a:lnTo>
                  <a:lnTo>
                    <a:pt x="346879" y="317076"/>
                  </a:lnTo>
                  <a:lnTo>
                    <a:pt x="347034" y="317149"/>
                  </a:lnTo>
                  <a:lnTo>
                    <a:pt x="347174" y="317210"/>
                  </a:lnTo>
                  <a:lnTo>
                    <a:pt x="347351" y="317282"/>
                  </a:lnTo>
                  <a:lnTo>
                    <a:pt x="347513" y="317339"/>
                  </a:lnTo>
                  <a:lnTo>
                    <a:pt x="347700" y="317391"/>
                  </a:lnTo>
                  <a:lnTo>
                    <a:pt x="348285" y="317526"/>
                  </a:lnTo>
                  <a:lnTo>
                    <a:pt x="348720" y="317661"/>
                  </a:lnTo>
                  <a:lnTo>
                    <a:pt x="349035" y="317866"/>
                  </a:lnTo>
                  <a:lnTo>
                    <a:pt x="349196" y="318129"/>
                  </a:lnTo>
                  <a:lnTo>
                    <a:pt x="349209" y="318421"/>
                  </a:lnTo>
                  <a:lnTo>
                    <a:pt x="349170" y="318714"/>
                  </a:lnTo>
                  <a:lnTo>
                    <a:pt x="348945" y="319138"/>
                  </a:lnTo>
                  <a:lnTo>
                    <a:pt x="348585" y="319620"/>
                  </a:lnTo>
                  <a:lnTo>
                    <a:pt x="348456" y="319810"/>
                  </a:lnTo>
                  <a:lnTo>
                    <a:pt x="348385" y="320234"/>
                  </a:lnTo>
                  <a:lnTo>
                    <a:pt x="348417" y="320738"/>
                  </a:lnTo>
                  <a:lnTo>
                    <a:pt x="348520" y="321133"/>
                  </a:lnTo>
                  <a:lnTo>
                    <a:pt x="348713" y="321886"/>
                  </a:lnTo>
                  <a:lnTo>
                    <a:pt x="348932" y="322310"/>
                  </a:lnTo>
                  <a:lnTo>
                    <a:pt x="349402" y="322931"/>
                  </a:lnTo>
                  <a:lnTo>
                    <a:pt x="349879" y="323479"/>
                  </a:lnTo>
                  <a:lnTo>
                    <a:pt x="350400" y="323867"/>
                  </a:lnTo>
                  <a:lnTo>
                    <a:pt x="350664" y="324115"/>
                  </a:lnTo>
                  <a:lnTo>
                    <a:pt x="350980" y="324539"/>
                  </a:lnTo>
                  <a:lnTo>
                    <a:pt x="351340" y="325161"/>
                  </a:lnTo>
                  <a:lnTo>
                    <a:pt x="351965" y="325921"/>
                  </a:lnTo>
                  <a:lnTo>
                    <a:pt x="352016" y="326162"/>
                  </a:lnTo>
                  <a:lnTo>
                    <a:pt x="352010" y="326345"/>
                  </a:lnTo>
                  <a:lnTo>
                    <a:pt x="351855" y="326791"/>
                  </a:lnTo>
                  <a:lnTo>
                    <a:pt x="351714" y="327193"/>
                  </a:lnTo>
                  <a:lnTo>
                    <a:pt x="351649" y="327711"/>
                  </a:lnTo>
                  <a:lnTo>
                    <a:pt x="351527" y="327953"/>
                  </a:lnTo>
                  <a:lnTo>
                    <a:pt x="351147" y="328150"/>
                  </a:lnTo>
                  <a:lnTo>
                    <a:pt x="350141" y="328551"/>
                  </a:lnTo>
                  <a:lnTo>
                    <a:pt x="349850" y="328747"/>
                  </a:lnTo>
                  <a:lnTo>
                    <a:pt x="349718" y="328931"/>
                  </a:lnTo>
                  <a:lnTo>
                    <a:pt x="349647" y="329139"/>
                  </a:lnTo>
                  <a:lnTo>
                    <a:pt x="349555" y="329751"/>
                  </a:lnTo>
                  <a:lnTo>
                    <a:pt x="349504" y="330050"/>
                  </a:lnTo>
                  <a:lnTo>
                    <a:pt x="349240" y="330616"/>
                  </a:lnTo>
                  <a:lnTo>
                    <a:pt x="349118" y="330789"/>
                  </a:lnTo>
                  <a:lnTo>
                    <a:pt x="348905" y="330973"/>
                  </a:lnTo>
                  <a:lnTo>
                    <a:pt x="348659" y="331445"/>
                  </a:lnTo>
                  <a:lnTo>
                    <a:pt x="348740" y="331699"/>
                  </a:lnTo>
                  <a:lnTo>
                    <a:pt x="348862" y="331976"/>
                  </a:lnTo>
                  <a:lnTo>
                    <a:pt x="349269" y="332322"/>
                  </a:lnTo>
                  <a:lnTo>
                    <a:pt x="349817" y="332530"/>
                  </a:lnTo>
                  <a:lnTo>
                    <a:pt x="350188" y="332596"/>
                  </a:lnTo>
                  <a:lnTo>
                    <a:pt x="350374" y="332603"/>
                  </a:lnTo>
                  <a:lnTo>
                    <a:pt x="351216" y="332685"/>
                  </a:lnTo>
                  <a:lnTo>
                    <a:pt x="351847" y="333310"/>
                  </a:lnTo>
                  <a:lnTo>
                    <a:pt x="351870" y="333476"/>
                  </a:lnTo>
                  <a:lnTo>
                    <a:pt x="351850" y="333729"/>
                  </a:lnTo>
                  <a:lnTo>
                    <a:pt x="351870" y="334099"/>
                  </a:lnTo>
                  <a:lnTo>
                    <a:pt x="351941" y="334422"/>
                  </a:lnTo>
                  <a:lnTo>
                    <a:pt x="351941" y="334675"/>
                  </a:lnTo>
                  <a:lnTo>
                    <a:pt x="351789" y="335148"/>
                  </a:lnTo>
                  <a:lnTo>
                    <a:pt x="351489" y="335583"/>
                  </a:lnTo>
                  <a:lnTo>
                    <a:pt x="351282" y="335830"/>
                  </a:lnTo>
                  <a:lnTo>
                    <a:pt x="351141" y="336013"/>
                  </a:lnTo>
                  <a:lnTo>
                    <a:pt x="350503" y="336668"/>
                  </a:lnTo>
                  <a:lnTo>
                    <a:pt x="350324" y="337170"/>
                  </a:lnTo>
                  <a:lnTo>
                    <a:pt x="350309" y="337663"/>
                  </a:lnTo>
                  <a:lnTo>
                    <a:pt x="350346" y="337859"/>
                  </a:lnTo>
                  <a:lnTo>
                    <a:pt x="350478" y="338136"/>
                  </a:lnTo>
                  <a:lnTo>
                    <a:pt x="350857" y="338586"/>
                  </a:lnTo>
                  <a:lnTo>
                    <a:pt x="351102" y="338836"/>
                  </a:lnTo>
                  <a:lnTo>
                    <a:pt x="351311" y="339105"/>
                  </a:lnTo>
                  <a:lnTo>
                    <a:pt x="351758" y="339624"/>
                  </a:lnTo>
                  <a:lnTo>
                    <a:pt x="352297" y="340201"/>
                  </a:lnTo>
                  <a:lnTo>
                    <a:pt x="352825" y="340501"/>
                  </a:lnTo>
                  <a:lnTo>
                    <a:pt x="353537" y="340651"/>
                  </a:lnTo>
                  <a:lnTo>
                    <a:pt x="354309" y="340824"/>
                  </a:lnTo>
                  <a:lnTo>
                    <a:pt x="355075" y="341010"/>
                  </a:lnTo>
                  <a:lnTo>
                    <a:pt x="355848" y="341262"/>
                  </a:lnTo>
                  <a:lnTo>
                    <a:pt x="356051" y="341330"/>
                  </a:lnTo>
                  <a:lnTo>
                    <a:pt x="356426" y="341461"/>
                  </a:lnTo>
                  <a:lnTo>
                    <a:pt x="357208" y="341786"/>
                  </a:lnTo>
                  <a:lnTo>
                    <a:pt x="357825" y="341909"/>
                  </a:lnTo>
                  <a:lnTo>
                    <a:pt x="358567" y="342001"/>
                  </a:lnTo>
                  <a:lnTo>
                    <a:pt x="359472" y="342116"/>
                  </a:lnTo>
                  <a:lnTo>
                    <a:pt x="360305" y="342405"/>
                  </a:lnTo>
                  <a:lnTo>
                    <a:pt x="360864" y="342543"/>
                  </a:lnTo>
                  <a:lnTo>
                    <a:pt x="361784" y="342698"/>
                  </a:lnTo>
                  <a:lnTo>
                    <a:pt x="362023" y="342839"/>
                  </a:lnTo>
                  <a:lnTo>
                    <a:pt x="362185" y="343189"/>
                  </a:lnTo>
                  <a:lnTo>
                    <a:pt x="362246" y="343701"/>
                  </a:lnTo>
                  <a:lnTo>
                    <a:pt x="362226" y="343997"/>
                  </a:lnTo>
                  <a:lnTo>
                    <a:pt x="362063" y="345231"/>
                  </a:lnTo>
                  <a:lnTo>
                    <a:pt x="361958" y="345847"/>
                  </a:lnTo>
                  <a:lnTo>
                    <a:pt x="361758" y="346385"/>
                  </a:lnTo>
                  <a:lnTo>
                    <a:pt x="361484" y="347019"/>
                  </a:lnTo>
                  <a:lnTo>
                    <a:pt x="361108" y="347608"/>
                  </a:lnTo>
                  <a:lnTo>
                    <a:pt x="360508" y="348334"/>
                  </a:lnTo>
                  <a:lnTo>
                    <a:pt x="359761" y="349026"/>
                  </a:lnTo>
                  <a:lnTo>
                    <a:pt x="359593" y="349145"/>
                  </a:lnTo>
                  <a:lnTo>
                    <a:pt x="359403" y="349273"/>
                  </a:lnTo>
                  <a:lnTo>
                    <a:pt x="359087" y="349562"/>
                  </a:lnTo>
                  <a:lnTo>
                    <a:pt x="358446" y="350331"/>
                  </a:lnTo>
                  <a:lnTo>
                    <a:pt x="358071" y="350955"/>
                  </a:lnTo>
                  <a:lnTo>
                    <a:pt x="357860" y="351417"/>
                  </a:lnTo>
                  <a:lnTo>
                    <a:pt x="357535" y="352561"/>
                  </a:lnTo>
                  <a:lnTo>
                    <a:pt x="357473" y="352722"/>
                  </a:lnTo>
                  <a:lnTo>
                    <a:pt x="357291" y="353678"/>
                  </a:lnTo>
                  <a:lnTo>
                    <a:pt x="357258" y="354269"/>
                  </a:lnTo>
                  <a:lnTo>
                    <a:pt x="357429" y="355007"/>
                  </a:lnTo>
                  <a:lnTo>
                    <a:pt x="357819" y="355551"/>
                  </a:lnTo>
                  <a:lnTo>
                    <a:pt x="358388" y="356142"/>
                  </a:lnTo>
                  <a:lnTo>
                    <a:pt x="359096" y="356807"/>
                  </a:lnTo>
                  <a:lnTo>
                    <a:pt x="359265" y="357027"/>
                  </a:lnTo>
                  <a:lnTo>
                    <a:pt x="359361" y="357181"/>
                  </a:lnTo>
                  <a:lnTo>
                    <a:pt x="359445" y="357526"/>
                  </a:lnTo>
                  <a:lnTo>
                    <a:pt x="359518" y="357905"/>
                  </a:lnTo>
                  <a:lnTo>
                    <a:pt x="359478" y="358496"/>
                  </a:lnTo>
                  <a:lnTo>
                    <a:pt x="359177" y="359280"/>
                  </a:lnTo>
                  <a:lnTo>
                    <a:pt x="358909" y="360332"/>
                  </a:lnTo>
                  <a:lnTo>
                    <a:pt x="358657" y="361347"/>
                  </a:lnTo>
                  <a:lnTo>
                    <a:pt x="358673" y="361578"/>
                  </a:lnTo>
                  <a:lnTo>
                    <a:pt x="358754" y="362113"/>
                  </a:lnTo>
                  <a:lnTo>
                    <a:pt x="358868" y="362676"/>
                  </a:lnTo>
                  <a:lnTo>
                    <a:pt x="359087" y="363082"/>
                  </a:lnTo>
                  <a:lnTo>
                    <a:pt x="359405" y="363656"/>
                  </a:lnTo>
                  <a:lnTo>
                    <a:pt x="359998" y="364208"/>
                  </a:lnTo>
                  <a:lnTo>
                    <a:pt x="360429" y="364531"/>
                  </a:lnTo>
                  <a:lnTo>
                    <a:pt x="360957" y="364716"/>
                  </a:lnTo>
                  <a:lnTo>
                    <a:pt x="362055" y="364854"/>
                  </a:lnTo>
                  <a:lnTo>
                    <a:pt x="362982" y="364919"/>
                  </a:lnTo>
                  <a:lnTo>
                    <a:pt x="363937" y="365070"/>
                  </a:lnTo>
                  <a:lnTo>
                    <a:pt x="364364" y="365113"/>
                  </a:lnTo>
                  <a:lnTo>
                    <a:pt x="364640" y="365260"/>
                  </a:lnTo>
                  <a:lnTo>
                    <a:pt x="364860" y="365463"/>
                  </a:lnTo>
                  <a:lnTo>
                    <a:pt x="364916" y="365657"/>
                  </a:lnTo>
                  <a:lnTo>
                    <a:pt x="364982" y="365925"/>
                  </a:lnTo>
                  <a:lnTo>
                    <a:pt x="364982" y="366303"/>
                  </a:lnTo>
                  <a:lnTo>
                    <a:pt x="364973" y="366940"/>
                  </a:lnTo>
                  <a:lnTo>
                    <a:pt x="365079" y="367577"/>
                  </a:lnTo>
                  <a:lnTo>
                    <a:pt x="365136" y="368555"/>
                  </a:lnTo>
                  <a:lnTo>
                    <a:pt x="365226" y="369064"/>
                  </a:lnTo>
                  <a:lnTo>
                    <a:pt x="365274" y="369201"/>
                  </a:lnTo>
                  <a:lnTo>
                    <a:pt x="365380" y="369506"/>
                  </a:lnTo>
                  <a:lnTo>
                    <a:pt x="365469" y="369748"/>
                  </a:lnTo>
                  <a:lnTo>
                    <a:pt x="365838" y="370239"/>
                  </a:lnTo>
                  <a:lnTo>
                    <a:pt x="366536" y="370859"/>
                  </a:lnTo>
                  <a:lnTo>
                    <a:pt x="367210" y="371246"/>
                  </a:lnTo>
                  <a:lnTo>
                    <a:pt x="367406" y="371320"/>
                  </a:lnTo>
                  <a:lnTo>
                    <a:pt x="368042" y="371508"/>
                  </a:lnTo>
                  <a:lnTo>
                    <a:pt x="369020" y="372020"/>
                  </a:lnTo>
                  <a:lnTo>
                    <a:pt x="369421" y="372294"/>
                  </a:lnTo>
                  <a:lnTo>
                    <a:pt x="369718" y="372510"/>
                  </a:lnTo>
                  <a:lnTo>
                    <a:pt x="370023" y="372863"/>
                  </a:lnTo>
                  <a:lnTo>
                    <a:pt x="370512" y="373685"/>
                  </a:lnTo>
                  <a:lnTo>
                    <a:pt x="370722" y="374031"/>
                  </a:lnTo>
                  <a:lnTo>
                    <a:pt x="370979" y="374269"/>
                  </a:lnTo>
                  <a:lnTo>
                    <a:pt x="371173" y="374334"/>
                  </a:lnTo>
                  <a:lnTo>
                    <a:pt x="371624" y="374370"/>
                  </a:lnTo>
                  <a:lnTo>
                    <a:pt x="371986" y="374348"/>
                  </a:lnTo>
                  <a:lnTo>
                    <a:pt x="372596" y="374262"/>
                  </a:lnTo>
                  <a:lnTo>
                    <a:pt x="372907" y="374363"/>
                  </a:lnTo>
                  <a:lnTo>
                    <a:pt x="373269" y="374478"/>
                  </a:lnTo>
                  <a:lnTo>
                    <a:pt x="373536" y="374615"/>
                  </a:lnTo>
                  <a:lnTo>
                    <a:pt x="374095" y="374853"/>
                  </a:lnTo>
                  <a:lnTo>
                    <a:pt x="374474" y="374907"/>
                  </a:lnTo>
                  <a:lnTo>
                    <a:pt x="374869" y="374882"/>
                  </a:lnTo>
                  <a:lnTo>
                    <a:pt x="375200" y="374810"/>
                  </a:lnTo>
                  <a:lnTo>
                    <a:pt x="375574" y="374702"/>
                  </a:lnTo>
                  <a:lnTo>
                    <a:pt x="375867" y="374514"/>
                  </a:lnTo>
                  <a:lnTo>
                    <a:pt x="376267" y="374240"/>
                  </a:lnTo>
                  <a:lnTo>
                    <a:pt x="377246" y="373825"/>
                  </a:lnTo>
                  <a:lnTo>
                    <a:pt x="377607" y="373916"/>
                  </a:lnTo>
                  <a:lnTo>
                    <a:pt x="378083" y="374262"/>
                  </a:lnTo>
                  <a:lnTo>
                    <a:pt x="378439" y="374406"/>
                  </a:lnTo>
                  <a:lnTo>
                    <a:pt x="378687" y="374485"/>
                  </a:lnTo>
                  <a:lnTo>
                    <a:pt x="379144" y="374586"/>
                  </a:lnTo>
                  <a:lnTo>
                    <a:pt x="379299" y="374653"/>
                  </a:lnTo>
                  <a:lnTo>
                    <a:pt x="379570" y="374839"/>
                  </a:lnTo>
                  <a:lnTo>
                    <a:pt x="379994" y="375147"/>
                  </a:lnTo>
                  <a:lnTo>
                    <a:pt x="380535" y="375488"/>
                  </a:lnTo>
                  <a:lnTo>
                    <a:pt x="381106" y="375697"/>
                  </a:lnTo>
                  <a:lnTo>
                    <a:pt x="381742" y="375877"/>
                  </a:lnTo>
                  <a:lnTo>
                    <a:pt x="382885" y="376218"/>
                  </a:lnTo>
                  <a:lnTo>
                    <a:pt x="383058" y="376251"/>
                  </a:lnTo>
                  <a:lnTo>
                    <a:pt x="383334" y="376233"/>
                  </a:lnTo>
                  <a:lnTo>
                    <a:pt x="383944" y="376122"/>
                  </a:lnTo>
                  <a:lnTo>
                    <a:pt x="384513" y="376141"/>
                  </a:lnTo>
                  <a:lnTo>
                    <a:pt x="385269" y="376362"/>
                  </a:lnTo>
                  <a:lnTo>
                    <a:pt x="386001" y="376593"/>
                  </a:lnTo>
                  <a:lnTo>
                    <a:pt x="386928" y="376750"/>
                  </a:lnTo>
                  <a:lnTo>
                    <a:pt x="387857" y="376530"/>
                  </a:lnTo>
                  <a:lnTo>
                    <a:pt x="388150" y="376401"/>
                  </a:lnTo>
                  <a:lnTo>
                    <a:pt x="388277" y="376307"/>
                  </a:lnTo>
                  <a:lnTo>
                    <a:pt x="388724" y="375901"/>
                  </a:lnTo>
                  <a:lnTo>
                    <a:pt x="389033" y="375651"/>
                  </a:lnTo>
                  <a:lnTo>
                    <a:pt x="389675" y="375458"/>
                  </a:lnTo>
                  <a:lnTo>
                    <a:pt x="390367" y="375393"/>
                  </a:lnTo>
                  <a:lnTo>
                    <a:pt x="390862" y="375393"/>
                  </a:lnTo>
                  <a:lnTo>
                    <a:pt x="391285" y="375458"/>
                  </a:lnTo>
                  <a:lnTo>
                    <a:pt x="391716" y="375642"/>
                  </a:lnTo>
                  <a:lnTo>
                    <a:pt x="392228" y="376021"/>
                  </a:lnTo>
                  <a:lnTo>
                    <a:pt x="392846" y="376436"/>
                  </a:lnTo>
                  <a:lnTo>
                    <a:pt x="393132" y="376525"/>
                  </a:lnTo>
                  <a:lnTo>
                    <a:pt x="393553" y="376454"/>
                  </a:lnTo>
                  <a:lnTo>
                    <a:pt x="394009" y="376214"/>
                  </a:lnTo>
                  <a:lnTo>
                    <a:pt x="394456" y="375790"/>
                  </a:lnTo>
                  <a:lnTo>
                    <a:pt x="394651" y="375531"/>
                  </a:lnTo>
                  <a:lnTo>
                    <a:pt x="394716" y="375375"/>
                  </a:lnTo>
                  <a:lnTo>
                    <a:pt x="394659" y="375181"/>
                  </a:lnTo>
                  <a:lnTo>
                    <a:pt x="394635" y="374885"/>
                  </a:lnTo>
                  <a:lnTo>
                    <a:pt x="394667" y="374644"/>
                  </a:lnTo>
                  <a:lnTo>
                    <a:pt x="394814" y="374461"/>
                  </a:lnTo>
                  <a:lnTo>
                    <a:pt x="395131" y="374313"/>
                  </a:lnTo>
                  <a:lnTo>
                    <a:pt x="396074" y="374147"/>
                  </a:lnTo>
                  <a:lnTo>
                    <a:pt x="397090" y="374184"/>
                  </a:lnTo>
                  <a:lnTo>
                    <a:pt x="398122" y="374276"/>
                  </a:lnTo>
                  <a:lnTo>
                    <a:pt x="399033" y="374249"/>
                  </a:lnTo>
                  <a:lnTo>
                    <a:pt x="400025" y="374147"/>
                  </a:lnTo>
                  <a:lnTo>
                    <a:pt x="400943" y="373866"/>
                  </a:lnTo>
                  <a:lnTo>
                    <a:pt x="401634" y="373568"/>
                  </a:lnTo>
                  <a:lnTo>
                    <a:pt x="402206" y="373495"/>
                  </a:lnTo>
                  <a:lnTo>
                    <a:pt x="402764" y="373612"/>
                  </a:lnTo>
                  <a:lnTo>
                    <a:pt x="403667" y="373852"/>
                  </a:lnTo>
                  <a:lnTo>
                    <a:pt x="404569" y="374064"/>
                  </a:lnTo>
                  <a:lnTo>
                    <a:pt x="405317" y="374249"/>
                  </a:lnTo>
                  <a:lnTo>
                    <a:pt x="405789" y="374433"/>
                  </a:lnTo>
                  <a:lnTo>
                    <a:pt x="406404" y="374699"/>
                  </a:lnTo>
                  <a:lnTo>
                    <a:pt x="406740" y="374821"/>
                  </a:lnTo>
                  <a:lnTo>
                    <a:pt x="407545" y="375052"/>
                  </a:lnTo>
                  <a:lnTo>
                    <a:pt x="408423" y="375172"/>
                  </a:lnTo>
                  <a:lnTo>
                    <a:pt x="408959" y="375328"/>
                  </a:lnTo>
                  <a:lnTo>
                    <a:pt x="409514" y="375512"/>
                  </a:lnTo>
                  <a:lnTo>
                    <a:pt x="409700" y="375495"/>
                  </a:lnTo>
                  <a:lnTo>
                    <a:pt x="409862" y="375421"/>
                  </a:lnTo>
                  <a:lnTo>
                    <a:pt x="410121" y="375030"/>
                  </a:lnTo>
                  <a:lnTo>
                    <a:pt x="410481" y="373998"/>
                  </a:lnTo>
                  <a:lnTo>
                    <a:pt x="411420" y="374020"/>
                  </a:lnTo>
                  <a:lnTo>
                    <a:pt x="411837" y="374166"/>
                  </a:lnTo>
                  <a:lnTo>
                    <a:pt x="412610" y="374313"/>
                  </a:lnTo>
                  <a:lnTo>
                    <a:pt x="413162" y="374636"/>
                  </a:lnTo>
                  <a:lnTo>
                    <a:pt x="413301" y="374812"/>
                  </a:lnTo>
                  <a:lnTo>
                    <a:pt x="413496" y="375448"/>
                  </a:lnTo>
                  <a:lnTo>
                    <a:pt x="413407" y="375797"/>
                  </a:lnTo>
                  <a:lnTo>
                    <a:pt x="413347" y="375957"/>
                  </a:lnTo>
                  <a:lnTo>
                    <a:pt x="413116" y="376351"/>
                  </a:lnTo>
                  <a:lnTo>
                    <a:pt x="412865" y="376495"/>
                  </a:lnTo>
                  <a:lnTo>
                    <a:pt x="412382" y="376843"/>
                  </a:lnTo>
                  <a:lnTo>
                    <a:pt x="412252" y="376953"/>
                  </a:lnTo>
                  <a:lnTo>
                    <a:pt x="411373" y="377660"/>
                  </a:lnTo>
                  <a:lnTo>
                    <a:pt x="411116" y="377924"/>
                  </a:lnTo>
                  <a:lnTo>
                    <a:pt x="410893" y="378353"/>
                  </a:lnTo>
                  <a:lnTo>
                    <a:pt x="410805" y="378688"/>
                  </a:lnTo>
                  <a:lnTo>
                    <a:pt x="410847" y="379122"/>
                  </a:lnTo>
                  <a:lnTo>
                    <a:pt x="411008" y="379408"/>
                  </a:lnTo>
                  <a:lnTo>
                    <a:pt x="411398" y="379703"/>
                  </a:lnTo>
                  <a:lnTo>
                    <a:pt x="411618" y="379786"/>
                  </a:lnTo>
                  <a:lnTo>
                    <a:pt x="412146" y="379925"/>
                  </a:lnTo>
                  <a:lnTo>
                    <a:pt x="412723" y="379980"/>
                  </a:lnTo>
                  <a:lnTo>
                    <a:pt x="413034" y="379912"/>
                  </a:lnTo>
                  <a:lnTo>
                    <a:pt x="413217" y="379820"/>
                  </a:lnTo>
                  <a:lnTo>
                    <a:pt x="413500" y="379687"/>
                  </a:lnTo>
                  <a:lnTo>
                    <a:pt x="413727" y="379594"/>
                  </a:lnTo>
                  <a:lnTo>
                    <a:pt x="414341" y="379435"/>
                  </a:lnTo>
                  <a:lnTo>
                    <a:pt x="415089" y="379195"/>
                  </a:lnTo>
                  <a:lnTo>
                    <a:pt x="415717" y="379031"/>
                  </a:lnTo>
                  <a:lnTo>
                    <a:pt x="416349" y="379048"/>
                  </a:lnTo>
                  <a:lnTo>
                    <a:pt x="417045" y="379201"/>
                  </a:lnTo>
                  <a:lnTo>
                    <a:pt x="417756" y="379583"/>
                  </a:lnTo>
                  <a:lnTo>
                    <a:pt x="418365" y="380091"/>
                  </a:lnTo>
                  <a:lnTo>
                    <a:pt x="418845" y="380340"/>
                  </a:lnTo>
                  <a:lnTo>
                    <a:pt x="419374" y="380497"/>
                  </a:lnTo>
                  <a:lnTo>
                    <a:pt x="420315" y="380567"/>
                  </a:lnTo>
                  <a:lnTo>
                    <a:pt x="421154" y="380580"/>
                  </a:lnTo>
                  <a:lnTo>
                    <a:pt x="421699" y="380589"/>
                  </a:lnTo>
                  <a:lnTo>
                    <a:pt x="422284" y="380875"/>
                  </a:lnTo>
                  <a:lnTo>
                    <a:pt x="422691" y="381364"/>
                  </a:lnTo>
                  <a:lnTo>
                    <a:pt x="422967" y="381853"/>
                  </a:lnTo>
                  <a:lnTo>
                    <a:pt x="423284" y="382647"/>
                  </a:lnTo>
                  <a:lnTo>
                    <a:pt x="423622" y="383784"/>
                  </a:lnTo>
                  <a:lnTo>
                    <a:pt x="423812" y="384234"/>
                  </a:lnTo>
                  <a:lnTo>
                    <a:pt x="423923" y="384427"/>
                  </a:lnTo>
                  <a:lnTo>
                    <a:pt x="424089" y="384714"/>
                  </a:lnTo>
                  <a:lnTo>
                    <a:pt x="424479" y="385120"/>
                  </a:lnTo>
                  <a:lnTo>
                    <a:pt x="424942" y="385388"/>
                  </a:lnTo>
                  <a:lnTo>
                    <a:pt x="425560" y="385554"/>
                  </a:lnTo>
                  <a:lnTo>
                    <a:pt x="426178" y="385720"/>
                  </a:lnTo>
                  <a:lnTo>
                    <a:pt x="426853" y="385757"/>
                  </a:lnTo>
                  <a:lnTo>
                    <a:pt x="427284" y="385720"/>
                  </a:lnTo>
                  <a:lnTo>
                    <a:pt x="427600" y="385600"/>
                  </a:lnTo>
                  <a:lnTo>
                    <a:pt x="427780" y="385462"/>
                  </a:lnTo>
                  <a:lnTo>
                    <a:pt x="428032" y="385231"/>
                  </a:lnTo>
                  <a:lnTo>
                    <a:pt x="428568" y="384714"/>
                  </a:lnTo>
                  <a:lnTo>
                    <a:pt x="428869" y="384327"/>
                  </a:lnTo>
                  <a:lnTo>
                    <a:pt x="429162" y="384078"/>
                  </a:lnTo>
                  <a:lnTo>
                    <a:pt x="429894" y="383727"/>
                  </a:lnTo>
                  <a:lnTo>
                    <a:pt x="430772" y="383404"/>
                  </a:lnTo>
                  <a:lnTo>
                    <a:pt x="431406" y="383358"/>
                  </a:lnTo>
                  <a:lnTo>
                    <a:pt x="432300" y="383561"/>
                  </a:lnTo>
                  <a:lnTo>
                    <a:pt x="432999" y="383764"/>
                  </a:lnTo>
                  <a:lnTo>
                    <a:pt x="433622" y="384200"/>
                  </a:lnTo>
                  <a:lnTo>
                    <a:pt x="433869" y="384411"/>
                  </a:lnTo>
                  <a:lnTo>
                    <a:pt x="433999" y="384518"/>
                  </a:lnTo>
                  <a:lnTo>
                    <a:pt x="434150" y="384665"/>
                  </a:lnTo>
                  <a:lnTo>
                    <a:pt x="434731" y="385249"/>
                  </a:lnTo>
                  <a:lnTo>
                    <a:pt x="435697" y="385647"/>
                  </a:lnTo>
                  <a:lnTo>
                    <a:pt x="436297" y="385711"/>
                  </a:lnTo>
                  <a:lnTo>
                    <a:pt x="436674" y="385656"/>
                  </a:lnTo>
                  <a:lnTo>
                    <a:pt x="437137" y="385563"/>
                  </a:lnTo>
                  <a:lnTo>
                    <a:pt x="437503" y="385397"/>
                  </a:lnTo>
                  <a:lnTo>
                    <a:pt x="437763" y="385139"/>
                  </a:lnTo>
                  <a:lnTo>
                    <a:pt x="437828" y="384917"/>
                  </a:lnTo>
                  <a:lnTo>
                    <a:pt x="437853" y="384724"/>
                  </a:lnTo>
                  <a:lnTo>
                    <a:pt x="437828" y="384511"/>
                  </a:lnTo>
                  <a:lnTo>
                    <a:pt x="437687" y="384122"/>
                  </a:lnTo>
                  <a:lnTo>
                    <a:pt x="437552" y="383930"/>
                  </a:lnTo>
                  <a:lnTo>
                    <a:pt x="437470" y="383662"/>
                  </a:lnTo>
                  <a:lnTo>
                    <a:pt x="437446" y="383312"/>
                  </a:lnTo>
                  <a:lnTo>
                    <a:pt x="437544" y="382887"/>
                  </a:lnTo>
                  <a:lnTo>
                    <a:pt x="437627" y="382596"/>
                  </a:lnTo>
                  <a:lnTo>
                    <a:pt x="437771" y="382287"/>
                  </a:lnTo>
                  <a:lnTo>
                    <a:pt x="438178" y="381955"/>
                  </a:lnTo>
                  <a:lnTo>
                    <a:pt x="438999" y="381549"/>
                  </a:lnTo>
                  <a:lnTo>
                    <a:pt x="439487" y="381457"/>
                  </a:lnTo>
                  <a:lnTo>
                    <a:pt x="440178" y="381392"/>
                  </a:lnTo>
                  <a:lnTo>
                    <a:pt x="440657" y="381521"/>
                  </a:lnTo>
                  <a:lnTo>
                    <a:pt x="441380" y="381735"/>
                  </a:lnTo>
                  <a:lnTo>
                    <a:pt x="441538" y="381783"/>
                  </a:lnTo>
                  <a:lnTo>
                    <a:pt x="441725" y="381833"/>
                  </a:lnTo>
                  <a:lnTo>
                    <a:pt x="442330" y="381971"/>
                  </a:lnTo>
                  <a:lnTo>
                    <a:pt x="442869" y="382093"/>
                  </a:lnTo>
                  <a:lnTo>
                    <a:pt x="443665" y="382352"/>
                  </a:lnTo>
                  <a:lnTo>
                    <a:pt x="444251" y="382850"/>
                  </a:lnTo>
                  <a:lnTo>
                    <a:pt x="444633" y="383367"/>
                  </a:lnTo>
                  <a:lnTo>
                    <a:pt x="444819" y="383855"/>
                  </a:lnTo>
                  <a:lnTo>
                    <a:pt x="444860" y="384096"/>
                  </a:lnTo>
                  <a:lnTo>
                    <a:pt x="444901" y="385028"/>
                  </a:lnTo>
                  <a:lnTo>
                    <a:pt x="444991" y="386182"/>
                  </a:lnTo>
                  <a:lnTo>
                    <a:pt x="445056" y="386994"/>
                  </a:lnTo>
                  <a:lnTo>
                    <a:pt x="445337" y="388102"/>
                  </a:lnTo>
                  <a:lnTo>
                    <a:pt x="445991" y="388989"/>
                  </a:lnTo>
                  <a:lnTo>
                    <a:pt x="446477" y="389246"/>
                  </a:lnTo>
                  <a:lnTo>
                    <a:pt x="447328" y="389436"/>
                  </a:lnTo>
                  <a:lnTo>
                    <a:pt x="447669" y="389413"/>
                  </a:lnTo>
                  <a:lnTo>
                    <a:pt x="448284" y="389253"/>
                  </a:lnTo>
                  <a:lnTo>
                    <a:pt x="448999" y="388913"/>
                  </a:lnTo>
                  <a:lnTo>
                    <a:pt x="449527" y="388657"/>
                  </a:lnTo>
                  <a:lnTo>
                    <a:pt x="450319" y="388456"/>
                  </a:lnTo>
                  <a:lnTo>
                    <a:pt x="450534" y="388439"/>
                  </a:lnTo>
                  <a:lnTo>
                    <a:pt x="450872" y="388424"/>
                  </a:lnTo>
                  <a:lnTo>
                    <a:pt x="451025" y="388424"/>
                  </a:lnTo>
                  <a:lnTo>
                    <a:pt x="451306" y="388432"/>
                  </a:lnTo>
                  <a:lnTo>
                    <a:pt x="451715" y="388478"/>
                  </a:lnTo>
                  <a:lnTo>
                    <a:pt x="452141" y="388643"/>
                  </a:lnTo>
                  <a:lnTo>
                    <a:pt x="452417" y="388802"/>
                  </a:lnTo>
                  <a:lnTo>
                    <a:pt x="452755" y="389075"/>
                  </a:lnTo>
                  <a:lnTo>
                    <a:pt x="453704" y="390296"/>
                  </a:lnTo>
                  <a:lnTo>
                    <a:pt x="453763" y="390745"/>
                  </a:lnTo>
                  <a:lnTo>
                    <a:pt x="453763" y="391110"/>
                  </a:lnTo>
                  <a:lnTo>
                    <a:pt x="453730" y="391327"/>
                  </a:lnTo>
                  <a:lnTo>
                    <a:pt x="453649" y="391618"/>
                  </a:lnTo>
                  <a:lnTo>
                    <a:pt x="453665" y="392070"/>
                  </a:lnTo>
                  <a:lnTo>
                    <a:pt x="453763" y="392679"/>
                  </a:lnTo>
                  <a:lnTo>
                    <a:pt x="453928" y="393086"/>
                  </a:lnTo>
                  <a:lnTo>
                    <a:pt x="454137" y="393371"/>
                  </a:lnTo>
                  <a:lnTo>
                    <a:pt x="454608" y="393713"/>
                  </a:lnTo>
                  <a:lnTo>
                    <a:pt x="455023" y="394026"/>
                  </a:lnTo>
                  <a:lnTo>
                    <a:pt x="455624" y="394165"/>
                  </a:lnTo>
                  <a:lnTo>
                    <a:pt x="456315" y="394239"/>
                  </a:lnTo>
                  <a:lnTo>
                    <a:pt x="457086" y="394180"/>
                  </a:lnTo>
                  <a:lnTo>
                    <a:pt x="457899" y="394214"/>
                  </a:lnTo>
                  <a:lnTo>
                    <a:pt x="458141" y="394364"/>
                  </a:lnTo>
                  <a:lnTo>
                    <a:pt x="458372" y="394626"/>
                  </a:lnTo>
                  <a:lnTo>
                    <a:pt x="458429" y="394876"/>
                  </a:lnTo>
                  <a:lnTo>
                    <a:pt x="458465" y="395093"/>
                  </a:lnTo>
                  <a:lnTo>
                    <a:pt x="458372" y="395559"/>
                  </a:lnTo>
                  <a:lnTo>
                    <a:pt x="457966" y="396103"/>
                  </a:lnTo>
                  <a:lnTo>
                    <a:pt x="457876" y="396371"/>
                  </a:lnTo>
                  <a:lnTo>
                    <a:pt x="457833" y="396636"/>
                  </a:lnTo>
                  <a:lnTo>
                    <a:pt x="457854" y="396857"/>
                  </a:lnTo>
                  <a:lnTo>
                    <a:pt x="457998" y="397155"/>
                  </a:lnTo>
                  <a:lnTo>
                    <a:pt x="458293" y="397425"/>
                  </a:lnTo>
                  <a:lnTo>
                    <a:pt x="458608" y="397524"/>
                  </a:lnTo>
                  <a:lnTo>
                    <a:pt x="459250" y="397580"/>
                  </a:lnTo>
                  <a:lnTo>
                    <a:pt x="460047" y="397626"/>
                  </a:lnTo>
                  <a:lnTo>
                    <a:pt x="460675" y="397800"/>
                  </a:lnTo>
                  <a:lnTo>
                    <a:pt x="460989" y="398008"/>
                  </a:lnTo>
                  <a:lnTo>
                    <a:pt x="461201" y="398207"/>
                  </a:lnTo>
                  <a:lnTo>
                    <a:pt x="461284" y="398383"/>
                  </a:lnTo>
                  <a:lnTo>
                    <a:pt x="461340" y="398706"/>
                  </a:lnTo>
                  <a:lnTo>
                    <a:pt x="461315" y="399029"/>
                  </a:lnTo>
                  <a:lnTo>
                    <a:pt x="461269" y="399205"/>
                  </a:lnTo>
                  <a:lnTo>
                    <a:pt x="461096" y="399499"/>
                  </a:lnTo>
                  <a:lnTo>
                    <a:pt x="460779" y="399795"/>
                  </a:lnTo>
                  <a:lnTo>
                    <a:pt x="460681" y="400044"/>
                  </a:lnTo>
                  <a:lnTo>
                    <a:pt x="460689" y="400238"/>
                  </a:lnTo>
                  <a:lnTo>
                    <a:pt x="460714" y="400505"/>
                  </a:lnTo>
                  <a:lnTo>
                    <a:pt x="460803" y="400683"/>
                  </a:lnTo>
                  <a:lnTo>
                    <a:pt x="461153" y="400911"/>
                  </a:lnTo>
                  <a:lnTo>
                    <a:pt x="461714" y="401151"/>
                  </a:lnTo>
                  <a:lnTo>
                    <a:pt x="462348" y="401336"/>
                  </a:lnTo>
                  <a:lnTo>
                    <a:pt x="463096" y="401419"/>
                  </a:lnTo>
                  <a:lnTo>
                    <a:pt x="463575" y="401557"/>
                  </a:lnTo>
                  <a:lnTo>
                    <a:pt x="464177" y="401779"/>
                  </a:lnTo>
                  <a:lnTo>
                    <a:pt x="464770" y="401982"/>
                  </a:lnTo>
                  <a:lnTo>
                    <a:pt x="465055" y="402093"/>
                  </a:lnTo>
                  <a:lnTo>
                    <a:pt x="465356" y="402286"/>
                  </a:lnTo>
                  <a:lnTo>
                    <a:pt x="465536" y="402484"/>
                  </a:lnTo>
                  <a:lnTo>
                    <a:pt x="465691" y="402733"/>
                  </a:lnTo>
                  <a:lnTo>
                    <a:pt x="465956" y="403297"/>
                  </a:lnTo>
                  <a:lnTo>
                    <a:pt x="466079" y="403479"/>
                  </a:lnTo>
                  <a:lnTo>
                    <a:pt x="466410" y="403831"/>
                  </a:lnTo>
                  <a:lnTo>
                    <a:pt x="466716" y="404100"/>
                  </a:lnTo>
                  <a:lnTo>
                    <a:pt x="467305" y="404405"/>
                  </a:lnTo>
                  <a:lnTo>
                    <a:pt x="467850" y="404593"/>
                  </a:lnTo>
                  <a:lnTo>
                    <a:pt x="468125" y="404675"/>
                  </a:lnTo>
                  <a:lnTo>
                    <a:pt x="468850" y="404979"/>
                  </a:lnTo>
                  <a:lnTo>
                    <a:pt x="468977" y="405048"/>
                  </a:lnTo>
                  <a:lnTo>
                    <a:pt x="469299" y="405233"/>
                  </a:lnTo>
                  <a:lnTo>
                    <a:pt x="469991" y="405646"/>
                  </a:lnTo>
                  <a:lnTo>
                    <a:pt x="470132" y="405756"/>
                  </a:lnTo>
                  <a:lnTo>
                    <a:pt x="470540" y="406046"/>
                  </a:lnTo>
                  <a:lnTo>
                    <a:pt x="470824" y="406271"/>
                  </a:lnTo>
                  <a:lnTo>
                    <a:pt x="470998" y="406384"/>
                  </a:lnTo>
                  <a:lnTo>
                    <a:pt x="471990" y="407076"/>
                  </a:lnTo>
                  <a:lnTo>
                    <a:pt x="472475" y="407363"/>
                  </a:lnTo>
                  <a:lnTo>
                    <a:pt x="472892" y="407685"/>
                  </a:lnTo>
                  <a:lnTo>
                    <a:pt x="473319" y="408085"/>
                  </a:lnTo>
                  <a:lnTo>
                    <a:pt x="473469" y="408295"/>
                  </a:lnTo>
                  <a:lnTo>
                    <a:pt x="473827" y="408839"/>
                  </a:lnTo>
                  <a:lnTo>
                    <a:pt x="474274" y="409273"/>
                  </a:lnTo>
                  <a:lnTo>
                    <a:pt x="474438" y="409366"/>
                  </a:lnTo>
                  <a:lnTo>
                    <a:pt x="474998" y="409476"/>
                  </a:lnTo>
                  <a:lnTo>
                    <a:pt x="476054" y="409404"/>
                  </a:lnTo>
                  <a:lnTo>
                    <a:pt x="476656" y="409272"/>
                  </a:lnTo>
                  <a:lnTo>
                    <a:pt x="477095" y="409144"/>
                  </a:lnTo>
                  <a:lnTo>
                    <a:pt x="478014" y="408784"/>
                  </a:lnTo>
                  <a:lnTo>
                    <a:pt x="479136" y="408322"/>
                  </a:lnTo>
                  <a:lnTo>
                    <a:pt x="479916" y="408045"/>
                  </a:lnTo>
                  <a:lnTo>
                    <a:pt x="480916" y="407732"/>
                  </a:lnTo>
                  <a:lnTo>
                    <a:pt x="481610" y="407514"/>
                  </a:lnTo>
                  <a:lnTo>
                    <a:pt x="481968" y="407444"/>
                  </a:lnTo>
                  <a:lnTo>
                    <a:pt x="482149" y="407409"/>
                  </a:lnTo>
                  <a:lnTo>
                    <a:pt x="482288" y="407383"/>
                  </a:lnTo>
                  <a:lnTo>
                    <a:pt x="482495" y="407347"/>
                  </a:lnTo>
                  <a:lnTo>
                    <a:pt x="483359" y="407334"/>
                  </a:lnTo>
                  <a:lnTo>
                    <a:pt x="483815" y="407397"/>
                  </a:lnTo>
                  <a:lnTo>
                    <a:pt x="484970" y="408377"/>
                  </a:lnTo>
                  <a:lnTo>
                    <a:pt x="485025" y="408511"/>
                  </a:lnTo>
                  <a:lnTo>
                    <a:pt x="485588" y="409470"/>
                  </a:lnTo>
                  <a:lnTo>
                    <a:pt x="485975" y="409696"/>
                  </a:lnTo>
                  <a:lnTo>
                    <a:pt x="486484" y="409869"/>
                  </a:lnTo>
                  <a:lnTo>
                    <a:pt x="486625" y="409883"/>
                  </a:lnTo>
                  <a:lnTo>
                    <a:pt x="487497" y="409923"/>
                  </a:lnTo>
                  <a:lnTo>
                    <a:pt x="487855" y="409838"/>
                  </a:lnTo>
                  <a:lnTo>
                    <a:pt x="488050" y="409774"/>
                  </a:lnTo>
                  <a:lnTo>
                    <a:pt x="488182" y="409727"/>
                  </a:lnTo>
                  <a:lnTo>
                    <a:pt x="488588" y="409550"/>
                  </a:lnTo>
                  <a:lnTo>
                    <a:pt x="488873" y="409393"/>
                  </a:lnTo>
                  <a:lnTo>
                    <a:pt x="489711" y="408923"/>
                  </a:lnTo>
                  <a:lnTo>
                    <a:pt x="490399" y="408614"/>
                  </a:lnTo>
                  <a:lnTo>
                    <a:pt x="490704" y="408505"/>
                  </a:lnTo>
                  <a:lnTo>
                    <a:pt x="491666" y="408545"/>
                  </a:lnTo>
                  <a:lnTo>
                    <a:pt x="491797" y="408544"/>
                  </a:lnTo>
                  <a:lnTo>
                    <a:pt x="492223" y="408525"/>
                  </a:lnTo>
                  <a:lnTo>
                    <a:pt x="493469" y="410384"/>
                  </a:lnTo>
                  <a:lnTo>
                    <a:pt x="493214" y="410610"/>
                  </a:lnTo>
                  <a:lnTo>
                    <a:pt x="492839" y="410873"/>
                  </a:lnTo>
                  <a:lnTo>
                    <a:pt x="491952" y="411663"/>
                  </a:lnTo>
                  <a:lnTo>
                    <a:pt x="491454" y="412119"/>
                  </a:lnTo>
                  <a:lnTo>
                    <a:pt x="491232" y="412430"/>
                  </a:lnTo>
                  <a:lnTo>
                    <a:pt x="490803" y="412891"/>
                  </a:lnTo>
                  <a:lnTo>
                    <a:pt x="490484" y="413749"/>
                  </a:lnTo>
                  <a:lnTo>
                    <a:pt x="490244" y="414349"/>
                  </a:lnTo>
                  <a:lnTo>
                    <a:pt x="490147" y="414568"/>
                  </a:lnTo>
                  <a:lnTo>
                    <a:pt x="489956" y="414939"/>
                  </a:lnTo>
                  <a:lnTo>
                    <a:pt x="489835" y="415161"/>
                  </a:lnTo>
                  <a:lnTo>
                    <a:pt x="489693" y="415414"/>
                  </a:lnTo>
                  <a:lnTo>
                    <a:pt x="489510" y="415861"/>
                  </a:lnTo>
                  <a:lnTo>
                    <a:pt x="489194" y="416461"/>
                  </a:lnTo>
                  <a:lnTo>
                    <a:pt x="488951" y="417265"/>
                  </a:lnTo>
                  <a:lnTo>
                    <a:pt x="488669" y="417900"/>
                  </a:lnTo>
                  <a:lnTo>
                    <a:pt x="488380" y="418479"/>
                  </a:lnTo>
                  <a:lnTo>
                    <a:pt x="488238" y="418700"/>
                  </a:lnTo>
                  <a:lnTo>
                    <a:pt x="488124" y="418870"/>
                  </a:lnTo>
                  <a:lnTo>
                    <a:pt x="487964" y="419102"/>
                  </a:lnTo>
                  <a:lnTo>
                    <a:pt x="487620" y="419695"/>
                  </a:lnTo>
                  <a:lnTo>
                    <a:pt x="487422" y="419952"/>
                  </a:lnTo>
                  <a:lnTo>
                    <a:pt x="487303" y="420094"/>
                  </a:lnTo>
                  <a:lnTo>
                    <a:pt x="486997" y="420505"/>
                  </a:lnTo>
                  <a:lnTo>
                    <a:pt x="486931" y="420668"/>
                  </a:lnTo>
                  <a:lnTo>
                    <a:pt x="486850" y="421016"/>
                  </a:lnTo>
                  <a:lnTo>
                    <a:pt x="487826" y="422062"/>
                  </a:lnTo>
                  <a:lnTo>
                    <a:pt x="487988" y="422080"/>
                  </a:lnTo>
                  <a:lnTo>
                    <a:pt x="488683" y="422186"/>
                  </a:lnTo>
                  <a:lnTo>
                    <a:pt x="488842" y="422214"/>
                  </a:lnTo>
                  <a:lnTo>
                    <a:pt x="488985" y="422241"/>
                  </a:lnTo>
                  <a:lnTo>
                    <a:pt x="489173" y="422281"/>
                  </a:lnTo>
                  <a:lnTo>
                    <a:pt x="489336" y="422317"/>
                  </a:lnTo>
                  <a:lnTo>
                    <a:pt x="490458" y="423178"/>
                  </a:lnTo>
                  <a:lnTo>
                    <a:pt x="490523" y="425024"/>
                  </a:lnTo>
                  <a:lnTo>
                    <a:pt x="490508" y="425472"/>
                  </a:lnTo>
                  <a:lnTo>
                    <a:pt x="490505" y="425716"/>
                  </a:lnTo>
                  <a:lnTo>
                    <a:pt x="490504" y="426152"/>
                  </a:lnTo>
                  <a:lnTo>
                    <a:pt x="490524" y="426439"/>
                  </a:lnTo>
                  <a:lnTo>
                    <a:pt x="490623" y="426776"/>
                  </a:lnTo>
                  <a:lnTo>
                    <a:pt x="492730" y="427526"/>
                  </a:lnTo>
                  <a:lnTo>
                    <a:pt x="496522" y="426678"/>
                  </a:lnTo>
                  <a:lnTo>
                    <a:pt x="496862" y="427022"/>
                  </a:lnTo>
                  <a:lnTo>
                    <a:pt x="497128" y="427442"/>
                  </a:lnTo>
                  <a:lnTo>
                    <a:pt x="496948" y="428376"/>
                  </a:lnTo>
                  <a:lnTo>
                    <a:pt x="496841" y="428517"/>
                  </a:lnTo>
                  <a:lnTo>
                    <a:pt x="496478" y="428879"/>
                  </a:lnTo>
                  <a:lnTo>
                    <a:pt x="496330" y="429018"/>
                  </a:lnTo>
                  <a:lnTo>
                    <a:pt x="496001" y="429375"/>
                  </a:lnTo>
                  <a:lnTo>
                    <a:pt x="495831" y="429647"/>
                  </a:lnTo>
                  <a:lnTo>
                    <a:pt x="495709" y="429908"/>
                  </a:lnTo>
                  <a:lnTo>
                    <a:pt x="495733" y="430257"/>
                  </a:lnTo>
                  <a:lnTo>
                    <a:pt x="495866" y="430517"/>
                  </a:lnTo>
                  <a:lnTo>
                    <a:pt x="496387" y="431380"/>
                  </a:lnTo>
                  <a:lnTo>
                    <a:pt x="496485" y="431667"/>
                  </a:lnTo>
                  <a:lnTo>
                    <a:pt x="496957" y="432516"/>
                  </a:lnTo>
                  <a:lnTo>
                    <a:pt x="497021" y="432679"/>
                  </a:lnTo>
                  <a:lnTo>
                    <a:pt x="497212" y="433724"/>
                  </a:lnTo>
                  <a:lnTo>
                    <a:pt x="497419" y="434004"/>
                  </a:lnTo>
                  <a:lnTo>
                    <a:pt x="499528" y="435428"/>
                  </a:lnTo>
                  <a:lnTo>
                    <a:pt x="500042" y="436990"/>
                  </a:lnTo>
                  <a:lnTo>
                    <a:pt x="499788" y="437196"/>
                  </a:lnTo>
                  <a:lnTo>
                    <a:pt x="499221" y="437918"/>
                  </a:lnTo>
                  <a:lnTo>
                    <a:pt x="499007" y="438322"/>
                  </a:lnTo>
                  <a:lnTo>
                    <a:pt x="498778" y="438544"/>
                  </a:lnTo>
                  <a:lnTo>
                    <a:pt x="498519" y="438660"/>
                  </a:lnTo>
                  <a:lnTo>
                    <a:pt x="496655" y="440698"/>
                  </a:lnTo>
                  <a:lnTo>
                    <a:pt x="496224" y="442530"/>
                  </a:lnTo>
                  <a:lnTo>
                    <a:pt x="496058" y="442590"/>
                  </a:lnTo>
                  <a:lnTo>
                    <a:pt x="495931" y="442636"/>
                  </a:lnTo>
                  <a:lnTo>
                    <a:pt x="495724" y="442740"/>
                  </a:lnTo>
                  <a:lnTo>
                    <a:pt x="494808" y="443495"/>
                  </a:lnTo>
                  <a:lnTo>
                    <a:pt x="494327" y="443937"/>
                  </a:lnTo>
                  <a:lnTo>
                    <a:pt x="493762" y="444341"/>
                  </a:lnTo>
                  <a:lnTo>
                    <a:pt x="493497" y="444551"/>
                  </a:lnTo>
                  <a:lnTo>
                    <a:pt x="492864" y="445211"/>
                  </a:lnTo>
                  <a:lnTo>
                    <a:pt x="494489" y="449414"/>
                  </a:lnTo>
                  <a:lnTo>
                    <a:pt x="494958" y="449518"/>
                  </a:lnTo>
                  <a:lnTo>
                    <a:pt x="495387" y="449703"/>
                  </a:lnTo>
                  <a:lnTo>
                    <a:pt x="495882" y="450427"/>
                  </a:lnTo>
                  <a:lnTo>
                    <a:pt x="496100" y="450811"/>
                  </a:lnTo>
                  <a:lnTo>
                    <a:pt x="496358" y="451072"/>
                  </a:lnTo>
                  <a:lnTo>
                    <a:pt x="496594" y="451266"/>
                  </a:lnTo>
                  <a:lnTo>
                    <a:pt x="497268" y="451671"/>
                  </a:lnTo>
                  <a:lnTo>
                    <a:pt x="498522" y="452482"/>
                  </a:lnTo>
                  <a:lnTo>
                    <a:pt x="500155" y="453549"/>
                  </a:lnTo>
                  <a:lnTo>
                    <a:pt x="500870" y="453938"/>
                  </a:lnTo>
                  <a:lnTo>
                    <a:pt x="501427" y="454372"/>
                  </a:lnTo>
                  <a:lnTo>
                    <a:pt x="501763" y="454794"/>
                  </a:lnTo>
                  <a:lnTo>
                    <a:pt x="501973" y="455175"/>
                  </a:lnTo>
                  <a:lnTo>
                    <a:pt x="502111" y="455307"/>
                  </a:lnTo>
                  <a:lnTo>
                    <a:pt x="502291" y="455444"/>
                  </a:lnTo>
                  <a:lnTo>
                    <a:pt x="502445" y="455594"/>
                  </a:lnTo>
                  <a:lnTo>
                    <a:pt x="502860" y="456104"/>
                  </a:lnTo>
                  <a:lnTo>
                    <a:pt x="503145" y="456531"/>
                  </a:lnTo>
                  <a:lnTo>
                    <a:pt x="503510" y="457220"/>
                  </a:lnTo>
                  <a:lnTo>
                    <a:pt x="503960" y="457968"/>
                  </a:lnTo>
                  <a:lnTo>
                    <a:pt x="504573" y="458885"/>
                  </a:lnTo>
                  <a:lnTo>
                    <a:pt x="504970" y="459349"/>
                  </a:lnTo>
                  <a:lnTo>
                    <a:pt x="505079" y="459544"/>
                  </a:lnTo>
                  <a:lnTo>
                    <a:pt x="505243" y="460179"/>
                  </a:lnTo>
                  <a:lnTo>
                    <a:pt x="505252" y="460353"/>
                  </a:lnTo>
                  <a:lnTo>
                    <a:pt x="505219" y="460576"/>
                  </a:lnTo>
                  <a:lnTo>
                    <a:pt x="505247" y="461474"/>
                  </a:lnTo>
                  <a:lnTo>
                    <a:pt x="505284" y="462251"/>
                  </a:lnTo>
                  <a:lnTo>
                    <a:pt x="505313" y="463355"/>
                  </a:lnTo>
                  <a:lnTo>
                    <a:pt x="505353" y="463900"/>
                  </a:lnTo>
                  <a:lnTo>
                    <a:pt x="505484" y="464556"/>
                  </a:lnTo>
                  <a:lnTo>
                    <a:pt x="505587" y="464811"/>
                  </a:lnTo>
                  <a:lnTo>
                    <a:pt x="505676" y="465001"/>
                  </a:lnTo>
                  <a:lnTo>
                    <a:pt x="506197" y="465533"/>
                  </a:lnTo>
                  <a:lnTo>
                    <a:pt x="506391" y="465594"/>
                  </a:lnTo>
                  <a:lnTo>
                    <a:pt x="507323" y="466073"/>
                  </a:lnTo>
                  <a:lnTo>
                    <a:pt x="508077" y="466290"/>
                  </a:lnTo>
                  <a:lnTo>
                    <a:pt x="509087" y="466469"/>
                  </a:lnTo>
                  <a:lnTo>
                    <a:pt x="509429" y="466485"/>
                  </a:lnTo>
                  <a:lnTo>
                    <a:pt x="511021" y="466506"/>
                  </a:lnTo>
                  <a:lnTo>
                    <a:pt x="511863" y="466491"/>
                  </a:lnTo>
                  <a:lnTo>
                    <a:pt x="512256" y="466452"/>
                  </a:lnTo>
                  <a:lnTo>
                    <a:pt x="514804" y="465817"/>
                  </a:lnTo>
                  <a:lnTo>
                    <a:pt x="515801" y="465115"/>
                  </a:lnTo>
                  <a:lnTo>
                    <a:pt x="516075" y="464892"/>
                  </a:lnTo>
                  <a:lnTo>
                    <a:pt x="516228" y="464797"/>
                  </a:lnTo>
                  <a:lnTo>
                    <a:pt x="516405" y="464694"/>
                  </a:lnTo>
                  <a:lnTo>
                    <a:pt x="516532" y="464623"/>
                  </a:lnTo>
                  <a:lnTo>
                    <a:pt x="516697" y="464529"/>
                  </a:lnTo>
                  <a:lnTo>
                    <a:pt x="516892" y="464452"/>
                  </a:lnTo>
                  <a:lnTo>
                    <a:pt x="517208" y="464392"/>
                  </a:lnTo>
                  <a:lnTo>
                    <a:pt x="517909" y="464226"/>
                  </a:lnTo>
                  <a:lnTo>
                    <a:pt x="518518" y="464006"/>
                  </a:lnTo>
                  <a:lnTo>
                    <a:pt x="518822" y="463996"/>
                  </a:lnTo>
                  <a:lnTo>
                    <a:pt x="519018" y="464010"/>
                  </a:lnTo>
                  <a:lnTo>
                    <a:pt x="519305" y="464028"/>
                  </a:lnTo>
                  <a:lnTo>
                    <a:pt x="520001" y="464160"/>
                  </a:lnTo>
                  <a:lnTo>
                    <a:pt x="520204" y="464183"/>
                  </a:lnTo>
                  <a:lnTo>
                    <a:pt x="521124" y="464298"/>
                  </a:lnTo>
                  <a:lnTo>
                    <a:pt x="521815" y="464346"/>
                  </a:lnTo>
                  <a:lnTo>
                    <a:pt x="522843" y="464457"/>
                  </a:lnTo>
                  <a:lnTo>
                    <a:pt x="523323" y="464434"/>
                  </a:lnTo>
                  <a:lnTo>
                    <a:pt x="523560" y="464374"/>
                  </a:lnTo>
                  <a:lnTo>
                    <a:pt x="523879" y="464246"/>
                  </a:lnTo>
                  <a:lnTo>
                    <a:pt x="524215" y="464114"/>
                  </a:lnTo>
                  <a:lnTo>
                    <a:pt x="524716" y="463904"/>
                  </a:lnTo>
                  <a:lnTo>
                    <a:pt x="525395" y="463732"/>
                  </a:lnTo>
                  <a:lnTo>
                    <a:pt x="525822" y="463677"/>
                  </a:lnTo>
                  <a:lnTo>
                    <a:pt x="526073" y="463631"/>
                  </a:lnTo>
                  <a:lnTo>
                    <a:pt x="526483" y="463616"/>
                  </a:lnTo>
                  <a:lnTo>
                    <a:pt x="526620" y="463628"/>
                  </a:lnTo>
                  <a:lnTo>
                    <a:pt x="527074" y="463719"/>
                  </a:lnTo>
                  <a:lnTo>
                    <a:pt x="527379" y="463810"/>
                  </a:lnTo>
                  <a:lnTo>
                    <a:pt x="528022" y="463956"/>
                  </a:lnTo>
                  <a:lnTo>
                    <a:pt x="528868" y="464064"/>
                  </a:lnTo>
                  <a:lnTo>
                    <a:pt x="529554" y="464063"/>
                  </a:lnTo>
                  <a:lnTo>
                    <a:pt x="529742" y="464075"/>
                  </a:lnTo>
                  <a:lnTo>
                    <a:pt x="530074" y="464170"/>
                  </a:lnTo>
                  <a:lnTo>
                    <a:pt x="530224" y="464241"/>
                  </a:lnTo>
                  <a:lnTo>
                    <a:pt x="530626" y="464604"/>
                  </a:lnTo>
                  <a:lnTo>
                    <a:pt x="530876" y="465085"/>
                  </a:lnTo>
                  <a:lnTo>
                    <a:pt x="530955" y="465548"/>
                  </a:lnTo>
                  <a:lnTo>
                    <a:pt x="530904" y="466620"/>
                  </a:lnTo>
                  <a:lnTo>
                    <a:pt x="531057" y="466956"/>
                  </a:lnTo>
                  <a:lnTo>
                    <a:pt x="531182" y="467108"/>
                  </a:lnTo>
                  <a:lnTo>
                    <a:pt x="532128" y="467706"/>
                  </a:lnTo>
                  <a:lnTo>
                    <a:pt x="532783" y="467889"/>
                  </a:lnTo>
                  <a:lnTo>
                    <a:pt x="533262" y="467890"/>
                  </a:lnTo>
                  <a:lnTo>
                    <a:pt x="533632" y="467868"/>
                  </a:lnTo>
                  <a:lnTo>
                    <a:pt x="533950" y="467785"/>
                  </a:lnTo>
                  <a:lnTo>
                    <a:pt x="534638" y="467459"/>
                  </a:lnTo>
                  <a:lnTo>
                    <a:pt x="535284" y="466943"/>
                  </a:lnTo>
                  <a:lnTo>
                    <a:pt x="535481" y="466663"/>
                  </a:lnTo>
                  <a:lnTo>
                    <a:pt x="535716" y="466149"/>
                  </a:lnTo>
                  <a:lnTo>
                    <a:pt x="535956" y="465876"/>
                  </a:lnTo>
                  <a:lnTo>
                    <a:pt x="536136" y="465753"/>
                  </a:lnTo>
                  <a:lnTo>
                    <a:pt x="536403" y="465619"/>
                  </a:lnTo>
                  <a:lnTo>
                    <a:pt x="536784" y="465437"/>
                  </a:lnTo>
                  <a:lnTo>
                    <a:pt x="536927" y="465412"/>
                  </a:lnTo>
                  <a:lnTo>
                    <a:pt x="537233" y="465392"/>
                  </a:lnTo>
                  <a:lnTo>
                    <a:pt x="538049" y="465498"/>
                  </a:lnTo>
                  <a:lnTo>
                    <a:pt x="538283" y="465553"/>
                  </a:lnTo>
                  <a:lnTo>
                    <a:pt x="539040" y="465925"/>
                  </a:lnTo>
                  <a:lnTo>
                    <a:pt x="539724" y="466379"/>
                  </a:lnTo>
                  <a:lnTo>
                    <a:pt x="540247" y="466715"/>
                  </a:lnTo>
                  <a:lnTo>
                    <a:pt x="540575" y="466717"/>
                  </a:lnTo>
                  <a:lnTo>
                    <a:pt x="540979" y="466802"/>
                  </a:lnTo>
                  <a:lnTo>
                    <a:pt x="541912" y="467091"/>
                  </a:lnTo>
                  <a:lnTo>
                    <a:pt x="542050" y="467127"/>
                  </a:lnTo>
                  <a:lnTo>
                    <a:pt x="542400" y="467169"/>
                  </a:lnTo>
                  <a:lnTo>
                    <a:pt x="543003" y="467186"/>
                  </a:lnTo>
                  <a:lnTo>
                    <a:pt x="543558" y="467129"/>
                  </a:lnTo>
                  <a:lnTo>
                    <a:pt x="544033" y="466904"/>
                  </a:lnTo>
                  <a:lnTo>
                    <a:pt x="544357" y="466851"/>
                  </a:lnTo>
                  <a:lnTo>
                    <a:pt x="545377" y="466608"/>
                  </a:lnTo>
                  <a:lnTo>
                    <a:pt x="545515" y="466594"/>
                  </a:lnTo>
                  <a:lnTo>
                    <a:pt x="545751" y="466705"/>
                  </a:lnTo>
                  <a:lnTo>
                    <a:pt x="545898" y="466904"/>
                  </a:lnTo>
                  <a:lnTo>
                    <a:pt x="546198" y="467023"/>
                  </a:lnTo>
                  <a:lnTo>
                    <a:pt x="547503" y="467309"/>
                  </a:lnTo>
                  <a:lnTo>
                    <a:pt x="548136" y="467436"/>
                  </a:lnTo>
                  <a:lnTo>
                    <a:pt x="548451" y="467440"/>
                  </a:lnTo>
                  <a:lnTo>
                    <a:pt x="548712" y="467389"/>
                  </a:lnTo>
                  <a:lnTo>
                    <a:pt x="548857" y="467348"/>
                  </a:lnTo>
                  <a:lnTo>
                    <a:pt x="549126" y="467179"/>
                  </a:lnTo>
                  <a:lnTo>
                    <a:pt x="549277" y="466894"/>
                  </a:lnTo>
                  <a:lnTo>
                    <a:pt x="549391" y="466417"/>
                  </a:lnTo>
                  <a:lnTo>
                    <a:pt x="549532" y="465829"/>
                  </a:lnTo>
                  <a:lnTo>
                    <a:pt x="549576" y="465646"/>
                  </a:lnTo>
                  <a:lnTo>
                    <a:pt x="549750" y="465371"/>
                  </a:lnTo>
                  <a:lnTo>
                    <a:pt x="550064" y="465228"/>
                  </a:lnTo>
                  <a:lnTo>
                    <a:pt x="550552" y="465159"/>
                  </a:lnTo>
                  <a:lnTo>
                    <a:pt x="550856" y="465196"/>
                  </a:lnTo>
                  <a:lnTo>
                    <a:pt x="551084" y="465261"/>
                  </a:lnTo>
                  <a:lnTo>
                    <a:pt x="551503" y="465431"/>
                  </a:lnTo>
                  <a:lnTo>
                    <a:pt x="552629" y="465824"/>
                  </a:lnTo>
                  <a:lnTo>
                    <a:pt x="552869" y="465824"/>
                  </a:lnTo>
                  <a:lnTo>
                    <a:pt x="553051" y="465793"/>
                  </a:lnTo>
                  <a:lnTo>
                    <a:pt x="554039" y="465718"/>
                  </a:lnTo>
                  <a:lnTo>
                    <a:pt x="554548" y="465726"/>
                  </a:lnTo>
                  <a:lnTo>
                    <a:pt x="554742" y="465712"/>
                  </a:lnTo>
                  <a:lnTo>
                    <a:pt x="555361" y="465674"/>
                  </a:lnTo>
                  <a:lnTo>
                    <a:pt x="555499" y="465680"/>
                  </a:lnTo>
                  <a:lnTo>
                    <a:pt x="556270" y="465667"/>
                  </a:lnTo>
                  <a:lnTo>
                    <a:pt x="556792" y="465665"/>
                  </a:lnTo>
                  <a:lnTo>
                    <a:pt x="557226" y="465495"/>
                  </a:lnTo>
                  <a:lnTo>
                    <a:pt x="557860" y="465333"/>
                  </a:lnTo>
                  <a:lnTo>
                    <a:pt x="558564" y="465126"/>
                  </a:lnTo>
                  <a:lnTo>
                    <a:pt x="559957" y="465331"/>
                  </a:lnTo>
                  <a:lnTo>
                    <a:pt x="560535" y="465455"/>
                  </a:lnTo>
                  <a:lnTo>
                    <a:pt x="561979" y="464263"/>
                  </a:lnTo>
                  <a:lnTo>
                    <a:pt x="562034" y="463964"/>
                  </a:lnTo>
                  <a:lnTo>
                    <a:pt x="562107" y="463821"/>
                  </a:lnTo>
                  <a:lnTo>
                    <a:pt x="562407" y="463458"/>
                  </a:lnTo>
                  <a:lnTo>
                    <a:pt x="562941" y="463135"/>
                  </a:lnTo>
                  <a:lnTo>
                    <a:pt x="563312" y="463054"/>
                  </a:lnTo>
                  <a:lnTo>
                    <a:pt x="563759" y="463054"/>
                  </a:lnTo>
                  <a:lnTo>
                    <a:pt x="567011" y="463599"/>
                  </a:lnTo>
                  <a:lnTo>
                    <a:pt x="567181" y="463709"/>
                  </a:lnTo>
                  <a:lnTo>
                    <a:pt x="567778" y="464026"/>
                  </a:lnTo>
                  <a:lnTo>
                    <a:pt x="568190" y="464152"/>
                  </a:lnTo>
                  <a:lnTo>
                    <a:pt x="568671" y="464290"/>
                  </a:lnTo>
                  <a:lnTo>
                    <a:pt x="569066" y="464310"/>
                  </a:lnTo>
                  <a:lnTo>
                    <a:pt x="570136" y="464773"/>
                  </a:lnTo>
                  <a:lnTo>
                    <a:pt x="570593" y="464927"/>
                  </a:lnTo>
                  <a:lnTo>
                    <a:pt x="570986" y="464997"/>
                  </a:lnTo>
                  <a:lnTo>
                    <a:pt x="571149" y="465010"/>
                  </a:lnTo>
                  <a:lnTo>
                    <a:pt x="571441" y="465033"/>
                  </a:lnTo>
                  <a:lnTo>
                    <a:pt x="572130" y="465080"/>
                  </a:lnTo>
                  <a:lnTo>
                    <a:pt x="576846" y="458808"/>
                  </a:lnTo>
                  <a:lnTo>
                    <a:pt x="577827" y="458341"/>
                  </a:lnTo>
                  <a:lnTo>
                    <a:pt x="578009" y="458230"/>
                  </a:lnTo>
                  <a:lnTo>
                    <a:pt x="578525" y="455613"/>
                  </a:lnTo>
                  <a:lnTo>
                    <a:pt x="578405" y="455396"/>
                  </a:lnTo>
                  <a:lnTo>
                    <a:pt x="578415" y="453455"/>
                  </a:lnTo>
                  <a:lnTo>
                    <a:pt x="579638" y="453019"/>
                  </a:lnTo>
                  <a:lnTo>
                    <a:pt x="581149" y="453326"/>
                  </a:lnTo>
                  <a:lnTo>
                    <a:pt x="581379" y="453677"/>
                  </a:lnTo>
                  <a:lnTo>
                    <a:pt x="581637" y="454035"/>
                  </a:lnTo>
                  <a:lnTo>
                    <a:pt x="581885" y="454228"/>
                  </a:lnTo>
                  <a:lnTo>
                    <a:pt x="582383" y="454515"/>
                  </a:lnTo>
                  <a:lnTo>
                    <a:pt x="582556" y="454575"/>
                  </a:lnTo>
                  <a:lnTo>
                    <a:pt x="582980" y="454685"/>
                  </a:lnTo>
                  <a:lnTo>
                    <a:pt x="583176" y="454711"/>
                  </a:lnTo>
                  <a:lnTo>
                    <a:pt x="583735" y="454711"/>
                  </a:lnTo>
                  <a:lnTo>
                    <a:pt x="584103" y="454711"/>
                  </a:lnTo>
                  <a:lnTo>
                    <a:pt x="584408" y="454564"/>
                  </a:lnTo>
                  <a:lnTo>
                    <a:pt x="584604" y="454512"/>
                  </a:lnTo>
                  <a:lnTo>
                    <a:pt x="585272" y="453952"/>
                  </a:lnTo>
                  <a:lnTo>
                    <a:pt x="586206" y="452617"/>
                  </a:lnTo>
                  <a:lnTo>
                    <a:pt x="586441" y="452202"/>
                  </a:lnTo>
                  <a:lnTo>
                    <a:pt x="586558" y="451921"/>
                  </a:lnTo>
                  <a:lnTo>
                    <a:pt x="586778" y="451561"/>
                  </a:lnTo>
                  <a:lnTo>
                    <a:pt x="587036" y="451234"/>
                  </a:lnTo>
                  <a:lnTo>
                    <a:pt x="588645" y="450605"/>
                  </a:lnTo>
                  <a:lnTo>
                    <a:pt x="589010" y="450478"/>
                  </a:lnTo>
                  <a:lnTo>
                    <a:pt x="589753" y="450282"/>
                  </a:lnTo>
                  <a:lnTo>
                    <a:pt x="592087" y="449788"/>
                  </a:lnTo>
                  <a:lnTo>
                    <a:pt x="592333" y="449686"/>
                  </a:lnTo>
                  <a:lnTo>
                    <a:pt x="592532" y="449554"/>
                  </a:lnTo>
                  <a:lnTo>
                    <a:pt x="593146" y="448968"/>
                  </a:lnTo>
                  <a:lnTo>
                    <a:pt x="593709" y="447752"/>
                  </a:lnTo>
                  <a:lnTo>
                    <a:pt x="593753" y="447521"/>
                  </a:lnTo>
                  <a:lnTo>
                    <a:pt x="593854" y="447117"/>
                  </a:lnTo>
                  <a:lnTo>
                    <a:pt x="593994" y="446728"/>
                  </a:lnTo>
                  <a:lnTo>
                    <a:pt x="594400" y="446108"/>
                  </a:lnTo>
                  <a:lnTo>
                    <a:pt x="595040" y="445735"/>
                  </a:lnTo>
                  <a:lnTo>
                    <a:pt x="595778" y="445460"/>
                  </a:lnTo>
                  <a:lnTo>
                    <a:pt x="597540" y="445017"/>
                  </a:lnTo>
                  <a:lnTo>
                    <a:pt x="597917" y="444971"/>
                  </a:lnTo>
                  <a:lnTo>
                    <a:pt x="598679" y="444873"/>
                  </a:lnTo>
                  <a:lnTo>
                    <a:pt x="599256" y="444773"/>
                  </a:lnTo>
                  <a:lnTo>
                    <a:pt x="599563" y="444781"/>
                  </a:lnTo>
                  <a:lnTo>
                    <a:pt x="600020" y="444824"/>
                  </a:lnTo>
                  <a:lnTo>
                    <a:pt x="600963" y="444928"/>
                  </a:lnTo>
                  <a:lnTo>
                    <a:pt x="601148" y="444954"/>
                  </a:lnTo>
                  <a:lnTo>
                    <a:pt x="601760" y="445132"/>
                  </a:lnTo>
                  <a:lnTo>
                    <a:pt x="601951" y="445124"/>
                  </a:lnTo>
                  <a:lnTo>
                    <a:pt x="602477" y="445188"/>
                  </a:lnTo>
                  <a:lnTo>
                    <a:pt x="602928" y="445316"/>
                  </a:lnTo>
                  <a:lnTo>
                    <a:pt x="603214" y="445473"/>
                  </a:lnTo>
                  <a:lnTo>
                    <a:pt x="603548" y="445664"/>
                  </a:lnTo>
                  <a:lnTo>
                    <a:pt x="603903" y="445802"/>
                  </a:lnTo>
                  <a:lnTo>
                    <a:pt x="604194" y="445868"/>
                  </a:lnTo>
                  <a:lnTo>
                    <a:pt x="605043" y="446206"/>
                  </a:lnTo>
                  <a:lnTo>
                    <a:pt x="605625" y="446431"/>
                  </a:lnTo>
                  <a:lnTo>
                    <a:pt x="611262" y="445808"/>
                  </a:lnTo>
                  <a:lnTo>
                    <a:pt x="611892" y="445868"/>
                  </a:lnTo>
                  <a:lnTo>
                    <a:pt x="612322" y="445822"/>
                  </a:lnTo>
                  <a:lnTo>
                    <a:pt x="613390" y="445652"/>
                  </a:lnTo>
                  <a:lnTo>
                    <a:pt x="613638" y="445602"/>
                  </a:lnTo>
                  <a:lnTo>
                    <a:pt x="614146" y="445594"/>
                  </a:lnTo>
                  <a:lnTo>
                    <a:pt x="614392" y="445630"/>
                  </a:lnTo>
                  <a:lnTo>
                    <a:pt x="614778" y="445689"/>
                  </a:lnTo>
                  <a:lnTo>
                    <a:pt x="615165" y="445718"/>
                  </a:lnTo>
                  <a:lnTo>
                    <a:pt x="615596" y="445659"/>
                  </a:lnTo>
                  <a:lnTo>
                    <a:pt x="615834" y="445608"/>
                  </a:lnTo>
                  <a:lnTo>
                    <a:pt x="616105" y="445396"/>
                  </a:lnTo>
                  <a:lnTo>
                    <a:pt x="616312" y="445075"/>
                  </a:lnTo>
                  <a:lnTo>
                    <a:pt x="616511" y="444649"/>
                  </a:lnTo>
                  <a:lnTo>
                    <a:pt x="616903" y="443499"/>
                  </a:lnTo>
                  <a:lnTo>
                    <a:pt x="617136" y="442744"/>
                  </a:lnTo>
                  <a:lnTo>
                    <a:pt x="617309" y="442300"/>
                  </a:lnTo>
                  <a:lnTo>
                    <a:pt x="617525" y="442003"/>
                  </a:lnTo>
                  <a:lnTo>
                    <a:pt x="617682" y="441905"/>
                  </a:lnTo>
                  <a:lnTo>
                    <a:pt x="617978" y="441840"/>
                  </a:lnTo>
                  <a:lnTo>
                    <a:pt x="618339" y="441774"/>
                  </a:lnTo>
                  <a:lnTo>
                    <a:pt x="618828" y="441744"/>
                  </a:lnTo>
                  <a:lnTo>
                    <a:pt x="619210" y="441813"/>
                  </a:lnTo>
                  <a:lnTo>
                    <a:pt x="619451" y="441896"/>
                  </a:lnTo>
                  <a:lnTo>
                    <a:pt x="620246" y="442186"/>
                  </a:lnTo>
                  <a:lnTo>
                    <a:pt x="621015" y="442420"/>
                  </a:lnTo>
                  <a:lnTo>
                    <a:pt x="621365" y="442453"/>
                  </a:lnTo>
                  <a:lnTo>
                    <a:pt x="622258" y="442367"/>
                  </a:lnTo>
                  <a:lnTo>
                    <a:pt x="622427" y="442305"/>
                  </a:lnTo>
                  <a:lnTo>
                    <a:pt x="622885" y="442026"/>
                  </a:lnTo>
                  <a:lnTo>
                    <a:pt x="623086" y="441724"/>
                  </a:lnTo>
                  <a:lnTo>
                    <a:pt x="623257" y="441273"/>
                  </a:lnTo>
                  <a:lnTo>
                    <a:pt x="623361" y="440421"/>
                  </a:lnTo>
                  <a:lnTo>
                    <a:pt x="627436" y="438272"/>
                  </a:lnTo>
                  <a:lnTo>
                    <a:pt x="627622" y="438161"/>
                  </a:lnTo>
                  <a:lnTo>
                    <a:pt x="627866" y="438022"/>
                  </a:lnTo>
                  <a:lnTo>
                    <a:pt x="628019" y="437967"/>
                  </a:lnTo>
                  <a:lnTo>
                    <a:pt x="628199" y="437900"/>
                  </a:lnTo>
                  <a:lnTo>
                    <a:pt x="628400" y="437852"/>
                  </a:lnTo>
                  <a:lnTo>
                    <a:pt x="628571" y="437824"/>
                  </a:lnTo>
                  <a:lnTo>
                    <a:pt x="629038" y="437757"/>
                  </a:lnTo>
                  <a:lnTo>
                    <a:pt x="629489" y="437676"/>
                  </a:lnTo>
                  <a:lnTo>
                    <a:pt x="629831" y="437577"/>
                  </a:lnTo>
                  <a:lnTo>
                    <a:pt x="630046" y="437517"/>
                  </a:lnTo>
                  <a:lnTo>
                    <a:pt x="630444" y="437360"/>
                  </a:lnTo>
                  <a:lnTo>
                    <a:pt x="630741" y="437251"/>
                  </a:lnTo>
                  <a:lnTo>
                    <a:pt x="631213" y="437125"/>
                  </a:lnTo>
                  <a:lnTo>
                    <a:pt x="631637" y="437018"/>
                  </a:lnTo>
                  <a:lnTo>
                    <a:pt x="632176" y="436783"/>
                  </a:lnTo>
                  <a:lnTo>
                    <a:pt x="632587" y="436603"/>
                  </a:lnTo>
                  <a:lnTo>
                    <a:pt x="632889" y="436532"/>
                  </a:lnTo>
                  <a:lnTo>
                    <a:pt x="633316" y="436532"/>
                  </a:lnTo>
                  <a:lnTo>
                    <a:pt x="633733" y="436617"/>
                  </a:lnTo>
                  <a:lnTo>
                    <a:pt x="635894" y="436030"/>
                  </a:lnTo>
                  <a:lnTo>
                    <a:pt x="636285" y="435227"/>
                  </a:lnTo>
                  <a:lnTo>
                    <a:pt x="636774" y="434777"/>
                  </a:lnTo>
                  <a:lnTo>
                    <a:pt x="637436" y="434769"/>
                  </a:lnTo>
                  <a:lnTo>
                    <a:pt x="637981" y="434749"/>
                  </a:lnTo>
                  <a:lnTo>
                    <a:pt x="638415" y="434910"/>
                  </a:lnTo>
                  <a:lnTo>
                    <a:pt x="638570" y="434922"/>
                  </a:lnTo>
                  <a:lnTo>
                    <a:pt x="639074" y="435016"/>
                  </a:lnTo>
                  <a:lnTo>
                    <a:pt x="639635" y="435105"/>
                  </a:lnTo>
                  <a:lnTo>
                    <a:pt x="639939" y="435120"/>
                  </a:lnTo>
                  <a:lnTo>
                    <a:pt x="640537" y="435077"/>
                  </a:lnTo>
                  <a:lnTo>
                    <a:pt x="641407" y="434611"/>
                  </a:lnTo>
                  <a:lnTo>
                    <a:pt x="641812" y="434187"/>
                  </a:lnTo>
                  <a:lnTo>
                    <a:pt x="642073" y="433948"/>
                  </a:lnTo>
                  <a:lnTo>
                    <a:pt x="642557" y="433483"/>
                  </a:lnTo>
                  <a:lnTo>
                    <a:pt x="642959" y="433157"/>
                  </a:lnTo>
                  <a:lnTo>
                    <a:pt x="643406" y="432862"/>
                  </a:lnTo>
                  <a:lnTo>
                    <a:pt x="643799" y="432690"/>
                  </a:lnTo>
                  <a:lnTo>
                    <a:pt x="644291" y="432610"/>
                  </a:lnTo>
                  <a:lnTo>
                    <a:pt x="644782" y="432598"/>
                  </a:lnTo>
                  <a:lnTo>
                    <a:pt x="645039" y="432612"/>
                  </a:lnTo>
                  <a:lnTo>
                    <a:pt x="645361" y="432654"/>
                  </a:lnTo>
                  <a:lnTo>
                    <a:pt x="645913" y="432784"/>
                  </a:lnTo>
                  <a:lnTo>
                    <a:pt x="646082" y="432820"/>
                  </a:lnTo>
                  <a:lnTo>
                    <a:pt x="646485" y="432813"/>
                  </a:lnTo>
                  <a:lnTo>
                    <a:pt x="646866" y="432762"/>
                  </a:lnTo>
                  <a:lnTo>
                    <a:pt x="647215" y="432755"/>
                  </a:lnTo>
                  <a:lnTo>
                    <a:pt x="647564" y="432756"/>
                  </a:lnTo>
                  <a:lnTo>
                    <a:pt x="648123" y="432834"/>
                  </a:lnTo>
                  <a:lnTo>
                    <a:pt x="648263" y="432870"/>
                  </a:lnTo>
                  <a:lnTo>
                    <a:pt x="648486" y="432921"/>
                  </a:lnTo>
                  <a:lnTo>
                    <a:pt x="648816" y="432964"/>
                  </a:lnTo>
                  <a:lnTo>
                    <a:pt x="649076" y="432964"/>
                  </a:lnTo>
                  <a:lnTo>
                    <a:pt x="649413" y="432957"/>
                  </a:lnTo>
                  <a:lnTo>
                    <a:pt x="649758" y="432907"/>
                  </a:lnTo>
                  <a:lnTo>
                    <a:pt x="649934" y="432908"/>
                  </a:lnTo>
                  <a:lnTo>
                    <a:pt x="650763" y="432788"/>
                  </a:lnTo>
                  <a:lnTo>
                    <a:pt x="651202" y="432659"/>
                  </a:lnTo>
                  <a:lnTo>
                    <a:pt x="651601" y="432456"/>
                  </a:lnTo>
                  <a:lnTo>
                    <a:pt x="652121" y="432087"/>
                  </a:lnTo>
                  <a:lnTo>
                    <a:pt x="652422" y="431967"/>
                  </a:lnTo>
                  <a:lnTo>
                    <a:pt x="652763" y="431828"/>
                  </a:lnTo>
                  <a:lnTo>
                    <a:pt x="652896" y="431794"/>
                  </a:lnTo>
                  <a:lnTo>
                    <a:pt x="653293" y="431759"/>
                  </a:lnTo>
                  <a:lnTo>
                    <a:pt x="653745" y="431661"/>
                  </a:lnTo>
                  <a:lnTo>
                    <a:pt x="654253" y="431571"/>
                  </a:lnTo>
                  <a:lnTo>
                    <a:pt x="654410" y="431522"/>
                  </a:lnTo>
                  <a:lnTo>
                    <a:pt x="654852" y="431375"/>
                  </a:lnTo>
                  <a:lnTo>
                    <a:pt x="655450" y="431128"/>
                  </a:lnTo>
                  <a:lnTo>
                    <a:pt x="656107" y="430893"/>
                  </a:lnTo>
                  <a:lnTo>
                    <a:pt x="656497" y="430766"/>
                  </a:lnTo>
                  <a:lnTo>
                    <a:pt x="656987" y="430736"/>
                  </a:lnTo>
                  <a:lnTo>
                    <a:pt x="657343" y="430847"/>
                  </a:lnTo>
                  <a:lnTo>
                    <a:pt x="657879" y="431041"/>
                  </a:lnTo>
                  <a:lnTo>
                    <a:pt x="658725" y="431342"/>
                  </a:lnTo>
                  <a:lnTo>
                    <a:pt x="659131" y="431461"/>
                  </a:lnTo>
                  <a:lnTo>
                    <a:pt x="659313" y="431485"/>
                  </a:lnTo>
                  <a:lnTo>
                    <a:pt x="659807" y="431563"/>
                  </a:lnTo>
                  <a:lnTo>
                    <a:pt x="660133" y="431582"/>
                  </a:lnTo>
                  <a:lnTo>
                    <a:pt x="660782" y="431540"/>
                  </a:lnTo>
                  <a:lnTo>
                    <a:pt x="661320" y="431449"/>
                  </a:lnTo>
                  <a:lnTo>
                    <a:pt x="661581" y="431404"/>
                  </a:lnTo>
                  <a:lnTo>
                    <a:pt x="662174" y="431372"/>
                  </a:lnTo>
                  <a:lnTo>
                    <a:pt x="662530" y="431363"/>
                  </a:lnTo>
                  <a:lnTo>
                    <a:pt x="662899" y="431371"/>
                  </a:lnTo>
                  <a:lnTo>
                    <a:pt x="663471" y="431455"/>
                  </a:lnTo>
                  <a:lnTo>
                    <a:pt x="663794" y="431388"/>
                  </a:lnTo>
                  <a:lnTo>
                    <a:pt x="664194" y="431295"/>
                  </a:lnTo>
                  <a:lnTo>
                    <a:pt x="664359" y="431316"/>
                  </a:lnTo>
                  <a:lnTo>
                    <a:pt x="665116" y="431659"/>
                  </a:lnTo>
                  <a:lnTo>
                    <a:pt x="665461" y="431779"/>
                  </a:lnTo>
                  <a:lnTo>
                    <a:pt x="665874" y="432086"/>
                  </a:lnTo>
                  <a:lnTo>
                    <a:pt x="666579" y="432585"/>
                  </a:lnTo>
                  <a:lnTo>
                    <a:pt x="667765" y="433205"/>
                  </a:lnTo>
                  <a:lnTo>
                    <a:pt x="668163" y="433379"/>
                  </a:lnTo>
                  <a:lnTo>
                    <a:pt x="668306" y="433373"/>
                  </a:lnTo>
                  <a:lnTo>
                    <a:pt x="668875" y="433288"/>
                  </a:lnTo>
                  <a:lnTo>
                    <a:pt x="669157" y="433272"/>
                  </a:lnTo>
                  <a:lnTo>
                    <a:pt x="669500" y="433197"/>
                  </a:lnTo>
                  <a:lnTo>
                    <a:pt x="670041" y="433013"/>
                  </a:lnTo>
                  <a:lnTo>
                    <a:pt x="670659" y="432661"/>
                  </a:lnTo>
                  <a:lnTo>
                    <a:pt x="670976" y="432315"/>
                  </a:lnTo>
                  <a:lnTo>
                    <a:pt x="671181" y="432110"/>
                  </a:lnTo>
                  <a:lnTo>
                    <a:pt x="671306" y="431962"/>
                  </a:lnTo>
                  <a:lnTo>
                    <a:pt x="671725" y="431292"/>
                  </a:lnTo>
                  <a:lnTo>
                    <a:pt x="671999" y="430862"/>
                  </a:lnTo>
                  <a:lnTo>
                    <a:pt x="672755" y="430077"/>
                  </a:lnTo>
                  <a:lnTo>
                    <a:pt x="673694" y="429626"/>
                  </a:lnTo>
                  <a:lnTo>
                    <a:pt x="673850" y="429616"/>
                  </a:lnTo>
                  <a:lnTo>
                    <a:pt x="674923" y="429514"/>
                  </a:lnTo>
                  <a:lnTo>
                    <a:pt x="675221" y="429494"/>
                  </a:lnTo>
                  <a:lnTo>
                    <a:pt x="675484" y="429507"/>
                  </a:lnTo>
                  <a:lnTo>
                    <a:pt x="677183" y="429866"/>
                  </a:lnTo>
                  <a:lnTo>
                    <a:pt x="678172" y="430032"/>
                  </a:lnTo>
                  <a:lnTo>
                    <a:pt x="678751" y="430015"/>
                  </a:lnTo>
                  <a:lnTo>
                    <a:pt x="678971" y="430022"/>
                  </a:lnTo>
                  <a:lnTo>
                    <a:pt x="679274" y="430031"/>
                  </a:lnTo>
                  <a:lnTo>
                    <a:pt x="679555" y="429918"/>
                  </a:lnTo>
                  <a:lnTo>
                    <a:pt x="679996" y="429551"/>
                  </a:lnTo>
                  <a:lnTo>
                    <a:pt x="680132" y="429338"/>
                  </a:lnTo>
                  <a:lnTo>
                    <a:pt x="680398" y="428975"/>
                  </a:lnTo>
                  <a:lnTo>
                    <a:pt x="680524" y="428818"/>
                  </a:lnTo>
                  <a:lnTo>
                    <a:pt x="681297" y="429182"/>
                  </a:lnTo>
                  <a:lnTo>
                    <a:pt x="681471" y="429408"/>
                  </a:lnTo>
                  <a:lnTo>
                    <a:pt x="681650" y="429708"/>
                  </a:lnTo>
                  <a:lnTo>
                    <a:pt x="681758" y="429920"/>
                  </a:lnTo>
                  <a:lnTo>
                    <a:pt x="681872" y="430305"/>
                  </a:lnTo>
                  <a:lnTo>
                    <a:pt x="681768" y="431041"/>
                  </a:lnTo>
                  <a:lnTo>
                    <a:pt x="681446" y="431911"/>
                  </a:lnTo>
                  <a:lnTo>
                    <a:pt x="681215" y="432140"/>
                  </a:lnTo>
                  <a:lnTo>
                    <a:pt x="680902" y="432315"/>
                  </a:lnTo>
                  <a:lnTo>
                    <a:pt x="680467" y="432555"/>
                  </a:lnTo>
                  <a:lnTo>
                    <a:pt x="679886" y="432786"/>
                  </a:lnTo>
                  <a:lnTo>
                    <a:pt x="679519" y="432919"/>
                  </a:lnTo>
                  <a:lnTo>
                    <a:pt x="678188" y="433609"/>
                  </a:lnTo>
                  <a:lnTo>
                    <a:pt x="677518" y="433779"/>
                  </a:lnTo>
                  <a:lnTo>
                    <a:pt x="677084" y="433854"/>
                  </a:lnTo>
                  <a:lnTo>
                    <a:pt x="676404" y="434003"/>
                  </a:lnTo>
                  <a:lnTo>
                    <a:pt x="676216" y="434068"/>
                  </a:lnTo>
                  <a:lnTo>
                    <a:pt x="675881" y="434139"/>
                  </a:lnTo>
                  <a:lnTo>
                    <a:pt x="675552" y="434317"/>
                  </a:lnTo>
                  <a:lnTo>
                    <a:pt x="674349" y="434618"/>
                  </a:lnTo>
                  <a:lnTo>
                    <a:pt x="674161" y="434647"/>
                  </a:lnTo>
                  <a:lnTo>
                    <a:pt x="673350" y="434858"/>
                  </a:lnTo>
                  <a:lnTo>
                    <a:pt x="672793" y="434920"/>
                  </a:lnTo>
                  <a:lnTo>
                    <a:pt x="671958" y="435173"/>
                  </a:lnTo>
                  <a:lnTo>
                    <a:pt x="671050" y="435621"/>
                  </a:lnTo>
                  <a:lnTo>
                    <a:pt x="670790" y="435760"/>
                  </a:lnTo>
                  <a:lnTo>
                    <a:pt x="670399" y="435921"/>
                  </a:lnTo>
                  <a:lnTo>
                    <a:pt x="669936" y="436130"/>
                  </a:lnTo>
                  <a:lnTo>
                    <a:pt x="669720" y="436366"/>
                  </a:lnTo>
                  <a:lnTo>
                    <a:pt x="669405" y="436764"/>
                  </a:lnTo>
                  <a:lnTo>
                    <a:pt x="669151" y="437079"/>
                  </a:lnTo>
                  <a:lnTo>
                    <a:pt x="668828" y="437298"/>
                  </a:lnTo>
                  <a:lnTo>
                    <a:pt x="668495" y="437309"/>
                  </a:lnTo>
                  <a:lnTo>
                    <a:pt x="668250" y="437265"/>
                  </a:lnTo>
                  <a:lnTo>
                    <a:pt x="668056" y="437327"/>
                  </a:lnTo>
                  <a:lnTo>
                    <a:pt x="667892" y="437361"/>
                  </a:lnTo>
                  <a:lnTo>
                    <a:pt x="667680" y="437454"/>
                  </a:lnTo>
                  <a:lnTo>
                    <a:pt x="667328" y="437671"/>
                  </a:lnTo>
                  <a:lnTo>
                    <a:pt x="667043" y="437854"/>
                  </a:lnTo>
                  <a:lnTo>
                    <a:pt x="666813" y="437884"/>
                  </a:lnTo>
                  <a:lnTo>
                    <a:pt x="666636" y="437870"/>
                  </a:lnTo>
                  <a:lnTo>
                    <a:pt x="666025" y="438141"/>
                  </a:lnTo>
                  <a:lnTo>
                    <a:pt x="665870" y="438228"/>
                  </a:lnTo>
                  <a:lnTo>
                    <a:pt x="665374" y="438294"/>
                  </a:lnTo>
                  <a:lnTo>
                    <a:pt x="665084" y="438309"/>
                  </a:lnTo>
                  <a:lnTo>
                    <a:pt x="664808" y="438396"/>
                  </a:lnTo>
                  <a:lnTo>
                    <a:pt x="664441" y="438689"/>
                  </a:lnTo>
                  <a:lnTo>
                    <a:pt x="663899" y="440197"/>
                  </a:lnTo>
                  <a:lnTo>
                    <a:pt x="663895" y="440668"/>
                  </a:lnTo>
                  <a:lnTo>
                    <a:pt x="663744" y="441092"/>
                  </a:lnTo>
                  <a:lnTo>
                    <a:pt x="663761" y="441369"/>
                  </a:lnTo>
                  <a:lnTo>
                    <a:pt x="663765" y="441535"/>
                  </a:lnTo>
                  <a:lnTo>
                    <a:pt x="663822" y="441706"/>
                  </a:lnTo>
                  <a:lnTo>
                    <a:pt x="663968" y="442070"/>
                  </a:lnTo>
                  <a:lnTo>
                    <a:pt x="663899" y="442324"/>
                  </a:lnTo>
                  <a:lnTo>
                    <a:pt x="663757" y="442667"/>
                  </a:lnTo>
                  <a:lnTo>
                    <a:pt x="663755" y="442855"/>
                  </a:lnTo>
                  <a:lnTo>
                    <a:pt x="663826" y="443195"/>
                  </a:lnTo>
                  <a:lnTo>
                    <a:pt x="663887" y="443380"/>
                  </a:lnTo>
                  <a:lnTo>
                    <a:pt x="663927" y="443541"/>
                  </a:lnTo>
                  <a:lnTo>
                    <a:pt x="663950" y="443691"/>
                  </a:lnTo>
                  <a:lnTo>
                    <a:pt x="663942" y="443855"/>
                  </a:lnTo>
                  <a:lnTo>
                    <a:pt x="663837" y="444100"/>
                  </a:lnTo>
                  <a:lnTo>
                    <a:pt x="663605" y="444376"/>
                  </a:lnTo>
                  <a:lnTo>
                    <a:pt x="663408" y="444588"/>
                  </a:lnTo>
                  <a:lnTo>
                    <a:pt x="663140" y="444828"/>
                  </a:lnTo>
                  <a:lnTo>
                    <a:pt x="662970" y="444934"/>
                  </a:lnTo>
                  <a:lnTo>
                    <a:pt x="662778" y="445100"/>
                  </a:lnTo>
                  <a:lnTo>
                    <a:pt x="662543" y="445320"/>
                  </a:lnTo>
                  <a:lnTo>
                    <a:pt x="662403" y="445578"/>
                  </a:lnTo>
                  <a:lnTo>
                    <a:pt x="662232" y="446242"/>
                  </a:lnTo>
                  <a:lnTo>
                    <a:pt x="661936" y="446643"/>
                  </a:lnTo>
                  <a:lnTo>
                    <a:pt x="661495" y="447016"/>
                  </a:lnTo>
                  <a:lnTo>
                    <a:pt x="660884" y="447525"/>
                  </a:lnTo>
                  <a:lnTo>
                    <a:pt x="660558" y="447817"/>
                  </a:lnTo>
                  <a:lnTo>
                    <a:pt x="660238" y="448114"/>
                  </a:lnTo>
                  <a:lnTo>
                    <a:pt x="658751" y="450358"/>
                  </a:lnTo>
                  <a:lnTo>
                    <a:pt x="658834" y="450741"/>
                  </a:lnTo>
                  <a:lnTo>
                    <a:pt x="658818" y="451053"/>
                  </a:lnTo>
                  <a:lnTo>
                    <a:pt x="658731" y="451293"/>
                  </a:lnTo>
                  <a:lnTo>
                    <a:pt x="658700" y="451443"/>
                  </a:lnTo>
                  <a:lnTo>
                    <a:pt x="659102" y="452349"/>
                  </a:lnTo>
                  <a:lnTo>
                    <a:pt x="659494" y="452649"/>
                  </a:lnTo>
                  <a:lnTo>
                    <a:pt x="663829" y="456827"/>
                  </a:lnTo>
                  <a:lnTo>
                    <a:pt x="663935" y="456967"/>
                  </a:lnTo>
                  <a:lnTo>
                    <a:pt x="663920" y="457172"/>
                  </a:lnTo>
                  <a:lnTo>
                    <a:pt x="663826" y="457504"/>
                  </a:lnTo>
                  <a:lnTo>
                    <a:pt x="663735" y="457659"/>
                  </a:lnTo>
                  <a:lnTo>
                    <a:pt x="667940" y="465406"/>
                  </a:lnTo>
                  <a:lnTo>
                    <a:pt x="666287" y="467303"/>
                  </a:lnTo>
                  <a:lnTo>
                    <a:pt x="666203" y="467434"/>
                  </a:lnTo>
                  <a:lnTo>
                    <a:pt x="665994" y="467709"/>
                  </a:lnTo>
                  <a:lnTo>
                    <a:pt x="665836" y="467888"/>
                  </a:lnTo>
                  <a:lnTo>
                    <a:pt x="665128" y="468454"/>
                  </a:lnTo>
                  <a:lnTo>
                    <a:pt x="662113" y="473244"/>
                  </a:lnTo>
                  <a:lnTo>
                    <a:pt x="661741" y="473542"/>
                  </a:lnTo>
                  <a:lnTo>
                    <a:pt x="655140" y="478116"/>
                  </a:lnTo>
                  <a:lnTo>
                    <a:pt x="651666" y="478569"/>
                  </a:lnTo>
                  <a:lnTo>
                    <a:pt x="651105" y="478506"/>
                  </a:lnTo>
                  <a:lnTo>
                    <a:pt x="650875" y="478466"/>
                  </a:lnTo>
                  <a:lnTo>
                    <a:pt x="649762" y="478420"/>
                  </a:lnTo>
                  <a:lnTo>
                    <a:pt x="649232" y="478550"/>
                  </a:lnTo>
                  <a:lnTo>
                    <a:pt x="648738" y="478735"/>
                  </a:lnTo>
                  <a:lnTo>
                    <a:pt x="648440" y="478897"/>
                  </a:lnTo>
                  <a:lnTo>
                    <a:pt x="648167" y="479147"/>
                  </a:lnTo>
                  <a:lnTo>
                    <a:pt x="647829" y="479397"/>
                  </a:lnTo>
                  <a:lnTo>
                    <a:pt x="647662" y="479550"/>
                  </a:lnTo>
                  <a:lnTo>
                    <a:pt x="647413" y="479823"/>
                  </a:lnTo>
                  <a:lnTo>
                    <a:pt x="643146" y="483624"/>
                  </a:lnTo>
                  <a:lnTo>
                    <a:pt x="642016" y="486512"/>
                  </a:lnTo>
                  <a:lnTo>
                    <a:pt x="643133" y="488762"/>
                  </a:lnTo>
                  <a:lnTo>
                    <a:pt x="643524" y="489132"/>
                  </a:lnTo>
                  <a:lnTo>
                    <a:pt x="643755" y="489300"/>
                  </a:lnTo>
                  <a:lnTo>
                    <a:pt x="643911" y="489468"/>
                  </a:lnTo>
                  <a:lnTo>
                    <a:pt x="644044" y="489595"/>
                  </a:lnTo>
                  <a:lnTo>
                    <a:pt x="644467" y="490094"/>
                  </a:lnTo>
                  <a:lnTo>
                    <a:pt x="644528" y="490236"/>
                  </a:lnTo>
                  <a:lnTo>
                    <a:pt x="644711" y="490499"/>
                  </a:lnTo>
                  <a:lnTo>
                    <a:pt x="644858" y="490839"/>
                  </a:lnTo>
                  <a:lnTo>
                    <a:pt x="644880" y="491017"/>
                  </a:lnTo>
                  <a:lnTo>
                    <a:pt x="644919" y="491698"/>
                  </a:lnTo>
                  <a:lnTo>
                    <a:pt x="644902" y="491900"/>
                  </a:lnTo>
                  <a:lnTo>
                    <a:pt x="644837" y="492107"/>
                  </a:lnTo>
                  <a:lnTo>
                    <a:pt x="644883" y="493838"/>
                  </a:lnTo>
                  <a:lnTo>
                    <a:pt x="644820" y="494286"/>
                  </a:lnTo>
                  <a:lnTo>
                    <a:pt x="644664" y="494560"/>
                  </a:lnTo>
                  <a:lnTo>
                    <a:pt x="644520" y="494800"/>
                  </a:lnTo>
                  <a:lnTo>
                    <a:pt x="644115" y="494986"/>
                  </a:lnTo>
                  <a:lnTo>
                    <a:pt x="643733" y="495083"/>
                  </a:lnTo>
                  <a:lnTo>
                    <a:pt x="640834" y="495820"/>
                  </a:lnTo>
                  <a:lnTo>
                    <a:pt x="640685" y="496191"/>
                  </a:lnTo>
                  <a:lnTo>
                    <a:pt x="640228" y="497304"/>
                  </a:lnTo>
                  <a:lnTo>
                    <a:pt x="639552" y="499406"/>
                  </a:lnTo>
                  <a:lnTo>
                    <a:pt x="639394" y="499551"/>
                  </a:lnTo>
                  <a:lnTo>
                    <a:pt x="639196" y="499660"/>
                  </a:lnTo>
                  <a:lnTo>
                    <a:pt x="638656" y="500061"/>
                  </a:lnTo>
                  <a:lnTo>
                    <a:pt x="638354" y="500248"/>
                  </a:lnTo>
                  <a:lnTo>
                    <a:pt x="638053" y="500433"/>
                  </a:lnTo>
                  <a:lnTo>
                    <a:pt x="637922" y="500551"/>
                  </a:lnTo>
                  <a:lnTo>
                    <a:pt x="637713" y="500836"/>
                  </a:lnTo>
                  <a:lnTo>
                    <a:pt x="638354" y="502418"/>
                  </a:lnTo>
                  <a:lnTo>
                    <a:pt x="638284" y="502853"/>
                  </a:lnTo>
                  <a:lnTo>
                    <a:pt x="638073" y="503283"/>
                  </a:lnTo>
                  <a:lnTo>
                    <a:pt x="637961" y="503516"/>
                  </a:lnTo>
                  <a:lnTo>
                    <a:pt x="637743" y="503753"/>
                  </a:lnTo>
                  <a:lnTo>
                    <a:pt x="637529" y="504150"/>
                  </a:lnTo>
                  <a:lnTo>
                    <a:pt x="637420" y="504402"/>
                  </a:lnTo>
                  <a:lnTo>
                    <a:pt x="637339" y="504707"/>
                  </a:lnTo>
                  <a:lnTo>
                    <a:pt x="636055" y="508546"/>
                  </a:lnTo>
                  <a:lnTo>
                    <a:pt x="636040" y="508693"/>
                  </a:lnTo>
                  <a:lnTo>
                    <a:pt x="636086" y="508843"/>
                  </a:lnTo>
                  <a:lnTo>
                    <a:pt x="636208" y="509028"/>
                  </a:lnTo>
                  <a:lnTo>
                    <a:pt x="636366" y="509164"/>
                  </a:lnTo>
                  <a:lnTo>
                    <a:pt x="636706" y="509574"/>
                  </a:lnTo>
                  <a:lnTo>
                    <a:pt x="637301" y="510604"/>
                  </a:lnTo>
                  <a:lnTo>
                    <a:pt x="637207" y="510931"/>
                  </a:lnTo>
                  <a:lnTo>
                    <a:pt x="636957" y="511120"/>
                  </a:lnTo>
                  <a:lnTo>
                    <a:pt x="636718" y="511284"/>
                  </a:lnTo>
                  <a:lnTo>
                    <a:pt x="636541" y="511460"/>
                  </a:lnTo>
                  <a:lnTo>
                    <a:pt x="636491" y="511599"/>
                  </a:lnTo>
                  <a:lnTo>
                    <a:pt x="636495" y="511807"/>
                  </a:lnTo>
                  <a:lnTo>
                    <a:pt x="636169" y="512957"/>
                  </a:lnTo>
                  <a:lnTo>
                    <a:pt x="635965" y="515935"/>
                  </a:lnTo>
                  <a:lnTo>
                    <a:pt x="635822" y="516246"/>
                  </a:lnTo>
                  <a:lnTo>
                    <a:pt x="635800" y="516767"/>
                  </a:lnTo>
                  <a:lnTo>
                    <a:pt x="635709" y="517050"/>
                  </a:lnTo>
                  <a:lnTo>
                    <a:pt x="635287" y="517593"/>
                  </a:lnTo>
                  <a:lnTo>
                    <a:pt x="635019" y="517745"/>
                  </a:lnTo>
                  <a:lnTo>
                    <a:pt x="634506" y="517963"/>
                  </a:lnTo>
                  <a:lnTo>
                    <a:pt x="634101" y="518205"/>
                  </a:lnTo>
                  <a:lnTo>
                    <a:pt x="633929" y="518270"/>
                  </a:lnTo>
                  <a:lnTo>
                    <a:pt x="633485" y="518411"/>
                  </a:lnTo>
                  <a:lnTo>
                    <a:pt x="631649" y="519556"/>
                  </a:lnTo>
                  <a:lnTo>
                    <a:pt x="631273" y="520249"/>
                  </a:lnTo>
                  <a:lnTo>
                    <a:pt x="630993" y="520868"/>
                  </a:lnTo>
                  <a:lnTo>
                    <a:pt x="630952" y="521117"/>
                  </a:lnTo>
                  <a:lnTo>
                    <a:pt x="630879" y="521758"/>
                  </a:lnTo>
                  <a:lnTo>
                    <a:pt x="630826" y="521961"/>
                  </a:lnTo>
                  <a:lnTo>
                    <a:pt x="630627" y="522303"/>
                  </a:lnTo>
                  <a:lnTo>
                    <a:pt x="630395" y="522843"/>
                  </a:lnTo>
                  <a:lnTo>
                    <a:pt x="629571" y="523578"/>
                  </a:lnTo>
                  <a:lnTo>
                    <a:pt x="629657" y="523826"/>
                  </a:lnTo>
                  <a:lnTo>
                    <a:pt x="629588" y="524052"/>
                  </a:lnTo>
                  <a:lnTo>
                    <a:pt x="629319" y="524278"/>
                  </a:lnTo>
                  <a:lnTo>
                    <a:pt x="629014" y="524723"/>
                  </a:lnTo>
                  <a:lnTo>
                    <a:pt x="628834" y="524876"/>
                  </a:lnTo>
                  <a:lnTo>
                    <a:pt x="628693" y="525090"/>
                  </a:lnTo>
                  <a:lnTo>
                    <a:pt x="628619" y="525542"/>
                  </a:lnTo>
                  <a:lnTo>
                    <a:pt x="628714" y="526059"/>
                  </a:lnTo>
                  <a:lnTo>
                    <a:pt x="629016" y="526705"/>
                  </a:lnTo>
                  <a:lnTo>
                    <a:pt x="630187" y="526518"/>
                  </a:lnTo>
                  <a:lnTo>
                    <a:pt x="630447" y="526553"/>
                  </a:lnTo>
                  <a:lnTo>
                    <a:pt x="630911" y="526717"/>
                  </a:lnTo>
                  <a:lnTo>
                    <a:pt x="631108" y="526835"/>
                  </a:lnTo>
                  <a:lnTo>
                    <a:pt x="632849" y="529281"/>
                  </a:lnTo>
                  <a:lnTo>
                    <a:pt x="632783" y="529522"/>
                  </a:lnTo>
                  <a:lnTo>
                    <a:pt x="632732" y="529686"/>
                  </a:lnTo>
                  <a:lnTo>
                    <a:pt x="632516" y="529855"/>
                  </a:lnTo>
                  <a:lnTo>
                    <a:pt x="632329" y="529977"/>
                  </a:lnTo>
                  <a:lnTo>
                    <a:pt x="632187" y="530122"/>
                  </a:lnTo>
                  <a:lnTo>
                    <a:pt x="630886" y="530551"/>
                  </a:lnTo>
                  <a:lnTo>
                    <a:pt x="630580" y="530539"/>
                  </a:lnTo>
                  <a:lnTo>
                    <a:pt x="630439" y="530552"/>
                  </a:lnTo>
                  <a:lnTo>
                    <a:pt x="630157" y="530621"/>
                  </a:lnTo>
                  <a:lnTo>
                    <a:pt x="629836" y="530783"/>
                  </a:lnTo>
                  <a:lnTo>
                    <a:pt x="629652" y="531012"/>
                  </a:lnTo>
                  <a:lnTo>
                    <a:pt x="629602" y="531144"/>
                  </a:lnTo>
                  <a:lnTo>
                    <a:pt x="629679" y="531980"/>
                  </a:lnTo>
                  <a:lnTo>
                    <a:pt x="629943" y="532106"/>
                  </a:lnTo>
                  <a:lnTo>
                    <a:pt x="630262" y="532239"/>
                  </a:lnTo>
                  <a:lnTo>
                    <a:pt x="630553" y="532351"/>
                  </a:lnTo>
                  <a:lnTo>
                    <a:pt x="625773" y="539381"/>
                  </a:lnTo>
                  <a:lnTo>
                    <a:pt x="625558" y="539513"/>
                  </a:lnTo>
                  <a:lnTo>
                    <a:pt x="625177" y="539680"/>
                  </a:lnTo>
                  <a:lnTo>
                    <a:pt x="624933" y="539802"/>
                  </a:lnTo>
                  <a:lnTo>
                    <a:pt x="624735" y="539896"/>
                  </a:lnTo>
                  <a:lnTo>
                    <a:pt x="624458" y="540008"/>
                  </a:lnTo>
                  <a:lnTo>
                    <a:pt x="624210" y="540065"/>
                  </a:lnTo>
                  <a:lnTo>
                    <a:pt x="623752" y="540183"/>
                  </a:lnTo>
                  <a:lnTo>
                    <a:pt x="621848" y="541653"/>
                  </a:lnTo>
                  <a:lnTo>
                    <a:pt x="624140" y="545456"/>
                  </a:lnTo>
                  <a:lnTo>
                    <a:pt x="623888" y="545776"/>
                  </a:lnTo>
                  <a:lnTo>
                    <a:pt x="623554" y="546195"/>
                  </a:lnTo>
                  <a:lnTo>
                    <a:pt x="623219" y="546743"/>
                  </a:lnTo>
                  <a:lnTo>
                    <a:pt x="622988" y="547067"/>
                  </a:lnTo>
                  <a:lnTo>
                    <a:pt x="622702" y="547296"/>
                  </a:lnTo>
                  <a:lnTo>
                    <a:pt x="622373" y="547524"/>
                  </a:lnTo>
                  <a:lnTo>
                    <a:pt x="622112" y="547765"/>
                  </a:lnTo>
                  <a:lnTo>
                    <a:pt x="621815" y="548139"/>
                  </a:lnTo>
                  <a:lnTo>
                    <a:pt x="620053" y="550834"/>
                  </a:lnTo>
                  <a:lnTo>
                    <a:pt x="619918" y="550842"/>
                  </a:lnTo>
                  <a:lnTo>
                    <a:pt x="619662" y="550845"/>
                  </a:lnTo>
                  <a:lnTo>
                    <a:pt x="619410" y="550867"/>
                  </a:lnTo>
                  <a:lnTo>
                    <a:pt x="618508" y="551198"/>
                  </a:lnTo>
                  <a:lnTo>
                    <a:pt x="618335" y="551419"/>
                  </a:lnTo>
                  <a:lnTo>
                    <a:pt x="618484" y="552173"/>
                  </a:lnTo>
                  <a:lnTo>
                    <a:pt x="618732" y="552508"/>
                  </a:lnTo>
                  <a:lnTo>
                    <a:pt x="618762" y="552642"/>
                  </a:lnTo>
                  <a:lnTo>
                    <a:pt x="618746" y="552875"/>
                  </a:lnTo>
                  <a:lnTo>
                    <a:pt x="618713" y="553030"/>
                  </a:lnTo>
                  <a:lnTo>
                    <a:pt x="618644" y="553176"/>
                  </a:lnTo>
                  <a:lnTo>
                    <a:pt x="618508" y="553264"/>
                  </a:lnTo>
                  <a:lnTo>
                    <a:pt x="618214" y="553308"/>
                  </a:lnTo>
                  <a:lnTo>
                    <a:pt x="612720" y="558850"/>
                  </a:lnTo>
                  <a:lnTo>
                    <a:pt x="610104" y="569012"/>
                  </a:lnTo>
                  <a:lnTo>
                    <a:pt x="608860" y="568948"/>
                  </a:lnTo>
                  <a:lnTo>
                    <a:pt x="608194" y="568850"/>
                  </a:lnTo>
                  <a:lnTo>
                    <a:pt x="606490" y="569576"/>
                  </a:lnTo>
                  <a:lnTo>
                    <a:pt x="606263" y="570093"/>
                  </a:lnTo>
                  <a:lnTo>
                    <a:pt x="605568" y="570220"/>
                  </a:lnTo>
                  <a:lnTo>
                    <a:pt x="605291" y="570515"/>
                  </a:lnTo>
                  <a:lnTo>
                    <a:pt x="603922" y="570927"/>
                  </a:lnTo>
                  <a:lnTo>
                    <a:pt x="603194" y="571672"/>
                  </a:lnTo>
                  <a:lnTo>
                    <a:pt x="602604" y="571677"/>
                  </a:lnTo>
                  <a:lnTo>
                    <a:pt x="600576" y="572860"/>
                  </a:lnTo>
                  <a:lnTo>
                    <a:pt x="599675" y="574001"/>
                  </a:lnTo>
                  <a:lnTo>
                    <a:pt x="600050" y="574328"/>
                  </a:lnTo>
                  <a:lnTo>
                    <a:pt x="599553" y="574649"/>
                  </a:lnTo>
                  <a:lnTo>
                    <a:pt x="599366" y="575600"/>
                  </a:lnTo>
                  <a:lnTo>
                    <a:pt x="598343" y="576629"/>
                  </a:lnTo>
                  <a:lnTo>
                    <a:pt x="598506" y="577656"/>
                  </a:lnTo>
                  <a:lnTo>
                    <a:pt x="597443" y="579913"/>
                  </a:lnTo>
                  <a:lnTo>
                    <a:pt x="597629" y="580548"/>
                  </a:lnTo>
                  <a:lnTo>
                    <a:pt x="596904" y="581221"/>
                  </a:lnTo>
                  <a:lnTo>
                    <a:pt x="597134" y="581653"/>
                  </a:lnTo>
                  <a:lnTo>
                    <a:pt x="596829" y="582024"/>
                  </a:lnTo>
                  <a:lnTo>
                    <a:pt x="596975" y="582442"/>
                  </a:lnTo>
                  <a:lnTo>
                    <a:pt x="596907" y="582813"/>
                  </a:lnTo>
                  <a:lnTo>
                    <a:pt x="596503" y="583154"/>
                  </a:lnTo>
                  <a:lnTo>
                    <a:pt x="596377" y="584460"/>
                  </a:lnTo>
                  <a:lnTo>
                    <a:pt x="596798" y="585258"/>
                  </a:lnTo>
                  <a:lnTo>
                    <a:pt x="597501" y="586182"/>
                  </a:lnTo>
                  <a:lnTo>
                    <a:pt x="597700" y="586488"/>
                  </a:lnTo>
                  <a:lnTo>
                    <a:pt x="598229" y="588224"/>
                  </a:lnTo>
                  <a:lnTo>
                    <a:pt x="597919" y="588683"/>
                  </a:lnTo>
                  <a:lnTo>
                    <a:pt x="598000" y="589619"/>
                  </a:lnTo>
                  <a:lnTo>
                    <a:pt x="597504" y="590546"/>
                  </a:lnTo>
                  <a:lnTo>
                    <a:pt x="596856" y="590897"/>
                  </a:lnTo>
                  <a:lnTo>
                    <a:pt x="596657" y="591234"/>
                  </a:lnTo>
                  <a:lnTo>
                    <a:pt x="596402" y="591631"/>
                  </a:lnTo>
                  <a:lnTo>
                    <a:pt x="596166" y="592063"/>
                  </a:lnTo>
                  <a:lnTo>
                    <a:pt x="595259" y="592141"/>
                  </a:lnTo>
                  <a:lnTo>
                    <a:pt x="594404" y="592937"/>
                  </a:lnTo>
                  <a:lnTo>
                    <a:pt x="594028" y="593848"/>
                  </a:lnTo>
                  <a:lnTo>
                    <a:pt x="593791" y="594041"/>
                  </a:lnTo>
                  <a:lnTo>
                    <a:pt x="592889" y="594419"/>
                  </a:lnTo>
                  <a:lnTo>
                    <a:pt x="591873" y="594693"/>
                  </a:lnTo>
                  <a:lnTo>
                    <a:pt x="591667" y="595239"/>
                  </a:lnTo>
                  <a:lnTo>
                    <a:pt x="591435" y="595681"/>
                  </a:lnTo>
                  <a:lnTo>
                    <a:pt x="590434" y="595693"/>
                  </a:lnTo>
                  <a:lnTo>
                    <a:pt x="590006" y="595591"/>
                  </a:lnTo>
                  <a:lnTo>
                    <a:pt x="590088" y="595445"/>
                  </a:lnTo>
                  <a:lnTo>
                    <a:pt x="590004" y="595169"/>
                  </a:lnTo>
                  <a:lnTo>
                    <a:pt x="589328" y="595185"/>
                  </a:lnTo>
                  <a:lnTo>
                    <a:pt x="588871" y="595160"/>
                  </a:lnTo>
                  <a:lnTo>
                    <a:pt x="588654" y="595080"/>
                  </a:lnTo>
                  <a:lnTo>
                    <a:pt x="588294" y="594798"/>
                  </a:lnTo>
                  <a:lnTo>
                    <a:pt x="587252" y="594197"/>
                  </a:lnTo>
                  <a:lnTo>
                    <a:pt x="586458" y="593856"/>
                  </a:lnTo>
                  <a:lnTo>
                    <a:pt x="586215" y="593820"/>
                  </a:lnTo>
                  <a:lnTo>
                    <a:pt x="549970" y="584447"/>
                  </a:lnTo>
                  <a:lnTo>
                    <a:pt x="549822" y="584270"/>
                  </a:lnTo>
                  <a:lnTo>
                    <a:pt x="549576" y="583915"/>
                  </a:lnTo>
                  <a:lnTo>
                    <a:pt x="549398" y="583627"/>
                  </a:lnTo>
                  <a:lnTo>
                    <a:pt x="549208" y="583460"/>
                  </a:lnTo>
                  <a:lnTo>
                    <a:pt x="548938" y="583350"/>
                  </a:lnTo>
                  <a:lnTo>
                    <a:pt x="548519" y="583246"/>
                  </a:lnTo>
                  <a:lnTo>
                    <a:pt x="548123" y="583189"/>
                  </a:lnTo>
                  <a:lnTo>
                    <a:pt x="547711" y="583163"/>
                  </a:lnTo>
                  <a:lnTo>
                    <a:pt x="547246" y="583082"/>
                  </a:lnTo>
                  <a:lnTo>
                    <a:pt x="547025" y="582949"/>
                  </a:lnTo>
                  <a:lnTo>
                    <a:pt x="546870" y="582785"/>
                  </a:lnTo>
                  <a:lnTo>
                    <a:pt x="546700" y="582444"/>
                  </a:lnTo>
                  <a:lnTo>
                    <a:pt x="546573" y="581765"/>
                  </a:lnTo>
                  <a:lnTo>
                    <a:pt x="546414" y="580931"/>
                  </a:lnTo>
                  <a:lnTo>
                    <a:pt x="546260" y="580374"/>
                  </a:lnTo>
                  <a:lnTo>
                    <a:pt x="545005" y="580143"/>
                  </a:lnTo>
                  <a:lnTo>
                    <a:pt x="544701" y="580109"/>
                  </a:lnTo>
                  <a:lnTo>
                    <a:pt x="544492" y="580102"/>
                  </a:lnTo>
                  <a:lnTo>
                    <a:pt x="544217" y="580224"/>
                  </a:lnTo>
                  <a:lnTo>
                    <a:pt x="544100" y="580732"/>
                  </a:lnTo>
                  <a:lnTo>
                    <a:pt x="543843" y="580842"/>
                  </a:lnTo>
                  <a:lnTo>
                    <a:pt x="543283" y="581248"/>
                  </a:lnTo>
                  <a:lnTo>
                    <a:pt x="542783" y="581367"/>
                  </a:lnTo>
                  <a:lnTo>
                    <a:pt x="542430" y="581678"/>
                  </a:lnTo>
                  <a:lnTo>
                    <a:pt x="542461" y="581818"/>
                  </a:lnTo>
                  <a:lnTo>
                    <a:pt x="542491" y="582100"/>
                  </a:lnTo>
                  <a:lnTo>
                    <a:pt x="542427" y="582364"/>
                  </a:lnTo>
                  <a:lnTo>
                    <a:pt x="542256" y="582572"/>
                  </a:lnTo>
                  <a:lnTo>
                    <a:pt x="541354" y="583586"/>
                  </a:lnTo>
                  <a:lnTo>
                    <a:pt x="541150" y="583823"/>
                  </a:lnTo>
                  <a:lnTo>
                    <a:pt x="540775" y="584382"/>
                  </a:lnTo>
                  <a:lnTo>
                    <a:pt x="540583" y="584887"/>
                  </a:lnTo>
                  <a:lnTo>
                    <a:pt x="540534" y="585178"/>
                  </a:lnTo>
                  <a:lnTo>
                    <a:pt x="540522" y="585608"/>
                  </a:lnTo>
                  <a:lnTo>
                    <a:pt x="540558" y="585907"/>
                  </a:lnTo>
                  <a:lnTo>
                    <a:pt x="540449" y="586375"/>
                  </a:lnTo>
                  <a:lnTo>
                    <a:pt x="539929" y="586314"/>
                  </a:lnTo>
                  <a:lnTo>
                    <a:pt x="539578" y="586217"/>
                  </a:lnTo>
                  <a:lnTo>
                    <a:pt x="539244" y="586118"/>
                  </a:lnTo>
                  <a:lnTo>
                    <a:pt x="538827" y="585929"/>
                  </a:lnTo>
                  <a:lnTo>
                    <a:pt x="538280" y="585721"/>
                  </a:lnTo>
                  <a:lnTo>
                    <a:pt x="537886" y="585666"/>
                  </a:lnTo>
                  <a:lnTo>
                    <a:pt x="537466" y="585783"/>
                  </a:lnTo>
                  <a:lnTo>
                    <a:pt x="537201" y="585959"/>
                  </a:lnTo>
                  <a:lnTo>
                    <a:pt x="536831" y="586170"/>
                  </a:lnTo>
                  <a:lnTo>
                    <a:pt x="536400" y="586212"/>
                  </a:lnTo>
                  <a:lnTo>
                    <a:pt x="535883" y="586416"/>
                  </a:lnTo>
                  <a:lnTo>
                    <a:pt x="535352" y="587302"/>
                  </a:lnTo>
                  <a:lnTo>
                    <a:pt x="535032" y="587987"/>
                  </a:lnTo>
                  <a:lnTo>
                    <a:pt x="534681" y="588856"/>
                  </a:lnTo>
                  <a:lnTo>
                    <a:pt x="534851" y="589238"/>
                  </a:lnTo>
                  <a:lnTo>
                    <a:pt x="535430" y="589347"/>
                  </a:lnTo>
                  <a:lnTo>
                    <a:pt x="536332" y="589647"/>
                  </a:lnTo>
                  <a:lnTo>
                    <a:pt x="536251" y="590164"/>
                  </a:lnTo>
                  <a:lnTo>
                    <a:pt x="536318" y="590567"/>
                  </a:lnTo>
                  <a:lnTo>
                    <a:pt x="536153" y="591110"/>
                  </a:lnTo>
                  <a:lnTo>
                    <a:pt x="535759" y="591407"/>
                  </a:lnTo>
                  <a:lnTo>
                    <a:pt x="535383" y="591676"/>
                  </a:lnTo>
                  <a:lnTo>
                    <a:pt x="534143" y="592554"/>
                  </a:lnTo>
                  <a:lnTo>
                    <a:pt x="533646" y="593142"/>
                  </a:lnTo>
                  <a:lnTo>
                    <a:pt x="533108" y="593608"/>
                  </a:lnTo>
                  <a:lnTo>
                    <a:pt x="532749" y="593853"/>
                  </a:lnTo>
                  <a:lnTo>
                    <a:pt x="531653" y="594418"/>
                  </a:lnTo>
                  <a:lnTo>
                    <a:pt x="531083" y="594642"/>
                  </a:lnTo>
                  <a:lnTo>
                    <a:pt x="530966" y="594933"/>
                  </a:lnTo>
                  <a:lnTo>
                    <a:pt x="530815" y="595188"/>
                  </a:lnTo>
                  <a:lnTo>
                    <a:pt x="530435" y="595574"/>
                  </a:lnTo>
                  <a:lnTo>
                    <a:pt x="530208" y="595778"/>
                  </a:lnTo>
                  <a:lnTo>
                    <a:pt x="529998" y="595873"/>
                  </a:lnTo>
                  <a:lnTo>
                    <a:pt x="529369" y="595990"/>
                  </a:lnTo>
                  <a:lnTo>
                    <a:pt x="529157" y="596020"/>
                  </a:lnTo>
                  <a:lnTo>
                    <a:pt x="528999" y="596061"/>
                  </a:lnTo>
                  <a:lnTo>
                    <a:pt x="528816" y="596207"/>
                  </a:lnTo>
                  <a:lnTo>
                    <a:pt x="528534" y="596497"/>
                  </a:lnTo>
                  <a:lnTo>
                    <a:pt x="528346" y="596601"/>
                  </a:lnTo>
                  <a:lnTo>
                    <a:pt x="528205" y="596634"/>
                  </a:lnTo>
                  <a:lnTo>
                    <a:pt x="527777" y="596656"/>
                  </a:lnTo>
                  <a:lnTo>
                    <a:pt x="527562" y="596920"/>
                  </a:lnTo>
                  <a:lnTo>
                    <a:pt x="527550" y="597231"/>
                  </a:lnTo>
                  <a:lnTo>
                    <a:pt x="527595" y="597384"/>
                  </a:lnTo>
                  <a:lnTo>
                    <a:pt x="527744" y="597512"/>
                  </a:lnTo>
                  <a:lnTo>
                    <a:pt x="527876" y="597603"/>
                  </a:lnTo>
                  <a:lnTo>
                    <a:pt x="528117" y="597733"/>
                  </a:lnTo>
                  <a:lnTo>
                    <a:pt x="528313" y="597997"/>
                  </a:lnTo>
                  <a:lnTo>
                    <a:pt x="528135" y="598286"/>
                  </a:lnTo>
                  <a:lnTo>
                    <a:pt x="527740" y="598409"/>
                  </a:lnTo>
                  <a:lnTo>
                    <a:pt x="527176" y="598537"/>
                  </a:lnTo>
                  <a:lnTo>
                    <a:pt x="526899" y="598562"/>
                  </a:lnTo>
                  <a:lnTo>
                    <a:pt x="526579" y="598463"/>
                  </a:lnTo>
                  <a:lnTo>
                    <a:pt x="526124" y="598304"/>
                  </a:lnTo>
                  <a:lnTo>
                    <a:pt x="525525" y="598271"/>
                  </a:lnTo>
                  <a:lnTo>
                    <a:pt x="525337" y="598215"/>
                  </a:lnTo>
                  <a:lnTo>
                    <a:pt x="525035" y="597909"/>
                  </a:lnTo>
                  <a:lnTo>
                    <a:pt x="524715" y="597690"/>
                  </a:lnTo>
                  <a:lnTo>
                    <a:pt x="524355" y="597489"/>
                  </a:lnTo>
                  <a:lnTo>
                    <a:pt x="523988" y="597425"/>
                  </a:lnTo>
                  <a:lnTo>
                    <a:pt x="523688" y="597497"/>
                  </a:lnTo>
                  <a:lnTo>
                    <a:pt x="523239" y="597729"/>
                  </a:lnTo>
                  <a:lnTo>
                    <a:pt x="522931" y="597770"/>
                  </a:lnTo>
                  <a:lnTo>
                    <a:pt x="522588" y="597505"/>
                  </a:lnTo>
                  <a:lnTo>
                    <a:pt x="522392" y="597367"/>
                  </a:lnTo>
                  <a:lnTo>
                    <a:pt x="521925" y="597391"/>
                  </a:lnTo>
                  <a:lnTo>
                    <a:pt x="521688" y="597543"/>
                  </a:lnTo>
                  <a:lnTo>
                    <a:pt x="521133" y="598073"/>
                  </a:lnTo>
                  <a:lnTo>
                    <a:pt x="520749" y="598378"/>
                  </a:lnTo>
                  <a:lnTo>
                    <a:pt x="520300" y="598573"/>
                  </a:lnTo>
                  <a:lnTo>
                    <a:pt x="519960" y="598786"/>
                  </a:lnTo>
                  <a:lnTo>
                    <a:pt x="519881" y="599073"/>
                  </a:lnTo>
                  <a:lnTo>
                    <a:pt x="519811" y="599312"/>
                  </a:lnTo>
                  <a:lnTo>
                    <a:pt x="519577" y="599774"/>
                  </a:lnTo>
                  <a:lnTo>
                    <a:pt x="519364" y="600065"/>
                  </a:lnTo>
                  <a:lnTo>
                    <a:pt x="519225" y="600146"/>
                  </a:lnTo>
                  <a:lnTo>
                    <a:pt x="518887" y="600386"/>
                  </a:lnTo>
                  <a:lnTo>
                    <a:pt x="518681" y="600512"/>
                  </a:lnTo>
                  <a:lnTo>
                    <a:pt x="518309" y="600459"/>
                  </a:lnTo>
                  <a:lnTo>
                    <a:pt x="517845" y="600132"/>
                  </a:lnTo>
                  <a:lnTo>
                    <a:pt x="517662" y="600252"/>
                  </a:lnTo>
                  <a:lnTo>
                    <a:pt x="517206" y="600528"/>
                  </a:lnTo>
                  <a:lnTo>
                    <a:pt x="516981" y="600621"/>
                  </a:lnTo>
                  <a:lnTo>
                    <a:pt x="516675" y="600673"/>
                  </a:lnTo>
                  <a:lnTo>
                    <a:pt x="516191" y="600753"/>
                  </a:lnTo>
                  <a:lnTo>
                    <a:pt x="515744" y="600667"/>
                  </a:lnTo>
                  <a:lnTo>
                    <a:pt x="515481" y="600350"/>
                  </a:lnTo>
                  <a:lnTo>
                    <a:pt x="515248" y="600119"/>
                  </a:lnTo>
                  <a:lnTo>
                    <a:pt x="514736" y="599856"/>
                  </a:lnTo>
                  <a:lnTo>
                    <a:pt x="514364" y="599942"/>
                  </a:lnTo>
                  <a:lnTo>
                    <a:pt x="514219" y="599945"/>
                  </a:lnTo>
                  <a:lnTo>
                    <a:pt x="514026" y="599900"/>
                  </a:lnTo>
                  <a:lnTo>
                    <a:pt x="513899" y="599848"/>
                  </a:lnTo>
                  <a:lnTo>
                    <a:pt x="513739" y="599715"/>
                  </a:lnTo>
                  <a:lnTo>
                    <a:pt x="513488" y="599519"/>
                  </a:lnTo>
                  <a:lnTo>
                    <a:pt x="513202" y="599382"/>
                  </a:lnTo>
                  <a:lnTo>
                    <a:pt x="512999" y="599405"/>
                  </a:lnTo>
                  <a:lnTo>
                    <a:pt x="512839" y="599500"/>
                  </a:lnTo>
                  <a:lnTo>
                    <a:pt x="512438" y="599844"/>
                  </a:lnTo>
                  <a:lnTo>
                    <a:pt x="512227" y="599942"/>
                  </a:lnTo>
                  <a:lnTo>
                    <a:pt x="511638" y="599939"/>
                  </a:lnTo>
                  <a:lnTo>
                    <a:pt x="511129" y="599971"/>
                  </a:lnTo>
                  <a:lnTo>
                    <a:pt x="510865" y="600060"/>
                  </a:lnTo>
                  <a:lnTo>
                    <a:pt x="510690" y="600204"/>
                  </a:lnTo>
                  <a:lnTo>
                    <a:pt x="510535" y="600426"/>
                  </a:lnTo>
                  <a:lnTo>
                    <a:pt x="510499" y="600622"/>
                  </a:lnTo>
                  <a:lnTo>
                    <a:pt x="510560" y="600859"/>
                  </a:lnTo>
                  <a:lnTo>
                    <a:pt x="510830" y="601240"/>
                  </a:lnTo>
                  <a:lnTo>
                    <a:pt x="511104" y="601929"/>
                  </a:lnTo>
                  <a:lnTo>
                    <a:pt x="510934" y="602116"/>
                  </a:lnTo>
                  <a:lnTo>
                    <a:pt x="510791" y="602116"/>
                  </a:lnTo>
                  <a:lnTo>
                    <a:pt x="510199" y="602132"/>
                  </a:lnTo>
                  <a:lnTo>
                    <a:pt x="509590" y="602645"/>
                  </a:lnTo>
                  <a:lnTo>
                    <a:pt x="508970" y="602881"/>
                  </a:lnTo>
                  <a:lnTo>
                    <a:pt x="508732" y="602938"/>
                  </a:lnTo>
                  <a:lnTo>
                    <a:pt x="508542" y="602912"/>
                  </a:lnTo>
                  <a:lnTo>
                    <a:pt x="508014" y="602816"/>
                  </a:lnTo>
                  <a:lnTo>
                    <a:pt x="507928" y="602968"/>
                  </a:lnTo>
                  <a:lnTo>
                    <a:pt x="507690" y="603151"/>
                  </a:lnTo>
                  <a:lnTo>
                    <a:pt x="506739" y="603147"/>
                  </a:lnTo>
                  <a:lnTo>
                    <a:pt x="506343" y="603192"/>
                  </a:lnTo>
                  <a:lnTo>
                    <a:pt x="505940" y="603379"/>
                  </a:lnTo>
                  <a:lnTo>
                    <a:pt x="505520" y="603716"/>
                  </a:lnTo>
                  <a:lnTo>
                    <a:pt x="505152" y="604208"/>
                  </a:lnTo>
                  <a:lnTo>
                    <a:pt x="505110" y="604483"/>
                  </a:lnTo>
                  <a:lnTo>
                    <a:pt x="505151" y="604899"/>
                  </a:lnTo>
                  <a:lnTo>
                    <a:pt x="505349" y="605481"/>
                  </a:lnTo>
                  <a:lnTo>
                    <a:pt x="505671" y="605621"/>
                  </a:lnTo>
                  <a:lnTo>
                    <a:pt x="505981" y="605537"/>
                  </a:lnTo>
                  <a:lnTo>
                    <a:pt x="506152" y="605465"/>
                  </a:lnTo>
                  <a:lnTo>
                    <a:pt x="506317" y="605451"/>
                  </a:lnTo>
                  <a:lnTo>
                    <a:pt x="506604" y="605523"/>
                  </a:lnTo>
                  <a:lnTo>
                    <a:pt x="506879" y="605624"/>
                  </a:lnTo>
                  <a:lnTo>
                    <a:pt x="507043" y="605719"/>
                  </a:lnTo>
                  <a:lnTo>
                    <a:pt x="507311" y="605965"/>
                  </a:lnTo>
                  <a:lnTo>
                    <a:pt x="507524" y="606158"/>
                  </a:lnTo>
                  <a:lnTo>
                    <a:pt x="507577" y="606306"/>
                  </a:lnTo>
                  <a:lnTo>
                    <a:pt x="507582" y="606476"/>
                  </a:lnTo>
                  <a:lnTo>
                    <a:pt x="507528" y="606657"/>
                  </a:lnTo>
                  <a:lnTo>
                    <a:pt x="507448" y="606950"/>
                  </a:lnTo>
                  <a:lnTo>
                    <a:pt x="507547" y="607385"/>
                  </a:lnTo>
                  <a:lnTo>
                    <a:pt x="507746" y="607431"/>
                  </a:lnTo>
                  <a:lnTo>
                    <a:pt x="508140" y="607494"/>
                  </a:lnTo>
                  <a:lnTo>
                    <a:pt x="508480" y="607465"/>
                  </a:lnTo>
                  <a:lnTo>
                    <a:pt x="508687" y="607420"/>
                  </a:lnTo>
                  <a:lnTo>
                    <a:pt x="509489" y="607372"/>
                  </a:lnTo>
                  <a:lnTo>
                    <a:pt x="509697" y="608230"/>
                  </a:lnTo>
                  <a:lnTo>
                    <a:pt x="510038" y="608722"/>
                  </a:lnTo>
                  <a:lnTo>
                    <a:pt x="510800" y="609158"/>
                  </a:lnTo>
                  <a:lnTo>
                    <a:pt x="510825" y="609324"/>
                  </a:lnTo>
                  <a:lnTo>
                    <a:pt x="510690" y="610549"/>
                  </a:lnTo>
                  <a:lnTo>
                    <a:pt x="510861" y="610708"/>
                  </a:lnTo>
                  <a:lnTo>
                    <a:pt x="511107" y="610839"/>
                  </a:lnTo>
                  <a:lnTo>
                    <a:pt x="511448" y="610755"/>
                  </a:lnTo>
                  <a:lnTo>
                    <a:pt x="513198" y="617165"/>
                  </a:lnTo>
                  <a:lnTo>
                    <a:pt x="513770" y="619345"/>
                  </a:lnTo>
                  <a:lnTo>
                    <a:pt x="516781" y="630694"/>
                  </a:lnTo>
                  <a:lnTo>
                    <a:pt x="520035" y="642883"/>
                  </a:lnTo>
                  <a:lnTo>
                    <a:pt x="519383" y="643108"/>
                  </a:lnTo>
                  <a:lnTo>
                    <a:pt x="519105" y="643560"/>
                  </a:lnTo>
                  <a:lnTo>
                    <a:pt x="518880" y="643615"/>
                  </a:lnTo>
                  <a:lnTo>
                    <a:pt x="518255" y="643839"/>
                  </a:lnTo>
                  <a:lnTo>
                    <a:pt x="517936" y="645597"/>
                  </a:lnTo>
                  <a:lnTo>
                    <a:pt x="517532" y="645748"/>
                  </a:lnTo>
                  <a:lnTo>
                    <a:pt x="517386" y="645975"/>
                  </a:lnTo>
                  <a:lnTo>
                    <a:pt x="517630" y="646447"/>
                  </a:lnTo>
                  <a:lnTo>
                    <a:pt x="517492" y="646574"/>
                  </a:lnTo>
                  <a:lnTo>
                    <a:pt x="517303" y="646940"/>
                  </a:lnTo>
                  <a:lnTo>
                    <a:pt x="517333" y="647078"/>
                  </a:lnTo>
                  <a:lnTo>
                    <a:pt x="517388" y="647258"/>
                  </a:lnTo>
                  <a:lnTo>
                    <a:pt x="517577" y="647577"/>
                  </a:lnTo>
                  <a:lnTo>
                    <a:pt x="517754" y="647603"/>
                  </a:lnTo>
                  <a:lnTo>
                    <a:pt x="518215" y="647810"/>
                  </a:lnTo>
                  <a:lnTo>
                    <a:pt x="518351" y="648096"/>
                  </a:lnTo>
                  <a:lnTo>
                    <a:pt x="518330" y="648296"/>
                  </a:lnTo>
                  <a:lnTo>
                    <a:pt x="518211" y="648898"/>
                  </a:lnTo>
                  <a:lnTo>
                    <a:pt x="517992" y="649943"/>
                  </a:lnTo>
                  <a:lnTo>
                    <a:pt x="517940" y="650111"/>
                  </a:lnTo>
                  <a:lnTo>
                    <a:pt x="517715" y="650457"/>
                  </a:lnTo>
                  <a:lnTo>
                    <a:pt x="517550" y="650599"/>
                  </a:lnTo>
                  <a:lnTo>
                    <a:pt x="517235" y="650798"/>
                  </a:lnTo>
                  <a:lnTo>
                    <a:pt x="517030" y="651139"/>
                  </a:lnTo>
                  <a:lnTo>
                    <a:pt x="517008" y="651533"/>
                  </a:lnTo>
                  <a:lnTo>
                    <a:pt x="517118" y="652059"/>
                  </a:lnTo>
                  <a:lnTo>
                    <a:pt x="517002" y="652223"/>
                  </a:lnTo>
                  <a:lnTo>
                    <a:pt x="516905" y="652460"/>
                  </a:lnTo>
                  <a:lnTo>
                    <a:pt x="516708" y="652669"/>
                  </a:lnTo>
                  <a:lnTo>
                    <a:pt x="516615" y="652848"/>
                  </a:lnTo>
                  <a:lnTo>
                    <a:pt x="516470" y="653021"/>
                  </a:lnTo>
                  <a:lnTo>
                    <a:pt x="516257" y="653256"/>
                  </a:lnTo>
                  <a:lnTo>
                    <a:pt x="516040" y="653745"/>
                  </a:lnTo>
                  <a:lnTo>
                    <a:pt x="516363" y="654007"/>
                  </a:lnTo>
                  <a:lnTo>
                    <a:pt x="516472" y="654374"/>
                  </a:lnTo>
                  <a:lnTo>
                    <a:pt x="516006" y="655799"/>
                  </a:lnTo>
                  <a:lnTo>
                    <a:pt x="516035" y="656077"/>
                  </a:lnTo>
                  <a:lnTo>
                    <a:pt x="516228" y="656295"/>
                  </a:lnTo>
                  <a:lnTo>
                    <a:pt x="516726" y="656677"/>
                  </a:lnTo>
                  <a:lnTo>
                    <a:pt x="516791" y="656876"/>
                  </a:lnTo>
                  <a:lnTo>
                    <a:pt x="516819" y="657862"/>
                  </a:lnTo>
                  <a:lnTo>
                    <a:pt x="516649" y="659077"/>
                  </a:lnTo>
                  <a:lnTo>
                    <a:pt x="516564" y="659465"/>
                  </a:lnTo>
                  <a:lnTo>
                    <a:pt x="516349" y="659687"/>
                  </a:lnTo>
                  <a:lnTo>
                    <a:pt x="516225" y="659890"/>
                  </a:lnTo>
                  <a:lnTo>
                    <a:pt x="516241" y="660047"/>
                  </a:lnTo>
                  <a:lnTo>
                    <a:pt x="516308" y="660494"/>
                  </a:lnTo>
                  <a:lnTo>
                    <a:pt x="516482" y="660754"/>
                  </a:lnTo>
                  <a:lnTo>
                    <a:pt x="516835" y="660908"/>
                  </a:lnTo>
                  <a:lnTo>
                    <a:pt x="517125" y="661173"/>
                  </a:lnTo>
                  <a:lnTo>
                    <a:pt x="516908" y="661738"/>
                  </a:lnTo>
                  <a:lnTo>
                    <a:pt x="516918" y="661904"/>
                  </a:lnTo>
                  <a:lnTo>
                    <a:pt x="516850" y="662618"/>
                  </a:lnTo>
                  <a:lnTo>
                    <a:pt x="516652" y="663018"/>
                  </a:lnTo>
                  <a:lnTo>
                    <a:pt x="516377" y="663124"/>
                  </a:lnTo>
                  <a:lnTo>
                    <a:pt x="516283" y="664154"/>
                  </a:lnTo>
                  <a:lnTo>
                    <a:pt x="516569" y="664281"/>
                  </a:lnTo>
                  <a:lnTo>
                    <a:pt x="516956" y="664372"/>
                  </a:lnTo>
                  <a:lnTo>
                    <a:pt x="517078" y="664844"/>
                  </a:lnTo>
                  <a:lnTo>
                    <a:pt x="516186" y="665026"/>
                  </a:lnTo>
                  <a:lnTo>
                    <a:pt x="515950" y="665857"/>
                  </a:lnTo>
                  <a:lnTo>
                    <a:pt x="515681" y="666497"/>
                  </a:lnTo>
                  <a:lnTo>
                    <a:pt x="515793" y="667096"/>
                  </a:lnTo>
                  <a:lnTo>
                    <a:pt x="515770" y="667382"/>
                  </a:lnTo>
                  <a:lnTo>
                    <a:pt x="515558" y="667990"/>
                  </a:lnTo>
                  <a:lnTo>
                    <a:pt x="515821" y="667976"/>
                  </a:lnTo>
                  <a:lnTo>
                    <a:pt x="516174" y="668392"/>
                  </a:lnTo>
                  <a:lnTo>
                    <a:pt x="516569" y="668665"/>
                  </a:lnTo>
                  <a:lnTo>
                    <a:pt x="516704" y="668729"/>
                  </a:lnTo>
                  <a:lnTo>
                    <a:pt x="517157" y="668914"/>
                  </a:lnTo>
                  <a:lnTo>
                    <a:pt x="517509" y="668967"/>
                  </a:lnTo>
                  <a:lnTo>
                    <a:pt x="517888" y="669329"/>
                  </a:lnTo>
                  <a:lnTo>
                    <a:pt x="518045" y="669411"/>
                  </a:lnTo>
                  <a:lnTo>
                    <a:pt x="518702" y="669757"/>
                  </a:lnTo>
                  <a:lnTo>
                    <a:pt x="518937" y="669693"/>
                  </a:lnTo>
                  <a:lnTo>
                    <a:pt x="519359" y="669502"/>
                  </a:lnTo>
                  <a:lnTo>
                    <a:pt x="519531" y="669451"/>
                  </a:lnTo>
                  <a:lnTo>
                    <a:pt x="519711" y="669892"/>
                  </a:lnTo>
                  <a:lnTo>
                    <a:pt x="519893" y="670055"/>
                  </a:lnTo>
                  <a:lnTo>
                    <a:pt x="520035" y="670194"/>
                  </a:lnTo>
                  <a:lnTo>
                    <a:pt x="520012" y="670539"/>
                  </a:lnTo>
                  <a:lnTo>
                    <a:pt x="519636" y="670583"/>
                  </a:lnTo>
                  <a:lnTo>
                    <a:pt x="519384" y="671033"/>
                  </a:lnTo>
                  <a:lnTo>
                    <a:pt x="519043" y="671091"/>
                  </a:lnTo>
                  <a:lnTo>
                    <a:pt x="518260" y="671022"/>
                  </a:lnTo>
                  <a:lnTo>
                    <a:pt x="517999" y="670909"/>
                  </a:lnTo>
                  <a:lnTo>
                    <a:pt x="517777" y="670682"/>
                  </a:lnTo>
                  <a:lnTo>
                    <a:pt x="517325" y="670632"/>
                  </a:lnTo>
                  <a:lnTo>
                    <a:pt x="516986" y="670735"/>
                  </a:lnTo>
                  <a:lnTo>
                    <a:pt x="516974" y="671338"/>
                  </a:lnTo>
                  <a:lnTo>
                    <a:pt x="516363" y="671580"/>
                  </a:lnTo>
                  <a:lnTo>
                    <a:pt x="515633" y="672096"/>
                  </a:lnTo>
                  <a:lnTo>
                    <a:pt x="515506" y="672349"/>
                  </a:lnTo>
                  <a:lnTo>
                    <a:pt x="514270" y="672444"/>
                  </a:lnTo>
                  <a:lnTo>
                    <a:pt x="513927" y="672726"/>
                  </a:lnTo>
                  <a:lnTo>
                    <a:pt x="513693" y="672912"/>
                  </a:lnTo>
                  <a:lnTo>
                    <a:pt x="513478" y="673008"/>
                  </a:lnTo>
                  <a:lnTo>
                    <a:pt x="513001" y="673136"/>
                  </a:lnTo>
                  <a:lnTo>
                    <a:pt x="512562" y="672931"/>
                  </a:lnTo>
                  <a:lnTo>
                    <a:pt x="512276" y="672336"/>
                  </a:lnTo>
                  <a:lnTo>
                    <a:pt x="512038" y="672044"/>
                  </a:lnTo>
                  <a:lnTo>
                    <a:pt x="511257" y="671820"/>
                  </a:lnTo>
                  <a:lnTo>
                    <a:pt x="511048" y="671703"/>
                  </a:lnTo>
                  <a:lnTo>
                    <a:pt x="510799" y="671528"/>
                  </a:lnTo>
                  <a:lnTo>
                    <a:pt x="510549" y="671315"/>
                  </a:lnTo>
                  <a:lnTo>
                    <a:pt x="510059" y="670714"/>
                  </a:lnTo>
                  <a:lnTo>
                    <a:pt x="509757" y="670314"/>
                  </a:lnTo>
                  <a:lnTo>
                    <a:pt x="509562" y="670230"/>
                  </a:lnTo>
                  <a:lnTo>
                    <a:pt x="509346" y="670145"/>
                  </a:lnTo>
                  <a:lnTo>
                    <a:pt x="508835" y="669769"/>
                  </a:lnTo>
                  <a:lnTo>
                    <a:pt x="508462" y="669420"/>
                  </a:lnTo>
                  <a:lnTo>
                    <a:pt x="507677" y="669161"/>
                  </a:lnTo>
                  <a:lnTo>
                    <a:pt x="506917" y="669396"/>
                  </a:lnTo>
                  <a:lnTo>
                    <a:pt x="506294" y="669857"/>
                  </a:lnTo>
                  <a:lnTo>
                    <a:pt x="505724" y="670090"/>
                  </a:lnTo>
                  <a:lnTo>
                    <a:pt x="505125" y="670361"/>
                  </a:lnTo>
                  <a:lnTo>
                    <a:pt x="504597" y="670665"/>
                  </a:lnTo>
                  <a:lnTo>
                    <a:pt x="504413" y="670830"/>
                  </a:lnTo>
                  <a:lnTo>
                    <a:pt x="503981" y="671277"/>
                  </a:lnTo>
                  <a:lnTo>
                    <a:pt x="503567" y="671800"/>
                  </a:lnTo>
                  <a:lnTo>
                    <a:pt x="503385" y="672033"/>
                  </a:lnTo>
                  <a:lnTo>
                    <a:pt x="502650" y="672697"/>
                  </a:lnTo>
                  <a:lnTo>
                    <a:pt x="502367" y="672742"/>
                  </a:lnTo>
                  <a:lnTo>
                    <a:pt x="501899" y="672665"/>
                  </a:lnTo>
                  <a:lnTo>
                    <a:pt x="501544" y="672607"/>
                  </a:lnTo>
                  <a:lnTo>
                    <a:pt x="500738" y="672137"/>
                  </a:lnTo>
                  <a:lnTo>
                    <a:pt x="500598" y="671961"/>
                  </a:lnTo>
                  <a:lnTo>
                    <a:pt x="500421" y="671831"/>
                  </a:lnTo>
                  <a:lnTo>
                    <a:pt x="500180" y="671423"/>
                  </a:lnTo>
                  <a:lnTo>
                    <a:pt x="500126" y="671251"/>
                  </a:lnTo>
                  <a:lnTo>
                    <a:pt x="499866" y="670698"/>
                  </a:lnTo>
                  <a:lnTo>
                    <a:pt x="499705" y="670408"/>
                  </a:lnTo>
                  <a:lnTo>
                    <a:pt x="499480" y="669818"/>
                  </a:lnTo>
                  <a:lnTo>
                    <a:pt x="499363" y="669361"/>
                  </a:lnTo>
                  <a:lnTo>
                    <a:pt x="498595" y="669239"/>
                  </a:lnTo>
                  <a:lnTo>
                    <a:pt x="498291" y="668907"/>
                  </a:lnTo>
                  <a:lnTo>
                    <a:pt x="498095" y="668521"/>
                  </a:lnTo>
                  <a:lnTo>
                    <a:pt x="497894" y="668207"/>
                  </a:lnTo>
                  <a:lnTo>
                    <a:pt x="497517" y="668364"/>
                  </a:lnTo>
                  <a:lnTo>
                    <a:pt x="497215" y="668153"/>
                  </a:lnTo>
                  <a:lnTo>
                    <a:pt x="496743" y="667754"/>
                  </a:lnTo>
                  <a:lnTo>
                    <a:pt x="496697" y="667611"/>
                  </a:lnTo>
                  <a:lnTo>
                    <a:pt x="496175" y="667474"/>
                  </a:lnTo>
                  <a:lnTo>
                    <a:pt x="495309" y="666612"/>
                  </a:lnTo>
                  <a:lnTo>
                    <a:pt x="494958" y="666559"/>
                  </a:lnTo>
                  <a:lnTo>
                    <a:pt x="494110" y="666226"/>
                  </a:lnTo>
                  <a:lnTo>
                    <a:pt x="493515" y="666202"/>
                  </a:lnTo>
                  <a:lnTo>
                    <a:pt x="493245" y="666332"/>
                  </a:lnTo>
                  <a:lnTo>
                    <a:pt x="492949" y="666328"/>
                  </a:lnTo>
                  <a:lnTo>
                    <a:pt x="492932" y="666113"/>
                  </a:lnTo>
                  <a:lnTo>
                    <a:pt x="492898" y="665944"/>
                  </a:lnTo>
                  <a:lnTo>
                    <a:pt x="492848" y="665763"/>
                  </a:lnTo>
                  <a:lnTo>
                    <a:pt x="492280" y="665595"/>
                  </a:lnTo>
                  <a:lnTo>
                    <a:pt x="491959" y="665287"/>
                  </a:lnTo>
                  <a:lnTo>
                    <a:pt x="491624" y="665382"/>
                  </a:lnTo>
                  <a:lnTo>
                    <a:pt x="490894" y="665126"/>
                  </a:lnTo>
                  <a:lnTo>
                    <a:pt x="491116" y="664487"/>
                  </a:lnTo>
                  <a:lnTo>
                    <a:pt x="491265" y="664077"/>
                  </a:lnTo>
                  <a:lnTo>
                    <a:pt x="491265" y="663935"/>
                  </a:lnTo>
                  <a:lnTo>
                    <a:pt x="490907" y="663503"/>
                  </a:lnTo>
                  <a:lnTo>
                    <a:pt x="490583" y="663560"/>
                  </a:lnTo>
                  <a:lnTo>
                    <a:pt x="490000" y="663588"/>
                  </a:lnTo>
                  <a:lnTo>
                    <a:pt x="489858" y="663599"/>
                  </a:lnTo>
                  <a:lnTo>
                    <a:pt x="489642" y="663877"/>
                  </a:lnTo>
                  <a:lnTo>
                    <a:pt x="489285" y="663920"/>
                  </a:lnTo>
                  <a:lnTo>
                    <a:pt x="489023" y="663674"/>
                  </a:lnTo>
                  <a:lnTo>
                    <a:pt x="488651" y="663399"/>
                  </a:lnTo>
                  <a:lnTo>
                    <a:pt x="488101" y="663218"/>
                  </a:lnTo>
                  <a:lnTo>
                    <a:pt x="487838" y="663527"/>
                  </a:lnTo>
                  <a:lnTo>
                    <a:pt x="487574" y="663555"/>
                  </a:lnTo>
                  <a:lnTo>
                    <a:pt x="487306" y="663429"/>
                  </a:lnTo>
                  <a:lnTo>
                    <a:pt x="487042" y="663166"/>
                  </a:lnTo>
                  <a:lnTo>
                    <a:pt x="486445" y="663034"/>
                  </a:lnTo>
                  <a:lnTo>
                    <a:pt x="486217" y="662915"/>
                  </a:lnTo>
                  <a:lnTo>
                    <a:pt x="486080" y="662913"/>
                  </a:lnTo>
                  <a:lnTo>
                    <a:pt x="485859" y="662910"/>
                  </a:lnTo>
                  <a:lnTo>
                    <a:pt x="485455" y="662502"/>
                  </a:lnTo>
                  <a:lnTo>
                    <a:pt x="485359" y="662367"/>
                  </a:lnTo>
                  <a:lnTo>
                    <a:pt x="485291" y="662238"/>
                  </a:lnTo>
                  <a:lnTo>
                    <a:pt x="485123" y="661997"/>
                  </a:lnTo>
                  <a:lnTo>
                    <a:pt x="484490" y="661909"/>
                  </a:lnTo>
                  <a:lnTo>
                    <a:pt x="484249" y="661954"/>
                  </a:lnTo>
                  <a:lnTo>
                    <a:pt x="483873" y="662234"/>
                  </a:lnTo>
                  <a:lnTo>
                    <a:pt x="483711" y="662396"/>
                  </a:lnTo>
                  <a:lnTo>
                    <a:pt x="483443" y="662436"/>
                  </a:lnTo>
                  <a:lnTo>
                    <a:pt x="482908" y="662442"/>
                  </a:lnTo>
                  <a:lnTo>
                    <a:pt x="482049" y="662256"/>
                  </a:lnTo>
                  <a:lnTo>
                    <a:pt x="481870" y="662139"/>
                  </a:lnTo>
                  <a:lnTo>
                    <a:pt x="481749" y="661812"/>
                  </a:lnTo>
                  <a:lnTo>
                    <a:pt x="481728" y="661513"/>
                  </a:lnTo>
                  <a:lnTo>
                    <a:pt x="481544" y="661220"/>
                  </a:lnTo>
                  <a:lnTo>
                    <a:pt x="481319" y="661085"/>
                  </a:lnTo>
                  <a:lnTo>
                    <a:pt x="481276" y="660652"/>
                  </a:lnTo>
                  <a:lnTo>
                    <a:pt x="481142" y="660206"/>
                  </a:lnTo>
                  <a:lnTo>
                    <a:pt x="481087" y="659682"/>
                  </a:lnTo>
                  <a:lnTo>
                    <a:pt x="481480" y="659202"/>
                  </a:lnTo>
                  <a:lnTo>
                    <a:pt x="481712" y="658749"/>
                  </a:lnTo>
                  <a:lnTo>
                    <a:pt x="481913" y="658258"/>
                  </a:lnTo>
                  <a:lnTo>
                    <a:pt x="482094" y="658045"/>
                  </a:lnTo>
                  <a:lnTo>
                    <a:pt x="482321" y="657678"/>
                  </a:lnTo>
                  <a:lnTo>
                    <a:pt x="481815" y="657083"/>
                  </a:lnTo>
                  <a:lnTo>
                    <a:pt x="481617" y="657001"/>
                  </a:lnTo>
                  <a:lnTo>
                    <a:pt x="481259" y="656785"/>
                  </a:lnTo>
                  <a:lnTo>
                    <a:pt x="480899" y="656438"/>
                  </a:lnTo>
                  <a:lnTo>
                    <a:pt x="480583" y="656095"/>
                  </a:lnTo>
                  <a:lnTo>
                    <a:pt x="480478" y="655779"/>
                  </a:lnTo>
                  <a:lnTo>
                    <a:pt x="480546" y="655324"/>
                  </a:lnTo>
                  <a:lnTo>
                    <a:pt x="480540" y="654931"/>
                  </a:lnTo>
                  <a:lnTo>
                    <a:pt x="480510" y="654495"/>
                  </a:lnTo>
                  <a:lnTo>
                    <a:pt x="480404" y="654053"/>
                  </a:lnTo>
                  <a:lnTo>
                    <a:pt x="480410" y="653706"/>
                  </a:lnTo>
                  <a:lnTo>
                    <a:pt x="480155" y="653503"/>
                  </a:lnTo>
                  <a:lnTo>
                    <a:pt x="479963" y="653391"/>
                  </a:lnTo>
                  <a:lnTo>
                    <a:pt x="479882" y="653230"/>
                  </a:lnTo>
                  <a:lnTo>
                    <a:pt x="479938" y="652631"/>
                  </a:lnTo>
                  <a:lnTo>
                    <a:pt x="480150" y="652522"/>
                  </a:lnTo>
                  <a:lnTo>
                    <a:pt x="480441" y="652398"/>
                  </a:lnTo>
                  <a:lnTo>
                    <a:pt x="480585" y="651975"/>
                  </a:lnTo>
                  <a:lnTo>
                    <a:pt x="480359" y="651773"/>
                  </a:lnTo>
                  <a:lnTo>
                    <a:pt x="480150" y="651302"/>
                  </a:lnTo>
                  <a:lnTo>
                    <a:pt x="479922" y="650910"/>
                  </a:lnTo>
                  <a:lnTo>
                    <a:pt x="479932" y="650486"/>
                  </a:lnTo>
                  <a:lnTo>
                    <a:pt x="480216" y="650073"/>
                  </a:lnTo>
                  <a:lnTo>
                    <a:pt x="480610" y="649831"/>
                  </a:lnTo>
                  <a:lnTo>
                    <a:pt x="480262" y="649514"/>
                  </a:lnTo>
                  <a:lnTo>
                    <a:pt x="479977" y="649035"/>
                  </a:lnTo>
                  <a:lnTo>
                    <a:pt x="479724" y="648618"/>
                  </a:lnTo>
                  <a:lnTo>
                    <a:pt x="479300" y="648073"/>
                  </a:lnTo>
                  <a:lnTo>
                    <a:pt x="478857" y="647913"/>
                  </a:lnTo>
                  <a:lnTo>
                    <a:pt x="478708" y="647679"/>
                  </a:lnTo>
                  <a:lnTo>
                    <a:pt x="478612" y="647279"/>
                  </a:lnTo>
                  <a:lnTo>
                    <a:pt x="479065" y="646913"/>
                  </a:lnTo>
                  <a:lnTo>
                    <a:pt x="479295" y="646346"/>
                  </a:lnTo>
                  <a:lnTo>
                    <a:pt x="479778" y="645647"/>
                  </a:lnTo>
                  <a:lnTo>
                    <a:pt x="479734" y="645083"/>
                  </a:lnTo>
                  <a:lnTo>
                    <a:pt x="479878" y="644884"/>
                  </a:lnTo>
                  <a:lnTo>
                    <a:pt x="479681" y="644388"/>
                  </a:lnTo>
                  <a:lnTo>
                    <a:pt x="479539" y="644109"/>
                  </a:lnTo>
                  <a:lnTo>
                    <a:pt x="479860" y="643164"/>
                  </a:lnTo>
                  <a:lnTo>
                    <a:pt x="479617" y="643068"/>
                  </a:lnTo>
                  <a:lnTo>
                    <a:pt x="478910" y="643031"/>
                  </a:lnTo>
                  <a:lnTo>
                    <a:pt x="478468" y="643280"/>
                  </a:lnTo>
                  <a:lnTo>
                    <a:pt x="477810" y="643484"/>
                  </a:lnTo>
                  <a:lnTo>
                    <a:pt x="477736" y="643692"/>
                  </a:lnTo>
                  <a:lnTo>
                    <a:pt x="477449" y="644342"/>
                  </a:lnTo>
                  <a:lnTo>
                    <a:pt x="477340" y="644985"/>
                  </a:lnTo>
                  <a:lnTo>
                    <a:pt x="477240" y="645185"/>
                  </a:lnTo>
                  <a:lnTo>
                    <a:pt x="476516" y="645766"/>
                  </a:lnTo>
                  <a:lnTo>
                    <a:pt x="476258" y="645950"/>
                  </a:lnTo>
                  <a:lnTo>
                    <a:pt x="475878" y="646195"/>
                  </a:lnTo>
                  <a:lnTo>
                    <a:pt x="475996" y="646464"/>
                  </a:lnTo>
                  <a:lnTo>
                    <a:pt x="476003" y="646828"/>
                  </a:lnTo>
                  <a:lnTo>
                    <a:pt x="475591" y="647192"/>
                  </a:lnTo>
                  <a:lnTo>
                    <a:pt x="475351" y="647426"/>
                  </a:lnTo>
                  <a:lnTo>
                    <a:pt x="475187" y="647815"/>
                  </a:lnTo>
                  <a:lnTo>
                    <a:pt x="474664" y="648101"/>
                  </a:lnTo>
                  <a:lnTo>
                    <a:pt x="473729" y="647863"/>
                  </a:lnTo>
                  <a:lnTo>
                    <a:pt x="473357" y="647910"/>
                  </a:lnTo>
                  <a:lnTo>
                    <a:pt x="472998" y="647848"/>
                  </a:lnTo>
                  <a:lnTo>
                    <a:pt x="472752" y="648056"/>
                  </a:lnTo>
                  <a:lnTo>
                    <a:pt x="472586" y="648084"/>
                  </a:lnTo>
                  <a:lnTo>
                    <a:pt x="472341" y="648461"/>
                  </a:lnTo>
                  <a:lnTo>
                    <a:pt x="471773" y="648609"/>
                  </a:lnTo>
                  <a:lnTo>
                    <a:pt x="471376" y="649032"/>
                  </a:lnTo>
                  <a:lnTo>
                    <a:pt x="471193" y="649210"/>
                  </a:lnTo>
                  <a:lnTo>
                    <a:pt x="470756" y="649631"/>
                  </a:lnTo>
                  <a:lnTo>
                    <a:pt x="470757" y="649832"/>
                  </a:lnTo>
                  <a:lnTo>
                    <a:pt x="470784" y="650137"/>
                  </a:lnTo>
                  <a:lnTo>
                    <a:pt x="470803" y="650565"/>
                  </a:lnTo>
                  <a:lnTo>
                    <a:pt x="470318" y="651186"/>
                  </a:lnTo>
                  <a:lnTo>
                    <a:pt x="469523" y="651247"/>
                  </a:lnTo>
                  <a:lnTo>
                    <a:pt x="469239" y="651388"/>
                  </a:lnTo>
                  <a:lnTo>
                    <a:pt x="468998" y="651760"/>
                  </a:lnTo>
                  <a:lnTo>
                    <a:pt x="468957" y="652105"/>
                  </a:lnTo>
                  <a:lnTo>
                    <a:pt x="468876" y="652565"/>
                  </a:lnTo>
                  <a:lnTo>
                    <a:pt x="468507" y="652853"/>
                  </a:lnTo>
                  <a:lnTo>
                    <a:pt x="468102" y="652929"/>
                  </a:lnTo>
                  <a:lnTo>
                    <a:pt x="467744" y="653029"/>
                  </a:lnTo>
                  <a:lnTo>
                    <a:pt x="467637" y="653179"/>
                  </a:lnTo>
                  <a:lnTo>
                    <a:pt x="467076" y="653294"/>
                  </a:lnTo>
                  <a:lnTo>
                    <a:pt x="466639" y="653095"/>
                  </a:lnTo>
                  <a:lnTo>
                    <a:pt x="466447" y="652933"/>
                  </a:lnTo>
                  <a:lnTo>
                    <a:pt x="466293" y="652490"/>
                  </a:lnTo>
                  <a:lnTo>
                    <a:pt x="466164" y="652426"/>
                  </a:lnTo>
                  <a:lnTo>
                    <a:pt x="465701" y="652346"/>
                  </a:lnTo>
                  <a:lnTo>
                    <a:pt x="465385" y="652319"/>
                  </a:lnTo>
                  <a:lnTo>
                    <a:pt x="465155" y="651984"/>
                  </a:lnTo>
                  <a:lnTo>
                    <a:pt x="465040" y="651800"/>
                  </a:lnTo>
                  <a:lnTo>
                    <a:pt x="464798" y="651284"/>
                  </a:lnTo>
                  <a:lnTo>
                    <a:pt x="464745" y="651004"/>
                  </a:lnTo>
                  <a:lnTo>
                    <a:pt x="464658" y="650450"/>
                  </a:lnTo>
                  <a:lnTo>
                    <a:pt x="464691" y="650303"/>
                  </a:lnTo>
                  <a:lnTo>
                    <a:pt x="464855" y="649820"/>
                  </a:lnTo>
                  <a:lnTo>
                    <a:pt x="465106" y="649401"/>
                  </a:lnTo>
                  <a:lnTo>
                    <a:pt x="465266" y="649291"/>
                  </a:lnTo>
                  <a:lnTo>
                    <a:pt x="465248" y="648854"/>
                  </a:lnTo>
                  <a:lnTo>
                    <a:pt x="465219" y="648717"/>
                  </a:lnTo>
                  <a:lnTo>
                    <a:pt x="465056" y="648320"/>
                  </a:lnTo>
                  <a:lnTo>
                    <a:pt x="465332" y="648010"/>
                  </a:lnTo>
                  <a:lnTo>
                    <a:pt x="465115" y="647678"/>
                  </a:lnTo>
                  <a:lnTo>
                    <a:pt x="464987" y="647289"/>
                  </a:lnTo>
                  <a:lnTo>
                    <a:pt x="464974" y="647129"/>
                  </a:lnTo>
                  <a:lnTo>
                    <a:pt x="464687" y="647003"/>
                  </a:lnTo>
                  <a:lnTo>
                    <a:pt x="464498" y="646731"/>
                  </a:lnTo>
                  <a:lnTo>
                    <a:pt x="463870" y="646308"/>
                  </a:lnTo>
                  <a:lnTo>
                    <a:pt x="463876" y="646031"/>
                  </a:lnTo>
                  <a:lnTo>
                    <a:pt x="464145" y="645943"/>
                  </a:lnTo>
                  <a:lnTo>
                    <a:pt x="464312" y="645789"/>
                  </a:lnTo>
                  <a:lnTo>
                    <a:pt x="464060" y="645197"/>
                  </a:lnTo>
                  <a:lnTo>
                    <a:pt x="463630" y="645062"/>
                  </a:lnTo>
                  <a:lnTo>
                    <a:pt x="463355" y="644528"/>
                  </a:lnTo>
                  <a:lnTo>
                    <a:pt x="462970" y="644335"/>
                  </a:lnTo>
                  <a:lnTo>
                    <a:pt x="462824" y="644329"/>
                  </a:lnTo>
                  <a:lnTo>
                    <a:pt x="462535" y="644274"/>
                  </a:lnTo>
                  <a:lnTo>
                    <a:pt x="462144" y="643952"/>
                  </a:lnTo>
                  <a:lnTo>
                    <a:pt x="461494" y="643958"/>
                  </a:lnTo>
                  <a:lnTo>
                    <a:pt x="460939" y="644466"/>
                  </a:lnTo>
                  <a:lnTo>
                    <a:pt x="460525" y="644084"/>
                  </a:lnTo>
                  <a:lnTo>
                    <a:pt x="460302" y="644120"/>
                  </a:lnTo>
                  <a:lnTo>
                    <a:pt x="459824" y="644623"/>
                  </a:lnTo>
                  <a:lnTo>
                    <a:pt x="459632" y="644702"/>
                  </a:lnTo>
                  <a:lnTo>
                    <a:pt x="459497" y="644811"/>
                  </a:lnTo>
                  <a:lnTo>
                    <a:pt x="459144" y="645268"/>
                  </a:lnTo>
                  <a:lnTo>
                    <a:pt x="458699" y="645049"/>
                  </a:lnTo>
                  <a:lnTo>
                    <a:pt x="458564" y="644704"/>
                  </a:lnTo>
                  <a:lnTo>
                    <a:pt x="458295" y="644986"/>
                  </a:lnTo>
                  <a:lnTo>
                    <a:pt x="457999" y="645275"/>
                  </a:lnTo>
                  <a:lnTo>
                    <a:pt x="457812" y="645441"/>
                  </a:lnTo>
                  <a:lnTo>
                    <a:pt x="457420" y="645519"/>
                  </a:lnTo>
                  <a:lnTo>
                    <a:pt x="457335" y="645663"/>
                  </a:lnTo>
                  <a:lnTo>
                    <a:pt x="457079" y="645948"/>
                  </a:lnTo>
                  <a:lnTo>
                    <a:pt x="456682" y="646216"/>
                  </a:lnTo>
                  <a:lnTo>
                    <a:pt x="456481" y="646518"/>
                  </a:lnTo>
                  <a:lnTo>
                    <a:pt x="456172" y="646862"/>
                  </a:lnTo>
                  <a:lnTo>
                    <a:pt x="455820" y="646976"/>
                  </a:lnTo>
                  <a:lnTo>
                    <a:pt x="455511" y="646930"/>
                  </a:lnTo>
                  <a:lnTo>
                    <a:pt x="454902" y="647233"/>
                  </a:lnTo>
                  <a:lnTo>
                    <a:pt x="455311" y="647866"/>
                  </a:lnTo>
                  <a:lnTo>
                    <a:pt x="455426" y="648254"/>
                  </a:lnTo>
                  <a:lnTo>
                    <a:pt x="454962" y="649142"/>
                  </a:lnTo>
                  <a:lnTo>
                    <a:pt x="455148" y="649688"/>
                  </a:lnTo>
                  <a:lnTo>
                    <a:pt x="455110" y="650053"/>
                  </a:lnTo>
                  <a:lnTo>
                    <a:pt x="454882" y="650352"/>
                  </a:lnTo>
                  <a:lnTo>
                    <a:pt x="454710" y="650433"/>
                  </a:lnTo>
                  <a:lnTo>
                    <a:pt x="454243" y="650498"/>
                  </a:lnTo>
                  <a:lnTo>
                    <a:pt x="453682" y="650296"/>
                  </a:lnTo>
                  <a:lnTo>
                    <a:pt x="453444" y="650306"/>
                  </a:lnTo>
                  <a:lnTo>
                    <a:pt x="453084" y="650544"/>
                  </a:lnTo>
                  <a:lnTo>
                    <a:pt x="453121" y="650980"/>
                  </a:lnTo>
                  <a:lnTo>
                    <a:pt x="452969" y="651130"/>
                  </a:lnTo>
                  <a:lnTo>
                    <a:pt x="452470" y="651190"/>
                  </a:lnTo>
                  <a:lnTo>
                    <a:pt x="452212" y="651139"/>
                  </a:lnTo>
                  <a:lnTo>
                    <a:pt x="451902" y="651028"/>
                  </a:lnTo>
                  <a:lnTo>
                    <a:pt x="451580" y="650983"/>
                  </a:lnTo>
                  <a:lnTo>
                    <a:pt x="451126" y="651107"/>
                  </a:lnTo>
                  <a:lnTo>
                    <a:pt x="450604" y="651213"/>
                  </a:lnTo>
                  <a:lnTo>
                    <a:pt x="450410" y="651224"/>
                  </a:lnTo>
                  <a:lnTo>
                    <a:pt x="450197" y="651257"/>
                  </a:lnTo>
                  <a:lnTo>
                    <a:pt x="449302" y="651392"/>
                  </a:lnTo>
                  <a:lnTo>
                    <a:pt x="448609" y="651179"/>
                  </a:lnTo>
                  <a:lnTo>
                    <a:pt x="447726" y="651028"/>
                  </a:lnTo>
                  <a:lnTo>
                    <a:pt x="447540" y="650991"/>
                  </a:lnTo>
                  <a:lnTo>
                    <a:pt x="446924" y="651373"/>
                  </a:lnTo>
                  <a:lnTo>
                    <a:pt x="446786" y="651393"/>
                  </a:lnTo>
                  <a:lnTo>
                    <a:pt x="445741" y="651528"/>
                  </a:lnTo>
                  <a:lnTo>
                    <a:pt x="445398" y="651492"/>
                  </a:lnTo>
                  <a:lnTo>
                    <a:pt x="444930" y="651360"/>
                  </a:lnTo>
                  <a:lnTo>
                    <a:pt x="444596" y="651409"/>
                  </a:lnTo>
                  <a:lnTo>
                    <a:pt x="443966" y="651548"/>
                  </a:lnTo>
                  <a:lnTo>
                    <a:pt x="443453" y="651428"/>
                  </a:lnTo>
                  <a:lnTo>
                    <a:pt x="442438" y="651376"/>
                  </a:lnTo>
                  <a:lnTo>
                    <a:pt x="442169" y="651407"/>
                  </a:lnTo>
                  <a:lnTo>
                    <a:pt x="441429" y="651855"/>
                  </a:lnTo>
                  <a:lnTo>
                    <a:pt x="441060" y="652186"/>
                  </a:lnTo>
                  <a:lnTo>
                    <a:pt x="440760" y="652494"/>
                  </a:lnTo>
                  <a:lnTo>
                    <a:pt x="439672" y="652844"/>
                  </a:lnTo>
                  <a:lnTo>
                    <a:pt x="438911" y="653552"/>
                  </a:lnTo>
                  <a:lnTo>
                    <a:pt x="438949" y="653708"/>
                  </a:lnTo>
                  <a:lnTo>
                    <a:pt x="438900" y="654051"/>
                  </a:lnTo>
                  <a:lnTo>
                    <a:pt x="438630" y="654101"/>
                  </a:lnTo>
                  <a:lnTo>
                    <a:pt x="438437" y="654095"/>
                  </a:lnTo>
                  <a:lnTo>
                    <a:pt x="438034" y="654541"/>
                  </a:lnTo>
                  <a:lnTo>
                    <a:pt x="437271" y="654944"/>
                  </a:lnTo>
                  <a:lnTo>
                    <a:pt x="436785" y="655051"/>
                  </a:lnTo>
                  <a:lnTo>
                    <a:pt x="436348" y="655047"/>
                  </a:lnTo>
                  <a:lnTo>
                    <a:pt x="436148" y="654966"/>
                  </a:lnTo>
                  <a:lnTo>
                    <a:pt x="435914" y="654805"/>
                  </a:lnTo>
                  <a:lnTo>
                    <a:pt x="435317" y="654524"/>
                  </a:lnTo>
                  <a:lnTo>
                    <a:pt x="435084" y="654457"/>
                  </a:lnTo>
                  <a:lnTo>
                    <a:pt x="434748" y="654461"/>
                  </a:lnTo>
                  <a:lnTo>
                    <a:pt x="434792" y="654614"/>
                  </a:lnTo>
                  <a:lnTo>
                    <a:pt x="434639" y="655108"/>
                  </a:lnTo>
                  <a:lnTo>
                    <a:pt x="434385" y="655156"/>
                  </a:lnTo>
                  <a:lnTo>
                    <a:pt x="433936" y="655121"/>
                  </a:lnTo>
                  <a:lnTo>
                    <a:pt x="433775" y="654971"/>
                  </a:lnTo>
                  <a:lnTo>
                    <a:pt x="433602" y="654514"/>
                  </a:lnTo>
                  <a:lnTo>
                    <a:pt x="433259" y="654310"/>
                  </a:lnTo>
                  <a:lnTo>
                    <a:pt x="432294" y="654118"/>
                  </a:lnTo>
                  <a:lnTo>
                    <a:pt x="431479" y="654844"/>
                  </a:lnTo>
                  <a:lnTo>
                    <a:pt x="431160" y="655096"/>
                  </a:lnTo>
                  <a:lnTo>
                    <a:pt x="430577" y="655992"/>
                  </a:lnTo>
                  <a:lnTo>
                    <a:pt x="430674" y="656539"/>
                  </a:lnTo>
                  <a:lnTo>
                    <a:pt x="430762" y="656757"/>
                  </a:lnTo>
                  <a:lnTo>
                    <a:pt x="430882" y="657108"/>
                  </a:lnTo>
                  <a:lnTo>
                    <a:pt x="430997" y="657799"/>
                  </a:lnTo>
                  <a:lnTo>
                    <a:pt x="430864" y="658221"/>
                  </a:lnTo>
                  <a:lnTo>
                    <a:pt x="430797" y="658437"/>
                  </a:lnTo>
                  <a:lnTo>
                    <a:pt x="430880" y="658703"/>
                  </a:lnTo>
                  <a:lnTo>
                    <a:pt x="431409" y="659114"/>
                  </a:lnTo>
                  <a:lnTo>
                    <a:pt x="431460" y="659412"/>
                  </a:lnTo>
                  <a:lnTo>
                    <a:pt x="431187" y="659733"/>
                  </a:lnTo>
                  <a:lnTo>
                    <a:pt x="430731" y="660113"/>
                  </a:lnTo>
                  <a:lnTo>
                    <a:pt x="430855" y="660405"/>
                  </a:lnTo>
                  <a:lnTo>
                    <a:pt x="430894" y="660703"/>
                  </a:lnTo>
                  <a:lnTo>
                    <a:pt x="430853" y="660999"/>
                  </a:lnTo>
                  <a:lnTo>
                    <a:pt x="430700" y="661554"/>
                  </a:lnTo>
                  <a:lnTo>
                    <a:pt x="430858" y="662139"/>
                  </a:lnTo>
                  <a:lnTo>
                    <a:pt x="431296" y="662509"/>
                  </a:lnTo>
                  <a:lnTo>
                    <a:pt x="431469" y="662981"/>
                  </a:lnTo>
                  <a:lnTo>
                    <a:pt x="431466" y="663155"/>
                  </a:lnTo>
                  <a:lnTo>
                    <a:pt x="431456" y="663393"/>
                  </a:lnTo>
                  <a:lnTo>
                    <a:pt x="431445" y="663586"/>
                  </a:lnTo>
                  <a:lnTo>
                    <a:pt x="431472" y="663919"/>
                  </a:lnTo>
                  <a:lnTo>
                    <a:pt x="431393" y="664459"/>
                  </a:lnTo>
                  <a:lnTo>
                    <a:pt x="431391" y="664697"/>
                  </a:lnTo>
                  <a:lnTo>
                    <a:pt x="429644" y="665956"/>
                  </a:lnTo>
                  <a:lnTo>
                    <a:pt x="429525" y="666090"/>
                  </a:lnTo>
                  <a:lnTo>
                    <a:pt x="429383" y="666232"/>
                  </a:lnTo>
                  <a:lnTo>
                    <a:pt x="428991" y="666456"/>
                  </a:lnTo>
                  <a:lnTo>
                    <a:pt x="428743" y="666295"/>
                  </a:lnTo>
                  <a:lnTo>
                    <a:pt x="428667" y="666102"/>
                  </a:lnTo>
                  <a:lnTo>
                    <a:pt x="427887" y="666101"/>
                  </a:lnTo>
                  <a:lnTo>
                    <a:pt x="427573" y="666412"/>
                  </a:lnTo>
                  <a:lnTo>
                    <a:pt x="427112" y="666674"/>
                  </a:lnTo>
                  <a:lnTo>
                    <a:pt x="426593" y="666844"/>
                  </a:lnTo>
                  <a:lnTo>
                    <a:pt x="426097" y="666667"/>
                  </a:lnTo>
                  <a:lnTo>
                    <a:pt x="425550" y="667227"/>
                  </a:lnTo>
                  <a:lnTo>
                    <a:pt x="425184" y="667190"/>
                  </a:lnTo>
                  <a:lnTo>
                    <a:pt x="423778" y="667392"/>
                  </a:lnTo>
                  <a:lnTo>
                    <a:pt x="423166" y="667592"/>
                  </a:lnTo>
                  <a:lnTo>
                    <a:pt x="422766" y="667896"/>
                  </a:lnTo>
                  <a:lnTo>
                    <a:pt x="422482" y="668138"/>
                  </a:lnTo>
                  <a:lnTo>
                    <a:pt x="421774" y="668215"/>
                  </a:lnTo>
                  <a:lnTo>
                    <a:pt x="421428" y="667988"/>
                  </a:lnTo>
                  <a:lnTo>
                    <a:pt x="420851" y="667755"/>
                  </a:lnTo>
                  <a:lnTo>
                    <a:pt x="420560" y="667726"/>
                  </a:lnTo>
                  <a:lnTo>
                    <a:pt x="420315" y="667708"/>
                  </a:lnTo>
                  <a:lnTo>
                    <a:pt x="419999" y="667635"/>
                  </a:lnTo>
                  <a:lnTo>
                    <a:pt x="419681" y="667275"/>
                  </a:lnTo>
                  <a:lnTo>
                    <a:pt x="419176" y="666817"/>
                  </a:lnTo>
                  <a:lnTo>
                    <a:pt x="418747" y="666824"/>
                  </a:lnTo>
                  <a:lnTo>
                    <a:pt x="418349" y="666984"/>
                  </a:lnTo>
                  <a:lnTo>
                    <a:pt x="418078" y="667277"/>
                  </a:lnTo>
                  <a:lnTo>
                    <a:pt x="417853" y="667416"/>
                  </a:lnTo>
                  <a:lnTo>
                    <a:pt x="417077" y="667543"/>
                  </a:lnTo>
                  <a:lnTo>
                    <a:pt x="416545" y="667526"/>
                  </a:lnTo>
                  <a:lnTo>
                    <a:pt x="416255" y="667334"/>
                  </a:lnTo>
                  <a:lnTo>
                    <a:pt x="415320" y="666685"/>
                  </a:lnTo>
                  <a:lnTo>
                    <a:pt x="415219" y="666425"/>
                  </a:lnTo>
                  <a:lnTo>
                    <a:pt x="415100" y="665777"/>
                  </a:lnTo>
                  <a:lnTo>
                    <a:pt x="414669" y="665515"/>
                  </a:lnTo>
                  <a:lnTo>
                    <a:pt x="414501" y="665152"/>
                  </a:lnTo>
                  <a:lnTo>
                    <a:pt x="414438" y="664819"/>
                  </a:lnTo>
                  <a:lnTo>
                    <a:pt x="414258" y="664276"/>
                  </a:lnTo>
                  <a:lnTo>
                    <a:pt x="414195" y="663929"/>
                  </a:lnTo>
                  <a:lnTo>
                    <a:pt x="413997" y="663023"/>
                  </a:lnTo>
                  <a:lnTo>
                    <a:pt x="413777" y="662871"/>
                  </a:lnTo>
                  <a:lnTo>
                    <a:pt x="413656" y="662473"/>
                  </a:lnTo>
                  <a:lnTo>
                    <a:pt x="413448" y="661806"/>
                  </a:lnTo>
                  <a:lnTo>
                    <a:pt x="413233" y="661346"/>
                  </a:lnTo>
                  <a:lnTo>
                    <a:pt x="413039" y="661055"/>
                  </a:lnTo>
                  <a:lnTo>
                    <a:pt x="412860" y="660821"/>
                  </a:lnTo>
                  <a:lnTo>
                    <a:pt x="412498" y="660476"/>
                  </a:lnTo>
                  <a:lnTo>
                    <a:pt x="412545" y="659943"/>
                  </a:lnTo>
                  <a:lnTo>
                    <a:pt x="412315" y="659582"/>
                  </a:lnTo>
                  <a:lnTo>
                    <a:pt x="412303" y="659043"/>
                  </a:lnTo>
                  <a:lnTo>
                    <a:pt x="411895" y="658664"/>
                  </a:lnTo>
                  <a:lnTo>
                    <a:pt x="411650" y="658261"/>
                  </a:lnTo>
                  <a:lnTo>
                    <a:pt x="411415" y="658342"/>
                  </a:lnTo>
                  <a:lnTo>
                    <a:pt x="411012" y="658483"/>
                  </a:lnTo>
                  <a:lnTo>
                    <a:pt x="410602" y="657915"/>
                  </a:lnTo>
                  <a:lnTo>
                    <a:pt x="409983" y="657995"/>
                  </a:lnTo>
                  <a:lnTo>
                    <a:pt x="409936" y="657826"/>
                  </a:lnTo>
                  <a:lnTo>
                    <a:pt x="409993" y="657595"/>
                  </a:lnTo>
                  <a:lnTo>
                    <a:pt x="410366" y="657259"/>
                  </a:lnTo>
                  <a:lnTo>
                    <a:pt x="410784" y="657082"/>
                  </a:lnTo>
                  <a:lnTo>
                    <a:pt x="410989" y="657072"/>
                  </a:lnTo>
                  <a:lnTo>
                    <a:pt x="411248" y="656791"/>
                  </a:lnTo>
                  <a:lnTo>
                    <a:pt x="411073" y="656277"/>
                  </a:lnTo>
                  <a:lnTo>
                    <a:pt x="410997" y="656040"/>
                  </a:lnTo>
                  <a:lnTo>
                    <a:pt x="410866" y="655781"/>
                  </a:lnTo>
                  <a:lnTo>
                    <a:pt x="410598" y="655300"/>
                  </a:lnTo>
                  <a:lnTo>
                    <a:pt x="410575" y="654875"/>
                  </a:lnTo>
                  <a:lnTo>
                    <a:pt x="410423" y="654649"/>
                  </a:lnTo>
                  <a:lnTo>
                    <a:pt x="410172" y="654484"/>
                  </a:lnTo>
                  <a:lnTo>
                    <a:pt x="409827" y="654391"/>
                  </a:lnTo>
                  <a:lnTo>
                    <a:pt x="409569" y="654091"/>
                  </a:lnTo>
                  <a:lnTo>
                    <a:pt x="409632" y="653827"/>
                  </a:lnTo>
                  <a:lnTo>
                    <a:pt x="410270" y="653097"/>
                  </a:lnTo>
                  <a:lnTo>
                    <a:pt x="410478" y="652890"/>
                  </a:lnTo>
                  <a:lnTo>
                    <a:pt x="410643" y="652727"/>
                  </a:lnTo>
                  <a:lnTo>
                    <a:pt x="410914" y="652525"/>
                  </a:lnTo>
                  <a:lnTo>
                    <a:pt x="411357" y="652159"/>
                  </a:lnTo>
                  <a:lnTo>
                    <a:pt x="410927" y="651710"/>
                  </a:lnTo>
                  <a:lnTo>
                    <a:pt x="410766" y="651579"/>
                  </a:lnTo>
                  <a:lnTo>
                    <a:pt x="410376" y="651171"/>
                  </a:lnTo>
                  <a:lnTo>
                    <a:pt x="410259" y="650917"/>
                  </a:lnTo>
                  <a:lnTo>
                    <a:pt x="409857" y="650439"/>
                  </a:lnTo>
                  <a:lnTo>
                    <a:pt x="409668" y="650356"/>
                  </a:lnTo>
                  <a:lnTo>
                    <a:pt x="408555" y="650071"/>
                  </a:lnTo>
                  <a:lnTo>
                    <a:pt x="408428" y="650372"/>
                  </a:lnTo>
                  <a:lnTo>
                    <a:pt x="407804" y="650472"/>
                  </a:lnTo>
                  <a:lnTo>
                    <a:pt x="407448" y="650297"/>
                  </a:lnTo>
                  <a:lnTo>
                    <a:pt x="407051" y="650613"/>
                  </a:lnTo>
                  <a:lnTo>
                    <a:pt x="406300" y="650513"/>
                  </a:lnTo>
                  <a:lnTo>
                    <a:pt x="406025" y="650445"/>
                  </a:lnTo>
                  <a:lnTo>
                    <a:pt x="405992" y="649963"/>
                  </a:lnTo>
                  <a:lnTo>
                    <a:pt x="406139" y="649828"/>
                  </a:lnTo>
                  <a:lnTo>
                    <a:pt x="405919" y="649519"/>
                  </a:lnTo>
                  <a:lnTo>
                    <a:pt x="405839" y="648875"/>
                  </a:lnTo>
                  <a:lnTo>
                    <a:pt x="406262" y="648477"/>
                  </a:lnTo>
                  <a:lnTo>
                    <a:pt x="406259" y="648048"/>
                  </a:lnTo>
                  <a:lnTo>
                    <a:pt x="405998" y="647754"/>
                  </a:lnTo>
                  <a:lnTo>
                    <a:pt x="405806" y="647752"/>
                  </a:lnTo>
                  <a:lnTo>
                    <a:pt x="405527" y="647678"/>
                  </a:lnTo>
                  <a:lnTo>
                    <a:pt x="405286" y="647506"/>
                  </a:lnTo>
                  <a:lnTo>
                    <a:pt x="404793" y="647001"/>
                  </a:lnTo>
                  <a:lnTo>
                    <a:pt x="404479" y="646487"/>
                  </a:lnTo>
                  <a:lnTo>
                    <a:pt x="404281" y="646211"/>
                  </a:lnTo>
                  <a:lnTo>
                    <a:pt x="403840" y="645717"/>
                  </a:lnTo>
                  <a:lnTo>
                    <a:pt x="403829" y="645345"/>
                  </a:lnTo>
                  <a:lnTo>
                    <a:pt x="403859" y="645149"/>
                  </a:lnTo>
                  <a:lnTo>
                    <a:pt x="403525" y="644519"/>
                  </a:lnTo>
                  <a:lnTo>
                    <a:pt x="403487" y="644227"/>
                  </a:lnTo>
                  <a:lnTo>
                    <a:pt x="403441" y="643873"/>
                  </a:lnTo>
                  <a:lnTo>
                    <a:pt x="403420" y="643709"/>
                  </a:lnTo>
                  <a:lnTo>
                    <a:pt x="403463" y="643532"/>
                  </a:lnTo>
                  <a:lnTo>
                    <a:pt x="403460" y="643186"/>
                  </a:lnTo>
                  <a:lnTo>
                    <a:pt x="402812" y="642418"/>
                  </a:lnTo>
                  <a:lnTo>
                    <a:pt x="402679" y="641835"/>
                  </a:lnTo>
                  <a:lnTo>
                    <a:pt x="402376" y="641505"/>
                  </a:lnTo>
                  <a:lnTo>
                    <a:pt x="402188" y="641206"/>
                  </a:lnTo>
                  <a:lnTo>
                    <a:pt x="401866" y="640849"/>
                  </a:lnTo>
                  <a:lnTo>
                    <a:pt x="401775" y="640606"/>
                  </a:lnTo>
                  <a:lnTo>
                    <a:pt x="401733" y="640385"/>
                  </a:lnTo>
                  <a:lnTo>
                    <a:pt x="401456" y="639830"/>
                  </a:lnTo>
                  <a:lnTo>
                    <a:pt x="400910" y="639399"/>
                  </a:lnTo>
                  <a:lnTo>
                    <a:pt x="400532" y="639249"/>
                  </a:lnTo>
                  <a:lnTo>
                    <a:pt x="400336" y="639077"/>
                  </a:lnTo>
                  <a:lnTo>
                    <a:pt x="399446" y="637888"/>
                  </a:lnTo>
                  <a:lnTo>
                    <a:pt x="399184" y="637714"/>
                  </a:lnTo>
                  <a:lnTo>
                    <a:pt x="399013" y="637475"/>
                  </a:lnTo>
                  <a:lnTo>
                    <a:pt x="398875" y="637053"/>
                  </a:lnTo>
                  <a:lnTo>
                    <a:pt x="398773" y="636653"/>
                  </a:lnTo>
                  <a:lnTo>
                    <a:pt x="398619" y="636158"/>
                  </a:lnTo>
                  <a:lnTo>
                    <a:pt x="398646" y="635899"/>
                  </a:lnTo>
                  <a:lnTo>
                    <a:pt x="398731" y="635724"/>
                  </a:lnTo>
                  <a:lnTo>
                    <a:pt x="398434" y="635454"/>
                  </a:lnTo>
                  <a:lnTo>
                    <a:pt x="398480" y="634899"/>
                  </a:lnTo>
                  <a:lnTo>
                    <a:pt x="398482" y="634487"/>
                  </a:lnTo>
                  <a:lnTo>
                    <a:pt x="398755" y="634131"/>
                  </a:lnTo>
                  <a:lnTo>
                    <a:pt x="398889" y="633868"/>
                  </a:lnTo>
                  <a:lnTo>
                    <a:pt x="398920" y="633740"/>
                  </a:lnTo>
                  <a:lnTo>
                    <a:pt x="398956" y="633589"/>
                  </a:lnTo>
                  <a:lnTo>
                    <a:pt x="399008" y="633268"/>
                  </a:lnTo>
                  <a:lnTo>
                    <a:pt x="398894" y="633096"/>
                  </a:lnTo>
                  <a:lnTo>
                    <a:pt x="398685" y="632946"/>
                  </a:lnTo>
                  <a:lnTo>
                    <a:pt x="398348" y="632911"/>
                  </a:lnTo>
                  <a:lnTo>
                    <a:pt x="398236" y="632747"/>
                  </a:lnTo>
                  <a:lnTo>
                    <a:pt x="398285" y="632558"/>
                  </a:lnTo>
                  <a:lnTo>
                    <a:pt x="398361" y="632300"/>
                  </a:lnTo>
                  <a:lnTo>
                    <a:pt x="398636" y="631752"/>
                  </a:lnTo>
                  <a:lnTo>
                    <a:pt x="398729" y="631566"/>
                  </a:lnTo>
                  <a:lnTo>
                    <a:pt x="398905" y="631307"/>
                  </a:lnTo>
                  <a:lnTo>
                    <a:pt x="398863" y="630791"/>
                  </a:lnTo>
                  <a:lnTo>
                    <a:pt x="398951" y="630631"/>
                  </a:lnTo>
                  <a:lnTo>
                    <a:pt x="399023" y="630503"/>
                  </a:lnTo>
                  <a:lnTo>
                    <a:pt x="399160" y="630209"/>
                  </a:lnTo>
                  <a:lnTo>
                    <a:pt x="399128" y="630023"/>
                  </a:lnTo>
                  <a:lnTo>
                    <a:pt x="399015" y="629776"/>
                  </a:lnTo>
                  <a:lnTo>
                    <a:pt x="398721" y="629544"/>
                  </a:lnTo>
                  <a:lnTo>
                    <a:pt x="398604" y="628678"/>
                  </a:lnTo>
                  <a:lnTo>
                    <a:pt x="398912" y="628638"/>
                  </a:lnTo>
                  <a:lnTo>
                    <a:pt x="399170" y="628016"/>
                  </a:lnTo>
                  <a:lnTo>
                    <a:pt x="399206" y="627556"/>
                  </a:lnTo>
                  <a:lnTo>
                    <a:pt x="399280" y="627357"/>
                  </a:lnTo>
                  <a:lnTo>
                    <a:pt x="399432" y="627059"/>
                  </a:lnTo>
                  <a:lnTo>
                    <a:pt x="399331" y="626855"/>
                  </a:lnTo>
                  <a:lnTo>
                    <a:pt x="399169" y="626566"/>
                  </a:lnTo>
                  <a:lnTo>
                    <a:pt x="398562" y="625890"/>
                  </a:lnTo>
                  <a:lnTo>
                    <a:pt x="398372" y="625374"/>
                  </a:lnTo>
                  <a:lnTo>
                    <a:pt x="398221" y="624033"/>
                  </a:lnTo>
                  <a:lnTo>
                    <a:pt x="398100" y="623853"/>
                  </a:lnTo>
                  <a:lnTo>
                    <a:pt x="397723" y="623592"/>
                  </a:lnTo>
                  <a:lnTo>
                    <a:pt x="397510" y="623253"/>
                  </a:lnTo>
                  <a:lnTo>
                    <a:pt x="397415" y="622920"/>
                  </a:lnTo>
                  <a:lnTo>
                    <a:pt x="396135" y="621883"/>
                  </a:lnTo>
                  <a:lnTo>
                    <a:pt x="395431" y="621469"/>
                  </a:lnTo>
                  <a:lnTo>
                    <a:pt x="395379" y="621238"/>
                  </a:lnTo>
                  <a:lnTo>
                    <a:pt x="395210" y="620963"/>
                  </a:lnTo>
                  <a:lnTo>
                    <a:pt x="395063" y="620725"/>
                  </a:lnTo>
                  <a:lnTo>
                    <a:pt x="394766" y="620341"/>
                  </a:lnTo>
                  <a:lnTo>
                    <a:pt x="394495" y="620410"/>
                  </a:lnTo>
                  <a:lnTo>
                    <a:pt x="394028" y="620505"/>
                  </a:lnTo>
                  <a:lnTo>
                    <a:pt x="393640" y="620589"/>
                  </a:lnTo>
                  <a:lnTo>
                    <a:pt x="392927" y="621254"/>
                  </a:lnTo>
                  <a:lnTo>
                    <a:pt x="392689" y="621383"/>
                  </a:lnTo>
                  <a:lnTo>
                    <a:pt x="392295" y="621543"/>
                  </a:lnTo>
                  <a:lnTo>
                    <a:pt x="391887" y="621698"/>
                  </a:lnTo>
                  <a:lnTo>
                    <a:pt x="391418" y="622133"/>
                  </a:lnTo>
                  <a:lnTo>
                    <a:pt x="391287" y="622635"/>
                  </a:lnTo>
                  <a:lnTo>
                    <a:pt x="390767" y="622841"/>
                  </a:lnTo>
                  <a:lnTo>
                    <a:pt x="389962" y="623037"/>
                  </a:lnTo>
                  <a:lnTo>
                    <a:pt x="389797" y="623402"/>
                  </a:lnTo>
                  <a:lnTo>
                    <a:pt x="389652" y="623611"/>
                  </a:lnTo>
                  <a:lnTo>
                    <a:pt x="389406" y="623613"/>
                  </a:lnTo>
                  <a:lnTo>
                    <a:pt x="387901" y="624347"/>
                  </a:lnTo>
                  <a:lnTo>
                    <a:pt x="387615" y="625137"/>
                  </a:lnTo>
                  <a:lnTo>
                    <a:pt x="387517" y="625379"/>
                  </a:lnTo>
                  <a:lnTo>
                    <a:pt x="387320" y="626126"/>
                  </a:lnTo>
                  <a:lnTo>
                    <a:pt x="387285" y="626363"/>
                  </a:lnTo>
                  <a:lnTo>
                    <a:pt x="387141" y="626747"/>
                  </a:lnTo>
                  <a:lnTo>
                    <a:pt x="386860" y="627702"/>
                  </a:lnTo>
                  <a:lnTo>
                    <a:pt x="385393" y="627991"/>
                  </a:lnTo>
                  <a:lnTo>
                    <a:pt x="385056" y="627935"/>
                  </a:lnTo>
                  <a:lnTo>
                    <a:pt x="384640" y="628030"/>
                  </a:lnTo>
                  <a:lnTo>
                    <a:pt x="384479" y="628159"/>
                  </a:lnTo>
                  <a:lnTo>
                    <a:pt x="384109" y="628362"/>
                  </a:lnTo>
                  <a:lnTo>
                    <a:pt x="383842" y="628059"/>
                  </a:lnTo>
                  <a:lnTo>
                    <a:pt x="383384" y="627985"/>
                  </a:lnTo>
                  <a:lnTo>
                    <a:pt x="382824" y="628019"/>
                  </a:lnTo>
                  <a:lnTo>
                    <a:pt x="382161" y="627424"/>
                  </a:lnTo>
                  <a:lnTo>
                    <a:pt x="381759" y="627553"/>
                  </a:lnTo>
                  <a:lnTo>
                    <a:pt x="381436" y="628029"/>
                  </a:lnTo>
                  <a:lnTo>
                    <a:pt x="381237" y="628109"/>
                  </a:lnTo>
                  <a:lnTo>
                    <a:pt x="381601" y="628741"/>
                  </a:lnTo>
                  <a:lnTo>
                    <a:pt x="381286" y="629156"/>
                  </a:lnTo>
                  <a:lnTo>
                    <a:pt x="381307" y="629363"/>
                  </a:lnTo>
                  <a:lnTo>
                    <a:pt x="381557" y="629600"/>
                  </a:lnTo>
                  <a:lnTo>
                    <a:pt x="381602" y="629822"/>
                  </a:lnTo>
                  <a:lnTo>
                    <a:pt x="381646" y="630075"/>
                  </a:lnTo>
                  <a:lnTo>
                    <a:pt x="381667" y="630379"/>
                  </a:lnTo>
                  <a:lnTo>
                    <a:pt x="381984" y="630378"/>
                  </a:lnTo>
                  <a:lnTo>
                    <a:pt x="382333" y="630648"/>
                  </a:lnTo>
                  <a:lnTo>
                    <a:pt x="383027" y="631480"/>
                  </a:lnTo>
                  <a:lnTo>
                    <a:pt x="382723" y="631841"/>
                  </a:lnTo>
                  <a:lnTo>
                    <a:pt x="382517" y="632022"/>
                  </a:lnTo>
                  <a:lnTo>
                    <a:pt x="381750" y="632422"/>
                  </a:lnTo>
                  <a:lnTo>
                    <a:pt x="381578" y="632698"/>
                  </a:lnTo>
                  <a:lnTo>
                    <a:pt x="381963" y="633299"/>
                  </a:lnTo>
                  <a:lnTo>
                    <a:pt x="382804" y="633269"/>
                  </a:lnTo>
                  <a:lnTo>
                    <a:pt x="382616" y="633696"/>
                  </a:lnTo>
                  <a:lnTo>
                    <a:pt x="382916" y="633965"/>
                  </a:lnTo>
                  <a:lnTo>
                    <a:pt x="383224" y="634116"/>
                  </a:lnTo>
                  <a:lnTo>
                    <a:pt x="383294" y="634376"/>
                  </a:lnTo>
                  <a:lnTo>
                    <a:pt x="383258" y="634944"/>
                  </a:lnTo>
                  <a:lnTo>
                    <a:pt x="382726" y="634884"/>
                  </a:lnTo>
                  <a:lnTo>
                    <a:pt x="382750" y="635328"/>
                  </a:lnTo>
                  <a:lnTo>
                    <a:pt x="382769" y="635885"/>
                  </a:lnTo>
                  <a:lnTo>
                    <a:pt x="382809" y="636290"/>
                  </a:lnTo>
                  <a:lnTo>
                    <a:pt x="382805" y="636478"/>
                  </a:lnTo>
                  <a:lnTo>
                    <a:pt x="382396" y="636529"/>
                  </a:lnTo>
                  <a:lnTo>
                    <a:pt x="382078" y="636494"/>
                  </a:lnTo>
                  <a:lnTo>
                    <a:pt x="381802" y="636701"/>
                  </a:lnTo>
                  <a:lnTo>
                    <a:pt x="382599" y="637666"/>
                  </a:lnTo>
                  <a:lnTo>
                    <a:pt x="382490" y="638137"/>
                  </a:lnTo>
                  <a:lnTo>
                    <a:pt x="382810" y="638544"/>
                  </a:lnTo>
                  <a:lnTo>
                    <a:pt x="383217" y="638727"/>
                  </a:lnTo>
                  <a:lnTo>
                    <a:pt x="382950" y="638799"/>
                  </a:lnTo>
                  <a:lnTo>
                    <a:pt x="382493" y="639040"/>
                  </a:lnTo>
                  <a:lnTo>
                    <a:pt x="382234" y="639217"/>
                  </a:lnTo>
                  <a:lnTo>
                    <a:pt x="382103" y="639318"/>
                  </a:lnTo>
                  <a:lnTo>
                    <a:pt x="381775" y="639574"/>
                  </a:lnTo>
                  <a:lnTo>
                    <a:pt x="381417" y="639941"/>
                  </a:lnTo>
                  <a:lnTo>
                    <a:pt x="381106" y="640095"/>
                  </a:lnTo>
                  <a:lnTo>
                    <a:pt x="380679" y="640240"/>
                  </a:lnTo>
                  <a:lnTo>
                    <a:pt x="379689" y="640212"/>
                  </a:lnTo>
                  <a:lnTo>
                    <a:pt x="379178" y="640706"/>
                  </a:lnTo>
                  <a:lnTo>
                    <a:pt x="378992" y="640734"/>
                  </a:lnTo>
                  <a:lnTo>
                    <a:pt x="378647" y="640759"/>
                  </a:lnTo>
                  <a:lnTo>
                    <a:pt x="378339" y="640853"/>
                  </a:lnTo>
                  <a:lnTo>
                    <a:pt x="377960" y="640899"/>
                  </a:lnTo>
                  <a:lnTo>
                    <a:pt x="377620" y="640887"/>
                  </a:lnTo>
                  <a:lnTo>
                    <a:pt x="376709" y="641007"/>
                  </a:lnTo>
                  <a:lnTo>
                    <a:pt x="376526" y="641159"/>
                  </a:lnTo>
                  <a:lnTo>
                    <a:pt x="375936" y="641610"/>
                  </a:lnTo>
                  <a:lnTo>
                    <a:pt x="375782" y="641667"/>
                  </a:lnTo>
                  <a:lnTo>
                    <a:pt x="375131" y="642130"/>
                  </a:lnTo>
                  <a:lnTo>
                    <a:pt x="374872" y="642124"/>
                  </a:lnTo>
                  <a:lnTo>
                    <a:pt x="374549" y="642011"/>
                  </a:lnTo>
                  <a:lnTo>
                    <a:pt x="373747" y="642094"/>
                  </a:lnTo>
                  <a:lnTo>
                    <a:pt x="373260" y="642215"/>
                  </a:lnTo>
                  <a:lnTo>
                    <a:pt x="372858" y="642095"/>
                  </a:lnTo>
                  <a:lnTo>
                    <a:pt x="372667" y="641908"/>
                  </a:lnTo>
                  <a:lnTo>
                    <a:pt x="372355" y="641684"/>
                  </a:lnTo>
                  <a:lnTo>
                    <a:pt x="372324" y="641499"/>
                  </a:lnTo>
                  <a:lnTo>
                    <a:pt x="372247" y="641268"/>
                  </a:lnTo>
                  <a:lnTo>
                    <a:pt x="371851" y="641316"/>
                  </a:lnTo>
                  <a:lnTo>
                    <a:pt x="371618" y="641326"/>
                  </a:lnTo>
                  <a:lnTo>
                    <a:pt x="371215" y="641304"/>
                  </a:lnTo>
                  <a:lnTo>
                    <a:pt x="371039" y="641251"/>
                  </a:lnTo>
                  <a:lnTo>
                    <a:pt x="370649" y="641162"/>
                  </a:lnTo>
                  <a:lnTo>
                    <a:pt x="370488" y="641351"/>
                  </a:lnTo>
                  <a:lnTo>
                    <a:pt x="369858" y="641736"/>
                  </a:lnTo>
                  <a:lnTo>
                    <a:pt x="369624" y="641788"/>
                  </a:lnTo>
                  <a:lnTo>
                    <a:pt x="369297" y="641564"/>
                  </a:lnTo>
                  <a:lnTo>
                    <a:pt x="368601" y="641209"/>
                  </a:lnTo>
                  <a:lnTo>
                    <a:pt x="368385" y="641109"/>
                  </a:lnTo>
                  <a:lnTo>
                    <a:pt x="367617" y="640742"/>
                  </a:lnTo>
                  <a:lnTo>
                    <a:pt x="367375" y="640356"/>
                  </a:lnTo>
                  <a:lnTo>
                    <a:pt x="367506" y="640057"/>
                  </a:lnTo>
                  <a:lnTo>
                    <a:pt x="367587" y="639732"/>
                  </a:lnTo>
                  <a:lnTo>
                    <a:pt x="367561" y="639475"/>
                  </a:lnTo>
                  <a:lnTo>
                    <a:pt x="367482" y="639095"/>
                  </a:lnTo>
                  <a:lnTo>
                    <a:pt x="367486" y="638878"/>
                  </a:lnTo>
                  <a:lnTo>
                    <a:pt x="367434" y="638671"/>
                  </a:lnTo>
                  <a:lnTo>
                    <a:pt x="367369" y="638531"/>
                  </a:lnTo>
                  <a:lnTo>
                    <a:pt x="366962" y="637616"/>
                  </a:lnTo>
                  <a:lnTo>
                    <a:pt x="366933" y="637379"/>
                  </a:lnTo>
                  <a:lnTo>
                    <a:pt x="366995" y="636769"/>
                  </a:lnTo>
                  <a:lnTo>
                    <a:pt x="367058" y="636216"/>
                  </a:lnTo>
                  <a:lnTo>
                    <a:pt x="367043" y="635678"/>
                  </a:lnTo>
                  <a:lnTo>
                    <a:pt x="366888" y="635454"/>
                  </a:lnTo>
                  <a:lnTo>
                    <a:pt x="366587" y="635621"/>
                  </a:lnTo>
                  <a:lnTo>
                    <a:pt x="366190" y="636162"/>
                  </a:lnTo>
                  <a:lnTo>
                    <a:pt x="366204" y="636483"/>
                  </a:lnTo>
                  <a:lnTo>
                    <a:pt x="365255" y="637179"/>
                  </a:lnTo>
                  <a:lnTo>
                    <a:pt x="364892" y="637041"/>
                  </a:lnTo>
                  <a:lnTo>
                    <a:pt x="364619" y="636631"/>
                  </a:lnTo>
                  <a:lnTo>
                    <a:pt x="364277" y="636447"/>
                  </a:lnTo>
                  <a:lnTo>
                    <a:pt x="364057" y="636233"/>
                  </a:lnTo>
                  <a:lnTo>
                    <a:pt x="363273" y="636224"/>
                  </a:lnTo>
                  <a:lnTo>
                    <a:pt x="362892" y="636122"/>
                  </a:lnTo>
                  <a:lnTo>
                    <a:pt x="362695" y="635811"/>
                  </a:lnTo>
                  <a:lnTo>
                    <a:pt x="362301" y="635453"/>
                  </a:lnTo>
                  <a:lnTo>
                    <a:pt x="362026" y="635052"/>
                  </a:lnTo>
                  <a:lnTo>
                    <a:pt x="361401" y="634199"/>
                  </a:lnTo>
                  <a:lnTo>
                    <a:pt x="361946" y="633598"/>
                  </a:lnTo>
                  <a:lnTo>
                    <a:pt x="362052" y="633299"/>
                  </a:lnTo>
                  <a:lnTo>
                    <a:pt x="362773" y="632701"/>
                  </a:lnTo>
                  <a:lnTo>
                    <a:pt x="362677" y="632533"/>
                  </a:lnTo>
                  <a:lnTo>
                    <a:pt x="362822" y="631789"/>
                  </a:lnTo>
                  <a:lnTo>
                    <a:pt x="362675" y="631523"/>
                  </a:lnTo>
                  <a:lnTo>
                    <a:pt x="362526" y="631414"/>
                  </a:lnTo>
                  <a:lnTo>
                    <a:pt x="362330" y="631173"/>
                  </a:lnTo>
                  <a:lnTo>
                    <a:pt x="362004" y="630910"/>
                  </a:lnTo>
                  <a:lnTo>
                    <a:pt x="361112" y="630386"/>
                  </a:lnTo>
                  <a:lnTo>
                    <a:pt x="360912" y="630239"/>
                  </a:lnTo>
                  <a:lnTo>
                    <a:pt x="360775" y="629924"/>
                  </a:lnTo>
                  <a:lnTo>
                    <a:pt x="360702" y="629747"/>
                  </a:lnTo>
                  <a:lnTo>
                    <a:pt x="360274" y="629245"/>
                  </a:lnTo>
                  <a:lnTo>
                    <a:pt x="359943" y="628766"/>
                  </a:lnTo>
                  <a:lnTo>
                    <a:pt x="359474" y="628453"/>
                  </a:lnTo>
                  <a:lnTo>
                    <a:pt x="359307" y="628338"/>
                  </a:lnTo>
                  <a:lnTo>
                    <a:pt x="359047" y="627997"/>
                  </a:lnTo>
                  <a:lnTo>
                    <a:pt x="358928" y="627796"/>
                  </a:lnTo>
                  <a:lnTo>
                    <a:pt x="358439" y="627772"/>
                  </a:lnTo>
                  <a:lnTo>
                    <a:pt x="358494" y="627095"/>
                  </a:lnTo>
                  <a:lnTo>
                    <a:pt x="358381" y="626844"/>
                  </a:lnTo>
                  <a:lnTo>
                    <a:pt x="358164" y="626605"/>
                  </a:lnTo>
                  <a:lnTo>
                    <a:pt x="357938" y="626411"/>
                  </a:lnTo>
                  <a:lnTo>
                    <a:pt x="357793" y="626205"/>
                  </a:lnTo>
                  <a:lnTo>
                    <a:pt x="357532" y="626084"/>
                  </a:lnTo>
                  <a:lnTo>
                    <a:pt x="357358" y="626016"/>
                  </a:lnTo>
                  <a:lnTo>
                    <a:pt x="356807" y="625788"/>
                  </a:lnTo>
                  <a:lnTo>
                    <a:pt x="356938" y="625388"/>
                  </a:lnTo>
                  <a:lnTo>
                    <a:pt x="357102" y="625205"/>
                  </a:lnTo>
                  <a:lnTo>
                    <a:pt x="357276" y="625052"/>
                  </a:lnTo>
                  <a:lnTo>
                    <a:pt x="357434" y="624919"/>
                  </a:lnTo>
                  <a:lnTo>
                    <a:pt x="357621" y="624379"/>
                  </a:lnTo>
                  <a:lnTo>
                    <a:pt x="357786" y="623825"/>
                  </a:lnTo>
                  <a:lnTo>
                    <a:pt x="357474" y="623400"/>
                  </a:lnTo>
                  <a:lnTo>
                    <a:pt x="357321" y="623321"/>
                  </a:lnTo>
                  <a:lnTo>
                    <a:pt x="356925" y="623169"/>
                  </a:lnTo>
                  <a:lnTo>
                    <a:pt x="356622" y="623076"/>
                  </a:lnTo>
                  <a:lnTo>
                    <a:pt x="356336" y="622587"/>
                  </a:lnTo>
                  <a:lnTo>
                    <a:pt x="356208" y="622361"/>
                  </a:lnTo>
                  <a:lnTo>
                    <a:pt x="356046" y="621613"/>
                  </a:lnTo>
                  <a:lnTo>
                    <a:pt x="356284" y="621326"/>
                  </a:lnTo>
                  <a:lnTo>
                    <a:pt x="356421" y="621008"/>
                  </a:lnTo>
                  <a:lnTo>
                    <a:pt x="356226" y="620762"/>
                  </a:lnTo>
                  <a:lnTo>
                    <a:pt x="356158" y="620600"/>
                  </a:lnTo>
                  <a:lnTo>
                    <a:pt x="356616" y="619787"/>
                  </a:lnTo>
                  <a:lnTo>
                    <a:pt x="356891" y="619640"/>
                  </a:lnTo>
                  <a:lnTo>
                    <a:pt x="357046" y="619633"/>
                  </a:lnTo>
                  <a:lnTo>
                    <a:pt x="357761" y="619632"/>
                  </a:lnTo>
                  <a:lnTo>
                    <a:pt x="357958" y="619756"/>
                  </a:lnTo>
                  <a:lnTo>
                    <a:pt x="358230" y="619923"/>
                  </a:lnTo>
                  <a:lnTo>
                    <a:pt x="359096" y="619919"/>
                  </a:lnTo>
                  <a:lnTo>
                    <a:pt x="359348" y="619667"/>
                  </a:lnTo>
                  <a:lnTo>
                    <a:pt x="359522" y="619139"/>
                  </a:lnTo>
                  <a:lnTo>
                    <a:pt x="359926" y="618923"/>
                  </a:lnTo>
                  <a:lnTo>
                    <a:pt x="360080" y="618801"/>
                  </a:lnTo>
                  <a:lnTo>
                    <a:pt x="360101" y="617719"/>
                  </a:lnTo>
                  <a:lnTo>
                    <a:pt x="359999" y="617461"/>
                  </a:lnTo>
                  <a:lnTo>
                    <a:pt x="359851" y="617395"/>
                  </a:lnTo>
                  <a:lnTo>
                    <a:pt x="359457" y="617283"/>
                  </a:lnTo>
                  <a:lnTo>
                    <a:pt x="359001" y="617405"/>
                  </a:lnTo>
                  <a:lnTo>
                    <a:pt x="357679" y="616377"/>
                  </a:lnTo>
                  <a:lnTo>
                    <a:pt x="357392" y="616214"/>
                  </a:lnTo>
                  <a:lnTo>
                    <a:pt x="357261" y="616139"/>
                  </a:lnTo>
                  <a:lnTo>
                    <a:pt x="356320" y="615828"/>
                  </a:lnTo>
                  <a:lnTo>
                    <a:pt x="356056" y="615810"/>
                  </a:lnTo>
                  <a:lnTo>
                    <a:pt x="354970" y="615542"/>
                  </a:lnTo>
                  <a:lnTo>
                    <a:pt x="354725" y="615509"/>
                  </a:lnTo>
                  <a:lnTo>
                    <a:pt x="354490" y="615408"/>
                  </a:lnTo>
                  <a:lnTo>
                    <a:pt x="353930" y="615114"/>
                  </a:lnTo>
                  <a:lnTo>
                    <a:pt x="353417" y="614811"/>
                  </a:lnTo>
                  <a:lnTo>
                    <a:pt x="352781" y="614615"/>
                  </a:lnTo>
                  <a:lnTo>
                    <a:pt x="351906" y="614564"/>
                  </a:lnTo>
                  <a:lnTo>
                    <a:pt x="351142" y="614519"/>
                  </a:lnTo>
                  <a:lnTo>
                    <a:pt x="350915" y="614505"/>
                  </a:lnTo>
                  <a:lnTo>
                    <a:pt x="350470" y="614479"/>
                  </a:lnTo>
                  <a:lnTo>
                    <a:pt x="349748" y="614339"/>
                  </a:lnTo>
                  <a:lnTo>
                    <a:pt x="349345" y="614265"/>
                  </a:lnTo>
                  <a:lnTo>
                    <a:pt x="347928" y="614244"/>
                  </a:lnTo>
                  <a:lnTo>
                    <a:pt x="347759" y="614506"/>
                  </a:lnTo>
                  <a:lnTo>
                    <a:pt x="347666" y="615108"/>
                  </a:lnTo>
                  <a:lnTo>
                    <a:pt x="347339" y="615550"/>
                  </a:lnTo>
                  <a:lnTo>
                    <a:pt x="346838" y="615377"/>
                  </a:lnTo>
                  <a:lnTo>
                    <a:pt x="346424" y="615245"/>
                  </a:lnTo>
                  <a:lnTo>
                    <a:pt x="345304" y="614900"/>
                  </a:lnTo>
                  <a:lnTo>
                    <a:pt x="345373" y="614705"/>
                  </a:lnTo>
                  <a:lnTo>
                    <a:pt x="345522" y="614562"/>
                  </a:lnTo>
                  <a:lnTo>
                    <a:pt x="345840" y="614412"/>
                  </a:lnTo>
                  <a:lnTo>
                    <a:pt x="345146" y="613844"/>
                  </a:lnTo>
                  <a:lnTo>
                    <a:pt x="344633" y="614000"/>
                  </a:lnTo>
                  <a:lnTo>
                    <a:pt x="344376" y="614002"/>
                  </a:lnTo>
                  <a:lnTo>
                    <a:pt x="344114" y="614004"/>
                  </a:lnTo>
                  <a:lnTo>
                    <a:pt x="343917" y="614067"/>
                  </a:lnTo>
                  <a:lnTo>
                    <a:pt x="343699" y="614240"/>
                  </a:lnTo>
                  <a:lnTo>
                    <a:pt x="343492" y="614104"/>
                  </a:lnTo>
                  <a:lnTo>
                    <a:pt x="343456" y="614291"/>
                  </a:lnTo>
                  <a:lnTo>
                    <a:pt x="343318" y="614680"/>
                  </a:lnTo>
                  <a:lnTo>
                    <a:pt x="343082" y="614887"/>
                  </a:lnTo>
                  <a:lnTo>
                    <a:pt x="342189" y="615467"/>
                  </a:lnTo>
                  <a:lnTo>
                    <a:pt x="341876" y="615794"/>
                  </a:lnTo>
                  <a:lnTo>
                    <a:pt x="341485" y="615666"/>
                  </a:lnTo>
                  <a:lnTo>
                    <a:pt x="341120" y="615421"/>
                  </a:lnTo>
                  <a:lnTo>
                    <a:pt x="340165" y="615454"/>
                  </a:lnTo>
                  <a:lnTo>
                    <a:pt x="339946" y="615990"/>
                  </a:lnTo>
                  <a:lnTo>
                    <a:pt x="340029" y="616202"/>
                  </a:lnTo>
                  <a:lnTo>
                    <a:pt x="339705" y="616624"/>
                  </a:lnTo>
                  <a:lnTo>
                    <a:pt x="339468" y="616795"/>
                  </a:lnTo>
                  <a:lnTo>
                    <a:pt x="338713" y="617614"/>
                  </a:lnTo>
                  <a:lnTo>
                    <a:pt x="338424" y="617787"/>
                  </a:lnTo>
                  <a:lnTo>
                    <a:pt x="338258" y="617801"/>
                  </a:lnTo>
                  <a:lnTo>
                    <a:pt x="338200" y="617667"/>
                  </a:lnTo>
                  <a:lnTo>
                    <a:pt x="338115" y="617417"/>
                  </a:lnTo>
                  <a:lnTo>
                    <a:pt x="338046" y="617157"/>
                  </a:lnTo>
                  <a:lnTo>
                    <a:pt x="338005" y="616823"/>
                  </a:lnTo>
                  <a:lnTo>
                    <a:pt x="337829" y="616607"/>
                  </a:lnTo>
                  <a:lnTo>
                    <a:pt x="337681" y="616509"/>
                  </a:lnTo>
                  <a:lnTo>
                    <a:pt x="337365" y="616279"/>
                  </a:lnTo>
                  <a:lnTo>
                    <a:pt x="337323" y="616139"/>
                  </a:lnTo>
                  <a:lnTo>
                    <a:pt x="337592" y="615780"/>
                  </a:lnTo>
                  <a:lnTo>
                    <a:pt x="337962" y="615563"/>
                  </a:lnTo>
                  <a:lnTo>
                    <a:pt x="337942" y="615049"/>
                  </a:lnTo>
                  <a:lnTo>
                    <a:pt x="338032" y="614020"/>
                  </a:lnTo>
                  <a:lnTo>
                    <a:pt x="338005" y="613521"/>
                  </a:lnTo>
                  <a:lnTo>
                    <a:pt x="337853" y="613361"/>
                  </a:lnTo>
                  <a:lnTo>
                    <a:pt x="337713" y="613256"/>
                  </a:lnTo>
                  <a:lnTo>
                    <a:pt x="337604" y="613011"/>
                  </a:lnTo>
                  <a:lnTo>
                    <a:pt x="337547" y="612335"/>
                  </a:lnTo>
                  <a:lnTo>
                    <a:pt x="337689" y="611593"/>
                  </a:lnTo>
                  <a:lnTo>
                    <a:pt x="337729" y="611269"/>
                  </a:lnTo>
                  <a:lnTo>
                    <a:pt x="337748" y="611141"/>
                  </a:lnTo>
                  <a:lnTo>
                    <a:pt x="337912" y="610692"/>
                  </a:lnTo>
                  <a:lnTo>
                    <a:pt x="337615" y="610207"/>
                  </a:lnTo>
                  <a:lnTo>
                    <a:pt x="337304" y="609769"/>
                  </a:lnTo>
                  <a:lnTo>
                    <a:pt x="336980" y="609353"/>
                  </a:lnTo>
                  <a:lnTo>
                    <a:pt x="336764" y="609042"/>
                  </a:lnTo>
                  <a:lnTo>
                    <a:pt x="336668" y="608904"/>
                  </a:lnTo>
                  <a:lnTo>
                    <a:pt x="336570" y="608767"/>
                  </a:lnTo>
                  <a:lnTo>
                    <a:pt x="336376" y="608555"/>
                  </a:lnTo>
                  <a:lnTo>
                    <a:pt x="336201" y="608365"/>
                  </a:lnTo>
                  <a:lnTo>
                    <a:pt x="336036" y="608030"/>
                  </a:lnTo>
                  <a:lnTo>
                    <a:pt x="336040" y="607885"/>
                  </a:lnTo>
                  <a:lnTo>
                    <a:pt x="335993" y="607612"/>
                  </a:lnTo>
                  <a:lnTo>
                    <a:pt x="335940" y="607303"/>
                  </a:lnTo>
                  <a:lnTo>
                    <a:pt x="335904" y="607130"/>
                  </a:lnTo>
                  <a:lnTo>
                    <a:pt x="335714" y="606539"/>
                  </a:lnTo>
                  <a:lnTo>
                    <a:pt x="335604" y="605666"/>
                  </a:lnTo>
                  <a:lnTo>
                    <a:pt x="335509" y="605239"/>
                  </a:lnTo>
                  <a:lnTo>
                    <a:pt x="335697" y="604876"/>
                  </a:lnTo>
                  <a:lnTo>
                    <a:pt x="335889" y="604444"/>
                  </a:lnTo>
                  <a:lnTo>
                    <a:pt x="336121" y="603955"/>
                  </a:lnTo>
                  <a:lnTo>
                    <a:pt x="336272" y="603755"/>
                  </a:lnTo>
                  <a:lnTo>
                    <a:pt x="336197" y="603046"/>
                  </a:lnTo>
                  <a:lnTo>
                    <a:pt x="336227" y="602822"/>
                  </a:lnTo>
                  <a:lnTo>
                    <a:pt x="336503" y="602272"/>
                  </a:lnTo>
                  <a:lnTo>
                    <a:pt x="336652" y="602087"/>
                  </a:lnTo>
                  <a:lnTo>
                    <a:pt x="336822" y="601988"/>
                  </a:lnTo>
                  <a:lnTo>
                    <a:pt x="337714" y="601455"/>
                  </a:lnTo>
                  <a:lnTo>
                    <a:pt x="337975" y="601338"/>
                  </a:lnTo>
                  <a:lnTo>
                    <a:pt x="338556" y="601327"/>
                  </a:lnTo>
                  <a:lnTo>
                    <a:pt x="338934" y="601341"/>
                  </a:lnTo>
                  <a:lnTo>
                    <a:pt x="339254" y="601321"/>
                  </a:lnTo>
                  <a:lnTo>
                    <a:pt x="339246" y="601024"/>
                  </a:lnTo>
                  <a:lnTo>
                    <a:pt x="339772" y="600861"/>
                  </a:lnTo>
                  <a:lnTo>
                    <a:pt x="339950" y="600358"/>
                  </a:lnTo>
                  <a:lnTo>
                    <a:pt x="340130" y="599320"/>
                  </a:lnTo>
                  <a:lnTo>
                    <a:pt x="339131" y="598196"/>
                  </a:lnTo>
                  <a:lnTo>
                    <a:pt x="339103" y="597860"/>
                  </a:lnTo>
                  <a:lnTo>
                    <a:pt x="338723" y="597392"/>
                  </a:lnTo>
                  <a:lnTo>
                    <a:pt x="338486" y="597183"/>
                  </a:lnTo>
                  <a:lnTo>
                    <a:pt x="338034" y="597192"/>
                  </a:lnTo>
                  <a:lnTo>
                    <a:pt x="338066" y="596698"/>
                  </a:lnTo>
                  <a:lnTo>
                    <a:pt x="338055" y="596364"/>
                  </a:lnTo>
                  <a:lnTo>
                    <a:pt x="337439" y="595819"/>
                  </a:lnTo>
                  <a:lnTo>
                    <a:pt x="337168" y="595728"/>
                  </a:lnTo>
                  <a:lnTo>
                    <a:pt x="336739" y="595249"/>
                  </a:lnTo>
                  <a:lnTo>
                    <a:pt x="336790" y="595048"/>
                  </a:lnTo>
                  <a:lnTo>
                    <a:pt x="336520" y="594913"/>
                  </a:lnTo>
                  <a:lnTo>
                    <a:pt x="336383" y="594758"/>
                  </a:lnTo>
                  <a:lnTo>
                    <a:pt x="336088" y="594028"/>
                  </a:lnTo>
                  <a:lnTo>
                    <a:pt x="335699" y="593626"/>
                  </a:lnTo>
                  <a:lnTo>
                    <a:pt x="334791" y="593103"/>
                  </a:lnTo>
                  <a:lnTo>
                    <a:pt x="334839" y="592571"/>
                  </a:lnTo>
                  <a:lnTo>
                    <a:pt x="335071" y="591974"/>
                  </a:lnTo>
                  <a:lnTo>
                    <a:pt x="335193" y="591723"/>
                  </a:lnTo>
                  <a:lnTo>
                    <a:pt x="335247" y="591564"/>
                  </a:lnTo>
                  <a:lnTo>
                    <a:pt x="334995" y="591298"/>
                  </a:lnTo>
                  <a:lnTo>
                    <a:pt x="334292" y="590848"/>
                  </a:lnTo>
                  <a:lnTo>
                    <a:pt x="334434" y="590453"/>
                  </a:lnTo>
                  <a:lnTo>
                    <a:pt x="334269" y="590018"/>
                  </a:lnTo>
                  <a:lnTo>
                    <a:pt x="334049" y="590018"/>
                  </a:lnTo>
                  <a:lnTo>
                    <a:pt x="333919" y="590022"/>
                  </a:lnTo>
                  <a:lnTo>
                    <a:pt x="333364" y="590114"/>
                  </a:lnTo>
                  <a:lnTo>
                    <a:pt x="333062" y="589984"/>
                  </a:lnTo>
                  <a:lnTo>
                    <a:pt x="332703" y="589829"/>
                  </a:lnTo>
                  <a:lnTo>
                    <a:pt x="332144" y="589947"/>
                  </a:lnTo>
                  <a:lnTo>
                    <a:pt x="331940" y="589991"/>
                  </a:lnTo>
                  <a:lnTo>
                    <a:pt x="331658" y="589951"/>
                  </a:lnTo>
                  <a:lnTo>
                    <a:pt x="331505" y="589920"/>
                  </a:lnTo>
                  <a:lnTo>
                    <a:pt x="331227" y="589871"/>
                  </a:lnTo>
                  <a:lnTo>
                    <a:pt x="331098" y="589894"/>
                  </a:lnTo>
                  <a:lnTo>
                    <a:pt x="330845" y="589950"/>
                  </a:lnTo>
                  <a:lnTo>
                    <a:pt x="329971" y="589882"/>
                  </a:lnTo>
                  <a:lnTo>
                    <a:pt x="329610" y="590070"/>
                  </a:lnTo>
                  <a:lnTo>
                    <a:pt x="329104" y="590317"/>
                  </a:lnTo>
                  <a:lnTo>
                    <a:pt x="328441" y="589808"/>
                  </a:lnTo>
                  <a:lnTo>
                    <a:pt x="328006" y="590080"/>
                  </a:lnTo>
                  <a:lnTo>
                    <a:pt x="327178" y="590046"/>
                  </a:lnTo>
                  <a:lnTo>
                    <a:pt x="327099" y="589547"/>
                  </a:lnTo>
                  <a:lnTo>
                    <a:pt x="327078" y="589277"/>
                  </a:lnTo>
                  <a:lnTo>
                    <a:pt x="326759" y="588898"/>
                  </a:lnTo>
                  <a:lnTo>
                    <a:pt x="326617" y="588861"/>
                  </a:lnTo>
                  <a:lnTo>
                    <a:pt x="326348" y="588704"/>
                  </a:lnTo>
                  <a:lnTo>
                    <a:pt x="326170" y="588443"/>
                  </a:lnTo>
                  <a:lnTo>
                    <a:pt x="325960" y="588201"/>
                  </a:lnTo>
                  <a:lnTo>
                    <a:pt x="325085" y="588270"/>
                  </a:lnTo>
                  <a:lnTo>
                    <a:pt x="324533" y="587643"/>
                  </a:lnTo>
                  <a:lnTo>
                    <a:pt x="324382" y="587643"/>
                  </a:lnTo>
                  <a:lnTo>
                    <a:pt x="323577" y="587734"/>
                  </a:lnTo>
                  <a:lnTo>
                    <a:pt x="323262" y="587739"/>
                  </a:lnTo>
                  <a:lnTo>
                    <a:pt x="322626" y="587486"/>
                  </a:lnTo>
                  <a:lnTo>
                    <a:pt x="322286" y="587284"/>
                  </a:lnTo>
                  <a:lnTo>
                    <a:pt x="321587" y="586723"/>
                  </a:lnTo>
                  <a:lnTo>
                    <a:pt x="320884" y="585913"/>
                  </a:lnTo>
                  <a:lnTo>
                    <a:pt x="320756" y="585898"/>
                  </a:lnTo>
                  <a:lnTo>
                    <a:pt x="320373" y="585733"/>
                  </a:lnTo>
                  <a:lnTo>
                    <a:pt x="320058" y="585359"/>
                  </a:lnTo>
                  <a:lnTo>
                    <a:pt x="318695" y="585179"/>
                  </a:lnTo>
                  <a:lnTo>
                    <a:pt x="318882" y="584840"/>
                  </a:lnTo>
                  <a:lnTo>
                    <a:pt x="318739" y="584784"/>
                  </a:lnTo>
                  <a:lnTo>
                    <a:pt x="318134" y="584579"/>
                  </a:lnTo>
                  <a:lnTo>
                    <a:pt x="317959" y="584564"/>
                  </a:lnTo>
                  <a:lnTo>
                    <a:pt x="317771" y="584557"/>
                  </a:lnTo>
                  <a:lnTo>
                    <a:pt x="317591" y="584568"/>
                  </a:lnTo>
                  <a:lnTo>
                    <a:pt x="317054" y="584874"/>
                  </a:lnTo>
                  <a:lnTo>
                    <a:pt x="316672" y="585186"/>
                  </a:lnTo>
                  <a:lnTo>
                    <a:pt x="316220" y="584996"/>
                  </a:lnTo>
                  <a:lnTo>
                    <a:pt x="315901" y="584819"/>
                  </a:lnTo>
                  <a:lnTo>
                    <a:pt x="313834" y="585337"/>
                  </a:lnTo>
                  <a:lnTo>
                    <a:pt x="313279" y="585409"/>
                  </a:lnTo>
                  <a:lnTo>
                    <a:pt x="312862" y="585737"/>
                  </a:lnTo>
                  <a:lnTo>
                    <a:pt x="312380" y="585918"/>
                  </a:lnTo>
                  <a:lnTo>
                    <a:pt x="312074" y="585986"/>
                  </a:lnTo>
                  <a:lnTo>
                    <a:pt x="311759" y="585836"/>
                  </a:lnTo>
                  <a:lnTo>
                    <a:pt x="311176" y="585733"/>
                  </a:lnTo>
                  <a:lnTo>
                    <a:pt x="310995" y="585842"/>
                  </a:lnTo>
                  <a:lnTo>
                    <a:pt x="310236" y="586355"/>
                  </a:lnTo>
                  <a:lnTo>
                    <a:pt x="309243" y="587141"/>
                  </a:lnTo>
                  <a:lnTo>
                    <a:pt x="308927" y="587382"/>
                  </a:lnTo>
                  <a:lnTo>
                    <a:pt x="308670" y="587814"/>
                  </a:lnTo>
                  <a:lnTo>
                    <a:pt x="308513" y="587822"/>
                  </a:lnTo>
                  <a:lnTo>
                    <a:pt x="305965" y="587480"/>
                  </a:lnTo>
                  <a:lnTo>
                    <a:pt x="305543" y="588512"/>
                  </a:lnTo>
                  <a:lnTo>
                    <a:pt x="305482" y="588913"/>
                  </a:lnTo>
                  <a:lnTo>
                    <a:pt x="305319" y="588849"/>
                  </a:lnTo>
                  <a:lnTo>
                    <a:pt x="304671" y="588667"/>
                  </a:lnTo>
                  <a:lnTo>
                    <a:pt x="304511" y="588968"/>
                  </a:lnTo>
                  <a:lnTo>
                    <a:pt x="304531" y="589144"/>
                  </a:lnTo>
                  <a:lnTo>
                    <a:pt x="304071" y="589865"/>
                  </a:lnTo>
                  <a:lnTo>
                    <a:pt x="303329" y="589835"/>
                  </a:lnTo>
                  <a:lnTo>
                    <a:pt x="303083" y="589647"/>
                  </a:lnTo>
                  <a:lnTo>
                    <a:pt x="302568" y="589771"/>
                  </a:lnTo>
                  <a:lnTo>
                    <a:pt x="302407" y="589652"/>
                  </a:lnTo>
                  <a:lnTo>
                    <a:pt x="301913" y="589409"/>
                  </a:lnTo>
                  <a:lnTo>
                    <a:pt x="301752" y="589566"/>
                  </a:lnTo>
                  <a:lnTo>
                    <a:pt x="301566" y="589750"/>
                  </a:lnTo>
                  <a:lnTo>
                    <a:pt x="301141" y="589776"/>
                  </a:lnTo>
                  <a:lnTo>
                    <a:pt x="300985" y="589837"/>
                  </a:lnTo>
                  <a:lnTo>
                    <a:pt x="300499" y="590321"/>
                  </a:lnTo>
                  <a:lnTo>
                    <a:pt x="300028" y="589983"/>
                  </a:lnTo>
                  <a:lnTo>
                    <a:pt x="299563" y="589677"/>
                  </a:lnTo>
                  <a:lnTo>
                    <a:pt x="299230" y="589667"/>
                  </a:lnTo>
                  <a:lnTo>
                    <a:pt x="298570" y="589699"/>
                  </a:lnTo>
                  <a:lnTo>
                    <a:pt x="298003" y="589807"/>
                  </a:lnTo>
                  <a:lnTo>
                    <a:pt x="296976" y="588779"/>
                  </a:lnTo>
                  <a:lnTo>
                    <a:pt x="296033" y="588628"/>
                  </a:lnTo>
                  <a:lnTo>
                    <a:pt x="295206" y="588539"/>
                  </a:lnTo>
                  <a:lnTo>
                    <a:pt x="294955" y="588669"/>
                  </a:lnTo>
                  <a:lnTo>
                    <a:pt x="294622" y="588907"/>
                  </a:lnTo>
                  <a:lnTo>
                    <a:pt x="293548" y="588858"/>
                  </a:lnTo>
                  <a:lnTo>
                    <a:pt x="293220" y="588322"/>
                  </a:lnTo>
                  <a:lnTo>
                    <a:pt x="293472" y="588089"/>
                  </a:lnTo>
                  <a:lnTo>
                    <a:pt x="293155" y="588141"/>
                  </a:lnTo>
                  <a:lnTo>
                    <a:pt x="292865" y="588260"/>
                  </a:lnTo>
                  <a:lnTo>
                    <a:pt x="292335" y="588047"/>
                  </a:lnTo>
                  <a:lnTo>
                    <a:pt x="292606" y="587966"/>
                  </a:lnTo>
                  <a:lnTo>
                    <a:pt x="291814" y="587424"/>
                  </a:lnTo>
                  <a:lnTo>
                    <a:pt x="291391" y="587261"/>
                  </a:lnTo>
                  <a:lnTo>
                    <a:pt x="291052" y="587116"/>
                  </a:lnTo>
                  <a:lnTo>
                    <a:pt x="290919" y="587119"/>
                  </a:lnTo>
                  <a:lnTo>
                    <a:pt x="290452" y="587206"/>
                  </a:lnTo>
                  <a:lnTo>
                    <a:pt x="290287" y="587239"/>
                  </a:lnTo>
                  <a:lnTo>
                    <a:pt x="290150" y="587262"/>
                  </a:lnTo>
                  <a:lnTo>
                    <a:pt x="289702" y="587203"/>
                  </a:lnTo>
                  <a:lnTo>
                    <a:pt x="289470" y="586804"/>
                  </a:lnTo>
                  <a:lnTo>
                    <a:pt x="287892" y="585970"/>
                  </a:lnTo>
                  <a:lnTo>
                    <a:pt x="287229" y="585624"/>
                  </a:lnTo>
                  <a:lnTo>
                    <a:pt x="287184" y="585494"/>
                  </a:lnTo>
                  <a:lnTo>
                    <a:pt x="286788" y="585180"/>
                  </a:lnTo>
                  <a:lnTo>
                    <a:pt x="285557" y="584329"/>
                  </a:lnTo>
                  <a:lnTo>
                    <a:pt x="285294" y="583650"/>
                  </a:lnTo>
                  <a:lnTo>
                    <a:pt x="284974" y="583645"/>
                  </a:lnTo>
                  <a:lnTo>
                    <a:pt x="284236" y="583621"/>
                  </a:lnTo>
                  <a:lnTo>
                    <a:pt x="284035" y="583396"/>
                  </a:lnTo>
                  <a:lnTo>
                    <a:pt x="284175" y="583345"/>
                  </a:lnTo>
                  <a:lnTo>
                    <a:pt x="283687" y="582526"/>
                  </a:lnTo>
                  <a:lnTo>
                    <a:pt x="283187" y="582795"/>
                  </a:lnTo>
                  <a:lnTo>
                    <a:pt x="282849" y="582822"/>
                  </a:lnTo>
                  <a:lnTo>
                    <a:pt x="282760" y="582476"/>
                  </a:lnTo>
                  <a:lnTo>
                    <a:pt x="280410" y="579229"/>
                  </a:lnTo>
                  <a:lnTo>
                    <a:pt x="280775" y="578488"/>
                  </a:lnTo>
                  <a:lnTo>
                    <a:pt x="281290" y="576857"/>
                  </a:lnTo>
                  <a:lnTo>
                    <a:pt x="281281" y="576520"/>
                  </a:lnTo>
                  <a:lnTo>
                    <a:pt x="281240" y="576380"/>
                  </a:lnTo>
                  <a:lnTo>
                    <a:pt x="280608" y="573757"/>
                  </a:lnTo>
                  <a:lnTo>
                    <a:pt x="280887" y="573734"/>
                  </a:lnTo>
                  <a:lnTo>
                    <a:pt x="281072" y="573570"/>
                  </a:lnTo>
                  <a:lnTo>
                    <a:pt x="281023" y="573287"/>
                  </a:lnTo>
                  <a:lnTo>
                    <a:pt x="280231" y="573134"/>
                  </a:lnTo>
                  <a:lnTo>
                    <a:pt x="280761" y="572308"/>
                  </a:lnTo>
                  <a:lnTo>
                    <a:pt x="280073" y="571873"/>
                  </a:lnTo>
                  <a:lnTo>
                    <a:pt x="279849" y="572051"/>
                  </a:lnTo>
                  <a:lnTo>
                    <a:pt x="279613" y="572218"/>
                  </a:lnTo>
                  <a:lnTo>
                    <a:pt x="279284" y="572277"/>
                  </a:lnTo>
                  <a:lnTo>
                    <a:pt x="279028" y="572264"/>
                  </a:lnTo>
                  <a:lnTo>
                    <a:pt x="278863" y="572239"/>
                  </a:lnTo>
                  <a:lnTo>
                    <a:pt x="278320" y="571803"/>
                  </a:lnTo>
                  <a:lnTo>
                    <a:pt x="277732" y="571415"/>
                  </a:lnTo>
                  <a:lnTo>
                    <a:pt x="277240" y="571522"/>
                  </a:lnTo>
                  <a:lnTo>
                    <a:pt x="277040" y="571674"/>
                  </a:lnTo>
                  <a:lnTo>
                    <a:pt x="276845" y="571832"/>
                  </a:lnTo>
                  <a:lnTo>
                    <a:pt x="276673" y="572001"/>
                  </a:lnTo>
                  <a:lnTo>
                    <a:pt x="276555" y="572162"/>
                  </a:lnTo>
                  <a:lnTo>
                    <a:pt x="276458" y="572297"/>
                  </a:lnTo>
                  <a:lnTo>
                    <a:pt x="276306" y="572523"/>
                  </a:lnTo>
                  <a:lnTo>
                    <a:pt x="276122" y="572721"/>
                  </a:lnTo>
                  <a:lnTo>
                    <a:pt x="275714" y="573004"/>
                  </a:lnTo>
                  <a:lnTo>
                    <a:pt x="275520" y="573088"/>
                  </a:lnTo>
                  <a:lnTo>
                    <a:pt x="275246" y="573119"/>
                  </a:lnTo>
                  <a:lnTo>
                    <a:pt x="275034" y="573105"/>
                  </a:lnTo>
                  <a:lnTo>
                    <a:pt x="274894" y="573126"/>
                  </a:lnTo>
                  <a:lnTo>
                    <a:pt x="274627" y="573166"/>
                  </a:lnTo>
                  <a:lnTo>
                    <a:pt x="274321" y="573226"/>
                  </a:lnTo>
                  <a:lnTo>
                    <a:pt x="274136" y="573262"/>
                  </a:lnTo>
                  <a:lnTo>
                    <a:pt x="274002" y="573300"/>
                  </a:lnTo>
                  <a:lnTo>
                    <a:pt x="273565" y="573421"/>
                  </a:lnTo>
                  <a:lnTo>
                    <a:pt x="273221" y="573531"/>
                  </a:lnTo>
                  <a:lnTo>
                    <a:pt x="272726" y="573759"/>
                  </a:lnTo>
                  <a:lnTo>
                    <a:pt x="272430" y="573942"/>
                  </a:lnTo>
                  <a:lnTo>
                    <a:pt x="272286" y="573995"/>
                  </a:lnTo>
                  <a:lnTo>
                    <a:pt x="272141" y="574064"/>
                  </a:lnTo>
                  <a:lnTo>
                    <a:pt x="271755" y="574122"/>
                  </a:lnTo>
                  <a:lnTo>
                    <a:pt x="271624" y="574029"/>
                  </a:lnTo>
                  <a:lnTo>
                    <a:pt x="271501" y="573878"/>
                  </a:lnTo>
                  <a:lnTo>
                    <a:pt x="271463" y="573746"/>
                  </a:lnTo>
                  <a:lnTo>
                    <a:pt x="271457" y="573547"/>
                  </a:lnTo>
                  <a:lnTo>
                    <a:pt x="271363" y="573210"/>
                  </a:lnTo>
                  <a:lnTo>
                    <a:pt x="271224" y="573134"/>
                  </a:lnTo>
                  <a:lnTo>
                    <a:pt x="271034" y="573112"/>
                  </a:lnTo>
                  <a:lnTo>
                    <a:pt x="270693" y="573114"/>
                  </a:lnTo>
                  <a:lnTo>
                    <a:pt x="270385" y="573152"/>
                  </a:lnTo>
                  <a:lnTo>
                    <a:pt x="270106" y="573231"/>
                  </a:lnTo>
                  <a:lnTo>
                    <a:pt x="269918" y="573288"/>
                  </a:lnTo>
                  <a:lnTo>
                    <a:pt x="269711" y="573290"/>
                  </a:lnTo>
                  <a:lnTo>
                    <a:pt x="269310" y="573184"/>
                  </a:lnTo>
                  <a:lnTo>
                    <a:pt x="269045" y="573098"/>
                  </a:lnTo>
                  <a:lnTo>
                    <a:pt x="268670" y="573213"/>
                  </a:lnTo>
                  <a:lnTo>
                    <a:pt x="268753" y="573629"/>
                  </a:lnTo>
                  <a:lnTo>
                    <a:pt x="268900" y="573740"/>
                  </a:lnTo>
                  <a:lnTo>
                    <a:pt x="269065" y="573847"/>
                  </a:lnTo>
                  <a:lnTo>
                    <a:pt x="269188" y="573991"/>
                  </a:lnTo>
                  <a:lnTo>
                    <a:pt x="269289" y="574159"/>
                  </a:lnTo>
                  <a:lnTo>
                    <a:pt x="269304" y="574339"/>
                  </a:lnTo>
                  <a:lnTo>
                    <a:pt x="269259" y="574520"/>
                  </a:lnTo>
                  <a:lnTo>
                    <a:pt x="269014" y="574840"/>
                  </a:lnTo>
                  <a:lnTo>
                    <a:pt x="268875" y="574970"/>
                  </a:lnTo>
                  <a:lnTo>
                    <a:pt x="268770" y="575122"/>
                  </a:lnTo>
                  <a:lnTo>
                    <a:pt x="268482" y="575773"/>
                  </a:lnTo>
                  <a:lnTo>
                    <a:pt x="268218" y="576157"/>
                  </a:lnTo>
                  <a:lnTo>
                    <a:pt x="267631" y="576746"/>
                  </a:lnTo>
                  <a:lnTo>
                    <a:pt x="267466" y="576902"/>
                  </a:lnTo>
                  <a:lnTo>
                    <a:pt x="266984" y="577348"/>
                  </a:lnTo>
                  <a:lnTo>
                    <a:pt x="266698" y="577592"/>
                  </a:lnTo>
                  <a:lnTo>
                    <a:pt x="266357" y="577770"/>
                  </a:lnTo>
                  <a:lnTo>
                    <a:pt x="265965" y="577851"/>
                  </a:lnTo>
                  <a:lnTo>
                    <a:pt x="265688" y="577796"/>
                  </a:lnTo>
                  <a:lnTo>
                    <a:pt x="265543" y="577745"/>
                  </a:lnTo>
                  <a:lnTo>
                    <a:pt x="265220" y="577340"/>
                  </a:lnTo>
                  <a:lnTo>
                    <a:pt x="265100" y="577122"/>
                  </a:lnTo>
                  <a:lnTo>
                    <a:pt x="264933" y="576893"/>
                  </a:lnTo>
                  <a:lnTo>
                    <a:pt x="264787" y="576794"/>
                  </a:lnTo>
                  <a:lnTo>
                    <a:pt x="264658" y="576752"/>
                  </a:lnTo>
                  <a:lnTo>
                    <a:pt x="264357" y="576323"/>
                  </a:lnTo>
                  <a:lnTo>
                    <a:pt x="264054" y="576735"/>
                  </a:lnTo>
                  <a:lnTo>
                    <a:pt x="264156" y="576863"/>
                  </a:lnTo>
                  <a:lnTo>
                    <a:pt x="264034" y="577294"/>
                  </a:lnTo>
                  <a:lnTo>
                    <a:pt x="263906" y="577311"/>
                  </a:lnTo>
                  <a:lnTo>
                    <a:pt x="263528" y="577265"/>
                  </a:lnTo>
                  <a:lnTo>
                    <a:pt x="263251" y="577001"/>
                  </a:lnTo>
                  <a:lnTo>
                    <a:pt x="262939" y="576781"/>
                  </a:lnTo>
                  <a:lnTo>
                    <a:pt x="262614" y="576640"/>
                  </a:lnTo>
                  <a:lnTo>
                    <a:pt x="262410" y="576569"/>
                  </a:lnTo>
                  <a:lnTo>
                    <a:pt x="262225" y="576504"/>
                  </a:lnTo>
                  <a:lnTo>
                    <a:pt x="261561" y="576470"/>
                  </a:lnTo>
                  <a:lnTo>
                    <a:pt x="261376" y="576499"/>
                  </a:lnTo>
                  <a:lnTo>
                    <a:pt x="260751" y="576746"/>
                  </a:lnTo>
                  <a:lnTo>
                    <a:pt x="260368" y="576881"/>
                  </a:lnTo>
                  <a:lnTo>
                    <a:pt x="260196" y="576958"/>
                  </a:lnTo>
                  <a:lnTo>
                    <a:pt x="259812" y="577133"/>
                  </a:lnTo>
                  <a:lnTo>
                    <a:pt x="259160" y="577378"/>
                  </a:lnTo>
                  <a:lnTo>
                    <a:pt x="258708" y="577472"/>
                  </a:lnTo>
                  <a:lnTo>
                    <a:pt x="258446" y="577462"/>
                  </a:lnTo>
                  <a:lnTo>
                    <a:pt x="258123" y="577294"/>
                  </a:lnTo>
                  <a:lnTo>
                    <a:pt x="257845" y="577071"/>
                  </a:lnTo>
                  <a:lnTo>
                    <a:pt x="257361" y="576839"/>
                  </a:lnTo>
                  <a:lnTo>
                    <a:pt x="257104" y="576799"/>
                  </a:lnTo>
                  <a:lnTo>
                    <a:pt x="256649" y="576950"/>
                  </a:lnTo>
                  <a:lnTo>
                    <a:pt x="256383" y="577184"/>
                  </a:lnTo>
                  <a:lnTo>
                    <a:pt x="256211" y="577331"/>
                  </a:lnTo>
                  <a:lnTo>
                    <a:pt x="256023" y="577536"/>
                  </a:lnTo>
                  <a:lnTo>
                    <a:pt x="255846" y="577745"/>
                  </a:lnTo>
                  <a:lnTo>
                    <a:pt x="255666" y="577916"/>
                  </a:lnTo>
                  <a:lnTo>
                    <a:pt x="255343" y="578107"/>
                  </a:lnTo>
                  <a:lnTo>
                    <a:pt x="254931" y="578254"/>
                  </a:lnTo>
                  <a:lnTo>
                    <a:pt x="254585" y="578353"/>
                  </a:lnTo>
                  <a:lnTo>
                    <a:pt x="254410" y="578390"/>
                  </a:lnTo>
                  <a:lnTo>
                    <a:pt x="254232" y="578406"/>
                  </a:lnTo>
                  <a:lnTo>
                    <a:pt x="254076" y="578386"/>
                  </a:lnTo>
                  <a:lnTo>
                    <a:pt x="253917" y="578345"/>
                  </a:lnTo>
                  <a:lnTo>
                    <a:pt x="253765" y="578240"/>
                  </a:lnTo>
                  <a:lnTo>
                    <a:pt x="253642" y="578098"/>
                  </a:lnTo>
                  <a:lnTo>
                    <a:pt x="253560" y="577964"/>
                  </a:lnTo>
                  <a:lnTo>
                    <a:pt x="253847" y="577311"/>
                  </a:lnTo>
                  <a:lnTo>
                    <a:pt x="254146" y="577222"/>
                  </a:lnTo>
                  <a:lnTo>
                    <a:pt x="254361" y="577128"/>
                  </a:lnTo>
                  <a:lnTo>
                    <a:pt x="254491" y="577044"/>
                  </a:lnTo>
                  <a:lnTo>
                    <a:pt x="254614" y="576893"/>
                  </a:lnTo>
                  <a:lnTo>
                    <a:pt x="254721" y="576605"/>
                  </a:lnTo>
                  <a:lnTo>
                    <a:pt x="254278" y="576255"/>
                  </a:lnTo>
                  <a:lnTo>
                    <a:pt x="253969" y="576299"/>
                  </a:lnTo>
                  <a:lnTo>
                    <a:pt x="253675" y="576322"/>
                  </a:lnTo>
                  <a:lnTo>
                    <a:pt x="253394" y="576325"/>
                  </a:lnTo>
                  <a:lnTo>
                    <a:pt x="252889" y="576036"/>
                  </a:lnTo>
                  <a:lnTo>
                    <a:pt x="252756" y="575644"/>
                  </a:lnTo>
                  <a:lnTo>
                    <a:pt x="252705" y="575498"/>
                  </a:lnTo>
                  <a:lnTo>
                    <a:pt x="252596" y="575180"/>
                  </a:lnTo>
                  <a:lnTo>
                    <a:pt x="252313" y="574577"/>
                  </a:lnTo>
                  <a:lnTo>
                    <a:pt x="252202" y="574357"/>
                  </a:lnTo>
                  <a:lnTo>
                    <a:pt x="252155" y="574143"/>
                  </a:lnTo>
                  <a:lnTo>
                    <a:pt x="252146" y="573693"/>
                  </a:lnTo>
                  <a:lnTo>
                    <a:pt x="252146" y="573432"/>
                  </a:lnTo>
                  <a:lnTo>
                    <a:pt x="251957" y="572948"/>
                  </a:lnTo>
                  <a:lnTo>
                    <a:pt x="251809" y="572941"/>
                  </a:lnTo>
                  <a:lnTo>
                    <a:pt x="251628" y="572935"/>
                  </a:lnTo>
                  <a:lnTo>
                    <a:pt x="251306" y="572941"/>
                  </a:lnTo>
                  <a:lnTo>
                    <a:pt x="250978" y="572906"/>
                  </a:lnTo>
                  <a:lnTo>
                    <a:pt x="250553" y="572932"/>
                  </a:lnTo>
                  <a:lnTo>
                    <a:pt x="249913" y="572875"/>
                  </a:lnTo>
                  <a:lnTo>
                    <a:pt x="249442" y="572784"/>
                  </a:lnTo>
                  <a:lnTo>
                    <a:pt x="248622" y="572657"/>
                  </a:lnTo>
                  <a:lnTo>
                    <a:pt x="248385" y="572361"/>
                  </a:lnTo>
                  <a:lnTo>
                    <a:pt x="248224" y="572002"/>
                  </a:lnTo>
                  <a:lnTo>
                    <a:pt x="248225" y="571869"/>
                  </a:lnTo>
                  <a:lnTo>
                    <a:pt x="248301" y="571474"/>
                  </a:lnTo>
                  <a:lnTo>
                    <a:pt x="248160" y="571138"/>
                  </a:lnTo>
                  <a:lnTo>
                    <a:pt x="248046" y="570935"/>
                  </a:lnTo>
                  <a:lnTo>
                    <a:pt x="247688" y="570611"/>
                  </a:lnTo>
                  <a:lnTo>
                    <a:pt x="246907" y="570837"/>
                  </a:lnTo>
                  <a:lnTo>
                    <a:pt x="246856" y="571060"/>
                  </a:lnTo>
                  <a:lnTo>
                    <a:pt x="246854" y="571413"/>
                  </a:lnTo>
                  <a:lnTo>
                    <a:pt x="246836" y="571587"/>
                  </a:lnTo>
                  <a:lnTo>
                    <a:pt x="246688" y="571748"/>
                  </a:lnTo>
                  <a:lnTo>
                    <a:pt x="246565" y="572050"/>
                  </a:lnTo>
                  <a:lnTo>
                    <a:pt x="245709" y="572912"/>
                  </a:lnTo>
                  <a:lnTo>
                    <a:pt x="245676" y="573110"/>
                  </a:lnTo>
                  <a:lnTo>
                    <a:pt x="245672" y="573421"/>
                  </a:lnTo>
                  <a:lnTo>
                    <a:pt x="245776" y="573745"/>
                  </a:lnTo>
                  <a:lnTo>
                    <a:pt x="245884" y="573974"/>
                  </a:lnTo>
                  <a:lnTo>
                    <a:pt x="245944" y="574101"/>
                  </a:lnTo>
                  <a:lnTo>
                    <a:pt x="246079" y="574482"/>
                  </a:lnTo>
                  <a:lnTo>
                    <a:pt x="246155" y="574701"/>
                  </a:lnTo>
                  <a:lnTo>
                    <a:pt x="246182" y="575000"/>
                  </a:lnTo>
                  <a:lnTo>
                    <a:pt x="246138" y="575151"/>
                  </a:lnTo>
                  <a:lnTo>
                    <a:pt x="246043" y="575347"/>
                  </a:lnTo>
                  <a:lnTo>
                    <a:pt x="245693" y="575579"/>
                  </a:lnTo>
                  <a:lnTo>
                    <a:pt x="245532" y="575595"/>
                  </a:lnTo>
                  <a:lnTo>
                    <a:pt x="245172" y="575494"/>
                  </a:lnTo>
                  <a:lnTo>
                    <a:pt x="244997" y="575382"/>
                  </a:lnTo>
                  <a:lnTo>
                    <a:pt x="244547" y="575096"/>
                  </a:lnTo>
                  <a:lnTo>
                    <a:pt x="244241" y="574864"/>
                  </a:lnTo>
                  <a:lnTo>
                    <a:pt x="243790" y="574684"/>
                  </a:lnTo>
                  <a:lnTo>
                    <a:pt x="243618" y="574678"/>
                  </a:lnTo>
                  <a:lnTo>
                    <a:pt x="243433" y="574722"/>
                  </a:lnTo>
                  <a:lnTo>
                    <a:pt x="243269" y="574802"/>
                  </a:lnTo>
                  <a:lnTo>
                    <a:pt x="242604" y="575312"/>
                  </a:lnTo>
                  <a:lnTo>
                    <a:pt x="242354" y="575461"/>
                  </a:lnTo>
                  <a:lnTo>
                    <a:pt x="242207" y="575520"/>
                  </a:lnTo>
                  <a:lnTo>
                    <a:pt x="242055" y="575565"/>
                  </a:lnTo>
                  <a:lnTo>
                    <a:pt x="241553" y="575620"/>
                  </a:lnTo>
                  <a:lnTo>
                    <a:pt x="241389" y="575567"/>
                  </a:lnTo>
                  <a:lnTo>
                    <a:pt x="241192" y="575093"/>
                  </a:lnTo>
                  <a:lnTo>
                    <a:pt x="241243" y="574860"/>
                  </a:lnTo>
                  <a:lnTo>
                    <a:pt x="241351" y="574434"/>
                  </a:lnTo>
                  <a:lnTo>
                    <a:pt x="241045" y="574049"/>
                  </a:lnTo>
                  <a:lnTo>
                    <a:pt x="240768" y="574010"/>
                  </a:lnTo>
                  <a:lnTo>
                    <a:pt x="240616" y="574010"/>
                  </a:lnTo>
                  <a:lnTo>
                    <a:pt x="240203" y="574173"/>
                  </a:lnTo>
                  <a:lnTo>
                    <a:pt x="240048" y="574322"/>
                  </a:lnTo>
                  <a:lnTo>
                    <a:pt x="239959" y="574485"/>
                  </a:lnTo>
                  <a:lnTo>
                    <a:pt x="239831" y="574810"/>
                  </a:lnTo>
                  <a:lnTo>
                    <a:pt x="239428" y="575243"/>
                  </a:lnTo>
                  <a:lnTo>
                    <a:pt x="239092" y="575283"/>
                  </a:lnTo>
                  <a:lnTo>
                    <a:pt x="238858" y="575265"/>
                  </a:lnTo>
                  <a:lnTo>
                    <a:pt x="238702" y="575236"/>
                  </a:lnTo>
                  <a:lnTo>
                    <a:pt x="238495" y="575184"/>
                  </a:lnTo>
                  <a:lnTo>
                    <a:pt x="238349" y="575130"/>
                  </a:lnTo>
                  <a:lnTo>
                    <a:pt x="238143" y="575039"/>
                  </a:lnTo>
                  <a:lnTo>
                    <a:pt x="237994" y="574943"/>
                  </a:lnTo>
                  <a:lnTo>
                    <a:pt x="237782" y="574876"/>
                  </a:lnTo>
                  <a:lnTo>
                    <a:pt x="237587" y="574856"/>
                  </a:lnTo>
                  <a:lnTo>
                    <a:pt x="237214" y="574926"/>
                  </a:lnTo>
                  <a:lnTo>
                    <a:pt x="236726" y="575162"/>
                  </a:lnTo>
                  <a:lnTo>
                    <a:pt x="236097" y="575571"/>
                  </a:lnTo>
                  <a:lnTo>
                    <a:pt x="235926" y="575619"/>
                  </a:lnTo>
                  <a:lnTo>
                    <a:pt x="235742" y="575644"/>
                  </a:lnTo>
                  <a:lnTo>
                    <a:pt x="235605" y="575663"/>
                  </a:lnTo>
                  <a:lnTo>
                    <a:pt x="235327" y="575661"/>
                  </a:lnTo>
                  <a:lnTo>
                    <a:pt x="235018" y="575632"/>
                  </a:lnTo>
                  <a:lnTo>
                    <a:pt x="234877" y="575585"/>
                  </a:lnTo>
                  <a:lnTo>
                    <a:pt x="234739" y="575526"/>
                  </a:lnTo>
                  <a:lnTo>
                    <a:pt x="234500" y="575424"/>
                  </a:lnTo>
                  <a:lnTo>
                    <a:pt x="234304" y="575301"/>
                  </a:lnTo>
                  <a:lnTo>
                    <a:pt x="234151" y="575214"/>
                  </a:lnTo>
                  <a:lnTo>
                    <a:pt x="233956" y="575111"/>
                  </a:lnTo>
                  <a:lnTo>
                    <a:pt x="233792" y="575028"/>
                  </a:lnTo>
                  <a:lnTo>
                    <a:pt x="233624" y="574947"/>
                  </a:lnTo>
                  <a:lnTo>
                    <a:pt x="233456" y="574880"/>
                  </a:lnTo>
                  <a:lnTo>
                    <a:pt x="233263" y="574812"/>
                  </a:lnTo>
                  <a:lnTo>
                    <a:pt x="233120" y="574777"/>
                  </a:lnTo>
                  <a:lnTo>
                    <a:pt x="232944" y="574777"/>
                  </a:lnTo>
                  <a:lnTo>
                    <a:pt x="232787" y="574819"/>
                  </a:lnTo>
                  <a:lnTo>
                    <a:pt x="232590" y="574981"/>
                  </a:lnTo>
                  <a:lnTo>
                    <a:pt x="232566" y="575142"/>
                  </a:lnTo>
                  <a:lnTo>
                    <a:pt x="232749" y="575398"/>
                  </a:lnTo>
                  <a:lnTo>
                    <a:pt x="233036" y="575742"/>
                  </a:lnTo>
                  <a:lnTo>
                    <a:pt x="232870" y="576139"/>
                  </a:lnTo>
                  <a:lnTo>
                    <a:pt x="232510" y="576353"/>
                  </a:lnTo>
                  <a:lnTo>
                    <a:pt x="232337" y="576412"/>
                  </a:lnTo>
                  <a:lnTo>
                    <a:pt x="231316" y="576824"/>
                  </a:lnTo>
                  <a:lnTo>
                    <a:pt x="231111" y="576755"/>
                  </a:lnTo>
                  <a:lnTo>
                    <a:pt x="230850" y="576638"/>
                  </a:lnTo>
                  <a:lnTo>
                    <a:pt x="230542" y="576531"/>
                  </a:lnTo>
                  <a:lnTo>
                    <a:pt x="230364" y="576474"/>
                  </a:lnTo>
                  <a:lnTo>
                    <a:pt x="230079" y="576373"/>
                  </a:lnTo>
                  <a:lnTo>
                    <a:pt x="229879" y="576263"/>
                  </a:lnTo>
                  <a:lnTo>
                    <a:pt x="229614" y="576110"/>
                  </a:lnTo>
                  <a:lnTo>
                    <a:pt x="229468" y="575958"/>
                  </a:lnTo>
                  <a:lnTo>
                    <a:pt x="229217" y="575675"/>
                  </a:lnTo>
                  <a:lnTo>
                    <a:pt x="229130" y="575537"/>
                  </a:lnTo>
                  <a:lnTo>
                    <a:pt x="228916" y="575135"/>
                  </a:lnTo>
                  <a:lnTo>
                    <a:pt x="228822" y="574992"/>
                  </a:lnTo>
                  <a:lnTo>
                    <a:pt x="228460" y="574611"/>
                  </a:lnTo>
                  <a:lnTo>
                    <a:pt x="228316" y="574577"/>
                  </a:lnTo>
                  <a:lnTo>
                    <a:pt x="228051" y="574552"/>
                  </a:lnTo>
                  <a:lnTo>
                    <a:pt x="227901" y="574561"/>
                  </a:lnTo>
                  <a:lnTo>
                    <a:pt x="227687" y="574589"/>
                  </a:lnTo>
                  <a:lnTo>
                    <a:pt x="227220" y="574669"/>
                  </a:lnTo>
                  <a:lnTo>
                    <a:pt x="227093" y="574704"/>
                  </a:lnTo>
                  <a:lnTo>
                    <a:pt x="226764" y="574802"/>
                  </a:lnTo>
                  <a:lnTo>
                    <a:pt x="226591" y="574838"/>
                  </a:lnTo>
                  <a:lnTo>
                    <a:pt x="226446" y="574884"/>
                  </a:lnTo>
                  <a:lnTo>
                    <a:pt x="225277" y="575507"/>
                  </a:lnTo>
                  <a:lnTo>
                    <a:pt x="225120" y="575460"/>
                  </a:lnTo>
                  <a:lnTo>
                    <a:pt x="224725" y="575233"/>
                  </a:lnTo>
                  <a:lnTo>
                    <a:pt x="224569" y="575132"/>
                  </a:lnTo>
                  <a:lnTo>
                    <a:pt x="223989" y="574327"/>
                  </a:lnTo>
                  <a:lnTo>
                    <a:pt x="223980" y="574183"/>
                  </a:lnTo>
                  <a:lnTo>
                    <a:pt x="223129" y="573179"/>
                  </a:lnTo>
                  <a:lnTo>
                    <a:pt x="223167" y="572656"/>
                  </a:lnTo>
                  <a:lnTo>
                    <a:pt x="223519" y="572392"/>
                  </a:lnTo>
                  <a:lnTo>
                    <a:pt x="223652" y="572174"/>
                  </a:lnTo>
                  <a:lnTo>
                    <a:pt x="223754" y="571952"/>
                  </a:lnTo>
                  <a:lnTo>
                    <a:pt x="223792" y="571635"/>
                  </a:lnTo>
                  <a:lnTo>
                    <a:pt x="223782" y="571461"/>
                  </a:lnTo>
                  <a:lnTo>
                    <a:pt x="223730" y="571161"/>
                  </a:lnTo>
                  <a:lnTo>
                    <a:pt x="223564" y="570617"/>
                  </a:lnTo>
                  <a:lnTo>
                    <a:pt x="223456" y="570464"/>
                  </a:lnTo>
                  <a:lnTo>
                    <a:pt x="223100" y="570297"/>
                  </a:lnTo>
                  <a:lnTo>
                    <a:pt x="222937" y="570294"/>
                  </a:lnTo>
                  <a:lnTo>
                    <a:pt x="222698" y="570316"/>
                  </a:lnTo>
                  <a:lnTo>
                    <a:pt x="222298" y="570373"/>
                  </a:lnTo>
                  <a:lnTo>
                    <a:pt x="222011" y="570433"/>
                  </a:lnTo>
                  <a:lnTo>
                    <a:pt x="221526" y="570518"/>
                  </a:lnTo>
                  <a:lnTo>
                    <a:pt x="221234" y="570550"/>
                  </a:lnTo>
                  <a:lnTo>
                    <a:pt x="220929" y="570599"/>
                  </a:lnTo>
                  <a:lnTo>
                    <a:pt x="220386" y="570653"/>
                  </a:lnTo>
                  <a:lnTo>
                    <a:pt x="220254" y="570611"/>
                  </a:lnTo>
                  <a:lnTo>
                    <a:pt x="220087" y="570522"/>
                  </a:lnTo>
                  <a:lnTo>
                    <a:pt x="219655" y="570137"/>
                  </a:lnTo>
                  <a:lnTo>
                    <a:pt x="219148" y="569513"/>
                  </a:lnTo>
                  <a:lnTo>
                    <a:pt x="219185" y="569276"/>
                  </a:lnTo>
                  <a:lnTo>
                    <a:pt x="219298" y="569120"/>
                  </a:lnTo>
                  <a:lnTo>
                    <a:pt x="219475" y="568870"/>
                  </a:lnTo>
                  <a:lnTo>
                    <a:pt x="219569" y="568724"/>
                  </a:lnTo>
                  <a:lnTo>
                    <a:pt x="219338" y="568033"/>
                  </a:lnTo>
                  <a:lnTo>
                    <a:pt x="219194" y="568032"/>
                  </a:lnTo>
                  <a:lnTo>
                    <a:pt x="218933" y="568056"/>
                  </a:lnTo>
                  <a:lnTo>
                    <a:pt x="218710" y="568148"/>
                  </a:lnTo>
                  <a:lnTo>
                    <a:pt x="218412" y="568175"/>
                  </a:lnTo>
                  <a:lnTo>
                    <a:pt x="218261" y="568149"/>
                  </a:lnTo>
                  <a:lnTo>
                    <a:pt x="218018" y="568052"/>
                  </a:lnTo>
                  <a:lnTo>
                    <a:pt x="217628" y="567633"/>
                  </a:lnTo>
                  <a:lnTo>
                    <a:pt x="217623" y="567274"/>
                  </a:lnTo>
                  <a:lnTo>
                    <a:pt x="217821" y="567017"/>
                  </a:lnTo>
                  <a:lnTo>
                    <a:pt x="217887" y="566053"/>
                  </a:lnTo>
                  <a:lnTo>
                    <a:pt x="217759" y="566042"/>
                  </a:lnTo>
                  <a:lnTo>
                    <a:pt x="217330" y="566150"/>
                  </a:lnTo>
                  <a:lnTo>
                    <a:pt x="217106" y="566291"/>
                  </a:lnTo>
                  <a:lnTo>
                    <a:pt x="216978" y="566399"/>
                  </a:lnTo>
                  <a:lnTo>
                    <a:pt x="216667" y="566655"/>
                  </a:lnTo>
                  <a:lnTo>
                    <a:pt x="216392" y="566810"/>
                  </a:lnTo>
                  <a:lnTo>
                    <a:pt x="216099" y="566940"/>
                  </a:lnTo>
                  <a:lnTo>
                    <a:pt x="215593" y="567006"/>
                  </a:lnTo>
                  <a:lnTo>
                    <a:pt x="215460" y="566987"/>
                  </a:lnTo>
                  <a:lnTo>
                    <a:pt x="214982" y="566967"/>
                  </a:lnTo>
                  <a:lnTo>
                    <a:pt x="214853" y="566927"/>
                  </a:lnTo>
                  <a:lnTo>
                    <a:pt x="214249" y="566570"/>
                  </a:lnTo>
                  <a:lnTo>
                    <a:pt x="214089" y="566404"/>
                  </a:lnTo>
                  <a:lnTo>
                    <a:pt x="213912" y="565992"/>
                  </a:lnTo>
                  <a:lnTo>
                    <a:pt x="213996" y="565788"/>
                  </a:lnTo>
                  <a:lnTo>
                    <a:pt x="214057" y="565598"/>
                  </a:lnTo>
                  <a:lnTo>
                    <a:pt x="214284" y="565229"/>
                  </a:lnTo>
                  <a:lnTo>
                    <a:pt x="214352" y="564675"/>
                  </a:lnTo>
                  <a:lnTo>
                    <a:pt x="214213" y="564634"/>
                  </a:lnTo>
                  <a:lnTo>
                    <a:pt x="214052" y="564619"/>
                  </a:lnTo>
                  <a:lnTo>
                    <a:pt x="213824" y="564621"/>
                  </a:lnTo>
                  <a:lnTo>
                    <a:pt x="213497" y="564223"/>
                  </a:lnTo>
                  <a:lnTo>
                    <a:pt x="213555" y="563157"/>
                  </a:lnTo>
                  <a:lnTo>
                    <a:pt x="213399" y="563135"/>
                  </a:lnTo>
                  <a:lnTo>
                    <a:pt x="213172" y="563121"/>
                  </a:lnTo>
                  <a:lnTo>
                    <a:pt x="212210" y="562236"/>
                  </a:lnTo>
                  <a:lnTo>
                    <a:pt x="212057" y="561697"/>
                  </a:lnTo>
                  <a:lnTo>
                    <a:pt x="211920" y="561600"/>
                  </a:lnTo>
                  <a:lnTo>
                    <a:pt x="211417" y="561014"/>
                  </a:lnTo>
                  <a:lnTo>
                    <a:pt x="210122" y="560296"/>
                  </a:lnTo>
                  <a:lnTo>
                    <a:pt x="209786" y="560339"/>
                  </a:lnTo>
                  <a:lnTo>
                    <a:pt x="209612" y="560368"/>
                  </a:lnTo>
                  <a:lnTo>
                    <a:pt x="209409" y="560400"/>
                  </a:lnTo>
                  <a:lnTo>
                    <a:pt x="209261" y="560484"/>
                  </a:lnTo>
                  <a:lnTo>
                    <a:pt x="208748" y="560451"/>
                  </a:lnTo>
                  <a:lnTo>
                    <a:pt x="208640" y="560259"/>
                  </a:lnTo>
                  <a:lnTo>
                    <a:pt x="208541" y="560100"/>
                  </a:lnTo>
                  <a:lnTo>
                    <a:pt x="208561" y="558825"/>
                  </a:lnTo>
                  <a:lnTo>
                    <a:pt x="208805" y="558837"/>
                  </a:lnTo>
                  <a:lnTo>
                    <a:pt x="209892" y="558333"/>
                  </a:lnTo>
                  <a:lnTo>
                    <a:pt x="210087" y="558269"/>
                  </a:lnTo>
                  <a:lnTo>
                    <a:pt x="210235" y="558230"/>
                  </a:lnTo>
                  <a:lnTo>
                    <a:pt x="210409" y="557685"/>
                  </a:lnTo>
                  <a:lnTo>
                    <a:pt x="210257" y="557586"/>
                  </a:lnTo>
                  <a:lnTo>
                    <a:pt x="209768" y="557204"/>
                  </a:lnTo>
                  <a:lnTo>
                    <a:pt x="209538" y="556797"/>
                  </a:lnTo>
                  <a:lnTo>
                    <a:pt x="210004" y="556043"/>
                  </a:lnTo>
                  <a:lnTo>
                    <a:pt x="210272" y="556133"/>
                  </a:lnTo>
                  <a:lnTo>
                    <a:pt x="211056" y="555884"/>
                  </a:lnTo>
                  <a:lnTo>
                    <a:pt x="211053" y="555692"/>
                  </a:lnTo>
                  <a:lnTo>
                    <a:pt x="210835" y="554581"/>
                  </a:lnTo>
                  <a:lnTo>
                    <a:pt x="210742" y="554156"/>
                  </a:lnTo>
                  <a:lnTo>
                    <a:pt x="210661" y="553797"/>
                  </a:lnTo>
                  <a:lnTo>
                    <a:pt x="210357" y="553546"/>
                  </a:lnTo>
                  <a:lnTo>
                    <a:pt x="209966" y="553485"/>
                  </a:lnTo>
                  <a:lnTo>
                    <a:pt x="209820" y="553453"/>
                  </a:lnTo>
                  <a:lnTo>
                    <a:pt x="209657" y="553403"/>
                  </a:lnTo>
                  <a:lnTo>
                    <a:pt x="209276" y="553291"/>
                  </a:lnTo>
                  <a:lnTo>
                    <a:pt x="208778" y="553158"/>
                  </a:lnTo>
                  <a:lnTo>
                    <a:pt x="208580" y="553095"/>
                  </a:lnTo>
                  <a:lnTo>
                    <a:pt x="208044" y="552852"/>
                  </a:lnTo>
                  <a:lnTo>
                    <a:pt x="207648" y="552521"/>
                  </a:lnTo>
                  <a:lnTo>
                    <a:pt x="207501" y="552416"/>
                  </a:lnTo>
                  <a:lnTo>
                    <a:pt x="206901" y="551621"/>
                  </a:lnTo>
                  <a:lnTo>
                    <a:pt x="206713" y="551396"/>
                  </a:lnTo>
                  <a:lnTo>
                    <a:pt x="206642" y="551260"/>
                  </a:lnTo>
                  <a:lnTo>
                    <a:pt x="206563" y="551017"/>
                  </a:lnTo>
                  <a:lnTo>
                    <a:pt x="206528" y="550877"/>
                  </a:lnTo>
                  <a:lnTo>
                    <a:pt x="206465" y="550655"/>
                  </a:lnTo>
                  <a:lnTo>
                    <a:pt x="206474" y="550370"/>
                  </a:lnTo>
                  <a:lnTo>
                    <a:pt x="206496" y="550205"/>
                  </a:lnTo>
                  <a:lnTo>
                    <a:pt x="206765" y="549725"/>
                  </a:lnTo>
                  <a:lnTo>
                    <a:pt x="206906" y="549535"/>
                  </a:lnTo>
                  <a:lnTo>
                    <a:pt x="208624" y="549137"/>
                  </a:lnTo>
                  <a:lnTo>
                    <a:pt x="208506" y="548299"/>
                  </a:lnTo>
                  <a:lnTo>
                    <a:pt x="208174" y="548198"/>
                  </a:lnTo>
                  <a:lnTo>
                    <a:pt x="208577" y="547419"/>
                  </a:lnTo>
                  <a:lnTo>
                    <a:pt x="208924" y="547475"/>
                  </a:lnTo>
                  <a:lnTo>
                    <a:pt x="209243" y="547499"/>
                  </a:lnTo>
                  <a:lnTo>
                    <a:pt x="209711" y="547238"/>
                  </a:lnTo>
                  <a:lnTo>
                    <a:pt x="209687" y="547100"/>
                  </a:lnTo>
                  <a:lnTo>
                    <a:pt x="209636" y="546561"/>
                  </a:lnTo>
                  <a:lnTo>
                    <a:pt x="209571" y="546355"/>
                  </a:lnTo>
                  <a:lnTo>
                    <a:pt x="209442" y="546073"/>
                  </a:lnTo>
                  <a:lnTo>
                    <a:pt x="209230" y="545840"/>
                  </a:lnTo>
                  <a:lnTo>
                    <a:pt x="209045" y="545749"/>
                  </a:lnTo>
                  <a:lnTo>
                    <a:pt x="208788" y="545660"/>
                  </a:lnTo>
                  <a:lnTo>
                    <a:pt x="208585" y="545607"/>
                  </a:lnTo>
                  <a:lnTo>
                    <a:pt x="208840" y="544233"/>
                  </a:lnTo>
                  <a:lnTo>
                    <a:pt x="208565" y="543863"/>
                  </a:lnTo>
                  <a:lnTo>
                    <a:pt x="208292" y="543802"/>
                  </a:lnTo>
                  <a:lnTo>
                    <a:pt x="207863" y="543078"/>
                  </a:lnTo>
                  <a:lnTo>
                    <a:pt x="208184" y="543020"/>
                  </a:lnTo>
                  <a:lnTo>
                    <a:pt x="208369" y="542028"/>
                  </a:lnTo>
                  <a:lnTo>
                    <a:pt x="207947" y="541826"/>
                  </a:lnTo>
                  <a:lnTo>
                    <a:pt x="207755" y="541122"/>
                  </a:lnTo>
                  <a:lnTo>
                    <a:pt x="208046" y="540163"/>
                  </a:lnTo>
                  <a:lnTo>
                    <a:pt x="207321" y="540392"/>
                  </a:lnTo>
                  <a:lnTo>
                    <a:pt x="206815" y="540274"/>
                  </a:lnTo>
                  <a:lnTo>
                    <a:pt x="207083" y="539783"/>
                  </a:lnTo>
                  <a:lnTo>
                    <a:pt x="207111" y="539629"/>
                  </a:lnTo>
                  <a:lnTo>
                    <a:pt x="207026" y="539385"/>
                  </a:lnTo>
                  <a:lnTo>
                    <a:pt x="206842" y="539229"/>
                  </a:lnTo>
                  <a:lnTo>
                    <a:pt x="206582" y="539072"/>
                  </a:lnTo>
                  <a:lnTo>
                    <a:pt x="206384" y="538890"/>
                  </a:lnTo>
                  <a:lnTo>
                    <a:pt x="206251" y="538642"/>
                  </a:lnTo>
                  <a:lnTo>
                    <a:pt x="206200" y="538457"/>
                  </a:lnTo>
                  <a:lnTo>
                    <a:pt x="206202" y="538020"/>
                  </a:lnTo>
                  <a:lnTo>
                    <a:pt x="206434" y="537871"/>
                  </a:lnTo>
                  <a:lnTo>
                    <a:pt x="206831" y="537817"/>
                  </a:lnTo>
                  <a:lnTo>
                    <a:pt x="207274" y="537571"/>
                  </a:lnTo>
                  <a:lnTo>
                    <a:pt x="207114" y="537204"/>
                  </a:lnTo>
                  <a:lnTo>
                    <a:pt x="206571" y="536724"/>
                  </a:lnTo>
                  <a:lnTo>
                    <a:pt x="206444" y="536655"/>
                  </a:lnTo>
                  <a:lnTo>
                    <a:pt x="206058" y="536273"/>
                  </a:lnTo>
                  <a:lnTo>
                    <a:pt x="205999" y="536064"/>
                  </a:lnTo>
                  <a:lnTo>
                    <a:pt x="205974" y="535852"/>
                  </a:lnTo>
                  <a:lnTo>
                    <a:pt x="206004" y="535679"/>
                  </a:lnTo>
                  <a:lnTo>
                    <a:pt x="206502" y="535205"/>
                  </a:lnTo>
                  <a:lnTo>
                    <a:pt x="206541" y="534750"/>
                  </a:lnTo>
                  <a:lnTo>
                    <a:pt x="206331" y="534205"/>
                  </a:lnTo>
                  <a:lnTo>
                    <a:pt x="206074" y="534202"/>
                  </a:lnTo>
                  <a:lnTo>
                    <a:pt x="205250" y="534397"/>
                  </a:lnTo>
                  <a:lnTo>
                    <a:pt x="205099" y="535171"/>
                  </a:lnTo>
                  <a:lnTo>
                    <a:pt x="204936" y="535324"/>
                  </a:lnTo>
                  <a:lnTo>
                    <a:pt x="204776" y="535498"/>
                  </a:lnTo>
                  <a:lnTo>
                    <a:pt x="204676" y="535652"/>
                  </a:lnTo>
                  <a:lnTo>
                    <a:pt x="204053" y="535770"/>
                  </a:lnTo>
                  <a:lnTo>
                    <a:pt x="203919" y="535708"/>
                  </a:lnTo>
                  <a:lnTo>
                    <a:pt x="204153" y="533918"/>
                  </a:lnTo>
                  <a:lnTo>
                    <a:pt x="204100" y="533727"/>
                  </a:lnTo>
                  <a:lnTo>
                    <a:pt x="203763" y="533551"/>
                  </a:lnTo>
                  <a:lnTo>
                    <a:pt x="203560" y="533554"/>
                  </a:lnTo>
                  <a:lnTo>
                    <a:pt x="203360" y="533621"/>
                  </a:lnTo>
                  <a:lnTo>
                    <a:pt x="203062" y="533668"/>
                  </a:lnTo>
                  <a:lnTo>
                    <a:pt x="202916" y="533695"/>
                  </a:lnTo>
                  <a:lnTo>
                    <a:pt x="202746" y="533727"/>
                  </a:lnTo>
                  <a:lnTo>
                    <a:pt x="202312" y="533779"/>
                  </a:lnTo>
                  <a:lnTo>
                    <a:pt x="201912" y="533747"/>
                  </a:lnTo>
                  <a:lnTo>
                    <a:pt x="201469" y="533739"/>
                  </a:lnTo>
                  <a:lnTo>
                    <a:pt x="200663" y="534141"/>
                  </a:lnTo>
                  <a:lnTo>
                    <a:pt x="200708" y="534321"/>
                  </a:lnTo>
                  <a:lnTo>
                    <a:pt x="200179" y="534600"/>
                  </a:lnTo>
                  <a:lnTo>
                    <a:pt x="199909" y="534524"/>
                  </a:lnTo>
                  <a:lnTo>
                    <a:pt x="199689" y="534531"/>
                  </a:lnTo>
                  <a:lnTo>
                    <a:pt x="199655" y="534915"/>
                  </a:lnTo>
                  <a:lnTo>
                    <a:pt x="199459" y="534999"/>
                  </a:lnTo>
                  <a:lnTo>
                    <a:pt x="199157" y="535035"/>
                  </a:lnTo>
                  <a:lnTo>
                    <a:pt x="197621" y="535679"/>
                  </a:lnTo>
                  <a:lnTo>
                    <a:pt x="197377" y="535517"/>
                  </a:lnTo>
                  <a:lnTo>
                    <a:pt x="197109" y="535486"/>
                  </a:lnTo>
                  <a:lnTo>
                    <a:pt x="196785" y="535695"/>
                  </a:lnTo>
                  <a:lnTo>
                    <a:pt x="196281" y="535896"/>
                  </a:lnTo>
                  <a:lnTo>
                    <a:pt x="196033" y="535874"/>
                  </a:lnTo>
                  <a:lnTo>
                    <a:pt x="195848" y="535833"/>
                  </a:lnTo>
                  <a:lnTo>
                    <a:pt x="195058" y="535963"/>
                  </a:lnTo>
                  <a:lnTo>
                    <a:pt x="194787" y="535942"/>
                  </a:lnTo>
                  <a:lnTo>
                    <a:pt x="194265" y="535922"/>
                  </a:lnTo>
                  <a:lnTo>
                    <a:pt x="194062" y="535755"/>
                  </a:lnTo>
                  <a:lnTo>
                    <a:pt x="193753" y="535771"/>
                  </a:lnTo>
                  <a:lnTo>
                    <a:pt x="193541" y="535838"/>
                  </a:lnTo>
                  <a:lnTo>
                    <a:pt x="193340" y="535839"/>
                  </a:lnTo>
                  <a:lnTo>
                    <a:pt x="192282" y="536010"/>
                  </a:lnTo>
                  <a:lnTo>
                    <a:pt x="191726" y="536044"/>
                  </a:lnTo>
                  <a:lnTo>
                    <a:pt x="191409" y="536029"/>
                  </a:lnTo>
                  <a:lnTo>
                    <a:pt x="190904" y="536465"/>
                  </a:lnTo>
                  <a:lnTo>
                    <a:pt x="190806" y="536935"/>
                  </a:lnTo>
                  <a:lnTo>
                    <a:pt x="190291" y="537021"/>
                  </a:lnTo>
                  <a:lnTo>
                    <a:pt x="189982" y="537105"/>
                  </a:lnTo>
                  <a:lnTo>
                    <a:pt x="189338" y="537012"/>
                  </a:lnTo>
                  <a:lnTo>
                    <a:pt x="189345" y="536845"/>
                  </a:lnTo>
                  <a:lnTo>
                    <a:pt x="188311" y="536765"/>
                  </a:lnTo>
                  <a:lnTo>
                    <a:pt x="188019" y="536554"/>
                  </a:lnTo>
                  <a:lnTo>
                    <a:pt x="187862" y="536366"/>
                  </a:lnTo>
                  <a:lnTo>
                    <a:pt x="187684" y="536216"/>
                  </a:lnTo>
                  <a:lnTo>
                    <a:pt x="187438" y="536130"/>
                  </a:lnTo>
                  <a:lnTo>
                    <a:pt x="187281" y="535949"/>
                  </a:lnTo>
                  <a:lnTo>
                    <a:pt x="187052" y="535890"/>
                  </a:lnTo>
                  <a:lnTo>
                    <a:pt x="186641" y="535707"/>
                  </a:lnTo>
                  <a:lnTo>
                    <a:pt x="186401" y="535878"/>
                  </a:lnTo>
                  <a:lnTo>
                    <a:pt x="186080" y="536022"/>
                  </a:lnTo>
                  <a:lnTo>
                    <a:pt x="185899" y="536213"/>
                  </a:lnTo>
                  <a:lnTo>
                    <a:pt x="185716" y="536191"/>
                  </a:lnTo>
                  <a:lnTo>
                    <a:pt x="185674" y="536559"/>
                  </a:lnTo>
                  <a:lnTo>
                    <a:pt x="185398" y="536550"/>
                  </a:lnTo>
                  <a:lnTo>
                    <a:pt x="185156" y="536654"/>
                  </a:lnTo>
                  <a:lnTo>
                    <a:pt x="184654" y="537030"/>
                  </a:lnTo>
                  <a:lnTo>
                    <a:pt x="184488" y="536807"/>
                  </a:lnTo>
                  <a:lnTo>
                    <a:pt x="184148" y="536718"/>
                  </a:lnTo>
                  <a:lnTo>
                    <a:pt x="183934" y="536533"/>
                  </a:lnTo>
                  <a:lnTo>
                    <a:pt x="183451" y="536608"/>
                  </a:lnTo>
                  <a:lnTo>
                    <a:pt x="183070" y="536622"/>
                  </a:lnTo>
                  <a:lnTo>
                    <a:pt x="182757" y="536495"/>
                  </a:lnTo>
                  <a:lnTo>
                    <a:pt x="181666" y="537199"/>
                  </a:lnTo>
                  <a:lnTo>
                    <a:pt x="181581" y="537396"/>
                  </a:lnTo>
                  <a:lnTo>
                    <a:pt x="181194" y="537442"/>
                  </a:lnTo>
                  <a:lnTo>
                    <a:pt x="180869" y="537384"/>
                  </a:lnTo>
                  <a:lnTo>
                    <a:pt x="180570" y="536950"/>
                  </a:lnTo>
                  <a:lnTo>
                    <a:pt x="180356" y="536721"/>
                  </a:lnTo>
                  <a:lnTo>
                    <a:pt x="179843" y="536401"/>
                  </a:lnTo>
                  <a:lnTo>
                    <a:pt x="179662" y="536461"/>
                  </a:lnTo>
                  <a:lnTo>
                    <a:pt x="179414" y="536258"/>
                  </a:lnTo>
                  <a:lnTo>
                    <a:pt x="179164" y="536089"/>
                  </a:lnTo>
                  <a:lnTo>
                    <a:pt x="178981" y="536104"/>
                  </a:lnTo>
                  <a:lnTo>
                    <a:pt x="178752" y="536157"/>
                  </a:lnTo>
                  <a:lnTo>
                    <a:pt x="178449" y="536229"/>
                  </a:lnTo>
                  <a:lnTo>
                    <a:pt x="178151" y="536194"/>
                  </a:lnTo>
                  <a:lnTo>
                    <a:pt x="177780" y="536076"/>
                  </a:lnTo>
                  <a:lnTo>
                    <a:pt x="177575" y="536162"/>
                  </a:lnTo>
                  <a:lnTo>
                    <a:pt x="177314" y="535880"/>
                  </a:lnTo>
                  <a:lnTo>
                    <a:pt x="177167" y="535820"/>
                  </a:lnTo>
                  <a:lnTo>
                    <a:pt x="177114" y="535619"/>
                  </a:lnTo>
                  <a:lnTo>
                    <a:pt x="176898" y="535525"/>
                  </a:lnTo>
                  <a:lnTo>
                    <a:pt x="176712" y="535501"/>
                  </a:lnTo>
                  <a:lnTo>
                    <a:pt x="176541" y="535339"/>
                  </a:lnTo>
                  <a:lnTo>
                    <a:pt x="176307" y="535403"/>
                  </a:lnTo>
                  <a:lnTo>
                    <a:pt x="176055" y="535303"/>
                  </a:lnTo>
                  <a:lnTo>
                    <a:pt x="175809" y="535043"/>
                  </a:lnTo>
                  <a:lnTo>
                    <a:pt x="175370" y="535134"/>
                  </a:lnTo>
                  <a:lnTo>
                    <a:pt x="174854" y="535175"/>
                  </a:lnTo>
                  <a:lnTo>
                    <a:pt x="174663" y="535250"/>
                  </a:lnTo>
                  <a:lnTo>
                    <a:pt x="174339" y="535585"/>
                  </a:lnTo>
                  <a:lnTo>
                    <a:pt x="172765" y="536426"/>
                  </a:lnTo>
                  <a:lnTo>
                    <a:pt x="172544" y="536512"/>
                  </a:lnTo>
                  <a:lnTo>
                    <a:pt x="172388" y="536592"/>
                  </a:lnTo>
                  <a:lnTo>
                    <a:pt x="172943" y="536266"/>
                  </a:lnTo>
                  <a:lnTo>
                    <a:pt x="171288" y="533715"/>
                  </a:lnTo>
                  <a:lnTo>
                    <a:pt x="170926" y="533329"/>
                  </a:lnTo>
                  <a:lnTo>
                    <a:pt x="169363" y="531705"/>
                  </a:lnTo>
                  <a:lnTo>
                    <a:pt x="165792" y="527109"/>
                  </a:lnTo>
                  <a:lnTo>
                    <a:pt x="165646" y="526348"/>
                  </a:lnTo>
                  <a:lnTo>
                    <a:pt x="165661" y="526145"/>
                  </a:lnTo>
                  <a:lnTo>
                    <a:pt x="165671" y="526014"/>
                  </a:lnTo>
                  <a:lnTo>
                    <a:pt x="165779" y="525816"/>
                  </a:lnTo>
                  <a:lnTo>
                    <a:pt x="165768" y="522845"/>
                  </a:lnTo>
                  <a:lnTo>
                    <a:pt x="165685" y="522303"/>
                  </a:lnTo>
                  <a:lnTo>
                    <a:pt x="165678" y="522162"/>
                  </a:lnTo>
                  <a:lnTo>
                    <a:pt x="165633" y="522001"/>
                  </a:lnTo>
                  <a:lnTo>
                    <a:pt x="165447" y="521016"/>
                  </a:lnTo>
                  <a:lnTo>
                    <a:pt x="165449" y="520676"/>
                  </a:lnTo>
                  <a:lnTo>
                    <a:pt x="165530" y="520360"/>
                  </a:lnTo>
                  <a:lnTo>
                    <a:pt x="165685" y="520319"/>
                  </a:lnTo>
                  <a:lnTo>
                    <a:pt x="166498" y="520270"/>
                  </a:lnTo>
                  <a:lnTo>
                    <a:pt x="167570" y="520117"/>
                  </a:lnTo>
                  <a:lnTo>
                    <a:pt x="167466" y="519356"/>
                  </a:lnTo>
                  <a:lnTo>
                    <a:pt x="167403" y="519104"/>
                  </a:lnTo>
                  <a:lnTo>
                    <a:pt x="167351" y="518854"/>
                  </a:lnTo>
                  <a:lnTo>
                    <a:pt x="167323" y="518607"/>
                  </a:lnTo>
                  <a:lnTo>
                    <a:pt x="167404" y="518267"/>
                  </a:lnTo>
                  <a:lnTo>
                    <a:pt x="168219" y="518152"/>
                  </a:lnTo>
                  <a:lnTo>
                    <a:pt x="168423" y="518148"/>
                  </a:lnTo>
                  <a:lnTo>
                    <a:pt x="168642" y="518097"/>
                  </a:lnTo>
                  <a:lnTo>
                    <a:pt x="168727" y="518636"/>
                  </a:lnTo>
                  <a:lnTo>
                    <a:pt x="168747" y="518899"/>
                  </a:lnTo>
                  <a:lnTo>
                    <a:pt x="169046" y="519627"/>
                  </a:lnTo>
                  <a:lnTo>
                    <a:pt x="169658" y="519557"/>
                  </a:lnTo>
                  <a:lnTo>
                    <a:pt x="169512" y="519050"/>
                  </a:lnTo>
                  <a:lnTo>
                    <a:pt x="169903" y="519010"/>
                  </a:lnTo>
                  <a:lnTo>
                    <a:pt x="170478" y="518913"/>
                  </a:lnTo>
                  <a:lnTo>
                    <a:pt x="170828" y="518851"/>
                  </a:lnTo>
                  <a:lnTo>
                    <a:pt x="171354" y="518802"/>
                  </a:lnTo>
                  <a:lnTo>
                    <a:pt x="171969" y="518666"/>
                  </a:lnTo>
                  <a:lnTo>
                    <a:pt x="172115" y="518657"/>
                  </a:lnTo>
                  <a:lnTo>
                    <a:pt x="173217" y="518671"/>
                  </a:lnTo>
                  <a:lnTo>
                    <a:pt x="173507" y="519004"/>
                  </a:lnTo>
                  <a:lnTo>
                    <a:pt x="173821" y="519295"/>
                  </a:lnTo>
                  <a:lnTo>
                    <a:pt x="174283" y="519711"/>
                  </a:lnTo>
                  <a:lnTo>
                    <a:pt x="174597" y="519655"/>
                  </a:lnTo>
                  <a:lnTo>
                    <a:pt x="174815" y="519566"/>
                  </a:lnTo>
                  <a:lnTo>
                    <a:pt x="175217" y="519654"/>
                  </a:lnTo>
                  <a:lnTo>
                    <a:pt x="175771" y="519260"/>
                  </a:lnTo>
                  <a:lnTo>
                    <a:pt x="175702" y="519023"/>
                  </a:lnTo>
                  <a:lnTo>
                    <a:pt x="176310" y="518778"/>
                  </a:lnTo>
                  <a:lnTo>
                    <a:pt x="176515" y="518679"/>
                  </a:lnTo>
                  <a:lnTo>
                    <a:pt x="176925" y="518530"/>
                  </a:lnTo>
                  <a:lnTo>
                    <a:pt x="177250" y="518367"/>
                  </a:lnTo>
                  <a:lnTo>
                    <a:pt x="177239" y="518043"/>
                  </a:lnTo>
                  <a:lnTo>
                    <a:pt x="177179" y="517681"/>
                  </a:lnTo>
                  <a:lnTo>
                    <a:pt x="177174" y="517546"/>
                  </a:lnTo>
                  <a:lnTo>
                    <a:pt x="177121" y="517302"/>
                  </a:lnTo>
                  <a:lnTo>
                    <a:pt x="177082" y="516915"/>
                  </a:lnTo>
                  <a:lnTo>
                    <a:pt x="176897" y="516709"/>
                  </a:lnTo>
                  <a:lnTo>
                    <a:pt x="177015" y="516524"/>
                  </a:lnTo>
                  <a:lnTo>
                    <a:pt x="177031" y="516376"/>
                  </a:lnTo>
                  <a:lnTo>
                    <a:pt x="177162" y="516218"/>
                  </a:lnTo>
                  <a:lnTo>
                    <a:pt x="177376" y="516192"/>
                  </a:lnTo>
                  <a:lnTo>
                    <a:pt x="177987" y="516108"/>
                  </a:lnTo>
                  <a:lnTo>
                    <a:pt x="178404" y="516154"/>
                  </a:lnTo>
                  <a:lnTo>
                    <a:pt x="178754" y="516173"/>
                  </a:lnTo>
                  <a:lnTo>
                    <a:pt x="178983" y="516155"/>
                  </a:lnTo>
                  <a:lnTo>
                    <a:pt x="179430" y="515929"/>
                  </a:lnTo>
                  <a:lnTo>
                    <a:pt x="179756" y="515860"/>
                  </a:lnTo>
                  <a:lnTo>
                    <a:pt x="180041" y="515797"/>
                  </a:lnTo>
                  <a:lnTo>
                    <a:pt x="180398" y="515652"/>
                  </a:lnTo>
                  <a:lnTo>
                    <a:pt x="180992" y="515436"/>
                  </a:lnTo>
                  <a:lnTo>
                    <a:pt x="183187" y="515256"/>
                  </a:lnTo>
                  <a:lnTo>
                    <a:pt x="183354" y="515226"/>
                  </a:lnTo>
                  <a:lnTo>
                    <a:pt x="185560" y="514994"/>
                  </a:lnTo>
                  <a:lnTo>
                    <a:pt x="185970" y="515004"/>
                  </a:lnTo>
                  <a:lnTo>
                    <a:pt x="186318" y="514992"/>
                  </a:lnTo>
                  <a:lnTo>
                    <a:pt x="186691" y="514980"/>
                  </a:lnTo>
                  <a:lnTo>
                    <a:pt x="187282" y="514960"/>
                  </a:lnTo>
                  <a:lnTo>
                    <a:pt x="187930" y="514939"/>
                  </a:lnTo>
                  <a:lnTo>
                    <a:pt x="188217" y="514931"/>
                  </a:lnTo>
                  <a:lnTo>
                    <a:pt x="189772" y="514885"/>
                  </a:lnTo>
                  <a:lnTo>
                    <a:pt x="191131" y="514842"/>
                  </a:lnTo>
                  <a:lnTo>
                    <a:pt x="191356" y="514244"/>
                  </a:lnTo>
                  <a:lnTo>
                    <a:pt x="191784" y="513275"/>
                  </a:lnTo>
                  <a:lnTo>
                    <a:pt x="191998" y="513188"/>
                  </a:lnTo>
                  <a:lnTo>
                    <a:pt x="192299" y="512919"/>
                  </a:lnTo>
                  <a:lnTo>
                    <a:pt x="192108" y="512132"/>
                  </a:lnTo>
                  <a:lnTo>
                    <a:pt x="192036" y="511693"/>
                  </a:lnTo>
                  <a:lnTo>
                    <a:pt x="192014" y="511237"/>
                  </a:lnTo>
                  <a:lnTo>
                    <a:pt x="192277" y="511232"/>
                  </a:lnTo>
                  <a:lnTo>
                    <a:pt x="192089" y="510204"/>
                  </a:lnTo>
                  <a:lnTo>
                    <a:pt x="192158" y="510011"/>
                  </a:lnTo>
                  <a:lnTo>
                    <a:pt x="192098" y="509696"/>
                  </a:lnTo>
                  <a:lnTo>
                    <a:pt x="192325" y="508806"/>
                  </a:lnTo>
                  <a:lnTo>
                    <a:pt x="192151" y="508805"/>
                  </a:lnTo>
                  <a:lnTo>
                    <a:pt x="191880" y="508798"/>
                  </a:lnTo>
                  <a:lnTo>
                    <a:pt x="191278" y="508818"/>
                  </a:lnTo>
                  <a:lnTo>
                    <a:pt x="190788" y="507951"/>
                  </a:lnTo>
                  <a:lnTo>
                    <a:pt x="190939" y="507903"/>
                  </a:lnTo>
                  <a:lnTo>
                    <a:pt x="190932" y="505048"/>
                  </a:lnTo>
                  <a:lnTo>
                    <a:pt x="189978" y="505327"/>
                  </a:lnTo>
                  <a:lnTo>
                    <a:pt x="189901" y="507250"/>
                  </a:lnTo>
                  <a:lnTo>
                    <a:pt x="189854" y="507546"/>
                  </a:lnTo>
                  <a:lnTo>
                    <a:pt x="189615" y="508118"/>
                  </a:lnTo>
                  <a:lnTo>
                    <a:pt x="189038" y="508286"/>
                  </a:lnTo>
                  <a:lnTo>
                    <a:pt x="188050" y="508099"/>
                  </a:lnTo>
                  <a:lnTo>
                    <a:pt x="187778" y="508197"/>
                  </a:lnTo>
                  <a:lnTo>
                    <a:pt x="187152" y="508246"/>
                  </a:lnTo>
                  <a:lnTo>
                    <a:pt x="186795" y="508161"/>
                  </a:lnTo>
                  <a:lnTo>
                    <a:pt x="186518" y="507999"/>
                  </a:lnTo>
                  <a:lnTo>
                    <a:pt x="186279" y="507765"/>
                  </a:lnTo>
                  <a:lnTo>
                    <a:pt x="186156" y="507623"/>
                  </a:lnTo>
                  <a:lnTo>
                    <a:pt x="186038" y="506539"/>
                  </a:lnTo>
                  <a:lnTo>
                    <a:pt x="186162" y="506407"/>
                  </a:lnTo>
                  <a:lnTo>
                    <a:pt x="186267" y="506243"/>
                  </a:lnTo>
                  <a:lnTo>
                    <a:pt x="186554" y="505834"/>
                  </a:lnTo>
                  <a:lnTo>
                    <a:pt x="186776" y="505113"/>
                  </a:lnTo>
                  <a:lnTo>
                    <a:pt x="186911" y="504978"/>
                  </a:lnTo>
                  <a:lnTo>
                    <a:pt x="187760" y="502963"/>
                  </a:lnTo>
                  <a:lnTo>
                    <a:pt x="187759" y="501806"/>
                  </a:lnTo>
                  <a:lnTo>
                    <a:pt x="187341" y="502136"/>
                  </a:lnTo>
                  <a:lnTo>
                    <a:pt x="186594" y="502173"/>
                  </a:lnTo>
                  <a:lnTo>
                    <a:pt x="186319" y="502053"/>
                  </a:lnTo>
                  <a:lnTo>
                    <a:pt x="186054" y="502005"/>
                  </a:lnTo>
                  <a:lnTo>
                    <a:pt x="185623" y="502088"/>
                  </a:lnTo>
                  <a:lnTo>
                    <a:pt x="185401" y="502029"/>
                  </a:lnTo>
                  <a:lnTo>
                    <a:pt x="185110" y="502372"/>
                  </a:lnTo>
                  <a:lnTo>
                    <a:pt x="184774" y="502437"/>
                  </a:lnTo>
                  <a:lnTo>
                    <a:pt x="184674" y="502623"/>
                  </a:lnTo>
                  <a:lnTo>
                    <a:pt x="184379" y="502712"/>
                  </a:lnTo>
                  <a:lnTo>
                    <a:pt x="184178" y="502820"/>
                  </a:lnTo>
                  <a:lnTo>
                    <a:pt x="184048" y="502835"/>
                  </a:lnTo>
                  <a:lnTo>
                    <a:pt x="183794" y="502911"/>
                  </a:lnTo>
                  <a:lnTo>
                    <a:pt x="183642" y="502853"/>
                  </a:lnTo>
                  <a:lnTo>
                    <a:pt x="183109" y="502918"/>
                  </a:lnTo>
                  <a:lnTo>
                    <a:pt x="182528" y="502789"/>
                  </a:lnTo>
                  <a:lnTo>
                    <a:pt x="182070" y="502680"/>
                  </a:lnTo>
                  <a:lnTo>
                    <a:pt x="182038" y="502425"/>
                  </a:lnTo>
                  <a:lnTo>
                    <a:pt x="181862" y="502014"/>
                  </a:lnTo>
                  <a:lnTo>
                    <a:pt x="181735" y="501914"/>
                  </a:lnTo>
                  <a:lnTo>
                    <a:pt x="181425" y="501717"/>
                  </a:lnTo>
                  <a:lnTo>
                    <a:pt x="180954" y="501291"/>
                  </a:lnTo>
                  <a:lnTo>
                    <a:pt x="180773" y="501156"/>
                  </a:lnTo>
                  <a:lnTo>
                    <a:pt x="180266" y="500851"/>
                  </a:lnTo>
                  <a:lnTo>
                    <a:pt x="180069" y="500634"/>
                  </a:lnTo>
                  <a:lnTo>
                    <a:pt x="179892" y="500477"/>
                  </a:lnTo>
                  <a:lnTo>
                    <a:pt x="179686" y="500357"/>
                  </a:lnTo>
                  <a:lnTo>
                    <a:pt x="179113" y="500284"/>
                  </a:lnTo>
                  <a:lnTo>
                    <a:pt x="178896" y="500211"/>
                  </a:lnTo>
                  <a:lnTo>
                    <a:pt x="178637" y="500068"/>
                  </a:lnTo>
                  <a:lnTo>
                    <a:pt x="178509" y="499979"/>
                  </a:lnTo>
                  <a:lnTo>
                    <a:pt x="178192" y="499811"/>
                  </a:lnTo>
                  <a:lnTo>
                    <a:pt x="178221" y="499967"/>
                  </a:lnTo>
                  <a:lnTo>
                    <a:pt x="178060" y="500360"/>
                  </a:lnTo>
                  <a:lnTo>
                    <a:pt x="178155" y="500857"/>
                  </a:lnTo>
                  <a:lnTo>
                    <a:pt x="178284" y="501539"/>
                  </a:lnTo>
                  <a:lnTo>
                    <a:pt x="179429" y="501403"/>
                  </a:lnTo>
                  <a:lnTo>
                    <a:pt x="180132" y="501279"/>
                  </a:lnTo>
                  <a:lnTo>
                    <a:pt x="180730" y="501241"/>
                  </a:lnTo>
                  <a:lnTo>
                    <a:pt x="181394" y="501812"/>
                  </a:lnTo>
                  <a:lnTo>
                    <a:pt x="181859" y="502177"/>
                  </a:lnTo>
                  <a:lnTo>
                    <a:pt x="181950" y="502453"/>
                  </a:lnTo>
                  <a:lnTo>
                    <a:pt x="181980" y="502805"/>
                  </a:lnTo>
                  <a:lnTo>
                    <a:pt x="182591" y="502940"/>
                  </a:lnTo>
                  <a:lnTo>
                    <a:pt x="182537" y="503665"/>
                  </a:lnTo>
                  <a:lnTo>
                    <a:pt x="182648" y="503884"/>
                  </a:lnTo>
                  <a:lnTo>
                    <a:pt x="182669" y="504370"/>
                  </a:lnTo>
                  <a:lnTo>
                    <a:pt x="182353" y="505290"/>
                  </a:lnTo>
                  <a:lnTo>
                    <a:pt x="180953" y="507700"/>
                  </a:lnTo>
                  <a:lnTo>
                    <a:pt x="180174" y="507940"/>
                  </a:lnTo>
                  <a:lnTo>
                    <a:pt x="179856" y="508224"/>
                  </a:lnTo>
                  <a:lnTo>
                    <a:pt x="179604" y="508027"/>
                  </a:lnTo>
                  <a:lnTo>
                    <a:pt x="179510" y="507807"/>
                  </a:lnTo>
                  <a:lnTo>
                    <a:pt x="179448" y="507663"/>
                  </a:lnTo>
                  <a:lnTo>
                    <a:pt x="179443" y="507347"/>
                  </a:lnTo>
                  <a:lnTo>
                    <a:pt x="179090" y="506891"/>
                  </a:lnTo>
                  <a:lnTo>
                    <a:pt x="178487" y="506487"/>
                  </a:lnTo>
                  <a:lnTo>
                    <a:pt x="177952" y="506343"/>
                  </a:lnTo>
                  <a:lnTo>
                    <a:pt x="177699" y="506589"/>
                  </a:lnTo>
                  <a:lnTo>
                    <a:pt x="177448" y="506749"/>
                  </a:lnTo>
                  <a:lnTo>
                    <a:pt x="177253" y="506622"/>
                  </a:lnTo>
                  <a:lnTo>
                    <a:pt x="177104" y="506564"/>
                  </a:lnTo>
                  <a:lnTo>
                    <a:pt x="176955" y="506505"/>
                  </a:lnTo>
                  <a:lnTo>
                    <a:pt x="176050" y="506831"/>
                  </a:lnTo>
                  <a:lnTo>
                    <a:pt x="175599" y="506638"/>
                  </a:lnTo>
                  <a:lnTo>
                    <a:pt x="175340" y="506439"/>
                  </a:lnTo>
                  <a:lnTo>
                    <a:pt x="174954" y="506777"/>
                  </a:lnTo>
                  <a:lnTo>
                    <a:pt x="174754" y="507219"/>
                  </a:lnTo>
                  <a:lnTo>
                    <a:pt x="174604" y="507472"/>
                  </a:lnTo>
                  <a:lnTo>
                    <a:pt x="174547" y="507781"/>
                  </a:lnTo>
                  <a:lnTo>
                    <a:pt x="174810" y="508234"/>
                  </a:lnTo>
                  <a:lnTo>
                    <a:pt x="174811" y="508544"/>
                  </a:lnTo>
                  <a:lnTo>
                    <a:pt x="174525" y="508638"/>
                  </a:lnTo>
                  <a:lnTo>
                    <a:pt x="174308" y="508749"/>
                  </a:lnTo>
                  <a:lnTo>
                    <a:pt x="173830" y="509318"/>
                  </a:lnTo>
                  <a:lnTo>
                    <a:pt x="173795" y="509502"/>
                  </a:lnTo>
                  <a:lnTo>
                    <a:pt x="173410" y="509891"/>
                  </a:lnTo>
                  <a:lnTo>
                    <a:pt x="173331" y="510037"/>
                  </a:lnTo>
                  <a:lnTo>
                    <a:pt x="173214" y="510257"/>
                  </a:lnTo>
                  <a:lnTo>
                    <a:pt x="173129" y="510560"/>
                  </a:lnTo>
                  <a:lnTo>
                    <a:pt x="173119" y="510796"/>
                  </a:lnTo>
                  <a:lnTo>
                    <a:pt x="172981" y="510966"/>
                  </a:lnTo>
                  <a:lnTo>
                    <a:pt x="172806" y="511731"/>
                  </a:lnTo>
                  <a:lnTo>
                    <a:pt x="172469" y="511970"/>
                  </a:lnTo>
                  <a:lnTo>
                    <a:pt x="171840" y="512313"/>
                  </a:lnTo>
                  <a:lnTo>
                    <a:pt x="171651" y="512306"/>
                  </a:lnTo>
                  <a:lnTo>
                    <a:pt x="171375" y="512381"/>
                  </a:lnTo>
                  <a:lnTo>
                    <a:pt x="171220" y="512434"/>
                  </a:lnTo>
                  <a:lnTo>
                    <a:pt x="171018" y="512503"/>
                  </a:lnTo>
                  <a:lnTo>
                    <a:pt x="170829" y="512568"/>
                  </a:lnTo>
                  <a:lnTo>
                    <a:pt x="170596" y="512635"/>
                  </a:lnTo>
                  <a:lnTo>
                    <a:pt x="170431" y="512682"/>
                  </a:lnTo>
                  <a:lnTo>
                    <a:pt x="169823" y="512648"/>
                  </a:lnTo>
                  <a:lnTo>
                    <a:pt x="169687" y="512583"/>
                  </a:lnTo>
                  <a:lnTo>
                    <a:pt x="167415" y="512754"/>
                  </a:lnTo>
                  <a:lnTo>
                    <a:pt x="167259" y="512752"/>
                  </a:lnTo>
                  <a:lnTo>
                    <a:pt x="166838" y="513045"/>
                  </a:lnTo>
                  <a:lnTo>
                    <a:pt x="166631" y="513122"/>
                  </a:lnTo>
                  <a:lnTo>
                    <a:pt x="166431" y="513196"/>
                  </a:lnTo>
                  <a:lnTo>
                    <a:pt x="166264" y="513182"/>
                  </a:lnTo>
                  <a:lnTo>
                    <a:pt x="166031" y="513074"/>
                  </a:lnTo>
                  <a:lnTo>
                    <a:pt x="165601" y="512952"/>
                  </a:lnTo>
                  <a:lnTo>
                    <a:pt x="165532" y="512715"/>
                  </a:lnTo>
                  <a:lnTo>
                    <a:pt x="165193" y="512433"/>
                  </a:lnTo>
                  <a:lnTo>
                    <a:pt x="165135" y="512120"/>
                  </a:lnTo>
                  <a:lnTo>
                    <a:pt x="165216" y="511778"/>
                  </a:lnTo>
                  <a:lnTo>
                    <a:pt x="165251" y="511414"/>
                  </a:lnTo>
                  <a:lnTo>
                    <a:pt x="164769" y="511207"/>
                  </a:lnTo>
                  <a:lnTo>
                    <a:pt x="164456" y="511097"/>
                  </a:lnTo>
                  <a:lnTo>
                    <a:pt x="163951" y="510918"/>
                  </a:lnTo>
                  <a:lnTo>
                    <a:pt x="163436" y="510736"/>
                  </a:lnTo>
                  <a:lnTo>
                    <a:pt x="163217" y="510339"/>
                  </a:lnTo>
                  <a:lnTo>
                    <a:pt x="162851" y="510223"/>
                  </a:lnTo>
                  <a:lnTo>
                    <a:pt x="162504" y="510210"/>
                  </a:lnTo>
                  <a:lnTo>
                    <a:pt x="162180" y="510312"/>
                  </a:lnTo>
                  <a:lnTo>
                    <a:pt x="162220" y="509989"/>
                  </a:lnTo>
                  <a:lnTo>
                    <a:pt x="162193" y="509769"/>
                  </a:lnTo>
                  <a:lnTo>
                    <a:pt x="161943" y="509526"/>
                  </a:lnTo>
                  <a:lnTo>
                    <a:pt x="161853" y="509307"/>
                  </a:lnTo>
                  <a:lnTo>
                    <a:pt x="161367" y="509140"/>
                  </a:lnTo>
                  <a:lnTo>
                    <a:pt x="161377" y="508515"/>
                  </a:lnTo>
                  <a:lnTo>
                    <a:pt x="161215" y="508427"/>
                  </a:lnTo>
                  <a:lnTo>
                    <a:pt x="161003" y="508019"/>
                  </a:lnTo>
                  <a:lnTo>
                    <a:pt x="161072" y="507607"/>
                  </a:lnTo>
                  <a:lnTo>
                    <a:pt x="161076" y="507349"/>
                  </a:lnTo>
                  <a:lnTo>
                    <a:pt x="161110" y="507023"/>
                  </a:lnTo>
                  <a:lnTo>
                    <a:pt x="161097" y="506786"/>
                  </a:lnTo>
                  <a:lnTo>
                    <a:pt x="160922" y="506185"/>
                  </a:lnTo>
                  <a:lnTo>
                    <a:pt x="160608" y="505806"/>
                  </a:lnTo>
                  <a:lnTo>
                    <a:pt x="160457" y="505621"/>
                  </a:lnTo>
                  <a:lnTo>
                    <a:pt x="160229" y="504994"/>
                  </a:lnTo>
                  <a:lnTo>
                    <a:pt x="160364" y="504948"/>
                  </a:lnTo>
                  <a:lnTo>
                    <a:pt x="160802" y="504883"/>
                  </a:lnTo>
                  <a:lnTo>
                    <a:pt x="160751" y="504702"/>
                  </a:lnTo>
                  <a:lnTo>
                    <a:pt x="160839" y="504406"/>
                  </a:lnTo>
                  <a:lnTo>
                    <a:pt x="160940" y="504158"/>
                  </a:lnTo>
                  <a:lnTo>
                    <a:pt x="161044" y="503774"/>
                  </a:lnTo>
                  <a:lnTo>
                    <a:pt x="160859" y="503327"/>
                  </a:lnTo>
                  <a:lnTo>
                    <a:pt x="160882" y="503123"/>
                  </a:lnTo>
                  <a:lnTo>
                    <a:pt x="161062" y="502588"/>
                  </a:lnTo>
                  <a:lnTo>
                    <a:pt x="160975" y="502373"/>
                  </a:lnTo>
                  <a:lnTo>
                    <a:pt x="160865" y="501732"/>
                  </a:lnTo>
                  <a:lnTo>
                    <a:pt x="160356" y="501878"/>
                  </a:lnTo>
                  <a:lnTo>
                    <a:pt x="160154" y="501886"/>
                  </a:lnTo>
                  <a:lnTo>
                    <a:pt x="160223" y="502138"/>
                  </a:lnTo>
                  <a:lnTo>
                    <a:pt x="159878" y="502055"/>
                  </a:lnTo>
                  <a:lnTo>
                    <a:pt x="159704" y="502182"/>
                  </a:lnTo>
                  <a:lnTo>
                    <a:pt x="159134" y="502512"/>
                  </a:lnTo>
                  <a:lnTo>
                    <a:pt x="158739" y="502755"/>
                  </a:lnTo>
                  <a:lnTo>
                    <a:pt x="158468" y="502869"/>
                  </a:lnTo>
                  <a:lnTo>
                    <a:pt x="158087" y="502771"/>
                  </a:lnTo>
                  <a:lnTo>
                    <a:pt x="157892" y="502797"/>
                  </a:lnTo>
                  <a:lnTo>
                    <a:pt x="157614" y="502856"/>
                  </a:lnTo>
                  <a:lnTo>
                    <a:pt x="157362" y="502823"/>
                  </a:lnTo>
                  <a:lnTo>
                    <a:pt x="156582" y="502642"/>
                  </a:lnTo>
                  <a:lnTo>
                    <a:pt x="156411" y="502645"/>
                  </a:lnTo>
                  <a:lnTo>
                    <a:pt x="156473" y="502245"/>
                  </a:lnTo>
                  <a:lnTo>
                    <a:pt x="156690" y="502034"/>
                  </a:lnTo>
                  <a:lnTo>
                    <a:pt x="156733" y="501872"/>
                  </a:lnTo>
                  <a:lnTo>
                    <a:pt x="156243" y="501617"/>
                  </a:lnTo>
                  <a:lnTo>
                    <a:pt x="156076" y="501459"/>
                  </a:lnTo>
                  <a:lnTo>
                    <a:pt x="155949" y="501351"/>
                  </a:lnTo>
                  <a:lnTo>
                    <a:pt x="155708" y="500991"/>
                  </a:lnTo>
                  <a:lnTo>
                    <a:pt x="155773" y="500837"/>
                  </a:lnTo>
                  <a:lnTo>
                    <a:pt x="155771" y="500380"/>
                  </a:lnTo>
                  <a:lnTo>
                    <a:pt x="156038" y="500323"/>
                  </a:lnTo>
                  <a:lnTo>
                    <a:pt x="155970" y="500188"/>
                  </a:lnTo>
                  <a:lnTo>
                    <a:pt x="155860" y="499674"/>
                  </a:lnTo>
                  <a:lnTo>
                    <a:pt x="156860" y="498732"/>
                  </a:lnTo>
                  <a:lnTo>
                    <a:pt x="157485" y="498307"/>
                  </a:lnTo>
                  <a:lnTo>
                    <a:pt x="157701" y="498164"/>
                  </a:lnTo>
                  <a:lnTo>
                    <a:pt x="158276" y="497875"/>
                  </a:lnTo>
                  <a:lnTo>
                    <a:pt x="158458" y="497748"/>
                  </a:lnTo>
                  <a:lnTo>
                    <a:pt x="158759" y="497463"/>
                  </a:lnTo>
                  <a:lnTo>
                    <a:pt x="158809" y="497214"/>
                  </a:lnTo>
                  <a:lnTo>
                    <a:pt x="158984" y="497128"/>
                  </a:lnTo>
                  <a:lnTo>
                    <a:pt x="159192" y="496942"/>
                  </a:lnTo>
                  <a:lnTo>
                    <a:pt x="159126" y="496655"/>
                  </a:lnTo>
                  <a:lnTo>
                    <a:pt x="159005" y="496306"/>
                  </a:lnTo>
                  <a:lnTo>
                    <a:pt x="158549" y="496462"/>
                  </a:lnTo>
                  <a:lnTo>
                    <a:pt x="158044" y="496573"/>
                  </a:lnTo>
                  <a:lnTo>
                    <a:pt x="157642" y="496591"/>
                  </a:lnTo>
                  <a:lnTo>
                    <a:pt x="157402" y="496426"/>
                  </a:lnTo>
                  <a:lnTo>
                    <a:pt x="156993" y="496124"/>
                  </a:lnTo>
                  <a:lnTo>
                    <a:pt x="156328" y="496002"/>
                  </a:lnTo>
                  <a:lnTo>
                    <a:pt x="155957" y="496136"/>
                  </a:lnTo>
                  <a:lnTo>
                    <a:pt x="155777" y="496108"/>
                  </a:lnTo>
                  <a:lnTo>
                    <a:pt x="155509" y="496066"/>
                  </a:lnTo>
                  <a:lnTo>
                    <a:pt x="155098" y="496045"/>
                  </a:lnTo>
                  <a:lnTo>
                    <a:pt x="154638" y="495879"/>
                  </a:lnTo>
                  <a:lnTo>
                    <a:pt x="154274" y="495793"/>
                  </a:lnTo>
                  <a:lnTo>
                    <a:pt x="154244" y="495629"/>
                  </a:lnTo>
                  <a:lnTo>
                    <a:pt x="154189" y="495497"/>
                  </a:lnTo>
                  <a:lnTo>
                    <a:pt x="153646" y="495446"/>
                  </a:lnTo>
                  <a:lnTo>
                    <a:pt x="152753" y="495118"/>
                  </a:lnTo>
                  <a:lnTo>
                    <a:pt x="152509" y="495033"/>
                  </a:lnTo>
                  <a:lnTo>
                    <a:pt x="152265" y="495138"/>
                  </a:lnTo>
                  <a:lnTo>
                    <a:pt x="151787" y="495204"/>
                  </a:lnTo>
                  <a:lnTo>
                    <a:pt x="151641" y="495109"/>
                  </a:lnTo>
                  <a:lnTo>
                    <a:pt x="151352" y="495083"/>
                  </a:lnTo>
                  <a:lnTo>
                    <a:pt x="151060" y="494932"/>
                  </a:lnTo>
                  <a:lnTo>
                    <a:pt x="151065" y="494763"/>
                  </a:lnTo>
                  <a:lnTo>
                    <a:pt x="150868" y="494629"/>
                  </a:lnTo>
                  <a:lnTo>
                    <a:pt x="150609" y="494626"/>
                  </a:lnTo>
                  <a:lnTo>
                    <a:pt x="150221" y="494497"/>
                  </a:lnTo>
                  <a:lnTo>
                    <a:pt x="150087" y="494437"/>
                  </a:lnTo>
                  <a:lnTo>
                    <a:pt x="149762" y="494290"/>
                  </a:lnTo>
                  <a:lnTo>
                    <a:pt x="149619" y="494225"/>
                  </a:lnTo>
                  <a:lnTo>
                    <a:pt x="149381" y="494118"/>
                  </a:lnTo>
                  <a:lnTo>
                    <a:pt x="149115" y="493878"/>
                  </a:lnTo>
                  <a:lnTo>
                    <a:pt x="148915" y="493698"/>
                  </a:lnTo>
                  <a:lnTo>
                    <a:pt x="148708" y="493505"/>
                  </a:lnTo>
                  <a:lnTo>
                    <a:pt x="148796" y="493183"/>
                  </a:lnTo>
                  <a:lnTo>
                    <a:pt x="147930" y="492395"/>
                  </a:lnTo>
                  <a:lnTo>
                    <a:pt x="147331" y="492063"/>
                  </a:lnTo>
                  <a:lnTo>
                    <a:pt x="146226" y="491251"/>
                  </a:lnTo>
                  <a:lnTo>
                    <a:pt x="146014" y="490819"/>
                  </a:lnTo>
                  <a:lnTo>
                    <a:pt x="145938" y="490664"/>
                  </a:lnTo>
                  <a:lnTo>
                    <a:pt x="145807" y="490442"/>
                  </a:lnTo>
                  <a:lnTo>
                    <a:pt x="145583" y="490064"/>
                  </a:lnTo>
                  <a:lnTo>
                    <a:pt x="145244" y="489672"/>
                  </a:lnTo>
                  <a:lnTo>
                    <a:pt x="145129" y="489525"/>
                  </a:lnTo>
                  <a:lnTo>
                    <a:pt x="145015" y="489378"/>
                  </a:lnTo>
                  <a:lnTo>
                    <a:pt x="144740" y="488868"/>
                  </a:lnTo>
                  <a:lnTo>
                    <a:pt x="144492" y="488313"/>
                  </a:lnTo>
                  <a:lnTo>
                    <a:pt x="144227" y="487834"/>
                  </a:lnTo>
                  <a:lnTo>
                    <a:pt x="143823" y="487398"/>
                  </a:lnTo>
                  <a:lnTo>
                    <a:pt x="143546" y="487275"/>
                  </a:lnTo>
                  <a:lnTo>
                    <a:pt x="143375" y="487222"/>
                  </a:lnTo>
                  <a:lnTo>
                    <a:pt x="142898" y="486881"/>
                  </a:lnTo>
                  <a:lnTo>
                    <a:pt x="142544" y="486466"/>
                  </a:lnTo>
                  <a:lnTo>
                    <a:pt x="142299" y="486090"/>
                  </a:lnTo>
                  <a:lnTo>
                    <a:pt x="142374" y="485945"/>
                  </a:lnTo>
                  <a:lnTo>
                    <a:pt x="142234" y="485643"/>
                  </a:lnTo>
                  <a:lnTo>
                    <a:pt x="141948" y="485091"/>
                  </a:lnTo>
                  <a:lnTo>
                    <a:pt x="141488" y="484858"/>
                  </a:lnTo>
                  <a:lnTo>
                    <a:pt x="141272" y="484334"/>
                  </a:lnTo>
                  <a:lnTo>
                    <a:pt x="141110" y="484043"/>
                  </a:lnTo>
                  <a:lnTo>
                    <a:pt x="140514" y="483634"/>
                  </a:lnTo>
                  <a:lnTo>
                    <a:pt x="140497" y="483492"/>
                  </a:lnTo>
                  <a:lnTo>
                    <a:pt x="140472" y="482836"/>
                  </a:lnTo>
                  <a:lnTo>
                    <a:pt x="140768" y="482612"/>
                  </a:lnTo>
                  <a:lnTo>
                    <a:pt x="141343" y="482217"/>
                  </a:lnTo>
                  <a:lnTo>
                    <a:pt x="141504" y="482080"/>
                  </a:lnTo>
                  <a:lnTo>
                    <a:pt x="141981" y="481770"/>
                  </a:lnTo>
                  <a:lnTo>
                    <a:pt x="142532" y="481383"/>
                  </a:lnTo>
                  <a:lnTo>
                    <a:pt x="143511" y="480836"/>
                  </a:lnTo>
                  <a:lnTo>
                    <a:pt x="143725" y="480694"/>
                  </a:lnTo>
                  <a:lnTo>
                    <a:pt x="143923" y="480594"/>
                  </a:lnTo>
                  <a:lnTo>
                    <a:pt x="144345" y="480228"/>
                  </a:lnTo>
                  <a:lnTo>
                    <a:pt x="144500" y="479942"/>
                  </a:lnTo>
                  <a:lnTo>
                    <a:pt x="144619" y="479597"/>
                  </a:lnTo>
                  <a:lnTo>
                    <a:pt x="144627" y="479425"/>
                  </a:lnTo>
                  <a:lnTo>
                    <a:pt x="144849" y="478279"/>
                  </a:lnTo>
                  <a:lnTo>
                    <a:pt x="145188" y="477774"/>
                  </a:lnTo>
                  <a:lnTo>
                    <a:pt x="145548" y="477132"/>
                  </a:lnTo>
                  <a:lnTo>
                    <a:pt x="145669" y="476275"/>
                  </a:lnTo>
                  <a:lnTo>
                    <a:pt x="145716" y="476098"/>
                  </a:lnTo>
                  <a:lnTo>
                    <a:pt x="145846" y="475805"/>
                  </a:lnTo>
                  <a:lnTo>
                    <a:pt x="146266" y="475255"/>
                  </a:lnTo>
                  <a:lnTo>
                    <a:pt x="146390" y="475047"/>
                  </a:lnTo>
                  <a:lnTo>
                    <a:pt x="146588" y="474742"/>
                  </a:lnTo>
                  <a:lnTo>
                    <a:pt x="147014" y="474061"/>
                  </a:lnTo>
                  <a:lnTo>
                    <a:pt x="147177" y="473861"/>
                  </a:lnTo>
                  <a:lnTo>
                    <a:pt x="147525" y="473632"/>
                  </a:lnTo>
                  <a:lnTo>
                    <a:pt x="147968" y="473291"/>
                  </a:lnTo>
                  <a:lnTo>
                    <a:pt x="149605" y="472581"/>
                  </a:lnTo>
                  <a:lnTo>
                    <a:pt x="150513" y="472128"/>
                  </a:lnTo>
                  <a:lnTo>
                    <a:pt x="152035" y="471571"/>
                  </a:lnTo>
                  <a:lnTo>
                    <a:pt x="154099" y="470580"/>
                  </a:lnTo>
                  <a:lnTo>
                    <a:pt x="155174" y="470086"/>
                  </a:lnTo>
                  <a:lnTo>
                    <a:pt x="155371" y="469955"/>
                  </a:lnTo>
                  <a:lnTo>
                    <a:pt x="155561" y="469794"/>
                  </a:lnTo>
                  <a:lnTo>
                    <a:pt x="155875" y="469594"/>
                  </a:lnTo>
                  <a:lnTo>
                    <a:pt x="156080" y="469318"/>
                  </a:lnTo>
                  <a:lnTo>
                    <a:pt x="156660" y="468887"/>
                  </a:lnTo>
                  <a:lnTo>
                    <a:pt x="157026" y="468559"/>
                  </a:lnTo>
                  <a:lnTo>
                    <a:pt x="158243" y="467616"/>
                  </a:lnTo>
                  <a:lnTo>
                    <a:pt x="158875" y="467115"/>
                  </a:lnTo>
                  <a:lnTo>
                    <a:pt x="159035" y="467031"/>
                  </a:lnTo>
                  <a:lnTo>
                    <a:pt x="159227" y="466947"/>
                  </a:lnTo>
                  <a:lnTo>
                    <a:pt x="159591" y="466865"/>
                  </a:lnTo>
                  <a:lnTo>
                    <a:pt x="160463" y="466565"/>
                  </a:lnTo>
                  <a:lnTo>
                    <a:pt x="161559" y="466226"/>
                  </a:lnTo>
                  <a:lnTo>
                    <a:pt x="161860" y="466134"/>
                  </a:lnTo>
                  <a:lnTo>
                    <a:pt x="162514" y="465899"/>
                  </a:lnTo>
                  <a:lnTo>
                    <a:pt x="163082" y="465677"/>
                  </a:lnTo>
                  <a:lnTo>
                    <a:pt x="163477" y="465478"/>
                  </a:lnTo>
                  <a:lnTo>
                    <a:pt x="164596" y="465026"/>
                  </a:lnTo>
                  <a:lnTo>
                    <a:pt x="165445" y="464573"/>
                  </a:lnTo>
                  <a:lnTo>
                    <a:pt x="165797" y="464401"/>
                  </a:lnTo>
                  <a:lnTo>
                    <a:pt x="166209" y="464137"/>
                  </a:lnTo>
                  <a:lnTo>
                    <a:pt x="166531" y="463956"/>
                  </a:lnTo>
                  <a:lnTo>
                    <a:pt x="166747" y="463807"/>
                  </a:lnTo>
                  <a:lnTo>
                    <a:pt x="167144" y="463634"/>
                  </a:lnTo>
                  <a:lnTo>
                    <a:pt x="167683" y="463489"/>
                  </a:lnTo>
                  <a:lnTo>
                    <a:pt x="168447" y="463154"/>
                  </a:lnTo>
                  <a:lnTo>
                    <a:pt x="168795" y="463025"/>
                  </a:lnTo>
                  <a:lnTo>
                    <a:pt x="170300" y="462583"/>
                  </a:lnTo>
                  <a:lnTo>
                    <a:pt x="171324" y="462210"/>
                  </a:lnTo>
                  <a:lnTo>
                    <a:pt x="171811" y="462078"/>
                  </a:lnTo>
                  <a:lnTo>
                    <a:pt x="172465" y="461824"/>
                  </a:lnTo>
                  <a:lnTo>
                    <a:pt x="173152" y="461200"/>
                  </a:lnTo>
                  <a:lnTo>
                    <a:pt x="173826" y="460443"/>
                  </a:lnTo>
                  <a:lnTo>
                    <a:pt x="174203" y="460111"/>
                  </a:lnTo>
                  <a:lnTo>
                    <a:pt x="174447" y="459864"/>
                  </a:lnTo>
                  <a:lnTo>
                    <a:pt x="174642" y="459625"/>
                  </a:lnTo>
                  <a:lnTo>
                    <a:pt x="174973" y="459119"/>
                  </a:lnTo>
                  <a:lnTo>
                    <a:pt x="175343" y="458654"/>
                  </a:lnTo>
                  <a:lnTo>
                    <a:pt x="175736" y="458107"/>
                  </a:lnTo>
                  <a:lnTo>
                    <a:pt x="176347" y="457036"/>
                  </a:lnTo>
                  <a:lnTo>
                    <a:pt x="176679" y="456265"/>
                  </a:lnTo>
                  <a:lnTo>
                    <a:pt x="177080" y="455567"/>
                  </a:lnTo>
                  <a:lnTo>
                    <a:pt x="177362" y="455080"/>
                  </a:lnTo>
                  <a:lnTo>
                    <a:pt x="177737" y="454024"/>
                  </a:lnTo>
                  <a:lnTo>
                    <a:pt x="178151" y="453558"/>
                  </a:lnTo>
                  <a:lnTo>
                    <a:pt x="179146" y="453229"/>
                  </a:lnTo>
                  <a:lnTo>
                    <a:pt x="179840" y="453119"/>
                  </a:lnTo>
                  <a:lnTo>
                    <a:pt x="179978" y="453098"/>
                  </a:lnTo>
                  <a:lnTo>
                    <a:pt x="180237" y="453041"/>
                  </a:lnTo>
                  <a:lnTo>
                    <a:pt x="180582" y="452915"/>
                  </a:lnTo>
                  <a:lnTo>
                    <a:pt x="181441" y="452524"/>
                  </a:lnTo>
                  <a:lnTo>
                    <a:pt x="182844" y="452042"/>
                  </a:lnTo>
                  <a:lnTo>
                    <a:pt x="183126" y="451953"/>
                  </a:lnTo>
                  <a:lnTo>
                    <a:pt x="183522" y="451830"/>
                  </a:lnTo>
                  <a:lnTo>
                    <a:pt x="183905" y="451708"/>
                  </a:lnTo>
                  <a:lnTo>
                    <a:pt x="185286" y="451199"/>
                  </a:lnTo>
                  <a:lnTo>
                    <a:pt x="185550" y="451109"/>
                  </a:lnTo>
                  <a:lnTo>
                    <a:pt x="185720" y="451054"/>
                  </a:lnTo>
                  <a:lnTo>
                    <a:pt x="186968" y="450669"/>
                  </a:lnTo>
                  <a:lnTo>
                    <a:pt x="187537" y="450494"/>
                  </a:lnTo>
                  <a:lnTo>
                    <a:pt x="187728" y="450436"/>
                  </a:lnTo>
                  <a:lnTo>
                    <a:pt x="187976" y="450349"/>
                  </a:lnTo>
                  <a:lnTo>
                    <a:pt x="188363" y="450194"/>
                  </a:lnTo>
                  <a:lnTo>
                    <a:pt x="189395" y="449602"/>
                  </a:lnTo>
                  <a:lnTo>
                    <a:pt x="189962" y="449200"/>
                  </a:lnTo>
                  <a:lnTo>
                    <a:pt x="190255" y="448942"/>
                  </a:lnTo>
                  <a:lnTo>
                    <a:pt x="191107" y="448147"/>
                  </a:lnTo>
                  <a:lnTo>
                    <a:pt x="191391" y="447874"/>
                  </a:lnTo>
                  <a:lnTo>
                    <a:pt x="191519" y="447746"/>
                  </a:lnTo>
                  <a:lnTo>
                    <a:pt x="192854" y="446310"/>
                  </a:lnTo>
                  <a:lnTo>
                    <a:pt x="193025" y="446118"/>
                  </a:lnTo>
                  <a:lnTo>
                    <a:pt x="193377" y="445762"/>
                  </a:lnTo>
                  <a:lnTo>
                    <a:pt x="194010" y="445176"/>
                  </a:lnTo>
                  <a:lnTo>
                    <a:pt x="194552" y="444711"/>
                  </a:lnTo>
                  <a:lnTo>
                    <a:pt x="194799" y="444499"/>
                  </a:lnTo>
                  <a:lnTo>
                    <a:pt x="195387" y="443944"/>
                  </a:lnTo>
                  <a:lnTo>
                    <a:pt x="195531" y="443748"/>
                  </a:lnTo>
                  <a:lnTo>
                    <a:pt x="196309" y="442811"/>
                  </a:lnTo>
                  <a:lnTo>
                    <a:pt x="197617" y="441495"/>
                  </a:lnTo>
                  <a:lnTo>
                    <a:pt x="198770" y="440700"/>
                  </a:lnTo>
                  <a:lnTo>
                    <a:pt x="199634" y="440085"/>
                  </a:lnTo>
                  <a:lnTo>
                    <a:pt x="199884" y="439801"/>
                  </a:lnTo>
                  <a:lnTo>
                    <a:pt x="200441" y="439316"/>
                  </a:lnTo>
                  <a:lnTo>
                    <a:pt x="201150" y="438840"/>
                  </a:lnTo>
                  <a:lnTo>
                    <a:pt x="201944" y="438279"/>
                  </a:lnTo>
                  <a:lnTo>
                    <a:pt x="202320" y="437948"/>
                  </a:lnTo>
                  <a:lnTo>
                    <a:pt x="202601" y="437696"/>
                  </a:lnTo>
                  <a:lnTo>
                    <a:pt x="202865" y="437430"/>
                  </a:lnTo>
                  <a:lnTo>
                    <a:pt x="203352" y="436936"/>
                  </a:lnTo>
                  <a:lnTo>
                    <a:pt x="203918" y="436501"/>
                  </a:lnTo>
                  <a:lnTo>
                    <a:pt x="204247" y="436279"/>
                  </a:lnTo>
                  <a:lnTo>
                    <a:pt x="205112" y="435560"/>
                  </a:lnTo>
                  <a:lnTo>
                    <a:pt x="205257" y="435436"/>
                  </a:lnTo>
                  <a:lnTo>
                    <a:pt x="205735" y="434986"/>
                  </a:lnTo>
                  <a:lnTo>
                    <a:pt x="205871" y="434849"/>
                  </a:lnTo>
                  <a:lnTo>
                    <a:pt x="206133" y="434592"/>
                  </a:lnTo>
                  <a:lnTo>
                    <a:pt x="206268" y="434465"/>
                  </a:lnTo>
                  <a:lnTo>
                    <a:pt x="206629" y="434130"/>
                  </a:lnTo>
                  <a:lnTo>
                    <a:pt x="206787" y="433995"/>
                  </a:lnTo>
                  <a:lnTo>
                    <a:pt x="206942" y="433862"/>
                  </a:lnTo>
                  <a:lnTo>
                    <a:pt x="208421" y="432616"/>
                  </a:lnTo>
                  <a:lnTo>
                    <a:pt x="209035" y="432115"/>
                  </a:lnTo>
                  <a:lnTo>
                    <a:pt x="209308" y="431918"/>
                  </a:lnTo>
                  <a:lnTo>
                    <a:pt x="209977" y="431428"/>
                  </a:lnTo>
                  <a:lnTo>
                    <a:pt x="210344" y="431130"/>
                  </a:lnTo>
                  <a:lnTo>
                    <a:pt x="211319" y="430261"/>
                  </a:lnTo>
                  <a:lnTo>
                    <a:pt x="211581" y="430068"/>
                  </a:lnTo>
                  <a:lnTo>
                    <a:pt x="211916" y="429902"/>
                  </a:lnTo>
                  <a:lnTo>
                    <a:pt x="212047" y="429846"/>
                  </a:lnTo>
                  <a:lnTo>
                    <a:pt x="212238" y="429770"/>
                  </a:lnTo>
                  <a:lnTo>
                    <a:pt x="212365" y="429719"/>
                  </a:lnTo>
                  <a:lnTo>
                    <a:pt x="213204" y="429256"/>
                  </a:lnTo>
                  <a:lnTo>
                    <a:pt x="213710" y="428956"/>
                  </a:lnTo>
                  <a:lnTo>
                    <a:pt x="213961" y="428800"/>
                  </a:lnTo>
                  <a:lnTo>
                    <a:pt x="214131" y="428687"/>
                  </a:lnTo>
                  <a:lnTo>
                    <a:pt x="214389" y="428503"/>
                  </a:lnTo>
                  <a:lnTo>
                    <a:pt x="214575" y="428378"/>
                  </a:lnTo>
                  <a:lnTo>
                    <a:pt x="215565" y="427727"/>
                  </a:lnTo>
                  <a:lnTo>
                    <a:pt x="217764" y="426387"/>
                  </a:lnTo>
                  <a:lnTo>
                    <a:pt x="217924" y="426292"/>
                  </a:lnTo>
                  <a:lnTo>
                    <a:pt x="218196" y="426129"/>
                  </a:lnTo>
                  <a:lnTo>
                    <a:pt x="218933" y="425453"/>
                  </a:lnTo>
                  <a:lnTo>
                    <a:pt x="219079" y="425318"/>
                  </a:lnTo>
                  <a:lnTo>
                    <a:pt x="219472" y="425348"/>
                  </a:lnTo>
                  <a:lnTo>
                    <a:pt x="219871" y="425737"/>
                  </a:lnTo>
                  <a:lnTo>
                    <a:pt x="220416" y="425968"/>
                  </a:lnTo>
                  <a:lnTo>
                    <a:pt x="220551" y="425985"/>
                  </a:lnTo>
                  <a:lnTo>
                    <a:pt x="221320" y="427422"/>
                  </a:lnTo>
                  <a:lnTo>
                    <a:pt x="221352" y="427625"/>
                  </a:lnTo>
                  <a:lnTo>
                    <a:pt x="221439" y="428077"/>
                  </a:lnTo>
                  <a:lnTo>
                    <a:pt x="220938" y="428598"/>
                  </a:lnTo>
                  <a:lnTo>
                    <a:pt x="220950" y="428958"/>
                  </a:lnTo>
                  <a:lnTo>
                    <a:pt x="220999" y="429249"/>
                  </a:lnTo>
                  <a:lnTo>
                    <a:pt x="221602" y="429930"/>
                  </a:lnTo>
                  <a:lnTo>
                    <a:pt x="221921" y="430146"/>
                  </a:lnTo>
                  <a:lnTo>
                    <a:pt x="222223" y="430452"/>
                  </a:lnTo>
                  <a:lnTo>
                    <a:pt x="221319" y="431098"/>
                  </a:lnTo>
                  <a:lnTo>
                    <a:pt x="221470" y="431542"/>
                  </a:lnTo>
                  <a:lnTo>
                    <a:pt x="221537" y="431726"/>
                  </a:lnTo>
                  <a:lnTo>
                    <a:pt x="221998" y="432283"/>
                  </a:lnTo>
                  <a:lnTo>
                    <a:pt x="221842" y="432468"/>
                  </a:lnTo>
                  <a:lnTo>
                    <a:pt x="221896" y="432989"/>
                  </a:lnTo>
                  <a:lnTo>
                    <a:pt x="221490" y="433410"/>
                  </a:lnTo>
                  <a:lnTo>
                    <a:pt x="221512" y="433598"/>
                  </a:lnTo>
                  <a:lnTo>
                    <a:pt x="221737" y="434245"/>
                  </a:lnTo>
                  <a:lnTo>
                    <a:pt x="222028" y="434822"/>
                  </a:lnTo>
                  <a:lnTo>
                    <a:pt x="222212" y="435176"/>
                  </a:lnTo>
                  <a:lnTo>
                    <a:pt x="222392" y="435563"/>
                  </a:lnTo>
                  <a:lnTo>
                    <a:pt x="222578" y="435923"/>
                  </a:lnTo>
                  <a:lnTo>
                    <a:pt x="222951" y="436030"/>
                  </a:lnTo>
                  <a:lnTo>
                    <a:pt x="223291" y="436229"/>
                  </a:lnTo>
                  <a:lnTo>
                    <a:pt x="223103" y="436794"/>
                  </a:lnTo>
                  <a:lnTo>
                    <a:pt x="223419" y="437112"/>
                  </a:lnTo>
                  <a:lnTo>
                    <a:pt x="223688" y="437231"/>
                  </a:lnTo>
                  <a:lnTo>
                    <a:pt x="223755" y="437366"/>
                  </a:lnTo>
                  <a:lnTo>
                    <a:pt x="223981" y="437794"/>
                  </a:lnTo>
                  <a:lnTo>
                    <a:pt x="224308" y="438065"/>
                  </a:lnTo>
                  <a:lnTo>
                    <a:pt x="224609" y="438082"/>
                  </a:lnTo>
                  <a:lnTo>
                    <a:pt x="224809" y="438208"/>
                  </a:lnTo>
                  <a:lnTo>
                    <a:pt x="224956" y="438884"/>
                  </a:lnTo>
                  <a:lnTo>
                    <a:pt x="225236" y="439313"/>
                  </a:lnTo>
                  <a:lnTo>
                    <a:pt x="226062" y="439473"/>
                  </a:lnTo>
                  <a:lnTo>
                    <a:pt x="226029" y="439774"/>
                  </a:lnTo>
                  <a:lnTo>
                    <a:pt x="226252" y="439951"/>
                  </a:lnTo>
                  <a:lnTo>
                    <a:pt x="226314" y="440201"/>
                  </a:lnTo>
                  <a:lnTo>
                    <a:pt x="226209" y="440597"/>
                  </a:lnTo>
                  <a:lnTo>
                    <a:pt x="225822" y="440573"/>
                  </a:lnTo>
                  <a:lnTo>
                    <a:pt x="225792" y="441229"/>
                  </a:lnTo>
                  <a:lnTo>
                    <a:pt x="225859" y="441575"/>
                  </a:lnTo>
                  <a:lnTo>
                    <a:pt x="225890" y="441980"/>
                  </a:lnTo>
                  <a:lnTo>
                    <a:pt x="225838" y="442155"/>
                  </a:lnTo>
                  <a:lnTo>
                    <a:pt x="226164" y="442556"/>
                  </a:lnTo>
                  <a:lnTo>
                    <a:pt x="226471" y="442651"/>
                  </a:lnTo>
                  <a:lnTo>
                    <a:pt x="226939" y="442662"/>
                  </a:lnTo>
                  <a:lnTo>
                    <a:pt x="227252" y="442776"/>
                  </a:lnTo>
                  <a:lnTo>
                    <a:pt x="227755" y="442731"/>
                  </a:lnTo>
                  <a:lnTo>
                    <a:pt x="227840" y="442606"/>
                  </a:lnTo>
                  <a:lnTo>
                    <a:pt x="228125" y="442870"/>
                  </a:lnTo>
                  <a:lnTo>
                    <a:pt x="227776" y="443791"/>
                  </a:lnTo>
                  <a:lnTo>
                    <a:pt x="227789" y="443956"/>
                  </a:lnTo>
                  <a:lnTo>
                    <a:pt x="228087" y="444386"/>
                  </a:lnTo>
                  <a:lnTo>
                    <a:pt x="227997" y="444965"/>
                  </a:lnTo>
                  <a:lnTo>
                    <a:pt x="227307" y="445100"/>
                  </a:lnTo>
                  <a:lnTo>
                    <a:pt x="225919" y="446387"/>
                  </a:lnTo>
                  <a:lnTo>
                    <a:pt x="226670" y="447152"/>
                  </a:lnTo>
                  <a:lnTo>
                    <a:pt x="226700" y="446721"/>
                  </a:lnTo>
                  <a:lnTo>
                    <a:pt x="226871" y="446648"/>
                  </a:lnTo>
                  <a:lnTo>
                    <a:pt x="227914" y="446576"/>
                  </a:lnTo>
                  <a:lnTo>
                    <a:pt x="228344" y="446186"/>
                  </a:lnTo>
                  <a:lnTo>
                    <a:pt x="228357" y="446048"/>
                  </a:lnTo>
                  <a:lnTo>
                    <a:pt x="228311" y="445537"/>
                  </a:lnTo>
                  <a:lnTo>
                    <a:pt x="228379" y="445402"/>
                  </a:lnTo>
                  <a:lnTo>
                    <a:pt x="229595" y="445239"/>
                  </a:lnTo>
                  <a:lnTo>
                    <a:pt x="229646" y="444899"/>
                  </a:lnTo>
                  <a:lnTo>
                    <a:pt x="230336" y="444452"/>
                  </a:lnTo>
                  <a:lnTo>
                    <a:pt x="230507" y="443531"/>
                  </a:lnTo>
                  <a:lnTo>
                    <a:pt x="230346" y="443499"/>
                  </a:lnTo>
                  <a:lnTo>
                    <a:pt x="230158" y="443455"/>
                  </a:lnTo>
                  <a:lnTo>
                    <a:pt x="230474" y="442693"/>
                  </a:lnTo>
                  <a:lnTo>
                    <a:pt x="230439" y="442119"/>
                  </a:lnTo>
                  <a:lnTo>
                    <a:pt x="230573" y="442079"/>
                  </a:lnTo>
                  <a:lnTo>
                    <a:pt x="230793" y="441996"/>
                  </a:lnTo>
                  <a:lnTo>
                    <a:pt x="231018" y="441888"/>
                  </a:lnTo>
                  <a:lnTo>
                    <a:pt x="231211" y="441739"/>
                  </a:lnTo>
                  <a:lnTo>
                    <a:pt x="231601" y="441217"/>
                  </a:lnTo>
                  <a:lnTo>
                    <a:pt x="231571" y="441027"/>
                  </a:lnTo>
                  <a:lnTo>
                    <a:pt x="231586" y="440876"/>
                  </a:lnTo>
                  <a:lnTo>
                    <a:pt x="231870" y="440531"/>
                  </a:lnTo>
                  <a:lnTo>
                    <a:pt x="231872" y="439798"/>
                  </a:lnTo>
                  <a:lnTo>
                    <a:pt x="231993" y="439575"/>
                  </a:lnTo>
                  <a:lnTo>
                    <a:pt x="232236" y="439346"/>
                  </a:lnTo>
                  <a:lnTo>
                    <a:pt x="232396" y="439288"/>
                  </a:lnTo>
                  <a:lnTo>
                    <a:pt x="232768" y="438928"/>
                  </a:lnTo>
                  <a:lnTo>
                    <a:pt x="232766" y="438792"/>
                  </a:lnTo>
                  <a:lnTo>
                    <a:pt x="232519" y="438373"/>
                  </a:lnTo>
                  <a:lnTo>
                    <a:pt x="232257" y="438348"/>
                  </a:lnTo>
                  <a:lnTo>
                    <a:pt x="231916" y="437669"/>
                  </a:lnTo>
                  <a:lnTo>
                    <a:pt x="231808" y="435628"/>
                  </a:lnTo>
                  <a:lnTo>
                    <a:pt x="231569" y="435516"/>
                  </a:lnTo>
                  <a:lnTo>
                    <a:pt x="231223" y="435219"/>
                  </a:lnTo>
                  <a:lnTo>
                    <a:pt x="231280" y="434748"/>
                  </a:lnTo>
                  <a:lnTo>
                    <a:pt x="231445" y="434362"/>
                  </a:lnTo>
                  <a:lnTo>
                    <a:pt x="231332" y="434184"/>
                  </a:lnTo>
                  <a:lnTo>
                    <a:pt x="231299" y="433886"/>
                  </a:lnTo>
                  <a:lnTo>
                    <a:pt x="230425" y="433355"/>
                  </a:lnTo>
                  <a:lnTo>
                    <a:pt x="230464" y="432490"/>
                  </a:lnTo>
                  <a:lnTo>
                    <a:pt x="230345" y="432102"/>
                  </a:lnTo>
                  <a:lnTo>
                    <a:pt x="230485" y="430964"/>
                  </a:lnTo>
                  <a:lnTo>
                    <a:pt x="230210" y="430425"/>
                  </a:lnTo>
                  <a:lnTo>
                    <a:pt x="230062" y="430297"/>
                  </a:lnTo>
                  <a:lnTo>
                    <a:pt x="229772" y="429927"/>
                  </a:lnTo>
                  <a:lnTo>
                    <a:pt x="229821" y="429511"/>
                  </a:lnTo>
                  <a:lnTo>
                    <a:pt x="229998" y="429470"/>
                  </a:lnTo>
                  <a:lnTo>
                    <a:pt x="230704" y="429225"/>
                  </a:lnTo>
                  <a:lnTo>
                    <a:pt x="231026" y="428972"/>
                  </a:lnTo>
                  <a:lnTo>
                    <a:pt x="231631" y="428423"/>
                  </a:lnTo>
                  <a:lnTo>
                    <a:pt x="231042" y="428115"/>
                  </a:lnTo>
                  <a:lnTo>
                    <a:pt x="231054" y="427861"/>
                  </a:lnTo>
                  <a:lnTo>
                    <a:pt x="231064" y="427488"/>
                  </a:lnTo>
                  <a:lnTo>
                    <a:pt x="230958" y="427291"/>
                  </a:lnTo>
                  <a:lnTo>
                    <a:pt x="230941" y="427132"/>
                  </a:lnTo>
                  <a:lnTo>
                    <a:pt x="230800" y="426603"/>
                  </a:lnTo>
                  <a:lnTo>
                    <a:pt x="230859" y="426201"/>
                  </a:lnTo>
                  <a:lnTo>
                    <a:pt x="230992" y="426016"/>
                  </a:lnTo>
                  <a:lnTo>
                    <a:pt x="231154" y="425881"/>
                  </a:lnTo>
                  <a:lnTo>
                    <a:pt x="231480" y="425477"/>
                  </a:lnTo>
                  <a:lnTo>
                    <a:pt x="230732" y="424932"/>
                  </a:lnTo>
                  <a:lnTo>
                    <a:pt x="230429" y="424844"/>
                  </a:lnTo>
                  <a:lnTo>
                    <a:pt x="230522" y="424157"/>
                  </a:lnTo>
                  <a:lnTo>
                    <a:pt x="231195" y="423152"/>
                  </a:lnTo>
                  <a:lnTo>
                    <a:pt x="231399" y="423003"/>
                  </a:lnTo>
                  <a:lnTo>
                    <a:pt x="232207" y="422669"/>
                  </a:lnTo>
                  <a:lnTo>
                    <a:pt x="232496" y="422478"/>
                  </a:lnTo>
                  <a:lnTo>
                    <a:pt x="232778" y="421807"/>
                  </a:lnTo>
                  <a:lnTo>
                    <a:pt x="232901" y="421321"/>
                  </a:lnTo>
                  <a:lnTo>
                    <a:pt x="233141" y="421092"/>
                  </a:lnTo>
                  <a:lnTo>
                    <a:pt x="233831" y="420166"/>
                  </a:lnTo>
                  <a:lnTo>
                    <a:pt x="234052" y="419152"/>
                  </a:lnTo>
                  <a:lnTo>
                    <a:pt x="234312" y="418884"/>
                  </a:lnTo>
                  <a:lnTo>
                    <a:pt x="234488" y="418203"/>
                  </a:lnTo>
                  <a:lnTo>
                    <a:pt x="234615" y="417053"/>
                  </a:lnTo>
                  <a:lnTo>
                    <a:pt x="234475" y="416560"/>
                  </a:lnTo>
                  <a:lnTo>
                    <a:pt x="234325" y="415818"/>
                  </a:lnTo>
                  <a:lnTo>
                    <a:pt x="234240" y="414958"/>
                  </a:lnTo>
                  <a:lnTo>
                    <a:pt x="234398" y="414788"/>
                  </a:lnTo>
                  <a:lnTo>
                    <a:pt x="234664" y="414427"/>
                  </a:lnTo>
                  <a:lnTo>
                    <a:pt x="234770" y="414177"/>
                  </a:lnTo>
                  <a:lnTo>
                    <a:pt x="235519" y="413760"/>
                  </a:lnTo>
                  <a:lnTo>
                    <a:pt x="235730" y="413644"/>
                  </a:lnTo>
                  <a:lnTo>
                    <a:pt x="235838" y="413380"/>
                  </a:lnTo>
                  <a:lnTo>
                    <a:pt x="235788" y="412976"/>
                  </a:lnTo>
                  <a:lnTo>
                    <a:pt x="235597" y="412529"/>
                  </a:lnTo>
                  <a:lnTo>
                    <a:pt x="235496" y="412118"/>
                  </a:lnTo>
                  <a:lnTo>
                    <a:pt x="235581" y="411655"/>
                  </a:lnTo>
                  <a:lnTo>
                    <a:pt x="235663" y="411451"/>
                  </a:lnTo>
                  <a:lnTo>
                    <a:pt x="235744" y="411292"/>
                  </a:lnTo>
                  <a:lnTo>
                    <a:pt x="236039" y="410828"/>
                  </a:lnTo>
                  <a:lnTo>
                    <a:pt x="237405" y="410489"/>
                  </a:lnTo>
                  <a:lnTo>
                    <a:pt x="238259" y="409387"/>
                  </a:lnTo>
                  <a:lnTo>
                    <a:pt x="238434" y="408796"/>
                  </a:lnTo>
                  <a:lnTo>
                    <a:pt x="238512" y="408322"/>
                  </a:lnTo>
                  <a:lnTo>
                    <a:pt x="238223" y="408142"/>
                  </a:lnTo>
                  <a:lnTo>
                    <a:pt x="238387" y="407644"/>
                  </a:lnTo>
                  <a:lnTo>
                    <a:pt x="238446" y="407088"/>
                  </a:lnTo>
                  <a:lnTo>
                    <a:pt x="238956" y="406711"/>
                  </a:lnTo>
                  <a:lnTo>
                    <a:pt x="240136" y="405907"/>
                  </a:lnTo>
                  <a:lnTo>
                    <a:pt x="240029" y="405676"/>
                  </a:lnTo>
                  <a:lnTo>
                    <a:pt x="239992" y="405524"/>
                  </a:lnTo>
                  <a:lnTo>
                    <a:pt x="239985" y="405237"/>
                  </a:lnTo>
                  <a:lnTo>
                    <a:pt x="240340" y="404436"/>
                  </a:lnTo>
                  <a:lnTo>
                    <a:pt x="240634" y="403830"/>
                  </a:lnTo>
                  <a:lnTo>
                    <a:pt x="240799" y="403553"/>
                  </a:lnTo>
                  <a:lnTo>
                    <a:pt x="241602" y="402871"/>
                  </a:lnTo>
                  <a:lnTo>
                    <a:pt x="241791" y="402778"/>
                  </a:lnTo>
                  <a:lnTo>
                    <a:pt x="242015" y="402530"/>
                  </a:lnTo>
                  <a:lnTo>
                    <a:pt x="242162" y="402362"/>
                  </a:lnTo>
                  <a:lnTo>
                    <a:pt x="242394" y="402055"/>
                  </a:lnTo>
                  <a:lnTo>
                    <a:pt x="242481" y="401921"/>
                  </a:lnTo>
                  <a:lnTo>
                    <a:pt x="242594" y="401644"/>
                  </a:lnTo>
                  <a:lnTo>
                    <a:pt x="242587" y="401425"/>
                  </a:lnTo>
                  <a:lnTo>
                    <a:pt x="242709" y="401095"/>
                  </a:lnTo>
                  <a:lnTo>
                    <a:pt x="242859" y="399973"/>
                  </a:lnTo>
                  <a:lnTo>
                    <a:pt x="243067" y="399654"/>
                  </a:lnTo>
                  <a:lnTo>
                    <a:pt x="243446" y="399180"/>
                  </a:lnTo>
                  <a:lnTo>
                    <a:pt x="243337" y="398930"/>
                  </a:lnTo>
                  <a:lnTo>
                    <a:pt x="243276" y="398799"/>
                  </a:lnTo>
                  <a:lnTo>
                    <a:pt x="243180" y="398638"/>
                  </a:lnTo>
                  <a:lnTo>
                    <a:pt x="242980" y="398320"/>
                  </a:lnTo>
                  <a:lnTo>
                    <a:pt x="242777" y="398032"/>
                  </a:lnTo>
                  <a:lnTo>
                    <a:pt x="243427" y="397031"/>
                  </a:lnTo>
                  <a:lnTo>
                    <a:pt x="244234" y="396462"/>
                  </a:lnTo>
                  <a:lnTo>
                    <a:pt x="244309" y="396267"/>
                  </a:lnTo>
                  <a:lnTo>
                    <a:pt x="244459" y="395812"/>
                  </a:lnTo>
                  <a:lnTo>
                    <a:pt x="244531" y="395580"/>
                  </a:lnTo>
                  <a:lnTo>
                    <a:pt x="244630" y="395252"/>
                  </a:lnTo>
                  <a:lnTo>
                    <a:pt x="244693" y="395042"/>
                  </a:lnTo>
                  <a:lnTo>
                    <a:pt x="245118" y="394568"/>
                  </a:lnTo>
                  <a:lnTo>
                    <a:pt x="245377" y="394439"/>
                  </a:lnTo>
                  <a:lnTo>
                    <a:pt x="245591" y="394333"/>
                  </a:lnTo>
                  <a:lnTo>
                    <a:pt x="246189" y="394142"/>
                  </a:lnTo>
                  <a:lnTo>
                    <a:pt x="246327" y="394083"/>
                  </a:lnTo>
                  <a:lnTo>
                    <a:pt x="246685" y="393965"/>
                  </a:lnTo>
                  <a:lnTo>
                    <a:pt x="246871" y="393941"/>
                  </a:lnTo>
                  <a:lnTo>
                    <a:pt x="247032" y="393967"/>
                  </a:lnTo>
                  <a:lnTo>
                    <a:pt x="247691" y="394279"/>
                  </a:lnTo>
                  <a:lnTo>
                    <a:pt x="248043" y="394498"/>
                  </a:lnTo>
                  <a:lnTo>
                    <a:pt x="248214" y="394596"/>
                  </a:lnTo>
                  <a:lnTo>
                    <a:pt x="248499" y="394737"/>
                  </a:lnTo>
                  <a:lnTo>
                    <a:pt x="248867" y="394868"/>
                  </a:lnTo>
                  <a:lnTo>
                    <a:pt x="249010" y="394854"/>
                  </a:lnTo>
                  <a:lnTo>
                    <a:pt x="249216" y="394809"/>
                  </a:lnTo>
                  <a:lnTo>
                    <a:pt x="249785" y="394933"/>
                  </a:lnTo>
                  <a:lnTo>
                    <a:pt x="249925" y="394941"/>
                  </a:lnTo>
                  <a:lnTo>
                    <a:pt x="250174" y="394899"/>
                  </a:lnTo>
                  <a:lnTo>
                    <a:pt x="250332" y="394801"/>
                  </a:lnTo>
                  <a:lnTo>
                    <a:pt x="250644" y="394502"/>
                  </a:lnTo>
                  <a:lnTo>
                    <a:pt x="251189" y="394423"/>
                  </a:lnTo>
                  <a:lnTo>
                    <a:pt x="251374" y="394453"/>
                  </a:lnTo>
                  <a:lnTo>
                    <a:pt x="251533" y="394468"/>
                  </a:lnTo>
                  <a:lnTo>
                    <a:pt x="251716" y="394428"/>
                  </a:lnTo>
                  <a:lnTo>
                    <a:pt x="251921" y="394322"/>
                  </a:lnTo>
                  <a:lnTo>
                    <a:pt x="252126" y="394240"/>
                  </a:lnTo>
                  <a:lnTo>
                    <a:pt x="252463" y="394366"/>
                  </a:lnTo>
                  <a:lnTo>
                    <a:pt x="252497" y="394543"/>
                  </a:lnTo>
                  <a:lnTo>
                    <a:pt x="252452" y="394675"/>
                  </a:lnTo>
                  <a:lnTo>
                    <a:pt x="252276" y="394828"/>
                  </a:lnTo>
                  <a:lnTo>
                    <a:pt x="252160" y="394974"/>
                  </a:lnTo>
                  <a:lnTo>
                    <a:pt x="252346" y="395454"/>
                  </a:lnTo>
                  <a:lnTo>
                    <a:pt x="253452" y="396046"/>
                  </a:lnTo>
                  <a:lnTo>
                    <a:pt x="253623" y="396089"/>
                  </a:lnTo>
                  <a:lnTo>
                    <a:pt x="253826" y="396124"/>
                  </a:lnTo>
                  <a:lnTo>
                    <a:pt x="254075" y="396187"/>
                  </a:lnTo>
                  <a:lnTo>
                    <a:pt x="254399" y="396273"/>
                  </a:lnTo>
                  <a:lnTo>
                    <a:pt x="254666" y="396365"/>
                  </a:lnTo>
                  <a:lnTo>
                    <a:pt x="254804" y="396430"/>
                  </a:lnTo>
                  <a:lnTo>
                    <a:pt x="255315" y="396665"/>
                  </a:lnTo>
                  <a:lnTo>
                    <a:pt x="255858" y="396630"/>
                  </a:lnTo>
                  <a:lnTo>
                    <a:pt x="256518" y="396021"/>
                  </a:lnTo>
                  <a:lnTo>
                    <a:pt x="256674" y="396025"/>
                  </a:lnTo>
                  <a:lnTo>
                    <a:pt x="257141" y="395885"/>
                  </a:lnTo>
                  <a:lnTo>
                    <a:pt x="257373" y="395682"/>
                  </a:lnTo>
                  <a:lnTo>
                    <a:pt x="257495" y="395378"/>
                  </a:lnTo>
                  <a:lnTo>
                    <a:pt x="257824" y="394764"/>
                  </a:lnTo>
                  <a:lnTo>
                    <a:pt x="258410" y="394234"/>
                  </a:lnTo>
                  <a:lnTo>
                    <a:pt x="258938" y="393769"/>
                  </a:lnTo>
                  <a:lnTo>
                    <a:pt x="260086" y="393600"/>
                  </a:lnTo>
                  <a:lnTo>
                    <a:pt x="260109" y="393338"/>
                  </a:lnTo>
                  <a:lnTo>
                    <a:pt x="260103" y="392715"/>
                  </a:lnTo>
                  <a:lnTo>
                    <a:pt x="260199" y="392580"/>
                  </a:lnTo>
                  <a:lnTo>
                    <a:pt x="260375" y="392295"/>
                  </a:lnTo>
                  <a:lnTo>
                    <a:pt x="260431" y="392048"/>
                  </a:lnTo>
                  <a:lnTo>
                    <a:pt x="260458" y="391814"/>
                  </a:lnTo>
                  <a:lnTo>
                    <a:pt x="260453" y="391683"/>
                  </a:lnTo>
                  <a:lnTo>
                    <a:pt x="259798" y="390803"/>
                  </a:lnTo>
                  <a:lnTo>
                    <a:pt x="260370" y="389066"/>
                  </a:lnTo>
                  <a:lnTo>
                    <a:pt x="260485" y="388901"/>
                  </a:lnTo>
                  <a:lnTo>
                    <a:pt x="260819" y="388416"/>
                  </a:lnTo>
                  <a:lnTo>
                    <a:pt x="261175" y="388015"/>
                  </a:lnTo>
                  <a:lnTo>
                    <a:pt x="261984" y="387237"/>
                  </a:lnTo>
                  <a:lnTo>
                    <a:pt x="261845" y="387181"/>
                  </a:lnTo>
                  <a:lnTo>
                    <a:pt x="261926" y="386285"/>
                  </a:lnTo>
                  <a:lnTo>
                    <a:pt x="261571" y="385806"/>
                  </a:lnTo>
                  <a:lnTo>
                    <a:pt x="261672" y="385393"/>
                  </a:lnTo>
                  <a:lnTo>
                    <a:pt x="262537" y="384370"/>
                  </a:lnTo>
                  <a:lnTo>
                    <a:pt x="262459" y="384164"/>
                  </a:lnTo>
                  <a:lnTo>
                    <a:pt x="261662" y="383809"/>
                  </a:lnTo>
                  <a:lnTo>
                    <a:pt x="261787" y="383001"/>
                  </a:lnTo>
                  <a:lnTo>
                    <a:pt x="261758" y="382546"/>
                  </a:lnTo>
                  <a:lnTo>
                    <a:pt x="261787" y="382140"/>
                  </a:lnTo>
                  <a:lnTo>
                    <a:pt x="262243" y="381102"/>
                  </a:lnTo>
                  <a:lnTo>
                    <a:pt x="262233" y="380777"/>
                  </a:lnTo>
                  <a:lnTo>
                    <a:pt x="262062" y="380576"/>
                  </a:lnTo>
                  <a:lnTo>
                    <a:pt x="261758" y="380297"/>
                  </a:lnTo>
                  <a:lnTo>
                    <a:pt x="261018" y="379660"/>
                  </a:lnTo>
                  <a:lnTo>
                    <a:pt x="260809" y="379486"/>
                  </a:lnTo>
                  <a:lnTo>
                    <a:pt x="260574" y="378941"/>
                  </a:lnTo>
                  <a:lnTo>
                    <a:pt x="260702" y="378919"/>
                  </a:lnTo>
                  <a:lnTo>
                    <a:pt x="260826" y="378414"/>
                  </a:lnTo>
                  <a:lnTo>
                    <a:pt x="260509" y="378400"/>
                  </a:lnTo>
                  <a:lnTo>
                    <a:pt x="259919" y="377177"/>
                  </a:lnTo>
                  <a:lnTo>
                    <a:pt x="260758" y="376697"/>
                  </a:lnTo>
                  <a:lnTo>
                    <a:pt x="260710" y="376080"/>
                  </a:lnTo>
                  <a:lnTo>
                    <a:pt x="260376" y="375549"/>
                  </a:lnTo>
                  <a:lnTo>
                    <a:pt x="259970" y="375343"/>
                  </a:lnTo>
                  <a:lnTo>
                    <a:pt x="260371" y="375103"/>
                  </a:lnTo>
                  <a:lnTo>
                    <a:pt x="259307" y="373873"/>
                  </a:lnTo>
                  <a:lnTo>
                    <a:pt x="259016" y="373442"/>
                  </a:lnTo>
                  <a:lnTo>
                    <a:pt x="258722" y="373254"/>
                  </a:lnTo>
                  <a:lnTo>
                    <a:pt x="258493" y="373070"/>
                  </a:lnTo>
                  <a:lnTo>
                    <a:pt x="258282" y="372838"/>
                  </a:lnTo>
                  <a:lnTo>
                    <a:pt x="257061" y="372863"/>
                  </a:lnTo>
                  <a:lnTo>
                    <a:pt x="256240" y="371691"/>
                  </a:lnTo>
                  <a:lnTo>
                    <a:pt x="256147" y="371154"/>
                  </a:lnTo>
                  <a:lnTo>
                    <a:pt x="256138" y="370916"/>
                  </a:lnTo>
                  <a:lnTo>
                    <a:pt x="256169" y="370570"/>
                  </a:lnTo>
                  <a:lnTo>
                    <a:pt x="256717" y="370150"/>
                  </a:lnTo>
                  <a:lnTo>
                    <a:pt x="257150" y="370252"/>
                  </a:lnTo>
                  <a:lnTo>
                    <a:pt x="258649" y="371022"/>
                  </a:lnTo>
                  <a:lnTo>
                    <a:pt x="258617" y="371744"/>
                  </a:lnTo>
                  <a:lnTo>
                    <a:pt x="259225" y="371880"/>
                  </a:lnTo>
                  <a:lnTo>
                    <a:pt x="259287" y="371277"/>
                  </a:lnTo>
                  <a:lnTo>
                    <a:pt x="259453" y="371095"/>
                  </a:lnTo>
                  <a:lnTo>
                    <a:pt x="259627" y="370914"/>
                  </a:lnTo>
                  <a:lnTo>
                    <a:pt x="259836" y="370686"/>
                  </a:lnTo>
                  <a:lnTo>
                    <a:pt x="260050" y="369605"/>
                  </a:lnTo>
                  <a:lnTo>
                    <a:pt x="260038" y="369156"/>
                  </a:lnTo>
                  <a:lnTo>
                    <a:pt x="259999" y="367449"/>
                  </a:lnTo>
                  <a:lnTo>
                    <a:pt x="259395" y="367115"/>
                  </a:lnTo>
                  <a:lnTo>
                    <a:pt x="259976" y="366416"/>
                  </a:lnTo>
                  <a:lnTo>
                    <a:pt x="260168" y="366097"/>
                  </a:lnTo>
                  <a:lnTo>
                    <a:pt x="260244" y="365872"/>
                  </a:lnTo>
                  <a:lnTo>
                    <a:pt x="260292" y="365729"/>
                  </a:lnTo>
                  <a:lnTo>
                    <a:pt x="260291" y="365030"/>
                  </a:lnTo>
                  <a:lnTo>
                    <a:pt x="260191" y="364094"/>
                  </a:lnTo>
                  <a:lnTo>
                    <a:pt x="259599" y="363678"/>
                  </a:lnTo>
                  <a:lnTo>
                    <a:pt x="259432" y="363589"/>
                  </a:lnTo>
                  <a:lnTo>
                    <a:pt x="259077" y="363410"/>
                  </a:lnTo>
                  <a:lnTo>
                    <a:pt x="258649" y="363266"/>
                  </a:lnTo>
                  <a:lnTo>
                    <a:pt x="258620" y="362533"/>
                  </a:lnTo>
                  <a:lnTo>
                    <a:pt x="259363" y="362405"/>
                  </a:lnTo>
                  <a:lnTo>
                    <a:pt x="259670" y="362380"/>
                  </a:lnTo>
                  <a:lnTo>
                    <a:pt x="260000" y="362350"/>
                  </a:lnTo>
                  <a:lnTo>
                    <a:pt x="260195" y="362316"/>
                  </a:lnTo>
                  <a:lnTo>
                    <a:pt x="260405" y="362263"/>
                  </a:lnTo>
                  <a:lnTo>
                    <a:pt x="260788" y="361512"/>
                  </a:lnTo>
                  <a:lnTo>
                    <a:pt x="260530" y="361360"/>
                  </a:lnTo>
                  <a:lnTo>
                    <a:pt x="260514" y="360768"/>
                  </a:lnTo>
                  <a:lnTo>
                    <a:pt x="260711" y="360787"/>
                  </a:lnTo>
                  <a:lnTo>
                    <a:pt x="261134" y="360448"/>
                  </a:lnTo>
                  <a:lnTo>
                    <a:pt x="261060" y="360289"/>
                  </a:lnTo>
                  <a:lnTo>
                    <a:pt x="260867" y="359961"/>
                  </a:lnTo>
                  <a:lnTo>
                    <a:pt x="260690" y="359691"/>
                  </a:lnTo>
                  <a:lnTo>
                    <a:pt x="260539" y="359448"/>
                  </a:lnTo>
                  <a:lnTo>
                    <a:pt x="260382" y="359317"/>
                  </a:lnTo>
                  <a:lnTo>
                    <a:pt x="259967" y="359040"/>
                  </a:lnTo>
                  <a:lnTo>
                    <a:pt x="259808" y="358812"/>
                  </a:lnTo>
                  <a:lnTo>
                    <a:pt x="259877" y="358527"/>
                  </a:lnTo>
                  <a:lnTo>
                    <a:pt x="260063" y="358383"/>
                  </a:lnTo>
                  <a:lnTo>
                    <a:pt x="259999" y="357979"/>
                  </a:lnTo>
                  <a:lnTo>
                    <a:pt x="259192" y="357370"/>
                  </a:lnTo>
                  <a:lnTo>
                    <a:pt x="258785" y="356886"/>
                  </a:lnTo>
                  <a:lnTo>
                    <a:pt x="258827" y="356312"/>
                  </a:lnTo>
                  <a:lnTo>
                    <a:pt x="259090" y="356269"/>
                  </a:lnTo>
                  <a:lnTo>
                    <a:pt x="259797" y="356210"/>
                  </a:lnTo>
                  <a:lnTo>
                    <a:pt x="259935" y="356229"/>
                  </a:lnTo>
                  <a:lnTo>
                    <a:pt x="260221" y="356293"/>
                  </a:lnTo>
                  <a:lnTo>
                    <a:pt x="260747" y="356232"/>
                  </a:lnTo>
                  <a:lnTo>
                    <a:pt x="261091" y="355716"/>
                  </a:lnTo>
                  <a:lnTo>
                    <a:pt x="261068" y="355483"/>
                  </a:lnTo>
                  <a:lnTo>
                    <a:pt x="261018" y="355350"/>
                  </a:lnTo>
                  <a:lnTo>
                    <a:pt x="261605" y="354641"/>
                  </a:lnTo>
                  <a:lnTo>
                    <a:pt x="262144" y="354606"/>
                  </a:lnTo>
                  <a:lnTo>
                    <a:pt x="262273" y="354590"/>
                  </a:lnTo>
                  <a:lnTo>
                    <a:pt x="262894" y="354350"/>
                  </a:lnTo>
                  <a:lnTo>
                    <a:pt x="263052" y="354242"/>
                  </a:lnTo>
                  <a:lnTo>
                    <a:pt x="263429" y="353500"/>
                  </a:lnTo>
                  <a:lnTo>
                    <a:pt x="262821" y="352619"/>
                  </a:lnTo>
                  <a:lnTo>
                    <a:pt x="261992" y="352582"/>
                  </a:lnTo>
                  <a:lnTo>
                    <a:pt x="261741" y="352125"/>
                  </a:lnTo>
                  <a:lnTo>
                    <a:pt x="262214" y="351888"/>
                  </a:lnTo>
                  <a:lnTo>
                    <a:pt x="262608" y="351608"/>
                  </a:lnTo>
                  <a:lnTo>
                    <a:pt x="263537" y="352019"/>
                  </a:lnTo>
                  <a:lnTo>
                    <a:pt x="264040" y="352159"/>
                  </a:lnTo>
                  <a:lnTo>
                    <a:pt x="264405" y="352060"/>
                  </a:lnTo>
                  <a:lnTo>
                    <a:pt x="264820" y="351852"/>
                  </a:lnTo>
                  <a:lnTo>
                    <a:pt x="265093" y="351430"/>
                  </a:lnTo>
                  <a:lnTo>
                    <a:pt x="264831" y="351185"/>
                  </a:lnTo>
                  <a:lnTo>
                    <a:pt x="264241" y="351119"/>
                  </a:lnTo>
                  <a:lnTo>
                    <a:pt x="264114" y="351112"/>
                  </a:lnTo>
                  <a:lnTo>
                    <a:pt x="263797" y="351093"/>
                  </a:lnTo>
                  <a:lnTo>
                    <a:pt x="263403" y="351051"/>
                  </a:lnTo>
                  <a:lnTo>
                    <a:pt x="262904" y="350944"/>
                  </a:lnTo>
                  <a:lnTo>
                    <a:pt x="262395" y="350694"/>
                  </a:lnTo>
                  <a:lnTo>
                    <a:pt x="262280" y="350428"/>
                  </a:lnTo>
                  <a:lnTo>
                    <a:pt x="262483" y="350266"/>
                  </a:lnTo>
                  <a:lnTo>
                    <a:pt x="262791" y="350097"/>
                  </a:lnTo>
                  <a:lnTo>
                    <a:pt x="262780" y="349717"/>
                  </a:lnTo>
                  <a:lnTo>
                    <a:pt x="261970" y="349604"/>
                  </a:lnTo>
                  <a:lnTo>
                    <a:pt x="261787" y="349312"/>
                  </a:lnTo>
                  <a:lnTo>
                    <a:pt x="262132" y="349248"/>
                  </a:lnTo>
                  <a:lnTo>
                    <a:pt x="262290" y="349226"/>
                  </a:lnTo>
                  <a:lnTo>
                    <a:pt x="262776" y="348104"/>
                  </a:lnTo>
                  <a:lnTo>
                    <a:pt x="262914" y="348064"/>
                  </a:lnTo>
                  <a:lnTo>
                    <a:pt x="263717" y="347553"/>
                  </a:lnTo>
                  <a:lnTo>
                    <a:pt x="264754" y="348397"/>
                  </a:lnTo>
                  <a:lnTo>
                    <a:pt x="264740" y="347764"/>
                  </a:lnTo>
                  <a:lnTo>
                    <a:pt x="265111" y="347714"/>
                  </a:lnTo>
                  <a:lnTo>
                    <a:pt x="265754" y="347769"/>
                  </a:lnTo>
                  <a:lnTo>
                    <a:pt x="266082" y="347725"/>
                  </a:lnTo>
                  <a:lnTo>
                    <a:pt x="266365" y="347704"/>
                  </a:lnTo>
                  <a:lnTo>
                    <a:pt x="266910" y="347510"/>
                  </a:lnTo>
                  <a:lnTo>
                    <a:pt x="265974" y="347141"/>
                  </a:lnTo>
                  <a:lnTo>
                    <a:pt x="265709" y="346986"/>
                  </a:lnTo>
                  <a:lnTo>
                    <a:pt x="265382" y="346298"/>
                  </a:lnTo>
                  <a:lnTo>
                    <a:pt x="266097" y="346343"/>
                  </a:lnTo>
                  <a:lnTo>
                    <a:pt x="266462" y="346095"/>
                  </a:lnTo>
                  <a:lnTo>
                    <a:pt x="267041" y="345375"/>
                  </a:lnTo>
                  <a:lnTo>
                    <a:pt x="267030" y="345157"/>
                  </a:lnTo>
                  <a:lnTo>
                    <a:pt x="267073" y="344935"/>
                  </a:lnTo>
                  <a:lnTo>
                    <a:pt x="267452" y="344675"/>
                  </a:lnTo>
                  <a:lnTo>
                    <a:pt x="268169" y="344886"/>
                  </a:lnTo>
                  <a:lnTo>
                    <a:pt x="269804" y="343807"/>
                  </a:lnTo>
                  <a:lnTo>
                    <a:pt x="269677" y="343724"/>
                  </a:lnTo>
                  <a:lnTo>
                    <a:pt x="269514" y="343630"/>
                  </a:lnTo>
                  <a:lnTo>
                    <a:pt x="270465" y="343094"/>
                  </a:lnTo>
                  <a:lnTo>
                    <a:pt x="270054" y="342814"/>
                  </a:lnTo>
                  <a:lnTo>
                    <a:pt x="269816" y="342642"/>
                  </a:lnTo>
                  <a:lnTo>
                    <a:pt x="269633" y="341607"/>
                  </a:lnTo>
                  <a:lnTo>
                    <a:pt x="270561" y="340869"/>
                  </a:lnTo>
                  <a:lnTo>
                    <a:pt x="270494" y="340611"/>
                  </a:lnTo>
                  <a:lnTo>
                    <a:pt x="270488" y="340244"/>
                  </a:lnTo>
                  <a:lnTo>
                    <a:pt x="270692" y="339924"/>
                  </a:lnTo>
                  <a:lnTo>
                    <a:pt x="271715" y="339300"/>
                  </a:lnTo>
                  <a:lnTo>
                    <a:pt x="272777" y="338999"/>
                  </a:lnTo>
                  <a:lnTo>
                    <a:pt x="272505" y="338983"/>
                  </a:lnTo>
                  <a:lnTo>
                    <a:pt x="273051" y="338101"/>
                  </a:lnTo>
                  <a:lnTo>
                    <a:pt x="273119" y="337306"/>
                  </a:lnTo>
                  <a:lnTo>
                    <a:pt x="273742" y="336684"/>
                  </a:lnTo>
                  <a:lnTo>
                    <a:pt x="273194" y="336148"/>
                  </a:lnTo>
                  <a:lnTo>
                    <a:pt x="273647" y="335841"/>
                  </a:lnTo>
                  <a:lnTo>
                    <a:pt x="273450" y="335483"/>
                  </a:lnTo>
                  <a:lnTo>
                    <a:pt x="273268" y="335190"/>
                  </a:lnTo>
                  <a:lnTo>
                    <a:pt x="272831" y="334668"/>
                  </a:lnTo>
                  <a:lnTo>
                    <a:pt x="273812" y="334087"/>
                  </a:lnTo>
                  <a:lnTo>
                    <a:pt x="274011" y="334239"/>
                  </a:lnTo>
                  <a:lnTo>
                    <a:pt x="274780" y="333423"/>
                  </a:lnTo>
                  <a:lnTo>
                    <a:pt x="274976" y="332891"/>
                  </a:lnTo>
                  <a:lnTo>
                    <a:pt x="275511" y="333059"/>
                  </a:lnTo>
                  <a:lnTo>
                    <a:pt x="275521" y="332550"/>
                  </a:lnTo>
                  <a:lnTo>
                    <a:pt x="276091" y="332409"/>
                  </a:lnTo>
                  <a:lnTo>
                    <a:pt x="277242" y="332831"/>
                  </a:lnTo>
                  <a:lnTo>
                    <a:pt x="277821" y="332774"/>
                  </a:lnTo>
                  <a:lnTo>
                    <a:pt x="278394" y="332192"/>
                  </a:lnTo>
                  <a:lnTo>
                    <a:pt x="278482" y="331944"/>
                  </a:lnTo>
                  <a:lnTo>
                    <a:pt x="278725" y="331432"/>
                  </a:lnTo>
                  <a:lnTo>
                    <a:pt x="280070" y="330292"/>
                  </a:lnTo>
                  <a:lnTo>
                    <a:pt x="280323" y="330252"/>
                  </a:lnTo>
                  <a:lnTo>
                    <a:pt x="280800" y="330155"/>
                  </a:lnTo>
                  <a:lnTo>
                    <a:pt x="281479" y="329463"/>
                  </a:lnTo>
                  <a:lnTo>
                    <a:pt x="281633" y="329296"/>
                  </a:lnTo>
                  <a:lnTo>
                    <a:pt x="282508" y="329023"/>
                  </a:lnTo>
                  <a:lnTo>
                    <a:pt x="282450" y="329665"/>
                  </a:lnTo>
                  <a:lnTo>
                    <a:pt x="283088" y="329700"/>
                  </a:lnTo>
                  <a:lnTo>
                    <a:pt x="283908" y="328614"/>
                  </a:lnTo>
                  <a:lnTo>
                    <a:pt x="284972" y="328037"/>
                  </a:lnTo>
                  <a:lnTo>
                    <a:pt x="286117" y="326849"/>
                  </a:lnTo>
                  <a:lnTo>
                    <a:pt x="285953" y="326412"/>
                  </a:lnTo>
                  <a:lnTo>
                    <a:pt x="285610" y="325939"/>
                  </a:lnTo>
                  <a:lnTo>
                    <a:pt x="285426" y="324586"/>
                  </a:lnTo>
                  <a:lnTo>
                    <a:pt x="285132" y="323851"/>
                  </a:lnTo>
                  <a:lnTo>
                    <a:pt x="284931" y="323711"/>
                  </a:lnTo>
                  <a:lnTo>
                    <a:pt x="284768" y="323519"/>
                  </a:lnTo>
                  <a:lnTo>
                    <a:pt x="284676" y="323391"/>
                  </a:lnTo>
                  <a:lnTo>
                    <a:pt x="284543" y="323088"/>
                  </a:lnTo>
                  <a:lnTo>
                    <a:pt x="284621" y="322747"/>
                  </a:lnTo>
                  <a:lnTo>
                    <a:pt x="285047" y="322345"/>
                  </a:lnTo>
                  <a:lnTo>
                    <a:pt x="284826" y="322012"/>
                  </a:lnTo>
                  <a:lnTo>
                    <a:pt x="284447" y="321686"/>
                  </a:lnTo>
                  <a:lnTo>
                    <a:pt x="284396" y="321389"/>
                  </a:lnTo>
                  <a:lnTo>
                    <a:pt x="285143" y="321158"/>
                  </a:lnTo>
                  <a:lnTo>
                    <a:pt x="285014" y="319618"/>
                  </a:lnTo>
                  <a:lnTo>
                    <a:pt x="284492" y="319465"/>
                  </a:lnTo>
                  <a:lnTo>
                    <a:pt x="284281" y="318861"/>
                  </a:lnTo>
                  <a:lnTo>
                    <a:pt x="284274" y="318221"/>
                  </a:lnTo>
                  <a:lnTo>
                    <a:pt x="283331" y="318212"/>
                  </a:lnTo>
                  <a:lnTo>
                    <a:pt x="283063" y="318061"/>
                  </a:lnTo>
                  <a:lnTo>
                    <a:pt x="283597" y="317475"/>
                  </a:lnTo>
                  <a:lnTo>
                    <a:pt x="283979" y="317110"/>
                  </a:lnTo>
                  <a:lnTo>
                    <a:pt x="284274" y="316986"/>
                  </a:lnTo>
                  <a:lnTo>
                    <a:pt x="285810" y="317253"/>
                  </a:lnTo>
                  <a:lnTo>
                    <a:pt x="286076" y="317636"/>
                  </a:lnTo>
                  <a:lnTo>
                    <a:pt x="286665" y="317494"/>
                  </a:lnTo>
                  <a:lnTo>
                    <a:pt x="286756" y="316906"/>
                  </a:lnTo>
                  <a:lnTo>
                    <a:pt x="286488" y="316693"/>
                  </a:lnTo>
                  <a:lnTo>
                    <a:pt x="286275" y="316486"/>
                  </a:lnTo>
                  <a:lnTo>
                    <a:pt x="286203" y="316252"/>
                  </a:lnTo>
                  <a:lnTo>
                    <a:pt x="288493" y="315461"/>
                  </a:lnTo>
                  <a:lnTo>
                    <a:pt x="288580" y="314439"/>
                  </a:lnTo>
                  <a:lnTo>
                    <a:pt x="288855" y="314411"/>
                  </a:lnTo>
                  <a:lnTo>
                    <a:pt x="289057" y="314398"/>
                  </a:lnTo>
                  <a:lnTo>
                    <a:pt x="290000" y="314055"/>
                  </a:lnTo>
                  <a:lnTo>
                    <a:pt x="290148" y="313762"/>
                  </a:lnTo>
                  <a:lnTo>
                    <a:pt x="290195" y="313375"/>
                  </a:lnTo>
                  <a:lnTo>
                    <a:pt x="289845" y="313050"/>
                  </a:lnTo>
                  <a:lnTo>
                    <a:pt x="288952" y="312734"/>
                  </a:lnTo>
                  <a:lnTo>
                    <a:pt x="289110" y="312710"/>
                  </a:lnTo>
                  <a:lnTo>
                    <a:pt x="289517" y="312704"/>
                  </a:lnTo>
                  <a:lnTo>
                    <a:pt x="290204" y="312950"/>
                  </a:lnTo>
                  <a:lnTo>
                    <a:pt x="290452" y="312950"/>
                  </a:lnTo>
                  <a:lnTo>
                    <a:pt x="291166" y="312808"/>
                  </a:lnTo>
                  <a:lnTo>
                    <a:pt x="291436" y="312581"/>
                  </a:lnTo>
                  <a:lnTo>
                    <a:pt x="291476" y="312319"/>
                  </a:lnTo>
                  <a:lnTo>
                    <a:pt x="291202" y="312235"/>
                  </a:lnTo>
                  <a:lnTo>
                    <a:pt x="291251" y="311776"/>
                  </a:lnTo>
                  <a:lnTo>
                    <a:pt x="291476" y="310966"/>
                  </a:lnTo>
                  <a:lnTo>
                    <a:pt x="292252" y="311370"/>
                  </a:lnTo>
                  <a:lnTo>
                    <a:pt x="292362" y="311835"/>
                  </a:lnTo>
                  <a:lnTo>
                    <a:pt x="292798" y="312110"/>
                  </a:lnTo>
                  <a:lnTo>
                    <a:pt x="293283" y="312037"/>
                  </a:lnTo>
                  <a:lnTo>
                    <a:pt x="293174" y="311237"/>
                  </a:lnTo>
                  <a:lnTo>
                    <a:pt x="293556" y="310736"/>
                  </a:lnTo>
                  <a:lnTo>
                    <a:pt x="293719" y="310458"/>
                  </a:lnTo>
                  <a:lnTo>
                    <a:pt x="293871" y="310228"/>
                  </a:lnTo>
                  <a:lnTo>
                    <a:pt x="294082" y="310257"/>
                  </a:lnTo>
                  <a:lnTo>
                    <a:pt x="294314" y="310622"/>
                  </a:lnTo>
                  <a:lnTo>
                    <a:pt x="294679" y="310518"/>
                  </a:lnTo>
                  <a:lnTo>
                    <a:pt x="294683" y="310361"/>
                  </a:lnTo>
                  <a:lnTo>
                    <a:pt x="294348" y="310050"/>
                  </a:lnTo>
                  <a:lnTo>
                    <a:pt x="294213" y="309543"/>
                  </a:lnTo>
                  <a:lnTo>
                    <a:pt x="294388" y="309284"/>
                  </a:lnTo>
                  <a:lnTo>
                    <a:pt x="295062" y="309203"/>
                  </a:lnTo>
                  <a:lnTo>
                    <a:pt x="295266" y="309391"/>
                  </a:lnTo>
                  <a:lnTo>
                    <a:pt x="295327" y="309000"/>
                  </a:lnTo>
                  <a:lnTo>
                    <a:pt x="295372" y="308509"/>
                  </a:lnTo>
                  <a:lnTo>
                    <a:pt x="295932" y="307898"/>
                  </a:lnTo>
                  <a:lnTo>
                    <a:pt x="296331" y="307490"/>
                  </a:lnTo>
                  <a:lnTo>
                    <a:pt x="296411" y="307245"/>
                  </a:lnTo>
                  <a:lnTo>
                    <a:pt x="296386" y="306778"/>
                  </a:lnTo>
                  <a:lnTo>
                    <a:pt x="296162" y="306861"/>
                  </a:lnTo>
                  <a:lnTo>
                    <a:pt x="295868" y="306928"/>
                  </a:lnTo>
                  <a:lnTo>
                    <a:pt x="295678" y="306964"/>
                  </a:lnTo>
                  <a:lnTo>
                    <a:pt x="295513" y="306894"/>
                  </a:lnTo>
                  <a:lnTo>
                    <a:pt x="295274" y="306556"/>
                  </a:lnTo>
                  <a:lnTo>
                    <a:pt x="295466" y="306324"/>
                  </a:lnTo>
                  <a:lnTo>
                    <a:pt x="295375" y="305979"/>
                  </a:lnTo>
                  <a:lnTo>
                    <a:pt x="294934" y="305640"/>
                  </a:lnTo>
                  <a:lnTo>
                    <a:pt x="294844" y="305312"/>
                  </a:lnTo>
                  <a:lnTo>
                    <a:pt x="295102" y="305129"/>
                  </a:lnTo>
                  <a:lnTo>
                    <a:pt x="295381" y="304957"/>
                  </a:lnTo>
                  <a:lnTo>
                    <a:pt x="295444" y="304255"/>
                  </a:lnTo>
                  <a:lnTo>
                    <a:pt x="295269" y="304280"/>
                  </a:lnTo>
                  <a:lnTo>
                    <a:pt x="295153" y="303975"/>
                  </a:lnTo>
                  <a:lnTo>
                    <a:pt x="295427" y="304014"/>
                  </a:lnTo>
                  <a:lnTo>
                    <a:pt x="295661" y="304213"/>
                  </a:lnTo>
                  <a:lnTo>
                    <a:pt x="295976" y="304059"/>
                  </a:lnTo>
                  <a:lnTo>
                    <a:pt x="295868" y="303693"/>
                  </a:lnTo>
                  <a:lnTo>
                    <a:pt x="295472" y="303569"/>
                  </a:lnTo>
                  <a:lnTo>
                    <a:pt x="295093" y="303612"/>
                  </a:lnTo>
                  <a:lnTo>
                    <a:pt x="294963" y="303555"/>
                  </a:lnTo>
                  <a:lnTo>
                    <a:pt x="294637" y="303263"/>
                  </a:lnTo>
                  <a:lnTo>
                    <a:pt x="294458" y="303085"/>
                  </a:lnTo>
                  <a:lnTo>
                    <a:pt x="294321" y="303065"/>
                  </a:lnTo>
                  <a:lnTo>
                    <a:pt x="294183" y="303044"/>
                  </a:lnTo>
                  <a:lnTo>
                    <a:pt x="293803" y="302944"/>
                  </a:lnTo>
                  <a:lnTo>
                    <a:pt x="294156" y="302731"/>
                  </a:lnTo>
                  <a:lnTo>
                    <a:pt x="293893" y="302532"/>
                  </a:lnTo>
                  <a:lnTo>
                    <a:pt x="293327" y="302235"/>
                  </a:lnTo>
                  <a:lnTo>
                    <a:pt x="292800" y="301909"/>
                  </a:lnTo>
                  <a:lnTo>
                    <a:pt x="292562" y="301808"/>
                  </a:lnTo>
                  <a:lnTo>
                    <a:pt x="292623" y="301703"/>
                  </a:lnTo>
                  <a:lnTo>
                    <a:pt x="292598" y="301557"/>
                  </a:lnTo>
                  <a:lnTo>
                    <a:pt x="292421" y="301382"/>
                  </a:lnTo>
                  <a:lnTo>
                    <a:pt x="292900" y="300825"/>
                  </a:lnTo>
                  <a:lnTo>
                    <a:pt x="290963" y="300550"/>
                  </a:lnTo>
                  <a:lnTo>
                    <a:pt x="290499" y="300157"/>
                  </a:lnTo>
                  <a:lnTo>
                    <a:pt x="290207" y="299824"/>
                  </a:lnTo>
                  <a:lnTo>
                    <a:pt x="290538" y="299616"/>
                  </a:lnTo>
                  <a:lnTo>
                    <a:pt x="289944" y="299584"/>
                  </a:lnTo>
                  <a:lnTo>
                    <a:pt x="290005" y="299271"/>
                  </a:lnTo>
                  <a:lnTo>
                    <a:pt x="289528" y="299083"/>
                  </a:lnTo>
                  <a:lnTo>
                    <a:pt x="289338" y="299191"/>
                  </a:lnTo>
                  <a:lnTo>
                    <a:pt x="288575" y="299063"/>
                  </a:lnTo>
                  <a:lnTo>
                    <a:pt x="288444" y="299077"/>
                  </a:lnTo>
                  <a:lnTo>
                    <a:pt x="288085" y="299099"/>
                  </a:lnTo>
                  <a:lnTo>
                    <a:pt x="287630" y="298704"/>
                  </a:lnTo>
                  <a:lnTo>
                    <a:pt x="287737" y="298447"/>
                  </a:lnTo>
                  <a:lnTo>
                    <a:pt x="287970" y="297915"/>
                  </a:lnTo>
                  <a:lnTo>
                    <a:pt x="287721" y="297205"/>
                  </a:lnTo>
                  <a:lnTo>
                    <a:pt x="287524" y="296899"/>
                  </a:lnTo>
                  <a:lnTo>
                    <a:pt x="287128" y="295974"/>
                  </a:lnTo>
                  <a:lnTo>
                    <a:pt x="287164" y="295776"/>
                  </a:lnTo>
                  <a:lnTo>
                    <a:pt x="286982" y="295735"/>
                  </a:lnTo>
                  <a:lnTo>
                    <a:pt x="286592" y="295165"/>
                  </a:lnTo>
                  <a:lnTo>
                    <a:pt x="285600" y="294845"/>
                  </a:lnTo>
                  <a:lnTo>
                    <a:pt x="285080" y="294933"/>
                  </a:lnTo>
                  <a:lnTo>
                    <a:pt x="284688" y="294966"/>
                  </a:lnTo>
                  <a:lnTo>
                    <a:pt x="284365" y="294838"/>
                  </a:lnTo>
                  <a:lnTo>
                    <a:pt x="283972" y="294848"/>
                  </a:lnTo>
                  <a:lnTo>
                    <a:pt x="283612" y="294919"/>
                  </a:lnTo>
                  <a:lnTo>
                    <a:pt x="283024" y="294827"/>
                  </a:lnTo>
                  <a:lnTo>
                    <a:pt x="282845" y="294451"/>
                  </a:lnTo>
                  <a:lnTo>
                    <a:pt x="283059" y="294322"/>
                  </a:lnTo>
                  <a:lnTo>
                    <a:pt x="283322" y="294040"/>
                  </a:lnTo>
                  <a:lnTo>
                    <a:pt x="283367" y="293897"/>
                  </a:lnTo>
                  <a:lnTo>
                    <a:pt x="283269" y="293762"/>
                  </a:lnTo>
                  <a:lnTo>
                    <a:pt x="283271" y="293404"/>
                  </a:lnTo>
                  <a:lnTo>
                    <a:pt x="283331" y="293182"/>
                  </a:lnTo>
                  <a:lnTo>
                    <a:pt x="283118" y="293124"/>
                  </a:lnTo>
                  <a:lnTo>
                    <a:pt x="282499" y="292709"/>
                  </a:lnTo>
                  <a:lnTo>
                    <a:pt x="281946" y="292066"/>
                  </a:lnTo>
                  <a:lnTo>
                    <a:pt x="281739" y="291844"/>
                  </a:lnTo>
                  <a:lnTo>
                    <a:pt x="281471" y="291568"/>
                  </a:lnTo>
                  <a:lnTo>
                    <a:pt x="281065" y="291173"/>
                  </a:lnTo>
                  <a:lnTo>
                    <a:pt x="280980" y="290960"/>
                  </a:lnTo>
                  <a:lnTo>
                    <a:pt x="281218" y="290815"/>
                  </a:lnTo>
                  <a:lnTo>
                    <a:pt x="280997" y="290680"/>
                  </a:lnTo>
                  <a:lnTo>
                    <a:pt x="280685" y="290318"/>
                  </a:lnTo>
                  <a:lnTo>
                    <a:pt x="280657" y="290077"/>
                  </a:lnTo>
                  <a:lnTo>
                    <a:pt x="280517" y="289883"/>
                  </a:lnTo>
                  <a:lnTo>
                    <a:pt x="280026" y="289456"/>
                  </a:lnTo>
                  <a:lnTo>
                    <a:pt x="279879" y="289485"/>
                  </a:lnTo>
                  <a:lnTo>
                    <a:pt x="279334" y="289084"/>
                  </a:lnTo>
                  <a:lnTo>
                    <a:pt x="279119" y="288852"/>
                  </a:lnTo>
                  <a:lnTo>
                    <a:pt x="278902" y="288799"/>
                  </a:lnTo>
                  <a:lnTo>
                    <a:pt x="278704" y="288669"/>
                  </a:lnTo>
                  <a:lnTo>
                    <a:pt x="278288" y="288340"/>
                  </a:lnTo>
                  <a:lnTo>
                    <a:pt x="278211" y="287889"/>
                  </a:lnTo>
                  <a:lnTo>
                    <a:pt x="277833" y="287737"/>
                  </a:lnTo>
                  <a:lnTo>
                    <a:pt x="277379" y="287360"/>
                  </a:lnTo>
                  <a:lnTo>
                    <a:pt x="277325" y="287118"/>
                  </a:lnTo>
                  <a:lnTo>
                    <a:pt x="277114" y="286877"/>
                  </a:lnTo>
                  <a:lnTo>
                    <a:pt x="277317" y="286486"/>
                  </a:lnTo>
                  <a:lnTo>
                    <a:pt x="277045" y="286482"/>
                  </a:lnTo>
                  <a:lnTo>
                    <a:pt x="276903" y="286448"/>
                  </a:lnTo>
                  <a:lnTo>
                    <a:pt x="276654" y="286228"/>
                  </a:lnTo>
                  <a:lnTo>
                    <a:pt x="276291" y="285720"/>
                  </a:lnTo>
                  <a:lnTo>
                    <a:pt x="276151" y="285595"/>
                  </a:lnTo>
                  <a:lnTo>
                    <a:pt x="275986" y="285476"/>
                  </a:lnTo>
                  <a:lnTo>
                    <a:pt x="275774" y="285178"/>
                  </a:lnTo>
                  <a:lnTo>
                    <a:pt x="275314" y="285059"/>
                  </a:lnTo>
                  <a:lnTo>
                    <a:pt x="274959" y="284573"/>
                  </a:lnTo>
                  <a:lnTo>
                    <a:pt x="275191" y="284439"/>
                  </a:lnTo>
                  <a:lnTo>
                    <a:pt x="275329" y="284407"/>
                  </a:lnTo>
                  <a:lnTo>
                    <a:pt x="275450" y="284214"/>
                  </a:lnTo>
                  <a:lnTo>
                    <a:pt x="275291" y="284002"/>
                  </a:lnTo>
                  <a:lnTo>
                    <a:pt x="274822" y="283672"/>
                  </a:lnTo>
                  <a:lnTo>
                    <a:pt x="274531" y="283547"/>
                  </a:lnTo>
                  <a:lnTo>
                    <a:pt x="274268" y="283452"/>
                  </a:lnTo>
                  <a:lnTo>
                    <a:pt x="273956" y="283062"/>
                  </a:lnTo>
                  <a:lnTo>
                    <a:pt x="273887" y="282862"/>
                  </a:lnTo>
                  <a:lnTo>
                    <a:pt x="273493" y="282510"/>
                  </a:lnTo>
                  <a:lnTo>
                    <a:pt x="273349" y="282435"/>
                  </a:lnTo>
                  <a:lnTo>
                    <a:pt x="273261" y="282259"/>
                  </a:lnTo>
                  <a:lnTo>
                    <a:pt x="273060" y="282027"/>
                  </a:lnTo>
                  <a:lnTo>
                    <a:pt x="272824" y="281926"/>
                  </a:lnTo>
                  <a:lnTo>
                    <a:pt x="272192" y="281366"/>
                  </a:lnTo>
                  <a:lnTo>
                    <a:pt x="271769" y="281067"/>
                  </a:lnTo>
                  <a:lnTo>
                    <a:pt x="271060" y="280298"/>
                  </a:lnTo>
                  <a:lnTo>
                    <a:pt x="270817" y="280196"/>
                  </a:lnTo>
                  <a:lnTo>
                    <a:pt x="270668" y="280185"/>
                  </a:lnTo>
                  <a:lnTo>
                    <a:pt x="270522" y="280144"/>
                  </a:lnTo>
                  <a:lnTo>
                    <a:pt x="270284" y="279866"/>
                  </a:lnTo>
                  <a:lnTo>
                    <a:pt x="270146" y="279723"/>
                  </a:lnTo>
                  <a:lnTo>
                    <a:pt x="269991" y="279627"/>
                  </a:lnTo>
                  <a:lnTo>
                    <a:pt x="269833" y="279503"/>
                  </a:lnTo>
                  <a:lnTo>
                    <a:pt x="269684" y="279349"/>
                  </a:lnTo>
                  <a:lnTo>
                    <a:pt x="269120" y="278956"/>
                  </a:lnTo>
                  <a:lnTo>
                    <a:pt x="269031" y="278798"/>
                  </a:lnTo>
                  <a:lnTo>
                    <a:pt x="268589" y="278500"/>
                  </a:lnTo>
                  <a:lnTo>
                    <a:pt x="268380" y="278372"/>
                  </a:lnTo>
                  <a:lnTo>
                    <a:pt x="267980" y="278064"/>
                  </a:lnTo>
                  <a:lnTo>
                    <a:pt x="267331" y="277746"/>
                  </a:lnTo>
                  <a:lnTo>
                    <a:pt x="267174" y="277642"/>
                  </a:lnTo>
                  <a:lnTo>
                    <a:pt x="266677" y="276511"/>
                  </a:lnTo>
                  <a:lnTo>
                    <a:pt x="266306" y="275869"/>
                  </a:lnTo>
                  <a:lnTo>
                    <a:pt x="265831" y="275669"/>
                  </a:lnTo>
                  <a:lnTo>
                    <a:pt x="265587" y="275658"/>
                  </a:lnTo>
                  <a:lnTo>
                    <a:pt x="264923" y="275755"/>
                  </a:lnTo>
                  <a:lnTo>
                    <a:pt x="264435" y="275983"/>
                  </a:lnTo>
                  <a:lnTo>
                    <a:pt x="264028" y="276268"/>
                  </a:lnTo>
                  <a:lnTo>
                    <a:pt x="263653" y="276025"/>
                  </a:lnTo>
                  <a:lnTo>
                    <a:pt x="263350" y="275513"/>
                  </a:lnTo>
                  <a:lnTo>
                    <a:pt x="262903" y="275074"/>
                  </a:lnTo>
                  <a:lnTo>
                    <a:pt x="262614" y="274981"/>
                  </a:lnTo>
                  <a:lnTo>
                    <a:pt x="262101" y="275181"/>
                  </a:lnTo>
                  <a:lnTo>
                    <a:pt x="261734" y="275352"/>
                  </a:lnTo>
                  <a:lnTo>
                    <a:pt x="261198" y="275139"/>
                  </a:lnTo>
                  <a:lnTo>
                    <a:pt x="260504" y="274857"/>
                  </a:lnTo>
                  <a:lnTo>
                    <a:pt x="259966" y="275504"/>
                  </a:lnTo>
                  <a:lnTo>
                    <a:pt x="259508" y="275408"/>
                  </a:lnTo>
                  <a:lnTo>
                    <a:pt x="259272" y="275311"/>
                  </a:lnTo>
                  <a:lnTo>
                    <a:pt x="258804" y="275126"/>
                  </a:lnTo>
                  <a:lnTo>
                    <a:pt x="257900" y="274885"/>
                  </a:lnTo>
                  <a:lnTo>
                    <a:pt x="257165" y="275041"/>
                  </a:lnTo>
                  <a:lnTo>
                    <a:pt x="256997" y="275159"/>
                  </a:lnTo>
                  <a:lnTo>
                    <a:pt x="256755" y="275178"/>
                  </a:lnTo>
                  <a:lnTo>
                    <a:pt x="256372" y="275167"/>
                  </a:lnTo>
                  <a:lnTo>
                    <a:pt x="256193" y="275088"/>
                  </a:lnTo>
                  <a:lnTo>
                    <a:pt x="256277" y="274521"/>
                  </a:lnTo>
                  <a:lnTo>
                    <a:pt x="255833" y="273740"/>
                  </a:lnTo>
                  <a:lnTo>
                    <a:pt x="255524" y="273815"/>
                  </a:lnTo>
                  <a:lnTo>
                    <a:pt x="255054" y="273995"/>
                  </a:lnTo>
                  <a:lnTo>
                    <a:pt x="254870" y="274240"/>
                  </a:lnTo>
                  <a:lnTo>
                    <a:pt x="254427" y="274800"/>
                  </a:lnTo>
                  <a:lnTo>
                    <a:pt x="254201" y="274952"/>
                  </a:lnTo>
                  <a:lnTo>
                    <a:pt x="253594" y="275566"/>
                  </a:lnTo>
                  <a:lnTo>
                    <a:pt x="253389" y="276317"/>
                  </a:lnTo>
                  <a:lnTo>
                    <a:pt x="253292" y="276841"/>
                  </a:lnTo>
                  <a:lnTo>
                    <a:pt x="253434" y="277640"/>
                  </a:lnTo>
                  <a:lnTo>
                    <a:pt x="253480" y="277810"/>
                  </a:lnTo>
                  <a:lnTo>
                    <a:pt x="253844" y="278623"/>
                  </a:lnTo>
                  <a:lnTo>
                    <a:pt x="253445" y="279248"/>
                  </a:lnTo>
                  <a:lnTo>
                    <a:pt x="253383" y="279388"/>
                  </a:lnTo>
                  <a:lnTo>
                    <a:pt x="253297" y="279719"/>
                  </a:lnTo>
                  <a:lnTo>
                    <a:pt x="253285" y="279941"/>
                  </a:lnTo>
                  <a:lnTo>
                    <a:pt x="252609" y="280212"/>
                  </a:lnTo>
                  <a:lnTo>
                    <a:pt x="252049" y="280216"/>
                  </a:lnTo>
                  <a:lnTo>
                    <a:pt x="251340" y="280286"/>
                  </a:lnTo>
                  <a:lnTo>
                    <a:pt x="251084" y="280330"/>
                  </a:lnTo>
                  <a:lnTo>
                    <a:pt x="250601" y="280489"/>
                  </a:lnTo>
                  <a:lnTo>
                    <a:pt x="250012" y="281254"/>
                  </a:lnTo>
                  <a:lnTo>
                    <a:pt x="249130" y="281389"/>
                  </a:lnTo>
                  <a:lnTo>
                    <a:pt x="248277" y="281394"/>
                  </a:lnTo>
                  <a:lnTo>
                    <a:pt x="247941" y="281462"/>
                  </a:lnTo>
                  <a:lnTo>
                    <a:pt x="247450" y="281612"/>
                  </a:lnTo>
                  <a:lnTo>
                    <a:pt x="247320" y="281838"/>
                  </a:lnTo>
                  <a:lnTo>
                    <a:pt x="247263" y="282582"/>
                  </a:lnTo>
                  <a:lnTo>
                    <a:pt x="247552" y="282987"/>
                  </a:lnTo>
                  <a:lnTo>
                    <a:pt x="247729" y="283203"/>
                  </a:lnTo>
                  <a:lnTo>
                    <a:pt x="248112" y="283813"/>
                  </a:lnTo>
                  <a:lnTo>
                    <a:pt x="248314" y="284335"/>
                  </a:lnTo>
                  <a:lnTo>
                    <a:pt x="247876" y="284614"/>
                  </a:lnTo>
                  <a:lnTo>
                    <a:pt x="246927" y="284813"/>
                  </a:lnTo>
                  <a:lnTo>
                    <a:pt x="246603" y="285174"/>
                  </a:lnTo>
                  <a:lnTo>
                    <a:pt x="246047" y="285764"/>
                  </a:lnTo>
                  <a:lnTo>
                    <a:pt x="245751" y="286987"/>
                  </a:lnTo>
                  <a:lnTo>
                    <a:pt x="245054" y="287455"/>
                  </a:lnTo>
                  <a:lnTo>
                    <a:pt x="244918" y="287452"/>
                  </a:lnTo>
                  <a:lnTo>
                    <a:pt x="244437" y="287435"/>
                  </a:lnTo>
                  <a:lnTo>
                    <a:pt x="243585" y="287268"/>
                  </a:lnTo>
                  <a:lnTo>
                    <a:pt x="242602" y="287062"/>
                  </a:lnTo>
                  <a:lnTo>
                    <a:pt x="242230" y="286962"/>
                  </a:lnTo>
                  <a:lnTo>
                    <a:pt x="241235" y="286866"/>
                  </a:lnTo>
                  <a:lnTo>
                    <a:pt x="240332" y="287477"/>
                  </a:lnTo>
                  <a:lnTo>
                    <a:pt x="240283" y="288058"/>
                  </a:lnTo>
                  <a:lnTo>
                    <a:pt x="240249" y="288340"/>
                  </a:lnTo>
                  <a:lnTo>
                    <a:pt x="239914" y="288641"/>
                  </a:lnTo>
                  <a:lnTo>
                    <a:pt x="239463" y="288805"/>
                  </a:lnTo>
                  <a:lnTo>
                    <a:pt x="238428" y="289320"/>
                  </a:lnTo>
                  <a:lnTo>
                    <a:pt x="236850" y="289640"/>
                  </a:lnTo>
                  <a:lnTo>
                    <a:pt x="236246" y="289538"/>
                  </a:lnTo>
                  <a:lnTo>
                    <a:pt x="235762" y="289489"/>
                  </a:lnTo>
                  <a:lnTo>
                    <a:pt x="235181" y="289856"/>
                  </a:lnTo>
                  <a:lnTo>
                    <a:pt x="234901" y="290092"/>
                  </a:lnTo>
                  <a:lnTo>
                    <a:pt x="234668" y="289931"/>
                  </a:lnTo>
                  <a:lnTo>
                    <a:pt x="234058" y="289500"/>
                  </a:lnTo>
                  <a:lnTo>
                    <a:pt x="233650" y="289142"/>
                  </a:lnTo>
                  <a:lnTo>
                    <a:pt x="233453" y="288747"/>
                  </a:lnTo>
                  <a:lnTo>
                    <a:pt x="233203" y="288480"/>
                  </a:lnTo>
                  <a:lnTo>
                    <a:pt x="232942" y="288289"/>
                  </a:lnTo>
                  <a:lnTo>
                    <a:pt x="232555" y="288018"/>
                  </a:lnTo>
                  <a:lnTo>
                    <a:pt x="231766" y="287605"/>
                  </a:lnTo>
                  <a:lnTo>
                    <a:pt x="231546" y="287579"/>
                  </a:lnTo>
                  <a:lnTo>
                    <a:pt x="231009" y="287787"/>
                  </a:lnTo>
                  <a:lnTo>
                    <a:pt x="230286" y="287660"/>
                  </a:lnTo>
                  <a:lnTo>
                    <a:pt x="230118" y="287565"/>
                  </a:lnTo>
                  <a:lnTo>
                    <a:pt x="229881" y="287444"/>
                  </a:lnTo>
                  <a:lnTo>
                    <a:pt x="229113" y="287333"/>
                  </a:lnTo>
                  <a:lnTo>
                    <a:pt x="228693" y="287469"/>
                  </a:lnTo>
                  <a:lnTo>
                    <a:pt x="228551" y="287716"/>
                  </a:lnTo>
                  <a:lnTo>
                    <a:pt x="228506" y="287936"/>
                  </a:lnTo>
                  <a:lnTo>
                    <a:pt x="227939" y="288223"/>
                  </a:lnTo>
                  <a:lnTo>
                    <a:pt x="227738" y="288234"/>
                  </a:lnTo>
                  <a:lnTo>
                    <a:pt x="227007" y="288333"/>
                  </a:lnTo>
                  <a:lnTo>
                    <a:pt x="226435" y="288711"/>
                  </a:lnTo>
                  <a:lnTo>
                    <a:pt x="226168" y="289331"/>
                  </a:lnTo>
                  <a:lnTo>
                    <a:pt x="226283" y="290195"/>
                  </a:lnTo>
                  <a:lnTo>
                    <a:pt x="226337" y="290952"/>
                  </a:lnTo>
                  <a:lnTo>
                    <a:pt x="226090" y="291431"/>
                  </a:lnTo>
                  <a:lnTo>
                    <a:pt x="225797" y="291697"/>
                  </a:lnTo>
                  <a:lnTo>
                    <a:pt x="225335" y="292410"/>
                  </a:lnTo>
                  <a:lnTo>
                    <a:pt x="225244" y="292607"/>
                  </a:lnTo>
                  <a:lnTo>
                    <a:pt x="224457" y="292340"/>
                  </a:lnTo>
                  <a:lnTo>
                    <a:pt x="224213" y="292274"/>
                  </a:lnTo>
                  <a:lnTo>
                    <a:pt x="223900" y="292269"/>
                  </a:lnTo>
                  <a:lnTo>
                    <a:pt x="222695" y="292653"/>
                  </a:lnTo>
                  <a:lnTo>
                    <a:pt x="222397" y="291945"/>
                  </a:lnTo>
                  <a:lnTo>
                    <a:pt x="222411" y="291740"/>
                  </a:lnTo>
                  <a:lnTo>
                    <a:pt x="222143" y="291628"/>
                  </a:lnTo>
                  <a:lnTo>
                    <a:pt x="221703" y="291737"/>
                  </a:lnTo>
                  <a:lnTo>
                    <a:pt x="221359" y="291839"/>
                  </a:lnTo>
                  <a:lnTo>
                    <a:pt x="221187" y="291869"/>
                  </a:lnTo>
                  <a:lnTo>
                    <a:pt x="220649" y="291375"/>
                  </a:lnTo>
                  <a:lnTo>
                    <a:pt x="220155" y="290981"/>
                  </a:lnTo>
                  <a:lnTo>
                    <a:pt x="219487" y="290497"/>
                  </a:lnTo>
                  <a:lnTo>
                    <a:pt x="219208" y="290141"/>
                  </a:lnTo>
                  <a:lnTo>
                    <a:pt x="218513" y="289575"/>
                  </a:lnTo>
                  <a:lnTo>
                    <a:pt x="217972" y="289219"/>
                  </a:lnTo>
                  <a:lnTo>
                    <a:pt x="217108" y="288899"/>
                  </a:lnTo>
                  <a:lnTo>
                    <a:pt x="216507" y="289122"/>
                  </a:lnTo>
                  <a:lnTo>
                    <a:pt x="215523" y="289403"/>
                  </a:lnTo>
                  <a:lnTo>
                    <a:pt x="215047" y="289268"/>
                  </a:lnTo>
                  <a:lnTo>
                    <a:pt x="214360" y="289137"/>
                  </a:lnTo>
                  <a:lnTo>
                    <a:pt x="214116" y="289294"/>
                  </a:lnTo>
                  <a:lnTo>
                    <a:pt x="213668" y="289357"/>
                  </a:lnTo>
                  <a:lnTo>
                    <a:pt x="213022" y="289064"/>
                  </a:lnTo>
                  <a:lnTo>
                    <a:pt x="211864" y="289333"/>
                  </a:lnTo>
                  <a:lnTo>
                    <a:pt x="211566" y="289895"/>
                  </a:lnTo>
                  <a:lnTo>
                    <a:pt x="211332" y="290183"/>
                  </a:lnTo>
                  <a:lnTo>
                    <a:pt x="210089" y="290267"/>
                  </a:lnTo>
                  <a:lnTo>
                    <a:pt x="209500" y="290339"/>
                  </a:lnTo>
                  <a:lnTo>
                    <a:pt x="209148" y="290330"/>
                  </a:lnTo>
                  <a:lnTo>
                    <a:pt x="208738" y="290206"/>
                  </a:lnTo>
                  <a:lnTo>
                    <a:pt x="208448" y="290104"/>
                  </a:lnTo>
                  <a:lnTo>
                    <a:pt x="207959" y="290093"/>
                  </a:lnTo>
                  <a:lnTo>
                    <a:pt x="207672" y="290100"/>
                  </a:lnTo>
                  <a:lnTo>
                    <a:pt x="206999" y="290215"/>
                  </a:lnTo>
                  <a:lnTo>
                    <a:pt x="205651" y="290667"/>
                  </a:lnTo>
                  <a:lnTo>
                    <a:pt x="205104" y="291062"/>
                  </a:lnTo>
                  <a:lnTo>
                    <a:pt x="204899" y="291224"/>
                  </a:lnTo>
                  <a:lnTo>
                    <a:pt x="204347" y="291067"/>
                  </a:lnTo>
                  <a:lnTo>
                    <a:pt x="203438" y="290563"/>
                  </a:lnTo>
                  <a:lnTo>
                    <a:pt x="202328" y="289534"/>
                  </a:lnTo>
                  <a:lnTo>
                    <a:pt x="201886" y="288638"/>
                  </a:lnTo>
                  <a:lnTo>
                    <a:pt x="201546" y="288403"/>
                  </a:lnTo>
                  <a:lnTo>
                    <a:pt x="200951" y="288075"/>
                  </a:lnTo>
                  <a:lnTo>
                    <a:pt x="200798" y="288027"/>
                  </a:lnTo>
                  <a:lnTo>
                    <a:pt x="200243" y="287980"/>
                  </a:lnTo>
                  <a:lnTo>
                    <a:pt x="199967" y="288097"/>
                  </a:lnTo>
                  <a:lnTo>
                    <a:pt x="199206" y="288334"/>
                  </a:lnTo>
                  <a:lnTo>
                    <a:pt x="198237" y="287907"/>
                  </a:lnTo>
                  <a:lnTo>
                    <a:pt x="197414" y="287601"/>
                  </a:lnTo>
                  <a:lnTo>
                    <a:pt x="195925" y="286484"/>
                  </a:lnTo>
                  <a:lnTo>
                    <a:pt x="195519" y="286639"/>
                  </a:lnTo>
                  <a:lnTo>
                    <a:pt x="195268" y="286774"/>
                  </a:lnTo>
                  <a:lnTo>
                    <a:pt x="194383" y="287763"/>
                  </a:lnTo>
                  <a:lnTo>
                    <a:pt x="194410" y="288230"/>
                  </a:lnTo>
                  <a:lnTo>
                    <a:pt x="194321" y="288658"/>
                  </a:lnTo>
                  <a:lnTo>
                    <a:pt x="193714" y="289014"/>
                  </a:lnTo>
                  <a:lnTo>
                    <a:pt x="193511" y="289010"/>
                  </a:lnTo>
                  <a:lnTo>
                    <a:pt x="193404" y="289326"/>
                  </a:lnTo>
                  <a:lnTo>
                    <a:pt x="193449" y="290141"/>
                  </a:lnTo>
                  <a:lnTo>
                    <a:pt x="193348" y="290376"/>
                  </a:lnTo>
                  <a:lnTo>
                    <a:pt x="192598" y="290253"/>
                  </a:lnTo>
                  <a:lnTo>
                    <a:pt x="192037" y="290467"/>
                  </a:lnTo>
                  <a:lnTo>
                    <a:pt x="190916" y="290738"/>
                  </a:lnTo>
                  <a:lnTo>
                    <a:pt x="190311" y="290712"/>
                  </a:lnTo>
                  <a:lnTo>
                    <a:pt x="190152" y="290772"/>
                  </a:lnTo>
                  <a:lnTo>
                    <a:pt x="190013" y="291037"/>
                  </a:lnTo>
                  <a:lnTo>
                    <a:pt x="190068" y="291298"/>
                  </a:lnTo>
                  <a:lnTo>
                    <a:pt x="190155" y="291646"/>
                  </a:lnTo>
                  <a:lnTo>
                    <a:pt x="189495" y="291773"/>
                  </a:lnTo>
                  <a:lnTo>
                    <a:pt x="189050" y="291841"/>
                  </a:lnTo>
                  <a:lnTo>
                    <a:pt x="188350" y="291820"/>
                  </a:lnTo>
                  <a:lnTo>
                    <a:pt x="187841" y="292062"/>
                  </a:lnTo>
                  <a:lnTo>
                    <a:pt x="186712" y="291727"/>
                  </a:lnTo>
                  <a:lnTo>
                    <a:pt x="186197" y="291644"/>
                  </a:lnTo>
                  <a:lnTo>
                    <a:pt x="184763" y="291986"/>
                  </a:lnTo>
                  <a:lnTo>
                    <a:pt x="184518" y="292668"/>
                  </a:lnTo>
                  <a:lnTo>
                    <a:pt x="183834" y="292690"/>
                  </a:lnTo>
                  <a:lnTo>
                    <a:pt x="183668" y="292669"/>
                  </a:lnTo>
                  <a:lnTo>
                    <a:pt x="183203" y="292575"/>
                  </a:lnTo>
                  <a:lnTo>
                    <a:pt x="182744" y="292402"/>
                  </a:lnTo>
                  <a:lnTo>
                    <a:pt x="182438" y="292380"/>
                  </a:lnTo>
                  <a:lnTo>
                    <a:pt x="182096" y="292509"/>
                  </a:lnTo>
                  <a:lnTo>
                    <a:pt x="181964" y="292578"/>
                  </a:lnTo>
                  <a:lnTo>
                    <a:pt x="181481" y="293030"/>
                  </a:lnTo>
                  <a:lnTo>
                    <a:pt x="181142" y="293071"/>
                  </a:lnTo>
                  <a:lnTo>
                    <a:pt x="180177" y="292641"/>
                  </a:lnTo>
                  <a:lnTo>
                    <a:pt x="179743" y="292656"/>
                  </a:lnTo>
                  <a:lnTo>
                    <a:pt x="178981" y="292841"/>
                  </a:lnTo>
                  <a:lnTo>
                    <a:pt x="178388" y="292958"/>
                  </a:lnTo>
                  <a:lnTo>
                    <a:pt x="178238" y="293068"/>
                  </a:lnTo>
                  <a:lnTo>
                    <a:pt x="177783" y="293542"/>
                  </a:lnTo>
                  <a:lnTo>
                    <a:pt x="177630" y="293716"/>
                  </a:lnTo>
                  <a:lnTo>
                    <a:pt x="177294" y="293871"/>
                  </a:lnTo>
                  <a:lnTo>
                    <a:pt x="176994" y="293697"/>
                  </a:lnTo>
                  <a:lnTo>
                    <a:pt x="175886" y="293259"/>
                  </a:lnTo>
                  <a:lnTo>
                    <a:pt x="175354" y="292822"/>
                  </a:lnTo>
                  <a:lnTo>
                    <a:pt x="174873" y="292283"/>
                  </a:lnTo>
                  <a:lnTo>
                    <a:pt x="174189" y="292131"/>
                  </a:lnTo>
                  <a:lnTo>
                    <a:pt x="173261" y="292143"/>
                  </a:lnTo>
                  <a:lnTo>
                    <a:pt x="172431" y="291902"/>
                  </a:lnTo>
                  <a:lnTo>
                    <a:pt x="172166" y="291341"/>
                  </a:lnTo>
                  <a:lnTo>
                    <a:pt x="170743" y="291418"/>
                  </a:lnTo>
                  <a:lnTo>
                    <a:pt x="170565" y="291325"/>
                  </a:lnTo>
                  <a:lnTo>
                    <a:pt x="170256" y="291142"/>
                  </a:lnTo>
                  <a:lnTo>
                    <a:pt x="169402" y="290869"/>
                  </a:lnTo>
                  <a:lnTo>
                    <a:pt x="169019" y="290764"/>
                  </a:lnTo>
                  <a:lnTo>
                    <a:pt x="168766" y="290617"/>
                  </a:lnTo>
                  <a:lnTo>
                    <a:pt x="168087" y="290336"/>
                  </a:lnTo>
                  <a:lnTo>
                    <a:pt x="166559" y="290341"/>
                  </a:lnTo>
                  <a:lnTo>
                    <a:pt x="165946" y="290995"/>
                  </a:lnTo>
                  <a:lnTo>
                    <a:pt x="165396" y="290782"/>
                  </a:lnTo>
                  <a:lnTo>
                    <a:pt x="165265" y="290692"/>
                  </a:lnTo>
                  <a:lnTo>
                    <a:pt x="164544" y="290075"/>
                  </a:lnTo>
                  <a:lnTo>
                    <a:pt x="164340" y="289872"/>
                  </a:lnTo>
                  <a:lnTo>
                    <a:pt x="164031" y="289444"/>
                  </a:lnTo>
                  <a:lnTo>
                    <a:pt x="164030" y="289151"/>
                  </a:lnTo>
                  <a:lnTo>
                    <a:pt x="163578" y="288563"/>
                  </a:lnTo>
                  <a:lnTo>
                    <a:pt x="163800" y="287777"/>
                  </a:lnTo>
                  <a:lnTo>
                    <a:pt x="163839" y="287648"/>
                  </a:lnTo>
                  <a:lnTo>
                    <a:pt x="163810" y="286960"/>
                  </a:lnTo>
                  <a:lnTo>
                    <a:pt x="163607" y="286858"/>
                  </a:lnTo>
                  <a:lnTo>
                    <a:pt x="162187" y="286093"/>
                  </a:lnTo>
                  <a:lnTo>
                    <a:pt x="161658" y="285997"/>
                  </a:lnTo>
                  <a:lnTo>
                    <a:pt x="160963" y="285422"/>
                  </a:lnTo>
                  <a:lnTo>
                    <a:pt x="160927" y="285166"/>
                  </a:lnTo>
                  <a:lnTo>
                    <a:pt x="160933" y="284905"/>
                  </a:lnTo>
                  <a:lnTo>
                    <a:pt x="161175" y="284461"/>
                  </a:lnTo>
                  <a:lnTo>
                    <a:pt x="161382" y="284216"/>
                  </a:lnTo>
                  <a:lnTo>
                    <a:pt x="160889" y="284142"/>
                  </a:lnTo>
                  <a:lnTo>
                    <a:pt x="159981" y="283946"/>
                  </a:lnTo>
                  <a:lnTo>
                    <a:pt x="159819" y="283510"/>
                  </a:lnTo>
                  <a:lnTo>
                    <a:pt x="159556" y="283202"/>
                  </a:lnTo>
                  <a:lnTo>
                    <a:pt x="159285" y="283048"/>
                  </a:lnTo>
                  <a:lnTo>
                    <a:pt x="159237" y="282876"/>
                  </a:lnTo>
                  <a:lnTo>
                    <a:pt x="159424" y="282561"/>
                  </a:lnTo>
                  <a:lnTo>
                    <a:pt x="159620" y="282438"/>
                  </a:lnTo>
                  <a:lnTo>
                    <a:pt x="159779" y="282340"/>
                  </a:lnTo>
                  <a:lnTo>
                    <a:pt x="160187" y="282022"/>
                  </a:lnTo>
                  <a:lnTo>
                    <a:pt x="160373" y="281550"/>
                  </a:lnTo>
                  <a:lnTo>
                    <a:pt x="160432" y="281344"/>
                  </a:lnTo>
                  <a:lnTo>
                    <a:pt x="159750" y="281042"/>
                  </a:lnTo>
                  <a:lnTo>
                    <a:pt x="159618" y="280970"/>
                  </a:lnTo>
                  <a:lnTo>
                    <a:pt x="159180" y="280203"/>
                  </a:lnTo>
                  <a:lnTo>
                    <a:pt x="159474" y="280100"/>
                  </a:lnTo>
                  <a:lnTo>
                    <a:pt x="159826" y="280001"/>
                  </a:lnTo>
                  <a:lnTo>
                    <a:pt x="160015" y="279984"/>
                  </a:lnTo>
                  <a:lnTo>
                    <a:pt x="160490" y="279883"/>
                  </a:lnTo>
                  <a:lnTo>
                    <a:pt x="160276" y="278985"/>
                  </a:lnTo>
                  <a:lnTo>
                    <a:pt x="159232" y="278266"/>
                  </a:lnTo>
                  <a:lnTo>
                    <a:pt x="158646" y="277987"/>
                  </a:lnTo>
                  <a:lnTo>
                    <a:pt x="158266" y="277882"/>
                  </a:lnTo>
                  <a:lnTo>
                    <a:pt x="158169" y="277659"/>
                  </a:lnTo>
                  <a:lnTo>
                    <a:pt x="158555" y="277015"/>
                  </a:lnTo>
                  <a:lnTo>
                    <a:pt x="158700" y="276954"/>
                  </a:lnTo>
                  <a:lnTo>
                    <a:pt x="159198" y="276708"/>
                  </a:lnTo>
                  <a:lnTo>
                    <a:pt x="159238" y="276542"/>
                  </a:lnTo>
                  <a:lnTo>
                    <a:pt x="159090" y="276106"/>
                  </a:lnTo>
                  <a:lnTo>
                    <a:pt x="158534" y="275491"/>
                  </a:lnTo>
                  <a:lnTo>
                    <a:pt x="158019" y="275443"/>
                  </a:lnTo>
                  <a:lnTo>
                    <a:pt x="157808" y="275232"/>
                  </a:lnTo>
                  <a:lnTo>
                    <a:pt x="157652" y="275016"/>
                  </a:lnTo>
                  <a:lnTo>
                    <a:pt x="157544" y="274644"/>
                  </a:lnTo>
                  <a:lnTo>
                    <a:pt x="157574" y="274318"/>
                  </a:lnTo>
                  <a:lnTo>
                    <a:pt x="157420" y="273949"/>
                  </a:lnTo>
                  <a:lnTo>
                    <a:pt x="157004" y="273725"/>
                  </a:lnTo>
                  <a:lnTo>
                    <a:pt x="156835" y="273249"/>
                  </a:lnTo>
                  <a:lnTo>
                    <a:pt x="156578" y="272867"/>
                  </a:lnTo>
                  <a:lnTo>
                    <a:pt x="156132" y="272647"/>
                  </a:lnTo>
                  <a:lnTo>
                    <a:pt x="155876" y="272348"/>
                  </a:lnTo>
                  <a:lnTo>
                    <a:pt x="155653" y="271250"/>
                  </a:lnTo>
                  <a:lnTo>
                    <a:pt x="155653" y="271075"/>
                  </a:lnTo>
                  <a:lnTo>
                    <a:pt x="155561" y="270443"/>
                  </a:lnTo>
                  <a:lnTo>
                    <a:pt x="154959" y="270217"/>
                  </a:lnTo>
                  <a:lnTo>
                    <a:pt x="154680" y="269570"/>
                  </a:lnTo>
                  <a:lnTo>
                    <a:pt x="154889" y="269399"/>
                  </a:lnTo>
                  <a:lnTo>
                    <a:pt x="155595" y="268483"/>
                  </a:lnTo>
                  <a:lnTo>
                    <a:pt x="155216" y="267478"/>
                  </a:lnTo>
                  <a:lnTo>
                    <a:pt x="155014" y="267114"/>
                  </a:lnTo>
                  <a:lnTo>
                    <a:pt x="154558" y="266690"/>
                  </a:lnTo>
                  <a:lnTo>
                    <a:pt x="154089" y="265970"/>
                  </a:lnTo>
                  <a:lnTo>
                    <a:pt x="153838" y="265394"/>
                  </a:lnTo>
                  <a:lnTo>
                    <a:pt x="154000" y="264587"/>
                  </a:lnTo>
                  <a:lnTo>
                    <a:pt x="153575" y="263608"/>
                  </a:lnTo>
                  <a:lnTo>
                    <a:pt x="153319" y="263143"/>
                  </a:lnTo>
                  <a:lnTo>
                    <a:pt x="152683" y="263066"/>
                  </a:lnTo>
                  <a:lnTo>
                    <a:pt x="152508" y="262732"/>
                  </a:lnTo>
                  <a:lnTo>
                    <a:pt x="153081" y="261831"/>
                  </a:lnTo>
                  <a:lnTo>
                    <a:pt x="153515" y="261490"/>
                  </a:lnTo>
                  <a:lnTo>
                    <a:pt x="153741" y="261303"/>
                  </a:lnTo>
                  <a:lnTo>
                    <a:pt x="153918" y="261006"/>
                  </a:lnTo>
                  <a:lnTo>
                    <a:pt x="153689" y="260697"/>
                  </a:lnTo>
                  <a:lnTo>
                    <a:pt x="153277" y="260039"/>
                  </a:lnTo>
                  <a:lnTo>
                    <a:pt x="153278" y="259870"/>
                  </a:lnTo>
                  <a:lnTo>
                    <a:pt x="153649" y="259380"/>
                  </a:lnTo>
                  <a:lnTo>
                    <a:pt x="153453" y="258745"/>
                  </a:lnTo>
                  <a:lnTo>
                    <a:pt x="153213" y="258465"/>
                  </a:lnTo>
                  <a:lnTo>
                    <a:pt x="152640" y="258490"/>
                  </a:lnTo>
                  <a:lnTo>
                    <a:pt x="151962" y="258721"/>
                  </a:lnTo>
                  <a:lnTo>
                    <a:pt x="151590" y="258653"/>
                  </a:lnTo>
                  <a:lnTo>
                    <a:pt x="151356" y="258359"/>
                  </a:lnTo>
                  <a:lnTo>
                    <a:pt x="151390" y="258223"/>
                  </a:lnTo>
                  <a:lnTo>
                    <a:pt x="150947" y="257304"/>
                  </a:lnTo>
                  <a:lnTo>
                    <a:pt x="150962" y="257057"/>
                  </a:lnTo>
                  <a:lnTo>
                    <a:pt x="150850" y="256299"/>
                  </a:lnTo>
                  <a:lnTo>
                    <a:pt x="150616" y="256141"/>
                  </a:lnTo>
                  <a:lnTo>
                    <a:pt x="150424" y="255717"/>
                  </a:lnTo>
                  <a:lnTo>
                    <a:pt x="150469" y="255458"/>
                  </a:lnTo>
                  <a:lnTo>
                    <a:pt x="150635" y="254802"/>
                  </a:lnTo>
                  <a:lnTo>
                    <a:pt x="149899" y="254349"/>
                  </a:lnTo>
                  <a:lnTo>
                    <a:pt x="149310" y="254154"/>
                  </a:lnTo>
                  <a:lnTo>
                    <a:pt x="149412" y="253688"/>
                  </a:lnTo>
                  <a:lnTo>
                    <a:pt x="149691" y="253407"/>
                  </a:lnTo>
                  <a:lnTo>
                    <a:pt x="149935" y="252877"/>
                  </a:lnTo>
                  <a:lnTo>
                    <a:pt x="150132" y="251966"/>
                  </a:lnTo>
                  <a:lnTo>
                    <a:pt x="149660" y="251421"/>
                  </a:lnTo>
                  <a:lnTo>
                    <a:pt x="149483" y="251139"/>
                  </a:lnTo>
                  <a:lnTo>
                    <a:pt x="149810" y="250752"/>
                  </a:lnTo>
                  <a:lnTo>
                    <a:pt x="150744" y="250730"/>
                  </a:lnTo>
                  <a:lnTo>
                    <a:pt x="151080" y="250658"/>
                  </a:lnTo>
                  <a:lnTo>
                    <a:pt x="151524" y="250649"/>
                  </a:lnTo>
                  <a:lnTo>
                    <a:pt x="152073" y="250671"/>
                  </a:lnTo>
                  <a:lnTo>
                    <a:pt x="152704" y="250267"/>
                  </a:lnTo>
                  <a:lnTo>
                    <a:pt x="152916" y="250275"/>
                  </a:lnTo>
                  <a:lnTo>
                    <a:pt x="153381" y="250316"/>
                  </a:lnTo>
                  <a:lnTo>
                    <a:pt x="154157" y="250065"/>
                  </a:lnTo>
                  <a:lnTo>
                    <a:pt x="154483" y="249236"/>
                  </a:lnTo>
                  <a:lnTo>
                    <a:pt x="154690" y="249182"/>
                  </a:lnTo>
                  <a:lnTo>
                    <a:pt x="155653" y="248098"/>
                  </a:lnTo>
                  <a:lnTo>
                    <a:pt x="155717" y="247917"/>
                  </a:lnTo>
                  <a:lnTo>
                    <a:pt x="155750" y="247599"/>
                  </a:lnTo>
                  <a:lnTo>
                    <a:pt x="155635" y="247307"/>
                  </a:lnTo>
                  <a:lnTo>
                    <a:pt x="155364" y="246825"/>
                  </a:lnTo>
                  <a:lnTo>
                    <a:pt x="155287" y="246556"/>
                  </a:lnTo>
                  <a:lnTo>
                    <a:pt x="155156" y="246389"/>
                  </a:lnTo>
                  <a:lnTo>
                    <a:pt x="155511" y="246071"/>
                  </a:lnTo>
                  <a:lnTo>
                    <a:pt x="156071" y="245869"/>
                  </a:lnTo>
                  <a:lnTo>
                    <a:pt x="156344" y="245540"/>
                  </a:lnTo>
                  <a:lnTo>
                    <a:pt x="156177" y="245071"/>
                  </a:lnTo>
                  <a:lnTo>
                    <a:pt x="155401" y="244627"/>
                  </a:lnTo>
                  <a:lnTo>
                    <a:pt x="155067" y="244644"/>
                  </a:lnTo>
                  <a:lnTo>
                    <a:pt x="154741" y="244762"/>
                  </a:lnTo>
                  <a:lnTo>
                    <a:pt x="153959" y="244758"/>
                  </a:lnTo>
                  <a:lnTo>
                    <a:pt x="153634" y="244797"/>
                  </a:lnTo>
                  <a:lnTo>
                    <a:pt x="153237" y="244873"/>
                  </a:lnTo>
                  <a:lnTo>
                    <a:pt x="152630" y="245031"/>
                  </a:lnTo>
                  <a:lnTo>
                    <a:pt x="152288" y="244530"/>
                  </a:lnTo>
                  <a:lnTo>
                    <a:pt x="152129" y="244247"/>
                  </a:lnTo>
                  <a:lnTo>
                    <a:pt x="151862" y="244174"/>
                  </a:lnTo>
                  <a:lnTo>
                    <a:pt x="151724" y="244134"/>
                  </a:lnTo>
                  <a:lnTo>
                    <a:pt x="151313" y="243999"/>
                  </a:lnTo>
                  <a:lnTo>
                    <a:pt x="151016" y="243774"/>
                  </a:lnTo>
                  <a:lnTo>
                    <a:pt x="150189" y="244165"/>
                  </a:lnTo>
                  <a:lnTo>
                    <a:pt x="149978" y="244145"/>
                  </a:lnTo>
                  <a:lnTo>
                    <a:pt x="149501" y="244234"/>
                  </a:lnTo>
                  <a:lnTo>
                    <a:pt x="149033" y="244346"/>
                  </a:lnTo>
                  <a:lnTo>
                    <a:pt x="148722" y="244395"/>
                  </a:lnTo>
                  <a:lnTo>
                    <a:pt x="148334" y="244430"/>
                  </a:lnTo>
                  <a:lnTo>
                    <a:pt x="148115" y="244427"/>
                  </a:lnTo>
                  <a:lnTo>
                    <a:pt x="147600" y="244358"/>
                  </a:lnTo>
                  <a:lnTo>
                    <a:pt x="147303" y="244060"/>
                  </a:lnTo>
                  <a:lnTo>
                    <a:pt x="146934" y="243719"/>
                  </a:lnTo>
                  <a:lnTo>
                    <a:pt x="145809" y="243572"/>
                  </a:lnTo>
                  <a:lnTo>
                    <a:pt x="144871" y="243526"/>
                  </a:lnTo>
                  <a:lnTo>
                    <a:pt x="144680" y="243512"/>
                  </a:lnTo>
                  <a:lnTo>
                    <a:pt x="144114" y="243453"/>
                  </a:lnTo>
                  <a:lnTo>
                    <a:pt x="143789" y="243162"/>
                  </a:lnTo>
                  <a:lnTo>
                    <a:pt x="143632" y="243098"/>
                  </a:lnTo>
                  <a:lnTo>
                    <a:pt x="143269" y="242997"/>
                  </a:lnTo>
                  <a:lnTo>
                    <a:pt x="142843" y="242984"/>
                  </a:lnTo>
                  <a:lnTo>
                    <a:pt x="142991" y="242412"/>
                  </a:lnTo>
                  <a:lnTo>
                    <a:pt x="143039" y="241965"/>
                  </a:lnTo>
                  <a:lnTo>
                    <a:pt x="142810" y="241634"/>
                  </a:lnTo>
                  <a:lnTo>
                    <a:pt x="142767" y="241376"/>
                  </a:lnTo>
                  <a:lnTo>
                    <a:pt x="143128" y="241235"/>
                  </a:lnTo>
                  <a:lnTo>
                    <a:pt x="143035" y="240923"/>
                  </a:lnTo>
                  <a:lnTo>
                    <a:pt x="143053" y="240329"/>
                  </a:lnTo>
                  <a:lnTo>
                    <a:pt x="142712" y="240086"/>
                  </a:lnTo>
                  <a:lnTo>
                    <a:pt x="142436" y="239982"/>
                  </a:lnTo>
                  <a:lnTo>
                    <a:pt x="142148" y="239281"/>
                  </a:lnTo>
                  <a:lnTo>
                    <a:pt x="142014" y="239199"/>
                  </a:lnTo>
                  <a:lnTo>
                    <a:pt x="141844" y="238886"/>
                  </a:lnTo>
                  <a:lnTo>
                    <a:pt x="141828" y="238665"/>
                  </a:lnTo>
                  <a:lnTo>
                    <a:pt x="141379" y="238423"/>
                  </a:lnTo>
                  <a:lnTo>
                    <a:pt x="140655" y="238990"/>
                  </a:lnTo>
                  <a:lnTo>
                    <a:pt x="139866" y="239004"/>
                  </a:lnTo>
                  <a:lnTo>
                    <a:pt x="139156" y="238261"/>
                  </a:lnTo>
                  <a:lnTo>
                    <a:pt x="138702" y="238224"/>
                  </a:lnTo>
                  <a:lnTo>
                    <a:pt x="138294" y="237403"/>
                  </a:lnTo>
                  <a:lnTo>
                    <a:pt x="137613" y="237460"/>
                  </a:lnTo>
                  <a:lnTo>
                    <a:pt x="137294" y="237143"/>
                  </a:lnTo>
                  <a:lnTo>
                    <a:pt x="137132" y="236696"/>
                  </a:lnTo>
                  <a:lnTo>
                    <a:pt x="136797" y="236465"/>
                  </a:lnTo>
                  <a:lnTo>
                    <a:pt x="136580" y="236117"/>
                  </a:lnTo>
                  <a:lnTo>
                    <a:pt x="136523" y="235710"/>
                  </a:lnTo>
                  <a:lnTo>
                    <a:pt x="136508" y="235490"/>
                  </a:lnTo>
                  <a:lnTo>
                    <a:pt x="136517" y="235300"/>
                  </a:lnTo>
                  <a:lnTo>
                    <a:pt x="136060" y="234884"/>
                  </a:lnTo>
                  <a:lnTo>
                    <a:pt x="135867" y="234301"/>
                  </a:lnTo>
                  <a:lnTo>
                    <a:pt x="135298" y="234276"/>
                  </a:lnTo>
                  <a:lnTo>
                    <a:pt x="134451" y="234498"/>
                  </a:lnTo>
                  <a:lnTo>
                    <a:pt x="134291" y="234552"/>
                  </a:lnTo>
                  <a:lnTo>
                    <a:pt x="133824" y="234705"/>
                  </a:lnTo>
                  <a:lnTo>
                    <a:pt x="133638" y="234619"/>
                  </a:lnTo>
                  <a:lnTo>
                    <a:pt x="133408" y="234576"/>
                  </a:lnTo>
                  <a:lnTo>
                    <a:pt x="133131" y="234598"/>
                  </a:lnTo>
                  <a:lnTo>
                    <a:pt x="132839" y="234610"/>
                  </a:lnTo>
                  <a:lnTo>
                    <a:pt x="132247" y="234476"/>
                  </a:lnTo>
                  <a:lnTo>
                    <a:pt x="132076" y="234508"/>
                  </a:lnTo>
                  <a:lnTo>
                    <a:pt x="131171" y="234476"/>
                  </a:lnTo>
                  <a:lnTo>
                    <a:pt x="130878" y="234284"/>
                  </a:lnTo>
                  <a:lnTo>
                    <a:pt x="130599" y="234189"/>
                  </a:lnTo>
                  <a:lnTo>
                    <a:pt x="130417" y="234012"/>
                  </a:lnTo>
                  <a:lnTo>
                    <a:pt x="130103" y="233841"/>
                  </a:lnTo>
                  <a:lnTo>
                    <a:pt x="129967" y="233485"/>
                  </a:lnTo>
                  <a:lnTo>
                    <a:pt x="130028" y="233261"/>
                  </a:lnTo>
                  <a:lnTo>
                    <a:pt x="129872" y="233005"/>
                  </a:lnTo>
                  <a:lnTo>
                    <a:pt x="129723" y="232761"/>
                  </a:lnTo>
                  <a:lnTo>
                    <a:pt x="129512" y="232334"/>
                  </a:lnTo>
                  <a:lnTo>
                    <a:pt x="129058" y="232456"/>
                  </a:lnTo>
                  <a:lnTo>
                    <a:pt x="128733" y="232633"/>
                  </a:lnTo>
                  <a:lnTo>
                    <a:pt x="128523" y="232879"/>
                  </a:lnTo>
                  <a:lnTo>
                    <a:pt x="128531" y="233036"/>
                  </a:lnTo>
                  <a:lnTo>
                    <a:pt x="128380" y="233542"/>
                  </a:lnTo>
                  <a:lnTo>
                    <a:pt x="128246" y="233673"/>
                  </a:lnTo>
                  <a:lnTo>
                    <a:pt x="128453" y="234105"/>
                  </a:lnTo>
                  <a:lnTo>
                    <a:pt x="128031" y="234390"/>
                  </a:lnTo>
                  <a:lnTo>
                    <a:pt x="127528" y="234828"/>
                  </a:lnTo>
                  <a:lnTo>
                    <a:pt x="127531" y="235046"/>
                  </a:lnTo>
                  <a:lnTo>
                    <a:pt x="127331" y="235247"/>
                  </a:lnTo>
                  <a:lnTo>
                    <a:pt x="127292" y="235497"/>
                  </a:lnTo>
                  <a:lnTo>
                    <a:pt x="127160" y="235617"/>
                  </a:lnTo>
                  <a:lnTo>
                    <a:pt x="126770" y="235842"/>
                  </a:lnTo>
                  <a:lnTo>
                    <a:pt x="126598" y="235888"/>
                  </a:lnTo>
                  <a:lnTo>
                    <a:pt x="126252" y="235834"/>
                  </a:lnTo>
                  <a:lnTo>
                    <a:pt x="126299" y="236695"/>
                  </a:lnTo>
                  <a:lnTo>
                    <a:pt x="126366" y="237001"/>
                  </a:lnTo>
                  <a:lnTo>
                    <a:pt x="125118" y="237338"/>
                  </a:lnTo>
                  <a:lnTo>
                    <a:pt x="124659" y="237463"/>
                  </a:lnTo>
                  <a:lnTo>
                    <a:pt x="124493" y="237462"/>
                  </a:lnTo>
                  <a:lnTo>
                    <a:pt x="124288" y="237607"/>
                  </a:lnTo>
                  <a:lnTo>
                    <a:pt x="124482" y="238194"/>
                  </a:lnTo>
                  <a:lnTo>
                    <a:pt x="124326" y="238633"/>
                  </a:lnTo>
                  <a:lnTo>
                    <a:pt x="124114" y="238846"/>
                  </a:lnTo>
                  <a:lnTo>
                    <a:pt x="123926" y="239119"/>
                  </a:lnTo>
                  <a:lnTo>
                    <a:pt x="123668" y="239495"/>
                  </a:lnTo>
                  <a:lnTo>
                    <a:pt x="122798" y="239840"/>
                  </a:lnTo>
                  <a:lnTo>
                    <a:pt x="121786" y="240748"/>
                  </a:lnTo>
                  <a:lnTo>
                    <a:pt x="121580" y="241115"/>
                  </a:lnTo>
                  <a:lnTo>
                    <a:pt x="121676" y="241481"/>
                  </a:lnTo>
                  <a:lnTo>
                    <a:pt x="121383" y="241653"/>
                  </a:lnTo>
                  <a:lnTo>
                    <a:pt x="121201" y="241737"/>
                  </a:lnTo>
                  <a:lnTo>
                    <a:pt x="120703" y="242254"/>
                  </a:lnTo>
                  <a:lnTo>
                    <a:pt x="120435" y="242722"/>
                  </a:lnTo>
                  <a:lnTo>
                    <a:pt x="120089" y="243230"/>
                  </a:lnTo>
                  <a:lnTo>
                    <a:pt x="119748" y="243490"/>
                  </a:lnTo>
                  <a:lnTo>
                    <a:pt x="118582" y="243742"/>
                  </a:lnTo>
                  <a:lnTo>
                    <a:pt x="118303" y="243743"/>
                  </a:lnTo>
                  <a:lnTo>
                    <a:pt x="117679" y="243727"/>
                  </a:lnTo>
                  <a:lnTo>
                    <a:pt x="116975" y="243476"/>
                  </a:lnTo>
                  <a:lnTo>
                    <a:pt x="116613" y="243567"/>
                  </a:lnTo>
                  <a:lnTo>
                    <a:pt x="116338" y="243665"/>
                  </a:lnTo>
                  <a:lnTo>
                    <a:pt x="115619" y="243669"/>
                  </a:lnTo>
                  <a:lnTo>
                    <a:pt x="115086" y="243316"/>
                  </a:lnTo>
                  <a:lnTo>
                    <a:pt x="114655" y="243210"/>
                  </a:lnTo>
                  <a:lnTo>
                    <a:pt x="114459" y="243169"/>
                  </a:lnTo>
                  <a:lnTo>
                    <a:pt x="114237" y="242884"/>
                  </a:lnTo>
                  <a:lnTo>
                    <a:pt x="113867" y="242835"/>
                  </a:lnTo>
                  <a:lnTo>
                    <a:pt x="113695" y="242836"/>
                  </a:lnTo>
                  <a:lnTo>
                    <a:pt x="113516" y="242804"/>
                  </a:lnTo>
                  <a:lnTo>
                    <a:pt x="112829" y="242506"/>
                  </a:lnTo>
                  <a:lnTo>
                    <a:pt x="112560" y="242429"/>
                  </a:lnTo>
                  <a:lnTo>
                    <a:pt x="112336" y="242420"/>
                  </a:lnTo>
                  <a:lnTo>
                    <a:pt x="111165" y="242206"/>
                  </a:lnTo>
                  <a:lnTo>
                    <a:pt x="110554" y="241999"/>
                  </a:lnTo>
                  <a:lnTo>
                    <a:pt x="110541" y="241616"/>
                  </a:lnTo>
                  <a:lnTo>
                    <a:pt x="110682" y="241145"/>
                  </a:lnTo>
                  <a:lnTo>
                    <a:pt x="110428" y="240434"/>
                  </a:lnTo>
                  <a:lnTo>
                    <a:pt x="110177" y="240249"/>
                  </a:lnTo>
                  <a:lnTo>
                    <a:pt x="109820" y="239835"/>
                  </a:lnTo>
                  <a:lnTo>
                    <a:pt x="108792" y="238900"/>
                  </a:lnTo>
                  <a:lnTo>
                    <a:pt x="108346" y="238558"/>
                  </a:lnTo>
                  <a:lnTo>
                    <a:pt x="108142" y="238512"/>
                  </a:lnTo>
                  <a:lnTo>
                    <a:pt x="108238" y="238365"/>
                  </a:lnTo>
                  <a:lnTo>
                    <a:pt x="108463" y="237979"/>
                  </a:lnTo>
                  <a:lnTo>
                    <a:pt x="108661" y="237207"/>
                  </a:lnTo>
                  <a:lnTo>
                    <a:pt x="108800" y="237148"/>
                  </a:lnTo>
                  <a:lnTo>
                    <a:pt x="109010" y="237017"/>
                  </a:lnTo>
                  <a:lnTo>
                    <a:pt x="107614" y="235994"/>
                  </a:lnTo>
                  <a:lnTo>
                    <a:pt x="107425" y="235810"/>
                  </a:lnTo>
                  <a:lnTo>
                    <a:pt x="106633" y="235866"/>
                  </a:lnTo>
                  <a:lnTo>
                    <a:pt x="105880" y="235998"/>
                  </a:lnTo>
                  <a:lnTo>
                    <a:pt x="105602" y="236014"/>
                  </a:lnTo>
                  <a:lnTo>
                    <a:pt x="104990" y="235923"/>
                  </a:lnTo>
                  <a:lnTo>
                    <a:pt x="104804" y="235662"/>
                  </a:lnTo>
                  <a:lnTo>
                    <a:pt x="103658" y="234976"/>
                  </a:lnTo>
                  <a:lnTo>
                    <a:pt x="103056" y="235164"/>
                  </a:lnTo>
                  <a:lnTo>
                    <a:pt x="102302" y="235312"/>
                  </a:lnTo>
                  <a:lnTo>
                    <a:pt x="101935" y="235004"/>
                  </a:lnTo>
                  <a:lnTo>
                    <a:pt x="101863" y="234837"/>
                  </a:lnTo>
                  <a:lnTo>
                    <a:pt x="101673" y="234369"/>
                  </a:lnTo>
                  <a:lnTo>
                    <a:pt x="101311" y="234248"/>
                  </a:lnTo>
                  <a:lnTo>
                    <a:pt x="100603" y="233962"/>
                  </a:lnTo>
                  <a:lnTo>
                    <a:pt x="99486" y="233626"/>
                  </a:lnTo>
                  <a:lnTo>
                    <a:pt x="99206" y="233621"/>
                  </a:lnTo>
                  <a:lnTo>
                    <a:pt x="98928" y="233501"/>
                  </a:lnTo>
                  <a:lnTo>
                    <a:pt x="98660" y="233403"/>
                  </a:lnTo>
                  <a:lnTo>
                    <a:pt x="98225" y="233261"/>
                  </a:lnTo>
                  <a:lnTo>
                    <a:pt x="97836" y="233162"/>
                  </a:lnTo>
                  <a:lnTo>
                    <a:pt x="97638" y="233031"/>
                  </a:lnTo>
                  <a:lnTo>
                    <a:pt x="97420" y="232707"/>
                  </a:lnTo>
                  <a:lnTo>
                    <a:pt x="97416" y="232475"/>
                  </a:lnTo>
                  <a:lnTo>
                    <a:pt x="97423" y="232303"/>
                  </a:lnTo>
                  <a:lnTo>
                    <a:pt x="97397" y="232051"/>
                  </a:lnTo>
                  <a:lnTo>
                    <a:pt x="96811" y="231945"/>
                  </a:lnTo>
                  <a:lnTo>
                    <a:pt x="95984" y="231604"/>
                  </a:lnTo>
                  <a:lnTo>
                    <a:pt x="95563" y="231670"/>
                  </a:lnTo>
                  <a:lnTo>
                    <a:pt x="95311" y="231599"/>
                  </a:lnTo>
                  <a:lnTo>
                    <a:pt x="94920" y="231256"/>
                  </a:lnTo>
                  <a:lnTo>
                    <a:pt x="94083" y="230662"/>
                  </a:lnTo>
                  <a:lnTo>
                    <a:pt x="93870" y="230459"/>
                  </a:lnTo>
                  <a:lnTo>
                    <a:pt x="93807" y="229849"/>
                  </a:lnTo>
                  <a:lnTo>
                    <a:pt x="93588" y="229544"/>
                  </a:lnTo>
                  <a:lnTo>
                    <a:pt x="92827" y="229456"/>
                  </a:lnTo>
                  <a:lnTo>
                    <a:pt x="92695" y="229386"/>
                  </a:lnTo>
                  <a:lnTo>
                    <a:pt x="92449" y="229237"/>
                  </a:lnTo>
                  <a:lnTo>
                    <a:pt x="91145" y="229151"/>
                  </a:lnTo>
                  <a:lnTo>
                    <a:pt x="90945" y="229123"/>
                  </a:lnTo>
                  <a:lnTo>
                    <a:pt x="90357" y="229203"/>
                  </a:lnTo>
                  <a:lnTo>
                    <a:pt x="90023" y="229394"/>
                  </a:lnTo>
                  <a:lnTo>
                    <a:pt x="89772" y="229536"/>
                  </a:lnTo>
                  <a:lnTo>
                    <a:pt x="89578" y="229476"/>
                  </a:lnTo>
                  <a:lnTo>
                    <a:pt x="89022" y="229217"/>
                  </a:lnTo>
                  <a:lnTo>
                    <a:pt x="88352" y="228960"/>
                  </a:lnTo>
                  <a:lnTo>
                    <a:pt x="88049" y="228668"/>
                  </a:lnTo>
                  <a:lnTo>
                    <a:pt x="88154" y="228278"/>
                  </a:lnTo>
                  <a:lnTo>
                    <a:pt x="89567" y="227542"/>
                  </a:lnTo>
                  <a:lnTo>
                    <a:pt x="89707" y="227490"/>
                  </a:lnTo>
                  <a:lnTo>
                    <a:pt x="89952" y="227356"/>
                  </a:lnTo>
                  <a:lnTo>
                    <a:pt x="90121" y="227153"/>
                  </a:lnTo>
                  <a:lnTo>
                    <a:pt x="90227" y="226883"/>
                  </a:lnTo>
                  <a:lnTo>
                    <a:pt x="90563" y="226679"/>
                  </a:lnTo>
                  <a:lnTo>
                    <a:pt x="90693" y="226628"/>
                  </a:lnTo>
                  <a:lnTo>
                    <a:pt x="91622" y="226337"/>
                  </a:lnTo>
                  <a:lnTo>
                    <a:pt x="91845" y="226141"/>
                  </a:lnTo>
                  <a:lnTo>
                    <a:pt x="92653" y="225215"/>
                  </a:lnTo>
                  <a:lnTo>
                    <a:pt x="92849" y="225138"/>
                  </a:lnTo>
                  <a:lnTo>
                    <a:pt x="92980" y="224873"/>
                  </a:lnTo>
                  <a:lnTo>
                    <a:pt x="93129" y="224635"/>
                  </a:lnTo>
                  <a:lnTo>
                    <a:pt x="93654" y="224489"/>
                  </a:lnTo>
                  <a:lnTo>
                    <a:pt x="93927" y="224504"/>
                  </a:lnTo>
                  <a:lnTo>
                    <a:pt x="94322" y="224466"/>
                  </a:lnTo>
                  <a:lnTo>
                    <a:pt x="94681" y="224337"/>
                  </a:lnTo>
                  <a:lnTo>
                    <a:pt x="95048" y="224347"/>
                  </a:lnTo>
                  <a:lnTo>
                    <a:pt x="95398" y="224327"/>
                  </a:lnTo>
                  <a:lnTo>
                    <a:pt x="95858" y="224204"/>
                  </a:lnTo>
                  <a:lnTo>
                    <a:pt x="96200" y="224057"/>
                  </a:lnTo>
                  <a:lnTo>
                    <a:pt x="96309" y="223918"/>
                  </a:lnTo>
                  <a:lnTo>
                    <a:pt x="96402" y="223744"/>
                  </a:lnTo>
                  <a:lnTo>
                    <a:pt x="96773" y="223526"/>
                  </a:lnTo>
                  <a:lnTo>
                    <a:pt x="97181" y="223340"/>
                  </a:lnTo>
                  <a:lnTo>
                    <a:pt x="97595" y="222982"/>
                  </a:lnTo>
                  <a:lnTo>
                    <a:pt x="97876" y="222718"/>
                  </a:lnTo>
                  <a:lnTo>
                    <a:pt x="97991" y="222579"/>
                  </a:lnTo>
                  <a:lnTo>
                    <a:pt x="98306" y="222334"/>
                  </a:lnTo>
                  <a:lnTo>
                    <a:pt x="98622" y="222171"/>
                  </a:lnTo>
                  <a:lnTo>
                    <a:pt x="98889" y="222057"/>
                  </a:lnTo>
                  <a:lnTo>
                    <a:pt x="99346" y="221400"/>
                  </a:lnTo>
                  <a:lnTo>
                    <a:pt x="99559" y="221179"/>
                  </a:lnTo>
                  <a:lnTo>
                    <a:pt x="99672" y="220896"/>
                  </a:lnTo>
                  <a:lnTo>
                    <a:pt x="100199" y="220187"/>
                  </a:lnTo>
                  <a:lnTo>
                    <a:pt x="100361" y="219873"/>
                  </a:lnTo>
                  <a:lnTo>
                    <a:pt x="101198" y="219852"/>
                  </a:lnTo>
                  <a:lnTo>
                    <a:pt x="101711" y="219538"/>
                  </a:lnTo>
                  <a:lnTo>
                    <a:pt x="102063" y="219289"/>
                  </a:lnTo>
                  <a:lnTo>
                    <a:pt x="102593" y="218785"/>
                  </a:lnTo>
                  <a:lnTo>
                    <a:pt x="102928" y="218461"/>
                  </a:lnTo>
                  <a:lnTo>
                    <a:pt x="103527" y="218162"/>
                  </a:lnTo>
                  <a:lnTo>
                    <a:pt x="104171" y="217911"/>
                  </a:lnTo>
                  <a:lnTo>
                    <a:pt x="104399" y="217831"/>
                  </a:lnTo>
                  <a:lnTo>
                    <a:pt x="104620" y="217753"/>
                  </a:lnTo>
                  <a:lnTo>
                    <a:pt x="104979" y="217558"/>
                  </a:lnTo>
                  <a:lnTo>
                    <a:pt x="105480" y="216738"/>
                  </a:lnTo>
                  <a:lnTo>
                    <a:pt x="105930" y="216340"/>
                  </a:lnTo>
                  <a:lnTo>
                    <a:pt x="106120" y="216243"/>
                  </a:lnTo>
                  <a:lnTo>
                    <a:pt x="106416" y="216019"/>
                  </a:lnTo>
                  <a:lnTo>
                    <a:pt x="106266" y="215755"/>
                  </a:lnTo>
                  <a:lnTo>
                    <a:pt x="106185" y="215479"/>
                  </a:lnTo>
                  <a:lnTo>
                    <a:pt x="105992" y="215377"/>
                  </a:lnTo>
                  <a:lnTo>
                    <a:pt x="105738" y="214930"/>
                  </a:lnTo>
                  <a:lnTo>
                    <a:pt x="105899" y="214705"/>
                  </a:lnTo>
                  <a:lnTo>
                    <a:pt x="105950" y="214080"/>
                  </a:lnTo>
                  <a:lnTo>
                    <a:pt x="106283" y="214016"/>
                  </a:lnTo>
                  <a:lnTo>
                    <a:pt x="106635" y="213972"/>
                  </a:lnTo>
                  <a:lnTo>
                    <a:pt x="107165" y="213552"/>
                  </a:lnTo>
                  <a:lnTo>
                    <a:pt x="107860" y="213346"/>
                  </a:lnTo>
                  <a:lnTo>
                    <a:pt x="108403" y="212735"/>
                  </a:lnTo>
                  <a:lnTo>
                    <a:pt x="108528" y="212601"/>
                  </a:lnTo>
                  <a:lnTo>
                    <a:pt x="108825" y="212216"/>
                  </a:lnTo>
                  <a:lnTo>
                    <a:pt x="108906" y="211730"/>
                  </a:lnTo>
                  <a:lnTo>
                    <a:pt x="108920" y="211380"/>
                  </a:lnTo>
                  <a:lnTo>
                    <a:pt x="109389" y="210766"/>
                  </a:lnTo>
                  <a:lnTo>
                    <a:pt x="109556" y="210517"/>
                  </a:lnTo>
                  <a:lnTo>
                    <a:pt x="109761" y="210386"/>
                  </a:lnTo>
                  <a:lnTo>
                    <a:pt x="109800" y="210162"/>
                  </a:lnTo>
                  <a:lnTo>
                    <a:pt x="110064" y="209659"/>
                  </a:lnTo>
                  <a:lnTo>
                    <a:pt x="110992" y="208936"/>
                  </a:lnTo>
                  <a:lnTo>
                    <a:pt x="111230" y="208890"/>
                  </a:lnTo>
                  <a:lnTo>
                    <a:pt x="111524" y="208834"/>
                  </a:lnTo>
                  <a:lnTo>
                    <a:pt x="111732" y="208795"/>
                  </a:lnTo>
                  <a:lnTo>
                    <a:pt x="111902" y="208787"/>
                  </a:lnTo>
                  <a:lnTo>
                    <a:pt x="112398" y="208451"/>
                  </a:lnTo>
                  <a:lnTo>
                    <a:pt x="112546" y="208341"/>
                  </a:lnTo>
                  <a:lnTo>
                    <a:pt x="112778" y="208178"/>
                  </a:lnTo>
                  <a:lnTo>
                    <a:pt x="113142" y="208071"/>
                  </a:lnTo>
                  <a:lnTo>
                    <a:pt x="113459" y="207992"/>
                  </a:lnTo>
                  <a:lnTo>
                    <a:pt x="113729" y="207165"/>
                  </a:lnTo>
                  <a:lnTo>
                    <a:pt x="113932" y="206953"/>
                  </a:lnTo>
                  <a:lnTo>
                    <a:pt x="113953" y="206742"/>
                  </a:lnTo>
                  <a:lnTo>
                    <a:pt x="114331" y="206334"/>
                  </a:lnTo>
                  <a:lnTo>
                    <a:pt x="114919" y="205797"/>
                  </a:lnTo>
                  <a:lnTo>
                    <a:pt x="114388" y="205458"/>
                  </a:lnTo>
                  <a:lnTo>
                    <a:pt x="113950" y="205244"/>
                  </a:lnTo>
                  <a:lnTo>
                    <a:pt x="113706" y="205189"/>
                  </a:lnTo>
                  <a:lnTo>
                    <a:pt x="113566" y="204894"/>
                  </a:lnTo>
                  <a:lnTo>
                    <a:pt x="112899" y="204418"/>
                  </a:lnTo>
                  <a:lnTo>
                    <a:pt x="113186" y="203670"/>
                  </a:lnTo>
                  <a:lnTo>
                    <a:pt x="113204" y="203267"/>
                  </a:lnTo>
                  <a:lnTo>
                    <a:pt x="113382" y="203121"/>
                  </a:lnTo>
                  <a:lnTo>
                    <a:pt x="112766" y="202905"/>
                  </a:lnTo>
                  <a:lnTo>
                    <a:pt x="112550" y="202639"/>
                  </a:lnTo>
                  <a:lnTo>
                    <a:pt x="112444" y="202263"/>
                  </a:lnTo>
                  <a:lnTo>
                    <a:pt x="112384" y="202004"/>
                  </a:lnTo>
                  <a:lnTo>
                    <a:pt x="111719" y="201671"/>
                  </a:lnTo>
                  <a:lnTo>
                    <a:pt x="111444" y="201778"/>
                  </a:lnTo>
                  <a:lnTo>
                    <a:pt x="111214" y="201860"/>
                  </a:lnTo>
                  <a:lnTo>
                    <a:pt x="110768" y="201818"/>
                  </a:lnTo>
                  <a:lnTo>
                    <a:pt x="110440" y="201644"/>
                  </a:lnTo>
                  <a:lnTo>
                    <a:pt x="110280" y="201491"/>
                  </a:lnTo>
                  <a:lnTo>
                    <a:pt x="109812" y="201201"/>
                  </a:lnTo>
                  <a:lnTo>
                    <a:pt x="109421" y="201072"/>
                  </a:lnTo>
                  <a:lnTo>
                    <a:pt x="109193" y="200967"/>
                  </a:lnTo>
                  <a:lnTo>
                    <a:pt x="108792" y="200869"/>
                  </a:lnTo>
                  <a:lnTo>
                    <a:pt x="108220" y="200599"/>
                  </a:lnTo>
                  <a:lnTo>
                    <a:pt x="107964" y="200294"/>
                  </a:lnTo>
                  <a:lnTo>
                    <a:pt x="107939" y="200141"/>
                  </a:lnTo>
                  <a:lnTo>
                    <a:pt x="107886" y="199481"/>
                  </a:lnTo>
                  <a:lnTo>
                    <a:pt x="108386" y="199365"/>
                  </a:lnTo>
                  <a:lnTo>
                    <a:pt x="108889" y="197985"/>
                  </a:lnTo>
                  <a:lnTo>
                    <a:pt x="108859" y="197213"/>
                  </a:lnTo>
                  <a:lnTo>
                    <a:pt x="108403" y="196936"/>
                  </a:lnTo>
                  <a:lnTo>
                    <a:pt x="108037" y="196690"/>
                  </a:lnTo>
                  <a:lnTo>
                    <a:pt x="107631" y="196349"/>
                  </a:lnTo>
                  <a:lnTo>
                    <a:pt x="107299" y="196278"/>
                  </a:lnTo>
                  <a:lnTo>
                    <a:pt x="106944" y="196305"/>
                  </a:lnTo>
                  <a:lnTo>
                    <a:pt x="106137" y="196281"/>
                  </a:lnTo>
                  <a:lnTo>
                    <a:pt x="105292" y="195362"/>
                  </a:lnTo>
                  <a:lnTo>
                    <a:pt x="104808" y="194950"/>
                  </a:lnTo>
                  <a:lnTo>
                    <a:pt x="104308" y="194478"/>
                  </a:lnTo>
                  <a:lnTo>
                    <a:pt x="104005" y="194552"/>
                  </a:lnTo>
                  <a:lnTo>
                    <a:pt x="103312" y="194244"/>
                  </a:lnTo>
                  <a:lnTo>
                    <a:pt x="102983" y="194045"/>
                  </a:lnTo>
                  <a:lnTo>
                    <a:pt x="102800" y="193826"/>
                  </a:lnTo>
                  <a:lnTo>
                    <a:pt x="101989" y="193454"/>
                  </a:lnTo>
                  <a:lnTo>
                    <a:pt x="101582" y="193251"/>
                  </a:lnTo>
                  <a:lnTo>
                    <a:pt x="101453" y="193011"/>
                  </a:lnTo>
                  <a:lnTo>
                    <a:pt x="101389" y="192623"/>
                  </a:lnTo>
                  <a:lnTo>
                    <a:pt x="103181" y="192289"/>
                  </a:lnTo>
                  <a:lnTo>
                    <a:pt x="103335" y="192263"/>
                  </a:lnTo>
                  <a:lnTo>
                    <a:pt x="103728" y="192204"/>
                  </a:lnTo>
                  <a:lnTo>
                    <a:pt x="104022" y="192130"/>
                  </a:lnTo>
                  <a:lnTo>
                    <a:pt x="104281" y="192058"/>
                  </a:lnTo>
                  <a:lnTo>
                    <a:pt x="104779" y="191951"/>
                  </a:lnTo>
                  <a:lnTo>
                    <a:pt x="105120" y="191856"/>
                  </a:lnTo>
                  <a:lnTo>
                    <a:pt x="105423" y="191741"/>
                  </a:lnTo>
                  <a:lnTo>
                    <a:pt x="106091" y="191458"/>
                  </a:lnTo>
                  <a:lnTo>
                    <a:pt x="107074" y="190932"/>
                  </a:lnTo>
                  <a:lnTo>
                    <a:pt x="109956" y="189875"/>
                  </a:lnTo>
                  <a:lnTo>
                    <a:pt x="110598" y="189986"/>
                  </a:lnTo>
                  <a:lnTo>
                    <a:pt x="110796" y="190036"/>
                  </a:lnTo>
                  <a:lnTo>
                    <a:pt x="111122" y="190097"/>
                  </a:lnTo>
                  <a:lnTo>
                    <a:pt x="111934" y="190064"/>
                  </a:lnTo>
                  <a:lnTo>
                    <a:pt x="112794" y="189738"/>
                  </a:lnTo>
                  <a:lnTo>
                    <a:pt x="112933" y="189671"/>
                  </a:lnTo>
                  <a:lnTo>
                    <a:pt x="113489" y="189422"/>
                  </a:lnTo>
                  <a:lnTo>
                    <a:pt x="113788" y="189299"/>
                  </a:lnTo>
                  <a:lnTo>
                    <a:pt x="117682" y="188191"/>
                  </a:lnTo>
                  <a:lnTo>
                    <a:pt x="117961" y="188278"/>
                  </a:lnTo>
                  <a:lnTo>
                    <a:pt x="118162" y="188325"/>
                  </a:lnTo>
                  <a:lnTo>
                    <a:pt x="120108" y="188164"/>
                  </a:lnTo>
                  <a:lnTo>
                    <a:pt x="120808" y="188052"/>
                  </a:lnTo>
                  <a:lnTo>
                    <a:pt x="121004" y="188029"/>
                  </a:lnTo>
                  <a:lnTo>
                    <a:pt x="122555" y="188042"/>
                  </a:lnTo>
                  <a:lnTo>
                    <a:pt x="123995" y="188235"/>
                  </a:lnTo>
                  <a:lnTo>
                    <a:pt x="124130" y="188263"/>
                  </a:lnTo>
                  <a:lnTo>
                    <a:pt x="124315" y="188293"/>
                  </a:lnTo>
                  <a:lnTo>
                    <a:pt x="124581" y="188330"/>
                  </a:lnTo>
                  <a:lnTo>
                    <a:pt x="125311" y="188435"/>
                  </a:lnTo>
                  <a:lnTo>
                    <a:pt x="125455" y="188450"/>
                  </a:lnTo>
                  <a:lnTo>
                    <a:pt x="125583" y="188455"/>
                  </a:lnTo>
                  <a:lnTo>
                    <a:pt x="126205" y="188460"/>
                  </a:lnTo>
                  <a:lnTo>
                    <a:pt x="126447" y="188442"/>
                  </a:lnTo>
                  <a:lnTo>
                    <a:pt x="126632" y="188431"/>
                  </a:lnTo>
                  <a:lnTo>
                    <a:pt x="127160" y="188301"/>
                  </a:lnTo>
                  <a:lnTo>
                    <a:pt x="127330" y="188202"/>
                  </a:lnTo>
                  <a:lnTo>
                    <a:pt x="127995" y="187711"/>
                  </a:lnTo>
                  <a:lnTo>
                    <a:pt x="129685" y="186081"/>
                  </a:lnTo>
                  <a:lnTo>
                    <a:pt x="129906" y="185994"/>
                  </a:lnTo>
                  <a:lnTo>
                    <a:pt x="130118" y="185982"/>
                  </a:lnTo>
                  <a:lnTo>
                    <a:pt x="130328" y="186010"/>
                  </a:lnTo>
                  <a:lnTo>
                    <a:pt x="130638" y="186058"/>
                  </a:lnTo>
                  <a:lnTo>
                    <a:pt x="130886" y="186112"/>
                  </a:lnTo>
                  <a:lnTo>
                    <a:pt x="131497" y="186331"/>
                  </a:lnTo>
                  <a:lnTo>
                    <a:pt x="131642" y="186395"/>
                  </a:lnTo>
                  <a:lnTo>
                    <a:pt x="132203" y="186508"/>
                  </a:lnTo>
                  <a:lnTo>
                    <a:pt x="132337" y="186511"/>
                  </a:lnTo>
                  <a:lnTo>
                    <a:pt x="132468" y="186505"/>
                  </a:lnTo>
                  <a:lnTo>
                    <a:pt x="133258" y="186427"/>
                  </a:lnTo>
                  <a:lnTo>
                    <a:pt x="133673" y="186331"/>
                  </a:lnTo>
                  <a:lnTo>
                    <a:pt x="133804" y="186268"/>
                  </a:lnTo>
                  <a:lnTo>
                    <a:pt x="135768" y="185126"/>
                  </a:lnTo>
                  <a:lnTo>
                    <a:pt x="135965" y="184898"/>
                  </a:lnTo>
                  <a:lnTo>
                    <a:pt x="136106" y="184780"/>
                  </a:lnTo>
                  <a:lnTo>
                    <a:pt x="136246" y="184711"/>
                  </a:lnTo>
                  <a:lnTo>
                    <a:pt x="136438" y="184659"/>
                  </a:lnTo>
                  <a:lnTo>
                    <a:pt x="137094" y="184568"/>
                  </a:lnTo>
                  <a:lnTo>
                    <a:pt x="137829" y="184605"/>
                  </a:lnTo>
                  <a:lnTo>
                    <a:pt x="137986" y="184782"/>
                  </a:lnTo>
                  <a:lnTo>
                    <a:pt x="138106" y="184973"/>
                  </a:lnTo>
                  <a:lnTo>
                    <a:pt x="138721" y="186079"/>
                  </a:lnTo>
                  <a:lnTo>
                    <a:pt x="139104" y="186317"/>
                  </a:lnTo>
                  <a:lnTo>
                    <a:pt x="139431" y="186478"/>
                  </a:lnTo>
                  <a:lnTo>
                    <a:pt x="139673" y="186583"/>
                  </a:lnTo>
                  <a:lnTo>
                    <a:pt x="141763" y="187419"/>
                  </a:lnTo>
                  <a:lnTo>
                    <a:pt x="142236" y="187342"/>
                  </a:lnTo>
                  <a:lnTo>
                    <a:pt x="142430" y="187286"/>
                  </a:lnTo>
                  <a:lnTo>
                    <a:pt x="142604" y="187224"/>
                  </a:lnTo>
                  <a:lnTo>
                    <a:pt x="142759" y="187146"/>
                  </a:lnTo>
                  <a:lnTo>
                    <a:pt x="142925" y="187055"/>
                  </a:lnTo>
                  <a:lnTo>
                    <a:pt x="143280" y="186837"/>
                  </a:lnTo>
                  <a:lnTo>
                    <a:pt x="143452" y="186755"/>
                  </a:lnTo>
                  <a:lnTo>
                    <a:pt x="143607" y="186696"/>
                  </a:lnTo>
                  <a:lnTo>
                    <a:pt x="143980" y="186665"/>
                  </a:lnTo>
                  <a:lnTo>
                    <a:pt x="144270" y="186727"/>
                  </a:lnTo>
                  <a:lnTo>
                    <a:pt x="144597" y="186820"/>
                  </a:lnTo>
                  <a:lnTo>
                    <a:pt x="144733" y="186844"/>
                  </a:lnTo>
                  <a:lnTo>
                    <a:pt x="145638" y="186956"/>
                  </a:lnTo>
                  <a:lnTo>
                    <a:pt x="145782" y="186931"/>
                  </a:lnTo>
                  <a:lnTo>
                    <a:pt x="145973" y="186876"/>
                  </a:lnTo>
                  <a:lnTo>
                    <a:pt x="146142" y="186820"/>
                  </a:lnTo>
                  <a:lnTo>
                    <a:pt x="147358" y="186514"/>
                  </a:lnTo>
                  <a:lnTo>
                    <a:pt x="148415" y="186397"/>
                  </a:lnTo>
                  <a:lnTo>
                    <a:pt x="148779" y="186401"/>
                  </a:lnTo>
                  <a:lnTo>
                    <a:pt x="148932" y="186397"/>
                  </a:lnTo>
                  <a:lnTo>
                    <a:pt x="150719" y="186591"/>
                  </a:lnTo>
                  <a:lnTo>
                    <a:pt x="151843" y="186625"/>
                  </a:lnTo>
                  <a:lnTo>
                    <a:pt x="152511" y="186611"/>
                  </a:lnTo>
                  <a:lnTo>
                    <a:pt x="153326" y="186536"/>
                  </a:lnTo>
                  <a:lnTo>
                    <a:pt x="154280" y="186463"/>
                  </a:lnTo>
                  <a:lnTo>
                    <a:pt x="154777" y="186433"/>
                  </a:lnTo>
                  <a:lnTo>
                    <a:pt x="155824" y="186533"/>
                  </a:lnTo>
                  <a:lnTo>
                    <a:pt x="155977" y="186539"/>
                  </a:lnTo>
                  <a:lnTo>
                    <a:pt x="157410" y="186673"/>
                  </a:lnTo>
                  <a:lnTo>
                    <a:pt x="157754" y="186742"/>
                  </a:lnTo>
                  <a:lnTo>
                    <a:pt x="159258" y="186677"/>
                  </a:lnTo>
                  <a:lnTo>
                    <a:pt x="160024" y="186549"/>
                  </a:lnTo>
                  <a:lnTo>
                    <a:pt x="160892" y="186412"/>
                  </a:lnTo>
                  <a:lnTo>
                    <a:pt x="161248" y="186317"/>
                  </a:lnTo>
                  <a:lnTo>
                    <a:pt x="161623" y="186186"/>
                  </a:lnTo>
                  <a:lnTo>
                    <a:pt x="161888" y="186082"/>
                  </a:lnTo>
                  <a:lnTo>
                    <a:pt x="162173" y="185925"/>
                  </a:lnTo>
                  <a:lnTo>
                    <a:pt x="162380" y="185845"/>
                  </a:lnTo>
                  <a:lnTo>
                    <a:pt x="163191" y="185531"/>
                  </a:lnTo>
                  <a:lnTo>
                    <a:pt x="164649" y="185149"/>
                  </a:lnTo>
                  <a:lnTo>
                    <a:pt x="166673" y="184639"/>
                  </a:lnTo>
                  <a:lnTo>
                    <a:pt x="167774" y="184320"/>
                  </a:lnTo>
                  <a:lnTo>
                    <a:pt x="168016" y="184280"/>
                  </a:lnTo>
                  <a:lnTo>
                    <a:pt x="168628" y="184246"/>
                  </a:lnTo>
                  <a:lnTo>
                    <a:pt x="168808" y="184250"/>
                  </a:lnTo>
                  <a:lnTo>
                    <a:pt x="170455" y="184586"/>
                  </a:lnTo>
                  <a:lnTo>
                    <a:pt x="172181" y="184529"/>
                  </a:lnTo>
                  <a:lnTo>
                    <a:pt x="172960" y="184088"/>
                  </a:lnTo>
                  <a:lnTo>
                    <a:pt x="173449" y="183651"/>
                  </a:lnTo>
                  <a:lnTo>
                    <a:pt x="175141" y="182253"/>
                  </a:lnTo>
                  <a:lnTo>
                    <a:pt x="175412" y="182106"/>
                  </a:lnTo>
                  <a:lnTo>
                    <a:pt x="175963" y="181901"/>
                  </a:lnTo>
                  <a:lnTo>
                    <a:pt x="176615" y="181708"/>
                  </a:lnTo>
                  <a:lnTo>
                    <a:pt x="176971" y="181626"/>
                  </a:lnTo>
                  <a:lnTo>
                    <a:pt x="177260" y="181641"/>
                  </a:lnTo>
                  <a:lnTo>
                    <a:pt x="177548" y="181656"/>
                  </a:lnTo>
                  <a:lnTo>
                    <a:pt x="177694" y="181670"/>
                  </a:lnTo>
                  <a:lnTo>
                    <a:pt x="178028" y="181702"/>
                  </a:lnTo>
                  <a:lnTo>
                    <a:pt x="178463" y="181768"/>
                  </a:lnTo>
                  <a:lnTo>
                    <a:pt x="178694" y="181860"/>
                  </a:lnTo>
                  <a:lnTo>
                    <a:pt x="178943" y="181955"/>
                  </a:lnTo>
                  <a:lnTo>
                    <a:pt x="179804" y="182221"/>
                  </a:lnTo>
                  <a:lnTo>
                    <a:pt x="180741" y="182577"/>
                  </a:lnTo>
                  <a:lnTo>
                    <a:pt x="181431" y="182726"/>
                  </a:lnTo>
                  <a:lnTo>
                    <a:pt x="182083" y="182795"/>
                  </a:lnTo>
                  <a:close/>
                </a:path>
              </a:pathLst>
            </a:custGeom>
            <a:solidFill>
              <a:srgbClr val="FEA66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8819994" y="1580172"/>
              <a:ext cx="306535" cy="424356"/>
            </a:xfrm>
            <a:custGeom>
              <a:avLst/>
              <a:pathLst>
                <a:path w="306535" h="424356">
                  <a:moveTo>
                    <a:pt x="182879" y="182879"/>
                  </a:moveTo>
                  <a:lnTo>
                    <a:pt x="183029" y="183181"/>
                  </a:lnTo>
                  <a:lnTo>
                    <a:pt x="183207" y="183344"/>
                  </a:lnTo>
                  <a:lnTo>
                    <a:pt x="183914" y="183652"/>
                  </a:lnTo>
                  <a:lnTo>
                    <a:pt x="184222" y="183643"/>
                  </a:lnTo>
                  <a:lnTo>
                    <a:pt x="184669" y="183776"/>
                  </a:lnTo>
                  <a:lnTo>
                    <a:pt x="184744" y="183905"/>
                  </a:lnTo>
                  <a:lnTo>
                    <a:pt x="184993" y="184186"/>
                  </a:lnTo>
                  <a:lnTo>
                    <a:pt x="185401" y="184509"/>
                  </a:lnTo>
                  <a:lnTo>
                    <a:pt x="185671" y="184556"/>
                  </a:lnTo>
                  <a:lnTo>
                    <a:pt x="185861" y="184470"/>
                  </a:lnTo>
                  <a:lnTo>
                    <a:pt x="186239" y="184392"/>
                  </a:lnTo>
                  <a:lnTo>
                    <a:pt x="186683" y="184441"/>
                  </a:lnTo>
                  <a:lnTo>
                    <a:pt x="187203" y="184641"/>
                  </a:lnTo>
                  <a:lnTo>
                    <a:pt x="187362" y="184560"/>
                  </a:lnTo>
                  <a:lnTo>
                    <a:pt x="187320" y="184429"/>
                  </a:lnTo>
                  <a:lnTo>
                    <a:pt x="186889" y="184138"/>
                  </a:lnTo>
                  <a:lnTo>
                    <a:pt x="186874" y="183839"/>
                  </a:lnTo>
                  <a:lnTo>
                    <a:pt x="187028" y="183613"/>
                  </a:lnTo>
                  <a:lnTo>
                    <a:pt x="187271" y="183561"/>
                  </a:lnTo>
                  <a:lnTo>
                    <a:pt x="187433" y="183526"/>
                  </a:lnTo>
                  <a:lnTo>
                    <a:pt x="187696" y="183511"/>
                  </a:lnTo>
                  <a:lnTo>
                    <a:pt x="188286" y="183431"/>
                  </a:lnTo>
                  <a:lnTo>
                    <a:pt x="188531" y="183530"/>
                  </a:lnTo>
                  <a:lnTo>
                    <a:pt x="188608" y="183677"/>
                  </a:lnTo>
                  <a:lnTo>
                    <a:pt x="188700" y="183806"/>
                  </a:lnTo>
                  <a:lnTo>
                    <a:pt x="189402" y="184985"/>
                  </a:lnTo>
                  <a:lnTo>
                    <a:pt x="189498" y="185354"/>
                  </a:lnTo>
                  <a:lnTo>
                    <a:pt x="189735" y="185332"/>
                  </a:lnTo>
                  <a:lnTo>
                    <a:pt x="190418" y="185077"/>
                  </a:lnTo>
                  <a:lnTo>
                    <a:pt x="190538" y="184895"/>
                  </a:lnTo>
                  <a:lnTo>
                    <a:pt x="190560" y="184612"/>
                  </a:lnTo>
                  <a:lnTo>
                    <a:pt x="190523" y="184306"/>
                  </a:lnTo>
                  <a:lnTo>
                    <a:pt x="190702" y="184203"/>
                  </a:lnTo>
                  <a:lnTo>
                    <a:pt x="190854" y="184182"/>
                  </a:lnTo>
                  <a:lnTo>
                    <a:pt x="191068" y="184237"/>
                  </a:lnTo>
                  <a:lnTo>
                    <a:pt x="191546" y="184222"/>
                  </a:lnTo>
                  <a:lnTo>
                    <a:pt x="191509" y="184079"/>
                  </a:lnTo>
                  <a:lnTo>
                    <a:pt x="191347" y="183804"/>
                  </a:lnTo>
                  <a:lnTo>
                    <a:pt x="190964" y="183545"/>
                  </a:lnTo>
                  <a:lnTo>
                    <a:pt x="191226" y="183195"/>
                  </a:lnTo>
                  <a:lnTo>
                    <a:pt x="191487" y="183258"/>
                  </a:lnTo>
                  <a:lnTo>
                    <a:pt x="191787" y="183493"/>
                  </a:lnTo>
                  <a:lnTo>
                    <a:pt x="192285" y="184423"/>
                  </a:lnTo>
                  <a:lnTo>
                    <a:pt x="192450" y="184753"/>
                  </a:lnTo>
                  <a:lnTo>
                    <a:pt x="192483" y="185011"/>
                  </a:lnTo>
                  <a:lnTo>
                    <a:pt x="192822" y="185314"/>
                  </a:lnTo>
                  <a:lnTo>
                    <a:pt x="193076" y="185320"/>
                  </a:lnTo>
                  <a:lnTo>
                    <a:pt x="193410" y="184347"/>
                  </a:lnTo>
                  <a:lnTo>
                    <a:pt x="193080" y="183970"/>
                  </a:lnTo>
                  <a:lnTo>
                    <a:pt x="192751" y="183894"/>
                  </a:lnTo>
                  <a:lnTo>
                    <a:pt x="192391" y="183815"/>
                  </a:lnTo>
                  <a:lnTo>
                    <a:pt x="192348" y="183554"/>
                  </a:lnTo>
                  <a:lnTo>
                    <a:pt x="192347" y="183357"/>
                  </a:lnTo>
                  <a:lnTo>
                    <a:pt x="192848" y="183297"/>
                  </a:lnTo>
                  <a:lnTo>
                    <a:pt x="193238" y="183539"/>
                  </a:lnTo>
                  <a:lnTo>
                    <a:pt x="193373" y="183693"/>
                  </a:lnTo>
                  <a:lnTo>
                    <a:pt x="193748" y="183995"/>
                  </a:lnTo>
                  <a:lnTo>
                    <a:pt x="193940" y="183799"/>
                  </a:lnTo>
                  <a:lnTo>
                    <a:pt x="193946" y="183511"/>
                  </a:lnTo>
                  <a:lnTo>
                    <a:pt x="194357" y="183392"/>
                  </a:lnTo>
                  <a:lnTo>
                    <a:pt x="194715" y="184087"/>
                  </a:lnTo>
                  <a:lnTo>
                    <a:pt x="194679" y="184241"/>
                  </a:lnTo>
                  <a:lnTo>
                    <a:pt x="194401" y="184730"/>
                  </a:lnTo>
                  <a:lnTo>
                    <a:pt x="194651" y="184754"/>
                  </a:lnTo>
                  <a:lnTo>
                    <a:pt x="195280" y="184779"/>
                  </a:lnTo>
                  <a:lnTo>
                    <a:pt x="195539" y="184590"/>
                  </a:lnTo>
                  <a:lnTo>
                    <a:pt x="195863" y="184865"/>
                  </a:lnTo>
                  <a:lnTo>
                    <a:pt x="195872" y="185266"/>
                  </a:lnTo>
                  <a:lnTo>
                    <a:pt x="195730" y="185426"/>
                  </a:lnTo>
                  <a:lnTo>
                    <a:pt x="195581" y="185429"/>
                  </a:lnTo>
                  <a:lnTo>
                    <a:pt x="195359" y="185596"/>
                  </a:lnTo>
                  <a:lnTo>
                    <a:pt x="195197" y="185793"/>
                  </a:lnTo>
                  <a:lnTo>
                    <a:pt x="194926" y="185866"/>
                  </a:lnTo>
                  <a:lnTo>
                    <a:pt x="195397" y="186342"/>
                  </a:lnTo>
                  <a:lnTo>
                    <a:pt x="195623" y="186584"/>
                  </a:lnTo>
                  <a:lnTo>
                    <a:pt x="195763" y="186745"/>
                  </a:lnTo>
                  <a:lnTo>
                    <a:pt x="195825" y="186948"/>
                  </a:lnTo>
                  <a:lnTo>
                    <a:pt x="195986" y="187335"/>
                  </a:lnTo>
                  <a:lnTo>
                    <a:pt x="196955" y="187514"/>
                  </a:lnTo>
                  <a:lnTo>
                    <a:pt x="197196" y="187234"/>
                  </a:lnTo>
                  <a:lnTo>
                    <a:pt x="197448" y="187234"/>
                  </a:lnTo>
                  <a:lnTo>
                    <a:pt x="197679" y="187279"/>
                  </a:lnTo>
                  <a:lnTo>
                    <a:pt x="198516" y="187383"/>
                  </a:lnTo>
                  <a:lnTo>
                    <a:pt x="198764" y="187189"/>
                  </a:lnTo>
                  <a:lnTo>
                    <a:pt x="198918" y="186948"/>
                  </a:lnTo>
                  <a:lnTo>
                    <a:pt x="199177" y="187059"/>
                  </a:lnTo>
                  <a:lnTo>
                    <a:pt x="199372" y="187165"/>
                  </a:lnTo>
                  <a:lnTo>
                    <a:pt x="199505" y="187274"/>
                  </a:lnTo>
                  <a:lnTo>
                    <a:pt x="199902" y="187519"/>
                  </a:lnTo>
                  <a:lnTo>
                    <a:pt x="200187" y="187658"/>
                  </a:lnTo>
                  <a:lnTo>
                    <a:pt x="200458" y="187520"/>
                  </a:lnTo>
                  <a:lnTo>
                    <a:pt x="200859" y="187858"/>
                  </a:lnTo>
                  <a:lnTo>
                    <a:pt x="200716" y="188271"/>
                  </a:lnTo>
                  <a:lnTo>
                    <a:pt x="200614" y="188791"/>
                  </a:lnTo>
                  <a:lnTo>
                    <a:pt x="200937" y="188849"/>
                  </a:lnTo>
                  <a:lnTo>
                    <a:pt x="201226" y="188614"/>
                  </a:lnTo>
                  <a:lnTo>
                    <a:pt x="201365" y="188604"/>
                  </a:lnTo>
                  <a:lnTo>
                    <a:pt x="201994" y="188692"/>
                  </a:lnTo>
                  <a:lnTo>
                    <a:pt x="202079" y="188047"/>
                  </a:lnTo>
                  <a:lnTo>
                    <a:pt x="202237" y="187598"/>
                  </a:lnTo>
                  <a:lnTo>
                    <a:pt x="202534" y="187377"/>
                  </a:lnTo>
                  <a:lnTo>
                    <a:pt x="203264" y="187958"/>
                  </a:lnTo>
                  <a:lnTo>
                    <a:pt x="203496" y="188383"/>
                  </a:lnTo>
                  <a:lnTo>
                    <a:pt x="203674" y="188417"/>
                  </a:lnTo>
                  <a:lnTo>
                    <a:pt x="204085" y="188056"/>
                  </a:lnTo>
                  <a:lnTo>
                    <a:pt x="204367" y="187954"/>
                  </a:lnTo>
                  <a:lnTo>
                    <a:pt x="204526" y="187915"/>
                  </a:lnTo>
                  <a:lnTo>
                    <a:pt x="204692" y="188001"/>
                  </a:lnTo>
                  <a:lnTo>
                    <a:pt x="204905" y="188101"/>
                  </a:lnTo>
                  <a:lnTo>
                    <a:pt x="205076" y="188181"/>
                  </a:lnTo>
                  <a:lnTo>
                    <a:pt x="205221" y="188248"/>
                  </a:lnTo>
                  <a:lnTo>
                    <a:pt x="205728" y="188624"/>
                  </a:lnTo>
                  <a:lnTo>
                    <a:pt x="206118" y="188679"/>
                  </a:lnTo>
                  <a:lnTo>
                    <a:pt x="206903" y="188411"/>
                  </a:lnTo>
                  <a:lnTo>
                    <a:pt x="207156" y="188557"/>
                  </a:lnTo>
                  <a:lnTo>
                    <a:pt x="207346" y="188572"/>
                  </a:lnTo>
                  <a:lnTo>
                    <a:pt x="207358" y="188428"/>
                  </a:lnTo>
                  <a:lnTo>
                    <a:pt x="207383" y="188197"/>
                  </a:lnTo>
                  <a:lnTo>
                    <a:pt x="207719" y="188176"/>
                  </a:lnTo>
                  <a:lnTo>
                    <a:pt x="208062" y="188204"/>
                  </a:lnTo>
                  <a:lnTo>
                    <a:pt x="208130" y="188353"/>
                  </a:lnTo>
                  <a:lnTo>
                    <a:pt x="208126" y="188524"/>
                  </a:lnTo>
                  <a:lnTo>
                    <a:pt x="208476" y="188926"/>
                  </a:lnTo>
                  <a:lnTo>
                    <a:pt x="208517" y="189103"/>
                  </a:lnTo>
                  <a:lnTo>
                    <a:pt x="208541" y="189270"/>
                  </a:lnTo>
                  <a:lnTo>
                    <a:pt x="208562" y="189461"/>
                  </a:lnTo>
                  <a:lnTo>
                    <a:pt x="208847" y="189479"/>
                  </a:lnTo>
                  <a:lnTo>
                    <a:pt x="209026" y="189492"/>
                  </a:lnTo>
                  <a:lnTo>
                    <a:pt x="209074" y="189701"/>
                  </a:lnTo>
                  <a:lnTo>
                    <a:pt x="209377" y="189722"/>
                  </a:lnTo>
                  <a:lnTo>
                    <a:pt x="209608" y="189851"/>
                  </a:lnTo>
                  <a:lnTo>
                    <a:pt x="209754" y="189865"/>
                  </a:lnTo>
                  <a:lnTo>
                    <a:pt x="210350" y="189823"/>
                  </a:lnTo>
                  <a:lnTo>
                    <a:pt x="210363" y="189477"/>
                  </a:lnTo>
                  <a:lnTo>
                    <a:pt x="210804" y="189582"/>
                  </a:lnTo>
                  <a:lnTo>
                    <a:pt x="210973" y="189797"/>
                  </a:lnTo>
                  <a:lnTo>
                    <a:pt x="210962" y="190106"/>
                  </a:lnTo>
                  <a:lnTo>
                    <a:pt x="210905" y="190400"/>
                  </a:lnTo>
                  <a:lnTo>
                    <a:pt x="211026" y="190597"/>
                  </a:lnTo>
                  <a:lnTo>
                    <a:pt x="211502" y="190629"/>
                  </a:lnTo>
                  <a:lnTo>
                    <a:pt x="211491" y="190789"/>
                  </a:lnTo>
                  <a:lnTo>
                    <a:pt x="211894" y="191002"/>
                  </a:lnTo>
                  <a:lnTo>
                    <a:pt x="212057" y="190828"/>
                  </a:lnTo>
                  <a:lnTo>
                    <a:pt x="212171" y="190667"/>
                  </a:lnTo>
                  <a:lnTo>
                    <a:pt x="212426" y="190571"/>
                  </a:lnTo>
                  <a:lnTo>
                    <a:pt x="212679" y="190556"/>
                  </a:lnTo>
                  <a:lnTo>
                    <a:pt x="212904" y="190625"/>
                  </a:lnTo>
                  <a:lnTo>
                    <a:pt x="213022" y="190929"/>
                  </a:lnTo>
                  <a:lnTo>
                    <a:pt x="213132" y="191293"/>
                  </a:lnTo>
                  <a:lnTo>
                    <a:pt x="213417" y="191331"/>
                  </a:lnTo>
                  <a:lnTo>
                    <a:pt x="213399" y="191490"/>
                  </a:lnTo>
                  <a:lnTo>
                    <a:pt x="214103" y="191826"/>
                  </a:lnTo>
                  <a:lnTo>
                    <a:pt x="214219" y="191958"/>
                  </a:lnTo>
                  <a:lnTo>
                    <a:pt x="214394" y="191963"/>
                  </a:lnTo>
                  <a:lnTo>
                    <a:pt x="214782" y="192030"/>
                  </a:lnTo>
                  <a:lnTo>
                    <a:pt x="215270" y="192233"/>
                  </a:lnTo>
                  <a:lnTo>
                    <a:pt x="215204" y="192548"/>
                  </a:lnTo>
                  <a:lnTo>
                    <a:pt x="215412" y="192398"/>
                  </a:lnTo>
                  <a:lnTo>
                    <a:pt x="215959" y="192187"/>
                  </a:lnTo>
                  <a:lnTo>
                    <a:pt x="216020" y="192455"/>
                  </a:lnTo>
                  <a:lnTo>
                    <a:pt x="216032" y="192731"/>
                  </a:lnTo>
                  <a:lnTo>
                    <a:pt x="216350" y="192738"/>
                  </a:lnTo>
                  <a:lnTo>
                    <a:pt x="216597" y="193021"/>
                  </a:lnTo>
                  <a:lnTo>
                    <a:pt x="217344" y="193182"/>
                  </a:lnTo>
                  <a:lnTo>
                    <a:pt x="217473" y="193193"/>
                  </a:lnTo>
                  <a:lnTo>
                    <a:pt x="217600" y="193207"/>
                  </a:lnTo>
                  <a:lnTo>
                    <a:pt x="217756" y="193530"/>
                  </a:lnTo>
                  <a:lnTo>
                    <a:pt x="217917" y="193645"/>
                  </a:lnTo>
                  <a:lnTo>
                    <a:pt x="218066" y="193664"/>
                  </a:lnTo>
                  <a:lnTo>
                    <a:pt x="218238" y="193711"/>
                  </a:lnTo>
                  <a:lnTo>
                    <a:pt x="218293" y="194370"/>
                  </a:lnTo>
                  <a:lnTo>
                    <a:pt x="218072" y="194753"/>
                  </a:lnTo>
                  <a:lnTo>
                    <a:pt x="218326" y="194921"/>
                  </a:lnTo>
                  <a:lnTo>
                    <a:pt x="218578" y="194721"/>
                  </a:lnTo>
                  <a:lnTo>
                    <a:pt x="218949" y="194661"/>
                  </a:lnTo>
                  <a:lnTo>
                    <a:pt x="219457" y="194364"/>
                  </a:lnTo>
                  <a:lnTo>
                    <a:pt x="219600" y="194378"/>
                  </a:lnTo>
                  <a:lnTo>
                    <a:pt x="219797" y="194601"/>
                  </a:lnTo>
                  <a:lnTo>
                    <a:pt x="219948" y="194627"/>
                  </a:lnTo>
                  <a:lnTo>
                    <a:pt x="220278" y="194396"/>
                  </a:lnTo>
                  <a:lnTo>
                    <a:pt x="220517" y="194360"/>
                  </a:lnTo>
                  <a:lnTo>
                    <a:pt x="220553" y="194220"/>
                  </a:lnTo>
                  <a:lnTo>
                    <a:pt x="220553" y="194016"/>
                  </a:lnTo>
                  <a:lnTo>
                    <a:pt x="220835" y="193929"/>
                  </a:lnTo>
                  <a:lnTo>
                    <a:pt x="220983" y="193923"/>
                  </a:lnTo>
                  <a:lnTo>
                    <a:pt x="221512" y="193799"/>
                  </a:lnTo>
                  <a:lnTo>
                    <a:pt x="221670" y="193807"/>
                  </a:lnTo>
                  <a:lnTo>
                    <a:pt x="222270" y="193843"/>
                  </a:lnTo>
                  <a:lnTo>
                    <a:pt x="222694" y="193874"/>
                  </a:lnTo>
                  <a:lnTo>
                    <a:pt x="222907" y="193507"/>
                  </a:lnTo>
                  <a:lnTo>
                    <a:pt x="223301" y="193501"/>
                  </a:lnTo>
                  <a:lnTo>
                    <a:pt x="223450" y="193515"/>
                  </a:lnTo>
                  <a:lnTo>
                    <a:pt x="223782" y="193720"/>
                  </a:lnTo>
                  <a:lnTo>
                    <a:pt x="224117" y="193777"/>
                  </a:lnTo>
                  <a:lnTo>
                    <a:pt x="224386" y="193382"/>
                  </a:lnTo>
                  <a:lnTo>
                    <a:pt x="224698" y="193046"/>
                  </a:lnTo>
                  <a:lnTo>
                    <a:pt x="225311" y="193286"/>
                  </a:lnTo>
                  <a:lnTo>
                    <a:pt x="225386" y="193728"/>
                  </a:lnTo>
                  <a:lnTo>
                    <a:pt x="225430" y="193875"/>
                  </a:lnTo>
                  <a:lnTo>
                    <a:pt x="225692" y="193942"/>
                  </a:lnTo>
                  <a:lnTo>
                    <a:pt x="225918" y="194060"/>
                  </a:lnTo>
                  <a:lnTo>
                    <a:pt x="226025" y="194217"/>
                  </a:lnTo>
                  <a:lnTo>
                    <a:pt x="226009" y="194518"/>
                  </a:lnTo>
                  <a:lnTo>
                    <a:pt x="226289" y="194565"/>
                  </a:lnTo>
                  <a:lnTo>
                    <a:pt x="226328" y="194366"/>
                  </a:lnTo>
                  <a:lnTo>
                    <a:pt x="226559" y="194391"/>
                  </a:lnTo>
                  <a:lnTo>
                    <a:pt x="226587" y="194143"/>
                  </a:lnTo>
                  <a:lnTo>
                    <a:pt x="226749" y="194131"/>
                  </a:lnTo>
                  <a:lnTo>
                    <a:pt x="226978" y="194150"/>
                  </a:lnTo>
                  <a:lnTo>
                    <a:pt x="227730" y="194343"/>
                  </a:lnTo>
                  <a:lnTo>
                    <a:pt x="227933" y="194400"/>
                  </a:lnTo>
                  <a:lnTo>
                    <a:pt x="228126" y="194430"/>
                  </a:lnTo>
                  <a:lnTo>
                    <a:pt x="228338" y="194550"/>
                  </a:lnTo>
                  <a:lnTo>
                    <a:pt x="228669" y="194552"/>
                  </a:lnTo>
                  <a:lnTo>
                    <a:pt x="228814" y="194435"/>
                  </a:lnTo>
                  <a:lnTo>
                    <a:pt x="228852" y="194276"/>
                  </a:lnTo>
                  <a:lnTo>
                    <a:pt x="229044" y="194247"/>
                  </a:lnTo>
                  <a:lnTo>
                    <a:pt x="229280" y="194231"/>
                  </a:lnTo>
                  <a:lnTo>
                    <a:pt x="229491" y="194377"/>
                  </a:lnTo>
                  <a:lnTo>
                    <a:pt x="229644" y="194402"/>
                  </a:lnTo>
                  <a:lnTo>
                    <a:pt x="229961" y="194400"/>
                  </a:lnTo>
                  <a:lnTo>
                    <a:pt x="229928" y="193941"/>
                  </a:lnTo>
                  <a:lnTo>
                    <a:pt x="230011" y="193596"/>
                  </a:lnTo>
                  <a:lnTo>
                    <a:pt x="230166" y="193627"/>
                  </a:lnTo>
                  <a:lnTo>
                    <a:pt x="230418" y="193552"/>
                  </a:lnTo>
                  <a:lnTo>
                    <a:pt x="230784" y="193506"/>
                  </a:lnTo>
                  <a:lnTo>
                    <a:pt x="231064" y="193556"/>
                  </a:lnTo>
                  <a:lnTo>
                    <a:pt x="231523" y="193674"/>
                  </a:lnTo>
                  <a:lnTo>
                    <a:pt x="231502" y="193802"/>
                  </a:lnTo>
                  <a:lnTo>
                    <a:pt x="231693" y="193823"/>
                  </a:lnTo>
                  <a:lnTo>
                    <a:pt x="232113" y="193752"/>
                  </a:lnTo>
                  <a:lnTo>
                    <a:pt x="232310" y="193783"/>
                  </a:lnTo>
                  <a:lnTo>
                    <a:pt x="232260" y="194078"/>
                  </a:lnTo>
                  <a:lnTo>
                    <a:pt x="232178" y="194385"/>
                  </a:lnTo>
                  <a:lnTo>
                    <a:pt x="232081" y="194773"/>
                  </a:lnTo>
                  <a:lnTo>
                    <a:pt x="232068" y="194913"/>
                  </a:lnTo>
                  <a:lnTo>
                    <a:pt x="232364" y="195230"/>
                  </a:lnTo>
                  <a:lnTo>
                    <a:pt x="232455" y="195457"/>
                  </a:lnTo>
                  <a:lnTo>
                    <a:pt x="232894" y="195559"/>
                  </a:lnTo>
                  <a:lnTo>
                    <a:pt x="232996" y="195792"/>
                  </a:lnTo>
                  <a:lnTo>
                    <a:pt x="232909" y="196055"/>
                  </a:lnTo>
                  <a:lnTo>
                    <a:pt x="232907" y="196377"/>
                  </a:lnTo>
                  <a:lnTo>
                    <a:pt x="232725" y="196978"/>
                  </a:lnTo>
                  <a:lnTo>
                    <a:pt x="232398" y="197394"/>
                  </a:lnTo>
                  <a:lnTo>
                    <a:pt x="232322" y="197620"/>
                  </a:lnTo>
                  <a:lnTo>
                    <a:pt x="232501" y="197669"/>
                  </a:lnTo>
                  <a:lnTo>
                    <a:pt x="232508" y="197963"/>
                  </a:lnTo>
                  <a:lnTo>
                    <a:pt x="232869" y="197859"/>
                  </a:lnTo>
                  <a:lnTo>
                    <a:pt x="233038" y="197700"/>
                  </a:lnTo>
                  <a:lnTo>
                    <a:pt x="233309" y="197812"/>
                  </a:lnTo>
                  <a:lnTo>
                    <a:pt x="233673" y="197517"/>
                  </a:lnTo>
                  <a:lnTo>
                    <a:pt x="233811" y="197448"/>
                  </a:lnTo>
                  <a:lnTo>
                    <a:pt x="234091" y="197308"/>
                  </a:lnTo>
                  <a:lnTo>
                    <a:pt x="235101" y="197347"/>
                  </a:lnTo>
                  <a:lnTo>
                    <a:pt x="235593" y="197617"/>
                  </a:lnTo>
                  <a:lnTo>
                    <a:pt x="235815" y="197519"/>
                  </a:lnTo>
                  <a:lnTo>
                    <a:pt x="236149" y="197350"/>
                  </a:lnTo>
                  <a:lnTo>
                    <a:pt x="236402" y="197145"/>
                  </a:lnTo>
                  <a:lnTo>
                    <a:pt x="236449" y="196711"/>
                  </a:lnTo>
                  <a:lnTo>
                    <a:pt x="237350" y="195781"/>
                  </a:lnTo>
                  <a:lnTo>
                    <a:pt x="237655" y="195792"/>
                  </a:lnTo>
                  <a:lnTo>
                    <a:pt x="237706" y="195399"/>
                  </a:lnTo>
                  <a:lnTo>
                    <a:pt x="238167" y="194954"/>
                  </a:lnTo>
                  <a:lnTo>
                    <a:pt x="238079" y="194649"/>
                  </a:lnTo>
                  <a:lnTo>
                    <a:pt x="237883" y="194485"/>
                  </a:lnTo>
                  <a:lnTo>
                    <a:pt x="237863" y="194274"/>
                  </a:lnTo>
                  <a:lnTo>
                    <a:pt x="238084" y="194153"/>
                  </a:lnTo>
                  <a:lnTo>
                    <a:pt x="238193" y="193709"/>
                  </a:lnTo>
                  <a:lnTo>
                    <a:pt x="237975" y="193170"/>
                  </a:lnTo>
                  <a:lnTo>
                    <a:pt x="237949" y="193023"/>
                  </a:lnTo>
                  <a:lnTo>
                    <a:pt x="238130" y="192701"/>
                  </a:lnTo>
                  <a:lnTo>
                    <a:pt x="238241" y="192854"/>
                  </a:lnTo>
                  <a:lnTo>
                    <a:pt x="238518" y="192372"/>
                  </a:lnTo>
                  <a:lnTo>
                    <a:pt x="238481" y="192242"/>
                  </a:lnTo>
                  <a:lnTo>
                    <a:pt x="238569" y="191910"/>
                  </a:lnTo>
                  <a:lnTo>
                    <a:pt x="239474" y="192076"/>
                  </a:lnTo>
                  <a:lnTo>
                    <a:pt x="239699" y="192147"/>
                  </a:lnTo>
                  <a:lnTo>
                    <a:pt x="240037" y="192248"/>
                  </a:lnTo>
                  <a:lnTo>
                    <a:pt x="240319" y="192154"/>
                  </a:lnTo>
                  <a:lnTo>
                    <a:pt x="240542" y="191976"/>
                  </a:lnTo>
                  <a:lnTo>
                    <a:pt x="240197" y="191825"/>
                  </a:lnTo>
                  <a:lnTo>
                    <a:pt x="240711" y="191094"/>
                  </a:lnTo>
                  <a:lnTo>
                    <a:pt x="240806" y="190703"/>
                  </a:lnTo>
                  <a:lnTo>
                    <a:pt x="240955" y="190651"/>
                  </a:lnTo>
                  <a:lnTo>
                    <a:pt x="241144" y="190639"/>
                  </a:lnTo>
                  <a:lnTo>
                    <a:pt x="241380" y="190396"/>
                  </a:lnTo>
                  <a:lnTo>
                    <a:pt x="241655" y="190415"/>
                  </a:lnTo>
                  <a:lnTo>
                    <a:pt x="242257" y="190376"/>
                  </a:lnTo>
                  <a:lnTo>
                    <a:pt x="242395" y="190391"/>
                  </a:lnTo>
                  <a:lnTo>
                    <a:pt x="242550" y="190728"/>
                  </a:lnTo>
                  <a:lnTo>
                    <a:pt x="242611" y="190888"/>
                  </a:lnTo>
                  <a:lnTo>
                    <a:pt x="242744" y="191016"/>
                  </a:lnTo>
                  <a:lnTo>
                    <a:pt x="242989" y="191064"/>
                  </a:lnTo>
                  <a:lnTo>
                    <a:pt x="243139" y="191348"/>
                  </a:lnTo>
                  <a:lnTo>
                    <a:pt x="243334" y="191399"/>
                  </a:lnTo>
                  <a:lnTo>
                    <a:pt x="243777" y="191292"/>
                  </a:lnTo>
                  <a:lnTo>
                    <a:pt x="243907" y="191257"/>
                  </a:lnTo>
                  <a:lnTo>
                    <a:pt x="244093" y="191116"/>
                  </a:lnTo>
                  <a:lnTo>
                    <a:pt x="244421" y="190796"/>
                  </a:lnTo>
                  <a:lnTo>
                    <a:pt x="244518" y="190327"/>
                  </a:lnTo>
                  <a:lnTo>
                    <a:pt x="244676" y="190571"/>
                  </a:lnTo>
                  <a:lnTo>
                    <a:pt x="244971" y="190703"/>
                  </a:lnTo>
                  <a:lnTo>
                    <a:pt x="245143" y="190736"/>
                  </a:lnTo>
                  <a:lnTo>
                    <a:pt x="245363" y="190920"/>
                  </a:lnTo>
                  <a:lnTo>
                    <a:pt x="245983" y="190918"/>
                  </a:lnTo>
                  <a:lnTo>
                    <a:pt x="246352" y="191203"/>
                  </a:lnTo>
                  <a:lnTo>
                    <a:pt x="246748" y="191416"/>
                  </a:lnTo>
                  <a:lnTo>
                    <a:pt x="246859" y="191849"/>
                  </a:lnTo>
                  <a:lnTo>
                    <a:pt x="247062" y="191852"/>
                  </a:lnTo>
                  <a:lnTo>
                    <a:pt x="247260" y="192213"/>
                  </a:lnTo>
                  <a:lnTo>
                    <a:pt x="247237" y="192517"/>
                  </a:lnTo>
                  <a:lnTo>
                    <a:pt x="247214" y="192854"/>
                  </a:lnTo>
                  <a:lnTo>
                    <a:pt x="247317" y="193162"/>
                  </a:lnTo>
                  <a:lnTo>
                    <a:pt x="247579" y="193243"/>
                  </a:lnTo>
                  <a:lnTo>
                    <a:pt x="247645" y="193424"/>
                  </a:lnTo>
                  <a:lnTo>
                    <a:pt x="247699" y="193655"/>
                  </a:lnTo>
                  <a:lnTo>
                    <a:pt x="247727" y="193844"/>
                  </a:lnTo>
                  <a:lnTo>
                    <a:pt x="248065" y="194109"/>
                  </a:lnTo>
                  <a:lnTo>
                    <a:pt x="248215" y="194157"/>
                  </a:lnTo>
                  <a:lnTo>
                    <a:pt x="248408" y="194127"/>
                  </a:lnTo>
                  <a:lnTo>
                    <a:pt x="248687" y="194127"/>
                  </a:lnTo>
                  <a:lnTo>
                    <a:pt x="249005" y="194288"/>
                  </a:lnTo>
                  <a:lnTo>
                    <a:pt x="249023" y="194611"/>
                  </a:lnTo>
                  <a:lnTo>
                    <a:pt x="248979" y="194838"/>
                  </a:lnTo>
                  <a:lnTo>
                    <a:pt x="248731" y="195250"/>
                  </a:lnTo>
                  <a:lnTo>
                    <a:pt x="248705" y="195487"/>
                  </a:lnTo>
                  <a:lnTo>
                    <a:pt x="248718" y="195710"/>
                  </a:lnTo>
                  <a:lnTo>
                    <a:pt x="249024" y="195998"/>
                  </a:lnTo>
                  <a:lnTo>
                    <a:pt x="249374" y="196370"/>
                  </a:lnTo>
                  <a:lnTo>
                    <a:pt x="249755" y="196453"/>
                  </a:lnTo>
                  <a:lnTo>
                    <a:pt x="250162" y="196253"/>
                  </a:lnTo>
                  <a:lnTo>
                    <a:pt x="250382" y="196156"/>
                  </a:lnTo>
                  <a:lnTo>
                    <a:pt x="250723" y="196372"/>
                  </a:lnTo>
                  <a:lnTo>
                    <a:pt x="251437" y="195987"/>
                  </a:lnTo>
                  <a:lnTo>
                    <a:pt x="251761" y="195570"/>
                  </a:lnTo>
                  <a:lnTo>
                    <a:pt x="252054" y="195133"/>
                  </a:lnTo>
                  <a:lnTo>
                    <a:pt x="251868" y="194844"/>
                  </a:lnTo>
                  <a:lnTo>
                    <a:pt x="251861" y="194666"/>
                  </a:lnTo>
                  <a:lnTo>
                    <a:pt x="252022" y="194393"/>
                  </a:lnTo>
                  <a:lnTo>
                    <a:pt x="252208" y="194355"/>
                  </a:lnTo>
                  <a:lnTo>
                    <a:pt x="252426" y="194351"/>
                  </a:lnTo>
                  <a:lnTo>
                    <a:pt x="252812" y="194344"/>
                  </a:lnTo>
                  <a:lnTo>
                    <a:pt x="253002" y="193979"/>
                  </a:lnTo>
                  <a:lnTo>
                    <a:pt x="253129" y="193635"/>
                  </a:lnTo>
                  <a:lnTo>
                    <a:pt x="253026" y="193415"/>
                  </a:lnTo>
                  <a:lnTo>
                    <a:pt x="253206" y="193144"/>
                  </a:lnTo>
                  <a:lnTo>
                    <a:pt x="253365" y="192889"/>
                  </a:lnTo>
                  <a:lnTo>
                    <a:pt x="253435" y="193186"/>
                  </a:lnTo>
                  <a:lnTo>
                    <a:pt x="253418" y="193408"/>
                  </a:lnTo>
                  <a:lnTo>
                    <a:pt x="253398" y="193695"/>
                  </a:lnTo>
                  <a:lnTo>
                    <a:pt x="253587" y="193956"/>
                  </a:lnTo>
                  <a:lnTo>
                    <a:pt x="254230" y="193924"/>
                  </a:lnTo>
                  <a:lnTo>
                    <a:pt x="254804" y="193413"/>
                  </a:lnTo>
                  <a:lnTo>
                    <a:pt x="255203" y="193495"/>
                  </a:lnTo>
                  <a:lnTo>
                    <a:pt x="255308" y="193238"/>
                  </a:lnTo>
                  <a:lnTo>
                    <a:pt x="255279" y="192994"/>
                  </a:lnTo>
                  <a:lnTo>
                    <a:pt x="255222" y="192536"/>
                  </a:lnTo>
                  <a:lnTo>
                    <a:pt x="255481" y="192069"/>
                  </a:lnTo>
                  <a:lnTo>
                    <a:pt x="255705" y="192279"/>
                  </a:lnTo>
                  <a:lnTo>
                    <a:pt x="255874" y="192396"/>
                  </a:lnTo>
                  <a:lnTo>
                    <a:pt x="256071" y="192875"/>
                  </a:lnTo>
                  <a:lnTo>
                    <a:pt x="256033" y="193244"/>
                  </a:lnTo>
                  <a:lnTo>
                    <a:pt x="256223" y="193337"/>
                  </a:lnTo>
                  <a:lnTo>
                    <a:pt x="256668" y="193414"/>
                  </a:lnTo>
                  <a:lnTo>
                    <a:pt x="256654" y="193660"/>
                  </a:lnTo>
                  <a:lnTo>
                    <a:pt x="256846" y="194339"/>
                  </a:lnTo>
                  <a:lnTo>
                    <a:pt x="256638" y="194602"/>
                  </a:lnTo>
                  <a:lnTo>
                    <a:pt x="256550" y="195020"/>
                  </a:lnTo>
                  <a:lnTo>
                    <a:pt x="256478" y="195236"/>
                  </a:lnTo>
                  <a:lnTo>
                    <a:pt x="256381" y="195524"/>
                  </a:lnTo>
                  <a:lnTo>
                    <a:pt x="256259" y="195887"/>
                  </a:lnTo>
                  <a:lnTo>
                    <a:pt x="256125" y="196028"/>
                  </a:lnTo>
                  <a:lnTo>
                    <a:pt x="255776" y="196541"/>
                  </a:lnTo>
                  <a:lnTo>
                    <a:pt x="255592" y="196877"/>
                  </a:lnTo>
                  <a:lnTo>
                    <a:pt x="255227" y="197392"/>
                  </a:lnTo>
                  <a:lnTo>
                    <a:pt x="255159" y="197792"/>
                  </a:lnTo>
                  <a:lnTo>
                    <a:pt x="255201" y="198308"/>
                  </a:lnTo>
                  <a:lnTo>
                    <a:pt x="255195" y="198590"/>
                  </a:lnTo>
                  <a:lnTo>
                    <a:pt x="255199" y="198849"/>
                  </a:lnTo>
                  <a:lnTo>
                    <a:pt x="255220" y="199091"/>
                  </a:lnTo>
                  <a:lnTo>
                    <a:pt x="255170" y="199357"/>
                  </a:lnTo>
                  <a:lnTo>
                    <a:pt x="255135" y="199539"/>
                  </a:lnTo>
                  <a:lnTo>
                    <a:pt x="255154" y="199993"/>
                  </a:lnTo>
                  <a:lnTo>
                    <a:pt x="254789" y="200252"/>
                  </a:lnTo>
                  <a:lnTo>
                    <a:pt x="254721" y="200432"/>
                  </a:lnTo>
                  <a:lnTo>
                    <a:pt x="254433" y="200274"/>
                  </a:lnTo>
                  <a:lnTo>
                    <a:pt x="254210" y="200202"/>
                  </a:lnTo>
                  <a:lnTo>
                    <a:pt x="253771" y="200355"/>
                  </a:lnTo>
                  <a:lnTo>
                    <a:pt x="253516" y="200919"/>
                  </a:lnTo>
                  <a:lnTo>
                    <a:pt x="253359" y="200974"/>
                  </a:lnTo>
                  <a:lnTo>
                    <a:pt x="253146" y="200967"/>
                  </a:lnTo>
                  <a:lnTo>
                    <a:pt x="252997" y="200895"/>
                  </a:lnTo>
                  <a:lnTo>
                    <a:pt x="252963" y="201026"/>
                  </a:lnTo>
                  <a:lnTo>
                    <a:pt x="252888" y="201239"/>
                  </a:lnTo>
                  <a:lnTo>
                    <a:pt x="252710" y="201689"/>
                  </a:lnTo>
                  <a:lnTo>
                    <a:pt x="252367" y="201901"/>
                  </a:lnTo>
                  <a:lnTo>
                    <a:pt x="252230" y="201800"/>
                  </a:lnTo>
                  <a:lnTo>
                    <a:pt x="252091" y="201776"/>
                  </a:lnTo>
                  <a:lnTo>
                    <a:pt x="251453" y="201701"/>
                  </a:lnTo>
                  <a:lnTo>
                    <a:pt x="251323" y="201799"/>
                  </a:lnTo>
                  <a:lnTo>
                    <a:pt x="251207" y="202160"/>
                  </a:lnTo>
                  <a:lnTo>
                    <a:pt x="251411" y="202812"/>
                  </a:lnTo>
                  <a:lnTo>
                    <a:pt x="251197" y="203097"/>
                  </a:lnTo>
                  <a:lnTo>
                    <a:pt x="251092" y="203232"/>
                  </a:lnTo>
                  <a:lnTo>
                    <a:pt x="251196" y="203470"/>
                  </a:lnTo>
                  <a:lnTo>
                    <a:pt x="251481" y="203837"/>
                  </a:lnTo>
                  <a:lnTo>
                    <a:pt x="251552" y="203968"/>
                  </a:lnTo>
                  <a:lnTo>
                    <a:pt x="251575" y="204139"/>
                  </a:lnTo>
                  <a:lnTo>
                    <a:pt x="251665" y="205451"/>
                  </a:lnTo>
                  <a:lnTo>
                    <a:pt x="251423" y="206394"/>
                  </a:lnTo>
                  <a:lnTo>
                    <a:pt x="251178" y="206935"/>
                  </a:lnTo>
                  <a:lnTo>
                    <a:pt x="250978" y="206917"/>
                  </a:lnTo>
                  <a:lnTo>
                    <a:pt x="250765" y="206851"/>
                  </a:lnTo>
                  <a:lnTo>
                    <a:pt x="250501" y="206962"/>
                  </a:lnTo>
                  <a:lnTo>
                    <a:pt x="250676" y="207242"/>
                  </a:lnTo>
                  <a:lnTo>
                    <a:pt x="250953" y="207465"/>
                  </a:lnTo>
                  <a:lnTo>
                    <a:pt x="250895" y="207813"/>
                  </a:lnTo>
                  <a:lnTo>
                    <a:pt x="250842" y="207964"/>
                  </a:lnTo>
                  <a:lnTo>
                    <a:pt x="250751" y="208201"/>
                  </a:lnTo>
                  <a:lnTo>
                    <a:pt x="250557" y="208458"/>
                  </a:lnTo>
                  <a:lnTo>
                    <a:pt x="250623" y="209091"/>
                  </a:lnTo>
                  <a:lnTo>
                    <a:pt x="250585" y="209219"/>
                  </a:lnTo>
                  <a:lnTo>
                    <a:pt x="250272" y="209424"/>
                  </a:lnTo>
                  <a:lnTo>
                    <a:pt x="250329" y="210167"/>
                  </a:lnTo>
                  <a:lnTo>
                    <a:pt x="250314" y="210579"/>
                  </a:lnTo>
                  <a:lnTo>
                    <a:pt x="250721" y="210739"/>
                  </a:lnTo>
                  <a:lnTo>
                    <a:pt x="250919" y="210877"/>
                  </a:lnTo>
                  <a:lnTo>
                    <a:pt x="251184" y="211200"/>
                  </a:lnTo>
                  <a:lnTo>
                    <a:pt x="251554" y="211152"/>
                  </a:lnTo>
                  <a:lnTo>
                    <a:pt x="251795" y="210812"/>
                  </a:lnTo>
                  <a:lnTo>
                    <a:pt x="251914" y="210675"/>
                  </a:lnTo>
                  <a:lnTo>
                    <a:pt x="252421" y="210383"/>
                  </a:lnTo>
                  <a:lnTo>
                    <a:pt x="252579" y="210313"/>
                  </a:lnTo>
                  <a:lnTo>
                    <a:pt x="252840" y="210181"/>
                  </a:lnTo>
                  <a:lnTo>
                    <a:pt x="253231" y="209855"/>
                  </a:lnTo>
                  <a:lnTo>
                    <a:pt x="253319" y="209724"/>
                  </a:lnTo>
                  <a:lnTo>
                    <a:pt x="253564" y="209394"/>
                  </a:lnTo>
                  <a:lnTo>
                    <a:pt x="254312" y="208445"/>
                  </a:lnTo>
                  <a:lnTo>
                    <a:pt x="255429" y="207146"/>
                  </a:lnTo>
                  <a:lnTo>
                    <a:pt x="255821" y="206968"/>
                  </a:lnTo>
                  <a:lnTo>
                    <a:pt x="256241" y="206764"/>
                  </a:lnTo>
                  <a:lnTo>
                    <a:pt x="256553" y="206567"/>
                  </a:lnTo>
                  <a:lnTo>
                    <a:pt x="256690" y="206473"/>
                  </a:lnTo>
                  <a:lnTo>
                    <a:pt x="256996" y="206255"/>
                  </a:lnTo>
                  <a:lnTo>
                    <a:pt x="257154" y="206169"/>
                  </a:lnTo>
                  <a:lnTo>
                    <a:pt x="257512" y="205987"/>
                  </a:lnTo>
                  <a:lnTo>
                    <a:pt x="257697" y="205948"/>
                  </a:lnTo>
                  <a:lnTo>
                    <a:pt x="257841" y="205932"/>
                  </a:lnTo>
                  <a:lnTo>
                    <a:pt x="258227" y="205910"/>
                  </a:lnTo>
                  <a:lnTo>
                    <a:pt x="258433" y="205878"/>
                  </a:lnTo>
                  <a:lnTo>
                    <a:pt x="259066" y="205747"/>
                  </a:lnTo>
                  <a:lnTo>
                    <a:pt x="259282" y="205648"/>
                  </a:lnTo>
                  <a:lnTo>
                    <a:pt x="260376" y="204819"/>
                  </a:lnTo>
                  <a:lnTo>
                    <a:pt x="260577" y="204676"/>
                  </a:lnTo>
                  <a:lnTo>
                    <a:pt x="260993" y="204424"/>
                  </a:lnTo>
                  <a:lnTo>
                    <a:pt x="261154" y="204361"/>
                  </a:lnTo>
                  <a:lnTo>
                    <a:pt x="261441" y="204263"/>
                  </a:lnTo>
                  <a:lnTo>
                    <a:pt x="261685" y="204202"/>
                  </a:lnTo>
                  <a:lnTo>
                    <a:pt x="261820" y="204180"/>
                  </a:lnTo>
                  <a:lnTo>
                    <a:pt x="261962" y="204166"/>
                  </a:lnTo>
                  <a:lnTo>
                    <a:pt x="262585" y="204270"/>
                  </a:lnTo>
                  <a:lnTo>
                    <a:pt x="263629" y="204334"/>
                  </a:lnTo>
                  <a:lnTo>
                    <a:pt x="263770" y="204133"/>
                  </a:lnTo>
                  <a:lnTo>
                    <a:pt x="263941" y="203896"/>
                  </a:lnTo>
                  <a:lnTo>
                    <a:pt x="264297" y="203726"/>
                  </a:lnTo>
                  <a:lnTo>
                    <a:pt x="264862" y="203592"/>
                  </a:lnTo>
                  <a:lnTo>
                    <a:pt x="265075" y="203484"/>
                  </a:lnTo>
                  <a:lnTo>
                    <a:pt x="265327" y="202967"/>
                  </a:lnTo>
                  <a:lnTo>
                    <a:pt x="265467" y="202610"/>
                  </a:lnTo>
                  <a:lnTo>
                    <a:pt x="265764" y="202301"/>
                  </a:lnTo>
                  <a:lnTo>
                    <a:pt x="265903" y="202218"/>
                  </a:lnTo>
                  <a:lnTo>
                    <a:pt x="266452" y="202041"/>
                  </a:lnTo>
                  <a:lnTo>
                    <a:pt x="266689" y="201977"/>
                  </a:lnTo>
                  <a:lnTo>
                    <a:pt x="267194" y="202125"/>
                  </a:lnTo>
                  <a:lnTo>
                    <a:pt x="267506" y="202178"/>
                  </a:lnTo>
                  <a:lnTo>
                    <a:pt x="268674" y="202014"/>
                  </a:lnTo>
                  <a:lnTo>
                    <a:pt x="269126" y="201825"/>
                  </a:lnTo>
                  <a:lnTo>
                    <a:pt x="269331" y="201295"/>
                  </a:lnTo>
                  <a:lnTo>
                    <a:pt x="269855" y="200457"/>
                  </a:lnTo>
                  <a:lnTo>
                    <a:pt x="270271" y="200176"/>
                  </a:lnTo>
                  <a:lnTo>
                    <a:pt x="270951" y="199978"/>
                  </a:lnTo>
                  <a:lnTo>
                    <a:pt x="271207" y="200079"/>
                  </a:lnTo>
                  <a:lnTo>
                    <a:pt x="271555" y="199937"/>
                  </a:lnTo>
                  <a:lnTo>
                    <a:pt x="271824" y="199902"/>
                  </a:lnTo>
                  <a:lnTo>
                    <a:pt x="273058" y="200167"/>
                  </a:lnTo>
                  <a:lnTo>
                    <a:pt x="273144" y="199762"/>
                  </a:lnTo>
                  <a:lnTo>
                    <a:pt x="273289" y="199712"/>
                  </a:lnTo>
                  <a:lnTo>
                    <a:pt x="273713" y="199527"/>
                  </a:lnTo>
                  <a:lnTo>
                    <a:pt x="273850" y="199457"/>
                  </a:lnTo>
                  <a:lnTo>
                    <a:pt x="274138" y="199299"/>
                  </a:lnTo>
                  <a:lnTo>
                    <a:pt x="274383" y="199256"/>
                  </a:lnTo>
                  <a:lnTo>
                    <a:pt x="274697" y="199347"/>
                  </a:lnTo>
                  <a:lnTo>
                    <a:pt x="275063" y="199515"/>
                  </a:lnTo>
                  <a:lnTo>
                    <a:pt x="275370" y="199552"/>
                  </a:lnTo>
                  <a:lnTo>
                    <a:pt x="275485" y="199412"/>
                  </a:lnTo>
                  <a:lnTo>
                    <a:pt x="276165" y="198924"/>
                  </a:lnTo>
                  <a:lnTo>
                    <a:pt x="276789" y="198663"/>
                  </a:lnTo>
                  <a:lnTo>
                    <a:pt x="277158" y="198529"/>
                  </a:lnTo>
                  <a:lnTo>
                    <a:pt x="277554" y="198416"/>
                  </a:lnTo>
                  <a:lnTo>
                    <a:pt x="278043" y="198370"/>
                  </a:lnTo>
                  <a:lnTo>
                    <a:pt x="278746" y="198033"/>
                  </a:lnTo>
                  <a:lnTo>
                    <a:pt x="279031" y="197857"/>
                  </a:lnTo>
                  <a:lnTo>
                    <a:pt x="279343" y="197656"/>
                  </a:lnTo>
                  <a:lnTo>
                    <a:pt x="279677" y="197370"/>
                  </a:lnTo>
                  <a:lnTo>
                    <a:pt x="280364" y="196579"/>
                  </a:lnTo>
                  <a:lnTo>
                    <a:pt x="280576" y="196285"/>
                  </a:lnTo>
                  <a:lnTo>
                    <a:pt x="280701" y="196102"/>
                  </a:lnTo>
                  <a:lnTo>
                    <a:pt x="281012" y="195665"/>
                  </a:lnTo>
                  <a:lnTo>
                    <a:pt x="281421" y="195427"/>
                  </a:lnTo>
                  <a:lnTo>
                    <a:pt x="281720" y="195368"/>
                  </a:lnTo>
                  <a:lnTo>
                    <a:pt x="282064" y="195300"/>
                  </a:lnTo>
                  <a:lnTo>
                    <a:pt x="282408" y="195232"/>
                  </a:lnTo>
                  <a:lnTo>
                    <a:pt x="282733" y="195164"/>
                  </a:lnTo>
                  <a:lnTo>
                    <a:pt x="282954" y="195345"/>
                  </a:lnTo>
                  <a:lnTo>
                    <a:pt x="282956" y="195545"/>
                  </a:lnTo>
                  <a:lnTo>
                    <a:pt x="282665" y="196370"/>
                  </a:lnTo>
                  <a:lnTo>
                    <a:pt x="282671" y="196671"/>
                  </a:lnTo>
                  <a:lnTo>
                    <a:pt x="282494" y="196684"/>
                  </a:lnTo>
                  <a:lnTo>
                    <a:pt x="282455" y="196916"/>
                  </a:lnTo>
                  <a:lnTo>
                    <a:pt x="282535" y="197148"/>
                  </a:lnTo>
                  <a:lnTo>
                    <a:pt x="282586" y="197405"/>
                  </a:lnTo>
                  <a:lnTo>
                    <a:pt x="282384" y="197416"/>
                  </a:lnTo>
                  <a:lnTo>
                    <a:pt x="282250" y="197778"/>
                  </a:lnTo>
                  <a:lnTo>
                    <a:pt x="282618" y="197800"/>
                  </a:lnTo>
                  <a:lnTo>
                    <a:pt x="282384" y="197985"/>
                  </a:lnTo>
                  <a:lnTo>
                    <a:pt x="282026" y="197925"/>
                  </a:lnTo>
                  <a:lnTo>
                    <a:pt x="282132" y="198249"/>
                  </a:lnTo>
                  <a:lnTo>
                    <a:pt x="282142" y="198541"/>
                  </a:lnTo>
                  <a:lnTo>
                    <a:pt x="281980" y="199149"/>
                  </a:lnTo>
                  <a:lnTo>
                    <a:pt x="281890" y="199340"/>
                  </a:lnTo>
                  <a:lnTo>
                    <a:pt x="281743" y="199299"/>
                  </a:lnTo>
                  <a:lnTo>
                    <a:pt x="281555" y="199245"/>
                  </a:lnTo>
                  <a:lnTo>
                    <a:pt x="281410" y="199204"/>
                  </a:lnTo>
                  <a:lnTo>
                    <a:pt x="281240" y="199718"/>
                  </a:lnTo>
                  <a:lnTo>
                    <a:pt x="281192" y="199923"/>
                  </a:lnTo>
                  <a:lnTo>
                    <a:pt x="281087" y="200380"/>
                  </a:lnTo>
                  <a:lnTo>
                    <a:pt x="281017" y="200599"/>
                  </a:lnTo>
                  <a:lnTo>
                    <a:pt x="280935" y="201459"/>
                  </a:lnTo>
                  <a:lnTo>
                    <a:pt x="280926" y="201600"/>
                  </a:lnTo>
                  <a:lnTo>
                    <a:pt x="280851" y="201902"/>
                  </a:lnTo>
                  <a:lnTo>
                    <a:pt x="280671" y="202180"/>
                  </a:lnTo>
                  <a:lnTo>
                    <a:pt x="280175" y="202299"/>
                  </a:lnTo>
                  <a:lnTo>
                    <a:pt x="279863" y="202258"/>
                  </a:lnTo>
                  <a:lnTo>
                    <a:pt x="279513" y="202154"/>
                  </a:lnTo>
                  <a:lnTo>
                    <a:pt x="279024" y="201930"/>
                  </a:lnTo>
                  <a:lnTo>
                    <a:pt x="278652" y="201940"/>
                  </a:lnTo>
                  <a:lnTo>
                    <a:pt x="277696" y="201966"/>
                  </a:lnTo>
                  <a:lnTo>
                    <a:pt x="277266" y="202039"/>
                  </a:lnTo>
                  <a:lnTo>
                    <a:pt x="276523" y="202169"/>
                  </a:lnTo>
                  <a:lnTo>
                    <a:pt x="276158" y="202238"/>
                  </a:lnTo>
                  <a:lnTo>
                    <a:pt x="275248" y="202444"/>
                  </a:lnTo>
                  <a:lnTo>
                    <a:pt x="275000" y="202512"/>
                  </a:lnTo>
                  <a:lnTo>
                    <a:pt x="274862" y="202819"/>
                  </a:lnTo>
                  <a:lnTo>
                    <a:pt x="274766" y="203236"/>
                  </a:lnTo>
                  <a:lnTo>
                    <a:pt x="274838" y="203546"/>
                  </a:lnTo>
                  <a:lnTo>
                    <a:pt x="274258" y="204298"/>
                  </a:lnTo>
                  <a:lnTo>
                    <a:pt x="273740" y="204406"/>
                  </a:lnTo>
                  <a:lnTo>
                    <a:pt x="273222" y="204712"/>
                  </a:lnTo>
                  <a:lnTo>
                    <a:pt x="273311" y="204980"/>
                  </a:lnTo>
                  <a:lnTo>
                    <a:pt x="273562" y="204988"/>
                  </a:lnTo>
                  <a:lnTo>
                    <a:pt x="273840" y="204992"/>
                  </a:lnTo>
                  <a:lnTo>
                    <a:pt x="273776" y="205657"/>
                  </a:lnTo>
                  <a:lnTo>
                    <a:pt x="273660" y="206408"/>
                  </a:lnTo>
                  <a:lnTo>
                    <a:pt x="273470" y="206980"/>
                  </a:lnTo>
                  <a:lnTo>
                    <a:pt x="273444" y="207242"/>
                  </a:lnTo>
                  <a:lnTo>
                    <a:pt x="273427" y="207411"/>
                  </a:lnTo>
                  <a:lnTo>
                    <a:pt x="273274" y="207370"/>
                  </a:lnTo>
                  <a:lnTo>
                    <a:pt x="273287" y="207219"/>
                  </a:lnTo>
                  <a:lnTo>
                    <a:pt x="273306" y="207002"/>
                  </a:lnTo>
                  <a:lnTo>
                    <a:pt x="273210" y="206744"/>
                  </a:lnTo>
                  <a:lnTo>
                    <a:pt x="273006" y="206946"/>
                  </a:lnTo>
                  <a:lnTo>
                    <a:pt x="272944" y="207189"/>
                  </a:lnTo>
                  <a:lnTo>
                    <a:pt x="272924" y="207422"/>
                  </a:lnTo>
                  <a:lnTo>
                    <a:pt x="272776" y="207476"/>
                  </a:lnTo>
                  <a:lnTo>
                    <a:pt x="272248" y="207498"/>
                  </a:lnTo>
                  <a:lnTo>
                    <a:pt x="271961" y="207510"/>
                  </a:lnTo>
                  <a:lnTo>
                    <a:pt x="271970" y="207659"/>
                  </a:lnTo>
                  <a:lnTo>
                    <a:pt x="271935" y="207860"/>
                  </a:lnTo>
                  <a:lnTo>
                    <a:pt x="271622" y="207849"/>
                  </a:lnTo>
                  <a:lnTo>
                    <a:pt x="271375" y="207791"/>
                  </a:lnTo>
                  <a:lnTo>
                    <a:pt x="271125" y="207731"/>
                  </a:lnTo>
                  <a:lnTo>
                    <a:pt x="271059" y="208027"/>
                  </a:lnTo>
                  <a:lnTo>
                    <a:pt x="270569" y="208095"/>
                  </a:lnTo>
                  <a:lnTo>
                    <a:pt x="270580" y="207958"/>
                  </a:lnTo>
                  <a:lnTo>
                    <a:pt x="269065" y="207668"/>
                  </a:lnTo>
                  <a:lnTo>
                    <a:pt x="268931" y="207874"/>
                  </a:lnTo>
                  <a:lnTo>
                    <a:pt x="268767" y="208137"/>
                  </a:lnTo>
                  <a:lnTo>
                    <a:pt x="268503" y="208436"/>
                  </a:lnTo>
                  <a:lnTo>
                    <a:pt x="268204" y="208668"/>
                  </a:lnTo>
                  <a:lnTo>
                    <a:pt x="267406" y="208792"/>
                  </a:lnTo>
                  <a:lnTo>
                    <a:pt x="267377" y="208980"/>
                  </a:lnTo>
                  <a:lnTo>
                    <a:pt x="267128" y="209540"/>
                  </a:lnTo>
                  <a:lnTo>
                    <a:pt x="266688" y="210144"/>
                  </a:lnTo>
                  <a:lnTo>
                    <a:pt x="266397" y="210057"/>
                  </a:lnTo>
                  <a:lnTo>
                    <a:pt x="266194" y="210110"/>
                  </a:lnTo>
                  <a:lnTo>
                    <a:pt x="266175" y="210255"/>
                  </a:lnTo>
                  <a:lnTo>
                    <a:pt x="266123" y="210648"/>
                  </a:lnTo>
                  <a:lnTo>
                    <a:pt x="265787" y="210837"/>
                  </a:lnTo>
                  <a:lnTo>
                    <a:pt x="265849" y="211140"/>
                  </a:lnTo>
                  <a:lnTo>
                    <a:pt x="265868" y="211376"/>
                  </a:lnTo>
                  <a:lnTo>
                    <a:pt x="265861" y="211820"/>
                  </a:lnTo>
                  <a:lnTo>
                    <a:pt x="265662" y="212516"/>
                  </a:lnTo>
                  <a:lnTo>
                    <a:pt x="265140" y="212588"/>
                  </a:lnTo>
                  <a:lnTo>
                    <a:pt x="264740" y="212614"/>
                  </a:lnTo>
                  <a:lnTo>
                    <a:pt x="264354" y="212684"/>
                  </a:lnTo>
                  <a:lnTo>
                    <a:pt x="264034" y="212790"/>
                  </a:lnTo>
                  <a:lnTo>
                    <a:pt x="263560" y="212997"/>
                  </a:lnTo>
                  <a:lnTo>
                    <a:pt x="262631" y="213218"/>
                  </a:lnTo>
                  <a:lnTo>
                    <a:pt x="261872" y="213334"/>
                  </a:lnTo>
                  <a:lnTo>
                    <a:pt x="261547" y="213307"/>
                  </a:lnTo>
                  <a:lnTo>
                    <a:pt x="261329" y="213289"/>
                  </a:lnTo>
                  <a:lnTo>
                    <a:pt x="261320" y="213615"/>
                  </a:lnTo>
                  <a:lnTo>
                    <a:pt x="261320" y="213761"/>
                  </a:lnTo>
                  <a:lnTo>
                    <a:pt x="261065" y="213727"/>
                  </a:lnTo>
                  <a:lnTo>
                    <a:pt x="260915" y="213678"/>
                  </a:lnTo>
                  <a:lnTo>
                    <a:pt x="260127" y="213434"/>
                  </a:lnTo>
                  <a:lnTo>
                    <a:pt x="259721" y="213718"/>
                  </a:lnTo>
                  <a:lnTo>
                    <a:pt x="259556" y="213703"/>
                  </a:lnTo>
                  <a:lnTo>
                    <a:pt x="259369" y="213685"/>
                  </a:lnTo>
                  <a:lnTo>
                    <a:pt x="258660" y="213666"/>
                  </a:lnTo>
                  <a:lnTo>
                    <a:pt x="257874" y="213935"/>
                  </a:lnTo>
                  <a:lnTo>
                    <a:pt x="257734" y="214234"/>
                  </a:lnTo>
                  <a:lnTo>
                    <a:pt x="257585" y="214410"/>
                  </a:lnTo>
                  <a:lnTo>
                    <a:pt x="257294" y="214703"/>
                  </a:lnTo>
                  <a:lnTo>
                    <a:pt x="256688" y="215180"/>
                  </a:lnTo>
                  <a:lnTo>
                    <a:pt x="256602" y="215401"/>
                  </a:lnTo>
                  <a:lnTo>
                    <a:pt x="256112" y="216356"/>
                  </a:lnTo>
                  <a:lnTo>
                    <a:pt x="255798" y="216629"/>
                  </a:lnTo>
                  <a:lnTo>
                    <a:pt x="255763" y="217036"/>
                  </a:lnTo>
                  <a:lnTo>
                    <a:pt x="255590" y="217124"/>
                  </a:lnTo>
                  <a:lnTo>
                    <a:pt x="254926" y="217234"/>
                  </a:lnTo>
                  <a:lnTo>
                    <a:pt x="254494" y="217284"/>
                  </a:lnTo>
                  <a:lnTo>
                    <a:pt x="254236" y="217324"/>
                  </a:lnTo>
                  <a:lnTo>
                    <a:pt x="254597" y="217400"/>
                  </a:lnTo>
                  <a:lnTo>
                    <a:pt x="254909" y="217462"/>
                  </a:lnTo>
                  <a:lnTo>
                    <a:pt x="255125" y="217592"/>
                  </a:lnTo>
                  <a:lnTo>
                    <a:pt x="254819" y="217580"/>
                  </a:lnTo>
                  <a:lnTo>
                    <a:pt x="254551" y="217555"/>
                  </a:lnTo>
                  <a:lnTo>
                    <a:pt x="254229" y="218291"/>
                  </a:lnTo>
                  <a:lnTo>
                    <a:pt x="254138" y="218724"/>
                  </a:lnTo>
                  <a:lnTo>
                    <a:pt x="253711" y="218771"/>
                  </a:lnTo>
                  <a:lnTo>
                    <a:pt x="253597" y="219290"/>
                  </a:lnTo>
                  <a:lnTo>
                    <a:pt x="253507" y="219922"/>
                  </a:lnTo>
                  <a:lnTo>
                    <a:pt x="253456" y="220255"/>
                  </a:lnTo>
                  <a:lnTo>
                    <a:pt x="253241" y="220253"/>
                  </a:lnTo>
                  <a:lnTo>
                    <a:pt x="253029" y="220296"/>
                  </a:lnTo>
                  <a:lnTo>
                    <a:pt x="252744" y="220866"/>
                  </a:lnTo>
                  <a:lnTo>
                    <a:pt x="252672" y="221094"/>
                  </a:lnTo>
                  <a:lnTo>
                    <a:pt x="252338" y="221493"/>
                  </a:lnTo>
                  <a:lnTo>
                    <a:pt x="251832" y="221685"/>
                  </a:lnTo>
                  <a:lnTo>
                    <a:pt x="251327" y="222165"/>
                  </a:lnTo>
                  <a:lnTo>
                    <a:pt x="250761" y="222283"/>
                  </a:lnTo>
                  <a:lnTo>
                    <a:pt x="250814" y="222547"/>
                  </a:lnTo>
                  <a:lnTo>
                    <a:pt x="251124" y="222671"/>
                  </a:lnTo>
                  <a:lnTo>
                    <a:pt x="251141" y="222853"/>
                  </a:lnTo>
                  <a:lnTo>
                    <a:pt x="251024" y="223230"/>
                  </a:lnTo>
                  <a:lnTo>
                    <a:pt x="251029" y="223487"/>
                  </a:lnTo>
                  <a:lnTo>
                    <a:pt x="251161" y="224112"/>
                  </a:lnTo>
                  <a:lnTo>
                    <a:pt x="251378" y="224834"/>
                  </a:lnTo>
                  <a:lnTo>
                    <a:pt x="251230" y="225143"/>
                  </a:lnTo>
                  <a:lnTo>
                    <a:pt x="250670" y="225340"/>
                  </a:lnTo>
                  <a:lnTo>
                    <a:pt x="250314" y="225517"/>
                  </a:lnTo>
                  <a:lnTo>
                    <a:pt x="250029" y="225702"/>
                  </a:lnTo>
                  <a:lnTo>
                    <a:pt x="249772" y="225986"/>
                  </a:lnTo>
                  <a:lnTo>
                    <a:pt x="249470" y="225975"/>
                  </a:lnTo>
                  <a:lnTo>
                    <a:pt x="249284" y="226116"/>
                  </a:lnTo>
                  <a:lnTo>
                    <a:pt x="249093" y="226263"/>
                  </a:lnTo>
                  <a:lnTo>
                    <a:pt x="248940" y="226382"/>
                  </a:lnTo>
                  <a:lnTo>
                    <a:pt x="248285" y="226603"/>
                  </a:lnTo>
                  <a:lnTo>
                    <a:pt x="247897" y="226721"/>
                  </a:lnTo>
                  <a:lnTo>
                    <a:pt x="247614" y="226955"/>
                  </a:lnTo>
                  <a:lnTo>
                    <a:pt x="247484" y="227484"/>
                  </a:lnTo>
                  <a:lnTo>
                    <a:pt x="247259" y="227656"/>
                  </a:lnTo>
                  <a:lnTo>
                    <a:pt x="247042" y="227823"/>
                  </a:lnTo>
                  <a:lnTo>
                    <a:pt x="246726" y="228121"/>
                  </a:lnTo>
                  <a:lnTo>
                    <a:pt x="246365" y="228491"/>
                  </a:lnTo>
                  <a:lnTo>
                    <a:pt x="245777" y="228687"/>
                  </a:lnTo>
                  <a:lnTo>
                    <a:pt x="245509" y="228659"/>
                  </a:lnTo>
                  <a:lnTo>
                    <a:pt x="245092" y="228546"/>
                  </a:lnTo>
                  <a:lnTo>
                    <a:pt x="244852" y="228583"/>
                  </a:lnTo>
                  <a:lnTo>
                    <a:pt x="244397" y="228700"/>
                  </a:lnTo>
                  <a:lnTo>
                    <a:pt x="244397" y="228917"/>
                  </a:lnTo>
                  <a:lnTo>
                    <a:pt x="244127" y="228786"/>
                  </a:lnTo>
                  <a:lnTo>
                    <a:pt x="243925" y="228694"/>
                  </a:lnTo>
                  <a:lnTo>
                    <a:pt x="243768" y="228632"/>
                  </a:lnTo>
                  <a:lnTo>
                    <a:pt x="243601" y="228569"/>
                  </a:lnTo>
                  <a:lnTo>
                    <a:pt x="243373" y="228497"/>
                  </a:lnTo>
                  <a:lnTo>
                    <a:pt x="243207" y="228458"/>
                  </a:lnTo>
                  <a:lnTo>
                    <a:pt x="242959" y="228407"/>
                  </a:lnTo>
                  <a:lnTo>
                    <a:pt x="242419" y="228377"/>
                  </a:lnTo>
                  <a:lnTo>
                    <a:pt x="242230" y="228396"/>
                  </a:lnTo>
                  <a:lnTo>
                    <a:pt x="241961" y="228446"/>
                  </a:lnTo>
                  <a:lnTo>
                    <a:pt x="241831" y="228486"/>
                  </a:lnTo>
                  <a:lnTo>
                    <a:pt x="241682" y="228563"/>
                  </a:lnTo>
                  <a:lnTo>
                    <a:pt x="241366" y="228759"/>
                  </a:lnTo>
                  <a:lnTo>
                    <a:pt x="241371" y="228990"/>
                  </a:lnTo>
                  <a:lnTo>
                    <a:pt x="241375" y="229295"/>
                  </a:lnTo>
                  <a:lnTo>
                    <a:pt x="241269" y="229559"/>
                  </a:lnTo>
                  <a:lnTo>
                    <a:pt x="241080" y="229572"/>
                  </a:lnTo>
                  <a:lnTo>
                    <a:pt x="240923" y="229523"/>
                  </a:lnTo>
                  <a:lnTo>
                    <a:pt x="240498" y="229515"/>
                  </a:lnTo>
                  <a:lnTo>
                    <a:pt x="240079" y="228926"/>
                  </a:lnTo>
                  <a:lnTo>
                    <a:pt x="239841" y="228955"/>
                  </a:lnTo>
                  <a:lnTo>
                    <a:pt x="239603" y="229160"/>
                  </a:lnTo>
                  <a:lnTo>
                    <a:pt x="239718" y="229422"/>
                  </a:lnTo>
                  <a:lnTo>
                    <a:pt x="239780" y="229593"/>
                  </a:lnTo>
                  <a:lnTo>
                    <a:pt x="239769" y="229803"/>
                  </a:lnTo>
                  <a:lnTo>
                    <a:pt x="239701" y="230169"/>
                  </a:lnTo>
                  <a:lnTo>
                    <a:pt x="239374" y="230686"/>
                  </a:lnTo>
                  <a:lnTo>
                    <a:pt x="238644" y="230889"/>
                  </a:lnTo>
                  <a:lnTo>
                    <a:pt x="238415" y="230876"/>
                  </a:lnTo>
                  <a:lnTo>
                    <a:pt x="238059" y="230868"/>
                  </a:lnTo>
                  <a:lnTo>
                    <a:pt x="237603" y="230876"/>
                  </a:lnTo>
                  <a:lnTo>
                    <a:pt x="237332" y="230922"/>
                  </a:lnTo>
                  <a:lnTo>
                    <a:pt x="236766" y="231651"/>
                  </a:lnTo>
                  <a:lnTo>
                    <a:pt x="236775" y="231957"/>
                  </a:lnTo>
                  <a:lnTo>
                    <a:pt x="236809" y="232281"/>
                  </a:lnTo>
                  <a:lnTo>
                    <a:pt x="236845" y="232470"/>
                  </a:lnTo>
                  <a:lnTo>
                    <a:pt x="236921" y="232837"/>
                  </a:lnTo>
                  <a:lnTo>
                    <a:pt x="237002" y="233119"/>
                  </a:lnTo>
                  <a:lnTo>
                    <a:pt x="237100" y="233477"/>
                  </a:lnTo>
                  <a:lnTo>
                    <a:pt x="236840" y="233491"/>
                  </a:lnTo>
                  <a:lnTo>
                    <a:pt x="236760" y="233355"/>
                  </a:lnTo>
                  <a:lnTo>
                    <a:pt x="236616" y="233110"/>
                  </a:lnTo>
                  <a:lnTo>
                    <a:pt x="236516" y="233267"/>
                  </a:lnTo>
                  <a:lnTo>
                    <a:pt x="236388" y="233469"/>
                  </a:lnTo>
                  <a:lnTo>
                    <a:pt x="236324" y="233641"/>
                  </a:lnTo>
                  <a:lnTo>
                    <a:pt x="235884" y="234015"/>
                  </a:lnTo>
                  <a:lnTo>
                    <a:pt x="235695" y="234150"/>
                  </a:lnTo>
                  <a:lnTo>
                    <a:pt x="235467" y="234314"/>
                  </a:lnTo>
                  <a:lnTo>
                    <a:pt x="235467" y="234471"/>
                  </a:lnTo>
                  <a:lnTo>
                    <a:pt x="235253" y="234911"/>
                  </a:lnTo>
                  <a:lnTo>
                    <a:pt x="234973" y="235208"/>
                  </a:lnTo>
                  <a:lnTo>
                    <a:pt x="234827" y="235197"/>
                  </a:lnTo>
                  <a:lnTo>
                    <a:pt x="234711" y="235647"/>
                  </a:lnTo>
                  <a:lnTo>
                    <a:pt x="234710" y="235787"/>
                  </a:lnTo>
                  <a:lnTo>
                    <a:pt x="234499" y="236028"/>
                  </a:lnTo>
                  <a:lnTo>
                    <a:pt x="233855" y="236743"/>
                  </a:lnTo>
                  <a:lnTo>
                    <a:pt x="233475" y="236792"/>
                  </a:lnTo>
                  <a:lnTo>
                    <a:pt x="233081" y="237025"/>
                  </a:lnTo>
                  <a:lnTo>
                    <a:pt x="233059" y="237214"/>
                  </a:lnTo>
                  <a:lnTo>
                    <a:pt x="233082" y="237499"/>
                  </a:lnTo>
                  <a:lnTo>
                    <a:pt x="233114" y="237889"/>
                  </a:lnTo>
                  <a:lnTo>
                    <a:pt x="233124" y="238189"/>
                  </a:lnTo>
                  <a:lnTo>
                    <a:pt x="233136" y="238369"/>
                  </a:lnTo>
                  <a:lnTo>
                    <a:pt x="233158" y="238916"/>
                  </a:lnTo>
                  <a:lnTo>
                    <a:pt x="232952" y="239615"/>
                  </a:lnTo>
                  <a:lnTo>
                    <a:pt x="232785" y="239618"/>
                  </a:lnTo>
                  <a:lnTo>
                    <a:pt x="232593" y="239612"/>
                  </a:lnTo>
                  <a:lnTo>
                    <a:pt x="232396" y="239601"/>
                  </a:lnTo>
                  <a:lnTo>
                    <a:pt x="232174" y="239597"/>
                  </a:lnTo>
                  <a:lnTo>
                    <a:pt x="231858" y="239607"/>
                  </a:lnTo>
                  <a:lnTo>
                    <a:pt x="231729" y="239621"/>
                  </a:lnTo>
                  <a:lnTo>
                    <a:pt x="231461" y="239669"/>
                  </a:lnTo>
                  <a:lnTo>
                    <a:pt x="231068" y="239776"/>
                  </a:lnTo>
                  <a:lnTo>
                    <a:pt x="230506" y="240010"/>
                  </a:lnTo>
                  <a:lnTo>
                    <a:pt x="229532" y="240974"/>
                  </a:lnTo>
                  <a:lnTo>
                    <a:pt x="229505" y="241121"/>
                  </a:lnTo>
                  <a:lnTo>
                    <a:pt x="229525" y="241524"/>
                  </a:lnTo>
                  <a:lnTo>
                    <a:pt x="229875" y="242151"/>
                  </a:lnTo>
                  <a:lnTo>
                    <a:pt x="230256" y="242498"/>
                  </a:lnTo>
                  <a:lnTo>
                    <a:pt x="230473" y="242719"/>
                  </a:lnTo>
                  <a:lnTo>
                    <a:pt x="230670" y="242921"/>
                  </a:lnTo>
                  <a:lnTo>
                    <a:pt x="231041" y="243396"/>
                  </a:lnTo>
                  <a:lnTo>
                    <a:pt x="231114" y="243714"/>
                  </a:lnTo>
                  <a:lnTo>
                    <a:pt x="231137" y="244054"/>
                  </a:lnTo>
                  <a:lnTo>
                    <a:pt x="230988" y="244477"/>
                  </a:lnTo>
                  <a:lnTo>
                    <a:pt x="230543" y="244912"/>
                  </a:lnTo>
                  <a:lnTo>
                    <a:pt x="230397" y="244941"/>
                  </a:lnTo>
                  <a:lnTo>
                    <a:pt x="230183" y="244978"/>
                  </a:lnTo>
                  <a:lnTo>
                    <a:pt x="229636" y="245072"/>
                  </a:lnTo>
                  <a:lnTo>
                    <a:pt x="229117" y="245162"/>
                  </a:lnTo>
                  <a:lnTo>
                    <a:pt x="228248" y="245749"/>
                  </a:lnTo>
                  <a:lnTo>
                    <a:pt x="228296" y="246294"/>
                  </a:lnTo>
                  <a:lnTo>
                    <a:pt x="228598" y="246832"/>
                  </a:lnTo>
                  <a:lnTo>
                    <a:pt x="229521" y="247013"/>
                  </a:lnTo>
                  <a:lnTo>
                    <a:pt x="229679" y="247730"/>
                  </a:lnTo>
                  <a:lnTo>
                    <a:pt x="229485" y="247932"/>
                  </a:lnTo>
                  <a:lnTo>
                    <a:pt x="228833" y="248347"/>
                  </a:lnTo>
                  <a:lnTo>
                    <a:pt x="228560" y="248448"/>
                  </a:lnTo>
                  <a:lnTo>
                    <a:pt x="228282" y="248595"/>
                  </a:lnTo>
                  <a:lnTo>
                    <a:pt x="228551" y="248607"/>
                  </a:lnTo>
                  <a:lnTo>
                    <a:pt x="228680" y="248552"/>
                  </a:lnTo>
                  <a:lnTo>
                    <a:pt x="229687" y="248871"/>
                  </a:lnTo>
                  <a:lnTo>
                    <a:pt x="229965" y="249000"/>
                  </a:lnTo>
                  <a:lnTo>
                    <a:pt x="230127" y="248909"/>
                  </a:lnTo>
                  <a:lnTo>
                    <a:pt x="230250" y="248469"/>
                  </a:lnTo>
                  <a:lnTo>
                    <a:pt x="230502" y="247864"/>
                  </a:lnTo>
                  <a:lnTo>
                    <a:pt x="230809" y="247817"/>
                  </a:lnTo>
                  <a:lnTo>
                    <a:pt x="231118" y="247976"/>
                  </a:lnTo>
                  <a:lnTo>
                    <a:pt x="231150" y="248188"/>
                  </a:lnTo>
                  <a:lnTo>
                    <a:pt x="231134" y="248396"/>
                  </a:lnTo>
                  <a:lnTo>
                    <a:pt x="231101" y="248533"/>
                  </a:lnTo>
                  <a:lnTo>
                    <a:pt x="230943" y="248870"/>
                  </a:lnTo>
                  <a:lnTo>
                    <a:pt x="231008" y="249168"/>
                  </a:lnTo>
                  <a:lnTo>
                    <a:pt x="231234" y="249383"/>
                  </a:lnTo>
                  <a:lnTo>
                    <a:pt x="232079" y="249700"/>
                  </a:lnTo>
                  <a:lnTo>
                    <a:pt x="232049" y="249927"/>
                  </a:lnTo>
                  <a:lnTo>
                    <a:pt x="232066" y="250170"/>
                  </a:lnTo>
                  <a:lnTo>
                    <a:pt x="232553" y="250537"/>
                  </a:lnTo>
                  <a:lnTo>
                    <a:pt x="232977" y="250526"/>
                  </a:lnTo>
                  <a:lnTo>
                    <a:pt x="233299" y="250016"/>
                  </a:lnTo>
                  <a:lnTo>
                    <a:pt x="233622" y="249644"/>
                  </a:lnTo>
                  <a:lnTo>
                    <a:pt x="234391" y="249265"/>
                  </a:lnTo>
                  <a:lnTo>
                    <a:pt x="235109" y="249489"/>
                  </a:lnTo>
                  <a:lnTo>
                    <a:pt x="235553" y="249506"/>
                  </a:lnTo>
                  <a:lnTo>
                    <a:pt x="235970" y="249464"/>
                  </a:lnTo>
                  <a:lnTo>
                    <a:pt x="236426" y="249630"/>
                  </a:lnTo>
                  <a:lnTo>
                    <a:pt x="236519" y="249979"/>
                  </a:lnTo>
                  <a:lnTo>
                    <a:pt x="236726" y="250209"/>
                  </a:lnTo>
                  <a:lnTo>
                    <a:pt x="236979" y="250378"/>
                  </a:lnTo>
                  <a:lnTo>
                    <a:pt x="237535" y="250559"/>
                  </a:lnTo>
                  <a:lnTo>
                    <a:pt x="237528" y="250338"/>
                  </a:lnTo>
                  <a:lnTo>
                    <a:pt x="237516" y="250147"/>
                  </a:lnTo>
                  <a:lnTo>
                    <a:pt x="238033" y="249926"/>
                  </a:lnTo>
                  <a:lnTo>
                    <a:pt x="238299" y="249786"/>
                  </a:lnTo>
                  <a:lnTo>
                    <a:pt x="238551" y="249442"/>
                  </a:lnTo>
                  <a:lnTo>
                    <a:pt x="238690" y="249308"/>
                  </a:lnTo>
                  <a:lnTo>
                    <a:pt x="238975" y="249284"/>
                  </a:lnTo>
                  <a:lnTo>
                    <a:pt x="239354" y="249281"/>
                  </a:lnTo>
                  <a:lnTo>
                    <a:pt x="239843" y="249313"/>
                  </a:lnTo>
                  <a:lnTo>
                    <a:pt x="239985" y="249303"/>
                  </a:lnTo>
                  <a:lnTo>
                    <a:pt x="239981" y="249060"/>
                  </a:lnTo>
                  <a:lnTo>
                    <a:pt x="240180" y="249072"/>
                  </a:lnTo>
                  <a:lnTo>
                    <a:pt x="240365" y="249175"/>
                  </a:lnTo>
                  <a:lnTo>
                    <a:pt x="240375" y="249326"/>
                  </a:lnTo>
                  <a:lnTo>
                    <a:pt x="240724" y="249214"/>
                  </a:lnTo>
                  <a:lnTo>
                    <a:pt x="240904" y="249079"/>
                  </a:lnTo>
                  <a:lnTo>
                    <a:pt x="241078" y="248746"/>
                  </a:lnTo>
                  <a:lnTo>
                    <a:pt x="241410" y="248723"/>
                  </a:lnTo>
                  <a:lnTo>
                    <a:pt x="241678" y="249026"/>
                  </a:lnTo>
                  <a:lnTo>
                    <a:pt x="241642" y="249354"/>
                  </a:lnTo>
                  <a:lnTo>
                    <a:pt x="241560" y="249803"/>
                  </a:lnTo>
                  <a:lnTo>
                    <a:pt x="241651" y="249942"/>
                  </a:lnTo>
                  <a:lnTo>
                    <a:pt x="242030" y="250096"/>
                  </a:lnTo>
                  <a:lnTo>
                    <a:pt x="242500" y="250469"/>
                  </a:lnTo>
                  <a:lnTo>
                    <a:pt x="242642" y="250616"/>
                  </a:lnTo>
                  <a:lnTo>
                    <a:pt x="242712" y="250772"/>
                  </a:lnTo>
                  <a:lnTo>
                    <a:pt x="242730" y="250988"/>
                  </a:lnTo>
                  <a:lnTo>
                    <a:pt x="243083" y="251050"/>
                  </a:lnTo>
                  <a:lnTo>
                    <a:pt x="243475" y="250893"/>
                  </a:lnTo>
                  <a:lnTo>
                    <a:pt x="244114" y="251011"/>
                  </a:lnTo>
                  <a:lnTo>
                    <a:pt x="244291" y="251366"/>
                  </a:lnTo>
                  <a:lnTo>
                    <a:pt x="244526" y="251396"/>
                  </a:lnTo>
                  <a:lnTo>
                    <a:pt x="244685" y="251307"/>
                  </a:lnTo>
                  <a:lnTo>
                    <a:pt x="244797" y="251001"/>
                  </a:lnTo>
                  <a:lnTo>
                    <a:pt x="245063" y="251041"/>
                  </a:lnTo>
                  <a:lnTo>
                    <a:pt x="245617" y="251447"/>
                  </a:lnTo>
                  <a:lnTo>
                    <a:pt x="245426" y="251827"/>
                  </a:lnTo>
                  <a:lnTo>
                    <a:pt x="245254" y="251894"/>
                  </a:lnTo>
                  <a:lnTo>
                    <a:pt x="245039" y="251883"/>
                  </a:lnTo>
                  <a:lnTo>
                    <a:pt x="244477" y="252542"/>
                  </a:lnTo>
                  <a:lnTo>
                    <a:pt x="244253" y="252657"/>
                  </a:lnTo>
                  <a:lnTo>
                    <a:pt x="244117" y="253174"/>
                  </a:lnTo>
                  <a:lnTo>
                    <a:pt x="244801" y="253603"/>
                  </a:lnTo>
                  <a:lnTo>
                    <a:pt x="245289" y="253632"/>
                  </a:lnTo>
                  <a:lnTo>
                    <a:pt x="245360" y="253300"/>
                  </a:lnTo>
                  <a:lnTo>
                    <a:pt x="245825" y="253135"/>
                  </a:lnTo>
                  <a:lnTo>
                    <a:pt x="246271" y="253112"/>
                  </a:lnTo>
                  <a:lnTo>
                    <a:pt x="246942" y="253437"/>
                  </a:lnTo>
                  <a:lnTo>
                    <a:pt x="246999" y="253612"/>
                  </a:lnTo>
                  <a:lnTo>
                    <a:pt x="246992" y="253792"/>
                  </a:lnTo>
                  <a:lnTo>
                    <a:pt x="246570" y="254266"/>
                  </a:lnTo>
                  <a:lnTo>
                    <a:pt x="246429" y="254345"/>
                  </a:lnTo>
                  <a:lnTo>
                    <a:pt x="246287" y="254319"/>
                  </a:lnTo>
                  <a:lnTo>
                    <a:pt x="246076" y="254280"/>
                  </a:lnTo>
                  <a:lnTo>
                    <a:pt x="246055" y="254616"/>
                  </a:lnTo>
                  <a:lnTo>
                    <a:pt x="246101" y="255130"/>
                  </a:lnTo>
                  <a:lnTo>
                    <a:pt x="246139" y="255519"/>
                  </a:lnTo>
                  <a:lnTo>
                    <a:pt x="246302" y="255515"/>
                  </a:lnTo>
                  <a:lnTo>
                    <a:pt x="246411" y="255874"/>
                  </a:lnTo>
                  <a:lnTo>
                    <a:pt x="246409" y="256098"/>
                  </a:lnTo>
                  <a:lnTo>
                    <a:pt x="246403" y="256350"/>
                  </a:lnTo>
                  <a:lnTo>
                    <a:pt x="246557" y="256657"/>
                  </a:lnTo>
                  <a:lnTo>
                    <a:pt x="247166" y="256796"/>
                  </a:lnTo>
                  <a:lnTo>
                    <a:pt x="247433" y="256091"/>
                  </a:lnTo>
                  <a:lnTo>
                    <a:pt x="247744" y="255967"/>
                  </a:lnTo>
                  <a:lnTo>
                    <a:pt x="248100" y="256116"/>
                  </a:lnTo>
                  <a:lnTo>
                    <a:pt x="248273" y="256237"/>
                  </a:lnTo>
                  <a:lnTo>
                    <a:pt x="248244" y="256468"/>
                  </a:lnTo>
                  <a:lnTo>
                    <a:pt x="248207" y="256597"/>
                  </a:lnTo>
                  <a:lnTo>
                    <a:pt x="248295" y="256795"/>
                  </a:lnTo>
                  <a:lnTo>
                    <a:pt x="248481" y="256645"/>
                  </a:lnTo>
                  <a:lnTo>
                    <a:pt x="248588" y="256263"/>
                  </a:lnTo>
                  <a:lnTo>
                    <a:pt x="248736" y="255763"/>
                  </a:lnTo>
                  <a:lnTo>
                    <a:pt x="249016" y="255697"/>
                  </a:lnTo>
                  <a:lnTo>
                    <a:pt x="249671" y="255775"/>
                  </a:lnTo>
                  <a:lnTo>
                    <a:pt x="249850" y="255985"/>
                  </a:lnTo>
                  <a:lnTo>
                    <a:pt x="250065" y="256242"/>
                  </a:lnTo>
                  <a:lnTo>
                    <a:pt x="250558" y="256375"/>
                  </a:lnTo>
                  <a:lnTo>
                    <a:pt x="251225" y="256982"/>
                  </a:lnTo>
                  <a:lnTo>
                    <a:pt x="252395" y="257390"/>
                  </a:lnTo>
                  <a:lnTo>
                    <a:pt x="253019" y="257230"/>
                  </a:lnTo>
                  <a:lnTo>
                    <a:pt x="253341" y="257677"/>
                  </a:lnTo>
                  <a:lnTo>
                    <a:pt x="253562" y="257937"/>
                  </a:lnTo>
                  <a:lnTo>
                    <a:pt x="254003" y="258371"/>
                  </a:lnTo>
                  <a:lnTo>
                    <a:pt x="254160" y="258421"/>
                  </a:lnTo>
                  <a:lnTo>
                    <a:pt x="254474" y="258545"/>
                  </a:lnTo>
                  <a:lnTo>
                    <a:pt x="254316" y="258840"/>
                  </a:lnTo>
                  <a:lnTo>
                    <a:pt x="254344" y="259342"/>
                  </a:lnTo>
                  <a:lnTo>
                    <a:pt x="254608" y="259729"/>
                  </a:lnTo>
                  <a:lnTo>
                    <a:pt x="254854" y="260218"/>
                  </a:lnTo>
                  <a:lnTo>
                    <a:pt x="255102" y="260984"/>
                  </a:lnTo>
                  <a:lnTo>
                    <a:pt x="255360" y="261532"/>
                  </a:lnTo>
                  <a:lnTo>
                    <a:pt x="255020" y="261850"/>
                  </a:lnTo>
                  <a:lnTo>
                    <a:pt x="254887" y="261856"/>
                  </a:lnTo>
                  <a:lnTo>
                    <a:pt x="254688" y="261902"/>
                  </a:lnTo>
                  <a:lnTo>
                    <a:pt x="254294" y="262096"/>
                  </a:lnTo>
                  <a:lnTo>
                    <a:pt x="254357" y="262315"/>
                  </a:lnTo>
                  <a:lnTo>
                    <a:pt x="254924" y="262865"/>
                  </a:lnTo>
                  <a:lnTo>
                    <a:pt x="255050" y="263031"/>
                  </a:lnTo>
                  <a:lnTo>
                    <a:pt x="255356" y="263943"/>
                  </a:lnTo>
                  <a:lnTo>
                    <a:pt x="255299" y="264828"/>
                  </a:lnTo>
                  <a:lnTo>
                    <a:pt x="255046" y="265271"/>
                  </a:lnTo>
                  <a:lnTo>
                    <a:pt x="255056" y="265425"/>
                  </a:lnTo>
                  <a:lnTo>
                    <a:pt x="255474" y="265679"/>
                  </a:lnTo>
                  <a:lnTo>
                    <a:pt x="255513" y="265480"/>
                  </a:lnTo>
                  <a:lnTo>
                    <a:pt x="255696" y="265537"/>
                  </a:lnTo>
                  <a:lnTo>
                    <a:pt x="255787" y="266235"/>
                  </a:lnTo>
                  <a:lnTo>
                    <a:pt x="255749" y="266423"/>
                  </a:lnTo>
                  <a:lnTo>
                    <a:pt x="255710" y="266616"/>
                  </a:lnTo>
                  <a:lnTo>
                    <a:pt x="255665" y="266855"/>
                  </a:lnTo>
                  <a:lnTo>
                    <a:pt x="255808" y="266874"/>
                  </a:lnTo>
                  <a:lnTo>
                    <a:pt x="256756" y="267535"/>
                  </a:lnTo>
                  <a:lnTo>
                    <a:pt x="256940" y="267791"/>
                  </a:lnTo>
                  <a:lnTo>
                    <a:pt x="257142" y="268116"/>
                  </a:lnTo>
                  <a:lnTo>
                    <a:pt x="257330" y="268367"/>
                  </a:lnTo>
                  <a:lnTo>
                    <a:pt x="257604" y="268714"/>
                  </a:lnTo>
                  <a:lnTo>
                    <a:pt x="257945" y="269084"/>
                  </a:lnTo>
                  <a:lnTo>
                    <a:pt x="258148" y="269217"/>
                  </a:lnTo>
                  <a:lnTo>
                    <a:pt x="258455" y="269396"/>
                  </a:lnTo>
                  <a:lnTo>
                    <a:pt x="258603" y="269475"/>
                  </a:lnTo>
                  <a:lnTo>
                    <a:pt x="258881" y="269611"/>
                  </a:lnTo>
                  <a:lnTo>
                    <a:pt x="259086" y="269669"/>
                  </a:lnTo>
                  <a:lnTo>
                    <a:pt x="259558" y="269761"/>
                  </a:lnTo>
                  <a:lnTo>
                    <a:pt x="260013" y="269745"/>
                  </a:lnTo>
                  <a:lnTo>
                    <a:pt x="260320" y="269760"/>
                  </a:lnTo>
                  <a:lnTo>
                    <a:pt x="260801" y="269819"/>
                  </a:lnTo>
                  <a:lnTo>
                    <a:pt x="261158" y="269786"/>
                  </a:lnTo>
                  <a:lnTo>
                    <a:pt x="261292" y="269755"/>
                  </a:lnTo>
                  <a:lnTo>
                    <a:pt x="261851" y="269772"/>
                  </a:lnTo>
                  <a:lnTo>
                    <a:pt x="262457" y="269624"/>
                  </a:lnTo>
                  <a:lnTo>
                    <a:pt x="262653" y="269642"/>
                  </a:lnTo>
                  <a:lnTo>
                    <a:pt x="262829" y="269695"/>
                  </a:lnTo>
                  <a:lnTo>
                    <a:pt x="263478" y="269905"/>
                  </a:lnTo>
                  <a:lnTo>
                    <a:pt x="263730" y="270049"/>
                  </a:lnTo>
                  <a:lnTo>
                    <a:pt x="264201" y="270318"/>
                  </a:lnTo>
                  <a:lnTo>
                    <a:pt x="264623" y="270503"/>
                  </a:lnTo>
                  <a:lnTo>
                    <a:pt x="265368" y="270520"/>
                  </a:lnTo>
                  <a:lnTo>
                    <a:pt x="265786" y="269270"/>
                  </a:lnTo>
                  <a:lnTo>
                    <a:pt x="265994" y="268432"/>
                  </a:lnTo>
                  <a:lnTo>
                    <a:pt x="266705" y="268784"/>
                  </a:lnTo>
                  <a:lnTo>
                    <a:pt x="267261" y="268875"/>
                  </a:lnTo>
                  <a:lnTo>
                    <a:pt x="267609" y="268882"/>
                  </a:lnTo>
                  <a:lnTo>
                    <a:pt x="267789" y="268917"/>
                  </a:lnTo>
                  <a:lnTo>
                    <a:pt x="268246" y="268974"/>
                  </a:lnTo>
                  <a:lnTo>
                    <a:pt x="269285" y="269294"/>
                  </a:lnTo>
                  <a:lnTo>
                    <a:pt x="269644" y="269417"/>
                  </a:lnTo>
                  <a:lnTo>
                    <a:pt x="269785" y="269436"/>
                  </a:lnTo>
                  <a:lnTo>
                    <a:pt x="270169" y="269563"/>
                  </a:lnTo>
                  <a:lnTo>
                    <a:pt x="270329" y="269853"/>
                  </a:lnTo>
                  <a:lnTo>
                    <a:pt x="270486" y="269919"/>
                  </a:lnTo>
                  <a:lnTo>
                    <a:pt x="271446" y="270450"/>
                  </a:lnTo>
                  <a:lnTo>
                    <a:pt x="271877" y="270321"/>
                  </a:lnTo>
                  <a:lnTo>
                    <a:pt x="272261" y="270203"/>
                  </a:lnTo>
                  <a:lnTo>
                    <a:pt x="273545" y="269966"/>
                  </a:lnTo>
                  <a:lnTo>
                    <a:pt x="274316" y="269830"/>
                  </a:lnTo>
                  <a:lnTo>
                    <a:pt x="275666" y="269594"/>
                  </a:lnTo>
                  <a:lnTo>
                    <a:pt x="275847" y="269564"/>
                  </a:lnTo>
                  <a:lnTo>
                    <a:pt x="276104" y="269530"/>
                  </a:lnTo>
                  <a:lnTo>
                    <a:pt x="276361" y="269495"/>
                  </a:lnTo>
                  <a:lnTo>
                    <a:pt x="277132" y="269398"/>
                  </a:lnTo>
                  <a:lnTo>
                    <a:pt x="277943" y="269190"/>
                  </a:lnTo>
                  <a:lnTo>
                    <a:pt x="278168" y="268564"/>
                  </a:lnTo>
                  <a:lnTo>
                    <a:pt x="278502" y="267787"/>
                  </a:lnTo>
                  <a:lnTo>
                    <a:pt x="278794" y="267690"/>
                  </a:lnTo>
                  <a:lnTo>
                    <a:pt x="279361" y="268018"/>
                  </a:lnTo>
                  <a:lnTo>
                    <a:pt x="280671" y="268653"/>
                  </a:lnTo>
                  <a:lnTo>
                    <a:pt x="281213" y="268514"/>
                  </a:lnTo>
                  <a:lnTo>
                    <a:pt x="281714" y="268516"/>
                  </a:lnTo>
                  <a:lnTo>
                    <a:pt x="282289" y="268533"/>
                  </a:lnTo>
                  <a:lnTo>
                    <a:pt x="282572" y="268543"/>
                  </a:lnTo>
                  <a:lnTo>
                    <a:pt x="282853" y="268553"/>
                  </a:lnTo>
                  <a:lnTo>
                    <a:pt x="283135" y="268565"/>
                  </a:lnTo>
                  <a:lnTo>
                    <a:pt x="283282" y="268571"/>
                  </a:lnTo>
                  <a:lnTo>
                    <a:pt x="283421" y="268847"/>
                  </a:lnTo>
                  <a:lnTo>
                    <a:pt x="283805" y="269122"/>
                  </a:lnTo>
                  <a:lnTo>
                    <a:pt x="284364" y="269598"/>
                  </a:lnTo>
                  <a:lnTo>
                    <a:pt x="284496" y="269932"/>
                  </a:lnTo>
                  <a:lnTo>
                    <a:pt x="284866" y="270464"/>
                  </a:lnTo>
                  <a:lnTo>
                    <a:pt x="285420" y="270409"/>
                  </a:lnTo>
                  <a:lnTo>
                    <a:pt x="286048" y="270142"/>
                  </a:lnTo>
                  <a:lnTo>
                    <a:pt x="286687" y="269874"/>
                  </a:lnTo>
                  <a:lnTo>
                    <a:pt x="286877" y="269941"/>
                  </a:lnTo>
                  <a:lnTo>
                    <a:pt x="287264" y="269853"/>
                  </a:lnTo>
                  <a:lnTo>
                    <a:pt x="287370" y="270085"/>
                  </a:lnTo>
                  <a:lnTo>
                    <a:pt x="287373" y="270378"/>
                  </a:lnTo>
                  <a:lnTo>
                    <a:pt x="287164" y="270966"/>
                  </a:lnTo>
                  <a:lnTo>
                    <a:pt x="287023" y="271504"/>
                  </a:lnTo>
                  <a:lnTo>
                    <a:pt x="287000" y="271639"/>
                  </a:lnTo>
                  <a:lnTo>
                    <a:pt x="286984" y="271863"/>
                  </a:lnTo>
                  <a:lnTo>
                    <a:pt x="287325" y="272183"/>
                  </a:lnTo>
                  <a:lnTo>
                    <a:pt x="287680" y="272680"/>
                  </a:lnTo>
                  <a:lnTo>
                    <a:pt x="287596" y="272949"/>
                  </a:lnTo>
                  <a:lnTo>
                    <a:pt x="287444" y="273028"/>
                  </a:lnTo>
                  <a:lnTo>
                    <a:pt x="287155" y="273047"/>
                  </a:lnTo>
                  <a:lnTo>
                    <a:pt x="286994" y="273139"/>
                  </a:lnTo>
                  <a:lnTo>
                    <a:pt x="286474" y="273641"/>
                  </a:lnTo>
                  <a:lnTo>
                    <a:pt x="286450" y="273840"/>
                  </a:lnTo>
                  <a:lnTo>
                    <a:pt x="286235" y="274575"/>
                  </a:lnTo>
                  <a:lnTo>
                    <a:pt x="285974" y="274585"/>
                  </a:lnTo>
                  <a:lnTo>
                    <a:pt x="285904" y="274816"/>
                  </a:lnTo>
                  <a:lnTo>
                    <a:pt x="285872" y="275052"/>
                  </a:lnTo>
                  <a:lnTo>
                    <a:pt x="285575" y="275319"/>
                  </a:lnTo>
                  <a:lnTo>
                    <a:pt x="285645" y="275766"/>
                  </a:lnTo>
                  <a:lnTo>
                    <a:pt x="286019" y="275974"/>
                  </a:lnTo>
                  <a:lnTo>
                    <a:pt x="286264" y="276013"/>
                  </a:lnTo>
                  <a:lnTo>
                    <a:pt x="286545" y="276136"/>
                  </a:lnTo>
                  <a:lnTo>
                    <a:pt x="286655" y="276329"/>
                  </a:lnTo>
                  <a:lnTo>
                    <a:pt x="286697" y="276473"/>
                  </a:lnTo>
                  <a:lnTo>
                    <a:pt x="286470" y="276681"/>
                  </a:lnTo>
                  <a:lnTo>
                    <a:pt x="286769" y="276942"/>
                  </a:lnTo>
                  <a:lnTo>
                    <a:pt x="287113" y="277128"/>
                  </a:lnTo>
                  <a:lnTo>
                    <a:pt x="287506" y="277461"/>
                  </a:lnTo>
                  <a:lnTo>
                    <a:pt x="287636" y="277430"/>
                  </a:lnTo>
                  <a:lnTo>
                    <a:pt x="287756" y="278093"/>
                  </a:lnTo>
                  <a:lnTo>
                    <a:pt x="287602" y="278973"/>
                  </a:lnTo>
                  <a:lnTo>
                    <a:pt x="287762" y="279103"/>
                  </a:lnTo>
                  <a:lnTo>
                    <a:pt x="288024" y="279245"/>
                  </a:lnTo>
                  <a:lnTo>
                    <a:pt x="288887" y="279401"/>
                  </a:lnTo>
                  <a:lnTo>
                    <a:pt x="289250" y="279300"/>
                  </a:lnTo>
                  <a:lnTo>
                    <a:pt x="289459" y="279138"/>
                  </a:lnTo>
                  <a:lnTo>
                    <a:pt x="289699" y="279173"/>
                  </a:lnTo>
                  <a:lnTo>
                    <a:pt x="290604" y="280040"/>
                  </a:lnTo>
                  <a:lnTo>
                    <a:pt x="291021" y="280113"/>
                  </a:lnTo>
                  <a:lnTo>
                    <a:pt x="291385" y="280100"/>
                  </a:lnTo>
                  <a:lnTo>
                    <a:pt x="291409" y="280463"/>
                  </a:lnTo>
                  <a:lnTo>
                    <a:pt x="291465" y="280646"/>
                  </a:lnTo>
                  <a:lnTo>
                    <a:pt x="291607" y="280925"/>
                  </a:lnTo>
                  <a:lnTo>
                    <a:pt x="292215" y="281114"/>
                  </a:lnTo>
                  <a:lnTo>
                    <a:pt x="292513" y="281231"/>
                  </a:lnTo>
                  <a:lnTo>
                    <a:pt x="292777" y="281346"/>
                  </a:lnTo>
                  <a:lnTo>
                    <a:pt x="292940" y="281760"/>
                  </a:lnTo>
                  <a:lnTo>
                    <a:pt x="293732" y="281650"/>
                  </a:lnTo>
                  <a:lnTo>
                    <a:pt x="294027" y="282048"/>
                  </a:lnTo>
                  <a:lnTo>
                    <a:pt x="294485" y="282469"/>
                  </a:lnTo>
                  <a:lnTo>
                    <a:pt x="294786" y="283065"/>
                  </a:lnTo>
                  <a:lnTo>
                    <a:pt x="294776" y="283371"/>
                  </a:lnTo>
                  <a:lnTo>
                    <a:pt x="294586" y="283461"/>
                  </a:lnTo>
                  <a:lnTo>
                    <a:pt x="294310" y="283821"/>
                  </a:lnTo>
                  <a:lnTo>
                    <a:pt x="294236" y="283974"/>
                  </a:lnTo>
                  <a:lnTo>
                    <a:pt x="294332" y="284343"/>
                  </a:lnTo>
                  <a:lnTo>
                    <a:pt x="295339" y="284214"/>
                  </a:lnTo>
                  <a:lnTo>
                    <a:pt x="295505" y="284162"/>
                  </a:lnTo>
                  <a:lnTo>
                    <a:pt x="296102" y="284101"/>
                  </a:lnTo>
                  <a:lnTo>
                    <a:pt x="296329" y="284279"/>
                  </a:lnTo>
                  <a:lnTo>
                    <a:pt x="296701" y="284484"/>
                  </a:lnTo>
                  <a:lnTo>
                    <a:pt x="297260" y="284408"/>
                  </a:lnTo>
                  <a:lnTo>
                    <a:pt x="297187" y="284127"/>
                  </a:lnTo>
                  <a:lnTo>
                    <a:pt x="297569" y="283613"/>
                  </a:lnTo>
                  <a:lnTo>
                    <a:pt x="297993" y="283529"/>
                  </a:lnTo>
                  <a:lnTo>
                    <a:pt x="297941" y="283922"/>
                  </a:lnTo>
                  <a:lnTo>
                    <a:pt x="298259" y="284363"/>
                  </a:lnTo>
                  <a:lnTo>
                    <a:pt x="298804" y="284416"/>
                  </a:lnTo>
                  <a:lnTo>
                    <a:pt x="299297" y="284341"/>
                  </a:lnTo>
                  <a:lnTo>
                    <a:pt x="299955" y="283308"/>
                  </a:lnTo>
                  <a:lnTo>
                    <a:pt x="300223" y="283229"/>
                  </a:lnTo>
                  <a:lnTo>
                    <a:pt x="300803" y="283199"/>
                  </a:lnTo>
                  <a:lnTo>
                    <a:pt x="301155" y="283383"/>
                  </a:lnTo>
                  <a:lnTo>
                    <a:pt x="301448" y="283418"/>
                  </a:lnTo>
                  <a:lnTo>
                    <a:pt x="301931" y="283380"/>
                  </a:lnTo>
                  <a:lnTo>
                    <a:pt x="302520" y="283388"/>
                  </a:lnTo>
                  <a:lnTo>
                    <a:pt x="302651" y="283503"/>
                  </a:lnTo>
                  <a:lnTo>
                    <a:pt x="303028" y="283996"/>
                  </a:lnTo>
                  <a:lnTo>
                    <a:pt x="303673" y="284338"/>
                  </a:lnTo>
                  <a:lnTo>
                    <a:pt x="303640" y="284586"/>
                  </a:lnTo>
                  <a:lnTo>
                    <a:pt x="303466" y="284804"/>
                  </a:lnTo>
                  <a:lnTo>
                    <a:pt x="302073" y="286050"/>
                  </a:lnTo>
                  <a:lnTo>
                    <a:pt x="301954" y="286876"/>
                  </a:lnTo>
                  <a:lnTo>
                    <a:pt x="301993" y="287576"/>
                  </a:lnTo>
                  <a:lnTo>
                    <a:pt x="302123" y="288062"/>
                  </a:lnTo>
                  <a:lnTo>
                    <a:pt x="302706" y="288474"/>
                  </a:lnTo>
                  <a:lnTo>
                    <a:pt x="302936" y="289131"/>
                  </a:lnTo>
                  <a:lnTo>
                    <a:pt x="302780" y="289413"/>
                  </a:lnTo>
                  <a:lnTo>
                    <a:pt x="302397" y="289365"/>
                  </a:lnTo>
                  <a:lnTo>
                    <a:pt x="302137" y="289727"/>
                  </a:lnTo>
                  <a:lnTo>
                    <a:pt x="301620" y="290638"/>
                  </a:lnTo>
                  <a:lnTo>
                    <a:pt x="301504" y="291627"/>
                  </a:lnTo>
                  <a:lnTo>
                    <a:pt x="301584" y="291880"/>
                  </a:lnTo>
                  <a:lnTo>
                    <a:pt x="301892" y="292201"/>
                  </a:lnTo>
                  <a:lnTo>
                    <a:pt x="301862" y="292381"/>
                  </a:lnTo>
                  <a:lnTo>
                    <a:pt x="301951" y="292816"/>
                  </a:lnTo>
                  <a:lnTo>
                    <a:pt x="302109" y="292821"/>
                  </a:lnTo>
                  <a:lnTo>
                    <a:pt x="302284" y="292824"/>
                  </a:lnTo>
                  <a:lnTo>
                    <a:pt x="302477" y="292811"/>
                  </a:lnTo>
                  <a:lnTo>
                    <a:pt x="302986" y="293572"/>
                  </a:lnTo>
                  <a:lnTo>
                    <a:pt x="303005" y="293781"/>
                  </a:lnTo>
                  <a:lnTo>
                    <a:pt x="303415" y="294402"/>
                  </a:lnTo>
                  <a:lnTo>
                    <a:pt x="303949" y="295347"/>
                  </a:lnTo>
                  <a:lnTo>
                    <a:pt x="304250" y="295612"/>
                  </a:lnTo>
                  <a:lnTo>
                    <a:pt x="304350" y="295887"/>
                  </a:lnTo>
                  <a:lnTo>
                    <a:pt x="304454" y="296118"/>
                  </a:lnTo>
                  <a:lnTo>
                    <a:pt x="304740" y="297514"/>
                  </a:lnTo>
                  <a:lnTo>
                    <a:pt x="304903" y="297637"/>
                  </a:lnTo>
                  <a:lnTo>
                    <a:pt x="305240" y="297889"/>
                  </a:lnTo>
                  <a:lnTo>
                    <a:pt x="305520" y="298245"/>
                  </a:lnTo>
                  <a:lnTo>
                    <a:pt x="305829" y="298512"/>
                  </a:lnTo>
                  <a:lnTo>
                    <a:pt x="306392" y="298784"/>
                  </a:lnTo>
                  <a:lnTo>
                    <a:pt x="306535" y="298797"/>
                  </a:lnTo>
                  <a:lnTo>
                    <a:pt x="306502" y="299015"/>
                  </a:lnTo>
                  <a:lnTo>
                    <a:pt x="306515" y="299316"/>
                  </a:lnTo>
                  <a:lnTo>
                    <a:pt x="306498" y="299654"/>
                  </a:lnTo>
                  <a:lnTo>
                    <a:pt x="306329" y="299856"/>
                  </a:lnTo>
                  <a:lnTo>
                    <a:pt x="306194" y="300205"/>
                  </a:lnTo>
                  <a:lnTo>
                    <a:pt x="306376" y="300639"/>
                  </a:lnTo>
                  <a:lnTo>
                    <a:pt x="306158" y="301034"/>
                  </a:lnTo>
                  <a:lnTo>
                    <a:pt x="306107" y="301626"/>
                  </a:lnTo>
                  <a:lnTo>
                    <a:pt x="306222" y="302069"/>
                  </a:lnTo>
                  <a:lnTo>
                    <a:pt x="306502" y="302420"/>
                  </a:lnTo>
                  <a:lnTo>
                    <a:pt x="306226" y="303137"/>
                  </a:lnTo>
                  <a:lnTo>
                    <a:pt x="305967" y="303120"/>
                  </a:lnTo>
                  <a:lnTo>
                    <a:pt x="304984" y="302905"/>
                  </a:lnTo>
                  <a:lnTo>
                    <a:pt x="304602" y="302494"/>
                  </a:lnTo>
                  <a:lnTo>
                    <a:pt x="304327" y="302351"/>
                  </a:lnTo>
                  <a:lnTo>
                    <a:pt x="304081" y="302400"/>
                  </a:lnTo>
                  <a:lnTo>
                    <a:pt x="303796" y="302372"/>
                  </a:lnTo>
                  <a:lnTo>
                    <a:pt x="303554" y="302003"/>
                  </a:lnTo>
                  <a:lnTo>
                    <a:pt x="303274" y="301750"/>
                  </a:lnTo>
                  <a:lnTo>
                    <a:pt x="302723" y="302023"/>
                  </a:lnTo>
                  <a:lnTo>
                    <a:pt x="302550" y="302368"/>
                  </a:lnTo>
                  <a:lnTo>
                    <a:pt x="302516" y="302652"/>
                  </a:lnTo>
                  <a:lnTo>
                    <a:pt x="302630" y="303007"/>
                  </a:lnTo>
                  <a:lnTo>
                    <a:pt x="302618" y="303285"/>
                  </a:lnTo>
                  <a:lnTo>
                    <a:pt x="301693" y="303317"/>
                  </a:lnTo>
                  <a:lnTo>
                    <a:pt x="301483" y="303219"/>
                  </a:lnTo>
                  <a:lnTo>
                    <a:pt x="301104" y="303509"/>
                  </a:lnTo>
                  <a:lnTo>
                    <a:pt x="301026" y="303897"/>
                  </a:lnTo>
                  <a:lnTo>
                    <a:pt x="300795" y="303969"/>
                  </a:lnTo>
                  <a:lnTo>
                    <a:pt x="300159" y="304054"/>
                  </a:lnTo>
                  <a:lnTo>
                    <a:pt x="299738" y="303879"/>
                  </a:lnTo>
                  <a:lnTo>
                    <a:pt x="299389" y="303879"/>
                  </a:lnTo>
                  <a:lnTo>
                    <a:pt x="299062" y="304113"/>
                  </a:lnTo>
                  <a:lnTo>
                    <a:pt x="298661" y="304181"/>
                  </a:lnTo>
                  <a:lnTo>
                    <a:pt x="298406" y="304577"/>
                  </a:lnTo>
                  <a:lnTo>
                    <a:pt x="298316" y="304795"/>
                  </a:lnTo>
                  <a:lnTo>
                    <a:pt x="297797" y="304899"/>
                  </a:lnTo>
                  <a:lnTo>
                    <a:pt x="297544" y="304920"/>
                  </a:lnTo>
                  <a:lnTo>
                    <a:pt x="297418" y="305169"/>
                  </a:lnTo>
                  <a:lnTo>
                    <a:pt x="297334" y="306682"/>
                  </a:lnTo>
                  <a:lnTo>
                    <a:pt x="296329" y="306977"/>
                  </a:lnTo>
                  <a:lnTo>
                    <a:pt x="296122" y="306913"/>
                  </a:lnTo>
                  <a:lnTo>
                    <a:pt x="295892" y="307214"/>
                  </a:lnTo>
                  <a:lnTo>
                    <a:pt x="295822" y="307519"/>
                  </a:lnTo>
                  <a:lnTo>
                    <a:pt x="295509" y="307983"/>
                  </a:lnTo>
                  <a:lnTo>
                    <a:pt x="295034" y="308183"/>
                  </a:lnTo>
                  <a:lnTo>
                    <a:pt x="294322" y="308326"/>
                  </a:lnTo>
                  <a:lnTo>
                    <a:pt x="294101" y="308345"/>
                  </a:lnTo>
                  <a:lnTo>
                    <a:pt x="293553" y="308105"/>
                  </a:lnTo>
                  <a:lnTo>
                    <a:pt x="293201" y="308041"/>
                  </a:lnTo>
                  <a:lnTo>
                    <a:pt x="292927" y="308362"/>
                  </a:lnTo>
                  <a:lnTo>
                    <a:pt x="292865" y="308555"/>
                  </a:lnTo>
                  <a:lnTo>
                    <a:pt x="292810" y="308701"/>
                  </a:lnTo>
                  <a:lnTo>
                    <a:pt x="292580" y="308792"/>
                  </a:lnTo>
                  <a:lnTo>
                    <a:pt x="292172" y="308876"/>
                  </a:lnTo>
                  <a:lnTo>
                    <a:pt x="291727" y="309531"/>
                  </a:lnTo>
                  <a:lnTo>
                    <a:pt x="291428" y="309450"/>
                  </a:lnTo>
                  <a:lnTo>
                    <a:pt x="290924" y="309458"/>
                  </a:lnTo>
                  <a:lnTo>
                    <a:pt x="290662" y="309479"/>
                  </a:lnTo>
                  <a:lnTo>
                    <a:pt x="290409" y="309691"/>
                  </a:lnTo>
                  <a:lnTo>
                    <a:pt x="290136" y="310196"/>
                  </a:lnTo>
                  <a:lnTo>
                    <a:pt x="290049" y="310677"/>
                  </a:lnTo>
                  <a:lnTo>
                    <a:pt x="289912" y="310815"/>
                  </a:lnTo>
                  <a:lnTo>
                    <a:pt x="289625" y="310793"/>
                  </a:lnTo>
                  <a:lnTo>
                    <a:pt x="289102" y="310177"/>
                  </a:lnTo>
                  <a:lnTo>
                    <a:pt x="288898" y="309902"/>
                  </a:lnTo>
                  <a:lnTo>
                    <a:pt x="288707" y="309973"/>
                  </a:lnTo>
                  <a:lnTo>
                    <a:pt x="288225" y="310260"/>
                  </a:lnTo>
                  <a:lnTo>
                    <a:pt x="288494" y="310515"/>
                  </a:lnTo>
                  <a:lnTo>
                    <a:pt x="288438" y="310847"/>
                  </a:lnTo>
                  <a:lnTo>
                    <a:pt x="288267" y="311006"/>
                  </a:lnTo>
                  <a:lnTo>
                    <a:pt x="287593" y="311130"/>
                  </a:lnTo>
                  <a:lnTo>
                    <a:pt x="287458" y="311030"/>
                  </a:lnTo>
                  <a:lnTo>
                    <a:pt x="287437" y="310714"/>
                  </a:lnTo>
                  <a:lnTo>
                    <a:pt x="287085" y="310947"/>
                  </a:lnTo>
                  <a:lnTo>
                    <a:pt x="287005" y="311145"/>
                  </a:lnTo>
                  <a:lnTo>
                    <a:pt x="286802" y="311623"/>
                  </a:lnTo>
                  <a:lnTo>
                    <a:pt x="286482" y="311741"/>
                  </a:lnTo>
                  <a:lnTo>
                    <a:pt x="285562" y="311685"/>
                  </a:lnTo>
                  <a:lnTo>
                    <a:pt x="285425" y="311645"/>
                  </a:lnTo>
                  <a:lnTo>
                    <a:pt x="285349" y="311331"/>
                  </a:lnTo>
                  <a:lnTo>
                    <a:pt x="284977" y="310805"/>
                  </a:lnTo>
                  <a:lnTo>
                    <a:pt x="284788" y="310177"/>
                  </a:lnTo>
                  <a:lnTo>
                    <a:pt x="284304" y="309582"/>
                  </a:lnTo>
                  <a:lnTo>
                    <a:pt x="283889" y="309356"/>
                  </a:lnTo>
                  <a:lnTo>
                    <a:pt x="283753" y="309318"/>
                  </a:lnTo>
                  <a:lnTo>
                    <a:pt x="283164" y="308907"/>
                  </a:lnTo>
                  <a:lnTo>
                    <a:pt x="283046" y="308366"/>
                  </a:lnTo>
                  <a:lnTo>
                    <a:pt x="282922" y="308046"/>
                  </a:lnTo>
                  <a:lnTo>
                    <a:pt x="282209" y="308161"/>
                  </a:lnTo>
                  <a:lnTo>
                    <a:pt x="281755" y="308008"/>
                  </a:lnTo>
                  <a:lnTo>
                    <a:pt x="281851" y="307709"/>
                  </a:lnTo>
                  <a:lnTo>
                    <a:pt x="281659" y="307389"/>
                  </a:lnTo>
                  <a:lnTo>
                    <a:pt x="281320" y="307081"/>
                  </a:lnTo>
                  <a:lnTo>
                    <a:pt x="281375" y="306630"/>
                  </a:lnTo>
                  <a:lnTo>
                    <a:pt x="281357" y="306449"/>
                  </a:lnTo>
                  <a:lnTo>
                    <a:pt x="281261" y="306190"/>
                  </a:lnTo>
                  <a:lnTo>
                    <a:pt x="280645" y="306167"/>
                  </a:lnTo>
                  <a:lnTo>
                    <a:pt x="281223" y="305791"/>
                  </a:lnTo>
                  <a:lnTo>
                    <a:pt x="281448" y="306019"/>
                  </a:lnTo>
                  <a:lnTo>
                    <a:pt x="281485" y="304868"/>
                  </a:lnTo>
                  <a:lnTo>
                    <a:pt x="281250" y="304720"/>
                  </a:lnTo>
                  <a:lnTo>
                    <a:pt x="280983" y="304064"/>
                  </a:lnTo>
                  <a:lnTo>
                    <a:pt x="280741" y="303632"/>
                  </a:lnTo>
                  <a:lnTo>
                    <a:pt x="280445" y="303474"/>
                  </a:lnTo>
                  <a:lnTo>
                    <a:pt x="280078" y="303357"/>
                  </a:lnTo>
                  <a:lnTo>
                    <a:pt x="279909" y="303099"/>
                  </a:lnTo>
                  <a:lnTo>
                    <a:pt x="279413" y="302969"/>
                  </a:lnTo>
                  <a:lnTo>
                    <a:pt x="278799" y="302259"/>
                  </a:lnTo>
                  <a:lnTo>
                    <a:pt x="278554" y="302464"/>
                  </a:lnTo>
                  <a:lnTo>
                    <a:pt x="278140" y="302277"/>
                  </a:lnTo>
                  <a:lnTo>
                    <a:pt x="277908" y="301675"/>
                  </a:lnTo>
                  <a:lnTo>
                    <a:pt x="278009" y="300908"/>
                  </a:lnTo>
                  <a:lnTo>
                    <a:pt x="278164" y="300835"/>
                  </a:lnTo>
                  <a:lnTo>
                    <a:pt x="278487" y="300524"/>
                  </a:lnTo>
                  <a:lnTo>
                    <a:pt x="278512" y="300139"/>
                  </a:lnTo>
                  <a:lnTo>
                    <a:pt x="278959" y="299469"/>
                  </a:lnTo>
                  <a:lnTo>
                    <a:pt x="278796" y="299059"/>
                  </a:lnTo>
                  <a:lnTo>
                    <a:pt x="278320" y="298558"/>
                  </a:lnTo>
                  <a:lnTo>
                    <a:pt x="278270" y="298277"/>
                  </a:lnTo>
                  <a:lnTo>
                    <a:pt x="278100" y="297912"/>
                  </a:lnTo>
                  <a:lnTo>
                    <a:pt x="277873" y="297778"/>
                  </a:lnTo>
                  <a:lnTo>
                    <a:pt x="277283" y="297484"/>
                  </a:lnTo>
                  <a:lnTo>
                    <a:pt x="276513" y="297349"/>
                  </a:lnTo>
                  <a:lnTo>
                    <a:pt x="276090" y="297293"/>
                  </a:lnTo>
                  <a:lnTo>
                    <a:pt x="275697" y="296969"/>
                  </a:lnTo>
                  <a:lnTo>
                    <a:pt x="275250" y="297320"/>
                  </a:lnTo>
                  <a:lnTo>
                    <a:pt x="275019" y="297485"/>
                  </a:lnTo>
                  <a:lnTo>
                    <a:pt x="274691" y="297368"/>
                  </a:lnTo>
                  <a:lnTo>
                    <a:pt x="274196" y="296637"/>
                  </a:lnTo>
                  <a:lnTo>
                    <a:pt x="274569" y="296396"/>
                  </a:lnTo>
                  <a:lnTo>
                    <a:pt x="274354" y="296128"/>
                  </a:lnTo>
                  <a:lnTo>
                    <a:pt x="273560" y="296204"/>
                  </a:lnTo>
                  <a:lnTo>
                    <a:pt x="273486" y="296387"/>
                  </a:lnTo>
                  <a:lnTo>
                    <a:pt x="273464" y="296606"/>
                  </a:lnTo>
                  <a:lnTo>
                    <a:pt x="273486" y="296893"/>
                  </a:lnTo>
                  <a:lnTo>
                    <a:pt x="273511" y="297342"/>
                  </a:lnTo>
                  <a:lnTo>
                    <a:pt x="272599" y="297360"/>
                  </a:lnTo>
                  <a:lnTo>
                    <a:pt x="272450" y="297141"/>
                  </a:lnTo>
                  <a:lnTo>
                    <a:pt x="272484" y="296857"/>
                  </a:lnTo>
                  <a:lnTo>
                    <a:pt x="272507" y="296664"/>
                  </a:lnTo>
                  <a:lnTo>
                    <a:pt x="272497" y="296356"/>
                  </a:lnTo>
                  <a:lnTo>
                    <a:pt x="272278" y="295997"/>
                  </a:lnTo>
                  <a:lnTo>
                    <a:pt x="271815" y="295982"/>
                  </a:lnTo>
                  <a:lnTo>
                    <a:pt x="271433" y="295502"/>
                  </a:lnTo>
                  <a:lnTo>
                    <a:pt x="270978" y="294498"/>
                  </a:lnTo>
                  <a:lnTo>
                    <a:pt x="270830" y="294353"/>
                  </a:lnTo>
                  <a:lnTo>
                    <a:pt x="270586" y="294339"/>
                  </a:lnTo>
                  <a:lnTo>
                    <a:pt x="270063" y="294339"/>
                  </a:lnTo>
                  <a:lnTo>
                    <a:pt x="269868" y="294322"/>
                  </a:lnTo>
                  <a:lnTo>
                    <a:pt x="269485" y="294075"/>
                  </a:lnTo>
                  <a:lnTo>
                    <a:pt x="269266" y="294476"/>
                  </a:lnTo>
                  <a:lnTo>
                    <a:pt x="268956" y="294575"/>
                  </a:lnTo>
                  <a:lnTo>
                    <a:pt x="268445" y="294573"/>
                  </a:lnTo>
                  <a:lnTo>
                    <a:pt x="268461" y="294399"/>
                  </a:lnTo>
                  <a:lnTo>
                    <a:pt x="268459" y="294169"/>
                  </a:lnTo>
                  <a:lnTo>
                    <a:pt x="268191" y="294124"/>
                  </a:lnTo>
                  <a:lnTo>
                    <a:pt x="268063" y="294113"/>
                  </a:lnTo>
                  <a:lnTo>
                    <a:pt x="267741" y="293845"/>
                  </a:lnTo>
                  <a:lnTo>
                    <a:pt x="267662" y="293681"/>
                  </a:lnTo>
                  <a:lnTo>
                    <a:pt x="267404" y="293636"/>
                  </a:lnTo>
                  <a:lnTo>
                    <a:pt x="267237" y="293787"/>
                  </a:lnTo>
                  <a:lnTo>
                    <a:pt x="266822" y="294169"/>
                  </a:lnTo>
                  <a:lnTo>
                    <a:pt x="266516" y="294465"/>
                  </a:lnTo>
                  <a:lnTo>
                    <a:pt x="266237" y="294359"/>
                  </a:lnTo>
                  <a:lnTo>
                    <a:pt x="265890" y="294284"/>
                  </a:lnTo>
                  <a:lnTo>
                    <a:pt x="265297" y="294266"/>
                  </a:lnTo>
                  <a:lnTo>
                    <a:pt x="265069" y="294455"/>
                  </a:lnTo>
                  <a:lnTo>
                    <a:pt x="264849" y="294671"/>
                  </a:lnTo>
                  <a:lnTo>
                    <a:pt x="264525" y="294710"/>
                  </a:lnTo>
                  <a:lnTo>
                    <a:pt x="264016" y="294424"/>
                  </a:lnTo>
                  <a:lnTo>
                    <a:pt x="263886" y="294489"/>
                  </a:lnTo>
                  <a:lnTo>
                    <a:pt x="264037" y="294747"/>
                  </a:lnTo>
                  <a:lnTo>
                    <a:pt x="263855" y="295854"/>
                  </a:lnTo>
                  <a:lnTo>
                    <a:pt x="263696" y="295958"/>
                  </a:lnTo>
                  <a:lnTo>
                    <a:pt x="263113" y="295769"/>
                  </a:lnTo>
                  <a:lnTo>
                    <a:pt x="262233" y="295800"/>
                  </a:lnTo>
                  <a:lnTo>
                    <a:pt x="261854" y="295909"/>
                  </a:lnTo>
                  <a:lnTo>
                    <a:pt x="261800" y="296245"/>
                  </a:lnTo>
                  <a:lnTo>
                    <a:pt x="261947" y="296748"/>
                  </a:lnTo>
                  <a:lnTo>
                    <a:pt x="261836" y="296980"/>
                  </a:lnTo>
                  <a:lnTo>
                    <a:pt x="261519" y="296909"/>
                  </a:lnTo>
                  <a:lnTo>
                    <a:pt x="261214" y="296894"/>
                  </a:lnTo>
                  <a:lnTo>
                    <a:pt x="261167" y="298093"/>
                  </a:lnTo>
                  <a:lnTo>
                    <a:pt x="261303" y="298121"/>
                  </a:lnTo>
                  <a:lnTo>
                    <a:pt x="261292" y="298520"/>
                  </a:lnTo>
                  <a:lnTo>
                    <a:pt x="261150" y="298642"/>
                  </a:lnTo>
                  <a:lnTo>
                    <a:pt x="260982" y="298680"/>
                  </a:lnTo>
                  <a:lnTo>
                    <a:pt x="260724" y="298775"/>
                  </a:lnTo>
                  <a:lnTo>
                    <a:pt x="260727" y="299310"/>
                  </a:lnTo>
                  <a:lnTo>
                    <a:pt x="260390" y="300014"/>
                  </a:lnTo>
                  <a:lnTo>
                    <a:pt x="260363" y="300272"/>
                  </a:lnTo>
                  <a:lnTo>
                    <a:pt x="260093" y="300882"/>
                  </a:lnTo>
                  <a:lnTo>
                    <a:pt x="260041" y="301087"/>
                  </a:lnTo>
                  <a:lnTo>
                    <a:pt x="259983" y="301361"/>
                  </a:lnTo>
                  <a:lnTo>
                    <a:pt x="260008" y="301667"/>
                  </a:lnTo>
                  <a:lnTo>
                    <a:pt x="260218" y="301835"/>
                  </a:lnTo>
                  <a:lnTo>
                    <a:pt x="259770" y="302132"/>
                  </a:lnTo>
                  <a:lnTo>
                    <a:pt x="259743" y="302479"/>
                  </a:lnTo>
                  <a:lnTo>
                    <a:pt x="259602" y="302747"/>
                  </a:lnTo>
                  <a:lnTo>
                    <a:pt x="259369" y="302736"/>
                  </a:lnTo>
                  <a:lnTo>
                    <a:pt x="259355" y="303193"/>
                  </a:lnTo>
                  <a:lnTo>
                    <a:pt x="259366" y="303406"/>
                  </a:lnTo>
                  <a:lnTo>
                    <a:pt x="259382" y="303536"/>
                  </a:lnTo>
                  <a:lnTo>
                    <a:pt x="260501" y="303470"/>
                  </a:lnTo>
                  <a:lnTo>
                    <a:pt x="261341" y="303872"/>
                  </a:lnTo>
                  <a:lnTo>
                    <a:pt x="261626" y="303920"/>
                  </a:lnTo>
                  <a:lnTo>
                    <a:pt x="261903" y="303928"/>
                  </a:lnTo>
                  <a:lnTo>
                    <a:pt x="262478" y="303617"/>
                  </a:lnTo>
                  <a:lnTo>
                    <a:pt x="262729" y="303602"/>
                  </a:lnTo>
                  <a:lnTo>
                    <a:pt x="262916" y="303710"/>
                  </a:lnTo>
                  <a:lnTo>
                    <a:pt x="263186" y="304030"/>
                  </a:lnTo>
                  <a:lnTo>
                    <a:pt x="263240" y="304903"/>
                  </a:lnTo>
                  <a:lnTo>
                    <a:pt x="263245" y="305080"/>
                  </a:lnTo>
                  <a:lnTo>
                    <a:pt x="263092" y="305277"/>
                  </a:lnTo>
                  <a:lnTo>
                    <a:pt x="262853" y="305300"/>
                  </a:lnTo>
                  <a:lnTo>
                    <a:pt x="262793" y="305444"/>
                  </a:lnTo>
                  <a:lnTo>
                    <a:pt x="262578" y="306070"/>
                  </a:lnTo>
                  <a:lnTo>
                    <a:pt x="262196" y="306191"/>
                  </a:lnTo>
                  <a:lnTo>
                    <a:pt x="262435" y="306407"/>
                  </a:lnTo>
                  <a:lnTo>
                    <a:pt x="262592" y="306538"/>
                  </a:lnTo>
                  <a:lnTo>
                    <a:pt x="262327" y="307987"/>
                  </a:lnTo>
                  <a:lnTo>
                    <a:pt x="262309" y="308164"/>
                  </a:lnTo>
                  <a:lnTo>
                    <a:pt x="261896" y="308169"/>
                  </a:lnTo>
                  <a:lnTo>
                    <a:pt x="261059" y="307838"/>
                  </a:lnTo>
                  <a:lnTo>
                    <a:pt x="260852" y="307691"/>
                  </a:lnTo>
                  <a:lnTo>
                    <a:pt x="260627" y="307799"/>
                  </a:lnTo>
                  <a:lnTo>
                    <a:pt x="260310" y="308177"/>
                  </a:lnTo>
                  <a:lnTo>
                    <a:pt x="260131" y="308453"/>
                  </a:lnTo>
                  <a:lnTo>
                    <a:pt x="260519" y="308867"/>
                  </a:lnTo>
                  <a:lnTo>
                    <a:pt x="260677" y="309263"/>
                  </a:lnTo>
                  <a:lnTo>
                    <a:pt x="260733" y="309476"/>
                  </a:lnTo>
                  <a:lnTo>
                    <a:pt x="260946" y="309740"/>
                  </a:lnTo>
                  <a:lnTo>
                    <a:pt x="261246" y="310080"/>
                  </a:lnTo>
                  <a:lnTo>
                    <a:pt x="261565" y="310450"/>
                  </a:lnTo>
                  <a:lnTo>
                    <a:pt x="261604" y="310795"/>
                  </a:lnTo>
                  <a:lnTo>
                    <a:pt x="261735" y="311069"/>
                  </a:lnTo>
                  <a:lnTo>
                    <a:pt x="261535" y="311449"/>
                  </a:lnTo>
                  <a:lnTo>
                    <a:pt x="261506" y="311905"/>
                  </a:lnTo>
                  <a:lnTo>
                    <a:pt x="261738" y="312232"/>
                  </a:lnTo>
                  <a:lnTo>
                    <a:pt x="261887" y="312529"/>
                  </a:lnTo>
                  <a:lnTo>
                    <a:pt x="261649" y="312686"/>
                  </a:lnTo>
                  <a:lnTo>
                    <a:pt x="261501" y="313155"/>
                  </a:lnTo>
                  <a:lnTo>
                    <a:pt x="261814" y="313311"/>
                  </a:lnTo>
                  <a:lnTo>
                    <a:pt x="261721" y="313669"/>
                  </a:lnTo>
                  <a:lnTo>
                    <a:pt x="261695" y="313950"/>
                  </a:lnTo>
                  <a:lnTo>
                    <a:pt x="261762" y="314090"/>
                  </a:lnTo>
                  <a:lnTo>
                    <a:pt x="261921" y="314404"/>
                  </a:lnTo>
                  <a:lnTo>
                    <a:pt x="262000" y="314563"/>
                  </a:lnTo>
                  <a:lnTo>
                    <a:pt x="262068" y="314691"/>
                  </a:lnTo>
                  <a:lnTo>
                    <a:pt x="262341" y="315148"/>
                  </a:lnTo>
                  <a:lnTo>
                    <a:pt x="262579" y="315438"/>
                  </a:lnTo>
                  <a:lnTo>
                    <a:pt x="262765" y="315667"/>
                  </a:lnTo>
                  <a:lnTo>
                    <a:pt x="263103" y="316660"/>
                  </a:lnTo>
                  <a:lnTo>
                    <a:pt x="263301" y="317304"/>
                  </a:lnTo>
                  <a:lnTo>
                    <a:pt x="263349" y="317474"/>
                  </a:lnTo>
                  <a:lnTo>
                    <a:pt x="263417" y="317760"/>
                  </a:lnTo>
                  <a:lnTo>
                    <a:pt x="263102" y="317644"/>
                  </a:lnTo>
                  <a:lnTo>
                    <a:pt x="262569" y="317718"/>
                  </a:lnTo>
                  <a:lnTo>
                    <a:pt x="262545" y="317909"/>
                  </a:lnTo>
                  <a:lnTo>
                    <a:pt x="262288" y="318106"/>
                  </a:lnTo>
                  <a:lnTo>
                    <a:pt x="261638" y="317936"/>
                  </a:lnTo>
                  <a:lnTo>
                    <a:pt x="261257" y="317959"/>
                  </a:lnTo>
                  <a:lnTo>
                    <a:pt x="260073" y="318025"/>
                  </a:lnTo>
                  <a:lnTo>
                    <a:pt x="260052" y="318256"/>
                  </a:lnTo>
                  <a:lnTo>
                    <a:pt x="259698" y="318690"/>
                  </a:lnTo>
                  <a:lnTo>
                    <a:pt x="259458" y="318557"/>
                  </a:lnTo>
                  <a:lnTo>
                    <a:pt x="259201" y="318382"/>
                  </a:lnTo>
                  <a:lnTo>
                    <a:pt x="258787" y="318539"/>
                  </a:lnTo>
                  <a:lnTo>
                    <a:pt x="258625" y="318623"/>
                  </a:lnTo>
                  <a:lnTo>
                    <a:pt x="257995" y="318943"/>
                  </a:lnTo>
                  <a:lnTo>
                    <a:pt x="257715" y="318961"/>
                  </a:lnTo>
                  <a:lnTo>
                    <a:pt x="257377" y="318501"/>
                  </a:lnTo>
                  <a:lnTo>
                    <a:pt x="256895" y="318738"/>
                  </a:lnTo>
                  <a:lnTo>
                    <a:pt x="256429" y="318942"/>
                  </a:lnTo>
                  <a:lnTo>
                    <a:pt x="256237" y="318950"/>
                  </a:lnTo>
                  <a:lnTo>
                    <a:pt x="256027" y="318846"/>
                  </a:lnTo>
                  <a:lnTo>
                    <a:pt x="255753" y="318337"/>
                  </a:lnTo>
                  <a:lnTo>
                    <a:pt x="255296" y="318622"/>
                  </a:lnTo>
                  <a:lnTo>
                    <a:pt x="255001" y="318737"/>
                  </a:lnTo>
                  <a:lnTo>
                    <a:pt x="253808" y="319060"/>
                  </a:lnTo>
                  <a:lnTo>
                    <a:pt x="253575" y="319310"/>
                  </a:lnTo>
                  <a:lnTo>
                    <a:pt x="253343" y="320126"/>
                  </a:lnTo>
                  <a:lnTo>
                    <a:pt x="253303" y="320457"/>
                  </a:lnTo>
                  <a:lnTo>
                    <a:pt x="253293" y="320785"/>
                  </a:lnTo>
                  <a:lnTo>
                    <a:pt x="253331" y="320936"/>
                  </a:lnTo>
                  <a:lnTo>
                    <a:pt x="253243" y="321262"/>
                  </a:lnTo>
                  <a:lnTo>
                    <a:pt x="253083" y="321518"/>
                  </a:lnTo>
                  <a:lnTo>
                    <a:pt x="252947" y="321426"/>
                  </a:lnTo>
                  <a:lnTo>
                    <a:pt x="252726" y="321278"/>
                  </a:lnTo>
                  <a:lnTo>
                    <a:pt x="252509" y="321135"/>
                  </a:lnTo>
                  <a:lnTo>
                    <a:pt x="252141" y="320893"/>
                  </a:lnTo>
                  <a:lnTo>
                    <a:pt x="251639" y="320700"/>
                  </a:lnTo>
                  <a:lnTo>
                    <a:pt x="251386" y="321237"/>
                  </a:lnTo>
                  <a:lnTo>
                    <a:pt x="250790" y="321613"/>
                  </a:lnTo>
                  <a:lnTo>
                    <a:pt x="250807" y="321752"/>
                  </a:lnTo>
                  <a:lnTo>
                    <a:pt x="251026" y="322298"/>
                  </a:lnTo>
                  <a:lnTo>
                    <a:pt x="251123" y="322849"/>
                  </a:lnTo>
                  <a:lnTo>
                    <a:pt x="251132" y="322977"/>
                  </a:lnTo>
                  <a:lnTo>
                    <a:pt x="251044" y="323090"/>
                  </a:lnTo>
                  <a:lnTo>
                    <a:pt x="250898" y="323226"/>
                  </a:lnTo>
                  <a:lnTo>
                    <a:pt x="250694" y="323573"/>
                  </a:lnTo>
                  <a:lnTo>
                    <a:pt x="251053" y="323978"/>
                  </a:lnTo>
                  <a:lnTo>
                    <a:pt x="250568" y="324398"/>
                  </a:lnTo>
                  <a:lnTo>
                    <a:pt x="250224" y="324077"/>
                  </a:lnTo>
                  <a:lnTo>
                    <a:pt x="249911" y="323888"/>
                  </a:lnTo>
                  <a:lnTo>
                    <a:pt x="249670" y="324436"/>
                  </a:lnTo>
                  <a:lnTo>
                    <a:pt x="249618" y="324783"/>
                  </a:lnTo>
                  <a:lnTo>
                    <a:pt x="249599" y="324926"/>
                  </a:lnTo>
                  <a:lnTo>
                    <a:pt x="249580" y="325322"/>
                  </a:lnTo>
                  <a:lnTo>
                    <a:pt x="249578" y="325520"/>
                  </a:lnTo>
                  <a:lnTo>
                    <a:pt x="249856" y="326137"/>
                  </a:lnTo>
                  <a:lnTo>
                    <a:pt x="250028" y="326182"/>
                  </a:lnTo>
                  <a:lnTo>
                    <a:pt x="250095" y="326318"/>
                  </a:lnTo>
                  <a:lnTo>
                    <a:pt x="250079" y="326723"/>
                  </a:lnTo>
                  <a:lnTo>
                    <a:pt x="249921" y="326907"/>
                  </a:lnTo>
                  <a:lnTo>
                    <a:pt x="249666" y="327002"/>
                  </a:lnTo>
                  <a:lnTo>
                    <a:pt x="249408" y="327101"/>
                  </a:lnTo>
                  <a:lnTo>
                    <a:pt x="249455" y="327845"/>
                  </a:lnTo>
                  <a:lnTo>
                    <a:pt x="249504" y="327989"/>
                  </a:lnTo>
                  <a:lnTo>
                    <a:pt x="249598" y="328202"/>
                  </a:lnTo>
                  <a:lnTo>
                    <a:pt x="249897" y="328309"/>
                  </a:lnTo>
                  <a:lnTo>
                    <a:pt x="250309" y="327918"/>
                  </a:lnTo>
                  <a:lnTo>
                    <a:pt x="250710" y="327996"/>
                  </a:lnTo>
                  <a:lnTo>
                    <a:pt x="250626" y="328265"/>
                  </a:lnTo>
                  <a:lnTo>
                    <a:pt x="250665" y="328472"/>
                  </a:lnTo>
                  <a:lnTo>
                    <a:pt x="250836" y="328681"/>
                  </a:lnTo>
                  <a:lnTo>
                    <a:pt x="250988" y="328995"/>
                  </a:lnTo>
                  <a:lnTo>
                    <a:pt x="251037" y="329254"/>
                  </a:lnTo>
                  <a:lnTo>
                    <a:pt x="251045" y="329397"/>
                  </a:lnTo>
                  <a:lnTo>
                    <a:pt x="251291" y="329475"/>
                  </a:lnTo>
                  <a:lnTo>
                    <a:pt x="251427" y="329472"/>
                  </a:lnTo>
                  <a:lnTo>
                    <a:pt x="251636" y="329478"/>
                  </a:lnTo>
                  <a:lnTo>
                    <a:pt x="251741" y="329884"/>
                  </a:lnTo>
                  <a:lnTo>
                    <a:pt x="251511" y="330181"/>
                  </a:lnTo>
                  <a:lnTo>
                    <a:pt x="251427" y="330713"/>
                  </a:lnTo>
                  <a:lnTo>
                    <a:pt x="251480" y="331256"/>
                  </a:lnTo>
                  <a:lnTo>
                    <a:pt x="251363" y="331557"/>
                  </a:lnTo>
                  <a:lnTo>
                    <a:pt x="250995" y="331357"/>
                  </a:lnTo>
                  <a:lnTo>
                    <a:pt x="250583" y="331375"/>
                  </a:lnTo>
                  <a:lnTo>
                    <a:pt x="250351" y="331525"/>
                  </a:lnTo>
                  <a:lnTo>
                    <a:pt x="250312" y="331901"/>
                  </a:lnTo>
                  <a:lnTo>
                    <a:pt x="250292" y="332204"/>
                  </a:lnTo>
                  <a:lnTo>
                    <a:pt x="250463" y="332427"/>
                  </a:lnTo>
                  <a:lnTo>
                    <a:pt x="250538" y="332587"/>
                  </a:lnTo>
                  <a:lnTo>
                    <a:pt x="250601" y="332872"/>
                  </a:lnTo>
                  <a:lnTo>
                    <a:pt x="250657" y="333329"/>
                  </a:lnTo>
                  <a:lnTo>
                    <a:pt x="250498" y="333478"/>
                  </a:lnTo>
                  <a:lnTo>
                    <a:pt x="250263" y="333618"/>
                  </a:lnTo>
                  <a:lnTo>
                    <a:pt x="250088" y="334118"/>
                  </a:lnTo>
                  <a:lnTo>
                    <a:pt x="250165" y="334644"/>
                  </a:lnTo>
                  <a:lnTo>
                    <a:pt x="249755" y="334948"/>
                  </a:lnTo>
                  <a:lnTo>
                    <a:pt x="249607" y="334988"/>
                  </a:lnTo>
                  <a:lnTo>
                    <a:pt x="249515" y="335138"/>
                  </a:lnTo>
                  <a:lnTo>
                    <a:pt x="249521" y="335411"/>
                  </a:lnTo>
                  <a:lnTo>
                    <a:pt x="249794" y="335434"/>
                  </a:lnTo>
                  <a:lnTo>
                    <a:pt x="250104" y="335523"/>
                  </a:lnTo>
                  <a:lnTo>
                    <a:pt x="249936" y="335773"/>
                  </a:lnTo>
                  <a:lnTo>
                    <a:pt x="249108" y="335998"/>
                  </a:lnTo>
                  <a:lnTo>
                    <a:pt x="248749" y="336096"/>
                  </a:lnTo>
                  <a:lnTo>
                    <a:pt x="248596" y="336288"/>
                  </a:lnTo>
                  <a:lnTo>
                    <a:pt x="248528" y="336541"/>
                  </a:lnTo>
                  <a:lnTo>
                    <a:pt x="248487" y="336690"/>
                  </a:lnTo>
                  <a:lnTo>
                    <a:pt x="248706" y="337042"/>
                  </a:lnTo>
                  <a:lnTo>
                    <a:pt x="248826" y="337699"/>
                  </a:lnTo>
                  <a:lnTo>
                    <a:pt x="248839" y="338104"/>
                  </a:lnTo>
                  <a:lnTo>
                    <a:pt x="248996" y="338764"/>
                  </a:lnTo>
                  <a:lnTo>
                    <a:pt x="248855" y="339122"/>
                  </a:lnTo>
                  <a:lnTo>
                    <a:pt x="248674" y="339030"/>
                  </a:lnTo>
                  <a:lnTo>
                    <a:pt x="248390" y="339512"/>
                  </a:lnTo>
                  <a:lnTo>
                    <a:pt x="248233" y="339470"/>
                  </a:lnTo>
                  <a:lnTo>
                    <a:pt x="247861" y="339227"/>
                  </a:lnTo>
                  <a:lnTo>
                    <a:pt x="247464" y="339318"/>
                  </a:lnTo>
                  <a:lnTo>
                    <a:pt x="247267" y="339464"/>
                  </a:lnTo>
                  <a:lnTo>
                    <a:pt x="247100" y="339492"/>
                  </a:lnTo>
                  <a:lnTo>
                    <a:pt x="246400" y="339622"/>
                  </a:lnTo>
                  <a:lnTo>
                    <a:pt x="246283" y="339776"/>
                  </a:lnTo>
                  <a:lnTo>
                    <a:pt x="246057" y="339882"/>
                  </a:lnTo>
                  <a:lnTo>
                    <a:pt x="244403" y="340172"/>
                  </a:lnTo>
                  <a:lnTo>
                    <a:pt x="244242" y="340233"/>
                  </a:lnTo>
                  <a:lnTo>
                    <a:pt x="244024" y="340338"/>
                  </a:lnTo>
                  <a:lnTo>
                    <a:pt x="243407" y="340627"/>
                  </a:lnTo>
                  <a:lnTo>
                    <a:pt x="243333" y="340783"/>
                  </a:lnTo>
                  <a:lnTo>
                    <a:pt x="243444" y="341447"/>
                  </a:lnTo>
                  <a:lnTo>
                    <a:pt x="243152" y="341747"/>
                  </a:lnTo>
                  <a:lnTo>
                    <a:pt x="242558" y="342124"/>
                  </a:lnTo>
                  <a:lnTo>
                    <a:pt x="242407" y="342087"/>
                  </a:lnTo>
                  <a:lnTo>
                    <a:pt x="241932" y="342017"/>
                  </a:lnTo>
                  <a:lnTo>
                    <a:pt x="241397" y="342145"/>
                  </a:lnTo>
                  <a:lnTo>
                    <a:pt x="241136" y="342308"/>
                  </a:lnTo>
                  <a:lnTo>
                    <a:pt x="240041" y="341883"/>
                  </a:lnTo>
                  <a:lnTo>
                    <a:pt x="240046" y="341747"/>
                  </a:lnTo>
                  <a:lnTo>
                    <a:pt x="239687" y="341683"/>
                  </a:lnTo>
                  <a:lnTo>
                    <a:pt x="239270" y="341714"/>
                  </a:lnTo>
                  <a:lnTo>
                    <a:pt x="239043" y="341746"/>
                  </a:lnTo>
                  <a:lnTo>
                    <a:pt x="238760" y="342179"/>
                  </a:lnTo>
                  <a:lnTo>
                    <a:pt x="238350" y="341783"/>
                  </a:lnTo>
                  <a:lnTo>
                    <a:pt x="238311" y="341588"/>
                  </a:lnTo>
                  <a:lnTo>
                    <a:pt x="238141" y="341375"/>
                  </a:lnTo>
                  <a:lnTo>
                    <a:pt x="237966" y="341482"/>
                  </a:lnTo>
                  <a:lnTo>
                    <a:pt x="237935" y="341616"/>
                  </a:lnTo>
                  <a:lnTo>
                    <a:pt x="237688" y="341756"/>
                  </a:lnTo>
                  <a:lnTo>
                    <a:pt x="237224" y="341710"/>
                  </a:lnTo>
                  <a:lnTo>
                    <a:pt x="236850" y="341603"/>
                  </a:lnTo>
                  <a:lnTo>
                    <a:pt x="236721" y="341474"/>
                  </a:lnTo>
                  <a:lnTo>
                    <a:pt x="236632" y="341333"/>
                  </a:lnTo>
                  <a:lnTo>
                    <a:pt x="235858" y="341213"/>
                  </a:lnTo>
                  <a:lnTo>
                    <a:pt x="235666" y="340766"/>
                  </a:lnTo>
                  <a:lnTo>
                    <a:pt x="235677" y="340587"/>
                  </a:lnTo>
                  <a:lnTo>
                    <a:pt x="235646" y="340349"/>
                  </a:lnTo>
                  <a:lnTo>
                    <a:pt x="235491" y="340104"/>
                  </a:lnTo>
                  <a:lnTo>
                    <a:pt x="235354" y="340022"/>
                  </a:lnTo>
                  <a:lnTo>
                    <a:pt x="235200" y="339940"/>
                  </a:lnTo>
                  <a:lnTo>
                    <a:pt x="235040" y="339844"/>
                  </a:lnTo>
                  <a:lnTo>
                    <a:pt x="234753" y="339356"/>
                  </a:lnTo>
                  <a:lnTo>
                    <a:pt x="234848" y="339181"/>
                  </a:lnTo>
                  <a:lnTo>
                    <a:pt x="235106" y="338831"/>
                  </a:lnTo>
                  <a:lnTo>
                    <a:pt x="234623" y="338737"/>
                  </a:lnTo>
                  <a:lnTo>
                    <a:pt x="234276" y="338666"/>
                  </a:lnTo>
                  <a:lnTo>
                    <a:pt x="233265" y="338665"/>
                  </a:lnTo>
                  <a:lnTo>
                    <a:pt x="233220" y="338969"/>
                  </a:lnTo>
                  <a:lnTo>
                    <a:pt x="232913" y="339232"/>
                  </a:lnTo>
                  <a:lnTo>
                    <a:pt x="232716" y="339259"/>
                  </a:lnTo>
                  <a:lnTo>
                    <a:pt x="232564" y="339278"/>
                  </a:lnTo>
                  <a:lnTo>
                    <a:pt x="232134" y="339338"/>
                  </a:lnTo>
                  <a:lnTo>
                    <a:pt x="231860" y="339676"/>
                  </a:lnTo>
                  <a:lnTo>
                    <a:pt x="231758" y="339818"/>
                  </a:lnTo>
                  <a:lnTo>
                    <a:pt x="232011" y="340035"/>
                  </a:lnTo>
                  <a:lnTo>
                    <a:pt x="232020" y="340232"/>
                  </a:lnTo>
                  <a:lnTo>
                    <a:pt x="232020" y="340408"/>
                  </a:lnTo>
                  <a:lnTo>
                    <a:pt x="231829" y="340894"/>
                  </a:lnTo>
                  <a:lnTo>
                    <a:pt x="231686" y="341233"/>
                  </a:lnTo>
                  <a:lnTo>
                    <a:pt x="231697" y="341855"/>
                  </a:lnTo>
                  <a:lnTo>
                    <a:pt x="232280" y="341848"/>
                  </a:lnTo>
                  <a:lnTo>
                    <a:pt x="232542" y="342356"/>
                  </a:lnTo>
                  <a:lnTo>
                    <a:pt x="232675" y="342775"/>
                  </a:lnTo>
                  <a:lnTo>
                    <a:pt x="232761" y="343600"/>
                  </a:lnTo>
                  <a:lnTo>
                    <a:pt x="232743" y="344026"/>
                  </a:lnTo>
                  <a:lnTo>
                    <a:pt x="232795" y="344217"/>
                  </a:lnTo>
                  <a:lnTo>
                    <a:pt x="233110" y="344491"/>
                  </a:lnTo>
                  <a:lnTo>
                    <a:pt x="233182" y="344726"/>
                  </a:lnTo>
                  <a:lnTo>
                    <a:pt x="233020" y="344980"/>
                  </a:lnTo>
                  <a:lnTo>
                    <a:pt x="232878" y="345134"/>
                  </a:lnTo>
                  <a:lnTo>
                    <a:pt x="232339" y="345141"/>
                  </a:lnTo>
                  <a:lnTo>
                    <a:pt x="232163" y="345102"/>
                  </a:lnTo>
                  <a:lnTo>
                    <a:pt x="231755" y="345013"/>
                  </a:lnTo>
                  <a:lnTo>
                    <a:pt x="231577" y="345168"/>
                  </a:lnTo>
                  <a:lnTo>
                    <a:pt x="231801" y="345555"/>
                  </a:lnTo>
                  <a:lnTo>
                    <a:pt x="231857" y="345808"/>
                  </a:lnTo>
                  <a:lnTo>
                    <a:pt x="231842" y="346046"/>
                  </a:lnTo>
                  <a:lnTo>
                    <a:pt x="231647" y="346102"/>
                  </a:lnTo>
                  <a:lnTo>
                    <a:pt x="231127" y="346363"/>
                  </a:lnTo>
                  <a:lnTo>
                    <a:pt x="231097" y="346516"/>
                  </a:lnTo>
                  <a:lnTo>
                    <a:pt x="231107" y="346652"/>
                  </a:lnTo>
                  <a:lnTo>
                    <a:pt x="231292" y="347267"/>
                  </a:lnTo>
                  <a:lnTo>
                    <a:pt x="231652" y="347367"/>
                  </a:lnTo>
                  <a:lnTo>
                    <a:pt x="231867" y="347390"/>
                  </a:lnTo>
                  <a:lnTo>
                    <a:pt x="232146" y="347374"/>
                  </a:lnTo>
                  <a:lnTo>
                    <a:pt x="232604" y="347494"/>
                  </a:lnTo>
                  <a:lnTo>
                    <a:pt x="233326" y="348456"/>
                  </a:lnTo>
                  <a:lnTo>
                    <a:pt x="233402" y="348673"/>
                  </a:lnTo>
                  <a:lnTo>
                    <a:pt x="233512" y="348991"/>
                  </a:lnTo>
                  <a:lnTo>
                    <a:pt x="233563" y="349136"/>
                  </a:lnTo>
                  <a:lnTo>
                    <a:pt x="233787" y="349211"/>
                  </a:lnTo>
                  <a:lnTo>
                    <a:pt x="234009" y="349188"/>
                  </a:lnTo>
                  <a:lnTo>
                    <a:pt x="234202" y="349130"/>
                  </a:lnTo>
                  <a:lnTo>
                    <a:pt x="234625" y="348906"/>
                  </a:lnTo>
                  <a:lnTo>
                    <a:pt x="235309" y="348866"/>
                  </a:lnTo>
                  <a:lnTo>
                    <a:pt x="236269" y="348854"/>
                  </a:lnTo>
                  <a:lnTo>
                    <a:pt x="236669" y="348958"/>
                  </a:lnTo>
                  <a:lnTo>
                    <a:pt x="236831" y="349203"/>
                  </a:lnTo>
                  <a:lnTo>
                    <a:pt x="237873" y="349315"/>
                  </a:lnTo>
                  <a:lnTo>
                    <a:pt x="237668" y="349911"/>
                  </a:lnTo>
                  <a:lnTo>
                    <a:pt x="237520" y="350056"/>
                  </a:lnTo>
                  <a:lnTo>
                    <a:pt x="237061" y="350065"/>
                  </a:lnTo>
                  <a:lnTo>
                    <a:pt x="236971" y="350439"/>
                  </a:lnTo>
                  <a:lnTo>
                    <a:pt x="237503" y="350656"/>
                  </a:lnTo>
                  <a:lnTo>
                    <a:pt x="237877" y="350498"/>
                  </a:lnTo>
                  <a:lnTo>
                    <a:pt x="238662" y="350677"/>
                  </a:lnTo>
                  <a:lnTo>
                    <a:pt x="239267" y="350635"/>
                  </a:lnTo>
                  <a:lnTo>
                    <a:pt x="239615" y="350665"/>
                  </a:lnTo>
                  <a:lnTo>
                    <a:pt x="239790" y="350695"/>
                  </a:lnTo>
                  <a:lnTo>
                    <a:pt x="240123" y="350927"/>
                  </a:lnTo>
                  <a:lnTo>
                    <a:pt x="240367" y="351095"/>
                  </a:lnTo>
                  <a:lnTo>
                    <a:pt x="240772" y="350965"/>
                  </a:lnTo>
                  <a:lnTo>
                    <a:pt x="240906" y="350838"/>
                  </a:lnTo>
                  <a:lnTo>
                    <a:pt x="241191" y="350845"/>
                  </a:lnTo>
                  <a:lnTo>
                    <a:pt x="241731" y="350866"/>
                  </a:lnTo>
                  <a:lnTo>
                    <a:pt x="242155" y="351085"/>
                  </a:lnTo>
                  <a:lnTo>
                    <a:pt x="242208" y="351401"/>
                  </a:lnTo>
                  <a:lnTo>
                    <a:pt x="242707" y="351849"/>
                  </a:lnTo>
                  <a:lnTo>
                    <a:pt x="242726" y="352156"/>
                  </a:lnTo>
                  <a:lnTo>
                    <a:pt x="242679" y="352437"/>
                  </a:lnTo>
                  <a:lnTo>
                    <a:pt x="242830" y="352569"/>
                  </a:lnTo>
                  <a:lnTo>
                    <a:pt x="243078" y="352755"/>
                  </a:lnTo>
                  <a:lnTo>
                    <a:pt x="243257" y="352830"/>
                  </a:lnTo>
                  <a:lnTo>
                    <a:pt x="243546" y="352948"/>
                  </a:lnTo>
                  <a:lnTo>
                    <a:pt x="244090" y="352910"/>
                  </a:lnTo>
                  <a:lnTo>
                    <a:pt x="244269" y="352894"/>
                  </a:lnTo>
                  <a:lnTo>
                    <a:pt x="244594" y="352974"/>
                  </a:lnTo>
                  <a:lnTo>
                    <a:pt x="244772" y="353421"/>
                  </a:lnTo>
                  <a:lnTo>
                    <a:pt x="244533" y="353646"/>
                  </a:lnTo>
                  <a:lnTo>
                    <a:pt x="244209" y="353639"/>
                  </a:lnTo>
                  <a:lnTo>
                    <a:pt x="244104" y="353871"/>
                  </a:lnTo>
                  <a:lnTo>
                    <a:pt x="244470" y="354220"/>
                  </a:lnTo>
                  <a:lnTo>
                    <a:pt x="244439" y="354507"/>
                  </a:lnTo>
                  <a:lnTo>
                    <a:pt x="244290" y="354811"/>
                  </a:lnTo>
                  <a:lnTo>
                    <a:pt x="244195" y="354969"/>
                  </a:lnTo>
                  <a:lnTo>
                    <a:pt x="244179" y="355316"/>
                  </a:lnTo>
                  <a:lnTo>
                    <a:pt x="244388" y="355554"/>
                  </a:lnTo>
                  <a:lnTo>
                    <a:pt x="244905" y="355723"/>
                  </a:lnTo>
                  <a:lnTo>
                    <a:pt x="245103" y="355875"/>
                  </a:lnTo>
                  <a:lnTo>
                    <a:pt x="245144" y="356139"/>
                  </a:lnTo>
                  <a:lnTo>
                    <a:pt x="245049" y="356354"/>
                  </a:lnTo>
                  <a:lnTo>
                    <a:pt x="244607" y="356437"/>
                  </a:lnTo>
                  <a:lnTo>
                    <a:pt x="244097" y="356093"/>
                  </a:lnTo>
                  <a:lnTo>
                    <a:pt x="243804" y="356307"/>
                  </a:lnTo>
                  <a:lnTo>
                    <a:pt x="243787" y="356549"/>
                  </a:lnTo>
                  <a:lnTo>
                    <a:pt x="244137" y="356998"/>
                  </a:lnTo>
                  <a:lnTo>
                    <a:pt x="244183" y="357187"/>
                  </a:lnTo>
                  <a:lnTo>
                    <a:pt x="244017" y="357813"/>
                  </a:lnTo>
                  <a:lnTo>
                    <a:pt x="243809" y="358433"/>
                  </a:lnTo>
                  <a:lnTo>
                    <a:pt x="243631" y="358597"/>
                  </a:lnTo>
                  <a:lnTo>
                    <a:pt x="243644" y="358806"/>
                  </a:lnTo>
                  <a:lnTo>
                    <a:pt x="243667" y="358938"/>
                  </a:lnTo>
                  <a:lnTo>
                    <a:pt x="243728" y="359215"/>
                  </a:lnTo>
                  <a:lnTo>
                    <a:pt x="243926" y="359412"/>
                  </a:lnTo>
                  <a:lnTo>
                    <a:pt x="243750" y="360617"/>
                  </a:lnTo>
                  <a:lnTo>
                    <a:pt x="243738" y="361390"/>
                  </a:lnTo>
                  <a:lnTo>
                    <a:pt x="243748" y="361549"/>
                  </a:lnTo>
                  <a:lnTo>
                    <a:pt x="243960" y="361732"/>
                  </a:lnTo>
                  <a:lnTo>
                    <a:pt x="243831" y="362375"/>
                  </a:lnTo>
                  <a:lnTo>
                    <a:pt x="244078" y="362206"/>
                  </a:lnTo>
                  <a:lnTo>
                    <a:pt x="244234" y="362069"/>
                  </a:lnTo>
                  <a:lnTo>
                    <a:pt x="244650" y="361884"/>
                  </a:lnTo>
                  <a:lnTo>
                    <a:pt x="244855" y="362150"/>
                  </a:lnTo>
                  <a:lnTo>
                    <a:pt x="244836" y="362466"/>
                  </a:lnTo>
                  <a:lnTo>
                    <a:pt x="244689" y="362815"/>
                  </a:lnTo>
                  <a:lnTo>
                    <a:pt x="244553" y="363007"/>
                  </a:lnTo>
                  <a:lnTo>
                    <a:pt x="244369" y="363357"/>
                  </a:lnTo>
                  <a:lnTo>
                    <a:pt x="244696" y="363781"/>
                  </a:lnTo>
                  <a:lnTo>
                    <a:pt x="244574" y="364423"/>
                  </a:lnTo>
                  <a:lnTo>
                    <a:pt x="244919" y="364663"/>
                  </a:lnTo>
                  <a:lnTo>
                    <a:pt x="244483" y="364968"/>
                  </a:lnTo>
                  <a:lnTo>
                    <a:pt x="244641" y="365730"/>
                  </a:lnTo>
                  <a:lnTo>
                    <a:pt x="244772" y="365721"/>
                  </a:lnTo>
                  <a:lnTo>
                    <a:pt x="245563" y="365815"/>
                  </a:lnTo>
                  <a:lnTo>
                    <a:pt x="246074" y="365922"/>
                  </a:lnTo>
                  <a:lnTo>
                    <a:pt x="246952" y="366076"/>
                  </a:lnTo>
                  <a:lnTo>
                    <a:pt x="247512" y="366380"/>
                  </a:lnTo>
                  <a:lnTo>
                    <a:pt x="248113" y="365921"/>
                  </a:lnTo>
                  <a:lnTo>
                    <a:pt x="248122" y="365767"/>
                  </a:lnTo>
                  <a:lnTo>
                    <a:pt x="249090" y="366174"/>
                  </a:lnTo>
                  <a:lnTo>
                    <a:pt x="248866" y="366894"/>
                  </a:lnTo>
                  <a:lnTo>
                    <a:pt x="248796" y="367315"/>
                  </a:lnTo>
                  <a:lnTo>
                    <a:pt x="249241" y="367667"/>
                  </a:lnTo>
                  <a:lnTo>
                    <a:pt x="249434" y="367658"/>
                  </a:lnTo>
                  <a:lnTo>
                    <a:pt x="249925" y="367491"/>
                  </a:lnTo>
                  <a:lnTo>
                    <a:pt x="250315" y="367187"/>
                  </a:lnTo>
                  <a:lnTo>
                    <a:pt x="250741" y="367107"/>
                  </a:lnTo>
                  <a:lnTo>
                    <a:pt x="252317" y="366823"/>
                  </a:lnTo>
                  <a:lnTo>
                    <a:pt x="252871" y="366738"/>
                  </a:lnTo>
                  <a:lnTo>
                    <a:pt x="253632" y="366576"/>
                  </a:lnTo>
                  <a:lnTo>
                    <a:pt x="253688" y="366998"/>
                  </a:lnTo>
                  <a:lnTo>
                    <a:pt x="253637" y="367375"/>
                  </a:lnTo>
                  <a:lnTo>
                    <a:pt x="254029" y="367676"/>
                  </a:lnTo>
                  <a:lnTo>
                    <a:pt x="254482" y="367662"/>
                  </a:lnTo>
                  <a:lnTo>
                    <a:pt x="254756" y="368615"/>
                  </a:lnTo>
                  <a:lnTo>
                    <a:pt x="255108" y="368780"/>
                  </a:lnTo>
                  <a:lnTo>
                    <a:pt x="255463" y="368986"/>
                  </a:lnTo>
                  <a:lnTo>
                    <a:pt x="256794" y="369819"/>
                  </a:lnTo>
                  <a:lnTo>
                    <a:pt x="257344" y="370634"/>
                  </a:lnTo>
                  <a:lnTo>
                    <a:pt x="257497" y="370927"/>
                  </a:lnTo>
                  <a:lnTo>
                    <a:pt x="257583" y="371146"/>
                  </a:lnTo>
                  <a:lnTo>
                    <a:pt x="257723" y="371531"/>
                  </a:lnTo>
                  <a:lnTo>
                    <a:pt x="257869" y="371932"/>
                  </a:lnTo>
                  <a:lnTo>
                    <a:pt x="257922" y="372079"/>
                  </a:lnTo>
                  <a:lnTo>
                    <a:pt x="258996" y="373125"/>
                  </a:lnTo>
                  <a:lnTo>
                    <a:pt x="259196" y="373345"/>
                  </a:lnTo>
                  <a:lnTo>
                    <a:pt x="259258" y="373496"/>
                  </a:lnTo>
                  <a:lnTo>
                    <a:pt x="259876" y="373890"/>
                  </a:lnTo>
                  <a:lnTo>
                    <a:pt x="260277" y="374789"/>
                  </a:lnTo>
                  <a:lnTo>
                    <a:pt x="260957" y="374180"/>
                  </a:lnTo>
                  <a:lnTo>
                    <a:pt x="262482" y="374368"/>
                  </a:lnTo>
                  <a:lnTo>
                    <a:pt x="262934" y="374709"/>
                  </a:lnTo>
                  <a:lnTo>
                    <a:pt x="263883" y="373845"/>
                  </a:lnTo>
                  <a:lnTo>
                    <a:pt x="264101" y="374095"/>
                  </a:lnTo>
                  <a:lnTo>
                    <a:pt x="264658" y="374420"/>
                  </a:lnTo>
                  <a:lnTo>
                    <a:pt x="264747" y="374248"/>
                  </a:lnTo>
                  <a:lnTo>
                    <a:pt x="265176" y="372853"/>
                  </a:lnTo>
                  <a:lnTo>
                    <a:pt x="265111" y="372386"/>
                  </a:lnTo>
                  <a:lnTo>
                    <a:pt x="265125" y="371793"/>
                  </a:lnTo>
                  <a:lnTo>
                    <a:pt x="265374" y="371775"/>
                  </a:lnTo>
                  <a:lnTo>
                    <a:pt x="266347" y="370580"/>
                  </a:lnTo>
                  <a:lnTo>
                    <a:pt x="266710" y="370850"/>
                  </a:lnTo>
                  <a:lnTo>
                    <a:pt x="267277" y="371097"/>
                  </a:lnTo>
                  <a:lnTo>
                    <a:pt x="267641" y="371277"/>
                  </a:lnTo>
                  <a:lnTo>
                    <a:pt x="267980" y="371308"/>
                  </a:lnTo>
                  <a:lnTo>
                    <a:pt x="269053" y="369976"/>
                  </a:lnTo>
                  <a:lnTo>
                    <a:pt x="269400" y="370369"/>
                  </a:lnTo>
                  <a:lnTo>
                    <a:pt x="269495" y="370519"/>
                  </a:lnTo>
                  <a:lnTo>
                    <a:pt x="269673" y="370922"/>
                  </a:lnTo>
                  <a:lnTo>
                    <a:pt x="269688" y="371084"/>
                  </a:lnTo>
                  <a:lnTo>
                    <a:pt x="269651" y="371329"/>
                  </a:lnTo>
                  <a:lnTo>
                    <a:pt x="269710" y="371718"/>
                  </a:lnTo>
                  <a:lnTo>
                    <a:pt x="270114" y="371260"/>
                  </a:lnTo>
                  <a:lnTo>
                    <a:pt x="270370" y="370911"/>
                  </a:lnTo>
                  <a:lnTo>
                    <a:pt x="270517" y="370765"/>
                  </a:lnTo>
                  <a:lnTo>
                    <a:pt x="270665" y="370659"/>
                  </a:lnTo>
                  <a:lnTo>
                    <a:pt x="270829" y="370542"/>
                  </a:lnTo>
                  <a:lnTo>
                    <a:pt x="271618" y="370127"/>
                  </a:lnTo>
                  <a:lnTo>
                    <a:pt x="271992" y="370095"/>
                  </a:lnTo>
                  <a:lnTo>
                    <a:pt x="271952" y="369781"/>
                  </a:lnTo>
                  <a:lnTo>
                    <a:pt x="271828" y="369201"/>
                  </a:lnTo>
                  <a:lnTo>
                    <a:pt x="272729" y="368404"/>
                  </a:lnTo>
                  <a:lnTo>
                    <a:pt x="273008" y="368186"/>
                  </a:lnTo>
                  <a:lnTo>
                    <a:pt x="273602" y="367400"/>
                  </a:lnTo>
                  <a:lnTo>
                    <a:pt x="273706" y="367262"/>
                  </a:lnTo>
                  <a:lnTo>
                    <a:pt x="274491" y="366380"/>
                  </a:lnTo>
                  <a:lnTo>
                    <a:pt x="275640" y="366875"/>
                  </a:lnTo>
                  <a:lnTo>
                    <a:pt x="275627" y="366971"/>
                  </a:lnTo>
                  <a:lnTo>
                    <a:pt x="274340" y="367562"/>
                  </a:lnTo>
                  <a:lnTo>
                    <a:pt x="274089" y="367722"/>
                  </a:lnTo>
                  <a:lnTo>
                    <a:pt x="273793" y="367908"/>
                  </a:lnTo>
                  <a:lnTo>
                    <a:pt x="272936" y="369161"/>
                  </a:lnTo>
                  <a:lnTo>
                    <a:pt x="272657" y="369947"/>
                  </a:lnTo>
                  <a:lnTo>
                    <a:pt x="273069" y="369916"/>
                  </a:lnTo>
                  <a:lnTo>
                    <a:pt x="273724" y="371129"/>
                  </a:lnTo>
                  <a:lnTo>
                    <a:pt x="273363" y="371606"/>
                  </a:lnTo>
                  <a:lnTo>
                    <a:pt x="273171" y="372188"/>
                  </a:lnTo>
                  <a:lnTo>
                    <a:pt x="273669" y="372304"/>
                  </a:lnTo>
                  <a:lnTo>
                    <a:pt x="273862" y="372539"/>
                  </a:lnTo>
                  <a:lnTo>
                    <a:pt x="273781" y="372867"/>
                  </a:lnTo>
                  <a:lnTo>
                    <a:pt x="273691" y="373458"/>
                  </a:lnTo>
                  <a:lnTo>
                    <a:pt x="274067" y="374444"/>
                  </a:lnTo>
                  <a:lnTo>
                    <a:pt x="274469" y="375517"/>
                  </a:lnTo>
                  <a:lnTo>
                    <a:pt x="274466" y="375742"/>
                  </a:lnTo>
                  <a:lnTo>
                    <a:pt x="274452" y="375939"/>
                  </a:lnTo>
                  <a:lnTo>
                    <a:pt x="274411" y="376547"/>
                  </a:lnTo>
                  <a:lnTo>
                    <a:pt x="274421" y="376749"/>
                  </a:lnTo>
                  <a:lnTo>
                    <a:pt x="274436" y="376883"/>
                  </a:lnTo>
                  <a:lnTo>
                    <a:pt x="274445" y="377128"/>
                  </a:lnTo>
                  <a:lnTo>
                    <a:pt x="274397" y="377626"/>
                  </a:lnTo>
                  <a:lnTo>
                    <a:pt x="274542" y="377840"/>
                  </a:lnTo>
                  <a:lnTo>
                    <a:pt x="274656" y="377987"/>
                  </a:lnTo>
                  <a:lnTo>
                    <a:pt x="274843" y="378717"/>
                  </a:lnTo>
                  <a:lnTo>
                    <a:pt x="274713" y="378928"/>
                  </a:lnTo>
                  <a:lnTo>
                    <a:pt x="275012" y="380063"/>
                  </a:lnTo>
                  <a:lnTo>
                    <a:pt x="274974" y="380643"/>
                  </a:lnTo>
                  <a:lnTo>
                    <a:pt x="275251" y="381026"/>
                  </a:lnTo>
                  <a:lnTo>
                    <a:pt x="275444" y="381263"/>
                  </a:lnTo>
                  <a:lnTo>
                    <a:pt x="275502" y="381493"/>
                  </a:lnTo>
                  <a:lnTo>
                    <a:pt x="275369" y="381729"/>
                  </a:lnTo>
                  <a:lnTo>
                    <a:pt x="275165" y="381986"/>
                  </a:lnTo>
                  <a:lnTo>
                    <a:pt x="275097" y="382219"/>
                  </a:lnTo>
                  <a:lnTo>
                    <a:pt x="275118" y="382499"/>
                  </a:lnTo>
                  <a:lnTo>
                    <a:pt x="275101" y="382979"/>
                  </a:lnTo>
                  <a:lnTo>
                    <a:pt x="275057" y="383404"/>
                  </a:lnTo>
                  <a:lnTo>
                    <a:pt x="275160" y="383730"/>
                  </a:lnTo>
                  <a:lnTo>
                    <a:pt x="275383" y="384364"/>
                  </a:lnTo>
                  <a:lnTo>
                    <a:pt x="275443" y="384590"/>
                  </a:lnTo>
                  <a:lnTo>
                    <a:pt x="275553" y="385275"/>
                  </a:lnTo>
                  <a:lnTo>
                    <a:pt x="275723" y="385393"/>
                  </a:lnTo>
                  <a:lnTo>
                    <a:pt x="275965" y="385647"/>
                  </a:lnTo>
                  <a:lnTo>
                    <a:pt x="275899" y="385877"/>
                  </a:lnTo>
                  <a:lnTo>
                    <a:pt x="276119" y="386301"/>
                  </a:lnTo>
                  <a:lnTo>
                    <a:pt x="276171" y="386567"/>
                  </a:lnTo>
                  <a:lnTo>
                    <a:pt x="276075" y="387050"/>
                  </a:lnTo>
                  <a:lnTo>
                    <a:pt x="276181" y="387369"/>
                  </a:lnTo>
                  <a:lnTo>
                    <a:pt x="276161" y="387647"/>
                  </a:lnTo>
                  <a:lnTo>
                    <a:pt x="275667" y="389461"/>
                  </a:lnTo>
                  <a:lnTo>
                    <a:pt x="276323" y="390942"/>
                  </a:lnTo>
                  <a:lnTo>
                    <a:pt x="276129" y="391284"/>
                  </a:lnTo>
                  <a:lnTo>
                    <a:pt x="275946" y="391595"/>
                  </a:lnTo>
                  <a:lnTo>
                    <a:pt x="275564" y="391589"/>
                  </a:lnTo>
                  <a:lnTo>
                    <a:pt x="275445" y="392006"/>
                  </a:lnTo>
                  <a:lnTo>
                    <a:pt x="275342" y="393034"/>
                  </a:lnTo>
                  <a:lnTo>
                    <a:pt x="275545" y="393357"/>
                  </a:lnTo>
                  <a:lnTo>
                    <a:pt x="275672" y="393666"/>
                  </a:lnTo>
                  <a:lnTo>
                    <a:pt x="275679" y="394068"/>
                  </a:lnTo>
                  <a:lnTo>
                    <a:pt x="275800" y="394291"/>
                  </a:lnTo>
                  <a:lnTo>
                    <a:pt x="275546" y="395327"/>
                  </a:lnTo>
                  <a:lnTo>
                    <a:pt x="275269" y="395779"/>
                  </a:lnTo>
                  <a:lnTo>
                    <a:pt x="275098" y="396360"/>
                  </a:lnTo>
                  <a:lnTo>
                    <a:pt x="274923" y="396686"/>
                  </a:lnTo>
                  <a:lnTo>
                    <a:pt x="274882" y="396836"/>
                  </a:lnTo>
                  <a:lnTo>
                    <a:pt x="274970" y="397216"/>
                  </a:lnTo>
                  <a:lnTo>
                    <a:pt x="275238" y="397864"/>
                  </a:lnTo>
                  <a:lnTo>
                    <a:pt x="275254" y="398981"/>
                  </a:lnTo>
                  <a:lnTo>
                    <a:pt x="274733" y="400188"/>
                  </a:lnTo>
                  <a:lnTo>
                    <a:pt x="274328" y="400483"/>
                  </a:lnTo>
                  <a:lnTo>
                    <a:pt x="274352" y="400803"/>
                  </a:lnTo>
                  <a:lnTo>
                    <a:pt x="274362" y="401369"/>
                  </a:lnTo>
                  <a:lnTo>
                    <a:pt x="274333" y="401549"/>
                  </a:lnTo>
                  <a:lnTo>
                    <a:pt x="274237" y="401856"/>
                  </a:lnTo>
                  <a:lnTo>
                    <a:pt x="274208" y="402216"/>
                  </a:lnTo>
                  <a:lnTo>
                    <a:pt x="274209" y="402373"/>
                  </a:lnTo>
                  <a:lnTo>
                    <a:pt x="274434" y="402652"/>
                  </a:lnTo>
                  <a:lnTo>
                    <a:pt x="274746" y="402796"/>
                  </a:lnTo>
                  <a:lnTo>
                    <a:pt x="274892" y="402914"/>
                  </a:lnTo>
                  <a:lnTo>
                    <a:pt x="275136" y="403202"/>
                  </a:lnTo>
                  <a:lnTo>
                    <a:pt x="275091" y="403780"/>
                  </a:lnTo>
                  <a:lnTo>
                    <a:pt x="275061" y="404055"/>
                  </a:lnTo>
                  <a:lnTo>
                    <a:pt x="275021" y="404188"/>
                  </a:lnTo>
                  <a:lnTo>
                    <a:pt x="274441" y="404541"/>
                  </a:lnTo>
                  <a:lnTo>
                    <a:pt x="273922" y="405264"/>
                  </a:lnTo>
                  <a:lnTo>
                    <a:pt x="273520" y="405328"/>
                  </a:lnTo>
                  <a:lnTo>
                    <a:pt x="272953" y="405359"/>
                  </a:lnTo>
                  <a:lnTo>
                    <a:pt x="272618" y="405323"/>
                  </a:lnTo>
                  <a:lnTo>
                    <a:pt x="272128" y="404964"/>
                  </a:lnTo>
                  <a:lnTo>
                    <a:pt x="270385" y="405516"/>
                  </a:lnTo>
                  <a:lnTo>
                    <a:pt x="269967" y="405409"/>
                  </a:lnTo>
                  <a:lnTo>
                    <a:pt x="269676" y="405084"/>
                  </a:lnTo>
                  <a:lnTo>
                    <a:pt x="269466" y="405019"/>
                  </a:lnTo>
                  <a:lnTo>
                    <a:pt x="269261" y="404942"/>
                  </a:lnTo>
                  <a:lnTo>
                    <a:pt x="268545" y="404986"/>
                  </a:lnTo>
                  <a:lnTo>
                    <a:pt x="267847" y="404968"/>
                  </a:lnTo>
                  <a:lnTo>
                    <a:pt x="267681" y="405281"/>
                  </a:lnTo>
                  <a:lnTo>
                    <a:pt x="267420" y="405535"/>
                  </a:lnTo>
                  <a:lnTo>
                    <a:pt x="267350" y="405931"/>
                  </a:lnTo>
                  <a:lnTo>
                    <a:pt x="266860" y="405923"/>
                  </a:lnTo>
                  <a:lnTo>
                    <a:pt x="266421" y="405495"/>
                  </a:lnTo>
                  <a:lnTo>
                    <a:pt x="266208" y="405606"/>
                  </a:lnTo>
                  <a:lnTo>
                    <a:pt x="266063" y="405724"/>
                  </a:lnTo>
                  <a:lnTo>
                    <a:pt x="265588" y="405296"/>
                  </a:lnTo>
                  <a:lnTo>
                    <a:pt x="265199" y="405117"/>
                  </a:lnTo>
                  <a:lnTo>
                    <a:pt x="264899" y="405240"/>
                  </a:lnTo>
                  <a:lnTo>
                    <a:pt x="264700" y="405595"/>
                  </a:lnTo>
                  <a:lnTo>
                    <a:pt x="264141" y="406033"/>
                  </a:lnTo>
                  <a:lnTo>
                    <a:pt x="263925" y="406121"/>
                  </a:lnTo>
                  <a:lnTo>
                    <a:pt x="263550" y="406168"/>
                  </a:lnTo>
                  <a:lnTo>
                    <a:pt x="263097" y="406646"/>
                  </a:lnTo>
                  <a:lnTo>
                    <a:pt x="262667" y="407053"/>
                  </a:lnTo>
                  <a:lnTo>
                    <a:pt x="261710" y="407442"/>
                  </a:lnTo>
                  <a:lnTo>
                    <a:pt x="261512" y="407761"/>
                  </a:lnTo>
                  <a:lnTo>
                    <a:pt x="261337" y="407822"/>
                  </a:lnTo>
                  <a:lnTo>
                    <a:pt x="261102" y="408232"/>
                  </a:lnTo>
                  <a:lnTo>
                    <a:pt x="260902" y="408422"/>
                  </a:lnTo>
                  <a:lnTo>
                    <a:pt x="260760" y="408436"/>
                  </a:lnTo>
                  <a:lnTo>
                    <a:pt x="260176" y="408639"/>
                  </a:lnTo>
                  <a:lnTo>
                    <a:pt x="260014" y="408774"/>
                  </a:lnTo>
                  <a:lnTo>
                    <a:pt x="259802" y="408926"/>
                  </a:lnTo>
                  <a:lnTo>
                    <a:pt x="259287" y="409100"/>
                  </a:lnTo>
                  <a:lnTo>
                    <a:pt x="258937" y="409050"/>
                  </a:lnTo>
                  <a:lnTo>
                    <a:pt x="258757" y="409038"/>
                  </a:lnTo>
                  <a:lnTo>
                    <a:pt x="258583" y="408980"/>
                  </a:lnTo>
                  <a:lnTo>
                    <a:pt x="258284" y="409378"/>
                  </a:lnTo>
                  <a:lnTo>
                    <a:pt x="257852" y="409978"/>
                  </a:lnTo>
                  <a:lnTo>
                    <a:pt x="257398" y="410271"/>
                  </a:lnTo>
                  <a:lnTo>
                    <a:pt x="256838" y="411265"/>
                  </a:lnTo>
                  <a:lnTo>
                    <a:pt x="256595" y="412032"/>
                  </a:lnTo>
                  <a:lnTo>
                    <a:pt x="256729" y="412136"/>
                  </a:lnTo>
                  <a:lnTo>
                    <a:pt x="256741" y="412279"/>
                  </a:lnTo>
                  <a:lnTo>
                    <a:pt x="257063" y="412800"/>
                  </a:lnTo>
                  <a:lnTo>
                    <a:pt x="257025" y="412983"/>
                  </a:lnTo>
                  <a:lnTo>
                    <a:pt x="256858" y="413353"/>
                  </a:lnTo>
                  <a:lnTo>
                    <a:pt x="256486" y="413506"/>
                  </a:lnTo>
                  <a:lnTo>
                    <a:pt x="254810" y="414696"/>
                  </a:lnTo>
                  <a:lnTo>
                    <a:pt x="254374" y="416302"/>
                  </a:lnTo>
                  <a:lnTo>
                    <a:pt x="254261" y="416586"/>
                  </a:lnTo>
                  <a:lnTo>
                    <a:pt x="254229" y="416732"/>
                  </a:lnTo>
                  <a:lnTo>
                    <a:pt x="254135" y="417040"/>
                  </a:lnTo>
                  <a:lnTo>
                    <a:pt x="253237" y="417897"/>
                  </a:lnTo>
                  <a:lnTo>
                    <a:pt x="252331" y="418508"/>
                  </a:lnTo>
                  <a:lnTo>
                    <a:pt x="252157" y="420117"/>
                  </a:lnTo>
                  <a:lnTo>
                    <a:pt x="252335" y="420279"/>
                  </a:lnTo>
                  <a:lnTo>
                    <a:pt x="252405" y="420430"/>
                  </a:lnTo>
                  <a:lnTo>
                    <a:pt x="252591" y="420953"/>
                  </a:lnTo>
                  <a:lnTo>
                    <a:pt x="252576" y="421444"/>
                  </a:lnTo>
                  <a:lnTo>
                    <a:pt x="252546" y="421655"/>
                  </a:lnTo>
                  <a:lnTo>
                    <a:pt x="252457" y="422074"/>
                  </a:lnTo>
                  <a:lnTo>
                    <a:pt x="252059" y="423301"/>
                  </a:lnTo>
                  <a:lnTo>
                    <a:pt x="251794" y="423328"/>
                  </a:lnTo>
                  <a:lnTo>
                    <a:pt x="251639" y="423364"/>
                  </a:lnTo>
                  <a:lnTo>
                    <a:pt x="251372" y="423483"/>
                  </a:lnTo>
                  <a:lnTo>
                    <a:pt x="251077" y="423544"/>
                  </a:lnTo>
                  <a:lnTo>
                    <a:pt x="250905" y="423475"/>
                  </a:lnTo>
                  <a:lnTo>
                    <a:pt x="250655" y="423430"/>
                  </a:lnTo>
                  <a:lnTo>
                    <a:pt x="250447" y="423420"/>
                  </a:lnTo>
                  <a:lnTo>
                    <a:pt x="250152" y="423822"/>
                  </a:lnTo>
                  <a:lnTo>
                    <a:pt x="249781" y="424152"/>
                  </a:lnTo>
                  <a:lnTo>
                    <a:pt x="249564" y="424296"/>
                  </a:lnTo>
                  <a:lnTo>
                    <a:pt x="249406" y="424356"/>
                  </a:lnTo>
                  <a:lnTo>
                    <a:pt x="248972" y="424322"/>
                  </a:lnTo>
                  <a:lnTo>
                    <a:pt x="248822" y="424073"/>
                  </a:lnTo>
                  <a:lnTo>
                    <a:pt x="248765" y="423832"/>
                  </a:lnTo>
                  <a:lnTo>
                    <a:pt x="248540" y="423750"/>
                  </a:lnTo>
                  <a:lnTo>
                    <a:pt x="248342" y="423634"/>
                  </a:lnTo>
                  <a:lnTo>
                    <a:pt x="248202" y="423572"/>
                  </a:lnTo>
                  <a:lnTo>
                    <a:pt x="248071" y="423519"/>
                  </a:lnTo>
                  <a:lnTo>
                    <a:pt x="247777" y="423649"/>
                  </a:lnTo>
                  <a:lnTo>
                    <a:pt x="247618" y="423788"/>
                  </a:lnTo>
                  <a:lnTo>
                    <a:pt x="247455" y="424031"/>
                  </a:lnTo>
                  <a:lnTo>
                    <a:pt x="247139" y="424147"/>
                  </a:lnTo>
                  <a:lnTo>
                    <a:pt x="246807" y="423862"/>
                  </a:lnTo>
                  <a:lnTo>
                    <a:pt x="247009" y="423528"/>
                  </a:lnTo>
                  <a:lnTo>
                    <a:pt x="247099" y="423371"/>
                  </a:lnTo>
                  <a:lnTo>
                    <a:pt x="247158" y="422999"/>
                  </a:lnTo>
                  <a:lnTo>
                    <a:pt x="247072" y="422771"/>
                  </a:lnTo>
                  <a:lnTo>
                    <a:pt x="246839" y="422475"/>
                  </a:lnTo>
                  <a:lnTo>
                    <a:pt x="246668" y="422492"/>
                  </a:lnTo>
                  <a:lnTo>
                    <a:pt x="246197" y="422256"/>
                  </a:lnTo>
                  <a:lnTo>
                    <a:pt x="245746" y="422348"/>
                  </a:lnTo>
                  <a:lnTo>
                    <a:pt x="245416" y="422241"/>
                  </a:lnTo>
                  <a:lnTo>
                    <a:pt x="245354" y="422071"/>
                  </a:lnTo>
                  <a:lnTo>
                    <a:pt x="245102" y="421731"/>
                  </a:lnTo>
                  <a:lnTo>
                    <a:pt x="245065" y="421517"/>
                  </a:lnTo>
                  <a:lnTo>
                    <a:pt x="244960" y="421205"/>
                  </a:lnTo>
                  <a:lnTo>
                    <a:pt x="245091" y="420964"/>
                  </a:lnTo>
                  <a:lnTo>
                    <a:pt x="245293" y="420584"/>
                  </a:lnTo>
                  <a:lnTo>
                    <a:pt x="245418" y="420232"/>
                  </a:lnTo>
                  <a:lnTo>
                    <a:pt x="245330" y="419886"/>
                  </a:lnTo>
                  <a:lnTo>
                    <a:pt x="245307" y="419669"/>
                  </a:lnTo>
                  <a:lnTo>
                    <a:pt x="245136" y="419048"/>
                  </a:lnTo>
                  <a:lnTo>
                    <a:pt x="245180" y="418901"/>
                  </a:lnTo>
                  <a:lnTo>
                    <a:pt x="245408" y="418723"/>
                  </a:lnTo>
                  <a:lnTo>
                    <a:pt x="245354" y="418148"/>
                  </a:lnTo>
                  <a:lnTo>
                    <a:pt x="245369" y="417916"/>
                  </a:lnTo>
                  <a:lnTo>
                    <a:pt x="245603" y="417640"/>
                  </a:lnTo>
                  <a:lnTo>
                    <a:pt x="245757" y="417227"/>
                  </a:lnTo>
                  <a:lnTo>
                    <a:pt x="245876" y="416675"/>
                  </a:lnTo>
                  <a:lnTo>
                    <a:pt x="246046" y="416206"/>
                  </a:lnTo>
                  <a:lnTo>
                    <a:pt x="246078" y="415886"/>
                  </a:lnTo>
                  <a:lnTo>
                    <a:pt x="245941" y="415969"/>
                  </a:lnTo>
                  <a:lnTo>
                    <a:pt x="245436" y="415992"/>
                  </a:lnTo>
                  <a:lnTo>
                    <a:pt x="245270" y="416073"/>
                  </a:lnTo>
                  <a:lnTo>
                    <a:pt x="244860" y="415599"/>
                  </a:lnTo>
                  <a:lnTo>
                    <a:pt x="244721" y="415625"/>
                  </a:lnTo>
                  <a:lnTo>
                    <a:pt x="244465" y="415626"/>
                  </a:lnTo>
                  <a:lnTo>
                    <a:pt x="244220" y="415540"/>
                  </a:lnTo>
                  <a:lnTo>
                    <a:pt x="244303" y="415369"/>
                  </a:lnTo>
                  <a:lnTo>
                    <a:pt x="244276" y="415209"/>
                  </a:lnTo>
                  <a:lnTo>
                    <a:pt x="244036" y="415156"/>
                  </a:lnTo>
                  <a:lnTo>
                    <a:pt x="243905" y="414964"/>
                  </a:lnTo>
                  <a:lnTo>
                    <a:pt x="243691" y="414783"/>
                  </a:lnTo>
                  <a:lnTo>
                    <a:pt x="243606" y="414515"/>
                  </a:lnTo>
                  <a:lnTo>
                    <a:pt x="243589" y="414312"/>
                  </a:lnTo>
                  <a:lnTo>
                    <a:pt x="243606" y="414073"/>
                  </a:lnTo>
                  <a:lnTo>
                    <a:pt x="243662" y="413938"/>
                  </a:lnTo>
                  <a:lnTo>
                    <a:pt x="243421" y="413696"/>
                  </a:lnTo>
                  <a:lnTo>
                    <a:pt x="243134" y="413637"/>
                  </a:lnTo>
                  <a:lnTo>
                    <a:pt x="242547" y="413541"/>
                  </a:lnTo>
                  <a:lnTo>
                    <a:pt x="242006" y="413644"/>
                  </a:lnTo>
                  <a:lnTo>
                    <a:pt x="241419" y="413937"/>
                  </a:lnTo>
                  <a:lnTo>
                    <a:pt x="241468" y="414239"/>
                  </a:lnTo>
                  <a:lnTo>
                    <a:pt x="241536" y="414384"/>
                  </a:lnTo>
                  <a:lnTo>
                    <a:pt x="241576" y="414714"/>
                  </a:lnTo>
                  <a:lnTo>
                    <a:pt x="241490" y="414862"/>
                  </a:lnTo>
                  <a:lnTo>
                    <a:pt x="241084" y="415077"/>
                  </a:lnTo>
                  <a:lnTo>
                    <a:pt x="240783" y="415332"/>
                  </a:lnTo>
                  <a:lnTo>
                    <a:pt x="240510" y="415572"/>
                  </a:lnTo>
                  <a:lnTo>
                    <a:pt x="240457" y="415802"/>
                  </a:lnTo>
                  <a:lnTo>
                    <a:pt x="240595" y="416109"/>
                  </a:lnTo>
                  <a:lnTo>
                    <a:pt x="240832" y="416222"/>
                  </a:lnTo>
                  <a:lnTo>
                    <a:pt x="240560" y="416503"/>
                  </a:lnTo>
                  <a:lnTo>
                    <a:pt x="240543" y="416673"/>
                  </a:lnTo>
                  <a:lnTo>
                    <a:pt x="240672" y="416946"/>
                  </a:lnTo>
                  <a:lnTo>
                    <a:pt x="240959" y="417096"/>
                  </a:lnTo>
                  <a:lnTo>
                    <a:pt x="240969" y="417247"/>
                  </a:lnTo>
                  <a:lnTo>
                    <a:pt x="240618" y="417536"/>
                  </a:lnTo>
                  <a:lnTo>
                    <a:pt x="240147" y="418280"/>
                  </a:lnTo>
                  <a:lnTo>
                    <a:pt x="239964" y="418290"/>
                  </a:lnTo>
                  <a:lnTo>
                    <a:pt x="239835" y="418294"/>
                  </a:lnTo>
                  <a:lnTo>
                    <a:pt x="239499" y="418253"/>
                  </a:lnTo>
                  <a:lnTo>
                    <a:pt x="239195" y="418142"/>
                  </a:lnTo>
                  <a:lnTo>
                    <a:pt x="238844" y="418104"/>
                  </a:lnTo>
                  <a:lnTo>
                    <a:pt x="238388" y="417989"/>
                  </a:lnTo>
                  <a:lnTo>
                    <a:pt x="238150" y="417842"/>
                  </a:lnTo>
                  <a:lnTo>
                    <a:pt x="237770" y="417882"/>
                  </a:lnTo>
                  <a:lnTo>
                    <a:pt x="237597" y="417745"/>
                  </a:lnTo>
                  <a:lnTo>
                    <a:pt x="237315" y="417337"/>
                  </a:lnTo>
                  <a:lnTo>
                    <a:pt x="237021" y="417390"/>
                  </a:lnTo>
                  <a:lnTo>
                    <a:pt x="236966" y="417628"/>
                  </a:lnTo>
                  <a:lnTo>
                    <a:pt x="236896" y="417785"/>
                  </a:lnTo>
                  <a:lnTo>
                    <a:pt x="236682" y="418078"/>
                  </a:lnTo>
                  <a:lnTo>
                    <a:pt x="236611" y="418255"/>
                  </a:lnTo>
                  <a:lnTo>
                    <a:pt x="236501" y="418545"/>
                  </a:lnTo>
                  <a:lnTo>
                    <a:pt x="236275" y="418588"/>
                  </a:lnTo>
                  <a:lnTo>
                    <a:pt x="236392" y="418943"/>
                  </a:lnTo>
                  <a:lnTo>
                    <a:pt x="236471" y="419305"/>
                  </a:lnTo>
                  <a:lnTo>
                    <a:pt x="236227" y="419403"/>
                  </a:lnTo>
                  <a:lnTo>
                    <a:pt x="236181" y="419576"/>
                  </a:lnTo>
                  <a:lnTo>
                    <a:pt x="236142" y="419818"/>
                  </a:lnTo>
                  <a:lnTo>
                    <a:pt x="235827" y="420137"/>
                  </a:lnTo>
                  <a:lnTo>
                    <a:pt x="235699" y="419973"/>
                  </a:lnTo>
                  <a:lnTo>
                    <a:pt x="235619" y="419721"/>
                  </a:lnTo>
                  <a:lnTo>
                    <a:pt x="235329" y="419749"/>
                  </a:lnTo>
                  <a:lnTo>
                    <a:pt x="235250" y="419547"/>
                  </a:lnTo>
                  <a:lnTo>
                    <a:pt x="235188" y="419273"/>
                  </a:lnTo>
                  <a:lnTo>
                    <a:pt x="235255" y="419027"/>
                  </a:lnTo>
                  <a:lnTo>
                    <a:pt x="234986" y="418675"/>
                  </a:lnTo>
                  <a:lnTo>
                    <a:pt x="234566" y="418827"/>
                  </a:lnTo>
                  <a:lnTo>
                    <a:pt x="234437" y="418882"/>
                  </a:lnTo>
                  <a:lnTo>
                    <a:pt x="234304" y="419151"/>
                  </a:lnTo>
                  <a:lnTo>
                    <a:pt x="234056" y="419314"/>
                  </a:lnTo>
                  <a:lnTo>
                    <a:pt x="233532" y="419781"/>
                  </a:lnTo>
                  <a:lnTo>
                    <a:pt x="233535" y="419951"/>
                  </a:lnTo>
                  <a:lnTo>
                    <a:pt x="233475" y="420253"/>
                  </a:lnTo>
                  <a:lnTo>
                    <a:pt x="233238" y="419957"/>
                  </a:lnTo>
                  <a:lnTo>
                    <a:pt x="233102" y="419883"/>
                  </a:lnTo>
                  <a:lnTo>
                    <a:pt x="232709" y="419565"/>
                  </a:lnTo>
                  <a:lnTo>
                    <a:pt x="232489" y="419667"/>
                  </a:lnTo>
                  <a:lnTo>
                    <a:pt x="232027" y="419901"/>
                  </a:lnTo>
                  <a:lnTo>
                    <a:pt x="231731" y="419919"/>
                  </a:lnTo>
                  <a:lnTo>
                    <a:pt x="231512" y="419972"/>
                  </a:lnTo>
                  <a:lnTo>
                    <a:pt x="231200" y="420206"/>
                  </a:lnTo>
                  <a:lnTo>
                    <a:pt x="230830" y="419958"/>
                  </a:lnTo>
                  <a:lnTo>
                    <a:pt x="230652" y="419727"/>
                  </a:lnTo>
                  <a:lnTo>
                    <a:pt x="230509" y="419742"/>
                  </a:lnTo>
                  <a:lnTo>
                    <a:pt x="229636" y="419992"/>
                  </a:lnTo>
                  <a:lnTo>
                    <a:pt x="229590" y="420247"/>
                  </a:lnTo>
                  <a:lnTo>
                    <a:pt x="229400" y="420504"/>
                  </a:lnTo>
                  <a:lnTo>
                    <a:pt x="229234" y="420660"/>
                  </a:lnTo>
                  <a:lnTo>
                    <a:pt x="229066" y="420737"/>
                  </a:lnTo>
                  <a:lnTo>
                    <a:pt x="228828" y="420568"/>
                  </a:lnTo>
                  <a:lnTo>
                    <a:pt x="228652" y="420340"/>
                  </a:lnTo>
                  <a:lnTo>
                    <a:pt x="228556" y="420126"/>
                  </a:lnTo>
                  <a:lnTo>
                    <a:pt x="228431" y="419955"/>
                  </a:lnTo>
                  <a:lnTo>
                    <a:pt x="228289" y="419929"/>
                  </a:lnTo>
                  <a:lnTo>
                    <a:pt x="227993" y="419679"/>
                  </a:lnTo>
                  <a:lnTo>
                    <a:pt x="227658" y="419637"/>
                  </a:lnTo>
                  <a:lnTo>
                    <a:pt x="227383" y="419727"/>
                  </a:lnTo>
                  <a:lnTo>
                    <a:pt x="227195" y="419697"/>
                  </a:lnTo>
                  <a:lnTo>
                    <a:pt x="226949" y="419556"/>
                  </a:lnTo>
                  <a:lnTo>
                    <a:pt x="226701" y="419348"/>
                  </a:lnTo>
                  <a:lnTo>
                    <a:pt x="226765" y="419208"/>
                  </a:lnTo>
                  <a:lnTo>
                    <a:pt x="226837" y="418872"/>
                  </a:lnTo>
                  <a:lnTo>
                    <a:pt x="226507" y="418407"/>
                  </a:lnTo>
                  <a:lnTo>
                    <a:pt x="226427" y="417993"/>
                  </a:lnTo>
                  <a:lnTo>
                    <a:pt x="226970" y="417581"/>
                  </a:lnTo>
                  <a:lnTo>
                    <a:pt x="226692" y="417653"/>
                  </a:lnTo>
                  <a:lnTo>
                    <a:pt x="226085" y="417551"/>
                  </a:lnTo>
                  <a:lnTo>
                    <a:pt x="225747" y="417353"/>
                  </a:lnTo>
                  <a:lnTo>
                    <a:pt x="225499" y="417618"/>
                  </a:lnTo>
                  <a:lnTo>
                    <a:pt x="225331" y="417563"/>
                  </a:lnTo>
                  <a:lnTo>
                    <a:pt x="225000" y="417343"/>
                  </a:lnTo>
                  <a:lnTo>
                    <a:pt x="224759" y="417444"/>
                  </a:lnTo>
                  <a:lnTo>
                    <a:pt x="224571" y="417579"/>
                  </a:lnTo>
                  <a:lnTo>
                    <a:pt x="224132" y="417822"/>
                  </a:lnTo>
                  <a:lnTo>
                    <a:pt x="224077" y="417590"/>
                  </a:lnTo>
                  <a:lnTo>
                    <a:pt x="224012" y="417306"/>
                  </a:lnTo>
                  <a:lnTo>
                    <a:pt x="223649" y="417353"/>
                  </a:lnTo>
                  <a:lnTo>
                    <a:pt x="223497" y="417477"/>
                  </a:lnTo>
                  <a:lnTo>
                    <a:pt x="223037" y="417377"/>
                  </a:lnTo>
                  <a:lnTo>
                    <a:pt x="223039" y="417162"/>
                  </a:lnTo>
                  <a:lnTo>
                    <a:pt x="223136" y="417002"/>
                  </a:lnTo>
                  <a:lnTo>
                    <a:pt x="223291" y="416791"/>
                  </a:lnTo>
                  <a:lnTo>
                    <a:pt x="223106" y="416422"/>
                  </a:lnTo>
                  <a:lnTo>
                    <a:pt x="222907" y="416541"/>
                  </a:lnTo>
                  <a:lnTo>
                    <a:pt x="222747" y="416522"/>
                  </a:lnTo>
                  <a:lnTo>
                    <a:pt x="222171" y="416551"/>
                  </a:lnTo>
                  <a:lnTo>
                    <a:pt x="221989" y="416426"/>
                  </a:lnTo>
                  <a:lnTo>
                    <a:pt x="221901" y="416237"/>
                  </a:lnTo>
                  <a:lnTo>
                    <a:pt x="221695" y="416132"/>
                  </a:lnTo>
                  <a:lnTo>
                    <a:pt x="221590" y="415875"/>
                  </a:lnTo>
                  <a:lnTo>
                    <a:pt x="221383" y="415672"/>
                  </a:lnTo>
                  <a:lnTo>
                    <a:pt x="221433" y="415375"/>
                  </a:lnTo>
                  <a:lnTo>
                    <a:pt x="221281" y="415201"/>
                  </a:lnTo>
                  <a:lnTo>
                    <a:pt x="221081" y="415116"/>
                  </a:lnTo>
                  <a:lnTo>
                    <a:pt x="220895" y="414996"/>
                  </a:lnTo>
                  <a:lnTo>
                    <a:pt x="220934" y="414865"/>
                  </a:lnTo>
                  <a:lnTo>
                    <a:pt x="220909" y="414725"/>
                  </a:lnTo>
                  <a:lnTo>
                    <a:pt x="220720" y="414704"/>
                  </a:lnTo>
                  <a:lnTo>
                    <a:pt x="220484" y="414672"/>
                  </a:lnTo>
                  <a:lnTo>
                    <a:pt x="220324" y="414560"/>
                  </a:lnTo>
                  <a:lnTo>
                    <a:pt x="219929" y="414609"/>
                  </a:lnTo>
                  <a:lnTo>
                    <a:pt x="219682" y="414540"/>
                  </a:lnTo>
                  <a:lnTo>
                    <a:pt x="219643" y="414720"/>
                  </a:lnTo>
                  <a:lnTo>
                    <a:pt x="219503" y="414869"/>
                  </a:lnTo>
                  <a:lnTo>
                    <a:pt x="219176" y="414986"/>
                  </a:lnTo>
                  <a:lnTo>
                    <a:pt x="219030" y="414934"/>
                  </a:lnTo>
                  <a:lnTo>
                    <a:pt x="218817" y="415192"/>
                  </a:lnTo>
                  <a:lnTo>
                    <a:pt x="218631" y="415683"/>
                  </a:lnTo>
                  <a:lnTo>
                    <a:pt x="218491" y="415749"/>
                  </a:lnTo>
                  <a:lnTo>
                    <a:pt x="218205" y="415718"/>
                  </a:lnTo>
                  <a:lnTo>
                    <a:pt x="217838" y="415999"/>
                  </a:lnTo>
                  <a:lnTo>
                    <a:pt x="217566" y="415955"/>
                  </a:lnTo>
                  <a:lnTo>
                    <a:pt x="217221" y="415342"/>
                  </a:lnTo>
                  <a:lnTo>
                    <a:pt x="217201" y="414851"/>
                  </a:lnTo>
                  <a:lnTo>
                    <a:pt x="217086" y="414283"/>
                  </a:lnTo>
                  <a:lnTo>
                    <a:pt x="216998" y="413870"/>
                  </a:lnTo>
                  <a:lnTo>
                    <a:pt x="216755" y="413360"/>
                  </a:lnTo>
                  <a:lnTo>
                    <a:pt x="216832" y="413062"/>
                  </a:lnTo>
                  <a:lnTo>
                    <a:pt x="216772" y="412750"/>
                  </a:lnTo>
                  <a:lnTo>
                    <a:pt x="216949" y="412485"/>
                  </a:lnTo>
                  <a:lnTo>
                    <a:pt x="216969" y="412064"/>
                  </a:lnTo>
                  <a:lnTo>
                    <a:pt x="217106" y="411459"/>
                  </a:lnTo>
                  <a:lnTo>
                    <a:pt x="217182" y="411104"/>
                  </a:lnTo>
                  <a:lnTo>
                    <a:pt x="217427" y="410986"/>
                  </a:lnTo>
                  <a:lnTo>
                    <a:pt x="217701" y="410746"/>
                  </a:lnTo>
                  <a:lnTo>
                    <a:pt x="217896" y="410396"/>
                  </a:lnTo>
                  <a:lnTo>
                    <a:pt x="217902" y="410169"/>
                  </a:lnTo>
                  <a:lnTo>
                    <a:pt x="217899" y="409915"/>
                  </a:lnTo>
                  <a:lnTo>
                    <a:pt x="218170" y="409406"/>
                  </a:lnTo>
                  <a:lnTo>
                    <a:pt x="218523" y="409403"/>
                  </a:lnTo>
                  <a:lnTo>
                    <a:pt x="218603" y="409200"/>
                  </a:lnTo>
                  <a:lnTo>
                    <a:pt x="218556" y="408792"/>
                  </a:lnTo>
                  <a:lnTo>
                    <a:pt x="218101" y="408563"/>
                  </a:lnTo>
                  <a:lnTo>
                    <a:pt x="218110" y="408435"/>
                  </a:lnTo>
                  <a:lnTo>
                    <a:pt x="218208" y="408158"/>
                  </a:lnTo>
                  <a:lnTo>
                    <a:pt x="218195" y="407952"/>
                  </a:lnTo>
                  <a:lnTo>
                    <a:pt x="218227" y="407696"/>
                  </a:lnTo>
                  <a:lnTo>
                    <a:pt x="218261" y="407288"/>
                  </a:lnTo>
                  <a:lnTo>
                    <a:pt x="218231" y="407011"/>
                  </a:lnTo>
                  <a:lnTo>
                    <a:pt x="218376" y="406516"/>
                  </a:lnTo>
                  <a:lnTo>
                    <a:pt x="218480" y="406304"/>
                  </a:lnTo>
                  <a:lnTo>
                    <a:pt x="217999" y="405844"/>
                  </a:lnTo>
                  <a:lnTo>
                    <a:pt x="217693" y="405814"/>
                  </a:lnTo>
                  <a:lnTo>
                    <a:pt x="217544" y="405746"/>
                  </a:lnTo>
                  <a:lnTo>
                    <a:pt x="217275" y="405755"/>
                  </a:lnTo>
                  <a:lnTo>
                    <a:pt x="217073" y="405674"/>
                  </a:lnTo>
                  <a:lnTo>
                    <a:pt x="217018" y="406098"/>
                  </a:lnTo>
                  <a:lnTo>
                    <a:pt x="216837" y="406263"/>
                  </a:lnTo>
                  <a:lnTo>
                    <a:pt x="216628" y="406530"/>
                  </a:lnTo>
                  <a:lnTo>
                    <a:pt x="216653" y="406659"/>
                  </a:lnTo>
                  <a:lnTo>
                    <a:pt x="216316" y="407037"/>
                  </a:lnTo>
                  <a:lnTo>
                    <a:pt x="216029" y="406938"/>
                  </a:lnTo>
                  <a:lnTo>
                    <a:pt x="215969" y="406700"/>
                  </a:lnTo>
                  <a:lnTo>
                    <a:pt x="216024" y="406564"/>
                  </a:lnTo>
                  <a:lnTo>
                    <a:pt x="215889" y="406455"/>
                  </a:lnTo>
                  <a:lnTo>
                    <a:pt x="215721" y="405959"/>
                  </a:lnTo>
                  <a:lnTo>
                    <a:pt x="215484" y="405686"/>
                  </a:lnTo>
                  <a:lnTo>
                    <a:pt x="215214" y="405729"/>
                  </a:lnTo>
                  <a:lnTo>
                    <a:pt x="215001" y="405976"/>
                  </a:lnTo>
                  <a:lnTo>
                    <a:pt x="214617" y="406467"/>
                  </a:lnTo>
                  <a:lnTo>
                    <a:pt x="214950" y="407065"/>
                  </a:lnTo>
                  <a:lnTo>
                    <a:pt x="214443" y="406869"/>
                  </a:lnTo>
                  <a:lnTo>
                    <a:pt x="214141" y="406944"/>
                  </a:lnTo>
                  <a:lnTo>
                    <a:pt x="213883" y="407023"/>
                  </a:lnTo>
                  <a:lnTo>
                    <a:pt x="213576" y="407018"/>
                  </a:lnTo>
                  <a:lnTo>
                    <a:pt x="213228" y="407300"/>
                  </a:lnTo>
                  <a:lnTo>
                    <a:pt x="212656" y="407374"/>
                  </a:lnTo>
                  <a:lnTo>
                    <a:pt x="212454" y="407639"/>
                  </a:lnTo>
                  <a:lnTo>
                    <a:pt x="212145" y="407563"/>
                  </a:lnTo>
                  <a:lnTo>
                    <a:pt x="211927" y="407349"/>
                  </a:lnTo>
                  <a:lnTo>
                    <a:pt x="211616" y="407474"/>
                  </a:lnTo>
                  <a:lnTo>
                    <a:pt x="211470" y="407471"/>
                  </a:lnTo>
                  <a:lnTo>
                    <a:pt x="211280" y="407372"/>
                  </a:lnTo>
                  <a:lnTo>
                    <a:pt x="211329" y="407244"/>
                  </a:lnTo>
                  <a:lnTo>
                    <a:pt x="211229" y="407050"/>
                  </a:lnTo>
                  <a:lnTo>
                    <a:pt x="211122" y="406888"/>
                  </a:lnTo>
                  <a:lnTo>
                    <a:pt x="210620" y="406638"/>
                  </a:lnTo>
                  <a:lnTo>
                    <a:pt x="210344" y="406651"/>
                  </a:lnTo>
                  <a:lnTo>
                    <a:pt x="210124" y="406811"/>
                  </a:lnTo>
                  <a:lnTo>
                    <a:pt x="209774" y="406954"/>
                  </a:lnTo>
                  <a:lnTo>
                    <a:pt x="209566" y="406826"/>
                  </a:lnTo>
                  <a:lnTo>
                    <a:pt x="208910" y="406681"/>
                  </a:lnTo>
                  <a:lnTo>
                    <a:pt x="208545" y="406423"/>
                  </a:lnTo>
                  <a:lnTo>
                    <a:pt x="208304" y="406281"/>
                  </a:lnTo>
                  <a:lnTo>
                    <a:pt x="208176" y="406248"/>
                  </a:lnTo>
                  <a:lnTo>
                    <a:pt x="207880" y="406303"/>
                  </a:lnTo>
                  <a:lnTo>
                    <a:pt x="207414" y="406345"/>
                  </a:lnTo>
                  <a:lnTo>
                    <a:pt x="207117" y="406353"/>
                  </a:lnTo>
                  <a:lnTo>
                    <a:pt x="206832" y="406456"/>
                  </a:lnTo>
                  <a:lnTo>
                    <a:pt x="206476" y="406332"/>
                  </a:lnTo>
                  <a:lnTo>
                    <a:pt x="206245" y="406376"/>
                  </a:lnTo>
                  <a:lnTo>
                    <a:pt x="206019" y="406484"/>
                  </a:lnTo>
                  <a:lnTo>
                    <a:pt x="205973" y="406296"/>
                  </a:lnTo>
                  <a:lnTo>
                    <a:pt x="205659" y="405921"/>
                  </a:lnTo>
                  <a:lnTo>
                    <a:pt x="205375" y="405711"/>
                  </a:lnTo>
                  <a:lnTo>
                    <a:pt x="204902" y="404977"/>
                  </a:lnTo>
                  <a:lnTo>
                    <a:pt x="204573" y="404561"/>
                  </a:lnTo>
                  <a:lnTo>
                    <a:pt x="204368" y="403983"/>
                  </a:lnTo>
                  <a:lnTo>
                    <a:pt x="204009" y="403709"/>
                  </a:lnTo>
                  <a:lnTo>
                    <a:pt x="203903" y="403419"/>
                  </a:lnTo>
                  <a:lnTo>
                    <a:pt x="203601" y="403117"/>
                  </a:lnTo>
                  <a:lnTo>
                    <a:pt x="203543" y="402986"/>
                  </a:lnTo>
                  <a:lnTo>
                    <a:pt x="203474" y="402314"/>
                  </a:lnTo>
                  <a:lnTo>
                    <a:pt x="203412" y="402137"/>
                  </a:lnTo>
                  <a:lnTo>
                    <a:pt x="203284" y="402161"/>
                  </a:lnTo>
                  <a:lnTo>
                    <a:pt x="203097" y="402374"/>
                  </a:lnTo>
                  <a:lnTo>
                    <a:pt x="203025" y="402590"/>
                  </a:lnTo>
                  <a:lnTo>
                    <a:pt x="202754" y="402429"/>
                  </a:lnTo>
                  <a:lnTo>
                    <a:pt x="202574" y="402373"/>
                  </a:lnTo>
                  <a:lnTo>
                    <a:pt x="202331" y="402115"/>
                  </a:lnTo>
                  <a:lnTo>
                    <a:pt x="202121" y="402014"/>
                  </a:lnTo>
                  <a:lnTo>
                    <a:pt x="201797" y="401845"/>
                  </a:lnTo>
                  <a:lnTo>
                    <a:pt x="201657" y="401695"/>
                  </a:lnTo>
                  <a:lnTo>
                    <a:pt x="201530" y="401646"/>
                  </a:lnTo>
                  <a:lnTo>
                    <a:pt x="201279" y="401561"/>
                  </a:lnTo>
                  <a:lnTo>
                    <a:pt x="201100" y="401500"/>
                  </a:lnTo>
                  <a:lnTo>
                    <a:pt x="200451" y="401651"/>
                  </a:lnTo>
                  <a:lnTo>
                    <a:pt x="200218" y="402168"/>
                  </a:lnTo>
                  <a:lnTo>
                    <a:pt x="199901" y="402247"/>
                  </a:lnTo>
                  <a:lnTo>
                    <a:pt x="199557" y="402214"/>
                  </a:lnTo>
                  <a:lnTo>
                    <a:pt x="199002" y="402035"/>
                  </a:lnTo>
                  <a:lnTo>
                    <a:pt x="198899" y="402327"/>
                  </a:lnTo>
                  <a:lnTo>
                    <a:pt x="198916" y="402592"/>
                  </a:lnTo>
                  <a:lnTo>
                    <a:pt x="198566" y="403115"/>
                  </a:lnTo>
                  <a:lnTo>
                    <a:pt x="198474" y="403316"/>
                  </a:lnTo>
                  <a:lnTo>
                    <a:pt x="198238" y="403901"/>
                  </a:lnTo>
                  <a:lnTo>
                    <a:pt x="198012" y="403870"/>
                  </a:lnTo>
                  <a:lnTo>
                    <a:pt x="197683" y="403935"/>
                  </a:lnTo>
                  <a:lnTo>
                    <a:pt x="197376" y="404223"/>
                  </a:lnTo>
                  <a:lnTo>
                    <a:pt x="197530" y="404555"/>
                  </a:lnTo>
                  <a:lnTo>
                    <a:pt x="197377" y="404701"/>
                  </a:lnTo>
                  <a:lnTo>
                    <a:pt x="197219" y="405140"/>
                  </a:lnTo>
                  <a:lnTo>
                    <a:pt x="197062" y="405144"/>
                  </a:lnTo>
                  <a:lnTo>
                    <a:pt x="196880" y="405125"/>
                  </a:lnTo>
                  <a:lnTo>
                    <a:pt x="196636" y="405066"/>
                  </a:lnTo>
                  <a:lnTo>
                    <a:pt x="196316" y="405068"/>
                  </a:lnTo>
                  <a:lnTo>
                    <a:pt x="195941" y="405398"/>
                  </a:lnTo>
                  <a:lnTo>
                    <a:pt x="195715" y="405559"/>
                  </a:lnTo>
                  <a:lnTo>
                    <a:pt x="195495" y="405436"/>
                  </a:lnTo>
                  <a:lnTo>
                    <a:pt x="195175" y="405394"/>
                  </a:lnTo>
                  <a:lnTo>
                    <a:pt x="194385" y="405535"/>
                  </a:lnTo>
                  <a:lnTo>
                    <a:pt x="193848" y="405647"/>
                  </a:lnTo>
                  <a:lnTo>
                    <a:pt x="193445" y="406098"/>
                  </a:lnTo>
                  <a:lnTo>
                    <a:pt x="193253" y="406306"/>
                  </a:lnTo>
                  <a:lnTo>
                    <a:pt x="192741" y="406553"/>
                  </a:lnTo>
                  <a:lnTo>
                    <a:pt x="192275" y="406122"/>
                  </a:lnTo>
                  <a:lnTo>
                    <a:pt x="192204" y="405686"/>
                  </a:lnTo>
                  <a:lnTo>
                    <a:pt x="192009" y="405291"/>
                  </a:lnTo>
                  <a:lnTo>
                    <a:pt x="192044" y="405048"/>
                  </a:lnTo>
                  <a:lnTo>
                    <a:pt x="191692" y="404809"/>
                  </a:lnTo>
                  <a:lnTo>
                    <a:pt x="191324" y="404496"/>
                  </a:lnTo>
                  <a:lnTo>
                    <a:pt x="191309" y="404345"/>
                  </a:lnTo>
                  <a:lnTo>
                    <a:pt x="191353" y="403715"/>
                  </a:lnTo>
                  <a:lnTo>
                    <a:pt x="191351" y="403509"/>
                  </a:lnTo>
                  <a:lnTo>
                    <a:pt x="191128" y="403268"/>
                  </a:lnTo>
                  <a:lnTo>
                    <a:pt x="191051" y="403006"/>
                  </a:lnTo>
                  <a:lnTo>
                    <a:pt x="191326" y="402456"/>
                  </a:lnTo>
                  <a:lnTo>
                    <a:pt x="191559" y="402109"/>
                  </a:lnTo>
                  <a:lnTo>
                    <a:pt x="191589" y="401687"/>
                  </a:lnTo>
                  <a:lnTo>
                    <a:pt x="191466" y="401301"/>
                  </a:lnTo>
                  <a:lnTo>
                    <a:pt x="191311" y="401303"/>
                  </a:lnTo>
                  <a:lnTo>
                    <a:pt x="190988" y="401123"/>
                  </a:lnTo>
                  <a:lnTo>
                    <a:pt x="190363" y="400175"/>
                  </a:lnTo>
                  <a:lnTo>
                    <a:pt x="189822" y="400301"/>
                  </a:lnTo>
                  <a:lnTo>
                    <a:pt x="189366" y="400764"/>
                  </a:lnTo>
                  <a:lnTo>
                    <a:pt x="189318" y="400964"/>
                  </a:lnTo>
                  <a:lnTo>
                    <a:pt x="189205" y="401204"/>
                  </a:lnTo>
                  <a:lnTo>
                    <a:pt x="188594" y="401775"/>
                  </a:lnTo>
                  <a:lnTo>
                    <a:pt x="187956" y="402161"/>
                  </a:lnTo>
                  <a:lnTo>
                    <a:pt x="187464" y="401991"/>
                  </a:lnTo>
                  <a:lnTo>
                    <a:pt x="187097" y="402007"/>
                  </a:lnTo>
                  <a:lnTo>
                    <a:pt x="186485" y="401559"/>
                  </a:lnTo>
                  <a:lnTo>
                    <a:pt x="186389" y="401368"/>
                  </a:lnTo>
                  <a:lnTo>
                    <a:pt x="186372" y="401158"/>
                  </a:lnTo>
                  <a:lnTo>
                    <a:pt x="186397" y="400704"/>
                  </a:lnTo>
                  <a:lnTo>
                    <a:pt x="186141" y="400544"/>
                  </a:lnTo>
                  <a:lnTo>
                    <a:pt x="186185" y="400061"/>
                  </a:lnTo>
                  <a:lnTo>
                    <a:pt x="186295" y="399737"/>
                  </a:lnTo>
                  <a:lnTo>
                    <a:pt x="186221" y="399347"/>
                  </a:lnTo>
                  <a:lnTo>
                    <a:pt x="186262" y="399212"/>
                  </a:lnTo>
                  <a:lnTo>
                    <a:pt x="186424" y="398828"/>
                  </a:lnTo>
                  <a:lnTo>
                    <a:pt x="186199" y="398495"/>
                  </a:lnTo>
                  <a:lnTo>
                    <a:pt x="185859" y="398326"/>
                  </a:lnTo>
                  <a:lnTo>
                    <a:pt x="185591" y="398192"/>
                  </a:lnTo>
                  <a:lnTo>
                    <a:pt x="185409" y="398058"/>
                  </a:lnTo>
                  <a:lnTo>
                    <a:pt x="185040" y="397701"/>
                  </a:lnTo>
                  <a:lnTo>
                    <a:pt x="185064" y="397139"/>
                  </a:lnTo>
                  <a:lnTo>
                    <a:pt x="185112" y="396780"/>
                  </a:lnTo>
                  <a:lnTo>
                    <a:pt x="185187" y="396602"/>
                  </a:lnTo>
                  <a:lnTo>
                    <a:pt x="185358" y="396305"/>
                  </a:lnTo>
                  <a:lnTo>
                    <a:pt x="185345" y="396085"/>
                  </a:lnTo>
                  <a:lnTo>
                    <a:pt x="184912" y="395698"/>
                  </a:lnTo>
                  <a:lnTo>
                    <a:pt x="184631" y="395658"/>
                  </a:lnTo>
                  <a:lnTo>
                    <a:pt x="184350" y="395716"/>
                  </a:lnTo>
                  <a:lnTo>
                    <a:pt x="184056" y="395628"/>
                  </a:lnTo>
                  <a:lnTo>
                    <a:pt x="183847" y="395462"/>
                  </a:lnTo>
                  <a:lnTo>
                    <a:pt x="183388" y="395395"/>
                  </a:lnTo>
                  <a:lnTo>
                    <a:pt x="183059" y="395037"/>
                  </a:lnTo>
                  <a:lnTo>
                    <a:pt x="183440" y="393708"/>
                  </a:lnTo>
                  <a:lnTo>
                    <a:pt x="183649" y="393589"/>
                  </a:lnTo>
                  <a:lnTo>
                    <a:pt x="183870" y="393542"/>
                  </a:lnTo>
                  <a:lnTo>
                    <a:pt x="184446" y="392627"/>
                  </a:lnTo>
                  <a:lnTo>
                    <a:pt x="184095" y="392202"/>
                  </a:lnTo>
                  <a:lnTo>
                    <a:pt x="183770" y="392015"/>
                  </a:lnTo>
                  <a:lnTo>
                    <a:pt x="183392" y="391882"/>
                  </a:lnTo>
                  <a:lnTo>
                    <a:pt x="183139" y="391708"/>
                  </a:lnTo>
                  <a:lnTo>
                    <a:pt x="182634" y="391206"/>
                  </a:lnTo>
                  <a:lnTo>
                    <a:pt x="181773" y="390442"/>
                  </a:lnTo>
                  <a:lnTo>
                    <a:pt x="181606" y="390164"/>
                  </a:lnTo>
                  <a:lnTo>
                    <a:pt x="181783" y="389614"/>
                  </a:lnTo>
                  <a:lnTo>
                    <a:pt x="181600" y="389221"/>
                  </a:lnTo>
                  <a:lnTo>
                    <a:pt x="181588" y="388879"/>
                  </a:lnTo>
                  <a:lnTo>
                    <a:pt x="181978" y="388530"/>
                  </a:lnTo>
                  <a:lnTo>
                    <a:pt x="182456" y="388979"/>
                  </a:lnTo>
                  <a:lnTo>
                    <a:pt x="183044" y="388372"/>
                  </a:lnTo>
                  <a:lnTo>
                    <a:pt x="183353" y="387916"/>
                  </a:lnTo>
                  <a:lnTo>
                    <a:pt x="183305" y="387242"/>
                  </a:lnTo>
                  <a:lnTo>
                    <a:pt x="183123" y="386765"/>
                  </a:lnTo>
                  <a:lnTo>
                    <a:pt x="183326" y="386426"/>
                  </a:lnTo>
                  <a:lnTo>
                    <a:pt x="183469" y="386187"/>
                  </a:lnTo>
                  <a:lnTo>
                    <a:pt x="183945" y="385587"/>
                  </a:lnTo>
                  <a:lnTo>
                    <a:pt x="184033" y="385185"/>
                  </a:lnTo>
                  <a:lnTo>
                    <a:pt x="183975" y="384923"/>
                  </a:lnTo>
                  <a:lnTo>
                    <a:pt x="183881" y="384474"/>
                  </a:lnTo>
                  <a:lnTo>
                    <a:pt x="183809" y="384322"/>
                  </a:lnTo>
                  <a:lnTo>
                    <a:pt x="183253" y="384569"/>
                  </a:lnTo>
                  <a:lnTo>
                    <a:pt x="182674" y="383867"/>
                  </a:lnTo>
                  <a:lnTo>
                    <a:pt x="182630" y="383483"/>
                  </a:lnTo>
                  <a:lnTo>
                    <a:pt x="182395" y="382832"/>
                  </a:lnTo>
                  <a:lnTo>
                    <a:pt x="182180" y="382615"/>
                  </a:lnTo>
                  <a:lnTo>
                    <a:pt x="182239" y="381895"/>
                  </a:lnTo>
                  <a:lnTo>
                    <a:pt x="182639" y="381786"/>
                  </a:lnTo>
                  <a:lnTo>
                    <a:pt x="182722" y="381369"/>
                  </a:lnTo>
                  <a:lnTo>
                    <a:pt x="182344" y="380894"/>
                  </a:lnTo>
                  <a:lnTo>
                    <a:pt x="182383" y="380570"/>
                  </a:lnTo>
                  <a:lnTo>
                    <a:pt x="182583" y="380209"/>
                  </a:lnTo>
                  <a:lnTo>
                    <a:pt x="182850" y="380127"/>
                  </a:lnTo>
                  <a:lnTo>
                    <a:pt x="183142" y="379995"/>
                  </a:lnTo>
                  <a:lnTo>
                    <a:pt x="183440" y="379086"/>
                  </a:lnTo>
                  <a:lnTo>
                    <a:pt x="183014" y="378845"/>
                  </a:lnTo>
                  <a:lnTo>
                    <a:pt x="182798" y="378454"/>
                  </a:lnTo>
                  <a:lnTo>
                    <a:pt x="182807" y="378248"/>
                  </a:lnTo>
                  <a:lnTo>
                    <a:pt x="182814" y="378097"/>
                  </a:lnTo>
                  <a:lnTo>
                    <a:pt x="182828" y="377781"/>
                  </a:lnTo>
                  <a:lnTo>
                    <a:pt x="182858" y="377584"/>
                  </a:lnTo>
                  <a:lnTo>
                    <a:pt x="183250" y="377311"/>
                  </a:lnTo>
                  <a:lnTo>
                    <a:pt x="183558" y="376996"/>
                  </a:lnTo>
                  <a:lnTo>
                    <a:pt x="183571" y="376816"/>
                  </a:lnTo>
                  <a:lnTo>
                    <a:pt x="183437" y="376474"/>
                  </a:lnTo>
                  <a:lnTo>
                    <a:pt x="182788" y="376931"/>
                  </a:lnTo>
                  <a:lnTo>
                    <a:pt x="182539" y="376776"/>
                  </a:lnTo>
                  <a:lnTo>
                    <a:pt x="182692" y="376163"/>
                  </a:lnTo>
                  <a:lnTo>
                    <a:pt x="182702" y="375999"/>
                  </a:lnTo>
                  <a:lnTo>
                    <a:pt x="182615" y="375523"/>
                  </a:lnTo>
                  <a:lnTo>
                    <a:pt x="182364" y="375402"/>
                  </a:lnTo>
                  <a:lnTo>
                    <a:pt x="182210" y="375386"/>
                  </a:lnTo>
                  <a:lnTo>
                    <a:pt x="182134" y="374974"/>
                  </a:lnTo>
                  <a:lnTo>
                    <a:pt x="182061" y="374693"/>
                  </a:lnTo>
                  <a:lnTo>
                    <a:pt x="181930" y="374463"/>
                  </a:lnTo>
                  <a:lnTo>
                    <a:pt x="181307" y="374202"/>
                  </a:lnTo>
                  <a:lnTo>
                    <a:pt x="181176" y="374301"/>
                  </a:lnTo>
                  <a:lnTo>
                    <a:pt x="180972" y="374523"/>
                  </a:lnTo>
                  <a:lnTo>
                    <a:pt x="180733" y="374403"/>
                  </a:lnTo>
                  <a:lnTo>
                    <a:pt x="180446" y="374021"/>
                  </a:lnTo>
                  <a:lnTo>
                    <a:pt x="180030" y="374207"/>
                  </a:lnTo>
                  <a:lnTo>
                    <a:pt x="179298" y="374176"/>
                  </a:lnTo>
                  <a:lnTo>
                    <a:pt x="179049" y="373974"/>
                  </a:lnTo>
                  <a:lnTo>
                    <a:pt x="178994" y="374285"/>
                  </a:lnTo>
                  <a:lnTo>
                    <a:pt x="178845" y="374479"/>
                  </a:lnTo>
                  <a:lnTo>
                    <a:pt x="178428" y="374417"/>
                  </a:lnTo>
                  <a:lnTo>
                    <a:pt x="178133" y="374987"/>
                  </a:lnTo>
                  <a:lnTo>
                    <a:pt x="177819" y="375692"/>
                  </a:lnTo>
                  <a:lnTo>
                    <a:pt x="177634" y="375826"/>
                  </a:lnTo>
                  <a:lnTo>
                    <a:pt x="177324" y="376397"/>
                  </a:lnTo>
                  <a:lnTo>
                    <a:pt x="177163" y="377012"/>
                  </a:lnTo>
                  <a:lnTo>
                    <a:pt x="176908" y="377087"/>
                  </a:lnTo>
                  <a:lnTo>
                    <a:pt x="176700" y="376999"/>
                  </a:lnTo>
                  <a:lnTo>
                    <a:pt x="176027" y="377073"/>
                  </a:lnTo>
                  <a:lnTo>
                    <a:pt x="176160" y="377103"/>
                  </a:lnTo>
                  <a:lnTo>
                    <a:pt x="176437" y="377428"/>
                  </a:lnTo>
                  <a:lnTo>
                    <a:pt x="176203" y="377415"/>
                  </a:lnTo>
                  <a:lnTo>
                    <a:pt x="175672" y="377663"/>
                  </a:lnTo>
                  <a:lnTo>
                    <a:pt x="175309" y="377947"/>
                  </a:lnTo>
                  <a:lnTo>
                    <a:pt x="174621" y="377992"/>
                  </a:lnTo>
                  <a:lnTo>
                    <a:pt x="174238" y="378410"/>
                  </a:lnTo>
                  <a:lnTo>
                    <a:pt x="174324" y="378706"/>
                  </a:lnTo>
                  <a:lnTo>
                    <a:pt x="174480" y="378872"/>
                  </a:lnTo>
                  <a:lnTo>
                    <a:pt x="174526" y="379072"/>
                  </a:lnTo>
                  <a:lnTo>
                    <a:pt x="174572" y="379271"/>
                  </a:lnTo>
                  <a:lnTo>
                    <a:pt x="174616" y="379515"/>
                  </a:lnTo>
                  <a:lnTo>
                    <a:pt x="174794" y="379603"/>
                  </a:lnTo>
                  <a:lnTo>
                    <a:pt x="174997" y="379833"/>
                  </a:lnTo>
                  <a:lnTo>
                    <a:pt x="174699" y="379854"/>
                  </a:lnTo>
                  <a:lnTo>
                    <a:pt x="174014" y="379477"/>
                  </a:lnTo>
                  <a:lnTo>
                    <a:pt x="174139" y="378962"/>
                  </a:lnTo>
                  <a:lnTo>
                    <a:pt x="174152" y="378627"/>
                  </a:lnTo>
                  <a:lnTo>
                    <a:pt x="173999" y="378462"/>
                  </a:lnTo>
                  <a:lnTo>
                    <a:pt x="172934" y="378788"/>
                  </a:lnTo>
                  <a:lnTo>
                    <a:pt x="172607" y="379123"/>
                  </a:lnTo>
                  <a:lnTo>
                    <a:pt x="172248" y="379128"/>
                  </a:lnTo>
                  <a:lnTo>
                    <a:pt x="171679" y="379463"/>
                  </a:lnTo>
                  <a:lnTo>
                    <a:pt x="171560" y="379684"/>
                  </a:lnTo>
                  <a:lnTo>
                    <a:pt x="171421" y="379759"/>
                  </a:lnTo>
                  <a:lnTo>
                    <a:pt x="170989" y="379991"/>
                  </a:lnTo>
                  <a:lnTo>
                    <a:pt x="170217" y="380256"/>
                  </a:lnTo>
                  <a:lnTo>
                    <a:pt x="170067" y="380360"/>
                  </a:lnTo>
                  <a:lnTo>
                    <a:pt x="169533" y="380846"/>
                  </a:lnTo>
                  <a:lnTo>
                    <a:pt x="169344" y="381006"/>
                  </a:lnTo>
                  <a:lnTo>
                    <a:pt x="168824" y="381380"/>
                  </a:lnTo>
                  <a:lnTo>
                    <a:pt x="168565" y="381336"/>
                  </a:lnTo>
                  <a:lnTo>
                    <a:pt x="168346" y="381041"/>
                  </a:lnTo>
                  <a:lnTo>
                    <a:pt x="168102" y="380873"/>
                  </a:lnTo>
                  <a:lnTo>
                    <a:pt x="167656" y="380908"/>
                  </a:lnTo>
                  <a:lnTo>
                    <a:pt x="167549" y="380748"/>
                  </a:lnTo>
                  <a:lnTo>
                    <a:pt x="167495" y="380413"/>
                  </a:lnTo>
                  <a:lnTo>
                    <a:pt x="167331" y="380211"/>
                  </a:lnTo>
                  <a:lnTo>
                    <a:pt x="167202" y="380152"/>
                  </a:lnTo>
                  <a:lnTo>
                    <a:pt x="166769" y="379979"/>
                  </a:lnTo>
                  <a:lnTo>
                    <a:pt x="166517" y="379920"/>
                  </a:lnTo>
                  <a:lnTo>
                    <a:pt x="166212" y="380091"/>
                  </a:lnTo>
                  <a:lnTo>
                    <a:pt x="165890" y="380150"/>
                  </a:lnTo>
                  <a:lnTo>
                    <a:pt x="165727" y="380099"/>
                  </a:lnTo>
                  <a:lnTo>
                    <a:pt x="165258" y="379613"/>
                  </a:lnTo>
                  <a:lnTo>
                    <a:pt x="164879" y="379122"/>
                  </a:lnTo>
                  <a:lnTo>
                    <a:pt x="164492" y="379008"/>
                  </a:lnTo>
                  <a:lnTo>
                    <a:pt x="164187" y="378806"/>
                  </a:lnTo>
                  <a:lnTo>
                    <a:pt x="164254" y="378480"/>
                  </a:lnTo>
                  <a:lnTo>
                    <a:pt x="164540" y="378323"/>
                  </a:lnTo>
                  <a:lnTo>
                    <a:pt x="164921" y="378019"/>
                  </a:lnTo>
                  <a:lnTo>
                    <a:pt x="164671" y="377727"/>
                  </a:lnTo>
                  <a:lnTo>
                    <a:pt x="164401" y="377565"/>
                  </a:lnTo>
                  <a:lnTo>
                    <a:pt x="164178" y="377449"/>
                  </a:lnTo>
                  <a:lnTo>
                    <a:pt x="164009" y="377440"/>
                  </a:lnTo>
                  <a:lnTo>
                    <a:pt x="163777" y="377464"/>
                  </a:lnTo>
                  <a:lnTo>
                    <a:pt x="163319" y="377188"/>
                  </a:lnTo>
                  <a:lnTo>
                    <a:pt x="163241" y="376547"/>
                  </a:lnTo>
                  <a:lnTo>
                    <a:pt x="162925" y="376305"/>
                  </a:lnTo>
                  <a:lnTo>
                    <a:pt x="162665" y="376174"/>
                  </a:lnTo>
                  <a:lnTo>
                    <a:pt x="162318" y="375785"/>
                  </a:lnTo>
                  <a:lnTo>
                    <a:pt x="161913" y="375593"/>
                  </a:lnTo>
                  <a:lnTo>
                    <a:pt x="161541" y="375377"/>
                  </a:lnTo>
                  <a:lnTo>
                    <a:pt x="161313" y="375121"/>
                  </a:lnTo>
                  <a:lnTo>
                    <a:pt x="160791" y="374761"/>
                  </a:lnTo>
                  <a:lnTo>
                    <a:pt x="160560" y="374586"/>
                  </a:lnTo>
                  <a:lnTo>
                    <a:pt x="160401" y="373957"/>
                  </a:lnTo>
                  <a:lnTo>
                    <a:pt x="160127" y="373754"/>
                  </a:lnTo>
                  <a:lnTo>
                    <a:pt x="159539" y="373451"/>
                  </a:lnTo>
                  <a:lnTo>
                    <a:pt x="159331" y="373470"/>
                  </a:lnTo>
                  <a:lnTo>
                    <a:pt x="158232" y="373939"/>
                  </a:lnTo>
                  <a:lnTo>
                    <a:pt x="157922" y="374015"/>
                  </a:lnTo>
                  <a:lnTo>
                    <a:pt x="157364" y="374479"/>
                  </a:lnTo>
                  <a:lnTo>
                    <a:pt x="157402" y="375068"/>
                  </a:lnTo>
                  <a:lnTo>
                    <a:pt x="157279" y="375304"/>
                  </a:lnTo>
                  <a:lnTo>
                    <a:pt x="157294" y="375833"/>
                  </a:lnTo>
                  <a:lnTo>
                    <a:pt x="157287" y="376015"/>
                  </a:lnTo>
                  <a:lnTo>
                    <a:pt x="157067" y="376135"/>
                  </a:lnTo>
                  <a:lnTo>
                    <a:pt x="156925" y="376126"/>
                  </a:lnTo>
                  <a:lnTo>
                    <a:pt x="156636" y="376080"/>
                  </a:lnTo>
                  <a:lnTo>
                    <a:pt x="156002" y="376148"/>
                  </a:lnTo>
                  <a:lnTo>
                    <a:pt x="155618" y="376151"/>
                  </a:lnTo>
                  <a:lnTo>
                    <a:pt x="155452" y="375908"/>
                  </a:lnTo>
                  <a:lnTo>
                    <a:pt x="155458" y="375477"/>
                  </a:lnTo>
                  <a:lnTo>
                    <a:pt x="155282" y="375136"/>
                  </a:lnTo>
                  <a:lnTo>
                    <a:pt x="155148" y="375128"/>
                  </a:lnTo>
                  <a:lnTo>
                    <a:pt x="154674" y="375101"/>
                  </a:lnTo>
                  <a:lnTo>
                    <a:pt x="154377" y="375160"/>
                  </a:lnTo>
                  <a:lnTo>
                    <a:pt x="153972" y="375343"/>
                  </a:lnTo>
                  <a:lnTo>
                    <a:pt x="153607" y="375127"/>
                  </a:lnTo>
                  <a:lnTo>
                    <a:pt x="153432" y="374951"/>
                  </a:lnTo>
                  <a:lnTo>
                    <a:pt x="153047" y="374450"/>
                  </a:lnTo>
                  <a:lnTo>
                    <a:pt x="152905" y="374290"/>
                  </a:lnTo>
                  <a:lnTo>
                    <a:pt x="152657" y="374047"/>
                  </a:lnTo>
                  <a:lnTo>
                    <a:pt x="152525" y="374016"/>
                  </a:lnTo>
                  <a:lnTo>
                    <a:pt x="152328" y="373994"/>
                  </a:lnTo>
                  <a:lnTo>
                    <a:pt x="152070" y="373927"/>
                  </a:lnTo>
                  <a:lnTo>
                    <a:pt x="151937" y="373788"/>
                  </a:lnTo>
                  <a:lnTo>
                    <a:pt x="151178" y="374216"/>
                  </a:lnTo>
                  <a:lnTo>
                    <a:pt x="150825" y="374183"/>
                  </a:lnTo>
                  <a:lnTo>
                    <a:pt x="150617" y="374250"/>
                  </a:lnTo>
                  <a:lnTo>
                    <a:pt x="150388" y="374563"/>
                  </a:lnTo>
                  <a:lnTo>
                    <a:pt x="150284" y="374787"/>
                  </a:lnTo>
                  <a:lnTo>
                    <a:pt x="150247" y="374998"/>
                  </a:lnTo>
                  <a:lnTo>
                    <a:pt x="150440" y="375299"/>
                  </a:lnTo>
                  <a:lnTo>
                    <a:pt x="150516" y="375561"/>
                  </a:lnTo>
                  <a:lnTo>
                    <a:pt x="150295" y="376110"/>
                  </a:lnTo>
                  <a:lnTo>
                    <a:pt x="150282" y="376357"/>
                  </a:lnTo>
                  <a:lnTo>
                    <a:pt x="150049" y="376577"/>
                  </a:lnTo>
                  <a:lnTo>
                    <a:pt x="149867" y="376549"/>
                  </a:lnTo>
                  <a:lnTo>
                    <a:pt x="149604" y="376466"/>
                  </a:lnTo>
                  <a:lnTo>
                    <a:pt x="149456" y="376419"/>
                  </a:lnTo>
                  <a:lnTo>
                    <a:pt x="149097" y="376225"/>
                  </a:lnTo>
                  <a:lnTo>
                    <a:pt x="149177" y="375829"/>
                  </a:lnTo>
                  <a:lnTo>
                    <a:pt x="149089" y="375369"/>
                  </a:lnTo>
                  <a:lnTo>
                    <a:pt x="148580" y="375978"/>
                  </a:lnTo>
                  <a:lnTo>
                    <a:pt x="148318" y="375951"/>
                  </a:lnTo>
                  <a:lnTo>
                    <a:pt x="148053" y="375859"/>
                  </a:lnTo>
                  <a:lnTo>
                    <a:pt x="147717" y="375706"/>
                  </a:lnTo>
                  <a:lnTo>
                    <a:pt x="147451" y="375564"/>
                  </a:lnTo>
                  <a:lnTo>
                    <a:pt x="147012" y="375462"/>
                  </a:lnTo>
                  <a:lnTo>
                    <a:pt x="146566" y="375201"/>
                  </a:lnTo>
                  <a:lnTo>
                    <a:pt x="145949" y="375661"/>
                  </a:lnTo>
                  <a:lnTo>
                    <a:pt x="145988" y="375860"/>
                  </a:lnTo>
                  <a:lnTo>
                    <a:pt x="146021" y="376067"/>
                  </a:lnTo>
                  <a:lnTo>
                    <a:pt x="145452" y="376153"/>
                  </a:lnTo>
                  <a:lnTo>
                    <a:pt x="145397" y="375987"/>
                  </a:lnTo>
                  <a:lnTo>
                    <a:pt x="145413" y="375765"/>
                  </a:lnTo>
                  <a:lnTo>
                    <a:pt x="145341" y="375487"/>
                  </a:lnTo>
                  <a:lnTo>
                    <a:pt x="145058" y="375200"/>
                  </a:lnTo>
                  <a:lnTo>
                    <a:pt x="144643" y="375629"/>
                  </a:lnTo>
                  <a:lnTo>
                    <a:pt x="144273" y="375725"/>
                  </a:lnTo>
                  <a:lnTo>
                    <a:pt x="143970" y="376001"/>
                  </a:lnTo>
                  <a:lnTo>
                    <a:pt x="143671" y="376285"/>
                  </a:lnTo>
                  <a:lnTo>
                    <a:pt x="143383" y="376337"/>
                  </a:lnTo>
                  <a:lnTo>
                    <a:pt x="143233" y="376364"/>
                  </a:lnTo>
                  <a:lnTo>
                    <a:pt x="142668" y="376490"/>
                  </a:lnTo>
                  <a:lnTo>
                    <a:pt x="142444" y="376505"/>
                  </a:lnTo>
                  <a:lnTo>
                    <a:pt x="141967" y="376943"/>
                  </a:lnTo>
                  <a:lnTo>
                    <a:pt x="141757" y="377192"/>
                  </a:lnTo>
                  <a:lnTo>
                    <a:pt x="141029" y="377092"/>
                  </a:lnTo>
                  <a:lnTo>
                    <a:pt x="140873" y="377360"/>
                  </a:lnTo>
                  <a:lnTo>
                    <a:pt x="140861" y="377655"/>
                  </a:lnTo>
                  <a:lnTo>
                    <a:pt x="140663" y="377741"/>
                  </a:lnTo>
                  <a:lnTo>
                    <a:pt x="140473" y="377772"/>
                  </a:lnTo>
                  <a:lnTo>
                    <a:pt x="140171" y="377774"/>
                  </a:lnTo>
                  <a:lnTo>
                    <a:pt x="139961" y="377749"/>
                  </a:lnTo>
                  <a:lnTo>
                    <a:pt x="139571" y="377593"/>
                  </a:lnTo>
                  <a:lnTo>
                    <a:pt x="139382" y="377009"/>
                  </a:lnTo>
                  <a:lnTo>
                    <a:pt x="139118" y="376662"/>
                  </a:lnTo>
                  <a:lnTo>
                    <a:pt x="138903" y="376717"/>
                  </a:lnTo>
                  <a:lnTo>
                    <a:pt x="138540" y="376887"/>
                  </a:lnTo>
                  <a:lnTo>
                    <a:pt x="138247" y="377365"/>
                  </a:lnTo>
                  <a:lnTo>
                    <a:pt x="138017" y="377294"/>
                  </a:lnTo>
                  <a:lnTo>
                    <a:pt x="137842" y="377216"/>
                  </a:lnTo>
                  <a:lnTo>
                    <a:pt x="137439" y="377246"/>
                  </a:lnTo>
                  <a:lnTo>
                    <a:pt x="137196" y="377145"/>
                  </a:lnTo>
                  <a:lnTo>
                    <a:pt x="137062" y="376933"/>
                  </a:lnTo>
                  <a:lnTo>
                    <a:pt x="136592" y="376544"/>
                  </a:lnTo>
                  <a:lnTo>
                    <a:pt x="136414" y="376522"/>
                  </a:lnTo>
                  <a:lnTo>
                    <a:pt x="136341" y="376696"/>
                  </a:lnTo>
                  <a:lnTo>
                    <a:pt x="136240" y="376878"/>
                  </a:lnTo>
                  <a:lnTo>
                    <a:pt x="136177" y="376685"/>
                  </a:lnTo>
                  <a:lnTo>
                    <a:pt x="135854" y="376256"/>
                  </a:lnTo>
                  <a:lnTo>
                    <a:pt x="135264" y="376568"/>
                  </a:lnTo>
                  <a:lnTo>
                    <a:pt x="135057" y="376494"/>
                  </a:lnTo>
                  <a:lnTo>
                    <a:pt x="134850" y="376412"/>
                  </a:lnTo>
                  <a:lnTo>
                    <a:pt x="134647" y="376266"/>
                  </a:lnTo>
                  <a:lnTo>
                    <a:pt x="134010" y="375903"/>
                  </a:lnTo>
                  <a:lnTo>
                    <a:pt x="133757" y="375783"/>
                  </a:lnTo>
                  <a:lnTo>
                    <a:pt x="132928" y="375894"/>
                  </a:lnTo>
                  <a:lnTo>
                    <a:pt x="132623" y="375726"/>
                  </a:lnTo>
                  <a:lnTo>
                    <a:pt x="132333" y="375338"/>
                  </a:lnTo>
                  <a:lnTo>
                    <a:pt x="132102" y="375171"/>
                  </a:lnTo>
                  <a:lnTo>
                    <a:pt x="131822" y="375134"/>
                  </a:lnTo>
                  <a:lnTo>
                    <a:pt x="131617" y="375037"/>
                  </a:lnTo>
                  <a:lnTo>
                    <a:pt x="131405" y="374898"/>
                  </a:lnTo>
                  <a:lnTo>
                    <a:pt x="131250" y="374800"/>
                  </a:lnTo>
                  <a:lnTo>
                    <a:pt x="131174" y="375362"/>
                  </a:lnTo>
                  <a:lnTo>
                    <a:pt x="130957" y="375735"/>
                  </a:lnTo>
                  <a:lnTo>
                    <a:pt x="130517" y="376088"/>
                  </a:lnTo>
                  <a:lnTo>
                    <a:pt x="130379" y="376039"/>
                  </a:lnTo>
                  <a:lnTo>
                    <a:pt x="129594" y="375904"/>
                  </a:lnTo>
                  <a:lnTo>
                    <a:pt x="129464" y="375897"/>
                  </a:lnTo>
                  <a:lnTo>
                    <a:pt x="127861" y="376521"/>
                  </a:lnTo>
                  <a:lnTo>
                    <a:pt x="127440" y="376678"/>
                  </a:lnTo>
                  <a:lnTo>
                    <a:pt x="127007" y="377794"/>
                  </a:lnTo>
                  <a:lnTo>
                    <a:pt x="126523" y="377512"/>
                  </a:lnTo>
                  <a:lnTo>
                    <a:pt x="126295" y="377402"/>
                  </a:lnTo>
                  <a:lnTo>
                    <a:pt x="126091" y="377326"/>
                  </a:lnTo>
                  <a:lnTo>
                    <a:pt x="125480" y="376772"/>
                  </a:lnTo>
                  <a:lnTo>
                    <a:pt x="124904" y="376519"/>
                  </a:lnTo>
                  <a:lnTo>
                    <a:pt x="124555" y="376802"/>
                  </a:lnTo>
                  <a:lnTo>
                    <a:pt x="124086" y="376699"/>
                  </a:lnTo>
                  <a:lnTo>
                    <a:pt x="123612" y="376555"/>
                  </a:lnTo>
                  <a:lnTo>
                    <a:pt x="123317" y="376669"/>
                  </a:lnTo>
                  <a:lnTo>
                    <a:pt x="122353" y="377588"/>
                  </a:lnTo>
                  <a:lnTo>
                    <a:pt x="122171" y="377826"/>
                  </a:lnTo>
                  <a:lnTo>
                    <a:pt x="122093" y="377959"/>
                  </a:lnTo>
                  <a:lnTo>
                    <a:pt x="121919" y="378264"/>
                  </a:lnTo>
                  <a:lnTo>
                    <a:pt x="121747" y="378600"/>
                  </a:lnTo>
                  <a:lnTo>
                    <a:pt x="121330" y="378539"/>
                  </a:lnTo>
                  <a:lnTo>
                    <a:pt x="121109" y="378437"/>
                  </a:lnTo>
                  <a:lnTo>
                    <a:pt x="120819" y="378232"/>
                  </a:lnTo>
                  <a:lnTo>
                    <a:pt x="120655" y="378112"/>
                  </a:lnTo>
                  <a:lnTo>
                    <a:pt x="120514" y="377957"/>
                  </a:lnTo>
                  <a:lnTo>
                    <a:pt x="120137" y="377585"/>
                  </a:lnTo>
                  <a:lnTo>
                    <a:pt x="119886" y="377445"/>
                  </a:lnTo>
                  <a:lnTo>
                    <a:pt x="118886" y="377033"/>
                  </a:lnTo>
                  <a:lnTo>
                    <a:pt x="118542" y="376589"/>
                  </a:lnTo>
                  <a:lnTo>
                    <a:pt x="117926" y="376331"/>
                  </a:lnTo>
                  <a:lnTo>
                    <a:pt x="117753" y="376125"/>
                  </a:lnTo>
                  <a:lnTo>
                    <a:pt x="117596" y="375862"/>
                  </a:lnTo>
                  <a:lnTo>
                    <a:pt x="117374" y="375695"/>
                  </a:lnTo>
                  <a:lnTo>
                    <a:pt x="117133" y="375583"/>
                  </a:lnTo>
                  <a:lnTo>
                    <a:pt x="116855" y="375513"/>
                  </a:lnTo>
                  <a:lnTo>
                    <a:pt x="116793" y="375660"/>
                  </a:lnTo>
                  <a:lnTo>
                    <a:pt x="116518" y="375652"/>
                  </a:lnTo>
                  <a:lnTo>
                    <a:pt x="116456" y="375389"/>
                  </a:lnTo>
                  <a:lnTo>
                    <a:pt x="116264" y="375400"/>
                  </a:lnTo>
                  <a:lnTo>
                    <a:pt x="115872" y="375552"/>
                  </a:lnTo>
                  <a:lnTo>
                    <a:pt x="115736" y="375628"/>
                  </a:lnTo>
                  <a:lnTo>
                    <a:pt x="115349" y="375611"/>
                  </a:lnTo>
                  <a:lnTo>
                    <a:pt x="115550" y="375363"/>
                  </a:lnTo>
                  <a:lnTo>
                    <a:pt x="115487" y="375118"/>
                  </a:lnTo>
                  <a:lnTo>
                    <a:pt x="115247" y="374714"/>
                  </a:lnTo>
                  <a:lnTo>
                    <a:pt x="115130" y="374567"/>
                  </a:lnTo>
                  <a:lnTo>
                    <a:pt x="114931" y="374490"/>
                  </a:lnTo>
                  <a:lnTo>
                    <a:pt x="114319" y="374475"/>
                  </a:lnTo>
                  <a:lnTo>
                    <a:pt x="114053" y="374733"/>
                  </a:lnTo>
                  <a:lnTo>
                    <a:pt x="114538" y="374916"/>
                  </a:lnTo>
                  <a:lnTo>
                    <a:pt x="114811" y="375072"/>
                  </a:lnTo>
                  <a:lnTo>
                    <a:pt x="114376" y="375805"/>
                  </a:lnTo>
                  <a:lnTo>
                    <a:pt x="114931" y="375789"/>
                  </a:lnTo>
                  <a:lnTo>
                    <a:pt x="114538" y="376144"/>
                  </a:lnTo>
                  <a:lnTo>
                    <a:pt x="114020" y="375764"/>
                  </a:lnTo>
                  <a:lnTo>
                    <a:pt x="113641" y="375372"/>
                  </a:lnTo>
                  <a:lnTo>
                    <a:pt x="113578" y="374920"/>
                  </a:lnTo>
                  <a:lnTo>
                    <a:pt x="113335" y="374969"/>
                  </a:lnTo>
                  <a:lnTo>
                    <a:pt x="113296" y="375106"/>
                  </a:lnTo>
                  <a:lnTo>
                    <a:pt x="113113" y="375241"/>
                  </a:lnTo>
                  <a:lnTo>
                    <a:pt x="112986" y="375061"/>
                  </a:lnTo>
                  <a:lnTo>
                    <a:pt x="112800" y="374993"/>
                  </a:lnTo>
                  <a:lnTo>
                    <a:pt x="112439" y="374500"/>
                  </a:lnTo>
                  <a:lnTo>
                    <a:pt x="112241" y="374343"/>
                  </a:lnTo>
                  <a:lnTo>
                    <a:pt x="111921" y="374148"/>
                  </a:lnTo>
                  <a:lnTo>
                    <a:pt x="111741" y="374126"/>
                  </a:lnTo>
                  <a:lnTo>
                    <a:pt x="111425" y="374069"/>
                  </a:lnTo>
                  <a:lnTo>
                    <a:pt x="111258" y="373383"/>
                  </a:lnTo>
                  <a:lnTo>
                    <a:pt x="110828" y="372498"/>
                  </a:lnTo>
                  <a:lnTo>
                    <a:pt x="110902" y="372168"/>
                  </a:lnTo>
                  <a:lnTo>
                    <a:pt x="110724" y="371867"/>
                  </a:lnTo>
                  <a:lnTo>
                    <a:pt x="110633" y="371449"/>
                  </a:lnTo>
                  <a:lnTo>
                    <a:pt x="109911" y="371482"/>
                  </a:lnTo>
                  <a:lnTo>
                    <a:pt x="109404" y="371872"/>
                  </a:lnTo>
                  <a:lnTo>
                    <a:pt x="109258" y="372208"/>
                  </a:lnTo>
                  <a:lnTo>
                    <a:pt x="108826" y="372518"/>
                  </a:lnTo>
                  <a:lnTo>
                    <a:pt x="108169" y="372454"/>
                  </a:lnTo>
                  <a:lnTo>
                    <a:pt x="108042" y="372162"/>
                  </a:lnTo>
                  <a:lnTo>
                    <a:pt x="107579" y="371690"/>
                  </a:lnTo>
                  <a:lnTo>
                    <a:pt x="107288" y="371638"/>
                  </a:lnTo>
                  <a:lnTo>
                    <a:pt x="107126" y="371630"/>
                  </a:lnTo>
                  <a:lnTo>
                    <a:pt x="106833" y="371560"/>
                  </a:lnTo>
                  <a:lnTo>
                    <a:pt x="106749" y="371195"/>
                  </a:lnTo>
                  <a:lnTo>
                    <a:pt x="106579" y="370653"/>
                  </a:lnTo>
                  <a:lnTo>
                    <a:pt x="106500" y="370417"/>
                  </a:lnTo>
                  <a:lnTo>
                    <a:pt x="106291" y="369998"/>
                  </a:lnTo>
                  <a:lnTo>
                    <a:pt x="106078" y="369590"/>
                  </a:lnTo>
                  <a:lnTo>
                    <a:pt x="105839" y="369381"/>
                  </a:lnTo>
                  <a:lnTo>
                    <a:pt x="105271" y="369326"/>
                  </a:lnTo>
                  <a:lnTo>
                    <a:pt x="104785" y="369687"/>
                  </a:lnTo>
                  <a:lnTo>
                    <a:pt x="104365" y="369955"/>
                  </a:lnTo>
                  <a:lnTo>
                    <a:pt x="104204" y="370016"/>
                  </a:lnTo>
                  <a:lnTo>
                    <a:pt x="103821" y="370116"/>
                  </a:lnTo>
                  <a:lnTo>
                    <a:pt x="103267" y="370182"/>
                  </a:lnTo>
                  <a:lnTo>
                    <a:pt x="102836" y="370002"/>
                  </a:lnTo>
                  <a:lnTo>
                    <a:pt x="102665" y="369930"/>
                  </a:lnTo>
                  <a:lnTo>
                    <a:pt x="102329" y="369814"/>
                  </a:lnTo>
                  <a:lnTo>
                    <a:pt x="102050" y="369455"/>
                  </a:lnTo>
                  <a:lnTo>
                    <a:pt x="101841" y="368790"/>
                  </a:lnTo>
                  <a:lnTo>
                    <a:pt x="100923" y="368818"/>
                  </a:lnTo>
                  <a:lnTo>
                    <a:pt x="100601" y="368763"/>
                  </a:lnTo>
                  <a:lnTo>
                    <a:pt x="100515" y="368475"/>
                  </a:lnTo>
                  <a:lnTo>
                    <a:pt x="100120" y="368384"/>
                  </a:lnTo>
                  <a:lnTo>
                    <a:pt x="99935" y="368389"/>
                  </a:lnTo>
                  <a:lnTo>
                    <a:pt x="99523" y="368201"/>
                  </a:lnTo>
                  <a:lnTo>
                    <a:pt x="99083" y="368055"/>
                  </a:lnTo>
                  <a:lnTo>
                    <a:pt x="98852" y="367953"/>
                  </a:lnTo>
                  <a:lnTo>
                    <a:pt x="98798" y="367652"/>
                  </a:lnTo>
                  <a:lnTo>
                    <a:pt x="98806" y="367458"/>
                  </a:lnTo>
                  <a:lnTo>
                    <a:pt x="98598" y="367305"/>
                  </a:lnTo>
                  <a:lnTo>
                    <a:pt x="98286" y="367262"/>
                  </a:lnTo>
                  <a:lnTo>
                    <a:pt x="97813" y="367282"/>
                  </a:lnTo>
                  <a:lnTo>
                    <a:pt x="97537" y="366969"/>
                  </a:lnTo>
                  <a:lnTo>
                    <a:pt x="97420" y="366836"/>
                  </a:lnTo>
                  <a:lnTo>
                    <a:pt x="97080" y="366477"/>
                  </a:lnTo>
                  <a:lnTo>
                    <a:pt x="96933" y="366146"/>
                  </a:lnTo>
                  <a:lnTo>
                    <a:pt x="96664" y="365796"/>
                  </a:lnTo>
                  <a:lnTo>
                    <a:pt x="96275" y="365590"/>
                  </a:lnTo>
                  <a:lnTo>
                    <a:pt x="96136" y="365345"/>
                  </a:lnTo>
                  <a:lnTo>
                    <a:pt x="95760" y="365023"/>
                  </a:lnTo>
                  <a:lnTo>
                    <a:pt x="95250" y="364936"/>
                  </a:lnTo>
                  <a:lnTo>
                    <a:pt x="94895" y="365042"/>
                  </a:lnTo>
                  <a:lnTo>
                    <a:pt x="94319" y="364861"/>
                  </a:lnTo>
                  <a:lnTo>
                    <a:pt x="94105" y="364785"/>
                  </a:lnTo>
                  <a:lnTo>
                    <a:pt x="93723" y="364702"/>
                  </a:lnTo>
                  <a:lnTo>
                    <a:pt x="93225" y="364624"/>
                  </a:lnTo>
                  <a:lnTo>
                    <a:pt x="93098" y="364915"/>
                  </a:lnTo>
                  <a:lnTo>
                    <a:pt x="92754" y="365281"/>
                  </a:lnTo>
                  <a:lnTo>
                    <a:pt x="92656" y="363990"/>
                  </a:lnTo>
                  <a:lnTo>
                    <a:pt x="92019" y="363954"/>
                  </a:lnTo>
                  <a:lnTo>
                    <a:pt x="91759" y="364002"/>
                  </a:lnTo>
                  <a:lnTo>
                    <a:pt x="91545" y="364320"/>
                  </a:lnTo>
                  <a:lnTo>
                    <a:pt x="91411" y="364650"/>
                  </a:lnTo>
                  <a:lnTo>
                    <a:pt x="91199" y="364999"/>
                  </a:lnTo>
                  <a:lnTo>
                    <a:pt x="90844" y="365328"/>
                  </a:lnTo>
                  <a:lnTo>
                    <a:pt x="90517" y="365454"/>
                  </a:lnTo>
                  <a:lnTo>
                    <a:pt x="90378" y="365407"/>
                  </a:lnTo>
                  <a:lnTo>
                    <a:pt x="90163" y="365699"/>
                  </a:lnTo>
                  <a:lnTo>
                    <a:pt x="89572" y="365788"/>
                  </a:lnTo>
                  <a:lnTo>
                    <a:pt x="89377" y="365711"/>
                  </a:lnTo>
                  <a:lnTo>
                    <a:pt x="89195" y="365601"/>
                  </a:lnTo>
                  <a:lnTo>
                    <a:pt x="89159" y="365463"/>
                  </a:lnTo>
                  <a:lnTo>
                    <a:pt x="89046" y="365129"/>
                  </a:lnTo>
                  <a:lnTo>
                    <a:pt x="88884" y="364963"/>
                  </a:lnTo>
                  <a:lnTo>
                    <a:pt x="88749" y="364878"/>
                  </a:lnTo>
                  <a:lnTo>
                    <a:pt x="88541" y="364747"/>
                  </a:lnTo>
                  <a:lnTo>
                    <a:pt x="88260" y="364680"/>
                  </a:lnTo>
                  <a:lnTo>
                    <a:pt x="88090" y="364620"/>
                  </a:lnTo>
                  <a:lnTo>
                    <a:pt x="87991" y="364338"/>
                  </a:lnTo>
                  <a:lnTo>
                    <a:pt x="88141" y="364167"/>
                  </a:lnTo>
                  <a:lnTo>
                    <a:pt x="87762" y="363621"/>
                  </a:lnTo>
                  <a:lnTo>
                    <a:pt x="87850" y="363010"/>
                  </a:lnTo>
                  <a:lnTo>
                    <a:pt x="87513" y="362361"/>
                  </a:lnTo>
                  <a:lnTo>
                    <a:pt x="87286" y="361962"/>
                  </a:lnTo>
                  <a:lnTo>
                    <a:pt x="87070" y="361822"/>
                  </a:lnTo>
                  <a:lnTo>
                    <a:pt x="86840" y="361686"/>
                  </a:lnTo>
                  <a:lnTo>
                    <a:pt x="86412" y="361363"/>
                  </a:lnTo>
                  <a:lnTo>
                    <a:pt x="86243" y="361174"/>
                  </a:lnTo>
                  <a:lnTo>
                    <a:pt x="85507" y="360635"/>
                  </a:lnTo>
                  <a:lnTo>
                    <a:pt x="85360" y="360294"/>
                  </a:lnTo>
                  <a:lnTo>
                    <a:pt x="85268" y="359591"/>
                  </a:lnTo>
                  <a:lnTo>
                    <a:pt x="84718" y="359399"/>
                  </a:lnTo>
                  <a:lnTo>
                    <a:pt x="84371" y="359400"/>
                  </a:lnTo>
                  <a:lnTo>
                    <a:pt x="83806" y="359292"/>
                  </a:lnTo>
                  <a:lnTo>
                    <a:pt x="83654" y="359224"/>
                  </a:lnTo>
                  <a:lnTo>
                    <a:pt x="84151" y="359202"/>
                  </a:lnTo>
                  <a:lnTo>
                    <a:pt x="84817" y="359183"/>
                  </a:lnTo>
                  <a:lnTo>
                    <a:pt x="85030" y="358851"/>
                  </a:lnTo>
                  <a:lnTo>
                    <a:pt x="85172" y="358628"/>
                  </a:lnTo>
                  <a:lnTo>
                    <a:pt x="85224" y="358344"/>
                  </a:lnTo>
                  <a:lnTo>
                    <a:pt x="85293" y="357966"/>
                  </a:lnTo>
                  <a:lnTo>
                    <a:pt x="85409" y="357522"/>
                  </a:lnTo>
                  <a:lnTo>
                    <a:pt x="84884" y="357271"/>
                  </a:lnTo>
                  <a:lnTo>
                    <a:pt x="84385" y="357526"/>
                  </a:lnTo>
                  <a:lnTo>
                    <a:pt x="84238" y="357964"/>
                  </a:lnTo>
                  <a:lnTo>
                    <a:pt x="84038" y="358076"/>
                  </a:lnTo>
                  <a:lnTo>
                    <a:pt x="83721" y="358045"/>
                  </a:lnTo>
                  <a:lnTo>
                    <a:pt x="83586" y="358033"/>
                  </a:lnTo>
                  <a:lnTo>
                    <a:pt x="83160" y="357979"/>
                  </a:lnTo>
                  <a:lnTo>
                    <a:pt x="82918" y="357864"/>
                  </a:lnTo>
                  <a:lnTo>
                    <a:pt x="82804" y="357596"/>
                  </a:lnTo>
                  <a:lnTo>
                    <a:pt x="82696" y="357346"/>
                  </a:lnTo>
                  <a:lnTo>
                    <a:pt x="82485" y="356518"/>
                  </a:lnTo>
                  <a:lnTo>
                    <a:pt x="82170" y="356076"/>
                  </a:lnTo>
                  <a:lnTo>
                    <a:pt x="81966" y="355441"/>
                  </a:lnTo>
                  <a:lnTo>
                    <a:pt x="81663" y="354890"/>
                  </a:lnTo>
                  <a:lnTo>
                    <a:pt x="81408" y="354764"/>
                  </a:lnTo>
                  <a:lnTo>
                    <a:pt x="81124" y="354619"/>
                  </a:lnTo>
                  <a:lnTo>
                    <a:pt x="80552" y="354059"/>
                  </a:lnTo>
                  <a:lnTo>
                    <a:pt x="80339" y="354041"/>
                  </a:lnTo>
                  <a:lnTo>
                    <a:pt x="79652" y="353942"/>
                  </a:lnTo>
                  <a:lnTo>
                    <a:pt x="79363" y="354027"/>
                  </a:lnTo>
                  <a:lnTo>
                    <a:pt x="79228" y="354016"/>
                  </a:lnTo>
                  <a:lnTo>
                    <a:pt x="79097" y="353794"/>
                  </a:lnTo>
                  <a:lnTo>
                    <a:pt x="78958" y="353536"/>
                  </a:lnTo>
                  <a:lnTo>
                    <a:pt x="78714" y="353269"/>
                  </a:lnTo>
                  <a:lnTo>
                    <a:pt x="78314" y="353122"/>
                  </a:lnTo>
                  <a:lnTo>
                    <a:pt x="78017" y="353013"/>
                  </a:lnTo>
                  <a:lnTo>
                    <a:pt x="77882" y="353034"/>
                  </a:lnTo>
                  <a:lnTo>
                    <a:pt x="77595" y="353001"/>
                  </a:lnTo>
                  <a:lnTo>
                    <a:pt x="77525" y="352152"/>
                  </a:lnTo>
                  <a:lnTo>
                    <a:pt x="77721" y="351919"/>
                  </a:lnTo>
                  <a:lnTo>
                    <a:pt x="77773" y="351684"/>
                  </a:lnTo>
                  <a:lnTo>
                    <a:pt x="77833" y="351232"/>
                  </a:lnTo>
                  <a:lnTo>
                    <a:pt x="77058" y="350857"/>
                  </a:lnTo>
                  <a:lnTo>
                    <a:pt x="76592" y="351375"/>
                  </a:lnTo>
                  <a:lnTo>
                    <a:pt x="76257" y="351725"/>
                  </a:lnTo>
                  <a:lnTo>
                    <a:pt x="75652" y="351638"/>
                  </a:lnTo>
                  <a:lnTo>
                    <a:pt x="75654" y="351495"/>
                  </a:lnTo>
                  <a:lnTo>
                    <a:pt x="75751" y="351124"/>
                  </a:lnTo>
                  <a:lnTo>
                    <a:pt x="75898" y="350830"/>
                  </a:lnTo>
                  <a:lnTo>
                    <a:pt x="75974" y="350528"/>
                  </a:lnTo>
                  <a:lnTo>
                    <a:pt x="75789" y="350261"/>
                  </a:lnTo>
                  <a:lnTo>
                    <a:pt x="75701" y="349968"/>
                  </a:lnTo>
                  <a:lnTo>
                    <a:pt x="75664" y="349586"/>
                  </a:lnTo>
                  <a:lnTo>
                    <a:pt x="75666" y="349251"/>
                  </a:lnTo>
                  <a:lnTo>
                    <a:pt x="75813" y="348772"/>
                  </a:lnTo>
                  <a:lnTo>
                    <a:pt x="76199" y="348366"/>
                  </a:lnTo>
                  <a:lnTo>
                    <a:pt x="76663" y="348090"/>
                  </a:lnTo>
                  <a:lnTo>
                    <a:pt x="76861" y="347896"/>
                  </a:lnTo>
                  <a:lnTo>
                    <a:pt x="76976" y="346537"/>
                  </a:lnTo>
                  <a:lnTo>
                    <a:pt x="76439" y="346306"/>
                  </a:lnTo>
                  <a:lnTo>
                    <a:pt x="76290" y="345581"/>
                  </a:lnTo>
                  <a:lnTo>
                    <a:pt x="75762" y="345270"/>
                  </a:lnTo>
                  <a:lnTo>
                    <a:pt x="75752" y="344472"/>
                  </a:lnTo>
                  <a:lnTo>
                    <a:pt x="75465" y="344143"/>
                  </a:lnTo>
                  <a:lnTo>
                    <a:pt x="74987" y="343968"/>
                  </a:lnTo>
                  <a:lnTo>
                    <a:pt x="74568" y="343872"/>
                  </a:lnTo>
                  <a:lnTo>
                    <a:pt x="74269" y="343897"/>
                  </a:lnTo>
                  <a:lnTo>
                    <a:pt x="74050" y="343996"/>
                  </a:lnTo>
                  <a:lnTo>
                    <a:pt x="73803" y="344040"/>
                  </a:lnTo>
                  <a:lnTo>
                    <a:pt x="73094" y="343884"/>
                  </a:lnTo>
                  <a:lnTo>
                    <a:pt x="72404" y="343757"/>
                  </a:lnTo>
                  <a:lnTo>
                    <a:pt x="72262" y="343939"/>
                  </a:lnTo>
                  <a:lnTo>
                    <a:pt x="71937" y="344177"/>
                  </a:lnTo>
                  <a:lnTo>
                    <a:pt x="71791" y="343544"/>
                  </a:lnTo>
                  <a:lnTo>
                    <a:pt x="72435" y="343049"/>
                  </a:lnTo>
                  <a:lnTo>
                    <a:pt x="72686" y="342961"/>
                  </a:lnTo>
                  <a:lnTo>
                    <a:pt x="73170" y="342891"/>
                  </a:lnTo>
                  <a:lnTo>
                    <a:pt x="73498" y="341781"/>
                  </a:lnTo>
                  <a:lnTo>
                    <a:pt x="73000" y="341531"/>
                  </a:lnTo>
                  <a:lnTo>
                    <a:pt x="72715" y="341378"/>
                  </a:lnTo>
                  <a:lnTo>
                    <a:pt x="72724" y="340873"/>
                  </a:lnTo>
                  <a:lnTo>
                    <a:pt x="71739" y="340040"/>
                  </a:lnTo>
                  <a:lnTo>
                    <a:pt x="71401" y="339810"/>
                  </a:lnTo>
                  <a:lnTo>
                    <a:pt x="71292" y="339658"/>
                  </a:lnTo>
                  <a:lnTo>
                    <a:pt x="70810" y="339222"/>
                  </a:lnTo>
                  <a:lnTo>
                    <a:pt x="70491" y="338310"/>
                  </a:lnTo>
                  <a:lnTo>
                    <a:pt x="70196" y="338223"/>
                  </a:lnTo>
                  <a:lnTo>
                    <a:pt x="70065" y="338060"/>
                  </a:lnTo>
                  <a:lnTo>
                    <a:pt x="69610" y="337636"/>
                  </a:lnTo>
                  <a:lnTo>
                    <a:pt x="69427" y="337621"/>
                  </a:lnTo>
                  <a:lnTo>
                    <a:pt x="69076" y="337641"/>
                  </a:lnTo>
                  <a:lnTo>
                    <a:pt x="69182" y="337364"/>
                  </a:lnTo>
                  <a:lnTo>
                    <a:pt x="69108" y="337096"/>
                  </a:lnTo>
                  <a:lnTo>
                    <a:pt x="68672" y="337236"/>
                  </a:lnTo>
                  <a:lnTo>
                    <a:pt x="68494" y="337346"/>
                  </a:lnTo>
                  <a:lnTo>
                    <a:pt x="68326" y="337339"/>
                  </a:lnTo>
                  <a:lnTo>
                    <a:pt x="68120" y="337485"/>
                  </a:lnTo>
                  <a:lnTo>
                    <a:pt x="67997" y="337758"/>
                  </a:lnTo>
                  <a:lnTo>
                    <a:pt x="67849" y="338075"/>
                  </a:lnTo>
                  <a:lnTo>
                    <a:pt x="67570" y="338403"/>
                  </a:lnTo>
                  <a:lnTo>
                    <a:pt x="67225" y="338470"/>
                  </a:lnTo>
                  <a:lnTo>
                    <a:pt x="66807" y="338372"/>
                  </a:lnTo>
                  <a:lnTo>
                    <a:pt x="67143" y="338006"/>
                  </a:lnTo>
                  <a:lnTo>
                    <a:pt x="67466" y="337786"/>
                  </a:lnTo>
                  <a:lnTo>
                    <a:pt x="67645" y="337470"/>
                  </a:lnTo>
                  <a:lnTo>
                    <a:pt x="67904" y="336929"/>
                  </a:lnTo>
                  <a:lnTo>
                    <a:pt x="67818" y="336601"/>
                  </a:lnTo>
                  <a:lnTo>
                    <a:pt x="67352" y="336374"/>
                  </a:lnTo>
                  <a:lnTo>
                    <a:pt x="67030" y="336093"/>
                  </a:lnTo>
                  <a:lnTo>
                    <a:pt x="66814" y="335971"/>
                  </a:lnTo>
                  <a:lnTo>
                    <a:pt x="66372" y="335722"/>
                  </a:lnTo>
                  <a:lnTo>
                    <a:pt x="65677" y="334780"/>
                  </a:lnTo>
                  <a:lnTo>
                    <a:pt x="65546" y="334681"/>
                  </a:lnTo>
                  <a:lnTo>
                    <a:pt x="64947" y="334459"/>
                  </a:lnTo>
                  <a:lnTo>
                    <a:pt x="64899" y="333470"/>
                  </a:lnTo>
                  <a:lnTo>
                    <a:pt x="64748" y="333338"/>
                  </a:lnTo>
                  <a:lnTo>
                    <a:pt x="64432" y="332846"/>
                  </a:lnTo>
                  <a:lnTo>
                    <a:pt x="64813" y="332552"/>
                  </a:lnTo>
                  <a:lnTo>
                    <a:pt x="65024" y="331748"/>
                  </a:lnTo>
                  <a:lnTo>
                    <a:pt x="65044" y="331542"/>
                  </a:lnTo>
                  <a:lnTo>
                    <a:pt x="65425" y="330917"/>
                  </a:lnTo>
                  <a:lnTo>
                    <a:pt x="65433" y="330699"/>
                  </a:lnTo>
                  <a:lnTo>
                    <a:pt x="65829" y="330077"/>
                  </a:lnTo>
                  <a:lnTo>
                    <a:pt x="66613" y="329601"/>
                  </a:lnTo>
                  <a:lnTo>
                    <a:pt x="66481" y="329218"/>
                  </a:lnTo>
                  <a:lnTo>
                    <a:pt x="66343" y="328810"/>
                  </a:lnTo>
                  <a:lnTo>
                    <a:pt x="66648" y="328517"/>
                  </a:lnTo>
                  <a:lnTo>
                    <a:pt x="66747" y="328330"/>
                  </a:lnTo>
                  <a:lnTo>
                    <a:pt x="66418" y="327489"/>
                  </a:lnTo>
                  <a:lnTo>
                    <a:pt x="66078" y="327110"/>
                  </a:lnTo>
                  <a:lnTo>
                    <a:pt x="65865" y="326862"/>
                  </a:lnTo>
                  <a:lnTo>
                    <a:pt x="65823" y="326684"/>
                  </a:lnTo>
                  <a:lnTo>
                    <a:pt x="65772" y="326471"/>
                  </a:lnTo>
                  <a:lnTo>
                    <a:pt x="65730" y="326030"/>
                  </a:lnTo>
                  <a:lnTo>
                    <a:pt x="65680" y="325802"/>
                  </a:lnTo>
                  <a:lnTo>
                    <a:pt x="65611" y="325492"/>
                  </a:lnTo>
                  <a:lnTo>
                    <a:pt x="65475" y="325310"/>
                  </a:lnTo>
                  <a:lnTo>
                    <a:pt x="65793" y="324814"/>
                  </a:lnTo>
                  <a:lnTo>
                    <a:pt x="65858" y="324625"/>
                  </a:lnTo>
                  <a:lnTo>
                    <a:pt x="66148" y="324104"/>
                  </a:lnTo>
                  <a:lnTo>
                    <a:pt x="66247" y="323701"/>
                  </a:lnTo>
                  <a:lnTo>
                    <a:pt x="66180" y="323269"/>
                  </a:lnTo>
                  <a:lnTo>
                    <a:pt x="66231" y="323017"/>
                  </a:lnTo>
                  <a:lnTo>
                    <a:pt x="66364" y="322842"/>
                  </a:lnTo>
                  <a:lnTo>
                    <a:pt x="66485" y="322675"/>
                  </a:lnTo>
                  <a:lnTo>
                    <a:pt x="66599" y="322518"/>
                  </a:lnTo>
                  <a:lnTo>
                    <a:pt x="66553" y="322334"/>
                  </a:lnTo>
                  <a:lnTo>
                    <a:pt x="66418" y="321805"/>
                  </a:lnTo>
                  <a:lnTo>
                    <a:pt x="66184" y="321230"/>
                  </a:lnTo>
                  <a:lnTo>
                    <a:pt x="66085" y="320720"/>
                  </a:lnTo>
                  <a:lnTo>
                    <a:pt x="65682" y="320403"/>
                  </a:lnTo>
                  <a:lnTo>
                    <a:pt x="65541" y="320303"/>
                  </a:lnTo>
                  <a:lnTo>
                    <a:pt x="65308" y="320094"/>
                  </a:lnTo>
                  <a:lnTo>
                    <a:pt x="65359" y="319625"/>
                  </a:lnTo>
                  <a:lnTo>
                    <a:pt x="65558" y="319124"/>
                  </a:lnTo>
                  <a:lnTo>
                    <a:pt x="65588" y="318735"/>
                  </a:lnTo>
                  <a:lnTo>
                    <a:pt x="65455" y="318089"/>
                  </a:lnTo>
                  <a:lnTo>
                    <a:pt x="65342" y="317941"/>
                  </a:lnTo>
                  <a:lnTo>
                    <a:pt x="64941" y="317569"/>
                  </a:lnTo>
                  <a:lnTo>
                    <a:pt x="64648" y="317389"/>
                  </a:lnTo>
                  <a:lnTo>
                    <a:pt x="64376" y="317109"/>
                  </a:lnTo>
                  <a:lnTo>
                    <a:pt x="64097" y="316653"/>
                  </a:lnTo>
                  <a:lnTo>
                    <a:pt x="63938" y="316569"/>
                  </a:lnTo>
                  <a:lnTo>
                    <a:pt x="63779" y="316484"/>
                  </a:lnTo>
                  <a:lnTo>
                    <a:pt x="63595" y="316407"/>
                  </a:lnTo>
                  <a:lnTo>
                    <a:pt x="63385" y="316440"/>
                  </a:lnTo>
                  <a:lnTo>
                    <a:pt x="63042" y="316505"/>
                  </a:lnTo>
                  <a:lnTo>
                    <a:pt x="62832" y="316032"/>
                  </a:lnTo>
                  <a:lnTo>
                    <a:pt x="62512" y="315876"/>
                  </a:lnTo>
                  <a:lnTo>
                    <a:pt x="61943" y="315710"/>
                  </a:lnTo>
                  <a:lnTo>
                    <a:pt x="61622" y="315616"/>
                  </a:lnTo>
                  <a:lnTo>
                    <a:pt x="61154" y="315514"/>
                  </a:lnTo>
                  <a:lnTo>
                    <a:pt x="60868" y="315343"/>
                  </a:lnTo>
                  <a:lnTo>
                    <a:pt x="60581" y="315236"/>
                  </a:lnTo>
                  <a:lnTo>
                    <a:pt x="60042" y="315302"/>
                  </a:lnTo>
                  <a:lnTo>
                    <a:pt x="59691" y="314832"/>
                  </a:lnTo>
                  <a:lnTo>
                    <a:pt x="59532" y="314592"/>
                  </a:lnTo>
                  <a:lnTo>
                    <a:pt x="59375" y="314372"/>
                  </a:lnTo>
                  <a:lnTo>
                    <a:pt x="59113" y="314070"/>
                  </a:lnTo>
                  <a:lnTo>
                    <a:pt x="58923" y="314015"/>
                  </a:lnTo>
                  <a:lnTo>
                    <a:pt x="58791" y="313965"/>
                  </a:lnTo>
                  <a:lnTo>
                    <a:pt x="58545" y="313870"/>
                  </a:lnTo>
                  <a:lnTo>
                    <a:pt x="58291" y="313707"/>
                  </a:lnTo>
                  <a:lnTo>
                    <a:pt x="58147" y="313433"/>
                  </a:lnTo>
                  <a:lnTo>
                    <a:pt x="58105" y="313221"/>
                  </a:lnTo>
                  <a:lnTo>
                    <a:pt x="57888" y="312947"/>
                  </a:lnTo>
                  <a:lnTo>
                    <a:pt x="57699" y="312752"/>
                  </a:lnTo>
                  <a:lnTo>
                    <a:pt x="57680" y="312511"/>
                  </a:lnTo>
                  <a:lnTo>
                    <a:pt x="57721" y="312226"/>
                  </a:lnTo>
                  <a:lnTo>
                    <a:pt x="57895" y="311830"/>
                  </a:lnTo>
                  <a:lnTo>
                    <a:pt x="57983" y="311199"/>
                  </a:lnTo>
                  <a:lnTo>
                    <a:pt x="57791" y="311053"/>
                  </a:lnTo>
                  <a:lnTo>
                    <a:pt x="57637" y="310802"/>
                  </a:lnTo>
                  <a:lnTo>
                    <a:pt x="57557" y="310538"/>
                  </a:lnTo>
                  <a:lnTo>
                    <a:pt x="57388" y="310162"/>
                  </a:lnTo>
                  <a:lnTo>
                    <a:pt x="57402" y="309783"/>
                  </a:lnTo>
                  <a:lnTo>
                    <a:pt x="57031" y="309322"/>
                  </a:lnTo>
                  <a:lnTo>
                    <a:pt x="56760" y="308826"/>
                  </a:lnTo>
                  <a:lnTo>
                    <a:pt x="56683" y="308521"/>
                  </a:lnTo>
                  <a:lnTo>
                    <a:pt x="56276" y="308293"/>
                  </a:lnTo>
                  <a:lnTo>
                    <a:pt x="55980" y="308062"/>
                  </a:lnTo>
                  <a:lnTo>
                    <a:pt x="55846" y="307402"/>
                  </a:lnTo>
                  <a:lnTo>
                    <a:pt x="55602" y="307345"/>
                  </a:lnTo>
                  <a:lnTo>
                    <a:pt x="55216" y="307467"/>
                  </a:lnTo>
                  <a:lnTo>
                    <a:pt x="54514" y="307371"/>
                  </a:lnTo>
                  <a:lnTo>
                    <a:pt x="53897" y="307039"/>
                  </a:lnTo>
                  <a:lnTo>
                    <a:pt x="53728" y="306941"/>
                  </a:lnTo>
                  <a:lnTo>
                    <a:pt x="53461" y="306661"/>
                  </a:lnTo>
                  <a:lnTo>
                    <a:pt x="53433" y="306431"/>
                  </a:lnTo>
                  <a:lnTo>
                    <a:pt x="53415" y="306256"/>
                  </a:lnTo>
                  <a:lnTo>
                    <a:pt x="53284" y="306012"/>
                  </a:lnTo>
                  <a:lnTo>
                    <a:pt x="52489" y="305451"/>
                  </a:lnTo>
                  <a:lnTo>
                    <a:pt x="52315" y="305451"/>
                  </a:lnTo>
                  <a:lnTo>
                    <a:pt x="51922" y="305337"/>
                  </a:lnTo>
                  <a:lnTo>
                    <a:pt x="51619" y="305121"/>
                  </a:lnTo>
                  <a:lnTo>
                    <a:pt x="51131" y="304815"/>
                  </a:lnTo>
                  <a:lnTo>
                    <a:pt x="51011" y="304638"/>
                  </a:lnTo>
                  <a:lnTo>
                    <a:pt x="50794" y="304607"/>
                  </a:lnTo>
                  <a:lnTo>
                    <a:pt x="50409" y="304779"/>
                  </a:lnTo>
                  <a:lnTo>
                    <a:pt x="49906" y="304910"/>
                  </a:lnTo>
                  <a:lnTo>
                    <a:pt x="49778" y="304902"/>
                  </a:lnTo>
                  <a:lnTo>
                    <a:pt x="49464" y="304881"/>
                  </a:lnTo>
                  <a:lnTo>
                    <a:pt x="49205" y="304853"/>
                  </a:lnTo>
                  <a:lnTo>
                    <a:pt x="48612" y="304660"/>
                  </a:lnTo>
                  <a:lnTo>
                    <a:pt x="48710" y="304293"/>
                  </a:lnTo>
                  <a:lnTo>
                    <a:pt x="48703" y="303992"/>
                  </a:lnTo>
                  <a:lnTo>
                    <a:pt x="48484" y="303772"/>
                  </a:lnTo>
                  <a:lnTo>
                    <a:pt x="48333" y="303759"/>
                  </a:lnTo>
                  <a:lnTo>
                    <a:pt x="48128" y="303647"/>
                  </a:lnTo>
                  <a:lnTo>
                    <a:pt x="47701" y="303147"/>
                  </a:lnTo>
                  <a:lnTo>
                    <a:pt x="47632" y="302879"/>
                  </a:lnTo>
                  <a:lnTo>
                    <a:pt x="47743" y="302379"/>
                  </a:lnTo>
                  <a:lnTo>
                    <a:pt x="48303" y="302160"/>
                  </a:lnTo>
                  <a:lnTo>
                    <a:pt x="48655" y="301926"/>
                  </a:lnTo>
                  <a:lnTo>
                    <a:pt x="48946" y="301966"/>
                  </a:lnTo>
                  <a:lnTo>
                    <a:pt x="49365" y="301865"/>
                  </a:lnTo>
                  <a:lnTo>
                    <a:pt x="49169" y="301332"/>
                  </a:lnTo>
                  <a:lnTo>
                    <a:pt x="49596" y="301111"/>
                  </a:lnTo>
                  <a:lnTo>
                    <a:pt x="49992" y="300593"/>
                  </a:lnTo>
                  <a:lnTo>
                    <a:pt x="50155" y="300328"/>
                  </a:lnTo>
                  <a:lnTo>
                    <a:pt x="50315" y="300176"/>
                  </a:lnTo>
                  <a:lnTo>
                    <a:pt x="50482" y="300206"/>
                  </a:lnTo>
                  <a:lnTo>
                    <a:pt x="50673" y="300357"/>
                  </a:lnTo>
                  <a:lnTo>
                    <a:pt x="51266" y="300254"/>
                  </a:lnTo>
                  <a:lnTo>
                    <a:pt x="51246" y="299708"/>
                  </a:lnTo>
                  <a:lnTo>
                    <a:pt x="51221" y="299329"/>
                  </a:lnTo>
                  <a:lnTo>
                    <a:pt x="50912" y="299084"/>
                  </a:lnTo>
                  <a:lnTo>
                    <a:pt x="50739" y="299006"/>
                  </a:lnTo>
                  <a:lnTo>
                    <a:pt x="50521" y="298929"/>
                  </a:lnTo>
                  <a:lnTo>
                    <a:pt x="50324" y="298401"/>
                  </a:lnTo>
                  <a:lnTo>
                    <a:pt x="50319" y="298201"/>
                  </a:lnTo>
                  <a:lnTo>
                    <a:pt x="50230" y="297760"/>
                  </a:lnTo>
                  <a:lnTo>
                    <a:pt x="49955" y="297374"/>
                  </a:lnTo>
                  <a:lnTo>
                    <a:pt x="49639" y="296695"/>
                  </a:lnTo>
                  <a:lnTo>
                    <a:pt x="49457" y="296629"/>
                  </a:lnTo>
                  <a:lnTo>
                    <a:pt x="49390" y="296353"/>
                  </a:lnTo>
                  <a:lnTo>
                    <a:pt x="49469" y="296213"/>
                  </a:lnTo>
                  <a:lnTo>
                    <a:pt x="48768" y="295874"/>
                  </a:lnTo>
                  <a:lnTo>
                    <a:pt x="48802" y="296202"/>
                  </a:lnTo>
                  <a:lnTo>
                    <a:pt x="48693" y="296356"/>
                  </a:lnTo>
                  <a:lnTo>
                    <a:pt x="48436" y="296390"/>
                  </a:lnTo>
                  <a:lnTo>
                    <a:pt x="48156" y="296353"/>
                  </a:lnTo>
                  <a:lnTo>
                    <a:pt x="47556" y="296200"/>
                  </a:lnTo>
                  <a:lnTo>
                    <a:pt x="47665" y="295775"/>
                  </a:lnTo>
                  <a:lnTo>
                    <a:pt x="47708" y="295598"/>
                  </a:lnTo>
                  <a:lnTo>
                    <a:pt x="47784" y="295288"/>
                  </a:lnTo>
                  <a:lnTo>
                    <a:pt x="47723" y="295003"/>
                  </a:lnTo>
                  <a:lnTo>
                    <a:pt x="47708" y="294872"/>
                  </a:lnTo>
                  <a:lnTo>
                    <a:pt x="47736" y="294652"/>
                  </a:lnTo>
                  <a:lnTo>
                    <a:pt x="47778" y="294458"/>
                  </a:lnTo>
                  <a:lnTo>
                    <a:pt x="47898" y="294279"/>
                  </a:lnTo>
                  <a:lnTo>
                    <a:pt x="47913" y="294140"/>
                  </a:lnTo>
                  <a:lnTo>
                    <a:pt x="47914" y="293610"/>
                  </a:lnTo>
                  <a:lnTo>
                    <a:pt x="47897" y="293335"/>
                  </a:lnTo>
                  <a:lnTo>
                    <a:pt x="47720" y="292637"/>
                  </a:lnTo>
                  <a:lnTo>
                    <a:pt x="47924" y="292347"/>
                  </a:lnTo>
                  <a:lnTo>
                    <a:pt x="48082" y="292312"/>
                  </a:lnTo>
                  <a:lnTo>
                    <a:pt x="48348" y="292293"/>
                  </a:lnTo>
                  <a:lnTo>
                    <a:pt x="48781" y="291903"/>
                  </a:lnTo>
                  <a:lnTo>
                    <a:pt x="48973" y="291461"/>
                  </a:lnTo>
                  <a:lnTo>
                    <a:pt x="49123" y="291323"/>
                  </a:lnTo>
                  <a:lnTo>
                    <a:pt x="49261" y="291186"/>
                  </a:lnTo>
                  <a:lnTo>
                    <a:pt x="49202" y="290984"/>
                  </a:lnTo>
                  <a:lnTo>
                    <a:pt x="49296" y="290698"/>
                  </a:lnTo>
                  <a:lnTo>
                    <a:pt x="49512" y="290524"/>
                  </a:lnTo>
                  <a:lnTo>
                    <a:pt x="49877" y="289950"/>
                  </a:lnTo>
                  <a:lnTo>
                    <a:pt x="49861" y="289591"/>
                  </a:lnTo>
                  <a:lnTo>
                    <a:pt x="49703" y="289364"/>
                  </a:lnTo>
                  <a:lnTo>
                    <a:pt x="49543" y="289227"/>
                  </a:lnTo>
                  <a:lnTo>
                    <a:pt x="49031" y="288899"/>
                  </a:lnTo>
                  <a:lnTo>
                    <a:pt x="48752" y="288986"/>
                  </a:lnTo>
                  <a:lnTo>
                    <a:pt x="48439" y="288956"/>
                  </a:lnTo>
                  <a:lnTo>
                    <a:pt x="48275" y="288913"/>
                  </a:lnTo>
                  <a:lnTo>
                    <a:pt x="47851" y="288812"/>
                  </a:lnTo>
                  <a:lnTo>
                    <a:pt x="47712" y="288314"/>
                  </a:lnTo>
                  <a:lnTo>
                    <a:pt x="47164" y="288177"/>
                  </a:lnTo>
                  <a:lnTo>
                    <a:pt x="46854" y="288304"/>
                  </a:lnTo>
                  <a:lnTo>
                    <a:pt x="46311" y="288085"/>
                  </a:lnTo>
                  <a:lnTo>
                    <a:pt x="46126" y="287769"/>
                  </a:lnTo>
                  <a:lnTo>
                    <a:pt x="46142" y="287544"/>
                  </a:lnTo>
                  <a:lnTo>
                    <a:pt x="46105" y="287296"/>
                  </a:lnTo>
                  <a:lnTo>
                    <a:pt x="45951" y="287072"/>
                  </a:lnTo>
                  <a:lnTo>
                    <a:pt x="45666" y="286997"/>
                  </a:lnTo>
                  <a:lnTo>
                    <a:pt x="45505" y="286954"/>
                  </a:lnTo>
                  <a:lnTo>
                    <a:pt x="45003" y="286889"/>
                  </a:lnTo>
                  <a:lnTo>
                    <a:pt x="44875" y="286872"/>
                  </a:lnTo>
                  <a:lnTo>
                    <a:pt x="44006" y="286698"/>
                  </a:lnTo>
                  <a:lnTo>
                    <a:pt x="43818" y="286563"/>
                  </a:lnTo>
                  <a:lnTo>
                    <a:pt x="43528" y="286374"/>
                  </a:lnTo>
                  <a:lnTo>
                    <a:pt x="43283" y="286215"/>
                  </a:lnTo>
                  <a:lnTo>
                    <a:pt x="43135" y="286202"/>
                  </a:lnTo>
                  <a:lnTo>
                    <a:pt x="42548" y="286003"/>
                  </a:lnTo>
                  <a:lnTo>
                    <a:pt x="42361" y="285924"/>
                  </a:lnTo>
                  <a:lnTo>
                    <a:pt x="41891" y="285842"/>
                  </a:lnTo>
                  <a:lnTo>
                    <a:pt x="41376" y="285844"/>
                  </a:lnTo>
                  <a:lnTo>
                    <a:pt x="41435" y="285036"/>
                  </a:lnTo>
                  <a:lnTo>
                    <a:pt x="40781" y="284185"/>
                  </a:lnTo>
                  <a:lnTo>
                    <a:pt x="40759" y="283994"/>
                  </a:lnTo>
                  <a:lnTo>
                    <a:pt x="41184" y="283432"/>
                  </a:lnTo>
                  <a:lnTo>
                    <a:pt x="41368" y="283435"/>
                  </a:lnTo>
                  <a:lnTo>
                    <a:pt x="41727" y="283361"/>
                  </a:lnTo>
                  <a:lnTo>
                    <a:pt x="42048" y="283074"/>
                  </a:lnTo>
                  <a:lnTo>
                    <a:pt x="42140" y="282898"/>
                  </a:lnTo>
                  <a:lnTo>
                    <a:pt x="42448" y="282674"/>
                  </a:lnTo>
                  <a:lnTo>
                    <a:pt x="42682" y="282205"/>
                  </a:lnTo>
                  <a:lnTo>
                    <a:pt x="42697" y="281988"/>
                  </a:lnTo>
                  <a:lnTo>
                    <a:pt x="42988" y="281977"/>
                  </a:lnTo>
                  <a:lnTo>
                    <a:pt x="43419" y="282082"/>
                  </a:lnTo>
                  <a:lnTo>
                    <a:pt x="43965" y="281871"/>
                  </a:lnTo>
                  <a:lnTo>
                    <a:pt x="44084" y="281397"/>
                  </a:lnTo>
                  <a:lnTo>
                    <a:pt x="44068" y="280812"/>
                  </a:lnTo>
                  <a:lnTo>
                    <a:pt x="43738" y="280423"/>
                  </a:lnTo>
                  <a:lnTo>
                    <a:pt x="43589" y="280380"/>
                  </a:lnTo>
                  <a:lnTo>
                    <a:pt x="43298" y="280249"/>
                  </a:lnTo>
                  <a:lnTo>
                    <a:pt x="43324" y="279835"/>
                  </a:lnTo>
                  <a:lnTo>
                    <a:pt x="43255" y="279583"/>
                  </a:lnTo>
                  <a:lnTo>
                    <a:pt x="43077" y="279226"/>
                  </a:lnTo>
                  <a:lnTo>
                    <a:pt x="42913" y="278858"/>
                  </a:lnTo>
                  <a:lnTo>
                    <a:pt x="42838" y="278066"/>
                  </a:lnTo>
                  <a:lnTo>
                    <a:pt x="42777" y="277643"/>
                  </a:lnTo>
                  <a:lnTo>
                    <a:pt x="42485" y="277627"/>
                  </a:lnTo>
                  <a:lnTo>
                    <a:pt x="42121" y="278000"/>
                  </a:lnTo>
                  <a:lnTo>
                    <a:pt x="41530" y="277936"/>
                  </a:lnTo>
                  <a:lnTo>
                    <a:pt x="41307" y="277827"/>
                  </a:lnTo>
                  <a:lnTo>
                    <a:pt x="40867" y="277693"/>
                  </a:lnTo>
                  <a:lnTo>
                    <a:pt x="40264" y="277278"/>
                  </a:lnTo>
                  <a:lnTo>
                    <a:pt x="40047" y="276741"/>
                  </a:lnTo>
                  <a:lnTo>
                    <a:pt x="39696" y="275932"/>
                  </a:lnTo>
                  <a:lnTo>
                    <a:pt x="39648" y="275786"/>
                  </a:lnTo>
                  <a:lnTo>
                    <a:pt x="39376" y="275434"/>
                  </a:lnTo>
                  <a:lnTo>
                    <a:pt x="39345" y="275262"/>
                  </a:lnTo>
                  <a:lnTo>
                    <a:pt x="38966" y="274635"/>
                  </a:lnTo>
                  <a:lnTo>
                    <a:pt x="38742" y="274294"/>
                  </a:lnTo>
                  <a:lnTo>
                    <a:pt x="38677" y="273924"/>
                  </a:lnTo>
                  <a:lnTo>
                    <a:pt x="38370" y="273584"/>
                  </a:lnTo>
                  <a:lnTo>
                    <a:pt x="38250" y="273419"/>
                  </a:lnTo>
                  <a:lnTo>
                    <a:pt x="38052" y="272787"/>
                  </a:lnTo>
                  <a:lnTo>
                    <a:pt x="37988" y="272373"/>
                  </a:lnTo>
                  <a:lnTo>
                    <a:pt x="37939" y="271829"/>
                  </a:lnTo>
                  <a:lnTo>
                    <a:pt x="37986" y="271634"/>
                  </a:lnTo>
                  <a:lnTo>
                    <a:pt x="38277" y="271299"/>
                  </a:lnTo>
                  <a:lnTo>
                    <a:pt x="38465" y="271137"/>
                  </a:lnTo>
                  <a:lnTo>
                    <a:pt x="38730" y="270741"/>
                  </a:lnTo>
                  <a:lnTo>
                    <a:pt x="39028" y="270620"/>
                  </a:lnTo>
                  <a:lnTo>
                    <a:pt x="39320" y="270731"/>
                  </a:lnTo>
                  <a:lnTo>
                    <a:pt x="39784" y="270443"/>
                  </a:lnTo>
                  <a:lnTo>
                    <a:pt x="39264" y="270271"/>
                  </a:lnTo>
                  <a:lnTo>
                    <a:pt x="38651" y="270236"/>
                  </a:lnTo>
                  <a:lnTo>
                    <a:pt x="38278" y="269756"/>
                  </a:lnTo>
                  <a:lnTo>
                    <a:pt x="38384" y="269462"/>
                  </a:lnTo>
                  <a:lnTo>
                    <a:pt x="38286" y="268966"/>
                  </a:lnTo>
                  <a:lnTo>
                    <a:pt x="42017" y="267979"/>
                  </a:lnTo>
                  <a:lnTo>
                    <a:pt x="42672" y="267518"/>
                  </a:lnTo>
                  <a:lnTo>
                    <a:pt x="53001" y="267786"/>
                  </a:lnTo>
                  <a:lnTo>
                    <a:pt x="53996" y="266672"/>
                  </a:lnTo>
                  <a:lnTo>
                    <a:pt x="54277" y="266324"/>
                  </a:lnTo>
                  <a:lnTo>
                    <a:pt x="54832" y="265820"/>
                  </a:lnTo>
                  <a:lnTo>
                    <a:pt x="55681" y="265878"/>
                  </a:lnTo>
                  <a:lnTo>
                    <a:pt x="55935" y="265904"/>
                  </a:lnTo>
                  <a:lnTo>
                    <a:pt x="56370" y="266024"/>
                  </a:lnTo>
                  <a:lnTo>
                    <a:pt x="56568" y="266118"/>
                  </a:lnTo>
                  <a:lnTo>
                    <a:pt x="56715" y="266299"/>
                  </a:lnTo>
                  <a:lnTo>
                    <a:pt x="56925" y="266614"/>
                  </a:lnTo>
                  <a:lnTo>
                    <a:pt x="57084" y="267001"/>
                  </a:lnTo>
                  <a:lnTo>
                    <a:pt x="57440" y="267506"/>
                  </a:lnTo>
                  <a:lnTo>
                    <a:pt x="57571" y="267575"/>
                  </a:lnTo>
                  <a:lnTo>
                    <a:pt x="57701" y="267624"/>
                  </a:lnTo>
                  <a:lnTo>
                    <a:pt x="57828" y="267632"/>
                  </a:lnTo>
                  <a:lnTo>
                    <a:pt x="58066" y="267605"/>
                  </a:lnTo>
                  <a:lnTo>
                    <a:pt x="58215" y="267520"/>
                  </a:lnTo>
                  <a:lnTo>
                    <a:pt x="58413" y="267324"/>
                  </a:lnTo>
                  <a:lnTo>
                    <a:pt x="58642" y="266852"/>
                  </a:lnTo>
                  <a:lnTo>
                    <a:pt x="58868" y="266620"/>
                  </a:lnTo>
                  <a:lnTo>
                    <a:pt x="59199" y="266512"/>
                  </a:lnTo>
                  <a:lnTo>
                    <a:pt x="59692" y="266545"/>
                  </a:lnTo>
                  <a:lnTo>
                    <a:pt x="60143" y="266353"/>
                  </a:lnTo>
                  <a:lnTo>
                    <a:pt x="60563" y="265968"/>
                  </a:lnTo>
                  <a:lnTo>
                    <a:pt x="60922" y="265472"/>
                  </a:lnTo>
                  <a:lnTo>
                    <a:pt x="61059" y="265163"/>
                  </a:lnTo>
                  <a:lnTo>
                    <a:pt x="61180" y="264799"/>
                  </a:lnTo>
                  <a:lnTo>
                    <a:pt x="61227" y="264648"/>
                  </a:lnTo>
                  <a:lnTo>
                    <a:pt x="61243" y="264512"/>
                  </a:lnTo>
                  <a:lnTo>
                    <a:pt x="61266" y="264296"/>
                  </a:lnTo>
                  <a:lnTo>
                    <a:pt x="61307" y="264091"/>
                  </a:lnTo>
                  <a:lnTo>
                    <a:pt x="61382" y="263799"/>
                  </a:lnTo>
                  <a:lnTo>
                    <a:pt x="61512" y="263381"/>
                  </a:lnTo>
                  <a:lnTo>
                    <a:pt x="61600" y="263190"/>
                  </a:lnTo>
                  <a:lnTo>
                    <a:pt x="61737" y="262979"/>
                  </a:lnTo>
                  <a:lnTo>
                    <a:pt x="61870" y="262134"/>
                  </a:lnTo>
                  <a:lnTo>
                    <a:pt x="62117" y="262036"/>
                  </a:lnTo>
                  <a:lnTo>
                    <a:pt x="62544" y="262085"/>
                  </a:lnTo>
                  <a:lnTo>
                    <a:pt x="62875" y="262259"/>
                  </a:lnTo>
                  <a:lnTo>
                    <a:pt x="63078" y="262390"/>
                  </a:lnTo>
                  <a:lnTo>
                    <a:pt x="63334" y="262578"/>
                  </a:lnTo>
                  <a:lnTo>
                    <a:pt x="63531" y="262811"/>
                  </a:lnTo>
                  <a:lnTo>
                    <a:pt x="63660" y="263144"/>
                  </a:lnTo>
                  <a:lnTo>
                    <a:pt x="63679" y="263380"/>
                  </a:lnTo>
                  <a:lnTo>
                    <a:pt x="64155" y="263409"/>
                  </a:lnTo>
                  <a:lnTo>
                    <a:pt x="64303" y="263270"/>
                  </a:lnTo>
                  <a:lnTo>
                    <a:pt x="64432" y="263146"/>
                  </a:lnTo>
                  <a:lnTo>
                    <a:pt x="64682" y="262966"/>
                  </a:lnTo>
                  <a:lnTo>
                    <a:pt x="65206" y="262592"/>
                  </a:lnTo>
                  <a:lnTo>
                    <a:pt x="65455" y="262382"/>
                  </a:lnTo>
                  <a:lnTo>
                    <a:pt x="65862" y="262083"/>
                  </a:lnTo>
                  <a:lnTo>
                    <a:pt x="66442" y="261732"/>
                  </a:lnTo>
                  <a:lnTo>
                    <a:pt x="66649" y="261626"/>
                  </a:lnTo>
                  <a:lnTo>
                    <a:pt x="67307" y="261282"/>
                  </a:lnTo>
                  <a:lnTo>
                    <a:pt x="67997" y="261038"/>
                  </a:lnTo>
                  <a:lnTo>
                    <a:pt x="68187" y="261031"/>
                  </a:lnTo>
                  <a:lnTo>
                    <a:pt x="68481" y="261016"/>
                  </a:lnTo>
                  <a:lnTo>
                    <a:pt x="68740" y="260995"/>
                  </a:lnTo>
                  <a:lnTo>
                    <a:pt x="69325" y="260929"/>
                  </a:lnTo>
                  <a:lnTo>
                    <a:pt x="69582" y="260895"/>
                  </a:lnTo>
                  <a:lnTo>
                    <a:pt x="70033" y="260812"/>
                  </a:lnTo>
                  <a:lnTo>
                    <a:pt x="70534" y="260574"/>
                  </a:lnTo>
                  <a:lnTo>
                    <a:pt x="70746" y="260019"/>
                  </a:lnTo>
                  <a:lnTo>
                    <a:pt x="70883" y="259568"/>
                  </a:lnTo>
                  <a:lnTo>
                    <a:pt x="70943" y="259369"/>
                  </a:lnTo>
                  <a:lnTo>
                    <a:pt x="71086" y="258941"/>
                  </a:lnTo>
                  <a:lnTo>
                    <a:pt x="73037" y="258653"/>
                  </a:lnTo>
                  <a:lnTo>
                    <a:pt x="73405" y="258642"/>
                  </a:lnTo>
                  <a:lnTo>
                    <a:pt x="74854" y="259275"/>
                  </a:lnTo>
                  <a:lnTo>
                    <a:pt x="75124" y="259214"/>
                  </a:lnTo>
                  <a:lnTo>
                    <a:pt x="75601" y="258780"/>
                  </a:lnTo>
                  <a:lnTo>
                    <a:pt x="75689" y="258517"/>
                  </a:lnTo>
                  <a:lnTo>
                    <a:pt x="75767" y="258238"/>
                  </a:lnTo>
                  <a:lnTo>
                    <a:pt x="76422" y="257745"/>
                  </a:lnTo>
                  <a:lnTo>
                    <a:pt x="76799" y="258025"/>
                  </a:lnTo>
                  <a:lnTo>
                    <a:pt x="76981" y="258144"/>
                  </a:lnTo>
                  <a:lnTo>
                    <a:pt x="77206" y="258287"/>
                  </a:lnTo>
                  <a:lnTo>
                    <a:pt x="77861" y="258289"/>
                  </a:lnTo>
                  <a:lnTo>
                    <a:pt x="78187" y="258057"/>
                  </a:lnTo>
                  <a:lnTo>
                    <a:pt x="78329" y="257950"/>
                  </a:lnTo>
                  <a:lnTo>
                    <a:pt x="79460" y="257372"/>
                  </a:lnTo>
                  <a:lnTo>
                    <a:pt x="80221" y="257497"/>
                  </a:lnTo>
                  <a:lnTo>
                    <a:pt x="80599" y="257716"/>
                  </a:lnTo>
                  <a:lnTo>
                    <a:pt x="80886" y="257773"/>
                  </a:lnTo>
                  <a:lnTo>
                    <a:pt x="81106" y="257794"/>
                  </a:lnTo>
                  <a:lnTo>
                    <a:pt x="81833" y="257997"/>
                  </a:lnTo>
                  <a:lnTo>
                    <a:pt x="82076" y="257996"/>
                  </a:lnTo>
                  <a:lnTo>
                    <a:pt x="82572" y="257683"/>
                  </a:lnTo>
                  <a:lnTo>
                    <a:pt x="82731" y="257533"/>
                  </a:lnTo>
                  <a:lnTo>
                    <a:pt x="84012" y="256870"/>
                  </a:lnTo>
                  <a:lnTo>
                    <a:pt x="85123" y="257454"/>
                  </a:lnTo>
                  <a:lnTo>
                    <a:pt x="85462" y="257474"/>
                  </a:lnTo>
                  <a:lnTo>
                    <a:pt x="85748" y="257466"/>
                  </a:lnTo>
                  <a:lnTo>
                    <a:pt x="86446" y="257346"/>
                  </a:lnTo>
                  <a:lnTo>
                    <a:pt x="86684" y="257265"/>
                  </a:lnTo>
                  <a:lnTo>
                    <a:pt x="86862" y="256970"/>
                  </a:lnTo>
                  <a:lnTo>
                    <a:pt x="87052" y="256778"/>
                  </a:lnTo>
                  <a:lnTo>
                    <a:pt x="87750" y="256286"/>
                  </a:lnTo>
                  <a:lnTo>
                    <a:pt x="88502" y="256136"/>
                  </a:lnTo>
                  <a:lnTo>
                    <a:pt x="89193" y="256545"/>
                  </a:lnTo>
                  <a:lnTo>
                    <a:pt x="89437" y="256647"/>
                  </a:lnTo>
                  <a:lnTo>
                    <a:pt x="89580" y="256609"/>
                  </a:lnTo>
                  <a:lnTo>
                    <a:pt x="90094" y="256203"/>
                  </a:lnTo>
                  <a:lnTo>
                    <a:pt x="90359" y="255776"/>
                  </a:lnTo>
                  <a:lnTo>
                    <a:pt x="90409" y="255572"/>
                  </a:lnTo>
                  <a:lnTo>
                    <a:pt x="90438" y="255293"/>
                  </a:lnTo>
                  <a:lnTo>
                    <a:pt x="90461" y="255046"/>
                  </a:lnTo>
                  <a:lnTo>
                    <a:pt x="90748" y="254430"/>
                  </a:lnTo>
                  <a:lnTo>
                    <a:pt x="91613" y="254020"/>
                  </a:lnTo>
                  <a:lnTo>
                    <a:pt x="91750" y="253550"/>
                  </a:lnTo>
                  <a:lnTo>
                    <a:pt x="91750" y="253329"/>
                  </a:lnTo>
                  <a:lnTo>
                    <a:pt x="91841" y="253033"/>
                  </a:lnTo>
                  <a:lnTo>
                    <a:pt x="92969" y="251976"/>
                  </a:lnTo>
                  <a:lnTo>
                    <a:pt x="93232" y="251992"/>
                  </a:lnTo>
                  <a:lnTo>
                    <a:pt x="93664" y="251912"/>
                  </a:lnTo>
                  <a:lnTo>
                    <a:pt x="94305" y="251339"/>
                  </a:lnTo>
                  <a:lnTo>
                    <a:pt x="93920" y="249601"/>
                  </a:lnTo>
                  <a:lnTo>
                    <a:pt x="94263" y="249592"/>
                  </a:lnTo>
                  <a:lnTo>
                    <a:pt x="94409" y="249594"/>
                  </a:lnTo>
                  <a:lnTo>
                    <a:pt x="94780" y="249255"/>
                  </a:lnTo>
                  <a:lnTo>
                    <a:pt x="95071" y="249082"/>
                  </a:lnTo>
                  <a:lnTo>
                    <a:pt x="95485" y="248972"/>
                  </a:lnTo>
                  <a:lnTo>
                    <a:pt x="95868" y="248871"/>
                  </a:lnTo>
                  <a:lnTo>
                    <a:pt x="96023" y="248863"/>
                  </a:lnTo>
                  <a:lnTo>
                    <a:pt x="96235" y="248852"/>
                  </a:lnTo>
                  <a:lnTo>
                    <a:pt x="96422" y="248842"/>
                  </a:lnTo>
                  <a:lnTo>
                    <a:pt x="97007" y="248350"/>
                  </a:lnTo>
                  <a:lnTo>
                    <a:pt x="97246" y="248242"/>
                  </a:lnTo>
                  <a:lnTo>
                    <a:pt x="97575" y="248225"/>
                  </a:lnTo>
                  <a:lnTo>
                    <a:pt x="98044" y="248275"/>
                  </a:lnTo>
                  <a:lnTo>
                    <a:pt x="98821" y="247669"/>
                  </a:lnTo>
                  <a:lnTo>
                    <a:pt x="99171" y="247722"/>
                  </a:lnTo>
                  <a:lnTo>
                    <a:pt x="99789" y="247168"/>
                  </a:lnTo>
                  <a:lnTo>
                    <a:pt x="99824" y="247002"/>
                  </a:lnTo>
                  <a:lnTo>
                    <a:pt x="99871" y="246646"/>
                  </a:lnTo>
                  <a:lnTo>
                    <a:pt x="99842" y="246324"/>
                  </a:lnTo>
                  <a:lnTo>
                    <a:pt x="100128" y="245700"/>
                  </a:lnTo>
                  <a:lnTo>
                    <a:pt x="100746" y="245598"/>
                  </a:lnTo>
                  <a:lnTo>
                    <a:pt x="101145" y="245536"/>
                  </a:lnTo>
                  <a:lnTo>
                    <a:pt x="101624" y="245465"/>
                  </a:lnTo>
                  <a:lnTo>
                    <a:pt x="101842" y="245428"/>
                  </a:lnTo>
                  <a:lnTo>
                    <a:pt x="102267" y="245354"/>
                  </a:lnTo>
                  <a:lnTo>
                    <a:pt x="103016" y="245665"/>
                  </a:lnTo>
                  <a:lnTo>
                    <a:pt x="103476" y="245255"/>
                  </a:lnTo>
                  <a:lnTo>
                    <a:pt x="103824" y="245196"/>
                  </a:lnTo>
                  <a:lnTo>
                    <a:pt x="105030" y="244997"/>
                  </a:lnTo>
                  <a:lnTo>
                    <a:pt x="105195" y="244996"/>
                  </a:lnTo>
                  <a:lnTo>
                    <a:pt x="105619" y="245034"/>
                  </a:lnTo>
                  <a:lnTo>
                    <a:pt x="105848" y="245054"/>
                  </a:lnTo>
                  <a:lnTo>
                    <a:pt x="107600" y="245696"/>
                  </a:lnTo>
                  <a:lnTo>
                    <a:pt x="108028" y="245826"/>
                  </a:lnTo>
                  <a:lnTo>
                    <a:pt x="109519" y="246655"/>
                  </a:lnTo>
                  <a:lnTo>
                    <a:pt x="109803" y="246800"/>
                  </a:lnTo>
                  <a:lnTo>
                    <a:pt x="110123" y="246871"/>
                  </a:lnTo>
                  <a:lnTo>
                    <a:pt x="110576" y="246138"/>
                  </a:lnTo>
                  <a:lnTo>
                    <a:pt x="110571" y="245627"/>
                  </a:lnTo>
                  <a:lnTo>
                    <a:pt x="110226" y="244481"/>
                  </a:lnTo>
                  <a:lnTo>
                    <a:pt x="110340" y="244088"/>
                  </a:lnTo>
                  <a:lnTo>
                    <a:pt x="110421" y="243811"/>
                  </a:lnTo>
                  <a:lnTo>
                    <a:pt x="110499" y="243502"/>
                  </a:lnTo>
                  <a:lnTo>
                    <a:pt x="110538" y="243348"/>
                  </a:lnTo>
                  <a:lnTo>
                    <a:pt x="110600" y="242952"/>
                  </a:lnTo>
                  <a:lnTo>
                    <a:pt x="110645" y="242664"/>
                  </a:lnTo>
                  <a:lnTo>
                    <a:pt x="110461" y="242315"/>
                  </a:lnTo>
                  <a:lnTo>
                    <a:pt x="110722" y="241951"/>
                  </a:lnTo>
                  <a:lnTo>
                    <a:pt x="110733" y="241727"/>
                  </a:lnTo>
                  <a:lnTo>
                    <a:pt x="110624" y="241417"/>
                  </a:lnTo>
                  <a:lnTo>
                    <a:pt x="110322" y="240836"/>
                  </a:lnTo>
                  <a:lnTo>
                    <a:pt x="110169" y="240621"/>
                  </a:lnTo>
                  <a:lnTo>
                    <a:pt x="109757" y="239978"/>
                  </a:lnTo>
                  <a:lnTo>
                    <a:pt x="109663" y="239437"/>
                  </a:lnTo>
                  <a:lnTo>
                    <a:pt x="109882" y="239262"/>
                  </a:lnTo>
                  <a:lnTo>
                    <a:pt x="110555" y="238844"/>
                  </a:lnTo>
                  <a:lnTo>
                    <a:pt x="110730" y="238695"/>
                  </a:lnTo>
                  <a:lnTo>
                    <a:pt x="110882" y="238582"/>
                  </a:lnTo>
                  <a:lnTo>
                    <a:pt x="111141" y="238507"/>
                  </a:lnTo>
                  <a:lnTo>
                    <a:pt x="111357" y="238432"/>
                  </a:lnTo>
                  <a:lnTo>
                    <a:pt x="111381" y="238212"/>
                  </a:lnTo>
                  <a:lnTo>
                    <a:pt x="111307" y="237643"/>
                  </a:lnTo>
                  <a:lnTo>
                    <a:pt x="111268" y="237365"/>
                  </a:lnTo>
                  <a:lnTo>
                    <a:pt x="111084" y="236965"/>
                  </a:lnTo>
                  <a:lnTo>
                    <a:pt x="110945" y="236791"/>
                  </a:lnTo>
                  <a:lnTo>
                    <a:pt x="110657" y="236486"/>
                  </a:lnTo>
                  <a:lnTo>
                    <a:pt x="110491" y="236306"/>
                  </a:lnTo>
                  <a:lnTo>
                    <a:pt x="110483" y="235525"/>
                  </a:lnTo>
                  <a:lnTo>
                    <a:pt x="110709" y="235575"/>
                  </a:lnTo>
                  <a:lnTo>
                    <a:pt x="111137" y="235646"/>
                  </a:lnTo>
                  <a:lnTo>
                    <a:pt x="111772" y="235539"/>
                  </a:lnTo>
                  <a:lnTo>
                    <a:pt x="112222" y="235670"/>
                  </a:lnTo>
                  <a:lnTo>
                    <a:pt x="112561" y="235768"/>
                  </a:lnTo>
                  <a:lnTo>
                    <a:pt x="112922" y="236228"/>
                  </a:lnTo>
                  <a:lnTo>
                    <a:pt x="113444" y="235912"/>
                  </a:lnTo>
                  <a:lnTo>
                    <a:pt x="113742" y="235902"/>
                  </a:lnTo>
                  <a:lnTo>
                    <a:pt x="114318" y="236023"/>
                  </a:lnTo>
                  <a:lnTo>
                    <a:pt x="114607" y="236145"/>
                  </a:lnTo>
                  <a:lnTo>
                    <a:pt x="115055" y="236263"/>
                  </a:lnTo>
                  <a:lnTo>
                    <a:pt x="115524" y="236402"/>
                  </a:lnTo>
                  <a:lnTo>
                    <a:pt x="116258" y="236622"/>
                  </a:lnTo>
                  <a:lnTo>
                    <a:pt x="116547" y="236800"/>
                  </a:lnTo>
                  <a:lnTo>
                    <a:pt x="117185" y="237487"/>
                  </a:lnTo>
                  <a:lnTo>
                    <a:pt x="117551" y="237557"/>
                  </a:lnTo>
                  <a:lnTo>
                    <a:pt x="118252" y="237636"/>
                  </a:lnTo>
                  <a:lnTo>
                    <a:pt x="118486" y="237541"/>
                  </a:lnTo>
                  <a:lnTo>
                    <a:pt x="118744" y="237345"/>
                  </a:lnTo>
                  <a:lnTo>
                    <a:pt x="119167" y="237041"/>
                  </a:lnTo>
                  <a:lnTo>
                    <a:pt x="119569" y="236984"/>
                  </a:lnTo>
                  <a:lnTo>
                    <a:pt x="119827" y="236988"/>
                  </a:lnTo>
                  <a:lnTo>
                    <a:pt x="119960" y="236965"/>
                  </a:lnTo>
                  <a:lnTo>
                    <a:pt x="120226" y="236913"/>
                  </a:lnTo>
                  <a:lnTo>
                    <a:pt x="120395" y="236862"/>
                  </a:lnTo>
                  <a:lnTo>
                    <a:pt x="120808" y="237104"/>
                  </a:lnTo>
                  <a:lnTo>
                    <a:pt x="120669" y="237452"/>
                  </a:lnTo>
                  <a:lnTo>
                    <a:pt x="120480" y="237774"/>
                  </a:lnTo>
                  <a:lnTo>
                    <a:pt x="120266" y="238086"/>
                  </a:lnTo>
                  <a:lnTo>
                    <a:pt x="120302" y="238476"/>
                  </a:lnTo>
                  <a:lnTo>
                    <a:pt x="120550" y="238438"/>
                  </a:lnTo>
                  <a:lnTo>
                    <a:pt x="121046" y="238321"/>
                  </a:lnTo>
                  <a:lnTo>
                    <a:pt x="121272" y="238342"/>
                  </a:lnTo>
                  <a:lnTo>
                    <a:pt x="121779" y="238379"/>
                  </a:lnTo>
                  <a:lnTo>
                    <a:pt x="122230" y="238397"/>
                  </a:lnTo>
                  <a:lnTo>
                    <a:pt x="122821" y="238311"/>
                  </a:lnTo>
                  <a:lnTo>
                    <a:pt x="123495" y="238416"/>
                  </a:lnTo>
                  <a:lnTo>
                    <a:pt x="124236" y="237902"/>
                  </a:lnTo>
                  <a:lnTo>
                    <a:pt x="124608" y="237423"/>
                  </a:lnTo>
                  <a:lnTo>
                    <a:pt x="124781" y="237369"/>
                  </a:lnTo>
                  <a:lnTo>
                    <a:pt x="124946" y="237337"/>
                  </a:lnTo>
                  <a:lnTo>
                    <a:pt x="125275" y="237367"/>
                  </a:lnTo>
                  <a:lnTo>
                    <a:pt x="125697" y="237476"/>
                  </a:lnTo>
                  <a:lnTo>
                    <a:pt x="126267" y="237541"/>
                  </a:lnTo>
                  <a:lnTo>
                    <a:pt x="126440" y="237561"/>
                  </a:lnTo>
                  <a:lnTo>
                    <a:pt x="127099" y="237826"/>
                  </a:lnTo>
                  <a:lnTo>
                    <a:pt x="127193" y="237991"/>
                  </a:lnTo>
                  <a:lnTo>
                    <a:pt x="127880" y="237834"/>
                  </a:lnTo>
                  <a:lnTo>
                    <a:pt x="128086" y="237916"/>
                  </a:lnTo>
                  <a:lnTo>
                    <a:pt x="128947" y="237923"/>
                  </a:lnTo>
                  <a:lnTo>
                    <a:pt x="129131" y="238079"/>
                  </a:lnTo>
                  <a:lnTo>
                    <a:pt x="129423" y="238194"/>
                  </a:lnTo>
                  <a:lnTo>
                    <a:pt x="130034" y="238427"/>
                  </a:lnTo>
                  <a:lnTo>
                    <a:pt x="130662" y="238201"/>
                  </a:lnTo>
                  <a:lnTo>
                    <a:pt x="131099" y="238341"/>
                  </a:lnTo>
                  <a:lnTo>
                    <a:pt x="131174" y="238475"/>
                  </a:lnTo>
                  <a:lnTo>
                    <a:pt x="131541" y="238686"/>
                  </a:lnTo>
                  <a:lnTo>
                    <a:pt x="132132" y="238590"/>
                  </a:lnTo>
                  <a:lnTo>
                    <a:pt x="132602" y="238355"/>
                  </a:lnTo>
                  <a:lnTo>
                    <a:pt x="133336" y="238212"/>
                  </a:lnTo>
                  <a:lnTo>
                    <a:pt x="133788" y="238249"/>
                  </a:lnTo>
                  <a:lnTo>
                    <a:pt x="134096" y="238332"/>
                  </a:lnTo>
                  <a:lnTo>
                    <a:pt x="134412" y="238359"/>
                  </a:lnTo>
                  <a:lnTo>
                    <a:pt x="134550" y="238266"/>
                  </a:lnTo>
                  <a:lnTo>
                    <a:pt x="134658" y="237985"/>
                  </a:lnTo>
                  <a:lnTo>
                    <a:pt x="135099" y="237781"/>
                  </a:lnTo>
                  <a:lnTo>
                    <a:pt x="135181" y="237545"/>
                  </a:lnTo>
                  <a:lnTo>
                    <a:pt x="135032" y="237358"/>
                  </a:lnTo>
                  <a:lnTo>
                    <a:pt x="134861" y="237328"/>
                  </a:lnTo>
                  <a:lnTo>
                    <a:pt x="134576" y="237221"/>
                  </a:lnTo>
                  <a:lnTo>
                    <a:pt x="134481" y="236565"/>
                  </a:lnTo>
                  <a:lnTo>
                    <a:pt x="135010" y="236068"/>
                  </a:lnTo>
                  <a:lnTo>
                    <a:pt x="135348" y="236512"/>
                  </a:lnTo>
                  <a:lnTo>
                    <a:pt x="135824" y="236828"/>
                  </a:lnTo>
                  <a:lnTo>
                    <a:pt x="135970" y="237246"/>
                  </a:lnTo>
                  <a:lnTo>
                    <a:pt x="136163" y="237486"/>
                  </a:lnTo>
                  <a:lnTo>
                    <a:pt x="136530" y="237606"/>
                  </a:lnTo>
                  <a:lnTo>
                    <a:pt x="137208" y="238124"/>
                  </a:lnTo>
                  <a:lnTo>
                    <a:pt x="137612" y="238453"/>
                  </a:lnTo>
                  <a:lnTo>
                    <a:pt x="137957" y="238521"/>
                  </a:lnTo>
                  <a:lnTo>
                    <a:pt x="138170" y="238611"/>
                  </a:lnTo>
                  <a:lnTo>
                    <a:pt x="137927" y="239197"/>
                  </a:lnTo>
                  <a:lnTo>
                    <a:pt x="137946" y="239400"/>
                  </a:lnTo>
                  <a:lnTo>
                    <a:pt x="138371" y="239754"/>
                  </a:lnTo>
                  <a:lnTo>
                    <a:pt x="138437" y="239433"/>
                  </a:lnTo>
                  <a:lnTo>
                    <a:pt x="138573" y="239105"/>
                  </a:lnTo>
                  <a:lnTo>
                    <a:pt x="139452" y="238961"/>
                  </a:lnTo>
                  <a:lnTo>
                    <a:pt x="139630" y="239097"/>
                  </a:lnTo>
                  <a:lnTo>
                    <a:pt x="139980" y="239199"/>
                  </a:lnTo>
                  <a:lnTo>
                    <a:pt x="140438" y="239140"/>
                  </a:lnTo>
                  <a:lnTo>
                    <a:pt x="140565" y="238930"/>
                  </a:lnTo>
                  <a:lnTo>
                    <a:pt x="140627" y="238792"/>
                  </a:lnTo>
                  <a:lnTo>
                    <a:pt x="140706" y="238664"/>
                  </a:lnTo>
                  <a:lnTo>
                    <a:pt x="141204" y="238252"/>
                  </a:lnTo>
                  <a:lnTo>
                    <a:pt x="141114" y="237737"/>
                  </a:lnTo>
                  <a:lnTo>
                    <a:pt x="141170" y="237403"/>
                  </a:lnTo>
                  <a:lnTo>
                    <a:pt x="141421" y="237203"/>
                  </a:lnTo>
                  <a:lnTo>
                    <a:pt x="141659" y="237496"/>
                  </a:lnTo>
                  <a:lnTo>
                    <a:pt x="141957" y="237572"/>
                  </a:lnTo>
                  <a:lnTo>
                    <a:pt x="142259" y="237592"/>
                  </a:lnTo>
                  <a:lnTo>
                    <a:pt x="142472" y="237482"/>
                  </a:lnTo>
                  <a:lnTo>
                    <a:pt x="142667" y="237315"/>
                  </a:lnTo>
                  <a:lnTo>
                    <a:pt x="142756" y="237058"/>
                  </a:lnTo>
                  <a:lnTo>
                    <a:pt x="142760" y="236857"/>
                  </a:lnTo>
                  <a:lnTo>
                    <a:pt x="143148" y="236632"/>
                  </a:lnTo>
                  <a:lnTo>
                    <a:pt x="143543" y="236714"/>
                  </a:lnTo>
                  <a:lnTo>
                    <a:pt x="144164" y="236779"/>
                  </a:lnTo>
                  <a:lnTo>
                    <a:pt x="144328" y="236796"/>
                  </a:lnTo>
                  <a:lnTo>
                    <a:pt x="144472" y="236899"/>
                  </a:lnTo>
                  <a:lnTo>
                    <a:pt x="144732" y="237084"/>
                  </a:lnTo>
                  <a:lnTo>
                    <a:pt x="144986" y="237244"/>
                  </a:lnTo>
                  <a:lnTo>
                    <a:pt x="145658" y="237458"/>
                  </a:lnTo>
                  <a:lnTo>
                    <a:pt x="146643" y="237184"/>
                  </a:lnTo>
                  <a:lnTo>
                    <a:pt x="147614" y="236755"/>
                  </a:lnTo>
                  <a:lnTo>
                    <a:pt x="147745" y="236372"/>
                  </a:lnTo>
                  <a:lnTo>
                    <a:pt x="147815" y="236169"/>
                  </a:lnTo>
                  <a:lnTo>
                    <a:pt x="147887" y="235906"/>
                  </a:lnTo>
                  <a:lnTo>
                    <a:pt x="147912" y="235276"/>
                  </a:lnTo>
                  <a:lnTo>
                    <a:pt x="148138" y="235247"/>
                  </a:lnTo>
                  <a:lnTo>
                    <a:pt x="148628" y="235148"/>
                  </a:lnTo>
                  <a:lnTo>
                    <a:pt x="149595" y="235058"/>
                  </a:lnTo>
                  <a:lnTo>
                    <a:pt x="150053" y="235152"/>
                  </a:lnTo>
                  <a:lnTo>
                    <a:pt x="150174" y="234954"/>
                  </a:lnTo>
                  <a:lnTo>
                    <a:pt x="150298" y="234554"/>
                  </a:lnTo>
                  <a:lnTo>
                    <a:pt x="149951" y="233934"/>
                  </a:lnTo>
                  <a:lnTo>
                    <a:pt x="149968" y="233310"/>
                  </a:lnTo>
                  <a:lnTo>
                    <a:pt x="149940" y="232777"/>
                  </a:lnTo>
                  <a:lnTo>
                    <a:pt x="150130" y="232414"/>
                  </a:lnTo>
                  <a:lnTo>
                    <a:pt x="150186" y="231752"/>
                  </a:lnTo>
                  <a:lnTo>
                    <a:pt x="151180" y="231518"/>
                  </a:lnTo>
                  <a:lnTo>
                    <a:pt x="151648" y="231794"/>
                  </a:lnTo>
                  <a:lnTo>
                    <a:pt x="151827" y="231721"/>
                  </a:lnTo>
                  <a:lnTo>
                    <a:pt x="152268" y="231652"/>
                  </a:lnTo>
                  <a:lnTo>
                    <a:pt x="152480" y="231739"/>
                  </a:lnTo>
                  <a:lnTo>
                    <a:pt x="152710" y="231855"/>
                  </a:lnTo>
                  <a:lnTo>
                    <a:pt x="152916" y="231951"/>
                  </a:lnTo>
                  <a:lnTo>
                    <a:pt x="153314" y="232174"/>
                  </a:lnTo>
                  <a:lnTo>
                    <a:pt x="153614" y="231962"/>
                  </a:lnTo>
                  <a:lnTo>
                    <a:pt x="153758" y="232146"/>
                  </a:lnTo>
                  <a:lnTo>
                    <a:pt x="154070" y="232440"/>
                  </a:lnTo>
                  <a:lnTo>
                    <a:pt x="154331" y="232634"/>
                  </a:lnTo>
                  <a:lnTo>
                    <a:pt x="154507" y="232711"/>
                  </a:lnTo>
                  <a:lnTo>
                    <a:pt x="155352" y="232741"/>
                  </a:lnTo>
                  <a:lnTo>
                    <a:pt x="155671" y="232921"/>
                  </a:lnTo>
                  <a:lnTo>
                    <a:pt x="156030" y="233031"/>
                  </a:lnTo>
                  <a:lnTo>
                    <a:pt x="156557" y="232634"/>
                  </a:lnTo>
                  <a:lnTo>
                    <a:pt x="156447" y="232204"/>
                  </a:lnTo>
                  <a:lnTo>
                    <a:pt x="156787" y="232106"/>
                  </a:lnTo>
                  <a:lnTo>
                    <a:pt x="156858" y="231685"/>
                  </a:lnTo>
                  <a:lnTo>
                    <a:pt x="156834" y="231366"/>
                  </a:lnTo>
                  <a:lnTo>
                    <a:pt x="157025" y="231059"/>
                  </a:lnTo>
                  <a:lnTo>
                    <a:pt x="157211" y="230796"/>
                  </a:lnTo>
                  <a:lnTo>
                    <a:pt x="157501" y="230395"/>
                  </a:lnTo>
                  <a:lnTo>
                    <a:pt x="157967" y="230078"/>
                  </a:lnTo>
                  <a:lnTo>
                    <a:pt x="158028" y="229658"/>
                  </a:lnTo>
                  <a:lnTo>
                    <a:pt x="157803" y="229477"/>
                  </a:lnTo>
                  <a:lnTo>
                    <a:pt x="157685" y="228935"/>
                  </a:lnTo>
                  <a:lnTo>
                    <a:pt x="158172" y="228991"/>
                  </a:lnTo>
                  <a:lnTo>
                    <a:pt x="158644" y="229068"/>
                  </a:lnTo>
                  <a:lnTo>
                    <a:pt x="158610" y="228367"/>
                  </a:lnTo>
                  <a:lnTo>
                    <a:pt x="158819" y="228067"/>
                  </a:lnTo>
                  <a:lnTo>
                    <a:pt x="158639" y="227725"/>
                  </a:lnTo>
                  <a:lnTo>
                    <a:pt x="158767" y="227322"/>
                  </a:lnTo>
                  <a:lnTo>
                    <a:pt x="159242" y="227308"/>
                  </a:lnTo>
                  <a:lnTo>
                    <a:pt x="159501" y="227419"/>
                  </a:lnTo>
                  <a:lnTo>
                    <a:pt x="159846" y="227305"/>
                  </a:lnTo>
                  <a:lnTo>
                    <a:pt x="160042" y="227189"/>
                  </a:lnTo>
                  <a:lnTo>
                    <a:pt x="160527" y="227104"/>
                  </a:lnTo>
                  <a:lnTo>
                    <a:pt x="160724" y="227080"/>
                  </a:lnTo>
                  <a:lnTo>
                    <a:pt x="161180" y="227505"/>
                  </a:lnTo>
                  <a:lnTo>
                    <a:pt x="161635" y="227787"/>
                  </a:lnTo>
                  <a:lnTo>
                    <a:pt x="162038" y="227872"/>
                  </a:lnTo>
                  <a:lnTo>
                    <a:pt x="162576" y="228000"/>
                  </a:lnTo>
                  <a:lnTo>
                    <a:pt x="162974" y="228188"/>
                  </a:lnTo>
                  <a:lnTo>
                    <a:pt x="163246" y="228348"/>
                  </a:lnTo>
                  <a:lnTo>
                    <a:pt x="163411" y="228001"/>
                  </a:lnTo>
                  <a:lnTo>
                    <a:pt x="163296" y="227690"/>
                  </a:lnTo>
                  <a:lnTo>
                    <a:pt x="163343" y="227363"/>
                  </a:lnTo>
                  <a:lnTo>
                    <a:pt x="163718" y="227038"/>
                  </a:lnTo>
                  <a:lnTo>
                    <a:pt x="163986" y="227015"/>
                  </a:lnTo>
                  <a:lnTo>
                    <a:pt x="164090" y="227267"/>
                  </a:lnTo>
                  <a:lnTo>
                    <a:pt x="164493" y="226989"/>
                  </a:lnTo>
                  <a:lnTo>
                    <a:pt x="164373" y="226723"/>
                  </a:lnTo>
                  <a:lnTo>
                    <a:pt x="163925" y="226548"/>
                  </a:lnTo>
                  <a:lnTo>
                    <a:pt x="163650" y="226476"/>
                  </a:lnTo>
                  <a:lnTo>
                    <a:pt x="163317" y="226472"/>
                  </a:lnTo>
                  <a:lnTo>
                    <a:pt x="163065" y="226435"/>
                  </a:lnTo>
                  <a:lnTo>
                    <a:pt x="163270" y="226155"/>
                  </a:lnTo>
                  <a:lnTo>
                    <a:pt x="163915" y="225681"/>
                  </a:lnTo>
                  <a:lnTo>
                    <a:pt x="164128" y="225827"/>
                  </a:lnTo>
                  <a:lnTo>
                    <a:pt x="164295" y="225955"/>
                  </a:lnTo>
                  <a:lnTo>
                    <a:pt x="164394" y="226234"/>
                  </a:lnTo>
                  <a:lnTo>
                    <a:pt x="164675" y="226359"/>
                  </a:lnTo>
                  <a:lnTo>
                    <a:pt x="164961" y="226375"/>
                  </a:lnTo>
                  <a:lnTo>
                    <a:pt x="165144" y="226385"/>
                  </a:lnTo>
                  <a:lnTo>
                    <a:pt x="165581" y="226092"/>
                  </a:lnTo>
                  <a:lnTo>
                    <a:pt x="165916" y="225915"/>
                  </a:lnTo>
                  <a:lnTo>
                    <a:pt x="166109" y="225836"/>
                  </a:lnTo>
                  <a:lnTo>
                    <a:pt x="166539" y="225594"/>
                  </a:lnTo>
                  <a:lnTo>
                    <a:pt x="166888" y="225252"/>
                  </a:lnTo>
                  <a:lnTo>
                    <a:pt x="166900" y="224997"/>
                  </a:lnTo>
                  <a:lnTo>
                    <a:pt x="167093" y="224666"/>
                  </a:lnTo>
                  <a:lnTo>
                    <a:pt x="167352" y="224627"/>
                  </a:lnTo>
                  <a:lnTo>
                    <a:pt x="167507" y="224581"/>
                  </a:lnTo>
                  <a:lnTo>
                    <a:pt x="167749" y="224405"/>
                  </a:lnTo>
                  <a:lnTo>
                    <a:pt x="167960" y="224141"/>
                  </a:lnTo>
                  <a:lnTo>
                    <a:pt x="168141" y="224618"/>
                  </a:lnTo>
                  <a:lnTo>
                    <a:pt x="168347" y="224653"/>
                  </a:lnTo>
                  <a:lnTo>
                    <a:pt x="168780" y="224445"/>
                  </a:lnTo>
                  <a:lnTo>
                    <a:pt x="169720" y="224294"/>
                  </a:lnTo>
                  <a:lnTo>
                    <a:pt x="171239" y="223765"/>
                  </a:lnTo>
                  <a:lnTo>
                    <a:pt x="171522" y="223869"/>
                  </a:lnTo>
                  <a:lnTo>
                    <a:pt x="171631" y="224100"/>
                  </a:lnTo>
                  <a:lnTo>
                    <a:pt x="172356" y="223931"/>
                  </a:lnTo>
                  <a:lnTo>
                    <a:pt x="172357" y="223629"/>
                  </a:lnTo>
                  <a:lnTo>
                    <a:pt x="171990" y="223464"/>
                  </a:lnTo>
                  <a:lnTo>
                    <a:pt x="171882" y="223087"/>
                  </a:lnTo>
                  <a:lnTo>
                    <a:pt x="171788" y="222609"/>
                  </a:lnTo>
                  <a:lnTo>
                    <a:pt x="172000" y="222370"/>
                  </a:lnTo>
                  <a:lnTo>
                    <a:pt x="172293" y="222118"/>
                  </a:lnTo>
                  <a:lnTo>
                    <a:pt x="172306" y="221898"/>
                  </a:lnTo>
                  <a:lnTo>
                    <a:pt x="172392" y="221159"/>
                  </a:lnTo>
                  <a:lnTo>
                    <a:pt x="172706" y="220973"/>
                  </a:lnTo>
                  <a:lnTo>
                    <a:pt x="172899" y="220629"/>
                  </a:lnTo>
                  <a:lnTo>
                    <a:pt x="173249" y="220330"/>
                  </a:lnTo>
                  <a:lnTo>
                    <a:pt x="173410" y="220309"/>
                  </a:lnTo>
                  <a:lnTo>
                    <a:pt x="173791" y="219971"/>
                  </a:lnTo>
                  <a:lnTo>
                    <a:pt x="173800" y="219774"/>
                  </a:lnTo>
                  <a:lnTo>
                    <a:pt x="174029" y="219120"/>
                  </a:lnTo>
                  <a:lnTo>
                    <a:pt x="174192" y="219050"/>
                  </a:lnTo>
                  <a:lnTo>
                    <a:pt x="174387" y="218965"/>
                  </a:lnTo>
                  <a:lnTo>
                    <a:pt x="174206" y="218601"/>
                  </a:lnTo>
                  <a:lnTo>
                    <a:pt x="174240" y="218180"/>
                  </a:lnTo>
                  <a:lnTo>
                    <a:pt x="174119" y="217814"/>
                  </a:lnTo>
                  <a:lnTo>
                    <a:pt x="174105" y="217543"/>
                  </a:lnTo>
                  <a:lnTo>
                    <a:pt x="174150" y="217344"/>
                  </a:lnTo>
                  <a:lnTo>
                    <a:pt x="174408" y="217348"/>
                  </a:lnTo>
                  <a:lnTo>
                    <a:pt x="174486" y="217648"/>
                  </a:lnTo>
                  <a:lnTo>
                    <a:pt x="174703" y="217864"/>
                  </a:lnTo>
                  <a:lnTo>
                    <a:pt x="175227" y="218406"/>
                  </a:lnTo>
                  <a:lnTo>
                    <a:pt x="175362" y="218419"/>
                  </a:lnTo>
                  <a:lnTo>
                    <a:pt x="175871" y="218468"/>
                  </a:lnTo>
                  <a:lnTo>
                    <a:pt x="176632" y="218357"/>
                  </a:lnTo>
                  <a:lnTo>
                    <a:pt x="177324" y="218377"/>
                  </a:lnTo>
                  <a:lnTo>
                    <a:pt x="177265" y="217664"/>
                  </a:lnTo>
                  <a:lnTo>
                    <a:pt x="177310" y="217518"/>
                  </a:lnTo>
                  <a:lnTo>
                    <a:pt x="177287" y="217245"/>
                  </a:lnTo>
                  <a:lnTo>
                    <a:pt x="177019" y="216935"/>
                  </a:lnTo>
                  <a:lnTo>
                    <a:pt x="177281" y="216371"/>
                  </a:lnTo>
                  <a:lnTo>
                    <a:pt x="176821" y="215820"/>
                  </a:lnTo>
                  <a:lnTo>
                    <a:pt x="176549" y="215833"/>
                  </a:lnTo>
                  <a:lnTo>
                    <a:pt x="176314" y="215190"/>
                  </a:lnTo>
                  <a:lnTo>
                    <a:pt x="176499" y="214307"/>
                  </a:lnTo>
                  <a:lnTo>
                    <a:pt x="176086" y="213753"/>
                  </a:lnTo>
                  <a:lnTo>
                    <a:pt x="175833" y="213270"/>
                  </a:lnTo>
                  <a:lnTo>
                    <a:pt x="175787" y="213059"/>
                  </a:lnTo>
                  <a:lnTo>
                    <a:pt x="175771" y="212647"/>
                  </a:lnTo>
                  <a:lnTo>
                    <a:pt x="176112" y="212482"/>
                  </a:lnTo>
                  <a:lnTo>
                    <a:pt x="176479" y="212167"/>
                  </a:lnTo>
                  <a:lnTo>
                    <a:pt x="176520" y="211711"/>
                  </a:lnTo>
                  <a:lnTo>
                    <a:pt x="176388" y="211507"/>
                  </a:lnTo>
                  <a:lnTo>
                    <a:pt x="175999" y="211144"/>
                  </a:lnTo>
                  <a:lnTo>
                    <a:pt x="175396" y="210776"/>
                  </a:lnTo>
                  <a:lnTo>
                    <a:pt x="175616" y="210618"/>
                  </a:lnTo>
                  <a:lnTo>
                    <a:pt x="175777" y="210550"/>
                  </a:lnTo>
                  <a:lnTo>
                    <a:pt x="176051" y="210530"/>
                  </a:lnTo>
                  <a:lnTo>
                    <a:pt x="176370" y="210463"/>
                  </a:lnTo>
                  <a:lnTo>
                    <a:pt x="176502" y="210298"/>
                  </a:lnTo>
                  <a:lnTo>
                    <a:pt x="176136" y="210074"/>
                  </a:lnTo>
                  <a:lnTo>
                    <a:pt x="175758" y="209766"/>
                  </a:lnTo>
                  <a:lnTo>
                    <a:pt x="175811" y="209523"/>
                  </a:lnTo>
                  <a:lnTo>
                    <a:pt x="175578" y="209154"/>
                  </a:lnTo>
                  <a:lnTo>
                    <a:pt x="175864" y="209155"/>
                  </a:lnTo>
                  <a:lnTo>
                    <a:pt x="176635" y="209098"/>
                  </a:lnTo>
                  <a:lnTo>
                    <a:pt x="177018" y="208825"/>
                  </a:lnTo>
                  <a:lnTo>
                    <a:pt x="177272" y="208595"/>
                  </a:lnTo>
                  <a:lnTo>
                    <a:pt x="177667" y="208661"/>
                  </a:lnTo>
                  <a:lnTo>
                    <a:pt x="178128" y="209174"/>
                  </a:lnTo>
                  <a:lnTo>
                    <a:pt x="178338" y="209102"/>
                  </a:lnTo>
                  <a:lnTo>
                    <a:pt x="178532" y="208997"/>
                  </a:lnTo>
                  <a:lnTo>
                    <a:pt x="178771" y="208458"/>
                  </a:lnTo>
                  <a:lnTo>
                    <a:pt x="178637" y="208293"/>
                  </a:lnTo>
                  <a:lnTo>
                    <a:pt x="178805" y="207643"/>
                  </a:lnTo>
                  <a:lnTo>
                    <a:pt x="178203" y="207707"/>
                  </a:lnTo>
                  <a:lnTo>
                    <a:pt x="178060" y="207617"/>
                  </a:lnTo>
                  <a:lnTo>
                    <a:pt x="177790" y="207328"/>
                  </a:lnTo>
                  <a:lnTo>
                    <a:pt x="177753" y="207177"/>
                  </a:lnTo>
                  <a:lnTo>
                    <a:pt x="177877" y="206667"/>
                  </a:lnTo>
                  <a:lnTo>
                    <a:pt x="178046" y="206400"/>
                  </a:lnTo>
                  <a:lnTo>
                    <a:pt x="178201" y="205583"/>
                  </a:lnTo>
                  <a:lnTo>
                    <a:pt x="178168" y="205259"/>
                  </a:lnTo>
                  <a:lnTo>
                    <a:pt x="178428" y="205018"/>
                  </a:lnTo>
                  <a:lnTo>
                    <a:pt x="178321" y="204655"/>
                  </a:lnTo>
                  <a:lnTo>
                    <a:pt x="178654" y="203721"/>
                  </a:lnTo>
                  <a:lnTo>
                    <a:pt x="178641" y="203442"/>
                  </a:lnTo>
                  <a:lnTo>
                    <a:pt x="178571" y="203139"/>
                  </a:lnTo>
                  <a:lnTo>
                    <a:pt x="178123" y="201954"/>
                  </a:lnTo>
                  <a:lnTo>
                    <a:pt x="177718" y="201747"/>
                  </a:lnTo>
                  <a:lnTo>
                    <a:pt x="177602" y="201444"/>
                  </a:lnTo>
                  <a:lnTo>
                    <a:pt x="178571" y="200837"/>
                  </a:lnTo>
                  <a:lnTo>
                    <a:pt x="179185" y="201392"/>
                  </a:lnTo>
                  <a:lnTo>
                    <a:pt x="179709" y="201289"/>
                  </a:lnTo>
                  <a:lnTo>
                    <a:pt x="180063" y="201198"/>
                  </a:lnTo>
                  <a:lnTo>
                    <a:pt x="180544" y="200818"/>
                  </a:lnTo>
                  <a:lnTo>
                    <a:pt x="180521" y="200599"/>
                  </a:lnTo>
                  <a:lnTo>
                    <a:pt x="180319" y="200218"/>
                  </a:lnTo>
                  <a:lnTo>
                    <a:pt x="180647" y="199520"/>
                  </a:lnTo>
                  <a:lnTo>
                    <a:pt x="180318" y="199380"/>
                  </a:lnTo>
                  <a:lnTo>
                    <a:pt x="179657" y="199393"/>
                  </a:lnTo>
                  <a:lnTo>
                    <a:pt x="179143" y="199299"/>
                  </a:lnTo>
                  <a:lnTo>
                    <a:pt x="178871" y="199190"/>
                  </a:lnTo>
                  <a:lnTo>
                    <a:pt x="178825" y="199022"/>
                  </a:lnTo>
                  <a:lnTo>
                    <a:pt x="178755" y="198659"/>
                  </a:lnTo>
                  <a:lnTo>
                    <a:pt x="178856" y="198395"/>
                  </a:lnTo>
                  <a:lnTo>
                    <a:pt x="179273" y="198104"/>
                  </a:lnTo>
                  <a:lnTo>
                    <a:pt x="179511" y="198031"/>
                  </a:lnTo>
                  <a:lnTo>
                    <a:pt x="179978" y="197565"/>
                  </a:lnTo>
                  <a:lnTo>
                    <a:pt x="179847" y="196878"/>
                  </a:lnTo>
                  <a:lnTo>
                    <a:pt x="179614" y="195946"/>
                  </a:lnTo>
                  <a:lnTo>
                    <a:pt x="179350" y="195112"/>
                  </a:lnTo>
                  <a:lnTo>
                    <a:pt x="179280" y="194722"/>
                  </a:lnTo>
                  <a:lnTo>
                    <a:pt x="179602" y="194543"/>
                  </a:lnTo>
                  <a:lnTo>
                    <a:pt x="180195" y="194572"/>
                  </a:lnTo>
                  <a:lnTo>
                    <a:pt x="180728" y="194456"/>
                  </a:lnTo>
                  <a:lnTo>
                    <a:pt x="181055" y="194137"/>
                  </a:lnTo>
                  <a:lnTo>
                    <a:pt x="180698" y="193365"/>
                  </a:lnTo>
                  <a:lnTo>
                    <a:pt x="180323" y="193168"/>
                  </a:lnTo>
                  <a:lnTo>
                    <a:pt x="179596" y="192835"/>
                  </a:lnTo>
                  <a:lnTo>
                    <a:pt x="179256" y="192736"/>
                  </a:lnTo>
                  <a:lnTo>
                    <a:pt x="179119" y="192713"/>
                  </a:lnTo>
                  <a:lnTo>
                    <a:pt x="178893" y="192669"/>
                  </a:lnTo>
                  <a:lnTo>
                    <a:pt x="178661" y="192562"/>
                  </a:lnTo>
                  <a:lnTo>
                    <a:pt x="178467" y="192288"/>
                  </a:lnTo>
                  <a:lnTo>
                    <a:pt x="178595" y="192107"/>
                  </a:lnTo>
                  <a:lnTo>
                    <a:pt x="178981" y="192056"/>
                  </a:lnTo>
                  <a:lnTo>
                    <a:pt x="179218" y="192050"/>
                  </a:lnTo>
                  <a:lnTo>
                    <a:pt x="179394" y="192078"/>
                  </a:lnTo>
                  <a:lnTo>
                    <a:pt x="180186" y="191901"/>
                  </a:lnTo>
                  <a:lnTo>
                    <a:pt x="180481" y="191693"/>
                  </a:lnTo>
                  <a:lnTo>
                    <a:pt x="180264" y="191355"/>
                  </a:lnTo>
                  <a:lnTo>
                    <a:pt x="180121" y="191296"/>
                  </a:lnTo>
                  <a:lnTo>
                    <a:pt x="179895" y="191043"/>
                  </a:lnTo>
                  <a:lnTo>
                    <a:pt x="180080" y="190967"/>
                  </a:lnTo>
                  <a:lnTo>
                    <a:pt x="180393" y="190846"/>
                  </a:lnTo>
                  <a:lnTo>
                    <a:pt x="180653" y="190775"/>
                  </a:lnTo>
                  <a:lnTo>
                    <a:pt x="180321" y="190175"/>
                  </a:lnTo>
                  <a:lnTo>
                    <a:pt x="180146" y="190141"/>
                  </a:lnTo>
                  <a:lnTo>
                    <a:pt x="180248" y="189580"/>
                  </a:lnTo>
                  <a:lnTo>
                    <a:pt x="180492" y="188618"/>
                  </a:lnTo>
                  <a:lnTo>
                    <a:pt x="180443" y="188255"/>
                  </a:lnTo>
                  <a:lnTo>
                    <a:pt x="180581" y="188028"/>
                  </a:lnTo>
                  <a:lnTo>
                    <a:pt x="181079" y="187847"/>
                  </a:lnTo>
                  <a:lnTo>
                    <a:pt x="181075" y="187350"/>
                  </a:lnTo>
                  <a:lnTo>
                    <a:pt x="181016" y="187162"/>
                  </a:lnTo>
                  <a:lnTo>
                    <a:pt x="180837" y="186022"/>
                  </a:lnTo>
                  <a:lnTo>
                    <a:pt x="181446" y="185925"/>
                  </a:lnTo>
                  <a:lnTo>
                    <a:pt x="181679" y="185762"/>
                  </a:lnTo>
                  <a:lnTo>
                    <a:pt x="182252" y="184890"/>
                  </a:lnTo>
                  <a:lnTo>
                    <a:pt x="182066" y="184719"/>
                  </a:lnTo>
                  <a:lnTo>
                    <a:pt x="181609" y="184220"/>
                  </a:lnTo>
                  <a:lnTo>
                    <a:pt x="182304" y="182925"/>
                  </a:lnTo>
                  <a:lnTo>
                    <a:pt x="182475" y="182861"/>
                  </a:lnTo>
                  <a:close/>
                </a:path>
              </a:pathLst>
            </a:custGeom>
            <a:solidFill>
              <a:srgbClr val="FDFEC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8826839" y="2268953"/>
              <a:ext cx="183183" cy="182880"/>
            </a:xfrm>
            <a:custGeom>
              <a:avLst/>
              <a:pathLst>
                <a:path w="183183" h="182880">
                  <a:moveTo>
                    <a:pt x="182879" y="182880"/>
                  </a:moveTo>
                  <a:lnTo>
                    <a:pt x="182954" y="182331"/>
                  </a:lnTo>
                  <a:lnTo>
                    <a:pt x="183183" y="182487"/>
                  </a:lnTo>
                  <a:lnTo>
                    <a:pt x="183112" y="182849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8826777" y="2267559"/>
              <a:ext cx="183337" cy="183330"/>
            </a:xfrm>
            <a:custGeom>
              <a:avLst/>
              <a:pathLst>
                <a:path w="183337" h="183330">
                  <a:moveTo>
                    <a:pt x="182879" y="182880"/>
                  </a:moveTo>
                  <a:lnTo>
                    <a:pt x="183200" y="183063"/>
                  </a:lnTo>
                  <a:lnTo>
                    <a:pt x="183337" y="183306"/>
                  </a:lnTo>
                  <a:lnTo>
                    <a:pt x="183114" y="183330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8841397" y="2267962"/>
              <a:ext cx="182879" cy="182903"/>
            </a:xfrm>
            <a:custGeom>
              <a:avLst/>
              <a:pathLst>
                <a:path w="182879" h="182903">
                  <a:moveTo>
                    <a:pt x="182879" y="182880"/>
                  </a:moveTo>
                  <a:lnTo>
                    <a:pt x="182613" y="182903"/>
                  </a:lnTo>
                  <a:lnTo>
                    <a:pt x="182581" y="182731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8830306" y="2266905"/>
              <a:ext cx="183010" cy="183491"/>
            </a:xfrm>
            <a:custGeom>
              <a:avLst/>
              <a:pathLst>
                <a:path w="183010" h="183491">
                  <a:moveTo>
                    <a:pt x="182879" y="182880"/>
                  </a:moveTo>
                  <a:lnTo>
                    <a:pt x="183010" y="183394"/>
                  </a:lnTo>
                  <a:lnTo>
                    <a:pt x="182825" y="183491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8836424" y="2266321"/>
              <a:ext cx="183988" cy="184188"/>
            </a:xfrm>
            <a:custGeom>
              <a:avLst/>
              <a:pathLst>
                <a:path w="183988" h="184188">
                  <a:moveTo>
                    <a:pt x="182879" y="182880"/>
                  </a:moveTo>
                  <a:lnTo>
                    <a:pt x="182986" y="183093"/>
                  </a:lnTo>
                  <a:lnTo>
                    <a:pt x="183254" y="183109"/>
                  </a:lnTo>
                  <a:lnTo>
                    <a:pt x="183647" y="182986"/>
                  </a:lnTo>
                  <a:lnTo>
                    <a:pt x="183988" y="183165"/>
                  </a:lnTo>
                  <a:lnTo>
                    <a:pt x="183466" y="183344"/>
                  </a:lnTo>
                  <a:lnTo>
                    <a:pt x="183217" y="183701"/>
                  </a:lnTo>
                  <a:lnTo>
                    <a:pt x="183293" y="183844"/>
                  </a:lnTo>
                  <a:lnTo>
                    <a:pt x="182944" y="184188"/>
                  </a:lnTo>
                  <a:lnTo>
                    <a:pt x="182172" y="184071"/>
                  </a:lnTo>
                  <a:lnTo>
                    <a:pt x="182306" y="183953"/>
                  </a:lnTo>
                  <a:lnTo>
                    <a:pt x="182366" y="183260"/>
                  </a:lnTo>
                  <a:lnTo>
                    <a:pt x="182354" y="182959"/>
                  </a:lnTo>
                  <a:lnTo>
                    <a:pt x="182330" y="182820"/>
                  </a:lnTo>
                  <a:lnTo>
                    <a:pt x="181950" y="182842"/>
                  </a:lnTo>
                  <a:lnTo>
                    <a:pt x="181750" y="182965"/>
                  </a:lnTo>
                  <a:lnTo>
                    <a:pt x="181555" y="182871"/>
                  </a:lnTo>
                  <a:lnTo>
                    <a:pt x="181902" y="182213"/>
                  </a:lnTo>
                  <a:lnTo>
                    <a:pt x="181849" y="181741"/>
                  </a:lnTo>
                  <a:lnTo>
                    <a:pt x="182194" y="18151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8831910" y="2266978"/>
              <a:ext cx="183188" cy="183063"/>
            </a:xfrm>
            <a:custGeom>
              <a:avLst/>
              <a:pathLst>
                <a:path w="183188" h="183063">
                  <a:moveTo>
                    <a:pt x="182879" y="182880"/>
                  </a:moveTo>
                  <a:lnTo>
                    <a:pt x="182585" y="183063"/>
                  </a:lnTo>
                  <a:lnTo>
                    <a:pt x="182400" y="182804"/>
                  </a:lnTo>
                  <a:lnTo>
                    <a:pt x="182688" y="182201"/>
                  </a:lnTo>
                  <a:lnTo>
                    <a:pt x="182810" y="181808"/>
                  </a:lnTo>
                  <a:lnTo>
                    <a:pt x="183188" y="181790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8837557" y="2265523"/>
              <a:ext cx="182914" cy="182880"/>
            </a:xfrm>
            <a:custGeom>
              <a:avLst/>
              <a:pathLst>
                <a:path w="182914" h="182880">
                  <a:moveTo>
                    <a:pt x="182879" y="182880"/>
                  </a:moveTo>
                  <a:lnTo>
                    <a:pt x="182501" y="182435"/>
                  </a:lnTo>
                  <a:lnTo>
                    <a:pt x="182444" y="182098"/>
                  </a:lnTo>
                  <a:lnTo>
                    <a:pt x="182843" y="182172"/>
                  </a:lnTo>
                  <a:lnTo>
                    <a:pt x="182900" y="182556"/>
                  </a:lnTo>
                  <a:lnTo>
                    <a:pt x="182914" y="182732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8840982" y="2263123"/>
              <a:ext cx="183555" cy="186966"/>
            </a:xfrm>
            <a:custGeom>
              <a:avLst/>
              <a:pathLst>
                <a:path w="183555" h="186966">
                  <a:moveTo>
                    <a:pt x="182879" y="182880"/>
                  </a:moveTo>
                  <a:lnTo>
                    <a:pt x="183028" y="183188"/>
                  </a:lnTo>
                  <a:lnTo>
                    <a:pt x="183221" y="183355"/>
                  </a:lnTo>
                  <a:lnTo>
                    <a:pt x="183555" y="183987"/>
                  </a:lnTo>
                  <a:lnTo>
                    <a:pt x="183421" y="184392"/>
                  </a:lnTo>
                  <a:lnTo>
                    <a:pt x="183318" y="184735"/>
                  </a:lnTo>
                  <a:lnTo>
                    <a:pt x="183426" y="185021"/>
                  </a:lnTo>
                  <a:lnTo>
                    <a:pt x="183492" y="185862"/>
                  </a:lnTo>
                  <a:lnTo>
                    <a:pt x="183515" y="186311"/>
                  </a:lnTo>
                  <a:lnTo>
                    <a:pt x="182974" y="186063"/>
                  </a:lnTo>
                  <a:lnTo>
                    <a:pt x="182738" y="185819"/>
                  </a:lnTo>
                  <a:lnTo>
                    <a:pt x="182676" y="185349"/>
                  </a:lnTo>
                  <a:lnTo>
                    <a:pt x="182646" y="185117"/>
                  </a:lnTo>
                  <a:lnTo>
                    <a:pt x="182618" y="184955"/>
                  </a:lnTo>
                  <a:lnTo>
                    <a:pt x="182244" y="184588"/>
                  </a:lnTo>
                  <a:lnTo>
                    <a:pt x="182154" y="184700"/>
                  </a:lnTo>
                  <a:lnTo>
                    <a:pt x="182045" y="185288"/>
                  </a:lnTo>
                  <a:lnTo>
                    <a:pt x="181914" y="185406"/>
                  </a:lnTo>
                  <a:lnTo>
                    <a:pt x="181752" y="185794"/>
                  </a:lnTo>
                  <a:lnTo>
                    <a:pt x="182042" y="186538"/>
                  </a:lnTo>
                  <a:lnTo>
                    <a:pt x="181933" y="186966"/>
                  </a:lnTo>
                  <a:lnTo>
                    <a:pt x="181604" y="186689"/>
                  </a:lnTo>
                  <a:lnTo>
                    <a:pt x="181152" y="185899"/>
                  </a:lnTo>
                  <a:lnTo>
                    <a:pt x="181054" y="185467"/>
                  </a:lnTo>
                  <a:lnTo>
                    <a:pt x="180529" y="184486"/>
                  </a:lnTo>
                  <a:lnTo>
                    <a:pt x="179685" y="185105"/>
                  </a:lnTo>
                  <a:lnTo>
                    <a:pt x="179666" y="184706"/>
                  </a:lnTo>
                  <a:lnTo>
                    <a:pt x="179600" y="184507"/>
                  </a:lnTo>
                  <a:lnTo>
                    <a:pt x="179358" y="184431"/>
                  </a:lnTo>
                  <a:lnTo>
                    <a:pt x="178992" y="184387"/>
                  </a:lnTo>
                  <a:lnTo>
                    <a:pt x="178628" y="184372"/>
                  </a:lnTo>
                  <a:lnTo>
                    <a:pt x="178157" y="183914"/>
                  </a:lnTo>
                  <a:lnTo>
                    <a:pt x="178008" y="183667"/>
                  </a:lnTo>
                  <a:lnTo>
                    <a:pt x="177894" y="183476"/>
                  </a:lnTo>
                  <a:lnTo>
                    <a:pt x="177702" y="182753"/>
                  </a:lnTo>
                  <a:lnTo>
                    <a:pt x="178607" y="182356"/>
                  </a:lnTo>
                  <a:lnTo>
                    <a:pt x="178977" y="182455"/>
                  </a:lnTo>
                  <a:lnTo>
                    <a:pt x="179448" y="182581"/>
                  </a:lnTo>
                  <a:lnTo>
                    <a:pt x="180054" y="182742"/>
                  </a:lnTo>
                  <a:lnTo>
                    <a:pt x="180365" y="182759"/>
                  </a:lnTo>
                  <a:lnTo>
                    <a:pt x="180717" y="182578"/>
                  </a:lnTo>
                  <a:lnTo>
                    <a:pt x="180791" y="182415"/>
                  </a:lnTo>
                  <a:lnTo>
                    <a:pt x="180929" y="182212"/>
                  </a:lnTo>
                  <a:lnTo>
                    <a:pt x="181420" y="182234"/>
                  </a:lnTo>
                  <a:lnTo>
                    <a:pt x="181619" y="182242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8832402" y="2264748"/>
              <a:ext cx="183108" cy="182880"/>
            </a:xfrm>
            <a:custGeom>
              <a:avLst/>
              <a:pathLst>
                <a:path w="183108" h="182880">
                  <a:moveTo>
                    <a:pt x="182879" y="182880"/>
                  </a:moveTo>
                  <a:lnTo>
                    <a:pt x="182810" y="182679"/>
                  </a:lnTo>
                  <a:lnTo>
                    <a:pt x="182569" y="182242"/>
                  </a:lnTo>
                  <a:lnTo>
                    <a:pt x="183108" y="182479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8833078" y="2260141"/>
              <a:ext cx="182879" cy="189866"/>
            </a:xfrm>
            <a:custGeom>
              <a:avLst/>
              <a:pathLst>
                <a:path w="182879" h="189866">
                  <a:moveTo>
                    <a:pt x="182879" y="182880"/>
                  </a:moveTo>
                  <a:lnTo>
                    <a:pt x="182850" y="183361"/>
                  </a:lnTo>
                  <a:lnTo>
                    <a:pt x="182792" y="184359"/>
                  </a:lnTo>
                  <a:lnTo>
                    <a:pt x="182427" y="184521"/>
                  </a:lnTo>
                  <a:lnTo>
                    <a:pt x="181886" y="184369"/>
                  </a:lnTo>
                  <a:lnTo>
                    <a:pt x="181232" y="184366"/>
                  </a:lnTo>
                  <a:lnTo>
                    <a:pt x="181168" y="184653"/>
                  </a:lnTo>
                  <a:lnTo>
                    <a:pt x="181306" y="185230"/>
                  </a:lnTo>
                  <a:lnTo>
                    <a:pt x="181461" y="185904"/>
                  </a:lnTo>
                  <a:lnTo>
                    <a:pt x="181463" y="186069"/>
                  </a:lnTo>
                  <a:lnTo>
                    <a:pt x="181102" y="186524"/>
                  </a:lnTo>
                  <a:lnTo>
                    <a:pt x="180894" y="186350"/>
                  </a:lnTo>
                  <a:lnTo>
                    <a:pt x="180496" y="186479"/>
                  </a:lnTo>
                  <a:lnTo>
                    <a:pt x="180772" y="186741"/>
                  </a:lnTo>
                  <a:lnTo>
                    <a:pt x="180995" y="187173"/>
                  </a:lnTo>
                  <a:lnTo>
                    <a:pt x="180496" y="187849"/>
                  </a:lnTo>
                  <a:lnTo>
                    <a:pt x="180953" y="188064"/>
                  </a:lnTo>
                  <a:lnTo>
                    <a:pt x="181363" y="188243"/>
                  </a:lnTo>
                  <a:lnTo>
                    <a:pt x="181201" y="188457"/>
                  </a:lnTo>
                  <a:lnTo>
                    <a:pt x="180230" y="188952"/>
                  </a:lnTo>
                  <a:lnTo>
                    <a:pt x="179939" y="189097"/>
                  </a:lnTo>
                  <a:lnTo>
                    <a:pt x="179546" y="188298"/>
                  </a:lnTo>
                  <a:lnTo>
                    <a:pt x="179701" y="187988"/>
                  </a:lnTo>
                  <a:lnTo>
                    <a:pt x="179534" y="187774"/>
                  </a:lnTo>
                  <a:lnTo>
                    <a:pt x="179286" y="187749"/>
                  </a:lnTo>
                  <a:lnTo>
                    <a:pt x="179105" y="187851"/>
                  </a:lnTo>
                  <a:lnTo>
                    <a:pt x="178286" y="188078"/>
                  </a:lnTo>
                  <a:lnTo>
                    <a:pt x="178049" y="188175"/>
                  </a:lnTo>
                  <a:lnTo>
                    <a:pt x="176963" y="188797"/>
                  </a:lnTo>
                  <a:lnTo>
                    <a:pt x="177556" y="188954"/>
                  </a:lnTo>
                  <a:lnTo>
                    <a:pt x="177406" y="189242"/>
                  </a:lnTo>
                  <a:lnTo>
                    <a:pt x="176470" y="189167"/>
                  </a:lnTo>
                  <a:lnTo>
                    <a:pt x="176112" y="188613"/>
                  </a:lnTo>
                  <a:lnTo>
                    <a:pt x="175859" y="188583"/>
                  </a:lnTo>
                  <a:lnTo>
                    <a:pt x="175510" y="188744"/>
                  </a:lnTo>
                  <a:lnTo>
                    <a:pt x="175391" y="188935"/>
                  </a:lnTo>
                  <a:lnTo>
                    <a:pt x="175045" y="189221"/>
                  </a:lnTo>
                  <a:lnTo>
                    <a:pt x="174177" y="189866"/>
                  </a:lnTo>
                  <a:lnTo>
                    <a:pt x="173802" y="189107"/>
                  </a:lnTo>
                  <a:lnTo>
                    <a:pt x="173671" y="188433"/>
                  </a:lnTo>
                  <a:lnTo>
                    <a:pt x="173701" y="188227"/>
                  </a:lnTo>
                  <a:lnTo>
                    <a:pt x="174257" y="187532"/>
                  </a:lnTo>
                  <a:lnTo>
                    <a:pt x="174575" y="187093"/>
                  </a:lnTo>
                  <a:lnTo>
                    <a:pt x="174179" y="186946"/>
                  </a:lnTo>
                  <a:lnTo>
                    <a:pt x="174923" y="186513"/>
                  </a:lnTo>
                  <a:lnTo>
                    <a:pt x="175086" y="186363"/>
                  </a:lnTo>
                  <a:lnTo>
                    <a:pt x="175241" y="186333"/>
                  </a:lnTo>
                  <a:lnTo>
                    <a:pt x="176104" y="185272"/>
                  </a:lnTo>
                  <a:lnTo>
                    <a:pt x="176436" y="185186"/>
                  </a:lnTo>
                  <a:lnTo>
                    <a:pt x="176997" y="185220"/>
                  </a:lnTo>
                  <a:lnTo>
                    <a:pt x="177255" y="185332"/>
                  </a:lnTo>
                  <a:lnTo>
                    <a:pt x="177635" y="185678"/>
                  </a:lnTo>
                  <a:lnTo>
                    <a:pt x="177722" y="185461"/>
                  </a:lnTo>
                  <a:lnTo>
                    <a:pt x="177787" y="185302"/>
                  </a:lnTo>
                  <a:lnTo>
                    <a:pt x="177955" y="185136"/>
                  </a:lnTo>
                  <a:lnTo>
                    <a:pt x="178267" y="184986"/>
                  </a:lnTo>
                  <a:lnTo>
                    <a:pt x="178827" y="184936"/>
                  </a:lnTo>
                  <a:lnTo>
                    <a:pt x="179357" y="184764"/>
                  </a:lnTo>
                  <a:lnTo>
                    <a:pt x="179520" y="184663"/>
                  </a:lnTo>
                  <a:lnTo>
                    <a:pt x="179628" y="184493"/>
                  </a:lnTo>
                  <a:lnTo>
                    <a:pt x="179917" y="184305"/>
                  </a:lnTo>
                  <a:lnTo>
                    <a:pt x="180166" y="184246"/>
                  </a:lnTo>
                  <a:lnTo>
                    <a:pt x="180376" y="184004"/>
                  </a:lnTo>
                  <a:lnTo>
                    <a:pt x="180622" y="183803"/>
                  </a:lnTo>
                  <a:lnTo>
                    <a:pt x="180993" y="183589"/>
                  </a:lnTo>
                  <a:lnTo>
                    <a:pt x="181095" y="183438"/>
                  </a:lnTo>
                  <a:lnTo>
                    <a:pt x="181359" y="183239"/>
                  </a:lnTo>
                  <a:lnTo>
                    <a:pt x="181916" y="183100"/>
                  </a:lnTo>
                  <a:lnTo>
                    <a:pt x="182293" y="182791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8832290" y="226295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8828375" y="2261092"/>
              <a:ext cx="183559" cy="184346"/>
            </a:xfrm>
            <a:custGeom>
              <a:avLst/>
              <a:pathLst>
                <a:path w="183559" h="184346">
                  <a:moveTo>
                    <a:pt x="182879" y="182880"/>
                  </a:moveTo>
                  <a:lnTo>
                    <a:pt x="182943" y="183130"/>
                  </a:lnTo>
                  <a:lnTo>
                    <a:pt x="183101" y="182806"/>
                  </a:lnTo>
                  <a:lnTo>
                    <a:pt x="183248" y="182826"/>
                  </a:lnTo>
                  <a:lnTo>
                    <a:pt x="183559" y="183057"/>
                  </a:lnTo>
                  <a:lnTo>
                    <a:pt x="183325" y="183390"/>
                  </a:lnTo>
                  <a:lnTo>
                    <a:pt x="182997" y="183262"/>
                  </a:lnTo>
                  <a:lnTo>
                    <a:pt x="182864" y="183288"/>
                  </a:lnTo>
                  <a:lnTo>
                    <a:pt x="182643" y="183525"/>
                  </a:lnTo>
                  <a:lnTo>
                    <a:pt x="182278" y="184346"/>
                  </a:lnTo>
                  <a:lnTo>
                    <a:pt x="181607" y="184120"/>
                  </a:lnTo>
                  <a:lnTo>
                    <a:pt x="181189" y="184132"/>
                  </a:lnTo>
                  <a:lnTo>
                    <a:pt x="181039" y="184155"/>
                  </a:lnTo>
                  <a:lnTo>
                    <a:pt x="180875" y="184204"/>
                  </a:lnTo>
                  <a:lnTo>
                    <a:pt x="180674" y="184074"/>
                  </a:lnTo>
                  <a:lnTo>
                    <a:pt x="180815" y="183684"/>
                  </a:lnTo>
                  <a:lnTo>
                    <a:pt x="180637" y="183367"/>
                  </a:lnTo>
                  <a:lnTo>
                    <a:pt x="182460" y="18288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8835409" y="2259604"/>
              <a:ext cx="182985" cy="184022"/>
            </a:xfrm>
            <a:custGeom>
              <a:avLst/>
              <a:pathLst>
                <a:path w="182985" h="184022">
                  <a:moveTo>
                    <a:pt x="182879" y="182880"/>
                  </a:moveTo>
                  <a:lnTo>
                    <a:pt x="182985" y="183182"/>
                  </a:lnTo>
                  <a:lnTo>
                    <a:pt x="182519" y="184022"/>
                  </a:lnTo>
                  <a:lnTo>
                    <a:pt x="182127" y="183525"/>
                  </a:lnTo>
                  <a:lnTo>
                    <a:pt x="181764" y="183228"/>
                  </a:lnTo>
                  <a:lnTo>
                    <a:pt x="181785" y="183041"/>
                  </a:lnTo>
                  <a:lnTo>
                    <a:pt x="181575" y="182810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8833024" y="2259709"/>
              <a:ext cx="183328" cy="183095"/>
            </a:xfrm>
            <a:custGeom>
              <a:avLst/>
              <a:pathLst>
                <a:path w="183328" h="183095">
                  <a:moveTo>
                    <a:pt x="182879" y="182880"/>
                  </a:moveTo>
                  <a:lnTo>
                    <a:pt x="183114" y="182569"/>
                  </a:lnTo>
                  <a:lnTo>
                    <a:pt x="183328" y="182714"/>
                  </a:lnTo>
                  <a:lnTo>
                    <a:pt x="182977" y="183095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8825750" y="2258108"/>
              <a:ext cx="183135" cy="183514"/>
            </a:xfrm>
            <a:custGeom>
              <a:avLst/>
              <a:pathLst>
                <a:path w="183135" h="183514">
                  <a:moveTo>
                    <a:pt x="182879" y="182880"/>
                  </a:moveTo>
                  <a:lnTo>
                    <a:pt x="183031" y="183019"/>
                  </a:lnTo>
                  <a:lnTo>
                    <a:pt x="183135" y="183304"/>
                  </a:lnTo>
                  <a:lnTo>
                    <a:pt x="182967" y="183514"/>
                  </a:lnTo>
                  <a:lnTo>
                    <a:pt x="182887" y="183204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8838150" y="2249548"/>
              <a:ext cx="192659" cy="197268"/>
            </a:xfrm>
            <a:custGeom>
              <a:avLst/>
              <a:pathLst>
                <a:path w="192659" h="197268">
                  <a:moveTo>
                    <a:pt x="182879" y="182880"/>
                  </a:moveTo>
                  <a:lnTo>
                    <a:pt x="183014" y="183027"/>
                  </a:lnTo>
                  <a:lnTo>
                    <a:pt x="183557" y="183112"/>
                  </a:lnTo>
                  <a:lnTo>
                    <a:pt x="183698" y="183058"/>
                  </a:lnTo>
                  <a:lnTo>
                    <a:pt x="183965" y="182988"/>
                  </a:lnTo>
                  <a:lnTo>
                    <a:pt x="184763" y="183060"/>
                  </a:lnTo>
                  <a:lnTo>
                    <a:pt x="185093" y="183405"/>
                  </a:lnTo>
                  <a:lnTo>
                    <a:pt x="184729" y="183668"/>
                  </a:lnTo>
                  <a:lnTo>
                    <a:pt x="184334" y="184106"/>
                  </a:lnTo>
                  <a:lnTo>
                    <a:pt x="184430" y="184563"/>
                  </a:lnTo>
                  <a:lnTo>
                    <a:pt x="184663" y="184503"/>
                  </a:lnTo>
                  <a:lnTo>
                    <a:pt x="185611" y="183781"/>
                  </a:lnTo>
                  <a:lnTo>
                    <a:pt x="185887" y="183341"/>
                  </a:lnTo>
                  <a:lnTo>
                    <a:pt x="186174" y="183330"/>
                  </a:lnTo>
                  <a:lnTo>
                    <a:pt x="186454" y="183432"/>
                  </a:lnTo>
                  <a:lnTo>
                    <a:pt x="186649" y="183797"/>
                  </a:lnTo>
                  <a:lnTo>
                    <a:pt x="186656" y="184251"/>
                  </a:lnTo>
                  <a:lnTo>
                    <a:pt x="186799" y="184467"/>
                  </a:lnTo>
                  <a:lnTo>
                    <a:pt x="187222" y="184366"/>
                  </a:lnTo>
                  <a:lnTo>
                    <a:pt x="187371" y="184350"/>
                  </a:lnTo>
                  <a:lnTo>
                    <a:pt x="187513" y="184708"/>
                  </a:lnTo>
                  <a:lnTo>
                    <a:pt x="187362" y="184859"/>
                  </a:lnTo>
                  <a:lnTo>
                    <a:pt x="187031" y="185118"/>
                  </a:lnTo>
                  <a:lnTo>
                    <a:pt x="187392" y="185230"/>
                  </a:lnTo>
                  <a:lnTo>
                    <a:pt x="187624" y="185218"/>
                  </a:lnTo>
                  <a:lnTo>
                    <a:pt x="187969" y="185353"/>
                  </a:lnTo>
                  <a:lnTo>
                    <a:pt x="188030" y="185487"/>
                  </a:lnTo>
                  <a:lnTo>
                    <a:pt x="188522" y="185686"/>
                  </a:lnTo>
                  <a:lnTo>
                    <a:pt x="188661" y="185624"/>
                  </a:lnTo>
                  <a:lnTo>
                    <a:pt x="188959" y="185543"/>
                  </a:lnTo>
                  <a:lnTo>
                    <a:pt x="189161" y="185514"/>
                  </a:lnTo>
                  <a:lnTo>
                    <a:pt x="189444" y="185358"/>
                  </a:lnTo>
                  <a:lnTo>
                    <a:pt x="189266" y="185806"/>
                  </a:lnTo>
                  <a:lnTo>
                    <a:pt x="189134" y="185985"/>
                  </a:lnTo>
                  <a:lnTo>
                    <a:pt x="188800" y="186326"/>
                  </a:lnTo>
                  <a:lnTo>
                    <a:pt x="188455" y="186611"/>
                  </a:lnTo>
                  <a:lnTo>
                    <a:pt x="187898" y="186925"/>
                  </a:lnTo>
                  <a:lnTo>
                    <a:pt x="186868" y="187424"/>
                  </a:lnTo>
                  <a:lnTo>
                    <a:pt x="186578" y="187659"/>
                  </a:lnTo>
                  <a:lnTo>
                    <a:pt x="186279" y="188028"/>
                  </a:lnTo>
                  <a:lnTo>
                    <a:pt x="186139" y="187998"/>
                  </a:lnTo>
                  <a:lnTo>
                    <a:pt x="185963" y="187874"/>
                  </a:lnTo>
                  <a:lnTo>
                    <a:pt x="185704" y="187584"/>
                  </a:lnTo>
                  <a:lnTo>
                    <a:pt x="185452" y="187303"/>
                  </a:lnTo>
                  <a:lnTo>
                    <a:pt x="185291" y="187086"/>
                  </a:lnTo>
                  <a:lnTo>
                    <a:pt x="184513" y="187072"/>
                  </a:lnTo>
                  <a:lnTo>
                    <a:pt x="184353" y="187345"/>
                  </a:lnTo>
                  <a:lnTo>
                    <a:pt x="184184" y="187570"/>
                  </a:lnTo>
                  <a:lnTo>
                    <a:pt x="183820" y="188056"/>
                  </a:lnTo>
                  <a:lnTo>
                    <a:pt x="183658" y="188118"/>
                  </a:lnTo>
                  <a:lnTo>
                    <a:pt x="183349" y="188056"/>
                  </a:lnTo>
                  <a:lnTo>
                    <a:pt x="183163" y="188073"/>
                  </a:lnTo>
                  <a:lnTo>
                    <a:pt x="183162" y="188503"/>
                  </a:lnTo>
                  <a:lnTo>
                    <a:pt x="183487" y="188673"/>
                  </a:lnTo>
                  <a:lnTo>
                    <a:pt x="183826" y="188718"/>
                  </a:lnTo>
                  <a:lnTo>
                    <a:pt x="184039" y="188881"/>
                  </a:lnTo>
                  <a:lnTo>
                    <a:pt x="184375" y="189148"/>
                  </a:lnTo>
                  <a:lnTo>
                    <a:pt x="184611" y="189437"/>
                  </a:lnTo>
                  <a:lnTo>
                    <a:pt x="184592" y="189698"/>
                  </a:lnTo>
                  <a:lnTo>
                    <a:pt x="184551" y="190058"/>
                  </a:lnTo>
                  <a:lnTo>
                    <a:pt x="184890" y="190001"/>
                  </a:lnTo>
                  <a:lnTo>
                    <a:pt x="185009" y="189492"/>
                  </a:lnTo>
                  <a:lnTo>
                    <a:pt x="185173" y="189242"/>
                  </a:lnTo>
                  <a:lnTo>
                    <a:pt x="185590" y="188802"/>
                  </a:lnTo>
                  <a:lnTo>
                    <a:pt x="185928" y="188864"/>
                  </a:lnTo>
                  <a:lnTo>
                    <a:pt x="186279" y="188917"/>
                  </a:lnTo>
                  <a:lnTo>
                    <a:pt x="186988" y="189130"/>
                  </a:lnTo>
                  <a:lnTo>
                    <a:pt x="186997" y="189279"/>
                  </a:lnTo>
                  <a:lnTo>
                    <a:pt x="187206" y="189704"/>
                  </a:lnTo>
                  <a:lnTo>
                    <a:pt x="187618" y="189391"/>
                  </a:lnTo>
                  <a:lnTo>
                    <a:pt x="187528" y="188990"/>
                  </a:lnTo>
                  <a:lnTo>
                    <a:pt x="187456" y="188755"/>
                  </a:lnTo>
                  <a:lnTo>
                    <a:pt x="187322" y="188439"/>
                  </a:lnTo>
                  <a:lnTo>
                    <a:pt x="187493" y="188118"/>
                  </a:lnTo>
                  <a:lnTo>
                    <a:pt x="187652" y="187977"/>
                  </a:lnTo>
                  <a:lnTo>
                    <a:pt x="187947" y="187769"/>
                  </a:lnTo>
                  <a:lnTo>
                    <a:pt x="188088" y="187884"/>
                  </a:lnTo>
                  <a:lnTo>
                    <a:pt x="188345" y="187541"/>
                  </a:lnTo>
                  <a:lnTo>
                    <a:pt x="188473" y="187308"/>
                  </a:lnTo>
                  <a:lnTo>
                    <a:pt x="188602" y="187152"/>
                  </a:lnTo>
                  <a:lnTo>
                    <a:pt x="188845" y="186957"/>
                  </a:lnTo>
                  <a:lnTo>
                    <a:pt x="189490" y="187153"/>
                  </a:lnTo>
                  <a:lnTo>
                    <a:pt x="189427" y="187407"/>
                  </a:lnTo>
                  <a:lnTo>
                    <a:pt x="189403" y="187651"/>
                  </a:lnTo>
                  <a:lnTo>
                    <a:pt x="189826" y="187535"/>
                  </a:lnTo>
                  <a:lnTo>
                    <a:pt x="189853" y="186964"/>
                  </a:lnTo>
                  <a:lnTo>
                    <a:pt x="190051" y="186803"/>
                  </a:lnTo>
                  <a:lnTo>
                    <a:pt x="190133" y="187264"/>
                  </a:lnTo>
                  <a:lnTo>
                    <a:pt x="189891" y="187697"/>
                  </a:lnTo>
                  <a:lnTo>
                    <a:pt x="189836" y="188001"/>
                  </a:lnTo>
                  <a:lnTo>
                    <a:pt x="189850" y="189207"/>
                  </a:lnTo>
                  <a:lnTo>
                    <a:pt x="190030" y="188880"/>
                  </a:lnTo>
                  <a:lnTo>
                    <a:pt x="190269" y="188772"/>
                  </a:lnTo>
                  <a:lnTo>
                    <a:pt x="190365" y="189543"/>
                  </a:lnTo>
                  <a:lnTo>
                    <a:pt x="190540" y="189049"/>
                  </a:lnTo>
                  <a:lnTo>
                    <a:pt x="190553" y="188885"/>
                  </a:lnTo>
                  <a:lnTo>
                    <a:pt x="190583" y="188601"/>
                  </a:lnTo>
                  <a:lnTo>
                    <a:pt x="190591" y="188372"/>
                  </a:lnTo>
                  <a:lnTo>
                    <a:pt x="190799" y="188067"/>
                  </a:lnTo>
                  <a:lnTo>
                    <a:pt x="190823" y="187857"/>
                  </a:lnTo>
                  <a:lnTo>
                    <a:pt x="190844" y="187639"/>
                  </a:lnTo>
                  <a:lnTo>
                    <a:pt x="191100" y="187763"/>
                  </a:lnTo>
                  <a:lnTo>
                    <a:pt x="191234" y="187997"/>
                  </a:lnTo>
                  <a:lnTo>
                    <a:pt x="191085" y="188410"/>
                  </a:lnTo>
                  <a:lnTo>
                    <a:pt x="191296" y="188803"/>
                  </a:lnTo>
                  <a:lnTo>
                    <a:pt x="191998" y="188697"/>
                  </a:lnTo>
                  <a:lnTo>
                    <a:pt x="192133" y="188687"/>
                  </a:lnTo>
                  <a:lnTo>
                    <a:pt x="192443" y="189048"/>
                  </a:lnTo>
                  <a:lnTo>
                    <a:pt x="192338" y="189184"/>
                  </a:lnTo>
                  <a:lnTo>
                    <a:pt x="192400" y="189424"/>
                  </a:lnTo>
                  <a:lnTo>
                    <a:pt x="192659" y="189666"/>
                  </a:lnTo>
                  <a:lnTo>
                    <a:pt x="192435" y="189977"/>
                  </a:lnTo>
                  <a:lnTo>
                    <a:pt x="192183" y="189595"/>
                  </a:lnTo>
                  <a:lnTo>
                    <a:pt x="191869" y="189613"/>
                  </a:lnTo>
                  <a:lnTo>
                    <a:pt x="191703" y="189762"/>
                  </a:lnTo>
                  <a:lnTo>
                    <a:pt x="191458" y="190068"/>
                  </a:lnTo>
                  <a:lnTo>
                    <a:pt x="191430" y="190292"/>
                  </a:lnTo>
                  <a:lnTo>
                    <a:pt x="191421" y="190425"/>
                  </a:lnTo>
                  <a:lnTo>
                    <a:pt x="191504" y="190675"/>
                  </a:lnTo>
                  <a:lnTo>
                    <a:pt x="191638" y="190779"/>
                  </a:lnTo>
                  <a:lnTo>
                    <a:pt x="192110" y="191249"/>
                  </a:lnTo>
                  <a:lnTo>
                    <a:pt x="192110" y="191515"/>
                  </a:lnTo>
                  <a:lnTo>
                    <a:pt x="191951" y="192242"/>
                  </a:lnTo>
                  <a:lnTo>
                    <a:pt x="191852" y="191989"/>
                  </a:lnTo>
                  <a:lnTo>
                    <a:pt x="191721" y="191830"/>
                  </a:lnTo>
                  <a:lnTo>
                    <a:pt x="191573" y="192384"/>
                  </a:lnTo>
                  <a:lnTo>
                    <a:pt x="191361" y="192804"/>
                  </a:lnTo>
                  <a:lnTo>
                    <a:pt x="191160" y="192819"/>
                  </a:lnTo>
                  <a:lnTo>
                    <a:pt x="190774" y="192985"/>
                  </a:lnTo>
                  <a:lnTo>
                    <a:pt x="190862" y="193445"/>
                  </a:lnTo>
                  <a:lnTo>
                    <a:pt x="190592" y="193684"/>
                  </a:lnTo>
                  <a:lnTo>
                    <a:pt x="190350" y="192827"/>
                  </a:lnTo>
                  <a:lnTo>
                    <a:pt x="189995" y="193075"/>
                  </a:lnTo>
                  <a:lnTo>
                    <a:pt x="189909" y="192946"/>
                  </a:lnTo>
                  <a:lnTo>
                    <a:pt x="189578" y="192295"/>
                  </a:lnTo>
                  <a:lnTo>
                    <a:pt x="189579" y="191683"/>
                  </a:lnTo>
                  <a:lnTo>
                    <a:pt x="189039" y="191476"/>
                  </a:lnTo>
                  <a:lnTo>
                    <a:pt x="188650" y="191327"/>
                  </a:lnTo>
                  <a:lnTo>
                    <a:pt x="188329" y="191205"/>
                  </a:lnTo>
                  <a:lnTo>
                    <a:pt x="188035" y="191092"/>
                  </a:lnTo>
                  <a:lnTo>
                    <a:pt x="187616" y="190798"/>
                  </a:lnTo>
                  <a:lnTo>
                    <a:pt x="187235" y="191006"/>
                  </a:lnTo>
                  <a:lnTo>
                    <a:pt x="187218" y="191383"/>
                  </a:lnTo>
                  <a:lnTo>
                    <a:pt x="187030" y="192099"/>
                  </a:lnTo>
                  <a:lnTo>
                    <a:pt x="187068" y="192304"/>
                  </a:lnTo>
                  <a:lnTo>
                    <a:pt x="187329" y="192571"/>
                  </a:lnTo>
                  <a:lnTo>
                    <a:pt x="187288" y="192741"/>
                  </a:lnTo>
                  <a:lnTo>
                    <a:pt x="187114" y="192928"/>
                  </a:lnTo>
                  <a:lnTo>
                    <a:pt x="187020" y="192755"/>
                  </a:lnTo>
                  <a:lnTo>
                    <a:pt x="186949" y="192213"/>
                  </a:lnTo>
                  <a:lnTo>
                    <a:pt x="186650" y="192166"/>
                  </a:lnTo>
                  <a:lnTo>
                    <a:pt x="186523" y="192362"/>
                  </a:lnTo>
                  <a:lnTo>
                    <a:pt x="186267" y="192695"/>
                  </a:lnTo>
                  <a:lnTo>
                    <a:pt x="186413" y="192800"/>
                  </a:lnTo>
                  <a:lnTo>
                    <a:pt x="186653" y="192812"/>
                  </a:lnTo>
                  <a:lnTo>
                    <a:pt x="186767" y="193295"/>
                  </a:lnTo>
                  <a:lnTo>
                    <a:pt x="186830" y="193584"/>
                  </a:lnTo>
                  <a:lnTo>
                    <a:pt x="187050" y="194346"/>
                  </a:lnTo>
                  <a:lnTo>
                    <a:pt x="187410" y="194449"/>
                  </a:lnTo>
                  <a:lnTo>
                    <a:pt x="188196" y="194942"/>
                  </a:lnTo>
                  <a:lnTo>
                    <a:pt x="188435" y="194993"/>
                  </a:lnTo>
                  <a:lnTo>
                    <a:pt x="188755" y="195525"/>
                  </a:lnTo>
                  <a:lnTo>
                    <a:pt x="188658" y="195792"/>
                  </a:lnTo>
                  <a:lnTo>
                    <a:pt x="188240" y="196060"/>
                  </a:lnTo>
                  <a:lnTo>
                    <a:pt x="187839" y="195871"/>
                  </a:lnTo>
                  <a:lnTo>
                    <a:pt x="187707" y="196027"/>
                  </a:lnTo>
                  <a:lnTo>
                    <a:pt x="187735" y="196388"/>
                  </a:lnTo>
                  <a:lnTo>
                    <a:pt x="188032" y="196603"/>
                  </a:lnTo>
                  <a:lnTo>
                    <a:pt x="188255" y="196547"/>
                  </a:lnTo>
                  <a:lnTo>
                    <a:pt x="188462" y="197169"/>
                  </a:lnTo>
                  <a:lnTo>
                    <a:pt x="188263" y="197256"/>
                  </a:lnTo>
                  <a:lnTo>
                    <a:pt x="188128" y="197268"/>
                  </a:lnTo>
                  <a:lnTo>
                    <a:pt x="188048" y="197107"/>
                  </a:lnTo>
                  <a:lnTo>
                    <a:pt x="187770" y="196870"/>
                  </a:lnTo>
                  <a:lnTo>
                    <a:pt x="187453" y="196843"/>
                  </a:lnTo>
                  <a:lnTo>
                    <a:pt x="187121" y="197258"/>
                  </a:lnTo>
                  <a:lnTo>
                    <a:pt x="186730" y="196522"/>
                  </a:lnTo>
                  <a:lnTo>
                    <a:pt x="186795" y="196294"/>
                  </a:lnTo>
                  <a:lnTo>
                    <a:pt x="186862" y="195973"/>
                  </a:lnTo>
                  <a:lnTo>
                    <a:pt x="186815" y="195838"/>
                  </a:lnTo>
                  <a:lnTo>
                    <a:pt x="186547" y="195380"/>
                  </a:lnTo>
                  <a:lnTo>
                    <a:pt x="186339" y="195478"/>
                  </a:lnTo>
                  <a:lnTo>
                    <a:pt x="186092" y="195790"/>
                  </a:lnTo>
                  <a:lnTo>
                    <a:pt x="185550" y="195917"/>
                  </a:lnTo>
                  <a:lnTo>
                    <a:pt x="185362" y="195666"/>
                  </a:lnTo>
                  <a:lnTo>
                    <a:pt x="185212" y="195504"/>
                  </a:lnTo>
                  <a:lnTo>
                    <a:pt x="185036" y="195314"/>
                  </a:lnTo>
                  <a:lnTo>
                    <a:pt x="184493" y="195142"/>
                  </a:lnTo>
                  <a:lnTo>
                    <a:pt x="183820" y="194458"/>
                  </a:lnTo>
                  <a:lnTo>
                    <a:pt x="183623" y="194737"/>
                  </a:lnTo>
                  <a:lnTo>
                    <a:pt x="183703" y="195034"/>
                  </a:lnTo>
                  <a:lnTo>
                    <a:pt x="183540" y="195392"/>
                  </a:lnTo>
                  <a:lnTo>
                    <a:pt x="183291" y="195501"/>
                  </a:lnTo>
                  <a:lnTo>
                    <a:pt x="182787" y="195768"/>
                  </a:lnTo>
                  <a:lnTo>
                    <a:pt x="182630" y="195771"/>
                  </a:lnTo>
                  <a:lnTo>
                    <a:pt x="182392" y="195696"/>
                  </a:lnTo>
                  <a:lnTo>
                    <a:pt x="182232" y="195605"/>
                  </a:lnTo>
                  <a:lnTo>
                    <a:pt x="182137" y="195274"/>
                  </a:lnTo>
                  <a:lnTo>
                    <a:pt x="182253" y="195097"/>
                  </a:lnTo>
                  <a:lnTo>
                    <a:pt x="182230" y="194622"/>
                  </a:lnTo>
                  <a:lnTo>
                    <a:pt x="182045" y="194622"/>
                  </a:lnTo>
                  <a:lnTo>
                    <a:pt x="181753" y="194582"/>
                  </a:lnTo>
                  <a:lnTo>
                    <a:pt x="181613" y="194565"/>
                  </a:lnTo>
                  <a:lnTo>
                    <a:pt x="181292" y="194524"/>
                  </a:lnTo>
                  <a:lnTo>
                    <a:pt x="181128" y="194556"/>
                  </a:lnTo>
                  <a:lnTo>
                    <a:pt x="180950" y="194588"/>
                  </a:lnTo>
                  <a:lnTo>
                    <a:pt x="180834" y="194063"/>
                  </a:lnTo>
                  <a:lnTo>
                    <a:pt x="180693" y="193591"/>
                  </a:lnTo>
                  <a:lnTo>
                    <a:pt x="180541" y="193082"/>
                  </a:lnTo>
                  <a:lnTo>
                    <a:pt x="180393" y="192785"/>
                  </a:lnTo>
                  <a:lnTo>
                    <a:pt x="180263" y="192527"/>
                  </a:lnTo>
                  <a:lnTo>
                    <a:pt x="180072" y="192163"/>
                  </a:lnTo>
                  <a:lnTo>
                    <a:pt x="179938" y="192094"/>
                  </a:lnTo>
                  <a:lnTo>
                    <a:pt x="179582" y="192140"/>
                  </a:lnTo>
                  <a:lnTo>
                    <a:pt x="179312" y="192185"/>
                  </a:lnTo>
                  <a:lnTo>
                    <a:pt x="178833" y="192093"/>
                  </a:lnTo>
                  <a:lnTo>
                    <a:pt x="178140" y="192282"/>
                  </a:lnTo>
                  <a:lnTo>
                    <a:pt x="177898" y="192257"/>
                  </a:lnTo>
                  <a:lnTo>
                    <a:pt x="177681" y="192428"/>
                  </a:lnTo>
                  <a:lnTo>
                    <a:pt x="177457" y="192509"/>
                  </a:lnTo>
                  <a:lnTo>
                    <a:pt x="177106" y="192621"/>
                  </a:lnTo>
                  <a:lnTo>
                    <a:pt x="176704" y="192754"/>
                  </a:lnTo>
                  <a:lnTo>
                    <a:pt x="176043" y="192376"/>
                  </a:lnTo>
                  <a:lnTo>
                    <a:pt x="175739" y="192293"/>
                  </a:lnTo>
                  <a:lnTo>
                    <a:pt x="175303" y="192361"/>
                  </a:lnTo>
                  <a:lnTo>
                    <a:pt x="174836" y="191867"/>
                  </a:lnTo>
                  <a:lnTo>
                    <a:pt x="174558" y="191701"/>
                  </a:lnTo>
                  <a:lnTo>
                    <a:pt x="174421" y="191481"/>
                  </a:lnTo>
                  <a:lnTo>
                    <a:pt x="174070" y="191646"/>
                  </a:lnTo>
                  <a:lnTo>
                    <a:pt x="174252" y="192008"/>
                  </a:lnTo>
                  <a:lnTo>
                    <a:pt x="173890" y="191916"/>
                  </a:lnTo>
                  <a:lnTo>
                    <a:pt x="173560" y="191911"/>
                  </a:lnTo>
                  <a:lnTo>
                    <a:pt x="173392" y="192030"/>
                  </a:lnTo>
                  <a:lnTo>
                    <a:pt x="173177" y="192547"/>
                  </a:lnTo>
                  <a:lnTo>
                    <a:pt x="172977" y="192601"/>
                  </a:lnTo>
                  <a:lnTo>
                    <a:pt x="172740" y="192566"/>
                  </a:lnTo>
                  <a:lnTo>
                    <a:pt x="172417" y="192333"/>
                  </a:lnTo>
                  <a:lnTo>
                    <a:pt x="171976" y="191979"/>
                  </a:lnTo>
                  <a:lnTo>
                    <a:pt x="172010" y="191513"/>
                  </a:lnTo>
                  <a:lnTo>
                    <a:pt x="171841" y="190956"/>
                  </a:lnTo>
                  <a:lnTo>
                    <a:pt x="171469" y="190407"/>
                  </a:lnTo>
                  <a:lnTo>
                    <a:pt x="171219" y="190270"/>
                  </a:lnTo>
                  <a:lnTo>
                    <a:pt x="171357" y="190099"/>
                  </a:lnTo>
                  <a:lnTo>
                    <a:pt x="171762" y="189570"/>
                  </a:lnTo>
                  <a:lnTo>
                    <a:pt x="172279" y="189449"/>
                  </a:lnTo>
                  <a:lnTo>
                    <a:pt x="172415" y="189424"/>
                  </a:lnTo>
                  <a:lnTo>
                    <a:pt x="172758" y="189314"/>
                  </a:lnTo>
                  <a:lnTo>
                    <a:pt x="173075" y="189086"/>
                  </a:lnTo>
                  <a:lnTo>
                    <a:pt x="173153" y="188892"/>
                  </a:lnTo>
                  <a:lnTo>
                    <a:pt x="173187" y="188680"/>
                  </a:lnTo>
                  <a:lnTo>
                    <a:pt x="173447" y="188318"/>
                  </a:lnTo>
                  <a:lnTo>
                    <a:pt x="173605" y="188169"/>
                  </a:lnTo>
                  <a:lnTo>
                    <a:pt x="173933" y="188037"/>
                  </a:lnTo>
                  <a:lnTo>
                    <a:pt x="174213" y="187949"/>
                  </a:lnTo>
                  <a:lnTo>
                    <a:pt x="174495" y="187710"/>
                  </a:lnTo>
                  <a:lnTo>
                    <a:pt x="174589" y="187393"/>
                  </a:lnTo>
                  <a:lnTo>
                    <a:pt x="174782" y="187089"/>
                  </a:lnTo>
                  <a:lnTo>
                    <a:pt x="174931" y="186978"/>
                  </a:lnTo>
                  <a:lnTo>
                    <a:pt x="175106" y="186847"/>
                  </a:lnTo>
                  <a:lnTo>
                    <a:pt x="175921" y="186547"/>
                  </a:lnTo>
                  <a:lnTo>
                    <a:pt x="176826" y="186626"/>
                  </a:lnTo>
                  <a:lnTo>
                    <a:pt x="176784" y="186354"/>
                  </a:lnTo>
                  <a:lnTo>
                    <a:pt x="176857" y="186101"/>
                  </a:lnTo>
                  <a:lnTo>
                    <a:pt x="176887" y="185815"/>
                  </a:lnTo>
                  <a:lnTo>
                    <a:pt x="177291" y="185531"/>
                  </a:lnTo>
                  <a:lnTo>
                    <a:pt x="178261" y="184905"/>
                  </a:lnTo>
                  <a:lnTo>
                    <a:pt x="178495" y="184860"/>
                  </a:lnTo>
                  <a:lnTo>
                    <a:pt x="178860" y="184222"/>
                  </a:lnTo>
                  <a:lnTo>
                    <a:pt x="179375" y="183953"/>
                  </a:lnTo>
                  <a:lnTo>
                    <a:pt x="180425" y="184075"/>
                  </a:lnTo>
                  <a:lnTo>
                    <a:pt x="180760" y="183822"/>
                  </a:lnTo>
                  <a:lnTo>
                    <a:pt x="181004" y="183708"/>
                  </a:lnTo>
                  <a:lnTo>
                    <a:pt x="181239" y="183661"/>
                  </a:lnTo>
                  <a:lnTo>
                    <a:pt x="181762" y="183665"/>
                  </a:lnTo>
                  <a:lnTo>
                    <a:pt x="181826" y="183290"/>
                  </a:lnTo>
                  <a:lnTo>
                    <a:pt x="181949" y="183077"/>
                  </a:lnTo>
                  <a:lnTo>
                    <a:pt x="182447" y="182791"/>
                  </a:lnTo>
                  <a:lnTo>
                    <a:pt x="182580" y="182819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8842302" y="2268143"/>
              <a:ext cx="182899" cy="183604"/>
            </a:xfrm>
            <a:custGeom>
              <a:avLst/>
              <a:pathLst>
                <a:path w="182899" h="183604">
                  <a:moveTo>
                    <a:pt x="182879" y="182880"/>
                  </a:moveTo>
                  <a:lnTo>
                    <a:pt x="182899" y="183080"/>
                  </a:lnTo>
                  <a:lnTo>
                    <a:pt x="182263" y="183604"/>
                  </a:lnTo>
                  <a:lnTo>
                    <a:pt x="182051" y="183099"/>
                  </a:lnTo>
                  <a:lnTo>
                    <a:pt x="182187" y="182912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8843065" y="2267619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8842848" y="2264312"/>
              <a:ext cx="183466" cy="183583"/>
            </a:xfrm>
            <a:custGeom>
              <a:avLst/>
              <a:pathLst>
                <a:path w="183466" h="183583">
                  <a:moveTo>
                    <a:pt x="182879" y="182880"/>
                  </a:moveTo>
                  <a:lnTo>
                    <a:pt x="183466" y="183213"/>
                  </a:lnTo>
                  <a:lnTo>
                    <a:pt x="183343" y="183516"/>
                  </a:lnTo>
                  <a:lnTo>
                    <a:pt x="182989" y="18358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8846473" y="2261595"/>
              <a:ext cx="182879" cy="182995"/>
            </a:xfrm>
            <a:custGeom>
              <a:avLst/>
              <a:pathLst>
                <a:path w="182879" h="182995">
                  <a:moveTo>
                    <a:pt x="182879" y="182880"/>
                  </a:moveTo>
                  <a:lnTo>
                    <a:pt x="182682" y="182995"/>
                  </a:lnTo>
                  <a:lnTo>
                    <a:pt x="182821" y="182504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8845484" y="2261244"/>
              <a:ext cx="183318" cy="182905"/>
            </a:xfrm>
            <a:custGeom>
              <a:avLst/>
              <a:pathLst>
                <a:path w="183318" h="182905">
                  <a:moveTo>
                    <a:pt x="182879" y="182880"/>
                  </a:moveTo>
                  <a:lnTo>
                    <a:pt x="183318" y="182596"/>
                  </a:lnTo>
                  <a:lnTo>
                    <a:pt x="183195" y="182905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8843296" y="2260959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783" y="18267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8844359" y="2260816"/>
              <a:ext cx="183143" cy="182880"/>
            </a:xfrm>
            <a:custGeom>
              <a:avLst/>
              <a:pathLst>
                <a:path w="183143" h="182880">
                  <a:moveTo>
                    <a:pt x="182879" y="182880"/>
                  </a:moveTo>
                  <a:lnTo>
                    <a:pt x="182785" y="182607"/>
                  </a:lnTo>
                  <a:lnTo>
                    <a:pt x="183143" y="18220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8846133" y="2260227"/>
              <a:ext cx="183158" cy="182992"/>
            </a:xfrm>
            <a:custGeom>
              <a:avLst/>
              <a:pathLst>
                <a:path w="183158" h="182992">
                  <a:moveTo>
                    <a:pt x="182879" y="182880"/>
                  </a:moveTo>
                  <a:lnTo>
                    <a:pt x="183158" y="182992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8844079" y="2258221"/>
              <a:ext cx="183480" cy="184664"/>
            </a:xfrm>
            <a:custGeom>
              <a:avLst/>
              <a:pathLst>
                <a:path w="183480" h="184664">
                  <a:moveTo>
                    <a:pt x="182879" y="182880"/>
                  </a:moveTo>
                  <a:lnTo>
                    <a:pt x="183059" y="183097"/>
                  </a:lnTo>
                  <a:lnTo>
                    <a:pt x="183140" y="183393"/>
                  </a:lnTo>
                  <a:lnTo>
                    <a:pt x="183191" y="183656"/>
                  </a:lnTo>
                  <a:lnTo>
                    <a:pt x="183480" y="184050"/>
                  </a:lnTo>
                  <a:lnTo>
                    <a:pt x="183476" y="184296"/>
                  </a:lnTo>
                  <a:lnTo>
                    <a:pt x="182987" y="184664"/>
                  </a:lnTo>
                  <a:lnTo>
                    <a:pt x="182751" y="184648"/>
                  </a:lnTo>
                  <a:lnTo>
                    <a:pt x="182485" y="18331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8843259" y="2258674"/>
              <a:ext cx="183005" cy="183721"/>
            </a:xfrm>
            <a:custGeom>
              <a:avLst/>
              <a:pathLst>
                <a:path w="183005" h="183721">
                  <a:moveTo>
                    <a:pt x="182879" y="182880"/>
                  </a:moveTo>
                  <a:lnTo>
                    <a:pt x="182941" y="183086"/>
                  </a:lnTo>
                  <a:lnTo>
                    <a:pt x="182963" y="183254"/>
                  </a:lnTo>
                  <a:lnTo>
                    <a:pt x="183005" y="183582"/>
                  </a:lnTo>
                  <a:lnTo>
                    <a:pt x="182915" y="183721"/>
                  </a:lnTo>
                  <a:lnTo>
                    <a:pt x="182803" y="183361"/>
                  </a:lnTo>
                  <a:lnTo>
                    <a:pt x="182635" y="18301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8844770" y="225867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8846354" y="2253732"/>
              <a:ext cx="182883" cy="183172"/>
            </a:xfrm>
            <a:custGeom>
              <a:avLst/>
              <a:pathLst>
                <a:path w="182883" h="183172">
                  <a:moveTo>
                    <a:pt x="182879" y="182880"/>
                  </a:moveTo>
                  <a:lnTo>
                    <a:pt x="182516" y="183172"/>
                  </a:lnTo>
                  <a:lnTo>
                    <a:pt x="182333" y="182450"/>
                  </a:lnTo>
                  <a:lnTo>
                    <a:pt x="182610" y="182223"/>
                  </a:lnTo>
                  <a:lnTo>
                    <a:pt x="182789" y="182355"/>
                  </a:lnTo>
                  <a:lnTo>
                    <a:pt x="182883" y="182732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8845890" y="225237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8843815" y="2251948"/>
              <a:ext cx="183481" cy="182995"/>
            </a:xfrm>
            <a:custGeom>
              <a:avLst/>
              <a:pathLst>
                <a:path w="183481" h="182995">
                  <a:moveTo>
                    <a:pt x="182879" y="182880"/>
                  </a:moveTo>
                  <a:lnTo>
                    <a:pt x="182387" y="182995"/>
                  </a:lnTo>
                  <a:lnTo>
                    <a:pt x="182890" y="182684"/>
                  </a:lnTo>
                  <a:lnTo>
                    <a:pt x="183012" y="182392"/>
                  </a:lnTo>
                  <a:lnTo>
                    <a:pt x="183014" y="182077"/>
                  </a:lnTo>
                  <a:lnTo>
                    <a:pt x="183233" y="182222"/>
                  </a:lnTo>
                  <a:lnTo>
                    <a:pt x="183481" y="182546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8844320" y="2251294"/>
              <a:ext cx="182989" cy="182880"/>
            </a:xfrm>
            <a:custGeom>
              <a:avLst/>
              <a:pathLst>
                <a:path w="182989" h="182880">
                  <a:moveTo>
                    <a:pt x="182879" y="182880"/>
                  </a:moveTo>
                  <a:lnTo>
                    <a:pt x="182630" y="182709"/>
                  </a:lnTo>
                  <a:lnTo>
                    <a:pt x="182989" y="18235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8843980" y="2250114"/>
              <a:ext cx="182879" cy="183615"/>
            </a:xfrm>
            <a:custGeom>
              <a:avLst/>
              <a:pathLst>
                <a:path w="182879" h="183615">
                  <a:moveTo>
                    <a:pt x="182879" y="182880"/>
                  </a:moveTo>
                  <a:lnTo>
                    <a:pt x="182487" y="182929"/>
                  </a:lnTo>
                  <a:lnTo>
                    <a:pt x="182131" y="183055"/>
                  </a:lnTo>
                  <a:lnTo>
                    <a:pt x="182647" y="183474"/>
                  </a:lnTo>
                  <a:lnTo>
                    <a:pt x="182605" y="183615"/>
                  </a:lnTo>
                  <a:lnTo>
                    <a:pt x="182149" y="183524"/>
                  </a:lnTo>
                  <a:lnTo>
                    <a:pt x="181818" y="183487"/>
                  </a:lnTo>
                  <a:lnTo>
                    <a:pt x="182170" y="183263"/>
                  </a:lnTo>
                  <a:lnTo>
                    <a:pt x="181977" y="182849"/>
                  </a:lnTo>
                  <a:lnTo>
                    <a:pt x="182262" y="182715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8849113" y="225023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793" y="182484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8644457" y="1730235"/>
              <a:ext cx="460187" cy="388312"/>
            </a:xfrm>
            <a:custGeom>
              <a:avLst/>
              <a:pathLst>
                <a:path w="460187" h="388312">
                  <a:moveTo>
                    <a:pt x="182879" y="182880"/>
                  </a:moveTo>
                  <a:lnTo>
                    <a:pt x="182923" y="183103"/>
                  </a:lnTo>
                  <a:lnTo>
                    <a:pt x="182976" y="183251"/>
                  </a:lnTo>
                  <a:lnTo>
                    <a:pt x="183446" y="183953"/>
                  </a:lnTo>
                  <a:lnTo>
                    <a:pt x="183685" y="183560"/>
                  </a:lnTo>
                  <a:lnTo>
                    <a:pt x="183937" y="183477"/>
                  </a:lnTo>
                  <a:lnTo>
                    <a:pt x="184137" y="183507"/>
                  </a:lnTo>
                  <a:lnTo>
                    <a:pt x="184312" y="183522"/>
                  </a:lnTo>
                  <a:lnTo>
                    <a:pt x="184655" y="183471"/>
                  </a:lnTo>
                  <a:lnTo>
                    <a:pt x="184971" y="183441"/>
                  </a:lnTo>
                  <a:lnTo>
                    <a:pt x="185246" y="183477"/>
                  </a:lnTo>
                  <a:lnTo>
                    <a:pt x="185426" y="184195"/>
                  </a:lnTo>
                  <a:lnTo>
                    <a:pt x="185794" y="184603"/>
                  </a:lnTo>
                  <a:lnTo>
                    <a:pt x="186295" y="184437"/>
                  </a:lnTo>
                  <a:lnTo>
                    <a:pt x="186972" y="184642"/>
                  </a:lnTo>
                  <a:lnTo>
                    <a:pt x="187925" y="184503"/>
                  </a:lnTo>
                  <a:lnTo>
                    <a:pt x="188116" y="184446"/>
                  </a:lnTo>
                  <a:lnTo>
                    <a:pt x="188253" y="184406"/>
                  </a:lnTo>
                  <a:lnTo>
                    <a:pt x="188398" y="184374"/>
                  </a:lnTo>
                  <a:lnTo>
                    <a:pt x="188950" y="184546"/>
                  </a:lnTo>
                  <a:lnTo>
                    <a:pt x="189200" y="184594"/>
                  </a:lnTo>
                  <a:lnTo>
                    <a:pt x="189538" y="184591"/>
                  </a:lnTo>
                  <a:lnTo>
                    <a:pt x="189720" y="184558"/>
                  </a:lnTo>
                  <a:lnTo>
                    <a:pt x="189898" y="184523"/>
                  </a:lnTo>
                  <a:lnTo>
                    <a:pt x="190453" y="184261"/>
                  </a:lnTo>
                  <a:lnTo>
                    <a:pt x="190711" y="184198"/>
                  </a:lnTo>
                  <a:lnTo>
                    <a:pt x="191096" y="184178"/>
                  </a:lnTo>
                  <a:lnTo>
                    <a:pt x="191575" y="183978"/>
                  </a:lnTo>
                  <a:lnTo>
                    <a:pt x="191898" y="183877"/>
                  </a:lnTo>
                  <a:lnTo>
                    <a:pt x="192109" y="183868"/>
                  </a:lnTo>
                  <a:lnTo>
                    <a:pt x="192540" y="183926"/>
                  </a:lnTo>
                  <a:lnTo>
                    <a:pt x="192822" y="184126"/>
                  </a:lnTo>
                  <a:lnTo>
                    <a:pt x="193228" y="184327"/>
                  </a:lnTo>
                  <a:lnTo>
                    <a:pt x="193734" y="184413"/>
                  </a:lnTo>
                  <a:lnTo>
                    <a:pt x="194239" y="184739"/>
                  </a:lnTo>
                  <a:lnTo>
                    <a:pt x="194480" y="184835"/>
                  </a:lnTo>
                  <a:lnTo>
                    <a:pt x="195150" y="184935"/>
                  </a:lnTo>
                  <a:lnTo>
                    <a:pt x="195605" y="185249"/>
                  </a:lnTo>
                  <a:lnTo>
                    <a:pt x="195980" y="185551"/>
                  </a:lnTo>
                  <a:lnTo>
                    <a:pt x="196560" y="185820"/>
                  </a:lnTo>
                  <a:lnTo>
                    <a:pt x="197055" y="186096"/>
                  </a:lnTo>
                  <a:lnTo>
                    <a:pt x="197428" y="186273"/>
                  </a:lnTo>
                  <a:lnTo>
                    <a:pt x="197894" y="185995"/>
                  </a:lnTo>
                  <a:lnTo>
                    <a:pt x="198725" y="185805"/>
                  </a:lnTo>
                  <a:lnTo>
                    <a:pt x="199133" y="186064"/>
                  </a:lnTo>
                  <a:lnTo>
                    <a:pt x="199246" y="186240"/>
                  </a:lnTo>
                  <a:lnTo>
                    <a:pt x="199439" y="186467"/>
                  </a:lnTo>
                  <a:lnTo>
                    <a:pt x="200134" y="186501"/>
                  </a:lnTo>
                  <a:lnTo>
                    <a:pt x="200382" y="186597"/>
                  </a:lnTo>
                  <a:lnTo>
                    <a:pt x="200775" y="186448"/>
                  </a:lnTo>
                  <a:lnTo>
                    <a:pt x="200978" y="186272"/>
                  </a:lnTo>
                  <a:lnTo>
                    <a:pt x="201682" y="186089"/>
                  </a:lnTo>
                  <a:lnTo>
                    <a:pt x="202097" y="186022"/>
                  </a:lnTo>
                  <a:lnTo>
                    <a:pt x="202289" y="185811"/>
                  </a:lnTo>
                  <a:lnTo>
                    <a:pt x="202428" y="185899"/>
                  </a:lnTo>
                  <a:lnTo>
                    <a:pt x="202683" y="186018"/>
                  </a:lnTo>
                  <a:lnTo>
                    <a:pt x="202997" y="186105"/>
                  </a:lnTo>
                  <a:lnTo>
                    <a:pt x="203598" y="186026"/>
                  </a:lnTo>
                  <a:lnTo>
                    <a:pt x="203836" y="185995"/>
                  </a:lnTo>
                  <a:lnTo>
                    <a:pt x="204272" y="185906"/>
                  </a:lnTo>
                  <a:lnTo>
                    <a:pt x="204450" y="185866"/>
                  </a:lnTo>
                  <a:lnTo>
                    <a:pt x="204765" y="185713"/>
                  </a:lnTo>
                  <a:lnTo>
                    <a:pt x="205157" y="185742"/>
                  </a:lnTo>
                  <a:lnTo>
                    <a:pt x="205422" y="186342"/>
                  </a:lnTo>
                  <a:lnTo>
                    <a:pt x="205702" y="186677"/>
                  </a:lnTo>
                  <a:lnTo>
                    <a:pt x="205914" y="186780"/>
                  </a:lnTo>
                  <a:lnTo>
                    <a:pt x="206264" y="186949"/>
                  </a:lnTo>
                  <a:lnTo>
                    <a:pt x="206758" y="187321"/>
                  </a:lnTo>
                  <a:lnTo>
                    <a:pt x="206853" y="187464"/>
                  </a:lnTo>
                  <a:lnTo>
                    <a:pt x="206947" y="187621"/>
                  </a:lnTo>
                  <a:lnTo>
                    <a:pt x="207231" y="188086"/>
                  </a:lnTo>
                  <a:lnTo>
                    <a:pt x="207642" y="188180"/>
                  </a:lnTo>
                  <a:lnTo>
                    <a:pt x="208024" y="188073"/>
                  </a:lnTo>
                  <a:lnTo>
                    <a:pt x="208197" y="187964"/>
                  </a:lnTo>
                  <a:lnTo>
                    <a:pt x="208656" y="188031"/>
                  </a:lnTo>
                  <a:lnTo>
                    <a:pt x="209013" y="188073"/>
                  </a:lnTo>
                  <a:lnTo>
                    <a:pt x="209254" y="187935"/>
                  </a:lnTo>
                  <a:lnTo>
                    <a:pt x="209537" y="187710"/>
                  </a:lnTo>
                  <a:lnTo>
                    <a:pt x="210536" y="187653"/>
                  </a:lnTo>
                  <a:lnTo>
                    <a:pt x="211235" y="187753"/>
                  </a:lnTo>
                  <a:lnTo>
                    <a:pt x="211479" y="187818"/>
                  </a:lnTo>
                  <a:lnTo>
                    <a:pt x="212121" y="188024"/>
                  </a:lnTo>
                  <a:lnTo>
                    <a:pt x="212282" y="188138"/>
                  </a:lnTo>
                  <a:lnTo>
                    <a:pt x="212587" y="188056"/>
                  </a:lnTo>
                  <a:lnTo>
                    <a:pt x="212507" y="187872"/>
                  </a:lnTo>
                  <a:lnTo>
                    <a:pt x="212738" y="187465"/>
                  </a:lnTo>
                  <a:lnTo>
                    <a:pt x="212988" y="187466"/>
                  </a:lnTo>
                  <a:lnTo>
                    <a:pt x="213284" y="187435"/>
                  </a:lnTo>
                  <a:lnTo>
                    <a:pt x="213443" y="187311"/>
                  </a:lnTo>
                  <a:lnTo>
                    <a:pt x="213681" y="187126"/>
                  </a:lnTo>
                  <a:lnTo>
                    <a:pt x="213883" y="186926"/>
                  </a:lnTo>
                  <a:lnTo>
                    <a:pt x="214011" y="186931"/>
                  </a:lnTo>
                  <a:lnTo>
                    <a:pt x="214182" y="187035"/>
                  </a:lnTo>
                  <a:lnTo>
                    <a:pt x="214163" y="187360"/>
                  </a:lnTo>
                  <a:lnTo>
                    <a:pt x="214768" y="187373"/>
                  </a:lnTo>
                  <a:lnTo>
                    <a:pt x="215062" y="187407"/>
                  </a:lnTo>
                  <a:lnTo>
                    <a:pt x="215320" y="187339"/>
                  </a:lnTo>
                  <a:lnTo>
                    <a:pt x="215614" y="187486"/>
                  </a:lnTo>
                  <a:lnTo>
                    <a:pt x="216083" y="187669"/>
                  </a:lnTo>
                  <a:lnTo>
                    <a:pt x="216368" y="187611"/>
                  </a:lnTo>
                  <a:lnTo>
                    <a:pt x="216872" y="187244"/>
                  </a:lnTo>
                  <a:lnTo>
                    <a:pt x="217170" y="187148"/>
                  </a:lnTo>
                  <a:lnTo>
                    <a:pt x="217582" y="187352"/>
                  </a:lnTo>
                  <a:lnTo>
                    <a:pt x="217734" y="187457"/>
                  </a:lnTo>
                  <a:lnTo>
                    <a:pt x="218235" y="187500"/>
                  </a:lnTo>
                  <a:lnTo>
                    <a:pt x="218247" y="187200"/>
                  </a:lnTo>
                  <a:lnTo>
                    <a:pt x="218101" y="187122"/>
                  </a:lnTo>
                  <a:lnTo>
                    <a:pt x="218198" y="186905"/>
                  </a:lnTo>
                  <a:lnTo>
                    <a:pt x="218661" y="186598"/>
                  </a:lnTo>
                  <a:lnTo>
                    <a:pt x="218880" y="186329"/>
                  </a:lnTo>
                  <a:lnTo>
                    <a:pt x="219227" y="185779"/>
                  </a:lnTo>
                  <a:lnTo>
                    <a:pt x="219586" y="185416"/>
                  </a:lnTo>
                  <a:lnTo>
                    <a:pt x="219771" y="185076"/>
                  </a:lnTo>
                  <a:lnTo>
                    <a:pt x="219897" y="184845"/>
                  </a:lnTo>
                  <a:lnTo>
                    <a:pt x="220175" y="184838"/>
                  </a:lnTo>
                  <a:lnTo>
                    <a:pt x="220217" y="185001"/>
                  </a:lnTo>
                  <a:lnTo>
                    <a:pt x="220546" y="184972"/>
                  </a:lnTo>
                  <a:lnTo>
                    <a:pt x="220803" y="184718"/>
                  </a:lnTo>
                  <a:lnTo>
                    <a:pt x="220801" y="183949"/>
                  </a:lnTo>
                  <a:lnTo>
                    <a:pt x="220977" y="183461"/>
                  </a:lnTo>
                  <a:lnTo>
                    <a:pt x="221443" y="183619"/>
                  </a:lnTo>
                  <a:lnTo>
                    <a:pt x="222237" y="183895"/>
                  </a:lnTo>
                  <a:lnTo>
                    <a:pt x="222663" y="184063"/>
                  </a:lnTo>
                  <a:lnTo>
                    <a:pt x="222915" y="184225"/>
                  </a:lnTo>
                  <a:lnTo>
                    <a:pt x="223105" y="184665"/>
                  </a:lnTo>
                  <a:lnTo>
                    <a:pt x="222985" y="185109"/>
                  </a:lnTo>
                  <a:lnTo>
                    <a:pt x="223494" y="185637"/>
                  </a:lnTo>
                  <a:lnTo>
                    <a:pt x="223570" y="185944"/>
                  </a:lnTo>
                  <a:lnTo>
                    <a:pt x="223533" y="186119"/>
                  </a:lnTo>
                  <a:lnTo>
                    <a:pt x="223543" y="186406"/>
                  </a:lnTo>
                  <a:lnTo>
                    <a:pt x="223728" y="187466"/>
                  </a:lnTo>
                  <a:lnTo>
                    <a:pt x="223719" y="187719"/>
                  </a:lnTo>
                  <a:lnTo>
                    <a:pt x="223445" y="188377"/>
                  </a:lnTo>
                  <a:lnTo>
                    <a:pt x="223732" y="188625"/>
                  </a:lnTo>
                  <a:lnTo>
                    <a:pt x="224126" y="188688"/>
                  </a:lnTo>
                  <a:lnTo>
                    <a:pt x="224420" y="188692"/>
                  </a:lnTo>
                  <a:lnTo>
                    <a:pt x="224809" y="188997"/>
                  </a:lnTo>
                  <a:lnTo>
                    <a:pt x="225005" y="189003"/>
                  </a:lnTo>
                  <a:lnTo>
                    <a:pt x="225540" y="188803"/>
                  </a:lnTo>
                  <a:lnTo>
                    <a:pt x="225654" y="188486"/>
                  </a:lnTo>
                  <a:lnTo>
                    <a:pt x="225538" y="188186"/>
                  </a:lnTo>
                  <a:lnTo>
                    <a:pt x="225737" y="188021"/>
                  </a:lnTo>
                  <a:lnTo>
                    <a:pt x="226045" y="188111"/>
                  </a:lnTo>
                  <a:lnTo>
                    <a:pt x="226074" y="188638"/>
                  </a:lnTo>
                  <a:lnTo>
                    <a:pt x="226386" y="189107"/>
                  </a:lnTo>
                  <a:lnTo>
                    <a:pt x="226845" y="189476"/>
                  </a:lnTo>
                  <a:lnTo>
                    <a:pt x="227026" y="189849"/>
                  </a:lnTo>
                  <a:lnTo>
                    <a:pt x="227132" y="190168"/>
                  </a:lnTo>
                  <a:lnTo>
                    <a:pt x="227653" y="190651"/>
                  </a:lnTo>
                  <a:lnTo>
                    <a:pt x="228061" y="191010"/>
                  </a:lnTo>
                  <a:lnTo>
                    <a:pt x="228406" y="191328"/>
                  </a:lnTo>
                  <a:lnTo>
                    <a:pt x="228887" y="191072"/>
                  </a:lnTo>
                  <a:lnTo>
                    <a:pt x="228966" y="190818"/>
                  </a:lnTo>
                  <a:lnTo>
                    <a:pt x="228968" y="190497"/>
                  </a:lnTo>
                  <a:lnTo>
                    <a:pt x="228827" y="189873"/>
                  </a:lnTo>
                  <a:lnTo>
                    <a:pt x="229009" y="189568"/>
                  </a:lnTo>
                  <a:lnTo>
                    <a:pt x="229365" y="189402"/>
                  </a:lnTo>
                  <a:lnTo>
                    <a:pt x="229593" y="189388"/>
                  </a:lnTo>
                  <a:lnTo>
                    <a:pt x="229632" y="189097"/>
                  </a:lnTo>
                  <a:lnTo>
                    <a:pt x="230018" y="189001"/>
                  </a:lnTo>
                  <a:lnTo>
                    <a:pt x="230443" y="188809"/>
                  </a:lnTo>
                  <a:lnTo>
                    <a:pt x="230432" y="188680"/>
                  </a:lnTo>
                  <a:lnTo>
                    <a:pt x="230638" y="188491"/>
                  </a:lnTo>
                  <a:lnTo>
                    <a:pt x="230960" y="188510"/>
                  </a:lnTo>
                  <a:lnTo>
                    <a:pt x="231165" y="188594"/>
                  </a:lnTo>
                  <a:lnTo>
                    <a:pt x="231478" y="188793"/>
                  </a:lnTo>
                  <a:lnTo>
                    <a:pt x="232267" y="188355"/>
                  </a:lnTo>
                  <a:lnTo>
                    <a:pt x="232823" y="188513"/>
                  </a:lnTo>
                  <a:lnTo>
                    <a:pt x="233250" y="188166"/>
                  </a:lnTo>
                  <a:lnTo>
                    <a:pt x="233081" y="187825"/>
                  </a:lnTo>
                  <a:lnTo>
                    <a:pt x="232848" y="187540"/>
                  </a:lnTo>
                  <a:lnTo>
                    <a:pt x="232889" y="187303"/>
                  </a:lnTo>
                  <a:lnTo>
                    <a:pt x="233031" y="186933"/>
                  </a:lnTo>
                  <a:lnTo>
                    <a:pt x="233120" y="186539"/>
                  </a:lnTo>
                  <a:lnTo>
                    <a:pt x="233499" y="186071"/>
                  </a:lnTo>
                  <a:lnTo>
                    <a:pt x="233651" y="186011"/>
                  </a:lnTo>
                  <a:lnTo>
                    <a:pt x="233845" y="185954"/>
                  </a:lnTo>
                  <a:lnTo>
                    <a:pt x="234183" y="185924"/>
                  </a:lnTo>
                  <a:lnTo>
                    <a:pt x="234482" y="185898"/>
                  </a:lnTo>
                  <a:lnTo>
                    <a:pt x="234938" y="185509"/>
                  </a:lnTo>
                  <a:lnTo>
                    <a:pt x="235603" y="185689"/>
                  </a:lnTo>
                  <a:lnTo>
                    <a:pt x="236064" y="185736"/>
                  </a:lnTo>
                  <a:lnTo>
                    <a:pt x="236197" y="185710"/>
                  </a:lnTo>
                  <a:lnTo>
                    <a:pt x="236741" y="185854"/>
                  </a:lnTo>
                  <a:lnTo>
                    <a:pt x="236791" y="185706"/>
                  </a:lnTo>
                  <a:lnTo>
                    <a:pt x="237141" y="185616"/>
                  </a:lnTo>
                  <a:lnTo>
                    <a:pt x="237522" y="185788"/>
                  </a:lnTo>
                  <a:lnTo>
                    <a:pt x="237869" y="185462"/>
                  </a:lnTo>
                  <a:lnTo>
                    <a:pt x="238118" y="185229"/>
                  </a:lnTo>
                  <a:lnTo>
                    <a:pt x="238222" y="185067"/>
                  </a:lnTo>
                  <a:lnTo>
                    <a:pt x="238304" y="184899"/>
                  </a:lnTo>
                  <a:lnTo>
                    <a:pt x="238350" y="184741"/>
                  </a:lnTo>
                  <a:lnTo>
                    <a:pt x="238333" y="184521"/>
                  </a:lnTo>
                  <a:lnTo>
                    <a:pt x="238591" y="184366"/>
                  </a:lnTo>
                  <a:lnTo>
                    <a:pt x="238731" y="184277"/>
                  </a:lnTo>
                  <a:lnTo>
                    <a:pt x="239094" y="183641"/>
                  </a:lnTo>
                  <a:lnTo>
                    <a:pt x="239474" y="183341"/>
                  </a:lnTo>
                  <a:lnTo>
                    <a:pt x="239646" y="183440"/>
                  </a:lnTo>
                  <a:lnTo>
                    <a:pt x="240045" y="183515"/>
                  </a:lnTo>
                  <a:lnTo>
                    <a:pt x="240502" y="184126"/>
                  </a:lnTo>
                  <a:lnTo>
                    <a:pt x="240924" y="184498"/>
                  </a:lnTo>
                  <a:lnTo>
                    <a:pt x="241083" y="184619"/>
                  </a:lnTo>
                  <a:lnTo>
                    <a:pt x="241539" y="185283"/>
                  </a:lnTo>
                  <a:lnTo>
                    <a:pt x="242220" y="185835"/>
                  </a:lnTo>
                  <a:lnTo>
                    <a:pt x="242351" y="185908"/>
                  </a:lnTo>
                  <a:lnTo>
                    <a:pt x="242566" y="186030"/>
                  </a:lnTo>
                  <a:lnTo>
                    <a:pt x="242889" y="186312"/>
                  </a:lnTo>
                  <a:lnTo>
                    <a:pt x="243379" y="186575"/>
                  </a:lnTo>
                  <a:lnTo>
                    <a:pt x="243208" y="187240"/>
                  </a:lnTo>
                  <a:lnTo>
                    <a:pt x="243213" y="187492"/>
                  </a:lnTo>
                  <a:lnTo>
                    <a:pt x="243003" y="187723"/>
                  </a:lnTo>
                  <a:lnTo>
                    <a:pt x="242680" y="187943"/>
                  </a:lnTo>
                  <a:lnTo>
                    <a:pt x="242438" y="188470"/>
                  </a:lnTo>
                  <a:lnTo>
                    <a:pt x="242813" y="188397"/>
                  </a:lnTo>
                  <a:lnTo>
                    <a:pt x="243152" y="188319"/>
                  </a:lnTo>
                  <a:lnTo>
                    <a:pt x="243437" y="187919"/>
                  </a:lnTo>
                  <a:lnTo>
                    <a:pt x="243533" y="187696"/>
                  </a:lnTo>
                  <a:lnTo>
                    <a:pt x="243707" y="187365"/>
                  </a:lnTo>
                  <a:lnTo>
                    <a:pt x="243863" y="187276"/>
                  </a:lnTo>
                  <a:lnTo>
                    <a:pt x="244071" y="187285"/>
                  </a:lnTo>
                  <a:lnTo>
                    <a:pt x="244332" y="186984"/>
                  </a:lnTo>
                  <a:lnTo>
                    <a:pt x="244721" y="187110"/>
                  </a:lnTo>
                  <a:lnTo>
                    <a:pt x="244715" y="187320"/>
                  </a:lnTo>
                  <a:lnTo>
                    <a:pt x="244701" y="187558"/>
                  </a:lnTo>
                  <a:lnTo>
                    <a:pt x="245015" y="187561"/>
                  </a:lnTo>
                  <a:lnTo>
                    <a:pt x="245255" y="187712"/>
                  </a:lnTo>
                  <a:lnTo>
                    <a:pt x="245602" y="187997"/>
                  </a:lnTo>
                  <a:lnTo>
                    <a:pt x="245830" y="188280"/>
                  </a:lnTo>
                  <a:lnTo>
                    <a:pt x="246241" y="188650"/>
                  </a:lnTo>
                  <a:lnTo>
                    <a:pt x="246702" y="189425"/>
                  </a:lnTo>
                  <a:lnTo>
                    <a:pt x="246829" y="189595"/>
                  </a:lnTo>
                  <a:lnTo>
                    <a:pt x="247056" y="189921"/>
                  </a:lnTo>
                  <a:lnTo>
                    <a:pt x="248288" y="190629"/>
                  </a:lnTo>
                  <a:lnTo>
                    <a:pt x="248260" y="190846"/>
                  </a:lnTo>
                  <a:lnTo>
                    <a:pt x="248304" y="191444"/>
                  </a:lnTo>
                  <a:lnTo>
                    <a:pt x="249043" y="191590"/>
                  </a:lnTo>
                  <a:lnTo>
                    <a:pt x="249004" y="192688"/>
                  </a:lnTo>
                  <a:lnTo>
                    <a:pt x="248528" y="192827"/>
                  </a:lnTo>
                  <a:lnTo>
                    <a:pt x="248128" y="192924"/>
                  </a:lnTo>
                  <a:lnTo>
                    <a:pt x="247959" y="192993"/>
                  </a:lnTo>
                  <a:lnTo>
                    <a:pt x="247294" y="193952"/>
                  </a:lnTo>
                  <a:lnTo>
                    <a:pt x="247544" y="194118"/>
                  </a:lnTo>
                  <a:lnTo>
                    <a:pt x="247799" y="193876"/>
                  </a:lnTo>
                  <a:lnTo>
                    <a:pt x="248237" y="193665"/>
                  </a:lnTo>
                  <a:lnTo>
                    <a:pt x="248876" y="194046"/>
                  </a:lnTo>
                  <a:lnTo>
                    <a:pt x="249340" y="193977"/>
                  </a:lnTo>
                  <a:lnTo>
                    <a:pt x="249587" y="193933"/>
                  </a:lnTo>
                  <a:lnTo>
                    <a:pt x="249806" y="193835"/>
                  </a:lnTo>
                  <a:lnTo>
                    <a:pt x="250252" y="193829"/>
                  </a:lnTo>
                  <a:lnTo>
                    <a:pt x="250553" y="193916"/>
                  </a:lnTo>
                  <a:lnTo>
                    <a:pt x="251041" y="194110"/>
                  </a:lnTo>
                  <a:lnTo>
                    <a:pt x="251288" y="194948"/>
                  </a:lnTo>
                  <a:lnTo>
                    <a:pt x="251657" y="195327"/>
                  </a:lnTo>
                  <a:lnTo>
                    <a:pt x="251899" y="195943"/>
                  </a:lnTo>
                  <a:lnTo>
                    <a:pt x="252359" y="196342"/>
                  </a:lnTo>
                  <a:lnTo>
                    <a:pt x="252414" y="197447"/>
                  </a:lnTo>
                  <a:lnTo>
                    <a:pt x="252344" y="197923"/>
                  </a:lnTo>
                  <a:lnTo>
                    <a:pt x="252162" y="198054"/>
                  </a:lnTo>
                  <a:lnTo>
                    <a:pt x="251471" y="198488"/>
                  </a:lnTo>
                  <a:lnTo>
                    <a:pt x="251350" y="198709"/>
                  </a:lnTo>
                  <a:lnTo>
                    <a:pt x="251202" y="199199"/>
                  </a:lnTo>
                  <a:lnTo>
                    <a:pt x="251201" y="199523"/>
                  </a:lnTo>
                  <a:lnTo>
                    <a:pt x="251238" y="199905"/>
                  </a:lnTo>
                  <a:lnTo>
                    <a:pt x="251381" y="200252"/>
                  </a:lnTo>
                  <a:lnTo>
                    <a:pt x="251511" y="200475"/>
                  </a:lnTo>
                  <a:lnTo>
                    <a:pt x="251421" y="200801"/>
                  </a:lnTo>
                  <a:lnTo>
                    <a:pt x="251202" y="201213"/>
                  </a:lnTo>
                  <a:lnTo>
                    <a:pt x="251191" y="201432"/>
                  </a:lnTo>
                  <a:lnTo>
                    <a:pt x="251439" y="201669"/>
                  </a:lnTo>
                  <a:lnTo>
                    <a:pt x="252056" y="201462"/>
                  </a:lnTo>
                  <a:lnTo>
                    <a:pt x="252431" y="200862"/>
                  </a:lnTo>
                  <a:lnTo>
                    <a:pt x="252728" y="200807"/>
                  </a:lnTo>
                  <a:lnTo>
                    <a:pt x="253393" y="201249"/>
                  </a:lnTo>
                  <a:lnTo>
                    <a:pt x="253299" y="201669"/>
                  </a:lnTo>
                  <a:lnTo>
                    <a:pt x="253213" y="201914"/>
                  </a:lnTo>
                  <a:lnTo>
                    <a:pt x="252888" y="202161"/>
                  </a:lnTo>
                  <a:lnTo>
                    <a:pt x="253263" y="202982"/>
                  </a:lnTo>
                  <a:lnTo>
                    <a:pt x="253418" y="202971"/>
                  </a:lnTo>
                  <a:lnTo>
                    <a:pt x="253666" y="202991"/>
                  </a:lnTo>
                  <a:lnTo>
                    <a:pt x="253866" y="203065"/>
                  </a:lnTo>
                  <a:lnTo>
                    <a:pt x="254365" y="203283"/>
                  </a:lnTo>
                  <a:lnTo>
                    <a:pt x="254504" y="203496"/>
                  </a:lnTo>
                  <a:lnTo>
                    <a:pt x="254634" y="203731"/>
                  </a:lnTo>
                  <a:lnTo>
                    <a:pt x="254765" y="203953"/>
                  </a:lnTo>
                  <a:lnTo>
                    <a:pt x="254935" y="203926"/>
                  </a:lnTo>
                  <a:lnTo>
                    <a:pt x="255509" y="203928"/>
                  </a:lnTo>
                  <a:lnTo>
                    <a:pt x="255876" y="203978"/>
                  </a:lnTo>
                  <a:lnTo>
                    <a:pt x="256557" y="204321"/>
                  </a:lnTo>
                  <a:lnTo>
                    <a:pt x="256661" y="204556"/>
                  </a:lnTo>
                  <a:lnTo>
                    <a:pt x="256945" y="204701"/>
                  </a:lnTo>
                  <a:lnTo>
                    <a:pt x="257292" y="204867"/>
                  </a:lnTo>
                  <a:lnTo>
                    <a:pt x="257570" y="205906"/>
                  </a:lnTo>
                  <a:lnTo>
                    <a:pt x="257829" y="206096"/>
                  </a:lnTo>
                  <a:lnTo>
                    <a:pt x="257981" y="206795"/>
                  </a:lnTo>
                  <a:lnTo>
                    <a:pt x="258233" y="207283"/>
                  </a:lnTo>
                  <a:lnTo>
                    <a:pt x="258340" y="207534"/>
                  </a:lnTo>
                  <a:lnTo>
                    <a:pt x="258488" y="207835"/>
                  </a:lnTo>
                  <a:lnTo>
                    <a:pt x="258781" y="207937"/>
                  </a:lnTo>
                  <a:lnTo>
                    <a:pt x="259123" y="207970"/>
                  </a:lnTo>
                  <a:lnTo>
                    <a:pt x="259258" y="207983"/>
                  </a:lnTo>
                  <a:lnTo>
                    <a:pt x="259575" y="208013"/>
                  </a:lnTo>
                  <a:lnTo>
                    <a:pt x="259809" y="207735"/>
                  </a:lnTo>
                  <a:lnTo>
                    <a:pt x="260408" y="207360"/>
                  </a:lnTo>
                  <a:lnTo>
                    <a:pt x="260699" y="207074"/>
                  </a:lnTo>
                  <a:lnTo>
                    <a:pt x="260918" y="207736"/>
                  </a:lnTo>
                  <a:lnTo>
                    <a:pt x="260830" y="207903"/>
                  </a:lnTo>
                  <a:lnTo>
                    <a:pt x="260761" y="208281"/>
                  </a:lnTo>
                  <a:lnTo>
                    <a:pt x="260709" y="208565"/>
                  </a:lnTo>
                  <a:lnTo>
                    <a:pt x="260521" y="208860"/>
                  </a:lnTo>
                  <a:lnTo>
                    <a:pt x="260312" y="209137"/>
                  </a:lnTo>
                  <a:lnTo>
                    <a:pt x="258928" y="208905"/>
                  </a:lnTo>
                  <a:lnTo>
                    <a:pt x="259212" y="209171"/>
                  </a:lnTo>
                  <a:lnTo>
                    <a:pt x="259514" y="209281"/>
                  </a:lnTo>
                  <a:lnTo>
                    <a:pt x="259948" y="209339"/>
                  </a:lnTo>
                  <a:lnTo>
                    <a:pt x="260461" y="209294"/>
                  </a:lnTo>
                  <a:lnTo>
                    <a:pt x="260822" y="210055"/>
                  </a:lnTo>
                  <a:lnTo>
                    <a:pt x="260897" y="210231"/>
                  </a:lnTo>
                  <a:lnTo>
                    <a:pt x="261633" y="210948"/>
                  </a:lnTo>
                  <a:lnTo>
                    <a:pt x="261780" y="211111"/>
                  </a:lnTo>
                  <a:lnTo>
                    <a:pt x="262247" y="211563"/>
                  </a:lnTo>
                  <a:lnTo>
                    <a:pt x="262394" y="211633"/>
                  </a:lnTo>
                  <a:lnTo>
                    <a:pt x="262607" y="211759"/>
                  </a:lnTo>
                  <a:lnTo>
                    <a:pt x="262952" y="212070"/>
                  </a:lnTo>
                  <a:lnTo>
                    <a:pt x="263050" y="212298"/>
                  </a:lnTo>
                  <a:lnTo>
                    <a:pt x="263146" y="213362"/>
                  </a:lnTo>
                  <a:lnTo>
                    <a:pt x="263676" y="213913"/>
                  </a:lnTo>
                  <a:lnTo>
                    <a:pt x="263674" y="214128"/>
                  </a:lnTo>
                  <a:lnTo>
                    <a:pt x="263371" y="214456"/>
                  </a:lnTo>
                  <a:lnTo>
                    <a:pt x="263627" y="214558"/>
                  </a:lnTo>
                  <a:lnTo>
                    <a:pt x="263797" y="214617"/>
                  </a:lnTo>
                  <a:lnTo>
                    <a:pt x="264077" y="214684"/>
                  </a:lnTo>
                  <a:lnTo>
                    <a:pt x="264286" y="214816"/>
                  </a:lnTo>
                  <a:lnTo>
                    <a:pt x="264421" y="214901"/>
                  </a:lnTo>
                  <a:lnTo>
                    <a:pt x="264643" y="215197"/>
                  </a:lnTo>
                  <a:lnTo>
                    <a:pt x="264696" y="215400"/>
                  </a:lnTo>
                  <a:lnTo>
                    <a:pt x="264732" y="215538"/>
                  </a:lnTo>
                  <a:lnTo>
                    <a:pt x="264914" y="215648"/>
                  </a:lnTo>
                  <a:lnTo>
                    <a:pt x="265519" y="215809"/>
                  </a:lnTo>
                  <a:lnTo>
                    <a:pt x="265741" y="215296"/>
                  </a:lnTo>
                  <a:lnTo>
                    <a:pt x="265915" y="215344"/>
                  </a:lnTo>
                  <a:lnTo>
                    <a:pt x="266242" y="215393"/>
                  </a:lnTo>
                  <a:lnTo>
                    <a:pt x="266391" y="215255"/>
                  </a:lnTo>
                  <a:lnTo>
                    <a:pt x="266743" y="214927"/>
                  </a:lnTo>
                  <a:lnTo>
                    <a:pt x="266948" y="214588"/>
                  </a:lnTo>
                  <a:lnTo>
                    <a:pt x="267090" y="214236"/>
                  </a:lnTo>
                  <a:lnTo>
                    <a:pt x="267305" y="213933"/>
                  </a:lnTo>
                  <a:lnTo>
                    <a:pt x="267556" y="213891"/>
                  </a:lnTo>
                  <a:lnTo>
                    <a:pt x="268079" y="214856"/>
                  </a:lnTo>
                  <a:lnTo>
                    <a:pt x="268568" y="215059"/>
                  </a:lnTo>
                  <a:lnTo>
                    <a:pt x="268635" y="214853"/>
                  </a:lnTo>
                  <a:lnTo>
                    <a:pt x="268950" y="214573"/>
                  </a:lnTo>
                  <a:lnTo>
                    <a:pt x="269260" y="214640"/>
                  </a:lnTo>
                  <a:lnTo>
                    <a:pt x="269642" y="214722"/>
                  </a:lnTo>
                  <a:lnTo>
                    <a:pt x="269855" y="214799"/>
                  </a:lnTo>
                  <a:lnTo>
                    <a:pt x="270485" y="214921"/>
                  </a:lnTo>
                  <a:lnTo>
                    <a:pt x="270787" y="214873"/>
                  </a:lnTo>
                  <a:lnTo>
                    <a:pt x="271357" y="214993"/>
                  </a:lnTo>
                  <a:lnTo>
                    <a:pt x="271736" y="215379"/>
                  </a:lnTo>
                  <a:lnTo>
                    <a:pt x="271828" y="215561"/>
                  </a:lnTo>
                  <a:lnTo>
                    <a:pt x="272418" y="215953"/>
                  </a:lnTo>
                  <a:lnTo>
                    <a:pt x="272497" y="216144"/>
                  </a:lnTo>
                  <a:lnTo>
                    <a:pt x="272680" y="216504"/>
                  </a:lnTo>
                  <a:lnTo>
                    <a:pt x="272957" y="216774"/>
                  </a:lnTo>
                  <a:lnTo>
                    <a:pt x="273074" y="216906"/>
                  </a:lnTo>
                  <a:lnTo>
                    <a:pt x="273350" y="217219"/>
                  </a:lnTo>
                  <a:lnTo>
                    <a:pt x="273846" y="217182"/>
                  </a:lnTo>
                  <a:lnTo>
                    <a:pt x="274135" y="217243"/>
                  </a:lnTo>
                  <a:lnTo>
                    <a:pt x="274343" y="217460"/>
                  </a:lnTo>
                  <a:lnTo>
                    <a:pt x="274336" y="217721"/>
                  </a:lnTo>
                  <a:lnTo>
                    <a:pt x="274425" y="217945"/>
                  </a:lnTo>
                  <a:lnTo>
                    <a:pt x="274726" y="217984"/>
                  </a:lnTo>
                  <a:lnTo>
                    <a:pt x="275291" y="218318"/>
                  </a:lnTo>
                  <a:lnTo>
                    <a:pt x="275489" y="218326"/>
                  </a:lnTo>
                  <a:lnTo>
                    <a:pt x="275827" y="218305"/>
                  </a:lnTo>
                  <a:lnTo>
                    <a:pt x="276074" y="218571"/>
                  </a:lnTo>
                  <a:lnTo>
                    <a:pt x="276236" y="218738"/>
                  </a:lnTo>
                  <a:lnTo>
                    <a:pt x="276664" y="218769"/>
                  </a:lnTo>
                  <a:lnTo>
                    <a:pt x="277569" y="218972"/>
                  </a:lnTo>
                  <a:lnTo>
                    <a:pt x="277644" y="219518"/>
                  </a:lnTo>
                  <a:lnTo>
                    <a:pt x="277899" y="219774"/>
                  </a:lnTo>
                  <a:lnTo>
                    <a:pt x="278202" y="219868"/>
                  </a:lnTo>
                  <a:lnTo>
                    <a:pt x="278373" y="219939"/>
                  </a:lnTo>
                  <a:lnTo>
                    <a:pt x="278848" y="220139"/>
                  </a:lnTo>
                  <a:lnTo>
                    <a:pt x="279417" y="220044"/>
                  </a:lnTo>
                  <a:lnTo>
                    <a:pt x="279741" y="219953"/>
                  </a:lnTo>
                  <a:lnTo>
                    <a:pt x="279992" y="219791"/>
                  </a:lnTo>
                  <a:lnTo>
                    <a:pt x="280322" y="219624"/>
                  </a:lnTo>
                  <a:lnTo>
                    <a:pt x="281063" y="219215"/>
                  </a:lnTo>
                  <a:lnTo>
                    <a:pt x="281431" y="219354"/>
                  </a:lnTo>
                  <a:lnTo>
                    <a:pt x="281644" y="219568"/>
                  </a:lnTo>
                  <a:lnTo>
                    <a:pt x="281889" y="220058"/>
                  </a:lnTo>
                  <a:lnTo>
                    <a:pt x="282064" y="220433"/>
                  </a:lnTo>
                  <a:lnTo>
                    <a:pt x="282115" y="220590"/>
                  </a:lnTo>
                  <a:lnTo>
                    <a:pt x="282286" y="221132"/>
                  </a:lnTo>
                  <a:lnTo>
                    <a:pt x="282428" y="221532"/>
                  </a:lnTo>
                  <a:lnTo>
                    <a:pt x="282663" y="221568"/>
                  </a:lnTo>
                  <a:lnTo>
                    <a:pt x="282858" y="221579"/>
                  </a:lnTo>
                  <a:lnTo>
                    <a:pt x="283322" y="222039"/>
                  </a:lnTo>
                  <a:lnTo>
                    <a:pt x="283643" y="222169"/>
                  </a:lnTo>
                  <a:lnTo>
                    <a:pt x="283994" y="222530"/>
                  </a:lnTo>
                  <a:lnTo>
                    <a:pt x="284485" y="222396"/>
                  </a:lnTo>
                  <a:lnTo>
                    <a:pt x="284821" y="222109"/>
                  </a:lnTo>
                  <a:lnTo>
                    <a:pt x="285146" y="221528"/>
                  </a:lnTo>
                  <a:lnTo>
                    <a:pt x="285471" y="221415"/>
                  </a:lnTo>
                  <a:lnTo>
                    <a:pt x="286157" y="221603"/>
                  </a:lnTo>
                  <a:lnTo>
                    <a:pt x="286309" y="221881"/>
                  </a:lnTo>
                  <a:lnTo>
                    <a:pt x="286439" y="222105"/>
                  </a:lnTo>
                  <a:lnTo>
                    <a:pt x="286562" y="223128"/>
                  </a:lnTo>
                  <a:lnTo>
                    <a:pt x="286874" y="223805"/>
                  </a:lnTo>
                  <a:lnTo>
                    <a:pt x="287055" y="224049"/>
                  </a:lnTo>
                  <a:lnTo>
                    <a:pt x="287278" y="224064"/>
                  </a:lnTo>
                  <a:lnTo>
                    <a:pt x="287467" y="224087"/>
                  </a:lnTo>
                  <a:lnTo>
                    <a:pt x="287811" y="224306"/>
                  </a:lnTo>
                  <a:lnTo>
                    <a:pt x="288084" y="224772"/>
                  </a:lnTo>
                  <a:lnTo>
                    <a:pt x="288337" y="224930"/>
                  </a:lnTo>
                  <a:lnTo>
                    <a:pt x="288522" y="224998"/>
                  </a:lnTo>
                  <a:lnTo>
                    <a:pt x="288738" y="225214"/>
                  </a:lnTo>
                  <a:lnTo>
                    <a:pt x="288833" y="225043"/>
                  </a:lnTo>
                  <a:lnTo>
                    <a:pt x="288982" y="224821"/>
                  </a:lnTo>
                  <a:lnTo>
                    <a:pt x="289135" y="224911"/>
                  </a:lnTo>
                  <a:lnTo>
                    <a:pt x="289285" y="225455"/>
                  </a:lnTo>
                  <a:lnTo>
                    <a:pt x="289583" y="225721"/>
                  </a:lnTo>
                  <a:lnTo>
                    <a:pt x="290323" y="226019"/>
                  </a:lnTo>
                  <a:lnTo>
                    <a:pt x="290237" y="225632"/>
                  </a:lnTo>
                  <a:lnTo>
                    <a:pt x="290334" y="225293"/>
                  </a:lnTo>
                  <a:lnTo>
                    <a:pt x="290227" y="224885"/>
                  </a:lnTo>
                  <a:lnTo>
                    <a:pt x="289705" y="224833"/>
                  </a:lnTo>
                  <a:lnTo>
                    <a:pt x="289679" y="224548"/>
                  </a:lnTo>
                  <a:lnTo>
                    <a:pt x="289869" y="224407"/>
                  </a:lnTo>
                  <a:lnTo>
                    <a:pt x="290475" y="224428"/>
                  </a:lnTo>
                  <a:lnTo>
                    <a:pt x="290666" y="224504"/>
                  </a:lnTo>
                  <a:lnTo>
                    <a:pt x="290809" y="224688"/>
                  </a:lnTo>
                  <a:lnTo>
                    <a:pt x="291024" y="225055"/>
                  </a:lnTo>
                  <a:lnTo>
                    <a:pt x="291081" y="225355"/>
                  </a:lnTo>
                  <a:lnTo>
                    <a:pt x="291066" y="225619"/>
                  </a:lnTo>
                  <a:lnTo>
                    <a:pt x="291273" y="225566"/>
                  </a:lnTo>
                  <a:lnTo>
                    <a:pt x="291563" y="225413"/>
                  </a:lnTo>
                  <a:lnTo>
                    <a:pt x="291846" y="225332"/>
                  </a:lnTo>
                  <a:lnTo>
                    <a:pt x="291993" y="225326"/>
                  </a:lnTo>
                  <a:lnTo>
                    <a:pt x="292236" y="225755"/>
                  </a:lnTo>
                  <a:lnTo>
                    <a:pt x="292330" y="225597"/>
                  </a:lnTo>
                  <a:lnTo>
                    <a:pt x="292433" y="225402"/>
                  </a:lnTo>
                  <a:lnTo>
                    <a:pt x="292669" y="225520"/>
                  </a:lnTo>
                  <a:lnTo>
                    <a:pt x="293175" y="225639"/>
                  </a:lnTo>
                  <a:lnTo>
                    <a:pt x="293163" y="225911"/>
                  </a:lnTo>
                  <a:lnTo>
                    <a:pt x="293290" y="226062"/>
                  </a:lnTo>
                  <a:lnTo>
                    <a:pt x="293694" y="226342"/>
                  </a:lnTo>
                  <a:lnTo>
                    <a:pt x="294257" y="226890"/>
                  </a:lnTo>
                  <a:lnTo>
                    <a:pt x="294626" y="226950"/>
                  </a:lnTo>
                  <a:lnTo>
                    <a:pt x="295525" y="227439"/>
                  </a:lnTo>
                  <a:lnTo>
                    <a:pt x="295781" y="227606"/>
                  </a:lnTo>
                  <a:lnTo>
                    <a:pt x="296051" y="227894"/>
                  </a:lnTo>
                  <a:lnTo>
                    <a:pt x="296192" y="228049"/>
                  </a:lnTo>
                  <a:lnTo>
                    <a:pt x="296356" y="228170"/>
                  </a:lnTo>
                  <a:lnTo>
                    <a:pt x="296726" y="228417"/>
                  </a:lnTo>
                  <a:lnTo>
                    <a:pt x="296867" y="228477"/>
                  </a:lnTo>
                  <a:lnTo>
                    <a:pt x="297284" y="228538"/>
                  </a:lnTo>
                  <a:lnTo>
                    <a:pt x="297459" y="228191"/>
                  </a:lnTo>
                  <a:lnTo>
                    <a:pt x="297630" y="227896"/>
                  </a:lnTo>
                  <a:lnTo>
                    <a:pt x="297732" y="227729"/>
                  </a:lnTo>
                  <a:lnTo>
                    <a:pt x="298645" y="226880"/>
                  </a:lnTo>
                  <a:lnTo>
                    <a:pt x="299006" y="226518"/>
                  </a:lnTo>
                  <a:lnTo>
                    <a:pt x="299490" y="226596"/>
                  </a:lnTo>
                  <a:lnTo>
                    <a:pt x="299623" y="226636"/>
                  </a:lnTo>
                  <a:lnTo>
                    <a:pt x="300200" y="226420"/>
                  </a:lnTo>
                  <a:lnTo>
                    <a:pt x="300549" y="226479"/>
                  </a:lnTo>
                  <a:lnTo>
                    <a:pt x="301427" y="227188"/>
                  </a:lnTo>
                  <a:lnTo>
                    <a:pt x="301628" y="227263"/>
                  </a:lnTo>
                  <a:lnTo>
                    <a:pt x="301845" y="227344"/>
                  </a:lnTo>
                  <a:lnTo>
                    <a:pt x="302404" y="227682"/>
                  </a:lnTo>
                  <a:lnTo>
                    <a:pt x="302520" y="227055"/>
                  </a:lnTo>
                  <a:lnTo>
                    <a:pt x="303214" y="226484"/>
                  </a:lnTo>
                  <a:lnTo>
                    <a:pt x="304745" y="226002"/>
                  </a:lnTo>
                  <a:lnTo>
                    <a:pt x="305001" y="225834"/>
                  </a:lnTo>
                  <a:lnTo>
                    <a:pt x="305743" y="225797"/>
                  </a:lnTo>
                  <a:lnTo>
                    <a:pt x="305924" y="225979"/>
                  </a:lnTo>
                  <a:lnTo>
                    <a:pt x="306284" y="225914"/>
                  </a:lnTo>
                  <a:lnTo>
                    <a:pt x="306554" y="225584"/>
                  </a:lnTo>
                  <a:lnTo>
                    <a:pt x="306645" y="224981"/>
                  </a:lnTo>
                  <a:lnTo>
                    <a:pt x="306846" y="224704"/>
                  </a:lnTo>
                  <a:lnTo>
                    <a:pt x="306998" y="224872"/>
                  </a:lnTo>
                  <a:lnTo>
                    <a:pt x="307154" y="224974"/>
                  </a:lnTo>
                  <a:lnTo>
                    <a:pt x="307459" y="225002"/>
                  </a:lnTo>
                  <a:lnTo>
                    <a:pt x="307639" y="225109"/>
                  </a:lnTo>
                  <a:lnTo>
                    <a:pt x="307952" y="225385"/>
                  </a:lnTo>
                  <a:lnTo>
                    <a:pt x="308223" y="225778"/>
                  </a:lnTo>
                  <a:lnTo>
                    <a:pt x="308943" y="225612"/>
                  </a:lnTo>
                  <a:lnTo>
                    <a:pt x="309294" y="225720"/>
                  </a:lnTo>
                  <a:lnTo>
                    <a:pt x="309821" y="225997"/>
                  </a:lnTo>
                  <a:lnTo>
                    <a:pt x="310216" y="226272"/>
                  </a:lnTo>
                  <a:lnTo>
                    <a:pt x="310387" y="226349"/>
                  </a:lnTo>
                  <a:lnTo>
                    <a:pt x="310665" y="226459"/>
                  </a:lnTo>
                  <a:lnTo>
                    <a:pt x="310942" y="226231"/>
                  </a:lnTo>
                  <a:lnTo>
                    <a:pt x="311707" y="226401"/>
                  </a:lnTo>
                  <a:lnTo>
                    <a:pt x="311714" y="226623"/>
                  </a:lnTo>
                  <a:lnTo>
                    <a:pt x="311777" y="226815"/>
                  </a:lnTo>
                  <a:lnTo>
                    <a:pt x="311878" y="226633"/>
                  </a:lnTo>
                  <a:lnTo>
                    <a:pt x="311957" y="226446"/>
                  </a:lnTo>
                  <a:lnTo>
                    <a:pt x="312421" y="226610"/>
                  </a:lnTo>
                  <a:lnTo>
                    <a:pt x="312599" y="226870"/>
                  </a:lnTo>
                  <a:lnTo>
                    <a:pt x="312733" y="227082"/>
                  </a:lnTo>
                  <a:lnTo>
                    <a:pt x="312985" y="227172"/>
                  </a:lnTo>
                  <a:lnTo>
                    <a:pt x="313379" y="227154"/>
                  </a:lnTo>
                  <a:lnTo>
                    <a:pt x="313554" y="227232"/>
                  </a:lnTo>
                  <a:lnTo>
                    <a:pt x="314009" y="226957"/>
                  </a:lnTo>
                  <a:lnTo>
                    <a:pt x="314102" y="226804"/>
                  </a:lnTo>
                  <a:lnTo>
                    <a:pt x="314465" y="226643"/>
                  </a:lnTo>
                  <a:lnTo>
                    <a:pt x="314817" y="226670"/>
                  </a:lnTo>
                  <a:lnTo>
                    <a:pt x="314858" y="227372"/>
                  </a:lnTo>
                  <a:lnTo>
                    <a:pt x="315108" y="227530"/>
                  </a:lnTo>
                  <a:lnTo>
                    <a:pt x="315514" y="227690"/>
                  </a:lnTo>
                  <a:lnTo>
                    <a:pt x="315861" y="227710"/>
                  </a:lnTo>
                  <a:lnTo>
                    <a:pt x="316010" y="227709"/>
                  </a:lnTo>
                  <a:lnTo>
                    <a:pt x="316265" y="227665"/>
                  </a:lnTo>
                  <a:lnTo>
                    <a:pt x="316396" y="227484"/>
                  </a:lnTo>
                  <a:lnTo>
                    <a:pt x="316410" y="227297"/>
                  </a:lnTo>
                  <a:lnTo>
                    <a:pt x="316893" y="227117"/>
                  </a:lnTo>
                  <a:lnTo>
                    <a:pt x="317322" y="227116"/>
                  </a:lnTo>
                  <a:lnTo>
                    <a:pt x="317697" y="226631"/>
                  </a:lnTo>
                  <a:lnTo>
                    <a:pt x="318036" y="226424"/>
                  </a:lnTo>
                  <a:lnTo>
                    <a:pt x="318472" y="226458"/>
                  </a:lnTo>
                  <a:lnTo>
                    <a:pt x="318781" y="226299"/>
                  </a:lnTo>
                  <a:lnTo>
                    <a:pt x="318920" y="226274"/>
                  </a:lnTo>
                  <a:lnTo>
                    <a:pt x="319410" y="226116"/>
                  </a:lnTo>
                  <a:lnTo>
                    <a:pt x="319519" y="225915"/>
                  </a:lnTo>
                  <a:lnTo>
                    <a:pt x="320041" y="225638"/>
                  </a:lnTo>
                  <a:lnTo>
                    <a:pt x="320435" y="225229"/>
                  </a:lnTo>
                  <a:lnTo>
                    <a:pt x="320836" y="225265"/>
                  </a:lnTo>
                  <a:lnTo>
                    <a:pt x="320878" y="225424"/>
                  </a:lnTo>
                  <a:lnTo>
                    <a:pt x="320953" y="225775"/>
                  </a:lnTo>
                  <a:lnTo>
                    <a:pt x="320933" y="225945"/>
                  </a:lnTo>
                  <a:lnTo>
                    <a:pt x="321382" y="226088"/>
                  </a:lnTo>
                  <a:lnTo>
                    <a:pt x="321576" y="225939"/>
                  </a:lnTo>
                  <a:lnTo>
                    <a:pt x="321524" y="225797"/>
                  </a:lnTo>
                  <a:lnTo>
                    <a:pt x="321558" y="225485"/>
                  </a:lnTo>
                  <a:lnTo>
                    <a:pt x="322241" y="225137"/>
                  </a:lnTo>
                  <a:lnTo>
                    <a:pt x="322549" y="225399"/>
                  </a:lnTo>
                  <a:lnTo>
                    <a:pt x="322988" y="225501"/>
                  </a:lnTo>
                  <a:lnTo>
                    <a:pt x="323435" y="225736"/>
                  </a:lnTo>
                  <a:lnTo>
                    <a:pt x="323705" y="225836"/>
                  </a:lnTo>
                  <a:lnTo>
                    <a:pt x="323874" y="225892"/>
                  </a:lnTo>
                  <a:lnTo>
                    <a:pt x="324278" y="225381"/>
                  </a:lnTo>
                  <a:lnTo>
                    <a:pt x="324740" y="225634"/>
                  </a:lnTo>
                  <a:lnTo>
                    <a:pt x="324714" y="225767"/>
                  </a:lnTo>
                  <a:lnTo>
                    <a:pt x="324745" y="226278"/>
                  </a:lnTo>
                  <a:lnTo>
                    <a:pt x="324993" y="226357"/>
                  </a:lnTo>
                  <a:lnTo>
                    <a:pt x="325141" y="226403"/>
                  </a:lnTo>
                  <a:lnTo>
                    <a:pt x="325404" y="226487"/>
                  </a:lnTo>
                  <a:lnTo>
                    <a:pt x="325781" y="226430"/>
                  </a:lnTo>
                  <a:lnTo>
                    <a:pt x="325825" y="226240"/>
                  </a:lnTo>
                  <a:lnTo>
                    <a:pt x="325832" y="226047"/>
                  </a:lnTo>
                  <a:lnTo>
                    <a:pt x="326087" y="225397"/>
                  </a:lnTo>
                  <a:lnTo>
                    <a:pt x="325866" y="225093"/>
                  </a:lnTo>
                  <a:lnTo>
                    <a:pt x="325785" y="224869"/>
                  </a:lnTo>
                  <a:lnTo>
                    <a:pt x="325825" y="224709"/>
                  </a:lnTo>
                  <a:lnTo>
                    <a:pt x="325994" y="224406"/>
                  </a:lnTo>
                  <a:lnTo>
                    <a:pt x="326186" y="224162"/>
                  </a:lnTo>
                  <a:lnTo>
                    <a:pt x="326561" y="224153"/>
                  </a:lnTo>
                  <a:lnTo>
                    <a:pt x="327156" y="223900"/>
                  </a:lnTo>
                  <a:lnTo>
                    <a:pt x="327474" y="223725"/>
                  </a:lnTo>
                  <a:lnTo>
                    <a:pt x="327636" y="223871"/>
                  </a:lnTo>
                  <a:lnTo>
                    <a:pt x="327865" y="223931"/>
                  </a:lnTo>
                  <a:lnTo>
                    <a:pt x="328061" y="223954"/>
                  </a:lnTo>
                  <a:lnTo>
                    <a:pt x="328231" y="224006"/>
                  </a:lnTo>
                  <a:lnTo>
                    <a:pt x="328442" y="224227"/>
                  </a:lnTo>
                  <a:lnTo>
                    <a:pt x="328632" y="224794"/>
                  </a:lnTo>
                  <a:lnTo>
                    <a:pt x="328969" y="224888"/>
                  </a:lnTo>
                  <a:lnTo>
                    <a:pt x="329144" y="225064"/>
                  </a:lnTo>
                  <a:lnTo>
                    <a:pt x="329759" y="225150"/>
                  </a:lnTo>
                  <a:lnTo>
                    <a:pt x="329978" y="225085"/>
                  </a:lnTo>
                  <a:lnTo>
                    <a:pt x="330225" y="225037"/>
                  </a:lnTo>
                  <a:lnTo>
                    <a:pt x="330685" y="225065"/>
                  </a:lnTo>
                  <a:lnTo>
                    <a:pt x="330819" y="225073"/>
                  </a:lnTo>
                  <a:lnTo>
                    <a:pt x="330970" y="225673"/>
                  </a:lnTo>
                  <a:lnTo>
                    <a:pt x="330994" y="225862"/>
                  </a:lnTo>
                  <a:lnTo>
                    <a:pt x="331408" y="226127"/>
                  </a:lnTo>
                  <a:lnTo>
                    <a:pt x="331570" y="226081"/>
                  </a:lnTo>
                  <a:lnTo>
                    <a:pt x="332173" y="226017"/>
                  </a:lnTo>
                  <a:lnTo>
                    <a:pt x="332461" y="226063"/>
                  </a:lnTo>
                  <a:lnTo>
                    <a:pt x="332604" y="226072"/>
                  </a:lnTo>
                  <a:lnTo>
                    <a:pt x="332850" y="225900"/>
                  </a:lnTo>
                  <a:lnTo>
                    <a:pt x="332761" y="225633"/>
                  </a:lnTo>
                  <a:lnTo>
                    <a:pt x="332836" y="225141"/>
                  </a:lnTo>
                  <a:lnTo>
                    <a:pt x="332941" y="224684"/>
                  </a:lnTo>
                  <a:lnTo>
                    <a:pt x="333280" y="224027"/>
                  </a:lnTo>
                  <a:lnTo>
                    <a:pt x="333625" y="223895"/>
                  </a:lnTo>
                  <a:lnTo>
                    <a:pt x="334300" y="223751"/>
                  </a:lnTo>
                  <a:lnTo>
                    <a:pt x="334874" y="223405"/>
                  </a:lnTo>
                  <a:lnTo>
                    <a:pt x="335390" y="223510"/>
                  </a:lnTo>
                  <a:lnTo>
                    <a:pt x="335664" y="223691"/>
                  </a:lnTo>
                  <a:lnTo>
                    <a:pt x="335902" y="223994"/>
                  </a:lnTo>
                  <a:lnTo>
                    <a:pt x="336100" y="224531"/>
                  </a:lnTo>
                  <a:lnTo>
                    <a:pt x="336328" y="224698"/>
                  </a:lnTo>
                  <a:lnTo>
                    <a:pt x="336850" y="225059"/>
                  </a:lnTo>
                  <a:lnTo>
                    <a:pt x="337077" y="225314"/>
                  </a:lnTo>
                  <a:lnTo>
                    <a:pt x="337507" y="225537"/>
                  </a:lnTo>
                  <a:lnTo>
                    <a:pt x="338062" y="226025"/>
                  </a:lnTo>
                  <a:lnTo>
                    <a:pt x="338208" y="226115"/>
                  </a:lnTo>
                  <a:lnTo>
                    <a:pt x="338563" y="226303"/>
                  </a:lnTo>
                  <a:lnTo>
                    <a:pt x="338709" y="226828"/>
                  </a:lnTo>
                  <a:lnTo>
                    <a:pt x="338921" y="227222"/>
                  </a:lnTo>
                  <a:lnTo>
                    <a:pt x="339388" y="227401"/>
                  </a:lnTo>
                  <a:lnTo>
                    <a:pt x="339546" y="227378"/>
                  </a:lnTo>
                  <a:lnTo>
                    <a:pt x="339748" y="227393"/>
                  </a:lnTo>
                  <a:lnTo>
                    <a:pt x="339938" y="227502"/>
                  </a:lnTo>
                  <a:lnTo>
                    <a:pt x="340382" y="227807"/>
                  </a:lnTo>
                  <a:lnTo>
                    <a:pt x="340384" y="228077"/>
                  </a:lnTo>
                  <a:lnTo>
                    <a:pt x="339932" y="228321"/>
                  </a:lnTo>
                  <a:lnTo>
                    <a:pt x="339739" y="228522"/>
                  </a:lnTo>
                  <a:lnTo>
                    <a:pt x="339787" y="228811"/>
                  </a:lnTo>
                  <a:lnTo>
                    <a:pt x="340243" y="228959"/>
                  </a:lnTo>
                  <a:lnTo>
                    <a:pt x="340486" y="229108"/>
                  </a:lnTo>
                  <a:lnTo>
                    <a:pt x="341014" y="229873"/>
                  </a:lnTo>
                  <a:lnTo>
                    <a:pt x="341298" y="230053"/>
                  </a:lnTo>
                  <a:lnTo>
                    <a:pt x="341484" y="230087"/>
                  </a:lnTo>
                  <a:lnTo>
                    <a:pt x="341903" y="229941"/>
                  </a:lnTo>
                  <a:lnTo>
                    <a:pt x="342066" y="229857"/>
                  </a:lnTo>
                  <a:lnTo>
                    <a:pt x="342424" y="229945"/>
                  </a:lnTo>
                  <a:lnTo>
                    <a:pt x="342739" y="230089"/>
                  </a:lnTo>
                  <a:lnTo>
                    <a:pt x="342868" y="230148"/>
                  </a:lnTo>
                  <a:lnTo>
                    <a:pt x="343040" y="230549"/>
                  </a:lnTo>
                  <a:lnTo>
                    <a:pt x="343086" y="230685"/>
                  </a:lnTo>
                  <a:lnTo>
                    <a:pt x="343503" y="230779"/>
                  </a:lnTo>
                  <a:lnTo>
                    <a:pt x="343639" y="230810"/>
                  </a:lnTo>
                  <a:lnTo>
                    <a:pt x="343967" y="231176"/>
                  </a:lnTo>
                  <a:lnTo>
                    <a:pt x="344125" y="231280"/>
                  </a:lnTo>
                  <a:lnTo>
                    <a:pt x="344420" y="231313"/>
                  </a:lnTo>
                  <a:lnTo>
                    <a:pt x="344880" y="230943"/>
                  </a:lnTo>
                  <a:lnTo>
                    <a:pt x="345137" y="230658"/>
                  </a:lnTo>
                  <a:lnTo>
                    <a:pt x="345604" y="230297"/>
                  </a:lnTo>
                  <a:lnTo>
                    <a:pt x="346382" y="229877"/>
                  </a:lnTo>
                  <a:lnTo>
                    <a:pt x="346526" y="229928"/>
                  </a:lnTo>
                  <a:lnTo>
                    <a:pt x="346957" y="229696"/>
                  </a:lnTo>
                  <a:lnTo>
                    <a:pt x="347142" y="229537"/>
                  </a:lnTo>
                  <a:lnTo>
                    <a:pt x="347259" y="229351"/>
                  </a:lnTo>
                  <a:lnTo>
                    <a:pt x="347971" y="229106"/>
                  </a:lnTo>
                  <a:lnTo>
                    <a:pt x="348143" y="229060"/>
                  </a:lnTo>
                  <a:lnTo>
                    <a:pt x="349099" y="228357"/>
                  </a:lnTo>
                  <a:lnTo>
                    <a:pt x="349616" y="228437"/>
                  </a:lnTo>
                  <a:lnTo>
                    <a:pt x="349703" y="228606"/>
                  </a:lnTo>
                  <a:lnTo>
                    <a:pt x="349543" y="229284"/>
                  </a:lnTo>
                  <a:lnTo>
                    <a:pt x="349684" y="229587"/>
                  </a:lnTo>
                  <a:lnTo>
                    <a:pt x="350297" y="229797"/>
                  </a:lnTo>
                  <a:lnTo>
                    <a:pt x="350540" y="229655"/>
                  </a:lnTo>
                  <a:lnTo>
                    <a:pt x="350331" y="229540"/>
                  </a:lnTo>
                  <a:lnTo>
                    <a:pt x="350125" y="229439"/>
                  </a:lnTo>
                  <a:lnTo>
                    <a:pt x="350108" y="229208"/>
                  </a:lnTo>
                  <a:lnTo>
                    <a:pt x="350063" y="229009"/>
                  </a:lnTo>
                  <a:lnTo>
                    <a:pt x="349991" y="228735"/>
                  </a:lnTo>
                  <a:lnTo>
                    <a:pt x="349861" y="228643"/>
                  </a:lnTo>
                  <a:lnTo>
                    <a:pt x="349774" y="228348"/>
                  </a:lnTo>
                  <a:lnTo>
                    <a:pt x="350670" y="227931"/>
                  </a:lnTo>
                  <a:lnTo>
                    <a:pt x="350882" y="227865"/>
                  </a:lnTo>
                  <a:lnTo>
                    <a:pt x="351528" y="227341"/>
                  </a:lnTo>
                  <a:lnTo>
                    <a:pt x="351833" y="227357"/>
                  </a:lnTo>
                  <a:lnTo>
                    <a:pt x="351850" y="227059"/>
                  </a:lnTo>
                  <a:lnTo>
                    <a:pt x="351697" y="227041"/>
                  </a:lnTo>
                  <a:lnTo>
                    <a:pt x="352097" y="226764"/>
                  </a:lnTo>
                  <a:lnTo>
                    <a:pt x="352236" y="226936"/>
                  </a:lnTo>
                  <a:lnTo>
                    <a:pt x="352522" y="227011"/>
                  </a:lnTo>
                  <a:lnTo>
                    <a:pt x="352857" y="226709"/>
                  </a:lnTo>
                  <a:lnTo>
                    <a:pt x="352854" y="226140"/>
                  </a:lnTo>
                  <a:lnTo>
                    <a:pt x="353171" y="225763"/>
                  </a:lnTo>
                  <a:lnTo>
                    <a:pt x="353444" y="225518"/>
                  </a:lnTo>
                  <a:lnTo>
                    <a:pt x="353675" y="224762"/>
                  </a:lnTo>
                  <a:lnTo>
                    <a:pt x="354240" y="224358"/>
                  </a:lnTo>
                  <a:lnTo>
                    <a:pt x="354382" y="224417"/>
                  </a:lnTo>
                  <a:lnTo>
                    <a:pt x="354531" y="224222"/>
                  </a:lnTo>
                  <a:lnTo>
                    <a:pt x="354628" y="223953"/>
                  </a:lnTo>
                  <a:lnTo>
                    <a:pt x="355422" y="224022"/>
                  </a:lnTo>
                  <a:lnTo>
                    <a:pt x="355567" y="224144"/>
                  </a:lnTo>
                  <a:lnTo>
                    <a:pt x="356209" y="224122"/>
                  </a:lnTo>
                  <a:lnTo>
                    <a:pt x="356381" y="224466"/>
                  </a:lnTo>
                  <a:lnTo>
                    <a:pt x="356636" y="224378"/>
                  </a:lnTo>
                  <a:lnTo>
                    <a:pt x="356713" y="224238"/>
                  </a:lnTo>
                  <a:lnTo>
                    <a:pt x="357055" y="224152"/>
                  </a:lnTo>
                  <a:lnTo>
                    <a:pt x="357513" y="224454"/>
                  </a:lnTo>
                  <a:lnTo>
                    <a:pt x="357612" y="224667"/>
                  </a:lnTo>
                  <a:lnTo>
                    <a:pt x="357623" y="225194"/>
                  </a:lnTo>
                  <a:lnTo>
                    <a:pt x="357773" y="225339"/>
                  </a:lnTo>
                  <a:lnTo>
                    <a:pt x="358059" y="225320"/>
                  </a:lnTo>
                  <a:lnTo>
                    <a:pt x="358218" y="225574"/>
                  </a:lnTo>
                  <a:lnTo>
                    <a:pt x="358238" y="225956"/>
                  </a:lnTo>
                  <a:lnTo>
                    <a:pt x="357915" y="226470"/>
                  </a:lnTo>
                  <a:lnTo>
                    <a:pt x="358096" y="226737"/>
                  </a:lnTo>
                  <a:lnTo>
                    <a:pt x="358843" y="226412"/>
                  </a:lnTo>
                  <a:lnTo>
                    <a:pt x="359069" y="226496"/>
                  </a:lnTo>
                  <a:lnTo>
                    <a:pt x="359111" y="226783"/>
                  </a:lnTo>
                  <a:lnTo>
                    <a:pt x="359039" y="227062"/>
                  </a:lnTo>
                  <a:lnTo>
                    <a:pt x="358475" y="227358"/>
                  </a:lnTo>
                  <a:lnTo>
                    <a:pt x="358389" y="227540"/>
                  </a:lnTo>
                  <a:lnTo>
                    <a:pt x="358364" y="227732"/>
                  </a:lnTo>
                  <a:lnTo>
                    <a:pt x="358351" y="228035"/>
                  </a:lnTo>
                  <a:lnTo>
                    <a:pt x="358344" y="228185"/>
                  </a:lnTo>
                  <a:lnTo>
                    <a:pt x="358390" y="228503"/>
                  </a:lnTo>
                  <a:lnTo>
                    <a:pt x="358793" y="228828"/>
                  </a:lnTo>
                  <a:lnTo>
                    <a:pt x="359161" y="229714"/>
                  </a:lnTo>
                  <a:lnTo>
                    <a:pt x="358679" y="229932"/>
                  </a:lnTo>
                  <a:lnTo>
                    <a:pt x="358387" y="230064"/>
                  </a:lnTo>
                  <a:lnTo>
                    <a:pt x="358107" y="230162"/>
                  </a:lnTo>
                  <a:lnTo>
                    <a:pt x="357916" y="230533"/>
                  </a:lnTo>
                  <a:lnTo>
                    <a:pt x="358200" y="231148"/>
                  </a:lnTo>
                  <a:lnTo>
                    <a:pt x="358277" y="231495"/>
                  </a:lnTo>
                  <a:lnTo>
                    <a:pt x="357964" y="231756"/>
                  </a:lnTo>
                  <a:lnTo>
                    <a:pt x="357689" y="232101"/>
                  </a:lnTo>
                  <a:lnTo>
                    <a:pt x="357744" y="232609"/>
                  </a:lnTo>
                  <a:lnTo>
                    <a:pt x="358148" y="233054"/>
                  </a:lnTo>
                  <a:lnTo>
                    <a:pt x="358167" y="233420"/>
                  </a:lnTo>
                  <a:lnTo>
                    <a:pt x="358287" y="234026"/>
                  </a:lnTo>
                  <a:lnTo>
                    <a:pt x="359094" y="234369"/>
                  </a:lnTo>
                  <a:lnTo>
                    <a:pt x="359352" y="234259"/>
                  </a:lnTo>
                  <a:lnTo>
                    <a:pt x="359412" y="234549"/>
                  </a:lnTo>
                  <a:lnTo>
                    <a:pt x="359546" y="234966"/>
                  </a:lnTo>
                  <a:lnTo>
                    <a:pt x="359603" y="235335"/>
                  </a:lnTo>
                  <a:lnTo>
                    <a:pt x="359349" y="235594"/>
                  </a:lnTo>
                  <a:lnTo>
                    <a:pt x="359006" y="236124"/>
                  </a:lnTo>
                  <a:lnTo>
                    <a:pt x="358859" y="236369"/>
                  </a:lnTo>
                  <a:lnTo>
                    <a:pt x="358829" y="237042"/>
                  </a:lnTo>
                  <a:lnTo>
                    <a:pt x="358846" y="237236"/>
                  </a:lnTo>
                  <a:lnTo>
                    <a:pt x="358890" y="237865"/>
                  </a:lnTo>
                  <a:lnTo>
                    <a:pt x="358480" y="238425"/>
                  </a:lnTo>
                  <a:lnTo>
                    <a:pt x="357718" y="238631"/>
                  </a:lnTo>
                  <a:lnTo>
                    <a:pt x="357120" y="238656"/>
                  </a:lnTo>
                  <a:lnTo>
                    <a:pt x="357126" y="238844"/>
                  </a:lnTo>
                  <a:lnTo>
                    <a:pt x="357204" y="239281"/>
                  </a:lnTo>
                  <a:lnTo>
                    <a:pt x="357349" y="239715"/>
                  </a:lnTo>
                  <a:lnTo>
                    <a:pt x="357183" y="240250"/>
                  </a:lnTo>
                  <a:lnTo>
                    <a:pt x="358036" y="241010"/>
                  </a:lnTo>
                  <a:lnTo>
                    <a:pt x="358179" y="241152"/>
                  </a:lnTo>
                  <a:lnTo>
                    <a:pt x="358747" y="241715"/>
                  </a:lnTo>
                  <a:lnTo>
                    <a:pt x="359018" y="241854"/>
                  </a:lnTo>
                  <a:lnTo>
                    <a:pt x="359526" y="242012"/>
                  </a:lnTo>
                  <a:lnTo>
                    <a:pt x="359743" y="242274"/>
                  </a:lnTo>
                  <a:lnTo>
                    <a:pt x="359817" y="242903"/>
                  </a:lnTo>
                  <a:lnTo>
                    <a:pt x="359368" y="243526"/>
                  </a:lnTo>
                  <a:lnTo>
                    <a:pt x="359114" y="243474"/>
                  </a:lnTo>
                  <a:lnTo>
                    <a:pt x="358453" y="244668"/>
                  </a:lnTo>
                  <a:lnTo>
                    <a:pt x="358596" y="244974"/>
                  </a:lnTo>
                  <a:lnTo>
                    <a:pt x="359114" y="245366"/>
                  </a:lnTo>
                  <a:lnTo>
                    <a:pt x="359384" y="245399"/>
                  </a:lnTo>
                  <a:lnTo>
                    <a:pt x="359609" y="245577"/>
                  </a:lnTo>
                  <a:lnTo>
                    <a:pt x="360003" y="245614"/>
                  </a:lnTo>
                  <a:lnTo>
                    <a:pt x="360215" y="245596"/>
                  </a:lnTo>
                  <a:lnTo>
                    <a:pt x="360608" y="245804"/>
                  </a:lnTo>
                  <a:lnTo>
                    <a:pt x="360934" y="246044"/>
                  </a:lnTo>
                  <a:lnTo>
                    <a:pt x="360859" y="246285"/>
                  </a:lnTo>
                  <a:lnTo>
                    <a:pt x="360724" y="246539"/>
                  </a:lnTo>
                  <a:lnTo>
                    <a:pt x="360649" y="246717"/>
                  </a:lnTo>
                  <a:lnTo>
                    <a:pt x="360601" y="247076"/>
                  </a:lnTo>
                  <a:lnTo>
                    <a:pt x="360601" y="247733"/>
                  </a:lnTo>
                  <a:lnTo>
                    <a:pt x="360946" y="247995"/>
                  </a:lnTo>
                  <a:lnTo>
                    <a:pt x="361144" y="248138"/>
                  </a:lnTo>
                  <a:lnTo>
                    <a:pt x="361510" y="248285"/>
                  </a:lnTo>
                  <a:lnTo>
                    <a:pt x="361736" y="248433"/>
                  </a:lnTo>
                  <a:lnTo>
                    <a:pt x="361911" y="248939"/>
                  </a:lnTo>
                  <a:lnTo>
                    <a:pt x="361799" y="249149"/>
                  </a:lnTo>
                  <a:lnTo>
                    <a:pt x="361852" y="249519"/>
                  </a:lnTo>
                  <a:lnTo>
                    <a:pt x="361799" y="249815"/>
                  </a:lnTo>
                  <a:lnTo>
                    <a:pt x="361663" y="250105"/>
                  </a:lnTo>
                  <a:lnTo>
                    <a:pt x="361802" y="250566"/>
                  </a:lnTo>
                  <a:lnTo>
                    <a:pt x="361981" y="250891"/>
                  </a:lnTo>
                  <a:lnTo>
                    <a:pt x="361906" y="251139"/>
                  </a:lnTo>
                  <a:lnTo>
                    <a:pt x="361934" y="251341"/>
                  </a:lnTo>
                  <a:lnTo>
                    <a:pt x="362030" y="251507"/>
                  </a:lnTo>
                  <a:lnTo>
                    <a:pt x="362887" y="252061"/>
                  </a:lnTo>
                  <a:lnTo>
                    <a:pt x="363275" y="251954"/>
                  </a:lnTo>
                  <a:lnTo>
                    <a:pt x="363888" y="251809"/>
                  </a:lnTo>
                  <a:lnTo>
                    <a:pt x="364504" y="251644"/>
                  </a:lnTo>
                  <a:lnTo>
                    <a:pt x="364742" y="251141"/>
                  </a:lnTo>
                  <a:lnTo>
                    <a:pt x="364860" y="250888"/>
                  </a:lnTo>
                  <a:lnTo>
                    <a:pt x="364944" y="250600"/>
                  </a:lnTo>
                  <a:lnTo>
                    <a:pt x="365397" y="250222"/>
                  </a:lnTo>
                  <a:lnTo>
                    <a:pt x="366061" y="250747"/>
                  </a:lnTo>
                  <a:lnTo>
                    <a:pt x="366525" y="251060"/>
                  </a:lnTo>
                  <a:lnTo>
                    <a:pt x="366848" y="251240"/>
                  </a:lnTo>
                  <a:lnTo>
                    <a:pt x="367090" y="251293"/>
                  </a:lnTo>
                  <a:lnTo>
                    <a:pt x="367121" y="251725"/>
                  </a:lnTo>
                  <a:lnTo>
                    <a:pt x="366990" y="252288"/>
                  </a:lnTo>
                  <a:lnTo>
                    <a:pt x="366761" y="252468"/>
                  </a:lnTo>
                  <a:lnTo>
                    <a:pt x="366591" y="252980"/>
                  </a:lnTo>
                  <a:lnTo>
                    <a:pt x="366859" y="253307"/>
                  </a:lnTo>
                  <a:lnTo>
                    <a:pt x="366892" y="253499"/>
                  </a:lnTo>
                  <a:lnTo>
                    <a:pt x="366815" y="253972"/>
                  </a:lnTo>
                  <a:lnTo>
                    <a:pt x="366846" y="254282"/>
                  </a:lnTo>
                  <a:lnTo>
                    <a:pt x="366904" y="254533"/>
                  </a:lnTo>
                  <a:lnTo>
                    <a:pt x="367285" y="254766"/>
                  </a:lnTo>
                  <a:lnTo>
                    <a:pt x="367581" y="254985"/>
                  </a:lnTo>
                  <a:lnTo>
                    <a:pt x="367668" y="255441"/>
                  </a:lnTo>
                  <a:lnTo>
                    <a:pt x="367726" y="255740"/>
                  </a:lnTo>
                  <a:lnTo>
                    <a:pt x="368080" y="256352"/>
                  </a:lnTo>
                  <a:lnTo>
                    <a:pt x="368523" y="256473"/>
                  </a:lnTo>
                  <a:lnTo>
                    <a:pt x="368790" y="256243"/>
                  </a:lnTo>
                  <a:lnTo>
                    <a:pt x="369195" y="255760"/>
                  </a:lnTo>
                  <a:lnTo>
                    <a:pt x="369770" y="255480"/>
                  </a:lnTo>
                  <a:lnTo>
                    <a:pt x="370578" y="255394"/>
                  </a:lnTo>
                  <a:lnTo>
                    <a:pt x="370746" y="255335"/>
                  </a:lnTo>
                  <a:lnTo>
                    <a:pt x="371032" y="255373"/>
                  </a:lnTo>
                  <a:lnTo>
                    <a:pt x="371293" y="255497"/>
                  </a:lnTo>
                  <a:lnTo>
                    <a:pt x="371578" y="255078"/>
                  </a:lnTo>
                  <a:lnTo>
                    <a:pt x="371852" y="255006"/>
                  </a:lnTo>
                  <a:lnTo>
                    <a:pt x="372173" y="255003"/>
                  </a:lnTo>
                  <a:lnTo>
                    <a:pt x="372416" y="255062"/>
                  </a:lnTo>
                  <a:lnTo>
                    <a:pt x="372598" y="255081"/>
                  </a:lnTo>
                  <a:lnTo>
                    <a:pt x="372783" y="254772"/>
                  </a:lnTo>
                  <a:lnTo>
                    <a:pt x="372925" y="254628"/>
                  </a:lnTo>
                  <a:lnTo>
                    <a:pt x="372904" y="254306"/>
                  </a:lnTo>
                  <a:lnTo>
                    <a:pt x="373085" y="253986"/>
                  </a:lnTo>
                  <a:lnTo>
                    <a:pt x="373371" y="253804"/>
                  </a:lnTo>
                  <a:lnTo>
                    <a:pt x="373574" y="253808"/>
                  </a:lnTo>
                  <a:lnTo>
                    <a:pt x="374042" y="253548"/>
                  </a:lnTo>
                  <a:lnTo>
                    <a:pt x="374019" y="253212"/>
                  </a:lnTo>
                  <a:lnTo>
                    <a:pt x="374427" y="252656"/>
                  </a:lnTo>
                  <a:lnTo>
                    <a:pt x="374453" y="252529"/>
                  </a:lnTo>
                  <a:lnTo>
                    <a:pt x="374435" y="252265"/>
                  </a:lnTo>
                  <a:lnTo>
                    <a:pt x="374899" y="251992"/>
                  </a:lnTo>
                  <a:lnTo>
                    <a:pt x="375158" y="252178"/>
                  </a:lnTo>
                  <a:lnTo>
                    <a:pt x="375450" y="252184"/>
                  </a:lnTo>
                  <a:lnTo>
                    <a:pt x="375829" y="251834"/>
                  </a:lnTo>
                  <a:lnTo>
                    <a:pt x="376256" y="251433"/>
                  </a:lnTo>
                  <a:lnTo>
                    <a:pt x="376637" y="251438"/>
                  </a:lnTo>
                  <a:lnTo>
                    <a:pt x="376816" y="251498"/>
                  </a:lnTo>
                  <a:lnTo>
                    <a:pt x="377067" y="251583"/>
                  </a:lnTo>
                  <a:lnTo>
                    <a:pt x="377194" y="251632"/>
                  </a:lnTo>
                  <a:lnTo>
                    <a:pt x="377409" y="251898"/>
                  </a:lnTo>
                  <a:lnTo>
                    <a:pt x="377658" y="251951"/>
                  </a:lnTo>
                  <a:lnTo>
                    <a:pt x="377979" y="252233"/>
                  </a:lnTo>
                  <a:lnTo>
                    <a:pt x="378111" y="252310"/>
                  </a:lnTo>
                  <a:lnTo>
                    <a:pt x="378287" y="252506"/>
                  </a:lnTo>
                  <a:lnTo>
                    <a:pt x="378562" y="252528"/>
                  </a:lnTo>
                  <a:lnTo>
                    <a:pt x="378634" y="252311"/>
                  </a:lnTo>
                  <a:lnTo>
                    <a:pt x="378821" y="252099"/>
                  </a:lnTo>
                  <a:lnTo>
                    <a:pt x="378991" y="252115"/>
                  </a:lnTo>
                  <a:lnTo>
                    <a:pt x="378917" y="252522"/>
                  </a:lnTo>
                  <a:lnTo>
                    <a:pt x="379080" y="252923"/>
                  </a:lnTo>
                  <a:lnTo>
                    <a:pt x="379138" y="253054"/>
                  </a:lnTo>
                  <a:lnTo>
                    <a:pt x="379440" y="253356"/>
                  </a:lnTo>
                  <a:lnTo>
                    <a:pt x="379752" y="253762"/>
                  </a:lnTo>
                  <a:lnTo>
                    <a:pt x="380114" y="254320"/>
                  </a:lnTo>
                  <a:lnTo>
                    <a:pt x="380139" y="254595"/>
                  </a:lnTo>
                  <a:lnTo>
                    <a:pt x="380677" y="255417"/>
                  </a:lnTo>
                  <a:lnTo>
                    <a:pt x="380991" y="255717"/>
                  </a:lnTo>
                  <a:lnTo>
                    <a:pt x="381336" y="255911"/>
                  </a:lnTo>
                  <a:lnTo>
                    <a:pt x="381510" y="256233"/>
                  </a:lnTo>
                  <a:lnTo>
                    <a:pt x="381702" y="256493"/>
                  </a:lnTo>
                  <a:lnTo>
                    <a:pt x="381820" y="256285"/>
                  </a:lnTo>
                  <a:lnTo>
                    <a:pt x="382186" y="256414"/>
                  </a:lnTo>
                  <a:lnTo>
                    <a:pt x="382368" y="256393"/>
                  </a:lnTo>
                  <a:lnTo>
                    <a:pt x="382768" y="256233"/>
                  </a:lnTo>
                  <a:lnTo>
                    <a:pt x="383162" y="256295"/>
                  </a:lnTo>
                  <a:lnTo>
                    <a:pt x="383417" y="256240"/>
                  </a:lnTo>
                  <a:lnTo>
                    <a:pt x="383713" y="256186"/>
                  </a:lnTo>
                  <a:lnTo>
                    <a:pt x="383841" y="256218"/>
                  </a:lnTo>
                  <a:lnTo>
                    <a:pt x="384178" y="256485"/>
                  </a:lnTo>
                  <a:lnTo>
                    <a:pt x="384678" y="256642"/>
                  </a:lnTo>
                  <a:lnTo>
                    <a:pt x="385103" y="256764"/>
                  </a:lnTo>
                  <a:lnTo>
                    <a:pt x="385502" y="256910"/>
                  </a:lnTo>
                  <a:lnTo>
                    <a:pt x="385661" y="256748"/>
                  </a:lnTo>
                  <a:lnTo>
                    <a:pt x="385881" y="256588"/>
                  </a:lnTo>
                  <a:lnTo>
                    <a:pt x="386310" y="256620"/>
                  </a:lnTo>
                  <a:lnTo>
                    <a:pt x="386659" y="256825"/>
                  </a:lnTo>
                  <a:lnTo>
                    <a:pt x="386765" y="256987"/>
                  </a:lnTo>
                  <a:lnTo>
                    <a:pt x="386866" y="257182"/>
                  </a:lnTo>
                  <a:lnTo>
                    <a:pt x="386834" y="257376"/>
                  </a:lnTo>
                  <a:lnTo>
                    <a:pt x="387007" y="257408"/>
                  </a:lnTo>
                  <a:lnTo>
                    <a:pt x="387311" y="257170"/>
                  </a:lnTo>
                  <a:lnTo>
                    <a:pt x="387518" y="257437"/>
                  </a:lnTo>
                  <a:lnTo>
                    <a:pt x="387682" y="257500"/>
                  </a:lnTo>
                  <a:lnTo>
                    <a:pt x="388188" y="257454"/>
                  </a:lnTo>
                  <a:lnTo>
                    <a:pt x="388585" y="257336"/>
                  </a:lnTo>
                  <a:lnTo>
                    <a:pt x="388889" y="257028"/>
                  </a:lnTo>
                  <a:lnTo>
                    <a:pt x="389113" y="256955"/>
                  </a:lnTo>
                  <a:lnTo>
                    <a:pt x="389420" y="256960"/>
                  </a:lnTo>
                  <a:lnTo>
                    <a:pt x="389677" y="256881"/>
                  </a:lnTo>
                  <a:lnTo>
                    <a:pt x="390297" y="257110"/>
                  </a:lnTo>
                  <a:lnTo>
                    <a:pt x="390128" y="256577"/>
                  </a:lnTo>
                  <a:lnTo>
                    <a:pt x="390471" y="256075"/>
                  </a:lnTo>
                  <a:lnTo>
                    <a:pt x="390589" y="255731"/>
                  </a:lnTo>
                  <a:lnTo>
                    <a:pt x="390851" y="255634"/>
                  </a:lnTo>
                  <a:lnTo>
                    <a:pt x="391078" y="255668"/>
                  </a:lnTo>
                  <a:lnTo>
                    <a:pt x="391250" y="256234"/>
                  </a:lnTo>
                  <a:lnTo>
                    <a:pt x="391426" y="256392"/>
                  </a:lnTo>
                  <a:lnTo>
                    <a:pt x="391560" y="256501"/>
                  </a:lnTo>
                  <a:lnTo>
                    <a:pt x="391513" y="256697"/>
                  </a:lnTo>
                  <a:lnTo>
                    <a:pt x="391641" y="256931"/>
                  </a:lnTo>
                  <a:lnTo>
                    <a:pt x="391980" y="256775"/>
                  </a:lnTo>
                  <a:lnTo>
                    <a:pt x="392189" y="256596"/>
                  </a:lnTo>
                  <a:lnTo>
                    <a:pt x="392174" y="256364"/>
                  </a:lnTo>
                  <a:lnTo>
                    <a:pt x="392373" y="256200"/>
                  </a:lnTo>
                  <a:lnTo>
                    <a:pt x="392475" y="255623"/>
                  </a:lnTo>
                  <a:lnTo>
                    <a:pt x="392610" y="255611"/>
                  </a:lnTo>
                  <a:lnTo>
                    <a:pt x="392812" y="255692"/>
                  </a:lnTo>
                  <a:lnTo>
                    <a:pt x="393081" y="255683"/>
                  </a:lnTo>
                  <a:lnTo>
                    <a:pt x="393305" y="255785"/>
                  </a:lnTo>
                  <a:lnTo>
                    <a:pt x="393964" y="256019"/>
                  </a:lnTo>
                  <a:lnTo>
                    <a:pt x="394017" y="256278"/>
                  </a:lnTo>
                  <a:lnTo>
                    <a:pt x="393913" y="256454"/>
                  </a:lnTo>
                  <a:lnTo>
                    <a:pt x="393768" y="256948"/>
                  </a:lnTo>
                  <a:lnTo>
                    <a:pt x="393861" y="257500"/>
                  </a:lnTo>
                  <a:lnTo>
                    <a:pt x="393764" y="257633"/>
                  </a:lnTo>
                  <a:lnTo>
                    <a:pt x="393732" y="257889"/>
                  </a:lnTo>
                  <a:lnTo>
                    <a:pt x="393803" y="258258"/>
                  </a:lnTo>
                  <a:lnTo>
                    <a:pt x="393647" y="258372"/>
                  </a:lnTo>
                  <a:lnTo>
                    <a:pt x="393769" y="258647"/>
                  </a:lnTo>
                  <a:lnTo>
                    <a:pt x="394161" y="258782"/>
                  </a:lnTo>
                  <a:lnTo>
                    <a:pt x="394140" y="259138"/>
                  </a:lnTo>
                  <a:lnTo>
                    <a:pt x="393971" y="259379"/>
                  </a:lnTo>
                  <a:lnTo>
                    <a:pt x="393450" y="259347"/>
                  </a:lnTo>
                  <a:lnTo>
                    <a:pt x="393436" y="259852"/>
                  </a:lnTo>
                  <a:lnTo>
                    <a:pt x="393438" y="260106"/>
                  </a:lnTo>
                  <a:lnTo>
                    <a:pt x="393279" y="260548"/>
                  </a:lnTo>
                  <a:lnTo>
                    <a:pt x="393262" y="260922"/>
                  </a:lnTo>
                  <a:lnTo>
                    <a:pt x="392964" y="260923"/>
                  </a:lnTo>
                  <a:lnTo>
                    <a:pt x="392642" y="261138"/>
                  </a:lnTo>
                  <a:lnTo>
                    <a:pt x="392460" y="261823"/>
                  </a:lnTo>
                  <a:lnTo>
                    <a:pt x="392511" y="262091"/>
                  </a:lnTo>
                  <a:lnTo>
                    <a:pt x="392351" y="262542"/>
                  </a:lnTo>
                  <a:lnTo>
                    <a:pt x="392345" y="262802"/>
                  </a:lnTo>
                  <a:lnTo>
                    <a:pt x="392325" y="263107"/>
                  </a:lnTo>
                  <a:lnTo>
                    <a:pt x="392438" y="263503"/>
                  </a:lnTo>
                  <a:lnTo>
                    <a:pt x="392535" y="263808"/>
                  </a:lnTo>
                  <a:lnTo>
                    <a:pt x="392547" y="264546"/>
                  </a:lnTo>
                  <a:lnTo>
                    <a:pt x="392646" y="265063"/>
                  </a:lnTo>
                  <a:lnTo>
                    <a:pt x="392795" y="265571"/>
                  </a:lnTo>
                  <a:lnTo>
                    <a:pt x="393103" y="265892"/>
                  </a:lnTo>
                  <a:lnTo>
                    <a:pt x="393431" y="265703"/>
                  </a:lnTo>
                  <a:lnTo>
                    <a:pt x="393742" y="265655"/>
                  </a:lnTo>
                  <a:lnTo>
                    <a:pt x="394028" y="265686"/>
                  </a:lnTo>
                  <a:lnTo>
                    <a:pt x="394168" y="265620"/>
                  </a:lnTo>
                  <a:lnTo>
                    <a:pt x="394364" y="264941"/>
                  </a:lnTo>
                  <a:lnTo>
                    <a:pt x="394566" y="264871"/>
                  </a:lnTo>
                  <a:lnTo>
                    <a:pt x="394804" y="264909"/>
                  </a:lnTo>
                  <a:lnTo>
                    <a:pt x="395040" y="264807"/>
                  </a:lnTo>
                  <a:lnTo>
                    <a:pt x="395204" y="264605"/>
                  </a:lnTo>
                  <a:lnTo>
                    <a:pt x="395310" y="264469"/>
                  </a:lnTo>
                  <a:lnTo>
                    <a:pt x="395672" y="264395"/>
                  </a:lnTo>
                  <a:lnTo>
                    <a:pt x="395861" y="264497"/>
                  </a:lnTo>
                  <a:lnTo>
                    <a:pt x="396128" y="264640"/>
                  </a:lnTo>
                  <a:lnTo>
                    <a:pt x="396257" y="264641"/>
                  </a:lnTo>
                  <a:lnTo>
                    <a:pt x="396446" y="264663"/>
                  </a:lnTo>
                  <a:lnTo>
                    <a:pt x="396471" y="264802"/>
                  </a:lnTo>
                  <a:lnTo>
                    <a:pt x="396485" y="265028"/>
                  </a:lnTo>
                  <a:lnTo>
                    <a:pt x="396618" y="265053"/>
                  </a:lnTo>
                  <a:lnTo>
                    <a:pt x="396836" y="265152"/>
                  </a:lnTo>
                  <a:lnTo>
                    <a:pt x="396944" y="265431"/>
                  </a:lnTo>
                  <a:lnTo>
                    <a:pt x="397092" y="265602"/>
                  </a:lnTo>
                  <a:lnTo>
                    <a:pt x="397127" y="265812"/>
                  </a:lnTo>
                  <a:lnTo>
                    <a:pt x="397232" y="266069"/>
                  </a:lnTo>
                  <a:lnTo>
                    <a:pt x="397438" y="266175"/>
                  </a:lnTo>
                  <a:lnTo>
                    <a:pt x="397526" y="266364"/>
                  </a:lnTo>
                  <a:lnTo>
                    <a:pt x="398012" y="266476"/>
                  </a:lnTo>
                  <a:lnTo>
                    <a:pt x="398284" y="266460"/>
                  </a:lnTo>
                  <a:lnTo>
                    <a:pt x="398505" y="266464"/>
                  </a:lnTo>
                  <a:lnTo>
                    <a:pt x="398790" y="266531"/>
                  </a:lnTo>
                  <a:lnTo>
                    <a:pt x="398769" y="266807"/>
                  </a:lnTo>
                  <a:lnTo>
                    <a:pt x="398673" y="266939"/>
                  </a:lnTo>
                  <a:lnTo>
                    <a:pt x="398566" y="267185"/>
                  </a:lnTo>
                  <a:lnTo>
                    <a:pt x="398760" y="267435"/>
                  </a:lnTo>
                  <a:lnTo>
                    <a:pt x="399034" y="267415"/>
                  </a:lnTo>
                  <a:lnTo>
                    <a:pt x="399185" y="267290"/>
                  </a:lnTo>
                  <a:lnTo>
                    <a:pt x="399565" y="267260"/>
                  </a:lnTo>
                  <a:lnTo>
                    <a:pt x="399613" y="267627"/>
                  </a:lnTo>
                  <a:lnTo>
                    <a:pt x="399903" y="267603"/>
                  </a:lnTo>
                  <a:lnTo>
                    <a:pt x="400108" y="267516"/>
                  </a:lnTo>
                  <a:lnTo>
                    <a:pt x="400325" y="267350"/>
                  </a:lnTo>
                  <a:lnTo>
                    <a:pt x="400636" y="267386"/>
                  </a:lnTo>
                  <a:lnTo>
                    <a:pt x="400868" y="267500"/>
                  </a:lnTo>
                  <a:lnTo>
                    <a:pt x="401117" y="267268"/>
                  </a:lnTo>
                  <a:lnTo>
                    <a:pt x="401284" y="267291"/>
                  </a:lnTo>
                  <a:lnTo>
                    <a:pt x="401907" y="267661"/>
                  </a:lnTo>
                  <a:lnTo>
                    <a:pt x="402355" y="267360"/>
                  </a:lnTo>
                  <a:lnTo>
                    <a:pt x="402280" y="267647"/>
                  </a:lnTo>
                  <a:lnTo>
                    <a:pt x="402049" y="268209"/>
                  </a:lnTo>
                  <a:lnTo>
                    <a:pt x="402310" y="268628"/>
                  </a:lnTo>
                  <a:lnTo>
                    <a:pt x="402379" y="268867"/>
                  </a:lnTo>
                  <a:lnTo>
                    <a:pt x="402302" y="269146"/>
                  </a:lnTo>
                  <a:lnTo>
                    <a:pt x="402303" y="269388"/>
                  </a:lnTo>
                  <a:lnTo>
                    <a:pt x="402486" y="269493"/>
                  </a:lnTo>
                  <a:lnTo>
                    <a:pt x="402777" y="269660"/>
                  </a:lnTo>
                  <a:lnTo>
                    <a:pt x="402998" y="269594"/>
                  </a:lnTo>
                  <a:lnTo>
                    <a:pt x="403195" y="269575"/>
                  </a:lnTo>
                  <a:lnTo>
                    <a:pt x="403674" y="269751"/>
                  </a:lnTo>
                  <a:lnTo>
                    <a:pt x="403826" y="269866"/>
                  </a:lnTo>
                  <a:lnTo>
                    <a:pt x="404009" y="269919"/>
                  </a:lnTo>
                  <a:lnTo>
                    <a:pt x="404093" y="270063"/>
                  </a:lnTo>
                  <a:lnTo>
                    <a:pt x="404189" y="270277"/>
                  </a:lnTo>
                  <a:lnTo>
                    <a:pt x="404376" y="270677"/>
                  </a:lnTo>
                  <a:lnTo>
                    <a:pt x="404603" y="270674"/>
                  </a:lnTo>
                  <a:lnTo>
                    <a:pt x="404771" y="270598"/>
                  </a:lnTo>
                  <a:lnTo>
                    <a:pt x="404937" y="270442"/>
                  </a:lnTo>
                  <a:lnTo>
                    <a:pt x="405177" y="270086"/>
                  </a:lnTo>
                  <a:lnTo>
                    <a:pt x="405849" y="269683"/>
                  </a:lnTo>
                  <a:lnTo>
                    <a:pt x="406046" y="269679"/>
                  </a:lnTo>
                  <a:lnTo>
                    <a:pt x="406329" y="269762"/>
                  </a:lnTo>
                  <a:lnTo>
                    <a:pt x="406425" y="270110"/>
                  </a:lnTo>
                  <a:lnTo>
                    <a:pt x="406869" y="270012"/>
                  </a:lnTo>
                  <a:lnTo>
                    <a:pt x="407121" y="269886"/>
                  </a:lnTo>
                  <a:lnTo>
                    <a:pt x="407268" y="269857"/>
                  </a:lnTo>
                  <a:lnTo>
                    <a:pt x="407564" y="269838"/>
                  </a:lnTo>
                  <a:lnTo>
                    <a:pt x="408071" y="269542"/>
                  </a:lnTo>
                  <a:lnTo>
                    <a:pt x="408417" y="269701"/>
                  </a:lnTo>
                  <a:lnTo>
                    <a:pt x="408639" y="269821"/>
                  </a:lnTo>
                  <a:lnTo>
                    <a:pt x="408939" y="270023"/>
                  </a:lnTo>
                  <a:lnTo>
                    <a:pt x="409055" y="270065"/>
                  </a:lnTo>
                  <a:lnTo>
                    <a:pt x="409072" y="269888"/>
                  </a:lnTo>
                  <a:lnTo>
                    <a:pt x="409441" y="269416"/>
                  </a:lnTo>
                  <a:lnTo>
                    <a:pt x="409688" y="269152"/>
                  </a:lnTo>
                  <a:lnTo>
                    <a:pt x="409948" y="268968"/>
                  </a:lnTo>
                  <a:lnTo>
                    <a:pt x="409974" y="268819"/>
                  </a:lnTo>
                  <a:lnTo>
                    <a:pt x="410202" y="268724"/>
                  </a:lnTo>
                  <a:lnTo>
                    <a:pt x="410581" y="268647"/>
                  </a:lnTo>
                  <a:lnTo>
                    <a:pt x="410779" y="269066"/>
                  </a:lnTo>
                  <a:lnTo>
                    <a:pt x="410734" y="269344"/>
                  </a:lnTo>
                  <a:lnTo>
                    <a:pt x="410787" y="269484"/>
                  </a:lnTo>
                  <a:lnTo>
                    <a:pt x="410935" y="269743"/>
                  </a:lnTo>
                  <a:lnTo>
                    <a:pt x="411226" y="269711"/>
                  </a:lnTo>
                  <a:lnTo>
                    <a:pt x="411236" y="269910"/>
                  </a:lnTo>
                  <a:lnTo>
                    <a:pt x="411544" y="270034"/>
                  </a:lnTo>
                  <a:lnTo>
                    <a:pt x="411679" y="269756"/>
                  </a:lnTo>
                  <a:lnTo>
                    <a:pt x="411701" y="269484"/>
                  </a:lnTo>
                  <a:lnTo>
                    <a:pt x="411849" y="269313"/>
                  </a:lnTo>
                  <a:lnTo>
                    <a:pt x="412025" y="269052"/>
                  </a:lnTo>
                  <a:lnTo>
                    <a:pt x="411765" y="268740"/>
                  </a:lnTo>
                  <a:lnTo>
                    <a:pt x="411901" y="268504"/>
                  </a:lnTo>
                  <a:lnTo>
                    <a:pt x="412097" y="268448"/>
                  </a:lnTo>
                  <a:lnTo>
                    <a:pt x="412148" y="268192"/>
                  </a:lnTo>
                  <a:lnTo>
                    <a:pt x="412297" y="267937"/>
                  </a:lnTo>
                  <a:lnTo>
                    <a:pt x="412433" y="267723"/>
                  </a:lnTo>
                  <a:lnTo>
                    <a:pt x="412520" y="267506"/>
                  </a:lnTo>
                  <a:lnTo>
                    <a:pt x="412655" y="267263"/>
                  </a:lnTo>
                  <a:lnTo>
                    <a:pt x="412967" y="267589"/>
                  </a:lnTo>
                  <a:lnTo>
                    <a:pt x="413134" y="267682"/>
                  </a:lnTo>
                  <a:lnTo>
                    <a:pt x="413509" y="267858"/>
                  </a:lnTo>
                  <a:lnTo>
                    <a:pt x="413737" y="267774"/>
                  </a:lnTo>
                  <a:lnTo>
                    <a:pt x="413925" y="267926"/>
                  </a:lnTo>
                  <a:lnTo>
                    <a:pt x="414381" y="268041"/>
                  </a:lnTo>
                  <a:lnTo>
                    <a:pt x="414731" y="268079"/>
                  </a:lnTo>
                  <a:lnTo>
                    <a:pt x="415036" y="268191"/>
                  </a:lnTo>
                  <a:lnTo>
                    <a:pt x="415372" y="268232"/>
                  </a:lnTo>
                  <a:lnTo>
                    <a:pt x="415500" y="268227"/>
                  </a:lnTo>
                  <a:lnTo>
                    <a:pt x="415772" y="267696"/>
                  </a:lnTo>
                  <a:lnTo>
                    <a:pt x="416155" y="267473"/>
                  </a:lnTo>
                  <a:lnTo>
                    <a:pt x="416526" y="267162"/>
                  </a:lnTo>
                  <a:lnTo>
                    <a:pt x="416356" y="266914"/>
                  </a:lnTo>
                  <a:lnTo>
                    <a:pt x="416104" y="266771"/>
                  </a:lnTo>
                  <a:lnTo>
                    <a:pt x="416080" y="266610"/>
                  </a:lnTo>
                  <a:lnTo>
                    <a:pt x="416235" y="266287"/>
                  </a:lnTo>
                  <a:lnTo>
                    <a:pt x="416345" y="266101"/>
                  </a:lnTo>
                  <a:lnTo>
                    <a:pt x="415993" y="265957"/>
                  </a:lnTo>
                  <a:lnTo>
                    <a:pt x="415994" y="265739"/>
                  </a:lnTo>
                  <a:lnTo>
                    <a:pt x="416153" y="265353"/>
                  </a:lnTo>
                  <a:lnTo>
                    <a:pt x="416443" y="265247"/>
                  </a:lnTo>
                  <a:lnTo>
                    <a:pt x="416899" y="264908"/>
                  </a:lnTo>
                  <a:lnTo>
                    <a:pt x="417027" y="264799"/>
                  </a:lnTo>
                  <a:lnTo>
                    <a:pt x="417113" y="264651"/>
                  </a:lnTo>
                  <a:lnTo>
                    <a:pt x="417073" y="264321"/>
                  </a:lnTo>
                  <a:lnTo>
                    <a:pt x="416909" y="264004"/>
                  </a:lnTo>
                  <a:lnTo>
                    <a:pt x="417008" y="263827"/>
                  </a:lnTo>
                  <a:lnTo>
                    <a:pt x="417543" y="263582"/>
                  </a:lnTo>
                  <a:lnTo>
                    <a:pt x="418467" y="263566"/>
                  </a:lnTo>
                  <a:lnTo>
                    <a:pt x="418671" y="263575"/>
                  </a:lnTo>
                  <a:lnTo>
                    <a:pt x="419045" y="263705"/>
                  </a:lnTo>
                  <a:lnTo>
                    <a:pt x="419199" y="263875"/>
                  </a:lnTo>
                  <a:lnTo>
                    <a:pt x="419143" y="264010"/>
                  </a:lnTo>
                  <a:lnTo>
                    <a:pt x="419126" y="264250"/>
                  </a:lnTo>
                  <a:lnTo>
                    <a:pt x="419142" y="264452"/>
                  </a:lnTo>
                  <a:lnTo>
                    <a:pt x="419228" y="264721"/>
                  </a:lnTo>
                  <a:lnTo>
                    <a:pt x="419442" y="264902"/>
                  </a:lnTo>
                  <a:lnTo>
                    <a:pt x="419673" y="265160"/>
                  </a:lnTo>
                  <a:lnTo>
                    <a:pt x="419847" y="265168"/>
                  </a:lnTo>
                  <a:lnTo>
                    <a:pt x="419839" y="265306"/>
                  </a:lnTo>
                  <a:lnTo>
                    <a:pt x="419798" y="265547"/>
                  </a:lnTo>
                  <a:lnTo>
                    <a:pt x="420002" y="265563"/>
                  </a:lnTo>
                  <a:lnTo>
                    <a:pt x="420258" y="265562"/>
                  </a:lnTo>
                  <a:lnTo>
                    <a:pt x="420622" y="265942"/>
                  </a:lnTo>
                  <a:lnTo>
                    <a:pt x="420806" y="266011"/>
                  </a:lnTo>
                  <a:lnTo>
                    <a:pt x="421340" y="265931"/>
                  </a:lnTo>
                  <a:lnTo>
                    <a:pt x="421478" y="265906"/>
                  </a:lnTo>
                  <a:lnTo>
                    <a:pt x="421711" y="265943"/>
                  </a:lnTo>
                  <a:lnTo>
                    <a:pt x="421445" y="266332"/>
                  </a:lnTo>
                  <a:lnTo>
                    <a:pt x="421468" y="266807"/>
                  </a:lnTo>
                  <a:lnTo>
                    <a:pt x="421294" y="267164"/>
                  </a:lnTo>
                  <a:lnTo>
                    <a:pt x="421053" y="267651"/>
                  </a:lnTo>
                  <a:lnTo>
                    <a:pt x="420891" y="267877"/>
                  </a:lnTo>
                  <a:lnTo>
                    <a:pt x="421012" y="268304"/>
                  </a:lnTo>
                  <a:lnTo>
                    <a:pt x="420945" y="268660"/>
                  </a:lnTo>
                  <a:lnTo>
                    <a:pt x="420717" y="268839"/>
                  </a:lnTo>
                  <a:lnTo>
                    <a:pt x="420846" y="269475"/>
                  </a:lnTo>
                  <a:lnTo>
                    <a:pt x="420844" y="269606"/>
                  </a:lnTo>
                  <a:lnTo>
                    <a:pt x="420952" y="269975"/>
                  </a:lnTo>
                  <a:lnTo>
                    <a:pt x="420918" y="270282"/>
                  </a:lnTo>
                  <a:lnTo>
                    <a:pt x="420830" y="270521"/>
                  </a:lnTo>
                  <a:lnTo>
                    <a:pt x="420628" y="270901"/>
                  </a:lnTo>
                  <a:lnTo>
                    <a:pt x="420561" y="271314"/>
                  </a:lnTo>
                  <a:lnTo>
                    <a:pt x="420601" y="271454"/>
                  </a:lnTo>
                  <a:lnTo>
                    <a:pt x="420842" y="271766"/>
                  </a:lnTo>
                  <a:lnTo>
                    <a:pt x="420891" y="272008"/>
                  </a:lnTo>
                  <a:lnTo>
                    <a:pt x="421133" y="272286"/>
                  </a:lnTo>
                  <a:lnTo>
                    <a:pt x="421595" y="272167"/>
                  </a:lnTo>
                  <a:lnTo>
                    <a:pt x="421889" y="272344"/>
                  </a:lnTo>
                  <a:lnTo>
                    <a:pt x="422205" y="272429"/>
                  </a:lnTo>
                  <a:lnTo>
                    <a:pt x="422376" y="272412"/>
                  </a:lnTo>
                  <a:lnTo>
                    <a:pt x="422609" y="272708"/>
                  </a:lnTo>
                  <a:lnTo>
                    <a:pt x="422720" y="273021"/>
                  </a:lnTo>
                  <a:lnTo>
                    <a:pt x="422636" y="273308"/>
                  </a:lnTo>
                  <a:lnTo>
                    <a:pt x="422339" y="273658"/>
                  </a:lnTo>
                  <a:lnTo>
                    <a:pt x="422621" y="273948"/>
                  </a:lnTo>
                  <a:lnTo>
                    <a:pt x="422833" y="274092"/>
                  </a:lnTo>
                  <a:lnTo>
                    <a:pt x="422992" y="273969"/>
                  </a:lnTo>
                  <a:lnTo>
                    <a:pt x="423184" y="273670"/>
                  </a:lnTo>
                  <a:lnTo>
                    <a:pt x="423314" y="273586"/>
                  </a:lnTo>
                  <a:lnTo>
                    <a:pt x="423607" y="273456"/>
                  </a:lnTo>
                  <a:lnTo>
                    <a:pt x="423739" y="273509"/>
                  </a:lnTo>
                  <a:lnTo>
                    <a:pt x="423879" y="273571"/>
                  </a:lnTo>
                  <a:lnTo>
                    <a:pt x="424222" y="273626"/>
                  </a:lnTo>
                  <a:lnTo>
                    <a:pt x="424309" y="273830"/>
                  </a:lnTo>
                  <a:lnTo>
                    <a:pt x="424394" y="274129"/>
                  </a:lnTo>
                  <a:lnTo>
                    <a:pt x="424669" y="274314"/>
                  </a:lnTo>
                  <a:lnTo>
                    <a:pt x="424943" y="274293"/>
                  </a:lnTo>
                  <a:lnTo>
                    <a:pt x="425101" y="274233"/>
                  </a:lnTo>
                  <a:lnTo>
                    <a:pt x="425543" y="273835"/>
                  </a:lnTo>
                  <a:lnTo>
                    <a:pt x="425733" y="273670"/>
                  </a:lnTo>
                  <a:lnTo>
                    <a:pt x="425984" y="273357"/>
                  </a:lnTo>
                  <a:lnTo>
                    <a:pt x="426191" y="273367"/>
                  </a:lnTo>
                  <a:lnTo>
                    <a:pt x="426442" y="273413"/>
                  </a:lnTo>
                  <a:lnTo>
                    <a:pt x="426733" y="273534"/>
                  </a:lnTo>
                  <a:lnTo>
                    <a:pt x="426909" y="273420"/>
                  </a:lnTo>
                  <a:lnTo>
                    <a:pt x="427176" y="273301"/>
                  </a:lnTo>
                  <a:lnTo>
                    <a:pt x="427450" y="273264"/>
                  </a:lnTo>
                  <a:lnTo>
                    <a:pt x="427596" y="273238"/>
                  </a:lnTo>
                  <a:lnTo>
                    <a:pt x="427734" y="273324"/>
                  </a:lnTo>
                  <a:lnTo>
                    <a:pt x="427959" y="273616"/>
                  </a:lnTo>
                  <a:lnTo>
                    <a:pt x="428223" y="273749"/>
                  </a:lnTo>
                  <a:lnTo>
                    <a:pt x="428363" y="273935"/>
                  </a:lnTo>
                  <a:lnTo>
                    <a:pt x="428313" y="274188"/>
                  </a:lnTo>
                  <a:lnTo>
                    <a:pt x="428089" y="274428"/>
                  </a:lnTo>
                  <a:lnTo>
                    <a:pt x="427625" y="274825"/>
                  </a:lnTo>
                  <a:lnTo>
                    <a:pt x="427891" y="275195"/>
                  </a:lnTo>
                  <a:lnTo>
                    <a:pt x="427902" y="275369"/>
                  </a:lnTo>
                  <a:lnTo>
                    <a:pt x="427636" y="275759"/>
                  </a:lnTo>
                  <a:lnTo>
                    <a:pt x="427729" y="275983"/>
                  </a:lnTo>
                  <a:lnTo>
                    <a:pt x="428074" y="276208"/>
                  </a:lnTo>
                  <a:lnTo>
                    <a:pt x="428605" y="276239"/>
                  </a:lnTo>
                  <a:lnTo>
                    <a:pt x="429093" y="276469"/>
                  </a:lnTo>
                  <a:lnTo>
                    <a:pt x="429422" y="276289"/>
                  </a:lnTo>
                  <a:lnTo>
                    <a:pt x="429407" y="276079"/>
                  </a:lnTo>
                  <a:lnTo>
                    <a:pt x="429703" y="276029"/>
                  </a:lnTo>
                  <a:lnTo>
                    <a:pt x="430117" y="275933"/>
                  </a:lnTo>
                  <a:lnTo>
                    <a:pt x="430308" y="276045"/>
                  </a:lnTo>
                  <a:lnTo>
                    <a:pt x="430565" y="276192"/>
                  </a:lnTo>
                  <a:lnTo>
                    <a:pt x="430652" y="276463"/>
                  </a:lnTo>
                  <a:lnTo>
                    <a:pt x="430625" y="277041"/>
                  </a:lnTo>
                  <a:lnTo>
                    <a:pt x="430701" y="277355"/>
                  </a:lnTo>
                  <a:lnTo>
                    <a:pt x="430796" y="277567"/>
                  </a:lnTo>
                  <a:lnTo>
                    <a:pt x="431100" y="277733"/>
                  </a:lnTo>
                  <a:lnTo>
                    <a:pt x="431219" y="277579"/>
                  </a:lnTo>
                  <a:lnTo>
                    <a:pt x="431396" y="277410"/>
                  </a:lnTo>
                  <a:lnTo>
                    <a:pt x="431483" y="277702"/>
                  </a:lnTo>
                  <a:lnTo>
                    <a:pt x="431423" y="277925"/>
                  </a:lnTo>
                  <a:lnTo>
                    <a:pt x="431258" y="278059"/>
                  </a:lnTo>
                  <a:lnTo>
                    <a:pt x="431281" y="278626"/>
                  </a:lnTo>
                  <a:lnTo>
                    <a:pt x="431185" y="278767"/>
                  </a:lnTo>
                  <a:lnTo>
                    <a:pt x="431106" y="279052"/>
                  </a:lnTo>
                  <a:lnTo>
                    <a:pt x="431280" y="279299"/>
                  </a:lnTo>
                  <a:lnTo>
                    <a:pt x="431680" y="279876"/>
                  </a:lnTo>
                  <a:lnTo>
                    <a:pt x="431880" y="280099"/>
                  </a:lnTo>
                  <a:lnTo>
                    <a:pt x="432190" y="279984"/>
                  </a:lnTo>
                  <a:lnTo>
                    <a:pt x="432323" y="279837"/>
                  </a:lnTo>
                  <a:lnTo>
                    <a:pt x="432745" y="279945"/>
                  </a:lnTo>
                  <a:lnTo>
                    <a:pt x="432918" y="279991"/>
                  </a:lnTo>
                  <a:lnTo>
                    <a:pt x="433040" y="280208"/>
                  </a:lnTo>
                  <a:lnTo>
                    <a:pt x="433179" y="280106"/>
                  </a:lnTo>
                  <a:lnTo>
                    <a:pt x="433330" y="279850"/>
                  </a:lnTo>
                  <a:lnTo>
                    <a:pt x="433467" y="279816"/>
                  </a:lnTo>
                  <a:lnTo>
                    <a:pt x="433696" y="279953"/>
                  </a:lnTo>
                  <a:lnTo>
                    <a:pt x="433825" y="280056"/>
                  </a:lnTo>
                  <a:lnTo>
                    <a:pt x="433912" y="280272"/>
                  </a:lnTo>
                  <a:lnTo>
                    <a:pt x="434151" y="280648"/>
                  </a:lnTo>
                  <a:lnTo>
                    <a:pt x="434540" y="281264"/>
                  </a:lnTo>
                  <a:lnTo>
                    <a:pt x="434691" y="281500"/>
                  </a:lnTo>
                  <a:lnTo>
                    <a:pt x="434737" y="281631"/>
                  </a:lnTo>
                  <a:lnTo>
                    <a:pt x="434730" y="282004"/>
                  </a:lnTo>
                  <a:lnTo>
                    <a:pt x="434702" y="282357"/>
                  </a:lnTo>
                  <a:lnTo>
                    <a:pt x="434422" y="283109"/>
                  </a:lnTo>
                  <a:lnTo>
                    <a:pt x="434593" y="283406"/>
                  </a:lnTo>
                  <a:lnTo>
                    <a:pt x="434966" y="283617"/>
                  </a:lnTo>
                  <a:lnTo>
                    <a:pt x="435046" y="283789"/>
                  </a:lnTo>
                  <a:lnTo>
                    <a:pt x="434968" y="283985"/>
                  </a:lnTo>
                  <a:lnTo>
                    <a:pt x="435458" y="284431"/>
                  </a:lnTo>
                  <a:lnTo>
                    <a:pt x="435392" y="284702"/>
                  </a:lnTo>
                  <a:lnTo>
                    <a:pt x="435299" y="284875"/>
                  </a:lnTo>
                  <a:lnTo>
                    <a:pt x="435476" y="285034"/>
                  </a:lnTo>
                  <a:lnTo>
                    <a:pt x="435652" y="285039"/>
                  </a:lnTo>
                  <a:lnTo>
                    <a:pt x="435946" y="285219"/>
                  </a:lnTo>
                  <a:lnTo>
                    <a:pt x="436305" y="285573"/>
                  </a:lnTo>
                  <a:lnTo>
                    <a:pt x="436412" y="285708"/>
                  </a:lnTo>
                  <a:lnTo>
                    <a:pt x="436678" y="285958"/>
                  </a:lnTo>
                  <a:lnTo>
                    <a:pt x="437004" y="285716"/>
                  </a:lnTo>
                  <a:lnTo>
                    <a:pt x="437117" y="285514"/>
                  </a:lnTo>
                  <a:lnTo>
                    <a:pt x="437143" y="285289"/>
                  </a:lnTo>
                  <a:lnTo>
                    <a:pt x="437057" y="285141"/>
                  </a:lnTo>
                  <a:lnTo>
                    <a:pt x="437249" y="285123"/>
                  </a:lnTo>
                  <a:lnTo>
                    <a:pt x="437443" y="285060"/>
                  </a:lnTo>
                  <a:lnTo>
                    <a:pt x="437440" y="284865"/>
                  </a:lnTo>
                  <a:lnTo>
                    <a:pt x="437416" y="284647"/>
                  </a:lnTo>
                  <a:lnTo>
                    <a:pt x="437698" y="284409"/>
                  </a:lnTo>
                  <a:lnTo>
                    <a:pt x="438058" y="284061"/>
                  </a:lnTo>
                  <a:lnTo>
                    <a:pt x="438254" y="283993"/>
                  </a:lnTo>
                  <a:lnTo>
                    <a:pt x="438425" y="283991"/>
                  </a:lnTo>
                  <a:lnTo>
                    <a:pt x="438756" y="283865"/>
                  </a:lnTo>
                  <a:lnTo>
                    <a:pt x="438864" y="283577"/>
                  </a:lnTo>
                  <a:lnTo>
                    <a:pt x="438919" y="283381"/>
                  </a:lnTo>
                  <a:lnTo>
                    <a:pt x="438986" y="283187"/>
                  </a:lnTo>
                  <a:lnTo>
                    <a:pt x="439082" y="283036"/>
                  </a:lnTo>
                  <a:lnTo>
                    <a:pt x="439107" y="282640"/>
                  </a:lnTo>
                  <a:lnTo>
                    <a:pt x="439090" y="282368"/>
                  </a:lnTo>
                  <a:lnTo>
                    <a:pt x="439229" y="282158"/>
                  </a:lnTo>
                  <a:lnTo>
                    <a:pt x="439563" y="282296"/>
                  </a:lnTo>
                  <a:lnTo>
                    <a:pt x="439860" y="282405"/>
                  </a:lnTo>
                  <a:lnTo>
                    <a:pt x="439872" y="282552"/>
                  </a:lnTo>
                  <a:lnTo>
                    <a:pt x="440029" y="282739"/>
                  </a:lnTo>
                  <a:lnTo>
                    <a:pt x="440253" y="282692"/>
                  </a:lnTo>
                  <a:lnTo>
                    <a:pt x="440744" y="282876"/>
                  </a:lnTo>
                  <a:lnTo>
                    <a:pt x="440913" y="282894"/>
                  </a:lnTo>
                  <a:lnTo>
                    <a:pt x="441206" y="283073"/>
                  </a:lnTo>
                  <a:lnTo>
                    <a:pt x="441647" y="283104"/>
                  </a:lnTo>
                  <a:lnTo>
                    <a:pt x="442064" y="283191"/>
                  </a:lnTo>
                  <a:lnTo>
                    <a:pt x="442054" y="283494"/>
                  </a:lnTo>
                  <a:lnTo>
                    <a:pt x="442012" y="283737"/>
                  </a:lnTo>
                  <a:lnTo>
                    <a:pt x="442116" y="284051"/>
                  </a:lnTo>
                  <a:lnTo>
                    <a:pt x="442273" y="284045"/>
                  </a:lnTo>
                  <a:lnTo>
                    <a:pt x="442421" y="284072"/>
                  </a:lnTo>
                  <a:lnTo>
                    <a:pt x="442703" y="284198"/>
                  </a:lnTo>
                  <a:lnTo>
                    <a:pt x="442909" y="284482"/>
                  </a:lnTo>
                  <a:lnTo>
                    <a:pt x="442969" y="284629"/>
                  </a:lnTo>
                  <a:lnTo>
                    <a:pt x="443047" y="284865"/>
                  </a:lnTo>
                  <a:lnTo>
                    <a:pt x="442991" y="285157"/>
                  </a:lnTo>
                  <a:lnTo>
                    <a:pt x="443144" y="285279"/>
                  </a:lnTo>
                  <a:lnTo>
                    <a:pt x="443286" y="285305"/>
                  </a:lnTo>
                  <a:lnTo>
                    <a:pt x="443591" y="285485"/>
                  </a:lnTo>
                  <a:lnTo>
                    <a:pt x="443934" y="286026"/>
                  </a:lnTo>
                  <a:lnTo>
                    <a:pt x="444216" y="286382"/>
                  </a:lnTo>
                  <a:lnTo>
                    <a:pt x="444267" y="286651"/>
                  </a:lnTo>
                  <a:lnTo>
                    <a:pt x="444371" y="287010"/>
                  </a:lnTo>
                  <a:lnTo>
                    <a:pt x="444473" y="287279"/>
                  </a:lnTo>
                  <a:lnTo>
                    <a:pt x="444408" y="287447"/>
                  </a:lnTo>
                  <a:lnTo>
                    <a:pt x="444814" y="287818"/>
                  </a:lnTo>
                  <a:lnTo>
                    <a:pt x="445017" y="287690"/>
                  </a:lnTo>
                  <a:lnTo>
                    <a:pt x="445244" y="287341"/>
                  </a:lnTo>
                  <a:lnTo>
                    <a:pt x="445452" y="286804"/>
                  </a:lnTo>
                  <a:lnTo>
                    <a:pt x="445984" y="286759"/>
                  </a:lnTo>
                  <a:lnTo>
                    <a:pt x="446129" y="286747"/>
                  </a:lnTo>
                  <a:lnTo>
                    <a:pt x="446361" y="286719"/>
                  </a:lnTo>
                  <a:lnTo>
                    <a:pt x="446660" y="286771"/>
                  </a:lnTo>
                  <a:lnTo>
                    <a:pt x="446970" y="286807"/>
                  </a:lnTo>
                  <a:lnTo>
                    <a:pt x="447747" y="286590"/>
                  </a:lnTo>
                  <a:lnTo>
                    <a:pt x="447850" y="286274"/>
                  </a:lnTo>
                  <a:lnTo>
                    <a:pt x="448021" y="286168"/>
                  </a:lnTo>
                  <a:lnTo>
                    <a:pt x="448141" y="285921"/>
                  </a:lnTo>
                  <a:lnTo>
                    <a:pt x="448368" y="285896"/>
                  </a:lnTo>
                  <a:lnTo>
                    <a:pt x="448542" y="285821"/>
                  </a:lnTo>
                  <a:lnTo>
                    <a:pt x="448907" y="285643"/>
                  </a:lnTo>
                  <a:lnTo>
                    <a:pt x="449417" y="285939"/>
                  </a:lnTo>
                  <a:lnTo>
                    <a:pt x="449489" y="286142"/>
                  </a:lnTo>
                  <a:lnTo>
                    <a:pt x="449551" y="286419"/>
                  </a:lnTo>
                  <a:lnTo>
                    <a:pt x="449777" y="286762"/>
                  </a:lnTo>
                  <a:lnTo>
                    <a:pt x="449638" y="286957"/>
                  </a:lnTo>
                  <a:lnTo>
                    <a:pt x="449730" y="287281"/>
                  </a:lnTo>
                  <a:lnTo>
                    <a:pt x="449727" y="287554"/>
                  </a:lnTo>
                  <a:lnTo>
                    <a:pt x="449748" y="287841"/>
                  </a:lnTo>
                  <a:lnTo>
                    <a:pt x="449845" y="288119"/>
                  </a:lnTo>
                  <a:lnTo>
                    <a:pt x="449984" y="288326"/>
                  </a:lnTo>
                  <a:lnTo>
                    <a:pt x="450412" y="288528"/>
                  </a:lnTo>
                  <a:lnTo>
                    <a:pt x="450654" y="288458"/>
                  </a:lnTo>
                  <a:lnTo>
                    <a:pt x="450900" y="288649"/>
                  </a:lnTo>
                  <a:lnTo>
                    <a:pt x="451033" y="289022"/>
                  </a:lnTo>
                  <a:lnTo>
                    <a:pt x="451316" y="289311"/>
                  </a:lnTo>
                  <a:lnTo>
                    <a:pt x="451635" y="289443"/>
                  </a:lnTo>
                  <a:lnTo>
                    <a:pt x="451775" y="289491"/>
                  </a:lnTo>
                  <a:lnTo>
                    <a:pt x="451972" y="289536"/>
                  </a:lnTo>
                  <a:lnTo>
                    <a:pt x="452063" y="289779"/>
                  </a:lnTo>
                  <a:lnTo>
                    <a:pt x="452044" y="289965"/>
                  </a:lnTo>
                  <a:lnTo>
                    <a:pt x="451867" y="290316"/>
                  </a:lnTo>
                  <a:lnTo>
                    <a:pt x="451746" y="290672"/>
                  </a:lnTo>
                  <a:lnTo>
                    <a:pt x="452030" y="290905"/>
                  </a:lnTo>
                  <a:lnTo>
                    <a:pt x="452164" y="290818"/>
                  </a:lnTo>
                  <a:lnTo>
                    <a:pt x="452520" y="290918"/>
                  </a:lnTo>
                  <a:lnTo>
                    <a:pt x="452720" y="290989"/>
                  </a:lnTo>
                  <a:lnTo>
                    <a:pt x="453130" y="290979"/>
                  </a:lnTo>
                  <a:lnTo>
                    <a:pt x="453302" y="290918"/>
                  </a:lnTo>
                  <a:lnTo>
                    <a:pt x="454025" y="291071"/>
                  </a:lnTo>
                  <a:lnTo>
                    <a:pt x="454563" y="291236"/>
                  </a:lnTo>
                  <a:lnTo>
                    <a:pt x="454717" y="291535"/>
                  </a:lnTo>
                  <a:lnTo>
                    <a:pt x="454648" y="291811"/>
                  </a:lnTo>
                  <a:lnTo>
                    <a:pt x="454662" y="291957"/>
                  </a:lnTo>
                  <a:lnTo>
                    <a:pt x="455126" y="292166"/>
                  </a:lnTo>
                  <a:lnTo>
                    <a:pt x="455645" y="292428"/>
                  </a:lnTo>
                  <a:lnTo>
                    <a:pt x="455779" y="292302"/>
                  </a:lnTo>
                  <a:lnTo>
                    <a:pt x="456345" y="292184"/>
                  </a:lnTo>
                  <a:lnTo>
                    <a:pt x="456550" y="292166"/>
                  </a:lnTo>
                  <a:lnTo>
                    <a:pt x="456773" y="292494"/>
                  </a:lnTo>
                  <a:lnTo>
                    <a:pt x="456883" y="293037"/>
                  </a:lnTo>
                  <a:lnTo>
                    <a:pt x="457060" y="293467"/>
                  </a:lnTo>
                  <a:lnTo>
                    <a:pt x="457231" y="293761"/>
                  </a:lnTo>
                  <a:lnTo>
                    <a:pt x="457193" y="293915"/>
                  </a:lnTo>
                  <a:lnTo>
                    <a:pt x="457351" y="294484"/>
                  </a:lnTo>
                  <a:lnTo>
                    <a:pt x="457396" y="294788"/>
                  </a:lnTo>
                  <a:lnTo>
                    <a:pt x="457265" y="294952"/>
                  </a:lnTo>
                  <a:lnTo>
                    <a:pt x="457101" y="294889"/>
                  </a:lnTo>
                  <a:lnTo>
                    <a:pt x="456787" y="294966"/>
                  </a:lnTo>
                  <a:lnTo>
                    <a:pt x="456395" y="294880"/>
                  </a:lnTo>
                  <a:lnTo>
                    <a:pt x="455940" y="295055"/>
                  </a:lnTo>
                  <a:lnTo>
                    <a:pt x="455669" y="295176"/>
                  </a:lnTo>
                  <a:lnTo>
                    <a:pt x="455539" y="295124"/>
                  </a:lnTo>
                  <a:lnTo>
                    <a:pt x="455086" y="295264"/>
                  </a:lnTo>
                  <a:lnTo>
                    <a:pt x="454309" y="295533"/>
                  </a:lnTo>
                  <a:lnTo>
                    <a:pt x="454135" y="295784"/>
                  </a:lnTo>
                  <a:lnTo>
                    <a:pt x="453922" y="295969"/>
                  </a:lnTo>
                  <a:lnTo>
                    <a:pt x="453623" y="295989"/>
                  </a:lnTo>
                  <a:lnTo>
                    <a:pt x="453188" y="296281"/>
                  </a:lnTo>
                  <a:lnTo>
                    <a:pt x="453052" y="296312"/>
                  </a:lnTo>
                  <a:lnTo>
                    <a:pt x="453133" y="296609"/>
                  </a:lnTo>
                  <a:lnTo>
                    <a:pt x="452790" y="296819"/>
                  </a:lnTo>
                  <a:lnTo>
                    <a:pt x="452227" y="297208"/>
                  </a:lnTo>
                  <a:lnTo>
                    <a:pt x="452172" y="297475"/>
                  </a:lnTo>
                  <a:lnTo>
                    <a:pt x="451985" y="297629"/>
                  </a:lnTo>
                  <a:lnTo>
                    <a:pt x="451538" y="297608"/>
                  </a:lnTo>
                  <a:lnTo>
                    <a:pt x="451523" y="297921"/>
                  </a:lnTo>
                  <a:lnTo>
                    <a:pt x="451193" y="298411"/>
                  </a:lnTo>
                  <a:lnTo>
                    <a:pt x="450720" y="298280"/>
                  </a:lnTo>
                  <a:lnTo>
                    <a:pt x="450522" y="298283"/>
                  </a:lnTo>
                  <a:lnTo>
                    <a:pt x="450359" y="298527"/>
                  </a:lnTo>
                  <a:lnTo>
                    <a:pt x="449674" y="298613"/>
                  </a:lnTo>
                  <a:lnTo>
                    <a:pt x="449292" y="298899"/>
                  </a:lnTo>
                  <a:lnTo>
                    <a:pt x="449124" y="299156"/>
                  </a:lnTo>
                  <a:lnTo>
                    <a:pt x="448971" y="299173"/>
                  </a:lnTo>
                  <a:lnTo>
                    <a:pt x="448737" y="299184"/>
                  </a:lnTo>
                  <a:lnTo>
                    <a:pt x="448508" y="299497"/>
                  </a:lnTo>
                  <a:lnTo>
                    <a:pt x="448240" y="300107"/>
                  </a:lnTo>
                  <a:lnTo>
                    <a:pt x="448129" y="300262"/>
                  </a:lnTo>
                  <a:lnTo>
                    <a:pt x="447816" y="300440"/>
                  </a:lnTo>
                  <a:lnTo>
                    <a:pt x="447773" y="300837"/>
                  </a:lnTo>
                  <a:lnTo>
                    <a:pt x="447758" y="301058"/>
                  </a:lnTo>
                  <a:lnTo>
                    <a:pt x="447986" y="301404"/>
                  </a:lnTo>
                  <a:lnTo>
                    <a:pt x="448314" y="301607"/>
                  </a:lnTo>
                  <a:lnTo>
                    <a:pt x="448429" y="302056"/>
                  </a:lnTo>
                  <a:lnTo>
                    <a:pt x="448620" y="302504"/>
                  </a:lnTo>
                  <a:lnTo>
                    <a:pt x="448342" y="302751"/>
                  </a:lnTo>
                  <a:lnTo>
                    <a:pt x="448153" y="302789"/>
                  </a:lnTo>
                  <a:lnTo>
                    <a:pt x="448281" y="303328"/>
                  </a:lnTo>
                  <a:lnTo>
                    <a:pt x="448580" y="303476"/>
                  </a:lnTo>
                  <a:lnTo>
                    <a:pt x="448829" y="303427"/>
                  </a:lnTo>
                  <a:lnTo>
                    <a:pt x="448680" y="303846"/>
                  </a:lnTo>
                  <a:lnTo>
                    <a:pt x="448404" y="304013"/>
                  </a:lnTo>
                  <a:lnTo>
                    <a:pt x="448011" y="304213"/>
                  </a:lnTo>
                  <a:lnTo>
                    <a:pt x="448006" y="304351"/>
                  </a:lnTo>
                  <a:lnTo>
                    <a:pt x="447849" y="304707"/>
                  </a:lnTo>
                  <a:lnTo>
                    <a:pt x="447535" y="304730"/>
                  </a:lnTo>
                  <a:lnTo>
                    <a:pt x="447408" y="304606"/>
                  </a:lnTo>
                  <a:lnTo>
                    <a:pt x="447218" y="304631"/>
                  </a:lnTo>
                  <a:lnTo>
                    <a:pt x="447058" y="304750"/>
                  </a:lnTo>
                  <a:lnTo>
                    <a:pt x="446460" y="304823"/>
                  </a:lnTo>
                  <a:lnTo>
                    <a:pt x="446211" y="304662"/>
                  </a:lnTo>
                  <a:lnTo>
                    <a:pt x="445907" y="304495"/>
                  </a:lnTo>
                  <a:lnTo>
                    <a:pt x="445199" y="304660"/>
                  </a:lnTo>
                  <a:lnTo>
                    <a:pt x="444821" y="305454"/>
                  </a:lnTo>
                  <a:lnTo>
                    <a:pt x="444764" y="306119"/>
                  </a:lnTo>
                  <a:lnTo>
                    <a:pt x="444633" y="306229"/>
                  </a:lnTo>
                  <a:lnTo>
                    <a:pt x="444502" y="306547"/>
                  </a:lnTo>
                  <a:lnTo>
                    <a:pt x="444460" y="306725"/>
                  </a:lnTo>
                  <a:lnTo>
                    <a:pt x="444367" y="306894"/>
                  </a:lnTo>
                  <a:lnTo>
                    <a:pt x="444306" y="307531"/>
                  </a:lnTo>
                  <a:lnTo>
                    <a:pt x="444185" y="308164"/>
                  </a:lnTo>
                  <a:lnTo>
                    <a:pt x="444521" y="308357"/>
                  </a:lnTo>
                  <a:lnTo>
                    <a:pt x="444628" y="308587"/>
                  </a:lnTo>
                  <a:lnTo>
                    <a:pt x="444785" y="308930"/>
                  </a:lnTo>
                  <a:lnTo>
                    <a:pt x="445082" y="309136"/>
                  </a:lnTo>
                  <a:lnTo>
                    <a:pt x="445364" y="309217"/>
                  </a:lnTo>
                  <a:lnTo>
                    <a:pt x="445664" y="309440"/>
                  </a:lnTo>
                  <a:lnTo>
                    <a:pt x="445696" y="309727"/>
                  </a:lnTo>
                  <a:lnTo>
                    <a:pt x="445807" y="310120"/>
                  </a:lnTo>
                  <a:lnTo>
                    <a:pt x="446020" y="310298"/>
                  </a:lnTo>
                  <a:lnTo>
                    <a:pt x="446236" y="310289"/>
                  </a:lnTo>
                  <a:lnTo>
                    <a:pt x="446375" y="310492"/>
                  </a:lnTo>
                  <a:lnTo>
                    <a:pt x="446359" y="310654"/>
                  </a:lnTo>
                  <a:lnTo>
                    <a:pt x="446394" y="310847"/>
                  </a:lnTo>
                  <a:lnTo>
                    <a:pt x="446429" y="311158"/>
                  </a:lnTo>
                  <a:lnTo>
                    <a:pt x="446241" y="311250"/>
                  </a:lnTo>
                  <a:lnTo>
                    <a:pt x="446072" y="311439"/>
                  </a:lnTo>
                  <a:lnTo>
                    <a:pt x="446386" y="312029"/>
                  </a:lnTo>
                  <a:lnTo>
                    <a:pt x="446494" y="312245"/>
                  </a:lnTo>
                  <a:lnTo>
                    <a:pt x="446780" y="312450"/>
                  </a:lnTo>
                  <a:lnTo>
                    <a:pt x="446832" y="312304"/>
                  </a:lnTo>
                  <a:lnTo>
                    <a:pt x="447016" y="311952"/>
                  </a:lnTo>
                  <a:lnTo>
                    <a:pt x="447361" y="312195"/>
                  </a:lnTo>
                  <a:lnTo>
                    <a:pt x="447894" y="312198"/>
                  </a:lnTo>
                  <a:lnTo>
                    <a:pt x="448098" y="312480"/>
                  </a:lnTo>
                  <a:lnTo>
                    <a:pt x="448180" y="312730"/>
                  </a:lnTo>
                  <a:lnTo>
                    <a:pt x="448380" y="312737"/>
                  </a:lnTo>
                  <a:lnTo>
                    <a:pt x="448632" y="312789"/>
                  </a:lnTo>
                  <a:lnTo>
                    <a:pt x="449130" y="313113"/>
                  </a:lnTo>
                  <a:lnTo>
                    <a:pt x="449181" y="313416"/>
                  </a:lnTo>
                  <a:lnTo>
                    <a:pt x="449057" y="313544"/>
                  </a:lnTo>
                  <a:lnTo>
                    <a:pt x="448977" y="313701"/>
                  </a:lnTo>
                  <a:lnTo>
                    <a:pt x="449162" y="313923"/>
                  </a:lnTo>
                  <a:lnTo>
                    <a:pt x="449322" y="314491"/>
                  </a:lnTo>
                  <a:lnTo>
                    <a:pt x="449716" y="315067"/>
                  </a:lnTo>
                  <a:lnTo>
                    <a:pt x="449862" y="315064"/>
                  </a:lnTo>
                  <a:lnTo>
                    <a:pt x="450119" y="315371"/>
                  </a:lnTo>
                  <a:lnTo>
                    <a:pt x="450244" y="315717"/>
                  </a:lnTo>
                  <a:lnTo>
                    <a:pt x="450312" y="315961"/>
                  </a:lnTo>
                  <a:lnTo>
                    <a:pt x="450692" y="316226"/>
                  </a:lnTo>
                  <a:lnTo>
                    <a:pt x="450835" y="316177"/>
                  </a:lnTo>
                  <a:lnTo>
                    <a:pt x="451011" y="316230"/>
                  </a:lnTo>
                  <a:lnTo>
                    <a:pt x="450731" y="316549"/>
                  </a:lnTo>
                  <a:lnTo>
                    <a:pt x="450451" y="316759"/>
                  </a:lnTo>
                  <a:lnTo>
                    <a:pt x="450316" y="317257"/>
                  </a:lnTo>
                  <a:lnTo>
                    <a:pt x="450159" y="317376"/>
                  </a:lnTo>
                  <a:lnTo>
                    <a:pt x="450150" y="317610"/>
                  </a:lnTo>
                  <a:lnTo>
                    <a:pt x="449924" y="317876"/>
                  </a:lnTo>
                  <a:lnTo>
                    <a:pt x="450090" y="318537"/>
                  </a:lnTo>
                  <a:lnTo>
                    <a:pt x="449828" y="318948"/>
                  </a:lnTo>
                  <a:lnTo>
                    <a:pt x="449797" y="319117"/>
                  </a:lnTo>
                  <a:lnTo>
                    <a:pt x="449822" y="319448"/>
                  </a:lnTo>
                  <a:lnTo>
                    <a:pt x="449966" y="319480"/>
                  </a:lnTo>
                  <a:lnTo>
                    <a:pt x="450250" y="319523"/>
                  </a:lnTo>
                  <a:lnTo>
                    <a:pt x="450470" y="319690"/>
                  </a:lnTo>
                  <a:lnTo>
                    <a:pt x="450654" y="319752"/>
                  </a:lnTo>
                  <a:lnTo>
                    <a:pt x="450805" y="319979"/>
                  </a:lnTo>
                  <a:lnTo>
                    <a:pt x="450869" y="320180"/>
                  </a:lnTo>
                  <a:lnTo>
                    <a:pt x="450912" y="320507"/>
                  </a:lnTo>
                  <a:lnTo>
                    <a:pt x="451067" y="320557"/>
                  </a:lnTo>
                  <a:lnTo>
                    <a:pt x="451234" y="320532"/>
                  </a:lnTo>
                  <a:lnTo>
                    <a:pt x="451647" y="320558"/>
                  </a:lnTo>
                  <a:lnTo>
                    <a:pt x="451948" y="320599"/>
                  </a:lnTo>
                  <a:lnTo>
                    <a:pt x="451994" y="320740"/>
                  </a:lnTo>
                  <a:lnTo>
                    <a:pt x="451903" y="320929"/>
                  </a:lnTo>
                  <a:lnTo>
                    <a:pt x="451598" y="321057"/>
                  </a:lnTo>
                  <a:lnTo>
                    <a:pt x="451422" y="320919"/>
                  </a:lnTo>
                  <a:lnTo>
                    <a:pt x="450939" y="321201"/>
                  </a:lnTo>
                  <a:lnTo>
                    <a:pt x="450769" y="321581"/>
                  </a:lnTo>
                  <a:lnTo>
                    <a:pt x="450490" y="321973"/>
                  </a:lnTo>
                  <a:lnTo>
                    <a:pt x="450316" y="322041"/>
                  </a:lnTo>
                  <a:lnTo>
                    <a:pt x="450018" y="322198"/>
                  </a:lnTo>
                  <a:lnTo>
                    <a:pt x="449677" y="322502"/>
                  </a:lnTo>
                  <a:lnTo>
                    <a:pt x="449495" y="322592"/>
                  </a:lnTo>
                  <a:lnTo>
                    <a:pt x="449372" y="322883"/>
                  </a:lnTo>
                  <a:lnTo>
                    <a:pt x="449456" y="323023"/>
                  </a:lnTo>
                  <a:lnTo>
                    <a:pt x="449592" y="323230"/>
                  </a:lnTo>
                  <a:lnTo>
                    <a:pt x="449804" y="323620"/>
                  </a:lnTo>
                  <a:lnTo>
                    <a:pt x="449779" y="323831"/>
                  </a:lnTo>
                  <a:lnTo>
                    <a:pt x="449898" y="324227"/>
                  </a:lnTo>
                  <a:lnTo>
                    <a:pt x="450173" y="324302"/>
                  </a:lnTo>
                  <a:lnTo>
                    <a:pt x="450247" y="324457"/>
                  </a:lnTo>
                  <a:lnTo>
                    <a:pt x="450331" y="324776"/>
                  </a:lnTo>
                  <a:lnTo>
                    <a:pt x="450744" y="324818"/>
                  </a:lnTo>
                  <a:lnTo>
                    <a:pt x="450780" y="325055"/>
                  </a:lnTo>
                  <a:lnTo>
                    <a:pt x="450614" y="325562"/>
                  </a:lnTo>
                  <a:lnTo>
                    <a:pt x="450386" y="326237"/>
                  </a:lnTo>
                  <a:lnTo>
                    <a:pt x="450229" y="326325"/>
                  </a:lnTo>
                  <a:lnTo>
                    <a:pt x="450507" y="326521"/>
                  </a:lnTo>
                  <a:lnTo>
                    <a:pt x="450988" y="326672"/>
                  </a:lnTo>
                  <a:lnTo>
                    <a:pt x="451268" y="326687"/>
                  </a:lnTo>
                  <a:lnTo>
                    <a:pt x="451494" y="326726"/>
                  </a:lnTo>
                  <a:lnTo>
                    <a:pt x="451576" y="326596"/>
                  </a:lnTo>
                  <a:lnTo>
                    <a:pt x="451773" y="326375"/>
                  </a:lnTo>
                  <a:lnTo>
                    <a:pt x="451836" y="326518"/>
                  </a:lnTo>
                  <a:lnTo>
                    <a:pt x="452116" y="326408"/>
                  </a:lnTo>
                  <a:lnTo>
                    <a:pt x="452372" y="326447"/>
                  </a:lnTo>
                  <a:lnTo>
                    <a:pt x="452463" y="326605"/>
                  </a:lnTo>
                  <a:lnTo>
                    <a:pt x="452612" y="326724"/>
                  </a:lnTo>
                  <a:lnTo>
                    <a:pt x="452956" y="326727"/>
                  </a:lnTo>
                  <a:lnTo>
                    <a:pt x="453377" y="327057"/>
                  </a:lnTo>
                  <a:lnTo>
                    <a:pt x="453693" y="327284"/>
                  </a:lnTo>
                  <a:lnTo>
                    <a:pt x="453879" y="327421"/>
                  </a:lnTo>
                  <a:lnTo>
                    <a:pt x="453976" y="328290"/>
                  </a:lnTo>
                  <a:lnTo>
                    <a:pt x="453732" y="328482"/>
                  </a:lnTo>
                  <a:lnTo>
                    <a:pt x="454066" y="328721"/>
                  </a:lnTo>
                  <a:lnTo>
                    <a:pt x="454362" y="328956"/>
                  </a:lnTo>
                  <a:lnTo>
                    <a:pt x="455004" y="329686"/>
                  </a:lnTo>
                  <a:lnTo>
                    <a:pt x="455503" y="329920"/>
                  </a:lnTo>
                  <a:lnTo>
                    <a:pt x="455676" y="330087"/>
                  </a:lnTo>
                  <a:lnTo>
                    <a:pt x="455818" y="330215"/>
                  </a:lnTo>
                  <a:lnTo>
                    <a:pt x="456031" y="330408"/>
                  </a:lnTo>
                  <a:lnTo>
                    <a:pt x="456370" y="330466"/>
                  </a:lnTo>
                  <a:lnTo>
                    <a:pt x="456427" y="330712"/>
                  </a:lnTo>
                  <a:lnTo>
                    <a:pt x="456563" y="330833"/>
                  </a:lnTo>
                  <a:lnTo>
                    <a:pt x="456867" y="331024"/>
                  </a:lnTo>
                  <a:lnTo>
                    <a:pt x="457118" y="331142"/>
                  </a:lnTo>
                  <a:lnTo>
                    <a:pt x="457131" y="331785"/>
                  </a:lnTo>
                  <a:lnTo>
                    <a:pt x="457210" y="331967"/>
                  </a:lnTo>
                  <a:lnTo>
                    <a:pt x="456914" y="332203"/>
                  </a:lnTo>
                  <a:lnTo>
                    <a:pt x="456699" y="332401"/>
                  </a:lnTo>
                  <a:lnTo>
                    <a:pt x="456792" y="332727"/>
                  </a:lnTo>
                  <a:lnTo>
                    <a:pt x="456788" y="332985"/>
                  </a:lnTo>
                  <a:lnTo>
                    <a:pt x="456903" y="333138"/>
                  </a:lnTo>
                  <a:lnTo>
                    <a:pt x="456989" y="333366"/>
                  </a:lnTo>
                  <a:lnTo>
                    <a:pt x="457067" y="333991"/>
                  </a:lnTo>
                  <a:lnTo>
                    <a:pt x="457105" y="334289"/>
                  </a:lnTo>
                  <a:lnTo>
                    <a:pt x="457291" y="334523"/>
                  </a:lnTo>
                  <a:lnTo>
                    <a:pt x="457383" y="334718"/>
                  </a:lnTo>
                  <a:lnTo>
                    <a:pt x="457390" y="334937"/>
                  </a:lnTo>
                  <a:lnTo>
                    <a:pt x="457581" y="334860"/>
                  </a:lnTo>
                  <a:lnTo>
                    <a:pt x="457838" y="334957"/>
                  </a:lnTo>
                  <a:lnTo>
                    <a:pt x="458017" y="335354"/>
                  </a:lnTo>
                  <a:lnTo>
                    <a:pt x="457947" y="335494"/>
                  </a:lnTo>
                  <a:lnTo>
                    <a:pt x="457910" y="335694"/>
                  </a:lnTo>
                  <a:lnTo>
                    <a:pt x="457973" y="335963"/>
                  </a:lnTo>
                  <a:lnTo>
                    <a:pt x="458147" y="336262"/>
                  </a:lnTo>
                  <a:lnTo>
                    <a:pt x="457972" y="336438"/>
                  </a:lnTo>
                  <a:lnTo>
                    <a:pt x="457806" y="336539"/>
                  </a:lnTo>
                  <a:lnTo>
                    <a:pt x="457794" y="336774"/>
                  </a:lnTo>
                  <a:lnTo>
                    <a:pt x="457790" y="337012"/>
                  </a:lnTo>
                  <a:lnTo>
                    <a:pt x="457914" y="337295"/>
                  </a:lnTo>
                  <a:lnTo>
                    <a:pt x="458066" y="337555"/>
                  </a:lnTo>
                  <a:lnTo>
                    <a:pt x="457726" y="337949"/>
                  </a:lnTo>
                  <a:lnTo>
                    <a:pt x="457584" y="338144"/>
                  </a:lnTo>
                  <a:lnTo>
                    <a:pt x="457943" y="338761"/>
                  </a:lnTo>
                  <a:lnTo>
                    <a:pt x="457939" y="339007"/>
                  </a:lnTo>
                  <a:lnTo>
                    <a:pt x="457936" y="339230"/>
                  </a:lnTo>
                  <a:lnTo>
                    <a:pt x="458184" y="339522"/>
                  </a:lnTo>
                  <a:lnTo>
                    <a:pt x="457843" y="340037"/>
                  </a:lnTo>
                  <a:lnTo>
                    <a:pt x="457859" y="340298"/>
                  </a:lnTo>
                  <a:lnTo>
                    <a:pt x="457825" y="340564"/>
                  </a:lnTo>
                  <a:lnTo>
                    <a:pt x="457738" y="340808"/>
                  </a:lnTo>
                  <a:lnTo>
                    <a:pt x="457750" y="341169"/>
                  </a:lnTo>
                  <a:lnTo>
                    <a:pt x="457726" y="341928"/>
                  </a:lnTo>
                  <a:lnTo>
                    <a:pt x="457722" y="342302"/>
                  </a:lnTo>
                  <a:lnTo>
                    <a:pt x="457555" y="342702"/>
                  </a:lnTo>
                  <a:lnTo>
                    <a:pt x="457567" y="343152"/>
                  </a:lnTo>
                  <a:lnTo>
                    <a:pt x="457731" y="343296"/>
                  </a:lnTo>
                  <a:lnTo>
                    <a:pt x="459864" y="346322"/>
                  </a:lnTo>
                  <a:lnTo>
                    <a:pt x="459996" y="346159"/>
                  </a:lnTo>
                  <a:lnTo>
                    <a:pt x="459779" y="346628"/>
                  </a:lnTo>
                  <a:lnTo>
                    <a:pt x="460053" y="347164"/>
                  </a:lnTo>
                  <a:lnTo>
                    <a:pt x="460124" y="347358"/>
                  </a:lnTo>
                  <a:lnTo>
                    <a:pt x="460116" y="347760"/>
                  </a:lnTo>
                  <a:lnTo>
                    <a:pt x="459982" y="347855"/>
                  </a:lnTo>
                  <a:lnTo>
                    <a:pt x="459927" y="348448"/>
                  </a:lnTo>
                  <a:lnTo>
                    <a:pt x="459966" y="348697"/>
                  </a:lnTo>
                  <a:lnTo>
                    <a:pt x="460187" y="349511"/>
                  </a:lnTo>
                  <a:lnTo>
                    <a:pt x="460133" y="349862"/>
                  </a:lnTo>
                  <a:lnTo>
                    <a:pt x="459230" y="350314"/>
                  </a:lnTo>
                  <a:lnTo>
                    <a:pt x="458950" y="350493"/>
                  </a:lnTo>
                  <a:lnTo>
                    <a:pt x="458626" y="350739"/>
                  </a:lnTo>
                  <a:lnTo>
                    <a:pt x="457630" y="351546"/>
                  </a:lnTo>
                  <a:lnTo>
                    <a:pt x="457348" y="351861"/>
                  </a:lnTo>
                  <a:lnTo>
                    <a:pt x="457189" y="352079"/>
                  </a:lnTo>
                  <a:lnTo>
                    <a:pt x="457067" y="352250"/>
                  </a:lnTo>
                  <a:lnTo>
                    <a:pt x="456342" y="353076"/>
                  </a:lnTo>
                  <a:lnTo>
                    <a:pt x="455579" y="353449"/>
                  </a:lnTo>
                  <a:lnTo>
                    <a:pt x="455442" y="353484"/>
                  </a:lnTo>
                  <a:lnTo>
                    <a:pt x="455123" y="353592"/>
                  </a:lnTo>
                  <a:lnTo>
                    <a:pt x="454584" y="353885"/>
                  </a:lnTo>
                  <a:lnTo>
                    <a:pt x="454444" y="353933"/>
                  </a:lnTo>
                  <a:lnTo>
                    <a:pt x="453200" y="354506"/>
                  </a:lnTo>
                  <a:lnTo>
                    <a:pt x="452953" y="354606"/>
                  </a:lnTo>
                  <a:lnTo>
                    <a:pt x="452748" y="354669"/>
                  </a:lnTo>
                  <a:lnTo>
                    <a:pt x="452407" y="354746"/>
                  </a:lnTo>
                  <a:lnTo>
                    <a:pt x="451723" y="354833"/>
                  </a:lnTo>
                  <a:lnTo>
                    <a:pt x="451457" y="354845"/>
                  </a:lnTo>
                  <a:lnTo>
                    <a:pt x="451205" y="354813"/>
                  </a:lnTo>
                  <a:lnTo>
                    <a:pt x="450202" y="354589"/>
                  </a:lnTo>
                  <a:lnTo>
                    <a:pt x="449594" y="354399"/>
                  </a:lnTo>
                  <a:lnTo>
                    <a:pt x="449146" y="354238"/>
                  </a:lnTo>
                  <a:lnTo>
                    <a:pt x="447661" y="353639"/>
                  </a:lnTo>
                  <a:lnTo>
                    <a:pt x="447212" y="353413"/>
                  </a:lnTo>
                  <a:lnTo>
                    <a:pt x="446933" y="353236"/>
                  </a:lnTo>
                  <a:lnTo>
                    <a:pt x="446117" y="352623"/>
                  </a:lnTo>
                  <a:lnTo>
                    <a:pt x="445776" y="352383"/>
                  </a:lnTo>
                  <a:lnTo>
                    <a:pt x="445461" y="352199"/>
                  </a:lnTo>
                  <a:lnTo>
                    <a:pt x="445005" y="351861"/>
                  </a:lnTo>
                  <a:lnTo>
                    <a:pt x="444523" y="351433"/>
                  </a:lnTo>
                  <a:lnTo>
                    <a:pt x="444197" y="351089"/>
                  </a:lnTo>
                  <a:lnTo>
                    <a:pt x="443907" y="350816"/>
                  </a:lnTo>
                  <a:lnTo>
                    <a:pt x="443605" y="350738"/>
                  </a:lnTo>
                  <a:lnTo>
                    <a:pt x="443233" y="350439"/>
                  </a:lnTo>
                  <a:lnTo>
                    <a:pt x="442594" y="349899"/>
                  </a:lnTo>
                  <a:lnTo>
                    <a:pt x="441994" y="349391"/>
                  </a:lnTo>
                  <a:lnTo>
                    <a:pt x="441511" y="349078"/>
                  </a:lnTo>
                  <a:lnTo>
                    <a:pt x="441050" y="348880"/>
                  </a:lnTo>
                  <a:lnTo>
                    <a:pt x="440920" y="348839"/>
                  </a:lnTo>
                  <a:lnTo>
                    <a:pt x="440637" y="348792"/>
                  </a:lnTo>
                  <a:lnTo>
                    <a:pt x="440384" y="348787"/>
                  </a:lnTo>
                  <a:lnTo>
                    <a:pt x="440171" y="348821"/>
                  </a:lnTo>
                  <a:lnTo>
                    <a:pt x="439528" y="348978"/>
                  </a:lnTo>
                  <a:lnTo>
                    <a:pt x="438677" y="349301"/>
                  </a:lnTo>
                  <a:lnTo>
                    <a:pt x="438471" y="349349"/>
                  </a:lnTo>
                  <a:lnTo>
                    <a:pt x="438202" y="349368"/>
                  </a:lnTo>
                  <a:lnTo>
                    <a:pt x="437946" y="349362"/>
                  </a:lnTo>
                  <a:lnTo>
                    <a:pt x="437426" y="349328"/>
                  </a:lnTo>
                  <a:lnTo>
                    <a:pt x="436963" y="349255"/>
                  </a:lnTo>
                  <a:lnTo>
                    <a:pt x="436745" y="349240"/>
                  </a:lnTo>
                  <a:lnTo>
                    <a:pt x="436088" y="349290"/>
                  </a:lnTo>
                  <a:lnTo>
                    <a:pt x="435185" y="349277"/>
                  </a:lnTo>
                  <a:lnTo>
                    <a:pt x="434045" y="349187"/>
                  </a:lnTo>
                  <a:lnTo>
                    <a:pt x="433693" y="349134"/>
                  </a:lnTo>
                  <a:lnTo>
                    <a:pt x="433437" y="349071"/>
                  </a:lnTo>
                  <a:lnTo>
                    <a:pt x="433195" y="349934"/>
                  </a:lnTo>
                  <a:lnTo>
                    <a:pt x="432659" y="350086"/>
                  </a:lnTo>
                  <a:lnTo>
                    <a:pt x="432237" y="350231"/>
                  </a:lnTo>
                  <a:lnTo>
                    <a:pt x="431938" y="351082"/>
                  </a:lnTo>
                  <a:lnTo>
                    <a:pt x="431927" y="351549"/>
                  </a:lnTo>
                  <a:lnTo>
                    <a:pt x="431746" y="351610"/>
                  </a:lnTo>
                  <a:lnTo>
                    <a:pt x="431915" y="351996"/>
                  </a:lnTo>
                  <a:lnTo>
                    <a:pt x="431638" y="352377"/>
                  </a:lnTo>
                  <a:lnTo>
                    <a:pt x="431478" y="352394"/>
                  </a:lnTo>
                  <a:lnTo>
                    <a:pt x="431406" y="352553"/>
                  </a:lnTo>
                  <a:lnTo>
                    <a:pt x="431474" y="352980"/>
                  </a:lnTo>
                  <a:lnTo>
                    <a:pt x="431673" y="352978"/>
                  </a:lnTo>
                  <a:lnTo>
                    <a:pt x="431836" y="353030"/>
                  </a:lnTo>
                  <a:lnTo>
                    <a:pt x="431953" y="353256"/>
                  </a:lnTo>
                  <a:lnTo>
                    <a:pt x="431930" y="353477"/>
                  </a:lnTo>
                  <a:lnTo>
                    <a:pt x="431876" y="353726"/>
                  </a:lnTo>
                  <a:lnTo>
                    <a:pt x="431774" y="353918"/>
                  </a:lnTo>
                  <a:lnTo>
                    <a:pt x="431666" y="354079"/>
                  </a:lnTo>
                  <a:lnTo>
                    <a:pt x="431428" y="354326"/>
                  </a:lnTo>
                  <a:lnTo>
                    <a:pt x="431281" y="354298"/>
                  </a:lnTo>
                  <a:lnTo>
                    <a:pt x="431096" y="354296"/>
                  </a:lnTo>
                  <a:lnTo>
                    <a:pt x="431035" y="354511"/>
                  </a:lnTo>
                  <a:lnTo>
                    <a:pt x="430825" y="354780"/>
                  </a:lnTo>
                  <a:lnTo>
                    <a:pt x="430568" y="354697"/>
                  </a:lnTo>
                  <a:lnTo>
                    <a:pt x="430380" y="354999"/>
                  </a:lnTo>
                  <a:lnTo>
                    <a:pt x="430255" y="355237"/>
                  </a:lnTo>
                  <a:lnTo>
                    <a:pt x="429897" y="355306"/>
                  </a:lnTo>
                  <a:lnTo>
                    <a:pt x="429685" y="355807"/>
                  </a:lnTo>
                  <a:lnTo>
                    <a:pt x="429467" y="355990"/>
                  </a:lnTo>
                  <a:lnTo>
                    <a:pt x="429440" y="356385"/>
                  </a:lnTo>
                  <a:lnTo>
                    <a:pt x="429489" y="356513"/>
                  </a:lnTo>
                  <a:lnTo>
                    <a:pt x="428981" y="356919"/>
                  </a:lnTo>
                  <a:lnTo>
                    <a:pt x="428658" y="356900"/>
                  </a:lnTo>
                  <a:lnTo>
                    <a:pt x="428294" y="357092"/>
                  </a:lnTo>
                  <a:lnTo>
                    <a:pt x="427834" y="357423"/>
                  </a:lnTo>
                  <a:lnTo>
                    <a:pt x="427535" y="357698"/>
                  </a:lnTo>
                  <a:lnTo>
                    <a:pt x="427332" y="357910"/>
                  </a:lnTo>
                  <a:lnTo>
                    <a:pt x="426756" y="358305"/>
                  </a:lnTo>
                  <a:lnTo>
                    <a:pt x="425880" y="358430"/>
                  </a:lnTo>
                  <a:lnTo>
                    <a:pt x="425727" y="358463"/>
                  </a:lnTo>
                  <a:lnTo>
                    <a:pt x="425497" y="358523"/>
                  </a:lnTo>
                  <a:lnTo>
                    <a:pt x="425291" y="358941"/>
                  </a:lnTo>
                  <a:lnTo>
                    <a:pt x="425053" y="359009"/>
                  </a:lnTo>
                  <a:lnTo>
                    <a:pt x="424861" y="358935"/>
                  </a:lnTo>
                  <a:lnTo>
                    <a:pt x="424605" y="359049"/>
                  </a:lnTo>
                  <a:lnTo>
                    <a:pt x="424324" y="359311"/>
                  </a:lnTo>
                  <a:lnTo>
                    <a:pt x="424190" y="359416"/>
                  </a:lnTo>
                  <a:lnTo>
                    <a:pt x="423987" y="359551"/>
                  </a:lnTo>
                  <a:lnTo>
                    <a:pt x="423719" y="359693"/>
                  </a:lnTo>
                  <a:lnTo>
                    <a:pt x="423454" y="359573"/>
                  </a:lnTo>
                  <a:lnTo>
                    <a:pt x="423319" y="359609"/>
                  </a:lnTo>
                  <a:lnTo>
                    <a:pt x="423171" y="359615"/>
                  </a:lnTo>
                  <a:lnTo>
                    <a:pt x="422948" y="359230"/>
                  </a:lnTo>
                  <a:lnTo>
                    <a:pt x="422589" y="358894"/>
                  </a:lnTo>
                  <a:lnTo>
                    <a:pt x="422696" y="358651"/>
                  </a:lnTo>
                  <a:lnTo>
                    <a:pt x="422948" y="358563"/>
                  </a:lnTo>
                  <a:lnTo>
                    <a:pt x="423309" y="358241"/>
                  </a:lnTo>
                  <a:lnTo>
                    <a:pt x="423124" y="358056"/>
                  </a:lnTo>
                  <a:lnTo>
                    <a:pt x="422803" y="357947"/>
                  </a:lnTo>
                  <a:lnTo>
                    <a:pt x="422470" y="357886"/>
                  </a:lnTo>
                  <a:lnTo>
                    <a:pt x="422124" y="358054"/>
                  </a:lnTo>
                  <a:lnTo>
                    <a:pt x="421903" y="358079"/>
                  </a:lnTo>
                  <a:lnTo>
                    <a:pt x="421479" y="358222"/>
                  </a:lnTo>
                  <a:lnTo>
                    <a:pt x="421319" y="358211"/>
                  </a:lnTo>
                  <a:lnTo>
                    <a:pt x="420865" y="358180"/>
                  </a:lnTo>
                  <a:lnTo>
                    <a:pt x="420618" y="358177"/>
                  </a:lnTo>
                  <a:lnTo>
                    <a:pt x="420480" y="358157"/>
                  </a:lnTo>
                  <a:lnTo>
                    <a:pt x="420330" y="358100"/>
                  </a:lnTo>
                  <a:lnTo>
                    <a:pt x="420150" y="358066"/>
                  </a:lnTo>
                  <a:lnTo>
                    <a:pt x="419782" y="358026"/>
                  </a:lnTo>
                  <a:lnTo>
                    <a:pt x="419311" y="358036"/>
                  </a:lnTo>
                  <a:lnTo>
                    <a:pt x="418894" y="357964"/>
                  </a:lnTo>
                  <a:lnTo>
                    <a:pt x="418610" y="358011"/>
                  </a:lnTo>
                  <a:lnTo>
                    <a:pt x="418463" y="357942"/>
                  </a:lnTo>
                  <a:lnTo>
                    <a:pt x="418213" y="357917"/>
                  </a:lnTo>
                  <a:lnTo>
                    <a:pt x="418002" y="357873"/>
                  </a:lnTo>
                  <a:lnTo>
                    <a:pt x="417730" y="357597"/>
                  </a:lnTo>
                  <a:lnTo>
                    <a:pt x="417452" y="357200"/>
                  </a:lnTo>
                  <a:lnTo>
                    <a:pt x="417123" y="356752"/>
                  </a:lnTo>
                  <a:lnTo>
                    <a:pt x="416454" y="356783"/>
                  </a:lnTo>
                  <a:lnTo>
                    <a:pt x="416343" y="357279"/>
                  </a:lnTo>
                  <a:lnTo>
                    <a:pt x="416160" y="357597"/>
                  </a:lnTo>
                  <a:lnTo>
                    <a:pt x="416281" y="357888"/>
                  </a:lnTo>
                  <a:lnTo>
                    <a:pt x="416622" y="358071"/>
                  </a:lnTo>
                  <a:lnTo>
                    <a:pt x="416853" y="358241"/>
                  </a:lnTo>
                  <a:lnTo>
                    <a:pt x="417226" y="358312"/>
                  </a:lnTo>
                  <a:lnTo>
                    <a:pt x="417624" y="358211"/>
                  </a:lnTo>
                  <a:lnTo>
                    <a:pt x="417638" y="358363"/>
                  </a:lnTo>
                  <a:lnTo>
                    <a:pt x="417668" y="358499"/>
                  </a:lnTo>
                  <a:lnTo>
                    <a:pt x="417814" y="358907"/>
                  </a:lnTo>
                  <a:lnTo>
                    <a:pt x="417676" y="358950"/>
                  </a:lnTo>
                  <a:lnTo>
                    <a:pt x="417391" y="358938"/>
                  </a:lnTo>
                  <a:lnTo>
                    <a:pt x="417272" y="359330"/>
                  </a:lnTo>
                  <a:lnTo>
                    <a:pt x="417085" y="360425"/>
                  </a:lnTo>
                  <a:lnTo>
                    <a:pt x="417091" y="360705"/>
                  </a:lnTo>
                  <a:lnTo>
                    <a:pt x="416815" y="360770"/>
                  </a:lnTo>
                  <a:lnTo>
                    <a:pt x="416638" y="360969"/>
                  </a:lnTo>
                  <a:lnTo>
                    <a:pt x="416957" y="361010"/>
                  </a:lnTo>
                  <a:lnTo>
                    <a:pt x="417342" y="361198"/>
                  </a:lnTo>
                  <a:lnTo>
                    <a:pt x="417472" y="361120"/>
                  </a:lnTo>
                  <a:lnTo>
                    <a:pt x="417690" y="360901"/>
                  </a:lnTo>
                  <a:lnTo>
                    <a:pt x="417908" y="360845"/>
                  </a:lnTo>
                  <a:lnTo>
                    <a:pt x="418082" y="360822"/>
                  </a:lnTo>
                  <a:lnTo>
                    <a:pt x="418343" y="360586"/>
                  </a:lnTo>
                  <a:lnTo>
                    <a:pt x="418581" y="360630"/>
                  </a:lnTo>
                  <a:lnTo>
                    <a:pt x="419096" y="360803"/>
                  </a:lnTo>
                  <a:lnTo>
                    <a:pt x="419064" y="361227"/>
                  </a:lnTo>
                  <a:lnTo>
                    <a:pt x="418738" y="361308"/>
                  </a:lnTo>
                  <a:lnTo>
                    <a:pt x="418287" y="361531"/>
                  </a:lnTo>
                  <a:lnTo>
                    <a:pt x="418149" y="361891"/>
                  </a:lnTo>
                  <a:lnTo>
                    <a:pt x="418172" y="362051"/>
                  </a:lnTo>
                  <a:lnTo>
                    <a:pt x="418305" y="362220"/>
                  </a:lnTo>
                  <a:lnTo>
                    <a:pt x="418290" y="362549"/>
                  </a:lnTo>
                  <a:lnTo>
                    <a:pt x="418141" y="363151"/>
                  </a:lnTo>
                  <a:lnTo>
                    <a:pt x="418066" y="363355"/>
                  </a:lnTo>
                  <a:lnTo>
                    <a:pt x="418147" y="363652"/>
                  </a:lnTo>
                  <a:lnTo>
                    <a:pt x="417874" y="364019"/>
                  </a:lnTo>
                  <a:lnTo>
                    <a:pt x="418039" y="364111"/>
                  </a:lnTo>
                  <a:lnTo>
                    <a:pt x="418195" y="364266"/>
                  </a:lnTo>
                  <a:lnTo>
                    <a:pt x="418228" y="364623"/>
                  </a:lnTo>
                  <a:lnTo>
                    <a:pt x="418334" y="364910"/>
                  </a:lnTo>
                  <a:lnTo>
                    <a:pt x="418184" y="365258"/>
                  </a:lnTo>
                  <a:lnTo>
                    <a:pt x="417875" y="365197"/>
                  </a:lnTo>
                  <a:lnTo>
                    <a:pt x="417514" y="365033"/>
                  </a:lnTo>
                  <a:lnTo>
                    <a:pt x="417269" y="364992"/>
                  </a:lnTo>
                  <a:lnTo>
                    <a:pt x="417016" y="365139"/>
                  </a:lnTo>
                  <a:lnTo>
                    <a:pt x="416463" y="364835"/>
                  </a:lnTo>
                  <a:lnTo>
                    <a:pt x="416172" y="364720"/>
                  </a:lnTo>
                  <a:lnTo>
                    <a:pt x="415283" y="364505"/>
                  </a:lnTo>
                  <a:lnTo>
                    <a:pt x="415238" y="364250"/>
                  </a:lnTo>
                  <a:lnTo>
                    <a:pt x="415502" y="363988"/>
                  </a:lnTo>
                  <a:lnTo>
                    <a:pt x="415771" y="363722"/>
                  </a:lnTo>
                  <a:lnTo>
                    <a:pt x="415705" y="363458"/>
                  </a:lnTo>
                  <a:lnTo>
                    <a:pt x="415830" y="363074"/>
                  </a:lnTo>
                  <a:lnTo>
                    <a:pt x="415716" y="362947"/>
                  </a:lnTo>
                  <a:lnTo>
                    <a:pt x="415317" y="362633"/>
                  </a:lnTo>
                  <a:lnTo>
                    <a:pt x="415074" y="362849"/>
                  </a:lnTo>
                  <a:lnTo>
                    <a:pt x="414555" y="362782"/>
                  </a:lnTo>
                  <a:lnTo>
                    <a:pt x="413856" y="363043"/>
                  </a:lnTo>
                  <a:lnTo>
                    <a:pt x="413622" y="363032"/>
                  </a:lnTo>
                  <a:lnTo>
                    <a:pt x="412953" y="363251"/>
                  </a:lnTo>
                  <a:lnTo>
                    <a:pt x="412825" y="363028"/>
                  </a:lnTo>
                  <a:lnTo>
                    <a:pt x="412403" y="362886"/>
                  </a:lnTo>
                  <a:lnTo>
                    <a:pt x="412223" y="362593"/>
                  </a:lnTo>
                  <a:lnTo>
                    <a:pt x="411738" y="362249"/>
                  </a:lnTo>
                  <a:lnTo>
                    <a:pt x="411515" y="362115"/>
                  </a:lnTo>
                  <a:lnTo>
                    <a:pt x="411492" y="362338"/>
                  </a:lnTo>
                  <a:lnTo>
                    <a:pt x="411302" y="362523"/>
                  </a:lnTo>
                  <a:lnTo>
                    <a:pt x="411134" y="362548"/>
                  </a:lnTo>
                  <a:lnTo>
                    <a:pt x="410677" y="362506"/>
                  </a:lnTo>
                  <a:lnTo>
                    <a:pt x="410377" y="363002"/>
                  </a:lnTo>
                  <a:lnTo>
                    <a:pt x="410067" y="363001"/>
                  </a:lnTo>
                  <a:lnTo>
                    <a:pt x="409799" y="362930"/>
                  </a:lnTo>
                  <a:lnTo>
                    <a:pt x="409771" y="363060"/>
                  </a:lnTo>
                  <a:lnTo>
                    <a:pt x="409688" y="363252"/>
                  </a:lnTo>
                  <a:lnTo>
                    <a:pt x="409554" y="363441"/>
                  </a:lnTo>
                  <a:lnTo>
                    <a:pt x="409381" y="363455"/>
                  </a:lnTo>
                  <a:lnTo>
                    <a:pt x="409316" y="363858"/>
                  </a:lnTo>
                  <a:lnTo>
                    <a:pt x="409308" y="364041"/>
                  </a:lnTo>
                  <a:lnTo>
                    <a:pt x="409366" y="364244"/>
                  </a:lnTo>
                  <a:lnTo>
                    <a:pt x="409503" y="364324"/>
                  </a:lnTo>
                  <a:lnTo>
                    <a:pt x="409652" y="364354"/>
                  </a:lnTo>
                  <a:lnTo>
                    <a:pt x="409822" y="364361"/>
                  </a:lnTo>
                  <a:lnTo>
                    <a:pt x="410155" y="364353"/>
                  </a:lnTo>
                  <a:lnTo>
                    <a:pt x="410194" y="364945"/>
                  </a:lnTo>
                  <a:lnTo>
                    <a:pt x="410020" y="365057"/>
                  </a:lnTo>
                  <a:lnTo>
                    <a:pt x="409960" y="365411"/>
                  </a:lnTo>
                  <a:lnTo>
                    <a:pt x="409725" y="365529"/>
                  </a:lnTo>
                  <a:lnTo>
                    <a:pt x="409401" y="365737"/>
                  </a:lnTo>
                  <a:lnTo>
                    <a:pt x="409025" y="365811"/>
                  </a:lnTo>
                  <a:lnTo>
                    <a:pt x="408834" y="365734"/>
                  </a:lnTo>
                  <a:lnTo>
                    <a:pt x="408455" y="365613"/>
                  </a:lnTo>
                  <a:lnTo>
                    <a:pt x="408326" y="365417"/>
                  </a:lnTo>
                  <a:lnTo>
                    <a:pt x="408339" y="365256"/>
                  </a:lnTo>
                  <a:lnTo>
                    <a:pt x="408446" y="364924"/>
                  </a:lnTo>
                  <a:lnTo>
                    <a:pt x="408488" y="364701"/>
                  </a:lnTo>
                  <a:lnTo>
                    <a:pt x="408241" y="364559"/>
                  </a:lnTo>
                  <a:lnTo>
                    <a:pt x="408152" y="364806"/>
                  </a:lnTo>
                  <a:lnTo>
                    <a:pt x="408071" y="365093"/>
                  </a:lnTo>
                  <a:lnTo>
                    <a:pt x="407674" y="365198"/>
                  </a:lnTo>
                  <a:lnTo>
                    <a:pt x="407345" y="365229"/>
                  </a:lnTo>
                  <a:lnTo>
                    <a:pt x="407655" y="364469"/>
                  </a:lnTo>
                  <a:lnTo>
                    <a:pt x="407155" y="364198"/>
                  </a:lnTo>
                  <a:lnTo>
                    <a:pt x="407149" y="364448"/>
                  </a:lnTo>
                  <a:lnTo>
                    <a:pt x="407140" y="364660"/>
                  </a:lnTo>
                  <a:lnTo>
                    <a:pt x="407118" y="364824"/>
                  </a:lnTo>
                  <a:lnTo>
                    <a:pt x="407072" y="364991"/>
                  </a:lnTo>
                  <a:lnTo>
                    <a:pt x="407004" y="365213"/>
                  </a:lnTo>
                  <a:lnTo>
                    <a:pt x="406856" y="365502"/>
                  </a:lnTo>
                  <a:lnTo>
                    <a:pt x="406593" y="365614"/>
                  </a:lnTo>
                  <a:lnTo>
                    <a:pt x="406556" y="365932"/>
                  </a:lnTo>
                  <a:lnTo>
                    <a:pt x="406427" y="365889"/>
                  </a:lnTo>
                  <a:lnTo>
                    <a:pt x="406297" y="366074"/>
                  </a:lnTo>
                  <a:lnTo>
                    <a:pt x="406261" y="366282"/>
                  </a:lnTo>
                  <a:lnTo>
                    <a:pt x="406162" y="366515"/>
                  </a:lnTo>
                  <a:lnTo>
                    <a:pt x="406012" y="366506"/>
                  </a:lnTo>
                  <a:lnTo>
                    <a:pt x="405620" y="366859"/>
                  </a:lnTo>
                  <a:lnTo>
                    <a:pt x="405771" y="367148"/>
                  </a:lnTo>
                  <a:lnTo>
                    <a:pt x="406313" y="367089"/>
                  </a:lnTo>
                  <a:lnTo>
                    <a:pt x="406381" y="367223"/>
                  </a:lnTo>
                  <a:lnTo>
                    <a:pt x="406398" y="367463"/>
                  </a:lnTo>
                  <a:lnTo>
                    <a:pt x="406607" y="367929"/>
                  </a:lnTo>
                  <a:lnTo>
                    <a:pt x="406596" y="368123"/>
                  </a:lnTo>
                  <a:lnTo>
                    <a:pt x="406618" y="368448"/>
                  </a:lnTo>
                  <a:lnTo>
                    <a:pt x="406728" y="368644"/>
                  </a:lnTo>
                  <a:lnTo>
                    <a:pt x="407009" y="368522"/>
                  </a:lnTo>
                  <a:lnTo>
                    <a:pt x="407367" y="368205"/>
                  </a:lnTo>
                  <a:lnTo>
                    <a:pt x="407537" y="368039"/>
                  </a:lnTo>
                  <a:lnTo>
                    <a:pt x="407767" y="368061"/>
                  </a:lnTo>
                  <a:lnTo>
                    <a:pt x="407918" y="368004"/>
                  </a:lnTo>
                  <a:lnTo>
                    <a:pt x="408043" y="367862"/>
                  </a:lnTo>
                  <a:lnTo>
                    <a:pt x="408148" y="367229"/>
                  </a:lnTo>
                  <a:lnTo>
                    <a:pt x="408015" y="367194"/>
                  </a:lnTo>
                  <a:lnTo>
                    <a:pt x="407626" y="366983"/>
                  </a:lnTo>
                  <a:lnTo>
                    <a:pt x="407794" y="366756"/>
                  </a:lnTo>
                  <a:lnTo>
                    <a:pt x="408010" y="366659"/>
                  </a:lnTo>
                  <a:lnTo>
                    <a:pt x="408194" y="366347"/>
                  </a:lnTo>
                  <a:lnTo>
                    <a:pt x="408493" y="366123"/>
                  </a:lnTo>
                  <a:lnTo>
                    <a:pt x="408713" y="366119"/>
                  </a:lnTo>
                  <a:lnTo>
                    <a:pt x="409038" y="366383"/>
                  </a:lnTo>
                  <a:lnTo>
                    <a:pt x="408826" y="366746"/>
                  </a:lnTo>
                  <a:lnTo>
                    <a:pt x="408930" y="366905"/>
                  </a:lnTo>
                  <a:lnTo>
                    <a:pt x="408875" y="367174"/>
                  </a:lnTo>
                  <a:lnTo>
                    <a:pt x="409130" y="367334"/>
                  </a:lnTo>
                  <a:lnTo>
                    <a:pt x="409095" y="367471"/>
                  </a:lnTo>
                  <a:lnTo>
                    <a:pt x="408832" y="368023"/>
                  </a:lnTo>
                  <a:lnTo>
                    <a:pt x="408504" y="368179"/>
                  </a:lnTo>
                  <a:lnTo>
                    <a:pt x="408557" y="368504"/>
                  </a:lnTo>
                  <a:lnTo>
                    <a:pt x="408723" y="368804"/>
                  </a:lnTo>
                  <a:lnTo>
                    <a:pt x="408680" y="369265"/>
                  </a:lnTo>
                  <a:lnTo>
                    <a:pt x="408333" y="369611"/>
                  </a:lnTo>
                  <a:lnTo>
                    <a:pt x="408071" y="369402"/>
                  </a:lnTo>
                  <a:lnTo>
                    <a:pt x="407768" y="369365"/>
                  </a:lnTo>
                  <a:lnTo>
                    <a:pt x="407539" y="369703"/>
                  </a:lnTo>
                  <a:lnTo>
                    <a:pt x="407455" y="370078"/>
                  </a:lnTo>
                  <a:lnTo>
                    <a:pt x="407274" y="370335"/>
                  </a:lnTo>
                  <a:lnTo>
                    <a:pt x="407101" y="370540"/>
                  </a:lnTo>
                  <a:lnTo>
                    <a:pt x="406628" y="370757"/>
                  </a:lnTo>
                  <a:lnTo>
                    <a:pt x="406309" y="370648"/>
                  </a:lnTo>
                  <a:lnTo>
                    <a:pt x="406136" y="370116"/>
                  </a:lnTo>
                  <a:lnTo>
                    <a:pt x="405979" y="370146"/>
                  </a:lnTo>
                  <a:lnTo>
                    <a:pt x="405814" y="370209"/>
                  </a:lnTo>
                  <a:lnTo>
                    <a:pt x="405350" y="370296"/>
                  </a:lnTo>
                  <a:lnTo>
                    <a:pt x="405122" y="370432"/>
                  </a:lnTo>
                  <a:lnTo>
                    <a:pt x="405084" y="370561"/>
                  </a:lnTo>
                  <a:lnTo>
                    <a:pt x="404478" y="370715"/>
                  </a:lnTo>
                  <a:lnTo>
                    <a:pt x="404275" y="370758"/>
                  </a:lnTo>
                  <a:lnTo>
                    <a:pt x="404046" y="370958"/>
                  </a:lnTo>
                  <a:lnTo>
                    <a:pt x="403718" y="371220"/>
                  </a:lnTo>
                  <a:lnTo>
                    <a:pt x="403156" y="371341"/>
                  </a:lnTo>
                  <a:lnTo>
                    <a:pt x="402740" y="371192"/>
                  </a:lnTo>
                  <a:lnTo>
                    <a:pt x="402374" y="371174"/>
                  </a:lnTo>
                  <a:lnTo>
                    <a:pt x="401590" y="371638"/>
                  </a:lnTo>
                  <a:lnTo>
                    <a:pt x="401523" y="371795"/>
                  </a:lnTo>
                  <a:lnTo>
                    <a:pt x="401500" y="371983"/>
                  </a:lnTo>
                  <a:lnTo>
                    <a:pt x="401280" y="372216"/>
                  </a:lnTo>
                  <a:lnTo>
                    <a:pt x="401109" y="372188"/>
                  </a:lnTo>
                  <a:lnTo>
                    <a:pt x="400965" y="372140"/>
                  </a:lnTo>
                  <a:lnTo>
                    <a:pt x="400534" y="372020"/>
                  </a:lnTo>
                  <a:lnTo>
                    <a:pt x="400520" y="371872"/>
                  </a:lnTo>
                  <a:lnTo>
                    <a:pt x="400584" y="371392"/>
                  </a:lnTo>
                  <a:lnTo>
                    <a:pt x="400664" y="371144"/>
                  </a:lnTo>
                  <a:lnTo>
                    <a:pt x="400298" y="370714"/>
                  </a:lnTo>
                  <a:lnTo>
                    <a:pt x="400115" y="370691"/>
                  </a:lnTo>
                  <a:lnTo>
                    <a:pt x="399329" y="370655"/>
                  </a:lnTo>
                  <a:lnTo>
                    <a:pt x="398941" y="370869"/>
                  </a:lnTo>
                  <a:lnTo>
                    <a:pt x="398688" y="370874"/>
                  </a:lnTo>
                  <a:lnTo>
                    <a:pt x="398548" y="370986"/>
                  </a:lnTo>
                  <a:lnTo>
                    <a:pt x="397929" y="370911"/>
                  </a:lnTo>
                  <a:lnTo>
                    <a:pt x="396969" y="370890"/>
                  </a:lnTo>
                  <a:lnTo>
                    <a:pt x="396751" y="371059"/>
                  </a:lnTo>
                  <a:lnTo>
                    <a:pt x="396583" y="371254"/>
                  </a:lnTo>
                  <a:lnTo>
                    <a:pt x="396416" y="371333"/>
                  </a:lnTo>
                  <a:lnTo>
                    <a:pt x="396208" y="371391"/>
                  </a:lnTo>
                  <a:lnTo>
                    <a:pt x="395897" y="371423"/>
                  </a:lnTo>
                  <a:lnTo>
                    <a:pt x="395567" y="371270"/>
                  </a:lnTo>
                  <a:lnTo>
                    <a:pt x="395403" y="371343"/>
                  </a:lnTo>
                  <a:lnTo>
                    <a:pt x="395249" y="371464"/>
                  </a:lnTo>
                  <a:lnTo>
                    <a:pt x="395047" y="371709"/>
                  </a:lnTo>
                  <a:lnTo>
                    <a:pt x="394936" y="371926"/>
                  </a:lnTo>
                  <a:lnTo>
                    <a:pt x="394773" y="372215"/>
                  </a:lnTo>
                  <a:lnTo>
                    <a:pt x="394528" y="372445"/>
                  </a:lnTo>
                  <a:lnTo>
                    <a:pt x="394381" y="372466"/>
                  </a:lnTo>
                  <a:lnTo>
                    <a:pt x="394126" y="372670"/>
                  </a:lnTo>
                  <a:lnTo>
                    <a:pt x="393903" y="372785"/>
                  </a:lnTo>
                  <a:lnTo>
                    <a:pt x="393682" y="372837"/>
                  </a:lnTo>
                  <a:lnTo>
                    <a:pt x="393421" y="372943"/>
                  </a:lnTo>
                  <a:lnTo>
                    <a:pt x="393268" y="373056"/>
                  </a:lnTo>
                  <a:lnTo>
                    <a:pt x="393069" y="373149"/>
                  </a:lnTo>
                  <a:lnTo>
                    <a:pt x="392703" y="373065"/>
                  </a:lnTo>
                  <a:lnTo>
                    <a:pt x="392620" y="373197"/>
                  </a:lnTo>
                  <a:lnTo>
                    <a:pt x="392433" y="373473"/>
                  </a:lnTo>
                  <a:lnTo>
                    <a:pt x="392237" y="373652"/>
                  </a:lnTo>
                  <a:lnTo>
                    <a:pt x="391900" y="373717"/>
                  </a:lnTo>
                  <a:lnTo>
                    <a:pt x="391721" y="373713"/>
                  </a:lnTo>
                  <a:lnTo>
                    <a:pt x="391573" y="373757"/>
                  </a:lnTo>
                  <a:lnTo>
                    <a:pt x="391397" y="373897"/>
                  </a:lnTo>
                  <a:lnTo>
                    <a:pt x="391121" y="374009"/>
                  </a:lnTo>
                  <a:lnTo>
                    <a:pt x="390851" y="374118"/>
                  </a:lnTo>
                  <a:lnTo>
                    <a:pt x="390364" y="374131"/>
                  </a:lnTo>
                  <a:lnTo>
                    <a:pt x="389871" y="373998"/>
                  </a:lnTo>
                  <a:lnTo>
                    <a:pt x="389616" y="373966"/>
                  </a:lnTo>
                  <a:lnTo>
                    <a:pt x="389405" y="373825"/>
                  </a:lnTo>
                  <a:lnTo>
                    <a:pt x="388661" y="374215"/>
                  </a:lnTo>
                  <a:lnTo>
                    <a:pt x="388352" y="373923"/>
                  </a:lnTo>
                  <a:lnTo>
                    <a:pt x="388316" y="373753"/>
                  </a:lnTo>
                  <a:lnTo>
                    <a:pt x="388382" y="373498"/>
                  </a:lnTo>
                  <a:lnTo>
                    <a:pt x="388121" y="373518"/>
                  </a:lnTo>
                  <a:lnTo>
                    <a:pt x="387921" y="373213"/>
                  </a:lnTo>
                  <a:lnTo>
                    <a:pt x="388105" y="373078"/>
                  </a:lnTo>
                  <a:lnTo>
                    <a:pt x="387738" y="372978"/>
                  </a:lnTo>
                  <a:lnTo>
                    <a:pt x="387662" y="373212"/>
                  </a:lnTo>
                  <a:lnTo>
                    <a:pt x="387526" y="373288"/>
                  </a:lnTo>
                  <a:lnTo>
                    <a:pt x="387328" y="373365"/>
                  </a:lnTo>
                  <a:lnTo>
                    <a:pt x="387063" y="373477"/>
                  </a:lnTo>
                  <a:lnTo>
                    <a:pt x="386855" y="373580"/>
                  </a:lnTo>
                  <a:lnTo>
                    <a:pt x="386452" y="373442"/>
                  </a:lnTo>
                  <a:lnTo>
                    <a:pt x="386297" y="373510"/>
                  </a:lnTo>
                  <a:lnTo>
                    <a:pt x="385512" y="373610"/>
                  </a:lnTo>
                  <a:lnTo>
                    <a:pt x="385411" y="373752"/>
                  </a:lnTo>
                  <a:lnTo>
                    <a:pt x="385193" y="373968"/>
                  </a:lnTo>
                  <a:lnTo>
                    <a:pt x="384815" y="374234"/>
                  </a:lnTo>
                  <a:lnTo>
                    <a:pt x="384265" y="374071"/>
                  </a:lnTo>
                  <a:lnTo>
                    <a:pt x="384101" y="374162"/>
                  </a:lnTo>
                  <a:lnTo>
                    <a:pt x="383801" y="374085"/>
                  </a:lnTo>
                  <a:lnTo>
                    <a:pt x="383463" y="373934"/>
                  </a:lnTo>
                  <a:lnTo>
                    <a:pt x="383213" y="373665"/>
                  </a:lnTo>
                  <a:lnTo>
                    <a:pt x="383146" y="373393"/>
                  </a:lnTo>
                  <a:lnTo>
                    <a:pt x="383031" y="373118"/>
                  </a:lnTo>
                  <a:lnTo>
                    <a:pt x="382851" y="372760"/>
                  </a:lnTo>
                  <a:lnTo>
                    <a:pt x="382783" y="372597"/>
                  </a:lnTo>
                  <a:lnTo>
                    <a:pt x="382746" y="372458"/>
                  </a:lnTo>
                  <a:lnTo>
                    <a:pt x="382524" y="372314"/>
                  </a:lnTo>
                  <a:lnTo>
                    <a:pt x="382373" y="372223"/>
                  </a:lnTo>
                  <a:lnTo>
                    <a:pt x="382033" y="372084"/>
                  </a:lnTo>
                  <a:lnTo>
                    <a:pt x="381526" y="372425"/>
                  </a:lnTo>
                  <a:lnTo>
                    <a:pt x="381150" y="372487"/>
                  </a:lnTo>
                  <a:lnTo>
                    <a:pt x="380600" y="372612"/>
                  </a:lnTo>
                  <a:lnTo>
                    <a:pt x="380304" y="372870"/>
                  </a:lnTo>
                  <a:lnTo>
                    <a:pt x="379982" y="373805"/>
                  </a:lnTo>
                  <a:lnTo>
                    <a:pt x="380020" y="374140"/>
                  </a:lnTo>
                  <a:lnTo>
                    <a:pt x="379948" y="374354"/>
                  </a:lnTo>
                  <a:lnTo>
                    <a:pt x="379823" y="374573"/>
                  </a:lnTo>
                  <a:lnTo>
                    <a:pt x="379692" y="374768"/>
                  </a:lnTo>
                  <a:lnTo>
                    <a:pt x="379665" y="375157"/>
                  </a:lnTo>
                  <a:lnTo>
                    <a:pt x="379996" y="375445"/>
                  </a:lnTo>
                  <a:lnTo>
                    <a:pt x="379925" y="375807"/>
                  </a:lnTo>
                  <a:lnTo>
                    <a:pt x="379801" y="376028"/>
                  </a:lnTo>
                  <a:lnTo>
                    <a:pt x="379819" y="376681"/>
                  </a:lnTo>
                  <a:lnTo>
                    <a:pt x="379701" y="376816"/>
                  </a:lnTo>
                  <a:lnTo>
                    <a:pt x="379441" y="376910"/>
                  </a:lnTo>
                  <a:lnTo>
                    <a:pt x="379466" y="377090"/>
                  </a:lnTo>
                  <a:lnTo>
                    <a:pt x="379512" y="377235"/>
                  </a:lnTo>
                  <a:lnTo>
                    <a:pt x="379790" y="377829"/>
                  </a:lnTo>
                  <a:lnTo>
                    <a:pt x="379773" y="378345"/>
                  </a:lnTo>
                  <a:lnTo>
                    <a:pt x="379605" y="378466"/>
                  </a:lnTo>
                  <a:lnTo>
                    <a:pt x="379402" y="378580"/>
                  </a:lnTo>
                  <a:lnTo>
                    <a:pt x="379187" y="378676"/>
                  </a:lnTo>
                  <a:lnTo>
                    <a:pt x="378653" y="378290"/>
                  </a:lnTo>
                  <a:lnTo>
                    <a:pt x="378253" y="378446"/>
                  </a:lnTo>
                  <a:lnTo>
                    <a:pt x="378176" y="378657"/>
                  </a:lnTo>
                  <a:lnTo>
                    <a:pt x="378048" y="378718"/>
                  </a:lnTo>
                  <a:lnTo>
                    <a:pt x="377445" y="378925"/>
                  </a:lnTo>
                  <a:lnTo>
                    <a:pt x="377142" y="378923"/>
                  </a:lnTo>
                  <a:lnTo>
                    <a:pt x="376918" y="379127"/>
                  </a:lnTo>
                  <a:lnTo>
                    <a:pt x="376487" y="379480"/>
                  </a:lnTo>
                  <a:lnTo>
                    <a:pt x="376146" y="379274"/>
                  </a:lnTo>
                  <a:lnTo>
                    <a:pt x="375959" y="379249"/>
                  </a:lnTo>
                  <a:lnTo>
                    <a:pt x="375661" y="379326"/>
                  </a:lnTo>
                  <a:lnTo>
                    <a:pt x="375496" y="379448"/>
                  </a:lnTo>
                  <a:lnTo>
                    <a:pt x="375227" y="379448"/>
                  </a:lnTo>
                  <a:lnTo>
                    <a:pt x="374821" y="379499"/>
                  </a:lnTo>
                  <a:lnTo>
                    <a:pt x="374331" y="379366"/>
                  </a:lnTo>
                  <a:lnTo>
                    <a:pt x="374153" y="379578"/>
                  </a:lnTo>
                  <a:lnTo>
                    <a:pt x="373830" y="379521"/>
                  </a:lnTo>
                  <a:lnTo>
                    <a:pt x="373667" y="379449"/>
                  </a:lnTo>
                  <a:lnTo>
                    <a:pt x="373356" y="379491"/>
                  </a:lnTo>
                  <a:lnTo>
                    <a:pt x="373214" y="379515"/>
                  </a:lnTo>
                  <a:lnTo>
                    <a:pt x="372781" y="379496"/>
                  </a:lnTo>
                  <a:lnTo>
                    <a:pt x="372545" y="379656"/>
                  </a:lnTo>
                  <a:lnTo>
                    <a:pt x="372186" y="379734"/>
                  </a:lnTo>
                  <a:lnTo>
                    <a:pt x="371967" y="380115"/>
                  </a:lnTo>
                  <a:lnTo>
                    <a:pt x="371700" y="380447"/>
                  </a:lnTo>
                  <a:lnTo>
                    <a:pt x="371494" y="380878"/>
                  </a:lnTo>
                  <a:lnTo>
                    <a:pt x="371307" y="381110"/>
                  </a:lnTo>
                  <a:lnTo>
                    <a:pt x="370845" y="381359"/>
                  </a:lnTo>
                  <a:lnTo>
                    <a:pt x="370625" y="381688"/>
                  </a:lnTo>
                  <a:lnTo>
                    <a:pt x="370461" y="382005"/>
                  </a:lnTo>
                  <a:lnTo>
                    <a:pt x="369865" y="382765"/>
                  </a:lnTo>
                  <a:lnTo>
                    <a:pt x="368724" y="383580"/>
                  </a:lnTo>
                  <a:lnTo>
                    <a:pt x="368203" y="384164"/>
                  </a:lnTo>
                  <a:lnTo>
                    <a:pt x="368095" y="384300"/>
                  </a:lnTo>
                  <a:lnTo>
                    <a:pt x="367508" y="385050"/>
                  </a:lnTo>
                  <a:lnTo>
                    <a:pt x="366989" y="384903"/>
                  </a:lnTo>
                  <a:lnTo>
                    <a:pt x="366890" y="385084"/>
                  </a:lnTo>
                  <a:lnTo>
                    <a:pt x="366899" y="385353"/>
                  </a:lnTo>
                  <a:lnTo>
                    <a:pt x="366906" y="385511"/>
                  </a:lnTo>
                  <a:lnTo>
                    <a:pt x="366907" y="385682"/>
                  </a:lnTo>
                  <a:lnTo>
                    <a:pt x="366888" y="386469"/>
                  </a:lnTo>
                  <a:lnTo>
                    <a:pt x="366561" y="386906"/>
                  </a:lnTo>
                  <a:lnTo>
                    <a:pt x="366564" y="387346"/>
                  </a:lnTo>
                  <a:lnTo>
                    <a:pt x="366232" y="387520"/>
                  </a:lnTo>
                  <a:lnTo>
                    <a:pt x="365662" y="387842"/>
                  </a:lnTo>
                  <a:lnTo>
                    <a:pt x="365004" y="388312"/>
                  </a:lnTo>
                  <a:lnTo>
                    <a:pt x="364309" y="388243"/>
                  </a:lnTo>
                  <a:lnTo>
                    <a:pt x="363710" y="386739"/>
                  </a:lnTo>
                  <a:lnTo>
                    <a:pt x="363374" y="386631"/>
                  </a:lnTo>
                  <a:lnTo>
                    <a:pt x="363236" y="386665"/>
                  </a:lnTo>
                  <a:lnTo>
                    <a:pt x="362464" y="386898"/>
                  </a:lnTo>
                  <a:lnTo>
                    <a:pt x="361804" y="386287"/>
                  </a:lnTo>
                  <a:lnTo>
                    <a:pt x="361976" y="385770"/>
                  </a:lnTo>
                  <a:lnTo>
                    <a:pt x="361409" y="384836"/>
                  </a:lnTo>
                  <a:lnTo>
                    <a:pt x="360885" y="384790"/>
                  </a:lnTo>
                  <a:lnTo>
                    <a:pt x="359512" y="385255"/>
                  </a:lnTo>
                  <a:lnTo>
                    <a:pt x="358920" y="385678"/>
                  </a:lnTo>
                  <a:lnTo>
                    <a:pt x="358798" y="386004"/>
                  </a:lnTo>
                  <a:lnTo>
                    <a:pt x="357157" y="385706"/>
                  </a:lnTo>
                  <a:lnTo>
                    <a:pt x="357240" y="385308"/>
                  </a:lnTo>
                  <a:lnTo>
                    <a:pt x="357345" y="385078"/>
                  </a:lnTo>
                  <a:lnTo>
                    <a:pt x="357253" y="384749"/>
                  </a:lnTo>
                  <a:lnTo>
                    <a:pt x="355952" y="385956"/>
                  </a:lnTo>
                  <a:lnTo>
                    <a:pt x="355655" y="386019"/>
                  </a:lnTo>
                  <a:lnTo>
                    <a:pt x="355463" y="385956"/>
                  </a:lnTo>
                  <a:lnTo>
                    <a:pt x="355436" y="385333"/>
                  </a:lnTo>
                  <a:lnTo>
                    <a:pt x="355578" y="384613"/>
                  </a:lnTo>
                  <a:lnTo>
                    <a:pt x="354680" y="382769"/>
                  </a:lnTo>
                  <a:lnTo>
                    <a:pt x="354487" y="381856"/>
                  </a:lnTo>
                  <a:lnTo>
                    <a:pt x="354575" y="381601"/>
                  </a:lnTo>
                  <a:lnTo>
                    <a:pt x="354687" y="381414"/>
                  </a:lnTo>
                  <a:lnTo>
                    <a:pt x="355576" y="378530"/>
                  </a:lnTo>
                  <a:lnTo>
                    <a:pt x="354938" y="378565"/>
                  </a:lnTo>
                  <a:lnTo>
                    <a:pt x="354535" y="379078"/>
                  </a:lnTo>
                  <a:lnTo>
                    <a:pt x="353859" y="378824"/>
                  </a:lnTo>
                  <a:lnTo>
                    <a:pt x="352439" y="376472"/>
                  </a:lnTo>
                  <a:lnTo>
                    <a:pt x="352902" y="375464"/>
                  </a:lnTo>
                  <a:lnTo>
                    <a:pt x="353006" y="375118"/>
                  </a:lnTo>
                  <a:lnTo>
                    <a:pt x="352998" y="374934"/>
                  </a:lnTo>
                  <a:lnTo>
                    <a:pt x="354188" y="373708"/>
                  </a:lnTo>
                  <a:lnTo>
                    <a:pt x="354493" y="373223"/>
                  </a:lnTo>
                  <a:lnTo>
                    <a:pt x="354411" y="372717"/>
                  </a:lnTo>
                  <a:lnTo>
                    <a:pt x="354504" y="372381"/>
                  </a:lnTo>
                  <a:lnTo>
                    <a:pt x="355277" y="370810"/>
                  </a:lnTo>
                  <a:lnTo>
                    <a:pt x="355764" y="370762"/>
                  </a:lnTo>
                  <a:lnTo>
                    <a:pt x="356065" y="370742"/>
                  </a:lnTo>
                  <a:lnTo>
                    <a:pt x="357530" y="370332"/>
                  </a:lnTo>
                  <a:lnTo>
                    <a:pt x="357752" y="369906"/>
                  </a:lnTo>
                  <a:lnTo>
                    <a:pt x="357739" y="369356"/>
                  </a:lnTo>
                  <a:lnTo>
                    <a:pt x="357912" y="368778"/>
                  </a:lnTo>
                  <a:lnTo>
                    <a:pt x="358415" y="368175"/>
                  </a:lnTo>
                  <a:lnTo>
                    <a:pt x="357673" y="366981"/>
                  </a:lnTo>
                  <a:lnTo>
                    <a:pt x="356183" y="366028"/>
                  </a:lnTo>
                  <a:lnTo>
                    <a:pt x="354774" y="365038"/>
                  </a:lnTo>
                  <a:lnTo>
                    <a:pt x="354596" y="365040"/>
                  </a:lnTo>
                  <a:lnTo>
                    <a:pt x="354462" y="365008"/>
                  </a:lnTo>
                  <a:lnTo>
                    <a:pt x="353911" y="365151"/>
                  </a:lnTo>
                  <a:lnTo>
                    <a:pt x="353673" y="364154"/>
                  </a:lnTo>
                  <a:lnTo>
                    <a:pt x="353830" y="364094"/>
                  </a:lnTo>
                  <a:lnTo>
                    <a:pt x="354227" y="363772"/>
                  </a:lnTo>
                  <a:lnTo>
                    <a:pt x="354976" y="363722"/>
                  </a:lnTo>
                  <a:lnTo>
                    <a:pt x="356110" y="362981"/>
                  </a:lnTo>
                  <a:lnTo>
                    <a:pt x="356496" y="362860"/>
                  </a:lnTo>
                  <a:lnTo>
                    <a:pt x="356474" y="362545"/>
                  </a:lnTo>
                  <a:lnTo>
                    <a:pt x="356603" y="362148"/>
                  </a:lnTo>
                  <a:lnTo>
                    <a:pt x="356821" y="362084"/>
                  </a:lnTo>
                  <a:lnTo>
                    <a:pt x="357088" y="362042"/>
                  </a:lnTo>
                  <a:lnTo>
                    <a:pt x="357446" y="361890"/>
                  </a:lnTo>
                  <a:lnTo>
                    <a:pt x="357710" y="361664"/>
                  </a:lnTo>
                  <a:lnTo>
                    <a:pt x="357555" y="360979"/>
                  </a:lnTo>
                  <a:lnTo>
                    <a:pt x="357272" y="360756"/>
                  </a:lnTo>
                  <a:lnTo>
                    <a:pt x="357154" y="360472"/>
                  </a:lnTo>
                  <a:lnTo>
                    <a:pt x="357104" y="360343"/>
                  </a:lnTo>
                  <a:lnTo>
                    <a:pt x="356403" y="360247"/>
                  </a:lnTo>
                  <a:lnTo>
                    <a:pt x="356337" y="359922"/>
                  </a:lnTo>
                  <a:lnTo>
                    <a:pt x="356320" y="359759"/>
                  </a:lnTo>
                  <a:lnTo>
                    <a:pt x="356192" y="359401"/>
                  </a:lnTo>
                  <a:lnTo>
                    <a:pt x="356006" y="359112"/>
                  </a:lnTo>
                  <a:lnTo>
                    <a:pt x="355811" y="358788"/>
                  </a:lnTo>
                  <a:lnTo>
                    <a:pt x="354680" y="357539"/>
                  </a:lnTo>
                  <a:lnTo>
                    <a:pt x="354632" y="357116"/>
                  </a:lnTo>
                  <a:lnTo>
                    <a:pt x="353693" y="357210"/>
                  </a:lnTo>
                  <a:lnTo>
                    <a:pt x="352752" y="357330"/>
                  </a:lnTo>
                  <a:lnTo>
                    <a:pt x="351349" y="357192"/>
                  </a:lnTo>
                  <a:lnTo>
                    <a:pt x="351145" y="357131"/>
                  </a:lnTo>
                  <a:lnTo>
                    <a:pt x="349381" y="356593"/>
                  </a:lnTo>
                  <a:lnTo>
                    <a:pt x="349284" y="355595"/>
                  </a:lnTo>
                  <a:lnTo>
                    <a:pt x="349352" y="355338"/>
                  </a:lnTo>
                  <a:lnTo>
                    <a:pt x="349448" y="354887"/>
                  </a:lnTo>
                  <a:lnTo>
                    <a:pt x="349489" y="354678"/>
                  </a:lnTo>
                  <a:lnTo>
                    <a:pt x="349541" y="354395"/>
                  </a:lnTo>
                  <a:lnTo>
                    <a:pt x="349833" y="353414"/>
                  </a:lnTo>
                  <a:lnTo>
                    <a:pt x="349836" y="353205"/>
                  </a:lnTo>
                  <a:lnTo>
                    <a:pt x="349732" y="352488"/>
                  </a:lnTo>
                  <a:lnTo>
                    <a:pt x="350850" y="349095"/>
                  </a:lnTo>
                  <a:lnTo>
                    <a:pt x="350357" y="348790"/>
                  </a:lnTo>
                  <a:lnTo>
                    <a:pt x="349081" y="349656"/>
                  </a:lnTo>
                  <a:lnTo>
                    <a:pt x="348382" y="350246"/>
                  </a:lnTo>
                  <a:lnTo>
                    <a:pt x="348055" y="350692"/>
                  </a:lnTo>
                  <a:lnTo>
                    <a:pt x="347894" y="350885"/>
                  </a:lnTo>
                  <a:lnTo>
                    <a:pt x="347787" y="351030"/>
                  </a:lnTo>
                  <a:lnTo>
                    <a:pt x="347572" y="351330"/>
                  </a:lnTo>
                  <a:lnTo>
                    <a:pt x="347428" y="351462"/>
                  </a:lnTo>
                  <a:lnTo>
                    <a:pt x="347182" y="351693"/>
                  </a:lnTo>
                  <a:lnTo>
                    <a:pt x="346628" y="352165"/>
                  </a:lnTo>
                  <a:lnTo>
                    <a:pt x="346317" y="352420"/>
                  </a:lnTo>
                  <a:lnTo>
                    <a:pt x="345627" y="352959"/>
                  </a:lnTo>
                  <a:lnTo>
                    <a:pt x="345179" y="353253"/>
                  </a:lnTo>
                  <a:lnTo>
                    <a:pt x="344844" y="353387"/>
                  </a:lnTo>
                  <a:lnTo>
                    <a:pt x="344622" y="353561"/>
                  </a:lnTo>
                  <a:lnTo>
                    <a:pt x="344229" y="353889"/>
                  </a:lnTo>
                  <a:lnTo>
                    <a:pt x="343543" y="354498"/>
                  </a:lnTo>
                  <a:lnTo>
                    <a:pt x="342656" y="355397"/>
                  </a:lnTo>
                  <a:lnTo>
                    <a:pt x="342404" y="355643"/>
                  </a:lnTo>
                  <a:lnTo>
                    <a:pt x="342151" y="355882"/>
                  </a:lnTo>
                  <a:lnTo>
                    <a:pt x="341980" y="356052"/>
                  </a:lnTo>
                  <a:lnTo>
                    <a:pt x="341062" y="357017"/>
                  </a:lnTo>
                  <a:lnTo>
                    <a:pt x="340769" y="357392"/>
                  </a:lnTo>
                  <a:lnTo>
                    <a:pt x="340575" y="357689"/>
                  </a:lnTo>
                  <a:lnTo>
                    <a:pt x="340402" y="357885"/>
                  </a:lnTo>
                  <a:lnTo>
                    <a:pt x="340141" y="358227"/>
                  </a:lnTo>
                  <a:lnTo>
                    <a:pt x="340005" y="358406"/>
                  </a:lnTo>
                  <a:lnTo>
                    <a:pt x="339774" y="358724"/>
                  </a:lnTo>
                  <a:lnTo>
                    <a:pt x="339200" y="359517"/>
                  </a:lnTo>
                  <a:lnTo>
                    <a:pt x="338984" y="359823"/>
                  </a:lnTo>
                  <a:lnTo>
                    <a:pt x="338774" y="360121"/>
                  </a:lnTo>
                  <a:lnTo>
                    <a:pt x="338538" y="360408"/>
                  </a:lnTo>
                  <a:lnTo>
                    <a:pt x="337936" y="361056"/>
                  </a:lnTo>
                  <a:lnTo>
                    <a:pt x="337589" y="361989"/>
                  </a:lnTo>
                  <a:lnTo>
                    <a:pt x="337341" y="362266"/>
                  </a:lnTo>
                  <a:lnTo>
                    <a:pt x="336631" y="362737"/>
                  </a:lnTo>
                  <a:lnTo>
                    <a:pt x="336058" y="363235"/>
                  </a:lnTo>
                  <a:lnTo>
                    <a:pt x="335879" y="363425"/>
                  </a:lnTo>
                  <a:lnTo>
                    <a:pt x="334293" y="365725"/>
                  </a:lnTo>
                  <a:lnTo>
                    <a:pt x="334205" y="365871"/>
                  </a:lnTo>
                  <a:lnTo>
                    <a:pt x="334004" y="366160"/>
                  </a:lnTo>
                  <a:lnTo>
                    <a:pt x="333799" y="366453"/>
                  </a:lnTo>
                  <a:lnTo>
                    <a:pt x="333633" y="366692"/>
                  </a:lnTo>
                  <a:lnTo>
                    <a:pt x="333465" y="366948"/>
                  </a:lnTo>
                  <a:lnTo>
                    <a:pt x="333116" y="367424"/>
                  </a:lnTo>
                  <a:lnTo>
                    <a:pt x="332910" y="367630"/>
                  </a:lnTo>
                  <a:lnTo>
                    <a:pt x="332746" y="367720"/>
                  </a:lnTo>
                  <a:lnTo>
                    <a:pt x="332511" y="367895"/>
                  </a:lnTo>
                  <a:lnTo>
                    <a:pt x="332368" y="367910"/>
                  </a:lnTo>
                  <a:lnTo>
                    <a:pt x="332034" y="367747"/>
                  </a:lnTo>
                  <a:lnTo>
                    <a:pt x="331941" y="367610"/>
                  </a:lnTo>
                  <a:lnTo>
                    <a:pt x="331690" y="367622"/>
                  </a:lnTo>
                  <a:lnTo>
                    <a:pt x="331512" y="367648"/>
                  </a:lnTo>
                  <a:lnTo>
                    <a:pt x="331305" y="367675"/>
                  </a:lnTo>
                  <a:lnTo>
                    <a:pt x="331038" y="367673"/>
                  </a:lnTo>
                  <a:lnTo>
                    <a:pt x="330619" y="367511"/>
                  </a:lnTo>
                  <a:lnTo>
                    <a:pt x="330512" y="367676"/>
                  </a:lnTo>
                  <a:lnTo>
                    <a:pt x="330539" y="367830"/>
                  </a:lnTo>
                  <a:lnTo>
                    <a:pt x="330544" y="368081"/>
                  </a:lnTo>
                  <a:lnTo>
                    <a:pt x="330539" y="368367"/>
                  </a:lnTo>
                  <a:lnTo>
                    <a:pt x="330512" y="368520"/>
                  </a:lnTo>
                  <a:lnTo>
                    <a:pt x="330278" y="368802"/>
                  </a:lnTo>
                  <a:lnTo>
                    <a:pt x="330113" y="368893"/>
                  </a:lnTo>
                  <a:lnTo>
                    <a:pt x="329900" y="368884"/>
                  </a:lnTo>
                  <a:lnTo>
                    <a:pt x="329742" y="368797"/>
                  </a:lnTo>
                  <a:lnTo>
                    <a:pt x="329528" y="368542"/>
                  </a:lnTo>
                  <a:lnTo>
                    <a:pt x="329437" y="368353"/>
                  </a:lnTo>
                  <a:lnTo>
                    <a:pt x="329389" y="368011"/>
                  </a:lnTo>
                  <a:lnTo>
                    <a:pt x="329380" y="367845"/>
                  </a:lnTo>
                  <a:lnTo>
                    <a:pt x="329362" y="367518"/>
                  </a:lnTo>
                  <a:lnTo>
                    <a:pt x="329328" y="366896"/>
                  </a:lnTo>
                  <a:lnTo>
                    <a:pt x="329310" y="366622"/>
                  </a:lnTo>
                  <a:lnTo>
                    <a:pt x="329194" y="366076"/>
                  </a:lnTo>
                  <a:lnTo>
                    <a:pt x="329093" y="365672"/>
                  </a:lnTo>
                  <a:lnTo>
                    <a:pt x="329072" y="365457"/>
                  </a:lnTo>
                  <a:lnTo>
                    <a:pt x="329028" y="365213"/>
                  </a:lnTo>
                  <a:lnTo>
                    <a:pt x="328952" y="364866"/>
                  </a:lnTo>
                  <a:lnTo>
                    <a:pt x="328356" y="364317"/>
                  </a:lnTo>
                  <a:lnTo>
                    <a:pt x="328170" y="364295"/>
                  </a:lnTo>
                  <a:lnTo>
                    <a:pt x="327828" y="364307"/>
                  </a:lnTo>
                  <a:lnTo>
                    <a:pt x="327684" y="364347"/>
                  </a:lnTo>
                  <a:lnTo>
                    <a:pt x="327492" y="364437"/>
                  </a:lnTo>
                  <a:lnTo>
                    <a:pt x="327220" y="364567"/>
                  </a:lnTo>
                  <a:lnTo>
                    <a:pt x="326873" y="364753"/>
                  </a:lnTo>
                  <a:lnTo>
                    <a:pt x="326667" y="364879"/>
                  </a:lnTo>
                  <a:lnTo>
                    <a:pt x="326405" y="365072"/>
                  </a:lnTo>
                  <a:lnTo>
                    <a:pt x="325297" y="366190"/>
                  </a:lnTo>
                  <a:lnTo>
                    <a:pt x="324046" y="366858"/>
                  </a:lnTo>
                  <a:lnTo>
                    <a:pt x="323711" y="366113"/>
                  </a:lnTo>
                  <a:lnTo>
                    <a:pt x="323657" y="365672"/>
                  </a:lnTo>
                  <a:lnTo>
                    <a:pt x="323580" y="364705"/>
                  </a:lnTo>
                  <a:lnTo>
                    <a:pt x="323520" y="364398"/>
                  </a:lnTo>
                  <a:lnTo>
                    <a:pt x="323399" y="364031"/>
                  </a:lnTo>
                  <a:lnTo>
                    <a:pt x="323164" y="363286"/>
                  </a:lnTo>
                  <a:lnTo>
                    <a:pt x="322954" y="362389"/>
                  </a:lnTo>
                  <a:lnTo>
                    <a:pt x="322869" y="362025"/>
                  </a:lnTo>
                  <a:lnTo>
                    <a:pt x="322703" y="361222"/>
                  </a:lnTo>
                  <a:lnTo>
                    <a:pt x="322617" y="360978"/>
                  </a:lnTo>
                  <a:lnTo>
                    <a:pt x="322472" y="360568"/>
                  </a:lnTo>
                  <a:lnTo>
                    <a:pt x="322427" y="360440"/>
                  </a:lnTo>
                  <a:lnTo>
                    <a:pt x="322385" y="360149"/>
                  </a:lnTo>
                  <a:lnTo>
                    <a:pt x="322411" y="359987"/>
                  </a:lnTo>
                  <a:lnTo>
                    <a:pt x="322712" y="359586"/>
                  </a:lnTo>
                  <a:lnTo>
                    <a:pt x="322846" y="359407"/>
                  </a:lnTo>
                  <a:lnTo>
                    <a:pt x="323444" y="358757"/>
                  </a:lnTo>
                  <a:lnTo>
                    <a:pt x="323618" y="358439"/>
                  </a:lnTo>
                  <a:lnTo>
                    <a:pt x="323952" y="358297"/>
                  </a:lnTo>
                  <a:lnTo>
                    <a:pt x="324474" y="358023"/>
                  </a:lnTo>
                  <a:lnTo>
                    <a:pt x="324597" y="357888"/>
                  </a:lnTo>
                  <a:lnTo>
                    <a:pt x="324787" y="357592"/>
                  </a:lnTo>
                  <a:lnTo>
                    <a:pt x="324968" y="357385"/>
                  </a:lnTo>
                  <a:lnTo>
                    <a:pt x="325171" y="357272"/>
                  </a:lnTo>
                  <a:lnTo>
                    <a:pt x="325475" y="357104"/>
                  </a:lnTo>
                  <a:lnTo>
                    <a:pt x="325604" y="356986"/>
                  </a:lnTo>
                  <a:lnTo>
                    <a:pt x="325949" y="356672"/>
                  </a:lnTo>
                  <a:lnTo>
                    <a:pt x="326136" y="356412"/>
                  </a:lnTo>
                  <a:lnTo>
                    <a:pt x="326338" y="356131"/>
                  </a:lnTo>
                  <a:lnTo>
                    <a:pt x="326500" y="355906"/>
                  </a:lnTo>
                  <a:lnTo>
                    <a:pt x="326592" y="355654"/>
                  </a:lnTo>
                  <a:lnTo>
                    <a:pt x="326672" y="355434"/>
                  </a:lnTo>
                  <a:lnTo>
                    <a:pt x="326766" y="355146"/>
                  </a:lnTo>
                  <a:lnTo>
                    <a:pt x="326833" y="354939"/>
                  </a:lnTo>
                  <a:lnTo>
                    <a:pt x="326883" y="354664"/>
                  </a:lnTo>
                  <a:lnTo>
                    <a:pt x="326975" y="354154"/>
                  </a:lnTo>
                  <a:lnTo>
                    <a:pt x="327060" y="353907"/>
                  </a:lnTo>
                  <a:lnTo>
                    <a:pt x="327233" y="353460"/>
                  </a:lnTo>
                  <a:lnTo>
                    <a:pt x="327354" y="353223"/>
                  </a:lnTo>
                  <a:lnTo>
                    <a:pt x="327500" y="352890"/>
                  </a:lnTo>
                  <a:lnTo>
                    <a:pt x="327499" y="352591"/>
                  </a:lnTo>
                  <a:lnTo>
                    <a:pt x="327327" y="352425"/>
                  </a:lnTo>
                  <a:lnTo>
                    <a:pt x="327192" y="352445"/>
                  </a:lnTo>
                  <a:lnTo>
                    <a:pt x="326709" y="352680"/>
                  </a:lnTo>
                  <a:lnTo>
                    <a:pt x="326500" y="353012"/>
                  </a:lnTo>
                  <a:lnTo>
                    <a:pt x="326367" y="353317"/>
                  </a:lnTo>
                  <a:lnTo>
                    <a:pt x="326345" y="353460"/>
                  </a:lnTo>
                  <a:lnTo>
                    <a:pt x="326162" y="353874"/>
                  </a:lnTo>
                  <a:lnTo>
                    <a:pt x="325957" y="354253"/>
                  </a:lnTo>
                  <a:lnTo>
                    <a:pt x="325470" y="354696"/>
                  </a:lnTo>
                  <a:lnTo>
                    <a:pt x="324994" y="355174"/>
                  </a:lnTo>
                  <a:lnTo>
                    <a:pt x="324801" y="355506"/>
                  </a:lnTo>
                  <a:lnTo>
                    <a:pt x="324470" y="356024"/>
                  </a:lnTo>
                  <a:lnTo>
                    <a:pt x="323807" y="356750"/>
                  </a:lnTo>
                  <a:lnTo>
                    <a:pt x="323619" y="357038"/>
                  </a:lnTo>
                  <a:lnTo>
                    <a:pt x="323456" y="357062"/>
                  </a:lnTo>
                  <a:lnTo>
                    <a:pt x="323378" y="356919"/>
                  </a:lnTo>
                  <a:lnTo>
                    <a:pt x="323177" y="356544"/>
                  </a:lnTo>
                  <a:lnTo>
                    <a:pt x="323113" y="356366"/>
                  </a:lnTo>
                  <a:lnTo>
                    <a:pt x="323023" y="356077"/>
                  </a:lnTo>
                  <a:lnTo>
                    <a:pt x="323022" y="355949"/>
                  </a:lnTo>
                  <a:lnTo>
                    <a:pt x="323063" y="355715"/>
                  </a:lnTo>
                  <a:lnTo>
                    <a:pt x="323129" y="355241"/>
                  </a:lnTo>
                  <a:lnTo>
                    <a:pt x="323177" y="355012"/>
                  </a:lnTo>
                  <a:lnTo>
                    <a:pt x="323270" y="354558"/>
                  </a:lnTo>
                  <a:lnTo>
                    <a:pt x="323344" y="354113"/>
                  </a:lnTo>
                  <a:lnTo>
                    <a:pt x="323352" y="353848"/>
                  </a:lnTo>
                  <a:lnTo>
                    <a:pt x="323299" y="353515"/>
                  </a:lnTo>
                  <a:lnTo>
                    <a:pt x="323279" y="353383"/>
                  </a:lnTo>
                  <a:lnTo>
                    <a:pt x="323251" y="352982"/>
                  </a:lnTo>
                  <a:lnTo>
                    <a:pt x="323199" y="352767"/>
                  </a:lnTo>
                  <a:lnTo>
                    <a:pt x="323096" y="352535"/>
                  </a:lnTo>
                  <a:lnTo>
                    <a:pt x="322916" y="352323"/>
                  </a:lnTo>
                  <a:lnTo>
                    <a:pt x="322473" y="352023"/>
                  </a:lnTo>
                  <a:lnTo>
                    <a:pt x="321953" y="351732"/>
                  </a:lnTo>
                  <a:lnTo>
                    <a:pt x="321561" y="351514"/>
                  </a:lnTo>
                  <a:lnTo>
                    <a:pt x="321290" y="351434"/>
                  </a:lnTo>
                  <a:lnTo>
                    <a:pt x="321068" y="351440"/>
                  </a:lnTo>
                  <a:lnTo>
                    <a:pt x="320875" y="351499"/>
                  </a:lnTo>
                  <a:lnTo>
                    <a:pt x="320669" y="351585"/>
                  </a:lnTo>
                  <a:lnTo>
                    <a:pt x="320433" y="351737"/>
                  </a:lnTo>
                  <a:lnTo>
                    <a:pt x="319954" y="352103"/>
                  </a:lnTo>
                  <a:lnTo>
                    <a:pt x="319735" y="352322"/>
                  </a:lnTo>
                  <a:lnTo>
                    <a:pt x="319458" y="352626"/>
                  </a:lnTo>
                  <a:lnTo>
                    <a:pt x="319043" y="352971"/>
                  </a:lnTo>
                  <a:lnTo>
                    <a:pt x="318821" y="353141"/>
                  </a:lnTo>
                  <a:lnTo>
                    <a:pt x="318570" y="353341"/>
                  </a:lnTo>
                  <a:lnTo>
                    <a:pt x="318331" y="353564"/>
                  </a:lnTo>
                  <a:lnTo>
                    <a:pt x="318020" y="353790"/>
                  </a:lnTo>
                  <a:lnTo>
                    <a:pt x="317768" y="353942"/>
                  </a:lnTo>
                  <a:lnTo>
                    <a:pt x="317830" y="354806"/>
                  </a:lnTo>
                  <a:lnTo>
                    <a:pt x="317672" y="354935"/>
                  </a:lnTo>
                  <a:lnTo>
                    <a:pt x="317402" y="355429"/>
                  </a:lnTo>
                  <a:lnTo>
                    <a:pt x="317050" y="356502"/>
                  </a:lnTo>
                  <a:lnTo>
                    <a:pt x="317040" y="356928"/>
                  </a:lnTo>
                  <a:lnTo>
                    <a:pt x="316768" y="356847"/>
                  </a:lnTo>
                  <a:lnTo>
                    <a:pt x="316057" y="357611"/>
                  </a:lnTo>
                  <a:lnTo>
                    <a:pt x="314361" y="357950"/>
                  </a:lnTo>
                  <a:lnTo>
                    <a:pt x="314229" y="358004"/>
                  </a:lnTo>
                  <a:lnTo>
                    <a:pt x="314047" y="358465"/>
                  </a:lnTo>
                  <a:lnTo>
                    <a:pt x="313841" y="358974"/>
                  </a:lnTo>
                  <a:lnTo>
                    <a:pt x="313613" y="359185"/>
                  </a:lnTo>
                  <a:lnTo>
                    <a:pt x="313522" y="359346"/>
                  </a:lnTo>
                  <a:lnTo>
                    <a:pt x="313455" y="359484"/>
                  </a:lnTo>
                  <a:lnTo>
                    <a:pt x="313415" y="359641"/>
                  </a:lnTo>
                  <a:lnTo>
                    <a:pt x="313369" y="360026"/>
                  </a:lnTo>
                  <a:lnTo>
                    <a:pt x="313104" y="360484"/>
                  </a:lnTo>
                  <a:lnTo>
                    <a:pt x="313077" y="360710"/>
                  </a:lnTo>
                  <a:lnTo>
                    <a:pt x="312836" y="360965"/>
                  </a:lnTo>
                  <a:lnTo>
                    <a:pt x="312688" y="361144"/>
                  </a:lnTo>
                  <a:lnTo>
                    <a:pt x="310269" y="359874"/>
                  </a:lnTo>
                  <a:lnTo>
                    <a:pt x="309883" y="360137"/>
                  </a:lnTo>
                  <a:lnTo>
                    <a:pt x="309390" y="360000"/>
                  </a:lnTo>
                  <a:lnTo>
                    <a:pt x="309105" y="359950"/>
                  </a:lnTo>
                  <a:lnTo>
                    <a:pt x="308095" y="359509"/>
                  </a:lnTo>
                  <a:lnTo>
                    <a:pt x="307113" y="360145"/>
                  </a:lnTo>
                  <a:lnTo>
                    <a:pt x="306985" y="360255"/>
                  </a:lnTo>
                  <a:lnTo>
                    <a:pt x="306528" y="360665"/>
                  </a:lnTo>
                  <a:lnTo>
                    <a:pt x="306235" y="360634"/>
                  </a:lnTo>
                  <a:lnTo>
                    <a:pt x="305966" y="360510"/>
                  </a:lnTo>
                  <a:lnTo>
                    <a:pt x="305794" y="360437"/>
                  </a:lnTo>
                  <a:lnTo>
                    <a:pt x="305435" y="360342"/>
                  </a:lnTo>
                  <a:lnTo>
                    <a:pt x="304989" y="360089"/>
                  </a:lnTo>
                  <a:lnTo>
                    <a:pt x="304896" y="359636"/>
                  </a:lnTo>
                  <a:lnTo>
                    <a:pt x="304832" y="359323"/>
                  </a:lnTo>
                  <a:lnTo>
                    <a:pt x="304079" y="359119"/>
                  </a:lnTo>
                  <a:lnTo>
                    <a:pt x="303790" y="359106"/>
                  </a:lnTo>
                  <a:lnTo>
                    <a:pt x="303166" y="359030"/>
                  </a:lnTo>
                  <a:lnTo>
                    <a:pt x="302842" y="358983"/>
                  </a:lnTo>
                  <a:lnTo>
                    <a:pt x="302647" y="359122"/>
                  </a:lnTo>
                  <a:lnTo>
                    <a:pt x="301723" y="360265"/>
                  </a:lnTo>
                  <a:lnTo>
                    <a:pt x="301711" y="360465"/>
                  </a:lnTo>
                  <a:lnTo>
                    <a:pt x="301427" y="361163"/>
                  </a:lnTo>
                  <a:lnTo>
                    <a:pt x="301107" y="361587"/>
                  </a:lnTo>
                  <a:lnTo>
                    <a:pt x="300306" y="362525"/>
                  </a:lnTo>
                  <a:lnTo>
                    <a:pt x="300214" y="362260"/>
                  </a:lnTo>
                  <a:lnTo>
                    <a:pt x="299898" y="362636"/>
                  </a:lnTo>
                  <a:lnTo>
                    <a:pt x="299705" y="362845"/>
                  </a:lnTo>
                  <a:lnTo>
                    <a:pt x="299633" y="362976"/>
                  </a:lnTo>
                  <a:lnTo>
                    <a:pt x="299369" y="363355"/>
                  </a:lnTo>
                  <a:lnTo>
                    <a:pt x="298619" y="363459"/>
                  </a:lnTo>
                  <a:lnTo>
                    <a:pt x="297885" y="363466"/>
                  </a:lnTo>
                  <a:lnTo>
                    <a:pt x="296960" y="364110"/>
                  </a:lnTo>
                  <a:lnTo>
                    <a:pt x="296892" y="364401"/>
                  </a:lnTo>
                  <a:lnTo>
                    <a:pt x="296630" y="364534"/>
                  </a:lnTo>
                  <a:lnTo>
                    <a:pt x="295869" y="364739"/>
                  </a:lnTo>
                  <a:lnTo>
                    <a:pt x="295675" y="365364"/>
                  </a:lnTo>
                  <a:lnTo>
                    <a:pt x="295476" y="365651"/>
                  </a:lnTo>
                  <a:lnTo>
                    <a:pt x="295415" y="365461"/>
                  </a:lnTo>
                  <a:lnTo>
                    <a:pt x="295344" y="364974"/>
                  </a:lnTo>
                  <a:lnTo>
                    <a:pt x="295380" y="364471"/>
                  </a:lnTo>
                  <a:lnTo>
                    <a:pt x="296003" y="363290"/>
                  </a:lnTo>
                  <a:lnTo>
                    <a:pt x="296088" y="363086"/>
                  </a:lnTo>
                  <a:lnTo>
                    <a:pt x="296420" y="362220"/>
                  </a:lnTo>
                  <a:lnTo>
                    <a:pt x="296401" y="361725"/>
                  </a:lnTo>
                  <a:lnTo>
                    <a:pt x="295355" y="360802"/>
                  </a:lnTo>
                  <a:lnTo>
                    <a:pt x="295204" y="360729"/>
                  </a:lnTo>
                  <a:lnTo>
                    <a:pt x="294514" y="360332"/>
                  </a:lnTo>
                  <a:lnTo>
                    <a:pt x="293793" y="358123"/>
                  </a:lnTo>
                  <a:lnTo>
                    <a:pt x="293851" y="357952"/>
                  </a:lnTo>
                  <a:lnTo>
                    <a:pt x="291973" y="359276"/>
                  </a:lnTo>
                  <a:lnTo>
                    <a:pt x="291957" y="359607"/>
                  </a:lnTo>
                  <a:lnTo>
                    <a:pt x="291151" y="358095"/>
                  </a:lnTo>
                  <a:lnTo>
                    <a:pt x="291063" y="357939"/>
                  </a:lnTo>
                  <a:lnTo>
                    <a:pt x="290863" y="357850"/>
                  </a:lnTo>
                  <a:lnTo>
                    <a:pt x="290635" y="357776"/>
                  </a:lnTo>
                  <a:lnTo>
                    <a:pt x="289497" y="357943"/>
                  </a:lnTo>
                  <a:lnTo>
                    <a:pt x="288376" y="357790"/>
                  </a:lnTo>
                  <a:lnTo>
                    <a:pt x="287968" y="357150"/>
                  </a:lnTo>
                  <a:lnTo>
                    <a:pt x="287798" y="357010"/>
                  </a:lnTo>
                  <a:lnTo>
                    <a:pt x="286138" y="356336"/>
                  </a:lnTo>
                  <a:lnTo>
                    <a:pt x="285913" y="353207"/>
                  </a:lnTo>
                  <a:lnTo>
                    <a:pt x="286117" y="353451"/>
                  </a:lnTo>
                  <a:lnTo>
                    <a:pt x="283446" y="352058"/>
                  </a:lnTo>
                  <a:lnTo>
                    <a:pt x="281454" y="350737"/>
                  </a:lnTo>
                  <a:lnTo>
                    <a:pt x="281392" y="350575"/>
                  </a:lnTo>
                  <a:lnTo>
                    <a:pt x="281460" y="350045"/>
                  </a:lnTo>
                  <a:lnTo>
                    <a:pt x="281668" y="349821"/>
                  </a:lnTo>
                  <a:lnTo>
                    <a:pt x="281934" y="349408"/>
                  </a:lnTo>
                  <a:lnTo>
                    <a:pt x="281738" y="349086"/>
                  </a:lnTo>
                  <a:lnTo>
                    <a:pt x="281131" y="349263"/>
                  </a:lnTo>
                  <a:lnTo>
                    <a:pt x="280472" y="349306"/>
                  </a:lnTo>
                  <a:lnTo>
                    <a:pt x="279998" y="348826"/>
                  </a:lnTo>
                  <a:lnTo>
                    <a:pt x="279951" y="348667"/>
                  </a:lnTo>
                  <a:lnTo>
                    <a:pt x="278180" y="348230"/>
                  </a:lnTo>
                  <a:lnTo>
                    <a:pt x="277677" y="348156"/>
                  </a:lnTo>
                  <a:lnTo>
                    <a:pt x="276765" y="347329"/>
                  </a:lnTo>
                  <a:lnTo>
                    <a:pt x="275691" y="346577"/>
                  </a:lnTo>
                  <a:lnTo>
                    <a:pt x="274361" y="345490"/>
                  </a:lnTo>
                  <a:lnTo>
                    <a:pt x="273252" y="345628"/>
                  </a:lnTo>
                  <a:lnTo>
                    <a:pt x="273083" y="345179"/>
                  </a:lnTo>
                  <a:lnTo>
                    <a:pt x="270671" y="346680"/>
                  </a:lnTo>
                  <a:lnTo>
                    <a:pt x="270052" y="346885"/>
                  </a:lnTo>
                  <a:lnTo>
                    <a:pt x="268436" y="346486"/>
                  </a:lnTo>
                  <a:lnTo>
                    <a:pt x="268295" y="346439"/>
                  </a:lnTo>
                  <a:lnTo>
                    <a:pt x="265691" y="346242"/>
                  </a:lnTo>
                  <a:lnTo>
                    <a:pt x="261517" y="345237"/>
                  </a:lnTo>
                  <a:lnTo>
                    <a:pt x="259271" y="344824"/>
                  </a:lnTo>
                  <a:lnTo>
                    <a:pt x="259128" y="344928"/>
                  </a:lnTo>
                  <a:lnTo>
                    <a:pt x="258266" y="345548"/>
                  </a:lnTo>
                  <a:lnTo>
                    <a:pt x="257692" y="345576"/>
                  </a:lnTo>
                  <a:lnTo>
                    <a:pt x="257103" y="344978"/>
                  </a:lnTo>
                  <a:lnTo>
                    <a:pt x="257388" y="344566"/>
                  </a:lnTo>
                  <a:lnTo>
                    <a:pt x="257335" y="344351"/>
                  </a:lnTo>
                  <a:lnTo>
                    <a:pt x="256993" y="344250"/>
                  </a:lnTo>
                  <a:lnTo>
                    <a:pt x="256669" y="343533"/>
                  </a:lnTo>
                  <a:lnTo>
                    <a:pt x="256437" y="343584"/>
                  </a:lnTo>
                  <a:lnTo>
                    <a:pt x="255933" y="343648"/>
                  </a:lnTo>
                  <a:lnTo>
                    <a:pt x="255745" y="343711"/>
                  </a:lnTo>
                  <a:lnTo>
                    <a:pt x="255278" y="343670"/>
                  </a:lnTo>
                  <a:lnTo>
                    <a:pt x="253453" y="341783"/>
                  </a:lnTo>
                  <a:lnTo>
                    <a:pt x="253451" y="341070"/>
                  </a:lnTo>
                  <a:lnTo>
                    <a:pt x="253285" y="340978"/>
                  </a:lnTo>
                  <a:lnTo>
                    <a:pt x="252882" y="340773"/>
                  </a:lnTo>
                  <a:lnTo>
                    <a:pt x="252548" y="340830"/>
                  </a:lnTo>
                  <a:lnTo>
                    <a:pt x="251955" y="340317"/>
                  </a:lnTo>
                  <a:lnTo>
                    <a:pt x="251858" y="339956"/>
                  </a:lnTo>
                  <a:lnTo>
                    <a:pt x="251473" y="339503"/>
                  </a:lnTo>
                  <a:lnTo>
                    <a:pt x="250887" y="339363"/>
                  </a:lnTo>
                  <a:lnTo>
                    <a:pt x="250547" y="339368"/>
                  </a:lnTo>
                  <a:lnTo>
                    <a:pt x="249676" y="339325"/>
                  </a:lnTo>
                  <a:lnTo>
                    <a:pt x="249312" y="339356"/>
                  </a:lnTo>
                  <a:lnTo>
                    <a:pt x="248490" y="339202"/>
                  </a:lnTo>
                  <a:lnTo>
                    <a:pt x="248303" y="339265"/>
                  </a:lnTo>
                  <a:lnTo>
                    <a:pt x="247825" y="339211"/>
                  </a:lnTo>
                  <a:lnTo>
                    <a:pt x="247245" y="339212"/>
                  </a:lnTo>
                  <a:lnTo>
                    <a:pt x="246967" y="339119"/>
                  </a:lnTo>
                  <a:lnTo>
                    <a:pt x="245751" y="339093"/>
                  </a:lnTo>
                  <a:lnTo>
                    <a:pt x="245291" y="338963"/>
                  </a:lnTo>
                  <a:lnTo>
                    <a:pt x="244550" y="338910"/>
                  </a:lnTo>
                  <a:lnTo>
                    <a:pt x="244407" y="338927"/>
                  </a:lnTo>
                  <a:lnTo>
                    <a:pt x="243723" y="338950"/>
                  </a:lnTo>
                  <a:lnTo>
                    <a:pt x="243012" y="338947"/>
                  </a:lnTo>
                  <a:lnTo>
                    <a:pt x="242724" y="338943"/>
                  </a:lnTo>
                  <a:lnTo>
                    <a:pt x="241571" y="338810"/>
                  </a:lnTo>
                  <a:lnTo>
                    <a:pt x="241220" y="338728"/>
                  </a:lnTo>
                  <a:lnTo>
                    <a:pt x="240696" y="338525"/>
                  </a:lnTo>
                  <a:lnTo>
                    <a:pt x="240102" y="338531"/>
                  </a:lnTo>
                  <a:lnTo>
                    <a:pt x="239972" y="338531"/>
                  </a:lnTo>
                  <a:lnTo>
                    <a:pt x="239323" y="338351"/>
                  </a:lnTo>
                  <a:lnTo>
                    <a:pt x="239069" y="338311"/>
                  </a:lnTo>
                  <a:lnTo>
                    <a:pt x="237443" y="337537"/>
                  </a:lnTo>
                  <a:lnTo>
                    <a:pt x="237472" y="337311"/>
                  </a:lnTo>
                  <a:lnTo>
                    <a:pt x="237530" y="337137"/>
                  </a:lnTo>
                  <a:lnTo>
                    <a:pt x="237607" y="337010"/>
                  </a:lnTo>
                  <a:lnTo>
                    <a:pt x="237647" y="336801"/>
                  </a:lnTo>
                  <a:lnTo>
                    <a:pt x="237501" y="336483"/>
                  </a:lnTo>
                  <a:lnTo>
                    <a:pt x="237342" y="335841"/>
                  </a:lnTo>
                  <a:lnTo>
                    <a:pt x="237195" y="335829"/>
                  </a:lnTo>
                  <a:lnTo>
                    <a:pt x="236996" y="335864"/>
                  </a:lnTo>
                  <a:lnTo>
                    <a:pt x="236832" y="335899"/>
                  </a:lnTo>
                  <a:lnTo>
                    <a:pt x="236046" y="335813"/>
                  </a:lnTo>
                  <a:lnTo>
                    <a:pt x="235688" y="335842"/>
                  </a:lnTo>
                  <a:lnTo>
                    <a:pt x="235512" y="335848"/>
                  </a:lnTo>
                  <a:lnTo>
                    <a:pt x="235093" y="335716"/>
                  </a:lnTo>
                  <a:lnTo>
                    <a:pt x="234635" y="335598"/>
                  </a:lnTo>
                  <a:lnTo>
                    <a:pt x="234221" y="335208"/>
                  </a:lnTo>
                  <a:lnTo>
                    <a:pt x="233740" y="335416"/>
                  </a:lnTo>
                  <a:lnTo>
                    <a:pt x="233566" y="335361"/>
                  </a:lnTo>
                  <a:lnTo>
                    <a:pt x="233331" y="335290"/>
                  </a:lnTo>
                  <a:lnTo>
                    <a:pt x="233037" y="335220"/>
                  </a:lnTo>
                  <a:lnTo>
                    <a:pt x="232793" y="335315"/>
                  </a:lnTo>
                  <a:lnTo>
                    <a:pt x="232501" y="335687"/>
                  </a:lnTo>
                  <a:lnTo>
                    <a:pt x="231350" y="335498"/>
                  </a:lnTo>
                  <a:lnTo>
                    <a:pt x="230914" y="335497"/>
                  </a:lnTo>
                  <a:lnTo>
                    <a:pt x="230650" y="335567"/>
                  </a:lnTo>
                  <a:lnTo>
                    <a:pt x="230269" y="335741"/>
                  </a:lnTo>
                  <a:lnTo>
                    <a:pt x="230262" y="336395"/>
                  </a:lnTo>
                  <a:lnTo>
                    <a:pt x="230056" y="336860"/>
                  </a:lnTo>
                  <a:lnTo>
                    <a:pt x="230264" y="338046"/>
                  </a:lnTo>
                  <a:lnTo>
                    <a:pt x="230368" y="338586"/>
                  </a:lnTo>
                  <a:lnTo>
                    <a:pt x="230268" y="338857"/>
                  </a:lnTo>
                  <a:lnTo>
                    <a:pt x="230079" y="339054"/>
                  </a:lnTo>
                  <a:lnTo>
                    <a:pt x="229942" y="339151"/>
                  </a:lnTo>
                  <a:lnTo>
                    <a:pt x="229780" y="339256"/>
                  </a:lnTo>
                  <a:lnTo>
                    <a:pt x="229027" y="339365"/>
                  </a:lnTo>
                  <a:lnTo>
                    <a:pt x="227353" y="338843"/>
                  </a:lnTo>
                  <a:lnTo>
                    <a:pt x="227363" y="338619"/>
                  </a:lnTo>
                  <a:lnTo>
                    <a:pt x="226993" y="338261"/>
                  </a:lnTo>
                  <a:lnTo>
                    <a:pt x="226629" y="338025"/>
                  </a:lnTo>
                  <a:lnTo>
                    <a:pt x="226353" y="337910"/>
                  </a:lnTo>
                  <a:lnTo>
                    <a:pt x="226247" y="337783"/>
                  </a:lnTo>
                  <a:lnTo>
                    <a:pt x="226000" y="337552"/>
                  </a:lnTo>
                  <a:lnTo>
                    <a:pt x="225789" y="337553"/>
                  </a:lnTo>
                  <a:lnTo>
                    <a:pt x="225566" y="337669"/>
                  </a:lnTo>
                  <a:lnTo>
                    <a:pt x="225227" y="337890"/>
                  </a:lnTo>
                  <a:lnTo>
                    <a:pt x="224649" y="338252"/>
                  </a:lnTo>
                  <a:lnTo>
                    <a:pt x="224419" y="338330"/>
                  </a:lnTo>
                  <a:lnTo>
                    <a:pt x="223817" y="338618"/>
                  </a:lnTo>
                  <a:lnTo>
                    <a:pt x="223219" y="338499"/>
                  </a:lnTo>
                  <a:lnTo>
                    <a:pt x="222973" y="338523"/>
                  </a:lnTo>
                  <a:lnTo>
                    <a:pt x="222620" y="338400"/>
                  </a:lnTo>
                  <a:lnTo>
                    <a:pt x="221522" y="338686"/>
                  </a:lnTo>
                  <a:lnTo>
                    <a:pt x="220961" y="338359"/>
                  </a:lnTo>
                  <a:lnTo>
                    <a:pt x="220422" y="338316"/>
                  </a:lnTo>
                  <a:lnTo>
                    <a:pt x="220249" y="338663"/>
                  </a:lnTo>
                  <a:lnTo>
                    <a:pt x="219784" y="338885"/>
                  </a:lnTo>
                  <a:lnTo>
                    <a:pt x="219295" y="339235"/>
                  </a:lnTo>
                  <a:lnTo>
                    <a:pt x="219613" y="340828"/>
                  </a:lnTo>
                  <a:lnTo>
                    <a:pt x="219842" y="340949"/>
                  </a:lnTo>
                  <a:lnTo>
                    <a:pt x="219971" y="341006"/>
                  </a:lnTo>
                  <a:lnTo>
                    <a:pt x="220428" y="341155"/>
                  </a:lnTo>
                  <a:lnTo>
                    <a:pt x="220610" y="341183"/>
                  </a:lnTo>
                  <a:lnTo>
                    <a:pt x="220810" y="341228"/>
                  </a:lnTo>
                  <a:lnTo>
                    <a:pt x="221056" y="341274"/>
                  </a:lnTo>
                  <a:lnTo>
                    <a:pt x="221198" y="341251"/>
                  </a:lnTo>
                  <a:lnTo>
                    <a:pt x="221498" y="341343"/>
                  </a:lnTo>
                  <a:lnTo>
                    <a:pt x="221532" y="341471"/>
                  </a:lnTo>
                  <a:lnTo>
                    <a:pt x="221575" y="342271"/>
                  </a:lnTo>
                  <a:lnTo>
                    <a:pt x="220854" y="342433"/>
                  </a:lnTo>
                  <a:lnTo>
                    <a:pt x="220587" y="342700"/>
                  </a:lnTo>
                  <a:lnTo>
                    <a:pt x="220255" y="343083"/>
                  </a:lnTo>
                  <a:lnTo>
                    <a:pt x="219966" y="343781"/>
                  </a:lnTo>
                  <a:lnTo>
                    <a:pt x="219773" y="343901"/>
                  </a:lnTo>
                  <a:lnTo>
                    <a:pt x="219744" y="344057"/>
                  </a:lnTo>
                  <a:lnTo>
                    <a:pt x="219837" y="344470"/>
                  </a:lnTo>
                  <a:lnTo>
                    <a:pt x="219793" y="344954"/>
                  </a:lnTo>
                  <a:lnTo>
                    <a:pt x="220042" y="345601"/>
                  </a:lnTo>
                  <a:lnTo>
                    <a:pt x="220427" y="345884"/>
                  </a:lnTo>
                  <a:lnTo>
                    <a:pt x="221192" y="346025"/>
                  </a:lnTo>
                  <a:lnTo>
                    <a:pt x="221182" y="346251"/>
                  </a:lnTo>
                  <a:lnTo>
                    <a:pt x="221154" y="346633"/>
                  </a:lnTo>
                  <a:lnTo>
                    <a:pt x="220998" y="347044"/>
                  </a:lnTo>
                  <a:lnTo>
                    <a:pt x="220841" y="347387"/>
                  </a:lnTo>
                  <a:lnTo>
                    <a:pt x="221017" y="347467"/>
                  </a:lnTo>
                  <a:lnTo>
                    <a:pt x="221146" y="347495"/>
                  </a:lnTo>
                  <a:lnTo>
                    <a:pt x="221404" y="347645"/>
                  </a:lnTo>
                  <a:lnTo>
                    <a:pt x="221475" y="347853"/>
                  </a:lnTo>
                  <a:lnTo>
                    <a:pt x="221505" y="348084"/>
                  </a:lnTo>
                  <a:lnTo>
                    <a:pt x="221482" y="348299"/>
                  </a:lnTo>
                  <a:lnTo>
                    <a:pt x="221572" y="348761"/>
                  </a:lnTo>
                  <a:lnTo>
                    <a:pt x="221806" y="348824"/>
                  </a:lnTo>
                  <a:lnTo>
                    <a:pt x="221976" y="348760"/>
                  </a:lnTo>
                  <a:lnTo>
                    <a:pt x="222186" y="348718"/>
                  </a:lnTo>
                  <a:lnTo>
                    <a:pt x="222362" y="348764"/>
                  </a:lnTo>
                  <a:lnTo>
                    <a:pt x="222496" y="348816"/>
                  </a:lnTo>
                  <a:lnTo>
                    <a:pt x="222631" y="348954"/>
                  </a:lnTo>
                  <a:lnTo>
                    <a:pt x="222807" y="349023"/>
                  </a:lnTo>
                  <a:lnTo>
                    <a:pt x="223077" y="349288"/>
                  </a:lnTo>
                  <a:lnTo>
                    <a:pt x="223387" y="349235"/>
                  </a:lnTo>
                  <a:lnTo>
                    <a:pt x="223773" y="349236"/>
                  </a:lnTo>
                  <a:lnTo>
                    <a:pt x="223954" y="349168"/>
                  </a:lnTo>
                  <a:lnTo>
                    <a:pt x="224591" y="349891"/>
                  </a:lnTo>
                  <a:lnTo>
                    <a:pt x="224763" y="350310"/>
                  </a:lnTo>
                  <a:lnTo>
                    <a:pt x="224864" y="350610"/>
                  </a:lnTo>
                  <a:lnTo>
                    <a:pt x="224930" y="350740"/>
                  </a:lnTo>
                  <a:lnTo>
                    <a:pt x="224983" y="350960"/>
                  </a:lnTo>
                  <a:lnTo>
                    <a:pt x="225113" y="351220"/>
                  </a:lnTo>
                  <a:lnTo>
                    <a:pt x="225189" y="351434"/>
                  </a:lnTo>
                  <a:lnTo>
                    <a:pt x="225278" y="351654"/>
                  </a:lnTo>
                  <a:lnTo>
                    <a:pt x="225360" y="351815"/>
                  </a:lnTo>
                  <a:lnTo>
                    <a:pt x="224635" y="353311"/>
                  </a:lnTo>
                  <a:lnTo>
                    <a:pt x="224390" y="353584"/>
                  </a:lnTo>
                  <a:lnTo>
                    <a:pt x="224180" y="353700"/>
                  </a:lnTo>
                  <a:lnTo>
                    <a:pt x="223993" y="353701"/>
                  </a:lnTo>
                  <a:lnTo>
                    <a:pt x="222555" y="355014"/>
                  </a:lnTo>
                  <a:lnTo>
                    <a:pt x="222386" y="355107"/>
                  </a:lnTo>
                  <a:lnTo>
                    <a:pt x="222182" y="355137"/>
                  </a:lnTo>
                  <a:lnTo>
                    <a:pt x="220598" y="356144"/>
                  </a:lnTo>
                  <a:lnTo>
                    <a:pt x="219918" y="355784"/>
                  </a:lnTo>
                  <a:lnTo>
                    <a:pt x="219786" y="356208"/>
                  </a:lnTo>
                  <a:lnTo>
                    <a:pt x="219599" y="356218"/>
                  </a:lnTo>
                  <a:lnTo>
                    <a:pt x="218994" y="355652"/>
                  </a:lnTo>
                  <a:lnTo>
                    <a:pt x="217650" y="355696"/>
                  </a:lnTo>
                  <a:lnTo>
                    <a:pt x="217241" y="356334"/>
                  </a:lnTo>
                  <a:lnTo>
                    <a:pt x="217243" y="356469"/>
                  </a:lnTo>
                  <a:lnTo>
                    <a:pt x="217048" y="357624"/>
                  </a:lnTo>
                  <a:lnTo>
                    <a:pt x="216627" y="357711"/>
                  </a:lnTo>
                  <a:lnTo>
                    <a:pt x="216497" y="357739"/>
                  </a:lnTo>
                  <a:lnTo>
                    <a:pt x="216016" y="357708"/>
                  </a:lnTo>
                  <a:lnTo>
                    <a:pt x="215206" y="358182"/>
                  </a:lnTo>
                  <a:lnTo>
                    <a:pt x="214716" y="358514"/>
                  </a:lnTo>
                  <a:lnTo>
                    <a:pt x="214487" y="358647"/>
                  </a:lnTo>
                  <a:lnTo>
                    <a:pt x="214294" y="358771"/>
                  </a:lnTo>
                  <a:lnTo>
                    <a:pt x="213719" y="359033"/>
                  </a:lnTo>
                  <a:lnTo>
                    <a:pt x="213003" y="357934"/>
                  </a:lnTo>
                  <a:lnTo>
                    <a:pt x="211669" y="357359"/>
                  </a:lnTo>
                  <a:lnTo>
                    <a:pt x="211242" y="357657"/>
                  </a:lnTo>
                  <a:lnTo>
                    <a:pt x="210618" y="357186"/>
                  </a:lnTo>
                  <a:lnTo>
                    <a:pt x="210451" y="356901"/>
                  </a:lnTo>
                  <a:lnTo>
                    <a:pt x="210446" y="356691"/>
                  </a:lnTo>
                  <a:lnTo>
                    <a:pt x="210141" y="355708"/>
                  </a:lnTo>
                  <a:lnTo>
                    <a:pt x="210072" y="355483"/>
                  </a:lnTo>
                  <a:lnTo>
                    <a:pt x="209769" y="355159"/>
                  </a:lnTo>
                  <a:lnTo>
                    <a:pt x="209369" y="355099"/>
                  </a:lnTo>
                  <a:lnTo>
                    <a:pt x="208982" y="354838"/>
                  </a:lnTo>
                  <a:lnTo>
                    <a:pt x="208930" y="354414"/>
                  </a:lnTo>
                  <a:lnTo>
                    <a:pt x="208621" y="354312"/>
                  </a:lnTo>
                  <a:lnTo>
                    <a:pt x="208234" y="354113"/>
                  </a:lnTo>
                  <a:lnTo>
                    <a:pt x="207911" y="354080"/>
                  </a:lnTo>
                  <a:lnTo>
                    <a:pt x="207100" y="353412"/>
                  </a:lnTo>
                  <a:lnTo>
                    <a:pt x="207050" y="353274"/>
                  </a:lnTo>
                  <a:lnTo>
                    <a:pt x="206958" y="353073"/>
                  </a:lnTo>
                  <a:lnTo>
                    <a:pt x="206620" y="352929"/>
                  </a:lnTo>
                  <a:lnTo>
                    <a:pt x="206339" y="352862"/>
                  </a:lnTo>
                  <a:lnTo>
                    <a:pt x="206023" y="352836"/>
                  </a:lnTo>
                  <a:lnTo>
                    <a:pt x="205751" y="352929"/>
                  </a:lnTo>
                  <a:lnTo>
                    <a:pt x="205507" y="353167"/>
                  </a:lnTo>
                  <a:lnTo>
                    <a:pt x="204896" y="353129"/>
                  </a:lnTo>
                  <a:lnTo>
                    <a:pt x="204769" y="352929"/>
                  </a:lnTo>
                  <a:lnTo>
                    <a:pt x="203897" y="351965"/>
                  </a:lnTo>
                  <a:lnTo>
                    <a:pt x="201801" y="351468"/>
                  </a:lnTo>
                  <a:lnTo>
                    <a:pt x="201608" y="351444"/>
                  </a:lnTo>
                  <a:lnTo>
                    <a:pt x="200520" y="351677"/>
                  </a:lnTo>
                  <a:lnTo>
                    <a:pt x="199786" y="351908"/>
                  </a:lnTo>
                  <a:lnTo>
                    <a:pt x="196728" y="351942"/>
                  </a:lnTo>
                  <a:lnTo>
                    <a:pt x="196581" y="351985"/>
                  </a:lnTo>
                  <a:lnTo>
                    <a:pt x="196311" y="352145"/>
                  </a:lnTo>
                  <a:lnTo>
                    <a:pt x="196088" y="352255"/>
                  </a:lnTo>
                  <a:lnTo>
                    <a:pt x="194505" y="352474"/>
                  </a:lnTo>
                  <a:lnTo>
                    <a:pt x="194117" y="352729"/>
                  </a:lnTo>
                  <a:lnTo>
                    <a:pt x="193327" y="352535"/>
                  </a:lnTo>
                  <a:lnTo>
                    <a:pt x="193119" y="352262"/>
                  </a:lnTo>
                  <a:lnTo>
                    <a:pt x="192862" y="352065"/>
                  </a:lnTo>
                  <a:lnTo>
                    <a:pt x="192634" y="352024"/>
                  </a:lnTo>
                  <a:lnTo>
                    <a:pt x="191995" y="352289"/>
                  </a:lnTo>
                  <a:lnTo>
                    <a:pt x="191608" y="352499"/>
                  </a:lnTo>
                  <a:lnTo>
                    <a:pt x="190801" y="352373"/>
                  </a:lnTo>
                  <a:lnTo>
                    <a:pt x="189071" y="352918"/>
                  </a:lnTo>
                  <a:lnTo>
                    <a:pt x="188621" y="353047"/>
                  </a:lnTo>
                  <a:lnTo>
                    <a:pt x="188473" y="353270"/>
                  </a:lnTo>
                  <a:lnTo>
                    <a:pt x="187902" y="353756"/>
                  </a:lnTo>
                  <a:lnTo>
                    <a:pt x="187508" y="353942"/>
                  </a:lnTo>
                  <a:lnTo>
                    <a:pt x="187802" y="355519"/>
                  </a:lnTo>
                  <a:lnTo>
                    <a:pt x="187958" y="355795"/>
                  </a:lnTo>
                  <a:lnTo>
                    <a:pt x="187978" y="356256"/>
                  </a:lnTo>
                  <a:lnTo>
                    <a:pt x="187490" y="356497"/>
                  </a:lnTo>
                  <a:lnTo>
                    <a:pt x="186996" y="356911"/>
                  </a:lnTo>
                  <a:lnTo>
                    <a:pt x="185866" y="357194"/>
                  </a:lnTo>
                  <a:lnTo>
                    <a:pt x="185890" y="357447"/>
                  </a:lnTo>
                  <a:lnTo>
                    <a:pt x="185949" y="360032"/>
                  </a:lnTo>
                  <a:lnTo>
                    <a:pt x="182859" y="359578"/>
                  </a:lnTo>
                  <a:lnTo>
                    <a:pt x="182606" y="359522"/>
                  </a:lnTo>
                  <a:lnTo>
                    <a:pt x="182458" y="359492"/>
                  </a:lnTo>
                  <a:lnTo>
                    <a:pt x="181416" y="359039"/>
                  </a:lnTo>
                  <a:lnTo>
                    <a:pt x="180625" y="359113"/>
                  </a:lnTo>
                  <a:lnTo>
                    <a:pt x="180248" y="359210"/>
                  </a:lnTo>
                  <a:lnTo>
                    <a:pt x="179651" y="360085"/>
                  </a:lnTo>
                  <a:lnTo>
                    <a:pt x="179404" y="360100"/>
                  </a:lnTo>
                  <a:lnTo>
                    <a:pt x="176770" y="360480"/>
                  </a:lnTo>
                  <a:lnTo>
                    <a:pt x="176402" y="362544"/>
                  </a:lnTo>
                  <a:lnTo>
                    <a:pt x="173791" y="365074"/>
                  </a:lnTo>
                  <a:lnTo>
                    <a:pt x="173632" y="365865"/>
                  </a:lnTo>
                  <a:lnTo>
                    <a:pt x="173408" y="365733"/>
                  </a:lnTo>
                  <a:lnTo>
                    <a:pt x="173000" y="366297"/>
                  </a:lnTo>
                  <a:lnTo>
                    <a:pt x="172946" y="366604"/>
                  </a:lnTo>
                  <a:lnTo>
                    <a:pt x="171712" y="368919"/>
                  </a:lnTo>
                  <a:lnTo>
                    <a:pt x="171259" y="369356"/>
                  </a:lnTo>
                  <a:lnTo>
                    <a:pt x="171185" y="369532"/>
                  </a:lnTo>
                  <a:lnTo>
                    <a:pt x="171394" y="370079"/>
                  </a:lnTo>
                  <a:lnTo>
                    <a:pt x="171618" y="370363"/>
                  </a:lnTo>
                  <a:lnTo>
                    <a:pt x="171998" y="371711"/>
                  </a:lnTo>
                  <a:lnTo>
                    <a:pt x="171499" y="371581"/>
                  </a:lnTo>
                  <a:lnTo>
                    <a:pt x="170840" y="371362"/>
                  </a:lnTo>
                  <a:lnTo>
                    <a:pt x="170697" y="371386"/>
                  </a:lnTo>
                  <a:lnTo>
                    <a:pt x="170479" y="371440"/>
                  </a:lnTo>
                  <a:lnTo>
                    <a:pt x="170188" y="371612"/>
                  </a:lnTo>
                  <a:lnTo>
                    <a:pt x="169915" y="372362"/>
                  </a:lnTo>
                  <a:lnTo>
                    <a:pt x="169484" y="373508"/>
                  </a:lnTo>
                  <a:lnTo>
                    <a:pt x="170116" y="373955"/>
                  </a:lnTo>
                  <a:lnTo>
                    <a:pt x="170088" y="374903"/>
                  </a:lnTo>
                  <a:lnTo>
                    <a:pt x="170545" y="375265"/>
                  </a:lnTo>
                  <a:lnTo>
                    <a:pt x="168679" y="377672"/>
                  </a:lnTo>
                  <a:lnTo>
                    <a:pt x="167347" y="378564"/>
                  </a:lnTo>
                  <a:lnTo>
                    <a:pt x="166683" y="381673"/>
                  </a:lnTo>
                  <a:lnTo>
                    <a:pt x="166745" y="382936"/>
                  </a:lnTo>
                  <a:lnTo>
                    <a:pt x="167020" y="383907"/>
                  </a:lnTo>
                  <a:lnTo>
                    <a:pt x="166717" y="383924"/>
                  </a:lnTo>
                  <a:lnTo>
                    <a:pt x="165467" y="384233"/>
                  </a:lnTo>
                  <a:lnTo>
                    <a:pt x="165081" y="384064"/>
                  </a:lnTo>
                  <a:lnTo>
                    <a:pt x="165030" y="383544"/>
                  </a:lnTo>
                  <a:lnTo>
                    <a:pt x="164902" y="383264"/>
                  </a:lnTo>
                  <a:lnTo>
                    <a:pt x="164788" y="382932"/>
                  </a:lnTo>
                  <a:lnTo>
                    <a:pt x="164225" y="382631"/>
                  </a:lnTo>
                  <a:lnTo>
                    <a:pt x="163870" y="382224"/>
                  </a:lnTo>
                  <a:lnTo>
                    <a:pt x="163546" y="381904"/>
                  </a:lnTo>
                  <a:lnTo>
                    <a:pt x="163238" y="381713"/>
                  </a:lnTo>
                  <a:lnTo>
                    <a:pt x="163149" y="381584"/>
                  </a:lnTo>
                  <a:lnTo>
                    <a:pt x="162993" y="381392"/>
                  </a:lnTo>
                  <a:lnTo>
                    <a:pt x="162672" y="381127"/>
                  </a:lnTo>
                  <a:lnTo>
                    <a:pt x="162370" y="381001"/>
                  </a:lnTo>
                  <a:lnTo>
                    <a:pt x="162160" y="381446"/>
                  </a:lnTo>
                  <a:lnTo>
                    <a:pt x="161907" y="381697"/>
                  </a:lnTo>
                  <a:lnTo>
                    <a:pt x="161763" y="381708"/>
                  </a:lnTo>
                  <a:lnTo>
                    <a:pt x="161529" y="381610"/>
                  </a:lnTo>
                  <a:lnTo>
                    <a:pt x="161431" y="381373"/>
                  </a:lnTo>
                  <a:lnTo>
                    <a:pt x="161271" y="381376"/>
                  </a:lnTo>
                  <a:lnTo>
                    <a:pt x="161140" y="381327"/>
                  </a:lnTo>
                  <a:lnTo>
                    <a:pt x="161051" y="381115"/>
                  </a:lnTo>
                  <a:lnTo>
                    <a:pt x="160883" y="380859"/>
                  </a:lnTo>
                  <a:lnTo>
                    <a:pt x="160788" y="380726"/>
                  </a:lnTo>
                  <a:lnTo>
                    <a:pt x="160684" y="380581"/>
                  </a:lnTo>
                  <a:lnTo>
                    <a:pt x="160418" y="379791"/>
                  </a:lnTo>
                  <a:lnTo>
                    <a:pt x="160135" y="379683"/>
                  </a:lnTo>
                  <a:lnTo>
                    <a:pt x="160099" y="379208"/>
                  </a:lnTo>
                  <a:lnTo>
                    <a:pt x="160292" y="378761"/>
                  </a:lnTo>
                  <a:lnTo>
                    <a:pt x="160320" y="378328"/>
                  </a:lnTo>
                  <a:lnTo>
                    <a:pt x="160695" y="377829"/>
                  </a:lnTo>
                  <a:lnTo>
                    <a:pt x="160961" y="377452"/>
                  </a:lnTo>
                  <a:lnTo>
                    <a:pt x="161354" y="376643"/>
                  </a:lnTo>
                  <a:lnTo>
                    <a:pt x="161207" y="376529"/>
                  </a:lnTo>
                  <a:lnTo>
                    <a:pt x="161059" y="376365"/>
                  </a:lnTo>
                  <a:lnTo>
                    <a:pt x="160698" y="376110"/>
                  </a:lnTo>
                  <a:lnTo>
                    <a:pt x="160266" y="375914"/>
                  </a:lnTo>
                  <a:lnTo>
                    <a:pt x="160108" y="375892"/>
                  </a:lnTo>
                  <a:lnTo>
                    <a:pt x="159863" y="375810"/>
                  </a:lnTo>
                  <a:lnTo>
                    <a:pt x="159826" y="375668"/>
                  </a:lnTo>
                  <a:lnTo>
                    <a:pt x="159909" y="375452"/>
                  </a:lnTo>
                  <a:lnTo>
                    <a:pt x="160089" y="375025"/>
                  </a:lnTo>
                  <a:lnTo>
                    <a:pt x="160168" y="374474"/>
                  </a:lnTo>
                  <a:lnTo>
                    <a:pt x="159964" y="374291"/>
                  </a:lnTo>
                  <a:lnTo>
                    <a:pt x="160208" y="373357"/>
                  </a:lnTo>
                  <a:lnTo>
                    <a:pt x="160059" y="373048"/>
                  </a:lnTo>
                  <a:lnTo>
                    <a:pt x="160173" y="372486"/>
                  </a:lnTo>
                  <a:lnTo>
                    <a:pt x="160087" y="372155"/>
                  </a:lnTo>
                  <a:lnTo>
                    <a:pt x="159947" y="371948"/>
                  </a:lnTo>
                  <a:lnTo>
                    <a:pt x="159621" y="371629"/>
                  </a:lnTo>
                  <a:lnTo>
                    <a:pt x="159429" y="371519"/>
                  </a:lnTo>
                  <a:lnTo>
                    <a:pt x="159200" y="371338"/>
                  </a:lnTo>
                  <a:lnTo>
                    <a:pt x="159010" y="371109"/>
                  </a:lnTo>
                  <a:lnTo>
                    <a:pt x="158688" y="370754"/>
                  </a:lnTo>
                  <a:lnTo>
                    <a:pt x="158350" y="370479"/>
                  </a:lnTo>
                  <a:lnTo>
                    <a:pt x="157804" y="370277"/>
                  </a:lnTo>
                  <a:lnTo>
                    <a:pt x="157642" y="370201"/>
                  </a:lnTo>
                  <a:lnTo>
                    <a:pt x="157566" y="370381"/>
                  </a:lnTo>
                  <a:lnTo>
                    <a:pt x="157333" y="370660"/>
                  </a:lnTo>
                  <a:lnTo>
                    <a:pt x="157270" y="370806"/>
                  </a:lnTo>
                  <a:lnTo>
                    <a:pt x="157177" y="370945"/>
                  </a:lnTo>
                  <a:lnTo>
                    <a:pt x="157100" y="371105"/>
                  </a:lnTo>
                  <a:lnTo>
                    <a:pt x="156786" y="371288"/>
                  </a:lnTo>
                  <a:lnTo>
                    <a:pt x="156614" y="371231"/>
                  </a:lnTo>
                  <a:lnTo>
                    <a:pt x="156627" y="371426"/>
                  </a:lnTo>
                  <a:lnTo>
                    <a:pt x="156939" y="371877"/>
                  </a:lnTo>
                  <a:lnTo>
                    <a:pt x="156890" y="372287"/>
                  </a:lnTo>
                  <a:lnTo>
                    <a:pt x="156668" y="372283"/>
                  </a:lnTo>
                  <a:lnTo>
                    <a:pt x="156498" y="372279"/>
                  </a:lnTo>
                  <a:lnTo>
                    <a:pt x="156146" y="372308"/>
                  </a:lnTo>
                  <a:lnTo>
                    <a:pt x="155888" y="372334"/>
                  </a:lnTo>
                  <a:lnTo>
                    <a:pt x="155554" y="372309"/>
                  </a:lnTo>
                  <a:lnTo>
                    <a:pt x="155409" y="372081"/>
                  </a:lnTo>
                  <a:lnTo>
                    <a:pt x="155289" y="372327"/>
                  </a:lnTo>
                  <a:lnTo>
                    <a:pt x="154966" y="372551"/>
                  </a:lnTo>
                  <a:lnTo>
                    <a:pt x="154778" y="372723"/>
                  </a:lnTo>
                  <a:lnTo>
                    <a:pt x="154809" y="372860"/>
                  </a:lnTo>
                  <a:lnTo>
                    <a:pt x="154902" y="373147"/>
                  </a:lnTo>
                  <a:lnTo>
                    <a:pt x="154890" y="373292"/>
                  </a:lnTo>
                  <a:lnTo>
                    <a:pt x="154723" y="373579"/>
                  </a:lnTo>
                  <a:lnTo>
                    <a:pt x="154077" y="373823"/>
                  </a:lnTo>
                  <a:lnTo>
                    <a:pt x="153768" y="373781"/>
                  </a:lnTo>
                  <a:lnTo>
                    <a:pt x="153211" y="373742"/>
                  </a:lnTo>
                  <a:lnTo>
                    <a:pt x="152717" y="373894"/>
                  </a:lnTo>
                  <a:lnTo>
                    <a:pt x="151913" y="373910"/>
                  </a:lnTo>
                  <a:lnTo>
                    <a:pt x="151817" y="373666"/>
                  </a:lnTo>
                  <a:lnTo>
                    <a:pt x="151936" y="373455"/>
                  </a:lnTo>
                  <a:lnTo>
                    <a:pt x="152026" y="373160"/>
                  </a:lnTo>
                  <a:lnTo>
                    <a:pt x="152294" y="372754"/>
                  </a:lnTo>
                  <a:lnTo>
                    <a:pt x="152331" y="372326"/>
                  </a:lnTo>
                  <a:lnTo>
                    <a:pt x="152470" y="371949"/>
                  </a:lnTo>
                  <a:lnTo>
                    <a:pt x="152393" y="371359"/>
                  </a:lnTo>
                  <a:lnTo>
                    <a:pt x="152620" y="371062"/>
                  </a:lnTo>
                  <a:lnTo>
                    <a:pt x="152620" y="370868"/>
                  </a:lnTo>
                  <a:lnTo>
                    <a:pt x="152577" y="370729"/>
                  </a:lnTo>
                  <a:lnTo>
                    <a:pt x="152656" y="370205"/>
                  </a:lnTo>
                  <a:lnTo>
                    <a:pt x="152927" y="369766"/>
                  </a:lnTo>
                  <a:lnTo>
                    <a:pt x="152747" y="369500"/>
                  </a:lnTo>
                  <a:lnTo>
                    <a:pt x="152615" y="369302"/>
                  </a:lnTo>
                  <a:lnTo>
                    <a:pt x="152606" y="368871"/>
                  </a:lnTo>
                  <a:lnTo>
                    <a:pt x="152391" y="368677"/>
                  </a:lnTo>
                  <a:lnTo>
                    <a:pt x="151823" y="368719"/>
                  </a:lnTo>
                  <a:lnTo>
                    <a:pt x="151442" y="368581"/>
                  </a:lnTo>
                  <a:lnTo>
                    <a:pt x="151031" y="368362"/>
                  </a:lnTo>
                  <a:lnTo>
                    <a:pt x="150762" y="368562"/>
                  </a:lnTo>
                  <a:lnTo>
                    <a:pt x="150563" y="368430"/>
                  </a:lnTo>
                  <a:lnTo>
                    <a:pt x="150373" y="368272"/>
                  </a:lnTo>
                  <a:lnTo>
                    <a:pt x="150136" y="368030"/>
                  </a:lnTo>
                  <a:lnTo>
                    <a:pt x="149928" y="367810"/>
                  </a:lnTo>
                  <a:lnTo>
                    <a:pt x="149894" y="367593"/>
                  </a:lnTo>
                  <a:lnTo>
                    <a:pt x="149652" y="366759"/>
                  </a:lnTo>
                  <a:lnTo>
                    <a:pt x="149780" y="366346"/>
                  </a:lnTo>
                  <a:lnTo>
                    <a:pt x="149899" y="366067"/>
                  </a:lnTo>
                  <a:lnTo>
                    <a:pt x="150353" y="366023"/>
                  </a:lnTo>
                  <a:lnTo>
                    <a:pt x="150483" y="365556"/>
                  </a:lnTo>
                  <a:lnTo>
                    <a:pt x="150487" y="365404"/>
                  </a:lnTo>
                  <a:lnTo>
                    <a:pt x="150629" y="365166"/>
                  </a:lnTo>
                  <a:lnTo>
                    <a:pt x="150620" y="364920"/>
                  </a:lnTo>
                  <a:lnTo>
                    <a:pt x="150586" y="364792"/>
                  </a:lnTo>
                  <a:lnTo>
                    <a:pt x="150739" y="364316"/>
                  </a:lnTo>
                  <a:lnTo>
                    <a:pt x="150772" y="364107"/>
                  </a:lnTo>
                  <a:lnTo>
                    <a:pt x="150569" y="363961"/>
                  </a:lnTo>
                  <a:lnTo>
                    <a:pt x="150373" y="363910"/>
                  </a:lnTo>
                  <a:lnTo>
                    <a:pt x="150139" y="363860"/>
                  </a:lnTo>
                  <a:lnTo>
                    <a:pt x="150164" y="363704"/>
                  </a:lnTo>
                  <a:lnTo>
                    <a:pt x="150380" y="363414"/>
                  </a:lnTo>
                  <a:lnTo>
                    <a:pt x="150479" y="363139"/>
                  </a:lnTo>
                  <a:lnTo>
                    <a:pt x="151018" y="362678"/>
                  </a:lnTo>
                  <a:lnTo>
                    <a:pt x="151745" y="362046"/>
                  </a:lnTo>
                  <a:lnTo>
                    <a:pt x="151373" y="361791"/>
                  </a:lnTo>
                  <a:lnTo>
                    <a:pt x="151223" y="361674"/>
                  </a:lnTo>
                  <a:lnTo>
                    <a:pt x="151180" y="361360"/>
                  </a:lnTo>
                  <a:lnTo>
                    <a:pt x="151422" y="360999"/>
                  </a:lnTo>
                  <a:lnTo>
                    <a:pt x="151310" y="360817"/>
                  </a:lnTo>
                  <a:lnTo>
                    <a:pt x="151075" y="360610"/>
                  </a:lnTo>
                  <a:lnTo>
                    <a:pt x="150949" y="360935"/>
                  </a:lnTo>
                  <a:lnTo>
                    <a:pt x="150571" y="361182"/>
                  </a:lnTo>
                  <a:lnTo>
                    <a:pt x="150413" y="361233"/>
                  </a:lnTo>
                  <a:lnTo>
                    <a:pt x="150249" y="361193"/>
                  </a:lnTo>
                  <a:lnTo>
                    <a:pt x="150153" y="361058"/>
                  </a:lnTo>
                  <a:lnTo>
                    <a:pt x="149991" y="360864"/>
                  </a:lnTo>
                  <a:lnTo>
                    <a:pt x="149674" y="360707"/>
                  </a:lnTo>
                  <a:lnTo>
                    <a:pt x="149952" y="360559"/>
                  </a:lnTo>
                  <a:lnTo>
                    <a:pt x="150306" y="360052"/>
                  </a:lnTo>
                  <a:lnTo>
                    <a:pt x="150447" y="359825"/>
                  </a:lnTo>
                  <a:lnTo>
                    <a:pt x="150644" y="359369"/>
                  </a:lnTo>
                  <a:lnTo>
                    <a:pt x="150326" y="358919"/>
                  </a:lnTo>
                  <a:lnTo>
                    <a:pt x="150143" y="358839"/>
                  </a:lnTo>
                  <a:lnTo>
                    <a:pt x="149448" y="358969"/>
                  </a:lnTo>
                  <a:lnTo>
                    <a:pt x="149163" y="358875"/>
                  </a:lnTo>
                  <a:lnTo>
                    <a:pt x="148934" y="358051"/>
                  </a:lnTo>
                  <a:lnTo>
                    <a:pt x="148524" y="358121"/>
                  </a:lnTo>
                  <a:lnTo>
                    <a:pt x="148315" y="358192"/>
                  </a:lnTo>
                  <a:lnTo>
                    <a:pt x="148049" y="357997"/>
                  </a:lnTo>
                  <a:lnTo>
                    <a:pt x="148286" y="357636"/>
                  </a:lnTo>
                  <a:lnTo>
                    <a:pt x="148385" y="357361"/>
                  </a:lnTo>
                  <a:lnTo>
                    <a:pt x="148027" y="357240"/>
                  </a:lnTo>
                  <a:lnTo>
                    <a:pt x="148036" y="357470"/>
                  </a:lnTo>
                  <a:lnTo>
                    <a:pt x="147887" y="358076"/>
                  </a:lnTo>
                  <a:lnTo>
                    <a:pt x="147620" y="358279"/>
                  </a:lnTo>
                  <a:lnTo>
                    <a:pt x="147533" y="358600"/>
                  </a:lnTo>
                  <a:lnTo>
                    <a:pt x="147612" y="358804"/>
                  </a:lnTo>
                  <a:lnTo>
                    <a:pt x="147751" y="359159"/>
                  </a:lnTo>
                  <a:lnTo>
                    <a:pt x="147505" y="359165"/>
                  </a:lnTo>
                  <a:lnTo>
                    <a:pt x="147220" y="358835"/>
                  </a:lnTo>
                  <a:lnTo>
                    <a:pt x="146979" y="358706"/>
                  </a:lnTo>
                  <a:lnTo>
                    <a:pt x="146829" y="358939"/>
                  </a:lnTo>
                  <a:lnTo>
                    <a:pt x="146626" y="358965"/>
                  </a:lnTo>
                  <a:lnTo>
                    <a:pt x="146313" y="359002"/>
                  </a:lnTo>
                  <a:lnTo>
                    <a:pt x="146058" y="359001"/>
                  </a:lnTo>
                  <a:lnTo>
                    <a:pt x="145944" y="358521"/>
                  </a:lnTo>
                  <a:lnTo>
                    <a:pt x="146117" y="358431"/>
                  </a:lnTo>
                  <a:lnTo>
                    <a:pt x="146292" y="358413"/>
                  </a:lnTo>
                  <a:lnTo>
                    <a:pt x="146547" y="358365"/>
                  </a:lnTo>
                  <a:lnTo>
                    <a:pt x="146597" y="358062"/>
                  </a:lnTo>
                  <a:lnTo>
                    <a:pt x="146742" y="357648"/>
                  </a:lnTo>
                  <a:lnTo>
                    <a:pt x="146477" y="357200"/>
                  </a:lnTo>
                  <a:lnTo>
                    <a:pt x="146207" y="357010"/>
                  </a:lnTo>
                  <a:lnTo>
                    <a:pt x="146277" y="356836"/>
                  </a:lnTo>
                  <a:lnTo>
                    <a:pt x="146207" y="356224"/>
                  </a:lnTo>
                  <a:lnTo>
                    <a:pt x="145853" y="356092"/>
                  </a:lnTo>
                  <a:lnTo>
                    <a:pt x="145547" y="356109"/>
                  </a:lnTo>
                  <a:lnTo>
                    <a:pt x="145142" y="356194"/>
                  </a:lnTo>
                  <a:lnTo>
                    <a:pt x="144841" y="356460"/>
                  </a:lnTo>
                  <a:lnTo>
                    <a:pt x="144960" y="356785"/>
                  </a:lnTo>
                  <a:lnTo>
                    <a:pt x="145246" y="356700"/>
                  </a:lnTo>
                  <a:lnTo>
                    <a:pt x="145570" y="356761"/>
                  </a:lnTo>
                  <a:lnTo>
                    <a:pt x="145860" y="357082"/>
                  </a:lnTo>
                  <a:lnTo>
                    <a:pt x="145771" y="357558"/>
                  </a:lnTo>
                  <a:lnTo>
                    <a:pt x="146250" y="358030"/>
                  </a:lnTo>
                  <a:lnTo>
                    <a:pt x="146035" y="358248"/>
                  </a:lnTo>
                  <a:lnTo>
                    <a:pt x="145626" y="358067"/>
                  </a:lnTo>
                  <a:lnTo>
                    <a:pt x="145563" y="357924"/>
                  </a:lnTo>
                  <a:lnTo>
                    <a:pt x="145464" y="357701"/>
                  </a:lnTo>
                  <a:lnTo>
                    <a:pt x="145112" y="357844"/>
                  </a:lnTo>
                  <a:lnTo>
                    <a:pt x="145239" y="357969"/>
                  </a:lnTo>
                  <a:lnTo>
                    <a:pt x="145357" y="358122"/>
                  </a:lnTo>
                  <a:lnTo>
                    <a:pt x="145492" y="358764"/>
                  </a:lnTo>
                  <a:lnTo>
                    <a:pt x="145366" y="358932"/>
                  </a:lnTo>
                  <a:lnTo>
                    <a:pt x="145174" y="358824"/>
                  </a:lnTo>
                  <a:lnTo>
                    <a:pt x="144729" y="358183"/>
                  </a:lnTo>
                  <a:lnTo>
                    <a:pt x="144509" y="358138"/>
                  </a:lnTo>
                  <a:lnTo>
                    <a:pt x="144465" y="357743"/>
                  </a:lnTo>
                  <a:lnTo>
                    <a:pt x="144259" y="357420"/>
                  </a:lnTo>
                  <a:lnTo>
                    <a:pt x="143887" y="357136"/>
                  </a:lnTo>
                  <a:lnTo>
                    <a:pt x="143667" y="357098"/>
                  </a:lnTo>
                  <a:lnTo>
                    <a:pt x="143220" y="356947"/>
                  </a:lnTo>
                  <a:lnTo>
                    <a:pt x="143165" y="356592"/>
                  </a:lnTo>
                  <a:lnTo>
                    <a:pt x="143348" y="356124"/>
                  </a:lnTo>
                  <a:lnTo>
                    <a:pt x="143032" y="355877"/>
                  </a:lnTo>
                  <a:lnTo>
                    <a:pt x="142595" y="356164"/>
                  </a:lnTo>
                  <a:lnTo>
                    <a:pt x="142298" y="356237"/>
                  </a:lnTo>
                  <a:lnTo>
                    <a:pt x="141898" y="356156"/>
                  </a:lnTo>
                  <a:lnTo>
                    <a:pt x="142131" y="355957"/>
                  </a:lnTo>
                  <a:lnTo>
                    <a:pt x="142259" y="355884"/>
                  </a:lnTo>
                  <a:lnTo>
                    <a:pt x="142369" y="355605"/>
                  </a:lnTo>
                  <a:lnTo>
                    <a:pt x="142037" y="355274"/>
                  </a:lnTo>
                  <a:lnTo>
                    <a:pt x="141755" y="354659"/>
                  </a:lnTo>
                  <a:lnTo>
                    <a:pt x="141890" y="354239"/>
                  </a:lnTo>
                  <a:lnTo>
                    <a:pt x="141755" y="353466"/>
                  </a:lnTo>
                  <a:lnTo>
                    <a:pt x="141569" y="353240"/>
                  </a:lnTo>
                  <a:lnTo>
                    <a:pt x="141742" y="352373"/>
                  </a:lnTo>
                  <a:lnTo>
                    <a:pt x="141628" y="352166"/>
                  </a:lnTo>
                  <a:lnTo>
                    <a:pt x="141670" y="351588"/>
                  </a:lnTo>
                  <a:lnTo>
                    <a:pt x="141660" y="351422"/>
                  </a:lnTo>
                  <a:lnTo>
                    <a:pt x="141746" y="350867"/>
                  </a:lnTo>
                  <a:lnTo>
                    <a:pt x="141492" y="350557"/>
                  </a:lnTo>
                  <a:lnTo>
                    <a:pt x="140892" y="350285"/>
                  </a:lnTo>
                  <a:lnTo>
                    <a:pt x="140962" y="350086"/>
                  </a:lnTo>
                  <a:lnTo>
                    <a:pt x="141332" y="349952"/>
                  </a:lnTo>
                  <a:lnTo>
                    <a:pt x="141358" y="349785"/>
                  </a:lnTo>
                  <a:lnTo>
                    <a:pt x="141172" y="349073"/>
                  </a:lnTo>
                  <a:lnTo>
                    <a:pt x="141021" y="348961"/>
                  </a:lnTo>
                  <a:lnTo>
                    <a:pt x="140934" y="348783"/>
                  </a:lnTo>
                  <a:lnTo>
                    <a:pt x="140583" y="348397"/>
                  </a:lnTo>
                  <a:lnTo>
                    <a:pt x="140300" y="348334"/>
                  </a:lnTo>
                  <a:lnTo>
                    <a:pt x="139726" y="348098"/>
                  </a:lnTo>
                  <a:lnTo>
                    <a:pt x="139776" y="347957"/>
                  </a:lnTo>
                  <a:lnTo>
                    <a:pt x="139684" y="347810"/>
                  </a:lnTo>
                  <a:lnTo>
                    <a:pt x="139228" y="347818"/>
                  </a:lnTo>
                  <a:lnTo>
                    <a:pt x="138848" y="347832"/>
                  </a:lnTo>
                  <a:lnTo>
                    <a:pt x="138180" y="348040"/>
                  </a:lnTo>
                  <a:lnTo>
                    <a:pt x="137981" y="348570"/>
                  </a:lnTo>
                  <a:lnTo>
                    <a:pt x="137375" y="349014"/>
                  </a:lnTo>
                  <a:lnTo>
                    <a:pt x="137353" y="349568"/>
                  </a:lnTo>
                  <a:lnTo>
                    <a:pt x="136901" y="349977"/>
                  </a:lnTo>
                  <a:lnTo>
                    <a:pt x="136751" y="350218"/>
                  </a:lnTo>
                  <a:lnTo>
                    <a:pt x="136599" y="350254"/>
                  </a:lnTo>
                  <a:lnTo>
                    <a:pt x="136284" y="350309"/>
                  </a:lnTo>
                  <a:lnTo>
                    <a:pt x="136131" y="350531"/>
                  </a:lnTo>
                  <a:lnTo>
                    <a:pt x="135889" y="350912"/>
                  </a:lnTo>
                  <a:lnTo>
                    <a:pt x="135719" y="351610"/>
                  </a:lnTo>
                  <a:lnTo>
                    <a:pt x="135429" y="351882"/>
                  </a:lnTo>
                  <a:lnTo>
                    <a:pt x="135097" y="352424"/>
                  </a:lnTo>
                  <a:lnTo>
                    <a:pt x="135114" y="352895"/>
                  </a:lnTo>
                  <a:lnTo>
                    <a:pt x="135289" y="353142"/>
                  </a:lnTo>
                  <a:lnTo>
                    <a:pt x="135556" y="353162"/>
                  </a:lnTo>
                  <a:lnTo>
                    <a:pt x="135816" y="353160"/>
                  </a:lnTo>
                  <a:lnTo>
                    <a:pt x="135592" y="353955"/>
                  </a:lnTo>
                  <a:lnTo>
                    <a:pt x="135437" y="354219"/>
                  </a:lnTo>
                  <a:lnTo>
                    <a:pt x="135132" y="354298"/>
                  </a:lnTo>
                  <a:lnTo>
                    <a:pt x="134837" y="354203"/>
                  </a:lnTo>
                  <a:lnTo>
                    <a:pt x="134639" y="354038"/>
                  </a:lnTo>
                  <a:lnTo>
                    <a:pt x="134522" y="354223"/>
                  </a:lnTo>
                  <a:lnTo>
                    <a:pt x="134317" y="354345"/>
                  </a:lnTo>
                  <a:lnTo>
                    <a:pt x="134608" y="354729"/>
                  </a:lnTo>
                  <a:lnTo>
                    <a:pt x="134481" y="355030"/>
                  </a:lnTo>
                  <a:lnTo>
                    <a:pt x="134094" y="355425"/>
                  </a:lnTo>
                  <a:lnTo>
                    <a:pt x="133821" y="355242"/>
                  </a:lnTo>
                  <a:lnTo>
                    <a:pt x="133605" y="355057"/>
                  </a:lnTo>
                  <a:lnTo>
                    <a:pt x="132775" y="354534"/>
                  </a:lnTo>
                  <a:lnTo>
                    <a:pt x="132511" y="354132"/>
                  </a:lnTo>
                  <a:lnTo>
                    <a:pt x="131770" y="353977"/>
                  </a:lnTo>
                  <a:lnTo>
                    <a:pt x="131362" y="353777"/>
                  </a:lnTo>
                  <a:lnTo>
                    <a:pt x="131465" y="353403"/>
                  </a:lnTo>
                  <a:lnTo>
                    <a:pt x="131419" y="353243"/>
                  </a:lnTo>
                  <a:lnTo>
                    <a:pt x="131416" y="353098"/>
                  </a:lnTo>
                  <a:lnTo>
                    <a:pt x="131635" y="352895"/>
                  </a:lnTo>
                  <a:lnTo>
                    <a:pt x="131734" y="352610"/>
                  </a:lnTo>
                  <a:lnTo>
                    <a:pt x="130880" y="352345"/>
                  </a:lnTo>
                  <a:lnTo>
                    <a:pt x="130526" y="351934"/>
                  </a:lnTo>
                  <a:lnTo>
                    <a:pt x="130501" y="351672"/>
                  </a:lnTo>
                  <a:lnTo>
                    <a:pt x="130621" y="351189"/>
                  </a:lnTo>
                  <a:lnTo>
                    <a:pt x="130799" y="350880"/>
                  </a:lnTo>
                  <a:lnTo>
                    <a:pt x="130955" y="350552"/>
                  </a:lnTo>
                  <a:lnTo>
                    <a:pt x="130640" y="350111"/>
                  </a:lnTo>
                  <a:lnTo>
                    <a:pt x="130405" y="350112"/>
                  </a:lnTo>
                  <a:lnTo>
                    <a:pt x="130009" y="349850"/>
                  </a:lnTo>
                  <a:lnTo>
                    <a:pt x="129992" y="349614"/>
                  </a:lnTo>
                  <a:lnTo>
                    <a:pt x="129550" y="349553"/>
                  </a:lnTo>
                  <a:lnTo>
                    <a:pt x="129596" y="349702"/>
                  </a:lnTo>
                  <a:lnTo>
                    <a:pt x="129589" y="349994"/>
                  </a:lnTo>
                  <a:lnTo>
                    <a:pt x="129538" y="350187"/>
                  </a:lnTo>
                  <a:lnTo>
                    <a:pt x="129406" y="350419"/>
                  </a:lnTo>
                  <a:lnTo>
                    <a:pt x="128860" y="350246"/>
                  </a:lnTo>
                  <a:lnTo>
                    <a:pt x="128351" y="350030"/>
                  </a:lnTo>
                  <a:lnTo>
                    <a:pt x="128382" y="349821"/>
                  </a:lnTo>
                  <a:lnTo>
                    <a:pt x="128639" y="349331"/>
                  </a:lnTo>
                  <a:lnTo>
                    <a:pt x="128538" y="349123"/>
                  </a:lnTo>
                  <a:lnTo>
                    <a:pt x="128744" y="348867"/>
                  </a:lnTo>
                  <a:lnTo>
                    <a:pt x="129119" y="348532"/>
                  </a:lnTo>
                  <a:lnTo>
                    <a:pt x="129240" y="348301"/>
                  </a:lnTo>
                  <a:lnTo>
                    <a:pt x="129355" y="348030"/>
                  </a:lnTo>
                  <a:lnTo>
                    <a:pt x="129612" y="348012"/>
                  </a:lnTo>
                  <a:lnTo>
                    <a:pt x="129908" y="348262"/>
                  </a:lnTo>
                  <a:lnTo>
                    <a:pt x="130114" y="348206"/>
                  </a:lnTo>
                  <a:lnTo>
                    <a:pt x="130214" y="348043"/>
                  </a:lnTo>
                  <a:lnTo>
                    <a:pt x="130495" y="347852"/>
                  </a:lnTo>
                  <a:lnTo>
                    <a:pt x="130813" y="347207"/>
                  </a:lnTo>
                  <a:lnTo>
                    <a:pt x="131183" y="347149"/>
                  </a:lnTo>
                  <a:lnTo>
                    <a:pt x="131441" y="347286"/>
                  </a:lnTo>
                  <a:lnTo>
                    <a:pt x="132305" y="347871"/>
                  </a:lnTo>
                  <a:lnTo>
                    <a:pt x="132586" y="347901"/>
                  </a:lnTo>
                  <a:lnTo>
                    <a:pt x="132728" y="347899"/>
                  </a:lnTo>
                  <a:lnTo>
                    <a:pt x="133059" y="347746"/>
                  </a:lnTo>
                  <a:lnTo>
                    <a:pt x="133596" y="347724"/>
                  </a:lnTo>
                  <a:lnTo>
                    <a:pt x="133776" y="347675"/>
                  </a:lnTo>
                  <a:lnTo>
                    <a:pt x="134069" y="347165"/>
                  </a:lnTo>
                  <a:lnTo>
                    <a:pt x="134376" y="346813"/>
                  </a:lnTo>
                  <a:lnTo>
                    <a:pt x="134418" y="347181"/>
                  </a:lnTo>
                  <a:lnTo>
                    <a:pt x="134541" y="347595"/>
                  </a:lnTo>
                  <a:lnTo>
                    <a:pt x="134725" y="347766"/>
                  </a:lnTo>
                  <a:lnTo>
                    <a:pt x="134847" y="347392"/>
                  </a:lnTo>
                  <a:lnTo>
                    <a:pt x="135037" y="346699"/>
                  </a:lnTo>
                  <a:lnTo>
                    <a:pt x="135060" y="346254"/>
                  </a:lnTo>
                  <a:lnTo>
                    <a:pt x="135094" y="345751"/>
                  </a:lnTo>
                  <a:lnTo>
                    <a:pt x="134735" y="344863"/>
                  </a:lnTo>
                  <a:lnTo>
                    <a:pt x="134886" y="344389"/>
                  </a:lnTo>
                  <a:lnTo>
                    <a:pt x="134986" y="343975"/>
                  </a:lnTo>
                  <a:lnTo>
                    <a:pt x="135041" y="343793"/>
                  </a:lnTo>
                  <a:lnTo>
                    <a:pt x="135064" y="343597"/>
                  </a:lnTo>
                  <a:lnTo>
                    <a:pt x="135440" y="343015"/>
                  </a:lnTo>
                  <a:lnTo>
                    <a:pt x="135647" y="342082"/>
                  </a:lnTo>
                  <a:lnTo>
                    <a:pt x="135897" y="341980"/>
                  </a:lnTo>
                  <a:lnTo>
                    <a:pt x="136222" y="342258"/>
                  </a:lnTo>
                  <a:lnTo>
                    <a:pt x="136060" y="342044"/>
                  </a:lnTo>
                  <a:lnTo>
                    <a:pt x="135887" y="341545"/>
                  </a:lnTo>
                  <a:lnTo>
                    <a:pt x="135775" y="341318"/>
                  </a:lnTo>
                  <a:lnTo>
                    <a:pt x="135577" y="341167"/>
                  </a:lnTo>
                  <a:lnTo>
                    <a:pt x="135247" y="340646"/>
                  </a:lnTo>
                  <a:lnTo>
                    <a:pt x="135271" y="340099"/>
                  </a:lnTo>
                  <a:lnTo>
                    <a:pt x="135268" y="339775"/>
                  </a:lnTo>
                  <a:lnTo>
                    <a:pt x="135435" y="339066"/>
                  </a:lnTo>
                  <a:lnTo>
                    <a:pt x="135458" y="338752"/>
                  </a:lnTo>
                  <a:lnTo>
                    <a:pt x="135323" y="338491"/>
                  </a:lnTo>
                  <a:lnTo>
                    <a:pt x="134676" y="338717"/>
                  </a:lnTo>
                  <a:lnTo>
                    <a:pt x="134597" y="338478"/>
                  </a:lnTo>
                  <a:lnTo>
                    <a:pt x="135257" y="337883"/>
                  </a:lnTo>
                  <a:lnTo>
                    <a:pt x="135402" y="337669"/>
                  </a:lnTo>
                  <a:lnTo>
                    <a:pt x="135434" y="337297"/>
                  </a:lnTo>
                  <a:lnTo>
                    <a:pt x="135573" y="337046"/>
                  </a:lnTo>
                  <a:lnTo>
                    <a:pt x="135758" y="336757"/>
                  </a:lnTo>
                  <a:lnTo>
                    <a:pt x="135890" y="336516"/>
                  </a:lnTo>
                  <a:lnTo>
                    <a:pt x="136035" y="336224"/>
                  </a:lnTo>
                  <a:lnTo>
                    <a:pt x="136079" y="335892"/>
                  </a:lnTo>
                  <a:lnTo>
                    <a:pt x="136261" y="335493"/>
                  </a:lnTo>
                  <a:lnTo>
                    <a:pt x="136386" y="335212"/>
                  </a:lnTo>
                  <a:lnTo>
                    <a:pt x="136734" y="334308"/>
                  </a:lnTo>
                  <a:lnTo>
                    <a:pt x="136910" y="333835"/>
                  </a:lnTo>
                  <a:lnTo>
                    <a:pt x="136840" y="333694"/>
                  </a:lnTo>
                  <a:lnTo>
                    <a:pt x="136662" y="333588"/>
                  </a:lnTo>
                  <a:lnTo>
                    <a:pt x="136266" y="333403"/>
                  </a:lnTo>
                  <a:lnTo>
                    <a:pt x="136302" y="333091"/>
                  </a:lnTo>
                  <a:lnTo>
                    <a:pt x="136371" y="332800"/>
                  </a:lnTo>
                  <a:lnTo>
                    <a:pt x="136411" y="332642"/>
                  </a:lnTo>
                  <a:lnTo>
                    <a:pt x="136480" y="332359"/>
                  </a:lnTo>
                  <a:lnTo>
                    <a:pt x="136583" y="331877"/>
                  </a:lnTo>
                  <a:lnTo>
                    <a:pt x="136662" y="331476"/>
                  </a:lnTo>
                  <a:lnTo>
                    <a:pt x="136728" y="331100"/>
                  </a:lnTo>
                  <a:lnTo>
                    <a:pt x="136918" y="330620"/>
                  </a:lnTo>
                  <a:lnTo>
                    <a:pt x="136820" y="330205"/>
                  </a:lnTo>
                  <a:lnTo>
                    <a:pt x="137318" y="329654"/>
                  </a:lnTo>
                  <a:lnTo>
                    <a:pt x="137254" y="328973"/>
                  </a:lnTo>
                  <a:lnTo>
                    <a:pt x="136905" y="329017"/>
                  </a:lnTo>
                  <a:lnTo>
                    <a:pt x="136547" y="328513"/>
                  </a:lnTo>
                  <a:lnTo>
                    <a:pt x="136252" y="328470"/>
                  </a:lnTo>
                  <a:lnTo>
                    <a:pt x="135513" y="327508"/>
                  </a:lnTo>
                  <a:lnTo>
                    <a:pt x="135487" y="327335"/>
                  </a:lnTo>
                  <a:lnTo>
                    <a:pt x="135200" y="326647"/>
                  </a:lnTo>
                  <a:lnTo>
                    <a:pt x="134964" y="326246"/>
                  </a:lnTo>
                  <a:lnTo>
                    <a:pt x="134707" y="326030"/>
                  </a:lnTo>
                  <a:lnTo>
                    <a:pt x="134551" y="326025"/>
                  </a:lnTo>
                  <a:lnTo>
                    <a:pt x="134198" y="326070"/>
                  </a:lnTo>
                  <a:lnTo>
                    <a:pt x="133976" y="325950"/>
                  </a:lnTo>
                  <a:lnTo>
                    <a:pt x="133896" y="325810"/>
                  </a:lnTo>
                  <a:lnTo>
                    <a:pt x="133794" y="325599"/>
                  </a:lnTo>
                  <a:lnTo>
                    <a:pt x="133657" y="325409"/>
                  </a:lnTo>
                  <a:lnTo>
                    <a:pt x="133386" y="325126"/>
                  </a:lnTo>
                  <a:lnTo>
                    <a:pt x="132694" y="324549"/>
                  </a:lnTo>
                  <a:lnTo>
                    <a:pt x="132524" y="324189"/>
                  </a:lnTo>
                  <a:lnTo>
                    <a:pt x="132231" y="323904"/>
                  </a:lnTo>
                  <a:lnTo>
                    <a:pt x="131852" y="324054"/>
                  </a:lnTo>
                  <a:lnTo>
                    <a:pt x="131315" y="324133"/>
                  </a:lnTo>
                  <a:lnTo>
                    <a:pt x="130951" y="323852"/>
                  </a:lnTo>
                  <a:lnTo>
                    <a:pt x="130544" y="323493"/>
                  </a:lnTo>
                  <a:lnTo>
                    <a:pt x="129853" y="323024"/>
                  </a:lnTo>
                  <a:lnTo>
                    <a:pt x="129767" y="322328"/>
                  </a:lnTo>
                  <a:lnTo>
                    <a:pt x="130122" y="322342"/>
                  </a:lnTo>
                  <a:lnTo>
                    <a:pt x="130755" y="322121"/>
                  </a:lnTo>
                  <a:lnTo>
                    <a:pt x="130724" y="321979"/>
                  </a:lnTo>
                  <a:lnTo>
                    <a:pt x="130679" y="321712"/>
                  </a:lnTo>
                  <a:lnTo>
                    <a:pt x="130970" y="321231"/>
                  </a:lnTo>
                  <a:lnTo>
                    <a:pt x="131013" y="321065"/>
                  </a:lnTo>
                  <a:lnTo>
                    <a:pt x="130316" y="320420"/>
                  </a:lnTo>
                  <a:lnTo>
                    <a:pt x="130236" y="320103"/>
                  </a:lnTo>
                  <a:lnTo>
                    <a:pt x="130274" y="319932"/>
                  </a:lnTo>
                  <a:lnTo>
                    <a:pt x="130432" y="319703"/>
                  </a:lnTo>
                  <a:lnTo>
                    <a:pt x="130694" y="319465"/>
                  </a:lnTo>
                  <a:lnTo>
                    <a:pt x="130616" y="319242"/>
                  </a:lnTo>
                  <a:lnTo>
                    <a:pt x="130631" y="318871"/>
                  </a:lnTo>
                  <a:lnTo>
                    <a:pt x="130545" y="318555"/>
                  </a:lnTo>
                  <a:lnTo>
                    <a:pt x="130449" y="318423"/>
                  </a:lnTo>
                  <a:lnTo>
                    <a:pt x="130347" y="318249"/>
                  </a:lnTo>
                  <a:lnTo>
                    <a:pt x="130442" y="318043"/>
                  </a:lnTo>
                  <a:lnTo>
                    <a:pt x="130772" y="317589"/>
                  </a:lnTo>
                  <a:lnTo>
                    <a:pt x="130916" y="317455"/>
                  </a:lnTo>
                  <a:lnTo>
                    <a:pt x="131338" y="317536"/>
                  </a:lnTo>
                  <a:lnTo>
                    <a:pt x="131608" y="317575"/>
                  </a:lnTo>
                  <a:lnTo>
                    <a:pt x="131827" y="317428"/>
                  </a:lnTo>
                  <a:lnTo>
                    <a:pt x="132145" y="317315"/>
                  </a:lnTo>
                  <a:lnTo>
                    <a:pt x="132127" y="317612"/>
                  </a:lnTo>
                  <a:lnTo>
                    <a:pt x="132389" y="317652"/>
                  </a:lnTo>
                  <a:lnTo>
                    <a:pt x="132547" y="317644"/>
                  </a:lnTo>
                  <a:lnTo>
                    <a:pt x="132571" y="317901"/>
                  </a:lnTo>
                  <a:lnTo>
                    <a:pt x="132852" y="317825"/>
                  </a:lnTo>
                  <a:lnTo>
                    <a:pt x="133400" y="317256"/>
                  </a:lnTo>
                  <a:lnTo>
                    <a:pt x="133616" y="316997"/>
                  </a:lnTo>
                  <a:lnTo>
                    <a:pt x="133774" y="316977"/>
                  </a:lnTo>
                  <a:lnTo>
                    <a:pt x="134284" y="316975"/>
                  </a:lnTo>
                  <a:lnTo>
                    <a:pt x="134740" y="317136"/>
                  </a:lnTo>
                  <a:lnTo>
                    <a:pt x="135350" y="317736"/>
                  </a:lnTo>
                  <a:lnTo>
                    <a:pt x="135587" y="317478"/>
                  </a:lnTo>
                  <a:lnTo>
                    <a:pt x="136084" y="317649"/>
                  </a:lnTo>
                  <a:lnTo>
                    <a:pt x="136281" y="317905"/>
                  </a:lnTo>
                  <a:lnTo>
                    <a:pt x="136540" y="317989"/>
                  </a:lnTo>
                  <a:lnTo>
                    <a:pt x="137050" y="318424"/>
                  </a:lnTo>
                  <a:lnTo>
                    <a:pt x="137157" y="318234"/>
                  </a:lnTo>
                  <a:lnTo>
                    <a:pt x="137468" y="318025"/>
                  </a:lnTo>
                  <a:lnTo>
                    <a:pt x="137502" y="317879"/>
                  </a:lnTo>
                  <a:lnTo>
                    <a:pt x="137631" y="317717"/>
                  </a:lnTo>
                  <a:lnTo>
                    <a:pt x="137792" y="317685"/>
                  </a:lnTo>
                  <a:lnTo>
                    <a:pt x="137937" y="317545"/>
                  </a:lnTo>
                  <a:lnTo>
                    <a:pt x="138011" y="317261"/>
                  </a:lnTo>
                  <a:lnTo>
                    <a:pt x="138285" y="317306"/>
                  </a:lnTo>
                  <a:lnTo>
                    <a:pt x="138423" y="317216"/>
                  </a:lnTo>
                  <a:lnTo>
                    <a:pt x="138853" y="316785"/>
                  </a:lnTo>
                  <a:lnTo>
                    <a:pt x="138517" y="316699"/>
                  </a:lnTo>
                  <a:lnTo>
                    <a:pt x="138514" y="316554"/>
                  </a:lnTo>
                  <a:lnTo>
                    <a:pt x="138654" y="316507"/>
                  </a:lnTo>
                  <a:lnTo>
                    <a:pt x="138908" y="316444"/>
                  </a:lnTo>
                  <a:lnTo>
                    <a:pt x="139344" y="315838"/>
                  </a:lnTo>
                  <a:lnTo>
                    <a:pt x="139625" y="315693"/>
                  </a:lnTo>
                  <a:lnTo>
                    <a:pt x="139895" y="315485"/>
                  </a:lnTo>
                  <a:lnTo>
                    <a:pt x="140020" y="315671"/>
                  </a:lnTo>
                  <a:lnTo>
                    <a:pt x="140083" y="315977"/>
                  </a:lnTo>
                  <a:lnTo>
                    <a:pt x="140147" y="315964"/>
                  </a:lnTo>
                  <a:lnTo>
                    <a:pt x="140122" y="315696"/>
                  </a:lnTo>
                  <a:lnTo>
                    <a:pt x="140419" y="315204"/>
                  </a:lnTo>
                  <a:lnTo>
                    <a:pt x="140462" y="314623"/>
                  </a:lnTo>
                  <a:lnTo>
                    <a:pt x="140439" y="314441"/>
                  </a:lnTo>
                  <a:lnTo>
                    <a:pt x="140319" y="314273"/>
                  </a:lnTo>
                  <a:lnTo>
                    <a:pt x="140174" y="314073"/>
                  </a:lnTo>
                  <a:lnTo>
                    <a:pt x="140065" y="313633"/>
                  </a:lnTo>
                  <a:lnTo>
                    <a:pt x="140204" y="313209"/>
                  </a:lnTo>
                  <a:lnTo>
                    <a:pt x="140584" y="312948"/>
                  </a:lnTo>
                  <a:lnTo>
                    <a:pt x="140963" y="312770"/>
                  </a:lnTo>
                  <a:lnTo>
                    <a:pt x="141285" y="312749"/>
                  </a:lnTo>
                  <a:lnTo>
                    <a:pt x="142035" y="312792"/>
                  </a:lnTo>
                  <a:lnTo>
                    <a:pt x="142181" y="312824"/>
                  </a:lnTo>
                  <a:lnTo>
                    <a:pt x="142299" y="313093"/>
                  </a:lnTo>
                  <a:lnTo>
                    <a:pt x="142281" y="313272"/>
                  </a:lnTo>
                  <a:lnTo>
                    <a:pt x="142334" y="313596"/>
                  </a:lnTo>
                  <a:lnTo>
                    <a:pt x="142468" y="313888"/>
                  </a:lnTo>
                  <a:lnTo>
                    <a:pt x="142474" y="314256"/>
                  </a:lnTo>
                  <a:lnTo>
                    <a:pt x="142530" y="314726"/>
                  </a:lnTo>
                  <a:lnTo>
                    <a:pt x="142608" y="314970"/>
                  </a:lnTo>
                  <a:lnTo>
                    <a:pt x="142895" y="315203"/>
                  </a:lnTo>
                  <a:lnTo>
                    <a:pt x="143139" y="315301"/>
                  </a:lnTo>
                  <a:lnTo>
                    <a:pt x="143065" y="315805"/>
                  </a:lnTo>
                  <a:lnTo>
                    <a:pt x="143256" y="316074"/>
                  </a:lnTo>
                  <a:lnTo>
                    <a:pt x="143556" y="316220"/>
                  </a:lnTo>
                  <a:lnTo>
                    <a:pt x="143732" y="316422"/>
                  </a:lnTo>
                  <a:lnTo>
                    <a:pt x="143631" y="316670"/>
                  </a:lnTo>
                  <a:lnTo>
                    <a:pt x="143773" y="316835"/>
                  </a:lnTo>
                  <a:lnTo>
                    <a:pt x="144531" y="317296"/>
                  </a:lnTo>
                  <a:lnTo>
                    <a:pt x="145143" y="316843"/>
                  </a:lnTo>
                  <a:lnTo>
                    <a:pt x="145412" y="316871"/>
                  </a:lnTo>
                  <a:lnTo>
                    <a:pt x="145706" y="316929"/>
                  </a:lnTo>
                  <a:lnTo>
                    <a:pt x="146032" y="316647"/>
                  </a:lnTo>
                  <a:lnTo>
                    <a:pt x="146411" y="316370"/>
                  </a:lnTo>
                  <a:lnTo>
                    <a:pt x="147003" y="316948"/>
                  </a:lnTo>
                  <a:lnTo>
                    <a:pt x="147216" y="317491"/>
                  </a:lnTo>
                  <a:lnTo>
                    <a:pt x="147354" y="317417"/>
                  </a:lnTo>
                  <a:lnTo>
                    <a:pt x="148137" y="317266"/>
                  </a:lnTo>
                  <a:lnTo>
                    <a:pt x="148458" y="317023"/>
                  </a:lnTo>
                  <a:lnTo>
                    <a:pt x="148601" y="316892"/>
                  </a:lnTo>
                  <a:lnTo>
                    <a:pt x="148978" y="316434"/>
                  </a:lnTo>
                  <a:lnTo>
                    <a:pt x="149227" y="316156"/>
                  </a:lnTo>
                  <a:lnTo>
                    <a:pt x="149581" y="315666"/>
                  </a:lnTo>
                  <a:lnTo>
                    <a:pt x="149919" y="315380"/>
                  </a:lnTo>
                  <a:lnTo>
                    <a:pt x="150184" y="315042"/>
                  </a:lnTo>
                  <a:lnTo>
                    <a:pt x="150299" y="314827"/>
                  </a:lnTo>
                  <a:lnTo>
                    <a:pt x="150586" y="314530"/>
                  </a:lnTo>
                  <a:lnTo>
                    <a:pt x="150977" y="313882"/>
                  </a:lnTo>
                  <a:lnTo>
                    <a:pt x="151362" y="313480"/>
                  </a:lnTo>
                  <a:lnTo>
                    <a:pt x="151616" y="313292"/>
                  </a:lnTo>
                  <a:lnTo>
                    <a:pt x="151833" y="313058"/>
                  </a:lnTo>
                  <a:lnTo>
                    <a:pt x="152003" y="312772"/>
                  </a:lnTo>
                  <a:lnTo>
                    <a:pt x="152160" y="312646"/>
                  </a:lnTo>
                  <a:lnTo>
                    <a:pt x="152355" y="312538"/>
                  </a:lnTo>
                  <a:lnTo>
                    <a:pt x="152731" y="312363"/>
                  </a:lnTo>
                  <a:lnTo>
                    <a:pt x="153550" y="311552"/>
                  </a:lnTo>
                  <a:lnTo>
                    <a:pt x="153648" y="311314"/>
                  </a:lnTo>
                  <a:lnTo>
                    <a:pt x="153967" y="311042"/>
                  </a:lnTo>
                  <a:lnTo>
                    <a:pt x="154391" y="310779"/>
                  </a:lnTo>
                  <a:lnTo>
                    <a:pt x="154871" y="311119"/>
                  </a:lnTo>
                  <a:lnTo>
                    <a:pt x="155127" y="310833"/>
                  </a:lnTo>
                  <a:lnTo>
                    <a:pt x="155663" y="310909"/>
                  </a:lnTo>
                  <a:lnTo>
                    <a:pt x="155935" y="310645"/>
                  </a:lnTo>
                  <a:lnTo>
                    <a:pt x="156335" y="310138"/>
                  </a:lnTo>
                  <a:lnTo>
                    <a:pt x="156568" y="310113"/>
                  </a:lnTo>
                  <a:lnTo>
                    <a:pt x="156908" y="309739"/>
                  </a:lnTo>
                  <a:lnTo>
                    <a:pt x="157354" y="309650"/>
                  </a:lnTo>
                  <a:lnTo>
                    <a:pt x="157351" y="309825"/>
                  </a:lnTo>
                  <a:lnTo>
                    <a:pt x="157492" y="310051"/>
                  </a:lnTo>
                  <a:lnTo>
                    <a:pt x="157746" y="310182"/>
                  </a:lnTo>
                  <a:lnTo>
                    <a:pt x="157892" y="310144"/>
                  </a:lnTo>
                  <a:lnTo>
                    <a:pt x="158176" y="310144"/>
                  </a:lnTo>
                  <a:lnTo>
                    <a:pt x="158751" y="310140"/>
                  </a:lnTo>
                  <a:lnTo>
                    <a:pt x="159005" y="310000"/>
                  </a:lnTo>
                  <a:lnTo>
                    <a:pt x="159136" y="309944"/>
                  </a:lnTo>
                  <a:lnTo>
                    <a:pt x="159369" y="310066"/>
                  </a:lnTo>
                  <a:lnTo>
                    <a:pt x="160277" y="310217"/>
                  </a:lnTo>
                  <a:lnTo>
                    <a:pt x="160397" y="310337"/>
                  </a:lnTo>
                  <a:lnTo>
                    <a:pt x="160555" y="310849"/>
                  </a:lnTo>
                  <a:lnTo>
                    <a:pt x="160349" y="311155"/>
                  </a:lnTo>
                  <a:lnTo>
                    <a:pt x="160207" y="311418"/>
                  </a:lnTo>
                  <a:lnTo>
                    <a:pt x="159985" y="311805"/>
                  </a:lnTo>
                  <a:lnTo>
                    <a:pt x="159604" y="311685"/>
                  </a:lnTo>
                  <a:lnTo>
                    <a:pt x="159421" y="311782"/>
                  </a:lnTo>
                  <a:lnTo>
                    <a:pt x="158973" y="312050"/>
                  </a:lnTo>
                  <a:lnTo>
                    <a:pt x="158824" y="312221"/>
                  </a:lnTo>
                  <a:lnTo>
                    <a:pt x="159096" y="312514"/>
                  </a:lnTo>
                  <a:lnTo>
                    <a:pt x="159235" y="312781"/>
                  </a:lnTo>
                  <a:lnTo>
                    <a:pt x="159695" y="313725"/>
                  </a:lnTo>
                  <a:lnTo>
                    <a:pt x="160063" y="314249"/>
                  </a:lnTo>
                  <a:lnTo>
                    <a:pt x="160223" y="314594"/>
                  </a:lnTo>
                  <a:lnTo>
                    <a:pt x="160249" y="314796"/>
                  </a:lnTo>
                  <a:lnTo>
                    <a:pt x="160296" y="315012"/>
                  </a:lnTo>
                  <a:lnTo>
                    <a:pt x="160725" y="315563"/>
                  </a:lnTo>
                  <a:lnTo>
                    <a:pt x="160928" y="315572"/>
                  </a:lnTo>
                  <a:lnTo>
                    <a:pt x="161344" y="315683"/>
                  </a:lnTo>
                  <a:lnTo>
                    <a:pt x="161363" y="315826"/>
                  </a:lnTo>
                  <a:lnTo>
                    <a:pt x="161667" y="316007"/>
                  </a:lnTo>
                  <a:lnTo>
                    <a:pt x="161808" y="315744"/>
                  </a:lnTo>
                  <a:lnTo>
                    <a:pt x="162000" y="315567"/>
                  </a:lnTo>
                  <a:lnTo>
                    <a:pt x="162383" y="315189"/>
                  </a:lnTo>
                  <a:lnTo>
                    <a:pt x="162561" y="314755"/>
                  </a:lnTo>
                  <a:lnTo>
                    <a:pt x="162691" y="314735"/>
                  </a:lnTo>
                  <a:lnTo>
                    <a:pt x="163351" y="314808"/>
                  </a:lnTo>
                  <a:lnTo>
                    <a:pt x="163776" y="314859"/>
                  </a:lnTo>
                  <a:lnTo>
                    <a:pt x="164052" y="314432"/>
                  </a:lnTo>
                  <a:lnTo>
                    <a:pt x="164255" y="314051"/>
                  </a:lnTo>
                  <a:lnTo>
                    <a:pt x="164646" y="314078"/>
                  </a:lnTo>
                  <a:lnTo>
                    <a:pt x="164734" y="313935"/>
                  </a:lnTo>
                  <a:lnTo>
                    <a:pt x="165017" y="313711"/>
                  </a:lnTo>
                  <a:lnTo>
                    <a:pt x="165312" y="313518"/>
                  </a:lnTo>
                  <a:lnTo>
                    <a:pt x="165510" y="313425"/>
                  </a:lnTo>
                  <a:lnTo>
                    <a:pt x="165699" y="313266"/>
                  </a:lnTo>
                  <a:lnTo>
                    <a:pt x="165806" y="313116"/>
                  </a:lnTo>
                  <a:lnTo>
                    <a:pt x="165790" y="312810"/>
                  </a:lnTo>
                  <a:lnTo>
                    <a:pt x="165437" y="312998"/>
                  </a:lnTo>
                  <a:lnTo>
                    <a:pt x="165123" y="313074"/>
                  </a:lnTo>
                  <a:lnTo>
                    <a:pt x="165336" y="312734"/>
                  </a:lnTo>
                  <a:lnTo>
                    <a:pt x="165706" y="312605"/>
                  </a:lnTo>
                  <a:lnTo>
                    <a:pt x="166339" y="312160"/>
                  </a:lnTo>
                  <a:lnTo>
                    <a:pt x="166644" y="312142"/>
                  </a:lnTo>
                  <a:lnTo>
                    <a:pt x="167298" y="311748"/>
                  </a:lnTo>
                  <a:lnTo>
                    <a:pt x="167598" y="311312"/>
                  </a:lnTo>
                  <a:lnTo>
                    <a:pt x="167913" y="311067"/>
                  </a:lnTo>
                  <a:lnTo>
                    <a:pt x="168153" y="310887"/>
                  </a:lnTo>
                  <a:lnTo>
                    <a:pt x="168947" y="311546"/>
                  </a:lnTo>
                  <a:lnTo>
                    <a:pt x="169310" y="311290"/>
                  </a:lnTo>
                  <a:lnTo>
                    <a:pt x="169401" y="311540"/>
                  </a:lnTo>
                  <a:lnTo>
                    <a:pt x="169151" y="312074"/>
                  </a:lnTo>
                  <a:lnTo>
                    <a:pt x="168977" y="312138"/>
                  </a:lnTo>
                  <a:lnTo>
                    <a:pt x="168792" y="312101"/>
                  </a:lnTo>
                  <a:lnTo>
                    <a:pt x="168584" y="312272"/>
                  </a:lnTo>
                  <a:lnTo>
                    <a:pt x="168967" y="312418"/>
                  </a:lnTo>
                  <a:lnTo>
                    <a:pt x="169253" y="312616"/>
                  </a:lnTo>
                  <a:lnTo>
                    <a:pt x="169574" y="312876"/>
                  </a:lnTo>
                  <a:lnTo>
                    <a:pt x="170109" y="313331"/>
                  </a:lnTo>
                  <a:lnTo>
                    <a:pt x="170756" y="314184"/>
                  </a:lnTo>
                  <a:lnTo>
                    <a:pt x="170754" y="314629"/>
                  </a:lnTo>
                  <a:lnTo>
                    <a:pt x="170499" y="314857"/>
                  </a:lnTo>
                  <a:lnTo>
                    <a:pt x="169790" y="315917"/>
                  </a:lnTo>
                  <a:lnTo>
                    <a:pt x="169794" y="316753"/>
                  </a:lnTo>
                  <a:lnTo>
                    <a:pt x="170076" y="317135"/>
                  </a:lnTo>
                  <a:lnTo>
                    <a:pt x="170452" y="317658"/>
                  </a:lnTo>
                  <a:lnTo>
                    <a:pt x="170749" y="317468"/>
                  </a:lnTo>
                  <a:lnTo>
                    <a:pt x="170959" y="317131"/>
                  </a:lnTo>
                  <a:lnTo>
                    <a:pt x="171252" y="316743"/>
                  </a:lnTo>
                  <a:lnTo>
                    <a:pt x="171500" y="316371"/>
                  </a:lnTo>
                  <a:lnTo>
                    <a:pt x="171648" y="316157"/>
                  </a:lnTo>
                  <a:lnTo>
                    <a:pt x="171905" y="315823"/>
                  </a:lnTo>
                  <a:lnTo>
                    <a:pt x="172339" y="315459"/>
                  </a:lnTo>
                  <a:lnTo>
                    <a:pt x="172524" y="315241"/>
                  </a:lnTo>
                  <a:lnTo>
                    <a:pt x="172803" y="314656"/>
                  </a:lnTo>
                  <a:lnTo>
                    <a:pt x="173004" y="314490"/>
                  </a:lnTo>
                  <a:lnTo>
                    <a:pt x="173254" y="313989"/>
                  </a:lnTo>
                  <a:lnTo>
                    <a:pt x="173552" y="313608"/>
                  </a:lnTo>
                  <a:lnTo>
                    <a:pt x="173746" y="313050"/>
                  </a:lnTo>
                  <a:lnTo>
                    <a:pt x="173811" y="312809"/>
                  </a:lnTo>
                  <a:lnTo>
                    <a:pt x="174100" y="312319"/>
                  </a:lnTo>
                  <a:lnTo>
                    <a:pt x="174458" y="312163"/>
                  </a:lnTo>
                  <a:lnTo>
                    <a:pt x="174745" y="311599"/>
                  </a:lnTo>
                  <a:lnTo>
                    <a:pt x="175103" y="311318"/>
                  </a:lnTo>
                  <a:lnTo>
                    <a:pt x="175265" y="311259"/>
                  </a:lnTo>
                  <a:lnTo>
                    <a:pt x="176153" y="310831"/>
                  </a:lnTo>
                  <a:lnTo>
                    <a:pt x="176189" y="310702"/>
                  </a:lnTo>
                  <a:lnTo>
                    <a:pt x="176621" y="310273"/>
                  </a:lnTo>
                  <a:lnTo>
                    <a:pt x="176936" y="309921"/>
                  </a:lnTo>
                  <a:lnTo>
                    <a:pt x="177477" y="309516"/>
                  </a:lnTo>
                  <a:lnTo>
                    <a:pt x="178269" y="308982"/>
                  </a:lnTo>
                  <a:lnTo>
                    <a:pt x="178510" y="309559"/>
                  </a:lnTo>
                  <a:lnTo>
                    <a:pt x="178178" y="310334"/>
                  </a:lnTo>
                  <a:lnTo>
                    <a:pt x="178780" y="310139"/>
                  </a:lnTo>
                  <a:lnTo>
                    <a:pt x="178935" y="310171"/>
                  </a:lnTo>
                  <a:lnTo>
                    <a:pt x="179195" y="310063"/>
                  </a:lnTo>
                  <a:lnTo>
                    <a:pt x="179710" y="310052"/>
                  </a:lnTo>
                  <a:lnTo>
                    <a:pt x="179997" y="309549"/>
                  </a:lnTo>
                  <a:lnTo>
                    <a:pt x="180293" y="309173"/>
                  </a:lnTo>
                  <a:lnTo>
                    <a:pt x="180210" y="308622"/>
                  </a:lnTo>
                  <a:lnTo>
                    <a:pt x="180365" y="308405"/>
                  </a:lnTo>
                  <a:lnTo>
                    <a:pt x="180378" y="308138"/>
                  </a:lnTo>
                  <a:lnTo>
                    <a:pt x="180367" y="307988"/>
                  </a:lnTo>
                  <a:lnTo>
                    <a:pt x="180453" y="307689"/>
                  </a:lnTo>
                  <a:lnTo>
                    <a:pt x="180796" y="307539"/>
                  </a:lnTo>
                  <a:lnTo>
                    <a:pt x="181274" y="307430"/>
                  </a:lnTo>
                  <a:lnTo>
                    <a:pt x="181695" y="307379"/>
                  </a:lnTo>
                  <a:lnTo>
                    <a:pt x="181945" y="307334"/>
                  </a:lnTo>
                  <a:lnTo>
                    <a:pt x="182298" y="307163"/>
                  </a:lnTo>
                  <a:lnTo>
                    <a:pt x="182558" y="306931"/>
                  </a:lnTo>
                  <a:lnTo>
                    <a:pt x="182745" y="306761"/>
                  </a:lnTo>
                  <a:lnTo>
                    <a:pt x="182932" y="306598"/>
                  </a:lnTo>
                  <a:lnTo>
                    <a:pt x="183077" y="306485"/>
                  </a:lnTo>
                  <a:lnTo>
                    <a:pt x="183210" y="306392"/>
                  </a:lnTo>
                  <a:lnTo>
                    <a:pt x="183490" y="306052"/>
                  </a:lnTo>
                  <a:lnTo>
                    <a:pt x="183649" y="305661"/>
                  </a:lnTo>
                  <a:lnTo>
                    <a:pt x="183685" y="305530"/>
                  </a:lnTo>
                  <a:lnTo>
                    <a:pt x="183654" y="305364"/>
                  </a:lnTo>
                  <a:lnTo>
                    <a:pt x="183476" y="305021"/>
                  </a:lnTo>
                  <a:lnTo>
                    <a:pt x="183356" y="304831"/>
                  </a:lnTo>
                  <a:lnTo>
                    <a:pt x="183710" y="304299"/>
                  </a:lnTo>
                  <a:lnTo>
                    <a:pt x="184324" y="304219"/>
                  </a:lnTo>
                  <a:lnTo>
                    <a:pt x="184664" y="303932"/>
                  </a:lnTo>
                  <a:lnTo>
                    <a:pt x="184807" y="303689"/>
                  </a:lnTo>
                  <a:lnTo>
                    <a:pt x="185411" y="303364"/>
                  </a:lnTo>
                  <a:lnTo>
                    <a:pt x="185470" y="303934"/>
                  </a:lnTo>
                  <a:lnTo>
                    <a:pt x="185639" y="303675"/>
                  </a:lnTo>
                  <a:lnTo>
                    <a:pt x="185875" y="303615"/>
                  </a:lnTo>
                  <a:lnTo>
                    <a:pt x="186064" y="303599"/>
                  </a:lnTo>
                  <a:lnTo>
                    <a:pt x="185990" y="303204"/>
                  </a:lnTo>
                  <a:lnTo>
                    <a:pt x="185993" y="302806"/>
                  </a:lnTo>
                  <a:lnTo>
                    <a:pt x="185950" y="302415"/>
                  </a:lnTo>
                  <a:lnTo>
                    <a:pt x="186361" y="302127"/>
                  </a:lnTo>
                  <a:lnTo>
                    <a:pt x="186954" y="301630"/>
                  </a:lnTo>
                  <a:lnTo>
                    <a:pt x="187072" y="301479"/>
                  </a:lnTo>
                  <a:lnTo>
                    <a:pt x="187235" y="301321"/>
                  </a:lnTo>
                  <a:lnTo>
                    <a:pt x="187556" y="301075"/>
                  </a:lnTo>
                  <a:lnTo>
                    <a:pt x="187758" y="300884"/>
                  </a:lnTo>
                  <a:lnTo>
                    <a:pt x="188326" y="300630"/>
                  </a:lnTo>
                  <a:lnTo>
                    <a:pt x="188831" y="300101"/>
                  </a:lnTo>
                  <a:lnTo>
                    <a:pt x="189159" y="299976"/>
                  </a:lnTo>
                  <a:lnTo>
                    <a:pt x="189362" y="299814"/>
                  </a:lnTo>
                  <a:lnTo>
                    <a:pt x="190016" y="299631"/>
                  </a:lnTo>
                  <a:lnTo>
                    <a:pt x="190575" y="299463"/>
                  </a:lnTo>
                  <a:lnTo>
                    <a:pt x="190891" y="299262"/>
                  </a:lnTo>
                  <a:lnTo>
                    <a:pt x="191089" y="299212"/>
                  </a:lnTo>
                  <a:lnTo>
                    <a:pt x="191219" y="299070"/>
                  </a:lnTo>
                  <a:lnTo>
                    <a:pt x="191444" y="298876"/>
                  </a:lnTo>
                  <a:lnTo>
                    <a:pt x="191684" y="298729"/>
                  </a:lnTo>
                  <a:lnTo>
                    <a:pt x="191962" y="298633"/>
                  </a:lnTo>
                  <a:lnTo>
                    <a:pt x="192366" y="298437"/>
                  </a:lnTo>
                  <a:lnTo>
                    <a:pt x="192801" y="298324"/>
                  </a:lnTo>
                  <a:lnTo>
                    <a:pt x="193274" y="297841"/>
                  </a:lnTo>
                  <a:lnTo>
                    <a:pt x="193532" y="297683"/>
                  </a:lnTo>
                  <a:lnTo>
                    <a:pt x="193841" y="297604"/>
                  </a:lnTo>
                  <a:lnTo>
                    <a:pt x="193996" y="297646"/>
                  </a:lnTo>
                  <a:lnTo>
                    <a:pt x="194154" y="297781"/>
                  </a:lnTo>
                  <a:lnTo>
                    <a:pt x="194494" y="298038"/>
                  </a:lnTo>
                  <a:lnTo>
                    <a:pt x="195199" y="298296"/>
                  </a:lnTo>
                  <a:lnTo>
                    <a:pt x="195604" y="298275"/>
                  </a:lnTo>
                  <a:lnTo>
                    <a:pt x="195720" y="298723"/>
                  </a:lnTo>
                  <a:lnTo>
                    <a:pt x="195912" y="298750"/>
                  </a:lnTo>
                  <a:lnTo>
                    <a:pt x="196237" y="298821"/>
                  </a:lnTo>
                  <a:lnTo>
                    <a:pt x="196604" y="298462"/>
                  </a:lnTo>
                  <a:lnTo>
                    <a:pt x="196905" y="298285"/>
                  </a:lnTo>
                  <a:lnTo>
                    <a:pt x="197223" y="298340"/>
                  </a:lnTo>
                  <a:lnTo>
                    <a:pt x="197363" y="298339"/>
                  </a:lnTo>
                  <a:lnTo>
                    <a:pt x="198015" y="298478"/>
                  </a:lnTo>
                  <a:lnTo>
                    <a:pt x="198283" y="298392"/>
                  </a:lnTo>
                  <a:lnTo>
                    <a:pt x="198437" y="298536"/>
                  </a:lnTo>
                  <a:lnTo>
                    <a:pt x="198290" y="298976"/>
                  </a:lnTo>
                  <a:lnTo>
                    <a:pt x="198297" y="299156"/>
                  </a:lnTo>
                  <a:lnTo>
                    <a:pt x="198524" y="299514"/>
                  </a:lnTo>
                  <a:lnTo>
                    <a:pt x="198655" y="299615"/>
                  </a:lnTo>
                  <a:lnTo>
                    <a:pt x="198806" y="299901"/>
                  </a:lnTo>
                  <a:lnTo>
                    <a:pt x="198862" y="300094"/>
                  </a:lnTo>
                  <a:lnTo>
                    <a:pt x="198825" y="300640"/>
                  </a:lnTo>
                  <a:lnTo>
                    <a:pt x="198953" y="301171"/>
                  </a:lnTo>
                  <a:lnTo>
                    <a:pt x="199497" y="301569"/>
                  </a:lnTo>
                  <a:lnTo>
                    <a:pt x="199675" y="301690"/>
                  </a:lnTo>
                  <a:lnTo>
                    <a:pt x="199996" y="302376"/>
                  </a:lnTo>
                  <a:lnTo>
                    <a:pt x="200206" y="302549"/>
                  </a:lnTo>
                  <a:lnTo>
                    <a:pt x="200418" y="302579"/>
                  </a:lnTo>
                  <a:lnTo>
                    <a:pt x="200684" y="302530"/>
                  </a:lnTo>
                  <a:lnTo>
                    <a:pt x="201630" y="302405"/>
                  </a:lnTo>
                  <a:lnTo>
                    <a:pt x="201777" y="302077"/>
                  </a:lnTo>
                  <a:lnTo>
                    <a:pt x="201892" y="301750"/>
                  </a:lnTo>
                  <a:lnTo>
                    <a:pt x="202232" y="301072"/>
                  </a:lnTo>
                  <a:lnTo>
                    <a:pt x="202602" y="300701"/>
                  </a:lnTo>
                  <a:lnTo>
                    <a:pt x="202786" y="300565"/>
                  </a:lnTo>
                  <a:lnTo>
                    <a:pt x="202948" y="300166"/>
                  </a:lnTo>
                  <a:lnTo>
                    <a:pt x="203190" y="299901"/>
                  </a:lnTo>
                  <a:lnTo>
                    <a:pt x="203312" y="299397"/>
                  </a:lnTo>
                  <a:lnTo>
                    <a:pt x="203423" y="299123"/>
                  </a:lnTo>
                  <a:lnTo>
                    <a:pt x="203616" y="298783"/>
                  </a:lnTo>
                  <a:lnTo>
                    <a:pt x="203739" y="298653"/>
                  </a:lnTo>
                  <a:lnTo>
                    <a:pt x="203873" y="298455"/>
                  </a:lnTo>
                  <a:lnTo>
                    <a:pt x="203896" y="298296"/>
                  </a:lnTo>
                  <a:lnTo>
                    <a:pt x="204223" y="297827"/>
                  </a:lnTo>
                  <a:lnTo>
                    <a:pt x="204420" y="297420"/>
                  </a:lnTo>
                  <a:lnTo>
                    <a:pt x="204530" y="297048"/>
                  </a:lnTo>
                  <a:lnTo>
                    <a:pt x="204428" y="296801"/>
                  </a:lnTo>
                  <a:lnTo>
                    <a:pt x="204275" y="296621"/>
                  </a:lnTo>
                  <a:lnTo>
                    <a:pt x="204256" y="296419"/>
                  </a:lnTo>
                  <a:lnTo>
                    <a:pt x="204489" y="295749"/>
                  </a:lnTo>
                  <a:lnTo>
                    <a:pt x="204526" y="295491"/>
                  </a:lnTo>
                  <a:lnTo>
                    <a:pt x="204611" y="295123"/>
                  </a:lnTo>
                  <a:lnTo>
                    <a:pt x="205074" y="294717"/>
                  </a:lnTo>
                  <a:lnTo>
                    <a:pt x="204961" y="294353"/>
                  </a:lnTo>
                  <a:lnTo>
                    <a:pt x="205053" y="294217"/>
                  </a:lnTo>
                  <a:lnTo>
                    <a:pt x="205267" y="294098"/>
                  </a:lnTo>
                  <a:lnTo>
                    <a:pt x="205451" y="293716"/>
                  </a:lnTo>
                  <a:lnTo>
                    <a:pt x="205415" y="293453"/>
                  </a:lnTo>
                  <a:lnTo>
                    <a:pt x="204957" y="293276"/>
                  </a:lnTo>
                  <a:lnTo>
                    <a:pt x="204347" y="293422"/>
                  </a:lnTo>
                  <a:lnTo>
                    <a:pt x="204116" y="293489"/>
                  </a:lnTo>
                  <a:lnTo>
                    <a:pt x="203958" y="293226"/>
                  </a:lnTo>
                  <a:lnTo>
                    <a:pt x="204116" y="292578"/>
                  </a:lnTo>
                  <a:lnTo>
                    <a:pt x="204127" y="292281"/>
                  </a:lnTo>
                  <a:lnTo>
                    <a:pt x="204128" y="291990"/>
                  </a:lnTo>
                  <a:lnTo>
                    <a:pt x="204079" y="291851"/>
                  </a:lnTo>
                  <a:lnTo>
                    <a:pt x="204072" y="291365"/>
                  </a:lnTo>
                  <a:lnTo>
                    <a:pt x="203925" y="291368"/>
                  </a:lnTo>
                  <a:lnTo>
                    <a:pt x="203634" y="291292"/>
                  </a:lnTo>
                  <a:lnTo>
                    <a:pt x="203435" y="291284"/>
                  </a:lnTo>
                  <a:lnTo>
                    <a:pt x="203195" y="291296"/>
                  </a:lnTo>
                  <a:lnTo>
                    <a:pt x="203425" y="290889"/>
                  </a:lnTo>
                  <a:lnTo>
                    <a:pt x="203459" y="290685"/>
                  </a:lnTo>
                  <a:lnTo>
                    <a:pt x="203404" y="290477"/>
                  </a:lnTo>
                  <a:lnTo>
                    <a:pt x="203447" y="290341"/>
                  </a:lnTo>
                  <a:lnTo>
                    <a:pt x="203746" y="289984"/>
                  </a:lnTo>
                  <a:lnTo>
                    <a:pt x="203637" y="289665"/>
                  </a:lnTo>
                  <a:lnTo>
                    <a:pt x="203453" y="289639"/>
                  </a:lnTo>
                  <a:lnTo>
                    <a:pt x="203234" y="289376"/>
                  </a:lnTo>
                  <a:lnTo>
                    <a:pt x="203207" y="289130"/>
                  </a:lnTo>
                  <a:lnTo>
                    <a:pt x="203205" y="288939"/>
                  </a:lnTo>
                  <a:lnTo>
                    <a:pt x="203289" y="288739"/>
                  </a:lnTo>
                  <a:lnTo>
                    <a:pt x="203503" y="288474"/>
                  </a:lnTo>
                  <a:lnTo>
                    <a:pt x="203619" y="288174"/>
                  </a:lnTo>
                  <a:lnTo>
                    <a:pt x="203665" y="287923"/>
                  </a:lnTo>
                  <a:lnTo>
                    <a:pt x="204129" y="287662"/>
                  </a:lnTo>
                  <a:lnTo>
                    <a:pt x="204423" y="287164"/>
                  </a:lnTo>
                  <a:lnTo>
                    <a:pt x="204762" y="287188"/>
                  </a:lnTo>
                  <a:lnTo>
                    <a:pt x="205008" y="287199"/>
                  </a:lnTo>
                  <a:lnTo>
                    <a:pt x="205337" y="287008"/>
                  </a:lnTo>
                  <a:lnTo>
                    <a:pt x="205823" y="286906"/>
                  </a:lnTo>
                  <a:lnTo>
                    <a:pt x="206042" y="286301"/>
                  </a:lnTo>
                  <a:lnTo>
                    <a:pt x="206337" y="285595"/>
                  </a:lnTo>
                  <a:lnTo>
                    <a:pt x="206478" y="285430"/>
                  </a:lnTo>
                  <a:lnTo>
                    <a:pt x="206617" y="285130"/>
                  </a:lnTo>
                  <a:lnTo>
                    <a:pt x="206338" y="284883"/>
                  </a:lnTo>
                  <a:lnTo>
                    <a:pt x="205947" y="284569"/>
                  </a:lnTo>
                  <a:lnTo>
                    <a:pt x="205867" y="284438"/>
                  </a:lnTo>
                  <a:lnTo>
                    <a:pt x="205762" y="284207"/>
                  </a:lnTo>
                  <a:lnTo>
                    <a:pt x="205779" y="283931"/>
                  </a:lnTo>
                  <a:lnTo>
                    <a:pt x="205735" y="283688"/>
                  </a:lnTo>
                  <a:lnTo>
                    <a:pt x="205672" y="283457"/>
                  </a:lnTo>
                  <a:lnTo>
                    <a:pt x="205706" y="283103"/>
                  </a:lnTo>
                  <a:lnTo>
                    <a:pt x="205671" y="282631"/>
                  </a:lnTo>
                  <a:lnTo>
                    <a:pt x="205478" y="282359"/>
                  </a:lnTo>
                  <a:lnTo>
                    <a:pt x="205349" y="282096"/>
                  </a:lnTo>
                  <a:lnTo>
                    <a:pt x="205390" y="281769"/>
                  </a:lnTo>
                  <a:lnTo>
                    <a:pt x="205459" y="281350"/>
                  </a:lnTo>
                  <a:lnTo>
                    <a:pt x="205474" y="281216"/>
                  </a:lnTo>
                  <a:lnTo>
                    <a:pt x="205406" y="280863"/>
                  </a:lnTo>
                  <a:lnTo>
                    <a:pt x="205341" y="280694"/>
                  </a:lnTo>
                  <a:lnTo>
                    <a:pt x="204934" y="280578"/>
                  </a:lnTo>
                  <a:lnTo>
                    <a:pt x="204830" y="280395"/>
                  </a:lnTo>
                  <a:lnTo>
                    <a:pt x="204942" y="280135"/>
                  </a:lnTo>
                  <a:lnTo>
                    <a:pt x="204737" y="279655"/>
                  </a:lnTo>
                  <a:lnTo>
                    <a:pt x="204672" y="279359"/>
                  </a:lnTo>
                  <a:lnTo>
                    <a:pt x="205041" y="278772"/>
                  </a:lnTo>
                  <a:lnTo>
                    <a:pt x="204947" y="277608"/>
                  </a:lnTo>
                  <a:lnTo>
                    <a:pt x="204735" y="277598"/>
                  </a:lnTo>
                  <a:lnTo>
                    <a:pt x="204512" y="277478"/>
                  </a:lnTo>
                  <a:lnTo>
                    <a:pt x="204808" y="276766"/>
                  </a:lnTo>
                  <a:lnTo>
                    <a:pt x="204640" y="276541"/>
                  </a:lnTo>
                  <a:lnTo>
                    <a:pt x="204288" y="275472"/>
                  </a:lnTo>
                  <a:lnTo>
                    <a:pt x="204173" y="275290"/>
                  </a:lnTo>
                  <a:lnTo>
                    <a:pt x="204083" y="274784"/>
                  </a:lnTo>
                  <a:lnTo>
                    <a:pt x="204271" y="274368"/>
                  </a:lnTo>
                  <a:lnTo>
                    <a:pt x="204237" y="274166"/>
                  </a:lnTo>
                  <a:lnTo>
                    <a:pt x="203832" y="273925"/>
                  </a:lnTo>
                  <a:lnTo>
                    <a:pt x="203583" y="273833"/>
                  </a:lnTo>
                  <a:lnTo>
                    <a:pt x="203401" y="273758"/>
                  </a:lnTo>
                  <a:lnTo>
                    <a:pt x="203110" y="273440"/>
                  </a:lnTo>
                  <a:lnTo>
                    <a:pt x="202012" y="273039"/>
                  </a:lnTo>
                  <a:lnTo>
                    <a:pt x="201568" y="272983"/>
                  </a:lnTo>
                  <a:lnTo>
                    <a:pt x="201241" y="273088"/>
                  </a:lnTo>
                  <a:lnTo>
                    <a:pt x="200468" y="273029"/>
                  </a:lnTo>
                  <a:lnTo>
                    <a:pt x="200022" y="272509"/>
                  </a:lnTo>
                  <a:lnTo>
                    <a:pt x="199861" y="272168"/>
                  </a:lnTo>
                  <a:lnTo>
                    <a:pt x="199657" y="272099"/>
                  </a:lnTo>
                  <a:lnTo>
                    <a:pt x="199655" y="271769"/>
                  </a:lnTo>
                  <a:lnTo>
                    <a:pt x="199501" y="271533"/>
                  </a:lnTo>
                  <a:lnTo>
                    <a:pt x="198978" y="271433"/>
                  </a:lnTo>
                  <a:lnTo>
                    <a:pt x="198515" y="271287"/>
                  </a:lnTo>
                  <a:lnTo>
                    <a:pt x="197726" y="269899"/>
                  </a:lnTo>
                  <a:lnTo>
                    <a:pt x="197285" y="269820"/>
                  </a:lnTo>
                  <a:lnTo>
                    <a:pt x="196636" y="269904"/>
                  </a:lnTo>
                  <a:lnTo>
                    <a:pt x="196302" y="270103"/>
                  </a:lnTo>
                  <a:lnTo>
                    <a:pt x="195957" y="270182"/>
                  </a:lnTo>
                  <a:lnTo>
                    <a:pt x="195683" y="269963"/>
                  </a:lnTo>
                  <a:lnTo>
                    <a:pt x="195652" y="269784"/>
                  </a:lnTo>
                  <a:lnTo>
                    <a:pt x="195769" y="269234"/>
                  </a:lnTo>
                  <a:lnTo>
                    <a:pt x="196387" y="269025"/>
                  </a:lnTo>
                  <a:lnTo>
                    <a:pt x="196749" y="268492"/>
                  </a:lnTo>
                  <a:lnTo>
                    <a:pt x="196643" y="268234"/>
                  </a:lnTo>
                  <a:lnTo>
                    <a:pt x="195709" y="268198"/>
                  </a:lnTo>
                  <a:lnTo>
                    <a:pt x="195331" y="267753"/>
                  </a:lnTo>
                  <a:lnTo>
                    <a:pt x="194972" y="267622"/>
                  </a:lnTo>
                  <a:lnTo>
                    <a:pt x="194825" y="267551"/>
                  </a:lnTo>
                  <a:lnTo>
                    <a:pt x="194660" y="267603"/>
                  </a:lnTo>
                  <a:lnTo>
                    <a:pt x="194367" y="267647"/>
                  </a:lnTo>
                  <a:lnTo>
                    <a:pt x="193462" y="267723"/>
                  </a:lnTo>
                  <a:lnTo>
                    <a:pt x="193339" y="267563"/>
                  </a:lnTo>
                  <a:lnTo>
                    <a:pt x="193091" y="267251"/>
                  </a:lnTo>
                  <a:lnTo>
                    <a:pt x="192887" y="267171"/>
                  </a:lnTo>
                  <a:lnTo>
                    <a:pt x="192470" y="267121"/>
                  </a:lnTo>
                  <a:lnTo>
                    <a:pt x="192264" y="266906"/>
                  </a:lnTo>
                  <a:lnTo>
                    <a:pt x="192078" y="266502"/>
                  </a:lnTo>
                  <a:lnTo>
                    <a:pt x="191908" y="266445"/>
                  </a:lnTo>
                  <a:lnTo>
                    <a:pt x="191799" y="266287"/>
                  </a:lnTo>
                  <a:lnTo>
                    <a:pt x="191645" y="266094"/>
                  </a:lnTo>
                  <a:lnTo>
                    <a:pt x="190941" y="265919"/>
                  </a:lnTo>
                  <a:lnTo>
                    <a:pt x="190703" y="265953"/>
                  </a:lnTo>
                  <a:lnTo>
                    <a:pt x="190267" y="266146"/>
                  </a:lnTo>
                  <a:lnTo>
                    <a:pt x="188712" y="266207"/>
                  </a:lnTo>
                  <a:lnTo>
                    <a:pt x="187950" y="266226"/>
                  </a:lnTo>
                  <a:lnTo>
                    <a:pt x="187580" y="266203"/>
                  </a:lnTo>
                  <a:lnTo>
                    <a:pt x="187298" y="266241"/>
                  </a:lnTo>
                  <a:lnTo>
                    <a:pt x="187144" y="266293"/>
                  </a:lnTo>
                  <a:lnTo>
                    <a:pt x="186692" y="266341"/>
                  </a:lnTo>
                  <a:lnTo>
                    <a:pt x="186466" y="266289"/>
                  </a:lnTo>
                  <a:lnTo>
                    <a:pt x="186300" y="266168"/>
                  </a:lnTo>
                  <a:lnTo>
                    <a:pt x="186109" y="265788"/>
                  </a:lnTo>
                  <a:lnTo>
                    <a:pt x="186238" y="265616"/>
                  </a:lnTo>
                  <a:lnTo>
                    <a:pt x="186432" y="265140"/>
                  </a:lnTo>
                  <a:lnTo>
                    <a:pt x="186735" y="264959"/>
                  </a:lnTo>
                  <a:lnTo>
                    <a:pt x="187195" y="264062"/>
                  </a:lnTo>
                  <a:lnTo>
                    <a:pt x="187194" y="263791"/>
                  </a:lnTo>
                  <a:lnTo>
                    <a:pt x="187469" y="263722"/>
                  </a:lnTo>
                  <a:lnTo>
                    <a:pt x="187703" y="263730"/>
                  </a:lnTo>
                  <a:lnTo>
                    <a:pt x="187820" y="263375"/>
                  </a:lnTo>
                  <a:lnTo>
                    <a:pt x="187456" y="263063"/>
                  </a:lnTo>
                  <a:lnTo>
                    <a:pt x="187306" y="262829"/>
                  </a:lnTo>
                  <a:lnTo>
                    <a:pt x="186883" y="262203"/>
                  </a:lnTo>
                  <a:lnTo>
                    <a:pt x="186912" y="261995"/>
                  </a:lnTo>
                  <a:lnTo>
                    <a:pt x="186970" y="261723"/>
                  </a:lnTo>
                  <a:lnTo>
                    <a:pt x="186959" y="261245"/>
                  </a:lnTo>
                  <a:lnTo>
                    <a:pt x="187028" y="260955"/>
                  </a:lnTo>
                  <a:lnTo>
                    <a:pt x="186933" y="260652"/>
                  </a:lnTo>
                  <a:lnTo>
                    <a:pt x="186568" y="260247"/>
                  </a:lnTo>
                  <a:lnTo>
                    <a:pt x="186543" y="259648"/>
                  </a:lnTo>
                  <a:lnTo>
                    <a:pt x="186678" y="259076"/>
                  </a:lnTo>
                  <a:lnTo>
                    <a:pt x="186461" y="258915"/>
                  </a:lnTo>
                  <a:lnTo>
                    <a:pt x="186036" y="258959"/>
                  </a:lnTo>
                  <a:lnTo>
                    <a:pt x="184989" y="258462"/>
                  </a:lnTo>
                  <a:lnTo>
                    <a:pt x="184840" y="258083"/>
                  </a:lnTo>
                  <a:lnTo>
                    <a:pt x="184487" y="258007"/>
                  </a:lnTo>
                  <a:lnTo>
                    <a:pt x="184269" y="258046"/>
                  </a:lnTo>
                  <a:lnTo>
                    <a:pt x="184053" y="258087"/>
                  </a:lnTo>
                  <a:lnTo>
                    <a:pt x="183402" y="258111"/>
                  </a:lnTo>
                  <a:lnTo>
                    <a:pt x="183077" y="257915"/>
                  </a:lnTo>
                  <a:lnTo>
                    <a:pt x="182834" y="257926"/>
                  </a:lnTo>
                  <a:lnTo>
                    <a:pt x="181654" y="258368"/>
                  </a:lnTo>
                  <a:lnTo>
                    <a:pt x="180935" y="257990"/>
                  </a:lnTo>
                  <a:lnTo>
                    <a:pt x="180622" y="257765"/>
                  </a:lnTo>
                  <a:lnTo>
                    <a:pt x="180414" y="257396"/>
                  </a:lnTo>
                  <a:lnTo>
                    <a:pt x="180688" y="256443"/>
                  </a:lnTo>
                  <a:lnTo>
                    <a:pt x="180795" y="255685"/>
                  </a:lnTo>
                  <a:lnTo>
                    <a:pt x="180690" y="254953"/>
                  </a:lnTo>
                  <a:lnTo>
                    <a:pt x="181064" y="254764"/>
                  </a:lnTo>
                  <a:lnTo>
                    <a:pt x="181073" y="254218"/>
                  </a:lnTo>
                  <a:lnTo>
                    <a:pt x="181248" y="254015"/>
                  </a:lnTo>
                  <a:lnTo>
                    <a:pt x="181592" y="253814"/>
                  </a:lnTo>
                  <a:lnTo>
                    <a:pt x="182022" y="253947"/>
                  </a:lnTo>
                  <a:lnTo>
                    <a:pt x="182382" y="253971"/>
                  </a:lnTo>
                  <a:lnTo>
                    <a:pt x="182683" y="253768"/>
                  </a:lnTo>
                  <a:lnTo>
                    <a:pt x="182735" y="253563"/>
                  </a:lnTo>
                  <a:lnTo>
                    <a:pt x="182326" y="252851"/>
                  </a:lnTo>
                  <a:lnTo>
                    <a:pt x="182232" y="252696"/>
                  </a:lnTo>
                  <a:lnTo>
                    <a:pt x="182178" y="252315"/>
                  </a:lnTo>
                  <a:lnTo>
                    <a:pt x="181694" y="251660"/>
                  </a:lnTo>
                  <a:lnTo>
                    <a:pt x="181728" y="251249"/>
                  </a:lnTo>
                  <a:lnTo>
                    <a:pt x="181759" y="250855"/>
                  </a:lnTo>
                  <a:lnTo>
                    <a:pt x="181518" y="250290"/>
                  </a:lnTo>
                  <a:lnTo>
                    <a:pt x="181343" y="250018"/>
                  </a:lnTo>
                  <a:lnTo>
                    <a:pt x="181124" y="250092"/>
                  </a:lnTo>
                  <a:lnTo>
                    <a:pt x="180861" y="249990"/>
                  </a:lnTo>
                  <a:lnTo>
                    <a:pt x="180696" y="249868"/>
                  </a:lnTo>
                  <a:lnTo>
                    <a:pt x="180565" y="249214"/>
                  </a:lnTo>
                  <a:lnTo>
                    <a:pt x="180800" y="248485"/>
                  </a:lnTo>
                  <a:lnTo>
                    <a:pt x="181287" y="248187"/>
                  </a:lnTo>
                  <a:lnTo>
                    <a:pt x="182059" y="247748"/>
                  </a:lnTo>
                  <a:lnTo>
                    <a:pt x="182260" y="247084"/>
                  </a:lnTo>
                  <a:lnTo>
                    <a:pt x="182227" y="246796"/>
                  </a:lnTo>
                  <a:lnTo>
                    <a:pt x="182254" y="246553"/>
                  </a:lnTo>
                  <a:lnTo>
                    <a:pt x="182268" y="246421"/>
                  </a:lnTo>
                  <a:lnTo>
                    <a:pt x="182166" y="246237"/>
                  </a:lnTo>
                  <a:lnTo>
                    <a:pt x="182040" y="245728"/>
                  </a:lnTo>
                  <a:lnTo>
                    <a:pt x="181795" y="245311"/>
                  </a:lnTo>
                  <a:lnTo>
                    <a:pt x="181577" y="245140"/>
                  </a:lnTo>
                  <a:lnTo>
                    <a:pt x="181254" y="245017"/>
                  </a:lnTo>
                  <a:lnTo>
                    <a:pt x="180941" y="244707"/>
                  </a:lnTo>
                  <a:lnTo>
                    <a:pt x="180624" y="244406"/>
                  </a:lnTo>
                  <a:lnTo>
                    <a:pt x="180623" y="243942"/>
                  </a:lnTo>
                  <a:lnTo>
                    <a:pt x="180542" y="243277"/>
                  </a:lnTo>
                  <a:lnTo>
                    <a:pt x="180652" y="242614"/>
                  </a:lnTo>
                  <a:lnTo>
                    <a:pt x="180550" y="242163"/>
                  </a:lnTo>
                  <a:lnTo>
                    <a:pt x="180614" y="242021"/>
                  </a:lnTo>
                  <a:lnTo>
                    <a:pt x="180924" y="241386"/>
                  </a:lnTo>
                  <a:lnTo>
                    <a:pt x="181020" y="241191"/>
                  </a:lnTo>
                  <a:lnTo>
                    <a:pt x="181379" y="240928"/>
                  </a:lnTo>
                  <a:lnTo>
                    <a:pt x="181672" y="240547"/>
                  </a:lnTo>
                  <a:lnTo>
                    <a:pt x="181578" y="240227"/>
                  </a:lnTo>
                  <a:lnTo>
                    <a:pt x="181736" y="239677"/>
                  </a:lnTo>
                  <a:lnTo>
                    <a:pt x="181972" y="239608"/>
                  </a:lnTo>
                  <a:lnTo>
                    <a:pt x="181919" y="239373"/>
                  </a:lnTo>
                  <a:lnTo>
                    <a:pt x="181842" y="239189"/>
                  </a:lnTo>
                  <a:lnTo>
                    <a:pt x="181707" y="238877"/>
                  </a:lnTo>
                  <a:lnTo>
                    <a:pt x="181530" y="238671"/>
                  </a:lnTo>
                  <a:lnTo>
                    <a:pt x="181380" y="238555"/>
                  </a:lnTo>
                  <a:lnTo>
                    <a:pt x="181084" y="238298"/>
                  </a:lnTo>
                  <a:lnTo>
                    <a:pt x="180683" y="237866"/>
                  </a:lnTo>
                  <a:lnTo>
                    <a:pt x="180711" y="237414"/>
                  </a:lnTo>
                  <a:lnTo>
                    <a:pt x="180643" y="237158"/>
                  </a:lnTo>
                  <a:lnTo>
                    <a:pt x="180556" y="236769"/>
                  </a:lnTo>
                  <a:lnTo>
                    <a:pt x="180605" y="236172"/>
                  </a:lnTo>
                  <a:lnTo>
                    <a:pt x="180991" y="235044"/>
                  </a:lnTo>
                  <a:lnTo>
                    <a:pt x="181338" y="234526"/>
                  </a:lnTo>
                  <a:lnTo>
                    <a:pt x="181175" y="234352"/>
                  </a:lnTo>
                  <a:lnTo>
                    <a:pt x="180710" y="234060"/>
                  </a:lnTo>
                  <a:lnTo>
                    <a:pt x="180521" y="234021"/>
                  </a:lnTo>
                  <a:lnTo>
                    <a:pt x="179502" y="233587"/>
                  </a:lnTo>
                  <a:lnTo>
                    <a:pt x="179174" y="233566"/>
                  </a:lnTo>
                  <a:lnTo>
                    <a:pt x="179058" y="233277"/>
                  </a:lnTo>
                  <a:lnTo>
                    <a:pt x="178700" y="232998"/>
                  </a:lnTo>
                  <a:lnTo>
                    <a:pt x="178359" y="232441"/>
                  </a:lnTo>
                  <a:lnTo>
                    <a:pt x="178360" y="232281"/>
                  </a:lnTo>
                  <a:lnTo>
                    <a:pt x="178268" y="232021"/>
                  </a:lnTo>
                  <a:lnTo>
                    <a:pt x="177972" y="231550"/>
                  </a:lnTo>
                  <a:lnTo>
                    <a:pt x="177768" y="231479"/>
                  </a:lnTo>
                  <a:lnTo>
                    <a:pt x="177520" y="231367"/>
                  </a:lnTo>
                  <a:lnTo>
                    <a:pt x="177051" y="230611"/>
                  </a:lnTo>
                  <a:lnTo>
                    <a:pt x="176793" y="230655"/>
                  </a:lnTo>
                  <a:lnTo>
                    <a:pt x="176346" y="230362"/>
                  </a:lnTo>
                  <a:lnTo>
                    <a:pt x="176400" y="230140"/>
                  </a:lnTo>
                  <a:lnTo>
                    <a:pt x="176495" y="229938"/>
                  </a:lnTo>
                  <a:lnTo>
                    <a:pt x="176566" y="229799"/>
                  </a:lnTo>
                  <a:lnTo>
                    <a:pt x="176709" y="229387"/>
                  </a:lnTo>
                  <a:lnTo>
                    <a:pt x="176943" y="229100"/>
                  </a:lnTo>
                  <a:lnTo>
                    <a:pt x="177087" y="228827"/>
                  </a:lnTo>
                  <a:lnTo>
                    <a:pt x="177330" y="228471"/>
                  </a:lnTo>
                  <a:lnTo>
                    <a:pt x="177265" y="227671"/>
                  </a:lnTo>
                  <a:lnTo>
                    <a:pt x="177179" y="227115"/>
                  </a:lnTo>
                  <a:lnTo>
                    <a:pt x="177122" y="226885"/>
                  </a:lnTo>
                  <a:lnTo>
                    <a:pt x="176949" y="226524"/>
                  </a:lnTo>
                  <a:lnTo>
                    <a:pt x="176906" y="226342"/>
                  </a:lnTo>
                  <a:lnTo>
                    <a:pt x="176982" y="225315"/>
                  </a:lnTo>
                  <a:lnTo>
                    <a:pt x="177262" y="225217"/>
                  </a:lnTo>
                  <a:lnTo>
                    <a:pt x="177528" y="225124"/>
                  </a:lnTo>
                  <a:lnTo>
                    <a:pt x="178006" y="225029"/>
                  </a:lnTo>
                  <a:lnTo>
                    <a:pt x="178075" y="224834"/>
                  </a:lnTo>
                  <a:lnTo>
                    <a:pt x="178053" y="224401"/>
                  </a:lnTo>
                  <a:lnTo>
                    <a:pt x="177795" y="224005"/>
                  </a:lnTo>
                  <a:lnTo>
                    <a:pt x="178155" y="223144"/>
                  </a:lnTo>
                  <a:lnTo>
                    <a:pt x="178376" y="222994"/>
                  </a:lnTo>
                  <a:lnTo>
                    <a:pt x="178704" y="222635"/>
                  </a:lnTo>
                  <a:lnTo>
                    <a:pt x="178785" y="222477"/>
                  </a:lnTo>
                  <a:lnTo>
                    <a:pt x="178802" y="222146"/>
                  </a:lnTo>
                  <a:lnTo>
                    <a:pt x="178809" y="221918"/>
                  </a:lnTo>
                  <a:lnTo>
                    <a:pt x="178978" y="221603"/>
                  </a:lnTo>
                  <a:lnTo>
                    <a:pt x="179029" y="221251"/>
                  </a:lnTo>
                  <a:lnTo>
                    <a:pt x="179079" y="221054"/>
                  </a:lnTo>
                  <a:lnTo>
                    <a:pt x="179606" y="221107"/>
                  </a:lnTo>
                  <a:lnTo>
                    <a:pt x="179777" y="220904"/>
                  </a:lnTo>
                  <a:lnTo>
                    <a:pt x="179855" y="220554"/>
                  </a:lnTo>
                  <a:lnTo>
                    <a:pt x="179934" y="220267"/>
                  </a:lnTo>
                  <a:lnTo>
                    <a:pt x="180128" y="219872"/>
                  </a:lnTo>
                  <a:lnTo>
                    <a:pt x="180512" y="219382"/>
                  </a:lnTo>
                  <a:lnTo>
                    <a:pt x="181327" y="219115"/>
                  </a:lnTo>
                  <a:lnTo>
                    <a:pt x="181514" y="219156"/>
                  </a:lnTo>
                  <a:lnTo>
                    <a:pt x="181847" y="219035"/>
                  </a:lnTo>
                  <a:lnTo>
                    <a:pt x="182003" y="218621"/>
                  </a:lnTo>
                  <a:lnTo>
                    <a:pt x="182632" y="218438"/>
                  </a:lnTo>
                  <a:lnTo>
                    <a:pt x="182684" y="218274"/>
                  </a:lnTo>
                  <a:lnTo>
                    <a:pt x="182668" y="217781"/>
                  </a:lnTo>
                  <a:lnTo>
                    <a:pt x="182472" y="217466"/>
                  </a:lnTo>
                  <a:lnTo>
                    <a:pt x="182002" y="217343"/>
                  </a:lnTo>
                  <a:lnTo>
                    <a:pt x="181733" y="217159"/>
                  </a:lnTo>
                  <a:lnTo>
                    <a:pt x="181928" y="216880"/>
                  </a:lnTo>
                  <a:lnTo>
                    <a:pt x="182031" y="216684"/>
                  </a:lnTo>
                  <a:lnTo>
                    <a:pt x="181791" y="215904"/>
                  </a:lnTo>
                  <a:lnTo>
                    <a:pt x="181882" y="215699"/>
                  </a:lnTo>
                  <a:lnTo>
                    <a:pt x="182179" y="215395"/>
                  </a:lnTo>
                  <a:lnTo>
                    <a:pt x="182583" y="215441"/>
                  </a:lnTo>
                  <a:lnTo>
                    <a:pt x="182729" y="215422"/>
                  </a:lnTo>
                  <a:lnTo>
                    <a:pt x="183297" y="215375"/>
                  </a:lnTo>
                  <a:lnTo>
                    <a:pt x="183832" y="215392"/>
                  </a:lnTo>
                  <a:lnTo>
                    <a:pt x="184080" y="215313"/>
                  </a:lnTo>
                  <a:lnTo>
                    <a:pt x="184463" y="215338"/>
                  </a:lnTo>
                  <a:lnTo>
                    <a:pt x="184716" y="215460"/>
                  </a:lnTo>
                  <a:lnTo>
                    <a:pt x="184997" y="215540"/>
                  </a:lnTo>
                  <a:lnTo>
                    <a:pt x="185400" y="215132"/>
                  </a:lnTo>
                  <a:lnTo>
                    <a:pt x="185721" y="215102"/>
                  </a:lnTo>
                  <a:lnTo>
                    <a:pt x="185928" y="215151"/>
                  </a:lnTo>
                  <a:lnTo>
                    <a:pt x="186212" y="215206"/>
                  </a:lnTo>
                  <a:lnTo>
                    <a:pt x="186691" y="215224"/>
                  </a:lnTo>
                  <a:lnTo>
                    <a:pt x="187627" y="216131"/>
                  </a:lnTo>
                  <a:lnTo>
                    <a:pt x="187895" y="216068"/>
                  </a:lnTo>
                  <a:lnTo>
                    <a:pt x="188505" y="215988"/>
                  </a:lnTo>
                  <a:lnTo>
                    <a:pt x="188688" y="216138"/>
                  </a:lnTo>
                  <a:lnTo>
                    <a:pt x="188951" y="216313"/>
                  </a:lnTo>
                  <a:lnTo>
                    <a:pt x="189114" y="216289"/>
                  </a:lnTo>
                  <a:lnTo>
                    <a:pt x="189566" y="216348"/>
                  </a:lnTo>
                  <a:lnTo>
                    <a:pt x="189935" y="216393"/>
                  </a:lnTo>
                  <a:lnTo>
                    <a:pt x="190136" y="216411"/>
                  </a:lnTo>
                  <a:lnTo>
                    <a:pt x="190344" y="216413"/>
                  </a:lnTo>
                  <a:lnTo>
                    <a:pt x="190624" y="216616"/>
                  </a:lnTo>
                  <a:lnTo>
                    <a:pt x="190804" y="216583"/>
                  </a:lnTo>
                  <a:lnTo>
                    <a:pt x="191078" y="216263"/>
                  </a:lnTo>
                  <a:lnTo>
                    <a:pt x="191898" y="216318"/>
                  </a:lnTo>
                  <a:lnTo>
                    <a:pt x="192164" y="216308"/>
                  </a:lnTo>
                  <a:lnTo>
                    <a:pt x="192381" y="216059"/>
                  </a:lnTo>
                  <a:lnTo>
                    <a:pt x="193155" y="215848"/>
                  </a:lnTo>
                  <a:lnTo>
                    <a:pt x="193625" y="215616"/>
                  </a:lnTo>
                  <a:lnTo>
                    <a:pt x="193813" y="215667"/>
                  </a:lnTo>
                  <a:lnTo>
                    <a:pt x="194202" y="215902"/>
                  </a:lnTo>
                  <a:lnTo>
                    <a:pt x="194433" y="215883"/>
                  </a:lnTo>
                  <a:lnTo>
                    <a:pt x="194959" y="215742"/>
                  </a:lnTo>
                  <a:lnTo>
                    <a:pt x="195370" y="216142"/>
                  </a:lnTo>
                  <a:lnTo>
                    <a:pt x="195653" y="216507"/>
                  </a:lnTo>
                  <a:lnTo>
                    <a:pt x="195756" y="216676"/>
                  </a:lnTo>
                  <a:lnTo>
                    <a:pt x="196088" y="216790"/>
                  </a:lnTo>
                  <a:lnTo>
                    <a:pt x="196227" y="216691"/>
                  </a:lnTo>
                  <a:lnTo>
                    <a:pt x="196970" y="216572"/>
                  </a:lnTo>
                  <a:lnTo>
                    <a:pt x="197093" y="216822"/>
                  </a:lnTo>
                  <a:lnTo>
                    <a:pt x="197151" y="217101"/>
                  </a:lnTo>
                  <a:lnTo>
                    <a:pt x="197332" y="217606"/>
                  </a:lnTo>
                  <a:lnTo>
                    <a:pt x="197794" y="217630"/>
                  </a:lnTo>
                  <a:lnTo>
                    <a:pt x="198042" y="217666"/>
                  </a:lnTo>
                  <a:lnTo>
                    <a:pt x="198484" y="217999"/>
                  </a:lnTo>
                  <a:lnTo>
                    <a:pt x="198721" y="218025"/>
                  </a:lnTo>
                  <a:lnTo>
                    <a:pt x="199339" y="218075"/>
                  </a:lnTo>
                  <a:lnTo>
                    <a:pt x="199666" y="217777"/>
                  </a:lnTo>
                  <a:lnTo>
                    <a:pt x="199947" y="217420"/>
                  </a:lnTo>
                  <a:lnTo>
                    <a:pt x="200401" y="217255"/>
                  </a:lnTo>
                  <a:lnTo>
                    <a:pt x="200706" y="217195"/>
                  </a:lnTo>
                  <a:lnTo>
                    <a:pt x="200749" y="217010"/>
                  </a:lnTo>
                  <a:lnTo>
                    <a:pt x="200851" y="216712"/>
                  </a:lnTo>
                  <a:lnTo>
                    <a:pt x="200923" y="216513"/>
                  </a:lnTo>
                  <a:lnTo>
                    <a:pt x="201297" y="216155"/>
                  </a:lnTo>
                  <a:lnTo>
                    <a:pt x="201891" y="216142"/>
                  </a:lnTo>
                  <a:lnTo>
                    <a:pt x="202106" y="215983"/>
                  </a:lnTo>
                  <a:lnTo>
                    <a:pt x="201823" y="215371"/>
                  </a:lnTo>
                  <a:lnTo>
                    <a:pt x="201739" y="214970"/>
                  </a:lnTo>
                  <a:lnTo>
                    <a:pt x="201736" y="214734"/>
                  </a:lnTo>
                  <a:lnTo>
                    <a:pt x="201788" y="214492"/>
                  </a:lnTo>
                  <a:lnTo>
                    <a:pt x="201978" y="214341"/>
                  </a:lnTo>
                  <a:lnTo>
                    <a:pt x="202315" y="214342"/>
                  </a:lnTo>
                  <a:lnTo>
                    <a:pt x="202462" y="214359"/>
                  </a:lnTo>
                  <a:lnTo>
                    <a:pt x="202914" y="214449"/>
                  </a:lnTo>
                  <a:lnTo>
                    <a:pt x="203681" y="214904"/>
                  </a:lnTo>
                  <a:lnTo>
                    <a:pt x="204039" y="215008"/>
                  </a:lnTo>
                  <a:lnTo>
                    <a:pt x="204248" y="215172"/>
                  </a:lnTo>
                  <a:lnTo>
                    <a:pt x="204333" y="215771"/>
                  </a:lnTo>
                  <a:lnTo>
                    <a:pt x="204627" y="215785"/>
                  </a:lnTo>
                  <a:lnTo>
                    <a:pt x="204915" y="215632"/>
                  </a:lnTo>
                  <a:lnTo>
                    <a:pt x="205295" y="215338"/>
                  </a:lnTo>
                  <a:lnTo>
                    <a:pt x="205452" y="215052"/>
                  </a:lnTo>
                  <a:lnTo>
                    <a:pt x="205565" y="214899"/>
                  </a:lnTo>
                  <a:lnTo>
                    <a:pt x="205779" y="214665"/>
                  </a:lnTo>
                  <a:lnTo>
                    <a:pt x="206069" y="214468"/>
                  </a:lnTo>
                  <a:lnTo>
                    <a:pt x="206131" y="214317"/>
                  </a:lnTo>
                  <a:lnTo>
                    <a:pt x="206307" y="214184"/>
                  </a:lnTo>
                  <a:lnTo>
                    <a:pt x="206749" y="213939"/>
                  </a:lnTo>
                  <a:lnTo>
                    <a:pt x="206874" y="213543"/>
                  </a:lnTo>
                  <a:lnTo>
                    <a:pt x="206304" y="213270"/>
                  </a:lnTo>
                  <a:lnTo>
                    <a:pt x="206120" y="212880"/>
                  </a:lnTo>
                  <a:lnTo>
                    <a:pt x="205933" y="212728"/>
                  </a:lnTo>
                  <a:lnTo>
                    <a:pt x="205803" y="212541"/>
                  </a:lnTo>
                  <a:lnTo>
                    <a:pt x="205364" y="212103"/>
                  </a:lnTo>
                  <a:lnTo>
                    <a:pt x="204643" y="211306"/>
                  </a:lnTo>
                  <a:lnTo>
                    <a:pt x="204783" y="210921"/>
                  </a:lnTo>
                  <a:lnTo>
                    <a:pt x="204830" y="210517"/>
                  </a:lnTo>
                  <a:lnTo>
                    <a:pt x="205270" y="209822"/>
                  </a:lnTo>
                  <a:lnTo>
                    <a:pt x="205342" y="209451"/>
                  </a:lnTo>
                  <a:lnTo>
                    <a:pt x="205236" y="209202"/>
                  </a:lnTo>
                  <a:lnTo>
                    <a:pt x="205066" y="208744"/>
                  </a:lnTo>
                  <a:lnTo>
                    <a:pt x="205009" y="208065"/>
                  </a:lnTo>
                  <a:lnTo>
                    <a:pt x="205064" y="207772"/>
                  </a:lnTo>
                  <a:lnTo>
                    <a:pt x="205049" y="207440"/>
                  </a:lnTo>
                  <a:lnTo>
                    <a:pt x="204580" y="207247"/>
                  </a:lnTo>
                  <a:lnTo>
                    <a:pt x="204408" y="207294"/>
                  </a:lnTo>
                  <a:lnTo>
                    <a:pt x="203981" y="207304"/>
                  </a:lnTo>
                  <a:lnTo>
                    <a:pt x="203573" y="206782"/>
                  </a:lnTo>
                  <a:lnTo>
                    <a:pt x="203800" y="206235"/>
                  </a:lnTo>
                  <a:lnTo>
                    <a:pt x="204118" y="205789"/>
                  </a:lnTo>
                  <a:lnTo>
                    <a:pt x="204127" y="205399"/>
                  </a:lnTo>
                  <a:lnTo>
                    <a:pt x="203931" y="205181"/>
                  </a:lnTo>
                  <a:lnTo>
                    <a:pt x="203206" y="204995"/>
                  </a:lnTo>
                  <a:lnTo>
                    <a:pt x="203135" y="204787"/>
                  </a:lnTo>
                  <a:lnTo>
                    <a:pt x="202900" y="204335"/>
                  </a:lnTo>
                  <a:lnTo>
                    <a:pt x="202775" y="204201"/>
                  </a:lnTo>
                  <a:lnTo>
                    <a:pt x="202468" y="203971"/>
                  </a:lnTo>
                  <a:lnTo>
                    <a:pt x="202290" y="203867"/>
                  </a:lnTo>
                  <a:lnTo>
                    <a:pt x="201930" y="203663"/>
                  </a:lnTo>
                  <a:lnTo>
                    <a:pt x="201436" y="203404"/>
                  </a:lnTo>
                  <a:lnTo>
                    <a:pt x="200830" y="203194"/>
                  </a:lnTo>
                  <a:lnTo>
                    <a:pt x="200317" y="203137"/>
                  </a:lnTo>
                  <a:lnTo>
                    <a:pt x="199487" y="202420"/>
                  </a:lnTo>
                  <a:lnTo>
                    <a:pt x="199363" y="202092"/>
                  </a:lnTo>
                  <a:lnTo>
                    <a:pt x="198683" y="202167"/>
                  </a:lnTo>
                  <a:lnTo>
                    <a:pt x="198398" y="202086"/>
                  </a:lnTo>
                  <a:lnTo>
                    <a:pt x="198019" y="201880"/>
                  </a:lnTo>
                  <a:lnTo>
                    <a:pt x="197382" y="201410"/>
                  </a:lnTo>
                  <a:lnTo>
                    <a:pt x="196867" y="201471"/>
                  </a:lnTo>
                  <a:lnTo>
                    <a:pt x="196567" y="201400"/>
                  </a:lnTo>
                  <a:lnTo>
                    <a:pt x="196320" y="201364"/>
                  </a:lnTo>
                  <a:lnTo>
                    <a:pt x="196174" y="201361"/>
                  </a:lnTo>
                  <a:lnTo>
                    <a:pt x="195952" y="201374"/>
                  </a:lnTo>
                  <a:lnTo>
                    <a:pt x="195606" y="201441"/>
                  </a:lnTo>
                  <a:lnTo>
                    <a:pt x="194427" y="200638"/>
                  </a:lnTo>
                  <a:lnTo>
                    <a:pt x="194113" y="200535"/>
                  </a:lnTo>
                  <a:lnTo>
                    <a:pt x="193092" y="200634"/>
                  </a:lnTo>
                  <a:lnTo>
                    <a:pt x="192817" y="200390"/>
                  </a:lnTo>
                  <a:lnTo>
                    <a:pt x="192453" y="200102"/>
                  </a:lnTo>
                  <a:lnTo>
                    <a:pt x="191924" y="200363"/>
                  </a:lnTo>
                  <a:lnTo>
                    <a:pt x="191827" y="200610"/>
                  </a:lnTo>
                  <a:lnTo>
                    <a:pt x="190979" y="201145"/>
                  </a:lnTo>
                  <a:lnTo>
                    <a:pt x="190730" y="201175"/>
                  </a:lnTo>
                  <a:lnTo>
                    <a:pt x="190452" y="201275"/>
                  </a:lnTo>
                  <a:lnTo>
                    <a:pt x="190130" y="201479"/>
                  </a:lnTo>
                  <a:lnTo>
                    <a:pt x="189654" y="201820"/>
                  </a:lnTo>
                  <a:lnTo>
                    <a:pt x="189357" y="201757"/>
                  </a:lnTo>
                  <a:lnTo>
                    <a:pt x="189046" y="201536"/>
                  </a:lnTo>
                  <a:lnTo>
                    <a:pt x="188785" y="201185"/>
                  </a:lnTo>
                  <a:lnTo>
                    <a:pt x="188687" y="201042"/>
                  </a:lnTo>
                  <a:lnTo>
                    <a:pt x="188584" y="200863"/>
                  </a:lnTo>
                  <a:lnTo>
                    <a:pt x="188066" y="200316"/>
                  </a:lnTo>
                  <a:lnTo>
                    <a:pt x="188215" y="199690"/>
                  </a:lnTo>
                  <a:lnTo>
                    <a:pt x="188291" y="199386"/>
                  </a:lnTo>
                  <a:lnTo>
                    <a:pt x="188543" y="198517"/>
                  </a:lnTo>
                  <a:lnTo>
                    <a:pt x="188499" y="198339"/>
                  </a:lnTo>
                  <a:lnTo>
                    <a:pt x="188472" y="198020"/>
                  </a:lnTo>
                  <a:lnTo>
                    <a:pt x="188795" y="197154"/>
                  </a:lnTo>
                  <a:lnTo>
                    <a:pt x="189118" y="196521"/>
                  </a:lnTo>
                  <a:lnTo>
                    <a:pt x="189009" y="195920"/>
                  </a:lnTo>
                  <a:lnTo>
                    <a:pt x="189036" y="195730"/>
                  </a:lnTo>
                  <a:lnTo>
                    <a:pt x="189064" y="195593"/>
                  </a:lnTo>
                  <a:lnTo>
                    <a:pt x="189282" y="194829"/>
                  </a:lnTo>
                  <a:lnTo>
                    <a:pt x="189274" y="194197"/>
                  </a:lnTo>
                  <a:lnTo>
                    <a:pt x="189375" y="193822"/>
                  </a:lnTo>
                  <a:lnTo>
                    <a:pt x="189319" y="193616"/>
                  </a:lnTo>
                  <a:lnTo>
                    <a:pt x="189353" y="193450"/>
                  </a:lnTo>
                  <a:lnTo>
                    <a:pt x="189546" y="192810"/>
                  </a:lnTo>
                  <a:lnTo>
                    <a:pt x="189583" y="192635"/>
                  </a:lnTo>
                  <a:lnTo>
                    <a:pt x="188965" y="192618"/>
                  </a:lnTo>
                  <a:lnTo>
                    <a:pt x="188836" y="192628"/>
                  </a:lnTo>
                  <a:lnTo>
                    <a:pt x="188571" y="192596"/>
                  </a:lnTo>
                  <a:lnTo>
                    <a:pt x="188443" y="192496"/>
                  </a:lnTo>
                  <a:lnTo>
                    <a:pt x="188179" y="192343"/>
                  </a:lnTo>
                  <a:lnTo>
                    <a:pt x="187781" y="192191"/>
                  </a:lnTo>
                  <a:lnTo>
                    <a:pt x="187480" y="191816"/>
                  </a:lnTo>
                  <a:lnTo>
                    <a:pt x="186986" y="191696"/>
                  </a:lnTo>
                  <a:lnTo>
                    <a:pt x="186514" y="191333"/>
                  </a:lnTo>
                  <a:lnTo>
                    <a:pt x="186021" y="191221"/>
                  </a:lnTo>
                  <a:lnTo>
                    <a:pt x="185692" y="191177"/>
                  </a:lnTo>
                  <a:lnTo>
                    <a:pt x="185415" y="190849"/>
                  </a:lnTo>
                  <a:lnTo>
                    <a:pt x="185130" y="190451"/>
                  </a:lnTo>
                  <a:lnTo>
                    <a:pt x="184351" y="190407"/>
                  </a:lnTo>
                  <a:lnTo>
                    <a:pt x="184001" y="190445"/>
                  </a:lnTo>
                  <a:lnTo>
                    <a:pt x="183789" y="190375"/>
                  </a:lnTo>
                  <a:lnTo>
                    <a:pt x="183556" y="190381"/>
                  </a:lnTo>
                  <a:lnTo>
                    <a:pt x="183406" y="190408"/>
                  </a:lnTo>
                  <a:lnTo>
                    <a:pt x="183270" y="190419"/>
                  </a:lnTo>
                  <a:lnTo>
                    <a:pt x="182886" y="190449"/>
                  </a:lnTo>
                  <a:lnTo>
                    <a:pt x="182240" y="190428"/>
                  </a:lnTo>
                  <a:lnTo>
                    <a:pt x="182016" y="190529"/>
                  </a:lnTo>
                  <a:lnTo>
                    <a:pt x="181672" y="190715"/>
                  </a:lnTo>
                  <a:lnTo>
                    <a:pt x="181374" y="190824"/>
                  </a:lnTo>
                  <a:lnTo>
                    <a:pt x="181038" y="190560"/>
                  </a:lnTo>
                  <a:lnTo>
                    <a:pt x="180848" y="190287"/>
                  </a:lnTo>
                  <a:lnTo>
                    <a:pt x="180540" y="190058"/>
                  </a:lnTo>
                  <a:lnTo>
                    <a:pt x="180201" y="190279"/>
                  </a:lnTo>
                  <a:lnTo>
                    <a:pt x="179775" y="190231"/>
                  </a:lnTo>
                  <a:lnTo>
                    <a:pt x="179708" y="189859"/>
                  </a:lnTo>
                  <a:lnTo>
                    <a:pt x="178533" y="189539"/>
                  </a:lnTo>
                  <a:lnTo>
                    <a:pt x="177867" y="189452"/>
                  </a:lnTo>
                  <a:lnTo>
                    <a:pt x="177518" y="189381"/>
                  </a:lnTo>
                  <a:lnTo>
                    <a:pt x="177010" y="189222"/>
                  </a:lnTo>
                  <a:lnTo>
                    <a:pt x="176201" y="189226"/>
                  </a:lnTo>
                  <a:lnTo>
                    <a:pt x="176012" y="189233"/>
                  </a:lnTo>
                  <a:lnTo>
                    <a:pt x="175876" y="189235"/>
                  </a:lnTo>
                  <a:lnTo>
                    <a:pt x="175269" y="189094"/>
                  </a:lnTo>
                  <a:lnTo>
                    <a:pt x="175100" y="188979"/>
                  </a:lnTo>
                  <a:lnTo>
                    <a:pt x="174255" y="188590"/>
                  </a:lnTo>
                  <a:lnTo>
                    <a:pt x="174449" y="188475"/>
                  </a:lnTo>
                  <a:lnTo>
                    <a:pt x="174744" y="187688"/>
                  </a:lnTo>
                  <a:lnTo>
                    <a:pt x="175090" y="187477"/>
                  </a:lnTo>
                  <a:lnTo>
                    <a:pt x="175352" y="187317"/>
                  </a:lnTo>
                  <a:lnTo>
                    <a:pt x="175598" y="187261"/>
                  </a:lnTo>
                  <a:lnTo>
                    <a:pt x="175904" y="187036"/>
                  </a:lnTo>
                  <a:lnTo>
                    <a:pt x="175942" y="186429"/>
                  </a:lnTo>
                  <a:lnTo>
                    <a:pt x="176027" y="186151"/>
                  </a:lnTo>
                  <a:lnTo>
                    <a:pt x="176255" y="186025"/>
                  </a:lnTo>
                  <a:lnTo>
                    <a:pt x="176666" y="185859"/>
                  </a:lnTo>
                  <a:lnTo>
                    <a:pt x="176826" y="185830"/>
                  </a:lnTo>
                  <a:lnTo>
                    <a:pt x="177087" y="185640"/>
                  </a:lnTo>
                  <a:lnTo>
                    <a:pt x="177117" y="185365"/>
                  </a:lnTo>
                  <a:lnTo>
                    <a:pt x="176989" y="185206"/>
                  </a:lnTo>
                  <a:lnTo>
                    <a:pt x="177062" y="184940"/>
                  </a:lnTo>
                  <a:lnTo>
                    <a:pt x="177556" y="184191"/>
                  </a:lnTo>
                  <a:lnTo>
                    <a:pt x="177928" y="184319"/>
                  </a:lnTo>
                  <a:lnTo>
                    <a:pt x="178157" y="184402"/>
                  </a:lnTo>
                  <a:lnTo>
                    <a:pt x="178399" y="184377"/>
                  </a:lnTo>
                  <a:lnTo>
                    <a:pt x="178434" y="184223"/>
                  </a:lnTo>
                  <a:lnTo>
                    <a:pt x="178573" y="184178"/>
                  </a:lnTo>
                  <a:lnTo>
                    <a:pt x="178875" y="184273"/>
                  </a:lnTo>
                  <a:lnTo>
                    <a:pt x="179127" y="184420"/>
                  </a:lnTo>
                  <a:lnTo>
                    <a:pt x="179668" y="184486"/>
                  </a:lnTo>
                  <a:lnTo>
                    <a:pt x="179847" y="184568"/>
                  </a:lnTo>
                  <a:lnTo>
                    <a:pt x="180271" y="184688"/>
                  </a:lnTo>
                  <a:lnTo>
                    <a:pt x="180761" y="184651"/>
                  </a:lnTo>
                  <a:lnTo>
                    <a:pt x="181241" y="184651"/>
                  </a:lnTo>
                  <a:lnTo>
                    <a:pt x="181471" y="184672"/>
                  </a:lnTo>
                  <a:lnTo>
                    <a:pt x="181444" y="184284"/>
                  </a:lnTo>
                  <a:lnTo>
                    <a:pt x="181390" y="184063"/>
                  </a:lnTo>
                  <a:lnTo>
                    <a:pt x="181299" y="183869"/>
                  </a:lnTo>
                  <a:lnTo>
                    <a:pt x="181401" y="183613"/>
                  </a:lnTo>
                  <a:lnTo>
                    <a:pt x="181620" y="183396"/>
                  </a:lnTo>
                  <a:lnTo>
                    <a:pt x="181837" y="183032"/>
                  </a:lnTo>
                  <a:lnTo>
                    <a:pt x="182137" y="182775"/>
                  </a:lnTo>
                  <a:lnTo>
                    <a:pt x="182348" y="182800"/>
                  </a:lnTo>
                  <a:close/>
                </a:path>
              </a:pathLst>
            </a:custGeom>
            <a:solidFill>
              <a:srgbClr val="E8F5EC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8696205" y="1882820"/>
              <a:ext cx="328268" cy="448516"/>
            </a:xfrm>
            <a:custGeom>
              <a:avLst/>
              <a:pathLst>
                <a:path w="328268" h="448516">
                  <a:moveTo>
                    <a:pt x="182879" y="182880"/>
                  </a:moveTo>
                  <a:lnTo>
                    <a:pt x="183202" y="183065"/>
                  </a:lnTo>
                  <a:lnTo>
                    <a:pt x="183606" y="183270"/>
                  </a:lnTo>
                  <a:lnTo>
                    <a:pt x="183765" y="183264"/>
                  </a:lnTo>
                  <a:lnTo>
                    <a:pt x="183941" y="183258"/>
                  </a:lnTo>
                  <a:lnTo>
                    <a:pt x="184891" y="183374"/>
                  </a:lnTo>
                  <a:lnTo>
                    <a:pt x="185084" y="183314"/>
                  </a:lnTo>
                  <a:lnTo>
                    <a:pt x="185248" y="183280"/>
                  </a:lnTo>
                  <a:lnTo>
                    <a:pt x="185448" y="183245"/>
                  </a:lnTo>
                  <a:lnTo>
                    <a:pt x="185753" y="183665"/>
                  </a:lnTo>
                  <a:lnTo>
                    <a:pt x="185894" y="184089"/>
                  </a:lnTo>
                  <a:lnTo>
                    <a:pt x="185900" y="184217"/>
                  </a:lnTo>
                  <a:lnTo>
                    <a:pt x="185859" y="184425"/>
                  </a:lnTo>
                  <a:lnTo>
                    <a:pt x="185783" y="184552"/>
                  </a:lnTo>
                  <a:lnTo>
                    <a:pt x="185724" y="184726"/>
                  </a:lnTo>
                  <a:lnTo>
                    <a:pt x="187187" y="185753"/>
                  </a:lnTo>
                  <a:lnTo>
                    <a:pt x="187400" y="185734"/>
                  </a:lnTo>
                  <a:lnTo>
                    <a:pt x="188014" y="185961"/>
                  </a:lnTo>
                  <a:lnTo>
                    <a:pt x="188224" y="185946"/>
                  </a:lnTo>
                  <a:lnTo>
                    <a:pt x="188773" y="185888"/>
                  </a:lnTo>
                  <a:lnTo>
                    <a:pt x="189282" y="186094"/>
                  </a:lnTo>
                  <a:lnTo>
                    <a:pt x="189473" y="186143"/>
                  </a:lnTo>
                  <a:lnTo>
                    <a:pt x="190845" y="186348"/>
                  </a:lnTo>
                  <a:lnTo>
                    <a:pt x="190977" y="186358"/>
                  </a:lnTo>
                  <a:lnTo>
                    <a:pt x="191757" y="186371"/>
                  </a:lnTo>
                  <a:lnTo>
                    <a:pt x="192463" y="186357"/>
                  </a:lnTo>
                  <a:lnTo>
                    <a:pt x="192659" y="186342"/>
                  </a:lnTo>
                  <a:lnTo>
                    <a:pt x="193349" y="186364"/>
                  </a:lnTo>
                  <a:lnTo>
                    <a:pt x="193862" y="186463"/>
                  </a:lnTo>
                  <a:lnTo>
                    <a:pt x="195079" y="186534"/>
                  </a:lnTo>
                  <a:lnTo>
                    <a:pt x="195323" y="186572"/>
                  </a:lnTo>
                  <a:lnTo>
                    <a:pt x="195890" y="186616"/>
                  </a:lnTo>
                  <a:lnTo>
                    <a:pt x="196397" y="186708"/>
                  </a:lnTo>
                  <a:lnTo>
                    <a:pt x="196555" y="186681"/>
                  </a:lnTo>
                  <a:lnTo>
                    <a:pt x="197383" y="186756"/>
                  </a:lnTo>
                  <a:lnTo>
                    <a:pt x="197638" y="186769"/>
                  </a:lnTo>
                  <a:lnTo>
                    <a:pt x="198622" y="186788"/>
                  </a:lnTo>
                  <a:lnTo>
                    <a:pt x="198800" y="186783"/>
                  </a:lnTo>
                  <a:lnTo>
                    <a:pt x="199542" y="186800"/>
                  </a:lnTo>
                  <a:lnTo>
                    <a:pt x="200064" y="187242"/>
                  </a:lnTo>
                  <a:lnTo>
                    <a:pt x="200149" y="187565"/>
                  </a:lnTo>
                  <a:lnTo>
                    <a:pt x="200554" y="188268"/>
                  </a:lnTo>
                  <a:lnTo>
                    <a:pt x="200800" y="188246"/>
                  </a:lnTo>
                  <a:lnTo>
                    <a:pt x="201382" y="188307"/>
                  </a:lnTo>
                  <a:lnTo>
                    <a:pt x="201537" y="188393"/>
                  </a:lnTo>
                  <a:lnTo>
                    <a:pt x="201677" y="189019"/>
                  </a:lnTo>
                  <a:lnTo>
                    <a:pt x="203463" y="190918"/>
                  </a:lnTo>
                  <a:lnTo>
                    <a:pt x="203986" y="191313"/>
                  </a:lnTo>
                  <a:lnTo>
                    <a:pt x="204031" y="191077"/>
                  </a:lnTo>
                  <a:lnTo>
                    <a:pt x="204557" y="191076"/>
                  </a:lnTo>
                  <a:lnTo>
                    <a:pt x="204767" y="190959"/>
                  </a:lnTo>
                  <a:lnTo>
                    <a:pt x="205336" y="191470"/>
                  </a:lnTo>
                  <a:lnTo>
                    <a:pt x="205408" y="191863"/>
                  </a:lnTo>
                  <a:lnTo>
                    <a:pt x="205668" y="191818"/>
                  </a:lnTo>
                  <a:lnTo>
                    <a:pt x="205393" y="192245"/>
                  </a:lnTo>
                  <a:lnTo>
                    <a:pt x="205725" y="192888"/>
                  </a:lnTo>
                  <a:lnTo>
                    <a:pt x="206310" y="193048"/>
                  </a:lnTo>
                  <a:lnTo>
                    <a:pt x="207250" y="192416"/>
                  </a:lnTo>
                  <a:lnTo>
                    <a:pt x="207381" y="192343"/>
                  </a:lnTo>
                  <a:lnTo>
                    <a:pt x="209629" y="192636"/>
                  </a:lnTo>
                  <a:lnTo>
                    <a:pt x="213783" y="193737"/>
                  </a:lnTo>
                  <a:lnTo>
                    <a:pt x="216391" y="193884"/>
                  </a:lnTo>
                  <a:lnTo>
                    <a:pt x="216547" y="193854"/>
                  </a:lnTo>
                  <a:lnTo>
                    <a:pt x="218144" y="194319"/>
                  </a:lnTo>
                  <a:lnTo>
                    <a:pt x="218791" y="194136"/>
                  </a:lnTo>
                  <a:lnTo>
                    <a:pt x="221201" y="192642"/>
                  </a:lnTo>
                  <a:lnTo>
                    <a:pt x="221399" y="192825"/>
                  </a:lnTo>
                  <a:lnTo>
                    <a:pt x="222481" y="192937"/>
                  </a:lnTo>
                  <a:lnTo>
                    <a:pt x="223773" y="193884"/>
                  </a:lnTo>
                  <a:lnTo>
                    <a:pt x="224841" y="194685"/>
                  </a:lnTo>
                  <a:lnTo>
                    <a:pt x="225778" y="195558"/>
                  </a:lnTo>
                  <a:lnTo>
                    <a:pt x="226295" y="195639"/>
                  </a:lnTo>
                  <a:lnTo>
                    <a:pt x="228146" y="195948"/>
                  </a:lnTo>
                  <a:lnTo>
                    <a:pt x="228204" y="196082"/>
                  </a:lnTo>
                  <a:lnTo>
                    <a:pt x="228584" y="196654"/>
                  </a:lnTo>
                  <a:lnTo>
                    <a:pt x="229239" y="196781"/>
                  </a:lnTo>
                  <a:lnTo>
                    <a:pt x="229802" y="196501"/>
                  </a:lnTo>
                  <a:lnTo>
                    <a:pt x="230183" y="196596"/>
                  </a:lnTo>
                  <a:lnTo>
                    <a:pt x="230043" y="197104"/>
                  </a:lnTo>
                  <a:lnTo>
                    <a:pt x="229921" y="197236"/>
                  </a:lnTo>
                  <a:lnTo>
                    <a:pt x="229600" y="197824"/>
                  </a:lnTo>
                  <a:lnTo>
                    <a:pt x="229647" y="197998"/>
                  </a:lnTo>
                  <a:lnTo>
                    <a:pt x="231475" y="199367"/>
                  </a:lnTo>
                  <a:lnTo>
                    <a:pt x="234456" y="201027"/>
                  </a:lnTo>
                  <a:lnTo>
                    <a:pt x="234332" y="200800"/>
                  </a:lnTo>
                  <a:lnTo>
                    <a:pt x="234317" y="203624"/>
                  </a:lnTo>
                  <a:lnTo>
                    <a:pt x="235887" y="204291"/>
                  </a:lnTo>
                  <a:lnTo>
                    <a:pt x="236078" y="204448"/>
                  </a:lnTo>
                  <a:lnTo>
                    <a:pt x="236495" y="205298"/>
                  </a:lnTo>
                  <a:lnTo>
                    <a:pt x="237536" y="205360"/>
                  </a:lnTo>
                  <a:lnTo>
                    <a:pt x="238709" y="205114"/>
                  </a:lnTo>
                  <a:lnTo>
                    <a:pt x="238970" y="205232"/>
                  </a:lnTo>
                  <a:lnTo>
                    <a:pt x="239116" y="205265"/>
                  </a:lnTo>
                  <a:lnTo>
                    <a:pt x="239333" y="205383"/>
                  </a:lnTo>
                  <a:lnTo>
                    <a:pt x="240219" y="207168"/>
                  </a:lnTo>
                  <a:lnTo>
                    <a:pt x="240204" y="206835"/>
                  </a:lnTo>
                  <a:lnTo>
                    <a:pt x="242142" y="205221"/>
                  </a:lnTo>
                  <a:lnTo>
                    <a:pt x="242097" y="205387"/>
                  </a:lnTo>
                  <a:lnTo>
                    <a:pt x="242632" y="207636"/>
                  </a:lnTo>
                  <a:lnTo>
                    <a:pt x="243088" y="207972"/>
                  </a:lnTo>
                  <a:lnTo>
                    <a:pt x="243456" y="208144"/>
                  </a:lnTo>
                  <a:lnTo>
                    <a:pt x="244638" y="208994"/>
                  </a:lnTo>
                  <a:lnTo>
                    <a:pt x="244687" y="209470"/>
                  </a:lnTo>
                  <a:lnTo>
                    <a:pt x="244402" y="210341"/>
                  </a:lnTo>
                  <a:lnTo>
                    <a:pt x="244340" y="210502"/>
                  </a:lnTo>
                  <a:lnTo>
                    <a:pt x="243642" y="211597"/>
                  </a:lnTo>
                  <a:lnTo>
                    <a:pt x="243619" y="212117"/>
                  </a:lnTo>
                  <a:lnTo>
                    <a:pt x="243609" y="212621"/>
                  </a:lnTo>
                  <a:lnTo>
                    <a:pt x="243680" y="212918"/>
                  </a:lnTo>
                  <a:lnTo>
                    <a:pt x="243912" y="212916"/>
                  </a:lnTo>
                  <a:lnTo>
                    <a:pt x="243975" y="212473"/>
                  </a:lnTo>
                  <a:lnTo>
                    <a:pt x="244568" y="212088"/>
                  </a:lnTo>
                  <a:lnTo>
                    <a:pt x="244972" y="211906"/>
                  </a:lnTo>
                  <a:lnTo>
                    <a:pt x="245188" y="211769"/>
                  </a:lnTo>
                  <a:lnTo>
                    <a:pt x="245967" y="210862"/>
                  </a:lnTo>
                  <a:lnTo>
                    <a:pt x="246719" y="210849"/>
                  </a:lnTo>
                  <a:lnTo>
                    <a:pt x="247515" y="210926"/>
                  </a:lnTo>
                  <a:lnTo>
                    <a:pt x="247788" y="210531"/>
                  </a:lnTo>
                  <a:lnTo>
                    <a:pt x="247885" y="210391"/>
                  </a:lnTo>
                  <a:lnTo>
                    <a:pt x="248021" y="210181"/>
                  </a:lnTo>
                  <a:lnTo>
                    <a:pt x="248462" y="209541"/>
                  </a:lnTo>
                  <a:lnTo>
                    <a:pt x="248476" y="209782"/>
                  </a:lnTo>
                  <a:lnTo>
                    <a:pt x="249170" y="209222"/>
                  </a:lnTo>
                  <a:lnTo>
                    <a:pt x="249476" y="208839"/>
                  </a:lnTo>
                  <a:lnTo>
                    <a:pt x="249952" y="208081"/>
                  </a:lnTo>
                  <a:lnTo>
                    <a:pt x="249964" y="207880"/>
                  </a:lnTo>
                  <a:lnTo>
                    <a:pt x="250765" y="206558"/>
                  </a:lnTo>
                  <a:lnTo>
                    <a:pt x="250900" y="206537"/>
                  </a:lnTo>
                  <a:lnTo>
                    <a:pt x="251243" y="206378"/>
                  </a:lnTo>
                  <a:lnTo>
                    <a:pt x="251419" y="206445"/>
                  </a:lnTo>
                  <a:lnTo>
                    <a:pt x="252043" y="206522"/>
                  </a:lnTo>
                  <a:lnTo>
                    <a:pt x="252364" y="206543"/>
                  </a:lnTo>
                  <a:lnTo>
                    <a:pt x="253122" y="206785"/>
                  </a:lnTo>
                  <a:lnTo>
                    <a:pt x="253163" y="207282"/>
                  </a:lnTo>
                  <a:lnTo>
                    <a:pt x="253322" y="207597"/>
                  </a:lnTo>
                  <a:lnTo>
                    <a:pt x="253758" y="207779"/>
                  </a:lnTo>
                  <a:lnTo>
                    <a:pt x="254046" y="207852"/>
                  </a:lnTo>
                  <a:lnTo>
                    <a:pt x="254218" y="207925"/>
                  </a:lnTo>
                  <a:lnTo>
                    <a:pt x="254587" y="208129"/>
                  </a:lnTo>
                  <a:lnTo>
                    <a:pt x="254925" y="207969"/>
                  </a:lnTo>
                  <a:lnTo>
                    <a:pt x="255238" y="207670"/>
                  </a:lnTo>
                  <a:lnTo>
                    <a:pt x="256197" y="206936"/>
                  </a:lnTo>
                  <a:lnTo>
                    <a:pt x="257176" y="207291"/>
                  </a:lnTo>
                  <a:lnTo>
                    <a:pt x="257419" y="207384"/>
                  </a:lnTo>
                  <a:lnTo>
                    <a:pt x="257980" y="207642"/>
                  </a:lnTo>
                  <a:lnTo>
                    <a:pt x="258392" y="207324"/>
                  </a:lnTo>
                  <a:lnTo>
                    <a:pt x="260806" y="208600"/>
                  </a:lnTo>
                  <a:lnTo>
                    <a:pt x="260963" y="208545"/>
                  </a:lnTo>
                  <a:lnTo>
                    <a:pt x="261106" y="208346"/>
                  </a:lnTo>
                  <a:lnTo>
                    <a:pt x="261368" y="208038"/>
                  </a:lnTo>
                  <a:lnTo>
                    <a:pt x="261606" y="207582"/>
                  </a:lnTo>
                  <a:lnTo>
                    <a:pt x="261618" y="207264"/>
                  </a:lnTo>
                  <a:lnTo>
                    <a:pt x="261668" y="207056"/>
                  </a:lnTo>
                  <a:lnTo>
                    <a:pt x="261707" y="206899"/>
                  </a:lnTo>
                  <a:lnTo>
                    <a:pt x="261775" y="206761"/>
                  </a:lnTo>
                  <a:lnTo>
                    <a:pt x="261979" y="206528"/>
                  </a:lnTo>
                  <a:lnTo>
                    <a:pt x="262303" y="206024"/>
                  </a:lnTo>
                  <a:lnTo>
                    <a:pt x="262335" y="205458"/>
                  </a:lnTo>
                  <a:lnTo>
                    <a:pt x="262481" y="205419"/>
                  </a:lnTo>
                  <a:lnTo>
                    <a:pt x="264285" y="205158"/>
                  </a:lnTo>
                  <a:lnTo>
                    <a:pt x="264886" y="204291"/>
                  </a:lnTo>
                  <a:lnTo>
                    <a:pt x="265114" y="204310"/>
                  </a:lnTo>
                  <a:lnTo>
                    <a:pt x="265308" y="204098"/>
                  </a:lnTo>
                  <a:lnTo>
                    <a:pt x="265706" y="202992"/>
                  </a:lnTo>
                  <a:lnTo>
                    <a:pt x="265784" y="202415"/>
                  </a:lnTo>
                  <a:lnTo>
                    <a:pt x="265925" y="202350"/>
                  </a:lnTo>
                  <a:lnTo>
                    <a:pt x="265867" y="201428"/>
                  </a:lnTo>
                  <a:lnTo>
                    <a:pt x="266021" y="201357"/>
                  </a:lnTo>
                  <a:lnTo>
                    <a:pt x="266273" y="201206"/>
                  </a:lnTo>
                  <a:lnTo>
                    <a:pt x="266584" y="200979"/>
                  </a:lnTo>
                  <a:lnTo>
                    <a:pt x="266822" y="200756"/>
                  </a:lnTo>
                  <a:lnTo>
                    <a:pt x="267074" y="200557"/>
                  </a:lnTo>
                  <a:lnTo>
                    <a:pt x="267295" y="200386"/>
                  </a:lnTo>
                  <a:lnTo>
                    <a:pt x="267711" y="200042"/>
                  </a:lnTo>
                  <a:lnTo>
                    <a:pt x="268023" y="199702"/>
                  </a:lnTo>
                  <a:lnTo>
                    <a:pt x="268207" y="199518"/>
                  </a:lnTo>
                  <a:lnTo>
                    <a:pt x="268685" y="199153"/>
                  </a:lnTo>
                  <a:lnTo>
                    <a:pt x="268921" y="199000"/>
                  </a:lnTo>
                  <a:lnTo>
                    <a:pt x="269127" y="198914"/>
                  </a:lnTo>
                  <a:lnTo>
                    <a:pt x="269321" y="198855"/>
                  </a:lnTo>
                  <a:lnTo>
                    <a:pt x="269542" y="198849"/>
                  </a:lnTo>
                  <a:lnTo>
                    <a:pt x="269813" y="198930"/>
                  </a:lnTo>
                  <a:lnTo>
                    <a:pt x="270205" y="199147"/>
                  </a:lnTo>
                  <a:lnTo>
                    <a:pt x="270725" y="199439"/>
                  </a:lnTo>
                  <a:lnTo>
                    <a:pt x="271168" y="199739"/>
                  </a:lnTo>
                  <a:lnTo>
                    <a:pt x="271349" y="199950"/>
                  </a:lnTo>
                  <a:lnTo>
                    <a:pt x="271452" y="200182"/>
                  </a:lnTo>
                  <a:lnTo>
                    <a:pt x="271507" y="200454"/>
                  </a:lnTo>
                  <a:lnTo>
                    <a:pt x="271531" y="200799"/>
                  </a:lnTo>
                  <a:lnTo>
                    <a:pt x="271552" y="200930"/>
                  </a:lnTo>
                  <a:lnTo>
                    <a:pt x="271604" y="201263"/>
                  </a:lnTo>
                  <a:lnTo>
                    <a:pt x="271597" y="201528"/>
                  </a:lnTo>
                  <a:lnTo>
                    <a:pt x="271523" y="201973"/>
                  </a:lnTo>
                  <a:lnTo>
                    <a:pt x="271429" y="202427"/>
                  </a:lnTo>
                  <a:lnTo>
                    <a:pt x="271382" y="202657"/>
                  </a:lnTo>
                  <a:lnTo>
                    <a:pt x="271301" y="203215"/>
                  </a:lnTo>
                  <a:lnTo>
                    <a:pt x="271275" y="203364"/>
                  </a:lnTo>
                  <a:lnTo>
                    <a:pt x="271286" y="203566"/>
                  </a:lnTo>
                  <a:lnTo>
                    <a:pt x="271365" y="203782"/>
                  </a:lnTo>
                  <a:lnTo>
                    <a:pt x="271432" y="203967"/>
                  </a:lnTo>
                  <a:lnTo>
                    <a:pt x="271638" y="204348"/>
                  </a:lnTo>
                  <a:lnTo>
                    <a:pt x="271710" y="204482"/>
                  </a:lnTo>
                  <a:lnTo>
                    <a:pt x="271942" y="204408"/>
                  </a:lnTo>
                  <a:lnTo>
                    <a:pt x="272484" y="203768"/>
                  </a:lnTo>
                  <a:lnTo>
                    <a:pt x="272790" y="203346"/>
                  </a:lnTo>
                  <a:lnTo>
                    <a:pt x="273054" y="202922"/>
                  </a:lnTo>
                  <a:lnTo>
                    <a:pt x="273247" y="202589"/>
                  </a:lnTo>
                  <a:lnTo>
                    <a:pt x="273722" y="202111"/>
                  </a:lnTo>
                  <a:lnTo>
                    <a:pt x="274209" y="201668"/>
                  </a:lnTo>
                  <a:lnTo>
                    <a:pt x="274414" y="201289"/>
                  </a:lnTo>
                  <a:lnTo>
                    <a:pt x="274597" y="200876"/>
                  </a:lnTo>
                  <a:lnTo>
                    <a:pt x="274654" y="200593"/>
                  </a:lnTo>
                  <a:lnTo>
                    <a:pt x="274793" y="200358"/>
                  </a:lnTo>
                  <a:lnTo>
                    <a:pt x="275256" y="199909"/>
                  </a:lnTo>
                  <a:lnTo>
                    <a:pt x="275445" y="199860"/>
                  </a:lnTo>
                  <a:lnTo>
                    <a:pt x="275725" y="199865"/>
                  </a:lnTo>
                  <a:lnTo>
                    <a:pt x="275756" y="200092"/>
                  </a:lnTo>
                  <a:lnTo>
                    <a:pt x="275752" y="200305"/>
                  </a:lnTo>
                  <a:lnTo>
                    <a:pt x="275606" y="200639"/>
                  </a:lnTo>
                  <a:lnTo>
                    <a:pt x="275425" y="200994"/>
                  </a:lnTo>
                  <a:lnTo>
                    <a:pt x="275312" y="201322"/>
                  </a:lnTo>
                  <a:lnTo>
                    <a:pt x="275227" y="201570"/>
                  </a:lnTo>
                  <a:lnTo>
                    <a:pt x="275124" y="202142"/>
                  </a:lnTo>
                  <a:lnTo>
                    <a:pt x="275078" y="202376"/>
                  </a:lnTo>
                  <a:lnTo>
                    <a:pt x="274991" y="202644"/>
                  </a:lnTo>
                  <a:lnTo>
                    <a:pt x="274924" y="202850"/>
                  </a:lnTo>
                  <a:lnTo>
                    <a:pt x="274844" y="203070"/>
                  </a:lnTo>
                  <a:lnTo>
                    <a:pt x="274752" y="203321"/>
                  </a:lnTo>
                  <a:lnTo>
                    <a:pt x="274590" y="203547"/>
                  </a:lnTo>
                  <a:lnTo>
                    <a:pt x="274389" y="203827"/>
                  </a:lnTo>
                  <a:lnTo>
                    <a:pt x="274120" y="204162"/>
                  </a:lnTo>
                  <a:lnTo>
                    <a:pt x="273857" y="204401"/>
                  </a:lnTo>
                  <a:lnTo>
                    <a:pt x="273727" y="204519"/>
                  </a:lnTo>
                  <a:lnTo>
                    <a:pt x="273423" y="204688"/>
                  </a:lnTo>
                  <a:lnTo>
                    <a:pt x="273220" y="204800"/>
                  </a:lnTo>
                  <a:lnTo>
                    <a:pt x="272982" y="205074"/>
                  </a:lnTo>
                  <a:lnTo>
                    <a:pt x="272849" y="205303"/>
                  </a:lnTo>
                  <a:lnTo>
                    <a:pt x="272466" y="205585"/>
                  </a:lnTo>
                  <a:lnTo>
                    <a:pt x="272188" y="205720"/>
                  </a:lnTo>
                  <a:lnTo>
                    <a:pt x="271851" y="205889"/>
                  </a:lnTo>
                  <a:lnTo>
                    <a:pt x="271696" y="206172"/>
                  </a:lnTo>
                  <a:lnTo>
                    <a:pt x="271099" y="206822"/>
                  </a:lnTo>
                  <a:lnTo>
                    <a:pt x="270809" y="207160"/>
                  </a:lnTo>
                  <a:lnTo>
                    <a:pt x="270664" y="207402"/>
                  </a:lnTo>
                  <a:lnTo>
                    <a:pt x="270638" y="207565"/>
                  </a:lnTo>
                  <a:lnTo>
                    <a:pt x="270680" y="207855"/>
                  </a:lnTo>
                  <a:lnTo>
                    <a:pt x="270725" y="207983"/>
                  </a:lnTo>
                  <a:lnTo>
                    <a:pt x="270869" y="208393"/>
                  </a:lnTo>
                  <a:lnTo>
                    <a:pt x="270955" y="208637"/>
                  </a:lnTo>
                  <a:lnTo>
                    <a:pt x="271141" y="209523"/>
                  </a:lnTo>
                  <a:lnTo>
                    <a:pt x="271207" y="209805"/>
                  </a:lnTo>
                  <a:lnTo>
                    <a:pt x="271481" y="210927"/>
                  </a:lnTo>
                  <a:lnTo>
                    <a:pt x="271652" y="211446"/>
                  </a:lnTo>
                  <a:lnTo>
                    <a:pt x="271808" y="211921"/>
                  </a:lnTo>
                  <a:lnTo>
                    <a:pt x="271832" y="212121"/>
                  </a:lnTo>
                  <a:lnTo>
                    <a:pt x="271938" y="213361"/>
                  </a:lnTo>
                  <a:lnTo>
                    <a:pt x="272198" y="214121"/>
                  </a:lnTo>
                  <a:lnTo>
                    <a:pt x="273473" y="213794"/>
                  </a:lnTo>
                  <a:lnTo>
                    <a:pt x="274091" y="213011"/>
                  </a:lnTo>
                  <a:lnTo>
                    <a:pt x="274712" y="212433"/>
                  </a:lnTo>
                  <a:lnTo>
                    <a:pt x="274919" y="212294"/>
                  </a:lnTo>
                  <a:lnTo>
                    <a:pt x="275125" y="212168"/>
                  </a:lnTo>
                  <a:lnTo>
                    <a:pt x="275473" y="211982"/>
                  </a:lnTo>
                  <a:lnTo>
                    <a:pt x="275744" y="211852"/>
                  </a:lnTo>
                  <a:lnTo>
                    <a:pt x="275937" y="211762"/>
                  </a:lnTo>
                  <a:lnTo>
                    <a:pt x="276277" y="211703"/>
                  </a:lnTo>
                  <a:lnTo>
                    <a:pt x="276422" y="211710"/>
                  </a:lnTo>
                  <a:lnTo>
                    <a:pt x="277136" y="212107"/>
                  </a:lnTo>
                  <a:lnTo>
                    <a:pt x="277255" y="212464"/>
                  </a:lnTo>
                  <a:lnTo>
                    <a:pt x="277280" y="212628"/>
                  </a:lnTo>
                  <a:lnTo>
                    <a:pt x="277324" y="212873"/>
                  </a:lnTo>
                  <a:lnTo>
                    <a:pt x="277361" y="213151"/>
                  </a:lnTo>
                  <a:lnTo>
                    <a:pt x="277460" y="213542"/>
                  </a:lnTo>
                  <a:lnTo>
                    <a:pt x="277567" y="214108"/>
                  </a:lnTo>
                  <a:lnTo>
                    <a:pt x="277580" y="214312"/>
                  </a:lnTo>
                  <a:lnTo>
                    <a:pt x="277614" y="214934"/>
                  </a:lnTo>
                  <a:lnTo>
                    <a:pt x="277632" y="215260"/>
                  </a:lnTo>
                  <a:lnTo>
                    <a:pt x="277641" y="215427"/>
                  </a:lnTo>
                  <a:lnTo>
                    <a:pt x="277690" y="215768"/>
                  </a:lnTo>
                  <a:lnTo>
                    <a:pt x="277781" y="215957"/>
                  </a:lnTo>
                  <a:lnTo>
                    <a:pt x="277995" y="216213"/>
                  </a:lnTo>
                  <a:lnTo>
                    <a:pt x="278152" y="216299"/>
                  </a:lnTo>
                  <a:lnTo>
                    <a:pt x="278365" y="216308"/>
                  </a:lnTo>
                  <a:lnTo>
                    <a:pt x="278697" y="216072"/>
                  </a:lnTo>
                  <a:lnTo>
                    <a:pt x="278764" y="215935"/>
                  </a:lnTo>
                  <a:lnTo>
                    <a:pt x="278792" y="215783"/>
                  </a:lnTo>
                  <a:lnTo>
                    <a:pt x="278795" y="215428"/>
                  </a:lnTo>
                  <a:lnTo>
                    <a:pt x="278791" y="215245"/>
                  </a:lnTo>
                  <a:lnTo>
                    <a:pt x="278739" y="214949"/>
                  </a:lnTo>
                  <a:lnTo>
                    <a:pt x="279058" y="214979"/>
                  </a:lnTo>
                  <a:lnTo>
                    <a:pt x="279356" y="215094"/>
                  </a:lnTo>
                  <a:lnTo>
                    <a:pt x="279633" y="215087"/>
                  </a:lnTo>
                  <a:lnTo>
                    <a:pt x="279765" y="215064"/>
                  </a:lnTo>
                  <a:lnTo>
                    <a:pt x="279968" y="215036"/>
                  </a:lnTo>
                  <a:lnTo>
                    <a:pt x="280221" y="215023"/>
                  </a:lnTo>
                  <a:lnTo>
                    <a:pt x="280462" y="215296"/>
                  </a:lnTo>
                  <a:lnTo>
                    <a:pt x="280620" y="215325"/>
                  </a:lnTo>
                  <a:lnTo>
                    <a:pt x="280764" y="215310"/>
                  </a:lnTo>
                  <a:lnTo>
                    <a:pt x="281028" y="215120"/>
                  </a:lnTo>
                  <a:lnTo>
                    <a:pt x="281162" y="215046"/>
                  </a:lnTo>
                  <a:lnTo>
                    <a:pt x="281446" y="214733"/>
                  </a:lnTo>
                  <a:lnTo>
                    <a:pt x="281718" y="214363"/>
                  </a:lnTo>
                  <a:lnTo>
                    <a:pt x="281885" y="214107"/>
                  </a:lnTo>
                  <a:lnTo>
                    <a:pt x="282052" y="213869"/>
                  </a:lnTo>
                  <a:lnTo>
                    <a:pt x="282256" y="213576"/>
                  </a:lnTo>
                  <a:lnTo>
                    <a:pt x="282458" y="213286"/>
                  </a:lnTo>
                  <a:lnTo>
                    <a:pt x="283927" y="211091"/>
                  </a:lnTo>
                  <a:lnTo>
                    <a:pt x="284169" y="210799"/>
                  </a:lnTo>
                  <a:lnTo>
                    <a:pt x="284582" y="210404"/>
                  </a:lnTo>
                  <a:lnTo>
                    <a:pt x="285375" y="209848"/>
                  </a:lnTo>
                  <a:lnTo>
                    <a:pt x="285655" y="209612"/>
                  </a:lnTo>
                  <a:lnTo>
                    <a:pt x="285947" y="209287"/>
                  </a:lnTo>
                  <a:lnTo>
                    <a:pt x="286304" y="208346"/>
                  </a:lnTo>
                  <a:lnTo>
                    <a:pt x="286930" y="207673"/>
                  </a:lnTo>
                  <a:lnTo>
                    <a:pt x="287027" y="207536"/>
                  </a:lnTo>
                  <a:lnTo>
                    <a:pt x="287236" y="207239"/>
                  </a:lnTo>
                  <a:lnTo>
                    <a:pt x="287543" y="206808"/>
                  </a:lnTo>
                  <a:lnTo>
                    <a:pt x="288027" y="206139"/>
                  </a:lnTo>
                  <a:lnTo>
                    <a:pt x="288257" y="205821"/>
                  </a:lnTo>
                  <a:lnTo>
                    <a:pt x="288476" y="205534"/>
                  </a:lnTo>
                  <a:lnTo>
                    <a:pt x="288654" y="205300"/>
                  </a:lnTo>
                  <a:lnTo>
                    <a:pt x="288904" y="204959"/>
                  </a:lnTo>
                  <a:lnTo>
                    <a:pt x="289022" y="204807"/>
                  </a:lnTo>
                  <a:lnTo>
                    <a:pt x="289997" y="203713"/>
                  </a:lnTo>
                  <a:lnTo>
                    <a:pt x="290243" y="203457"/>
                  </a:lnTo>
                  <a:lnTo>
                    <a:pt x="290475" y="203232"/>
                  </a:lnTo>
                  <a:lnTo>
                    <a:pt x="290657" y="203058"/>
                  </a:lnTo>
                  <a:lnTo>
                    <a:pt x="291640" y="202057"/>
                  </a:lnTo>
                  <a:lnTo>
                    <a:pt x="292314" y="201448"/>
                  </a:lnTo>
                  <a:lnTo>
                    <a:pt x="292746" y="201081"/>
                  </a:lnTo>
                  <a:lnTo>
                    <a:pt x="292935" y="200925"/>
                  </a:lnTo>
                  <a:lnTo>
                    <a:pt x="293278" y="200727"/>
                  </a:lnTo>
                  <a:lnTo>
                    <a:pt x="293729" y="200440"/>
                  </a:lnTo>
                  <a:lnTo>
                    <a:pt x="294337" y="200024"/>
                  </a:lnTo>
                  <a:lnTo>
                    <a:pt x="294570" y="199836"/>
                  </a:lnTo>
                  <a:lnTo>
                    <a:pt x="294993" y="199486"/>
                  </a:lnTo>
                  <a:lnTo>
                    <a:pt x="295505" y="199041"/>
                  </a:lnTo>
                  <a:lnTo>
                    <a:pt x="295681" y="198877"/>
                  </a:lnTo>
                  <a:lnTo>
                    <a:pt x="295959" y="198580"/>
                  </a:lnTo>
                  <a:lnTo>
                    <a:pt x="296040" y="198445"/>
                  </a:lnTo>
                  <a:lnTo>
                    <a:pt x="296192" y="198248"/>
                  </a:lnTo>
                  <a:lnTo>
                    <a:pt x="296528" y="197794"/>
                  </a:lnTo>
                  <a:lnTo>
                    <a:pt x="297057" y="197266"/>
                  </a:lnTo>
                  <a:lnTo>
                    <a:pt x="298456" y="196305"/>
                  </a:lnTo>
                  <a:lnTo>
                    <a:pt x="298937" y="196282"/>
                  </a:lnTo>
                  <a:lnTo>
                    <a:pt x="298081" y="199739"/>
                  </a:lnTo>
                  <a:lnTo>
                    <a:pt x="298093" y="200425"/>
                  </a:lnTo>
                  <a:lnTo>
                    <a:pt x="298085" y="200688"/>
                  </a:lnTo>
                  <a:lnTo>
                    <a:pt x="297817" y="201667"/>
                  </a:lnTo>
                  <a:lnTo>
                    <a:pt x="297782" y="201880"/>
                  </a:lnTo>
                  <a:lnTo>
                    <a:pt x="297733" y="202139"/>
                  </a:lnTo>
                  <a:lnTo>
                    <a:pt x="297700" y="202302"/>
                  </a:lnTo>
                  <a:lnTo>
                    <a:pt x="297593" y="202803"/>
                  </a:lnTo>
                  <a:lnTo>
                    <a:pt x="297553" y="203870"/>
                  </a:lnTo>
                  <a:lnTo>
                    <a:pt x="299239" y="204498"/>
                  </a:lnTo>
                  <a:lnTo>
                    <a:pt x="299398" y="204547"/>
                  </a:lnTo>
                  <a:lnTo>
                    <a:pt x="300811" y="204735"/>
                  </a:lnTo>
                  <a:lnTo>
                    <a:pt x="301688" y="204722"/>
                  </a:lnTo>
                  <a:lnTo>
                    <a:pt x="302759" y="204367"/>
                  </a:lnTo>
                  <a:lnTo>
                    <a:pt x="303001" y="204789"/>
                  </a:lnTo>
                  <a:lnTo>
                    <a:pt x="303851" y="206139"/>
                  </a:lnTo>
                  <a:lnTo>
                    <a:pt x="304070" y="206516"/>
                  </a:lnTo>
                  <a:lnTo>
                    <a:pt x="304461" y="206688"/>
                  </a:lnTo>
                  <a:lnTo>
                    <a:pt x="304533" y="206933"/>
                  </a:lnTo>
                  <a:lnTo>
                    <a:pt x="304572" y="207174"/>
                  </a:lnTo>
                  <a:lnTo>
                    <a:pt x="304561" y="207490"/>
                  </a:lnTo>
                  <a:lnTo>
                    <a:pt x="305292" y="207597"/>
                  </a:lnTo>
                  <a:lnTo>
                    <a:pt x="305357" y="207758"/>
                  </a:lnTo>
                  <a:lnTo>
                    <a:pt x="305445" y="207996"/>
                  </a:lnTo>
                  <a:lnTo>
                    <a:pt x="305662" y="208318"/>
                  </a:lnTo>
                  <a:lnTo>
                    <a:pt x="306036" y="208789"/>
                  </a:lnTo>
                  <a:lnTo>
                    <a:pt x="305832" y="209257"/>
                  </a:lnTo>
                  <a:lnTo>
                    <a:pt x="305698" y="209305"/>
                  </a:lnTo>
                  <a:lnTo>
                    <a:pt x="305217" y="209499"/>
                  </a:lnTo>
                  <a:lnTo>
                    <a:pt x="305074" y="209499"/>
                  </a:lnTo>
                  <a:lnTo>
                    <a:pt x="304742" y="209773"/>
                  </a:lnTo>
                  <a:lnTo>
                    <a:pt x="304791" y="210106"/>
                  </a:lnTo>
                  <a:lnTo>
                    <a:pt x="304492" y="210413"/>
                  </a:lnTo>
                  <a:lnTo>
                    <a:pt x="303415" y="211081"/>
                  </a:lnTo>
                  <a:lnTo>
                    <a:pt x="302623" y="211155"/>
                  </a:lnTo>
                  <a:lnTo>
                    <a:pt x="302216" y="211496"/>
                  </a:lnTo>
                  <a:lnTo>
                    <a:pt x="302083" y="211509"/>
                  </a:lnTo>
                  <a:lnTo>
                    <a:pt x="301972" y="212573"/>
                  </a:lnTo>
                  <a:lnTo>
                    <a:pt x="302482" y="212406"/>
                  </a:lnTo>
                  <a:lnTo>
                    <a:pt x="302715" y="212423"/>
                  </a:lnTo>
                  <a:lnTo>
                    <a:pt x="302848" y="212455"/>
                  </a:lnTo>
                  <a:lnTo>
                    <a:pt x="304285" y="213228"/>
                  </a:lnTo>
                  <a:lnTo>
                    <a:pt x="305707" y="214351"/>
                  </a:lnTo>
                  <a:lnTo>
                    <a:pt x="306674" y="215441"/>
                  </a:lnTo>
                  <a:lnTo>
                    <a:pt x="306291" y="216042"/>
                  </a:lnTo>
                  <a:lnTo>
                    <a:pt x="305909" y="216556"/>
                  </a:lnTo>
                  <a:lnTo>
                    <a:pt x="306097" y="217189"/>
                  </a:lnTo>
                  <a:lnTo>
                    <a:pt x="305824" y="217607"/>
                  </a:lnTo>
                  <a:lnTo>
                    <a:pt x="304560" y="218114"/>
                  </a:lnTo>
                  <a:lnTo>
                    <a:pt x="304157" y="218226"/>
                  </a:lnTo>
                  <a:lnTo>
                    <a:pt x="303675" y="218183"/>
                  </a:lnTo>
                  <a:lnTo>
                    <a:pt x="302764" y="219641"/>
                  </a:lnTo>
                  <a:lnTo>
                    <a:pt x="302672" y="219963"/>
                  </a:lnTo>
                  <a:lnTo>
                    <a:pt x="302829" y="220499"/>
                  </a:lnTo>
                  <a:lnTo>
                    <a:pt x="302586" y="221070"/>
                  </a:lnTo>
                  <a:lnTo>
                    <a:pt x="301277" y="222193"/>
                  </a:lnTo>
                  <a:lnTo>
                    <a:pt x="301251" y="222406"/>
                  </a:lnTo>
                  <a:lnTo>
                    <a:pt x="301242" y="222665"/>
                  </a:lnTo>
                  <a:lnTo>
                    <a:pt x="300679" y="223697"/>
                  </a:lnTo>
                  <a:lnTo>
                    <a:pt x="302012" y="226104"/>
                  </a:lnTo>
                  <a:lnTo>
                    <a:pt x="302657" y="226524"/>
                  </a:lnTo>
                  <a:lnTo>
                    <a:pt x="303005" y="226071"/>
                  </a:lnTo>
                  <a:lnTo>
                    <a:pt x="303706" y="225793"/>
                  </a:lnTo>
                  <a:lnTo>
                    <a:pt x="303071" y="228676"/>
                  </a:lnTo>
                  <a:lnTo>
                    <a:pt x="302913" y="228874"/>
                  </a:lnTo>
                  <a:lnTo>
                    <a:pt x="302790" y="229120"/>
                  </a:lnTo>
                  <a:lnTo>
                    <a:pt x="302932" y="230013"/>
                  </a:lnTo>
                  <a:lnTo>
                    <a:pt x="303841" y="231823"/>
                  </a:lnTo>
                  <a:lnTo>
                    <a:pt x="303715" y="232596"/>
                  </a:lnTo>
                  <a:lnTo>
                    <a:pt x="303677" y="233216"/>
                  </a:lnTo>
                  <a:lnTo>
                    <a:pt x="303752" y="233418"/>
                  </a:lnTo>
                  <a:lnTo>
                    <a:pt x="304024" y="233429"/>
                  </a:lnTo>
                  <a:lnTo>
                    <a:pt x="305343" y="232078"/>
                  </a:lnTo>
                  <a:lnTo>
                    <a:pt x="305667" y="232317"/>
                  </a:lnTo>
                  <a:lnTo>
                    <a:pt x="305571" y="232559"/>
                  </a:lnTo>
                  <a:lnTo>
                    <a:pt x="305433" y="232980"/>
                  </a:lnTo>
                  <a:lnTo>
                    <a:pt x="307015" y="233576"/>
                  </a:lnTo>
                  <a:lnTo>
                    <a:pt x="307157" y="233243"/>
                  </a:lnTo>
                  <a:lnTo>
                    <a:pt x="307611" y="232656"/>
                  </a:lnTo>
                  <a:lnTo>
                    <a:pt x="308991" y="232217"/>
                  </a:lnTo>
                  <a:lnTo>
                    <a:pt x="309426" y="232118"/>
                  </a:lnTo>
                  <a:lnTo>
                    <a:pt x="310254" y="233030"/>
                  </a:lnTo>
                  <a:lnTo>
                    <a:pt x="310101" y="233551"/>
                  </a:lnTo>
                  <a:lnTo>
                    <a:pt x="310588" y="234267"/>
                  </a:lnTo>
                  <a:lnTo>
                    <a:pt x="311344" y="234130"/>
                  </a:lnTo>
                  <a:lnTo>
                    <a:pt x="311488" y="234080"/>
                  </a:lnTo>
                  <a:lnTo>
                    <a:pt x="311823" y="234041"/>
                  </a:lnTo>
                  <a:lnTo>
                    <a:pt x="312399" y="235546"/>
                  </a:lnTo>
                  <a:lnTo>
                    <a:pt x="313114" y="235720"/>
                  </a:lnTo>
                  <a:lnTo>
                    <a:pt x="313747" y="235335"/>
                  </a:lnTo>
                  <a:lnTo>
                    <a:pt x="314354" y="234968"/>
                  </a:lnTo>
                  <a:lnTo>
                    <a:pt x="314920" y="235212"/>
                  </a:lnTo>
                  <a:lnTo>
                    <a:pt x="315196" y="236879"/>
                  </a:lnTo>
                  <a:lnTo>
                    <a:pt x="315484" y="237338"/>
                  </a:lnTo>
                  <a:lnTo>
                    <a:pt x="315451" y="237505"/>
                  </a:lnTo>
                  <a:lnTo>
                    <a:pt x="315221" y="238129"/>
                  </a:lnTo>
                  <a:lnTo>
                    <a:pt x="315368" y="238512"/>
                  </a:lnTo>
                  <a:lnTo>
                    <a:pt x="315426" y="238963"/>
                  </a:lnTo>
                  <a:lnTo>
                    <a:pt x="316673" y="239564"/>
                  </a:lnTo>
                  <a:lnTo>
                    <a:pt x="317514" y="239398"/>
                  </a:lnTo>
                  <a:lnTo>
                    <a:pt x="317567" y="239871"/>
                  </a:lnTo>
                  <a:lnTo>
                    <a:pt x="317476" y="241169"/>
                  </a:lnTo>
                  <a:lnTo>
                    <a:pt x="317716" y="241190"/>
                  </a:lnTo>
                  <a:lnTo>
                    <a:pt x="317873" y="241227"/>
                  </a:lnTo>
                  <a:lnTo>
                    <a:pt x="318041" y="241458"/>
                  </a:lnTo>
                  <a:lnTo>
                    <a:pt x="318138" y="241644"/>
                  </a:lnTo>
                  <a:lnTo>
                    <a:pt x="318222" y="241817"/>
                  </a:lnTo>
                  <a:lnTo>
                    <a:pt x="318266" y="242106"/>
                  </a:lnTo>
                  <a:lnTo>
                    <a:pt x="318234" y="242239"/>
                  </a:lnTo>
                  <a:lnTo>
                    <a:pt x="318313" y="242465"/>
                  </a:lnTo>
                  <a:lnTo>
                    <a:pt x="318639" y="242206"/>
                  </a:lnTo>
                  <a:lnTo>
                    <a:pt x="319041" y="241717"/>
                  </a:lnTo>
                  <a:lnTo>
                    <a:pt x="319745" y="242070"/>
                  </a:lnTo>
                  <a:lnTo>
                    <a:pt x="320057" y="242488"/>
                  </a:lnTo>
                  <a:lnTo>
                    <a:pt x="319988" y="242881"/>
                  </a:lnTo>
                  <a:lnTo>
                    <a:pt x="319776" y="242941"/>
                  </a:lnTo>
                  <a:lnTo>
                    <a:pt x="319639" y="243221"/>
                  </a:lnTo>
                  <a:lnTo>
                    <a:pt x="319577" y="243456"/>
                  </a:lnTo>
                  <a:lnTo>
                    <a:pt x="319580" y="243611"/>
                  </a:lnTo>
                  <a:lnTo>
                    <a:pt x="319821" y="243890"/>
                  </a:lnTo>
                  <a:lnTo>
                    <a:pt x="319833" y="244164"/>
                  </a:lnTo>
                  <a:lnTo>
                    <a:pt x="319673" y="244396"/>
                  </a:lnTo>
                  <a:lnTo>
                    <a:pt x="320162" y="244875"/>
                  </a:lnTo>
                  <a:lnTo>
                    <a:pt x="320325" y="245149"/>
                  </a:lnTo>
                  <a:lnTo>
                    <a:pt x="320554" y="245311"/>
                  </a:lnTo>
                  <a:lnTo>
                    <a:pt x="320668" y="245166"/>
                  </a:lnTo>
                  <a:lnTo>
                    <a:pt x="320914" y="245255"/>
                  </a:lnTo>
                  <a:lnTo>
                    <a:pt x="321343" y="245296"/>
                  </a:lnTo>
                  <a:lnTo>
                    <a:pt x="321502" y="245131"/>
                  </a:lnTo>
                  <a:lnTo>
                    <a:pt x="321964" y="245019"/>
                  </a:lnTo>
                  <a:lnTo>
                    <a:pt x="322192" y="244866"/>
                  </a:lnTo>
                  <a:lnTo>
                    <a:pt x="322430" y="244747"/>
                  </a:lnTo>
                  <a:lnTo>
                    <a:pt x="322648" y="244855"/>
                  </a:lnTo>
                  <a:lnTo>
                    <a:pt x="322599" y="245129"/>
                  </a:lnTo>
                  <a:lnTo>
                    <a:pt x="322662" y="245334"/>
                  </a:lnTo>
                  <a:lnTo>
                    <a:pt x="323006" y="245611"/>
                  </a:lnTo>
                  <a:lnTo>
                    <a:pt x="323178" y="245548"/>
                  </a:lnTo>
                  <a:lnTo>
                    <a:pt x="323431" y="245293"/>
                  </a:lnTo>
                  <a:lnTo>
                    <a:pt x="323627" y="245159"/>
                  </a:lnTo>
                  <a:lnTo>
                    <a:pt x="323722" y="245389"/>
                  </a:lnTo>
                  <a:lnTo>
                    <a:pt x="323698" y="245652"/>
                  </a:lnTo>
                  <a:lnTo>
                    <a:pt x="323750" y="246012"/>
                  </a:lnTo>
                  <a:lnTo>
                    <a:pt x="323706" y="246407"/>
                  </a:lnTo>
                  <a:lnTo>
                    <a:pt x="323667" y="246644"/>
                  </a:lnTo>
                  <a:lnTo>
                    <a:pt x="323365" y="247171"/>
                  </a:lnTo>
                  <a:lnTo>
                    <a:pt x="323178" y="247329"/>
                  </a:lnTo>
                  <a:lnTo>
                    <a:pt x="323085" y="247931"/>
                  </a:lnTo>
                  <a:lnTo>
                    <a:pt x="323239" y="248028"/>
                  </a:lnTo>
                  <a:lnTo>
                    <a:pt x="323435" y="248147"/>
                  </a:lnTo>
                  <a:lnTo>
                    <a:pt x="323744" y="248250"/>
                  </a:lnTo>
                  <a:lnTo>
                    <a:pt x="323753" y="248460"/>
                  </a:lnTo>
                  <a:lnTo>
                    <a:pt x="323860" y="248646"/>
                  </a:lnTo>
                  <a:lnTo>
                    <a:pt x="323826" y="248885"/>
                  </a:lnTo>
                  <a:lnTo>
                    <a:pt x="323682" y="249247"/>
                  </a:lnTo>
                  <a:lnTo>
                    <a:pt x="323646" y="249557"/>
                  </a:lnTo>
                  <a:lnTo>
                    <a:pt x="323544" y="250488"/>
                  </a:lnTo>
                  <a:lnTo>
                    <a:pt x="323485" y="250732"/>
                  </a:lnTo>
                  <a:lnTo>
                    <a:pt x="323236" y="250995"/>
                  </a:lnTo>
                  <a:lnTo>
                    <a:pt x="323246" y="251191"/>
                  </a:lnTo>
                  <a:lnTo>
                    <a:pt x="323076" y="251677"/>
                  </a:lnTo>
                  <a:lnTo>
                    <a:pt x="322930" y="251562"/>
                  </a:lnTo>
                  <a:lnTo>
                    <a:pt x="322617" y="251711"/>
                  </a:lnTo>
                  <a:lnTo>
                    <a:pt x="322506" y="251903"/>
                  </a:lnTo>
                  <a:lnTo>
                    <a:pt x="322449" y="252086"/>
                  </a:lnTo>
                  <a:lnTo>
                    <a:pt x="322475" y="252227"/>
                  </a:lnTo>
                  <a:lnTo>
                    <a:pt x="322363" y="252561"/>
                  </a:lnTo>
                  <a:lnTo>
                    <a:pt x="322493" y="252817"/>
                  </a:lnTo>
                  <a:lnTo>
                    <a:pt x="322637" y="252902"/>
                  </a:lnTo>
                  <a:lnTo>
                    <a:pt x="322817" y="253217"/>
                  </a:lnTo>
                  <a:lnTo>
                    <a:pt x="322734" y="253351"/>
                  </a:lnTo>
                  <a:lnTo>
                    <a:pt x="322680" y="253489"/>
                  </a:lnTo>
                  <a:lnTo>
                    <a:pt x="322809" y="253709"/>
                  </a:lnTo>
                  <a:lnTo>
                    <a:pt x="322820" y="253967"/>
                  </a:lnTo>
                  <a:lnTo>
                    <a:pt x="322689" y="254069"/>
                  </a:lnTo>
                  <a:lnTo>
                    <a:pt x="322677" y="254283"/>
                  </a:lnTo>
                  <a:lnTo>
                    <a:pt x="322834" y="254651"/>
                  </a:lnTo>
                  <a:lnTo>
                    <a:pt x="322734" y="254835"/>
                  </a:lnTo>
                  <a:lnTo>
                    <a:pt x="322613" y="255059"/>
                  </a:lnTo>
                  <a:lnTo>
                    <a:pt x="322405" y="255335"/>
                  </a:lnTo>
                  <a:lnTo>
                    <a:pt x="322474" y="255725"/>
                  </a:lnTo>
                  <a:lnTo>
                    <a:pt x="322740" y="255853"/>
                  </a:lnTo>
                  <a:lnTo>
                    <a:pt x="322818" y="256230"/>
                  </a:lnTo>
                  <a:lnTo>
                    <a:pt x="322545" y="256640"/>
                  </a:lnTo>
                  <a:lnTo>
                    <a:pt x="322464" y="256913"/>
                  </a:lnTo>
                  <a:lnTo>
                    <a:pt x="322253" y="257239"/>
                  </a:lnTo>
                  <a:lnTo>
                    <a:pt x="322125" y="257266"/>
                  </a:lnTo>
                  <a:lnTo>
                    <a:pt x="321836" y="257270"/>
                  </a:lnTo>
                  <a:lnTo>
                    <a:pt x="321660" y="257336"/>
                  </a:lnTo>
                  <a:lnTo>
                    <a:pt x="321530" y="257631"/>
                  </a:lnTo>
                  <a:lnTo>
                    <a:pt x="321389" y="257796"/>
                  </a:lnTo>
                  <a:lnTo>
                    <a:pt x="321253" y="257954"/>
                  </a:lnTo>
                  <a:lnTo>
                    <a:pt x="321251" y="258154"/>
                  </a:lnTo>
                  <a:lnTo>
                    <a:pt x="321265" y="258316"/>
                  </a:lnTo>
                  <a:lnTo>
                    <a:pt x="320900" y="258531"/>
                  </a:lnTo>
                  <a:lnTo>
                    <a:pt x="320798" y="258660"/>
                  </a:lnTo>
                  <a:lnTo>
                    <a:pt x="321020" y="258918"/>
                  </a:lnTo>
                  <a:lnTo>
                    <a:pt x="321273" y="259291"/>
                  </a:lnTo>
                  <a:lnTo>
                    <a:pt x="321438" y="259520"/>
                  </a:lnTo>
                  <a:lnTo>
                    <a:pt x="321978" y="259494"/>
                  </a:lnTo>
                  <a:lnTo>
                    <a:pt x="322326" y="259564"/>
                  </a:lnTo>
                  <a:lnTo>
                    <a:pt x="322674" y="259655"/>
                  </a:lnTo>
                  <a:lnTo>
                    <a:pt x="322997" y="259726"/>
                  </a:lnTo>
                  <a:lnTo>
                    <a:pt x="323092" y="260037"/>
                  </a:lnTo>
                  <a:lnTo>
                    <a:pt x="323138" y="260389"/>
                  </a:lnTo>
                  <a:lnTo>
                    <a:pt x="323331" y="260488"/>
                  </a:lnTo>
                  <a:lnTo>
                    <a:pt x="323582" y="260837"/>
                  </a:lnTo>
                  <a:lnTo>
                    <a:pt x="323928" y="261077"/>
                  </a:lnTo>
                  <a:lnTo>
                    <a:pt x="324135" y="261307"/>
                  </a:lnTo>
                  <a:lnTo>
                    <a:pt x="324650" y="261630"/>
                  </a:lnTo>
                  <a:lnTo>
                    <a:pt x="324800" y="261585"/>
                  </a:lnTo>
                  <a:lnTo>
                    <a:pt x="324935" y="261548"/>
                  </a:lnTo>
                  <a:lnTo>
                    <a:pt x="325114" y="261557"/>
                  </a:lnTo>
                  <a:lnTo>
                    <a:pt x="325311" y="261438"/>
                  </a:lnTo>
                  <a:lnTo>
                    <a:pt x="325574" y="261513"/>
                  </a:lnTo>
                  <a:lnTo>
                    <a:pt x="325688" y="261694"/>
                  </a:lnTo>
                  <a:lnTo>
                    <a:pt x="325859" y="261786"/>
                  </a:lnTo>
                  <a:lnTo>
                    <a:pt x="326139" y="262026"/>
                  </a:lnTo>
                  <a:lnTo>
                    <a:pt x="326480" y="262205"/>
                  </a:lnTo>
                  <a:lnTo>
                    <a:pt x="326106" y="263301"/>
                  </a:lnTo>
                  <a:lnTo>
                    <a:pt x="325857" y="263391"/>
                  </a:lnTo>
                  <a:lnTo>
                    <a:pt x="325660" y="263682"/>
                  </a:lnTo>
                  <a:lnTo>
                    <a:pt x="325370" y="263898"/>
                  </a:lnTo>
                  <a:lnTo>
                    <a:pt x="325330" y="264057"/>
                  </a:lnTo>
                  <a:lnTo>
                    <a:pt x="325263" y="264216"/>
                  </a:lnTo>
                  <a:lnTo>
                    <a:pt x="325084" y="264427"/>
                  </a:lnTo>
                  <a:lnTo>
                    <a:pt x="324931" y="264499"/>
                  </a:lnTo>
                  <a:lnTo>
                    <a:pt x="325075" y="264657"/>
                  </a:lnTo>
                  <a:lnTo>
                    <a:pt x="325383" y="264754"/>
                  </a:lnTo>
                  <a:lnTo>
                    <a:pt x="325565" y="264915"/>
                  </a:lnTo>
                  <a:lnTo>
                    <a:pt x="325948" y="265286"/>
                  </a:lnTo>
                  <a:lnTo>
                    <a:pt x="326173" y="265784"/>
                  </a:lnTo>
                  <a:lnTo>
                    <a:pt x="326217" y="265941"/>
                  </a:lnTo>
                  <a:lnTo>
                    <a:pt x="326456" y="266182"/>
                  </a:lnTo>
                  <a:lnTo>
                    <a:pt x="326633" y="266175"/>
                  </a:lnTo>
                  <a:lnTo>
                    <a:pt x="327107" y="266325"/>
                  </a:lnTo>
                  <a:lnTo>
                    <a:pt x="327334" y="266399"/>
                  </a:lnTo>
                  <a:lnTo>
                    <a:pt x="327608" y="266480"/>
                  </a:lnTo>
                  <a:lnTo>
                    <a:pt x="327988" y="266516"/>
                  </a:lnTo>
                  <a:lnTo>
                    <a:pt x="328054" y="266670"/>
                  </a:lnTo>
                  <a:lnTo>
                    <a:pt x="328111" y="266878"/>
                  </a:lnTo>
                  <a:lnTo>
                    <a:pt x="328121" y="267184"/>
                  </a:lnTo>
                  <a:lnTo>
                    <a:pt x="328229" y="267378"/>
                  </a:lnTo>
                  <a:lnTo>
                    <a:pt x="328065" y="267693"/>
                  </a:lnTo>
                  <a:lnTo>
                    <a:pt x="327883" y="267755"/>
                  </a:lnTo>
                  <a:lnTo>
                    <a:pt x="327841" y="267996"/>
                  </a:lnTo>
                  <a:lnTo>
                    <a:pt x="328027" y="268167"/>
                  </a:lnTo>
                  <a:lnTo>
                    <a:pt x="328170" y="268283"/>
                  </a:lnTo>
                  <a:lnTo>
                    <a:pt x="328268" y="268430"/>
                  </a:lnTo>
                  <a:lnTo>
                    <a:pt x="328208" y="268682"/>
                  </a:lnTo>
                  <a:lnTo>
                    <a:pt x="327842" y="268939"/>
                  </a:lnTo>
                  <a:lnTo>
                    <a:pt x="327423" y="268925"/>
                  </a:lnTo>
                  <a:lnTo>
                    <a:pt x="327440" y="269159"/>
                  </a:lnTo>
                  <a:lnTo>
                    <a:pt x="327568" y="269096"/>
                  </a:lnTo>
                  <a:lnTo>
                    <a:pt x="327828" y="269438"/>
                  </a:lnTo>
                  <a:lnTo>
                    <a:pt x="328032" y="269847"/>
                  </a:lnTo>
                  <a:lnTo>
                    <a:pt x="328034" y="270070"/>
                  </a:lnTo>
                  <a:lnTo>
                    <a:pt x="327849" y="270285"/>
                  </a:lnTo>
                  <a:lnTo>
                    <a:pt x="327707" y="270294"/>
                  </a:lnTo>
                  <a:lnTo>
                    <a:pt x="327424" y="270532"/>
                  </a:lnTo>
                  <a:lnTo>
                    <a:pt x="327098" y="270562"/>
                  </a:lnTo>
                  <a:lnTo>
                    <a:pt x="326906" y="271040"/>
                  </a:lnTo>
                  <a:lnTo>
                    <a:pt x="326490" y="271310"/>
                  </a:lnTo>
                  <a:lnTo>
                    <a:pt x="326310" y="271522"/>
                  </a:lnTo>
                  <a:lnTo>
                    <a:pt x="326067" y="271694"/>
                  </a:lnTo>
                  <a:lnTo>
                    <a:pt x="325858" y="271601"/>
                  </a:lnTo>
                  <a:lnTo>
                    <a:pt x="325552" y="271527"/>
                  </a:lnTo>
                  <a:lnTo>
                    <a:pt x="325603" y="272076"/>
                  </a:lnTo>
                  <a:lnTo>
                    <a:pt x="325471" y="272637"/>
                  </a:lnTo>
                  <a:lnTo>
                    <a:pt x="325006" y="272681"/>
                  </a:lnTo>
                  <a:lnTo>
                    <a:pt x="325005" y="273254"/>
                  </a:lnTo>
                  <a:lnTo>
                    <a:pt x="324676" y="273447"/>
                  </a:lnTo>
                  <a:lnTo>
                    <a:pt x="324367" y="273324"/>
                  </a:lnTo>
                  <a:lnTo>
                    <a:pt x="324073" y="273422"/>
                  </a:lnTo>
                  <a:lnTo>
                    <a:pt x="323579" y="273563"/>
                  </a:lnTo>
                  <a:lnTo>
                    <a:pt x="323316" y="273966"/>
                  </a:lnTo>
                  <a:lnTo>
                    <a:pt x="323232" y="274171"/>
                  </a:lnTo>
                  <a:lnTo>
                    <a:pt x="322918" y="274414"/>
                  </a:lnTo>
                  <a:lnTo>
                    <a:pt x="322668" y="274584"/>
                  </a:lnTo>
                  <a:lnTo>
                    <a:pt x="322586" y="274786"/>
                  </a:lnTo>
                  <a:lnTo>
                    <a:pt x="322548" y="274936"/>
                  </a:lnTo>
                  <a:lnTo>
                    <a:pt x="322094" y="275340"/>
                  </a:lnTo>
                  <a:lnTo>
                    <a:pt x="321739" y="275732"/>
                  </a:lnTo>
                  <a:lnTo>
                    <a:pt x="321694" y="276237"/>
                  </a:lnTo>
                  <a:lnTo>
                    <a:pt x="321649" y="276389"/>
                  </a:lnTo>
                  <a:lnTo>
                    <a:pt x="321707" y="276626"/>
                  </a:lnTo>
                  <a:lnTo>
                    <a:pt x="321590" y="276847"/>
                  </a:lnTo>
                  <a:lnTo>
                    <a:pt x="321280" y="276825"/>
                  </a:lnTo>
                  <a:lnTo>
                    <a:pt x="321019" y="276931"/>
                  </a:lnTo>
                  <a:lnTo>
                    <a:pt x="320501" y="277123"/>
                  </a:lnTo>
                  <a:lnTo>
                    <a:pt x="320342" y="277211"/>
                  </a:lnTo>
                  <a:lnTo>
                    <a:pt x="320093" y="277340"/>
                  </a:lnTo>
                  <a:lnTo>
                    <a:pt x="319877" y="277340"/>
                  </a:lnTo>
                  <a:lnTo>
                    <a:pt x="319552" y="277376"/>
                  </a:lnTo>
                  <a:lnTo>
                    <a:pt x="319407" y="277382"/>
                  </a:lnTo>
                  <a:lnTo>
                    <a:pt x="319271" y="277186"/>
                  </a:lnTo>
                  <a:lnTo>
                    <a:pt x="319210" y="277054"/>
                  </a:lnTo>
                  <a:lnTo>
                    <a:pt x="318934" y="277241"/>
                  </a:lnTo>
                  <a:lnTo>
                    <a:pt x="318617" y="277230"/>
                  </a:lnTo>
                  <a:lnTo>
                    <a:pt x="318394" y="277237"/>
                  </a:lnTo>
                  <a:lnTo>
                    <a:pt x="318157" y="277276"/>
                  </a:lnTo>
                  <a:lnTo>
                    <a:pt x="317861" y="277205"/>
                  </a:lnTo>
                  <a:lnTo>
                    <a:pt x="317495" y="277436"/>
                  </a:lnTo>
                  <a:lnTo>
                    <a:pt x="317269" y="277676"/>
                  </a:lnTo>
                  <a:lnTo>
                    <a:pt x="316977" y="277565"/>
                  </a:lnTo>
                  <a:lnTo>
                    <a:pt x="316825" y="277979"/>
                  </a:lnTo>
                  <a:lnTo>
                    <a:pt x="317173" y="278516"/>
                  </a:lnTo>
                  <a:lnTo>
                    <a:pt x="317479" y="279036"/>
                  </a:lnTo>
                  <a:lnTo>
                    <a:pt x="317459" y="279660"/>
                  </a:lnTo>
                  <a:lnTo>
                    <a:pt x="317785" y="280020"/>
                  </a:lnTo>
                  <a:lnTo>
                    <a:pt x="317883" y="280586"/>
                  </a:lnTo>
                  <a:lnTo>
                    <a:pt x="318100" y="280898"/>
                  </a:lnTo>
                  <a:lnTo>
                    <a:pt x="318278" y="281230"/>
                  </a:lnTo>
                  <a:lnTo>
                    <a:pt x="318734" y="282136"/>
                  </a:lnTo>
                  <a:lnTo>
                    <a:pt x="318978" y="282487"/>
                  </a:lnTo>
                  <a:lnTo>
                    <a:pt x="319095" y="282727"/>
                  </a:lnTo>
                  <a:lnTo>
                    <a:pt x="318868" y="283150"/>
                  </a:lnTo>
                  <a:lnTo>
                    <a:pt x="318575" y="283288"/>
                  </a:lnTo>
                  <a:lnTo>
                    <a:pt x="317623" y="283818"/>
                  </a:lnTo>
                  <a:lnTo>
                    <a:pt x="317069" y="283671"/>
                  </a:lnTo>
                  <a:lnTo>
                    <a:pt x="316706" y="283721"/>
                  </a:lnTo>
                  <a:lnTo>
                    <a:pt x="316328" y="283704"/>
                  </a:lnTo>
                  <a:lnTo>
                    <a:pt x="316134" y="283642"/>
                  </a:lnTo>
                  <a:lnTo>
                    <a:pt x="315946" y="283657"/>
                  </a:lnTo>
                  <a:lnTo>
                    <a:pt x="315718" y="283717"/>
                  </a:lnTo>
                  <a:lnTo>
                    <a:pt x="315563" y="283784"/>
                  </a:lnTo>
                  <a:lnTo>
                    <a:pt x="315360" y="283944"/>
                  </a:lnTo>
                  <a:lnTo>
                    <a:pt x="315350" y="284328"/>
                  </a:lnTo>
                  <a:lnTo>
                    <a:pt x="315493" y="284437"/>
                  </a:lnTo>
                  <a:lnTo>
                    <a:pt x="315689" y="284703"/>
                  </a:lnTo>
                  <a:lnTo>
                    <a:pt x="315221" y="284949"/>
                  </a:lnTo>
                  <a:lnTo>
                    <a:pt x="314575" y="285063"/>
                  </a:lnTo>
                  <a:lnTo>
                    <a:pt x="314206" y="284650"/>
                  </a:lnTo>
                  <a:lnTo>
                    <a:pt x="314135" y="285408"/>
                  </a:lnTo>
                  <a:lnTo>
                    <a:pt x="313632" y="285583"/>
                  </a:lnTo>
                  <a:lnTo>
                    <a:pt x="313542" y="285813"/>
                  </a:lnTo>
                  <a:lnTo>
                    <a:pt x="313451" y="286118"/>
                  </a:lnTo>
                  <a:lnTo>
                    <a:pt x="313030" y="286231"/>
                  </a:lnTo>
                  <a:lnTo>
                    <a:pt x="312785" y="286269"/>
                  </a:lnTo>
                  <a:lnTo>
                    <a:pt x="312517" y="286168"/>
                  </a:lnTo>
                  <a:lnTo>
                    <a:pt x="311953" y="286060"/>
                  </a:lnTo>
                  <a:lnTo>
                    <a:pt x="311763" y="285813"/>
                  </a:lnTo>
                  <a:lnTo>
                    <a:pt x="311751" y="285643"/>
                  </a:lnTo>
                  <a:lnTo>
                    <a:pt x="311567" y="285418"/>
                  </a:lnTo>
                  <a:lnTo>
                    <a:pt x="311252" y="285358"/>
                  </a:lnTo>
                  <a:lnTo>
                    <a:pt x="311143" y="285566"/>
                  </a:lnTo>
                  <a:lnTo>
                    <a:pt x="310989" y="285883"/>
                  </a:lnTo>
                  <a:lnTo>
                    <a:pt x="310767" y="286427"/>
                  </a:lnTo>
                  <a:lnTo>
                    <a:pt x="310830" y="286672"/>
                  </a:lnTo>
                  <a:lnTo>
                    <a:pt x="310563" y="287120"/>
                  </a:lnTo>
                  <a:lnTo>
                    <a:pt x="309580" y="286585"/>
                  </a:lnTo>
                  <a:lnTo>
                    <a:pt x="309276" y="286621"/>
                  </a:lnTo>
                  <a:lnTo>
                    <a:pt x="308750" y="286839"/>
                  </a:lnTo>
                  <a:lnTo>
                    <a:pt x="308470" y="287102"/>
                  </a:lnTo>
                  <a:lnTo>
                    <a:pt x="308249" y="287512"/>
                  </a:lnTo>
                  <a:lnTo>
                    <a:pt x="308214" y="287893"/>
                  </a:lnTo>
                  <a:lnTo>
                    <a:pt x="307658" y="288007"/>
                  </a:lnTo>
                  <a:lnTo>
                    <a:pt x="307210" y="288138"/>
                  </a:lnTo>
                  <a:lnTo>
                    <a:pt x="306607" y="288773"/>
                  </a:lnTo>
                  <a:lnTo>
                    <a:pt x="306428" y="289027"/>
                  </a:lnTo>
                  <a:lnTo>
                    <a:pt x="306264" y="289441"/>
                  </a:lnTo>
                  <a:lnTo>
                    <a:pt x="306238" y="289693"/>
                  </a:lnTo>
                  <a:lnTo>
                    <a:pt x="305829" y="290279"/>
                  </a:lnTo>
                  <a:lnTo>
                    <a:pt x="305562" y="291054"/>
                  </a:lnTo>
                  <a:lnTo>
                    <a:pt x="305647" y="291381"/>
                  </a:lnTo>
                  <a:lnTo>
                    <a:pt x="305473" y="291678"/>
                  </a:lnTo>
                  <a:lnTo>
                    <a:pt x="305643" y="291997"/>
                  </a:lnTo>
                  <a:lnTo>
                    <a:pt x="306250" y="291950"/>
                  </a:lnTo>
                  <a:lnTo>
                    <a:pt x="306474" y="292117"/>
                  </a:lnTo>
                  <a:lnTo>
                    <a:pt x="306819" y="292587"/>
                  </a:lnTo>
                  <a:lnTo>
                    <a:pt x="306890" y="293065"/>
                  </a:lnTo>
                  <a:lnTo>
                    <a:pt x="306886" y="293436"/>
                  </a:lnTo>
                  <a:lnTo>
                    <a:pt x="307165" y="294421"/>
                  </a:lnTo>
                  <a:lnTo>
                    <a:pt x="307142" y="294787"/>
                  </a:lnTo>
                  <a:lnTo>
                    <a:pt x="307095" y="295239"/>
                  </a:lnTo>
                  <a:lnTo>
                    <a:pt x="306956" y="295478"/>
                  </a:lnTo>
                  <a:lnTo>
                    <a:pt x="306166" y="296360"/>
                  </a:lnTo>
                  <a:lnTo>
                    <a:pt x="305857" y="296600"/>
                  </a:lnTo>
                  <a:lnTo>
                    <a:pt x="305433" y="296993"/>
                  </a:lnTo>
                  <a:lnTo>
                    <a:pt x="304880" y="297625"/>
                  </a:lnTo>
                  <a:lnTo>
                    <a:pt x="304380" y="298160"/>
                  </a:lnTo>
                  <a:lnTo>
                    <a:pt x="304220" y="298370"/>
                  </a:lnTo>
                  <a:lnTo>
                    <a:pt x="304323" y="298643"/>
                  </a:lnTo>
                  <a:lnTo>
                    <a:pt x="304405" y="298895"/>
                  </a:lnTo>
                  <a:lnTo>
                    <a:pt x="304169" y="299330"/>
                  </a:lnTo>
                  <a:lnTo>
                    <a:pt x="304000" y="299444"/>
                  </a:lnTo>
                  <a:lnTo>
                    <a:pt x="303282" y="300102"/>
                  </a:lnTo>
                  <a:lnTo>
                    <a:pt x="303092" y="300522"/>
                  </a:lnTo>
                  <a:lnTo>
                    <a:pt x="302774" y="300879"/>
                  </a:lnTo>
                  <a:lnTo>
                    <a:pt x="302518" y="301814"/>
                  </a:lnTo>
                  <a:lnTo>
                    <a:pt x="302260" y="302154"/>
                  </a:lnTo>
                  <a:lnTo>
                    <a:pt x="302079" y="302282"/>
                  </a:lnTo>
                  <a:lnTo>
                    <a:pt x="301413" y="302763"/>
                  </a:lnTo>
                  <a:lnTo>
                    <a:pt x="300669" y="303153"/>
                  </a:lnTo>
                  <a:lnTo>
                    <a:pt x="300318" y="303412"/>
                  </a:lnTo>
                  <a:lnTo>
                    <a:pt x="300274" y="303660"/>
                  </a:lnTo>
                  <a:lnTo>
                    <a:pt x="300458" y="303955"/>
                  </a:lnTo>
                  <a:lnTo>
                    <a:pt x="300445" y="304142"/>
                  </a:lnTo>
                  <a:lnTo>
                    <a:pt x="300262" y="304496"/>
                  </a:lnTo>
                  <a:lnTo>
                    <a:pt x="300380" y="305604"/>
                  </a:lnTo>
                  <a:lnTo>
                    <a:pt x="300274" y="305840"/>
                  </a:lnTo>
                  <a:lnTo>
                    <a:pt x="300068" y="306029"/>
                  </a:lnTo>
                  <a:lnTo>
                    <a:pt x="300021" y="306173"/>
                  </a:lnTo>
                  <a:lnTo>
                    <a:pt x="300001" y="306523"/>
                  </a:lnTo>
                  <a:lnTo>
                    <a:pt x="299718" y="307004"/>
                  </a:lnTo>
                  <a:lnTo>
                    <a:pt x="299465" y="307179"/>
                  </a:lnTo>
                  <a:lnTo>
                    <a:pt x="299198" y="307754"/>
                  </a:lnTo>
                  <a:lnTo>
                    <a:pt x="299195" y="308255"/>
                  </a:lnTo>
                  <a:lnTo>
                    <a:pt x="299342" y="308490"/>
                  </a:lnTo>
                  <a:lnTo>
                    <a:pt x="299602" y="308838"/>
                  </a:lnTo>
                  <a:lnTo>
                    <a:pt x="299910" y="309121"/>
                  </a:lnTo>
                  <a:lnTo>
                    <a:pt x="300802" y="308852"/>
                  </a:lnTo>
                  <a:lnTo>
                    <a:pt x="301045" y="308601"/>
                  </a:lnTo>
                  <a:lnTo>
                    <a:pt x="301308" y="309357"/>
                  </a:lnTo>
                  <a:lnTo>
                    <a:pt x="301149" y="309822"/>
                  </a:lnTo>
                  <a:lnTo>
                    <a:pt x="300519" y="311114"/>
                  </a:lnTo>
                  <a:lnTo>
                    <a:pt x="299884" y="311478"/>
                  </a:lnTo>
                  <a:lnTo>
                    <a:pt x="299958" y="311874"/>
                  </a:lnTo>
                  <a:lnTo>
                    <a:pt x="299962" y="312238"/>
                  </a:lnTo>
                  <a:lnTo>
                    <a:pt x="300126" y="312858"/>
                  </a:lnTo>
                  <a:lnTo>
                    <a:pt x="299986" y="313174"/>
                  </a:lnTo>
                  <a:lnTo>
                    <a:pt x="299909" y="313375"/>
                  </a:lnTo>
                  <a:lnTo>
                    <a:pt x="300119" y="313859"/>
                  </a:lnTo>
                  <a:lnTo>
                    <a:pt x="300454" y="313929"/>
                  </a:lnTo>
                  <a:lnTo>
                    <a:pt x="300758" y="313900"/>
                  </a:lnTo>
                  <a:lnTo>
                    <a:pt x="301056" y="313870"/>
                  </a:lnTo>
                  <a:lnTo>
                    <a:pt x="301175" y="314022"/>
                  </a:lnTo>
                  <a:lnTo>
                    <a:pt x="301158" y="314364"/>
                  </a:lnTo>
                  <a:lnTo>
                    <a:pt x="301353" y="314608"/>
                  </a:lnTo>
                  <a:lnTo>
                    <a:pt x="301201" y="314715"/>
                  </a:lnTo>
                  <a:lnTo>
                    <a:pt x="300942" y="314773"/>
                  </a:lnTo>
                  <a:lnTo>
                    <a:pt x="300598" y="315147"/>
                  </a:lnTo>
                  <a:lnTo>
                    <a:pt x="299989" y="315508"/>
                  </a:lnTo>
                  <a:lnTo>
                    <a:pt x="300060" y="315804"/>
                  </a:lnTo>
                  <a:lnTo>
                    <a:pt x="300139" y="315943"/>
                  </a:lnTo>
                  <a:lnTo>
                    <a:pt x="300280" y="316025"/>
                  </a:lnTo>
                  <a:lnTo>
                    <a:pt x="300253" y="316387"/>
                  </a:lnTo>
                  <a:lnTo>
                    <a:pt x="300242" y="316771"/>
                  </a:lnTo>
                  <a:lnTo>
                    <a:pt x="300404" y="316969"/>
                  </a:lnTo>
                  <a:lnTo>
                    <a:pt x="300872" y="317217"/>
                  </a:lnTo>
                  <a:lnTo>
                    <a:pt x="301226" y="317194"/>
                  </a:lnTo>
                  <a:lnTo>
                    <a:pt x="301407" y="317097"/>
                  </a:lnTo>
                  <a:lnTo>
                    <a:pt x="301845" y="317025"/>
                  </a:lnTo>
                  <a:lnTo>
                    <a:pt x="302015" y="317031"/>
                  </a:lnTo>
                  <a:lnTo>
                    <a:pt x="302542" y="317237"/>
                  </a:lnTo>
                  <a:lnTo>
                    <a:pt x="302717" y="317545"/>
                  </a:lnTo>
                  <a:lnTo>
                    <a:pt x="302909" y="317894"/>
                  </a:lnTo>
                  <a:lnTo>
                    <a:pt x="303255" y="318291"/>
                  </a:lnTo>
                  <a:lnTo>
                    <a:pt x="304150" y="318078"/>
                  </a:lnTo>
                  <a:lnTo>
                    <a:pt x="304586" y="317935"/>
                  </a:lnTo>
                  <a:lnTo>
                    <a:pt x="305335" y="317428"/>
                  </a:lnTo>
                  <a:lnTo>
                    <a:pt x="305538" y="317521"/>
                  </a:lnTo>
                  <a:lnTo>
                    <a:pt x="305759" y="317544"/>
                  </a:lnTo>
                  <a:lnTo>
                    <a:pt x="305977" y="317329"/>
                  </a:lnTo>
                  <a:lnTo>
                    <a:pt x="306137" y="317074"/>
                  </a:lnTo>
                  <a:lnTo>
                    <a:pt x="306678" y="316880"/>
                  </a:lnTo>
                  <a:lnTo>
                    <a:pt x="307257" y="316809"/>
                  </a:lnTo>
                  <a:lnTo>
                    <a:pt x="308183" y="316503"/>
                  </a:lnTo>
                  <a:lnTo>
                    <a:pt x="308548" y="316373"/>
                  </a:lnTo>
                  <a:lnTo>
                    <a:pt x="309009" y="316371"/>
                  </a:lnTo>
                  <a:lnTo>
                    <a:pt x="309332" y="316620"/>
                  </a:lnTo>
                  <a:lnTo>
                    <a:pt x="309658" y="316681"/>
                  </a:lnTo>
                  <a:lnTo>
                    <a:pt x="309770" y="316345"/>
                  </a:lnTo>
                  <a:lnTo>
                    <a:pt x="309856" y="316132"/>
                  </a:lnTo>
                  <a:lnTo>
                    <a:pt x="310187" y="315989"/>
                  </a:lnTo>
                  <a:lnTo>
                    <a:pt x="310562" y="316131"/>
                  </a:lnTo>
                  <a:lnTo>
                    <a:pt x="310999" y="316432"/>
                  </a:lnTo>
                  <a:lnTo>
                    <a:pt x="311622" y="315746"/>
                  </a:lnTo>
                  <a:lnTo>
                    <a:pt x="311689" y="316438"/>
                  </a:lnTo>
                  <a:lnTo>
                    <a:pt x="311585" y="316656"/>
                  </a:lnTo>
                  <a:lnTo>
                    <a:pt x="311630" y="317058"/>
                  </a:lnTo>
                  <a:lnTo>
                    <a:pt x="311636" y="317672"/>
                  </a:lnTo>
                  <a:lnTo>
                    <a:pt x="311408" y="317916"/>
                  </a:lnTo>
                  <a:lnTo>
                    <a:pt x="311165" y="318217"/>
                  </a:lnTo>
                  <a:lnTo>
                    <a:pt x="310855" y="318718"/>
                  </a:lnTo>
                  <a:lnTo>
                    <a:pt x="310817" y="319124"/>
                  </a:lnTo>
                  <a:lnTo>
                    <a:pt x="310923" y="319908"/>
                  </a:lnTo>
                  <a:lnTo>
                    <a:pt x="311357" y="319830"/>
                  </a:lnTo>
                  <a:lnTo>
                    <a:pt x="311644" y="319910"/>
                  </a:lnTo>
                  <a:lnTo>
                    <a:pt x="311621" y="320095"/>
                  </a:lnTo>
                  <a:lnTo>
                    <a:pt x="311515" y="320470"/>
                  </a:lnTo>
                  <a:lnTo>
                    <a:pt x="311358" y="320736"/>
                  </a:lnTo>
                  <a:lnTo>
                    <a:pt x="310579" y="322372"/>
                  </a:lnTo>
                  <a:lnTo>
                    <a:pt x="310543" y="322836"/>
                  </a:lnTo>
                  <a:lnTo>
                    <a:pt x="310466" y="322994"/>
                  </a:lnTo>
                  <a:lnTo>
                    <a:pt x="310191" y="323460"/>
                  </a:lnTo>
                  <a:lnTo>
                    <a:pt x="309907" y="323809"/>
                  </a:lnTo>
                  <a:lnTo>
                    <a:pt x="309607" y="324745"/>
                  </a:lnTo>
                  <a:lnTo>
                    <a:pt x="309208" y="325783"/>
                  </a:lnTo>
                  <a:lnTo>
                    <a:pt x="308832" y="326218"/>
                  </a:lnTo>
                  <a:lnTo>
                    <a:pt x="308665" y="326252"/>
                  </a:lnTo>
                  <a:lnTo>
                    <a:pt x="308337" y="326831"/>
                  </a:lnTo>
                  <a:lnTo>
                    <a:pt x="308158" y="327141"/>
                  </a:lnTo>
                  <a:lnTo>
                    <a:pt x="307774" y="327317"/>
                  </a:lnTo>
                  <a:lnTo>
                    <a:pt x="307484" y="327844"/>
                  </a:lnTo>
                  <a:lnTo>
                    <a:pt x="307463" y="328282"/>
                  </a:lnTo>
                  <a:lnTo>
                    <a:pt x="307474" y="328546"/>
                  </a:lnTo>
                  <a:lnTo>
                    <a:pt x="307498" y="329193"/>
                  </a:lnTo>
                  <a:lnTo>
                    <a:pt x="307357" y="329544"/>
                  </a:lnTo>
                  <a:lnTo>
                    <a:pt x="307858" y="329978"/>
                  </a:lnTo>
                  <a:lnTo>
                    <a:pt x="308878" y="329612"/>
                  </a:lnTo>
                  <a:lnTo>
                    <a:pt x="308925" y="329909"/>
                  </a:lnTo>
                  <a:lnTo>
                    <a:pt x="308910" y="330243"/>
                  </a:lnTo>
                  <a:lnTo>
                    <a:pt x="309073" y="331366"/>
                  </a:lnTo>
                  <a:lnTo>
                    <a:pt x="309089" y="331507"/>
                  </a:lnTo>
                  <a:lnTo>
                    <a:pt x="309155" y="331975"/>
                  </a:lnTo>
                  <a:lnTo>
                    <a:pt x="309575" y="332061"/>
                  </a:lnTo>
                  <a:lnTo>
                    <a:pt x="310284" y="332644"/>
                  </a:lnTo>
                  <a:lnTo>
                    <a:pt x="310519" y="333037"/>
                  </a:lnTo>
                  <a:lnTo>
                    <a:pt x="310847" y="333250"/>
                  </a:lnTo>
                  <a:lnTo>
                    <a:pt x="311236" y="333293"/>
                  </a:lnTo>
                  <a:lnTo>
                    <a:pt x="311344" y="333860"/>
                  </a:lnTo>
                  <a:lnTo>
                    <a:pt x="311378" y="334052"/>
                  </a:lnTo>
                  <a:lnTo>
                    <a:pt x="311602" y="334458"/>
                  </a:lnTo>
                  <a:lnTo>
                    <a:pt x="312069" y="335165"/>
                  </a:lnTo>
                  <a:lnTo>
                    <a:pt x="312340" y="335587"/>
                  </a:lnTo>
                  <a:lnTo>
                    <a:pt x="312480" y="335771"/>
                  </a:lnTo>
                  <a:lnTo>
                    <a:pt x="312631" y="335931"/>
                  </a:lnTo>
                  <a:lnTo>
                    <a:pt x="313264" y="336120"/>
                  </a:lnTo>
                  <a:lnTo>
                    <a:pt x="313415" y="336119"/>
                  </a:lnTo>
                  <a:lnTo>
                    <a:pt x="313813" y="336097"/>
                  </a:lnTo>
                  <a:lnTo>
                    <a:pt x="313807" y="336228"/>
                  </a:lnTo>
                  <a:lnTo>
                    <a:pt x="314028" y="336640"/>
                  </a:lnTo>
                  <a:lnTo>
                    <a:pt x="313927" y="336833"/>
                  </a:lnTo>
                  <a:lnTo>
                    <a:pt x="313443" y="337216"/>
                  </a:lnTo>
                  <a:lnTo>
                    <a:pt x="313190" y="337414"/>
                  </a:lnTo>
                  <a:lnTo>
                    <a:pt x="312946" y="337882"/>
                  </a:lnTo>
                  <a:lnTo>
                    <a:pt x="312970" y="338117"/>
                  </a:lnTo>
                  <a:lnTo>
                    <a:pt x="312881" y="338576"/>
                  </a:lnTo>
                  <a:lnTo>
                    <a:pt x="312545" y="339062"/>
                  </a:lnTo>
                  <a:lnTo>
                    <a:pt x="312446" y="339241"/>
                  </a:lnTo>
                  <a:lnTo>
                    <a:pt x="312427" y="339548"/>
                  </a:lnTo>
                  <a:lnTo>
                    <a:pt x="312557" y="340812"/>
                  </a:lnTo>
                  <a:lnTo>
                    <a:pt x="312015" y="340939"/>
                  </a:lnTo>
                  <a:lnTo>
                    <a:pt x="311822" y="341042"/>
                  </a:lnTo>
                  <a:lnTo>
                    <a:pt x="311101" y="342336"/>
                  </a:lnTo>
                  <a:lnTo>
                    <a:pt x="310911" y="342720"/>
                  </a:lnTo>
                  <a:lnTo>
                    <a:pt x="310535" y="343045"/>
                  </a:lnTo>
                  <a:lnTo>
                    <a:pt x="310221" y="343426"/>
                  </a:lnTo>
                  <a:lnTo>
                    <a:pt x="310083" y="343771"/>
                  </a:lnTo>
                  <a:lnTo>
                    <a:pt x="310139" y="344042"/>
                  </a:lnTo>
                  <a:lnTo>
                    <a:pt x="310557" y="344547"/>
                  </a:lnTo>
                  <a:lnTo>
                    <a:pt x="310589" y="344692"/>
                  </a:lnTo>
                  <a:lnTo>
                    <a:pt x="310713" y="345010"/>
                  </a:lnTo>
                  <a:lnTo>
                    <a:pt x="310880" y="345400"/>
                  </a:lnTo>
                  <a:lnTo>
                    <a:pt x="310827" y="346369"/>
                  </a:lnTo>
                  <a:lnTo>
                    <a:pt x="310918" y="347268"/>
                  </a:lnTo>
                  <a:lnTo>
                    <a:pt x="310986" y="347805"/>
                  </a:lnTo>
                  <a:lnTo>
                    <a:pt x="311181" y="348333"/>
                  </a:lnTo>
                  <a:lnTo>
                    <a:pt x="311278" y="348584"/>
                  </a:lnTo>
                  <a:lnTo>
                    <a:pt x="311300" y="348979"/>
                  </a:lnTo>
                  <a:lnTo>
                    <a:pt x="311301" y="349149"/>
                  </a:lnTo>
                  <a:lnTo>
                    <a:pt x="311274" y="349938"/>
                  </a:lnTo>
                  <a:lnTo>
                    <a:pt x="311183" y="350458"/>
                  </a:lnTo>
                  <a:lnTo>
                    <a:pt x="311252" y="350682"/>
                  </a:lnTo>
                  <a:lnTo>
                    <a:pt x="311426" y="350961"/>
                  </a:lnTo>
                  <a:lnTo>
                    <a:pt x="311792" y="350703"/>
                  </a:lnTo>
                  <a:lnTo>
                    <a:pt x="312058" y="350703"/>
                  </a:lnTo>
                  <a:lnTo>
                    <a:pt x="312170" y="351476"/>
                  </a:lnTo>
                  <a:lnTo>
                    <a:pt x="312252" y="351798"/>
                  </a:lnTo>
                  <a:lnTo>
                    <a:pt x="312405" y="351849"/>
                  </a:lnTo>
                  <a:lnTo>
                    <a:pt x="312616" y="351940"/>
                  </a:lnTo>
                  <a:lnTo>
                    <a:pt x="312769" y="352005"/>
                  </a:lnTo>
                  <a:lnTo>
                    <a:pt x="312932" y="352266"/>
                  </a:lnTo>
                  <a:lnTo>
                    <a:pt x="312950" y="352394"/>
                  </a:lnTo>
                  <a:lnTo>
                    <a:pt x="313193" y="352852"/>
                  </a:lnTo>
                  <a:lnTo>
                    <a:pt x="313670" y="352821"/>
                  </a:lnTo>
                  <a:lnTo>
                    <a:pt x="314303" y="352875"/>
                  </a:lnTo>
                  <a:lnTo>
                    <a:pt x="314800" y="352826"/>
                  </a:lnTo>
                  <a:lnTo>
                    <a:pt x="315521" y="352613"/>
                  </a:lnTo>
                  <a:lnTo>
                    <a:pt x="315974" y="352859"/>
                  </a:lnTo>
                  <a:lnTo>
                    <a:pt x="316234" y="352779"/>
                  </a:lnTo>
                  <a:lnTo>
                    <a:pt x="316692" y="352713"/>
                  </a:lnTo>
                  <a:lnTo>
                    <a:pt x="317001" y="352773"/>
                  </a:lnTo>
                  <a:lnTo>
                    <a:pt x="317385" y="353130"/>
                  </a:lnTo>
                  <a:lnTo>
                    <a:pt x="317780" y="353412"/>
                  </a:lnTo>
                  <a:lnTo>
                    <a:pt x="317884" y="353668"/>
                  </a:lnTo>
                  <a:lnTo>
                    <a:pt x="317849" y="354085"/>
                  </a:lnTo>
                  <a:lnTo>
                    <a:pt x="318176" y="354166"/>
                  </a:lnTo>
                  <a:lnTo>
                    <a:pt x="318347" y="354167"/>
                  </a:lnTo>
                  <a:lnTo>
                    <a:pt x="318928" y="354470"/>
                  </a:lnTo>
                  <a:lnTo>
                    <a:pt x="319116" y="354483"/>
                  </a:lnTo>
                  <a:lnTo>
                    <a:pt x="319292" y="354466"/>
                  </a:lnTo>
                  <a:lnTo>
                    <a:pt x="319622" y="354455"/>
                  </a:lnTo>
                  <a:lnTo>
                    <a:pt x="320086" y="354689"/>
                  </a:lnTo>
                  <a:lnTo>
                    <a:pt x="320541" y="354752"/>
                  </a:lnTo>
                  <a:lnTo>
                    <a:pt x="320756" y="354641"/>
                  </a:lnTo>
                  <a:lnTo>
                    <a:pt x="321178" y="354620"/>
                  </a:lnTo>
                  <a:lnTo>
                    <a:pt x="321600" y="354662"/>
                  </a:lnTo>
                  <a:lnTo>
                    <a:pt x="321744" y="354707"/>
                  </a:lnTo>
                  <a:lnTo>
                    <a:pt x="321824" y="355057"/>
                  </a:lnTo>
                  <a:lnTo>
                    <a:pt x="321718" y="355440"/>
                  </a:lnTo>
                  <a:lnTo>
                    <a:pt x="321449" y="355798"/>
                  </a:lnTo>
                  <a:lnTo>
                    <a:pt x="321226" y="356137"/>
                  </a:lnTo>
                  <a:lnTo>
                    <a:pt x="321299" y="356352"/>
                  </a:lnTo>
                  <a:lnTo>
                    <a:pt x="321117" y="356584"/>
                  </a:lnTo>
                  <a:lnTo>
                    <a:pt x="321016" y="356758"/>
                  </a:lnTo>
                  <a:lnTo>
                    <a:pt x="320713" y="357549"/>
                  </a:lnTo>
                  <a:lnTo>
                    <a:pt x="320685" y="357824"/>
                  </a:lnTo>
                  <a:lnTo>
                    <a:pt x="320763" y="357960"/>
                  </a:lnTo>
                  <a:lnTo>
                    <a:pt x="320756" y="358211"/>
                  </a:lnTo>
                  <a:lnTo>
                    <a:pt x="320561" y="358587"/>
                  </a:lnTo>
                  <a:lnTo>
                    <a:pt x="320337" y="358843"/>
                  </a:lnTo>
                  <a:lnTo>
                    <a:pt x="320215" y="359078"/>
                  </a:lnTo>
                  <a:lnTo>
                    <a:pt x="320315" y="359332"/>
                  </a:lnTo>
                  <a:lnTo>
                    <a:pt x="320587" y="359386"/>
                  </a:lnTo>
                  <a:lnTo>
                    <a:pt x="321384" y="359420"/>
                  </a:lnTo>
                  <a:lnTo>
                    <a:pt x="321067" y="360460"/>
                  </a:lnTo>
                  <a:lnTo>
                    <a:pt x="321052" y="360625"/>
                  </a:lnTo>
                  <a:lnTo>
                    <a:pt x="320947" y="360982"/>
                  </a:lnTo>
                  <a:lnTo>
                    <a:pt x="320911" y="361115"/>
                  </a:lnTo>
                  <a:lnTo>
                    <a:pt x="320890" y="361322"/>
                  </a:lnTo>
                  <a:lnTo>
                    <a:pt x="320927" y="361457"/>
                  </a:lnTo>
                  <a:lnTo>
                    <a:pt x="320890" y="361838"/>
                  </a:lnTo>
                  <a:lnTo>
                    <a:pt x="320926" y="362732"/>
                  </a:lnTo>
                  <a:lnTo>
                    <a:pt x="320707" y="362978"/>
                  </a:lnTo>
                  <a:lnTo>
                    <a:pt x="320479" y="362949"/>
                  </a:lnTo>
                  <a:lnTo>
                    <a:pt x="320316" y="362887"/>
                  </a:lnTo>
                  <a:lnTo>
                    <a:pt x="320183" y="362741"/>
                  </a:lnTo>
                  <a:lnTo>
                    <a:pt x="319960" y="362780"/>
                  </a:lnTo>
                  <a:lnTo>
                    <a:pt x="319774" y="363084"/>
                  </a:lnTo>
                  <a:lnTo>
                    <a:pt x="319614" y="363315"/>
                  </a:lnTo>
                  <a:lnTo>
                    <a:pt x="319427" y="363536"/>
                  </a:lnTo>
                  <a:lnTo>
                    <a:pt x="319113" y="363624"/>
                  </a:lnTo>
                  <a:lnTo>
                    <a:pt x="318919" y="364052"/>
                  </a:lnTo>
                  <a:lnTo>
                    <a:pt x="318489" y="364427"/>
                  </a:lnTo>
                  <a:lnTo>
                    <a:pt x="318451" y="364556"/>
                  </a:lnTo>
                  <a:lnTo>
                    <a:pt x="318518" y="364772"/>
                  </a:lnTo>
                  <a:lnTo>
                    <a:pt x="318789" y="365250"/>
                  </a:lnTo>
                  <a:lnTo>
                    <a:pt x="318760" y="365418"/>
                  </a:lnTo>
                  <a:lnTo>
                    <a:pt x="318782" y="365612"/>
                  </a:lnTo>
                  <a:lnTo>
                    <a:pt x="318996" y="366097"/>
                  </a:lnTo>
                  <a:lnTo>
                    <a:pt x="319212" y="366357"/>
                  </a:lnTo>
                  <a:lnTo>
                    <a:pt x="319025" y="366396"/>
                  </a:lnTo>
                  <a:lnTo>
                    <a:pt x="318784" y="366618"/>
                  </a:lnTo>
                  <a:lnTo>
                    <a:pt x="318727" y="367030"/>
                  </a:lnTo>
                  <a:lnTo>
                    <a:pt x="318721" y="367353"/>
                  </a:lnTo>
                  <a:lnTo>
                    <a:pt x="318869" y="367617"/>
                  </a:lnTo>
                  <a:lnTo>
                    <a:pt x="318737" y="367717"/>
                  </a:lnTo>
                  <a:lnTo>
                    <a:pt x="318528" y="367894"/>
                  </a:lnTo>
                  <a:lnTo>
                    <a:pt x="318328" y="368169"/>
                  </a:lnTo>
                  <a:lnTo>
                    <a:pt x="318020" y="368573"/>
                  </a:lnTo>
                  <a:lnTo>
                    <a:pt x="318006" y="368905"/>
                  </a:lnTo>
                  <a:lnTo>
                    <a:pt x="318130" y="369428"/>
                  </a:lnTo>
                  <a:lnTo>
                    <a:pt x="318401" y="369706"/>
                  </a:lnTo>
                  <a:lnTo>
                    <a:pt x="317922" y="369959"/>
                  </a:lnTo>
                  <a:lnTo>
                    <a:pt x="317369" y="370296"/>
                  </a:lnTo>
                  <a:lnTo>
                    <a:pt x="317207" y="370419"/>
                  </a:lnTo>
                  <a:lnTo>
                    <a:pt x="316740" y="370612"/>
                  </a:lnTo>
                  <a:lnTo>
                    <a:pt x="316590" y="370675"/>
                  </a:lnTo>
                  <a:lnTo>
                    <a:pt x="316265" y="371069"/>
                  </a:lnTo>
                  <a:lnTo>
                    <a:pt x="316296" y="371350"/>
                  </a:lnTo>
                  <a:lnTo>
                    <a:pt x="316022" y="372443"/>
                  </a:lnTo>
                  <a:lnTo>
                    <a:pt x="315833" y="372869"/>
                  </a:lnTo>
                  <a:lnTo>
                    <a:pt x="315522" y="373048"/>
                  </a:lnTo>
                  <a:lnTo>
                    <a:pt x="315365" y="373070"/>
                  </a:lnTo>
                  <a:lnTo>
                    <a:pt x="315076" y="373192"/>
                  </a:lnTo>
                  <a:lnTo>
                    <a:pt x="314914" y="373326"/>
                  </a:lnTo>
                  <a:lnTo>
                    <a:pt x="314963" y="373738"/>
                  </a:lnTo>
                  <a:lnTo>
                    <a:pt x="315176" y="373876"/>
                  </a:lnTo>
                  <a:lnTo>
                    <a:pt x="315123" y="374373"/>
                  </a:lnTo>
                  <a:lnTo>
                    <a:pt x="314984" y="374427"/>
                  </a:lnTo>
                  <a:lnTo>
                    <a:pt x="314808" y="374674"/>
                  </a:lnTo>
                  <a:lnTo>
                    <a:pt x="314999" y="374780"/>
                  </a:lnTo>
                  <a:lnTo>
                    <a:pt x="315290" y="375117"/>
                  </a:lnTo>
                  <a:lnTo>
                    <a:pt x="315602" y="375266"/>
                  </a:lnTo>
                  <a:lnTo>
                    <a:pt x="316199" y="374852"/>
                  </a:lnTo>
                  <a:lnTo>
                    <a:pt x="316494" y="374508"/>
                  </a:lnTo>
                  <a:lnTo>
                    <a:pt x="316665" y="374477"/>
                  </a:lnTo>
                  <a:lnTo>
                    <a:pt x="316833" y="374468"/>
                  </a:lnTo>
                  <a:lnTo>
                    <a:pt x="317329" y="374062"/>
                  </a:lnTo>
                  <a:lnTo>
                    <a:pt x="317483" y="373848"/>
                  </a:lnTo>
                  <a:lnTo>
                    <a:pt x="317683" y="373716"/>
                  </a:lnTo>
                  <a:lnTo>
                    <a:pt x="317950" y="373787"/>
                  </a:lnTo>
                  <a:lnTo>
                    <a:pt x="318414" y="373824"/>
                  </a:lnTo>
                  <a:lnTo>
                    <a:pt x="318518" y="373636"/>
                  </a:lnTo>
                  <a:lnTo>
                    <a:pt x="318663" y="373474"/>
                  </a:lnTo>
                  <a:lnTo>
                    <a:pt x="318831" y="373554"/>
                  </a:lnTo>
                  <a:lnTo>
                    <a:pt x="319179" y="373849"/>
                  </a:lnTo>
                  <a:lnTo>
                    <a:pt x="319343" y="373761"/>
                  </a:lnTo>
                  <a:lnTo>
                    <a:pt x="319573" y="373836"/>
                  </a:lnTo>
                  <a:lnTo>
                    <a:pt x="319588" y="373982"/>
                  </a:lnTo>
                  <a:lnTo>
                    <a:pt x="319502" y="374278"/>
                  </a:lnTo>
                  <a:lnTo>
                    <a:pt x="319710" y="374728"/>
                  </a:lnTo>
                  <a:lnTo>
                    <a:pt x="319944" y="374410"/>
                  </a:lnTo>
                  <a:lnTo>
                    <a:pt x="320455" y="374479"/>
                  </a:lnTo>
                  <a:lnTo>
                    <a:pt x="320978" y="374323"/>
                  </a:lnTo>
                  <a:lnTo>
                    <a:pt x="321133" y="374080"/>
                  </a:lnTo>
                  <a:lnTo>
                    <a:pt x="321298" y="374033"/>
                  </a:lnTo>
                  <a:lnTo>
                    <a:pt x="321424" y="373678"/>
                  </a:lnTo>
                  <a:lnTo>
                    <a:pt x="321700" y="373420"/>
                  </a:lnTo>
                  <a:lnTo>
                    <a:pt x="321830" y="373409"/>
                  </a:lnTo>
                  <a:lnTo>
                    <a:pt x="322043" y="373309"/>
                  </a:lnTo>
                  <a:lnTo>
                    <a:pt x="322187" y="373215"/>
                  </a:lnTo>
                  <a:lnTo>
                    <a:pt x="322540" y="373115"/>
                  </a:lnTo>
                  <a:lnTo>
                    <a:pt x="323218" y="372797"/>
                  </a:lnTo>
                  <a:lnTo>
                    <a:pt x="323696" y="372719"/>
                  </a:lnTo>
                  <a:lnTo>
                    <a:pt x="323993" y="372549"/>
                  </a:lnTo>
                  <a:lnTo>
                    <a:pt x="324348" y="372393"/>
                  </a:lnTo>
                  <a:lnTo>
                    <a:pt x="324917" y="372308"/>
                  </a:lnTo>
                  <a:lnTo>
                    <a:pt x="325021" y="372591"/>
                  </a:lnTo>
                  <a:lnTo>
                    <a:pt x="325013" y="372775"/>
                  </a:lnTo>
                  <a:lnTo>
                    <a:pt x="325110" y="373031"/>
                  </a:lnTo>
                  <a:lnTo>
                    <a:pt x="325421" y="373006"/>
                  </a:lnTo>
                  <a:lnTo>
                    <a:pt x="325780" y="372920"/>
                  </a:lnTo>
                  <a:lnTo>
                    <a:pt x="326229" y="372758"/>
                  </a:lnTo>
                  <a:lnTo>
                    <a:pt x="326414" y="372777"/>
                  </a:lnTo>
                  <a:lnTo>
                    <a:pt x="326557" y="372958"/>
                  </a:lnTo>
                  <a:lnTo>
                    <a:pt x="326599" y="373127"/>
                  </a:lnTo>
                  <a:lnTo>
                    <a:pt x="326645" y="373429"/>
                  </a:lnTo>
                  <a:lnTo>
                    <a:pt x="327076" y="373782"/>
                  </a:lnTo>
                  <a:lnTo>
                    <a:pt x="326924" y="374004"/>
                  </a:lnTo>
                  <a:lnTo>
                    <a:pt x="326634" y="374221"/>
                  </a:lnTo>
                  <a:lnTo>
                    <a:pt x="326485" y="374398"/>
                  </a:lnTo>
                  <a:lnTo>
                    <a:pt x="326485" y="374595"/>
                  </a:lnTo>
                  <a:lnTo>
                    <a:pt x="326659" y="374777"/>
                  </a:lnTo>
                  <a:lnTo>
                    <a:pt x="326844" y="374899"/>
                  </a:lnTo>
                  <a:lnTo>
                    <a:pt x="326980" y="374879"/>
                  </a:lnTo>
                  <a:lnTo>
                    <a:pt x="327247" y="374936"/>
                  </a:lnTo>
                  <a:lnTo>
                    <a:pt x="327263" y="375240"/>
                  </a:lnTo>
                  <a:lnTo>
                    <a:pt x="326996" y="375288"/>
                  </a:lnTo>
                  <a:lnTo>
                    <a:pt x="326676" y="375577"/>
                  </a:lnTo>
                  <a:lnTo>
                    <a:pt x="326553" y="375713"/>
                  </a:lnTo>
                  <a:lnTo>
                    <a:pt x="326115" y="376035"/>
                  </a:lnTo>
                  <a:lnTo>
                    <a:pt x="325928" y="376124"/>
                  </a:lnTo>
                  <a:lnTo>
                    <a:pt x="325745" y="376254"/>
                  </a:lnTo>
                  <a:lnTo>
                    <a:pt x="325710" y="376396"/>
                  </a:lnTo>
                  <a:lnTo>
                    <a:pt x="325227" y="376685"/>
                  </a:lnTo>
                  <a:lnTo>
                    <a:pt x="324950" y="376700"/>
                  </a:lnTo>
                  <a:lnTo>
                    <a:pt x="324579" y="376625"/>
                  </a:lnTo>
                  <a:lnTo>
                    <a:pt x="324391" y="376636"/>
                  </a:lnTo>
                  <a:lnTo>
                    <a:pt x="324069" y="376803"/>
                  </a:lnTo>
                  <a:lnTo>
                    <a:pt x="323768" y="377012"/>
                  </a:lnTo>
                  <a:lnTo>
                    <a:pt x="323470" y="377099"/>
                  </a:lnTo>
                  <a:lnTo>
                    <a:pt x="323053" y="377301"/>
                  </a:lnTo>
                  <a:lnTo>
                    <a:pt x="322578" y="377458"/>
                  </a:lnTo>
                  <a:lnTo>
                    <a:pt x="322091" y="377636"/>
                  </a:lnTo>
                  <a:lnTo>
                    <a:pt x="321700" y="377745"/>
                  </a:lnTo>
                  <a:lnTo>
                    <a:pt x="321676" y="377879"/>
                  </a:lnTo>
                  <a:lnTo>
                    <a:pt x="321972" y="378110"/>
                  </a:lnTo>
                  <a:lnTo>
                    <a:pt x="322345" y="378468"/>
                  </a:lnTo>
                  <a:lnTo>
                    <a:pt x="322088" y="378925"/>
                  </a:lnTo>
                  <a:lnTo>
                    <a:pt x="321560" y="379164"/>
                  </a:lnTo>
                  <a:lnTo>
                    <a:pt x="321045" y="379279"/>
                  </a:lnTo>
                  <a:lnTo>
                    <a:pt x="320815" y="379323"/>
                  </a:lnTo>
                  <a:lnTo>
                    <a:pt x="320597" y="379295"/>
                  </a:lnTo>
                  <a:lnTo>
                    <a:pt x="320351" y="378988"/>
                  </a:lnTo>
                  <a:lnTo>
                    <a:pt x="319919" y="378822"/>
                  </a:lnTo>
                  <a:lnTo>
                    <a:pt x="319367" y="378791"/>
                  </a:lnTo>
                  <a:lnTo>
                    <a:pt x="319077" y="378863"/>
                  </a:lnTo>
                  <a:lnTo>
                    <a:pt x="319043" y="379039"/>
                  </a:lnTo>
                  <a:lnTo>
                    <a:pt x="318871" y="379415"/>
                  </a:lnTo>
                  <a:lnTo>
                    <a:pt x="318826" y="379593"/>
                  </a:lnTo>
                  <a:lnTo>
                    <a:pt x="318813" y="379844"/>
                  </a:lnTo>
                  <a:lnTo>
                    <a:pt x="318657" y="380063"/>
                  </a:lnTo>
                  <a:lnTo>
                    <a:pt x="318792" y="380309"/>
                  </a:lnTo>
                  <a:lnTo>
                    <a:pt x="318598" y="380656"/>
                  </a:lnTo>
                  <a:lnTo>
                    <a:pt x="318342" y="381106"/>
                  </a:lnTo>
                  <a:lnTo>
                    <a:pt x="318185" y="381199"/>
                  </a:lnTo>
                  <a:lnTo>
                    <a:pt x="317913" y="381395"/>
                  </a:lnTo>
                  <a:lnTo>
                    <a:pt x="317578" y="381821"/>
                  </a:lnTo>
                  <a:lnTo>
                    <a:pt x="317469" y="382051"/>
                  </a:lnTo>
                  <a:lnTo>
                    <a:pt x="317488" y="382227"/>
                  </a:lnTo>
                  <a:lnTo>
                    <a:pt x="317562" y="382547"/>
                  </a:lnTo>
                  <a:lnTo>
                    <a:pt x="317727" y="382584"/>
                  </a:lnTo>
                  <a:lnTo>
                    <a:pt x="317915" y="382965"/>
                  </a:lnTo>
                  <a:lnTo>
                    <a:pt x="318323" y="383045"/>
                  </a:lnTo>
                  <a:lnTo>
                    <a:pt x="318364" y="383311"/>
                  </a:lnTo>
                  <a:lnTo>
                    <a:pt x="318364" y="383511"/>
                  </a:lnTo>
                  <a:lnTo>
                    <a:pt x="318217" y="383715"/>
                  </a:lnTo>
                  <a:lnTo>
                    <a:pt x="318048" y="383761"/>
                  </a:lnTo>
                  <a:lnTo>
                    <a:pt x="318080" y="384433"/>
                  </a:lnTo>
                  <a:lnTo>
                    <a:pt x="318149" y="384570"/>
                  </a:lnTo>
                  <a:lnTo>
                    <a:pt x="318053" y="384818"/>
                  </a:lnTo>
                  <a:lnTo>
                    <a:pt x="318165" y="385118"/>
                  </a:lnTo>
                  <a:lnTo>
                    <a:pt x="318488" y="385475"/>
                  </a:lnTo>
                  <a:lnTo>
                    <a:pt x="318280" y="386018"/>
                  </a:lnTo>
                  <a:lnTo>
                    <a:pt x="318058" y="386538"/>
                  </a:lnTo>
                  <a:lnTo>
                    <a:pt x="318145" y="386696"/>
                  </a:lnTo>
                  <a:lnTo>
                    <a:pt x="318116" y="387186"/>
                  </a:lnTo>
                  <a:lnTo>
                    <a:pt x="318122" y="387314"/>
                  </a:lnTo>
                  <a:lnTo>
                    <a:pt x="318213" y="387532"/>
                  </a:lnTo>
                  <a:lnTo>
                    <a:pt x="318140" y="387934"/>
                  </a:lnTo>
                  <a:lnTo>
                    <a:pt x="317934" y="388014"/>
                  </a:lnTo>
                  <a:lnTo>
                    <a:pt x="317715" y="388432"/>
                  </a:lnTo>
                  <a:lnTo>
                    <a:pt x="317294" y="389008"/>
                  </a:lnTo>
                  <a:lnTo>
                    <a:pt x="316778" y="389435"/>
                  </a:lnTo>
                  <a:lnTo>
                    <a:pt x="316538" y="389720"/>
                  </a:lnTo>
                  <a:lnTo>
                    <a:pt x="315984" y="390529"/>
                  </a:lnTo>
                  <a:lnTo>
                    <a:pt x="315914" y="391101"/>
                  </a:lnTo>
                  <a:lnTo>
                    <a:pt x="315890" y="391615"/>
                  </a:lnTo>
                  <a:lnTo>
                    <a:pt x="315662" y="392098"/>
                  </a:lnTo>
                  <a:lnTo>
                    <a:pt x="315597" y="392249"/>
                  </a:lnTo>
                  <a:lnTo>
                    <a:pt x="315513" y="392467"/>
                  </a:lnTo>
                  <a:lnTo>
                    <a:pt x="315435" y="392692"/>
                  </a:lnTo>
                  <a:lnTo>
                    <a:pt x="315354" y="393054"/>
                  </a:lnTo>
                  <a:lnTo>
                    <a:pt x="315396" y="393319"/>
                  </a:lnTo>
                  <a:lnTo>
                    <a:pt x="315249" y="393700"/>
                  </a:lnTo>
                  <a:lnTo>
                    <a:pt x="314925" y="394190"/>
                  </a:lnTo>
                  <a:lnTo>
                    <a:pt x="314197" y="394822"/>
                  </a:lnTo>
                  <a:lnTo>
                    <a:pt x="313681" y="395206"/>
                  </a:lnTo>
                  <a:lnTo>
                    <a:pt x="313526" y="395698"/>
                  </a:lnTo>
                  <a:lnTo>
                    <a:pt x="313628" y="396285"/>
                  </a:lnTo>
                  <a:lnTo>
                    <a:pt x="313635" y="396473"/>
                  </a:lnTo>
                  <a:lnTo>
                    <a:pt x="313597" y="396779"/>
                  </a:lnTo>
                  <a:lnTo>
                    <a:pt x="313681" y="397385"/>
                  </a:lnTo>
                  <a:lnTo>
                    <a:pt x="313835" y="397553"/>
                  </a:lnTo>
                  <a:lnTo>
                    <a:pt x="314028" y="397946"/>
                  </a:lnTo>
                  <a:lnTo>
                    <a:pt x="314127" y="398170"/>
                  </a:lnTo>
                  <a:lnTo>
                    <a:pt x="314202" y="398708"/>
                  </a:lnTo>
                  <a:lnTo>
                    <a:pt x="314547" y="399143"/>
                  </a:lnTo>
                  <a:lnTo>
                    <a:pt x="314692" y="399534"/>
                  </a:lnTo>
                  <a:lnTo>
                    <a:pt x="315010" y="400613"/>
                  </a:lnTo>
                  <a:lnTo>
                    <a:pt x="314996" y="401010"/>
                  </a:lnTo>
                  <a:lnTo>
                    <a:pt x="315473" y="401640"/>
                  </a:lnTo>
                  <a:lnTo>
                    <a:pt x="315902" y="401668"/>
                  </a:lnTo>
                  <a:lnTo>
                    <a:pt x="316382" y="401864"/>
                  </a:lnTo>
                  <a:lnTo>
                    <a:pt x="316453" y="402100"/>
                  </a:lnTo>
                  <a:lnTo>
                    <a:pt x="316376" y="402271"/>
                  </a:lnTo>
                  <a:lnTo>
                    <a:pt x="316156" y="403035"/>
                  </a:lnTo>
                  <a:lnTo>
                    <a:pt x="316225" y="403374"/>
                  </a:lnTo>
                  <a:lnTo>
                    <a:pt x="316361" y="403521"/>
                  </a:lnTo>
                  <a:lnTo>
                    <a:pt x="316543" y="403600"/>
                  </a:lnTo>
                  <a:lnTo>
                    <a:pt x="316641" y="404162"/>
                  </a:lnTo>
                  <a:lnTo>
                    <a:pt x="316578" y="404875"/>
                  </a:lnTo>
                  <a:lnTo>
                    <a:pt x="316559" y="405275"/>
                  </a:lnTo>
                  <a:lnTo>
                    <a:pt x="316601" y="405449"/>
                  </a:lnTo>
                  <a:lnTo>
                    <a:pt x="316436" y="405502"/>
                  </a:lnTo>
                  <a:lnTo>
                    <a:pt x="315929" y="405525"/>
                  </a:lnTo>
                  <a:lnTo>
                    <a:pt x="315630" y="405347"/>
                  </a:lnTo>
                  <a:lnTo>
                    <a:pt x="315431" y="405673"/>
                  </a:lnTo>
                  <a:lnTo>
                    <a:pt x="315410" y="405871"/>
                  </a:lnTo>
                  <a:lnTo>
                    <a:pt x="315383" y="406076"/>
                  </a:lnTo>
                  <a:lnTo>
                    <a:pt x="315318" y="406278"/>
                  </a:lnTo>
                  <a:lnTo>
                    <a:pt x="315200" y="406514"/>
                  </a:lnTo>
                  <a:lnTo>
                    <a:pt x="315054" y="406742"/>
                  </a:lnTo>
                  <a:lnTo>
                    <a:pt x="315233" y="407512"/>
                  </a:lnTo>
                  <a:lnTo>
                    <a:pt x="315430" y="407742"/>
                  </a:lnTo>
                  <a:lnTo>
                    <a:pt x="315118" y="408211"/>
                  </a:lnTo>
                  <a:lnTo>
                    <a:pt x="314534" y="408821"/>
                  </a:lnTo>
                  <a:lnTo>
                    <a:pt x="314579" y="409321"/>
                  </a:lnTo>
                  <a:lnTo>
                    <a:pt x="314721" y="409771"/>
                  </a:lnTo>
                  <a:lnTo>
                    <a:pt x="314584" y="409878"/>
                  </a:lnTo>
                  <a:lnTo>
                    <a:pt x="314272" y="409830"/>
                  </a:lnTo>
                  <a:lnTo>
                    <a:pt x="314117" y="409713"/>
                  </a:lnTo>
                  <a:lnTo>
                    <a:pt x="313409" y="409628"/>
                  </a:lnTo>
                  <a:lnTo>
                    <a:pt x="312172" y="410083"/>
                  </a:lnTo>
                  <a:lnTo>
                    <a:pt x="312263" y="410793"/>
                  </a:lnTo>
                  <a:lnTo>
                    <a:pt x="312383" y="411232"/>
                  </a:lnTo>
                  <a:lnTo>
                    <a:pt x="311850" y="412711"/>
                  </a:lnTo>
                  <a:lnTo>
                    <a:pt x="311458" y="413193"/>
                  </a:lnTo>
                  <a:lnTo>
                    <a:pt x="310978" y="413173"/>
                  </a:lnTo>
                  <a:lnTo>
                    <a:pt x="310223" y="413524"/>
                  </a:lnTo>
                  <a:lnTo>
                    <a:pt x="310007" y="413925"/>
                  </a:lnTo>
                  <a:lnTo>
                    <a:pt x="309973" y="414123"/>
                  </a:lnTo>
                  <a:lnTo>
                    <a:pt x="309843" y="414544"/>
                  </a:lnTo>
                  <a:lnTo>
                    <a:pt x="309475" y="415133"/>
                  </a:lnTo>
                  <a:lnTo>
                    <a:pt x="309267" y="415211"/>
                  </a:lnTo>
                  <a:lnTo>
                    <a:pt x="308615" y="415216"/>
                  </a:lnTo>
                  <a:lnTo>
                    <a:pt x="307777" y="414910"/>
                  </a:lnTo>
                  <a:lnTo>
                    <a:pt x="307543" y="415042"/>
                  </a:lnTo>
                  <a:lnTo>
                    <a:pt x="307011" y="415153"/>
                  </a:lnTo>
                  <a:lnTo>
                    <a:pt x="306794" y="414921"/>
                  </a:lnTo>
                  <a:lnTo>
                    <a:pt x="307074" y="414684"/>
                  </a:lnTo>
                  <a:lnTo>
                    <a:pt x="306786" y="414186"/>
                  </a:lnTo>
                  <a:lnTo>
                    <a:pt x="306628" y="413613"/>
                  </a:lnTo>
                  <a:lnTo>
                    <a:pt x="306506" y="413431"/>
                  </a:lnTo>
                  <a:lnTo>
                    <a:pt x="306351" y="413384"/>
                  </a:lnTo>
                  <a:lnTo>
                    <a:pt x="306166" y="413519"/>
                  </a:lnTo>
                  <a:lnTo>
                    <a:pt x="305924" y="413904"/>
                  </a:lnTo>
                  <a:lnTo>
                    <a:pt x="305441" y="413742"/>
                  </a:lnTo>
                  <a:lnTo>
                    <a:pt x="305271" y="413692"/>
                  </a:lnTo>
                  <a:lnTo>
                    <a:pt x="304616" y="414047"/>
                  </a:lnTo>
                  <a:lnTo>
                    <a:pt x="304332" y="414044"/>
                  </a:lnTo>
                  <a:lnTo>
                    <a:pt x="304165" y="414021"/>
                  </a:lnTo>
                  <a:lnTo>
                    <a:pt x="303994" y="413985"/>
                  </a:lnTo>
                  <a:lnTo>
                    <a:pt x="303740" y="414106"/>
                  </a:lnTo>
                  <a:lnTo>
                    <a:pt x="303798" y="414526"/>
                  </a:lnTo>
                  <a:lnTo>
                    <a:pt x="303705" y="414667"/>
                  </a:lnTo>
                  <a:lnTo>
                    <a:pt x="303515" y="414935"/>
                  </a:lnTo>
                  <a:lnTo>
                    <a:pt x="303310" y="414790"/>
                  </a:lnTo>
                  <a:lnTo>
                    <a:pt x="303095" y="414769"/>
                  </a:lnTo>
                  <a:lnTo>
                    <a:pt x="302828" y="414795"/>
                  </a:lnTo>
                  <a:lnTo>
                    <a:pt x="302624" y="415067"/>
                  </a:lnTo>
                  <a:lnTo>
                    <a:pt x="302436" y="415211"/>
                  </a:lnTo>
                  <a:lnTo>
                    <a:pt x="302299" y="415262"/>
                  </a:lnTo>
                  <a:lnTo>
                    <a:pt x="301984" y="415140"/>
                  </a:lnTo>
                  <a:lnTo>
                    <a:pt x="301767" y="415072"/>
                  </a:lnTo>
                  <a:lnTo>
                    <a:pt x="301309" y="415107"/>
                  </a:lnTo>
                  <a:lnTo>
                    <a:pt x="301124" y="415242"/>
                  </a:lnTo>
                  <a:lnTo>
                    <a:pt x="300749" y="415232"/>
                  </a:lnTo>
                  <a:lnTo>
                    <a:pt x="300515" y="415357"/>
                  </a:lnTo>
                  <a:lnTo>
                    <a:pt x="299828" y="415736"/>
                  </a:lnTo>
                  <a:lnTo>
                    <a:pt x="299609" y="415892"/>
                  </a:lnTo>
                  <a:lnTo>
                    <a:pt x="299277" y="415878"/>
                  </a:lnTo>
                  <a:lnTo>
                    <a:pt x="299121" y="415623"/>
                  </a:lnTo>
                  <a:lnTo>
                    <a:pt x="299371" y="414774"/>
                  </a:lnTo>
                  <a:lnTo>
                    <a:pt x="299222" y="414388"/>
                  </a:lnTo>
                  <a:lnTo>
                    <a:pt x="298660" y="414193"/>
                  </a:lnTo>
                  <a:lnTo>
                    <a:pt x="298191" y="414128"/>
                  </a:lnTo>
                  <a:lnTo>
                    <a:pt x="297719" y="413446"/>
                  </a:lnTo>
                  <a:lnTo>
                    <a:pt x="297577" y="413265"/>
                  </a:lnTo>
                  <a:lnTo>
                    <a:pt x="297247" y="413332"/>
                  </a:lnTo>
                  <a:lnTo>
                    <a:pt x="297135" y="413523"/>
                  </a:lnTo>
                  <a:lnTo>
                    <a:pt x="296557" y="413877"/>
                  </a:lnTo>
                  <a:lnTo>
                    <a:pt x="296415" y="413193"/>
                  </a:lnTo>
                  <a:lnTo>
                    <a:pt x="296058" y="413064"/>
                  </a:lnTo>
                  <a:lnTo>
                    <a:pt x="295251" y="412920"/>
                  </a:lnTo>
                  <a:lnTo>
                    <a:pt x="294175" y="413161"/>
                  </a:lnTo>
                  <a:lnTo>
                    <a:pt x="293963" y="413318"/>
                  </a:lnTo>
                  <a:lnTo>
                    <a:pt x="293642" y="413702"/>
                  </a:lnTo>
                  <a:lnTo>
                    <a:pt x="293394" y="413675"/>
                  </a:lnTo>
                  <a:lnTo>
                    <a:pt x="293182" y="413491"/>
                  </a:lnTo>
                  <a:lnTo>
                    <a:pt x="292643" y="412890"/>
                  </a:lnTo>
                  <a:lnTo>
                    <a:pt x="292512" y="412001"/>
                  </a:lnTo>
                  <a:lnTo>
                    <a:pt x="292158" y="411763"/>
                  </a:lnTo>
                  <a:lnTo>
                    <a:pt x="291511" y="411771"/>
                  </a:lnTo>
                  <a:lnTo>
                    <a:pt x="290750" y="411531"/>
                  </a:lnTo>
                  <a:lnTo>
                    <a:pt x="290604" y="411564"/>
                  </a:lnTo>
                  <a:lnTo>
                    <a:pt x="290320" y="411488"/>
                  </a:lnTo>
                  <a:lnTo>
                    <a:pt x="290184" y="411145"/>
                  </a:lnTo>
                  <a:lnTo>
                    <a:pt x="290199" y="410704"/>
                  </a:lnTo>
                  <a:lnTo>
                    <a:pt x="289566" y="409861"/>
                  </a:lnTo>
                  <a:lnTo>
                    <a:pt x="288860" y="409332"/>
                  </a:lnTo>
                  <a:lnTo>
                    <a:pt x="288491" y="409244"/>
                  </a:lnTo>
                  <a:lnTo>
                    <a:pt x="288180" y="409471"/>
                  </a:lnTo>
                  <a:lnTo>
                    <a:pt x="287771" y="409615"/>
                  </a:lnTo>
                  <a:lnTo>
                    <a:pt x="287763" y="409206"/>
                  </a:lnTo>
                  <a:lnTo>
                    <a:pt x="287834" y="408828"/>
                  </a:lnTo>
                  <a:lnTo>
                    <a:pt x="287816" y="408296"/>
                  </a:lnTo>
                  <a:lnTo>
                    <a:pt x="287641" y="407320"/>
                  </a:lnTo>
                  <a:lnTo>
                    <a:pt x="287217" y="406735"/>
                  </a:lnTo>
                  <a:lnTo>
                    <a:pt x="287180" y="406379"/>
                  </a:lnTo>
                  <a:lnTo>
                    <a:pt x="287257" y="406054"/>
                  </a:lnTo>
                  <a:lnTo>
                    <a:pt x="286835" y="406089"/>
                  </a:lnTo>
                  <a:lnTo>
                    <a:pt x="286913" y="406755"/>
                  </a:lnTo>
                  <a:lnTo>
                    <a:pt x="286779" y="407071"/>
                  </a:lnTo>
                  <a:lnTo>
                    <a:pt x="286486" y="407166"/>
                  </a:lnTo>
                  <a:lnTo>
                    <a:pt x="286316" y="407037"/>
                  </a:lnTo>
                  <a:lnTo>
                    <a:pt x="286244" y="406793"/>
                  </a:lnTo>
                  <a:lnTo>
                    <a:pt x="285776" y="406841"/>
                  </a:lnTo>
                  <a:lnTo>
                    <a:pt x="285537" y="406945"/>
                  </a:lnTo>
                  <a:lnTo>
                    <a:pt x="285224" y="406565"/>
                  </a:lnTo>
                  <a:lnTo>
                    <a:pt x="284755" y="406112"/>
                  </a:lnTo>
                  <a:lnTo>
                    <a:pt x="284103" y="406365"/>
                  </a:lnTo>
                  <a:lnTo>
                    <a:pt x="283455" y="406829"/>
                  </a:lnTo>
                  <a:lnTo>
                    <a:pt x="283401" y="407065"/>
                  </a:lnTo>
                  <a:lnTo>
                    <a:pt x="283420" y="407331"/>
                  </a:lnTo>
                  <a:lnTo>
                    <a:pt x="283367" y="407503"/>
                  </a:lnTo>
                  <a:lnTo>
                    <a:pt x="282906" y="407988"/>
                  </a:lnTo>
                  <a:lnTo>
                    <a:pt x="282481" y="408050"/>
                  </a:lnTo>
                  <a:lnTo>
                    <a:pt x="282092" y="408400"/>
                  </a:lnTo>
                  <a:lnTo>
                    <a:pt x="281671" y="407720"/>
                  </a:lnTo>
                  <a:lnTo>
                    <a:pt x="281591" y="407389"/>
                  </a:lnTo>
                  <a:lnTo>
                    <a:pt x="281287" y="407265"/>
                  </a:lnTo>
                  <a:lnTo>
                    <a:pt x="281056" y="407224"/>
                  </a:lnTo>
                  <a:lnTo>
                    <a:pt x="280795" y="407312"/>
                  </a:lnTo>
                  <a:lnTo>
                    <a:pt x="280757" y="407532"/>
                  </a:lnTo>
                  <a:lnTo>
                    <a:pt x="280391" y="408187"/>
                  </a:lnTo>
                  <a:lnTo>
                    <a:pt x="280583" y="408289"/>
                  </a:lnTo>
                  <a:lnTo>
                    <a:pt x="280763" y="408186"/>
                  </a:lnTo>
                  <a:lnTo>
                    <a:pt x="280920" y="408444"/>
                  </a:lnTo>
                  <a:lnTo>
                    <a:pt x="280775" y="408471"/>
                  </a:lnTo>
                  <a:lnTo>
                    <a:pt x="280420" y="408505"/>
                  </a:lnTo>
                  <a:lnTo>
                    <a:pt x="279899" y="408633"/>
                  </a:lnTo>
                  <a:lnTo>
                    <a:pt x="279648" y="408936"/>
                  </a:lnTo>
                  <a:lnTo>
                    <a:pt x="279474" y="409595"/>
                  </a:lnTo>
                  <a:lnTo>
                    <a:pt x="279789" y="409902"/>
                  </a:lnTo>
                  <a:lnTo>
                    <a:pt x="279992" y="410407"/>
                  </a:lnTo>
                  <a:lnTo>
                    <a:pt x="280055" y="410653"/>
                  </a:lnTo>
                  <a:lnTo>
                    <a:pt x="279932" y="411091"/>
                  </a:lnTo>
                  <a:lnTo>
                    <a:pt x="279607" y="411025"/>
                  </a:lnTo>
                  <a:lnTo>
                    <a:pt x="279182" y="410701"/>
                  </a:lnTo>
                  <a:lnTo>
                    <a:pt x="278739" y="410761"/>
                  </a:lnTo>
                  <a:lnTo>
                    <a:pt x="278307" y="410987"/>
                  </a:lnTo>
                  <a:lnTo>
                    <a:pt x="278412" y="411122"/>
                  </a:lnTo>
                  <a:lnTo>
                    <a:pt x="278291" y="411848"/>
                  </a:lnTo>
                  <a:lnTo>
                    <a:pt x="277713" y="412618"/>
                  </a:lnTo>
                  <a:lnTo>
                    <a:pt x="277523" y="412629"/>
                  </a:lnTo>
                  <a:lnTo>
                    <a:pt x="277308" y="412608"/>
                  </a:lnTo>
                  <a:lnTo>
                    <a:pt x="276879" y="412840"/>
                  </a:lnTo>
                  <a:lnTo>
                    <a:pt x="276172" y="413395"/>
                  </a:lnTo>
                  <a:lnTo>
                    <a:pt x="275928" y="413427"/>
                  </a:lnTo>
                  <a:lnTo>
                    <a:pt x="275848" y="413641"/>
                  </a:lnTo>
                  <a:lnTo>
                    <a:pt x="275427" y="414338"/>
                  </a:lnTo>
                  <a:lnTo>
                    <a:pt x="275274" y="414382"/>
                  </a:lnTo>
                  <a:lnTo>
                    <a:pt x="274588" y="414181"/>
                  </a:lnTo>
                  <a:lnTo>
                    <a:pt x="274305" y="414216"/>
                  </a:lnTo>
                  <a:lnTo>
                    <a:pt x="274161" y="414201"/>
                  </a:lnTo>
                  <a:lnTo>
                    <a:pt x="273772" y="413949"/>
                  </a:lnTo>
                  <a:lnTo>
                    <a:pt x="273201" y="414057"/>
                  </a:lnTo>
                  <a:lnTo>
                    <a:pt x="273063" y="414124"/>
                  </a:lnTo>
                  <a:lnTo>
                    <a:pt x="273038" y="414349"/>
                  </a:lnTo>
                  <a:lnTo>
                    <a:pt x="272816" y="414712"/>
                  </a:lnTo>
                  <a:lnTo>
                    <a:pt x="272683" y="414690"/>
                  </a:lnTo>
                  <a:lnTo>
                    <a:pt x="272276" y="414833"/>
                  </a:lnTo>
                  <a:lnTo>
                    <a:pt x="271549" y="415483"/>
                  </a:lnTo>
                  <a:lnTo>
                    <a:pt x="271361" y="416671"/>
                  </a:lnTo>
                  <a:lnTo>
                    <a:pt x="271130" y="416754"/>
                  </a:lnTo>
                  <a:lnTo>
                    <a:pt x="270605" y="416552"/>
                  </a:lnTo>
                  <a:lnTo>
                    <a:pt x="270287" y="416142"/>
                  </a:lnTo>
                  <a:lnTo>
                    <a:pt x="270169" y="415733"/>
                  </a:lnTo>
                  <a:lnTo>
                    <a:pt x="270126" y="415483"/>
                  </a:lnTo>
                  <a:lnTo>
                    <a:pt x="269837" y="414622"/>
                  </a:lnTo>
                  <a:lnTo>
                    <a:pt x="269150" y="415135"/>
                  </a:lnTo>
                  <a:lnTo>
                    <a:pt x="268913" y="415285"/>
                  </a:lnTo>
                  <a:lnTo>
                    <a:pt x="268391" y="414881"/>
                  </a:lnTo>
                  <a:lnTo>
                    <a:pt x="268102" y="414870"/>
                  </a:lnTo>
                  <a:lnTo>
                    <a:pt x="268115" y="415039"/>
                  </a:lnTo>
                  <a:lnTo>
                    <a:pt x="268215" y="415326"/>
                  </a:lnTo>
                  <a:lnTo>
                    <a:pt x="268399" y="415591"/>
                  </a:lnTo>
                  <a:lnTo>
                    <a:pt x="268283" y="416141"/>
                  </a:lnTo>
                  <a:lnTo>
                    <a:pt x="268383" y="416871"/>
                  </a:lnTo>
                  <a:lnTo>
                    <a:pt x="268579" y="417360"/>
                  </a:lnTo>
                  <a:lnTo>
                    <a:pt x="268659" y="417543"/>
                  </a:lnTo>
                  <a:lnTo>
                    <a:pt x="268859" y="417793"/>
                  </a:lnTo>
                  <a:lnTo>
                    <a:pt x="268829" y="418322"/>
                  </a:lnTo>
                  <a:lnTo>
                    <a:pt x="268704" y="418747"/>
                  </a:lnTo>
                  <a:lnTo>
                    <a:pt x="268833" y="419070"/>
                  </a:lnTo>
                  <a:lnTo>
                    <a:pt x="269080" y="419128"/>
                  </a:lnTo>
                  <a:lnTo>
                    <a:pt x="269456" y="419099"/>
                  </a:lnTo>
                  <a:lnTo>
                    <a:pt x="269844" y="419212"/>
                  </a:lnTo>
                  <a:lnTo>
                    <a:pt x="269937" y="419355"/>
                  </a:lnTo>
                  <a:lnTo>
                    <a:pt x="270656" y="419226"/>
                  </a:lnTo>
                  <a:lnTo>
                    <a:pt x="271147" y="419082"/>
                  </a:lnTo>
                  <a:lnTo>
                    <a:pt x="271278" y="419264"/>
                  </a:lnTo>
                  <a:lnTo>
                    <a:pt x="271638" y="418956"/>
                  </a:lnTo>
                  <a:lnTo>
                    <a:pt x="272074" y="419044"/>
                  </a:lnTo>
                  <a:lnTo>
                    <a:pt x="272441" y="418874"/>
                  </a:lnTo>
                  <a:lnTo>
                    <a:pt x="272857" y="418928"/>
                  </a:lnTo>
                  <a:lnTo>
                    <a:pt x="273425" y="419164"/>
                  </a:lnTo>
                  <a:lnTo>
                    <a:pt x="273806" y="419183"/>
                  </a:lnTo>
                  <a:lnTo>
                    <a:pt x="274218" y="419209"/>
                  </a:lnTo>
                  <a:lnTo>
                    <a:pt x="274329" y="419628"/>
                  </a:lnTo>
                  <a:lnTo>
                    <a:pt x="274452" y="419770"/>
                  </a:lnTo>
                  <a:lnTo>
                    <a:pt x="274706" y="419933"/>
                  </a:lnTo>
                  <a:lnTo>
                    <a:pt x="274915" y="420060"/>
                  </a:lnTo>
                  <a:lnTo>
                    <a:pt x="274918" y="420198"/>
                  </a:lnTo>
                  <a:lnTo>
                    <a:pt x="275080" y="420764"/>
                  </a:lnTo>
                  <a:lnTo>
                    <a:pt x="275245" y="421020"/>
                  </a:lnTo>
                  <a:lnTo>
                    <a:pt x="275643" y="420889"/>
                  </a:lnTo>
                  <a:lnTo>
                    <a:pt x="275942" y="421149"/>
                  </a:lnTo>
                  <a:lnTo>
                    <a:pt x="275896" y="421575"/>
                  </a:lnTo>
                  <a:lnTo>
                    <a:pt x="275679" y="421856"/>
                  </a:lnTo>
                  <a:lnTo>
                    <a:pt x="275537" y="421889"/>
                  </a:lnTo>
                  <a:lnTo>
                    <a:pt x="275156" y="421966"/>
                  </a:lnTo>
                  <a:lnTo>
                    <a:pt x="274859" y="421937"/>
                  </a:lnTo>
                  <a:lnTo>
                    <a:pt x="274068" y="422530"/>
                  </a:lnTo>
                  <a:lnTo>
                    <a:pt x="273708" y="422772"/>
                  </a:lnTo>
                  <a:lnTo>
                    <a:pt x="273253" y="423068"/>
                  </a:lnTo>
                  <a:lnTo>
                    <a:pt x="273175" y="423329"/>
                  </a:lnTo>
                  <a:lnTo>
                    <a:pt x="272962" y="424207"/>
                  </a:lnTo>
                  <a:lnTo>
                    <a:pt x="273141" y="424560"/>
                  </a:lnTo>
                  <a:lnTo>
                    <a:pt x="273343" y="424809"/>
                  </a:lnTo>
                  <a:lnTo>
                    <a:pt x="273567" y="425039"/>
                  </a:lnTo>
                  <a:lnTo>
                    <a:pt x="273925" y="425439"/>
                  </a:lnTo>
                  <a:lnTo>
                    <a:pt x="274841" y="426934"/>
                  </a:lnTo>
                  <a:lnTo>
                    <a:pt x="274989" y="426973"/>
                  </a:lnTo>
                  <a:lnTo>
                    <a:pt x="275113" y="427162"/>
                  </a:lnTo>
                  <a:lnTo>
                    <a:pt x="274954" y="427274"/>
                  </a:lnTo>
                  <a:lnTo>
                    <a:pt x="274529" y="427696"/>
                  </a:lnTo>
                  <a:lnTo>
                    <a:pt x="274423" y="427913"/>
                  </a:lnTo>
                  <a:lnTo>
                    <a:pt x="274554" y="428280"/>
                  </a:lnTo>
                  <a:lnTo>
                    <a:pt x="274323" y="428749"/>
                  </a:lnTo>
                  <a:lnTo>
                    <a:pt x="273958" y="428891"/>
                  </a:lnTo>
                  <a:lnTo>
                    <a:pt x="273864" y="429021"/>
                  </a:lnTo>
                  <a:lnTo>
                    <a:pt x="273537" y="429489"/>
                  </a:lnTo>
                  <a:lnTo>
                    <a:pt x="273858" y="430095"/>
                  </a:lnTo>
                  <a:lnTo>
                    <a:pt x="274142" y="430363"/>
                  </a:lnTo>
                  <a:lnTo>
                    <a:pt x="273826" y="431032"/>
                  </a:lnTo>
                  <a:lnTo>
                    <a:pt x="274144" y="431351"/>
                  </a:lnTo>
                  <a:lnTo>
                    <a:pt x="274848" y="432088"/>
                  </a:lnTo>
                  <a:lnTo>
                    <a:pt x="274836" y="432392"/>
                  </a:lnTo>
                  <a:lnTo>
                    <a:pt x="274763" y="433005"/>
                  </a:lnTo>
                  <a:lnTo>
                    <a:pt x="274542" y="433205"/>
                  </a:lnTo>
                  <a:lnTo>
                    <a:pt x="274912" y="433737"/>
                  </a:lnTo>
                  <a:lnTo>
                    <a:pt x="274534" y="433900"/>
                  </a:lnTo>
                  <a:lnTo>
                    <a:pt x="274376" y="433926"/>
                  </a:lnTo>
                  <a:lnTo>
                    <a:pt x="274174" y="434009"/>
                  </a:lnTo>
                  <a:lnTo>
                    <a:pt x="274042" y="434237"/>
                  </a:lnTo>
                  <a:lnTo>
                    <a:pt x="274238" y="434429"/>
                  </a:lnTo>
                  <a:lnTo>
                    <a:pt x="274045" y="434683"/>
                  </a:lnTo>
                  <a:lnTo>
                    <a:pt x="273963" y="434825"/>
                  </a:lnTo>
                  <a:lnTo>
                    <a:pt x="273563" y="434892"/>
                  </a:lnTo>
                  <a:lnTo>
                    <a:pt x="273028" y="435062"/>
                  </a:lnTo>
                  <a:lnTo>
                    <a:pt x="272593" y="434820"/>
                  </a:lnTo>
                  <a:lnTo>
                    <a:pt x="272311" y="434978"/>
                  </a:lnTo>
                  <a:lnTo>
                    <a:pt x="272063" y="435153"/>
                  </a:lnTo>
                  <a:lnTo>
                    <a:pt x="271636" y="434944"/>
                  </a:lnTo>
                  <a:lnTo>
                    <a:pt x="271408" y="434903"/>
                  </a:lnTo>
                  <a:lnTo>
                    <a:pt x="270486" y="434990"/>
                  </a:lnTo>
                  <a:lnTo>
                    <a:pt x="269481" y="435364"/>
                  </a:lnTo>
                  <a:lnTo>
                    <a:pt x="269113" y="435912"/>
                  </a:lnTo>
                  <a:lnTo>
                    <a:pt x="269014" y="436099"/>
                  </a:lnTo>
                  <a:lnTo>
                    <a:pt x="268527" y="436119"/>
                  </a:lnTo>
                  <a:lnTo>
                    <a:pt x="267800" y="436077"/>
                  </a:lnTo>
                  <a:lnTo>
                    <a:pt x="267449" y="436248"/>
                  </a:lnTo>
                  <a:lnTo>
                    <a:pt x="267100" y="436271"/>
                  </a:lnTo>
                  <a:lnTo>
                    <a:pt x="266748" y="436187"/>
                  </a:lnTo>
                  <a:lnTo>
                    <a:pt x="265968" y="436412"/>
                  </a:lnTo>
                  <a:lnTo>
                    <a:pt x="265608" y="436418"/>
                  </a:lnTo>
                  <a:lnTo>
                    <a:pt x="265116" y="436178"/>
                  </a:lnTo>
                  <a:lnTo>
                    <a:pt x="265020" y="436038"/>
                  </a:lnTo>
                  <a:lnTo>
                    <a:pt x="265218" y="435745"/>
                  </a:lnTo>
                  <a:lnTo>
                    <a:pt x="265337" y="435353"/>
                  </a:lnTo>
                  <a:lnTo>
                    <a:pt x="265280" y="435053"/>
                  </a:lnTo>
                  <a:lnTo>
                    <a:pt x="265204" y="434646"/>
                  </a:lnTo>
                  <a:lnTo>
                    <a:pt x="265258" y="433940"/>
                  </a:lnTo>
                  <a:lnTo>
                    <a:pt x="265064" y="433626"/>
                  </a:lnTo>
                  <a:lnTo>
                    <a:pt x="264778" y="433509"/>
                  </a:lnTo>
                  <a:lnTo>
                    <a:pt x="263859" y="433275"/>
                  </a:lnTo>
                  <a:lnTo>
                    <a:pt x="263430" y="433012"/>
                  </a:lnTo>
                  <a:lnTo>
                    <a:pt x="263510" y="432100"/>
                  </a:lnTo>
                  <a:lnTo>
                    <a:pt x="263520" y="431828"/>
                  </a:lnTo>
                  <a:lnTo>
                    <a:pt x="263460" y="431439"/>
                  </a:lnTo>
                  <a:lnTo>
                    <a:pt x="263402" y="431195"/>
                  </a:lnTo>
                  <a:lnTo>
                    <a:pt x="263037" y="430823"/>
                  </a:lnTo>
                  <a:lnTo>
                    <a:pt x="262637" y="430655"/>
                  </a:lnTo>
                  <a:lnTo>
                    <a:pt x="262342" y="430033"/>
                  </a:lnTo>
                  <a:lnTo>
                    <a:pt x="262282" y="429874"/>
                  </a:lnTo>
                  <a:lnTo>
                    <a:pt x="262327" y="429164"/>
                  </a:lnTo>
                  <a:lnTo>
                    <a:pt x="262601" y="428759"/>
                  </a:lnTo>
                  <a:lnTo>
                    <a:pt x="262280" y="427455"/>
                  </a:lnTo>
                  <a:lnTo>
                    <a:pt x="262007" y="427072"/>
                  </a:lnTo>
                  <a:lnTo>
                    <a:pt x="261452" y="426499"/>
                  </a:lnTo>
                  <a:lnTo>
                    <a:pt x="261030" y="426026"/>
                  </a:lnTo>
                  <a:lnTo>
                    <a:pt x="260490" y="425643"/>
                  </a:lnTo>
                  <a:lnTo>
                    <a:pt x="259764" y="424627"/>
                  </a:lnTo>
                  <a:lnTo>
                    <a:pt x="259093" y="424378"/>
                  </a:lnTo>
                  <a:lnTo>
                    <a:pt x="258963" y="424351"/>
                  </a:lnTo>
                  <a:lnTo>
                    <a:pt x="258603" y="424299"/>
                  </a:lnTo>
                  <a:lnTo>
                    <a:pt x="258214" y="424603"/>
                  </a:lnTo>
                  <a:lnTo>
                    <a:pt x="257285" y="424985"/>
                  </a:lnTo>
                  <a:lnTo>
                    <a:pt x="255849" y="425137"/>
                  </a:lnTo>
                  <a:lnTo>
                    <a:pt x="255712" y="425140"/>
                  </a:lnTo>
                  <a:lnTo>
                    <a:pt x="255351" y="425082"/>
                  </a:lnTo>
                  <a:lnTo>
                    <a:pt x="255331" y="424872"/>
                  </a:lnTo>
                  <a:lnTo>
                    <a:pt x="254716" y="424584"/>
                  </a:lnTo>
                  <a:lnTo>
                    <a:pt x="253868" y="424449"/>
                  </a:lnTo>
                  <a:lnTo>
                    <a:pt x="253087" y="424443"/>
                  </a:lnTo>
                  <a:lnTo>
                    <a:pt x="252986" y="424245"/>
                  </a:lnTo>
                  <a:lnTo>
                    <a:pt x="252932" y="424004"/>
                  </a:lnTo>
                  <a:lnTo>
                    <a:pt x="251962" y="423783"/>
                  </a:lnTo>
                  <a:lnTo>
                    <a:pt x="251661" y="423882"/>
                  </a:lnTo>
                  <a:lnTo>
                    <a:pt x="251357" y="423803"/>
                  </a:lnTo>
                  <a:lnTo>
                    <a:pt x="251069" y="423434"/>
                  </a:lnTo>
                  <a:lnTo>
                    <a:pt x="251132" y="422994"/>
                  </a:lnTo>
                  <a:lnTo>
                    <a:pt x="251192" y="422661"/>
                  </a:lnTo>
                  <a:lnTo>
                    <a:pt x="251063" y="422476"/>
                  </a:lnTo>
                  <a:lnTo>
                    <a:pt x="250862" y="422227"/>
                  </a:lnTo>
                  <a:lnTo>
                    <a:pt x="250577" y="422066"/>
                  </a:lnTo>
                  <a:lnTo>
                    <a:pt x="250148" y="422489"/>
                  </a:lnTo>
                  <a:lnTo>
                    <a:pt x="250122" y="422926"/>
                  </a:lnTo>
                  <a:lnTo>
                    <a:pt x="250051" y="423155"/>
                  </a:lnTo>
                  <a:lnTo>
                    <a:pt x="249843" y="423693"/>
                  </a:lnTo>
                  <a:lnTo>
                    <a:pt x="249509" y="424130"/>
                  </a:lnTo>
                  <a:lnTo>
                    <a:pt x="249284" y="424371"/>
                  </a:lnTo>
                  <a:lnTo>
                    <a:pt x="248862" y="424330"/>
                  </a:lnTo>
                  <a:lnTo>
                    <a:pt x="248464" y="424037"/>
                  </a:lnTo>
                  <a:lnTo>
                    <a:pt x="248268" y="423673"/>
                  </a:lnTo>
                  <a:lnTo>
                    <a:pt x="248360" y="423470"/>
                  </a:lnTo>
                  <a:lnTo>
                    <a:pt x="248378" y="423223"/>
                  </a:lnTo>
                  <a:lnTo>
                    <a:pt x="248157" y="422888"/>
                  </a:lnTo>
                  <a:lnTo>
                    <a:pt x="247710" y="422556"/>
                  </a:lnTo>
                  <a:lnTo>
                    <a:pt x="247571" y="422321"/>
                  </a:lnTo>
                  <a:lnTo>
                    <a:pt x="247345" y="421894"/>
                  </a:lnTo>
                  <a:lnTo>
                    <a:pt x="247192" y="421774"/>
                  </a:lnTo>
                  <a:lnTo>
                    <a:pt x="246984" y="421910"/>
                  </a:lnTo>
                  <a:lnTo>
                    <a:pt x="246545" y="422149"/>
                  </a:lnTo>
                  <a:lnTo>
                    <a:pt x="246463" y="422362"/>
                  </a:lnTo>
                  <a:lnTo>
                    <a:pt x="245876" y="422625"/>
                  </a:lnTo>
                  <a:lnTo>
                    <a:pt x="245522" y="422665"/>
                  </a:lnTo>
                  <a:lnTo>
                    <a:pt x="245114" y="422626"/>
                  </a:lnTo>
                  <a:lnTo>
                    <a:pt x="244946" y="422859"/>
                  </a:lnTo>
                  <a:lnTo>
                    <a:pt x="244560" y="423522"/>
                  </a:lnTo>
                  <a:lnTo>
                    <a:pt x="243781" y="423207"/>
                  </a:lnTo>
                  <a:lnTo>
                    <a:pt x="243549" y="423139"/>
                  </a:lnTo>
                  <a:lnTo>
                    <a:pt x="243314" y="423194"/>
                  </a:lnTo>
                  <a:lnTo>
                    <a:pt x="242678" y="423299"/>
                  </a:lnTo>
                  <a:lnTo>
                    <a:pt x="242634" y="422740"/>
                  </a:lnTo>
                  <a:lnTo>
                    <a:pt x="242263" y="422118"/>
                  </a:lnTo>
                  <a:lnTo>
                    <a:pt x="241589" y="422016"/>
                  </a:lnTo>
                  <a:lnTo>
                    <a:pt x="241041" y="422204"/>
                  </a:lnTo>
                  <a:lnTo>
                    <a:pt x="240048" y="422051"/>
                  </a:lnTo>
                  <a:lnTo>
                    <a:pt x="239617" y="422325"/>
                  </a:lnTo>
                  <a:lnTo>
                    <a:pt x="239694" y="423090"/>
                  </a:lnTo>
                  <a:lnTo>
                    <a:pt x="239405" y="423400"/>
                  </a:lnTo>
                  <a:lnTo>
                    <a:pt x="239299" y="424024"/>
                  </a:lnTo>
                  <a:lnTo>
                    <a:pt x="239159" y="424614"/>
                  </a:lnTo>
                  <a:lnTo>
                    <a:pt x="239021" y="425047"/>
                  </a:lnTo>
                  <a:lnTo>
                    <a:pt x="238672" y="426503"/>
                  </a:lnTo>
                  <a:lnTo>
                    <a:pt x="238478" y="427578"/>
                  </a:lnTo>
                  <a:lnTo>
                    <a:pt x="238198" y="428263"/>
                  </a:lnTo>
                  <a:lnTo>
                    <a:pt x="238239" y="428530"/>
                  </a:lnTo>
                  <a:lnTo>
                    <a:pt x="238078" y="429396"/>
                  </a:lnTo>
                  <a:lnTo>
                    <a:pt x="238251" y="429896"/>
                  </a:lnTo>
                  <a:lnTo>
                    <a:pt x="238133" y="430111"/>
                  </a:lnTo>
                  <a:lnTo>
                    <a:pt x="237862" y="430599"/>
                  </a:lnTo>
                  <a:lnTo>
                    <a:pt x="237381" y="431315"/>
                  </a:lnTo>
                  <a:lnTo>
                    <a:pt x="236876" y="431723"/>
                  </a:lnTo>
                  <a:lnTo>
                    <a:pt x="236903" y="432680"/>
                  </a:lnTo>
                  <a:lnTo>
                    <a:pt x="237001" y="433230"/>
                  </a:lnTo>
                  <a:lnTo>
                    <a:pt x="237179" y="433458"/>
                  </a:lnTo>
                  <a:lnTo>
                    <a:pt x="237632" y="433677"/>
                  </a:lnTo>
                  <a:lnTo>
                    <a:pt x="237765" y="434137"/>
                  </a:lnTo>
                  <a:lnTo>
                    <a:pt x="238097" y="434311"/>
                  </a:lnTo>
                  <a:lnTo>
                    <a:pt x="238604" y="434468"/>
                  </a:lnTo>
                  <a:lnTo>
                    <a:pt x="239037" y="434540"/>
                  </a:lnTo>
                  <a:lnTo>
                    <a:pt x="239196" y="434683"/>
                  </a:lnTo>
                  <a:lnTo>
                    <a:pt x="239072" y="435431"/>
                  </a:lnTo>
                  <a:lnTo>
                    <a:pt x="239005" y="435784"/>
                  </a:lnTo>
                  <a:lnTo>
                    <a:pt x="238945" y="435923"/>
                  </a:lnTo>
                  <a:lnTo>
                    <a:pt x="238850" y="436211"/>
                  </a:lnTo>
                  <a:lnTo>
                    <a:pt x="238768" y="436700"/>
                  </a:lnTo>
                  <a:lnTo>
                    <a:pt x="238786" y="437319"/>
                  </a:lnTo>
                  <a:lnTo>
                    <a:pt x="239000" y="437777"/>
                  </a:lnTo>
                  <a:lnTo>
                    <a:pt x="238712" y="438405"/>
                  </a:lnTo>
                  <a:lnTo>
                    <a:pt x="238637" y="438633"/>
                  </a:lnTo>
                  <a:lnTo>
                    <a:pt x="238269" y="439037"/>
                  </a:lnTo>
                  <a:lnTo>
                    <a:pt x="237690" y="438647"/>
                  </a:lnTo>
                  <a:lnTo>
                    <a:pt x="237184" y="438776"/>
                  </a:lnTo>
                  <a:lnTo>
                    <a:pt x="236832" y="439124"/>
                  </a:lnTo>
                  <a:lnTo>
                    <a:pt x="236614" y="439308"/>
                  </a:lnTo>
                  <a:lnTo>
                    <a:pt x="236229" y="439487"/>
                  </a:lnTo>
                  <a:lnTo>
                    <a:pt x="235843" y="439994"/>
                  </a:lnTo>
                  <a:lnTo>
                    <a:pt x="234805" y="440667"/>
                  </a:lnTo>
                  <a:lnTo>
                    <a:pt x="234589" y="440729"/>
                  </a:lnTo>
                  <a:lnTo>
                    <a:pt x="234186" y="441020"/>
                  </a:lnTo>
                  <a:lnTo>
                    <a:pt x="233700" y="441816"/>
                  </a:lnTo>
                  <a:lnTo>
                    <a:pt x="233489" y="441855"/>
                  </a:lnTo>
                  <a:lnTo>
                    <a:pt x="233255" y="442035"/>
                  </a:lnTo>
                  <a:lnTo>
                    <a:pt x="233178" y="442211"/>
                  </a:lnTo>
                  <a:lnTo>
                    <a:pt x="233166" y="442605"/>
                  </a:lnTo>
                  <a:lnTo>
                    <a:pt x="233201" y="442970"/>
                  </a:lnTo>
                  <a:lnTo>
                    <a:pt x="232982" y="443586"/>
                  </a:lnTo>
                  <a:lnTo>
                    <a:pt x="232689" y="443721"/>
                  </a:lnTo>
                  <a:lnTo>
                    <a:pt x="232307" y="443452"/>
                  </a:lnTo>
                  <a:lnTo>
                    <a:pt x="231756" y="442811"/>
                  </a:lnTo>
                  <a:lnTo>
                    <a:pt x="231010" y="442535"/>
                  </a:lnTo>
                  <a:lnTo>
                    <a:pt x="230671" y="442642"/>
                  </a:lnTo>
                  <a:lnTo>
                    <a:pt x="230055" y="442103"/>
                  </a:lnTo>
                  <a:lnTo>
                    <a:pt x="229415" y="442547"/>
                  </a:lnTo>
                  <a:lnTo>
                    <a:pt x="229188" y="442708"/>
                  </a:lnTo>
                  <a:lnTo>
                    <a:pt x="228918" y="442719"/>
                  </a:lnTo>
                  <a:lnTo>
                    <a:pt x="228533" y="442519"/>
                  </a:lnTo>
                  <a:lnTo>
                    <a:pt x="228299" y="442345"/>
                  </a:lnTo>
                  <a:lnTo>
                    <a:pt x="227018" y="442629"/>
                  </a:lnTo>
                  <a:lnTo>
                    <a:pt x="226678" y="442960"/>
                  </a:lnTo>
                  <a:lnTo>
                    <a:pt x="226521" y="442992"/>
                  </a:lnTo>
                  <a:lnTo>
                    <a:pt x="226468" y="442721"/>
                  </a:lnTo>
                  <a:lnTo>
                    <a:pt x="226286" y="442431"/>
                  </a:lnTo>
                  <a:lnTo>
                    <a:pt x="226214" y="442145"/>
                  </a:lnTo>
                  <a:lnTo>
                    <a:pt x="226095" y="441876"/>
                  </a:lnTo>
                  <a:lnTo>
                    <a:pt x="225277" y="441904"/>
                  </a:lnTo>
                  <a:lnTo>
                    <a:pt x="225226" y="441749"/>
                  </a:lnTo>
                  <a:lnTo>
                    <a:pt x="224768" y="441744"/>
                  </a:lnTo>
                  <a:lnTo>
                    <a:pt x="224073" y="442005"/>
                  </a:lnTo>
                  <a:lnTo>
                    <a:pt x="223922" y="442002"/>
                  </a:lnTo>
                  <a:lnTo>
                    <a:pt x="223575" y="441982"/>
                  </a:lnTo>
                  <a:lnTo>
                    <a:pt x="223443" y="441924"/>
                  </a:lnTo>
                  <a:lnTo>
                    <a:pt x="222665" y="441286"/>
                  </a:lnTo>
                  <a:lnTo>
                    <a:pt x="222519" y="441023"/>
                  </a:lnTo>
                  <a:lnTo>
                    <a:pt x="221954" y="441332"/>
                  </a:lnTo>
                  <a:lnTo>
                    <a:pt x="221493" y="441746"/>
                  </a:lnTo>
                  <a:lnTo>
                    <a:pt x="220758" y="441851"/>
                  </a:lnTo>
                  <a:lnTo>
                    <a:pt x="220423" y="441854"/>
                  </a:lnTo>
                  <a:lnTo>
                    <a:pt x="220240" y="441775"/>
                  </a:lnTo>
                  <a:lnTo>
                    <a:pt x="220035" y="441647"/>
                  </a:lnTo>
                  <a:lnTo>
                    <a:pt x="219890" y="441544"/>
                  </a:lnTo>
                  <a:lnTo>
                    <a:pt x="219668" y="441378"/>
                  </a:lnTo>
                  <a:lnTo>
                    <a:pt x="219212" y="441321"/>
                  </a:lnTo>
                  <a:lnTo>
                    <a:pt x="218604" y="441544"/>
                  </a:lnTo>
                  <a:lnTo>
                    <a:pt x="218008" y="441938"/>
                  </a:lnTo>
                  <a:lnTo>
                    <a:pt x="217924" y="442101"/>
                  </a:lnTo>
                  <a:lnTo>
                    <a:pt x="217381" y="442761"/>
                  </a:lnTo>
                  <a:lnTo>
                    <a:pt x="217201" y="443051"/>
                  </a:lnTo>
                  <a:lnTo>
                    <a:pt x="217052" y="443455"/>
                  </a:lnTo>
                  <a:lnTo>
                    <a:pt x="216937" y="443806"/>
                  </a:lnTo>
                  <a:lnTo>
                    <a:pt x="216739" y="444149"/>
                  </a:lnTo>
                  <a:lnTo>
                    <a:pt x="216542" y="444424"/>
                  </a:lnTo>
                  <a:lnTo>
                    <a:pt x="216436" y="444552"/>
                  </a:lnTo>
                  <a:lnTo>
                    <a:pt x="216279" y="444987"/>
                  </a:lnTo>
                  <a:lnTo>
                    <a:pt x="216515" y="445168"/>
                  </a:lnTo>
                  <a:lnTo>
                    <a:pt x="216664" y="445570"/>
                  </a:lnTo>
                  <a:lnTo>
                    <a:pt x="216454" y="446208"/>
                  </a:lnTo>
                  <a:lnTo>
                    <a:pt x="216235" y="446306"/>
                  </a:lnTo>
                  <a:lnTo>
                    <a:pt x="215835" y="446230"/>
                  </a:lnTo>
                  <a:lnTo>
                    <a:pt x="214656" y="445759"/>
                  </a:lnTo>
                  <a:lnTo>
                    <a:pt x="214371" y="445815"/>
                  </a:lnTo>
                  <a:lnTo>
                    <a:pt x="214125" y="446308"/>
                  </a:lnTo>
                  <a:lnTo>
                    <a:pt x="213966" y="446672"/>
                  </a:lnTo>
                  <a:lnTo>
                    <a:pt x="213842" y="446993"/>
                  </a:lnTo>
                  <a:lnTo>
                    <a:pt x="213560" y="448187"/>
                  </a:lnTo>
                  <a:lnTo>
                    <a:pt x="213408" y="448359"/>
                  </a:lnTo>
                  <a:lnTo>
                    <a:pt x="212915" y="448497"/>
                  </a:lnTo>
                  <a:lnTo>
                    <a:pt x="212807" y="448361"/>
                  </a:lnTo>
                  <a:lnTo>
                    <a:pt x="212493" y="448088"/>
                  </a:lnTo>
                  <a:lnTo>
                    <a:pt x="211989" y="448368"/>
                  </a:lnTo>
                  <a:lnTo>
                    <a:pt x="211451" y="448516"/>
                  </a:lnTo>
                  <a:lnTo>
                    <a:pt x="211211" y="448474"/>
                  </a:lnTo>
                  <a:lnTo>
                    <a:pt x="211188" y="448323"/>
                  </a:lnTo>
                  <a:lnTo>
                    <a:pt x="211025" y="447855"/>
                  </a:lnTo>
                  <a:lnTo>
                    <a:pt x="210273" y="447259"/>
                  </a:lnTo>
                  <a:lnTo>
                    <a:pt x="210143" y="447161"/>
                  </a:lnTo>
                  <a:lnTo>
                    <a:pt x="209895" y="447008"/>
                  </a:lnTo>
                  <a:lnTo>
                    <a:pt x="209227" y="446883"/>
                  </a:lnTo>
                  <a:lnTo>
                    <a:pt x="209152" y="447065"/>
                  </a:lnTo>
                  <a:lnTo>
                    <a:pt x="209108" y="447194"/>
                  </a:lnTo>
                  <a:lnTo>
                    <a:pt x="208959" y="447269"/>
                  </a:lnTo>
                  <a:lnTo>
                    <a:pt x="208335" y="447418"/>
                  </a:lnTo>
                  <a:lnTo>
                    <a:pt x="208249" y="447004"/>
                  </a:lnTo>
                  <a:lnTo>
                    <a:pt x="208232" y="446696"/>
                  </a:lnTo>
                  <a:lnTo>
                    <a:pt x="208081" y="446501"/>
                  </a:lnTo>
                  <a:lnTo>
                    <a:pt x="207867" y="446510"/>
                  </a:lnTo>
                  <a:lnTo>
                    <a:pt x="207656" y="446579"/>
                  </a:lnTo>
                  <a:lnTo>
                    <a:pt x="207402" y="446292"/>
                  </a:lnTo>
                  <a:lnTo>
                    <a:pt x="208116" y="445244"/>
                  </a:lnTo>
                  <a:lnTo>
                    <a:pt x="208192" y="445105"/>
                  </a:lnTo>
                  <a:lnTo>
                    <a:pt x="208260" y="444696"/>
                  </a:lnTo>
                  <a:lnTo>
                    <a:pt x="208438" y="444358"/>
                  </a:lnTo>
                  <a:lnTo>
                    <a:pt x="208840" y="444222"/>
                  </a:lnTo>
                  <a:lnTo>
                    <a:pt x="208882" y="443849"/>
                  </a:lnTo>
                  <a:lnTo>
                    <a:pt x="208661" y="443309"/>
                  </a:lnTo>
                  <a:lnTo>
                    <a:pt x="208843" y="443093"/>
                  </a:lnTo>
                  <a:lnTo>
                    <a:pt x="209279" y="442260"/>
                  </a:lnTo>
                  <a:lnTo>
                    <a:pt x="209565" y="442028"/>
                  </a:lnTo>
                  <a:lnTo>
                    <a:pt x="209730" y="441432"/>
                  </a:lnTo>
                  <a:lnTo>
                    <a:pt x="209807" y="440777"/>
                  </a:lnTo>
                  <a:lnTo>
                    <a:pt x="209662" y="440200"/>
                  </a:lnTo>
                  <a:lnTo>
                    <a:pt x="209465" y="439765"/>
                  </a:lnTo>
                  <a:lnTo>
                    <a:pt x="209359" y="439568"/>
                  </a:lnTo>
                  <a:lnTo>
                    <a:pt x="209051" y="439351"/>
                  </a:lnTo>
                  <a:lnTo>
                    <a:pt x="208643" y="439083"/>
                  </a:lnTo>
                  <a:lnTo>
                    <a:pt x="208455" y="438322"/>
                  </a:lnTo>
                  <a:lnTo>
                    <a:pt x="208458" y="438086"/>
                  </a:lnTo>
                  <a:lnTo>
                    <a:pt x="208525" y="437154"/>
                  </a:lnTo>
                  <a:lnTo>
                    <a:pt x="208757" y="436777"/>
                  </a:lnTo>
                  <a:lnTo>
                    <a:pt x="208800" y="436530"/>
                  </a:lnTo>
                  <a:lnTo>
                    <a:pt x="208617" y="436433"/>
                  </a:lnTo>
                  <a:lnTo>
                    <a:pt x="208387" y="436170"/>
                  </a:lnTo>
                  <a:lnTo>
                    <a:pt x="208301" y="435924"/>
                  </a:lnTo>
                  <a:lnTo>
                    <a:pt x="208548" y="435279"/>
                  </a:lnTo>
                  <a:lnTo>
                    <a:pt x="208955" y="434391"/>
                  </a:lnTo>
                  <a:lnTo>
                    <a:pt x="208702" y="433855"/>
                  </a:lnTo>
                  <a:lnTo>
                    <a:pt x="208041" y="433422"/>
                  </a:lnTo>
                  <a:lnTo>
                    <a:pt x="207989" y="433265"/>
                  </a:lnTo>
                  <a:lnTo>
                    <a:pt x="207548" y="432696"/>
                  </a:lnTo>
                  <a:lnTo>
                    <a:pt x="207728" y="432130"/>
                  </a:lnTo>
                  <a:lnTo>
                    <a:pt x="207993" y="431613"/>
                  </a:lnTo>
                  <a:lnTo>
                    <a:pt x="208307" y="431441"/>
                  </a:lnTo>
                  <a:lnTo>
                    <a:pt x="208828" y="431245"/>
                  </a:lnTo>
                  <a:lnTo>
                    <a:pt x="208952" y="430764"/>
                  </a:lnTo>
                  <a:lnTo>
                    <a:pt x="208958" y="430022"/>
                  </a:lnTo>
                  <a:lnTo>
                    <a:pt x="209005" y="429837"/>
                  </a:lnTo>
                  <a:lnTo>
                    <a:pt x="209117" y="429589"/>
                  </a:lnTo>
                  <a:lnTo>
                    <a:pt x="208927" y="429529"/>
                  </a:lnTo>
                  <a:lnTo>
                    <a:pt x="208528" y="429491"/>
                  </a:lnTo>
                  <a:lnTo>
                    <a:pt x="208170" y="429614"/>
                  </a:lnTo>
                  <a:lnTo>
                    <a:pt x="207799" y="429573"/>
                  </a:lnTo>
                  <a:lnTo>
                    <a:pt x="207001" y="429304"/>
                  </a:lnTo>
                  <a:lnTo>
                    <a:pt x="206883" y="429149"/>
                  </a:lnTo>
                  <a:lnTo>
                    <a:pt x="206873" y="429001"/>
                  </a:lnTo>
                  <a:lnTo>
                    <a:pt x="206945" y="428704"/>
                  </a:lnTo>
                  <a:lnTo>
                    <a:pt x="207039" y="428458"/>
                  </a:lnTo>
                  <a:lnTo>
                    <a:pt x="207149" y="428182"/>
                  </a:lnTo>
                  <a:lnTo>
                    <a:pt x="207166" y="427529"/>
                  </a:lnTo>
                  <a:lnTo>
                    <a:pt x="207121" y="427300"/>
                  </a:lnTo>
                  <a:lnTo>
                    <a:pt x="207197" y="426930"/>
                  </a:lnTo>
                  <a:lnTo>
                    <a:pt x="207392" y="426079"/>
                  </a:lnTo>
                  <a:lnTo>
                    <a:pt x="207211" y="426005"/>
                  </a:lnTo>
                  <a:lnTo>
                    <a:pt x="206828" y="426176"/>
                  </a:lnTo>
                  <a:lnTo>
                    <a:pt x="206446" y="425969"/>
                  </a:lnTo>
                  <a:lnTo>
                    <a:pt x="206313" y="425799"/>
                  </a:lnTo>
                  <a:lnTo>
                    <a:pt x="206253" y="425310"/>
                  </a:lnTo>
                  <a:lnTo>
                    <a:pt x="206289" y="425029"/>
                  </a:lnTo>
                  <a:lnTo>
                    <a:pt x="205781" y="424864"/>
                  </a:lnTo>
                  <a:lnTo>
                    <a:pt x="205543" y="424881"/>
                  </a:lnTo>
                  <a:lnTo>
                    <a:pt x="205080" y="425563"/>
                  </a:lnTo>
                  <a:lnTo>
                    <a:pt x="204952" y="425759"/>
                  </a:lnTo>
                  <a:lnTo>
                    <a:pt x="204735" y="425923"/>
                  </a:lnTo>
                  <a:lnTo>
                    <a:pt x="204423" y="426123"/>
                  </a:lnTo>
                  <a:lnTo>
                    <a:pt x="204194" y="426261"/>
                  </a:lnTo>
                  <a:lnTo>
                    <a:pt x="203515" y="426293"/>
                  </a:lnTo>
                  <a:lnTo>
                    <a:pt x="203380" y="426271"/>
                  </a:lnTo>
                  <a:lnTo>
                    <a:pt x="202712" y="426022"/>
                  </a:lnTo>
                  <a:lnTo>
                    <a:pt x="202597" y="425890"/>
                  </a:lnTo>
                  <a:lnTo>
                    <a:pt x="202497" y="425720"/>
                  </a:lnTo>
                  <a:lnTo>
                    <a:pt x="201808" y="425356"/>
                  </a:lnTo>
                  <a:lnTo>
                    <a:pt x="201588" y="425151"/>
                  </a:lnTo>
                  <a:lnTo>
                    <a:pt x="201357" y="424144"/>
                  </a:lnTo>
                  <a:lnTo>
                    <a:pt x="200881" y="423947"/>
                  </a:lnTo>
                  <a:lnTo>
                    <a:pt x="200643" y="423926"/>
                  </a:lnTo>
                  <a:lnTo>
                    <a:pt x="200384" y="424109"/>
                  </a:lnTo>
                  <a:lnTo>
                    <a:pt x="200364" y="424275"/>
                  </a:lnTo>
                  <a:lnTo>
                    <a:pt x="200044" y="424930"/>
                  </a:lnTo>
                  <a:lnTo>
                    <a:pt x="199284" y="425112"/>
                  </a:lnTo>
                  <a:lnTo>
                    <a:pt x="198844" y="425435"/>
                  </a:lnTo>
                  <a:lnTo>
                    <a:pt x="198751" y="425576"/>
                  </a:lnTo>
                  <a:lnTo>
                    <a:pt x="198632" y="425780"/>
                  </a:lnTo>
                  <a:lnTo>
                    <a:pt x="198634" y="426025"/>
                  </a:lnTo>
                  <a:lnTo>
                    <a:pt x="198648" y="426170"/>
                  </a:lnTo>
                  <a:lnTo>
                    <a:pt x="198050" y="426821"/>
                  </a:lnTo>
                  <a:lnTo>
                    <a:pt x="197873" y="426915"/>
                  </a:lnTo>
                  <a:lnTo>
                    <a:pt x="197765" y="427272"/>
                  </a:lnTo>
                  <a:lnTo>
                    <a:pt x="197496" y="427744"/>
                  </a:lnTo>
                  <a:lnTo>
                    <a:pt x="197024" y="427874"/>
                  </a:lnTo>
                  <a:lnTo>
                    <a:pt x="196464" y="428036"/>
                  </a:lnTo>
                  <a:lnTo>
                    <a:pt x="195138" y="429083"/>
                  </a:lnTo>
                  <a:lnTo>
                    <a:pt x="194448" y="429072"/>
                  </a:lnTo>
                  <a:lnTo>
                    <a:pt x="193992" y="429046"/>
                  </a:lnTo>
                  <a:lnTo>
                    <a:pt x="193662" y="429253"/>
                  </a:lnTo>
                  <a:lnTo>
                    <a:pt x="193480" y="429649"/>
                  </a:lnTo>
                  <a:lnTo>
                    <a:pt x="193627" y="430286"/>
                  </a:lnTo>
                  <a:lnTo>
                    <a:pt x="193502" y="430874"/>
                  </a:lnTo>
                  <a:lnTo>
                    <a:pt x="193546" y="431033"/>
                  </a:lnTo>
                  <a:lnTo>
                    <a:pt x="193674" y="431560"/>
                  </a:lnTo>
                  <a:lnTo>
                    <a:pt x="193567" y="431925"/>
                  </a:lnTo>
                  <a:lnTo>
                    <a:pt x="193329" y="432051"/>
                  </a:lnTo>
                  <a:lnTo>
                    <a:pt x="193278" y="432685"/>
                  </a:lnTo>
                  <a:lnTo>
                    <a:pt x="193334" y="433499"/>
                  </a:lnTo>
                  <a:lnTo>
                    <a:pt x="193015" y="433987"/>
                  </a:lnTo>
                  <a:lnTo>
                    <a:pt x="192684" y="433906"/>
                  </a:lnTo>
                  <a:lnTo>
                    <a:pt x="192352" y="434087"/>
                  </a:lnTo>
                  <a:lnTo>
                    <a:pt x="192113" y="434242"/>
                  </a:lnTo>
                  <a:lnTo>
                    <a:pt x="191298" y="434605"/>
                  </a:lnTo>
                  <a:lnTo>
                    <a:pt x="190987" y="434680"/>
                  </a:lnTo>
                  <a:lnTo>
                    <a:pt x="190421" y="434415"/>
                  </a:lnTo>
                  <a:lnTo>
                    <a:pt x="190026" y="434464"/>
                  </a:lnTo>
                  <a:lnTo>
                    <a:pt x="189650" y="434795"/>
                  </a:lnTo>
                  <a:lnTo>
                    <a:pt x="189019" y="434700"/>
                  </a:lnTo>
                  <a:lnTo>
                    <a:pt x="188784" y="434584"/>
                  </a:lnTo>
                  <a:lnTo>
                    <a:pt x="188604" y="435017"/>
                  </a:lnTo>
                  <a:lnTo>
                    <a:pt x="188264" y="435293"/>
                  </a:lnTo>
                  <a:lnTo>
                    <a:pt x="188151" y="435143"/>
                  </a:lnTo>
                  <a:lnTo>
                    <a:pt x="188208" y="434945"/>
                  </a:lnTo>
                  <a:lnTo>
                    <a:pt x="188367" y="434771"/>
                  </a:lnTo>
                  <a:lnTo>
                    <a:pt x="188573" y="434418"/>
                  </a:lnTo>
                  <a:lnTo>
                    <a:pt x="188496" y="434222"/>
                  </a:lnTo>
                  <a:lnTo>
                    <a:pt x="188436" y="434022"/>
                  </a:lnTo>
                  <a:lnTo>
                    <a:pt x="188527" y="433635"/>
                  </a:lnTo>
                  <a:lnTo>
                    <a:pt x="188637" y="432978"/>
                  </a:lnTo>
                  <a:lnTo>
                    <a:pt x="188450" y="432820"/>
                  </a:lnTo>
                  <a:lnTo>
                    <a:pt x="188182" y="432773"/>
                  </a:lnTo>
                  <a:lnTo>
                    <a:pt x="188008" y="432752"/>
                  </a:lnTo>
                  <a:lnTo>
                    <a:pt x="187767" y="432701"/>
                  </a:lnTo>
                  <a:lnTo>
                    <a:pt x="187745" y="432270"/>
                  </a:lnTo>
                  <a:lnTo>
                    <a:pt x="187925" y="432158"/>
                  </a:lnTo>
                  <a:lnTo>
                    <a:pt x="188080" y="431772"/>
                  </a:lnTo>
                  <a:lnTo>
                    <a:pt x="187316" y="430959"/>
                  </a:lnTo>
                  <a:lnTo>
                    <a:pt x="187137" y="430394"/>
                  </a:lnTo>
                  <a:lnTo>
                    <a:pt x="187205" y="429758"/>
                  </a:lnTo>
                  <a:lnTo>
                    <a:pt x="187192" y="429588"/>
                  </a:lnTo>
                  <a:lnTo>
                    <a:pt x="186996" y="428765"/>
                  </a:lnTo>
                  <a:lnTo>
                    <a:pt x="187238" y="428178"/>
                  </a:lnTo>
                  <a:lnTo>
                    <a:pt x="187561" y="427618"/>
                  </a:lnTo>
                  <a:lnTo>
                    <a:pt x="187493" y="427242"/>
                  </a:lnTo>
                  <a:lnTo>
                    <a:pt x="187904" y="426801"/>
                  </a:lnTo>
                  <a:lnTo>
                    <a:pt x="188085" y="426611"/>
                  </a:lnTo>
                  <a:lnTo>
                    <a:pt x="188302" y="426278"/>
                  </a:lnTo>
                  <a:lnTo>
                    <a:pt x="188086" y="425785"/>
                  </a:lnTo>
                  <a:lnTo>
                    <a:pt x="188369" y="425158"/>
                  </a:lnTo>
                  <a:lnTo>
                    <a:pt x="188552" y="424589"/>
                  </a:lnTo>
                  <a:lnTo>
                    <a:pt x="188793" y="424048"/>
                  </a:lnTo>
                  <a:lnTo>
                    <a:pt x="189046" y="423591"/>
                  </a:lnTo>
                  <a:lnTo>
                    <a:pt x="189066" y="423090"/>
                  </a:lnTo>
                  <a:lnTo>
                    <a:pt x="189451" y="422889"/>
                  </a:lnTo>
                  <a:lnTo>
                    <a:pt x="190022" y="422797"/>
                  </a:lnTo>
                  <a:lnTo>
                    <a:pt x="190258" y="422662"/>
                  </a:lnTo>
                  <a:lnTo>
                    <a:pt x="190402" y="422578"/>
                  </a:lnTo>
                  <a:lnTo>
                    <a:pt x="190665" y="422408"/>
                  </a:lnTo>
                  <a:lnTo>
                    <a:pt x="191223" y="422090"/>
                  </a:lnTo>
                  <a:lnTo>
                    <a:pt x="191436" y="421991"/>
                  </a:lnTo>
                  <a:lnTo>
                    <a:pt x="192014" y="421789"/>
                  </a:lnTo>
                  <a:lnTo>
                    <a:pt x="192307" y="421507"/>
                  </a:lnTo>
                  <a:lnTo>
                    <a:pt x="192851" y="421171"/>
                  </a:lnTo>
                  <a:lnTo>
                    <a:pt x="193267" y="420995"/>
                  </a:lnTo>
                  <a:lnTo>
                    <a:pt x="193829" y="420635"/>
                  </a:lnTo>
                  <a:lnTo>
                    <a:pt x="193950" y="419553"/>
                  </a:lnTo>
                  <a:lnTo>
                    <a:pt x="193800" y="419245"/>
                  </a:lnTo>
                  <a:lnTo>
                    <a:pt x="193656" y="418222"/>
                  </a:lnTo>
                  <a:lnTo>
                    <a:pt x="193468" y="417760"/>
                  </a:lnTo>
                  <a:lnTo>
                    <a:pt x="193855" y="416962"/>
                  </a:lnTo>
                  <a:lnTo>
                    <a:pt x="194155" y="416963"/>
                  </a:lnTo>
                  <a:lnTo>
                    <a:pt x="194411" y="416778"/>
                  </a:lnTo>
                  <a:lnTo>
                    <a:pt x="194579" y="416690"/>
                  </a:lnTo>
                  <a:lnTo>
                    <a:pt x="194824" y="416578"/>
                  </a:lnTo>
                  <a:lnTo>
                    <a:pt x="195259" y="416055"/>
                  </a:lnTo>
                  <a:lnTo>
                    <a:pt x="195689" y="415448"/>
                  </a:lnTo>
                  <a:lnTo>
                    <a:pt x="195773" y="415166"/>
                  </a:lnTo>
                  <a:lnTo>
                    <a:pt x="195917" y="414778"/>
                  </a:lnTo>
                  <a:lnTo>
                    <a:pt x="196182" y="414437"/>
                  </a:lnTo>
                  <a:lnTo>
                    <a:pt x="196540" y="413750"/>
                  </a:lnTo>
                  <a:lnTo>
                    <a:pt x="196960" y="413297"/>
                  </a:lnTo>
                  <a:lnTo>
                    <a:pt x="197150" y="413357"/>
                  </a:lnTo>
                  <a:lnTo>
                    <a:pt x="198068" y="413471"/>
                  </a:lnTo>
                  <a:lnTo>
                    <a:pt x="198385" y="413215"/>
                  </a:lnTo>
                  <a:lnTo>
                    <a:pt x="198638" y="413011"/>
                  </a:lnTo>
                  <a:lnTo>
                    <a:pt x="199088" y="412793"/>
                  </a:lnTo>
                  <a:lnTo>
                    <a:pt x="199897" y="411903"/>
                  </a:lnTo>
                  <a:lnTo>
                    <a:pt x="200006" y="411739"/>
                  </a:lnTo>
                  <a:lnTo>
                    <a:pt x="200167" y="411102"/>
                  </a:lnTo>
                  <a:lnTo>
                    <a:pt x="200319" y="410663"/>
                  </a:lnTo>
                  <a:lnTo>
                    <a:pt x="200487" y="410543"/>
                  </a:lnTo>
                  <a:lnTo>
                    <a:pt x="200743" y="410554"/>
                  </a:lnTo>
                  <a:lnTo>
                    <a:pt x="201363" y="410171"/>
                  </a:lnTo>
                  <a:lnTo>
                    <a:pt x="201504" y="409989"/>
                  </a:lnTo>
                  <a:lnTo>
                    <a:pt x="201783" y="409515"/>
                  </a:lnTo>
                  <a:lnTo>
                    <a:pt x="201872" y="409347"/>
                  </a:lnTo>
                  <a:lnTo>
                    <a:pt x="201816" y="408887"/>
                  </a:lnTo>
                  <a:lnTo>
                    <a:pt x="201806" y="408510"/>
                  </a:lnTo>
                  <a:lnTo>
                    <a:pt x="201959" y="408230"/>
                  </a:lnTo>
                  <a:lnTo>
                    <a:pt x="202080" y="407979"/>
                  </a:lnTo>
                  <a:lnTo>
                    <a:pt x="202585" y="407311"/>
                  </a:lnTo>
                  <a:lnTo>
                    <a:pt x="202724" y="407066"/>
                  </a:lnTo>
                  <a:lnTo>
                    <a:pt x="202786" y="406919"/>
                  </a:lnTo>
                  <a:lnTo>
                    <a:pt x="203030" y="405862"/>
                  </a:lnTo>
                  <a:lnTo>
                    <a:pt x="203053" y="405496"/>
                  </a:lnTo>
                  <a:lnTo>
                    <a:pt x="202843" y="404729"/>
                  </a:lnTo>
                  <a:lnTo>
                    <a:pt x="202763" y="404406"/>
                  </a:lnTo>
                  <a:lnTo>
                    <a:pt x="202871" y="403844"/>
                  </a:lnTo>
                  <a:lnTo>
                    <a:pt x="202903" y="403688"/>
                  </a:lnTo>
                  <a:lnTo>
                    <a:pt x="203108" y="402798"/>
                  </a:lnTo>
                  <a:lnTo>
                    <a:pt x="203302" y="402398"/>
                  </a:lnTo>
                  <a:lnTo>
                    <a:pt x="203585" y="402038"/>
                  </a:lnTo>
                  <a:lnTo>
                    <a:pt x="203666" y="401720"/>
                  </a:lnTo>
                  <a:lnTo>
                    <a:pt x="203495" y="401381"/>
                  </a:lnTo>
                  <a:lnTo>
                    <a:pt x="202980" y="400986"/>
                  </a:lnTo>
                  <a:lnTo>
                    <a:pt x="202630" y="400516"/>
                  </a:lnTo>
                  <a:lnTo>
                    <a:pt x="202279" y="399832"/>
                  </a:lnTo>
                  <a:lnTo>
                    <a:pt x="202253" y="399561"/>
                  </a:lnTo>
                  <a:lnTo>
                    <a:pt x="202329" y="399173"/>
                  </a:lnTo>
                  <a:lnTo>
                    <a:pt x="202409" y="398878"/>
                  </a:lnTo>
                  <a:lnTo>
                    <a:pt x="202518" y="398692"/>
                  </a:lnTo>
                  <a:lnTo>
                    <a:pt x="202615" y="398439"/>
                  </a:lnTo>
                  <a:lnTo>
                    <a:pt x="202621" y="398184"/>
                  </a:lnTo>
                  <a:lnTo>
                    <a:pt x="202616" y="397930"/>
                  </a:lnTo>
                  <a:lnTo>
                    <a:pt x="202240" y="397628"/>
                  </a:lnTo>
                  <a:lnTo>
                    <a:pt x="202199" y="397425"/>
                  </a:lnTo>
                  <a:lnTo>
                    <a:pt x="202199" y="396844"/>
                  </a:lnTo>
                  <a:lnTo>
                    <a:pt x="202163" y="396652"/>
                  </a:lnTo>
                  <a:lnTo>
                    <a:pt x="202161" y="396407"/>
                  </a:lnTo>
                  <a:lnTo>
                    <a:pt x="202215" y="396154"/>
                  </a:lnTo>
                  <a:lnTo>
                    <a:pt x="202593" y="395684"/>
                  </a:lnTo>
                  <a:lnTo>
                    <a:pt x="203000" y="395447"/>
                  </a:lnTo>
                  <a:lnTo>
                    <a:pt x="203242" y="395671"/>
                  </a:lnTo>
                  <a:lnTo>
                    <a:pt x="203543" y="395746"/>
                  </a:lnTo>
                  <a:lnTo>
                    <a:pt x="203880" y="395767"/>
                  </a:lnTo>
                  <a:lnTo>
                    <a:pt x="204098" y="395686"/>
                  </a:lnTo>
                  <a:lnTo>
                    <a:pt x="204276" y="395603"/>
                  </a:lnTo>
                  <a:lnTo>
                    <a:pt x="204772" y="395429"/>
                  </a:lnTo>
                  <a:lnTo>
                    <a:pt x="205299" y="395287"/>
                  </a:lnTo>
                  <a:lnTo>
                    <a:pt x="205541" y="395384"/>
                  </a:lnTo>
                  <a:lnTo>
                    <a:pt x="206260" y="394664"/>
                  </a:lnTo>
                  <a:lnTo>
                    <a:pt x="206219" y="394378"/>
                  </a:lnTo>
                  <a:lnTo>
                    <a:pt x="206699" y="393854"/>
                  </a:lnTo>
                  <a:lnTo>
                    <a:pt x="206859" y="393860"/>
                  </a:lnTo>
                  <a:lnTo>
                    <a:pt x="207116" y="393889"/>
                  </a:lnTo>
                  <a:lnTo>
                    <a:pt x="207973" y="393681"/>
                  </a:lnTo>
                  <a:lnTo>
                    <a:pt x="207928" y="393127"/>
                  </a:lnTo>
                  <a:lnTo>
                    <a:pt x="207830" y="392988"/>
                  </a:lnTo>
                  <a:lnTo>
                    <a:pt x="207682" y="392315"/>
                  </a:lnTo>
                  <a:lnTo>
                    <a:pt x="207813" y="391945"/>
                  </a:lnTo>
                  <a:lnTo>
                    <a:pt x="207238" y="391390"/>
                  </a:lnTo>
                  <a:lnTo>
                    <a:pt x="207203" y="391171"/>
                  </a:lnTo>
                  <a:lnTo>
                    <a:pt x="207204" y="390823"/>
                  </a:lnTo>
                  <a:lnTo>
                    <a:pt x="207324" y="390536"/>
                  </a:lnTo>
                  <a:lnTo>
                    <a:pt x="207620" y="390239"/>
                  </a:lnTo>
                  <a:lnTo>
                    <a:pt x="207950" y="390094"/>
                  </a:lnTo>
                  <a:lnTo>
                    <a:pt x="208156" y="390010"/>
                  </a:lnTo>
                  <a:lnTo>
                    <a:pt x="209092" y="389543"/>
                  </a:lnTo>
                  <a:lnTo>
                    <a:pt x="209404" y="389590"/>
                  </a:lnTo>
                  <a:lnTo>
                    <a:pt x="209882" y="389398"/>
                  </a:lnTo>
                  <a:lnTo>
                    <a:pt x="209996" y="388881"/>
                  </a:lnTo>
                  <a:lnTo>
                    <a:pt x="209065" y="388724"/>
                  </a:lnTo>
                  <a:lnTo>
                    <a:pt x="208789" y="388861"/>
                  </a:lnTo>
                  <a:lnTo>
                    <a:pt x="208578" y="388662"/>
                  </a:lnTo>
                  <a:lnTo>
                    <a:pt x="208464" y="388074"/>
                  </a:lnTo>
                  <a:lnTo>
                    <a:pt x="208169" y="388318"/>
                  </a:lnTo>
                  <a:lnTo>
                    <a:pt x="207963" y="388297"/>
                  </a:lnTo>
                  <a:lnTo>
                    <a:pt x="207729" y="388130"/>
                  </a:lnTo>
                  <a:lnTo>
                    <a:pt x="207413" y="388071"/>
                  </a:lnTo>
                  <a:lnTo>
                    <a:pt x="206999" y="388488"/>
                  </a:lnTo>
                  <a:lnTo>
                    <a:pt x="206760" y="388598"/>
                  </a:lnTo>
                  <a:lnTo>
                    <a:pt x="206602" y="388499"/>
                  </a:lnTo>
                  <a:lnTo>
                    <a:pt x="206198" y="388194"/>
                  </a:lnTo>
                  <a:lnTo>
                    <a:pt x="206015" y="388218"/>
                  </a:lnTo>
                  <a:lnTo>
                    <a:pt x="205663" y="388207"/>
                  </a:lnTo>
                  <a:lnTo>
                    <a:pt x="205274" y="387994"/>
                  </a:lnTo>
                  <a:lnTo>
                    <a:pt x="205259" y="387624"/>
                  </a:lnTo>
                  <a:lnTo>
                    <a:pt x="205010" y="387139"/>
                  </a:lnTo>
                  <a:lnTo>
                    <a:pt x="204633" y="387754"/>
                  </a:lnTo>
                  <a:lnTo>
                    <a:pt x="204345" y="387788"/>
                  </a:lnTo>
                  <a:lnTo>
                    <a:pt x="203946" y="387568"/>
                  </a:lnTo>
                  <a:lnTo>
                    <a:pt x="203583" y="387093"/>
                  </a:lnTo>
                  <a:lnTo>
                    <a:pt x="203176" y="387139"/>
                  </a:lnTo>
                  <a:lnTo>
                    <a:pt x="202940" y="387482"/>
                  </a:lnTo>
                  <a:lnTo>
                    <a:pt x="202733" y="387863"/>
                  </a:lnTo>
                  <a:lnTo>
                    <a:pt x="202559" y="387891"/>
                  </a:lnTo>
                  <a:lnTo>
                    <a:pt x="202172" y="388003"/>
                  </a:lnTo>
                  <a:lnTo>
                    <a:pt x="202069" y="388213"/>
                  </a:lnTo>
                  <a:lnTo>
                    <a:pt x="201759" y="388722"/>
                  </a:lnTo>
                  <a:lnTo>
                    <a:pt x="201476" y="389103"/>
                  </a:lnTo>
                  <a:lnTo>
                    <a:pt x="201574" y="389390"/>
                  </a:lnTo>
                  <a:lnTo>
                    <a:pt x="201454" y="389644"/>
                  </a:lnTo>
                  <a:lnTo>
                    <a:pt x="201254" y="389624"/>
                  </a:lnTo>
                  <a:lnTo>
                    <a:pt x="201137" y="389445"/>
                  </a:lnTo>
                  <a:lnTo>
                    <a:pt x="200638" y="389288"/>
                  </a:lnTo>
                  <a:lnTo>
                    <a:pt x="200067" y="389259"/>
                  </a:lnTo>
                  <a:lnTo>
                    <a:pt x="199666" y="389041"/>
                  </a:lnTo>
                  <a:lnTo>
                    <a:pt x="199650" y="388791"/>
                  </a:lnTo>
                  <a:lnTo>
                    <a:pt x="199652" y="388619"/>
                  </a:lnTo>
                  <a:lnTo>
                    <a:pt x="199530" y="388267"/>
                  </a:lnTo>
                  <a:lnTo>
                    <a:pt x="199099" y="387759"/>
                  </a:lnTo>
                  <a:lnTo>
                    <a:pt x="198840" y="387565"/>
                  </a:lnTo>
                  <a:lnTo>
                    <a:pt x="198629" y="387221"/>
                  </a:lnTo>
                  <a:lnTo>
                    <a:pt x="198635" y="387025"/>
                  </a:lnTo>
                  <a:lnTo>
                    <a:pt x="198677" y="386629"/>
                  </a:lnTo>
                  <a:lnTo>
                    <a:pt x="198360" y="386084"/>
                  </a:lnTo>
                  <a:lnTo>
                    <a:pt x="198253" y="385599"/>
                  </a:lnTo>
                  <a:lnTo>
                    <a:pt x="197865" y="385275"/>
                  </a:lnTo>
                  <a:lnTo>
                    <a:pt x="197932" y="385086"/>
                  </a:lnTo>
                  <a:lnTo>
                    <a:pt x="197594" y="384797"/>
                  </a:lnTo>
                  <a:lnTo>
                    <a:pt x="197385" y="384753"/>
                  </a:lnTo>
                  <a:lnTo>
                    <a:pt x="197352" y="384617"/>
                  </a:lnTo>
                  <a:lnTo>
                    <a:pt x="197360" y="384345"/>
                  </a:lnTo>
                  <a:lnTo>
                    <a:pt x="197465" y="384013"/>
                  </a:lnTo>
                  <a:lnTo>
                    <a:pt x="197707" y="383816"/>
                  </a:lnTo>
                  <a:lnTo>
                    <a:pt x="197869" y="383423"/>
                  </a:lnTo>
                  <a:lnTo>
                    <a:pt x="198107" y="382469"/>
                  </a:lnTo>
                  <a:lnTo>
                    <a:pt x="198117" y="382180"/>
                  </a:lnTo>
                  <a:lnTo>
                    <a:pt x="198192" y="381928"/>
                  </a:lnTo>
                  <a:lnTo>
                    <a:pt x="198438" y="381473"/>
                  </a:lnTo>
                  <a:lnTo>
                    <a:pt x="198677" y="380962"/>
                  </a:lnTo>
                  <a:lnTo>
                    <a:pt x="198933" y="380302"/>
                  </a:lnTo>
                  <a:lnTo>
                    <a:pt x="199106" y="380183"/>
                  </a:lnTo>
                  <a:lnTo>
                    <a:pt x="199847" y="379979"/>
                  </a:lnTo>
                  <a:lnTo>
                    <a:pt x="200327" y="380405"/>
                  </a:lnTo>
                  <a:lnTo>
                    <a:pt x="200417" y="379851"/>
                  </a:lnTo>
                  <a:lnTo>
                    <a:pt x="200330" y="379645"/>
                  </a:lnTo>
                  <a:lnTo>
                    <a:pt x="200049" y="379507"/>
                  </a:lnTo>
                  <a:lnTo>
                    <a:pt x="199859" y="379351"/>
                  </a:lnTo>
                  <a:lnTo>
                    <a:pt x="199731" y="379189"/>
                  </a:lnTo>
                  <a:lnTo>
                    <a:pt x="199646" y="378751"/>
                  </a:lnTo>
                  <a:lnTo>
                    <a:pt x="199953" y="377796"/>
                  </a:lnTo>
                  <a:lnTo>
                    <a:pt x="200188" y="377327"/>
                  </a:lnTo>
                  <a:lnTo>
                    <a:pt x="200462" y="376801"/>
                  </a:lnTo>
                  <a:lnTo>
                    <a:pt x="200437" y="376518"/>
                  </a:lnTo>
                  <a:lnTo>
                    <a:pt x="200531" y="376349"/>
                  </a:lnTo>
                  <a:lnTo>
                    <a:pt x="199963" y="375651"/>
                  </a:lnTo>
                  <a:lnTo>
                    <a:pt x="200088" y="375188"/>
                  </a:lnTo>
                  <a:lnTo>
                    <a:pt x="200367" y="374690"/>
                  </a:lnTo>
                  <a:lnTo>
                    <a:pt x="200637" y="374565"/>
                  </a:lnTo>
                  <a:lnTo>
                    <a:pt x="200750" y="374378"/>
                  </a:lnTo>
                  <a:lnTo>
                    <a:pt x="200759" y="373822"/>
                  </a:lnTo>
                  <a:lnTo>
                    <a:pt x="200504" y="373508"/>
                  </a:lnTo>
                  <a:lnTo>
                    <a:pt x="200589" y="372688"/>
                  </a:lnTo>
                  <a:lnTo>
                    <a:pt x="200996" y="372177"/>
                  </a:lnTo>
                  <a:lnTo>
                    <a:pt x="201380" y="371917"/>
                  </a:lnTo>
                  <a:lnTo>
                    <a:pt x="201303" y="371497"/>
                  </a:lnTo>
                  <a:lnTo>
                    <a:pt x="201516" y="371110"/>
                  </a:lnTo>
                  <a:lnTo>
                    <a:pt x="201429" y="370310"/>
                  </a:lnTo>
                  <a:lnTo>
                    <a:pt x="201342" y="370081"/>
                  </a:lnTo>
                  <a:lnTo>
                    <a:pt x="201283" y="369937"/>
                  </a:lnTo>
                  <a:lnTo>
                    <a:pt x="200869" y="369449"/>
                  </a:lnTo>
                  <a:lnTo>
                    <a:pt x="200258" y="369323"/>
                  </a:lnTo>
                  <a:lnTo>
                    <a:pt x="200125" y="369469"/>
                  </a:lnTo>
                  <a:lnTo>
                    <a:pt x="199744" y="369756"/>
                  </a:lnTo>
                  <a:lnTo>
                    <a:pt x="199585" y="369821"/>
                  </a:lnTo>
                  <a:lnTo>
                    <a:pt x="198952" y="369889"/>
                  </a:lnTo>
                  <a:lnTo>
                    <a:pt x="198693" y="369608"/>
                  </a:lnTo>
                  <a:lnTo>
                    <a:pt x="198463" y="369570"/>
                  </a:lnTo>
                  <a:lnTo>
                    <a:pt x="198323" y="369909"/>
                  </a:lnTo>
                  <a:lnTo>
                    <a:pt x="198087" y="369787"/>
                  </a:lnTo>
                  <a:lnTo>
                    <a:pt x="197624" y="369032"/>
                  </a:lnTo>
                  <a:lnTo>
                    <a:pt x="197843" y="368849"/>
                  </a:lnTo>
                  <a:lnTo>
                    <a:pt x="197860" y="368360"/>
                  </a:lnTo>
                  <a:lnTo>
                    <a:pt x="197805" y="367790"/>
                  </a:lnTo>
                  <a:lnTo>
                    <a:pt x="197175" y="367974"/>
                  </a:lnTo>
                  <a:lnTo>
                    <a:pt x="196944" y="367900"/>
                  </a:lnTo>
                  <a:lnTo>
                    <a:pt x="196565" y="367668"/>
                  </a:lnTo>
                  <a:lnTo>
                    <a:pt x="196334" y="367415"/>
                  </a:lnTo>
                  <a:lnTo>
                    <a:pt x="196072" y="367711"/>
                  </a:lnTo>
                  <a:lnTo>
                    <a:pt x="195116" y="367813"/>
                  </a:lnTo>
                  <a:lnTo>
                    <a:pt x="194401" y="367647"/>
                  </a:lnTo>
                  <a:lnTo>
                    <a:pt x="194128" y="367656"/>
                  </a:lnTo>
                  <a:lnTo>
                    <a:pt x="193486" y="367943"/>
                  </a:lnTo>
                  <a:lnTo>
                    <a:pt x="193266" y="367907"/>
                  </a:lnTo>
                  <a:lnTo>
                    <a:pt x="193115" y="367843"/>
                  </a:lnTo>
                  <a:lnTo>
                    <a:pt x="192569" y="367442"/>
                  </a:lnTo>
                  <a:lnTo>
                    <a:pt x="192461" y="367303"/>
                  </a:lnTo>
                  <a:lnTo>
                    <a:pt x="192273" y="367173"/>
                  </a:lnTo>
                  <a:lnTo>
                    <a:pt x="192077" y="367063"/>
                  </a:lnTo>
                  <a:lnTo>
                    <a:pt x="191849" y="367059"/>
                  </a:lnTo>
                  <a:lnTo>
                    <a:pt x="191613" y="366865"/>
                  </a:lnTo>
                  <a:lnTo>
                    <a:pt x="191327" y="367091"/>
                  </a:lnTo>
                  <a:lnTo>
                    <a:pt x="190803" y="366876"/>
                  </a:lnTo>
                  <a:lnTo>
                    <a:pt x="190857" y="366718"/>
                  </a:lnTo>
                  <a:lnTo>
                    <a:pt x="190815" y="366355"/>
                  </a:lnTo>
                  <a:lnTo>
                    <a:pt x="190570" y="366348"/>
                  </a:lnTo>
                  <a:lnTo>
                    <a:pt x="190249" y="366270"/>
                  </a:lnTo>
                  <a:lnTo>
                    <a:pt x="189513" y="366301"/>
                  </a:lnTo>
                  <a:lnTo>
                    <a:pt x="189378" y="366251"/>
                  </a:lnTo>
                  <a:lnTo>
                    <a:pt x="189092" y="365948"/>
                  </a:lnTo>
                  <a:lnTo>
                    <a:pt x="189198" y="365613"/>
                  </a:lnTo>
                  <a:lnTo>
                    <a:pt x="189244" y="365236"/>
                  </a:lnTo>
                  <a:lnTo>
                    <a:pt x="188866" y="365122"/>
                  </a:lnTo>
                  <a:lnTo>
                    <a:pt x="188587" y="365014"/>
                  </a:lnTo>
                  <a:lnTo>
                    <a:pt x="188400" y="364695"/>
                  </a:lnTo>
                  <a:lnTo>
                    <a:pt x="188343" y="364446"/>
                  </a:lnTo>
                  <a:lnTo>
                    <a:pt x="188272" y="364294"/>
                  </a:lnTo>
                  <a:lnTo>
                    <a:pt x="187874" y="363945"/>
                  </a:lnTo>
                  <a:lnTo>
                    <a:pt x="187410" y="364068"/>
                  </a:lnTo>
                  <a:lnTo>
                    <a:pt x="187085" y="364193"/>
                  </a:lnTo>
                  <a:lnTo>
                    <a:pt x="186882" y="364345"/>
                  </a:lnTo>
                  <a:lnTo>
                    <a:pt x="186820" y="364805"/>
                  </a:lnTo>
                  <a:lnTo>
                    <a:pt x="186884" y="365299"/>
                  </a:lnTo>
                  <a:lnTo>
                    <a:pt x="186774" y="365606"/>
                  </a:lnTo>
                  <a:lnTo>
                    <a:pt x="186735" y="365877"/>
                  </a:lnTo>
                  <a:lnTo>
                    <a:pt x="186706" y="366628"/>
                  </a:lnTo>
                  <a:lnTo>
                    <a:pt x="186551" y="366890"/>
                  </a:lnTo>
                  <a:lnTo>
                    <a:pt x="186261" y="366995"/>
                  </a:lnTo>
                  <a:lnTo>
                    <a:pt x="185891" y="367175"/>
                  </a:lnTo>
                  <a:lnTo>
                    <a:pt x="186300" y="367752"/>
                  </a:lnTo>
                  <a:lnTo>
                    <a:pt x="186429" y="368811"/>
                  </a:lnTo>
                  <a:lnTo>
                    <a:pt x="186291" y="369160"/>
                  </a:lnTo>
                  <a:lnTo>
                    <a:pt x="185677" y="370261"/>
                  </a:lnTo>
                  <a:lnTo>
                    <a:pt x="185827" y="369938"/>
                  </a:lnTo>
                  <a:lnTo>
                    <a:pt x="185764" y="369800"/>
                  </a:lnTo>
                  <a:lnTo>
                    <a:pt x="185444" y="369281"/>
                  </a:lnTo>
                  <a:lnTo>
                    <a:pt x="184964" y="369232"/>
                  </a:lnTo>
                  <a:lnTo>
                    <a:pt x="184139" y="369349"/>
                  </a:lnTo>
                  <a:lnTo>
                    <a:pt x="183275" y="369458"/>
                  </a:lnTo>
                  <a:lnTo>
                    <a:pt x="182993" y="369561"/>
                  </a:lnTo>
                  <a:lnTo>
                    <a:pt x="182571" y="369937"/>
                  </a:lnTo>
                  <a:lnTo>
                    <a:pt x="182369" y="370127"/>
                  </a:lnTo>
                  <a:lnTo>
                    <a:pt x="182020" y="370294"/>
                  </a:lnTo>
                  <a:lnTo>
                    <a:pt x="181738" y="370255"/>
                  </a:lnTo>
                  <a:lnTo>
                    <a:pt x="181559" y="370161"/>
                  </a:lnTo>
                  <a:lnTo>
                    <a:pt x="181206" y="370020"/>
                  </a:lnTo>
                  <a:lnTo>
                    <a:pt x="181067" y="370094"/>
                  </a:lnTo>
                  <a:lnTo>
                    <a:pt x="180422" y="369636"/>
                  </a:lnTo>
                  <a:lnTo>
                    <a:pt x="179482" y="369943"/>
                  </a:lnTo>
                  <a:lnTo>
                    <a:pt x="179172" y="370288"/>
                  </a:lnTo>
                  <a:lnTo>
                    <a:pt x="179142" y="370439"/>
                  </a:lnTo>
                  <a:lnTo>
                    <a:pt x="178815" y="370541"/>
                  </a:lnTo>
                  <a:lnTo>
                    <a:pt x="178196" y="369910"/>
                  </a:lnTo>
                  <a:lnTo>
                    <a:pt x="178076" y="369769"/>
                  </a:lnTo>
                  <a:lnTo>
                    <a:pt x="177906" y="369533"/>
                  </a:lnTo>
                  <a:lnTo>
                    <a:pt x="178192" y="368892"/>
                  </a:lnTo>
                  <a:lnTo>
                    <a:pt x="178379" y="368510"/>
                  </a:lnTo>
                  <a:lnTo>
                    <a:pt x="178491" y="367965"/>
                  </a:lnTo>
                  <a:lnTo>
                    <a:pt x="178424" y="367705"/>
                  </a:lnTo>
                  <a:lnTo>
                    <a:pt x="178167" y="367214"/>
                  </a:lnTo>
                  <a:lnTo>
                    <a:pt x="177890" y="367206"/>
                  </a:lnTo>
                  <a:lnTo>
                    <a:pt x="177548" y="367631"/>
                  </a:lnTo>
                  <a:lnTo>
                    <a:pt x="177490" y="367901"/>
                  </a:lnTo>
                  <a:lnTo>
                    <a:pt x="177472" y="368226"/>
                  </a:lnTo>
                  <a:lnTo>
                    <a:pt x="177327" y="368318"/>
                  </a:lnTo>
                  <a:lnTo>
                    <a:pt x="176728" y="368267"/>
                  </a:lnTo>
                  <a:lnTo>
                    <a:pt x="176548" y="367870"/>
                  </a:lnTo>
                  <a:lnTo>
                    <a:pt x="175556" y="367248"/>
                  </a:lnTo>
                  <a:lnTo>
                    <a:pt x="174727" y="367398"/>
                  </a:lnTo>
                  <a:lnTo>
                    <a:pt x="174512" y="367498"/>
                  </a:lnTo>
                  <a:lnTo>
                    <a:pt x="174229" y="367611"/>
                  </a:lnTo>
                  <a:lnTo>
                    <a:pt x="173782" y="367651"/>
                  </a:lnTo>
                  <a:lnTo>
                    <a:pt x="173697" y="367480"/>
                  </a:lnTo>
                  <a:lnTo>
                    <a:pt x="173097" y="367147"/>
                  </a:lnTo>
                  <a:lnTo>
                    <a:pt x="172882" y="366987"/>
                  </a:lnTo>
                  <a:lnTo>
                    <a:pt x="172988" y="366527"/>
                  </a:lnTo>
                  <a:lnTo>
                    <a:pt x="172814" y="366289"/>
                  </a:lnTo>
                  <a:lnTo>
                    <a:pt x="172569" y="366455"/>
                  </a:lnTo>
                  <a:lnTo>
                    <a:pt x="171856" y="367388"/>
                  </a:lnTo>
                  <a:lnTo>
                    <a:pt x="171429" y="368142"/>
                  </a:lnTo>
                  <a:lnTo>
                    <a:pt x="171290" y="368228"/>
                  </a:lnTo>
                  <a:lnTo>
                    <a:pt x="170626" y="368602"/>
                  </a:lnTo>
                  <a:lnTo>
                    <a:pt x="170077" y="368695"/>
                  </a:lnTo>
                  <a:lnTo>
                    <a:pt x="170007" y="368852"/>
                  </a:lnTo>
                  <a:lnTo>
                    <a:pt x="169843" y="369050"/>
                  </a:lnTo>
                  <a:lnTo>
                    <a:pt x="169736" y="369229"/>
                  </a:lnTo>
                  <a:lnTo>
                    <a:pt x="169711" y="369854"/>
                  </a:lnTo>
                  <a:lnTo>
                    <a:pt x="169828" y="370096"/>
                  </a:lnTo>
                  <a:lnTo>
                    <a:pt x="169949" y="370282"/>
                  </a:lnTo>
                  <a:lnTo>
                    <a:pt x="170109" y="370611"/>
                  </a:lnTo>
                  <a:lnTo>
                    <a:pt x="170104" y="370792"/>
                  </a:lnTo>
                  <a:lnTo>
                    <a:pt x="169913" y="371411"/>
                  </a:lnTo>
                  <a:lnTo>
                    <a:pt x="169648" y="371845"/>
                  </a:lnTo>
                  <a:lnTo>
                    <a:pt x="169427" y="372025"/>
                  </a:lnTo>
                  <a:lnTo>
                    <a:pt x="169259" y="372136"/>
                  </a:lnTo>
                  <a:lnTo>
                    <a:pt x="169000" y="372864"/>
                  </a:lnTo>
                  <a:lnTo>
                    <a:pt x="168504" y="373436"/>
                  </a:lnTo>
                  <a:lnTo>
                    <a:pt x="168097" y="373769"/>
                  </a:lnTo>
                  <a:lnTo>
                    <a:pt x="167384" y="374454"/>
                  </a:lnTo>
                  <a:lnTo>
                    <a:pt x="167221" y="374126"/>
                  </a:lnTo>
                  <a:lnTo>
                    <a:pt x="167229" y="373957"/>
                  </a:lnTo>
                  <a:lnTo>
                    <a:pt x="166792" y="373786"/>
                  </a:lnTo>
                  <a:lnTo>
                    <a:pt x="166594" y="373995"/>
                  </a:lnTo>
                  <a:lnTo>
                    <a:pt x="165536" y="374801"/>
                  </a:lnTo>
                  <a:lnTo>
                    <a:pt x="164984" y="375241"/>
                  </a:lnTo>
                  <a:lnTo>
                    <a:pt x="164548" y="375699"/>
                  </a:lnTo>
                  <a:lnTo>
                    <a:pt x="164470" y="376073"/>
                  </a:lnTo>
                  <a:lnTo>
                    <a:pt x="164022" y="376621"/>
                  </a:lnTo>
                  <a:lnTo>
                    <a:pt x="163392" y="376988"/>
                  </a:lnTo>
                  <a:lnTo>
                    <a:pt x="163232" y="377069"/>
                  </a:lnTo>
                  <a:lnTo>
                    <a:pt x="163085" y="377182"/>
                  </a:lnTo>
                  <a:lnTo>
                    <a:pt x="162916" y="377365"/>
                  </a:lnTo>
                  <a:lnTo>
                    <a:pt x="162618" y="377691"/>
                  </a:lnTo>
                  <a:lnTo>
                    <a:pt x="162452" y="377882"/>
                  </a:lnTo>
                  <a:lnTo>
                    <a:pt x="162435" y="378252"/>
                  </a:lnTo>
                  <a:lnTo>
                    <a:pt x="162453" y="378678"/>
                  </a:lnTo>
                  <a:lnTo>
                    <a:pt x="161935" y="379041"/>
                  </a:lnTo>
                  <a:lnTo>
                    <a:pt x="161583" y="379527"/>
                  </a:lnTo>
                  <a:lnTo>
                    <a:pt x="161573" y="379776"/>
                  </a:lnTo>
                  <a:lnTo>
                    <a:pt x="161608" y="379910"/>
                  </a:lnTo>
                  <a:lnTo>
                    <a:pt x="161725" y="380169"/>
                  </a:lnTo>
                  <a:lnTo>
                    <a:pt x="161721" y="380581"/>
                  </a:lnTo>
                  <a:lnTo>
                    <a:pt x="161542" y="380904"/>
                  </a:lnTo>
                  <a:lnTo>
                    <a:pt x="161291" y="381503"/>
                  </a:lnTo>
                  <a:lnTo>
                    <a:pt x="161056" y="382120"/>
                  </a:lnTo>
                  <a:lnTo>
                    <a:pt x="160902" y="382572"/>
                  </a:lnTo>
                  <a:lnTo>
                    <a:pt x="160758" y="382896"/>
                  </a:lnTo>
                  <a:lnTo>
                    <a:pt x="160506" y="383413"/>
                  </a:lnTo>
                  <a:lnTo>
                    <a:pt x="160021" y="383998"/>
                  </a:lnTo>
                  <a:lnTo>
                    <a:pt x="159492" y="384211"/>
                  </a:lnTo>
                  <a:lnTo>
                    <a:pt x="159019" y="384307"/>
                  </a:lnTo>
                  <a:lnTo>
                    <a:pt x="158813" y="384328"/>
                  </a:lnTo>
                  <a:lnTo>
                    <a:pt x="158564" y="384245"/>
                  </a:lnTo>
                  <a:lnTo>
                    <a:pt x="158222" y="384211"/>
                  </a:lnTo>
                  <a:lnTo>
                    <a:pt x="158086" y="384242"/>
                  </a:lnTo>
                  <a:lnTo>
                    <a:pt x="157718" y="384493"/>
                  </a:lnTo>
                  <a:lnTo>
                    <a:pt x="157188" y="384190"/>
                  </a:lnTo>
                  <a:lnTo>
                    <a:pt x="157011" y="384039"/>
                  </a:lnTo>
                  <a:lnTo>
                    <a:pt x="157025" y="383505"/>
                  </a:lnTo>
                  <a:lnTo>
                    <a:pt x="157148" y="383266"/>
                  </a:lnTo>
                  <a:lnTo>
                    <a:pt x="157225" y="382936"/>
                  </a:lnTo>
                  <a:lnTo>
                    <a:pt x="156876" y="382661"/>
                  </a:lnTo>
                  <a:lnTo>
                    <a:pt x="156796" y="382513"/>
                  </a:lnTo>
                  <a:lnTo>
                    <a:pt x="156914" y="382238"/>
                  </a:lnTo>
                  <a:lnTo>
                    <a:pt x="156846" y="381687"/>
                  </a:lnTo>
                  <a:lnTo>
                    <a:pt x="156700" y="381637"/>
                  </a:lnTo>
                  <a:lnTo>
                    <a:pt x="156428" y="380927"/>
                  </a:lnTo>
                  <a:lnTo>
                    <a:pt x="155707" y="380625"/>
                  </a:lnTo>
                  <a:lnTo>
                    <a:pt x="155395" y="380435"/>
                  </a:lnTo>
                  <a:lnTo>
                    <a:pt x="155299" y="380243"/>
                  </a:lnTo>
                  <a:lnTo>
                    <a:pt x="155031" y="379753"/>
                  </a:lnTo>
                  <a:lnTo>
                    <a:pt x="154445" y="379364"/>
                  </a:lnTo>
                  <a:lnTo>
                    <a:pt x="154286" y="379616"/>
                  </a:lnTo>
                  <a:lnTo>
                    <a:pt x="153732" y="380262"/>
                  </a:lnTo>
                  <a:lnTo>
                    <a:pt x="153550" y="380625"/>
                  </a:lnTo>
                  <a:lnTo>
                    <a:pt x="153467" y="381062"/>
                  </a:lnTo>
                  <a:lnTo>
                    <a:pt x="153284" y="381664"/>
                  </a:lnTo>
                  <a:lnTo>
                    <a:pt x="153038" y="381783"/>
                  </a:lnTo>
                  <a:lnTo>
                    <a:pt x="152663" y="381769"/>
                  </a:lnTo>
                  <a:lnTo>
                    <a:pt x="152377" y="381589"/>
                  </a:lnTo>
                  <a:lnTo>
                    <a:pt x="152156" y="381225"/>
                  </a:lnTo>
                  <a:lnTo>
                    <a:pt x="151925" y="381021"/>
                  </a:lnTo>
                  <a:lnTo>
                    <a:pt x="151437" y="380872"/>
                  </a:lnTo>
                  <a:lnTo>
                    <a:pt x="151297" y="381040"/>
                  </a:lnTo>
                  <a:lnTo>
                    <a:pt x="151174" y="381222"/>
                  </a:lnTo>
                  <a:lnTo>
                    <a:pt x="151141" y="381367"/>
                  </a:lnTo>
                  <a:lnTo>
                    <a:pt x="150763" y="381616"/>
                  </a:lnTo>
                  <a:lnTo>
                    <a:pt x="150478" y="381060"/>
                  </a:lnTo>
                  <a:lnTo>
                    <a:pt x="150380" y="380781"/>
                  </a:lnTo>
                  <a:lnTo>
                    <a:pt x="149913" y="380610"/>
                  </a:lnTo>
                  <a:lnTo>
                    <a:pt x="149701" y="380587"/>
                  </a:lnTo>
                  <a:lnTo>
                    <a:pt x="149244" y="380614"/>
                  </a:lnTo>
                  <a:lnTo>
                    <a:pt x="149296" y="380285"/>
                  </a:lnTo>
                  <a:lnTo>
                    <a:pt x="149523" y="379815"/>
                  </a:lnTo>
                  <a:lnTo>
                    <a:pt x="149537" y="379422"/>
                  </a:lnTo>
                  <a:lnTo>
                    <a:pt x="149499" y="379156"/>
                  </a:lnTo>
                  <a:lnTo>
                    <a:pt x="149454" y="378835"/>
                  </a:lnTo>
                  <a:lnTo>
                    <a:pt x="149734" y="378065"/>
                  </a:lnTo>
                  <a:lnTo>
                    <a:pt x="149794" y="377824"/>
                  </a:lnTo>
                  <a:lnTo>
                    <a:pt x="149879" y="377679"/>
                  </a:lnTo>
                  <a:lnTo>
                    <a:pt x="150002" y="377527"/>
                  </a:lnTo>
                  <a:lnTo>
                    <a:pt x="150099" y="377335"/>
                  </a:lnTo>
                  <a:lnTo>
                    <a:pt x="150331" y="376872"/>
                  </a:lnTo>
                  <a:lnTo>
                    <a:pt x="150336" y="376740"/>
                  </a:lnTo>
                  <a:lnTo>
                    <a:pt x="150537" y="376345"/>
                  </a:lnTo>
                  <a:lnTo>
                    <a:pt x="150660" y="376152"/>
                  </a:lnTo>
                  <a:lnTo>
                    <a:pt x="150567" y="375931"/>
                  </a:lnTo>
                  <a:lnTo>
                    <a:pt x="150407" y="375561"/>
                  </a:lnTo>
                  <a:lnTo>
                    <a:pt x="150260" y="375285"/>
                  </a:lnTo>
                  <a:lnTo>
                    <a:pt x="150331" y="374846"/>
                  </a:lnTo>
                  <a:lnTo>
                    <a:pt x="150429" y="374647"/>
                  </a:lnTo>
                  <a:lnTo>
                    <a:pt x="150396" y="374336"/>
                  </a:lnTo>
                  <a:lnTo>
                    <a:pt x="149737" y="374377"/>
                  </a:lnTo>
                  <a:lnTo>
                    <a:pt x="149571" y="374547"/>
                  </a:lnTo>
                  <a:lnTo>
                    <a:pt x="149336" y="374590"/>
                  </a:lnTo>
                  <a:lnTo>
                    <a:pt x="148879" y="374380"/>
                  </a:lnTo>
                  <a:lnTo>
                    <a:pt x="148378" y="374476"/>
                  </a:lnTo>
                  <a:lnTo>
                    <a:pt x="148234" y="374713"/>
                  </a:lnTo>
                  <a:lnTo>
                    <a:pt x="148078" y="374713"/>
                  </a:lnTo>
                  <a:lnTo>
                    <a:pt x="147491" y="374599"/>
                  </a:lnTo>
                  <a:lnTo>
                    <a:pt x="147467" y="374361"/>
                  </a:lnTo>
                  <a:lnTo>
                    <a:pt x="147201" y="373857"/>
                  </a:lnTo>
                  <a:lnTo>
                    <a:pt x="146978" y="373649"/>
                  </a:lnTo>
                  <a:lnTo>
                    <a:pt x="146748" y="373597"/>
                  </a:lnTo>
                  <a:lnTo>
                    <a:pt x="146515" y="373609"/>
                  </a:lnTo>
                  <a:lnTo>
                    <a:pt x="145916" y="373823"/>
                  </a:lnTo>
                  <a:lnTo>
                    <a:pt x="145582" y="373379"/>
                  </a:lnTo>
                  <a:lnTo>
                    <a:pt x="145496" y="373234"/>
                  </a:lnTo>
                  <a:lnTo>
                    <a:pt x="145373" y="373075"/>
                  </a:lnTo>
                  <a:lnTo>
                    <a:pt x="144986" y="372925"/>
                  </a:lnTo>
                  <a:lnTo>
                    <a:pt x="144733" y="373306"/>
                  </a:lnTo>
                  <a:lnTo>
                    <a:pt x="144432" y="373700"/>
                  </a:lnTo>
                  <a:lnTo>
                    <a:pt x="144201" y="373987"/>
                  </a:lnTo>
                  <a:lnTo>
                    <a:pt x="143617" y="374597"/>
                  </a:lnTo>
                  <a:lnTo>
                    <a:pt x="143436" y="374754"/>
                  </a:lnTo>
                  <a:lnTo>
                    <a:pt x="143207" y="374801"/>
                  </a:lnTo>
                  <a:lnTo>
                    <a:pt x="142622" y="375226"/>
                  </a:lnTo>
                  <a:lnTo>
                    <a:pt x="142476" y="376212"/>
                  </a:lnTo>
                  <a:lnTo>
                    <a:pt x="142465" y="376618"/>
                  </a:lnTo>
                  <a:lnTo>
                    <a:pt x="142163" y="377318"/>
                  </a:lnTo>
                  <a:lnTo>
                    <a:pt x="141792" y="378081"/>
                  </a:lnTo>
                  <a:lnTo>
                    <a:pt x="141651" y="379262"/>
                  </a:lnTo>
                  <a:lnTo>
                    <a:pt x="141645" y="379405"/>
                  </a:lnTo>
                  <a:lnTo>
                    <a:pt x="141663" y="379612"/>
                  </a:lnTo>
                  <a:lnTo>
                    <a:pt x="141652" y="379766"/>
                  </a:lnTo>
                  <a:lnTo>
                    <a:pt x="141608" y="380041"/>
                  </a:lnTo>
                  <a:lnTo>
                    <a:pt x="141554" y="380182"/>
                  </a:lnTo>
                  <a:lnTo>
                    <a:pt x="141374" y="380470"/>
                  </a:lnTo>
                  <a:lnTo>
                    <a:pt x="140815" y="381159"/>
                  </a:lnTo>
                  <a:lnTo>
                    <a:pt x="140631" y="381276"/>
                  </a:lnTo>
                  <a:lnTo>
                    <a:pt x="140479" y="381266"/>
                  </a:lnTo>
                  <a:lnTo>
                    <a:pt x="139735" y="381170"/>
                  </a:lnTo>
                  <a:lnTo>
                    <a:pt x="138897" y="380900"/>
                  </a:lnTo>
                  <a:lnTo>
                    <a:pt x="138674" y="380702"/>
                  </a:lnTo>
                  <a:lnTo>
                    <a:pt x="138468" y="380435"/>
                  </a:lnTo>
                  <a:lnTo>
                    <a:pt x="138340" y="380452"/>
                  </a:lnTo>
                  <a:lnTo>
                    <a:pt x="137981" y="380876"/>
                  </a:lnTo>
                  <a:lnTo>
                    <a:pt x="137805" y="381340"/>
                  </a:lnTo>
                  <a:lnTo>
                    <a:pt x="137358" y="382047"/>
                  </a:lnTo>
                  <a:lnTo>
                    <a:pt x="137185" y="382951"/>
                  </a:lnTo>
                  <a:lnTo>
                    <a:pt x="137330" y="383326"/>
                  </a:lnTo>
                  <a:lnTo>
                    <a:pt x="137576" y="383402"/>
                  </a:lnTo>
                  <a:lnTo>
                    <a:pt x="137728" y="383445"/>
                  </a:lnTo>
                  <a:lnTo>
                    <a:pt x="138264" y="383734"/>
                  </a:lnTo>
                  <a:lnTo>
                    <a:pt x="138429" y="383852"/>
                  </a:lnTo>
                  <a:lnTo>
                    <a:pt x="138340" y="384006"/>
                  </a:lnTo>
                  <a:lnTo>
                    <a:pt x="138258" y="384207"/>
                  </a:lnTo>
                  <a:lnTo>
                    <a:pt x="138248" y="384859"/>
                  </a:lnTo>
                  <a:lnTo>
                    <a:pt x="138329" y="385039"/>
                  </a:lnTo>
                  <a:lnTo>
                    <a:pt x="138484" y="385657"/>
                  </a:lnTo>
                  <a:lnTo>
                    <a:pt x="138553" y="386035"/>
                  </a:lnTo>
                  <a:lnTo>
                    <a:pt x="138872" y="386348"/>
                  </a:lnTo>
                  <a:lnTo>
                    <a:pt x="139036" y="386614"/>
                  </a:lnTo>
                  <a:lnTo>
                    <a:pt x="138665" y="387426"/>
                  </a:lnTo>
                  <a:lnTo>
                    <a:pt x="138541" y="387707"/>
                  </a:lnTo>
                  <a:lnTo>
                    <a:pt x="138503" y="388372"/>
                  </a:lnTo>
                  <a:lnTo>
                    <a:pt x="137940" y="388530"/>
                  </a:lnTo>
                  <a:lnTo>
                    <a:pt x="137129" y="388858"/>
                  </a:lnTo>
                  <a:lnTo>
                    <a:pt x="136741" y="388869"/>
                  </a:lnTo>
                  <a:lnTo>
                    <a:pt x="136462" y="388650"/>
                  </a:lnTo>
                  <a:lnTo>
                    <a:pt x="136371" y="388476"/>
                  </a:lnTo>
                  <a:lnTo>
                    <a:pt x="136387" y="387940"/>
                  </a:lnTo>
                  <a:lnTo>
                    <a:pt x="136205" y="387926"/>
                  </a:lnTo>
                  <a:lnTo>
                    <a:pt x="135531" y="387957"/>
                  </a:lnTo>
                  <a:lnTo>
                    <a:pt x="135246" y="388051"/>
                  </a:lnTo>
                  <a:lnTo>
                    <a:pt x="135063" y="388103"/>
                  </a:lnTo>
                  <a:lnTo>
                    <a:pt x="133965" y="388065"/>
                  </a:lnTo>
                  <a:lnTo>
                    <a:pt x="133754" y="388191"/>
                  </a:lnTo>
                  <a:lnTo>
                    <a:pt x="133256" y="388509"/>
                  </a:lnTo>
                  <a:lnTo>
                    <a:pt x="132872" y="388309"/>
                  </a:lnTo>
                  <a:lnTo>
                    <a:pt x="132659" y="387918"/>
                  </a:lnTo>
                  <a:lnTo>
                    <a:pt x="132639" y="387708"/>
                  </a:lnTo>
                  <a:lnTo>
                    <a:pt x="132798" y="387410"/>
                  </a:lnTo>
                  <a:lnTo>
                    <a:pt x="133182" y="387349"/>
                  </a:lnTo>
                  <a:lnTo>
                    <a:pt x="133218" y="387219"/>
                  </a:lnTo>
                  <a:lnTo>
                    <a:pt x="133262" y="387076"/>
                  </a:lnTo>
                  <a:lnTo>
                    <a:pt x="133023" y="386835"/>
                  </a:lnTo>
                  <a:lnTo>
                    <a:pt x="132862" y="386705"/>
                  </a:lnTo>
                  <a:lnTo>
                    <a:pt x="132635" y="386383"/>
                  </a:lnTo>
                  <a:lnTo>
                    <a:pt x="132932" y="385682"/>
                  </a:lnTo>
                  <a:lnTo>
                    <a:pt x="133118" y="385452"/>
                  </a:lnTo>
                  <a:lnTo>
                    <a:pt x="133306" y="385035"/>
                  </a:lnTo>
                  <a:lnTo>
                    <a:pt x="133351" y="384698"/>
                  </a:lnTo>
                  <a:lnTo>
                    <a:pt x="133509" y="384780"/>
                  </a:lnTo>
                  <a:lnTo>
                    <a:pt x="133719" y="384890"/>
                  </a:lnTo>
                  <a:lnTo>
                    <a:pt x="133957" y="384871"/>
                  </a:lnTo>
                  <a:lnTo>
                    <a:pt x="134218" y="384354"/>
                  </a:lnTo>
                  <a:lnTo>
                    <a:pt x="134354" y="383950"/>
                  </a:lnTo>
                  <a:lnTo>
                    <a:pt x="134433" y="383801"/>
                  </a:lnTo>
                  <a:lnTo>
                    <a:pt x="134729" y="383303"/>
                  </a:lnTo>
                  <a:lnTo>
                    <a:pt x="134836" y="383032"/>
                  </a:lnTo>
                  <a:lnTo>
                    <a:pt x="134223" y="382370"/>
                  </a:lnTo>
                  <a:lnTo>
                    <a:pt x="133856" y="381944"/>
                  </a:lnTo>
                  <a:lnTo>
                    <a:pt x="133569" y="382369"/>
                  </a:lnTo>
                  <a:lnTo>
                    <a:pt x="133676" y="382769"/>
                  </a:lnTo>
                  <a:lnTo>
                    <a:pt x="133466" y="382766"/>
                  </a:lnTo>
                  <a:lnTo>
                    <a:pt x="133145" y="382344"/>
                  </a:lnTo>
                  <a:lnTo>
                    <a:pt x="132846" y="381720"/>
                  </a:lnTo>
                  <a:lnTo>
                    <a:pt x="132633" y="381719"/>
                  </a:lnTo>
                  <a:lnTo>
                    <a:pt x="132245" y="381875"/>
                  </a:lnTo>
                  <a:lnTo>
                    <a:pt x="131981" y="382023"/>
                  </a:lnTo>
                  <a:lnTo>
                    <a:pt x="131563" y="381906"/>
                  </a:lnTo>
                  <a:lnTo>
                    <a:pt x="131395" y="381581"/>
                  </a:lnTo>
                  <a:lnTo>
                    <a:pt x="131442" y="381070"/>
                  </a:lnTo>
                  <a:lnTo>
                    <a:pt x="131490" y="380869"/>
                  </a:lnTo>
                  <a:lnTo>
                    <a:pt x="131401" y="380293"/>
                  </a:lnTo>
                  <a:lnTo>
                    <a:pt x="130940" y="380121"/>
                  </a:lnTo>
                  <a:lnTo>
                    <a:pt x="130655" y="380094"/>
                  </a:lnTo>
                  <a:lnTo>
                    <a:pt x="130352" y="380212"/>
                  </a:lnTo>
                  <a:lnTo>
                    <a:pt x="129877" y="380854"/>
                  </a:lnTo>
                  <a:lnTo>
                    <a:pt x="129309" y="381443"/>
                  </a:lnTo>
                  <a:lnTo>
                    <a:pt x="129080" y="381511"/>
                  </a:lnTo>
                  <a:lnTo>
                    <a:pt x="128804" y="381581"/>
                  </a:lnTo>
                  <a:lnTo>
                    <a:pt x="128555" y="381867"/>
                  </a:lnTo>
                  <a:lnTo>
                    <a:pt x="128215" y="382057"/>
                  </a:lnTo>
                  <a:lnTo>
                    <a:pt x="128026" y="381724"/>
                  </a:lnTo>
                  <a:lnTo>
                    <a:pt x="127766" y="381516"/>
                  </a:lnTo>
                  <a:lnTo>
                    <a:pt x="127484" y="381420"/>
                  </a:lnTo>
                  <a:lnTo>
                    <a:pt x="127303" y="381447"/>
                  </a:lnTo>
                  <a:lnTo>
                    <a:pt x="127024" y="381539"/>
                  </a:lnTo>
                  <a:lnTo>
                    <a:pt x="126989" y="381673"/>
                  </a:lnTo>
                  <a:lnTo>
                    <a:pt x="126956" y="382104"/>
                  </a:lnTo>
                  <a:lnTo>
                    <a:pt x="126960" y="382593"/>
                  </a:lnTo>
                  <a:lnTo>
                    <a:pt x="126580" y="382871"/>
                  </a:lnTo>
                  <a:lnTo>
                    <a:pt x="125829" y="382648"/>
                  </a:lnTo>
                  <a:lnTo>
                    <a:pt x="125497" y="382415"/>
                  </a:lnTo>
                  <a:lnTo>
                    <a:pt x="125457" y="382040"/>
                  </a:lnTo>
                  <a:lnTo>
                    <a:pt x="125292" y="381880"/>
                  </a:lnTo>
                  <a:lnTo>
                    <a:pt x="125163" y="381799"/>
                  </a:lnTo>
                  <a:lnTo>
                    <a:pt x="124974" y="381696"/>
                  </a:lnTo>
                  <a:lnTo>
                    <a:pt x="124858" y="381499"/>
                  </a:lnTo>
                  <a:lnTo>
                    <a:pt x="124830" y="381338"/>
                  </a:lnTo>
                  <a:lnTo>
                    <a:pt x="124659" y="381084"/>
                  </a:lnTo>
                  <a:lnTo>
                    <a:pt x="124185" y="381066"/>
                  </a:lnTo>
                  <a:lnTo>
                    <a:pt x="124033" y="380803"/>
                  </a:lnTo>
                  <a:lnTo>
                    <a:pt x="124079" y="380325"/>
                  </a:lnTo>
                  <a:lnTo>
                    <a:pt x="123718" y="380304"/>
                  </a:lnTo>
                  <a:lnTo>
                    <a:pt x="123199" y="380135"/>
                  </a:lnTo>
                  <a:lnTo>
                    <a:pt x="122939" y="379941"/>
                  </a:lnTo>
                  <a:lnTo>
                    <a:pt x="122969" y="379785"/>
                  </a:lnTo>
                  <a:lnTo>
                    <a:pt x="122882" y="379353"/>
                  </a:lnTo>
                  <a:lnTo>
                    <a:pt x="122796" y="379061"/>
                  </a:lnTo>
                  <a:lnTo>
                    <a:pt x="122820" y="378313"/>
                  </a:lnTo>
                  <a:lnTo>
                    <a:pt x="122828" y="378140"/>
                  </a:lnTo>
                  <a:lnTo>
                    <a:pt x="123050" y="377850"/>
                  </a:lnTo>
                  <a:lnTo>
                    <a:pt x="123306" y="378089"/>
                  </a:lnTo>
                  <a:lnTo>
                    <a:pt x="123482" y="378154"/>
                  </a:lnTo>
                  <a:lnTo>
                    <a:pt x="123924" y="377779"/>
                  </a:lnTo>
                  <a:lnTo>
                    <a:pt x="124621" y="377909"/>
                  </a:lnTo>
                  <a:lnTo>
                    <a:pt x="124934" y="377818"/>
                  </a:lnTo>
                  <a:lnTo>
                    <a:pt x="125182" y="377692"/>
                  </a:lnTo>
                  <a:lnTo>
                    <a:pt x="125486" y="377048"/>
                  </a:lnTo>
                  <a:lnTo>
                    <a:pt x="125585" y="376343"/>
                  </a:lnTo>
                  <a:lnTo>
                    <a:pt x="125250" y="376117"/>
                  </a:lnTo>
                  <a:lnTo>
                    <a:pt x="124972" y="375590"/>
                  </a:lnTo>
                  <a:lnTo>
                    <a:pt x="124794" y="375366"/>
                  </a:lnTo>
                  <a:lnTo>
                    <a:pt x="124578" y="375557"/>
                  </a:lnTo>
                  <a:lnTo>
                    <a:pt x="123890" y="375354"/>
                  </a:lnTo>
                  <a:lnTo>
                    <a:pt x="123667" y="374844"/>
                  </a:lnTo>
                  <a:lnTo>
                    <a:pt x="123696" y="374587"/>
                  </a:lnTo>
                  <a:lnTo>
                    <a:pt x="123789" y="374262"/>
                  </a:lnTo>
                  <a:lnTo>
                    <a:pt x="123730" y="374115"/>
                  </a:lnTo>
                  <a:lnTo>
                    <a:pt x="123649" y="373970"/>
                  </a:lnTo>
                  <a:lnTo>
                    <a:pt x="123453" y="373749"/>
                  </a:lnTo>
                  <a:lnTo>
                    <a:pt x="123360" y="373574"/>
                  </a:lnTo>
                  <a:lnTo>
                    <a:pt x="123703" y="373123"/>
                  </a:lnTo>
                  <a:lnTo>
                    <a:pt x="123886" y="372837"/>
                  </a:lnTo>
                  <a:lnTo>
                    <a:pt x="123750" y="372638"/>
                  </a:lnTo>
                  <a:lnTo>
                    <a:pt x="123469" y="372507"/>
                  </a:lnTo>
                  <a:lnTo>
                    <a:pt x="122953" y="372203"/>
                  </a:lnTo>
                  <a:lnTo>
                    <a:pt x="122979" y="371999"/>
                  </a:lnTo>
                  <a:lnTo>
                    <a:pt x="122997" y="371637"/>
                  </a:lnTo>
                  <a:lnTo>
                    <a:pt x="122623" y="371075"/>
                  </a:lnTo>
                  <a:lnTo>
                    <a:pt x="122360" y="370665"/>
                  </a:lnTo>
                  <a:lnTo>
                    <a:pt x="122560" y="370429"/>
                  </a:lnTo>
                  <a:lnTo>
                    <a:pt x="122762" y="370249"/>
                  </a:lnTo>
                  <a:lnTo>
                    <a:pt x="122956" y="369961"/>
                  </a:lnTo>
                  <a:lnTo>
                    <a:pt x="123157" y="369383"/>
                  </a:lnTo>
                  <a:lnTo>
                    <a:pt x="123146" y="369150"/>
                  </a:lnTo>
                  <a:lnTo>
                    <a:pt x="123235" y="368938"/>
                  </a:lnTo>
                  <a:lnTo>
                    <a:pt x="123347" y="368745"/>
                  </a:lnTo>
                  <a:lnTo>
                    <a:pt x="123586" y="368403"/>
                  </a:lnTo>
                  <a:lnTo>
                    <a:pt x="123951" y="367964"/>
                  </a:lnTo>
                  <a:lnTo>
                    <a:pt x="123859" y="367728"/>
                  </a:lnTo>
                  <a:lnTo>
                    <a:pt x="123506" y="367381"/>
                  </a:lnTo>
                  <a:lnTo>
                    <a:pt x="123321" y="367423"/>
                  </a:lnTo>
                  <a:lnTo>
                    <a:pt x="123003" y="367641"/>
                  </a:lnTo>
                  <a:lnTo>
                    <a:pt x="122792" y="367792"/>
                  </a:lnTo>
                  <a:lnTo>
                    <a:pt x="122621" y="367967"/>
                  </a:lnTo>
                  <a:lnTo>
                    <a:pt x="122654" y="368159"/>
                  </a:lnTo>
                  <a:lnTo>
                    <a:pt x="122599" y="368343"/>
                  </a:lnTo>
                  <a:lnTo>
                    <a:pt x="122430" y="368536"/>
                  </a:lnTo>
                  <a:lnTo>
                    <a:pt x="122211" y="368670"/>
                  </a:lnTo>
                  <a:lnTo>
                    <a:pt x="121988" y="368739"/>
                  </a:lnTo>
                  <a:lnTo>
                    <a:pt x="121457" y="368670"/>
                  </a:lnTo>
                  <a:lnTo>
                    <a:pt x="120159" y="368882"/>
                  </a:lnTo>
                  <a:lnTo>
                    <a:pt x="119575" y="369137"/>
                  </a:lnTo>
                  <a:lnTo>
                    <a:pt x="119158" y="369413"/>
                  </a:lnTo>
                  <a:lnTo>
                    <a:pt x="118774" y="369647"/>
                  </a:lnTo>
                  <a:lnTo>
                    <a:pt x="118561" y="369755"/>
                  </a:lnTo>
                  <a:lnTo>
                    <a:pt x="118097" y="369569"/>
                  </a:lnTo>
                  <a:lnTo>
                    <a:pt x="117998" y="369300"/>
                  </a:lnTo>
                  <a:lnTo>
                    <a:pt x="117535" y="368559"/>
                  </a:lnTo>
                  <a:lnTo>
                    <a:pt x="117256" y="368490"/>
                  </a:lnTo>
                  <a:lnTo>
                    <a:pt x="116947" y="368510"/>
                  </a:lnTo>
                  <a:lnTo>
                    <a:pt x="116584" y="368373"/>
                  </a:lnTo>
                  <a:lnTo>
                    <a:pt x="115937" y="368392"/>
                  </a:lnTo>
                  <a:lnTo>
                    <a:pt x="115590" y="368130"/>
                  </a:lnTo>
                  <a:lnTo>
                    <a:pt x="115602" y="367880"/>
                  </a:lnTo>
                  <a:lnTo>
                    <a:pt x="115633" y="367559"/>
                  </a:lnTo>
                  <a:lnTo>
                    <a:pt x="115595" y="367380"/>
                  </a:lnTo>
                  <a:lnTo>
                    <a:pt x="115483" y="366929"/>
                  </a:lnTo>
                  <a:lnTo>
                    <a:pt x="115340" y="366679"/>
                  </a:lnTo>
                  <a:lnTo>
                    <a:pt x="115284" y="366491"/>
                  </a:lnTo>
                  <a:lnTo>
                    <a:pt x="115456" y="366159"/>
                  </a:lnTo>
                  <a:lnTo>
                    <a:pt x="115729" y="365919"/>
                  </a:lnTo>
                  <a:lnTo>
                    <a:pt x="116226" y="365923"/>
                  </a:lnTo>
                  <a:lnTo>
                    <a:pt x="116457" y="365563"/>
                  </a:lnTo>
                  <a:lnTo>
                    <a:pt x="116354" y="364936"/>
                  </a:lnTo>
                  <a:lnTo>
                    <a:pt x="116218" y="364464"/>
                  </a:lnTo>
                  <a:lnTo>
                    <a:pt x="116553" y="363835"/>
                  </a:lnTo>
                  <a:lnTo>
                    <a:pt x="117022" y="363786"/>
                  </a:lnTo>
                  <a:lnTo>
                    <a:pt x="117127" y="363370"/>
                  </a:lnTo>
                  <a:lnTo>
                    <a:pt x="117119" y="363136"/>
                  </a:lnTo>
                  <a:lnTo>
                    <a:pt x="117222" y="362660"/>
                  </a:lnTo>
                  <a:lnTo>
                    <a:pt x="117337" y="362449"/>
                  </a:lnTo>
                  <a:lnTo>
                    <a:pt x="117667" y="362015"/>
                  </a:lnTo>
                  <a:lnTo>
                    <a:pt x="117651" y="361855"/>
                  </a:lnTo>
                  <a:lnTo>
                    <a:pt x="117951" y="361627"/>
                  </a:lnTo>
                  <a:lnTo>
                    <a:pt x="118356" y="361252"/>
                  </a:lnTo>
                  <a:lnTo>
                    <a:pt x="118496" y="361051"/>
                  </a:lnTo>
                  <a:lnTo>
                    <a:pt x="118679" y="360978"/>
                  </a:lnTo>
                  <a:lnTo>
                    <a:pt x="118985" y="360911"/>
                  </a:lnTo>
                  <a:lnTo>
                    <a:pt x="119885" y="360368"/>
                  </a:lnTo>
                  <a:lnTo>
                    <a:pt x="120034" y="360090"/>
                  </a:lnTo>
                  <a:lnTo>
                    <a:pt x="119366" y="359955"/>
                  </a:lnTo>
                  <a:lnTo>
                    <a:pt x="119214" y="359415"/>
                  </a:lnTo>
                  <a:lnTo>
                    <a:pt x="119667" y="358922"/>
                  </a:lnTo>
                  <a:lnTo>
                    <a:pt x="120017" y="358729"/>
                  </a:lnTo>
                  <a:lnTo>
                    <a:pt x="120345" y="358416"/>
                  </a:lnTo>
                  <a:lnTo>
                    <a:pt x="119890" y="357793"/>
                  </a:lnTo>
                  <a:lnTo>
                    <a:pt x="119797" y="357490"/>
                  </a:lnTo>
                  <a:lnTo>
                    <a:pt x="119893" y="357350"/>
                  </a:lnTo>
                  <a:lnTo>
                    <a:pt x="120249" y="357115"/>
                  </a:lnTo>
                  <a:lnTo>
                    <a:pt x="120520" y="356965"/>
                  </a:lnTo>
                  <a:lnTo>
                    <a:pt x="120931" y="356808"/>
                  </a:lnTo>
                  <a:lnTo>
                    <a:pt x="121211" y="356422"/>
                  </a:lnTo>
                  <a:lnTo>
                    <a:pt x="120616" y="355592"/>
                  </a:lnTo>
                  <a:lnTo>
                    <a:pt x="120634" y="355457"/>
                  </a:lnTo>
                  <a:lnTo>
                    <a:pt x="120666" y="355311"/>
                  </a:lnTo>
                  <a:lnTo>
                    <a:pt x="120348" y="354972"/>
                  </a:lnTo>
                  <a:lnTo>
                    <a:pt x="120184" y="354908"/>
                  </a:lnTo>
                  <a:lnTo>
                    <a:pt x="120195" y="354211"/>
                  </a:lnTo>
                  <a:lnTo>
                    <a:pt x="120271" y="353836"/>
                  </a:lnTo>
                  <a:lnTo>
                    <a:pt x="120369" y="353459"/>
                  </a:lnTo>
                  <a:lnTo>
                    <a:pt x="120048" y="353044"/>
                  </a:lnTo>
                  <a:lnTo>
                    <a:pt x="119765" y="352065"/>
                  </a:lnTo>
                  <a:lnTo>
                    <a:pt x="119399" y="351766"/>
                  </a:lnTo>
                  <a:lnTo>
                    <a:pt x="119030" y="351419"/>
                  </a:lnTo>
                  <a:lnTo>
                    <a:pt x="119005" y="351248"/>
                  </a:lnTo>
                  <a:lnTo>
                    <a:pt x="118546" y="350948"/>
                  </a:lnTo>
                  <a:lnTo>
                    <a:pt x="117836" y="350981"/>
                  </a:lnTo>
                  <a:lnTo>
                    <a:pt x="117572" y="350807"/>
                  </a:lnTo>
                  <a:lnTo>
                    <a:pt x="117076" y="350678"/>
                  </a:lnTo>
                  <a:lnTo>
                    <a:pt x="116549" y="350442"/>
                  </a:lnTo>
                  <a:lnTo>
                    <a:pt x="116566" y="350249"/>
                  </a:lnTo>
                  <a:lnTo>
                    <a:pt x="116512" y="349902"/>
                  </a:lnTo>
                  <a:lnTo>
                    <a:pt x="116125" y="349349"/>
                  </a:lnTo>
                  <a:lnTo>
                    <a:pt x="115949" y="348990"/>
                  </a:lnTo>
                  <a:lnTo>
                    <a:pt x="116056" y="348605"/>
                  </a:lnTo>
                  <a:lnTo>
                    <a:pt x="116673" y="348454"/>
                  </a:lnTo>
                  <a:lnTo>
                    <a:pt x="116994" y="348122"/>
                  </a:lnTo>
                  <a:lnTo>
                    <a:pt x="117196" y="348264"/>
                  </a:lnTo>
                  <a:lnTo>
                    <a:pt x="117326" y="348328"/>
                  </a:lnTo>
                  <a:lnTo>
                    <a:pt x="117653" y="348469"/>
                  </a:lnTo>
                  <a:lnTo>
                    <a:pt x="118279" y="348674"/>
                  </a:lnTo>
                  <a:lnTo>
                    <a:pt x="119196" y="348533"/>
                  </a:lnTo>
                  <a:lnTo>
                    <a:pt x="119532" y="348448"/>
                  </a:lnTo>
                  <a:lnTo>
                    <a:pt x="120223" y="348073"/>
                  </a:lnTo>
                  <a:lnTo>
                    <a:pt x="120367" y="347725"/>
                  </a:lnTo>
                  <a:lnTo>
                    <a:pt x="119973" y="347551"/>
                  </a:lnTo>
                  <a:lnTo>
                    <a:pt x="119988" y="347260"/>
                  </a:lnTo>
                  <a:lnTo>
                    <a:pt x="120175" y="347238"/>
                  </a:lnTo>
                  <a:lnTo>
                    <a:pt x="120706" y="347263"/>
                  </a:lnTo>
                  <a:lnTo>
                    <a:pt x="120790" y="347405"/>
                  </a:lnTo>
                  <a:lnTo>
                    <a:pt x="121041" y="347659"/>
                  </a:lnTo>
                  <a:lnTo>
                    <a:pt x="121196" y="347687"/>
                  </a:lnTo>
                  <a:lnTo>
                    <a:pt x="121583" y="347368"/>
                  </a:lnTo>
                  <a:lnTo>
                    <a:pt x="121149" y="346893"/>
                  </a:lnTo>
                  <a:lnTo>
                    <a:pt x="121182" y="346708"/>
                  </a:lnTo>
                  <a:lnTo>
                    <a:pt x="121910" y="346360"/>
                  </a:lnTo>
                  <a:lnTo>
                    <a:pt x="122190" y="346317"/>
                  </a:lnTo>
                  <a:lnTo>
                    <a:pt x="122546" y="345749"/>
                  </a:lnTo>
                  <a:lnTo>
                    <a:pt x="123092" y="345717"/>
                  </a:lnTo>
                  <a:lnTo>
                    <a:pt x="123420" y="345557"/>
                  </a:lnTo>
                  <a:lnTo>
                    <a:pt x="123508" y="345411"/>
                  </a:lnTo>
                  <a:lnTo>
                    <a:pt x="123782" y="345333"/>
                  </a:lnTo>
                  <a:lnTo>
                    <a:pt x="124279" y="345733"/>
                  </a:lnTo>
                  <a:lnTo>
                    <a:pt x="124842" y="345391"/>
                  </a:lnTo>
                  <a:lnTo>
                    <a:pt x="125350" y="345556"/>
                  </a:lnTo>
                  <a:lnTo>
                    <a:pt x="125267" y="345745"/>
                  </a:lnTo>
                  <a:lnTo>
                    <a:pt x="125196" y="345944"/>
                  </a:lnTo>
                  <a:lnTo>
                    <a:pt x="125634" y="346343"/>
                  </a:lnTo>
                  <a:lnTo>
                    <a:pt x="125919" y="345939"/>
                  </a:lnTo>
                  <a:lnTo>
                    <a:pt x="125765" y="345765"/>
                  </a:lnTo>
                  <a:lnTo>
                    <a:pt x="125949" y="344870"/>
                  </a:lnTo>
                  <a:lnTo>
                    <a:pt x="126075" y="344660"/>
                  </a:lnTo>
                  <a:lnTo>
                    <a:pt x="125635" y="343964"/>
                  </a:lnTo>
                  <a:lnTo>
                    <a:pt x="125046" y="343397"/>
                  </a:lnTo>
                  <a:lnTo>
                    <a:pt x="124937" y="343159"/>
                  </a:lnTo>
                  <a:lnTo>
                    <a:pt x="125020" y="342605"/>
                  </a:lnTo>
                  <a:lnTo>
                    <a:pt x="125139" y="342250"/>
                  </a:lnTo>
                  <a:lnTo>
                    <a:pt x="125313" y="342081"/>
                  </a:lnTo>
                  <a:lnTo>
                    <a:pt x="125612" y="341736"/>
                  </a:lnTo>
                  <a:lnTo>
                    <a:pt x="125746" y="341167"/>
                  </a:lnTo>
                  <a:lnTo>
                    <a:pt x="125478" y="340808"/>
                  </a:lnTo>
                  <a:lnTo>
                    <a:pt x="125752" y="340089"/>
                  </a:lnTo>
                  <a:lnTo>
                    <a:pt x="125530" y="339889"/>
                  </a:lnTo>
                  <a:lnTo>
                    <a:pt x="124825" y="339925"/>
                  </a:lnTo>
                  <a:lnTo>
                    <a:pt x="124658" y="339742"/>
                  </a:lnTo>
                  <a:lnTo>
                    <a:pt x="124512" y="339185"/>
                  </a:lnTo>
                  <a:lnTo>
                    <a:pt x="124268" y="339064"/>
                  </a:lnTo>
                  <a:lnTo>
                    <a:pt x="124002" y="339091"/>
                  </a:lnTo>
                  <a:lnTo>
                    <a:pt x="123855" y="339211"/>
                  </a:lnTo>
                  <a:lnTo>
                    <a:pt x="123801" y="339636"/>
                  </a:lnTo>
                  <a:lnTo>
                    <a:pt x="123594" y="339884"/>
                  </a:lnTo>
                  <a:lnTo>
                    <a:pt x="123140" y="340259"/>
                  </a:lnTo>
                  <a:lnTo>
                    <a:pt x="123059" y="340700"/>
                  </a:lnTo>
                  <a:lnTo>
                    <a:pt x="122693" y="340925"/>
                  </a:lnTo>
                  <a:lnTo>
                    <a:pt x="122265" y="340796"/>
                  </a:lnTo>
                  <a:lnTo>
                    <a:pt x="122337" y="339919"/>
                  </a:lnTo>
                  <a:lnTo>
                    <a:pt x="122413" y="339495"/>
                  </a:lnTo>
                  <a:lnTo>
                    <a:pt x="122655" y="339410"/>
                  </a:lnTo>
                  <a:lnTo>
                    <a:pt x="123224" y="338945"/>
                  </a:lnTo>
                  <a:lnTo>
                    <a:pt x="123707" y="338607"/>
                  </a:lnTo>
                  <a:lnTo>
                    <a:pt x="124643" y="338261"/>
                  </a:lnTo>
                  <a:lnTo>
                    <a:pt x="124820" y="337912"/>
                  </a:lnTo>
                  <a:lnTo>
                    <a:pt x="125371" y="337529"/>
                  </a:lnTo>
                  <a:lnTo>
                    <a:pt x="125909" y="337748"/>
                  </a:lnTo>
                  <a:lnTo>
                    <a:pt x="126586" y="337748"/>
                  </a:lnTo>
                  <a:lnTo>
                    <a:pt x="126544" y="337477"/>
                  </a:lnTo>
                  <a:lnTo>
                    <a:pt x="126506" y="337244"/>
                  </a:lnTo>
                  <a:lnTo>
                    <a:pt x="126869" y="336873"/>
                  </a:lnTo>
                  <a:lnTo>
                    <a:pt x="127481" y="336801"/>
                  </a:lnTo>
                  <a:lnTo>
                    <a:pt x="127385" y="336193"/>
                  </a:lnTo>
                  <a:lnTo>
                    <a:pt x="127231" y="336015"/>
                  </a:lnTo>
                  <a:lnTo>
                    <a:pt x="127093" y="335664"/>
                  </a:lnTo>
                  <a:lnTo>
                    <a:pt x="126975" y="335286"/>
                  </a:lnTo>
                  <a:lnTo>
                    <a:pt x="126455" y="335326"/>
                  </a:lnTo>
                  <a:lnTo>
                    <a:pt x="126167" y="335211"/>
                  </a:lnTo>
                  <a:lnTo>
                    <a:pt x="126238" y="334615"/>
                  </a:lnTo>
                  <a:lnTo>
                    <a:pt x="126657" y="334477"/>
                  </a:lnTo>
                  <a:lnTo>
                    <a:pt x="126798" y="334359"/>
                  </a:lnTo>
                  <a:lnTo>
                    <a:pt x="126825" y="334168"/>
                  </a:lnTo>
                  <a:lnTo>
                    <a:pt x="126727" y="333414"/>
                  </a:lnTo>
                  <a:lnTo>
                    <a:pt x="126240" y="333027"/>
                  </a:lnTo>
                  <a:lnTo>
                    <a:pt x="126020" y="332808"/>
                  </a:lnTo>
                  <a:lnTo>
                    <a:pt x="125721" y="331799"/>
                  </a:lnTo>
                  <a:lnTo>
                    <a:pt x="125689" y="331112"/>
                  </a:lnTo>
                  <a:lnTo>
                    <a:pt x="125948" y="330670"/>
                  </a:lnTo>
                  <a:lnTo>
                    <a:pt x="124979" y="330280"/>
                  </a:lnTo>
                  <a:lnTo>
                    <a:pt x="124723" y="330296"/>
                  </a:lnTo>
                  <a:lnTo>
                    <a:pt x="124582" y="330273"/>
                  </a:lnTo>
                  <a:lnTo>
                    <a:pt x="124453" y="330927"/>
                  </a:lnTo>
                  <a:lnTo>
                    <a:pt x="124596" y="330957"/>
                  </a:lnTo>
                  <a:lnTo>
                    <a:pt x="124594" y="331326"/>
                  </a:lnTo>
                  <a:lnTo>
                    <a:pt x="124356" y="331506"/>
                  </a:lnTo>
                  <a:lnTo>
                    <a:pt x="124222" y="331371"/>
                  </a:lnTo>
                  <a:lnTo>
                    <a:pt x="123969" y="331186"/>
                  </a:lnTo>
                  <a:lnTo>
                    <a:pt x="123606" y="331013"/>
                  </a:lnTo>
                  <a:lnTo>
                    <a:pt x="123332" y="330987"/>
                  </a:lnTo>
                  <a:lnTo>
                    <a:pt x="123097" y="330763"/>
                  </a:lnTo>
                  <a:lnTo>
                    <a:pt x="123289" y="330718"/>
                  </a:lnTo>
                  <a:lnTo>
                    <a:pt x="123628" y="330678"/>
                  </a:lnTo>
                  <a:lnTo>
                    <a:pt x="123789" y="330690"/>
                  </a:lnTo>
                  <a:lnTo>
                    <a:pt x="124239" y="330654"/>
                  </a:lnTo>
                  <a:lnTo>
                    <a:pt x="124025" y="330183"/>
                  </a:lnTo>
                  <a:lnTo>
                    <a:pt x="123486" y="330253"/>
                  </a:lnTo>
                  <a:lnTo>
                    <a:pt x="123218" y="330147"/>
                  </a:lnTo>
                  <a:lnTo>
                    <a:pt x="123181" y="330003"/>
                  </a:lnTo>
                  <a:lnTo>
                    <a:pt x="123237" y="329379"/>
                  </a:lnTo>
                  <a:lnTo>
                    <a:pt x="123483" y="328712"/>
                  </a:lnTo>
                  <a:lnTo>
                    <a:pt x="123783" y="328389"/>
                  </a:lnTo>
                  <a:lnTo>
                    <a:pt x="123218" y="327899"/>
                  </a:lnTo>
                  <a:lnTo>
                    <a:pt x="122767" y="328032"/>
                  </a:lnTo>
                  <a:lnTo>
                    <a:pt x="122453" y="328118"/>
                  </a:lnTo>
                  <a:lnTo>
                    <a:pt x="122038" y="328093"/>
                  </a:lnTo>
                  <a:lnTo>
                    <a:pt x="121478" y="327049"/>
                  </a:lnTo>
                  <a:lnTo>
                    <a:pt x="121316" y="326654"/>
                  </a:lnTo>
                  <a:lnTo>
                    <a:pt x="120939" y="326726"/>
                  </a:lnTo>
                  <a:lnTo>
                    <a:pt x="120469" y="326797"/>
                  </a:lnTo>
                  <a:lnTo>
                    <a:pt x="120440" y="327128"/>
                  </a:lnTo>
                  <a:lnTo>
                    <a:pt x="120092" y="326849"/>
                  </a:lnTo>
                  <a:lnTo>
                    <a:pt x="119393" y="326996"/>
                  </a:lnTo>
                  <a:lnTo>
                    <a:pt x="119231" y="326890"/>
                  </a:lnTo>
                  <a:lnTo>
                    <a:pt x="118917" y="326712"/>
                  </a:lnTo>
                  <a:lnTo>
                    <a:pt x="117904" y="326893"/>
                  </a:lnTo>
                  <a:lnTo>
                    <a:pt x="117928" y="327475"/>
                  </a:lnTo>
                  <a:lnTo>
                    <a:pt x="117707" y="327526"/>
                  </a:lnTo>
                  <a:lnTo>
                    <a:pt x="117315" y="327555"/>
                  </a:lnTo>
                  <a:lnTo>
                    <a:pt x="116883" y="327426"/>
                  </a:lnTo>
                  <a:lnTo>
                    <a:pt x="116665" y="327421"/>
                  </a:lnTo>
                  <a:lnTo>
                    <a:pt x="116078" y="327722"/>
                  </a:lnTo>
                  <a:lnTo>
                    <a:pt x="115909" y="327722"/>
                  </a:lnTo>
                  <a:lnTo>
                    <a:pt x="115214" y="327957"/>
                  </a:lnTo>
                  <a:lnTo>
                    <a:pt x="114795" y="327882"/>
                  </a:lnTo>
                  <a:lnTo>
                    <a:pt x="114686" y="327698"/>
                  </a:lnTo>
                  <a:lnTo>
                    <a:pt x="114518" y="327378"/>
                  </a:lnTo>
                  <a:lnTo>
                    <a:pt x="114635" y="326890"/>
                  </a:lnTo>
                  <a:lnTo>
                    <a:pt x="114352" y="326770"/>
                  </a:lnTo>
                  <a:lnTo>
                    <a:pt x="113990" y="326902"/>
                  </a:lnTo>
                  <a:lnTo>
                    <a:pt x="113782" y="327473"/>
                  </a:lnTo>
                  <a:lnTo>
                    <a:pt x="113421" y="327734"/>
                  </a:lnTo>
                  <a:lnTo>
                    <a:pt x="113326" y="327875"/>
                  </a:lnTo>
                  <a:lnTo>
                    <a:pt x="113257" y="328032"/>
                  </a:lnTo>
                  <a:lnTo>
                    <a:pt x="113118" y="328247"/>
                  </a:lnTo>
                  <a:lnTo>
                    <a:pt x="112751" y="328737"/>
                  </a:lnTo>
                  <a:lnTo>
                    <a:pt x="112687" y="329075"/>
                  </a:lnTo>
                  <a:lnTo>
                    <a:pt x="112398" y="329546"/>
                  </a:lnTo>
                  <a:lnTo>
                    <a:pt x="112208" y="329771"/>
                  </a:lnTo>
                  <a:lnTo>
                    <a:pt x="112019" y="329938"/>
                  </a:lnTo>
                  <a:lnTo>
                    <a:pt x="111631" y="330178"/>
                  </a:lnTo>
                  <a:lnTo>
                    <a:pt x="111292" y="330070"/>
                  </a:lnTo>
                  <a:lnTo>
                    <a:pt x="110949" y="330338"/>
                  </a:lnTo>
                  <a:lnTo>
                    <a:pt x="110764" y="330778"/>
                  </a:lnTo>
                  <a:lnTo>
                    <a:pt x="110604" y="330988"/>
                  </a:lnTo>
                  <a:lnTo>
                    <a:pt x="110326" y="330832"/>
                  </a:lnTo>
                  <a:lnTo>
                    <a:pt x="110216" y="330653"/>
                  </a:lnTo>
                  <a:lnTo>
                    <a:pt x="109639" y="330654"/>
                  </a:lnTo>
                  <a:lnTo>
                    <a:pt x="109139" y="330957"/>
                  </a:lnTo>
                  <a:lnTo>
                    <a:pt x="108206" y="330794"/>
                  </a:lnTo>
                  <a:lnTo>
                    <a:pt x="108025" y="330546"/>
                  </a:lnTo>
                  <a:lnTo>
                    <a:pt x="108322" y="329597"/>
                  </a:lnTo>
                  <a:lnTo>
                    <a:pt x="108866" y="328987"/>
                  </a:lnTo>
                  <a:lnTo>
                    <a:pt x="109010" y="328877"/>
                  </a:lnTo>
                  <a:lnTo>
                    <a:pt x="109341" y="328562"/>
                  </a:lnTo>
                  <a:lnTo>
                    <a:pt x="109151" y="328112"/>
                  </a:lnTo>
                  <a:lnTo>
                    <a:pt x="108977" y="328088"/>
                  </a:lnTo>
                  <a:lnTo>
                    <a:pt x="108322" y="328168"/>
                  </a:lnTo>
                  <a:lnTo>
                    <a:pt x="107608" y="328409"/>
                  </a:lnTo>
                  <a:lnTo>
                    <a:pt x="107458" y="328392"/>
                  </a:lnTo>
                  <a:lnTo>
                    <a:pt x="107043" y="328523"/>
                  </a:lnTo>
                  <a:lnTo>
                    <a:pt x="106220" y="328903"/>
                  </a:lnTo>
                  <a:lnTo>
                    <a:pt x="105971" y="329203"/>
                  </a:lnTo>
                  <a:lnTo>
                    <a:pt x="105871" y="329410"/>
                  </a:lnTo>
                  <a:lnTo>
                    <a:pt x="105646" y="329467"/>
                  </a:lnTo>
                  <a:lnTo>
                    <a:pt x="104986" y="329184"/>
                  </a:lnTo>
                  <a:lnTo>
                    <a:pt x="104696" y="329186"/>
                  </a:lnTo>
                  <a:lnTo>
                    <a:pt x="104252" y="329820"/>
                  </a:lnTo>
                  <a:lnTo>
                    <a:pt x="104126" y="330138"/>
                  </a:lnTo>
                  <a:lnTo>
                    <a:pt x="103688" y="330463"/>
                  </a:lnTo>
                  <a:lnTo>
                    <a:pt x="103435" y="330492"/>
                  </a:lnTo>
                  <a:lnTo>
                    <a:pt x="103079" y="330673"/>
                  </a:lnTo>
                  <a:lnTo>
                    <a:pt x="102784" y="330963"/>
                  </a:lnTo>
                  <a:lnTo>
                    <a:pt x="102604" y="331227"/>
                  </a:lnTo>
                  <a:lnTo>
                    <a:pt x="102228" y="331662"/>
                  </a:lnTo>
                  <a:lnTo>
                    <a:pt x="101987" y="331746"/>
                  </a:lnTo>
                  <a:lnTo>
                    <a:pt x="101676" y="331675"/>
                  </a:lnTo>
                  <a:lnTo>
                    <a:pt x="101120" y="331933"/>
                  </a:lnTo>
                  <a:lnTo>
                    <a:pt x="101613" y="332360"/>
                  </a:lnTo>
                  <a:lnTo>
                    <a:pt x="101648" y="333192"/>
                  </a:lnTo>
                  <a:lnTo>
                    <a:pt x="101385" y="333349"/>
                  </a:lnTo>
                  <a:lnTo>
                    <a:pt x="100256" y="333537"/>
                  </a:lnTo>
                  <a:lnTo>
                    <a:pt x="100314" y="333325"/>
                  </a:lnTo>
                  <a:lnTo>
                    <a:pt x="100310" y="332856"/>
                  </a:lnTo>
                  <a:lnTo>
                    <a:pt x="100142" y="332706"/>
                  </a:lnTo>
                  <a:lnTo>
                    <a:pt x="100144" y="333236"/>
                  </a:lnTo>
                  <a:lnTo>
                    <a:pt x="99640" y="333310"/>
                  </a:lnTo>
                  <a:lnTo>
                    <a:pt x="99396" y="333269"/>
                  </a:lnTo>
                  <a:lnTo>
                    <a:pt x="99264" y="333466"/>
                  </a:lnTo>
                  <a:lnTo>
                    <a:pt x="99038" y="333768"/>
                  </a:lnTo>
                  <a:lnTo>
                    <a:pt x="98763" y="334053"/>
                  </a:lnTo>
                  <a:lnTo>
                    <a:pt x="98280" y="334221"/>
                  </a:lnTo>
                  <a:lnTo>
                    <a:pt x="98276" y="333860"/>
                  </a:lnTo>
                  <a:lnTo>
                    <a:pt x="98408" y="333723"/>
                  </a:lnTo>
                  <a:lnTo>
                    <a:pt x="98453" y="333504"/>
                  </a:lnTo>
                  <a:lnTo>
                    <a:pt x="98401" y="333267"/>
                  </a:lnTo>
                  <a:lnTo>
                    <a:pt x="98286" y="332953"/>
                  </a:lnTo>
                  <a:lnTo>
                    <a:pt x="98094" y="332722"/>
                  </a:lnTo>
                  <a:lnTo>
                    <a:pt x="97730" y="332601"/>
                  </a:lnTo>
                  <a:lnTo>
                    <a:pt x="97235" y="332299"/>
                  </a:lnTo>
                  <a:lnTo>
                    <a:pt x="97113" y="332115"/>
                  </a:lnTo>
                  <a:lnTo>
                    <a:pt x="97124" y="331578"/>
                  </a:lnTo>
                  <a:lnTo>
                    <a:pt x="96585" y="331292"/>
                  </a:lnTo>
                  <a:lnTo>
                    <a:pt x="96274" y="331224"/>
                  </a:lnTo>
                  <a:lnTo>
                    <a:pt x="95904" y="330885"/>
                  </a:lnTo>
                  <a:lnTo>
                    <a:pt x="95490" y="330465"/>
                  </a:lnTo>
                  <a:lnTo>
                    <a:pt x="95058" y="330231"/>
                  </a:lnTo>
                  <a:lnTo>
                    <a:pt x="94845" y="329893"/>
                  </a:lnTo>
                  <a:lnTo>
                    <a:pt x="95535" y="329396"/>
                  </a:lnTo>
                  <a:lnTo>
                    <a:pt x="95711" y="329483"/>
                  </a:lnTo>
                  <a:lnTo>
                    <a:pt x="95996" y="329767"/>
                  </a:lnTo>
                  <a:lnTo>
                    <a:pt x="96212" y="329804"/>
                  </a:lnTo>
                  <a:lnTo>
                    <a:pt x="96367" y="329768"/>
                  </a:lnTo>
                  <a:lnTo>
                    <a:pt x="96603" y="329632"/>
                  </a:lnTo>
                  <a:lnTo>
                    <a:pt x="97091" y="329339"/>
                  </a:lnTo>
                  <a:lnTo>
                    <a:pt x="97457" y="329085"/>
                  </a:lnTo>
                  <a:lnTo>
                    <a:pt x="97502" y="328915"/>
                  </a:lnTo>
                  <a:lnTo>
                    <a:pt x="97891" y="328505"/>
                  </a:lnTo>
                  <a:lnTo>
                    <a:pt x="98266" y="328589"/>
                  </a:lnTo>
                  <a:lnTo>
                    <a:pt x="98578" y="328984"/>
                  </a:lnTo>
                  <a:lnTo>
                    <a:pt x="98777" y="328831"/>
                  </a:lnTo>
                  <a:lnTo>
                    <a:pt x="98885" y="328471"/>
                  </a:lnTo>
                  <a:lnTo>
                    <a:pt x="98878" y="328319"/>
                  </a:lnTo>
                  <a:lnTo>
                    <a:pt x="98918" y="328125"/>
                  </a:lnTo>
                  <a:lnTo>
                    <a:pt x="99232" y="327852"/>
                  </a:lnTo>
                  <a:lnTo>
                    <a:pt x="99628" y="327534"/>
                  </a:lnTo>
                  <a:lnTo>
                    <a:pt x="100310" y="326482"/>
                  </a:lnTo>
                  <a:lnTo>
                    <a:pt x="100553" y="326186"/>
                  </a:lnTo>
                  <a:lnTo>
                    <a:pt x="100569" y="325400"/>
                  </a:lnTo>
                  <a:lnTo>
                    <a:pt x="100332" y="324970"/>
                  </a:lnTo>
                  <a:lnTo>
                    <a:pt x="100288" y="324434"/>
                  </a:lnTo>
                  <a:lnTo>
                    <a:pt x="100048" y="324394"/>
                  </a:lnTo>
                  <a:lnTo>
                    <a:pt x="99664" y="324113"/>
                  </a:lnTo>
                  <a:lnTo>
                    <a:pt x="99659" y="323942"/>
                  </a:lnTo>
                  <a:lnTo>
                    <a:pt x="100487" y="323472"/>
                  </a:lnTo>
                  <a:lnTo>
                    <a:pt x="100815" y="323424"/>
                  </a:lnTo>
                  <a:lnTo>
                    <a:pt x="101228" y="323301"/>
                  </a:lnTo>
                  <a:lnTo>
                    <a:pt x="101532" y="322979"/>
                  </a:lnTo>
                  <a:lnTo>
                    <a:pt x="101615" y="322739"/>
                  </a:lnTo>
                  <a:lnTo>
                    <a:pt x="102810" y="321863"/>
                  </a:lnTo>
                  <a:lnTo>
                    <a:pt x="102982" y="321397"/>
                  </a:lnTo>
                  <a:lnTo>
                    <a:pt x="103212" y="321011"/>
                  </a:lnTo>
                  <a:lnTo>
                    <a:pt x="103575" y="321171"/>
                  </a:lnTo>
                  <a:lnTo>
                    <a:pt x="104038" y="321047"/>
                  </a:lnTo>
                  <a:lnTo>
                    <a:pt x="104780" y="320518"/>
                  </a:lnTo>
                  <a:lnTo>
                    <a:pt x="105117" y="320692"/>
                  </a:lnTo>
                  <a:lnTo>
                    <a:pt x="105510" y="320674"/>
                  </a:lnTo>
                  <a:lnTo>
                    <a:pt x="105621" y="320141"/>
                  </a:lnTo>
                  <a:lnTo>
                    <a:pt x="105675" y="319920"/>
                  </a:lnTo>
                  <a:lnTo>
                    <a:pt x="106055" y="319612"/>
                  </a:lnTo>
                  <a:lnTo>
                    <a:pt x="106006" y="319278"/>
                  </a:lnTo>
                  <a:lnTo>
                    <a:pt x="105722" y="318806"/>
                  </a:lnTo>
                  <a:lnTo>
                    <a:pt x="105732" y="318303"/>
                  </a:lnTo>
                  <a:lnTo>
                    <a:pt x="105607" y="317918"/>
                  </a:lnTo>
                  <a:lnTo>
                    <a:pt x="105985" y="317934"/>
                  </a:lnTo>
                  <a:lnTo>
                    <a:pt x="106065" y="318132"/>
                  </a:lnTo>
                  <a:lnTo>
                    <a:pt x="106176" y="318279"/>
                  </a:lnTo>
                  <a:lnTo>
                    <a:pt x="106713" y="318457"/>
                  </a:lnTo>
                  <a:lnTo>
                    <a:pt x="106711" y="318251"/>
                  </a:lnTo>
                  <a:lnTo>
                    <a:pt x="106978" y="317918"/>
                  </a:lnTo>
                  <a:lnTo>
                    <a:pt x="107196" y="318051"/>
                  </a:lnTo>
                  <a:lnTo>
                    <a:pt x="107439" y="318074"/>
                  </a:lnTo>
                  <a:lnTo>
                    <a:pt x="107689" y="317868"/>
                  </a:lnTo>
                  <a:lnTo>
                    <a:pt x="107933" y="317816"/>
                  </a:lnTo>
                  <a:lnTo>
                    <a:pt x="108102" y="317799"/>
                  </a:lnTo>
                  <a:lnTo>
                    <a:pt x="107996" y="317490"/>
                  </a:lnTo>
                  <a:lnTo>
                    <a:pt x="107939" y="317328"/>
                  </a:lnTo>
                  <a:lnTo>
                    <a:pt x="107919" y="317198"/>
                  </a:lnTo>
                  <a:lnTo>
                    <a:pt x="108568" y="317080"/>
                  </a:lnTo>
                  <a:lnTo>
                    <a:pt x="108520" y="316364"/>
                  </a:lnTo>
                  <a:lnTo>
                    <a:pt x="108535" y="316067"/>
                  </a:lnTo>
                  <a:lnTo>
                    <a:pt x="108677" y="315733"/>
                  </a:lnTo>
                  <a:lnTo>
                    <a:pt x="108748" y="315096"/>
                  </a:lnTo>
                  <a:lnTo>
                    <a:pt x="108784" y="314638"/>
                  </a:lnTo>
                  <a:lnTo>
                    <a:pt x="109054" y="314583"/>
                  </a:lnTo>
                  <a:lnTo>
                    <a:pt x="109581" y="314016"/>
                  </a:lnTo>
                  <a:lnTo>
                    <a:pt x="109685" y="313482"/>
                  </a:lnTo>
                  <a:lnTo>
                    <a:pt x="109303" y="313389"/>
                  </a:lnTo>
                  <a:lnTo>
                    <a:pt x="109086" y="313659"/>
                  </a:lnTo>
                  <a:lnTo>
                    <a:pt x="108292" y="314051"/>
                  </a:lnTo>
                  <a:lnTo>
                    <a:pt x="108373" y="313620"/>
                  </a:lnTo>
                  <a:lnTo>
                    <a:pt x="108566" y="313583"/>
                  </a:lnTo>
                  <a:lnTo>
                    <a:pt x="108880" y="313398"/>
                  </a:lnTo>
                  <a:lnTo>
                    <a:pt x="109223" y="313122"/>
                  </a:lnTo>
                  <a:lnTo>
                    <a:pt x="109377" y="312895"/>
                  </a:lnTo>
                  <a:lnTo>
                    <a:pt x="109701" y="312400"/>
                  </a:lnTo>
                  <a:lnTo>
                    <a:pt x="109959" y="312355"/>
                  </a:lnTo>
                  <a:lnTo>
                    <a:pt x="110325" y="312665"/>
                  </a:lnTo>
                  <a:lnTo>
                    <a:pt x="110532" y="313117"/>
                  </a:lnTo>
                  <a:lnTo>
                    <a:pt x="110522" y="313256"/>
                  </a:lnTo>
                  <a:lnTo>
                    <a:pt x="110533" y="313385"/>
                  </a:lnTo>
                  <a:lnTo>
                    <a:pt x="110274" y="313715"/>
                  </a:lnTo>
                  <a:lnTo>
                    <a:pt x="110378" y="314136"/>
                  </a:lnTo>
                  <a:lnTo>
                    <a:pt x="110646" y="313978"/>
                  </a:lnTo>
                  <a:lnTo>
                    <a:pt x="110773" y="313821"/>
                  </a:lnTo>
                  <a:lnTo>
                    <a:pt x="111372" y="313188"/>
                  </a:lnTo>
                  <a:lnTo>
                    <a:pt x="111528" y="313148"/>
                  </a:lnTo>
                  <a:lnTo>
                    <a:pt x="111702" y="313110"/>
                  </a:lnTo>
                  <a:lnTo>
                    <a:pt x="112226" y="312665"/>
                  </a:lnTo>
                  <a:lnTo>
                    <a:pt x="112647" y="311996"/>
                  </a:lnTo>
                  <a:lnTo>
                    <a:pt x="113045" y="312241"/>
                  </a:lnTo>
                  <a:lnTo>
                    <a:pt x="113265" y="313034"/>
                  </a:lnTo>
                  <a:lnTo>
                    <a:pt x="114181" y="313562"/>
                  </a:lnTo>
                  <a:lnTo>
                    <a:pt x="114182" y="313723"/>
                  </a:lnTo>
                  <a:lnTo>
                    <a:pt x="114829" y="313466"/>
                  </a:lnTo>
                  <a:lnTo>
                    <a:pt x="115268" y="313495"/>
                  </a:lnTo>
                  <a:lnTo>
                    <a:pt x="115746" y="313631"/>
                  </a:lnTo>
                  <a:lnTo>
                    <a:pt x="116327" y="313665"/>
                  </a:lnTo>
                  <a:lnTo>
                    <a:pt x="116313" y="313421"/>
                  </a:lnTo>
                  <a:lnTo>
                    <a:pt x="116550" y="312734"/>
                  </a:lnTo>
                  <a:lnTo>
                    <a:pt x="116800" y="312556"/>
                  </a:lnTo>
                  <a:lnTo>
                    <a:pt x="116734" y="312063"/>
                  </a:lnTo>
                  <a:lnTo>
                    <a:pt x="116545" y="311575"/>
                  </a:lnTo>
                  <a:lnTo>
                    <a:pt x="116328" y="311054"/>
                  </a:lnTo>
                  <a:lnTo>
                    <a:pt x="116667" y="310921"/>
                  </a:lnTo>
                  <a:lnTo>
                    <a:pt x="116903" y="310865"/>
                  </a:lnTo>
                  <a:lnTo>
                    <a:pt x="117289" y="310465"/>
                  </a:lnTo>
                  <a:lnTo>
                    <a:pt x="117422" y="310262"/>
                  </a:lnTo>
                  <a:lnTo>
                    <a:pt x="117747" y="310193"/>
                  </a:lnTo>
                  <a:lnTo>
                    <a:pt x="118047" y="310129"/>
                  </a:lnTo>
                  <a:lnTo>
                    <a:pt x="118241" y="309879"/>
                  </a:lnTo>
                  <a:lnTo>
                    <a:pt x="118557" y="309347"/>
                  </a:lnTo>
                  <a:lnTo>
                    <a:pt x="118782" y="309215"/>
                  </a:lnTo>
                  <a:lnTo>
                    <a:pt x="119060" y="308995"/>
                  </a:lnTo>
                  <a:lnTo>
                    <a:pt x="119422" y="308594"/>
                  </a:lnTo>
                  <a:lnTo>
                    <a:pt x="119652" y="308247"/>
                  </a:lnTo>
                  <a:lnTo>
                    <a:pt x="120206" y="308118"/>
                  </a:lnTo>
                  <a:lnTo>
                    <a:pt x="120748" y="307556"/>
                  </a:lnTo>
                  <a:lnTo>
                    <a:pt x="121941" y="307557"/>
                  </a:lnTo>
                  <a:lnTo>
                    <a:pt x="122226" y="307145"/>
                  </a:lnTo>
                  <a:lnTo>
                    <a:pt x="122637" y="306884"/>
                  </a:lnTo>
                  <a:lnTo>
                    <a:pt x="123237" y="306942"/>
                  </a:lnTo>
                  <a:lnTo>
                    <a:pt x="123399" y="306664"/>
                  </a:lnTo>
                  <a:lnTo>
                    <a:pt x="123140" y="306346"/>
                  </a:lnTo>
                  <a:lnTo>
                    <a:pt x="122953" y="305676"/>
                  </a:lnTo>
                  <a:lnTo>
                    <a:pt x="123494" y="304868"/>
                  </a:lnTo>
                  <a:lnTo>
                    <a:pt x="123583" y="304712"/>
                  </a:lnTo>
                  <a:lnTo>
                    <a:pt x="123721" y="304096"/>
                  </a:lnTo>
                  <a:lnTo>
                    <a:pt x="123770" y="302952"/>
                  </a:lnTo>
                  <a:lnTo>
                    <a:pt x="123585" y="302890"/>
                  </a:lnTo>
                  <a:lnTo>
                    <a:pt x="123395" y="302584"/>
                  </a:lnTo>
                  <a:lnTo>
                    <a:pt x="123228" y="301969"/>
                  </a:lnTo>
                  <a:lnTo>
                    <a:pt x="123360" y="301476"/>
                  </a:lnTo>
                  <a:lnTo>
                    <a:pt x="123629" y="301302"/>
                  </a:lnTo>
                  <a:lnTo>
                    <a:pt x="123648" y="301063"/>
                  </a:lnTo>
                  <a:lnTo>
                    <a:pt x="122462" y="300262"/>
                  </a:lnTo>
                  <a:lnTo>
                    <a:pt x="122268" y="300204"/>
                  </a:lnTo>
                  <a:lnTo>
                    <a:pt x="121858" y="300006"/>
                  </a:lnTo>
                  <a:lnTo>
                    <a:pt x="121519" y="299570"/>
                  </a:lnTo>
                  <a:lnTo>
                    <a:pt x="121210" y="298974"/>
                  </a:lnTo>
                  <a:lnTo>
                    <a:pt x="120716" y="299135"/>
                  </a:lnTo>
                  <a:lnTo>
                    <a:pt x="120336" y="299124"/>
                  </a:lnTo>
                  <a:lnTo>
                    <a:pt x="119832" y="298924"/>
                  </a:lnTo>
                  <a:lnTo>
                    <a:pt x="119430" y="299004"/>
                  </a:lnTo>
                  <a:lnTo>
                    <a:pt x="119222" y="298827"/>
                  </a:lnTo>
                  <a:lnTo>
                    <a:pt x="119575" y="298230"/>
                  </a:lnTo>
                  <a:lnTo>
                    <a:pt x="119119" y="297700"/>
                  </a:lnTo>
                  <a:lnTo>
                    <a:pt x="119115" y="297495"/>
                  </a:lnTo>
                  <a:lnTo>
                    <a:pt x="118490" y="296611"/>
                  </a:lnTo>
                  <a:lnTo>
                    <a:pt x="118146" y="296666"/>
                  </a:lnTo>
                  <a:lnTo>
                    <a:pt x="117964" y="296593"/>
                  </a:lnTo>
                  <a:lnTo>
                    <a:pt x="117773" y="296200"/>
                  </a:lnTo>
                  <a:lnTo>
                    <a:pt x="117844" y="295758"/>
                  </a:lnTo>
                  <a:lnTo>
                    <a:pt x="118089" y="295322"/>
                  </a:lnTo>
                  <a:lnTo>
                    <a:pt x="118316" y="294787"/>
                  </a:lnTo>
                  <a:lnTo>
                    <a:pt x="118222" y="294568"/>
                  </a:lnTo>
                  <a:lnTo>
                    <a:pt x="118117" y="294210"/>
                  </a:lnTo>
                  <a:lnTo>
                    <a:pt x="118186" y="293957"/>
                  </a:lnTo>
                  <a:lnTo>
                    <a:pt x="118244" y="293794"/>
                  </a:lnTo>
                  <a:lnTo>
                    <a:pt x="118365" y="293495"/>
                  </a:lnTo>
                  <a:lnTo>
                    <a:pt x="118526" y="293312"/>
                  </a:lnTo>
                  <a:lnTo>
                    <a:pt x="118270" y="293121"/>
                  </a:lnTo>
                  <a:lnTo>
                    <a:pt x="118086" y="292991"/>
                  </a:lnTo>
                  <a:lnTo>
                    <a:pt x="117798" y="292798"/>
                  </a:lnTo>
                  <a:lnTo>
                    <a:pt x="117359" y="292430"/>
                  </a:lnTo>
                  <a:lnTo>
                    <a:pt x="117537" y="292321"/>
                  </a:lnTo>
                  <a:lnTo>
                    <a:pt x="118014" y="292038"/>
                  </a:lnTo>
                  <a:lnTo>
                    <a:pt x="117674" y="292007"/>
                  </a:lnTo>
                  <a:lnTo>
                    <a:pt x="117394" y="291774"/>
                  </a:lnTo>
                  <a:lnTo>
                    <a:pt x="117188" y="291542"/>
                  </a:lnTo>
                  <a:lnTo>
                    <a:pt x="117216" y="291120"/>
                  </a:lnTo>
                  <a:lnTo>
                    <a:pt x="117251" y="290641"/>
                  </a:lnTo>
                  <a:lnTo>
                    <a:pt x="116994" y="289877"/>
                  </a:lnTo>
                  <a:lnTo>
                    <a:pt x="117101" y="289497"/>
                  </a:lnTo>
                  <a:lnTo>
                    <a:pt x="116942" y="288803"/>
                  </a:lnTo>
                  <a:lnTo>
                    <a:pt x="116755" y="288400"/>
                  </a:lnTo>
                  <a:lnTo>
                    <a:pt x="116485" y="287617"/>
                  </a:lnTo>
                  <a:lnTo>
                    <a:pt x="116725" y="287204"/>
                  </a:lnTo>
                  <a:lnTo>
                    <a:pt x="117356" y="287055"/>
                  </a:lnTo>
                  <a:lnTo>
                    <a:pt x="117590" y="285945"/>
                  </a:lnTo>
                  <a:lnTo>
                    <a:pt x="117877" y="285690"/>
                  </a:lnTo>
                  <a:lnTo>
                    <a:pt x="118010" y="285514"/>
                  </a:lnTo>
                  <a:lnTo>
                    <a:pt x="118778" y="285385"/>
                  </a:lnTo>
                  <a:lnTo>
                    <a:pt x="119106" y="285343"/>
                  </a:lnTo>
                  <a:lnTo>
                    <a:pt x="119218" y="285062"/>
                  </a:lnTo>
                  <a:lnTo>
                    <a:pt x="119416" y="284704"/>
                  </a:lnTo>
                  <a:lnTo>
                    <a:pt x="119714" y="284240"/>
                  </a:lnTo>
                  <a:lnTo>
                    <a:pt x="119511" y="283563"/>
                  </a:lnTo>
                  <a:lnTo>
                    <a:pt x="119299" y="283333"/>
                  </a:lnTo>
                  <a:lnTo>
                    <a:pt x="119168" y="283280"/>
                  </a:lnTo>
                  <a:lnTo>
                    <a:pt x="119009" y="283196"/>
                  </a:lnTo>
                  <a:lnTo>
                    <a:pt x="118839" y="283026"/>
                  </a:lnTo>
                  <a:lnTo>
                    <a:pt x="118509" y="282801"/>
                  </a:lnTo>
                  <a:lnTo>
                    <a:pt x="118355" y="282665"/>
                  </a:lnTo>
                  <a:lnTo>
                    <a:pt x="117859" y="282724"/>
                  </a:lnTo>
                  <a:lnTo>
                    <a:pt x="117778" y="282894"/>
                  </a:lnTo>
                  <a:lnTo>
                    <a:pt x="117684" y="283112"/>
                  </a:lnTo>
                  <a:lnTo>
                    <a:pt x="117663" y="283322"/>
                  </a:lnTo>
                  <a:lnTo>
                    <a:pt x="117354" y="283697"/>
                  </a:lnTo>
                  <a:lnTo>
                    <a:pt x="117195" y="283707"/>
                  </a:lnTo>
                  <a:lnTo>
                    <a:pt x="116684" y="284235"/>
                  </a:lnTo>
                  <a:lnTo>
                    <a:pt x="116340" y="283958"/>
                  </a:lnTo>
                  <a:lnTo>
                    <a:pt x="116386" y="283507"/>
                  </a:lnTo>
                  <a:lnTo>
                    <a:pt x="116585" y="282971"/>
                  </a:lnTo>
                  <a:lnTo>
                    <a:pt x="116623" y="282667"/>
                  </a:lnTo>
                  <a:lnTo>
                    <a:pt x="116594" y="282086"/>
                  </a:lnTo>
                  <a:lnTo>
                    <a:pt x="116664" y="281858"/>
                  </a:lnTo>
                  <a:lnTo>
                    <a:pt x="116837" y="281734"/>
                  </a:lnTo>
                  <a:lnTo>
                    <a:pt x="117056" y="281469"/>
                  </a:lnTo>
                  <a:lnTo>
                    <a:pt x="116943" y="281199"/>
                  </a:lnTo>
                  <a:lnTo>
                    <a:pt x="116934" y="281069"/>
                  </a:lnTo>
                  <a:lnTo>
                    <a:pt x="117121" y="280567"/>
                  </a:lnTo>
                  <a:lnTo>
                    <a:pt x="117654" y="280051"/>
                  </a:lnTo>
                  <a:lnTo>
                    <a:pt x="117675" y="279875"/>
                  </a:lnTo>
                  <a:lnTo>
                    <a:pt x="117685" y="279675"/>
                  </a:lnTo>
                  <a:lnTo>
                    <a:pt x="117821" y="279288"/>
                  </a:lnTo>
                  <a:lnTo>
                    <a:pt x="118154" y="278859"/>
                  </a:lnTo>
                  <a:lnTo>
                    <a:pt x="118177" y="278620"/>
                  </a:lnTo>
                  <a:lnTo>
                    <a:pt x="118004" y="278293"/>
                  </a:lnTo>
                  <a:lnTo>
                    <a:pt x="118198" y="277882"/>
                  </a:lnTo>
                  <a:lnTo>
                    <a:pt x="118359" y="277781"/>
                  </a:lnTo>
                  <a:lnTo>
                    <a:pt x="118358" y="277510"/>
                  </a:lnTo>
                  <a:lnTo>
                    <a:pt x="118286" y="277191"/>
                  </a:lnTo>
                  <a:lnTo>
                    <a:pt x="118257" y="277025"/>
                  </a:lnTo>
                  <a:lnTo>
                    <a:pt x="118223" y="276531"/>
                  </a:lnTo>
                  <a:lnTo>
                    <a:pt x="118227" y="276126"/>
                  </a:lnTo>
                  <a:lnTo>
                    <a:pt x="118422" y="275570"/>
                  </a:lnTo>
                  <a:lnTo>
                    <a:pt x="118641" y="275354"/>
                  </a:lnTo>
                  <a:lnTo>
                    <a:pt x="119058" y="274885"/>
                  </a:lnTo>
                  <a:lnTo>
                    <a:pt x="119200" y="274244"/>
                  </a:lnTo>
                  <a:lnTo>
                    <a:pt x="119447" y="273634"/>
                  </a:lnTo>
                  <a:lnTo>
                    <a:pt x="119426" y="273302"/>
                  </a:lnTo>
                  <a:lnTo>
                    <a:pt x="119911" y="272905"/>
                  </a:lnTo>
                  <a:lnTo>
                    <a:pt x="120098" y="272833"/>
                  </a:lnTo>
                  <a:lnTo>
                    <a:pt x="120316" y="272755"/>
                  </a:lnTo>
                  <a:lnTo>
                    <a:pt x="120443" y="272477"/>
                  </a:lnTo>
                  <a:lnTo>
                    <a:pt x="120236" y="272509"/>
                  </a:lnTo>
                  <a:lnTo>
                    <a:pt x="119927" y="272426"/>
                  </a:lnTo>
                  <a:lnTo>
                    <a:pt x="119692" y="272258"/>
                  </a:lnTo>
                  <a:lnTo>
                    <a:pt x="118791" y="272848"/>
                  </a:lnTo>
                  <a:lnTo>
                    <a:pt x="118652" y="272815"/>
                  </a:lnTo>
                  <a:lnTo>
                    <a:pt x="118849" y="272386"/>
                  </a:lnTo>
                  <a:lnTo>
                    <a:pt x="118949" y="272242"/>
                  </a:lnTo>
                  <a:lnTo>
                    <a:pt x="119081" y="272036"/>
                  </a:lnTo>
                  <a:lnTo>
                    <a:pt x="119099" y="271865"/>
                  </a:lnTo>
                  <a:lnTo>
                    <a:pt x="118879" y="271731"/>
                  </a:lnTo>
                  <a:lnTo>
                    <a:pt x="118680" y="271684"/>
                  </a:lnTo>
                  <a:lnTo>
                    <a:pt x="118156" y="271409"/>
                  </a:lnTo>
                  <a:lnTo>
                    <a:pt x="117873" y="271476"/>
                  </a:lnTo>
                  <a:lnTo>
                    <a:pt x="117573" y="271923"/>
                  </a:lnTo>
                  <a:lnTo>
                    <a:pt x="117115" y="272260"/>
                  </a:lnTo>
                  <a:lnTo>
                    <a:pt x="116700" y="272396"/>
                  </a:lnTo>
                  <a:lnTo>
                    <a:pt x="116350" y="271865"/>
                  </a:lnTo>
                  <a:lnTo>
                    <a:pt x="116403" y="271510"/>
                  </a:lnTo>
                  <a:lnTo>
                    <a:pt x="115850" y="270821"/>
                  </a:lnTo>
                  <a:lnTo>
                    <a:pt x="115489" y="270754"/>
                  </a:lnTo>
                  <a:lnTo>
                    <a:pt x="115279" y="270663"/>
                  </a:lnTo>
                  <a:lnTo>
                    <a:pt x="115324" y="270347"/>
                  </a:lnTo>
                  <a:lnTo>
                    <a:pt x="115225" y="269952"/>
                  </a:lnTo>
                  <a:lnTo>
                    <a:pt x="115132" y="269566"/>
                  </a:lnTo>
                  <a:lnTo>
                    <a:pt x="115099" y="269264"/>
                  </a:lnTo>
                  <a:lnTo>
                    <a:pt x="115295" y="269024"/>
                  </a:lnTo>
                  <a:lnTo>
                    <a:pt x="115317" y="268857"/>
                  </a:lnTo>
                  <a:lnTo>
                    <a:pt x="115508" y="268660"/>
                  </a:lnTo>
                  <a:lnTo>
                    <a:pt x="115802" y="268271"/>
                  </a:lnTo>
                  <a:lnTo>
                    <a:pt x="115929" y="267952"/>
                  </a:lnTo>
                  <a:lnTo>
                    <a:pt x="115804" y="267376"/>
                  </a:lnTo>
                  <a:lnTo>
                    <a:pt x="115399" y="267054"/>
                  </a:lnTo>
                  <a:lnTo>
                    <a:pt x="115058" y="266944"/>
                  </a:lnTo>
                  <a:lnTo>
                    <a:pt x="114934" y="266526"/>
                  </a:lnTo>
                  <a:lnTo>
                    <a:pt x="114957" y="266337"/>
                  </a:lnTo>
                  <a:lnTo>
                    <a:pt x="114930" y="266057"/>
                  </a:lnTo>
                  <a:lnTo>
                    <a:pt x="114791" y="265893"/>
                  </a:lnTo>
                  <a:lnTo>
                    <a:pt x="114664" y="264844"/>
                  </a:lnTo>
                  <a:lnTo>
                    <a:pt x="114653" y="264595"/>
                  </a:lnTo>
                  <a:lnTo>
                    <a:pt x="114677" y="264016"/>
                  </a:lnTo>
                  <a:lnTo>
                    <a:pt x="114742" y="263754"/>
                  </a:lnTo>
                  <a:lnTo>
                    <a:pt x="114815" y="263598"/>
                  </a:lnTo>
                  <a:lnTo>
                    <a:pt x="114787" y="263322"/>
                  </a:lnTo>
                  <a:lnTo>
                    <a:pt x="114763" y="263149"/>
                  </a:lnTo>
                  <a:lnTo>
                    <a:pt x="115340" y="262007"/>
                  </a:lnTo>
                  <a:lnTo>
                    <a:pt x="115354" y="261615"/>
                  </a:lnTo>
                  <a:lnTo>
                    <a:pt x="115344" y="261224"/>
                  </a:lnTo>
                  <a:lnTo>
                    <a:pt x="115254" y="260930"/>
                  </a:lnTo>
                  <a:lnTo>
                    <a:pt x="115274" y="260717"/>
                  </a:lnTo>
                  <a:lnTo>
                    <a:pt x="115475" y="260343"/>
                  </a:lnTo>
                  <a:lnTo>
                    <a:pt x="115345" y="260177"/>
                  </a:lnTo>
                  <a:lnTo>
                    <a:pt x="115308" y="259846"/>
                  </a:lnTo>
                  <a:lnTo>
                    <a:pt x="115512" y="259421"/>
                  </a:lnTo>
                  <a:lnTo>
                    <a:pt x="115710" y="259327"/>
                  </a:lnTo>
                  <a:lnTo>
                    <a:pt x="115959" y="259201"/>
                  </a:lnTo>
                  <a:lnTo>
                    <a:pt x="116063" y="258963"/>
                  </a:lnTo>
                  <a:lnTo>
                    <a:pt x="116200" y="258648"/>
                  </a:lnTo>
                  <a:lnTo>
                    <a:pt x="116444" y="257930"/>
                  </a:lnTo>
                  <a:lnTo>
                    <a:pt x="116698" y="257574"/>
                  </a:lnTo>
                  <a:lnTo>
                    <a:pt x="117032" y="257564"/>
                  </a:lnTo>
                  <a:lnTo>
                    <a:pt x="117318" y="257480"/>
                  </a:lnTo>
                  <a:lnTo>
                    <a:pt x="117213" y="257162"/>
                  </a:lnTo>
                  <a:lnTo>
                    <a:pt x="117078" y="257110"/>
                  </a:lnTo>
                  <a:lnTo>
                    <a:pt x="116925" y="256952"/>
                  </a:lnTo>
                  <a:lnTo>
                    <a:pt x="116890" y="256734"/>
                  </a:lnTo>
                  <a:lnTo>
                    <a:pt x="116640" y="256401"/>
                  </a:lnTo>
                  <a:lnTo>
                    <a:pt x="116836" y="256172"/>
                  </a:lnTo>
                  <a:lnTo>
                    <a:pt x="116802" y="255817"/>
                  </a:lnTo>
                  <a:lnTo>
                    <a:pt x="116724" y="255559"/>
                  </a:lnTo>
                  <a:lnTo>
                    <a:pt x="116433" y="255281"/>
                  </a:lnTo>
                  <a:lnTo>
                    <a:pt x="116106" y="255184"/>
                  </a:lnTo>
                  <a:lnTo>
                    <a:pt x="115780" y="255393"/>
                  </a:lnTo>
                  <a:lnTo>
                    <a:pt x="115441" y="255968"/>
                  </a:lnTo>
                  <a:lnTo>
                    <a:pt x="115161" y="255999"/>
                  </a:lnTo>
                  <a:lnTo>
                    <a:pt x="114543" y="256261"/>
                  </a:lnTo>
                  <a:lnTo>
                    <a:pt x="114326" y="256230"/>
                  </a:lnTo>
                  <a:lnTo>
                    <a:pt x="113791" y="255602"/>
                  </a:lnTo>
                  <a:lnTo>
                    <a:pt x="113641" y="255536"/>
                  </a:lnTo>
                  <a:lnTo>
                    <a:pt x="113143" y="255986"/>
                  </a:lnTo>
                  <a:lnTo>
                    <a:pt x="112935" y="256105"/>
                  </a:lnTo>
                  <a:lnTo>
                    <a:pt x="112450" y="256424"/>
                  </a:lnTo>
                  <a:lnTo>
                    <a:pt x="112182" y="256445"/>
                  </a:lnTo>
                  <a:lnTo>
                    <a:pt x="111577" y="256059"/>
                  </a:lnTo>
                  <a:lnTo>
                    <a:pt x="111405" y="255481"/>
                  </a:lnTo>
                  <a:lnTo>
                    <a:pt x="111567" y="255372"/>
                  </a:lnTo>
                  <a:lnTo>
                    <a:pt x="111757" y="255048"/>
                  </a:lnTo>
                  <a:lnTo>
                    <a:pt x="112171" y="254737"/>
                  </a:lnTo>
                  <a:lnTo>
                    <a:pt x="112356" y="254674"/>
                  </a:lnTo>
                  <a:lnTo>
                    <a:pt x="112485" y="254573"/>
                  </a:lnTo>
                  <a:lnTo>
                    <a:pt x="112888" y="254278"/>
                  </a:lnTo>
                  <a:lnTo>
                    <a:pt x="113199" y="254131"/>
                  </a:lnTo>
                  <a:lnTo>
                    <a:pt x="113397" y="254041"/>
                  </a:lnTo>
                  <a:lnTo>
                    <a:pt x="113605" y="254012"/>
                  </a:lnTo>
                  <a:lnTo>
                    <a:pt x="113887" y="253885"/>
                  </a:lnTo>
                  <a:lnTo>
                    <a:pt x="114222" y="253671"/>
                  </a:lnTo>
                  <a:lnTo>
                    <a:pt x="114525" y="253519"/>
                  </a:lnTo>
                  <a:lnTo>
                    <a:pt x="114821" y="253414"/>
                  </a:lnTo>
                  <a:lnTo>
                    <a:pt x="115034" y="253300"/>
                  </a:lnTo>
                  <a:lnTo>
                    <a:pt x="115266" y="253108"/>
                  </a:lnTo>
                  <a:lnTo>
                    <a:pt x="115188" y="252894"/>
                  </a:lnTo>
                  <a:lnTo>
                    <a:pt x="115034" y="252740"/>
                  </a:lnTo>
                  <a:lnTo>
                    <a:pt x="114495" y="252419"/>
                  </a:lnTo>
                  <a:lnTo>
                    <a:pt x="114440" y="252174"/>
                  </a:lnTo>
                  <a:lnTo>
                    <a:pt x="114494" y="252014"/>
                  </a:lnTo>
                  <a:lnTo>
                    <a:pt x="115008" y="251721"/>
                  </a:lnTo>
                  <a:lnTo>
                    <a:pt x="115310" y="251629"/>
                  </a:lnTo>
                  <a:lnTo>
                    <a:pt x="115582" y="251288"/>
                  </a:lnTo>
                  <a:lnTo>
                    <a:pt x="115884" y="251034"/>
                  </a:lnTo>
                  <a:lnTo>
                    <a:pt x="116054" y="250932"/>
                  </a:lnTo>
                  <a:lnTo>
                    <a:pt x="115943" y="250440"/>
                  </a:lnTo>
                  <a:lnTo>
                    <a:pt x="116275" y="250047"/>
                  </a:lnTo>
                  <a:lnTo>
                    <a:pt x="116470" y="249819"/>
                  </a:lnTo>
                  <a:lnTo>
                    <a:pt x="116444" y="249584"/>
                  </a:lnTo>
                  <a:lnTo>
                    <a:pt x="116283" y="249356"/>
                  </a:lnTo>
                  <a:lnTo>
                    <a:pt x="116082" y="249293"/>
                  </a:lnTo>
                  <a:lnTo>
                    <a:pt x="115890" y="249317"/>
                  </a:lnTo>
                  <a:lnTo>
                    <a:pt x="115441" y="249195"/>
                  </a:lnTo>
                  <a:lnTo>
                    <a:pt x="115121" y="248808"/>
                  </a:lnTo>
                  <a:lnTo>
                    <a:pt x="114828" y="248656"/>
                  </a:lnTo>
                  <a:lnTo>
                    <a:pt x="114578" y="248398"/>
                  </a:lnTo>
                  <a:lnTo>
                    <a:pt x="114819" y="248142"/>
                  </a:lnTo>
                  <a:lnTo>
                    <a:pt x="114585" y="248039"/>
                  </a:lnTo>
                  <a:lnTo>
                    <a:pt x="114350" y="248093"/>
                  </a:lnTo>
                  <a:lnTo>
                    <a:pt x="114055" y="247993"/>
                  </a:lnTo>
                  <a:lnTo>
                    <a:pt x="113885" y="247921"/>
                  </a:lnTo>
                  <a:lnTo>
                    <a:pt x="113866" y="247503"/>
                  </a:lnTo>
                  <a:lnTo>
                    <a:pt x="114180" y="246854"/>
                  </a:lnTo>
                  <a:lnTo>
                    <a:pt x="114158" y="246558"/>
                  </a:lnTo>
                  <a:lnTo>
                    <a:pt x="114097" y="246225"/>
                  </a:lnTo>
                  <a:lnTo>
                    <a:pt x="113956" y="245931"/>
                  </a:lnTo>
                  <a:lnTo>
                    <a:pt x="113987" y="245214"/>
                  </a:lnTo>
                  <a:lnTo>
                    <a:pt x="113964" y="245020"/>
                  </a:lnTo>
                  <a:lnTo>
                    <a:pt x="113943" y="244759"/>
                  </a:lnTo>
                  <a:lnTo>
                    <a:pt x="114013" y="244124"/>
                  </a:lnTo>
                  <a:lnTo>
                    <a:pt x="113714" y="243775"/>
                  </a:lnTo>
                  <a:lnTo>
                    <a:pt x="113659" y="243411"/>
                  </a:lnTo>
                  <a:lnTo>
                    <a:pt x="113673" y="243006"/>
                  </a:lnTo>
                  <a:lnTo>
                    <a:pt x="113744" y="242822"/>
                  </a:lnTo>
                  <a:lnTo>
                    <a:pt x="113839" y="242625"/>
                  </a:lnTo>
                  <a:lnTo>
                    <a:pt x="114007" y="242401"/>
                  </a:lnTo>
                  <a:lnTo>
                    <a:pt x="114572" y="241629"/>
                  </a:lnTo>
                  <a:lnTo>
                    <a:pt x="114569" y="240987"/>
                  </a:lnTo>
                  <a:lnTo>
                    <a:pt x="114548" y="240723"/>
                  </a:lnTo>
                  <a:lnTo>
                    <a:pt x="114624" y="240351"/>
                  </a:lnTo>
                  <a:lnTo>
                    <a:pt x="114837" y="239258"/>
                  </a:lnTo>
                  <a:lnTo>
                    <a:pt x="114896" y="239109"/>
                  </a:lnTo>
                  <a:lnTo>
                    <a:pt x="115326" y="238636"/>
                  </a:lnTo>
                  <a:lnTo>
                    <a:pt x="115602" y="238600"/>
                  </a:lnTo>
                  <a:lnTo>
                    <a:pt x="115992" y="238238"/>
                  </a:lnTo>
                  <a:lnTo>
                    <a:pt x="116090" y="237902"/>
                  </a:lnTo>
                  <a:lnTo>
                    <a:pt x="116135" y="237620"/>
                  </a:lnTo>
                  <a:lnTo>
                    <a:pt x="116052" y="237273"/>
                  </a:lnTo>
                  <a:lnTo>
                    <a:pt x="116574" y="236228"/>
                  </a:lnTo>
                  <a:lnTo>
                    <a:pt x="117206" y="235310"/>
                  </a:lnTo>
                  <a:lnTo>
                    <a:pt x="117151" y="234684"/>
                  </a:lnTo>
                  <a:lnTo>
                    <a:pt x="117033" y="234415"/>
                  </a:lnTo>
                  <a:lnTo>
                    <a:pt x="116980" y="234266"/>
                  </a:lnTo>
                  <a:lnTo>
                    <a:pt x="116788" y="233914"/>
                  </a:lnTo>
                  <a:lnTo>
                    <a:pt x="116324" y="233794"/>
                  </a:lnTo>
                  <a:lnTo>
                    <a:pt x="116022" y="233775"/>
                  </a:lnTo>
                  <a:lnTo>
                    <a:pt x="115516" y="233478"/>
                  </a:lnTo>
                  <a:lnTo>
                    <a:pt x="115041" y="233377"/>
                  </a:lnTo>
                  <a:lnTo>
                    <a:pt x="114430" y="232943"/>
                  </a:lnTo>
                  <a:lnTo>
                    <a:pt x="113629" y="232674"/>
                  </a:lnTo>
                  <a:lnTo>
                    <a:pt x="113409" y="232081"/>
                  </a:lnTo>
                  <a:lnTo>
                    <a:pt x="113547" y="231620"/>
                  </a:lnTo>
                  <a:lnTo>
                    <a:pt x="114742" y="231259"/>
                  </a:lnTo>
                  <a:lnTo>
                    <a:pt x="115089" y="231317"/>
                  </a:lnTo>
                  <a:lnTo>
                    <a:pt x="115113" y="230495"/>
                  </a:lnTo>
                  <a:lnTo>
                    <a:pt x="114830" y="229431"/>
                  </a:lnTo>
                  <a:lnTo>
                    <a:pt x="115439" y="226056"/>
                  </a:lnTo>
                  <a:lnTo>
                    <a:pt x="116691" y="225215"/>
                  </a:lnTo>
                  <a:lnTo>
                    <a:pt x="118861" y="222810"/>
                  </a:lnTo>
                  <a:lnTo>
                    <a:pt x="118478" y="222349"/>
                  </a:lnTo>
                  <a:lnTo>
                    <a:pt x="118383" y="221528"/>
                  </a:lnTo>
                  <a:lnTo>
                    <a:pt x="117861" y="221074"/>
                  </a:lnTo>
                  <a:lnTo>
                    <a:pt x="118250" y="219961"/>
                  </a:lnTo>
                  <a:lnTo>
                    <a:pt x="118220" y="219271"/>
                  </a:lnTo>
                  <a:lnTo>
                    <a:pt x="118570" y="218951"/>
                  </a:lnTo>
                  <a:lnTo>
                    <a:pt x="118772" y="218833"/>
                  </a:lnTo>
                  <a:lnTo>
                    <a:pt x="118950" y="218802"/>
                  </a:lnTo>
                  <a:lnTo>
                    <a:pt x="119612" y="218857"/>
                  </a:lnTo>
                  <a:lnTo>
                    <a:pt x="120110" y="219084"/>
                  </a:lnTo>
                  <a:lnTo>
                    <a:pt x="119990" y="217999"/>
                  </a:lnTo>
                  <a:lnTo>
                    <a:pt x="119815" y="217679"/>
                  </a:lnTo>
                  <a:lnTo>
                    <a:pt x="119361" y="217171"/>
                  </a:lnTo>
                  <a:lnTo>
                    <a:pt x="119438" y="216948"/>
                  </a:lnTo>
                  <a:lnTo>
                    <a:pt x="119655" y="216514"/>
                  </a:lnTo>
                  <a:lnTo>
                    <a:pt x="121145" y="214158"/>
                  </a:lnTo>
                  <a:lnTo>
                    <a:pt x="121239" y="213848"/>
                  </a:lnTo>
                  <a:lnTo>
                    <a:pt x="121495" y="213085"/>
                  </a:lnTo>
                  <a:lnTo>
                    <a:pt x="121707" y="213170"/>
                  </a:lnTo>
                  <a:lnTo>
                    <a:pt x="122042" y="212678"/>
                  </a:lnTo>
                  <a:lnTo>
                    <a:pt x="124596" y="210115"/>
                  </a:lnTo>
                  <a:lnTo>
                    <a:pt x="124854" y="207951"/>
                  </a:lnTo>
                  <a:lnTo>
                    <a:pt x="127479" y="207500"/>
                  </a:lnTo>
                  <a:lnTo>
                    <a:pt x="127688" y="207516"/>
                  </a:lnTo>
                  <a:lnTo>
                    <a:pt x="128359" y="206679"/>
                  </a:lnTo>
                  <a:lnTo>
                    <a:pt x="128693" y="206567"/>
                  </a:lnTo>
                  <a:lnTo>
                    <a:pt x="129539" y="206518"/>
                  </a:lnTo>
                  <a:lnTo>
                    <a:pt x="130535" y="206847"/>
                  </a:lnTo>
                  <a:lnTo>
                    <a:pt x="130710" y="206907"/>
                  </a:lnTo>
                  <a:lnTo>
                    <a:pt x="130963" y="206960"/>
                  </a:lnTo>
                  <a:lnTo>
                    <a:pt x="134114" y="207576"/>
                  </a:lnTo>
                  <a:lnTo>
                    <a:pt x="134164" y="205005"/>
                  </a:lnTo>
                  <a:lnTo>
                    <a:pt x="134143" y="204863"/>
                  </a:lnTo>
                  <a:lnTo>
                    <a:pt x="134966" y="204426"/>
                  </a:lnTo>
                  <a:lnTo>
                    <a:pt x="135608" y="203973"/>
                  </a:lnTo>
                  <a:lnTo>
                    <a:pt x="135941" y="203837"/>
                  </a:lnTo>
                  <a:lnTo>
                    <a:pt x="136293" y="203370"/>
                  </a:lnTo>
                  <a:lnTo>
                    <a:pt x="136211" y="203210"/>
                  </a:lnTo>
                  <a:lnTo>
                    <a:pt x="135788" y="201514"/>
                  </a:lnTo>
                  <a:lnTo>
                    <a:pt x="135962" y="201278"/>
                  </a:lnTo>
                  <a:lnTo>
                    <a:pt x="136644" y="200820"/>
                  </a:lnTo>
                  <a:lnTo>
                    <a:pt x="136726" y="200685"/>
                  </a:lnTo>
                  <a:lnTo>
                    <a:pt x="137145" y="200379"/>
                  </a:lnTo>
                  <a:lnTo>
                    <a:pt x="138886" y="199776"/>
                  </a:lnTo>
                  <a:lnTo>
                    <a:pt x="139718" y="199797"/>
                  </a:lnTo>
                  <a:lnTo>
                    <a:pt x="140096" y="199815"/>
                  </a:lnTo>
                  <a:lnTo>
                    <a:pt x="140641" y="199478"/>
                  </a:lnTo>
                  <a:lnTo>
                    <a:pt x="140900" y="199440"/>
                  </a:lnTo>
                  <a:lnTo>
                    <a:pt x="141132" y="199489"/>
                  </a:lnTo>
                  <a:lnTo>
                    <a:pt x="141495" y="199809"/>
                  </a:lnTo>
                  <a:lnTo>
                    <a:pt x="142220" y="200194"/>
                  </a:lnTo>
                  <a:lnTo>
                    <a:pt x="142503" y="200067"/>
                  </a:lnTo>
                  <a:lnTo>
                    <a:pt x="144157" y="199626"/>
                  </a:lnTo>
                  <a:lnTo>
                    <a:pt x="144401" y="199659"/>
                  </a:lnTo>
                  <a:lnTo>
                    <a:pt x="144599" y="199485"/>
                  </a:lnTo>
                  <a:lnTo>
                    <a:pt x="144834" y="199400"/>
                  </a:lnTo>
                  <a:lnTo>
                    <a:pt x="147870" y="199361"/>
                  </a:lnTo>
                  <a:lnTo>
                    <a:pt x="148586" y="199153"/>
                  </a:lnTo>
                  <a:lnTo>
                    <a:pt x="149662" y="198843"/>
                  </a:lnTo>
                  <a:lnTo>
                    <a:pt x="149861" y="198860"/>
                  </a:lnTo>
                  <a:lnTo>
                    <a:pt x="152035" y="199209"/>
                  </a:lnTo>
                  <a:lnTo>
                    <a:pt x="152887" y="200192"/>
                  </a:lnTo>
                  <a:lnTo>
                    <a:pt x="153021" y="200344"/>
                  </a:lnTo>
                  <a:lnTo>
                    <a:pt x="153622" y="200724"/>
                  </a:lnTo>
                  <a:lnTo>
                    <a:pt x="153871" y="200484"/>
                  </a:lnTo>
                  <a:lnTo>
                    <a:pt x="154094" y="200288"/>
                  </a:lnTo>
                  <a:lnTo>
                    <a:pt x="154276" y="200252"/>
                  </a:lnTo>
                  <a:lnTo>
                    <a:pt x="154591" y="200277"/>
                  </a:lnTo>
                  <a:lnTo>
                    <a:pt x="154872" y="200345"/>
                  </a:lnTo>
                  <a:lnTo>
                    <a:pt x="155267" y="200536"/>
                  </a:lnTo>
                  <a:lnTo>
                    <a:pt x="155303" y="200689"/>
                  </a:lnTo>
                  <a:lnTo>
                    <a:pt x="155958" y="201430"/>
                  </a:lnTo>
                  <a:lnTo>
                    <a:pt x="156206" y="201489"/>
                  </a:lnTo>
                  <a:lnTo>
                    <a:pt x="156486" y="201528"/>
                  </a:lnTo>
                  <a:lnTo>
                    <a:pt x="156873" y="201727"/>
                  </a:lnTo>
                  <a:lnTo>
                    <a:pt x="157156" y="202100"/>
                  </a:lnTo>
                  <a:lnTo>
                    <a:pt x="157467" y="202460"/>
                  </a:lnTo>
                  <a:lnTo>
                    <a:pt x="157846" y="202485"/>
                  </a:lnTo>
                  <a:lnTo>
                    <a:pt x="158127" y="202671"/>
                  </a:lnTo>
                  <a:lnTo>
                    <a:pt x="158325" y="202899"/>
                  </a:lnTo>
                  <a:lnTo>
                    <a:pt x="158726" y="203887"/>
                  </a:lnTo>
                  <a:lnTo>
                    <a:pt x="158698" y="204145"/>
                  </a:lnTo>
                  <a:lnTo>
                    <a:pt x="158724" y="204397"/>
                  </a:lnTo>
                  <a:lnTo>
                    <a:pt x="159348" y="205115"/>
                  </a:lnTo>
                  <a:lnTo>
                    <a:pt x="159809" y="204911"/>
                  </a:lnTo>
                  <a:lnTo>
                    <a:pt x="161092" y="205172"/>
                  </a:lnTo>
                  <a:lnTo>
                    <a:pt x="161820" y="206417"/>
                  </a:lnTo>
                  <a:lnTo>
                    <a:pt x="162406" y="206255"/>
                  </a:lnTo>
                  <a:lnTo>
                    <a:pt x="162601" y="206150"/>
                  </a:lnTo>
                  <a:lnTo>
                    <a:pt x="162739" y="206063"/>
                  </a:lnTo>
                  <a:lnTo>
                    <a:pt x="163261" y="205684"/>
                  </a:lnTo>
                  <a:lnTo>
                    <a:pt x="164131" y="205137"/>
                  </a:lnTo>
                  <a:lnTo>
                    <a:pt x="164582" y="205165"/>
                  </a:lnTo>
                  <a:lnTo>
                    <a:pt x="164749" y="205154"/>
                  </a:lnTo>
                  <a:lnTo>
                    <a:pt x="165097" y="205119"/>
                  </a:lnTo>
                  <a:lnTo>
                    <a:pt x="165499" y="204034"/>
                  </a:lnTo>
                  <a:lnTo>
                    <a:pt x="165496" y="203884"/>
                  </a:lnTo>
                  <a:lnTo>
                    <a:pt x="165748" y="203342"/>
                  </a:lnTo>
                  <a:lnTo>
                    <a:pt x="167113" y="203009"/>
                  </a:lnTo>
                  <a:lnTo>
                    <a:pt x="167699" y="203611"/>
                  </a:lnTo>
                  <a:lnTo>
                    <a:pt x="167851" y="203634"/>
                  </a:lnTo>
                  <a:lnTo>
                    <a:pt x="168010" y="203309"/>
                  </a:lnTo>
                  <a:lnTo>
                    <a:pt x="168681" y="203637"/>
                  </a:lnTo>
                  <a:lnTo>
                    <a:pt x="170236" y="202640"/>
                  </a:lnTo>
                  <a:lnTo>
                    <a:pt x="170434" y="202552"/>
                  </a:lnTo>
                  <a:lnTo>
                    <a:pt x="170638" y="202523"/>
                  </a:lnTo>
                  <a:lnTo>
                    <a:pt x="172088" y="201164"/>
                  </a:lnTo>
                  <a:lnTo>
                    <a:pt x="172246" y="201116"/>
                  </a:lnTo>
                  <a:lnTo>
                    <a:pt x="172508" y="201063"/>
                  </a:lnTo>
                  <a:lnTo>
                    <a:pt x="172747" y="200883"/>
                  </a:lnTo>
                  <a:lnTo>
                    <a:pt x="173671" y="199375"/>
                  </a:lnTo>
                  <a:lnTo>
                    <a:pt x="173613" y="199231"/>
                  </a:lnTo>
                  <a:lnTo>
                    <a:pt x="173530" y="199069"/>
                  </a:lnTo>
                  <a:lnTo>
                    <a:pt x="173442" y="198849"/>
                  </a:lnTo>
                  <a:lnTo>
                    <a:pt x="173259" y="198508"/>
                  </a:lnTo>
                  <a:lnTo>
                    <a:pt x="173236" y="198375"/>
                  </a:lnTo>
                  <a:lnTo>
                    <a:pt x="173182" y="198155"/>
                  </a:lnTo>
                  <a:lnTo>
                    <a:pt x="173033" y="197859"/>
                  </a:lnTo>
                  <a:lnTo>
                    <a:pt x="172969" y="197488"/>
                  </a:lnTo>
                  <a:lnTo>
                    <a:pt x="172417" y="196504"/>
                  </a:lnTo>
                  <a:lnTo>
                    <a:pt x="172206" y="196583"/>
                  </a:lnTo>
                  <a:lnTo>
                    <a:pt x="171938" y="196649"/>
                  </a:lnTo>
                  <a:lnTo>
                    <a:pt x="171639" y="196650"/>
                  </a:lnTo>
                  <a:lnTo>
                    <a:pt x="171183" y="196611"/>
                  </a:lnTo>
                  <a:lnTo>
                    <a:pt x="171060" y="196438"/>
                  </a:lnTo>
                  <a:lnTo>
                    <a:pt x="170884" y="196369"/>
                  </a:lnTo>
                  <a:lnTo>
                    <a:pt x="170749" y="196231"/>
                  </a:lnTo>
                  <a:lnTo>
                    <a:pt x="170614" y="196179"/>
                  </a:lnTo>
                  <a:lnTo>
                    <a:pt x="170438" y="196134"/>
                  </a:lnTo>
                  <a:lnTo>
                    <a:pt x="170228" y="196175"/>
                  </a:lnTo>
                  <a:lnTo>
                    <a:pt x="169971" y="196234"/>
                  </a:lnTo>
                  <a:lnTo>
                    <a:pt x="169777" y="196084"/>
                  </a:lnTo>
                  <a:lnTo>
                    <a:pt x="169735" y="195714"/>
                  </a:lnTo>
                  <a:lnTo>
                    <a:pt x="169757" y="195500"/>
                  </a:lnTo>
                  <a:lnTo>
                    <a:pt x="169727" y="195268"/>
                  </a:lnTo>
                  <a:lnTo>
                    <a:pt x="169574" y="194962"/>
                  </a:lnTo>
                  <a:lnTo>
                    <a:pt x="169398" y="194911"/>
                  </a:lnTo>
                  <a:lnTo>
                    <a:pt x="169269" y="194882"/>
                  </a:lnTo>
                  <a:lnTo>
                    <a:pt x="169116" y="194599"/>
                  </a:lnTo>
                  <a:lnTo>
                    <a:pt x="169250" y="194460"/>
                  </a:lnTo>
                  <a:lnTo>
                    <a:pt x="169423" y="193944"/>
                  </a:lnTo>
                  <a:lnTo>
                    <a:pt x="169434" y="193666"/>
                  </a:lnTo>
                  <a:lnTo>
                    <a:pt x="168815" y="193370"/>
                  </a:lnTo>
                  <a:lnTo>
                    <a:pt x="168357" y="193200"/>
                  </a:lnTo>
                  <a:lnTo>
                    <a:pt x="168013" y="192503"/>
                  </a:lnTo>
                  <a:lnTo>
                    <a:pt x="168145" y="192042"/>
                  </a:lnTo>
                  <a:lnTo>
                    <a:pt x="167957" y="191682"/>
                  </a:lnTo>
                  <a:lnTo>
                    <a:pt x="167997" y="191473"/>
                  </a:lnTo>
                  <a:lnTo>
                    <a:pt x="168038" y="191307"/>
                  </a:lnTo>
                  <a:lnTo>
                    <a:pt x="168356" y="190545"/>
                  </a:lnTo>
                  <a:lnTo>
                    <a:pt x="168776" y="190271"/>
                  </a:lnTo>
                  <a:lnTo>
                    <a:pt x="168967" y="189908"/>
                  </a:lnTo>
                  <a:lnTo>
                    <a:pt x="169665" y="189741"/>
                  </a:lnTo>
                  <a:lnTo>
                    <a:pt x="169813" y="189063"/>
                  </a:lnTo>
                  <a:lnTo>
                    <a:pt x="169785" y="188886"/>
                  </a:lnTo>
                  <a:lnTo>
                    <a:pt x="169627" y="188663"/>
                  </a:lnTo>
                  <a:lnTo>
                    <a:pt x="169450" y="188666"/>
                  </a:lnTo>
                  <a:lnTo>
                    <a:pt x="169308" y="188689"/>
                  </a:lnTo>
                  <a:lnTo>
                    <a:pt x="169062" y="188644"/>
                  </a:lnTo>
                  <a:lnTo>
                    <a:pt x="168863" y="188598"/>
                  </a:lnTo>
                  <a:lnTo>
                    <a:pt x="168429" y="188600"/>
                  </a:lnTo>
                  <a:lnTo>
                    <a:pt x="168223" y="188422"/>
                  </a:lnTo>
                  <a:lnTo>
                    <a:pt x="168094" y="188364"/>
                  </a:lnTo>
                  <a:lnTo>
                    <a:pt x="167486" y="186875"/>
                  </a:lnTo>
                  <a:lnTo>
                    <a:pt x="167907" y="186315"/>
                  </a:lnTo>
                  <a:lnTo>
                    <a:pt x="168342" y="186178"/>
                  </a:lnTo>
                  <a:lnTo>
                    <a:pt x="168577" y="185865"/>
                  </a:lnTo>
                  <a:lnTo>
                    <a:pt x="169233" y="185633"/>
                  </a:lnTo>
                  <a:lnTo>
                    <a:pt x="169660" y="185947"/>
                  </a:lnTo>
                  <a:lnTo>
                    <a:pt x="170743" y="185803"/>
                  </a:lnTo>
                  <a:lnTo>
                    <a:pt x="171096" y="185933"/>
                  </a:lnTo>
                  <a:lnTo>
                    <a:pt x="171313" y="185915"/>
                  </a:lnTo>
                  <a:lnTo>
                    <a:pt x="171941" y="186034"/>
                  </a:lnTo>
                  <a:lnTo>
                    <a:pt x="172432" y="185836"/>
                  </a:lnTo>
                  <a:lnTo>
                    <a:pt x="172758" y="185705"/>
                  </a:lnTo>
                  <a:lnTo>
                    <a:pt x="173339" y="185352"/>
                  </a:lnTo>
                  <a:lnTo>
                    <a:pt x="173631" y="185160"/>
                  </a:lnTo>
                  <a:lnTo>
                    <a:pt x="173819" y="185085"/>
                  </a:lnTo>
                  <a:lnTo>
                    <a:pt x="174117" y="184956"/>
                  </a:lnTo>
                  <a:lnTo>
                    <a:pt x="174317" y="185002"/>
                  </a:lnTo>
                  <a:lnTo>
                    <a:pt x="174499" y="185198"/>
                  </a:lnTo>
                  <a:lnTo>
                    <a:pt x="174711" y="185371"/>
                  </a:lnTo>
                  <a:lnTo>
                    <a:pt x="175098" y="185619"/>
                  </a:lnTo>
                  <a:lnTo>
                    <a:pt x="175662" y="185866"/>
                  </a:lnTo>
                  <a:lnTo>
                    <a:pt x="175615" y="186034"/>
                  </a:lnTo>
                  <a:lnTo>
                    <a:pt x="177084" y="186918"/>
                  </a:lnTo>
                  <a:lnTo>
                    <a:pt x="177897" y="186759"/>
                  </a:lnTo>
                  <a:lnTo>
                    <a:pt x="178033" y="186671"/>
                  </a:lnTo>
                  <a:lnTo>
                    <a:pt x="178194" y="186566"/>
                  </a:lnTo>
                  <a:lnTo>
                    <a:pt x="178382" y="186426"/>
                  </a:lnTo>
                  <a:lnTo>
                    <a:pt x="178614" y="186129"/>
                  </a:lnTo>
                  <a:lnTo>
                    <a:pt x="178499" y="185640"/>
                  </a:lnTo>
                  <a:lnTo>
                    <a:pt x="178290" y="184422"/>
                  </a:lnTo>
                  <a:lnTo>
                    <a:pt x="178509" y="183946"/>
                  </a:lnTo>
                  <a:lnTo>
                    <a:pt x="178317" y="183192"/>
                  </a:lnTo>
                  <a:lnTo>
                    <a:pt x="178744" y="183046"/>
                  </a:lnTo>
                  <a:lnTo>
                    <a:pt x="178903" y="182982"/>
                  </a:lnTo>
                  <a:lnTo>
                    <a:pt x="179459" y="182944"/>
                  </a:lnTo>
                  <a:lnTo>
                    <a:pt x="180606" y="183179"/>
                  </a:lnTo>
                  <a:lnTo>
                    <a:pt x="181009" y="182876"/>
                  </a:lnTo>
                  <a:lnTo>
                    <a:pt x="181104" y="182653"/>
                  </a:lnTo>
                  <a:lnTo>
                    <a:pt x="181425" y="182665"/>
                  </a:lnTo>
                  <a:lnTo>
                    <a:pt x="181584" y="182705"/>
                  </a:lnTo>
                  <a:lnTo>
                    <a:pt x="181818" y="182777"/>
                  </a:lnTo>
                  <a:lnTo>
                    <a:pt x="182314" y="18277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8294870" y="757874"/>
              <a:ext cx="1234002" cy="954684"/>
            </a:xfrm>
            <a:custGeom>
              <a:avLst/>
              <a:pathLst>
                <a:path w="1234002" h="954684">
                  <a:moveTo>
                    <a:pt x="1038934" y="182880"/>
                  </a:moveTo>
                  <a:lnTo>
                    <a:pt x="1039315" y="183374"/>
                  </a:lnTo>
                  <a:lnTo>
                    <a:pt x="1040096" y="183406"/>
                  </a:lnTo>
                  <a:lnTo>
                    <a:pt x="1040281" y="183695"/>
                  </a:lnTo>
                  <a:lnTo>
                    <a:pt x="1040465" y="183913"/>
                  </a:lnTo>
                  <a:lnTo>
                    <a:pt x="1041230" y="184487"/>
                  </a:lnTo>
                  <a:lnTo>
                    <a:pt x="1041487" y="184420"/>
                  </a:lnTo>
                  <a:lnTo>
                    <a:pt x="1041974" y="184435"/>
                  </a:lnTo>
                  <a:lnTo>
                    <a:pt x="1042576" y="185158"/>
                  </a:lnTo>
                  <a:lnTo>
                    <a:pt x="1043117" y="185789"/>
                  </a:lnTo>
                  <a:lnTo>
                    <a:pt x="1043884" y="186207"/>
                  </a:lnTo>
                  <a:lnTo>
                    <a:pt x="1044425" y="186174"/>
                  </a:lnTo>
                  <a:lnTo>
                    <a:pt x="1044780" y="186146"/>
                  </a:lnTo>
                  <a:lnTo>
                    <a:pt x="1045231" y="186315"/>
                  </a:lnTo>
                  <a:lnTo>
                    <a:pt x="1045519" y="186559"/>
                  </a:lnTo>
                  <a:lnTo>
                    <a:pt x="1046108" y="186917"/>
                  </a:lnTo>
                  <a:lnTo>
                    <a:pt x="1046446" y="187345"/>
                  </a:lnTo>
                  <a:lnTo>
                    <a:pt x="1046280" y="189066"/>
                  </a:lnTo>
                  <a:lnTo>
                    <a:pt x="1045543" y="189319"/>
                  </a:lnTo>
                  <a:lnTo>
                    <a:pt x="1045244" y="189508"/>
                  </a:lnTo>
                  <a:lnTo>
                    <a:pt x="1045421" y="190009"/>
                  </a:lnTo>
                  <a:lnTo>
                    <a:pt x="1045555" y="190333"/>
                  </a:lnTo>
                  <a:lnTo>
                    <a:pt x="1045787" y="190520"/>
                  </a:lnTo>
                  <a:lnTo>
                    <a:pt x="1046273" y="190737"/>
                  </a:lnTo>
                  <a:lnTo>
                    <a:pt x="1046675" y="190835"/>
                  </a:lnTo>
                  <a:lnTo>
                    <a:pt x="1046972" y="190964"/>
                  </a:lnTo>
                  <a:lnTo>
                    <a:pt x="1047425" y="191118"/>
                  </a:lnTo>
                  <a:lnTo>
                    <a:pt x="1047761" y="191360"/>
                  </a:lnTo>
                  <a:lnTo>
                    <a:pt x="1048060" y="191661"/>
                  </a:lnTo>
                  <a:lnTo>
                    <a:pt x="1048250" y="191686"/>
                  </a:lnTo>
                  <a:lnTo>
                    <a:pt x="1048695" y="191728"/>
                  </a:lnTo>
                  <a:lnTo>
                    <a:pt x="1048926" y="191647"/>
                  </a:lnTo>
                  <a:lnTo>
                    <a:pt x="1049465" y="191557"/>
                  </a:lnTo>
                  <a:lnTo>
                    <a:pt x="1049879" y="191899"/>
                  </a:lnTo>
                  <a:lnTo>
                    <a:pt x="1049925" y="192132"/>
                  </a:lnTo>
                  <a:lnTo>
                    <a:pt x="1050109" y="192637"/>
                  </a:lnTo>
                  <a:lnTo>
                    <a:pt x="1050720" y="192966"/>
                  </a:lnTo>
                  <a:lnTo>
                    <a:pt x="1050852" y="193035"/>
                  </a:lnTo>
                  <a:lnTo>
                    <a:pt x="1050622" y="193225"/>
                  </a:lnTo>
                  <a:lnTo>
                    <a:pt x="1050646" y="193976"/>
                  </a:lnTo>
                  <a:lnTo>
                    <a:pt x="1050663" y="194469"/>
                  </a:lnTo>
                  <a:lnTo>
                    <a:pt x="1051051" y="194906"/>
                  </a:lnTo>
                  <a:lnTo>
                    <a:pt x="1051293" y="195096"/>
                  </a:lnTo>
                  <a:lnTo>
                    <a:pt x="1051681" y="195222"/>
                  </a:lnTo>
                  <a:lnTo>
                    <a:pt x="1052178" y="195421"/>
                  </a:lnTo>
                  <a:lnTo>
                    <a:pt x="1051944" y="196197"/>
                  </a:lnTo>
                  <a:lnTo>
                    <a:pt x="1051600" y="196290"/>
                  </a:lnTo>
                  <a:lnTo>
                    <a:pt x="1051416" y="196681"/>
                  </a:lnTo>
                  <a:lnTo>
                    <a:pt x="1051361" y="196936"/>
                  </a:lnTo>
                  <a:lnTo>
                    <a:pt x="1051098" y="197526"/>
                  </a:lnTo>
                  <a:lnTo>
                    <a:pt x="1050810" y="197915"/>
                  </a:lnTo>
                  <a:lnTo>
                    <a:pt x="1050581" y="197950"/>
                  </a:lnTo>
                  <a:lnTo>
                    <a:pt x="1050205" y="198080"/>
                  </a:lnTo>
                  <a:lnTo>
                    <a:pt x="1050027" y="198210"/>
                  </a:lnTo>
                  <a:lnTo>
                    <a:pt x="1049731" y="198462"/>
                  </a:lnTo>
                  <a:lnTo>
                    <a:pt x="1049384" y="198656"/>
                  </a:lnTo>
                  <a:lnTo>
                    <a:pt x="1049214" y="198663"/>
                  </a:lnTo>
                  <a:lnTo>
                    <a:pt x="1049006" y="198702"/>
                  </a:lnTo>
                  <a:lnTo>
                    <a:pt x="1048712" y="198758"/>
                  </a:lnTo>
                  <a:lnTo>
                    <a:pt x="1047720" y="199365"/>
                  </a:lnTo>
                  <a:lnTo>
                    <a:pt x="1047546" y="199527"/>
                  </a:lnTo>
                  <a:lnTo>
                    <a:pt x="1047282" y="200031"/>
                  </a:lnTo>
                  <a:lnTo>
                    <a:pt x="1047178" y="200314"/>
                  </a:lnTo>
                  <a:lnTo>
                    <a:pt x="1047037" y="200386"/>
                  </a:lnTo>
                  <a:lnTo>
                    <a:pt x="1046436" y="201044"/>
                  </a:lnTo>
                  <a:lnTo>
                    <a:pt x="1046398" y="201323"/>
                  </a:lnTo>
                  <a:lnTo>
                    <a:pt x="1046388" y="201599"/>
                  </a:lnTo>
                  <a:lnTo>
                    <a:pt x="1046136" y="202329"/>
                  </a:lnTo>
                  <a:lnTo>
                    <a:pt x="1046010" y="202470"/>
                  </a:lnTo>
                  <a:lnTo>
                    <a:pt x="1045631" y="203036"/>
                  </a:lnTo>
                  <a:lnTo>
                    <a:pt x="1044935" y="203286"/>
                  </a:lnTo>
                  <a:lnTo>
                    <a:pt x="1044249" y="203826"/>
                  </a:lnTo>
                  <a:lnTo>
                    <a:pt x="1043922" y="203858"/>
                  </a:lnTo>
                  <a:lnTo>
                    <a:pt x="1043765" y="203885"/>
                  </a:lnTo>
                  <a:lnTo>
                    <a:pt x="1043515" y="204362"/>
                  </a:lnTo>
                  <a:lnTo>
                    <a:pt x="1043381" y="204574"/>
                  </a:lnTo>
                  <a:lnTo>
                    <a:pt x="1043234" y="205116"/>
                  </a:lnTo>
                  <a:lnTo>
                    <a:pt x="1043474" y="205245"/>
                  </a:lnTo>
                  <a:lnTo>
                    <a:pt x="1043762" y="205483"/>
                  </a:lnTo>
                  <a:lnTo>
                    <a:pt x="1043748" y="205623"/>
                  </a:lnTo>
                  <a:lnTo>
                    <a:pt x="1043909" y="205908"/>
                  </a:lnTo>
                  <a:lnTo>
                    <a:pt x="1043549" y="206145"/>
                  </a:lnTo>
                  <a:lnTo>
                    <a:pt x="1043178" y="206379"/>
                  </a:lnTo>
                  <a:lnTo>
                    <a:pt x="1042697" y="207145"/>
                  </a:lnTo>
                  <a:lnTo>
                    <a:pt x="1042346" y="207496"/>
                  </a:lnTo>
                  <a:lnTo>
                    <a:pt x="1042031" y="207648"/>
                  </a:lnTo>
                  <a:lnTo>
                    <a:pt x="1041881" y="207699"/>
                  </a:lnTo>
                  <a:lnTo>
                    <a:pt x="1041653" y="207779"/>
                  </a:lnTo>
                  <a:lnTo>
                    <a:pt x="1041009" y="208030"/>
                  </a:lnTo>
                  <a:lnTo>
                    <a:pt x="1040239" y="208478"/>
                  </a:lnTo>
                  <a:lnTo>
                    <a:pt x="1039936" y="208870"/>
                  </a:lnTo>
                  <a:lnTo>
                    <a:pt x="1039545" y="209158"/>
                  </a:lnTo>
                  <a:lnTo>
                    <a:pt x="1039052" y="209680"/>
                  </a:lnTo>
                  <a:lnTo>
                    <a:pt x="1038310" y="209707"/>
                  </a:lnTo>
                  <a:lnTo>
                    <a:pt x="1037749" y="209834"/>
                  </a:lnTo>
                  <a:lnTo>
                    <a:pt x="1037331" y="210455"/>
                  </a:lnTo>
                  <a:lnTo>
                    <a:pt x="1037111" y="210861"/>
                  </a:lnTo>
                  <a:lnTo>
                    <a:pt x="1037041" y="211048"/>
                  </a:lnTo>
                  <a:lnTo>
                    <a:pt x="1036669" y="211768"/>
                  </a:lnTo>
                  <a:lnTo>
                    <a:pt x="1036291" y="211963"/>
                  </a:lnTo>
                  <a:lnTo>
                    <a:pt x="1035935" y="212118"/>
                  </a:lnTo>
                  <a:lnTo>
                    <a:pt x="1035679" y="212277"/>
                  </a:lnTo>
                  <a:lnTo>
                    <a:pt x="1035472" y="212447"/>
                  </a:lnTo>
                  <a:lnTo>
                    <a:pt x="1035358" y="212587"/>
                  </a:lnTo>
                  <a:lnTo>
                    <a:pt x="1035076" y="212851"/>
                  </a:lnTo>
                  <a:lnTo>
                    <a:pt x="1034402" y="213357"/>
                  </a:lnTo>
                  <a:lnTo>
                    <a:pt x="1033981" y="213432"/>
                  </a:lnTo>
                  <a:lnTo>
                    <a:pt x="1033883" y="213613"/>
                  </a:lnTo>
                  <a:lnTo>
                    <a:pt x="1033790" y="213786"/>
                  </a:lnTo>
                  <a:lnTo>
                    <a:pt x="1033478" y="214035"/>
                  </a:lnTo>
                  <a:lnTo>
                    <a:pt x="1033340" y="214072"/>
                  </a:lnTo>
                  <a:lnTo>
                    <a:pt x="1032691" y="214220"/>
                  </a:lnTo>
                  <a:lnTo>
                    <a:pt x="1032458" y="214211"/>
                  </a:lnTo>
                  <a:lnTo>
                    <a:pt x="1032001" y="214267"/>
                  </a:lnTo>
                  <a:lnTo>
                    <a:pt x="1031565" y="214375"/>
                  </a:lnTo>
                  <a:lnTo>
                    <a:pt x="1031409" y="214373"/>
                  </a:lnTo>
                  <a:lnTo>
                    <a:pt x="1030981" y="214363"/>
                  </a:lnTo>
                  <a:lnTo>
                    <a:pt x="1030495" y="214587"/>
                  </a:lnTo>
                  <a:lnTo>
                    <a:pt x="1030556" y="214902"/>
                  </a:lnTo>
                  <a:lnTo>
                    <a:pt x="1030292" y="215022"/>
                  </a:lnTo>
                  <a:lnTo>
                    <a:pt x="1029643" y="215798"/>
                  </a:lnTo>
                  <a:lnTo>
                    <a:pt x="1029327" y="216010"/>
                  </a:lnTo>
                  <a:lnTo>
                    <a:pt x="1028544" y="216353"/>
                  </a:lnTo>
                  <a:lnTo>
                    <a:pt x="1028174" y="216496"/>
                  </a:lnTo>
                  <a:lnTo>
                    <a:pt x="1028025" y="216558"/>
                  </a:lnTo>
                  <a:lnTo>
                    <a:pt x="1027662" y="216845"/>
                  </a:lnTo>
                  <a:lnTo>
                    <a:pt x="1027603" y="217022"/>
                  </a:lnTo>
                  <a:lnTo>
                    <a:pt x="1027365" y="217289"/>
                  </a:lnTo>
                  <a:lnTo>
                    <a:pt x="1027188" y="217358"/>
                  </a:lnTo>
                  <a:lnTo>
                    <a:pt x="1026018" y="217911"/>
                  </a:lnTo>
                  <a:lnTo>
                    <a:pt x="1025482" y="218295"/>
                  </a:lnTo>
                  <a:lnTo>
                    <a:pt x="1025566" y="218588"/>
                  </a:lnTo>
                  <a:lnTo>
                    <a:pt x="1025901" y="218875"/>
                  </a:lnTo>
                  <a:lnTo>
                    <a:pt x="1026504" y="219086"/>
                  </a:lnTo>
                  <a:lnTo>
                    <a:pt x="1027060" y="219345"/>
                  </a:lnTo>
                  <a:lnTo>
                    <a:pt x="1027253" y="219404"/>
                  </a:lnTo>
                  <a:lnTo>
                    <a:pt x="1027505" y="219262"/>
                  </a:lnTo>
                  <a:lnTo>
                    <a:pt x="1028173" y="218961"/>
                  </a:lnTo>
                  <a:lnTo>
                    <a:pt x="1028426" y="218991"/>
                  </a:lnTo>
                  <a:lnTo>
                    <a:pt x="1029299" y="218792"/>
                  </a:lnTo>
                  <a:lnTo>
                    <a:pt x="1029930" y="219105"/>
                  </a:lnTo>
                  <a:lnTo>
                    <a:pt x="1030177" y="219255"/>
                  </a:lnTo>
                  <a:lnTo>
                    <a:pt x="1030870" y="219399"/>
                  </a:lnTo>
                  <a:lnTo>
                    <a:pt x="1031246" y="219539"/>
                  </a:lnTo>
                  <a:lnTo>
                    <a:pt x="1031300" y="219779"/>
                  </a:lnTo>
                  <a:lnTo>
                    <a:pt x="1031352" y="220328"/>
                  </a:lnTo>
                  <a:lnTo>
                    <a:pt x="1032340" y="220992"/>
                  </a:lnTo>
                  <a:lnTo>
                    <a:pt x="1032438" y="221321"/>
                  </a:lnTo>
                  <a:lnTo>
                    <a:pt x="1032792" y="221468"/>
                  </a:lnTo>
                  <a:lnTo>
                    <a:pt x="1033237" y="221493"/>
                  </a:lnTo>
                  <a:lnTo>
                    <a:pt x="1033994" y="221768"/>
                  </a:lnTo>
                  <a:lnTo>
                    <a:pt x="1034648" y="221845"/>
                  </a:lnTo>
                  <a:lnTo>
                    <a:pt x="1034917" y="222012"/>
                  </a:lnTo>
                  <a:lnTo>
                    <a:pt x="1034905" y="222172"/>
                  </a:lnTo>
                  <a:lnTo>
                    <a:pt x="1034898" y="222343"/>
                  </a:lnTo>
                  <a:lnTo>
                    <a:pt x="1034922" y="222669"/>
                  </a:lnTo>
                  <a:lnTo>
                    <a:pt x="1035119" y="222899"/>
                  </a:lnTo>
                  <a:lnTo>
                    <a:pt x="1035352" y="223034"/>
                  </a:lnTo>
                  <a:lnTo>
                    <a:pt x="1035831" y="223169"/>
                  </a:lnTo>
                  <a:lnTo>
                    <a:pt x="1036142" y="223271"/>
                  </a:lnTo>
                  <a:lnTo>
                    <a:pt x="1036550" y="223461"/>
                  </a:lnTo>
                  <a:lnTo>
                    <a:pt x="1036834" y="223499"/>
                  </a:lnTo>
                  <a:lnTo>
                    <a:pt x="1037612" y="223864"/>
                  </a:lnTo>
                  <a:lnTo>
                    <a:pt x="1038694" y="223941"/>
                  </a:lnTo>
                  <a:lnTo>
                    <a:pt x="1038792" y="224117"/>
                  </a:lnTo>
                  <a:lnTo>
                    <a:pt x="1039285" y="224560"/>
                  </a:lnTo>
                  <a:lnTo>
                    <a:pt x="1039344" y="224706"/>
                  </a:lnTo>
                  <a:lnTo>
                    <a:pt x="1039513" y="224974"/>
                  </a:lnTo>
                  <a:lnTo>
                    <a:pt x="1040228" y="225180"/>
                  </a:lnTo>
                  <a:lnTo>
                    <a:pt x="1040842" y="224880"/>
                  </a:lnTo>
                  <a:lnTo>
                    <a:pt x="1042205" y="225337"/>
                  </a:lnTo>
                  <a:lnTo>
                    <a:pt x="1042285" y="225531"/>
                  </a:lnTo>
                  <a:lnTo>
                    <a:pt x="1042512" y="225812"/>
                  </a:lnTo>
                  <a:lnTo>
                    <a:pt x="1043131" y="225880"/>
                  </a:lnTo>
                  <a:lnTo>
                    <a:pt x="1043834" y="225764"/>
                  </a:lnTo>
                  <a:lnTo>
                    <a:pt x="1044115" y="225734"/>
                  </a:lnTo>
                  <a:lnTo>
                    <a:pt x="1044907" y="225678"/>
                  </a:lnTo>
                  <a:lnTo>
                    <a:pt x="1046148" y="226541"/>
                  </a:lnTo>
                  <a:lnTo>
                    <a:pt x="1046438" y="226947"/>
                  </a:lnTo>
                  <a:lnTo>
                    <a:pt x="1046282" y="227017"/>
                  </a:lnTo>
                  <a:lnTo>
                    <a:pt x="1046089" y="227411"/>
                  </a:lnTo>
                  <a:lnTo>
                    <a:pt x="1045813" y="228089"/>
                  </a:lnTo>
                  <a:lnTo>
                    <a:pt x="1045720" y="228233"/>
                  </a:lnTo>
                  <a:lnTo>
                    <a:pt x="1045634" y="228419"/>
                  </a:lnTo>
                  <a:lnTo>
                    <a:pt x="1046062" y="228555"/>
                  </a:lnTo>
                  <a:lnTo>
                    <a:pt x="1047094" y="229258"/>
                  </a:lnTo>
                  <a:lnTo>
                    <a:pt x="1047339" y="229884"/>
                  </a:lnTo>
                  <a:lnTo>
                    <a:pt x="1047658" y="230117"/>
                  </a:lnTo>
                  <a:lnTo>
                    <a:pt x="1047935" y="230347"/>
                  </a:lnTo>
                  <a:lnTo>
                    <a:pt x="1048022" y="231240"/>
                  </a:lnTo>
                  <a:lnTo>
                    <a:pt x="1048023" y="231484"/>
                  </a:lnTo>
                  <a:lnTo>
                    <a:pt x="1048273" y="231975"/>
                  </a:lnTo>
                  <a:lnTo>
                    <a:pt x="1049473" y="232248"/>
                  </a:lnTo>
                  <a:lnTo>
                    <a:pt x="1049818" y="232289"/>
                  </a:lnTo>
                  <a:lnTo>
                    <a:pt x="1050041" y="232297"/>
                  </a:lnTo>
                  <a:lnTo>
                    <a:pt x="1050673" y="232567"/>
                  </a:lnTo>
                  <a:lnTo>
                    <a:pt x="1050998" y="232672"/>
                  </a:lnTo>
                  <a:lnTo>
                    <a:pt x="1051177" y="232705"/>
                  </a:lnTo>
                  <a:lnTo>
                    <a:pt x="1051519" y="232714"/>
                  </a:lnTo>
                  <a:lnTo>
                    <a:pt x="1051796" y="232881"/>
                  </a:lnTo>
                  <a:lnTo>
                    <a:pt x="1051964" y="233043"/>
                  </a:lnTo>
                  <a:lnTo>
                    <a:pt x="1052336" y="233123"/>
                  </a:lnTo>
                  <a:lnTo>
                    <a:pt x="1052839" y="233341"/>
                  </a:lnTo>
                  <a:lnTo>
                    <a:pt x="1053273" y="233624"/>
                  </a:lnTo>
                  <a:lnTo>
                    <a:pt x="1053819" y="233533"/>
                  </a:lnTo>
                  <a:lnTo>
                    <a:pt x="1054169" y="233390"/>
                  </a:lnTo>
                  <a:lnTo>
                    <a:pt x="1054834" y="233554"/>
                  </a:lnTo>
                  <a:lnTo>
                    <a:pt x="1055340" y="233607"/>
                  </a:lnTo>
                  <a:lnTo>
                    <a:pt x="1055785" y="233612"/>
                  </a:lnTo>
                  <a:lnTo>
                    <a:pt x="1057063" y="233433"/>
                  </a:lnTo>
                  <a:lnTo>
                    <a:pt x="1057433" y="233232"/>
                  </a:lnTo>
                  <a:lnTo>
                    <a:pt x="1057634" y="233030"/>
                  </a:lnTo>
                  <a:lnTo>
                    <a:pt x="1057917" y="232590"/>
                  </a:lnTo>
                  <a:lnTo>
                    <a:pt x="1058461" y="231699"/>
                  </a:lnTo>
                  <a:lnTo>
                    <a:pt x="1058683" y="231605"/>
                  </a:lnTo>
                  <a:lnTo>
                    <a:pt x="1058916" y="231496"/>
                  </a:lnTo>
                  <a:lnTo>
                    <a:pt x="1059124" y="231174"/>
                  </a:lnTo>
                  <a:lnTo>
                    <a:pt x="1059161" y="230782"/>
                  </a:lnTo>
                  <a:lnTo>
                    <a:pt x="1059691" y="230378"/>
                  </a:lnTo>
                  <a:lnTo>
                    <a:pt x="1060985" y="229459"/>
                  </a:lnTo>
                  <a:lnTo>
                    <a:pt x="1061188" y="229330"/>
                  </a:lnTo>
                  <a:lnTo>
                    <a:pt x="1061407" y="228987"/>
                  </a:lnTo>
                  <a:lnTo>
                    <a:pt x="1061595" y="228715"/>
                  </a:lnTo>
                  <a:lnTo>
                    <a:pt x="1062041" y="228234"/>
                  </a:lnTo>
                  <a:lnTo>
                    <a:pt x="1061963" y="228062"/>
                  </a:lnTo>
                  <a:lnTo>
                    <a:pt x="1061801" y="227328"/>
                  </a:lnTo>
                  <a:lnTo>
                    <a:pt x="1061974" y="227331"/>
                  </a:lnTo>
                  <a:lnTo>
                    <a:pt x="1062468" y="227263"/>
                  </a:lnTo>
                  <a:lnTo>
                    <a:pt x="1063519" y="226932"/>
                  </a:lnTo>
                  <a:lnTo>
                    <a:pt x="1063867" y="226859"/>
                  </a:lnTo>
                  <a:lnTo>
                    <a:pt x="1063530" y="226171"/>
                  </a:lnTo>
                  <a:lnTo>
                    <a:pt x="1063774" y="225715"/>
                  </a:lnTo>
                  <a:lnTo>
                    <a:pt x="1064079" y="225756"/>
                  </a:lnTo>
                  <a:lnTo>
                    <a:pt x="1064252" y="225710"/>
                  </a:lnTo>
                  <a:lnTo>
                    <a:pt x="1064641" y="225486"/>
                  </a:lnTo>
                  <a:lnTo>
                    <a:pt x="1064773" y="225365"/>
                  </a:lnTo>
                  <a:lnTo>
                    <a:pt x="1064813" y="225115"/>
                  </a:lnTo>
                  <a:lnTo>
                    <a:pt x="1065012" y="224887"/>
                  </a:lnTo>
                  <a:lnTo>
                    <a:pt x="1065258" y="224413"/>
                  </a:lnTo>
                  <a:lnTo>
                    <a:pt x="1065838" y="224123"/>
                  </a:lnTo>
                  <a:lnTo>
                    <a:pt x="1065616" y="223674"/>
                  </a:lnTo>
                  <a:lnTo>
                    <a:pt x="1065728" y="223542"/>
                  </a:lnTo>
                  <a:lnTo>
                    <a:pt x="1066020" y="223059"/>
                  </a:lnTo>
                  <a:lnTo>
                    <a:pt x="1066012" y="222905"/>
                  </a:lnTo>
                  <a:lnTo>
                    <a:pt x="1066038" y="222557"/>
                  </a:lnTo>
                  <a:lnTo>
                    <a:pt x="1066251" y="222493"/>
                  </a:lnTo>
                  <a:lnTo>
                    <a:pt x="1066840" y="222196"/>
                  </a:lnTo>
                  <a:lnTo>
                    <a:pt x="1067179" y="222386"/>
                  </a:lnTo>
                  <a:lnTo>
                    <a:pt x="1067250" y="222718"/>
                  </a:lnTo>
                  <a:lnTo>
                    <a:pt x="1067354" y="222873"/>
                  </a:lnTo>
                  <a:lnTo>
                    <a:pt x="1067496" y="223221"/>
                  </a:lnTo>
                  <a:lnTo>
                    <a:pt x="1067434" y="223385"/>
                  </a:lnTo>
                  <a:lnTo>
                    <a:pt x="1067621" y="223738"/>
                  </a:lnTo>
                  <a:lnTo>
                    <a:pt x="1067899" y="223881"/>
                  </a:lnTo>
                  <a:lnTo>
                    <a:pt x="1068196" y="224114"/>
                  </a:lnTo>
                  <a:lnTo>
                    <a:pt x="1068360" y="224152"/>
                  </a:lnTo>
                  <a:lnTo>
                    <a:pt x="1069282" y="224430"/>
                  </a:lnTo>
                  <a:lnTo>
                    <a:pt x="1069558" y="224377"/>
                  </a:lnTo>
                  <a:lnTo>
                    <a:pt x="1069931" y="224442"/>
                  </a:lnTo>
                  <a:lnTo>
                    <a:pt x="1070321" y="224479"/>
                  </a:lnTo>
                  <a:lnTo>
                    <a:pt x="1070613" y="224466"/>
                  </a:lnTo>
                  <a:lnTo>
                    <a:pt x="1070890" y="224444"/>
                  </a:lnTo>
                  <a:lnTo>
                    <a:pt x="1071120" y="224487"/>
                  </a:lnTo>
                  <a:lnTo>
                    <a:pt x="1071305" y="224574"/>
                  </a:lnTo>
                  <a:lnTo>
                    <a:pt x="1071773" y="224420"/>
                  </a:lnTo>
                  <a:lnTo>
                    <a:pt x="1072478" y="224110"/>
                  </a:lnTo>
                  <a:lnTo>
                    <a:pt x="1072779" y="224145"/>
                  </a:lnTo>
                  <a:lnTo>
                    <a:pt x="1073433" y="224531"/>
                  </a:lnTo>
                  <a:lnTo>
                    <a:pt x="1073938" y="224895"/>
                  </a:lnTo>
                  <a:lnTo>
                    <a:pt x="1073999" y="225168"/>
                  </a:lnTo>
                  <a:lnTo>
                    <a:pt x="1073990" y="225358"/>
                  </a:lnTo>
                  <a:lnTo>
                    <a:pt x="1074005" y="225579"/>
                  </a:lnTo>
                  <a:lnTo>
                    <a:pt x="1074106" y="226136"/>
                  </a:lnTo>
                  <a:lnTo>
                    <a:pt x="1074370" y="226406"/>
                  </a:lnTo>
                  <a:lnTo>
                    <a:pt x="1074796" y="226843"/>
                  </a:lnTo>
                  <a:lnTo>
                    <a:pt x="1074860" y="227297"/>
                  </a:lnTo>
                  <a:lnTo>
                    <a:pt x="1075606" y="227229"/>
                  </a:lnTo>
                  <a:lnTo>
                    <a:pt x="1076033" y="227942"/>
                  </a:lnTo>
                  <a:lnTo>
                    <a:pt x="1076503" y="228141"/>
                  </a:lnTo>
                  <a:lnTo>
                    <a:pt x="1077191" y="228529"/>
                  </a:lnTo>
                  <a:lnTo>
                    <a:pt x="1077962" y="228846"/>
                  </a:lnTo>
                  <a:lnTo>
                    <a:pt x="1078727" y="228403"/>
                  </a:lnTo>
                  <a:lnTo>
                    <a:pt x="1078980" y="228243"/>
                  </a:lnTo>
                  <a:lnTo>
                    <a:pt x="1079339" y="228595"/>
                  </a:lnTo>
                  <a:lnTo>
                    <a:pt x="1079317" y="228902"/>
                  </a:lnTo>
                  <a:lnTo>
                    <a:pt x="1079496" y="229067"/>
                  </a:lnTo>
                  <a:lnTo>
                    <a:pt x="1079639" y="229513"/>
                  </a:lnTo>
                  <a:lnTo>
                    <a:pt x="1080000" y="229871"/>
                  </a:lnTo>
                  <a:lnTo>
                    <a:pt x="1080193" y="229954"/>
                  </a:lnTo>
                  <a:lnTo>
                    <a:pt x="1080508" y="230664"/>
                  </a:lnTo>
                  <a:lnTo>
                    <a:pt x="1080574" y="230963"/>
                  </a:lnTo>
                  <a:lnTo>
                    <a:pt x="1080504" y="231210"/>
                  </a:lnTo>
                  <a:lnTo>
                    <a:pt x="1080226" y="231246"/>
                  </a:lnTo>
                  <a:lnTo>
                    <a:pt x="1080307" y="231520"/>
                  </a:lnTo>
                  <a:lnTo>
                    <a:pt x="1080530" y="232029"/>
                  </a:lnTo>
                  <a:lnTo>
                    <a:pt x="1080182" y="232708"/>
                  </a:lnTo>
                  <a:lnTo>
                    <a:pt x="1080544" y="232826"/>
                  </a:lnTo>
                  <a:lnTo>
                    <a:pt x="1080750" y="232866"/>
                  </a:lnTo>
                  <a:lnTo>
                    <a:pt x="1081113" y="232966"/>
                  </a:lnTo>
                  <a:lnTo>
                    <a:pt x="1081408" y="233169"/>
                  </a:lnTo>
                  <a:lnTo>
                    <a:pt x="1081613" y="233331"/>
                  </a:lnTo>
                  <a:lnTo>
                    <a:pt x="1082161" y="233381"/>
                  </a:lnTo>
                  <a:lnTo>
                    <a:pt x="1083122" y="233396"/>
                  </a:lnTo>
                  <a:lnTo>
                    <a:pt x="1084253" y="233579"/>
                  </a:lnTo>
                  <a:lnTo>
                    <a:pt x="1084452" y="233602"/>
                  </a:lnTo>
                  <a:lnTo>
                    <a:pt x="1084924" y="234174"/>
                  </a:lnTo>
                  <a:lnTo>
                    <a:pt x="1085236" y="234266"/>
                  </a:lnTo>
                  <a:lnTo>
                    <a:pt x="1085597" y="234295"/>
                  </a:lnTo>
                  <a:lnTo>
                    <a:pt x="1085816" y="234298"/>
                  </a:lnTo>
                  <a:lnTo>
                    <a:pt x="1086203" y="234263"/>
                  </a:lnTo>
                  <a:lnTo>
                    <a:pt x="1086514" y="234214"/>
                  </a:lnTo>
                  <a:lnTo>
                    <a:pt x="1087131" y="234052"/>
                  </a:lnTo>
                  <a:lnTo>
                    <a:pt x="1087487" y="234017"/>
                  </a:lnTo>
                  <a:lnTo>
                    <a:pt x="1088345" y="233512"/>
                  </a:lnTo>
                  <a:lnTo>
                    <a:pt x="1088498" y="233642"/>
                  </a:lnTo>
                  <a:lnTo>
                    <a:pt x="1088886" y="233910"/>
                  </a:lnTo>
                  <a:lnTo>
                    <a:pt x="1089206" y="234003"/>
                  </a:lnTo>
                  <a:lnTo>
                    <a:pt x="1089344" y="234042"/>
                  </a:lnTo>
                  <a:lnTo>
                    <a:pt x="1089851" y="234201"/>
                  </a:lnTo>
                  <a:lnTo>
                    <a:pt x="1089893" y="234794"/>
                  </a:lnTo>
                  <a:lnTo>
                    <a:pt x="1090379" y="234835"/>
                  </a:lnTo>
                  <a:lnTo>
                    <a:pt x="1090718" y="234741"/>
                  </a:lnTo>
                  <a:lnTo>
                    <a:pt x="1091249" y="234647"/>
                  </a:lnTo>
                  <a:lnTo>
                    <a:pt x="1091822" y="234687"/>
                  </a:lnTo>
                  <a:lnTo>
                    <a:pt x="1092350" y="234592"/>
                  </a:lnTo>
                  <a:lnTo>
                    <a:pt x="1092659" y="234431"/>
                  </a:lnTo>
                  <a:lnTo>
                    <a:pt x="1093384" y="234825"/>
                  </a:lnTo>
                  <a:lnTo>
                    <a:pt x="1093905" y="235153"/>
                  </a:lnTo>
                  <a:lnTo>
                    <a:pt x="1093757" y="235512"/>
                  </a:lnTo>
                  <a:lnTo>
                    <a:pt x="1093274" y="235830"/>
                  </a:lnTo>
                  <a:lnTo>
                    <a:pt x="1092992" y="235940"/>
                  </a:lnTo>
                  <a:lnTo>
                    <a:pt x="1092638" y="236258"/>
                  </a:lnTo>
                  <a:lnTo>
                    <a:pt x="1092768" y="236425"/>
                  </a:lnTo>
                  <a:lnTo>
                    <a:pt x="1092997" y="236944"/>
                  </a:lnTo>
                  <a:lnTo>
                    <a:pt x="1093117" y="237175"/>
                  </a:lnTo>
                  <a:lnTo>
                    <a:pt x="1093233" y="237485"/>
                  </a:lnTo>
                  <a:lnTo>
                    <a:pt x="1093185" y="237835"/>
                  </a:lnTo>
                  <a:lnTo>
                    <a:pt x="1092441" y="238985"/>
                  </a:lnTo>
                  <a:lnTo>
                    <a:pt x="1092171" y="239050"/>
                  </a:lnTo>
                  <a:lnTo>
                    <a:pt x="1091864" y="239457"/>
                  </a:lnTo>
                  <a:lnTo>
                    <a:pt x="1091275" y="240087"/>
                  </a:lnTo>
                  <a:lnTo>
                    <a:pt x="1090609" y="240152"/>
                  </a:lnTo>
                  <a:lnTo>
                    <a:pt x="1090398" y="240144"/>
                  </a:lnTo>
                  <a:lnTo>
                    <a:pt x="1089841" y="240339"/>
                  </a:lnTo>
                  <a:lnTo>
                    <a:pt x="1089204" y="240557"/>
                  </a:lnTo>
                  <a:lnTo>
                    <a:pt x="1089005" y="240517"/>
                  </a:lnTo>
                  <a:lnTo>
                    <a:pt x="1088448" y="240549"/>
                  </a:lnTo>
                  <a:lnTo>
                    <a:pt x="1087613" y="240587"/>
                  </a:lnTo>
                  <a:lnTo>
                    <a:pt x="1087258" y="240635"/>
                  </a:lnTo>
                  <a:lnTo>
                    <a:pt x="1086962" y="241053"/>
                  </a:lnTo>
                  <a:lnTo>
                    <a:pt x="1087373" y="241487"/>
                  </a:lnTo>
                  <a:lnTo>
                    <a:pt x="1087435" y="242572"/>
                  </a:lnTo>
                  <a:lnTo>
                    <a:pt x="1087361" y="243084"/>
                  </a:lnTo>
                  <a:lnTo>
                    <a:pt x="1087173" y="243276"/>
                  </a:lnTo>
                  <a:lnTo>
                    <a:pt x="1086753" y="243763"/>
                  </a:lnTo>
                  <a:lnTo>
                    <a:pt x="1087142" y="244232"/>
                  </a:lnTo>
                  <a:lnTo>
                    <a:pt x="1088020" y="244306"/>
                  </a:lnTo>
                  <a:lnTo>
                    <a:pt x="1087979" y="245095"/>
                  </a:lnTo>
                  <a:lnTo>
                    <a:pt x="1087950" y="245326"/>
                  </a:lnTo>
                  <a:lnTo>
                    <a:pt x="1087924" y="245665"/>
                  </a:lnTo>
                  <a:lnTo>
                    <a:pt x="1088173" y="246079"/>
                  </a:lnTo>
                  <a:lnTo>
                    <a:pt x="1088446" y="246690"/>
                  </a:lnTo>
                  <a:lnTo>
                    <a:pt x="1088443" y="246925"/>
                  </a:lnTo>
                  <a:lnTo>
                    <a:pt x="1088837" y="247784"/>
                  </a:lnTo>
                  <a:lnTo>
                    <a:pt x="1088872" y="248092"/>
                  </a:lnTo>
                  <a:lnTo>
                    <a:pt x="1088844" y="248360"/>
                  </a:lnTo>
                  <a:lnTo>
                    <a:pt x="1089079" y="248524"/>
                  </a:lnTo>
                  <a:lnTo>
                    <a:pt x="1089727" y="248479"/>
                  </a:lnTo>
                  <a:lnTo>
                    <a:pt x="1090122" y="248359"/>
                  </a:lnTo>
                  <a:lnTo>
                    <a:pt x="1090755" y="248357"/>
                  </a:lnTo>
                  <a:lnTo>
                    <a:pt x="1090971" y="248698"/>
                  </a:lnTo>
                  <a:lnTo>
                    <a:pt x="1090894" y="249576"/>
                  </a:lnTo>
                  <a:lnTo>
                    <a:pt x="1090754" y="249749"/>
                  </a:lnTo>
                  <a:lnTo>
                    <a:pt x="1090774" y="249977"/>
                  </a:lnTo>
                  <a:lnTo>
                    <a:pt x="1091171" y="250566"/>
                  </a:lnTo>
                  <a:lnTo>
                    <a:pt x="1091364" y="251053"/>
                  </a:lnTo>
                  <a:lnTo>
                    <a:pt x="1091222" y="251171"/>
                  </a:lnTo>
                  <a:lnTo>
                    <a:pt x="1090696" y="251496"/>
                  </a:lnTo>
                  <a:lnTo>
                    <a:pt x="1090562" y="251700"/>
                  </a:lnTo>
                  <a:lnTo>
                    <a:pt x="1089986" y="252664"/>
                  </a:lnTo>
                  <a:lnTo>
                    <a:pt x="1090485" y="252922"/>
                  </a:lnTo>
                  <a:lnTo>
                    <a:pt x="1090913" y="253132"/>
                  </a:lnTo>
                  <a:lnTo>
                    <a:pt x="1091122" y="254064"/>
                  </a:lnTo>
                  <a:lnTo>
                    <a:pt x="1091482" y="254455"/>
                  </a:lnTo>
                  <a:lnTo>
                    <a:pt x="1091321" y="255330"/>
                  </a:lnTo>
                  <a:lnTo>
                    <a:pt x="1091651" y="255906"/>
                  </a:lnTo>
                  <a:lnTo>
                    <a:pt x="1092040" y="256558"/>
                  </a:lnTo>
                  <a:lnTo>
                    <a:pt x="1092519" y="257008"/>
                  </a:lnTo>
                  <a:lnTo>
                    <a:pt x="1092716" y="257380"/>
                  </a:lnTo>
                  <a:lnTo>
                    <a:pt x="1093053" y="258443"/>
                  </a:lnTo>
                  <a:lnTo>
                    <a:pt x="1092371" y="259268"/>
                  </a:lnTo>
                  <a:lnTo>
                    <a:pt x="1092082" y="259833"/>
                  </a:lnTo>
                  <a:lnTo>
                    <a:pt x="1092609" y="260154"/>
                  </a:lnTo>
                  <a:lnTo>
                    <a:pt x="1093070" y="260427"/>
                  </a:lnTo>
                  <a:lnTo>
                    <a:pt x="1093135" y="260943"/>
                  </a:lnTo>
                  <a:lnTo>
                    <a:pt x="1093134" y="261119"/>
                  </a:lnTo>
                  <a:lnTo>
                    <a:pt x="1093358" y="262216"/>
                  </a:lnTo>
                  <a:lnTo>
                    <a:pt x="1093614" y="262515"/>
                  </a:lnTo>
                  <a:lnTo>
                    <a:pt x="1094059" y="262736"/>
                  </a:lnTo>
                  <a:lnTo>
                    <a:pt x="1094316" y="263117"/>
                  </a:lnTo>
                  <a:lnTo>
                    <a:pt x="1094721" y="263756"/>
                  </a:lnTo>
                  <a:lnTo>
                    <a:pt x="1095072" y="263954"/>
                  </a:lnTo>
                  <a:lnTo>
                    <a:pt x="1095055" y="264186"/>
                  </a:lnTo>
                  <a:lnTo>
                    <a:pt x="1095026" y="264513"/>
                  </a:lnTo>
                  <a:lnTo>
                    <a:pt x="1095162" y="264936"/>
                  </a:lnTo>
                  <a:lnTo>
                    <a:pt x="1095346" y="265165"/>
                  </a:lnTo>
                  <a:lnTo>
                    <a:pt x="1095815" y="265298"/>
                  </a:lnTo>
                  <a:lnTo>
                    <a:pt x="1096044" y="265376"/>
                  </a:lnTo>
                  <a:lnTo>
                    <a:pt x="1096571" y="265974"/>
                  </a:lnTo>
                  <a:lnTo>
                    <a:pt x="1096716" y="266440"/>
                  </a:lnTo>
                  <a:lnTo>
                    <a:pt x="1096358" y="266752"/>
                  </a:lnTo>
                  <a:lnTo>
                    <a:pt x="1096182" y="266823"/>
                  </a:lnTo>
                  <a:lnTo>
                    <a:pt x="1095809" y="267120"/>
                  </a:lnTo>
                  <a:lnTo>
                    <a:pt x="1095647" y="267597"/>
                  </a:lnTo>
                  <a:lnTo>
                    <a:pt x="1095864" y="267816"/>
                  </a:lnTo>
                  <a:lnTo>
                    <a:pt x="1096154" y="267858"/>
                  </a:lnTo>
                  <a:lnTo>
                    <a:pt x="1096723" y="268140"/>
                  </a:lnTo>
                  <a:lnTo>
                    <a:pt x="1097998" y="269096"/>
                  </a:lnTo>
                  <a:lnTo>
                    <a:pt x="1097703" y="269833"/>
                  </a:lnTo>
                  <a:lnTo>
                    <a:pt x="1097496" y="269852"/>
                  </a:lnTo>
                  <a:lnTo>
                    <a:pt x="1097161" y="269903"/>
                  </a:lnTo>
                  <a:lnTo>
                    <a:pt x="1096910" y="269984"/>
                  </a:lnTo>
                  <a:lnTo>
                    <a:pt x="1096600" y="270128"/>
                  </a:lnTo>
                  <a:lnTo>
                    <a:pt x="1097100" y="270839"/>
                  </a:lnTo>
                  <a:lnTo>
                    <a:pt x="1097618" y="270870"/>
                  </a:lnTo>
                  <a:lnTo>
                    <a:pt x="1097914" y="271213"/>
                  </a:lnTo>
                  <a:lnTo>
                    <a:pt x="1097855" y="271419"/>
                  </a:lnTo>
                  <a:lnTo>
                    <a:pt x="1097424" y="272124"/>
                  </a:lnTo>
                  <a:lnTo>
                    <a:pt x="1097260" y="272208"/>
                  </a:lnTo>
                  <a:lnTo>
                    <a:pt x="1097101" y="272306"/>
                  </a:lnTo>
                  <a:lnTo>
                    <a:pt x="1096843" y="272494"/>
                  </a:lnTo>
                  <a:lnTo>
                    <a:pt x="1096719" y="272745"/>
                  </a:lnTo>
                  <a:lnTo>
                    <a:pt x="1096767" y="272916"/>
                  </a:lnTo>
                  <a:lnTo>
                    <a:pt x="1097038" y="273070"/>
                  </a:lnTo>
                  <a:lnTo>
                    <a:pt x="1097301" y="273379"/>
                  </a:lnTo>
                  <a:lnTo>
                    <a:pt x="1097933" y="273987"/>
                  </a:lnTo>
                  <a:lnTo>
                    <a:pt x="1098370" y="274011"/>
                  </a:lnTo>
                  <a:lnTo>
                    <a:pt x="1098859" y="274109"/>
                  </a:lnTo>
                  <a:lnTo>
                    <a:pt x="1098508" y="274489"/>
                  </a:lnTo>
                  <a:lnTo>
                    <a:pt x="1098397" y="274903"/>
                  </a:lnTo>
                  <a:lnTo>
                    <a:pt x="1098409" y="275035"/>
                  </a:lnTo>
                  <a:lnTo>
                    <a:pt x="1098629" y="275582"/>
                  </a:lnTo>
                  <a:lnTo>
                    <a:pt x="1099501" y="275972"/>
                  </a:lnTo>
                  <a:lnTo>
                    <a:pt x="1100686" y="276485"/>
                  </a:lnTo>
                  <a:lnTo>
                    <a:pt x="1101088" y="276727"/>
                  </a:lnTo>
                  <a:lnTo>
                    <a:pt x="1101425" y="277018"/>
                  </a:lnTo>
                  <a:lnTo>
                    <a:pt x="1101321" y="277517"/>
                  </a:lnTo>
                  <a:lnTo>
                    <a:pt x="1100979" y="278292"/>
                  </a:lnTo>
                  <a:lnTo>
                    <a:pt x="1101245" y="278656"/>
                  </a:lnTo>
                  <a:lnTo>
                    <a:pt x="1101512" y="279020"/>
                  </a:lnTo>
                  <a:lnTo>
                    <a:pt x="1101512" y="279313"/>
                  </a:lnTo>
                  <a:lnTo>
                    <a:pt x="1101828" y="279748"/>
                  </a:lnTo>
                  <a:lnTo>
                    <a:pt x="1102055" y="279969"/>
                  </a:lnTo>
                  <a:lnTo>
                    <a:pt x="1102747" y="280560"/>
                  </a:lnTo>
                  <a:lnTo>
                    <a:pt x="1102970" y="280692"/>
                  </a:lnTo>
                  <a:lnTo>
                    <a:pt x="1103815" y="280395"/>
                  </a:lnTo>
                  <a:lnTo>
                    <a:pt x="1104065" y="280193"/>
                  </a:lnTo>
                  <a:lnTo>
                    <a:pt x="1105685" y="280212"/>
                  </a:lnTo>
                  <a:lnTo>
                    <a:pt x="1106248" y="280485"/>
                  </a:lnTo>
                  <a:lnTo>
                    <a:pt x="1106664" y="280702"/>
                  </a:lnTo>
                  <a:lnTo>
                    <a:pt x="1107551" y="280841"/>
                  </a:lnTo>
                  <a:lnTo>
                    <a:pt x="1107738" y="281011"/>
                  </a:lnTo>
                  <a:lnTo>
                    <a:pt x="1108046" y="281194"/>
                  </a:lnTo>
                  <a:lnTo>
                    <a:pt x="1109146" y="281022"/>
                  </a:lnTo>
                  <a:lnTo>
                    <a:pt x="1109806" y="281616"/>
                  </a:lnTo>
                  <a:lnTo>
                    <a:pt x="1109946" y="281805"/>
                  </a:lnTo>
                  <a:lnTo>
                    <a:pt x="1111354" y="282003"/>
                  </a:lnTo>
                  <a:lnTo>
                    <a:pt x="1112118" y="282079"/>
                  </a:lnTo>
                  <a:lnTo>
                    <a:pt x="1112486" y="282213"/>
                  </a:lnTo>
                  <a:lnTo>
                    <a:pt x="1112836" y="282690"/>
                  </a:lnTo>
                  <a:lnTo>
                    <a:pt x="1113807" y="283240"/>
                  </a:lnTo>
                  <a:lnTo>
                    <a:pt x="1114475" y="283566"/>
                  </a:lnTo>
                  <a:lnTo>
                    <a:pt x="1114858" y="283778"/>
                  </a:lnTo>
                  <a:lnTo>
                    <a:pt x="1115140" y="283559"/>
                  </a:lnTo>
                  <a:lnTo>
                    <a:pt x="1115393" y="283218"/>
                  </a:lnTo>
                  <a:lnTo>
                    <a:pt x="1115719" y="282937"/>
                  </a:lnTo>
                  <a:lnTo>
                    <a:pt x="1115927" y="282799"/>
                  </a:lnTo>
                  <a:lnTo>
                    <a:pt x="1116463" y="282710"/>
                  </a:lnTo>
                  <a:lnTo>
                    <a:pt x="1117398" y="282446"/>
                  </a:lnTo>
                  <a:lnTo>
                    <a:pt x="1118448" y="282901"/>
                  </a:lnTo>
                  <a:lnTo>
                    <a:pt x="1118755" y="282940"/>
                  </a:lnTo>
                  <a:lnTo>
                    <a:pt x="1119216" y="282590"/>
                  </a:lnTo>
                  <a:lnTo>
                    <a:pt x="1119445" y="282446"/>
                  </a:lnTo>
                  <a:lnTo>
                    <a:pt x="1119577" y="282377"/>
                  </a:lnTo>
                  <a:lnTo>
                    <a:pt x="1120063" y="282240"/>
                  </a:lnTo>
                  <a:lnTo>
                    <a:pt x="1120552" y="282403"/>
                  </a:lnTo>
                  <a:lnTo>
                    <a:pt x="1120777" y="282468"/>
                  </a:lnTo>
                  <a:lnTo>
                    <a:pt x="1121150" y="282537"/>
                  </a:lnTo>
                  <a:lnTo>
                    <a:pt x="1121315" y="282558"/>
                  </a:lnTo>
                  <a:lnTo>
                    <a:pt x="1122235" y="282137"/>
                  </a:lnTo>
                  <a:lnTo>
                    <a:pt x="1122523" y="281654"/>
                  </a:lnTo>
                  <a:lnTo>
                    <a:pt x="1123752" y="281517"/>
                  </a:lnTo>
                  <a:lnTo>
                    <a:pt x="1124593" y="281909"/>
                  </a:lnTo>
                  <a:lnTo>
                    <a:pt x="1125702" y="281724"/>
                  </a:lnTo>
                  <a:lnTo>
                    <a:pt x="1126314" y="281657"/>
                  </a:lnTo>
                  <a:lnTo>
                    <a:pt x="1126531" y="281709"/>
                  </a:lnTo>
                  <a:lnTo>
                    <a:pt x="1127032" y="281631"/>
                  </a:lnTo>
                  <a:lnTo>
                    <a:pt x="1127603" y="281377"/>
                  </a:lnTo>
                  <a:lnTo>
                    <a:pt x="1127550" y="281167"/>
                  </a:lnTo>
                  <a:lnTo>
                    <a:pt x="1127493" y="280830"/>
                  </a:lnTo>
                  <a:lnTo>
                    <a:pt x="1127634" y="280640"/>
                  </a:lnTo>
                  <a:lnTo>
                    <a:pt x="1128057" y="280624"/>
                  </a:lnTo>
                  <a:lnTo>
                    <a:pt x="1128552" y="280578"/>
                  </a:lnTo>
                  <a:lnTo>
                    <a:pt x="1129519" y="280336"/>
                  </a:lnTo>
                  <a:lnTo>
                    <a:pt x="1130691" y="280277"/>
                  </a:lnTo>
                  <a:lnTo>
                    <a:pt x="1130829" y="280245"/>
                  </a:lnTo>
                  <a:lnTo>
                    <a:pt x="1130832" y="279516"/>
                  </a:lnTo>
                  <a:lnTo>
                    <a:pt x="1130911" y="279085"/>
                  </a:lnTo>
                  <a:lnTo>
                    <a:pt x="1131052" y="278863"/>
                  </a:lnTo>
                  <a:lnTo>
                    <a:pt x="1131277" y="278895"/>
                  </a:lnTo>
                  <a:lnTo>
                    <a:pt x="1131803" y="278527"/>
                  </a:lnTo>
                  <a:lnTo>
                    <a:pt x="1131757" y="277884"/>
                  </a:lnTo>
                  <a:lnTo>
                    <a:pt x="1131894" y="277588"/>
                  </a:lnTo>
                  <a:lnTo>
                    <a:pt x="1132790" y="276618"/>
                  </a:lnTo>
                  <a:lnTo>
                    <a:pt x="1133013" y="276501"/>
                  </a:lnTo>
                  <a:lnTo>
                    <a:pt x="1134022" y="276970"/>
                  </a:lnTo>
                  <a:lnTo>
                    <a:pt x="1134896" y="277469"/>
                  </a:lnTo>
                  <a:lnTo>
                    <a:pt x="1135719" y="277775"/>
                  </a:lnTo>
                  <a:lnTo>
                    <a:pt x="1136688" y="278202"/>
                  </a:lnTo>
                  <a:lnTo>
                    <a:pt x="1137529" y="277924"/>
                  </a:lnTo>
                  <a:lnTo>
                    <a:pt x="1138108" y="277855"/>
                  </a:lnTo>
                  <a:lnTo>
                    <a:pt x="1138279" y="277896"/>
                  </a:lnTo>
                  <a:lnTo>
                    <a:pt x="1138858" y="278158"/>
                  </a:lnTo>
                  <a:lnTo>
                    <a:pt x="1139028" y="278272"/>
                  </a:lnTo>
                  <a:lnTo>
                    <a:pt x="1139563" y="279125"/>
                  </a:lnTo>
                  <a:lnTo>
                    <a:pt x="1139818" y="279411"/>
                  </a:lnTo>
                  <a:lnTo>
                    <a:pt x="1140933" y="280443"/>
                  </a:lnTo>
                  <a:lnTo>
                    <a:pt x="1141850" y="280942"/>
                  </a:lnTo>
                  <a:lnTo>
                    <a:pt x="1142459" y="281069"/>
                  </a:lnTo>
                  <a:lnTo>
                    <a:pt x="1142597" y="280914"/>
                  </a:lnTo>
                  <a:lnTo>
                    <a:pt x="1143133" y="280535"/>
                  </a:lnTo>
                  <a:lnTo>
                    <a:pt x="1144602" y="280056"/>
                  </a:lnTo>
                  <a:lnTo>
                    <a:pt x="1145243" y="279962"/>
                  </a:lnTo>
                  <a:lnTo>
                    <a:pt x="1145440" y="279961"/>
                  </a:lnTo>
                  <a:lnTo>
                    <a:pt x="1145929" y="279972"/>
                  </a:lnTo>
                  <a:lnTo>
                    <a:pt x="1146301" y="280106"/>
                  </a:lnTo>
                  <a:lnTo>
                    <a:pt x="1146741" y="280224"/>
                  </a:lnTo>
                  <a:lnTo>
                    <a:pt x="1147390" y="280150"/>
                  </a:lnTo>
                  <a:lnTo>
                    <a:pt x="1148600" y="280198"/>
                  </a:lnTo>
                  <a:lnTo>
                    <a:pt x="1148893" y="279969"/>
                  </a:lnTo>
                  <a:lnTo>
                    <a:pt x="1149257" y="279333"/>
                  </a:lnTo>
                  <a:lnTo>
                    <a:pt x="1149397" y="279147"/>
                  </a:lnTo>
                  <a:lnTo>
                    <a:pt x="1150504" y="278932"/>
                  </a:lnTo>
                  <a:lnTo>
                    <a:pt x="1151470" y="279213"/>
                  </a:lnTo>
                  <a:lnTo>
                    <a:pt x="1151632" y="279143"/>
                  </a:lnTo>
                  <a:lnTo>
                    <a:pt x="1151909" y="278954"/>
                  </a:lnTo>
                  <a:lnTo>
                    <a:pt x="1152528" y="279136"/>
                  </a:lnTo>
                  <a:lnTo>
                    <a:pt x="1153102" y="279275"/>
                  </a:lnTo>
                  <a:lnTo>
                    <a:pt x="1154044" y="278965"/>
                  </a:lnTo>
                  <a:lnTo>
                    <a:pt x="1154589" y="278767"/>
                  </a:lnTo>
                  <a:lnTo>
                    <a:pt x="1155454" y="279088"/>
                  </a:lnTo>
                  <a:lnTo>
                    <a:pt x="1155994" y="279444"/>
                  </a:lnTo>
                  <a:lnTo>
                    <a:pt x="1156732" y="280058"/>
                  </a:lnTo>
                  <a:lnTo>
                    <a:pt x="1156969" y="280365"/>
                  </a:lnTo>
                  <a:lnTo>
                    <a:pt x="1157636" y="280849"/>
                  </a:lnTo>
                  <a:lnTo>
                    <a:pt x="1158323" y="281674"/>
                  </a:lnTo>
                  <a:lnTo>
                    <a:pt x="1158668" y="281738"/>
                  </a:lnTo>
                  <a:lnTo>
                    <a:pt x="1158840" y="281708"/>
                  </a:lnTo>
                  <a:lnTo>
                    <a:pt x="1159184" y="281606"/>
                  </a:lnTo>
                  <a:lnTo>
                    <a:pt x="1159625" y="281497"/>
                  </a:lnTo>
                  <a:lnTo>
                    <a:pt x="1159901" y="281629"/>
                  </a:lnTo>
                  <a:lnTo>
                    <a:pt x="1159793" y="282132"/>
                  </a:lnTo>
                  <a:lnTo>
                    <a:pt x="1160641" y="282136"/>
                  </a:lnTo>
                  <a:lnTo>
                    <a:pt x="1161381" y="282137"/>
                  </a:lnTo>
                  <a:lnTo>
                    <a:pt x="1161726" y="282146"/>
                  </a:lnTo>
                  <a:lnTo>
                    <a:pt x="1162226" y="282381"/>
                  </a:lnTo>
                  <a:lnTo>
                    <a:pt x="1162760" y="282444"/>
                  </a:lnTo>
                  <a:lnTo>
                    <a:pt x="1162911" y="281990"/>
                  </a:lnTo>
                  <a:lnTo>
                    <a:pt x="1163442" y="281409"/>
                  </a:lnTo>
                  <a:lnTo>
                    <a:pt x="1163701" y="281173"/>
                  </a:lnTo>
                  <a:lnTo>
                    <a:pt x="1163824" y="280784"/>
                  </a:lnTo>
                  <a:lnTo>
                    <a:pt x="1163765" y="280064"/>
                  </a:lnTo>
                  <a:lnTo>
                    <a:pt x="1163643" y="279027"/>
                  </a:lnTo>
                  <a:lnTo>
                    <a:pt x="1163997" y="278504"/>
                  </a:lnTo>
                  <a:lnTo>
                    <a:pt x="1164604" y="278163"/>
                  </a:lnTo>
                  <a:lnTo>
                    <a:pt x="1165219" y="278102"/>
                  </a:lnTo>
                  <a:lnTo>
                    <a:pt x="1165942" y="277994"/>
                  </a:lnTo>
                  <a:lnTo>
                    <a:pt x="1165988" y="277804"/>
                  </a:lnTo>
                  <a:lnTo>
                    <a:pt x="1166032" y="277585"/>
                  </a:lnTo>
                  <a:lnTo>
                    <a:pt x="1166175" y="277338"/>
                  </a:lnTo>
                  <a:lnTo>
                    <a:pt x="1166921" y="277167"/>
                  </a:lnTo>
                  <a:lnTo>
                    <a:pt x="1167363" y="277313"/>
                  </a:lnTo>
                  <a:lnTo>
                    <a:pt x="1167599" y="277434"/>
                  </a:lnTo>
                  <a:lnTo>
                    <a:pt x="1167768" y="277528"/>
                  </a:lnTo>
                  <a:lnTo>
                    <a:pt x="1168551" y="277626"/>
                  </a:lnTo>
                  <a:lnTo>
                    <a:pt x="1169117" y="277445"/>
                  </a:lnTo>
                  <a:lnTo>
                    <a:pt x="1169447" y="277545"/>
                  </a:lnTo>
                  <a:lnTo>
                    <a:pt x="1170122" y="277942"/>
                  </a:lnTo>
                  <a:lnTo>
                    <a:pt x="1170482" y="278200"/>
                  </a:lnTo>
                  <a:lnTo>
                    <a:pt x="1170788" y="278458"/>
                  </a:lnTo>
                  <a:lnTo>
                    <a:pt x="1170954" y="278789"/>
                  </a:lnTo>
                  <a:lnTo>
                    <a:pt x="1171132" y="279010"/>
                  </a:lnTo>
                  <a:lnTo>
                    <a:pt x="1171540" y="279368"/>
                  </a:lnTo>
                  <a:lnTo>
                    <a:pt x="1172149" y="279799"/>
                  </a:lnTo>
                  <a:lnTo>
                    <a:pt x="1172519" y="279836"/>
                  </a:lnTo>
                  <a:lnTo>
                    <a:pt x="1172669" y="279720"/>
                  </a:lnTo>
                  <a:lnTo>
                    <a:pt x="1173380" y="279335"/>
                  </a:lnTo>
                  <a:lnTo>
                    <a:pt x="1173975" y="279539"/>
                  </a:lnTo>
                  <a:lnTo>
                    <a:pt x="1174332" y="279509"/>
                  </a:lnTo>
                  <a:lnTo>
                    <a:pt x="1176025" y="279139"/>
                  </a:lnTo>
                  <a:lnTo>
                    <a:pt x="1176945" y="278674"/>
                  </a:lnTo>
                  <a:lnTo>
                    <a:pt x="1177546" y="278429"/>
                  </a:lnTo>
                  <a:lnTo>
                    <a:pt x="1177755" y="278175"/>
                  </a:lnTo>
                  <a:lnTo>
                    <a:pt x="1177610" y="277630"/>
                  </a:lnTo>
                  <a:lnTo>
                    <a:pt x="1177896" y="277274"/>
                  </a:lnTo>
                  <a:lnTo>
                    <a:pt x="1179443" y="276733"/>
                  </a:lnTo>
                  <a:lnTo>
                    <a:pt x="1179828" y="276863"/>
                  </a:lnTo>
                  <a:lnTo>
                    <a:pt x="1180176" y="276954"/>
                  </a:lnTo>
                  <a:lnTo>
                    <a:pt x="1181105" y="277144"/>
                  </a:lnTo>
                  <a:lnTo>
                    <a:pt x="1181960" y="277307"/>
                  </a:lnTo>
                  <a:lnTo>
                    <a:pt x="1182399" y="277321"/>
                  </a:lnTo>
                  <a:lnTo>
                    <a:pt x="1182793" y="277235"/>
                  </a:lnTo>
                  <a:lnTo>
                    <a:pt x="1183079" y="276049"/>
                  </a:lnTo>
                  <a:lnTo>
                    <a:pt x="1183529" y="275633"/>
                  </a:lnTo>
                  <a:lnTo>
                    <a:pt x="1184170" y="274937"/>
                  </a:lnTo>
                  <a:lnTo>
                    <a:pt x="1185186" y="274575"/>
                  </a:lnTo>
                  <a:lnTo>
                    <a:pt x="1185357" y="274483"/>
                  </a:lnTo>
                  <a:lnTo>
                    <a:pt x="1185796" y="274204"/>
                  </a:lnTo>
                  <a:lnTo>
                    <a:pt x="1185552" y="273613"/>
                  </a:lnTo>
                  <a:lnTo>
                    <a:pt x="1185211" y="273072"/>
                  </a:lnTo>
                  <a:lnTo>
                    <a:pt x="1185033" y="272855"/>
                  </a:lnTo>
                  <a:lnTo>
                    <a:pt x="1184745" y="272450"/>
                  </a:lnTo>
                  <a:lnTo>
                    <a:pt x="1184816" y="271644"/>
                  </a:lnTo>
                  <a:lnTo>
                    <a:pt x="1185030" y="271421"/>
                  </a:lnTo>
                  <a:lnTo>
                    <a:pt x="1185422" y="271330"/>
                  </a:lnTo>
                  <a:lnTo>
                    <a:pt x="1185996" y="271242"/>
                  </a:lnTo>
                  <a:lnTo>
                    <a:pt x="1186986" y="271308"/>
                  </a:lnTo>
                  <a:lnTo>
                    <a:pt x="1187743" y="270600"/>
                  </a:lnTo>
                  <a:lnTo>
                    <a:pt x="1188083" y="270358"/>
                  </a:lnTo>
                  <a:lnTo>
                    <a:pt x="1188566" y="270199"/>
                  </a:lnTo>
                  <a:lnTo>
                    <a:pt x="1188821" y="270155"/>
                  </a:lnTo>
                  <a:lnTo>
                    <a:pt x="1189531" y="270084"/>
                  </a:lnTo>
                  <a:lnTo>
                    <a:pt x="1190230" y="270104"/>
                  </a:lnTo>
                  <a:lnTo>
                    <a:pt x="1190762" y="269739"/>
                  </a:lnTo>
                  <a:lnTo>
                    <a:pt x="1190785" y="269552"/>
                  </a:lnTo>
                  <a:lnTo>
                    <a:pt x="1190865" y="269257"/>
                  </a:lnTo>
                  <a:lnTo>
                    <a:pt x="1191441" y="268726"/>
                  </a:lnTo>
                  <a:lnTo>
                    <a:pt x="1191145" y="268295"/>
                  </a:lnTo>
                  <a:lnTo>
                    <a:pt x="1190962" y="267679"/>
                  </a:lnTo>
                  <a:lnTo>
                    <a:pt x="1190915" y="267508"/>
                  </a:lnTo>
                  <a:lnTo>
                    <a:pt x="1190774" y="266709"/>
                  </a:lnTo>
                  <a:lnTo>
                    <a:pt x="1190871" y="266185"/>
                  </a:lnTo>
                  <a:lnTo>
                    <a:pt x="1191091" y="265412"/>
                  </a:lnTo>
                  <a:lnTo>
                    <a:pt x="1191779" y="264740"/>
                  </a:lnTo>
                  <a:lnTo>
                    <a:pt x="1191909" y="264668"/>
                  </a:lnTo>
                  <a:lnTo>
                    <a:pt x="1192352" y="264108"/>
                  </a:lnTo>
                  <a:lnTo>
                    <a:pt x="1192583" y="263818"/>
                  </a:lnTo>
                  <a:lnTo>
                    <a:pt x="1193038" y="263674"/>
                  </a:lnTo>
                  <a:lnTo>
                    <a:pt x="1193644" y="263804"/>
                  </a:lnTo>
                  <a:lnTo>
                    <a:pt x="1193759" y="264389"/>
                  </a:lnTo>
                  <a:lnTo>
                    <a:pt x="1193682" y="264967"/>
                  </a:lnTo>
                  <a:lnTo>
                    <a:pt x="1193984" y="265064"/>
                  </a:lnTo>
                  <a:lnTo>
                    <a:pt x="1194237" y="265046"/>
                  </a:lnTo>
                  <a:lnTo>
                    <a:pt x="1194479" y="265028"/>
                  </a:lnTo>
                  <a:lnTo>
                    <a:pt x="1194711" y="264880"/>
                  </a:lnTo>
                  <a:lnTo>
                    <a:pt x="1195667" y="264767"/>
                  </a:lnTo>
                  <a:lnTo>
                    <a:pt x="1196285" y="264995"/>
                  </a:lnTo>
                  <a:lnTo>
                    <a:pt x="1196754" y="265180"/>
                  </a:lnTo>
                  <a:lnTo>
                    <a:pt x="1197054" y="265291"/>
                  </a:lnTo>
                  <a:lnTo>
                    <a:pt x="1197850" y="264782"/>
                  </a:lnTo>
                  <a:lnTo>
                    <a:pt x="1198099" y="264709"/>
                  </a:lnTo>
                  <a:lnTo>
                    <a:pt x="1198680" y="265008"/>
                  </a:lnTo>
                  <a:lnTo>
                    <a:pt x="1199399" y="265187"/>
                  </a:lnTo>
                  <a:lnTo>
                    <a:pt x="1199857" y="264807"/>
                  </a:lnTo>
                  <a:lnTo>
                    <a:pt x="1200221" y="264886"/>
                  </a:lnTo>
                  <a:lnTo>
                    <a:pt x="1200635" y="265169"/>
                  </a:lnTo>
                  <a:lnTo>
                    <a:pt x="1200914" y="265724"/>
                  </a:lnTo>
                  <a:lnTo>
                    <a:pt x="1201172" y="265921"/>
                  </a:lnTo>
                  <a:lnTo>
                    <a:pt x="1201857" y="266002"/>
                  </a:lnTo>
                  <a:lnTo>
                    <a:pt x="1201947" y="265824"/>
                  </a:lnTo>
                  <a:lnTo>
                    <a:pt x="1202515" y="265576"/>
                  </a:lnTo>
                  <a:lnTo>
                    <a:pt x="1203154" y="265527"/>
                  </a:lnTo>
                  <a:lnTo>
                    <a:pt x="1203466" y="265589"/>
                  </a:lnTo>
                  <a:lnTo>
                    <a:pt x="1204057" y="266208"/>
                  </a:lnTo>
                  <a:lnTo>
                    <a:pt x="1204479" y="267399"/>
                  </a:lnTo>
                  <a:lnTo>
                    <a:pt x="1204656" y="267510"/>
                  </a:lnTo>
                  <a:lnTo>
                    <a:pt x="1204812" y="267615"/>
                  </a:lnTo>
                  <a:lnTo>
                    <a:pt x="1205462" y="267932"/>
                  </a:lnTo>
                  <a:lnTo>
                    <a:pt x="1205908" y="268271"/>
                  </a:lnTo>
                  <a:lnTo>
                    <a:pt x="1206266" y="268407"/>
                  </a:lnTo>
                  <a:lnTo>
                    <a:pt x="1206524" y="268683"/>
                  </a:lnTo>
                  <a:lnTo>
                    <a:pt x="1206968" y="269047"/>
                  </a:lnTo>
                  <a:lnTo>
                    <a:pt x="1207166" y="269217"/>
                  </a:lnTo>
                  <a:lnTo>
                    <a:pt x="1207314" y="269371"/>
                  </a:lnTo>
                  <a:lnTo>
                    <a:pt x="1207473" y="269496"/>
                  </a:lnTo>
                  <a:lnTo>
                    <a:pt x="1207627" y="269592"/>
                  </a:lnTo>
                  <a:lnTo>
                    <a:pt x="1207860" y="269924"/>
                  </a:lnTo>
                  <a:lnTo>
                    <a:pt x="1208003" y="270013"/>
                  </a:lnTo>
                  <a:lnTo>
                    <a:pt x="1208149" y="270054"/>
                  </a:lnTo>
                  <a:lnTo>
                    <a:pt x="1208363" y="270064"/>
                  </a:lnTo>
                  <a:lnTo>
                    <a:pt x="1208767" y="270605"/>
                  </a:lnTo>
                  <a:lnTo>
                    <a:pt x="1209343" y="270949"/>
                  </a:lnTo>
                  <a:lnTo>
                    <a:pt x="1209814" y="271438"/>
                  </a:lnTo>
                  <a:lnTo>
                    <a:pt x="1210306" y="271795"/>
                  </a:lnTo>
                  <a:lnTo>
                    <a:pt x="1210555" y="271907"/>
                  </a:lnTo>
                  <a:lnTo>
                    <a:pt x="1210743" y="272127"/>
                  </a:lnTo>
                  <a:lnTo>
                    <a:pt x="1210831" y="272303"/>
                  </a:lnTo>
                  <a:lnTo>
                    <a:pt x="1210979" y="272381"/>
                  </a:lnTo>
                  <a:lnTo>
                    <a:pt x="1211368" y="272731"/>
                  </a:lnTo>
                  <a:lnTo>
                    <a:pt x="1211483" y="273206"/>
                  </a:lnTo>
                  <a:lnTo>
                    <a:pt x="1211750" y="273320"/>
                  </a:lnTo>
                  <a:lnTo>
                    <a:pt x="1212012" y="273415"/>
                  </a:lnTo>
                  <a:lnTo>
                    <a:pt x="1212417" y="273775"/>
                  </a:lnTo>
                  <a:lnTo>
                    <a:pt x="1212858" y="273853"/>
                  </a:lnTo>
                  <a:lnTo>
                    <a:pt x="1212931" y="274082"/>
                  </a:lnTo>
                  <a:lnTo>
                    <a:pt x="1212811" y="274276"/>
                  </a:lnTo>
                  <a:lnTo>
                    <a:pt x="1212673" y="274307"/>
                  </a:lnTo>
                  <a:lnTo>
                    <a:pt x="1212647" y="274839"/>
                  </a:lnTo>
                  <a:lnTo>
                    <a:pt x="1213108" y="274940"/>
                  </a:lnTo>
                  <a:lnTo>
                    <a:pt x="1213319" y="275152"/>
                  </a:lnTo>
                  <a:lnTo>
                    <a:pt x="1213467" y="275344"/>
                  </a:lnTo>
                  <a:lnTo>
                    <a:pt x="1213632" y="275463"/>
                  </a:lnTo>
                  <a:lnTo>
                    <a:pt x="1213887" y="275694"/>
                  </a:lnTo>
                  <a:lnTo>
                    <a:pt x="1214175" y="276205"/>
                  </a:lnTo>
                  <a:lnTo>
                    <a:pt x="1214385" y="276316"/>
                  </a:lnTo>
                  <a:lnTo>
                    <a:pt x="1214619" y="276334"/>
                  </a:lnTo>
                  <a:lnTo>
                    <a:pt x="1214704" y="276534"/>
                  </a:lnTo>
                  <a:lnTo>
                    <a:pt x="1214599" y="276785"/>
                  </a:lnTo>
                  <a:lnTo>
                    <a:pt x="1214807" y="276986"/>
                  </a:lnTo>
                  <a:lnTo>
                    <a:pt x="1214978" y="277374"/>
                  </a:lnTo>
                  <a:lnTo>
                    <a:pt x="1215472" y="277632"/>
                  </a:lnTo>
                  <a:lnTo>
                    <a:pt x="1215636" y="278067"/>
                  </a:lnTo>
                  <a:lnTo>
                    <a:pt x="1215863" y="278298"/>
                  </a:lnTo>
                  <a:lnTo>
                    <a:pt x="1216186" y="278537"/>
                  </a:lnTo>
                  <a:lnTo>
                    <a:pt x="1216466" y="278694"/>
                  </a:lnTo>
                  <a:lnTo>
                    <a:pt x="1216694" y="278769"/>
                  </a:lnTo>
                  <a:lnTo>
                    <a:pt x="1216902" y="279165"/>
                  </a:lnTo>
                  <a:lnTo>
                    <a:pt x="1217377" y="279357"/>
                  </a:lnTo>
                  <a:lnTo>
                    <a:pt x="1217863" y="279463"/>
                  </a:lnTo>
                  <a:lnTo>
                    <a:pt x="1217999" y="279752"/>
                  </a:lnTo>
                  <a:lnTo>
                    <a:pt x="1218139" y="279945"/>
                  </a:lnTo>
                  <a:lnTo>
                    <a:pt x="1218184" y="280283"/>
                  </a:lnTo>
                  <a:lnTo>
                    <a:pt x="1218478" y="280548"/>
                  </a:lnTo>
                  <a:lnTo>
                    <a:pt x="1218699" y="280684"/>
                  </a:lnTo>
                  <a:lnTo>
                    <a:pt x="1218394" y="280926"/>
                  </a:lnTo>
                  <a:lnTo>
                    <a:pt x="1218759" y="281092"/>
                  </a:lnTo>
                  <a:lnTo>
                    <a:pt x="1218953" y="281436"/>
                  </a:lnTo>
                  <a:lnTo>
                    <a:pt x="1219220" y="281713"/>
                  </a:lnTo>
                  <a:lnTo>
                    <a:pt x="1219428" y="281934"/>
                  </a:lnTo>
                  <a:lnTo>
                    <a:pt x="1220185" y="282820"/>
                  </a:lnTo>
                  <a:lnTo>
                    <a:pt x="1220599" y="282993"/>
                  </a:lnTo>
                  <a:lnTo>
                    <a:pt x="1220801" y="283119"/>
                  </a:lnTo>
                  <a:lnTo>
                    <a:pt x="1220709" y="283393"/>
                  </a:lnTo>
                  <a:lnTo>
                    <a:pt x="1220750" y="283630"/>
                  </a:lnTo>
                  <a:lnTo>
                    <a:pt x="1220848" y="283766"/>
                  </a:lnTo>
                  <a:lnTo>
                    <a:pt x="1220804" y="283908"/>
                  </a:lnTo>
                  <a:lnTo>
                    <a:pt x="1220515" y="284217"/>
                  </a:lnTo>
                  <a:lnTo>
                    <a:pt x="1220363" y="284562"/>
                  </a:lnTo>
                  <a:lnTo>
                    <a:pt x="1220518" y="284700"/>
                  </a:lnTo>
                  <a:lnTo>
                    <a:pt x="1221094" y="284788"/>
                  </a:lnTo>
                  <a:lnTo>
                    <a:pt x="1221454" y="284716"/>
                  </a:lnTo>
                  <a:lnTo>
                    <a:pt x="1221847" y="284707"/>
                  </a:lnTo>
                  <a:lnTo>
                    <a:pt x="1222170" y="284835"/>
                  </a:lnTo>
                  <a:lnTo>
                    <a:pt x="1222568" y="284800"/>
                  </a:lnTo>
                  <a:lnTo>
                    <a:pt x="1223242" y="284725"/>
                  </a:lnTo>
                  <a:lnTo>
                    <a:pt x="1224227" y="285453"/>
                  </a:lnTo>
                  <a:lnTo>
                    <a:pt x="1224463" y="285603"/>
                  </a:lnTo>
                  <a:lnTo>
                    <a:pt x="1224646" y="285645"/>
                  </a:lnTo>
                  <a:lnTo>
                    <a:pt x="1224872" y="286609"/>
                  </a:lnTo>
                  <a:lnTo>
                    <a:pt x="1225005" y="286768"/>
                  </a:lnTo>
                  <a:lnTo>
                    <a:pt x="1225028" y="287420"/>
                  </a:lnTo>
                  <a:lnTo>
                    <a:pt x="1225688" y="288025"/>
                  </a:lnTo>
                  <a:lnTo>
                    <a:pt x="1225174" y="288343"/>
                  </a:lnTo>
                  <a:lnTo>
                    <a:pt x="1225150" y="288681"/>
                  </a:lnTo>
                  <a:lnTo>
                    <a:pt x="1225567" y="288967"/>
                  </a:lnTo>
                  <a:lnTo>
                    <a:pt x="1225926" y="288945"/>
                  </a:lnTo>
                  <a:lnTo>
                    <a:pt x="1226231" y="289195"/>
                  </a:lnTo>
                  <a:lnTo>
                    <a:pt x="1226845" y="289033"/>
                  </a:lnTo>
                  <a:lnTo>
                    <a:pt x="1227229" y="289001"/>
                  </a:lnTo>
                  <a:lnTo>
                    <a:pt x="1227329" y="289298"/>
                  </a:lnTo>
                  <a:lnTo>
                    <a:pt x="1227798" y="289369"/>
                  </a:lnTo>
                  <a:lnTo>
                    <a:pt x="1227840" y="289562"/>
                  </a:lnTo>
                  <a:lnTo>
                    <a:pt x="1227822" y="289824"/>
                  </a:lnTo>
                  <a:lnTo>
                    <a:pt x="1228186" y="290296"/>
                  </a:lnTo>
                  <a:lnTo>
                    <a:pt x="1230444" y="290338"/>
                  </a:lnTo>
                  <a:lnTo>
                    <a:pt x="1230127" y="291017"/>
                  </a:lnTo>
                  <a:lnTo>
                    <a:pt x="1229924" y="291333"/>
                  </a:lnTo>
                  <a:lnTo>
                    <a:pt x="1230262" y="291610"/>
                  </a:lnTo>
                  <a:lnTo>
                    <a:pt x="1229871" y="291608"/>
                  </a:lnTo>
                  <a:lnTo>
                    <a:pt x="1230044" y="291676"/>
                  </a:lnTo>
                  <a:lnTo>
                    <a:pt x="1230484" y="291885"/>
                  </a:lnTo>
                  <a:lnTo>
                    <a:pt x="1231200" y="292376"/>
                  </a:lnTo>
                  <a:lnTo>
                    <a:pt x="1231774" y="292495"/>
                  </a:lnTo>
                  <a:lnTo>
                    <a:pt x="1231430" y="292726"/>
                  </a:lnTo>
                  <a:lnTo>
                    <a:pt x="1231259" y="292927"/>
                  </a:lnTo>
                  <a:lnTo>
                    <a:pt x="1231665" y="292912"/>
                  </a:lnTo>
                  <a:lnTo>
                    <a:pt x="1231803" y="292933"/>
                  </a:lnTo>
                  <a:lnTo>
                    <a:pt x="1232048" y="292988"/>
                  </a:lnTo>
                  <a:lnTo>
                    <a:pt x="1232192" y="293312"/>
                  </a:lnTo>
                  <a:lnTo>
                    <a:pt x="1232444" y="293423"/>
                  </a:lnTo>
                  <a:lnTo>
                    <a:pt x="1232777" y="293506"/>
                  </a:lnTo>
                  <a:lnTo>
                    <a:pt x="1233068" y="293444"/>
                  </a:lnTo>
                  <a:lnTo>
                    <a:pt x="1233431" y="293662"/>
                  </a:lnTo>
                  <a:lnTo>
                    <a:pt x="1233277" y="294075"/>
                  </a:lnTo>
                  <a:lnTo>
                    <a:pt x="1233029" y="294052"/>
                  </a:lnTo>
                  <a:lnTo>
                    <a:pt x="1232833" y="293841"/>
                  </a:lnTo>
                  <a:lnTo>
                    <a:pt x="1232585" y="294055"/>
                  </a:lnTo>
                  <a:lnTo>
                    <a:pt x="1232750" y="294149"/>
                  </a:lnTo>
                  <a:lnTo>
                    <a:pt x="1233088" y="294265"/>
                  </a:lnTo>
                  <a:lnTo>
                    <a:pt x="1232793" y="294921"/>
                  </a:lnTo>
                  <a:lnTo>
                    <a:pt x="1232583" y="294997"/>
                  </a:lnTo>
                  <a:lnTo>
                    <a:pt x="1232304" y="295240"/>
                  </a:lnTo>
                  <a:lnTo>
                    <a:pt x="1232517" y="295700"/>
                  </a:lnTo>
                  <a:lnTo>
                    <a:pt x="1232857" y="295847"/>
                  </a:lnTo>
                  <a:lnTo>
                    <a:pt x="1232911" y="296368"/>
                  </a:lnTo>
                  <a:lnTo>
                    <a:pt x="1232653" y="296619"/>
                  </a:lnTo>
                  <a:lnTo>
                    <a:pt x="1232995" y="296763"/>
                  </a:lnTo>
                  <a:lnTo>
                    <a:pt x="1233160" y="296833"/>
                  </a:lnTo>
                  <a:lnTo>
                    <a:pt x="1233349" y="296797"/>
                  </a:lnTo>
                  <a:lnTo>
                    <a:pt x="1233643" y="296730"/>
                  </a:lnTo>
                  <a:lnTo>
                    <a:pt x="1234002" y="296779"/>
                  </a:lnTo>
                  <a:lnTo>
                    <a:pt x="1233855" y="297229"/>
                  </a:lnTo>
                  <a:lnTo>
                    <a:pt x="1233669" y="297550"/>
                  </a:lnTo>
                  <a:lnTo>
                    <a:pt x="1233414" y="297767"/>
                  </a:lnTo>
                  <a:lnTo>
                    <a:pt x="1232774" y="298663"/>
                  </a:lnTo>
                  <a:lnTo>
                    <a:pt x="1232809" y="298869"/>
                  </a:lnTo>
                  <a:lnTo>
                    <a:pt x="1232449" y="299258"/>
                  </a:lnTo>
                  <a:lnTo>
                    <a:pt x="1232353" y="298885"/>
                  </a:lnTo>
                  <a:lnTo>
                    <a:pt x="1231774" y="299247"/>
                  </a:lnTo>
                  <a:lnTo>
                    <a:pt x="1231723" y="299504"/>
                  </a:lnTo>
                  <a:lnTo>
                    <a:pt x="1232031" y="300071"/>
                  </a:lnTo>
                  <a:lnTo>
                    <a:pt x="1232165" y="300230"/>
                  </a:lnTo>
                  <a:lnTo>
                    <a:pt x="1232009" y="300518"/>
                  </a:lnTo>
                  <a:lnTo>
                    <a:pt x="1231689" y="300450"/>
                  </a:lnTo>
                  <a:lnTo>
                    <a:pt x="1231485" y="300072"/>
                  </a:lnTo>
                  <a:lnTo>
                    <a:pt x="1231353" y="300097"/>
                  </a:lnTo>
                  <a:lnTo>
                    <a:pt x="1230899" y="300516"/>
                  </a:lnTo>
                  <a:lnTo>
                    <a:pt x="1230647" y="300813"/>
                  </a:lnTo>
                  <a:lnTo>
                    <a:pt x="1230926" y="301492"/>
                  </a:lnTo>
                  <a:lnTo>
                    <a:pt x="1230531" y="301962"/>
                  </a:lnTo>
                  <a:lnTo>
                    <a:pt x="1230071" y="301916"/>
                  </a:lnTo>
                  <a:lnTo>
                    <a:pt x="1229707" y="301450"/>
                  </a:lnTo>
                  <a:lnTo>
                    <a:pt x="1229131" y="300554"/>
                  </a:lnTo>
                  <a:lnTo>
                    <a:pt x="1228868" y="301217"/>
                  </a:lnTo>
                  <a:lnTo>
                    <a:pt x="1228430" y="302018"/>
                  </a:lnTo>
                  <a:lnTo>
                    <a:pt x="1228801" y="302143"/>
                  </a:lnTo>
                  <a:lnTo>
                    <a:pt x="1229009" y="302272"/>
                  </a:lnTo>
                  <a:lnTo>
                    <a:pt x="1228796" y="302583"/>
                  </a:lnTo>
                  <a:lnTo>
                    <a:pt x="1228249" y="302803"/>
                  </a:lnTo>
                  <a:lnTo>
                    <a:pt x="1227817" y="302822"/>
                  </a:lnTo>
                  <a:lnTo>
                    <a:pt x="1227215" y="302676"/>
                  </a:lnTo>
                  <a:lnTo>
                    <a:pt x="1226772" y="302561"/>
                  </a:lnTo>
                  <a:lnTo>
                    <a:pt x="1226592" y="302579"/>
                  </a:lnTo>
                  <a:lnTo>
                    <a:pt x="1226985" y="302768"/>
                  </a:lnTo>
                  <a:lnTo>
                    <a:pt x="1227368" y="302945"/>
                  </a:lnTo>
                  <a:lnTo>
                    <a:pt x="1227703" y="303391"/>
                  </a:lnTo>
                  <a:lnTo>
                    <a:pt x="1227571" y="303774"/>
                  </a:lnTo>
                  <a:lnTo>
                    <a:pt x="1226823" y="304249"/>
                  </a:lnTo>
                  <a:lnTo>
                    <a:pt x="1226539" y="304267"/>
                  </a:lnTo>
                  <a:lnTo>
                    <a:pt x="1226235" y="304286"/>
                  </a:lnTo>
                  <a:lnTo>
                    <a:pt x="1226196" y="305143"/>
                  </a:lnTo>
                  <a:lnTo>
                    <a:pt x="1223858" y="305770"/>
                  </a:lnTo>
                  <a:lnTo>
                    <a:pt x="1223697" y="306197"/>
                  </a:lnTo>
                  <a:lnTo>
                    <a:pt x="1223805" y="306436"/>
                  </a:lnTo>
                  <a:lnTo>
                    <a:pt x="1223969" y="306561"/>
                  </a:lnTo>
                  <a:lnTo>
                    <a:pt x="1224309" y="307019"/>
                  </a:lnTo>
                  <a:lnTo>
                    <a:pt x="1223696" y="307543"/>
                  </a:lnTo>
                  <a:lnTo>
                    <a:pt x="1223480" y="307278"/>
                  </a:lnTo>
                  <a:lnTo>
                    <a:pt x="1221965" y="306765"/>
                  </a:lnTo>
                  <a:lnTo>
                    <a:pt x="1221755" y="306854"/>
                  </a:lnTo>
                  <a:lnTo>
                    <a:pt x="1221216" y="307168"/>
                  </a:lnTo>
                  <a:lnTo>
                    <a:pt x="1220659" y="307696"/>
                  </a:lnTo>
                  <a:lnTo>
                    <a:pt x="1220609" y="308034"/>
                  </a:lnTo>
                  <a:lnTo>
                    <a:pt x="1221622" y="308026"/>
                  </a:lnTo>
                  <a:lnTo>
                    <a:pt x="1221952" y="308681"/>
                  </a:lnTo>
                  <a:lnTo>
                    <a:pt x="1221637" y="309136"/>
                  </a:lnTo>
                  <a:lnTo>
                    <a:pt x="1222057" y="309355"/>
                  </a:lnTo>
                  <a:lnTo>
                    <a:pt x="1222801" y="310970"/>
                  </a:lnTo>
                  <a:lnTo>
                    <a:pt x="1222206" y="311121"/>
                  </a:lnTo>
                  <a:lnTo>
                    <a:pt x="1221828" y="311425"/>
                  </a:lnTo>
                  <a:lnTo>
                    <a:pt x="1221928" y="311554"/>
                  </a:lnTo>
                  <a:lnTo>
                    <a:pt x="1222525" y="312069"/>
                  </a:lnTo>
                  <a:lnTo>
                    <a:pt x="1222271" y="312476"/>
                  </a:lnTo>
                  <a:lnTo>
                    <a:pt x="1222058" y="312694"/>
                  </a:lnTo>
                  <a:lnTo>
                    <a:pt x="1222042" y="313021"/>
                  </a:lnTo>
                  <a:lnTo>
                    <a:pt x="1222158" y="313259"/>
                  </a:lnTo>
                  <a:lnTo>
                    <a:pt x="1222249" y="313387"/>
                  </a:lnTo>
                  <a:lnTo>
                    <a:pt x="1222439" y="313602"/>
                  </a:lnTo>
                  <a:lnTo>
                    <a:pt x="1222969" y="314090"/>
                  </a:lnTo>
                  <a:lnTo>
                    <a:pt x="1223053" y="315566"/>
                  </a:lnTo>
                  <a:lnTo>
                    <a:pt x="1223347" y="316133"/>
                  </a:lnTo>
                  <a:lnTo>
                    <a:pt x="1223453" y="316317"/>
                  </a:lnTo>
                  <a:lnTo>
                    <a:pt x="1222781" y="317664"/>
                  </a:lnTo>
                  <a:lnTo>
                    <a:pt x="1221698" y="318504"/>
                  </a:lnTo>
                  <a:lnTo>
                    <a:pt x="1220702" y="319467"/>
                  </a:lnTo>
                  <a:lnTo>
                    <a:pt x="1220298" y="319625"/>
                  </a:lnTo>
                  <a:lnTo>
                    <a:pt x="1220273" y="319035"/>
                  </a:lnTo>
                  <a:lnTo>
                    <a:pt x="1219476" y="318932"/>
                  </a:lnTo>
                  <a:lnTo>
                    <a:pt x="1219115" y="319164"/>
                  </a:lnTo>
                  <a:lnTo>
                    <a:pt x="1218574" y="319770"/>
                  </a:lnTo>
                  <a:lnTo>
                    <a:pt x="1218062" y="320131"/>
                  </a:lnTo>
                  <a:lnTo>
                    <a:pt x="1217685" y="320131"/>
                  </a:lnTo>
                  <a:lnTo>
                    <a:pt x="1216633" y="320990"/>
                  </a:lnTo>
                  <a:lnTo>
                    <a:pt x="1216113" y="321412"/>
                  </a:lnTo>
                  <a:lnTo>
                    <a:pt x="1215963" y="321813"/>
                  </a:lnTo>
                  <a:lnTo>
                    <a:pt x="1215661" y="322421"/>
                  </a:lnTo>
                  <a:lnTo>
                    <a:pt x="1214885" y="322717"/>
                  </a:lnTo>
                  <a:lnTo>
                    <a:pt x="1214406" y="322376"/>
                  </a:lnTo>
                  <a:lnTo>
                    <a:pt x="1213217" y="322327"/>
                  </a:lnTo>
                  <a:lnTo>
                    <a:pt x="1213174" y="322984"/>
                  </a:lnTo>
                  <a:lnTo>
                    <a:pt x="1212786" y="322831"/>
                  </a:lnTo>
                  <a:lnTo>
                    <a:pt x="1212210" y="323127"/>
                  </a:lnTo>
                  <a:lnTo>
                    <a:pt x="1212172" y="324544"/>
                  </a:lnTo>
                  <a:lnTo>
                    <a:pt x="1211492" y="324107"/>
                  </a:lnTo>
                  <a:lnTo>
                    <a:pt x="1210164" y="324509"/>
                  </a:lnTo>
                  <a:lnTo>
                    <a:pt x="1210637" y="324799"/>
                  </a:lnTo>
                  <a:lnTo>
                    <a:pt x="1210750" y="325059"/>
                  </a:lnTo>
                  <a:lnTo>
                    <a:pt x="1210932" y="325352"/>
                  </a:lnTo>
                  <a:lnTo>
                    <a:pt x="1210838" y="325960"/>
                  </a:lnTo>
                  <a:lnTo>
                    <a:pt x="1211083" y="326517"/>
                  </a:lnTo>
                  <a:lnTo>
                    <a:pt x="1210731" y="327188"/>
                  </a:lnTo>
                  <a:lnTo>
                    <a:pt x="1210258" y="327703"/>
                  </a:lnTo>
                  <a:lnTo>
                    <a:pt x="1209828" y="328842"/>
                  </a:lnTo>
                  <a:lnTo>
                    <a:pt x="1209986" y="328851"/>
                  </a:lnTo>
                  <a:lnTo>
                    <a:pt x="1209365" y="329084"/>
                  </a:lnTo>
                  <a:lnTo>
                    <a:pt x="1208378" y="329860"/>
                  </a:lnTo>
                  <a:lnTo>
                    <a:pt x="1207967" y="329905"/>
                  </a:lnTo>
                  <a:lnTo>
                    <a:pt x="1207972" y="330218"/>
                  </a:lnTo>
                  <a:lnTo>
                    <a:pt x="1207988" y="330548"/>
                  </a:lnTo>
                  <a:lnTo>
                    <a:pt x="1207338" y="331292"/>
                  </a:lnTo>
                  <a:lnTo>
                    <a:pt x="1207360" y="332325"/>
                  </a:lnTo>
                  <a:lnTo>
                    <a:pt x="1207342" y="332605"/>
                  </a:lnTo>
                  <a:lnTo>
                    <a:pt x="1207829" y="332833"/>
                  </a:lnTo>
                  <a:lnTo>
                    <a:pt x="1206796" y="333378"/>
                  </a:lnTo>
                  <a:lnTo>
                    <a:pt x="1206995" y="333499"/>
                  </a:lnTo>
                  <a:lnTo>
                    <a:pt x="1207158" y="333592"/>
                  </a:lnTo>
                  <a:lnTo>
                    <a:pt x="1205948" y="334728"/>
                  </a:lnTo>
                  <a:lnTo>
                    <a:pt x="1205352" y="334647"/>
                  </a:lnTo>
                  <a:lnTo>
                    <a:pt x="1204688" y="334636"/>
                  </a:lnTo>
                  <a:lnTo>
                    <a:pt x="1204525" y="334882"/>
                  </a:lnTo>
                  <a:lnTo>
                    <a:pt x="1204507" y="335083"/>
                  </a:lnTo>
                  <a:lnTo>
                    <a:pt x="1204301" y="335843"/>
                  </a:lnTo>
                  <a:lnTo>
                    <a:pt x="1203835" y="336065"/>
                  </a:lnTo>
                  <a:lnTo>
                    <a:pt x="1203044" y="336189"/>
                  </a:lnTo>
                  <a:lnTo>
                    <a:pt x="1202656" y="336531"/>
                  </a:lnTo>
                  <a:lnTo>
                    <a:pt x="1203191" y="336854"/>
                  </a:lnTo>
                  <a:lnTo>
                    <a:pt x="1204315" y="337229"/>
                  </a:lnTo>
                  <a:lnTo>
                    <a:pt x="1204068" y="337568"/>
                  </a:lnTo>
                  <a:lnTo>
                    <a:pt x="1203847" y="337573"/>
                  </a:lnTo>
                  <a:lnTo>
                    <a:pt x="1203563" y="337594"/>
                  </a:lnTo>
                  <a:lnTo>
                    <a:pt x="1202723" y="337579"/>
                  </a:lnTo>
                  <a:lnTo>
                    <a:pt x="1202359" y="337597"/>
                  </a:lnTo>
                  <a:lnTo>
                    <a:pt x="1202262" y="338047"/>
                  </a:lnTo>
                  <a:lnTo>
                    <a:pt x="1201362" y="337398"/>
                  </a:lnTo>
                  <a:lnTo>
                    <a:pt x="1200607" y="337863"/>
                  </a:lnTo>
                  <a:lnTo>
                    <a:pt x="1200395" y="337933"/>
                  </a:lnTo>
                  <a:lnTo>
                    <a:pt x="1199937" y="339062"/>
                  </a:lnTo>
                  <a:lnTo>
                    <a:pt x="1199772" y="339095"/>
                  </a:lnTo>
                  <a:lnTo>
                    <a:pt x="1199536" y="339127"/>
                  </a:lnTo>
                  <a:lnTo>
                    <a:pt x="1199314" y="339419"/>
                  </a:lnTo>
                  <a:lnTo>
                    <a:pt x="1199913" y="339468"/>
                  </a:lnTo>
                  <a:lnTo>
                    <a:pt x="1200435" y="339880"/>
                  </a:lnTo>
                  <a:lnTo>
                    <a:pt x="1200273" y="339966"/>
                  </a:lnTo>
                  <a:lnTo>
                    <a:pt x="1199918" y="340165"/>
                  </a:lnTo>
                  <a:lnTo>
                    <a:pt x="1199755" y="340405"/>
                  </a:lnTo>
                  <a:lnTo>
                    <a:pt x="1200246" y="340781"/>
                  </a:lnTo>
                  <a:lnTo>
                    <a:pt x="1200385" y="340812"/>
                  </a:lnTo>
                  <a:lnTo>
                    <a:pt x="1201008" y="340938"/>
                  </a:lnTo>
                  <a:lnTo>
                    <a:pt x="1201305" y="340963"/>
                  </a:lnTo>
                  <a:lnTo>
                    <a:pt x="1201595" y="340980"/>
                  </a:lnTo>
                  <a:lnTo>
                    <a:pt x="1202110" y="341019"/>
                  </a:lnTo>
                  <a:lnTo>
                    <a:pt x="1202486" y="341161"/>
                  </a:lnTo>
                  <a:lnTo>
                    <a:pt x="1202509" y="341565"/>
                  </a:lnTo>
                  <a:lnTo>
                    <a:pt x="1202195" y="341785"/>
                  </a:lnTo>
                  <a:lnTo>
                    <a:pt x="1201684" y="342000"/>
                  </a:lnTo>
                  <a:lnTo>
                    <a:pt x="1201314" y="342014"/>
                  </a:lnTo>
                  <a:lnTo>
                    <a:pt x="1200251" y="341403"/>
                  </a:lnTo>
                  <a:lnTo>
                    <a:pt x="1199888" y="341594"/>
                  </a:lnTo>
                  <a:lnTo>
                    <a:pt x="1199380" y="341977"/>
                  </a:lnTo>
                  <a:lnTo>
                    <a:pt x="1199285" y="342407"/>
                  </a:lnTo>
                  <a:lnTo>
                    <a:pt x="1200090" y="342425"/>
                  </a:lnTo>
                  <a:lnTo>
                    <a:pt x="1200885" y="343122"/>
                  </a:lnTo>
                  <a:lnTo>
                    <a:pt x="1200679" y="343975"/>
                  </a:lnTo>
                  <a:lnTo>
                    <a:pt x="1200534" y="344111"/>
                  </a:lnTo>
                  <a:lnTo>
                    <a:pt x="1199913" y="344439"/>
                  </a:lnTo>
                  <a:lnTo>
                    <a:pt x="1199754" y="344459"/>
                  </a:lnTo>
                  <a:lnTo>
                    <a:pt x="1199489" y="344490"/>
                  </a:lnTo>
                  <a:lnTo>
                    <a:pt x="1198463" y="345084"/>
                  </a:lnTo>
                  <a:lnTo>
                    <a:pt x="1198499" y="345219"/>
                  </a:lnTo>
                  <a:lnTo>
                    <a:pt x="1198561" y="345404"/>
                  </a:lnTo>
                  <a:lnTo>
                    <a:pt x="1198504" y="345756"/>
                  </a:lnTo>
                  <a:lnTo>
                    <a:pt x="1197911" y="346256"/>
                  </a:lnTo>
                  <a:lnTo>
                    <a:pt x="1197593" y="346133"/>
                  </a:lnTo>
                  <a:lnTo>
                    <a:pt x="1197417" y="346097"/>
                  </a:lnTo>
                  <a:lnTo>
                    <a:pt x="1197052" y="346082"/>
                  </a:lnTo>
                  <a:lnTo>
                    <a:pt x="1196572" y="346137"/>
                  </a:lnTo>
                  <a:lnTo>
                    <a:pt x="1196113" y="346626"/>
                  </a:lnTo>
                  <a:lnTo>
                    <a:pt x="1196681" y="347101"/>
                  </a:lnTo>
                  <a:lnTo>
                    <a:pt x="1197307" y="347757"/>
                  </a:lnTo>
                  <a:lnTo>
                    <a:pt x="1197830" y="348016"/>
                  </a:lnTo>
                  <a:lnTo>
                    <a:pt x="1197544" y="348252"/>
                  </a:lnTo>
                  <a:lnTo>
                    <a:pt x="1197276" y="348510"/>
                  </a:lnTo>
                  <a:lnTo>
                    <a:pt x="1197298" y="348783"/>
                  </a:lnTo>
                  <a:lnTo>
                    <a:pt x="1197576" y="348996"/>
                  </a:lnTo>
                  <a:lnTo>
                    <a:pt x="1197864" y="349185"/>
                  </a:lnTo>
                  <a:lnTo>
                    <a:pt x="1198120" y="349417"/>
                  </a:lnTo>
                  <a:lnTo>
                    <a:pt x="1198221" y="349640"/>
                  </a:lnTo>
                  <a:lnTo>
                    <a:pt x="1198348" y="349830"/>
                  </a:lnTo>
                  <a:lnTo>
                    <a:pt x="1198541" y="350157"/>
                  </a:lnTo>
                  <a:lnTo>
                    <a:pt x="1198394" y="350685"/>
                  </a:lnTo>
                  <a:lnTo>
                    <a:pt x="1198193" y="350656"/>
                  </a:lnTo>
                  <a:lnTo>
                    <a:pt x="1197796" y="351099"/>
                  </a:lnTo>
                  <a:lnTo>
                    <a:pt x="1198011" y="351229"/>
                  </a:lnTo>
                  <a:lnTo>
                    <a:pt x="1198119" y="352038"/>
                  </a:lnTo>
                  <a:lnTo>
                    <a:pt x="1197886" y="352132"/>
                  </a:lnTo>
                  <a:lnTo>
                    <a:pt x="1197677" y="352185"/>
                  </a:lnTo>
                  <a:lnTo>
                    <a:pt x="1197385" y="352231"/>
                  </a:lnTo>
                  <a:lnTo>
                    <a:pt x="1197152" y="352249"/>
                  </a:lnTo>
                  <a:lnTo>
                    <a:pt x="1196635" y="352299"/>
                  </a:lnTo>
                  <a:lnTo>
                    <a:pt x="1195959" y="353013"/>
                  </a:lnTo>
                  <a:lnTo>
                    <a:pt x="1196427" y="353224"/>
                  </a:lnTo>
                  <a:lnTo>
                    <a:pt x="1196683" y="353335"/>
                  </a:lnTo>
                  <a:lnTo>
                    <a:pt x="1196914" y="353457"/>
                  </a:lnTo>
                  <a:lnTo>
                    <a:pt x="1197518" y="353826"/>
                  </a:lnTo>
                  <a:lnTo>
                    <a:pt x="1197661" y="354706"/>
                  </a:lnTo>
                  <a:lnTo>
                    <a:pt x="1197909" y="355211"/>
                  </a:lnTo>
                  <a:lnTo>
                    <a:pt x="1197774" y="355597"/>
                  </a:lnTo>
                  <a:lnTo>
                    <a:pt x="1197725" y="355740"/>
                  </a:lnTo>
                  <a:lnTo>
                    <a:pt x="1197602" y="356150"/>
                  </a:lnTo>
                  <a:lnTo>
                    <a:pt x="1196977" y="356758"/>
                  </a:lnTo>
                  <a:lnTo>
                    <a:pt x="1197224" y="357228"/>
                  </a:lnTo>
                  <a:lnTo>
                    <a:pt x="1197501" y="358853"/>
                  </a:lnTo>
                  <a:lnTo>
                    <a:pt x="1197530" y="359159"/>
                  </a:lnTo>
                  <a:lnTo>
                    <a:pt x="1197563" y="360268"/>
                  </a:lnTo>
                  <a:lnTo>
                    <a:pt x="1197318" y="360554"/>
                  </a:lnTo>
                  <a:lnTo>
                    <a:pt x="1197108" y="360782"/>
                  </a:lnTo>
                  <a:lnTo>
                    <a:pt x="1196935" y="360964"/>
                  </a:lnTo>
                  <a:lnTo>
                    <a:pt x="1196702" y="361617"/>
                  </a:lnTo>
                  <a:lnTo>
                    <a:pt x="1196075" y="361766"/>
                  </a:lnTo>
                  <a:lnTo>
                    <a:pt x="1196265" y="361123"/>
                  </a:lnTo>
                  <a:lnTo>
                    <a:pt x="1195219" y="360274"/>
                  </a:lnTo>
                  <a:lnTo>
                    <a:pt x="1194632" y="360120"/>
                  </a:lnTo>
                  <a:lnTo>
                    <a:pt x="1193742" y="360224"/>
                  </a:lnTo>
                  <a:lnTo>
                    <a:pt x="1193623" y="360651"/>
                  </a:lnTo>
                  <a:lnTo>
                    <a:pt x="1193620" y="360784"/>
                  </a:lnTo>
                  <a:lnTo>
                    <a:pt x="1193629" y="361023"/>
                  </a:lnTo>
                  <a:lnTo>
                    <a:pt x="1194358" y="362619"/>
                  </a:lnTo>
                  <a:lnTo>
                    <a:pt x="1195673" y="362555"/>
                  </a:lnTo>
                  <a:lnTo>
                    <a:pt x="1195822" y="362780"/>
                  </a:lnTo>
                  <a:lnTo>
                    <a:pt x="1195974" y="362939"/>
                  </a:lnTo>
                  <a:lnTo>
                    <a:pt x="1196263" y="363170"/>
                  </a:lnTo>
                  <a:lnTo>
                    <a:pt x="1196725" y="363570"/>
                  </a:lnTo>
                  <a:lnTo>
                    <a:pt x="1198038" y="364937"/>
                  </a:lnTo>
                  <a:lnTo>
                    <a:pt x="1197608" y="365083"/>
                  </a:lnTo>
                  <a:lnTo>
                    <a:pt x="1197722" y="365406"/>
                  </a:lnTo>
                  <a:lnTo>
                    <a:pt x="1198163" y="365629"/>
                  </a:lnTo>
                  <a:lnTo>
                    <a:pt x="1198209" y="366086"/>
                  </a:lnTo>
                  <a:lnTo>
                    <a:pt x="1197336" y="366881"/>
                  </a:lnTo>
                  <a:lnTo>
                    <a:pt x="1197858" y="368237"/>
                  </a:lnTo>
                  <a:lnTo>
                    <a:pt x="1198161" y="368277"/>
                  </a:lnTo>
                  <a:lnTo>
                    <a:pt x="1198324" y="368781"/>
                  </a:lnTo>
                  <a:lnTo>
                    <a:pt x="1198184" y="368787"/>
                  </a:lnTo>
                  <a:lnTo>
                    <a:pt x="1198139" y="369231"/>
                  </a:lnTo>
                  <a:lnTo>
                    <a:pt x="1198290" y="369354"/>
                  </a:lnTo>
                  <a:lnTo>
                    <a:pt x="1198546" y="369568"/>
                  </a:lnTo>
                  <a:lnTo>
                    <a:pt x="1199240" y="370165"/>
                  </a:lnTo>
                  <a:lnTo>
                    <a:pt x="1199543" y="370445"/>
                  </a:lnTo>
                  <a:lnTo>
                    <a:pt x="1199761" y="370824"/>
                  </a:lnTo>
                  <a:lnTo>
                    <a:pt x="1199182" y="371789"/>
                  </a:lnTo>
                  <a:lnTo>
                    <a:pt x="1199281" y="372024"/>
                  </a:lnTo>
                  <a:lnTo>
                    <a:pt x="1199239" y="372414"/>
                  </a:lnTo>
                  <a:lnTo>
                    <a:pt x="1199102" y="373527"/>
                  </a:lnTo>
                  <a:lnTo>
                    <a:pt x="1199787" y="373905"/>
                  </a:lnTo>
                  <a:lnTo>
                    <a:pt x="1199974" y="374092"/>
                  </a:lnTo>
                  <a:lnTo>
                    <a:pt x="1199297" y="375178"/>
                  </a:lnTo>
                  <a:lnTo>
                    <a:pt x="1199025" y="375540"/>
                  </a:lnTo>
                  <a:lnTo>
                    <a:pt x="1199307" y="375939"/>
                  </a:lnTo>
                  <a:lnTo>
                    <a:pt x="1199161" y="377013"/>
                  </a:lnTo>
                  <a:lnTo>
                    <a:pt x="1199327" y="377050"/>
                  </a:lnTo>
                  <a:lnTo>
                    <a:pt x="1198820" y="377726"/>
                  </a:lnTo>
                  <a:lnTo>
                    <a:pt x="1198504" y="378031"/>
                  </a:lnTo>
                  <a:lnTo>
                    <a:pt x="1198082" y="378603"/>
                  </a:lnTo>
                  <a:lnTo>
                    <a:pt x="1197966" y="378770"/>
                  </a:lnTo>
                  <a:lnTo>
                    <a:pt x="1197373" y="380503"/>
                  </a:lnTo>
                  <a:lnTo>
                    <a:pt x="1197905" y="381341"/>
                  </a:lnTo>
                  <a:lnTo>
                    <a:pt x="1197935" y="381551"/>
                  </a:lnTo>
                  <a:lnTo>
                    <a:pt x="1197940" y="381683"/>
                  </a:lnTo>
                  <a:lnTo>
                    <a:pt x="1197893" y="382024"/>
                  </a:lnTo>
                  <a:lnTo>
                    <a:pt x="1197784" y="382305"/>
                  </a:lnTo>
                  <a:lnTo>
                    <a:pt x="1197680" y="382449"/>
                  </a:lnTo>
                  <a:lnTo>
                    <a:pt x="1197562" y="383052"/>
                  </a:lnTo>
                  <a:lnTo>
                    <a:pt x="1197601" y="383277"/>
                  </a:lnTo>
                  <a:lnTo>
                    <a:pt x="1196590" y="383640"/>
                  </a:lnTo>
                  <a:lnTo>
                    <a:pt x="1195950" y="383964"/>
                  </a:lnTo>
                  <a:lnTo>
                    <a:pt x="1195659" y="384415"/>
                  </a:lnTo>
                  <a:lnTo>
                    <a:pt x="1195032" y="384991"/>
                  </a:lnTo>
                  <a:lnTo>
                    <a:pt x="1194940" y="385414"/>
                  </a:lnTo>
                  <a:lnTo>
                    <a:pt x="1194828" y="385586"/>
                  </a:lnTo>
                  <a:lnTo>
                    <a:pt x="1194300" y="385883"/>
                  </a:lnTo>
                  <a:lnTo>
                    <a:pt x="1194156" y="385894"/>
                  </a:lnTo>
                  <a:lnTo>
                    <a:pt x="1193597" y="386199"/>
                  </a:lnTo>
                  <a:lnTo>
                    <a:pt x="1193001" y="386587"/>
                  </a:lnTo>
                  <a:lnTo>
                    <a:pt x="1192503" y="386422"/>
                  </a:lnTo>
                  <a:lnTo>
                    <a:pt x="1192285" y="386299"/>
                  </a:lnTo>
                  <a:lnTo>
                    <a:pt x="1192148" y="386233"/>
                  </a:lnTo>
                  <a:lnTo>
                    <a:pt x="1191880" y="386141"/>
                  </a:lnTo>
                  <a:lnTo>
                    <a:pt x="1191556" y="386055"/>
                  </a:lnTo>
                  <a:lnTo>
                    <a:pt x="1191256" y="385979"/>
                  </a:lnTo>
                  <a:lnTo>
                    <a:pt x="1191105" y="385957"/>
                  </a:lnTo>
                  <a:lnTo>
                    <a:pt x="1189981" y="385383"/>
                  </a:lnTo>
                  <a:lnTo>
                    <a:pt x="1189610" y="385035"/>
                  </a:lnTo>
                  <a:lnTo>
                    <a:pt x="1189642" y="384843"/>
                  </a:lnTo>
                  <a:lnTo>
                    <a:pt x="1189758" y="384697"/>
                  </a:lnTo>
                  <a:lnTo>
                    <a:pt x="1189934" y="384543"/>
                  </a:lnTo>
                  <a:lnTo>
                    <a:pt x="1189979" y="384411"/>
                  </a:lnTo>
                  <a:lnTo>
                    <a:pt x="1189790" y="384106"/>
                  </a:lnTo>
                  <a:lnTo>
                    <a:pt x="1189607" y="384108"/>
                  </a:lnTo>
                  <a:lnTo>
                    <a:pt x="1189403" y="384191"/>
                  </a:lnTo>
                  <a:lnTo>
                    <a:pt x="1189198" y="384296"/>
                  </a:lnTo>
                  <a:lnTo>
                    <a:pt x="1189014" y="384336"/>
                  </a:lnTo>
                  <a:lnTo>
                    <a:pt x="1188856" y="384321"/>
                  </a:lnTo>
                  <a:lnTo>
                    <a:pt x="1188241" y="384237"/>
                  </a:lnTo>
                  <a:lnTo>
                    <a:pt x="1188032" y="384507"/>
                  </a:lnTo>
                  <a:lnTo>
                    <a:pt x="1187814" y="384669"/>
                  </a:lnTo>
                  <a:lnTo>
                    <a:pt x="1187549" y="384798"/>
                  </a:lnTo>
                  <a:lnTo>
                    <a:pt x="1187406" y="384809"/>
                  </a:lnTo>
                  <a:lnTo>
                    <a:pt x="1186856" y="384669"/>
                  </a:lnTo>
                  <a:lnTo>
                    <a:pt x="1186698" y="384678"/>
                  </a:lnTo>
                  <a:lnTo>
                    <a:pt x="1186492" y="384722"/>
                  </a:lnTo>
                  <a:lnTo>
                    <a:pt x="1186252" y="384723"/>
                  </a:lnTo>
                  <a:lnTo>
                    <a:pt x="1185981" y="384605"/>
                  </a:lnTo>
                  <a:lnTo>
                    <a:pt x="1185695" y="384465"/>
                  </a:lnTo>
                  <a:lnTo>
                    <a:pt x="1185524" y="384367"/>
                  </a:lnTo>
                  <a:lnTo>
                    <a:pt x="1184831" y="383961"/>
                  </a:lnTo>
                  <a:lnTo>
                    <a:pt x="1184513" y="383835"/>
                  </a:lnTo>
                  <a:lnTo>
                    <a:pt x="1184353" y="383809"/>
                  </a:lnTo>
                  <a:lnTo>
                    <a:pt x="1184166" y="383834"/>
                  </a:lnTo>
                  <a:lnTo>
                    <a:pt x="1183809" y="383951"/>
                  </a:lnTo>
                  <a:lnTo>
                    <a:pt x="1183467" y="384097"/>
                  </a:lnTo>
                  <a:lnTo>
                    <a:pt x="1183073" y="384201"/>
                  </a:lnTo>
                  <a:lnTo>
                    <a:pt x="1182858" y="384308"/>
                  </a:lnTo>
                  <a:lnTo>
                    <a:pt x="1182235" y="384720"/>
                  </a:lnTo>
                  <a:lnTo>
                    <a:pt x="1182175" y="384911"/>
                  </a:lnTo>
                  <a:lnTo>
                    <a:pt x="1182111" y="385120"/>
                  </a:lnTo>
                  <a:lnTo>
                    <a:pt x="1182012" y="385449"/>
                  </a:lnTo>
                  <a:lnTo>
                    <a:pt x="1181940" y="385680"/>
                  </a:lnTo>
                  <a:lnTo>
                    <a:pt x="1181791" y="386136"/>
                  </a:lnTo>
                  <a:lnTo>
                    <a:pt x="1181042" y="386860"/>
                  </a:lnTo>
                  <a:lnTo>
                    <a:pt x="1179971" y="387475"/>
                  </a:lnTo>
                  <a:lnTo>
                    <a:pt x="1180259" y="387901"/>
                  </a:lnTo>
                  <a:lnTo>
                    <a:pt x="1180497" y="388239"/>
                  </a:lnTo>
                  <a:lnTo>
                    <a:pt x="1180662" y="388506"/>
                  </a:lnTo>
                  <a:lnTo>
                    <a:pt x="1180758" y="388667"/>
                  </a:lnTo>
                  <a:lnTo>
                    <a:pt x="1180871" y="388915"/>
                  </a:lnTo>
                  <a:lnTo>
                    <a:pt x="1180687" y="389438"/>
                  </a:lnTo>
                  <a:lnTo>
                    <a:pt x="1180391" y="389710"/>
                  </a:lnTo>
                  <a:lnTo>
                    <a:pt x="1180469" y="390676"/>
                  </a:lnTo>
                  <a:lnTo>
                    <a:pt x="1180079" y="391156"/>
                  </a:lnTo>
                  <a:lnTo>
                    <a:pt x="1180068" y="391294"/>
                  </a:lnTo>
                  <a:lnTo>
                    <a:pt x="1180076" y="391513"/>
                  </a:lnTo>
                  <a:lnTo>
                    <a:pt x="1179962" y="391790"/>
                  </a:lnTo>
                  <a:lnTo>
                    <a:pt x="1179875" y="391924"/>
                  </a:lnTo>
                  <a:lnTo>
                    <a:pt x="1179629" y="392249"/>
                  </a:lnTo>
                  <a:lnTo>
                    <a:pt x="1179497" y="392398"/>
                  </a:lnTo>
                  <a:lnTo>
                    <a:pt x="1179269" y="392650"/>
                  </a:lnTo>
                  <a:lnTo>
                    <a:pt x="1178778" y="392854"/>
                  </a:lnTo>
                  <a:lnTo>
                    <a:pt x="1178244" y="393476"/>
                  </a:lnTo>
                  <a:lnTo>
                    <a:pt x="1178115" y="393698"/>
                  </a:lnTo>
                  <a:lnTo>
                    <a:pt x="1177822" y="394305"/>
                  </a:lnTo>
                  <a:lnTo>
                    <a:pt x="1177453" y="395162"/>
                  </a:lnTo>
                  <a:lnTo>
                    <a:pt x="1177473" y="395392"/>
                  </a:lnTo>
                  <a:lnTo>
                    <a:pt x="1177546" y="395648"/>
                  </a:lnTo>
                  <a:lnTo>
                    <a:pt x="1177178" y="396569"/>
                  </a:lnTo>
                  <a:lnTo>
                    <a:pt x="1176225" y="396577"/>
                  </a:lnTo>
                  <a:lnTo>
                    <a:pt x="1175927" y="396956"/>
                  </a:lnTo>
                  <a:lnTo>
                    <a:pt x="1175869" y="397513"/>
                  </a:lnTo>
                  <a:lnTo>
                    <a:pt x="1175720" y="398020"/>
                  </a:lnTo>
                  <a:lnTo>
                    <a:pt x="1175998" y="398304"/>
                  </a:lnTo>
                  <a:lnTo>
                    <a:pt x="1175916" y="398664"/>
                  </a:lnTo>
                  <a:lnTo>
                    <a:pt x="1175691" y="399421"/>
                  </a:lnTo>
                  <a:lnTo>
                    <a:pt x="1174355" y="400386"/>
                  </a:lnTo>
                  <a:lnTo>
                    <a:pt x="1173422" y="400794"/>
                  </a:lnTo>
                  <a:lnTo>
                    <a:pt x="1173226" y="401160"/>
                  </a:lnTo>
                  <a:lnTo>
                    <a:pt x="1173110" y="401392"/>
                  </a:lnTo>
                  <a:lnTo>
                    <a:pt x="1173006" y="401722"/>
                  </a:lnTo>
                  <a:lnTo>
                    <a:pt x="1172989" y="402091"/>
                  </a:lnTo>
                  <a:lnTo>
                    <a:pt x="1173097" y="402452"/>
                  </a:lnTo>
                  <a:lnTo>
                    <a:pt x="1173384" y="403092"/>
                  </a:lnTo>
                  <a:lnTo>
                    <a:pt x="1173276" y="403357"/>
                  </a:lnTo>
                  <a:lnTo>
                    <a:pt x="1173212" y="403512"/>
                  </a:lnTo>
                  <a:lnTo>
                    <a:pt x="1172887" y="403690"/>
                  </a:lnTo>
                  <a:lnTo>
                    <a:pt x="1172252" y="404046"/>
                  </a:lnTo>
                  <a:lnTo>
                    <a:pt x="1172121" y="404454"/>
                  </a:lnTo>
                  <a:lnTo>
                    <a:pt x="1171880" y="404657"/>
                  </a:lnTo>
                  <a:lnTo>
                    <a:pt x="1171703" y="405097"/>
                  </a:lnTo>
                  <a:lnTo>
                    <a:pt x="1171806" y="405686"/>
                  </a:lnTo>
                  <a:lnTo>
                    <a:pt x="1171957" y="406428"/>
                  </a:lnTo>
                  <a:lnTo>
                    <a:pt x="1172153" y="407164"/>
                  </a:lnTo>
                  <a:lnTo>
                    <a:pt x="1171970" y="408071"/>
                  </a:lnTo>
                  <a:lnTo>
                    <a:pt x="1171693" y="408884"/>
                  </a:lnTo>
                  <a:lnTo>
                    <a:pt x="1171249" y="409366"/>
                  </a:lnTo>
                  <a:lnTo>
                    <a:pt x="1170864" y="410789"/>
                  </a:lnTo>
                  <a:lnTo>
                    <a:pt x="1170622" y="410960"/>
                  </a:lnTo>
                  <a:lnTo>
                    <a:pt x="1170334" y="411297"/>
                  </a:lnTo>
                  <a:lnTo>
                    <a:pt x="1170259" y="411675"/>
                  </a:lnTo>
                  <a:lnTo>
                    <a:pt x="1169977" y="412347"/>
                  </a:lnTo>
                  <a:lnTo>
                    <a:pt x="1169537" y="412768"/>
                  </a:lnTo>
                  <a:lnTo>
                    <a:pt x="1168880" y="412872"/>
                  </a:lnTo>
                  <a:lnTo>
                    <a:pt x="1168555" y="413136"/>
                  </a:lnTo>
                  <a:lnTo>
                    <a:pt x="1168003" y="414025"/>
                  </a:lnTo>
                  <a:lnTo>
                    <a:pt x="1168059" y="414762"/>
                  </a:lnTo>
                  <a:lnTo>
                    <a:pt x="1168901" y="415213"/>
                  </a:lnTo>
                  <a:lnTo>
                    <a:pt x="1168765" y="415670"/>
                  </a:lnTo>
                  <a:lnTo>
                    <a:pt x="1168635" y="415749"/>
                  </a:lnTo>
                  <a:lnTo>
                    <a:pt x="1168428" y="415936"/>
                  </a:lnTo>
                  <a:lnTo>
                    <a:pt x="1168275" y="416302"/>
                  </a:lnTo>
                  <a:lnTo>
                    <a:pt x="1168282" y="416471"/>
                  </a:lnTo>
                  <a:lnTo>
                    <a:pt x="1168422" y="417000"/>
                  </a:lnTo>
                  <a:lnTo>
                    <a:pt x="1168450" y="417170"/>
                  </a:lnTo>
                  <a:lnTo>
                    <a:pt x="1168546" y="417357"/>
                  </a:lnTo>
                  <a:lnTo>
                    <a:pt x="1168536" y="417730"/>
                  </a:lnTo>
                  <a:lnTo>
                    <a:pt x="1168600" y="418146"/>
                  </a:lnTo>
                  <a:lnTo>
                    <a:pt x="1169095" y="418755"/>
                  </a:lnTo>
                  <a:lnTo>
                    <a:pt x="1168391" y="418963"/>
                  </a:lnTo>
                  <a:lnTo>
                    <a:pt x="1167684" y="419317"/>
                  </a:lnTo>
                  <a:lnTo>
                    <a:pt x="1167479" y="419338"/>
                  </a:lnTo>
                  <a:lnTo>
                    <a:pt x="1167180" y="419667"/>
                  </a:lnTo>
                  <a:lnTo>
                    <a:pt x="1167305" y="419873"/>
                  </a:lnTo>
                  <a:lnTo>
                    <a:pt x="1167544" y="420166"/>
                  </a:lnTo>
                  <a:lnTo>
                    <a:pt x="1167948" y="420587"/>
                  </a:lnTo>
                  <a:lnTo>
                    <a:pt x="1167767" y="421806"/>
                  </a:lnTo>
                  <a:lnTo>
                    <a:pt x="1167957" y="422226"/>
                  </a:lnTo>
                  <a:lnTo>
                    <a:pt x="1167717" y="423065"/>
                  </a:lnTo>
                  <a:lnTo>
                    <a:pt x="1168724" y="423580"/>
                  </a:lnTo>
                  <a:lnTo>
                    <a:pt x="1168770" y="423779"/>
                  </a:lnTo>
                  <a:lnTo>
                    <a:pt x="1168814" y="424052"/>
                  </a:lnTo>
                  <a:lnTo>
                    <a:pt x="1168899" y="424467"/>
                  </a:lnTo>
                  <a:lnTo>
                    <a:pt x="1168588" y="424943"/>
                  </a:lnTo>
                  <a:lnTo>
                    <a:pt x="1168902" y="425289"/>
                  </a:lnTo>
                  <a:lnTo>
                    <a:pt x="1169051" y="425384"/>
                  </a:lnTo>
                  <a:lnTo>
                    <a:pt x="1169407" y="427396"/>
                  </a:lnTo>
                  <a:lnTo>
                    <a:pt x="1169477" y="428217"/>
                  </a:lnTo>
                  <a:lnTo>
                    <a:pt x="1169841" y="428220"/>
                  </a:lnTo>
                  <a:lnTo>
                    <a:pt x="1170225" y="428525"/>
                  </a:lnTo>
                  <a:lnTo>
                    <a:pt x="1170248" y="428660"/>
                  </a:lnTo>
                  <a:lnTo>
                    <a:pt x="1170074" y="429048"/>
                  </a:lnTo>
                  <a:lnTo>
                    <a:pt x="1169877" y="429157"/>
                  </a:lnTo>
                  <a:lnTo>
                    <a:pt x="1169718" y="429214"/>
                  </a:lnTo>
                  <a:lnTo>
                    <a:pt x="1169425" y="429512"/>
                  </a:lnTo>
                  <a:lnTo>
                    <a:pt x="1169492" y="430312"/>
                  </a:lnTo>
                  <a:lnTo>
                    <a:pt x="1169133" y="430591"/>
                  </a:lnTo>
                  <a:lnTo>
                    <a:pt x="1169068" y="430744"/>
                  </a:lnTo>
                  <a:lnTo>
                    <a:pt x="1169053" y="430895"/>
                  </a:lnTo>
                  <a:lnTo>
                    <a:pt x="1169088" y="431145"/>
                  </a:lnTo>
                  <a:lnTo>
                    <a:pt x="1168693" y="431607"/>
                  </a:lnTo>
                  <a:lnTo>
                    <a:pt x="1168499" y="431756"/>
                  </a:lnTo>
                  <a:lnTo>
                    <a:pt x="1168275" y="431865"/>
                  </a:lnTo>
                  <a:lnTo>
                    <a:pt x="1168055" y="431947"/>
                  </a:lnTo>
                  <a:lnTo>
                    <a:pt x="1167821" y="432472"/>
                  </a:lnTo>
                  <a:lnTo>
                    <a:pt x="1167465" y="433224"/>
                  </a:lnTo>
                  <a:lnTo>
                    <a:pt x="1167640" y="433323"/>
                  </a:lnTo>
                  <a:lnTo>
                    <a:pt x="1167827" y="433367"/>
                  </a:lnTo>
                  <a:lnTo>
                    <a:pt x="1167969" y="434184"/>
                  </a:lnTo>
                  <a:lnTo>
                    <a:pt x="1167333" y="434522"/>
                  </a:lnTo>
                  <a:lnTo>
                    <a:pt x="1167080" y="434889"/>
                  </a:lnTo>
                  <a:lnTo>
                    <a:pt x="1165960" y="435140"/>
                  </a:lnTo>
                  <a:lnTo>
                    <a:pt x="1165860" y="435270"/>
                  </a:lnTo>
                  <a:lnTo>
                    <a:pt x="1165921" y="435754"/>
                  </a:lnTo>
                  <a:lnTo>
                    <a:pt x="1165839" y="435916"/>
                  </a:lnTo>
                  <a:lnTo>
                    <a:pt x="1165769" y="436146"/>
                  </a:lnTo>
                  <a:lnTo>
                    <a:pt x="1164512" y="436449"/>
                  </a:lnTo>
                  <a:lnTo>
                    <a:pt x="1164353" y="436517"/>
                  </a:lnTo>
                  <a:lnTo>
                    <a:pt x="1164105" y="436863"/>
                  </a:lnTo>
                  <a:lnTo>
                    <a:pt x="1163509" y="436468"/>
                  </a:lnTo>
                  <a:lnTo>
                    <a:pt x="1164308" y="435051"/>
                  </a:lnTo>
                  <a:lnTo>
                    <a:pt x="1164789" y="434969"/>
                  </a:lnTo>
                  <a:lnTo>
                    <a:pt x="1165698" y="434335"/>
                  </a:lnTo>
                  <a:lnTo>
                    <a:pt x="1165480" y="434175"/>
                  </a:lnTo>
                  <a:lnTo>
                    <a:pt x="1165270" y="433824"/>
                  </a:lnTo>
                  <a:lnTo>
                    <a:pt x="1165918" y="433096"/>
                  </a:lnTo>
                  <a:lnTo>
                    <a:pt x="1165421" y="432609"/>
                  </a:lnTo>
                  <a:lnTo>
                    <a:pt x="1165247" y="432451"/>
                  </a:lnTo>
                  <a:lnTo>
                    <a:pt x="1164810" y="432789"/>
                  </a:lnTo>
                  <a:lnTo>
                    <a:pt x="1164734" y="432644"/>
                  </a:lnTo>
                  <a:lnTo>
                    <a:pt x="1164161" y="432561"/>
                  </a:lnTo>
                  <a:lnTo>
                    <a:pt x="1163845" y="432490"/>
                  </a:lnTo>
                  <a:lnTo>
                    <a:pt x="1163570" y="432367"/>
                  </a:lnTo>
                  <a:lnTo>
                    <a:pt x="1163319" y="432023"/>
                  </a:lnTo>
                  <a:lnTo>
                    <a:pt x="1163372" y="431848"/>
                  </a:lnTo>
                  <a:lnTo>
                    <a:pt x="1163264" y="431242"/>
                  </a:lnTo>
                  <a:lnTo>
                    <a:pt x="1163176" y="430530"/>
                  </a:lnTo>
                  <a:lnTo>
                    <a:pt x="1163441" y="430450"/>
                  </a:lnTo>
                  <a:lnTo>
                    <a:pt x="1163797" y="430343"/>
                  </a:lnTo>
                  <a:lnTo>
                    <a:pt x="1163795" y="430069"/>
                  </a:lnTo>
                  <a:lnTo>
                    <a:pt x="1163688" y="429760"/>
                  </a:lnTo>
                  <a:lnTo>
                    <a:pt x="1163522" y="429544"/>
                  </a:lnTo>
                  <a:lnTo>
                    <a:pt x="1163101" y="429234"/>
                  </a:lnTo>
                  <a:lnTo>
                    <a:pt x="1162645" y="429119"/>
                  </a:lnTo>
                  <a:lnTo>
                    <a:pt x="1162538" y="428235"/>
                  </a:lnTo>
                  <a:lnTo>
                    <a:pt x="1162290" y="428076"/>
                  </a:lnTo>
                  <a:lnTo>
                    <a:pt x="1161985" y="427926"/>
                  </a:lnTo>
                  <a:lnTo>
                    <a:pt x="1161537" y="427802"/>
                  </a:lnTo>
                  <a:lnTo>
                    <a:pt x="1161454" y="427646"/>
                  </a:lnTo>
                  <a:lnTo>
                    <a:pt x="1161236" y="427235"/>
                  </a:lnTo>
                  <a:lnTo>
                    <a:pt x="1161169" y="427100"/>
                  </a:lnTo>
                  <a:lnTo>
                    <a:pt x="1160901" y="426981"/>
                  </a:lnTo>
                  <a:lnTo>
                    <a:pt x="1160577" y="426225"/>
                  </a:lnTo>
                  <a:lnTo>
                    <a:pt x="1160773" y="426098"/>
                  </a:lnTo>
                  <a:lnTo>
                    <a:pt x="1160298" y="425896"/>
                  </a:lnTo>
                  <a:lnTo>
                    <a:pt x="1160017" y="425734"/>
                  </a:lnTo>
                  <a:lnTo>
                    <a:pt x="1159873" y="425432"/>
                  </a:lnTo>
                  <a:lnTo>
                    <a:pt x="1159693" y="425045"/>
                  </a:lnTo>
                  <a:lnTo>
                    <a:pt x="1159092" y="424165"/>
                  </a:lnTo>
                  <a:lnTo>
                    <a:pt x="1159245" y="423766"/>
                  </a:lnTo>
                  <a:lnTo>
                    <a:pt x="1158993" y="423466"/>
                  </a:lnTo>
                  <a:lnTo>
                    <a:pt x="1159017" y="423150"/>
                  </a:lnTo>
                  <a:lnTo>
                    <a:pt x="1159406" y="422835"/>
                  </a:lnTo>
                  <a:lnTo>
                    <a:pt x="1159328" y="422309"/>
                  </a:lnTo>
                  <a:lnTo>
                    <a:pt x="1159079" y="421775"/>
                  </a:lnTo>
                  <a:lnTo>
                    <a:pt x="1159019" y="421594"/>
                  </a:lnTo>
                  <a:lnTo>
                    <a:pt x="1158691" y="421192"/>
                  </a:lnTo>
                  <a:lnTo>
                    <a:pt x="1159574" y="420463"/>
                  </a:lnTo>
                  <a:lnTo>
                    <a:pt x="1159588" y="420108"/>
                  </a:lnTo>
                  <a:lnTo>
                    <a:pt x="1159402" y="420014"/>
                  </a:lnTo>
                  <a:lnTo>
                    <a:pt x="1158925" y="419674"/>
                  </a:lnTo>
                  <a:lnTo>
                    <a:pt x="1158481" y="419117"/>
                  </a:lnTo>
                  <a:lnTo>
                    <a:pt x="1158432" y="418826"/>
                  </a:lnTo>
                  <a:lnTo>
                    <a:pt x="1158819" y="418102"/>
                  </a:lnTo>
                  <a:lnTo>
                    <a:pt x="1158894" y="417760"/>
                  </a:lnTo>
                  <a:lnTo>
                    <a:pt x="1158821" y="417457"/>
                  </a:lnTo>
                  <a:lnTo>
                    <a:pt x="1158179" y="415877"/>
                  </a:lnTo>
                  <a:lnTo>
                    <a:pt x="1158032" y="415853"/>
                  </a:lnTo>
                  <a:lnTo>
                    <a:pt x="1157484" y="415624"/>
                  </a:lnTo>
                  <a:lnTo>
                    <a:pt x="1157149" y="415393"/>
                  </a:lnTo>
                  <a:lnTo>
                    <a:pt x="1156812" y="415186"/>
                  </a:lnTo>
                  <a:lnTo>
                    <a:pt x="1156556" y="415188"/>
                  </a:lnTo>
                  <a:lnTo>
                    <a:pt x="1156414" y="415322"/>
                  </a:lnTo>
                  <a:lnTo>
                    <a:pt x="1155677" y="415998"/>
                  </a:lnTo>
                  <a:lnTo>
                    <a:pt x="1155405" y="416160"/>
                  </a:lnTo>
                  <a:lnTo>
                    <a:pt x="1155139" y="416320"/>
                  </a:lnTo>
                  <a:lnTo>
                    <a:pt x="1153047" y="417596"/>
                  </a:lnTo>
                  <a:lnTo>
                    <a:pt x="1152056" y="418246"/>
                  </a:lnTo>
                  <a:lnTo>
                    <a:pt x="1151871" y="418372"/>
                  </a:lnTo>
                  <a:lnTo>
                    <a:pt x="1151613" y="418555"/>
                  </a:lnTo>
                  <a:lnTo>
                    <a:pt x="1151397" y="418699"/>
                  </a:lnTo>
                  <a:lnTo>
                    <a:pt x="1151094" y="418884"/>
                  </a:lnTo>
                  <a:lnTo>
                    <a:pt x="1150686" y="419124"/>
                  </a:lnTo>
                  <a:lnTo>
                    <a:pt x="1149847" y="419588"/>
                  </a:lnTo>
                  <a:lnTo>
                    <a:pt x="1149719" y="419639"/>
                  </a:lnTo>
                  <a:lnTo>
                    <a:pt x="1149529" y="419715"/>
                  </a:lnTo>
                  <a:lnTo>
                    <a:pt x="1149398" y="419771"/>
                  </a:lnTo>
                  <a:lnTo>
                    <a:pt x="1148938" y="420018"/>
                  </a:lnTo>
                  <a:lnTo>
                    <a:pt x="1148044" y="420817"/>
                  </a:lnTo>
                  <a:lnTo>
                    <a:pt x="1147825" y="420998"/>
                  </a:lnTo>
                  <a:lnTo>
                    <a:pt x="1147350" y="421377"/>
                  </a:lnTo>
                  <a:lnTo>
                    <a:pt x="1146729" y="421830"/>
                  </a:lnTo>
                  <a:lnTo>
                    <a:pt x="1146438" y="422046"/>
                  </a:lnTo>
                  <a:lnTo>
                    <a:pt x="1145903" y="422484"/>
                  </a:lnTo>
                  <a:lnTo>
                    <a:pt x="1144424" y="423731"/>
                  </a:lnTo>
                  <a:lnTo>
                    <a:pt x="1144269" y="423863"/>
                  </a:lnTo>
                  <a:lnTo>
                    <a:pt x="1144111" y="423999"/>
                  </a:lnTo>
                  <a:lnTo>
                    <a:pt x="1143749" y="424333"/>
                  </a:lnTo>
                  <a:lnTo>
                    <a:pt x="1143615" y="424460"/>
                  </a:lnTo>
                  <a:lnTo>
                    <a:pt x="1143352" y="424718"/>
                  </a:lnTo>
                  <a:lnTo>
                    <a:pt x="1143016" y="425060"/>
                  </a:lnTo>
                  <a:lnTo>
                    <a:pt x="1142739" y="425304"/>
                  </a:lnTo>
                  <a:lnTo>
                    <a:pt x="1142594" y="425428"/>
                  </a:lnTo>
                  <a:lnTo>
                    <a:pt x="1141729" y="426148"/>
                  </a:lnTo>
                  <a:lnTo>
                    <a:pt x="1141399" y="426370"/>
                  </a:lnTo>
                  <a:lnTo>
                    <a:pt x="1140834" y="426805"/>
                  </a:lnTo>
                  <a:lnTo>
                    <a:pt x="1140346" y="427299"/>
                  </a:lnTo>
                  <a:lnTo>
                    <a:pt x="1140003" y="427637"/>
                  </a:lnTo>
                  <a:lnTo>
                    <a:pt x="1139734" y="427876"/>
                  </a:lnTo>
                  <a:lnTo>
                    <a:pt x="1139379" y="428185"/>
                  </a:lnTo>
                  <a:lnTo>
                    <a:pt x="1138632" y="428708"/>
                  </a:lnTo>
                  <a:lnTo>
                    <a:pt x="1137855" y="429242"/>
                  </a:lnTo>
                  <a:lnTo>
                    <a:pt x="1137366" y="429669"/>
                  </a:lnTo>
                  <a:lnTo>
                    <a:pt x="1137116" y="429953"/>
                  </a:lnTo>
                  <a:lnTo>
                    <a:pt x="1136252" y="430568"/>
                  </a:lnTo>
                  <a:lnTo>
                    <a:pt x="1134511" y="431814"/>
                  </a:lnTo>
                  <a:lnTo>
                    <a:pt x="1133790" y="432680"/>
                  </a:lnTo>
                  <a:lnTo>
                    <a:pt x="1133012" y="433617"/>
                  </a:lnTo>
                  <a:lnTo>
                    <a:pt x="1132750" y="433949"/>
                  </a:lnTo>
                  <a:lnTo>
                    <a:pt x="1132281" y="434367"/>
                  </a:lnTo>
                  <a:lnTo>
                    <a:pt x="1132034" y="434579"/>
                  </a:lnTo>
                  <a:lnTo>
                    <a:pt x="1131491" y="435044"/>
                  </a:lnTo>
                  <a:lnTo>
                    <a:pt x="1130858" y="435630"/>
                  </a:lnTo>
                  <a:lnTo>
                    <a:pt x="1130507" y="435986"/>
                  </a:lnTo>
                  <a:lnTo>
                    <a:pt x="1130107" y="436427"/>
                  </a:lnTo>
                  <a:lnTo>
                    <a:pt x="1129000" y="437615"/>
                  </a:lnTo>
                  <a:lnTo>
                    <a:pt x="1128872" y="437743"/>
                  </a:lnTo>
                  <a:lnTo>
                    <a:pt x="1128471" y="438128"/>
                  </a:lnTo>
                  <a:lnTo>
                    <a:pt x="1127736" y="438811"/>
                  </a:lnTo>
                  <a:lnTo>
                    <a:pt x="1127367" y="439132"/>
                  </a:lnTo>
                  <a:lnTo>
                    <a:pt x="1126876" y="439471"/>
                  </a:lnTo>
                  <a:lnTo>
                    <a:pt x="1125623" y="440157"/>
                  </a:lnTo>
                  <a:lnTo>
                    <a:pt x="1125458" y="440218"/>
                  </a:lnTo>
                  <a:lnTo>
                    <a:pt x="1125209" y="440304"/>
                  </a:lnTo>
                  <a:lnTo>
                    <a:pt x="1125019" y="440362"/>
                  </a:lnTo>
                  <a:lnTo>
                    <a:pt x="1124450" y="440537"/>
                  </a:lnTo>
                  <a:lnTo>
                    <a:pt x="1123202" y="440923"/>
                  </a:lnTo>
                  <a:lnTo>
                    <a:pt x="1123031" y="440977"/>
                  </a:lnTo>
                  <a:lnTo>
                    <a:pt x="1122675" y="441102"/>
                  </a:lnTo>
                  <a:lnTo>
                    <a:pt x="1121386" y="441577"/>
                  </a:lnTo>
                  <a:lnTo>
                    <a:pt x="1120977" y="441697"/>
                  </a:lnTo>
                  <a:lnTo>
                    <a:pt x="1120607" y="441821"/>
                  </a:lnTo>
                  <a:lnTo>
                    <a:pt x="1120326" y="441910"/>
                  </a:lnTo>
                  <a:lnTo>
                    <a:pt x="1118922" y="442392"/>
                  </a:lnTo>
                  <a:lnTo>
                    <a:pt x="1118064" y="442784"/>
                  </a:lnTo>
                  <a:lnTo>
                    <a:pt x="1117718" y="442910"/>
                  </a:lnTo>
                  <a:lnTo>
                    <a:pt x="1117459" y="442966"/>
                  </a:lnTo>
                  <a:lnTo>
                    <a:pt x="1117322" y="442988"/>
                  </a:lnTo>
                  <a:lnTo>
                    <a:pt x="1116003" y="443292"/>
                  </a:lnTo>
                  <a:lnTo>
                    <a:pt x="1115334" y="443726"/>
                  </a:lnTo>
                  <a:lnTo>
                    <a:pt x="1115114" y="444008"/>
                  </a:lnTo>
                  <a:lnTo>
                    <a:pt x="1114797" y="445062"/>
                  </a:lnTo>
                  <a:lnTo>
                    <a:pt x="1114561" y="445435"/>
                  </a:lnTo>
                  <a:lnTo>
                    <a:pt x="1114161" y="446133"/>
                  </a:lnTo>
                  <a:lnTo>
                    <a:pt x="1113821" y="446921"/>
                  </a:lnTo>
                  <a:lnTo>
                    <a:pt x="1113218" y="447975"/>
                  </a:lnTo>
                  <a:lnTo>
                    <a:pt x="1112825" y="448522"/>
                  </a:lnTo>
                  <a:lnTo>
                    <a:pt x="1112455" y="448988"/>
                  </a:lnTo>
                  <a:lnTo>
                    <a:pt x="1112123" y="449493"/>
                  </a:lnTo>
                  <a:lnTo>
                    <a:pt x="1111928" y="449732"/>
                  </a:lnTo>
                  <a:lnTo>
                    <a:pt x="1111684" y="449979"/>
                  </a:lnTo>
                  <a:lnTo>
                    <a:pt x="1111308" y="450311"/>
                  </a:lnTo>
                  <a:lnTo>
                    <a:pt x="1110634" y="451069"/>
                  </a:lnTo>
                  <a:lnTo>
                    <a:pt x="1109947" y="451692"/>
                  </a:lnTo>
                  <a:lnTo>
                    <a:pt x="1109293" y="451946"/>
                  </a:lnTo>
                  <a:lnTo>
                    <a:pt x="1108805" y="452079"/>
                  </a:lnTo>
                  <a:lnTo>
                    <a:pt x="1107782" y="452451"/>
                  </a:lnTo>
                  <a:lnTo>
                    <a:pt x="1106276" y="452893"/>
                  </a:lnTo>
                  <a:lnTo>
                    <a:pt x="1105928" y="453022"/>
                  </a:lnTo>
                  <a:lnTo>
                    <a:pt x="1105164" y="453358"/>
                  </a:lnTo>
                  <a:lnTo>
                    <a:pt x="1104625" y="453502"/>
                  </a:lnTo>
                  <a:lnTo>
                    <a:pt x="1104229" y="453676"/>
                  </a:lnTo>
                  <a:lnTo>
                    <a:pt x="1104012" y="453824"/>
                  </a:lnTo>
                  <a:lnTo>
                    <a:pt x="1103691" y="454006"/>
                  </a:lnTo>
                  <a:lnTo>
                    <a:pt x="1103279" y="454269"/>
                  </a:lnTo>
                  <a:lnTo>
                    <a:pt x="1102927" y="454441"/>
                  </a:lnTo>
                  <a:lnTo>
                    <a:pt x="1102077" y="454894"/>
                  </a:lnTo>
                  <a:lnTo>
                    <a:pt x="1100958" y="455346"/>
                  </a:lnTo>
                  <a:lnTo>
                    <a:pt x="1100563" y="455545"/>
                  </a:lnTo>
                  <a:lnTo>
                    <a:pt x="1099996" y="455767"/>
                  </a:lnTo>
                  <a:lnTo>
                    <a:pt x="1099341" y="456002"/>
                  </a:lnTo>
                  <a:lnTo>
                    <a:pt x="1099040" y="456095"/>
                  </a:lnTo>
                  <a:lnTo>
                    <a:pt x="1097944" y="456433"/>
                  </a:lnTo>
                  <a:lnTo>
                    <a:pt x="1097072" y="456734"/>
                  </a:lnTo>
                  <a:lnTo>
                    <a:pt x="1096708" y="456816"/>
                  </a:lnTo>
                  <a:lnTo>
                    <a:pt x="1096516" y="456899"/>
                  </a:lnTo>
                  <a:lnTo>
                    <a:pt x="1096356" y="456984"/>
                  </a:lnTo>
                  <a:lnTo>
                    <a:pt x="1095534" y="457582"/>
                  </a:lnTo>
                  <a:lnTo>
                    <a:pt x="1094411" y="458507"/>
                  </a:lnTo>
                  <a:lnTo>
                    <a:pt x="1094142" y="458756"/>
                  </a:lnTo>
                  <a:lnTo>
                    <a:pt x="1093562" y="459186"/>
                  </a:lnTo>
                  <a:lnTo>
                    <a:pt x="1093356" y="459463"/>
                  </a:lnTo>
                  <a:lnTo>
                    <a:pt x="1093042" y="459663"/>
                  </a:lnTo>
                  <a:lnTo>
                    <a:pt x="1092853" y="459823"/>
                  </a:lnTo>
                  <a:lnTo>
                    <a:pt x="1092655" y="459955"/>
                  </a:lnTo>
                  <a:lnTo>
                    <a:pt x="1091581" y="460448"/>
                  </a:lnTo>
                  <a:lnTo>
                    <a:pt x="1089516" y="461439"/>
                  </a:lnTo>
                  <a:lnTo>
                    <a:pt x="1087995" y="461996"/>
                  </a:lnTo>
                  <a:lnTo>
                    <a:pt x="1087087" y="462449"/>
                  </a:lnTo>
                  <a:lnTo>
                    <a:pt x="1085450" y="463159"/>
                  </a:lnTo>
                  <a:lnTo>
                    <a:pt x="1085006" y="463501"/>
                  </a:lnTo>
                  <a:lnTo>
                    <a:pt x="1084622" y="463770"/>
                  </a:lnTo>
                  <a:lnTo>
                    <a:pt x="1084495" y="463930"/>
                  </a:lnTo>
                  <a:lnTo>
                    <a:pt x="1083973" y="464783"/>
                  </a:lnTo>
                  <a:lnTo>
                    <a:pt x="1083872" y="464915"/>
                  </a:lnTo>
                  <a:lnTo>
                    <a:pt x="1083747" y="465124"/>
                  </a:lnTo>
                  <a:lnTo>
                    <a:pt x="1083328" y="465673"/>
                  </a:lnTo>
                  <a:lnTo>
                    <a:pt x="1083198" y="465967"/>
                  </a:lnTo>
                  <a:lnTo>
                    <a:pt x="1083150" y="466144"/>
                  </a:lnTo>
                  <a:lnTo>
                    <a:pt x="1083030" y="467001"/>
                  </a:lnTo>
                  <a:lnTo>
                    <a:pt x="1082669" y="467642"/>
                  </a:lnTo>
                  <a:lnTo>
                    <a:pt x="1082330" y="468147"/>
                  </a:lnTo>
                  <a:lnTo>
                    <a:pt x="1082109" y="469293"/>
                  </a:lnTo>
                  <a:lnTo>
                    <a:pt x="1082036" y="469590"/>
                  </a:lnTo>
                  <a:lnTo>
                    <a:pt x="1081982" y="469811"/>
                  </a:lnTo>
                  <a:lnTo>
                    <a:pt x="1081790" y="470204"/>
                  </a:lnTo>
                  <a:lnTo>
                    <a:pt x="1081405" y="470463"/>
                  </a:lnTo>
                  <a:lnTo>
                    <a:pt x="1081194" y="470584"/>
                  </a:lnTo>
                  <a:lnTo>
                    <a:pt x="1080993" y="470704"/>
                  </a:lnTo>
                  <a:lnTo>
                    <a:pt x="1080014" y="471251"/>
                  </a:lnTo>
                  <a:lnTo>
                    <a:pt x="1079463" y="471638"/>
                  </a:lnTo>
                  <a:lnTo>
                    <a:pt x="1078986" y="471948"/>
                  </a:lnTo>
                  <a:lnTo>
                    <a:pt x="1078825" y="472086"/>
                  </a:lnTo>
                  <a:lnTo>
                    <a:pt x="1078164" y="472568"/>
                  </a:lnTo>
                  <a:lnTo>
                    <a:pt x="1077953" y="472705"/>
                  </a:lnTo>
                  <a:lnTo>
                    <a:pt x="1077979" y="473360"/>
                  </a:lnTo>
                  <a:lnTo>
                    <a:pt x="1078430" y="473808"/>
                  </a:lnTo>
                  <a:lnTo>
                    <a:pt x="1078617" y="473942"/>
                  </a:lnTo>
                  <a:lnTo>
                    <a:pt x="1078611" y="474492"/>
                  </a:lnTo>
                  <a:lnTo>
                    <a:pt x="1079272" y="474901"/>
                  </a:lnTo>
                  <a:lnTo>
                    <a:pt x="1079665" y="475373"/>
                  </a:lnTo>
                  <a:lnTo>
                    <a:pt x="1079680" y="475604"/>
                  </a:lnTo>
                  <a:lnTo>
                    <a:pt x="1079855" y="475813"/>
                  </a:lnTo>
                  <a:lnTo>
                    <a:pt x="1079833" y="476110"/>
                  </a:lnTo>
                  <a:lnTo>
                    <a:pt x="1080025" y="476334"/>
                  </a:lnTo>
                  <a:lnTo>
                    <a:pt x="1080503" y="476893"/>
                  </a:lnTo>
                  <a:lnTo>
                    <a:pt x="1080857" y="477091"/>
                  </a:lnTo>
                  <a:lnTo>
                    <a:pt x="1081027" y="477143"/>
                  </a:lnTo>
                  <a:lnTo>
                    <a:pt x="1081305" y="477266"/>
                  </a:lnTo>
                  <a:lnTo>
                    <a:pt x="1081895" y="477999"/>
                  </a:lnTo>
                  <a:lnTo>
                    <a:pt x="1082024" y="478297"/>
                  </a:lnTo>
                  <a:lnTo>
                    <a:pt x="1082313" y="478862"/>
                  </a:lnTo>
                  <a:lnTo>
                    <a:pt x="1082497" y="479247"/>
                  </a:lnTo>
                  <a:lnTo>
                    <a:pt x="1082611" y="479393"/>
                  </a:lnTo>
                  <a:lnTo>
                    <a:pt x="1082844" y="479692"/>
                  </a:lnTo>
                  <a:lnTo>
                    <a:pt x="1083064" y="479932"/>
                  </a:lnTo>
                  <a:lnTo>
                    <a:pt x="1083340" y="480399"/>
                  </a:lnTo>
                  <a:lnTo>
                    <a:pt x="1083420" y="480533"/>
                  </a:lnTo>
                  <a:lnTo>
                    <a:pt x="1083624" y="480950"/>
                  </a:lnTo>
                  <a:lnTo>
                    <a:pt x="1084790" y="481803"/>
                  </a:lnTo>
                  <a:lnTo>
                    <a:pt x="1085202" y="482138"/>
                  </a:lnTo>
                  <a:lnTo>
                    <a:pt x="1085768" y="482307"/>
                  </a:lnTo>
                  <a:lnTo>
                    <a:pt x="1086184" y="483181"/>
                  </a:lnTo>
                  <a:lnTo>
                    <a:pt x="1086215" y="483398"/>
                  </a:lnTo>
                  <a:lnTo>
                    <a:pt x="1086457" y="483621"/>
                  </a:lnTo>
                  <a:lnTo>
                    <a:pt x="1086624" y="483772"/>
                  </a:lnTo>
                  <a:lnTo>
                    <a:pt x="1086948" y="484025"/>
                  </a:lnTo>
                  <a:lnTo>
                    <a:pt x="1087100" y="484094"/>
                  </a:lnTo>
                  <a:lnTo>
                    <a:pt x="1087244" y="484158"/>
                  </a:lnTo>
                  <a:lnTo>
                    <a:pt x="1087569" y="484305"/>
                  </a:lnTo>
                  <a:lnTo>
                    <a:pt x="1087724" y="484375"/>
                  </a:lnTo>
                  <a:lnTo>
                    <a:pt x="1088090" y="484494"/>
                  </a:lnTo>
                  <a:lnTo>
                    <a:pt x="1088468" y="484493"/>
                  </a:lnTo>
                  <a:lnTo>
                    <a:pt x="1088546" y="484648"/>
                  </a:lnTo>
                  <a:lnTo>
                    <a:pt x="1088541" y="484800"/>
                  </a:lnTo>
                  <a:lnTo>
                    <a:pt x="1088873" y="484972"/>
                  </a:lnTo>
                  <a:lnTo>
                    <a:pt x="1089123" y="484978"/>
                  </a:lnTo>
                  <a:lnTo>
                    <a:pt x="1089553" y="485192"/>
                  </a:lnTo>
                  <a:lnTo>
                    <a:pt x="1089747" y="485006"/>
                  </a:lnTo>
                  <a:lnTo>
                    <a:pt x="1089990" y="484902"/>
                  </a:lnTo>
                  <a:lnTo>
                    <a:pt x="1090235" y="484986"/>
                  </a:lnTo>
                  <a:lnTo>
                    <a:pt x="1091127" y="485315"/>
                  </a:lnTo>
                  <a:lnTo>
                    <a:pt x="1091670" y="485365"/>
                  </a:lnTo>
                  <a:lnTo>
                    <a:pt x="1091726" y="485498"/>
                  </a:lnTo>
                  <a:lnTo>
                    <a:pt x="1091776" y="485777"/>
                  </a:lnTo>
                  <a:lnTo>
                    <a:pt x="1092375" y="485904"/>
                  </a:lnTo>
                  <a:lnTo>
                    <a:pt x="1092579" y="485914"/>
                  </a:lnTo>
                  <a:lnTo>
                    <a:pt x="1092991" y="485934"/>
                  </a:lnTo>
                  <a:lnTo>
                    <a:pt x="1093258" y="485976"/>
                  </a:lnTo>
                  <a:lnTo>
                    <a:pt x="1093539" y="486011"/>
                  </a:lnTo>
                  <a:lnTo>
                    <a:pt x="1093810" y="485870"/>
                  </a:lnTo>
                  <a:lnTo>
                    <a:pt x="1094586" y="486020"/>
                  </a:lnTo>
                  <a:lnTo>
                    <a:pt x="1094952" y="486437"/>
                  </a:lnTo>
                  <a:lnTo>
                    <a:pt x="1095294" y="486376"/>
                  </a:lnTo>
                  <a:lnTo>
                    <a:pt x="1095842" y="486378"/>
                  </a:lnTo>
                  <a:lnTo>
                    <a:pt x="1096359" y="486285"/>
                  </a:lnTo>
                  <a:lnTo>
                    <a:pt x="1096554" y="486378"/>
                  </a:lnTo>
                  <a:lnTo>
                    <a:pt x="1096607" y="486523"/>
                  </a:lnTo>
                  <a:lnTo>
                    <a:pt x="1096617" y="486892"/>
                  </a:lnTo>
                  <a:lnTo>
                    <a:pt x="1096465" y="486997"/>
                  </a:lnTo>
                  <a:lnTo>
                    <a:pt x="1096252" y="487116"/>
                  </a:lnTo>
                  <a:lnTo>
                    <a:pt x="1096093" y="487510"/>
                  </a:lnTo>
                  <a:lnTo>
                    <a:pt x="1095919" y="487631"/>
                  </a:lnTo>
                  <a:lnTo>
                    <a:pt x="1095758" y="487744"/>
                  </a:lnTo>
                  <a:lnTo>
                    <a:pt x="1095183" y="488032"/>
                  </a:lnTo>
                  <a:lnTo>
                    <a:pt x="1094966" y="488176"/>
                  </a:lnTo>
                  <a:lnTo>
                    <a:pt x="1094192" y="488801"/>
                  </a:lnTo>
                  <a:lnTo>
                    <a:pt x="1093341" y="489542"/>
                  </a:lnTo>
                  <a:lnTo>
                    <a:pt x="1093451" y="490057"/>
                  </a:lnTo>
                  <a:lnTo>
                    <a:pt x="1093520" y="490192"/>
                  </a:lnTo>
                  <a:lnTo>
                    <a:pt x="1093253" y="490249"/>
                  </a:lnTo>
                  <a:lnTo>
                    <a:pt x="1093254" y="490705"/>
                  </a:lnTo>
                  <a:lnTo>
                    <a:pt x="1093192" y="490942"/>
                  </a:lnTo>
                  <a:lnTo>
                    <a:pt x="1093430" y="491219"/>
                  </a:lnTo>
                  <a:lnTo>
                    <a:pt x="1093571" y="491419"/>
                  </a:lnTo>
                  <a:lnTo>
                    <a:pt x="1093673" y="491531"/>
                  </a:lnTo>
                  <a:lnTo>
                    <a:pt x="1094215" y="491740"/>
                  </a:lnTo>
                  <a:lnTo>
                    <a:pt x="1094171" y="491903"/>
                  </a:lnTo>
                  <a:lnTo>
                    <a:pt x="1093955" y="492114"/>
                  </a:lnTo>
                  <a:lnTo>
                    <a:pt x="1093893" y="492513"/>
                  </a:lnTo>
                  <a:lnTo>
                    <a:pt x="1094376" y="492718"/>
                  </a:lnTo>
                  <a:lnTo>
                    <a:pt x="1094966" y="492718"/>
                  </a:lnTo>
                  <a:lnTo>
                    <a:pt x="1095095" y="492725"/>
                  </a:lnTo>
                  <a:lnTo>
                    <a:pt x="1095374" y="492666"/>
                  </a:lnTo>
                  <a:lnTo>
                    <a:pt x="1095569" y="492640"/>
                  </a:lnTo>
                  <a:lnTo>
                    <a:pt x="1095980" y="492730"/>
                  </a:lnTo>
                  <a:lnTo>
                    <a:pt x="1096404" y="492574"/>
                  </a:lnTo>
                  <a:lnTo>
                    <a:pt x="1096908" y="492221"/>
                  </a:lnTo>
                  <a:lnTo>
                    <a:pt x="1097186" y="492051"/>
                  </a:lnTo>
                  <a:lnTo>
                    <a:pt x="1097468" y="491753"/>
                  </a:lnTo>
                  <a:lnTo>
                    <a:pt x="1097794" y="491926"/>
                  </a:lnTo>
                  <a:lnTo>
                    <a:pt x="1097636" y="491755"/>
                  </a:lnTo>
                  <a:lnTo>
                    <a:pt x="1098015" y="491721"/>
                  </a:lnTo>
                  <a:lnTo>
                    <a:pt x="1098519" y="491951"/>
                  </a:lnTo>
                  <a:lnTo>
                    <a:pt x="1098457" y="492242"/>
                  </a:lnTo>
                  <a:lnTo>
                    <a:pt x="1098546" y="492590"/>
                  </a:lnTo>
                  <a:lnTo>
                    <a:pt x="1098364" y="492991"/>
                  </a:lnTo>
                  <a:lnTo>
                    <a:pt x="1098534" y="493389"/>
                  </a:lnTo>
                  <a:lnTo>
                    <a:pt x="1098526" y="493642"/>
                  </a:lnTo>
                  <a:lnTo>
                    <a:pt x="1098421" y="494026"/>
                  </a:lnTo>
                  <a:lnTo>
                    <a:pt x="1098321" y="494274"/>
                  </a:lnTo>
                  <a:lnTo>
                    <a:pt x="1098233" y="494571"/>
                  </a:lnTo>
                  <a:lnTo>
                    <a:pt x="1098284" y="494752"/>
                  </a:lnTo>
                  <a:lnTo>
                    <a:pt x="1097846" y="494817"/>
                  </a:lnTo>
                  <a:lnTo>
                    <a:pt x="1097863" y="495331"/>
                  </a:lnTo>
                  <a:lnTo>
                    <a:pt x="1097958" y="495548"/>
                  </a:lnTo>
                  <a:lnTo>
                    <a:pt x="1098222" y="495801"/>
                  </a:lnTo>
                  <a:lnTo>
                    <a:pt x="1098553" y="496339"/>
                  </a:lnTo>
                  <a:lnTo>
                    <a:pt x="1098461" y="496739"/>
                  </a:lnTo>
                  <a:lnTo>
                    <a:pt x="1098620" y="497005"/>
                  </a:lnTo>
                  <a:lnTo>
                    <a:pt x="1098608" y="497331"/>
                  </a:lnTo>
                  <a:lnTo>
                    <a:pt x="1098522" y="497676"/>
                  </a:lnTo>
                  <a:lnTo>
                    <a:pt x="1098510" y="498066"/>
                  </a:lnTo>
                  <a:lnTo>
                    <a:pt x="1098697" y="498296"/>
                  </a:lnTo>
                  <a:lnTo>
                    <a:pt x="1098911" y="498551"/>
                  </a:lnTo>
                  <a:lnTo>
                    <a:pt x="1098849" y="499008"/>
                  </a:lnTo>
                  <a:lnTo>
                    <a:pt x="1099379" y="499225"/>
                  </a:lnTo>
                  <a:lnTo>
                    <a:pt x="1099607" y="499458"/>
                  </a:lnTo>
                  <a:lnTo>
                    <a:pt x="1099674" y="499638"/>
                  </a:lnTo>
                  <a:lnTo>
                    <a:pt x="1099672" y="499910"/>
                  </a:lnTo>
                  <a:lnTo>
                    <a:pt x="1099756" y="500172"/>
                  </a:lnTo>
                  <a:lnTo>
                    <a:pt x="1100277" y="499935"/>
                  </a:lnTo>
                  <a:lnTo>
                    <a:pt x="1100516" y="500195"/>
                  </a:lnTo>
                  <a:lnTo>
                    <a:pt x="1100833" y="500393"/>
                  </a:lnTo>
                  <a:lnTo>
                    <a:pt x="1100917" y="500604"/>
                  </a:lnTo>
                  <a:lnTo>
                    <a:pt x="1101433" y="500787"/>
                  </a:lnTo>
                  <a:lnTo>
                    <a:pt x="1101938" y="500965"/>
                  </a:lnTo>
                  <a:lnTo>
                    <a:pt x="1102450" y="501146"/>
                  </a:lnTo>
                  <a:lnTo>
                    <a:pt x="1102733" y="501282"/>
                  </a:lnTo>
                  <a:lnTo>
                    <a:pt x="1102682" y="501717"/>
                  </a:lnTo>
                  <a:lnTo>
                    <a:pt x="1102568" y="502163"/>
                  </a:lnTo>
                  <a:lnTo>
                    <a:pt x="1102905" y="502318"/>
                  </a:lnTo>
                  <a:lnTo>
                    <a:pt x="1103014" y="502584"/>
                  </a:lnTo>
                  <a:lnTo>
                    <a:pt x="1103311" y="502958"/>
                  </a:lnTo>
                  <a:lnTo>
                    <a:pt x="1103512" y="502943"/>
                  </a:lnTo>
                  <a:lnTo>
                    <a:pt x="1103746" y="503050"/>
                  </a:lnTo>
                  <a:lnTo>
                    <a:pt x="1103912" y="503064"/>
                  </a:lnTo>
                  <a:lnTo>
                    <a:pt x="1104112" y="502990"/>
                  </a:lnTo>
                  <a:lnTo>
                    <a:pt x="1104529" y="502725"/>
                  </a:lnTo>
                  <a:lnTo>
                    <a:pt x="1104741" y="502621"/>
                  </a:lnTo>
                  <a:lnTo>
                    <a:pt x="1106949" y="502384"/>
                  </a:lnTo>
                  <a:lnTo>
                    <a:pt x="1107169" y="502452"/>
                  </a:lnTo>
                  <a:lnTo>
                    <a:pt x="1107557" y="502581"/>
                  </a:lnTo>
                  <a:lnTo>
                    <a:pt x="1107913" y="502551"/>
                  </a:lnTo>
                  <a:lnTo>
                    <a:pt x="1108078" y="502503"/>
                  </a:lnTo>
                  <a:lnTo>
                    <a:pt x="1108310" y="502436"/>
                  </a:lnTo>
                  <a:lnTo>
                    <a:pt x="1108499" y="502371"/>
                  </a:lnTo>
                  <a:lnTo>
                    <a:pt x="1108701" y="502302"/>
                  </a:lnTo>
                  <a:lnTo>
                    <a:pt x="1108856" y="502249"/>
                  </a:lnTo>
                  <a:lnTo>
                    <a:pt x="1109133" y="502174"/>
                  </a:lnTo>
                  <a:lnTo>
                    <a:pt x="1109446" y="502187"/>
                  </a:lnTo>
                  <a:lnTo>
                    <a:pt x="1109950" y="501839"/>
                  </a:lnTo>
                  <a:lnTo>
                    <a:pt x="1110488" y="501005"/>
                  </a:lnTo>
                  <a:lnTo>
                    <a:pt x="1110462" y="500834"/>
                  </a:lnTo>
                  <a:lnTo>
                    <a:pt x="1110580" y="500574"/>
                  </a:lnTo>
                  <a:lnTo>
                    <a:pt x="1110610" y="500428"/>
                  </a:lnTo>
                  <a:lnTo>
                    <a:pt x="1110698" y="500118"/>
                  </a:lnTo>
                  <a:lnTo>
                    <a:pt x="1110812" y="499906"/>
                  </a:lnTo>
                  <a:lnTo>
                    <a:pt x="1111102" y="499484"/>
                  </a:lnTo>
                  <a:lnTo>
                    <a:pt x="1111277" y="499371"/>
                  </a:lnTo>
                  <a:lnTo>
                    <a:pt x="1111711" y="498857"/>
                  </a:lnTo>
                  <a:lnTo>
                    <a:pt x="1111855" y="498486"/>
                  </a:lnTo>
                  <a:lnTo>
                    <a:pt x="1112151" y="498547"/>
                  </a:lnTo>
                  <a:lnTo>
                    <a:pt x="1112389" y="498246"/>
                  </a:lnTo>
                  <a:lnTo>
                    <a:pt x="1112132" y="497975"/>
                  </a:lnTo>
                  <a:lnTo>
                    <a:pt x="1112031" y="497528"/>
                  </a:lnTo>
                  <a:lnTo>
                    <a:pt x="1112183" y="497273"/>
                  </a:lnTo>
                  <a:lnTo>
                    <a:pt x="1112112" y="496803"/>
                  </a:lnTo>
                  <a:lnTo>
                    <a:pt x="1112435" y="496645"/>
                  </a:lnTo>
                  <a:lnTo>
                    <a:pt x="1112928" y="496422"/>
                  </a:lnTo>
                  <a:lnTo>
                    <a:pt x="1113166" y="496543"/>
                  </a:lnTo>
                  <a:lnTo>
                    <a:pt x="1114078" y="496350"/>
                  </a:lnTo>
                  <a:lnTo>
                    <a:pt x="1114457" y="496382"/>
                  </a:lnTo>
                  <a:lnTo>
                    <a:pt x="1114592" y="496435"/>
                  </a:lnTo>
                  <a:lnTo>
                    <a:pt x="1114734" y="496491"/>
                  </a:lnTo>
                  <a:lnTo>
                    <a:pt x="1115059" y="496609"/>
                  </a:lnTo>
                  <a:lnTo>
                    <a:pt x="1115168" y="496311"/>
                  </a:lnTo>
                  <a:lnTo>
                    <a:pt x="1115518" y="496217"/>
                  </a:lnTo>
                  <a:lnTo>
                    <a:pt x="1116161" y="496480"/>
                  </a:lnTo>
                  <a:lnTo>
                    <a:pt x="1116650" y="496845"/>
                  </a:lnTo>
                  <a:lnTo>
                    <a:pt x="1117016" y="497339"/>
                  </a:lnTo>
                  <a:lnTo>
                    <a:pt x="1116929" y="497531"/>
                  </a:lnTo>
                  <a:lnTo>
                    <a:pt x="1116991" y="497676"/>
                  </a:lnTo>
                  <a:lnTo>
                    <a:pt x="1117206" y="498036"/>
                  </a:lnTo>
                  <a:lnTo>
                    <a:pt x="1117522" y="497863"/>
                  </a:lnTo>
                  <a:lnTo>
                    <a:pt x="1118207" y="497683"/>
                  </a:lnTo>
                  <a:lnTo>
                    <a:pt x="1118779" y="497561"/>
                  </a:lnTo>
                  <a:lnTo>
                    <a:pt x="1119835" y="495158"/>
                  </a:lnTo>
                  <a:lnTo>
                    <a:pt x="1120150" y="494239"/>
                  </a:lnTo>
                  <a:lnTo>
                    <a:pt x="1120129" y="493752"/>
                  </a:lnTo>
                  <a:lnTo>
                    <a:pt x="1120018" y="493533"/>
                  </a:lnTo>
                  <a:lnTo>
                    <a:pt x="1120072" y="492808"/>
                  </a:lnTo>
                  <a:lnTo>
                    <a:pt x="1119462" y="492673"/>
                  </a:lnTo>
                  <a:lnTo>
                    <a:pt x="1119431" y="492322"/>
                  </a:lnTo>
                  <a:lnTo>
                    <a:pt x="1119216" y="491900"/>
                  </a:lnTo>
                  <a:lnTo>
                    <a:pt x="1118876" y="491681"/>
                  </a:lnTo>
                  <a:lnTo>
                    <a:pt x="1118211" y="491109"/>
                  </a:lnTo>
                  <a:lnTo>
                    <a:pt x="1117613" y="491147"/>
                  </a:lnTo>
                  <a:lnTo>
                    <a:pt x="1116911" y="491271"/>
                  </a:lnTo>
                  <a:lnTo>
                    <a:pt x="1115766" y="491407"/>
                  </a:lnTo>
                  <a:lnTo>
                    <a:pt x="1115568" y="490357"/>
                  </a:lnTo>
                  <a:lnTo>
                    <a:pt x="1115524" y="490136"/>
                  </a:lnTo>
                  <a:lnTo>
                    <a:pt x="1115702" y="489836"/>
                  </a:lnTo>
                  <a:lnTo>
                    <a:pt x="1115674" y="489680"/>
                  </a:lnTo>
                  <a:lnTo>
                    <a:pt x="1115991" y="489848"/>
                  </a:lnTo>
                  <a:lnTo>
                    <a:pt x="1116118" y="489936"/>
                  </a:lnTo>
                  <a:lnTo>
                    <a:pt x="1116377" y="490080"/>
                  </a:lnTo>
                  <a:lnTo>
                    <a:pt x="1116755" y="490088"/>
                  </a:lnTo>
                  <a:lnTo>
                    <a:pt x="1117168" y="490225"/>
                  </a:lnTo>
                  <a:lnTo>
                    <a:pt x="1117374" y="490345"/>
                  </a:lnTo>
                  <a:lnTo>
                    <a:pt x="1117550" y="490502"/>
                  </a:lnTo>
                  <a:lnTo>
                    <a:pt x="1118036" y="490888"/>
                  </a:lnTo>
                  <a:lnTo>
                    <a:pt x="1118254" y="491025"/>
                  </a:lnTo>
                  <a:lnTo>
                    <a:pt x="1118435" y="491159"/>
                  </a:lnTo>
                  <a:lnTo>
                    <a:pt x="1118906" y="491586"/>
                  </a:lnTo>
                  <a:lnTo>
                    <a:pt x="1119216" y="491782"/>
                  </a:lnTo>
                  <a:lnTo>
                    <a:pt x="1119476" y="492126"/>
                  </a:lnTo>
                  <a:lnTo>
                    <a:pt x="1119519" y="492294"/>
                  </a:lnTo>
                  <a:lnTo>
                    <a:pt x="1119604" y="492567"/>
                  </a:lnTo>
                  <a:lnTo>
                    <a:pt x="1120091" y="492675"/>
                  </a:lnTo>
                  <a:lnTo>
                    <a:pt x="1120740" y="492766"/>
                  </a:lnTo>
                  <a:lnTo>
                    <a:pt x="1121123" y="492721"/>
                  </a:lnTo>
                  <a:lnTo>
                    <a:pt x="1121340" y="492776"/>
                  </a:lnTo>
                  <a:lnTo>
                    <a:pt x="1121530" y="492704"/>
                  </a:lnTo>
                  <a:lnTo>
                    <a:pt x="1121660" y="492689"/>
                  </a:lnTo>
                  <a:lnTo>
                    <a:pt x="1121860" y="492580"/>
                  </a:lnTo>
                  <a:lnTo>
                    <a:pt x="1122155" y="492492"/>
                  </a:lnTo>
                  <a:lnTo>
                    <a:pt x="1122345" y="492277"/>
                  </a:lnTo>
                  <a:lnTo>
                    <a:pt x="1122827" y="492058"/>
                  </a:lnTo>
                  <a:lnTo>
                    <a:pt x="1122968" y="491914"/>
                  </a:lnTo>
                  <a:lnTo>
                    <a:pt x="1123393" y="491905"/>
                  </a:lnTo>
                  <a:lnTo>
                    <a:pt x="1123535" y="491873"/>
                  </a:lnTo>
                  <a:lnTo>
                    <a:pt x="1123800" y="491921"/>
                  </a:lnTo>
                  <a:lnTo>
                    <a:pt x="1124133" y="492047"/>
                  </a:lnTo>
                  <a:lnTo>
                    <a:pt x="1124854" y="491893"/>
                  </a:lnTo>
                  <a:lnTo>
                    <a:pt x="1125274" y="492691"/>
                  </a:lnTo>
                  <a:lnTo>
                    <a:pt x="1124487" y="494566"/>
                  </a:lnTo>
                  <a:lnTo>
                    <a:pt x="1124393" y="494847"/>
                  </a:lnTo>
                  <a:lnTo>
                    <a:pt x="1124061" y="495269"/>
                  </a:lnTo>
                  <a:lnTo>
                    <a:pt x="1123920" y="495968"/>
                  </a:lnTo>
                  <a:lnTo>
                    <a:pt x="1123748" y="496111"/>
                  </a:lnTo>
                  <a:lnTo>
                    <a:pt x="1123643" y="496276"/>
                  </a:lnTo>
                  <a:lnTo>
                    <a:pt x="1123560" y="497340"/>
                  </a:lnTo>
                  <a:lnTo>
                    <a:pt x="1123638" y="497492"/>
                  </a:lnTo>
                  <a:lnTo>
                    <a:pt x="1123792" y="497667"/>
                  </a:lnTo>
                  <a:lnTo>
                    <a:pt x="1124114" y="497956"/>
                  </a:lnTo>
                  <a:lnTo>
                    <a:pt x="1124497" y="498109"/>
                  </a:lnTo>
                  <a:lnTo>
                    <a:pt x="1124985" y="498089"/>
                  </a:lnTo>
                  <a:lnTo>
                    <a:pt x="1125360" y="498039"/>
                  </a:lnTo>
                  <a:lnTo>
                    <a:pt x="1126283" y="498095"/>
                  </a:lnTo>
                  <a:lnTo>
                    <a:pt x="1126949" y="498076"/>
                  </a:lnTo>
                  <a:lnTo>
                    <a:pt x="1127290" y="497578"/>
                  </a:lnTo>
                  <a:lnTo>
                    <a:pt x="1127362" y="497291"/>
                  </a:lnTo>
                  <a:lnTo>
                    <a:pt x="1127483" y="495527"/>
                  </a:lnTo>
                  <a:lnTo>
                    <a:pt x="1128232" y="494941"/>
                  </a:lnTo>
                  <a:lnTo>
                    <a:pt x="1128754" y="497665"/>
                  </a:lnTo>
                  <a:lnTo>
                    <a:pt x="1128421" y="497771"/>
                  </a:lnTo>
                  <a:lnTo>
                    <a:pt x="1128612" y="498706"/>
                  </a:lnTo>
                  <a:lnTo>
                    <a:pt x="1129130" y="498676"/>
                  </a:lnTo>
                  <a:lnTo>
                    <a:pt x="1129362" y="498667"/>
                  </a:lnTo>
                  <a:lnTo>
                    <a:pt x="1129632" y="498673"/>
                  </a:lnTo>
                  <a:lnTo>
                    <a:pt x="1129516" y="499071"/>
                  </a:lnTo>
                  <a:lnTo>
                    <a:pt x="1129579" y="499565"/>
                  </a:lnTo>
                  <a:lnTo>
                    <a:pt x="1129571" y="499908"/>
                  </a:lnTo>
                  <a:lnTo>
                    <a:pt x="1129571" y="500072"/>
                  </a:lnTo>
                  <a:lnTo>
                    <a:pt x="1129759" y="501100"/>
                  </a:lnTo>
                  <a:lnTo>
                    <a:pt x="1129474" y="501133"/>
                  </a:lnTo>
                  <a:lnTo>
                    <a:pt x="1129517" y="501562"/>
                  </a:lnTo>
                  <a:lnTo>
                    <a:pt x="1129653" y="502195"/>
                  </a:lnTo>
                  <a:lnTo>
                    <a:pt x="1129697" y="502927"/>
                  </a:lnTo>
                  <a:lnTo>
                    <a:pt x="1129480" y="503057"/>
                  </a:lnTo>
                  <a:lnTo>
                    <a:pt x="1129242" y="503173"/>
                  </a:lnTo>
                  <a:lnTo>
                    <a:pt x="1128838" y="504112"/>
                  </a:lnTo>
                  <a:lnTo>
                    <a:pt x="1128510" y="504742"/>
                  </a:lnTo>
                  <a:lnTo>
                    <a:pt x="1127253" y="504753"/>
                  </a:lnTo>
                  <a:lnTo>
                    <a:pt x="1125596" y="504802"/>
                  </a:lnTo>
                  <a:lnTo>
                    <a:pt x="1125328" y="504810"/>
                  </a:lnTo>
                  <a:lnTo>
                    <a:pt x="1124679" y="504832"/>
                  </a:lnTo>
                  <a:lnTo>
                    <a:pt x="1124172" y="504848"/>
                  </a:lnTo>
                  <a:lnTo>
                    <a:pt x="1123783" y="504861"/>
                  </a:lnTo>
                  <a:lnTo>
                    <a:pt x="1123389" y="504874"/>
                  </a:lnTo>
                  <a:lnTo>
                    <a:pt x="1123004" y="504892"/>
                  </a:lnTo>
                  <a:lnTo>
                    <a:pt x="1120835" y="505094"/>
                  </a:lnTo>
                  <a:lnTo>
                    <a:pt x="1120669" y="505124"/>
                  </a:lnTo>
                  <a:lnTo>
                    <a:pt x="1118440" y="505356"/>
                  </a:lnTo>
                  <a:lnTo>
                    <a:pt x="1117664" y="505635"/>
                  </a:lnTo>
                  <a:lnTo>
                    <a:pt x="1117370" y="505700"/>
                  </a:lnTo>
                  <a:lnTo>
                    <a:pt x="1117155" y="505746"/>
                  </a:lnTo>
                  <a:lnTo>
                    <a:pt x="1116754" y="505870"/>
                  </a:lnTo>
                  <a:lnTo>
                    <a:pt x="1116369" y="506045"/>
                  </a:lnTo>
                  <a:lnTo>
                    <a:pt x="1116131" y="506034"/>
                  </a:lnTo>
                  <a:lnTo>
                    <a:pt x="1115874" y="506021"/>
                  </a:lnTo>
                  <a:lnTo>
                    <a:pt x="1115469" y="505976"/>
                  </a:lnTo>
                  <a:lnTo>
                    <a:pt x="1114783" y="506060"/>
                  </a:lnTo>
                  <a:lnTo>
                    <a:pt x="1114643" y="506086"/>
                  </a:lnTo>
                  <a:lnTo>
                    <a:pt x="1114513" y="506244"/>
                  </a:lnTo>
                  <a:lnTo>
                    <a:pt x="1114497" y="506392"/>
                  </a:lnTo>
                  <a:lnTo>
                    <a:pt x="1114519" y="506638"/>
                  </a:lnTo>
                  <a:lnTo>
                    <a:pt x="1114633" y="507002"/>
                  </a:lnTo>
                  <a:lnTo>
                    <a:pt x="1114603" y="507170"/>
                  </a:lnTo>
                  <a:lnTo>
                    <a:pt x="1114655" y="507415"/>
                  </a:lnTo>
                  <a:lnTo>
                    <a:pt x="1114660" y="507549"/>
                  </a:lnTo>
                  <a:lnTo>
                    <a:pt x="1114721" y="507912"/>
                  </a:lnTo>
                  <a:lnTo>
                    <a:pt x="1114722" y="508251"/>
                  </a:lnTo>
                  <a:lnTo>
                    <a:pt x="1114406" y="508398"/>
                  </a:lnTo>
                  <a:lnTo>
                    <a:pt x="1113997" y="508547"/>
                  </a:lnTo>
                  <a:lnTo>
                    <a:pt x="1113722" y="508711"/>
                  </a:lnTo>
                  <a:lnTo>
                    <a:pt x="1113183" y="508892"/>
                  </a:lnTo>
                  <a:lnTo>
                    <a:pt x="1112989" y="509386"/>
                  </a:lnTo>
                  <a:lnTo>
                    <a:pt x="1112470" y="509546"/>
                  </a:lnTo>
                  <a:lnTo>
                    <a:pt x="1112296" y="509435"/>
                  </a:lnTo>
                  <a:lnTo>
                    <a:pt x="1111894" y="509547"/>
                  </a:lnTo>
                  <a:lnTo>
                    <a:pt x="1111584" y="509471"/>
                  </a:lnTo>
                  <a:lnTo>
                    <a:pt x="1111303" y="509164"/>
                  </a:lnTo>
                  <a:lnTo>
                    <a:pt x="1110989" y="508873"/>
                  </a:lnTo>
                  <a:lnTo>
                    <a:pt x="1110431" y="508416"/>
                  </a:lnTo>
                  <a:lnTo>
                    <a:pt x="1109597" y="508525"/>
                  </a:lnTo>
                  <a:lnTo>
                    <a:pt x="1109450" y="508534"/>
                  </a:lnTo>
                  <a:lnTo>
                    <a:pt x="1108835" y="508670"/>
                  </a:lnTo>
                  <a:lnTo>
                    <a:pt x="1108258" y="508745"/>
                  </a:lnTo>
                  <a:lnTo>
                    <a:pt x="1107960" y="508781"/>
                  </a:lnTo>
                  <a:lnTo>
                    <a:pt x="1107384" y="508879"/>
                  </a:lnTo>
                  <a:lnTo>
                    <a:pt x="1106993" y="508918"/>
                  </a:lnTo>
                  <a:lnTo>
                    <a:pt x="1107140" y="509426"/>
                  </a:lnTo>
                  <a:lnTo>
                    <a:pt x="1106475" y="509492"/>
                  </a:lnTo>
                  <a:lnTo>
                    <a:pt x="1106228" y="508768"/>
                  </a:lnTo>
                  <a:lnTo>
                    <a:pt x="1106209" y="508505"/>
                  </a:lnTo>
                  <a:lnTo>
                    <a:pt x="1106084" y="507986"/>
                  </a:lnTo>
                  <a:lnTo>
                    <a:pt x="1105905" y="508017"/>
                  </a:lnTo>
                  <a:lnTo>
                    <a:pt x="1105700" y="508020"/>
                  </a:lnTo>
                  <a:lnTo>
                    <a:pt x="1104754" y="508234"/>
                  </a:lnTo>
                  <a:lnTo>
                    <a:pt x="1104813" y="508501"/>
                  </a:lnTo>
                  <a:lnTo>
                    <a:pt x="1104848" y="508722"/>
                  </a:lnTo>
                  <a:lnTo>
                    <a:pt x="1104915" y="508993"/>
                  </a:lnTo>
                  <a:lnTo>
                    <a:pt x="1104982" y="509342"/>
                  </a:lnTo>
                  <a:lnTo>
                    <a:pt x="1105040" y="510039"/>
                  </a:lnTo>
                  <a:lnTo>
                    <a:pt x="1103980" y="510139"/>
                  </a:lnTo>
                  <a:lnTo>
                    <a:pt x="1103166" y="510187"/>
                  </a:lnTo>
                  <a:lnTo>
                    <a:pt x="1102919" y="510307"/>
                  </a:lnTo>
                  <a:lnTo>
                    <a:pt x="1102969" y="510712"/>
                  </a:lnTo>
                  <a:lnTo>
                    <a:pt x="1102947" y="510912"/>
                  </a:lnTo>
                  <a:lnTo>
                    <a:pt x="1103115" y="511869"/>
                  </a:lnTo>
                  <a:lnTo>
                    <a:pt x="1103160" y="512030"/>
                  </a:lnTo>
                  <a:lnTo>
                    <a:pt x="1103167" y="512171"/>
                  </a:lnTo>
                  <a:lnTo>
                    <a:pt x="1103249" y="512713"/>
                  </a:lnTo>
                  <a:lnTo>
                    <a:pt x="1103162" y="515754"/>
                  </a:lnTo>
                  <a:lnTo>
                    <a:pt x="1103152" y="515882"/>
                  </a:lnTo>
                  <a:lnTo>
                    <a:pt x="1103140" y="516041"/>
                  </a:lnTo>
                  <a:lnTo>
                    <a:pt x="1103154" y="516459"/>
                  </a:lnTo>
                  <a:lnTo>
                    <a:pt x="1103316" y="517101"/>
                  </a:lnTo>
                  <a:lnTo>
                    <a:pt x="1106845" y="521573"/>
                  </a:lnTo>
                  <a:lnTo>
                    <a:pt x="1108407" y="523197"/>
                  </a:lnTo>
                  <a:lnTo>
                    <a:pt x="1108859" y="523702"/>
                  </a:lnTo>
                  <a:lnTo>
                    <a:pt x="1110424" y="526135"/>
                  </a:lnTo>
                  <a:lnTo>
                    <a:pt x="1109870" y="526461"/>
                  </a:lnTo>
                  <a:lnTo>
                    <a:pt x="1108970" y="527040"/>
                  </a:lnTo>
                  <a:lnTo>
                    <a:pt x="1108281" y="527962"/>
                  </a:lnTo>
                  <a:lnTo>
                    <a:pt x="1108291" y="529473"/>
                  </a:lnTo>
                  <a:lnTo>
                    <a:pt x="1108252" y="529696"/>
                  </a:lnTo>
                  <a:lnTo>
                    <a:pt x="1107192" y="529827"/>
                  </a:lnTo>
                  <a:lnTo>
                    <a:pt x="1107296" y="530286"/>
                  </a:lnTo>
                  <a:lnTo>
                    <a:pt x="1107589" y="531863"/>
                  </a:lnTo>
                  <a:lnTo>
                    <a:pt x="1105785" y="532176"/>
                  </a:lnTo>
                  <a:lnTo>
                    <a:pt x="1104757" y="533315"/>
                  </a:lnTo>
                  <a:lnTo>
                    <a:pt x="1103114" y="533500"/>
                  </a:lnTo>
                  <a:lnTo>
                    <a:pt x="1100984" y="533770"/>
                  </a:lnTo>
                  <a:lnTo>
                    <a:pt x="1093985" y="534610"/>
                  </a:lnTo>
                  <a:lnTo>
                    <a:pt x="1095491" y="542363"/>
                  </a:lnTo>
                  <a:lnTo>
                    <a:pt x="1095409" y="542584"/>
                  </a:lnTo>
                  <a:lnTo>
                    <a:pt x="1095408" y="542802"/>
                  </a:lnTo>
                  <a:lnTo>
                    <a:pt x="1095439" y="542948"/>
                  </a:lnTo>
                  <a:lnTo>
                    <a:pt x="1095407" y="543180"/>
                  </a:lnTo>
                  <a:lnTo>
                    <a:pt x="1095165" y="543425"/>
                  </a:lnTo>
                  <a:lnTo>
                    <a:pt x="1095144" y="543615"/>
                  </a:lnTo>
                  <a:lnTo>
                    <a:pt x="1095008" y="544003"/>
                  </a:lnTo>
                  <a:lnTo>
                    <a:pt x="1094301" y="545111"/>
                  </a:lnTo>
                  <a:lnTo>
                    <a:pt x="1093122" y="545111"/>
                  </a:lnTo>
                  <a:lnTo>
                    <a:pt x="1092988" y="545443"/>
                  </a:lnTo>
                  <a:lnTo>
                    <a:pt x="1092841" y="545658"/>
                  </a:lnTo>
                  <a:lnTo>
                    <a:pt x="1092473" y="545854"/>
                  </a:lnTo>
                  <a:lnTo>
                    <a:pt x="1092253" y="546167"/>
                  </a:lnTo>
                  <a:lnTo>
                    <a:pt x="1092612" y="546830"/>
                  </a:lnTo>
                  <a:lnTo>
                    <a:pt x="1092859" y="547122"/>
                  </a:lnTo>
                  <a:lnTo>
                    <a:pt x="1093082" y="547551"/>
                  </a:lnTo>
                  <a:lnTo>
                    <a:pt x="1093058" y="547785"/>
                  </a:lnTo>
                  <a:lnTo>
                    <a:pt x="1093243" y="547980"/>
                  </a:lnTo>
                  <a:lnTo>
                    <a:pt x="1093343" y="548273"/>
                  </a:lnTo>
                  <a:lnTo>
                    <a:pt x="1093552" y="548526"/>
                  </a:lnTo>
                  <a:lnTo>
                    <a:pt x="1093652" y="548926"/>
                  </a:lnTo>
                  <a:lnTo>
                    <a:pt x="1093849" y="549082"/>
                  </a:lnTo>
                  <a:lnTo>
                    <a:pt x="1093937" y="549345"/>
                  </a:lnTo>
                  <a:lnTo>
                    <a:pt x="1093954" y="549500"/>
                  </a:lnTo>
                  <a:lnTo>
                    <a:pt x="1093098" y="550271"/>
                  </a:lnTo>
                  <a:lnTo>
                    <a:pt x="1093050" y="550469"/>
                  </a:lnTo>
                  <a:lnTo>
                    <a:pt x="1092545" y="550690"/>
                  </a:lnTo>
                  <a:lnTo>
                    <a:pt x="1092508" y="550922"/>
                  </a:lnTo>
                  <a:lnTo>
                    <a:pt x="1092194" y="550959"/>
                  </a:lnTo>
                  <a:lnTo>
                    <a:pt x="1092288" y="551208"/>
                  </a:lnTo>
                  <a:lnTo>
                    <a:pt x="1092578" y="551464"/>
                  </a:lnTo>
                  <a:lnTo>
                    <a:pt x="1092616" y="551631"/>
                  </a:lnTo>
                  <a:lnTo>
                    <a:pt x="1092000" y="551712"/>
                  </a:lnTo>
                  <a:lnTo>
                    <a:pt x="1091984" y="552104"/>
                  </a:lnTo>
                  <a:lnTo>
                    <a:pt x="1092022" y="552244"/>
                  </a:lnTo>
                  <a:lnTo>
                    <a:pt x="1091789" y="552269"/>
                  </a:lnTo>
                  <a:lnTo>
                    <a:pt x="1091805" y="552462"/>
                  </a:lnTo>
                  <a:lnTo>
                    <a:pt x="1090262" y="552570"/>
                  </a:lnTo>
                  <a:lnTo>
                    <a:pt x="1088799" y="552674"/>
                  </a:lnTo>
                  <a:lnTo>
                    <a:pt x="1088706" y="551941"/>
                  </a:lnTo>
                  <a:lnTo>
                    <a:pt x="1088687" y="551788"/>
                  </a:lnTo>
                  <a:lnTo>
                    <a:pt x="1088460" y="551705"/>
                  </a:lnTo>
                  <a:lnTo>
                    <a:pt x="1088351" y="551204"/>
                  </a:lnTo>
                  <a:lnTo>
                    <a:pt x="1088121" y="551187"/>
                  </a:lnTo>
                  <a:lnTo>
                    <a:pt x="1087885" y="551175"/>
                  </a:lnTo>
                  <a:lnTo>
                    <a:pt x="1087830" y="550681"/>
                  </a:lnTo>
                  <a:lnTo>
                    <a:pt x="1087843" y="550486"/>
                  </a:lnTo>
                  <a:lnTo>
                    <a:pt x="1087790" y="550268"/>
                  </a:lnTo>
                  <a:lnTo>
                    <a:pt x="1087672" y="549809"/>
                  </a:lnTo>
                  <a:lnTo>
                    <a:pt x="1087531" y="549273"/>
                  </a:lnTo>
                  <a:lnTo>
                    <a:pt x="1085900" y="548914"/>
                  </a:lnTo>
                  <a:lnTo>
                    <a:pt x="1085046" y="548104"/>
                  </a:lnTo>
                  <a:lnTo>
                    <a:pt x="1084500" y="547700"/>
                  </a:lnTo>
                  <a:lnTo>
                    <a:pt x="1084349" y="547523"/>
                  </a:lnTo>
                  <a:lnTo>
                    <a:pt x="1084335" y="547346"/>
                  </a:lnTo>
                  <a:lnTo>
                    <a:pt x="1084339" y="547153"/>
                  </a:lnTo>
                  <a:lnTo>
                    <a:pt x="1083876" y="546809"/>
                  </a:lnTo>
                  <a:lnTo>
                    <a:pt x="1083737" y="546862"/>
                  </a:lnTo>
                  <a:lnTo>
                    <a:pt x="1083556" y="546963"/>
                  </a:lnTo>
                  <a:lnTo>
                    <a:pt x="1083377" y="547085"/>
                  </a:lnTo>
                  <a:lnTo>
                    <a:pt x="1083228" y="547232"/>
                  </a:lnTo>
                  <a:lnTo>
                    <a:pt x="1082905" y="547589"/>
                  </a:lnTo>
                  <a:lnTo>
                    <a:pt x="1082793" y="547942"/>
                  </a:lnTo>
                  <a:lnTo>
                    <a:pt x="1082396" y="548518"/>
                  </a:lnTo>
                  <a:lnTo>
                    <a:pt x="1082190" y="548610"/>
                  </a:lnTo>
                  <a:lnTo>
                    <a:pt x="1082060" y="548590"/>
                  </a:lnTo>
                  <a:lnTo>
                    <a:pt x="1081641" y="548367"/>
                  </a:lnTo>
                  <a:lnTo>
                    <a:pt x="1081608" y="547918"/>
                  </a:lnTo>
                  <a:lnTo>
                    <a:pt x="1081664" y="547415"/>
                  </a:lnTo>
                  <a:lnTo>
                    <a:pt x="1081654" y="547242"/>
                  </a:lnTo>
                  <a:lnTo>
                    <a:pt x="1081591" y="547036"/>
                  </a:lnTo>
                  <a:lnTo>
                    <a:pt x="1081612" y="546837"/>
                  </a:lnTo>
                  <a:lnTo>
                    <a:pt x="1081508" y="546345"/>
                  </a:lnTo>
                  <a:lnTo>
                    <a:pt x="1081471" y="546127"/>
                  </a:lnTo>
                  <a:lnTo>
                    <a:pt x="1081409" y="545747"/>
                  </a:lnTo>
                  <a:lnTo>
                    <a:pt x="1081349" y="545566"/>
                  </a:lnTo>
                  <a:lnTo>
                    <a:pt x="1081382" y="545312"/>
                  </a:lnTo>
                  <a:lnTo>
                    <a:pt x="1081293" y="545038"/>
                  </a:lnTo>
                  <a:lnTo>
                    <a:pt x="1081087" y="544738"/>
                  </a:lnTo>
                  <a:lnTo>
                    <a:pt x="1080758" y="544441"/>
                  </a:lnTo>
                  <a:lnTo>
                    <a:pt x="1080602" y="544228"/>
                  </a:lnTo>
                  <a:lnTo>
                    <a:pt x="1080401" y="544085"/>
                  </a:lnTo>
                  <a:lnTo>
                    <a:pt x="1080135" y="543656"/>
                  </a:lnTo>
                  <a:lnTo>
                    <a:pt x="1079156" y="542198"/>
                  </a:lnTo>
                  <a:lnTo>
                    <a:pt x="1076380" y="542038"/>
                  </a:lnTo>
                  <a:lnTo>
                    <a:pt x="1075946" y="542056"/>
                  </a:lnTo>
                  <a:lnTo>
                    <a:pt x="1075573" y="542172"/>
                  </a:lnTo>
                  <a:lnTo>
                    <a:pt x="1075502" y="542876"/>
                  </a:lnTo>
                  <a:lnTo>
                    <a:pt x="1075589" y="543649"/>
                  </a:lnTo>
                  <a:lnTo>
                    <a:pt x="1075960" y="544972"/>
                  </a:lnTo>
                  <a:lnTo>
                    <a:pt x="1076044" y="545147"/>
                  </a:lnTo>
                  <a:lnTo>
                    <a:pt x="1075637" y="545170"/>
                  </a:lnTo>
                  <a:lnTo>
                    <a:pt x="1075186" y="545104"/>
                  </a:lnTo>
                  <a:lnTo>
                    <a:pt x="1074693" y="544960"/>
                  </a:lnTo>
                  <a:lnTo>
                    <a:pt x="1074534" y="544953"/>
                  </a:lnTo>
                  <a:lnTo>
                    <a:pt x="1074422" y="545124"/>
                  </a:lnTo>
                  <a:lnTo>
                    <a:pt x="1074460" y="545447"/>
                  </a:lnTo>
                  <a:lnTo>
                    <a:pt x="1074064" y="545558"/>
                  </a:lnTo>
                  <a:lnTo>
                    <a:pt x="1073852" y="545771"/>
                  </a:lnTo>
                  <a:lnTo>
                    <a:pt x="1073828" y="545913"/>
                  </a:lnTo>
                  <a:lnTo>
                    <a:pt x="1073715" y="546127"/>
                  </a:lnTo>
                  <a:lnTo>
                    <a:pt x="1073819" y="546387"/>
                  </a:lnTo>
                  <a:lnTo>
                    <a:pt x="1073614" y="546396"/>
                  </a:lnTo>
                  <a:lnTo>
                    <a:pt x="1073484" y="546438"/>
                  </a:lnTo>
                  <a:lnTo>
                    <a:pt x="1073069" y="546595"/>
                  </a:lnTo>
                  <a:lnTo>
                    <a:pt x="1073467" y="546660"/>
                  </a:lnTo>
                  <a:lnTo>
                    <a:pt x="1073257" y="546806"/>
                  </a:lnTo>
                  <a:lnTo>
                    <a:pt x="1073029" y="546872"/>
                  </a:lnTo>
                  <a:lnTo>
                    <a:pt x="1073006" y="547089"/>
                  </a:lnTo>
                  <a:lnTo>
                    <a:pt x="1072997" y="547231"/>
                  </a:lnTo>
                  <a:lnTo>
                    <a:pt x="1072385" y="547480"/>
                  </a:lnTo>
                  <a:lnTo>
                    <a:pt x="1072192" y="547573"/>
                  </a:lnTo>
                  <a:lnTo>
                    <a:pt x="1072319" y="547753"/>
                  </a:lnTo>
                  <a:lnTo>
                    <a:pt x="1071982" y="547646"/>
                  </a:lnTo>
                  <a:lnTo>
                    <a:pt x="1071847" y="547606"/>
                  </a:lnTo>
                  <a:lnTo>
                    <a:pt x="1071572" y="547896"/>
                  </a:lnTo>
                  <a:lnTo>
                    <a:pt x="1071338" y="548104"/>
                  </a:lnTo>
                  <a:lnTo>
                    <a:pt x="1071172" y="548110"/>
                  </a:lnTo>
                  <a:lnTo>
                    <a:pt x="1070981" y="547974"/>
                  </a:lnTo>
                  <a:lnTo>
                    <a:pt x="1070961" y="547770"/>
                  </a:lnTo>
                  <a:lnTo>
                    <a:pt x="1070754" y="547575"/>
                  </a:lnTo>
                  <a:lnTo>
                    <a:pt x="1070668" y="547404"/>
                  </a:lnTo>
                  <a:lnTo>
                    <a:pt x="1070642" y="547093"/>
                  </a:lnTo>
                  <a:lnTo>
                    <a:pt x="1070363" y="546470"/>
                  </a:lnTo>
                  <a:lnTo>
                    <a:pt x="1070217" y="546351"/>
                  </a:lnTo>
                  <a:lnTo>
                    <a:pt x="1069966" y="546410"/>
                  </a:lnTo>
                  <a:lnTo>
                    <a:pt x="1069798" y="546420"/>
                  </a:lnTo>
                  <a:lnTo>
                    <a:pt x="1069397" y="546241"/>
                  </a:lnTo>
                  <a:lnTo>
                    <a:pt x="1069324" y="545671"/>
                  </a:lnTo>
                  <a:lnTo>
                    <a:pt x="1069148" y="545499"/>
                  </a:lnTo>
                  <a:lnTo>
                    <a:pt x="1068787" y="545256"/>
                  </a:lnTo>
                  <a:lnTo>
                    <a:pt x="1068696" y="545104"/>
                  </a:lnTo>
                  <a:lnTo>
                    <a:pt x="1068268" y="545238"/>
                  </a:lnTo>
                  <a:lnTo>
                    <a:pt x="1068029" y="544997"/>
                  </a:lnTo>
                  <a:lnTo>
                    <a:pt x="1067641" y="544920"/>
                  </a:lnTo>
                  <a:lnTo>
                    <a:pt x="1067422" y="544870"/>
                  </a:lnTo>
                  <a:lnTo>
                    <a:pt x="1067124" y="544699"/>
                  </a:lnTo>
                  <a:lnTo>
                    <a:pt x="1066977" y="544705"/>
                  </a:lnTo>
                  <a:lnTo>
                    <a:pt x="1066690" y="544640"/>
                  </a:lnTo>
                  <a:lnTo>
                    <a:pt x="1066393" y="544725"/>
                  </a:lnTo>
                  <a:lnTo>
                    <a:pt x="1065927" y="544343"/>
                  </a:lnTo>
                  <a:lnTo>
                    <a:pt x="1065575" y="544385"/>
                  </a:lnTo>
                  <a:lnTo>
                    <a:pt x="1064942" y="544195"/>
                  </a:lnTo>
                  <a:lnTo>
                    <a:pt x="1064448" y="543927"/>
                  </a:lnTo>
                  <a:lnTo>
                    <a:pt x="1064015" y="543893"/>
                  </a:lnTo>
                  <a:lnTo>
                    <a:pt x="1063902" y="543409"/>
                  </a:lnTo>
                  <a:lnTo>
                    <a:pt x="1063657" y="542827"/>
                  </a:lnTo>
                  <a:lnTo>
                    <a:pt x="1063670" y="542672"/>
                  </a:lnTo>
                  <a:lnTo>
                    <a:pt x="1063741" y="542481"/>
                  </a:lnTo>
                  <a:lnTo>
                    <a:pt x="1063649" y="542160"/>
                  </a:lnTo>
                  <a:lnTo>
                    <a:pt x="1063045" y="541551"/>
                  </a:lnTo>
                  <a:lnTo>
                    <a:pt x="1062915" y="541518"/>
                  </a:lnTo>
                  <a:lnTo>
                    <a:pt x="1062785" y="541581"/>
                  </a:lnTo>
                  <a:lnTo>
                    <a:pt x="1062743" y="541445"/>
                  </a:lnTo>
                  <a:lnTo>
                    <a:pt x="1062302" y="541201"/>
                  </a:lnTo>
                  <a:lnTo>
                    <a:pt x="1062030" y="540882"/>
                  </a:lnTo>
                  <a:lnTo>
                    <a:pt x="1061794" y="540486"/>
                  </a:lnTo>
                  <a:lnTo>
                    <a:pt x="1061560" y="540081"/>
                  </a:lnTo>
                  <a:lnTo>
                    <a:pt x="1061324" y="540074"/>
                  </a:lnTo>
                  <a:lnTo>
                    <a:pt x="1061078" y="540017"/>
                  </a:lnTo>
                  <a:lnTo>
                    <a:pt x="1060750" y="540068"/>
                  </a:lnTo>
                  <a:lnTo>
                    <a:pt x="1060642" y="539934"/>
                  </a:lnTo>
                  <a:lnTo>
                    <a:pt x="1060402" y="539374"/>
                  </a:lnTo>
                  <a:lnTo>
                    <a:pt x="1060262" y="539012"/>
                  </a:lnTo>
                  <a:lnTo>
                    <a:pt x="1059782" y="539354"/>
                  </a:lnTo>
                  <a:lnTo>
                    <a:pt x="1059383" y="539340"/>
                  </a:lnTo>
                  <a:lnTo>
                    <a:pt x="1059213" y="539278"/>
                  </a:lnTo>
                  <a:lnTo>
                    <a:pt x="1058874" y="539244"/>
                  </a:lnTo>
                  <a:lnTo>
                    <a:pt x="1058621" y="539156"/>
                  </a:lnTo>
                  <a:lnTo>
                    <a:pt x="1058464" y="539024"/>
                  </a:lnTo>
                  <a:lnTo>
                    <a:pt x="1058339" y="538781"/>
                  </a:lnTo>
                  <a:lnTo>
                    <a:pt x="1058118" y="538835"/>
                  </a:lnTo>
                  <a:lnTo>
                    <a:pt x="1057943" y="538775"/>
                  </a:lnTo>
                  <a:lnTo>
                    <a:pt x="1057766" y="538723"/>
                  </a:lnTo>
                  <a:lnTo>
                    <a:pt x="1057576" y="538667"/>
                  </a:lnTo>
                  <a:lnTo>
                    <a:pt x="1057214" y="538659"/>
                  </a:lnTo>
                  <a:lnTo>
                    <a:pt x="1057010" y="538619"/>
                  </a:lnTo>
                  <a:lnTo>
                    <a:pt x="1056645" y="537784"/>
                  </a:lnTo>
                  <a:lnTo>
                    <a:pt x="1056345" y="537862"/>
                  </a:lnTo>
                  <a:lnTo>
                    <a:pt x="1055337" y="538076"/>
                  </a:lnTo>
                  <a:lnTo>
                    <a:pt x="1055076" y="538073"/>
                  </a:lnTo>
                  <a:lnTo>
                    <a:pt x="1054515" y="538115"/>
                  </a:lnTo>
                  <a:lnTo>
                    <a:pt x="1054292" y="537995"/>
                  </a:lnTo>
                  <a:lnTo>
                    <a:pt x="1054091" y="537656"/>
                  </a:lnTo>
                  <a:lnTo>
                    <a:pt x="1053628" y="537432"/>
                  </a:lnTo>
                  <a:lnTo>
                    <a:pt x="1053537" y="537181"/>
                  </a:lnTo>
                  <a:lnTo>
                    <a:pt x="1053353" y="536972"/>
                  </a:lnTo>
                  <a:lnTo>
                    <a:pt x="1052122" y="536956"/>
                  </a:lnTo>
                  <a:lnTo>
                    <a:pt x="1051628" y="537541"/>
                  </a:lnTo>
                  <a:lnTo>
                    <a:pt x="1051425" y="537565"/>
                  </a:lnTo>
                  <a:lnTo>
                    <a:pt x="1051172" y="537612"/>
                  </a:lnTo>
                  <a:lnTo>
                    <a:pt x="1051006" y="537791"/>
                  </a:lnTo>
                  <a:lnTo>
                    <a:pt x="1050944" y="538002"/>
                  </a:lnTo>
                  <a:lnTo>
                    <a:pt x="1050793" y="538023"/>
                  </a:lnTo>
                  <a:lnTo>
                    <a:pt x="1049942" y="538212"/>
                  </a:lnTo>
                  <a:lnTo>
                    <a:pt x="1050398" y="538931"/>
                  </a:lnTo>
                  <a:lnTo>
                    <a:pt x="1050618" y="538848"/>
                  </a:lnTo>
                  <a:lnTo>
                    <a:pt x="1051002" y="539099"/>
                  </a:lnTo>
                  <a:lnTo>
                    <a:pt x="1051339" y="539300"/>
                  </a:lnTo>
                  <a:lnTo>
                    <a:pt x="1051500" y="539532"/>
                  </a:lnTo>
                  <a:lnTo>
                    <a:pt x="1051767" y="539676"/>
                  </a:lnTo>
                  <a:lnTo>
                    <a:pt x="1051841" y="539874"/>
                  </a:lnTo>
                  <a:lnTo>
                    <a:pt x="1051841" y="540222"/>
                  </a:lnTo>
                  <a:lnTo>
                    <a:pt x="1051939" y="540399"/>
                  </a:lnTo>
                  <a:lnTo>
                    <a:pt x="1051884" y="540742"/>
                  </a:lnTo>
                  <a:lnTo>
                    <a:pt x="1052029" y="541530"/>
                  </a:lnTo>
                  <a:lnTo>
                    <a:pt x="1052328" y="541923"/>
                  </a:lnTo>
                  <a:lnTo>
                    <a:pt x="1052193" y="542572"/>
                  </a:lnTo>
                  <a:lnTo>
                    <a:pt x="1052042" y="542804"/>
                  </a:lnTo>
                  <a:lnTo>
                    <a:pt x="1051839" y="542952"/>
                  </a:lnTo>
                  <a:lnTo>
                    <a:pt x="1051898" y="543301"/>
                  </a:lnTo>
                  <a:lnTo>
                    <a:pt x="1051952" y="543607"/>
                  </a:lnTo>
                  <a:lnTo>
                    <a:pt x="1052095" y="543894"/>
                  </a:lnTo>
                  <a:lnTo>
                    <a:pt x="1052137" y="544243"/>
                  </a:lnTo>
                  <a:lnTo>
                    <a:pt x="1051912" y="544297"/>
                  </a:lnTo>
                  <a:lnTo>
                    <a:pt x="1051513" y="544529"/>
                  </a:lnTo>
                  <a:lnTo>
                    <a:pt x="1051266" y="544656"/>
                  </a:lnTo>
                  <a:lnTo>
                    <a:pt x="1050931" y="544975"/>
                  </a:lnTo>
                  <a:lnTo>
                    <a:pt x="1050573" y="545535"/>
                  </a:lnTo>
                  <a:lnTo>
                    <a:pt x="1050270" y="545842"/>
                  </a:lnTo>
                  <a:lnTo>
                    <a:pt x="1050173" y="546936"/>
                  </a:lnTo>
                  <a:lnTo>
                    <a:pt x="1049699" y="546992"/>
                  </a:lnTo>
                  <a:lnTo>
                    <a:pt x="1049594" y="547128"/>
                  </a:lnTo>
                  <a:lnTo>
                    <a:pt x="1049477" y="547618"/>
                  </a:lnTo>
                  <a:lnTo>
                    <a:pt x="1049527" y="547784"/>
                  </a:lnTo>
                  <a:lnTo>
                    <a:pt x="1049615" y="547922"/>
                  </a:lnTo>
                  <a:lnTo>
                    <a:pt x="1049221" y="548226"/>
                  </a:lnTo>
                  <a:lnTo>
                    <a:pt x="1049075" y="548253"/>
                  </a:lnTo>
                  <a:lnTo>
                    <a:pt x="1049179" y="548391"/>
                  </a:lnTo>
                  <a:lnTo>
                    <a:pt x="1049024" y="548503"/>
                  </a:lnTo>
                  <a:lnTo>
                    <a:pt x="1048823" y="548541"/>
                  </a:lnTo>
                  <a:lnTo>
                    <a:pt x="1048578" y="548325"/>
                  </a:lnTo>
                  <a:lnTo>
                    <a:pt x="1048456" y="548135"/>
                  </a:lnTo>
                  <a:lnTo>
                    <a:pt x="1048283" y="548142"/>
                  </a:lnTo>
                  <a:lnTo>
                    <a:pt x="1048518" y="548531"/>
                  </a:lnTo>
                  <a:lnTo>
                    <a:pt x="1048259" y="548569"/>
                  </a:lnTo>
                  <a:lnTo>
                    <a:pt x="1047841" y="548793"/>
                  </a:lnTo>
                  <a:lnTo>
                    <a:pt x="1047557" y="549056"/>
                  </a:lnTo>
                  <a:lnTo>
                    <a:pt x="1047112" y="549497"/>
                  </a:lnTo>
                  <a:lnTo>
                    <a:pt x="1047119" y="549630"/>
                  </a:lnTo>
                  <a:lnTo>
                    <a:pt x="1046985" y="549651"/>
                  </a:lnTo>
                  <a:lnTo>
                    <a:pt x="1046791" y="549633"/>
                  </a:lnTo>
                  <a:lnTo>
                    <a:pt x="1046558" y="549515"/>
                  </a:lnTo>
                  <a:lnTo>
                    <a:pt x="1046431" y="549478"/>
                  </a:lnTo>
                  <a:lnTo>
                    <a:pt x="1046287" y="549384"/>
                  </a:lnTo>
                  <a:lnTo>
                    <a:pt x="1045897" y="549341"/>
                  </a:lnTo>
                  <a:lnTo>
                    <a:pt x="1045743" y="549329"/>
                  </a:lnTo>
                  <a:lnTo>
                    <a:pt x="1045491" y="549286"/>
                  </a:lnTo>
                  <a:lnTo>
                    <a:pt x="1045360" y="549659"/>
                  </a:lnTo>
                  <a:lnTo>
                    <a:pt x="1045194" y="549757"/>
                  </a:lnTo>
                  <a:lnTo>
                    <a:pt x="1045301" y="550455"/>
                  </a:lnTo>
                  <a:lnTo>
                    <a:pt x="1045693" y="550687"/>
                  </a:lnTo>
                  <a:lnTo>
                    <a:pt x="1046023" y="550788"/>
                  </a:lnTo>
                  <a:lnTo>
                    <a:pt x="1046077" y="550995"/>
                  </a:lnTo>
                  <a:lnTo>
                    <a:pt x="1045879" y="551105"/>
                  </a:lnTo>
                  <a:lnTo>
                    <a:pt x="1045875" y="551368"/>
                  </a:lnTo>
                  <a:lnTo>
                    <a:pt x="1046043" y="551322"/>
                  </a:lnTo>
                  <a:lnTo>
                    <a:pt x="1046046" y="551570"/>
                  </a:lnTo>
                  <a:lnTo>
                    <a:pt x="1046406" y="551743"/>
                  </a:lnTo>
                  <a:lnTo>
                    <a:pt x="1046827" y="552091"/>
                  </a:lnTo>
                  <a:lnTo>
                    <a:pt x="1047900" y="552620"/>
                  </a:lnTo>
                  <a:lnTo>
                    <a:pt x="1048711" y="552735"/>
                  </a:lnTo>
                  <a:lnTo>
                    <a:pt x="1048994" y="552870"/>
                  </a:lnTo>
                  <a:lnTo>
                    <a:pt x="1049165" y="552918"/>
                  </a:lnTo>
                  <a:lnTo>
                    <a:pt x="1049435" y="553021"/>
                  </a:lnTo>
                  <a:lnTo>
                    <a:pt x="1049727" y="553158"/>
                  </a:lnTo>
                  <a:lnTo>
                    <a:pt x="1050156" y="553032"/>
                  </a:lnTo>
                  <a:lnTo>
                    <a:pt x="1050589" y="552991"/>
                  </a:lnTo>
                  <a:lnTo>
                    <a:pt x="1050806" y="553011"/>
                  </a:lnTo>
                  <a:lnTo>
                    <a:pt x="1051606" y="553233"/>
                  </a:lnTo>
                  <a:lnTo>
                    <a:pt x="1052058" y="553339"/>
                  </a:lnTo>
                  <a:lnTo>
                    <a:pt x="1051939" y="553002"/>
                  </a:lnTo>
                  <a:lnTo>
                    <a:pt x="1052112" y="552805"/>
                  </a:lnTo>
                  <a:lnTo>
                    <a:pt x="1052107" y="552638"/>
                  </a:lnTo>
                  <a:lnTo>
                    <a:pt x="1052234" y="552544"/>
                  </a:lnTo>
                  <a:lnTo>
                    <a:pt x="1052611" y="552323"/>
                  </a:lnTo>
                  <a:lnTo>
                    <a:pt x="1052784" y="552239"/>
                  </a:lnTo>
                  <a:lnTo>
                    <a:pt x="1052917" y="552175"/>
                  </a:lnTo>
                  <a:lnTo>
                    <a:pt x="1053095" y="552123"/>
                  </a:lnTo>
                  <a:lnTo>
                    <a:pt x="1053482" y="552011"/>
                  </a:lnTo>
                  <a:lnTo>
                    <a:pt x="1053768" y="551927"/>
                  </a:lnTo>
                  <a:lnTo>
                    <a:pt x="1054180" y="551785"/>
                  </a:lnTo>
                  <a:lnTo>
                    <a:pt x="1054506" y="551767"/>
                  </a:lnTo>
                  <a:lnTo>
                    <a:pt x="1054779" y="551793"/>
                  </a:lnTo>
                  <a:lnTo>
                    <a:pt x="1055833" y="551896"/>
                  </a:lnTo>
                  <a:lnTo>
                    <a:pt x="1056134" y="551893"/>
                  </a:lnTo>
                  <a:lnTo>
                    <a:pt x="1056589" y="551899"/>
                  </a:lnTo>
                  <a:lnTo>
                    <a:pt x="1057082" y="552002"/>
                  </a:lnTo>
                  <a:lnTo>
                    <a:pt x="1057324" y="552053"/>
                  </a:lnTo>
                  <a:lnTo>
                    <a:pt x="1057491" y="552051"/>
                  </a:lnTo>
                  <a:lnTo>
                    <a:pt x="1057816" y="552129"/>
                  </a:lnTo>
                  <a:lnTo>
                    <a:pt x="1057949" y="552168"/>
                  </a:lnTo>
                  <a:lnTo>
                    <a:pt x="1058847" y="553056"/>
                  </a:lnTo>
                  <a:lnTo>
                    <a:pt x="1059033" y="553647"/>
                  </a:lnTo>
                  <a:lnTo>
                    <a:pt x="1059486" y="554661"/>
                  </a:lnTo>
                  <a:lnTo>
                    <a:pt x="1059866" y="555733"/>
                  </a:lnTo>
                  <a:lnTo>
                    <a:pt x="1060119" y="555920"/>
                  </a:lnTo>
                  <a:lnTo>
                    <a:pt x="1060260" y="556429"/>
                  </a:lnTo>
                  <a:lnTo>
                    <a:pt x="1059927" y="557303"/>
                  </a:lnTo>
                  <a:lnTo>
                    <a:pt x="1059952" y="557607"/>
                  </a:lnTo>
                  <a:lnTo>
                    <a:pt x="1059260" y="557766"/>
                  </a:lnTo>
                  <a:lnTo>
                    <a:pt x="1059125" y="557694"/>
                  </a:lnTo>
                  <a:lnTo>
                    <a:pt x="1058874" y="557668"/>
                  </a:lnTo>
                  <a:lnTo>
                    <a:pt x="1058691" y="557740"/>
                  </a:lnTo>
                  <a:lnTo>
                    <a:pt x="1058846" y="558411"/>
                  </a:lnTo>
                  <a:lnTo>
                    <a:pt x="1058844" y="558615"/>
                  </a:lnTo>
                  <a:lnTo>
                    <a:pt x="1059158" y="559183"/>
                  </a:lnTo>
                  <a:lnTo>
                    <a:pt x="1059197" y="559380"/>
                  </a:lnTo>
                  <a:lnTo>
                    <a:pt x="1059400" y="559390"/>
                  </a:lnTo>
                  <a:lnTo>
                    <a:pt x="1059841" y="559847"/>
                  </a:lnTo>
                  <a:lnTo>
                    <a:pt x="1059843" y="559989"/>
                  </a:lnTo>
                  <a:lnTo>
                    <a:pt x="1059869" y="560121"/>
                  </a:lnTo>
                  <a:lnTo>
                    <a:pt x="1059921" y="560555"/>
                  </a:lnTo>
                  <a:lnTo>
                    <a:pt x="1060261" y="561228"/>
                  </a:lnTo>
                  <a:lnTo>
                    <a:pt x="1060223" y="562025"/>
                  </a:lnTo>
                  <a:lnTo>
                    <a:pt x="1060348" y="562152"/>
                  </a:lnTo>
                  <a:lnTo>
                    <a:pt x="1060477" y="562251"/>
                  </a:lnTo>
                  <a:lnTo>
                    <a:pt x="1061116" y="562884"/>
                  </a:lnTo>
                  <a:lnTo>
                    <a:pt x="1061643" y="563072"/>
                  </a:lnTo>
                  <a:lnTo>
                    <a:pt x="1061825" y="563120"/>
                  </a:lnTo>
                  <a:lnTo>
                    <a:pt x="1062878" y="563713"/>
                  </a:lnTo>
                  <a:lnTo>
                    <a:pt x="1063857" y="563976"/>
                  </a:lnTo>
                  <a:lnTo>
                    <a:pt x="1064666" y="564098"/>
                  </a:lnTo>
                  <a:lnTo>
                    <a:pt x="1065319" y="564632"/>
                  </a:lnTo>
                  <a:lnTo>
                    <a:pt x="1066316" y="564825"/>
                  </a:lnTo>
                  <a:lnTo>
                    <a:pt x="1066847" y="564986"/>
                  </a:lnTo>
                  <a:lnTo>
                    <a:pt x="1067157" y="565127"/>
                  </a:lnTo>
                  <a:lnTo>
                    <a:pt x="1067377" y="565452"/>
                  </a:lnTo>
                  <a:lnTo>
                    <a:pt x="1067582" y="566257"/>
                  </a:lnTo>
                  <a:lnTo>
                    <a:pt x="1067802" y="566803"/>
                  </a:lnTo>
                  <a:lnTo>
                    <a:pt x="1066661" y="568300"/>
                  </a:lnTo>
                  <a:lnTo>
                    <a:pt x="1066572" y="568581"/>
                  </a:lnTo>
                  <a:lnTo>
                    <a:pt x="1066349" y="568723"/>
                  </a:lnTo>
                  <a:lnTo>
                    <a:pt x="1066243" y="569252"/>
                  </a:lnTo>
                  <a:lnTo>
                    <a:pt x="1066244" y="569509"/>
                  </a:lnTo>
                  <a:lnTo>
                    <a:pt x="1066204" y="570036"/>
                  </a:lnTo>
                  <a:lnTo>
                    <a:pt x="1066194" y="570351"/>
                  </a:lnTo>
                  <a:lnTo>
                    <a:pt x="1066182" y="570837"/>
                  </a:lnTo>
                  <a:lnTo>
                    <a:pt x="1066268" y="571444"/>
                  </a:lnTo>
                  <a:lnTo>
                    <a:pt x="1066273" y="571793"/>
                  </a:lnTo>
                  <a:lnTo>
                    <a:pt x="1066367" y="571961"/>
                  </a:lnTo>
                  <a:lnTo>
                    <a:pt x="1066402" y="572325"/>
                  </a:lnTo>
                  <a:lnTo>
                    <a:pt x="1069547" y="573083"/>
                  </a:lnTo>
                  <a:lnTo>
                    <a:pt x="1070328" y="573269"/>
                  </a:lnTo>
                  <a:lnTo>
                    <a:pt x="1070309" y="573887"/>
                  </a:lnTo>
                  <a:lnTo>
                    <a:pt x="1070449" y="574636"/>
                  </a:lnTo>
                  <a:lnTo>
                    <a:pt x="1069948" y="576620"/>
                  </a:lnTo>
                  <a:lnTo>
                    <a:pt x="1069362" y="577249"/>
                  </a:lnTo>
                  <a:lnTo>
                    <a:pt x="1068344" y="577892"/>
                  </a:lnTo>
                  <a:lnTo>
                    <a:pt x="1066230" y="577782"/>
                  </a:lnTo>
                  <a:lnTo>
                    <a:pt x="1065852" y="578450"/>
                  </a:lnTo>
                  <a:lnTo>
                    <a:pt x="1065527" y="578945"/>
                  </a:lnTo>
                  <a:lnTo>
                    <a:pt x="1064802" y="579769"/>
                  </a:lnTo>
                  <a:lnTo>
                    <a:pt x="1065179" y="581812"/>
                  </a:lnTo>
                  <a:lnTo>
                    <a:pt x="1065212" y="583330"/>
                  </a:lnTo>
                  <a:lnTo>
                    <a:pt x="1064732" y="584236"/>
                  </a:lnTo>
                  <a:lnTo>
                    <a:pt x="1064335" y="585611"/>
                  </a:lnTo>
                  <a:lnTo>
                    <a:pt x="1063297" y="586333"/>
                  </a:lnTo>
                  <a:lnTo>
                    <a:pt x="1063339" y="586550"/>
                  </a:lnTo>
                  <a:lnTo>
                    <a:pt x="1063817" y="588935"/>
                  </a:lnTo>
                  <a:lnTo>
                    <a:pt x="1063167" y="590844"/>
                  </a:lnTo>
                  <a:lnTo>
                    <a:pt x="1062856" y="590887"/>
                  </a:lnTo>
                  <a:lnTo>
                    <a:pt x="1062695" y="590814"/>
                  </a:lnTo>
                  <a:lnTo>
                    <a:pt x="1062359" y="590877"/>
                  </a:lnTo>
                  <a:lnTo>
                    <a:pt x="1062185" y="591152"/>
                  </a:lnTo>
                  <a:lnTo>
                    <a:pt x="1062033" y="591524"/>
                  </a:lnTo>
                  <a:lnTo>
                    <a:pt x="1062419" y="591647"/>
                  </a:lnTo>
                  <a:lnTo>
                    <a:pt x="1062451" y="591890"/>
                  </a:lnTo>
                  <a:lnTo>
                    <a:pt x="1062450" y="592088"/>
                  </a:lnTo>
                  <a:lnTo>
                    <a:pt x="1062518" y="592333"/>
                  </a:lnTo>
                  <a:lnTo>
                    <a:pt x="1062668" y="592393"/>
                  </a:lnTo>
                  <a:lnTo>
                    <a:pt x="1062907" y="592268"/>
                  </a:lnTo>
                  <a:lnTo>
                    <a:pt x="1063061" y="592351"/>
                  </a:lnTo>
                  <a:lnTo>
                    <a:pt x="1063250" y="592617"/>
                  </a:lnTo>
                  <a:lnTo>
                    <a:pt x="1063200" y="592844"/>
                  </a:lnTo>
                  <a:lnTo>
                    <a:pt x="1063277" y="593073"/>
                  </a:lnTo>
                  <a:lnTo>
                    <a:pt x="1063386" y="593486"/>
                  </a:lnTo>
                  <a:lnTo>
                    <a:pt x="1063634" y="593612"/>
                  </a:lnTo>
                  <a:lnTo>
                    <a:pt x="1063699" y="593849"/>
                  </a:lnTo>
                  <a:lnTo>
                    <a:pt x="1063710" y="594034"/>
                  </a:lnTo>
                  <a:lnTo>
                    <a:pt x="1063928" y="594737"/>
                  </a:lnTo>
                  <a:lnTo>
                    <a:pt x="1064135" y="595124"/>
                  </a:lnTo>
                  <a:lnTo>
                    <a:pt x="1064212" y="595308"/>
                  </a:lnTo>
                  <a:lnTo>
                    <a:pt x="1064333" y="595520"/>
                  </a:lnTo>
                  <a:lnTo>
                    <a:pt x="1064386" y="595909"/>
                  </a:lnTo>
                  <a:lnTo>
                    <a:pt x="1064247" y="596067"/>
                  </a:lnTo>
                  <a:lnTo>
                    <a:pt x="1064056" y="596373"/>
                  </a:lnTo>
                  <a:lnTo>
                    <a:pt x="1064135" y="596762"/>
                  </a:lnTo>
                  <a:lnTo>
                    <a:pt x="1064378" y="597204"/>
                  </a:lnTo>
                  <a:lnTo>
                    <a:pt x="1065023" y="597485"/>
                  </a:lnTo>
                  <a:lnTo>
                    <a:pt x="1065355" y="597508"/>
                  </a:lnTo>
                  <a:lnTo>
                    <a:pt x="1065806" y="597446"/>
                  </a:lnTo>
                  <a:lnTo>
                    <a:pt x="1066638" y="597421"/>
                  </a:lnTo>
                  <a:lnTo>
                    <a:pt x="1066837" y="597445"/>
                  </a:lnTo>
                  <a:lnTo>
                    <a:pt x="1067341" y="597790"/>
                  </a:lnTo>
                  <a:lnTo>
                    <a:pt x="1067198" y="597935"/>
                  </a:lnTo>
                  <a:lnTo>
                    <a:pt x="1066685" y="598104"/>
                  </a:lnTo>
                  <a:lnTo>
                    <a:pt x="1066209" y="598592"/>
                  </a:lnTo>
                  <a:lnTo>
                    <a:pt x="1065895" y="598455"/>
                  </a:lnTo>
                  <a:lnTo>
                    <a:pt x="1065555" y="598397"/>
                  </a:lnTo>
                  <a:lnTo>
                    <a:pt x="1065123" y="598066"/>
                  </a:lnTo>
                  <a:lnTo>
                    <a:pt x="1064838" y="597910"/>
                  </a:lnTo>
                  <a:lnTo>
                    <a:pt x="1064335" y="599026"/>
                  </a:lnTo>
                  <a:lnTo>
                    <a:pt x="1064500" y="599439"/>
                  </a:lnTo>
                  <a:lnTo>
                    <a:pt x="1065081" y="599265"/>
                  </a:lnTo>
                  <a:lnTo>
                    <a:pt x="1065969" y="599130"/>
                  </a:lnTo>
                  <a:lnTo>
                    <a:pt x="1066627" y="599070"/>
                  </a:lnTo>
                  <a:lnTo>
                    <a:pt x="1067010" y="599825"/>
                  </a:lnTo>
                  <a:lnTo>
                    <a:pt x="1066744" y="599843"/>
                  </a:lnTo>
                  <a:lnTo>
                    <a:pt x="1066835" y="600084"/>
                  </a:lnTo>
                  <a:lnTo>
                    <a:pt x="1066474" y="600423"/>
                  </a:lnTo>
                  <a:lnTo>
                    <a:pt x="1065713" y="600695"/>
                  </a:lnTo>
                  <a:lnTo>
                    <a:pt x="1065128" y="601093"/>
                  </a:lnTo>
                  <a:lnTo>
                    <a:pt x="1065198" y="601226"/>
                  </a:lnTo>
                  <a:lnTo>
                    <a:pt x="1065049" y="601749"/>
                  </a:lnTo>
                  <a:lnTo>
                    <a:pt x="1064514" y="602460"/>
                  </a:lnTo>
                  <a:lnTo>
                    <a:pt x="1064560" y="602692"/>
                  </a:lnTo>
                  <a:lnTo>
                    <a:pt x="1064665" y="603501"/>
                  </a:lnTo>
                  <a:lnTo>
                    <a:pt x="1064959" y="605296"/>
                  </a:lnTo>
                  <a:lnTo>
                    <a:pt x="1065751" y="605866"/>
                  </a:lnTo>
                  <a:lnTo>
                    <a:pt x="1066025" y="606621"/>
                  </a:lnTo>
                  <a:lnTo>
                    <a:pt x="1065738" y="607135"/>
                  </a:lnTo>
                  <a:lnTo>
                    <a:pt x="1067099" y="607595"/>
                  </a:lnTo>
                  <a:lnTo>
                    <a:pt x="1068653" y="608110"/>
                  </a:lnTo>
                  <a:lnTo>
                    <a:pt x="1068906" y="608312"/>
                  </a:lnTo>
                  <a:lnTo>
                    <a:pt x="1069430" y="609345"/>
                  </a:lnTo>
                  <a:lnTo>
                    <a:pt x="1069696" y="609616"/>
                  </a:lnTo>
                  <a:lnTo>
                    <a:pt x="1069791" y="609994"/>
                  </a:lnTo>
                  <a:lnTo>
                    <a:pt x="1069632" y="610997"/>
                  </a:lnTo>
                  <a:lnTo>
                    <a:pt x="1069295" y="611192"/>
                  </a:lnTo>
                  <a:lnTo>
                    <a:pt x="1069868" y="611850"/>
                  </a:lnTo>
                  <a:lnTo>
                    <a:pt x="1070586" y="612064"/>
                  </a:lnTo>
                  <a:lnTo>
                    <a:pt x="1071181" y="612043"/>
                  </a:lnTo>
                  <a:lnTo>
                    <a:pt x="1071770" y="612174"/>
                  </a:lnTo>
                  <a:lnTo>
                    <a:pt x="1072345" y="611966"/>
                  </a:lnTo>
                  <a:lnTo>
                    <a:pt x="1072639" y="614482"/>
                  </a:lnTo>
                  <a:lnTo>
                    <a:pt x="1072702" y="615208"/>
                  </a:lnTo>
                  <a:lnTo>
                    <a:pt x="1072582" y="620090"/>
                  </a:lnTo>
                  <a:lnTo>
                    <a:pt x="1071840" y="621857"/>
                  </a:lnTo>
                  <a:lnTo>
                    <a:pt x="1071485" y="622176"/>
                  </a:lnTo>
                  <a:lnTo>
                    <a:pt x="1071718" y="622738"/>
                  </a:lnTo>
                  <a:lnTo>
                    <a:pt x="1072824" y="623469"/>
                  </a:lnTo>
                  <a:lnTo>
                    <a:pt x="1073450" y="623761"/>
                  </a:lnTo>
                  <a:lnTo>
                    <a:pt x="1073766" y="623845"/>
                  </a:lnTo>
                  <a:lnTo>
                    <a:pt x="1074477" y="623770"/>
                  </a:lnTo>
                  <a:lnTo>
                    <a:pt x="1076038" y="623694"/>
                  </a:lnTo>
                  <a:lnTo>
                    <a:pt x="1080739" y="623650"/>
                  </a:lnTo>
                  <a:lnTo>
                    <a:pt x="1081107" y="623515"/>
                  </a:lnTo>
                  <a:lnTo>
                    <a:pt x="1081759" y="623179"/>
                  </a:lnTo>
                  <a:lnTo>
                    <a:pt x="1082033" y="623001"/>
                  </a:lnTo>
                  <a:lnTo>
                    <a:pt x="1083120" y="622757"/>
                  </a:lnTo>
                  <a:lnTo>
                    <a:pt x="1084021" y="622510"/>
                  </a:lnTo>
                  <a:lnTo>
                    <a:pt x="1085027" y="622188"/>
                  </a:lnTo>
                  <a:lnTo>
                    <a:pt x="1085742" y="621883"/>
                  </a:lnTo>
                  <a:lnTo>
                    <a:pt x="1087588" y="621376"/>
                  </a:lnTo>
                  <a:lnTo>
                    <a:pt x="1088982" y="621273"/>
                  </a:lnTo>
                  <a:lnTo>
                    <a:pt x="1089599" y="620736"/>
                  </a:lnTo>
                  <a:lnTo>
                    <a:pt x="1089669" y="620424"/>
                  </a:lnTo>
                  <a:lnTo>
                    <a:pt x="1089988" y="619905"/>
                  </a:lnTo>
                  <a:lnTo>
                    <a:pt x="1090270" y="619561"/>
                  </a:lnTo>
                  <a:lnTo>
                    <a:pt x="1090443" y="619345"/>
                  </a:lnTo>
                  <a:lnTo>
                    <a:pt x="1091159" y="618550"/>
                  </a:lnTo>
                  <a:lnTo>
                    <a:pt x="1091711" y="617991"/>
                  </a:lnTo>
                  <a:lnTo>
                    <a:pt x="1092123" y="617607"/>
                  </a:lnTo>
                  <a:lnTo>
                    <a:pt x="1092608" y="617207"/>
                  </a:lnTo>
                  <a:lnTo>
                    <a:pt x="1093307" y="616905"/>
                  </a:lnTo>
                  <a:lnTo>
                    <a:pt x="1096615" y="615838"/>
                  </a:lnTo>
                  <a:lnTo>
                    <a:pt x="1097020" y="615639"/>
                  </a:lnTo>
                  <a:lnTo>
                    <a:pt x="1097280" y="615430"/>
                  </a:lnTo>
                  <a:lnTo>
                    <a:pt x="1097493" y="615352"/>
                  </a:lnTo>
                  <a:lnTo>
                    <a:pt x="1098191" y="614931"/>
                  </a:lnTo>
                  <a:lnTo>
                    <a:pt x="1098534" y="614767"/>
                  </a:lnTo>
                  <a:lnTo>
                    <a:pt x="1098824" y="614580"/>
                  </a:lnTo>
                  <a:lnTo>
                    <a:pt x="1099052" y="614411"/>
                  </a:lnTo>
                  <a:lnTo>
                    <a:pt x="1099278" y="614305"/>
                  </a:lnTo>
                  <a:lnTo>
                    <a:pt x="1099426" y="614216"/>
                  </a:lnTo>
                  <a:lnTo>
                    <a:pt x="1099647" y="614063"/>
                  </a:lnTo>
                  <a:lnTo>
                    <a:pt x="1100308" y="613527"/>
                  </a:lnTo>
                  <a:lnTo>
                    <a:pt x="1100657" y="613394"/>
                  </a:lnTo>
                  <a:lnTo>
                    <a:pt x="1101040" y="613129"/>
                  </a:lnTo>
                  <a:lnTo>
                    <a:pt x="1101267" y="613014"/>
                  </a:lnTo>
                  <a:lnTo>
                    <a:pt x="1101480" y="612883"/>
                  </a:lnTo>
                  <a:lnTo>
                    <a:pt x="1102152" y="612342"/>
                  </a:lnTo>
                  <a:lnTo>
                    <a:pt x="1102460" y="612191"/>
                  </a:lnTo>
                  <a:lnTo>
                    <a:pt x="1102705" y="612068"/>
                  </a:lnTo>
                  <a:lnTo>
                    <a:pt x="1102947" y="611843"/>
                  </a:lnTo>
                  <a:lnTo>
                    <a:pt x="1103442" y="611545"/>
                  </a:lnTo>
                  <a:lnTo>
                    <a:pt x="1103879" y="611231"/>
                  </a:lnTo>
                  <a:lnTo>
                    <a:pt x="1104532" y="610937"/>
                  </a:lnTo>
                  <a:lnTo>
                    <a:pt x="1105129" y="610773"/>
                  </a:lnTo>
                  <a:lnTo>
                    <a:pt x="1105676" y="610597"/>
                  </a:lnTo>
                  <a:lnTo>
                    <a:pt x="1106200" y="610591"/>
                  </a:lnTo>
                  <a:lnTo>
                    <a:pt x="1106646" y="610542"/>
                  </a:lnTo>
                  <a:lnTo>
                    <a:pt x="1107029" y="610534"/>
                  </a:lnTo>
                  <a:lnTo>
                    <a:pt x="1107412" y="610480"/>
                  </a:lnTo>
                  <a:lnTo>
                    <a:pt x="1107655" y="610411"/>
                  </a:lnTo>
                  <a:lnTo>
                    <a:pt x="1107858" y="610420"/>
                  </a:lnTo>
                  <a:lnTo>
                    <a:pt x="1108164" y="610447"/>
                  </a:lnTo>
                  <a:lnTo>
                    <a:pt x="1108448" y="610676"/>
                  </a:lnTo>
                  <a:lnTo>
                    <a:pt x="1108621" y="610779"/>
                  </a:lnTo>
                  <a:lnTo>
                    <a:pt x="1108527" y="611190"/>
                  </a:lnTo>
                  <a:lnTo>
                    <a:pt x="1108686" y="611416"/>
                  </a:lnTo>
                  <a:lnTo>
                    <a:pt x="1108648" y="611593"/>
                  </a:lnTo>
                  <a:lnTo>
                    <a:pt x="1108508" y="611796"/>
                  </a:lnTo>
                  <a:lnTo>
                    <a:pt x="1108369" y="611950"/>
                  </a:lnTo>
                  <a:lnTo>
                    <a:pt x="1108183" y="612011"/>
                  </a:lnTo>
                  <a:lnTo>
                    <a:pt x="1108447" y="612426"/>
                  </a:lnTo>
                  <a:lnTo>
                    <a:pt x="1108662" y="612746"/>
                  </a:lnTo>
                  <a:lnTo>
                    <a:pt x="1108446" y="612872"/>
                  </a:lnTo>
                  <a:lnTo>
                    <a:pt x="1108276" y="612942"/>
                  </a:lnTo>
                  <a:lnTo>
                    <a:pt x="1108127" y="612936"/>
                  </a:lnTo>
                  <a:lnTo>
                    <a:pt x="1108882" y="614373"/>
                  </a:lnTo>
                  <a:lnTo>
                    <a:pt x="1108583" y="615012"/>
                  </a:lnTo>
                  <a:lnTo>
                    <a:pt x="1108625" y="615454"/>
                  </a:lnTo>
                  <a:lnTo>
                    <a:pt x="1108185" y="615458"/>
                  </a:lnTo>
                  <a:lnTo>
                    <a:pt x="1107697" y="615627"/>
                  </a:lnTo>
                  <a:lnTo>
                    <a:pt x="1107695" y="615770"/>
                  </a:lnTo>
                  <a:lnTo>
                    <a:pt x="1107839" y="616056"/>
                  </a:lnTo>
                  <a:lnTo>
                    <a:pt x="1108290" y="617351"/>
                  </a:lnTo>
                  <a:lnTo>
                    <a:pt x="1108100" y="617326"/>
                  </a:lnTo>
                  <a:lnTo>
                    <a:pt x="1108080" y="617479"/>
                  </a:lnTo>
                  <a:lnTo>
                    <a:pt x="1108438" y="617572"/>
                  </a:lnTo>
                  <a:lnTo>
                    <a:pt x="1109160" y="617606"/>
                  </a:lnTo>
                  <a:lnTo>
                    <a:pt x="1110146" y="618159"/>
                  </a:lnTo>
                  <a:lnTo>
                    <a:pt x="1110276" y="618403"/>
                  </a:lnTo>
                  <a:lnTo>
                    <a:pt x="1110848" y="618451"/>
                  </a:lnTo>
                  <a:lnTo>
                    <a:pt x="1111024" y="618439"/>
                  </a:lnTo>
                  <a:lnTo>
                    <a:pt x="1111225" y="618406"/>
                  </a:lnTo>
                  <a:lnTo>
                    <a:pt x="1111360" y="618612"/>
                  </a:lnTo>
                  <a:lnTo>
                    <a:pt x="1111882" y="619252"/>
                  </a:lnTo>
                  <a:lnTo>
                    <a:pt x="1112921" y="620597"/>
                  </a:lnTo>
                  <a:lnTo>
                    <a:pt x="1113100" y="620827"/>
                  </a:lnTo>
                  <a:lnTo>
                    <a:pt x="1114647" y="622890"/>
                  </a:lnTo>
                  <a:lnTo>
                    <a:pt x="1115062" y="624868"/>
                  </a:lnTo>
                  <a:lnTo>
                    <a:pt x="1115328" y="624754"/>
                  </a:lnTo>
                  <a:lnTo>
                    <a:pt x="1115419" y="625205"/>
                  </a:lnTo>
                  <a:lnTo>
                    <a:pt x="1115626" y="625678"/>
                  </a:lnTo>
                  <a:lnTo>
                    <a:pt x="1116343" y="626050"/>
                  </a:lnTo>
                  <a:lnTo>
                    <a:pt x="1116446" y="626278"/>
                  </a:lnTo>
                  <a:lnTo>
                    <a:pt x="1116630" y="626423"/>
                  </a:lnTo>
                  <a:lnTo>
                    <a:pt x="1119302" y="627298"/>
                  </a:lnTo>
                  <a:lnTo>
                    <a:pt x="1119476" y="627253"/>
                  </a:lnTo>
                  <a:lnTo>
                    <a:pt x="1119330" y="627526"/>
                  </a:lnTo>
                  <a:lnTo>
                    <a:pt x="1119193" y="627495"/>
                  </a:lnTo>
                  <a:lnTo>
                    <a:pt x="1119128" y="627828"/>
                  </a:lnTo>
                  <a:lnTo>
                    <a:pt x="1119147" y="628086"/>
                  </a:lnTo>
                  <a:lnTo>
                    <a:pt x="1119173" y="628293"/>
                  </a:lnTo>
                  <a:lnTo>
                    <a:pt x="1118566" y="628546"/>
                  </a:lnTo>
                  <a:lnTo>
                    <a:pt x="1118189" y="628891"/>
                  </a:lnTo>
                  <a:lnTo>
                    <a:pt x="1118142" y="629280"/>
                  </a:lnTo>
                  <a:lnTo>
                    <a:pt x="1117971" y="629628"/>
                  </a:lnTo>
                  <a:lnTo>
                    <a:pt x="1117920" y="629821"/>
                  </a:lnTo>
                  <a:lnTo>
                    <a:pt x="1117934" y="629972"/>
                  </a:lnTo>
                  <a:lnTo>
                    <a:pt x="1117762" y="630265"/>
                  </a:lnTo>
                  <a:lnTo>
                    <a:pt x="1117689" y="630428"/>
                  </a:lnTo>
                  <a:lnTo>
                    <a:pt x="1117780" y="630653"/>
                  </a:lnTo>
                  <a:lnTo>
                    <a:pt x="1117621" y="630889"/>
                  </a:lnTo>
                  <a:lnTo>
                    <a:pt x="1117491" y="630967"/>
                  </a:lnTo>
                  <a:lnTo>
                    <a:pt x="1117379" y="630795"/>
                  </a:lnTo>
                  <a:lnTo>
                    <a:pt x="1117245" y="630908"/>
                  </a:lnTo>
                  <a:lnTo>
                    <a:pt x="1117105" y="630852"/>
                  </a:lnTo>
                  <a:lnTo>
                    <a:pt x="1116832" y="631077"/>
                  </a:lnTo>
                  <a:lnTo>
                    <a:pt x="1116840" y="631221"/>
                  </a:lnTo>
                  <a:lnTo>
                    <a:pt x="1116838" y="631704"/>
                  </a:lnTo>
                  <a:lnTo>
                    <a:pt x="1116862" y="632149"/>
                  </a:lnTo>
                  <a:lnTo>
                    <a:pt x="1116961" y="632431"/>
                  </a:lnTo>
                  <a:lnTo>
                    <a:pt x="1116516" y="632619"/>
                  </a:lnTo>
                  <a:lnTo>
                    <a:pt x="1116606" y="632941"/>
                  </a:lnTo>
                  <a:lnTo>
                    <a:pt x="1116742" y="632928"/>
                  </a:lnTo>
                  <a:lnTo>
                    <a:pt x="1116809" y="633109"/>
                  </a:lnTo>
                  <a:lnTo>
                    <a:pt x="1116819" y="633284"/>
                  </a:lnTo>
                  <a:lnTo>
                    <a:pt x="1116802" y="633483"/>
                  </a:lnTo>
                  <a:lnTo>
                    <a:pt x="1117002" y="633770"/>
                  </a:lnTo>
                  <a:lnTo>
                    <a:pt x="1117418" y="633920"/>
                  </a:lnTo>
                  <a:lnTo>
                    <a:pt x="1117752" y="634070"/>
                  </a:lnTo>
                  <a:lnTo>
                    <a:pt x="1118342" y="634472"/>
                  </a:lnTo>
                  <a:lnTo>
                    <a:pt x="1118727" y="635118"/>
                  </a:lnTo>
                  <a:lnTo>
                    <a:pt x="1119374" y="635718"/>
                  </a:lnTo>
                  <a:lnTo>
                    <a:pt x="1119601" y="635931"/>
                  </a:lnTo>
                  <a:lnTo>
                    <a:pt x="1119859" y="636196"/>
                  </a:lnTo>
                  <a:lnTo>
                    <a:pt x="1119727" y="636280"/>
                  </a:lnTo>
                  <a:lnTo>
                    <a:pt x="1119427" y="636371"/>
                  </a:lnTo>
                  <a:lnTo>
                    <a:pt x="1119093" y="636370"/>
                  </a:lnTo>
                  <a:lnTo>
                    <a:pt x="1118941" y="636790"/>
                  </a:lnTo>
                  <a:lnTo>
                    <a:pt x="1119001" y="637159"/>
                  </a:lnTo>
                  <a:lnTo>
                    <a:pt x="1119228" y="637454"/>
                  </a:lnTo>
                  <a:lnTo>
                    <a:pt x="1119413" y="637497"/>
                  </a:lnTo>
                  <a:lnTo>
                    <a:pt x="1119911" y="637723"/>
                  </a:lnTo>
                  <a:lnTo>
                    <a:pt x="1120252" y="638098"/>
                  </a:lnTo>
                  <a:lnTo>
                    <a:pt x="1120409" y="638251"/>
                  </a:lnTo>
                  <a:lnTo>
                    <a:pt x="1120565" y="638402"/>
                  </a:lnTo>
                  <a:lnTo>
                    <a:pt x="1120772" y="638621"/>
                  </a:lnTo>
                  <a:lnTo>
                    <a:pt x="1121137" y="639141"/>
                  </a:lnTo>
                  <a:lnTo>
                    <a:pt x="1121304" y="639446"/>
                  </a:lnTo>
                  <a:lnTo>
                    <a:pt x="1121412" y="639648"/>
                  </a:lnTo>
                  <a:lnTo>
                    <a:pt x="1121476" y="639784"/>
                  </a:lnTo>
                  <a:lnTo>
                    <a:pt x="1121595" y="640093"/>
                  </a:lnTo>
                  <a:lnTo>
                    <a:pt x="1121604" y="640410"/>
                  </a:lnTo>
                  <a:lnTo>
                    <a:pt x="1121595" y="640595"/>
                  </a:lnTo>
                  <a:lnTo>
                    <a:pt x="1121766" y="641104"/>
                  </a:lnTo>
                  <a:lnTo>
                    <a:pt x="1121904" y="641077"/>
                  </a:lnTo>
                  <a:lnTo>
                    <a:pt x="1122371" y="641214"/>
                  </a:lnTo>
                  <a:lnTo>
                    <a:pt x="1122406" y="641376"/>
                  </a:lnTo>
                  <a:lnTo>
                    <a:pt x="1122758" y="641967"/>
                  </a:lnTo>
                  <a:lnTo>
                    <a:pt x="1122803" y="642274"/>
                  </a:lnTo>
                  <a:lnTo>
                    <a:pt x="1122750" y="642834"/>
                  </a:lnTo>
                  <a:lnTo>
                    <a:pt x="1122566" y="643094"/>
                  </a:lnTo>
                  <a:lnTo>
                    <a:pt x="1122545" y="643316"/>
                  </a:lnTo>
                  <a:lnTo>
                    <a:pt x="1122535" y="643482"/>
                  </a:lnTo>
                  <a:lnTo>
                    <a:pt x="1122540" y="643752"/>
                  </a:lnTo>
                  <a:lnTo>
                    <a:pt x="1122598" y="643899"/>
                  </a:lnTo>
                  <a:lnTo>
                    <a:pt x="1122755" y="644071"/>
                  </a:lnTo>
                  <a:lnTo>
                    <a:pt x="1122975" y="644070"/>
                  </a:lnTo>
                  <a:lnTo>
                    <a:pt x="1123078" y="644373"/>
                  </a:lnTo>
                  <a:lnTo>
                    <a:pt x="1123234" y="644831"/>
                  </a:lnTo>
                  <a:lnTo>
                    <a:pt x="1123423" y="645100"/>
                  </a:lnTo>
                  <a:lnTo>
                    <a:pt x="1123669" y="645277"/>
                  </a:lnTo>
                  <a:lnTo>
                    <a:pt x="1123856" y="645376"/>
                  </a:lnTo>
                  <a:lnTo>
                    <a:pt x="1124058" y="645811"/>
                  </a:lnTo>
                  <a:lnTo>
                    <a:pt x="1124056" y="646045"/>
                  </a:lnTo>
                  <a:lnTo>
                    <a:pt x="1124047" y="646273"/>
                  </a:lnTo>
                  <a:lnTo>
                    <a:pt x="1123541" y="646672"/>
                  </a:lnTo>
                  <a:lnTo>
                    <a:pt x="1123536" y="647014"/>
                  </a:lnTo>
                  <a:lnTo>
                    <a:pt x="1123534" y="647150"/>
                  </a:lnTo>
                  <a:lnTo>
                    <a:pt x="1123532" y="647324"/>
                  </a:lnTo>
                  <a:lnTo>
                    <a:pt x="1123441" y="647790"/>
                  </a:lnTo>
                  <a:lnTo>
                    <a:pt x="1123506" y="648068"/>
                  </a:lnTo>
                  <a:lnTo>
                    <a:pt x="1123926" y="648264"/>
                  </a:lnTo>
                  <a:lnTo>
                    <a:pt x="1124269" y="648384"/>
                  </a:lnTo>
                  <a:lnTo>
                    <a:pt x="1124877" y="649108"/>
                  </a:lnTo>
                  <a:lnTo>
                    <a:pt x="1125129" y="649857"/>
                  </a:lnTo>
                  <a:lnTo>
                    <a:pt x="1125223" y="650063"/>
                  </a:lnTo>
                  <a:lnTo>
                    <a:pt x="1125185" y="650880"/>
                  </a:lnTo>
                  <a:lnTo>
                    <a:pt x="1125367" y="651240"/>
                  </a:lnTo>
                  <a:lnTo>
                    <a:pt x="1125441" y="651498"/>
                  </a:lnTo>
                  <a:lnTo>
                    <a:pt x="1125592" y="651752"/>
                  </a:lnTo>
                  <a:lnTo>
                    <a:pt x="1125660" y="651996"/>
                  </a:lnTo>
                  <a:lnTo>
                    <a:pt x="1125730" y="652243"/>
                  </a:lnTo>
                  <a:lnTo>
                    <a:pt x="1125809" y="652481"/>
                  </a:lnTo>
                  <a:lnTo>
                    <a:pt x="1125734" y="652994"/>
                  </a:lnTo>
                  <a:lnTo>
                    <a:pt x="1125258" y="653147"/>
                  </a:lnTo>
                  <a:lnTo>
                    <a:pt x="1125030" y="653150"/>
                  </a:lnTo>
                  <a:lnTo>
                    <a:pt x="1124596" y="653333"/>
                  </a:lnTo>
                  <a:lnTo>
                    <a:pt x="1124481" y="653607"/>
                  </a:lnTo>
                  <a:lnTo>
                    <a:pt x="1124447" y="654004"/>
                  </a:lnTo>
                  <a:lnTo>
                    <a:pt x="1124700" y="654205"/>
                  </a:lnTo>
                  <a:lnTo>
                    <a:pt x="1124662" y="654590"/>
                  </a:lnTo>
                  <a:lnTo>
                    <a:pt x="1124608" y="654869"/>
                  </a:lnTo>
                  <a:lnTo>
                    <a:pt x="1123623" y="655042"/>
                  </a:lnTo>
                  <a:lnTo>
                    <a:pt x="1123066" y="655075"/>
                  </a:lnTo>
                  <a:lnTo>
                    <a:pt x="1122397" y="655096"/>
                  </a:lnTo>
                  <a:lnTo>
                    <a:pt x="1120906" y="654072"/>
                  </a:lnTo>
                  <a:lnTo>
                    <a:pt x="1120972" y="654235"/>
                  </a:lnTo>
                  <a:lnTo>
                    <a:pt x="1120901" y="654493"/>
                  </a:lnTo>
                  <a:lnTo>
                    <a:pt x="1120865" y="654804"/>
                  </a:lnTo>
                  <a:lnTo>
                    <a:pt x="1120934" y="654945"/>
                  </a:lnTo>
                  <a:lnTo>
                    <a:pt x="1121079" y="655229"/>
                  </a:lnTo>
                  <a:lnTo>
                    <a:pt x="1121216" y="655498"/>
                  </a:lnTo>
                  <a:lnTo>
                    <a:pt x="1121576" y="655528"/>
                  </a:lnTo>
                  <a:lnTo>
                    <a:pt x="1121872" y="655480"/>
                  </a:lnTo>
                  <a:lnTo>
                    <a:pt x="1122466" y="656430"/>
                  </a:lnTo>
                  <a:lnTo>
                    <a:pt x="1122379" y="656673"/>
                  </a:lnTo>
                  <a:lnTo>
                    <a:pt x="1122328" y="656842"/>
                  </a:lnTo>
                  <a:lnTo>
                    <a:pt x="1122124" y="657186"/>
                  </a:lnTo>
                  <a:lnTo>
                    <a:pt x="1121778" y="657085"/>
                  </a:lnTo>
                  <a:lnTo>
                    <a:pt x="1121196" y="656907"/>
                  </a:lnTo>
                  <a:lnTo>
                    <a:pt x="1120915" y="656820"/>
                  </a:lnTo>
                  <a:lnTo>
                    <a:pt x="1120744" y="656767"/>
                  </a:lnTo>
                  <a:lnTo>
                    <a:pt x="1120434" y="656669"/>
                  </a:lnTo>
                  <a:lnTo>
                    <a:pt x="1120177" y="656594"/>
                  </a:lnTo>
                  <a:lnTo>
                    <a:pt x="1119890" y="656518"/>
                  </a:lnTo>
                  <a:lnTo>
                    <a:pt x="1119338" y="656396"/>
                  </a:lnTo>
                  <a:lnTo>
                    <a:pt x="1118926" y="656306"/>
                  </a:lnTo>
                  <a:lnTo>
                    <a:pt x="1118195" y="656146"/>
                  </a:lnTo>
                  <a:lnTo>
                    <a:pt x="1118056" y="656116"/>
                  </a:lnTo>
                  <a:lnTo>
                    <a:pt x="1117458" y="656439"/>
                  </a:lnTo>
                  <a:lnTo>
                    <a:pt x="1116933" y="656594"/>
                  </a:lnTo>
                  <a:lnTo>
                    <a:pt x="1116487" y="656715"/>
                  </a:lnTo>
                  <a:lnTo>
                    <a:pt x="1116162" y="656804"/>
                  </a:lnTo>
                  <a:lnTo>
                    <a:pt x="1115819" y="656936"/>
                  </a:lnTo>
                  <a:lnTo>
                    <a:pt x="1115994" y="657786"/>
                  </a:lnTo>
                  <a:lnTo>
                    <a:pt x="1116498" y="658172"/>
                  </a:lnTo>
                  <a:lnTo>
                    <a:pt x="1116899" y="658474"/>
                  </a:lnTo>
                  <a:lnTo>
                    <a:pt x="1116605" y="659276"/>
                  </a:lnTo>
                  <a:lnTo>
                    <a:pt x="1116310" y="659784"/>
                  </a:lnTo>
                  <a:lnTo>
                    <a:pt x="1116870" y="660152"/>
                  </a:lnTo>
                  <a:lnTo>
                    <a:pt x="1117134" y="660326"/>
                  </a:lnTo>
                  <a:lnTo>
                    <a:pt x="1118373" y="660207"/>
                  </a:lnTo>
                  <a:lnTo>
                    <a:pt x="1118530" y="660465"/>
                  </a:lnTo>
                  <a:lnTo>
                    <a:pt x="1118990" y="660697"/>
                  </a:lnTo>
                  <a:lnTo>
                    <a:pt x="1119213" y="660991"/>
                  </a:lnTo>
                  <a:lnTo>
                    <a:pt x="1119440" y="661450"/>
                  </a:lnTo>
                  <a:lnTo>
                    <a:pt x="1119439" y="661856"/>
                  </a:lnTo>
                  <a:lnTo>
                    <a:pt x="1119862" y="662389"/>
                  </a:lnTo>
                  <a:lnTo>
                    <a:pt x="1120090" y="662612"/>
                  </a:lnTo>
                  <a:lnTo>
                    <a:pt x="1120325" y="662842"/>
                  </a:lnTo>
                  <a:lnTo>
                    <a:pt x="1120484" y="662996"/>
                  </a:lnTo>
                  <a:lnTo>
                    <a:pt x="1120735" y="663763"/>
                  </a:lnTo>
                  <a:lnTo>
                    <a:pt x="1121514" y="663355"/>
                  </a:lnTo>
                  <a:lnTo>
                    <a:pt x="1121710" y="663253"/>
                  </a:lnTo>
                  <a:lnTo>
                    <a:pt x="1121756" y="663123"/>
                  </a:lnTo>
                  <a:lnTo>
                    <a:pt x="1121592" y="662718"/>
                  </a:lnTo>
                  <a:lnTo>
                    <a:pt x="1121682" y="662425"/>
                  </a:lnTo>
                  <a:lnTo>
                    <a:pt x="1123623" y="662060"/>
                  </a:lnTo>
                  <a:lnTo>
                    <a:pt x="1123868" y="662324"/>
                  </a:lnTo>
                  <a:lnTo>
                    <a:pt x="1124184" y="662965"/>
                  </a:lnTo>
                  <a:lnTo>
                    <a:pt x="1124253" y="663095"/>
                  </a:lnTo>
                  <a:lnTo>
                    <a:pt x="1124715" y="663724"/>
                  </a:lnTo>
                  <a:lnTo>
                    <a:pt x="1124885" y="663952"/>
                  </a:lnTo>
                  <a:lnTo>
                    <a:pt x="1125059" y="664164"/>
                  </a:lnTo>
                  <a:lnTo>
                    <a:pt x="1125257" y="664303"/>
                  </a:lnTo>
                  <a:lnTo>
                    <a:pt x="1125558" y="664166"/>
                  </a:lnTo>
                  <a:lnTo>
                    <a:pt x="1125815" y="663857"/>
                  </a:lnTo>
                  <a:lnTo>
                    <a:pt x="1126109" y="663494"/>
                  </a:lnTo>
                  <a:lnTo>
                    <a:pt x="1126289" y="663648"/>
                  </a:lnTo>
                  <a:lnTo>
                    <a:pt x="1126661" y="664004"/>
                  </a:lnTo>
                  <a:lnTo>
                    <a:pt x="1126869" y="664253"/>
                  </a:lnTo>
                  <a:lnTo>
                    <a:pt x="1127021" y="664436"/>
                  </a:lnTo>
                  <a:lnTo>
                    <a:pt x="1127267" y="664732"/>
                  </a:lnTo>
                  <a:lnTo>
                    <a:pt x="1127435" y="664934"/>
                  </a:lnTo>
                  <a:lnTo>
                    <a:pt x="1127580" y="665108"/>
                  </a:lnTo>
                  <a:lnTo>
                    <a:pt x="1127872" y="665409"/>
                  </a:lnTo>
                  <a:lnTo>
                    <a:pt x="1128105" y="665523"/>
                  </a:lnTo>
                  <a:lnTo>
                    <a:pt x="1129036" y="665864"/>
                  </a:lnTo>
                  <a:lnTo>
                    <a:pt x="1129327" y="665852"/>
                  </a:lnTo>
                  <a:lnTo>
                    <a:pt x="1129524" y="665840"/>
                  </a:lnTo>
                  <a:lnTo>
                    <a:pt x="1130404" y="665791"/>
                  </a:lnTo>
                  <a:lnTo>
                    <a:pt x="1131370" y="665738"/>
                  </a:lnTo>
                  <a:lnTo>
                    <a:pt x="1132400" y="665690"/>
                  </a:lnTo>
                  <a:lnTo>
                    <a:pt x="1132623" y="665681"/>
                  </a:lnTo>
                  <a:lnTo>
                    <a:pt x="1132910" y="665669"/>
                  </a:lnTo>
                  <a:lnTo>
                    <a:pt x="1132894" y="666109"/>
                  </a:lnTo>
                  <a:lnTo>
                    <a:pt x="1132990" y="666380"/>
                  </a:lnTo>
                  <a:lnTo>
                    <a:pt x="1133036" y="666510"/>
                  </a:lnTo>
                  <a:lnTo>
                    <a:pt x="1133085" y="666649"/>
                  </a:lnTo>
                  <a:lnTo>
                    <a:pt x="1133211" y="667005"/>
                  </a:lnTo>
                  <a:lnTo>
                    <a:pt x="1133338" y="668554"/>
                  </a:lnTo>
                  <a:lnTo>
                    <a:pt x="1133159" y="668558"/>
                  </a:lnTo>
                  <a:lnTo>
                    <a:pt x="1132913" y="668559"/>
                  </a:lnTo>
                  <a:lnTo>
                    <a:pt x="1132766" y="668875"/>
                  </a:lnTo>
                  <a:lnTo>
                    <a:pt x="1132536" y="669421"/>
                  </a:lnTo>
                  <a:lnTo>
                    <a:pt x="1132013" y="670282"/>
                  </a:lnTo>
                  <a:lnTo>
                    <a:pt x="1131601" y="670480"/>
                  </a:lnTo>
                  <a:lnTo>
                    <a:pt x="1131200" y="670955"/>
                  </a:lnTo>
                  <a:lnTo>
                    <a:pt x="1131265" y="671163"/>
                  </a:lnTo>
                  <a:lnTo>
                    <a:pt x="1131615" y="671604"/>
                  </a:lnTo>
                  <a:lnTo>
                    <a:pt x="1131661" y="671879"/>
                  </a:lnTo>
                  <a:lnTo>
                    <a:pt x="1131518" y="672031"/>
                  </a:lnTo>
                  <a:lnTo>
                    <a:pt x="1131526" y="672435"/>
                  </a:lnTo>
                  <a:lnTo>
                    <a:pt x="1130903" y="672901"/>
                  </a:lnTo>
                  <a:lnTo>
                    <a:pt x="1130441" y="673564"/>
                  </a:lnTo>
                  <a:lnTo>
                    <a:pt x="1130521" y="673765"/>
                  </a:lnTo>
                  <a:lnTo>
                    <a:pt x="1131281" y="674293"/>
                  </a:lnTo>
                  <a:lnTo>
                    <a:pt x="1131326" y="674905"/>
                  </a:lnTo>
                  <a:lnTo>
                    <a:pt x="1131195" y="674974"/>
                  </a:lnTo>
                  <a:lnTo>
                    <a:pt x="1130559" y="676069"/>
                  </a:lnTo>
                  <a:lnTo>
                    <a:pt x="1130410" y="676316"/>
                  </a:lnTo>
                  <a:lnTo>
                    <a:pt x="1130224" y="677334"/>
                  </a:lnTo>
                  <a:lnTo>
                    <a:pt x="1129757" y="677914"/>
                  </a:lnTo>
                  <a:lnTo>
                    <a:pt x="1129802" y="678489"/>
                  </a:lnTo>
                  <a:lnTo>
                    <a:pt x="1129782" y="679325"/>
                  </a:lnTo>
                  <a:lnTo>
                    <a:pt x="1129134" y="679896"/>
                  </a:lnTo>
                  <a:lnTo>
                    <a:pt x="1128754" y="680322"/>
                  </a:lnTo>
                  <a:lnTo>
                    <a:pt x="1128572" y="680544"/>
                  </a:lnTo>
                  <a:lnTo>
                    <a:pt x="1128805" y="681409"/>
                  </a:lnTo>
                  <a:lnTo>
                    <a:pt x="1128185" y="681915"/>
                  </a:lnTo>
                  <a:lnTo>
                    <a:pt x="1127634" y="681971"/>
                  </a:lnTo>
                  <a:lnTo>
                    <a:pt x="1127623" y="682130"/>
                  </a:lnTo>
                  <a:lnTo>
                    <a:pt x="1127664" y="682601"/>
                  </a:lnTo>
                  <a:lnTo>
                    <a:pt x="1127938" y="682810"/>
                  </a:lnTo>
                  <a:lnTo>
                    <a:pt x="1127315" y="683118"/>
                  </a:lnTo>
                  <a:lnTo>
                    <a:pt x="1126644" y="683282"/>
                  </a:lnTo>
                  <a:lnTo>
                    <a:pt x="1126227" y="683253"/>
                  </a:lnTo>
                  <a:lnTo>
                    <a:pt x="1125638" y="683364"/>
                  </a:lnTo>
                  <a:lnTo>
                    <a:pt x="1124710" y="682364"/>
                  </a:lnTo>
                  <a:lnTo>
                    <a:pt x="1124301" y="682531"/>
                  </a:lnTo>
                  <a:lnTo>
                    <a:pt x="1124167" y="682487"/>
                  </a:lnTo>
                  <a:lnTo>
                    <a:pt x="1123598" y="681928"/>
                  </a:lnTo>
                  <a:lnTo>
                    <a:pt x="1122462" y="681749"/>
                  </a:lnTo>
                  <a:lnTo>
                    <a:pt x="1122201" y="681766"/>
                  </a:lnTo>
                  <a:lnTo>
                    <a:pt x="1121889" y="681879"/>
                  </a:lnTo>
                  <a:lnTo>
                    <a:pt x="1121567" y="682202"/>
                  </a:lnTo>
                  <a:lnTo>
                    <a:pt x="1120866" y="682204"/>
                  </a:lnTo>
                  <a:lnTo>
                    <a:pt x="1120677" y="682211"/>
                  </a:lnTo>
                  <a:lnTo>
                    <a:pt x="1120176" y="682539"/>
                  </a:lnTo>
                  <a:lnTo>
                    <a:pt x="1119979" y="682655"/>
                  </a:lnTo>
                  <a:lnTo>
                    <a:pt x="1119517" y="682745"/>
                  </a:lnTo>
                  <a:lnTo>
                    <a:pt x="1119178" y="682933"/>
                  </a:lnTo>
                  <a:lnTo>
                    <a:pt x="1118593" y="683111"/>
                  </a:lnTo>
                  <a:lnTo>
                    <a:pt x="1117828" y="683281"/>
                  </a:lnTo>
                  <a:lnTo>
                    <a:pt x="1117554" y="683316"/>
                  </a:lnTo>
                  <a:lnTo>
                    <a:pt x="1117274" y="683334"/>
                  </a:lnTo>
                  <a:lnTo>
                    <a:pt x="1117033" y="683379"/>
                  </a:lnTo>
                  <a:lnTo>
                    <a:pt x="1116783" y="683517"/>
                  </a:lnTo>
                  <a:lnTo>
                    <a:pt x="1116569" y="683587"/>
                  </a:lnTo>
                  <a:lnTo>
                    <a:pt x="1116167" y="683635"/>
                  </a:lnTo>
                  <a:lnTo>
                    <a:pt x="1115770" y="683663"/>
                  </a:lnTo>
                  <a:lnTo>
                    <a:pt x="1115566" y="683678"/>
                  </a:lnTo>
                  <a:lnTo>
                    <a:pt x="1115369" y="683693"/>
                  </a:lnTo>
                  <a:lnTo>
                    <a:pt x="1115031" y="683717"/>
                  </a:lnTo>
                  <a:lnTo>
                    <a:pt x="1114548" y="683764"/>
                  </a:lnTo>
                  <a:lnTo>
                    <a:pt x="1113652" y="684207"/>
                  </a:lnTo>
                  <a:lnTo>
                    <a:pt x="1113295" y="684505"/>
                  </a:lnTo>
                  <a:lnTo>
                    <a:pt x="1112842" y="684995"/>
                  </a:lnTo>
                  <a:lnTo>
                    <a:pt x="1112652" y="685483"/>
                  </a:lnTo>
                  <a:lnTo>
                    <a:pt x="1112165" y="685887"/>
                  </a:lnTo>
                  <a:lnTo>
                    <a:pt x="1111286" y="686515"/>
                  </a:lnTo>
                  <a:lnTo>
                    <a:pt x="1110883" y="686913"/>
                  </a:lnTo>
                  <a:lnTo>
                    <a:pt x="1110695" y="687352"/>
                  </a:lnTo>
                  <a:lnTo>
                    <a:pt x="1110730" y="687553"/>
                  </a:lnTo>
                  <a:lnTo>
                    <a:pt x="1110772" y="687818"/>
                  </a:lnTo>
                  <a:lnTo>
                    <a:pt x="1110850" y="688361"/>
                  </a:lnTo>
                  <a:lnTo>
                    <a:pt x="1110867" y="688724"/>
                  </a:lnTo>
                  <a:lnTo>
                    <a:pt x="1110584" y="689322"/>
                  </a:lnTo>
                  <a:lnTo>
                    <a:pt x="1110453" y="689570"/>
                  </a:lnTo>
                  <a:lnTo>
                    <a:pt x="1110375" y="689763"/>
                  </a:lnTo>
                  <a:lnTo>
                    <a:pt x="1110250" y="690051"/>
                  </a:lnTo>
                  <a:lnTo>
                    <a:pt x="1110077" y="690559"/>
                  </a:lnTo>
                  <a:lnTo>
                    <a:pt x="1110139" y="690833"/>
                  </a:lnTo>
                  <a:lnTo>
                    <a:pt x="1110910" y="690993"/>
                  </a:lnTo>
                  <a:lnTo>
                    <a:pt x="1111485" y="691255"/>
                  </a:lnTo>
                  <a:lnTo>
                    <a:pt x="1112162" y="691559"/>
                  </a:lnTo>
                  <a:lnTo>
                    <a:pt x="1111563" y="692132"/>
                  </a:lnTo>
                  <a:lnTo>
                    <a:pt x="1111383" y="692136"/>
                  </a:lnTo>
                  <a:lnTo>
                    <a:pt x="1110818" y="692097"/>
                  </a:lnTo>
                  <a:lnTo>
                    <a:pt x="1110525" y="692405"/>
                  </a:lnTo>
                  <a:lnTo>
                    <a:pt x="1110161" y="692661"/>
                  </a:lnTo>
                  <a:lnTo>
                    <a:pt x="1109926" y="692799"/>
                  </a:lnTo>
                  <a:lnTo>
                    <a:pt x="1109622" y="692873"/>
                  </a:lnTo>
                  <a:lnTo>
                    <a:pt x="1109471" y="692885"/>
                  </a:lnTo>
                  <a:lnTo>
                    <a:pt x="1108998" y="693031"/>
                  </a:lnTo>
                  <a:lnTo>
                    <a:pt x="1108640" y="693153"/>
                  </a:lnTo>
                  <a:lnTo>
                    <a:pt x="1108146" y="693232"/>
                  </a:lnTo>
                  <a:lnTo>
                    <a:pt x="1107232" y="693589"/>
                  </a:lnTo>
                  <a:lnTo>
                    <a:pt x="1106856" y="693843"/>
                  </a:lnTo>
                  <a:lnTo>
                    <a:pt x="1106669" y="693841"/>
                  </a:lnTo>
                  <a:lnTo>
                    <a:pt x="1106448" y="693932"/>
                  </a:lnTo>
                  <a:lnTo>
                    <a:pt x="1106290" y="693998"/>
                  </a:lnTo>
                  <a:lnTo>
                    <a:pt x="1106063" y="694257"/>
                  </a:lnTo>
                  <a:lnTo>
                    <a:pt x="1105624" y="694606"/>
                  </a:lnTo>
                  <a:lnTo>
                    <a:pt x="1105312" y="694801"/>
                  </a:lnTo>
                  <a:lnTo>
                    <a:pt x="1104897" y="694746"/>
                  </a:lnTo>
                  <a:lnTo>
                    <a:pt x="1104700" y="694766"/>
                  </a:lnTo>
                  <a:lnTo>
                    <a:pt x="1104450" y="694791"/>
                  </a:lnTo>
                  <a:lnTo>
                    <a:pt x="1103768" y="694676"/>
                  </a:lnTo>
                  <a:lnTo>
                    <a:pt x="1103516" y="694634"/>
                  </a:lnTo>
                  <a:lnTo>
                    <a:pt x="1102629" y="694510"/>
                  </a:lnTo>
                  <a:lnTo>
                    <a:pt x="1102282" y="694374"/>
                  </a:lnTo>
                  <a:lnTo>
                    <a:pt x="1101851" y="694531"/>
                  </a:lnTo>
                  <a:lnTo>
                    <a:pt x="1101609" y="695196"/>
                  </a:lnTo>
                  <a:lnTo>
                    <a:pt x="1101351" y="695349"/>
                  </a:lnTo>
                  <a:lnTo>
                    <a:pt x="1101105" y="695463"/>
                  </a:lnTo>
                  <a:lnTo>
                    <a:pt x="1100775" y="695560"/>
                  </a:lnTo>
                  <a:lnTo>
                    <a:pt x="1100531" y="695557"/>
                  </a:lnTo>
                  <a:lnTo>
                    <a:pt x="1100381" y="695392"/>
                  </a:lnTo>
                  <a:lnTo>
                    <a:pt x="1100237" y="695209"/>
                  </a:lnTo>
                  <a:lnTo>
                    <a:pt x="1100107" y="695023"/>
                  </a:lnTo>
                  <a:lnTo>
                    <a:pt x="1099610" y="694664"/>
                  </a:lnTo>
                  <a:lnTo>
                    <a:pt x="1099349" y="694703"/>
                  </a:lnTo>
                  <a:lnTo>
                    <a:pt x="1098661" y="694712"/>
                  </a:lnTo>
                  <a:lnTo>
                    <a:pt x="1098503" y="694724"/>
                  </a:lnTo>
                  <a:lnTo>
                    <a:pt x="1097903" y="694952"/>
                  </a:lnTo>
                  <a:lnTo>
                    <a:pt x="1097667" y="695283"/>
                  </a:lnTo>
                  <a:lnTo>
                    <a:pt x="1097653" y="695432"/>
                  </a:lnTo>
                  <a:lnTo>
                    <a:pt x="1097604" y="695962"/>
                  </a:lnTo>
                  <a:lnTo>
                    <a:pt x="1097464" y="696313"/>
                  </a:lnTo>
                  <a:lnTo>
                    <a:pt x="1097048" y="696734"/>
                  </a:lnTo>
                  <a:lnTo>
                    <a:pt x="1096844" y="696904"/>
                  </a:lnTo>
                  <a:lnTo>
                    <a:pt x="1096726" y="697614"/>
                  </a:lnTo>
                  <a:lnTo>
                    <a:pt x="1096347" y="697638"/>
                  </a:lnTo>
                  <a:lnTo>
                    <a:pt x="1096366" y="697494"/>
                  </a:lnTo>
                  <a:lnTo>
                    <a:pt x="1096270" y="697196"/>
                  </a:lnTo>
                  <a:lnTo>
                    <a:pt x="1096129" y="697284"/>
                  </a:lnTo>
                  <a:lnTo>
                    <a:pt x="1095505" y="696973"/>
                  </a:lnTo>
                  <a:lnTo>
                    <a:pt x="1094779" y="696305"/>
                  </a:lnTo>
                  <a:lnTo>
                    <a:pt x="1094493" y="696157"/>
                  </a:lnTo>
                  <a:lnTo>
                    <a:pt x="1094049" y="696024"/>
                  </a:lnTo>
                  <a:lnTo>
                    <a:pt x="1093881" y="695781"/>
                  </a:lnTo>
                  <a:lnTo>
                    <a:pt x="1093791" y="695651"/>
                  </a:lnTo>
                  <a:lnTo>
                    <a:pt x="1093572" y="695360"/>
                  </a:lnTo>
                  <a:lnTo>
                    <a:pt x="1092097" y="694904"/>
                  </a:lnTo>
                  <a:lnTo>
                    <a:pt x="1091582" y="694628"/>
                  </a:lnTo>
                  <a:lnTo>
                    <a:pt x="1091469" y="694225"/>
                  </a:lnTo>
                  <a:lnTo>
                    <a:pt x="1091241" y="693947"/>
                  </a:lnTo>
                  <a:lnTo>
                    <a:pt x="1090371" y="694120"/>
                  </a:lnTo>
                  <a:lnTo>
                    <a:pt x="1090162" y="694149"/>
                  </a:lnTo>
                  <a:lnTo>
                    <a:pt x="1089995" y="694172"/>
                  </a:lnTo>
                  <a:lnTo>
                    <a:pt x="1089537" y="694179"/>
                  </a:lnTo>
                  <a:lnTo>
                    <a:pt x="1089123" y="694238"/>
                  </a:lnTo>
                  <a:lnTo>
                    <a:pt x="1088897" y="694230"/>
                  </a:lnTo>
                  <a:lnTo>
                    <a:pt x="1088476" y="694183"/>
                  </a:lnTo>
                  <a:lnTo>
                    <a:pt x="1088006" y="694189"/>
                  </a:lnTo>
                  <a:lnTo>
                    <a:pt x="1087647" y="694334"/>
                  </a:lnTo>
                  <a:lnTo>
                    <a:pt x="1087362" y="694445"/>
                  </a:lnTo>
                  <a:lnTo>
                    <a:pt x="1087134" y="694519"/>
                  </a:lnTo>
                  <a:lnTo>
                    <a:pt x="1086533" y="694356"/>
                  </a:lnTo>
                  <a:lnTo>
                    <a:pt x="1086269" y="694281"/>
                  </a:lnTo>
                  <a:lnTo>
                    <a:pt x="1085990" y="694204"/>
                  </a:lnTo>
                  <a:lnTo>
                    <a:pt x="1085522" y="694053"/>
                  </a:lnTo>
                  <a:lnTo>
                    <a:pt x="1085101" y="693899"/>
                  </a:lnTo>
                  <a:lnTo>
                    <a:pt x="1084850" y="693471"/>
                  </a:lnTo>
                  <a:lnTo>
                    <a:pt x="1084698" y="693212"/>
                  </a:lnTo>
                  <a:lnTo>
                    <a:pt x="1084607" y="692674"/>
                  </a:lnTo>
                  <a:lnTo>
                    <a:pt x="1084571" y="692221"/>
                  </a:lnTo>
                  <a:lnTo>
                    <a:pt x="1084181" y="692047"/>
                  </a:lnTo>
                  <a:lnTo>
                    <a:pt x="1083918" y="691982"/>
                  </a:lnTo>
                  <a:lnTo>
                    <a:pt x="1083547" y="691928"/>
                  </a:lnTo>
                  <a:lnTo>
                    <a:pt x="1083069" y="691889"/>
                  </a:lnTo>
                  <a:lnTo>
                    <a:pt x="1082650" y="691833"/>
                  </a:lnTo>
                  <a:lnTo>
                    <a:pt x="1082140" y="691692"/>
                  </a:lnTo>
                  <a:lnTo>
                    <a:pt x="1081667" y="691544"/>
                  </a:lnTo>
                  <a:lnTo>
                    <a:pt x="1081327" y="691544"/>
                  </a:lnTo>
                  <a:lnTo>
                    <a:pt x="1081122" y="691541"/>
                  </a:lnTo>
                  <a:lnTo>
                    <a:pt x="1080980" y="691538"/>
                  </a:lnTo>
                  <a:lnTo>
                    <a:pt x="1080724" y="691513"/>
                  </a:lnTo>
                  <a:lnTo>
                    <a:pt x="1080476" y="691481"/>
                  </a:lnTo>
                  <a:lnTo>
                    <a:pt x="1080290" y="691458"/>
                  </a:lnTo>
                  <a:lnTo>
                    <a:pt x="1079907" y="691386"/>
                  </a:lnTo>
                  <a:lnTo>
                    <a:pt x="1079425" y="691366"/>
                  </a:lnTo>
                  <a:lnTo>
                    <a:pt x="1078788" y="691251"/>
                  </a:lnTo>
                  <a:lnTo>
                    <a:pt x="1078413" y="691235"/>
                  </a:lnTo>
                  <a:lnTo>
                    <a:pt x="1078247" y="691246"/>
                  </a:lnTo>
                  <a:lnTo>
                    <a:pt x="1078059" y="691263"/>
                  </a:lnTo>
                  <a:lnTo>
                    <a:pt x="1077825" y="691298"/>
                  </a:lnTo>
                  <a:lnTo>
                    <a:pt x="1077599" y="691346"/>
                  </a:lnTo>
                  <a:lnTo>
                    <a:pt x="1077451" y="691374"/>
                  </a:lnTo>
                  <a:lnTo>
                    <a:pt x="1077130" y="691436"/>
                  </a:lnTo>
                  <a:lnTo>
                    <a:pt x="1076720" y="691465"/>
                  </a:lnTo>
                  <a:lnTo>
                    <a:pt x="1075981" y="691513"/>
                  </a:lnTo>
                  <a:lnTo>
                    <a:pt x="1075338" y="692750"/>
                  </a:lnTo>
                  <a:lnTo>
                    <a:pt x="1075405" y="693022"/>
                  </a:lnTo>
                  <a:lnTo>
                    <a:pt x="1075538" y="693439"/>
                  </a:lnTo>
                  <a:lnTo>
                    <a:pt x="1075586" y="693727"/>
                  </a:lnTo>
                  <a:lnTo>
                    <a:pt x="1075707" y="694017"/>
                  </a:lnTo>
                  <a:lnTo>
                    <a:pt x="1076234" y="694567"/>
                  </a:lnTo>
                  <a:lnTo>
                    <a:pt x="1076635" y="694602"/>
                  </a:lnTo>
                  <a:lnTo>
                    <a:pt x="1077028" y="694602"/>
                  </a:lnTo>
                  <a:lnTo>
                    <a:pt x="1077203" y="694627"/>
                  </a:lnTo>
                  <a:lnTo>
                    <a:pt x="1077475" y="694665"/>
                  </a:lnTo>
                  <a:lnTo>
                    <a:pt x="1077659" y="694690"/>
                  </a:lnTo>
                  <a:lnTo>
                    <a:pt x="1077892" y="694716"/>
                  </a:lnTo>
                  <a:lnTo>
                    <a:pt x="1079085" y="694633"/>
                  </a:lnTo>
                  <a:lnTo>
                    <a:pt x="1079672" y="694616"/>
                  </a:lnTo>
                  <a:lnTo>
                    <a:pt x="1079723" y="694801"/>
                  </a:lnTo>
                  <a:lnTo>
                    <a:pt x="1079809" y="695187"/>
                  </a:lnTo>
                  <a:lnTo>
                    <a:pt x="1079405" y="695705"/>
                  </a:lnTo>
                  <a:lnTo>
                    <a:pt x="1078918" y="696116"/>
                  </a:lnTo>
                  <a:lnTo>
                    <a:pt x="1078911" y="696297"/>
                  </a:lnTo>
                  <a:lnTo>
                    <a:pt x="1078816" y="696534"/>
                  </a:lnTo>
                  <a:lnTo>
                    <a:pt x="1078609" y="696825"/>
                  </a:lnTo>
                  <a:lnTo>
                    <a:pt x="1078108" y="697158"/>
                  </a:lnTo>
                  <a:lnTo>
                    <a:pt x="1077459" y="697418"/>
                  </a:lnTo>
                  <a:lnTo>
                    <a:pt x="1077183" y="697618"/>
                  </a:lnTo>
                  <a:lnTo>
                    <a:pt x="1077046" y="697893"/>
                  </a:lnTo>
                  <a:lnTo>
                    <a:pt x="1076923" y="698977"/>
                  </a:lnTo>
                  <a:lnTo>
                    <a:pt x="1076576" y="699010"/>
                  </a:lnTo>
                  <a:lnTo>
                    <a:pt x="1076328" y="699018"/>
                  </a:lnTo>
                  <a:lnTo>
                    <a:pt x="1075498" y="698995"/>
                  </a:lnTo>
                  <a:lnTo>
                    <a:pt x="1075122" y="699230"/>
                  </a:lnTo>
                  <a:lnTo>
                    <a:pt x="1074401" y="699127"/>
                  </a:lnTo>
                  <a:lnTo>
                    <a:pt x="1073612" y="698960"/>
                  </a:lnTo>
                  <a:lnTo>
                    <a:pt x="1073381" y="698863"/>
                  </a:lnTo>
                  <a:lnTo>
                    <a:pt x="1073282" y="698637"/>
                  </a:lnTo>
                  <a:lnTo>
                    <a:pt x="1072914" y="698497"/>
                  </a:lnTo>
                  <a:lnTo>
                    <a:pt x="1072020" y="698418"/>
                  </a:lnTo>
                  <a:lnTo>
                    <a:pt x="1071704" y="698389"/>
                  </a:lnTo>
                  <a:lnTo>
                    <a:pt x="1071177" y="698121"/>
                  </a:lnTo>
                  <a:lnTo>
                    <a:pt x="1071072" y="697908"/>
                  </a:lnTo>
                  <a:lnTo>
                    <a:pt x="1070723" y="697680"/>
                  </a:lnTo>
                  <a:lnTo>
                    <a:pt x="1070253" y="697212"/>
                  </a:lnTo>
                  <a:lnTo>
                    <a:pt x="1069625" y="696755"/>
                  </a:lnTo>
                  <a:lnTo>
                    <a:pt x="1069363" y="696694"/>
                  </a:lnTo>
                  <a:lnTo>
                    <a:pt x="1068832" y="696656"/>
                  </a:lnTo>
                  <a:lnTo>
                    <a:pt x="1068907" y="696946"/>
                  </a:lnTo>
                  <a:lnTo>
                    <a:pt x="1069004" y="697245"/>
                  </a:lnTo>
                  <a:lnTo>
                    <a:pt x="1069059" y="697378"/>
                  </a:lnTo>
                  <a:lnTo>
                    <a:pt x="1068954" y="697841"/>
                  </a:lnTo>
                  <a:lnTo>
                    <a:pt x="1068902" y="698290"/>
                  </a:lnTo>
                  <a:lnTo>
                    <a:pt x="1068739" y="699077"/>
                  </a:lnTo>
                  <a:lnTo>
                    <a:pt x="1068619" y="698983"/>
                  </a:lnTo>
                  <a:lnTo>
                    <a:pt x="1068050" y="698634"/>
                  </a:lnTo>
                  <a:lnTo>
                    <a:pt x="1067837" y="698682"/>
                  </a:lnTo>
                  <a:lnTo>
                    <a:pt x="1067110" y="698735"/>
                  </a:lnTo>
                  <a:lnTo>
                    <a:pt x="1066904" y="698750"/>
                  </a:lnTo>
                  <a:lnTo>
                    <a:pt x="1066636" y="698846"/>
                  </a:lnTo>
                  <a:lnTo>
                    <a:pt x="1066210" y="698757"/>
                  </a:lnTo>
                  <a:lnTo>
                    <a:pt x="1065959" y="698592"/>
                  </a:lnTo>
                  <a:lnTo>
                    <a:pt x="1065714" y="698430"/>
                  </a:lnTo>
                  <a:lnTo>
                    <a:pt x="1065493" y="698300"/>
                  </a:lnTo>
                  <a:lnTo>
                    <a:pt x="1065207" y="698131"/>
                  </a:lnTo>
                  <a:lnTo>
                    <a:pt x="1064909" y="698000"/>
                  </a:lnTo>
                  <a:lnTo>
                    <a:pt x="1064699" y="698061"/>
                  </a:lnTo>
                  <a:lnTo>
                    <a:pt x="1064508" y="698044"/>
                  </a:lnTo>
                  <a:lnTo>
                    <a:pt x="1064282" y="697939"/>
                  </a:lnTo>
                  <a:lnTo>
                    <a:pt x="1063559" y="697665"/>
                  </a:lnTo>
                  <a:lnTo>
                    <a:pt x="1063239" y="697663"/>
                  </a:lnTo>
                  <a:lnTo>
                    <a:pt x="1063262" y="697364"/>
                  </a:lnTo>
                  <a:lnTo>
                    <a:pt x="1063043" y="697222"/>
                  </a:lnTo>
                  <a:lnTo>
                    <a:pt x="1062903" y="697131"/>
                  </a:lnTo>
                  <a:lnTo>
                    <a:pt x="1062521" y="697124"/>
                  </a:lnTo>
                  <a:lnTo>
                    <a:pt x="1062207" y="697528"/>
                  </a:lnTo>
                  <a:lnTo>
                    <a:pt x="1062001" y="697648"/>
                  </a:lnTo>
                  <a:lnTo>
                    <a:pt x="1061750" y="697788"/>
                  </a:lnTo>
                  <a:lnTo>
                    <a:pt x="1061164" y="698046"/>
                  </a:lnTo>
                  <a:lnTo>
                    <a:pt x="1060704" y="698107"/>
                  </a:lnTo>
                  <a:lnTo>
                    <a:pt x="1060410" y="698001"/>
                  </a:lnTo>
                  <a:lnTo>
                    <a:pt x="1060230" y="697966"/>
                  </a:lnTo>
                  <a:lnTo>
                    <a:pt x="1059540" y="698575"/>
                  </a:lnTo>
                  <a:lnTo>
                    <a:pt x="1058796" y="698130"/>
                  </a:lnTo>
                  <a:lnTo>
                    <a:pt x="1058029" y="698770"/>
                  </a:lnTo>
                  <a:lnTo>
                    <a:pt x="1057428" y="698778"/>
                  </a:lnTo>
                  <a:lnTo>
                    <a:pt x="1057401" y="699000"/>
                  </a:lnTo>
                  <a:lnTo>
                    <a:pt x="1057553" y="699408"/>
                  </a:lnTo>
                  <a:lnTo>
                    <a:pt x="1057617" y="699542"/>
                  </a:lnTo>
                  <a:lnTo>
                    <a:pt x="1057391" y="699889"/>
                  </a:lnTo>
                  <a:lnTo>
                    <a:pt x="1057011" y="699852"/>
                  </a:lnTo>
                  <a:lnTo>
                    <a:pt x="1056617" y="700375"/>
                  </a:lnTo>
                  <a:lnTo>
                    <a:pt x="1056590" y="700617"/>
                  </a:lnTo>
                  <a:lnTo>
                    <a:pt x="1055966" y="701380"/>
                  </a:lnTo>
                  <a:lnTo>
                    <a:pt x="1056644" y="701734"/>
                  </a:lnTo>
                  <a:lnTo>
                    <a:pt x="1056273" y="702337"/>
                  </a:lnTo>
                  <a:lnTo>
                    <a:pt x="1056494" y="702498"/>
                  </a:lnTo>
                  <a:lnTo>
                    <a:pt x="1056706" y="702751"/>
                  </a:lnTo>
                  <a:lnTo>
                    <a:pt x="1056414" y="702973"/>
                  </a:lnTo>
                  <a:lnTo>
                    <a:pt x="1056590" y="703357"/>
                  </a:lnTo>
                  <a:lnTo>
                    <a:pt x="1055720" y="703322"/>
                  </a:lnTo>
                  <a:lnTo>
                    <a:pt x="1055853" y="703725"/>
                  </a:lnTo>
                  <a:lnTo>
                    <a:pt x="1056043" y="703931"/>
                  </a:lnTo>
                  <a:lnTo>
                    <a:pt x="1056068" y="704456"/>
                  </a:lnTo>
                  <a:lnTo>
                    <a:pt x="1055666" y="704893"/>
                  </a:lnTo>
                  <a:lnTo>
                    <a:pt x="1054974" y="704885"/>
                  </a:lnTo>
                  <a:lnTo>
                    <a:pt x="1054498" y="705813"/>
                  </a:lnTo>
                  <a:lnTo>
                    <a:pt x="1054650" y="706396"/>
                  </a:lnTo>
                  <a:lnTo>
                    <a:pt x="1054193" y="706027"/>
                  </a:lnTo>
                  <a:lnTo>
                    <a:pt x="1053720" y="706214"/>
                  </a:lnTo>
                  <a:lnTo>
                    <a:pt x="1053586" y="706175"/>
                  </a:lnTo>
                  <a:lnTo>
                    <a:pt x="1052927" y="706245"/>
                  </a:lnTo>
                  <a:lnTo>
                    <a:pt x="1052600" y="706722"/>
                  </a:lnTo>
                  <a:lnTo>
                    <a:pt x="1052429" y="707397"/>
                  </a:lnTo>
                  <a:lnTo>
                    <a:pt x="1052218" y="707734"/>
                  </a:lnTo>
                  <a:lnTo>
                    <a:pt x="1051753" y="707758"/>
                  </a:lnTo>
                  <a:lnTo>
                    <a:pt x="1051702" y="707188"/>
                  </a:lnTo>
                  <a:lnTo>
                    <a:pt x="1050995" y="707987"/>
                  </a:lnTo>
                  <a:lnTo>
                    <a:pt x="1050791" y="708080"/>
                  </a:lnTo>
                  <a:lnTo>
                    <a:pt x="1050106" y="708355"/>
                  </a:lnTo>
                  <a:lnTo>
                    <a:pt x="1049730" y="708440"/>
                  </a:lnTo>
                  <a:lnTo>
                    <a:pt x="1049512" y="708383"/>
                  </a:lnTo>
                  <a:lnTo>
                    <a:pt x="1049337" y="708612"/>
                  </a:lnTo>
                  <a:lnTo>
                    <a:pt x="1049021" y="709082"/>
                  </a:lnTo>
                  <a:lnTo>
                    <a:pt x="1048815" y="709346"/>
                  </a:lnTo>
                  <a:lnTo>
                    <a:pt x="1048687" y="709473"/>
                  </a:lnTo>
                  <a:lnTo>
                    <a:pt x="1048356" y="709999"/>
                  </a:lnTo>
                  <a:lnTo>
                    <a:pt x="1048131" y="710280"/>
                  </a:lnTo>
                  <a:lnTo>
                    <a:pt x="1047886" y="710497"/>
                  </a:lnTo>
                  <a:lnTo>
                    <a:pt x="1047744" y="710600"/>
                  </a:lnTo>
                  <a:lnTo>
                    <a:pt x="1047193" y="710851"/>
                  </a:lnTo>
                  <a:lnTo>
                    <a:pt x="1046542" y="710782"/>
                  </a:lnTo>
                  <a:lnTo>
                    <a:pt x="1045803" y="710858"/>
                  </a:lnTo>
                  <a:lnTo>
                    <a:pt x="1045475" y="710620"/>
                  </a:lnTo>
                  <a:lnTo>
                    <a:pt x="1045036" y="710011"/>
                  </a:lnTo>
                  <a:lnTo>
                    <a:pt x="1044934" y="709690"/>
                  </a:lnTo>
                  <a:lnTo>
                    <a:pt x="1044854" y="709105"/>
                  </a:lnTo>
                  <a:lnTo>
                    <a:pt x="1044144" y="708895"/>
                  </a:lnTo>
                  <a:lnTo>
                    <a:pt x="1043746" y="708639"/>
                  </a:lnTo>
                  <a:lnTo>
                    <a:pt x="1043460" y="708275"/>
                  </a:lnTo>
                  <a:lnTo>
                    <a:pt x="1043207" y="708036"/>
                  </a:lnTo>
                  <a:lnTo>
                    <a:pt x="1043481" y="707237"/>
                  </a:lnTo>
                  <a:lnTo>
                    <a:pt x="1043293" y="707067"/>
                  </a:lnTo>
                  <a:lnTo>
                    <a:pt x="1042972" y="707320"/>
                  </a:lnTo>
                  <a:lnTo>
                    <a:pt x="1042663" y="707746"/>
                  </a:lnTo>
                  <a:lnTo>
                    <a:pt x="1042260" y="707965"/>
                  </a:lnTo>
                  <a:lnTo>
                    <a:pt x="1042027" y="708327"/>
                  </a:lnTo>
                  <a:lnTo>
                    <a:pt x="1041433" y="708395"/>
                  </a:lnTo>
                  <a:lnTo>
                    <a:pt x="1041020" y="708314"/>
                  </a:lnTo>
                  <a:lnTo>
                    <a:pt x="1040857" y="708380"/>
                  </a:lnTo>
                  <a:lnTo>
                    <a:pt x="1040536" y="708484"/>
                  </a:lnTo>
                  <a:lnTo>
                    <a:pt x="1040052" y="708636"/>
                  </a:lnTo>
                  <a:lnTo>
                    <a:pt x="1039481" y="708332"/>
                  </a:lnTo>
                  <a:lnTo>
                    <a:pt x="1038832" y="708615"/>
                  </a:lnTo>
                  <a:lnTo>
                    <a:pt x="1038780" y="708414"/>
                  </a:lnTo>
                  <a:lnTo>
                    <a:pt x="1038408" y="708196"/>
                  </a:lnTo>
                  <a:lnTo>
                    <a:pt x="1037792" y="708108"/>
                  </a:lnTo>
                  <a:lnTo>
                    <a:pt x="1037520" y="708416"/>
                  </a:lnTo>
                  <a:lnTo>
                    <a:pt x="1037495" y="708624"/>
                  </a:lnTo>
                  <a:lnTo>
                    <a:pt x="1037286" y="708782"/>
                  </a:lnTo>
                  <a:lnTo>
                    <a:pt x="1037131" y="708855"/>
                  </a:lnTo>
                  <a:lnTo>
                    <a:pt x="1036192" y="709079"/>
                  </a:lnTo>
                  <a:lnTo>
                    <a:pt x="1035939" y="709064"/>
                  </a:lnTo>
                  <a:lnTo>
                    <a:pt x="1035718" y="708927"/>
                  </a:lnTo>
                  <a:lnTo>
                    <a:pt x="1035456" y="708576"/>
                  </a:lnTo>
                  <a:lnTo>
                    <a:pt x="1034906" y="709036"/>
                  </a:lnTo>
                  <a:lnTo>
                    <a:pt x="1034757" y="709026"/>
                  </a:lnTo>
                  <a:lnTo>
                    <a:pt x="1034442" y="709024"/>
                  </a:lnTo>
                  <a:lnTo>
                    <a:pt x="1033864" y="709349"/>
                  </a:lnTo>
                  <a:lnTo>
                    <a:pt x="1033927" y="709705"/>
                  </a:lnTo>
                  <a:lnTo>
                    <a:pt x="1033824" y="710199"/>
                  </a:lnTo>
                  <a:lnTo>
                    <a:pt x="1033533" y="710166"/>
                  </a:lnTo>
                  <a:lnTo>
                    <a:pt x="1032814" y="709767"/>
                  </a:lnTo>
                  <a:lnTo>
                    <a:pt x="1032327" y="709914"/>
                  </a:lnTo>
                  <a:lnTo>
                    <a:pt x="1032289" y="710061"/>
                  </a:lnTo>
                  <a:lnTo>
                    <a:pt x="1032099" y="710220"/>
                  </a:lnTo>
                  <a:lnTo>
                    <a:pt x="1031953" y="710330"/>
                  </a:lnTo>
                  <a:lnTo>
                    <a:pt x="1031266" y="710633"/>
                  </a:lnTo>
                  <a:lnTo>
                    <a:pt x="1031075" y="710674"/>
                  </a:lnTo>
                  <a:lnTo>
                    <a:pt x="1030715" y="710760"/>
                  </a:lnTo>
                  <a:lnTo>
                    <a:pt x="1030809" y="711411"/>
                  </a:lnTo>
                  <a:lnTo>
                    <a:pt x="1030552" y="711763"/>
                  </a:lnTo>
                  <a:lnTo>
                    <a:pt x="1030522" y="712064"/>
                  </a:lnTo>
                  <a:lnTo>
                    <a:pt x="1030482" y="712212"/>
                  </a:lnTo>
                  <a:lnTo>
                    <a:pt x="1030369" y="712505"/>
                  </a:lnTo>
                  <a:lnTo>
                    <a:pt x="1030152" y="712801"/>
                  </a:lnTo>
                  <a:lnTo>
                    <a:pt x="1029691" y="713157"/>
                  </a:lnTo>
                  <a:lnTo>
                    <a:pt x="1029271" y="713397"/>
                  </a:lnTo>
                  <a:lnTo>
                    <a:pt x="1028260" y="713867"/>
                  </a:lnTo>
                  <a:lnTo>
                    <a:pt x="1027988" y="713968"/>
                  </a:lnTo>
                  <a:lnTo>
                    <a:pt x="1027776" y="714026"/>
                  </a:lnTo>
                  <a:lnTo>
                    <a:pt x="1027318" y="714089"/>
                  </a:lnTo>
                  <a:lnTo>
                    <a:pt x="1026936" y="714025"/>
                  </a:lnTo>
                  <a:lnTo>
                    <a:pt x="1026634" y="714236"/>
                  </a:lnTo>
                  <a:lnTo>
                    <a:pt x="1026425" y="714628"/>
                  </a:lnTo>
                  <a:lnTo>
                    <a:pt x="1026232" y="714732"/>
                  </a:lnTo>
                  <a:lnTo>
                    <a:pt x="1025964" y="714934"/>
                  </a:lnTo>
                  <a:lnTo>
                    <a:pt x="1025562" y="714993"/>
                  </a:lnTo>
                  <a:lnTo>
                    <a:pt x="1025348" y="715146"/>
                  </a:lnTo>
                  <a:lnTo>
                    <a:pt x="1025435" y="715593"/>
                  </a:lnTo>
                  <a:lnTo>
                    <a:pt x="1025167" y="716108"/>
                  </a:lnTo>
                  <a:lnTo>
                    <a:pt x="1024645" y="716474"/>
                  </a:lnTo>
                  <a:lnTo>
                    <a:pt x="1024356" y="716649"/>
                  </a:lnTo>
                  <a:lnTo>
                    <a:pt x="1023963" y="717086"/>
                  </a:lnTo>
                  <a:lnTo>
                    <a:pt x="1023610" y="717587"/>
                  </a:lnTo>
                  <a:lnTo>
                    <a:pt x="1023356" y="717439"/>
                  </a:lnTo>
                  <a:lnTo>
                    <a:pt x="1022864" y="718007"/>
                  </a:lnTo>
                  <a:lnTo>
                    <a:pt x="1022619" y="718297"/>
                  </a:lnTo>
                  <a:lnTo>
                    <a:pt x="1022489" y="718497"/>
                  </a:lnTo>
                  <a:lnTo>
                    <a:pt x="1022251" y="718513"/>
                  </a:lnTo>
                  <a:lnTo>
                    <a:pt x="1021677" y="718402"/>
                  </a:lnTo>
                  <a:lnTo>
                    <a:pt x="1021323" y="718536"/>
                  </a:lnTo>
                  <a:lnTo>
                    <a:pt x="1021087" y="718655"/>
                  </a:lnTo>
                  <a:lnTo>
                    <a:pt x="1020646" y="719300"/>
                  </a:lnTo>
                  <a:lnTo>
                    <a:pt x="1020583" y="719474"/>
                  </a:lnTo>
                  <a:lnTo>
                    <a:pt x="1019812" y="719634"/>
                  </a:lnTo>
                  <a:lnTo>
                    <a:pt x="1019475" y="719510"/>
                  </a:lnTo>
                  <a:lnTo>
                    <a:pt x="1018718" y="720180"/>
                  </a:lnTo>
                  <a:lnTo>
                    <a:pt x="1018306" y="720290"/>
                  </a:lnTo>
                  <a:lnTo>
                    <a:pt x="1017481" y="719492"/>
                  </a:lnTo>
                  <a:lnTo>
                    <a:pt x="1017221" y="719390"/>
                  </a:lnTo>
                  <a:lnTo>
                    <a:pt x="1016897" y="719352"/>
                  </a:lnTo>
                  <a:lnTo>
                    <a:pt x="1016592" y="719370"/>
                  </a:lnTo>
                  <a:lnTo>
                    <a:pt x="1016168" y="719374"/>
                  </a:lnTo>
                  <a:lnTo>
                    <a:pt x="1015849" y="719186"/>
                  </a:lnTo>
                  <a:lnTo>
                    <a:pt x="1015668" y="718799"/>
                  </a:lnTo>
                  <a:lnTo>
                    <a:pt x="1015421" y="718687"/>
                  </a:lnTo>
                  <a:lnTo>
                    <a:pt x="1015021" y="718626"/>
                  </a:lnTo>
                  <a:lnTo>
                    <a:pt x="1014845" y="718568"/>
                  </a:lnTo>
                  <a:lnTo>
                    <a:pt x="1014246" y="718805"/>
                  </a:lnTo>
                  <a:lnTo>
                    <a:pt x="1013389" y="719131"/>
                  </a:lnTo>
                  <a:lnTo>
                    <a:pt x="1013108" y="719136"/>
                  </a:lnTo>
                  <a:lnTo>
                    <a:pt x="1012594" y="718944"/>
                  </a:lnTo>
                  <a:lnTo>
                    <a:pt x="1012446" y="719026"/>
                  </a:lnTo>
                  <a:lnTo>
                    <a:pt x="1012504" y="719278"/>
                  </a:lnTo>
                  <a:lnTo>
                    <a:pt x="1012601" y="719453"/>
                  </a:lnTo>
                  <a:lnTo>
                    <a:pt x="1012790" y="719851"/>
                  </a:lnTo>
                  <a:lnTo>
                    <a:pt x="1012627" y="720351"/>
                  </a:lnTo>
                  <a:lnTo>
                    <a:pt x="1011227" y="719868"/>
                  </a:lnTo>
                  <a:lnTo>
                    <a:pt x="1010613" y="720057"/>
                  </a:lnTo>
                  <a:lnTo>
                    <a:pt x="1010133" y="719881"/>
                  </a:lnTo>
                  <a:lnTo>
                    <a:pt x="1010076" y="720697"/>
                  </a:lnTo>
                  <a:lnTo>
                    <a:pt x="1009904" y="721155"/>
                  </a:lnTo>
                  <a:lnTo>
                    <a:pt x="1009676" y="720818"/>
                  </a:lnTo>
                  <a:lnTo>
                    <a:pt x="1009325" y="720674"/>
                  </a:lnTo>
                  <a:lnTo>
                    <a:pt x="1008540" y="721017"/>
                  </a:lnTo>
                  <a:lnTo>
                    <a:pt x="1008648" y="721338"/>
                  </a:lnTo>
                  <a:lnTo>
                    <a:pt x="1008583" y="721484"/>
                  </a:lnTo>
                  <a:lnTo>
                    <a:pt x="1008289" y="721447"/>
                  </a:lnTo>
                  <a:lnTo>
                    <a:pt x="1008085" y="721440"/>
                  </a:lnTo>
                  <a:lnTo>
                    <a:pt x="1007817" y="721430"/>
                  </a:lnTo>
                  <a:lnTo>
                    <a:pt x="1007363" y="721411"/>
                  </a:lnTo>
                  <a:lnTo>
                    <a:pt x="1007097" y="721369"/>
                  </a:lnTo>
                  <a:lnTo>
                    <a:pt x="1006761" y="721315"/>
                  </a:lnTo>
                  <a:lnTo>
                    <a:pt x="1005851" y="721934"/>
                  </a:lnTo>
                  <a:lnTo>
                    <a:pt x="1005711" y="722043"/>
                  </a:lnTo>
                  <a:lnTo>
                    <a:pt x="1005396" y="722273"/>
                  </a:lnTo>
                  <a:lnTo>
                    <a:pt x="1005066" y="722247"/>
                  </a:lnTo>
                  <a:lnTo>
                    <a:pt x="1004480" y="722601"/>
                  </a:lnTo>
                  <a:lnTo>
                    <a:pt x="1004424" y="722766"/>
                  </a:lnTo>
                  <a:lnTo>
                    <a:pt x="1004253" y="723012"/>
                  </a:lnTo>
                  <a:lnTo>
                    <a:pt x="1003388" y="723475"/>
                  </a:lnTo>
                  <a:lnTo>
                    <a:pt x="1002939" y="723624"/>
                  </a:lnTo>
                  <a:lnTo>
                    <a:pt x="1002620" y="723983"/>
                  </a:lnTo>
                  <a:lnTo>
                    <a:pt x="1002200" y="723987"/>
                  </a:lnTo>
                  <a:lnTo>
                    <a:pt x="1001861" y="724179"/>
                  </a:lnTo>
                  <a:lnTo>
                    <a:pt x="1001623" y="724284"/>
                  </a:lnTo>
                  <a:lnTo>
                    <a:pt x="1001217" y="724444"/>
                  </a:lnTo>
                  <a:lnTo>
                    <a:pt x="1000895" y="724430"/>
                  </a:lnTo>
                  <a:lnTo>
                    <a:pt x="1000757" y="724237"/>
                  </a:lnTo>
                  <a:lnTo>
                    <a:pt x="1000300" y="724079"/>
                  </a:lnTo>
                  <a:lnTo>
                    <a:pt x="999909" y="724074"/>
                  </a:lnTo>
                  <a:lnTo>
                    <a:pt x="999661" y="724277"/>
                  </a:lnTo>
                  <a:lnTo>
                    <a:pt x="999404" y="724535"/>
                  </a:lnTo>
                  <a:lnTo>
                    <a:pt x="999236" y="724655"/>
                  </a:lnTo>
                  <a:lnTo>
                    <a:pt x="999074" y="724809"/>
                  </a:lnTo>
                  <a:lnTo>
                    <a:pt x="998868" y="724987"/>
                  </a:lnTo>
                  <a:lnTo>
                    <a:pt x="998701" y="725031"/>
                  </a:lnTo>
                  <a:lnTo>
                    <a:pt x="998126" y="725103"/>
                  </a:lnTo>
                  <a:lnTo>
                    <a:pt x="997514" y="725533"/>
                  </a:lnTo>
                  <a:lnTo>
                    <a:pt x="997222" y="725622"/>
                  </a:lnTo>
                  <a:lnTo>
                    <a:pt x="996986" y="725590"/>
                  </a:lnTo>
                  <a:lnTo>
                    <a:pt x="996339" y="726019"/>
                  </a:lnTo>
                  <a:lnTo>
                    <a:pt x="995996" y="726221"/>
                  </a:lnTo>
                  <a:lnTo>
                    <a:pt x="995699" y="726303"/>
                  </a:lnTo>
                  <a:lnTo>
                    <a:pt x="995530" y="726412"/>
                  </a:lnTo>
                  <a:lnTo>
                    <a:pt x="994711" y="727041"/>
                  </a:lnTo>
                  <a:lnTo>
                    <a:pt x="994840" y="727331"/>
                  </a:lnTo>
                  <a:lnTo>
                    <a:pt x="995199" y="727705"/>
                  </a:lnTo>
                  <a:lnTo>
                    <a:pt x="995597" y="727456"/>
                  </a:lnTo>
                  <a:lnTo>
                    <a:pt x="995803" y="727488"/>
                  </a:lnTo>
                  <a:lnTo>
                    <a:pt x="995711" y="727861"/>
                  </a:lnTo>
                  <a:lnTo>
                    <a:pt x="995369" y="728023"/>
                  </a:lnTo>
                  <a:lnTo>
                    <a:pt x="995787" y="728591"/>
                  </a:lnTo>
                  <a:lnTo>
                    <a:pt x="995712" y="728773"/>
                  </a:lnTo>
                  <a:lnTo>
                    <a:pt x="995534" y="728924"/>
                  </a:lnTo>
                  <a:lnTo>
                    <a:pt x="995373" y="729005"/>
                  </a:lnTo>
                  <a:lnTo>
                    <a:pt x="995146" y="729029"/>
                  </a:lnTo>
                  <a:lnTo>
                    <a:pt x="994752" y="729138"/>
                  </a:lnTo>
                  <a:lnTo>
                    <a:pt x="994548" y="729288"/>
                  </a:lnTo>
                  <a:lnTo>
                    <a:pt x="994308" y="729335"/>
                  </a:lnTo>
                  <a:lnTo>
                    <a:pt x="993945" y="729382"/>
                  </a:lnTo>
                  <a:lnTo>
                    <a:pt x="994013" y="729991"/>
                  </a:lnTo>
                  <a:lnTo>
                    <a:pt x="994041" y="730215"/>
                  </a:lnTo>
                  <a:lnTo>
                    <a:pt x="994056" y="730351"/>
                  </a:lnTo>
                  <a:lnTo>
                    <a:pt x="994000" y="731003"/>
                  </a:lnTo>
                  <a:lnTo>
                    <a:pt x="993428" y="731815"/>
                  </a:lnTo>
                  <a:lnTo>
                    <a:pt x="992738" y="732064"/>
                  </a:lnTo>
                  <a:lnTo>
                    <a:pt x="992445" y="732362"/>
                  </a:lnTo>
                  <a:lnTo>
                    <a:pt x="992672" y="732556"/>
                  </a:lnTo>
                  <a:lnTo>
                    <a:pt x="992703" y="732807"/>
                  </a:lnTo>
                  <a:lnTo>
                    <a:pt x="992477" y="732859"/>
                  </a:lnTo>
                  <a:lnTo>
                    <a:pt x="992220" y="732884"/>
                  </a:lnTo>
                  <a:lnTo>
                    <a:pt x="991769" y="732852"/>
                  </a:lnTo>
                  <a:lnTo>
                    <a:pt x="990991" y="732534"/>
                  </a:lnTo>
                  <a:lnTo>
                    <a:pt x="990490" y="732583"/>
                  </a:lnTo>
                  <a:lnTo>
                    <a:pt x="989790" y="733050"/>
                  </a:lnTo>
                  <a:lnTo>
                    <a:pt x="989263" y="733161"/>
                  </a:lnTo>
                  <a:lnTo>
                    <a:pt x="989020" y="733312"/>
                  </a:lnTo>
                  <a:lnTo>
                    <a:pt x="989082" y="733536"/>
                  </a:lnTo>
                  <a:lnTo>
                    <a:pt x="988614" y="733993"/>
                  </a:lnTo>
                  <a:lnTo>
                    <a:pt x="988129" y="734248"/>
                  </a:lnTo>
                  <a:lnTo>
                    <a:pt x="987922" y="734561"/>
                  </a:lnTo>
                  <a:lnTo>
                    <a:pt x="988280" y="735132"/>
                  </a:lnTo>
                  <a:lnTo>
                    <a:pt x="988271" y="735313"/>
                  </a:lnTo>
                  <a:lnTo>
                    <a:pt x="987775" y="735431"/>
                  </a:lnTo>
                  <a:lnTo>
                    <a:pt x="987717" y="735268"/>
                  </a:lnTo>
                  <a:lnTo>
                    <a:pt x="987166" y="735213"/>
                  </a:lnTo>
                  <a:lnTo>
                    <a:pt x="986965" y="735266"/>
                  </a:lnTo>
                  <a:lnTo>
                    <a:pt x="986696" y="735713"/>
                  </a:lnTo>
                  <a:lnTo>
                    <a:pt x="987076" y="736069"/>
                  </a:lnTo>
                  <a:lnTo>
                    <a:pt x="986651" y="735903"/>
                  </a:lnTo>
                  <a:lnTo>
                    <a:pt x="986319" y="735735"/>
                  </a:lnTo>
                  <a:lnTo>
                    <a:pt x="986250" y="735896"/>
                  </a:lnTo>
                  <a:lnTo>
                    <a:pt x="985847" y="736770"/>
                  </a:lnTo>
                  <a:lnTo>
                    <a:pt x="986034" y="736867"/>
                  </a:lnTo>
                  <a:lnTo>
                    <a:pt x="986739" y="736949"/>
                  </a:lnTo>
                  <a:lnTo>
                    <a:pt x="986942" y="737008"/>
                  </a:lnTo>
                  <a:lnTo>
                    <a:pt x="987172" y="737137"/>
                  </a:lnTo>
                  <a:lnTo>
                    <a:pt x="987371" y="737454"/>
                  </a:lnTo>
                  <a:lnTo>
                    <a:pt x="987229" y="737636"/>
                  </a:lnTo>
                  <a:lnTo>
                    <a:pt x="986954" y="737920"/>
                  </a:lnTo>
                  <a:lnTo>
                    <a:pt x="986788" y="737858"/>
                  </a:lnTo>
                  <a:lnTo>
                    <a:pt x="986420" y="737770"/>
                  </a:lnTo>
                  <a:lnTo>
                    <a:pt x="985591" y="737717"/>
                  </a:lnTo>
                  <a:lnTo>
                    <a:pt x="985445" y="737746"/>
                  </a:lnTo>
                  <a:lnTo>
                    <a:pt x="985172" y="738090"/>
                  </a:lnTo>
                  <a:lnTo>
                    <a:pt x="984827" y="738386"/>
                  </a:lnTo>
                  <a:lnTo>
                    <a:pt x="984622" y="738590"/>
                  </a:lnTo>
                  <a:lnTo>
                    <a:pt x="984433" y="738722"/>
                  </a:lnTo>
                  <a:lnTo>
                    <a:pt x="984403" y="738920"/>
                  </a:lnTo>
                  <a:lnTo>
                    <a:pt x="984109" y="739041"/>
                  </a:lnTo>
                  <a:lnTo>
                    <a:pt x="983748" y="739159"/>
                  </a:lnTo>
                  <a:lnTo>
                    <a:pt x="983617" y="739201"/>
                  </a:lnTo>
                  <a:lnTo>
                    <a:pt x="983343" y="739370"/>
                  </a:lnTo>
                  <a:lnTo>
                    <a:pt x="982793" y="739797"/>
                  </a:lnTo>
                  <a:lnTo>
                    <a:pt x="982711" y="740422"/>
                  </a:lnTo>
                  <a:lnTo>
                    <a:pt x="982603" y="740656"/>
                  </a:lnTo>
                  <a:lnTo>
                    <a:pt x="982388" y="740791"/>
                  </a:lnTo>
                  <a:lnTo>
                    <a:pt x="982194" y="740814"/>
                  </a:lnTo>
                  <a:lnTo>
                    <a:pt x="982036" y="740916"/>
                  </a:lnTo>
                  <a:lnTo>
                    <a:pt x="981570" y="741531"/>
                  </a:lnTo>
                  <a:lnTo>
                    <a:pt x="981545" y="741950"/>
                  </a:lnTo>
                  <a:lnTo>
                    <a:pt x="981140" y="742188"/>
                  </a:lnTo>
                  <a:lnTo>
                    <a:pt x="980893" y="742548"/>
                  </a:lnTo>
                  <a:lnTo>
                    <a:pt x="980693" y="742817"/>
                  </a:lnTo>
                  <a:lnTo>
                    <a:pt x="980360" y="742881"/>
                  </a:lnTo>
                  <a:lnTo>
                    <a:pt x="980196" y="743139"/>
                  </a:lnTo>
                  <a:lnTo>
                    <a:pt x="980309" y="743656"/>
                  </a:lnTo>
                  <a:lnTo>
                    <a:pt x="980243" y="744323"/>
                  </a:lnTo>
                  <a:lnTo>
                    <a:pt x="980392" y="744852"/>
                  </a:lnTo>
                  <a:lnTo>
                    <a:pt x="980507" y="745001"/>
                  </a:lnTo>
                  <a:lnTo>
                    <a:pt x="980539" y="745335"/>
                  </a:lnTo>
                  <a:lnTo>
                    <a:pt x="980333" y="745492"/>
                  </a:lnTo>
                  <a:lnTo>
                    <a:pt x="979851" y="745858"/>
                  </a:lnTo>
                  <a:lnTo>
                    <a:pt x="979567" y="746005"/>
                  </a:lnTo>
                  <a:lnTo>
                    <a:pt x="979191" y="746443"/>
                  </a:lnTo>
                  <a:lnTo>
                    <a:pt x="979119" y="746587"/>
                  </a:lnTo>
                  <a:lnTo>
                    <a:pt x="978819" y="746684"/>
                  </a:lnTo>
                  <a:lnTo>
                    <a:pt x="978518" y="746798"/>
                  </a:lnTo>
                  <a:lnTo>
                    <a:pt x="978127" y="746714"/>
                  </a:lnTo>
                  <a:lnTo>
                    <a:pt x="977434" y="746567"/>
                  </a:lnTo>
                  <a:lnTo>
                    <a:pt x="977063" y="746402"/>
                  </a:lnTo>
                  <a:lnTo>
                    <a:pt x="976789" y="746211"/>
                  </a:lnTo>
                  <a:lnTo>
                    <a:pt x="976474" y="746232"/>
                  </a:lnTo>
                  <a:lnTo>
                    <a:pt x="976214" y="745848"/>
                  </a:lnTo>
                  <a:lnTo>
                    <a:pt x="976037" y="744223"/>
                  </a:lnTo>
                  <a:lnTo>
                    <a:pt x="976587" y="743456"/>
                  </a:lnTo>
                  <a:lnTo>
                    <a:pt x="976734" y="742998"/>
                  </a:lnTo>
                  <a:lnTo>
                    <a:pt x="976598" y="743030"/>
                  </a:lnTo>
                  <a:lnTo>
                    <a:pt x="976329" y="742860"/>
                  </a:lnTo>
                  <a:lnTo>
                    <a:pt x="976518" y="741929"/>
                  </a:lnTo>
                  <a:lnTo>
                    <a:pt x="976624" y="741687"/>
                  </a:lnTo>
                  <a:lnTo>
                    <a:pt x="976597" y="741463"/>
                  </a:lnTo>
                  <a:lnTo>
                    <a:pt x="976538" y="741254"/>
                  </a:lnTo>
                  <a:lnTo>
                    <a:pt x="976528" y="741097"/>
                  </a:lnTo>
                  <a:lnTo>
                    <a:pt x="975752" y="740926"/>
                  </a:lnTo>
                  <a:lnTo>
                    <a:pt x="975123" y="739831"/>
                  </a:lnTo>
                  <a:lnTo>
                    <a:pt x="975113" y="739490"/>
                  </a:lnTo>
                  <a:lnTo>
                    <a:pt x="974952" y="738894"/>
                  </a:lnTo>
                  <a:lnTo>
                    <a:pt x="974821" y="738731"/>
                  </a:lnTo>
                  <a:lnTo>
                    <a:pt x="974384" y="738100"/>
                  </a:lnTo>
                  <a:lnTo>
                    <a:pt x="974377" y="737950"/>
                  </a:lnTo>
                  <a:lnTo>
                    <a:pt x="974363" y="737546"/>
                  </a:lnTo>
                  <a:lnTo>
                    <a:pt x="974401" y="737323"/>
                  </a:lnTo>
                  <a:lnTo>
                    <a:pt x="974447" y="737172"/>
                  </a:lnTo>
                  <a:lnTo>
                    <a:pt x="974404" y="736987"/>
                  </a:lnTo>
                  <a:lnTo>
                    <a:pt x="973666" y="736373"/>
                  </a:lnTo>
                  <a:lnTo>
                    <a:pt x="972812" y="735856"/>
                  </a:lnTo>
                  <a:lnTo>
                    <a:pt x="972841" y="735588"/>
                  </a:lnTo>
                  <a:lnTo>
                    <a:pt x="972952" y="735108"/>
                  </a:lnTo>
                  <a:lnTo>
                    <a:pt x="973081" y="734635"/>
                  </a:lnTo>
                  <a:lnTo>
                    <a:pt x="973110" y="734417"/>
                  </a:lnTo>
                  <a:lnTo>
                    <a:pt x="973125" y="734044"/>
                  </a:lnTo>
                  <a:lnTo>
                    <a:pt x="973085" y="733844"/>
                  </a:lnTo>
                  <a:lnTo>
                    <a:pt x="972981" y="733527"/>
                  </a:lnTo>
                  <a:lnTo>
                    <a:pt x="972773" y="733202"/>
                  </a:lnTo>
                  <a:lnTo>
                    <a:pt x="972635" y="733172"/>
                  </a:lnTo>
                  <a:lnTo>
                    <a:pt x="972344" y="733105"/>
                  </a:lnTo>
                  <a:lnTo>
                    <a:pt x="972181" y="733004"/>
                  </a:lnTo>
                  <a:lnTo>
                    <a:pt x="971992" y="732846"/>
                  </a:lnTo>
                  <a:lnTo>
                    <a:pt x="971777" y="732603"/>
                  </a:lnTo>
                  <a:lnTo>
                    <a:pt x="971528" y="732105"/>
                  </a:lnTo>
                  <a:lnTo>
                    <a:pt x="971414" y="731803"/>
                  </a:lnTo>
                  <a:lnTo>
                    <a:pt x="971383" y="731573"/>
                  </a:lnTo>
                  <a:lnTo>
                    <a:pt x="970765" y="731368"/>
                  </a:lnTo>
                  <a:lnTo>
                    <a:pt x="970538" y="730869"/>
                  </a:lnTo>
                  <a:lnTo>
                    <a:pt x="970522" y="730604"/>
                  </a:lnTo>
                  <a:lnTo>
                    <a:pt x="970161" y="729853"/>
                  </a:lnTo>
                  <a:lnTo>
                    <a:pt x="969842" y="729121"/>
                  </a:lnTo>
                  <a:lnTo>
                    <a:pt x="969475" y="728512"/>
                  </a:lnTo>
                  <a:lnTo>
                    <a:pt x="968229" y="727496"/>
                  </a:lnTo>
                  <a:lnTo>
                    <a:pt x="968023" y="727339"/>
                  </a:lnTo>
                  <a:lnTo>
                    <a:pt x="967945" y="727180"/>
                  </a:lnTo>
                  <a:lnTo>
                    <a:pt x="967984" y="726714"/>
                  </a:lnTo>
                  <a:lnTo>
                    <a:pt x="967861" y="726319"/>
                  </a:lnTo>
                  <a:lnTo>
                    <a:pt x="967675" y="726082"/>
                  </a:lnTo>
                  <a:lnTo>
                    <a:pt x="967598" y="725128"/>
                  </a:lnTo>
                  <a:lnTo>
                    <a:pt x="968100" y="724930"/>
                  </a:lnTo>
                  <a:lnTo>
                    <a:pt x="968469" y="724355"/>
                  </a:lnTo>
                  <a:lnTo>
                    <a:pt x="968446" y="723901"/>
                  </a:lnTo>
                  <a:lnTo>
                    <a:pt x="968576" y="723705"/>
                  </a:lnTo>
                  <a:lnTo>
                    <a:pt x="968676" y="723565"/>
                  </a:lnTo>
                  <a:lnTo>
                    <a:pt x="968513" y="722927"/>
                  </a:lnTo>
                  <a:lnTo>
                    <a:pt x="968472" y="722738"/>
                  </a:lnTo>
                  <a:lnTo>
                    <a:pt x="968422" y="722311"/>
                  </a:lnTo>
                  <a:lnTo>
                    <a:pt x="968273" y="722082"/>
                  </a:lnTo>
                  <a:lnTo>
                    <a:pt x="968111" y="721852"/>
                  </a:lnTo>
                  <a:lnTo>
                    <a:pt x="967908" y="721794"/>
                  </a:lnTo>
                  <a:lnTo>
                    <a:pt x="967299" y="721740"/>
                  </a:lnTo>
                  <a:lnTo>
                    <a:pt x="966860" y="721801"/>
                  </a:lnTo>
                  <a:lnTo>
                    <a:pt x="966567" y="721835"/>
                  </a:lnTo>
                  <a:lnTo>
                    <a:pt x="966308" y="721763"/>
                  </a:lnTo>
                  <a:lnTo>
                    <a:pt x="966099" y="721708"/>
                  </a:lnTo>
                  <a:lnTo>
                    <a:pt x="965713" y="721700"/>
                  </a:lnTo>
                  <a:lnTo>
                    <a:pt x="965323" y="721846"/>
                  </a:lnTo>
                  <a:lnTo>
                    <a:pt x="964835" y="721900"/>
                  </a:lnTo>
                  <a:lnTo>
                    <a:pt x="964681" y="721708"/>
                  </a:lnTo>
                  <a:lnTo>
                    <a:pt x="964351" y="721694"/>
                  </a:lnTo>
                  <a:lnTo>
                    <a:pt x="964068" y="721745"/>
                  </a:lnTo>
                  <a:lnTo>
                    <a:pt x="963112" y="721390"/>
                  </a:lnTo>
                  <a:lnTo>
                    <a:pt x="962910" y="721442"/>
                  </a:lnTo>
                  <a:lnTo>
                    <a:pt x="962720" y="720979"/>
                  </a:lnTo>
                  <a:lnTo>
                    <a:pt x="962432" y="721105"/>
                  </a:lnTo>
                  <a:lnTo>
                    <a:pt x="962043" y="721263"/>
                  </a:lnTo>
                  <a:lnTo>
                    <a:pt x="961185" y="720506"/>
                  </a:lnTo>
                  <a:lnTo>
                    <a:pt x="960984" y="720418"/>
                  </a:lnTo>
                  <a:lnTo>
                    <a:pt x="960548" y="720428"/>
                  </a:lnTo>
                  <a:lnTo>
                    <a:pt x="960397" y="720459"/>
                  </a:lnTo>
                  <a:lnTo>
                    <a:pt x="960261" y="720481"/>
                  </a:lnTo>
                  <a:lnTo>
                    <a:pt x="959341" y="720394"/>
                  </a:lnTo>
                  <a:lnTo>
                    <a:pt x="959279" y="720232"/>
                  </a:lnTo>
                  <a:lnTo>
                    <a:pt x="959132" y="720040"/>
                  </a:lnTo>
                  <a:lnTo>
                    <a:pt x="958729" y="719709"/>
                  </a:lnTo>
                  <a:lnTo>
                    <a:pt x="958294" y="719730"/>
                  </a:lnTo>
                  <a:lnTo>
                    <a:pt x="958237" y="719347"/>
                  </a:lnTo>
                  <a:lnTo>
                    <a:pt x="958193" y="719185"/>
                  </a:lnTo>
                  <a:lnTo>
                    <a:pt x="957954" y="718649"/>
                  </a:lnTo>
                  <a:lnTo>
                    <a:pt x="957722" y="718611"/>
                  </a:lnTo>
                  <a:lnTo>
                    <a:pt x="957154" y="718565"/>
                  </a:lnTo>
                  <a:lnTo>
                    <a:pt x="956848" y="718354"/>
                  </a:lnTo>
                  <a:lnTo>
                    <a:pt x="956391" y="718085"/>
                  </a:lnTo>
                  <a:lnTo>
                    <a:pt x="956461" y="717885"/>
                  </a:lnTo>
                  <a:lnTo>
                    <a:pt x="956354" y="717658"/>
                  </a:lnTo>
                  <a:lnTo>
                    <a:pt x="956193" y="717777"/>
                  </a:lnTo>
                  <a:lnTo>
                    <a:pt x="956048" y="717913"/>
                  </a:lnTo>
                  <a:lnTo>
                    <a:pt x="955619" y="717840"/>
                  </a:lnTo>
                  <a:lnTo>
                    <a:pt x="954999" y="717784"/>
                  </a:lnTo>
                  <a:lnTo>
                    <a:pt x="955043" y="717547"/>
                  </a:lnTo>
                  <a:lnTo>
                    <a:pt x="955205" y="717216"/>
                  </a:lnTo>
                  <a:lnTo>
                    <a:pt x="955634" y="716468"/>
                  </a:lnTo>
                  <a:lnTo>
                    <a:pt x="956218" y="716039"/>
                  </a:lnTo>
                  <a:lnTo>
                    <a:pt x="956370" y="715730"/>
                  </a:lnTo>
                  <a:lnTo>
                    <a:pt x="956453" y="714905"/>
                  </a:lnTo>
                  <a:lnTo>
                    <a:pt x="956338" y="714621"/>
                  </a:lnTo>
                  <a:lnTo>
                    <a:pt x="956193" y="714584"/>
                  </a:lnTo>
                  <a:lnTo>
                    <a:pt x="955387" y="714401"/>
                  </a:lnTo>
                  <a:lnTo>
                    <a:pt x="955059" y="714467"/>
                  </a:lnTo>
                  <a:lnTo>
                    <a:pt x="954540" y="714087"/>
                  </a:lnTo>
                  <a:lnTo>
                    <a:pt x="954027" y="713510"/>
                  </a:lnTo>
                  <a:lnTo>
                    <a:pt x="953747" y="713258"/>
                  </a:lnTo>
                  <a:lnTo>
                    <a:pt x="953424" y="713245"/>
                  </a:lnTo>
                  <a:lnTo>
                    <a:pt x="953396" y="713441"/>
                  </a:lnTo>
                  <a:lnTo>
                    <a:pt x="953365" y="713819"/>
                  </a:lnTo>
                  <a:lnTo>
                    <a:pt x="953174" y="714317"/>
                  </a:lnTo>
                  <a:lnTo>
                    <a:pt x="952957" y="714667"/>
                  </a:lnTo>
                  <a:lnTo>
                    <a:pt x="952803" y="715107"/>
                  </a:lnTo>
                  <a:lnTo>
                    <a:pt x="952299" y="715456"/>
                  </a:lnTo>
                  <a:lnTo>
                    <a:pt x="951359" y="715964"/>
                  </a:lnTo>
                  <a:lnTo>
                    <a:pt x="951152" y="715957"/>
                  </a:lnTo>
                  <a:lnTo>
                    <a:pt x="950843" y="716037"/>
                  </a:lnTo>
                  <a:lnTo>
                    <a:pt x="950553" y="716552"/>
                  </a:lnTo>
                  <a:lnTo>
                    <a:pt x="950483" y="716722"/>
                  </a:lnTo>
                  <a:lnTo>
                    <a:pt x="949602" y="717125"/>
                  </a:lnTo>
                  <a:lnTo>
                    <a:pt x="948686" y="717222"/>
                  </a:lnTo>
                  <a:lnTo>
                    <a:pt x="948104" y="717486"/>
                  </a:lnTo>
                  <a:lnTo>
                    <a:pt x="947402" y="717387"/>
                  </a:lnTo>
                  <a:lnTo>
                    <a:pt x="946844" y="717489"/>
                  </a:lnTo>
                  <a:lnTo>
                    <a:pt x="946501" y="717732"/>
                  </a:lnTo>
                  <a:lnTo>
                    <a:pt x="946410" y="717873"/>
                  </a:lnTo>
                  <a:lnTo>
                    <a:pt x="946320" y="718026"/>
                  </a:lnTo>
                  <a:lnTo>
                    <a:pt x="946213" y="718215"/>
                  </a:lnTo>
                  <a:lnTo>
                    <a:pt x="945909" y="718466"/>
                  </a:lnTo>
                  <a:lnTo>
                    <a:pt x="944872" y="719083"/>
                  </a:lnTo>
                  <a:lnTo>
                    <a:pt x="944619" y="719090"/>
                  </a:lnTo>
                  <a:lnTo>
                    <a:pt x="944448" y="719133"/>
                  </a:lnTo>
                  <a:lnTo>
                    <a:pt x="944046" y="719309"/>
                  </a:lnTo>
                  <a:lnTo>
                    <a:pt x="943857" y="719946"/>
                  </a:lnTo>
                  <a:lnTo>
                    <a:pt x="943826" y="720148"/>
                  </a:lnTo>
                  <a:lnTo>
                    <a:pt x="943692" y="720501"/>
                  </a:lnTo>
                  <a:lnTo>
                    <a:pt x="943302" y="720999"/>
                  </a:lnTo>
                  <a:lnTo>
                    <a:pt x="943051" y="721182"/>
                  </a:lnTo>
                  <a:lnTo>
                    <a:pt x="942734" y="721542"/>
                  </a:lnTo>
                  <a:lnTo>
                    <a:pt x="942549" y="722059"/>
                  </a:lnTo>
                  <a:lnTo>
                    <a:pt x="942406" y="722549"/>
                  </a:lnTo>
                  <a:lnTo>
                    <a:pt x="942609" y="722987"/>
                  </a:lnTo>
                  <a:lnTo>
                    <a:pt x="943059" y="722972"/>
                  </a:lnTo>
                  <a:lnTo>
                    <a:pt x="943255" y="722916"/>
                  </a:lnTo>
                  <a:lnTo>
                    <a:pt x="943567" y="723058"/>
                  </a:lnTo>
                  <a:lnTo>
                    <a:pt x="943746" y="723279"/>
                  </a:lnTo>
                  <a:lnTo>
                    <a:pt x="944158" y="724046"/>
                  </a:lnTo>
                  <a:lnTo>
                    <a:pt x="944211" y="724315"/>
                  </a:lnTo>
                  <a:lnTo>
                    <a:pt x="944575" y="724780"/>
                  </a:lnTo>
                  <a:lnTo>
                    <a:pt x="944925" y="725527"/>
                  </a:lnTo>
                  <a:lnTo>
                    <a:pt x="945076" y="726002"/>
                  </a:lnTo>
                  <a:lnTo>
                    <a:pt x="945229" y="726193"/>
                  </a:lnTo>
                  <a:lnTo>
                    <a:pt x="945637" y="726392"/>
                  </a:lnTo>
                  <a:lnTo>
                    <a:pt x="945939" y="726448"/>
                  </a:lnTo>
                  <a:lnTo>
                    <a:pt x="946856" y="726341"/>
                  </a:lnTo>
                  <a:lnTo>
                    <a:pt x="947398" y="726688"/>
                  </a:lnTo>
                  <a:lnTo>
                    <a:pt x="947981" y="727083"/>
                  </a:lnTo>
                  <a:lnTo>
                    <a:pt x="948357" y="727739"/>
                  </a:lnTo>
                  <a:lnTo>
                    <a:pt x="948250" y="728236"/>
                  </a:lnTo>
                  <a:lnTo>
                    <a:pt x="948208" y="729059"/>
                  </a:lnTo>
                  <a:lnTo>
                    <a:pt x="948328" y="729782"/>
                  </a:lnTo>
                  <a:lnTo>
                    <a:pt x="948167" y="730138"/>
                  </a:lnTo>
                  <a:lnTo>
                    <a:pt x="948057" y="730618"/>
                  </a:lnTo>
                  <a:lnTo>
                    <a:pt x="947932" y="731057"/>
                  </a:lnTo>
                  <a:lnTo>
                    <a:pt x="947518" y="731501"/>
                  </a:lnTo>
                  <a:lnTo>
                    <a:pt x="947413" y="731813"/>
                  </a:lnTo>
                  <a:lnTo>
                    <a:pt x="947219" y="732163"/>
                  </a:lnTo>
                  <a:lnTo>
                    <a:pt x="947129" y="732295"/>
                  </a:lnTo>
                  <a:lnTo>
                    <a:pt x="946772" y="732732"/>
                  </a:lnTo>
                  <a:lnTo>
                    <a:pt x="946533" y="732953"/>
                  </a:lnTo>
                  <a:lnTo>
                    <a:pt x="945870" y="733520"/>
                  </a:lnTo>
                  <a:lnTo>
                    <a:pt x="945976" y="733782"/>
                  </a:lnTo>
                  <a:lnTo>
                    <a:pt x="946076" y="734437"/>
                  </a:lnTo>
                  <a:lnTo>
                    <a:pt x="945916" y="734776"/>
                  </a:lnTo>
                  <a:lnTo>
                    <a:pt x="946064" y="735376"/>
                  </a:lnTo>
                  <a:lnTo>
                    <a:pt x="946182" y="735623"/>
                  </a:lnTo>
                  <a:lnTo>
                    <a:pt x="946196" y="735831"/>
                  </a:lnTo>
                  <a:lnTo>
                    <a:pt x="946176" y="736598"/>
                  </a:lnTo>
                  <a:lnTo>
                    <a:pt x="945974" y="737142"/>
                  </a:lnTo>
                  <a:lnTo>
                    <a:pt x="945861" y="737311"/>
                  </a:lnTo>
                  <a:lnTo>
                    <a:pt x="945846" y="737462"/>
                  </a:lnTo>
                  <a:lnTo>
                    <a:pt x="945955" y="737877"/>
                  </a:lnTo>
                  <a:lnTo>
                    <a:pt x="946224" y="738263"/>
                  </a:lnTo>
                  <a:lnTo>
                    <a:pt x="946077" y="738645"/>
                  </a:lnTo>
                  <a:lnTo>
                    <a:pt x="946003" y="738835"/>
                  </a:lnTo>
                  <a:lnTo>
                    <a:pt x="945913" y="739119"/>
                  </a:lnTo>
                  <a:lnTo>
                    <a:pt x="945703" y="739582"/>
                  </a:lnTo>
                  <a:lnTo>
                    <a:pt x="945631" y="739732"/>
                  </a:lnTo>
                  <a:lnTo>
                    <a:pt x="945552" y="739946"/>
                  </a:lnTo>
                  <a:lnTo>
                    <a:pt x="945490" y="740116"/>
                  </a:lnTo>
                  <a:lnTo>
                    <a:pt x="945544" y="740500"/>
                  </a:lnTo>
                  <a:lnTo>
                    <a:pt x="945500" y="741062"/>
                  </a:lnTo>
                  <a:lnTo>
                    <a:pt x="945278" y="741556"/>
                  </a:lnTo>
                  <a:lnTo>
                    <a:pt x="944694" y="741977"/>
                  </a:lnTo>
                  <a:lnTo>
                    <a:pt x="944498" y="742245"/>
                  </a:lnTo>
                  <a:lnTo>
                    <a:pt x="944382" y="742677"/>
                  </a:lnTo>
                  <a:lnTo>
                    <a:pt x="944765" y="743163"/>
                  </a:lnTo>
                  <a:lnTo>
                    <a:pt x="945120" y="743289"/>
                  </a:lnTo>
                  <a:lnTo>
                    <a:pt x="945535" y="743557"/>
                  </a:lnTo>
                  <a:lnTo>
                    <a:pt x="945234" y="744234"/>
                  </a:lnTo>
                  <a:lnTo>
                    <a:pt x="945011" y="744378"/>
                  </a:lnTo>
                  <a:lnTo>
                    <a:pt x="945021" y="744662"/>
                  </a:lnTo>
                  <a:lnTo>
                    <a:pt x="945333" y="745453"/>
                  </a:lnTo>
                  <a:lnTo>
                    <a:pt x="945042" y="745670"/>
                  </a:lnTo>
                  <a:lnTo>
                    <a:pt x="944771" y="746169"/>
                  </a:lnTo>
                  <a:lnTo>
                    <a:pt x="944774" y="746411"/>
                  </a:lnTo>
                  <a:lnTo>
                    <a:pt x="945006" y="747023"/>
                  </a:lnTo>
                  <a:lnTo>
                    <a:pt x="945152" y="747232"/>
                  </a:lnTo>
                  <a:lnTo>
                    <a:pt x="945388" y="747654"/>
                  </a:lnTo>
                  <a:lnTo>
                    <a:pt x="945368" y="748159"/>
                  </a:lnTo>
                  <a:lnTo>
                    <a:pt x="945113" y="748677"/>
                  </a:lnTo>
                  <a:lnTo>
                    <a:pt x="945202" y="749174"/>
                  </a:lnTo>
                  <a:lnTo>
                    <a:pt x="945590" y="749428"/>
                  </a:lnTo>
                  <a:lnTo>
                    <a:pt x="945845" y="749549"/>
                  </a:lnTo>
                  <a:lnTo>
                    <a:pt x="946074" y="749806"/>
                  </a:lnTo>
                  <a:lnTo>
                    <a:pt x="946308" y="750075"/>
                  </a:lnTo>
                  <a:lnTo>
                    <a:pt x="946643" y="750732"/>
                  </a:lnTo>
                  <a:lnTo>
                    <a:pt x="946839" y="750845"/>
                  </a:lnTo>
                  <a:lnTo>
                    <a:pt x="947369" y="751078"/>
                  </a:lnTo>
                  <a:lnTo>
                    <a:pt x="947759" y="751103"/>
                  </a:lnTo>
                  <a:lnTo>
                    <a:pt x="948692" y="751601"/>
                  </a:lnTo>
                  <a:lnTo>
                    <a:pt x="948957" y="751640"/>
                  </a:lnTo>
                  <a:lnTo>
                    <a:pt x="949781" y="752072"/>
                  </a:lnTo>
                  <a:lnTo>
                    <a:pt x="949771" y="752407"/>
                  </a:lnTo>
                  <a:lnTo>
                    <a:pt x="949660" y="752631"/>
                  </a:lnTo>
                  <a:lnTo>
                    <a:pt x="949758" y="752762"/>
                  </a:lnTo>
                  <a:lnTo>
                    <a:pt x="949829" y="753168"/>
                  </a:lnTo>
                  <a:lnTo>
                    <a:pt x="949634" y="753343"/>
                  </a:lnTo>
                  <a:lnTo>
                    <a:pt x="948916" y="753294"/>
                  </a:lnTo>
                  <a:lnTo>
                    <a:pt x="948598" y="753183"/>
                  </a:lnTo>
                  <a:lnTo>
                    <a:pt x="947409" y="753178"/>
                  </a:lnTo>
                  <a:lnTo>
                    <a:pt x="947466" y="753694"/>
                  </a:lnTo>
                  <a:lnTo>
                    <a:pt x="947659" y="754165"/>
                  </a:lnTo>
                  <a:lnTo>
                    <a:pt x="947831" y="754459"/>
                  </a:lnTo>
                  <a:lnTo>
                    <a:pt x="947959" y="754559"/>
                  </a:lnTo>
                  <a:lnTo>
                    <a:pt x="948150" y="754667"/>
                  </a:lnTo>
                  <a:lnTo>
                    <a:pt x="948344" y="755295"/>
                  </a:lnTo>
                  <a:lnTo>
                    <a:pt x="948657" y="755318"/>
                  </a:lnTo>
                  <a:lnTo>
                    <a:pt x="948955" y="755538"/>
                  </a:lnTo>
                  <a:lnTo>
                    <a:pt x="948979" y="756181"/>
                  </a:lnTo>
                  <a:lnTo>
                    <a:pt x="948860" y="756360"/>
                  </a:lnTo>
                  <a:lnTo>
                    <a:pt x="948936" y="756687"/>
                  </a:lnTo>
                  <a:lnTo>
                    <a:pt x="949297" y="757262"/>
                  </a:lnTo>
                  <a:lnTo>
                    <a:pt x="948886" y="757666"/>
                  </a:lnTo>
                  <a:lnTo>
                    <a:pt x="948647" y="757780"/>
                  </a:lnTo>
                  <a:lnTo>
                    <a:pt x="948178" y="758040"/>
                  </a:lnTo>
                  <a:lnTo>
                    <a:pt x="947837" y="758717"/>
                  </a:lnTo>
                  <a:lnTo>
                    <a:pt x="947818" y="759088"/>
                  </a:lnTo>
                  <a:lnTo>
                    <a:pt x="947969" y="759604"/>
                  </a:lnTo>
                  <a:lnTo>
                    <a:pt x="947834" y="760233"/>
                  </a:lnTo>
                  <a:lnTo>
                    <a:pt x="947259" y="760522"/>
                  </a:lnTo>
                  <a:lnTo>
                    <a:pt x="946962" y="760616"/>
                  </a:lnTo>
                  <a:lnTo>
                    <a:pt x="946627" y="760562"/>
                  </a:lnTo>
                  <a:lnTo>
                    <a:pt x="945948" y="760640"/>
                  </a:lnTo>
                  <a:lnTo>
                    <a:pt x="945566" y="760890"/>
                  </a:lnTo>
                  <a:lnTo>
                    <a:pt x="945291" y="761159"/>
                  </a:lnTo>
                  <a:lnTo>
                    <a:pt x="945574" y="761487"/>
                  </a:lnTo>
                  <a:lnTo>
                    <a:pt x="945940" y="761641"/>
                  </a:lnTo>
                  <a:lnTo>
                    <a:pt x="946090" y="761816"/>
                  </a:lnTo>
                  <a:lnTo>
                    <a:pt x="946112" y="762336"/>
                  </a:lnTo>
                  <a:lnTo>
                    <a:pt x="946061" y="762562"/>
                  </a:lnTo>
                  <a:lnTo>
                    <a:pt x="945650" y="762907"/>
                  </a:lnTo>
                  <a:lnTo>
                    <a:pt x="946032" y="763592"/>
                  </a:lnTo>
                  <a:lnTo>
                    <a:pt x="946132" y="764209"/>
                  </a:lnTo>
                  <a:lnTo>
                    <a:pt x="945825" y="764585"/>
                  </a:lnTo>
                  <a:lnTo>
                    <a:pt x="945565" y="764379"/>
                  </a:lnTo>
                  <a:lnTo>
                    <a:pt x="945539" y="764228"/>
                  </a:lnTo>
                  <a:lnTo>
                    <a:pt x="945533" y="764060"/>
                  </a:lnTo>
                  <a:lnTo>
                    <a:pt x="945498" y="763884"/>
                  </a:lnTo>
                  <a:lnTo>
                    <a:pt x="945273" y="763914"/>
                  </a:lnTo>
                  <a:lnTo>
                    <a:pt x="945217" y="764141"/>
                  </a:lnTo>
                  <a:lnTo>
                    <a:pt x="944974" y="764584"/>
                  </a:lnTo>
                  <a:lnTo>
                    <a:pt x="944316" y="764644"/>
                  </a:lnTo>
                  <a:lnTo>
                    <a:pt x="943888" y="764597"/>
                  </a:lnTo>
                  <a:lnTo>
                    <a:pt x="943111" y="764707"/>
                  </a:lnTo>
                  <a:lnTo>
                    <a:pt x="942628" y="764826"/>
                  </a:lnTo>
                  <a:lnTo>
                    <a:pt x="942359" y="765077"/>
                  </a:lnTo>
                  <a:lnTo>
                    <a:pt x="942192" y="765414"/>
                  </a:lnTo>
                  <a:lnTo>
                    <a:pt x="941903" y="765405"/>
                  </a:lnTo>
                  <a:lnTo>
                    <a:pt x="941316" y="765661"/>
                  </a:lnTo>
                  <a:lnTo>
                    <a:pt x="941122" y="765839"/>
                  </a:lnTo>
                  <a:lnTo>
                    <a:pt x="940893" y="766395"/>
                  </a:lnTo>
                  <a:lnTo>
                    <a:pt x="940559" y="766585"/>
                  </a:lnTo>
                  <a:lnTo>
                    <a:pt x="939766" y="766500"/>
                  </a:lnTo>
                  <a:lnTo>
                    <a:pt x="939564" y="766419"/>
                  </a:lnTo>
                  <a:lnTo>
                    <a:pt x="938768" y="766085"/>
                  </a:lnTo>
                  <a:lnTo>
                    <a:pt x="938520" y="766068"/>
                  </a:lnTo>
                  <a:lnTo>
                    <a:pt x="938313" y="766092"/>
                  </a:lnTo>
                  <a:lnTo>
                    <a:pt x="938168" y="766133"/>
                  </a:lnTo>
                  <a:lnTo>
                    <a:pt x="937860" y="766238"/>
                  </a:lnTo>
                  <a:lnTo>
                    <a:pt x="937470" y="766159"/>
                  </a:lnTo>
                  <a:lnTo>
                    <a:pt x="937054" y="766140"/>
                  </a:lnTo>
                  <a:lnTo>
                    <a:pt x="936557" y="766258"/>
                  </a:lnTo>
                  <a:lnTo>
                    <a:pt x="936293" y="766329"/>
                  </a:lnTo>
                  <a:lnTo>
                    <a:pt x="935349" y="766133"/>
                  </a:lnTo>
                  <a:lnTo>
                    <a:pt x="935020" y="766107"/>
                  </a:lnTo>
                  <a:lnTo>
                    <a:pt x="934665" y="766234"/>
                  </a:lnTo>
                  <a:lnTo>
                    <a:pt x="934521" y="766268"/>
                  </a:lnTo>
                  <a:lnTo>
                    <a:pt x="934182" y="766298"/>
                  </a:lnTo>
                  <a:lnTo>
                    <a:pt x="934036" y="766308"/>
                  </a:lnTo>
                  <a:lnTo>
                    <a:pt x="933804" y="766256"/>
                  </a:lnTo>
                  <a:lnTo>
                    <a:pt x="933307" y="766021"/>
                  </a:lnTo>
                  <a:lnTo>
                    <a:pt x="933140" y="765927"/>
                  </a:lnTo>
                  <a:lnTo>
                    <a:pt x="932953" y="765805"/>
                  </a:lnTo>
                  <a:lnTo>
                    <a:pt x="932270" y="765777"/>
                  </a:lnTo>
                  <a:lnTo>
                    <a:pt x="931680" y="765737"/>
                  </a:lnTo>
                  <a:lnTo>
                    <a:pt x="931391" y="765594"/>
                  </a:lnTo>
                  <a:lnTo>
                    <a:pt x="930497" y="765626"/>
                  </a:lnTo>
                  <a:lnTo>
                    <a:pt x="929905" y="765338"/>
                  </a:lnTo>
                  <a:lnTo>
                    <a:pt x="929740" y="765421"/>
                  </a:lnTo>
                  <a:lnTo>
                    <a:pt x="929303" y="765915"/>
                  </a:lnTo>
                  <a:lnTo>
                    <a:pt x="928664" y="765732"/>
                  </a:lnTo>
                  <a:lnTo>
                    <a:pt x="927922" y="765993"/>
                  </a:lnTo>
                  <a:lnTo>
                    <a:pt x="927556" y="765837"/>
                  </a:lnTo>
                  <a:lnTo>
                    <a:pt x="927003" y="765643"/>
                  </a:lnTo>
                  <a:lnTo>
                    <a:pt x="926478" y="765732"/>
                  </a:lnTo>
                  <a:lnTo>
                    <a:pt x="926234" y="765314"/>
                  </a:lnTo>
                  <a:lnTo>
                    <a:pt x="926157" y="764865"/>
                  </a:lnTo>
                  <a:lnTo>
                    <a:pt x="925834" y="764302"/>
                  </a:lnTo>
                  <a:lnTo>
                    <a:pt x="925576" y="764048"/>
                  </a:lnTo>
                  <a:lnTo>
                    <a:pt x="925243" y="763255"/>
                  </a:lnTo>
                  <a:lnTo>
                    <a:pt x="925151" y="762957"/>
                  </a:lnTo>
                  <a:lnTo>
                    <a:pt x="925422" y="762649"/>
                  </a:lnTo>
                  <a:lnTo>
                    <a:pt x="925350" y="762082"/>
                  </a:lnTo>
                  <a:lnTo>
                    <a:pt x="925064" y="762484"/>
                  </a:lnTo>
                  <a:lnTo>
                    <a:pt x="924828" y="762597"/>
                  </a:lnTo>
                  <a:lnTo>
                    <a:pt x="924290" y="762556"/>
                  </a:lnTo>
                  <a:lnTo>
                    <a:pt x="924202" y="762798"/>
                  </a:lnTo>
                  <a:lnTo>
                    <a:pt x="923501" y="762985"/>
                  </a:lnTo>
                  <a:lnTo>
                    <a:pt x="923256" y="763013"/>
                  </a:lnTo>
                  <a:lnTo>
                    <a:pt x="922659" y="763174"/>
                  </a:lnTo>
                  <a:lnTo>
                    <a:pt x="922222" y="763554"/>
                  </a:lnTo>
                  <a:lnTo>
                    <a:pt x="922131" y="763737"/>
                  </a:lnTo>
                  <a:lnTo>
                    <a:pt x="922014" y="764184"/>
                  </a:lnTo>
                  <a:lnTo>
                    <a:pt x="921895" y="764446"/>
                  </a:lnTo>
                  <a:lnTo>
                    <a:pt x="921720" y="764628"/>
                  </a:lnTo>
                  <a:lnTo>
                    <a:pt x="921352" y="764826"/>
                  </a:lnTo>
                  <a:lnTo>
                    <a:pt x="921108" y="764879"/>
                  </a:lnTo>
                  <a:lnTo>
                    <a:pt x="920960" y="764879"/>
                  </a:lnTo>
                  <a:lnTo>
                    <a:pt x="920746" y="764842"/>
                  </a:lnTo>
                  <a:lnTo>
                    <a:pt x="920030" y="764690"/>
                  </a:lnTo>
                  <a:lnTo>
                    <a:pt x="919516" y="764274"/>
                  </a:lnTo>
                  <a:lnTo>
                    <a:pt x="919081" y="764436"/>
                  </a:lnTo>
                  <a:lnTo>
                    <a:pt x="918789" y="764159"/>
                  </a:lnTo>
                  <a:lnTo>
                    <a:pt x="918611" y="763953"/>
                  </a:lnTo>
                  <a:lnTo>
                    <a:pt x="918307" y="763610"/>
                  </a:lnTo>
                  <a:lnTo>
                    <a:pt x="917941" y="763341"/>
                  </a:lnTo>
                  <a:lnTo>
                    <a:pt x="917808" y="763352"/>
                  </a:lnTo>
                  <a:lnTo>
                    <a:pt x="917336" y="763740"/>
                  </a:lnTo>
                  <a:lnTo>
                    <a:pt x="916920" y="763736"/>
                  </a:lnTo>
                  <a:lnTo>
                    <a:pt x="916372" y="763694"/>
                  </a:lnTo>
                  <a:lnTo>
                    <a:pt x="915542" y="763591"/>
                  </a:lnTo>
                  <a:lnTo>
                    <a:pt x="915132" y="763728"/>
                  </a:lnTo>
                  <a:lnTo>
                    <a:pt x="914881" y="763689"/>
                  </a:lnTo>
                  <a:lnTo>
                    <a:pt x="914522" y="763515"/>
                  </a:lnTo>
                  <a:lnTo>
                    <a:pt x="913912" y="763487"/>
                  </a:lnTo>
                  <a:lnTo>
                    <a:pt x="913069" y="763383"/>
                  </a:lnTo>
                  <a:lnTo>
                    <a:pt x="912816" y="763494"/>
                  </a:lnTo>
                  <a:lnTo>
                    <a:pt x="912556" y="763650"/>
                  </a:lnTo>
                  <a:lnTo>
                    <a:pt x="912143" y="763291"/>
                  </a:lnTo>
                  <a:lnTo>
                    <a:pt x="911753" y="763213"/>
                  </a:lnTo>
                  <a:lnTo>
                    <a:pt x="911582" y="763484"/>
                  </a:lnTo>
                  <a:lnTo>
                    <a:pt x="911224" y="763814"/>
                  </a:lnTo>
                  <a:lnTo>
                    <a:pt x="910326" y="763782"/>
                  </a:lnTo>
                  <a:lnTo>
                    <a:pt x="910048" y="763740"/>
                  </a:lnTo>
                  <a:lnTo>
                    <a:pt x="909292" y="763821"/>
                  </a:lnTo>
                  <a:lnTo>
                    <a:pt x="909059" y="763871"/>
                  </a:lnTo>
                  <a:lnTo>
                    <a:pt x="908497" y="764136"/>
                  </a:lnTo>
                  <a:lnTo>
                    <a:pt x="908213" y="764183"/>
                  </a:lnTo>
                  <a:lnTo>
                    <a:pt x="907962" y="764198"/>
                  </a:lnTo>
                  <a:lnTo>
                    <a:pt x="907820" y="764205"/>
                  </a:lnTo>
                  <a:lnTo>
                    <a:pt x="907527" y="764218"/>
                  </a:lnTo>
                  <a:lnTo>
                    <a:pt x="907102" y="764667"/>
                  </a:lnTo>
                  <a:lnTo>
                    <a:pt x="907099" y="765117"/>
                  </a:lnTo>
                  <a:lnTo>
                    <a:pt x="906817" y="765015"/>
                  </a:lnTo>
                  <a:lnTo>
                    <a:pt x="906563" y="765304"/>
                  </a:lnTo>
                  <a:lnTo>
                    <a:pt x="906422" y="765519"/>
                  </a:lnTo>
                  <a:lnTo>
                    <a:pt x="906033" y="765491"/>
                  </a:lnTo>
                  <a:lnTo>
                    <a:pt x="905854" y="765471"/>
                  </a:lnTo>
                  <a:lnTo>
                    <a:pt x="905283" y="765388"/>
                  </a:lnTo>
                  <a:lnTo>
                    <a:pt x="905073" y="765186"/>
                  </a:lnTo>
                  <a:lnTo>
                    <a:pt x="904727" y="764737"/>
                  </a:lnTo>
                  <a:lnTo>
                    <a:pt x="904578" y="764361"/>
                  </a:lnTo>
                  <a:lnTo>
                    <a:pt x="904677" y="764191"/>
                  </a:lnTo>
                  <a:lnTo>
                    <a:pt x="904670" y="764021"/>
                  </a:lnTo>
                  <a:lnTo>
                    <a:pt x="904660" y="763879"/>
                  </a:lnTo>
                  <a:lnTo>
                    <a:pt x="904528" y="763254"/>
                  </a:lnTo>
                  <a:lnTo>
                    <a:pt x="904519" y="762963"/>
                  </a:lnTo>
                  <a:lnTo>
                    <a:pt x="904274" y="762477"/>
                  </a:lnTo>
                  <a:lnTo>
                    <a:pt x="904542" y="762309"/>
                  </a:lnTo>
                  <a:lnTo>
                    <a:pt x="904975" y="761909"/>
                  </a:lnTo>
                  <a:lnTo>
                    <a:pt x="904898" y="761733"/>
                  </a:lnTo>
                  <a:lnTo>
                    <a:pt x="904671" y="761661"/>
                  </a:lnTo>
                  <a:lnTo>
                    <a:pt x="904324" y="761423"/>
                  </a:lnTo>
                  <a:lnTo>
                    <a:pt x="904327" y="760868"/>
                  </a:lnTo>
                  <a:lnTo>
                    <a:pt x="904640" y="760098"/>
                  </a:lnTo>
                  <a:lnTo>
                    <a:pt x="904390" y="759821"/>
                  </a:lnTo>
                  <a:lnTo>
                    <a:pt x="904092" y="759513"/>
                  </a:lnTo>
                  <a:lnTo>
                    <a:pt x="903893" y="758965"/>
                  </a:lnTo>
                  <a:lnTo>
                    <a:pt x="903331" y="758763"/>
                  </a:lnTo>
                  <a:lnTo>
                    <a:pt x="903028" y="758680"/>
                  </a:lnTo>
                  <a:lnTo>
                    <a:pt x="902650" y="758514"/>
                  </a:lnTo>
                  <a:lnTo>
                    <a:pt x="902272" y="758320"/>
                  </a:lnTo>
                  <a:lnTo>
                    <a:pt x="901923" y="758130"/>
                  </a:lnTo>
                  <a:lnTo>
                    <a:pt x="901711" y="758211"/>
                  </a:lnTo>
                  <a:lnTo>
                    <a:pt x="901313" y="758154"/>
                  </a:lnTo>
                  <a:lnTo>
                    <a:pt x="901001" y="758083"/>
                  </a:lnTo>
                  <a:lnTo>
                    <a:pt x="900848" y="757915"/>
                  </a:lnTo>
                  <a:lnTo>
                    <a:pt x="901041" y="757449"/>
                  </a:lnTo>
                  <a:lnTo>
                    <a:pt x="901325" y="757204"/>
                  </a:lnTo>
                  <a:lnTo>
                    <a:pt x="901840" y="757109"/>
                  </a:lnTo>
                  <a:lnTo>
                    <a:pt x="902379" y="756980"/>
                  </a:lnTo>
                  <a:lnTo>
                    <a:pt x="902297" y="756615"/>
                  </a:lnTo>
                  <a:lnTo>
                    <a:pt x="902975" y="756077"/>
                  </a:lnTo>
                  <a:lnTo>
                    <a:pt x="903103" y="755824"/>
                  </a:lnTo>
                  <a:lnTo>
                    <a:pt x="902858" y="755228"/>
                  </a:lnTo>
                  <a:lnTo>
                    <a:pt x="902667" y="755017"/>
                  </a:lnTo>
                  <a:lnTo>
                    <a:pt x="902487" y="754540"/>
                  </a:lnTo>
                  <a:lnTo>
                    <a:pt x="902439" y="753972"/>
                  </a:lnTo>
                  <a:lnTo>
                    <a:pt x="902726" y="753470"/>
                  </a:lnTo>
                  <a:lnTo>
                    <a:pt x="902669" y="753134"/>
                  </a:lnTo>
                  <a:lnTo>
                    <a:pt x="902237" y="753089"/>
                  </a:lnTo>
                  <a:lnTo>
                    <a:pt x="901619" y="753444"/>
                  </a:lnTo>
                  <a:lnTo>
                    <a:pt x="901477" y="753373"/>
                  </a:lnTo>
                  <a:lnTo>
                    <a:pt x="901419" y="752904"/>
                  </a:lnTo>
                  <a:lnTo>
                    <a:pt x="901196" y="752861"/>
                  </a:lnTo>
                  <a:lnTo>
                    <a:pt x="900741" y="752831"/>
                  </a:lnTo>
                  <a:lnTo>
                    <a:pt x="900031" y="752623"/>
                  </a:lnTo>
                  <a:lnTo>
                    <a:pt x="899275" y="752410"/>
                  </a:lnTo>
                  <a:lnTo>
                    <a:pt x="899183" y="752165"/>
                  </a:lnTo>
                  <a:lnTo>
                    <a:pt x="898930" y="751777"/>
                  </a:lnTo>
                  <a:lnTo>
                    <a:pt x="898589" y="751053"/>
                  </a:lnTo>
                  <a:lnTo>
                    <a:pt x="898625" y="749906"/>
                  </a:lnTo>
                  <a:lnTo>
                    <a:pt x="898728" y="749686"/>
                  </a:lnTo>
                  <a:lnTo>
                    <a:pt x="898152" y="749281"/>
                  </a:lnTo>
                  <a:lnTo>
                    <a:pt x="897904" y="748833"/>
                  </a:lnTo>
                  <a:lnTo>
                    <a:pt x="897806" y="748687"/>
                  </a:lnTo>
                  <a:lnTo>
                    <a:pt x="897467" y="748410"/>
                  </a:lnTo>
                  <a:lnTo>
                    <a:pt x="897059" y="748115"/>
                  </a:lnTo>
                  <a:lnTo>
                    <a:pt x="896942" y="747971"/>
                  </a:lnTo>
                  <a:lnTo>
                    <a:pt x="896651" y="747718"/>
                  </a:lnTo>
                  <a:lnTo>
                    <a:pt x="896409" y="747634"/>
                  </a:lnTo>
                  <a:lnTo>
                    <a:pt x="896265" y="747543"/>
                  </a:lnTo>
                  <a:lnTo>
                    <a:pt x="896434" y="747307"/>
                  </a:lnTo>
                  <a:lnTo>
                    <a:pt x="896350" y="746877"/>
                  </a:lnTo>
                  <a:lnTo>
                    <a:pt x="896293" y="746657"/>
                  </a:lnTo>
                  <a:lnTo>
                    <a:pt x="896182" y="746449"/>
                  </a:lnTo>
                  <a:lnTo>
                    <a:pt x="896005" y="746249"/>
                  </a:lnTo>
                  <a:lnTo>
                    <a:pt x="895567" y="745392"/>
                  </a:lnTo>
                  <a:lnTo>
                    <a:pt x="895039" y="745096"/>
                  </a:lnTo>
                  <a:lnTo>
                    <a:pt x="895337" y="744480"/>
                  </a:lnTo>
                  <a:lnTo>
                    <a:pt x="895202" y="743426"/>
                  </a:lnTo>
                  <a:lnTo>
                    <a:pt x="895328" y="742931"/>
                  </a:lnTo>
                  <a:lnTo>
                    <a:pt x="895770" y="742548"/>
                  </a:lnTo>
                  <a:lnTo>
                    <a:pt x="895679" y="742266"/>
                  </a:lnTo>
                  <a:lnTo>
                    <a:pt x="895628" y="741852"/>
                  </a:lnTo>
                  <a:lnTo>
                    <a:pt x="895787" y="741781"/>
                  </a:lnTo>
                  <a:lnTo>
                    <a:pt x="896006" y="741683"/>
                  </a:lnTo>
                  <a:lnTo>
                    <a:pt x="896362" y="741418"/>
                  </a:lnTo>
                  <a:lnTo>
                    <a:pt x="896750" y="741200"/>
                  </a:lnTo>
                  <a:lnTo>
                    <a:pt x="897217" y="740986"/>
                  </a:lnTo>
                  <a:lnTo>
                    <a:pt x="897434" y="741158"/>
                  </a:lnTo>
                  <a:lnTo>
                    <a:pt x="897904" y="741405"/>
                  </a:lnTo>
                  <a:lnTo>
                    <a:pt x="898555" y="741103"/>
                  </a:lnTo>
                  <a:lnTo>
                    <a:pt x="898979" y="741107"/>
                  </a:lnTo>
                  <a:lnTo>
                    <a:pt x="899263" y="741219"/>
                  </a:lnTo>
                  <a:lnTo>
                    <a:pt x="899714" y="742291"/>
                  </a:lnTo>
                  <a:lnTo>
                    <a:pt x="899784" y="742867"/>
                  </a:lnTo>
                  <a:lnTo>
                    <a:pt x="900002" y="743153"/>
                  </a:lnTo>
                  <a:lnTo>
                    <a:pt x="900451" y="743645"/>
                  </a:lnTo>
                  <a:lnTo>
                    <a:pt x="901033" y="743684"/>
                  </a:lnTo>
                  <a:lnTo>
                    <a:pt x="901366" y="743561"/>
                  </a:lnTo>
                  <a:lnTo>
                    <a:pt x="901455" y="743377"/>
                  </a:lnTo>
                  <a:lnTo>
                    <a:pt x="901514" y="743247"/>
                  </a:lnTo>
                  <a:lnTo>
                    <a:pt x="901798" y="743096"/>
                  </a:lnTo>
                  <a:lnTo>
                    <a:pt x="902100" y="743052"/>
                  </a:lnTo>
                  <a:lnTo>
                    <a:pt x="902417" y="742815"/>
                  </a:lnTo>
                  <a:lnTo>
                    <a:pt x="902451" y="742504"/>
                  </a:lnTo>
                  <a:lnTo>
                    <a:pt x="902647" y="741979"/>
                  </a:lnTo>
                  <a:lnTo>
                    <a:pt x="902690" y="741667"/>
                  </a:lnTo>
                  <a:lnTo>
                    <a:pt x="902710" y="741444"/>
                  </a:lnTo>
                  <a:lnTo>
                    <a:pt x="902733" y="741104"/>
                  </a:lnTo>
                  <a:lnTo>
                    <a:pt x="903019" y="740662"/>
                  </a:lnTo>
                  <a:lnTo>
                    <a:pt x="903122" y="740326"/>
                  </a:lnTo>
                  <a:lnTo>
                    <a:pt x="903329" y="739971"/>
                  </a:lnTo>
                  <a:lnTo>
                    <a:pt x="903468" y="739818"/>
                  </a:lnTo>
                  <a:lnTo>
                    <a:pt x="904039" y="739599"/>
                  </a:lnTo>
                  <a:lnTo>
                    <a:pt x="904027" y="739416"/>
                  </a:lnTo>
                  <a:lnTo>
                    <a:pt x="903684" y="739098"/>
                  </a:lnTo>
                  <a:lnTo>
                    <a:pt x="903627" y="738684"/>
                  </a:lnTo>
                  <a:lnTo>
                    <a:pt x="903727" y="738280"/>
                  </a:lnTo>
                  <a:lnTo>
                    <a:pt x="903558" y="738033"/>
                  </a:lnTo>
                  <a:lnTo>
                    <a:pt x="903111" y="737917"/>
                  </a:lnTo>
                  <a:lnTo>
                    <a:pt x="902854" y="737670"/>
                  </a:lnTo>
                  <a:lnTo>
                    <a:pt x="902285" y="737237"/>
                  </a:lnTo>
                  <a:lnTo>
                    <a:pt x="902068" y="736925"/>
                  </a:lnTo>
                  <a:lnTo>
                    <a:pt x="901458" y="736406"/>
                  </a:lnTo>
                  <a:lnTo>
                    <a:pt x="901213" y="736296"/>
                  </a:lnTo>
                  <a:lnTo>
                    <a:pt x="900893" y="736149"/>
                  </a:lnTo>
                  <a:lnTo>
                    <a:pt x="900687" y="735918"/>
                  </a:lnTo>
                  <a:lnTo>
                    <a:pt x="900874" y="735480"/>
                  </a:lnTo>
                  <a:lnTo>
                    <a:pt x="901069" y="735453"/>
                  </a:lnTo>
                  <a:lnTo>
                    <a:pt x="901558" y="735304"/>
                  </a:lnTo>
                  <a:lnTo>
                    <a:pt x="902216" y="735038"/>
                  </a:lnTo>
                  <a:lnTo>
                    <a:pt x="902275" y="734781"/>
                  </a:lnTo>
                  <a:lnTo>
                    <a:pt x="902226" y="734380"/>
                  </a:lnTo>
                  <a:lnTo>
                    <a:pt x="902334" y="733847"/>
                  </a:lnTo>
                  <a:lnTo>
                    <a:pt x="902311" y="733703"/>
                  </a:lnTo>
                  <a:lnTo>
                    <a:pt x="902347" y="733267"/>
                  </a:lnTo>
                  <a:lnTo>
                    <a:pt x="902493" y="732630"/>
                  </a:lnTo>
                  <a:lnTo>
                    <a:pt x="902129" y="732427"/>
                  </a:lnTo>
                  <a:lnTo>
                    <a:pt x="901704" y="731730"/>
                  </a:lnTo>
                  <a:lnTo>
                    <a:pt x="900556" y="731599"/>
                  </a:lnTo>
                  <a:lnTo>
                    <a:pt x="900011" y="731624"/>
                  </a:lnTo>
                  <a:lnTo>
                    <a:pt x="899479" y="731675"/>
                  </a:lnTo>
                  <a:lnTo>
                    <a:pt x="899431" y="731312"/>
                  </a:lnTo>
                  <a:lnTo>
                    <a:pt x="899812" y="731147"/>
                  </a:lnTo>
                  <a:lnTo>
                    <a:pt x="900350" y="731146"/>
                  </a:lnTo>
                  <a:lnTo>
                    <a:pt x="900636" y="730943"/>
                  </a:lnTo>
                  <a:lnTo>
                    <a:pt x="900956" y="730779"/>
                  </a:lnTo>
                  <a:lnTo>
                    <a:pt x="901395" y="730718"/>
                  </a:lnTo>
                  <a:lnTo>
                    <a:pt x="901394" y="730244"/>
                  </a:lnTo>
                  <a:lnTo>
                    <a:pt x="901639" y="730024"/>
                  </a:lnTo>
                  <a:lnTo>
                    <a:pt x="901964" y="729680"/>
                  </a:lnTo>
                  <a:lnTo>
                    <a:pt x="901973" y="729463"/>
                  </a:lnTo>
                  <a:lnTo>
                    <a:pt x="901913" y="729285"/>
                  </a:lnTo>
                  <a:lnTo>
                    <a:pt x="901600" y="729090"/>
                  </a:lnTo>
                  <a:lnTo>
                    <a:pt x="901365" y="729015"/>
                  </a:lnTo>
                  <a:lnTo>
                    <a:pt x="901217" y="728900"/>
                  </a:lnTo>
                  <a:lnTo>
                    <a:pt x="900947" y="728482"/>
                  </a:lnTo>
                  <a:lnTo>
                    <a:pt x="900842" y="727995"/>
                  </a:lnTo>
                  <a:lnTo>
                    <a:pt x="900492" y="727827"/>
                  </a:lnTo>
                  <a:lnTo>
                    <a:pt x="900188" y="727830"/>
                  </a:lnTo>
                  <a:lnTo>
                    <a:pt x="899633" y="727623"/>
                  </a:lnTo>
                  <a:lnTo>
                    <a:pt x="899341" y="727707"/>
                  </a:lnTo>
                  <a:lnTo>
                    <a:pt x="899167" y="727783"/>
                  </a:lnTo>
                  <a:lnTo>
                    <a:pt x="898792" y="728056"/>
                  </a:lnTo>
                  <a:lnTo>
                    <a:pt x="898650" y="728208"/>
                  </a:lnTo>
                  <a:lnTo>
                    <a:pt x="898613" y="728599"/>
                  </a:lnTo>
                  <a:lnTo>
                    <a:pt x="898832" y="729415"/>
                  </a:lnTo>
                  <a:lnTo>
                    <a:pt x="898498" y="729900"/>
                  </a:lnTo>
                  <a:lnTo>
                    <a:pt x="898335" y="730069"/>
                  </a:lnTo>
                  <a:lnTo>
                    <a:pt x="897574" y="730543"/>
                  </a:lnTo>
                  <a:lnTo>
                    <a:pt x="896129" y="730776"/>
                  </a:lnTo>
                  <a:lnTo>
                    <a:pt x="895769" y="730625"/>
                  </a:lnTo>
                  <a:lnTo>
                    <a:pt x="895314" y="730543"/>
                  </a:lnTo>
                  <a:lnTo>
                    <a:pt x="894327" y="729965"/>
                  </a:lnTo>
                  <a:lnTo>
                    <a:pt x="894485" y="729958"/>
                  </a:lnTo>
                  <a:lnTo>
                    <a:pt x="894692" y="729973"/>
                  </a:lnTo>
                  <a:lnTo>
                    <a:pt x="895164" y="729900"/>
                  </a:lnTo>
                  <a:lnTo>
                    <a:pt x="895448" y="729673"/>
                  </a:lnTo>
                  <a:lnTo>
                    <a:pt x="895536" y="729463"/>
                  </a:lnTo>
                  <a:lnTo>
                    <a:pt x="895431" y="729329"/>
                  </a:lnTo>
                  <a:lnTo>
                    <a:pt x="895490" y="729014"/>
                  </a:lnTo>
                  <a:lnTo>
                    <a:pt x="895812" y="729214"/>
                  </a:lnTo>
                  <a:lnTo>
                    <a:pt x="896069" y="729249"/>
                  </a:lnTo>
                  <a:lnTo>
                    <a:pt x="895972" y="728807"/>
                  </a:lnTo>
                  <a:lnTo>
                    <a:pt x="896020" y="728535"/>
                  </a:lnTo>
                  <a:lnTo>
                    <a:pt x="896247" y="728184"/>
                  </a:lnTo>
                  <a:lnTo>
                    <a:pt x="895766" y="727801"/>
                  </a:lnTo>
                  <a:lnTo>
                    <a:pt x="895459" y="727675"/>
                  </a:lnTo>
                  <a:lnTo>
                    <a:pt x="895301" y="727540"/>
                  </a:lnTo>
                  <a:lnTo>
                    <a:pt x="894940" y="727359"/>
                  </a:lnTo>
                  <a:lnTo>
                    <a:pt x="894618" y="727448"/>
                  </a:lnTo>
                  <a:lnTo>
                    <a:pt x="894184" y="727386"/>
                  </a:lnTo>
                  <a:lnTo>
                    <a:pt x="893689" y="727041"/>
                  </a:lnTo>
                  <a:lnTo>
                    <a:pt x="893352" y="726448"/>
                  </a:lnTo>
                  <a:lnTo>
                    <a:pt x="893433" y="725913"/>
                  </a:lnTo>
                  <a:lnTo>
                    <a:pt x="893406" y="725773"/>
                  </a:lnTo>
                  <a:lnTo>
                    <a:pt x="893379" y="725547"/>
                  </a:lnTo>
                  <a:lnTo>
                    <a:pt x="893556" y="725004"/>
                  </a:lnTo>
                  <a:lnTo>
                    <a:pt x="893961" y="724589"/>
                  </a:lnTo>
                  <a:lnTo>
                    <a:pt x="894208" y="723901"/>
                  </a:lnTo>
                  <a:lnTo>
                    <a:pt x="893595" y="723436"/>
                  </a:lnTo>
                  <a:lnTo>
                    <a:pt x="893345" y="723372"/>
                  </a:lnTo>
                  <a:lnTo>
                    <a:pt x="892429" y="723031"/>
                  </a:lnTo>
                  <a:lnTo>
                    <a:pt x="892117" y="722861"/>
                  </a:lnTo>
                  <a:lnTo>
                    <a:pt x="891986" y="722812"/>
                  </a:lnTo>
                  <a:lnTo>
                    <a:pt x="891686" y="722738"/>
                  </a:lnTo>
                  <a:lnTo>
                    <a:pt x="891484" y="722739"/>
                  </a:lnTo>
                  <a:lnTo>
                    <a:pt x="891327" y="722766"/>
                  </a:lnTo>
                  <a:lnTo>
                    <a:pt x="890907" y="722358"/>
                  </a:lnTo>
                  <a:lnTo>
                    <a:pt x="890720" y="721993"/>
                  </a:lnTo>
                  <a:lnTo>
                    <a:pt x="890429" y="721840"/>
                  </a:lnTo>
                  <a:lnTo>
                    <a:pt x="889970" y="721709"/>
                  </a:lnTo>
                  <a:lnTo>
                    <a:pt x="889615" y="721431"/>
                  </a:lnTo>
                  <a:lnTo>
                    <a:pt x="889359" y="721200"/>
                  </a:lnTo>
                  <a:lnTo>
                    <a:pt x="888541" y="720768"/>
                  </a:lnTo>
                  <a:lnTo>
                    <a:pt x="888205" y="720567"/>
                  </a:lnTo>
                  <a:lnTo>
                    <a:pt x="888061" y="720221"/>
                  </a:lnTo>
                  <a:lnTo>
                    <a:pt x="888621" y="719826"/>
                  </a:lnTo>
                  <a:lnTo>
                    <a:pt x="889255" y="719645"/>
                  </a:lnTo>
                  <a:lnTo>
                    <a:pt x="889484" y="719670"/>
                  </a:lnTo>
                  <a:lnTo>
                    <a:pt x="889945" y="719122"/>
                  </a:lnTo>
                  <a:lnTo>
                    <a:pt x="890257" y="719044"/>
                  </a:lnTo>
                  <a:lnTo>
                    <a:pt x="890478" y="719014"/>
                  </a:lnTo>
                  <a:lnTo>
                    <a:pt x="890736" y="718984"/>
                  </a:lnTo>
                  <a:lnTo>
                    <a:pt x="891098" y="718844"/>
                  </a:lnTo>
                  <a:lnTo>
                    <a:pt x="891836" y="718377"/>
                  </a:lnTo>
                  <a:lnTo>
                    <a:pt x="891818" y="717782"/>
                  </a:lnTo>
                  <a:lnTo>
                    <a:pt x="891745" y="717113"/>
                  </a:lnTo>
                  <a:lnTo>
                    <a:pt x="891250" y="716866"/>
                  </a:lnTo>
                  <a:lnTo>
                    <a:pt x="890894" y="716879"/>
                  </a:lnTo>
                  <a:lnTo>
                    <a:pt x="890464" y="716690"/>
                  </a:lnTo>
                  <a:lnTo>
                    <a:pt x="890460" y="716557"/>
                  </a:lnTo>
                  <a:lnTo>
                    <a:pt x="890339" y="716353"/>
                  </a:lnTo>
                  <a:lnTo>
                    <a:pt x="889883" y="716088"/>
                  </a:lnTo>
                  <a:lnTo>
                    <a:pt x="889685" y="715255"/>
                  </a:lnTo>
                  <a:lnTo>
                    <a:pt x="889704" y="715113"/>
                  </a:lnTo>
                  <a:lnTo>
                    <a:pt x="890059" y="714253"/>
                  </a:lnTo>
                  <a:lnTo>
                    <a:pt x="890379" y="714124"/>
                  </a:lnTo>
                  <a:lnTo>
                    <a:pt x="890621" y="713758"/>
                  </a:lnTo>
                  <a:lnTo>
                    <a:pt x="890369" y="713318"/>
                  </a:lnTo>
                  <a:lnTo>
                    <a:pt x="890223" y="713183"/>
                  </a:lnTo>
                  <a:lnTo>
                    <a:pt x="890101" y="712592"/>
                  </a:lnTo>
                  <a:lnTo>
                    <a:pt x="889916" y="712379"/>
                  </a:lnTo>
                  <a:lnTo>
                    <a:pt x="889503" y="711979"/>
                  </a:lnTo>
                  <a:lnTo>
                    <a:pt x="889190" y="711864"/>
                  </a:lnTo>
                  <a:lnTo>
                    <a:pt x="888649" y="711655"/>
                  </a:lnTo>
                  <a:lnTo>
                    <a:pt x="888514" y="711456"/>
                  </a:lnTo>
                  <a:lnTo>
                    <a:pt x="888303" y="711241"/>
                  </a:lnTo>
                  <a:lnTo>
                    <a:pt x="888097" y="711213"/>
                  </a:lnTo>
                  <a:lnTo>
                    <a:pt x="887735" y="711180"/>
                  </a:lnTo>
                  <a:lnTo>
                    <a:pt x="886810" y="710158"/>
                  </a:lnTo>
                  <a:lnTo>
                    <a:pt x="886801" y="709980"/>
                  </a:lnTo>
                  <a:lnTo>
                    <a:pt x="886746" y="709628"/>
                  </a:lnTo>
                  <a:lnTo>
                    <a:pt x="886182" y="709090"/>
                  </a:lnTo>
                  <a:lnTo>
                    <a:pt x="885761" y="708861"/>
                  </a:lnTo>
                  <a:lnTo>
                    <a:pt x="885379" y="708710"/>
                  </a:lnTo>
                  <a:lnTo>
                    <a:pt x="885210" y="708650"/>
                  </a:lnTo>
                  <a:lnTo>
                    <a:pt x="884981" y="708531"/>
                  </a:lnTo>
                  <a:lnTo>
                    <a:pt x="884220" y="708186"/>
                  </a:lnTo>
                  <a:lnTo>
                    <a:pt x="883951" y="708135"/>
                  </a:lnTo>
                  <a:lnTo>
                    <a:pt x="883809" y="707809"/>
                  </a:lnTo>
                  <a:lnTo>
                    <a:pt x="883724" y="707005"/>
                  </a:lnTo>
                  <a:lnTo>
                    <a:pt x="882670" y="705582"/>
                  </a:lnTo>
                  <a:lnTo>
                    <a:pt x="882479" y="705256"/>
                  </a:lnTo>
                  <a:lnTo>
                    <a:pt x="882309" y="704832"/>
                  </a:lnTo>
                  <a:lnTo>
                    <a:pt x="881905" y="704539"/>
                  </a:lnTo>
                  <a:lnTo>
                    <a:pt x="881023" y="704216"/>
                  </a:lnTo>
                  <a:lnTo>
                    <a:pt x="880458" y="703520"/>
                  </a:lnTo>
                  <a:lnTo>
                    <a:pt x="880627" y="703165"/>
                  </a:lnTo>
                  <a:lnTo>
                    <a:pt x="880858" y="702853"/>
                  </a:lnTo>
                  <a:lnTo>
                    <a:pt x="880707" y="702218"/>
                  </a:lnTo>
                  <a:lnTo>
                    <a:pt x="880533" y="702261"/>
                  </a:lnTo>
                  <a:lnTo>
                    <a:pt x="880404" y="702278"/>
                  </a:lnTo>
                  <a:lnTo>
                    <a:pt x="880224" y="702269"/>
                  </a:lnTo>
                  <a:lnTo>
                    <a:pt x="879789" y="702403"/>
                  </a:lnTo>
                  <a:lnTo>
                    <a:pt x="879027" y="702653"/>
                  </a:lnTo>
                  <a:lnTo>
                    <a:pt x="878594" y="702995"/>
                  </a:lnTo>
                  <a:lnTo>
                    <a:pt x="878153" y="703046"/>
                  </a:lnTo>
                  <a:lnTo>
                    <a:pt x="877278" y="703245"/>
                  </a:lnTo>
                  <a:lnTo>
                    <a:pt x="877035" y="703400"/>
                  </a:lnTo>
                  <a:lnTo>
                    <a:pt x="876701" y="703608"/>
                  </a:lnTo>
                  <a:lnTo>
                    <a:pt x="875044" y="703857"/>
                  </a:lnTo>
                  <a:lnTo>
                    <a:pt x="874333" y="703600"/>
                  </a:lnTo>
                  <a:lnTo>
                    <a:pt x="874205" y="703553"/>
                  </a:lnTo>
                  <a:lnTo>
                    <a:pt x="873410" y="703442"/>
                  </a:lnTo>
                  <a:lnTo>
                    <a:pt x="872620" y="703357"/>
                  </a:lnTo>
                  <a:lnTo>
                    <a:pt x="872150" y="702854"/>
                  </a:lnTo>
                  <a:lnTo>
                    <a:pt x="871969" y="702824"/>
                  </a:lnTo>
                  <a:lnTo>
                    <a:pt x="871643" y="702775"/>
                  </a:lnTo>
                  <a:lnTo>
                    <a:pt x="871369" y="702771"/>
                  </a:lnTo>
                  <a:lnTo>
                    <a:pt x="870989" y="702762"/>
                  </a:lnTo>
                  <a:lnTo>
                    <a:pt x="870644" y="702752"/>
                  </a:lnTo>
                  <a:lnTo>
                    <a:pt x="870432" y="702745"/>
                  </a:lnTo>
                  <a:lnTo>
                    <a:pt x="869975" y="702699"/>
                  </a:lnTo>
                  <a:lnTo>
                    <a:pt x="869572" y="702837"/>
                  </a:lnTo>
                  <a:lnTo>
                    <a:pt x="869400" y="703040"/>
                  </a:lnTo>
                  <a:lnTo>
                    <a:pt x="868878" y="703402"/>
                  </a:lnTo>
                  <a:lnTo>
                    <a:pt x="868266" y="703102"/>
                  </a:lnTo>
                  <a:lnTo>
                    <a:pt x="867981" y="703120"/>
                  </a:lnTo>
                  <a:lnTo>
                    <a:pt x="867777" y="703132"/>
                  </a:lnTo>
                  <a:lnTo>
                    <a:pt x="867236" y="702971"/>
                  </a:lnTo>
                  <a:lnTo>
                    <a:pt x="866754" y="702899"/>
                  </a:lnTo>
                  <a:lnTo>
                    <a:pt x="866010" y="703525"/>
                  </a:lnTo>
                  <a:lnTo>
                    <a:pt x="865768" y="703599"/>
                  </a:lnTo>
                  <a:lnTo>
                    <a:pt x="865422" y="703697"/>
                  </a:lnTo>
                  <a:lnTo>
                    <a:pt x="865255" y="703959"/>
                  </a:lnTo>
                  <a:lnTo>
                    <a:pt x="865242" y="704384"/>
                  </a:lnTo>
                  <a:lnTo>
                    <a:pt x="865130" y="704791"/>
                  </a:lnTo>
                  <a:lnTo>
                    <a:pt x="865113" y="704960"/>
                  </a:lnTo>
                  <a:lnTo>
                    <a:pt x="865028" y="705161"/>
                  </a:lnTo>
                  <a:lnTo>
                    <a:pt x="864403" y="705480"/>
                  </a:lnTo>
                  <a:lnTo>
                    <a:pt x="863840" y="705796"/>
                  </a:lnTo>
                  <a:lnTo>
                    <a:pt x="863475" y="706223"/>
                  </a:lnTo>
                  <a:lnTo>
                    <a:pt x="863271" y="707004"/>
                  </a:lnTo>
                  <a:lnTo>
                    <a:pt x="863507" y="706993"/>
                  </a:lnTo>
                  <a:lnTo>
                    <a:pt x="863702" y="706953"/>
                  </a:lnTo>
                  <a:lnTo>
                    <a:pt x="864304" y="707257"/>
                  </a:lnTo>
                  <a:lnTo>
                    <a:pt x="864352" y="707883"/>
                  </a:lnTo>
                  <a:lnTo>
                    <a:pt x="864158" y="708517"/>
                  </a:lnTo>
                  <a:lnTo>
                    <a:pt x="864210" y="708920"/>
                  </a:lnTo>
                  <a:lnTo>
                    <a:pt x="864182" y="709250"/>
                  </a:lnTo>
                  <a:lnTo>
                    <a:pt x="863941" y="709370"/>
                  </a:lnTo>
                  <a:lnTo>
                    <a:pt x="863446" y="709509"/>
                  </a:lnTo>
                  <a:lnTo>
                    <a:pt x="863246" y="709727"/>
                  </a:lnTo>
                  <a:lnTo>
                    <a:pt x="863045" y="709768"/>
                  </a:lnTo>
                  <a:lnTo>
                    <a:pt x="862409" y="709753"/>
                  </a:lnTo>
                  <a:lnTo>
                    <a:pt x="861624" y="709811"/>
                  </a:lnTo>
                  <a:lnTo>
                    <a:pt x="861080" y="709754"/>
                  </a:lnTo>
                  <a:lnTo>
                    <a:pt x="860759" y="709761"/>
                  </a:lnTo>
                  <a:lnTo>
                    <a:pt x="860537" y="709649"/>
                  </a:lnTo>
                  <a:lnTo>
                    <a:pt x="860393" y="709437"/>
                  </a:lnTo>
                  <a:lnTo>
                    <a:pt x="860180" y="709379"/>
                  </a:lnTo>
                  <a:lnTo>
                    <a:pt x="859617" y="709302"/>
                  </a:lnTo>
                  <a:lnTo>
                    <a:pt x="859290" y="709133"/>
                  </a:lnTo>
                  <a:lnTo>
                    <a:pt x="858816" y="708856"/>
                  </a:lnTo>
                  <a:lnTo>
                    <a:pt x="858687" y="708821"/>
                  </a:lnTo>
                  <a:lnTo>
                    <a:pt x="858559" y="708786"/>
                  </a:lnTo>
                  <a:lnTo>
                    <a:pt x="858268" y="708750"/>
                  </a:lnTo>
                  <a:lnTo>
                    <a:pt x="858071" y="708801"/>
                  </a:lnTo>
                  <a:lnTo>
                    <a:pt x="857592" y="709094"/>
                  </a:lnTo>
                  <a:lnTo>
                    <a:pt x="857207" y="709101"/>
                  </a:lnTo>
                  <a:lnTo>
                    <a:pt x="857042" y="709091"/>
                  </a:lnTo>
                  <a:lnTo>
                    <a:pt x="856840" y="709104"/>
                  </a:lnTo>
                  <a:lnTo>
                    <a:pt x="855865" y="709205"/>
                  </a:lnTo>
                  <a:lnTo>
                    <a:pt x="855166" y="709411"/>
                  </a:lnTo>
                  <a:lnTo>
                    <a:pt x="854042" y="709491"/>
                  </a:lnTo>
                  <a:lnTo>
                    <a:pt x="853484" y="709512"/>
                  </a:lnTo>
                  <a:lnTo>
                    <a:pt x="853277" y="709473"/>
                  </a:lnTo>
                  <a:lnTo>
                    <a:pt x="853084" y="709437"/>
                  </a:lnTo>
                  <a:lnTo>
                    <a:pt x="851859" y="709110"/>
                  </a:lnTo>
                  <a:lnTo>
                    <a:pt x="851560" y="709172"/>
                  </a:lnTo>
                  <a:lnTo>
                    <a:pt x="851406" y="709125"/>
                  </a:lnTo>
                  <a:lnTo>
                    <a:pt x="851230" y="709023"/>
                  </a:lnTo>
                  <a:lnTo>
                    <a:pt x="851074" y="708901"/>
                  </a:lnTo>
                  <a:lnTo>
                    <a:pt x="850591" y="708651"/>
                  </a:lnTo>
                  <a:lnTo>
                    <a:pt x="850459" y="708753"/>
                  </a:lnTo>
                  <a:lnTo>
                    <a:pt x="850168" y="709331"/>
                  </a:lnTo>
                  <a:lnTo>
                    <a:pt x="850060" y="709551"/>
                  </a:lnTo>
                  <a:lnTo>
                    <a:pt x="849879" y="709765"/>
                  </a:lnTo>
                  <a:lnTo>
                    <a:pt x="849666" y="709837"/>
                  </a:lnTo>
                  <a:lnTo>
                    <a:pt x="849159" y="709988"/>
                  </a:lnTo>
                  <a:lnTo>
                    <a:pt x="848850" y="710060"/>
                  </a:lnTo>
                  <a:lnTo>
                    <a:pt x="848650" y="710071"/>
                  </a:lnTo>
                  <a:lnTo>
                    <a:pt x="848269" y="709977"/>
                  </a:lnTo>
                  <a:lnTo>
                    <a:pt x="847531" y="709868"/>
                  </a:lnTo>
                  <a:lnTo>
                    <a:pt x="847089" y="710056"/>
                  </a:lnTo>
                  <a:lnTo>
                    <a:pt x="846942" y="710287"/>
                  </a:lnTo>
                  <a:lnTo>
                    <a:pt x="846944" y="710670"/>
                  </a:lnTo>
                  <a:lnTo>
                    <a:pt x="846779" y="711052"/>
                  </a:lnTo>
                  <a:lnTo>
                    <a:pt x="846529" y="711384"/>
                  </a:lnTo>
                  <a:lnTo>
                    <a:pt x="846370" y="711479"/>
                  </a:lnTo>
                  <a:lnTo>
                    <a:pt x="846033" y="711429"/>
                  </a:lnTo>
                  <a:lnTo>
                    <a:pt x="845695" y="711330"/>
                  </a:lnTo>
                  <a:lnTo>
                    <a:pt x="845367" y="711348"/>
                  </a:lnTo>
                  <a:lnTo>
                    <a:pt x="844626" y="711793"/>
                  </a:lnTo>
                  <a:lnTo>
                    <a:pt x="843871" y="712197"/>
                  </a:lnTo>
                  <a:lnTo>
                    <a:pt x="843604" y="712371"/>
                  </a:lnTo>
                  <a:lnTo>
                    <a:pt x="842868" y="712848"/>
                  </a:lnTo>
                  <a:lnTo>
                    <a:pt x="842358" y="713205"/>
                  </a:lnTo>
                  <a:lnTo>
                    <a:pt x="842186" y="713260"/>
                  </a:lnTo>
                  <a:lnTo>
                    <a:pt x="842070" y="713324"/>
                  </a:lnTo>
                  <a:lnTo>
                    <a:pt x="842274" y="713490"/>
                  </a:lnTo>
                  <a:lnTo>
                    <a:pt x="842121" y="713727"/>
                  </a:lnTo>
                  <a:lnTo>
                    <a:pt x="841922" y="714035"/>
                  </a:lnTo>
                  <a:lnTo>
                    <a:pt x="841783" y="714243"/>
                  </a:lnTo>
                  <a:lnTo>
                    <a:pt x="841717" y="714433"/>
                  </a:lnTo>
                  <a:lnTo>
                    <a:pt x="841648" y="714963"/>
                  </a:lnTo>
                  <a:lnTo>
                    <a:pt x="841866" y="715855"/>
                  </a:lnTo>
                  <a:lnTo>
                    <a:pt x="841957" y="716038"/>
                  </a:lnTo>
                  <a:lnTo>
                    <a:pt x="842233" y="716643"/>
                  </a:lnTo>
                  <a:lnTo>
                    <a:pt x="842318" y="716843"/>
                  </a:lnTo>
                  <a:lnTo>
                    <a:pt x="842533" y="717451"/>
                  </a:lnTo>
                  <a:lnTo>
                    <a:pt x="842702" y="718058"/>
                  </a:lnTo>
                  <a:lnTo>
                    <a:pt x="842764" y="718396"/>
                  </a:lnTo>
                  <a:lnTo>
                    <a:pt x="842645" y="719074"/>
                  </a:lnTo>
                  <a:lnTo>
                    <a:pt x="842566" y="719518"/>
                  </a:lnTo>
                  <a:lnTo>
                    <a:pt x="842491" y="720287"/>
                  </a:lnTo>
                  <a:lnTo>
                    <a:pt x="842583" y="720489"/>
                  </a:lnTo>
                  <a:lnTo>
                    <a:pt x="842881" y="720671"/>
                  </a:lnTo>
                  <a:lnTo>
                    <a:pt x="843097" y="720876"/>
                  </a:lnTo>
                  <a:lnTo>
                    <a:pt x="843064" y="721079"/>
                  </a:lnTo>
                  <a:lnTo>
                    <a:pt x="843031" y="721282"/>
                  </a:lnTo>
                  <a:lnTo>
                    <a:pt x="843163" y="721615"/>
                  </a:lnTo>
                  <a:lnTo>
                    <a:pt x="843362" y="721953"/>
                  </a:lnTo>
                  <a:lnTo>
                    <a:pt x="843323" y="722397"/>
                  </a:lnTo>
                  <a:lnTo>
                    <a:pt x="843166" y="722716"/>
                  </a:lnTo>
                  <a:lnTo>
                    <a:pt x="842868" y="722824"/>
                  </a:lnTo>
                  <a:lnTo>
                    <a:pt x="842468" y="722968"/>
                  </a:lnTo>
                  <a:lnTo>
                    <a:pt x="842274" y="722900"/>
                  </a:lnTo>
                  <a:lnTo>
                    <a:pt x="841978" y="722794"/>
                  </a:lnTo>
                  <a:lnTo>
                    <a:pt x="841580" y="722652"/>
                  </a:lnTo>
                  <a:lnTo>
                    <a:pt x="841383" y="722704"/>
                  </a:lnTo>
                  <a:lnTo>
                    <a:pt x="841086" y="722785"/>
                  </a:lnTo>
                  <a:lnTo>
                    <a:pt x="840788" y="722862"/>
                  </a:lnTo>
                  <a:lnTo>
                    <a:pt x="840490" y="722907"/>
                  </a:lnTo>
                  <a:lnTo>
                    <a:pt x="840473" y="722704"/>
                  </a:lnTo>
                  <a:lnTo>
                    <a:pt x="840454" y="722504"/>
                  </a:lnTo>
                  <a:lnTo>
                    <a:pt x="840030" y="722488"/>
                  </a:lnTo>
                  <a:lnTo>
                    <a:pt x="839735" y="722476"/>
                  </a:lnTo>
                  <a:lnTo>
                    <a:pt x="839440" y="722455"/>
                  </a:lnTo>
                  <a:lnTo>
                    <a:pt x="839143" y="722430"/>
                  </a:lnTo>
                  <a:lnTo>
                    <a:pt x="838801" y="722398"/>
                  </a:lnTo>
                  <a:lnTo>
                    <a:pt x="838555" y="722343"/>
                  </a:lnTo>
                  <a:lnTo>
                    <a:pt x="838260" y="722269"/>
                  </a:lnTo>
                  <a:lnTo>
                    <a:pt x="837669" y="722121"/>
                  </a:lnTo>
                  <a:lnTo>
                    <a:pt x="837376" y="722139"/>
                  </a:lnTo>
                  <a:lnTo>
                    <a:pt x="837520" y="722340"/>
                  </a:lnTo>
                  <a:lnTo>
                    <a:pt x="837668" y="722543"/>
                  </a:lnTo>
                  <a:lnTo>
                    <a:pt x="837817" y="722746"/>
                  </a:lnTo>
                  <a:lnTo>
                    <a:pt x="838112" y="723151"/>
                  </a:lnTo>
                  <a:lnTo>
                    <a:pt x="838396" y="723555"/>
                  </a:lnTo>
                  <a:lnTo>
                    <a:pt x="838685" y="723971"/>
                  </a:lnTo>
                  <a:lnTo>
                    <a:pt x="838810" y="724151"/>
                  </a:lnTo>
                  <a:lnTo>
                    <a:pt x="838927" y="724320"/>
                  </a:lnTo>
                  <a:lnTo>
                    <a:pt x="839168" y="724568"/>
                  </a:lnTo>
                  <a:lnTo>
                    <a:pt x="839593" y="724552"/>
                  </a:lnTo>
                  <a:lnTo>
                    <a:pt x="839907" y="724528"/>
                  </a:lnTo>
                  <a:lnTo>
                    <a:pt x="840180" y="724551"/>
                  </a:lnTo>
                  <a:lnTo>
                    <a:pt x="840283" y="724817"/>
                  </a:lnTo>
                  <a:lnTo>
                    <a:pt x="840361" y="725020"/>
                  </a:lnTo>
                  <a:lnTo>
                    <a:pt x="840432" y="725201"/>
                  </a:lnTo>
                  <a:lnTo>
                    <a:pt x="840518" y="725417"/>
                  </a:lnTo>
                  <a:lnTo>
                    <a:pt x="841209" y="725942"/>
                  </a:lnTo>
                  <a:lnTo>
                    <a:pt x="841087" y="726227"/>
                  </a:lnTo>
                  <a:lnTo>
                    <a:pt x="841281" y="726361"/>
                  </a:lnTo>
                  <a:lnTo>
                    <a:pt x="841460" y="726486"/>
                  </a:lnTo>
                  <a:lnTo>
                    <a:pt x="841744" y="726715"/>
                  </a:lnTo>
                  <a:lnTo>
                    <a:pt x="841952" y="726986"/>
                  </a:lnTo>
                  <a:lnTo>
                    <a:pt x="841945" y="727265"/>
                  </a:lnTo>
                  <a:lnTo>
                    <a:pt x="841885" y="727866"/>
                  </a:lnTo>
                  <a:lnTo>
                    <a:pt x="841535" y="728322"/>
                  </a:lnTo>
                  <a:lnTo>
                    <a:pt x="841443" y="728628"/>
                  </a:lnTo>
                  <a:lnTo>
                    <a:pt x="841513" y="728810"/>
                  </a:lnTo>
                  <a:lnTo>
                    <a:pt x="841715" y="729106"/>
                  </a:lnTo>
                  <a:lnTo>
                    <a:pt x="841772" y="729465"/>
                  </a:lnTo>
                  <a:lnTo>
                    <a:pt x="841644" y="729855"/>
                  </a:lnTo>
                  <a:lnTo>
                    <a:pt x="841612" y="730885"/>
                  </a:lnTo>
                  <a:lnTo>
                    <a:pt x="841612" y="731021"/>
                  </a:lnTo>
                  <a:lnTo>
                    <a:pt x="841548" y="731281"/>
                  </a:lnTo>
                  <a:lnTo>
                    <a:pt x="841394" y="731473"/>
                  </a:lnTo>
                  <a:lnTo>
                    <a:pt x="841248" y="731595"/>
                  </a:lnTo>
                  <a:lnTo>
                    <a:pt x="840621" y="731920"/>
                  </a:lnTo>
                  <a:lnTo>
                    <a:pt x="839983" y="731889"/>
                  </a:lnTo>
                  <a:lnTo>
                    <a:pt x="839671" y="732366"/>
                  </a:lnTo>
                  <a:lnTo>
                    <a:pt x="839304" y="732544"/>
                  </a:lnTo>
                  <a:lnTo>
                    <a:pt x="837401" y="733293"/>
                  </a:lnTo>
                  <a:lnTo>
                    <a:pt x="836857" y="732396"/>
                  </a:lnTo>
                  <a:lnTo>
                    <a:pt x="836604" y="732293"/>
                  </a:lnTo>
                  <a:lnTo>
                    <a:pt x="836232" y="732410"/>
                  </a:lnTo>
                  <a:lnTo>
                    <a:pt x="835729" y="732967"/>
                  </a:lnTo>
                  <a:lnTo>
                    <a:pt x="835240" y="733667"/>
                  </a:lnTo>
                  <a:lnTo>
                    <a:pt x="835131" y="733934"/>
                  </a:lnTo>
                  <a:lnTo>
                    <a:pt x="834800" y="734406"/>
                  </a:lnTo>
                  <a:lnTo>
                    <a:pt x="833483" y="734527"/>
                  </a:lnTo>
                  <a:lnTo>
                    <a:pt x="833518" y="734778"/>
                  </a:lnTo>
                  <a:lnTo>
                    <a:pt x="832413" y="734628"/>
                  </a:lnTo>
                  <a:lnTo>
                    <a:pt x="832237" y="734631"/>
                  </a:lnTo>
                  <a:lnTo>
                    <a:pt x="832052" y="734667"/>
                  </a:lnTo>
                  <a:lnTo>
                    <a:pt x="831890" y="734738"/>
                  </a:lnTo>
                  <a:lnTo>
                    <a:pt x="831489" y="735144"/>
                  </a:lnTo>
                  <a:lnTo>
                    <a:pt x="830817" y="735450"/>
                  </a:lnTo>
                  <a:lnTo>
                    <a:pt x="830514" y="735337"/>
                  </a:lnTo>
                  <a:lnTo>
                    <a:pt x="830297" y="735266"/>
                  </a:lnTo>
                  <a:lnTo>
                    <a:pt x="829959" y="735321"/>
                  </a:lnTo>
                  <a:lnTo>
                    <a:pt x="829686" y="735237"/>
                  </a:lnTo>
                  <a:lnTo>
                    <a:pt x="828953" y="735702"/>
                  </a:lnTo>
                  <a:lnTo>
                    <a:pt x="828294" y="735485"/>
                  </a:lnTo>
                  <a:lnTo>
                    <a:pt x="827668" y="735419"/>
                  </a:lnTo>
                  <a:lnTo>
                    <a:pt x="827400" y="735379"/>
                  </a:lnTo>
                  <a:lnTo>
                    <a:pt x="827182" y="735306"/>
                  </a:lnTo>
                  <a:lnTo>
                    <a:pt x="826688" y="734257"/>
                  </a:lnTo>
                  <a:lnTo>
                    <a:pt x="826405" y="734059"/>
                  </a:lnTo>
                  <a:lnTo>
                    <a:pt x="826275" y="734017"/>
                  </a:lnTo>
                  <a:lnTo>
                    <a:pt x="826123" y="733829"/>
                  </a:lnTo>
                  <a:lnTo>
                    <a:pt x="825809" y="733547"/>
                  </a:lnTo>
                  <a:lnTo>
                    <a:pt x="825365" y="733158"/>
                  </a:lnTo>
                  <a:lnTo>
                    <a:pt x="824823" y="733095"/>
                  </a:lnTo>
                  <a:lnTo>
                    <a:pt x="824682" y="733461"/>
                  </a:lnTo>
                  <a:lnTo>
                    <a:pt x="824407" y="733660"/>
                  </a:lnTo>
                  <a:lnTo>
                    <a:pt x="823637" y="734315"/>
                  </a:lnTo>
                  <a:lnTo>
                    <a:pt x="823488" y="734520"/>
                  </a:lnTo>
                  <a:lnTo>
                    <a:pt x="823321" y="734601"/>
                  </a:lnTo>
                  <a:lnTo>
                    <a:pt x="822437" y="735005"/>
                  </a:lnTo>
                  <a:lnTo>
                    <a:pt x="821905" y="734975"/>
                  </a:lnTo>
                  <a:lnTo>
                    <a:pt x="821700" y="734770"/>
                  </a:lnTo>
                  <a:lnTo>
                    <a:pt x="821086" y="734761"/>
                  </a:lnTo>
                  <a:lnTo>
                    <a:pt x="820942" y="734832"/>
                  </a:lnTo>
                  <a:lnTo>
                    <a:pt x="820569" y="734544"/>
                  </a:lnTo>
                  <a:lnTo>
                    <a:pt x="820935" y="734523"/>
                  </a:lnTo>
                  <a:lnTo>
                    <a:pt x="821605" y="733687"/>
                  </a:lnTo>
                  <a:lnTo>
                    <a:pt x="821681" y="733383"/>
                  </a:lnTo>
                  <a:lnTo>
                    <a:pt x="821807" y="732593"/>
                  </a:lnTo>
                  <a:lnTo>
                    <a:pt x="821551" y="732341"/>
                  </a:lnTo>
                  <a:lnTo>
                    <a:pt x="821228" y="732267"/>
                  </a:lnTo>
                  <a:lnTo>
                    <a:pt x="820989" y="732239"/>
                  </a:lnTo>
                  <a:lnTo>
                    <a:pt x="820739" y="732122"/>
                  </a:lnTo>
                  <a:lnTo>
                    <a:pt x="820416" y="731957"/>
                  </a:lnTo>
                  <a:lnTo>
                    <a:pt x="820138" y="731617"/>
                  </a:lnTo>
                  <a:lnTo>
                    <a:pt x="819660" y="731558"/>
                  </a:lnTo>
                  <a:lnTo>
                    <a:pt x="818797" y="731701"/>
                  </a:lnTo>
                  <a:lnTo>
                    <a:pt x="817834" y="731774"/>
                  </a:lnTo>
                  <a:lnTo>
                    <a:pt x="817616" y="731904"/>
                  </a:lnTo>
                  <a:lnTo>
                    <a:pt x="817212" y="732511"/>
                  </a:lnTo>
                  <a:lnTo>
                    <a:pt x="817189" y="732665"/>
                  </a:lnTo>
                  <a:lnTo>
                    <a:pt x="817123" y="732901"/>
                  </a:lnTo>
                  <a:lnTo>
                    <a:pt x="816970" y="733259"/>
                  </a:lnTo>
                  <a:lnTo>
                    <a:pt x="816266" y="733479"/>
                  </a:lnTo>
                  <a:lnTo>
                    <a:pt x="816043" y="733722"/>
                  </a:lnTo>
                  <a:lnTo>
                    <a:pt x="815941" y="734062"/>
                  </a:lnTo>
                  <a:lnTo>
                    <a:pt x="815809" y="734149"/>
                  </a:lnTo>
                  <a:lnTo>
                    <a:pt x="815228" y="734219"/>
                  </a:lnTo>
                  <a:lnTo>
                    <a:pt x="814735" y="734546"/>
                  </a:lnTo>
                  <a:lnTo>
                    <a:pt x="814180" y="734772"/>
                  </a:lnTo>
                  <a:lnTo>
                    <a:pt x="813837" y="734922"/>
                  </a:lnTo>
                  <a:lnTo>
                    <a:pt x="813649" y="735100"/>
                  </a:lnTo>
                  <a:lnTo>
                    <a:pt x="813454" y="735364"/>
                  </a:lnTo>
                  <a:lnTo>
                    <a:pt x="813674" y="735813"/>
                  </a:lnTo>
                  <a:lnTo>
                    <a:pt x="813303" y="736273"/>
                  </a:lnTo>
                  <a:lnTo>
                    <a:pt x="813036" y="736582"/>
                  </a:lnTo>
                  <a:lnTo>
                    <a:pt x="813014" y="737035"/>
                  </a:lnTo>
                  <a:lnTo>
                    <a:pt x="812790" y="737294"/>
                  </a:lnTo>
                  <a:lnTo>
                    <a:pt x="812904" y="737638"/>
                  </a:lnTo>
                  <a:lnTo>
                    <a:pt x="812608" y="738194"/>
                  </a:lnTo>
                  <a:lnTo>
                    <a:pt x="812519" y="738484"/>
                  </a:lnTo>
                  <a:lnTo>
                    <a:pt x="811786" y="738581"/>
                  </a:lnTo>
                  <a:lnTo>
                    <a:pt x="811123" y="738267"/>
                  </a:lnTo>
                  <a:lnTo>
                    <a:pt x="810976" y="738473"/>
                  </a:lnTo>
                  <a:lnTo>
                    <a:pt x="810859" y="738641"/>
                  </a:lnTo>
                  <a:lnTo>
                    <a:pt x="810450" y="738832"/>
                  </a:lnTo>
                  <a:lnTo>
                    <a:pt x="810074" y="738551"/>
                  </a:lnTo>
                  <a:lnTo>
                    <a:pt x="809880" y="738375"/>
                  </a:lnTo>
                  <a:lnTo>
                    <a:pt x="809740" y="738365"/>
                  </a:lnTo>
                  <a:lnTo>
                    <a:pt x="809242" y="738549"/>
                  </a:lnTo>
                  <a:lnTo>
                    <a:pt x="808620" y="739185"/>
                  </a:lnTo>
                  <a:lnTo>
                    <a:pt x="808412" y="739476"/>
                  </a:lnTo>
                  <a:lnTo>
                    <a:pt x="808462" y="740334"/>
                  </a:lnTo>
                  <a:lnTo>
                    <a:pt x="808749" y="740503"/>
                  </a:lnTo>
                  <a:lnTo>
                    <a:pt x="809187" y="740959"/>
                  </a:lnTo>
                  <a:lnTo>
                    <a:pt x="809306" y="741125"/>
                  </a:lnTo>
                  <a:lnTo>
                    <a:pt x="809355" y="741491"/>
                  </a:lnTo>
                  <a:lnTo>
                    <a:pt x="809113" y="741828"/>
                  </a:lnTo>
                  <a:lnTo>
                    <a:pt x="808045" y="742948"/>
                  </a:lnTo>
                  <a:lnTo>
                    <a:pt x="807301" y="742951"/>
                  </a:lnTo>
                  <a:lnTo>
                    <a:pt x="807426" y="742690"/>
                  </a:lnTo>
                  <a:lnTo>
                    <a:pt x="806089" y="742647"/>
                  </a:lnTo>
                  <a:lnTo>
                    <a:pt x="805425" y="742646"/>
                  </a:lnTo>
                  <a:lnTo>
                    <a:pt x="805297" y="742698"/>
                  </a:lnTo>
                  <a:lnTo>
                    <a:pt x="805286" y="742925"/>
                  </a:lnTo>
                  <a:lnTo>
                    <a:pt x="804538" y="742788"/>
                  </a:lnTo>
                  <a:lnTo>
                    <a:pt x="804402" y="742189"/>
                  </a:lnTo>
                  <a:lnTo>
                    <a:pt x="804139" y="741826"/>
                  </a:lnTo>
                  <a:lnTo>
                    <a:pt x="803911" y="741416"/>
                  </a:lnTo>
                  <a:lnTo>
                    <a:pt x="803938" y="740607"/>
                  </a:lnTo>
                  <a:lnTo>
                    <a:pt x="803903" y="740340"/>
                  </a:lnTo>
                  <a:lnTo>
                    <a:pt x="803405" y="739699"/>
                  </a:lnTo>
                  <a:lnTo>
                    <a:pt x="802876" y="739068"/>
                  </a:lnTo>
                  <a:lnTo>
                    <a:pt x="802574" y="738729"/>
                  </a:lnTo>
                  <a:lnTo>
                    <a:pt x="802342" y="738439"/>
                  </a:lnTo>
                  <a:lnTo>
                    <a:pt x="802224" y="738272"/>
                  </a:lnTo>
                  <a:lnTo>
                    <a:pt x="802116" y="738060"/>
                  </a:lnTo>
                  <a:lnTo>
                    <a:pt x="802038" y="737905"/>
                  </a:lnTo>
                  <a:lnTo>
                    <a:pt x="801936" y="737717"/>
                  </a:lnTo>
                  <a:lnTo>
                    <a:pt x="801797" y="737472"/>
                  </a:lnTo>
                  <a:lnTo>
                    <a:pt x="801709" y="737338"/>
                  </a:lnTo>
                  <a:lnTo>
                    <a:pt x="801394" y="736888"/>
                  </a:lnTo>
                  <a:lnTo>
                    <a:pt x="801309" y="736741"/>
                  </a:lnTo>
                  <a:lnTo>
                    <a:pt x="801182" y="736502"/>
                  </a:lnTo>
                  <a:lnTo>
                    <a:pt x="801038" y="736150"/>
                  </a:lnTo>
                  <a:lnTo>
                    <a:pt x="800991" y="736013"/>
                  </a:lnTo>
                  <a:lnTo>
                    <a:pt x="800903" y="735714"/>
                  </a:lnTo>
                  <a:lnTo>
                    <a:pt x="800828" y="735460"/>
                  </a:lnTo>
                  <a:lnTo>
                    <a:pt x="800767" y="735265"/>
                  </a:lnTo>
                  <a:lnTo>
                    <a:pt x="800612" y="734783"/>
                  </a:lnTo>
                  <a:lnTo>
                    <a:pt x="800509" y="734488"/>
                  </a:lnTo>
                  <a:lnTo>
                    <a:pt x="800078" y="734683"/>
                  </a:lnTo>
                  <a:lnTo>
                    <a:pt x="799823" y="734801"/>
                  </a:lnTo>
                  <a:lnTo>
                    <a:pt x="799617" y="734880"/>
                  </a:lnTo>
                  <a:lnTo>
                    <a:pt x="799255" y="735017"/>
                  </a:lnTo>
                  <a:lnTo>
                    <a:pt x="798742" y="735136"/>
                  </a:lnTo>
                  <a:lnTo>
                    <a:pt x="798002" y="735192"/>
                  </a:lnTo>
                  <a:lnTo>
                    <a:pt x="797314" y="735080"/>
                  </a:lnTo>
                  <a:lnTo>
                    <a:pt x="796398" y="735584"/>
                  </a:lnTo>
                  <a:lnTo>
                    <a:pt x="796267" y="735802"/>
                  </a:lnTo>
                  <a:lnTo>
                    <a:pt x="796133" y="735990"/>
                  </a:lnTo>
                  <a:lnTo>
                    <a:pt x="795945" y="736097"/>
                  </a:lnTo>
                  <a:lnTo>
                    <a:pt x="795705" y="736205"/>
                  </a:lnTo>
                  <a:lnTo>
                    <a:pt x="795420" y="736222"/>
                  </a:lnTo>
                  <a:lnTo>
                    <a:pt x="795147" y="736674"/>
                  </a:lnTo>
                  <a:lnTo>
                    <a:pt x="794760" y="736965"/>
                  </a:lnTo>
                  <a:lnTo>
                    <a:pt x="793646" y="737582"/>
                  </a:lnTo>
                  <a:lnTo>
                    <a:pt x="792414" y="737211"/>
                  </a:lnTo>
                  <a:lnTo>
                    <a:pt x="792238" y="737795"/>
                  </a:lnTo>
                  <a:lnTo>
                    <a:pt x="792242" y="738173"/>
                  </a:lnTo>
                  <a:lnTo>
                    <a:pt x="791916" y="738382"/>
                  </a:lnTo>
                  <a:lnTo>
                    <a:pt x="791538" y="738593"/>
                  </a:lnTo>
                  <a:lnTo>
                    <a:pt x="790945" y="738921"/>
                  </a:lnTo>
                  <a:lnTo>
                    <a:pt x="789347" y="739971"/>
                  </a:lnTo>
                  <a:lnTo>
                    <a:pt x="788934" y="740426"/>
                  </a:lnTo>
                  <a:lnTo>
                    <a:pt x="788392" y="740642"/>
                  </a:lnTo>
                  <a:lnTo>
                    <a:pt x="787544" y="741077"/>
                  </a:lnTo>
                  <a:lnTo>
                    <a:pt x="787224" y="741263"/>
                  </a:lnTo>
                  <a:lnTo>
                    <a:pt x="786603" y="741618"/>
                  </a:lnTo>
                  <a:lnTo>
                    <a:pt x="785891" y="742018"/>
                  </a:lnTo>
                  <a:lnTo>
                    <a:pt x="785494" y="742142"/>
                  </a:lnTo>
                  <a:lnTo>
                    <a:pt x="785267" y="742256"/>
                  </a:lnTo>
                  <a:lnTo>
                    <a:pt x="784954" y="742428"/>
                  </a:lnTo>
                  <a:lnTo>
                    <a:pt x="784746" y="742674"/>
                  </a:lnTo>
                  <a:lnTo>
                    <a:pt x="783959" y="743136"/>
                  </a:lnTo>
                  <a:lnTo>
                    <a:pt x="783697" y="743244"/>
                  </a:lnTo>
                  <a:lnTo>
                    <a:pt x="783058" y="743507"/>
                  </a:lnTo>
                  <a:lnTo>
                    <a:pt x="782681" y="743643"/>
                  </a:lnTo>
                  <a:lnTo>
                    <a:pt x="782305" y="743748"/>
                  </a:lnTo>
                  <a:lnTo>
                    <a:pt x="781980" y="743842"/>
                  </a:lnTo>
                  <a:lnTo>
                    <a:pt x="780648" y="744297"/>
                  </a:lnTo>
                  <a:lnTo>
                    <a:pt x="780355" y="744410"/>
                  </a:lnTo>
                  <a:lnTo>
                    <a:pt x="779713" y="744714"/>
                  </a:lnTo>
                  <a:lnTo>
                    <a:pt x="779030" y="745096"/>
                  </a:lnTo>
                  <a:lnTo>
                    <a:pt x="778351" y="745291"/>
                  </a:lnTo>
                  <a:lnTo>
                    <a:pt x="778207" y="745332"/>
                  </a:lnTo>
                  <a:lnTo>
                    <a:pt x="778013" y="745387"/>
                  </a:lnTo>
                  <a:lnTo>
                    <a:pt x="776962" y="745686"/>
                  </a:lnTo>
                  <a:lnTo>
                    <a:pt x="776496" y="745792"/>
                  </a:lnTo>
                  <a:lnTo>
                    <a:pt x="776066" y="745917"/>
                  </a:lnTo>
                  <a:lnTo>
                    <a:pt x="775608" y="746020"/>
                  </a:lnTo>
                  <a:lnTo>
                    <a:pt x="774939" y="746266"/>
                  </a:lnTo>
                  <a:lnTo>
                    <a:pt x="774583" y="746497"/>
                  </a:lnTo>
                  <a:lnTo>
                    <a:pt x="774743" y="747057"/>
                  </a:lnTo>
                  <a:lnTo>
                    <a:pt x="775280" y="747469"/>
                  </a:lnTo>
                  <a:lnTo>
                    <a:pt x="775539" y="747863"/>
                  </a:lnTo>
                  <a:lnTo>
                    <a:pt x="775717" y="747894"/>
                  </a:lnTo>
                  <a:lnTo>
                    <a:pt x="776018" y="747947"/>
                  </a:lnTo>
                  <a:lnTo>
                    <a:pt x="776177" y="747976"/>
                  </a:lnTo>
                  <a:lnTo>
                    <a:pt x="776308" y="748001"/>
                  </a:lnTo>
                  <a:lnTo>
                    <a:pt x="776603" y="748197"/>
                  </a:lnTo>
                  <a:lnTo>
                    <a:pt x="776539" y="748526"/>
                  </a:lnTo>
                  <a:lnTo>
                    <a:pt x="776251" y="749134"/>
                  </a:lnTo>
                  <a:lnTo>
                    <a:pt x="775881" y="749770"/>
                  </a:lnTo>
                  <a:lnTo>
                    <a:pt x="776050" y="750012"/>
                  </a:lnTo>
                  <a:lnTo>
                    <a:pt x="776176" y="750185"/>
                  </a:lnTo>
                  <a:lnTo>
                    <a:pt x="776416" y="750512"/>
                  </a:lnTo>
                  <a:lnTo>
                    <a:pt x="776767" y="750948"/>
                  </a:lnTo>
                  <a:lnTo>
                    <a:pt x="777235" y="751391"/>
                  </a:lnTo>
                  <a:lnTo>
                    <a:pt x="777067" y="751502"/>
                  </a:lnTo>
                  <a:lnTo>
                    <a:pt x="776716" y="751703"/>
                  </a:lnTo>
                  <a:lnTo>
                    <a:pt x="776532" y="751725"/>
                  </a:lnTo>
                  <a:lnTo>
                    <a:pt x="775755" y="751770"/>
                  </a:lnTo>
                  <a:lnTo>
                    <a:pt x="775137" y="751785"/>
                  </a:lnTo>
                  <a:lnTo>
                    <a:pt x="774625" y="751831"/>
                  </a:lnTo>
                  <a:lnTo>
                    <a:pt x="774175" y="751442"/>
                  </a:lnTo>
                  <a:lnTo>
                    <a:pt x="773837" y="750801"/>
                  </a:lnTo>
                  <a:lnTo>
                    <a:pt x="773132" y="750461"/>
                  </a:lnTo>
                  <a:lnTo>
                    <a:pt x="772383" y="750830"/>
                  </a:lnTo>
                  <a:lnTo>
                    <a:pt x="772437" y="751117"/>
                  </a:lnTo>
                  <a:lnTo>
                    <a:pt x="772469" y="751308"/>
                  </a:lnTo>
                  <a:lnTo>
                    <a:pt x="772460" y="751949"/>
                  </a:lnTo>
                  <a:lnTo>
                    <a:pt x="772115" y="752421"/>
                  </a:lnTo>
                  <a:lnTo>
                    <a:pt x="771883" y="752512"/>
                  </a:lnTo>
                  <a:lnTo>
                    <a:pt x="771270" y="752639"/>
                  </a:lnTo>
                  <a:lnTo>
                    <a:pt x="770090" y="752832"/>
                  </a:lnTo>
                  <a:lnTo>
                    <a:pt x="769862" y="752812"/>
                  </a:lnTo>
                  <a:lnTo>
                    <a:pt x="769908" y="752427"/>
                  </a:lnTo>
                  <a:lnTo>
                    <a:pt x="769925" y="751850"/>
                  </a:lnTo>
                  <a:lnTo>
                    <a:pt x="769920" y="751498"/>
                  </a:lnTo>
                  <a:lnTo>
                    <a:pt x="769602" y="751284"/>
                  </a:lnTo>
                  <a:lnTo>
                    <a:pt x="769341" y="751294"/>
                  </a:lnTo>
                  <a:lnTo>
                    <a:pt x="768969" y="751309"/>
                  </a:lnTo>
                  <a:lnTo>
                    <a:pt x="768454" y="751333"/>
                  </a:lnTo>
                  <a:lnTo>
                    <a:pt x="767511" y="750910"/>
                  </a:lnTo>
                  <a:lnTo>
                    <a:pt x="767441" y="750695"/>
                  </a:lnTo>
                  <a:lnTo>
                    <a:pt x="766798" y="750738"/>
                  </a:lnTo>
                  <a:lnTo>
                    <a:pt x="766264" y="750839"/>
                  </a:lnTo>
                  <a:lnTo>
                    <a:pt x="765701" y="750543"/>
                  </a:lnTo>
                  <a:lnTo>
                    <a:pt x="765485" y="750411"/>
                  </a:lnTo>
                  <a:lnTo>
                    <a:pt x="765350" y="750341"/>
                  </a:lnTo>
                  <a:lnTo>
                    <a:pt x="764865" y="750441"/>
                  </a:lnTo>
                  <a:lnTo>
                    <a:pt x="764694" y="750847"/>
                  </a:lnTo>
                  <a:lnTo>
                    <a:pt x="764393" y="750967"/>
                  </a:lnTo>
                  <a:lnTo>
                    <a:pt x="764031" y="751399"/>
                  </a:lnTo>
                  <a:lnTo>
                    <a:pt x="763739" y="751501"/>
                  </a:lnTo>
                  <a:lnTo>
                    <a:pt x="763344" y="751588"/>
                  </a:lnTo>
                  <a:lnTo>
                    <a:pt x="762798" y="751231"/>
                  </a:lnTo>
                  <a:lnTo>
                    <a:pt x="762049" y="750831"/>
                  </a:lnTo>
                  <a:lnTo>
                    <a:pt x="761548" y="750842"/>
                  </a:lnTo>
                  <a:lnTo>
                    <a:pt x="761235" y="750938"/>
                  </a:lnTo>
                  <a:lnTo>
                    <a:pt x="760846" y="751029"/>
                  </a:lnTo>
                  <a:lnTo>
                    <a:pt x="760534" y="751078"/>
                  </a:lnTo>
                  <a:lnTo>
                    <a:pt x="760324" y="751084"/>
                  </a:lnTo>
                  <a:lnTo>
                    <a:pt x="760159" y="751089"/>
                  </a:lnTo>
                  <a:lnTo>
                    <a:pt x="759856" y="751095"/>
                  </a:lnTo>
                  <a:lnTo>
                    <a:pt x="759854" y="750965"/>
                  </a:lnTo>
                  <a:lnTo>
                    <a:pt x="759721" y="750788"/>
                  </a:lnTo>
                  <a:lnTo>
                    <a:pt x="759451" y="750798"/>
                  </a:lnTo>
                  <a:lnTo>
                    <a:pt x="759315" y="750803"/>
                  </a:lnTo>
                  <a:lnTo>
                    <a:pt x="758397" y="750870"/>
                  </a:lnTo>
                  <a:lnTo>
                    <a:pt x="758206" y="750942"/>
                  </a:lnTo>
                  <a:lnTo>
                    <a:pt x="757841" y="750998"/>
                  </a:lnTo>
                  <a:lnTo>
                    <a:pt x="757089" y="751049"/>
                  </a:lnTo>
                  <a:lnTo>
                    <a:pt x="756425" y="751089"/>
                  </a:lnTo>
                  <a:lnTo>
                    <a:pt x="756036" y="751361"/>
                  </a:lnTo>
                  <a:lnTo>
                    <a:pt x="756069" y="751510"/>
                  </a:lnTo>
                  <a:lnTo>
                    <a:pt x="755396" y="751262"/>
                  </a:lnTo>
                  <a:lnTo>
                    <a:pt x="755622" y="750821"/>
                  </a:lnTo>
                  <a:lnTo>
                    <a:pt x="756113" y="750246"/>
                  </a:lnTo>
                  <a:lnTo>
                    <a:pt x="756356" y="750120"/>
                  </a:lnTo>
                  <a:lnTo>
                    <a:pt x="756685" y="749942"/>
                  </a:lnTo>
                  <a:lnTo>
                    <a:pt x="757050" y="749577"/>
                  </a:lnTo>
                  <a:lnTo>
                    <a:pt x="757031" y="749400"/>
                  </a:lnTo>
                  <a:lnTo>
                    <a:pt x="757010" y="749218"/>
                  </a:lnTo>
                  <a:lnTo>
                    <a:pt x="757023" y="748648"/>
                  </a:lnTo>
                  <a:lnTo>
                    <a:pt x="757107" y="748000"/>
                  </a:lnTo>
                  <a:lnTo>
                    <a:pt x="757103" y="747718"/>
                  </a:lnTo>
                  <a:lnTo>
                    <a:pt x="757054" y="747131"/>
                  </a:lnTo>
                  <a:lnTo>
                    <a:pt x="757033" y="746885"/>
                  </a:lnTo>
                  <a:lnTo>
                    <a:pt x="756908" y="745676"/>
                  </a:lnTo>
                  <a:lnTo>
                    <a:pt x="756877" y="744891"/>
                  </a:lnTo>
                  <a:lnTo>
                    <a:pt x="756911" y="744548"/>
                  </a:lnTo>
                  <a:lnTo>
                    <a:pt x="756836" y="743862"/>
                  </a:lnTo>
                  <a:lnTo>
                    <a:pt x="756630" y="742482"/>
                  </a:lnTo>
                  <a:lnTo>
                    <a:pt x="756454" y="742499"/>
                  </a:lnTo>
                  <a:lnTo>
                    <a:pt x="756306" y="742514"/>
                  </a:lnTo>
                  <a:lnTo>
                    <a:pt x="756091" y="742235"/>
                  </a:lnTo>
                  <a:lnTo>
                    <a:pt x="755688" y="741794"/>
                  </a:lnTo>
                  <a:lnTo>
                    <a:pt x="755434" y="741567"/>
                  </a:lnTo>
                  <a:lnTo>
                    <a:pt x="755542" y="741135"/>
                  </a:lnTo>
                  <a:lnTo>
                    <a:pt x="756019" y="741125"/>
                  </a:lnTo>
                  <a:lnTo>
                    <a:pt x="756364" y="741248"/>
                  </a:lnTo>
                  <a:lnTo>
                    <a:pt x="757331" y="740849"/>
                  </a:lnTo>
                  <a:lnTo>
                    <a:pt x="757905" y="740322"/>
                  </a:lnTo>
                  <a:lnTo>
                    <a:pt x="758048" y="740072"/>
                  </a:lnTo>
                  <a:lnTo>
                    <a:pt x="758558" y="739511"/>
                  </a:lnTo>
                  <a:lnTo>
                    <a:pt x="758521" y="739317"/>
                  </a:lnTo>
                  <a:lnTo>
                    <a:pt x="758311" y="739078"/>
                  </a:lnTo>
                  <a:lnTo>
                    <a:pt x="758124" y="739141"/>
                  </a:lnTo>
                  <a:lnTo>
                    <a:pt x="757680" y="738972"/>
                  </a:lnTo>
                  <a:lnTo>
                    <a:pt x="757407" y="738166"/>
                  </a:lnTo>
                  <a:lnTo>
                    <a:pt x="757464" y="737985"/>
                  </a:lnTo>
                  <a:lnTo>
                    <a:pt x="757368" y="737656"/>
                  </a:lnTo>
                  <a:lnTo>
                    <a:pt x="757803" y="737114"/>
                  </a:lnTo>
                  <a:lnTo>
                    <a:pt x="757966" y="736799"/>
                  </a:lnTo>
                  <a:lnTo>
                    <a:pt x="757555" y="736318"/>
                  </a:lnTo>
                  <a:lnTo>
                    <a:pt x="757648" y="735945"/>
                  </a:lnTo>
                  <a:lnTo>
                    <a:pt x="757686" y="735557"/>
                  </a:lnTo>
                  <a:lnTo>
                    <a:pt x="757605" y="735393"/>
                  </a:lnTo>
                  <a:lnTo>
                    <a:pt x="757563" y="735147"/>
                  </a:lnTo>
                  <a:lnTo>
                    <a:pt x="758276" y="735128"/>
                  </a:lnTo>
                  <a:lnTo>
                    <a:pt x="758280" y="734810"/>
                  </a:lnTo>
                  <a:lnTo>
                    <a:pt x="758012" y="734529"/>
                  </a:lnTo>
                  <a:lnTo>
                    <a:pt x="757776" y="734355"/>
                  </a:lnTo>
                  <a:lnTo>
                    <a:pt x="757532" y="734070"/>
                  </a:lnTo>
                  <a:lnTo>
                    <a:pt x="757598" y="733475"/>
                  </a:lnTo>
                  <a:lnTo>
                    <a:pt x="757598" y="733325"/>
                  </a:lnTo>
                  <a:lnTo>
                    <a:pt x="757591" y="733020"/>
                  </a:lnTo>
                  <a:lnTo>
                    <a:pt x="757529" y="732788"/>
                  </a:lnTo>
                  <a:lnTo>
                    <a:pt x="757211" y="731775"/>
                  </a:lnTo>
                  <a:lnTo>
                    <a:pt x="756905" y="731334"/>
                  </a:lnTo>
                  <a:lnTo>
                    <a:pt x="756680" y="731400"/>
                  </a:lnTo>
                  <a:lnTo>
                    <a:pt x="755824" y="730978"/>
                  </a:lnTo>
                  <a:lnTo>
                    <a:pt x="756195" y="730958"/>
                  </a:lnTo>
                  <a:lnTo>
                    <a:pt x="756338" y="730927"/>
                  </a:lnTo>
                  <a:lnTo>
                    <a:pt x="756402" y="730650"/>
                  </a:lnTo>
                  <a:lnTo>
                    <a:pt x="756114" y="730241"/>
                  </a:lnTo>
                  <a:lnTo>
                    <a:pt x="755717" y="729945"/>
                  </a:lnTo>
                  <a:lnTo>
                    <a:pt x="755465" y="729472"/>
                  </a:lnTo>
                  <a:lnTo>
                    <a:pt x="755197" y="729423"/>
                  </a:lnTo>
                  <a:lnTo>
                    <a:pt x="755205" y="728959"/>
                  </a:lnTo>
                  <a:lnTo>
                    <a:pt x="755224" y="728524"/>
                  </a:lnTo>
                  <a:lnTo>
                    <a:pt x="755135" y="728105"/>
                  </a:lnTo>
                  <a:lnTo>
                    <a:pt x="755296" y="727407"/>
                  </a:lnTo>
                  <a:lnTo>
                    <a:pt x="755181" y="727106"/>
                  </a:lnTo>
                  <a:lnTo>
                    <a:pt x="754637" y="726579"/>
                  </a:lnTo>
                  <a:lnTo>
                    <a:pt x="754521" y="726316"/>
                  </a:lnTo>
                  <a:lnTo>
                    <a:pt x="754211" y="725942"/>
                  </a:lnTo>
                  <a:lnTo>
                    <a:pt x="753742" y="725148"/>
                  </a:lnTo>
                  <a:lnTo>
                    <a:pt x="753783" y="724929"/>
                  </a:lnTo>
                  <a:lnTo>
                    <a:pt x="753439" y="724875"/>
                  </a:lnTo>
                  <a:lnTo>
                    <a:pt x="753061" y="724857"/>
                  </a:lnTo>
                  <a:lnTo>
                    <a:pt x="752893" y="724849"/>
                  </a:lnTo>
                  <a:lnTo>
                    <a:pt x="752490" y="724844"/>
                  </a:lnTo>
                  <a:lnTo>
                    <a:pt x="752335" y="724866"/>
                  </a:lnTo>
                  <a:lnTo>
                    <a:pt x="752285" y="725099"/>
                  </a:lnTo>
                  <a:lnTo>
                    <a:pt x="752224" y="725385"/>
                  </a:lnTo>
                  <a:lnTo>
                    <a:pt x="752135" y="725751"/>
                  </a:lnTo>
                  <a:lnTo>
                    <a:pt x="751890" y="725781"/>
                  </a:lnTo>
                  <a:lnTo>
                    <a:pt x="751572" y="725850"/>
                  </a:lnTo>
                  <a:lnTo>
                    <a:pt x="751533" y="726167"/>
                  </a:lnTo>
                  <a:lnTo>
                    <a:pt x="751111" y="726344"/>
                  </a:lnTo>
                  <a:lnTo>
                    <a:pt x="750527" y="726500"/>
                  </a:lnTo>
                  <a:lnTo>
                    <a:pt x="749867" y="726447"/>
                  </a:lnTo>
                  <a:lnTo>
                    <a:pt x="749521" y="726425"/>
                  </a:lnTo>
                  <a:lnTo>
                    <a:pt x="748522" y="726210"/>
                  </a:lnTo>
                  <a:lnTo>
                    <a:pt x="747653" y="726355"/>
                  </a:lnTo>
                  <a:lnTo>
                    <a:pt x="747147" y="726478"/>
                  </a:lnTo>
                  <a:lnTo>
                    <a:pt x="746872" y="726504"/>
                  </a:lnTo>
                  <a:lnTo>
                    <a:pt x="746730" y="726644"/>
                  </a:lnTo>
                  <a:lnTo>
                    <a:pt x="746490" y="726866"/>
                  </a:lnTo>
                  <a:lnTo>
                    <a:pt x="746238" y="726990"/>
                  </a:lnTo>
                  <a:lnTo>
                    <a:pt x="745968" y="726950"/>
                  </a:lnTo>
                  <a:lnTo>
                    <a:pt x="745629" y="726569"/>
                  </a:lnTo>
                  <a:lnTo>
                    <a:pt x="745002" y="726161"/>
                  </a:lnTo>
                  <a:lnTo>
                    <a:pt x="744417" y="725863"/>
                  </a:lnTo>
                  <a:lnTo>
                    <a:pt x="743998" y="725726"/>
                  </a:lnTo>
                  <a:lnTo>
                    <a:pt x="743342" y="725691"/>
                  </a:lnTo>
                  <a:lnTo>
                    <a:pt x="742251" y="726133"/>
                  </a:lnTo>
                  <a:lnTo>
                    <a:pt x="741782" y="726147"/>
                  </a:lnTo>
                  <a:lnTo>
                    <a:pt x="740240" y="726784"/>
                  </a:lnTo>
                  <a:lnTo>
                    <a:pt x="740240" y="727036"/>
                  </a:lnTo>
                  <a:lnTo>
                    <a:pt x="740179" y="727282"/>
                  </a:lnTo>
                  <a:lnTo>
                    <a:pt x="740065" y="727603"/>
                  </a:lnTo>
                  <a:lnTo>
                    <a:pt x="739955" y="727781"/>
                  </a:lnTo>
                  <a:lnTo>
                    <a:pt x="739991" y="728277"/>
                  </a:lnTo>
                  <a:lnTo>
                    <a:pt x="739871" y="728857"/>
                  </a:lnTo>
                  <a:lnTo>
                    <a:pt x="739216" y="729063"/>
                  </a:lnTo>
                  <a:lnTo>
                    <a:pt x="738893" y="729049"/>
                  </a:lnTo>
                  <a:lnTo>
                    <a:pt x="738844" y="729234"/>
                  </a:lnTo>
                  <a:lnTo>
                    <a:pt x="738324" y="730468"/>
                  </a:lnTo>
                  <a:lnTo>
                    <a:pt x="738529" y="730912"/>
                  </a:lnTo>
                  <a:lnTo>
                    <a:pt x="738753" y="731157"/>
                  </a:lnTo>
                  <a:lnTo>
                    <a:pt x="738934" y="731229"/>
                  </a:lnTo>
                  <a:lnTo>
                    <a:pt x="739009" y="731492"/>
                  </a:lnTo>
                  <a:lnTo>
                    <a:pt x="739011" y="731833"/>
                  </a:lnTo>
                  <a:lnTo>
                    <a:pt x="739225" y="732241"/>
                  </a:lnTo>
                  <a:lnTo>
                    <a:pt x="739446" y="732344"/>
                  </a:lnTo>
                  <a:lnTo>
                    <a:pt x="739637" y="732371"/>
                  </a:lnTo>
                  <a:lnTo>
                    <a:pt x="739838" y="732449"/>
                  </a:lnTo>
                  <a:lnTo>
                    <a:pt x="740281" y="732988"/>
                  </a:lnTo>
                  <a:lnTo>
                    <a:pt x="740285" y="733162"/>
                  </a:lnTo>
                  <a:lnTo>
                    <a:pt x="739982" y="733414"/>
                  </a:lnTo>
                  <a:lnTo>
                    <a:pt x="739605" y="733522"/>
                  </a:lnTo>
                  <a:lnTo>
                    <a:pt x="739227" y="733703"/>
                  </a:lnTo>
                  <a:lnTo>
                    <a:pt x="739085" y="733871"/>
                  </a:lnTo>
                  <a:lnTo>
                    <a:pt x="738779" y="734384"/>
                  </a:lnTo>
                  <a:lnTo>
                    <a:pt x="738179" y="734416"/>
                  </a:lnTo>
                  <a:lnTo>
                    <a:pt x="736912" y="734721"/>
                  </a:lnTo>
                  <a:lnTo>
                    <a:pt x="736240" y="734862"/>
                  </a:lnTo>
                  <a:lnTo>
                    <a:pt x="735753" y="734649"/>
                  </a:lnTo>
                  <a:lnTo>
                    <a:pt x="735558" y="734554"/>
                  </a:lnTo>
                  <a:lnTo>
                    <a:pt x="735222" y="734383"/>
                  </a:lnTo>
                  <a:lnTo>
                    <a:pt x="734679" y="734185"/>
                  </a:lnTo>
                  <a:lnTo>
                    <a:pt x="734355" y="734218"/>
                  </a:lnTo>
                  <a:lnTo>
                    <a:pt x="734021" y="734616"/>
                  </a:lnTo>
                  <a:lnTo>
                    <a:pt x="733457" y="734357"/>
                  </a:lnTo>
                  <a:lnTo>
                    <a:pt x="733430" y="734875"/>
                  </a:lnTo>
                  <a:lnTo>
                    <a:pt x="733431" y="735249"/>
                  </a:lnTo>
                  <a:lnTo>
                    <a:pt x="733036" y="735640"/>
                  </a:lnTo>
                  <a:lnTo>
                    <a:pt x="732803" y="735575"/>
                  </a:lnTo>
                  <a:lnTo>
                    <a:pt x="732321" y="735553"/>
                  </a:lnTo>
                  <a:lnTo>
                    <a:pt x="732551" y="736259"/>
                  </a:lnTo>
                  <a:lnTo>
                    <a:pt x="732440" y="736460"/>
                  </a:lnTo>
                  <a:lnTo>
                    <a:pt x="732052" y="736881"/>
                  </a:lnTo>
                  <a:lnTo>
                    <a:pt x="731297" y="737202"/>
                  </a:lnTo>
                  <a:lnTo>
                    <a:pt x="731166" y="737918"/>
                  </a:lnTo>
                  <a:lnTo>
                    <a:pt x="730758" y="738365"/>
                  </a:lnTo>
                  <a:lnTo>
                    <a:pt x="730548" y="738761"/>
                  </a:lnTo>
                  <a:lnTo>
                    <a:pt x="730487" y="739190"/>
                  </a:lnTo>
                  <a:lnTo>
                    <a:pt x="729391" y="739783"/>
                  </a:lnTo>
                  <a:lnTo>
                    <a:pt x="729111" y="739973"/>
                  </a:lnTo>
                  <a:lnTo>
                    <a:pt x="728769" y="740468"/>
                  </a:lnTo>
                  <a:lnTo>
                    <a:pt x="728060" y="741318"/>
                  </a:lnTo>
                  <a:lnTo>
                    <a:pt x="727728" y="741505"/>
                  </a:lnTo>
                  <a:lnTo>
                    <a:pt x="727540" y="741677"/>
                  </a:lnTo>
                  <a:lnTo>
                    <a:pt x="727077" y="742127"/>
                  </a:lnTo>
                  <a:lnTo>
                    <a:pt x="726972" y="742327"/>
                  </a:lnTo>
                  <a:lnTo>
                    <a:pt x="727081" y="742907"/>
                  </a:lnTo>
                  <a:lnTo>
                    <a:pt x="727162" y="743636"/>
                  </a:lnTo>
                  <a:lnTo>
                    <a:pt x="727227" y="743809"/>
                  </a:lnTo>
                  <a:lnTo>
                    <a:pt x="727372" y="743852"/>
                  </a:lnTo>
                  <a:lnTo>
                    <a:pt x="727651" y="744041"/>
                  </a:lnTo>
                  <a:lnTo>
                    <a:pt x="727475" y="744499"/>
                  </a:lnTo>
                  <a:lnTo>
                    <a:pt x="727245" y="744784"/>
                  </a:lnTo>
                  <a:lnTo>
                    <a:pt x="727500" y="745047"/>
                  </a:lnTo>
                  <a:lnTo>
                    <a:pt x="727904" y="745415"/>
                  </a:lnTo>
                  <a:lnTo>
                    <a:pt x="728349" y="745787"/>
                  </a:lnTo>
                  <a:lnTo>
                    <a:pt x="728479" y="746129"/>
                  </a:lnTo>
                  <a:lnTo>
                    <a:pt x="728378" y="746312"/>
                  </a:lnTo>
                  <a:lnTo>
                    <a:pt x="728564" y="746710"/>
                  </a:lnTo>
                  <a:lnTo>
                    <a:pt x="728158" y="746803"/>
                  </a:lnTo>
                  <a:lnTo>
                    <a:pt x="727993" y="746728"/>
                  </a:lnTo>
                  <a:lnTo>
                    <a:pt x="727767" y="746661"/>
                  </a:lnTo>
                  <a:lnTo>
                    <a:pt x="727650" y="746867"/>
                  </a:lnTo>
                  <a:lnTo>
                    <a:pt x="727654" y="747489"/>
                  </a:lnTo>
                  <a:lnTo>
                    <a:pt x="727895" y="747879"/>
                  </a:lnTo>
                  <a:lnTo>
                    <a:pt x="727987" y="748024"/>
                  </a:lnTo>
                  <a:lnTo>
                    <a:pt x="728593" y="748949"/>
                  </a:lnTo>
                  <a:lnTo>
                    <a:pt x="729284" y="750021"/>
                  </a:lnTo>
                  <a:lnTo>
                    <a:pt x="729258" y="750386"/>
                  </a:lnTo>
                  <a:lnTo>
                    <a:pt x="728834" y="750383"/>
                  </a:lnTo>
                  <a:lnTo>
                    <a:pt x="728371" y="750432"/>
                  </a:lnTo>
                  <a:lnTo>
                    <a:pt x="728108" y="750573"/>
                  </a:lnTo>
                  <a:lnTo>
                    <a:pt x="728113" y="750836"/>
                  </a:lnTo>
                  <a:lnTo>
                    <a:pt x="728257" y="751131"/>
                  </a:lnTo>
                  <a:lnTo>
                    <a:pt x="728357" y="751286"/>
                  </a:lnTo>
                  <a:lnTo>
                    <a:pt x="728551" y="751675"/>
                  </a:lnTo>
                  <a:lnTo>
                    <a:pt x="727883" y="752367"/>
                  </a:lnTo>
                  <a:lnTo>
                    <a:pt x="727867" y="752764"/>
                  </a:lnTo>
                  <a:lnTo>
                    <a:pt x="727892" y="752957"/>
                  </a:lnTo>
                  <a:lnTo>
                    <a:pt x="728023" y="753475"/>
                  </a:lnTo>
                  <a:lnTo>
                    <a:pt x="728165" y="753771"/>
                  </a:lnTo>
                  <a:lnTo>
                    <a:pt x="728309" y="754149"/>
                  </a:lnTo>
                  <a:lnTo>
                    <a:pt x="728303" y="754439"/>
                  </a:lnTo>
                  <a:lnTo>
                    <a:pt x="728293" y="755003"/>
                  </a:lnTo>
                  <a:lnTo>
                    <a:pt x="728289" y="755195"/>
                  </a:lnTo>
                  <a:lnTo>
                    <a:pt x="728286" y="755534"/>
                  </a:lnTo>
                  <a:lnTo>
                    <a:pt x="728033" y="755768"/>
                  </a:lnTo>
                  <a:lnTo>
                    <a:pt x="727344" y="755577"/>
                  </a:lnTo>
                  <a:lnTo>
                    <a:pt x="727064" y="755419"/>
                  </a:lnTo>
                  <a:lnTo>
                    <a:pt x="725813" y="755163"/>
                  </a:lnTo>
                  <a:lnTo>
                    <a:pt x="725143" y="755028"/>
                  </a:lnTo>
                  <a:lnTo>
                    <a:pt x="724625" y="754929"/>
                  </a:lnTo>
                  <a:lnTo>
                    <a:pt x="724254" y="754838"/>
                  </a:lnTo>
                  <a:lnTo>
                    <a:pt x="724112" y="754825"/>
                  </a:lnTo>
                  <a:lnTo>
                    <a:pt x="723691" y="754675"/>
                  </a:lnTo>
                  <a:lnTo>
                    <a:pt x="723254" y="754539"/>
                  </a:lnTo>
                  <a:lnTo>
                    <a:pt x="722729" y="754513"/>
                  </a:lnTo>
                  <a:lnTo>
                    <a:pt x="721770" y="754844"/>
                  </a:lnTo>
                  <a:lnTo>
                    <a:pt x="721380" y="754785"/>
                  </a:lnTo>
                  <a:lnTo>
                    <a:pt x="721070" y="754879"/>
                  </a:lnTo>
                  <a:lnTo>
                    <a:pt x="720804" y="755141"/>
                  </a:lnTo>
                  <a:lnTo>
                    <a:pt x="720498" y="755011"/>
                  </a:lnTo>
                  <a:lnTo>
                    <a:pt x="720184" y="754796"/>
                  </a:lnTo>
                  <a:lnTo>
                    <a:pt x="719658" y="755052"/>
                  </a:lnTo>
                  <a:lnTo>
                    <a:pt x="719473" y="755199"/>
                  </a:lnTo>
                  <a:lnTo>
                    <a:pt x="718085" y="755856"/>
                  </a:lnTo>
                  <a:lnTo>
                    <a:pt x="717879" y="755913"/>
                  </a:lnTo>
                  <a:lnTo>
                    <a:pt x="717692" y="755963"/>
                  </a:lnTo>
                  <a:lnTo>
                    <a:pt x="717352" y="756309"/>
                  </a:lnTo>
                  <a:lnTo>
                    <a:pt x="716977" y="756591"/>
                  </a:lnTo>
                  <a:lnTo>
                    <a:pt x="716404" y="757129"/>
                  </a:lnTo>
                  <a:lnTo>
                    <a:pt x="715319" y="757482"/>
                  </a:lnTo>
                  <a:lnTo>
                    <a:pt x="713926" y="759157"/>
                  </a:lnTo>
                  <a:lnTo>
                    <a:pt x="713630" y="759257"/>
                  </a:lnTo>
                  <a:lnTo>
                    <a:pt x="713381" y="759443"/>
                  </a:lnTo>
                  <a:lnTo>
                    <a:pt x="713135" y="759831"/>
                  </a:lnTo>
                  <a:lnTo>
                    <a:pt x="713051" y="760050"/>
                  </a:lnTo>
                  <a:lnTo>
                    <a:pt x="713014" y="760554"/>
                  </a:lnTo>
                  <a:lnTo>
                    <a:pt x="713873" y="760751"/>
                  </a:lnTo>
                  <a:lnTo>
                    <a:pt x="714133" y="760811"/>
                  </a:lnTo>
                  <a:lnTo>
                    <a:pt x="714532" y="760901"/>
                  </a:lnTo>
                  <a:lnTo>
                    <a:pt x="715338" y="761270"/>
                  </a:lnTo>
                  <a:lnTo>
                    <a:pt x="716042" y="761453"/>
                  </a:lnTo>
                  <a:lnTo>
                    <a:pt x="716032" y="761617"/>
                  </a:lnTo>
                  <a:lnTo>
                    <a:pt x="715688" y="762052"/>
                  </a:lnTo>
                  <a:lnTo>
                    <a:pt x="715615" y="762429"/>
                  </a:lnTo>
                  <a:lnTo>
                    <a:pt x="715794" y="762776"/>
                  </a:lnTo>
                  <a:lnTo>
                    <a:pt x="715533" y="763398"/>
                  </a:lnTo>
                  <a:lnTo>
                    <a:pt x="715156" y="764765"/>
                  </a:lnTo>
                  <a:lnTo>
                    <a:pt x="714881" y="764814"/>
                  </a:lnTo>
                  <a:lnTo>
                    <a:pt x="714707" y="764905"/>
                  </a:lnTo>
                  <a:lnTo>
                    <a:pt x="714266" y="765633"/>
                  </a:lnTo>
                  <a:lnTo>
                    <a:pt x="714398" y="765709"/>
                  </a:lnTo>
                  <a:lnTo>
                    <a:pt x="714600" y="765994"/>
                  </a:lnTo>
                  <a:lnTo>
                    <a:pt x="714796" y="766281"/>
                  </a:lnTo>
                  <a:lnTo>
                    <a:pt x="715114" y="766450"/>
                  </a:lnTo>
                  <a:lnTo>
                    <a:pt x="715726" y="766286"/>
                  </a:lnTo>
                  <a:lnTo>
                    <a:pt x="716299" y="766552"/>
                  </a:lnTo>
                  <a:lnTo>
                    <a:pt x="716554" y="766698"/>
                  </a:lnTo>
                  <a:lnTo>
                    <a:pt x="716535" y="766846"/>
                  </a:lnTo>
                  <a:lnTo>
                    <a:pt x="716438" y="767196"/>
                  </a:lnTo>
                  <a:lnTo>
                    <a:pt x="716395" y="767504"/>
                  </a:lnTo>
                  <a:lnTo>
                    <a:pt x="716361" y="767746"/>
                  </a:lnTo>
                  <a:lnTo>
                    <a:pt x="716458" y="768066"/>
                  </a:lnTo>
                  <a:lnTo>
                    <a:pt x="716769" y="768243"/>
                  </a:lnTo>
                  <a:lnTo>
                    <a:pt x="716811" y="768740"/>
                  </a:lnTo>
                  <a:lnTo>
                    <a:pt x="717194" y="768954"/>
                  </a:lnTo>
                  <a:lnTo>
                    <a:pt x="717235" y="768809"/>
                  </a:lnTo>
                  <a:lnTo>
                    <a:pt x="717322" y="768257"/>
                  </a:lnTo>
                  <a:lnTo>
                    <a:pt x="717481" y="768190"/>
                  </a:lnTo>
                  <a:lnTo>
                    <a:pt x="717494" y="767881"/>
                  </a:lnTo>
                  <a:lnTo>
                    <a:pt x="717528" y="767567"/>
                  </a:lnTo>
                  <a:lnTo>
                    <a:pt x="717778" y="767467"/>
                  </a:lnTo>
                  <a:lnTo>
                    <a:pt x="718176" y="767730"/>
                  </a:lnTo>
                  <a:lnTo>
                    <a:pt x="718220" y="768022"/>
                  </a:lnTo>
                  <a:lnTo>
                    <a:pt x="718719" y="768810"/>
                  </a:lnTo>
                  <a:lnTo>
                    <a:pt x="718718" y="768954"/>
                  </a:lnTo>
                  <a:lnTo>
                    <a:pt x="718908" y="769352"/>
                  </a:lnTo>
                  <a:lnTo>
                    <a:pt x="718889" y="769727"/>
                  </a:lnTo>
                  <a:lnTo>
                    <a:pt x="718690" y="770022"/>
                  </a:lnTo>
                  <a:lnTo>
                    <a:pt x="718642" y="770475"/>
                  </a:lnTo>
                  <a:lnTo>
                    <a:pt x="718595" y="771068"/>
                  </a:lnTo>
                  <a:lnTo>
                    <a:pt x="718484" y="771620"/>
                  </a:lnTo>
                  <a:lnTo>
                    <a:pt x="718330" y="771756"/>
                  </a:lnTo>
                  <a:lnTo>
                    <a:pt x="717919" y="771695"/>
                  </a:lnTo>
                  <a:lnTo>
                    <a:pt x="717705" y="771703"/>
                  </a:lnTo>
                  <a:lnTo>
                    <a:pt x="717181" y="772001"/>
                  </a:lnTo>
                  <a:lnTo>
                    <a:pt x="717030" y="772076"/>
                  </a:lnTo>
                  <a:lnTo>
                    <a:pt x="716175" y="771969"/>
                  </a:lnTo>
                  <a:lnTo>
                    <a:pt x="715934" y="771915"/>
                  </a:lnTo>
                  <a:lnTo>
                    <a:pt x="715715" y="772092"/>
                  </a:lnTo>
                  <a:lnTo>
                    <a:pt x="715286" y="772161"/>
                  </a:lnTo>
                  <a:lnTo>
                    <a:pt x="714703" y="772439"/>
                  </a:lnTo>
                  <a:lnTo>
                    <a:pt x="714588" y="772708"/>
                  </a:lnTo>
                  <a:lnTo>
                    <a:pt x="714437" y="773165"/>
                  </a:lnTo>
                  <a:lnTo>
                    <a:pt x="714262" y="773701"/>
                  </a:lnTo>
                  <a:lnTo>
                    <a:pt x="713476" y="774065"/>
                  </a:lnTo>
                  <a:lnTo>
                    <a:pt x="713373" y="774438"/>
                  </a:lnTo>
                  <a:lnTo>
                    <a:pt x="713396" y="774596"/>
                  </a:lnTo>
                  <a:lnTo>
                    <a:pt x="713244" y="774800"/>
                  </a:lnTo>
                  <a:lnTo>
                    <a:pt x="713257" y="775132"/>
                  </a:lnTo>
                  <a:lnTo>
                    <a:pt x="713465" y="775435"/>
                  </a:lnTo>
                  <a:lnTo>
                    <a:pt x="712391" y="775260"/>
                  </a:lnTo>
                  <a:lnTo>
                    <a:pt x="711538" y="775273"/>
                  </a:lnTo>
                  <a:lnTo>
                    <a:pt x="710937" y="775711"/>
                  </a:lnTo>
                  <a:lnTo>
                    <a:pt x="710939" y="775935"/>
                  </a:lnTo>
                  <a:lnTo>
                    <a:pt x="711147" y="776275"/>
                  </a:lnTo>
                  <a:lnTo>
                    <a:pt x="711860" y="776781"/>
                  </a:lnTo>
                  <a:lnTo>
                    <a:pt x="712567" y="776743"/>
                  </a:lnTo>
                  <a:lnTo>
                    <a:pt x="712886" y="777123"/>
                  </a:lnTo>
                  <a:lnTo>
                    <a:pt x="712895" y="777598"/>
                  </a:lnTo>
                  <a:lnTo>
                    <a:pt x="713379" y="777816"/>
                  </a:lnTo>
                  <a:lnTo>
                    <a:pt x="713699" y="777984"/>
                  </a:lnTo>
                  <a:lnTo>
                    <a:pt x="713844" y="778228"/>
                  </a:lnTo>
                  <a:lnTo>
                    <a:pt x="714143" y="778429"/>
                  </a:lnTo>
                  <a:lnTo>
                    <a:pt x="714271" y="778493"/>
                  </a:lnTo>
                  <a:lnTo>
                    <a:pt x="714673" y="778696"/>
                  </a:lnTo>
                  <a:lnTo>
                    <a:pt x="714861" y="778791"/>
                  </a:lnTo>
                  <a:lnTo>
                    <a:pt x="714957" y="778926"/>
                  </a:lnTo>
                  <a:lnTo>
                    <a:pt x="714957" y="779115"/>
                  </a:lnTo>
                  <a:lnTo>
                    <a:pt x="714955" y="779308"/>
                  </a:lnTo>
                  <a:lnTo>
                    <a:pt x="715152" y="779674"/>
                  </a:lnTo>
                  <a:lnTo>
                    <a:pt x="715405" y="779889"/>
                  </a:lnTo>
                  <a:lnTo>
                    <a:pt x="716220" y="780203"/>
                  </a:lnTo>
                  <a:lnTo>
                    <a:pt x="716599" y="780392"/>
                  </a:lnTo>
                  <a:lnTo>
                    <a:pt x="716629" y="780532"/>
                  </a:lnTo>
                  <a:lnTo>
                    <a:pt x="717377" y="780793"/>
                  </a:lnTo>
                  <a:lnTo>
                    <a:pt x="717491" y="781024"/>
                  </a:lnTo>
                  <a:lnTo>
                    <a:pt x="717652" y="781397"/>
                  </a:lnTo>
                  <a:lnTo>
                    <a:pt x="717684" y="781579"/>
                  </a:lnTo>
                  <a:lnTo>
                    <a:pt x="717669" y="782190"/>
                  </a:lnTo>
                  <a:lnTo>
                    <a:pt x="717629" y="782391"/>
                  </a:lnTo>
                  <a:lnTo>
                    <a:pt x="717586" y="782610"/>
                  </a:lnTo>
                  <a:lnTo>
                    <a:pt x="717533" y="783090"/>
                  </a:lnTo>
                  <a:lnTo>
                    <a:pt x="717935" y="783450"/>
                  </a:lnTo>
                  <a:lnTo>
                    <a:pt x="718313" y="783344"/>
                  </a:lnTo>
                  <a:lnTo>
                    <a:pt x="718600" y="783233"/>
                  </a:lnTo>
                  <a:lnTo>
                    <a:pt x="718704" y="783462"/>
                  </a:lnTo>
                  <a:lnTo>
                    <a:pt x="719027" y="783739"/>
                  </a:lnTo>
                  <a:lnTo>
                    <a:pt x="719777" y="783783"/>
                  </a:lnTo>
                  <a:lnTo>
                    <a:pt x="720454" y="783737"/>
                  </a:lnTo>
                  <a:lnTo>
                    <a:pt x="720857" y="784198"/>
                  </a:lnTo>
                  <a:lnTo>
                    <a:pt x="720665" y="784212"/>
                  </a:lnTo>
                  <a:lnTo>
                    <a:pt x="720134" y="784526"/>
                  </a:lnTo>
                  <a:lnTo>
                    <a:pt x="720217" y="785209"/>
                  </a:lnTo>
                  <a:lnTo>
                    <a:pt x="720373" y="785412"/>
                  </a:lnTo>
                  <a:lnTo>
                    <a:pt x="720591" y="785853"/>
                  </a:lnTo>
                  <a:lnTo>
                    <a:pt x="720617" y="786232"/>
                  </a:lnTo>
                  <a:lnTo>
                    <a:pt x="720849" y="787270"/>
                  </a:lnTo>
                  <a:lnTo>
                    <a:pt x="721089" y="787364"/>
                  </a:lnTo>
                  <a:lnTo>
                    <a:pt x="721354" y="787448"/>
                  </a:lnTo>
                  <a:lnTo>
                    <a:pt x="721621" y="787656"/>
                  </a:lnTo>
                  <a:lnTo>
                    <a:pt x="720839" y="788176"/>
                  </a:lnTo>
                  <a:lnTo>
                    <a:pt x="720647" y="788350"/>
                  </a:lnTo>
                  <a:lnTo>
                    <a:pt x="720385" y="788811"/>
                  </a:lnTo>
                  <a:lnTo>
                    <a:pt x="720691" y="788980"/>
                  </a:lnTo>
                  <a:lnTo>
                    <a:pt x="720759" y="789141"/>
                  </a:lnTo>
                  <a:lnTo>
                    <a:pt x="720837" y="789370"/>
                  </a:lnTo>
                  <a:lnTo>
                    <a:pt x="721094" y="789810"/>
                  </a:lnTo>
                  <a:lnTo>
                    <a:pt x="721224" y="789941"/>
                  </a:lnTo>
                  <a:lnTo>
                    <a:pt x="721651" y="790584"/>
                  </a:lnTo>
                  <a:lnTo>
                    <a:pt x="722287" y="790458"/>
                  </a:lnTo>
                  <a:lnTo>
                    <a:pt x="722903" y="790515"/>
                  </a:lnTo>
                  <a:lnTo>
                    <a:pt x="722925" y="790901"/>
                  </a:lnTo>
                  <a:lnTo>
                    <a:pt x="722912" y="791245"/>
                  </a:lnTo>
                  <a:lnTo>
                    <a:pt x="722776" y="791771"/>
                  </a:lnTo>
                  <a:lnTo>
                    <a:pt x="722924" y="792272"/>
                  </a:lnTo>
                  <a:lnTo>
                    <a:pt x="723164" y="792367"/>
                  </a:lnTo>
                  <a:lnTo>
                    <a:pt x="723555" y="792531"/>
                  </a:lnTo>
                  <a:lnTo>
                    <a:pt x="723858" y="792755"/>
                  </a:lnTo>
                  <a:lnTo>
                    <a:pt x="723940" y="793019"/>
                  </a:lnTo>
                  <a:lnTo>
                    <a:pt x="723367" y="793410"/>
                  </a:lnTo>
                  <a:lnTo>
                    <a:pt x="722754" y="793118"/>
                  </a:lnTo>
                  <a:lnTo>
                    <a:pt x="722466" y="793073"/>
                  </a:lnTo>
                  <a:lnTo>
                    <a:pt x="722008" y="793437"/>
                  </a:lnTo>
                  <a:lnTo>
                    <a:pt x="721746" y="793582"/>
                  </a:lnTo>
                  <a:lnTo>
                    <a:pt x="721532" y="793682"/>
                  </a:lnTo>
                  <a:lnTo>
                    <a:pt x="721254" y="793832"/>
                  </a:lnTo>
                  <a:lnTo>
                    <a:pt x="721015" y="794140"/>
                  </a:lnTo>
                  <a:lnTo>
                    <a:pt x="721308" y="795217"/>
                  </a:lnTo>
                  <a:lnTo>
                    <a:pt x="721479" y="795679"/>
                  </a:lnTo>
                  <a:lnTo>
                    <a:pt x="721485" y="796043"/>
                  </a:lnTo>
                  <a:lnTo>
                    <a:pt x="721339" y="796738"/>
                  </a:lnTo>
                  <a:lnTo>
                    <a:pt x="721294" y="797018"/>
                  </a:lnTo>
                  <a:lnTo>
                    <a:pt x="721179" y="798140"/>
                  </a:lnTo>
                  <a:lnTo>
                    <a:pt x="721047" y="798268"/>
                  </a:lnTo>
                  <a:lnTo>
                    <a:pt x="720784" y="798474"/>
                  </a:lnTo>
                  <a:lnTo>
                    <a:pt x="720478" y="798796"/>
                  </a:lnTo>
                  <a:lnTo>
                    <a:pt x="720242" y="799553"/>
                  </a:lnTo>
                  <a:lnTo>
                    <a:pt x="720402" y="799665"/>
                  </a:lnTo>
                  <a:lnTo>
                    <a:pt x="720594" y="799794"/>
                  </a:lnTo>
                  <a:lnTo>
                    <a:pt x="720815" y="800379"/>
                  </a:lnTo>
                  <a:lnTo>
                    <a:pt x="721183" y="800597"/>
                  </a:lnTo>
                  <a:lnTo>
                    <a:pt x="721540" y="800697"/>
                  </a:lnTo>
                  <a:lnTo>
                    <a:pt x="721765" y="800934"/>
                  </a:lnTo>
                  <a:lnTo>
                    <a:pt x="721628" y="801541"/>
                  </a:lnTo>
                  <a:lnTo>
                    <a:pt x="722025" y="802065"/>
                  </a:lnTo>
                  <a:lnTo>
                    <a:pt x="721640" y="802709"/>
                  </a:lnTo>
                  <a:lnTo>
                    <a:pt x="720563" y="803373"/>
                  </a:lnTo>
                  <a:lnTo>
                    <a:pt x="719931" y="803431"/>
                  </a:lnTo>
                  <a:lnTo>
                    <a:pt x="719659" y="803482"/>
                  </a:lnTo>
                  <a:lnTo>
                    <a:pt x="719351" y="803774"/>
                  </a:lnTo>
                  <a:lnTo>
                    <a:pt x="718871" y="803726"/>
                  </a:lnTo>
                  <a:lnTo>
                    <a:pt x="718582" y="803668"/>
                  </a:lnTo>
                  <a:lnTo>
                    <a:pt x="718212" y="803693"/>
                  </a:lnTo>
                  <a:lnTo>
                    <a:pt x="717923" y="803671"/>
                  </a:lnTo>
                  <a:lnTo>
                    <a:pt x="717498" y="803583"/>
                  </a:lnTo>
                  <a:lnTo>
                    <a:pt x="717092" y="803615"/>
                  </a:lnTo>
                  <a:lnTo>
                    <a:pt x="716666" y="803746"/>
                  </a:lnTo>
                  <a:lnTo>
                    <a:pt x="716195" y="803967"/>
                  </a:lnTo>
                  <a:lnTo>
                    <a:pt x="715920" y="804707"/>
                  </a:lnTo>
                  <a:lnTo>
                    <a:pt x="714920" y="805269"/>
                  </a:lnTo>
                  <a:lnTo>
                    <a:pt x="714526" y="805585"/>
                  </a:lnTo>
                  <a:lnTo>
                    <a:pt x="714205" y="806348"/>
                  </a:lnTo>
                  <a:lnTo>
                    <a:pt x="713989" y="806548"/>
                  </a:lnTo>
                  <a:lnTo>
                    <a:pt x="713206" y="807115"/>
                  </a:lnTo>
                  <a:lnTo>
                    <a:pt x="712734" y="807052"/>
                  </a:lnTo>
                  <a:lnTo>
                    <a:pt x="712575" y="806736"/>
                  </a:lnTo>
                  <a:lnTo>
                    <a:pt x="712464" y="806558"/>
                  </a:lnTo>
                  <a:lnTo>
                    <a:pt x="712280" y="806356"/>
                  </a:lnTo>
                  <a:lnTo>
                    <a:pt x="711459" y="805689"/>
                  </a:lnTo>
                  <a:lnTo>
                    <a:pt x="711291" y="805395"/>
                  </a:lnTo>
                  <a:lnTo>
                    <a:pt x="711060" y="804990"/>
                  </a:lnTo>
                  <a:lnTo>
                    <a:pt x="710654" y="804707"/>
                  </a:lnTo>
                  <a:lnTo>
                    <a:pt x="710372" y="804448"/>
                  </a:lnTo>
                  <a:lnTo>
                    <a:pt x="710223" y="804231"/>
                  </a:lnTo>
                  <a:lnTo>
                    <a:pt x="710070" y="804026"/>
                  </a:lnTo>
                  <a:lnTo>
                    <a:pt x="709627" y="803849"/>
                  </a:lnTo>
                  <a:lnTo>
                    <a:pt x="709531" y="804123"/>
                  </a:lnTo>
                  <a:lnTo>
                    <a:pt x="709393" y="804618"/>
                  </a:lnTo>
                  <a:lnTo>
                    <a:pt x="709167" y="805139"/>
                  </a:lnTo>
                  <a:lnTo>
                    <a:pt x="708972" y="805267"/>
                  </a:lnTo>
                  <a:lnTo>
                    <a:pt x="708824" y="805352"/>
                  </a:lnTo>
                  <a:lnTo>
                    <a:pt x="708513" y="805711"/>
                  </a:lnTo>
                  <a:lnTo>
                    <a:pt x="708412" y="805849"/>
                  </a:lnTo>
                  <a:lnTo>
                    <a:pt x="708210" y="806103"/>
                  </a:lnTo>
                  <a:lnTo>
                    <a:pt x="707958" y="806306"/>
                  </a:lnTo>
                  <a:lnTo>
                    <a:pt x="707141" y="806312"/>
                  </a:lnTo>
                  <a:lnTo>
                    <a:pt x="706984" y="806394"/>
                  </a:lnTo>
                  <a:lnTo>
                    <a:pt x="706227" y="806869"/>
                  </a:lnTo>
                  <a:lnTo>
                    <a:pt x="705578" y="807202"/>
                  </a:lnTo>
                  <a:lnTo>
                    <a:pt x="705012" y="807414"/>
                  </a:lnTo>
                  <a:lnTo>
                    <a:pt x="704734" y="807565"/>
                  </a:lnTo>
                  <a:lnTo>
                    <a:pt x="704752" y="807820"/>
                  </a:lnTo>
                  <a:lnTo>
                    <a:pt x="704587" y="808137"/>
                  </a:lnTo>
                  <a:lnTo>
                    <a:pt x="704407" y="808424"/>
                  </a:lnTo>
                  <a:lnTo>
                    <a:pt x="704235" y="808641"/>
                  </a:lnTo>
                  <a:lnTo>
                    <a:pt x="703996" y="808835"/>
                  </a:lnTo>
                  <a:lnTo>
                    <a:pt x="703567" y="809073"/>
                  </a:lnTo>
                  <a:lnTo>
                    <a:pt x="702560" y="809796"/>
                  </a:lnTo>
                  <a:lnTo>
                    <a:pt x="701909" y="810326"/>
                  </a:lnTo>
                  <a:lnTo>
                    <a:pt x="701343" y="810699"/>
                  </a:lnTo>
                  <a:lnTo>
                    <a:pt x="700955" y="810983"/>
                  </a:lnTo>
                  <a:lnTo>
                    <a:pt x="700740" y="811203"/>
                  </a:lnTo>
                  <a:lnTo>
                    <a:pt x="700496" y="811670"/>
                  </a:lnTo>
                  <a:lnTo>
                    <a:pt x="700413" y="811891"/>
                  </a:lnTo>
                  <a:lnTo>
                    <a:pt x="700124" y="812080"/>
                  </a:lnTo>
                  <a:lnTo>
                    <a:pt x="699555" y="812311"/>
                  </a:lnTo>
                  <a:lnTo>
                    <a:pt x="699271" y="812460"/>
                  </a:lnTo>
                  <a:lnTo>
                    <a:pt x="699118" y="812543"/>
                  </a:lnTo>
                  <a:lnTo>
                    <a:pt x="698960" y="812629"/>
                  </a:lnTo>
                  <a:lnTo>
                    <a:pt x="698323" y="812781"/>
                  </a:lnTo>
                  <a:lnTo>
                    <a:pt x="697903" y="812709"/>
                  </a:lnTo>
                  <a:lnTo>
                    <a:pt x="697349" y="812741"/>
                  </a:lnTo>
                  <a:lnTo>
                    <a:pt x="697211" y="812779"/>
                  </a:lnTo>
                  <a:lnTo>
                    <a:pt x="696928" y="812855"/>
                  </a:lnTo>
                  <a:lnTo>
                    <a:pt x="696422" y="812974"/>
                  </a:lnTo>
                  <a:lnTo>
                    <a:pt x="696241" y="813005"/>
                  </a:lnTo>
                  <a:lnTo>
                    <a:pt x="695923" y="813059"/>
                  </a:lnTo>
                  <a:lnTo>
                    <a:pt x="695449" y="813135"/>
                  </a:lnTo>
                  <a:lnTo>
                    <a:pt x="695112" y="813213"/>
                  </a:lnTo>
                  <a:lnTo>
                    <a:pt x="694960" y="813263"/>
                  </a:lnTo>
                  <a:lnTo>
                    <a:pt x="694597" y="813348"/>
                  </a:lnTo>
                  <a:lnTo>
                    <a:pt x="694469" y="813373"/>
                  </a:lnTo>
                  <a:lnTo>
                    <a:pt x="694194" y="813410"/>
                  </a:lnTo>
                  <a:lnTo>
                    <a:pt x="693705" y="813474"/>
                  </a:lnTo>
                  <a:lnTo>
                    <a:pt x="693373" y="813507"/>
                  </a:lnTo>
                  <a:lnTo>
                    <a:pt x="692966" y="813563"/>
                  </a:lnTo>
                  <a:lnTo>
                    <a:pt x="692756" y="813596"/>
                  </a:lnTo>
                  <a:lnTo>
                    <a:pt x="692357" y="813668"/>
                  </a:lnTo>
                  <a:lnTo>
                    <a:pt x="691453" y="813846"/>
                  </a:lnTo>
                  <a:lnTo>
                    <a:pt x="691031" y="813573"/>
                  </a:lnTo>
                  <a:lnTo>
                    <a:pt x="690447" y="813522"/>
                  </a:lnTo>
                  <a:lnTo>
                    <a:pt x="689724" y="813677"/>
                  </a:lnTo>
                  <a:lnTo>
                    <a:pt x="689628" y="813515"/>
                  </a:lnTo>
                  <a:lnTo>
                    <a:pt x="689206" y="813519"/>
                  </a:lnTo>
                  <a:lnTo>
                    <a:pt x="689066" y="813380"/>
                  </a:lnTo>
                  <a:lnTo>
                    <a:pt x="688853" y="813133"/>
                  </a:lnTo>
                  <a:lnTo>
                    <a:pt x="688575" y="812723"/>
                  </a:lnTo>
                  <a:lnTo>
                    <a:pt x="688319" y="812009"/>
                  </a:lnTo>
                  <a:lnTo>
                    <a:pt x="688202" y="811564"/>
                  </a:lnTo>
                  <a:lnTo>
                    <a:pt x="688147" y="811380"/>
                  </a:lnTo>
                  <a:lnTo>
                    <a:pt x="688016" y="811097"/>
                  </a:lnTo>
                  <a:lnTo>
                    <a:pt x="687814" y="810668"/>
                  </a:lnTo>
                  <a:lnTo>
                    <a:pt x="687109" y="809945"/>
                  </a:lnTo>
                  <a:lnTo>
                    <a:pt x="686886" y="809761"/>
                  </a:lnTo>
                  <a:lnTo>
                    <a:pt x="686741" y="809560"/>
                  </a:lnTo>
                  <a:lnTo>
                    <a:pt x="686708" y="809412"/>
                  </a:lnTo>
                  <a:lnTo>
                    <a:pt x="686701" y="809264"/>
                  </a:lnTo>
                  <a:lnTo>
                    <a:pt x="686714" y="808903"/>
                  </a:lnTo>
                  <a:lnTo>
                    <a:pt x="686439" y="809004"/>
                  </a:lnTo>
                  <a:lnTo>
                    <a:pt x="686261" y="809113"/>
                  </a:lnTo>
                  <a:lnTo>
                    <a:pt x="685539" y="809523"/>
                  </a:lnTo>
                  <a:lnTo>
                    <a:pt x="685200" y="809582"/>
                  </a:lnTo>
                  <a:lnTo>
                    <a:pt x="684897" y="809632"/>
                  </a:lnTo>
                  <a:lnTo>
                    <a:pt x="684572" y="809699"/>
                  </a:lnTo>
                  <a:lnTo>
                    <a:pt x="684290" y="809762"/>
                  </a:lnTo>
                  <a:lnTo>
                    <a:pt x="683711" y="809861"/>
                  </a:lnTo>
                  <a:lnTo>
                    <a:pt x="683525" y="809883"/>
                  </a:lnTo>
                  <a:lnTo>
                    <a:pt x="683093" y="809964"/>
                  </a:lnTo>
                  <a:lnTo>
                    <a:pt x="682794" y="810041"/>
                  </a:lnTo>
                  <a:lnTo>
                    <a:pt x="682080" y="810245"/>
                  </a:lnTo>
                  <a:lnTo>
                    <a:pt x="681471" y="810559"/>
                  </a:lnTo>
                  <a:lnTo>
                    <a:pt x="680842" y="810710"/>
                  </a:lnTo>
                  <a:lnTo>
                    <a:pt x="680464" y="810771"/>
                  </a:lnTo>
                  <a:lnTo>
                    <a:pt x="679581" y="810928"/>
                  </a:lnTo>
                  <a:lnTo>
                    <a:pt x="679391" y="810955"/>
                  </a:lnTo>
                  <a:lnTo>
                    <a:pt x="678908" y="811050"/>
                  </a:lnTo>
                  <a:lnTo>
                    <a:pt x="678251" y="811159"/>
                  </a:lnTo>
                  <a:lnTo>
                    <a:pt x="677887" y="811204"/>
                  </a:lnTo>
                  <a:lnTo>
                    <a:pt x="676901" y="811335"/>
                  </a:lnTo>
                  <a:lnTo>
                    <a:pt x="676414" y="811508"/>
                  </a:lnTo>
                  <a:lnTo>
                    <a:pt x="675871" y="811703"/>
                  </a:lnTo>
                  <a:lnTo>
                    <a:pt x="675396" y="811829"/>
                  </a:lnTo>
                  <a:lnTo>
                    <a:pt x="675161" y="811875"/>
                  </a:lnTo>
                  <a:lnTo>
                    <a:pt x="674949" y="811915"/>
                  </a:lnTo>
                  <a:lnTo>
                    <a:pt x="674814" y="811938"/>
                  </a:lnTo>
                  <a:lnTo>
                    <a:pt x="674635" y="811969"/>
                  </a:lnTo>
                  <a:lnTo>
                    <a:pt x="674187" y="812116"/>
                  </a:lnTo>
                  <a:lnTo>
                    <a:pt x="673497" y="812383"/>
                  </a:lnTo>
                  <a:lnTo>
                    <a:pt x="673366" y="812428"/>
                  </a:lnTo>
                  <a:lnTo>
                    <a:pt x="673011" y="812551"/>
                  </a:lnTo>
                  <a:lnTo>
                    <a:pt x="672474" y="812713"/>
                  </a:lnTo>
                  <a:lnTo>
                    <a:pt x="672190" y="812798"/>
                  </a:lnTo>
                  <a:lnTo>
                    <a:pt x="671907" y="812889"/>
                  </a:lnTo>
                  <a:lnTo>
                    <a:pt x="671684" y="812978"/>
                  </a:lnTo>
                  <a:lnTo>
                    <a:pt x="671316" y="813224"/>
                  </a:lnTo>
                  <a:lnTo>
                    <a:pt x="671361" y="813614"/>
                  </a:lnTo>
                  <a:lnTo>
                    <a:pt x="671320" y="813923"/>
                  </a:lnTo>
                  <a:lnTo>
                    <a:pt x="671042" y="814930"/>
                  </a:lnTo>
                  <a:lnTo>
                    <a:pt x="670788" y="815546"/>
                  </a:lnTo>
                  <a:lnTo>
                    <a:pt x="670740" y="815681"/>
                  </a:lnTo>
                  <a:lnTo>
                    <a:pt x="670595" y="816069"/>
                  </a:lnTo>
                  <a:lnTo>
                    <a:pt x="670384" y="816600"/>
                  </a:lnTo>
                  <a:lnTo>
                    <a:pt x="670258" y="816998"/>
                  </a:lnTo>
                  <a:lnTo>
                    <a:pt x="670197" y="817179"/>
                  </a:lnTo>
                  <a:lnTo>
                    <a:pt x="669960" y="817781"/>
                  </a:lnTo>
                  <a:lnTo>
                    <a:pt x="669732" y="818452"/>
                  </a:lnTo>
                  <a:lnTo>
                    <a:pt x="669673" y="818624"/>
                  </a:lnTo>
                  <a:lnTo>
                    <a:pt x="669422" y="819191"/>
                  </a:lnTo>
                  <a:lnTo>
                    <a:pt x="669280" y="819238"/>
                  </a:lnTo>
                  <a:lnTo>
                    <a:pt x="668847" y="819381"/>
                  </a:lnTo>
                  <a:lnTo>
                    <a:pt x="668269" y="819574"/>
                  </a:lnTo>
                  <a:lnTo>
                    <a:pt x="668057" y="819646"/>
                  </a:lnTo>
                  <a:lnTo>
                    <a:pt x="667265" y="819964"/>
                  </a:lnTo>
                  <a:lnTo>
                    <a:pt x="666929" y="820156"/>
                  </a:lnTo>
                  <a:lnTo>
                    <a:pt x="666461" y="820402"/>
                  </a:lnTo>
                  <a:lnTo>
                    <a:pt x="665366" y="820957"/>
                  </a:lnTo>
                  <a:lnTo>
                    <a:pt x="664840" y="821104"/>
                  </a:lnTo>
                  <a:lnTo>
                    <a:pt x="664231" y="820981"/>
                  </a:lnTo>
                  <a:lnTo>
                    <a:pt x="663378" y="820338"/>
                  </a:lnTo>
                  <a:lnTo>
                    <a:pt x="662481" y="819718"/>
                  </a:lnTo>
                  <a:lnTo>
                    <a:pt x="661661" y="818977"/>
                  </a:lnTo>
                  <a:lnTo>
                    <a:pt x="661357" y="818685"/>
                  </a:lnTo>
                  <a:lnTo>
                    <a:pt x="660989" y="818398"/>
                  </a:lnTo>
                  <a:lnTo>
                    <a:pt x="660719" y="818188"/>
                  </a:lnTo>
                  <a:lnTo>
                    <a:pt x="660574" y="818075"/>
                  </a:lnTo>
                  <a:lnTo>
                    <a:pt x="660225" y="817810"/>
                  </a:lnTo>
                  <a:lnTo>
                    <a:pt x="659910" y="817571"/>
                  </a:lnTo>
                  <a:lnTo>
                    <a:pt x="659597" y="817383"/>
                  </a:lnTo>
                  <a:lnTo>
                    <a:pt x="658845" y="817181"/>
                  </a:lnTo>
                  <a:lnTo>
                    <a:pt x="657490" y="816722"/>
                  </a:lnTo>
                  <a:lnTo>
                    <a:pt x="657182" y="816641"/>
                  </a:lnTo>
                  <a:lnTo>
                    <a:pt x="656948" y="816587"/>
                  </a:lnTo>
                  <a:lnTo>
                    <a:pt x="656105" y="816401"/>
                  </a:lnTo>
                  <a:lnTo>
                    <a:pt x="655824" y="816340"/>
                  </a:lnTo>
                  <a:lnTo>
                    <a:pt x="655647" y="816303"/>
                  </a:lnTo>
                  <a:lnTo>
                    <a:pt x="654244" y="815423"/>
                  </a:lnTo>
                  <a:lnTo>
                    <a:pt x="652766" y="814487"/>
                  </a:lnTo>
                  <a:lnTo>
                    <a:pt x="652323" y="814532"/>
                  </a:lnTo>
                  <a:lnTo>
                    <a:pt x="650661" y="814717"/>
                  </a:lnTo>
                  <a:lnTo>
                    <a:pt x="650193" y="815205"/>
                  </a:lnTo>
                  <a:lnTo>
                    <a:pt x="649788" y="815635"/>
                  </a:lnTo>
                  <a:lnTo>
                    <a:pt x="649588" y="815796"/>
                  </a:lnTo>
                  <a:lnTo>
                    <a:pt x="648359" y="816584"/>
                  </a:lnTo>
                  <a:lnTo>
                    <a:pt x="648122" y="816646"/>
                  </a:lnTo>
                  <a:lnTo>
                    <a:pt x="647923" y="816685"/>
                  </a:lnTo>
                  <a:lnTo>
                    <a:pt x="647657" y="816695"/>
                  </a:lnTo>
                  <a:lnTo>
                    <a:pt x="646466" y="816588"/>
                  </a:lnTo>
                  <a:lnTo>
                    <a:pt x="646249" y="816782"/>
                  </a:lnTo>
                  <a:lnTo>
                    <a:pt x="645965" y="817452"/>
                  </a:lnTo>
                  <a:lnTo>
                    <a:pt x="645553" y="818036"/>
                  </a:lnTo>
                  <a:lnTo>
                    <a:pt x="645416" y="818220"/>
                  </a:lnTo>
                  <a:lnTo>
                    <a:pt x="645708" y="818484"/>
                  </a:lnTo>
                  <a:lnTo>
                    <a:pt x="645795" y="818769"/>
                  </a:lnTo>
                  <a:lnTo>
                    <a:pt x="645108" y="819397"/>
                  </a:lnTo>
                  <a:lnTo>
                    <a:pt x="644939" y="819490"/>
                  </a:lnTo>
                  <a:lnTo>
                    <a:pt x="644671" y="819683"/>
                  </a:lnTo>
                  <a:lnTo>
                    <a:pt x="644108" y="820019"/>
                  </a:lnTo>
                  <a:lnTo>
                    <a:pt x="643973" y="820116"/>
                  </a:lnTo>
                  <a:lnTo>
                    <a:pt x="643380" y="820473"/>
                  </a:lnTo>
                  <a:lnTo>
                    <a:pt x="643124" y="820635"/>
                  </a:lnTo>
                  <a:lnTo>
                    <a:pt x="642953" y="820921"/>
                  </a:lnTo>
                  <a:lnTo>
                    <a:pt x="642862" y="821228"/>
                  </a:lnTo>
                  <a:lnTo>
                    <a:pt x="642775" y="821374"/>
                  </a:lnTo>
                  <a:lnTo>
                    <a:pt x="642656" y="821573"/>
                  </a:lnTo>
                  <a:lnTo>
                    <a:pt x="642706" y="822040"/>
                  </a:lnTo>
                  <a:lnTo>
                    <a:pt x="642773" y="822168"/>
                  </a:lnTo>
                  <a:lnTo>
                    <a:pt x="642760" y="822623"/>
                  </a:lnTo>
                  <a:lnTo>
                    <a:pt x="642507" y="822817"/>
                  </a:lnTo>
                  <a:lnTo>
                    <a:pt x="642423" y="822993"/>
                  </a:lnTo>
                  <a:lnTo>
                    <a:pt x="642313" y="823223"/>
                  </a:lnTo>
                  <a:lnTo>
                    <a:pt x="642137" y="823504"/>
                  </a:lnTo>
                  <a:lnTo>
                    <a:pt x="641948" y="823721"/>
                  </a:lnTo>
                  <a:lnTo>
                    <a:pt x="641693" y="824012"/>
                  </a:lnTo>
                  <a:lnTo>
                    <a:pt x="641440" y="824426"/>
                  </a:lnTo>
                  <a:lnTo>
                    <a:pt x="640859" y="824922"/>
                  </a:lnTo>
                  <a:lnTo>
                    <a:pt x="640784" y="825348"/>
                  </a:lnTo>
                  <a:lnTo>
                    <a:pt x="640768" y="826034"/>
                  </a:lnTo>
                  <a:lnTo>
                    <a:pt x="640469" y="826556"/>
                  </a:lnTo>
                  <a:lnTo>
                    <a:pt x="640039" y="826742"/>
                  </a:lnTo>
                  <a:lnTo>
                    <a:pt x="639930" y="826954"/>
                  </a:lnTo>
                  <a:lnTo>
                    <a:pt x="639637" y="827216"/>
                  </a:lnTo>
                  <a:lnTo>
                    <a:pt x="639392" y="827416"/>
                  </a:lnTo>
                  <a:lnTo>
                    <a:pt x="639009" y="828059"/>
                  </a:lnTo>
                  <a:lnTo>
                    <a:pt x="638680" y="829053"/>
                  </a:lnTo>
                  <a:lnTo>
                    <a:pt x="638624" y="829217"/>
                  </a:lnTo>
                  <a:lnTo>
                    <a:pt x="638196" y="829550"/>
                  </a:lnTo>
                  <a:lnTo>
                    <a:pt x="638091" y="829756"/>
                  </a:lnTo>
                  <a:lnTo>
                    <a:pt x="638075" y="829916"/>
                  </a:lnTo>
                  <a:lnTo>
                    <a:pt x="637979" y="830063"/>
                  </a:lnTo>
                  <a:lnTo>
                    <a:pt x="637716" y="830433"/>
                  </a:lnTo>
                  <a:lnTo>
                    <a:pt x="637151" y="831156"/>
                  </a:lnTo>
                  <a:lnTo>
                    <a:pt x="636937" y="831448"/>
                  </a:lnTo>
                  <a:lnTo>
                    <a:pt x="636601" y="832099"/>
                  </a:lnTo>
                  <a:lnTo>
                    <a:pt x="636496" y="832382"/>
                  </a:lnTo>
                  <a:lnTo>
                    <a:pt x="636339" y="832844"/>
                  </a:lnTo>
                  <a:lnTo>
                    <a:pt x="636178" y="833068"/>
                  </a:lnTo>
                  <a:lnTo>
                    <a:pt x="636065" y="833207"/>
                  </a:lnTo>
                  <a:lnTo>
                    <a:pt x="635783" y="833536"/>
                  </a:lnTo>
                  <a:lnTo>
                    <a:pt x="635290" y="833771"/>
                  </a:lnTo>
                  <a:lnTo>
                    <a:pt x="635089" y="834132"/>
                  </a:lnTo>
                  <a:lnTo>
                    <a:pt x="634885" y="835061"/>
                  </a:lnTo>
                  <a:lnTo>
                    <a:pt x="634570" y="835905"/>
                  </a:lnTo>
                  <a:lnTo>
                    <a:pt x="634517" y="836045"/>
                  </a:lnTo>
                  <a:lnTo>
                    <a:pt x="634254" y="836365"/>
                  </a:lnTo>
                  <a:lnTo>
                    <a:pt x="633903" y="836807"/>
                  </a:lnTo>
                  <a:lnTo>
                    <a:pt x="633309" y="837564"/>
                  </a:lnTo>
                  <a:lnTo>
                    <a:pt x="632638" y="838309"/>
                  </a:lnTo>
                  <a:lnTo>
                    <a:pt x="631847" y="838899"/>
                  </a:lnTo>
                  <a:lnTo>
                    <a:pt x="631781" y="839044"/>
                  </a:lnTo>
                  <a:lnTo>
                    <a:pt x="631717" y="839369"/>
                  </a:lnTo>
                  <a:lnTo>
                    <a:pt x="631624" y="840852"/>
                  </a:lnTo>
                  <a:lnTo>
                    <a:pt x="631564" y="842622"/>
                  </a:lnTo>
                  <a:lnTo>
                    <a:pt x="631745" y="842941"/>
                  </a:lnTo>
                  <a:lnTo>
                    <a:pt x="631299" y="843836"/>
                  </a:lnTo>
                  <a:lnTo>
                    <a:pt x="630789" y="844407"/>
                  </a:lnTo>
                  <a:lnTo>
                    <a:pt x="629779" y="845238"/>
                  </a:lnTo>
                  <a:lnTo>
                    <a:pt x="629803" y="845441"/>
                  </a:lnTo>
                  <a:lnTo>
                    <a:pt x="630137" y="845872"/>
                  </a:lnTo>
                  <a:lnTo>
                    <a:pt x="630349" y="846198"/>
                  </a:lnTo>
                  <a:lnTo>
                    <a:pt x="630214" y="846624"/>
                  </a:lnTo>
                  <a:lnTo>
                    <a:pt x="630220" y="847614"/>
                  </a:lnTo>
                  <a:lnTo>
                    <a:pt x="629849" y="847929"/>
                  </a:lnTo>
                  <a:lnTo>
                    <a:pt x="629601" y="847749"/>
                  </a:lnTo>
                  <a:lnTo>
                    <a:pt x="629294" y="847630"/>
                  </a:lnTo>
                  <a:lnTo>
                    <a:pt x="628756" y="847559"/>
                  </a:lnTo>
                  <a:lnTo>
                    <a:pt x="628048" y="847815"/>
                  </a:lnTo>
                  <a:lnTo>
                    <a:pt x="627718" y="848224"/>
                  </a:lnTo>
                  <a:lnTo>
                    <a:pt x="626916" y="847814"/>
                  </a:lnTo>
                  <a:lnTo>
                    <a:pt x="626325" y="847408"/>
                  </a:lnTo>
                  <a:lnTo>
                    <a:pt x="625868" y="847441"/>
                  </a:lnTo>
                  <a:lnTo>
                    <a:pt x="625497" y="847802"/>
                  </a:lnTo>
                  <a:lnTo>
                    <a:pt x="625259" y="848128"/>
                  </a:lnTo>
                  <a:lnTo>
                    <a:pt x="624779" y="848433"/>
                  </a:lnTo>
                  <a:lnTo>
                    <a:pt x="623901" y="848962"/>
                  </a:lnTo>
                  <a:lnTo>
                    <a:pt x="623591" y="849000"/>
                  </a:lnTo>
                  <a:lnTo>
                    <a:pt x="622486" y="848654"/>
                  </a:lnTo>
                  <a:lnTo>
                    <a:pt x="620847" y="848070"/>
                  </a:lnTo>
                  <a:lnTo>
                    <a:pt x="620726" y="847673"/>
                  </a:lnTo>
                  <a:lnTo>
                    <a:pt x="620602" y="847538"/>
                  </a:lnTo>
                  <a:lnTo>
                    <a:pt x="620095" y="847183"/>
                  </a:lnTo>
                  <a:lnTo>
                    <a:pt x="619607" y="846897"/>
                  </a:lnTo>
                  <a:lnTo>
                    <a:pt x="618776" y="846677"/>
                  </a:lnTo>
                  <a:lnTo>
                    <a:pt x="618239" y="846532"/>
                  </a:lnTo>
                  <a:lnTo>
                    <a:pt x="617590" y="846244"/>
                  </a:lnTo>
                  <a:lnTo>
                    <a:pt x="617239" y="846516"/>
                  </a:lnTo>
                  <a:lnTo>
                    <a:pt x="617002" y="846836"/>
                  </a:lnTo>
                  <a:lnTo>
                    <a:pt x="616798" y="846864"/>
                  </a:lnTo>
                  <a:lnTo>
                    <a:pt x="616546" y="846840"/>
                  </a:lnTo>
                  <a:lnTo>
                    <a:pt x="615717" y="846510"/>
                  </a:lnTo>
                  <a:lnTo>
                    <a:pt x="615447" y="846320"/>
                  </a:lnTo>
                  <a:lnTo>
                    <a:pt x="615033" y="846300"/>
                  </a:lnTo>
                  <a:lnTo>
                    <a:pt x="613425" y="845860"/>
                  </a:lnTo>
                  <a:lnTo>
                    <a:pt x="613047" y="845677"/>
                  </a:lnTo>
                  <a:lnTo>
                    <a:pt x="612782" y="845453"/>
                  </a:lnTo>
                  <a:lnTo>
                    <a:pt x="612389" y="845410"/>
                  </a:lnTo>
                  <a:lnTo>
                    <a:pt x="612143" y="845401"/>
                  </a:lnTo>
                  <a:lnTo>
                    <a:pt x="611923" y="845413"/>
                  </a:lnTo>
                  <a:lnTo>
                    <a:pt x="611680" y="845439"/>
                  </a:lnTo>
                  <a:lnTo>
                    <a:pt x="611347" y="845497"/>
                  </a:lnTo>
                  <a:lnTo>
                    <a:pt x="610873" y="845716"/>
                  </a:lnTo>
                  <a:lnTo>
                    <a:pt x="610704" y="845832"/>
                  </a:lnTo>
                  <a:lnTo>
                    <a:pt x="610299" y="846029"/>
                  </a:lnTo>
                  <a:lnTo>
                    <a:pt x="610054" y="846042"/>
                  </a:lnTo>
                  <a:lnTo>
                    <a:pt x="609667" y="846119"/>
                  </a:lnTo>
                  <a:lnTo>
                    <a:pt x="609231" y="846383"/>
                  </a:lnTo>
                  <a:lnTo>
                    <a:pt x="609031" y="846405"/>
                  </a:lnTo>
                  <a:lnTo>
                    <a:pt x="609059" y="846557"/>
                  </a:lnTo>
                  <a:lnTo>
                    <a:pt x="609334" y="846954"/>
                  </a:lnTo>
                  <a:lnTo>
                    <a:pt x="609501" y="846985"/>
                  </a:lnTo>
                  <a:lnTo>
                    <a:pt x="610035" y="847191"/>
                  </a:lnTo>
                  <a:lnTo>
                    <a:pt x="610070" y="847373"/>
                  </a:lnTo>
                  <a:lnTo>
                    <a:pt x="610084" y="847797"/>
                  </a:lnTo>
                  <a:lnTo>
                    <a:pt x="609933" y="848090"/>
                  </a:lnTo>
                  <a:lnTo>
                    <a:pt x="609696" y="848041"/>
                  </a:lnTo>
                  <a:lnTo>
                    <a:pt x="609597" y="847901"/>
                  </a:lnTo>
                  <a:lnTo>
                    <a:pt x="609451" y="847664"/>
                  </a:lnTo>
                  <a:lnTo>
                    <a:pt x="608895" y="847361"/>
                  </a:lnTo>
                  <a:lnTo>
                    <a:pt x="608629" y="847706"/>
                  </a:lnTo>
                  <a:lnTo>
                    <a:pt x="608641" y="847847"/>
                  </a:lnTo>
                  <a:lnTo>
                    <a:pt x="608753" y="848023"/>
                  </a:lnTo>
                  <a:lnTo>
                    <a:pt x="609088" y="848398"/>
                  </a:lnTo>
                  <a:lnTo>
                    <a:pt x="609127" y="848725"/>
                  </a:lnTo>
                  <a:lnTo>
                    <a:pt x="609089" y="848907"/>
                  </a:lnTo>
                  <a:lnTo>
                    <a:pt x="608885" y="849701"/>
                  </a:lnTo>
                  <a:lnTo>
                    <a:pt x="608669" y="850525"/>
                  </a:lnTo>
                  <a:lnTo>
                    <a:pt x="608537" y="850713"/>
                  </a:lnTo>
                  <a:lnTo>
                    <a:pt x="608453" y="850864"/>
                  </a:lnTo>
                  <a:lnTo>
                    <a:pt x="608365" y="851098"/>
                  </a:lnTo>
                  <a:lnTo>
                    <a:pt x="608420" y="851512"/>
                  </a:lnTo>
                  <a:lnTo>
                    <a:pt x="608521" y="851649"/>
                  </a:lnTo>
                  <a:lnTo>
                    <a:pt x="608737" y="851921"/>
                  </a:lnTo>
                  <a:lnTo>
                    <a:pt x="608820" y="852240"/>
                  </a:lnTo>
                  <a:lnTo>
                    <a:pt x="608642" y="852979"/>
                  </a:lnTo>
                  <a:lnTo>
                    <a:pt x="608374" y="853174"/>
                  </a:lnTo>
                  <a:lnTo>
                    <a:pt x="608184" y="853264"/>
                  </a:lnTo>
                  <a:lnTo>
                    <a:pt x="607725" y="853295"/>
                  </a:lnTo>
                  <a:lnTo>
                    <a:pt x="607316" y="853460"/>
                  </a:lnTo>
                  <a:lnTo>
                    <a:pt x="606904" y="853650"/>
                  </a:lnTo>
                  <a:lnTo>
                    <a:pt x="606686" y="853827"/>
                  </a:lnTo>
                  <a:lnTo>
                    <a:pt x="606400" y="854069"/>
                  </a:lnTo>
                  <a:lnTo>
                    <a:pt x="606129" y="854357"/>
                  </a:lnTo>
                  <a:lnTo>
                    <a:pt x="605845" y="854796"/>
                  </a:lnTo>
                  <a:lnTo>
                    <a:pt x="605855" y="855346"/>
                  </a:lnTo>
                  <a:lnTo>
                    <a:pt x="605858" y="855623"/>
                  </a:lnTo>
                  <a:lnTo>
                    <a:pt x="605821" y="855912"/>
                  </a:lnTo>
                  <a:lnTo>
                    <a:pt x="605283" y="856839"/>
                  </a:lnTo>
                  <a:lnTo>
                    <a:pt x="604791" y="857073"/>
                  </a:lnTo>
                  <a:lnTo>
                    <a:pt x="604364" y="857141"/>
                  </a:lnTo>
                  <a:lnTo>
                    <a:pt x="603802" y="857068"/>
                  </a:lnTo>
                  <a:lnTo>
                    <a:pt x="603673" y="857061"/>
                  </a:lnTo>
                  <a:lnTo>
                    <a:pt x="602856" y="857207"/>
                  </a:lnTo>
                  <a:lnTo>
                    <a:pt x="601526" y="856890"/>
                  </a:lnTo>
                  <a:lnTo>
                    <a:pt x="600619" y="856713"/>
                  </a:lnTo>
                  <a:lnTo>
                    <a:pt x="599032" y="857118"/>
                  </a:lnTo>
                  <a:lnTo>
                    <a:pt x="598627" y="857134"/>
                  </a:lnTo>
                  <a:lnTo>
                    <a:pt x="598488" y="857125"/>
                  </a:lnTo>
                  <a:lnTo>
                    <a:pt x="597643" y="856986"/>
                  </a:lnTo>
                  <a:lnTo>
                    <a:pt x="596411" y="857744"/>
                  </a:lnTo>
                  <a:lnTo>
                    <a:pt x="596257" y="858062"/>
                  </a:lnTo>
                  <a:lnTo>
                    <a:pt x="596030" y="858706"/>
                  </a:lnTo>
                  <a:lnTo>
                    <a:pt x="595397" y="859673"/>
                  </a:lnTo>
                  <a:lnTo>
                    <a:pt x="595595" y="859893"/>
                  </a:lnTo>
                  <a:lnTo>
                    <a:pt x="595442" y="860045"/>
                  </a:lnTo>
                  <a:lnTo>
                    <a:pt x="594934" y="860191"/>
                  </a:lnTo>
                  <a:lnTo>
                    <a:pt x="594586" y="860087"/>
                  </a:lnTo>
                  <a:lnTo>
                    <a:pt x="594132" y="859369"/>
                  </a:lnTo>
                  <a:lnTo>
                    <a:pt x="593974" y="859013"/>
                  </a:lnTo>
                  <a:lnTo>
                    <a:pt x="594005" y="858868"/>
                  </a:lnTo>
                  <a:lnTo>
                    <a:pt x="594512" y="857943"/>
                  </a:lnTo>
                  <a:lnTo>
                    <a:pt x="593948" y="857513"/>
                  </a:lnTo>
                  <a:lnTo>
                    <a:pt x="593765" y="857602"/>
                  </a:lnTo>
                  <a:lnTo>
                    <a:pt x="593582" y="857786"/>
                  </a:lnTo>
                  <a:lnTo>
                    <a:pt x="593521" y="857928"/>
                  </a:lnTo>
                  <a:lnTo>
                    <a:pt x="593435" y="858068"/>
                  </a:lnTo>
                  <a:lnTo>
                    <a:pt x="593003" y="858036"/>
                  </a:lnTo>
                  <a:lnTo>
                    <a:pt x="592876" y="857879"/>
                  </a:lnTo>
                  <a:lnTo>
                    <a:pt x="592660" y="856538"/>
                  </a:lnTo>
                  <a:lnTo>
                    <a:pt x="592922" y="855776"/>
                  </a:lnTo>
                  <a:lnTo>
                    <a:pt x="593283" y="855523"/>
                  </a:lnTo>
                  <a:lnTo>
                    <a:pt x="593438" y="855461"/>
                  </a:lnTo>
                  <a:lnTo>
                    <a:pt x="594048" y="855070"/>
                  </a:lnTo>
                  <a:lnTo>
                    <a:pt x="594390" y="854533"/>
                  </a:lnTo>
                  <a:lnTo>
                    <a:pt x="594499" y="854034"/>
                  </a:lnTo>
                  <a:lnTo>
                    <a:pt x="594527" y="853903"/>
                  </a:lnTo>
                  <a:lnTo>
                    <a:pt x="594833" y="853336"/>
                  </a:lnTo>
                  <a:lnTo>
                    <a:pt x="595625" y="852524"/>
                  </a:lnTo>
                  <a:lnTo>
                    <a:pt x="596464" y="852076"/>
                  </a:lnTo>
                  <a:lnTo>
                    <a:pt x="596663" y="851657"/>
                  </a:lnTo>
                  <a:lnTo>
                    <a:pt x="596991" y="850203"/>
                  </a:lnTo>
                  <a:lnTo>
                    <a:pt x="596756" y="849772"/>
                  </a:lnTo>
                  <a:lnTo>
                    <a:pt x="596247" y="849205"/>
                  </a:lnTo>
                  <a:lnTo>
                    <a:pt x="595781" y="849281"/>
                  </a:lnTo>
                  <a:lnTo>
                    <a:pt x="595339" y="850043"/>
                  </a:lnTo>
                  <a:lnTo>
                    <a:pt x="594971" y="850259"/>
                  </a:lnTo>
                  <a:lnTo>
                    <a:pt x="594664" y="850398"/>
                  </a:lnTo>
                  <a:lnTo>
                    <a:pt x="594050" y="850488"/>
                  </a:lnTo>
                  <a:lnTo>
                    <a:pt x="592490" y="850574"/>
                  </a:lnTo>
                  <a:lnTo>
                    <a:pt x="591717" y="850312"/>
                  </a:lnTo>
                  <a:lnTo>
                    <a:pt x="590899" y="850694"/>
                  </a:lnTo>
                  <a:lnTo>
                    <a:pt x="590216" y="851036"/>
                  </a:lnTo>
                  <a:lnTo>
                    <a:pt x="590036" y="851315"/>
                  </a:lnTo>
                  <a:lnTo>
                    <a:pt x="589683" y="851688"/>
                  </a:lnTo>
                  <a:lnTo>
                    <a:pt x="588606" y="852352"/>
                  </a:lnTo>
                  <a:lnTo>
                    <a:pt x="586890" y="852750"/>
                  </a:lnTo>
                  <a:lnTo>
                    <a:pt x="586544" y="852811"/>
                  </a:lnTo>
                  <a:lnTo>
                    <a:pt x="586088" y="852682"/>
                  </a:lnTo>
                  <a:lnTo>
                    <a:pt x="585370" y="852875"/>
                  </a:lnTo>
                  <a:lnTo>
                    <a:pt x="584578" y="853728"/>
                  </a:lnTo>
                  <a:lnTo>
                    <a:pt x="584533" y="853910"/>
                  </a:lnTo>
                  <a:lnTo>
                    <a:pt x="584520" y="854058"/>
                  </a:lnTo>
                  <a:lnTo>
                    <a:pt x="583705" y="855263"/>
                  </a:lnTo>
                  <a:lnTo>
                    <a:pt x="583081" y="856114"/>
                  </a:lnTo>
                  <a:lnTo>
                    <a:pt x="582832" y="856433"/>
                  </a:lnTo>
                  <a:lnTo>
                    <a:pt x="582231" y="857132"/>
                  </a:lnTo>
                  <a:lnTo>
                    <a:pt x="581459" y="857795"/>
                  </a:lnTo>
                  <a:lnTo>
                    <a:pt x="581327" y="858113"/>
                  </a:lnTo>
                  <a:lnTo>
                    <a:pt x="581234" y="858363"/>
                  </a:lnTo>
                  <a:lnTo>
                    <a:pt x="581164" y="858537"/>
                  </a:lnTo>
                  <a:lnTo>
                    <a:pt x="580997" y="858721"/>
                  </a:lnTo>
                  <a:lnTo>
                    <a:pt x="580405" y="859095"/>
                  </a:lnTo>
                  <a:lnTo>
                    <a:pt x="579455" y="860094"/>
                  </a:lnTo>
                  <a:lnTo>
                    <a:pt x="579302" y="860329"/>
                  </a:lnTo>
                  <a:lnTo>
                    <a:pt x="579238" y="860532"/>
                  </a:lnTo>
                  <a:lnTo>
                    <a:pt x="578645" y="862981"/>
                  </a:lnTo>
                  <a:lnTo>
                    <a:pt x="577872" y="864065"/>
                  </a:lnTo>
                  <a:lnTo>
                    <a:pt x="577484" y="864319"/>
                  </a:lnTo>
                  <a:lnTo>
                    <a:pt x="577007" y="864474"/>
                  </a:lnTo>
                  <a:lnTo>
                    <a:pt x="574495" y="864525"/>
                  </a:lnTo>
                  <a:lnTo>
                    <a:pt x="574213" y="864458"/>
                  </a:lnTo>
                  <a:lnTo>
                    <a:pt x="573093" y="863793"/>
                  </a:lnTo>
                  <a:lnTo>
                    <a:pt x="572466" y="863057"/>
                  </a:lnTo>
                  <a:lnTo>
                    <a:pt x="572016" y="862437"/>
                  </a:lnTo>
                  <a:lnTo>
                    <a:pt x="571838" y="862047"/>
                  </a:lnTo>
                  <a:lnTo>
                    <a:pt x="572001" y="861465"/>
                  </a:lnTo>
                  <a:lnTo>
                    <a:pt x="571446" y="860326"/>
                  </a:lnTo>
                  <a:lnTo>
                    <a:pt x="570798" y="859616"/>
                  </a:lnTo>
                  <a:lnTo>
                    <a:pt x="570567" y="859384"/>
                  </a:lnTo>
                  <a:lnTo>
                    <a:pt x="569948" y="858923"/>
                  </a:lnTo>
                  <a:lnTo>
                    <a:pt x="569414" y="859096"/>
                  </a:lnTo>
                  <a:lnTo>
                    <a:pt x="569508" y="859587"/>
                  </a:lnTo>
                  <a:lnTo>
                    <a:pt x="569200" y="859857"/>
                  </a:lnTo>
                  <a:lnTo>
                    <a:pt x="568849" y="860080"/>
                  </a:lnTo>
                  <a:lnTo>
                    <a:pt x="568519" y="860045"/>
                  </a:lnTo>
                  <a:lnTo>
                    <a:pt x="568168" y="859937"/>
                  </a:lnTo>
                  <a:lnTo>
                    <a:pt x="568048" y="859804"/>
                  </a:lnTo>
                  <a:lnTo>
                    <a:pt x="567814" y="859484"/>
                  </a:lnTo>
                  <a:lnTo>
                    <a:pt x="567695" y="859317"/>
                  </a:lnTo>
                  <a:lnTo>
                    <a:pt x="567533" y="859224"/>
                  </a:lnTo>
                  <a:lnTo>
                    <a:pt x="566714" y="859011"/>
                  </a:lnTo>
                  <a:lnTo>
                    <a:pt x="566252" y="859077"/>
                  </a:lnTo>
                  <a:lnTo>
                    <a:pt x="565973" y="859125"/>
                  </a:lnTo>
                  <a:lnTo>
                    <a:pt x="565561" y="860002"/>
                  </a:lnTo>
                  <a:lnTo>
                    <a:pt x="565560" y="860667"/>
                  </a:lnTo>
                  <a:lnTo>
                    <a:pt x="565897" y="861096"/>
                  </a:lnTo>
                  <a:lnTo>
                    <a:pt x="564992" y="861983"/>
                  </a:lnTo>
                  <a:lnTo>
                    <a:pt x="564293" y="862404"/>
                  </a:lnTo>
                  <a:lnTo>
                    <a:pt x="564056" y="862341"/>
                  </a:lnTo>
                  <a:lnTo>
                    <a:pt x="563798" y="862004"/>
                  </a:lnTo>
                  <a:lnTo>
                    <a:pt x="563410" y="861538"/>
                  </a:lnTo>
                  <a:lnTo>
                    <a:pt x="563004" y="861416"/>
                  </a:lnTo>
                  <a:lnTo>
                    <a:pt x="562876" y="861347"/>
                  </a:lnTo>
                  <a:lnTo>
                    <a:pt x="562165" y="860912"/>
                  </a:lnTo>
                  <a:lnTo>
                    <a:pt x="561874" y="860694"/>
                  </a:lnTo>
                  <a:lnTo>
                    <a:pt x="561496" y="860364"/>
                  </a:lnTo>
                  <a:lnTo>
                    <a:pt x="561264" y="860093"/>
                  </a:lnTo>
                  <a:lnTo>
                    <a:pt x="560934" y="859763"/>
                  </a:lnTo>
                  <a:lnTo>
                    <a:pt x="560246" y="859256"/>
                  </a:lnTo>
                  <a:lnTo>
                    <a:pt x="560253" y="859118"/>
                  </a:lnTo>
                  <a:lnTo>
                    <a:pt x="560149" y="858921"/>
                  </a:lnTo>
                  <a:lnTo>
                    <a:pt x="559634" y="858389"/>
                  </a:lnTo>
                  <a:lnTo>
                    <a:pt x="559121" y="858033"/>
                  </a:lnTo>
                  <a:lnTo>
                    <a:pt x="559254" y="857857"/>
                  </a:lnTo>
                  <a:lnTo>
                    <a:pt x="559452" y="857147"/>
                  </a:lnTo>
                  <a:lnTo>
                    <a:pt x="559378" y="856835"/>
                  </a:lnTo>
                  <a:lnTo>
                    <a:pt x="558605" y="856888"/>
                  </a:lnTo>
                  <a:lnTo>
                    <a:pt x="557817" y="856934"/>
                  </a:lnTo>
                  <a:lnTo>
                    <a:pt x="557744" y="856795"/>
                  </a:lnTo>
                  <a:lnTo>
                    <a:pt x="557475" y="856346"/>
                  </a:lnTo>
                  <a:lnTo>
                    <a:pt x="556886" y="855994"/>
                  </a:lnTo>
                  <a:lnTo>
                    <a:pt x="556181" y="856254"/>
                  </a:lnTo>
                  <a:lnTo>
                    <a:pt x="553860" y="855406"/>
                  </a:lnTo>
                  <a:lnTo>
                    <a:pt x="553422" y="855562"/>
                  </a:lnTo>
                  <a:lnTo>
                    <a:pt x="553168" y="855805"/>
                  </a:lnTo>
                  <a:lnTo>
                    <a:pt x="552979" y="856876"/>
                  </a:lnTo>
                  <a:lnTo>
                    <a:pt x="552985" y="857128"/>
                  </a:lnTo>
                  <a:lnTo>
                    <a:pt x="553091" y="857608"/>
                  </a:lnTo>
                  <a:lnTo>
                    <a:pt x="553605" y="858616"/>
                  </a:lnTo>
                  <a:lnTo>
                    <a:pt x="553922" y="858686"/>
                  </a:lnTo>
                  <a:lnTo>
                    <a:pt x="554460" y="858633"/>
                  </a:lnTo>
                  <a:lnTo>
                    <a:pt x="554594" y="858745"/>
                  </a:lnTo>
                  <a:lnTo>
                    <a:pt x="554706" y="858907"/>
                  </a:lnTo>
                  <a:lnTo>
                    <a:pt x="554788" y="859157"/>
                  </a:lnTo>
                  <a:lnTo>
                    <a:pt x="554810" y="859340"/>
                  </a:lnTo>
                  <a:lnTo>
                    <a:pt x="554912" y="859490"/>
                  </a:lnTo>
                  <a:lnTo>
                    <a:pt x="555200" y="859629"/>
                  </a:lnTo>
                  <a:lnTo>
                    <a:pt x="555342" y="859903"/>
                  </a:lnTo>
                  <a:lnTo>
                    <a:pt x="555408" y="860031"/>
                  </a:lnTo>
                  <a:lnTo>
                    <a:pt x="555510" y="860251"/>
                  </a:lnTo>
                  <a:lnTo>
                    <a:pt x="555837" y="861209"/>
                  </a:lnTo>
                  <a:lnTo>
                    <a:pt x="555992" y="861488"/>
                  </a:lnTo>
                  <a:lnTo>
                    <a:pt x="556153" y="861800"/>
                  </a:lnTo>
                  <a:lnTo>
                    <a:pt x="556198" y="861933"/>
                  </a:lnTo>
                  <a:lnTo>
                    <a:pt x="556429" y="862742"/>
                  </a:lnTo>
                  <a:lnTo>
                    <a:pt x="556434" y="862897"/>
                  </a:lnTo>
                  <a:lnTo>
                    <a:pt x="556460" y="863261"/>
                  </a:lnTo>
                  <a:lnTo>
                    <a:pt x="556519" y="863461"/>
                  </a:lnTo>
                  <a:lnTo>
                    <a:pt x="556833" y="863800"/>
                  </a:lnTo>
                  <a:lnTo>
                    <a:pt x="556678" y="863806"/>
                  </a:lnTo>
                  <a:lnTo>
                    <a:pt x="555978" y="863880"/>
                  </a:lnTo>
                  <a:lnTo>
                    <a:pt x="555819" y="863898"/>
                  </a:lnTo>
                  <a:lnTo>
                    <a:pt x="553639" y="864862"/>
                  </a:lnTo>
                  <a:lnTo>
                    <a:pt x="552410" y="865433"/>
                  </a:lnTo>
                  <a:lnTo>
                    <a:pt x="551914" y="865660"/>
                  </a:lnTo>
                  <a:lnTo>
                    <a:pt x="551610" y="865860"/>
                  </a:lnTo>
                  <a:lnTo>
                    <a:pt x="551396" y="866089"/>
                  </a:lnTo>
                  <a:lnTo>
                    <a:pt x="551232" y="866388"/>
                  </a:lnTo>
                  <a:lnTo>
                    <a:pt x="550508" y="866525"/>
                  </a:lnTo>
                  <a:lnTo>
                    <a:pt x="549825" y="866746"/>
                  </a:lnTo>
                  <a:lnTo>
                    <a:pt x="549433" y="867017"/>
                  </a:lnTo>
                  <a:lnTo>
                    <a:pt x="549212" y="867099"/>
                  </a:lnTo>
                  <a:lnTo>
                    <a:pt x="548217" y="867287"/>
                  </a:lnTo>
                  <a:lnTo>
                    <a:pt x="547396" y="867269"/>
                  </a:lnTo>
                  <a:lnTo>
                    <a:pt x="546866" y="867235"/>
                  </a:lnTo>
                  <a:lnTo>
                    <a:pt x="546012" y="867194"/>
                  </a:lnTo>
                  <a:lnTo>
                    <a:pt x="545563" y="866657"/>
                  </a:lnTo>
                  <a:lnTo>
                    <a:pt x="545350" y="866374"/>
                  </a:lnTo>
                  <a:lnTo>
                    <a:pt x="545232" y="866121"/>
                  </a:lnTo>
                  <a:lnTo>
                    <a:pt x="545180" y="865991"/>
                  </a:lnTo>
                  <a:lnTo>
                    <a:pt x="544943" y="865684"/>
                  </a:lnTo>
                  <a:lnTo>
                    <a:pt x="544554" y="865192"/>
                  </a:lnTo>
                  <a:lnTo>
                    <a:pt x="543354" y="864391"/>
                  </a:lnTo>
                  <a:lnTo>
                    <a:pt x="542646" y="864663"/>
                  </a:lnTo>
                  <a:lnTo>
                    <a:pt x="542147" y="865250"/>
                  </a:lnTo>
                  <a:lnTo>
                    <a:pt x="542249" y="865837"/>
                  </a:lnTo>
                  <a:lnTo>
                    <a:pt x="542481" y="866035"/>
                  </a:lnTo>
                  <a:lnTo>
                    <a:pt x="542743" y="866251"/>
                  </a:lnTo>
                  <a:lnTo>
                    <a:pt x="543354" y="866445"/>
                  </a:lnTo>
                  <a:lnTo>
                    <a:pt x="544125" y="866941"/>
                  </a:lnTo>
                  <a:lnTo>
                    <a:pt x="545946" y="868187"/>
                  </a:lnTo>
                  <a:lnTo>
                    <a:pt x="545846" y="868532"/>
                  </a:lnTo>
                  <a:lnTo>
                    <a:pt x="545710" y="868660"/>
                  </a:lnTo>
                  <a:lnTo>
                    <a:pt x="545391" y="868923"/>
                  </a:lnTo>
                  <a:lnTo>
                    <a:pt x="545211" y="869048"/>
                  </a:lnTo>
                  <a:lnTo>
                    <a:pt x="544957" y="869223"/>
                  </a:lnTo>
                  <a:lnTo>
                    <a:pt x="544817" y="869317"/>
                  </a:lnTo>
                  <a:lnTo>
                    <a:pt x="543425" y="870668"/>
                  </a:lnTo>
                  <a:lnTo>
                    <a:pt x="543502" y="870977"/>
                  </a:lnTo>
                  <a:lnTo>
                    <a:pt x="543648" y="871310"/>
                  </a:lnTo>
                  <a:lnTo>
                    <a:pt x="543722" y="871574"/>
                  </a:lnTo>
                  <a:lnTo>
                    <a:pt x="543774" y="871839"/>
                  </a:lnTo>
                  <a:lnTo>
                    <a:pt x="543757" y="872141"/>
                  </a:lnTo>
                  <a:lnTo>
                    <a:pt x="543476" y="872523"/>
                  </a:lnTo>
                  <a:lnTo>
                    <a:pt x="543077" y="872796"/>
                  </a:lnTo>
                  <a:lnTo>
                    <a:pt x="542938" y="872877"/>
                  </a:lnTo>
                  <a:lnTo>
                    <a:pt x="542634" y="873041"/>
                  </a:lnTo>
                  <a:lnTo>
                    <a:pt x="542265" y="873088"/>
                  </a:lnTo>
                  <a:lnTo>
                    <a:pt x="542097" y="873016"/>
                  </a:lnTo>
                  <a:lnTo>
                    <a:pt x="541768" y="872921"/>
                  </a:lnTo>
                  <a:lnTo>
                    <a:pt x="541480" y="872982"/>
                  </a:lnTo>
                  <a:lnTo>
                    <a:pt x="541275" y="873080"/>
                  </a:lnTo>
                  <a:lnTo>
                    <a:pt x="540978" y="873250"/>
                  </a:lnTo>
                  <a:lnTo>
                    <a:pt x="540633" y="873451"/>
                  </a:lnTo>
                  <a:lnTo>
                    <a:pt x="540447" y="873608"/>
                  </a:lnTo>
                  <a:lnTo>
                    <a:pt x="540281" y="873760"/>
                  </a:lnTo>
                  <a:lnTo>
                    <a:pt x="540091" y="873846"/>
                  </a:lnTo>
                  <a:lnTo>
                    <a:pt x="537997" y="874428"/>
                  </a:lnTo>
                  <a:lnTo>
                    <a:pt x="537761" y="874519"/>
                  </a:lnTo>
                  <a:lnTo>
                    <a:pt x="537214" y="874967"/>
                  </a:lnTo>
                  <a:lnTo>
                    <a:pt x="536878" y="875378"/>
                  </a:lnTo>
                  <a:lnTo>
                    <a:pt x="535967" y="876541"/>
                  </a:lnTo>
                  <a:lnTo>
                    <a:pt x="534975" y="876554"/>
                  </a:lnTo>
                  <a:lnTo>
                    <a:pt x="534589" y="877434"/>
                  </a:lnTo>
                  <a:lnTo>
                    <a:pt x="534253" y="879118"/>
                  </a:lnTo>
                  <a:lnTo>
                    <a:pt x="534240" y="880252"/>
                  </a:lnTo>
                  <a:lnTo>
                    <a:pt x="534237" y="880528"/>
                  </a:lnTo>
                  <a:lnTo>
                    <a:pt x="533718" y="881267"/>
                  </a:lnTo>
                  <a:lnTo>
                    <a:pt x="533233" y="881959"/>
                  </a:lnTo>
                  <a:lnTo>
                    <a:pt x="532567" y="883229"/>
                  </a:lnTo>
                  <a:lnTo>
                    <a:pt x="531715" y="884376"/>
                  </a:lnTo>
                  <a:lnTo>
                    <a:pt x="531095" y="884575"/>
                  </a:lnTo>
                  <a:lnTo>
                    <a:pt x="530217" y="885459"/>
                  </a:lnTo>
                  <a:lnTo>
                    <a:pt x="528153" y="886775"/>
                  </a:lnTo>
                  <a:lnTo>
                    <a:pt x="527679" y="886309"/>
                  </a:lnTo>
                  <a:lnTo>
                    <a:pt x="527042" y="885682"/>
                  </a:lnTo>
                  <a:lnTo>
                    <a:pt x="526677" y="885692"/>
                  </a:lnTo>
                  <a:lnTo>
                    <a:pt x="525373" y="886842"/>
                  </a:lnTo>
                  <a:lnTo>
                    <a:pt x="524073" y="888156"/>
                  </a:lnTo>
                  <a:lnTo>
                    <a:pt x="522758" y="889833"/>
                  </a:lnTo>
                  <a:lnTo>
                    <a:pt x="522240" y="890539"/>
                  </a:lnTo>
                  <a:lnTo>
                    <a:pt x="521177" y="891424"/>
                  </a:lnTo>
                  <a:lnTo>
                    <a:pt x="520665" y="891612"/>
                  </a:lnTo>
                  <a:lnTo>
                    <a:pt x="520280" y="891764"/>
                  </a:lnTo>
                  <a:lnTo>
                    <a:pt x="519373" y="892366"/>
                  </a:lnTo>
                  <a:lnTo>
                    <a:pt x="519230" y="892557"/>
                  </a:lnTo>
                  <a:lnTo>
                    <a:pt x="518959" y="893819"/>
                  </a:lnTo>
                  <a:lnTo>
                    <a:pt x="519307" y="894237"/>
                  </a:lnTo>
                  <a:lnTo>
                    <a:pt x="519851" y="895315"/>
                  </a:lnTo>
                  <a:lnTo>
                    <a:pt x="519609" y="895858"/>
                  </a:lnTo>
                  <a:lnTo>
                    <a:pt x="519296" y="896039"/>
                  </a:lnTo>
                  <a:lnTo>
                    <a:pt x="518965" y="896223"/>
                  </a:lnTo>
                  <a:lnTo>
                    <a:pt x="518574" y="896303"/>
                  </a:lnTo>
                  <a:lnTo>
                    <a:pt x="518180" y="896151"/>
                  </a:lnTo>
                  <a:lnTo>
                    <a:pt x="517580" y="895916"/>
                  </a:lnTo>
                  <a:lnTo>
                    <a:pt x="517183" y="895859"/>
                  </a:lnTo>
                  <a:lnTo>
                    <a:pt x="516912" y="895817"/>
                  </a:lnTo>
                  <a:lnTo>
                    <a:pt x="516456" y="896037"/>
                  </a:lnTo>
                  <a:lnTo>
                    <a:pt x="515860" y="896572"/>
                  </a:lnTo>
                  <a:lnTo>
                    <a:pt x="515670" y="896752"/>
                  </a:lnTo>
                  <a:lnTo>
                    <a:pt x="515288" y="897189"/>
                  </a:lnTo>
                  <a:lnTo>
                    <a:pt x="513988" y="898761"/>
                  </a:lnTo>
                  <a:lnTo>
                    <a:pt x="512809" y="900461"/>
                  </a:lnTo>
                  <a:lnTo>
                    <a:pt x="511312" y="901424"/>
                  </a:lnTo>
                  <a:lnTo>
                    <a:pt x="510502" y="902800"/>
                  </a:lnTo>
                  <a:lnTo>
                    <a:pt x="510224" y="903131"/>
                  </a:lnTo>
                  <a:lnTo>
                    <a:pt x="510019" y="903270"/>
                  </a:lnTo>
                  <a:lnTo>
                    <a:pt x="509030" y="903792"/>
                  </a:lnTo>
                  <a:lnTo>
                    <a:pt x="507254" y="905289"/>
                  </a:lnTo>
                  <a:lnTo>
                    <a:pt x="507411" y="905561"/>
                  </a:lnTo>
                  <a:lnTo>
                    <a:pt x="507543" y="905802"/>
                  </a:lnTo>
                  <a:lnTo>
                    <a:pt x="507662" y="906617"/>
                  </a:lnTo>
                  <a:lnTo>
                    <a:pt x="506500" y="907913"/>
                  </a:lnTo>
                  <a:lnTo>
                    <a:pt x="506155" y="908213"/>
                  </a:lnTo>
                  <a:lnTo>
                    <a:pt x="505532" y="908444"/>
                  </a:lnTo>
                  <a:lnTo>
                    <a:pt x="504314" y="911206"/>
                  </a:lnTo>
                  <a:lnTo>
                    <a:pt x="503913" y="911751"/>
                  </a:lnTo>
                  <a:lnTo>
                    <a:pt x="503841" y="912009"/>
                  </a:lnTo>
                  <a:lnTo>
                    <a:pt x="503704" y="912503"/>
                  </a:lnTo>
                  <a:lnTo>
                    <a:pt x="503687" y="912663"/>
                  </a:lnTo>
                  <a:lnTo>
                    <a:pt x="503820" y="913426"/>
                  </a:lnTo>
                  <a:lnTo>
                    <a:pt x="503849" y="913801"/>
                  </a:lnTo>
                  <a:lnTo>
                    <a:pt x="503422" y="914601"/>
                  </a:lnTo>
                  <a:lnTo>
                    <a:pt x="503304" y="914821"/>
                  </a:lnTo>
                  <a:lnTo>
                    <a:pt x="503084" y="915057"/>
                  </a:lnTo>
                  <a:lnTo>
                    <a:pt x="502955" y="915198"/>
                  </a:lnTo>
                  <a:lnTo>
                    <a:pt x="502621" y="915564"/>
                  </a:lnTo>
                  <a:lnTo>
                    <a:pt x="502548" y="917260"/>
                  </a:lnTo>
                  <a:lnTo>
                    <a:pt x="503016" y="917934"/>
                  </a:lnTo>
                  <a:lnTo>
                    <a:pt x="503281" y="918106"/>
                  </a:lnTo>
                  <a:lnTo>
                    <a:pt x="504087" y="918640"/>
                  </a:lnTo>
                  <a:lnTo>
                    <a:pt x="505182" y="919370"/>
                  </a:lnTo>
                  <a:lnTo>
                    <a:pt x="505878" y="919899"/>
                  </a:lnTo>
                  <a:lnTo>
                    <a:pt x="507004" y="920762"/>
                  </a:lnTo>
                  <a:lnTo>
                    <a:pt x="507667" y="921270"/>
                  </a:lnTo>
                  <a:lnTo>
                    <a:pt x="507814" y="921385"/>
                  </a:lnTo>
                  <a:lnTo>
                    <a:pt x="507718" y="921603"/>
                  </a:lnTo>
                  <a:lnTo>
                    <a:pt x="507396" y="922312"/>
                  </a:lnTo>
                  <a:lnTo>
                    <a:pt x="507265" y="922597"/>
                  </a:lnTo>
                  <a:lnTo>
                    <a:pt x="507175" y="922788"/>
                  </a:lnTo>
                  <a:lnTo>
                    <a:pt x="506956" y="923269"/>
                  </a:lnTo>
                  <a:lnTo>
                    <a:pt x="507234" y="923675"/>
                  </a:lnTo>
                  <a:lnTo>
                    <a:pt x="507400" y="923908"/>
                  </a:lnTo>
                  <a:lnTo>
                    <a:pt x="507643" y="924264"/>
                  </a:lnTo>
                  <a:lnTo>
                    <a:pt x="507893" y="924638"/>
                  </a:lnTo>
                  <a:lnTo>
                    <a:pt x="507850" y="924873"/>
                  </a:lnTo>
                  <a:lnTo>
                    <a:pt x="506792" y="925642"/>
                  </a:lnTo>
                  <a:lnTo>
                    <a:pt x="506098" y="926386"/>
                  </a:lnTo>
                  <a:lnTo>
                    <a:pt x="505705" y="926955"/>
                  </a:lnTo>
                  <a:lnTo>
                    <a:pt x="504943" y="927543"/>
                  </a:lnTo>
                  <a:lnTo>
                    <a:pt x="504218" y="927796"/>
                  </a:lnTo>
                  <a:lnTo>
                    <a:pt x="504087" y="928030"/>
                  </a:lnTo>
                  <a:lnTo>
                    <a:pt x="504129" y="928218"/>
                  </a:lnTo>
                  <a:lnTo>
                    <a:pt x="504177" y="928517"/>
                  </a:lnTo>
                  <a:lnTo>
                    <a:pt x="504115" y="928663"/>
                  </a:lnTo>
                  <a:lnTo>
                    <a:pt x="503747" y="929365"/>
                  </a:lnTo>
                  <a:lnTo>
                    <a:pt x="502699" y="929740"/>
                  </a:lnTo>
                  <a:lnTo>
                    <a:pt x="502565" y="929788"/>
                  </a:lnTo>
                  <a:lnTo>
                    <a:pt x="502261" y="929788"/>
                  </a:lnTo>
                  <a:lnTo>
                    <a:pt x="502125" y="929685"/>
                  </a:lnTo>
                  <a:lnTo>
                    <a:pt x="501887" y="929329"/>
                  </a:lnTo>
                  <a:lnTo>
                    <a:pt x="501518" y="928740"/>
                  </a:lnTo>
                  <a:lnTo>
                    <a:pt x="500481" y="927125"/>
                  </a:lnTo>
                  <a:lnTo>
                    <a:pt x="500411" y="926979"/>
                  </a:lnTo>
                  <a:lnTo>
                    <a:pt x="500216" y="926452"/>
                  </a:lnTo>
                  <a:lnTo>
                    <a:pt x="500238" y="926274"/>
                  </a:lnTo>
                  <a:lnTo>
                    <a:pt x="500241" y="926006"/>
                  </a:lnTo>
                  <a:lnTo>
                    <a:pt x="499644" y="924531"/>
                  </a:lnTo>
                  <a:lnTo>
                    <a:pt x="498275" y="923588"/>
                  </a:lnTo>
                  <a:lnTo>
                    <a:pt x="497895" y="923455"/>
                  </a:lnTo>
                  <a:lnTo>
                    <a:pt x="496289" y="923435"/>
                  </a:lnTo>
                  <a:lnTo>
                    <a:pt x="496178" y="923717"/>
                  </a:lnTo>
                  <a:lnTo>
                    <a:pt x="496876" y="924510"/>
                  </a:lnTo>
                  <a:lnTo>
                    <a:pt x="497239" y="924921"/>
                  </a:lnTo>
                  <a:lnTo>
                    <a:pt x="497547" y="925278"/>
                  </a:lnTo>
                  <a:lnTo>
                    <a:pt x="497652" y="926770"/>
                  </a:lnTo>
                  <a:lnTo>
                    <a:pt x="497480" y="926855"/>
                  </a:lnTo>
                  <a:lnTo>
                    <a:pt x="497338" y="926931"/>
                  </a:lnTo>
                  <a:lnTo>
                    <a:pt x="496397" y="928624"/>
                  </a:lnTo>
                  <a:lnTo>
                    <a:pt x="496283" y="929552"/>
                  </a:lnTo>
                  <a:lnTo>
                    <a:pt x="496246" y="929875"/>
                  </a:lnTo>
                  <a:lnTo>
                    <a:pt x="496131" y="931524"/>
                  </a:lnTo>
                  <a:lnTo>
                    <a:pt x="496082" y="932528"/>
                  </a:lnTo>
                  <a:lnTo>
                    <a:pt x="496152" y="933997"/>
                  </a:lnTo>
                  <a:lnTo>
                    <a:pt x="496329" y="935312"/>
                  </a:lnTo>
                  <a:lnTo>
                    <a:pt x="496499" y="935741"/>
                  </a:lnTo>
                  <a:lnTo>
                    <a:pt x="496498" y="936432"/>
                  </a:lnTo>
                  <a:lnTo>
                    <a:pt x="496201" y="936681"/>
                  </a:lnTo>
                  <a:lnTo>
                    <a:pt x="495806" y="937306"/>
                  </a:lnTo>
                  <a:lnTo>
                    <a:pt x="495712" y="937610"/>
                  </a:lnTo>
                  <a:lnTo>
                    <a:pt x="495651" y="937866"/>
                  </a:lnTo>
                  <a:lnTo>
                    <a:pt x="495789" y="939004"/>
                  </a:lnTo>
                  <a:lnTo>
                    <a:pt x="495898" y="939243"/>
                  </a:lnTo>
                  <a:lnTo>
                    <a:pt x="496034" y="939628"/>
                  </a:lnTo>
                  <a:lnTo>
                    <a:pt x="496130" y="940033"/>
                  </a:lnTo>
                  <a:lnTo>
                    <a:pt x="496117" y="940420"/>
                  </a:lnTo>
                  <a:lnTo>
                    <a:pt x="495637" y="941158"/>
                  </a:lnTo>
                  <a:lnTo>
                    <a:pt x="495192" y="941428"/>
                  </a:lnTo>
                  <a:lnTo>
                    <a:pt x="494954" y="941568"/>
                  </a:lnTo>
                  <a:lnTo>
                    <a:pt x="494505" y="941316"/>
                  </a:lnTo>
                  <a:lnTo>
                    <a:pt x="494225" y="941138"/>
                  </a:lnTo>
                  <a:lnTo>
                    <a:pt x="493507" y="941180"/>
                  </a:lnTo>
                  <a:lnTo>
                    <a:pt x="493344" y="941200"/>
                  </a:lnTo>
                  <a:lnTo>
                    <a:pt x="493107" y="941230"/>
                  </a:lnTo>
                  <a:lnTo>
                    <a:pt x="492885" y="941259"/>
                  </a:lnTo>
                  <a:lnTo>
                    <a:pt x="492528" y="941646"/>
                  </a:lnTo>
                  <a:lnTo>
                    <a:pt x="492213" y="941995"/>
                  </a:lnTo>
                  <a:lnTo>
                    <a:pt x="491376" y="942212"/>
                  </a:lnTo>
                  <a:lnTo>
                    <a:pt x="490541" y="942325"/>
                  </a:lnTo>
                  <a:lnTo>
                    <a:pt x="489413" y="942749"/>
                  </a:lnTo>
                  <a:lnTo>
                    <a:pt x="488127" y="942561"/>
                  </a:lnTo>
                  <a:lnTo>
                    <a:pt x="487947" y="942456"/>
                  </a:lnTo>
                  <a:lnTo>
                    <a:pt x="487715" y="942322"/>
                  </a:lnTo>
                  <a:lnTo>
                    <a:pt x="487298" y="942078"/>
                  </a:lnTo>
                  <a:lnTo>
                    <a:pt x="486530" y="941618"/>
                  </a:lnTo>
                  <a:lnTo>
                    <a:pt x="486223" y="941413"/>
                  </a:lnTo>
                  <a:lnTo>
                    <a:pt x="486062" y="941304"/>
                  </a:lnTo>
                  <a:lnTo>
                    <a:pt x="485915" y="941205"/>
                  </a:lnTo>
                  <a:lnTo>
                    <a:pt x="485509" y="941070"/>
                  </a:lnTo>
                  <a:lnTo>
                    <a:pt x="485334" y="941013"/>
                  </a:lnTo>
                  <a:lnTo>
                    <a:pt x="485051" y="940922"/>
                  </a:lnTo>
                  <a:lnTo>
                    <a:pt x="483061" y="941559"/>
                  </a:lnTo>
                  <a:lnTo>
                    <a:pt x="482515" y="941804"/>
                  </a:lnTo>
                  <a:lnTo>
                    <a:pt x="481940" y="942158"/>
                  </a:lnTo>
                  <a:lnTo>
                    <a:pt x="481230" y="942586"/>
                  </a:lnTo>
                  <a:lnTo>
                    <a:pt x="481097" y="942655"/>
                  </a:lnTo>
                  <a:lnTo>
                    <a:pt x="480567" y="942902"/>
                  </a:lnTo>
                  <a:lnTo>
                    <a:pt x="480059" y="943013"/>
                  </a:lnTo>
                  <a:lnTo>
                    <a:pt x="479753" y="943077"/>
                  </a:lnTo>
                  <a:lnTo>
                    <a:pt x="479476" y="943133"/>
                  </a:lnTo>
                  <a:lnTo>
                    <a:pt x="477996" y="943296"/>
                  </a:lnTo>
                  <a:lnTo>
                    <a:pt x="476353" y="943774"/>
                  </a:lnTo>
                  <a:lnTo>
                    <a:pt x="475625" y="943612"/>
                  </a:lnTo>
                  <a:lnTo>
                    <a:pt x="475153" y="943492"/>
                  </a:lnTo>
                  <a:lnTo>
                    <a:pt x="474924" y="943078"/>
                  </a:lnTo>
                  <a:lnTo>
                    <a:pt x="474881" y="942938"/>
                  </a:lnTo>
                  <a:lnTo>
                    <a:pt x="474759" y="942566"/>
                  </a:lnTo>
                  <a:lnTo>
                    <a:pt x="474360" y="942357"/>
                  </a:lnTo>
                  <a:lnTo>
                    <a:pt x="473742" y="942214"/>
                  </a:lnTo>
                  <a:lnTo>
                    <a:pt x="472448" y="942169"/>
                  </a:lnTo>
                  <a:lnTo>
                    <a:pt x="471262" y="942509"/>
                  </a:lnTo>
                  <a:lnTo>
                    <a:pt x="470862" y="942729"/>
                  </a:lnTo>
                  <a:lnTo>
                    <a:pt x="470847" y="943163"/>
                  </a:lnTo>
                  <a:lnTo>
                    <a:pt x="470149" y="943732"/>
                  </a:lnTo>
                  <a:lnTo>
                    <a:pt x="468949" y="944201"/>
                  </a:lnTo>
                  <a:lnTo>
                    <a:pt x="468580" y="944310"/>
                  </a:lnTo>
                  <a:lnTo>
                    <a:pt x="467960" y="944306"/>
                  </a:lnTo>
                  <a:lnTo>
                    <a:pt x="467509" y="944002"/>
                  </a:lnTo>
                  <a:lnTo>
                    <a:pt x="467511" y="943837"/>
                  </a:lnTo>
                  <a:lnTo>
                    <a:pt x="466945" y="943432"/>
                  </a:lnTo>
                  <a:lnTo>
                    <a:pt x="466011" y="943316"/>
                  </a:lnTo>
                  <a:lnTo>
                    <a:pt x="465534" y="943315"/>
                  </a:lnTo>
                  <a:lnTo>
                    <a:pt x="464794" y="942819"/>
                  </a:lnTo>
                  <a:lnTo>
                    <a:pt x="463428" y="942931"/>
                  </a:lnTo>
                  <a:lnTo>
                    <a:pt x="463227" y="942873"/>
                  </a:lnTo>
                  <a:lnTo>
                    <a:pt x="462907" y="942330"/>
                  </a:lnTo>
                  <a:lnTo>
                    <a:pt x="462914" y="941828"/>
                  </a:lnTo>
                  <a:lnTo>
                    <a:pt x="463049" y="941609"/>
                  </a:lnTo>
                  <a:lnTo>
                    <a:pt x="463228" y="941304"/>
                  </a:lnTo>
                  <a:lnTo>
                    <a:pt x="463310" y="940618"/>
                  </a:lnTo>
                  <a:lnTo>
                    <a:pt x="462901" y="939340"/>
                  </a:lnTo>
                  <a:lnTo>
                    <a:pt x="462737" y="939101"/>
                  </a:lnTo>
                  <a:lnTo>
                    <a:pt x="462383" y="938825"/>
                  </a:lnTo>
                  <a:lnTo>
                    <a:pt x="461935" y="938790"/>
                  </a:lnTo>
                  <a:lnTo>
                    <a:pt x="461985" y="938260"/>
                  </a:lnTo>
                  <a:lnTo>
                    <a:pt x="461372" y="937332"/>
                  </a:lnTo>
                  <a:lnTo>
                    <a:pt x="461496" y="936278"/>
                  </a:lnTo>
                  <a:lnTo>
                    <a:pt x="459547" y="935894"/>
                  </a:lnTo>
                  <a:lnTo>
                    <a:pt x="458976" y="935457"/>
                  </a:lnTo>
                  <a:lnTo>
                    <a:pt x="458717" y="935325"/>
                  </a:lnTo>
                  <a:lnTo>
                    <a:pt x="458011" y="935059"/>
                  </a:lnTo>
                  <a:lnTo>
                    <a:pt x="457596" y="934992"/>
                  </a:lnTo>
                  <a:lnTo>
                    <a:pt x="457355" y="935250"/>
                  </a:lnTo>
                  <a:lnTo>
                    <a:pt x="455860" y="934593"/>
                  </a:lnTo>
                  <a:lnTo>
                    <a:pt x="455419" y="934206"/>
                  </a:lnTo>
                  <a:lnTo>
                    <a:pt x="455200" y="934142"/>
                  </a:lnTo>
                  <a:lnTo>
                    <a:pt x="454843" y="934083"/>
                  </a:lnTo>
                  <a:lnTo>
                    <a:pt x="454634" y="934096"/>
                  </a:lnTo>
                  <a:lnTo>
                    <a:pt x="454407" y="934262"/>
                  </a:lnTo>
                  <a:lnTo>
                    <a:pt x="453684" y="934016"/>
                  </a:lnTo>
                  <a:lnTo>
                    <a:pt x="453197" y="933986"/>
                  </a:lnTo>
                  <a:lnTo>
                    <a:pt x="452593" y="933736"/>
                  </a:lnTo>
                  <a:lnTo>
                    <a:pt x="451796" y="933601"/>
                  </a:lnTo>
                  <a:lnTo>
                    <a:pt x="451249" y="933481"/>
                  </a:lnTo>
                  <a:lnTo>
                    <a:pt x="450762" y="933221"/>
                  </a:lnTo>
                  <a:lnTo>
                    <a:pt x="449856" y="932286"/>
                  </a:lnTo>
                  <a:lnTo>
                    <a:pt x="449080" y="932017"/>
                  </a:lnTo>
                  <a:lnTo>
                    <a:pt x="448974" y="931832"/>
                  </a:lnTo>
                  <a:lnTo>
                    <a:pt x="449243" y="931509"/>
                  </a:lnTo>
                  <a:lnTo>
                    <a:pt x="449109" y="931372"/>
                  </a:lnTo>
                  <a:lnTo>
                    <a:pt x="448736" y="931377"/>
                  </a:lnTo>
                  <a:lnTo>
                    <a:pt x="448405" y="931976"/>
                  </a:lnTo>
                  <a:lnTo>
                    <a:pt x="447207" y="932515"/>
                  </a:lnTo>
                  <a:lnTo>
                    <a:pt x="446704" y="932131"/>
                  </a:lnTo>
                  <a:lnTo>
                    <a:pt x="443930" y="931253"/>
                  </a:lnTo>
                  <a:lnTo>
                    <a:pt x="443448" y="931115"/>
                  </a:lnTo>
                  <a:lnTo>
                    <a:pt x="443139" y="930846"/>
                  </a:lnTo>
                  <a:lnTo>
                    <a:pt x="441119" y="929254"/>
                  </a:lnTo>
                  <a:lnTo>
                    <a:pt x="440643" y="928645"/>
                  </a:lnTo>
                  <a:lnTo>
                    <a:pt x="439820" y="928644"/>
                  </a:lnTo>
                  <a:lnTo>
                    <a:pt x="439103" y="928780"/>
                  </a:lnTo>
                  <a:lnTo>
                    <a:pt x="438758" y="929215"/>
                  </a:lnTo>
                  <a:lnTo>
                    <a:pt x="437480" y="928862"/>
                  </a:lnTo>
                  <a:lnTo>
                    <a:pt x="437096" y="928454"/>
                  </a:lnTo>
                  <a:lnTo>
                    <a:pt x="437371" y="927799"/>
                  </a:lnTo>
                  <a:lnTo>
                    <a:pt x="438287" y="926111"/>
                  </a:lnTo>
                  <a:lnTo>
                    <a:pt x="438100" y="926012"/>
                  </a:lnTo>
                  <a:lnTo>
                    <a:pt x="437816" y="925832"/>
                  </a:lnTo>
                  <a:lnTo>
                    <a:pt x="437188" y="925346"/>
                  </a:lnTo>
                  <a:lnTo>
                    <a:pt x="436827" y="925061"/>
                  </a:lnTo>
                  <a:lnTo>
                    <a:pt x="436197" y="924650"/>
                  </a:lnTo>
                  <a:lnTo>
                    <a:pt x="435916" y="924481"/>
                  </a:lnTo>
                  <a:lnTo>
                    <a:pt x="435715" y="924279"/>
                  </a:lnTo>
                  <a:lnTo>
                    <a:pt x="435502" y="924010"/>
                  </a:lnTo>
                  <a:lnTo>
                    <a:pt x="435168" y="923721"/>
                  </a:lnTo>
                  <a:lnTo>
                    <a:pt x="434844" y="923482"/>
                  </a:lnTo>
                  <a:lnTo>
                    <a:pt x="434710" y="923314"/>
                  </a:lnTo>
                  <a:lnTo>
                    <a:pt x="434535" y="922999"/>
                  </a:lnTo>
                  <a:lnTo>
                    <a:pt x="434478" y="922863"/>
                  </a:lnTo>
                  <a:lnTo>
                    <a:pt x="434333" y="922344"/>
                  </a:lnTo>
                  <a:lnTo>
                    <a:pt x="434192" y="922041"/>
                  </a:lnTo>
                  <a:lnTo>
                    <a:pt x="434028" y="921851"/>
                  </a:lnTo>
                  <a:lnTo>
                    <a:pt x="433744" y="921643"/>
                  </a:lnTo>
                  <a:lnTo>
                    <a:pt x="433556" y="921572"/>
                  </a:lnTo>
                  <a:lnTo>
                    <a:pt x="432470" y="921279"/>
                  </a:lnTo>
                  <a:lnTo>
                    <a:pt x="431841" y="921268"/>
                  </a:lnTo>
                  <a:lnTo>
                    <a:pt x="431436" y="921132"/>
                  </a:lnTo>
                  <a:lnTo>
                    <a:pt x="431131" y="920903"/>
                  </a:lnTo>
                  <a:lnTo>
                    <a:pt x="430945" y="920852"/>
                  </a:lnTo>
                  <a:lnTo>
                    <a:pt x="430535" y="920819"/>
                  </a:lnTo>
                  <a:lnTo>
                    <a:pt x="429924" y="920539"/>
                  </a:lnTo>
                  <a:lnTo>
                    <a:pt x="429826" y="920390"/>
                  </a:lnTo>
                  <a:lnTo>
                    <a:pt x="429490" y="920101"/>
                  </a:lnTo>
                  <a:lnTo>
                    <a:pt x="429116" y="919938"/>
                  </a:lnTo>
                  <a:lnTo>
                    <a:pt x="428708" y="919679"/>
                  </a:lnTo>
                  <a:lnTo>
                    <a:pt x="428575" y="919577"/>
                  </a:lnTo>
                  <a:lnTo>
                    <a:pt x="428342" y="919322"/>
                  </a:lnTo>
                  <a:lnTo>
                    <a:pt x="428156" y="919028"/>
                  </a:lnTo>
                  <a:lnTo>
                    <a:pt x="427867" y="918670"/>
                  </a:lnTo>
                  <a:lnTo>
                    <a:pt x="427650" y="918453"/>
                  </a:lnTo>
                  <a:lnTo>
                    <a:pt x="426973" y="918219"/>
                  </a:lnTo>
                  <a:lnTo>
                    <a:pt x="426797" y="918170"/>
                  </a:lnTo>
                  <a:lnTo>
                    <a:pt x="426586" y="918162"/>
                  </a:lnTo>
                  <a:lnTo>
                    <a:pt x="426390" y="918255"/>
                  </a:lnTo>
                  <a:lnTo>
                    <a:pt x="425926" y="918478"/>
                  </a:lnTo>
                  <a:lnTo>
                    <a:pt x="425796" y="918405"/>
                  </a:lnTo>
                  <a:lnTo>
                    <a:pt x="425482" y="918217"/>
                  </a:lnTo>
                  <a:lnTo>
                    <a:pt x="425192" y="918357"/>
                  </a:lnTo>
                  <a:lnTo>
                    <a:pt x="425151" y="918579"/>
                  </a:lnTo>
                  <a:lnTo>
                    <a:pt x="424832" y="919068"/>
                  </a:lnTo>
                  <a:lnTo>
                    <a:pt x="421251" y="919846"/>
                  </a:lnTo>
                  <a:lnTo>
                    <a:pt x="421048" y="920167"/>
                  </a:lnTo>
                  <a:lnTo>
                    <a:pt x="420937" y="920377"/>
                  </a:lnTo>
                  <a:lnTo>
                    <a:pt x="419610" y="920098"/>
                  </a:lnTo>
                  <a:lnTo>
                    <a:pt x="417837" y="919748"/>
                  </a:lnTo>
                  <a:lnTo>
                    <a:pt x="417336" y="919639"/>
                  </a:lnTo>
                  <a:lnTo>
                    <a:pt x="415830" y="919252"/>
                  </a:lnTo>
                  <a:lnTo>
                    <a:pt x="415566" y="919096"/>
                  </a:lnTo>
                  <a:lnTo>
                    <a:pt x="414994" y="918892"/>
                  </a:lnTo>
                  <a:lnTo>
                    <a:pt x="414631" y="918868"/>
                  </a:lnTo>
                  <a:lnTo>
                    <a:pt x="414195" y="918760"/>
                  </a:lnTo>
                  <a:lnTo>
                    <a:pt x="413825" y="918599"/>
                  </a:lnTo>
                  <a:lnTo>
                    <a:pt x="413222" y="918408"/>
                  </a:lnTo>
                  <a:lnTo>
                    <a:pt x="412898" y="918348"/>
                  </a:lnTo>
                  <a:lnTo>
                    <a:pt x="412643" y="918291"/>
                  </a:lnTo>
                  <a:lnTo>
                    <a:pt x="412251" y="918188"/>
                  </a:lnTo>
                  <a:lnTo>
                    <a:pt x="411931" y="918032"/>
                  </a:lnTo>
                  <a:lnTo>
                    <a:pt x="411762" y="917984"/>
                  </a:lnTo>
                  <a:lnTo>
                    <a:pt x="411448" y="917912"/>
                  </a:lnTo>
                  <a:lnTo>
                    <a:pt x="410246" y="917693"/>
                  </a:lnTo>
                  <a:lnTo>
                    <a:pt x="410043" y="917640"/>
                  </a:lnTo>
                  <a:lnTo>
                    <a:pt x="409814" y="917557"/>
                  </a:lnTo>
                  <a:lnTo>
                    <a:pt x="409294" y="917314"/>
                  </a:lnTo>
                  <a:lnTo>
                    <a:pt x="408865" y="917054"/>
                  </a:lnTo>
                  <a:lnTo>
                    <a:pt x="408720" y="916853"/>
                  </a:lnTo>
                  <a:lnTo>
                    <a:pt x="408506" y="916525"/>
                  </a:lnTo>
                  <a:lnTo>
                    <a:pt x="407888" y="916068"/>
                  </a:lnTo>
                  <a:lnTo>
                    <a:pt x="407221" y="915849"/>
                  </a:lnTo>
                  <a:lnTo>
                    <a:pt x="406711" y="915589"/>
                  </a:lnTo>
                  <a:lnTo>
                    <a:pt x="406131" y="915420"/>
                  </a:lnTo>
                  <a:lnTo>
                    <a:pt x="405320" y="915081"/>
                  </a:lnTo>
                  <a:lnTo>
                    <a:pt x="405094" y="914974"/>
                  </a:lnTo>
                  <a:lnTo>
                    <a:pt x="404944" y="914922"/>
                  </a:lnTo>
                  <a:lnTo>
                    <a:pt x="404783" y="914874"/>
                  </a:lnTo>
                  <a:lnTo>
                    <a:pt x="404249" y="914793"/>
                  </a:lnTo>
                  <a:lnTo>
                    <a:pt x="403507" y="914651"/>
                  </a:lnTo>
                  <a:lnTo>
                    <a:pt x="403259" y="914543"/>
                  </a:lnTo>
                  <a:lnTo>
                    <a:pt x="403037" y="914425"/>
                  </a:lnTo>
                  <a:lnTo>
                    <a:pt x="402035" y="913839"/>
                  </a:lnTo>
                  <a:lnTo>
                    <a:pt x="401432" y="913590"/>
                  </a:lnTo>
                  <a:lnTo>
                    <a:pt x="400751" y="913325"/>
                  </a:lnTo>
                  <a:lnTo>
                    <a:pt x="400523" y="913205"/>
                  </a:lnTo>
                  <a:lnTo>
                    <a:pt x="400317" y="913075"/>
                  </a:lnTo>
                  <a:lnTo>
                    <a:pt x="400120" y="912905"/>
                  </a:lnTo>
                  <a:lnTo>
                    <a:pt x="399569" y="912169"/>
                  </a:lnTo>
                  <a:lnTo>
                    <a:pt x="399249" y="911812"/>
                  </a:lnTo>
                  <a:lnTo>
                    <a:pt x="399048" y="911621"/>
                  </a:lnTo>
                  <a:lnTo>
                    <a:pt x="398873" y="911513"/>
                  </a:lnTo>
                  <a:lnTo>
                    <a:pt x="398346" y="911346"/>
                  </a:lnTo>
                  <a:lnTo>
                    <a:pt x="397730" y="911162"/>
                  </a:lnTo>
                  <a:lnTo>
                    <a:pt x="397647" y="910931"/>
                  </a:lnTo>
                  <a:lnTo>
                    <a:pt x="397596" y="910730"/>
                  </a:lnTo>
                  <a:lnTo>
                    <a:pt x="397500" y="910428"/>
                  </a:lnTo>
                  <a:lnTo>
                    <a:pt x="402501" y="907003"/>
                  </a:lnTo>
                  <a:lnTo>
                    <a:pt x="404593" y="903005"/>
                  </a:lnTo>
                  <a:lnTo>
                    <a:pt x="404705" y="901675"/>
                  </a:lnTo>
                  <a:lnTo>
                    <a:pt x="404837" y="900459"/>
                  </a:lnTo>
                  <a:lnTo>
                    <a:pt x="405193" y="896805"/>
                  </a:lnTo>
                  <a:lnTo>
                    <a:pt x="406197" y="893594"/>
                  </a:lnTo>
                  <a:lnTo>
                    <a:pt x="406930" y="891310"/>
                  </a:lnTo>
                  <a:lnTo>
                    <a:pt x="409166" y="889601"/>
                  </a:lnTo>
                  <a:lnTo>
                    <a:pt x="410929" y="886968"/>
                  </a:lnTo>
                  <a:lnTo>
                    <a:pt x="412177" y="885265"/>
                  </a:lnTo>
                  <a:lnTo>
                    <a:pt x="417772" y="880147"/>
                  </a:lnTo>
                  <a:lnTo>
                    <a:pt x="418356" y="876227"/>
                  </a:lnTo>
                  <a:lnTo>
                    <a:pt x="418168" y="875142"/>
                  </a:lnTo>
                  <a:lnTo>
                    <a:pt x="418054" y="874850"/>
                  </a:lnTo>
                  <a:lnTo>
                    <a:pt x="417861" y="874840"/>
                  </a:lnTo>
                  <a:lnTo>
                    <a:pt x="417208" y="874362"/>
                  </a:lnTo>
                  <a:lnTo>
                    <a:pt x="417131" y="874114"/>
                  </a:lnTo>
                  <a:lnTo>
                    <a:pt x="416604" y="873748"/>
                  </a:lnTo>
                  <a:lnTo>
                    <a:pt x="416461" y="873742"/>
                  </a:lnTo>
                  <a:lnTo>
                    <a:pt x="416207" y="873638"/>
                  </a:lnTo>
                  <a:lnTo>
                    <a:pt x="415957" y="873597"/>
                  </a:lnTo>
                  <a:lnTo>
                    <a:pt x="415610" y="873592"/>
                  </a:lnTo>
                  <a:lnTo>
                    <a:pt x="415200" y="873301"/>
                  </a:lnTo>
                  <a:lnTo>
                    <a:pt x="414512" y="873149"/>
                  </a:lnTo>
                  <a:lnTo>
                    <a:pt x="414294" y="873154"/>
                  </a:lnTo>
                  <a:lnTo>
                    <a:pt x="413529" y="872156"/>
                  </a:lnTo>
                  <a:lnTo>
                    <a:pt x="413404" y="871947"/>
                  </a:lnTo>
                  <a:lnTo>
                    <a:pt x="413207" y="871678"/>
                  </a:lnTo>
                  <a:lnTo>
                    <a:pt x="413109" y="871480"/>
                  </a:lnTo>
                  <a:lnTo>
                    <a:pt x="413060" y="871308"/>
                  </a:lnTo>
                  <a:lnTo>
                    <a:pt x="413075" y="871048"/>
                  </a:lnTo>
                  <a:lnTo>
                    <a:pt x="413039" y="870880"/>
                  </a:lnTo>
                  <a:lnTo>
                    <a:pt x="412969" y="870714"/>
                  </a:lnTo>
                  <a:lnTo>
                    <a:pt x="412934" y="870389"/>
                  </a:lnTo>
                  <a:lnTo>
                    <a:pt x="412181" y="868355"/>
                  </a:lnTo>
                  <a:lnTo>
                    <a:pt x="412085" y="868110"/>
                  </a:lnTo>
                  <a:lnTo>
                    <a:pt x="412012" y="867886"/>
                  </a:lnTo>
                  <a:lnTo>
                    <a:pt x="411954" y="867491"/>
                  </a:lnTo>
                  <a:lnTo>
                    <a:pt x="411634" y="866958"/>
                  </a:lnTo>
                  <a:lnTo>
                    <a:pt x="411107" y="866391"/>
                  </a:lnTo>
                  <a:lnTo>
                    <a:pt x="410618" y="865753"/>
                  </a:lnTo>
                  <a:lnTo>
                    <a:pt x="410622" y="865616"/>
                  </a:lnTo>
                  <a:lnTo>
                    <a:pt x="410661" y="865416"/>
                  </a:lnTo>
                  <a:lnTo>
                    <a:pt x="410708" y="865285"/>
                  </a:lnTo>
                  <a:lnTo>
                    <a:pt x="410816" y="865008"/>
                  </a:lnTo>
                  <a:lnTo>
                    <a:pt x="411134" y="864534"/>
                  </a:lnTo>
                  <a:lnTo>
                    <a:pt x="411284" y="864046"/>
                  </a:lnTo>
                  <a:lnTo>
                    <a:pt x="411238" y="863780"/>
                  </a:lnTo>
                  <a:lnTo>
                    <a:pt x="411094" y="863315"/>
                  </a:lnTo>
                  <a:lnTo>
                    <a:pt x="411081" y="863115"/>
                  </a:lnTo>
                  <a:lnTo>
                    <a:pt x="411121" y="862784"/>
                  </a:lnTo>
                  <a:lnTo>
                    <a:pt x="411215" y="861941"/>
                  </a:lnTo>
                  <a:lnTo>
                    <a:pt x="411037" y="861752"/>
                  </a:lnTo>
                  <a:lnTo>
                    <a:pt x="410957" y="861613"/>
                  </a:lnTo>
                  <a:lnTo>
                    <a:pt x="410765" y="861280"/>
                  </a:lnTo>
                  <a:lnTo>
                    <a:pt x="410775" y="861011"/>
                  </a:lnTo>
                  <a:lnTo>
                    <a:pt x="410871" y="860881"/>
                  </a:lnTo>
                  <a:lnTo>
                    <a:pt x="410946" y="860745"/>
                  </a:lnTo>
                  <a:lnTo>
                    <a:pt x="410968" y="860600"/>
                  </a:lnTo>
                  <a:lnTo>
                    <a:pt x="410696" y="860011"/>
                  </a:lnTo>
                  <a:lnTo>
                    <a:pt x="410512" y="859761"/>
                  </a:lnTo>
                  <a:lnTo>
                    <a:pt x="410241" y="859542"/>
                  </a:lnTo>
                  <a:lnTo>
                    <a:pt x="409923" y="859443"/>
                  </a:lnTo>
                  <a:lnTo>
                    <a:pt x="409664" y="859426"/>
                  </a:lnTo>
                  <a:lnTo>
                    <a:pt x="409374" y="859433"/>
                  </a:lnTo>
                  <a:lnTo>
                    <a:pt x="408981" y="859176"/>
                  </a:lnTo>
                  <a:lnTo>
                    <a:pt x="408948" y="858783"/>
                  </a:lnTo>
                  <a:lnTo>
                    <a:pt x="408890" y="858647"/>
                  </a:lnTo>
                  <a:lnTo>
                    <a:pt x="408274" y="858881"/>
                  </a:lnTo>
                  <a:lnTo>
                    <a:pt x="408133" y="859110"/>
                  </a:lnTo>
                  <a:lnTo>
                    <a:pt x="407022" y="859520"/>
                  </a:lnTo>
                  <a:lnTo>
                    <a:pt x="406373" y="859822"/>
                  </a:lnTo>
                  <a:lnTo>
                    <a:pt x="406242" y="859998"/>
                  </a:lnTo>
                  <a:lnTo>
                    <a:pt x="405989" y="860212"/>
                  </a:lnTo>
                  <a:lnTo>
                    <a:pt x="405627" y="860298"/>
                  </a:lnTo>
                  <a:lnTo>
                    <a:pt x="405362" y="860275"/>
                  </a:lnTo>
                  <a:lnTo>
                    <a:pt x="404410" y="860165"/>
                  </a:lnTo>
                  <a:lnTo>
                    <a:pt x="404204" y="860090"/>
                  </a:lnTo>
                  <a:lnTo>
                    <a:pt x="403958" y="859865"/>
                  </a:lnTo>
                  <a:lnTo>
                    <a:pt x="403779" y="859716"/>
                  </a:lnTo>
                  <a:lnTo>
                    <a:pt x="403515" y="859671"/>
                  </a:lnTo>
                  <a:lnTo>
                    <a:pt x="402590" y="859286"/>
                  </a:lnTo>
                  <a:lnTo>
                    <a:pt x="401469" y="860734"/>
                  </a:lnTo>
                  <a:lnTo>
                    <a:pt x="400743" y="861439"/>
                  </a:lnTo>
                  <a:lnTo>
                    <a:pt x="399489" y="862902"/>
                  </a:lnTo>
                  <a:lnTo>
                    <a:pt x="398714" y="864115"/>
                  </a:lnTo>
                  <a:lnTo>
                    <a:pt x="398554" y="864386"/>
                  </a:lnTo>
                  <a:lnTo>
                    <a:pt x="397996" y="864242"/>
                  </a:lnTo>
                  <a:lnTo>
                    <a:pt x="397526" y="864092"/>
                  </a:lnTo>
                  <a:lnTo>
                    <a:pt x="397318" y="864017"/>
                  </a:lnTo>
                  <a:lnTo>
                    <a:pt x="396539" y="863772"/>
                  </a:lnTo>
                  <a:lnTo>
                    <a:pt x="396293" y="863744"/>
                  </a:lnTo>
                  <a:lnTo>
                    <a:pt x="396050" y="863744"/>
                  </a:lnTo>
                  <a:lnTo>
                    <a:pt x="395781" y="863719"/>
                  </a:lnTo>
                  <a:lnTo>
                    <a:pt x="395532" y="863659"/>
                  </a:lnTo>
                  <a:lnTo>
                    <a:pt x="395337" y="863547"/>
                  </a:lnTo>
                  <a:lnTo>
                    <a:pt x="393909" y="863612"/>
                  </a:lnTo>
                  <a:lnTo>
                    <a:pt x="392815" y="863727"/>
                  </a:lnTo>
                  <a:lnTo>
                    <a:pt x="392341" y="863823"/>
                  </a:lnTo>
                  <a:lnTo>
                    <a:pt x="391634" y="863782"/>
                  </a:lnTo>
                  <a:lnTo>
                    <a:pt x="390680" y="864047"/>
                  </a:lnTo>
                  <a:lnTo>
                    <a:pt x="390461" y="864083"/>
                  </a:lnTo>
                  <a:lnTo>
                    <a:pt x="390080" y="864103"/>
                  </a:lnTo>
                  <a:lnTo>
                    <a:pt x="389659" y="864108"/>
                  </a:lnTo>
                  <a:lnTo>
                    <a:pt x="389371" y="864055"/>
                  </a:lnTo>
                  <a:lnTo>
                    <a:pt x="389096" y="864114"/>
                  </a:lnTo>
                  <a:lnTo>
                    <a:pt x="388872" y="864190"/>
                  </a:lnTo>
                  <a:lnTo>
                    <a:pt x="388655" y="864526"/>
                  </a:lnTo>
                  <a:lnTo>
                    <a:pt x="388620" y="864656"/>
                  </a:lnTo>
                  <a:lnTo>
                    <a:pt x="388726" y="865031"/>
                  </a:lnTo>
                  <a:lnTo>
                    <a:pt x="388782" y="865315"/>
                  </a:lnTo>
                  <a:lnTo>
                    <a:pt x="388831" y="865654"/>
                  </a:lnTo>
                  <a:lnTo>
                    <a:pt x="388865" y="865958"/>
                  </a:lnTo>
                  <a:lnTo>
                    <a:pt x="389088" y="866372"/>
                  </a:lnTo>
                  <a:lnTo>
                    <a:pt x="389174" y="866564"/>
                  </a:lnTo>
                  <a:lnTo>
                    <a:pt x="389222" y="866944"/>
                  </a:lnTo>
                  <a:lnTo>
                    <a:pt x="388994" y="867308"/>
                  </a:lnTo>
                  <a:lnTo>
                    <a:pt x="388775" y="867441"/>
                  </a:lnTo>
                  <a:lnTo>
                    <a:pt x="388803" y="867604"/>
                  </a:lnTo>
                  <a:lnTo>
                    <a:pt x="389105" y="868234"/>
                  </a:lnTo>
                  <a:lnTo>
                    <a:pt x="389240" y="868362"/>
                  </a:lnTo>
                  <a:lnTo>
                    <a:pt x="389339" y="868577"/>
                  </a:lnTo>
                  <a:lnTo>
                    <a:pt x="389380" y="869782"/>
                  </a:lnTo>
                  <a:lnTo>
                    <a:pt x="389005" y="870669"/>
                  </a:lnTo>
                  <a:lnTo>
                    <a:pt x="388487" y="870898"/>
                  </a:lnTo>
                  <a:lnTo>
                    <a:pt x="387621" y="871038"/>
                  </a:lnTo>
                  <a:lnTo>
                    <a:pt x="387036" y="870821"/>
                  </a:lnTo>
                  <a:lnTo>
                    <a:pt x="386462" y="870878"/>
                  </a:lnTo>
                  <a:lnTo>
                    <a:pt x="386095" y="871060"/>
                  </a:lnTo>
                  <a:lnTo>
                    <a:pt x="385505" y="870915"/>
                  </a:lnTo>
                  <a:lnTo>
                    <a:pt x="385318" y="870773"/>
                  </a:lnTo>
                  <a:lnTo>
                    <a:pt x="385208" y="870614"/>
                  </a:lnTo>
                  <a:lnTo>
                    <a:pt x="385006" y="870520"/>
                  </a:lnTo>
                  <a:lnTo>
                    <a:pt x="384609" y="870354"/>
                  </a:lnTo>
                  <a:lnTo>
                    <a:pt x="384234" y="869929"/>
                  </a:lnTo>
                  <a:lnTo>
                    <a:pt x="384067" y="869834"/>
                  </a:lnTo>
                  <a:lnTo>
                    <a:pt x="383875" y="869789"/>
                  </a:lnTo>
                  <a:lnTo>
                    <a:pt x="383709" y="869782"/>
                  </a:lnTo>
                  <a:lnTo>
                    <a:pt x="383540" y="869791"/>
                  </a:lnTo>
                  <a:lnTo>
                    <a:pt x="383248" y="869935"/>
                  </a:lnTo>
                  <a:lnTo>
                    <a:pt x="383060" y="870161"/>
                  </a:lnTo>
                  <a:lnTo>
                    <a:pt x="382617" y="870753"/>
                  </a:lnTo>
                  <a:lnTo>
                    <a:pt x="382329" y="871174"/>
                  </a:lnTo>
                  <a:lnTo>
                    <a:pt x="382253" y="871352"/>
                  </a:lnTo>
                  <a:lnTo>
                    <a:pt x="382003" y="871525"/>
                  </a:lnTo>
                  <a:lnTo>
                    <a:pt x="381859" y="871517"/>
                  </a:lnTo>
                  <a:lnTo>
                    <a:pt x="381653" y="871623"/>
                  </a:lnTo>
                  <a:lnTo>
                    <a:pt x="381644" y="871758"/>
                  </a:lnTo>
                  <a:lnTo>
                    <a:pt x="381747" y="871948"/>
                  </a:lnTo>
                  <a:lnTo>
                    <a:pt x="381655" y="872408"/>
                  </a:lnTo>
                  <a:lnTo>
                    <a:pt x="381548" y="872755"/>
                  </a:lnTo>
                  <a:lnTo>
                    <a:pt x="381186" y="873104"/>
                  </a:lnTo>
                  <a:lnTo>
                    <a:pt x="381008" y="873535"/>
                  </a:lnTo>
                  <a:lnTo>
                    <a:pt x="380960" y="873883"/>
                  </a:lnTo>
                  <a:lnTo>
                    <a:pt x="380655" y="874177"/>
                  </a:lnTo>
                  <a:lnTo>
                    <a:pt x="380483" y="874712"/>
                  </a:lnTo>
                  <a:lnTo>
                    <a:pt x="380408" y="875060"/>
                  </a:lnTo>
                  <a:lnTo>
                    <a:pt x="380437" y="875553"/>
                  </a:lnTo>
                  <a:lnTo>
                    <a:pt x="380350" y="875833"/>
                  </a:lnTo>
                  <a:lnTo>
                    <a:pt x="380214" y="876184"/>
                  </a:lnTo>
                  <a:lnTo>
                    <a:pt x="380489" y="876436"/>
                  </a:lnTo>
                  <a:lnTo>
                    <a:pt x="380673" y="876791"/>
                  </a:lnTo>
                  <a:lnTo>
                    <a:pt x="380563" y="877289"/>
                  </a:lnTo>
                  <a:lnTo>
                    <a:pt x="380203" y="877618"/>
                  </a:lnTo>
                  <a:lnTo>
                    <a:pt x="379625" y="878193"/>
                  </a:lnTo>
                  <a:lnTo>
                    <a:pt x="379511" y="878802"/>
                  </a:lnTo>
                  <a:lnTo>
                    <a:pt x="379339" y="879099"/>
                  </a:lnTo>
                  <a:lnTo>
                    <a:pt x="378773" y="879387"/>
                  </a:lnTo>
                  <a:lnTo>
                    <a:pt x="378546" y="879376"/>
                  </a:lnTo>
                  <a:lnTo>
                    <a:pt x="378278" y="879396"/>
                  </a:lnTo>
                  <a:lnTo>
                    <a:pt x="378131" y="879476"/>
                  </a:lnTo>
                  <a:lnTo>
                    <a:pt x="377918" y="879710"/>
                  </a:lnTo>
                  <a:lnTo>
                    <a:pt x="377669" y="879960"/>
                  </a:lnTo>
                  <a:lnTo>
                    <a:pt x="377416" y="880202"/>
                  </a:lnTo>
                  <a:lnTo>
                    <a:pt x="376966" y="880767"/>
                  </a:lnTo>
                  <a:lnTo>
                    <a:pt x="377000" y="881030"/>
                  </a:lnTo>
                  <a:lnTo>
                    <a:pt x="376576" y="881325"/>
                  </a:lnTo>
                  <a:lnTo>
                    <a:pt x="376381" y="881493"/>
                  </a:lnTo>
                  <a:lnTo>
                    <a:pt x="375563" y="882700"/>
                  </a:lnTo>
                  <a:lnTo>
                    <a:pt x="376583" y="883544"/>
                  </a:lnTo>
                  <a:lnTo>
                    <a:pt x="377031" y="883577"/>
                  </a:lnTo>
                  <a:lnTo>
                    <a:pt x="376959" y="883781"/>
                  </a:lnTo>
                  <a:lnTo>
                    <a:pt x="376857" y="883965"/>
                  </a:lnTo>
                  <a:lnTo>
                    <a:pt x="376477" y="884566"/>
                  </a:lnTo>
                  <a:lnTo>
                    <a:pt x="376093" y="884806"/>
                  </a:lnTo>
                  <a:lnTo>
                    <a:pt x="375770" y="885008"/>
                  </a:lnTo>
                  <a:lnTo>
                    <a:pt x="374434" y="886154"/>
                  </a:lnTo>
                  <a:lnTo>
                    <a:pt x="374112" y="887088"/>
                  </a:lnTo>
                  <a:lnTo>
                    <a:pt x="373049" y="887555"/>
                  </a:lnTo>
                  <a:lnTo>
                    <a:pt x="372459" y="887841"/>
                  </a:lnTo>
                  <a:lnTo>
                    <a:pt x="372542" y="888287"/>
                  </a:lnTo>
                  <a:lnTo>
                    <a:pt x="372754" y="888541"/>
                  </a:lnTo>
                  <a:lnTo>
                    <a:pt x="372712" y="889000"/>
                  </a:lnTo>
                  <a:lnTo>
                    <a:pt x="372644" y="889541"/>
                  </a:lnTo>
                  <a:lnTo>
                    <a:pt x="372946" y="889848"/>
                  </a:lnTo>
                  <a:lnTo>
                    <a:pt x="372978" y="890149"/>
                  </a:lnTo>
                  <a:lnTo>
                    <a:pt x="372872" y="890583"/>
                  </a:lnTo>
                  <a:lnTo>
                    <a:pt x="372310" y="891065"/>
                  </a:lnTo>
                  <a:lnTo>
                    <a:pt x="371977" y="891332"/>
                  </a:lnTo>
                  <a:lnTo>
                    <a:pt x="372164" y="891833"/>
                  </a:lnTo>
                  <a:lnTo>
                    <a:pt x="372363" y="892314"/>
                  </a:lnTo>
                  <a:lnTo>
                    <a:pt x="372279" y="892508"/>
                  </a:lnTo>
                  <a:lnTo>
                    <a:pt x="371864" y="893147"/>
                  </a:lnTo>
                  <a:lnTo>
                    <a:pt x="371630" y="893265"/>
                  </a:lnTo>
                  <a:lnTo>
                    <a:pt x="371385" y="893433"/>
                  </a:lnTo>
                  <a:lnTo>
                    <a:pt x="371507" y="893976"/>
                  </a:lnTo>
                  <a:lnTo>
                    <a:pt x="371175" y="894189"/>
                  </a:lnTo>
                  <a:lnTo>
                    <a:pt x="370862" y="894347"/>
                  </a:lnTo>
                  <a:lnTo>
                    <a:pt x="370575" y="894921"/>
                  </a:lnTo>
                  <a:lnTo>
                    <a:pt x="370576" y="895199"/>
                  </a:lnTo>
                  <a:lnTo>
                    <a:pt x="370606" y="895488"/>
                  </a:lnTo>
                  <a:lnTo>
                    <a:pt x="370667" y="895705"/>
                  </a:lnTo>
                  <a:lnTo>
                    <a:pt x="370743" y="895975"/>
                  </a:lnTo>
                  <a:lnTo>
                    <a:pt x="371118" y="896616"/>
                  </a:lnTo>
                  <a:lnTo>
                    <a:pt x="371201" y="896751"/>
                  </a:lnTo>
                  <a:lnTo>
                    <a:pt x="371534" y="897313"/>
                  </a:lnTo>
                  <a:lnTo>
                    <a:pt x="371373" y="897739"/>
                  </a:lnTo>
                  <a:lnTo>
                    <a:pt x="370712" y="898156"/>
                  </a:lnTo>
                  <a:lnTo>
                    <a:pt x="370702" y="898648"/>
                  </a:lnTo>
                  <a:lnTo>
                    <a:pt x="370782" y="898829"/>
                  </a:lnTo>
                  <a:lnTo>
                    <a:pt x="370901" y="899107"/>
                  </a:lnTo>
                  <a:lnTo>
                    <a:pt x="370996" y="899352"/>
                  </a:lnTo>
                  <a:lnTo>
                    <a:pt x="371026" y="899481"/>
                  </a:lnTo>
                  <a:lnTo>
                    <a:pt x="371084" y="899843"/>
                  </a:lnTo>
                  <a:lnTo>
                    <a:pt x="370909" y="900628"/>
                  </a:lnTo>
                  <a:lnTo>
                    <a:pt x="370551" y="900906"/>
                  </a:lnTo>
                  <a:lnTo>
                    <a:pt x="370423" y="900982"/>
                  </a:lnTo>
                  <a:lnTo>
                    <a:pt x="370260" y="901557"/>
                  </a:lnTo>
                  <a:lnTo>
                    <a:pt x="370007" y="902454"/>
                  </a:lnTo>
                  <a:lnTo>
                    <a:pt x="369857" y="902888"/>
                  </a:lnTo>
                  <a:lnTo>
                    <a:pt x="370108" y="903534"/>
                  </a:lnTo>
                  <a:lnTo>
                    <a:pt x="370284" y="903863"/>
                  </a:lnTo>
                  <a:lnTo>
                    <a:pt x="370415" y="904513"/>
                  </a:lnTo>
                  <a:lnTo>
                    <a:pt x="370041" y="904798"/>
                  </a:lnTo>
                  <a:lnTo>
                    <a:pt x="369475" y="905060"/>
                  </a:lnTo>
                  <a:lnTo>
                    <a:pt x="369525" y="905205"/>
                  </a:lnTo>
                  <a:lnTo>
                    <a:pt x="369533" y="905594"/>
                  </a:lnTo>
                  <a:lnTo>
                    <a:pt x="369472" y="905836"/>
                  </a:lnTo>
                  <a:lnTo>
                    <a:pt x="369539" y="906094"/>
                  </a:lnTo>
                  <a:lnTo>
                    <a:pt x="369621" y="906413"/>
                  </a:lnTo>
                  <a:lnTo>
                    <a:pt x="369718" y="906700"/>
                  </a:lnTo>
                  <a:lnTo>
                    <a:pt x="369830" y="907104"/>
                  </a:lnTo>
                  <a:lnTo>
                    <a:pt x="369532" y="907534"/>
                  </a:lnTo>
                  <a:lnTo>
                    <a:pt x="369251" y="908305"/>
                  </a:lnTo>
                  <a:lnTo>
                    <a:pt x="369234" y="908449"/>
                  </a:lnTo>
                  <a:lnTo>
                    <a:pt x="369470" y="909160"/>
                  </a:lnTo>
                  <a:lnTo>
                    <a:pt x="369629" y="909303"/>
                  </a:lnTo>
                  <a:lnTo>
                    <a:pt x="369985" y="909754"/>
                  </a:lnTo>
                  <a:lnTo>
                    <a:pt x="370026" y="909927"/>
                  </a:lnTo>
                  <a:lnTo>
                    <a:pt x="370159" y="910246"/>
                  </a:lnTo>
                  <a:lnTo>
                    <a:pt x="370683" y="910772"/>
                  </a:lnTo>
                  <a:lnTo>
                    <a:pt x="371152" y="911666"/>
                  </a:lnTo>
                  <a:lnTo>
                    <a:pt x="371028" y="911980"/>
                  </a:lnTo>
                  <a:lnTo>
                    <a:pt x="370542" y="913231"/>
                  </a:lnTo>
                  <a:lnTo>
                    <a:pt x="370325" y="913616"/>
                  </a:lnTo>
                  <a:lnTo>
                    <a:pt x="370190" y="914023"/>
                  </a:lnTo>
                  <a:lnTo>
                    <a:pt x="370102" y="914362"/>
                  </a:lnTo>
                  <a:lnTo>
                    <a:pt x="370036" y="914496"/>
                  </a:lnTo>
                  <a:lnTo>
                    <a:pt x="369923" y="914674"/>
                  </a:lnTo>
                  <a:lnTo>
                    <a:pt x="369769" y="914870"/>
                  </a:lnTo>
                  <a:lnTo>
                    <a:pt x="369353" y="915247"/>
                  </a:lnTo>
                  <a:lnTo>
                    <a:pt x="369154" y="915229"/>
                  </a:lnTo>
                  <a:lnTo>
                    <a:pt x="368514" y="915414"/>
                  </a:lnTo>
                  <a:lnTo>
                    <a:pt x="367497" y="915775"/>
                  </a:lnTo>
                  <a:lnTo>
                    <a:pt x="367370" y="916587"/>
                  </a:lnTo>
                  <a:lnTo>
                    <a:pt x="367213" y="917621"/>
                  </a:lnTo>
                  <a:lnTo>
                    <a:pt x="367126" y="918319"/>
                  </a:lnTo>
                  <a:lnTo>
                    <a:pt x="367104" y="918752"/>
                  </a:lnTo>
                  <a:lnTo>
                    <a:pt x="366829" y="920047"/>
                  </a:lnTo>
                  <a:lnTo>
                    <a:pt x="367054" y="920255"/>
                  </a:lnTo>
                  <a:lnTo>
                    <a:pt x="367136" y="920408"/>
                  </a:lnTo>
                  <a:lnTo>
                    <a:pt x="367297" y="921045"/>
                  </a:lnTo>
                  <a:lnTo>
                    <a:pt x="367570" y="921889"/>
                  </a:lnTo>
                  <a:lnTo>
                    <a:pt x="367668" y="922174"/>
                  </a:lnTo>
                  <a:lnTo>
                    <a:pt x="367829" y="922564"/>
                  </a:lnTo>
                  <a:lnTo>
                    <a:pt x="368012" y="922796"/>
                  </a:lnTo>
                  <a:lnTo>
                    <a:pt x="368286" y="923063"/>
                  </a:lnTo>
                  <a:lnTo>
                    <a:pt x="368492" y="923389"/>
                  </a:lnTo>
                  <a:lnTo>
                    <a:pt x="368621" y="923676"/>
                  </a:lnTo>
                  <a:lnTo>
                    <a:pt x="368851" y="924043"/>
                  </a:lnTo>
                  <a:lnTo>
                    <a:pt x="369129" y="924298"/>
                  </a:lnTo>
                  <a:lnTo>
                    <a:pt x="369691" y="924947"/>
                  </a:lnTo>
                  <a:lnTo>
                    <a:pt x="370156" y="925579"/>
                  </a:lnTo>
                  <a:lnTo>
                    <a:pt x="370232" y="925722"/>
                  </a:lnTo>
                  <a:lnTo>
                    <a:pt x="370141" y="925928"/>
                  </a:lnTo>
                  <a:lnTo>
                    <a:pt x="370025" y="926132"/>
                  </a:lnTo>
                  <a:lnTo>
                    <a:pt x="369771" y="926444"/>
                  </a:lnTo>
                  <a:lnTo>
                    <a:pt x="368895" y="927618"/>
                  </a:lnTo>
                  <a:lnTo>
                    <a:pt x="368742" y="927739"/>
                  </a:lnTo>
                  <a:lnTo>
                    <a:pt x="368348" y="928008"/>
                  </a:lnTo>
                  <a:lnTo>
                    <a:pt x="368310" y="928365"/>
                  </a:lnTo>
                  <a:lnTo>
                    <a:pt x="368433" y="928530"/>
                  </a:lnTo>
                  <a:lnTo>
                    <a:pt x="368431" y="928864"/>
                  </a:lnTo>
                  <a:lnTo>
                    <a:pt x="368404" y="929378"/>
                  </a:lnTo>
                  <a:lnTo>
                    <a:pt x="368243" y="929799"/>
                  </a:lnTo>
                  <a:lnTo>
                    <a:pt x="368155" y="930140"/>
                  </a:lnTo>
                  <a:lnTo>
                    <a:pt x="368172" y="930398"/>
                  </a:lnTo>
                  <a:lnTo>
                    <a:pt x="368378" y="930798"/>
                  </a:lnTo>
                  <a:lnTo>
                    <a:pt x="368480" y="931038"/>
                  </a:lnTo>
                  <a:lnTo>
                    <a:pt x="368566" y="931544"/>
                  </a:lnTo>
                  <a:lnTo>
                    <a:pt x="368650" y="932197"/>
                  </a:lnTo>
                  <a:lnTo>
                    <a:pt x="368608" y="932659"/>
                  </a:lnTo>
                  <a:lnTo>
                    <a:pt x="368469" y="932962"/>
                  </a:lnTo>
                  <a:lnTo>
                    <a:pt x="368389" y="933103"/>
                  </a:lnTo>
                  <a:lnTo>
                    <a:pt x="368064" y="933456"/>
                  </a:lnTo>
                  <a:lnTo>
                    <a:pt x="367625" y="933952"/>
                  </a:lnTo>
                  <a:lnTo>
                    <a:pt x="367183" y="934669"/>
                  </a:lnTo>
                  <a:lnTo>
                    <a:pt x="367181" y="934825"/>
                  </a:lnTo>
                  <a:lnTo>
                    <a:pt x="367241" y="934992"/>
                  </a:lnTo>
                  <a:lnTo>
                    <a:pt x="367249" y="935283"/>
                  </a:lnTo>
                  <a:lnTo>
                    <a:pt x="367202" y="935681"/>
                  </a:lnTo>
                  <a:lnTo>
                    <a:pt x="367140" y="935900"/>
                  </a:lnTo>
                  <a:lnTo>
                    <a:pt x="366713" y="935940"/>
                  </a:lnTo>
                  <a:lnTo>
                    <a:pt x="366459" y="935797"/>
                  </a:lnTo>
                  <a:lnTo>
                    <a:pt x="366265" y="935689"/>
                  </a:lnTo>
                  <a:lnTo>
                    <a:pt x="365881" y="935687"/>
                  </a:lnTo>
                  <a:lnTo>
                    <a:pt x="365388" y="935887"/>
                  </a:lnTo>
                  <a:lnTo>
                    <a:pt x="364678" y="936171"/>
                  </a:lnTo>
                  <a:lnTo>
                    <a:pt x="364012" y="936409"/>
                  </a:lnTo>
                  <a:lnTo>
                    <a:pt x="363484" y="936645"/>
                  </a:lnTo>
                  <a:lnTo>
                    <a:pt x="363248" y="936829"/>
                  </a:lnTo>
                  <a:lnTo>
                    <a:pt x="362975" y="936975"/>
                  </a:lnTo>
                  <a:lnTo>
                    <a:pt x="362170" y="936794"/>
                  </a:lnTo>
                  <a:lnTo>
                    <a:pt x="362034" y="936728"/>
                  </a:lnTo>
                  <a:lnTo>
                    <a:pt x="361574" y="936572"/>
                  </a:lnTo>
                  <a:lnTo>
                    <a:pt x="361441" y="936547"/>
                  </a:lnTo>
                  <a:lnTo>
                    <a:pt x="361296" y="936545"/>
                  </a:lnTo>
                  <a:lnTo>
                    <a:pt x="360907" y="936631"/>
                  </a:lnTo>
                  <a:lnTo>
                    <a:pt x="360723" y="936729"/>
                  </a:lnTo>
                  <a:lnTo>
                    <a:pt x="360495" y="937899"/>
                  </a:lnTo>
                  <a:lnTo>
                    <a:pt x="360481" y="939581"/>
                  </a:lnTo>
                  <a:lnTo>
                    <a:pt x="359824" y="940158"/>
                  </a:lnTo>
                  <a:lnTo>
                    <a:pt x="359060" y="940303"/>
                  </a:lnTo>
                  <a:lnTo>
                    <a:pt x="358668" y="940439"/>
                  </a:lnTo>
                  <a:lnTo>
                    <a:pt x="358141" y="940463"/>
                  </a:lnTo>
                  <a:lnTo>
                    <a:pt x="355699" y="940424"/>
                  </a:lnTo>
                  <a:lnTo>
                    <a:pt x="354197" y="940354"/>
                  </a:lnTo>
                  <a:lnTo>
                    <a:pt x="353356" y="940484"/>
                  </a:lnTo>
                  <a:lnTo>
                    <a:pt x="350881" y="940029"/>
                  </a:lnTo>
                  <a:lnTo>
                    <a:pt x="349969" y="939757"/>
                  </a:lnTo>
                  <a:lnTo>
                    <a:pt x="349643" y="939802"/>
                  </a:lnTo>
                  <a:lnTo>
                    <a:pt x="348254" y="940304"/>
                  </a:lnTo>
                  <a:lnTo>
                    <a:pt x="345506" y="941175"/>
                  </a:lnTo>
                  <a:lnTo>
                    <a:pt x="344294" y="941837"/>
                  </a:lnTo>
                  <a:lnTo>
                    <a:pt x="342937" y="941907"/>
                  </a:lnTo>
                  <a:lnTo>
                    <a:pt x="341601" y="942249"/>
                  </a:lnTo>
                  <a:lnTo>
                    <a:pt x="341096" y="942520"/>
                  </a:lnTo>
                  <a:lnTo>
                    <a:pt x="338208" y="944545"/>
                  </a:lnTo>
                  <a:lnTo>
                    <a:pt x="335797" y="946078"/>
                  </a:lnTo>
                  <a:lnTo>
                    <a:pt x="335246" y="946330"/>
                  </a:lnTo>
                  <a:lnTo>
                    <a:pt x="334344" y="946420"/>
                  </a:lnTo>
                  <a:lnTo>
                    <a:pt x="330895" y="946702"/>
                  </a:lnTo>
                  <a:lnTo>
                    <a:pt x="330094" y="946957"/>
                  </a:lnTo>
                  <a:lnTo>
                    <a:pt x="328520" y="946955"/>
                  </a:lnTo>
                  <a:lnTo>
                    <a:pt x="327054" y="947545"/>
                  </a:lnTo>
                  <a:lnTo>
                    <a:pt x="325871" y="948301"/>
                  </a:lnTo>
                  <a:lnTo>
                    <a:pt x="323667" y="948497"/>
                  </a:lnTo>
                  <a:lnTo>
                    <a:pt x="317694" y="949142"/>
                  </a:lnTo>
                  <a:lnTo>
                    <a:pt x="312989" y="949364"/>
                  </a:lnTo>
                  <a:lnTo>
                    <a:pt x="309992" y="949463"/>
                  </a:lnTo>
                  <a:lnTo>
                    <a:pt x="309883" y="949673"/>
                  </a:lnTo>
                  <a:lnTo>
                    <a:pt x="309413" y="949635"/>
                  </a:lnTo>
                  <a:lnTo>
                    <a:pt x="309080" y="950862"/>
                  </a:lnTo>
                  <a:lnTo>
                    <a:pt x="308901" y="951916"/>
                  </a:lnTo>
                  <a:lnTo>
                    <a:pt x="308251" y="952102"/>
                  </a:lnTo>
                  <a:lnTo>
                    <a:pt x="307537" y="952046"/>
                  </a:lnTo>
                  <a:lnTo>
                    <a:pt x="307379" y="952053"/>
                  </a:lnTo>
                  <a:lnTo>
                    <a:pt x="307078" y="952243"/>
                  </a:lnTo>
                  <a:lnTo>
                    <a:pt x="306748" y="952636"/>
                  </a:lnTo>
                  <a:lnTo>
                    <a:pt x="306225" y="952847"/>
                  </a:lnTo>
                  <a:lnTo>
                    <a:pt x="305842" y="952901"/>
                  </a:lnTo>
                  <a:lnTo>
                    <a:pt x="305685" y="952832"/>
                  </a:lnTo>
                  <a:lnTo>
                    <a:pt x="305274" y="952700"/>
                  </a:lnTo>
                  <a:lnTo>
                    <a:pt x="304457" y="953021"/>
                  </a:lnTo>
                  <a:lnTo>
                    <a:pt x="303772" y="953696"/>
                  </a:lnTo>
                  <a:lnTo>
                    <a:pt x="303687" y="953568"/>
                  </a:lnTo>
                  <a:lnTo>
                    <a:pt x="301664" y="954468"/>
                  </a:lnTo>
                  <a:lnTo>
                    <a:pt x="299287" y="954684"/>
                  </a:lnTo>
                  <a:lnTo>
                    <a:pt x="294871" y="951541"/>
                  </a:lnTo>
                  <a:lnTo>
                    <a:pt x="291635" y="948907"/>
                  </a:lnTo>
                  <a:lnTo>
                    <a:pt x="288875" y="946733"/>
                  </a:lnTo>
                  <a:lnTo>
                    <a:pt x="285953" y="945004"/>
                  </a:lnTo>
                  <a:lnTo>
                    <a:pt x="284689" y="943033"/>
                  </a:lnTo>
                  <a:lnTo>
                    <a:pt x="283748" y="942115"/>
                  </a:lnTo>
                  <a:lnTo>
                    <a:pt x="277601" y="936356"/>
                  </a:lnTo>
                  <a:lnTo>
                    <a:pt x="270584" y="934140"/>
                  </a:lnTo>
                  <a:lnTo>
                    <a:pt x="270223" y="934038"/>
                  </a:lnTo>
                  <a:lnTo>
                    <a:pt x="266311" y="932756"/>
                  </a:lnTo>
                  <a:lnTo>
                    <a:pt x="265969" y="932668"/>
                  </a:lnTo>
                  <a:lnTo>
                    <a:pt x="265765" y="931369"/>
                  </a:lnTo>
                  <a:lnTo>
                    <a:pt x="265712" y="930993"/>
                  </a:lnTo>
                  <a:lnTo>
                    <a:pt x="265624" y="930571"/>
                  </a:lnTo>
                  <a:lnTo>
                    <a:pt x="265517" y="930218"/>
                  </a:lnTo>
                  <a:lnTo>
                    <a:pt x="265484" y="929897"/>
                  </a:lnTo>
                  <a:lnTo>
                    <a:pt x="265359" y="929186"/>
                  </a:lnTo>
                  <a:lnTo>
                    <a:pt x="265323" y="928958"/>
                  </a:lnTo>
                  <a:lnTo>
                    <a:pt x="265250" y="928474"/>
                  </a:lnTo>
                  <a:lnTo>
                    <a:pt x="265115" y="927963"/>
                  </a:lnTo>
                  <a:lnTo>
                    <a:pt x="264993" y="927544"/>
                  </a:lnTo>
                  <a:lnTo>
                    <a:pt x="264612" y="927098"/>
                  </a:lnTo>
                  <a:lnTo>
                    <a:pt x="264530" y="926664"/>
                  </a:lnTo>
                  <a:lnTo>
                    <a:pt x="264430" y="925917"/>
                  </a:lnTo>
                  <a:lnTo>
                    <a:pt x="264166" y="925045"/>
                  </a:lnTo>
                  <a:lnTo>
                    <a:pt x="264033" y="924675"/>
                  </a:lnTo>
                  <a:lnTo>
                    <a:pt x="264068" y="924351"/>
                  </a:lnTo>
                  <a:lnTo>
                    <a:pt x="264300" y="924019"/>
                  </a:lnTo>
                  <a:lnTo>
                    <a:pt x="264221" y="923520"/>
                  </a:lnTo>
                  <a:lnTo>
                    <a:pt x="264137" y="923355"/>
                  </a:lnTo>
                  <a:lnTo>
                    <a:pt x="264139" y="922431"/>
                  </a:lnTo>
                  <a:lnTo>
                    <a:pt x="264584" y="921631"/>
                  </a:lnTo>
                  <a:lnTo>
                    <a:pt x="269853" y="919331"/>
                  </a:lnTo>
                  <a:lnTo>
                    <a:pt x="272408" y="918197"/>
                  </a:lnTo>
                  <a:lnTo>
                    <a:pt x="269012" y="909755"/>
                  </a:lnTo>
                  <a:lnTo>
                    <a:pt x="268728" y="908908"/>
                  </a:lnTo>
                  <a:lnTo>
                    <a:pt x="267671" y="907511"/>
                  </a:lnTo>
                  <a:lnTo>
                    <a:pt x="267078" y="906770"/>
                  </a:lnTo>
                  <a:lnTo>
                    <a:pt x="266503" y="906319"/>
                  </a:lnTo>
                  <a:lnTo>
                    <a:pt x="270205" y="904063"/>
                  </a:lnTo>
                  <a:lnTo>
                    <a:pt x="270409" y="903920"/>
                  </a:lnTo>
                  <a:lnTo>
                    <a:pt x="273614" y="901935"/>
                  </a:lnTo>
                  <a:lnTo>
                    <a:pt x="285619" y="894599"/>
                  </a:lnTo>
                  <a:lnTo>
                    <a:pt x="287245" y="891993"/>
                  </a:lnTo>
                  <a:lnTo>
                    <a:pt x="287969" y="891019"/>
                  </a:lnTo>
                  <a:lnTo>
                    <a:pt x="288017" y="890829"/>
                  </a:lnTo>
                  <a:lnTo>
                    <a:pt x="288118" y="890542"/>
                  </a:lnTo>
                  <a:lnTo>
                    <a:pt x="288654" y="889725"/>
                  </a:lnTo>
                  <a:lnTo>
                    <a:pt x="291702" y="884866"/>
                  </a:lnTo>
                  <a:lnTo>
                    <a:pt x="292992" y="882691"/>
                  </a:lnTo>
                  <a:lnTo>
                    <a:pt x="298850" y="880400"/>
                  </a:lnTo>
                  <a:lnTo>
                    <a:pt x="299909" y="878049"/>
                  </a:lnTo>
                  <a:lnTo>
                    <a:pt x="299856" y="877539"/>
                  </a:lnTo>
                  <a:lnTo>
                    <a:pt x="299804" y="877213"/>
                  </a:lnTo>
                  <a:lnTo>
                    <a:pt x="299633" y="875243"/>
                  </a:lnTo>
                  <a:lnTo>
                    <a:pt x="299737" y="874913"/>
                  </a:lnTo>
                  <a:lnTo>
                    <a:pt x="299854" y="874557"/>
                  </a:lnTo>
                  <a:lnTo>
                    <a:pt x="299965" y="874220"/>
                  </a:lnTo>
                  <a:lnTo>
                    <a:pt x="300167" y="873317"/>
                  </a:lnTo>
                  <a:lnTo>
                    <a:pt x="300096" y="873164"/>
                  </a:lnTo>
                  <a:lnTo>
                    <a:pt x="299064" y="869966"/>
                  </a:lnTo>
                  <a:lnTo>
                    <a:pt x="295631" y="865720"/>
                  </a:lnTo>
                  <a:lnTo>
                    <a:pt x="293514" y="863066"/>
                  </a:lnTo>
                  <a:lnTo>
                    <a:pt x="294154" y="861271"/>
                  </a:lnTo>
                  <a:lnTo>
                    <a:pt x="295355" y="857120"/>
                  </a:lnTo>
                  <a:lnTo>
                    <a:pt x="291635" y="855980"/>
                  </a:lnTo>
                  <a:lnTo>
                    <a:pt x="289188" y="855210"/>
                  </a:lnTo>
                  <a:lnTo>
                    <a:pt x="285123" y="855113"/>
                  </a:lnTo>
                  <a:lnTo>
                    <a:pt x="269548" y="859678"/>
                  </a:lnTo>
                  <a:lnTo>
                    <a:pt x="264202" y="861271"/>
                  </a:lnTo>
                  <a:lnTo>
                    <a:pt x="263532" y="861497"/>
                  </a:lnTo>
                  <a:lnTo>
                    <a:pt x="261175" y="863525"/>
                  </a:lnTo>
                  <a:lnTo>
                    <a:pt x="259991" y="864565"/>
                  </a:lnTo>
                  <a:lnTo>
                    <a:pt x="258252" y="865887"/>
                  </a:lnTo>
                  <a:lnTo>
                    <a:pt x="256131" y="867467"/>
                  </a:lnTo>
                  <a:lnTo>
                    <a:pt x="254708" y="867896"/>
                  </a:lnTo>
                  <a:lnTo>
                    <a:pt x="249344" y="872671"/>
                  </a:lnTo>
                  <a:lnTo>
                    <a:pt x="248925" y="872584"/>
                  </a:lnTo>
                  <a:lnTo>
                    <a:pt x="244163" y="871473"/>
                  </a:lnTo>
                  <a:lnTo>
                    <a:pt x="240403" y="870620"/>
                  </a:lnTo>
                  <a:lnTo>
                    <a:pt x="231928" y="869071"/>
                  </a:lnTo>
                  <a:lnTo>
                    <a:pt x="228018" y="866639"/>
                  </a:lnTo>
                  <a:lnTo>
                    <a:pt x="226606" y="865719"/>
                  </a:lnTo>
                  <a:lnTo>
                    <a:pt x="225599" y="865087"/>
                  </a:lnTo>
                  <a:lnTo>
                    <a:pt x="221196" y="866240"/>
                  </a:lnTo>
                  <a:lnTo>
                    <a:pt x="218243" y="868151"/>
                  </a:lnTo>
                  <a:lnTo>
                    <a:pt x="212491" y="869575"/>
                  </a:lnTo>
                  <a:lnTo>
                    <a:pt x="206206" y="871118"/>
                  </a:lnTo>
                  <a:lnTo>
                    <a:pt x="199767" y="872738"/>
                  </a:lnTo>
                  <a:lnTo>
                    <a:pt x="198933" y="873019"/>
                  </a:lnTo>
                  <a:lnTo>
                    <a:pt x="203295" y="877127"/>
                  </a:lnTo>
                  <a:lnTo>
                    <a:pt x="203844" y="877685"/>
                  </a:lnTo>
                  <a:lnTo>
                    <a:pt x="205190" y="878985"/>
                  </a:lnTo>
                  <a:lnTo>
                    <a:pt x="206260" y="879987"/>
                  </a:lnTo>
                  <a:lnTo>
                    <a:pt x="209258" y="882755"/>
                  </a:lnTo>
                  <a:lnTo>
                    <a:pt x="206206" y="884788"/>
                  </a:lnTo>
                  <a:lnTo>
                    <a:pt x="203527" y="886556"/>
                  </a:lnTo>
                  <a:lnTo>
                    <a:pt x="199999" y="891133"/>
                  </a:lnTo>
                  <a:lnTo>
                    <a:pt x="197432" y="893225"/>
                  </a:lnTo>
                  <a:lnTo>
                    <a:pt x="197010" y="893594"/>
                  </a:lnTo>
                  <a:lnTo>
                    <a:pt x="196526" y="893990"/>
                  </a:lnTo>
                  <a:lnTo>
                    <a:pt x="195949" y="893469"/>
                  </a:lnTo>
                  <a:lnTo>
                    <a:pt x="195706" y="893405"/>
                  </a:lnTo>
                  <a:lnTo>
                    <a:pt x="195387" y="893271"/>
                  </a:lnTo>
                  <a:lnTo>
                    <a:pt x="195185" y="893094"/>
                  </a:lnTo>
                  <a:lnTo>
                    <a:pt x="194926" y="893091"/>
                  </a:lnTo>
                  <a:lnTo>
                    <a:pt x="194183" y="893083"/>
                  </a:lnTo>
                  <a:lnTo>
                    <a:pt x="193716" y="892877"/>
                  </a:lnTo>
                  <a:lnTo>
                    <a:pt x="193264" y="892798"/>
                  </a:lnTo>
                  <a:lnTo>
                    <a:pt x="192904" y="892690"/>
                  </a:lnTo>
                  <a:lnTo>
                    <a:pt x="192664" y="892567"/>
                  </a:lnTo>
                  <a:lnTo>
                    <a:pt x="192300" y="892600"/>
                  </a:lnTo>
                  <a:lnTo>
                    <a:pt x="192035" y="892468"/>
                  </a:lnTo>
                  <a:lnTo>
                    <a:pt x="191791" y="892529"/>
                  </a:lnTo>
                  <a:lnTo>
                    <a:pt x="191456" y="892638"/>
                  </a:lnTo>
                  <a:lnTo>
                    <a:pt x="190681" y="893262"/>
                  </a:lnTo>
                  <a:lnTo>
                    <a:pt x="190601" y="893480"/>
                  </a:lnTo>
                  <a:lnTo>
                    <a:pt x="190442" y="893571"/>
                  </a:lnTo>
                  <a:lnTo>
                    <a:pt x="190259" y="893706"/>
                  </a:lnTo>
                  <a:lnTo>
                    <a:pt x="189804" y="894005"/>
                  </a:lnTo>
                  <a:lnTo>
                    <a:pt x="189642" y="894101"/>
                  </a:lnTo>
                  <a:lnTo>
                    <a:pt x="189453" y="894304"/>
                  </a:lnTo>
                  <a:lnTo>
                    <a:pt x="189268" y="894488"/>
                  </a:lnTo>
                  <a:lnTo>
                    <a:pt x="188554" y="893492"/>
                  </a:lnTo>
                  <a:lnTo>
                    <a:pt x="187899" y="892362"/>
                  </a:lnTo>
                  <a:lnTo>
                    <a:pt x="187758" y="892120"/>
                  </a:lnTo>
                  <a:lnTo>
                    <a:pt x="187320" y="891365"/>
                  </a:lnTo>
                  <a:lnTo>
                    <a:pt x="184810" y="890535"/>
                  </a:lnTo>
                  <a:lnTo>
                    <a:pt x="184343" y="890326"/>
                  </a:lnTo>
                  <a:lnTo>
                    <a:pt x="184144" y="890242"/>
                  </a:lnTo>
                  <a:lnTo>
                    <a:pt x="183419" y="890015"/>
                  </a:lnTo>
                  <a:lnTo>
                    <a:pt x="182012" y="889256"/>
                  </a:lnTo>
                  <a:lnTo>
                    <a:pt x="180870" y="888879"/>
                  </a:lnTo>
                  <a:lnTo>
                    <a:pt x="180557" y="888628"/>
                  </a:lnTo>
                  <a:lnTo>
                    <a:pt x="180253" y="888502"/>
                  </a:lnTo>
                  <a:lnTo>
                    <a:pt x="179793" y="888638"/>
                  </a:lnTo>
                  <a:lnTo>
                    <a:pt x="179666" y="888673"/>
                  </a:lnTo>
                  <a:lnTo>
                    <a:pt x="179464" y="888564"/>
                  </a:lnTo>
                  <a:lnTo>
                    <a:pt x="179152" y="888453"/>
                  </a:lnTo>
                  <a:lnTo>
                    <a:pt x="178486" y="888456"/>
                  </a:lnTo>
                  <a:lnTo>
                    <a:pt x="178108" y="888242"/>
                  </a:lnTo>
                  <a:lnTo>
                    <a:pt x="177889" y="888194"/>
                  </a:lnTo>
                  <a:lnTo>
                    <a:pt x="177154" y="888045"/>
                  </a:lnTo>
                  <a:lnTo>
                    <a:pt x="176556" y="887678"/>
                  </a:lnTo>
                  <a:lnTo>
                    <a:pt x="176502" y="887348"/>
                  </a:lnTo>
                  <a:lnTo>
                    <a:pt x="177938" y="885517"/>
                  </a:lnTo>
                  <a:lnTo>
                    <a:pt x="177800" y="885283"/>
                  </a:lnTo>
                  <a:lnTo>
                    <a:pt x="177633" y="884844"/>
                  </a:lnTo>
                  <a:lnTo>
                    <a:pt x="176375" y="884735"/>
                  </a:lnTo>
                  <a:lnTo>
                    <a:pt x="175345" y="884777"/>
                  </a:lnTo>
                  <a:lnTo>
                    <a:pt x="174530" y="884297"/>
                  </a:lnTo>
                  <a:lnTo>
                    <a:pt x="173655" y="884294"/>
                  </a:lnTo>
                  <a:lnTo>
                    <a:pt x="173580" y="882522"/>
                  </a:lnTo>
                  <a:lnTo>
                    <a:pt x="173525" y="882325"/>
                  </a:lnTo>
                  <a:lnTo>
                    <a:pt x="173504" y="881994"/>
                  </a:lnTo>
                  <a:lnTo>
                    <a:pt x="172815" y="881285"/>
                  </a:lnTo>
                  <a:lnTo>
                    <a:pt x="171890" y="879963"/>
                  </a:lnTo>
                  <a:lnTo>
                    <a:pt x="172098" y="879459"/>
                  </a:lnTo>
                  <a:lnTo>
                    <a:pt x="172285" y="878900"/>
                  </a:lnTo>
                  <a:lnTo>
                    <a:pt x="172623" y="878011"/>
                  </a:lnTo>
                  <a:lnTo>
                    <a:pt x="172803" y="877432"/>
                  </a:lnTo>
                  <a:lnTo>
                    <a:pt x="173176" y="876422"/>
                  </a:lnTo>
                  <a:lnTo>
                    <a:pt x="171159" y="877446"/>
                  </a:lnTo>
                  <a:lnTo>
                    <a:pt x="170527" y="877766"/>
                  </a:lnTo>
                  <a:lnTo>
                    <a:pt x="169006" y="878518"/>
                  </a:lnTo>
                  <a:lnTo>
                    <a:pt x="168599" y="878647"/>
                  </a:lnTo>
                  <a:lnTo>
                    <a:pt x="164972" y="879459"/>
                  </a:lnTo>
                  <a:lnTo>
                    <a:pt x="162377" y="880073"/>
                  </a:lnTo>
                  <a:lnTo>
                    <a:pt x="161905" y="880051"/>
                  </a:lnTo>
                  <a:lnTo>
                    <a:pt x="162034" y="879569"/>
                  </a:lnTo>
                  <a:lnTo>
                    <a:pt x="162077" y="879406"/>
                  </a:lnTo>
                  <a:lnTo>
                    <a:pt x="162126" y="879220"/>
                  </a:lnTo>
                  <a:lnTo>
                    <a:pt x="162166" y="879069"/>
                  </a:lnTo>
                  <a:lnTo>
                    <a:pt x="162104" y="878557"/>
                  </a:lnTo>
                  <a:lnTo>
                    <a:pt x="162052" y="878129"/>
                  </a:lnTo>
                  <a:lnTo>
                    <a:pt x="161968" y="877432"/>
                  </a:lnTo>
                  <a:lnTo>
                    <a:pt x="161697" y="877172"/>
                  </a:lnTo>
                  <a:lnTo>
                    <a:pt x="160525" y="876623"/>
                  </a:lnTo>
                  <a:lnTo>
                    <a:pt x="159230" y="875990"/>
                  </a:lnTo>
                  <a:lnTo>
                    <a:pt x="158512" y="877455"/>
                  </a:lnTo>
                  <a:lnTo>
                    <a:pt x="158392" y="877656"/>
                  </a:lnTo>
                  <a:lnTo>
                    <a:pt x="158051" y="877414"/>
                  </a:lnTo>
                  <a:lnTo>
                    <a:pt x="157543" y="877059"/>
                  </a:lnTo>
                  <a:lnTo>
                    <a:pt x="156734" y="876589"/>
                  </a:lnTo>
                  <a:lnTo>
                    <a:pt x="156509" y="876331"/>
                  </a:lnTo>
                  <a:lnTo>
                    <a:pt x="156320" y="876202"/>
                  </a:lnTo>
                  <a:lnTo>
                    <a:pt x="156185" y="876109"/>
                  </a:lnTo>
                  <a:lnTo>
                    <a:pt x="156202" y="875601"/>
                  </a:lnTo>
                  <a:lnTo>
                    <a:pt x="156246" y="874347"/>
                  </a:lnTo>
                  <a:lnTo>
                    <a:pt x="156099" y="873917"/>
                  </a:lnTo>
                  <a:lnTo>
                    <a:pt x="156222" y="873764"/>
                  </a:lnTo>
                  <a:lnTo>
                    <a:pt x="157555" y="872340"/>
                  </a:lnTo>
                  <a:lnTo>
                    <a:pt x="157796" y="872132"/>
                  </a:lnTo>
                  <a:lnTo>
                    <a:pt x="157731" y="871994"/>
                  </a:lnTo>
                  <a:lnTo>
                    <a:pt x="157619" y="871695"/>
                  </a:lnTo>
                  <a:lnTo>
                    <a:pt x="157655" y="871340"/>
                  </a:lnTo>
                  <a:lnTo>
                    <a:pt x="157542" y="871076"/>
                  </a:lnTo>
                  <a:lnTo>
                    <a:pt x="157494" y="870826"/>
                  </a:lnTo>
                  <a:lnTo>
                    <a:pt x="157442" y="870675"/>
                  </a:lnTo>
                  <a:lnTo>
                    <a:pt x="157304" y="870442"/>
                  </a:lnTo>
                  <a:lnTo>
                    <a:pt x="157210" y="870118"/>
                  </a:lnTo>
                  <a:lnTo>
                    <a:pt x="157118" y="869519"/>
                  </a:lnTo>
                  <a:lnTo>
                    <a:pt x="157038" y="869356"/>
                  </a:lnTo>
                  <a:lnTo>
                    <a:pt x="156946" y="869074"/>
                  </a:lnTo>
                  <a:lnTo>
                    <a:pt x="156850" y="868609"/>
                  </a:lnTo>
                  <a:lnTo>
                    <a:pt x="156900" y="868478"/>
                  </a:lnTo>
                  <a:lnTo>
                    <a:pt x="156947" y="868204"/>
                  </a:lnTo>
                  <a:lnTo>
                    <a:pt x="156852" y="867939"/>
                  </a:lnTo>
                  <a:lnTo>
                    <a:pt x="156614" y="867769"/>
                  </a:lnTo>
                  <a:lnTo>
                    <a:pt x="156665" y="867587"/>
                  </a:lnTo>
                  <a:lnTo>
                    <a:pt x="156589" y="867429"/>
                  </a:lnTo>
                  <a:lnTo>
                    <a:pt x="156507" y="865324"/>
                  </a:lnTo>
                  <a:lnTo>
                    <a:pt x="156431" y="863363"/>
                  </a:lnTo>
                  <a:lnTo>
                    <a:pt x="156346" y="860496"/>
                  </a:lnTo>
                  <a:lnTo>
                    <a:pt x="156227" y="857858"/>
                  </a:lnTo>
                  <a:lnTo>
                    <a:pt x="152875" y="857868"/>
                  </a:lnTo>
                  <a:lnTo>
                    <a:pt x="152465" y="857957"/>
                  </a:lnTo>
                  <a:lnTo>
                    <a:pt x="152012" y="857967"/>
                  </a:lnTo>
                  <a:lnTo>
                    <a:pt x="151851" y="857956"/>
                  </a:lnTo>
                  <a:lnTo>
                    <a:pt x="151270" y="857844"/>
                  </a:lnTo>
                  <a:lnTo>
                    <a:pt x="151031" y="857843"/>
                  </a:lnTo>
                  <a:lnTo>
                    <a:pt x="150842" y="857866"/>
                  </a:lnTo>
                  <a:lnTo>
                    <a:pt x="150652" y="857948"/>
                  </a:lnTo>
                  <a:lnTo>
                    <a:pt x="150369" y="858040"/>
                  </a:lnTo>
                  <a:lnTo>
                    <a:pt x="150112" y="858072"/>
                  </a:lnTo>
                  <a:lnTo>
                    <a:pt x="149799" y="858200"/>
                  </a:lnTo>
                  <a:lnTo>
                    <a:pt x="149031" y="858412"/>
                  </a:lnTo>
                  <a:lnTo>
                    <a:pt x="148529" y="858501"/>
                  </a:lnTo>
                  <a:lnTo>
                    <a:pt x="148332" y="858506"/>
                  </a:lnTo>
                  <a:lnTo>
                    <a:pt x="148153" y="858555"/>
                  </a:lnTo>
                  <a:lnTo>
                    <a:pt x="147797" y="858580"/>
                  </a:lnTo>
                  <a:lnTo>
                    <a:pt x="147411" y="858621"/>
                  </a:lnTo>
                  <a:lnTo>
                    <a:pt x="146723" y="858663"/>
                  </a:lnTo>
                  <a:lnTo>
                    <a:pt x="146171" y="858624"/>
                  </a:lnTo>
                  <a:lnTo>
                    <a:pt x="145612" y="858463"/>
                  </a:lnTo>
                  <a:lnTo>
                    <a:pt x="145178" y="858357"/>
                  </a:lnTo>
                  <a:lnTo>
                    <a:pt x="144727" y="858266"/>
                  </a:lnTo>
                  <a:lnTo>
                    <a:pt x="144367" y="858306"/>
                  </a:lnTo>
                  <a:lnTo>
                    <a:pt x="143969" y="858182"/>
                  </a:lnTo>
                  <a:lnTo>
                    <a:pt x="143453" y="858096"/>
                  </a:lnTo>
                  <a:lnTo>
                    <a:pt x="143236" y="858065"/>
                  </a:lnTo>
                  <a:lnTo>
                    <a:pt x="143013" y="858091"/>
                  </a:lnTo>
                  <a:lnTo>
                    <a:pt x="142751" y="858055"/>
                  </a:lnTo>
                  <a:lnTo>
                    <a:pt x="142544" y="858075"/>
                  </a:lnTo>
                  <a:lnTo>
                    <a:pt x="142008" y="858063"/>
                  </a:lnTo>
                  <a:lnTo>
                    <a:pt x="142049" y="854163"/>
                  </a:lnTo>
                  <a:lnTo>
                    <a:pt x="139645" y="853927"/>
                  </a:lnTo>
                  <a:lnTo>
                    <a:pt x="134610" y="852806"/>
                  </a:lnTo>
                  <a:lnTo>
                    <a:pt x="133520" y="849725"/>
                  </a:lnTo>
                  <a:lnTo>
                    <a:pt x="134064" y="847968"/>
                  </a:lnTo>
                  <a:lnTo>
                    <a:pt x="131901" y="845153"/>
                  </a:lnTo>
                  <a:lnTo>
                    <a:pt x="131759" y="844991"/>
                  </a:lnTo>
                  <a:lnTo>
                    <a:pt x="131249" y="844287"/>
                  </a:lnTo>
                  <a:lnTo>
                    <a:pt x="125671" y="843276"/>
                  </a:lnTo>
                  <a:lnTo>
                    <a:pt x="122281" y="840823"/>
                  </a:lnTo>
                  <a:lnTo>
                    <a:pt x="119277" y="840266"/>
                  </a:lnTo>
                  <a:lnTo>
                    <a:pt x="116678" y="839274"/>
                  </a:lnTo>
                  <a:lnTo>
                    <a:pt x="115990" y="838594"/>
                  </a:lnTo>
                  <a:lnTo>
                    <a:pt x="113113" y="835646"/>
                  </a:lnTo>
                  <a:lnTo>
                    <a:pt x="112736" y="835513"/>
                  </a:lnTo>
                  <a:lnTo>
                    <a:pt x="112227" y="835494"/>
                  </a:lnTo>
                  <a:lnTo>
                    <a:pt x="111007" y="835341"/>
                  </a:lnTo>
                  <a:lnTo>
                    <a:pt x="110521" y="835248"/>
                  </a:lnTo>
                  <a:lnTo>
                    <a:pt x="110234" y="835165"/>
                  </a:lnTo>
                  <a:lnTo>
                    <a:pt x="109638" y="835032"/>
                  </a:lnTo>
                  <a:lnTo>
                    <a:pt x="109007" y="834987"/>
                  </a:lnTo>
                  <a:lnTo>
                    <a:pt x="108337" y="834813"/>
                  </a:lnTo>
                  <a:lnTo>
                    <a:pt x="107812" y="834602"/>
                  </a:lnTo>
                  <a:lnTo>
                    <a:pt x="107389" y="834454"/>
                  </a:lnTo>
                  <a:lnTo>
                    <a:pt x="107026" y="834379"/>
                  </a:lnTo>
                  <a:lnTo>
                    <a:pt x="106551" y="834365"/>
                  </a:lnTo>
                  <a:lnTo>
                    <a:pt x="106164" y="834374"/>
                  </a:lnTo>
                  <a:lnTo>
                    <a:pt x="105842" y="834419"/>
                  </a:lnTo>
                  <a:lnTo>
                    <a:pt x="97384" y="835041"/>
                  </a:lnTo>
                  <a:lnTo>
                    <a:pt x="97233" y="834726"/>
                  </a:lnTo>
                  <a:lnTo>
                    <a:pt x="97056" y="834685"/>
                  </a:lnTo>
                  <a:lnTo>
                    <a:pt x="96915" y="834600"/>
                  </a:lnTo>
                  <a:lnTo>
                    <a:pt x="97163" y="834101"/>
                  </a:lnTo>
                  <a:lnTo>
                    <a:pt x="97323" y="834029"/>
                  </a:lnTo>
                  <a:lnTo>
                    <a:pt x="97663" y="833992"/>
                  </a:lnTo>
                  <a:lnTo>
                    <a:pt x="97813" y="834022"/>
                  </a:lnTo>
                  <a:lnTo>
                    <a:pt x="98254" y="834203"/>
                  </a:lnTo>
                  <a:lnTo>
                    <a:pt x="98452" y="834423"/>
                  </a:lnTo>
                  <a:lnTo>
                    <a:pt x="98839" y="834602"/>
                  </a:lnTo>
                  <a:lnTo>
                    <a:pt x="99057" y="834678"/>
                  </a:lnTo>
                  <a:lnTo>
                    <a:pt x="99442" y="834659"/>
                  </a:lnTo>
                  <a:lnTo>
                    <a:pt x="99637" y="834669"/>
                  </a:lnTo>
                  <a:lnTo>
                    <a:pt x="99781" y="834656"/>
                  </a:lnTo>
                  <a:lnTo>
                    <a:pt x="100124" y="834543"/>
                  </a:lnTo>
                  <a:lnTo>
                    <a:pt x="100288" y="834516"/>
                  </a:lnTo>
                  <a:lnTo>
                    <a:pt x="100672" y="834365"/>
                  </a:lnTo>
                  <a:lnTo>
                    <a:pt x="100863" y="834255"/>
                  </a:lnTo>
                  <a:lnTo>
                    <a:pt x="101062" y="834053"/>
                  </a:lnTo>
                  <a:lnTo>
                    <a:pt x="101391" y="833820"/>
                  </a:lnTo>
                  <a:lnTo>
                    <a:pt x="101639" y="833678"/>
                  </a:lnTo>
                  <a:lnTo>
                    <a:pt x="101901" y="833631"/>
                  </a:lnTo>
                  <a:lnTo>
                    <a:pt x="102062" y="833573"/>
                  </a:lnTo>
                  <a:lnTo>
                    <a:pt x="103078" y="833141"/>
                  </a:lnTo>
                  <a:lnTo>
                    <a:pt x="103853" y="832775"/>
                  </a:lnTo>
                  <a:lnTo>
                    <a:pt x="104018" y="832716"/>
                  </a:lnTo>
                  <a:lnTo>
                    <a:pt x="104168" y="832680"/>
                  </a:lnTo>
                  <a:lnTo>
                    <a:pt x="104571" y="832519"/>
                  </a:lnTo>
                  <a:lnTo>
                    <a:pt x="104759" y="832425"/>
                  </a:lnTo>
                  <a:lnTo>
                    <a:pt x="105054" y="832231"/>
                  </a:lnTo>
                  <a:lnTo>
                    <a:pt x="105286" y="832115"/>
                  </a:lnTo>
                  <a:lnTo>
                    <a:pt x="106499" y="831458"/>
                  </a:lnTo>
                  <a:lnTo>
                    <a:pt x="106633" y="831382"/>
                  </a:lnTo>
                  <a:lnTo>
                    <a:pt x="106828" y="831332"/>
                  </a:lnTo>
                  <a:lnTo>
                    <a:pt x="106958" y="831317"/>
                  </a:lnTo>
                  <a:lnTo>
                    <a:pt x="107151" y="831175"/>
                  </a:lnTo>
                  <a:lnTo>
                    <a:pt x="107707" y="830889"/>
                  </a:lnTo>
                  <a:lnTo>
                    <a:pt x="108169" y="830605"/>
                  </a:lnTo>
                  <a:lnTo>
                    <a:pt x="108765" y="830065"/>
                  </a:lnTo>
                  <a:lnTo>
                    <a:pt x="109011" y="829974"/>
                  </a:lnTo>
                  <a:lnTo>
                    <a:pt x="109134" y="829828"/>
                  </a:lnTo>
                  <a:lnTo>
                    <a:pt x="109384" y="829656"/>
                  </a:lnTo>
                  <a:lnTo>
                    <a:pt x="109496" y="829455"/>
                  </a:lnTo>
                  <a:lnTo>
                    <a:pt x="109830" y="829099"/>
                  </a:lnTo>
                  <a:lnTo>
                    <a:pt x="109915" y="828965"/>
                  </a:lnTo>
                  <a:lnTo>
                    <a:pt x="110201" y="828655"/>
                  </a:lnTo>
                  <a:lnTo>
                    <a:pt x="110573" y="828628"/>
                  </a:lnTo>
                  <a:lnTo>
                    <a:pt x="110826" y="828623"/>
                  </a:lnTo>
                  <a:lnTo>
                    <a:pt x="111045" y="828612"/>
                  </a:lnTo>
                  <a:lnTo>
                    <a:pt x="111440" y="828582"/>
                  </a:lnTo>
                  <a:lnTo>
                    <a:pt x="111604" y="828569"/>
                  </a:lnTo>
                  <a:lnTo>
                    <a:pt x="111825" y="828551"/>
                  </a:lnTo>
                  <a:lnTo>
                    <a:pt x="112144" y="828537"/>
                  </a:lnTo>
                  <a:lnTo>
                    <a:pt x="112381" y="828516"/>
                  </a:lnTo>
                  <a:lnTo>
                    <a:pt x="112659" y="828501"/>
                  </a:lnTo>
                  <a:lnTo>
                    <a:pt x="112824" y="828482"/>
                  </a:lnTo>
                  <a:lnTo>
                    <a:pt x="113125" y="828464"/>
                  </a:lnTo>
                  <a:lnTo>
                    <a:pt x="113394" y="828430"/>
                  </a:lnTo>
                  <a:lnTo>
                    <a:pt x="113611" y="828412"/>
                  </a:lnTo>
                  <a:lnTo>
                    <a:pt x="113769" y="828388"/>
                  </a:lnTo>
                  <a:lnTo>
                    <a:pt x="114263" y="828268"/>
                  </a:lnTo>
                  <a:lnTo>
                    <a:pt x="114393" y="828218"/>
                  </a:lnTo>
                  <a:lnTo>
                    <a:pt x="114602" y="828122"/>
                  </a:lnTo>
                  <a:lnTo>
                    <a:pt x="114744" y="828066"/>
                  </a:lnTo>
                  <a:lnTo>
                    <a:pt x="114891" y="827991"/>
                  </a:lnTo>
                  <a:lnTo>
                    <a:pt x="115063" y="827883"/>
                  </a:lnTo>
                  <a:lnTo>
                    <a:pt x="115526" y="827606"/>
                  </a:lnTo>
                  <a:lnTo>
                    <a:pt x="115668" y="827504"/>
                  </a:lnTo>
                  <a:lnTo>
                    <a:pt x="115879" y="827325"/>
                  </a:lnTo>
                  <a:lnTo>
                    <a:pt x="116114" y="827130"/>
                  </a:lnTo>
                  <a:lnTo>
                    <a:pt x="116359" y="826938"/>
                  </a:lnTo>
                  <a:lnTo>
                    <a:pt x="116522" y="826806"/>
                  </a:lnTo>
                  <a:lnTo>
                    <a:pt x="116809" y="826570"/>
                  </a:lnTo>
                  <a:lnTo>
                    <a:pt x="117298" y="826156"/>
                  </a:lnTo>
                  <a:lnTo>
                    <a:pt x="117445" y="826050"/>
                  </a:lnTo>
                  <a:lnTo>
                    <a:pt x="117721" y="825674"/>
                  </a:lnTo>
                  <a:lnTo>
                    <a:pt x="117792" y="825421"/>
                  </a:lnTo>
                  <a:lnTo>
                    <a:pt x="117848" y="825208"/>
                  </a:lnTo>
                  <a:lnTo>
                    <a:pt x="117913" y="824997"/>
                  </a:lnTo>
                  <a:lnTo>
                    <a:pt x="118052" y="824480"/>
                  </a:lnTo>
                  <a:lnTo>
                    <a:pt x="118196" y="823961"/>
                  </a:lnTo>
                  <a:lnTo>
                    <a:pt x="118351" y="823436"/>
                  </a:lnTo>
                  <a:lnTo>
                    <a:pt x="118495" y="822914"/>
                  </a:lnTo>
                  <a:lnTo>
                    <a:pt x="118602" y="822540"/>
                  </a:lnTo>
                  <a:lnTo>
                    <a:pt x="118646" y="822391"/>
                  </a:lnTo>
                  <a:lnTo>
                    <a:pt x="118794" y="821870"/>
                  </a:lnTo>
                  <a:lnTo>
                    <a:pt x="119931" y="820314"/>
                  </a:lnTo>
                  <a:lnTo>
                    <a:pt x="120063" y="820154"/>
                  </a:lnTo>
                  <a:lnTo>
                    <a:pt x="120396" y="819789"/>
                  </a:lnTo>
                  <a:lnTo>
                    <a:pt x="120844" y="819431"/>
                  </a:lnTo>
                  <a:lnTo>
                    <a:pt x="121048" y="819310"/>
                  </a:lnTo>
                  <a:lnTo>
                    <a:pt x="121568" y="819023"/>
                  </a:lnTo>
                  <a:lnTo>
                    <a:pt x="121791" y="818901"/>
                  </a:lnTo>
                  <a:lnTo>
                    <a:pt x="122443" y="818545"/>
                  </a:lnTo>
                  <a:lnTo>
                    <a:pt x="123071" y="818200"/>
                  </a:lnTo>
                  <a:lnTo>
                    <a:pt x="123754" y="817827"/>
                  </a:lnTo>
                  <a:lnTo>
                    <a:pt x="124354" y="817502"/>
                  </a:lnTo>
                  <a:lnTo>
                    <a:pt x="124998" y="817150"/>
                  </a:lnTo>
                  <a:lnTo>
                    <a:pt x="125505" y="816873"/>
                  </a:lnTo>
                  <a:lnTo>
                    <a:pt x="125651" y="816792"/>
                  </a:lnTo>
                  <a:lnTo>
                    <a:pt x="126295" y="816441"/>
                  </a:lnTo>
                  <a:lnTo>
                    <a:pt x="126948" y="816085"/>
                  </a:lnTo>
                  <a:lnTo>
                    <a:pt x="127563" y="815722"/>
                  </a:lnTo>
                  <a:lnTo>
                    <a:pt x="127963" y="815555"/>
                  </a:lnTo>
                  <a:lnTo>
                    <a:pt x="127963" y="812792"/>
                  </a:lnTo>
                  <a:lnTo>
                    <a:pt x="127964" y="808616"/>
                  </a:lnTo>
                  <a:lnTo>
                    <a:pt x="127965" y="804711"/>
                  </a:lnTo>
                  <a:lnTo>
                    <a:pt x="127966" y="802774"/>
                  </a:lnTo>
                  <a:lnTo>
                    <a:pt x="131083" y="799021"/>
                  </a:lnTo>
                  <a:lnTo>
                    <a:pt x="130970" y="796633"/>
                  </a:lnTo>
                  <a:lnTo>
                    <a:pt x="130857" y="794265"/>
                  </a:lnTo>
                  <a:lnTo>
                    <a:pt x="130319" y="793750"/>
                  </a:lnTo>
                  <a:lnTo>
                    <a:pt x="127351" y="789463"/>
                  </a:lnTo>
                  <a:lnTo>
                    <a:pt x="126709" y="788550"/>
                  </a:lnTo>
                  <a:lnTo>
                    <a:pt x="125327" y="786584"/>
                  </a:lnTo>
                  <a:lnTo>
                    <a:pt x="123155" y="785009"/>
                  </a:lnTo>
                  <a:lnTo>
                    <a:pt x="120845" y="784941"/>
                  </a:lnTo>
                  <a:lnTo>
                    <a:pt x="120119" y="784921"/>
                  </a:lnTo>
                  <a:lnTo>
                    <a:pt x="113402" y="784322"/>
                  </a:lnTo>
                  <a:lnTo>
                    <a:pt x="110167" y="784061"/>
                  </a:lnTo>
                  <a:lnTo>
                    <a:pt x="106766" y="783789"/>
                  </a:lnTo>
                  <a:lnTo>
                    <a:pt x="102194" y="787961"/>
                  </a:lnTo>
                  <a:lnTo>
                    <a:pt x="99484" y="787889"/>
                  </a:lnTo>
                  <a:lnTo>
                    <a:pt x="96796" y="787819"/>
                  </a:lnTo>
                  <a:lnTo>
                    <a:pt x="93496" y="787722"/>
                  </a:lnTo>
                  <a:lnTo>
                    <a:pt x="90078" y="787558"/>
                  </a:lnTo>
                  <a:lnTo>
                    <a:pt x="88806" y="787518"/>
                  </a:lnTo>
                  <a:lnTo>
                    <a:pt x="85481" y="787413"/>
                  </a:lnTo>
                  <a:lnTo>
                    <a:pt x="85466" y="788549"/>
                  </a:lnTo>
                  <a:lnTo>
                    <a:pt x="85308" y="792871"/>
                  </a:lnTo>
                  <a:lnTo>
                    <a:pt x="83361" y="794388"/>
                  </a:lnTo>
                  <a:lnTo>
                    <a:pt x="83220" y="794649"/>
                  </a:lnTo>
                  <a:lnTo>
                    <a:pt x="83136" y="794800"/>
                  </a:lnTo>
                  <a:lnTo>
                    <a:pt x="82841" y="795373"/>
                  </a:lnTo>
                  <a:lnTo>
                    <a:pt x="82627" y="795777"/>
                  </a:lnTo>
                  <a:lnTo>
                    <a:pt x="82376" y="796230"/>
                  </a:lnTo>
                  <a:lnTo>
                    <a:pt x="82157" y="796170"/>
                  </a:lnTo>
                  <a:lnTo>
                    <a:pt x="82006" y="796120"/>
                  </a:lnTo>
                  <a:lnTo>
                    <a:pt x="81845" y="796070"/>
                  </a:lnTo>
                  <a:lnTo>
                    <a:pt x="81516" y="795963"/>
                  </a:lnTo>
                  <a:lnTo>
                    <a:pt x="81364" y="795913"/>
                  </a:lnTo>
                  <a:lnTo>
                    <a:pt x="81219" y="795864"/>
                  </a:lnTo>
                  <a:lnTo>
                    <a:pt x="80940" y="795771"/>
                  </a:lnTo>
                  <a:lnTo>
                    <a:pt x="80800" y="795723"/>
                  </a:lnTo>
                  <a:lnTo>
                    <a:pt x="80589" y="795654"/>
                  </a:lnTo>
                  <a:lnTo>
                    <a:pt x="80302" y="795557"/>
                  </a:lnTo>
                  <a:lnTo>
                    <a:pt x="79801" y="795385"/>
                  </a:lnTo>
                  <a:lnTo>
                    <a:pt x="79663" y="795163"/>
                  </a:lnTo>
                  <a:lnTo>
                    <a:pt x="79582" y="795011"/>
                  </a:lnTo>
                  <a:lnTo>
                    <a:pt x="79432" y="794735"/>
                  </a:lnTo>
                  <a:lnTo>
                    <a:pt x="79304" y="794503"/>
                  </a:lnTo>
                  <a:lnTo>
                    <a:pt x="79130" y="794190"/>
                  </a:lnTo>
                  <a:lnTo>
                    <a:pt x="78936" y="793835"/>
                  </a:lnTo>
                  <a:lnTo>
                    <a:pt x="78843" y="793669"/>
                  </a:lnTo>
                  <a:lnTo>
                    <a:pt x="78694" y="793404"/>
                  </a:lnTo>
                  <a:lnTo>
                    <a:pt x="78486" y="793028"/>
                  </a:lnTo>
                  <a:lnTo>
                    <a:pt x="78064" y="792230"/>
                  </a:lnTo>
                  <a:lnTo>
                    <a:pt x="77722" y="791637"/>
                  </a:lnTo>
                  <a:lnTo>
                    <a:pt x="77356" y="791078"/>
                  </a:lnTo>
                  <a:lnTo>
                    <a:pt x="76538" y="791449"/>
                  </a:lnTo>
                  <a:lnTo>
                    <a:pt x="75720" y="791821"/>
                  </a:lnTo>
                  <a:lnTo>
                    <a:pt x="74902" y="792193"/>
                  </a:lnTo>
                  <a:lnTo>
                    <a:pt x="74455" y="792393"/>
                  </a:lnTo>
                  <a:lnTo>
                    <a:pt x="74082" y="792569"/>
                  </a:lnTo>
                  <a:lnTo>
                    <a:pt x="73773" y="792711"/>
                  </a:lnTo>
                  <a:lnTo>
                    <a:pt x="73253" y="792939"/>
                  </a:lnTo>
                  <a:lnTo>
                    <a:pt x="72425" y="793317"/>
                  </a:lnTo>
                  <a:lnTo>
                    <a:pt x="71532" y="793722"/>
                  </a:lnTo>
                  <a:lnTo>
                    <a:pt x="70686" y="794107"/>
                  </a:lnTo>
                  <a:lnTo>
                    <a:pt x="69940" y="794447"/>
                  </a:lnTo>
                  <a:lnTo>
                    <a:pt x="69467" y="794658"/>
                  </a:lnTo>
                  <a:lnTo>
                    <a:pt x="69114" y="794809"/>
                  </a:lnTo>
                  <a:lnTo>
                    <a:pt x="69570" y="799564"/>
                  </a:lnTo>
                  <a:lnTo>
                    <a:pt x="69483" y="799387"/>
                  </a:lnTo>
                  <a:lnTo>
                    <a:pt x="69235" y="799204"/>
                  </a:lnTo>
                  <a:lnTo>
                    <a:pt x="68582" y="798638"/>
                  </a:lnTo>
                  <a:lnTo>
                    <a:pt x="68283" y="798292"/>
                  </a:lnTo>
                  <a:lnTo>
                    <a:pt x="68006" y="798058"/>
                  </a:lnTo>
                  <a:lnTo>
                    <a:pt x="67476" y="797733"/>
                  </a:lnTo>
                  <a:lnTo>
                    <a:pt x="66659" y="797314"/>
                  </a:lnTo>
                  <a:lnTo>
                    <a:pt x="66393" y="797187"/>
                  </a:lnTo>
                  <a:lnTo>
                    <a:pt x="66168" y="797107"/>
                  </a:lnTo>
                  <a:lnTo>
                    <a:pt x="65901" y="796914"/>
                  </a:lnTo>
                  <a:lnTo>
                    <a:pt x="65356" y="796351"/>
                  </a:lnTo>
                  <a:lnTo>
                    <a:pt x="65129" y="796037"/>
                  </a:lnTo>
                  <a:lnTo>
                    <a:pt x="65032" y="795799"/>
                  </a:lnTo>
                  <a:lnTo>
                    <a:pt x="64946" y="795649"/>
                  </a:lnTo>
                  <a:lnTo>
                    <a:pt x="64782" y="795440"/>
                  </a:lnTo>
                  <a:lnTo>
                    <a:pt x="64720" y="795229"/>
                  </a:lnTo>
                  <a:lnTo>
                    <a:pt x="64618" y="794733"/>
                  </a:lnTo>
                  <a:lnTo>
                    <a:pt x="64496" y="794217"/>
                  </a:lnTo>
                  <a:lnTo>
                    <a:pt x="64386" y="793714"/>
                  </a:lnTo>
                  <a:lnTo>
                    <a:pt x="64271" y="793222"/>
                  </a:lnTo>
                  <a:lnTo>
                    <a:pt x="64160" y="792715"/>
                  </a:lnTo>
                  <a:lnTo>
                    <a:pt x="64046" y="792196"/>
                  </a:lnTo>
                  <a:lnTo>
                    <a:pt x="63896" y="791542"/>
                  </a:lnTo>
                  <a:lnTo>
                    <a:pt x="63373" y="791686"/>
                  </a:lnTo>
                  <a:lnTo>
                    <a:pt x="62932" y="791819"/>
                  </a:lnTo>
                  <a:lnTo>
                    <a:pt x="62604" y="791914"/>
                  </a:lnTo>
                  <a:lnTo>
                    <a:pt x="62230" y="792029"/>
                  </a:lnTo>
                  <a:lnTo>
                    <a:pt x="61835" y="792147"/>
                  </a:lnTo>
                  <a:lnTo>
                    <a:pt x="60703" y="792479"/>
                  </a:lnTo>
                  <a:lnTo>
                    <a:pt x="59694" y="792806"/>
                  </a:lnTo>
                  <a:lnTo>
                    <a:pt x="59939" y="793133"/>
                  </a:lnTo>
                  <a:lnTo>
                    <a:pt x="60303" y="793621"/>
                  </a:lnTo>
                  <a:lnTo>
                    <a:pt x="60485" y="793862"/>
                  </a:lnTo>
                  <a:lnTo>
                    <a:pt x="60787" y="794276"/>
                  </a:lnTo>
                  <a:lnTo>
                    <a:pt x="61146" y="794764"/>
                  </a:lnTo>
                  <a:lnTo>
                    <a:pt x="61499" y="795249"/>
                  </a:lnTo>
                  <a:lnTo>
                    <a:pt x="61824" y="795680"/>
                  </a:lnTo>
                  <a:lnTo>
                    <a:pt x="62060" y="796193"/>
                  </a:lnTo>
                  <a:lnTo>
                    <a:pt x="61716" y="796345"/>
                  </a:lnTo>
                  <a:lnTo>
                    <a:pt x="60985" y="796660"/>
                  </a:lnTo>
                  <a:lnTo>
                    <a:pt x="60612" y="796819"/>
                  </a:lnTo>
                  <a:lnTo>
                    <a:pt x="60083" y="797049"/>
                  </a:lnTo>
                  <a:lnTo>
                    <a:pt x="59140" y="797470"/>
                  </a:lnTo>
                  <a:lnTo>
                    <a:pt x="58287" y="797851"/>
                  </a:lnTo>
                  <a:lnTo>
                    <a:pt x="57891" y="798031"/>
                  </a:lnTo>
                  <a:lnTo>
                    <a:pt x="57523" y="798195"/>
                  </a:lnTo>
                  <a:lnTo>
                    <a:pt x="56725" y="798536"/>
                  </a:lnTo>
                  <a:lnTo>
                    <a:pt x="53436" y="799960"/>
                  </a:lnTo>
                  <a:lnTo>
                    <a:pt x="50040" y="801462"/>
                  </a:lnTo>
                  <a:lnTo>
                    <a:pt x="50005" y="800079"/>
                  </a:lnTo>
                  <a:lnTo>
                    <a:pt x="49958" y="798219"/>
                  </a:lnTo>
                  <a:lnTo>
                    <a:pt x="49954" y="798053"/>
                  </a:lnTo>
                  <a:lnTo>
                    <a:pt x="49945" y="797719"/>
                  </a:lnTo>
                  <a:lnTo>
                    <a:pt x="49931" y="797100"/>
                  </a:lnTo>
                  <a:lnTo>
                    <a:pt x="49904" y="796627"/>
                  </a:lnTo>
                  <a:lnTo>
                    <a:pt x="49869" y="795927"/>
                  </a:lnTo>
                  <a:lnTo>
                    <a:pt x="49859" y="795515"/>
                  </a:lnTo>
                  <a:lnTo>
                    <a:pt x="49820" y="793867"/>
                  </a:lnTo>
                  <a:lnTo>
                    <a:pt x="49809" y="793455"/>
                  </a:lnTo>
                  <a:lnTo>
                    <a:pt x="49799" y="793044"/>
                  </a:lnTo>
                  <a:lnTo>
                    <a:pt x="49789" y="792633"/>
                  </a:lnTo>
                  <a:lnTo>
                    <a:pt x="49778" y="792222"/>
                  </a:lnTo>
                  <a:lnTo>
                    <a:pt x="49766" y="791817"/>
                  </a:lnTo>
                  <a:lnTo>
                    <a:pt x="49754" y="791407"/>
                  </a:lnTo>
                  <a:lnTo>
                    <a:pt x="49741" y="790993"/>
                  </a:lnTo>
                  <a:lnTo>
                    <a:pt x="49734" y="790575"/>
                  </a:lnTo>
                  <a:lnTo>
                    <a:pt x="49722" y="790167"/>
                  </a:lnTo>
                  <a:lnTo>
                    <a:pt x="49708" y="789756"/>
                  </a:lnTo>
                  <a:lnTo>
                    <a:pt x="49696" y="789345"/>
                  </a:lnTo>
                  <a:lnTo>
                    <a:pt x="49685" y="788935"/>
                  </a:lnTo>
                  <a:lnTo>
                    <a:pt x="49675" y="788525"/>
                  </a:lnTo>
                  <a:lnTo>
                    <a:pt x="49665" y="788113"/>
                  </a:lnTo>
                  <a:lnTo>
                    <a:pt x="49653" y="787699"/>
                  </a:lnTo>
                  <a:lnTo>
                    <a:pt x="49639" y="787285"/>
                  </a:lnTo>
                  <a:lnTo>
                    <a:pt x="49627" y="786872"/>
                  </a:lnTo>
                  <a:lnTo>
                    <a:pt x="49616" y="786458"/>
                  </a:lnTo>
                  <a:lnTo>
                    <a:pt x="49606" y="786044"/>
                  </a:lnTo>
                  <a:lnTo>
                    <a:pt x="49591" y="785632"/>
                  </a:lnTo>
                  <a:lnTo>
                    <a:pt x="49582" y="785215"/>
                  </a:lnTo>
                  <a:lnTo>
                    <a:pt x="49572" y="784803"/>
                  </a:lnTo>
                  <a:lnTo>
                    <a:pt x="49532" y="784451"/>
                  </a:lnTo>
                  <a:lnTo>
                    <a:pt x="48819" y="784161"/>
                  </a:lnTo>
                  <a:lnTo>
                    <a:pt x="48660" y="784101"/>
                  </a:lnTo>
                  <a:lnTo>
                    <a:pt x="48091" y="783888"/>
                  </a:lnTo>
                  <a:lnTo>
                    <a:pt x="47895" y="783832"/>
                  </a:lnTo>
                  <a:lnTo>
                    <a:pt x="47557" y="783774"/>
                  </a:lnTo>
                  <a:lnTo>
                    <a:pt x="46838" y="783646"/>
                  </a:lnTo>
                  <a:lnTo>
                    <a:pt x="46307" y="783551"/>
                  </a:lnTo>
                  <a:lnTo>
                    <a:pt x="46036" y="783491"/>
                  </a:lnTo>
                  <a:lnTo>
                    <a:pt x="45560" y="783091"/>
                  </a:lnTo>
                  <a:lnTo>
                    <a:pt x="45393" y="782951"/>
                  </a:lnTo>
                  <a:lnTo>
                    <a:pt x="45144" y="782738"/>
                  </a:lnTo>
                  <a:lnTo>
                    <a:pt x="44706" y="782365"/>
                  </a:lnTo>
                  <a:lnTo>
                    <a:pt x="44546" y="782230"/>
                  </a:lnTo>
                  <a:lnTo>
                    <a:pt x="44219" y="781951"/>
                  </a:lnTo>
                  <a:lnTo>
                    <a:pt x="44086" y="781837"/>
                  </a:lnTo>
                  <a:lnTo>
                    <a:pt x="43668" y="781485"/>
                  </a:lnTo>
                  <a:lnTo>
                    <a:pt x="43167" y="781109"/>
                  </a:lnTo>
                  <a:lnTo>
                    <a:pt x="42530" y="780873"/>
                  </a:lnTo>
                  <a:lnTo>
                    <a:pt x="41898" y="780641"/>
                  </a:lnTo>
                  <a:lnTo>
                    <a:pt x="41419" y="780463"/>
                  </a:lnTo>
                  <a:lnTo>
                    <a:pt x="40632" y="779926"/>
                  </a:lnTo>
                  <a:lnTo>
                    <a:pt x="40176" y="779633"/>
                  </a:lnTo>
                  <a:lnTo>
                    <a:pt x="40003" y="779527"/>
                  </a:lnTo>
                  <a:lnTo>
                    <a:pt x="39446" y="779165"/>
                  </a:lnTo>
                  <a:lnTo>
                    <a:pt x="37944" y="778199"/>
                  </a:lnTo>
                  <a:lnTo>
                    <a:pt x="37256" y="777765"/>
                  </a:lnTo>
                  <a:lnTo>
                    <a:pt x="35377" y="776566"/>
                  </a:lnTo>
                  <a:lnTo>
                    <a:pt x="34158" y="775796"/>
                  </a:lnTo>
                  <a:lnTo>
                    <a:pt x="31538" y="772740"/>
                  </a:lnTo>
                  <a:lnTo>
                    <a:pt x="31225" y="772387"/>
                  </a:lnTo>
                  <a:lnTo>
                    <a:pt x="24751" y="765108"/>
                  </a:lnTo>
                  <a:lnTo>
                    <a:pt x="24032" y="764302"/>
                  </a:lnTo>
                  <a:lnTo>
                    <a:pt x="19582" y="758960"/>
                  </a:lnTo>
                  <a:lnTo>
                    <a:pt x="19650" y="758699"/>
                  </a:lnTo>
                  <a:lnTo>
                    <a:pt x="19650" y="758544"/>
                  </a:lnTo>
                  <a:lnTo>
                    <a:pt x="19371" y="758334"/>
                  </a:lnTo>
                  <a:lnTo>
                    <a:pt x="18958" y="757995"/>
                  </a:lnTo>
                  <a:lnTo>
                    <a:pt x="18903" y="757382"/>
                  </a:lnTo>
                  <a:lnTo>
                    <a:pt x="19254" y="757065"/>
                  </a:lnTo>
                  <a:lnTo>
                    <a:pt x="19456" y="756881"/>
                  </a:lnTo>
                  <a:lnTo>
                    <a:pt x="19611" y="756741"/>
                  </a:lnTo>
                  <a:lnTo>
                    <a:pt x="20190" y="756226"/>
                  </a:lnTo>
                  <a:lnTo>
                    <a:pt x="20334" y="756096"/>
                  </a:lnTo>
                  <a:lnTo>
                    <a:pt x="20518" y="755937"/>
                  </a:lnTo>
                  <a:lnTo>
                    <a:pt x="20785" y="755691"/>
                  </a:lnTo>
                  <a:lnTo>
                    <a:pt x="21105" y="755405"/>
                  </a:lnTo>
                  <a:lnTo>
                    <a:pt x="21413" y="755132"/>
                  </a:lnTo>
                  <a:lnTo>
                    <a:pt x="21570" y="754996"/>
                  </a:lnTo>
                  <a:lnTo>
                    <a:pt x="21771" y="754819"/>
                  </a:lnTo>
                  <a:lnTo>
                    <a:pt x="22207" y="754441"/>
                  </a:lnTo>
                  <a:lnTo>
                    <a:pt x="22481" y="754201"/>
                  </a:lnTo>
                  <a:lnTo>
                    <a:pt x="22704" y="754009"/>
                  </a:lnTo>
                  <a:lnTo>
                    <a:pt x="23023" y="753734"/>
                  </a:lnTo>
                  <a:lnTo>
                    <a:pt x="23718" y="753135"/>
                  </a:lnTo>
                  <a:lnTo>
                    <a:pt x="23895" y="752980"/>
                  </a:lnTo>
                  <a:lnTo>
                    <a:pt x="24042" y="752852"/>
                  </a:lnTo>
                  <a:lnTo>
                    <a:pt x="24182" y="752727"/>
                  </a:lnTo>
                  <a:lnTo>
                    <a:pt x="24314" y="752611"/>
                  </a:lnTo>
                  <a:lnTo>
                    <a:pt x="24781" y="752202"/>
                  </a:lnTo>
                  <a:lnTo>
                    <a:pt x="25506" y="751587"/>
                  </a:lnTo>
                  <a:lnTo>
                    <a:pt x="25680" y="751432"/>
                  </a:lnTo>
                  <a:lnTo>
                    <a:pt x="26048" y="751116"/>
                  </a:lnTo>
                  <a:lnTo>
                    <a:pt x="26410" y="750802"/>
                  </a:lnTo>
                  <a:lnTo>
                    <a:pt x="26774" y="750490"/>
                  </a:lnTo>
                  <a:lnTo>
                    <a:pt x="27124" y="750186"/>
                  </a:lnTo>
                  <a:lnTo>
                    <a:pt x="27468" y="749883"/>
                  </a:lnTo>
                  <a:lnTo>
                    <a:pt x="27818" y="749583"/>
                  </a:lnTo>
                  <a:lnTo>
                    <a:pt x="28485" y="749014"/>
                  </a:lnTo>
                  <a:lnTo>
                    <a:pt x="28816" y="748722"/>
                  </a:lnTo>
                  <a:lnTo>
                    <a:pt x="28741" y="748558"/>
                  </a:lnTo>
                  <a:lnTo>
                    <a:pt x="28478" y="748115"/>
                  </a:lnTo>
                  <a:lnTo>
                    <a:pt x="28263" y="747686"/>
                  </a:lnTo>
                  <a:lnTo>
                    <a:pt x="28044" y="747261"/>
                  </a:lnTo>
                  <a:lnTo>
                    <a:pt x="27825" y="746835"/>
                  </a:lnTo>
                  <a:lnTo>
                    <a:pt x="27606" y="746410"/>
                  </a:lnTo>
                  <a:lnTo>
                    <a:pt x="27387" y="745984"/>
                  </a:lnTo>
                  <a:lnTo>
                    <a:pt x="27168" y="745559"/>
                  </a:lnTo>
                  <a:lnTo>
                    <a:pt x="26951" y="745133"/>
                  </a:lnTo>
                  <a:lnTo>
                    <a:pt x="26732" y="744708"/>
                  </a:lnTo>
                  <a:lnTo>
                    <a:pt x="26509" y="744284"/>
                  </a:lnTo>
                  <a:lnTo>
                    <a:pt x="26298" y="743860"/>
                  </a:lnTo>
                  <a:lnTo>
                    <a:pt x="26079" y="743431"/>
                  </a:lnTo>
                  <a:lnTo>
                    <a:pt x="25853" y="743003"/>
                  </a:lnTo>
                  <a:lnTo>
                    <a:pt x="25626" y="742575"/>
                  </a:lnTo>
                  <a:lnTo>
                    <a:pt x="25401" y="742146"/>
                  </a:lnTo>
                  <a:lnTo>
                    <a:pt x="25180" y="741718"/>
                  </a:lnTo>
                  <a:lnTo>
                    <a:pt x="24960" y="741290"/>
                  </a:lnTo>
                  <a:lnTo>
                    <a:pt x="24740" y="740861"/>
                  </a:lnTo>
                  <a:lnTo>
                    <a:pt x="24518" y="740433"/>
                  </a:lnTo>
                  <a:lnTo>
                    <a:pt x="24291" y="740005"/>
                  </a:lnTo>
                  <a:lnTo>
                    <a:pt x="24066" y="739575"/>
                  </a:lnTo>
                  <a:lnTo>
                    <a:pt x="23848" y="739145"/>
                  </a:lnTo>
                  <a:lnTo>
                    <a:pt x="23635" y="738714"/>
                  </a:lnTo>
                  <a:lnTo>
                    <a:pt x="23413" y="738284"/>
                  </a:lnTo>
                  <a:lnTo>
                    <a:pt x="23191" y="737855"/>
                  </a:lnTo>
                  <a:lnTo>
                    <a:pt x="22965" y="737426"/>
                  </a:lnTo>
                  <a:lnTo>
                    <a:pt x="22747" y="736998"/>
                  </a:lnTo>
                  <a:lnTo>
                    <a:pt x="22530" y="736570"/>
                  </a:lnTo>
                  <a:lnTo>
                    <a:pt x="22306" y="736136"/>
                  </a:lnTo>
                  <a:lnTo>
                    <a:pt x="22085" y="735711"/>
                  </a:lnTo>
                  <a:lnTo>
                    <a:pt x="21864" y="735286"/>
                  </a:lnTo>
                  <a:lnTo>
                    <a:pt x="21649" y="734856"/>
                  </a:lnTo>
                  <a:lnTo>
                    <a:pt x="21425" y="734428"/>
                  </a:lnTo>
                  <a:lnTo>
                    <a:pt x="21204" y="734001"/>
                  </a:lnTo>
                  <a:lnTo>
                    <a:pt x="20987" y="733573"/>
                  </a:lnTo>
                  <a:lnTo>
                    <a:pt x="20760" y="733142"/>
                  </a:lnTo>
                  <a:lnTo>
                    <a:pt x="20532" y="732705"/>
                  </a:lnTo>
                  <a:lnTo>
                    <a:pt x="20399" y="732447"/>
                  </a:lnTo>
                  <a:lnTo>
                    <a:pt x="20154" y="731979"/>
                  </a:lnTo>
                  <a:lnTo>
                    <a:pt x="19838" y="731376"/>
                  </a:lnTo>
                  <a:lnTo>
                    <a:pt x="19748" y="731200"/>
                  </a:lnTo>
                  <a:lnTo>
                    <a:pt x="19606" y="730925"/>
                  </a:lnTo>
                  <a:lnTo>
                    <a:pt x="19446" y="730618"/>
                  </a:lnTo>
                  <a:lnTo>
                    <a:pt x="19219" y="730196"/>
                  </a:lnTo>
                  <a:lnTo>
                    <a:pt x="19086" y="729934"/>
                  </a:lnTo>
                  <a:lnTo>
                    <a:pt x="18956" y="729689"/>
                  </a:lnTo>
                  <a:lnTo>
                    <a:pt x="18688" y="729180"/>
                  </a:lnTo>
                  <a:lnTo>
                    <a:pt x="18429" y="728676"/>
                  </a:lnTo>
                  <a:lnTo>
                    <a:pt x="18164" y="728172"/>
                  </a:lnTo>
                  <a:lnTo>
                    <a:pt x="17902" y="727667"/>
                  </a:lnTo>
                  <a:lnTo>
                    <a:pt x="17642" y="727156"/>
                  </a:lnTo>
                  <a:lnTo>
                    <a:pt x="17374" y="726646"/>
                  </a:lnTo>
                  <a:lnTo>
                    <a:pt x="17285" y="726474"/>
                  </a:lnTo>
                  <a:lnTo>
                    <a:pt x="17102" y="726131"/>
                  </a:lnTo>
                  <a:lnTo>
                    <a:pt x="16938" y="725818"/>
                  </a:lnTo>
                  <a:lnTo>
                    <a:pt x="16837" y="725624"/>
                  </a:lnTo>
                  <a:lnTo>
                    <a:pt x="16305" y="724606"/>
                  </a:lnTo>
                  <a:lnTo>
                    <a:pt x="16012" y="724054"/>
                  </a:lnTo>
                  <a:lnTo>
                    <a:pt x="15939" y="723917"/>
                  </a:lnTo>
                  <a:lnTo>
                    <a:pt x="15847" y="723738"/>
                  </a:lnTo>
                  <a:lnTo>
                    <a:pt x="15728" y="723511"/>
                  </a:lnTo>
                  <a:lnTo>
                    <a:pt x="15496" y="723067"/>
                  </a:lnTo>
                  <a:lnTo>
                    <a:pt x="14377" y="720933"/>
                  </a:lnTo>
                  <a:lnTo>
                    <a:pt x="14021" y="720252"/>
                  </a:lnTo>
                  <a:lnTo>
                    <a:pt x="13927" y="720079"/>
                  </a:lnTo>
                  <a:lnTo>
                    <a:pt x="13534" y="719343"/>
                  </a:lnTo>
                  <a:lnTo>
                    <a:pt x="13408" y="719107"/>
                  </a:lnTo>
                  <a:lnTo>
                    <a:pt x="12690" y="717772"/>
                  </a:lnTo>
                  <a:lnTo>
                    <a:pt x="12507" y="717431"/>
                  </a:lnTo>
                  <a:lnTo>
                    <a:pt x="12044" y="716559"/>
                  </a:lnTo>
                  <a:lnTo>
                    <a:pt x="11633" y="715787"/>
                  </a:lnTo>
                  <a:lnTo>
                    <a:pt x="11446" y="715437"/>
                  </a:lnTo>
                  <a:lnTo>
                    <a:pt x="7315" y="707757"/>
                  </a:lnTo>
                  <a:lnTo>
                    <a:pt x="3343" y="700555"/>
                  </a:lnTo>
                  <a:lnTo>
                    <a:pt x="2869" y="699677"/>
                  </a:lnTo>
                  <a:lnTo>
                    <a:pt x="2745" y="699408"/>
                  </a:lnTo>
                  <a:lnTo>
                    <a:pt x="802" y="695014"/>
                  </a:lnTo>
                  <a:lnTo>
                    <a:pt x="0" y="693478"/>
                  </a:lnTo>
                  <a:lnTo>
                    <a:pt x="22251" y="696880"/>
                  </a:lnTo>
                  <a:lnTo>
                    <a:pt x="30503" y="698245"/>
                  </a:lnTo>
                  <a:lnTo>
                    <a:pt x="43679" y="700390"/>
                  </a:lnTo>
                  <a:lnTo>
                    <a:pt x="58633" y="701092"/>
                  </a:lnTo>
                  <a:lnTo>
                    <a:pt x="63264" y="701546"/>
                  </a:lnTo>
                  <a:lnTo>
                    <a:pt x="72946" y="702418"/>
                  </a:lnTo>
                  <a:lnTo>
                    <a:pt x="75820" y="702689"/>
                  </a:lnTo>
                  <a:lnTo>
                    <a:pt x="78082" y="702760"/>
                  </a:lnTo>
                  <a:lnTo>
                    <a:pt x="99663" y="704486"/>
                  </a:lnTo>
                  <a:lnTo>
                    <a:pt x="119432" y="700565"/>
                  </a:lnTo>
                  <a:lnTo>
                    <a:pt x="132215" y="701169"/>
                  </a:lnTo>
                  <a:lnTo>
                    <a:pt x="132335" y="700889"/>
                  </a:lnTo>
                  <a:lnTo>
                    <a:pt x="134490" y="698566"/>
                  </a:lnTo>
                  <a:lnTo>
                    <a:pt x="157018" y="699394"/>
                  </a:lnTo>
                  <a:lnTo>
                    <a:pt x="181588" y="705055"/>
                  </a:lnTo>
                  <a:lnTo>
                    <a:pt x="187705" y="706429"/>
                  </a:lnTo>
                  <a:lnTo>
                    <a:pt x="197728" y="707470"/>
                  </a:lnTo>
                  <a:lnTo>
                    <a:pt x="206206" y="717324"/>
                  </a:lnTo>
                  <a:lnTo>
                    <a:pt x="209396" y="720914"/>
                  </a:lnTo>
                  <a:lnTo>
                    <a:pt x="225295" y="724854"/>
                  </a:lnTo>
                  <a:lnTo>
                    <a:pt x="229454" y="724131"/>
                  </a:lnTo>
                  <a:lnTo>
                    <a:pt x="233675" y="724560"/>
                  </a:lnTo>
                  <a:lnTo>
                    <a:pt x="236520" y="724519"/>
                  </a:lnTo>
                  <a:lnTo>
                    <a:pt x="245722" y="728838"/>
                  </a:lnTo>
                  <a:lnTo>
                    <a:pt x="248729" y="730257"/>
                  </a:lnTo>
                  <a:lnTo>
                    <a:pt x="266750" y="737808"/>
                  </a:lnTo>
                  <a:lnTo>
                    <a:pt x="271150" y="738687"/>
                  </a:lnTo>
                  <a:lnTo>
                    <a:pt x="280820" y="740504"/>
                  </a:lnTo>
                  <a:lnTo>
                    <a:pt x="285568" y="741709"/>
                  </a:lnTo>
                  <a:lnTo>
                    <a:pt x="294775" y="741513"/>
                  </a:lnTo>
                  <a:lnTo>
                    <a:pt x="304534" y="739760"/>
                  </a:lnTo>
                  <a:lnTo>
                    <a:pt x="314054" y="738077"/>
                  </a:lnTo>
                  <a:lnTo>
                    <a:pt x="313747" y="748535"/>
                  </a:lnTo>
                  <a:lnTo>
                    <a:pt x="320778" y="749258"/>
                  </a:lnTo>
                  <a:lnTo>
                    <a:pt x="330844" y="748906"/>
                  </a:lnTo>
                  <a:lnTo>
                    <a:pt x="334514" y="752436"/>
                  </a:lnTo>
                  <a:lnTo>
                    <a:pt x="343913" y="744149"/>
                  </a:lnTo>
                  <a:lnTo>
                    <a:pt x="346482" y="744270"/>
                  </a:lnTo>
                  <a:lnTo>
                    <a:pt x="349612" y="742746"/>
                  </a:lnTo>
                  <a:lnTo>
                    <a:pt x="350514" y="741971"/>
                  </a:lnTo>
                  <a:lnTo>
                    <a:pt x="354802" y="739995"/>
                  </a:lnTo>
                  <a:lnTo>
                    <a:pt x="359233" y="737553"/>
                  </a:lnTo>
                  <a:lnTo>
                    <a:pt x="364915" y="734996"/>
                  </a:lnTo>
                  <a:lnTo>
                    <a:pt x="372153" y="732471"/>
                  </a:lnTo>
                  <a:lnTo>
                    <a:pt x="380295" y="729398"/>
                  </a:lnTo>
                  <a:lnTo>
                    <a:pt x="392725" y="724264"/>
                  </a:lnTo>
                  <a:lnTo>
                    <a:pt x="402912" y="720281"/>
                  </a:lnTo>
                  <a:lnTo>
                    <a:pt x="410414" y="717773"/>
                  </a:lnTo>
                  <a:lnTo>
                    <a:pt x="421735" y="716484"/>
                  </a:lnTo>
                  <a:lnTo>
                    <a:pt x="431157" y="714221"/>
                  </a:lnTo>
                  <a:lnTo>
                    <a:pt x="431974" y="711937"/>
                  </a:lnTo>
                  <a:lnTo>
                    <a:pt x="439444" y="709596"/>
                  </a:lnTo>
                  <a:lnTo>
                    <a:pt x="440899" y="709709"/>
                  </a:lnTo>
                  <a:lnTo>
                    <a:pt x="444004" y="711896"/>
                  </a:lnTo>
                  <a:lnTo>
                    <a:pt x="450863" y="711775"/>
                  </a:lnTo>
                  <a:lnTo>
                    <a:pt x="459535" y="712330"/>
                  </a:lnTo>
                  <a:lnTo>
                    <a:pt x="460684" y="711814"/>
                  </a:lnTo>
                  <a:lnTo>
                    <a:pt x="461529" y="711842"/>
                  </a:lnTo>
                  <a:lnTo>
                    <a:pt x="462455" y="711413"/>
                  </a:lnTo>
                  <a:lnTo>
                    <a:pt x="463280" y="710950"/>
                  </a:lnTo>
                  <a:lnTo>
                    <a:pt x="466001" y="710903"/>
                  </a:lnTo>
                  <a:lnTo>
                    <a:pt x="472769" y="709743"/>
                  </a:lnTo>
                  <a:lnTo>
                    <a:pt x="474929" y="710807"/>
                  </a:lnTo>
                  <a:lnTo>
                    <a:pt x="482689" y="710580"/>
                  </a:lnTo>
                  <a:lnTo>
                    <a:pt x="484855" y="710517"/>
                  </a:lnTo>
                  <a:lnTo>
                    <a:pt x="492247" y="712059"/>
                  </a:lnTo>
                  <a:lnTo>
                    <a:pt x="496200" y="711944"/>
                  </a:lnTo>
                  <a:lnTo>
                    <a:pt x="497771" y="712490"/>
                  </a:lnTo>
                  <a:lnTo>
                    <a:pt x="498258" y="712912"/>
                  </a:lnTo>
                  <a:lnTo>
                    <a:pt x="503009" y="710814"/>
                  </a:lnTo>
                  <a:lnTo>
                    <a:pt x="504373" y="710211"/>
                  </a:lnTo>
                  <a:lnTo>
                    <a:pt x="504834" y="710008"/>
                  </a:lnTo>
                  <a:lnTo>
                    <a:pt x="505398" y="710371"/>
                  </a:lnTo>
                  <a:lnTo>
                    <a:pt x="505933" y="709822"/>
                  </a:lnTo>
                  <a:lnTo>
                    <a:pt x="515460" y="710796"/>
                  </a:lnTo>
                  <a:lnTo>
                    <a:pt x="517331" y="710987"/>
                  </a:lnTo>
                  <a:lnTo>
                    <a:pt x="518157" y="710641"/>
                  </a:lnTo>
                  <a:lnTo>
                    <a:pt x="520861" y="710381"/>
                  </a:lnTo>
                  <a:lnTo>
                    <a:pt x="521396" y="710329"/>
                  </a:lnTo>
                  <a:lnTo>
                    <a:pt x="522042" y="710263"/>
                  </a:lnTo>
                  <a:lnTo>
                    <a:pt x="522541" y="710212"/>
                  </a:lnTo>
                  <a:lnTo>
                    <a:pt x="523987" y="710064"/>
                  </a:lnTo>
                  <a:lnTo>
                    <a:pt x="525616" y="709897"/>
                  </a:lnTo>
                  <a:lnTo>
                    <a:pt x="526305" y="709334"/>
                  </a:lnTo>
                  <a:lnTo>
                    <a:pt x="527160" y="709262"/>
                  </a:lnTo>
                  <a:lnTo>
                    <a:pt x="528019" y="709190"/>
                  </a:lnTo>
                  <a:lnTo>
                    <a:pt x="534070" y="704953"/>
                  </a:lnTo>
                  <a:lnTo>
                    <a:pt x="535808" y="704276"/>
                  </a:lnTo>
                  <a:lnTo>
                    <a:pt x="543659" y="701220"/>
                  </a:lnTo>
                  <a:lnTo>
                    <a:pt x="546799" y="701139"/>
                  </a:lnTo>
                  <a:lnTo>
                    <a:pt x="552251" y="700997"/>
                  </a:lnTo>
                  <a:lnTo>
                    <a:pt x="553552" y="699360"/>
                  </a:lnTo>
                  <a:lnTo>
                    <a:pt x="555081" y="698825"/>
                  </a:lnTo>
                  <a:lnTo>
                    <a:pt x="559575" y="697252"/>
                  </a:lnTo>
                  <a:lnTo>
                    <a:pt x="560996" y="696755"/>
                  </a:lnTo>
                  <a:lnTo>
                    <a:pt x="562084" y="696373"/>
                  </a:lnTo>
                  <a:lnTo>
                    <a:pt x="566378" y="694192"/>
                  </a:lnTo>
                  <a:lnTo>
                    <a:pt x="567652" y="691434"/>
                  </a:lnTo>
                  <a:lnTo>
                    <a:pt x="572707" y="687970"/>
                  </a:lnTo>
                  <a:lnTo>
                    <a:pt x="574507" y="686737"/>
                  </a:lnTo>
                  <a:lnTo>
                    <a:pt x="577020" y="682671"/>
                  </a:lnTo>
                  <a:lnTo>
                    <a:pt x="576968" y="681719"/>
                  </a:lnTo>
                  <a:lnTo>
                    <a:pt x="579037" y="679367"/>
                  </a:lnTo>
                  <a:lnTo>
                    <a:pt x="580566" y="678681"/>
                  </a:lnTo>
                  <a:lnTo>
                    <a:pt x="585306" y="673682"/>
                  </a:lnTo>
                  <a:lnTo>
                    <a:pt x="591099" y="667573"/>
                  </a:lnTo>
                  <a:lnTo>
                    <a:pt x="592941" y="666607"/>
                  </a:lnTo>
                  <a:lnTo>
                    <a:pt x="593157" y="666261"/>
                  </a:lnTo>
                  <a:lnTo>
                    <a:pt x="594193" y="665935"/>
                  </a:lnTo>
                  <a:lnTo>
                    <a:pt x="596582" y="665185"/>
                  </a:lnTo>
                  <a:lnTo>
                    <a:pt x="598076" y="664442"/>
                  </a:lnTo>
                  <a:lnTo>
                    <a:pt x="601686" y="663339"/>
                  </a:lnTo>
                  <a:lnTo>
                    <a:pt x="603865" y="662677"/>
                  </a:lnTo>
                  <a:lnTo>
                    <a:pt x="604931" y="662612"/>
                  </a:lnTo>
                  <a:lnTo>
                    <a:pt x="605469" y="662294"/>
                  </a:lnTo>
                  <a:lnTo>
                    <a:pt x="607285" y="660664"/>
                  </a:lnTo>
                  <a:lnTo>
                    <a:pt x="609826" y="659655"/>
                  </a:lnTo>
                  <a:lnTo>
                    <a:pt x="612087" y="659857"/>
                  </a:lnTo>
                  <a:lnTo>
                    <a:pt x="614430" y="659859"/>
                  </a:lnTo>
                  <a:lnTo>
                    <a:pt x="616243" y="658647"/>
                  </a:lnTo>
                  <a:lnTo>
                    <a:pt x="621327" y="653686"/>
                  </a:lnTo>
                  <a:lnTo>
                    <a:pt x="624101" y="650980"/>
                  </a:lnTo>
                  <a:lnTo>
                    <a:pt x="628341" y="650880"/>
                  </a:lnTo>
                  <a:lnTo>
                    <a:pt x="629850" y="650165"/>
                  </a:lnTo>
                  <a:lnTo>
                    <a:pt x="630816" y="649934"/>
                  </a:lnTo>
                  <a:lnTo>
                    <a:pt x="631623" y="647329"/>
                  </a:lnTo>
                  <a:lnTo>
                    <a:pt x="631504" y="644815"/>
                  </a:lnTo>
                  <a:lnTo>
                    <a:pt x="631228" y="643698"/>
                  </a:lnTo>
                  <a:lnTo>
                    <a:pt x="627472" y="638076"/>
                  </a:lnTo>
                  <a:lnTo>
                    <a:pt x="623939" y="635034"/>
                  </a:lnTo>
                  <a:lnTo>
                    <a:pt x="623687" y="634837"/>
                  </a:lnTo>
                  <a:lnTo>
                    <a:pt x="622211" y="634404"/>
                  </a:lnTo>
                  <a:lnTo>
                    <a:pt x="621064" y="633865"/>
                  </a:lnTo>
                  <a:lnTo>
                    <a:pt x="619597" y="632969"/>
                  </a:lnTo>
                  <a:lnTo>
                    <a:pt x="618610" y="632192"/>
                  </a:lnTo>
                  <a:lnTo>
                    <a:pt x="617779" y="631199"/>
                  </a:lnTo>
                  <a:lnTo>
                    <a:pt x="616293" y="629625"/>
                  </a:lnTo>
                  <a:lnTo>
                    <a:pt x="615775" y="628552"/>
                  </a:lnTo>
                  <a:lnTo>
                    <a:pt x="615063" y="627869"/>
                  </a:lnTo>
                  <a:lnTo>
                    <a:pt x="614342" y="627082"/>
                  </a:lnTo>
                  <a:lnTo>
                    <a:pt x="613823" y="626115"/>
                  </a:lnTo>
                  <a:lnTo>
                    <a:pt x="613379" y="624815"/>
                  </a:lnTo>
                  <a:lnTo>
                    <a:pt x="613016" y="623257"/>
                  </a:lnTo>
                  <a:lnTo>
                    <a:pt x="613118" y="622269"/>
                  </a:lnTo>
                  <a:lnTo>
                    <a:pt x="612497" y="621354"/>
                  </a:lnTo>
                  <a:lnTo>
                    <a:pt x="611156" y="620419"/>
                  </a:lnTo>
                  <a:lnTo>
                    <a:pt x="608690" y="619543"/>
                  </a:lnTo>
                  <a:lnTo>
                    <a:pt x="608016" y="617772"/>
                  </a:lnTo>
                  <a:lnTo>
                    <a:pt x="608504" y="616007"/>
                  </a:lnTo>
                  <a:lnTo>
                    <a:pt x="610617" y="611560"/>
                  </a:lnTo>
                  <a:lnTo>
                    <a:pt x="612274" y="610449"/>
                  </a:lnTo>
                  <a:lnTo>
                    <a:pt x="613021" y="608367"/>
                  </a:lnTo>
                  <a:lnTo>
                    <a:pt x="614266" y="607634"/>
                  </a:lnTo>
                  <a:lnTo>
                    <a:pt x="614616" y="607152"/>
                  </a:lnTo>
                  <a:lnTo>
                    <a:pt x="614215" y="603781"/>
                  </a:lnTo>
                  <a:lnTo>
                    <a:pt x="615255" y="600894"/>
                  </a:lnTo>
                  <a:lnTo>
                    <a:pt x="616212" y="598731"/>
                  </a:lnTo>
                  <a:lnTo>
                    <a:pt x="616943" y="597312"/>
                  </a:lnTo>
                  <a:lnTo>
                    <a:pt x="619022" y="594339"/>
                  </a:lnTo>
                  <a:lnTo>
                    <a:pt x="620147" y="592916"/>
                  </a:lnTo>
                  <a:lnTo>
                    <a:pt x="622114" y="589334"/>
                  </a:lnTo>
                  <a:lnTo>
                    <a:pt x="623252" y="587785"/>
                  </a:lnTo>
                  <a:lnTo>
                    <a:pt x="628318" y="584315"/>
                  </a:lnTo>
                  <a:lnTo>
                    <a:pt x="630980" y="583137"/>
                  </a:lnTo>
                  <a:lnTo>
                    <a:pt x="633127" y="582187"/>
                  </a:lnTo>
                  <a:lnTo>
                    <a:pt x="636010" y="582006"/>
                  </a:lnTo>
                  <a:lnTo>
                    <a:pt x="637820" y="583074"/>
                  </a:lnTo>
                  <a:lnTo>
                    <a:pt x="649993" y="583518"/>
                  </a:lnTo>
                  <a:lnTo>
                    <a:pt x="651432" y="583036"/>
                  </a:lnTo>
                  <a:lnTo>
                    <a:pt x="656137" y="586530"/>
                  </a:lnTo>
                  <a:lnTo>
                    <a:pt x="658713" y="589922"/>
                  </a:lnTo>
                  <a:lnTo>
                    <a:pt x="663354" y="592403"/>
                  </a:lnTo>
                  <a:lnTo>
                    <a:pt x="669493" y="594284"/>
                  </a:lnTo>
                  <a:lnTo>
                    <a:pt x="672783" y="594313"/>
                  </a:lnTo>
                  <a:lnTo>
                    <a:pt x="676004" y="594878"/>
                  </a:lnTo>
                  <a:lnTo>
                    <a:pt x="676474" y="594993"/>
                  </a:lnTo>
                  <a:lnTo>
                    <a:pt x="681052" y="596394"/>
                  </a:lnTo>
                  <a:lnTo>
                    <a:pt x="687637" y="596757"/>
                  </a:lnTo>
                  <a:lnTo>
                    <a:pt x="697216" y="597431"/>
                  </a:lnTo>
                  <a:lnTo>
                    <a:pt x="698981" y="598326"/>
                  </a:lnTo>
                  <a:lnTo>
                    <a:pt x="702587" y="598943"/>
                  </a:lnTo>
                  <a:lnTo>
                    <a:pt x="706078" y="596918"/>
                  </a:lnTo>
                  <a:lnTo>
                    <a:pt x="707949" y="595375"/>
                  </a:lnTo>
                  <a:lnTo>
                    <a:pt x="709778" y="593865"/>
                  </a:lnTo>
                  <a:lnTo>
                    <a:pt x="712483" y="593280"/>
                  </a:lnTo>
                  <a:lnTo>
                    <a:pt x="712619" y="592904"/>
                  </a:lnTo>
                  <a:lnTo>
                    <a:pt x="712749" y="592784"/>
                  </a:lnTo>
                  <a:lnTo>
                    <a:pt x="713204" y="592682"/>
                  </a:lnTo>
                  <a:lnTo>
                    <a:pt x="713448" y="592470"/>
                  </a:lnTo>
                  <a:lnTo>
                    <a:pt x="713530" y="592239"/>
                  </a:lnTo>
                  <a:lnTo>
                    <a:pt x="713525" y="592021"/>
                  </a:lnTo>
                  <a:lnTo>
                    <a:pt x="713734" y="591768"/>
                  </a:lnTo>
                  <a:lnTo>
                    <a:pt x="714001" y="591667"/>
                  </a:lnTo>
                  <a:lnTo>
                    <a:pt x="714229" y="591482"/>
                  </a:lnTo>
                  <a:lnTo>
                    <a:pt x="714286" y="590947"/>
                  </a:lnTo>
                  <a:lnTo>
                    <a:pt x="714541" y="590818"/>
                  </a:lnTo>
                  <a:lnTo>
                    <a:pt x="714923" y="590761"/>
                  </a:lnTo>
                  <a:lnTo>
                    <a:pt x="715765" y="590807"/>
                  </a:lnTo>
                  <a:lnTo>
                    <a:pt x="716480" y="590678"/>
                  </a:lnTo>
                  <a:lnTo>
                    <a:pt x="716957" y="590460"/>
                  </a:lnTo>
                  <a:lnTo>
                    <a:pt x="718704" y="590187"/>
                  </a:lnTo>
                  <a:lnTo>
                    <a:pt x="721199" y="589976"/>
                  </a:lnTo>
                  <a:lnTo>
                    <a:pt x="723257" y="588748"/>
                  </a:lnTo>
                  <a:lnTo>
                    <a:pt x="725101" y="586974"/>
                  </a:lnTo>
                  <a:lnTo>
                    <a:pt x="725286" y="586551"/>
                  </a:lnTo>
                  <a:lnTo>
                    <a:pt x="726036" y="584828"/>
                  </a:lnTo>
                  <a:lnTo>
                    <a:pt x="726483" y="584828"/>
                  </a:lnTo>
                  <a:lnTo>
                    <a:pt x="729220" y="583082"/>
                  </a:lnTo>
                  <a:lnTo>
                    <a:pt x="732479" y="581001"/>
                  </a:lnTo>
                  <a:lnTo>
                    <a:pt x="733063" y="580871"/>
                  </a:lnTo>
                  <a:lnTo>
                    <a:pt x="733257" y="580828"/>
                  </a:lnTo>
                  <a:lnTo>
                    <a:pt x="735980" y="577892"/>
                  </a:lnTo>
                  <a:lnTo>
                    <a:pt x="738084" y="576335"/>
                  </a:lnTo>
                  <a:lnTo>
                    <a:pt x="738459" y="575799"/>
                  </a:lnTo>
                  <a:lnTo>
                    <a:pt x="740690" y="572614"/>
                  </a:lnTo>
                  <a:lnTo>
                    <a:pt x="741513" y="570676"/>
                  </a:lnTo>
                  <a:lnTo>
                    <a:pt x="741940" y="567884"/>
                  </a:lnTo>
                  <a:lnTo>
                    <a:pt x="750189" y="565349"/>
                  </a:lnTo>
                  <a:lnTo>
                    <a:pt x="750452" y="565440"/>
                  </a:lnTo>
                  <a:lnTo>
                    <a:pt x="758027" y="568063"/>
                  </a:lnTo>
                  <a:lnTo>
                    <a:pt x="760070" y="568357"/>
                  </a:lnTo>
                  <a:lnTo>
                    <a:pt x="761412" y="568167"/>
                  </a:lnTo>
                  <a:lnTo>
                    <a:pt x="761643" y="568134"/>
                  </a:lnTo>
                  <a:lnTo>
                    <a:pt x="762143" y="568063"/>
                  </a:lnTo>
                  <a:lnTo>
                    <a:pt x="763118" y="567964"/>
                  </a:lnTo>
                  <a:lnTo>
                    <a:pt x="764627" y="567810"/>
                  </a:lnTo>
                  <a:lnTo>
                    <a:pt x="765589" y="567713"/>
                  </a:lnTo>
                  <a:lnTo>
                    <a:pt x="768494" y="567417"/>
                  </a:lnTo>
                  <a:lnTo>
                    <a:pt x="776695" y="567584"/>
                  </a:lnTo>
                  <a:lnTo>
                    <a:pt x="777442" y="567399"/>
                  </a:lnTo>
                  <a:lnTo>
                    <a:pt x="784916" y="565548"/>
                  </a:lnTo>
                  <a:lnTo>
                    <a:pt x="790870" y="564315"/>
                  </a:lnTo>
                  <a:lnTo>
                    <a:pt x="792353" y="563211"/>
                  </a:lnTo>
                  <a:lnTo>
                    <a:pt x="798612" y="558347"/>
                  </a:lnTo>
                  <a:lnTo>
                    <a:pt x="801180" y="555814"/>
                  </a:lnTo>
                  <a:lnTo>
                    <a:pt x="804120" y="554899"/>
                  </a:lnTo>
                  <a:lnTo>
                    <a:pt x="804987" y="554629"/>
                  </a:lnTo>
                  <a:lnTo>
                    <a:pt x="805277" y="553543"/>
                  </a:lnTo>
                  <a:lnTo>
                    <a:pt x="805962" y="553256"/>
                  </a:lnTo>
                  <a:lnTo>
                    <a:pt x="807714" y="553374"/>
                  </a:lnTo>
                  <a:lnTo>
                    <a:pt x="808963" y="553650"/>
                  </a:lnTo>
                  <a:lnTo>
                    <a:pt x="809852" y="553188"/>
                  </a:lnTo>
                  <a:lnTo>
                    <a:pt x="811414" y="553136"/>
                  </a:lnTo>
                  <a:lnTo>
                    <a:pt x="812639" y="552097"/>
                  </a:lnTo>
                  <a:lnTo>
                    <a:pt x="813085" y="551533"/>
                  </a:lnTo>
                  <a:lnTo>
                    <a:pt x="813379" y="550461"/>
                  </a:lnTo>
                  <a:lnTo>
                    <a:pt x="813994" y="549938"/>
                  </a:lnTo>
                  <a:lnTo>
                    <a:pt x="815105" y="548992"/>
                  </a:lnTo>
                  <a:lnTo>
                    <a:pt x="816162" y="548890"/>
                  </a:lnTo>
                  <a:lnTo>
                    <a:pt x="815701" y="546354"/>
                  </a:lnTo>
                  <a:lnTo>
                    <a:pt x="816087" y="545925"/>
                  </a:lnTo>
                  <a:lnTo>
                    <a:pt x="815081" y="544622"/>
                  </a:lnTo>
                  <a:lnTo>
                    <a:pt x="814151" y="544108"/>
                  </a:lnTo>
                  <a:lnTo>
                    <a:pt x="815358" y="539748"/>
                  </a:lnTo>
                  <a:lnTo>
                    <a:pt x="816630" y="538068"/>
                  </a:lnTo>
                  <a:lnTo>
                    <a:pt x="821390" y="531778"/>
                  </a:lnTo>
                  <a:lnTo>
                    <a:pt x="822444" y="531519"/>
                  </a:lnTo>
                  <a:lnTo>
                    <a:pt x="826562" y="527012"/>
                  </a:lnTo>
                  <a:lnTo>
                    <a:pt x="828080" y="525834"/>
                  </a:lnTo>
                  <a:lnTo>
                    <a:pt x="828864" y="524001"/>
                  </a:lnTo>
                  <a:lnTo>
                    <a:pt x="829687" y="523396"/>
                  </a:lnTo>
                  <a:lnTo>
                    <a:pt x="832675" y="522392"/>
                  </a:lnTo>
                  <a:lnTo>
                    <a:pt x="835970" y="522197"/>
                  </a:lnTo>
                  <a:lnTo>
                    <a:pt x="836745" y="521851"/>
                  </a:lnTo>
                  <a:lnTo>
                    <a:pt x="837088" y="521318"/>
                  </a:lnTo>
                  <a:lnTo>
                    <a:pt x="837621" y="521101"/>
                  </a:lnTo>
                  <a:lnTo>
                    <a:pt x="838155" y="521087"/>
                  </a:lnTo>
                  <a:lnTo>
                    <a:pt x="838536" y="520928"/>
                  </a:lnTo>
                  <a:lnTo>
                    <a:pt x="838815" y="520337"/>
                  </a:lnTo>
                  <a:lnTo>
                    <a:pt x="838980" y="519847"/>
                  </a:lnTo>
                  <a:lnTo>
                    <a:pt x="839209" y="519645"/>
                  </a:lnTo>
                  <a:lnTo>
                    <a:pt x="839501" y="519573"/>
                  </a:lnTo>
                  <a:lnTo>
                    <a:pt x="842387" y="520054"/>
                  </a:lnTo>
                  <a:lnTo>
                    <a:pt x="846828" y="520421"/>
                  </a:lnTo>
                  <a:lnTo>
                    <a:pt x="847799" y="520501"/>
                  </a:lnTo>
                  <a:lnTo>
                    <a:pt x="850466" y="520819"/>
                  </a:lnTo>
                  <a:lnTo>
                    <a:pt x="857031" y="520424"/>
                  </a:lnTo>
                  <a:lnTo>
                    <a:pt x="862222" y="520635"/>
                  </a:lnTo>
                  <a:lnTo>
                    <a:pt x="862841" y="518945"/>
                  </a:lnTo>
                  <a:lnTo>
                    <a:pt x="862491" y="517873"/>
                  </a:lnTo>
                  <a:lnTo>
                    <a:pt x="863415" y="515195"/>
                  </a:lnTo>
                  <a:lnTo>
                    <a:pt x="865483" y="512537"/>
                  </a:lnTo>
                  <a:lnTo>
                    <a:pt x="864279" y="510011"/>
                  </a:lnTo>
                  <a:lnTo>
                    <a:pt x="865773" y="509803"/>
                  </a:lnTo>
                  <a:lnTo>
                    <a:pt x="867602" y="509163"/>
                  </a:lnTo>
                  <a:lnTo>
                    <a:pt x="868563" y="509266"/>
                  </a:lnTo>
                  <a:lnTo>
                    <a:pt x="870056" y="509041"/>
                  </a:lnTo>
                  <a:lnTo>
                    <a:pt x="871251" y="509451"/>
                  </a:lnTo>
                  <a:lnTo>
                    <a:pt x="871906" y="508915"/>
                  </a:lnTo>
                  <a:lnTo>
                    <a:pt x="873161" y="509354"/>
                  </a:lnTo>
                  <a:lnTo>
                    <a:pt x="873669" y="509801"/>
                  </a:lnTo>
                  <a:lnTo>
                    <a:pt x="873910" y="510292"/>
                  </a:lnTo>
                  <a:lnTo>
                    <a:pt x="873936" y="511042"/>
                  </a:lnTo>
                  <a:lnTo>
                    <a:pt x="874266" y="511546"/>
                  </a:lnTo>
                  <a:lnTo>
                    <a:pt x="875257" y="512397"/>
                  </a:lnTo>
                  <a:lnTo>
                    <a:pt x="876362" y="513075"/>
                  </a:lnTo>
                  <a:lnTo>
                    <a:pt x="877200" y="513075"/>
                  </a:lnTo>
                  <a:lnTo>
                    <a:pt x="878509" y="512815"/>
                  </a:lnTo>
                  <a:lnTo>
                    <a:pt x="879157" y="512426"/>
                  </a:lnTo>
                  <a:lnTo>
                    <a:pt x="879360" y="512195"/>
                  </a:lnTo>
                  <a:lnTo>
                    <a:pt x="879703" y="512181"/>
                  </a:lnTo>
                  <a:lnTo>
                    <a:pt x="881151" y="512440"/>
                  </a:lnTo>
                  <a:lnTo>
                    <a:pt x="881888" y="512383"/>
                  </a:lnTo>
                  <a:lnTo>
                    <a:pt x="882637" y="512166"/>
                  </a:lnTo>
                  <a:lnTo>
                    <a:pt x="883185" y="511890"/>
                  </a:lnTo>
                  <a:lnTo>
                    <a:pt x="883603" y="511590"/>
                  </a:lnTo>
                  <a:lnTo>
                    <a:pt x="883234" y="510753"/>
                  </a:lnTo>
                  <a:lnTo>
                    <a:pt x="883298" y="510436"/>
                  </a:lnTo>
                  <a:lnTo>
                    <a:pt x="883615" y="510205"/>
                  </a:lnTo>
                  <a:lnTo>
                    <a:pt x="884428" y="510003"/>
                  </a:lnTo>
                  <a:lnTo>
                    <a:pt x="884670" y="509859"/>
                  </a:lnTo>
                  <a:lnTo>
                    <a:pt x="885038" y="509153"/>
                  </a:lnTo>
                  <a:lnTo>
                    <a:pt x="885622" y="508633"/>
                  </a:lnTo>
                  <a:lnTo>
                    <a:pt x="886054" y="508403"/>
                  </a:lnTo>
                  <a:lnTo>
                    <a:pt x="886994" y="508258"/>
                  </a:lnTo>
                  <a:lnTo>
                    <a:pt x="887871" y="508388"/>
                  </a:lnTo>
                  <a:lnTo>
                    <a:pt x="888239" y="508388"/>
                  </a:lnTo>
                  <a:lnTo>
                    <a:pt x="888646" y="508186"/>
                  </a:lnTo>
                  <a:lnTo>
                    <a:pt x="888874" y="507537"/>
                  </a:lnTo>
                  <a:lnTo>
                    <a:pt x="889536" y="507574"/>
                  </a:lnTo>
                  <a:lnTo>
                    <a:pt x="890678" y="507638"/>
                  </a:lnTo>
                  <a:lnTo>
                    <a:pt x="891123" y="507610"/>
                  </a:lnTo>
                  <a:lnTo>
                    <a:pt x="891669" y="507480"/>
                  </a:lnTo>
                  <a:lnTo>
                    <a:pt x="894591" y="505259"/>
                  </a:lnTo>
                  <a:lnTo>
                    <a:pt x="895556" y="505100"/>
                  </a:lnTo>
                  <a:lnTo>
                    <a:pt x="896915" y="505100"/>
                  </a:lnTo>
                  <a:lnTo>
                    <a:pt x="897677" y="504942"/>
                  </a:lnTo>
                  <a:lnTo>
                    <a:pt x="898668" y="504466"/>
                  </a:lnTo>
                  <a:lnTo>
                    <a:pt x="899202" y="503860"/>
                  </a:lnTo>
                  <a:lnTo>
                    <a:pt x="899596" y="503644"/>
                  </a:lnTo>
                  <a:lnTo>
                    <a:pt x="900924" y="503458"/>
                  </a:lnTo>
                  <a:lnTo>
                    <a:pt x="902631" y="502350"/>
                  </a:lnTo>
                  <a:lnTo>
                    <a:pt x="906666" y="502893"/>
                  </a:lnTo>
                  <a:lnTo>
                    <a:pt x="908190" y="504023"/>
                  </a:lnTo>
                  <a:lnTo>
                    <a:pt x="914412" y="504541"/>
                  </a:lnTo>
                  <a:lnTo>
                    <a:pt x="916438" y="503239"/>
                  </a:lnTo>
                  <a:lnTo>
                    <a:pt x="917105" y="503146"/>
                  </a:lnTo>
                  <a:lnTo>
                    <a:pt x="917481" y="503389"/>
                  </a:lnTo>
                  <a:lnTo>
                    <a:pt x="918070" y="504369"/>
                  </a:lnTo>
                  <a:lnTo>
                    <a:pt x="920133" y="504462"/>
                  </a:lnTo>
                  <a:lnTo>
                    <a:pt x="922745" y="504946"/>
                  </a:lnTo>
                  <a:lnTo>
                    <a:pt x="923223" y="504819"/>
                  </a:lnTo>
                  <a:lnTo>
                    <a:pt x="923375" y="504415"/>
                  </a:lnTo>
                  <a:lnTo>
                    <a:pt x="923192" y="503919"/>
                  </a:lnTo>
                  <a:lnTo>
                    <a:pt x="922887" y="503481"/>
                  </a:lnTo>
                  <a:lnTo>
                    <a:pt x="925296" y="500805"/>
                  </a:lnTo>
                  <a:lnTo>
                    <a:pt x="926688" y="500851"/>
                  </a:lnTo>
                  <a:lnTo>
                    <a:pt x="927857" y="500666"/>
                  </a:lnTo>
                  <a:lnTo>
                    <a:pt x="928283" y="500678"/>
                  </a:lnTo>
                  <a:lnTo>
                    <a:pt x="928527" y="501035"/>
                  </a:lnTo>
                  <a:lnTo>
                    <a:pt x="928639" y="502224"/>
                  </a:lnTo>
                  <a:lnTo>
                    <a:pt x="928283" y="502650"/>
                  </a:lnTo>
                  <a:lnTo>
                    <a:pt x="928741" y="503031"/>
                  </a:lnTo>
                  <a:lnTo>
                    <a:pt x="929757" y="503193"/>
                  </a:lnTo>
                  <a:lnTo>
                    <a:pt x="930682" y="502500"/>
                  </a:lnTo>
                  <a:lnTo>
                    <a:pt x="932257" y="501993"/>
                  </a:lnTo>
                  <a:lnTo>
                    <a:pt x="933090" y="503216"/>
                  </a:lnTo>
                  <a:lnTo>
                    <a:pt x="934706" y="505142"/>
                  </a:lnTo>
                  <a:lnTo>
                    <a:pt x="936332" y="506642"/>
                  </a:lnTo>
                  <a:lnTo>
                    <a:pt x="936911" y="507011"/>
                  </a:lnTo>
                  <a:lnTo>
                    <a:pt x="937277" y="506930"/>
                  </a:lnTo>
                  <a:lnTo>
                    <a:pt x="938364" y="506342"/>
                  </a:lnTo>
                  <a:lnTo>
                    <a:pt x="938761" y="506296"/>
                  </a:lnTo>
                  <a:lnTo>
                    <a:pt x="940590" y="506861"/>
                  </a:lnTo>
                  <a:lnTo>
                    <a:pt x="942226" y="506642"/>
                  </a:lnTo>
                  <a:lnTo>
                    <a:pt x="943151" y="506827"/>
                  </a:lnTo>
                  <a:lnTo>
                    <a:pt x="943313" y="507242"/>
                  </a:lnTo>
                  <a:lnTo>
                    <a:pt x="944309" y="507784"/>
                  </a:lnTo>
                  <a:lnTo>
                    <a:pt x="945346" y="508707"/>
                  </a:lnTo>
                  <a:lnTo>
                    <a:pt x="945803" y="508742"/>
                  </a:lnTo>
                  <a:lnTo>
                    <a:pt x="946840" y="508269"/>
                  </a:lnTo>
                  <a:lnTo>
                    <a:pt x="947226" y="508257"/>
                  </a:lnTo>
                  <a:lnTo>
                    <a:pt x="947531" y="508522"/>
                  </a:lnTo>
                  <a:lnTo>
                    <a:pt x="947777" y="509011"/>
                  </a:lnTo>
                  <a:lnTo>
                    <a:pt x="948344" y="508915"/>
                  </a:lnTo>
                  <a:lnTo>
                    <a:pt x="948824" y="508411"/>
                  </a:lnTo>
                  <a:lnTo>
                    <a:pt x="950385" y="507277"/>
                  </a:lnTo>
                  <a:lnTo>
                    <a:pt x="952724" y="507610"/>
                  </a:lnTo>
                  <a:lnTo>
                    <a:pt x="953439" y="507573"/>
                  </a:lnTo>
                  <a:lnTo>
                    <a:pt x="954066" y="507373"/>
                  </a:lnTo>
                  <a:lnTo>
                    <a:pt x="955735" y="507471"/>
                  </a:lnTo>
                  <a:lnTo>
                    <a:pt x="956794" y="508164"/>
                  </a:lnTo>
                  <a:lnTo>
                    <a:pt x="957965" y="508192"/>
                  </a:lnTo>
                  <a:lnTo>
                    <a:pt x="959357" y="507901"/>
                  </a:lnTo>
                  <a:lnTo>
                    <a:pt x="959648" y="507878"/>
                  </a:lnTo>
                  <a:lnTo>
                    <a:pt x="960135" y="508183"/>
                  </a:lnTo>
                  <a:lnTo>
                    <a:pt x="960770" y="508450"/>
                  </a:lnTo>
                  <a:lnTo>
                    <a:pt x="961042" y="508813"/>
                  </a:lnTo>
                  <a:lnTo>
                    <a:pt x="961106" y="509476"/>
                  </a:lnTo>
                  <a:lnTo>
                    <a:pt x="960871" y="509891"/>
                  </a:lnTo>
                  <a:lnTo>
                    <a:pt x="962634" y="509189"/>
                  </a:lnTo>
                  <a:lnTo>
                    <a:pt x="963187" y="508561"/>
                  </a:lnTo>
                  <a:lnTo>
                    <a:pt x="963699" y="508367"/>
                  </a:lnTo>
                  <a:lnTo>
                    <a:pt x="964471" y="508386"/>
                  </a:lnTo>
                  <a:lnTo>
                    <a:pt x="965081" y="508155"/>
                  </a:lnTo>
                  <a:lnTo>
                    <a:pt x="965837" y="507103"/>
                  </a:lnTo>
                  <a:lnTo>
                    <a:pt x="966422" y="506337"/>
                  </a:lnTo>
                  <a:lnTo>
                    <a:pt x="966593" y="505635"/>
                  </a:lnTo>
                  <a:lnTo>
                    <a:pt x="966195" y="505220"/>
                  </a:lnTo>
                  <a:lnTo>
                    <a:pt x="969162" y="505829"/>
                  </a:lnTo>
                  <a:lnTo>
                    <a:pt x="969667" y="505855"/>
                  </a:lnTo>
                  <a:lnTo>
                    <a:pt x="970856" y="505774"/>
                  </a:lnTo>
                  <a:lnTo>
                    <a:pt x="970881" y="504891"/>
                  </a:lnTo>
                  <a:lnTo>
                    <a:pt x="971055" y="504606"/>
                  </a:lnTo>
                  <a:lnTo>
                    <a:pt x="971603" y="504087"/>
                  </a:lnTo>
                  <a:lnTo>
                    <a:pt x="971860" y="503663"/>
                  </a:lnTo>
                  <a:lnTo>
                    <a:pt x="971287" y="502582"/>
                  </a:lnTo>
                  <a:lnTo>
                    <a:pt x="971023" y="501705"/>
                  </a:lnTo>
                  <a:lnTo>
                    <a:pt x="970916" y="501415"/>
                  </a:lnTo>
                  <a:lnTo>
                    <a:pt x="970772" y="501025"/>
                  </a:lnTo>
                  <a:lnTo>
                    <a:pt x="971926" y="499895"/>
                  </a:lnTo>
                  <a:lnTo>
                    <a:pt x="971997" y="499399"/>
                  </a:lnTo>
                  <a:lnTo>
                    <a:pt x="971472" y="498144"/>
                  </a:lnTo>
                  <a:lnTo>
                    <a:pt x="971520" y="497411"/>
                  </a:lnTo>
                  <a:lnTo>
                    <a:pt x="972020" y="497094"/>
                  </a:lnTo>
                  <a:lnTo>
                    <a:pt x="971177" y="496852"/>
                  </a:lnTo>
                  <a:lnTo>
                    <a:pt x="971146" y="494879"/>
                  </a:lnTo>
                  <a:lnTo>
                    <a:pt x="971538" y="494315"/>
                  </a:lnTo>
                  <a:lnTo>
                    <a:pt x="968677" y="493668"/>
                  </a:lnTo>
                  <a:lnTo>
                    <a:pt x="968367" y="492406"/>
                  </a:lnTo>
                  <a:lnTo>
                    <a:pt x="969312" y="491748"/>
                  </a:lnTo>
                  <a:lnTo>
                    <a:pt x="969198" y="491603"/>
                  </a:lnTo>
                  <a:lnTo>
                    <a:pt x="968649" y="491533"/>
                  </a:lnTo>
                  <a:lnTo>
                    <a:pt x="967963" y="491447"/>
                  </a:lnTo>
                  <a:lnTo>
                    <a:pt x="966571" y="489832"/>
                  </a:lnTo>
                  <a:lnTo>
                    <a:pt x="966370" y="489585"/>
                  </a:lnTo>
                  <a:lnTo>
                    <a:pt x="965921" y="489036"/>
                  </a:lnTo>
                  <a:lnTo>
                    <a:pt x="965707" y="488586"/>
                  </a:lnTo>
                  <a:lnTo>
                    <a:pt x="965689" y="488400"/>
                  </a:lnTo>
                  <a:lnTo>
                    <a:pt x="965786" y="488132"/>
                  </a:lnTo>
                  <a:lnTo>
                    <a:pt x="965648" y="487865"/>
                  </a:lnTo>
                  <a:lnTo>
                    <a:pt x="965681" y="487505"/>
                  </a:lnTo>
                  <a:lnTo>
                    <a:pt x="966388" y="487090"/>
                  </a:lnTo>
                  <a:lnTo>
                    <a:pt x="964604" y="483615"/>
                  </a:lnTo>
                  <a:lnTo>
                    <a:pt x="964363" y="483269"/>
                  </a:lnTo>
                  <a:lnTo>
                    <a:pt x="963098" y="481450"/>
                  </a:lnTo>
                  <a:lnTo>
                    <a:pt x="962901" y="481167"/>
                  </a:lnTo>
                  <a:lnTo>
                    <a:pt x="962775" y="480985"/>
                  </a:lnTo>
                  <a:lnTo>
                    <a:pt x="961928" y="480288"/>
                  </a:lnTo>
                  <a:lnTo>
                    <a:pt x="961269" y="479910"/>
                  </a:lnTo>
                  <a:lnTo>
                    <a:pt x="960757" y="479421"/>
                  </a:lnTo>
                  <a:lnTo>
                    <a:pt x="959881" y="478431"/>
                  </a:lnTo>
                  <a:lnTo>
                    <a:pt x="959700" y="478186"/>
                  </a:lnTo>
                  <a:lnTo>
                    <a:pt x="959481" y="478106"/>
                  </a:lnTo>
                  <a:lnTo>
                    <a:pt x="959228" y="477941"/>
                  </a:lnTo>
                  <a:lnTo>
                    <a:pt x="958727" y="477657"/>
                  </a:lnTo>
                  <a:lnTo>
                    <a:pt x="958504" y="477617"/>
                  </a:lnTo>
                  <a:lnTo>
                    <a:pt x="958246" y="477581"/>
                  </a:lnTo>
                  <a:lnTo>
                    <a:pt x="957941" y="477587"/>
                  </a:lnTo>
                  <a:lnTo>
                    <a:pt x="957688" y="477626"/>
                  </a:lnTo>
                  <a:lnTo>
                    <a:pt x="957203" y="477609"/>
                  </a:lnTo>
                  <a:lnTo>
                    <a:pt x="956975" y="477680"/>
                  </a:lnTo>
                  <a:lnTo>
                    <a:pt x="956052" y="477488"/>
                  </a:lnTo>
                  <a:lnTo>
                    <a:pt x="955993" y="476942"/>
                  </a:lnTo>
                  <a:lnTo>
                    <a:pt x="956179" y="476624"/>
                  </a:lnTo>
                  <a:lnTo>
                    <a:pt x="955950" y="476366"/>
                  </a:lnTo>
                  <a:lnTo>
                    <a:pt x="955966" y="476179"/>
                  </a:lnTo>
                  <a:lnTo>
                    <a:pt x="956202" y="476150"/>
                  </a:lnTo>
                  <a:lnTo>
                    <a:pt x="955943" y="475743"/>
                  </a:lnTo>
                  <a:lnTo>
                    <a:pt x="955780" y="475722"/>
                  </a:lnTo>
                  <a:lnTo>
                    <a:pt x="955742" y="475548"/>
                  </a:lnTo>
                  <a:lnTo>
                    <a:pt x="955750" y="475394"/>
                  </a:lnTo>
                  <a:lnTo>
                    <a:pt x="955853" y="475135"/>
                  </a:lnTo>
                  <a:lnTo>
                    <a:pt x="955703" y="475002"/>
                  </a:lnTo>
                  <a:lnTo>
                    <a:pt x="955429" y="475012"/>
                  </a:lnTo>
                  <a:lnTo>
                    <a:pt x="954992" y="475045"/>
                  </a:lnTo>
                  <a:lnTo>
                    <a:pt x="954716" y="474847"/>
                  </a:lnTo>
                  <a:lnTo>
                    <a:pt x="954428" y="474893"/>
                  </a:lnTo>
                  <a:lnTo>
                    <a:pt x="954348" y="474512"/>
                  </a:lnTo>
                  <a:lnTo>
                    <a:pt x="954606" y="474493"/>
                  </a:lnTo>
                  <a:lnTo>
                    <a:pt x="954337" y="474315"/>
                  </a:lnTo>
                  <a:lnTo>
                    <a:pt x="953948" y="474017"/>
                  </a:lnTo>
                  <a:lnTo>
                    <a:pt x="953715" y="474015"/>
                  </a:lnTo>
                  <a:lnTo>
                    <a:pt x="953005" y="473837"/>
                  </a:lnTo>
                  <a:lnTo>
                    <a:pt x="952671" y="473725"/>
                  </a:lnTo>
                  <a:lnTo>
                    <a:pt x="952632" y="473292"/>
                  </a:lnTo>
                  <a:lnTo>
                    <a:pt x="951873" y="473069"/>
                  </a:lnTo>
                  <a:lnTo>
                    <a:pt x="951684" y="472753"/>
                  </a:lnTo>
                  <a:lnTo>
                    <a:pt x="950899" y="472215"/>
                  </a:lnTo>
                  <a:lnTo>
                    <a:pt x="950844" y="471694"/>
                  </a:lnTo>
                  <a:lnTo>
                    <a:pt x="950468" y="471273"/>
                  </a:lnTo>
                  <a:lnTo>
                    <a:pt x="950039" y="471173"/>
                  </a:lnTo>
                  <a:lnTo>
                    <a:pt x="949801" y="470997"/>
                  </a:lnTo>
                  <a:lnTo>
                    <a:pt x="949643" y="470867"/>
                  </a:lnTo>
                  <a:lnTo>
                    <a:pt x="949422" y="470831"/>
                  </a:lnTo>
                  <a:lnTo>
                    <a:pt x="949082" y="470643"/>
                  </a:lnTo>
                  <a:lnTo>
                    <a:pt x="948747" y="470469"/>
                  </a:lnTo>
                  <a:lnTo>
                    <a:pt x="948411" y="470445"/>
                  </a:lnTo>
                  <a:lnTo>
                    <a:pt x="947703" y="469717"/>
                  </a:lnTo>
                  <a:lnTo>
                    <a:pt x="947505" y="469109"/>
                  </a:lnTo>
                  <a:lnTo>
                    <a:pt x="946529" y="468900"/>
                  </a:lnTo>
                  <a:lnTo>
                    <a:pt x="945954" y="469067"/>
                  </a:lnTo>
                  <a:lnTo>
                    <a:pt x="945754" y="469113"/>
                  </a:lnTo>
                  <a:lnTo>
                    <a:pt x="945848" y="468696"/>
                  </a:lnTo>
                  <a:lnTo>
                    <a:pt x="946982" y="467179"/>
                  </a:lnTo>
                  <a:lnTo>
                    <a:pt x="947450" y="466554"/>
                  </a:lnTo>
                  <a:lnTo>
                    <a:pt x="946350" y="466212"/>
                  </a:lnTo>
                  <a:lnTo>
                    <a:pt x="940505" y="464382"/>
                  </a:lnTo>
                  <a:lnTo>
                    <a:pt x="938321" y="463482"/>
                  </a:lnTo>
                  <a:lnTo>
                    <a:pt x="938142" y="462145"/>
                  </a:lnTo>
                  <a:lnTo>
                    <a:pt x="937853" y="459980"/>
                  </a:lnTo>
                  <a:lnTo>
                    <a:pt x="937791" y="459520"/>
                  </a:lnTo>
                  <a:lnTo>
                    <a:pt x="937537" y="457617"/>
                  </a:lnTo>
                  <a:lnTo>
                    <a:pt x="934779" y="456666"/>
                  </a:lnTo>
                  <a:lnTo>
                    <a:pt x="932244" y="455792"/>
                  </a:lnTo>
                  <a:lnTo>
                    <a:pt x="929325" y="454785"/>
                  </a:lnTo>
                  <a:lnTo>
                    <a:pt x="922227" y="452338"/>
                  </a:lnTo>
                  <a:lnTo>
                    <a:pt x="921788" y="451793"/>
                  </a:lnTo>
                  <a:lnTo>
                    <a:pt x="917588" y="446582"/>
                  </a:lnTo>
                  <a:lnTo>
                    <a:pt x="913781" y="441858"/>
                  </a:lnTo>
                  <a:lnTo>
                    <a:pt x="913285" y="441541"/>
                  </a:lnTo>
                  <a:lnTo>
                    <a:pt x="912461" y="441495"/>
                  </a:lnTo>
                  <a:lnTo>
                    <a:pt x="908002" y="440986"/>
                  </a:lnTo>
                  <a:lnTo>
                    <a:pt x="906831" y="440667"/>
                  </a:lnTo>
                  <a:lnTo>
                    <a:pt x="906351" y="440636"/>
                  </a:lnTo>
                  <a:lnTo>
                    <a:pt x="905922" y="440601"/>
                  </a:lnTo>
                  <a:lnTo>
                    <a:pt x="905697" y="440562"/>
                  </a:lnTo>
                  <a:lnTo>
                    <a:pt x="905532" y="440475"/>
                  </a:lnTo>
                  <a:lnTo>
                    <a:pt x="905056" y="440417"/>
                  </a:lnTo>
                  <a:lnTo>
                    <a:pt x="903288" y="440930"/>
                  </a:lnTo>
                  <a:lnTo>
                    <a:pt x="902660" y="440598"/>
                  </a:lnTo>
                  <a:lnTo>
                    <a:pt x="902269" y="440943"/>
                  </a:lnTo>
                  <a:lnTo>
                    <a:pt x="901849" y="440952"/>
                  </a:lnTo>
                  <a:lnTo>
                    <a:pt x="901196" y="440571"/>
                  </a:lnTo>
                  <a:lnTo>
                    <a:pt x="900308" y="439916"/>
                  </a:lnTo>
                  <a:lnTo>
                    <a:pt x="899484" y="439455"/>
                  </a:lnTo>
                  <a:lnTo>
                    <a:pt x="899278" y="439095"/>
                  </a:lnTo>
                  <a:lnTo>
                    <a:pt x="898336" y="439179"/>
                  </a:lnTo>
                  <a:lnTo>
                    <a:pt x="898202" y="439149"/>
                  </a:lnTo>
                  <a:lnTo>
                    <a:pt x="897625" y="439158"/>
                  </a:lnTo>
                  <a:lnTo>
                    <a:pt x="895934" y="439295"/>
                  </a:lnTo>
                  <a:lnTo>
                    <a:pt x="895200" y="439517"/>
                  </a:lnTo>
                  <a:lnTo>
                    <a:pt x="894814" y="439161"/>
                  </a:lnTo>
                  <a:lnTo>
                    <a:pt x="893960" y="439170"/>
                  </a:lnTo>
                  <a:lnTo>
                    <a:pt x="893604" y="439598"/>
                  </a:lnTo>
                  <a:lnTo>
                    <a:pt x="893219" y="439788"/>
                  </a:lnTo>
                  <a:lnTo>
                    <a:pt x="892415" y="440018"/>
                  </a:lnTo>
                  <a:lnTo>
                    <a:pt x="891668" y="440096"/>
                  </a:lnTo>
                  <a:lnTo>
                    <a:pt x="891375" y="440549"/>
                  </a:lnTo>
                  <a:lnTo>
                    <a:pt x="890686" y="440519"/>
                  </a:lnTo>
                  <a:lnTo>
                    <a:pt x="889536" y="440722"/>
                  </a:lnTo>
                  <a:lnTo>
                    <a:pt x="889290" y="440737"/>
                  </a:lnTo>
                  <a:lnTo>
                    <a:pt x="888989" y="440604"/>
                  </a:lnTo>
                  <a:lnTo>
                    <a:pt x="888825" y="440379"/>
                  </a:lnTo>
                  <a:lnTo>
                    <a:pt x="888579" y="440336"/>
                  </a:lnTo>
                  <a:lnTo>
                    <a:pt x="887280" y="440611"/>
                  </a:lnTo>
                  <a:lnTo>
                    <a:pt x="886670" y="440422"/>
                  </a:lnTo>
                  <a:lnTo>
                    <a:pt x="886421" y="440462"/>
                  </a:lnTo>
                  <a:lnTo>
                    <a:pt x="885761" y="440065"/>
                  </a:lnTo>
                  <a:lnTo>
                    <a:pt x="885545" y="440085"/>
                  </a:lnTo>
                  <a:lnTo>
                    <a:pt x="885124" y="439998"/>
                  </a:lnTo>
                  <a:lnTo>
                    <a:pt x="884559" y="439819"/>
                  </a:lnTo>
                  <a:lnTo>
                    <a:pt x="881183" y="440405"/>
                  </a:lnTo>
                  <a:lnTo>
                    <a:pt x="880541" y="440975"/>
                  </a:lnTo>
                  <a:lnTo>
                    <a:pt x="880397" y="441102"/>
                  </a:lnTo>
                  <a:lnTo>
                    <a:pt x="869159" y="451847"/>
                  </a:lnTo>
                  <a:lnTo>
                    <a:pt x="869134" y="452178"/>
                  </a:lnTo>
                  <a:lnTo>
                    <a:pt x="869020" y="452510"/>
                  </a:lnTo>
                  <a:lnTo>
                    <a:pt x="868499" y="452784"/>
                  </a:lnTo>
                  <a:lnTo>
                    <a:pt x="867556" y="452947"/>
                  </a:lnTo>
                  <a:lnTo>
                    <a:pt x="867389" y="453151"/>
                  </a:lnTo>
                  <a:lnTo>
                    <a:pt x="862920" y="458598"/>
                  </a:lnTo>
                  <a:lnTo>
                    <a:pt x="850497" y="449802"/>
                  </a:lnTo>
                  <a:lnTo>
                    <a:pt x="846697" y="448373"/>
                  </a:lnTo>
                  <a:lnTo>
                    <a:pt x="841396" y="446380"/>
                  </a:lnTo>
                  <a:lnTo>
                    <a:pt x="837644" y="446077"/>
                  </a:lnTo>
                  <a:lnTo>
                    <a:pt x="832509" y="446501"/>
                  </a:lnTo>
                  <a:lnTo>
                    <a:pt x="822937" y="449137"/>
                  </a:lnTo>
                  <a:lnTo>
                    <a:pt x="815178" y="447199"/>
                  </a:lnTo>
                  <a:lnTo>
                    <a:pt x="808690" y="450069"/>
                  </a:lnTo>
                  <a:lnTo>
                    <a:pt x="804120" y="454650"/>
                  </a:lnTo>
                  <a:lnTo>
                    <a:pt x="802444" y="456330"/>
                  </a:lnTo>
                  <a:lnTo>
                    <a:pt x="801200" y="456615"/>
                  </a:lnTo>
                  <a:lnTo>
                    <a:pt x="785909" y="444992"/>
                  </a:lnTo>
                  <a:lnTo>
                    <a:pt x="785630" y="443047"/>
                  </a:lnTo>
                  <a:lnTo>
                    <a:pt x="785350" y="441102"/>
                  </a:lnTo>
                  <a:lnTo>
                    <a:pt x="784842" y="438654"/>
                  </a:lnTo>
                  <a:lnTo>
                    <a:pt x="784259" y="436218"/>
                  </a:lnTo>
                  <a:lnTo>
                    <a:pt x="783846" y="435823"/>
                  </a:lnTo>
                  <a:lnTo>
                    <a:pt x="784067" y="435588"/>
                  </a:lnTo>
                  <a:lnTo>
                    <a:pt x="784485" y="435263"/>
                  </a:lnTo>
                  <a:lnTo>
                    <a:pt x="784626" y="435039"/>
                  </a:lnTo>
                  <a:lnTo>
                    <a:pt x="784640" y="434756"/>
                  </a:lnTo>
                  <a:lnTo>
                    <a:pt x="784527" y="434596"/>
                  </a:lnTo>
                  <a:lnTo>
                    <a:pt x="784185" y="434473"/>
                  </a:lnTo>
                  <a:lnTo>
                    <a:pt x="784007" y="434477"/>
                  </a:lnTo>
                  <a:lnTo>
                    <a:pt x="784078" y="433886"/>
                  </a:lnTo>
                  <a:lnTo>
                    <a:pt x="796061" y="428625"/>
                  </a:lnTo>
                  <a:lnTo>
                    <a:pt x="795180" y="415873"/>
                  </a:lnTo>
                  <a:lnTo>
                    <a:pt x="806913" y="401546"/>
                  </a:lnTo>
                  <a:lnTo>
                    <a:pt x="807142" y="401268"/>
                  </a:lnTo>
                  <a:lnTo>
                    <a:pt x="805790" y="398917"/>
                  </a:lnTo>
                  <a:lnTo>
                    <a:pt x="834559" y="351571"/>
                  </a:lnTo>
                  <a:lnTo>
                    <a:pt x="834674" y="351383"/>
                  </a:lnTo>
                  <a:lnTo>
                    <a:pt x="841541" y="354982"/>
                  </a:lnTo>
                  <a:lnTo>
                    <a:pt x="849124" y="358955"/>
                  </a:lnTo>
                  <a:lnTo>
                    <a:pt x="852106" y="359925"/>
                  </a:lnTo>
                  <a:lnTo>
                    <a:pt x="858490" y="362001"/>
                  </a:lnTo>
                  <a:lnTo>
                    <a:pt x="867124" y="362103"/>
                  </a:lnTo>
                  <a:lnTo>
                    <a:pt x="873646" y="364908"/>
                  </a:lnTo>
                  <a:lnTo>
                    <a:pt x="881122" y="367546"/>
                  </a:lnTo>
                  <a:lnTo>
                    <a:pt x="881273" y="367293"/>
                  </a:lnTo>
                  <a:lnTo>
                    <a:pt x="881872" y="366521"/>
                  </a:lnTo>
                  <a:lnTo>
                    <a:pt x="882066" y="366448"/>
                  </a:lnTo>
                  <a:lnTo>
                    <a:pt x="882366" y="366277"/>
                  </a:lnTo>
                  <a:lnTo>
                    <a:pt x="882613" y="366090"/>
                  </a:lnTo>
                  <a:lnTo>
                    <a:pt x="882842" y="365896"/>
                  </a:lnTo>
                  <a:lnTo>
                    <a:pt x="882917" y="365736"/>
                  </a:lnTo>
                  <a:lnTo>
                    <a:pt x="883264" y="365090"/>
                  </a:lnTo>
                  <a:lnTo>
                    <a:pt x="883562" y="364733"/>
                  </a:lnTo>
                  <a:lnTo>
                    <a:pt x="883525" y="364605"/>
                  </a:lnTo>
                  <a:lnTo>
                    <a:pt x="883354" y="364533"/>
                  </a:lnTo>
                  <a:lnTo>
                    <a:pt x="883444" y="364345"/>
                  </a:lnTo>
                  <a:lnTo>
                    <a:pt x="883544" y="363995"/>
                  </a:lnTo>
                  <a:lnTo>
                    <a:pt x="883797" y="363906"/>
                  </a:lnTo>
                  <a:lnTo>
                    <a:pt x="884467" y="363896"/>
                  </a:lnTo>
                  <a:lnTo>
                    <a:pt x="885059" y="363759"/>
                  </a:lnTo>
                  <a:lnTo>
                    <a:pt x="885375" y="363950"/>
                  </a:lnTo>
                  <a:lnTo>
                    <a:pt x="885843" y="363663"/>
                  </a:lnTo>
                  <a:lnTo>
                    <a:pt x="886026" y="363608"/>
                  </a:lnTo>
                  <a:lnTo>
                    <a:pt x="886490" y="363663"/>
                  </a:lnTo>
                  <a:lnTo>
                    <a:pt x="886750" y="363724"/>
                  </a:lnTo>
                  <a:lnTo>
                    <a:pt x="886958" y="363759"/>
                  </a:lnTo>
                  <a:lnTo>
                    <a:pt x="887247" y="363575"/>
                  </a:lnTo>
                  <a:lnTo>
                    <a:pt x="887190" y="363288"/>
                  </a:lnTo>
                  <a:lnTo>
                    <a:pt x="887362" y="363082"/>
                  </a:lnTo>
                  <a:lnTo>
                    <a:pt x="887937" y="363067"/>
                  </a:lnTo>
                  <a:lnTo>
                    <a:pt x="888167" y="363021"/>
                  </a:lnTo>
                  <a:lnTo>
                    <a:pt x="888402" y="362583"/>
                  </a:lnTo>
                  <a:lnTo>
                    <a:pt x="888752" y="362490"/>
                  </a:lnTo>
                  <a:lnTo>
                    <a:pt x="889204" y="362808"/>
                  </a:lnTo>
                  <a:lnTo>
                    <a:pt x="889363" y="362895"/>
                  </a:lnTo>
                  <a:lnTo>
                    <a:pt x="889692" y="362918"/>
                  </a:lnTo>
                  <a:lnTo>
                    <a:pt x="890462" y="362897"/>
                  </a:lnTo>
                  <a:lnTo>
                    <a:pt x="890802" y="362963"/>
                  </a:lnTo>
                  <a:lnTo>
                    <a:pt x="891345" y="363060"/>
                  </a:lnTo>
                  <a:lnTo>
                    <a:pt x="892060" y="362843"/>
                  </a:lnTo>
                  <a:lnTo>
                    <a:pt x="892701" y="362745"/>
                  </a:lnTo>
                  <a:lnTo>
                    <a:pt x="892851" y="362632"/>
                  </a:lnTo>
                  <a:lnTo>
                    <a:pt x="893019" y="362234"/>
                  </a:lnTo>
                  <a:lnTo>
                    <a:pt x="893221" y="361977"/>
                  </a:lnTo>
                  <a:lnTo>
                    <a:pt x="893563" y="361694"/>
                  </a:lnTo>
                  <a:lnTo>
                    <a:pt x="893656" y="361532"/>
                  </a:lnTo>
                  <a:lnTo>
                    <a:pt x="893791" y="361038"/>
                  </a:lnTo>
                  <a:lnTo>
                    <a:pt x="894034" y="360982"/>
                  </a:lnTo>
                  <a:lnTo>
                    <a:pt x="894162" y="360917"/>
                  </a:lnTo>
                  <a:lnTo>
                    <a:pt x="894272" y="360639"/>
                  </a:lnTo>
                  <a:lnTo>
                    <a:pt x="894319" y="360416"/>
                  </a:lnTo>
                  <a:lnTo>
                    <a:pt x="894490" y="360092"/>
                  </a:lnTo>
                  <a:lnTo>
                    <a:pt x="895161" y="360392"/>
                  </a:lnTo>
                  <a:lnTo>
                    <a:pt x="895404" y="360507"/>
                  </a:lnTo>
                  <a:lnTo>
                    <a:pt x="895897" y="360720"/>
                  </a:lnTo>
                  <a:lnTo>
                    <a:pt x="896348" y="360712"/>
                  </a:lnTo>
                  <a:lnTo>
                    <a:pt x="896841" y="359563"/>
                  </a:lnTo>
                  <a:lnTo>
                    <a:pt x="898009" y="359495"/>
                  </a:lnTo>
                  <a:lnTo>
                    <a:pt x="898485" y="358651"/>
                  </a:lnTo>
                  <a:lnTo>
                    <a:pt x="898367" y="358442"/>
                  </a:lnTo>
                  <a:lnTo>
                    <a:pt x="898283" y="358122"/>
                  </a:lnTo>
                  <a:lnTo>
                    <a:pt x="899142" y="357598"/>
                  </a:lnTo>
                  <a:lnTo>
                    <a:pt x="899380" y="357356"/>
                  </a:lnTo>
                  <a:lnTo>
                    <a:pt x="899338" y="356887"/>
                  </a:lnTo>
                  <a:lnTo>
                    <a:pt x="900258" y="356685"/>
                  </a:lnTo>
                  <a:lnTo>
                    <a:pt x="900523" y="356642"/>
                  </a:lnTo>
                  <a:lnTo>
                    <a:pt x="900844" y="356625"/>
                  </a:lnTo>
                  <a:lnTo>
                    <a:pt x="901190" y="356642"/>
                  </a:lnTo>
                  <a:lnTo>
                    <a:pt x="901687" y="356498"/>
                  </a:lnTo>
                  <a:lnTo>
                    <a:pt x="902322" y="355762"/>
                  </a:lnTo>
                  <a:lnTo>
                    <a:pt x="902667" y="355236"/>
                  </a:lnTo>
                  <a:lnTo>
                    <a:pt x="903239" y="355491"/>
                  </a:lnTo>
                  <a:lnTo>
                    <a:pt x="905404" y="354791"/>
                  </a:lnTo>
                  <a:lnTo>
                    <a:pt x="906423" y="353584"/>
                  </a:lnTo>
                  <a:lnTo>
                    <a:pt x="906102" y="353355"/>
                  </a:lnTo>
                  <a:lnTo>
                    <a:pt x="905677" y="352745"/>
                  </a:lnTo>
                  <a:lnTo>
                    <a:pt x="905782" y="352532"/>
                  </a:lnTo>
                  <a:lnTo>
                    <a:pt x="906106" y="352491"/>
                  </a:lnTo>
                  <a:lnTo>
                    <a:pt x="907172" y="352743"/>
                  </a:lnTo>
                  <a:lnTo>
                    <a:pt x="907394" y="352717"/>
                  </a:lnTo>
                  <a:lnTo>
                    <a:pt x="907666" y="352454"/>
                  </a:lnTo>
                  <a:lnTo>
                    <a:pt x="908277" y="352225"/>
                  </a:lnTo>
                  <a:lnTo>
                    <a:pt x="909149" y="352427"/>
                  </a:lnTo>
                  <a:lnTo>
                    <a:pt x="909502" y="352627"/>
                  </a:lnTo>
                  <a:lnTo>
                    <a:pt x="909890" y="352430"/>
                  </a:lnTo>
                  <a:lnTo>
                    <a:pt x="910125" y="351959"/>
                  </a:lnTo>
                  <a:lnTo>
                    <a:pt x="910026" y="351483"/>
                  </a:lnTo>
                  <a:lnTo>
                    <a:pt x="910092" y="350916"/>
                  </a:lnTo>
                  <a:lnTo>
                    <a:pt x="910135" y="350324"/>
                  </a:lnTo>
                  <a:lnTo>
                    <a:pt x="910302" y="350260"/>
                  </a:lnTo>
                  <a:lnTo>
                    <a:pt x="910470" y="350157"/>
                  </a:lnTo>
                  <a:lnTo>
                    <a:pt x="910647" y="350052"/>
                  </a:lnTo>
                  <a:lnTo>
                    <a:pt x="911317" y="350090"/>
                  </a:lnTo>
                  <a:lnTo>
                    <a:pt x="911775" y="349178"/>
                  </a:lnTo>
                  <a:lnTo>
                    <a:pt x="911999" y="348958"/>
                  </a:lnTo>
                  <a:lnTo>
                    <a:pt x="912184" y="348932"/>
                  </a:lnTo>
                  <a:lnTo>
                    <a:pt x="912420" y="348979"/>
                  </a:lnTo>
                  <a:lnTo>
                    <a:pt x="912705" y="348864"/>
                  </a:lnTo>
                  <a:lnTo>
                    <a:pt x="912938" y="348756"/>
                  </a:lnTo>
                  <a:lnTo>
                    <a:pt x="913338" y="348806"/>
                  </a:lnTo>
                  <a:lnTo>
                    <a:pt x="912817" y="348557"/>
                  </a:lnTo>
                  <a:lnTo>
                    <a:pt x="913145" y="348448"/>
                  </a:lnTo>
                  <a:lnTo>
                    <a:pt x="913175" y="348267"/>
                  </a:lnTo>
                  <a:lnTo>
                    <a:pt x="913157" y="348075"/>
                  </a:lnTo>
                  <a:lnTo>
                    <a:pt x="913369" y="347820"/>
                  </a:lnTo>
                  <a:lnTo>
                    <a:pt x="915057" y="347740"/>
                  </a:lnTo>
                  <a:lnTo>
                    <a:pt x="915196" y="347794"/>
                  </a:lnTo>
                  <a:lnTo>
                    <a:pt x="915664" y="347297"/>
                  </a:lnTo>
                  <a:lnTo>
                    <a:pt x="915845" y="346671"/>
                  </a:lnTo>
                  <a:lnTo>
                    <a:pt x="916814" y="347245"/>
                  </a:lnTo>
                  <a:lnTo>
                    <a:pt x="917047" y="347222"/>
                  </a:lnTo>
                  <a:lnTo>
                    <a:pt x="917158" y="346579"/>
                  </a:lnTo>
                  <a:lnTo>
                    <a:pt x="917692" y="346693"/>
                  </a:lnTo>
                  <a:lnTo>
                    <a:pt x="918843" y="346622"/>
                  </a:lnTo>
                  <a:lnTo>
                    <a:pt x="919003" y="346667"/>
                  </a:lnTo>
                  <a:lnTo>
                    <a:pt x="921470" y="346446"/>
                  </a:lnTo>
                  <a:lnTo>
                    <a:pt x="921884" y="346162"/>
                  </a:lnTo>
                  <a:lnTo>
                    <a:pt x="922216" y="346382"/>
                  </a:lnTo>
                  <a:lnTo>
                    <a:pt x="922662" y="346450"/>
                  </a:lnTo>
                  <a:lnTo>
                    <a:pt x="923023" y="346378"/>
                  </a:lnTo>
                  <a:lnTo>
                    <a:pt x="923057" y="346028"/>
                  </a:lnTo>
                  <a:lnTo>
                    <a:pt x="923223" y="346009"/>
                  </a:lnTo>
                  <a:lnTo>
                    <a:pt x="923636" y="345705"/>
                  </a:lnTo>
                  <a:lnTo>
                    <a:pt x="924679" y="346010"/>
                  </a:lnTo>
                  <a:lnTo>
                    <a:pt x="925647" y="345675"/>
                  </a:lnTo>
                  <a:lnTo>
                    <a:pt x="926114" y="345727"/>
                  </a:lnTo>
                  <a:lnTo>
                    <a:pt x="926350" y="345478"/>
                  </a:lnTo>
                  <a:lnTo>
                    <a:pt x="926665" y="345453"/>
                  </a:lnTo>
                  <a:lnTo>
                    <a:pt x="927025" y="345243"/>
                  </a:lnTo>
                  <a:lnTo>
                    <a:pt x="927880" y="345328"/>
                  </a:lnTo>
                  <a:lnTo>
                    <a:pt x="928120" y="345280"/>
                  </a:lnTo>
                  <a:lnTo>
                    <a:pt x="928615" y="344836"/>
                  </a:lnTo>
                  <a:lnTo>
                    <a:pt x="928931" y="344706"/>
                  </a:lnTo>
                  <a:lnTo>
                    <a:pt x="929400" y="344900"/>
                  </a:lnTo>
                  <a:lnTo>
                    <a:pt x="930121" y="344821"/>
                  </a:lnTo>
                  <a:lnTo>
                    <a:pt x="930309" y="344801"/>
                  </a:lnTo>
                  <a:lnTo>
                    <a:pt x="930565" y="344771"/>
                  </a:lnTo>
                  <a:lnTo>
                    <a:pt x="930864" y="345044"/>
                  </a:lnTo>
                  <a:lnTo>
                    <a:pt x="931538" y="345202"/>
                  </a:lnTo>
                  <a:lnTo>
                    <a:pt x="931988" y="345266"/>
                  </a:lnTo>
                  <a:lnTo>
                    <a:pt x="932100" y="345130"/>
                  </a:lnTo>
                  <a:lnTo>
                    <a:pt x="932268" y="345121"/>
                  </a:lnTo>
                  <a:lnTo>
                    <a:pt x="932521" y="345108"/>
                  </a:lnTo>
                  <a:lnTo>
                    <a:pt x="932859" y="345126"/>
                  </a:lnTo>
                  <a:lnTo>
                    <a:pt x="933264" y="344752"/>
                  </a:lnTo>
                  <a:lnTo>
                    <a:pt x="933649" y="344715"/>
                  </a:lnTo>
                  <a:lnTo>
                    <a:pt x="933862" y="344736"/>
                  </a:lnTo>
                  <a:lnTo>
                    <a:pt x="934038" y="344972"/>
                  </a:lnTo>
                  <a:lnTo>
                    <a:pt x="934501" y="344851"/>
                  </a:lnTo>
                  <a:lnTo>
                    <a:pt x="934677" y="344733"/>
                  </a:lnTo>
                  <a:lnTo>
                    <a:pt x="934809" y="344661"/>
                  </a:lnTo>
                  <a:lnTo>
                    <a:pt x="935016" y="344608"/>
                  </a:lnTo>
                  <a:lnTo>
                    <a:pt x="935298" y="344671"/>
                  </a:lnTo>
                  <a:lnTo>
                    <a:pt x="935595" y="344735"/>
                  </a:lnTo>
                  <a:lnTo>
                    <a:pt x="936060" y="344664"/>
                  </a:lnTo>
                  <a:lnTo>
                    <a:pt x="936322" y="344530"/>
                  </a:lnTo>
                  <a:lnTo>
                    <a:pt x="936633" y="344387"/>
                  </a:lnTo>
                  <a:lnTo>
                    <a:pt x="936874" y="344193"/>
                  </a:lnTo>
                  <a:lnTo>
                    <a:pt x="937102" y="344085"/>
                  </a:lnTo>
                  <a:lnTo>
                    <a:pt x="937297" y="343687"/>
                  </a:lnTo>
                  <a:lnTo>
                    <a:pt x="937251" y="343499"/>
                  </a:lnTo>
                  <a:lnTo>
                    <a:pt x="937576" y="343059"/>
                  </a:lnTo>
                  <a:lnTo>
                    <a:pt x="937757" y="343071"/>
                  </a:lnTo>
                  <a:lnTo>
                    <a:pt x="938121" y="343033"/>
                  </a:lnTo>
                  <a:lnTo>
                    <a:pt x="938079" y="342905"/>
                  </a:lnTo>
                  <a:lnTo>
                    <a:pt x="938109" y="342668"/>
                  </a:lnTo>
                  <a:lnTo>
                    <a:pt x="938316" y="342638"/>
                  </a:lnTo>
                  <a:lnTo>
                    <a:pt x="938468" y="342705"/>
                  </a:lnTo>
                  <a:lnTo>
                    <a:pt x="938915" y="342509"/>
                  </a:lnTo>
                  <a:lnTo>
                    <a:pt x="939021" y="342372"/>
                  </a:lnTo>
                  <a:lnTo>
                    <a:pt x="939195" y="342137"/>
                  </a:lnTo>
                  <a:lnTo>
                    <a:pt x="939392" y="341934"/>
                  </a:lnTo>
                  <a:lnTo>
                    <a:pt x="939492" y="341797"/>
                  </a:lnTo>
                  <a:lnTo>
                    <a:pt x="939565" y="341545"/>
                  </a:lnTo>
                  <a:lnTo>
                    <a:pt x="939741" y="341162"/>
                  </a:lnTo>
                  <a:lnTo>
                    <a:pt x="939923" y="341122"/>
                  </a:lnTo>
                  <a:lnTo>
                    <a:pt x="940064" y="341078"/>
                  </a:lnTo>
                  <a:lnTo>
                    <a:pt x="939945" y="340542"/>
                  </a:lnTo>
                  <a:lnTo>
                    <a:pt x="940188" y="339910"/>
                  </a:lnTo>
                  <a:lnTo>
                    <a:pt x="940384" y="339997"/>
                  </a:lnTo>
                  <a:lnTo>
                    <a:pt x="940765" y="340245"/>
                  </a:lnTo>
                  <a:lnTo>
                    <a:pt x="940997" y="340279"/>
                  </a:lnTo>
                  <a:lnTo>
                    <a:pt x="941176" y="340263"/>
                  </a:lnTo>
                  <a:lnTo>
                    <a:pt x="942128" y="340213"/>
                  </a:lnTo>
                  <a:lnTo>
                    <a:pt x="942786" y="339574"/>
                  </a:lnTo>
                  <a:lnTo>
                    <a:pt x="943470" y="339187"/>
                  </a:lnTo>
                  <a:lnTo>
                    <a:pt x="943880" y="338900"/>
                  </a:lnTo>
                  <a:lnTo>
                    <a:pt x="944423" y="338883"/>
                  </a:lnTo>
                  <a:lnTo>
                    <a:pt x="944523" y="338495"/>
                  </a:lnTo>
                  <a:lnTo>
                    <a:pt x="944556" y="338118"/>
                  </a:lnTo>
                  <a:lnTo>
                    <a:pt x="944646" y="337490"/>
                  </a:lnTo>
                  <a:lnTo>
                    <a:pt x="945066" y="337493"/>
                  </a:lnTo>
                  <a:lnTo>
                    <a:pt x="945357" y="337349"/>
                  </a:lnTo>
                  <a:lnTo>
                    <a:pt x="945489" y="337225"/>
                  </a:lnTo>
                  <a:lnTo>
                    <a:pt x="945526" y="337088"/>
                  </a:lnTo>
                  <a:lnTo>
                    <a:pt x="945461" y="336752"/>
                  </a:lnTo>
                  <a:lnTo>
                    <a:pt x="945372" y="336623"/>
                  </a:lnTo>
                  <a:lnTo>
                    <a:pt x="945342" y="336319"/>
                  </a:lnTo>
                  <a:lnTo>
                    <a:pt x="945498" y="336270"/>
                  </a:lnTo>
                  <a:lnTo>
                    <a:pt x="945820" y="336234"/>
                  </a:lnTo>
                  <a:lnTo>
                    <a:pt x="946021" y="336238"/>
                  </a:lnTo>
                  <a:lnTo>
                    <a:pt x="946341" y="336252"/>
                  </a:lnTo>
                  <a:lnTo>
                    <a:pt x="946332" y="335755"/>
                  </a:lnTo>
                  <a:lnTo>
                    <a:pt x="946233" y="335217"/>
                  </a:lnTo>
                  <a:lnTo>
                    <a:pt x="946399" y="335121"/>
                  </a:lnTo>
                  <a:lnTo>
                    <a:pt x="946615" y="335009"/>
                  </a:lnTo>
                  <a:lnTo>
                    <a:pt x="947277" y="334669"/>
                  </a:lnTo>
                  <a:lnTo>
                    <a:pt x="946956" y="334458"/>
                  </a:lnTo>
                  <a:lnTo>
                    <a:pt x="946687" y="334282"/>
                  </a:lnTo>
                  <a:lnTo>
                    <a:pt x="945943" y="333895"/>
                  </a:lnTo>
                  <a:lnTo>
                    <a:pt x="945670" y="332999"/>
                  </a:lnTo>
                  <a:lnTo>
                    <a:pt x="945753" y="332768"/>
                  </a:lnTo>
                  <a:lnTo>
                    <a:pt x="946130" y="332489"/>
                  </a:lnTo>
                  <a:lnTo>
                    <a:pt x="946115" y="331383"/>
                  </a:lnTo>
                  <a:lnTo>
                    <a:pt x="946496" y="331015"/>
                  </a:lnTo>
                  <a:lnTo>
                    <a:pt x="946083" y="330369"/>
                  </a:lnTo>
                  <a:lnTo>
                    <a:pt x="946743" y="330050"/>
                  </a:lnTo>
                  <a:lnTo>
                    <a:pt x="946775" y="329726"/>
                  </a:lnTo>
                  <a:lnTo>
                    <a:pt x="946912" y="329449"/>
                  </a:lnTo>
                  <a:lnTo>
                    <a:pt x="947468" y="329289"/>
                  </a:lnTo>
                  <a:lnTo>
                    <a:pt x="947928" y="328986"/>
                  </a:lnTo>
                  <a:lnTo>
                    <a:pt x="948240" y="328503"/>
                  </a:lnTo>
                  <a:lnTo>
                    <a:pt x="947942" y="328505"/>
                  </a:lnTo>
                  <a:lnTo>
                    <a:pt x="947798" y="328028"/>
                  </a:lnTo>
                  <a:lnTo>
                    <a:pt x="944484" y="326853"/>
                  </a:lnTo>
                  <a:lnTo>
                    <a:pt x="944167" y="326734"/>
                  </a:lnTo>
                  <a:lnTo>
                    <a:pt x="943901" y="326527"/>
                  </a:lnTo>
                  <a:lnTo>
                    <a:pt x="942591" y="327538"/>
                  </a:lnTo>
                  <a:lnTo>
                    <a:pt x="942045" y="326945"/>
                  </a:lnTo>
                  <a:lnTo>
                    <a:pt x="941675" y="326512"/>
                  </a:lnTo>
                  <a:lnTo>
                    <a:pt x="940703" y="326753"/>
                  </a:lnTo>
                  <a:lnTo>
                    <a:pt x="940502" y="326959"/>
                  </a:lnTo>
                  <a:lnTo>
                    <a:pt x="939731" y="326947"/>
                  </a:lnTo>
                  <a:lnTo>
                    <a:pt x="939876" y="326910"/>
                  </a:lnTo>
                  <a:lnTo>
                    <a:pt x="939315" y="326820"/>
                  </a:lnTo>
                  <a:lnTo>
                    <a:pt x="939121" y="326793"/>
                  </a:lnTo>
                  <a:lnTo>
                    <a:pt x="938739" y="326324"/>
                  </a:lnTo>
                  <a:lnTo>
                    <a:pt x="939001" y="326242"/>
                  </a:lnTo>
                  <a:lnTo>
                    <a:pt x="939138" y="326194"/>
                  </a:lnTo>
                  <a:lnTo>
                    <a:pt x="937493" y="325149"/>
                  </a:lnTo>
                  <a:lnTo>
                    <a:pt x="939478" y="323761"/>
                  </a:lnTo>
                  <a:lnTo>
                    <a:pt x="941513" y="323164"/>
                  </a:lnTo>
                  <a:lnTo>
                    <a:pt x="941910" y="322719"/>
                  </a:lnTo>
                  <a:lnTo>
                    <a:pt x="942375" y="322153"/>
                  </a:lnTo>
                  <a:lnTo>
                    <a:pt x="942385" y="321683"/>
                  </a:lnTo>
                  <a:lnTo>
                    <a:pt x="942825" y="321581"/>
                  </a:lnTo>
                  <a:lnTo>
                    <a:pt x="943242" y="321162"/>
                  </a:lnTo>
                  <a:lnTo>
                    <a:pt x="943132" y="321007"/>
                  </a:lnTo>
                  <a:lnTo>
                    <a:pt x="943040" y="320776"/>
                  </a:lnTo>
                  <a:lnTo>
                    <a:pt x="943151" y="320543"/>
                  </a:lnTo>
                  <a:lnTo>
                    <a:pt x="942326" y="319652"/>
                  </a:lnTo>
                  <a:lnTo>
                    <a:pt x="943136" y="319381"/>
                  </a:lnTo>
                  <a:lnTo>
                    <a:pt x="943326" y="318812"/>
                  </a:lnTo>
                  <a:lnTo>
                    <a:pt x="943858" y="317715"/>
                  </a:lnTo>
                  <a:lnTo>
                    <a:pt x="943613" y="317148"/>
                  </a:lnTo>
                  <a:lnTo>
                    <a:pt x="944148" y="316517"/>
                  </a:lnTo>
                  <a:lnTo>
                    <a:pt x="944584" y="316202"/>
                  </a:lnTo>
                  <a:lnTo>
                    <a:pt x="944451" y="315701"/>
                  </a:lnTo>
                  <a:lnTo>
                    <a:pt x="944273" y="315630"/>
                  </a:lnTo>
                  <a:lnTo>
                    <a:pt x="943938" y="315037"/>
                  </a:lnTo>
                  <a:lnTo>
                    <a:pt x="945006" y="314357"/>
                  </a:lnTo>
                  <a:lnTo>
                    <a:pt x="945298" y="314392"/>
                  </a:lnTo>
                  <a:lnTo>
                    <a:pt x="945434" y="314279"/>
                  </a:lnTo>
                  <a:lnTo>
                    <a:pt x="946730" y="313553"/>
                  </a:lnTo>
                  <a:lnTo>
                    <a:pt x="947115" y="313663"/>
                  </a:lnTo>
                  <a:lnTo>
                    <a:pt x="947375" y="313479"/>
                  </a:lnTo>
                  <a:lnTo>
                    <a:pt x="947577" y="313240"/>
                  </a:lnTo>
                  <a:lnTo>
                    <a:pt x="947761" y="313058"/>
                  </a:lnTo>
                  <a:lnTo>
                    <a:pt x="947866" y="312823"/>
                  </a:lnTo>
                  <a:lnTo>
                    <a:pt x="948234" y="312266"/>
                  </a:lnTo>
                  <a:lnTo>
                    <a:pt x="948611" y="311104"/>
                  </a:lnTo>
                  <a:lnTo>
                    <a:pt x="950450" y="311008"/>
                  </a:lnTo>
                  <a:lnTo>
                    <a:pt x="950653" y="310858"/>
                  </a:lnTo>
                  <a:lnTo>
                    <a:pt x="951154" y="310443"/>
                  </a:lnTo>
                  <a:lnTo>
                    <a:pt x="951566" y="309773"/>
                  </a:lnTo>
                  <a:lnTo>
                    <a:pt x="951873" y="309452"/>
                  </a:lnTo>
                  <a:lnTo>
                    <a:pt x="952332" y="308866"/>
                  </a:lnTo>
                  <a:lnTo>
                    <a:pt x="952440" y="308673"/>
                  </a:lnTo>
                  <a:lnTo>
                    <a:pt x="952832" y="308181"/>
                  </a:lnTo>
                  <a:lnTo>
                    <a:pt x="953173" y="308004"/>
                  </a:lnTo>
                  <a:lnTo>
                    <a:pt x="953291" y="307715"/>
                  </a:lnTo>
                  <a:lnTo>
                    <a:pt x="953345" y="306895"/>
                  </a:lnTo>
                  <a:lnTo>
                    <a:pt x="953713" y="305971"/>
                  </a:lnTo>
                  <a:lnTo>
                    <a:pt x="954095" y="305919"/>
                  </a:lnTo>
                  <a:lnTo>
                    <a:pt x="953829" y="305516"/>
                  </a:lnTo>
                  <a:lnTo>
                    <a:pt x="953213" y="304058"/>
                  </a:lnTo>
                  <a:lnTo>
                    <a:pt x="953082" y="303774"/>
                  </a:lnTo>
                  <a:lnTo>
                    <a:pt x="953400" y="302755"/>
                  </a:lnTo>
                  <a:lnTo>
                    <a:pt x="952837" y="302023"/>
                  </a:lnTo>
                  <a:lnTo>
                    <a:pt x="952829" y="301842"/>
                  </a:lnTo>
                  <a:lnTo>
                    <a:pt x="953484" y="301310"/>
                  </a:lnTo>
                  <a:lnTo>
                    <a:pt x="953709" y="301172"/>
                  </a:lnTo>
                  <a:lnTo>
                    <a:pt x="953915" y="301022"/>
                  </a:lnTo>
                  <a:lnTo>
                    <a:pt x="954060" y="300610"/>
                  </a:lnTo>
                  <a:lnTo>
                    <a:pt x="954165" y="300427"/>
                  </a:lnTo>
                  <a:lnTo>
                    <a:pt x="954321" y="300205"/>
                  </a:lnTo>
                  <a:lnTo>
                    <a:pt x="954727" y="299980"/>
                  </a:lnTo>
                  <a:lnTo>
                    <a:pt x="954870" y="299943"/>
                  </a:lnTo>
                  <a:lnTo>
                    <a:pt x="955729" y="299342"/>
                  </a:lnTo>
                  <a:lnTo>
                    <a:pt x="957017" y="297474"/>
                  </a:lnTo>
                  <a:lnTo>
                    <a:pt x="957121" y="297237"/>
                  </a:lnTo>
                  <a:lnTo>
                    <a:pt x="957166" y="296853"/>
                  </a:lnTo>
                  <a:lnTo>
                    <a:pt x="957540" y="296420"/>
                  </a:lnTo>
                  <a:lnTo>
                    <a:pt x="958052" y="296258"/>
                  </a:lnTo>
                  <a:lnTo>
                    <a:pt x="958180" y="296218"/>
                  </a:lnTo>
                  <a:lnTo>
                    <a:pt x="958339" y="296157"/>
                  </a:lnTo>
                  <a:lnTo>
                    <a:pt x="958483" y="296102"/>
                  </a:lnTo>
                  <a:lnTo>
                    <a:pt x="959563" y="295163"/>
                  </a:lnTo>
                  <a:lnTo>
                    <a:pt x="959729" y="295111"/>
                  </a:lnTo>
                  <a:lnTo>
                    <a:pt x="960168" y="295054"/>
                  </a:lnTo>
                  <a:lnTo>
                    <a:pt x="960602" y="295051"/>
                  </a:lnTo>
                  <a:lnTo>
                    <a:pt x="961143" y="294772"/>
                  </a:lnTo>
                  <a:lnTo>
                    <a:pt x="961369" y="294584"/>
                  </a:lnTo>
                  <a:lnTo>
                    <a:pt x="961995" y="293705"/>
                  </a:lnTo>
                  <a:lnTo>
                    <a:pt x="962953" y="293172"/>
                  </a:lnTo>
                  <a:lnTo>
                    <a:pt x="962999" y="292957"/>
                  </a:lnTo>
                  <a:lnTo>
                    <a:pt x="963101" y="292634"/>
                  </a:lnTo>
                  <a:lnTo>
                    <a:pt x="964559" y="291189"/>
                  </a:lnTo>
                  <a:lnTo>
                    <a:pt x="964382" y="290650"/>
                  </a:lnTo>
                  <a:lnTo>
                    <a:pt x="964065" y="290020"/>
                  </a:lnTo>
                  <a:lnTo>
                    <a:pt x="964463" y="289668"/>
                  </a:lnTo>
                  <a:lnTo>
                    <a:pt x="964925" y="289649"/>
                  </a:lnTo>
                  <a:lnTo>
                    <a:pt x="965133" y="289174"/>
                  </a:lnTo>
                  <a:lnTo>
                    <a:pt x="965090" y="288934"/>
                  </a:lnTo>
                  <a:lnTo>
                    <a:pt x="964854" y="287621"/>
                  </a:lnTo>
                  <a:lnTo>
                    <a:pt x="965275" y="287010"/>
                  </a:lnTo>
                  <a:lnTo>
                    <a:pt x="964894" y="286538"/>
                  </a:lnTo>
                  <a:lnTo>
                    <a:pt x="964397" y="285323"/>
                  </a:lnTo>
                  <a:lnTo>
                    <a:pt x="964826" y="285080"/>
                  </a:lnTo>
                  <a:lnTo>
                    <a:pt x="966363" y="285244"/>
                  </a:lnTo>
                  <a:lnTo>
                    <a:pt x="966535" y="285309"/>
                  </a:lnTo>
                  <a:lnTo>
                    <a:pt x="967121" y="285153"/>
                  </a:lnTo>
                  <a:lnTo>
                    <a:pt x="967036" y="284723"/>
                  </a:lnTo>
                  <a:lnTo>
                    <a:pt x="966877" y="284609"/>
                  </a:lnTo>
                  <a:lnTo>
                    <a:pt x="966738" y="283237"/>
                  </a:lnTo>
                  <a:lnTo>
                    <a:pt x="966883" y="283202"/>
                  </a:lnTo>
                  <a:lnTo>
                    <a:pt x="966718" y="281946"/>
                  </a:lnTo>
                  <a:lnTo>
                    <a:pt x="966916" y="281819"/>
                  </a:lnTo>
                  <a:lnTo>
                    <a:pt x="967218" y="281665"/>
                  </a:lnTo>
                  <a:lnTo>
                    <a:pt x="967510" y="281533"/>
                  </a:lnTo>
                  <a:lnTo>
                    <a:pt x="967669" y="281478"/>
                  </a:lnTo>
                  <a:lnTo>
                    <a:pt x="967858" y="281431"/>
                  </a:lnTo>
                  <a:lnTo>
                    <a:pt x="967999" y="281409"/>
                  </a:lnTo>
                  <a:lnTo>
                    <a:pt x="968161" y="281394"/>
                  </a:lnTo>
                  <a:lnTo>
                    <a:pt x="968315" y="281392"/>
                  </a:lnTo>
                  <a:lnTo>
                    <a:pt x="968754" y="281444"/>
                  </a:lnTo>
                  <a:lnTo>
                    <a:pt x="968905" y="281458"/>
                  </a:lnTo>
                  <a:lnTo>
                    <a:pt x="969279" y="281425"/>
                  </a:lnTo>
                  <a:lnTo>
                    <a:pt x="969747" y="280936"/>
                  </a:lnTo>
                  <a:lnTo>
                    <a:pt x="969778" y="280604"/>
                  </a:lnTo>
                  <a:lnTo>
                    <a:pt x="969747" y="280443"/>
                  </a:lnTo>
                  <a:lnTo>
                    <a:pt x="969715" y="280288"/>
                  </a:lnTo>
                  <a:lnTo>
                    <a:pt x="970130" y="279070"/>
                  </a:lnTo>
                  <a:lnTo>
                    <a:pt x="970689" y="278887"/>
                  </a:lnTo>
                  <a:lnTo>
                    <a:pt x="970931" y="278954"/>
                  </a:lnTo>
                  <a:lnTo>
                    <a:pt x="971418" y="278877"/>
                  </a:lnTo>
                  <a:lnTo>
                    <a:pt x="971653" y="278707"/>
                  </a:lnTo>
                  <a:lnTo>
                    <a:pt x="971799" y="278645"/>
                  </a:lnTo>
                  <a:lnTo>
                    <a:pt x="972058" y="277842"/>
                  </a:lnTo>
                  <a:lnTo>
                    <a:pt x="971786" y="277780"/>
                  </a:lnTo>
                  <a:lnTo>
                    <a:pt x="971598" y="277759"/>
                  </a:lnTo>
                  <a:lnTo>
                    <a:pt x="971456" y="277722"/>
                  </a:lnTo>
                  <a:lnTo>
                    <a:pt x="971178" y="277635"/>
                  </a:lnTo>
                  <a:lnTo>
                    <a:pt x="970767" y="277052"/>
                  </a:lnTo>
                  <a:lnTo>
                    <a:pt x="971400" y="276475"/>
                  </a:lnTo>
                  <a:lnTo>
                    <a:pt x="971615" y="276462"/>
                  </a:lnTo>
                  <a:lnTo>
                    <a:pt x="972002" y="276428"/>
                  </a:lnTo>
                  <a:lnTo>
                    <a:pt x="972188" y="276449"/>
                  </a:lnTo>
                  <a:lnTo>
                    <a:pt x="972389" y="276489"/>
                  </a:lnTo>
                  <a:lnTo>
                    <a:pt x="972930" y="276428"/>
                  </a:lnTo>
                  <a:lnTo>
                    <a:pt x="973588" y="274541"/>
                  </a:lnTo>
                  <a:lnTo>
                    <a:pt x="974390" y="274010"/>
                  </a:lnTo>
                  <a:lnTo>
                    <a:pt x="978072" y="264449"/>
                  </a:lnTo>
                  <a:lnTo>
                    <a:pt x="978204" y="264431"/>
                  </a:lnTo>
                  <a:lnTo>
                    <a:pt x="978380" y="264412"/>
                  </a:lnTo>
                  <a:lnTo>
                    <a:pt x="978739" y="264349"/>
                  </a:lnTo>
                  <a:lnTo>
                    <a:pt x="991133" y="256458"/>
                  </a:lnTo>
                  <a:lnTo>
                    <a:pt x="1001492" y="251038"/>
                  </a:lnTo>
                  <a:lnTo>
                    <a:pt x="1001683" y="251033"/>
                  </a:lnTo>
                  <a:lnTo>
                    <a:pt x="1005215" y="246408"/>
                  </a:lnTo>
                  <a:lnTo>
                    <a:pt x="1004589" y="246133"/>
                  </a:lnTo>
                  <a:lnTo>
                    <a:pt x="1004251" y="245965"/>
                  </a:lnTo>
                  <a:lnTo>
                    <a:pt x="1004044" y="245718"/>
                  </a:lnTo>
                  <a:lnTo>
                    <a:pt x="1003955" y="245469"/>
                  </a:lnTo>
                  <a:lnTo>
                    <a:pt x="1003991" y="245275"/>
                  </a:lnTo>
                  <a:lnTo>
                    <a:pt x="1004212" y="244860"/>
                  </a:lnTo>
                  <a:lnTo>
                    <a:pt x="1004793" y="244252"/>
                  </a:lnTo>
                  <a:lnTo>
                    <a:pt x="1005170" y="243839"/>
                  </a:lnTo>
                  <a:lnTo>
                    <a:pt x="1005285" y="243702"/>
                  </a:lnTo>
                  <a:lnTo>
                    <a:pt x="1007370" y="241998"/>
                  </a:lnTo>
                  <a:lnTo>
                    <a:pt x="1007532" y="241307"/>
                  </a:lnTo>
                  <a:lnTo>
                    <a:pt x="1007181" y="240337"/>
                  </a:lnTo>
                  <a:lnTo>
                    <a:pt x="1007392" y="240203"/>
                  </a:lnTo>
                  <a:lnTo>
                    <a:pt x="1007908" y="239916"/>
                  </a:lnTo>
                  <a:lnTo>
                    <a:pt x="1008239" y="239475"/>
                  </a:lnTo>
                  <a:lnTo>
                    <a:pt x="1008131" y="239115"/>
                  </a:lnTo>
                  <a:lnTo>
                    <a:pt x="1007434" y="238513"/>
                  </a:lnTo>
                  <a:lnTo>
                    <a:pt x="1007018" y="237877"/>
                  </a:lnTo>
                  <a:lnTo>
                    <a:pt x="1006483" y="236884"/>
                  </a:lnTo>
                  <a:lnTo>
                    <a:pt x="1006393" y="236386"/>
                  </a:lnTo>
                  <a:lnTo>
                    <a:pt x="1006455" y="236219"/>
                  </a:lnTo>
                  <a:lnTo>
                    <a:pt x="1006557" y="236054"/>
                  </a:lnTo>
                  <a:lnTo>
                    <a:pt x="1007183" y="235186"/>
                  </a:lnTo>
                  <a:lnTo>
                    <a:pt x="1006644" y="234638"/>
                  </a:lnTo>
                  <a:lnTo>
                    <a:pt x="1004978" y="234289"/>
                  </a:lnTo>
                  <a:lnTo>
                    <a:pt x="1004332" y="233163"/>
                  </a:lnTo>
                  <a:lnTo>
                    <a:pt x="1004078" y="233112"/>
                  </a:lnTo>
                  <a:lnTo>
                    <a:pt x="1003406" y="232929"/>
                  </a:lnTo>
                  <a:lnTo>
                    <a:pt x="1002413" y="232406"/>
                  </a:lnTo>
                  <a:lnTo>
                    <a:pt x="1001893" y="232033"/>
                  </a:lnTo>
                  <a:lnTo>
                    <a:pt x="1001749" y="231895"/>
                  </a:lnTo>
                  <a:lnTo>
                    <a:pt x="1001510" y="230822"/>
                  </a:lnTo>
                  <a:lnTo>
                    <a:pt x="1001233" y="230373"/>
                  </a:lnTo>
                  <a:lnTo>
                    <a:pt x="1001790" y="229666"/>
                  </a:lnTo>
                  <a:lnTo>
                    <a:pt x="1002533" y="229014"/>
                  </a:lnTo>
                  <a:lnTo>
                    <a:pt x="1002372" y="228324"/>
                  </a:lnTo>
                  <a:lnTo>
                    <a:pt x="1003119" y="227388"/>
                  </a:lnTo>
                  <a:lnTo>
                    <a:pt x="1003773" y="226723"/>
                  </a:lnTo>
                  <a:lnTo>
                    <a:pt x="1004124" y="226309"/>
                  </a:lnTo>
                  <a:lnTo>
                    <a:pt x="1003867" y="225288"/>
                  </a:lnTo>
                  <a:lnTo>
                    <a:pt x="1003869" y="224487"/>
                  </a:lnTo>
                  <a:lnTo>
                    <a:pt x="1004085" y="224126"/>
                  </a:lnTo>
                  <a:lnTo>
                    <a:pt x="1004755" y="223232"/>
                  </a:lnTo>
                  <a:lnTo>
                    <a:pt x="1004456" y="222898"/>
                  </a:lnTo>
                  <a:lnTo>
                    <a:pt x="1004491" y="222005"/>
                  </a:lnTo>
                  <a:lnTo>
                    <a:pt x="1005049" y="221849"/>
                  </a:lnTo>
                  <a:lnTo>
                    <a:pt x="1004823" y="220511"/>
                  </a:lnTo>
                  <a:lnTo>
                    <a:pt x="1003827" y="220530"/>
                  </a:lnTo>
                  <a:lnTo>
                    <a:pt x="1003714" y="220366"/>
                  </a:lnTo>
                  <a:lnTo>
                    <a:pt x="1003535" y="220119"/>
                  </a:lnTo>
                  <a:lnTo>
                    <a:pt x="1002833" y="219748"/>
                  </a:lnTo>
                  <a:lnTo>
                    <a:pt x="1002457" y="219676"/>
                  </a:lnTo>
                  <a:lnTo>
                    <a:pt x="1001962" y="219636"/>
                  </a:lnTo>
                  <a:lnTo>
                    <a:pt x="1001295" y="219480"/>
                  </a:lnTo>
                  <a:lnTo>
                    <a:pt x="1000737" y="218998"/>
                  </a:lnTo>
                  <a:lnTo>
                    <a:pt x="999881" y="218462"/>
                  </a:lnTo>
                  <a:lnTo>
                    <a:pt x="999627" y="218460"/>
                  </a:lnTo>
                  <a:lnTo>
                    <a:pt x="999419" y="218466"/>
                  </a:lnTo>
                  <a:lnTo>
                    <a:pt x="998226" y="218098"/>
                  </a:lnTo>
                  <a:lnTo>
                    <a:pt x="997943" y="217921"/>
                  </a:lnTo>
                  <a:lnTo>
                    <a:pt x="997723" y="217803"/>
                  </a:lnTo>
                  <a:lnTo>
                    <a:pt x="997584" y="217754"/>
                  </a:lnTo>
                  <a:lnTo>
                    <a:pt x="996815" y="217443"/>
                  </a:lnTo>
                  <a:lnTo>
                    <a:pt x="996456" y="217265"/>
                  </a:lnTo>
                  <a:lnTo>
                    <a:pt x="995628" y="216834"/>
                  </a:lnTo>
                  <a:lnTo>
                    <a:pt x="995253" y="216648"/>
                  </a:lnTo>
                  <a:lnTo>
                    <a:pt x="994209" y="215983"/>
                  </a:lnTo>
                  <a:lnTo>
                    <a:pt x="993910" y="216056"/>
                  </a:lnTo>
                  <a:lnTo>
                    <a:pt x="992762" y="216630"/>
                  </a:lnTo>
                  <a:lnTo>
                    <a:pt x="992376" y="216906"/>
                  </a:lnTo>
                  <a:lnTo>
                    <a:pt x="991371" y="217370"/>
                  </a:lnTo>
                  <a:lnTo>
                    <a:pt x="989591" y="217319"/>
                  </a:lnTo>
                  <a:lnTo>
                    <a:pt x="988679" y="217222"/>
                  </a:lnTo>
                  <a:lnTo>
                    <a:pt x="988482" y="217229"/>
                  </a:lnTo>
                  <a:lnTo>
                    <a:pt x="988225" y="217227"/>
                  </a:lnTo>
                  <a:lnTo>
                    <a:pt x="987849" y="217170"/>
                  </a:lnTo>
                  <a:lnTo>
                    <a:pt x="987713" y="217140"/>
                  </a:lnTo>
                  <a:lnTo>
                    <a:pt x="987561" y="217107"/>
                  </a:lnTo>
                  <a:lnTo>
                    <a:pt x="986816" y="217057"/>
                  </a:lnTo>
                  <a:lnTo>
                    <a:pt x="986578" y="217153"/>
                  </a:lnTo>
                  <a:lnTo>
                    <a:pt x="985732" y="217664"/>
                  </a:lnTo>
                  <a:lnTo>
                    <a:pt x="985028" y="218024"/>
                  </a:lnTo>
                  <a:lnTo>
                    <a:pt x="984785" y="218143"/>
                  </a:lnTo>
                  <a:lnTo>
                    <a:pt x="984633" y="218218"/>
                  </a:lnTo>
                  <a:lnTo>
                    <a:pt x="983825" y="218664"/>
                  </a:lnTo>
                  <a:lnTo>
                    <a:pt x="982458" y="219134"/>
                  </a:lnTo>
                  <a:lnTo>
                    <a:pt x="982103" y="219072"/>
                  </a:lnTo>
                  <a:lnTo>
                    <a:pt x="981398" y="218962"/>
                  </a:lnTo>
                  <a:lnTo>
                    <a:pt x="980919" y="218894"/>
                  </a:lnTo>
                  <a:lnTo>
                    <a:pt x="979853" y="218807"/>
                  </a:lnTo>
                  <a:lnTo>
                    <a:pt x="979432" y="218870"/>
                  </a:lnTo>
                  <a:lnTo>
                    <a:pt x="978243" y="218873"/>
                  </a:lnTo>
                  <a:lnTo>
                    <a:pt x="977347" y="218643"/>
                  </a:lnTo>
                  <a:lnTo>
                    <a:pt x="976686" y="218173"/>
                  </a:lnTo>
                  <a:lnTo>
                    <a:pt x="976584" y="217973"/>
                  </a:lnTo>
                  <a:lnTo>
                    <a:pt x="976504" y="217704"/>
                  </a:lnTo>
                  <a:lnTo>
                    <a:pt x="976514" y="217427"/>
                  </a:lnTo>
                  <a:lnTo>
                    <a:pt x="976306" y="216848"/>
                  </a:lnTo>
                  <a:lnTo>
                    <a:pt x="976135" y="215822"/>
                  </a:lnTo>
                  <a:lnTo>
                    <a:pt x="976322" y="215403"/>
                  </a:lnTo>
                  <a:lnTo>
                    <a:pt x="976536" y="214971"/>
                  </a:lnTo>
                  <a:lnTo>
                    <a:pt x="976650" y="214637"/>
                  </a:lnTo>
                  <a:lnTo>
                    <a:pt x="976702" y="214423"/>
                  </a:lnTo>
                  <a:lnTo>
                    <a:pt x="976910" y="214005"/>
                  </a:lnTo>
                  <a:lnTo>
                    <a:pt x="977063" y="213773"/>
                  </a:lnTo>
                  <a:lnTo>
                    <a:pt x="976909" y="211327"/>
                  </a:lnTo>
                  <a:lnTo>
                    <a:pt x="976821" y="211179"/>
                  </a:lnTo>
                  <a:lnTo>
                    <a:pt x="976530" y="210769"/>
                  </a:lnTo>
                  <a:lnTo>
                    <a:pt x="976124" y="210310"/>
                  </a:lnTo>
                  <a:lnTo>
                    <a:pt x="976464" y="209387"/>
                  </a:lnTo>
                  <a:lnTo>
                    <a:pt x="976925" y="209402"/>
                  </a:lnTo>
                  <a:lnTo>
                    <a:pt x="977147" y="209423"/>
                  </a:lnTo>
                  <a:lnTo>
                    <a:pt x="977645" y="209375"/>
                  </a:lnTo>
                  <a:lnTo>
                    <a:pt x="978530" y="209208"/>
                  </a:lnTo>
                  <a:lnTo>
                    <a:pt x="979518" y="208400"/>
                  </a:lnTo>
                  <a:lnTo>
                    <a:pt x="979800" y="208313"/>
                  </a:lnTo>
                  <a:lnTo>
                    <a:pt x="981130" y="207746"/>
                  </a:lnTo>
                  <a:lnTo>
                    <a:pt x="981742" y="207894"/>
                  </a:lnTo>
                  <a:lnTo>
                    <a:pt x="981893" y="207965"/>
                  </a:lnTo>
                  <a:lnTo>
                    <a:pt x="982890" y="207680"/>
                  </a:lnTo>
                  <a:lnTo>
                    <a:pt x="983131" y="207325"/>
                  </a:lnTo>
                  <a:lnTo>
                    <a:pt x="984331" y="206294"/>
                  </a:lnTo>
                  <a:lnTo>
                    <a:pt x="984912" y="206094"/>
                  </a:lnTo>
                  <a:lnTo>
                    <a:pt x="985329" y="205866"/>
                  </a:lnTo>
                  <a:lnTo>
                    <a:pt x="986004" y="205636"/>
                  </a:lnTo>
                  <a:lnTo>
                    <a:pt x="986304" y="205595"/>
                  </a:lnTo>
                  <a:lnTo>
                    <a:pt x="987323" y="204940"/>
                  </a:lnTo>
                  <a:lnTo>
                    <a:pt x="987297" y="204640"/>
                  </a:lnTo>
                  <a:lnTo>
                    <a:pt x="988007" y="203666"/>
                  </a:lnTo>
                  <a:lnTo>
                    <a:pt x="988501" y="203654"/>
                  </a:lnTo>
                  <a:lnTo>
                    <a:pt x="991161" y="201352"/>
                  </a:lnTo>
                  <a:lnTo>
                    <a:pt x="991310" y="201262"/>
                  </a:lnTo>
                  <a:lnTo>
                    <a:pt x="991838" y="200985"/>
                  </a:lnTo>
                  <a:lnTo>
                    <a:pt x="992807" y="199618"/>
                  </a:lnTo>
                  <a:lnTo>
                    <a:pt x="992984" y="199280"/>
                  </a:lnTo>
                  <a:lnTo>
                    <a:pt x="993114" y="199122"/>
                  </a:lnTo>
                  <a:lnTo>
                    <a:pt x="993498" y="198686"/>
                  </a:lnTo>
                  <a:lnTo>
                    <a:pt x="993771" y="198452"/>
                  </a:lnTo>
                  <a:lnTo>
                    <a:pt x="995072" y="197768"/>
                  </a:lnTo>
                  <a:lnTo>
                    <a:pt x="995204" y="197714"/>
                  </a:lnTo>
                  <a:lnTo>
                    <a:pt x="995336" y="197660"/>
                  </a:lnTo>
                  <a:lnTo>
                    <a:pt x="995469" y="197607"/>
                  </a:lnTo>
                  <a:lnTo>
                    <a:pt x="996795" y="196684"/>
                  </a:lnTo>
                  <a:lnTo>
                    <a:pt x="997317" y="196322"/>
                  </a:lnTo>
                  <a:lnTo>
                    <a:pt x="997449" y="195865"/>
                  </a:lnTo>
                  <a:lnTo>
                    <a:pt x="997579" y="195684"/>
                  </a:lnTo>
                  <a:lnTo>
                    <a:pt x="998027" y="195207"/>
                  </a:lnTo>
                  <a:lnTo>
                    <a:pt x="999533" y="194501"/>
                  </a:lnTo>
                  <a:lnTo>
                    <a:pt x="1000043" y="194364"/>
                  </a:lnTo>
                  <a:lnTo>
                    <a:pt x="1000280" y="194188"/>
                  </a:lnTo>
                  <a:lnTo>
                    <a:pt x="1000999" y="193861"/>
                  </a:lnTo>
                  <a:lnTo>
                    <a:pt x="1001361" y="193820"/>
                  </a:lnTo>
                  <a:lnTo>
                    <a:pt x="1001512" y="193806"/>
                  </a:lnTo>
                  <a:lnTo>
                    <a:pt x="1002403" y="192730"/>
                  </a:lnTo>
                  <a:lnTo>
                    <a:pt x="1003005" y="192086"/>
                  </a:lnTo>
                  <a:lnTo>
                    <a:pt x="1003183" y="192058"/>
                  </a:lnTo>
                  <a:lnTo>
                    <a:pt x="1003688" y="191977"/>
                  </a:lnTo>
                  <a:lnTo>
                    <a:pt x="1004059" y="191847"/>
                  </a:lnTo>
                  <a:lnTo>
                    <a:pt x="1004486" y="191056"/>
                  </a:lnTo>
                  <a:lnTo>
                    <a:pt x="1005053" y="189748"/>
                  </a:lnTo>
                  <a:lnTo>
                    <a:pt x="1006028" y="188897"/>
                  </a:lnTo>
                  <a:lnTo>
                    <a:pt x="1006622" y="188573"/>
                  </a:lnTo>
                  <a:lnTo>
                    <a:pt x="1007363" y="188407"/>
                  </a:lnTo>
                  <a:lnTo>
                    <a:pt x="1007571" y="188341"/>
                  </a:lnTo>
                  <a:lnTo>
                    <a:pt x="1007814" y="188233"/>
                  </a:lnTo>
                  <a:lnTo>
                    <a:pt x="1008565" y="187795"/>
                  </a:lnTo>
                  <a:lnTo>
                    <a:pt x="1009119" y="187400"/>
                  </a:lnTo>
                  <a:lnTo>
                    <a:pt x="1009964" y="186110"/>
                  </a:lnTo>
                  <a:lnTo>
                    <a:pt x="1009777" y="185697"/>
                  </a:lnTo>
                  <a:lnTo>
                    <a:pt x="1010448" y="185514"/>
                  </a:lnTo>
                  <a:lnTo>
                    <a:pt x="1010608" y="185495"/>
                  </a:lnTo>
                  <a:lnTo>
                    <a:pt x="1010754" y="185469"/>
                  </a:lnTo>
                  <a:lnTo>
                    <a:pt x="1010897" y="185424"/>
                  </a:lnTo>
                  <a:lnTo>
                    <a:pt x="1011162" y="185363"/>
                  </a:lnTo>
                  <a:lnTo>
                    <a:pt x="1011419" y="185312"/>
                  </a:lnTo>
                  <a:lnTo>
                    <a:pt x="1011560" y="185281"/>
                  </a:lnTo>
                  <a:lnTo>
                    <a:pt x="1012730" y="184542"/>
                  </a:lnTo>
                  <a:lnTo>
                    <a:pt x="1013918" y="184834"/>
                  </a:lnTo>
                  <a:lnTo>
                    <a:pt x="1014070" y="184847"/>
                  </a:lnTo>
                  <a:lnTo>
                    <a:pt x="1014259" y="184865"/>
                  </a:lnTo>
                  <a:lnTo>
                    <a:pt x="1015534" y="184334"/>
                  </a:lnTo>
                  <a:lnTo>
                    <a:pt x="1015683" y="184363"/>
                  </a:lnTo>
                  <a:lnTo>
                    <a:pt x="1015924" y="184416"/>
                  </a:lnTo>
                  <a:lnTo>
                    <a:pt x="1016426" y="184485"/>
                  </a:lnTo>
                  <a:lnTo>
                    <a:pt x="1016586" y="184544"/>
                  </a:lnTo>
                  <a:lnTo>
                    <a:pt x="1016782" y="184605"/>
                  </a:lnTo>
                  <a:lnTo>
                    <a:pt x="1017749" y="184629"/>
                  </a:lnTo>
                  <a:lnTo>
                    <a:pt x="1018765" y="184735"/>
                  </a:lnTo>
                  <a:lnTo>
                    <a:pt x="1018925" y="184759"/>
                  </a:lnTo>
                  <a:lnTo>
                    <a:pt x="1019188" y="184777"/>
                  </a:lnTo>
                  <a:lnTo>
                    <a:pt x="1019923" y="184403"/>
                  </a:lnTo>
                  <a:lnTo>
                    <a:pt x="1020625" y="183982"/>
                  </a:lnTo>
                  <a:lnTo>
                    <a:pt x="1020826" y="183971"/>
                  </a:lnTo>
                  <a:lnTo>
                    <a:pt x="1021835" y="184368"/>
                  </a:lnTo>
                  <a:lnTo>
                    <a:pt x="1022437" y="184785"/>
                  </a:lnTo>
                  <a:lnTo>
                    <a:pt x="1022950" y="185355"/>
                  </a:lnTo>
                  <a:lnTo>
                    <a:pt x="1024181" y="184960"/>
                  </a:lnTo>
                  <a:lnTo>
                    <a:pt x="1024879" y="185055"/>
                  </a:lnTo>
                  <a:lnTo>
                    <a:pt x="1025397" y="184976"/>
                  </a:lnTo>
                  <a:lnTo>
                    <a:pt x="1025575" y="185002"/>
                  </a:lnTo>
                  <a:lnTo>
                    <a:pt x="1025725" y="185024"/>
                  </a:lnTo>
                  <a:lnTo>
                    <a:pt x="1026042" y="185069"/>
                  </a:lnTo>
                  <a:lnTo>
                    <a:pt x="1026667" y="185151"/>
                  </a:lnTo>
                  <a:lnTo>
                    <a:pt x="1028316" y="184561"/>
                  </a:lnTo>
                  <a:lnTo>
                    <a:pt x="1028853" y="184549"/>
                  </a:lnTo>
                  <a:lnTo>
                    <a:pt x="1028983" y="184595"/>
                  </a:lnTo>
                  <a:lnTo>
                    <a:pt x="1029707" y="184549"/>
                  </a:lnTo>
                  <a:lnTo>
                    <a:pt x="1030619" y="184040"/>
                  </a:lnTo>
                  <a:lnTo>
                    <a:pt x="1030740" y="183877"/>
                  </a:lnTo>
                  <a:lnTo>
                    <a:pt x="1031053" y="183518"/>
                  </a:lnTo>
                  <a:lnTo>
                    <a:pt x="1031874" y="182981"/>
                  </a:lnTo>
                  <a:lnTo>
                    <a:pt x="1032015" y="182964"/>
                  </a:lnTo>
                  <a:lnTo>
                    <a:pt x="1032297" y="182948"/>
                  </a:lnTo>
                  <a:lnTo>
                    <a:pt x="1032554" y="182950"/>
                  </a:lnTo>
                  <a:lnTo>
                    <a:pt x="1032698" y="182962"/>
                  </a:lnTo>
                  <a:lnTo>
                    <a:pt x="1033325" y="183033"/>
                  </a:lnTo>
                  <a:lnTo>
                    <a:pt x="1033791" y="183145"/>
                  </a:lnTo>
                  <a:lnTo>
                    <a:pt x="1034264" y="183265"/>
                  </a:lnTo>
                  <a:lnTo>
                    <a:pt x="1034589" y="183301"/>
                  </a:lnTo>
                  <a:lnTo>
                    <a:pt x="1036071" y="183022"/>
                  </a:lnTo>
                  <a:lnTo>
                    <a:pt x="1036209" y="183049"/>
                  </a:lnTo>
                  <a:lnTo>
                    <a:pt x="1036345" y="183071"/>
                  </a:lnTo>
                  <a:lnTo>
                    <a:pt x="1036911" y="183017"/>
                  </a:lnTo>
                  <a:lnTo>
                    <a:pt x="1037105" y="182934"/>
                  </a:lnTo>
                  <a:lnTo>
                    <a:pt x="1037371" y="182819"/>
                  </a:lnTo>
                  <a:lnTo>
                    <a:pt x="1037708" y="182731"/>
                  </a:lnTo>
                  <a:lnTo>
                    <a:pt x="1038339" y="182519"/>
                  </a:lnTo>
                  <a:lnTo>
                    <a:pt x="1038819" y="182667"/>
                  </a:lnTo>
                  <a:close/>
                </a:path>
              </a:pathLst>
            </a:custGeom>
            <a:solidFill>
              <a:srgbClr val="FFB67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9146706" y="1766230"/>
              <a:ext cx="184238" cy="183138"/>
            </a:xfrm>
            <a:custGeom>
              <a:avLst/>
              <a:pathLst>
                <a:path w="184238" h="183138">
                  <a:moveTo>
                    <a:pt x="182879" y="182880"/>
                  </a:moveTo>
                  <a:lnTo>
                    <a:pt x="182925" y="182692"/>
                  </a:lnTo>
                  <a:lnTo>
                    <a:pt x="183156" y="182688"/>
                  </a:lnTo>
                  <a:lnTo>
                    <a:pt x="183648" y="182679"/>
                  </a:lnTo>
                  <a:lnTo>
                    <a:pt x="183949" y="182675"/>
                  </a:lnTo>
                  <a:lnTo>
                    <a:pt x="184238" y="182816"/>
                  </a:lnTo>
                  <a:lnTo>
                    <a:pt x="184202" y="183130"/>
                  </a:lnTo>
                  <a:lnTo>
                    <a:pt x="183877" y="183135"/>
                  </a:lnTo>
                  <a:lnTo>
                    <a:pt x="183601" y="183138"/>
                  </a:lnTo>
                  <a:close/>
                </a:path>
              </a:pathLst>
            </a:custGeom>
            <a:solidFill>
              <a:srgbClr val="FDFEC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9054827" y="1640382"/>
              <a:ext cx="297300" cy="394422"/>
            </a:xfrm>
            <a:custGeom>
              <a:avLst/>
              <a:pathLst>
                <a:path w="297300" h="394422">
                  <a:moveTo>
                    <a:pt x="182879" y="182880"/>
                  </a:moveTo>
                  <a:lnTo>
                    <a:pt x="183009" y="182951"/>
                  </a:lnTo>
                  <a:lnTo>
                    <a:pt x="183417" y="183146"/>
                  </a:lnTo>
                  <a:lnTo>
                    <a:pt x="183777" y="183248"/>
                  </a:lnTo>
                  <a:lnTo>
                    <a:pt x="184433" y="183407"/>
                  </a:lnTo>
                  <a:lnTo>
                    <a:pt x="184539" y="183578"/>
                  </a:lnTo>
                  <a:lnTo>
                    <a:pt x="184569" y="183707"/>
                  </a:lnTo>
                  <a:lnTo>
                    <a:pt x="184713" y="184053"/>
                  </a:lnTo>
                  <a:lnTo>
                    <a:pt x="184919" y="184472"/>
                  </a:lnTo>
                  <a:lnTo>
                    <a:pt x="184931" y="184816"/>
                  </a:lnTo>
                  <a:lnTo>
                    <a:pt x="184709" y="184995"/>
                  </a:lnTo>
                  <a:lnTo>
                    <a:pt x="184249" y="185167"/>
                  </a:lnTo>
                  <a:lnTo>
                    <a:pt x="183831" y="185263"/>
                  </a:lnTo>
                  <a:lnTo>
                    <a:pt x="183233" y="185487"/>
                  </a:lnTo>
                  <a:lnTo>
                    <a:pt x="183286" y="185666"/>
                  </a:lnTo>
                  <a:lnTo>
                    <a:pt x="183320" y="185822"/>
                  </a:lnTo>
                  <a:lnTo>
                    <a:pt x="182709" y="186123"/>
                  </a:lnTo>
                  <a:lnTo>
                    <a:pt x="182569" y="185813"/>
                  </a:lnTo>
                  <a:lnTo>
                    <a:pt x="182417" y="185902"/>
                  </a:lnTo>
                  <a:lnTo>
                    <a:pt x="182430" y="186055"/>
                  </a:lnTo>
                  <a:lnTo>
                    <a:pt x="182042" y="186280"/>
                  </a:lnTo>
                  <a:lnTo>
                    <a:pt x="181926" y="186551"/>
                  </a:lnTo>
                  <a:lnTo>
                    <a:pt x="181724" y="186944"/>
                  </a:lnTo>
                  <a:lnTo>
                    <a:pt x="181442" y="186898"/>
                  </a:lnTo>
                  <a:lnTo>
                    <a:pt x="181245" y="187700"/>
                  </a:lnTo>
                  <a:lnTo>
                    <a:pt x="181240" y="187831"/>
                  </a:lnTo>
                  <a:lnTo>
                    <a:pt x="181091" y="188399"/>
                  </a:lnTo>
                  <a:lnTo>
                    <a:pt x="181028" y="188568"/>
                  </a:lnTo>
                  <a:lnTo>
                    <a:pt x="181028" y="188858"/>
                  </a:lnTo>
                  <a:lnTo>
                    <a:pt x="181012" y="189109"/>
                  </a:lnTo>
                  <a:lnTo>
                    <a:pt x="180859" y="189743"/>
                  </a:lnTo>
                  <a:lnTo>
                    <a:pt x="180805" y="189998"/>
                  </a:lnTo>
                  <a:lnTo>
                    <a:pt x="180776" y="190178"/>
                  </a:lnTo>
                  <a:lnTo>
                    <a:pt x="180721" y="190942"/>
                  </a:lnTo>
                  <a:lnTo>
                    <a:pt x="180712" y="191347"/>
                  </a:lnTo>
                  <a:lnTo>
                    <a:pt x="180734" y="191721"/>
                  </a:lnTo>
                  <a:lnTo>
                    <a:pt x="180803" y="192339"/>
                  </a:lnTo>
                  <a:lnTo>
                    <a:pt x="180617" y="192863"/>
                  </a:lnTo>
                  <a:lnTo>
                    <a:pt x="180769" y="193025"/>
                  </a:lnTo>
                  <a:lnTo>
                    <a:pt x="180752" y="193292"/>
                  </a:lnTo>
                  <a:lnTo>
                    <a:pt x="180662" y="193655"/>
                  </a:lnTo>
                  <a:lnTo>
                    <a:pt x="180587" y="193836"/>
                  </a:lnTo>
                  <a:lnTo>
                    <a:pt x="180435" y="194092"/>
                  </a:lnTo>
                  <a:lnTo>
                    <a:pt x="180528" y="194261"/>
                  </a:lnTo>
                  <a:lnTo>
                    <a:pt x="180341" y="194455"/>
                  </a:lnTo>
                  <a:lnTo>
                    <a:pt x="180921" y="194633"/>
                  </a:lnTo>
                  <a:lnTo>
                    <a:pt x="180718" y="195928"/>
                  </a:lnTo>
                  <a:lnTo>
                    <a:pt x="180157" y="195915"/>
                  </a:lnTo>
                  <a:lnTo>
                    <a:pt x="180113" y="196075"/>
                  </a:lnTo>
                  <a:lnTo>
                    <a:pt x="180321" y="196090"/>
                  </a:lnTo>
                  <a:lnTo>
                    <a:pt x="180527" y="196074"/>
                  </a:lnTo>
                  <a:lnTo>
                    <a:pt x="181252" y="196040"/>
                  </a:lnTo>
                  <a:lnTo>
                    <a:pt x="181347" y="196499"/>
                  </a:lnTo>
                  <a:lnTo>
                    <a:pt x="181096" y="196574"/>
                  </a:lnTo>
                  <a:lnTo>
                    <a:pt x="180512" y="196865"/>
                  </a:lnTo>
                  <a:lnTo>
                    <a:pt x="180512" y="197017"/>
                  </a:lnTo>
                  <a:lnTo>
                    <a:pt x="180753" y="197348"/>
                  </a:lnTo>
                  <a:lnTo>
                    <a:pt x="181116" y="197179"/>
                  </a:lnTo>
                  <a:lnTo>
                    <a:pt x="181243" y="197484"/>
                  </a:lnTo>
                  <a:lnTo>
                    <a:pt x="181209" y="197727"/>
                  </a:lnTo>
                  <a:lnTo>
                    <a:pt x="181204" y="197874"/>
                  </a:lnTo>
                  <a:lnTo>
                    <a:pt x="181341" y="198093"/>
                  </a:lnTo>
                  <a:lnTo>
                    <a:pt x="181636" y="198300"/>
                  </a:lnTo>
                  <a:lnTo>
                    <a:pt x="182135" y="199182"/>
                  </a:lnTo>
                  <a:lnTo>
                    <a:pt x="182411" y="199228"/>
                  </a:lnTo>
                  <a:lnTo>
                    <a:pt x="182642" y="199360"/>
                  </a:lnTo>
                  <a:lnTo>
                    <a:pt x="183655" y="198797"/>
                  </a:lnTo>
                  <a:lnTo>
                    <a:pt x="183867" y="198978"/>
                  </a:lnTo>
                  <a:lnTo>
                    <a:pt x="184009" y="199084"/>
                  </a:lnTo>
                  <a:lnTo>
                    <a:pt x="184319" y="199310"/>
                  </a:lnTo>
                  <a:lnTo>
                    <a:pt x="184623" y="199503"/>
                  </a:lnTo>
                  <a:lnTo>
                    <a:pt x="185071" y="199742"/>
                  </a:lnTo>
                  <a:lnTo>
                    <a:pt x="185306" y="199846"/>
                  </a:lnTo>
                  <a:lnTo>
                    <a:pt x="185783" y="200036"/>
                  </a:lnTo>
                  <a:lnTo>
                    <a:pt x="186112" y="200194"/>
                  </a:lnTo>
                  <a:lnTo>
                    <a:pt x="186377" y="200305"/>
                  </a:lnTo>
                  <a:lnTo>
                    <a:pt x="186624" y="200334"/>
                  </a:lnTo>
                  <a:lnTo>
                    <a:pt x="186849" y="200311"/>
                  </a:lnTo>
                  <a:lnTo>
                    <a:pt x="187164" y="200174"/>
                  </a:lnTo>
                  <a:lnTo>
                    <a:pt x="187323" y="200177"/>
                  </a:lnTo>
                  <a:lnTo>
                    <a:pt x="188005" y="200334"/>
                  </a:lnTo>
                  <a:lnTo>
                    <a:pt x="188125" y="200746"/>
                  </a:lnTo>
                  <a:lnTo>
                    <a:pt x="188368" y="200994"/>
                  </a:lnTo>
                  <a:lnTo>
                    <a:pt x="188795" y="201007"/>
                  </a:lnTo>
                  <a:lnTo>
                    <a:pt x="189101" y="201074"/>
                  </a:lnTo>
                  <a:lnTo>
                    <a:pt x="189241" y="201102"/>
                  </a:lnTo>
                  <a:lnTo>
                    <a:pt x="189654" y="201210"/>
                  </a:lnTo>
                  <a:lnTo>
                    <a:pt x="190058" y="201287"/>
                  </a:lnTo>
                  <a:lnTo>
                    <a:pt x="190146" y="201108"/>
                  </a:lnTo>
                  <a:lnTo>
                    <a:pt x="190281" y="201065"/>
                  </a:lnTo>
                  <a:lnTo>
                    <a:pt x="190488" y="201234"/>
                  </a:lnTo>
                  <a:lnTo>
                    <a:pt x="190493" y="201371"/>
                  </a:lnTo>
                  <a:lnTo>
                    <a:pt x="190911" y="201431"/>
                  </a:lnTo>
                  <a:lnTo>
                    <a:pt x="190914" y="201246"/>
                  </a:lnTo>
                  <a:lnTo>
                    <a:pt x="191313" y="201247"/>
                  </a:lnTo>
                  <a:lnTo>
                    <a:pt x="191458" y="201426"/>
                  </a:lnTo>
                  <a:lnTo>
                    <a:pt x="191780" y="201613"/>
                  </a:lnTo>
                  <a:lnTo>
                    <a:pt x="191684" y="201759"/>
                  </a:lnTo>
                  <a:lnTo>
                    <a:pt x="191996" y="201962"/>
                  </a:lnTo>
                  <a:lnTo>
                    <a:pt x="192158" y="201926"/>
                  </a:lnTo>
                  <a:lnTo>
                    <a:pt x="192306" y="201959"/>
                  </a:lnTo>
                  <a:lnTo>
                    <a:pt x="192337" y="201820"/>
                  </a:lnTo>
                  <a:lnTo>
                    <a:pt x="192418" y="201626"/>
                  </a:lnTo>
                  <a:lnTo>
                    <a:pt x="192556" y="201660"/>
                  </a:lnTo>
                  <a:lnTo>
                    <a:pt x="193674" y="202057"/>
                  </a:lnTo>
                  <a:lnTo>
                    <a:pt x="193824" y="202054"/>
                  </a:lnTo>
                  <a:lnTo>
                    <a:pt x="193972" y="202036"/>
                  </a:lnTo>
                  <a:lnTo>
                    <a:pt x="194160" y="201949"/>
                  </a:lnTo>
                  <a:lnTo>
                    <a:pt x="194455" y="201812"/>
                  </a:lnTo>
                  <a:lnTo>
                    <a:pt x="194334" y="202238"/>
                  </a:lnTo>
                  <a:lnTo>
                    <a:pt x="194035" y="202345"/>
                  </a:lnTo>
                  <a:lnTo>
                    <a:pt x="193726" y="202345"/>
                  </a:lnTo>
                  <a:lnTo>
                    <a:pt x="193726" y="202753"/>
                  </a:lnTo>
                  <a:lnTo>
                    <a:pt x="192593" y="202654"/>
                  </a:lnTo>
                  <a:lnTo>
                    <a:pt x="192786" y="202873"/>
                  </a:lnTo>
                  <a:lnTo>
                    <a:pt x="192875" y="203071"/>
                  </a:lnTo>
                  <a:lnTo>
                    <a:pt x="192703" y="203413"/>
                  </a:lnTo>
                  <a:lnTo>
                    <a:pt x="192468" y="203405"/>
                  </a:lnTo>
                  <a:lnTo>
                    <a:pt x="192184" y="203600"/>
                  </a:lnTo>
                  <a:lnTo>
                    <a:pt x="192124" y="203769"/>
                  </a:lnTo>
                  <a:lnTo>
                    <a:pt x="192172" y="203944"/>
                  </a:lnTo>
                  <a:lnTo>
                    <a:pt x="191996" y="204203"/>
                  </a:lnTo>
                  <a:lnTo>
                    <a:pt x="191868" y="204336"/>
                  </a:lnTo>
                  <a:lnTo>
                    <a:pt x="191583" y="204369"/>
                  </a:lnTo>
                  <a:lnTo>
                    <a:pt x="191480" y="204606"/>
                  </a:lnTo>
                  <a:lnTo>
                    <a:pt x="191891" y="204888"/>
                  </a:lnTo>
                  <a:lnTo>
                    <a:pt x="192005" y="205034"/>
                  </a:lnTo>
                  <a:lnTo>
                    <a:pt x="192619" y="205408"/>
                  </a:lnTo>
                  <a:lnTo>
                    <a:pt x="192867" y="205646"/>
                  </a:lnTo>
                  <a:lnTo>
                    <a:pt x="193179" y="205971"/>
                  </a:lnTo>
                  <a:lnTo>
                    <a:pt x="193604" y="206380"/>
                  </a:lnTo>
                  <a:lnTo>
                    <a:pt x="194529" y="207146"/>
                  </a:lnTo>
                  <a:lnTo>
                    <a:pt x="194712" y="207304"/>
                  </a:lnTo>
                  <a:lnTo>
                    <a:pt x="195226" y="206752"/>
                  </a:lnTo>
                  <a:lnTo>
                    <a:pt x="196000" y="206886"/>
                  </a:lnTo>
                  <a:lnTo>
                    <a:pt x="195843" y="207755"/>
                  </a:lnTo>
                  <a:lnTo>
                    <a:pt x="196436" y="208026"/>
                  </a:lnTo>
                  <a:lnTo>
                    <a:pt x="196214" y="208443"/>
                  </a:lnTo>
                  <a:lnTo>
                    <a:pt x="196708" y="208667"/>
                  </a:lnTo>
                  <a:lnTo>
                    <a:pt x="197200" y="208991"/>
                  </a:lnTo>
                  <a:lnTo>
                    <a:pt x="197742" y="209250"/>
                  </a:lnTo>
                  <a:lnTo>
                    <a:pt x="198400" y="209555"/>
                  </a:lnTo>
                  <a:lnTo>
                    <a:pt x="198983" y="209818"/>
                  </a:lnTo>
                  <a:lnTo>
                    <a:pt x="199856" y="210824"/>
                  </a:lnTo>
                  <a:lnTo>
                    <a:pt x="199848" y="211284"/>
                  </a:lnTo>
                  <a:lnTo>
                    <a:pt x="199870" y="211499"/>
                  </a:lnTo>
                  <a:lnTo>
                    <a:pt x="199902" y="211636"/>
                  </a:lnTo>
                  <a:lnTo>
                    <a:pt x="199701" y="212381"/>
                  </a:lnTo>
                  <a:lnTo>
                    <a:pt x="200115" y="212229"/>
                  </a:lnTo>
                  <a:lnTo>
                    <a:pt x="200266" y="212187"/>
                  </a:lnTo>
                  <a:lnTo>
                    <a:pt x="200976" y="212153"/>
                  </a:lnTo>
                  <a:lnTo>
                    <a:pt x="201276" y="212007"/>
                  </a:lnTo>
                  <a:lnTo>
                    <a:pt x="201405" y="211941"/>
                  </a:lnTo>
                  <a:lnTo>
                    <a:pt x="201754" y="211978"/>
                  </a:lnTo>
                  <a:lnTo>
                    <a:pt x="202056" y="211873"/>
                  </a:lnTo>
                  <a:lnTo>
                    <a:pt x="202192" y="211822"/>
                  </a:lnTo>
                  <a:lnTo>
                    <a:pt x="202848" y="211877"/>
                  </a:lnTo>
                  <a:lnTo>
                    <a:pt x="203128" y="211980"/>
                  </a:lnTo>
                  <a:lnTo>
                    <a:pt x="203291" y="212055"/>
                  </a:lnTo>
                  <a:lnTo>
                    <a:pt x="203505" y="212154"/>
                  </a:lnTo>
                  <a:lnTo>
                    <a:pt x="204373" y="212568"/>
                  </a:lnTo>
                  <a:lnTo>
                    <a:pt x="205239" y="213049"/>
                  </a:lnTo>
                  <a:lnTo>
                    <a:pt x="205329" y="213189"/>
                  </a:lnTo>
                  <a:lnTo>
                    <a:pt x="205524" y="213138"/>
                  </a:lnTo>
                  <a:lnTo>
                    <a:pt x="205785" y="213375"/>
                  </a:lnTo>
                  <a:lnTo>
                    <a:pt x="205849" y="213692"/>
                  </a:lnTo>
                  <a:lnTo>
                    <a:pt x="205597" y="213857"/>
                  </a:lnTo>
                  <a:lnTo>
                    <a:pt x="205912" y="214162"/>
                  </a:lnTo>
                  <a:lnTo>
                    <a:pt x="205691" y="214415"/>
                  </a:lnTo>
                  <a:lnTo>
                    <a:pt x="206102" y="214716"/>
                  </a:lnTo>
                  <a:lnTo>
                    <a:pt x="206607" y="214710"/>
                  </a:lnTo>
                  <a:lnTo>
                    <a:pt x="206889" y="214664"/>
                  </a:lnTo>
                  <a:lnTo>
                    <a:pt x="207034" y="214676"/>
                  </a:lnTo>
                  <a:lnTo>
                    <a:pt x="207451" y="214744"/>
                  </a:lnTo>
                  <a:lnTo>
                    <a:pt x="207928" y="214952"/>
                  </a:lnTo>
                  <a:lnTo>
                    <a:pt x="208229" y="214988"/>
                  </a:lnTo>
                  <a:lnTo>
                    <a:pt x="208983" y="215049"/>
                  </a:lnTo>
                  <a:lnTo>
                    <a:pt x="209701" y="215136"/>
                  </a:lnTo>
                  <a:lnTo>
                    <a:pt x="209967" y="215204"/>
                  </a:lnTo>
                  <a:lnTo>
                    <a:pt x="210100" y="215241"/>
                  </a:lnTo>
                  <a:lnTo>
                    <a:pt x="210486" y="215353"/>
                  </a:lnTo>
                  <a:lnTo>
                    <a:pt x="210950" y="215513"/>
                  </a:lnTo>
                  <a:lnTo>
                    <a:pt x="211618" y="215632"/>
                  </a:lnTo>
                  <a:lnTo>
                    <a:pt x="211984" y="215670"/>
                  </a:lnTo>
                  <a:lnTo>
                    <a:pt x="212513" y="215858"/>
                  </a:lnTo>
                  <a:lnTo>
                    <a:pt x="212774" y="215971"/>
                  </a:lnTo>
                  <a:lnTo>
                    <a:pt x="213204" y="216129"/>
                  </a:lnTo>
                  <a:lnTo>
                    <a:pt x="213924" y="216406"/>
                  </a:lnTo>
                  <a:lnTo>
                    <a:pt x="214449" y="216542"/>
                  </a:lnTo>
                  <a:lnTo>
                    <a:pt x="214995" y="216878"/>
                  </a:lnTo>
                  <a:lnTo>
                    <a:pt x="215232" y="216778"/>
                  </a:lnTo>
                  <a:lnTo>
                    <a:pt x="215371" y="216731"/>
                  </a:lnTo>
                  <a:lnTo>
                    <a:pt x="216280" y="217248"/>
                  </a:lnTo>
                  <a:lnTo>
                    <a:pt x="217352" y="217850"/>
                  </a:lnTo>
                  <a:lnTo>
                    <a:pt x="217638" y="218091"/>
                  </a:lnTo>
                  <a:lnTo>
                    <a:pt x="217804" y="218230"/>
                  </a:lnTo>
                  <a:lnTo>
                    <a:pt x="218406" y="218755"/>
                  </a:lnTo>
                  <a:lnTo>
                    <a:pt x="218795" y="219476"/>
                  </a:lnTo>
                  <a:lnTo>
                    <a:pt x="218951" y="219412"/>
                  </a:lnTo>
                  <a:lnTo>
                    <a:pt x="219279" y="219313"/>
                  </a:lnTo>
                  <a:lnTo>
                    <a:pt x="219473" y="219385"/>
                  </a:lnTo>
                  <a:lnTo>
                    <a:pt x="219936" y="219602"/>
                  </a:lnTo>
                  <a:lnTo>
                    <a:pt x="220143" y="219694"/>
                  </a:lnTo>
                  <a:lnTo>
                    <a:pt x="221157" y="220102"/>
                  </a:lnTo>
                  <a:lnTo>
                    <a:pt x="221438" y="220238"/>
                  </a:lnTo>
                  <a:lnTo>
                    <a:pt x="221663" y="220347"/>
                  </a:lnTo>
                  <a:lnTo>
                    <a:pt x="222447" y="220728"/>
                  </a:lnTo>
                  <a:lnTo>
                    <a:pt x="222579" y="220759"/>
                  </a:lnTo>
                  <a:lnTo>
                    <a:pt x="222752" y="220795"/>
                  </a:lnTo>
                  <a:lnTo>
                    <a:pt x="223048" y="220880"/>
                  </a:lnTo>
                  <a:lnTo>
                    <a:pt x="223342" y="221078"/>
                  </a:lnTo>
                  <a:lnTo>
                    <a:pt x="223581" y="221252"/>
                  </a:lnTo>
                  <a:lnTo>
                    <a:pt x="224255" y="221507"/>
                  </a:lnTo>
                  <a:lnTo>
                    <a:pt x="225165" y="221840"/>
                  </a:lnTo>
                  <a:lnTo>
                    <a:pt x="226194" y="222350"/>
                  </a:lnTo>
                  <a:lnTo>
                    <a:pt x="226365" y="222501"/>
                  </a:lnTo>
                  <a:lnTo>
                    <a:pt x="226703" y="223579"/>
                  </a:lnTo>
                  <a:lnTo>
                    <a:pt x="226635" y="223859"/>
                  </a:lnTo>
                  <a:lnTo>
                    <a:pt x="226977" y="224199"/>
                  </a:lnTo>
                  <a:lnTo>
                    <a:pt x="227042" y="224560"/>
                  </a:lnTo>
                  <a:lnTo>
                    <a:pt x="226767" y="224995"/>
                  </a:lnTo>
                  <a:lnTo>
                    <a:pt x="226889" y="225211"/>
                  </a:lnTo>
                  <a:lnTo>
                    <a:pt x="227079" y="225535"/>
                  </a:lnTo>
                  <a:lnTo>
                    <a:pt x="227168" y="225815"/>
                  </a:lnTo>
                  <a:lnTo>
                    <a:pt x="227272" y="226166"/>
                  </a:lnTo>
                  <a:lnTo>
                    <a:pt x="227455" y="226846"/>
                  </a:lnTo>
                  <a:lnTo>
                    <a:pt x="227513" y="227106"/>
                  </a:lnTo>
                  <a:lnTo>
                    <a:pt x="227544" y="227253"/>
                  </a:lnTo>
                  <a:lnTo>
                    <a:pt x="227695" y="227321"/>
                  </a:lnTo>
                  <a:lnTo>
                    <a:pt x="227667" y="227526"/>
                  </a:lnTo>
                  <a:lnTo>
                    <a:pt x="227667" y="227904"/>
                  </a:lnTo>
                  <a:lnTo>
                    <a:pt x="227671" y="228072"/>
                  </a:lnTo>
                  <a:lnTo>
                    <a:pt x="227695" y="228220"/>
                  </a:lnTo>
                  <a:lnTo>
                    <a:pt x="227728" y="228415"/>
                  </a:lnTo>
                  <a:lnTo>
                    <a:pt x="227809" y="228703"/>
                  </a:lnTo>
                  <a:lnTo>
                    <a:pt x="227874" y="228919"/>
                  </a:lnTo>
                  <a:lnTo>
                    <a:pt x="228178" y="229781"/>
                  </a:lnTo>
                  <a:lnTo>
                    <a:pt x="228312" y="230159"/>
                  </a:lnTo>
                  <a:lnTo>
                    <a:pt x="228462" y="230326"/>
                  </a:lnTo>
                  <a:lnTo>
                    <a:pt x="228557" y="230559"/>
                  </a:lnTo>
                  <a:lnTo>
                    <a:pt x="228793" y="230909"/>
                  </a:lnTo>
                  <a:lnTo>
                    <a:pt x="228871" y="231094"/>
                  </a:lnTo>
                  <a:lnTo>
                    <a:pt x="228942" y="231527"/>
                  </a:lnTo>
                  <a:lnTo>
                    <a:pt x="228847" y="231702"/>
                  </a:lnTo>
                  <a:lnTo>
                    <a:pt x="228866" y="232392"/>
                  </a:lnTo>
                  <a:lnTo>
                    <a:pt x="229098" y="232542"/>
                  </a:lnTo>
                  <a:lnTo>
                    <a:pt x="229409" y="232885"/>
                  </a:lnTo>
                  <a:lnTo>
                    <a:pt x="229754" y="233462"/>
                  </a:lnTo>
                  <a:lnTo>
                    <a:pt x="230265" y="234356"/>
                  </a:lnTo>
                  <a:lnTo>
                    <a:pt x="230387" y="234561"/>
                  </a:lnTo>
                  <a:lnTo>
                    <a:pt x="230582" y="234914"/>
                  </a:lnTo>
                  <a:lnTo>
                    <a:pt x="230640" y="235070"/>
                  </a:lnTo>
                  <a:lnTo>
                    <a:pt x="230743" y="235342"/>
                  </a:lnTo>
                  <a:lnTo>
                    <a:pt x="230839" y="235584"/>
                  </a:lnTo>
                  <a:lnTo>
                    <a:pt x="231475" y="236877"/>
                  </a:lnTo>
                  <a:lnTo>
                    <a:pt x="231606" y="237163"/>
                  </a:lnTo>
                  <a:lnTo>
                    <a:pt x="231662" y="237299"/>
                  </a:lnTo>
                  <a:lnTo>
                    <a:pt x="231833" y="237931"/>
                  </a:lnTo>
                  <a:lnTo>
                    <a:pt x="232068" y="238469"/>
                  </a:lnTo>
                  <a:lnTo>
                    <a:pt x="232352" y="238927"/>
                  </a:lnTo>
                  <a:lnTo>
                    <a:pt x="232531" y="239260"/>
                  </a:lnTo>
                  <a:lnTo>
                    <a:pt x="232813" y="239823"/>
                  </a:lnTo>
                  <a:lnTo>
                    <a:pt x="232916" y="240105"/>
                  </a:lnTo>
                  <a:lnTo>
                    <a:pt x="232964" y="240290"/>
                  </a:lnTo>
                  <a:lnTo>
                    <a:pt x="233074" y="240830"/>
                  </a:lnTo>
                  <a:lnTo>
                    <a:pt x="233227" y="241214"/>
                  </a:lnTo>
                  <a:lnTo>
                    <a:pt x="233409" y="241534"/>
                  </a:lnTo>
                  <a:lnTo>
                    <a:pt x="233514" y="241666"/>
                  </a:lnTo>
                  <a:lnTo>
                    <a:pt x="233940" y="242305"/>
                  </a:lnTo>
                  <a:lnTo>
                    <a:pt x="234429" y="243091"/>
                  </a:lnTo>
                  <a:lnTo>
                    <a:pt x="234623" y="243488"/>
                  </a:lnTo>
                  <a:lnTo>
                    <a:pt x="234689" y="243627"/>
                  </a:lnTo>
                  <a:lnTo>
                    <a:pt x="235130" y="244576"/>
                  </a:lnTo>
                  <a:lnTo>
                    <a:pt x="235324" y="244937"/>
                  </a:lnTo>
                  <a:lnTo>
                    <a:pt x="235543" y="245539"/>
                  </a:lnTo>
                  <a:lnTo>
                    <a:pt x="235566" y="245851"/>
                  </a:lnTo>
                  <a:lnTo>
                    <a:pt x="235555" y="246066"/>
                  </a:lnTo>
                  <a:lnTo>
                    <a:pt x="234984" y="246950"/>
                  </a:lnTo>
                  <a:lnTo>
                    <a:pt x="235316" y="247004"/>
                  </a:lnTo>
                  <a:lnTo>
                    <a:pt x="235570" y="246746"/>
                  </a:lnTo>
                  <a:lnTo>
                    <a:pt x="235955" y="246666"/>
                  </a:lnTo>
                  <a:lnTo>
                    <a:pt x="236290" y="246894"/>
                  </a:lnTo>
                  <a:lnTo>
                    <a:pt x="236736" y="247201"/>
                  </a:lnTo>
                  <a:lnTo>
                    <a:pt x="237003" y="247466"/>
                  </a:lnTo>
                  <a:lnTo>
                    <a:pt x="237119" y="247641"/>
                  </a:lnTo>
                  <a:lnTo>
                    <a:pt x="237529" y="248330"/>
                  </a:lnTo>
                  <a:lnTo>
                    <a:pt x="237769" y="248920"/>
                  </a:lnTo>
                  <a:lnTo>
                    <a:pt x="238041" y="249627"/>
                  </a:lnTo>
                  <a:lnTo>
                    <a:pt x="238195" y="250054"/>
                  </a:lnTo>
                  <a:lnTo>
                    <a:pt x="238308" y="250372"/>
                  </a:lnTo>
                  <a:lnTo>
                    <a:pt x="238430" y="250691"/>
                  </a:lnTo>
                  <a:lnTo>
                    <a:pt x="238606" y="250944"/>
                  </a:lnTo>
                  <a:lnTo>
                    <a:pt x="239064" y="252005"/>
                  </a:lnTo>
                  <a:lnTo>
                    <a:pt x="239173" y="252382"/>
                  </a:lnTo>
                  <a:lnTo>
                    <a:pt x="239346" y="253131"/>
                  </a:lnTo>
                  <a:lnTo>
                    <a:pt x="239690" y="253694"/>
                  </a:lnTo>
                  <a:lnTo>
                    <a:pt x="239814" y="253980"/>
                  </a:lnTo>
                  <a:lnTo>
                    <a:pt x="239742" y="254577"/>
                  </a:lnTo>
                  <a:lnTo>
                    <a:pt x="239247" y="255011"/>
                  </a:lnTo>
                  <a:lnTo>
                    <a:pt x="239089" y="255334"/>
                  </a:lnTo>
                  <a:lnTo>
                    <a:pt x="239451" y="255292"/>
                  </a:lnTo>
                  <a:lnTo>
                    <a:pt x="239686" y="255357"/>
                  </a:lnTo>
                  <a:lnTo>
                    <a:pt x="239844" y="255784"/>
                  </a:lnTo>
                  <a:lnTo>
                    <a:pt x="239804" y="256073"/>
                  </a:lnTo>
                  <a:lnTo>
                    <a:pt x="239763" y="256367"/>
                  </a:lnTo>
                  <a:lnTo>
                    <a:pt x="239783" y="257027"/>
                  </a:lnTo>
                  <a:lnTo>
                    <a:pt x="238960" y="257558"/>
                  </a:lnTo>
                  <a:lnTo>
                    <a:pt x="238618" y="257782"/>
                  </a:lnTo>
                  <a:lnTo>
                    <a:pt x="238945" y="258395"/>
                  </a:lnTo>
                  <a:lnTo>
                    <a:pt x="238278" y="258809"/>
                  </a:lnTo>
                  <a:lnTo>
                    <a:pt x="238231" y="259045"/>
                  </a:lnTo>
                  <a:lnTo>
                    <a:pt x="238373" y="259255"/>
                  </a:lnTo>
                  <a:lnTo>
                    <a:pt x="238512" y="259442"/>
                  </a:lnTo>
                  <a:lnTo>
                    <a:pt x="239309" y="260108"/>
                  </a:lnTo>
                  <a:lnTo>
                    <a:pt x="240352" y="260980"/>
                  </a:lnTo>
                  <a:lnTo>
                    <a:pt x="240595" y="261093"/>
                  </a:lnTo>
                  <a:lnTo>
                    <a:pt x="240848" y="261182"/>
                  </a:lnTo>
                  <a:lnTo>
                    <a:pt x="241295" y="261199"/>
                  </a:lnTo>
                  <a:lnTo>
                    <a:pt x="241642" y="261253"/>
                  </a:lnTo>
                  <a:lnTo>
                    <a:pt x="241948" y="261378"/>
                  </a:lnTo>
                  <a:lnTo>
                    <a:pt x="242357" y="261571"/>
                  </a:lnTo>
                  <a:lnTo>
                    <a:pt x="242215" y="261642"/>
                  </a:lnTo>
                  <a:lnTo>
                    <a:pt x="241936" y="261686"/>
                  </a:lnTo>
                  <a:lnTo>
                    <a:pt x="241755" y="261916"/>
                  </a:lnTo>
                  <a:lnTo>
                    <a:pt x="242079" y="261794"/>
                  </a:lnTo>
                  <a:lnTo>
                    <a:pt x="242818" y="261835"/>
                  </a:lnTo>
                  <a:lnTo>
                    <a:pt x="242804" y="262251"/>
                  </a:lnTo>
                  <a:lnTo>
                    <a:pt x="242855" y="262671"/>
                  </a:lnTo>
                  <a:lnTo>
                    <a:pt x="243038" y="263047"/>
                  </a:lnTo>
                  <a:lnTo>
                    <a:pt x="243185" y="262709"/>
                  </a:lnTo>
                  <a:lnTo>
                    <a:pt x="243469" y="262702"/>
                  </a:lnTo>
                  <a:lnTo>
                    <a:pt x="243606" y="262718"/>
                  </a:lnTo>
                  <a:lnTo>
                    <a:pt x="243980" y="263177"/>
                  </a:lnTo>
                  <a:lnTo>
                    <a:pt x="244182" y="263928"/>
                  </a:lnTo>
                  <a:lnTo>
                    <a:pt x="244274" y="264374"/>
                  </a:lnTo>
                  <a:lnTo>
                    <a:pt x="244515" y="265253"/>
                  </a:lnTo>
                  <a:lnTo>
                    <a:pt x="244681" y="265206"/>
                  </a:lnTo>
                  <a:lnTo>
                    <a:pt x="245117" y="265218"/>
                  </a:lnTo>
                  <a:lnTo>
                    <a:pt x="245424" y="265968"/>
                  </a:lnTo>
                  <a:lnTo>
                    <a:pt x="245427" y="266371"/>
                  </a:lnTo>
                  <a:lnTo>
                    <a:pt x="245454" y="266611"/>
                  </a:lnTo>
                  <a:lnTo>
                    <a:pt x="245646" y="266739"/>
                  </a:lnTo>
                  <a:lnTo>
                    <a:pt x="245761" y="267206"/>
                  </a:lnTo>
                  <a:lnTo>
                    <a:pt x="245396" y="267542"/>
                  </a:lnTo>
                  <a:lnTo>
                    <a:pt x="245250" y="267615"/>
                  </a:lnTo>
                  <a:lnTo>
                    <a:pt x="244946" y="267787"/>
                  </a:lnTo>
                  <a:lnTo>
                    <a:pt x="245070" y="267914"/>
                  </a:lnTo>
                  <a:lnTo>
                    <a:pt x="245388" y="267751"/>
                  </a:lnTo>
                  <a:lnTo>
                    <a:pt x="245666" y="267680"/>
                  </a:lnTo>
                  <a:lnTo>
                    <a:pt x="245793" y="268530"/>
                  </a:lnTo>
                  <a:lnTo>
                    <a:pt x="245196" y="269126"/>
                  </a:lnTo>
                  <a:lnTo>
                    <a:pt x="244349" y="269644"/>
                  </a:lnTo>
                  <a:lnTo>
                    <a:pt x="244043" y="269743"/>
                  </a:lnTo>
                  <a:lnTo>
                    <a:pt x="243915" y="269752"/>
                  </a:lnTo>
                  <a:lnTo>
                    <a:pt x="243825" y="269852"/>
                  </a:lnTo>
                  <a:lnTo>
                    <a:pt x="244598" y="269778"/>
                  </a:lnTo>
                  <a:lnTo>
                    <a:pt x="244939" y="269390"/>
                  </a:lnTo>
                  <a:lnTo>
                    <a:pt x="245243" y="269290"/>
                  </a:lnTo>
                  <a:lnTo>
                    <a:pt x="245458" y="269318"/>
                  </a:lnTo>
                  <a:lnTo>
                    <a:pt x="245731" y="269178"/>
                  </a:lnTo>
                  <a:lnTo>
                    <a:pt x="246008" y="268907"/>
                  </a:lnTo>
                  <a:lnTo>
                    <a:pt x="246057" y="269096"/>
                  </a:lnTo>
                  <a:lnTo>
                    <a:pt x="246139" y="269292"/>
                  </a:lnTo>
                  <a:lnTo>
                    <a:pt x="246368" y="269666"/>
                  </a:lnTo>
                  <a:lnTo>
                    <a:pt x="246696" y="269758"/>
                  </a:lnTo>
                  <a:lnTo>
                    <a:pt x="246904" y="270157"/>
                  </a:lnTo>
                  <a:lnTo>
                    <a:pt x="247076" y="270355"/>
                  </a:lnTo>
                  <a:lnTo>
                    <a:pt x="247364" y="271475"/>
                  </a:lnTo>
                  <a:lnTo>
                    <a:pt x="247516" y="271685"/>
                  </a:lnTo>
                  <a:lnTo>
                    <a:pt x="247718" y="271963"/>
                  </a:lnTo>
                  <a:lnTo>
                    <a:pt x="247983" y="272379"/>
                  </a:lnTo>
                  <a:lnTo>
                    <a:pt x="248036" y="272669"/>
                  </a:lnTo>
                  <a:lnTo>
                    <a:pt x="248370" y="273530"/>
                  </a:lnTo>
                  <a:lnTo>
                    <a:pt x="248811" y="274635"/>
                  </a:lnTo>
                  <a:lnTo>
                    <a:pt x="248932" y="274937"/>
                  </a:lnTo>
                  <a:lnTo>
                    <a:pt x="249813" y="274769"/>
                  </a:lnTo>
                  <a:lnTo>
                    <a:pt x="250401" y="274632"/>
                  </a:lnTo>
                  <a:lnTo>
                    <a:pt x="250707" y="275401"/>
                  </a:lnTo>
                  <a:lnTo>
                    <a:pt x="250219" y="275595"/>
                  </a:lnTo>
                  <a:lnTo>
                    <a:pt x="250511" y="276073"/>
                  </a:lnTo>
                  <a:lnTo>
                    <a:pt x="250620" y="276479"/>
                  </a:lnTo>
                  <a:lnTo>
                    <a:pt x="250691" y="276743"/>
                  </a:lnTo>
                  <a:lnTo>
                    <a:pt x="250757" y="276991"/>
                  </a:lnTo>
                  <a:lnTo>
                    <a:pt x="250161" y="277202"/>
                  </a:lnTo>
                  <a:lnTo>
                    <a:pt x="250342" y="277508"/>
                  </a:lnTo>
                  <a:lnTo>
                    <a:pt x="250608" y="277939"/>
                  </a:lnTo>
                  <a:lnTo>
                    <a:pt x="250714" y="278347"/>
                  </a:lnTo>
                  <a:lnTo>
                    <a:pt x="250823" y="278548"/>
                  </a:lnTo>
                  <a:lnTo>
                    <a:pt x="250906" y="278700"/>
                  </a:lnTo>
                  <a:lnTo>
                    <a:pt x="251093" y="279047"/>
                  </a:lnTo>
                  <a:lnTo>
                    <a:pt x="251308" y="280009"/>
                  </a:lnTo>
                  <a:lnTo>
                    <a:pt x="251414" y="280199"/>
                  </a:lnTo>
                  <a:lnTo>
                    <a:pt x="251595" y="280699"/>
                  </a:lnTo>
                  <a:lnTo>
                    <a:pt x="251809" y="281495"/>
                  </a:lnTo>
                  <a:lnTo>
                    <a:pt x="251817" y="282189"/>
                  </a:lnTo>
                  <a:lnTo>
                    <a:pt x="251814" y="282460"/>
                  </a:lnTo>
                  <a:lnTo>
                    <a:pt x="251788" y="282854"/>
                  </a:lnTo>
                  <a:lnTo>
                    <a:pt x="251690" y="283141"/>
                  </a:lnTo>
                  <a:lnTo>
                    <a:pt x="251360" y="283141"/>
                  </a:lnTo>
                  <a:lnTo>
                    <a:pt x="251104" y="283138"/>
                  </a:lnTo>
                  <a:lnTo>
                    <a:pt x="250937" y="283136"/>
                  </a:lnTo>
                  <a:lnTo>
                    <a:pt x="250220" y="283131"/>
                  </a:lnTo>
                  <a:lnTo>
                    <a:pt x="249689" y="283575"/>
                  </a:lnTo>
                  <a:lnTo>
                    <a:pt x="249993" y="283812"/>
                  </a:lnTo>
                  <a:lnTo>
                    <a:pt x="250308" y="283803"/>
                  </a:lnTo>
                  <a:lnTo>
                    <a:pt x="251431" y="284291"/>
                  </a:lnTo>
                  <a:lnTo>
                    <a:pt x="251940" y="284513"/>
                  </a:lnTo>
                  <a:lnTo>
                    <a:pt x="252780" y="284939"/>
                  </a:lnTo>
                  <a:lnTo>
                    <a:pt x="252555" y="285142"/>
                  </a:lnTo>
                  <a:lnTo>
                    <a:pt x="252639" y="285330"/>
                  </a:lnTo>
                  <a:lnTo>
                    <a:pt x="253209" y="285178"/>
                  </a:lnTo>
                  <a:lnTo>
                    <a:pt x="253369" y="285573"/>
                  </a:lnTo>
                  <a:lnTo>
                    <a:pt x="253410" y="285840"/>
                  </a:lnTo>
                  <a:lnTo>
                    <a:pt x="253590" y="287402"/>
                  </a:lnTo>
                  <a:lnTo>
                    <a:pt x="253511" y="287945"/>
                  </a:lnTo>
                  <a:lnTo>
                    <a:pt x="253212" y="288210"/>
                  </a:lnTo>
                  <a:lnTo>
                    <a:pt x="253685" y="288306"/>
                  </a:lnTo>
                  <a:lnTo>
                    <a:pt x="253748" y="288593"/>
                  </a:lnTo>
                  <a:lnTo>
                    <a:pt x="253975" y="289554"/>
                  </a:lnTo>
                  <a:lnTo>
                    <a:pt x="254226" y="289919"/>
                  </a:lnTo>
                  <a:lnTo>
                    <a:pt x="254288" y="290240"/>
                  </a:lnTo>
                  <a:lnTo>
                    <a:pt x="254315" y="290378"/>
                  </a:lnTo>
                  <a:lnTo>
                    <a:pt x="254380" y="290720"/>
                  </a:lnTo>
                  <a:lnTo>
                    <a:pt x="254385" y="291009"/>
                  </a:lnTo>
                  <a:lnTo>
                    <a:pt x="254278" y="291240"/>
                  </a:lnTo>
                  <a:lnTo>
                    <a:pt x="253975" y="291371"/>
                  </a:lnTo>
                  <a:lnTo>
                    <a:pt x="253775" y="291723"/>
                  </a:lnTo>
                  <a:lnTo>
                    <a:pt x="253855" y="292031"/>
                  </a:lnTo>
                  <a:lnTo>
                    <a:pt x="254287" y="291948"/>
                  </a:lnTo>
                  <a:lnTo>
                    <a:pt x="254599" y="291787"/>
                  </a:lnTo>
                  <a:lnTo>
                    <a:pt x="255239" y="291595"/>
                  </a:lnTo>
                  <a:lnTo>
                    <a:pt x="256265" y="291588"/>
                  </a:lnTo>
                  <a:lnTo>
                    <a:pt x="256366" y="291849"/>
                  </a:lnTo>
                  <a:lnTo>
                    <a:pt x="255969" y="297401"/>
                  </a:lnTo>
                  <a:lnTo>
                    <a:pt x="255595" y="297513"/>
                  </a:lnTo>
                  <a:lnTo>
                    <a:pt x="255368" y="299294"/>
                  </a:lnTo>
                  <a:lnTo>
                    <a:pt x="253769" y="299392"/>
                  </a:lnTo>
                  <a:lnTo>
                    <a:pt x="253283" y="300175"/>
                  </a:lnTo>
                  <a:lnTo>
                    <a:pt x="253240" y="300716"/>
                  </a:lnTo>
                  <a:lnTo>
                    <a:pt x="253328" y="301066"/>
                  </a:lnTo>
                  <a:lnTo>
                    <a:pt x="253500" y="300975"/>
                  </a:lnTo>
                  <a:lnTo>
                    <a:pt x="254969" y="300956"/>
                  </a:lnTo>
                  <a:lnTo>
                    <a:pt x="255336" y="301012"/>
                  </a:lnTo>
                  <a:lnTo>
                    <a:pt x="255534" y="301475"/>
                  </a:lnTo>
                  <a:lnTo>
                    <a:pt x="255665" y="301784"/>
                  </a:lnTo>
                  <a:lnTo>
                    <a:pt x="255775" y="302001"/>
                  </a:lnTo>
                  <a:lnTo>
                    <a:pt x="256028" y="302396"/>
                  </a:lnTo>
                  <a:lnTo>
                    <a:pt x="256332" y="302829"/>
                  </a:lnTo>
                  <a:lnTo>
                    <a:pt x="256423" y="303112"/>
                  </a:lnTo>
                  <a:lnTo>
                    <a:pt x="256342" y="303672"/>
                  </a:lnTo>
                  <a:lnTo>
                    <a:pt x="255627" y="304597"/>
                  </a:lnTo>
                  <a:lnTo>
                    <a:pt x="255417" y="305236"/>
                  </a:lnTo>
                  <a:lnTo>
                    <a:pt x="255647" y="304858"/>
                  </a:lnTo>
                  <a:lnTo>
                    <a:pt x="256284" y="304820"/>
                  </a:lnTo>
                  <a:lnTo>
                    <a:pt x="256598" y="304932"/>
                  </a:lnTo>
                  <a:lnTo>
                    <a:pt x="256940" y="305157"/>
                  </a:lnTo>
                  <a:lnTo>
                    <a:pt x="257210" y="305070"/>
                  </a:lnTo>
                  <a:lnTo>
                    <a:pt x="258002" y="305375"/>
                  </a:lnTo>
                  <a:lnTo>
                    <a:pt x="258360" y="305097"/>
                  </a:lnTo>
                  <a:lnTo>
                    <a:pt x="259432" y="305790"/>
                  </a:lnTo>
                  <a:lnTo>
                    <a:pt x="259305" y="306131"/>
                  </a:lnTo>
                  <a:lnTo>
                    <a:pt x="258875" y="306862"/>
                  </a:lnTo>
                  <a:lnTo>
                    <a:pt x="259085" y="306976"/>
                  </a:lnTo>
                  <a:lnTo>
                    <a:pt x="259453" y="307191"/>
                  </a:lnTo>
                  <a:lnTo>
                    <a:pt x="260108" y="307489"/>
                  </a:lnTo>
                  <a:lnTo>
                    <a:pt x="260392" y="307566"/>
                  </a:lnTo>
                  <a:lnTo>
                    <a:pt x="260600" y="307621"/>
                  </a:lnTo>
                  <a:lnTo>
                    <a:pt x="260895" y="307695"/>
                  </a:lnTo>
                  <a:lnTo>
                    <a:pt x="261434" y="307831"/>
                  </a:lnTo>
                  <a:lnTo>
                    <a:pt x="262154" y="308015"/>
                  </a:lnTo>
                  <a:lnTo>
                    <a:pt x="262480" y="308108"/>
                  </a:lnTo>
                  <a:lnTo>
                    <a:pt x="262784" y="308266"/>
                  </a:lnTo>
                  <a:lnTo>
                    <a:pt x="266135" y="310029"/>
                  </a:lnTo>
                  <a:lnTo>
                    <a:pt x="266214" y="310224"/>
                  </a:lnTo>
                  <a:lnTo>
                    <a:pt x="265560" y="311513"/>
                  </a:lnTo>
                  <a:lnTo>
                    <a:pt x="265891" y="311471"/>
                  </a:lnTo>
                  <a:lnTo>
                    <a:pt x="266222" y="311533"/>
                  </a:lnTo>
                  <a:lnTo>
                    <a:pt x="266483" y="311643"/>
                  </a:lnTo>
                  <a:lnTo>
                    <a:pt x="267196" y="310878"/>
                  </a:lnTo>
                  <a:lnTo>
                    <a:pt x="268846" y="311507"/>
                  </a:lnTo>
                  <a:lnTo>
                    <a:pt x="268867" y="311887"/>
                  </a:lnTo>
                  <a:lnTo>
                    <a:pt x="269758" y="312628"/>
                  </a:lnTo>
                  <a:lnTo>
                    <a:pt x="270191" y="312006"/>
                  </a:lnTo>
                  <a:lnTo>
                    <a:pt x="270422" y="312102"/>
                  </a:lnTo>
                  <a:lnTo>
                    <a:pt x="271880" y="312728"/>
                  </a:lnTo>
                  <a:lnTo>
                    <a:pt x="273709" y="313778"/>
                  </a:lnTo>
                  <a:lnTo>
                    <a:pt x="275025" y="314543"/>
                  </a:lnTo>
                  <a:lnTo>
                    <a:pt x="275356" y="314825"/>
                  </a:lnTo>
                  <a:lnTo>
                    <a:pt x="275363" y="315119"/>
                  </a:lnTo>
                  <a:lnTo>
                    <a:pt x="275368" y="315355"/>
                  </a:lnTo>
                  <a:lnTo>
                    <a:pt x="275381" y="315940"/>
                  </a:lnTo>
                  <a:lnTo>
                    <a:pt x="275415" y="316311"/>
                  </a:lnTo>
                  <a:lnTo>
                    <a:pt x="275424" y="316524"/>
                  </a:lnTo>
                  <a:lnTo>
                    <a:pt x="275426" y="316690"/>
                  </a:lnTo>
                  <a:lnTo>
                    <a:pt x="275431" y="316983"/>
                  </a:lnTo>
                  <a:lnTo>
                    <a:pt x="275438" y="317270"/>
                  </a:lnTo>
                  <a:lnTo>
                    <a:pt x="275458" y="318004"/>
                  </a:lnTo>
                  <a:lnTo>
                    <a:pt x="275473" y="318260"/>
                  </a:lnTo>
                  <a:lnTo>
                    <a:pt x="275572" y="318921"/>
                  </a:lnTo>
                  <a:lnTo>
                    <a:pt x="275592" y="319054"/>
                  </a:lnTo>
                  <a:lnTo>
                    <a:pt x="275894" y="319248"/>
                  </a:lnTo>
                  <a:lnTo>
                    <a:pt x="276359" y="319364"/>
                  </a:lnTo>
                  <a:lnTo>
                    <a:pt x="276359" y="319541"/>
                  </a:lnTo>
                  <a:lnTo>
                    <a:pt x="276355" y="320134"/>
                  </a:lnTo>
                  <a:lnTo>
                    <a:pt x="276352" y="320297"/>
                  </a:lnTo>
                  <a:lnTo>
                    <a:pt x="276348" y="320518"/>
                  </a:lnTo>
                  <a:lnTo>
                    <a:pt x="276343" y="320865"/>
                  </a:lnTo>
                  <a:lnTo>
                    <a:pt x="276790" y="321303"/>
                  </a:lnTo>
                  <a:lnTo>
                    <a:pt x="276790" y="321592"/>
                  </a:lnTo>
                  <a:lnTo>
                    <a:pt x="276898" y="322002"/>
                  </a:lnTo>
                  <a:lnTo>
                    <a:pt x="277224" y="322401"/>
                  </a:lnTo>
                  <a:lnTo>
                    <a:pt x="277592" y="322786"/>
                  </a:lnTo>
                  <a:lnTo>
                    <a:pt x="278026" y="322928"/>
                  </a:lnTo>
                  <a:lnTo>
                    <a:pt x="278260" y="323334"/>
                  </a:lnTo>
                  <a:lnTo>
                    <a:pt x="278119" y="323847"/>
                  </a:lnTo>
                  <a:lnTo>
                    <a:pt x="277649" y="324165"/>
                  </a:lnTo>
                  <a:lnTo>
                    <a:pt x="277108" y="324443"/>
                  </a:lnTo>
                  <a:lnTo>
                    <a:pt x="276618" y="324611"/>
                  </a:lnTo>
                  <a:lnTo>
                    <a:pt x="275845" y="324257"/>
                  </a:lnTo>
                  <a:lnTo>
                    <a:pt x="274933" y="323837"/>
                  </a:lnTo>
                  <a:lnTo>
                    <a:pt x="274789" y="323675"/>
                  </a:lnTo>
                  <a:lnTo>
                    <a:pt x="274497" y="323958"/>
                  </a:lnTo>
                  <a:lnTo>
                    <a:pt x="274328" y="323941"/>
                  </a:lnTo>
                  <a:lnTo>
                    <a:pt x="273816" y="324054"/>
                  </a:lnTo>
                  <a:lnTo>
                    <a:pt x="274027" y="324395"/>
                  </a:lnTo>
                  <a:lnTo>
                    <a:pt x="273762" y="324311"/>
                  </a:lnTo>
                  <a:lnTo>
                    <a:pt x="273449" y="324349"/>
                  </a:lnTo>
                  <a:lnTo>
                    <a:pt x="273084" y="324333"/>
                  </a:lnTo>
                  <a:lnTo>
                    <a:pt x="273140" y="324497"/>
                  </a:lnTo>
                  <a:lnTo>
                    <a:pt x="274143" y="324551"/>
                  </a:lnTo>
                  <a:lnTo>
                    <a:pt x="275292" y="324695"/>
                  </a:lnTo>
                  <a:lnTo>
                    <a:pt x="275306" y="324978"/>
                  </a:lnTo>
                  <a:lnTo>
                    <a:pt x="275306" y="325598"/>
                  </a:lnTo>
                  <a:lnTo>
                    <a:pt x="275603" y="325850"/>
                  </a:lnTo>
                  <a:lnTo>
                    <a:pt x="275915" y="326139"/>
                  </a:lnTo>
                  <a:lnTo>
                    <a:pt x="276023" y="326441"/>
                  </a:lnTo>
                  <a:lnTo>
                    <a:pt x="276725" y="326489"/>
                  </a:lnTo>
                  <a:lnTo>
                    <a:pt x="277055" y="326931"/>
                  </a:lnTo>
                  <a:lnTo>
                    <a:pt x="277854" y="326542"/>
                  </a:lnTo>
                  <a:lnTo>
                    <a:pt x="278397" y="326279"/>
                  </a:lnTo>
                  <a:lnTo>
                    <a:pt x="278655" y="326164"/>
                  </a:lnTo>
                  <a:lnTo>
                    <a:pt x="279120" y="326387"/>
                  </a:lnTo>
                  <a:lnTo>
                    <a:pt x="279692" y="326660"/>
                  </a:lnTo>
                  <a:lnTo>
                    <a:pt x="279795" y="327211"/>
                  </a:lnTo>
                  <a:lnTo>
                    <a:pt x="279903" y="327788"/>
                  </a:lnTo>
                  <a:lnTo>
                    <a:pt x="279721" y="328873"/>
                  </a:lnTo>
                  <a:lnTo>
                    <a:pt x="279973" y="328918"/>
                  </a:lnTo>
                  <a:lnTo>
                    <a:pt x="280561" y="329210"/>
                  </a:lnTo>
                  <a:lnTo>
                    <a:pt x="280923" y="329333"/>
                  </a:lnTo>
                  <a:lnTo>
                    <a:pt x="281293" y="329453"/>
                  </a:lnTo>
                  <a:lnTo>
                    <a:pt x="281811" y="329674"/>
                  </a:lnTo>
                  <a:lnTo>
                    <a:pt x="282176" y="328882"/>
                  </a:lnTo>
                  <a:lnTo>
                    <a:pt x="283274" y="329227"/>
                  </a:lnTo>
                  <a:lnTo>
                    <a:pt x="287267" y="330482"/>
                  </a:lnTo>
                  <a:lnTo>
                    <a:pt x="289029" y="331528"/>
                  </a:lnTo>
                  <a:lnTo>
                    <a:pt x="289788" y="332325"/>
                  </a:lnTo>
                  <a:lnTo>
                    <a:pt x="289642" y="332533"/>
                  </a:lnTo>
                  <a:lnTo>
                    <a:pt x="289259" y="333481"/>
                  </a:lnTo>
                  <a:lnTo>
                    <a:pt x="289560" y="333796"/>
                  </a:lnTo>
                  <a:lnTo>
                    <a:pt x="289740" y="333933"/>
                  </a:lnTo>
                  <a:lnTo>
                    <a:pt x="289984" y="334075"/>
                  </a:lnTo>
                  <a:lnTo>
                    <a:pt x="290238" y="334074"/>
                  </a:lnTo>
                  <a:lnTo>
                    <a:pt x="290541" y="334321"/>
                  </a:lnTo>
                  <a:lnTo>
                    <a:pt x="291242" y="335021"/>
                  </a:lnTo>
                  <a:lnTo>
                    <a:pt x="291743" y="335639"/>
                  </a:lnTo>
                  <a:lnTo>
                    <a:pt x="292045" y="336045"/>
                  </a:lnTo>
                  <a:lnTo>
                    <a:pt x="292287" y="335849"/>
                  </a:lnTo>
                  <a:lnTo>
                    <a:pt x="293013" y="336361"/>
                  </a:lnTo>
                  <a:lnTo>
                    <a:pt x="294808" y="340687"/>
                  </a:lnTo>
                  <a:lnTo>
                    <a:pt x="294868" y="341227"/>
                  </a:lnTo>
                  <a:lnTo>
                    <a:pt x="294865" y="341370"/>
                  </a:lnTo>
                  <a:lnTo>
                    <a:pt x="295035" y="342006"/>
                  </a:lnTo>
                  <a:lnTo>
                    <a:pt x="295123" y="342197"/>
                  </a:lnTo>
                  <a:lnTo>
                    <a:pt x="295877" y="343634"/>
                  </a:lnTo>
                  <a:lnTo>
                    <a:pt x="296075" y="343974"/>
                  </a:lnTo>
                  <a:lnTo>
                    <a:pt x="296084" y="344585"/>
                  </a:lnTo>
                  <a:lnTo>
                    <a:pt x="296407" y="345107"/>
                  </a:lnTo>
                  <a:lnTo>
                    <a:pt x="296536" y="345247"/>
                  </a:lnTo>
                  <a:lnTo>
                    <a:pt x="296830" y="345633"/>
                  </a:lnTo>
                  <a:lnTo>
                    <a:pt x="296968" y="345893"/>
                  </a:lnTo>
                  <a:lnTo>
                    <a:pt x="297135" y="346449"/>
                  </a:lnTo>
                  <a:lnTo>
                    <a:pt x="297179" y="346597"/>
                  </a:lnTo>
                  <a:lnTo>
                    <a:pt x="297299" y="347087"/>
                  </a:lnTo>
                  <a:lnTo>
                    <a:pt x="297300" y="347642"/>
                  </a:lnTo>
                  <a:lnTo>
                    <a:pt x="296818" y="348485"/>
                  </a:lnTo>
                  <a:lnTo>
                    <a:pt x="296725" y="348630"/>
                  </a:lnTo>
                  <a:lnTo>
                    <a:pt x="296460" y="348747"/>
                  </a:lnTo>
                  <a:lnTo>
                    <a:pt x="296059" y="348810"/>
                  </a:lnTo>
                  <a:lnTo>
                    <a:pt x="295797" y="348928"/>
                  </a:lnTo>
                  <a:lnTo>
                    <a:pt x="295370" y="349270"/>
                  </a:lnTo>
                  <a:lnTo>
                    <a:pt x="295419" y="350482"/>
                  </a:lnTo>
                  <a:lnTo>
                    <a:pt x="295063" y="352009"/>
                  </a:lnTo>
                  <a:lnTo>
                    <a:pt x="294633" y="351910"/>
                  </a:lnTo>
                  <a:lnTo>
                    <a:pt x="294006" y="351773"/>
                  </a:lnTo>
                  <a:lnTo>
                    <a:pt x="293376" y="351631"/>
                  </a:lnTo>
                  <a:lnTo>
                    <a:pt x="292753" y="351493"/>
                  </a:lnTo>
                  <a:lnTo>
                    <a:pt x="292280" y="351394"/>
                  </a:lnTo>
                  <a:lnTo>
                    <a:pt x="292121" y="351345"/>
                  </a:lnTo>
                  <a:lnTo>
                    <a:pt x="291489" y="351145"/>
                  </a:lnTo>
                  <a:lnTo>
                    <a:pt x="291036" y="351000"/>
                  </a:lnTo>
                  <a:lnTo>
                    <a:pt x="289873" y="350626"/>
                  </a:lnTo>
                  <a:lnTo>
                    <a:pt x="289305" y="350450"/>
                  </a:lnTo>
                  <a:lnTo>
                    <a:pt x="288766" y="350257"/>
                  </a:lnTo>
                  <a:lnTo>
                    <a:pt x="288229" y="350057"/>
                  </a:lnTo>
                  <a:lnTo>
                    <a:pt x="287690" y="349857"/>
                  </a:lnTo>
                  <a:lnTo>
                    <a:pt x="287138" y="349657"/>
                  </a:lnTo>
                  <a:lnTo>
                    <a:pt x="286589" y="349454"/>
                  </a:lnTo>
                  <a:lnTo>
                    <a:pt x="286048" y="349255"/>
                  </a:lnTo>
                  <a:lnTo>
                    <a:pt x="285498" y="349051"/>
                  </a:lnTo>
                  <a:lnTo>
                    <a:pt x="284952" y="348875"/>
                  </a:lnTo>
                  <a:lnTo>
                    <a:pt x="284651" y="348950"/>
                  </a:lnTo>
                  <a:lnTo>
                    <a:pt x="284202" y="348776"/>
                  </a:lnTo>
                  <a:lnTo>
                    <a:pt x="283802" y="348574"/>
                  </a:lnTo>
                  <a:lnTo>
                    <a:pt x="283591" y="348465"/>
                  </a:lnTo>
                  <a:lnTo>
                    <a:pt x="283318" y="348717"/>
                  </a:lnTo>
                  <a:lnTo>
                    <a:pt x="282674" y="348344"/>
                  </a:lnTo>
                  <a:lnTo>
                    <a:pt x="282502" y="348286"/>
                  </a:lnTo>
                  <a:lnTo>
                    <a:pt x="282206" y="348180"/>
                  </a:lnTo>
                  <a:lnTo>
                    <a:pt x="281590" y="347853"/>
                  </a:lnTo>
                  <a:lnTo>
                    <a:pt x="281427" y="347706"/>
                  </a:lnTo>
                  <a:lnTo>
                    <a:pt x="281011" y="347473"/>
                  </a:lnTo>
                  <a:lnTo>
                    <a:pt x="280848" y="347349"/>
                  </a:lnTo>
                  <a:lnTo>
                    <a:pt x="280595" y="347033"/>
                  </a:lnTo>
                  <a:lnTo>
                    <a:pt x="280108" y="346887"/>
                  </a:lnTo>
                  <a:lnTo>
                    <a:pt x="279468" y="346654"/>
                  </a:lnTo>
                  <a:lnTo>
                    <a:pt x="279018" y="346312"/>
                  </a:lnTo>
                  <a:lnTo>
                    <a:pt x="278839" y="346244"/>
                  </a:lnTo>
                  <a:lnTo>
                    <a:pt x="278559" y="346193"/>
                  </a:lnTo>
                  <a:lnTo>
                    <a:pt x="278369" y="346157"/>
                  </a:lnTo>
                  <a:lnTo>
                    <a:pt x="278077" y="346083"/>
                  </a:lnTo>
                  <a:lnTo>
                    <a:pt x="277042" y="345897"/>
                  </a:lnTo>
                  <a:lnTo>
                    <a:pt x="276506" y="345621"/>
                  </a:lnTo>
                  <a:lnTo>
                    <a:pt x="275408" y="344796"/>
                  </a:lnTo>
                  <a:lnTo>
                    <a:pt x="275152" y="344371"/>
                  </a:lnTo>
                  <a:lnTo>
                    <a:pt x="275286" y="344046"/>
                  </a:lnTo>
                  <a:lnTo>
                    <a:pt x="275165" y="343777"/>
                  </a:lnTo>
                  <a:lnTo>
                    <a:pt x="274952" y="343536"/>
                  </a:lnTo>
                  <a:lnTo>
                    <a:pt x="274755" y="343367"/>
                  </a:lnTo>
                  <a:lnTo>
                    <a:pt x="274479" y="343007"/>
                  </a:lnTo>
                  <a:lnTo>
                    <a:pt x="274196" y="342614"/>
                  </a:lnTo>
                  <a:lnTo>
                    <a:pt x="274106" y="342478"/>
                  </a:lnTo>
                  <a:lnTo>
                    <a:pt x="273298" y="341545"/>
                  </a:lnTo>
                  <a:lnTo>
                    <a:pt x="272617" y="341286"/>
                  </a:lnTo>
                  <a:lnTo>
                    <a:pt x="271834" y="340986"/>
                  </a:lnTo>
                  <a:lnTo>
                    <a:pt x="271611" y="340900"/>
                  </a:lnTo>
                  <a:lnTo>
                    <a:pt x="271042" y="340682"/>
                  </a:lnTo>
                  <a:lnTo>
                    <a:pt x="270575" y="340504"/>
                  </a:lnTo>
                  <a:lnTo>
                    <a:pt x="270125" y="340500"/>
                  </a:lnTo>
                  <a:lnTo>
                    <a:pt x="269689" y="340623"/>
                  </a:lnTo>
                  <a:lnTo>
                    <a:pt x="269471" y="340710"/>
                  </a:lnTo>
                  <a:lnTo>
                    <a:pt x="268271" y="341210"/>
                  </a:lnTo>
                  <a:lnTo>
                    <a:pt x="267975" y="341333"/>
                  </a:lnTo>
                  <a:lnTo>
                    <a:pt x="267214" y="341650"/>
                  </a:lnTo>
                  <a:lnTo>
                    <a:pt x="267043" y="341727"/>
                  </a:lnTo>
                  <a:lnTo>
                    <a:pt x="266411" y="342139"/>
                  </a:lnTo>
                  <a:lnTo>
                    <a:pt x="266167" y="342300"/>
                  </a:lnTo>
                  <a:lnTo>
                    <a:pt x="266016" y="342404"/>
                  </a:lnTo>
                  <a:lnTo>
                    <a:pt x="265733" y="342593"/>
                  </a:lnTo>
                  <a:lnTo>
                    <a:pt x="265286" y="342892"/>
                  </a:lnTo>
                  <a:lnTo>
                    <a:pt x="265010" y="343077"/>
                  </a:lnTo>
                  <a:lnTo>
                    <a:pt x="264864" y="343233"/>
                  </a:lnTo>
                  <a:lnTo>
                    <a:pt x="264543" y="343575"/>
                  </a:lnTo>
                  <a:lnTo>
                    <a:pt x="264106" y="344040"/>
                  </a:lnTo>
                  <a:lnTo>
                    <a:pt x="263822" y="344322"/>
                  </a:lnTo>
                  <a:lnTo>
                    <a:pt x="263365" y="344690"/>
                  </a:lnTo>
                  <a:lnTo>
                    <a:pt x="263172" y="344830"/>
                  </a:lnTo>
                  <a:lnTo>
                    <a:pt x="261845" y="345709"/>
                  </a:lnTo>
                  <a:lnTo>
                    <a:pt x="262075" y="345917"/>
                  </a:lnTo>
                  <a:lnTo>
                    <a:pt x="262251" y="346085"/>
                  </a:lnTo>
                  <a:lnTo>
                    <a:pt x="262488" y="346319"/>
                  </a:lnTo>
                  <a:lnTo>
                    <a:pt x="263030" y="346860"/>
                  </a:lnTo>
                  <a:lnTo>
                    <a:pt x="263296" y="347063"/>
                  </a:lnTo>
                  <a:lnTo>
                    <a:pt x="263680" y="347346"/>
                  </a:lnTo>
                  <a:lnTo>
                    <a:pt x="264214" y="347741"/>
                  </a:lnTo>
                  <a:lnTo>
                    <a:pt x="264762" y="348147"/>
                  </a:lnTo>
                  <a:lnTo>
                    <a:pt x="264960" y="348296"/>
                  </a:lnTo>
                  <a:lnTo>
                    <a:pt x="265102" y="348435"/>
                  </a:lnTo>
                  <a:lnTo>
                    <a:pt x="265601" y="348775"/>
                  </a:lnTo>
                  <a:lnTo>
                    <a:pt x="266041" y="349099"/>
                  </a:lnTo>
                  <a:lnTo>
                    <a:pt x="266228" y="349237"/>
                  </a:lnTo>
                  <a:lnTo>
                    <a:pt x="266579" y="349497"/>
                  </a:lnTo>
                  <a:lnTo>
                    <a:pt x="267008" y="349817"/>
                  </a:lnTo>
                  <a:lnTo>
                    <a:pt x="267324" y="350054"/>
                  </a:lnTo>
                  <a:lnTo>
                    <a:pt x="267597" y="350261"/>
                  </a:lnTo>
                  <a:lnTo>
                    <a:pt x="267880" y="350476"/>
                  </a:lnTo>
                  <a:lnTo>
                    <a:pt x="268702" y="351230"/>
                  </a:lnTo>
                  <a:lnTo>
                    <a:pt x="269004" y="351593"/>
                  </a:lnTo>
                  <a:lnTo>
                    <a:pt x="269660" y="352395"/>
                  </a:lnTo>
                  <a:lnTo>
                    <a:pt x="269779" y="352543"/>
                  </a:lnTo>
                  <a:lnTo>
                    <a:pt x="269915" y="352715"/>
                  </a:lnTo>
                  <a:lnTo>
                    <a:pt x="270122" y="352971"/>
                  </a:lnTo>
                  <a:lnTo>
                    <a:pt x="270393" y="353301"/>
                  </a:lnTo>
                  <a:lnTo>
                    <a:pt x="270886" y="353905"/>
                  </a:lnTo>
                  <a:lnTo>
                    <a:pt x="271131" y="354219"/>
                  </a:lnTo>
                  <a:lnTo>
                    <a:pt x="271439" y="354552"/>
                  </a:lnTo>
                  <a:lnTo>
                    <a:pt x="271670" y="354686"/>
                  </a:lnTo>
                  <a:lnTo>
                    <a:pt x="271835" y="354791"/>
                  </a:lnTo>
                  <a:lnTo>
                    <a:pt x="272054" y="354935"/>
                  </a:lnTo>
                  <a:lnTo>
                    <a:pt x="272282" y="355085"/>
                  </a:lnTo>
                  <a:lnTo>
                    <a:pt x="274028" y="356277"/>
                  </a:lnTo>
                  <a:lnTo>
                    <a:pt x="273836" y="356435"/>
                  </a:lnTo>
                  <a:lnTo>
                    <a:pt x="273627" y="356602"/>
                  </a:lnTo>
                  <a:lnTo>
                    <a:pt x="273200" y="356952"/>
                  </a:lnTo>
                  <a:lnTo>
                    <a:pt x="272979" y="357136"/>
                  </a:lnTo>
                  <a:lnTo>
                    <a:pt x="272494" y="357550"/>
                  </a:lnTo>
                  <a:lnTo>
                    <a:pt x="272242" y="357781"/>
                  </a:lnTo>
                  <a:lnTo>
                    <a:pt x="271624" y="358240"/>
                  </a:lnTo>
                  <a:lnTo>
                    <a:pt x="271369" y="358470"/>
                  </a:lnTo>
                  <a:lnTo>
                    <a:pt x="271237" y="358483"/>
                  </a:lnTo>
                  <a:lnTo>
                    <a:pt x="270780" y="358183"/>
                  </a:lnTo>
                  <a:lnTo>
                    <a:pt x="270569" y="358219"/>
                  </a:lnTo>
                  <a:lnTo>
                    <a:pt x="270352" y="358688"/>
                  </a:lnTo>
                  <a:lnTo>
                    <a:pt x="270251" y="358893"/>
                  </a:lnTo>
                  <a:lnTo>
                    <a:pt x="270040" y="358979"/>
                  </a:lnTo>
                  <a:lnTo>
                    <a:pt x="269885" y="359017"/>
                  </a:lnTo>
                  <a:lnTo>
                    <a:pt x="269634" y="358969"/>
                  </a:lnTo>
                  <a:lnTo>
                    <a:pt x="269062" y="359193"/>
                  </a:lnTo>
                  <a:lnTo>
                    <a:pt x="268930" y="359190"/>
                  </a:lnTo>
                  <a:lnTo>
                    <a:pt x="268647" y="359534"/>
                  </a:lnTo>
                  <a:lnTo>
                    <a:pt x="268068" y="359576"/>
                  </a:lnTo>
                  <a:lnTo>
                    <a:pt x="267950" y="359359"/>
                  </a:lnTo>
                  <a:lnTo>
                    <a:pt x="267921" y="359070"/>
                  </a:lnTo>
                  <a:lnTo>
                    <a:pt x="267782" y="358781"/>
                  </a:lnTo>
                  <a:lnTo>
                    <a:pt x="267624" y="358859"/>
                  </a:lnTo>
                  <a:lnTo>
                    <a:pt x="267444" y="359065"/>
                  </a:lnTo>
                  <a:lnTo>
                    <a:pt x="267331" y="359564"/>
                  </a:lnTo>
                  <a:lnTo>
                    <a:pt x="267134" y="359610"/>
                  </a:lnTo>
                  <a:lnTo>
                    <a:pt x="266842" y="359659"/>
                  </a:lnTo>
                  <a:lnTo>
                    <a:pt x="266635" y="359493"/>
                  </a:lnTo>
                  <a:lnTo>
                    <a:pt x="266155" y="359942"/>
                  </a:lnTo>
                  <a:lnTo>
                    <a:pt x="265763" y="360056"/>
                  </a:lnTo>
                  <a:lnTo>
                    <a:pt x="265564" y="360260"/>
                  </a:lnTo>
                  <a:lnTo>
                    <a:pt x="265444" y="360406"/>
                  </a:lnTo>
                  <a:lnTo>
                    <a:pt x="265430" y="360682"/>
                  </a:lnTo>
                  <a:lnTo>
                    <a:pt x="265279" y="360775"/>
                  </a:lnTo>
                  <a:lnTo>
                    <a:pt x="265149" y="360835"/>
                  </a:lnTo>
                  <a:lnTo>
                    <a:pt x="264878" y="360936"/>
                  </a:lnTo>
                  <a:lnTo>
                    <a:pt x="264588" y="360873"/>
                  </a:lnTo>
                  <a:lnTo>
                    <a:pt x="264394" y="360920"/>
                  </a:lnTo>
                  <a:lnTo>
                    <a:pt x="264529" y="361797"/>
                  </a:lnTo>
                  <a:lnTo>
                    <a:pt x="264529" y="361994"/>
                  </a:lnTo>
                  <a:lnTo>
                    <a:pt x="264054" y="362084"/>
                  </a:lnTo>
                  <a:lnTo>
                    <a:pt x="263811" y="362346"/>
                  </a:lnTo>
                  <a:lnTo>
                    <a:pt x="263992" y="362616"/>
                  </a:lnTo>
                  <a:lnTo>
                    <a:pt x="264214" y="362947"/>
                  </a:lnTo>
                  <a:lnTo>
                    <a:pt x="264064" y="363009"/>
                  </a:lnTo>
                  <a:lnTo>
                    <a:pt x="263863" y="363287"/>
                  </a:lnTo>
                  <a:lnTo>
                    <a:pt x="263777" y="363810"/>
                  </a:lnTo>
                  <a:lnTo>
                    <a:pt x="263829" y="364021"/>
                  </a:lnTo>
                  <a:lnTo>
                    <a:pt x="263394" y="364227"/>
                  </a:lnTo>
                  <a:lnTo>
                    <a:pt x="262742" y="364379"/>
                  </a:lnTo>
                  <a:lnTo>
                    <a:pt x="262646" y="364820"/>
                  </a:lnTo>
                  <a:lnTo>
                    <a:pt x="262092" y="365148"/>
                  </a:lnTo>
                  <a:lnTo>
                    <a:pt x="262147" y="365696"/>
                  </a:lnTo>
                  <a:lnTo>
                    <a:pt x="262528" y="365675"/>
                  </a:lnTo>
                  <a:lnTo>
                    <a:pt x="262503" y="365889"/>
                  </a:lnTo>
                  <a:lnTo>
                    <a:pt x="262558" y="366054"/>
                  </a:lnTo>
                  <a:lnTo>
                    <a:pt x="263081" y="366138"/>
                  </a:lnTo>
                  <a:lnTo>
                    <a:pt x="263067" y="366377"/>
                  </a:lnTo>
                  <a:lnTo>
                    <a:pt x="263204" y="366715"/>
                  </a:lnTo>
                  <a:lnTo>
                    <a:pt x="263190" y="366916"/>
                  </a:lnTo>
                  <a:lnTo>
                    <a:pt x="263044" y="367086"/>
                  </a:lnTo>
                  <a:lnTo>
                    <a:pt x="262980" y="367388"/>
                  </a:lnTo>
                  <a:lnTo>
                    <a:pt x="263017" y="367859"/>
                  </a:lnTo>
                  <a:lnTo>
                    <a:pt x="263062" y="368042"/>
                  </a:lnTo>
                  <a:lnTo>
                    <a:pt x="263200" y="368059"/>
                  </a:lnTo>
                  <a:lnTo>
                    <a:pt x="263437" y="367866"/>
                  </a:lnTo>
                  <a:lnTo>
                    <a:pt x="263635" y="367687"/>
                  </a:lnTo>
                  <a:lnTo>
                    <a:pt x="263846" y="368005"/>
                  </a:lnTo>
                  <a:lnTo>
                    <a:pt x="263955" y="368170"/>
                  </a:lnTo>
                  <a:lnTo>
                    <a:pt x="264026" y="368631"/>
                  </a:lnTo>
                  <a:lnTo>
                    <a:pt x="264387" y="369033"/>
                  </a:lnTo>
                  <a:lnTo>
                    <a:pt x="263948" y="369352"/>
                  </a:lnTo>
                  <a:lnTo>
                    <a:pt x="263645" y="369378"/>
                  </a:lnTo>
                  <a:lnTo>
                    <a:pt x="263401" y="369188"/>
                  </a:lnTo>
                  <a:lnTo>
                    <a:pt x="262813" y="368916"/>
                  </a:lnTo>
                  <a:lnTo>
                    <a:pt x="262676" y="368858"/>
                  </a:lnTo>
                  <a:lnTo>
                    <a:pt x="262384" y="368899"/>
                  </a:lnTo>
                  <a:lnTo>
                    <a:pt x="262179" y="369150"/>
                  </a:lnTo>
                  <a:lnTo>
                    <a:pt x="261696" y="369197"/>
                  </a:lnTo>
                  <a:lnTo>
                    <a:pt x="261490" y="368666"/>
                  </a:lnTo>
                  <a:lnTo>
                    <a:pt x="261130" y="368772"/>
                  </a:lnTo>
                  <a:lnTo>
                    <a:pt x="260439" y="369721"/>
                  </a:lnTo>
                  <a:lnTo>
                    <a:pt x="260157" y="369779"/>
                  </a:lnTo>
                  <a:lnTo>
                    <a:pt x="260125" y="370592"/>
                  </a:lnTo>
                  <a:lnTo>
                    <a:pt x="260236" y="370774"/>
                  </a:lnTo>
                  <a:lnTo>
                    <a:pt x="260234" y="370911"/>
                  </a:lnTo>
                  <a:lnTo>
                    <a:pt x="260143" y="371331"/>
                  </a:lnTo>
                  <a:lnTo>
                    <a:pt x="260251" y="371522"/>
                  </a:lnTo>
                  <a:lnTo>
                    <a:pt x="260205" y="371856"/>
                  </a:lnTo>
                  <a:lnTo>
                    <a:pt x="260258" y="372190"/>
                  </a:lnTo>
                  <a:lnTo>
                    <a:pt x="260400" y="372950"/>
                  </a:lnTo>
                  <a:lnTo>
                    <a:pt x="260474" y="373274"/>
                  </a:lnTo>
                  <a:lnTo>
                    <a:pt x="260530" y="373560"/>
                  </a:lnTo>
                  <a:lnTo>
                    <a:pt x="260446" y="373742"/>
                  </a:lnTo>
                  <a:lnTo>
                    <a:pt x="260519" y="373891"/>
                  </a:lnTo>
                  <a:lnTo>
                    <a:pt x="260744" y="374441"/>
                  </a:lnTo>
                  <a:lnTo>
                    <a:pt x="260789" y="374674"/>
                  </a:lnTo>
                  <a:lnTo>
                    <a:pt x="260502" y="375278"/>
                  </a:lnTo>
                  <a:lnTo>
                    <a:pt x="260437" y="375450"/>
                  </a:lnTo>
                  <a:lnTo>
                    <a:pt x="260285" y="375474"/>
                  </a:lnTo>
                  <a:lnTo>
                    <a:pt x="259882" y="375397"/>
                  </a:lnTo>
                  <a:lnTo>
                    <a:pt x="259618" y="375308"/>
                  </a:lnTo>
                  <a:lnTo>
                    <a:pt x="259415" y="375226"/>
                  </a:lnTo>
                  <a:lnTo>
                    <a:pt x="259415" y="375396"/>
                  </a:lnTo>
                  <a:lnTo>
                    <a:pt x="259432" y="375686"/>
                  </a:lnTo>
                  <a:lnTo>
                    <a:pt x="258860" y="375814"/>
                  </a:lnTo>
                  <a:lnTo>
                    <a:pt x="258604" y="375856"/>
                  </a:lnTo>
                  <a:lnTo>
                    <a:pt x="258405" y="376053"/>
                  </a:lnTo>
                  <a:lnTo>
                    <a:pt x="258281" y="376190"/>
                  </a:lnTo>
                  <a:lnTo>
                    <a:pt x="257740" y="376227"/>
                  </a:lnTo>
                  <a:lnTo>
                    <a:pt x="257338" y="376234"/>
                  </a:lnTo>
                  <a:lnTo>
                    <a:pt x="256770" y="376295"/>
                  </a:lnTo>
                  <a:lnTo>
                    <a:pt x="256255" y="376169"/>
                  </a:lnTo>
                  <a:lnTo>
                    <a:pt x="255917" y="376088"/>
                  </a:lnTo>
                  <a:lnTo>
                    <a:pt x="255482" y="375996"/>
                  </a:lnTo>
                  <a:lnTo>
                    <a:pt x="255284" y="375961"/>
                  </a:lnTo>
                  <a:lnTo>
                    <a:pt x="254813" y="375878"/>
                  </a:lnTo>
                  <a:lnTo>
                    <a:pt x="254338" y="375922"/>
                  </a:lnTo>
                  <a:lnTo>
                    <a:pt x="253901" y="376094"/>
                  </a:lnTo>
                  <a:lnTo>
                    <a:pt x="253711" y="376131"/>
                  </a:lnTo>
                  <a:lnTo>
                    <a:pt x="253470" y="376174"/>
                  </a:lnTo>
                  <a:lnTo>
                    <a:pt x="253101" y="376114"/>
                  </a:lnTo>
                  <a:lnTo>
                    <a:pt x="252902" y="376131"/>
                  </a:lnTo>
                  <a:lnTo>
                    <a:pt x="252589" y="376172"/>
                  </a:lnTo>
                  <a:lnTo>
                    <a:pt x="252252" y="376324"/>
                  </a:lnTo>
                  <a:lnTo>
                    <a:pt x="252020" y="376769"/>
                  </a:lnTo>
                  <a:lnTo>
                    <a:pt x="251468" y="377802"/>
                  </a:lnTo>
                  <a:lnTo>
                    <a:pt x="252310" y="378072"/>
                  </a:lnTo>
                  <a:lnTo>
                    <a:pt x="252845" y="378117"/>
                  </a:lnTo>
                  <a:lnTo>
                    <a:pt x="253358" y="378542"/>
                  </a:lnTo>
                  <a:lnTo>
                    <a:pt x="253332" y="378906"/>
                  </a:lnTo>
                  <a:lnTo>
                    <a:pt x="253219" y="379146"/>
                  </a:lnTo>
                  <a:lnTo>
                    <a:pt x="253052" y="380221"/>
                  </a:lnTo>
                  <a:lnTo>
                    <a:pt x="253279" y="380779"/>
                  </a:lnTo>
                  <a:lnTo>
                    <a:pt x="253337" y="380938"/>
                  </a:lnTo>
                  <a:lnTo>
                    <a:pt x="253324" y="381362"/>
                  </a:lnTo>
                  <a:lnTo>
                    <a:pt x="253315" y="381516"/>
                  </a:lnTo>
                  <a:lnTo>
                    <a:pt x="253316" y="381850"/>
                  </a:lnTo>
                  <a:lnTo>
                    <a:pt x="253084" y="381906"/>
                  </a:lnTo>
                  <a:lnTo>
                    <a:pt x="252911" y="382164"/>
                  </a:lnTo>
                  <a:lnTo>
                    <a:pt x="252827" y="382622"/>
                  </a:lnTo>
                  <a:lnTo>
                    <a:pt x="252360" y="382759"/>
                  </a:lnTo>
                  <a:lnTo>
                    <a:pt x="252226" y="382828"/>
                  </a:lnTo>
                  <a:lnTo>
                    <a:pt x="251786" y="383161"/>
                  </a:lnTo>
                  <a:lnTo>
                    <a:pt x="251445" y="383125"/>
                  </a:lnTo>
                  <a:lnTo>
                    <a:pt x="250998" y="383189"/>
                  </a:lnTo>
                  <a:lnTo>
                    <a:pt x="250753" y="383021"/>
                  </a:lnTo>
                  <a:lnTo>
                    <a:pt x="250706" y="382865"/>
                  </a:lnTo>
                  <a:lnTo>
                    <a:pt x="250654" y="382692"/>
                  </a:lnTo>
                  <a:lnTo>
                    <a:pt x="250477" y="382619"/>
                  </a:lnTo>
                  <a:lnTo>
                    <a:pt x="249725" y="382407"/>
                  </a:lnTo>
                  <a:lnTo>
                    <a:pt x="249537" y="382430"/>
                  </a:lnTo>
                  <a:lnTo>
                    <a:pt x="249163" y="382468"/>
                  </a:lnTo>
                  <a:lnTo>
                    <a:pt x="248845" y="382510"/>
                  </a:lnTo>
                  <a:lnTo>
                    <a:pt x="248340" y="382577"/>
                  </a:lnTo>
                  <a:lnTo>
                    <a:pt x="248087" y="382610"/>
                  </a:lnTo>
                  <a:lnTo>
                    <a:pt x="247994" y="382839"/>
                  </a:lnTo>
                  <a:lnTo>
                    <a:pt x="247849" y="382955"/>
                  </a:lnTo>
                  <a:lnTo>
                    <a:pt x="247802" y="382818"/>
                  </a:lnTo>
                  <a:lnTo>
                    <a:pt x="247663" y="382859"/>
                  </a:lnTo>
                  <a:lnTo>
                    <a:pt x="247557" y="383146"/>
                  </a:lnTo>
                  <a:lnTo>
                    <a:pt x="247587" y="383362"/>
                  </a:lnTo>
                  <a:lnTo>
                    <a:pt x="247169" y="383895"/>
                  </a:lnTo>
                  <a:lnTo>
                    <a:pt x="246727" y="384342"/>
                  </a:lnTo>
                  <a:lnTo>
                    <a:pt x="246347" y="384291"/>
                  </a:lnTo>
                  <a:lnTo>
                    <a:pt x="245922" y="384088"/>
                  </a:lnTo>
                  <a:lnTo>
                    <a:pt x="245693" y="384081"/>
                  </a:lnTo>
                  <a:lnTo>
                    <a:pt x="245082" y="384276"/>
                  </a:lnTo>
                  <a:lnTo>
                    <a:pt x="244559" y="384209"/>
                  </a:lnTo>
                  <a:lnTo>
                    <a:pt x="244093" y="384910"/>
                  </a:lnTo>
                  <a:lnTo>
                    <a:pt x="244589" y="385119"/>
                  </a:lnTo>
                  <a:lnTo>
                    <a:pt x="245017" y="385688"/>
                  </a:lnTo>
                  <a:lnTo>
                    <a:pt x="245172" y="386149"/>
                  </a:lnTo>
                  <a:lnTo>
                    <a:pt x="245217" y="386377"/>
                  </a:lnTo>
                  <a:lnTo>
                    <a:pt x="245239" y="386636"/>
                  </a:lnTo>
                  <a:lnTo>
                    <a:pt x="245228" y="386804"/>
                  </a:lnTo>
                  <a:lnTo>
                    <a:pt x="245159" y="387519"/>
                  </a:lnTo>
                  <a:lnTo>
                    <a:pt x="245207" y="387754"/>
                  </a:lnTo>
                  <a:lnTo>
                    <a:pt x="245100" y="388271"/>
                  </a:lnTo>
                  <a:lnTo>
                    <a:pt x="244654" y="388414"/>
                  </a:lnTo>
                  <a:lnTo>
                    <a:pt x="244669" y="389052"/>
                  </a:lnTo>
                  <a:lnTo>
                    <a:pt x="244315" y="388942"/>
                  </a:lnTo>
                  <a:lnTo>
                    <a:pt x="244192" y="388578"/>
                  </a:lnTo>
                  <a:lnTo>
                    <a:pt x="244145" y="388439"/>
                  </a:lnTo>
                  <a:lnTo>
                    <a:pt x="243915" y="388360"/>
                  </a:lnTo>
                  <a:lnTo>
                    <a:pt x="243824" y="388616"/>
                  </a:lnTo>
                  <a:lnTo>
                    <a:pt x="243527" y="388677"/>
                  </a:lnTo>
                  <a:lnTo>
                    <a:pt x="243449" y="388904"/>
                  </a:lnTo>
                  <a:lnTo>
                    <a:pt x="243445" y="389117"/>
                  </a:lnTo>
                  <a:lnTo>
                    <a:pt x="243316" y="389370"/>
                  </a:lnTo>
                  <a:lnTo>
                    <a:pt x="242922" y="389395"/>
                  </a:lnTo>
                  <a:lnTo>
                    <a:pt x="242789" y="389697"/>
                  </a:lnTo>
                  <a:lnTo>
                    <a:pt x="242791" y="389862"/>
                  </a:lnTo>
                  <a:lnTo>
                    <a:pt x="242760" y="390102"/>
                  </a:lnTo>
                  <a:lnTo>
                    <a:pt x="242585" y="390051"/>
                  </a:lnTo>
                  <a:lnTo>
                    <a:pt x="241983" y="389766"/>
                  </a:lnTo>
                  <a:lnTo>
                    <a:pt x="241004" y="390000"/>
                  </a:lnTo>
                  <a:lnTo>
                    <a:pt x="240816" y="390037"/>
                  </a:lnTo>
                  <a:lnTo>
                    <a:pt x="240590" y="390009"/>
                  </a:lnTo>
                  <a:lnTo>
                    <a:pt x="240266" y="389804"/>
                  </a:lnTo>
                  <a:lnTo>
                    <a:pt x="239838" y="389727"/>
                  </a:lnTo>
                  <a:lnTo>
                    <a:pt x="239593" y="390201"/>
                  </a:lnTo>
                  <a:lnTo>
                    <a:pt x="239175" y="390468"/>
                  </a:lnTo>
                  <a:lnTo>
                    <a:pt x="238626" y="390783"/>
                  </a:lnTo>
                  <a:lnTo>
                    <a:pt x="238636" y="391086"/>
                  </a:lnTo>
                  <a:lnTo>
                    <a:pt x="238372" y="391403"/>
                  </a:lnTo>
                  <a:lnTo>
                    <a:pt x="238193" y="391675"/>
                  </a:lnTo>
                  <a:lnTo>
                    <a:pt x="237952" y="392100"/>
                  </a:lnTo>
                  <a:lnTo>
                    <a:pt x="237787" y="392352"/>
                  </a:lnTo>
                  <a:lnTo>
                    <a:pt x="237595" y="392659"/>
                  </a:lnTo>
                  <a:lnTo>
                    <a:pt x="237490" y="392831"/>
                  </a:lnTo>
                  <a:lnTo>
                    <a:pt x="237224" y="393216"/>
                  </a:lnTo>
                  <a:lnTo>
                    <a:pt x="236949" y="393666"/>
                  </a:lnTo>
                  <a:lnTo>
                    <a:pt x="236610" y="394123"/>
                  </a:lnTo>
                  <a:lnTo>
                    <a:pt x="236317" y="394422"/>
                  </a:lnTo>
                  <a:lnTo>
                    <a:pt x="235901" y="394251"/>
                  </a:lnTo>
                  <a:lnTo>
                    <a:pt x="235278" y="393299"/>
                  </a:lnTo>
                  <a:lnTo>
                    <a:pt x="235171" y="393040"/>
                  </a:lnTo>
                  <a:lnTo>
                    <a:pt x="235124" y="392777"/>
                  </a:lnTo>
                  <a:lnTo>
                    <a:pt x="235148" y="392565"/>
                  </a:lnTo>
                  <a:lnTo>
                    <a:pt x="235195" y="392350"/>
                  </a:lnTo>
                  <a:lnTo>
                    <a:pt x="234679" y="392096"/>
                  </a:lnTo>
                  <a:lnTo>
                    <a:pt x="234560" y="391650"/>
                  </a:lnTo>
                  <a:lnTo>
                    <a:pt x="234368" y="391589"/>
                  </a:lnTo>
                  <a:lnTo>
                    <a:pt x="234340" y="391398"/>
                  </a:lnTo>
                  <a:lnTo>
                    <a:pt x="234473" y="391040"/>
                  </a:lnTo>
                  <a:lnTo>
                    <a:pt x="234443" y="390594"/>
                  </a:lnTo>
                  <a:lnTo>
                    <a:pt x="234281" y="390112"/>
                  </a:lnTo>
                  <a:lnTo>
                    <a:pt x="233916" y="389987"/>
                  </a:lnTo>
                  <a:lnTo>
                    <a:pt x="233713" y="389834"/>
                  </a:lnTo>
                  <a:lnTo>
                    <a:pt x="233584" y="389500"/>
                  </a:lnTo>
                  <a:lnTo>
                    <a:pt x="233924" y="389212"/>
                  </a:lnTo>
                  <a:lnTo>
                    <a:pt x="234100" y="389099"/>
                  </a:lnTo>
                  <a:lnTo>
                    <a:pt x="233821" y="388777"/>
                  </a:lnTo>
                  <a:lnTo>
                    <a:pt x="233688" y="388503"/>
                  </a:lnTo>
                  <a:lnTo>
                    <a:pt x="233448" y="388323"/>
                  </a:lnTo>
                  <a:lnTo>
                    <a:pt x="233393" y="388054"/>
                  </a:lnTo>
                  <a:lnTo>
                    <a:pt x="233490" y="387742"/>
                  </a:lnTo>
                  <a:lnTo>
                    <a:pt x="233349" y="387381"/>
                  </a:lnTo>
                  <a:lnTo>
                    <a:pt x="233485" y="386879"/>
                  </a:lnTo>
                  <a:lnTo>
                    <a:pt x="233298" y="386359"/>
                  </a:lnTo>
                  <a:lnTo>
                    <a:pt x="232646" y="386441"/>
                  </a:lnTo>
                  <a:lnTo>
                    <a:pt x="232733" y="386754"/>
                  </a:lnTo>
                  <a:lnTo>
                    <a:pt x="232773" y="386924"/>
                  </a:lnTo>
                  <a:lnTo>
                    <a:pt x="232841" y="387220"/>
                  </a:lnTo>
                  <a:lnTo>
                    <a:pt x="232903" y="387478"/>
                  </a:lnTo>
                  <a:lnTo>
                    <a:pt x="232731" y="387493"/>
                  </a:lnTo>
                  <a:lnTo>
                    <a:pt x="232493" y="387584"/>
                  </a:lnTo>
                  <a:lnTo>
                    <a:pt x="232254" y="387712"/>
                  </a:lnTo>
                  <a:lnTo>
                    <a:pt x="232072" y="387883"/>
                  </a:lnTo>
                  <a:lnTo>
                    <a:pt x="231271" y="387964"/>
                  </a:lnTo>
                  <a:lnTo>
                    <a:pt x="230697" y="388282"/>
                  </a:lnTo>
                  <a:lnTo>
                    <a:pt x="230705" y="388435"/>
                  </a:lnTo>
                  <a:lnTo>
                    <a:pt x="230311" y="388452"/>
                  </a:lnTo>
                  <a:lnTo>
                    <a:pt x="230066" y="388102"/>
                  </a:lnTo>
                  <a:lnTo>
                    <a:pt x="230143" y="387575"/>
                  </a:lnTo>
                  <a:lnTo>
                    <a:pt x="230009" y="387254"/>
                  </a:lnTo>
                  <a:lnTo>
                    <a:pt x="229913" y="387079"/>
                  </a:lnTo>
                  <a:lnTo>
                    <a:pt x="230349" y="386361"/>
                  </a:lnTo>
                  <a:lnTo>
                    <a:pt x="230185" y="386102"/>
                  </a:lnTo>
                  <a:lnTo>
                    <a:pt x="230172" y="385903"/>
                  </a:lnTo>
                  <a:lnTo>
                    <a:pt x="230319" y="385819"/>
                  </a:lnTo>
                  <a:lnTo>
                    <a:pt x="230515" y="385685"/>
                  </a:lnTo>
                  <a:lnTo>
                    <a:pt x="230638" y="385528"/>
                  </a:lnTo>
                  <a:lnTo>
                    <a:pt x="230539" y="385238"/>
                  </a:lnTo>
                  <a:lnTo>
                    <a:pt x="230142" y="385397"/>
                  </a:lnTo>
                  <a:lnTo>
                    <a:pt x="229931" y="385471"/>
                  </a:lnTo>
                  <a:lnTo>
                    <a:pt x="229629" y="385568"/>
                  </a:lnTo>
                  <a:lnTo>
                    <a:pt x="229050" y="385716"/>
                  </a:lnTo>
                  <a:lnTo>
                    <a:pt x="228502" y="385878"/>
                  </a:lnTo>
                  <a:lnTo>
                    <a:pt x="228289" y="385935"/>
                  </a:lnTo>
                  <a:lnTo>
                    <a:pt x="227619" y="386031"/>
                  </a:lnTo>
                  <a:lnTo>
                    <a:pt x="227200" y="386077"/>
                  </a:lnTo>
                  <a:lnTo>
                    <a:pt x="226869" y="386129"/>
                  </a:lnTo>
                  <a:lnTo>
                    <a:pt x="226564" y="386183"/>
                  </a:lnTo>
                  <a:lnTo>
                    <a:pt x="226297" y="386188"/>
                  </a:lnTo>
                  <a:lnTo>
                    <a:pt x="226138" y="386200"/>
                  </a:lnTo>
                  <a:lnTo>
                    <a:pt x="225979" y="386229"/>
                  </a:lnTo>
                  <a:lnTo>
                    <a:pt x="225725" y="386269"/>
                  </a:lnTo>
                  <a:lnTo>
                    <a:pt x="225442" y="386275"/>
                  </a:lnTo>
                  <a:lnTo>
                    <a:pt x="224726" y="386276"/>
                  </a:lnTo>
                  <a:lnTo>
                    <a:pt x="224349" y="386253"/>
                  </a:lnTo>
                  <a:lnTo>
                    <a:pt x="224043" y="386188"/>
                  </a:lnTo>
                  <a:lnTo>
                    <a:pt x="223615" y="386110"/>
                  </a:lnTo>
                  <a:lnTo>
                    <a:pt x="222820" y="385989"/>
                  </a:lnTo>
                  <a:lnTo>
                    <a:pt x="222279" y="385910"/>
                  </a:lnTo>
                  <a:lnTo>
                    <a:pt x="221915" y="385860"/>
                  </a:lnTo>
                  <a:lnTo>
                    <a:pt x="221623" y="385816"/>
                  </a:lnTo>
                  <a:lnTo>
                    <a:pt x="221471" y="385790"/>
                  </a:lnTo>
                  <a:lnTo>
                    <a:pt x="221166" y="385737"/>
                  </a:lnTo>
                  <a:lnTo>
                    <a:pt x="220436" y="385426"/>
                  </a:lnTo>
                  <a:lnTo>
                    <a:pt x="220234" y="385297"/>
                  </a:lnTo>
                  <a:lnTo>
                    <a:pt x="219440" y="384770"/>
                  </a:lnTo>
                  <a:lnTo>
                    <a:pt x="219321" y="384602"/>
                  </a:lnTo>
                  <a:lnTo>
                    <a:pt x="219026" y="384335"/>
                  </a:lnTo>
                  <a:lnTo>
                    <a:pt x="218650" y="383912"/>
                  </a:lnTo>
                  <a:lnTo>
                    <a:pt x="217839" y="383227"/>
                  </a:lnTo>
                  <a:lnTo>
                    <a:pt x="217218" y="382581"/>
                  </a:lnTo>
                  <a:lnTo>
                    <a:pt x="217027" y="382433"/>
                  </a:lnTo>
                  <a:lnTo>
                    <a:pt x="216620" y="382276"/>
                  </a:lnTo>
                  <a:lnTo>
                    <a:pt x="216424" y="382215"/>
                  </a:lnTo>
                  <a:lnTo>
                    <a:pt x="216094" y="382100"/>
                  </a:lnTo>
                  <a:lnTo>
                    <a:pt x="215408" y="381769"/>
                  </a:lnTo>
                  <a:lnTo>
                    <a:pt x="215186" y="381619"/>
                  </a:lnTo>
                  <a:lnTo>
                    <a:pt x="214995" y="381502"/>
                  </a:lnTo>
                  <a:lnTo>
                    <a:pt x="214806" y="381371"/>
                  </a:lnTo>
                  <a:lnTo>
                    <a:pt x="214535" y="381041"/>
                  </a:lnTo>
                  <a:lnTo>
                    <a:pt x="214541" y="380903"/>
                  </a:lnTo>
                  <a:lnTo>
                    <a:pt x="214313" y="380415"/>
                  </a:lnTo>
                  <a:lnTo>
                    <a:pt x="214171" y="379840"/>
                  </a:lnTo>
                  <a:lnTo>
                    <a:pt x="213963" y="379591"/>
                  </a:lnTo>
                  <a:lnTo>
                    <a:pt x="213706" y="379413"/>
                  </a:lnTo>
                  <a:lnTo>
                    <a:pt x="213524" y="379194"/>
                  </a:lnTo>
                  <a:lnTo>
                    <a:pt x="213125" y="378437"/>
                  </a:lnTo>
                  <a:lnTo>
                    <a:pt x="212802" y="378040"/>
                  </a:lnTo>
                  <a:lnTo>
                    <a:pt x="212514" y="377497"/>
                  </a:lnTo>
                  <a:lnTo>
                    <a:pt x="212545" y="377323"/>
                  </a:lnTo>
                  <a:lnTo>
                    <a:pt x="212443" y="377051"/>
                  </a:lnTo>
                  <a:lnTo>
                    <a:pt x="212385" y="376911"/>
                  </a:lnTo>
                  <a:lnTo>
                    <a:pt x="212259" y="376430"/>
                  </a:lnTo>
                  <a:lnTo>
                    <a:pt x="212251" y="376121"/>
                  </a:lnTo>
                  <a:lnTo>
                    <a:pt x="212282" y="375970"/>
                  </a:lnTo>
                  <a:lnTo>
                    <a:pt x="212253" y="375819"/>
                  </a:lnTo>
                  <a:lnTo>
                    <a:pt x="212131" y="375604"/>
                  </a:lnTo>
                  <a:lnTo>
                    <a:pt x="211735" y="375252"/>
                  </a:lnTo>
                  <a:lnTo>
                    <a:pt x="211554" y="375049"/>
                  </a:lnTo>
                  <a:lnTo>
                    <a:pt x="211399" y="374776"/>
                  </a:lnTo>
                  <a:lnTo>
                    <a:pt x="211423" y="374636"/>
                  </a:lnTo>
                  <a:lnTo>
                    <a:pt x="211078" y="374522"/>
                  </a:lnTo>
                  <a:lnTo>
                    <a:pt x="210895" y="374501"/>
                  </a:lnTo>
                  <a:lnTo>
                    <a:pt x="210654" y="374486"/>
                  </a:lnTo>
                  <a:lnTo>
                    <a:pt x="210149" y="374769"/>
                  </a:lnTo>
                  <a:lnTo>
                    <a:pt x="209886" y="374816"/>
                  </a:lnTo>
                  <a:lnTo>
                    <a:pt x="209484" y="374867"/>
                  </a:lnTo>
                  <a:lnTo>
                    <a:pt x="209099" y="374499"/>
                  </a:lnTo>
                  <a:lnTo>
                    <a:pt x="208836" y="374537"/>
                  </a:lnTo>
                  <a:lnTo>
                    <a:pt x="208572" y="374580"/>
                  </a:lnTo>
                  <a:lnTo>
                    <a:pt x="208407" y="374607"/>
                  </a:lnTo>
                  <a:lnTo>
                    <a:pt x="208013" y="374500"/>
                  </a:lnTo>
                  <a:lnTo>
                    <a:pt x="207829" y="374313"/>
                  </a:lnTo>
                  <a:lnTo>
                    <a:pt x="207546" y="374356"/>
                  </a:lnTo>
                  <a:lnTo>
                    <a:pt x="207378" y="374490"/>
                  </a:lnTo>
                  <a:lnTo>
                    <a:pt x="207198" y="374477"/>
                  </a:lnTo>
                  <a:lnTo>
                    <a:pt x="207025" y="374790"/>
                  </a:lnTo>
                  <a:lnTo>
                    <a:pt x="207236" y="374857"/>
                  </a:lnTo>
                  <a:lnTo>
                    <a:pt x="207342" y="374702"/>
                  </a:lnTo>
                  <a:lnTo>
                    <a:pt x="207614" y="374891"/>
                  </a:lnTo>
                  <a:lnTo>
                    <a:pt x="207144" y="375251"/>
                  </a:lnTo>
                  <a:lnTo>
                    <a:pt x="206980" y="375336"/>
                  </a:lnTo>
                  <a:lnTo>
                    <a:pt x="206844" y="375444"/>
                  </a:lnTo>
                  <a:lnTo>
                    <a:pt x="206463" y="375352"/>
                  </a:lnTo>
                  <a:lnTo>
                    <a:pt x="206178" y="375029"/>
                  </a:lnTo>
                  <a:lnTo>
                    <a:pt x="205752" y="375212"/>
                  </a:lnTo>
                  <a:lnTo>
                    <a:pt x="205937" y="374487"/>
                  </a:lnTo>
                  <a:lnTo>
                    <a:pt x="205742" y="374275"/>
                  </a:lnTo>
                  <a:lnTo>
                    <a:pt x="205117" y="374120"/>
                  </a:lnTo>
                  <a:lnTo>
                    <a:pt x="204987" y="374151"/>
                  </a:lnTo>
                  <a:lnTo>
                    <a:pt x="204704" y="374160"/>
                  </a:lnTo>
                  <a:lnTo>
                    <a:pt x="204700" y="374292"/>
                  </a:lnTo>
                  <a:lnTo>
                    <a:pt x="204103" y="374511"/>
                  </a:lnTo>
                  <a:lnTo>
                    <a:pt x="203469" y="374447"/>
                  </a:lnTo>
                  <a:lnTo>
                    <a:pt x="203243" y="374392"/>
                  </a:lnTo>
                  <a:lnTo>
                    <a:pt x="202897" y="374386"/>
                  </a:lnTo>
                  <a:lnTo>
                    <a:pt x="202518" y="374850"/>
                  </a:lnTo>
                  <a:lnTo>
                    <a:pt x="202429" y="374996"/>
                  </a:lnTo>
                  <a:lnTo>
                    <a:pt x="202286" y="375176"/>
                  </a:lnTo>
                  <a:lnTo>
                    <a:pt x="202102" y="375363"/>
                  </a:lnTo>
                  <a:lnTo>
                    <a:pt x="201835" y="375158"/>
                  </a:lnTo>
                  <a:lnTo>
                    <a:pt x="201585" y="375011"/>
                  </a:lnTo>
                  <a:lnTo>
                    <a:pt x="201351" y="374987"/>
                  </a:lnTo>
                  <a:lnTo>
                    <a:pt x="200607" y="374768"/>
                  </a:lnTo>
                  <a:lnTo>
                    <a:pt x="200406" y="374864"/>
                  </a:lnTo>
                  <a:lnTo>
                    <a:pt x="200205" y="375129"/>
                  </a:lnTo>
                  <a:lnTo>
                    <a:pt x="199862" y="375229"/>
                  </a:lnTo>
                  <a:lnTo>
                    <a:pt x="199475" y="375516"/>
                  </a:lnTo>
                  <a:lnTo>
                    <a:pt x="199526" y="375774"/>
                  </a:lnTo>
                  <a:lnTo>
                    <a:pt x="199566" y="375949"/>
                  </a:lnTo>
                  <a:lnTo>
                    <a:pt x="199336" y="376190"/>
                  </a:lnTo>
                  <a:lnTo>
                    <a:pt x="199544" y="376190"/>
                  </a:lnTo>
                  <a:lnTo>
                    <a:pt x="199760" y="375963"/>
                  </a:lnTo>
                  <a:lnTo>
                    <a:pt x="199901" y="375915"/>
                  </a:lnTo>
                  <a:lnTo>
                    <a:pt x="199984" y="376200"/>
                  </a:lnTo>
                  <a:lnTo>
                    <a:pt x="199837" y="376372"/>
                  </a:lnTo>
                  <a:lnTo>
                    <a:pt x="199653" y="376334"/>
                  </a:lnTo>
                  <a:lnTo>
                    <a:pt x="199575" y="376203"/>
                  </a:lnTo>
                  <a:lnTo>
                    <a:pt x="199155" y="376250"/>
                  </a:lnTo>
                  <a:lnTo>
                    <a:pt x="198658" y="376335"/>
                  </a:lnTo>
                  <a:lnTo>
                    <a:pt x="198290" y="376434"/>
                  </a:lnTo>
                  <a:lnTo>
                    <a:pt x="198023" y="376780"/>
                  </a:lnTo>
                  <a:lnTo>
                    <a:pt x="197796" y="377152"/>
                  </a:lnTo>
                  <a:lnTo>
                    <a:pt x="197826" y="377285"/>
                  </a:lnTo>
                  <a:lnTo>
                    <a:pt x="197986" y="377239"/>
                  </a:lnTo>
                  <a:lnTo>
                    <a:pt x="198172" y="377708"/>
                  </a:lnTo>
                  <a:lnTo>
                    <a:pt x="197995" y="377765"/>
                  </a:lnTo>
                  <a:lnTo>
                    <a:pt x="198044" y="377626"/>
                  </a:lnTo>
                  <a:lnTo>
                    <a:pt x="197955" y="377493"/>
                  </a:lnTo>
                  <a:lnTo>
                    <a:pt x="197473" y="377276"/>
                  </a:lnTo>
                  <a:lnTo>
                    <a:pt x="197444" y="377500"/>
                  </a:lnTo>
                  <a:lnTo>
                    <a:pt x="197286" y="377702"/>
                  </a:lnTo>
                  <a:lnTo>
                    <a:pt x="197293" y="377558"/>
                  </a:lnTo>
                  <a:lnTo>
                    <a:pt x="196662" y="377349"/>
                  </a:lnTo>
                  <a:lnTo>
                    <a:pt x="196645" y="377146"/>
                  </a:lnTo>
                  <a:lnTo>
                    <a:pt x="196501" y="376917"/>
                  </a:lnTo>
                  <a:lnTo>
                    <a:pt x="196480" y="376615"/>
                  </a:lnTo>
                  <a:lnTo>
                    <a:pt x="196693" y="376521"/>
                  </a:lnTo>
                  <a:lnTo>
                    <a:pt x="196435" y="376359"/>
                  </a:lnTo>
                  <a:lnTo>
                    <a:pt x="196187" y="376196"/>
                  </a:lnTo>
                  <a:lnTo>
                    <a:pt x="196051" y="375775"/>
                  </a:lnTo>
                  <a:lnTo>
                    <a:pt x="195762" y="375695"/>
                  </a:lnTo>
                  <a:lnTo>
                    <a:pt x="195426" y="375680"/>
                  </a:lnTo>
                  <a:lnTo>
                    <a:pt x="195316" y="375639"/>
                  </a:lnTo>
                  <a:lnTo>
                    <a:pt x="195088" y="375296"/>
                  </a:lnTo>
                  <a:lnTo>
                    <a:pt x="194876" y="375246"/>
                  </a:lnTo>
                  <a:lnTo>
                    <a:pt x="194816" y="374985"/>
                  </a:lnTo>
                  <a:lnTo>
                    <a:pt x="194509" y="374947"/>
                  </a:lnTo>
                  <a:lnTo>
                    <a:pt x="194257" y="375018"/>
                  </a:lnTo>
                  <a:lnTo>
                    <a:pt x="194133" y="375190"/>
                  </a:lnTo>
                  <a:lnTo>
                    <a:pt x="193717" y="375118"/>
                  </a:lnTo>
                  <a:lnTo>
                    <a:pt x="193526" y="374906"/>
                  </a:lnTo>
                  <a:lnTo>
                    <a:pt x="193264" y="374744"/>
                  </a:lnTo>
                  <a:lnTo>
                    <a:pt x="193009" y="374726"/>
                  </a:lnTo>
                  <a:lnTo>
                    <a:pt x="192644" y="375374"/>
                  </a:lnTo>
                  <a:lnTo>
                    <a:pt x="192631" y="375216"/>
                  </a:lnTo>
                  <a:lnTo>
                    <a:pt x="192470" y="375019"/>
                  </a:lnTo>
                  <a:lnTo>
                    <a:pt x="192095" y="375131"/>
                  </a:lnTo>
                  <a:lnTo>
                    <a:pt x="191704" y="375102"/>
                  </a:lnTo>
                  <a:lnTo>
                    <a:pt x="191555" y="374798"/>
                  </a:lnTo>
                  <a:lnTo>
                    <a:pt x="191325" y="374529"/>
                  </a:lnTo>
                  <a:lnTo>
                    <a:pt x="191082" y="374290"/>
                  </a:lnTo>
                  <a:lnTo>
                    <a:pt x="190932" y="374214"/>
                  </a:lnTo>
                  <a:lnTo>
                    <a:pt x="190449" y="374042"/>
                  </a:lnTo>
                  <a:lnTo>
                    <a:pt x="190572" y="373846"/>
                  </a:lnTo>
                  <a:lnTo>
                    <a:pt x="190295" y="373891"/>
                  </a:lnTo>
                  <a:lnTo>
                    <a:pt x="190176" y="374062"/>
                  </a:lnTo>
                  <a:lnTo>
                    <a:pt x="189741" y="374311"/>
                  </a:lnTo>
                  <a:lnTo>
                    <a:pt x="189541" y="373857"/>
                  </a:lnTo>
                  <a:lnTo>
                    <a:pt x="189323" y="373918"/>
                  </a:lnTo>
                  <a:lnTo>
                    <a:pt x="189102" y="374270"/>
                  </a:lnTo>
                  <a:lnTo>
                    <a:pt x="188946" y="374448"/>
                  </a:lnTo>
                  <a:lnTo>
                    <a:pt x="188772" y="374553"/>
                  </a:lnTo>
                  <a:lnTo>
                    <a:pt x="188547" y="374526"/>
                  </a:lnTo>
                  <a:lnTo>
                    <a:pt x="188732" y="374251"/>
                  </a:lnTo>
                  <a:lnTo>
                    <a:pt x="188761" y="373963"/>
                  </a:lnTo>
                  <a:lnTo>
                    <a:pt x="188752" y="373769"/>
                  </a:lnTo>
                  <a:lnTo>
                    <a:pt x="188795" y="373578"/>
                  </a:lnTo>
                  <a:lnTo>
                    <a:pt x="188921" y="373361"/>
                  </a:lnTo>
                  <a:lnTo>
                    <a:pt x="189109" y="373371"/>
                  </a:lnTo>
                  <a:lnTo>
                    <a:pt x="189277" y="373399"/>
                  </a:lnTo>
                  <a:lnTo>
                    <a:pt x="189469" y="373405"/>
                  </a:lnTo>
                  <a:lnTo>
                    <a:pt x="189474" y="373216"/>
                  </a:lnTo>
                  <a:lnTo>
                    <a:pt x="188638" y="373436"/>
                  </a:lnTo>
                  <a:lnTo>
                    <a:pt x="188431" y="373536"/>
                  </a:lnTo>
                  <a:lnTo>
                    <a:pt x="188076" y="373485"/>
                  </a:lnTo>
                  <a:lnTo>
                    <a:pt x="187816" y="373311"/>
                  </a:lnTo>
                  <a:lnTo>
                    <a:pt x="187674" y="373294"/>
                  </a:lnTo>
                  <a:lnTo>
                    <a:pt x="187579" y="373107"/>
                  </a:lnTo>
                  <a:lnTo>
                    <a:pt x="187551" y="372854"/>
                  </a:lnTo>
                  <a:lnTo>
                    <a:pt x="187474" y="372446"/>
                  </a:lnTo>
                  <a:lnTo>
                    <a:pt x="187633" y="372246"/>
                  </a:lnTo>
                  <a:lnTo>
                    <a:pt x="187725" y="372076"/>
                  </a:lnTo>
                  <a:lnTo>
                    <a:pt x="187635" y="371132"/>
                  </a:lnTo>
                  <a:lnTo>
                    <a:pt x="187813" y="371070"/>
                  </a:lnTo>
                  <a:lnTo>
                    <a:pt x="187929" y="370823"/>
                  </a:lnTo>
                  <a:lnTo>
                    <a:pt x="188073" y="370706"/>
                  </a:lnTo>
                  <a:lnTo>
                    <a:pt x="188329" y="370108"/>
                  </a:lnTo>
                  <a:lnTo>
                    <a:pt x="188339" y="369820"/>
                  </a:lnTo>
                  <a:lnTo>
                    <a:pt x="187862" y="369532"/>
                  </a:lnTo>
                  <a:lnTo>
                    <a:pt x="187950" y="369264"/>
                  </a:lnTo>
                  <a:lnTo>
                    <a:pt x="187688" y="368894"/>
                  </a:lnTo>
                  <a:lnTo>
                    <a:pt x="187438" y="368126"/>
                  </a:lnTo>
                  <a:lnTo>
                    <a:pt x="187063" y="368049"/>
                  </a:lnTo>
                  <a:lnTo>
                    <a:pt x="186992" y="368165"/>
                  </a:lnTo>
                  <a:lnTo>
                    <a:pt x="186973" y="368635"/>
                  </a:lnTo>
                  <a:lnTo>
                    <a:pt x="186917" y="369134"/>
                  </a:lnTo>
                  <a:lnTo>
                    <a:pt x="186906" y="369278"/>
                  </a:lnTo>
                  <a:lnTo>
                    <a:pt x="186603" y="369359"/>
                  </a:lnTo>
                  <a:lnTo>
                    <a:pt x="186866" y="369952"/>
                  </a:lnTo>
                  <a:lnTo>
                    <a:pt x="186818" y="370205"/>
                  </a:lnTo>
                  <a:lnTo>
                    <a:pt x="186684" y="370127"/>
                  </a:lnTo>
                  <a:lnTo>
                    <a:pt x="186592" y="369896"/>
                  </a:lnTo>
                  <a:lnTo>
                    <a:pt x="186234" y="369886"/>
                  </a:lnTo>
                  <a:lnTo>
                    <a:pt x="186103" y="369906"/>
                  </a:lnTo>
                  <a:lnTo>
                    <a:pt x="185698" y="369898"/>
                  </a:lnTo>
                  <a:lnTo>
                    <a:pt x="185274" y="369789"/>
                  </a:lnTo>
                  <a:lnTo>
                    <a:pt x="184938" y="369660"/>
                  </a:lnTo>
                  <a:lnTo>
                    <a:pt x="184544" y="370109"/>
                  </a:lnTo>
                  <a:lnTo>
                    <a:pt x="184060" y="370078"/>
                  </a:lnTo>
                  <a:lnTo>
                    <a:pt x="183798" y="370366"/>
                  </a:lnTo>
                  <a:lnTo>
                    <a:pt x="183667" y="370395"/>
                  </a:lnTo>
                  <a:lnTo>
                    <a:pt x="183437" y="370381"/>
                  </a:lnTo>
                  <a:lnTo>
                    <a:pt x="183414" y="370232"/>
                  </a:lnTo>
                  <a:lnTo>
                    <a:pt x="183311" y="370096"/>
                  </a:lnTo>
                  <a:lnTo>
                    <a:pt x="182707" y="370299"/>
                  </a:lnTo>
                  <a:lnTo>
                    <a:pt x="182442" y="370412"/>
                  </a:lnTo>
                  <a:lnTo>
                    <a:pt x="182255" y="370358"/>
                  </a:lnTo>
                  <a:lnTo>
                    <a:pt x="182087" y="370184"/>
                  </a:lnTo>
                  <a:lnTo>
                    <a:pt x="181986" y="370046"/>
                  </a:lnTo>
                  <a:lnTo>
                    <a:pt x="181646" y="369821"/>
                  </a:lnTo>
                  <a:lnTo>
                    <a:pt x="181104" y="369356"/>
                  </a:lnTo>
                  <a:lnTo>
                    <a:pt x="180876" y="369643"/>
                  </a:lnTo>
                  <a:lnTo>
                    <a:pt x="180545" y="369600"/>
                  </a:lnTo>
                  <a:lnTo>
                    <a:pt x="180506" y="369323"/>
                  </a:lnTo>
                  <a:lnTo>
                    <a:pt x="180599" y="368876"/>
                  </a:lnTo>
                  <a:lnTo>
                    <a:pt x="180610" y="368371"/>
                  </a:lnTo>
                  <a:lnTo>
                    <a:pt x="180474" y="368351"/>
                  </a:lnTo>
                  <a:lnTo>
                    <a:pt x="180201" y="368395"/>
                  </a:lnTo>
                  <a:lnTo>
                    <a:pt x="179547" y="368483"/>
                  </a:lnTo>
                  <a:lnTo>
                    <a:pt x="179083" y="368525"/>
                  </a:lnTo>
                  <a:lnTo>
                    <a:pt x="178530" y="368694"/>
                  </a:lnTo>
                  <a:lnTo>
                    <a:pt x="178505" y="369076"/>
                  </a:lnTo>
                  <a:lnTo>
                    <a:pt x="178433" y="369257"/>
                  </a:lnTo>
                  <a:lnTo>
                    <a:pt x="178167" y="369538"/>
                  </a:lnTo>
                  <a:lnTo>
                    <a:pt x="177963" y="369694"/>
                  </a:lnTo>
                  <a:lnTo>
                    <a:pt x="177713" y="370015"/>
                  </a:lnTo>
                  <a:lnTo>
                    <a:pt x="177167" y="370039"/>
                  </a:lnTo>
                  <a:lnTo>
                    <a:pt x="177017" y="370223"/>
                  </a:lnTo>
                  <a:lnTo>
                    <a:pt x="176613" y="370430"/>
                  </a:lnTo>
                  <a:lnTo>
                    <a:pt x="176549" y="370602"/>
                  </a:lnTo>
                  <a:lnTo>
                    <a:pt x="176565" y="371015"/>
                  </a:lnTo>
                  <a:lnTo>
                    <a:pt x="176358" y="371231"/>
                  </a:lnTo>
                  <a:lnTo>
                    <a:pt x="176102" y="371008"/>
                  </a:lnTo>
                  <a:lnTo>
                    <a:pt x="175771" y="371131"/>
                  </a:lnTo>
                  <a:lnTo>
                    <a:pt x="175693" y="371296"/>
                  </a:lnTo>
                  <a:lnTo>
                    <a:pt x="175594" y="371454"/>
                  </a:lnTo>
                  <a:lnTo>
                    <a:pt x="175458" y="371479"/>
                  </a:lnTo>
                  <a:lnTo>
                    <a:pt x="175044" y="371193"/>
                  </a:lnTo>
                  <a:lnTo>
                    <a:pt x="174752" y="371157"/>
                  </a:lnTo>
                  <a:lnTo>
                    <a:pt x="174554" y="371347"/>
                  </a:lnTo>
                  <a:lnTo>
                    <a:pt x="174209" y="371501"/>
                  </a:lnTo>
                  <a:lnTo>
                    <a:pt x="173499" y="371229"/>
                  </a:lnTo>
                  <a:lnTo>
                    <a:pt x="173108" y="370989"/>
                  </a:lnTo>
                  <a:lnTo>
                    <a:pt x="172901" y="370918"/>
                  </a:lnTo>
                  <a:lnTo>
                    <a:pt x="172490" y="371211"/>
                  </a:lnTo>
                  <a:lnTo>
                    <a:pt x="172272" y="371341"/>
                  </a:lnTo>
                  <a:lnTo>
                    <a:pt x="171917" y="371456"/>
                  </a:lnTo>
                  <a:lnTo>
                    <a:pt x="171616" y="371522"/>
                  </a:lnTo>
                  <a:lnTo>
                    <a:pt x="171421" y="371391"/>
                  </a:lnTo>
                  <a:lnTo>
                    <a:pt x="171132" y="371233"/>
                  </a:lnTo>
                  <a:lnTo>
                    <a:pt x="170884" y="371165"/>
                  </a:lnTo>
                  <a:lnTo>
                    <a:pt x="170711" y="371080"/>
                  </a:lnTo>
                  <a:lnTo>
                    <a:pt x="170469" y="371230"/>
                  </a:lnTo>
                  <a:lnTo>
                    <a:pt x="170302" y="371217"/>
                  </a:lnTo>
                  <a:lnTo>
                    <a:pt x="170122" y="371176"/>
                  </a:lnTo>
                  <a:lnTo>
                    <a:pt x="169931" y="371238"/>
                  </a:lnTo>
                  <a:lnTo>
                    <a:pt x="169696" y="371215"/>
                  </a:lnTo>
                  <a:lnTo>
                    <a:pt x="169464" y="371137"/>
                  </a:lnTo>
                  <a:lnTo>
                    <a:pt x="169014" y="371088"/>
                  </a:lnTo>
                  <a:lnTo>
                    <a:pt x="168598" y="370854"/>
                  </a:lnTo>
                  <a:lnTo>
                    <a:pt x="168427" y="371074"/>
                  </a:lnTo>
                  <a:lnTo>
                    <a:pt x="168007" y="371408"/>
                  </a:lnTo>
                  <a:lnTo>
                    <a:pt x="167634" y="371495"/>
                  </a:lnTo>
                  <a:lnTo>
                    <a:pt x="167134" y="371575"/>
                  </a:lnTo>
                  <a:lnTo>
                    <a:pt x="167145" y="371429"/>
                  </a:lnTo>
                  <a:lnTo>
                    <a:pt x="167016" y="371134"/>
                  </a:lnTo>
                  <a:lnTo>
                    <a:pt x="166490" y="370951"/>
                  </a:lnTo>
                  <a:lnTo>
                    <a:pt x="166187" y="371011"/>
                  </a:lnTo>
                  <a:lnTo>
                    <a:pt x="165824" y="371084"/>
                  </a:lnTo>
                  <a:lnTo>
                    <a:pt x="165619" y="371138"/>
                  </a:lnTo>
                  <a:lnTo>
                    <a:pt x="164878" y="371577"/>
                  </a:lnTo>
                  <a:lnTo>
                    <a:pt x="164415" y="371334"/>
                  </a:lnTo>
                  <a:lnTo>
                    <a:pt x="164282" y="371290"/>
                  </a:lnTo>
                  <a:lnTo>
                    <a:pt x="163892" y="371455"/>
                  </a:lnTo>
                  <a:lnTo>
                    <a:pt x="163639" y="371623"/>
                  </a:lnTo>
                  <a:lnTo>
                    <a:pt x="162979" y="371344"/>
                  </a:lnTo>
                  <a:lnTo>
                    <a:pt x="162833" y="371198"/>
                  </a:lnTo>
                  <a:lnTo>
                    <a:pt x="162705" y="371036"/>
                  </a:lnTo>
                  <a:lnTo>
                    <a:pt x="162641" y="370889"/>
                  </a:lnTo>
                  <a:lnTo>
                    <a:pt x="162671" y="370567"/>
                  </a:lnTo>
                  <a:lnTo>
                    <a:pt x="162694" y="370429"/>
                  </a:lnTo>
                  <a:lnTo>
                    <a:pt x="162704" y="370295"/>
                  </a:lnTo>
                  <a:lnTo>
                    <a:pt x="162680" y="370136"/>
                  </a:lnTo>
                  <a:lnTo>
                    <a:pt x="162578" y="369966"/>
                  </a:lnTo>
                  <a:lnTo>
                    <a:pt x="162367" y="369763"/>
                  </a:lnTo>
                  <a:lnTo>
                    <a:pt x="162081" y="369458"/>
                  </a:lnTo>
                  <a:lnTo>
                    <a:pt x="161517" y="369132"/>
                  </a:lnTo>
                  <a:lnTo>
                    <a:pt x="161080" y="369087"/>
                  </a:lnTo>
                  <a:lnTo>
                    <a:pt x="160856" y="369065"/>
                  </a:lnTo>
                  <a:lnTo>
                    <a:pt x="160722" y="369081"/>
                  </a:lnTo>
                  <a:lnTo>
                    <a:pt x="160258" y="368884"/>
                  </a:lnTo>
                  <a:lnTo>
                    <a:pt x="160341" y="368668"/>
                  </a:lnTo>
                  <a:lnTo>
                    <a:pt x="160385" y="368476"/>
                  </a:lnTo>
                  <a:lnTo>
                    <a:pt x="160146" y="368475"/>
                  </a:lnTo>
                  <a:lnTo>
                    <a:pt x="159886" y="368537"/>
                  </a:lnTo>
                  <a:lnTo>
                    <a:pt x="159384" y="368036"/>
                  </a:lnTo>
                  <a:lnTo>
                    <a:pt x="160041" y="368395"/>
                  </a:lnTo>
                  <a:lnTo>
                    <a:pt x="160224" y="366884"/>
                  </a:lnTo>
                  <a:lnTo>
                    <a:pt x="160749" y="365965"/>
                  </a:lnTo>
                  <a:lnTo>
                    <a:pt x="161204" y="364639"/>
                  </a:lnTo>
                  <a:lnTo>
                    <a:pt x="161702" y="363950"/>
                  </a:lnTo>
                  <a:lnTo>
                    <a:pt x="162235" y="364700"/>
                  </a:lnTo>
                  <a:lnTo>
                    <a:pt x="162212" y="365063"/>
                  </a:lnTo>
                  <a:lnTo>
                    <a:pt x="162464" y="364991"/>
                  </a:lnTo>
                  <a:lnTo>
                    <a:pt x="163540" y="364814"/>
                  </a:lnTo>
                  <a:lnTo>
                    <a:pt x="163783" y="364755"/>
                  </a:lnTo>
                  <a:lnTo>
                    <a:pt x="164121" y="364637"/>
                  </a:lnTo>
                  <a:lnTo>
                    <a:pt x="164406" y="364505"/>
                  </a:lnTo>
                  <a:lnTo>
                    <a:pt x="164698" y="364408"/>
                  </a:lnTo>
                  <a:lnTo>
                    <a:pt x="164874" y="364311"/>
                  </a:lnTo>
                  <a:lnTo>
                    <a:pt x="165050" y="364181"/>
                  </a:lnTo>
                  <a:lnTo>
                    <a:pt x="165958" y="362946"/>
                  </a:lnTo>
                  <a:lnTo>
                    <a:pt x="166382" y="362325"/>
                  </a:lnTo>
                  <a:lnTo>
                    <a:pt x="166561" y="362072"/>
                  </a:lnTo>
                  <a:lnTo>
                    <a:pt x="166721" y="361776"/>
                  </a:lnTo>
                  <a:lnTo>
                    <a:pt x="166790" y="361646"/>
                  </a:lnTo>
                  <a:lnTo>
                    <a:pt x="167010" y="360985"/>
                  </a:lnTo>
                  <a:lnTo>
                    <a:pt x="166911" y="359648"/>
                  </a:lnTo>
                  <a:lnTo>
                    <a:pt x="166904" y="359378"/>
                  </a:lnTo>
                  <a:lnTo>
                    <a:pt x="167085" y="358554"/>
                  </a:lnTo>
                  <a:lnTo>
                    <a:pt x="167144" y="358157"/>
                  </a:lnTo>
                  <a:lnTo>
                    <a:pt x="167268" y="357044"/>
                  </a:lnTo>
                  <a:lnTo>
                    <a:pt x="166981" y="356823"/>
                  </a:lnTo>
                  <a:lnTo>
                    <a:pt x="166795" y="356483"/>
                  </a:lnTo>
                  <a:lnTo>
                    <a:pt x="166791" y="356322"/>
                  </a:lnTo>
                  <a:lnTo>
                    <a:pt x="166708" y="355939"/>
                  </a:lnTo>
                  <a:lnTo>
                    <a:pt x="166479" y="355788"/>
                  </a:lnTo>
                  <a:lnTo>
                    <a:pt x="166520" y="355660"/>
                  </a:lnTo>
                  <a:lnTo>
                    <a:pt x="166981" y="355098"/>
                  </a:lnTo>
                  <a:lnTo>
                    <a:pt x="166672" y="354877"/>
                  </a:lnTo>
                  <a:lnTo>
                    <a:pt x="166682" y="354667"/>
                  </a:lnTo>
                  <a:lnTo>
                    <a:pt x="166752" y="354404"/>
                  </a:lnTo>
                  <a:lnTo>
                    <a:pt x="166830" y="354086"/>
                  </a:lnTo>
                  <a:lnTo>
                    <a:pt x="166689" y="353965"/>
                  </a:lnTo>
                  <a:lnTo>
                    <a:pt x="166213" y="353990"/>
                  </a:lnTo>
                  <a:lnTo>
                    <a:pt x="166475" y="353719"/>
                  </a:lnTo>
                  <a:lnTo>
                    <a:pt x="166576" y="353570"/>
                  </a:lnTo>
                  <a:lnTo>
                    <a:pt x="166636" y="353327"/>
                  </a:lnTo>
                  <a:lnTo>
                    <a:pt x="166107" y="352337"/>
                  </a:lnTo>
                  <a:lnTo>
                    <a:pt x="165404" y="352318"/>
                  </a:lnTo>
                  <a:lnTo>
                    <a:pt x="165349" y="352174"/>
                  </a:lnTo>
                  <a:lnTo>
                    <a:pt x="165346" y="352027"/>
                  </a:lnTo>
                  <a:lnTo>
                    <a:pt x="164973" y="352104"/>
                  </a:lnTo>
                  <a:lnTo>
                    <a:pt x="164500" y="352140"/>
                  </a:lnTo>
                  <a:lnTo>
                    <a:pt x="164349" y="352532"/>
                  </a:lnTo>
                  <a:lnTo>
                    <a:pt x="164193" y="352630"/>
                  </a:lnTo>
                  <a:lnTo>
                    <a:pt x="163953" y="352685"/>
                  </a:lnTo>
                  <a:lnTo>
                    <a:pt x="163703" y="352703"/>
                  </a:lnTo>
                  <a:lnTo>
                    <a:pt x="163567" y="352598"/>
                  </a:lnTo>
                  <a:lnTo>
                    <a:pt x="163452" y="352397"/>
                  </a:lnTo>
                  <a:lnTo>
                    <a:pt x="163195" y="352170"/>
                  </a:lnTo>
                  <a:lnTo>
                    <a:pt x="163197" y="351973"/>
                  </a:lnTo>
                  <a:lnTo>
                    <a:pt x="163178" y="351763"/>
                  </a:lnTo>
                  <a:lnTo>
                    <a:pt x="163086" y="351629"/>
                  </a:lnTo>
                  <a:lnTo>
                    <a:pt x="163043" y="351379"/>
                  </a:lnTo>
                  <a:lnTo>
                    <a:pt x="162913" y="351122"/>
                  </a:lnTo>
                  <a:lnTo>
                    <a:pt x="162929" y="350828"/>
                  </a:lnTo>
                  <a:lnTo>
                    <a:pt x="163203" y="350663"/>
                  </a:lnTo>
                  <a:lnTo>
                    <a:pt x="163382" y="350410"/>
                  </a:lnTo>
                  <a:lnTo>
                    <a:pt x="163337" y="350249"/>
                  </a:lnTo>
                  <a:lnTo>
                    <a:pt x="162879" y="350061"/>
                  </a:lnTo>
                  <a:lnTo>
                    <a:pt x="162680" y="349876"/>
                  </a:lnTo>
                  <a:lnTo>
                    <a:pt x="162655" y="349745"/>
                  </a:lnTo>
                  <a:lnTo>
                    <a:pt x="161955" y="349791"/>
                  </a:lnTo>
                  <a:lnTo>
                    <a:pt x="161724" y="349757"/>
                  </a:lnTo>
                  <a:lnTo>
                    <a:pt x="161266" y="350517"/>
                  </a:lnTo>
                  <a:lnTo>
                    <a:pt x="161227" y="350702"/>
                  </a:lnTo>
                  <a:lnTo>
                    <a:pt x="161063" y="351034"/>
                  </a:lnTo>
                  <a:lnTo>
                    <a:pt x="160905" y="351341"/>
                  </a:lnTo>
                  <a:lnTo>
                    <a:pt x="160823" y="351934"/>
                  </a:lnTo>
                  <a:lnTo>
                    <a:pt x="160678" y="352027"/>
                  </a:lnTo>
                  <a:lnTo>
                    <a:pt x="160387" y="352059"/>
                  </a:lnTo>
                  <a:lnTo>
                    <a:pt x="160403" y="352253"/>
                  </a:lnTo>
                  <a:lnTo>
                    <a:pt x="160242" y="352277"/>
                  </a:lnTo>
                  <a:lnTo>
                    <a:pt x="160060" y="352263"/>
                  </a:lnTo>
                  <a:lnTo>
                    <a:pt x="159889" y="351898"/>
                  </a:lnTo>
                  <a:lnTo>
                    <a:pt x="159918" y="351725"/>
                  </a:lnTo>
                  <a:lnTo>
                    <a:pt x="159499" y="351729"/>
                  </a:lnTo>
                  <a:lnTo>
                    <a:pt x="159339" y="351726"/>
                  </a:lnTo>
                  <a:lnTo>
                    <a:pt x="159116" y="351661"/>
                  </a:lnTo>
                  <a:lnTo>
                    <a:pt x="158810" y="351876"/>
                  </a:lnTo>
                  <a:lnTo>
                    <a:pt x="158631" y="351938"/>
                  </a:lnTo>
                  <a:lnTo>
                    <a:pt x="158223" y="351652"/>
                  </a:lnTo>
                  <a:lnTo>
                    <a:pt x="158005" y="351581"/>
                  </a:lnTo>
                  <a:lnTo>
                    <a:pt x="157582" y="351680"/>
                  </a:lnTo>
                  <a:lnTo>
                    <a:pt x="157220" y="351352"/>
                  </a:lnTo>
                  <a:lnTo>
                    <a:pt x="156855" y="351173"/>
                  </a:lnTo>
                  <a:lnTo>
                    <a:pt x="156851" y="351046"/>
                  </a:lnTo>
                  <a:lnTo>
                    <a:pt x="157019" y="350653"/>
                  </a:lnTo>
                  <a:lnTo>
                    <a:pt x="157016" y="350396"/>
                  </a:lnTo>
                  <a:lnTo>
                    <a:pt x="156929" y="350266"/>
                  </a:lnTo>
                  <a:lnTo>
                    <a:pt x="156807" y="350134"/>
                  </a:lnTo>
                  <a:lnTo>
                    <a:pt x="156932" y="349778"/>
                  </a:lnTo>
                  <a:lnTo>
                    <a:pt x="157164" y="349795"/>
                  </a:lnTo>
                  <a:lnTo>
                    <a:pt x="157389" y="349823"/>
                  </a:lnTo>
                  <a:lnTo>
                    <a:pt x="157752" y="349706"/>
                  </a:lnTo>
                  <a:lnTo>
                    <a:pt x="157880" y="349395"/>
                  </a:lnTo>
                  <a:lnTo>
                    <a:pt x="157956" y="349074"/>
                  </a:lnTo>
                  <a:lnTo>
                    <a:pt x="158069" y="348894"/>
                  </a:lnTo>
                  <a:lnTo>
                    <a:pt x="158239" y="348901"/>
                  </a:lnTo>
                  <a:lnTo>
                    <a:pt x="158605" y="348753"/>
                  </a:lnTo>
                  <a:lnTo>
                    <a:pt x="158782" y="348598"/>
                  </a:lnTo>
                  <a:lnTo>
                    <a:pt x="158872" y="348404"/>
                  </a:lnTo>
                  <a:lnTo>
                    <a:pt x="158873" y="348001"/>
                  </a:lnTo>
                  <a:lnTo>
                    <a:pt x="158763" y="347886"/>
                  </a:lnTo>
                  <a:lnTo>
                    <a:pt x="158853" y="347751"/>
                  </a:lnTo>
                  <a:lnTo>
                    <a:pt x="158633" y="347543"/>
                  </a:lnTo>
                  <a:lnTo>
                    <a:pt x="158315" y="347363"/>
                  </a:lnTo>
                  <a:lnTo>
                    <a:pt x="157762" y="347263"/>
                  </a:lnTo>
                  <a:lnTo>
                    <a:pt x="157227" y="347193"/>
                  </a:lnTo>
                  <a:lnTo>
                    <a:pt x="157109" y="346792"/>
                  </a:lnTo>
                  <a:lnTo>
                    <a:pt x="156918" y="346708"/>
                  </a:lnTo>
                  <a:lnTo>
                    <a:pt x="156753" y="346549"/>
                  </a:lnTo>
                  <a:lnTo>
                    <a:pt x="156999" y="346436"/>
                  </a:lnTo>
                  <a:lnTo>
                    <a:pt x="156816" y="346115"/>
                  </a:lnTo>
                  <a:lnTo>
                    <a:pt x="156795" y="345893"/>
                  </a:lnTo>
                  <a:lnTo>
                    <a:pt x="156664" y="345860"/>
                  </a:lnTo>
                  <a:lnTo>
                    <a:pt x="156498" y="345863"/>
                  </a:lnTo>
                  <a:lnTo>
                    <a:pt x="156151" y="345888"/>
                  </a:lnTo>
                  <a:lnTo>
                    <a:pt x="155730" y="346284"/>
                  </a:lnTo>
                  <a:lnTo>
                    <a:pt x="155561" y="346177"/>
                  </a:lnTo>
                  <a:lnTo>
                    <a:pt x="155361" y="345913"/>
                  </a:lnTo>
                  <a:lnTo>
                    <a:pt x="155064" y="345971"/>
                  </a:lnTo>
                  <a:lnTo>
                    <a:pt x="154956" y="346207"/>
                  </a:lnTo>
                  <a:lnTo>
                    <a:pt x="154777" y="346490"/>
                  </a:lnTo>
                  <a:lnTo>
                    <a:pt x="154630" y="346634"/>
                  </a:lnTo>
                  <a:lnTo>
                    <a:pt x="154478" y="346633"/>
                  </a:lnTo>
                  <a:lnTo>
                    <a:pt x="154115" y="346765"/>
                  </a:lnTo>
                  <a:lnTo>
                    <a:pt x="153731" y="346502"/>
                  </a:lnTo>
                  <a:lnTo>
                    <a:pt x="153601" y="346603"/>
                  </a:lnTo>
                  <a:lnTo>
                    <a:pt x="153456" y="346722"/>
                  </a:lnTo>
                  <a:lnTo>
                    <a:pt x="153234" y="347262"/>
                  </a:lnTo>
                  <a:lnTo>
                    <a:pt x="152373" y="347214"/>
                  </a:lnTo>
                  <a:lnTo>
                    <a:pt x="152369" y="347047"/>
                  </a:lnTo>
                  <a:lnTo>
                    <a:pt x="152211" y="346837"/>
                  </a:lnTo>
                  <a:lnTo>
                    <a:pt x="151952" y="346973"/>
                  </a:lnTo>
                  <a:lnTo>
                    <a:pt x="151926" y="346693"/>
                  </a:lnTo>
                  <a:lnTo>
                    <a:pt x="151705" y="346441"/>
                  </a:lnTo>
                  <a:lnTo>
                    <a:pt x="152220" y="346342"/>
                  </a:lnTo>
                  <a:lnTo>
                    <a:pt x="152268" y="345992"/>
                  </a:lnTo>
                  <a:lnTo>
                    <a:pt x="152363" y="345849"/>
                  </a:lnTo>
                  <a:lnTo>
                    <a:pt x="152677" y="345848"/>
                  </a:lnTo>
                  <a:lnTo>
                    <a:pt x="152079" y="345516"/>
                  </a:lnTo>
                  <a:lnTo>
                    <a:pt x="151816" y="345715"/>
                  </a:lnTo>
                  <a:lnTo>
                    <a:pt x="151538" y="345649"/>
                  </a:lnTo>
                  <a:lnTo>
                    <a:pt x="150726" y="345101"/>
                  </a:lnTo>
                  <a:lnTo>
                    <a:pt x="150469" y="345088"/>
                  </a:lnTo>
                  <a:lnTo>
                    <a:pt x="150090" y="344963"/>
                  </a:lnTo>
                  <a:lnTo>
                    <a:pt x="149954" y="344642"/>
                  </a:lnTo>
                  <a:lnTo>
                    <a:pt x="149994" y="344312"/>
                  </a:lnTo>
                  <a:lnTo>
                    <a:pt x="150278" y="343675"/>
                  </a:lnTo>
                  <a:lnTo>
                    <a:pt x="150410" y="343341"/>
                  </a:lnTo>
                  <a:lnTo>
                    <a:pt x="150761" y="342396"/>
                  </a:lnTo>
                  <a:lnTo>
                    <a:pt x="150605" y="341901"/>
                  </a:lnTo>
                  <a:lnTo>
                    <a:pt x="150254" y="341801"/>
                  </a:lnTo>
                  <a:lnTo>
                    <a:pt x="149635" y="341462"/>
                  </a:lnTo>
                  <a:lnTo>
                    <a:pt x="149280" y="341099"/>
                  </a:lnTo>
                  <a:lnTo>
                    <a:pt x="149198" y="340839"/>
                  </a:lnTo>
                  <a:lnTo>
                    <a:pt x="149589" y="340554"/>
                  </a:lnTo>
                  <a:lnTo>
                    <a:pt x="149871" y="340274"/>
                  </a:lnTo>
                  <a:lnTo>
                    <a:pt x="149707" y="339837"/>
                  </a:lnTo>
                  <a:lnTo>
                    <a:pt x="149473" y="339806"/>
                  </a:lnTo>
                  <a:lnTo>
                    <a:pt x="149334" y="339799"/>
                  </a:lnTo>
                  <a:lnTo>
                    <a:pt x="148960" y="339820"/>
                  </a:lnTo>
                  <a:lnTo>
                    <a:pt x="148506" y="339682"/>
                  </a:lnTo>
                  <a:lnTo>
                    <a:pt x="148200" y="339512"/>
                  </a:lnTo>
                  <a:lnTo>
                    <a:pt x="147824" y="339160"/>
                  </a:lnTo>
                  <a:lnTo>
                    <a:pt x="147514" y="339494"/>
                  </a:lnTo>
                  <a:lnTo>
                    <a:pt x="147331" y="339781"/>
                  </a:lnTo>
                  <a:lnTo>
                    <a:pt x="147054" y="339706"/>
                  </a:lnTo>
                  <a:lnTo>
                    <a:pt x="147064" y="339551"/>
                  </a:lnTo>
                  <a:lnTo>
                    <a:pt x="146848" y="339282"/>
                  </a:lnTo>
                  <a:lnTo>
                    <a:pt x="146816" y="338981"/>
                  </a:lnTo>
                  <a:lnTo>
                    <a:pt x="146880" y="338722"/>
                  </a:lnTo>
                  <a:lnTo>
                    <a:pt x="146862" y="338590"/>
                  </a:lnTo>
                  <a:lnTo>
                    <a:pt x="146708" y="338495"/>
                  </a:lnTo>
                  <a:lnTo>
                    <a:pt x="146289" y="338314"/>
                  </a:lnTo>
                  <a:lnTo>
                    <a:pt x="146134" y="338276"/>
                  </a:lnTo>
                  <a:lnTo>
                    <a:pt x="145670" y="338678"/>
                  </a:lnTo>
                  <a:lnTo>
                    <a:pt x="145346" y="337902"/>
                  </a:lnTo>
                  <a:lnTo>
                    <a:pt x="145038" y="337687"/>
                  </a:lnTo>
                  <a:lnTo>
                    <a:pt x="144858" y="337752"/>
                  </a:lnTo>
                  <a:lnTo>
                    <a:pt x="145064" y="337193"/>
                  </a:lnTo>
                  <a:lnTo>
                    <a:pt x="145102" y="336984"/>
                  </a:lnTo>
                  <a:lnTo>
                    <a:pt x="145026" y="336801"/>
                  </a:lnTo>
                  <a:lnTo>
                    <a:pt x="145035" y="336623"/>
                  </a:lnTo>
                  <a:lnTo>
                    <a:pt x="145244" y="336204"/>
                  </a:lnTo>
                  <a:lnTo>
                    <a:pt x="145081" y="335882"/>
                  </a:lnTo>
                  <a:lnTo>
                    <a:pt x="145666" y="335712"/>
                  </a:lnTo>
                  <a:lnTo>
                    <a:pt x="145505" y="335539"/>
                  </a:lnTo>
                  <a:lnTo>
                    <a:pt x="145324" y="335152"/>
                  </a:lnTo>
                  <a:lnTo>
                    <a:pt x="145224" y="334999"/>
                  </a:lnTo>
                  <a:lnTo>
                    <a:pt x="145573" y="335173"/>
                  </a:lnTo>
                  <a:lnTo>
                    <a:pt x="145705" y="335229"/>
                  </a:lnTo>
                  <a:lnTo>
                    <a:pt x="146166" y="334753"/>
                  </a:lnTo>
                  <a:lnTo>
                    <a:pt x="146250" y="334528"/>
                  </a:lnTo>
                  <a:lnTo>
                    <a:pt x="146002" y="334264"/>
                  </a:lnTo>
                  <a:lnTo>
                    <a:pt x="145937" y="334117"/>
                  </a:lnTo>
                  <a:lnTo>
                    <a:pt x="145950" y="333606"/>
                  </a:lnTo>
                  <a:lnTo>
                    <a:pt x="146326" y="333426"/>
                  </a:lnTo>
                  <a:lnTo>
                    <a:pt x="146515" y="333362"/>
                  </a:lnTo>
                  <a:lnTo>
                    <a:pt x="146493" y="333187"/>
                  </a:lnTo>
                  <a:lnTo>
                    <a:pt x="146381" y="333041"/>
                  </a:lnTo>
                  <a:lnTo>
                    <a:pt x="145878" y="332926"/>
                  </a:lnTo>
                  <a:lnTo>
                    <a:pt x="145706" y="332608"/>
                  </a:lnTo>
                  <a:lnTo>
                    <a:pt x="145778" y="332439"/>
                  </a:lnTo>
                  <a:lnTo>
                    <a:pt x="145958" y="332218"/>
                  </a:lnTo>
                  <a:lnTo>
                    <a:pt x="146101" y="332084"/>
                  </a:lnTo>
                  <a:lnTo>
                    <a:pt x="146005" y="331667"/>
                  </a:lnTo>
                  <a:lnTo>
                    <a:pt x="145808" y="331490"/>
                  </a:lnTo>
                  <a:lnTo>
                    <a:pt x="145729" y="331335"/>
                  </a:lnTo>
                  <a:lnTo>
                    <a:pt x="146235" y="331032"/>
                  </a:lnTo>
                  <a:lnTo>
                    <a:pt x="146257" y="330488"/>
                  </a:lnTo>
                  <a:lnTo>
                    <a:pt x="147447" y="330059"/>
                  </a:lnTo>
                  <a:lnTo>
                    <a:pt x="147885" y="329980"/>
                  </a:lnTo>
                  <a:lnTo>
                    <a:pt x="147941" y="329843"/>
                  </a:lnTo>
                  <a:lnTo>
                    <a:pt x="148591" y="329480"/>
                  </a:lnTo>
                  <a:lnTo>
                    <a:pt x="148835" y="329401"/>
                  </a:lnTo>
                  <a:lnTo>
                    <a:pt x="149056" y="329313"/>
                  </a:lnTo>
                  <a:lnTo>
                    <a:pt x="149228" y="329232"/>
                  </a:lnTo>
                  <a:lnTo>
                    <a:pt x="149460" y="328977"/>
                  </a:lnTo>
                  <a:lnTo>
                    <a:pt x="150289" y="328360"/>
                  </a:lnTo>
                  <a:lnTo>
                    <a:pt x="150585" y="328106"/>
                  </a:lnTo>
                  <a:lnTo>
                    <a:pt x="150481" y="327809"/>
                  </a:lnTo>
                  <a:lnTo>
                    <a:pt x="150557" y="327623"/>
                  </a:lnTo>
                  <a:lnTo>
                    <a:pt x="150984" y="327378"/>
                  </a:lnTo>
                  <a:lnTo>
                    <a:pt x="150930" y="327223"/>
                  </a:lnTo>
                  <a:lnTo>
                    <a:pt x="150784" y="326818"/>
                  </a:lnTo>
                  <a:lnTo>
                    <a:pt x="150489" y="326372"/>
                  </a:lnTo>
                  <a:lnTo>
                    <a:pt x="150773" y="325438"/>
                  </a:lnTo>
                  <a:lnTo>
                    <a:pt x="150902" y="325483"/>
                  </a:lnTo>
                  <a:lnTo>
                    <a:pt x="151091" y="325282"/>
                  </a:lnTo>
                  <a:lnTo>
                    <a:pt x="151084" y="325103"/>
                  </a:lnTo>
                  <a:lnTo>
                    <a:pt x="152409" y="324885"/>
                  </a:lnTo>
                  <a:lnTo>
                    <a:pt x="153545" y="324535"/>
                  </a:lnTo>
                  <a:lnTo>
                    <a:pt x="153513" y="324385"/>
                  </a:lnTo>
                  <a:lnTo>
                    <a:pt x="153757" y="324117"/>
                  </a:lnTo>
                  <a:lnTo>
                    <a:pt x="154228" y="324583"/>
                  </a:lnTo>
                  <a:lnTo>
                    <a:pt x="154654" y="324523"/>
                  </a:lnTo>
                  <a:lnTo>
                    <a:pt x="155082" y="324505"/>
                  </a:lnTo>
                  <a:lnTo>
                    <a:pt x="156708" y="324083"/>
                  </a:lnTo>
                  <a:lnTo>
                    <a:pt x="157536" y="323189"/>
                  </a:lnTo>
                  <a:lnTo>
                    <a:pt x="157936" y="322596"/>
                  </a:lnTo>
                  <a:lnTo>
                    <a:pt x="157529" y="321267"/>
                  </a:lnTo>
                  <a:lnTo>
                    <a:pt x="157657" y="321007"/>
                  </a:lnTo>
                  <a:lnTo>
                    <a:pt x="157740" y="320841"/>
                  </a:lnTo>
                  <a:lnTo>
                    <a:pt x="157815" y="320695"/>
                  </a:lnTo>
                  <a:lnTo>
                    <a:pt x="158012" y="320343"/>
                  </a:lnTo>
                  <a:lnTo>
                    <a:pt x="158271" y="318891"/>
                  </a:lnTo>
                  <a:lnTo>
                    <a:pt x="158552" y="318461"/>
                  </a:lnTo>
                  <a:lnTo>
                    <a:pt x="159117" y="317559"/>
                  </a:lnTo>
                  <a:lnTo>
                    <a:pt x="158943" y="317104"/>
                  </a:lnTo>
                  <a:lnTo>
                    <a:pt x="159092" y="316393"/>
                  </a:lnTo>
                  <a:lnTo>
                    <a:pt x="159407" y="316203"/>
                  </a:lnTo>
                  <a:lnTo>
                    <a:pt x="158989" y="315684"/>
                  </a:lnTo>
                  <a:lnTo>
                    <a:pt x="158670" y="315516"/>
                  </a:lnTo>
                  <a:lnTo>
                    <a:pt x="158382" y="315042"/>
                  </a:lnTo>
                  <a:lnTo>
                    <a:pt x="158464" y="314903"/>
                  </a:lnTo>
                  <a:lnTo>
                    <a:pt x="158550" y="314757"/>
                  </a:lnTo>
                  <a:lnTo>
                    <a:pt x="158641" y="314560"/>
                  </a:lnTo>
                  <a:lnTo>
                    <a:pt x="158732" y="313601"/>
                  </a:lnTo>
                  <a:lnTo>
                    <a:pt x="158689" y="313371"/>
                  </a:lnTo>
                  <a:lnTo>
                    <a:pt x="158787" y="312648"/>
                  </a:lnTo>
                  <a:lnTo>
                    <a:pt x="158850" y="312008"/>
                  </a:lnTo>
                  <a:lnTo>
                    <a:pt x="158932" y="311668"/>
                  </a:lnTo>
                  <a:lnTo>
                    <a:pt x="158394" y="311339"/>
                  </a:lnTo>
                  <a:lnTo>
                    <a:pt x="157997" y="311406"/>
                  </a:lnTo>
                  <a:lnTo>
                    <a:pt x="157609" y="311258"/>
                  </a:lnTo>
                  <a:lnTo>
                    <a:pt x="157367" y="311164"/>
                  </a:lnTo>
                  <a:lnTo>
                    <a:pt x="157224" y="311116"/>
                  </a:lnTo>
                  <a:lnTo>
                    <a:pt x="156811" y="311416"/>
                  </a:lnTo>
                  <a:lnTo>
                    <a:pt x="156155" y="311513"/>
                  </a:lnTo>
                  <a:lnTo>
                    <a:pt x="155477" y="311367"/>
                  </a:lnTo>
                  <a:lnTo>
                    <a:pt x="154912" y="311100"/>
                  </a:lnTo>
                  <a:lnTo>
                    <a:pt x="154649" y="310774"/>
                  </a:lnTo>
                  <a:lnTo>
                    <a:pt x="155073" y="309925"/>
                  </a:lnTo>
                  <a:lnTo>
                    <a:pt x="155451" y="309789"/>
                  </a:lnTo>
                  <a:lnTo>
                    <a:pt x="155692" y="309386"/>
                  </a:lnTo>
                  <a:lnTo>
                    <a:pt x="155654" y="309082"/>
                  </a:lnTo>
                  <a:lnTo>
                    <a:pt x="155239" y="308647"/>
                  </a:lnTo>
                  <a:lnTo>
                    <a:pt x="155368" y="308144"/>
                  </a:lnTo>
                  <a:lnTo>
                    <a:pt x="155147" y="307964"/>
                  </a:lnTo>
                  <a:lnTo>
                    <a:pt x="154870" y="307783"/>
                  </a:lnTo>
                  <a:lnTo>
                    <a:pt x="154603" y="307651"/>
                  </a:lnTo>
                  <a:lnTo>
                    <a:pt x="154026" y="307430"/>
                  </a:lnTo>
                  <a:lnTo>
                    <a:pt x="153736" y="307233"/>
                  </a:lnTo>
                  <a:lnTo>
                    <a:pt x="153423" y="306753"/>
                  </a:lnTo>
                  <a:lnTo>
                    <a:pt x="153678" y="305809"/>
                  </a:lnTo>
                  <a:lnTo>
                    <a:pt x="154130" y="305440"/>
                  </a:lnTo>
                  <a:lnTo>
                    <a:pt x="154303" y="305359"/>
                  </a:lnTo>
                  <a:lnTo>
                    <a:pt x="154774" y="305235"/>
                  </a:lnTo>
                  <a:lnTo>
                    <a:pt x="155088" y="305190"/>
                  </a:lnTo>
                  <a:lnTo>
                    <a:pt x="155460" y="305262"/>
                  </a:lnTo>
                  <a:lnTo>
                    <a:pt x="155808" y="305438"/>
                  </a:lnTo>
                  <a:lnTo>
                    <a:pt x="156207" y="305711"/>
                  </a:lnTo>
                  <a:lnTo>
                    <a:pt x="156752" y="305933"/>
                  </a:lnTo>
                  <a:lnTo>
                    <a:pt x="157074" y="305562"/>
                  </a:lnTo>
                  <a:lnTo>
                    <a:pt x="157363" y="305213"/>
                  </a:lnTo>
                  <a:lnTo>
                    <a:pt x="158096" y="305410"/>
                  </a:lnTo>
                  <a:lnTo>
                    <a:pt x="158857" y="305743"/>
                  </a:lnTo>
                  <a:lnTo>
                    <a:pt x="159296" y="305717"/>
                  </a:lnTo>
                  <a:lnTo>
                    <a:pt x="159286" y="305185"/>
                  </a:lnTo>
                  <a:lnTo>
                    <a:pt x="159073" y="305056"/>
                  </a:lnTo>
                  <a:lnTo>
                    <a:pt x="159097" y="304857"/>
                  </a:lnTo>
                  <a:lnTo>
                    <a:pt x="159402" y="304800"/>
                  </a:lnTo>
                  <a:lnTo>
                    <a:pt x="160099" y="304640"/>
                  </a:lnTo>
                  <a:lnTo>
                    <a:pt x="160326" y="304814"/>
                  </a:lnTo>
                  <a:lnTo>
                    <a:pt x="160325" y="305090"/>
                  </a:lnTo>
                  <a:lnTo>
                    <a:pt x="160340" y="305222"/>
                  </a:lnTo>
                  <a:lnTo>
                    <a:pt x="160392" y="305411"/>
                  </a:lnTo>
                  <a:lnTo>
                    <a:pt x="160681" y="305594"/>
                  </a:lnTo>
                  <a:lnTo>
                    <a:pt x="160856" y="305656"/>
                  </a:lnTo>
                  <a:lnTo>
                    <a:pt x="161100" y="305260"/>
                  </a:lnTo>
                  <a:lnTo>
                    <a:pt x="161289" y="305227"/>
                  </a:lnTo>
                  <a:lnTo>
                    <a:pt x="161427" y="305231"/>
                  </a:lnTo>
                  <a:lnTo>
                    <a:pt x="161506" y="304898"/>
                  </a:lnTo>
                  <a:lnTo>
                    <a:pt x="161731" y="304886"/>
                  </a:lnTo>
                  <a:lnTo>
                    <a:pt x="161883" y="304903"/>
                  </a:lnTo>
                  <a:lnTo>
                    <a:pt x="162523" y="305366"/>
                  </a:lnTo>
                  <a:lnTo>
                    <a:pt x="162488" y="305607"/>
                  </a:lnTo>
                  <a:lnTo>
                    <a:pt x="162834" y="305895"/>
                  </a:lnTo>
                  <a:lnTo>
                    <a:pt x="162984" y="305966"/>
                  </a:lnTo>
                  <a:lnTo>
                    <a:pt x="163447" y="305928"/>
                  </a:lnTo>
                  <a:lnTo>
                    <a:pt x="163664" y="305782"/>
                  </a:lnTo>
                  <a:lnTo>
                    <a:pt x="163729" y="305478"/>
                  </a:lnTo>
                  <a:lnTo>
                    <a:pt x="163894" y="305231"/>
                  </a:lnTo>
                  <a:lnTo>
                    <a:pt x="164038" y="305104"/>
                  </a:lnTo>
                  <a:lnTo>
                    <a:pt x="164276" y="305019"/>
                  </a:lnTo>
                  <a:lnTo>
                    <a:pt x="164427" y="304994"/>
                  </a:lnTo>
                  <a:lnTo>
                    <a:pt x="164611" y="305058"/>
                  </a:lnTo>
                  <a:lnTo>
                    <a:pt x="164221" y="305885"/>
                  </a:lnTo>
                  <a:lnTo>
                    <a:pt x="164277" y="306061"/>
                  </a:lnTo>
                  <a:lnTo>
                    <a:pt x="164649" y="306548"/>
                  </a:lnTo>
                  <a:lnTo>
                    <a:pt x="165566" y="306683"/>
                  </a:lnTo>
                  <a:lnTo>
                    <a:pt x="166335" y="306307"/>
                  </a:lnTo>
                  <a:lnTo>
                    <a:pt x="166746" y="306055"/>
                  </a:lnTo>
                  <a:lnTo>
                    <a:pt x="167051" y="305827"/>
                  </a:lnTo>
                  <a:lnTo>
                    <a:pt x="167161" y="305613"/>
                  </a:lnTo>
                  <a:lnTo>
                    <a:pt x="167666" y="305788"/>
                  </a:lnTo>
                  <a:lnTo>
                    <a:pt x="167781" y="306023"/>
                  </a:lnTo>
                  <a:lnTo>
                    <a:pt x="167647" y="306250"/>
                  </a:lnTo>
                  <a:lnTo>
                    <a:pt x="167643" y="306526"/>
                  </a:lnTo>
                  <a:lnTo>
                    <a:pt x="167650" y="306700"/>
                  </a:lnTo>
                  <a:lnTo>
                    <a:pt x="167591" y="306968"/>
                  </a:lnTo>
                  <a:lnTo>
                    <a:pt x="167464" y="306996"/>
                  </a:lnTo>
                  <a:lnTo>
                    <a:pt x="167244" y="307256"/>
                  </a:lnTo>
                  <a:lnTo>
                    <a:pt x="167273" y="307416"/>
                  </a:lnTo>
                  <a:lnTo>
                    <a:pt x="167591" y="307591"/>
                  </a:lnTo>
                  <a:lnTo>
                    <a:pt x="167942" y="307327"/>
                  </a:lnTo>
                  <a:lnTo>
                    <a:pt x="168284" y="307545"/>
                  </a:lnTo>
                  <a:lnTo>
                    <a:pt x="168372" y="307256"/>
                  </a:lnTo>
                  <a:lnTo>
                    <a:pt x="168485" y="307082"/>
                  </a:lnTo>
                  <a:lnTo>
                    <a:pt x="169266" y="307183"/>
                  </a:lnTo>
                  <a:lnTo>
                    <a:pt x="169391" y="307340"/>
                  </a:lnTo>
                  <a:lnTo>
                    <a:pt x="169529" y="307629"/>
                  </a:lnTo>
                  <a:lnTo>
                    <a:pt x="169698" y="307734"/>
                  </a:lnTo>
                  <a:lnTo>
                    <a:pt x="169914" y="307883"/>
                  </a:lnTo>
                  <a:lnTo>
                    <a:pt x="170747" y="308801"/>
                  </a:lnTo>
                  <a:lnTo>
                    <a:pt x="170703" y="309138"/>
                  </a:lnTo>
                  <a:lnTo>
                    <a:pt x="170777" y="309328"/>
                  </a:lnTo>
                  <a:lnTo>
                    <a:pt x="171023" y="309732"/>
                  </a:lnTo>
                  <a:lnTo>
                    <a:pt x="171346" y="309798"/>
                  </a:lnTo>
                  <a:lnTo>
                    <a:pt x="172005" y="309789"/>
                  </a:lnTo>
                  <a:lnTo>
                    <a:pt x="172709" y="309337"/>
                  </a:lnTo>
                  <a:lnTo>
                    <a:pt x="172866" y="309181"/>
                  </a:lnTo>
                  <a:lnTo>
                    <a:pt x="173399" y="309169"/>
                  </a:lnTo>
                  <a:lnTo>
                    <a:pt x="173785" y="309472"/>
                  </a:lnTo>
                  <a:lnTo>
                    <a:pt x="173902" y="309820"/>
                  </a:lnTo>
                  <a:lnTo>
                    <a:pt x="174152" y="310330"/>
                  </a:lnTo>
                  <a:lnTo>
                    <a:pt x="174333" y="310465"/>
                  </a:lnTo>
                  <a:lnTo>
                    <a:pt x="174654" y="310634"/>
                  </a:lnTo>
                  <a:lnTo>
                    <a:pt x="174886" y="311228"/>
                  </a:lnTo>
                  <a:lnTo>
                    <a:pt x="174851" y="311556"/>
                  </a:lnTo>
                  <a:lnTo>
                    <a:pt x="174692" y="311857"/>
                  </a:lnTo>
                  <a:lnTo>
                    <a:pt x="174973" y="311846"/>
                  </a:lnTo>
                  <a:lnTo>
                    <a:pt x="175178" y="312074"/>
                  </a:lnTo>
                  <a:lnTo>
                    <a:pt x="175344" y="312248"/>
                  </a:lnTo>
                  <a:lnTo>
                    <a:pt x="175721" y="312360"/>
                  </a:lnTo>
                  <a:lnTo>
                    <a:pt x="175974" y="312034"/>
                  </a:lnTo>
                  <a:lnTo>
                    <a:pt x="175977" y="311857"/>
                  </a:lnTo>
                  <a:lnTo>
                    <a:pt x="175919" y="311584"/>
                  </a:lnTo>
                  <a:lnTo>
                    <a:pt x="175967" y="311415"/>
                  </a:lnTo>
                  <a:lnTo>
                    <a:pt x="176214" y="311239"/>
                  </a:lnTo>
                  <a:lnTo>
                    <a:pt x="176382" y="311346"/>
                  </a:lnTo>
                  <a:lnTo>
                    <a:pt x="177214" y="310945"/>
                  </a:lnTo>
                  <a:lnTo>
                    <a:pt x="177656" y="310287"/>
                  </a:lnTo>
                  <a:lnTo>
                    <a:pt x="177978" y="310354"/>
                  </a:lnTo>
                  <a:lnTo>
                    <a:pt x="178266" y="310128"/>
                  </a:lnTo>
                  <a:lnTo>
                    <a:pt x="178572" y="309793"/>
                  </a:lnTo>
                  <a:lnTo>
                    <a:pt x="178673" y="309557"/>
                  </a:lnTo>
                  <a:lnTo>
                    <a:pt x="178677" y="309423"/>
                  </a:lnTo>
                  <a:lnTo>
                    <a:pt x="178523" y="309073"/>
                  </a:lnTo>
                  <a:lnTo>
                    <a:pt x="178471" y="308845"/>
                  </a:lnTo>
                  <a:lnTo>
                    <a:pt x="178896" y="308428"/>
                  </a:lnTo>
                  <a:lnTo>
                    <a:pt x="179199" y="308213"/>
                  </a:lnTo>
                  <a:lnTo>
                    <a:pt x="179079" y="307845"/>
                  </a:lnTo>
                  <a:lnTo>
                    <a:pt x="178564" y="307240"/>
                  </a:lnTo>
                  <a:lnTo>
                    <a:pt x="178928" y="306795"/>
                  </a:lnTo>
                  <a:lnTo>
                    <a:pt x="179470" y="306311"/>
                  </a:lnTo>
                  <a:lnTo>
                    <a:pt x="179645" y="305933"/>
                  </a:lnTo>
                  <a:lnTo>
                    <a:pt x="179598" y="305651"/>
                  </a:lnTo>
                  <a:lnTo>
                    <a:pt x="179717" y="305348"/>
                  </a:lnTo>
                  <a:lnTo>
                    <a:pt x="179966" y="305192"/>
                  </a:lnTo>
                  <a:lnTo>
                    <a:pt x="180163" y="305318"/>
                  </a:lnTo>
                  <a:lnTo>
                    <a:pt x="180118" y="305705"/>
                  </a:lnTo>
                  <a:lnTo>
                    <a:pt x="180287" y="306059"/>
                  </a:lnTo>
                  <a:lnTo>
                    <a:pt x="181163" y="306642"/>
                  </a:lnTo>
                  <a:lnTo>
                    <a:pt x="181492" y="306160"/>
                  </a:lnTo>
                  <a:lnTo>
                    <a:pt x="181343" y="306097"/>
                  </a:lnTo>
                  <a:lnTo>
                    <a:pt x="181315" y="305555"/>
                  </a:lnTo>
                  <a:lnTo>
                    <a:pt x="181674" y="305063"/>
                  </a:lnTo>
                  <a:lnTo>
                    <a:pt x="181839" y="304824"/>
                  </a:lnTo>
                  <a:lnTo>
                    <a:pt x="181829" y="304626"/>
                  </a:lnTo>
                  <a:lnTo>
                    <a:pt x="181476" y="304695"/>
                  </a:lnTo>
                  <a:lnTo>
                    <a:pt x="181261" y="304644"/>
                  </a:lnTo>
                  <a:lnTo>
                    <a:pt x="180974" y="304436"/>
                  </a:lnTo>
                  <a:lnTo>
                    <a:pt x="181142" y="304151"/>
                  </a:lnTo>
                  <a:lnTo>
                    <a:pt x="181103" y="303599"/>
                  </a:lnTo>
                  <a:lnTo>
                    <a:pt x="180974" y="303110"/>
                  </a:lnTo>
                  <a:lnTo>
                    <a:pt x="181034" y="301623"/>
                  </a:lnTo>
                  <a:lnTo>
                    <a:pt x="181045" y="301447"/>
                  </a:lnTo>
                  <a:lnTo>
                    <a:pt x="181058" y="301253"/>
                  </a:lnTo>
                  <a:lnTo>
                    <a:pt x="181084" y="300634"/>
                  </a:lnTo>
                  <a:lnTo>
                    <a:pt x="181097" y="299839"/>
                  </a:lnTo>
                  <a:lnTo>
                    <a:pt x="181047" y="298991"/>
                  </a:lnTo>
                  <a:lnTo>
                    <a:pt x="180852" y="298162"/>
                  </a:lnTo>
                  <a:lnTo>
                    <a:pt x="180757" y="297760"/>
                  </a:lnTo>
                  <a:lnTo>
                    <a:pt x="180668" y="297385"/>
                  </a:lnTo>
                  <a:lnTo>
                    <a:pt x="180617" y="297168"/>
                  </a:lnTo>
                  <a:lnTo>
                    <a:pt x="180551" y="296889"/>
                  </a:lnTo>
                  <a:lnTo>
                    <a:pt x="180487" y="296612"/>
                  </a:lnTo>
                  <a:lnTo>
                    <a:pt x="180428" y="296360"/>
                  </a:lnTo>
                  <a:lnTo>
                    <a:pt x="180280" y="295713"/>
                  </a:lnTo>
                  <a:lnTo>
                    <a:pt x="180226" y="295456"/>
                  </a:lnTo>
                  <a:lnTo>
                    <a:pt x="180155" y="295127"/>
                  </a:lnTo>
                  <a:lnTo>
                    <a:pt x="177616" y="294192"/>
                  </a:lnTo>
                  <a:lnTo>
                    <a:pt x="177224" y="294142"/>
                  </a:lnTo>
                  <a:lnTo>
                    <a:pt x="176822" y="294077"/>
                  </a:lnTo>
                  <a:lnTo>
                    <a:pt x="176333" y="293908"/>
                  </a:lnTo>
                  <a:lnTo>
                    <a:pt x="176075" y="293575"/>
                  </a:lnTo>
                  <a:lnTo>
                    <a:pt x="175886" y="293320"/>
                  </a:lnTo>
                  <a:lnTo>
                    <a:pt x="175569" y="292915"/>
                  </a:lnTo>
                  <a:lnTo>
                    <a:pt x="175339" y="292626"/>
                  </a:lnTo>
                  <a:lnTo>
                    <a:pt x="175095" y="292400"/>
                  </a:lnTo>
                  <a:lnTo>
                    <a:pt x="174948" y="292307"/>
                  </a:lnTo>
                  <a:lnTo>
                    <a:pt x="174551" y="292227"/>
                  </a:lnTo>
                  <a:lnTo>
                    <a:pt x="174331" y="291955"/>
                  </a:lnTo>
                  <a:lnTo>
                    <a:pt x="174313" y="291747"/>
                  </a:lnTo>
                  <a:lnTo>
                    <a:pt x="174313" y="291475"/>
                  </a:lnTo>
                  <a:lnTo>
                    <a:pt x="174205" y="291326"/>
                  </a:lnTo>
                  <a:lnTo>
                    <a:pt x="173968" y="290954"/>
                  </a:lnTo>
                  <a:lnTo>
                    <a:pt x="173986" y="290800"/>
                  </a:lnTo>
                  <a:lnTo>
                    <a:pt x="174012" y="290658"/>
                  </a:lnTo>
                  <a:lnTo>
                    <a:pt x="173970" y="290065"/>
                  </a:lnTo>
                  <a:lnTo>
                    <a:pt x="173696" y="290163"/>
                  </a:lnTo>
                  <a:lnTo>
                    <a:pt x="173537" y="290217"/>
                  </a:lnTo>
                  <a:lnTo>
                    <a:pt x="172861" y="290291"/>
                  </a:lnTo>
                  <a:lnTo>
                    <a:pt x="172705" y="290259"/>
                  </a:lnTo>
                  <a:lnTo>
                    <a:pt x="172667" y="290072"/>
                  </a:lnTo>
                  <a:lnTo>
                    <a:pt x="172809" y="289493"/>
                  </a:lnTo>
                  <a:lnTo>
                    <a:pt x="172961" y="289365"/>
                  </a:lnTo>
                  <a:lnTo>
                    <a:pt x="173340" y="289250"/>
                  </a:lnTo>
                  <a:lnTo>
                    <a:pt x="173192" y="288551"/>
                  </a:lnTo>
                  <a:lnTo>
                    <a:pt x="173133" y="288292"/>
                  </a:lnTo>
                  <a:lnTo>
                    <a:pt x="172989" y="288008"/>
                  </a:lnTo>
                  <a:lnTo>
                    <a:pt x="172447" y="287695"/>
                  </a:lnTo>
                  <a:lnTo>
                    <a:pt x="172050" y="287618"/>
                  </a:lnTo>
                  <a:lnTo>
                    <a:pt x="171744" y="287767"/>
                  </a:lnTo>
                  <a:lnTo>
                    <a:pt x="171453" y="287919"/>
                  </a:lnTo>
                  <a:lnTo>
                    <a:pt x="171040" y="288106"/>
                  </a:lnTo>
                  <a:lnTo>
                    <a:pt x="170476" y="288327"/>
                  </a:lnTo>
                  <a:lnTo>
                    <a:pt x="169881" y="288378"/>
                  </a:lnTo>
                  <a:lnTo>
                    <a:pt x="169450" y="288613"/>
                  </a:lnTo>
                  <a:lnTo>
                    <a:pt x="169172" y="288777"/>
                  </a:lnTo>
                  <a:lnTo>
                    <a:pt x="169037" y="288711"/>
                  </a:lnTo>
                  <a:lnTo>
                    <a:pt x="168860" y="288636"/>
                  </a:lnTo>
                  <a:lnTo>
                    <a:pt x="167968" y="288479"/>
                  </a:lnTo>
                  <a:lnTo>
                    <a:pt x="167445" y="288608"/>
                  </a:lnTo>
                  <a:lnTo>
                    <a:pt x="167410" y="288304"/>
                  </a:lnTo>
                  <a:lnTo>
                    <a:pt x="167402" y="288035"/>
                  </a:lnTo>
                  <a:lnTo>
                    <a:pt x="167570" y="287726"/>
                  </a:lnTo>
                  <a:lnTo>
                    <a:pt x="167430" y="287682"/>
                  </a:lnTo>
                  <a:lnTo>
                    <a:pt x="167200" y="287687"/>
                  </a:lnTo>
                  <a:lnTo>
                    <a:pt x="166489" y="287710"/>
                  </a:lnTo>
                  <a:lnTo>
                    <a:pt x="165601" y="287773"/>
                  </a:lnTo>
                  <a:lnTo>
                    <a:pt x="165265" y="288463"/>
                  </a:lnTo>
                  <a:lnTo>
                    <a:pt x="165386" y="288738"/>
                  </a:lnTo>
                  <a:lnTo>
                    <a:pt x="165604" y="289076"/>
                  </a:lnTo>
                  <a:lnTo>
                    <a:pt x="165550" y="289501"/>
                  </a:lnTo>
                  <a:lnTo>
                    <a:pt x="165076" y="289753"/>
                  </a:lnTo>
                  <a:lnTo>
                    <a:pt x="164789" y="289770"/>
                  </a:lnTo>
                  <a:lnTo>
                    <a:pt x="164598" y="289655"/>
                  </a:lnTo>
                  <a:lnTo>
                    <a:pt x="164259" y="289581"/>
                  </a:lnTo>
                  <a:lnTo>
                    <a:pt x="163851" y="289910"/>
                  </a:lnTo>
                  <a:lnTo>
                    <a:pt x="163861" y="290120"/>
                  </a:lnTo>
                  <a:lnTo>
                    <a:pt x="164063" y="290531"/>
                  </a:lnTo>
                  <a:lnTo>
                    <a:pt x="164136" y="291253"/>
                  </a:lnTo>
                  <a:lnTo>
                    <a:pt x="164028" y="291647"/>
                  </a:lnTo>
                  <a:lnTo>
                    <a:pt x="164117" y="292529"/>
                  </a:lnTo>
                  <a:lnTo>
                    <a:pt x="163951" y="292835"/>
                  </a:lnTo>
                  <a:lnTo>
                    <a:pt x="163550" y="292857"/>
                  </a:lnTo>
                  <a:lnTo>
                    <a:pt x="162898" y="293098"/>
                  </a:lnTo>
                  <a:lnTo>
                    <a:pt x="162748" y="293081"/>
                  </a:lnTo>
                  <a:lnTo>
                    <a:pt x="162509" y="292934"/>
                  </a:lnTo>
                  <a:lnTo>
                    <a:pt x="162139" y="292962"/>
                  </a:lnTo>
                  <a:lnTo>
                    <a:pt x="161990" y="292862"/>
                  </a:lnTo>
                  <a:lnTo>
                    <a:pt x="161832" y="292755"/>
                  </a:lnTo>
                  <a:lnTo>
                    <a:pt x="161492" y="292646"/>
                  </a:lnTo>
                  <a:lnTo>
                    <a:pt x="161356" y="292652"/>
                  </a:lnTo>
                  <a:lnTo>
                    <a:pt x="161212" y="292701"/>
                  </a:lnTo>
                  <a:lnTo>
                    <a:pt x="160985" y="293240"/>
                  </a:lnTo>
                  <a:lnTo>
                    <a:pt x="161014" y="293672"/>
                  </a:lnTo>
                  <a:lnTo>
                    <a:pt x="161073" y="294119"/>
                  </a:lnTo>
                  <a:lnTo>
                    <a:pt x="161125" y="294432"/>
                  </a:lnTo>
                  <a:lnTo>
                    <a:pt x="161229" y="294718"/>
                  </a:lnTo>
                  <a:lnTo>
                    <a:pt x="160974" y="295403"/>
                  </a:lnTo>
                  <a:lnTo>
                    <a:pt x="160839" y="295748"/>
                  </a:lnTo>
                  <a:lnTo>
                    <a:pt x="160836" y="296017"/>
                  </a:lnTo>
                  <a:lnTo>
                    <a:pt x="160882" y="296323"/>
                  </a:lnTo>
                  <a:lnTo>
                    <a:pt x="160765" y="296871"/>
                  </a:lnTo>
                  <a:lnTo>
                    <a:pt x="160961" y="297167"/>
                  </a:lnTo>
                  <a:lnTo>
                    <a:pt x="161118" y="297337"/>
                  </a:lnTo>
                  <a:lnTo>
                    <a:pt x="161410" y="297514"/>
                  </a:lnTo>
                  <a:lnTo>
                    <a:pt x="161640" y="298081"/>
                  </a:lnTo>
                  <a:lnTo>
                    <a:pt x="161751" y="298513"/>
                  </a:lnTo>
                  <a:lnTo>
                    <a:pt x="161290" y="298520"/>
                  </a:lnTo>
                  <a:lnTo>
                    <a:pt x="160745" y="298701"/>
                  </a:lnTo>
                  <a:lnTo>
                    <a:pt x="160405" y="299039"/>
                  </a:lnTo>
                  <a:lnTo>
                    <a:pt x="159472" y="299260"/>
                  </a:lnTo>
                  <a:lnTo>
                    <a:pt x="159298" y="299175"/>
                  </a:lnTo>
                  <a:lnTo>
                    <a:pt x="158910" y="299023"/>
                  </a:lnTo>
                  <a:lnTo>
                    <a:pt x="158158" y="298804"/>
                  </a:lnTo>
                  <a:lnTo>
                    <a:pt x="157444" y="298539"/>
                  </a:lnTo>
                  <a:lnTo>
                    <a:pt x="157218" y="298224"/>
                  </a:lnTo>
                  <a:lnTo>
                    <a:pt x="156585" y="298061"/>
                  </a:lnTo>
                  <a:lnTo>
                    <a:pt x="155840" y="298263"/>
                  </a:lnTo>
                  <a:lnTo>
                    <a:pt x="155472" y="298492"/>
                  </a:lnTo>
                  <a:lnTo>
                    <a:pt x="155468" y="298626"/>
                  </a:lnTo>
                  <a:lnTo>
                    <a:pt x="155236" y="298968"/>
                  </a:lnTo>
                  <a:lnTo>
                    <a:pt x="154164" y="299213"/>
                  </a:lnTo>
                  <a:lnTo>
                    <a:pt x="153610" y="299068"/>
                  </a:lnTo>
                  <a:lnTo>
                    <a:pt x="153137" y="298802"/>
                  </a:lnTo>
                  <a:lnTo>
                    <a:pt x="152618" y="298838"/>
                  </a:lnTo>
                  <a:lnTo>
                    <a:pt x="152470" y="298856"/>
                  </a:lnTo>
                  <a:lnTo>
                    <a:pt x="151998" y="298966"/>
                  </a:lnTo>
                  <a:lnTo>
                    <a:pt x="151467" y="299092"/>
                  </a:lnTo>
                  <a:lnTo>
                    <a:pt x="150789" y="299196"/>
                  </a:lnTo>
                  <a:lnTo>
                    <a:pt x="150020" y="299293"/>
                  </a:lnTo>
                  <a:lnTo>
                    <a:pt x="149408" y="299251"/>
                  </a:lnTo>
                  <a:lnTo>
                    <a:pt x="148940" y="299053"/>
                  </a:lnTo>
                  <a:lnTo>
                    <a:pt x="148559" y="298200"/>
                  </a:lnTo>
                  <a:lnTo>
                    <a:pt x="148207" y="298656"/>
                  </a:lnTo>
                  <a:lnTo>
                    <a:pt x="148063" y="298871"/>
                  </a:lnTo>
                  <a:lnTo>
                    <a:pt x="147706" y="299309"/>
                  </a:lnTo>
                  <a:lnTo>
                    <a:pt x="147450" y="299508"/>
                  </a:lnTo>
                  <a:lnTo>
                    <a:pt x="146986" y="299489"/>
                  </a:lnTo>
                  <a:lnTo>
                    <a:pt x="146706" y="299439"/>
                  </a:lnTo>
                  <a:lnTo>
                    <a:pt x="146387" y="299363"/>
                  </a:lnTo>
                  <a:lnTo>
                    <a:pt x="146146" y="299298"/>
                  </a:lnTo>
                  <a:lnTo>
                    <a:pt x="145605" y="299428"/>
                  </a:lnTo>
                  <a:lnTo>
                    <a:pt x="145153" y="299375"/>
                  </a:lnTo>
                  <a:lnTo>
                    <a:pt x="144966" y="298990"/>
                  </a:lnTo>
                  <a:lnTo>
                    <a:pt x="145013" y="298564"/>
                  </a:lnTo>
                  <a:lnTo>
                    <a:pt x="145181" y="298257"/>
                  </a:lnTo>
                  <a:lnTo>
                    <a:pt x="145206" y="297676"/>
                  </a:lnTo>
                  <a:lnTo>
                    <a:pt x="145172" y="297485"/>
                  </a:lnTo>
                  <a:lnTo>
                    <a:pt x="144947" y="296923"/>
                  </a:lnTo>
                  <a:lnTo>
                    <a:pt x="144852" y="296770"/>
                  </a:lnTo>
                  <a:lnTo>
                    <a:pt x="144230" y="296715"/>
                  </a:lnTo>
                  <a:lnTo>
                    <a:pt x="143895" y="296833"/>
                  </a:lnTo>
                  <a:lnTo>
                    <a:pt x="143738" y="297025"/>
                  </a:lnTo>
                  <a:lnTo>
                    <a:pt x="143627" y="297306"/>
                  </a:lnTo>
                  <a:lnTo>
                    <a:pt x="143243" y="296851"/>
                  </a:lnTo>
                  <a:lnTo>
                    <a:pt x="143228" y="296662"/>
                  </a:lnTo>
                  <a:lnTo>
                    <a:pt x="142766" y="296459"/>
                  </a:lnTo>
                  <a:lnTo>
                    <a:pt x="142568" y="296451"/>
                  </a:lnTo>
                  <a:lnTo>
                    <a:pt x="142224" y="296271"/>
                  </a:lnTo>
                  <a:lnTo>
                    <a:pt x="142372" y="295175"/>
                  </a:lnTo>
                  <a:lnTo>
                    <a:pt x="142393" y="295005"/>
                  </a:lnTo>
                  <a:lnTo>
                    <a:pt x="142400" y="294653"/>
                  </a:lnTo>
                  <a:lnTo>
                    <a:pt x="142261" y="293929"/>
                  </a:lnTo>
                  <a:lnTo>
                    <a:pt x="142124" y="293389"/>
                  </a:lnTo>
                  <a:lnTo>
                    <a:pt x="141726" y="293176"/>
                  </a:lnTo>
                  <a:lnTo>
                    <a:pt x="141250" y="292667"/>
                  </a:lnTo>
                  <a:lnTo>
                    <a:pt x="140647" y="292750"/>
                  </a:lnTo>
                  <a:lnTo>
                    <a:pt x="140382" y="293087"/>
                  </a:lnTo>
                  <a:lnTo>
                    <a:pt x="140088" y="293270"/>
                  </a:lnTo>
                  <a:lnTo>
                    <a:pt x="139871" y="293011"/>
                  </a:lnTo>
                  <a:lnTo>
                    <a:pt x="139784" y="292856"/>
                  </a:lnTo>
                  <a:lnTo>
                    <a:pt x="139777" y="292335"/>
                  </a:lnTo>
                  <a:lnTo>
                    <a:pt x="139626" y="291502"/>
                  </a:lnTo>
                  <a:lnTo>
                    <a:pt x="139552" y="291243"/>
                  </a:lnTo>
                  <a:lnTo>
                    <a:pt x="139473" y="290929"/>
                  </a:lnTo>
                  <a:lnTo>
                    <a:pt x="139447" y="290788"/>
                  </a:lnTo>
                  <a:lnTo>
                    <a:pt x="139350" y="290238"/>
                  </a:lnTo>
                  <a:lnTo>
                    <a:pt x="139431" y="289013"/>
                  </a:lnTo>
                  <a:lnTo>
                    <a:pt x="139684" y="288813"/>
                  </a:lnTo>
                  <a:lnTo>
                    <a:pt x="139956" y="288713"/>
                  </a:lnTo>
                  <a:lnTo>
                    <a:pt x="140627" y="288564"/>
                  </a:lnTo>
                  <a:lnTo>
                    <a:pt x="140885" y="288507"/>
                  </a:lnTo>
                  <a:lnTo>
                    <a:pt x="141159" y="288460"/>
                  </a:lnTo>
                  <a:lnTo>
                    <a:pt x="141336" y="288431"/>
                  </a:lnTo>
                  <a:lnTo>
                    <a:pt x="141557" y="288376"/>
                  </a:lnTo>
                  <a:lnTo>
                    <a:pt x="141984" y="288194"/>
                  </a:lnTo>
                  <a:lnTo>
                    <a:pt x="142575" y="287427"/>
                  </a:lnTo>
                  <a:lnTo>
                    <a:pt x="142438" y="287350"/>
                  </a:lnTo>
                  <a:lnTo>
                    <a:pt x="141739" y="287199"/>
                  </a:lnTo>
                  <a:lnTo>
                    <a:pt x="140302" y="286822"/>
                  </a:lnTo>
                  <a:lnTo>
                    <a:pt x="139800" y="285982"/>
                  </a:lnTo>
                  <a:lnTo>
                    <a:pt x="139763" y="285643"/>
                  </a:lnTo>
                  <a:lnTo>
                    <a:pt x="139745" y="285412"/>
                  </a:lnTo>
                  <a:lnTo>
                    <a:pt x="139765" y="284762"/>
                  </a:lnTo>
                  <a:lnTo>
                    <a:pt x="139761" y="284389"/>
                  </a:lnTo>
                  <a:lnTo>
                    <a:pt x="139722" y="284093"/>
                  </a:lnTo>
                  <a:lnTo>
                    <a:pt x="139583" y="283552"/>
                  </a:lnTo>
                  <a:lnTo>
                    <a:pt x="139459" y="283148"/>
                  </a:lnTo>
                  <a:lnTo>
                    <a:pt x="139266" y="282706"/>
                  </a:lnTo>
                  <a:lnTo>
                    <a:pt x="138990" y="282857"/>
                  </a:lnTo>
                  <a:lnTo>
                    <a:pt x="138822" y="282853"/>
                  </a:lnTo>
                  <a:lnTo>
                    <a:pt x="138524" y="282801"/>
                  </a:lnTo>
                  <a:lnTo>
                    <a:pt x="138422" y="282620"/>
                  </a:lnTo>
                  <a:lnTo>
                    <a:pt x="138471" y="282481"/>
                  </a:lnTo>
                  <a:lnTo>
                    <a:pt x="139091" y="282243"/>
                  </a:lnTo>
                  <a:lnTo>
                    <a:pt x="138974" y="281808"/>
                  </a:lnTo>
                  <a:lnTo>
                    <a:pt x="138626" y="281620"/>
                  </a:lnTo>
                  <a:lnTo>
                    <a:pt x="138328" y="281538"/>
                  </a:lnTo>
                  <a:lnTo>
                    <a:pt x="138410" y="281403"/>
                  </a:lnTo>
                  <a:lnTo>
                    <a:pt x="138578" y="281450"/>
                  </a:lnTo>
                  <a:lnTo>
                    <a:pt x="138943" y="281472"/>
                  </a:lnTo>
                  <a:lnTo>
                    <a:pt x="138949" y="281128"/>
                  </a:lnTo>
                  <a:lnTo>
                    <a:pt x="138887" y="280850"/>
                  </a:lnTo>
                  <a:lnTo>
                    <a:pt x="138549" y="280658"/>
                  </a:lnTo>
                  <a:lnTo>
                    <a:pt x="138301" y="280688"/>
                  </a:lnTo>
                  <a:lnTo>
                    <a:pt x="138041" y="280332"/>
                  </a:lnTo>
                  <a:lnTo>
                    <a:pt x="138253" y="280288"/>
                  </a:lnTo>
                  <a:lnTo>
                    <a:pt x="138403" y="280264"/>
                  </a:lnTo>
                  <a:lnTo>
                    <a:pt x="138784" y="280104"/>
                  </a:lnTo>
                  <a:lnTo>
                    <a:pt x="138791" y="279878"/>
                  </a:lnTo>
                  <a:lnTo>
                    <a:pt x="138830" y="279259"/>
                  </a:lnTo>
                  <a:lnTo>
                    <a:pt x="138851" y="278987"/>
                  </a:lnTo>
                  <a:lnTo>
                    <a:pt x="138890" y="278516"/>
                  </a:lnTo>
                  <a:lnTo>
                    <a:pt x="138859" y="277757"/>
                  </a:lnTo>
                  <a:lnTo>
                    <a:pt x="138872" y="277247"/>
                  </a:lnTo>
                  <a:lnTo>
                    <a:pt x="138799" y="276930"/>
                  </a:lnTo>
                  <a:lnTo>
                    <a:pt x="138544" y="276348"/>
                  </a:lnTo>
                  <a:lnTo>
                    <a:pt x="138426" y="276176"/>
                  </a:lnTo>
                  <a:lnTo>
                    <a:pt x="138283" y="276005"/>
                  </a:lnTo>
                  <a:lnTo>
                    <a:pt x="138135" y="275853"/>
                  </a:lnTo>
                  <a:lnTo>
                    <a:pt x="137954" y="275689"/>
                  </a:lnTo>
                  <a:lnTo>
                    <a:pt x="137809" y="275589"/>
                  </a:lnTo>
                  <a:lnTo>
                    <a:pt x="137675" y="275502"/>
                  </a:lnTo>
                  <a:lnTo>
                    <a:pt x="136354" y="275633"/>
                  </a:lnTo>
                  <a:lnTo>
                    <a:pt x="136228" y="275838"/>
                  </a:lnTo>
                  <a:lnTo>
                    <a:pt x="136034" y="276411"/>
                  </a:lnTo>
                  <a:lnTo>
                    <a:pt x="135788" y="277560"/>
                  </a:lnTo>
                  <a:lnTo>
                    <a:pt x="135625" y="277600"/>
                  </a:lnTo>
                  <a:lnTo>
                    <a:pt x="135411" y="277676"/>
                  </a:lnTo>
                  <a:lnTo>
                    <a:pt x="135161" y="277755"/>
                  </a:lnTo>
                  <a:lnTo>
                    <a:pt x="134834" y="277852"/>
                  </a:lnTo>
                  <a:lnTo>
                    <a:pt x="134640" y="277911"/>
                  </a:lnTo>
                  <a:lnTo>
                    <a:pt x="134441" y="277972"/>
                  </a:lnTo>
                  <a:lnTo>
                    <a:pt x="134157" y="278083"/>
                  </a:lnTo>
                  <a:lnTo>
                    <a:pt x="133648" y="278279"/>
                  </a:lnTo>
                  <a:lnTo>
                    <a:pt x="132941" y="278577"/>
                  </a:lnTo>
                  <a:lnTo>
                    <a:pt x="132736" y="278750"/>
                  </a:lnTo>
                  <a:lnTo>
                    <a:pt x="132356" y="278965"/>
                  </a:lnTo>
                  <a:lnTo>
                    <a:pt x="132107" y="278985"/>
                  </a:lnTo>
                  <a:lnTo>
                    <a:pt x="132000" y="278617"/>
                  </a:lnTo>
                  <a:lnTo>
                    <a:pt x="131390" y="278454"/>
                  </a:lnTo>
                  <a:lnTo>
                    <a:pt x="131150" y="278398"/>
                  </a:lnTo>
                  <a:lnTo>
                    <a:pt x="131231" y="278803"/>
                  </a:lnTo>
                  <a:lnTo>
                    <a:pt x="130925" y="278941"/>
                  </a:lnTo>
                  <a:lnTo>
                    <a:pt x="130890" y="278670"/>
                  </a:lnTo>
                  <a:lnTo>
                    <a:pt x="130406" y="278155"/>
                  </a:lnTo>
                  <a:lnTo>
                    <a:pt x="129910" y="277675"/>
                  </a:lnTo>
                  <a:lnTo>
                    <a:pt x="129622" y="277149"/>
                  </a:lnTo>
                  <a:lnTo>
                    <a:pt x="129360" y="277068"/>
                  </a:lnTo>
                  <a:lnTo>
                    <a:pt x="129198" y="277068"/>
                  </a:lnTo>
                  <a:lnTo>
                    <a:pt x="128958" y="277104"/>
                  </a:lnTo>
                  <a:lnTo>
                    <a:pt x="128741" y="275678"/>
                  </a:lnTo>
                  <a:lnTo>
                    <a:pt x="128784" y="275136"/>
                  </a:lnTo>
                  <a:lnTo>
                    <a:pt x="127707" y="274966"/>
                  </a:lnTo>
                  <a:lnTo>
                    <a:pt x="127465" y="274986"/>
                  </a:lnTo>
                  <a:lnTo>
                    <a:pt x="126986" y="274175"/>
                  </a:lnTo>
                  <a:lnTo>
                    <a:pt x="127121" y="273843"/>
                  </a:lnTo>
                  <a:lnTo>
                    <a:pt x="127297" y="272651"/>
                  </a:lnTo>
                  <a:lnTo>
                    <a:pt x="127683" y="272454"/>
                  </a:lnTo>
                  <a:lnTo>
                    <a:pt x="127941" y="272339"/>
                  </a:lnTo>
                  <a:lnTo>
                    <a:pt x="128203" y="272054"/>
                  </a:lnTo>
                  <a:lnTo>
                    <a:pt x="128280" y="271817"/>
                  </a:lnTo>
                  <a:lnTo>
                    <a:pt x="128478" y="271519"/>
                  </a:lnTo>
                  <a:lnTo>
                    <a:pt x="128650" y="271145"/>
                  </a:lnTo>
                  <a:lnTo>
                    <a:pt x="128634" y="270882"/>
                  </a:lnTo>
                  <a:lnTo>
                    <a:pt x="128696" y="270438"/>
                  </a:lnTo>
                  <a:lnTo>
                    <a:pt x="128815" y="270272"/>
                  </a:lnTo>
                  <a:lnTo>
                    <a:pt x="128865" y="270092"/>
                  </a:lnTo>
                  <a:lnTo>
                    <a:pt x="128825" y="269529"/>
                  </a:lnTo>
                  <a:lnTo>
                    <a:pt x="128561" y="269511"/>
                  </a:lnTo>
                  <a:lnTo>
                    <a:pt x="128431" y="269549"/>
                  </a:lnTo>
                  <a:lnTo>
                    <a:pt x="128277" y="269498"/>
                  </a:lnTo>
                  <a:lnTo>
                    <a:pt x="128054" y="269232"/>
                  </a:lnTo>
                  <a:lnTo>
                    <a:pt x="128065" y="268811"/>
                  </a:lnTo>
                  <a:lnTo>
                    <a:pt x="128500" y="268823"/>
                  </a:lnTo>
                  <a:lnTo>
                    <a:pt x="128713" y="268830"/>
                  </a:lnTo>
                  <a:lnTo>
                    <a:pt x="128920" y="268879"/>
                  </a:lnTo>
                  <a:lnTo>
                    <a:pt x="129228" y="268908"/>
                  </a:lnTo>
                  <a:lnTo>
                    <a:pt x="129943" y="268530"/>
                  </a:lnTo>
                  <a:lnTo>
                    <a:pt x="130069" y="268330"/>
                  </a:lnTo>
                  <a:lnTo>
                    <a:pt x="130378" y="267816"/>
                  </a:lnTo>
                  <a:lnTo>
                    <a:pt x="130448" y="267586"/>
                  </a:lnTo>
                  <a:lnTo>
                    <a:pt x="130549" y="267013"/>
                  </a:lnTo>
                  <a:lnTo>
                    <a:pt x="130562" y="266787"/>
                  </a:lnTo>
                  <a:lnTo>
                    <a:pt x="130244" y="266417"/>
                  </a:lnTo>
                  <a:lnTo>
                    <a:pt x="130057" y="266206"/>
                  </a:lnTo>
                  <a:lnTo>
                    <a:pt x="130270" y="265423"/>
                  </a:lnTo>
                  <a:lnTo>
                    <a:pt x="130354" y="265080"/>
                  </a:lnTo>
                  <a:lnTo>
                    <a:pt x="130361" y="264834"/>
                  </a:lnTo>
                  <a:lnTo>
                    <a:pt x="130335" y="264571"/>
                  </a:lnTo>
                  <a:lnTo>
                    <a:pt x="130391" y="264185"/>
                  </a:lnTo>
                  <a:lnTo>
                    <a:pt x="130667" y="263477"/>
                  </a:lnTo>
                  <a:lnTo>
                    <a:pt x="131004" y="263024"/>
                  </a:lnTo>
                  <a:lnTo>
                    <a:pt x="131234" y="262920"/>
                  </a:lnTo>
                  <a:lnTo>
                    <a:pt x="131302" y="262510"/>
                  </a:lnTo>
                  <a:lnTo>
                    <a:pt x="131475" y="261908"/>
                  </a:lnTo>
                  <a:lnTo>
                    <a:pt x="131986" y="261982"/>
                  </a:lnTo>
                  <a:lnTo>
                    <a:pt x="132335" y="262115"/>
                  </a:lnTo>
                  <a:lnTo>
                    <a:pt x="132552" y="262198"/>
                  </a:lnTo>
                  <a:lnTo>
                    <a:pt x="132811" y="262297"/>
                  </a:lnTo>
                  <a:lnTo>
                    <a:pt x="133010" y="262374"/>
                  </a:lnTo>
                  <a:lnTo>
                    <a:pt x="133161" y="262434"/>
                  </a:lnTo>
                  <a:lnTo>
                    <a:pt x="133453" y="262547"/>
                  </a:lnTo>
                  <a:lnTo>
                    <a:pt x="133943" y="262374"/>
                  </a:lnTo>
                  <a:lnTo>
                    <a:pt x="133978" y="260929"/>
                  </a:lnTo>
                  <a:lnTo>
                    <a:pt x="134011" y="260629"/>
                  </a:lnTo>
                  <a:lnTo>
                    <a:pt x="134019" y="260303"/>
                  </a:lnTo>
                  <a:lnTo>
                    <a:pt x="134037" y="259706"/>
                  </a:lnTo>
                  <a:lnTo>
                    <a:pt x="134153" y="258717"/>
                  </a:lnTo>
                  <a:lnTo>
                    <a:pt x="134261" y="257809"/>
                  </a:lnTo>
                  <a:lnTo>
                    <a:pt x="134366" y="256944"/>
                  </a:lnTo>
                  <a:lnTo>
                    <a:pt x="134325" y="256653"/>
                  </a:lnTo>
                  <a:lnTo>
                    <a:pt x="134294" y="256445"/>
                  </a:lnTo>
                  <a:lnTo>
                    <a:pt x="134221" y="256143"/>
                  </a:lnTo>
                  <a:lnTo>
                    <a:pt x="134179" y="255832"/>
                  </a:lnTo>
                  <a:lnTo>
                    <a:pt x="134499" y="255603"/>
                  </a:lnTo>
                  <a:lnTo>
                    <a:pt x="134760" y="255341"/>
                  </a:lnTo>
                  <a:lnTo>
                    <a:pt x="135197" y="254902"/>
                  </a:lnTo>
                  <a:lnTo>
                    <a:pt x="135514" y="254587"/>
                  </a:lnTo>
                  <a:lnTo>
                    <a:pt x="135870" y="254234"/>
                  </a:lnTo>
                  <a:lnTo>
                    <a:pt x="136498" y="253537"/>
                  </a:lnTo>
                  <a:lnTo>
                    <a:pt x="136412" y="253101"/>
                  </a:lnTo>
                  <a:lnTo>
                    <a:pt x="136344" y="252198"/>
                  </a:lnTo>
                  <a:lnTo>
                    <a:pt x="136380" y="251714"/>
                  </a:lnTo>
                  <a:lnTo>
                    <a:pt x="136413" y="251456"/>
                  </a:lnTo>
                  <a:lnTo>
                    <a:pt x="136029" y="250764"/>
                  </a:lnTo>
                  <a:lnTo>
                    <a:pt x="136271" y="250344"/>
                  </a:lnTo>
                  <a:lnTo>
                    <a:pt x="136427" y="250253"/>
                  </a:lnTo>
                  <a:lnTo>
                    <a:pt x="136808" y="250370"/>
                  </a:lnTo>
                  <a:lnTo>
                    <a:pt x="137053" y="250294"/>
                  </a:lnTo>
                  <a:lnTo>
                    <a:pt x="137300" y="249814"/>
                  </a:lnTo>
                  <a:lnTo>
                    <a:pt x="137284" y="249663"/>
                  </a:lnTo>
                  <a:lnTo>
                    <a:pt x="136326" y="249366"/>
                  </a:lnTo>
                  <a:lnTo>
                    <a:pt x="135971" y="249493"/>
                  </a:lnTo>
                  <a:lnTo>
                    <a:pt x="135655" y="249581"/>
                  </a:lnTo>
                  <a:lnTo>
                    <a:pt x="135363" y="249518"/>
                  </a:lnTo>
                  <a:lnTo>
                    <a:pt x="134512" y="248760"/>
                  </a:lnTo>
                  <a:lnTo>
                    <a:pt x="134301" y="248488"/>
                  </a:lnTo>
                  <a:lnTo>
                    <a:pt x="134074" y="248427"/>
                  </a:lnTo>
                  <a:lnTo>
                    <a:pt x="133908" y="248535"/>
                  </a:lnTo>
                  <a:lnTo>
                    <a:pt x="133758" y="248680"/>
                  </a:lnTo>
                  <a:lnTo>
                    <a:pt x="132848" y="248651"/>
                  </a:lnTo>
                  <a:lnTo>
                    <a:pt x="132539" y="248643"/>
                  </a:lnTo>
                  <a:lnTo>
                    <a:pt x="132108" y="248873"/>
                  </a:lnTo>
                  <a:lnTo>
                    <a:pt x="131643" y="249142"/>
                  </a:lnTo>
                  <a:lnTo>
                    <a:pt x="131300" y="249360"/>
                  </a:lnTo>
                  <a:lnTo>
                    <a:pt x="131034" y="249429"/>
                  </a:lnTo>
                  <a:lnTo>
                    <a:pt x="130606" y="249740"/>
                  </a:lnTo>
                  <a:lnTo>
                    <a:pt x="130549" y="249882"/>
                  </a:lnTo>
                  <a:lnTo>
                    <a:pt x="130198" y="249944"/>
                  </a:lnTo>
                  <a:lnTo>
                    <a:pt x="130170" y="249739"/>
                  </a:lnTo>
                  <a:lnTo>
                    <a:pt x="130145" y="249604"/>
                  </a:lnTo>
                  <a:lnTo>
                    <a:pt x="129926" y="249465"/>
                  </a:lnTo>
                  <a:lnTo>
                    <a:pt x="129732" y="249602"/>
                  </a:lnTo>
                  <a:lnTo>
                    <a:pt x="129510" y="249648"/>
                  </a:lnTo>
                  <a:lnTo>
                    <a:pt x="128144" y="249223"/>
                  </a:lnTo>
                  <a:lnTo>
                    <a:pt x="127979" y="248981"/>
                  </a:lnTo>
                  <a:lnTo>
                    <a:pt x="127660" y="248895"/>
                  </a:lnTo>
                  <a:lnTo>
                    <a:pt x="127520" y="249048"/>
                  </a:lnTo>
                  <a:lnTo>
                    <a:pt x="127381" y="249576"/>
                  </a:lnTo>
                  <a:lnTo>
                    <a:pt x="127372" y="249976"/>
                  </a:lnTo>
                  <a:lnTo>
                    <a:pt x="127331" y="250382"/>
                  </a:lnTo>
                  <a:lnTo>
                    <a:pt x="126446" y="250565"/>
                  </a:lnTo>
                  <a:lnTo>
                    <a:pt x="126191" y="250411"/>
                  </a:lnTo>
                  <a:lnTo>
                    <a:pt x="125871" y="250180"/>
                  </a:lnTo>
                  <a:lnTo>
                    <a:pt x="125713" y="249967"/>
                  </a:lnTo>
                  <a:lnTo>
                    <a:pt x="125492" y="249994"/>
                  </a:lnTo>
                  <a:lnTo>
                    <a:pt x="125093" y="250513"/>
                  </a:lnTo>
                  <a:lnTo>
                    <a:pt x="125152" y="250729"/>
                  </a:lnTo>
                  <a:lnTo>
                    <a:pt x="124200" y="250465"/>
                  </a:lnTo>
                  <a:lnTo>
                    <a:pt x="123925" y="250364"/>
                  </a:lnTo>
                  <a:lnTo>
                    <a:pt x="123149" y="250134"/>
                  </a:lnTo>
                  <a:lnTo>
                    <a:pt x="122578" y="250135"/>
                  </a:lnTo>
                  <a:lnTo>
                    <a:pt x="122329" y="250168"/>
                  </a:lnTo>
                  <a:lnTo>
                    <a:pt x="121384" y="250154"/>
                  </a:lnTo>
                  <a:lnTo>
                    <a:pt x="120913" y="250102"/>
                  </a:lnTo>
                  <a:lnTo>
                    <a:pt x="120612" y="250169"/>
                  </a:lnTo>
                  <a:lnTo>
                    <a:pt x="120281" y="250473"/>
                  </a:lnTo>
                  <a:lnTo>
                    <a:pt x="119039" y="251009"/>
                  </a:lnTo>
                  <a:lnTo>
                    <a:pt x="118777" y="250892"/>
                  </a:lnTo>
                  <a:lnTo>
                    <a:pt x="118354" y="250692"/>
                  </a:lnTo>
                  <a:lnTo>
                    <a:pt x="117860" y="250130"/>
                  </a:lnTo>
                  <a:lnTo>
                    <a:pt x="117539" y="249601"/>
                  </a:lnTo>
                  <a:lnTo>
                    <a:pt x="117988" y="249576"/>
                  </a:lnTo>
                  <a:lnTo>
                    <a:pt x="118405" y="248749"/>
                  </a:lnTo>
                  <a:lnTo>
                    <a:pt x="118337" y="248386"/>
                  </a:lnTo>
                  <a:lnTo>
                    <a:pt x="118274" y="248119"/>
                  </a:lnTo>
                  <a:lnTo>
                    <a:pt x="118407" y="247875"/>
                  </a:lnTo>
                  <a:lnTo>
                    <a:pt x="118628" y="247422"/>
                  </a:lnTo>
                  <a:lnTo>
                    <a:pt x="118721" y="247204"/>
                  </a:lnTo>
                  <a:lnTo>
                    <a:pt x="118746" y="246992"/>
                  </a:lnTo>
                  <a:lnTo>
                    <a:pt x="118763" y="246370"/>
                  </a:lnTo>
                  <a:lnTo>
                    <a:pt x="118496" y="246004"/>
                  </a:lnTo>
                  <a:lnTo>
                    <a:pt x="118482" y="245705"/>
                  </a:lnTo>
                  <a:lnTo>
                    <a:pt x="118696" y="245506"/>
                  </a:lnTo>
                  <a:lnTo>
                    <a:pt x="118898" y="244999"/>
                  </a:lnTo>
                  <a:lnTo>
                    <a:pt x="118863" y="244511"/>
                  </a:lnTo>
                  <a:lnTo>
                    <a:pt x="118959" y="243936"/>
                  </a:lnTo>
                  <a:lnTo>
                    <a:pt x="119109" y="243389"/>
                  </a:lnTo>
                  <a:lnTo>
                    <a:pt x="118955" y="242744"/>
                  </a:lnTo>
                  <a:lnTo>
                    <a:pt x="118776" y="242653"/>
                  </a:lnTo>
                  <a:lnTo>
                    <a:pt x="118043" y="242510"/>
                  </a:lnTo>
                  <a:lnTo>
                    <a:pt x="117794" y="242596"/>
                  </a:lnTo>
                  <a:lnTo>
                    <a:pt x="117526" y="243057"/>
                  </a:lnTo>
                  <a:lnTo>
                    <a:pt x="117309" y="243121"/>
                  </a:lnTo>
                  <a:lnTo>
                    <a:pt x="116956" y="243017"/>
                  </a:lnTo>
                  <a:lnTo>
                    <a:pt x="116718" y="242697"/>
                  </a:lnTo>
                  <a:lnTo>
                    <a:pt x="116597" y="242418"/>
                  </a:lnTo>
                  <a:lnTo>
                    <a:pt x="116567" y="242079"/>
                  </a:lnTo>
                  <a:lnTo>
                    <a:pt x="116337" y="241523"/>
                  </a:lnTo>
                  <a:lnTo>
                    <a:pt x="116084" y="241013"/>
                  </a:lnTo>
                  <a:lnTo>
                    <a:pt x="115855" y="240854"/>
                  </a:lnTo>
                  <a:lnTo>
                    <a:pt x="115421" y="240750"/>
                  </a:lnTo>
                  <a:lnTo>
                    <a:pt x="115256" y="240377"/>
                  </a:lnTo>
                  <a:lnTo>
                    <a:pt x="115487" y="239857"/>
                  </a:lnTo>
                  <a:lnTo>
                    <a:pt x="115291" y="239591"/>
                  </a:lnTo>
                  <a:lnTo>
                    <a:pt x="115028" y="239324"/>
                  </a:lnTo>
                  <a:lnTo>
                    <a:pt x="114826" y="238664"/>
                  </a:lnTo>
                  <a:lnTo>
                    <a:pt x="115040" y="238232"/>
                  </a:lnTo>
                  <a:lnTo>
                    <a:pt x="115304" y="237942"/>
                  </a:lnTo>
                  <a:lnTo>
                    <a:pt x="115260" y="237543"/>
                  </a:lnTo>
                  <a:lnTo>
                    <a:pt x="114877" y="237182"/>
                  </a:lnTo>
                  <a:lnTo>
                    <a:pt x="114738" y="237120"/>
                  </a:lnTo>
                  <a:lnTo>
                    <a:pt x="114582" y="237056"/>
                  </a:lnTo>
                  <a:lnTo>
                    <a:pt x="114422" y="236989"/>
                  </a:lnTo>
                  <a:lnTo>
                    <a:pt x="114167" y="236802"/>
                  </a:lnTo>
                  <a:lnTo>
                    <a:pt x="113398" y="236106"/>
                  </a:lnTo>
                  <a:lnTo>
                    <a:pt x="113250" y="235690"/>
                  </a:lnTo>
                  <a:lnTo>
                    <a:pt x="112546" y="235648"/>
                  </a:lnTo>
                  <a:lnTo>
                    <a:pt x="112543" y="235874"/>
                  </a:lnTo>
                  <a:lnTo>
                    <a:pt x="112889" y="236219"/>
                  </a:lnTo>
                  <a:lnTo>
                    <a:pt x="112854" y="236672"/>
                  </a:lnTo>
                  <a:lnTo>
                    <a:pt x="112889" y="237111"/>
                  </a:lnTo>
                  <a:lnTo>
                    <a:pt x="112798" y="237374"/>
                  </a:lnTo>
                  <a:lnTo>
                    <a:pt x="112223" y="237489"/>
                  </a:lnTo>
                  <a:lnTo>
                    <a:pt x="111821" y="237480"/>
                  </a:lnTo>
                  <a:lnTo>
                    <a:pt x="111804" y="237762"/>
                  </a:lnTo>
                  <a:lnTo>
                    <a:pt x="111788" y="238011"/>
                  </a:lnTo>
                  <a:lnTo>
                    <a:pt x="111190" y="238313"/>
                  </a:lnTo>
                  <a:lnTo>
                    <a:pt x="110949" y="238349"/>
                  </a:lnTo>
                  <a:lnTo>
                    <a:pt x="110735" y="238338"/>
                  </a:lnTo>
                  <a:lnTo>
                    <a:pt x="110719" y="238176"/>
                  </a:lnTo>
                  <a:lnTo>
                    <a:pt x="110807" y="237695"/>
                  </a:lnTo>
                  <a:lnTo>
                    <a:pt x="110817" y="237488"/>
                  </a:lnTo>
                  <a:lnTo>
                    <a:pt x="110348" y="237079"/>
                  </a:lnTo>
                  <a:lnTo>
                    <a:pt x="109829" y="236915"/>
                  </a:lnTo>
                  <a:lnTo>
                    <a:pt x="109757" y="236214"/>
                  </a:lnTo>
                  <a:lnTo>
                    <a:pt x="109788" y="236051"/>
                  </a:lnTo>
                  <a:lnTo>
                    <a:pt x="109959" y="235119"/>
                  </a:lnTo>
                  <a:lnTo>
                    <a:pt x="109656" y="234899"/>
                  </a:lnTo>
                  <a:lnTo>
                    <a:pt x="109151" y="234551"/>
                  </a:lnTo>
                  <a:lnTo>
                    <a:pt x="108583" y="234335"/>
                  </a:lnTo>
                  <a:lnTo>
                    <a:pt x="108388" y="234333"/>
                  </a:lnTo>
                  <a:lnTo>
                    <a:pt x="108230" y="234603"/>
                  </a:lnTo>
                  <a:lnTo>
                    <a:pt x="107777" y="235050"/>
                  </a:lnTo>
                  <a:lnTo>
                    <a:pt x="107532" y="235020"/>
                  </a:lnTo>
                  <a:lnTo>
                    <a:pt x="107138" y="234984"/>
                  </a:lnTo>
                  <a:lnTo>
                    <a:pt x="106849" y="235245"/>
                  </a:lnTo>
                  <a:lnTo>
                    <a:pt x="106052" y="235708"/>
                  </a:lnTo>
                  <a:lnTo>
                    <a:pt x="106120" y="236055"/>
                  </a:lnTo>
                  <a:lnTo>
                    <a:pt x="105642" y="236001"/>
                  </a:lnTo>
                  <a:lnTo>
                    <a:pt x="105209" y="236011"/>
                  </a:lnTo>
                  <a:lnTo>
                    <a:pt x="105197" y="236141"/>
                  </a:lnTo>
                  <a:lnTo>
                    <a:pt x="105048" y="236216"/>
                  </a:lnTo>
                  <a:lnTo>
                    <a:pt x="104643" y="236275"/>
                  </a:lnTo>
                  <a:lnTo>
                    <a:pt x="104244" y="236117"/>
                  </a:lnTo>
                  <a:lnTo>
                    <a:pt x="103807" y="235961"/>
                  </a:lnTo>
                  <a:lnTo>
                    <a:pt x="103702" y="235788"/>
                  </a:lnTo>
                  <a:lnTo>
                    <a:pt x="103694" y="235068"/>
                  </a:lnTo>
                  <a:lnTo>
                    <a:pt x="103502" y="234757"/>
                  </a:lnTo>
                  <a:lnTo>
                    <a:pt x="103096" y="234522"/>
                  </a:lnTo>
                  <a:lnTo>
                    <a:pt x="102599" y="234534"/>
                  </a:lnTo>
                  <a:lnTo>
                    <a:pt x="102470" y="234374"/>
                  </a:lnTo>
                  <a:lnTo>
                    <a:pt x="102734" y="234033"/>
                  </a:lnTo>
                  <a:lnTo>
                    <a:pt x="102336" y="233448"/>
                  </a:lnTo>
                  <a:lnTo>
                    <a:pt x="101925" y="233056"/>
                  </a:lnTo>
                  <a:lnTo>
                    <a:pt x="100823" y="233149"/>
                  </a:lnTo>
                  <a:lnTo>
                    <a:pt x="100275" y="233228"/>
                  </a:lnTo>
                  <a:lnTo>
                    <a:pt x="100132" y="233669"/>
                  </a:lnTo>
                  <a:lnTo>
                    <a:pt x="100137" y="233909"/>
                  </a:lnTo>
                  <a:lnTo>
                    <a:pt x="100020" y="234168"/>
                  </a:lnTo>
                  <a:lnTo>
                    <a:pt x="99715" y="234226"/>
                  </a:lnTo>
                  <a:lnTo>
                    <a:pt x="99459" y="234162"/>
                  </a:lnTo>
                  <a:lnTo>
                    <a:pt x="99013" y="233955"/>
                  </a:lnTo>
                  <a:lnTo>
                    <a:pt x="99047" y="233597"/>
                  </a:lnTo>
                  <a:lnTo>
                    <a:pt x="98519" y="233584"/>
                  </a:lnTo>
                  <a:lnTo>
                    <a:pt x="98369" y="233603"/>
                  </a:lnTo>
                  <a:lnTo>
                    <a:pt x="98147" y="233662"/>
                  </a:lnTo>
                  <a:lnTo>
                    <a:pt x="98015" y="233746"/>
                  </a:lnTo>
                  <a:lnTo>
                    <a:pt x="97818" y="233808"/>
                  </a:lnTo>
                  <a:lnTo>
                    <a:pt x="97142" y="234013"/>
                  </a:lnTo>
                  <a:lnTo>
                    <a:pt x="96592" y="234173"/>
                  </a:lnTo>
                  <a:lnTo>
                    <a:pt x="96109" y="234003"/>
                  </a:lnTo>
                  <a:lnTo>
                    <a:pt x="95830" y="233828"/>
                  </a:lnTo>
                  <a:lnTo>
                    <a:pt x="95511" y="233954"/>
                  </a:lnTo>
                  <a:lnTo>
                    <a:pt x="94930" y="233955"/>
                  </a:lnTo>
                  <a:lnTo>
                    <a:pt x="94296" y="233766"/>
                  </a:lnTo>
                  <a:lnTo>
                    <a:pt x="93652" y="233551"/>
                  </a:lnTo>
                  <a:lnTo>
                    <a:pt x="93004" y="233482"/>
                  </a:lnTo>
                  <a:lnTo>
                    <a:pt x="93205" y="232941"/>
                  </a:lnTo>
                  <a:lnTo>
                    <a:pt x="93380" y="232457"/>
                  </a:lnTo>
                  <a:lnTo>
                    <a:pt x="92974" y="232535"/>
                  </a:lnTo>
                  <a:lnTo>
                    <a:pt x="92592" y="232495"/>
                  </a:lnTo>
                  <a:lnTo>
                    <a:pt x="92433" y="232464"/>
                  </a:lnTo>
                  <a:lnTo>
                    <a:pt x="91716" y="232198"/>
                  </a:lnTo>
                  <a:lnTo>
                    <a:pt x="92153" y="231937"/>
                  </a:lnTo>
                  <a:lnTo>
                    <a:pt x="92464" y="231918"/>
                  </a:lnTo>
                  <a:lnTo>
                    <a:pt x="92485" y="231744"/>
                  </a:lnTo>
                  <a:lnTo>
                    <a:pt x="92377" y="231597"/>
                  </a:lnTo>
                  <a:lnTo>
                    <a:pt x="92153" y="231196"/>
                  </a:lnTo>
                  <a:lnTo>
                    <a:pt x="91797" y="231062"/>
                  </a:lnTo>
                  <a:lnTo>
                    <a:pt x="91528" y="231056"/>
                  </a:lnTo>
                  <a:lnTo>
                    <a:pt x="91324" y="231061"/>
                  </a:lnTo>
                  <a:lnTo>
                    <a:pt x="91032" y="230944"/>
                  </a:lnTo>
                  <a:lnTo>
                    <a:pt x="90833" y="230562"/>
                  </a:lnTo>
                  <a:lnTo>
                    <a:pt x="90677" y="230347"/>
                  </a:lnTo>
                  <a:lnTo>
                    <a:pt x="89890" y="230390"/>
                  </a:lnTo>
                  <a:lnTo>
                    <a:pt x="89622" y="230355"/>
                  </a:lnTo>
                  <a:lnTo>
                    <a:pt x="89549" y="229960"/>
                  </a:lnTo>
                  <a:lnTo>
                    <a:pt x="89347" y="229878"/>
                  </a:lnTo>
                  <a:lnTo>
                    <a:pt x="89041" y="229790"/>
                  </a:lnTo>
                  <a:lnTo>
                    <a:pt x="88409" y="229427"/>
                  </a:lnTo>
                  <a:lnTo>
                    <a:pt x="88067" y="229268"/>
                  </a:lnTo>
                  <a:lnTo>
                    <a:pt x="87724" y="229185"/>
                  </a:lnTo>
                  <a:lnTo>
                    <a:pt x="87887" y="228325"/>
                  </a:lnTo>
                  <a:lnTo>
                    <a:pt x="88255" y="227925"/>
                  </a:lnTo>
                  <a:lnTo>
                    <a:pt x="88701" y="227252"/>
                  </a:lnTo>
                  <a:lnTo>
                    <a:pt x="88563" y="226417"/>
                  </a:lnTo>
                  <a:lnTo>
                    <a:pt x="88432" y="226176"/>
                  </a:lnTo>
                  <a:lnTo>
                    <a:pt x="88423" y="226024"/>
                  </a:lnTo>
                  <a:lnTo>
                    <a:pt x="88616" y="225874"/>
                  </a:lnTo>
                  <a:lnTo>
                    <a:pt x="88769" y="225797"/>
                  </a:lnTo>
                  <a:lnTo>
                    <a:pt x="88743" y="225477"/>
                  </a:lnTo>
                  <a:lnTo>
                    <a:pt x="88333" y="225275"/>
                  </a:lnTo>
                  <a:lnTo>
                    <a:pt x="87888" y="225610"/>
                  </a:lnTo>
                  <a:lnTo>
                    <a:pt x="87729" y="225594"/>
                  </a:lnTo>
                  <a:lnTo>
                    <a:pt x="87476" y="225405"/>
                  </a:lnTo>
                  <a:lnTo>
                    <a:pt x="87553" y="225124"/>
                  </a:lnTo>
                  <a:lnTo>
                    <a:pt x="87563" y="224944"/>
                  </a:lnTo>
                  <a:lnTo>
                    <a:pt x="87367" y="224721"/>
                  </a:lnTo>
                  <a:lnTo>
                    <a:pt x="87130" y="224839"/>
                  </a:lnTo>
                  <a:lnTo>
                    <a:pt x="86706" y="224694"/>
                  </a:lnTo>
                  <a:lnTo>
                    <a:pt x="86653" y="224518"/>
                  </a:lnTo>
                  <a:lnTo>
                    <a:pt x="86570" y="224326"/>
                  </a:lnTo>
                  <a:lnTo>
                    <a:pt x="86194" y="224133"/>
                  </a:lnTo>
                  <a:lnTo>
                    <a:pt x="85900" y="223853"/>
                  </a:lnTo>
                  <a:lnTo>
                    <a:pt x="85574" y="223354"/>
                  </a:lnTo>
                  <a:lnTo>
                    <a:pt x="85430" y="222844"/>
                  </a:lnTo>
                  <a:lnTo>
                    <a:pt x="85674" y="222581"/>
                  </a:lnTo>
                  <a:lnTo>
                    <a:pt x="85691" y="222262"/>
                  </a:lnTo>
                  <a:lnTo>
                    <a:pt x="85686" y="222122"/>
                  </a:lnTo>
                  <a:lnTo>
                    <a:pt x="85375" y="221467"/>
                  </a:lnTo>
                  <a:lnTo>
                    <a:pt x="85515" y="221193"/>
                  </a:lnTo>
                  <a:lnTo>
                    <a:pt x="85679" y="221012"/>
                  </a:lnTo>
                  <a:lnTo>
                    <a:pt x="85886" y="220624"/>
                  </a:lnTo>
                  <a:lnTo>
                    <a:pt x="85918" y="220306"/>
                  </a:lnTo>
                  <a:lnTo>
                    <a:pt x="85771" y="219898"/>
                  </a:lnTo>
                  <a:lnTo>
                    <a:pt x="85479" y="219760"/>
                  </a:lnTo>
                  <a:lnTo>
                    <a:pt x="85239" y="219716"/>
                  </a:lnTo>
                  <a:lnTo>
                    <a:pt x="84905" y="219623"/>
                  </a:lnTo>
                  <a:lnTo>
                    <a:pt x="85051" y="219137"/>
                  </a:lnTo>
                  <a:lnTo>
                    <a:pt x="85395" y="218314"/>
                  </a:lnTo>
                  <a:lnTo>
                    <a:pt x="84686" y="218254"/>
                  </a:lnTo>
                  <a:lnTo>
                    <a:pt x="83700" y="217857"/>
                  </a:lnTo>
                  <a:lnTo>
                    <a:pt x="83088" y="217711"/>
                  </a:lnTo>
                  <a:lnTo>
                    <a:pt x="82372" y="217739"/>
                  </a:lnTo>
                  <a:lnTo>
                    <a:pt x="82187" y="217719"/>
                  </a:lnTo>
                  <a:lnTo>
                    <a:pt x="81790" y="217636"/>
                  </a:lnTo>
                  <a:lnTo>
                    <a:pt x="81619" y="217385"/>
                  </a:lnTo>
                  <a:lnTo>
                    <a:pt x="81415" y="217416"/>
                  </a:lnTo>
                  <a:lnTo>
                    <a:pt x="81209" y="217617"/>
                  </a:lnTo>
                  <a:lnTo>
                    <a:pt x="81191" y="217838"/>
                  </a:lnTo>
                  <a:lnTo>
                    <a:pt x="81191" y="218134"/>
                  </a:lnTo>
                  <a:lnTo>
                    <a:pt x="81010" y="218248"/>
                  </a:lnTo>
                  <a:lnTo>
                    <a:pt x="80771" y="218081"/>
                  </a:lnTo>
                  <a:lnTo>
                    <a:pt x="80383" y="218036"/>
                  </a:lnTo>
                  <a:lnTo>
                    <a:pt x="80207" y="218084"/>
                  </a:lnTo>
                  <a:lnTo>
                    <a:pt x="79964" y="218188"/>
                  </a:lnTo>
                  <a:lnTo>
                    <a:pt x="79819" y="218321"/>
                  </a:lnTo>
                  <a:lnTo>
                    <a:pt x="79443" y="218531"/>
                  </a:lnTo>
                  <a:lnTo>
                    <a:pt x="78964" y="217854"/>
                  </a:lnTo>
                  <a:lnTo>
                    <a:pt x="78481" y="217458"/>
                  </a:lnTo>
                  <a:lnTo>
                    <a:pt x="78305" y="217281"/>
                  </a:lnTo>
                  <a:lnTo>
                    <a:pt x="78038" y="217106"/>
                  </a:lnTo>
                  <a:lnTo>
                    <a:pt x="77813" y="216926"/>
                  </a:lnTo>
                  <a:lnTo>
                    <a:pt x="77666" y="216595"/>
                  </a:lnTo>
                  <a:lnTo>
                    <a:pt x="77338" y="216391"/>
                  </a:lnTo>
                  <a:lnTo>
                    <a:pt x="77356" y="216024"/>
                  </a:lnTo>
                  <a:lnTo>
                    <a:pt x="77111" y="215463"/>
                  </a:lnTo>
                  <a:lnTo>
                    <a:pt x="76984" y="215315"/>
                  </a:lnTo>
                  <a:lnTo>
                    <a:pt x="76418" y="214866"/>
                  </a:lnTo>
                  <a:lnTo>
                    <a:pt x="76260" y="214794"/>
                  </a:lnTo>
                  <a:lnTo>
                    <a:pt x="75821" y="214616"/>
                  </a:lnTo>
                  <a:lnTo>
                    <a:pt x="75530" y="214688"/>
                  </a:lnTo>
                  <a:lnTo>
                    <a:pt x="75241" y="214654"/>
                  </a:lnTo>
                  <a:lnTo>
                    <a:pt x="75019" y="214559"/>
                  </a:lnTo>
                  <a:lnTo>
                    <a:pt x="74694" y="214402"/>
                  </a:lnTo>
                  <a:lnTo>
                    <a:pt x="74260" y="214374"/>
                  </a:lnTo>
                  <a:lnTo>
                    <a:pt x="73897" y="214389"/>
                  </a:lnTo>
                  <a:lnTo>
                    <a:pt x="73300" y="214361"/>
                  </a:lnTo>
                  <a:lnTo>
                    <a:pt x="72909" y="214360"/>
                  </a:lnTo>
                  <a:lnTo>
                    <a:pt x="72122" y="214329"/>
                  </a:lnTo>
                  <a:lnTo>
                    <a:pt x="71710" y="214147"/>
                  </a:lnTo>
                  <a:lnTo>
                    <a:pt x="71154" y="213992"/>
                  </a:lnTo>
                  <a:lnTo>
                    <a:pt x="70841" y="213792"/>
                  </a:lnTo>
                  <a:lnTo>
                    <a:pt x="70647" y="213739"/>
                  </a:lnTo>
                  <a:lnTo>
                    <a:pt x="70384" y="213706"/>
                  </a:lnTo>
                  <a:lnTo>
                    <a:pt x="69954" y="213744"/>
                  </a:lnTo>
                  <a:lnTo>
                    <a:pt x="68921" y="213745"/>
                  </a:lnTo>
                  <a:lnTo>
                    <a:pt x="68620" y="213827"/>
                  </a:lnTo>
                  <a:lnTo>
                    <a:pt x="68355" y="213715"/>
                  </a:lnTo>
                  <a:lnTo>
                    <a:pt x="68766" y="213239"/>
                  </a:lnTo>
                  <a:lnTo>
                    <a:pt x="69146" y="213344"/>
                  </a:lnTo>
                  <a:lnTo>
                    <a:pt x="69339" y="213289"/>
                  </a:lnTo>
                  <a:lnTo>
                    <a:pt x="69590" y="212837"/>
                  </a:lnTo>
                  <a:lnTo>
                    <a:pt x="69515" y="212449"/>
                  </a:lnTo>
                  <a:lnTo>
                    <a:pt x="69061" y="212552"/>
                  </a:lnTo>
                  <a:lnTo>
                    <a:pt x="68794" y="212285"/>
                  </a:lnTo>
                  <a:lnTo>
                    <a:pt x="68739" y="211943"/>
                  </a:lnTo>
                  <a:lnTo>
                    <a:pt x="68434" y="211827"/>
                  </a:lnTo>
                  <a:lnTo>
                    <a:pt x="67823" y="211518"/>
                  </a:lnTo>
                  <a:lnTo>
                    <a:pt x="67657" y="211266"/>
                  </a:lnTo>
                  <a:lnTo>
                    <a:pt x="67313" y="211019"/>
                  </a:lnTo>
                  <a:lnTo>
                    <a:pt x="66545" y="211126"/>
                  </a:lnTo>
                  <a:lnTo>
                    <a:pt x="66128" y="210983"/>
                  </a:lnTo>
                  <a:lnTo>
                    <a:pt x="66137" y="210806"/>
                  </a:lnTo>
                  <a:lnTo>
                    <a:pt x="66227" y="210632"/>
                  </a:lnTo>
                  <a:lnTo>
                    <a:pt x="66371" y="210621"/>
                  </a:lnTo>
                  <a:lnTo>
                    <a:pt x="66378" y="210477"/>
                  </a:lnTo>
                  <a:lnTo>
                    <a:pt x="66040" y="210323"/>
                  </a:lnTo>
                  <a:lnTo>
                    <a:pt x="65752" y="210356"/>
                  </a:lnTo>
                  <a:lnTo>
                    <a:pt x="65053" y="209882"/>
                  </a:lnTo>
                  <a:lnTo>
                    <a:pt x="64966" y="209610"/>
                  </a:lnTo>
                  <a:lnTo>
                    <a:pt x="64975" y="209357"/>
                  </a:lnTo>
                  <a:lnTo>
                    <a:pt x="65300" y="208916"/>
                  </a:lnTo>
                  <a:lnTo>
                    <a:pt x="65284" y="208732"/>
                  </a:lnTo>
                  <a:lnTo>
                    <a:pt x="64969" y="208717"/>
                  </a:lnTo>
                  <a:lnTo>
                    <a:pt x="64737" y="208706"/>
                  </a:lnTo>
                  <a:lnTo>
                    <a:pt x="64514" y="208555"/>
                  </a:lnTo>
                  <a:lnTo>
                    <a:pt x="64522" y="208372"/>
                  </a:lnTo>
                  <a:lnTo>
                    <a:pt x="64536" y="208231"/>
                  </a:lnTo>
                  <a:lnTo>
                    <a:pt x="64482" y="207706"/>
                  </a:lnTo>
                  <a:lnTo>
                    <a:pt x="64315" y="207716"/>
                  </a:lnTo>
                  <a:lnTo>
                    <a:pt x="63692" y="207692"/>
                  </a:lnTo>
                  <a:lnTo>
                    <a:pt x="63497" y="207296"/>
                  </a:lnTo>
                  <a:lnTo>
                    <a:pt x="63440" y="207149"/>
                  </a:lnTo>
                  <a:lnTo>
                    <a:pt x="63114" y="207109"/>
                  </a:lnTo>
                  <a:lnTo>
                    <a:pt x="62883" y="207151"/>
                  </a:lnTo>
                  <a:lnTo>
                    <a:pt x="62649" y="207045"/>
                  </a:lnTo>
                  <a:lnTo>
                    <a:pt x="62571" y="206759"/>
                  </a:lnTo>
                  <a:lnTo>
                    <a:pt x="62624" y="206201"/>
                  </a:lnTo>
                  <a:lnTo>
                    <a:pt x="62308" y="205728"/>
                  </a:lnTo>
                  <a:lnTo>
                    <a:pt x="62045" y="205742"/>
                  </a:lnTo>
                  <a:lnTo>
                    <a:pt x="61731" y="205879"/>
                  </a:lnTo>
                  <a:lnTo>
                    <a:pt x="61236" y="205990"/>
                  </a:lnTo>
                  <a:lnTo>
                    <a:pt x="61007" y="205915"/>
                  </a:lnTo>
                  <a:lnTo>
                    <a:pt x="60874" y="205913"/>
                  </a:lnTo>
                  <a:lnTo>
                    <a:pt x="60668" y="206421"/>
                  </a:lnTo>
                  <a:lnTo>
                    <a:pt x="60465" y="206587"/>
                  </a:lnTo>
                  <a:lnTo>
                    <a:pt x="60088" y="206433"/>
                  </a:lnTo>
                  <a:lnTo>
                    <a:pt x="59954" y="206471"/>
                  </a:lnTo>
                  <a:lnTo>
                    <a:pt x="59871" y="206274"/>
                  </a:lnTo>
                  <a:lnTo>
                    <a:pt x="59629" y="205976"/>
                  </a:lnTo>
                  <a:lnTo>
                    <a:pt x="59634" y="205729"/>
                  </a:lnTo>
                  <a:lnTo>
                    <a:pt x="59865" y="205660"/>
                  </a:lnTo>
                  <a:lnTo>
                    <a:pt x="60131" y="205424"/>
                  </a:lnTo>
                  <a:lnTo>
                    <a:pt x="60215" y="205293"/>
                  </a:lnTo>
                  <a:lnTo>
                    <a:pt x="60230" y="205105"/>
                  </a:lnTo>
                  <a:lnTo>
                    <a:pt x="60241" y="204935"/>
                  </a:lnTo>
                  <a:lnTo>
                    <a:pt x="60220" y="204639"/>
                  </a:lnTo>
                  <a:lnTo>
                    <a:pt x="60116" y="204353"/>
                  </a:lnTo>
                  <a:lnTo>
                    <a:pt x="60406" y="203717"/>
                  </a:lnTo>
                  <a:lnTo>
                    <a:pt x="60748" y="203193"/>
                  </a:lnTo>
                  <a:lnTo>
                    <a:pt x="60027" y="202603"/>
                  </a:lnTo>
                  <a:lnTo>
                    <a:pt x="59879" y="202715"/>
                  </a:lnTo>
                  <a:lnTo>
                    <a:pt x="59558" y="202719"/>
                  </a:lnTo>
                  <a:lnTo>
                    <a:pt x="59354" y="202332"/>
                  </a:lnTo>
                  <a:lnTo>
                    <a:pt x="59636" y="202163"/>
                  </a:lnTo>
                  <a:lnTo>
                    <a:pt x="59690" y="201948"/>
                  </a:lnTo>
                  <a:lnTo>
                    <a:pt x="59390" y="201538"/>
                  </a:lnTo>
                  <a:lnTo>
                    <a:pt x="59393" y="201307"/>
                  </a:lnTo>
                  <a:lnTo>
                    <a:pt x="59647" y="200979"/>
                  </a:lnTo>
                  <a:lnTo>
                    <a:pt x="59781" y="201005"/>
                  </a:lnTo>
                  <a:lnTo>
                    <a:pt x="60016" y="201016"/>
                  </a:lnTo>
                  <a:lnTo>
                    <a:pt x="60834" y="200907"/>
                  </a:lnTo>
                  <a:lnTo>
                    <a:pt x="61008" y="200205"/>
                  </a:lnTo>
                  <a:lnTo>
                    <a:pt x="61198" y="200015"/>
                  </a:lnTo>
                  <a:lnTo>
                    <a:pt x="61186" y="199190"/>
                  </a:lnTo>
                  <a:lnTo>
                    <a:pt x="61106" y="198640"/>
                  </a:lnTo>
                  <a:lnTo>
                    <a:pt x="61053" y="198029"/>
                  </a:lnTo>
                  <a:lnTo>
                    <a:pt x="61536" y="197765"/>
                  </a:lnTo>
                  <a:lnTo>
                    <a:pt x="61398" y="197372"/>
                  </a:lnTo>
                  <a:lnTo>
                    <a:pt x="61282" y="197133"/>
                  </a:lnTo>
                  <a:lnTo>
                    <a:pt x="61415" y="196871"/>
                  </a:lnTo>
                  <a:lnTo>
                    <a:pt x="61554" y="196404"/>
                  </a:lnTo>
                  <a:lnTo>
                    <a:pt x="61438" y="195926"/>
                  </a:lnTo>
                  <a:lnTo>
                    <a:pt x="61499" y="195716"/>
                  </a:lnTo>
                  <a:lnTo>
                    <a:pt x="61966" y="195205"/>
                  </a:lnTo>
                  <a:lnTo>
                    <a:pt x="62393" y="194696"/>
                  </a:lnTo>
                  <a:lnTo>
                    <a:pt x="62625" y="194411"/>
                  </a:lnTo>
                  <a:lnTo>
                    <a:pt x="62873" y="194254"/>
                  </a:lnTo>
                  <a:lnTo>
                    <a:pt x="62894" y="194032"/>
                  </a:lnTo>
                  <a:lnTo>
                    <a:pt x="62944" y="193911"/>
                  </a:lnTo>
                  <a:lnTo>
                    <a:pt x="63177" y="193931"/>
                  </a:lnTo>
                  <a:lnTo>
                    <a:pt x="63391" y="193655"/>
                  </a:lnTo>
                  <a:lnTo>
                    <a:pt x="63660" y="193685"/>
                  </a:lnTo>
                  <a:lnTo>
                    <a:pt x="63989" y="193752"/>
                  </a:lnTo>
                  <a:lnTo>
                    <a:pt x="64260" y="193840"/>
                  </a:lnTo>
                  <a:lnTo>
                    <a:pt x="64461" y="193800"/>
                  </a:lnTo>
                  <a:lnTo>
                    <a:pt x="65359" y="193543"/>
                  </a:lnTo>
                  <a:lnTo>
                    <a:pt x="65446" y="193397"/>
                  </a:lnTo>
                  <a:lnTo>
                    <a:pt x="65904" y="193291"/>
                  </a:lnTo>
                  <a:lnTo>
                    <a:pt x="66317" y="193480"/>
                  </a:lnTo>
                  <a:lnTo>
                    <a:pt x="66450" y="193459"/>
                  </a:lnTo>
                  <a:lnTo>
                    <a:pt x="66866" y="193392"/>
                  </a:lnTo>
                  <a:lnTo>
                    <a:pt x="67072" y="193325"/>
                  </a:lnTo>
                  <a:lnTo>
                    <a:pt x="67230" y="193283"/>
                  </a:lnTo>
                  <a:lnTo>
                    <a:pt x="67607" y="193239"/>
                  </a:lnTo>
                  <a:lnTo>
                    <a:pt x="67813" y="193253"/>
                  </a:lnTo>
                  <a:lnTo>
                    <a:pt x="68376" y="193097"/>
                  </a:lnTo>
                  <a:lnTo>
                    <a:pt x="68699" y="192984"/>
                  </a:lnTo>
                  <a:lnTo>
                    <a:pt x="69208" y="192836"/>
                  </a:lnTo>
                  <a:lnTo>
                    <a:pt x="69499" y="192769"/>
                  </a:lnTo>
                  <a:lnTo>
                    <a:pt x="69841" y="192685"/>
                  </a:lnTo>
                  <a:lnTo>
                    <a:pt x="70079" y="192527"/>
                  </a:lnTo>
                  <a:lnTo>
                    <a:pt x="70208" y="192397"/>
                  </a:lnTo>
                  <a:lnTo>
                    <a:pt x="70323" y="191999"/>
                  </a:lnTo>
                  <a:lnTo>
                    <a:pt x="70394" y="191835"/>
                  </a:lnTo>
                  <a:lnTo>
                    <a:pt x="70527" y="191730"/>
                  </a:lnTo>
                  <a:lnTo>
                    <a:pt x="70924" y="191698"/>
                  </a:lnTo>
                  <a:lnTo>
                    <a:pt x="71273" y="192091"/>
                  </a:lnTo>
                  <a:lnTo>
                    <a:pt x="71552" y="192197"/>
                  </a:lnTo>
                  <a:lnTo>
                    <a:pt x="72059" y="192052"/>
                  </a:lnTo>
                  <a:lnTo>
                    <a:pt x="72228" y="192056"/>
                  </a:lnTo>
                  <a:lnTo>
                    <a:pt x="72908" y="191776"/>
                  </a:lnTo>
                  <a:lnTo>
                    <a:pt x="73064" y="191767"/>
                  </a:lnTo>
                  <a:lnTo>
                    <a:pt x="73357" y="191923"/>
                  </a:lnTo>
                  <a:lnTo>
                    <a:pt x="74486" y="192283"/>
                  </a:lnTo>
                  <a:lnTo>
                    <a:pt x="75021" y="192426"/>
                  </a:lnTo>
                  <a:lnTo>
                    <a:pt x="75348" y="192494"/>
                  </a:lnTo>
                  <a:lnTo>
                    <a:pt x="75544" y="192575"/>
                  </a:lnTo>
                  <a:lnTo>
                    <a:pt x="76117" y="192857"/>
                  </a:lnTo>
                  <a:lnTo>
                    <a:pt x="76076" y="193065"/>
                  </a:lnTo>
                  <a:lnTo>
                    <a:pt x="76260" y="193252"/>
                  </a:lnTo>
                  <a:lnTo>
                    <a:pt x="76545" y="193035"/>
                  </a:lnTo>
                  <a:lnTo>
                    <a:pt x="76723" y="192889"/>
                  </a:lnTo>
                  <a:lnTo>
                    <a:pt x="76916" y="192880"/>
                  </a:lnTo>
                  <a:lnTo>
                    <a:pt x="77303" y="192855"/>
                  </a:lnTo>
                  <a:lnTo>
                    <a:pt x="77383" y="192486"/>
                  </a:lnTo>
                  <a:lnTo>
                    <a:pt x="77421" y="192337"/>
                  </a:lnTo>
                  <a:lnTo>
                    <a:pt x="77471" y="192048"/>
                  </a:lnTo>
                  <a:lnTo>
                    <a:pt x="77473" y="191628"/>
                  </a:lnTo>
                  <a:lnTo>
                    <a:pt x="77372" y="191298"/>
                  </a:lnTo>
                  <a:lnTo>
                    <a:pt x="77332" y="191169"/>
                  </a:lnTo>
                  <a:lnTo>
                    <a:pt x="77225" y="190822"/>
                  </a:lnTo>
                  <a:lnTo>
                    <a:pt x="77179" y="190672"/>
                  </a:lnTo>
                  <a:lnTo>
                    <a:pt x="77445" y="190366"/>
                  </a:lnTo>
                  <a:lnTo>
                    <a:pt x="77515" y="190047"/>
                  </a:lnTo>
                  <a:lnTo>
                    <a:pt x="78006" y="190225"/>
                  </a:lnTo>
                  <a:lnTo>
                    <a:pt x="78170" y="190326"/>
                  </a:lnTo>
                  <a:lnTo>
                    <a:pt x="78196" y="190871"/>
                  </a:lnTo>
                  <a:lnTo>
                    <a:pt x="78220" y="191877"/>
                  </a:lnTo>
                  <a:lnTo>
                    <a:pt x="78051" y="192301"/>
                  </a:lnTo>
                  <a:lnTo>
                    <a:pt x="78495" y="192110"/>
                  </a:lnTo>
                  <a:lnTo>
                    <a:pt x="78379" y="191898"/>
                  </a:lnTo>
                  <a:lnTo>
                    <a:pt x="78334" y="190567"/>
                  </a:lnTo>
                  <a:lnTo>
                    <a:pt x="78478" y="190473"/>
                  </a:lnTo>
                  <a:lnTo>
                    <a:pt x="79411" y="191101"/>
                  </a:lnTo>
                  <a:lnTo>
                    <a:pt x="79555" y="191281"/>
                  </a:lnTo>
                  <a:lnTo>
                    <a:pt x="79611" y="192017"/>
                  </a:lnTo>
                  <a:lnTo>
                    <a:pt x="79513" y="192422"/>
                  </a:lnTo>
                  <a:lnTo>
                    <a:pt x="80034" y="192519"/>
                  </a:lnTo>
                  <a:lnTo>
                    <a:pt x="80555" y="192516"/>
                  </a:lnTo>
                  <a:lnTo>
                    <a:pt x="80559" y="192143"/>
                  </a:lnTo>
                  <a:lnTo>
                    <a:pt x="80345" y="191842"/>
                  </a:lnTo>
                  <a:lnTo>
                    <a:pt x="79845" y="192031"/>
                  </a:lnTo>
                  <a:lnTo>
                    <a:pt x="79706" y="191982"/>
                  </a:lnTo>
                  <a:lnTo>
                    <a:pt x="79779" y="191301"/>
                  </a:lnTo>
                  <a:lnTo>
                    <a:pt x="80017" y="191479"/>
                  </a:lnTo>
                  <a:lnTo>
                    <a:pt x="80320" y="191678"/>
                  </a:lnTo>
                  <a:lnTo>
                    <a:pt x="81954" y="192707"/>
                  </a:lnTo>
                  <a:lnTo>
                    <a:pt x="82334" y="192942"/>
                  </a:lnTo>
                  <a:lnTo>
                    <a:pt x="82102" y="193391"/>
                  </a:lnTo>
                  <a:lnTo>
                    <a:pt x="82104" y="193625"/>
                  </a:lnTo>
                  <a:lnTo>
                    <a:pt x="82466" y="193681"/>
                  </a:lnTo>
                  <a:lnTo>
                    <a:pt x="82621" y="193377"/>
                  </a:lnTo>
                  <a:lnTo>
                    <a:pt x="82714" y="193175"/>
                  </a:lnTo>
                  <a:lnTo>
                    <a:pt x="83494" y="193660"/>
                  </a:lnTo>
                  <a:lnTo>
                    <a:pt x="83490" y="193852"/>
                  </a:lnTo>
                  <a:lnTo>
                    <a:pt x="83307" y="193891"/>
                  </a:lnTo>
                  <a:lnTo>
                    <a:pt x="83308" y="194326"/>
                  </a:lnTo>
                  <a:lnTo>
                    <a:pt x="83309" y="194487"/>
                  </a:lnTo>
                  <a:lnTo>
                    <a:pt x="83315" y="194774"/>
                  </a:lnTo>
                  <a:lnTo>
                    <a:pt x="83448" y="195052"/>
                  </a:lnTo>
                  <a:lnTo>
                    <a:pt x="83576" y="194946"/>
                  </a:lnTo>
                  <a:lnTo>
                    <a:pt x="83897" y="194819"/>
                  </a:lnTo>
                  <a:lnTo>
                    <a:pt x="84121" y="194948"/>
                  </a:lnTo>
                  <a:lnTo>
                    <a:pt x="84210" y="195183"/>
                  </a:lnTo>
                  <a:lnTo>
                    <a:pt x="84560" y="195303"/>
                  </a:lnTo>
                  <a:lnTo>
                    <a:pt x="84712" y="195283"/>
                  </a:lnTo>
                  <a:lnTo>
                    <a:pt x="85205" y="195347"/>
                  </a:lnTo>
                  <a:lnTo>
                    <a:pt x="84820" y="195413"/>
                  </a:lnTo>
                  <a:lnTo>
                    <a:pt x="84284" y="195492"/>
                  </a:lnTo>
                  <a:lnTo>
                    <a:pt x="83977" y="195504"/>
                  </a:lnTo>
                  <a:lnTo>
                    <a:pt x="83816" y="195591"/>
                  </a:lnTo>
                  <a:lnTo>
                    <a:pt x="83468" y="195977"/>
                  </a:lnTo>
                  <a:lnTo>
                    <a:pt x="83486" y="196232"/>
                  </a:lnTo>
                  <a:lnTo>
                    <a:pt x="83598" y="196463"/>
                  </a:lnTo>
                  <a:lnTo>
                    <a:pt x="83763" y="196448"/>
                  </a:lnTo>
                  <a:lnTo>
                    <a:pt x="84415" y="196419"/>
                  </a:lnTo>
                  <a:lnTo>
                    <a:pt x="84792" y="196403"/>
                  </a:lnTo>
                  <a:lnTo>
                    <a:pt x="85205" y="196445"/>
                  </a:lnTo>
                  <a:lnTo>
                    <a:pt x="85249" y="196673"/>
                  </a:lnTo>
                  <a:lnTo>
                    <a:pt x="85362" y="196986"/>
                  </a:lnTo>
                  <a:lnTo>
                    <a:pt x="85474" y="197288"/>
                  </a:lnTo>
                  <a:lnTo>
                    <a:pt x="85740" y="197982"/>
                  </a:lnTo>
                  <a:lnTo>
                    <a:pt x="85897" y="198326"/>
                  </a:lnTo>
                  <a:lnTo>
                    <a:pt x="85576" y="198274"/>
                  </a:lnTo>
                  <a:lnTo>
                    <a:pt x="85518" y="198142"/>
                  </a:lnTo>
                  <a:lnTo>
                    <a:pt x="85350" y="198102"/>
                  </a:lnTo>
                  <a:lnTo>
                    <a:pt x="84542" y="198166"/>
                  </a:lnTo>
                  <a:lnTo>
                    <a:pt x="84517" y="198333"/>
                  </a:lnTo>
                  <a:lnTo>
                    <a:pt x="84612" y="198911"/>
                  </a:lnTo>
                  <a:lnTo>
                    <a:pt x="85143" y="199419"/>
                  </a:lnTo>
                  <a:lnTo>
                    <a:pt x="85591" y="199595"/>
                  </a:lnTo>
                  <a:lnTo>
                    <a:pt x="85754" y="199747"/>
                  </a:lnTo>
                  <a:lnTo>
                    <a:pt x="85592" y="200297"/>
                  </a:lnTo>
                  <a:lnTo>
                    <a:pt x="86271" y="200320"/>
                  </a:lnTo>
                  <a:lnTo>
                    <a:pt x="86941" y="200136"/>
                  </a:lnTo>
                  <a:lnTo>
                    <a:pt x="87214" y="200075"/>
                  </a:lnTo>
                  <a:lnTo>
                    <a:pt x="87782" y="200942"/>
                  </a:lnTo>
                  <a:lnTo>
                    <a:pt x="87903" y="201135"/>
                  </a:lnTo>
                  <a:lnTo>
                    <a:pt x="88224" y="201505"/>
                  </a:lnTo>
                  <a:lnTo>
                    <a:pt x="88719" y="201949"/>
                  </a:lnTo>
                  <a:lnTo>
                    <a:pt x="89217" y="202487"/>
                  </a:lnTo>
                  <a:lnTo>
                    <a:pt x="89479" y="202832"/>
                  </a:lnTo>
                  <a:lnTo>
                    <a:pt x="89656" y="203097"/>
                  </a:lnTo>
                  <a:lnTo>
                    <a:pt x="89398" y="204334"/>
                  </a:lnTo>
                  <a:lnTo>
                    <a:pt x="89683" y="204317"/>
                  </a:lnTo>
                  <a:lnTo>
                    <a:pt x="89920" y="204300"/>
                  </a:lnTo>
                  <a:lnTo>
                    <a:pt x="90148" y="204306"/>
                  </a:lnTo>
                  <a:lnTo>
                    <a:pt x="90216" y="204460"/>
                  </a:lnTo>
                  <a:lnTo>
                    <a:pt x="90290" y="204957"/>
                  </a:lnTo>
                  <a:lnTo>
                    <a:pt x="90029" y="204985"/>
                  </a:lnTo>
                  <a:lnTo>
                    <a:pt x="89671" y="205028"/>
                  </a:lnTo>
                  <a:lnTo>
                    <a:pt x="89273" y="205083"/>
                  </a:lnTo>
                  <a:lnTo>
                    <a:pt x="88998" y="205491"/>
                  </a:lnTo>
                  <a:lnTo>
                    <a:pt x="89247" y="205476"/>
                  </a:lnTo>
                  <a:lnTo>
                    <a:pt x="89433" y="205464"/>
                  </a:lnTo>
                  <a:lnTo>
                    <a:pt x="89703" y="205447"/>
                  </a:lnTo>
                  <a:lnTo>
                    <a:pt x="89986" y="205433"/>
                  </a:lnTo>
                  <a:lnTo>
                    <a:pt x="90364" y="205470"/>
                  </a:lnTo>
                  <a:lnTo>
                    <a:pt x="89519" y="206121"/>
                  </a:lnTo>
                  <a:lnTo>
                    <a:pt x="89600" y="206253"/>
                  </a:lnTo>
                  <a:lnTo>
                    <a:pt x="89787" y="206339"/>
                  </a:lnTo>
                  <a:lnTo>
                    <a:pt x="89968" y="206329"/>
                  </a:lnTo>
                  <a:lnTo>
                    <a:pt x="90211" y="206212"/>
                  </a:lnTo>
                  <a:lnTo>
                    <a:pt x="90304" y="205992"/>
                  </a:lnTo>
                  <a:lnTo>
                    <a:pt x="91050" y="205895"/>
                  </a:lnTo>
                  <a:lnTo>
                    <a:pt x="91182" y="206161"/>
                  </a:lnTo>
                  <a:lnTo>
                    <a:pt x="91534" y="206935"/>
                  </a:lnTo>
                  <a:lnTo>
                    <a:pt x="91618" y="207181"/>
                  </a:lnTo>
                  <a:lnTo>
                    <a:pt x="91751" y="207611"/>
                  </a:lnTo>
                  <a:lnTo>
                    <a:pt x="91914" y="208104"/>
                  </a:lnTo>
                  <a:lnTo>
                    <a:pt x="91985" y="208276"/>
                  </a:lnTo>
                  <a:lnTo>
                    <a:pt x="92148" y="208629"/>
                  </a:lnTo>
                  <a:lnTo>
                    <a:pt x="92329" y="208966"/>
                  </a:lnTo>
                  <a:lnTo>
                    <a:pt x="92577" y="209289"/>
                  </a:lnTo>
                  <a:lnTo>
                    <a:pt x="92862" y="209624"/>
                  </a:lnTo>
                  <a:lnTo>
                    <a:pt x="93002" y="209877"/>
                  </a:lnTo>
                  <a:lnTo>
                    <a:pt x="93044" y="210124"/>
                  </a:lnTo>
                  <a:lnTo>
                    <a:pt x="93022" y="210343"/>
                  </a:lnTo>
                  <a:lnTo>
                    <a:pt x="92917" y="210652"/>
                  </a:lnTo>
                  <a:lnTo>
                    <a:pt x="92778" y="210926"/>
                  </a:lnTo>
                  <a:lnTo>
                    <a:pt x="92597" y="211204"/>
                  </a:lnTo>
                  <a:lnTo>
                    <a:pt x="92556" y="211471"/>
                  </a:lnTo>
                  <a:lnTo>
                    <a:pt x="92558" y="211926"/>
                  </a:lnTo>
                  <a:lnTo>
                    <a:pt x="92595" y="212114"/>
                  </a:lnTo>
                  <a:lnTo>
                    <a:pt x="92762" y="212663"/>
                  </a:lnTo>
                  <a:lnTo>
                    <a:pt x="92831" y="212890"/>
                  </a:lnTo>
                  <a:lnTo>
                    <a:pt x="92913" y="213114"/>
                  </a:lnTo>
                  <a:lnTo>
                    <a:pt x="93028" y="213393"/>
                  </a:lnTo>
                  <a:lnTo>
                    <a:pt x="93224" y="213800"/>
                  </a:lnTo>
                  <a:lnTo>
                    <a:pt x="93296" y="214031"/>
                  </a:lnTo>
                  <a:lnTo>
                    <a:pt x="93333" y="214513"/>
                  </a:lnTo>
                  <a:lnTo>
                    <a:pt x="93352" y="214716"/>
                  </a:lnTo>
                  <a:lnTo>
                    <a:pt x="93390" y="215107"/>
                  </a:lnTo>
                  <a:lnTo>
                    <a:pt x="93425" y="215384"/>
                  </a:lnTo>
                  <a:lnTo>
                    <a:pt x="93563" y="215847"/>
                  </a:lnTo>
                  <a:lnTo>
                    <a:pt x="93685" y="216243"/>
                  </a:lnTo>
                  <a:lnTo>
                    <a:pt x="94005" y="216273"/>
                  </a:lnTo>
                  <a:lnTo>
                    <a:pt x="94524" y="216240"/>
                  </a:lnTo>
                  <a:lnTo>
                    <a:pt x="94677" y="216263"/>
                  </a:lnTo>
                  <a:lnTo>
                    <a:pt x="95206" y="216333"/>
                  </a:lnTo>
                  <a:lnTo>
                    <a:pt x="95601" y="216276"/>
                  </a:lnTo>
                  <a:lnTo>
                    <a:pt x="95621" y="216086"/>
                  </a:lnTo>
                  <a:lnTo>
                    <a:pt x="96124" y="215464"/>
                  </a:lnTo>
                  <a:lnTo>
                    <a:pt x="96282" y="215306"/>
                  </a:lnTo>
                  <a:lnTo>
                    <a:pt x="96420" y="215279"/>
                  </a:lnTo>
                  <a:lnTo>
                    <a:pt x="96759" y="215741"/>
                  </a:lnTo>
                  <a:lnTo>
                    <a:pt x="96996" y="215715"/>
                  </a:lnTo>
                  <a:lnTo>
                    <a:pt x="97684" y="215104"/>
                  </a:lnTo>
                  <a:lnTo>
                    <a:pt x="98042" y="214232"/>
                  </a:lnTo>
                  <a:lnTo>
                    <a:pt x="98064" y="214018"/>
                  </a:lnTo>
                  <a:lnTo>
                    <a:pt x="97877" y="213750"/>
                  </a:lnTo>
                  <a:lnTo>
                    <a:pt x="97817" y="213574"/>
                  </a:lnTo>
                  <a:lnTo>
                    <a:pt x="97756" y="213386"/>
                  </a:lnTo>
                  <a:lnTo>
                    <a:pt x="98031" y="213019"/>
                  </a:lnTo>
                  <a:lnTo>
                    <a:pt x="98334" y="212809"/>
                  </a:lnTo>
                  <a:lnTo>
                    <a:pt x="98299" y="212622"/>
                  </a:lnTo>
                  <a:lnTo>
                    <a:pt x="98364" y="212044"/>
                  </a:lnTo>
                  <a:lnTo>
                    <a:pt x="98037" y="211604"/>
                  </a:lnTo>
                  <a:lnTo>
                    <a:pt x="98319" y="211462"/>
                  </a:lnTo>
                  <a:lnTo>
                    <a:pt x="98925" y="211415"/>
                  </a:lnTo>
                  <a:lnTo>
                    <a:pt x="99327" y="211234"/>
                  </a:lnTo>
                  <a:lnTo>
                    <a:pt x="99495" y="211059"/>
                  </a:lnTo>
                  <a:lnTo>
                    <a:pt x="99549" y="210907"/>
                  </a:lnTo>
                  <a:lnTo>
                    <a:pt x="99456" y="210670"/>
                  </a:lnTo>
                  <a:lnTo>
                    <a:pt x="99253" y="210601"/>
                  </a:lnTo>
                  <a:lnTo>
                    <a:pt x="98720" y="210432"/>
                  </a:lnTo>
                  <a:lnTo>
                    <a:pt x="98264" y="210331"/>
                  </a:lnTo>
                  <a:lnTo>
                    <a:pt x="98643" y="209978"/>
                  </a:lnTo>
                  <a:lnTo>
                    <a:pt x="98874" y="209879"/>
                  </a:lnTo>
                  <a:lnTo>
                    <a:pt x="99093" y="209937"/>
                  </a:lnTo>
                  <a:lnTo>
                    <a:pt x="99247" y="209869"/>
                  </a:lnTo>
                  <a:lnTo>
                    <a:pt x="99458" y="209587"/>
                  </a:lnTo>
                  <a:lnTo>
                    <a:pt x="99721" y="209584"/>
                  </a:lnTo>
                  <a:lnTo>
                    <a:pt x="99597" y="210229"/>
                  </a:lnTo>
                  <a:lnTo>
                    <a:pt x="99963" y="210384"/>
                  </a:lnTo>
                  <a:lnTo>
                    <a:pt x="100052" y="210123"/>
                  </a:lnTo>
                  <a:lnTo>
                    <a:pt x="100234" y="210080"/>
                  </a:lnTo>
                  <a:lnTo>
                    <a:pt x="100556" y="210135"/>
                  </a:lnTo>
                  <a:lnTo>
                    <a:pt x="100752" y="210171"/>
                  </a:lnTo>
                  <a:lnTo>
                    <a:pt x="100793" y="209944"/>
                  </a:lnTo>
                  <a:lnTo>
                    <a:pt x="100735" y="209747"/>
                  </a:lnTo>
                  <a:lnTo>
                    <a:pt x="100500" y="209788"/>
                  </a:lnTo>
                  <a:lnTo>
                    <a:pt x="100165" y="209657"/>
                  </a:lnTo>
                  <a:lnTo>
                    <a:pt x="100197" y="209515"/>
                  </a:lnTo>
                  <a:lnTo>
                    <a:pt x="100509" y="209533"/>
                  </a:lnTo>
                  <a:lnTo>
                    <a:pt x="100814" y="209487"/>
                  </a:lnTo>
                  <a:lnTo>
                    <a:pt x="101269" y="209075"/>
                  </a:lnTo>
                  <a:lnTo>
                    <a:pt x="101834" y="209026"/>
                  </a:lnTo>
                  <a:lnTo>
                    <a:pt x="102307" y="209168"/>
                  </a:lnTo>
                  <a:lnTo>
                    <a:pt x="102642" y="209000"/>
                  </a:lnTo>
                  <a:lnTo>
                    <a:pt x="103160" y="209304"/>
                  </a:lnTo>
                  <a:lnTo>
                    <a:pt x="103439" y="209475"/>
                  </a:lnTo>
                  <a:lnTo>
                    <a:pt x="103822" y="209712"/>
                  </a:lnTo>
                  <a:lnTo>
                    <a:pt x="103843" y="210001"/>
                  </a:lnTo>
                  <a:lnTo>
                    <a:pt x="103862" y="210383"/>
                  </a:lnTo>
                  <a:lnTo>
                    <a:pt x="103960" y="210787"/>
                  </a:lnTo>
                  <a:lnTo>
                    <a:pt x="104286" y="211013"/>
                  </a:lnTo>
                  <a:lnTo>
                    <a:pt x="104566" y="211054"/>
                  </a:lnTo>
                  <a:lnTo>
                    <a:pt x="104727" y="211093"/>
                  </a:lnTo>
                  <a:lnTo>
                    <a:pt x="104806" y="211541"/>
                  </a:lnTo>
                  <a:lnTo>
                    <a:pt x="104788" y="211872"/>
                  </a:lnTo>
                  <a:lnTo>
                    <a:pt x="104834" y="212225"/>
                  </a:lnTo>
                  <a:lnTo>
                    <a:pt x="104979" y="212211"/>
                  </a:lnTo>
                  <a:lnTo>
                    <a:pt x="105132" y="211982"/>
                  </a:lnTo>
                  <a:lnTo>
                    <a:pt x="105365" y="211713"/>
                  </a:lnTo>
                  <a:lnTo>
                    <a:pt x="105500" y="211701"/>
                  </a:lnTo>
                  <a:lnTo>
                    <a:pt x="105601" y="211990"/>
                  </a:lnTo>
                  <a:lnTo>
                    <a:pt x="105646" y="212186"/>
                  </a:lnTo>
                  <a:lnTo>
                    <a:pt x="106159" y="212860"/>
                  </a:lnTo>
                  <a:lnTo>
                    <a:pt x="106234" y="213211"/>
                  </a:lnTo>
                  <a:lnTo>
                    <a:pt x="106677" y="213629"/>
                  </a:lnTo>
                  <a:lnTo>
                    <a:pt x="106983" y="213676"/>
                  </a:lnTo>
                  <a:lnTo>
                    <a:pt x="107420" y="213939"/>
                  </a:lnTo>
                  <a:lnTo>
                    <a:pt x="107395" y="214321"/>
                  </a:lnTo>
                  <a:lnTo>
                    <a:pt x="107465" y="214531"/>
                  </a:lnTo>
                  <a:lnTo>
                    <a:pt x="107645" y="214590"/>
                  </a:lnTo>
                  <a:lnTo>
                    <a:pt x="107774" y="214587"/>
                  </a:lnTo>
                  <a:lnTo>
                    <a:pt x="108015" y="214492"/>
                  </a:lnTo>
                  <a:lnTo>
                    <a:pt x="108170" y="214377"/>
                  </a:lnTo>
                  <a:lnTo>
                    <a:pt x="108653" y="214406"/>
                  </a:lnTo>
                  <a:lnTo>
                    <a:pt x="108972" y="214471"/>
                  </a:lnTo>
                  <a:lnTo>
                    <a:pt x="109327" y="214604"/>
                  </a:lnTo>
                  <a:lnTo>
                    <a:pt x="109487" y="214624"/>
                  </a:lnTo>
                  <a:lnTo>
                    <a:pt x="109677" y="214634"/>
                  </a:lnTo>
                  <a:lnTo>
                    <a:pt x="109940" y="214257"/>
                  </a:lnTo>
                  <a:lnTo>
                    <a:pt x="110159" y="214210"/>
                  </a:lnTo>
                  <a:lnTo>
                    <a:pt x="110580" y="214547"/>
                  </a:lnTo>
                  <a:lnTo>
                    <a:pt x="111008" y="214862"/>
                  </a:lnTo>
                  <a:lnTo>
                    <a:pt x="111843" y="214853"/>
                  </a:lnTo>
                  <a:lnTo>
                    <a:pt x="112014" y="214621"/>
                  </a:lnTo>
                  <a:lnTo>
                    <a:pt x="112373" y="214260"/>
                  </a:lnTo>
                  <a:lnTo>
                    <a:pt x="112432" y="213965"/>
                  </a:lnTo>
                  <a:lnTo>
                    <a:pt x="112947" y="213472"/>
                  </a:lnTo>
                  <a:lnTo>
                    <a:pt x="113120" y="213553"/>
                  </a:lnTo>
                  <a:lnTo>
                    <a:pt x="113503" y="213590"/>
                  </a:lnTo>
                  <a:lnTo>
                    <a:pt x="113693" y="213505"/>
                  </a:lnTo>
                  <a:lnTo>
                    <a:pt x="113769" y="213367"/>
                  </a:lnTo>
                  <a:lnTo>
                    <a:pt x="113929" y="213158"/>
                  </a:lnTo>
                  <a:lnTo>
                    <a:pt x="114250" y="213216"/>
                  </a:lnTo>
                  <a:lnTo>
                    <a:pt x="114379" y="213220"/>
                  </a:lnTo>
                  <a:lnTo>
                    <a:pt x="114619" y="213132"/>
                  </a:lnTo>
                  <a:lnTo>
                    <a:pt x="115006" y="212539"/>
                  </a:lnTo>
                  <a:lnTo>
                    <a:pt x="115384" y="212305"/>
                  </a:lnTo>
                  <a:lnTo>
                    <a:pt x="115740" y="211762"/>
                  </a:lnTo>
                  <a:lnTo>
                    <a:pt x="115773" y="211588"/>
                  </a:lnTo>
                  <a:lnTo>
                    <a:pt x="115768" y="211399"/>
                  </a:lnTo>
                  <a:lnTo>
                    <a:pt x="115780" y="211146"/>
                  </a:lnTo>
                  <a:lnTo>
                    <a:pt x="115807" y="210918"/>
                  </a:lnTo>
                  <a:lnTo>
                    <a:pt x="115856" y="210787"/>
                  </a:lnTo>
                  <a:lnTo>
                    <a:pt x="116539" y="210843"/>
                  </a:lnTo>
                  <a:lnTo>
                    <a:pt x="116972" y="210934"/>
                  </a:lnTo>
                  <a:lnTo>
                    <a:pt x="117194" y="210988"/>
                  </a:lnTo>
                  <a:lnTo>
                    <a:pt x="117390" y="211039"/>
                  </a:lnTo>
                  <a:lnTo>
                    <a:pt x="118804" y="211445"/>
                  </a:lnTo>
                  <a:lnTo>
                    <a:pt x="119702" y="211734"/>
                  </a:lnTo>
                  <a:lnTo>
                    <a:pt x="120270" y="211977"/>
                  </a:lnTo>
                  <a:lnTo>
                    <a:pt x="120671" y="212014"/>
                  </a:lnTo>
                  <a:lnTo>
                    <a:pt x="120757" y="211719"/>
                  </a:lnTo>
                  <a:lnTo>
                    <a:pt x="120624" y="211160"/>
                  </a:lnTo>
                  <a:lnTo>
                    <a:pt x="120585" y="210490"/>
                  </a:lnTo>
                  <a:lnTo>
                    <a:pt x="120652" y="210318"/>
                  </a:lnTo>
                  <a:lnTo>
                    <a:pt x="120508" y="209570"/>
                  </a:lnTo>
                  <a:lnTo>
                    <a:pt x="120474" y="209133"/>
                  </a:lnTo>
                  <a:lnTo>
                    <a:pt x="120482" y="208759"/>
                  </a:lnTo>
                  <a:lnTo>
                    <a:pt x="120521" y="208590"/>
                  </a:lnTo>
                  <a:lnTo>
                    <a:pt x="120519" y="208396"/>
                  </a:lnTo>
                  <a:lnTo>
                    <a:pt x="120581" y="207979"/>
                  </a:lnTo>
                  <a:lnTo>
                    <a:pt x="120666" y="207507"/>
                  </a:lnTo>
                  <a:lnTo>
                    <a:pt x="120710" y="207013"/>
                  </a:lnTo>
                  <a:lnTo>
                    <a:pt x="120581" y="206600"/>
                  </a:lnTo>
                  <a:lnTo>
                    <a:pt x="120436" y="205993"/>
                  </a:lnTo>
                  <a:lnTo>
                    <a:pt x="120458" y="205854"/>
                  </a:lnTo>
                  <a:lnTo>
                    <a:pt x="120531" y="205598"/>
                  </a:lnTo>
                  <a:lnTo>
                    <a:pt x="120717" y="205621"/>
                  </a:lnTo>
                  <a:lnTo>
                    <a:pt x="121071" y="205916"/>
                  </a:lnTo>
                  <a:lnTo>
                    <a:pt x="121093" y="206112"/>
                  </a:lnTo>
                  <a:lnTo>
                    <a:pt x="121373" y="206032"/>
                  </a:lnTo>
                  <a:lnTo>
                    <a:pt x="121827" y="205719"/>
                  </a:lnTo>
                  <a:lnTo>
                    <a:pt x="122198" y="205716"/>
                  </a:lnTo>
                  <a:lnTo>
                    <a:pt x="122622" y="205765"/>
                  </a:lnTo>
                  <a:lnTo>
                    <a:pt x="122797" y="205823"/>
                  </a:lnTo>
                  <a:lnTo>
                    <a:pt x="122970" y="205979"/>
                  </a:lnTo>
                  <a:lnTo>
                    <a:pt x="123104" y="205976"/>
                  </a:lnTo>
                  <a:lnTo>
                    <a:pt x="123621" y="205780"/>
                  </a:lnTo>
                  <a:lnTo>
                    <a:pt x="124110" y="205712"/>
                  </a:lnTo>
                  <a:lnTo>
                    <a:pt x="124272" y="205799"/>
                  </a:lnTo>
                  <a:lnTo>
                    <a:pt x="124716" y="206098"/>
                  </a:lnTo>
                  <a:lnTo>
                    <a:pt x="125246" y="205905"/>
                  </a:lnTo>
                  <a:lnTo>
                    <a:pt x="125278" y="205749"/>
                  </a:lnTo>
                  <a:lnTo>
                    <a:pt x="125372" y="205289"/>
                  </a:lnTo>
                  <a:lnTo>
                    <a:pt x="125425" y="205030"/>
                  </a:lnTo>
                  <a:lnTo>
                    <a:pt x="125531" y="204760"/>
                  </a:lnTo>
                  <a:lnTo>
                    <a:pt x="125723" y="204785"/>
                  </a:lnTo>
                  <a:lnTo>
                    <a:pt x="126089" y="205206"/>
                  </a:lnTo>
                  <a:lnTo>
                    <a:pt x="126081" y="205350"/>
                  </a:lnTo>
                  <a:lnTo>
                    <a:pt x="126243" y="205476"/>
                  </a:lnTo>
                  <a:lnTo>
                    <a:pt x="126434" y="205463"/>
                  </a:lnTo>
                  <a:lnTo>
                    <a:pt x="126763" y="205107"/>
                  </a:lnTo>
                  <a:lnTo>
                    <a:pt x="127263" y="204426"/>
                  </a:lnTo>
                  <a:lnTo>
                    <a:pt x="127850" y="204416"/>
                  </a:lnTo>
                  <a:lnTo>
                    <a:pt x="128419" y="204757"/>
                  </a:lnTo>
                  <a:lnTo>
                    <a:pt x="128965" y="204956"/>
                  </a:lnTo>
                  <a:lnTo>
                    <a:pt x="128938" y="205248"/>
                  </a:lnTo>
                  <a:lnTo>
                    <a:pt x="129597" y="205803"/>
                  </a:lnTo>
                  <a:lnTo>
                    <a:pt x="129854" y="205861"/>
                  </a:lnTo>
                  <a:lnTo>
                    <a:pt x="129995" y="205866"/>
                  </a:lnTo>
                  <a:lnTo>
                    <a:pt x="130077" y="205729"/>
                  </a:lnTo>
                  <a:lnTo>
                    <a:pt x="130158" y="205526"/>
                  </a:lnTo>
                  <a:lnTo>
                    <a:pt x="130561" y="205372"/>
                  </a:lnTo>
                  <a:lnTo>
                    <a:pt x="131456" y="205662"/>
                  </a:lnTo>
                  <a:lnTo>
                    <a:pt x="131644" y="205600"/>
                  </a:lnTo>
                  <a:lnTo>
                    <a:pt x="131848" y="205515"/>
                  </a:lnTo>
                  <a:lnTo>
                    <a:pt x="132184" y="205464"/>
                  </a:lnTo>
                  <a:lnTo>
                    <a:pt x="132514" y="205419"/>
                  </a:lnTo>
                  <a:lnTo>
                    <a:pt x="132679" y="205666"/>
                  </a:lnTo>
                  <a:lnTo>
                    <a:pt x="133060" y="205571"/>
                  </a:lnTo>
                  <a:lnTo>
                    <a:pt x="133669" y="205528"/>
                  </a:lnTo>
                  <a:lnTo>
                    <a:pt x="133731" y="205979"/>
                  </a:lnTo>
                  <a:lnTo>
                    <a:pt x="133416" y="206528"/>
                  </a:lnTo>
                  <a:lnTo>
                    <a:pt x="133777" y="206982"/>
                  </a:lnTo>
                  <a:lnTo>
                    <a:pt x="133980" y="207100"/>
                  </a:lnTo>
                  <a:lnTo>
                    <a:pt x="134238" y="207315"/>
                  </a:lnTo>
                  <a:lnTo>
                    <a:pt x="134245" y="207544"/>
                  </a:lnTo>
                  <a:lnTo>
                    <a:pt x="133878" y="208206"/>
                  </a:lnTo>
                  <a:lnTo>
                    <a:pt x="133695" y="208493"/>
                  </a:lnTo>
                  <a:lnTo>
                    <a:pt x="133069" y="209011"/>
                  </a:lnTo>
                  <a:lnTo>
                    <a:pt x="132750" y="209447"/>
                  </a:lnTo>
                  <a:lnTo>
                    <a:pt x="132669" y="209663"/>
                  </a:lnTo>
                  <a:lnTo>
                    <a:pt x="133585" y="209981"/>
                  </a:lnTo>
                  <a:lnTo>
                    <a:pt x="133914" y="210018"/>
                  </a:lnTo>
                  <a:lnTo>
                    <a:pt x="134446" y="210364"/>
                  </a:lnTo>
                  <a:lnTo>
                    <a:pt x="134620" y="210348"/>
                  </a:lnTo>
                  <a:lnTo>
                    <a:pt x="134890" y="210252"/>
                  </a:lnTo>
                  <a:lnTo>
                    <a:pt x="135255" y="210292"/>
                  </a:lnTo>
                  <a:lnTo>
                    <a:pt x="135479" y="210553"/>
                  </a:lnTo>
                  <a:lnTo>
                    <a:pt x="135830" y="210747"/>
                  </a:lnTo>
                  <a:lnTo>
                    <a:pt x="136110" y="210502"/>
                  </a:lnTo>
                  <a:lnTo>
                    <a:pt x="136638" y="210646"/>
                  </a:lnTo>
                  <a:lnTo>
                    <a:pt x="137259" y="211203"/>
                  </a:lnTo>
                  <a:lnTo>
                    <a:pt x="136767" y="211298"/>
                  </a:lnTo>
                  <a:lnTo>
                    <a:pt x="136516" y="211749"/>
                  </a:lnTo>
                  <a:lnTo>
                    <a:pt x="136461" y="211995"/>
                  </a:lnTo>
                  <a:lnTo>
                    <a:pt x="136626" y="212413"/>
                  </a:lnTo>
                  <a:lnTo>
                    <a:pt x="136435" y="212807"/>
                  </a:lnTo>
                  <a:lnTo>
                    <a:pt x="136337" y="212995"/>
                  </a:lnTo>
                  <a:lnTo>
                    <a:pt x="135853" y="212987"/>
                  </a:lnTo>
                  <a:lnTo>
                    <a:pt x="135280" y="212985"/>
                  </a:lnTo>
                  <a:lnTo>
                    <a:pt x="134935" y="213455"/>
                  </a:lnTo>
                  <a:lnTo>
                    <a:pt x="134825" y="213621"/>
                  </a:lnTo>
                  <a:lnTo>
                    <a:pt x="134773" y="213780"/>
                  </a:lnTo>
                  <a:lnTo>
                    <a:pt x="135115" y="213918"/>
                  </a:lnTo>
                  <a:lnTo>
                    <a:pt x="135376" y="214228"/>
                  </a:lnTo>
                  <a:lnTo>
                    <a:pt x="135582" y="214455"/>
                  </a:lnTo>
                  <a:lnTo>
                    <a:pt x="136076" y="214749"/>
                  </a:lnTo>
                  <a:lnTo>
                    <a:pt x="136462" y="214988"/>
                  </a:lnTo>
                  <a:lnTo>
                    <a:pt x="136685" y="215125"/>
                  </a:lnTo>
                  <a:lnTo>
                    <a:pt x="136975" y="215333"/>
                  </a:lnTo>
                  <a:lnTo>
                    <a:pt x="137088" y="215473"/>
                  </a:lnTo>
                  <a:lnTo>
                    <a:pt x="137141" y="215653"/>
                  </a:lnTo>
                  <a:lnTo>
                    <a:pt x="137242" y="216304"/>
                  </a:lnTo>
                  <a:lnTo>
                    <a:pt x="136891" y="217018"/>
                  </a:lnTo>
                  <a:lnTo>
                    <a:pt x="136844" y="217491"/>
                  </a:lnTo>
                  <a:lnTo>
                    <a:pt x="136866" y="217900"/>
                  </a:lnTo>
                  <a:lnTo>
                    <a:pt x="136800" y="218127"/>
                  </a:lnTo>
                  <a:lnTo>
                    <a:pt x="136565" y="218373"/>
                  </a:lnTo>
                  <a:lnTo>
                    <a:pt x="136955" y="218904"/>
                  </a:lnTo>
                  <a:lnTo>
                    <a:pt x="137111" y="218513"/>
                  </a:lnTo>
                  <a:lnTo>
                    <a:pt x="137343" y="218524"/>
                  </a:lnTo>
                  <a:lnTo>
                    <a:pt x="137475" y="218853"/>
                  </a:lnTo>
                  <a:lnTo>
                    <a:pt x="138104" y="219059"/>
                  </a:lnTo>
                  <a:lnTo>
                    <a:pt x="138383" y="219034"/>
                  </a:lnTo>
                  <a:lnTo>
                    <a:pt x="138581" y="218643"/>
                  </a:lnTo>
                  <a:lnTo>
                    <a:pt x="138606" y="218427"/>
                  </a:lnTo>
                  <a:lnTo>
                    <a:pt x="138666" y="218076"/>
                  </a:lnTo>
                  <a:lnTo>
                    <a:pt x="138758" y="217616"/>
                  </a:lnTo>
                  <a:lnTo>
                    <a:pt x="138900" y="217729"/>
                  </a:lnTo>
                  <a:lnTo>
                    <a:pt x="139103" y="217883"/>
                  </a:lnTo>
                  <a:lnTo>
                    <a:pt x="139711" y="217636"/>
                  </a:lnTo>
                  <a:lnTo>
                    <a:pt x="139855" y="217607"/>
                  </a:lnTo>
                  <a:lnTo>
                    <a:pt x="140007" y="217579"/>
                  </a:lnTo>
                  <a:lnTo>
                    <a:pt x="140213" y="217595"/>
                  </a:lnTo>
                  <a:lnTo>
                    <a:pt x="140810" y="217661"/>
                  </a:lnTo>
                  <a:lnTo>
                    <a:pt x="141662" y="217313"/>
                  </a:lnTo>
                  <a:lnTo>
                    <a:pt x="141703" y="217082"/>
                  </a:lnTo>
                  <a:lnTo>
                    <a:pt x="141712" y="216954"/>
                  </a:lnTo>
                  <a:lnTo>
                    <a:pt x="142161" y="216698"/>
                  </a:lnTo>
                  <a:lnTo>
                    <a:pt x="143016" y="216846"/>
                  </a:lnTo>
                  <a:lnTo>
                    <a:pt x="143227" y="216859"/>
                  </a:lnTo>
                  <a:lnTo>
                    <a:pt x="144129" y="216874"/>
                  </a:lnTo>
                  <a:lnTo>
                    <a:pt x="144430" y="217031"/>
                  </a:lnTo>
                  <a:lnTo>
                    <a:pt x="144564" y="217062"/>
                  </a:lnTo>
                  <a:lnTo>
                    <a:pt x="145011" y="217153"/>
                  </a:lnTo>
                  <a:lnTo>
                    <a:pt x="145198" y="217185"/>
                  </a:lnTo>
                  <a:lnTo>
                    <a:pt x="145386" y="217214"/>
                  </a:lnTo>
                  <a:lnTo>
                    <a:pt x="145524" y="216887"/>
                  </a:lnTo>
                  <a:lnTo>
                    <a:pt x="145755" y="216634"/>
                  </a:lnTo>
                  <a:lnTo>
                    <a:pt x="145994" y="216642"/>
                  </a:lnTo>
                  <a:lnTo>
                    <a:pt x="146469" y="216522"/>
                  </a:lnTo>
                  <a:lnTo>
                    <a:pt x="146825" y="216268"/>
                  </a:lnTo>
                  <a:lnTo>
                    <a:pt x="146985" y="215865"/>
                  </a:lnTo>
                  <a:lnTo>
                    <a:pt x="146971" y="215355"/>
                  </a:lnTo>
                  <a:lnTo>
                    <a:pt x="147029" y="214721"/>
                  </a:lnTo>
                  <a:lnTo>
                    <a:pt x="147116" y="214331"/>
                  </a:lnTo>
                  <a:lnTo>
                    <a:pt x="147343" y="213936"/>
                  </a:lnTo>
                  <a:lnTo>
                    <a:pt x="147611" y="213457"/>
                  </a:lnTo>
                  <a:lnTo>
                    <a:pt x="148009" y="212672"/>
                  </a:lnTo>
                  <a:lnTo>
                    <a:pt x="148102" y="212190"/>
                  </a:lnTo>
                  <a:lnTo>
                    <a:pt x="148082" y="211765"/>
                  </a:lnTo>
                  <a:lnTo>
                    <a:pt x="147778" y="210386"/>
                  </a:lnTo>
                  <a:lnTo>
                    <a:pt x="147516" y="209870"/>
                  </a:lnTo>
                  <a:lnTo>
                    <a:pt x="147423" y="209425"/>
                  </a:lnTo>
                  <a:lnTo>
                    <a:pt x="147468" y="209149"/>
                  </a:lnTo>
                  <a:lnTo>
                    <a:pt x="147513" y="209015"/>
                  </a:lnTo>
                  <a:lnTo>
                    <a:pt x="147546" y="208869"/>
                  </a:lnTo>
                  <a:lnTo>
                    <a:pt x="147562" y="208703"/>
                  </a:lnTo>
                  <a:lnTo>
                    <a:pt x="147399" y="208279"/>
                  </a:lnTo>
                  <a:lnTo>
                    <a:pt x="147376" y="208058"/>
                  </a:lnTo>
                  <a:lnTo>
                    <a:pt x="147413" y="207821"/>
                  </a:lnTo>
                  <a:lnTo>
                    <a:pt x="147640" y="207694"/>
                  </a:lnTo>
                  <a:lnTo>
                    <a:pt x="147730" y="207556"/>
                  </a:lnTo>
                  <a:lnTo>
                    <a:pt x="147825" y="207321"/>
                  </a:lnTo>
                  <a:lnTo>
                    <a:pt x="148140" y="206997"/>
                  </a:lnTo>
                  <a:lnTo>
                    <a:pt x="148304" y="207129"/>
                  </a:lnTo>
                  <a:lnTo>
                    <a:pt x="148739" y="207365"/>
                  </a:lnTo>
                  <a:lnTo>
                    <a:pt x="149456" y="207159"/>
                  </a:lnTo>
                  <a:lnTo>
                    <a:pt x="149673" y="207180"/>
                  </a:lnTo>
                  <a:lnTo>
                    <a:pt x="149735" y="206632"/>
                  </a:lnTo>
                  <a:lnTo>
                    <a:pt x="149509" y="206169"/>
                  </a:lnTo>
                  <a:lnTo>
                    <a:pt x="149337" y="206171"/>
                  </a:lnTo>
                  <a:lnTo>
                    <a:pt x="149195" y="205885"/>
                  </a:lnTo>
                  <a:lnTo>
                    <a:pt x="149026" y="205370"/>
                  </a:lnTo>
                  <a:lnTo>
                    <a:pt x="149087" y="205129"/>
                  </a:lnTo>
                  <a:lnTo>
                    <a:pt x="149175" y="204896"/>
                  </a:lnTo>
                  <a:lnTo>
                    <a:pt x="149626" y="204556"/>
                  </a:lnTo>
                  <a:lnTo>
                    <a:pt x="149939" y="204962"/>
                  </a:lnTo>
                  <a:lnTo>
                    <a:pt x="150159" y="205154"/>
                  </a:lnTo>
                  <a:lnTo>
                    <a:pt x="150461" y="205174"/>
                  </a:lnTo>
                  <a:lnTo>
                    <a:pt x="150588" y="205100"/>
                  </a:lnTo>
                  <a:lnTo>
                    <a:pt x="150820" y="204608"/>
                  </a:lnTo>
                  <a:lnTo>
                    <a:pt x="150865" y="204445"/>
                  </a:lnTo>
                  <a:lnTo>
                    <a:pt x="151133" y="203852"/>
                  </a:lnTo>
                  <a:lnTo>
                    <a:pt x="151556" y="203957"/>
                  </a:lnTo>
                  <a:lnTo>
                    <a:pt x="152031" y="204049"/>
                  </a:lnTo>
                  <a:lnTo>
                    <a:pt x="151945" y="203571"/>
                  </a:lnTo>
                  <a:lnTo>
                    <a:pt x="151859" y="203129"/>
                  </a:lnTo>
                  <a:lnTo>
                    <a:pt x="151841" y="202763"/>
                  </a:lnTo>
                  <a:lnTo>
                    <a:pt x="152028" y="202695"/>
                  </a:lnTo>
                  <a:lnTo>
                    <a:pt x="152710" y="202490"/>
                  </a:lnTo>
                  <a:lnTo>
                    <a:pt x="153118" y="202843"/>
                  </a:lnTo>
                  <a:lnTo>
                    <a:pt x="153853" y="202769"/>
                  </a:lnTo>
                  <a:lnTo>
                    <a:pt x="154782" y="202465"/>
                  </a:lnTo>
                  <a:lnTo>
                    <a:pt x="155192" y="202685"/>
                  </a:lnTo>
                  <a:lnTo>
                    <a:pt x="155142" y="203310"/>
                  </a:lnTo>
                  <a:lnTo>
                    <a:pt x="155184" y="203882"/>
                  </a:lnTo>
                  <a:lnTo>
                    <a:pt x="155430" y="203794"/>
                  </a:lnTo>
                  <a:lnTo>
                    <a:pt x="155788" y="203687"/>
                  </a:lnTo>
                  <a:lnTo>
                    <a:pt x="156050" y="203786"/>
                  </a:lnTo>
                  <a:lnTo>
                    <a:pt x="156496" y="204183"/>
                  </a:lnTo>
                  <a:lnTo>
                    <a:pt x="156590" y="204004"/>
                  </a:lnTo>
                  <a:lnTo>
                    <a:pt x="156690" y="203806"/>
                  </a:lnTo>
                  <a:lnTo>
                    <a:pt x="156993" y="203508"/>
                  </a:lnTo>
                  <a:lnTo>
                    <a:pt x="158090" y="203537"/>
                  </a:lnTo>
                  <a:lnTo>
                    <a:pt x="158290" y="204016"/>
                  </a:lnTo>
                  <a:lnTo>
                    <a:pt x="158382" y="204410"/>
                  </a:lnTo>
                  <a:lnTo>
                    <a:pt x="158702" y="204399"/>
                  </a:lnTo>
                  <a:lnTo>
                    <a:pt x="159224" y="204143"/>
                  </a:lnTo>
                  <a:lnTo>
                    <a:pt x="159400" y="204052"/>
                  </a:lnTo>
                  <a:lnTo>
                    <a:pt x="159645" y="203795"/>
                  </a:lnTo>
                  <a:lnTo>
                    <a:pt x="159785" y="203708"/>
                  </a:lnTo>
                  <a:lnTo>
                    <a:pt x="160610" y="203632"/>
                  </a:lnTo>
                  <a:lnTo>
                    <a:pt x="160843" y="203576"/>
                  </a:lnTo>
                  <a:lnTo>
                    <a:pt x="161157" y="203481"/>
                  </a:lnTo>
                  <a:lnTo>
                    <a:pt x="161353" y="203368"/>
                  </a:lnTo>
                  <a:lnTo>
                    <a:pt x="161909" y="203033"/>
                  </a:lnTo>
                  <a:lnTo>
                    <a:pt x="162322" y="202656"/>
                  </a:lnTo>
                  <a:lnTo>
                    <a:pt x="162543" y="202351"/>
                  </a:lnTo>
                  <a:lnTo>
                    <a:pt x="162478" y="201921"/>
                  </a:lnTo>
                  <a:lnTo>
                    <a:pt x="162412" y="201788"/>
                  </a:lnTo>
                  <a:lnTo>
                    <a:pt x="162283" y="201597"/>
                  </a:lnTo>
                  <a:lnTo>
                    <a:pt x="161675" y="201324"/>
                  </a:lnTo>
                  <a:lnTo>
                    <a:pt x="160979" y="201740"/>
                  </a:lnTo>
                  <a:lnTo>
                    <a:pt x="160702" y="201515"/>
                  </a:lnTo>
                  <a:lnTo>
                    <a:pt x="160400" y="201104"/>
                  </a:lnTo>
                  <a:lnTo>
                    <a:pt x="160181" y="201161"/>
                  </a:lnTo>
                  <a:lnTo>
                    <a:pt x="160038" y="201181"/>
                  </a:lnTo>
                  <a:lnTo>
                    <a:pt x="159674" y="200926"/>
                  </a:lnTo>
                  <a:lnTo>
                    <a:pt x="159918" y="200212"/>
                  </a:lnTo>
                  <a:lnTo>
                    <a:pt x="160235" y="200097"/>
                  </a:lnTo>
                  <a:lnTo>
                    <a:pt x="160780" y="200097"/>
                  </a:lnTo>
                  <a:lnTo>
                    <a:pt x="160943" y="200117"/>
                  </a:lnTo>
                  <a:lnTo>
                    <a:pt x="161013" y="199632"/>
                  </a:lnTo>
                  <a:lnTo>
                    <a:pt x="160877" y="199414"/>
                  </a:lnTo>
                  <a:lnTo>
                    <a:pt x="160577" y="199277"/>
                  </a:lnTo>
                  <a:lnTo>
                    <a:pt x="160450" y="199142"/>
                  </a:lnTo>
                  <a:lnTo>
                    <a:pt x="160562" y="198982"/>
                  </a:lnTo>
                  <a:lnTo>
                    <a:pt x="160779" y="198910"/>
                  </a:lnTo>
                  <a:lnTo>
                    <a:pt x="161266" y="199001"/>
                  </a:lnTo>
                  <a:lnTo>
                    <a:pt x="161610" y="199047"/>
                  </a:lnTo>
                  <a:lnTo>
                    <a:pt x="162194" y="198793"/>
                  </a:lnTo>
                  <a:lnTo>
                    <a:pt x="162423" y="198674"/>
                  </a:lnTo>
                  <a:lnTo>
                    <a:pt x="162358" y="198208"/>
                  </a:lnTo>
                  <a:lnTo>
                    <a:pt x="162577" y="197520"/>
                  </a:lnTo>
                  <a:lnTo>
                    <a:pt x="162814" y="197339"/>
                  </a:lnTo>
                  <a:lnTo>
                    <a:pt x="162987" y="197095"/>
                  </a:lnTo>
                  <a:lnTo>
                    <a:pt x="162788" y="196887"/>
                  </a:lnTo>
                  <a:lnTo>
                    <a:pt x="162164" y="196842"/>
                  </a:lnTo>
                  <a:lnTo>
                    <a:pt x="161899" y="196390"/>
                  </a:lnTo>
                  <a:lnTo>
                    <a:pt x="162079" y="196064"/>
                  </a:lnTo>
                  <a:lnTo>
                    <a:pt x="162366" y="196293"/>
                  </a:lnTo>
                  <a:lnTo>
                    <a:pt x="162590" y="196369"/>
                  </a:lnTo>
                  <a:lnTo>
                    <a:pt x="162935" y="196414"/>
                  </a:lnTo>
                  <a:lnTo>
                    <a:pt x="162915" y="195783"/>
                  </a:lnTo>
                  <a:lnTo>
                    <a:pt x="163214" y="196325"/>
                  </a:lnTo>
                  <a:lnTo>
                    <a:pt x="163424" y="196422"/>
                  </a:lnTo>
                  <a:lnTo>
                    <a:pt x="163806" y="196104"/>
                  </a:lnTo>
                  <a:lnTo>
                    <a:pt x="163832" y="195886"/>
                  </a:lnTo>
                  <a:lnTo>
                    <a:pt x="163755" y="195308"/>
                  </a:lnTo>
                  <a:lnTo>
                    <a:pt x="163495" y="194907"/>
                  </a:lnTo>
                  <a:lnTo>
                    <a:pt x="163743" y="194571"/>
                  </a:lnTo>
                  <a:lnTo>
                    <a:pt x="163983" y="194381"/>
                  </a:lnTo>
                  <a:lnTo>
                    <a:pt x="164263" y="194118"/>
                  </a:lnTo>
                  <a:lnTo>
                    <a:pt x="164308" y="193617"/>
                  </a:lnTo>
                  <a:lnTo>
                    <a:pt x="164598" y="193149"/>
                  </a:lnTo>
                  <a:lnTo>
                    <a:pt x="164867" y="192884"/>
                  </a:lnTo>
                  <a:lnTo>
                    <a:pt x="165223" y="192534"/>
                  </a:lnTo>
                  <a:lnTo>
                    <a:pt x="165571" y="192213"/>
                  </a:lnTo>
                  <a:lnTo>
                    <a:pt x="165705" y="192431"/>
                  </a:lnTo>
                  <a:lnTo>
                    <a:pt x="166060" y="191980"/>
                  </a:lnTo>
                  <a:lnTo>
                    <a:pt x="166006" y="191818"/>
                  </a:lnTo>
                  <a:lnTo>
                    <a:pt x="166205" y="191479"/>
                  </a:lnTo>
                  <a:lnTo>
                    <a:pt x="166249" y="191056"/>
                  </a:lnTo>
                  <a:lnTo>
                    <a:pt x="166021" y="190769"/>
                  </a:lnTo>
                  <a:lnTo>
                    <a:pt x="165940" y="190535"/>
                  </a:lnTo>
                  <a:lnTo>
                    <a:pt x="166001" y="190208"/>
                  </a:lnTo>
                  <a:lnTo>
                    <a:pt x="166208" y="189589"/>
                  </a:lnTo>
                  <a:lnTo>
                    <a:pt x="166348" y="189300"/>
                  </a:lnTo>
                  <a:lnTo>
                    <a:pt x="166517" y="189080"/>
                  </a:lnTo>
                  <a:lnTo>
                    <a:pt x="166491" y="188857"/>
                  </a:lnTo>
                  <a:lnTo>
                    <a:pt x="166436" y="188603"/>
                  </a:lnTo>
                  <a:lnTo>
                    <a:pt x="166161" y="187888"/>
                  </a:lnTo>
                  <a:lnTo>
                    <a:pt x="166083" y="187677"/>
                  </a:lnTo>
                  <a:lnTo>
                    <a:pt x="166446" y="187269"/>
                  </a:lnTo>
                  <a:lnTo>
                    <a:pt x="166926" y="187156"/>
                  </a:lnTo>
                  <a:lnTo>
                    <a:pt x="167089" y="187222"/>
                  </a:lnTo>
                  <a:lnTo>
                    <a:pt x="167328" y="187128"/>
                  </a:lnTo>
                  <a:lnTo>
                    <a:pt x="168018" y="186682"/>
                  </a:lnTo>
                  <a:lnTo>
                    <a:pt x="168229" y="186425"/>
                  </a:lnTo>
                  <a:lnTo>
                    <a:pt x="168906" y="186329"/>
                  </a:lnTo>
                  <a:lnTo>
                    <a:pt x="169446" y="186652"/>
                  </a:lnTo>
                  <a:lnTo>
                    <a:pt x="170169" y="186705"/>
                  </a:lnTo>
                  <a:lnTo>
                    <a:pt x="170402" y="186679"/>
                  </a:lnTo>
                  <a:lnTo>
                    <a:pt x="171219" y="186509"/>
                  </a:lnTo>
                  <a:lnTo>
                    <a:pt x="171594" y="186632"/>
                  </a:lnTo>
                  <a:lnTo>
                    <a:pt x="172369" y="186322"/>
                  </a:lnTo>
                  <a:lnTo>
                    <a:pt x="172626" y="186193"/>
                  </a:lnTo>
                  <a:lnTo>
                    <a:pt x="173630" y="186353"/>
                  </a:lnTo>
                  <a:lnTo>
                    <a:pt x="173769" y="186397"/>
                  </a:lnTo>
                  <a:lnTo>
                    <a:pt x="174135" y="186475"/>
                  </a:lnTo>
                  <a:lnTo>
                    <a:pt x="174783" y="186350"/>
                  </a:lnTo>
                  <a:lnTo>
                    <a:pt x="175349" y="186060"/>
                  </a:lnTo>
                  <a:lnTo>
                    <a:pt x="176046" y="186090"/>
                  </a:lnTo>
                  <a:lnTo>
                    <a:pt x="176492" y="186361"/>
                  </a:lnTo>
                  <a:lnTo>
                    <a:pt x="176817" y="186396"/>
                  </a:lnTo>
                  <a:lnTo>
                    <a:pt x="177005" y="186387"/>
                  </a:lnTo>
                  <a:lnTo>
                    <a:pt x="177475" y="186161"/>
                  </a:lnTo>
                  <a:lnTo>
                    <a:pt x="177339" y="185871"/>
                  </a:lnTo>
                  <a:lnTo>
                    <a:pt x="177225" y="185696"/>
                  </a:lnTo>
                  <a:lnTo>
                    <a:pt x="177485" y="185313"/>
                  </a:lnTo>
                  <a:lnTo>
                    <a:pt x="177649" y="185112"/>
                  </a:lnTo>
                  <a:lnTo>
                    <a:pt x="177873" y="184767"/>
                  </a:lnTo>
                  <a:lnTo>
                    <a:pt x="177777" y="184403"/>
                  </a:lnTo>
                  <a:lnTo>
                    <a:pt x="177712" y="184164"/>
                  </a:lnTo>
                  <a:lnTo>
                    <a:pt x="178256" y="184020"/>
                  </a:lnTo>
                  <a:lnTo>
                    <a:pt x="178540" y="183952"/>
                  </a:lnTo>
                  <a:lnTo>
                    <a:pt x="178899" y="183998"/>
                  </a:lnTo>
                  <a:lnTo>
                    <a:pt x="179044" y="184002"/>
                  </a:lnTo>
                  <a:lnTo>
                    <a:pt x="179131" y="183851"/>
                  </a:lnTo>
                  <a:lnTo>
                    <a:pt x="179266" y="183640"/>
                  </a:lnTo>
                  <a:lnTo>
                    <a:pt x="179573" y="183602"/>
                  </a:lnTo>
                  <a:lnTo>
                    <a:pt x="180038" y="183552"/>
                  </a:lnTo>
                  <a:lnTo>
                    <a:pt x="180632" y="183491"/>
                  </a:lnTo>
                  <a:lnTo>
                    <a:pt x="180969" y="183576"/>
                  </a:lnTo>
                  <a:lnTo>
                    <a:pt x="181444" y="183620"/>
                  </a:lnTo>
                  <a:lnTo>
                    <a:pt x="181708" y="183516"/>
                  </a:lnTo>
                  <a:lnTo>
                    <a:pt x="181893" y="183182"/>
                  </a:lnTo>
                  <a:lnTo>
                    <a:pt x="182313" y="182768"/>
                  </a:lnTo>
                  <a:lnTo>
                    <a:pt x="182523" y="182720"/>
                  </a:lnTo>
                  <a:close/>
                </a:path>
              </a:pathLst>
            </a:custGeom>
            <a:solidFill>
              <a:srgbClr val="FDFEC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9063691" y="1657694"/>
              <a:ext cx="184570" cy="183757"/>
            </a:xfrm>
            <a:custGeom>
              <a:avLst/>
              <a:pathLst>
                <a:path w="184570" h="183757">
                  <a:moveTo>
                    <a:pt x="182879" y="182880"/>
                  </a:moveTo>
                  <a:lnTo>
                    <a:pt x="183355" y="182893"/>
                  </a:lnTo>
                  <a:lnTo>
                    <a:pt x="183611" y="182905"/>
                  </a:lnTo>
                  <a:lnTo>
                    <a:pt x="184570" y="183485"/>
                  </a:lnTo>
                  <a:lnTo>
                    <a:pt x="183869" y="183757"/>
                  </a:lnTo>
                  <a:lnTo>
                    <a:pt x="183724" y="183754"/>
                  </a:lnTo>
                  <a:lnTo>
                    <a:pt x="183190" y="183623"/>
                  </a:lnTo>
                  <a:lnTo>
                    <a:pt x="182761" y="183072"/>
                  </a:lnTo>
                  <a:lnTo>
                    <a:pt x="182498" y="183011"/>
                  </a:lnTo>
                  <a:lnTo>
                    <a:pt x="182234" y="182812"/>
                  </a:lnTo>
                  <a:lnTo>
                    <a:pt x="181983" y="182825"/>
                  </a:lnTo>
                  <a:lnTo>
                    <a:pt x="181983" y="183010"/>
                  </a:lnTo>
                  <a:lnTo>
                    <a:pt x="181969" y="183205"/>
                  </a:lnTo>
                  <a:lnTo>
                    <a:pt x="180484" y="183301"/>
                  </a:lnTo>
                  <a:lnTo>
                    <a:pt x="180274" y="183302"/>
                  </a:lnTo>
                  <a:lnTo>
                    <a:pt x="179978" y="183107"/>
                  </a:lnTo>
                  <a:lnTo>
                    <a:pt x="179457" y="183003"/>
                  </a:lnTo>
                  <a:lnTo>
                    <a:pt x="181750" y="182834"/>
                  </a:lnTo>
                  <a:lnTo>
                    <a:pt x="182231" y="182428"/>
                  </a:lnTo>
                  <a:lnTo>
                    <a:pt x="182147" y="182323"/>
                  </a:lnTo>
                  <a:lnTo>
                    <a:pt x="182283" y="182319"/>
                  </a:lnTo>
                  <a:close/>
                </a:path>
              </a:pathLst>
            </a:custGeom>
            <a:solidFill>
              <a:srgbClr val="FDFEC4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8945398" y="1885352"/>
              <a:ext cx="259595" cy="453567"/>
            </a:xfrm>
            <a:custGeom>
              <a:avLst/>
              <a:pathLst>
                <a:path w="259595" h="453567">
                  <a:moveTo>
                    <a:pt x="182879" y="182880"/>
                  </a:moveTo>
                  <a:lnTo>
                    <a:pt x="183059" y="182971"/>
                  </a:lnTo>
                  <a:lnTo>
                    <a:pt x="183383" y="183137"/>
                  </a:lnTo>
                  <a:lnTo>
                    <a:pt x="183829" y="183360"/>
                  </a:lnTo>
                  <a:lnTo>
                    <a:pt x="184312" y="183554"/>
                  </a:lnTo>
                  <a:lnTo>
                    <a:pt x="184690" y="183605"/>
                  </a:lnTo>
                  <a:lnTo>
                    <a:pt x="185329" y="183479"/>
                  </a:lnTo>
                  <a:lnTo>
                    <a:pt x="185635" y="183768"/>
                  </a:lnTo>
                  <a:lnTo>
                    <a:pt x="185970" y="183851"/>
                  </a:lnTo>
                  <a:lnTo>
                    <a:pt x="186250" y="184047"/>
                  </a:lnTo>
                  <a:lnTo>
                    <a:pt x="186439" y="184194"/>
                  </a:lnTo>
                  <a:lnTo>
                    <a:pt x="186807" y="184880"/>
                  </a:lnTo>
                  <a:lnTo>
                    <a:pt x="187139" y="185267"/>
                  </a:lnTo>
                  <a:lnTo>
                    <a:pt x="187043" y="185500"/>
                  </a:lnTo>
                  <a:lnTo>
                    <a:pt x="187182" y="185666"/>
                  </a:lnTo>
                  <a:lnTo>
                    <a:pt x="187211" y="186017"/>
                  </a:lnTo>
                  <a:lnTo>
                    <a:pt x="187426" y="186004"/>
                  </a:lnTo>
                  <a:lnTo>
                    <a:pt x="187518" y="186176"/>
                  </a:lnTo>
                  <a:lnTo>
                    <a:pt x="187588" y="186380"/>
                  </a:lnTo>
                  <a:lnTo>
                    <a:pt x="188018" y="186178"/>
                  </a:lnTo>
                  <a:lnTo>
                    <a:pt x="188153" y="186217"/>
                  </a:lnTo>
                  <a:lnTo>
                    <a:pt x="188556" y="185884"/>
                  </a:lnTo>
                  <a:lnTo>
                    <a:pt x="188602" y="185695"/>
                  </a:lnTo>
                  <a:lnTo>
                    <a:pt x="188833" y="185710"/>
                  </a:lnTo>
                  <a:lnTo>
                    <a:pt x="188801" y="186135"/>
                  </a:lnTo>
                  <a:lnTo>
                    <a:pt x="188723" y="186280"/>
                  </a:lnTo>
                  <a:lnTo>
                    <a:pt x="188814" y="186730"/>
                  </a:lnTo>
                  <a:lnTo>
                    <a:pt x="188792" y="186957"/>
                  </a:lnTo>
                  <a:lnTo>
                    <a:pt x="188719" y="187097"/>
                  </a:lnTo>
                  <a:lnTo>
                    <a:pt x="188675" y="187310"/>
                  </a:lnTo>
                  <a:lnTo>
                    <a:pt x="188716" y="187601"/>
                  </a:lnTo>
                  <a:lnTo>
                    <a:pt x="188773" y="187979"/>
                  </a:lnTo>
                  <a:lnTo>
                    <a:pt x="189018" y="187865"/>
                  </a:lnTo>
                  <a:lnTo>
                    <a:pt x="189065" y="187615"/>
                  </a:lnTo>
                  <a:lnTo>
                    <a:pt x="189244" y="187625"/>
                  </a:lnTo>
                  <a:lnTo>
                    <a:pt x="189464" y="187672"/>
                  </a:lnTo>
                  <a:lnTo>
                    <a:pt x="189790" y="187588"/>
                  </a:lnTo>
                  <a:lnTo>
                    <a:pt x="190066" y="187387"/>
                  </a:lnTo>
                  <a:lnTo>
                    <a:pt x="190238" y="187254"/>
                  </a:lnTo>
                  <a:lnTo>
                    <a:pt x="190588" y="187116"/>
                  </a:lnTo>
                  <a:lnTo>
                    <a:pt x="190793" y="187265"/>
                  </a:lnTo>
                  <a:lnTo>
                    <a:pt x="190919" y="187475"/>
                  </a:lnTo>
                  <a:lnTo>
                    <a:pt x="191266" y="187740"/>
                  </a:lnTo>
                  <a:lnTo>
                    <a:pt x="191408" y="187735"/>
                  </a:lnTo>
                  <a:lnTo>
                    <a:pt x="191776" y="187827"/>
                  </a:lnTo>
                  <a:lnTo>
                    <a:pt x="191783" y="188225"/>
                  </a:lnTo>
                  <a:lnTo>
                    <a:pt x="191871" y="188362"/>
                  </a:lnTo>
                  <a:lnTo>
                    <a:pt x="191935" y="188534"/>
                  </a:lnTo>
                  <a:lnTo>
                    <a:pt x="191980" y="188679"/>
                  </a:lnTo>
                  <a:lnTo>
                    <a:pt x="191616" y="189097"/>
                  </a:lnTo>
                  <a:lnTo>
                    <a:pt x="191565" y="189338"/>
                  </a:lnTo>
                  <a:lnTo>
                    <a:pt x="191555" y="189600"/>
                  </a:lnTo>
                  <a:lnTo>
                    <a:pt x="191697" y="190139"/>
                  </a:lnTo>
                  <a:lnTo>
                    <a:pt x="191729" y="190299"/>
                  </a:lnTo>
                  <a:lnTo>
                    <a:pt x="191695" y="190536"/>
                  </a:lnTo>
                  <a:lnTo>
                    <a:pt x="191380" y="190564"/>
                  </a:lnTo>
                  <a:lnTo>
                    <a:pt x="191263" y="190978"/>
                  </a:lnTo>
                  <a:lnTo>
                    <a:pt x="191158" y="191391"/>
                  </a:lnTo>
                  <a:lnTo>
                    <a:pt x="191023" y="191522"/>
                  </a:lnTo>
                  <a:lnTo>
                    <a:pt x="190872" y="191708"/>
                  </a:lnTo>
                  <a:lnTo>
                    <a:pt x="190715" y="191936"/>
                  </a:lnTo>
                  <a:lnTo>
                    <a:pt x="190576" y="191962"/>
                  </a:lnTo>
                  <a:lnTo>
                    <a:pt x="190447" y="192074"/>
                  </a:lnTo>
                  <a:lnTo>
                    <a:pt x="190381" y="192350"/>
                  </a:lnTo>
                  <a:lnTo>
                    <a:pt x="189823" y="192854"/>
                  </a:lnTo>
                  <a:lnTo>
                    <a:pt x="189801" y="193027"/>
                  </a:lnTo>
                  <a:lnTo>
                    <a:pt x="189480" y="193527"/>
                  </a:lnTo>
                  <a:lnTo>
                    <a:pt x="189375" y="193658"/>
                  </a:lnTo>
                  <a:lnTo>
                    <a:pt x="188908" y="194032"/>
                  </a:lnTo>
                  <a:lnTo>
                    <a:pt x="188770" y="194053"/>
                  </a:lnTo>
                  <a:lnTo>
                    <a:pt x="188640" y="194467"/>
                  </a:lnTo>
                  <a:lnTo>
                    <a:pt x="188693" y="194964"/>
                  </a:lnTo>
                  <a:lnTo>
                    <a:pt x="188430" y="195141"/>
                  </a:lnTo>
                  <a:lnTo>
                    <a:pt x="188255" y="195112"/>
                  </a:lnTo>
                  <a:lnTo>
                    <a:pt x="188126" y="195056"/>
                  </a:lnTo>
                  <a:lnTo>
                    <a:pt x="187872" y="195249"/>
                  </a:lnTo>
                  <a:lnTo>
                    <a:pt x="187392" y="195809"/>
                  </a:lnTo>
                  <a:lnTo>
                    <a:pt x="186990" y="196289"/>
                  </a:lnTo>
                  <a:lnTo>
                    <a:pt x="186712" y="196260"/>
                  </a:lnTo>
                  <a:lnTo>
                    <a:pt x="186691" y="196097"/>
                  </a:lnTo>
                  <a:lnTo>
                    <a:pt x="186468" y="195978"/>
                  </a:lnTo>
                  <a:lnTo>
                    <a:pt x="186240" y="195815"/>
                  </a:lnTo>
                  <a:lnTo>
                    <a:pt x="185949" y="195611"/>
                  </a:lnTo>
                  <a:lnTo>
                    <a:pt x="185652" y="195963"/>
                  </a:lnTo>
                  <a:lnTo>
                    <a:pt x="185366" y="196116"/>
                  </a:lnTo>
                  <a:lnTo>
                    <a:pt x="185149" y="196544"/>
                  </a:lnTo>
                  <a:lnTo>
                    <a:pt x="184913" y="196803"/>
                  </a:lnTo>
                  <a:lnTo>
                    <a:pt x="184827" y="197153"/>
                  </a:lnTo>
                  <a:lnTo>
                    <a:pt x="184620" y="197228"/>
                  </a:lnTo>
                  <a:lnTo>
                    <a:pt x="184345" y="197286"/>
                  </a:lnTo>
                  <a:lnTo>
                    <a:pt x="184231" y="197576"/>
                  </a:lnTo>
                  <a:lnTo>
                    <a:pt x="183954" y="197812"/>
                  </a:lnTo>
                  <a:lnTo>
                    <a:pt x="183751" y="198255"/>
                  </a:lnTo>
                  <a:lnTo>
                    <a:pt x="183633" y="198634"/>
                  </a:lnTo>
                  <a:lnTo>
                    <a:pt x="183449" y="198637"/>
                  </a:lnTo>
                  <a:lnTo>
                    <a:pt x="183227" y="198696"/>
                  </a:lnTo>
                  <a:lnTo>
                    <a:pt x="183083" y="198778"/>
                  </a:lnTo>
                  <a:lnTo>
                    <a:pt x="182729" y="198814"/>
                  </a:lnTo>
                  <a:lnTo>
                    <a:pt x="182543" y="199061"/>
                  </a:lnTo>
                  <a:lnTo>
                    <a:pt x="182495" y="199223"/>
                  </a:lnTo>
                  <a:lnTo>
                    <a:pt x="182248" y="199459"/>
                  </a:lnTo>
                  <a:lnTo>
                    <a:pt x="182296" y="199968"/>
                  </a:lnTo>
                  <a:lnTo>
                    <a:pt x="182006" y="200294"/>
                  </a:lnTo>
                  <a:lnTo>
                    <a:pt x="182027" y="200566"/>
                  </a:lnTo>
                  <a:lnTo>
                    <a:pt x="181922" y="200780"/>
                  </a:lnTo>
                  <a:lnTo>
                    <a:pt x="181706" y="200709"/>
                  </a:lnTo>
                  <a:lnTo>
                    <a:pt x="181564" y="200642"/>
                  </a:lnTo>
                  <a:lnTo>
                    <a:pt x="181367" y="200679"/>
                  </a:lnTo>
                  <a:lnTo>
                    <a:pt x="181102" y="200926"/>
                  </a:lnTo>
                  <a:lnTo>
                    <a:pt x="181224" y="201309"/>
                  </a:lnTo>
                  <a:lnTo>
                    <a:pt x="181439" y="201313"/>
                  </a:lnTo>
                  <a:lnTo>
                    <a:pt x="181889" y="201320"/>
                  </a:lnTo>
                  <a:lnTo>
                    <a:pt x="182177" y="201314"/>
                  </a:lnTo>
                  <a:lnTo>
                    <a:pt x="182554" y="201601"/>
                  </a:lnTo>
                  <a:lnTo>
                    <a:pt x="182747" y="201844"/>
                  </a:lnTo>
                  <a:lnTo>
                    <a:pt x="182674" y="202109"/>
                  </a:lnTo>
                  <a:lnTo>
                    <a:pt x="182434" y="202135"/>
                  </a:lnTo>
                  <a:lnTo>
                    <a:pt x="181861" y="202519"/>
                  </a:lnTo>
                  <a:lnTo>
                    <a:pt x="181546" y="202724"/>
                  </a:lnTo>
                  <a:lnTo>
                    <a:pt x="181168" y="203636"/>
                  </a:lnTo>
                  <a:lnTo>
                    <a:pt x="181505" y="203896"/>
                  </a:lnTo>
                  <a:lnTo>
                    <a:pt x="181714" y="204013"/>
                  </a:lnTo>
                  <a:lnTo>
                    <a:pt x="181957" y="204284"/>
                  </a:lnTo>
                  <a:lnTo>
                    <a:pt x="182565" y="204694"/>
                  </a:lnTo>
                  <a:lnTo>
                    <a:pt x="182377" y="205434"/>
                  </a:lnTo>
                  <a:lnTo>
                    <a:pt x="182424" y="205653"/>
                  </a:lnTo>
                  <a:lnTo>
                    <a:pt x="182894" y="205481"/>
                  </a:lnTo>
                  <a:lnTo>
                    <a:pt x="183047" y="205551"/>
                  </a:lnTo>
                  <a:lnTo>
                    <a:pt x="183258" y="205691"/>
                  </a:lnTo>
                  <a:lnTo>
                    <a:pt x="183680" y="205913"/>
                  </a:lnTo>
                  <a:lnTo>
                    <a:pt x="183831" y="205990"/>
                  </a:lnTo>
                  <a:lnTo>
                    <a:pt x="183975" y="206043"/>
                  </a:lnTo>
                  <a:lnTo>
                    <a:pt x="184121" y="206456"/>
                  </a:lnTo>
                  <a:lnTo>
                    <a:pt x="184172" y="206756"/>
                  </a:lnTo>
                  <a:lnTo>
                    <a:pt x="184104" y="207044"/>
                  </a:lnTo>
                  <a:lnTo>
                    <a:pt x="184165" y="207234"/>
                  </a:lnTo>
                  <a:lnTo>
                    <a:pt x="184458" y="207289"/>
                  </a:lnTo>
                  <a:lnTo>
                    <a:pt x="184517" y="207012"/>
                  </a:lnTo>
                  <a:lnTo>
                    <a:pt x="184714" y="206754"/>
                  </a:lnTo>
                  <a:lnTo>
                    <a:pt x="184870" y="206464"/>
                  </a:lnTo>
                  <a:lnTo>
                    <a:pt x="184921" y="205987"/>
                  </a:lnTo>
                  <a:lnTo>
                    <a:pt x="185094" y="205908"/>
                  </a:lnTo>
                  <a:lnTo>
                    <a:pt x="185555" y="205817"/>
                  </a:lnTo>
                  <a:lnTo>
                    <a:pt x="185914" y="205915"/>
                  </a:lnTo>
                  <a:lnTo>
                    <a:pt x="185799" y="205636"/>
                  </a:lnTo>
                  <a:lnTo>
                    <a:pt x="185855" y="205447"/>
                  </a:lnTo>
                  <a:lnTo>
                    <a:pt x="186057" y="205552"/>
                  </a:lnTo>
                  <a:lnTo>
                    <a:pt x="186285" y="205679"/>
                  </a:lnTo>
                  <a:lnTo>
                    <a:pt x="186581" y="205838"/>
                  </a:lnTo>
                  <a:lnTo>
                    <a:pt x="186881" y="206147"/>
                  </a:lnTo>
                  <a:lnTo>
                    <a:pt x="186757" y="206500"/>
                  </a:lnTo>
                  <a:lnTo>
                    <a:pt x="186665" y="206666"/>
                  </a:lnTo>
                  <a:lnTo>
                    <a:pt x="186672" y="206799"/>
                  </a:lnTo>
                  <a:lnTo>
                    <a:pt x="186957" y="207115"/>
                  </a:lnTo>
                  <a:lnTo>
                    <a:pt x="187184" y="207020"/>
                  </a:lnTo>
                  <a:lnTo>
                    <a:pt x="187316" y="207161"/>
                  </a:lnTo>
                  <a:lnTo>
                    <a:pt x="187917" y="207224"/>
                  </a:lnTo>
                  <a:lnTo>
                    <a:pt x="188114" y="207176"/>
                  </a:lnTo>
                  <a:lnTo>
                    <a:pt x="188325" y="207252"/>
                  </a:lnTo>
                  <a:lnTo>
                    <a:pt x="188829" y="207105"/>
                  </a:lnTo>
                  <a:lnTo>
                    <a:pt x="189150" y="207072"/>
                  </a:lnTo>
                  <a:lnTo>
                    <a:pt x="189584" y="206743"/>
                  </a:lnTo>
                  <a:lnTo>
                    <a:pt x="189632" y="206564"/>
                  </a:lnTo>
                  <a:lnTo>
                    <a:pt x="189640" y="206330"/>
                  </a:lnTo>
                  <a:lnTo>
                    <a:pt x="189972" y="205942"/>
                  </a:lnTo>
                  <a:lnTo>
                    <a:pt x="190034" y="205814"/>
                  </a:lnTo>
                  <a:lnTo>
                    <a:pt x="190227" y="205671"/>
                  </a:lnTo>
                  <a:lnTo>
                    <a:pt x="190641" y="205404"/>
                  </a:lnTo>
                  <a:lnTo>
                    <a:pt x="190730" y="205158"/>
                  </a:lnTo>
                  <a:lnTo>
                    <a:pt x="190798" y="204962"/>
                  </a:lnTo>
                  <a:lnTo>
                    <a:pt x="190984" y="204761"/>
                  </a:lnTo>
                  <a:lnTo>
                    <a:pt x="191299" y="204596"/>
                  </a:lnTo>
                  <a:lnTo>
                    <a:pt x="191698" y="204414"/>
                  </a:lnTo>
                  <a:lnTo>
                    <a:pt x="192037" y="204479"/>
                  </a:lnTo>
                  <a:lnTo>
                    <a:pt x="192197" y="204340"/>
                  </a:lnTo>
                  <a:lnTo>
                    <a:pt x="192244" y="204060"/>
                  </a:lnTo>
                  <a:lnTo>
                    <a:pt x="192388" y="203941"/>
                  </a:lnTo>
                  <a:lnTo>
                    <a:pt x="192593" y="203778"/>
                  </a:lnTo>
                  <a:lnTo>
                    <a:pt x="192861" y="203682"/>
                  </a:lnTo>
                  <a:lnTo>
                    <a:pt x="192970" y="203489"/>
                  </a:lnTo>
                  <a:lnTo>
                    <a:pt x="193505" y="203402"/>
                  </a:lnTo>
                  <a:lnTo>
                    <a:pt x="193704" y="203193"/>
                  </a:lnTo>
                  <a:lnTo>
                    <a:pt x="193979" y="203125"/>
                  </a:lnTo>
                  <a:lnTo>
                    <a:pt x="194199" y="203178"/>
                  </a:lnTo>
                  <a:lnTo>
                    <a:pt x="194423" y="203120"/>
                  </a:lnTo>
                  <a:lnTo>
                    <a:pt x="194742" y="203142"/>
                  </a:lnTo>
                  <a:lnTo>
                    <a:pt x="195023" y="203259"/>
                  </a:lnTo>
                  <a:lnTo>
                    <a:pt x="195066" y="202773"/>
                  </a:lnTo>
                  <a:lnTo>
                    <a:pt x="195241" y="202483"/>
                  </a:lnTo>
                  <a:lnTo>
                    <a:pt x="195402" y="202284"/>
                  </a:lnTo>
                  <a:lnTo>
                    <a:pt x="195543" y="202007"/>
                  </a:lnTo>
                  <a:lnTo>
                    <a:pt x="195590" y="201859"/>
                  </a:lnTo>
                  <a:lnTo>
                    <a:pt x="195771" y="201627"/>
                  </a:lnTo>
                  <a:lnTo>
                    <a:pt x="196044" y="201468"/>
                  </a:lnTo>
                  <a:lnTo>
                    <a:pt x="196240" y="201473"/>
                  </a:lnTo>
                  <a:lnTo>
                    <a:pt x="196828" y="201354"/>
                  </a:lnTo>
                  <a:lnTo>
                    <a:pt x="197213" y="201433"/>
                  </a:lnTo>
                  <a:lnTo>
                    <a:pt x="197772" y="201672"/>
                  </a:lnTo>
                  <a:lnTo>
                    <a:pt x="198048" y="201384"/>
                  </a:lnTo>
                  <a:lnTo>
                    <a:pt x="198347" y="201301"/>
                  </a:lnTo>
                  <a:lnTo>
                    <a:pt x="198483" y="201336"/>
                  </a:lnTo>
                  <a:lnTo>
                    <a:pt x="198926" y="201185"/>
                  </a:lnTo>
                  <a:lnTo>
                    <a:pt x="199159" y="200832"/>
                  </a:lnTo>
                  <a:lnTo>
                    <a:pt x="199400" y="200789"/>
                  </a:lnTo>
                  <a:lnTo>
                    <a:pt x="199726" y="200787"/>
                  </a:lnTo>
                  <a:lnTo>
                    <a:pt x="199956" y="200678"/>
                  </a:lnTo>
                  <a:lnTo>
                    <a:pt x="200287" y="200417"/>
                  </a:lnTo>
                  <a:lnTo>
                    <a:pt x="200443" y="200410"/>
                  </a:lnTo>
                  <a:lnTo>
                    <a:pt x="200959" y="200377"/>
                  </a:lnTo>
                  <a:lnTo>
                    <a:pt x="201027" y="200087"/>
                  </a:lnTo>
                  <a:lnTo>
                    <a:pt x="201183" y="199796"/>
                  </a:lnTo>
                  <a:lnTo>
                    <a:pt x="201209" y="199515"/>
                  </a:lnTo>
                  <a:lnTo>
                    <a:pt x="200719" y="198707"/>
                  </a:lnTo>
                  <a:lnTo>
                    <a:pt x="200585" y="198220"/>
                  </a:lnTo>
                  <a:lnTo>
                    <a:pt x="200957" y="197821"/>
                  </a:lnTo>
                  <a:lnTo>
                    <a:pt x="201413" y="197539"/>
                  </a:lnTo>
                  <a:lnTo>
                    <a:pt x="201494" y="197382"/>
                  </a:lnTo>
                  <a:lnTo>
                    <a:pt x="201773" y="197227"/>
                  </a:lnTo>
                  <a:lnTo>
                    <a:pt x="201877" y="197082"/>
                  </a:lnTo>
                  <a:lnTo>
                    <a:pt x="201938" y="196929"/>
                  </a:lnTo>
                  <a:lnTo>
                    <a:pt x="202010" y="196572"/>
                  </a:lnTo>
                  <a:lnTo>
                    <a:pt x="201863" y="196413"/>
                  </a:lnTo>
                  <a:lnTo>
                    <a:pt x="201664" y="196432"/>
                  </a:lnTo>
                  <a:lnTo>
                    <a:pt x="201458" y="196158"/>
                  </a:lnTo>
                  <a:lnTo>
                    <a:pt x="201410" y="196022"/>
                  </a:lnTo>
                  <a:lnTo>
                    <a:pt x="201328" y="195875"/>
                  </a:lnTo>
                  <a:lnTo>
                    <a:pt x="200801" y="195983"/>
                  </a:lnTo>
                  <a:lnTo>
                    <a:pt x="200650" y="195762"/>
                  </a:lnTo>
                  <a:lnTo>
                    <a:pt x="200368" y="195563"/>
                  </a:lnTo>
                  <a:lnTo>
                    <a:pt x="200356" y="195385"/>
                  </a:lnTo>
                  <a:lnTo>
                    <a:pt x="199733" y="194933"/>
                  </a:lnTo>
                  <a:lnTo>
                    <a:pt x="199485" y="194851"/>
                  </a:lnTo>
                  <a:lnTo>
                    <a:pt x="199156" y="194498"/>
                  </a:lnTo>
                  <a:lnTo>
                    <a:pt x="199362" y="194195"/>
                  </a:lnTo>
                  <a:lnTo>
                    <a:pt x="199664" y="194138"/>
                  </a:lnTo>
                  <a:lnTo>
                    <a:pt x="200049" y="194042"/>
                  </a:lnTo>
                  <a:lnTo>
                    <a:pt x="200347" y="193741"/>
                  </a:lnTo>
                  <a:lnTo>
                    <a:pt x="200372" y="193601"/>
                  </a:lnTo>
                  <a:lnTo>
                    <a:pt x="200470" y="193370"/>
                  </a:lnTo>
                  <a:lnTo>
                    <a:pt x="200597" y="193288"/>
                  </a:lnTo>
                  <a:lnTo>
                    <a:pt x="200728" y="193292"/>
                  </a:lnTo>
                  <a:lnTo>
                    <a:pt x="201084" y="193020"/>
                  </a:lnTo>
                  <a:lnTo>
                    <a:pt x="201291" y="192978"/>
                  </a:lnTo>
                  <a:lnTo>
                    <a:pt x="201573" y="192776"/>
                  </a:lnTo>
                  <a:lnTo>
                    <a:pt x="201625" y="192547"/>
                  </a:lnTo>
                  <a:lnTo>
                    <a:pt x="201677" y="192397"/>
                  </a:lnTo>
                  <a:lnTo>
                    <a:pt x="201793" y="192208"/>
                  </a:lnTo>
                  <a:lnTo>
                    <a:pt x="201746" y="191916"/>
                  </a:lnTo>
                  <a:lnTo>
                    <a:pt x="201485" y="191692"/>
                  </a:lnTo>
                  <a:lnTo>
                    <a:pt x="201436" y="191438"/>
                  </a:lnTo>
                  <a:lnTo>
                    <a:pt x="201720" y="190885"/>
                  </a:lnTo>
                  <a:lnTo>
                    <a:pt x="201976" y="190728"/>
                  </a:lnTo>
                  <a:lnTo>
                    <a:pt x="202447" y="190333"/>
                  </a:lnTo>
                  <a:lnTo>
                    <a:pt x="202656" y="190242"/>
                  </a:lnTo>
                  <a:lnTo>
                    <a:pt x="202793" y="190239"/>
                  </a:lnTo>
                  <a:lnTo>
                    <a:pt x="203021" y="190017"/>
                  </a:lnTo>
                  <a:lnTo>
                    <a:pt x="203219" y="190101"/>
                  </a:lnTo>
                  <a:lnTo>
                    <a:pt x="203611" y="190065"/>
                  </a:lnTo>
                  <a:lnTo>
                    <a:pt x="203757" y="189961"/>
                  </a:lnTo>
                  <a:lnTo>
                    <a:pt x="203901" y="189995"/>
                  </a:lnTo>
                  <a:lnTo>
                    <a:pt x="204488" y="189902"/>
                  </a:lnTo>
                  <a:lnTo>
                    <a:pt x="204669" y="189828"/>
                  </a:lnTo>
                  <a:lnTo>
                    <a:pt x="204974" y="189582"/>
                  </a:lnTo>
                  <a:lnTo>
                    <a:pt x="205365" y="189819"/>
                  </a:lnTo>
                  <a:lnTo>
                    <a:pt x="205521" y="189957"/>
                  </a:lnTo>
                  <a:lnTo>
                    <a:pt x="205720" y="190194"/>
                  </a:lnTo>
                  <a:lnTo>
                    <a:pt x="205902" y="190285"/>
                  </a:lnTo>
                  <a:lnTo>
                    <a:pt x="206149" y="190281"/>
                  </a:lnTo>
                  <a:lnTo>
                    <a:pt x="206670" y="190322"/>
                  </a:lnTo>
                  <a:lnTo>
                    <a:pt x="206995" y="190585"/>
                  </a:lnTo>
                  <a:lnTo>
                    <a:pt x="207056" y="190736"/>
                  </a:lnTo>
                  <a:lnTo>
                    <a:pt x="207066" y="190938"/>
                  </a:lnTo>
                  <a:lnTo>
                    <a:pt x="207309" y="191261"/>
                  </a:lnTo>
                  <a:lnTo>
                    <a:pt x="207385" y="191438"/>
                  </a:lnTo>
                  <a:lnTo>
                    <a:pt x="207424" y="191621"/>
                  </a:lnTo>
                  <a:lnTo>
                    <a:pt x="207451" y="191923"/>
                  </a:lnTo>
                  <a:lnTo>
                    <a:pt x="207362" y="192096"/>
                  </a:lnTo>
                  <a:lnTo>
                    <a:pt x="207258" y="192249"/>
                  </a:lnTo>
                  <a:lnTo>
                    <a:pt x="207094" y="192655"/>
                  </a:lnTo>
                  <a:lnTo>
                    <a:pt x="206935" y="193056"/>
                  </a:lnTo>
                  <a:lnTo>
                    <a:pt x="206481" y="193437"/>
                  </a:lnTo>
                  <a:lnTo>
                    <a:pt x="206588" y="193638"/>
                  </a:lnTo>
                  <a:lnTo>
                    <a:pt x="206633" y="193894"/>
                  </a:lnTo>
                  <a:lnTo>
                    <a:pt x="206931" y="194217"/>
                  </a:lnTo>
                  <a:lnTo>
                    <a:pt x="207116" y="194321"/>
                  </a:lnTo>
                  <a:lnTo>
                    <a:pt x="207303" y="194292"/>
                  </a:lnTo>
                  <a:lnTo>
                    <a:pt x="207705" y="194397"/>
                  </a:lnTo>
                  <a:lnTo>
                    <a:pt x="207951" y="194711"/>
                  </a:lnTo>
                  <a:lnTo>
                    <a:pt x="208512" y="194866"/>
                  </a:lnTo>
                  <a:lnTo>
                    <a:pt x="208671" y="194632"/>
                  </a:lnTo>
                  <a:lnTo>
                    <a:pt x="208509" y="194144"/>
                  </a:lnTo>
                  <a:lnTo>
                    <a:pt x="208715" y="194116"/>
                  </a:lnTo>
                  <a:lnTo>
                    <a:pt x="209054" y="194001"/>
                  </a:lnTo>
                  <a:lnTo>
                    <a:pt x="209269" y="194051"/>
                  </a:lnTo>
                  <a:lnTo>
                    <a:pt x="209854" y="193690"/>
                  </a:lnTo>
                  <a:lnTo>
                    <a:pt x="210169" y="193449"/>
                  </a:lnTo>
                  <a:lnTo>
                    <a:pt x="210567" y="193248"/>
                  </a:lnTo>
                  <a:lnTo>
                    <a:pt x="210690" y="193487"/>
                  </a:lnTo>
                  <a:lnTo>
                    <a:pt x="210888" y="193841"/>
                  </a:lnTo>
                  <a:lnTo>
                    <a:pt x="210801" y="194003"/>
                  </a:lnTo>
                  <a:lnTo>
                    <a:pt x="210815" y="194290"/>
                  </a:lnTo>
                  <a:lnTo>
                    <a:pt x="211015" y="194395"/>
                  </a:lnTo>
                  <a:lnTo>
                    <a:pt x="211038" y="194764"/>
                  </a:lnTo>
                  <a:lnTo>
                    <a:pt x="211298" y="194919"/>
                  </a:lnTo>
                  <a:lnTo>
                    <a:pt x="211354" y="195110"/>
                  </a:lnTo>
                  <a:lnTo>
                    <a:pt x="211593" y="195279"/>
                  </a:lnTo>
                  <a:lnTo>
                    <a:pt x="211840" y="195286"/>
                  </a:lnTo>
                  <a:lnTo>
                    <a:pt x="212236" y="194853"/>
                  </a:lnTo>
                  <a:lnTo>
                    <a:pt x="212475" y="194919"/>
                  </a:lnTo>
                  <a:lnTo>
                    <a:pt x="212518" y="194610"/>
                  </a:lnTo>
                  <a:lnTo>
                    <a:pt x="212494" y="194458"/>
                  </a:lnTo>
                  <a:lnTo>
                    <a:pt x="212561" y="194317"/>
                  </a:lnTo>
                  <a:lnTo>
                    <a:pt x="212708" y="193762"/>
                  </a:lnTo>
                  <a:lnTo>
                    <a:pt x="212947" y="193596"/>
                  </a:lnTo>
                  <a:lnTo>
                    <a:pt x="213486" y="193491"/>
                  </a:lnTo>
                  <a:lnTo>
                    <a:pt x="213997" y="193435"/>
                  </a:lnTo>
                  <a:lnTo>
                    <a:pt x="214266" y="193546"/>
                  </a:lnTo>
                  <a:lnTo>
                    <a:pt x="214433" y="193887"/>
                  </a:lnTo>
                  <a:lnTo>
                    <a:pt x="214280" y="194097"/>
                  </a:lnTo>
                  <a:lnTo>
                    <a:pt x="214172" y="194564"/>
                  </a:lnTo>
                  <a:lnTo>
                    <a:pt x="214024" y="194724"/>
                  </a:lnTo>
                  <a:lnTo>
                    <a:pt x="213872" y="195015"/>
                  </a:lnTo>
                  <a:lnTo>
                    <a:pt x="213931" y="195330"/>
                  </a:lnTo>
                  <a:lnTo>
                    <a:pt x="213918" y="195533"/>
                  </a:lnTo>
                  <a:lnTo>
                    <a:pt x="213689" y="195620"/>
                  </a:lnTo>
                  <a:lnTo>
                    <a:pt x="213671" y="196400"/>
                  </a:lnTo>
                  <a:lnTo>
                    <a:pt x="213878" y="196552"/>
                  </a:lnTo>
                  <a:lnTo>
                    <a:pt x="214047" y="196648"/>
                  </a:lnTo>
                  <a:lnTo>
                    <a:pt x="214120" y="196943"/>
                  </a:lnTo>
                  <a:lnTo>
                    <a:pt x="214064" y="197084"/>
                  </a:lnTo>
                  <a:lnTo>
                    <a:pt x="214342" y="197363"/>
                  </a:lnTo>
                  <a:lnTo>
                    <a:pt x="214360" y="197516"/>
                  </a:lnTo>
                  <a:lnTo>
                    <a:pt x="214467" y="197679"/>
                  </a:lnTo>
                  <a:lnTo>
                    <a:pt x="214691" y="197890"/>
                  </a:lnTo>
                  <a:lnTo>
                    <a:pt x="214945" y="197773"/>
                  </a:lnTo>
                  <a:lnTo>
                    <a:pt x="215168" y="197801"/>
                  </a:lnTo>
                  <a:lnTo>
                    <a:pt x="215144" y="198158"/>
                  </a:lnTo>
                  <a:lnTo>
                    <a:pt x="215048" y="198328"/>
                  </a:lnTo>
                  <a:lnTo>
                    <a:pt x="215146" y="198580"/>
                  </a:lnTo>
                  <a:lnTo>
                    <a:pt x="215719" y="199152"/>
                  </a:lnTo>
                  <a:lnTo>
                    <a:pt x="215355" y="199523"/>
                  </a:lnTo>
                  <a:lnTo>
                    <a:pt x="215594" y="199790"/>
                  </a:lnTo>
                  <a:lnTo>
                    <a:pt x="215656" y="199978"/>
                  </a:lnTo>
                  <a:lnTo>
                    <a:pt x="215571" y="200247"/>
                  </a:lnTo>
                  <a:lnTo>
                    <a:pt x="215387" y="200438"/>
                  </a:lnTo>
                  <a:lnTo>
                    <a:pt x="215323" y="200681"/>
                  </a:lnTo>
                  <a:lnTo>
                    <a:pt x="215281" y="200847"/>
                  </a:lnTo>
                  <a:lnTo>
                    <a:pt x="215538" y="201272"/>
                  </a:lnTo>
                  <a:lnTo>
                    <a:pt x="215668" y="201441"/>
                  </a:lnTo>
                  <a:lnTo>
                    <a:pt x="215595" y="201672"/>
                  </a:lnTo>
                  <a:lnTo>
                    <a:pt x="215730" y="201804"/>
                  </a:lnTo>
                  <a:lnTo>
                    <a:pt x="215998" y="201602"/>
                  </a:lnTo>
                  <a:lnTo>
                    <a:pt x="216361" y="201756"/>
                  </a:lnTo>
                  <a:lnTo>
                    <a:pt x="216334" y="201986"/>
                  </a:lnTo>
                  <a:lnTo>
                    <a:pt x="216279" y="202139"/>
                  </a:lnTo>
                  <a:lnTo>
                    <a:pt x="216283" y="202469"/>
                  </a:lnTo>
                  <a:lnTo>
                    <a:pt x="216592" y="202413"/>
                  </a:lnTo>
                  <a:lnTo>
                    <a:pt x="216861" y="202391"/>
                  </a:lnTo>
                  <a:lnTo>
                    <a:pt x="216849" y="202550"/>
                  </a:lnTo>
                  <a:lnTo>
                    <a:pt x="217012" y="202623"/>
                  </a:lnTo>
                  <a:lnTo>
                    <a:pt x="217148" y="202636"/>
                  </a:lnTo>
                  <a:lnTo>
                    <a:pt x="217548" y="202307"/>
                  </a:lnTo>
                  <a:lnTo>
                    <a:pt x="217835" y="202106"/>
                  </a:lnTo>
                  <a:lnTo>
                    <a:pt x="218048" y="202436"/>
                  </a:lnTo>
                  <a:lnTo>
                    <a:pt x="218295" y="202557"/>
                  </a:lnTo>
                  <a:lnTo>
                    <a:pt x="218449" y="202687"/>
                  </a:lnTo>
                  <a:lnTo>
                    <a:pt x="218615" y="202702"/>
                  </a:lnTo>
                  <a:lnTo>
                    <a:pt x="218705" y="203203"/>
                  </a:lnTo>
                  <a:lnTo>
                    <a:pt x="218517" y="203498"/>
                  </a:lnTo>
                  <a:lnTo>
                    <a:pt x="218431" y="204148"/>
                  </a:lnTo>
                  <a:lnTo>
                    <a:pt x="218599" y="204517"/>
                  </a:lnTo>
                  <a:lnTo>
                    <a:pt x="218615" y="204780"/>
                  </a:lnTo>
                  <a:lnTo>
                    <a:pt x="218670" y="205140"/>
                  </a:lnTo>
                  <a:lnTo>
                    <a:pt x="218753" y="205338"/>
                  </a:lnTo>
                  <a:lnTo>
                    <a:pt x="219132" y="205918"/>
                  </a:lnTo>
                  <a:lnTo>
                    <a:pt x="219282" y="206136"/>
                  </a:lnTo>
                  <a:lnTo>
                    <a:pt x="219407" y="205856"/>
                  </a:lnTo>
                  <a:lnTo>
                    <a:pt x="219890" y="206055"/>
                  </a:lnTo>
                  <a:lnTo>
                    <a:pt x="220369" y="206039"/>
                  </a:lnTo>
                  <a:lnTo>
                    <a:pt x="220630" y="205936"/>
                  </a:lnTo>
                  <a:lnTo>
                    <a:pt x="220962" y="205945"/>
                  </a:lnTo>
                  <a:lnTo>
                    <a:pt x="221398" y="206436"/>
                  </a:lnTo>
                  <a:lnTo>
                    <a:pt x="221685" y="206323"/>
                  </a:lnTo>
                  <a:lnTo>
                    <a:pt x="222012" y="206059"/>
                  </a:lnTo>
                  <a:lnTo>
                    <a:pt x="222241" y="206051"/>
                  </a:lnTo>
                  <a:lnTo>
                    <a:pt x="222766" y="205558"/>
                  </a:lnTo>
                  <a:lnTo>
                    <a:pt x="222862" y="205314"/>
                  </a:lnTo>
                  <a:lnTo>
                    <a:pt x="223023" y="205235"/>
                  </a:lnTo>
                  <a:lnTo>
                    <a:pt x="223196" y="205191"/>
                  </a:lnTo>
                  <a:lnTo>
                    <a:pt x="223443" y="204967"/>
                  </a:lnTo>
                  <a:lnTo>
                    <a:pt x="223756" y="204875"/>
                  </a:lnTo>
                  <a:lnTo>
                    <a:pt x="223913" y="204967"/>
                  </a:lnTo>
                  <a:lnTo>
                    <a:pt x="224208" y="205059"/>
                  </a:lnTo>
                  <a:lnTo>
                    <a:pt x="224459" y="205178"/>
                  </a:lnTo>
                  <a:lnTo>
                    <a:pt x="224731" y="205873"/>
                  </a:lnTo>
                  <a:lnTo>
                    <a:pt x="225048" y="205848"/>
                  </a:lnTo>
                  <a:lnTo>
                    <a:pt x="225246" y="205976"/>
                  </a:lnTo>
                  <a:lnTo>
                    <a:pt x="225349" y="206341"/>
                  </a:lnTo>
                  <a:lnTo>
                    <a:pt x="225283" y="206945"/>
                  </a:lnTo>
                  <a:lnTo>
                    <a:pt x="225134" y="207129"/>
                  </a:lnTo>
                  <a:lnTo>
                    <a:pt x="225634" y="207830"/>
                  </a:lnTo>
                  <a:lnTo>
                    <a:pt x="225789" y="207850"/>
                  </a:lnTo>
                  <a:lnTo>
                    <a:pt x="225943" y="207795"/>
                  </a:lnTo>
                  <a:lnTo>
                    <a:pt x="226070" y="207768"/>
                  </a:lnTo>
                  <a:lnTo>
                    <a:pt x="226344" y="207783"/>
                  </a:lnTo>
                  <a:lnTo>
                    <a:pt x="226430" y="207543"/>
                  </a:lnTo>
                  <a:lnTo>
                    <a:pt x="226696" y="207520"/>
                  </a:lnTo>
                  <a:lnTo>
                    <a:pt x="227280" y="208151"/>
                  </a:lnTo>
                  <a:lnTo>
                    <a:pt x="227544" y="208049"/>
                  </a:lnTo>
                  <a:lnTo>
                    <a:pt x="227716" y="207965"/>
                  </a:lnTo>
                  <a:lnTo>
                    <a:pt x="228082" y="207624"/>
                  </a:lnTo>
                  <a:lnTo>
                    <a:pt x="228258" y="207510"/>
                  </a:lnTo>
                  <a:lnTo>
                    <a:pt x="228386" y="207440"/>
                  </a:lnTo>
                  <a:lnTo>
                    <a:pt x="228520" y="207665"/>
                  </a:lnTo>
                  <a:lnTo>
                    <a:pt x="228798" y="207683"/>
                  </a:lnTo>
                  <a:lnTo>
                    <a:pt x="228957" y="207452"/>
                  </a:lnTo>
                  <a:lnTo>
                    <a:pt x="228975" y="207269"/>
                  </a:lnTo>
                  <a:lnTo>
                    <a:pt x="229150" y="206919"/>
                  </a:lnTo>
                  <a:lnTo>
                    <a:pt x="229308" y="207015"/>
                  </a:lnTo>
                  <a:lnTo>
                    <a:pt x="229465" y="207154"/>
                  </a:lnTo>
                  <a:lnTo>
                    <a:pt x="229155" y="207534"/>
                  </a:lnTo>
                  <a:lnTo>
                    <a:pt x="229677" y="207577"/>
                  </a:lnTo>
                  <a:lnTo>
                    <a:pt x="229764" y="207438"/>
                  </a:lnTo>
                  <a:lnTo>
                    <a:pt x="229996" y="207183"/>
                  </a:lnTo>
                  <a:lnTo>
                    <a:pt x="230303" y="207049"/>
                  </a:lnTo>
                  <a:lnTo>
                    <a:pt x="230505" y="206961"/>
                  </a:lnTo>
                  <a:lnTo>
                    <a:pt x="230761" y="206754"/>
                  </a:lnTo>
                  <a:lnTo>
                    <a:pt x="231250" y="207056"/>
                  </a:lnTo>
                  <a:lnTo>
                    <a:pt x="231614" y="207378"/>
                  </a:lnTo>
                  <a:lnTo>
                    <a:pt x="231857" y="207428"/>
                  </a:lnTo>
                  <a:lnTo>
                    <a:pt x="232041" y="207440"/>
                  </a:lnTo>
                  <a:lnTo>
                    <a:pt x="232375" y="207430"/>
                  </a:lnTo>
                  <a:lnTo>
                    <a:pt x="232742" y="207394"/>
                  </a:lnTo>
                  <a:lnTo>
                    <a:pt x="232993" y="207265"/>
                  </a:lnTo>
                  <a:lnTo>
                    <a:pt x="233004" y="207497"/>
                  </a:lnTo>
                  <a:lnTo>
                    <a:pt x="233148" y="207803"/>
                  </a:lnTo>
                  <a:lnTo>
                    <a:pt x="233293" y="207834"/>
                  </a:lnTo>
                  <a:lnTo>
                    <a:pt x="233549" y="208104"/>
                  </a:lnTo>
                  <a:lnTo>
                    <a:pt x="233845" y="208294"/>
                  </a:lnTo>
                  <a:lnTo>
                    <a:pt x="233994" y="208276"/>
                  </a:lnTo>
                  <a:lnTo>
                    <a:pt x="234420" y="208245"/>
                  </a:lnTo>
                  <a:lnTo>
                    <a:pt x="234568" y="208067"/>
                  </a:lnTo>
                  <a:lnTo>
                    <a:pt x="234740" y="207958"/>
                  </a:lnTo>
                  <a:lnTo>
                    <a:pt x="235274" y="207742"/>
                  </a:lnTo>
                  <a:lnTo>
                    <a:pt x="235504" y="207694"/>
                  </a:lnTo>
                  <a:lnTo>
                    <a:pt x="236048" y="207650"/>
                  </a:lnTo>
                  <a:lnTo>
                    <a:pt x="236460" y="208001"/>
                  </a:lnTo>
                  <a:lnTo>
                    <a:pt x="236615" y="207682"/>
                  </a:lnTo>
                  <a:lnTo>
                    <a:pt x="236786" y="207437"/>
                  </a:lnTo>
                  <a:lnTo>
                    <a:pt x="236876" y="207239"/>
                  </a:lnTo>
                  <a:lnTo>
                    <a:pt x="237049" y="207074"/>
                  </a:lnTo>
                  <a:lnTo>
                    <a:pt x="237913" y="207434"/>
                  </a:lnTo>
                  <a:lnTo>
                    <a:pt x="238109" y="207643"/>
                  </a:lnTo>
                  <a:lnTo>
                    <a:pt x="238358" y="207446"/>
                  </a:lnTo>
                  <a:lnTo>
                    <a:pt x="238487" y="207251"/>
                  </a:lnTo>
                  <a:lnTo>
                    <a:pt x="238650" y="206928"/>
                  </a:lnTo>
                  <a:lnTo>
                    <a:pt x="239102" y="206834"/>
                  </a:lnTo>
                  <a:lnTo>
                    <a:pt x="239242" y="206835"/>
                  </a:lnTo>
                  <a:lnTo>
                    <a:pt x="239428" y="206825"/>
                  </a:lnTo>
                  <a:lnTo>
                    <a:pt x="239604" y="206814"/>
                  </a:lnTo>
                  <a:lnTo>
                    <a:pt x="239989" y="206880"/>
                  </a:lnTo>
                  <a:lnTo>
                    <a:pt x="240260" y="207200"/>
                  </a:lnTo>
                  <a:lnTo>
                    <a:pt x="240529" y="207421"/>
                  </a:lnTo>
                  <a:lnTo>
                    <a:pt x="240819" y="207786"/>
                  </a:lnTo>
                  <a:lnTo>
                    <a:pt x="240854" y="207979"/>
                  </a:lnTo>
                  <a:lnTo>
                    <a:pt x="240870" y="208183"/>
                  </a:lnTo>
                  <a:lnTo>
                    <a:pt x="241239" y="208530"/>
                  </a:lnTo>
                  <a:lnTo>
                    <a:pt x="241646" y="208558"/>
                  </a:lnTo>
                  <a:lnTo>
                    <a:pt x="241972" y="208577"/>
                  </a:lnTo>
                  <a:lnTo>
                    <a:pt x="242111" y="208566"/>
                  </a:lnTo>
                  <a:lnTo>
                    <a:pt x="242704" y="208756"/>
                  </a:lnTo>
                  <a:lnTo>
                    <a:pt x="243236" y="208676"/>
                  </a:lnTo>
                  <a:lnTo>
                    <a:pt x="243370" y="208790"/>
                  </a:lnTo>
                  <a:lnTo>
                    <a:pt x="243319" y="209113"/>
                  </a:lnTo>
                  <a:lnTo>
                    <a:pt x="243543" y="209377"/>
                  </a:lnTo>
                  <a:lnTo>
                    <a:pt x="243748" y="209502"/>
                  </a:lnTo>
                  <a:lnTo>
                    <a:pt x="243884" y="209645"/>
                  </a:lnTo>
                  <a:lnTo>
                    <a:pt x="244356" y="209845"/>
                  </a:lnTo>
                  <a:lnTo>
                    <a:pt x="244647" y="210246"/>
                  </a:lnTo>
                  <a:lnTo>
                    <a:pt x="244688" y="210403"/>
                  </a:lnTo>
                  <a:lnTo>
                    <a:pt x="244691" y="210559"/>
                  </a:lnTo>
                  <a:lnTo>
                    <a:pt x="244849" y="210679"/>
                  </a:lnTo>
                  <a:lnTo>
                    <a:pt x="244924" y="210892"/>
                  </a:lnTo>
                  <a:lnTo>
                    <a:pt x="244813" y="211060"/>
                  </a:lnTo>
                  <a:lnTo>
                    <a:pt x="244613" y="211146"/>
                  </a:lnTo>
                  <a:lnTo>
                    <a:pt x="244280" y="211475"/>
                  </a:lnTo>
                  <a:lnTo>
                    <a:pt x="244088" y="211736"/>
                  </a:lnTo>
                  <a:lnTo>
                    <a:pt x="244094" y="212004"/>
                  </a:lnTo>
                  <a:lnTo>
                    <a:pt x="244319" y="212096"/>
                  </a:lnTo>
                  <a:lnTo>
                    <a:pt x="244570" y="212157"/>
                  </a:lnTo>
                  <a:lnTo>
                    <a:pt x="244639" y="212496"/>
                  </a:lnTo>
                  <a:lnTo>
                    <a:pt x="244552" y="212814"/>
                  </a:lnTo>
                  <a:lnTo>
                    <a:pt x="244600" y="212961"/>
                  </a:lnTo>
                  <a:lnTo>
                    <a:pt x="244531" y="213311"/>
                  </a:lnTo>
                  <a:lnTo>
                    <a:pt x="244335" y="213339"/>
                  </a:lnTo>
                  <a:lnTo>
                    <a:pt x="244372" y="213475"/>
                  </a:lnTo>
                  <a:lnTo>
                    <a:pt x="244397" y="213863"/>
                  </a:lnTo>
                  <a:lnTo>
                    <a:pt x="244865" y="214469"/>
                  </a:lnTo>
                  <a:lnTo>
                    <a:pt x="245190" y="214678"/>
                  </a:lnTo>
                  <a:lnTo>
                    <a:pt x="245684" y="214845"/>
                  </a:lnTo>
                  <a:lnTo>
                    <a:pt x="246133" y="214983"/>
                  </a:lnTo>
                  <a:lnTo>
                    <a:pt x="246651" y="215035"/>
                  </a:lnTo>
                  <a:lnTo>
                    <a:pt x="246983" y="215045"/>
                  </a:lnTo>
                  <a:lnTo>
                    <a:pt x="247038" y="215220"/>
                  </a:lnTo>
                  <a:lnTo>
                    <a:pt x="247048" y="215401"/>
                  </a:lnTo>
                  <a:lnTo>
                    <a:pt x="247107" y="215913"/>
                  </a:lnTo>
                  <a:lnTo>
                    <a:pt x="247402" y="216152"/>
                  </a:lnTo>
                  <a:lnTo>
                    <a:pt x="247667" y="216509"/>
                  </a:lnTo>
                  <a:lnTo>
                    <a:pt x="247501" y="216963"/>
                  </a:lnTo>
                  <a:lnTo>
                    <a:pt x="247602" y="217098"/>
                  </a:lnTo>
                  <a:lnTo>
                    <a:pt x="247729" y="217435"/>
                  </a:lnTo>
                  <a:lnTo>
                    <a:pt x="247695" y="217871"/>
                  </a:lnTo>
                  <a:lnTo>
                    <a:pt x="247629" y="218009"/>
                  </a:lnTo>
                  <a:lnTo>
                    <a:pt x="247260" y="218127"/>
                  </a:lnTo>
                  <a:lnTo>
                    <a:pt x="247054" y="218173"/>
                  </a:lnTo>
                  <a:lnTo>
                    <a:pt x="246608" y="218854"/>
                  </a:lnTo>
                  <a:lnTo>
                    <a:pt x="246454" y="219091"/>
                  </a:lnTo>
                  <a:lnTo>
                    <a:pt x="246201" y="219288"/>
                  </a:lnTo>
                  <a:lnTo>
                    <a:pt x="245918" y="219611"/>
                  </a:lnTo>
                  <a:lnTo>
                    <a:pt x="246088" y="219648"/>
                  </a:lnTo>
                  <a:lnTo>
                    <a:pt x="246258" y="219741"/>
                  </a:lnTo>
                  <a:lnTo>
                    <a:pt x="246426" y="220213"/>
                  </a:lnTo>
                  <a:lnTo>
                    <a:pt x="246189" y="220349"/>
                  </a:lnTo>
                  <a:lnTo>
                    <a:pt x="245931" y="220530"/>
                  </a:lnTo>
                  <a:lnTo>
                    <a:pt x="245963" y="221035"/>
                  </a:lnTo>
                  <a:lnTo>
                    <a:pt x="245619" y="220991"/>
                  </a:lnTo>
                  <a:lnTo>
                    <a:pt x="245300" y="220813"/>
                  </a:lnTo>
                  <a:lnTo>
                    <a:pt x="245143" y="220746"/>
                  </a:lnTo>
                  <a:lnTo>
                    <a:pt x="244927" y="220734"/>
                  </a:lnTo>
                  <a:lnTo>
                    <a:pt x="244498" y="220886"/>
                  </a:lnTo>
                  <a:lnTo>
                    <a:pt x="244337" y="220834"/>
                  </a:lnTo>
                  <a:lnTo>
                    <a:pt x="243863" y="220611"/>
                  </a:lnTo>
                  <a:lnTo>
                    <a:pt x="243617" y="220485"/>
                  </a:lnTo>
                  <a:lnTo>
                    <a:pt x="243158" y="220913"/>
                  </a:lnTo>
                  <a:lnTo>
                    <a:pt x="242992" y="220872"/>
                  </a:lnTo>
                  <a:lnTo>
                    <a:pt x="242354" y="220616"/>
                  </a:lnTo>
                  <a:lnTo>
                    <a:pt x="242081" y="220968"/>
                  </a:lnTo>
                  <a:lnTo>
                    <a:pt x="242140" y="221412"/>
                  </a:lnTo>
                  <a:lnTo>
                    <a:pt x="242158" y="221781"/>
                  </a:lnTo>
                  <a:lnTo>
                    <a:pt x="242158" y="221964"/>
                  </a:lnTo>
                  <a:lnTo>
                    <a:pt x="242153" y="222127"/>
                  </a:lnTo>
                  <a:lnTo>
                    <a:pt x="242112" y="222266"/>
                  </a:lnTo>
                  <a:lnTo>
                    <a:pt x="242022" y="222397"/>
                  </a:lnTo>
                  <a:lnTo>
                    <a:pt x="242087" y="222765"/>
                  </a:lnTo>
                  <a:lnTo>
                    <a:pt x="242215" y="222849"/>
                  </a:lnTo>
                  <a:lnTo>
                    <a:pt x="242301" y="223060"/>
                  </a:lnTo>
                  <a:lnTo>
                    <a:pt x="242299" y="223244"/>
                  </a:lnTo>
                  <a:lnTo>
                    <a:pt x="242177" y="223501"/>
                  </a:lnTo>
                  <a:lnTo>
                    <a:pt x="242197" y="223734"/>
                  </a:lnTo>
                  <a:lnTo>
                    <a:pt x="242300" y="224098"/>
                  </a:lnTo>
                  <a:lnTo>
                    <a:pt x="242021" y="224129"/>
                  </a:lnTo>
                  <a:lnTo>
                    <a:pt x="241603" y="224204"/>
                  </a:lnTo>
                  <a:lnTo>
                    <a:pt x="240736" y="224225"/>
                  </a:lnTo>
                  <a:lnTo>
                    <a:pt x="240527" y="224515"/>
                  </a:lnTo>
                  <a:lnTo>
                    <a:pt x="240475" y="225149"/>
                  </a:lnTo>
                  <a:lnTo>
                    <a:pt x="240350" y="225417"/>
                  </a:lnTo>
                  <a:lnTo>
                    <a:pt x="240194" y="225826"/>
                  </a:lnTo>
                  <a:lnTo>
                    <a:pt x="240132" y="226714"/>
                  </a:lnTo>
                  <a:lnTo>
                    <a:pt x="240266" y="226743"/>
                  </a:lnTo>
                  <a:lnTo>
                    <a:pt x="240396" y="226795"/>
                  </a:lnTo>
                  <a:lnTo>
                    <a:pt x="240531" y="226850"/>
                  </a:lnTo>
                  <a:lnTo>
                    <a:pt x="240651" y="227111"/>
                  </a:lnTo>
                  <a:lnTo>
                    <a:pt x="240644" y="227340"/>
                  </a:lnTo>
                  <a:lnTo>
                    <a:pt x="240616" y="227493"/>
                  </a:lnTo>
                  <a:lnTo>
                    <a:pt x="240637" y="227753"/>
                  </a:lnTo>
                  <a:lnTo>
                    <a:pt x="240629" y="228014"/>
                  </a:lnTo>
                  <a:lnTo>
                    <a:pt x="240403" y="228412"/>
                  </a:lnTo>
                  <a:lnTo>
                    <a:pt x="240445" y="228594"/>
                  </a:lnTo>
                  <a:lnTo>
                    <a:pt x="240579" y="228684"/>
                  </a:lnTo>
                  <a:lnTo>
                    <a:pt x="240744" y="228744"/>
                  </a:lnTo>
                  <a:lnTo>
                    <a:pt x="241065" y="229045"/>
                  </a:lnTo>
                  <a:lnTo>
                    <a:pt x="241041" y="229214"/>
                  </a:lnTo>
                  <a:lnTo>
                    <a:pt x="240646" y="229297"/>
                  </a:lnTo>
                  <a:lnTo>
                    <a:pt x="240501" y="229441"/>
                  </a:lnTo>
                  <a:lnTo>
                    <a:pt x="240407" y="229675"/>
                  </a:lnTo>
                  <a:lnTo>
                    <a:pt x="240325" y="229884"/>
                  </a:lnTo>
                  <a:lnTo>
                    <a:pt x="240407" y="230146"/>
                  </a:lnTo>
                  <a:lnTo>
                    <a:pt x="241034" y="230419"/>
                  </a:lnTo>
                  <a:lnTo>
                    <a:pt x="241277" y="230592"/>
                  </a:lnTo>
                  <a:lnTo>
                    <a:pt x="241745" y="230736"/>
                  </a:lnTo>
                  <a:lnTo>
                    <a:pt x="241966" y="231219"/>
                  </a:lnTo>
                  <a:lnTo>
                    <a:pt x="242028" y="231675"/>
                  </a:lnTo>
                  <a:lnTo>
                    <a:pt x="241895" y="231731"/>
                  </a:lnTo>
                  <a:lnTo>
                    <a:pt x="241577" y="232051"/>
                  </a:lnTo>
                  <a:lnTo>
                    <a:pt x="241900" y="232905"/>
                  </a:lnTo>
                  <a:lnTo>
                    <a:pt x="242030" y="232930"/>
                  </a:lnTo>
                  <a:lnTo>
                    <a:pt x="242174" y="232842"/>
                  </a:lnTo>
                  <a:lnTo>
                    <a:pt x="242275" y="233014"/>
                  </a:lnTo>
                  <a:lnTo>
                    <a:pt x="242535" y="233173"/>
                  </a:lnTo>
                  <a:lnTo>
                    <a:pt x="242585" y="233405"/>
                  </a:lnTo>
                  <a:lnTo>
                    <a:pt x="242598" y="233907"/>
                  </a:lnTo>
                  <a:lnTo>
                    <a:pt x="242547" y="234036"/>
                  </a:lnTo>
                  <a:lnTo>
                    <a:pt x="242650" y="234316"/>
                  </a:lnTo>
                  <a:lnTo>
                    <a:pt x="242757" y="234511"/>
                  </a:lnTo>
                  <a:lnTo>
                    <a:pt x="242917" y="234737"/>
                  </a:lnTo>
                  <a:lnTo>
                    <a:pt x="243088" y="234560"/>
                  </a:lnTo>
                  <a:lnTo>
                    <a:pt x="243135" y="234392"/>
                  </a:lnTo>
                  <a:lnTo>
                    <a:pt x="243206" y="234158"/>
                  </a:lnTo>
                  <a:lnTo>
                    <a:pt x="243379" y="234105"/>
                  </a:lnTo>
                  <a:lnTo>
                    <a:pt x="243433" y="234319"/>
                  </a:lnTo>
                  <a:lnTo>
                    <a:pt x="243440" y="234486"/>
                  </a:lnTo>
                  <a:lnTo>
                    <a:pt x="243215" y="234849"/>
                  </a:lnTo>
                  <a:lnTo>
                    <a:pt x="243149" y="235148"/>
                  </a:lnTo>
                  <a:lnTo>
                    <a:pt x="243497" y="235008"/>
                  </a:lnTo>
                  <a:lnTo>
                    <a:pt x="243507" y="234780"/>
                  </a:lnTo>
                  <a:lnTo>
                    <a:pt x="243522" y="234494"/>
                  </a:lnTo>
                  <a:lnTo>
                    <a:pt x="244303" y="233964"/>
                  </a:lnTo>
                  <a:lnTo>
                    <a:pt x="244438" y="234264"/>
                  </a:lnTo>
                  <a:lnTo>
                    <a:pt x="244318" y="234622"/>
                  </a:lnTo>
                  <a:lnTo>
                    <a:pt x="244147" y="234942"/>
                  </a:lnTo>
                  <a:lnTo>
                    <a:pt x="244489" y="235453"/>
                  </a:lnTo>
                  <a:lnTo>
                    <a:pt x="244771" y="235615"/>
                  </a:lnTo>
                  <a:lnTo>
                    <a:pt x="245028" y="235668"/>
                  </a:lnTo>
                  <a:lnTo>
                    <a:pt x="245121" y="235374"/>
                  </a:lnTo>
                  <a:lnTo>
                    <a:pt x="245539" y="235423"/>
                  </a:lnTo>
                  <a:lnTo>
                    <a:pt x="245948" y="235349"/>
                  </a:lnTo>
                  <a:lnTo>
                    <a:pt x="246383" y="235611"/>
                  </a:lnTo>
                  <a:lnTo>
                    <a:pt x="246607" y="235759"/>
                  </a:lnTo>
                  <a:lnTo>
                    <a:pt x="246763" y="235768"/>
                  </a:lnTo>
                  <a:lnTo>
                    <a:pt x="246992" y="236146"/>
                  </a:lnTo>
                  <a:lnTo>
                    <a:pt x="247170" y="236354"/>
                  </a:lnTo>
                  <a:lnTo>
                    <a:pt x="247371" y="236868"/>
                  </a:lnTo>
                  <a:lnTo>
                    <a:pt x="247777" y="236974"/>
                  </a:lnTo>
                  <a:lnTo>
                    <a:pt x="247830" y="237120"/>
                  </a:lnTo>
                  <a:lnTo>
                    <a:pt x="247991" y="237195"/>
                  </a:lnTo>
                  <a:lnTo>
                    <a:pt x="248533" y="237450"/>
                  </a:lnTo>
                  <a:lnTo>
                    <a:pt x="248241" y="237835"/>
                  </a:lnTo>
                  <a:lnTo>
                    <a:pt x="247997" y="238005"/>
                  </a:lnTo>
                  <a:lnTo>
                    <a:pt x="247657" y="238502"/>
                  </a:lnTo>
                  <a:lnTo>
                    <a:pt x="247379" y="238612"/>
                  </a:lnTo>
                  <a:lnTo>
                    <a:pt x="247120" y="238816"/>
                  </a:lnTo>
                  <a:lnTo>
                    <a:pt x="247046" y="239131"/>
                  </a:lnTo>
                  <a:lnTo>
                    <a:pt x="247571" y="239235"/>
                  </a:lnTo>
                  <a:lnTo>
                    <a:pt x="248189" y="238987"/>
                  </a:lnTo>
                  <a:lnTo>
                    <a:pt x="248449" y="238938"/>
                  </a:lnTo>
                  <a:lnTo>
                    <a:pt x="248728" y="238769"/>
                  </a:lnTo>
                  <a:lnTo>
                    <a:pt x="248940" y="238595"/>
                  </a:lnTo>
                  <a:lnTo>
                    <a:pt x="249216" y="238509"/>
                  </a:lnTo>
                  <a:lnTo>
                    <a:pt x="249946" y="238546"/>
                  </a:lnTo>
                  <a:lnTo>
                    <a:pt x="250388" y="238662"/>
                  </a:lnTo>
                  <a:lnTo>
                    <a:pt x="250457" y="238986"/>
                  </a:lnTo>
                  <a:lnTo>
                    <a:pt x="250513" y="239372"/>
                  </a:lnTo>
                  <a:lnTo>
                    <a:pt x="250596" y="239584"/>
                  </a:lnTo>
                  <a:lnTo>
                    <a:pt x="250852" y="240326"/>
                  </a:lnTo>
                  <a:lnTo>
                    <a:pt x="250961" y="240601"/>
                  </a:lnTo>
                  <a:lnTo>
                    <a:pt x="251106" y="241074"/>
                  </a:lnTo>
                  <a:lnTo>
                    <a:pt x="251358" y="241402"/>
                  </a:lnTo>
                  <a:lnTo>
                    <a:pt x="251409" y="241672"/>
                  </a:lnTo>
                  <a:lnTo>
                    <a:pt x="251728" y="242242"/>
                  </a:lnTo>
                  <a:lnTo>
                    <a:pt x="251820" y="242381"/>
                  </a:lnTo>
                  <a:lnTo>
                    <a:pt x="251522" y="242603"/>
                  </a:lnTo>
                  <a:lnTo>
                    <a:pt x="251468" y="242745"/>
                  </a:lnTo>
                  <a:lnTo>
                    <a:pt x="251851" y="243201"/>
                  </a:lnTo>
                  <a:lnTo>
                    <a:pt x="252081" y="243312"/>
                  </a:lnTo>
                  <a:lnTo>
                    <a:pt x="252541" y="243422"/>
                  </a:lnTo>
                  <a:lnTo>
                    <a:pt x="252793" y="243507"/>
                  </a:lnTo>
                  <a:lnTo>
                    <a:pt x="253044" y="243665"/>
                  </a:lnTo>
                  <a:lnTo>
                    <a:pt x="253342" y="243618"/>
                  </a:lnTo>
                  <a:lnTo>
                    <a:pt x="253478" y="243661"/>
                  </a:lnTo>
                  <a:lnTo>
                    <a:pt x="253617" y="243699"/>
                  </a:lnTo>
                  <a:lnTo>
                    <a:pt x="254078" y="243620"/>
                  </a:lnTo>
                  <a:lnTo>
                    <a:pt x="254349" y="243710"/>
                  </a:lnTo>
                  <a:lnTo>
                    <a:pt x="254618" y="243924"/>
                  </a:lnTo>
                  <a:lnTo>
                    <a:pt x="254669" y="244275"/>
                  </a:lnTo>
                  <a:lnTo>
                    <a:pt x="254778" y="244582"/>
                  </a:lnTo>
                  <a:lnTo>
                    <a:pt x="254919" y="244682"/>
                  </a:lnTo>
                  <a:lnTo>
                    <a:pt x="255031" y="245082"/>
                  </a:lnTo>
                  <a:lnTo>
                    <a:pt x="255201" y="245642"/>
                  </a:lnTo>
                  <a:lnTo>
                    <a:pt x="255238" y="245882"/>
                  </a:lnTo>
                  <a:lnTo>
                    <a:pt x="255237" y="246062"/>
                  </a:lnTo>
                  <a:lnTo>
                    <a:pt x="255247" y="246217"/>
                  </a:lnTo>
                  <a:lnTo>
                    <a:pt x="255409" y="246502"/>
                  </a:lnTo>
                  <a:lnTo>
                    <a:pt x="255564" y="246579"/>
                  </a:lnTo>
                  <a:lnTo>
                    <a:pt x="255559" y="246907"/>
                  </a:lnTo>
                  <a:lnTo>
                    <a:pt x="255424" y="247031"/>
                  </a:lnTo>
                  <a:lnTo>
                    <a:pt x="255600" y="247313"/>
                  </a:lnTo>
                  <a:lnTo>
                    <a:pt x="255732" y="247779"/>
                  </a:lnTo>
                  <a:lnTo>
                    <a:pt x="255862" y="247855"/>
                  </a:lnTo>
                  <a:lnTo>
                    <a:pt x="255922" y="248229"/>
                  </a:lnTo>
                  <a:lnTo>
                    <a:pt x="255543" y="248688"/>
                  </a:lnTo>
                  <a:lnTo>
                    <a:pt x="255463" y="248955"/>
                  </a:lnTo>
                  <a:lnTo>
                    <a:pt x="255722" y="249121"/>
                  </a:lnTo>
                  <a:lnTo>
                    <a:pt x="256047" y="249109"/>
                  </a:lnTo>
                  <a:lnTo>
                    <a:pt x="256207" y="249298"/>
                  </a:lnTo>
                  <a:lnTo>
                    <a:pt x="256402" y="249345"/>
                  </a:lnTo>
                  <a:lnTo>
                    <a:pt x="256482" y="249714"/>
                  </a:lnTo>
                  <a:lnTo>
                    <a:pt x="256497" y="249848"/>
                  </a:lnTo>
                  <a:lnTo>
                    <a:pt x="256898" y="250158"/>
                  </a:lnTo>
                  <a:lnTo>
                    <a:pt x="257071" y="250102"/>
                  </a:lnTo>
                  <a:lnTo>
                    <a:pt x="257138" y="250455"/>
                  </a:lnTo>
                  <a:lnTo>
                    <a:pt x="257238" y="250802"/>
                  </a:lnTo>
                  <a:lnTo>
                    <a:pt x="257175" y="251129"/>
                  </a:lnTo>
                  <a:lnTo>
                    <a:pt x="257209" y="251335"/>
                  </a:lnTo>
                  <a:lnTo>
                    <a:pt x="257226" y="251628"/>
                  </a:lnTo>
                  <a:lnTo>
                    <a:pt x="256809" y="251793"/>
                  </a:lnTo>
                  <a:lnTo>
                    <a:pt x="256873" y="252111"/>
                  </a:lnTo>
                  <a:lnTo>
                    <a:pt x="257325" y="252795"/>
                  </a:lnTo>
                  <a:lnTo>
                    <a:pt x="257186" y="253181"/>
                  </a:lnTo>
                  <a:lnTo>
                    <a:pt x="256882" y="253557"/>
                  </a:lnTo>
                  <a:lnTo>
                    <a:pt x="256642" y="253504"/>
                  </a:lnTo>
                  <a:lnTo>
                    <a:pt x="256435" y="253638"/>
                  </a:lnTo>
                  <a:lnTo>
                    <a:pt x="256554" y="254283"/>
                  </a:lnTo>
                  <a:lnTo>
                    <a:pt x="256760" y="254352"/>
                  </a:lnTo>
                  <a:lnTo>
                    <a:pt x="256578" y="254849"/>
                  </a:lnTo>
                  <a:lnTo>
                    <a:pt x="256560" y="255034"/>
                  </a:lnTo>
                  <a:lnTo>
                    <a:pt x="256607" y="255369"/>
                  </a:lnTo>
                  <a:lnTo>
                    <a:pt x="256344" y="255352"/>
                  </a:lnTo>
                  <a:lnTo>
                    <a:pt x="256290" y="255583"/>
                  </a:lnTo>
                  <a:lnTo>
                    <a:pt x="256463" y="256253"/>
                  </a:lnTo>
                  <a:lnTo>
                    <a:pt x="256780" y="256524"/>
                  </a:lnTo>
                  <a:lnTo>
                    <a:pt x="257000" y="256680"/>
                  </a:lnTo>
                  <a:lnTo>
                    <a:pt x="256744" y="256734"/>
                  </a:lnTo>
                  <a:lnTo>
                    <a:pt x="256892" y="257101"/>
                  </a:lnTo>
                  <a:lnTo>
                    <a:pt x="256926" y="257521"/>
                  </a:lnTo>
                  <a:lnTo>
                    <a:pt x="256972" y="257796"/>
                  </a:lnTo>
                  <a:lnTo>
                    <a:pt x="257220" y="257943"/>
                  </a:lnTo>
                  <a:lnTo>
                    <a:pt x="257371" y="257946"/>
                  </a:lnTo>
                  <a:lnTo>
                    <a:pt x="257517" y="257902"/>
                  </a:lnTo>
                  <a:lnTo>
                    <a:pt x="257825" y="258279"/>
                  </a:lnTo>
                  <a:lnTo>
                    <a:pt x="257668" y="258527"/>
                  </a:lnTo>
                  <a:lnTo>
                    <a:pt x="257395" y="258693"/>
                  </a:lnTo>
                  <a:lnTo>
                    <a:pt x="257188" y="258815"/>
                  </a:lnTo>
                  <a:lnTo>
                    <a:pt x="256900" y="258896"/>
                  </a:lnTo>
                  <a:lnTo>
                    <a:pt x="256612" y="258826"/>
                  </a:lnTo>
                  <a:lnTo>
                    <a:pt x="256591" y="259120"/>
                  </a:lnTo>
                  <a:lnTo>
                    <a:pt x="257207" y="259293"/>
                  </a:lnTo>
                  <a:lnTo>
                    <a:pt x="257643" y="259348"/>
                  </a:lnTo>
                  <a:lnTo>
                    <a:pt x="257724" y="259503"/>
                  </a:lnTo>
                  <a:lnTo>
                    <a:pt x="257952" y="259712"/>
                  </a:lnTo>
                  <a:lnTo>
                    <a:pt x="258495" y="259809"/>
                  </a:lnTo>
                  <a:lnTo>
                    <a:pt x="258725" y="259771"/>
                  </a:lnTo>
                  <a:lnTo>
                    <a:pt x="258954" y="259787"/>
                  </a:lnTo>
                  <a:lnTo>
                    <a:pt x="259379" y="260382"/>
                  </a:lnTo>
                  <a:lnTo>
                    <a:pt x="259299" y="260469"/>
                  </a:lnTo>
                  <a:lnTo>
                    <a:pt x="258994" y="260514"/>
                  </a:lnTo>
                  <a:lnTo>
                    <a:pt x="258774" y="260961"/>
                  </a:lnTo>
                  <a:lnTo>
                    <a:pt x="258873" y="261133"/>
                  </a:lnTo>
                  <a:lnTo>
                    <a:pt x="258717" y="261067"/>
                  </a:lnTo>
                  <a:lnTo>
                    <a:pt x="258586" y="261162"/>
                  </a:lnTo>
                  <a:lnTo>
                    <a:pt x="258713" y="261362"/>
                  </a:lnTo>
                  <a:lnTo>
                    <a:pt x="258507" y="261729"/>
                  </a:lnTo>
                  <a:lnTo>
                    <a:pt x="258437" y="261978"/>
                  </a:lnTo>
                  <a:lnTo>
                    <a:pt x="258403" y="262133"/>
                  </a:lnTo>
                  <a:lnTo>
                    <a:pt x="258392" y="262351"/>
                  </a:lnTo>
                  <a:lnTo>
                    <a:pt x="258105" y="262664"/>
                  </a:lnTo>
                  <a:lnTo>
                    <a:pt x="258133" y="262772"/>
                  </a:lnTo>
                  <a:lnTo>
                    <a:pt x="258319" y="262956"/>
                  </a:lnTo>
                  <a:lnTo>
                    <a:pt x="257832" y="263063"/>
                  </a:lnTo>
                  <a:lnTo>
                    <a:pt x="257507" y="263277"/>
                  </a:lnTo>
                  <a:lnTo>
                    <a:pt x="257560" y="263437"/>
                  </a:lnTo>
                  <a:lnTo>
                    <a:pt x="257398" y="263564"/>
                  </a:lnTo>
                  <a:lnTo>
                    <a:pt x="257219" y="263642"/>
                  </a:lnTo>
                  <a:lnTo>
                    <a:pt x="257587" y="263856"/>
                  </a:lnTo>
                  <a:lnTo>
                    <a:pt x="257621" y="264151"/>
                  </a:lnTo>
                  <a:lnTo>
                    <a:pt x="257782" y="264263"/>
                  </a:lnTo>
                  <a:lnTo>
                    <a:pt x="258230" y="264515"/>
                  </a:lnTo>
                  <a:lnTo>
                    <a:pt x="258340" y="264732"/>
                  </a:lnTo>
                  <a:lnTo>
                    <a:pt x="258420" y="265042"/>
                  </a:lnTo>
                  <a:lnTo>
                    <a:pt x="258580" y="265519"/>
                  </a:lnTo>
                  <a:lnTo>
                    <a:pt x="258858" y="265938"/>
                  </a:lnTo>
                  <a:lnTo>
                    <a:pt x="258844" y="266258"/>
                  </a:lnTo>
                  <a:lnTo>
                    <a:pt x="258998" y="266568"/>
                  </a:lnTo>
                  <a:lnTo>
                    <a:pt x="259054" y="266741"/>
                  </a:lnTo>
                  <a:lnTo>
                    <a:pt x="258842" y="267251"/>
                  </a:lnTo>
                  <a:lnTo>
                    <a:pt x="259132" y="267360"/>
                  </a:lnTo>
                  <a:lnTo>
                    <a:pt x="259305" y="267251"/>
                  </a:lnTo>
                  <a:lnTo>
                    <a:pt x="259448" y="266947"/>
                  </a:lnTo>
                  <a:lnTo>
                    <a:pt x="259595" y="267194"/>
                  </a:lnTo>
                  <a:lnTo>
                    <a:pt x="259518" y="267373"/>
                  </a:lnTo>
                  <a:lnTo>
                    <a:pt x="259321" y="267670"/>
                  </a:lnTo>
                  <a:lnTo>
                    <a:pt x="259192" y="267635"/>
                  </a:lnTo>
                  <a:lnTo>
                    <a:pt x="258884" y="268027"/>
                  </a:lnTo>
                  <a:lnTo>
                    <a:pt x="258712" y="268268"/>
                  </a:lnTo>
                  <a:lnTo>
                    <a:pt x="258433" y="268499"/>
                  </a:lnTo>
                  <a:lnTo>
                    <a:pt x="258149" y="268720"/>
                  </a:lnTo>
                  <a:lnTo>
                    <a:pt x="257847" y="268913"/>
                  </a:lnTo>
                  <a:lnTo>
                    <a:pt x="257319" y="269083"/>
                  </a:lnTo>
                  <a:lnTo>
                    <a:pt x="257249" y="268896"/>
                  </a:lnTo>
                  <a:lnTo>
                    <a:pt x="256843" y="269006"/>
                  </a:lnTo>
                  <a:lnTo>
                    <a:pt x="256603" y="269174"/>
                  </a:lnTo>
                  <a:lnTo>
                    <a:pt x="256341" y="269361"/>
                  </a:lnTo>
                  <a:lnTo>
                    <a:pt x="256056" y="269566"/>
                  </a:lnTo>
                  <a:lnTo>
                    <a:pt x="255732" y="269783"/>
                  </a:lnTo>
                  <a:lnTo>
                    <a:pt x="255387" y="270205"/>
                  </a:lnTo>
                  <a:lnTo>
                    <a:pt x="255156" y="270293"/>
                  </a:lnTo>
                  <a:lnTo>
                    <a:pt x="254938" y="270295"/>
                  </a:lnTo>
                  <a:lnTo>
                    <a:pt x="254935" y="270159"/>
                  </a:lnTo>
                  <a:lnTo>
                    <a:pt x="254715" y="270234"/>
                  </a:lnTo>
                  <a:lnTo>
                    <a:pt x="254389" y="270649"/>
                  </a:lnTo>
                  <a:lnTo>
                    <a:pt x="254368" y="270828"/>
                  </a:lnTo>
                  <a:lnTo>
                    <a:pt x="253921" y="270896"/>
                  </a:lnTo>
                  <a:lnTo>
                    <a:pt x="253787" y="270867"/>
                  </a:lnTo>
                  <a:lnTo>
                    <a:pt x="253832" y="271263"/>
                  </a:lnTo>
                  <a:lnTo>
                    <a:pt x="253631" y="271427"/>
                  </a:lnTo>
                  <a:lnTo>
                    <a:pt x="252851" y="271932"/>
                  </a:lnTo>
                  <a:lnTo>
                    <a:pt x="252708" y="272008"/>
                  </a:lnTo>
                  <a:lnTo>
                    <a:pt x="252414" y="272287"/>
                  </a:lnTo>
                  <a:lnTo>
                    <a:pt x="252254" y="272280"/>
                  </a:lnTo>
                  <a:lnTo>
                    <a:pt x="252248" y="272492"/>
                  </a:lnTo>
                  <a:lnTo>
                    <a:pt x="252431" y="272647"/>
                  </a:lnTo>
                  <a:lnTo>
                    <a:pt x="252508" y="272800"/>
                  </a:lnTo>
                  <a:lnTo>
                    <a:pt x="252711" y="272917"/>
                  </a:lnTo>
                  <a:lnTo>
                    <a:pt x="253086" y="273103"/>
                  </a:lnTo>
                  <a:lnTo>
                    <a:pt x="253179" y="273336"/>
                  </a:lnTo>
                  <a:lnTo>
                    <a:pt x="253264" y="273746"/>
                  </a:lnTo>
                  <a:lnTo>
                    <a:pt x="253438" y="273828"/>
                  </a:lnTo>
                  <a:lnTo>
                    <a:pt x="253760" y="273816"/>
                  </a:lnTo>
                  <a:lnTo>
                    <a:pt x="254048" y="273780"/>
                  </a:lnTo>
                  <a:lnTo>
                    <a:pt x="254370" y="273893"/>
                  </a:lnTo>
                  <a:lnTo>
                    <a:pt x="254838" y="274207"/>
                  </a:lnTo>
                  <a:lnTo>
                    <a:pt x="254798" y="274354"/>
                  </a:lnTo>
                  <a:lnTo>
                    <a:pt x="254762" y="274648"/>
                  </a:lnTo>
                  <a:lnTo>
                    <a:pt x="254921" y="275172"/>
                  </a:lnTo>
                  <a:lnTo>
                    <a:pt x="254632" y="275376"/>
                  </a:lnTo>
                  <a:lnTo>
                    <a:pt x="254173" y="275552"/>
                  </a:lnTo>
                  <a:lnTo>
                    <a:pt x="254118" y="275760"/>
                  </a:lnTo>
                  <a:lnTo>
                    <a:pt x="254342" y="276118"/>
                  </a:lnTo>
                  <a:lnTo>
                    <a:pt x="254249" y="276258"/>
                  </a:lnTo>
                  <a:lnTo>
                    <a:pt x="254308" y="276600"/>
                  </a:lnTo>
                  <a:lnTo>
                    <a:pt x="254496" y="276665"/>
                  </a:lnTo>
                  <a:lnTo>
                    <a:pt x="254518" y="276876"/>
                  </a:lnTo>
                  <a:lnTo>
                    <a:pt x="254378" y="276919"/>
                  </a:lnTo>
                  <a:lnTo>
                    <a:pt x="254007" y="277175"/>
                  </a:lnTo>
                  <a:lnTo>
                    <a:pt x="254038" y="277448"/>
                  </a:lnTo>
                  <a:lnTo>
                    <a:pt x="254134" y="277620"/>
                  </a:lnTo>
                  <a:lnTo>
                    <a:pt x="254136" y="277891"/>
                  </a:lnTo>
                  <a:lnTo>
                    <a:pt x="254030" y="278230"/>
                  </a:lnTo>
                  <a:lnTo>
                    <a:pt x="254020" y="278594"/>
                  </a:lnTo>
                  <a:lnTo>
                    <a:pt x="253994" y="278731"/>
                  </a:lnTo>
                  <a:lnTo>
                    <a:pt x="253543" y="278946"/>
                  </a:lnTo>
                  <a:lnTo>
                    <a:pt x="253360" y="279035"/>
                  </a:lnTo>
                  <a:lnTo>
                    <a:pt x="253063" y="278890"/>
                  </a:lnTo>
                  <a:lnTo>
                    <a:pt x="252087" y="278682"/>
                  </a:lnTo>
                  <a:lnTo>
                    <a:pt x="251627" y="278990"/>
                  </a:lnTo>
                  <a:lnTo>
                    <a:pt x="251151" y="279063"/>
                  </a:lnTo>
                  <a:lnTo>
                    <a:pt x="250848" y="279191"/>
                  </a:lnTo>
                  <a:lnTo>
                    <a:pt x="250559" y="279100"/>
                  </a:lnTo>
                  <a:lnTo>
                    <a:pt x="250032" y="279395"/>
                  </a:lnTo>
                  <a:lnTo>
                    <a:pt x="249889" y="279527"/>
                  </a:lnTo>
                  <a:lnTo>
                    <a:pt x="249472" y="279672"/>
                  </a:lnTo>
                  <a:lnTo>
                    <a:pt x="249158" y="279450"/>
                  </a:lnTo>
                  <a:lnTo>
                    <a:pt x="248907" y="279819"/>
                  </a:lnTo>
                  <a:lnTo>
                    <a:pt x="248599" y="280028"/>
                  </a:lnTo>
                  <a:lnTo>
                    <a:pt x="248351" y="280263"/>
                  </a:lnTo>
                  <a:lnTo>
                    <a:pt x="247813" y="280295"/>
                  </a:lnTo>
                  <a:lnTo>
                    <a:pt x="247611" y="280471"/>
                  </a:lnTo>
                  <a:lnTo>
                    <a:pt x="247552" y="280632"/>
                  </a:lnTo>
                  <a:lnTo>
                    <a:pt x="247322" y="280712"/>
                  </a:lnTo>
                  <a:lnTo>
                    <a:pt x="247173" y="280702"/>
                  </a:lnTo>
                  <a:lnTo>
                    <a:pt x="246955" y="280610"/>
                  </a:lnTo>
                  <a:lnTo>
                    <a:pt x="246801" y="280683"/>
                  </a:lnTo>
                  <a:lnTo>
                    <a:pt x="246600" y="280620"/>
                  </a:lnTo>
                  <a:lnTo>
                    <a:pt x="246396" y="280506"/>
                  </a:lnTo>
                  <a:lnTo>
                    <a:pt x="246238" y="280424"/>
                  </a:lnTo>
                  <a:lnTo>
                    <a:pt x="246072" y="280345"/>
                  </a:lnTo>
                  <a:lnTo>
                    <a:pt x="245862" y="280349"/>
                  </a:lnTo>
                  <a:lnTo>
                    <a:pt x="245672" y="280344"/>
                  </a:lnTo>
                  <a:lnTo>
                    <a:pt x="245495" y="280096"/>
                  </a:lnTo>
                  <a:lnTo>
                    <a:pt x="245237" y="280218"/>
                  </a:lnTo>
                  <a:lnTo>
                    <a:pt x="244977" y="280327"/>
                  </a:lnTo>
                  <a:lnTo>
                    <a:pt x="244570" y="280532"/>
                  </a:lnTo>
                  <a:lnTo>
                    <a:pt x="244141" y="280895"/>
                  </a:lnTo>
                  <a:lnTo>
                    <a:pt x="243935" y="281103"/>
                  </a:lnTo>
                  <a:lnTo>
                    <a:pt x="244243" y="281881"/>
                  </a:lnTo>
                  <a:lnTo>
                    <a:pt x="244239" y="282143"/>
                  </a:lnTo>
                  <a:lnTo>
                    <a:pt x="244330" y="282332"/>
                  </a:lnTo>
                  <a:lnTo>
                    <a:pt x="244009" y="282562"/>
                  </a:lnTo>
                  <a:lnTo>
                    <a:pt x="243533" y="282486"/>
                  </a:lnTo>
                  <a:lnTo>
                    <a:pt x="243267" y="282314"/>
                  </a:lnTo>
                  <a:lnTo>
                    <a:pt x="243233" y="282478"/>
                  </a:lnTo>
                  <a:lnTo>
                    <a:pt x="243202" y="282644"/>
                  </a:lnTo>
                  <a:lnTo>
                    <a:pt x="243060" y="282759"/>
                  </a:lnTo>
                  <a:lnTo>
                    <a:pt x="242873" y="282843"/>
                  </a:lnTo>
                  <a:lnTo>
                    <a:pt x="242675" y="283379"/>
                  </a:lnTo>
                  <a:lnTo>
                    <a:pt x="242680" y="284070"/>
                  </a:lnTo>
                  <a:lnTo>
                    <a:pt x="242825" y="284706"/>
                  </a:lnTo>
                  <a:lnTo>
                    <a:pt x="242524" y="284840"/>
                  </a:lnTo>
                  <a:lnTo>
                    <a:pt x="241987" y="284714"/>
                  </a:lnTo>
                  <a:lnTo>
                    <a:pt x="241793" y="284451"/>
                  </a:lnTo>
                  <a:lnTo>
                    <a:pt x="241617" y="284053"/>
                  </a:lnTo>
                  <a:lnTo>
                    <a:pt x="241418" y="283980"/>
                  </a:lnTo>
                  <a:lnTo>
                    <a:pt x="241141" y="284073"/>
                  </a:lnTo>
                  <a:lnTo>
                    <a:pt x="240772" y="284185"/>
                  </a:lnTo>
                  <a:lnTo>
                    <a:pt x="240612" y="284176"/>
                  </a:lnTo>
                  <a:lnTo>
                    <a:pt x="240563" y="284044"/>
                  </a:lnTo>
                  <a:lnTo>
                    <a:pt x="240224" y="283706"/>
                  </a:lnTo>
                  <a:lnTo>
                    <a:pt x="239624" y="283871"/>
                  </a:lnTo>
                  <a:lnTo>
                    <a:pt x="238769" y="283677"/>
                  </a:lnTo>
                  <a:lnTo>
                    <a:pt x="238595" y="283631"/>
                  </a:lnTo>
                  <a:lnTo>
                    <a:pt x="238415" y="283895"/>
                  </a:lnTo>
                  <a:lnTo>
                    <a:pt x="238380" y="284042"/>
                  </a:lnTo>
                  <a:lnTo>
                    <a:pt x="238223" y="284382"/>
                  </a:lnTo>
                  <a:lnTo>
                    <a:pt x="237865" y="284791"/>
                  </a:lnTo>
                  <a:lnTo>
                    <a:pt x="237281" y="284979"/>
                  </a:lnTo>
                  <a:lnTo>
                    <a:pt x="236867" y="284534"/>
                  </a:lnTo>
                  <a:lnTo>
                    <a:pt x="236717" y="284498"/>
                  </a:lnTo>
                  <a:lnTo>
                    <a:pt x="236461" y="284409"/>
                  </a:lnTo>
                  <a:lnTo>
                    <a:pt x="236298" y="284300"/>
                  </a:lnTo>
                  <a:lnTo>
                    <a:pt x="235276" y="285145"/>
                  </a:lnTo>
                  <a:lnTo>
                    <a:pt x="234910" y="285548"/>
                  </a:lnTo>
                  <a:lnTo>
                    <a:pt x="234681" y="285579"/>
                  </a:lnTo>
                  <a:lnTo>
                    <a:pt x="234494" y="285782"/>
                  </a:lnTo>
                  <a:lnTo>
                    <a:pt x="234257" y="285662"/>
                  </a:lnTo>
                  <a:lnTo>
                    <a:pt x="234096" y="285653"/>
                  </a:lnTo>
                  <a:lnTo>
                    <a:pt x="233728" y="285880"/>
                  </a:lnTo>
                  <a:lnTo>
                    <a:pt x="233520" y="285971"/>
                  </a:lnTo>
                  <a:lnTo>
                    <a:pt x="233270" y="286080"/>
                  </a:lnTo>
                  <a:lnTo>
                    <a:pt x="233045" y="286230"/>
                  </a:lnTo>
                  <a:lnTo>
                    <a:pt x="232971" y="285963"/>
                  </a:lnTo>
                  <a:lnTo>
                    <a:pt x="232784" y="285729"/>
                  </a:lnTo>
                  <a:lnTo>
                    <a:pt x="232522" y="285957"/>
                  </a:lnTo>
                  <a:lnTo>
                    <a:pt x="232340" y="286187"/>
                  </a:lnTo>
                  <a:lnTo>
                    <a:pt x="232209" y="286324"/>
                  </a:lnTo>
                  <a:lnTo>
                    <a:pt x="232045" y="286431"/>
                  </a:lnTo>
                  <a:lnTo>
                    <a:pt x="231782" y="286676"/>
                  </a:lnTo>
                  <a:lnTo>
                    <a:pt x="231481" y="286751"/>
                  </a:lnTo>
                  <a:lnTo>
                    <a:pt x="231242" y="286818"/>
                  </a:lnTo>
                  <a:lnTo>
                    <a:pt x="231092" y="286863"/>
                  </a:lnTo>
                  <a:lnTo>
                    <a:pt x="230795" y="287086"/>
                  </a:lnTo>
                  <a:lnTo>
                    <a:pt x="230644" y="287423"/>
                  </a:lnTo>
                  <a:lnTo>
                    <a:pt x="230392" y="287515"/>
                  </a:lnTo>
                  <a:lnTo>
                    <a:pt x="229720" y="288110"/>
                  </a:lnTo>
                  <a:lnTo>
                    <a:pt x="229701" y="288469"/>
                  </a:lnTo>
                  <a:lnTo>
                    <a:pt x="229849" y="288929"/>
                  </a:lnTo>
                  <a:lnTo>
                    <a:pt x="229602" y="289385"/>
                  </a:lnTo>
                  <a:lnTo>
                    <a:pt x="229529" y="289616"/>
                  </a:lnTo>
                  <a:lnTo>
                    <a:pt x="229601" y="289943"/>
                  </a:lnTo>
                  <a:lnTo>
                    <a:pt x="229752" y="290043"/>
                  </a:lnTo>
                  <a:lnTo>
                    <a:pt x="229738" y="290276"/>
                  </a:lnTo>
                  <a:lnTo>
                    <a:pt x="229565" y="290435"/>
                  </a:lnTo>
                  <a:lnTo>
                    <a:pt x="229374" y="290873"/>
                  </a:lnTo>
                  <a:lnTo>
                    <a:pt x="229169" y="291142"/>
                  </a:lnTo>
                  <a:lnTo>
                    <a:pt x="228908" y="291149"/>
                  </a:lnTo>
                  <a:lnTo>
                    <a:pt x="228543" y="291433"/>
                  </a:lnTo>
                  <a:lnTo>
                    <a:pt x="228364" y="291862"/>
                  </a:lnTo>
                  <a:lnTo>
                    <a:pt x="228348" y="292000"/>
                  </a:lnTo>
                  <a:lnTo>
                    <a:pt x="228209" y="292315"/>
                  </a:lnTo>
                  <a:lnTo>
                    <a:pt x="228028" y="292514"/>
                  </a:lnTo>
                  <a:lnTo>
                    <a:pt x="227658" y="292801"/>
                  </a:lnTo>
                  <a:lnTo>
                    <a:pt x="227512" y="292806"/>
                  </a:lnTo>
                  <a:lnTo>
                    <a:pt x="227309" y="292698"/>
                  </a:lnTo>
                  <a:lnTo>
                    <a:pt x="227217" y="292531"/>
                  </a:lnTo>
                  <a:lnTo>
                    <a:pt x="227009" y="292306"/>
                  </a:lnTo>
                  <a:lnTo>
                    <a:pt x="226832" y="292234"/>
                  </a:lnTo>
                  <a:lnTo>
                    <a:pt x="226698" y="292154"/>
                  </a:lnTo>
                  <a:lnTo>
                    <a:pt x="226617" y="291991"/>
                  </a:lnTo>
                  <a:lnTo>
                    <a:pt x="226519" y="291786"/>
                  </a:lnTo>
                  <a:lnTo>
                    <a:pt x="226260" y="291390"/>
                  </a:lnTo>
                  <a:lnTo>
                    <a:pt x="226114" y="291197"/>
                  </a:lnTo>
                  <a:lnTo>
                    <a:pt x="225390" y="291534"/>
                  </a:lnTo>
                  <a:lnTo>
                    <a:pt x="225171" y="291705"/>
                  </a:lnTo>
                  <a:lnTo>
                    <a:pt x="224781" y="291419"/>
                  </a:lnTo>
                  <a:lnTo>
                    <a:pt x="224629" y="291027"/>
                  </a:lnTo>
                  <a:lnTo>
                    <a:pt x="224622" y="290859"/>
                  </a:lnTo>
                  <a:lnTo>
                    <a:pt x="224367" y="290697"/>
                  </a:lnTo>
                  <a:lnTo>
                    <a:pt x="224101" y="290512"/>
                  </a:lnTo>
                  <a:lnTo>
                    <a:pt x="223936" y="290479"/>
                  </a:lnTo>
                  <a:lnTo>
                    <a:pt x="223857" y="290263"/>
                  </a:lnTo>
                  <a:lnTo>
                    <a:pt x="222944" y="289929"/>
                  </a:lnTo>
                  <a:lnTo>
                    <a:pt x="222427" y="289760"/>
                  </a:lnTo>
                  <a:lnTo>
                    <a:pt x="222234" y="289754"/>
                  </a:lnTo>
                  <a:lnTo>
                    <a:pt x="222050" y="289709"/>
                  </a:lnTo>
                  <a:lnTo>
                    <a:pt x="221834" y="289214"/>
                  </a:lnTo>
                  <a:lnTo>
                    <a:pt x="221876" y="288607"/>
                  </a:lnTo>
                  <a:lnTo>
                    <a:pt x="221746" y="288386"/>
                  </a:lnTo>
                  <a:lnTo>
                    <a:pt x="221531" y="288079"/>
                  </a:lnTo>
                  <a:lnTo>
                    <a:pt x="221514" y="287919"/>
                  </a:lnTo>
                  <a:lnTo>
                    <a:pt x="221360" y="287841"/>
                  </a:lnTo>
                  <a:lnTo>
                    <a:pt x="221094" y="287742"/>
                  </a:lnTo>
                  <a:lnTo>
                    <a:pt x="221263" y="287187"/>
                  </a:lnTo>
                  <a:lnTo>
                    <a:pt x="221134" y="286785"/>
                  </a:lnTo>
                  <a:lnTo>
                    <a:pt x="221154" y="286483"/>
                  </a:lnTo>
                  <a:lnTo>
                    <a:pt x="221153" y="285991"/>
                  </a:lnTo>
                  <a:lnTo>
                    <a:pt x="221188" y="285828"/>
                  </a:lnTo>
                  <a:lnTo>
                    <a:pt x="220814" y="285708"/>
                  </a:lnTo>
                  <a:lnTo>
                    <a:pt x="220594" y="285854"/>
                  </a:lnTo>
                  <a:lnTo>
                    <a:pt x="220491" y="286130"/>
                  </a:lnTo>
                  <a:lnTo>
                    <a:pt x="220428" y="286307"/>
                  </a:lnTo>
                  <a:lnTo>
                    <a:pt x="220132" y="286128"/>
                  </a:lnTo>
                  <a:lnTo>
                    <a:pt x="219960" y="285742"/>
                  </a:lnTo>
                  <a:lnTo>
                    <a:pt x="220070" y="285503"/>
                  </a:lnTo>
                  <a:lnTo>
                    <a:pt x="220242" y="285217"/>
                  </a:lnTo>
                  <a:lnTo>
                    <a:pt x="219946" y="284919"/>
                  </a:lnTo>
                  <a:lnTo>
                    <a:pt x="219860" y="284734"/>
                  </a:lnTo>
                  <a:lnTo>
                    <a:pt x="219816" y="284544"/>
                  </a:lnTo>
                  <a:lnTo>
                    <a:pt x="219683" y="284587"/>
                  </a:lnTo>
                  <a:lnTo>
                    <a:pt x="219185" y="284539"/>
                  </a:lnTo>
                  <a:lnTo>
                    <a:pt x="218822" y="284543"/>
                  </a:lnTo>
                  <a:lnTo>
                    <a:pt x="218756" y="284214"/>
                  </a:lnTo>
                  <a:lnTo>
                    <a:pt x="218683" y="283935"/>
                  </a:lnTo>
                  <a:lnTo>
                    <a:pt x="217914" y="284507"/>
                  </a:lnTo>
                  <a:lnTo>
                    <a:pt x="217906" y="284646"/>
                  </a:lnTo>
                  <a:lnTo>
                    <a:pt x="217787" y="284942"/>
                  </a:lnTo>
                  <a:lnTo>
                    <a:pt x="217791" y="285216"/>
                  </a:lnTo>
                  <a:lnTo>
                    <a:pt x="217668" y="285356"/>
                  </a:lnTo>
                  <a:lnTo>
                    <a:pt x="217521" y="285450"/>
                  </a:lnTo>
                  <a:lnTo>
                    <a:pt x="217292" y="285600"/>
                  </a:lnTo>
                  <a:lnTo>
                    <a:pt x="216631" y="286150"/>
                  </a:lnTo>
                  <a:lnTo>
                    <a:pt x="216559" y="286357"/>
                  </a:lnTo>
                  <a:lnTo>
                    <a:pt x="216227" y="286455"/>
                  </a:lnTo>
                  <a:lnTo>
                    <a:pt x="216000" y="286320"/>
                  </a:lnTo>
                  <a:lnTo>
                    <a:pt x="215888" y="286192"/>
                  </a:lnTo>
                  <a:lnTo>
                    <a:pt x="215880" y="286020"/>
                  </a:lnTo>
                  <a:lnTo>
                    <a:pt x="215794" y="285885"/>
                  </a:lnTo>
                  <a:lnTo>
                    <a:pt x="215606" y="285953"/>
                  </a:lnTo>
                  <a:lnTo>
                    <a:pt x="215377" y="286254"/>
                  </a:lnTo>
                  <a:lnTo>
                    <a:pt x="215026" y="286593"/>
                  </a:lnTo>
                  <a:lnTo>
                    <a:pt x="214927" y="286798"/>
                  </a:lnTo>
                  <a:lnTo>
                    <a:pt x="214637" y="286958"/>
                  </a:lnTo>
                  <a:lnTo>
                    <a:pt x="214516" y="287288"/>
                  </a:lnTo>
                  <a:lnTo>
                    <a:pt x="214395" y="287458"/>
                  </a:lnTo>
                  <a:lnTo>
                    <a:pt x="214048" y="287796"/>
                  </a:lnTo>
                  <a:lnTo>
                    <a:pt x="213835" y="287955"/>
                  </a:lnTo>
                  <a:lnTo>
                    <a:pt x="213697" y="288219"/>
                  </a:lnTo>
                  <a:lnTo>
                    <a:pt x="213328" y="288315"/>
                  </a:lnTo>
                  <a:lnTo>
                    <a:pt x="213028" y="288345"/>
                  </a:lnTo>
                  <a:lnTo>
                    <a:pt x="212779" y="288491"/>
                  </a:lnTo>
                  <a:lnTo>
                    <a:pt x="212380" y="288573"/>
                  </a:lnTo>
                  <a:lnTo>
                    <a:pt x="212222" y="288530"/>
                  </a:lnTo>
                  <a:lnTo>
                    <a:pt x="211694" y="288804"/>
                  </a:lnTo>
                  <a:lnTo>
                    <a:pt x="211530" y="289029"/>
                  </a:lnTo>
                  <a:lnTo>
                    <a:pt x="211274" y="289444"/>
                  </a:lnTo>
                  <a:lnTo>
                    <a:pt x="211128" y="290032"/>
                  </a:lnTo>
                  <a:lnTo>
                    <a:pt x="210974" y="290099"/>
                  </a:lnTo>
                  <a:lnTo>
                    <a:pt x="210751" y="290100"/>
                  </a:lnTo>
                  <a:lnTo>
                    <a:pt x="210285" y="289723"/>
                  </a:lnTo>
                  <a:lnTo>
                    <a:pt x="210427" y="289490"/>
                  </a:lnTo>
                  <a:lnTo>
                    <a:pt x="210385" y="289319"/>
                  </a:lnTo>
                  <a:lnTo>
                    <a:pt x="210463" y="289006"/>
                  </a:lnTo>
                  <a:lnTo>
                    <a:pt x="210212" y="288365"/>
                  </a:lnTo>
                  <a:lnTo>
                    <a:pt x="209983" y="288180"/>
                  </a:lnTo>
                  <a:lnTo>
                    <a:pt x="209841" y="288166"/>
                  </a:lnTo>
                  <a:lnTo>
                    <a:pt x="209620" y="288260"/>
                  </a:lnTo>
                  <a:lnTo>
                    <a:pt x="209437" y="288626"/>
                  </a:lnTo>
                  <a:lnTo>
                    <a:pt x="209418" y="288778"/>
                  </a:lnTo>
                  <a:lnTo>
                    <a:pt x="209225" y="289152"/>
                  </a:lnTo>
                  <a:lnTo>
                    <a:pt x="209048" y="289300"/>
                  </a:lnTo>
                  <a:lnTo>
                    <a:pt x="208806" y="289402"/>
                  </a:lnTo>
                  <a:lnTo>
                    <a:pt x="208536" y="289395"/>
                  </a:lnTo>
                  <a:lnTo>
                    <a:pt x="208055" y="289715"/>
                  </a:lnTo>
                  <a:lnTo>
                    <a:pt x="207970" y="290261"/>
                  </a:lnTo>
                  <a:lnTo>
                    <a:pt x="207921" y="290544"/>
                  </a:lnTo>
                  <a:lnTo>
                    <a:pt x="208195" y="290710"/>
                  </a:lnTo>
                  <a:lnTo>
                    <a:pt x="208446" y="290726"/>
                  </a:lnTo>
                  <a:lnTo>
                    <a:pt x="208605" y="290658"/>
                  </a:lnTo>
                  <a:lnTo>
                    <a:pt x="208753" y="290833"/>
                  </a:lnTo>
                  <a:lnTo>
                    <a:pt x="208989" y="291069"/>
                  </a:lnTo>
                  <a:lnTo>
                    <a:pt x="209047" y="291428"/>
                  </a:lnTo>
                  <a:lnTo>
                    <a:pt x="209022" y="291648"/>
                  </a:lnTo>
                  <a:lnTo>
                    <a:pt x="208953" y="291970"/>
                  </a:lnTo>
                  <a:lnTo>
                    <a:pt x="208851" y="292258"/>
                  </a:lnTo>
                  <a:lnTo>
                    <a:pt x="208899" y="292451"/>
                  </a:lnTo>
                  <a:lnTo>
                    <a:pt x="208844" y="292619"/>
                  </a:lnTo>
                  <a:lnTo>
                    <a:pt x="208771" y="292762"/>
                  </a:lnTo>
                  <a:lnTo>
                    <a:pt x="209076" y="293379"/>
                  </a:lnTo>
                  <a:lnTo>
                    <a:pt x="209160" y="293647"/>
                  </a:lnTo>
                  <a:lnTo>
                    <a:pt x="208975" y="294170"/>
                  </a:lnTo>
                  <a:lnTo>
                    <a:pt x="208890" y="294353"/>
                  </a:lnTo>
                  <a:lnTo>
                    <a:pt x="208792" y="294573"/>
                  </a:lnTo>
                  <a:lnTo>
                    <a:pt x="208342" y="294544"/>
                  </a:lnTo>
                  <a:lnTo>
                    <a:pt x="207855" y="294526"/>
                  </a:lnTo>
                  <a:lnTo>
                    <a:pt x="207697" y="295528"/>
                  </a:lnTo>
                  <a:lnTo>
                    <a:pt x="207419" y="296005"/>
                  </a:lnTo>
                  <a:lnTo>
                    <a:pt x="207142" y="296393"/>
                  </a:lnTo>
                  <a:lnTo>
                    <a:pt x="206906" y="296287"/>
                  </a:lnTo>
                  <a:lnTo>
                    <a:pt x="206558" y="296753"/>
                  </a:lnTo>
                  <a:lnTo>
                    <a:pt x="206169" y="296745"/>
                  </a:lnTo>
                  <a:lnTo>
                    <a:pt x="205918" y="296771"/>
                  </a:lnTo>
                  <a:lnTo>
                    <a:pt x="205512" y="296859"/>
                  </a:lnTo>
                  <a:lnTo>
                    <a:pt x="204932" y="296871"/>
                  </a:lnTo>
                  <a:lnTo>
                    <a:pt x="204760" y="297217"/>
                  </a:lnTo>
                  <a:lnTo>
                    <a:pt x="204784" y="297625"/>
                  </a:lnTo>
                  <a:lnTo>
                    <a:pt x="204848" y="298253"/>
                  </a:lnTo>
                  <a:lnTo>
                    <a:pt x="204757" y="298461"/>
                  </a:lnTo>
                  <a:lnTo>
                    <a:pt x="204604" y="298396"/>
                  </a:lnTo>
                  <a:lnTo>
                    <a:pt x="204369" y="298431"/>
                  </a:lnTo>
                  <a:lnTo>
                    <a:pt x="203883" y="298673"/>
                  </a:lnTo>
                  <a:lnTo>
                    <a:pt x="203594" y="298720"/>
                  </a:lnTo>
                  <a:lnTo>
                    <a:pt x="203320" y="298647"/>
                  </a:lnTo>
                  <a:lnTo>
                    <a:pt x="203192" y="298629"/>
                  </a:lnTo>
                  <a:lnTo>
                    <a:pt x="202960" y="298500"/>
                  </a:lnTo>
                  <a:lnTo>
                    <a:pt x="202585" y="298363"/>
                  </a:lnTo>
                  <a:lnTo>
                    <a:pt x="202105" y="298194"/>
                  </a:lnTo>
                  <a:lnTo>
                    <a:pt x="201967" y="298184"/>
                  </a:lnTo>
                  <a:lnTo>
                    <a:pt x="201692" y="298307"/>
                  </a:lnTo>
                  <a:lnTo>
                    <a:pt x="201633" y="298163"/>
                  </a:lnTo>
                  <a:lnTo>
                    <a:pt x="201313" y="297963"/>
                  </a:lnTo>
                  <a:lnTo>
                    <a:pt x="201093" y="297942"/>
                  </a:lnTo>
                  <a:lnTo>
                    <a:pt x="200918" y="298090"/>
                  </a:lnTo>
                  <a:lnTo>
                    <a:pt x="200739" y="298296"/>
                  </a:lnTo>
                  <a:lnTo>
                    <a:pt x="200476" y="298693"/>
                  </a:lnTo>
                  <a:lnTo>
                    <a:pt x="200319" y="298852"/>
                  </a:lnTo>
                  <a:lnTo>
                    <a:pt x="200160" y="299253"/>
                  </a:lnTo>
                  <a:lnTo>
                    <a:pt x="200423" y="299455"/>
                  </a:lnTo>
                  <a:lnTo>
                    <a:pt x="200546" y="299703"/>
                  </a:lnTo>
                  <a:lnTo>
                    <a:pt x="200654" y="299989"/>
                  </a:lnTo>
                  <a:lnTo>
                    <a:pt x="200786" y="300124"/>
                  </a:lnTo>
                  <a:lnTo>
                    <a:pt x="200722" y="300434"/>
                  </a:lnTo>
                  <a:lnTo>
                    <a:pt x="200592" y="300440"/>
                  </a:lnTo>
                  <a:lnTo>
                    <a:pt x="200546" y="300700"/>
                  </a:lnTo>
                  <a:lnTo>
                    <a:pt x="200649" y="301068"/>
                  </a:lnTo>
                  <a:lnTo>
                    <a:pt x="200325" y="301196"/>
                  </a:lnTo>
                  <a:lnTo>
                    <a:pt x="200141" y="301167"/>
                  </a:lnTo>
                  <a:lnTo>
                    <a:pt x="199922" y="301012"/>
                  </a:lnTo>
                  <a:lnTo>
                    <a:pt x="199550" y="300648"/>
                  </a:lnTo>
                  <a:lnTo>
                    <a:pt x="199381" y="300351"/>
                  </a:lnTo>
                  <a:lnTo>
                    <a:pt x="199307" y="300018"/>
                  </a:lnTo>
                  <a:lnTo>
                    <a:pt x="199094" y="299815"/>
                  </a:lnTo>
                  <a:lnTo>
                    <a:pt x="198928" y="299552"/>
                  </a:lnTo>
                  <a:lnTo>
                    <a:pt x="198777" y="299326"/>
                  </a:lnTo>
                  <a:lnTo>
                    <a:pt x="198317" y="299077"/>
                  </a:lnTo>
                  <a:lnTo>
                    <a:pt x="198067" y="299129"/>
                  </a:lnTo>
                  <a:lnTo>
                    <a:pt x="197798" y="299202"/>
                  </a:lnTo>
                  <a:lnTo>
                    <a:pt x="197518" y="299443"/>
                  </a:lnTo>
                  <a:lnTo>
                    <a:pt x="197238" y="299599"/>
                  </a:lnTo>
                  <a:lnTo>
                    <a:pt x="196924" y="299974"/>
                  </a:lnTo>
                  <a:lnTo>
                    <a:pt x="196944" y="300595"/>
                  </a:lnTo>
                  <a:lnTo>
                    <a:pt x="196626" y="301023"/>
                  </a:lnTo>
                  <a:lnTo>
                    <a:pt x="196448" y="300876"/>
                  </a:lnTo>
                  <a:lnTo>
                    <a:pt x="196357" y="301370"/>
                  </a:lnTo>
                  <a:lnTo>
                    <a:pt x="196624" y="301753"/>
                  </a:lnTo>
                  <a:lnTo>
                    <a:pt x="196638" y="302277"/>
                  </a:lnTo>
                  <a:lnTo>
                    <a:pt x="196909" y="302340"/>
                  </a:lnTo>
                  <a:lnTo>
                    <a:pt x="196953" y="302635"/>
                  </a:lnTo>
                  <a:lnTo>
                    <a:pt x="197050" y="303236"/>
                  </a:lnTo>
                  <a:lnTo>
                    <a:pt x="197026" y="303514"/>
                  </a:lnTo>
                  <a:lnTo>
                    <a:pt x="196832" y="303877"/>
                  </a:lnTo>
                  <a:lnTo>
                    <a:pt x="196864" y="304028"/>
                  </a:lnTo>
                  <a:lnTo>
                    <a:pt x="196876" y="304162"/>
                  </a:lnTo>
                  <a:lnTo>
                    <a:pt x="196861" y="304511"/>
                  </a:lnTo>
                  <a:lnTo>
                    <a:pt x="196997" y="304688"/>
                  </a:lnTo>
                  <a:lnTo>
                    <a:pt x="197144" y="304772"/>
                  </a:lnTo>
                  <a:lnTo>
                    <a:pt x="197401" y="304900"/>
                  </a:lnTo>
                  <a:lnTo>
                    <a:pt x="197541" y="304914"/>
                  </a:lnTo>
                  <a:lnTo>
                    <a:pt x="197925" y="305065"/>
                  </a:lnTo>
                  <a:lnTo>
                    <a:pt x="198562" y="305232"/>
                  </a:lnTo>
                  <a:lnTo>
                    <a:pt x="198812" y="305026"/>
                  </a:lnTo>
                  <a:lnTo>
                    <a:pt x="198870" y="304788"/>
                  </a:lnTo>
                  <a:lnTo>
                    <a:pt x="199048" y="304645"/>
                  </a:lnTo>
                  <a:lnTo>
                    <a:pt x="199257" y="304304"/>
                  </a:lnTo>
                  <a:lnTo>
                    <a:pt x="199409" y="304125"/>
                  </a:lnTo>
                  <a:lnTo>
                    <a:pt x="199679" y="304236"/>
                  </a:lnTo>
                  <a:lnTo>
                    <a:pt x="199898" y="304655"/>
                  </a:lnTo>
                  <a:lnTo>
                    <a:pt x="199875" y="304815"/>
                  </a:lnTo>
                  <a:lnTo>
                    <a:pt x="199942" y="305043"/>
                  </a:lnTo>
                  <a:lnTo>
                    <a:pt x="200075" y="305144"/>
                  </a:lnTo>
                  <a:lnTo>
                    <a:pt x="200346" y="305223"/>
                  </a:lnTo>
                  <a:lnTo>
                    <a:pt x="200490" y="305454"/>
                  </a:lnTo>
                  <a:lnTo>
                    <a:pt x="200467" y="305754"/>
                  </a:lnTo>
                  <a:lnTo>
                    <a:pt x="200431" y="306112"/>
                  </a:lnTo>
                  <a:lnTo>
                    <a:pt x="200398" y="306313"/>
                  </a:lnTo>
                  <a:lnTo>
                    <a:pt x="200581" y="306901"/>
                  </a:lnTo>
                  <a:lnTo>
                    <a:pt x="200700" y="307094"/>
                  </a:lnTo>
                  <a:lnTo>
                    <a:pt x="200911" y="307583"/>
                  </a:lnTo>
                  <a:lnTo>
                    <a:pt x="200725" y="307730"/>
                  </a:lnTo>
                  <a:lnTo>
                    <a:pt x="200564" y="307932"/>
                  </a:lnTo>
                  <a:lnTo>
                    <a:pt x="200500" y="308115"/>
                  </a:lnTo>
                  <a:lnTo>
                    <a:pt x="200711" y="308387"/>
                  </a:lnTo>
                  <a:lnTo>
                    <a:pt x="200836" y="308584"/>
                  </a:lnTo>
                  <a:lnTo>
                    <a:pt x="200671" y="308856"/>
                  </a:lnTo>
                  <a:lnTo>
                    <a:pt x="200714" y="309246"/>
                  </a:lnTo>
                  <a:lnTo>
                    <a:pt x="201228" y="309690"/>
                  </a:lnTo>
                  <a:lnTo>
                    <a:pt x="201425" y="309739"/>
                  </a:lnTo>
                  <a:lnTo>
                    <a:pt x="201460" y="310119"/>
                  </a:lnTo>
                  <a:lnTo>
                    <a:pt x="201429" y="310484"/>
                  </a:lnTo>
                  <a:lnTo>
                    <a:pt x="201537" y="310751"/>
                  </a:lnTo>
                  <a:lnTo>
                    <a:pt x="201758" y="311017"/>
                  </a:lnTo>
                  <a:lnTo>
                    <a:pt x="201708" y="311232"/>
                  </a:lnTo>
                  <a:lnTo>
                    <a:pt x="201662" y="311370"/>
                  </a:lnTo>
                  <a:lnTo>
                    <a:pt x="201597" y="311525"/>
                  </a:lnTo>
                  <a:lnTo>
                    <a:pt x="201559" y="311781"/>
                  </a:lnTo>
                  <a:lnTo>
                    <a:pt x="201466" y="311989"/>
                  </a:lnTo>
                  <a:lnTo>
                    <a:pt x="201193" y="312206"/>
                  </a:lnTo>
                  <a:lnTo>
                    <a:pt x="200979" y="312364"/>
                  </a:lnTo>
                  <a:lnTo>
                    <a:pt x="200688" y="312488"/>
                  </a:lnTo>
                  <a:lnTo>
                    <a:pt x="200624" y="312863"/>
                  </a:lnTo>
                  <a:lnTo>
                    <a:pt x="200344" y="313163"/>
                  </a:lnTo>
                  <a:lnTo>
                    <a:pt x="200500" y="313667"/>
                  </a:lnTo>
                  <a:lnTo>
                    <a:pt x="200525" y="313799"/>
                  </a:lnTo>
                  <a:lnTo>
                    <a:pt x="200471" y="314042"/>
                  </a:lnTo>
                  <a:lnTo>
                    <a:pt x="200450" y="314381"/>
                  </a:lnTo>
                  <a:lnTo>
                    <a:pt x="200469" y="314755"/>
                  </a:lnTo>
                  <a:lnTo>
                    <a:pt x="200411" y="314955"/>
                  </a:lnTo>
                  <a:lnTo>
                    <a:pt x="200294" y="315208"/>
                  </a:lnTo>
                  <a:lnTo>
                    <a:pt x="200492" y="315508"/>
                  </a:lnTo>
                  <a:lnTo>
                    <a:pt x="200664" y="315710"/>
                  </a:lnTo>
                  <a:lnTo>
                    <a:pt x="200966" y="315681"/>
                  </a:lnTo>
                  <a:lnTo>
                    <a:pt x="201191" y="315762"/>
                  </a:lnTo>
                  <a:lnTo>
                    <a:pt x="201668" y="315997"/>
                  </a:lnTo>
                  <a:lnTo>
                    <a:pt x="201835" y="315973"/>
                  </a:lnTo>
                  <a:lnTo>
                    <a:pt x="202082" y="315938"/>
                  </a:lnTo>
                  <a:lnTo>
                    <a:pt x="202142" y="316097"/>
                  </a:lnTo>
                  <a:lnTo>
                    <a:pt x="202131" y="316268"/>
                  </a:lnTo>
                  <a:lnTo>
                    <a:pt x="201878" y="316758"/>
                  </a:lnTo>
                  <a:lnTo>
                    <a:pt x="201959" y="316966"/>
                  </a:lnTo>
                  <a:lnTo>
                    <a:pt x="202518" y="316905"/>
                  </a:lnTo>
                  <a:lnTo>
                    <a:pt x="202770" y="316989"/>
                  </a:lnTo>
                  <a:lnTo>
                    <a:pt x="202893" y="317357"/>
                  </a:lnTo>
                  <a:lnTo>
                    <a:pt x="203270" y="317844"/>
                  </a:lnTo>
                  <a:lnTo>
                    <a:pt x="203193" y="318369"/>
                  </a:lnTo>
                  <a:lnTo>
                    <a:pt x="203179" y="318578"/>
                  </a:lnTo>
                  <a:lnTo>
                    <a:pt x="202772" y="318787"/>
                  </a:lnTo>
                  <a:lnTo>
                    <a:pt x="202632" y="319121"/>
                  </a:lnTo>
                  <a:lnTo>
                    <a:pt x="202628" y="319300"/>
                  </a:lnTo>
                  <a:lnTo>
                    <a:pt x="202602" y="319433"/>
                  </a:lnTo>
                  <a:lnTo>
                    <a:pt x="202365" y="319661"/>
                  </a:lnTo>
                  <a:lnTo>
                    <a:pt x="202435" y="319983"/>
                  </a:lnTo>
                  <a:lnTo>
                    <a:pt x="202297" y="320010"/>
                  </a:lnTo>
                  <a:lnTo>
                    <a:pt x="202074" y="320198"/>
                  </a:lnTo>
                  <a:lnTo>
                    <a:pt x="201888" y="320496"/>
                  </a:lnTo>
                  <a:lnTo>
                    <a:pt x="201596" y="320730"/>
                  </a:lnTo>
                  <a:lnTo>
                    <a:pt x="201230" y="321047"/>
                  </a:lnTo>
                  <a:lnTo>
                    <a:pt x="201230" y="321355"/>
                  </a:lnTo>
                  <a:lnTo>
                    <a:pt x="201066" y="321501"/>
                  </a:lnTo>
                  <a:lnTo>
                    <a:pt x="200470" y="321716"/>
                  </a:lnTo>
                  <a:lnTo>
                    <a:pt x="200388" y="321468"/>
                  </a:lnTo>
                  <a:lnTo>
                    <a:pt x="200234" y="321565"/>
                  </a:lnTo>
                  <a:lnTo>
                    <a:pt x="200085" y="321811"/>
                  </a:lnTo>
                  <a:lnTo>
                    <a:pt x="199910" y="322098"/>
                  </a:lnTo>
                  <a:lnTo>
                    <a:pt x="199786" y="322251"/>
                  </a:lnTo>
                  <a:lnTo>
                    <a:pt x="199794" y="322386"/>
                  </a:lnTo>
                  <a:lnTo>
                    <a:pt x="199764" y="322522"/>
                  </a:lnTo>
                  <a:lnTo>
                    <a:pt x="199647" y="322765"/>
                  </a:lnTo>
                  <a:lnTo>
                    <a:pt x="199473" y="322881"/>
                  </a:lnTo>
                  <a:lnTo>
                    <a:pt x="199264" y="322928"/>
                  </a:lnTo>
                  <a:lnTo>
                    <a:pt x="199053" y="322978"/>
                  </a:lnTo>
                  <a:lnTo>
                    <a:pt x="198806" y="323259"/>
                  </a:lnTo>
                  <a:lnTo>
                    <a:pt x="198552" y="323679"/>
                  </a:lnTo>
                  <a:lnTo>
                    <a:pt x="198476" y="323854"/>
                  </a:lnTo>
                  <a:lnTo>
                    <a:pt x="198160" y="324211"/>
                  </a:lnTo>
                  <a:lnTo>
                    <a:pt x="197984" y="324524"/>
                  </a:lnTo>
                  <a:lnTo>
                    <a:pt x="197888" y="324828"/>
                  </a:lnTo>
                  <a:lnTo>
                    <a:pt x="198009" y="325357"/>
                  </a:lnTo>
                  <a:lnTo>
                    <a:pt x="198083" y="325507"/>
                  </a:lnTo>
                  <a:lnTo>
                    <a:pt x="198190" y="325865"/>
                  </a:lnTo>
                  <a:lnTo>
                    <a:pt x="198210" y="326009"/>
                  </a:lnTo>
                  <a:lnTo>
                    <a:pt x="198205" y="326342"/>
                  </a:lnTo>
                  <a:lnTo>
                    <a:pt x="198213" y="326578"/>
                  </a:lnTo>
                  <a:lnTo>
                    <a:pt x="198208" y="326794"/>
                  </a:lnTo>
                  <a:lnTo>
                    <a:pt x="198060" y="326864"/>
                  </a:lnTo>
                  <a:lnTo>
                    <a:pt x="197892" y="326936"/>
                  </a:lnTo>
                  <a:lnTo>
                    <a:pt x="197637" y="327193"/>
                  </a:lnTo>
                  <a:lnTo>
                    <a:pt x="197581" y="327321"/>
                  </a:lnTo>
                  <a:lnTo>
                    <a:pt x="197313" y="327418"/>
                  </a:lnTo>
                  <a:lnTo>
                    <a:pt x="197113" y="327479"/>
                  </a:lnTo>
                  <a:lnTo>
                    <a:pt x="196938" y="327414"/>
                  </a:lnTo>
                  <a:lnTo>
                    <a:pt x="196136" y="327734"/>
                  </a:lnTo>
                  <a:lnTo>
                    <a:pt x="195905" y="328013"/>
                  </a:lnTo>
                  <a:lnTo>
                    <a:pt x="195704" y="328249"/>
                  </a:lnTo>
                  <a:lnTo>
                    <a:pt x="195511" y="328333"/>
                  </a:lnTo>
                  <a:lnTo>
                    <a:pt x="195337" y="328474"/>
                  </a:lnTo>
                  <a:lnTo>
                    <a:pt x="195179" y="328646"/>
                  </a:lnTo>
                  <a:lnTo>
                    <a:pt x="194685" y="328768"/>
                  </a:lnTo>
                  <a:lnTo>
                    <a:pt x="194473" y="328966"/>
                  </a:lnTo>
                  <a:lnTo>
                    <a:pt x="194200" y="329321"/>
                  </a:lnTo>
                  <a:lnTo>
                    <a:pt x="194111" y="329484"/>
                  </a:lnTo>
                  <a:lnTo>
                    <a:pt x="194028" y="329851"/>
                  </a:lnTo>
                  <a:lnTo>
                    <a:pt x="193738" y="330176"/>
                  </a:lnTo>
                  <a:lnTo>
                    <a:pt x="193625" y="330432"/>
                  </a:lnTo>
                  <a:lnTo>
                    <a:pt x="193305" y="330514"/>
                  </a:lnTo>
                  <a:lnTo>
                    <a:pt x="193021" y="330526"/>
                  </a:lnTo>
                  <a:lnTo>
                    <a:pt x="192825" y="330425"/>
                  </a:lnTo>
                  <a:lnTo>
                    <a:pt x="192752" y="330024"/>
                  </a:lnTo>
                  <a:lnTo>
                    <a:pt x="192537" y="329942"/>
                  </a:lnTo>
                  <a:lnTo>
                    <a:pt x="192237" y="330021"/>
                  </a:lnTo>
                  <a:lnTo>
                    <a:pt x="192102" y="329999"/>
                  </a:lnTo>
                  <a:lnTo>
                    <a:pt x="191632" y="329880"/>
                  </a:lnTo>
                  <a:lnTo>
                    <a:pt x="191447" y="330168"/>
                  </a:lnTo>
                  <a:lnTo>
                    <a:pt x="191262" y="330202"/>
                  </a:lnTo>
                  <a:lnTo>
                    <a:pt x="191134" y="330302"/>
                  </a:lnTo>
                  <a:lnTo>
                    <a:pt x="190804" y="330599"/>
                  </a:lnTo>
                  <a:lnTo>
                    <a:pt x="190534" y="330533"/>
                  </a:lnTo>
                  <a:lnTo>
                    <a:pt x="190432" y="330670"/>
                  </a:lnTo>
                  <a:lnTo>
                    <a:pt x="190343" y="330917"/>
                  </a:lnTo>
                  <a:lnTo>
                    <a:pt x="190180" y="331225"/>
                  </a:lnTo>
                  <a:lnTo>
                    <a:pt x="189808" y="331257"/>
                  </a:lnTo>
                  <a:lnTo>
                    <a:pt x="189471" y="331261"/>
                  </a:lnTo>
                  <a:lnTo>
                    <a:pt x="189195" y="330916"/>
                  </a:lnTo>
                  <a:lnTo>
                    <a:pt x="189023" y="330702"/>
                  </a:lnTo>
                  <a:lnTo>
                    <a:pt x="188863" y="330658"/>
                  </a:lnTo>
                  <a:lnTo>
                    <a:pt x="188485" y="330811"/>
                  </a:lnTo>
                  <a:lnTo>
                    <a:pt x="188317" y="331003"/>
                  </a:lnTo>
                  <a:lnTo>
                    <a:pt x="188051" y="331219"/>
                  </a:lnTo>
                  <a:lnTo>
                    <a:pt x="187792" y="331145"/>
                  </a:lnTo>
                  <a:lnTo>
                    <a:pt x="187436" y="331112"/>
                  </a:lnTo>
                  <a:lnTo>
                    <a:pt x="187103" y="331428"/>
                  </a:lnTo>
                  <a:lnTo>
                    <a:pt x="186542" y="331602"/>
                  </a:lnTo>
                  <a:lnTo>
                    <a:pt x="186267" y="331607"/>
                  </a:lnTo>
                  <a:lnTo>
                    <a:pt x="186101" y="331720"/>
                  </a:lnTo>
                  <a:lnTo>
                    <a:pt x="185947" y="332005"/>
                  </a:lnTo>
                  <a:lnTo>
                    <a:pt x="185894" y="332210"/>
                  </a:lnTo>
                  <a:lnTo>
                    <a:pt x="185939" y="332421"/>
                  </a:lnTo>
                  <a:lnTo>
                    <a:pt x="185673" y="332687"/>
                  </a:lnTo>
                  <a:lnTo>
                    <a:pt x="185524" y="332597"/>
                  </a:lnTo>
                  <a:lnTo>
                    <a:pt x="185337" y="332428"/>
                  </a:lnTo>
                  <a:lnTo>
                    <a:pt x="185243" y="332237"/>
                  </a:lnTo>
                  <a:lnTo>
                    <a:pt x="185160" y="332030"/>
                  </a:lnTo>
                  <a:lnTo>
                    <a:pt x="184750" y="331886"/>
                  </a:lnTo>
                  <a:lnTo>
                    <a:pt x="184417" y="331975"/>
                  </a:lnTo>
                  <a:lnTo>
                    <a:pt x="184065" y="332061"/>
                  </a:lnTo>
                  <a:lnTo>
                    <a:pt x="183737" y="332052"/>
                  </a:lnTo>
                  <a:lnTo>
                    <a:pt x="183349" y="332113"/>
                  </a:lnTo>
                  <a:lnTo>
                    <a:pt x="183214" y="332147"/>
                  </a:lnTo>
                  <a:lnTo>
                    <a:pt x="183060" y="332245"/>
                  </a:lnTo>
                  <a:lnTo>
                    <a:pt x="182799" y="332447"/>
                  </a:lnTo>
                  <a:lnTo>
                    <a:pt x="182365" y="332946"/>
                  </a:lnTo>
                  <a:lnTo>
                    <a:pt x="182040" y="333295"/>
                  </a:lnTo>
                  <a:lnTo>
                    <a:pt x="181877" y="333338"/>
                  </a:lnTo>
                  <a:lnTo>
                    <a:pt x="181665" y="333368"/>
                  </a:lnTo>
                  <a:lnTo>
                    <a:pt x="181416" y="333723"/>
                  </a:lnTo>
                  <a:lnTo>
                    <a:pt x="181227" y="334160"/>
                  </a:lnTo>
                  <a:lnTo>
                    <a:pt x="181126" y="334341"/>
                  </a:lnTo>
                  <a:lnTo>
                    <a:pt x="180917" y="334443"/>
                  </a:lnTo>
                  <a:lnTo>
                    <a:pt x="180784" y="334628"/>
                  </a:lnTo>
                  <a:lnTo>
                    <a:pt x="180644" y="334760"/>
                  </a:lnTo>
                  <a:lnTo>
                    <a:pt x="180352" y="335042"/>
                  </a:lnTo>
                  <a:lnTo>
                    <a:pt x="180111" y="335204"/>
                  </a:lnTo>
                  <a:lnTo>
                    <a:pt x="179960" y="335455"/>
                  </a:lnTo>
                  <a:lnTo>
                    <a:pt x="179993" y="335603"/>
                  </a:lnTo>
                  <a:lnTo>
                    <a:pt x="179854" y="335945"/>
                  </a:lnTo>
                  <a:lnTo>
                    <a:pt x="179687" y="336120"/>
                  </a:lnTo>
                  <a:lnTo>
                    <a:pt x="179539" y="336220"/>
                  </a:lnTo>
                  <a:lnTo>
                    <a:pt x="179440" y="336664"/>
                  </a:lnTo>
                  <a:lnTo>
                    <a:pt x="179224" y="336906"/>
                  </a:lnTo>
                  <a:lnTo>
                    <a:pt x="179059" y="336864"/>
                  </a:lnTo>
                  <a:lnTo>
                    <a:pt x="178858" y="336788"/>
                  </a:lnTo>
                  <a:lnTo>
                    <a:pt x="178802" y="336962"/>
                  </a:lnTo>
                  <a:lnTo>
                    <a:pt x="178489" y="337135"/>
                  </a:lnTo>
                  <a:lnTo>
                    <a:pt x="178646" y="337505"/>
                  </a:lnTo>
                  <a:lnTo>
                    <a:pt x="178397" y="337951"/>
                  </a:lnTo>
                  <a:lnTo>
                    <a:pt x="178012" y="337913"/>
                  </a:lnTo>
                  <a:lnTo>
                    <a:pt x="177771" y="337941"/>
                  </a:lnTo>
                  <a:lnTo>
                    <a:pt x="177566" y="338066"/>
                  </a:lnTo>
                  <a:lnTo>
                    <a:pt x="177448" y="338518"/>
                  </a:lnTo>
                  <a:lnTo>
                    <a:pt x="177352" y="338868"/>
                  </a:lnTo>
                  <a:lnTo>
                    <a:pt x="177079" y="339257"/>
                  </a:lnTo>
                  <a:lnTo>
                    <a:pt x="176872" y="339463"/>
                  </a:lnTo>
                  <a:lnTo>
                    <a:pt x="176869" y="339598"/>
                  </a:lnTo>
                  <a:lnTo>
                    <a:pt x="176766" y="339937"/>
                  </a:lnTo>
                  <a:lnTo>
                    <a:pt x="176704" y="340138"/>
                  </a:lnTo>
                  <a:lnTo>
                    <a:pt x="176758" y="340392"/>
                  </a:lnTo>
                  <a:lnTo>
                    <a:pt x="176610" y="340676"/>
                  </a:lnTo>
                  <a:lnTo>
                    <a:pt x="176542" y="340844"/>
                  </a:lnTo>
                  <a:lnTo>
                    <a:pt x="176725" y="341240"/>
                  </a:lnTo>
                  <a:lnTo>
                    <a:pt x="176800" y="341406"/>
                  </a:lnTo>
                  <a:lnTo>
                    <a:pt x="176754" y="341699"/>
                  </a:lnTo>
                  <a:lnTo>
                    <a:pt x="177095" y="342218"/>
                  </a:lnTo>
                  <a:lnTo>
                    <a:pt x="177249" y="342687"/>
                  </a:lnTo>
                  <a:lnTo>
                    <a:pt x="177503" y="343178"/>
                  </a:lnTo>
                  <a:lnTo>
                    <a:pt x="177341" y="343476"/>
                  </a:lnTo>
                  <a:lnTo>
                    <a:pt x="176757" y="343888"/>
                  </a:lnTo>
                  <a:lnTo>
                    <a:pt x="176558" y="344026"/>
                  </a:lnTo>
                  <a:lnTo>
                    <a:pt x="176209" y="344314"/>
                  </a:lnTo>
                  <a:lnTo>
                    <a:pt x="176163" y="344545"/>
                  </a:lnTo>
                  <a:lnTo>
                    <a:pt x="175969" y="344718"/>
                  </a:lnTo>
                  <a:lnTo>
                    <a:pt x="175824" y="344801"/>
                  </a:lnTo>
                  <a:lnTo>
                    <a:pt x="175492" y="345153"/>
                  </a:lnTo>
                  <a:lnTo>
                    <a:pt x="175179" y="345467"/>
                  </a:lnTo>
                  <a:lnTo>
                    <a:pt x="175211" y="345661"/>
                  </a:lnTo>
                  <a:lnTo>
                    <a:pt x="175383" y="345886"/>
                  </a:lnTo>
                  <a:lnTo>
                    <a:pt x="175276" y="346162"/>
                  </a:lnTo>
                  <a:lnTo>
                    <a:pt x="175501" y="346847"/>
                  </a:lnTo>
                  <a:lnTo>
                    <a:pt x="175847" y="347151"/>
                  </a:lnTo>
                  <a:lnTo>
                    <a:pt x="176141" y="347631"/>
                  </a:lnTo>
                  <a:lnTo>
                    <a:pt x="176276" y="347809"/>
                  </a:lnTo>
                  <a:lnTo>
                    <a:pt x="176436" y="347876"/>
                  </a:lnTo>
                  <a:lnTo>
                    <a:pt x="176745" y="348034"/>
                  </a:lnTo>
                  <a:lnTo>
                    <a:pt x="177111" y="348297"/>
                  </a:lnTo>
                  <a:lnTo>
                    <a:pt x="176967" y="348382"/>
                  </a:lnTo>
                  <a:lnTo>
                    <a:pt x="177081" y="348757"/>
                  </a:lnTo>
                  <a:lnTo>
                    <a:pt x="177248" y="348892"/>
                  </a:lnTo>
                  <a:lnTo>
                    <a:pt x="177484" y="349123"/>
                  </a:lnTo>
                  <a:lnTo>
                    <a:pt x="177613" y="349255"/>
                  </a:lnTo>
                  <a:lnTo>
                    <a:pt x="177422" y="349503"/>
                  </a:lnTo>
                  <a:lnTo>
                    <a:pt x="177404" y="349657"/>
                  </a:lnTo>
                  <a:lnTo>
                    <a:pt x="177414" y="349849"/>
                  </a:lnTo>
                  <a:lnTo>
                    <a:pt x="177438" y="350080"/>
                  </a:lnTo>
                  <a:lnTo>
                    <a:pt x="177450" y="350337"/>
                  </a:lnTo>
                  <a:lnTo>
                    <a:pt x="177386" y="350546"/>
                  </a:lnTo>
                  <a:lnTo>
                    <a:pt x="177417" y="350846"/>
                  </a:lnTo>
                  <a:lnTo>
                    <a:pt x="177056" y="351828"/>
                  </a:lnTo>
                  <a:lnTo>
                    <a:pt x="176810" y="352232"/>
                  </a:lnTo>
                  <a:lnTo>
                    <a:pt x="176702" y="352448"/>
                  </a:lnTo>
                  <a:lnTo>
                    <a:pt x="176683" y="353180"/>
                  </a:lnTo>
                  <a:lnTo>
                    <a:pt x="176818" y="353376"/>
                  </a:lnTo>
                  <a:lnTo>
                    <a:pt x="177175" y="353465"/>
                  </a:lnTo>
                  <a:lnTo>
                    <a:pt x="177655" y="353936"/>
                  </a:lnTo>
                  <a:lnTo>
                    <a:pt x="178001" y="354183"/>
                  </a:lnTo>
                  <a:lnTo>
                    <a:pt x="178162" y="354369"/>
                  </a:lnTo>
                  <a:lnTo>
                    <a:pt x="178389" y="354765"/>
                  </a:lnTo>
                  <a:lnTo>
                    <a:pt x="178529" y="354875"/>
                  </a:lnTo>
                  <a:lnTo>
                    <a:pt x="178558" y="355093"/>
                  </a:lnTo>
                  <a:lnTo>
                    <a:pt x="178542" y="355512"/>
                  </a:lnTo>
                  <a:lnTo>
                    <a:pt x="178814" y="355811"/>
                  </a:lnTo>
                  <a:lnTo>
                    <a:pt x="178698" y="356132"/>
                  </a:lnTo>
                  <a:lnTo>
                    <a:pt x="178872" y="356154"/>
                  </a:lnTo>
                  <a:lnTo>
                    <a:pt x="179011" y="356361"/>
                  </a:lnTo>
                  <a:lnTo>
                    <a:pt x="179236" y="356603"/>
                  </a:lnTo>
                  <a:lnTo>
                    <a:pt x="179407" y="356801"/>
                  </a:lnTo>
                  <a:lnTo>
                    <a:pt x="179502" y="356937"/>
                  </a:lnTo>
                  <a:lnTo>
                    <a:pt x="179712" y="356877"/>
                  </a:lnTo>
                  <a:lnTo>
                    <a:pt x="179892" y="356820"/>
                  </a:lnTo>
                  <a:lnTo>
                    <a:pt x="180180" y="356791"/>
                  </a:lnTo>
                  <a:lnTo>
                    <a:pt x="180425" y="356863"/>
                  </a:lnTo>
                  <a:lnTo>
                    <a:pt x="180697" y="357171"/>
                  </a:lnTo>
                  <a:lnTo>
                    <a:pt x="180894" y="357338"/>
                  </a:lnTo>
                  <a:lnTo>
                    <a:pt x="180635" y="357416"/>
                  </a:lnTo>
                  <a:lnTo>
                    <a:pt x="180315" y="357744"/>
                  </a:lnTo>
                  <a:lnTo>
                    <a:pt x="180275" y="357880"/>
                  </a:lnTo>
                  <a:lnTo>
                    <a:pt x="180241" y="358065"/>
                  </a:lnTo>
                  <a:lnTo>
                    <a:pt x="180289" y="358440"/>
                  </a:lnTo>
                  <a:lnTo>
                    <a:pt x="179979" y="358675"/>
                  </a:lnTo>
                  <a:lnTo>
                    <a:pt x="179412" y="359046"/>
                  </a:lnTo>
                  <a:lnTo>
                    <a:pt x="179332" y="359282"/>
                  </a:lnTo>
                  <a:lnTo>
                    <a:pt x="179298" y="359690"/>
                  </a:lnTo>
                  <a:lnTo>
                    <a:pt x="179213" y="359897"/>
                  </a:lnTo>
                  <a:lnTo>
                    <a:pt x="179172" y="360318"/>
                  </a:lnTo>
                  <a:lnTo>
                    <a:pt x="179275" y="360622"/>
                  </a:lnTo>
                  <a:lnTo>
                    <a:pt x="179401" y="360801"/>
                  </a:lnTo>
                  <a:lnTo>
                    <a:pt x="179507" y="360947"/>
                  </a:lnTo>
                  <a:lnTo>
                    <a:pt x="179460" y="361450"/>
                  </a:lnTo>
                  <a:lnTo>
                    <a:pt x="179153" y="361696"/>
                  </a:lnTo>
                  <a:lnTo>
                    <a:pt x="179138" y="361929"/>
                  </a:lnTo>
                  <a:lnTo>
                    <a:pt x="178981" y="362095"/>
                  </a:lnTo>
                  <a:lnTo>
                    <a:pt x="178800" y="362050"/>
                  </a:lnTo>
                  <a:lnTo>
                    <a:pt x="178430" y="362292"/>
                  </a:lnTo>
                  <a:lnTo>
                    <a:pt x="178140" y="362252"/>
                  </a:lnTo>
                  <a:lnTo>
                    <a:pt x="177824" y="362027"/>
                  </a:lnTo>
                  <a:lnTo>
                    <a:pt x="177492" y="362178"/>
                  </a:lnTo>
                  <a:lnTo>
                    <a:pt x="177271" y="362433"/>
                  </a:lnTo>
                  <a:lnTo>
                    <a:pt x="177268" y="362044"/>
                  </a:lnTo>
                  <a:lnTo>
                    <a:pt x="177122" y="361598"/>
                  </a:lnTo>
                  <a:lnTo>
                    <a:pt x="177280" y="361198"/>
                  </a:lnTo>
                  <a:lnTo>
                    <a:pt x="177196" y="361034"/>
                  </a:lnTo>
                  <a:lnTo>
                    <a:pt x="176975" y="360700"/>
                  </a:lnTo>
                  <a:lnTo>
                    <a:pt x="176823" y="360788"/>
                  </a:lnTo>
                  <a:lnTo>
                    <a:pt x="176598" y="360754"/>
                  </a:lnTo>
                  <a:lnTo>
                    <a:pt x="176240" y="360541"/>
                  </a:lnTo>
                  <a:lnTo>
                    <a:pt x="176291" y="360328"/>
                  </a:lnTo>
                  <a:lnTo>
                    <a:pt x="175953" y="360353"/>
                  </a:lnTo>
                  <a:lnTo>
                    <a:pt x="175685" y="360212"/>
                  </a:lnTo>
                  <a:lnTo>
                    <a:pt x="175460" y="360191"/>
                  </a:lnTo>
                  <a:lnTo>
                    <a:pt x="175229" y="360444"/>
                  </a:lnTo>
                  <a:lnTo>
                    <a:pt x="175375" y="360699"/>
                  </a:lnTo>
                  <a:lnTo>
                    <a:pt x="175261" y="361005"/>
                  </a:lnTo>
                  <a:lnTo>
                    <a:pt x="174945" y="361265"/>
                  </a:lnTo>
                  <a:lnTo>
                    <a:pt x="174576" y="361385"/>
                  </a:lnTo>
                  <a:lnTo>
                    <a:pt x="174622" y="361542"/>
                  </a:lnTo>
                  <a:lnTo>
                    <a:pt x="174801" y="362387"/>
                  </a:lnTo>
                  <a:lnTo>
                    <a:pt x="174515" y="362603"/>
                  </a:lnTo>
                  <a:lnTo>
                    <a:pt x="174057" y="362876"/>
                  </a:lnTo>
                  <a:lnTo>
                    <a:pt x="173248" y="363119"/>
                  </a:lnTo>
                  <a:lnTo>
                    <a:pt x="173024" y="363364"/>
                  </a:lnTo>
                  <a:lnTo>
                    <a:pt x="173033" y="363586"/>
                  </a:lnTo>
                  <a:lnTo>
                    <a:pt x="172887" y="363901"/>
                  </a:lnTo>
                  <a:lnTo>
                    <a:pt x="172741" y="364058"/>
                  </a:lnTo>
                  <a:lnTo>
                    <a:pt x="172437" y="364285"/>
                  </a:lnTo>
                  <a:lnTo>
                    <a:pt x="172246" y="364294"/>
                  </a:lnTo>
                  <a:lnTo>
                    <a:pt x="172042" y="364660"/>
                  </a:lnTo>
                  <a:lnTo>
                    <a:pt x="172038" y="364851"/>
                  </a:lnTo>
                  <a:lnTo>
                    <a:pt x="172261" y="364998"/>
                  </a:lnTo>
                  <a:lnTo>
                    <a:pt x="172042" y="365141"/>
                  </a:lnTo>
                  <a:lnTo>
                    <a:pt x="171957" y="365344"/>
                  </a:lnTo>
                  <a:lnTo>
                    <a:pt x="171506" y="365524"/>
                  </a:lnTo>
                  <a:lnTo>
                    <a:pt x="171313" y="365587"/>
                  </a:lnTo>
                  <a:lnTo>
                    <a:pt x="171110" y="365717"/>
                  </a:lnTo>
                  <a:lnTo>
                    <a:pt x="171402" y="365862"/>
                  </a:lnTo>
                  <a:lnTo>
                    <a:pt x="171496" y="366036"/>
                  </a:lnTo>
                  <a:lnTo>
                    <a:pt x="171217" y="366554"/>
                  </a:lnTo>
                  <a:lnTo>
                    <a:pt x="170916" y="366609"/>
                  </a:lnTo>
                  <a:lnTo>
                    <a:pt x="170735" y="366678"/>
                  </a:lnTo>
                  <a:lnTo>
                    <a:pt x="170382" y="367176"/>
                  </a:lnTo>
                  <a:lnTo>
                    <a:pt x="170174" y="367475"/>
                  </a:lnTo>
                  <a:lnTo>
                    <a:pt x="170238" y="367760"/>
                  </a:lnTo>
                  <a:lnTo>
                    <a:pt x="170326" y="367973"/>
                  </a:lnTo>
                  <a:lnTo>
                    <a:pt x="169899" y="368543"/>
                  </a:lnTo>
                  <a:lnTo>
                    <a:pt x="169892" y="368800"/>
                  </a:lnTo>
                  <a:lnTo>
                    <a:pt x="169922" y="368952"/>
                  </a:lnTo>
                  <a:lnTo>
                    <a:pt x="170037" y="369294"/>
                  </a:lnTo>
                  <a:lnTo>
                    <a:pt x="170093" y="369432"/>
                  </a:lnTo>
                  <a:lnTo>
                    <a:pt x="170042" y="369950"/>
                  </a:lnTo>
                  <a:lnTo>
                    <a:pt x="169903" y="369925"/>
                  </a:lnTo>
                  <a:lnTo>
                    <a:pt x="169656" y="369965"/>
                  </a:lnTo>
                  <a:lnTo>
                    <a:pt x="170352" y="369919"/>
                  </a:lnTo>
                  <a:lnTo>
                    <a:pt x="170404" y="370172"/>
                  </a:lnTo>
                  <a:lnTo>
                    <a:pt x="170139" y="370465"/>
                  </a:lnTo>
                  <a:lnTo>
                    <a:pt x="170385" y="370589"/>
                  </a:lnTo>
                  <a:lnTo>
                    <a:pt x="170498" y="370860"/>
                  </a:lnTo>
                  <a:lnTo>
                    <a:pt x="170428" y="371031"/>
                  </a:lnTo>
                  <a:lnTo>
                    <a:pt x="170334" y="371369"/>
                  </a:lnTo>
                  <a:lnTo>
                    <a:pt x="170170" y="371512"/>
                  </a:lnTo>
                  <a:lnTo>
                    <a:pt x="170361" y="372022"/>
                  </a:lnTo>
                  <a:lnTo>
                    <a:pt x="170531" y="372091"/>
                  </a:lnTo>
                  <a:lnTo>
                    <a:pt x="171151" y="372328"/>
                  </a:lnTo>
                  <a:lnTo>
                    <a:pt x="171207" y="372046"/>
                  </a:lnTo>
                  <a:lnTo>
                    <a:pt x="171400" y="371909"/>
                  </a:lnTo>
                  <a:lnTo>
                    <a:pt x="171413" y="372436"/>
                  </a:lnTo>
                  <a:lnTo>
                    <a:pt x="171582" y="372443"/>
                  </a:lnTo>
                  <a:lnTo>
                    <a:pt x="172362" y="372103"/>
                  </a:lnTo>
                  <a:lnTo>
                    <a:pt x="172820" y="371867"/>
                  </a:lnTo>
                  <a:lnTo>
                    <a:pt x="173028" y="371805"/>
                  </a:lnTo>
                  <a:lnTo>
                    <a:pt x="173338" y="371654"/>
                  </a:lnTo>
                  <a:lnTo>
                    <a:pt x="173963" y="372227"/>
                  </a:lnTo>
                  <a:lnTo>
                    <a:pt x="173944" y="372432"/>
                  </a:lnTo>
                  <a:lnTo>
                    <a:pt x="174013" y="372870"/>
                  </a:lnTo>
                  <a:lnTo>
                    <a:pt x="173948" y="373170"/>
                  </a:lnTo>
                  <a:lnTo>
                    <a:pt x="173941" y="373462"/>
                  </a:lnTo>
                  <a:lnTo>
                    <a:pt x="174286" y="373633"/>
                  </a:lnTo>
                  <a:lnTo>
                    <a:pt x="174367" y="374255"/>
                  </a:lnTo>
                  <a:lnTo>
                    <a:pt x="174234" y="374640"/>
                  </a:lnTo>
                  <a:lnTo>
                    <a:pt x="174109" y="374788"/>
                  </a:lnTo>
                  <a:lnTo>
                    <a:pt x="173774" y="374944"/>
                  </a:lnTo>
                  <a:lnTo>
                    <a:pt x="173366" y="375267"/>
                  </a:lnTo>
                  <a:lnTo>
                    <a:pt x="173291" y="375417"/>
                  </a:lnTo>
                  <a:lnTo>
                    <a:pt x="173204" y="375587"/>
                  </a:lnTo>
                  <a:lnTo>
                    <a:pt x="172892" y="375768"/>
                  </a:lnTo>
                  <a:lnTo>
                    <a:pt x="172539" y="376192"/>
                  </a:lnTo>
                  <a:lnTo>
                    <a:pt x="172230" y="376384"/>
                  </a:lnTo>
                  <a:lnTo>
                    <a:pt x="172060" y="376445"/>
                  </a:lnTo>
                  <a:lnTo>
                    <a:pt x="171612" y="376530"/>
                  </a:lnTo>
                  <a:lnTo>
                    <a:pt x="171384" y="376860"/>
                  </a:lnTo>
                  <a:lnTo>
                    <a:pt x="171359" y="377074"/>
                  </a:lnTo>
                  <a:lnTo>
                    <a:pt x="171052" y="377507"/>
                  </a:lnTo>
                  <a:lnTo>
                    <a:pt x="170897" y="377671"/>
                  </a:lnTo>
                  <a:lnTo>
                    <a:pt x="170549" y="377779"/>
                  </a:lnTo>
                  <a:lnTo>
                    <a:pt x="170526" y="377991"/>
                  </a:lnTo>
                  <a:lnTo>
                    <a:pt x="170577" y="378151"/>
                  </a:lnTo>
                  <a:lnTo>
                    <a:pt x="170396" y="378562"/>
                  </a:lnTo>
                  <a:lnTo>
                    <a:pt x="170343" y="378199"/>
                  </a:lnTo>
                  <a:lnTo>
                    <a:pt x="170211" y="378169"/>
                  </a:lnTo>
                  <a:lnTo>
                    <a:pt x="170295" y="378574"/>
                  </a:lnTo>
                  <a:lnTo>
                    <a:pt x="169783" y="378528"/>
                  </a:lnTo>
                  <a:lnTo>
                    <a:pt x="169721" y="378856"/>
                  </a:lnTo>
                  <a:lnTo>
                    <a:pt x="169513" y="379340"/>
                  </a:lnTo>
                  <a:lnTo>
                    <a:pt x="169160" y="379854"/>
                  </a:lnTo>
                  <a:lnTo>
                    <a:pt x="168982" y="379807"/>
                  </a:lnTo>
                  <a:lnTo>
                    <a:pt x="168829" y="379995"/>
                  </a:lnTo>
                  <a:lnTo>
                    <a:pt x="168780" y="380149"/>
                  </a:lnTo>
                  <a:lnTo>
                    <a:pt x="168747" y="380430"/>
                  </a:lnTo>
                  <a:lnTo>
                    <a:pt x="168815" y="380612"/>
                  </a:lnTo>
                  <a:lnTo>
                    <a:pt x="169075" y="381200"/>
                  </a:lnTo>
                  <a:lnTo>
                    <a:pt x="169135" y="381375"/>
                  </a:lnTo>
                  <a:lnTo>
                    <a:pt x="169138" y="381569"/>
                  </a:lnTo>
                  <a:lnTo>
                    <a:pt x="168987" y="382059"/>
                  </a:lnTo>
                  <a:lnTo>
                    <a:pt x="168555" y="382060"/>
                  </a:lnTo>
                  <a:lnTo>
                    <a:pt x="168325" y="381926"/>
                  </a:lnTo>
                  <a:lnTo>
                    <a:pt x="168073" y="381928"/>
                  </a:lnTo>
                  <a:lnTo>
                    <a:pt x="167906" y="382017"/>
                  </a:lnTo>
                  <a:lnTo>
                    <a:pt x="167644" y="382224"/>
                  </a:lnTo>
                  <a:lnTo>
                    <a:pt x="167398" y="382180"/>
                  </a:lnTo>
                  <a:lnTo>
                    <a:pt x="167219" y="382249"/>
                  </a:lnTo>
                  <a:lnTo>
                    <a:pt x="167208" y="382539"/>
                  </a:lnTo>
                  <a:lnTo>
                    <a:pt x="166931" y="383013"/>
                  </a:lnTo>
                  <a:lnTo>
                    <a:pt x="166658" y="383115"/>
                  </a:lnTo>
                  <a:lnTo>
                    <a:pt x="166403" y="383412"/>
                  </a:lnTo>
                  <a:lnTo>
                    <a:pt x="166287" y="383837"/>
                  </a:lnTo>
                  <a:lnTo>
                    <a:pt x="165897" y="384049"/>
                  </a:lnTo>
                  <a:lnTo>
                    <a:pt x="165650" y="384016"/>
                  </a:lnTo>
                  <a:lnTo>
                    <a:pt x="165394" y="384272"/>
                  </a:lnTo>
                  <a:lnTo>
                    <a:pt x="165182" y="384249"/>
                  </a:lnTo>
                  <a:lnTo>
                    <a:pt x="164821" y="384230"/>
                  </a:lnTo>
                  <a:lnTo>
                    <a:pt x="164527" y="384602"/>
                  </a:lnTo>
                  <a:lnTo>
                    <a:pt x="164449" y="384824"/>
                  </a:lnTo>
                  <a:lnTo>
                    <a:pt x="164186" y="384859"/>
                  </a:lnTo>
                  <a:lnTo>
                    <a:pt x="163941" y="384769"/>
                  </a:lnTo>
                  <a:lnTo>
                    <a:pt x="163810" y="384803"/>
                  </a:lnTo>
                  <a:lnTo>
                    <a:pt x="163389" y="384981"/>
                  </a:lnTo>
                  <a:lnTo>
                    <a:pt x="163142" y="384625"/>
                  </a:lnTo>
                  <a:lnTo>
                    <a:pt x="163004" y="384512"/>
                  </a:lnTo>
                  <a:lnTo>
                    <a:pt x="162826" y="384577"/>
                  </a:lnTo>
                  <a:lnTo>
                    <a:pt x="162523" y="384617"/>
                  </a:lnTo>
                  <a:lnTo>
                    <a:pt x="162222" y="384900"/>
                  </a:lnTo>
                  <a:lnTo>
                    <a:pt x="161633" y="384830"/>
                  </a:lnTo>
                  <a:lnTo>
                    <a:pt x="161435" y="384878"/>
                  </a:lnTo>
                  <a:lnTo>
                    <a:pt x="161095" y="385097"/>
                  </a:lnTo>
                  <a:lnTo>
                    <a:pt x="160923" y="385261"/>
                  </a:lnTo>
                  <a:lnTo>
                    <a:pt x="160801" y="385516"/>
                  </a:lnTo>
                  <a:lnTo>
                    <a:pt x="160734" y="385855"/>
                  </a:lnTo>
                  <a:lnTo>
                    <a:pt x="160399" y="385954"/>
                  </a:lnTo>
                  <a:lnTo>
                    <a:pt x="160216" y="385977"/>
                  </a:lnTo>
                  <a:lnTo>
                    <a:pt x="159946" y="386046"/>
                  </a:lnTo>
                  <a:lnTo>
                    <a:pt x="159699" y="386255"/>
                  </a:lnTo>
                  <a:lnTo>
                    <a:pt x="159519" y="386437"/>
                  </a:lnTo>
                  <a:lnTo>
                    <a:pt x="159532" y="386578"/>
                  </a:lnTo>
                  <a:lnTo>
                    <a:pt x="159302" y="386735"/>
                  </a:lnTo>
                  <a:lnTo>
                    <a:pt x="158989" y="387068"/>
                  </a:lnTo>
                  <a:lnTo>
                    <a:pt x="158939" y="387257"/>
                  </a:lnTo>
                  <a:lnTo>
                    <a:pt x="158933" y="387641"/>
                  </a:lnTo>
                  <a:lnTo>
                    <a:pt x="159044" y="388118"/>
                  </a:lnTo>
                  <a:lnTo>
                    <a:pt x="159002" y="388258"/>
                  </a:lnTo>
                  <a:lnTo>
                    <a:pt x="158975" y="388430"/>
                  </a:lnTo>
                  <a:lnTo>
                    <a:pt x="159150" y="388646"/>
                  </a:lnTo>
                  <a:lnTo>
                    <a:pt x="159290" y="388468"/>
                  </a:lnTo>
                  <a:lnTo>
                    <a:pt x="159415" y="388660"/>
                  </a:lnTo>
                  <a:lnTo>
                    <a:pt x="159501" y="388903"/>
                  </a:lnTo>
                  <a:lnTo>
                    <a:pt x="159730" y="388988"/>
                  </a:lnTo>
                  <a:lnTo>
                    <a:pt x="160119" y="389181"/>
                  </a:lnTo>
                  <a:lnTo>
                    <a:pt x="160230" y="389341"/>
                  </a:lnTo>
                  <a:lnTo>
                    <a:pt x="160267" y="389502"/>
                  </a:lnTo>
                  <a:lnTo>
                    <a:pt x="160288" y="389940"/>
                  </a:lnTo>
                  <a:lnTo>
                    <a:pt x="160547" y="389978"/>
                  </a:lnTo>
                  <a:lnTo>
                    <a:pt x="160907" y="390381"/>
                  </a:lnTo>
                  <a:lnTo>
                    <a:pt x="161022" y="391139"/>
                  </a:lnTo>
                  <a:lnTo>
                    <a:pt x="160971" y="391373"/>
                  </a:lnTo>
                  <a:lnTo>
                    <a:pt x="160973" y="391687"/>
                  </a:lnTo>
                  <a:lnTo>
                    <a:pt x="160741" y="392342"/>
                  </a:lnTo>
                  <a:lnTo>
                    <a:pt x="160478" y="392255"/>
                  </a:lnTo>
                  <a:lnTo>
                    <a:pt x="160436" y="391438"/>
                  </a:lnTo>
                  <a:lnTo>
                    <a:pt x="160116" y="391464"/>
                  </a:lnTo>
                  <a:lnTo>
                    <a:pt x="159734" y="391704"/>
                  </a:lnTo>
                  <a:lnTo>
                    <a:pt x="159278" y="391734"/>
                  </a:lnTo>
                  <a:lnTo>
                    <a:pt x="158919" y="391678"/>
                  </a:lnTo>
                  <a:lnTo>
                    <a:pt x="158818" y="391847"/>
                  </a:lnTo>
                  <a:lnTo>
                    <a:pt x="158638" y="392192"/>
                  </a:lnTo>
                  <a:lnTo>
                    <a:pt x="158521" y="392392"/>
                  </a:lnTo>
                  <a:lnTo>
                    <a:pt x="158464" y="392569"/>
                  </a:lnTo>
                  <a:lnTo>
                    <a:pt x="158442" y="393074"/>
                  </a:lnTo>
                  <a:lnTo>
                    <a:pt x="158130" y="393236"/>
                  </a:lnTo>
                  <a:lnTo>
                    <a:pt x="158031" y="393387"/>
                  </a:lnTo>
                  <a:lnTo>
                    <a:pt x="157996" y="393526"/>
                  </a:lnTo>
                  <a:lnTo>
                    <a:pt x="158023" y="393934"/>
                  </a:lnTo>
                  <a:lnTo>
                    <a:pt x="158054" y="394074"/>
                  </a:lnTo>
                  <a:lnTo>
                    <a:pt x="158086" y="394426"/>
                  </a:lnTo>
                  <a:lnTo>
                    <a:pt x="157813" y="394639"/>
                  </a:lnTo>
                  <a:lnTo>
                    <a:pt x="157439" y="394655"/>
                  </a:lnTo>
                  <a:lnTo>
                    <a:pt x="157123" y="394827"/>
                  </a:lnTo>
                  <a:lnTo>
                    <a:pt x="156878" y="394714"/>
                  </a:lnTo>
                  <a:lnTo>
                    <a:pt x="156576" y="394526"/>
                  </a:lnTo>
                  <a:lnTo>
                    <a:pt x="156263" y="394399"/>
                  </a:lnTo>
                  <a:lnTo>
                    <a:pt x="156250" y="394577"/>
                  </a:lnTo>
                  <a:lnTo>
                    <a:pt x="156310" y="394892"/>
                  </a:lnTo>
                  <a:lnTo>
                    <a:pt x="156118" y="394911"/>
                  </a:lnTo>
                  <a:lnTo>
                    <a:pt x="155944" y="394883"/>
                  </a:lnTo>
                  <a:lnTo>
                    <a:pt x="155912" y="395121"/>
                  </a:lnTo>
                  <a:lnTo>
                    <a:pt x="155835" y="396542"/>
                  </a:lnTo>
                  <a:lnTo>
                    <a:pt x="156090" y="396900"/>
                  </a:lnTo>
                  <a:lnTo>
                    <a:pt x="156356" y="397344"/>
                  </a:lnTo>
                  <a:lnTo>
                    <a:pt x="155809" y="397631"/>
                  </a:lnTo>
                  <a:lnTo>
                    <a:pt x="155332" y="398177"/>
                  </a:lnTo>
                  <a:lnTo>
                    <a:pt x="155084" y="398244"/>
                  </a:lnTo>
                  <a:lnTo>
                    <a:pt x="155128" y="398429"/>
                  </a:lnTo>
                  <a:lnTo>
                    <a:pt x="155350" y="398746"/>
                  </a:lnTo>
                  <a:lnTo>
                    <a:pt x="155118" y="399215"/>
                  </a:lnTo>
                  <a:lnTo>
                    <a:pt x="155342" y="399400"/>
                  </a:lnTo>
                  <a:lnTo>
                    <a:pt x="155607" y="399445"/>
                  </a:lnTo>
                  <a:lnTo>
                    <a:pt x="155682" y="399631"/>
                  </a:lnTo>
                  <a:lnTo>
                    <a:pt x="155742" y="399913"/>
                  </a:lnTo>
                  <a:lnTo>
                    <a:pt x="155734" y="400066"/>
                  </a:lnTo>
                  <a:lnTo>
                    <a:pt x="155653" y="400300"/>
                  </a:lnTo>
                  <a:lnTo>
                    <a:pt x="155770" y="400643"/>
                  </a:lnTo>
                  <a:lnTo>
                    <a:pt x="156107" y="401194"/>
                  </a:lnTo>
                  <a:lnTo>
                    <a:pt x="156117" y="401333"/>
                  </a:lnTo>
                  <a:lnTo>
                    <a:pt x="155993" y="401521"/>
                  </a:lnTo>
                  <a:lnTo>
                    <a:pt x="155798" y="402026"/>
                  </a:lnTo>
                  <a:lnTo>
                    <a:pt x="155420" y="402110"/>
                  </a:lnTo>
                  <a:lnTo>
                    <a:pt x="155005" y="402185"/>
                  </a:lnTo>
                  <a:lnTo>
                    <a:pt x="154945" y="402472"/>
                  </a:lnTo>
                  <a:lnTo>
                    <a:pt x="154885" y="402691"/>
                  </a:lnTo>
                  <a:lnTo>
                    <a:pt x="154888" y="402892"/>
                  </a:lnTo>
                  <a:lnTo>
                    <a:pt x="154885" y="403753"/>
                  </a:lnTo>
                  <a:lnTo>
                    <a:pt x="154450" y="403832"/>
                  </a:lnTo>
                  <a:lnTo>
                    <a:pt x="154237" y="403884"/>
                  </a:lnTo>
                  <a:lnTo>
                    <a:pt x="154023" y="403956"/>
                  </a:lnTo>
                  <a:lnTo>
                    <a:pt x="153955" y="404499"/>
                  </a:lnTo>
                  <a:lnTo>
                    <a:pt x="153802" y="404597"/>
                  </a:lnTo>
                  <a:lnTo>
                    <a:pt x="153611" y="404751"/>
                  </a:lnTo>
                  <a:lnTo>
                    <a:pt x="153570" y="404890"/>
                  </a:lnTo>
                  <a:lnTo>
                    <a:pt x="153741" y="404960"/>
                  </a:lnTo>
                  <a:lnTo>
                    <a:pt x="153740" y="405329"/>
                  </a:lnTo>
                  <a:lnTo>
                    <a:pt x="153664" y="405689"/>
                  </a:lnTo>
                  <a:lnTo>
                    <a:pt x="154030" y="405706"/>
                  </a:lnTo>
                  <a:lnTo>
                    <a:pt x="154205" y="405635"/>
                  </a:lnTo>
                  <a:lnTo>
                    <a:pt x="154010" y="405820"/>
                  </a:lnTo>
                  <a:lnTo>
                    <a:pt x="153817" y="406326"/>
                  </a:lnTo>
                  <a:lnTo>
                    <a:pt x="154125" y="406916"/>
                  </a:lnTo>
                  <a:lnTo>
                    <a:pt x="154130" y="407056"/>
                  </a:lnTo>
                  <a:lnTo>
                    <a:pt x="154414" y="407407"/>
                  </a:lnTo>
                  <a:lnTo>
                    <a:pt x="154330" y="407666"/>
                  </a:lnTo>
                  <a:lnTo>
                    <a:pt x="154272" y="407843"/>
                  </a:lnTo>
                  <a:lnTo>
                    <a:pt x="154375" y="408075"/>
                  </a:lnTo>
                  <a:lnTo>
                    <a:pt x="154348" y="408259"/>
                  </a:lnTo>
                  <a:lnTo>
                    <a:pt x="154164" y="408623"/>
                  </a:lnTo>
                  <a:lnTo>
                    <a:pt x="153808" y="408440"/>
                  </a:lnTo>
                  <a:lnTo>
                    <a:pt x="153478" y="408767"/>
                  </a:lnTo>
                  <a:lnTo>
                    <a:pt x="153592" y="409136"/>
                  </a:lnTo>
                  <a:lnTo>
                    <a:pt x="153744" y="409450"/>
                  </a:lnTo>
                  <a:lnTo>
                    <a:pt x="153623" y="409624"/>
                  </a:lnTo>
                  <a:lnTo>
                    <a:pt x="153407" y="409881"/>
                  </a:lnTo>
                  <a:lnTo>
                    <a:pt x="153131" y="410507"/>
                  </a:lnTo>
                  <a:lnTo>
                    <a:pt x="153194" y="410939"/>
                  </a:lnTo>
                  <a:lnTo>
                    <a:pt x="153208" y="411091"/>
                  </a:lnTo>
                  <a:lnTo>
                    <a:pt x="153381" y="411143"/>
                  </a:lnTo>
                  <a:lnTo>
                    <a:pt x="153460" y="411337"/>
                  </a:lnTo>
                  <a:lnTo>
                    <a:pt x="153272" y="411673"/>
                  </a:lnTo>
                  <a:lnTo>
                    <a:pt x="153017" y="411721"/>
                  </a:lnTo>
                  <a:lnTo>
                    <a:pt x="152878" y="411901"/>
                  </a:lnTo>
                  <a:lnTo>
                    <a:pt x="153414" y="411906"/>
                  </a:lnTo>
                  <a:lnTo>
                    <a:pt x="153615" y="412126"/>
                  </a:lnTo>
                  <a:lnTo>
                    <a:pt x="153686" y="412472"/>
                  </a:lnTo>
                  <a:lnTo>
                    <a:pt x="153561" y="412698"/>
                  </a:lnTo>
                  <a:lnTo>
                    <a:pt x="153348" y="412826"/>
                  </a:lnTo>
                  <a:lnTo>
                    <a:pt x="153561" y="412909"/>
                  </a:lnTo>
                  <a:lnTo>
                    <a:pt x="153786" y="412987"/>
                  </a:lnTo>
                  <a:lnTo>
                    <a:pt x="153711" y="413259"/>
                  </a:lnTo>
                  <a:lnTo>
                    <a:pt x="153541" y="413680"/>
                  </a:lnTo>
                  <a:lnTo>
                    <a:pt x="153262" y="414080"/>
                  </a:lnTo>
                  <a:lnTo>
                    <a:pt x="153096" y="414290"/>
                  </a:lnTo>
                  <a:lnTo>
                    <a:pt x="152836" y="414534"/>
                  </a:lnTo>
                  <a:lnTo>
                    <a:pt x="152778" y="414395"/>
                  </a:lnTo>
                  <a:lnTo>
                    <a:pt x="152671" y="414098"/>
                  </a:lnTo>
                  <a:lnTo>
                    <a:pt x="152340" y="414447"/>
                  </a:lnTo>
                  <a:lnTo>
                    <a:pt x="152325" y="414609"/>
                  </a:lnTo>
                  <a:lnTo>
                    <a:pt x="152049" y="414746"/>
                  </a:lnTo>
                  <a:lnTo>
                    <a:pt x="151877" y="414648"/>
                  </a:lnTo>
                  <a:lnTo>
                    <a:pt x="151727" y="414438"/>
                  </a:lnTo>
                  <a:lnTo>
                    <a:pt x="151555" y="414408"/>
                  </a:lnTo>
                  <a:lnTo>
                    <a:pt x="151369" y="414383"/>
                  </a:lnTo>
                  <a:lnTo>
                    <a:pt x="151130" y="414535"/>
                  </a:lnTo>
                  <a:lnTo>
                    <a:pt x="151232" y="414969"/>
                  </a:lnTo>
                  <a:lnTo>
                    <a:pt x="151283" y="415114"/>
                  </a:lnTo>
                  <a:lnTo>
                    <a:pt x="151339" y="415452"/>
                  </a:lnTo>
                  <a:lnTo>
                    <a:pt x="150817" y="416273"/>
                  </a:lnTo>
                  <a:lnTo>
                    <a:pt x="150691" y="416660"/>
                  </a:lnTo>
                  <a:lnTo>
                    <a:pt x="150595" y="416838"/>
                  </a:lnTo>
                  <a:lnTo>
                    <a:pt x="150375" y="417180"/>
                  </a:lnTo>
                  <a:lnTo>
                    <a:pt x="149950" y="417378"/>
                  </a:lnTo>
                  <a:lnTo>
                    <a:pt x="149516" y="417228"/>
                  </a:lnTo>
                  <a:lnTo>
                    <a:pt x="149176" y="417377"/>
                  </a:lnTo>
                  <a:lnTo>
                    <a:pt x="149171" y="417514"/>
                  </a:lnTo>
                  <a:lnTo>
                    <a:pt x="148708" y="418065"/>
                  </a:lnTo>
                  <a:lnTo>
                    <a:pt x="148352" y="418123"/>
                  </a:lnTo>
                  <a:lnTo>
                    <a:pt x="147716" y="417850"/>
                  </a:lnTo>
                  <a:lnTo>
                    <a:pt x="147625" y="418123"/>
                  </a:lnTo>
                  <a:lnTo>
                    <a:pt x="147451" y="418226"/>
                  </a:lnTo>
                  <a:lnTo>
                    <a:pt x="147217" y="418398"/>
                  </a:lnTo>
                  <a:lnTo>
                    <a:pt x="147223" y="418638"/>
                  </a:lnTo>
                  <a:lnTo>
                    <a:pt x="147275" y="419017"/>
                  </a:lnTo>
                  <a:lnTo>
                    <a:pt x="147308" y="419429"/>
                  </a:lnTo>
                  <a:lnTo>
                    <a:pt x="147272" y="419673"/>
                  </a:lnTo>
                  <a:lnTo>
                    <a:pt x="147275" y="419983"/>
                  </a:lnTo>
                  <a:lnTo>
                    <a:pt x="147119" y="420055"/>
                  </a:lnTo>
                  <a:lnTo>
                    <a:pt x="147029" y="420784"/>
                  </a:lnTo>
                  <a:lnTo>
                    <a:pt x="147388" y="421096"/>
                  </a:lnTo>
                  <a:lnTo>
                    <a:pt x="147513" y="421212"/>
                  </a:lnTo>
                  <a:lnTo>
                    <a:pt x="147544" y="421348"/>
                  </a:lnTo>
                  <a:lnTo>
                    <a:pt x="147789" y="421385"/>
                  </a:lnTo>
                  <a:lnTo>
                    <a:pt x="148178" y="421194"/>
                  </a:lnTo>
                  <a:lnTo>
                    <a:pt x="148303" y="421394"/>
                  </a:lnTo>
                  <a:lnTo>
                    <a:pt x="148549" y="421762"/>
                  </a:lnTo>
                  <a:lnTo>
                    <a:pt x="148654" y="422240"/>
                  </a:lnTo>
                  <a:lnTo>
                    <a:pt x="148694" y="422432"/>
                  </a:lnTo>
                  <a:lnTo>
                    <a:pt x="148416" y="422569"/>
                  </a:lnTo>
                  <a:lnTo>
                    <a:pt x="148275" y="422627"/>
                  </a:lnTo>
                  <a:lnTo>
                    <a:pt x="148023" y="422659"/>
                  </a:lnTo>
                  <a:lnTo>
                    <a:pt x="148032" y="422841"/>
                  </a:lnTo>
                  <a:lnTo>
                    <a:pt x="148471" y="423571"/>
                  </a:lnTo>
                  <a:lnTo>
                    <a:pt x="148219" y="423926"/>
                  </a:lnTo>
                  <a:lnTo>
                    <a:pt x="148278" y="424075"/>
                  </a:lnTo>
                  <a:lnTo>
                    <a:pt x="148388" y="424309"/>
                  </a:lnTo>
                  <a:lnTo>
                    <a:pt x="148616" y="424290"/>
                  </a:lnTo>
                  <a:lnTo>
                    <a:pt x="148946" y="424258"/>
                  </a:lnTo>
                  <a:lnTo>
                    <a:pt x="149230" y="424414"/>
                  </a:lnTo>
                  <a:lnTo>
                    <a:pt x="149413" y="424449"/>
                  </a:lnTo>
                  <a:lnTo>
                    <a:pt x="149732" y="424721"/>
                  </a:lnTo>
                  <a:lnTo>
                    <a:pt x="149823" y="424921"/>
                  </a:lnTo>
                  <a:lnTo>
                    <a:pt x="149767" y="425191"/>
                  </a:lnTo>
                  <a:lnTo>
                    <a:pt x="149771" y="425636"/>
                  </a:lnTo>
                  <a:lnTo>
                    <a:pt x="149963" y="425637"/>
                  </a:lnTo>
                  <a:lnTo>
                    <a:pt x="150138" y="425961"/>
                  </a:lnTo>
                  <a:lnTo>
                    <a:pt x="150315" y="426374"/>
                  </a:lnTo>
                  <a:lnTo>
                    <a:pt x="150091" y="426450"/>
                  </a:lnTo>
                  <a:lnTo>
                    <a:pt x="149915" y="426705"/>
                  </a:lnTo>
                  <a:lnTo>
                    <a:pt x="149732" y="426496"/>
                  </a:lnTo>
                  <a:lnTo>
                    <a:pt x="149313" y="426575"/>
                  </a:lnTo>
                  <a:lnTo>
                    <a:pt x="149074" y="426725"/>
                  </a:lnTo>
                  <a:lnTo>
                    <a:pt x="148983" y="427029"/>
                  </a:lnTo>
                  <a:lnTo>
                    <a:pt x="148787" y="427078"/>
                  </a:lnTo>
                  <a:lnTo>
                    <a:pt x="148596" y="427463"/>
                  </a:lnTo>
                  <a:lnTo>
                    <a:pt x="148268" y="427338"/>
                  </a:lnTo>
                  <a:lnTo>
                    <a:pt x="148025" y="427579"/>
                  </a:lnTo>
                  <a:lnTo>
                    <a:pt x="148062" y="427952"/>
                  </a:lnTo>
                  <a:lnTo>
                    <a:pt x="148077" y="428098"/>
                  </a:lnTo>
                  <a:lnTo>
                    <a:pt x="148163" y="428428"/>
                  </a:lnTo>
                  <a:lnTo>
                    <a:pt x="148363" y="428666"/>
                  </a:lnTo>
                  <a:lnTo>
                    <a:pt x="148540" y="428743"/>
                  </a:lnTo>
                  <a:lnTo>
                    <a:pt x="148743" y="428830"/>
                  </a:lnTo>
                  <a:lnTo>
                    <a:pt x="149013" y="428931"/>
                  </a:lnTo>
                  <a:lnTo>
                    <a:pt x="149196" y="429266"/>
                  </a:lnTo>
                  <a:lnTo>
                    <a:pt x="149545" y="429421"/>
                  </a:lnTo>
                  <a:lnTo>
                    <a:pt x="149897" y="430116"/>
                  </a:lnTo>
                  <a:lnTo>
                    <a:pt x="150149" y="430340"/>
                  </a:lnTo>
                  <a:lnTo>
                    <a:pt x="150091" y="430525"/>
                  </a:lnTo>
                  <a:lnTo>
                    <a:pt x="149841" y="430654"/>
                  </a:lnTo>
                  <a:lnTo>
                    <a:pt x="149577" y="430397"/>
                  </a:lnTo>
                  <a:lnTo>
                    <a:pt x="149353" y="430314"/>
                  </a:lnTo>
                  <a:lnTo>
                    <a:pt x="149130" y="430501"/>
                  </a:lnTo>
                  <a:lnTo>
                    <a:pt x="148874" y="430343"/>
                  </a:lnTo>
                  <a:lnTo>
                    <a:pt x="148741" y="429943"/>
                  </a:lnTo>
                  <a:lnTo>
                    <a:pt x="148437" y="429693"/>
                  </a:lnTo>
                  <a:lnTo>
                    <a:pt x="147980" y="429883"/>
                  </a:lnTo>
                  <a:lnTo>
                    <a:pt x="147834" y="430255"/>
                  </a:lnTo>
                  <a:lnTo>
                    <a:pt x="147905" y="430655"/>
                  </a:lnTo>
                  <a:lnTo>
                    <a:pt x="148017" y="430853"/>
                  </a:lnTo>
                  <a:lnTo>
                    <a:pt x="148264" y="430872"/>
                  </a:lnTo>
                  <a:lnTo>
                    <a:pt x="148479" y="430950"/>
                  </a:lnTo>
                  <a:lnTo>
                    <a:pt x="148620" y="431329"/>
                  </a:lnTo>
                  <a:lnTo>
                    <a:pt x="148696" y="431702"/>
                  </a:lnTo>
                  <a:lnTo>
                    <a:pt x="148505" y="431622"/>
                  </a:lnTo>
                  <a:lnTo>
                    <a:pt x="148372" y="431604"/>
                  </a:lnTo>
                  <a:lnTo>
                    <a:pt x="148204" y="431953"/>
                  </a:lnTo>
                  <a:lnTo>
                    <a:pt x="148337" y="432231"/>
                  </a:lnTo>
                  <a:lnTo>
                    <a:pt x="148430" y="432397"/>
                  </a:lnTo>
                  <a:lnTo>
                    <a:pt x="148402" y="432885"/>
                  </a:lnTo>
                  <a:lnTo>
                    <a:pt x="148394" y="433131"/>
                  </a:lnTo>
                  <a:lnTo>
                    <a:pt x="148601" y="433550"/>
                  </a:lnTo>
                  <a:lnTo>
                    <a:pt x="148731" y="433802"/>
                  </a:lnTo>
                  <a:lnTo>
                    <a:pt x="148912" y="433861"/>
                  </a:lnTo>
                  <a:lnTo>
                    <a:pt x="149108" y="433890"/>
                  </a:lnTo>
                  <a:lnTo>
                    <a:pt x="149378" y="434028"/>
                  </a:lnTo>
                  <a:lnTo>
                    <a:pt x="149447" y="434206"/>
                  </a:lnTo>
                  <a:lnTo>
                    <a:pt x="149348" y="434416"/>
                  </a:lnTo>
                  <a:lnTo>
                    <a:pt x="149088" y="434529"/>
                  </a:lnTo>
                  <a:lnTo>
                    <a:pt x="148713" y="434944"/>
                  </a:lnTo>
                  <a:lnTo>
                    <a:pt x="148369" y="434970"/>
                  </a:lnTo>
                  <a:lnTo>
                    <a:pt x="147983" y="434867"/>
                  </a:lnTo>
                  <a:lnTo>
                    <a:pt x="147751" y="435118"/>
                  </a:lnTo>
                  <a:lnTo>
                    <a:pt x="147393" y="435109"/>
                  </a:lnTo>
                  <a:lnTo>
                    <a:pt x="147574" y="434508"/>
                  </a:lnTo>
                  <a:lnTo>
                    <a:pt x="147635" y="434182"/>
                  </a:lnTo>
                  <a:lnTo>
                    <a:pt x="147201" y="433834"/>
                  </a:lnTo>
                  <a:lnTo>
                    <a:pt x="146990" y="433450"/>
                  </a:lnTo>
                  <a:lnTo>
                    <a:pt x="146798" y="433305"/>
                  </a:lnTo>
                  <a:lnTo>
                    <a:pt x="146641" y="433218"/>
                  </a:lnTo>
                  <a:lnTo>
                    <a:pt x="146463" y="433121"/>
                  </a:lnTo>
                  <a:lnTo>
                    <a:pt x="146291" y="433139"/>
                  </a:lnTo>
                  <a:lnTo>
                    <a:pt x="145725" y="433102"/>
                  </a:lnTo>
                  <a:lnTo>
                    <a:pt x="145596" y="433274"/>
                  </a:lnTo>
                  <a:lnTo>
                    <a:pt x="145354" y="433607"/>
                  </a:lnTo>
                  <a:lnTo>
                    <a:pt x="145227" y="433890"/>
                  </a:lnTo>
                  <a:lnTo>
                    <a:pt x="145117" y="434286"/>
                  </a:lnTo>
                  <a:lnTo>
                    <a:pt x="145024" y="434444"/>
                  </a:lnTo>
                  <a:lnTo>
                    <a:pt x="145044" y="434714"/>
                  </a:lnTo>
                  <a:lnTo>
                    <a:pt x="145113" y="434947"/>
                  </a:lnTo>
                  <a:lnTo>
                    <a:pt x="145206" y="435139"/>
                  </a:lnTo>
                  <a:lnTo>
                    <a:pt x="145027" y="435511"/>
                  </a:lnTo>
                  <a:lnTo>
                    <a:pt x="144592" y="435255"/>
                  </a:lnTo>
                  <a:lnTo>
                    <a:pt x="144398" y="435196"/>
                  </a:lnTo>
                  <a:lnTo>
                    <a:pt x="144055" y="435214"/>
                  </a:lnTo>
                  <a:lnTo>
                    <a:pt x="144124" y="435384"/>
                  </a:lnTo>
                  <a:lnTo>
                    <a:pt x="144411" y="435540"/>
                  </a:lnTo>
                  <a:lnTo>
                    <a:pt x="144567" y="435551"/>
                  </a:lnTo>
                  <a:lnTo>
                    <a:pt x="144426" y="435687"/>
                  </a:lnTo>
                  <a:lnTo>
                    <a:pt x="144168" y="435908"/>
                  </a:lnTo>
                  <a:lnTo>
                    <a:pt x="144434" y="436672"/>
                  </a:lnTo>
                  <a:lnTo>
                    <a:pt x="144306" y="436688"/>
                  </a:lnTo>
                  <a:lnTo>
                    <a:pt x="144161" y="436647"/>
                  </a:lnTo>
                  <a:lnTo>
                    <a:pt x="143969" y="436551"/>
                  </a:lnTo>
                  <a:lnTo>
                    <a:pt x="143930" y="436942"/>
                  </a:lnTo>
                  <a:lnTo>
                    <a:pt x="143953" y="437311"/>
                  </a:lnTo>
                  <a:lnTo>
                    <a:pt x="143820" y="437429"/>
                  </a:lnTo>
                  <a:lnTo>
                    <a:pt x="143689" y="437578"/>
                  </a:lnTo>
                  <a:lnTo>
                    <a:pt x="143698" y="437866"/>
                  </a:lnTo>
                  <a:lnTo>
                    <a:pt x="143709" y="438044"/>
                  </a:lnTo>
                  <a:lnTo>
                    <a:pt x="143675" y="438252"/>
                  </a:lnTo>
                  <a:lnTo>
                    <a:pt x="143530" y="438487"/>
                  </a:lnTo>
                  <a:lnTo>
                    <a:pt x="143403" y="438816"/>
                  </a:lnTo>
                  <a:lnTo>
                    <a:pt x="143536" y="439036"/>
                  </a:lnTo>
                  <a:lnTo>
                    <a:pt x="143592" y="439164"/>
                  </a:lnTo>
                  <a:lnTo>
                    <a:pt x="143894" y="439658"/>
                  </a:lnTo>
                  <a:lnTo>
                    <a:pt x="143764" y="439778"/>
                  </a:lnTo>
                  <a:lnTo>
                    <a:pt x="143545" y="439872"/>
                  </a:lnTo>
                  <a:lnTo>
                    <a:pt x="143355" y="440053"/>
                  </a:lnTo>
                  <a:lnTo>
                    <a:pt x="143270" y="440257"/>
                  </a:lnTo>
                  <a:lnTo>
                    <a:pt x="143293" y="440472"/>
                  </a:lnTo>
                  <a:lnTo>
                    <a:pt x="143023" y="440690"/>
                  </a:lnTo>
                  <a:lnTo>
                    <a:pt x="142975" y="440879"/>
                  </a:lnTo>
                  <a:lnTo>
                    <a:pt x="142965" y="441182"/>
                  </a:lnTo>
                  <a:lnTo>
                    <a:pt x="142991" y="441461"/>
                  </a:lnTo>
                  <a:lnTo>
                    <a:pt x="143300" y="441599"/>
                  </a:lnTo>
                  <a:lnTo>
                    <a:pt x="143628" y="441878"/>
                  </a:lnTo>
                  <a:lnTo>
                    <a:pt x="143677" y="442166"/>
                  </a:lnTo>
                  <a:lnTo>
                    <a:pt x="143579" y="442548"/>
                  </a:lnTo>
                  <a:lnTo>
                    <a:pt x="143583" y="442705"/>
                  </a:lnTo>
                  <a:lnTo>
                    <a:pt x="143831" y="442725"/>
                  </a:lnTo>
                  <a:lnTo>
                    <a:pt x="144013" y="442916"/>
                  </a:lnTo>
                  <a:lnTo>
                    <a:pt x="144148" y="443072"/>
                  </a:lnTo>
                  <a:lnTo>
                    <a:pt x="144561" y="443150"/>
                  </a:lnTo>
                  <a:lnTo>
                    <a:pt x="144898" y="442852"/>
                  </a:lnTo>
                  <a:lnTo>
                    <a:pt x="145113" y="442953"/>
                  </a:lnTo>
                  <a:lnTo>
                    <a:pt x="145000" y="443500"/>
                  </a:lnTo>
                  <a:lnTo>
                    <a:pt x="145047" y="443847"/>
                  </a:lnTo>
                  <a:lnTo>
                    <a:pt x="144724" y="444018"/>
                  </a:lnTo>
                  <a:lnTo>
                    <a:pt x="144719" y="444386"/>
                  </a:lnTo>
                  <a:lnTo>
                    <a:pt x="144342" y="444356"/>
                  </a:lnTo>
                  <a:lnTo>
                    <a:pt x="144013" y="444218"/>
                  </a:lnTo>
                  <a:lnTo>
                    <a:pt x="143884" y="444324"/>
                  </a:lnTo>
                  <a:lnTo>
                    <a:pt x="143662" y="444521"/>
                  </a:lnTo>
                  <a:lnTo>
                    <a:pt x="143396" y="444553"/>
                  </a:lnTo>
                  <a:lnTo>
                    <a:pt x="143184" y="444643"/>
                  </a:lnTo>
                  <a:lnTo>
                    <a:pt x="143402" y="444866"/>
                  </a:lnTo>
                  <a:lnTo>
                    <a:pt x="144120" y="445037"/>
                  </a:lnTo>
                  <a:lnTo>
                    <a:pt x="144133" y="445206"/>
                  </a:lnTo>
                  <a:lnTo>
                    <a:pt x="144295" y="445475"/>
                  </a:lnTo>
                  <a:lnTo>
                    <a:pt x="144375" y="445894"/>
                  </a:lnTo>
                  <a:lnTo>
                    <a:pt x="144236" y="446269"/>
                  </a:lnTo>
                  <a:lnTo>
                    <a:pt x="144296" y="446465"/>
                  </a:lnTo>
                  <a:lnTo>
                    <a:pt x="144645" y="446488"/>
                  </a:lnTo>
                  <a:lnTo>
                    <a:pt x="144808" y="446585"/>
                  </a:lnTo>
                  <a:lnTo>
                    <a:pt x="144809" y="446793"/>
                  </a:lnTo>
                  <a:lnTo>
                    <a:pt x="144875" y="446989"/>
                  </a:lnTo>
                  <a:lnTo>
                    <a:pt x="145119" y="447027"/>
                  </a:lnTo>
                  <a:lnTo>
                    <a:pt x="145119" y="447159"/>
                  </a:lnTo>
                  <a:lnTo>
                    <a:pt x="145326" y="447361"/>
                  </a:lnTo>
                  <a:lnTo>
                    <a:pt x="145484" y="447475"/>
                  </a:lnTo>
                  <a:lnTo>
                    <a:pt x="145527" y="447727"/>
                  </a:lnTo>
                  <a:lnTo>
                    <a:pt x="145797" y="448042"/>
                  </a:lnTo>
                  <a:lnTo>
                    <a:pt x="146089" y="448115"/>
                  </a:lnTo>
                  <a:lnTo>
                    <a:pt x="146227" y="448158"/>
                  </a:lnTo>
                  <a:lnTo>
                    <a:pt x="146303" y="448322"/>
                  </a:lnTo>
                  <a:lnTo>
                    <a:pt x="146354" y="448474"/>
                  </a:lnTo>
                  <a:lnTo>
                    <a:pt x="146566" y="448714"/>
                  </a:lnTo>
                  <a:lnTo>
                    <a:pt x="146556" y="449035"/>
                  </a:lnTo>
                  <a:lnTo>
                    <a:pt x="146760" y="449235"/>
                  </a:lnTo>
                  <a:lnTo>
                    <a:pt x="146929" y="449329"/>
                  </a:lnTo>
                  <a:lnTo>
                    <a:pt x="147047" y="449721"/>
                  </a:lnTo>
                  <a:lnTo>
                    <a:pt x="146444" y="449716"/>
                  </a:lnTo>
                  <a:lnTo>
                    <a:pt x="146167" y="449872"/>
                  </a:lnTo>
                  <a:lnTo>
                    <a:pt x="145832" y="449945"/>
                  </a:lnTo>
                  <a:lnTo>
                    <a:pt x="145689" y="449773"/>
                  </a:lnTo>
                  <a:lnTo>
                    <a:pt x="145468" y="449616"/>
                  </a:lnTo>
                  <a:lnTo>
                    <a:pt x="145223" y="449796"/>
                  </a:lnTo>
                  <a:lnTo>
                    <a:pt x="145186" y="449949"/>
                  </a:lnTo>
                  <a:lnTo>
                    <a:pt x="144717" y="449647"/>
                  </a:lnTo>
                  <a:lnTo>
                    <a:pt x="144466" y="449338"/>
                  </a:lnTo>
                  <a:lnTo>
                    <a:pt x="144052" y="449549"/>
                  </a:lnTo>
                  <a:lnTo>
                    <a:pt x="143593" y="449780"/>
                  </a:lnTo>
                  <a:lnTo>
                    <a:pt x="143430" y="450130"/>
                  </a:lnTo>
                  <a:lnTo>
                    <a:pt x="143071" y="450427"/>
                  </a:lnTo>
                  <a:lnTo>
                    <a:pt x="142823" y="450607"/>
                  </a:lnTo>
                  <a:lnTo>
                    <a:pt x="142068" y="450819"/>
                  </a:lnTo>
                  <a:lnTo>
                    <a:pt x="141921" y="450823"/>
                  </a:lnTo>
                  <a:lnTo>
                    <a:pt x="140838" y="450650"/>
                  </a:lnTo>
                  <a:lnTo>
                    <a:pt x="140078" y="450632"/>
                  </a:lnTo>
                  <a:lnTo>
                    <a:pt x="139908" y="450524"/>
                  </a:lnTo>
                  <a:lnTo>
                    <a:pt x="139729" y="450105"/>
                  </a:lnTo>
                  <a:lnTo>
                    <a:pt x="139655" y="449960"/>
                  </a:lnTo>
                  <a:lnTo>
                    <a:pt x="139660" y="449620"/>
                  </a:lnTo>
                  <a:lnTo>
                    <a:pt x="140052" y="449420"/>
                  </a:lnTo>
                  <a:lnTo>
                    <a:pt x="139952" y="448698"/>
                  </a:lnTo>
                  <a:lnTo>
                    <a:pt x="139801" y="448462"/>
                  </a:lnTo>
                  <a:lnTo>
                    <a:pt x="139549" y="447958"/>
                  </a:lnTo>
                  <a:lnTo>
                    <a:pt x="139398" y="447751"/>
                  </a:lnTo>
                  <a:lnTo>
                    <a:pt x="139073" y="447679"/>
                  </a:lnTo>
                  <a:lnTo>
                    <a:pt x="138589" y="447281"/>
                  </a:lnTo>
                  <a:lnTo>
                    <a:pt x="138295" y="447281"/>
                  </a:lnTo>
                  <a:lnTo>
                    <a:pt x="138033" y="447351"/>
                  </a:lnTo>
                  <a:lnTo>
                    <a:pt x="137853" y="447398"/>
                  </a:lnTo>
                  <a:lnTo>
                    <a:pt x="137400" y="446963"/>
                  </a:lnTo>
                  <a:lnTo>
                    <a:pt x="137156" y="447060"/>
                  </a:lnTo>
                  <a:lnTo>
                    <a:pt x="137027" y="446939"/>
                  </a:lnTo>
                  <a:lnTo>
                    <a:pt x="136733" y="446737"/>
                  </a:lnTo>
                  <a:lnTo>
                    <a:pt x="136454" y="446870"/>
                  </a:lnTo>
                  <a:lnTo>
                    <a:pt x="136481" y="447012"/>
                  </a:lnTo>
                  <a:lnTo>
                    <a:pt x="136195" y="447227"/>
                  </a:lnTo>
                  <a:lnTo>
                    <a:pt x="135754" y="447101"/>
                  </a:lnTo>
                  <a:lnTo>
                    <a:pt x="135599" y="447265"/>
                  </a:lnTo>
                  <a:lnTo>
                    <a:pt x="135258" y="447240"/>
                  </a:lnTo>
                  <a:lnTo>
                    <a:pt x="135048" y="446678"/>
                  </a:lnTo>
                  <a:lnTo>
                    <a:pt x="134979" y="446509"/>
                  </a:lnTo>
                  <a:lnTo>
                    <a:pt x="134843" y="446272"/>
                  </a:lnTo>
                  <a:lnTo>
                    <a:pt x="134610" y="445804"/>
                  </a:lnTo>
                  <a:lnTo>
                    <a:pt x="134488" y="445598"/>
                  </a:lnTo>
                  <a:lnTo>
                    <a:pt x="134573" y="445304"/>
                  </a:lnTo>
                  <a:lnTo>
                    <a:pt x="134560" y="445038"/>
                  </a:lnTo>
                  <a:lnTo>
                    <a:pt x="134504" y="444848"/>
                  </a:lnTo>
                  <a:lnTo>
                    <a:pt x="134446" y="444707"/>
                  </a:lnTo>
                  <a:lnTo>
                    <a:pt x="134375" y="444515"/>
                  </a:lnTo>
                  <a:lnTo>
                    <a:pt x="134440" y="443926"/>
                  </a:lnTo>
                  <a:lnTo>
                    <a:pt x="134154" y="443866"/>
                  </a:lnTo>
                  <a:lnTo>
                    <a:pt x="133535" y="443542"/>
                  </a:lnTo>
                  <a:lnTo>
                    <a:pt x="133156" y="443253"/>
                  </a:lnTo>
                  <a:lnTo>
                    <a:pt x="132937" y="442994"/>
                  </a:lnTo>
                  <a:lnTo>
                    <a:pt x="133141" y="442812"/>
                  </a:lnTo>
                  <a:lnTo>
                    <a:pt x="133265" y="442526"/>
                  </a:lnTo>
                  <a:lnTo>
                    <a:pt x="133032" y="442298"/>
                  </a:lnTo>
                  <a:lnTo>
                    <a:pt x="132802" y="442344"/>
                  </a:lnTo>
                  <a:lnTo>
                    <a:pt x="132629" y="442390"/>
                  </a:lnTo>
                  <a:lnTo>
                    <a:pt x="132377" y="442358"/>
                  </a:lnTo>
                  <a:lnTo>
                    <a:pt x="132287" y="442211"/>
                  </a:lnTo>
                  <a:lnTo>
                    <a:pt x="132288" y="442038"/>
                  </a:lnTo>
                  <a:lnTo>
                    <a:pt x="132208" y="441738"/>
                  </a:lnTo>
                  <a:lnTo>
                    <a:pt x="132080" y="441681"/>
                  </a:lnTo>
                  <a:lnTo>
                    <a:pt x="131933" y="441315"/>
                  </a:lnTo>
                  <a:lnTo>
                    <a:pt x="131926" y="441184"/>
                  </a:lnTo>
                  <a:lnTo>
                    <a:pt x="131387" y="440836"/>
                  </a:lnTo>
                  <a:lnTo>
                    <a:pt x="131257" y="440451"/>
                  </a:lnTo>
                  <a:lnTo>
                    <a:pt x="131114" y="440223"/>
                  </a:lnTo>
                  <a:lnTo>
                    <a:pt x="130909" y="440031"/>
                  </a:lnTo>
                  <a:lnTo>
                    <a:pt x="130707" y="439947"/>
                  </a:lnTo>
                  <a:lnTo>
                    <a:pt x="130407" y="439941"/>
                  </a:lnTo>
                  <a:lnTo>
                    <a:pt x="130182" y="440053"/>
                  </a:lnTo>
                  <a:lnTo>
                    <a:pt x="130038" y="439890"/>
                  </a:lnTo>
                  <a:lnTo>
                    <a:pt x="129793" y="439874"/>
                  </a:lnTo>
                  <a:lnTo>
                    <a:pt x="129612" y="439622"/>
                  </a:lnTo>
                  <a:lnTo>
                    <a:pt x="129414" y="439456"/>
                  </a:lnTo>
                  <a:lnTo>
                    <a:pt x="129154" y="439243"/>
                  </a:lnTo>
                  <a:lnTo>
                    <a:pt x="129105" y="439078"/>
                  </a:lnTo>
                  <a:lnTo>
                    <a:pt x="128836" y="439036"/>
                  </a:lnTo>
                  <a:lnTo>
                    <a:pt x="128681" y="438964"/>
                  </a:lnTo>
                  <a:lnTo>
                    <a:pt x="128380" y="438754"/>
                  </a:lnTo>
                  <a:lnTo>
                    <a:pt x="128343" y="438627"/>
                  </a:lnTo>
                  <a:lnTo>
                    <a:pt x="128101" y="438545"/>
                  </a:lnTo>
                  <a:lnTo>
                    <a:pt x="127878" y="438699"/>
                  </a:lnTo>
                  <a:lnTo>
                    <a:pt x="127450" y="439194"/>
                  </a:lnTo>
                  <a:lnTo>
                    <a:pt x="127460" y="439442"/>
                  </a:lnTo>
                  <a:lnTo>
                    <a:pt x="127227" y="439684"/>
                  </a:lnTo>
                  <a:lnTo>
                    <a:pt x="126729" y="439656"/>
                  </a:lnTo>
                  <a:lnTo>
                    <a:pt x="126609" y="439534"/>
                  </a:lnTo>
                  <a:lnTo>
                    <a:pt x="126405" y="439818"/>
                  </a:lnTo>
                  <a:lnTo>
                    <a:pt x="126197" y="440217"/>
                  </a:lnTo>
                  <a:lnTo>
                    <a:pt x="126138" y="440419"/>
                  </a:lnTo>
                  <a:lnTo>
                    <a:pt x="126113" y="440680"/>
                  </a:lnTo>
                  <a:lnTo>
                    <a:pt x="126228" y="440915"/>
                  </a:lnTo>
                  <a:lnTo>
                    <a:pt x="126199" y="441340"/>
                  </a:lnTo>
                  <a:lnTo>
                    <a:pt x="125970" y="441449"/>
                  </a:lnTo>
                  <a:lnTo>
                    <a:pt x="125727" y="441215"/>
                  </a:lnTo>
                  <a:lnTo>
                    <a:pt x="125564" y="441059"/>
                  </a:lnTo>
                  <a:lnTo>
                    <a:pt x="125178" y="440808"/>
                  </a:lnTo>
                  <a:lnTo>
                    <a:pt x="124964" y="440738"/>
                  </a:lnTo>
                  <a:lnTo>
                    <a:pt x="124657" y="440781"/>
                  </a:lnTo>
                  <a:lnTo>
                    <a:pt x="124367" y="440807"/>
                  </a:lnTo>
                  <a:lnTo>
                    <a:pt x="124108" y="440659"/>
                  </a:lnTo>
                  <a:lnTo>
                    <a:pt x="123958" y="440447"/>
                  </a:lnTo>
                  <a:lnTo>
                    <a:pt x="123841" y="440295"/>
                  </a:lnTo>
                  <a:lnTo>
                    <a:pt x="123326" y="440381"/>
                  </a:lnTo>
                  <a:lnTo>
                    <a:pt x="122978" y="440459"/>
                  </a:lnTo>
                  <a:lnTo>
                    <a:pt x="122821" y="440452"/>
                  </a:lnTo>
                  <a:lnTo>
                    <a:pt x="122596" y="440563"/>
                  </a:lnTo>
                  <a:lnTo>
                    <a:pt x="122437" y="440620"/>
                  </a:lnTo>
                  <a:lnTo>
                    <a:pt x="122101" y="441098"/>
                  </a:lnTo>
                  <a:lnTo>
                    <a:pt x="121941" y="441545"/>
                  </a:lnTo>
                  <a:lnTo>
                    <a:pt x="121691" y="441776"/>
                  </a:lnTo>
                  <a:lnTo>
                    <a:pt x="121138" y="441582"/>
                  </a:lnTo>
                  <a:lnTo>
                    <a:pt x="120812" y="441791"/>
                  </a:lnTo>
                  <a:lnTo>
                    <a:pt x="120725" y="441962"/>
                  </a:lnTo>
                  <a:lnTo>
                    <a:pt x="120497" y="441857"/>
                  </a:lnTo>
                  <a:lnTo>
                    <a:pt x="120319" y="441840"/>
                  </a:lnTo>
                  <a:lnTo>
                    <a:pt x="120049" y="442022"/>
                  </a:lnTo>
                  <a:lnTo>
                    <a:pt x="119707" y="442210"/>
                  </a:lnTo>
                  <a:lnTo>
                    <a:pt x="119377" y="442427"/>
                  </a:lnTo>
                  <a:lnTo>
                    <a:pt x="119124" y="442574"/>
                  </a:lnTo>
                  <a:lnTo>
                    <a:pt x="118751" y="442706"/>
                  </a:lnTo>
                  <a:lnTo>
                    <a:pt x="118587" y="442747"/>
                  </a:lnTo>
                  <a:lnTo>
                    <a:pt x="118576" y="443036"/>
                  </a:lnTo>
                  <a:lnTo>
                    <a:pt x="118975" y="443296"/>
                  </a:lnTo>
                  <a:lnTo>
                    <a:pt x="118933" y="443502"/>
                  </a:lnTo>
                  <a:lnTo>
                    <a:pt x="118506" y="443446"/>
                  </a:lnTo>
                  <a:lnTo>
                    <a:pt x="118305" y="443435"/>
                  </a:lnTo>
                  <a:lnTo>
                    <a:pt x="117733" y="443584"/>
                  </a:lnTo>
                  <a:lnTo>
                    <a:pt x="117603" y="443525"/>
                  </a:lnTo>
                  <a:lnTo>
                    <a:pt x="117383" y="443717"/>
                  </a:lnTo>
                  <a:lnTo>
                    <a:pt x="116835" y="443842"/>
                  </a:lnTo>
                  <a:lnTo>
                    <a:pt x="116498" y="444064"/>
                  </a:lnTo>
                  <a:lnTo>
                    <a:pt x="116130" y="444083"/>
                  </a:lnTo>
                  <a:lnTo>
                    <a:pt x="115927" y="444419"/>
                  </a:lnTo>
                  <a:lnTo>
                    <a:pt x="116128" y="444580"/>
                  </a:lnTo>
                  <a:lnTo>
                    <a:pt x="115771" y="444680"/>
                  </a:lnTo>
                  <a:lnTo>
                    <a:pt x="115370" y="444531"/>
                  </a:lnTo>
                  <a:lnTo>
                    <a:pt x="115328" y="444666"/>
                  </a:lnTo>
                  <a:lnTo>
                    <a:pt x="115143" y="444683"/>
                  </a:lnTo>
                  <a:lnTo>
                    <a:pt x="114995" y="444368"/>
                  </a:lnTo>
                  <a:lnTo>
                    <a:pt x="114751" y="444378"/>
                  </a:lnTo>
                  <a:lnTo>
                    <a:pt x="114374" y="443728"/>
                  </a:lnTo>
                  <a:lnTo>
                    <a:pt x="114358" y="443443"/>
                  </a:lnTo>
                  <a:lnTo>
                    <a:pt x="113819" y="442933"/>
                  </a:lnTo>
                  <a:lnTo>
                    <a:pt x="113624" y="442920"/>
                  </a:lnTo>
                  <a:lnTo>
                    <a:pt x="113363" y="442962"/>
                  </a:lnTo>
                  <a:lnTo>
                    <a:pt x="113096" y="442981"/>
                  </a:lnTo>
                  <a:lnTo>
                    <a:pt x="112572" y="443684"/>
                  </a:lnTo>
                  <a:lnTo>
                    <a:pt x="112421" y="443891"/>
                  </a:lnTo>
                  <a:lnTo>
                    <a:pt x="112184" y="444070"/>
                  </a:lnTo>
                  <a:lnTo>
                    <a:pt x="111870" y="444510"/>
                  </a:lnTo>
                  <a:lnTo>
                    <a:pt x="111597" y="444509"/>
                  </a:lnTo>
                  <a:lnTo>
                    <a:pt x="111247" y="444462"/>
                  </a:lnTo>
                  <a:lnTo>
                    <a:pt x="111015" y="444267"/>
                  </a:lnTo>
                  <a:lnTo>
                    <a:pt x="110819" y="444087"/>
                  </a:lnTo>
                  <a:lnTo>
                    <a:pt x="110558" y="444314"/>
                  </a:lnTo>
                  <a:lnTo>
                    <a:pt x="110086" y="444383"/>
                  </a:lnTo>
                  <a:lnTo>
                    <a:pt x="109827" y="444436"/>
                  </a:lnTo>
                  <a:lnTo>
                    <a:pt x="109143" y="444778"/>
                  </a:lnTo>
                  <a:lnTo>
                    <a:pt x="109006" y="444896"/>
                  </a:lnTo>
                  <a:lnTo>
                    <a:pt x="108835" y="445248"/>
                  </a:lnTo>
                  <a:lnTo>
                    <a:pt x="108677" y="445419"/>
                  </a:lnTo>
                  <a:lnTo>
                    <a:pt x="108123" y="445565"/>
                  </a:lnTo>
                  <a:lnTo>
                    <a:pt x="107928" y="445290"/>
                  </a:lnTo>
                  <a:lnTo>
                    <a:pt x="107956" y="445017"/>
                  </a:lnTo>
                  <a:lnTo>
                    <a:pt x="107817" y="444747"/>
                  </a:lnTo>
                  <a:lnTo>
                    <a:pt x="107181" y="444747"/>
                  </a:lnTo>
                  <a:lnTo>
                    <a:pt x="106850" y="444961"/>
                  </a:lnTo>
                  <a:lnTo>
                    <a:pt x="106760" y="445175"/>
                  </a:lnTo>
                  <a:lnTo>
                    <a:pt x="106751" y="445302"/>
                  </a:lnTo>
                  <a:lnTo>
                    <a:pt x="106763" y="445453"/>
                  </a:lnTo>
                  <a:lnTo>
                    <a:pt x="106794" y="445620"/>
                  </a:lnTo>
                  <a:lnTo>
                    <a:pt x="106634" y="446297"/>
                  </a:lnTo>
                  <a:lnTo>
                    <a:pt x="106342" y="446933"/>
                  </a:lnTo>
                  <a:lnTo>
                    <a:pt x="106345" y="447070"/>
                  </a:lnTo>
                  <a:lnTo>
                    <a:pt x="106527" y="447550"/>
                  </a:lnTo>
                  <a:lnTo>
                    <a:pt x="106454" y="447742"/>
                  </a:lnTo>
                  <a:lnTo>
                    <a:pt x="106305" y="447870"/>
                  </a:lnTo>
                  <a:lnTo>
                    <a:pt x="106252" y="448022"/>
                  </a:lnTo>
                  <a:lnTo>
                    <a:pt x="106211" y="448241"/>
                  </a:lnTo>
                  <a:lnTo>
                    <a:pt x="106168" y="448541"/>
                  </a:lnTo>
                  <a:lnTo>
                    <a:pt x="105787" y="449016"/>
                  </a:lnTo>
                  <a:lnTo>
                    <a:pt x="105770" y="449228"/>
                  </a:lnTo>
                  <a:lnTo>
                    <a:pt x="105430" y="449593"/>
                  </a:lnTo>
                  <a:lnTo>
                    <a:pt x="105219" y="449679"/>
                  </a:lnTo>
                  <a:lnTo>
                    <a:pt x="104970" y="449776"/>
                  </a:lnTo>
                  <a:lnTo>
                    <a:pt x="104766" y="449439"/>
                  </a:lnTo>
                  <a:lnTo>
                    <a:pt x="104735" y="449293"/>
                  </a:lnTo>
                  <a:lnTo>
                    <a:pt x="104492" y="448686"/>
                  </a:lnTo>
                  <a:lnTo>
                    <a:pt x="104713" y="448228"/>
                  </a:lnTo>
                  <a:lnTo>
                    <a:pt x="104477" y="448049"/>
                  </a:lnTo>
                  <a:lnTo>
                    <a:pt x="104121" y="447844"/>
                  </a:lnTo>
                  <a:lnTo>
                    <a:pt x="103669" y="447975"/>
                  </a:lnTo>
                  <a:lnTo>
                    <a:pt x="103384" y="448172"/>
                  </a:lnTo>
                  <a:lnTo>
                    <a:pt x="103225" y="448508"/>
                  </a:lnTo>
                  <a:lnTo>
                    <a:pt x="102389" y="447847"/>
                  </a:lnTo>
                  <a:lnTo>
                    <a:pt x="102094" y="447889"/>
                  </a:lnTo>
                  <a:lnTo>
                    <a:pt x="101682" y="447475"/>
                  </a:lnTo>
                  <a:lnTo>
                    <a:pt x="101169" y="447649"/>
                  </a:lnTo>
                  <a:lnTo>
                    <a:pt x="100902" y="447697"/>
                  </a:lnTo>
                  <a:lnTo>
                    <a:pt x="100727" y="447637"/>
                  </a:lnTo>
                  <a:lnTo>
                    <a:pt x="100556" y="447528"/>
                  </a:lnTo>
                  <a:lnTo>
                    <a:pt x="100277" y="447216"/>
                  </a:lnTo>
                  <a:lnTo>
                    <a:pt x="99947" y="447239"/>
                  </a:lnTo>
                  <a:lnTo>
                    <a:pt x="99773" y="447366"/>
                  </a:lnTo>
                  <a:lnTo>
                    <a:pt x="99597" y="447415"/>
                  </a:lnTo>
                  <a:lnTo>
                    <a:pt x="99457" y="447351"/>
                  </a:lnTo>
                  <a:lnTo>
                    <a:pt x="99169" y="447724"/>
                  </a:lnTo>
                  <a:lnTo>
                    <a:pt x="99136" y="448182"/>
                  </a:lnTo>
                  <a:lnTo>
                    <a:pt x="99148" y="448474"/>
                  </a:lnTo>
                  <a:lnTo>
                    <a:pt x="99411" y="448714"/>
                  </a:lnTo>
                  <a:lnTo>
                    <a:pt x="99386" y="448874"/>
                  </a:lnTo>
                  <a:lnTo>
                    <a:pt x="99449" y="449384"/>
                  </a:lnTo>
                  <a:lnTo>
                    <a:pt x="99490" y="449520"/>
                  </a:lnTo>
                  <a:lnTo>
                    <a:pt x="99429" y="449766"/>
                  </a:lnTo>
                  <a:lnTo>
                    <a:pt x="99210" y="449992"/>
                  </a:lnTo>
                  <a:lnTo>
                    <a:pt x="99097" y="450194"/>
                  </a:lnTo>
                  <a:lnTo>
                    <a:pt x="98817" y="450188"/>
                  </a:lnTo>
                  <a:lnTo>
                    <a:pt x="98573" y="450246"/>
                  </a:lnTo>
                  <a:lnTo>
                    <a:pt x="98581" y="450473"/>
                  </a:lnTo>
                  <a:lnTo>
                    <a:pt x="98410" y="450828"/>
                  </a:lnTo>
                  <a:lnTo>
                    <a:pt x="98314" y="451218"/>
                  </a:lnTo>
                  <a:lnTo>
                    <a:pt x="98124" y="451475"/>
                  </a:lnTo>
                  <a:lnTo>
                    <a:pt x="97985" y="451311"/>
                  </a:lnTo>
                  <a:lnTo>
                    <a:pt x="97949" y="451153"/>
                  </a:lnTo>
                  <a:lnTo>
                    <a:pt x="97840" y="450990"/>
                  </a:lnTo>
                  <a:lnTo>
                    <a:pt x="97346" y="450947"/>
                  </a:lnTo>
                  <a:lnTo>
                    <a:pt x="97189" y="450647"/>
                  </a:lnTo>
                  <a:lnTo>
                    <a:pt x="97126" y="450438"/>
                  </a:lnTo>
                  <a:lnTo>
                    <a:pt x="96888" y="450208"/>
                  </a:lnTo>
                  <a:lnTo>
                    <a:pt x="96857" y="450072"/>
                  </a:lnTo>
                  <a:lnTo>
                    <a:pt x="96762" y="449807"/>
                  </a:lnTo>
                  <a:lnTo>
                    <a:pt x="96640" y="449561"/>
                  </a:lnTo>
                  <a:lnTo>
                    <a:pt x="96622" y="449412"/>
                  </a:lnTo>
                  <a:lnTo>
                    <a:pt x="96510" y="448906"/>
                  </a:lnTo>
                  <a:lnTo>
                    <a:pt x="96112" y="448948"/>
                  </a:lnTo>
                  <a:lnTo>
                    <a:pt x="95112" y="449464"/>
                  </a:lnTo>
                  <a:lnTo>
                    <a:pt x="94978" y="449422"/>
                  </a:lnTo>
                  <a:lnTo>
                    <a:pt x="94865" y="449243"/>
                  </a:lnTo>
                  <a:lnTo>
                    <a:pt x="94707" y="449095"/>
                  </a:lnTo>
                  <a:lnTo>
                    <a:pt x="94397" y="449396"/>
                  </a:lnTo>
                  <a:lnTo>
                    <a:pt x="94101" y="449582"/>
                  </a:lnTo>
                  <a:lnTo>
                    <a:pt x="93962" y="449710"/>
                  </a:lnTo>
                  <a:lnTo>
                    <a:pt x="93639" y="450147"/>
                  </a:lnTo>
                  <a:lnTo>
                    <a:pt x="93555" y="450276"/>
                  </a:lnTo>
                  <a:lnTo>
                    <a:pt x="93539" y="450446"/>
                  </a:lnTo>
                  <a:lnTo>
                    <a:pt x="93375" y="450879"/>
                  </a:lnTo>
                  <a:lnTo>
                    <a:pt x="93175" y="451063"/>
                  </a:lnTo>
                  <a:lnTo>
                    <a:pt x="92938" y="450938"/>
                  </a:lnTo>
                  <a:lnTo>
                    <a:pt x="92543" y="450773"/>
                  </a:lnTo>
                  <a:lnTo>
                    <a:pt x="92153" y="450879"/>
                  </a:lnTo>
                  <a:lnTo>
                    <a:pt x="92074" y="451020"/>
                  </a:lnTo>
                  <a:lnTo>
                    <a:pt x="91542" y="450840"/>
                  </a:lnTo>
                  <a:lnTo>
                    <a:pt x="91259" y="450692"/>
                  </a:lnTo>
                  <a:lnTo>
                    <a:pt x="90965" y="450206"/>
                  </a:lnTo>
                  <a:lnTo>
                    <a:pt x="90826" y="449997"/>
                  </a:lnTo>
                  <a:lnTo>
                    <a:pt x="90500" y="450064"/>
                  </a:lnTo>
                  <a:lnTo>
                    <a:pt x="90391" y="450246"/>
                  </a:lnTo>
                  <a:lnTo>
                    <a:pt x="90271" y="450426"/>
                  </a:lnTo>
                  <a:lnTo>
                    <a:pt x="90163" y="450556"/>
                  </a:lnTo>
                  <a:lnTo>
                    <a:pt x="89658" y="450795"/>
                  </a:lnTo>
                  <a:lnTo>
                    <a:pt x="89528" y="450826"/>
                  </a:lnTo>
                  <a:lnTo>
                    <a:pt x="89049" y="451142"/>
                  </a:lnTo>
                  <a:lnTo>
                    <a:pt x="88709" y="451397"/>
                  </a:lnTo>
                  <a:lnTo>
                    <a:pt x="88575" y="451366"/>
                  </a:lnTo>
                  <a:lnTo>
                    <a:pt x="88395" y="451622"/>
                  </a:lnTo>
                  <a:lnTo>
                    <a:pt x="88138" y="451986"/>
                  </a:lnTo>
                  <a:lnTo>
                    <a:pt x="88057" y="452304"/>
                  </a:lnTo>
                  <a:lnTo>
                    <a:pt x="87835" y="452416"/>
                  </a:lnTo>
                  <a:lnTo>
                    <a:pt x="87395" y="452788"/>
                  </a:lnTo>
                  <a:lnTo>
                    <a:pt x="87229" y="452862"/>
                  </a:lnTo>
                  <a:lnTo>
                    <a:pt x="87075" y="452825"/>
                  </a:lnTo>
                  <a:lnTo>
                    <a:pt x="86864" y="452901"/>
                  </a:lnTo>
                  <a:lnTo>
                    <a:pt x="86635" y="453183"/>
                  </a:lnTo>
                  <a:lnTo>
                    <a:pt x="86284" y="453567"/>
                  </a:lnTo>
                  <a:lnTo>
                    <a:pt x="86163" y="453293"/>
                  </a:lnTo>
                  <a:lnTo>
                    <a:pt x="86119" y="453155"/>
                  </a:lnTo>
                  <a:lnTo>
                    <a:pt x="85982" y="453015"/>
                  </a:lnTo>
                  <a:lnTo>
                    <a:pt x="85834" y="452983"/>
                  </a:lnTo>
                  <a:lnTo>
                    <a:pt x="85426" y="452702"/>
                  </a:lnTo>
                  <a:lnTo>
                    <a:pt x="85146" y="452805"/>
                  </a:lnTo>
                  <a:lnTo>
                    <a:pt x="85172" y="452516"/>
                  </a:lnTo>
                  <a:lnTo>
                    <a:pt x="85223" y="452353"/>
                  </a:lnTo>
                  <a:lnTo>
                    <a:pt x="85303" y="452180"/>
                  </a:lnTo>
                  <a:lnTo>
                    <a:pt x="85345" y="451988"/>
                  </a:lnTo>
                  <a:lnTo>
                    <a:pt x="85182" y="451478"/>
                  </a:lnTo>
                  <a:lnTo>
                    <a:pt x="84877" y="451289"/>
                  </a:lnTo>
                  <a:lnTo>
                    <a:pt x="84724" y="451263"/>
                  </a:lnTo>
                  <a:lnTo>
                    <a:pt x="84564" y="451100"/>
                  </a:lnTo>
                  <a:lnTo>
                    <a:pt x="84593" y="450924"/>
                  </a:lnTo>
                  <a:lnTo>
                    <a:pt x="84636" y="450785"/>
                  </a:lnTo>
                  <a:lnTo>
                    <a:pt x="84472" y="450478"/>
                  </a:lnTo>
                  <a:lnTo>
                    <a:pt x="84548" y="450279"/>
                  </a:lnTo>
                  <a:lnTo>
                    <a:pt x="84649" y="450094"/>
                  </a:lnTo>
                  <a:lnTo>
                    <a:pt x="84562" y="449708"/>
                  </a:lnTo>
                  <a:lnTo>
                    <a:pt x="84392" y="449762"/>
                  </a:lnTo>
                  <a:lnTo>
                    <a:pt x="84210" y="449868"/>
                  </a:lnTo>
                  <a:lnTo>
                    <a:pt x="84028" y="449565"/>
                  </a:lnTo>
                  <a:lnTo>
                    <a:pt x="84056" y="449345"/>
                  </a:lnTo>
                  <a:lnTo>
                    <a:pt x="83521" y="448890"/>
                  </a:lnTo>
                  <a:lnTo>
                    <a:pt x="83492" y="448697"/>
                  </a:lnTo>
                  <a:lnTo>
                    <a:pt x="83229" y="448854"/>
                  </a:lnTo>
                  <a:lnTo>
                    <a:pt x="83065" y="448947"/>
                  </a:lnTo>
                  <a:lnTo>
                    <a:pt x="83050" y="448751"/>
                  </a:lnTo>
                  <a:lnTo>
                    <a:pt x="83205" y="448419"/>
                  </a:lnTo>
                  <a:lnTo>
                    <a:pt x="82749" y="448622"/>
                  </a:lnTo>
                  <a:lnTo>
                    <a:pt x="82819" y="448799"/>
                  </a:lnTo>
                  <a:lnTo>
                    <a:pt x="82951" y="449117"/>
                  </a:lnTo>
                  <a:lnTo>
                    <a:pt x="82808" y="449018"/>
                  </a:lnTo>
                  <a:lnTo>
                    <a:pt x="82415" y="448764"/>
                  </a:lnTo>
                  <a:lnTo>
                    <a:pt x="82197" y="449052"/>
                  </a:lnTo>
                  <a:lnTo>
                    <a:pt x="81566" y="449112"/>
                  </a:lnTo>
                  <a:lnTo>
                    <a:pt x="81135" y="449270"/>
                  </a:lnTo>
                  <a:lnTo>
                    <a:pt x="80960" y="449193"/>
                  </a:lnTo>
                  <a:lnTo>
                    <a:pt x="80790" y="448951"/>
                  </a:lnTo>
                  <a:lnTo>
                    <a:pt x="80816" y="448771"/>
                  </a:lnTo>
                  <a:lnTo>
                    <a:pt x="80862" y="448630"/>
                  </a:lnTo>
                  <a:lnTo>
                    <a:pt x="80764" y="448429"/>
                  </a:lnTo>
                  <a:lnTo>
                    <a:pt x="80587" y="448152"/>
                  </a:lnTo>
                  <a:lnTo>
                    <a:pt x="80387" y="447968"/>
                  </a:lnTo>
                  <a:lnTo>
                    <a:pt x="80408" y="447768"/>
                  </a:lnTo>
                  <a:lnTo>
                    <a:pt x="80396" y="447502"/>
                  </a:lnTo>
                  <a:lnTo>
                    <a:pt x="80364" y="447035"/>
                  </a:lnTo>
                  <a:lnTo>
                    <a:pt x="79991" y="447039"/>
                  </a:lnTo>
                  <a:lnTo>
                    <a:pt x="80073" y="446781"/>
                  </a:lnTo>
                  <a:lnTo>
                    <a:pt x="79830" y="446449"/>
                  </a:lnTo>
                  <a:lnTo>
                    <a:pt x="79495" y="446517"/>
                  </a:lnTo>
                  <a:lnTo>
                    <a:pt x="78986" y="445872"/>
                  </a:lnTo>
                  <a:lnTo>
                    <a:pt x="78277" y="445877"/>
                  </a:lnTo>
                  <a:lnTo>
                    <a:pt x="77691" y="446098"/>
                  </a:lnTo>
                  <a:lnTo>
                    <a:pt x="77393" y="445838"/>
                  </a:lnTo>
                  <a:lnTo>
                    <a:pt x="77053" y="445812"/>
                  </a:lnTo>
                  <a:lnTo>
                    <a:pt x="76499" y="445442"/>
                  </a:lnTo>
                  <a:lnTo>
                    <a:pt x="76141" y="445401"/>
                  </a:lnTo>
                  <a:lnTo>
                    <a:pt x="75892" y="445574"/>
                  </a:lnTo>
                  <a:lnTo>
                    <a:pt x="75839" y="445719"/>
                  </a:lnTo>
                  <a:lnTo>
                    <a:pt x="75448" y="445587"/>
                  </a:lnTo>
                  <a:lnTo>
                    <a:pt x="75328" y="445378"/>
                  </a:lnTo>
                  <a:lnTo>
                    <a:pt x="75685" y="445087"/>
                  </a:lnTo>
                  <a:lnTo>
                    <a:pt x="75743" y="445467"/>
                  </a:lnTo>
                  <a:lnTo>
                    <a:pt x="75856" y="444880"/>
                  </a:lnTo>
                  <a:lnTo>
                    <a:pt x="75824" y="444672"/>
                  </a:lnTo>
                  <a:lnTo>
                    <a:pt x="75530" y="444352"/>
                  </a:lnTo>
                  <a:lnTo>
                    <a:pt x="75323" y="444104"/>
                  </a:lnTo>
                  <a:lnTo>
                    <a:pt x="75160" y="443965"/>
                  </a:lnTo>
                  <a:lnTo>
                    <a:pt x="75110" y="443802"/>
                  </a:lnTo>
                  <a:lnTo>
                    <a:pt x="75177" y="443566"/>
                  </a:lnTo>
                  <a:lnTo>
                    <a:pt x="75632" y="443594"/>
                  </a:lnTo>
                  <a:lnTo>
                    <a:pt x="75902" y="443518"/>
                  </a:lnTo>
                  <a:lnTo>
                    <a:pt x="76026" y="443380"/>
                  </a:lnTo>
                  <a:lnTo>
                    <a:pt x="76311" y="443456"/>
                  </a:lnTo>
                  <a:lnTo>
                    <a:pt x="76711" y="443716"/>
                  </a:lnTo>
                  <a:lnTo>
                    <a:pt x="76980" y="443611"/>
                  </a:lnTo>
                  <a:lnTo>
                    <a:pt x="77208" y="443485"/>
                  </a:lnTo>
                  <a:lnTo>
                    <a:pt x="77814" y="443160"/>
                  </a:lnTo>
                  <a:lnTo>
                    <a:pt x="78148" y="443244"/>
                  </a:lnTo>
                  <a:lnTo>
                    <a:pt x="78298" y="443192"/>
                  </a:lnTo>
                  <a:lnTo>
                    <a:pt x="78570" y="443150"/>
                  </a:lnTo>
                  <a:lnTo>
                    <a:pt x="79168" y="443073"/>
                  </a:lnTo>
                  <a:lnTo>
                    <a:pt x="79312" y="443100"/>
                  </a:lnTo>
                  <a:lnTo>
                    <a:pt x="79523" y="443090"/>
                  </a:lnTo>
                  <a:lnTo>
                    <a:pt x="79707" y="443024"/>
                  </a:lnTo>
                  <a:lnTo>
                    <a:pt x="79892" y="442902"/>
                  </a:lnTo>
                  <a:lnTo>
                    <a:pt x="79771" y="442428"/>
                  </a:lnTo>
                  <a:lnTo>
                    <a:pt x="79983" y="441923"/>
                  </a:lnTo>
                  <a:lnTo>
                    <a:pt x="80456" y="441646"/>
                  </a:lnTo>
                  <a:lnTo>
                    <a:pt x="80742" y="441632"/>
                  </a:lnTo>
                  <a:lnTo>
                    <a:pt x="80946" y="441618"/>
                  </a:lnTo>
                  <a:lnTo>
                    <a:pt x="81221" y="441589"/>
                  </a:lnTo>
                  <a:lnTo>
                    <a:pt x="81385" y="441366"/>
                  </a:lnTo>
                  <a:lnTo>
                    <a:pt x="81725" y="441087"/>
                  </a:lnTo>
                  <a:lnTo>
                    <a:pt x="82045" y="440952"/>
                  </a:lnTo>
                  <a:lnTo>
                    <a:pt x="82186" y="440877"/>
                  </a:lnTo>
                  <a:lnTo>
                    <a:pt x="82296" y="440745"/>
                  </a:lnTo>
                  <a:lnTo>
                    <a:pt x="82432" y="440516"/>
                  </a:lnTo>
                  <a:lnTo>
                    <a:pt x="82661" y="440039"/>
                  </a:lnTo>
                  <a:lnTo>
                    <a:pt x="82507" y="439697"/>
                  </a:lnTo>
                  <a:lnTo>
                    <a:pt x="82332" y="439550"/>
                  </a:lnTo>
                  <a:lnTo>
                    <a:pt x="82138" y="439317"/>
                  </a:lnTo>
                  <a:lnTo>
                    <a:pt x="82126" y="438986"/>
                  </a:lnTo>
                  <a:lnTo>
                    <a:pt x="82286" y="438862"/>
                  </a:lnTo>
                  <a:lnTo>
                    <a:pt x="82592" y="438761"/>
                  </a:lnTo>
                  <a:lnTo>
                    <a:pt x="82826" y="438281"/>
                  </a:lnTo>
                  <a:lnTo>
                    <a:pt x="82663" y="438068"/>
                  </a:lnTo>
                  <a:lnTo>
                    <a:pt x="82551" y="437891"/>
                  </a:lnTo>
                  <a:lnTo>
                    <a:pt x="82844" y="437518"/>
                  </a:lnTo>
                  <a:lnTo>
                    <a:pt x="83062" y="437431"/>
                  </a:lnTo>
                  <a:lnTo>
                    <a:pt x="83228" y="437406"/>
                  </a:lnTo>
                  <a:lnTo>
                    <a:pt x="83163" y="436959"/>
                  </a:lnTo>
                  <a:lnTo>
                    <a:pt x="83552" y="436387"/>
                  </a:lnTo>
                  <a:lnTo>
                    <a:pt x="83452" y="436184"/>
                  </a:lnTo>
                  <a:lnTo>
                    <a:pt x="83767" y="435955"/>
                  </a:lnTo>
                  <a:lnTo>
                    <a:pt x="83979" y="435717"/>
                  </a:lnTo>
                  <a:lnTo>
                    <a:pt x="83985" y="435581"/>
                  </a:lnTo>
                  <a:lnTo>
                    <a:pt x="84193" y="435281"/>
                  </a:lnTo>
                  <a:lnTo>
                    <a:pt x="84545" y="435275"/>
                  </a:lnTo>
                  <a:lnTo>
                    <a:pt x="85076" y="434786"/>
                  </a:lnTo>
                  <a:lnTo>
                    <a:pt x="85198" y="434527"/>
                  </a:lnTo>
                  <a:lnTo>
                    <a:pt x="85237" y="434200"/>
                  </a:lnTo>
                  <a:lnTo>
                    <a:pt x="85265" y="433584"/>
                  </a:lnTo>
                  <a:lnTo>
                    <a:pt x="85117" y="433300"/>
                  </a:lnTo>
                  <a:lnTo>
                    <a:pt x="84870" y="433112"/>
                  </a:lnTo>
                  <a:lnTo>
                    <a:pt x="84639" y="432788"/>
                  </a:lnTo>
                  <a:lnTo>
                    <a:pt x="84811" y="432693"/>
                  </a:lnTo>
                  <a:lnTo>
                    <a:pt x="85062" y="432569"/>
                  </a:lnTo>
                  <a:lnTo>
                    <a:pt x="84915" y="431837"/>
                  </a:lnTo>
                  <a:lnTo>
                    <a:pt x="84977" y="431404"/>
                  </a:lnTo>
                  <a:lnTo>
                    <a:pt x="84918" y="431246"/>
                  </a:lnTo>
                  <a:lnTo>
                    <a:pt x="84955" y="430951"/>
                  </a:lnTo>
                  <a:lnTo>
                    <a:pt x="85137" y="430817"/>
                  </a:lnTo>
                  <a:lnTo>
                    <a:pt x="85556" y="430782"/>
                  </a:lnTo>
                  <a:lnTo>
                    <a:pt x="85755" y="430771"/>
                  </a:lnTo>
                  <a:lnTo>
                    <a:pt x="85884" y="430751"/>
                  </a:lnTo>
                  <a:lnTo>
                    <a:pt x="86029" y="430710"/>
                  </a:lnTo>
                  <a:lnTo>
                    <a:pt x="86112" y="430435"/>
                  </a:lnTo>
                  <a:lnTo>
                    <a:pt x="85960" y="430480"/>
                  </a:lnTo>
                  <a:lnTo>
                    <a:pt x="85948" y="429946"/>
                  </a:lnTo>
                  <a:lnTo>
                    <a:pt x="86434" y="429974"/>
                  </a:lnTo>
                  <a:lnTo>
                    <a:pt x="87126" y="429900"/>
                  </a:lnTo>
                  <a:lnTo>
                    <a:pt x="87426" y="429717"/>
                  </a:lnTo>
                  <a:lnTo>
                    <a:pt x="87525" y="429564"/>
                  </a:lnTo>
                  <a:lnTo>
                    <a:pt x="87511" y="429347"/>
                  </a:lnTo>
                  <a:lnTo>
                    <a:pt x="87527" y="428774"/>
                  </a:lnTo>
                  <a:lnTo>
                    <a:pt x="87721" y="428729"/>
                  </a:lnTo>
                  <a:lnTo>
                    <a:pt x="88035" y="428533"/>
                  </a:lnTo>
                  <a:lnTo>
                    <a:pt x="88175" y="428523"/>
                  </a:lnTo>
                  <a:lnTo>
                    <a:pt x="88309" y="428406"/>
                  </a:lnTo>
                  <a:lnTo>
                    <a:pt x="88612" y="428283"/>
                  </a:lnTo>
                  <a:lnTo>
                    <a:pt x="88712" y="428411"/>
                  </a:lnTo>
                  <a:lnTo>
                    <a:pt x="88879" y="428483"/>
                  </a:lnTo>
                  <a:lnTo>
                    <a:pt x="89222" y="428555"/>
                  </a:lnTo>
                  <a:lnTo>
                    <a:pt x="89706" y="428541"/>
                  </a:lnTo>
                  <a:lnTo>
                    <a:pt x="89916" y="428338"/>
                  </a:lnTo>
                  <a:lnTo>
                    <a:pt x="89904" y="428180"/>
                  </a:lnTo>
                  <a:lnTo>
                    <a:pt x="89947" y="427667"/>
                  </a:lnTo>
                  <a:lnTo>
                    <a:pt x="90066" y="427379"/>
                  </a:lnTo>
                  <a:lnTo>
                    <a:pt x="90283" y="427429"/>
                  </a:lnTo>
                  <a:lnTo>
                    <a:pt x="90459" y="427606"/>
                  </a:lnTo>
                  <a:lnTo>
                    <a:pt x="90674" y="427505"/>
                  </a:lnTo>
                  <a:lnTo>
                    <a:pt x="90981" y="427299"/>
                  </a:lnTo>
                  <a:lnTo>
                    <a:pt x="90977" y="427141"/>
                  </a:lnTo>
                  <a:lnTo>
                    <a:pt x="91135" y="426648"/>
                  </a:lnTo>
                  <a:lnTo>
                    <a:pt x="91107" y="426487"/>
                  </a:lnTo>
                  <a:lnTo>
                    <a:pt x="91256" y="426068"/>
                  </a:lnTo>
                  <a:lnTo>
                    <a:pt x="91328" y="425931"/>
                  </a:lnTo>
                  <a:lnTo>
                    <a:pt x="91550" y="425648"/>
                  </a:lnTo>
                  <a:lnTo>
                    <a:pt x="91700" y="425394"/>
                  </a:lnTo>
                  <a:lnTo>
                    <a:pt x="91727" y="425204"/>
                  </a:lnTo>
                  <a:lnTo>
                    <a:pt x="92147" y="424749"/>
                  </a:lnTo>
                  <a:lnTo>
                    <a:pt x="92387" y="424722"/>
                  </a:lnTo>
                  <a:lnTo>
                    <a:pt x="92726" y="424657"/>
                  </a:lnTo>
                  <a:lnTo>
                    <a:pt x="93129" y="424727"/>
                  </a:lnTo>
                  <a:lnTo>
                    <a:pt x="93456" y="424897"/>
                  </a:lnTo>
                  <a:lnTo>
                    <a:pt x="93615" y="424715"/>
                  </a:lnTo>
                  <a:lnTo>
                    <a:pt x="93834" y="424496"/>
                  </a:lnTo>
                  <a:lnTo>
                    <a:pt x="93931" y="424639"/>
                  </a:lnTo>
                  <a:lnTo>
                    <a:pt x="94117" y="424787"/>
                  </a:lnTo>
                  <a:lnTo>
                    <a:pt x="94559" y="425026"/>
                  </a:lnTo>
                  <a:lnTo>
                    <a:pt x="94926" y="425034"/>
                  </a:lnTo>
                  <a:lnTo>
                    <a:pt x="95125" y="425080"/>
                  </a:lnTo>
                  <a:lnTo>
                    <a:pt x="95496" y="424892"/>
                  </a:lnTo>
                  <a:lnTo>
                    <a:pt x="95840" y="424858"/>
                  </a:lnTo>
                  <a:lnTo>
                    <a:pt x="96064" y="424653"/>
                  </a:lnTo>
                  <a:lnTo>
                    <a:pt x="96339" y="423946"/>
                  </a:lnTo>
                  <a:lnTo>
                    <a:pt x="96330" y="423804"/>
                  </a:lnTo>
                  <a:lnTo>
                    <a:pt x="96575" y="423578"/>
                  </a:lnTo>
                  <a:lnTo>
                    <a:pt x="96803" y="423781"/>
                  </a:lnTo>
                  <a:lnTo>
                    <a:pt x="96696" y="423517"/>
                  </a:lnTo>
                  <a:lnTo>
                    <a:pt x="96940" y="423375"/>
                  </a:lnTo>
                  <a:lnTo>
                    <a:pt x="97466" y="423531"/>
                  </a:lnTo>
                  <a:lnTo>
                    <a:pt x="97603" y="423577"/>
                  </a:lnTo>
                  <a:lnTo>
                    <a:pt x="97731" y="423556"/>
                  </a:lnTo>
                  <a:lnTo>
                    <a:pt x="97930" y="423393"/>
                  </a:lnTo>
                  <a:lnTo>
                    <a:pt x="98617" y="422987"/>
                  </a:lnTo>
                  <a:lnTo>
                    <a:pt x="98878" y="422891"/>
                  </a:lnTo>
                  <a:lnTo>
                    <a:pt x="99503" y="422311"/>
                  </a:lnTo>
                  <a:lnTo>
                    <a:pt x="99492" y="422160"/>
                  </a:lnTo>
                  <a:lnTo>
                    <a:pt x="99312" y="421485"/>
                  </a:lnTo>
                  <a:lnTo>
                    <a:pt x="99397" y="421263"/>
                  </a:lnTo>
                  <a:lnTo>
                    <a:pt x="99219" y="421091"/>
                  </a:lnTo>
                  <a:lnTo>
                    <a:pt x="98745" y="420670"/>
                  </a:lnTo>
                  <a:lnTo>
                    <a:pt x="98491" y="420751"/>
                  </a:lnTo>
                  <a:lnTo>
                    <a:pt x="98289" y="420743"/>
                  </a:lnTo>
                  <a:lnTo>
                    <a:pt x="97860" y="420515"/>
                  </a:lnTo>
                  <a:lnTo>
                    <a:pt x="97649" y="420483"/>
                  </a:lnTo>
                  <a:lnTo>
                    <a:pt x="97235" y="420074"/>
                  </a:lnTo>
                  <a:lnTo>
                    <a:pt x="97413" y="419797"/>
                  </a:lnTo>
                  <a:lnTo>
                    <a:pt x="97427" y="419581"/>
                  </a:lnTo>
                  <a:lnTo>
                    <a:pt x="97173" y="419564"/>
                  </a:lnTo>
                  <a:lnTo>
                    <a:pt x="97086" y="419427"/>
                  </a:lnTo>
                  <a:lnTo>
                    <a:pt x="97305" y="419057"/>
                  </a:lnTo>
                  <a:lnTo>
                    <a:pt x="97506" y="419112"/>
                  </a:lnTo>
                  <a:lnTo>
                    <a:pt x="97675" y="419102"/>
                  </a:lnTo>
                  <a:lnTo>
                    <a:pt x="97810" y="418725"/>
                  </a:lnTo>
                  <a:lnTo>
                    <a:pt x="97825" y="417977"/>
                  </a:lnTo>
                  <a:lnTo>
                    <a:pt x="98377" y="417875"/>
                  </a:lnTo>
                  <a:lnTo>
                    <a:pt x="98771" y="417459"/>
                  </a:lnTo>
                  <a:lnTo>
                    <a:pt x="99051" y="417304"/>
                  </a:lnTo>
                  <a:lnTo>
                    <a:pt x="99449" y="417687"/>
                  </a:lnTo>
                  <a:lnTo>
                    <a:pt x="99774" y="417566"/>
                  </a:lnTo>
                  <a:lnTo>
                    <a:pt x="99978" y="417402"/>
                  </a:lnTo>
                  <a:lnTo>
                    <a:pt x="99801" y="417314"/>
                  </a:lnTo>
                  <a:lnTo>
                    <a:pt x="99529" y="417334"/>
                  </a:lnTo>
                  <a:lnTo>
                    <a:pt x="99481" y="417026"/>
                  </a:lnTo>
                  <a:lnTo>
                    <a:pt x="99764" y="416960"/>
                  </a:lnTo>
                  <a:lnTo>
                    <a:pt x="99975" y="416821"/>
                  </a:lnTo>
                  <a:lnTo>
                    <a:pt x="99811" y="416739"/>
                  </a:lnTo>
                  <a:lnTo>
                    <a:pt x="99631" y="416555"/>
                  </a:lnTo>
                  <a:lnTo>
                    <a:pt x="99835" y="416043"/>
                  </a:lnTo>
                  <a:lnTo>
                    <a:pt x="99764" y="415456"/>
                  </a:lnTo>
                  <a:lnTo>
                    <a:pt x="99727" y="415273"/>
                  </a:lnTo>
                  <a:lnTo>
                    <a:pt x="99404" y="414899"/>
                  </a:lnTo>
                  <a:lnTo>
                    <a:pt x="99119" y="414800"/>
                  </a:lnTo>
                  <a:lnTo>
                    <a:pt x="98878" y="414817"/>
                  </a:lnTo>
                  <a:lnTo>
                    <a:pt x="98861" y="414621"/>
                  </a:lnTo>
                  <a:lnTo>
                    <a:pt x="98932" y="414265"/>
                  </a:lnTo>
                  <a:lnTo>
                    <a:pt x="98871" y="414091"/>
                  </a:lnTo>
                  <a:lnTo>
                    <a:pt x="98473" y="413578"/>
                  </a:lnTo>
                  <a:lnTo>
                    <a:pt x="98512" y="413287"/>
                  </a:lnTo>
                  <a:lnTo>
                    <a:pt x="98225" y="413304"/>
                  </a:lnTo>
                  <a:lnTo>
                    <a:pt x="97891" y="413045"/>
                  </a:lnTo>
                  <a:lnTo>
                    <a:pt x="97258" y="413327"/>
                  </a:lnTo>
                  <a:lnTo>
                    <a:pt x="97003" y="413412"/>
                  </a:lnTo>
                  <a:lnTo>
                    <a:pt x="96687" y="413134"/>
                  </a:lnTo>
                  <a:lnTo>
                    <a:pt x="96568" y="412965"/>
                  </a:lnTo>
                  <a:lnTo>
                    <a:pt x="96346" y="412741"/>
                  </a:lnTo>
                  <a:lnTo>
                    <a:pt x="96097" y="412701"/>
                  </a:lnTo>
                  <a:lnTo>
                    <a:pt x="95755" y="412756"/>
                  </a:lnTo>
                  <a:lnTo>
                    <a:pt x="95399" y="412813"/>
                  </a:lnTo>
                  <a:lnTo>
                    <a:pt x="94985" y="412660"/>
                  </a:lnTo>
                  <a:lnTo>
                    <a:pt x="94838" y="412625"/>
                  </a:lnTo>
                  <a:lnTo>
                    <a:pt x="94662" y="412535"/>
                  </a:lnTo>
                  <a:lnTo>
                    <a:pt x="94707" y="412275"/>
                  </a:lnTo>
                  <a:lnTo>
                    <a:pt x="94628" y="412105"/>
                  </a:lnTo>
                  <a:lnTo>
                    <a:pt x="94384" y="411830"/>
                  </a:lnTo>
                  <a:lnTo>
                    <a:pt x="94208" y="411489"/>
                  </a:lnTo>
                  <a:lnTo>
                    <a:pt x="94065" y="411160"/>
                  </a:lnTo>
                  <a:lnTo>
                    <a:pt x="93524" y="411102"/>
                  </a:lnTo>
                  <a:lnTo>
                    <a:pt x="93671" y="410802"/>
                  </a:lnTo>
                  <a:lnTo>
                    <a:pt x="93664" y="410635"/>
                  </a:lnTo>
                  <a:lnTo>
                    <a:pt x="93453" y="410719"/>
                  </a:lnTo>
                  <a:lnTo>
                    <a:pt x="93658" y="410320"/>
                  </a:lnTo>
                  <a:lnTo>
                    <a:pt x="93543" y="409832"/>
                  </a:lnTo>
                  <a:lnTo>
                    <a:pt x="93293" y="409520"/>
                  </a:lnTo>
                  <a:lnTo>
                    <a:pt x="92973" y="409277"/>
                  </a:lnTo>
                  <a:lnTo>
                    <a:pt x="92736" y="409363"/>
                  </a:lnTo>
                  <a:lnTo>
                    <a:pt x="92686" y="409597"/>
                  </a:lnTo>
                  <a:lnTo>
                    <a:pt x="92780" y="409782"/>
                  </a:lnTo>
                  <a:lnTo>
                    <a:pt x="92809" y="409947"/>
                  </a:lnTo>
                  <a:lnTo>
                    <a:pt x="92573" y="410112"/>
                  </a:lnTo>
                  <a:lnTo>
                    <a:pt x="92406" y="409870"/>
                  </a:lnTo>
                  <a:lnTo>
                    <a:pt x="92517" y="409331"/>
                  </a:lnTo>
                  <a:lnTo>
                    <a:pt x="92738" y="409075"/>
                  </a:lnTo>
                  <a:lnTo>
                    <a:pt x="92596" y="409116"/>
                  </a:lnTo>
                  <a:lnTo>
                    <a:pt x="92195" y="408955"/>
                  </a:lnTo>
                  <a:lnTo>
                    <a:pt x="91998" y="408927"/>
                  </a:lnTo>
                  <a:lnTo>
                    <a:pt x="91733" y="408828"/>
                  </a:lnTo>
                  <a:lnTo>
                    <a:pt x="91386" y="408512"/>
                  </a:lnTo>
                  <a:lnTo>
                    <a:pt x="91193" y="408515"/>
                  </a:lnTo>
                  <a:lnTo>
                    <a:pt x="90959" y="408282"/>
                  </a:lnTo>
                  <a:lnTo>
                    <a:pt x="90566" y="408471"/>
                  </a:lnTo>
                  <a:lnTo>
                    <a:pt x="90245" y="408906"/>
                  </a:lnTo>
                  <a:lnTo>
                    <a:pt x="90244" y="409058"/>
                  </a:lnTo>
                  <a:lnTo>
                    <a:pt x="90095" y="409095"/>
                  </a:lnTo>
                  <a:lnTo>
                    <a:pt x="89752" y="409155"/>
                  </a:lnTo>
                  <a:lnTo>
                    <a:pt x="89591" y="409149"/>
                  </a:lnTo>
                  <a:lnTo>
                    <a:pt x="89627" y="409443"/>
                  </a:lnTo>
                  <a:lnTo>
                    <a:pt x="89793" y="409723"/>
                  </a:lnTo>
                  <a:lnTo>
                    <a:pt x="89696" y="409986"/>
                  </a:lnTo>
                  <a:lnTo>
                    <a:pt x="89404" y="410118"/>
                  </a:lnTo>
                  <a:lnTo>
                    <a:pt x="89132" y="410354"/>
                  </a:lnTo>
                  <a:lnTo>
                    <a:pt x="88960" y="410360"/>
                  </a:lnTo>
                  <a:lnTo>
                    <a:pt x="88317" y="410498"/>
                  </a:lnTo>
                  <a:lnTo>
                    <a:pt x="88171" y="410367"/>
                  </a:lnTo>
                  <a:lnTo>
                    <a:pt x="87728" y="409829"/>
                  </a:lnTo>
                  <a:lnTo>
                    <a:pt x="87547" y="409786"/>
                  </a:lnTo>
                  <a:lnTo>
                    <a:pt x="87013" y="409932"/>
                  </a:lnTo>
                  <a:lnTo>
                    <a:pt x="86719" y="410620"/>
                  </a:lnTo>
                  <a:lnTo>
                    <a:pt x="86624" y="410964"/>
                  </a:lnTo>
                  <a:lnTo>
                    <a:pt x="86391" y="411234"/>
                  </a:lnTo>
                  <a:lnTo>
                    <a:pt x="86358" y="411657"/>
                  </a:lnTo>
                  <a:lnTo>
                    <a:pt x="86312" y="411911"/>
                  </a:lnTo>
                  <a:lnTo>
                    <a:pt x="86222" y="412068"/>
                  </a:lnTo>
                  <a:lnTo>
                    <a:pt x="86066" y="412264"/>
                  </a:lnTo>
                  <a:lnTo>
                    <a:pt x="85507" y="412290"/>
                  </a:lnTo>
                  <a:lnTo>
                    <a:pt x="85355" y="412299"/>
                  </a:lnTo>
                  <a:lnTo>
                    <a:pt x="85162" y="412497"/>
                  </a:lnTo>
                  <a:lnTo>
                    <a:pt x="85049" y="412754"/>
                  </a:lnTo>
                  <a:lnTo>
                    <a:pt x="84805" y="412811"/>
                  </a:lnTo>
                  <a:lnTo>
                    <a:pt x="84391" y="413022"/>
                  </a:lnTo>
                  <a:lnTo>
                    <a:pt x="83990" y="413137"/>
                  </a:lnTo>
                  <a:lnTo>
                    <a:pt x="83710" y="412723"/>
                  </a:lnTo>
                  <a:lnTo>
                    <a:pt x="83327" y="412721"/>
                  </a:lnTo>
                  <a:lnTo>
                    <a:pt x="83121" y="412731"/>
                  </a:lnTo>
                  <a:lnTo>
                    <a:pt x="82404" y="412381"/>
                  </a:lnTo>
                  <a:lnTo>
                    <a:pt x="82067" y="412386"/>
                  </a:lnTo>
                  <a:lnTo>
                    <a:pt x="81845" y="412354"/>
                  </a:lnTo>
                  <a:lnTo>
                    <a:pt x="81714" y="412266"/>
                  </a:lnTo>
                  <a:lnTo>
                    <a:pt x="81584" y="412158"/>
                  </a:lnTo>
                  <a:lnTo>
                    <a:pt x="81431" y="412139"/>
                  </a:lnTo>
                  <a:lnTo>
                    <a:pt x="81205" y="412299"/>
                  </a:lnTo>
                  <a:lnTo>
                    <a:pt x="81026" y="412477"/>
                  </a:lnTo>
                  <a:lnTo>
                    <a:pt x="80990" y="412662"/>
                  </a:lnTo>
                  <a:lnTo>
                    <a:pt x="80954" y="412871"/>
                  </a:lnTo>
                  <a:lnTo>
                    <a:pt x="80932" y="413059"/>
                  </a:lnTo>
                  <a:lnTo>
                    <a:pt x="81335" y="413473"/>
                  </a:lnTo>
                  <a:lnTo>
                    <a:pt x="81131" y="413731"/>
                  </a:lnTo>
                  <a:lnTo>
                    <a:pt x="80792" y="413848"/>
                  </a:lnTo>
                  <a:lnTo>
                    <a:pt x="80547" y="414107"/>
                  </a:lnTo>
                  <a:lnTo>
                    <a:pt x="80906" y="414503"/>
                  </a:lnTo>
                  <a:lnTo>
                    <a:pt x="80760" y="414558"/>
                  </a:lnTo>
                  <a:lnTo>
                    <a:pt x="80598" y="414574"/>
                  </a:lnTo>
                  <a:lnTo>
                    <a:pt x="80446" y="414585"/>
                  </a:lnTo>
                  <a:lnTo>
                    <a:pt x="80369" y="414410"/>
                  </a:lnTo>
                  <a:lnTo>
                    <a:pt x="80247" y="414079"/>
                  </a:lnTo>
                  <a:lnTo>
                    <a:pt x="80048" y="414024"/>
                  </a:lnTo>
                  <a:lnTo>
                    <a:pt x="79450" y="414144"/>
                  </a:lnTo>
                  <a:lnTo>
                    <a:pt x="79363" y="414318"/>
                  </a:lnTo>
                  <a:lnTo>
                    <a:pt x="79121" y="414468"/>
                  </a:lnTo>
                  <a:lnTo>
                    <a:pt x="78731" y="414324"/>
                  </a:lnTo>
                  <a:lnTo>
                    <a:pt x="78314" y="414094"/>
                  </a:lnTo>
                  <a:lnTo>
                    <a:pt x="78035" y="414005"/>
                  </a:lnTo>
                  <a:lnTo>
                    <a:pt x="77747" y="414111"/>
                  </a:lnTo>
                  <a:lnTo>
                    <a:pt x="77632" y="414267"/>
                  </a:lnTo>
                  <a:lnTo>
                    <a:pt x="77387" y="414099"/>
                  </a:lnTo>
                  <a:lnTo>
                    <a:pt x="77065" y="413980"/>
                  </a:lnTo>
                  <a:lnTo>
                    <a:pt x="76694" y="414041"/>
                  </a:lnTo>
                  <a:lnTo>
                    <a:pt x="76694" y="413792"/>
                  </a:lnTo>
                  <a:lnTo>
                    <a:pt x="76712" y="413633"/>
                  </a:lnTo>
                  <a:lnTo>
                    <a:pt x="76597" y="413354"/>
                  </a:lnTo>
                  <a:lnTo>
                    <a:pt x="76312" y="413163"/>
                  </a:lnTo>
                  <a:lnTo>
                    <a:pt x="76124" y="413188"/>
                  </a:lnTo>
                  <a:lnTo>
                    <a:pt x="75985" y="413310"/>
                  </a:lnTo>
                  <a:lnTo>
                    <a:pt x="75769" y="413570"/>
                  </a:lnTo>
                  <a:lnTo>
                    <a:pt x="75611" y="413750"/>
                  </a:lnTo>
                  <a:lnTo>
                    <a:pt x="75240" y="413642"/>
                  </a:lnTo>
                  <a:lnTo>
                    <a:pt x="75086" y="413364"/>
                  </a:lnTo>
                  <a:lnTo>
                    <a:pt x="74730" y="413363"/>
                  </a:lnTo>
                  <a:lnTo>
                    <a:pt x="74601" y="413391"/>
                  </a:lnTo>
                  <a:lnTo>
                    <a:pt x="74471" y="413477"/>
                  </a:lnTo>
                  <a:lnTo>
                    <a:pt x="74178" y="413562"/>
                  </a:lnTo>
                  <a:lnTo>
                    <a:pt x="73920" y="413466"/>
                  </a:lnTo>
                  <a:lnTo>
                    <a:pt x="73450" y="413799"/>
                  </a:lnTo>
                  <a:lnTo>
                    <a:pt x="73319" y="414061"/>
                  </a:lnTo>
                  <a:lnTo>
                    <a:pt x="72859" y="413999"/>
                  </a:lnTo>
                  <a:lnTo>
                    <a:pt x="72654" y="414156"/>
                  </a:lnTo>
                  <a:lnTo>
                    <a:pt x="72458" y="414275"/>
                  </a:lnTo>
                  <a:lnTo>
                    <a:pt x="72201" y="414507"/>
                  </a:lnTo>
                  <a:lnTo>
                    <a:pt x="71693" y="414950"/>
                  </a:lnTo>
                  <a:lnTo>
                    <a:pt x="71520" y="415261"/>
                  </a:lnTo>
                  <a:lnTo>
                    <a:pt x="71359" y="415115"/>
                  </a:lnTo>
                  <a:lnTo>
                    <a:pt x="71218" y="415086"/>
                  </a:lnTo>
                  <a:lnTo>
                    <a:pt x="70874" y="415336"/>
                  </a:lnTo>
                  <a:lnTo>
                    <a:pt x="70744" y="415106"/>
                  </a:lnTo>
                  <a:lnTo>
                    <a:pt x="70590" y="415069"/>
                  </a:lnTo>
                  <a:lnTo>
                    <a:pt x="70339" y="415102"/>
                  </a:lnTo>
                  <a:lnTo>
                    <a:pt x="70169" y="415279"/>
                  </a:lnTo>
                  <a:lnTo>
                    <a:pt x="69993" y="415613"/>
                  </a:lnTo>
                  <a:lnTo>
                    <a:pt x="69919" y="415881"/>
                  </a:lnTo>
                  <a:lnTo>
                    <a:pt x="69668" y="416423"/>
                  </a:lnTo>
                  <a:lnTo>
                    <a:pt x="69203" y="416197"/>
                  </a:lnTo>
                  <a:lnTo>
                    <a:pt x="69299" y="415840"/>
                  </a:lnTo>
                  <a:lnTo>
                    <a:pt x="69222" y="415626"/>
                  </a:lnTo>
                  <a:lnTo>
                    <a:pt x="69083" y="415573"/>
                  </a:lnTo>
                  <a:lnTo>
                    <a:pt x="68848" y="415492"/>
                  </a:lnTo>
                  <a:lnTo>
                    <a:pt x="68664" y="415219"/>
                  </a:lnTo>
                  <a:lnTo>
                    <a:pt x="68686" y="414982"/>
                  </a:lnTo>
                  <a:lnTo>
                    <a:pt x="68965" y="414802"/>
                  </a:lnTo>
                  <a:lnTo>
                    <a:pt x="69099" y="414537"/>
                  </a:lnTo>
                  <a:lnTo>
                    <a:pt x="69068" y="413937"/>
                  </a:lnTo>
                  <a:lnTo>
                    <a:pt x="69660" y="413713"/>
                  </a:lnTo>
                  <a:lnTo>
                    <a:pt x="69935" y="413708"/>
                  </a:lnTo>
                  <a:lnTo>
                    <a:pt x="70232" y="413601"/>
                  </a:lnTo>
                  <a:lnTo>
                    <a:pt x="70179" y="413430"/>
                  </a:lnTo>
                  <a:lnTo>
                    <a:pt x="70027" y="413278"/>
                  </a:lnTo>
                  <a:lnTo>
                    <a:pt x="69825" y="413116"/>
                  </a:lnTo>
                  <a:lnTo>
                    <a:pt x="69405" y="413044"/>
                  </a:lnTo>
                  <a:lnTo>
                    <a:pt x="69122" y="412387"/>
                  </a:lnTo>
                  <a:lnTo>
                    <a:pt x="69292" y="412359"/>
                  </a:lnTo>
                  <a:lnTo>
                    <a:pt x="69434" y="412285"/>
                  </a:lnTo>
                  <a:lnTo>
                    <a:pt x="69630" y="411888"/>
                  </a:lnTo>
                  <a:lnTo>
                    <a:pt x="69806" y="411262"/>
                  </a:lnTo>
                  <a:lnTo>
                    <a:pt x="69650" y="411201"/>
                  </a:lnTo>
                  <a:lnTo>
                    <a:pt x="69527" y="410942"/>
                  </a:lnTo>
                  <a:lnTo>
                    <a:pt x="69721" y="410734"/>
                  </a:lnTo>
                  <a:lnTo>
                    <a:pt x="69546" y="410696"/>
                  </a:lnTo>
                  <a:lnTo>
                    <a:pt x="69213" y="410429"/>
                  </a:lnTo>
                  <a:lnTo>
                    <a:pt x="69555" y="410087"/>
                  </a:lnTo>
                  <a:lnTo>
                    <a:pt x="69794" y="409639"/>
                  </a:lnTo>
                  <a:lnTo>
                    <a:pt x="69442" y="409559"/>
                  </a:lnTo>
                  <a:lnTo>
                    <a:pt x="69051" y="409830"/>
                  </a:lnTo>
                  <a:lnTo>
                    <a:pt x="68962" y="409968"/>
                  </a:lnTo>
                  <a:lnTo>
                    <a:pt x="68630" y="409923"/>
                  </a:lnTo>
                  <a:lnTo>
                    <a:pt x="68471" y="409819"/>
                  </a:lnTo>
                  <a:lnTo>
                    <a:pt x="68439" y="409679"/>
                  </a:lnTo>
                  <a:lnTo>
                    <a:pt x="68405" y="409508"/>
                  </a:lnTo>
                  <a:lnTo>
                    <a:pt x="68021" y="409302"/>
                  </a:lnTo>
                  <a:lnTo>
                    <a:pt x="67323" y="409011"/>
                  </a:lnTo>
                  <a:lnTo>
                    <a:pt x="67273" y="408833"/>
                  </a:lnTo>
                  <a:lnTo>
                    <a:pt x="67564" y="408145"/>
                  </a:lnTo>
                  <a:lnTo>
                    <a:pt x="68015" y="407663"/>
                  </a:lnTo>
                  <a:lnTo>
                    <a:pt x="68121" y="407169"/>
                  </a:lnTo>
                  <a:lnTo>
                    <a:pt x="67525" y="407099"/>
                  </a:lnTo>
                  <a:lnTo>
                    <a:pt x="67272" y="406967"/>
                  </a:lnTo>
                  <a:lnTo>
                    <a:pt x="67050" y="406832"/>
                  </a:lnTo>
                  <a:lnTo>
                    <a:pt x="66172" y="406823"/>
                  </a:lnTo>
                  <a:lnTo>
                    <a:pt x="65952" y="407014"/>
                  </a:lnTo>
                  <a:lnTo>
                    <a:pt x="65587" y="407175"/>
                  </a:lnTo>
                  <a:lnTo>
                    <a:pt x="65380" y="406777"/>
                  </a:lnTo>
                  <a:lnTo>
                    <a:pt x="65407" y="406109"/>
                  </a:lnTo>
                  <a:lnTo>
                    <a:pt x="66087" y="405613"/>
                  </a:lnTo>
                  <a:lnTo>
                    <a:pt x="66190" y="405002"/>
                  </a:lnTo>
                  <a:lnTo>
                    <a:pt x="65913" y="404987"/>
                  </a:lnTo>
                  <a:lnTo>
                    <a:pt x="65860" y="404210"/>
                  </a:lnTo>
                  <a:lnTo>
                    <a:pt x="66006" y="403981"/>
                  </a:lnTo>
                  <a:lnTo>
                    <a:pt x="66125" y="403746"/>
                  </a:lnTo>
                  <a:lnTo>
                    <a:pt x="66190" y="403544"/>
                  </a:lnTo>
                  <a:lnTo>
                    <a:pt x="66217" y="403339"/>
                  </a:lnTo>
                  <a:lnTo>
                    <a:pt x="66322" y="402948"/>
                  </a:lnTo>
                  <a:lnTo>
                    <a:pt x="66561" y="402846"/>
                  </a:lnTo>
                  <a:lnTo>
                    <a:pt x="66767" y="403002"/>
                  </a:lnTo>
                  <a:lnTo>
                    <a:pt x="67276" y="402966"/>
                  </a:lnTo>
                  <a:lnTo>
                    <a:pt x="67440" y="402871"/>
                  </a:lnTo>
                  <a:lnTo>
                    <a:pt x="67354" y="402725"/>
                  </a:lnTo>
                  <a:lnTo>
                    <a:pt x="67385" y="402343"/>
                  </a:lnTo>
                  <a:lnTo>
                    <a:pt x="67667" y="401204"/>
                  </a:lnTo>
                  <a:lnTo>
                    <a:pt x="67350" y="401067"/>
                  </a:lnTo>
                  <a:lnTo>
                    <a:pt x="67163" y="400984"/>
                  </a:lnTo>
                  <a:lnTo>
                    <a:pt x="66981" y="400692"/>
                  </a:lnTo>
                  <a:lnTo>
                    <a:pt x="66990" y="400353"/>
                  </a:lnTo>
                  <a:lnTo>
                    <a:pt x="67182" y="399739"/>
                  </a:lnTo>
                  <a:lnTo>
                    <a:pt x="67270" y="399511"/>
                  </a:lnTo>
                  <a:lnTo>
                    <a:pt x="67144" y="399290"/>
                  </a:lnTo>
                  <a:lnTo>
                    <a:pt x="66709" y="399135"/>
                  </a:lnTo>
                  <a:lnTo>
                    <a:pt x="66214" y="399098"/>
                  </a:lnTo>
                  <a:lnTo>
                    <a:pt x="65780" y="398298"/>
                  </a:lnTo>
                  <a:lnTo>
                    <a:pt x="65881" y="397800"/>
                  </a:lnTo>
                  <a:lnTo>
                    <a:pt x="65499" y="397002"/>
                  </a:lnTo>
                  <a:lnTo>
                    <a:pt x="65350" y="396602"/>
                  </a:lnTo>
                  <a:lnTo>
                    <a:pt x="65008" y="396176"/>
                  </a:lnTo>
                  <a:lnTo>
                    <a:pt x="64930" y="395622"/>
                  </a:lnTo>
                  <a:lnTo>
                    <a:pt x="64834" y="395413"/>
                  </a:lnTo>
                  <a:lnTo>
                    <a:pt x="64632" y="395005"/>
                  </a:lnTo>
                  <a:lnTo>
                    <a:pt x="64476" y="394842"/>
                  </a:lnTo>
                  <a:lnTo>
                    <a:pt x="64407" y="394240"/>
                  </a:lnTo>
                  <a:lnTo>
                    <a:pt x="64443" y="393907"/>
                  </a:lnTo>
                  <a:lnTo>
                    <a:pt x="64272" y="393342"/>
                  </a:lnTo>
                  <a:lnTo>
                    <a:pt x="64333" y="393165"/>
                  </a:lnTo>
                  <a:lnTo>
                    <a:pt x="64627" y="392570"/>
                  </a:lnTo>
                  <a:lnTo>
                    <a:pt x="65004" y="392290"/>
                  </a:lnTo>
                  <a:lnTo>
                    <a:pt x="65735" y="391654"/>
                  </a:lnTo>
                  <a:lnTo>
                    <a:pt x="66055" y="391168"/>
                  </a:lnTo>
                  <a:lnTo>
                    <a:pt x="66158" y="390717"/>
                  </a:lnTo>
                  <a:lnTo>
                    <a:pt x="66162" y="390509"/>
                  </a:lnTo>
                  <a:lnTo>
                    <a:pt x="66241" y="390160"/>
                  </a:lnTo>
                  <a:lnTo>
                    <a:pt x="66320" y="389935"/>
                  </a:lnTo>
                  <a:lnTo>
                    <a:pt x="66404" y="389717"/>
                  </a:lnTo>
                  <a:lnTo>
                    <a:pt x="66611" y="389435"/>
                  </a:lnTo>
                  <a:lnTo>
                    <a:pt x="66698" y="389073"/>
                  </a:lnTo>
                  <a:lnTo>
                    <a:pt x="66697" y="388139"/>
                  </a:lnTo>
                  <a:lnTo>
                    <a:pt x="66791" y="387997"/>
                  </a:lnTo>
                  <a:lnTo>
                    <a:pt x="67391" y="387132"/>
                  </a:lnTo>
                  <a:lnTo>
                    <a:pt x="67584" y="386903"/>
                  </a:lnTo>
                  <a:lnTo>
                    <a:pt x="68400" y="386259"/>
                  </a:lnTo>
                  <a:lnTo>
                    <a:pt x="68550" y="385665"/>
                  </a:lnTo>
                  <a:lnTo>
                    <a:pt x="68740" y="385481"/>
                  </a:lnTo>
                  <a:lnTo>
                    <a:pt x="69097" y="385186"/>
                  </a:lnTo>
                  <a:lnTo>
                    <a:pt x="69019" y="385000"/>
                  </a:lnTo>
                  <a:lnTo>
                    <a:pt x="68929" y="384782"/>
                  </a:lnTo>
                  <a:lnTo>
                    <a:pt x="69053" y="384363"/>
                  </a:lnTo>
                  <a:lnTo>
                    <a:pt x="68951" y="384163"/>
                  </a:lnTo>
                  <a:lnTo>
                    <a:pt x="68939" y="383776"/>
                  </a:lnTo>
                  <a:lnTo>
                    <a:pt x="69232" y="383273"/>
                  </a:lnTo>
                  <a:lnTo>
                    <a:pt x="69101" y="382863"/>
                  </a:lnTo>
                  <a:lnTo>
                    <a:pt x="68943" y="382515"/>
                  </a:lnTo>
                  <a:lnTo>
                    <a:pt x="68925" y="382166"/>
                  </a:lnTo>
                  <a:lnTo>
                    <a:pt x="68955" y="382038"/>
                  </a:lnTo>
                  <a:lnTo>
                    <a:pt x="68849" y="381414"/>
                  </a:lnTo>
                  <a:lnTo>
                    <a:pt x="68884" y="381211"/>
                  </a:lnTo>
                  <a:lnTo>
                    <a:pt x="69023" y="381182"/>
                  </a:lnTo>
                  <a:lnTo>
                    <a:pt x="69170" y="380979"/>
                  </a:lnTo>
                  <a:lnTo>
                    <a:pt x="69170" y="380779"/>
                  </a:lnTo>
                  <a:lnTo>
                    <a:pt x="68958" y="380411"/>
                  </a:lnTo>
                  <a:lnTo>
                    <a:pt x="68654" y="380247"/>
                  </a:lnTo>
                  <a:lnTo>
                    <a:pt x="68534" y="380052"/>
                  </a:lnTo>
                  <a:lnTo>
                    <a:pt x="68340" y="379913"/>
                  </a:lnTo>
                  <a:lnTo>
                    <a:pt x="68295" y="379695"/>
                  </a:lnTo>
                  <a:lnTo>
                    <a:pt x="68291" y="379439"/>
                  </a:lnTo>
                  <a:lnTo>
                    <a:pt x="68720" y="378993"/>
                  </a:lnTo>
                  <a:lnTo>
                    <a:pt x="68821" y="378742"/>
                  </a:lnTo>
                  <a:lnTo>
                    <a:pt x="68992" y="378667"/>
                  </a:lnTo>
                  <a:lnTo>
                    <a:pt x="69149" y="378574"/>
                  </a:lnTo>
                  <a:lnTo>
                    <a:pt x="69404" y="378123"/>
                  </a:lnTo>
                  <a:lnTo>
                    <a:pt x="69520" y="377670"/>
                  </a:lnTo>
                  <a:lnTo>
                    <a:pt x="69464" y="377531"/>
                  </a:lnTo>
                  <a:lnTo>
                    <a:pt x="69616" y="377213"/>
                  </a:lnTo>
                  <a:lnTo>
                    <a:pt x="69632" y="377060"/>
                  </a:lnTo>
                  <a:lnTo>
                    <a:pt x="69741" y="376820"/>
                  </a:lnTo>
                  <a:lnTo>
                    <a:pt x="69849" y="376507"/>
                  </a:lnTo>
                  <a:lnTo>
                    <a:pt x="70038" y="376242"/>
                  </a:lnTo>
                  <a:lnTo>
                    <a:pt x="70484" y="376360"/>
                  </a:lnTo>
                  <a:lnTo>
                    <a:pt x="70921" y="376208"/>
                  </a:lnTo>
                  <a:lnTo>
                    <a:pt x="71157" y="376456"/>
                  </a:lnTo>
                  <a:lnTo>
                    <a:pt x="71404" y="376763"/>
                  </a:lnTo>
                  <a:lnTo>
                    <a:pt x="71621" y="376791"/>
                  </a:lnTo>
                  <a:lnTo>
                    <a:pt x="71852" y="376746"/>
                  </a:lnTo>
                  <a:lnTo>
                    <a:pt x="72367" y="376631"/>
                  </a:lnTo>
                  <a:lnTo>
                    <a:pt x="72894" y="376393"/>
                  </a:lnTo>
                  <a:lnTo>
                    <a:pt x="72940" y="375678"/>
                  </a:lnTo>
                  <a:lnTo>
                    <a:pt x="72595" y="375593"/>
                  </a:lnTo>
                  <a:lnTo>
                    <a:pt x="72483" y="375347"/>
                  </a:lnTo>
                  <a:lnTo>
                    <a:pt x="72559" y="375217"/>
                  </a:lnTo>
                  <a:lnTo>
                    <a:pt x="72898" y="375104"/>
                  </a:lnTo>
                  <a:lnTo>
                    <a:pt x="73384" y="374926"/>
                  </a:lnTo>
                  <a:lnTo>
                    <a:pt x="73860" y="374769"/>
                  </a:lnTo>
                  <a:lnTo>
                    <a:pt x="74277" y="374567"/>
                  </a:lnTo>
                  <a:lnTo>
                    <a:pt x="74575" y="374480"/>
                  </a:lnTo>
                  <a:lnTo>
                    <a:pt x="74876" y="374270"/>
                  </a:lnTo>
                  <a:lnTo>
                    <a:pt x="75197" y="374104"/>
                  </a:lnTo>
                  <a:lnTo>
                    <a:pt x="75611" y="374158"/>
                  </a:lnTo>
                  <a:lnTo>
                    <a:pt x="75756" y="374167"/>
                  </a:lnTo>
                  <a:lnTo>
                    <a:pt x="76034" y="374152"/>
                  </a:lnTo>
                  <a:lnTo>
                    <a:pt x="76517" y="373864"/>
                  </a:lnTo>
                  <a:lnTo>
                    <a:pt x="76551" y="373722"/>
                  </a:lnTo>
                  <a:lnTo>
                    <a:pt x="76735" y="373592"/>
                  </a:lnTo>
                  <a:lnTo>
                    <a:pt x="77109" y="373455"/>
                  </a:lnTo>
                  <a:lnTo>
                    <a:pt x="77360" y="373181"/>
                  </a:lnTo>
                  <a:lnTo>
                    <a:pt x="77585" y="372926"/>
                  </a:lnTo>
                  <a:lnTo>
                    <a:pt x="77803" y="372756"/>
                  </a:lnTo>
                  <a:lnTo>
                    <a:pt x="78086" y="372532"/>
                  </a:lnTo>
                  <a:lnTo>
                    <a:pt x="77963" y="372344"/>
                  </a:lnTo>
                  <a:lnTo>
                    <a:pt x="77787" y="372347"/>
                  </a:lnTo>
                  <a:lnTo>
                    <a:pt x="77612" y="372356"/>
                  </a:lnTo>
                  <a:lnTo>
                    <a:pt x="77466" y="372244"/>
                  </a:lnTo>
                  <a:lnTo>
                    <a:pt x="77288" y="372048"/>
                  </a:lnTo>
                  <a:lnTo>
                    <a:pt x="77295" y="371831"/>
                  </a:lnTo>
                  <a:lnTo>
                    <a:pt x="77543" y="371672"/>
                  </a:lnTo>
                  <a:lnTo>
                    <a:pt x="77731" y="371471"/>
                  </a:lnTo>
                  <a:lnTo>
                    <a:pt x="77678" y="371033"/>
                  </a:lnTo>
                  <a:lnTo>
                    <a:pt x="77349" y="370811"/>
                  </a:lnTo>
                  <a:lnTo>
                    <a:pt x="77406" y="370595"/>
                  </a:lnTo>
                  <a:lnTo>
                    <a:pt x="77364" y="370426"/>
                  </a:lnTo>
                  <a:lnTo>
                    <a:pt x="77181" y="370229"/>
                  </a:lnTo>
                  <a:lnTo>
                    <a:pt x="76845" y="370288"/>
                  </a:lnTo>
                  <a:lnTo>
                    <a:pt x="76587" y="370387"/>
                  </a:lnTo>
                  <a:lnTo>
                    <a:pt x="76228" y="370474"/>
                  </a:lnTo>
                  <a:lnTo>
                    <a:pt x="75886" y="370465"/>
                  </a:lnTo>
                  <a:lnTo>
                    <a:pt x="75839" y="370189"/>
                  </a:lnTo>
                  <a:lnTo>
                    <a:pt x="75828" y="370058"/>
                  </a:lnTo>
                  <a:lnTo>
                    <a:pt x="75534" y="369732"/>
                  </a:lnTo>
                  <a:lnTo>
                    <a:pt x="75155" y="369861"/>
                  </a:lnTo>
                  <a:lnTo>
                    <a:pt x="74689" y="370073"/>
                  </a:lnTo>
                  <a:lnTo>
                    <a:pt x="74183" y="370194"/>
                  </a:lnTo>
                  <a:lnTo>
                    <a:pt x="73778" y="370447"/>
                  </a:lnTo>
                  <a:lnTo>
                    <a:pt x="73142" y="370587"/>
                  </a:lnTo>
                  <a:lnTo>
                    <a:pt x="72994" y="370682"/>
                  </a:lnTo>
                  <a:lnTo>
                    <a:pt x="72849" y="370777"/>
                  </a:lnTo>
                  <a:lnTo>
                    <a:pt x="72637" y="370877"/>
                  </a:lnTo>
                  <a:lnTo>
                    <a:pt x="72308" y="371010"/>
                  </a:lnTo>
                  <a:lnTo>
                    <a:pt x="72248" y="371399"/>
                  </a:lnTo>
                  <a:lnTo>
                    <a:pt x="72104" y="371500"/>
                  </a:lnTo>
                  <a:lnTo>
                    <a:pt x="71876" y="371614"/>
                  </a:lnTo>
                  <a:lnTo>
                    <a:pt x="71679" y="371976"/>
                  </a:lnTo>
                  <a:lnTo>
                    <a:pt x="70896" y="371839"/>
                  </a:lnTo>
                  <a:lnTo>
                    <a:pt x="70616" y="372033"/>
                  </a:lnTo>
                  <a:lnTo>
                    <a:pt x="70359" y="372113"/>
                  </a:lnTo>
                  <a:lnTo>
                    <a:pt x="70376" y="371609"/>
                  </a:lnTo>
                  <a:lnTo>
                    <a:pt x="70395" y="371450"/>
                  </a:lnTo>
                  <a:lnTo>
                    <a:pt x="70340" y="371202"/>
                  </a:lnTo>
                  <a:lnTo>
                    <a:pt x="70150" y="371228"/>
                  </a:lnTo>
                  <a:lnTo>
                    <a:pt x="69728" y="371178"/>
                  </a:lnTo>
                  <a:lnTo>
                    <a:pt x="69638" y="371022"/>
                  </a:lnTo>
                  <a:lnTo>
                    <a:pt x="69399" y="370950"/>
                  </a:lnTo>
                  <a:lnTo>
                    <a:pt x="69325" y="371104"/>
                  </a:lnTo>
                  <a:lnTo>
                    <a:pt x="69110" y="371354"/>
                  </a:lnTo>
                  <a:lnTo>
                    <a:pt x="68688" y="371215"/>
                  </a:lnTo>
                  <a:lnTo>
                    <a:pt x="68490" y="371184"/>
                  </a:lnTo>
                  <a:lnTo>
                    <a:pt x="68163" y="371400"/>
                  </a:lnTo>
                  <a:lnTo>
                    <a:pt x="68121" y="371551"/>
                  </a:lnTo>
                  <a:lnTo>
                    <a:pt x="67631" y="371938"/>
                  </a:lnTo>
                  <a:lnTo>
                    <a:pt x="67472" y="371945"/>
                  </a:lnTo>
                  <a:lnTo>
                    <a:pt x="67162" y="372108"/>
                  </a:lnTo>
                  <a:lnTo>
                    <a:pt x="66969" y="372372"/>
                  </a:lnTo>
                  <a:lnTo>
                    <a:pt x="66307" y="372756"/>
                  </a:lnTo>
                  <a:lnTo>
                    <a:pt x="66032" y="372424"/>
                  </a:lnTo>
                  <a:lnTo>
                    <a:pt x="65806" y="372248"/>
                  </a:lnTo>
                  <a:lnTo>
                    <a:pt x="65618" y="371976"/>
                  </a:lnTo>
                  <a:lnTo>
                    <a:pt x="65791" y="371895"/>
                  </a:lnTo>
                  <a:lnTo>
                    <a:pt x="66028" y="371640"/>
                  </a:lnTo>
                  <a:lnTo>
                    <a:pt x="65963" y="371328"/>
                  </a:lnTo>
                  <a:lnTo>
                    <a:pt x="65652" y="371117"/>
                  </a:lnTo>
                  <a:lnTo>
                    <a:pt x="65751" y="370755"/>
                  </a:lnTo>
                  <a:lnTo>
                    <a:pt x="65993" y="370592"/>
                  </a:lnTo>
                  <a:lnTo>
                    <a:pt x="66172" y="370537"/>
                  </a:lnTo>
                  <a:lnTo>
                    <a:pt x="66461" y="370478"/>
                  </a:lnTo>
                  <a:lnTo>
                    <a:pt x="66783" y="370062"/>
                  </a:lnTo>
                  <a:lnTo>
                    <a:pt x="66828" y="369911"/>
                  </a:lnTo>
                  <a:lnTo>
                    <a:pt x="67098" y="368798"/>
                  </a:lnTo>
                  <a:lnTo>
                    <a:pt x="67072" y="368537"/>
                  </a:lnTo>
                  <a:lnTo>
                    <a:pt x="67411" y="368135"/>
                  </a:lnTo>
                  <a:lnTo>
                    <a:pt x="67638" y="368050"/>
                  </a:lnTo>
                  <a:lnTo>
                    <a:pt x="68014" y="367887"/>
                  </a:lnTo>
                  <a:lnTo>
                    <a:pt x="68410" y="367549"/>
                  </a:lnTo>
                  <a:lnTo>
                    <a:pt x="68729" y="367426"/>
                  </a:lnTo>
                  <a:lnTo>
                    <a:pt x="69068" y="367037"/>
                  </a:lnTo>
                  <a:lnTo>
                    <a:pt x="68897" y="366787"/>
                  </a:lnTo>
                  <a:lnTo>
                    <a:pt x="68810" y="366312"/>
                  </a:lnTo>
                  <a:lnTo>
                    <a:pt x="69006" y="365904"/>
                  </a:lnTo>
                  <a:lnTo>
                    <a:pt x="69134" y="365636"/>
                  </a:lnTo>
                  <a:lnTo>
                    <a:pt x="69378" y="365319"/>
                  </a:lnTo>
                  <a:lnTo>
                    <a:pt x="69544" y="365184"/>
                  </a:lnTo>
                  <a:lnTo>
                    <a:pt x="69615" y="364961"/>
                  </a:lnTo>
                  <a:lnTo>
                    <a:pt x="69573" y="364638"/>
                  </a:lnTo>
                  <a:lnTo>
                    <a:pt x="69462" y="364312"/>
                  </a:lnTo>
                  <a:lnTo>
                    <a:pt x="69662" y="363982"/>
                  </a:lnTo>
                  <a:lnTo>
                    <a:pt x="69891" y="363829"/>
                  </a:lnTo>
                  <a:lnTo>
                    <a:pt x="69977" y="363692"/>
                  </a:lnTo>
                  <a:lnTo>
                    <a:pt x="69716" y="363444"/>
                  </a:lnTo>
                  <a:lnTo>
                    <a:pt x="69589" y="363079"/>
                  </a:lnTo>
                  <a:lnTo>
                    <a:pt x="69567" y="362886"/>
                  </a:lnTo>
                  <a:lnTo>
                    <a:pt x="69512" y="362438"/>
                  </a:lnTo>
                  <a:lnTo>
                    <a:pt x="69325" y="362240"/>
                  </a:lnTo>
                  <a:lnTo>
                    <a:pt x="69258" y="362023"/>
                  </a:lnTo>
                  <a:lnTo>
                    <a:pt x="69466" y="361830"/>
                  </a:lnTo>
                  <a:lnTo>
                    <a:pt x="69756" y="361267"/>
                  </a:lnTo>
                  <a:lnTo>
                    <a:pt x="70105" y="361100"/>
                  </a:lnTo>
                  <a:lnTo>
                    <a:pt x="70234" y="361003"/>
                  </a:lnTo>
                  <a:lnTo>
                    <a:pt x="70492" y="360680"/>
                  </a:lnTo>
                  <a:lnTo>
                    <a:pt x="70621" y="360395"/>
                  </a:lnTo>
                  <a:lnTo>
                    <a:pt x="70767" y="360248"/>
                  </a:lnTo>
                  <a:lnTo>
                    <a:pt x="71043" y="360215"/>
                  </a:lnTo>
                  <a:lnTo>
                    <a:pt x="71123" y="360355"/>
                  </a:lnTo>
                  <a:lnTo>
                    <a:pt x="71286" y="360416"/>
                  </a:lnTo>
                  <a:lnTo>
                    <a:pt x="71616" y="360366"/>
                  </a:lnTo>
                  <a:lnTo>
                    <a:pt x="71608" y="359604"/>
                  </a:lnTo>
                  <a:lnTo>
                    <a:pt x="71696" y="359305"/>
                  </a:lnTo>
                  <a:lnTo>
                    <a:pt x="71734" y="358924"/>
                  </a:lnTo>
                  <a:lnTo>
                    <a:pt x="71697" y="358790"/>
                  </a:lnTo>
                  <a:lnTo>
                    <a:pt x="71718" y="358582"/>
                  </a:lnTo>
                  <a:lnTo>
                    <a:pt x="71840" y="358301"/>
                  </a:lnTo>
                  <a:lnTo>
                    <a:pt x="71859" y="358093"/>
                  </a:lnTo>
                  <a:lnTo>
                    <a:pt x="72318" y="356969"/>
                  </a:lnTo>
                  <a:lnTo>
                    <a:pt x="71963" y="356938"/>
                  </a:lnTo>
                  <a:lnTo>
                    <a:pt x="71394" y="356854"/>
                  </a:lnTo>
                  <a:lnTo>
                    <a:pt x="71068" y="356700"/>
                  </a:lnTo>
                  <a:lnTo>
                    <a:pt x="71046" y="356460"/>
                  </a:lnTo>
                  <a:lnTo>
                    <a:pt x="71204" y="356225"/>
                  </a:lnTo>
                  <a:lnTo>
                    <a:pt x="71368" y="356055"/>
                  </a:lnTo>
                  <a:lnTo>
                    <a:pt x="71567" y="355646"/>
                  </a:lnTo>
                  <a:lnTo>
                    <a:pt x="71570" y="355428"/>
                  </a:lnTo>
                  <a:lnTo>
                    <a:pt x="71479" y="355247"/>
                  </a:lnTo>
                  <a:lnTo>
                    <a:pt x="71549" y="354922"/>
                  </a:lnTo>
                  <a:lnTo>
                    <a:pt x="71823" y="354226"/>
                  </a:lnTo>
                  <a:lnTo>
                    <a:pt x="72018" y="353979"/>
                  </a:lnTo>
                  <a:lnTo>
                    <a:pt x="72104" y="353777"/>
                  </a:lnTo>
                  <a:lnTo>
                    <a:pt x="72145" y="353406"/>
                  </a:lnTo>
                  <a:lnTo>
                    <a:pt x="72256" y="353266"/>
                  </a:lnTo>
                  <a:lnTo>
                    <a:pt x="72525" y="352908"/>
                  </a:lnTo>
                  <a:lnTo>
                    <a:pt x="72631" y="352524"/>
                  </a:lnTo>
                  <a:lnTo>
                    <a:pt x="72551" y="352175"/>
                  </a:lnTo>
                  <a:lnTo>
                    <a:pt x="72407" y="352129"/>
                  </a:lnTo>
                  <a:lnTo>
                    <a:pt x="71985" y="352087"/>
                  </a:lnTo>
                  <a:lnTo>
                    <a:pt x="71563" y="352109"/>
                  </a:lnTo>
                  <a:lnTo>
                    <a:pt x="71301" y="352213"/>
                  </a:lnTo>
                  <a:lnTo>
                    <a:pt x="70584" y="351924"/>
                  </a:lnTo>
                  <a:lnTo>
                    <a:pt x="70429" y="351922"/>
                  </a:lnTo>
                  <a:lnTo>
                    <a:pt x="70099" y="351933"/>
                  </a:lnTo>
                  <a:lnTo>
                    <a:pt x="69922" y="351950"/>
                  </a:lnTo>
                  <a:lnTo>
                    <a:pt x="69597" y="351795"/>
                  </a:lnTo>
                  <a:lnTo>
                    <a:pt x="69154" y="351635"/>
                  </a:lnTo>
                  <a:lnTo>
                    <a:pt x="68867" y="351647"/>
                  </a:lnTo>
                  <a:lnTo>
                    <a:pt x="68656" y="351553"/>
                  </a:lnTo>
                  <a:lnTo>
                    <a:pt x="68719" y="350941"/>
                  </a:lnTo>
                  <a:lnTo>
                    <a:pt x="68480" y="350857"/>
                  </a:lnTo>
                  <a:lnTo>
                    <a:pt x="68061" y="350433"/>
                  </a:lnTo>
                  <a:lnTo>
                    <a:pt x="67790" y="350236"/>
                  </a:lnTo>
                  <a:lnTo>
                    <a:pt x="67493" y="350180"/>
                  </a:lnTo>
                  <a:lnTo>
                    <a:pt x="67041" y="350246"/>
                  </a:lnTo>
                  <a:lnTo>
                    <a:pt x="66589" y="350155"/>
                  </a:lnTo>
                  <a:lnTo>
                    <a:pt x="66090" y="350198"/>
                  </a:lnTo>
                  <a:lnTo>
                    <a:pt x="65607" y="350293"/>
                  </a:lnTo>
                  <a:lnTo>
                    <a:pt x="65109" y="350342"/>
                  </a:lnTo>
                  <a:lnTo>
                    <a:pt x="64437" y="350313"/>
                  </a:lnTo>
                  <a:lnTo>
                    <a:pt x="63824" y="350094"/>
                  </a:lnTo>
                  <a:lnTo>
                    <a:pt x="63757" y="349862"/>
                  </a:lnTo>
                  <a:lnTo>
                    <a:pt x="63710" y="349615"/>
                  </a:lnTo>
                  <a:lnTo>
                    <a:pt x="63576" y="349473"/>
                  </a:lnTo>
                  <a:lnTo>
                    <a:pt x="63409" y="349417"/>
                  </a:lnTo>
                  <a:lnTo>
                    <a:pt x="63203" y="349313"/>
                  </a:lnTo>
                  <a:lnTo>
                    <a:pt x="63059" y="349265"/>
                  </a:lnTo>
                  <a:lnTo>
                    <a:pt x="62990" y="348879"/>
                  </a:lnTo>
                  <a:lnTo>
                    <a:pt x="62843" y="348150"/>
                  </a:lnTo>
                  <a:lnTo>
                    <a:pt x="62360" y="348458"/>
                  </a:lnTo>
                  <a:lnTo>
                    <a:pt x="62233" y="348429"/>
                  </a:lnTo>
                  <a:lnTo>
                    <a:pt x="62025" y="348068"/>
                  </a:lnTo>
                  <a:lnTo>
                    <a:pt x="62061" y="347648"/>
                  </a:lnTo>
                  <a:lnTo>
                    <a:pt x="62081" y="347398"/>
                  </a:lnTo>
                  <a:lnTo>
                    <a:pt x="62108" y="346605"/>
                  </a:lnTo>
                  <a:lnTo>
                    <a:pt x="62107" y="346447"/>
                  </a:lnTo>
                  <a:lnTo>
                    <a:pt x="62078" y="346034"/>
                  </a:lnTo>
                  <a:lnTo>
                    <a:pt x="61847" y="345564"/>
                  </a:lnTo>
                  <a:lnTo>
                    <a:pt x="61792" y="345272"/>
                  </a:lnTo>
                  <a:lnTo>
                    <a:pt x="61725" y="344736"/>
                  </a:lnTo>
                  <a:lnTo>
                    <a:pt x="61729" y="343531"/>
                  </a:lnTo>
                  <a:lnTo>
                    <a:pt x="61686" y="342868"/>
                  </a:lnTo>
                  <a:lnTo>
                    <a:pt x="61436" y="342323"/>
                  </a:lnTo>
                  <a:lnTo>
                    <a:pt x="61396" y="342159"/>
                  </a:lnTo>
                  <a:lnTo>
                    <a:pt x="61214" y="341825"/>
                  </a:lnTo>
                  <a:lnTo>
                    <a:pt x="60914" y="341450"/>
                  </a:lnTo>
                  <a:lnTo>
                    <a:pt x="60899" y="341190"/>
                  </a:lnTo>
                  <a:lnTo>
                    <a:pt x="61046" y="340865"/>
                  </a:lnTo>
                  <a:lnTo>
                    <a:pt x="61504" y="340393"/>
                  </a:lnTo>
                  <a:lnTo>
                    <a:pt x="61883" y="339959"/>
                  </a:lnTo>
                  <a:lnTo>
                    <a:pt x="61936" y="339557"/>
                  </a:lnTo>
                  <a:lnTo>
                    <a:pt x="62628" y="338509"/>
                  </a:lnTo>
                  <a:lnTo>
                    <a:pt x="62821" y="338406"/>
                  </a:lnTo>
                  <a:lnTo>
                    <a:pt x="63297" y="338028"/>
                  </a:lnTo>
                  <a:lnTo>
                    <a:pt x="63232" y="336901"/>
                  </a:lnTo>
                  <a:lnTo>
                    <a:pt x="63263" y="336690"/>
                  </a:lnTo>
                  <a:lnTo>
                    <a:pt x="63510" y="336402"/>
                  </a:lnTo>
                  <a:lnTo>
                    <a:pt x="63688" y="336044"/>
                  </a:lnTo>
                  <a:lnTo>
                    <a:pt x="63777" y="335585"/>
                  </a:lnTo>
                  <a:lnTo>
                    <a:pt x="63809" y="335121"/>
                  </a:lnTo>
                  <a:lnTo>
                    <a:pt x="64113" y="334775"/>
                  </a:lnTo>
                  <a:lnTo>
                    <a:pt x="64476" y="334565"/>
                  </a:lnTo>
                  <a:lnTo>
                    <a:pt x="64763" y="334261"/>
                  </a:lnTo>
                  <a:lnTo>
                    <a:pt x="64764" y="333929"/>
                  </a:lnTo>
                  <a:lnTo>
                    <a:pt x="64614" y="333696"/>
                  </a:lnTo>
                  <a:lnTo>
                    <a:pt x="64620" y="333565"/>
                  </a:lnTo>
                  <a:lnTo>
                    <a:pt x="64221" y="333587"/>
                  </a:lnTo>
                  <a:lnTo>
                    <a:pt x="64071" y="333587"/>
                  </a:lnTo>
                  <a:lnTo>
                    <a:pt x="63403" y="333371"/>
                  </a:lnTo>
                  <a:lnTo>
                    <a:pt x="63287" y="333239"/>
                  </a:lnTo>
                  <a:lnTo>
                    <a:pt x="63130" y="332860"/>
                  </a:lnTo>
                  <a:lnTo>
                    <a:pt x="62876" y="332632"/>
                  </a:lnTo>
                  <a:lnTo>
                    <a:pt x="62267" y="331855"/>
                  </a:lnTo>
                  <a:lnTo>
                    <a:pt x="62184" y="331519"/>
                  </a:lnTo>
                  <a:lnTo>
                    <a:pt x="62150" y="331328"/>
                  </a:lnTo>
                  <a:lnTo>
                    <a:pt x="62043" y="330761"/>
                  </a:lnTo>
                  <a:lnTo>
                    <a:pt x="61645" y="330717"/>
                  </a:lnTo>
                  <a:lnTo>
                    <a:pt x="61249" y="330265"/>
                  </a:lnTo>
                  <a:lnTo>
                    <a:pt x="61090" y="330112"/>
                  </a:lnTo>
                  <a:lnTo>
                    <a:pt x="60381" y="329528"/>
                  </a:lnTo>
                  <a:lnTo>
                    <a:pt x="59962" y="329442"/>
                  </a:lnTo>
                  <a:lnTo>
                    <a:pt x="59895" y="328975"/>
                  </a:lnTo>
                  <a:lnTo>
                    <a:pt x="59958" y="328581"/>
                  </a:lnTo>
                  <a:lnTo>
                    <a:pt x="59717" y="327710"/>
                  </a:lnTo>
                  <a:lnTo>
                    <a:pt x="59726" y="327330"/>
                  </a:lnTo>
                  <a:lnTo>
                    <a:pt x="59025" y="327173"/>
                  </a:lnTo>
                  <a:lnTo>
                    <a:pt x="58620" y="327454"/>
                  </a:lnTo>
                  <a:lnTo>
                    <a:pt x="58267" y="326866"/>
                  </a:lnTo>
                  <a:lnTo>
                    <a:pt x="58305" y="326660"/>
                  </a:lnTo>
                  <a:lnTo>
                    <a:pt x="58088" y="325858"/>
                  </a:lnTo>
                  <a:lnTo>
                    <a:pt x="58270" y="325750"/>
                  </a:lnTo>
                  <a:lnTo>
                    <a:pt x="58291" y="325311"/>
                  </a:lnTo>
                  <a:lnTo>
                    <a:pt x="58581" y="324785"/>
                  </a:lnTo>
                  <a:lnTo>
                    <a:pt x="58973" y="324600"/>
                  </a:lnTo>
                  <a:lnTo>
                    <a:pt x="59276" y="323982"/>
                  </a:lnTo>
                  <a:lnTo>
                    <a:pt x="59472" y="323720"/>
                  </a:lnTo>
                  <a:lnTo>
                    <a:pt x="59714" y="323715"/>
                  </a:lnTo>
                  <a:lnTo>
                    <a:pt x="60014" y="323250"/>
                  </a:lnTo>
                  <a:lnTo>
                    <a:pt x="60413" y="322213"/>
                  </a:lnTo>
                  <a:lnTo>
                    <a:pt x="60854" y="321087"/>
                  </a:lnTo>
                  <a:lnTo>
                    <a:pt x="60998" y="320928"/>
                  </a:lnTo>
                  <a:lnTo>
                    <a:pt x="61273" y="320462"/>
                  </a:lnTo>
                  <a:lnTo>
                    <a:pt x="61286" y="320129"/>
                  </a:lnTo>
                  <a:lnTo>
                    <a:pt x="61385" y="319839"/>
                  </a:lnTo>
                  <a:lnTo>
                    <a:pt x="62165" y="318204"/>
                  </a:lnTo>
                  <a:lnTo>
                    <a:pt x="62341" y="317897"/>
                  </a:lnTo>
                  <a:lnTo>
                    <a:pt x="62430" y="317551"/>
                  </a:lnTo>
                  <a:lnTo>
                    <a:pt x="62320" y="317262"/>
                  </a:lnTo>
                  <a:lnTo>
                    <a:pt x="62116" y="317347"/>
                  </a:lnTo>
                  <a:lnTo>
                    <a:pt x="61730" y="317376"/>
                  </a:lnTo>
                  <a:lnTo>
                    <a:pt x="61624" y="316592"/>
                  </a:lnTo>
                  <a:lnTo>
                    <a:pt x="61673" y="316160"/>
                  </a:lnTo>
                  <a:lnTo>
                    <a:pt x="62071" y="315542"/>
                  </a:lnTo>
                  <a:lnTo>
                    <a:pt x="62306" y="315354"/>
                  </a:lnTo>
                  <a:lnTo>
                    <a:pt x="62509" y="314817"/>
                  </a:lnTo>
                  <a:lnTo>
                    <a:pt x="62437" y="314525"/>
                  </a:lnTo>
                  <a:lnTo>
                    <a:pt x="62394" y="314106"/>
                  </a:lnTo>
                  <a:lnTo>
                    <a:pt x="62510" y="313811"/>
                  </a:lnTo>
                  <a:lnTo>
                    <a:pt x="62338" y="313389"/>
                  </a:lnTo>
                  <a:lnTo>
                    <a:pt x="61464" y="313737"/>
                  </a:lnTo>
                  <a:lnTo>
                    <a:pt x="61310" y="313504"/>
                  </a:lnTo>
                  <a:lnTo>
                    <a:pt x="60962" y="313461"/>
                  </a:lnTo>
                  <a:lnTo>
                    <a:pt x="60634" y="313621"/>
                  </a:lnTo>
                  <a:lnTo>
                    <a:pt x="60577" y="313813"/>
                  </a:lnTo>
                  <a:lnTo>
                    <a:pt x="60421" y="314170"/>
                  </a:lnTo>
                  <a:lnTo>
                    <a:pt x="59946" y="313876"/>
                  </a:lnTo>
                  <a:lnTo>
                    <a:pt x="59787" y="313835"/>
                  </a:lnTo>
                  <a:lnTo>
                    <a:pt x="59298" y="313844"/>
                  </a:lnTo>
                  <a:lnTo>
                    <a:pt x="58897" y="314035"/>
                  </a:lnTo>
                  <a:lnTo>
                    <a:pt x="58064" y="314277"/>
                  </a:lnTo>
                  <a:lnTo>
                    <a:pt x="57048" y="314405"/>
                  </a:lnTo>
                  <a:lnTo>
                    <a:pt x="56891" y="314657"/>
                  </a:lnTo>
                  <a:lnTo>
                    <a:pt x="56765" y="314818"/>
                  </a:lnTo>
                  <a:lnTo>
                    <a:pt x="56544" y="315018"/>
                  </a:lnTo>
                  <a:lnTo>
                    <a:pt x="56345" y="314988"/>
                  </a:lnTo>
                  <a:lnTo>
                    <a:pt x="55728" y="315052"/>
                  </a:lnTo>
                  <a:lnTo>
                    <a:pt x="55274" y="315466"/>
                  </a:lnTo>
                  <a:lnTo>
                    <a:pt x="54957" y="315546"/>
                  </a:lnTo>
                  <a:lnTo>
                    <a:pt x="54052" y="315759"/>
                  </a:lnTo>
                  <a:lnTo>
                    <a:pt x="53716" y="315362"/>
                  </a:lnTo>
                  <a:lnTo>
                    <a:pt x="53524" y="315013"/>
                  </a:lnTo>
                  <a:lnTo>
                    <a:pt x="53349" y="314704"/>
                  </a:lnTo>
                  <a:lnTo>
                    <a:pt x="52814" y="314498"/>
                  </a:lnTo>
                  <a:lnTo>
                    <a:pt x="52610" y="314498"/>
                  </a:lnTo>
                  <a:lnTo>
                    <a:pt x="52179" y="314580"/>
                  </a:lnTo>
                  <a:lnTo>
                    <a:pt x="52005" y="314685"/>
                  </a:lnTo>
                  <a:lnTo>
                    <a:pt x="51679" y="314684"/>
                  </a:lnTo>
                  <a:lnTo>
                    <a:pt x="51211" y="314437"/>
                  </a:lnTo>
                  <a:lnTo>
                    <a:pt x="50986" y="314056"/>
                  </a:lnTo>
                  <a:lnTo>
                    <a:pt x="51060" y="313854"/>
                  </a:lnTo>
                  <a:lnTo>
                    <a:pt x="51081" y="313469"/>
                  </a:lnTo>
                  <a:lnTo>
                    <a:pt x="50919" y="313402"/>
                  </a:lnTo>
                  <a:lnTo>
                    <a:pt x="50867" y="313272"/>
                  </a:lnTo>
                  <a:lnTo>
                    <a:pt x="51239" y="312758"/>
                  </a:lnTo>
                  <a:lnTo>
                    <a:pt x="51405" y="312615"/>
                  </a:lnTo>
                  <a:lnTo>
                    <a:pt x="51748" y="312241"/>
                  </a:lnTo>
                  <a:lnTo>
                    <a:pt x="52031" y="312170"/>
                  </a:lnTo>
                  <a:lnTo>
                    <a:pt x="52190" y="311893"/>
                  </a:lnTo>
                  <a:lnTo>
                    <a:pt x="51965" y="311831"/>
                  </a:lnTo>
                  <a:lnTo>
                    <a:pt x="51980" y="311466"/>
                  </a:lnTo>
                  <a:lnTo>
                    <a:pt x="51714" y="311339"/>
                  </a:lnTo>
                  <a:lnTo>
                    <a:pt x="51565" y="311367"/>
                  </a:lnTo>
                  <a:lnTo>
                    <a:pt x="51203" y="311390"/>
                  </a:lnTo>
                  <a:lnTo>
                    <a:pt x="50885" y="311288"/>
                  </a:lnTo>
                  <a:lnTo>
                    <a:pt x="50723" y="310801"/>
                  </a:lnTo>
                  <a:lnTo>
                    <a:pt x="50826" y="310632"/>
                  </a:lnTo>
                  <a:lnTo>
                    <a:pt x="50933" y="310325"/>
                  </a:lnTo>
                  <a:lnTo>
                    <a:pt x="50769" y="309706"/>
                  </a:lnTo>
                  <a:lnTo>
                    <a:pt x="50619" y="309174"/>
                  </a:lnTo>
                  <a:lnTo>
                    <a:pt x="50690" y="308946"/>
                  </a:lnTo>
                  <a:lnTo>
                    <a:pt x="51469" y="308440"/>
                  </a:lnTo>
                  <a:lnTo>
                    <a:pt x="51955" y="307290"/>
                  </a:lnTo>
                  <a:lnTo>
                    <a:pt x="52115" y="306824"/>
                  </a:lnTo>
                  <a:lnTo>
                    <a:pt x="51788" y="306061"/>
                  </a:lnTo>
                  <a:lnTo>
                    <a:pt x="51260" y="306721"/>
                  </a:lnTo>
                  <a:lnTo>
                    <a:pt x="50634" y="306519"/>
                  </a:lnTo>
                  <a:lnTo>
                    <a:pt x="50262" y="306182"/>
                  </a:lnTo>
                  <a:lnTo>
                    <a:pt x="50149" y="305958"/>
                  </a:lnTo>
                  <a:lnTo>
                    <a:pt x="50096" y="305459"/>
                  </a:lnTo>
                  <a:lnTo>
                    <a:pt x="50113" y="304854"/>
                  </a:lnTo>
                  <a:lnTo>
                    <a:pt x="50364" y="304609"/>
                  </a:lnTo>
                  <a:lnTo>
                    <a:pt x="50525" y="304472"/>
                  </a:lnTo>
                  <a:lnTo>
                    <a:pt x="50783" y="303776"/>
                  </a:lnTo>
                  <a:lnTo>
                    <a:pt x="50827" y="303640"/>
                  </a:lnTo>
                  <a:lnTo>
                    <a:pt x="50932" y="303409"/>
                  </a:lnTo>
                  <a:lnTo>
                    <a:pt x="51080" y="303308"/>
                  </a:lnTo>
                  <a:lnTo>
                    <a:pt x="51003" y="302756"/>
                  </a:lnTo>
                  <a:lnTo>
                    <a:pt x="51088" y="301935"/>
                  </a:lnTo>
                  <a:lnTo>
                    <a:pt x="51257" y="301594"/>
                  </a:lnTo>
                  <a:lnTo>
                    <a:pt x="51094" y="301262"/>
                  </a:lnTo>
                  <a:lnTo>
                    <a:pt x="51080" y="301083"/>
                  </a:lnTo>
                  <a:lnTo>
                    <a:pt x="51174" y="300786"/>
                  </a:lnTo>
                  <a:lnTo>
                    <a:pt x="51705" y="300633"/>
                  </a:lnTo>
                  <a:lnTo>
                    <a:pt x="52219" y="300231"/>
                  </a:lnTo>
                  <a:lnTo>
                    <a:pt x="52885" y="299749"/>
                  </a:lnTo>
                  <a:lnTo>
                    <a:pt x="53135" y="299542"/>
                  </a:lnTo>
                  <a:lnTo>
                    <a:pt x="53344" y="299254"/>
                  </a:lnTo>
                  <a:lnTo>
                    <a:pt x="53581" y="298346"/>
                  </a:lnTo>
                  <a:lnTo>
                    <a:pt x="53899" y="297989"/>
                  </a:lnTo>
                  <a:lnTo>
                    <a:pt x="54089" y="297569"/>
                  </a:lnTo>
                  <a:lnTo>
                    <a:pt x="54833" y="296892"/>
                  </a:lnTo>
                  <a:lnTo>
                    <a:pt x="55189" y="296642"/>
                  </a:lnTo>
                  <a:lnTo>
                    <a:pt x="55208" y="296316"/>
                  </a:lnTo>
                  <a:lnTo>
                    <a:pt x="55129" y="296111"/>
                  </a:lnTo>
                  <a:lnTo>
                    <a:pt x="55059" y="295770"/>
                  </a:lnTo>
                  <a:lnTo>
                    <a:pt x="55187" y="295627"/>
                  </a:lnTo>
                  <a:lnTo>
                    <a:pt x="55687" y="295092"/>
                  </a:lnTo>
                  <a:lnTo>
                    <a:pt x="56295" y="294405"/>
                  </a:lnTo>
                  <a:lnTo>
                    <a:pt x="56664" y="294067"/>
                  </a:lnTo>
                  <a:lnTo>
                    <a:pt x="57218" y="293678"/>
                  </a:lnTo>
                  <a:lnTo>
                    <a:pt x="57763" y="292946"/>
                  </a:lnTo>
                  <a:lnTo>
                    <a:pt x="57902" y="292707"/>
                  </a:lnTo>
                  <a:lnTo>
                    <a:pt x="57949" y="292254"/>
                  </a:lnTo>
                  <a:lnTo>
                    <a:pt x="57972" y="291888"/>
                  </a:lnTo>
                  <a:lnTo>
                    <a:pt x="57693" y="290904"/>
                  </a:lnTo>
                  <a:lnTo>
                    <a:pt x="57696" y="290470"/>
                  </a:lnTo>
                  <a:lnTo>
                    <a:pt x="57626" y="290054"/>
                  </a:lnTo>
                  <a:lnTo>
                    <a:pt x="57281" y="289585"/>
                  </a:lnTo>
                  <a:lnTo>
                    <a:pt x="56919" y="289615"/>
                  </a:lnTo>
                  <a:lnTo>
                    <a:pt x="56384" y="289386"/>
                  </a:lnTo>
                  <a:lnTo>
                    <a:pt x="56457" y="288980"/>
                  </a:lnTo>
                  <a:lnTo>
                    <a:pt x="56369" y="288673"/>
                  </a:lnTo>
                  <a:lnTo>
                    <a:pt x="56374" y="288486"/>
                  </a:lnTo>
                  <a:lnTo>
                    <a:pt x="56636" y="287746"/>
                  </a:lnTo>
                  <a:lnTo>
                    <a:pt x="57045" y="287161"/>
                  </a:lnTo>
                  <a:lnTo>
                    <a:pt x="57071" y="286908"/>
                  </a:lnTo>
                  <a:lnTo>
                    <a:pt x="57257" y="286457"/>
                  </a:lnTo>
                  <a:lnTo>
                    <a:pt x="57424" y="286228"/>
                  </a:lnTo>
                  <a:lnTo>
                    <a:pt x="58017" y="285606"/>
                  </a:lnTo>
                  <a:lnTo>
                    <a:pt x="58489" y="285479"/>
                  </a:lnTo>
                  <a:lnTo>
                    <a:pt x="59086" y="285133"/>
                  </a:lnTo>
                  <a:lnTo>
                    <a:pt x="59071" y="284890"/>
                  </a:lnTo>
                  <a:lnTo>
                    <a:pt x="59350" y="284498"/>
                  </a:lnTo>
                  <a:lnTo>
                    <a:pt x="59556" y="284306"/>
                  </a:lnTo>
                  <a:lnTo>
                    <a:pt x="60083" y="284089"/>
                  </a:lnTo>
                  <a:lnTo>
                    <a:pt x="60666" y="284493"/>
                  </a:lnTo>
                  <a:lnTo>
                    <a:pt x="61506" y="284555"/>
                  </a:lnTo>
                  <a:lnTo>
                    <a:pt x="61633" y="284031"/>
                  </a:lnTo>
                  <a:lnTo>
                    <a:pt x="61574" y="283686"/>
                  </a:lnTo>
                  <a:lnTo>
                    <a:pt x="61898" y="283165"/>
                  </a:lnTo>
                  <a:lnTo>
                    <a:pt x="61975" y="282977"/>
                  </a:lnTo>
                  <a:lnTo>
                    <a:pt x="62225" y="282752"/>
                  </a:lnTo>
                  <a:lnTo>
                    <a:pt x="62432" y="282947"/>
                  </a:lnTo>
                  <a:lnTo>
                    <a:pt x="62564" y="283122"/>
                  </a:lnTo>
                  <a:lnTo>
                    <a:pt x="62630" y="283405"/>
                  </a:lnTo>
                  <a:lnTo>
                    <a:pt x="63056" y="283488"/>
                  </a:lnTo>
                  <a:lnTo>
                    <a:pt x="63324" y="283635"/>
                  </a:lnTo>
                  <a:lnTo>
                    <a:pt x="63592" y="283737"/>
                  </a:lnTo>
                  <a:lnTo>
                    <a:pt x="63837" y="283698"/>
                  </a:lnTo>
                  <a:lnTo>
                    <a:pt x="64371" y="283481"/>
                  </a:lnTo>
                  <a:lnTo>
                    <a:pt x="64358" y="283233"/>
                  </a:lnTo>
                  <a:lnTo>
                    <a:pt x="64723" y="282940"/>
                  </a:lnTo>
                  <a:lnTo>
                    <a:pt x="65016" y="282328"/>
                  </a:lnTo>
                  <a:lnTo>
                    <a:pt x="65240" y="282383"/>
                  </a:lnTo>
                  <a:lnTo>
                    <a:pt x="65881" y="282441"/>
                  </a:lnTo>
                  <a:lnTo>
                    <a:pt x="66369" y="282365"/>
                  </a:lnTo>
                  <a:lnTo>
                    <a:pt x="66459" y="282070"/>
                  </a:lnTo>
                  <a:lnTo>
                    <a:pt x="66300" y="281905"/>
                  </a:lnTo>
                  <a:lnTo>
                    <a:pt x="66085" y="281686"/>
                  </a:lnTo>
                  <a:lnTo>
                    <a:pt x="66206" y="281356"/>
                  </a:lnTo>
                  <a:lnTo>
                    <a:pt x="66396" y="281237"/>
                  </a:lnTo>
                  <a:lnTo>
                    <a:pt x="66525" y="281185"/>
                  </a:lnTo>
                  <a:lnTo>
                    <a:pt x="66768" y="281123"/>
                  </a:lnTo>
                  <a:lnTo>
                    <a:pt x="66957" y="281110"/>
                  </a:lnTo>
                  <a:lnTo>
                    <a:pt x="67375" y="281216"/>
                  </a:lnTo>
                  <a:lnTo>
                    <a:pt x="67654" y="281154"/>
                  </a:lnTo>
                  <a:lnTo>
                    <a:pt x="68251" y="281243"/>
                  </a:lnTo>
                  <a:lnTo>
                    <a:pt x="69332" y="280942"/>
                  </a:lnTo>
                  <a:lnTo>
                    <a:pt x="69540" y="280631"/>
                  </a:lnTo>
                  <a:lnTo>
                    <a:pt x="69953" y="280341"/>
                  </a:lnTo>
                  <a:lnTo>
                    <a:pt x="69902" y="280195"/>
                  </a:lnTo>
                  <a:lnTo>
                    <a:pt x="69703" y="279801"/>
                  </a:lnTo>
                  <a:lnTo>
                    <a:pt x="69164" y="278863"/>
                  </a:lnTo>
                  <a:lnTo>
                    <a:pt x="68921" y="278507"/>
                  </a:lnTo>
                  <a:lnTo>
                    <a:pt x="68696" y="278233"/>
                  </a:lnTo>
                  <a:lnTo>
                    <a:pt x="68611" y="277618"/>
                  </a:lnTo>
                  <a:lnTo>
                    <a:pt x="68501" y="277108"/>
                  </a:lnTo>
                  <a:lnTo>
                    <a:pt x="68265" y="276657"/>
                  </a:lnTo>
                  <a:lnTo>
                    <a:pt x="68174" y="276049"/>
                  </a:lnTo>
                  <a:lnTo>
                    <a:pt x="67846" y="275814"/>
                  </a:lnTo>
                  <a:lnTo>
                    <a:pt x="67639" y="275230"/>
                  </a:lnTo>
                  <a:lnTo>
                    <a:pt x="67946" y="275165"/>
                  </a:lnTo>
                  <a:lnTo>
                    <a:pt x="68174" y="275054"/>
                  </a:lnTo>
                  <a:lnTo>
                    <a:pt x="68301" y="274904"/>
                  </a:lnTo>
                  <a:lnTo>
                    <a:pt x="68668" y="274673"/>
                  </a:lnTo>
                  <a:lnTo>
                    <a:pt x="68963" y="274743"/>
                  </a:lnTo>
                  <a:lnTo>
                    <a:pt x="69267" y="274685"/>
                  </a:lnTo>
                  <a:lnTo>
                    <a:pt x="69537" y="274732"/>
                  </a:lnTo>
                  <a:lnTo>
                    <a:pt x="69795" y="274632"/>
                  </a:lnTo>
                  <a:lnTo>
                    <a:pt x="70017" y="274522"/>
                  </a:lnTo>
                  <a:lnTo>
                    <a:pt x="70078" y="274654"/>
                  </a:lnTo>
                  <a:lnTo>
                    <a:pt x="70213" y="274849"/>
                  </a:lnTo>
                  <a:lnTo>
                    <a:pt x="70419" y="274812"/>
                  </a:lnTo>
                  <a:lnTo>
                    <a:pt x="70683" y="274808"/>
                  </a:lnTo>
                  <a:lnTo>
                    <a:pt x="70900" y="274808"/>
                  </a:lnTo>
                  <a:lnTo>
                    <a:pt x="71149" y="274679"/>
                  </a:lnTo>
                  <a:lnTo>
                    <a:pt x="71606" y="274396"/>
                  </a:lnTo>
                  <a:lnTo>
                    <a:pt x="71923" y="274330"/>
                  </a:lnTo>
                  <a:lnTo>
                    <a:pt x="72262" y="274367"/>
                  </a:lnTo>
                  <a:lnTo>
                    <a:pt x="72417" y="274281"/>
                  </a:lnTo>
                  <a:lnTo>
                    <a:pt x="72514" y="274094"/>
                  </a:lnTo>
                  <a:lnTo>
                    <a:pt x="72456" y="273857"/>
                  </a:lnTo>
                  <a:lnTo>
                    <a:pt x="72481" y="273388"/>
                  </a:lnTo>
                  <a:lnTo>
                    <a:pt x="72821" y="272954"/>
                  </a:lnTo>
                  <a:lnTo>
                    <a:pt x="73094" y="272718"/>
                  </a:lnTo>
                  <a:lnTo>
                    <a:pt x="73355" y="272404"/>
                  </a:lnTo>
                  <a:lnTo>
                    <a:pt x="73392" y="272254"/>
                  </a:lnTo>
                  <a:lnTo>
                    <a:pt x="73591" y="271969"/>
                  </a:lnTo>
                  <a:lnTo>
                    <a:pt x="73725" y="271881"/>
                  </a:lnTo>
                  <a:lnTo>
                    <a:pt x="74079" y="271574"/>
                  </a:lnTo>
                  <a:lnTo>
                    <a:pt x="74249" y="271069"/>
                  </a:lnTo>
                  <a:lnTo>
                    <a:pt x="74520" y="271064"/>
                  </a:lnTo>
                  <a:lnTo>
                    <a:pt x="74880" y="270890"/>
                  </a:lnTo>
                  <a:lnTo>
                    <a:pt x="75220" y="270799"/>
                  </a:lnTo>
                  <a:lnTo>
                    <a:pt x="75684" y="270994"/>
                  </a:lnTo>
                  <a:lnTo>
                    <a:pt x="75717" y="270427"/>
                  </a:lnTo>
                  <a:lnTo>
                    <a:pt x="75959" y="270185"/>
                  </a:lnTo>
                  <a:lnTo>
                    <a:pt x="76430" y="269952"/>
                  </a:lnTo>
                  <a:lnTo>
                    <a:pt x="76260" y="269260"/>
                  </a:lnTo>
                  <a:lnTo>
                    <a:pt x="76467" y="268952"/>
                  </a:lnTo>
                  <a:lnTo>
                    <a:pt x="76665" y="269068"/>
                  </a:lnTo>
                  <a:lnTo>
                    <a:pt x="77048" y="269148"/>
                  </a:lnTo>
                  <a:lnTo>
                    <a:pt x="77118" y="268879"/>
                  </a:lnTo>
                  <a:lnTo>
                    <a:pt x="77296" y="268778"/>
                  </a:lnTo>
                  <a:lnTo>
                    <a:pt x="77702" y="268333"/>
                  </a:lnTo>
                  <a:lnTo>
                    <a:pt x="78031" y="268003"/>
                  </a:lnTo>
                  <a:lnTo>
                    <a:pt x="78368" y="267792"/>
                  </a:lnTo>
                  <a:lnTo>
                    <a:pt x="78514" y="267761"/>
                  </a:lnTo>
                  <a:lnTo>
                    <a:pt x="78656" y="267753"/>
                  </a:lnTo>
                  <a:lnTo>
                    <a:pt x="78845" y="267459"/>
                  </a:lnTo>
                  <a:lnTo>
                    <a:pt x="78805" y="267191"/>
                  </a:lnTo>
                  <a:lnTo>
                    <a:pt x="78521" y="266624"/>
                  </a:lnTo>
                  <a:lnTo>
                    <a:pt x="78375" y="266564"/>
                  </a:lnTo>
                  <a:lnTo>
                    <a:pt x="78211" y="266617"/>
                  </a:lnTo>
                  <a:lnTo>
                    <a:pt x="78541" y="266538"/>
                  </a:lnTo>
                  <a:lnTo>
                    <a:pt x="78742" y="266255"/>
                  </a:lnTo>
                  <a:lnTo>
                    <a:pt x="79131" y="266066"/>
                  </a:lnTo>
                  <a:lnTo>
                    <a:pt x="79075" y="265897"/>
                  </a:lnTo>
                  <a:lnTo>
                    <a:pt x="78977" y="265751"/>
                  </a:lnTo>
                  <a:lnTo>
                    <a:pt x="78753" y="265620"/>
                  </a:lnTo>
                  <a:lnTo>
                    <a:pt x="78648" y="265464"/>
                  </a:lnTo>
                  <a:lnTo>
                    <a:pt x="78744" y="265194"/>
                  </a:lnTo>
                  <a:lnTo>
                    <a:pt x="78971" y="265046"/>
                  </a:lnTo>
                  <a:lnTo>
                    <a:pt x="79036" y="264845"/>
                  </a:lnTo>
                  <a:lnTo>
                    <a:pt x="78928" y="264652"/>
                  </a:lnTo>
                  <a:lnTo>
                    <a:pt x="78918" y="264346"/>
                  </a:lnTo>
                  <a:lnTo>
                    <a:pt x="78861" y="264138"/>
                  </a:lnTo>
                  <a:lnTo>
                    <a:pt x="78685" y="263906"/>
                  </a:lnTo>
                  <a:lnTo>
                    <a:pt x="78309" y="263926"/>
                  </a:lnTo>
                  <a:lnTo>
                    <a:pt x="78141" y="263866"/>
                  </a:lnTo>
                  <a:lnTo>
                    <a:pt x="77619" y="263848"/>
                  </a:lnTo>
                  <a:lnTo>
                    <a:pt x="77408" y="263630"/>
                  </a:lnTo>
                  <a:lnTo>
                    <a:pt x="77144" y="263665"/>
                  </a:lnTo>
                  <a:lnTo>
                    <a:pt x="77024" y="263408"/>
                  </a:lnTo>
                  <a:lnTo>
                    <a:pt x="76979" y="263252"/>
                  </a:lnTo>
                  <a:lnTo>
                    <a:pt x="76755" y="262754"/>
                  </a:lnTo>
                  <a:lnTo>
                    <a:pt x="76372" y="262383"/>
                  </a:lnTo>
                  <a:lnTo>
                    <a:pt x="76081" y="262180"/>
                  </a:lnTo>
                  <a:lnTo>
                    <a:pt x="75882" y="262124"/>
                  </a:lnTo>
                  <a:lnTo>
                    <a:pt x="75759" y="261923"/>
                  </a:lnTo>
                  <a:lnTo>
                    <a:pt x="75987" y="261846"/>
                  </a:lnTo>
                  <a:lnTo>
                    <a:pt x="76070" y="261684"/>
                  </a:lnTo>
                  <a:lnTo>
                    <a:pt x="76137" y="261524"/>
                  </a:lnTo>
                  <a:lnTo>
                    <a:pt x="76286" y="261326"/>
                  </a:lnTo>
                  <a:lnTo>
                    <a:pt x="76536" y="261032"/>
                  </a:lnTo>
                  <a:lnTo>
                    <a:pt x="76663" y="260859"/>
                  </a:lnTo>
                  <a:lnTo>
                    <a:pt x="77354" y="260218"/>
                  </a:lnTo>
                  <a:lnTo>
                    <a:pt x="77151" y="259542"/>
                  </a:lnTo>
                  <a:lnTo>
                    <a:pt x="76805" y="259293"/>
                  </a:lnTo>
                  <a:lnTo>
                    <a:pt x="76666" y="259253"/>
                  </a:lnTo>
                  <a:lnTo>
                    <a:pt x="76495" y="259162"/>
                  </a:lnTo>
                  <a:lnTo>
                    <a:pt x="76356" y="258962"/>
                  </a:lnTo>
                  <a:lnTo>
                    <a:pt x="76053" y="258970"/>
                  </a:lnTo>
                  <a:lnTo>
                    <a:pt x="75921" y="259025"/>
                  </a:lnTo>
                  <a:lnTo>
                    <a:pt x="75741" y="259016"/>
                  </a:lnTo>
                  <a:lnTo>
                    <a:pt x="75607" y="259052"/>
                  </a:lnTo>
                  <a:lnTo>
                    <a:pt x="75418" y="259095"/>
                  </a:lnTo>
                  <a:lnTo>
                    <a:pt x="74917" y="258751"/>
                  </a:lnTo>
                  <a:lnTo>
                    <a:pt x="74601" y="258544"/>
                  </a:lnTo>
                  <a:lnTo>
                    <a:pt x="74344" y="258157"/>
                  </a:lnTo>
                  <a:lnTo>
                    <a:pt x="74079" y="257941"/>
                  </a:lnTo>
                  <a:lnTo>
                    <a:pt x="73945" y="257856"/>
                  </a:lnTo>
                  <a:lnTo>
                    <a:pt x="73866" y="257392"/>
                  </a:lnTo>
                  <a:lnTo>
                    <a:pt x="73722" y="257132"/>
                  </a:lnTo>
                  <a:lnTo>
                    <a:pt x="73179" y="257163"/>
                  </a:lnTo>
                  <a:lnTo>
                    <a:pt x="73052" y="256983"/>
                  </a:lnTo>
                  <a:lnTo>
                    <a:pt x="72631" y="257030"/>
                  </a:lnTo>
                  <a:lnTo>
                    <a:pt x="72157" y="256913"/>
                  </a:lnTo>
                  <a:lnTo>
                    <a:pt x="72064" y="256685"/>
                  </a:lnTo>
                  <a:lnTo>
                    <a:pt x="71827" y="256386"/>
                  </a:lnTo>
                  <a:lnTo>
                    <a:pt x="71605" y="256127"/>
                  </a:lnTo>
                  <a:lnTo>
                    <a:pt x="71791" y="255959"/>
                  </a:lnTo>
                  <a:lnTo>
                    <a:pt x="72071" y="255784"/>
                  </a:lnTo>
                  <a:lnTo>
                    <a:pt x="72057" y="255622"/>
                  </a:lnTo>
                  <a:lnTo>
                    <a:pt x="72060" y="255422"/>
                  </a:lnTo>
                  <a:lnTo>
                    <a:pt x="72196" y="255264"/>
                  </a:lnTo>
                  <a:lnTo>
                    <a:pt x="72332" y="254943"/>
                  </a:lnTo>
                  <a:lnTo>
                    <a:pt x="72484" y="254791"/>
                  </a:lnTo>
                  <a:lnTo>
                    <a:pt x="72793" y="254757"/>
                  </a:lnTo>
                  <a:lnTo>
                    <a:pt x="72931" y="254733"/>
                  </a:lnTo>
                  <a:lnTo>
                    <a:pt x="73060" y="254707"/>
                  </a:lnTo>
                  <a:lnTo>
                    <a:pt x="73273" y="254313"/>
                  </a:lnTo>
                  <a:lnTo>
                    <a:pt x="73424" y="254031"/>
                  </a:lnTo>
                  <a:lnTo>
                    <a:pt x="73640" y="253563"/>
                  </a:lnTo>
                  <a:lnTo>
                    <a:pt x="73434" y="253215"/>
                  </a:lnTo>
                  <a:lnTo>
                    <a:pt x="73145" y="252997"/>
                  </a:lnTo>
                  <a:lnTo>
                    <a:pt x="73212" y="252803"/>
                  </a:lnTo>
                  <a:lnTo>
                    <a:pt x="73420" y="252526"/>
                  </a:lnTo>
                  <a:lnTo>
                    <a:pt x="73541" y="252303"/>
                  </a:lnTo>
                  <a:lnTo>
                    <a:pt x="73577" y="251891"/>
                  </a:lnTo>
                  <a:lnTo>
                    <a:pt x="73481" y="251724"/>
                  </a:lnTo>
                  <a:lnTo>
                    <a:pt x="73496" y="251536"/>
                  </a:lnTo>
                  <a:lnTo>
                    <a:pt x="73627" y="251435"/>
                  </a:lnTo>
                  <a:lnTo>
                    <a:pt x="73576" y="251135"/>
                  </a:lnTo>
                  <a:lnTo>
                    <a:pt x="73487" y="250957"/>
                  </a:lnTo>
                  <a:lnTo>
                    <a:pt x="73541" y="250819"/>
                  </a:lnTo>
                  <a:lnTo>
                    <a:pt x="73577" y="250529"/>
                  </a:lnTo>
                  <a:lnTo>
                    <a:pt x="73444" y="250369"/>
                  </a:lnTo>
                  <a:lnTo>
                    <a:pt x="73239" y="250223"/>
                  </a:lnTo>
                  <a:lnTo>
                    <a:pt x="73175" y="249894"/>
                  </a:lnTo>
                  <a:lnTo>
                    <a:pt x="73282" y="249694"/>
                  </a:lnTo>
                  <a:lnTo>
                    <a:pt x="73255" y="249553"/>
                  </a:lnTo>
                  <a:lnTo>
                    <a:pt x="73313" y="249371"/>
                  </a:lnTo>
                  <a:lnTo>
                    <a:pt x="73423" y="249178"/>
                  </a:lnTo>
                  <a:lnTo>
                    <a:pt x="73737" y="249029"/>
                  </a:lnTo>
                  <a:lnTo>
                    <a:pt x="74008" y="249000"/>
                  </a:lnTo>
                  <a:lnTo>
                    <a:pt x="74053" y="248658"/>
                  </a:lnTo>
                  <a:lnTo>
                    <a:pt x="74167" y="248352"/>
                  </a:lnTo>
                  <a:lnTo>
                    <a:pt x="74305" y="248175"/>
                  </a:lnTo>
                  <a:lnTo>
                    <a:pt x="74356" y="247282"/>
                  </a:lnTo>
                  <a:lnTo>
                    <a:pt x="74453" y="247025"/>
                  </a:lnTo>
                  <a:lnTo>
                    <a:pt x="74489" y="246715"/>
                  </a:lnTo>
                  <a:lnTo>
                    <a:pt x="74633" y="246353"/>
                  </a:lnTo>
                  <a:lnTo>
                    <a:pt x="74645" y="246056"/>
                  </a:lnTo>
                  <a:lnTo>
                    <a:pt x="74559" y="245928"/>
                  </a:lnTo>
                  <a:lnTo>
                    <a:pt x="74551" y="245717"/>
                  </a:lnTo>
                  <a:lnTo>
                    <a:pt x="74242" y="245615"/>
                  </a:lnTo>
                  <a:lnTo>
                    <a:pt x="74045" y="245495"/>
                  </a:lnTo>
                  <a:lnTo>
                    <a:pt x="73841" y="245290"/>
                  </a:lnTo>
                  <a:lnTo>
                    <a:pt x="74043" y="244731"/>
                  </a:lnTo>
                  <a:lnTo>
                    <a:pt x="74379" y="244412"/>
                  </a:lnTo>
                  <a:lnTo>
                    <a:pt x="74474" y="244112"/>
                  </a:lnTo>
                  <a:lnTo>
                    <a:pt x="74513" y="243875"/>
                  </a:lnTo>
                  <a:lnTo>
                    <a:pt x="74468" y="243347"/>
                  </a:lnTo>
                  <a:lnTo>
                    <a:pt x="74505" y="243120"/>
                  </a:lnTo>
                  <a:lnTo>
                    <a:pt x="74518" y="242787"/>
                  </a:lnTo>
                  <a:lnTo>
                    <a:pt x="74377" y="242581"/>
                  </a:lnTo>
                  <a:lnTo>
                    <a:pt x="74160" y="242870"/>
                  </a:lnTo>
                  <a:lnTo>
                    <a:pt x="73985" y="243015"/>
                  </a:lnTo>
                  <a:lnTo>
                    <a:pt x="73691" y="243035"/>
                  </a:lnTo>
                  <a:lnTo>
                    <a:pt x="73469" y="242802"/>
                  </a:lnTo>
                  <a:lnTo>
                    <a:pt x="73444" y="242491"/>
                  </a:lnTo>
                  <a:lnTo>
                    <a:pt x="73455" y="242322"/>
                  </a:lnTo>
                  <a:lnTo>
                    <a:pt x="73237" y="242215"/>
                  </a:lnTo>
                  <a:lnTo>
                    <a:pt x="72919" y="242406"/>
                  </a:lnTo>
                  <a:lnTo>
                    <a:pt x="72622" y="242468"/>
                  </a:lnTo>
                  <a:lnTo>
                    <a:pt x="72309" y="242599"/>
                  </a:lnTo>
                  <a:lnTo>
                    <a:pt x="72029" y="242814"/>
                  </a:lnTo>
                  <a:lnTo>
                    <a:pt x="71720" y="242722"/>
                  </a:lnTo>
                  <a:lnTo>
                    <a:pt x="71441" y="242642"/>
                  </a:lnTo>
                  <a:lnTo>
                    <a:pt x="71288" y="242786"/>
                  </a:lnTo>
                  <a:lnTo>
                    <a:pt x="71132" y="242617"/>
                  </a:lnTo>
                  <a:lnTo>
                    <a:pt x="70549" y="242086"/>
                  </a:lnTo>
                  <a:lnTo>
                    <a:pt x="70479" y="241864"/>
                  </a:lnTo>
                  <a:lnTo>
                    <a:pt x="70645" y="241591"/>
                  </a:lnTo>
                  <a:lnTo>
                    <a:pt x="70502" y="241272"/>
                  </a:lnTo>
                  <a:lnTo>
                    <a:pt x="70387" y="241078"/>
                  </a:lnTo>
                  <a:lnTo>
                    <a:pt x="70384" y="240924"/>
                  </a:lnTo>
                  <a:lnTo>
                    <a:pt x="70445" y="240689"/>
                  </a:lnTo>
                  <a:lnTo>
                    <a:pt x="70668" y="240403"/>
                  </a:lnTo>
                  <a:lnTo>
                    <a:pt x="70821" y="240323"/>
                  </a:lnTo>
                  <a:lnTo>
                    <a:pt x="70859" y="239916"/>
                  </a:lnTo>
                  <a:lnTo>
                    <a:pt x="70017" y="239157"/>
                  </a:lnTo>
                  <a:lnTo>
                    <a:pt x="69628" y="239462"/>
                  </a:lnTo>
                  <a:lnTo>
                    <a:pt x="69184" y="240065"/>
                  </a:lnTo>
                  <a:lnTo>
                    <a:pt x="69120" y="239933"/>
                  </a:lnTo>
                  <a:lnTo>
                    <a:pt x="69041" y="239707"/>
                  </a:lnTo>
                  <a:lnTo>
                    <a:pt x="69073" y="239574"/>
                  </a:lnTo>
                  <a:lnTo>
                    <a:pt x="69029" y="239284"/>
                  </a:lnTo>
                  <a:lnTo>
                    <a:pt x="68945" y="239112"/>
                  </a:lnTo>
                  <a:lnTo>
                    <a:pt x="68848" y="238925"/>
                  </a:lnTo>
                  <a:lnTo>
                    <a:pt x="68680" y="238695"/>
                  </a:lnTo>
                  <a:lnTo>
                    <a:pt x="68523" y="238658"/>
                  </a:lnTo>
                  <a:lnTo>
                    <a:pt x="68304" y="237502"/>
                  </a:lnTo>
                  <a:lnTo>
                    <a:pt x="68374" y="237339"/>
                  </a:lnTo>
                  <a:lnTo>
                    <a:pt x="67627" y="236943"/>
                  </a:lnTo>
                  <a:lnTo>
                    <a:pt x="66273" y="236559"/>
                  </a:lnTo>
                  <a:lnTo>
                    <a:pt x="66222" y="236149"/>
                  </a:lnTo>
                  <a:lnTo>
                    <a:pt x="66024" y="235725"/>
                  </a:lnTo>
                  <a:lnTo>
                    <a:pt x="66212" y="235109"/>
                  </a:lnTo>
                  <a:lnTo>
                    <a:pt x="66258" y="234972"/>
                  </a:lnTo>
                  <a:lnTo>
                    <a:pt x="66014" y="234506"/>
                  </a:lnTo>
                  <a:lnTo>
                    <a:pt x="65739" y="232823"/>
                  </a:lnTo>
                  <a:lnTo>
                    <a:pt x="65629" y="232434"/>
                  </a:lnTo>
                  <a:lnTo>
                    <a:pt x="65577" y="232006"/>
                  </a:lnTo>
                  <a:lnTo>
                    <a:pt x="65815" y="231555"/>
                  </a:lnTo>
                  <a:lnTo>
                    <a:pt x="65943" y="230736"/>
                  </a:lnTo>
                  <a:lnTo>
                    <a:pt x="65966" y="230565"/>
                  </a:lnTo>
                  <a:lnTo>
                    <a:pt x="65966" y="230394"/>
                  </a:lnTo>
                  <a:lnTo>
                    <a:pt x="65946" y="230097"/>
                  </a:lnTo>
                  <a:lnTo>
                    <a:pt x="65957" y="229929"/>
                  </a:lnTo>
                  <a:lnTo>
                    <a:pt x="66309" y="229879"/>
                  </a:lnTo>
                  <a:lnTo>
                    <a:pt x="67043" y="229324"/>
                  </a:lnTo>
                  <a:lnTo>
                    <a:pt x="67154" y="229182"/>
                  </a:lnTo>
                  <a:lnTo>
                    <a:pt x="67614" y="228500"/>
                  </a:lnTo>
                  <a:lnTo>
                    <a:pt x="68634" y="227812"/>
                  </a:lnTo>
                  <a:lnTo>
                    <a:pt x="69051" y="227427"/>
                  </a:lnTo>
                  <a:lnTo>
                    <a:pt x="69708" y="226717"/>
                  </a:lnTo>
                  <a:lnTo>
                    <a:pt x="69690" y="226372"/>
                  </a:lnTo>
                  <a:lnTo>
                    <a:pt x="70187" y="226151"/>
                  </a:lnTo>
                  <a:lnTo>
                    <a:pt x="70366" y="225993"/>
                  </a:lnTo>
                  <a:lnTo>
                    <a:pt x="70553" y="225761"/>
                  </a:lnTo>
                  <a:lnTo>
                    <a:pt x="70881" y="225102"/>
                  </a:lnTo>
                  <a:lnTo>
                    <a:pt x="71091" y="224668"/>
                  </a:lnTo>
                  <a:lnTo>
                    <a:pt x="71349" y="224654"/>
                  </a:lnTo>
                  <a:lnTo>
                    <a:pt x="71604" y="224539"/>
                  </a:lnTo>
                  <a:lnTo>
                    <a:pt x="72015" y="224448"/>
                  </a:lnTo>
                  <a:lnTo>
                    <a:pt x="72273" y="224398"/>
                  </a:lnTo>
                  <a:lnTo>
                    <a:pt x="72415" y="224374"/>
                  </a:lnTo>
                  <a:lnTo>
                    <a:pt x="72726" y="224332"/>
                  </a:lnTo>
                  <a:lnTo>
                    <a:pt x="72930" y="224423"/>
                  </a:lnTo>
                  <a:lnTo>
                    <a:pt x="73287" y="224400"/>
                  </a:lnTo>
                  <a:lnTo>
                    <a:pt x="73465" y="224214"/>
                  </a:lnTo>
                  <a:lnTo>
                    <a:pt x="74111" y="224447"/>
                  </a:lnTo>
                  <a:lnTo>
                    <a:pt x="74386" y="224342"/>
                  </a:lnTo>
                  <a:lnTo>
                    <a:pt x="74555" y="224331"/>
                  </a:lnTo>
                  <a:lnTo>
                    <a:pt x="74844" y="224163"/>
                  </a:lnTo>
                  <a:lnTo>
                    <a:pt x="75018" y="224132"/>
                  </a:lnTo>
                  <a:lnTo>
                    <a:pt x="75413" y="224285"/>
                  </a:lnTo>
                  <a:lnTo>
                    <a:pt x="75547" y="224363"/>
                  </a:lnTo>
                  <a:lnTo>
                    <a:pt x="75977" y="224010"/>
                  </a:lnTo>
                  <a:lnTo>
                    <a:pt x="76317" y="223787"/>
                  </a:lnTo>
                  <a:lnTo>
                    <a:pt x="76913" y="223630"/>
                  </a:lnTo>
                  <a:lnTo>
                    <a:pt x="77107" y="223601"/>
                  </a:lnTo>
                  <a:lnTo>
                    <a:pt x="77183" y="223326"/>
                  </a:lnTo>
                  <a:lnTo>
                    <a:pt x="77506" y="223267"/>
                  </a:lnTo>
                  <a:lnTo>
                    <a:pt x="77970" y="223385"/>
                  </a:lnTo>
                  <a:lnTo>
                    <a:pt x="78246" y="223559"/>
                  </a:lnTo>
                  <a:lnTo>
                    <a:pt x="78461" y="223463"/>
                  </a:lnTo>
                  <a:lnTo>
                    <a:pt x="78664" y="223349"/>
                  </a:lnTo>
                  <a:lnTo>
                    <a:pt x="78833" y="223228"/>
                  </a:lnTo>
                  <a:lnTo>
                    <a:pt x="78774" y="222598"/>
                  </a:lnTo>
                  <a:lnTo>
                    <a:pt x="78571" y="222118"/>
                  </a:lnTo>
                  <a:lnTo>
                    <a:pt x="78526" y="221973"/>
                  </a:lnTo>
                  <a:lnTo>
                    <a:pt x="78523" y="221673"/>
                  </a:lnTo>
                  <a:lnTo>
                    <a:pt x="78760" y="221698"/>
                  </a:lnTo>
                  <a:lnTo>
                    <a:pt x="78797" y="221086"/>
                  </a:lnTo>
                  <a:lnTo>
                    <a:pt x="78860" y="220911"/>
                  </a:lnTo>
                  <a:lnTo>
                    <a:pt x="79109" y="220550"/>
                  </a:lnTo>
                  <a:lnTo>
                    <a:pt x="78878" y="220194"/>
                  </a:lnTo>
                  <a:lnTo>
                    <a:pt x="78673" y="219921"/>
                  </a:lnTo>
                  <a:lnTo>
                    <a:pt x="78752" y="219651"/>
                  </a:lnTo>
                  <a:lnTo>
                    <a:pt x="78882" y="219456"/>
                  </a:lnTo>
                  <a:lnTo>
                    <a:pt x="79007" y="219237"/>
                  </a:lnTo>
                  <a:lnTo>
                    <a:pt x="79079" y="219023"/>
                  </a:lnTo>
                  <a:lnTo>
                    <a:pt x="78934" y="218025"/>
                  </a:lnTo>
                  <a:lnTo>
                    <a:pt x="79363" y="217753"/>
                  </a:lnTo>
                  <a:lnTo>
                    <a:pt x="79917" y="217666"/>
                  </a:lnTo>
                  <a:lnTo>
                    <a:pt x="80400" y="217364"/>
                  </a:lnTo>
                  <a:lnTo>
                    <a:pt x="80758" y="217136"/>
                  </a:lnTo>
                  <a:lnTo>
                    <a:pt x="81167" y="216946"/>
                  </a:lnTo>
                  <a:lnTo>
                    <a:pt x="81433" y="217106"/>
                  </a:lnTo>
                  <a:lnTo>
                    <a:pt x="81583" y="217197"/>
                  </a:lnTo>
                  <a:lnTo>
                    <a:pt x="81806" y="217340"/>
                  </a:lnTo>
                  <a:lnTo>
                    <a:pt x="81842" y="217480"/>
                  </a:lnTo>
                  <a:lnTo>
                    <a:pt x="81910" y="217643"/>
                  </a:lnTo>
                  <a:lnTo>
                    <a:pt x="82090" y="218001"/>
                  </a:lnTo>
                  <a:lnTo>
                    <a:pt x="82231" y="218381"/>
                  </a:lnTo>
                  <a:lnTo>
                    <a:pt x="82303" y="218582"/>
                  </a:lnTo>
                  <a:lnTo>
                    <a:pt x="82709" y="218920"/>
                  </a:lnTo>
                  <a:lnTo>
                    <a:pt x="83021" y="219115"/>
                  </a:lnTo>
                  <a:lnTo>
                    <a:pt x="83160" y="219045"/>
                  </a:lnTo>
                  <a:lnTo>
                    <a:pt x="83621" y="219062"/>
                  </a:lnTo>
                  <a:lnTo>
                    <a:pt x="83946" y="219102"/>
                  </a:lnTo>
                  <a:lnTo>
                    <a:pt x="84331" y="218785"/>
                  </a:lnTo>
                  <a:lnTo>
                    <a:pt x="84470" y="218635"/>
                  </a:lnTo>
                  <a:lnTo>
                    <a:pt x="85174" y="218386"/>
                  </a:lnTo>
                  <a:lnTo>
                    <a:pt x="85356" y="218393"/>
                  </a:lnTo>
                  <a:lnTo>
                    <a:pt x="85711" y="218487"/>
                  </a:lnTo>
                  <a:lnTo>
                    <a:pt x="85914" y="218463"/>
                  </a:lnTo>
                  <a:lnTo>
                    <a:pt x="86123" y="218360"/>
                  </a:lnTo>
                  <a:lnTo>
                    <a:pt x="86387" y="218248"/>
                  </a:lnTo>
                  <a:lnTo>
                    <a:pt x="86585" y="218171"/>
                  </a:lnTo>
                  <a:lnTo>
                    <a:pt x="86721" y="218095"/>
                  </a:lnTo>
                  <a:lnTo>
                    <a:pt x="86985" y="217791"/>
                  </a:lnTo>
                  <a:lnTo>
                    <a:pt x="87155" y="218048"/>
                  </a:lnTo>
                  <a:lnTo>
                    <a:pt x="86912" y="218269"/>
                  </a:lnTo>
                  <a:lnTo>
                    <a:pt x="87180" y="218401"/>
                  </a:lnTo>
                  <a:lnTo>
                    <a:pt x="87441" y="218381"/>
                  </a:lnTo>
                  <a:lnTo>
                    <a:pt x="87376" y="218636"/>
                  </a:lnTo>
                  <a:lnTo>
                    <a:pt x="87411" y="218806"/>
                  </a:lnTo>
                  <a:lnTo>
                    <a:pt x="88050" y="218894"/>
                  </a:lnTo>
                  <a:lnTo>
                    <a:pt x="88527" y="218720"/>
                  </a:lnTo>
                  <a:lnTo>
                    <a:pt x="88675" y="218849"/>
                  </a:lnTo>
                  <a:lnTo>
                    <a:pt x="89339" y="218872"/>
                  </a:lnTo>
                  <a:lnTo>
                    <a:pt x="89506" y="219037"/>
                  </a:lnTo>
                  <a:lnTo>
                    <a:pt x="89910" y="219001"/>
                  </a:lnTo>
                  <a:lnTo>
                    <a:pt x="90180" y="218892"/>
                  </a:lnTo>
                  <a:lnTo>
                    <a:pt x="90456" y="218780"/>
                  </a:lnTo>
                  <a:lnTo>
                    <a:pt x="90632" y="218640"/>
                  </a:lnTo>
                  <a:lnTo>
                    <a:pt x="90781" y="218596"/>
                  </a:lnTo>
                  <a:lnTo>
                    <a:pt x="91140" y="218612"/>
                  </a:lnTo>
                  <a:lnTo>
                    <a:pt x="91297" y="218535"/>
                  </a:lnTo>
                  <a:lnTo>
                    <a:pt x="91492" y="218356"/>
                  </a:lnTo>
                  <a:lnTo>
                    <a:pt x="91679" y="218080"/>
                  </a:lnTo>
                  <a:lnTo>
                    <a:pt x="91881" y="218031"/>
                  </a:lnTo>
                  <a:lnTo>
                    <a:pt x="92128" y="218032"/>
                  </a:lnTo>
                  <a:lnTo>
                    <a:pt x="92327" y="217939"/>
                  </a:lnTo>
                  <a:lnTo>
                    <a:pt x="92480" y="217826"/>
                  </a:lnTo>
                  <a:lnTo>
                    <a:pt x="92741" y="217720"/>
                  </a:lnTo>
                  <a:lnTo>
                    <a:pt x="92962" y="217667"/>
                  </a:lnTo>
                  <a:lnTo>
                    <a:pt x="93238" y="217472"/>
                  </a:lnTo>
                  <a:lnTo>
                    <a:pt x="93440" y="217349"/>
                  </a:lnTo>
                  <a:lnTo>
                    <a:pt x="93675" y="217260"/>
                  </a:lnTo>
                  <a:lnTo>
                    <a:pt x="93891" y="217006"/>
                  </a:lnTo>
                  <a:lnTo>
                    <a:pt x="93995" y="216809"/>
                  </a:lnTo>
                  <a:lnTo>
                    <a:pt x="94137" y="216533"/>
                  </a:lnTo>
                  <a:lnTo>
                    <a:pt x="94308" y="216347"/>
                  </a:lnTo>
                  <a:lnTo>
                    <a:pt x="94462" y="216226"/>
                  </a:lnTo>
                  <a:lnTo>
                    <a:pt x="94735" y="216219"/>
                  </a:lnTo>
                  <a:lnTo>
                    <a:pt x="94956" y="216306"/>
                  </a:lnTo>
                  <a:lnTo>
                    <a:pt x="95267" y="216274"/>
                  </a:lnTo>
                  <a:lnTo>
                    <a:pt x="95475" y="216215"/>
                  </a:lnTo>
                  <a:lnTo>
                    <a:pt x="95693" y="216095"/>
                  </a:lnTo>
                  <a:lnTo>
                    <a:pt x="95856" y="215904"/>
                  </a:lnTo>
                  <a:lnTo>
                    <a:pt x="96709" y="215600"/>
                  </a:lnTo>
                  <a:lnTo>
                    <a:pt x="97137" y="215933"/>
                  </a:lnTo>
                  <a:lnTo>
                    <a:pt x="97607" y="215869"/>
                  </a:lnTo>
                  <a:lnTo>
                    <a:pt x="97747" y="215757"/>
                  </a:lnTo>
                  <a:lnTo>
                    <a:pt x="98158" y="215610"/>
                  </a:lnTo>
                  <a:lnTo>
                    <a:pt x="98388" y="215538"/>
                  </a:lnTo>
                  <a:lnTo>
                    <a:pt x="99174" y="215574"/>
                  </a:lnTo>
                  <a:lnTo>
                    <a:pt x="99451" y="215658"/>
                  </a:lnTo>
                  <a:lnTo>
                    <a:pt x="99723" y="216027"/>
                  </a:lnTo>
                  <a:lnTo>
                    <a:pt x="99643" y="216275"/>
                  </a:lnTo>
                  <a:lnTo>
                    <a:pt x="99579" y="216755"/>
                  </a:lnTo>
                  <a:lnTo>
                    <a:pt x="99745" y="216969"/>
                  </a:lnTo>
                  <a:lnTo>
                    <a:pt x="100024" y="217023"/>
                  </a:lnTo>
                  <a:lnTo>
                    <a:pt x="100168" y="217071"/>
                  </a:lnTo>
                  <a:lnTo>
                    <a:pt x="100425" y="217085"/>
                  </a:lnTo>
                  <a:lnTo>
                    <a:pt x="100559" y="216866"/>
                  </a:lnTo>
                  <a:lnTo>
                    <a:pt x="100582" y="216678"/>
                  </a:lnTo>
                  <a:lnTo>
                    <a:pt x="101144" y="216277"/>
                  </a:lnTo>
                  <a:lnTo>
                    <a:pt x="101487" y="216049"/>
                  </a:lnTo>
                  <a:lnTo>
                    <a:pt x="101895" y="216166"/>
                  </a:lnTo>
                  <a:lnTo>
                    <a:pt x="102400" y="216373"/>
                  </a:lnTo>
                  <a:lnTo>
                    <a:pt x="102777" y="216102"/>
                  </a:lnTo>
                  <a:lnTo>
                    <a:pt x="103105" y="215841"/>
                  </a:lnTo>
                  <a:lnTo>
                    <a:pt x="103334" y="215641"/>
                  </a:lnTo>
                  <a:lnTo>
                    <a:pt x="103624" y="215596"/>
                  </a:lnTo>
                  <a:lnTo>
                    <a:pt x="104143" y="215444"/>
                  </a:lnTo>
                  <a:lnTo>
                    <a:pt x="104182" y="215315"/>
                  </a:lnTo>
                  <a:lnTo>
                    <a:pt x="104517" y="215193"/>
                  </a:lnTo>
                  <a:lnTo>
                    <a:pt x="104873" y="215092"/>
                  </a:lnTo>
                  <a:lnTo>
                    <a:pt x="105038" y="215029"/>
                  </a:lnTo>
                  <a:lnTo>
                    <a:pt x="105459" y="215348"/>
                  </a:lnTo>
                  <a:lnTo>
                    <a:pt x="105542" y="215718"/>
                  </a:lnTo>
                  <a:lnTo>
                    <a:pt x="106011" y="215470"/>
                  </a:lnTo>
                  <a:lnTo>
                    <a:pt x="106183" y="215408"/>
                  </a:lnTo>
                  <a:lnTo>
                    <a:pt x="106334" y="215218"/>
                  </a:lnTo>
                  <a:lnTo>
                    <a:pt x="106521" y="214790"/>
                  </a:lnTo>
                  <a:lnTo>
                    <a:pt x="106643" y="214518"/>
                  </a:lnTo>
                  <a:lnTo>
                    <a:pt x="106957" y="214219"/>
                  </a:lnTo>
                  <a:lnTo>
                    <a:pt x="107238" y="214349"/>
                  </a:lnTo>
                  <a:lnTo>
                    <a:pt x="107545" y="214470"/>
                  </a:lnTo>
                  <a:lnTo>
                    <a:pt x="107740" y="214148"/>
                  </a:lnTo>
                  <a:lnTo>
                    <a:pt x="107739" y="213544"/>
                  </a:lnTo>
                  <a:lnTo>
                    <a:pt x="107617" y="213387"/>
                  </a:lnTo>
                  <a:lnTo>
                    <a:pt x="107632" y="212994"/>
                  </a:lnTo>
                  <a:lnTo>
                    <a:pt x="108130" y="212487"/>
                  </a:lnTo>
                  <a:lnTo>
                    <a:pt x="108154" y="212354"/>
                  </a:lnTo>
                  <a:lnTo>
                    <a:pt x="108381" y="212113"/>
                  </a:lnTo>
                  <a:lnTo>
                    <a:pt x="107951" y="211990"/>
                  </a:lnTo>
                  <a:lnTo>
                    <a:pt x="107990" y="211788"/>
                  </a:lnTo>
                  <a:lnTo>
                    <a:pt x="108053" y="211418"/>
                  </a:lnTo>
                  <a:lnTo>
                    <a:pt x="107959" y="211022"/>
                  </a:lnTo>
                  <a:lnTo>
                    <a:pt x="107772" y="211002"/>
                  </a:lnTo>
                  <a:lnTo>
                    <a:pt x="107402" y="211147"/>
                  </a:lnTo>
                  <a:lnTo>
                    <a:pt x="107138" y="211287"/>
                  </a:lnTo>
                  <a:lnTo>
                    <a:pt x="107027" y="211584"/>
                  </a:lnTo>
                  <a:lnTo>
                    <a:pt x="106853" y="211638"/>
                  </a:lnTo>
                  <a:lnTo>
                    <a:pt x="106681" y="211995"/>
                  </a:lnTo>
                  <a:lnTo>
                    <a:pt x="107074" y="212077"/>
                  </a:lnTo>
                  <a:lnTo>
                    <a:pt x="107179" y="212548"/>
                  </a:lnTo>
                  <a:lnTo>
                    <a:pt x="107102" y="212745"/>
                  </a:lnTo>
                  <a:lnTo>
                    <a:pt x="106977" y="212887"/>
                  </a:lnTo>
                  <a:lnTo>
                    <a:pt x="106730" y="212972"/>
                  </a:lnTo>
                  <a:lnTo>
                    <a:pt x="106505" y="212957"/>
                  </a:lnTo>
                  <a:lnTo>
                    <a:pt x="106356" y="213173"/>
                  </a:lnTo>
                  <a:lnTo>
                    <a:pt x="106068" y="213405"/>
                  </a:lnTo>
                  <a:lnTo>
                    <a:pt x="105744" y="213510"/>
                  </a:lnTo>
                  <a:lnTo>
                    <a:pt x="105673" y="213281"/>
                  </a:lnTo>
                  <a:lnTo>
                    <a:pt x="105656" y="213006"/>
                  </a:lnTo>
                  <a:lnTo>
                    <a:pt x="105526" y="212576"/>
                  </a:lnTo>
                  <a:lnTo>
                    <a:pt x="105457" y="212346"/>
                  </a:lnTo>
                  <a:lnTo>
                    <a:pt x="105441" y="212106"/>
                  </a:lnTo>
                  <a:lnTo>
                    <a:pt x="104986" y="212096"/>
                  </a:lnTo>
                  <a:lnTo>
                    <a:pt x="104786" y="211991"/>
                  </a:lnTo>
                  <a:lnTo>
                    <a:pt x="104763" y="211534"/>
                  </a:lnTo>
                  <a:lnTo>
                    <a:pt x="105071" y="211389"/>
                  </a:lnTo>
                  <a:lnTo>
                    <a:pt x="105248" y="211368"/>
                  </a:lnTo>
                  <a:lnTo>
                    <a:pt x="105320" y="211164"/>
                  </a:lnTo>
                  <a:lnTo>
                    <a:pt x="105356" y="210957"/>
                  </a:lnTo>
                  <a:lnTo>
                    <a:pt x="105486" y="210772"/>
                  </a:lnTo>
                  <a:lnTo>
                    <a:pt x="105712" y="210737"/>
                  </a:lnTo>
                  <a:lnTo>
                    <a:pt x="105751" y="210402"/>
                  </a:lnTo>
                  <a:lnTo>
                    <a:pt x="105975" y="210352"/>
                  </a:lnTo>
                  <a:lnTo>
                    <a:pt x="106064" y="210096"/>
                  </a:lnTo>
                  <a:lnTo>
                    <a:pt x="106131" y="209874"/>
                  </a:lnTo>
                  <a:lnTo>
                    <a:pt x="106177" y="209707"/>
                  </a:lnTo>
                  <a:lnTo>
                    <a:pt x="106199" y="209543"/>
                  </a:lnTo>
                  <a:lnTo>
                    <a:pt x="106208" y="209331"/>
                  </a:lnTo>
                  <a:lnTo>
                    <a:pt x="106571" y="209085"/>
                  </a:lnTo>
                  <a:lnTo>
                    <a:pt x="106568" y="209608"/>
                  </a:lnTo>
                  <a:lnTo>
                    <a:pt x="106408" y="210132"/>
                  </a:lnTo>
                  <a:lnTo>
                    <a:pt x="106733" y="210081"/>
                  </a:lnTo>
                  <a:lnTo>
                    <a:pt x="107211" y="209900"/>
                  </a:lnTo>
                  <a:lnTo>
                    <a:pt x="107236" y="209587"/>
                  </a:lnTo>
                  <a:lnTo>
                    <a:pt x="107533" y="209450"/>
                  </a:lnTo>
                  <a:lnTo>
                    <a:pt x="107547" y="209584"/>
                  </a:lnTo>
                  <a:lnTo>
                    <a:pt x="107505" y="209807"/>
                  </a:lnTo>
                  <a:lnTo>
                    <a:pt x="107398" y="210138"/>
                  </a:lnTo>
                  <a:lnTo>
                    <a:pt x="107399" y="210368"/>
                  </a:lnTo>
                  <a:lnTo>
                    <a:pt x="107850" y="210487"/>
                  </a:lnTo>
                  <a:lnTo>
                    <a:pt x="107929" y="210652"/>
                  </a:lnTo>
                  <a:lnTo>
                    <a:pt x="108142" y="210697"/>
                  </a:lnTo>
                  <a:lnTo>
                    <a:pt x="108583" y="210565"/>
                  </a:lnTo>
                  <a:lnTo>
                    <a:pt x="108784" y="210412"/>
                  </a:lnTo>
                  <a:lnTo>
                    <a:pt x="109054" y="210085"/>
                  </a:lnTo>
                  <a:lnTo>
                    <a:pt x="109106" y="209909"/>
                  </a:lnTo>
                  <a:lnTo>
                    <a:pt x="109465" y="209411"/>
                  </a:lnTo>
                  <a:lnTo>
                    <a:pt x="109012" y="209181"/>
                  </a:lnTo>
                  <a:lnTo>
                    <a:pt x="108882" y="209244"/>
                  </a:lnTo>
                  <a:lnTo>
                    <a:pt x="108712" y="209237"/>
                  </a:lnTo>
                  <a:lnTo>
                    <a:pt x="108562" y="209207"/>
                  </a:lnTo>
                  <a:lnTo>
                    <a:pt x="108395" y="209057"/>
                  </a:lnTo>
                  <a:lnTo>
                    <a:pt x="108367" y="208923"/>
                  </a:lnTo>
                  <a:lnTo>
                    <a:pt x="108375" y="208741"/>
                  </a:lnTo>
                  <a:lnTo>
                    <a:pt x="108482" y="208302"/>
                  </a:lnTo>
                  <a:lnTo>
                    <a:pt x="108649" y="208302"/>
                  </a:lnTo>
                  <a:lnTo>
                    <a:pt x="108747" y="208135"/>
                  </a:lnTo>
                  <a:lnTo>
                    <a:pt x="108830" y="207943"/>
                  </a:lnTo>
                  <a:lnTo>
                    <a:pt x="108858" y="207813"/>
                  </a:lnTo>
                  <a:lnTo>
                    <a:pt x="109126" y="207884"/>
                  </a:lnTo>
                  <a:lnTo>
                    <a:pt x="109587" y="207722"/>
                  </a:lnTo>
                  <a:lnTo>
                    <a:pt x="110056" y="207436"/>
                  </a:lnTo>
                  <a:lnTo>
                    <a:pt x="110193" y="207431"/>
                  </a:lnTo>
                  <a:lnTo>
                    <a:pt x="110455" y="207359"/>
                  </a:lnTo>
                  <a:lnTo>
                    <a:pt x="110551" y="207221"/>
                  </a:lnTo>
                  <a:lnTo>
                    <a:pt x="110744" y="206967"/>
                  </a:lnTo>
                  <a:lnTo>
                    <a:pt x="111199" y="207290"/>
                  </a:lnTo>
                  <a:lnTo>
                    <a:pt x="111312" y="207593"/>
                  </a:lnTo>
                  <a:lnTo>
                    <a:pt x="111663" y="207760"/>
                  </a:lnTo>
                  <a:lnTo>
                    <a:pt x="111950" y="207986"/>
                  </a:lnTo>
                  <a:lnTo>
                    <a:pt x="112377" y="208019"/>
                  </a:lnTo>
                  <a:lnTo>
                    <a:pt x="112744" y="207917"/>
                  </a:lnTo>
                  <a:lnTo>
                    <a:pt x="113163" y="207927"/>
                  </a:lnTo>
                  <a:lnTo>
                    <a:pt x="113934" y="207730"/>
                  </a:lnTo>
                  <a:lnTo>
                    <a:pt x="114249" y="207569"/>
                  </a:lnTo>
                  <a:lnTo>
                    <a:pt x="114376" y="207516"/>
                  </a:lnTo>
                  <a:lnTo>
                    <a:pt x="114775" y="207829"/>
                  </a:lnTo>
                  <a:lnTo>
                    <a:pt x="114907" y="208026"/>
                  </a:lnTo>
                  <a:lnTo>
                    <a:pt x="114837" y="208461"/>
                  </a:lnTo>
                  <a:lnTo>
                    <a:pt x="114585" y="208701"/>
                  </a:lnTo>
                  <a:lnTo>
                    <a:pt x="114484" y="209007"/>
                  </a:lnTo>
                  <a:lnTo>
                    <a:pt x="114297" y="209133"/>
                  </a:lnTo>
                  <a:lnTo>
                    <a:pt x="114908" y="209445"/>
                  </a:lnTo>
                  <a:lnTo>
                    <a:pt x="115231" y="209602"/>
                  </a:lnTo>
                  <a:lnTo>
                    <a:pt x="115522" y="209718"/>
                  </a:lnTo>
                  <a:lnTo>
                    <a:pt x="116189" y="210020"/>
                  </a:lnTo>
                  <a:lnTo>
                    <a:pt x="116380" y="209854"/>
                  </a:lnTo>
                  <a:lnTo>
                    <a:pt x="116573" y="209916"/>
                  </a:lnTo>
                  <a:lnTo>
                    <a:pt x="116934" y="210080"/>
                  </a:lnTo>
                  <a:lnTo>
                    <a:pt x="117524" y="210031"/>
                  </a:lnTo>
                  <a:lnTo>
                    <a:pt x="117394" y="209793"/>
                  </a:lnTo>
                  <a:lnTo>
                    <a:pt x="117325" y="209349"/>
                  </a:lnTo>
                  <a:lnTo>
                    <a:pt x="117227" y="209118"/>
                  </a:lnTo>
                  <a:lnTo>
                    <a:pt x="117099" y="208994"/>
                  </a:lnTo>
                  <a:lnTo>
                    <a:pt x="117121" y="208743"/>
                  </a:lnTo>
                  <a:lnTo>
                    <a:pt x="117228" y="208429"/>
                  </a:lnTo>
                  <a:lnTo>
                    <a:pt x="117121" y="208169"/>
                  </a:lnTo>
                  <a:lnTo>
                    <a:pt x="117192" y="207656"/>
                  </a:lnTo>
                  <a:lnTo>
                    <a:pt x="117386" y="207316"/>
                  </a:lnTo>
                  <a:lnTo>
                    <a:pt x="117364" y="207102"/>
                  </a:lnTo>
                  <a:lnTo>
                    <a:pt x="117231" y="206934"/>
                  </a:lnTo>
                  <a:lnTo>
                    <a:pt x="117208" y="206773"/>
                  </a:lnTo>
                  <a:lnTo>
                    <a:pt x="117386" y="206331"/>
                  </a:lnTo>
                  <a:lnTo>
                    <a:pt x="117798" y="206191"/>
                  </a:lnTo>
                  <a:lnTo>
                    <a:pt x="118264" y="205964"/>
                  </a:lnTo>
                  <a:lnTo>
                    <a:pt x="118138" y="205673"/>
                  </a:lnTo>
                  <a:lnTo>
                    <a:pt x="117640" y="205512"/>
                  </a:lnTo>
                  <a:lnTo>
                    <a:pt x="117281" y="205658"/>
                  </a:lnTo>
                  <a:lnTo>
                    <a:pt x="117141" y="205705"/>
                  </a:lnTo>
                  <a:lnTo>
                    <a:pt x="116967" y="205728"/>
                  </a:lnTo>
                  <a:lnTo>
                    <a:pt x="116664" y="205854"/>
                  </a:lnTo>
                  <a:lnTo>
                    <a:pt x="116532" y="206003"/>
                  </a:lnTo>
                  <a:lnTo>
                    <a:pt x="116247" y="206038"/>
                  </a:lnTo>
                  <a:lnTo>
                    <a:pt x="115926" y="205853"/>
                  </a:lnTo>
                  <a:lnTo>
                    <a:pt x="115650" y="205722"/>
                  </a:lnTo>
                  <a:lnTo>
                    <a:pt x="115874" y="205653"/>
                  </a:lnTo>
                  <a:lnTo>
                    <a:pt x="116164" y="205525"/>
                  </a:lnTo>
                  <a:lnTo>
                    <a:pt x="116359" y="204345"/>
                  </a:lnTo>
                  <a:lnTo>
                    <a:pt x="116307" y="204019"/>
                  </a:lnTo>
                  <a:lnTo>
                    <a:pt x="116544" y="203851"/>
                  </a:lnTo>
                  <a:lnTo>
                    <a:pt x="116735" y="203833"/>
                  </a:lnTo>
                  <a:lnTo>
                    <a:pt x="116815" y="203665"/>
                  </a:lnTo>
                  <a:lnTo>
                    <a:pt x="116728" y="203382"/>
                  </a:lnTo>
                  <a:lnTo>
                    <a:pt x="116697" y="203246"/>
                  </a:lnTo>
                  <a:lnTo>
                    <a:pt x="116550" y="203098"/>
                  </a:lnTo>
                  <a:lnTo>
                    <a:pt x="116159" y="203221"/>
                  </a:lnTo>
                  <a:lnTo>
                    <a:pt x="115912" y="203123"/>
                  </a:lnTo>
                  <a:lnTo>
                    <a:pt x="115507" y="202852"/>
                  </a:lnTo>
                  <a:lnTo>
                    <a:pt x="115262" y="202681"/>
                  </a:lnTo>
                  <a:lnTo>
                    <a:pt x="115376" y="202295"/>
                  </a:lnTo>
                  <a:lnTo>
                    <a:pt x="115368" y="201977"/>
                  </a:lnTo>
                  <a:lnTo>
                    <a:pt x="116009" y="201711"/>
                  </a:lnTo>
                  <a:lnTo>
                    <a:pt x="116425" y="201919"/>
                  </a:lnTo>
                  <a:lnTo>
                    <a:pt x="116511" y="202083"/>
                  </a:lnTo>
                  <a:lnTo>
                    <a:pt x="116789" y="202480"/>
                  </a:lnTo>
                  <a:lnTo>
                    <a:pt x="117103" y="202777"/>
                  </a:lnTo>
                  <a:lnTo>
                    <a:pt x="117368" y="202784"/>
                  </a:lnTo>
                  <a:lnTo>
                    <a:pt x="117522" y="202825"/>
                  </a:lnTo>
                  <a:lnTo>
                    <a:pt x="117669" y="202894"/>
                  </a:lnTo>
                  <a:lnTo>
                    <a:pt x="118041" y="202844"/>
                  </a:lnTo>
                  <a:lnTo>
                    <a:pt x="118433" y="202880"/>
                  </a:lnTo>
                  <a:lnTo>
                    <a:pt x="118842" y="202909"/>
                  </a:lnTo>
                  <a:lnTo>
                    <a:pt x="119210" y="202949"/>
                  </a:lnTo>
                  <a:lnTo>
                    <a:pt x="119389" y="202983"/>
                  </a:lnTo>
                  <a:lnTo>
                    <a:pt x="119539" y="203040"/>
                  </a:lnTo>
                  <a:lnTo>
                    <a:pt x="119677" y="203060"/>
                  </a:lnTo>
                  <a:lnTo>
                    <a:pt x="120148" y="203036"/>
                  </a:lnTo>
                  <a:lnTo>
                    <a:pt x="120378" y="203094"/>
                  </a:lnTo>
                  <a:lnTo>
                    <a:pt x="120806" y="202964"/>
                  </a:lnTo>
                  <a:lnTo>
                    <a:pt x="120962" y="202962"/>
                  </a:lnTo>
                  <a:lnTo>
                    <a:pt x="121392" y="202789"/>
                  </a:lnTo>
                  <a:lnTo>
                    <a:pt x="121698" y="202861"/>
                  </a:lnTo>
                  <a:lnTo>
                    <a:pt x="121964" y="202803"/>
                  </a:lnTo>
                  <a:lnTo>
                    <a:pt x="122183" y="202939"/>
                  </a:lnTo>
                  <a:lnTo>
                    <a:pt x="122338" y="203291"/>
                  </a:lnTo>
                  <a:lnTo>
                    <a:pt x="121895" y="203498"/>
                  </a:lnTo>
                  <a:lnTo>
                    <a:pt x="121680" y="203584"/>
                  </a:lnTo>
                  <a:lnTo>
                    <a:pt x="121837" y="203851"/>
                  </a:lnTo>
                  <a:lnTo>
                    <a:pt x="122022" y="204232"/>
                  </a:lnTo>
                  <a:lnTo>
                    <a:pt x="122230" y="204498"/>
                  </a:lnTo>
                  <a:lnTo>
                    <a:pt x="122378" y="204492"/>
                  </a:lnTo>
                  <a:lnTo>
                    <a:pt x="122513" y="204456"/>
                  </a:lnTo>
                  <a:lnTo>
                    <a:pt x="122968" y="204633"/>
                  </a:lnTo>
                  <a:lnTo>
                    <a:pt x="123047" y="204434"/>
                  </a:lnTo>
                  <a:lnTo>
                    <a:pt x="123249" y="204299"/>
                  </a:lnTo>
                  <a:lnTo>
                    <a:pt x="123383" y="204194"/>
                  </a:lnTo>
                  <a:lnTo>
                    <a:pt x="123786" y="203770"/>
                  </a:lnTo>
                  <a:lnTo>
                    <a:pt x="123960" y="203848"/>
                  </a:lnTo>
                  <a:lnTo>
                    <a:pt x="124113" y="203891"/>
                  </a:lnTo>
                  <a:lnTo>
                    <a:pt x="124487" y="203592"/>
                  </a:lnTo>
                  <a:lnTo>
                    <a:pt x="124650" y="203328"/>
                  </a:lnTo>
                  <a:lnTo>
                    <a:pt x="124786" y="203346"/>
                  </a:lnTo>
                  <a:lnTo>
                    <a:pt x="125506" y="203100"/>
                  </a:lnTo>
                  <a:lnTo>
                    <a:pt x="126165" y="203012"/>
                  </a:lnTo>
                  <a:lnTo>
                    <a:pt x="126392" y="202793"/>
                  </a:lnTo>
                  <a:lnTo>
                    <a:pt x="126691" y="202474"/>
                  </a:lnTo>
                  <a:lnTo>
                    <a:pt x="126893" y="202306"/>
                  </a:lnTo>
                  <a:lnTo>
                    <a:pt x="127638" y="201932"/>
                  </a:lnTo>
                  <a:lnTo>
                    <a:pt x="127744" y="201690"/>
                  </a:lnTo>
                  <a:lnTo>
                    <a:pt x="128354" y="201783"/>
                  </a:lnTo>
                  <a:lnTo>
                    <a:pt x="128548" y="201396"/>
                  </a:lnTo>
                  <a:lnTo>
                    <a:pt x="128499" y="201268"/>
                  </a:lnTo>
                  <a:lnTo>
                    <a:pt x="128592" y="200790"/>
                  </a:lnTo>
                  <a:lnTo>
                    <a:pt x="128767" y="200335"/>
                  </a:lnTo>
                  <a:lnTo>
                    <a:pt x="129068" y="200274"/>
                  </a:lnTo>
                  <a:lnTo>
                    <a:pt x="129408" y="200024"/>
                  </a:lnTo>
                  <a:lnTo>
                    <a:pt x="129439" y="199882"/>
                  </a:lnTo>
                  <a:lnTo>
                    <a:pt x="129753" y="199533"/>
                  </a:lnTo>
                  <a:lnTo>
                    <a:pt x="130064" y="199569"/>
                  </a:lnTo>
                  <a:lnTo>
                    <a:pt x="130094" y="199394"/>
                  </a:lnTo>
                  <a:lnTo>
                    <a:pt x="130155" y="199179"/>
                  </a:lnTo>
                  <a:lnTo>
                    <a:pt x="130340" y="199181"/>
                  </a:lnTo>
                  <a:lnTo>
                    <a:pt x="130614" y="199110"/>
                  </a:lnTo>
                  <a:lnTo>
                    <a:pt x="130725" y="198962"/>
                  </a:lnTo>
                  <a:lnTo>
                    <a:pt x="130833" y="198801"/>
                  </a:lnTo>
                  <a:lnTo>
                    <a:pt x="130935" y="198609"/>
                  </a:lnTo>
                  <a:lnTo>
                    <a:pt x="130990" y="198359"/>
                  </a:lnTo>
                  <a:lnTo>
                    <a:pt x="131012" y="198139"/>
                  </a:lnTo>
                  <a:lnTo>
                    <a:pt x="130895" y="197913"/>
                  </a:lnTo>
                  <a:lnTo>
                    <a:pt x="130532" y="198153"/>
                  </a:lnTo>
                  <a:lnTo>
                    <a:pt x="130480" y="197655"/>
                  </a:lnTo>
                  <a:lnTo>
                    <a:pt x="130465" y="197435"/>
                  </a:lnTo>
                  <a:lnTo>
                    <a:pt x="130538" y="197277"/>
                  </a:lnTo>
                  <a:lnTo>
                    <a:pt x="130865" y="197152"/>
                  </a:lnTo>
                  <a:lnTo>
                    <a:pt x="130818" y="196719"/>
                  </a:lnTo>
                  <a:lnTo>
                    <a:pt x="130834" y="196449"/>
                  </a:lnTo>
                  <a:lnTo>
                    <a:pt x="130957" y="196192"/>
                  </a:lnTo>
                  <a:lnTo>
                    <a:pt x="131128" y="195367"/>
                  </a:lnTo>
                  <a:lnTo>
                    <a:pt x="131379" y="195048"/>
                  </a:lnTo>
                  <a:lnTo>
                    <a:pt x="131718" y="194969"/>
                  </a:lnTo>
                  <a:lnTo>
                    <a:pt x="132329" y="194456"/>
                  </a:lnTo>
                  <a:lnTo>
                    <a:pt x="132501" y="193955"/>
                  </a:lnTo>
                  <a:lnTo>
                    <a:pt x="132752" y="194017"/>
                  </a:lnTo>
                  <a:lnTo>
                    <a:pt x="133104" y="194070"/>
                  </a:lnTo>
                  <a:lnTo>
                    <a:pt x="134245" y="194160"/>
                  </a:lnTo>
                  <a:lnTo>
                    <a:pt x="135147" y="194172"/>
                  </a:lnTo>
                  <a:lnTo>
                    <a:pt x="135804" y="194123"/>
                  </a:lnTo>
                  <a:lnTo>
                    <a:pt x="136022" y="194138"/>
                  </a:lnTo>
                  <a:lnTo>
                    <a:pt x="136485" y="194211"/>
                  </a:lnTo>
                  <a:lnTo>
                    <a:pt x="137005" y="194244"/>
                  </a:lnTo>
                  <a:lnTo>
                    <a:pt x="137261" y="194251"/>
                  </a:lnTo>
                  <a:lnTo>
                    <a:pt x="137530" y="194232"/>
                  </a:lnTo>
                  <a:lnTo>
                    <a:pt x="137736" y="194184"/>
                  </a:lnTo>
                  <a:lnTo>
                    <a:pt x="138663" y="193842"/>
                  </a:lnTo>
                  <a:lnTo>
                    <a:pt x="139230" y="193704"/>
                  </a:lnTo>
                  <a:lnTo>
                    <a:pt x="139443" y="193670"/>
                  </a:lnTo>
                  <a:lnTo>
                    <a:pt x="139696" y="193674"/>
                  </a:lnTo>
                  <a:lnTo>
                    <a:pt x="139979" y="193722"/>
                  </a:lnTo>
                  <a:lnTo>
                    <a:pt x="140110" y="193762"/>
                  </a:lnTo>
                  <a:lnTo>
                    <a:pt x="140570" y="193961"/>
                  </a:lnTo>
                  <a:lnTo>
                    <a:pt x="141053" y="194274"/>
                  </a:lnTo>
                  <a:lnTo>
                    <a:pt x="141654" y="194782"/>
                  </a:lnTo>
                  <a:lnTo>
                    <a:pt x="142293" y="195322"/>
                  </a:lnTo>
                  <a:lnTo>
                    <a:pt x="142664" y="195621"/>
                  </a:lnTo>
                  <a:lnTo>
                    <a:pt x="142966" y="195699"/>
                  </a:lnTo>
                  <a:lnTo>
                    <a:pt x="143256" y="195972"/>
                  </a:lnTo>
                  <a:lnTo>
                    <a:pt x="143582" y="196316"/>
                  </a:lnTo>
                  <a:lnTo>
                    <a:pt x="144064" y="196744"/>
                  </a:lnTo>
                  <a:lnTo>
                    <a:pt x="144520" y="197082"/>
                  </a:lnTo>
                  <a:lnTo>
                    <a:pt x="144835" y="197266"/>
                  </a:lnTo>
                  <a:lnTo>
                    <a:pt x="145176" y="197505"/>
                  </a:lnTo>
                  <a:lnTo>
                    <a:pt x="145992" y="198119"/>
                  </a:lnTo>
                  <a:lnTo>
                    <a:pt x="146271" y="198296"/>
                  </a:lnTo>
                  <a:lnTo>
                    <a:pt x="146720" y="198522"/>
                  </a:lnTo>
                  <a:lnTo>
                    <a:pt x="148205" y="199121"/>
                  </a:lnTo>
                  <a:lnTo>
                    <a:pt x="148653" y="199282"/>
                  </a:lnTo>
                  <a:lnTo>
                    <a:pt x="149261" y="199472"/>
                  </a:lnTo>
                  <a:lnTo>
                    <a:pt x="150265" y="199696"/>
                  </a:lnTo>
                  <a:lnTo>
                    <a:pt x="150574" y="199725"/>
                  </a:lnTo>
                  <a:lnTo>
                    <a:pt x="150782" y="199716"/>
                  </a:lnTo>
                  <a:lnTo>
                    <a:pt x="151466" y="199629"/>
                  </a:lnTo>
                  <a:lnTo>
                    <a:pt x="151807" y="199552"/>
                  </a:lnTo>
                  <a:lnTo>
                    <a:pt x="152013" y="199489"/>
                  </a:lnTo>
                  <a:lnTo>
                    <a:pt x="152260" y="199389"/>
                  </a:lnTo>
                  <a:lnTo>
                    <a:pt x="153503" y="198816"/>
                  </a:lnTo>
                  <a:lnTo>
                    <a:pt x="153643" y="198768"/>
                  </a:lnTo>
                  <a:lnTo>
                    <a:pt x="154183" y="198475"/>
                  </a:lnTo>
                  <a:lnTo>
                    <a:pt x="154501" y="198367"/>
                  </a:lnTo>
                  <a:lnTo>
                    <a:pt x="155142" y="198126"/>
                  </a:lnTo>
                  <a:lnTo>
                    <a:pt x="156010" y="197301"/>
                  </a:lnTo>
                  <a:lnTo>
                    <a:pt x="156127" y="197132"/>
                  </a:lnTo>
                  <a:lnTo>
                    <a:pt x="156249" y="196962"/>
                  </a:lnTo>
                  <a:lnTo>
                    <a:pt x="156479" y="196658"/>
                  </a:lnTo>
                  <a:lnTo>
                    <a:pt x="157056" y="196105"/>
                  </a:lnTo>
                  <a:lnTo>
                    <a:pt x="157686" y="195622"/>
                  </a:lnTo>
                  <a:lnTo>
                    <a:pt x="158082" y="195329"/>
                  </a:lnTo>
                  <a:lnTo>
                    <a:pt x="158939" y="194838"/>
                  </a:lnTo>
                  <a:lnTo>
                    <a:pt x="159266" y="194718"/>
                  </a:lnTo>
                  <a:lnTo>
                    <a:pt x="159723" y="194562"/>
                  </a:lnTo>
                  <a:lnTo>
                    <a:pt x="160103" y="194507"/>
                  </a:lnTo>
                  <a:lnTo>
                    <a:pt x="160451" y="194461"/>
                  </a:lnTo>
                  <a:lnTo>
                    <a:pt x="160610" y="194454"/>
                  </a:lnTo>
                  <a:lnTo>
                    <a:pt x="160798" y="194453"/>
                  </a:lnTo>
                  <a:lnTo>
                    <a:pt x="160971" y="194453"/>
                  </a:lnTo>
                  <a:lnTo>
                    <a:pt x="161619" y="194459"/>
                  </a:lnTo>
                  <a:lnTo>
                    <a:pt x="161915" y="194462"/>
                  </a:lnTo>
                  <a:lnTo>
                    <a:pt x="162047" y="194466"/>
                  </a:lnTo>
                  <a:lnTo>
                    <a:pt x="162603" y="194581"/>
                  </a:lnTo>
                  <a:lnTo>
                    <a:pt x="163009" y="194855"/>
                  </a:lnTo>
                  <a:lnTo>
                    <a:pt x="163317" y="195228"/>
                  </a:lnTo>
                  <a:lnTo>
                    <a:pt x="163573" y="195604"/>
                  </a:lnTo>
                  <a:lnTo>
                    <a:pt x="163616" y="195733"/>
                  </a:lnTo>
                  <a:lnTo>
                    <a:pt x="163765" y="196106"/>
                  </a:lnTo>
                  <a:lnTo>
                    <a:pt x="164610" y="196801"/>
                  </a:lnTo>
                  <a:lnTo>
                    <a:pt x="164755" y="196726"/>
                  </a:lnTo>
                  <a:lnTo>
                    <a:pt x="165364" y="196360"/>
                  </a:lnTo>
                  <a:lnTo>
                    <a:pt x="165757" y="196070"/>
                  </a:lnTo>
                  <a:lnTo>
                    <a:pt x="166145" y="195784"/>
                  </a:lnTo>
                  <a:lnTo>
                    <a:pt x="166469" y="195536"/>
                  </a:lnTo>
                  <a:lnTo>
                    <a:pt x="167441" y="194635"/>
                  </a:lnTo>
                  <a:lnTo>
                    <a:pt x="167794" y="194331"/>
                  </a:lnTo>
                  <a:lnTo>
                    <a:pt x="168004" y="194203"/>
                  </a:lnTo>
                  <a:lnTo>
                    <a:pt x="168237" y="194066"/>
                  </a:lnTo>
                  <a:lnTo>
                    <a:pt x="168963" y="193684"/>
                  </a:lnTo>
                  <a:lnTo>
                    <a:pt x="169095" y="193623"/>
                  </a:lnTo>
                  <a:lnTo>
                    <a:pt x="169338" y="193528"/>
                  </a:lnTo>
                  <a:lnTo>
                    <a:pt x="169581" y="193434"/>
                  </a:lnTo>
                  <a:lnTo>
                    <a:pt x="169772" y="193348"/>
                  </a:lnTo>
                  <a:lnTo>
                    <a:pt x="170252" y="193121"/>
                  </a:lnTo>
                  <a:lnTo>
                    <a:pt x="170382" y="193056"/>
                  </a:lnTo>
                  <a:lnTo>
                    <a:pt x="170992" y="192735"/>
                  </a:lnTo>
                  <a:lnTo>
                    <a:pt x="171417" y="192502"/>
                  </a:lnTo>
                  <a:lnTo>
                    <a:pt x="172019" y="192161"/>
                  </a:lnTo>
                  <a:lnTo>
                    <a:pt x="172189" y="192035"/>
                  </a:lnTo>
                  <a:lnTo>
                    <a:pt x="173290" y="191246"/>
                  </a:lnTo>
                  <a:lnTo>
                    <a:pt x="173538" y="191119"/>
                  </a:lnTo>
                  <a:lnTo>
                    <a:pt x="173713" y="191041"/>
                  </a:lnTo>
                  <a:lnTo>
                    <a:pt x="173989" y="190984"/>
                  </a:lnTo>
                  <a:lnTo>
                    <a:pt x="174552" y="190988"/>
                  </a:lnTo>
                  <a:lnTo>
                    <a:pt x="174740" y="191016"/>
                  </a:lnTo>
                  <a:lnTo>
                    <a:pt x="174998" y="191050"/>
                  </a:lnTo>
                  <a:lnTo>
                    <a:pt x="175652" y="191103"/>
                  </a:lnTo>
                  <a:lnTo>
                    <a:pt x="176016" y="191105"/>
                  </a:lnTo>
                  <a:lnTo>
                    <a:pt x="176256" y="191072"/>
                  </a:lnTo>
                  <a:lnTo>
                    <a:pt x="176532" y="190932"/>
                  </a:lnTo>
                  <a:lnTo>
                    <a:pt x="176720" y="190794"/>
                  </a:lnTo>
                  <a:lnTo>
                    <a:pt x="176984" y="190416"/>
                  </a:lnTo>
                  <a:lnTo>
                    <a:pt x="177214" y="189951"/>
                  </a:lnTo>
                  <a:lnTo>
                    <a:pt x="177213" y="189680"/>
                  </a:lnTo>
                  <a:lnTo>
                    <a:pt x="177204" y="189538"/>
                  </a:lnTo>
                  <a:lnTo>
                    <a:pt x="177226" y="189381"/>
                  </a:lnTo>
                  <a:lnTo>
                    <a:pt x="177346" y="189100"/>
                  </a:lnTo>
                  <a:lnTo>
                    <a:pt x="177702" y="188449"/>
                  </a:lnTo>
                  <a:lnTo>
                    <a:pt x="177584" y="186634"/>
                  </a:lnTo>
                  <a:lnTo>
                    <a:pt x="177629" y="186313"/>
                  </a:lnTo>
                  <a:lnTo>
                    <a:pt x="177723" y="185649"/>
                  </a:lnTo>
                  <a:lnTo>
                    <a:pt x="178024" y="184684"/>
                  </a:lnTo>
                  <a:lnTo>
                    <a:pt x="178387" y="183984"/>
                  </a:lnTo>
                  <a:lnTo>
                    <a:pt x="178739" y="183409"/>
                  </a:lnTo>
                  <a:lnTo>
                    <a:pt x="179080" y="183046"/>
                  </a:lnTo>
                  <a:lnTo>
                    <a:pt x="179301" y="182872"/>
                  </a:lnTo>
                  <a:lnTo>
                    <a:pt x="179731" y="182665"/>
                  </a:lnTo>
                  <a:lnTo>
                    <a:pt x="180174" y="182579"/>
                  </a:lnTo>
                  <a:lnTo>
                    <a:pt x="180749" y="182488"/>
                  </a:lnTo>
                  <a:lnTo>
                    <a:pt x="180964" y="182479"/>
                  </a:lnTo>
                  <a:lnTo>
                    <a:pt x="181385" y="182459"/>
                  </a:lnTo>
                  <a:lnTo>
                    <a:pt x="181799" y="182485"/>
                  </a:lnTo>
                  <a:lnTo>
                    <a:pt x="182158" y="182557"/>
                  </a:lnTo>
                  <a:lnTo>
                    <a:pt x="182343" y="182637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9538077" y="1285122"/>
              <a:ext cx="183241" cy="182880"/>
            </a:xfrm>
            <a:custGeom>
              <a:avLst/>
              <a:pathLst>
                <a:path w="183241" h="182880">
                  <a:moveTo>
                    <a:pt x="182879" y="182880"/>
                  </a:moveTo>
                  <a:lnTo>
                    <a:pt x="182862" y="182703"/>
                  </a:lnTo>
                  <a:lnTo>
                    <a:pt x="182907" y="182518"/>
                  </a:lnTo>
                  <a:lnTo>
                    <a:pt x="183241" y="182175"/>
                  </a:lnTo>
                  <a:lnTo>
                    <a:pt x="183184" y="182420"/>
                  </a:lnTo>
                  <a:lnTo>
                    <a:pt x="183052" y="182755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9535608" y="1276912"/>
              <a:ext cx="182879" cy="182939"/>
            </a:xfrm>
            <a:custGeom>
              <a:avLst/>
              <a:pathLst>
                <a:path w="182879" h="182939">
                  <a:moveTo>
                    <a:pt x="182879" y="182880"/>
                  </a:moveTo>
                  <a:lnTo>
                    <a:pt x="182726" y="182939"/>
                  </a:lnTo>
                  <a:lnTo>
                    <a:pt x="182529" y="182930"/>
                  </a:lnTo>
                  <a:lnTo>
                    <a:pt x="182308" y="182804"/>
                  </a:lnTo>
                  <a:lnTo>
                    <a:pt x="182458" y="182805"/>
                  </a:lnTo>
                  <a:lnTo>
                    <a:pt x="182613" y="182805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9524094" y="1267486"/>
              <a:ext cx="183020" cy="182880"/>
            </a:xfrm>
            <a:custGeom>
              <a:avLst/>
              <a:pathLst>
                <a:path w="183020" h="182880">
                  <a:moveTo>
                    <a:pt x="182879" y="182880"/>
                  </a:moveTo>
                  <a:lnTo>
                    <a:pt x="183020" y="182463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9524293" y="1266897"/>
              <a:ext cx="183178" cy="182880"/>
            </a:xfrm>
            <a:custGeom>
              <a:avLst/>
              <a:pathLst>
                <a:path w="183178" h="182880">
                  <a:moveTo>
                    <a:pt x="182879" y="182880"/>
                  </a:moveTo>
                  <a:lnTo>
                    <a:pt x="182969" y="182596"/>
                  </a:lnTo>
                  <a:lnTo>
                    <a:pt x="182911" y="182161"/>
                  </a:lnTo>
                  <a:lnTo>
                    <a:pt x="182959" y="181875"/>
                  </a:lnTo>
                  <a:lnTo>
                    <a:pt x="183028" y="182010"/>
                  </a:lnTo>
                  <a:lnTo>
                    <a:pt x="183178" y="182250"/>
                  </a:lnTo>
                  <a:lnTo>
                    <a:pt x="183085" y="182405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9253262" y="1100485"/>
              <a:ext cx="499584" cy="444453"/>
            </a:xfrm>
            <a:custGeom>
              <a:avLst/>
              <a:pathLst>
                <a:path w="499584" h="444453">
                  <a:moveTo>
                    <a:pt x="182879" y="182880"/>
                  </a:moveTo>
                  <a:lnTo>
                    <a:pt x="183009" y="182966"/>
                  </a:lnTo>
                  <a:lnTo>
                    <a:pt x="183656" y="183070"/>
                  </a:lnTo>
                  <a:lnTo>
                    <a:pt x="183766" y="182910"/>
                  </a:lnTo>
                  <a:lnTo>
                    <a:pt x="183866" y="182756"/>
                  </a:lnTo>
                  <a:lnTo>
                    <a:pt x="184026" y="182581"/>
                  </a:lnTo>
                  <a:lnTo>
                    <a:pt x="184150" y="182010"/>
                  </a:lnTo>
                  <a:lnTo>
                    <a:pt x="184390" y="181621"/>
                  </a:lnTo>
                  <a:lnTo>
                    <a:pt x="185279" y="181440"/>
                  </a:lnTo>
                  <a:lnTo>
                    <a:pt x="185524" y="181851"/>
                  </a:lnTo>
                  <a:lnTo>
                    <a:pt x="185716" y="182279"/>
                  </a:lnTo>
                  <a:lnTo>
                    <a:pt x="185308" y="182684"/>
                  </a:lnTo>
                  <a:lnTo>
                    <a:pt x="185094" y="182937"/>
                  </a:lnTo>
                  <a:lnTo>
                    <a:pt x="185064" y="183110"/>
                  </a:lnTo>
                  <a:lnTo>
                    <a:pt x="185088" y="183322"/>
                  </a:lnTo>
                  <a:lnTo>
                    <a:pt x="185397" y="183851"/>
                  </a:lnTo>
                  <a:lnTo>
                    <a:pt x="185534" y="183913"/>
                  </a:lnTo>
                  <a:lnTo>
                    <a:pt x="186062" y="184375"/>
                  </a:lnTo>
                  <a:lnTo>
                    <a:pt x="186395" y="184652"/>
                  </a:lnTo>
                  <a:lnTo>
                    <a:pt x="186168" y="184995"/>
                  </a:lnTo>
                  <a:lnTo>
                    <a:pt x="185921" y="185074"/>
                  </a:lnTo>
                  <a:lnTo>
                    <a:pt x="185437" y="185166"/>
                  </a:lnTo>
                  <a:lnTo>
                    <a:pt x="185265" y="185394"/>
                  </a:lnTo>
                  <a:lnTo>
                    <a:pt x="185290" y="185714"/>
                  </a:lnTo>
                  <a:lnTo>
                    <a:pt x="185341" y="185900"/>
                  </a:lnTo>
                  <a:lnTo>
                    <a:pt x="185474" y="186147"/>
                  </a:lnTo>
                  <a:lnTo>
                    <a:pt x="185672" y="186330"/>
                  </a:lnTo>
                  <a:lnTo>
                    <a:pt x="185932" y="186487"/>
                  </a:lnTo>
                  <a:lnTo>
                    <a:pt x="186116" y="186643"/>
                  </a:lnTo>
                  <a:lnTo>
                    <a:pt x="186201" y="186887"/>
                  </a:lnTo>
                  <a:lnTo>
                    <a:pt x="185945" y="187343"/>
                  </a:lnTo>
                  <a:lnTo>
                    <a:pt x="186281" y="187681"/>
                  </a:lnTo>
                  <a:lnTo>
                    <a:pt x="187003" y="187419"/>
                  </a:lnTo>
                  <a:lnTo>
                    <a:pt x="187024" y="188255"/>
                  </a:lnTo>
                  <a:lnTo>
                    <a:pt x="186868" y="188982"/>
                  </a:lnTo>
                  <a:lnTo>
                    <a:pt x="187037" y="189084"/>
                  </a:lnTo>
                  <a:lnTo>
                    <a:pt x="187458" y="190199"/>
                  </a:lnTo>
                  <a:lnTo>
                    <a:pt x="187080" y="190314"/>
                  </a:lnTo>
                  <a:lnTo>
                    <a:pt x="187236" y="191091"/>
                  </a:lnTo>
                  <a:lnTo>
                    <a:pt x="187515" y="191064"/>
                  </a:lnTo>
                  <a:lnTo>
                    <a:pt x="187880" y="191354"/>
                  </a:lnTo>
                  <a:lnTo>
                    <a:pt x="187523" y="192820"/>
                  </a:lnTo>
                  <a:lnTo>
                    <a:pt x="187703" y="192873"/>
                  </a:lnTo>
                  <a:lnTo>
                    <a:pt x="187886" y="192920"/>
                  </a:lnTo>
                  <a:lnTo>
                    <a:pt x="188135" y="193007"/>
                  </a:lnTo>
                  <a:lnTo>
                    <a:pt x="188430" y="193184"/>
                  </a:lnTo>
                  <a:lnTo>
                    <a:pt x="188590" y="193454"/>
                  </a:lnTo>
                  <a:lnTo>
                    <a:pt x="188661" y="193613"/>
                  </a:lnTo>
                  <a:lnTo>
                    <a:pt x="188737" y="194176"/>
                  </a:lnTo>
                  <a:lnTo>
                    <a:pt x="188777" y="194358"/>
                  </a:lnTo>
                  <a:lnTo>
                    <a:pt x="188530" y="194750"/>
                  </a:lnTo>
                  <a:lnTo>
                    <a:pt x="188333" y="194756"/>
                  </a:lnTo>
                  <a:lnTo>
                    <a:pt x="188014" y="194732"/>
                  </a:lnTo>
                  <a:lnTo>
                    <a:pt x="187112" y="195417"/>
                  </a:lnTo>
                  <a:lnTo>
                    <a:pt x="187333" y="195475"/>
                  </a:lnTo>
                  <a:lnTo>
                    <a:pt x="187849" y="196297"/>
                  </a:lnTo>
                  <a:lnTo>
                    <a:pt x="186116" y="196638"/>
                  </a:lnTo>
                  <a:lnTo>
                    <a:pt x="185996" y="196793"/>
                  </a:lnTo>
                  <a:lnTo>
                    <a:pt x="185684" y="197235"/>
                  </a:lnTo>
                  <a:lnTo>
                    <a:pt x="185586" y="197463"/>
                  </a:lnTo>
                  <a:lnTo>
                    <a:pt x="185551" y="197737"/>
                  </a:lnTo>
                  <a:lnTo>
                    <a:pt x="185576" y="198007"/>
                  </a:lnTo>
                  <a:lnTo>
                    <a:pt x="185618" y="198135"/>
                  </a:lnTo>
                  <a:lnTo>
                    <a:pt x="185672" y="198375"/>
                  </a:lnTo>
                  <a:lnTo>
                    <a:pt x="185732" y="198518"/>
                  </a:lnTo>
                  <a:lnTo>
                    <a:pt x="185873" y="198741"/>
                  </a:lnTo>
                  <a:lnTo>
                    <a:pt x="186454" y="199567"/>
                  </a:lnTo>
                  <a:lnTo>
                    <a:pt x="186590" y="199674"/>
                  </a:lnTo>
                  <a:lnTo>
                    <a:pt x="186928" y="199937"/>
                  </a:lnTo>
                  <a:lnTo>
                    <a:pt x="187458" y="200302"/>
                  </a:lnTo>
                  <a:lnTo>
                    <a:pt x="187670" y="200352"/>
                  </a:lnTo>
                  <a:lnTo>
                    <a:pt x="188143" y="200495"/>
                  </a:lnTo>
                  <a:lnTo>
                    <a:pt x="188596" y="200600"/>
                  </a:lnTo>
                  <a:lnTo>
                    <a:pt x="188746" y="200660"/>
                  </a:lnTo>
                  <a:lnTo>
                    <a:pt x="188910" y="200711"/>
                  </a:lnTo>
                  <a:lnTo>
                    <a:pt x="189254" y="200769"/>
                  </a:lnTo>
                  <a:lnTo>
                    <a:pt x="189625" y="200903"/>
                  </a:lnTo>
                  <a:lnTo>
                    <a:pt x="189833" y="201278"/>
                  </a:lnTo>
                  <a:lnTo>
                    <a:pt x="189873" y="201688"/>
                  </a:lnTo>
                  <a:lnTo>
                    <a:pt x="190135" y="202809"/>
                  </a:lnTo>
                  <a:lnTo>
                    <a:pt x="190143" y="202950"/>
                  </a:lnTo>
                  <a:lnTo>
                    <a:pt x="189502" y="203432"/>
                  </a:lnTo>
                  <a:lnTo>
                    <a:pt x="189252" y="203348"/>
                  </a:lnTo>
                  <a:lnTo>
                    <a:pt x="188564" y="203923"/>
                  </a:lnTo>
                  <a:lnTo>
                    <a:pt x="188764" y="204293"/>
                  </a:lnTo>
                  <a:lnTo>
                    <a:pt x="189203" y="204770"/>
                  </a:lnTo>
                  <a:lnTo>
                    <a:pt x="189347" y="204844"/>
                  </a:lnTo>
                  <a:lnTo>
                    <a:pt x="189521" y="205488"/>
                  </a:lnTo>
                  <a:lnTo>
                    <a:pt x="189324" y="205488"/>
                  </a:lnTo>
                  <a:lnTo>
                    <a:pt x="189176" y="205527"/>
                  </a:lnTo>
                  <a:lnTo>
                    <a:pt x="188048" y="206119"/>
                  </a:lnTo>
                  <a:lnTo>
                    <a:pt x="187793" y="206082"/>
                  </a:lnTo>
                  <a:lnTo>
                    <a:pt x="187503" y="207156"/>
                  </a:lnTo>
                  <a:lnTo>
                    <a:pt x="187631" y="207358"/>
                  </a:lnTo>
                  <a:lnTo>
                    <a:pt x="187730" y="207517"/>
                  </a:lnTo>
                  <a:lnTo>
                    <a:pt x="188201" y="207791"/>
                  </a:lnTo>
                  <a:lnTo>
                    <a:pt x="188351" y="207742"/>
                  </a:lnTo>
                  <a:lnTo>
                    <a:pt x="188499" y="207658"/>
                  </a:lnTo>
                  <a:lnTo>
                    <a:pt x="188724" y="207622"/>
                  </a:lnTo>
                  <a:lnTo>
                    <a:pt x="188954" y="207583"/>
                  </a:lnTo>
                  <a:lnTo>
                    <a:pt x="190325" y="208187"/>
                  </a:lnTo>
                  <a:lnTo>
                    <a:pt x="190875" y="208743"/>
                  </a:lnTo>
                  <a:lnTo>
                    <a:pt x="191009" y="208858"/>
                  </a:lnTo>
                  <a:lnTo>
                    <a:pt x="191328" y="209349"/>
                  </a:lnTo>
                  <a:lnTo>
                    <a:pt x="192066" y="210350"/>
                  </a:lnTo>
                  <a:lnTo>
                    <a:pt x="192307" y="210382"/>
                  </a:lnTo>
                  <a:lnTo>
                    <a:pt x="192489" y="210393"/>
                  </a:lnTo>
                  <a:lnTo>
                    <a:pt x="192749" y="211408"/>
                  </a:lnTo>
                  <a:lnTo>
                    <a:pt x="192672" y="211881"/>
                  </a:lnTo>
                  <a:lnTo>
                    <a:pt x="192914" y="211879"/>
                  </a:lnTo>
                  <a:lnTo>
                    <a:pt x="193156" y="211877"/>
                  </a:lnTo>
                  <a:lnTo>
                    <a:pt x="193302" y="211891"/>
                  </a:lnTo>
                  <a:lnTo>
                    <a:pt x="193533" y="212291"/>
                  </a:lnTo>
                  <a:lnTo>
                    <a:pt x="193229" y="212666"/>
                  </a:lnTo>
                  <a:lnTo>
                    <a:pt x="193147" y="212855"/>
                  </a:lnTo>
                  <a:lnTo>
                    <a:pt x="193081" y="213059"/>
                  </a:lnTo>
                  <a:lnTo>
                    <a:pt x="193037" y="213513"/>
                  </a:lnTo>
                  <a:lnTo>
                    <a:pt x="193179" y="213662"/>
                  </a:lnTo>
                  <a:lnTo>
                    <a:pt x="193780" y="214114"/>
                  </a:lnTo>
                  <a:lnTo>
                    <a:pt x="193943" y="214185"/>
                  </a:lnTo>
                  <a:lnTo>
                    <a:pt x="194335" y="214264"/>
                  </a:lnTo>
                  <a:lnTo>
                    <a:pt x="194550" y="214245"/>
                  </a:lnTo>
                  <a:lnTo>
                    <a:pt x="194865" y="214261"/>
                  </a:lnTo>
                  <a:lnTo>
                    <a:pt x="195189" y="214198"/>
                  </a:lnTo>
                  <a:lnTo>
                    <a:pt x="195482" y="214068"/>
                  </a:lnTo>
                  <a:lnTo>
                    <a:pt x="195757" y="213913"/>
                  </a:lnTo>
                  <a:lnTo>
                    <a:pt x="196068" y="213657"/>
                  </a:lnTo>
                  <a:lnTo>
                    <a:pt x="196219" y="213534"/>
                  </a:lnTo>
                  <a:lnTo>
                    <a:pt x="196713" y="213311"/>
                  </a:lnTo>
                  <a:lnTo>
                    <a:pt x="196849" y="213300"/>
                  </a:lnTo>
                  <a:lnTo>
                    <a:pt x="197038" y="214146"/>
                  </a:lnTo>
                  <a:lnTo>
                    <a:pt x="196829" y="214358"/>
                  </a:lnTo>
                  <a:lnTo>
                    <a:pt x="196685" y="214763"/>
                  </a:lnTo>
                  <a:lnTo>
                    <a:pt x="196925" y="215222"/>
                  </a:lnTo>
                  <a:lnTo>
                    <a:pt x="197107" y="215310"/>
                  </a:lnTo>
                  <a:lnTo>
                    <a:pt x="197351" y="215407"/>
                  </a:lnTo>
                  <a:lnTo>
                    <a:pt x="197621" y="215431"/>
                  </a:lnTo>
                  <a:lnTo>
                    <a:pt x="197799" y="215406"/>
                  </a:lnTo>
                  <a:lnTo>
                    <a:pt x="198135" y="215293"/>
                  </a:lnTo>
                  <a:lnTo>
                    <a:pt x="198283" y="215289"/>
                  </a:lnTo>
                  <a:lnTo>
                    <a:pt x="198758" y="215810"/>
                  </a:lnTo>
                  <a:lnTo>
                    <a:pt x="198659" y="215982"/>
                  </a:lnTo>
                  <a:lnTo>
                    <a:pt x="198565" y="216127"/>
                  </a:lnTo>
                  <a:lnTo>
                    <a:pt x="198388" y="216378"/>
                  </a:lnTo>
                  <a:lnTo>
                    <a:pt x="198247" y="216604"/>
                  </a:lnTo>
                  <a:lnTo>
                    <a:pt x="198580" y="217273"/>
                  </a:lnTo>
                  <a:lnTo>
                    <a:pt x="198964" y="217572"/>
                  </a:lnTo>
                  <a:lnTo>
                    <a:pt x="199176" y="217780"/>
                  </a:lnTo>
                  <a:lnTo>
                    <a:pt x="199344" y="217869"/>
                  </a:lnTo>
                  <a:lnTo>
                    <a:pt x="199827" y="217901"/>
                  </a:lnTo>
                  <a:lnTo>
                    <a:pt x="200019" y="217857"/>
                  </a:lnTo>
                  <a:lnTo>
                    <a:pt x="200324" y="217807"/>
                  </a:lnTo>
                  <a:lnTo>
                    <a:pt x="200673" y="217769"/>
                  </a:lnTo>
                  <a:lnTo>
                    <a:pt x="201100" y="217691"/>
                  </a:lnTo>
                  <a:lnTo>
                    <a:pt x="201388" y="217631"/>
                  </a:lnTo>
                  <a:lnTo>
                    <a:pt x="201788" y="217574"/>
                  </a:lnTo>
                  <a:lnTo>
                    <a:pt x="202050" y="217553"/>
                  </a:lnTo>
                  <a:lnTo>
                    <a:pt x="202403" y="217623"/>
                  </a:lnTo>
                  <a:lnTo>
                    <a:pt x="202545" y="217721"/>
                  </a:lnTo>
                  <a:lnTo>
                    <a:pt x="202749" y="218074"/>
                  </a:lnTo>
                  <a:lnTo>
                    <a:pt x="202820" y="218419"/>
                  </a:lnTo>
                  <a:lnTo>
                    <a:pt x="202874" y="218731"/>
                  </a:lnTo>
                  <a:lnTo>
                    <a:pt x="202880" y="219045"/>
                  </a:lnTo>
                  <a:lnTo>
                    <a:pt x="202837" y="219243"/>
                  </a:lnTo>
                  <a:lnTo>
                    <a:pt x="202742" y="219432"/>
                  </a:lnTo>
                  <a:lnTo>
                    <a:pt x="202504" y="219753"/>
                  </a:lnTo>
                  <a:lnTo>
                    <a:pt x="202143" y="220307"/>
                  </a:lnTo>
                  <a:lnTo>
                    <a:pt x="203036" y="221260"/>
                  </a:lnTo>
                  <a:lnTo>
                    <a:pt x="203069" y="221441"/>
                  </a:lnTo>
                  <a:lnTo>
                    <a:pt x="203506" y="222285"/>
                  </a:lnTo>
                  <a:lnTo>
                    <a:pt x="203659" y="222390"/>
                  </a:lnTo>
                  <a:lnTo>
                    <a:pt x="204079" y="222657"/>
                  </a:lnTo>
                  <a:lnTo>
                    <a:pt x="204210" y="222718"/>
                  </a:lnTo>
                  <a:lnTo>
                    <a:pt x="205370" y="222209"/>
                  </a:lnTo>
                  <a:lnTo>
                    <a:pt x="205535" y="222141"/>
                  </a:lnTo>
                  <a:lnTo>
                    <a:pt x="205681" y="222096"/>
                  </a:lnTo>
                  <a:lnTo>
                    <a:pt x="206035" y="222012"/>
                  </a:lnTo>
                  <a:lnTo>
                    <a:pt x="206182" y="221962"/>
                  </a:lnTo>
                  <a:lnTo>
                    <a:pt x="206521" y="221881"/>
                  </a:lnTo>
                  <a:lnTo>
                    <a:pt x="206777" y="221847"/>
                  </a:lnTo>
                  <a:lnTo>
                    <a:pt x="206991" y="221819"/>
                  </a:lnTo>
                  <a:lnTo>
                    <a:pt x="207259" y="221814"/>
                  </a:lnTo>
                  <a:lnTo>
                    <a:pt x="207406" y="221835"/>
                  </a:lnTo>
                  <a:lnTo>
                    <a:pt x="207780" y="222059"/>
                  </a:lnTo>
                  <a:lnTo>
                    <a:pt x="207912" y="222250"/>
                  </a:lnTo>
                  <a:lnTo>
                    <a:pt x="208070" y="222513"/>
                  </a:lnTo>
                  <a:lnTo>
                    <a:pt x="208220" y="222795"/>
                  </a:lnTo>
                  <a:lnTo>
                    <a:pt x="208436" y="223084"/>
                  </a:lnTo>
                  <a:lnTo>
                    <a:pt x="208558" y="223216"/>
                  </a:lnTo>
                  <a:lnTo>
                    <a:pt x="208812" y="223461"/>
                  </a:lnTo>
                  <a:lnTo>
                    <a:pt x="208969" y="223520"/>
                  </a:lnTo>
                  <a:lnTo>
                    <a:pt x="209169" y="223631"/>
                  </a:lnTo>
                  <a:lnTo>
                    <a:pt x="209454" y="223732"/>
                  </a:lnTo>
                  <a:lnTo>
                    <a:pt x="209722" y="223820"/>
                  </a:lnTo>
                  <a:lnTo>
                    <a:pt x="210044" y="223942"/>
                  </a:lnTo>
                  <a:lnTo>
                    <a:pt x="210244" y="224032"/>
                  </a:lnTo>
                  <a:lnTo>
                    <a:pt x="211265" y="223765"/>
                  </a:lnTo>
                  <a:lnTo>
                    <a:pt x="211426" y="223670"/>
                  </a:lnTo>
                  <a:lnTo>
                    <a:pt x="211755" y="223519"/>
                  </a:lnTo>
                  <a:lnTo>
                    <a:pt x="212125" y="223130"/>
                  </a:lnTo>
                  <a:lnTo>
                    <a:pt x="212016" y="222822"/>
                  </a:lnTo>
                  <a:lnTo>
                    <a:pt x="211721" y="222540"/>
                  </a:lnTo>
                  <a:lnTo>
                    <a:pt x="211656" y="222400"/>
                  </a:lnTo>
                  <a:lnTo>
                    <a:pt x="211747" y="222145"/>
                  </a:lnTo>
                  <a:lnTo>
                    <a:pt x="211877" y="222077"/>
                  </a:lnTo>
                  <a:lnTo>
                    <a:pt x="212034" y="222035"/>
                  </a:lnTo>
                  <a:lnTo>
                    <a:pt x="212210" y="222035"/>
                  </a:lnTo>
                  <a:lnTo>
                    <a:pt x="212353" y="222070"/>
                  </a:lnTo>
                  <a:lnTo>
                    <a:pt x="212545" y="222138"/>
                  </a:lnTo>
                  <a:lnTo>
                    <a:pt x="212714" y="222204"/>
                  </a:lnTo>
                  <a:lnTo>
                    <a:pt x="212882" y="222285"/>
                  </a:lnTo>
                  <a:lnTo>
                    <a:pt x="213046" y="222368"/>
                  </a:lnTo>
                  <a:lnTo>
                    <a:pt x="213241" y="222472"/>
                  </a:lnTo>
                  <a:lnTo>
                    <a:pt x="213394" y="222559"/>
                  </a:lnTo>
                  <a:lnTo>
                    <a:pt x="213589" y="222682"/>
                  </a:lnTo>
                  <a:lnTo>
                    <a:pt x="213828" y="222784"/>
                  </a:lnTo>
                  <a:lnTo>
                    <a:pt x="213967" y="222843"/>
                  </a:lnTo>
                  <a:lnTo>
                    <a:pt x="214246" y="222909"/>
                  </a:lnTo>
                  <a:lnTo>
                    <a:pt x="214417" y="222919"/>
                  </a:lnTo>
                  <a:lnTo>
                    <a:pt x="214695" y="222921"/>
                  </a:lnTo>
                  <a:lnTo>
                    <a:pt x="214832" y="222902"/>
                  </a:lnTo>
                  <a:lnTo>
                    <a:pt x="215016" y="222877"/>
                  </a:lnTo>
                  <a:lnTo>
                    <a:pt x="215616" y="222546"/>
                  </a:lnTo>
                  <a:lnTo>
                    <a:pt x="215979" y="222327"/>
                  </a:lnTo>
                  <a:lnTo>
                    <a:pt x="216304" y="222184"/>
                  </a:lnTo>
                  <a:lnTo>
                    <a:pt x="216677" y="222114"/>
                  </a:lnTo>
                  <a:lnTo>
                    <a:pt x="216902" y="222137"/>
                  </a:lnTo>
                  <a:lnTo>
                    <a:pt x="217084" y="222201"/>
                  </a:lnTo>
                  <a:lnTo>
                    <a:pt x="217251" y="222309"/>
                  </a:lnTo>
                  <a:lnTo>
                    <a:pt x="217439" y="222387"/>
                  </a:lnTo>
                  <a:lnTo>
                    <a:pt x="217585" y="222442"/>
                  </a:lnTo>
                  <a:lnTo>
                    <a:pt x="217792" y="222493"/>
                  </a:lnTo>
                  <a:lnTo>
                    <a:pt x="217948" y="222523"/>
                  </a:lnTo>
                  <a:lnTo>
                    <a:pt x="218322" y="222540"/>
                  </a:lnTo>
                  <a:lnTo>
                    <a:pt x="218840" y="222270"/>
                  </a:lnTo>
                  <a:lnTo>
                    <a:pt x="218921" y="222068"/>
                  </a:lnTo>
                  <a:lnTo>
                    <a:pt x="219048" y="221743"/>
                  </a:lnTo>
                  <a:lnTo>
                    <a:pt x="219150" y="221568"/>
                  </a:lnTo>
                  <a:lnTo>
                    <a:pt x="219489" y="221330"/>
                  </a:lnTo>
                  <a:lnTo>
                    <a:pt x="219706" y="221268"/>
                  </a:lnTo>
                  <a:lnTo>
                    <a:pt x="220004" y="221280"/>
                  </a:lnTo>
                  <a:lnTo>
                    <a:pt x="220486" y="221470"/>
                  </a:lnTo>
                  <a:lnTo>
                    <a:pt x="220426" y="221770"/>
                  </a:lnTo>
                  <a:lnTo>
                    <a:pt x="220333" y="222117"/>
                  </a:lnTo>
                  <a:lnTo>
                    <a:pt x="220338" y="222705"/>
                  </a:lnTo>
                  <a:lnTo>
                    <a:pt x="220479" y="222825"/>
                  </a:lnTo>
                  <a:lnTo>
                    <a:pt x="220918" y="222877"/>
                  </a:lnTo>
                  <a:lnTo>
                    <a:pt x="221144" y="222822"/>
                  </a:lnTo>
                  <a:lnTo>
                    <a:pt x="221296" y="222778"/>
                  </a:lnTo>
                  <a:lnTo>
                    <a:pt x="221443" y="222719"/>
                  </a:lnTo>
                  <a:lnTo>
                    <a:pt x="222125" y="222192"/>
                  </a:lnTo>
                  <a:lnTo>
                    <a:pt x="222359" y="222060"/>
                  </a:lnTo>
                  <a:lnTo>
                    <a:pt x="222523" y="221980"/>
                  </a:lnTo>
                  <a:lnTo>
                    <a:pt x="222708" y="221936"/>
                  </a:lnTo>
                  <a:lnTo>
                    <a:pt x="223082" y="221993"/>
                  </a:lnTo>
                  <a:lnTo>
                    <a:pt x="223331" y="222121"/>
                  </a:lnTo>
                  <a:lnTo>
                    <a:pt x="223637" y="222354"/>
                  </a:lnTo>
                  <a:lnTo>
                    <a:pt x="224087" y="222640"/>
                  </a:lnTo>
                  <a:lnTo>
                    <a:pt x="224436" y="222821"/>
                  </a:lnTo>
                  <a:lnTo>
                    <a:pt x="224622" y="222853"/>
                  </a:lnTo>
                  <a:lnTo>
                    <a:pt x="224985" y="222749"/>
                  </a:lnTo>
                  <a:lnTo>
                    <a:pt x="225132" y="222605"/>
                  </a:lnTo>
                  <a:lnTo>
                    <a:pt x="225228" y="222408"/>
                  </a:lnTo>
                  <a:lnTo>
                    <a:pt x="225272" y="222257"/>
                  </a:lnTo>
                  <a:lnTo>
                    <a:pt x="225215" y="221869"/>
                  </a:lnTo>
                  <a:lnTo>
                    <a:pt x="225169" y="221739"/>
                  </a:lnTo>
                  <a:lnTo>
                    <a:pt x="225034" y="221359"/>
                  </a:lnTo>
                  <a:lnTo>
                    <a:pt x="224974" y="221232"/>
                  </a:lnTo>
                  <a:lnTo>
                    <a:pt x="224840" y="220921"/>
                  </a:lnTo>
                  <a:lnTo>
                    <a:pt x="224762" y="220679"/>
                  </a:lnTo>
                  <a:lnTo>
                    <a:pt x="224766" y="220368"/>
                  </a:lnTo>
                  <a:lnTo>
                    <a:pt x="225440" y="219575"/>
                  </a:lnTo>
                  <a:lnTo>
                    <a:pt x="225655" y="219307"/>
                  </a:lnTo>
                  <a:lnTo>
                    <a:pt x="225778" y="219006"/>
                  </a:lnTo>
                  <a:lnTo>
                    <a:pt x="225969" y="218809"/>
                  </a:lnTo>
                  <a:lnTo>
                    <a:pt x="225943" y="218671"/>
                  </a:lnTo>
                  <a:lnTo>
                    <a:pt x="225946" y="218229"/>
                  </a:lnTo>
                  <a:lnTo>
                    <a:pt x="226649" y="217806"/>
                  </a:lnTo>
                  <a:lnTo>
                    <a:pt x="227017" y="218028"/>
                  </a:lnTo>
                  <a:lnTo>
                    <a:pt x="227135" y="218193"/>
                  </a:lnTo>
                  <a:lnTo>
                    <a:pt x="227308" y="218532"/>
                  </a:lnTo>
                  <a:lnTo>
                    <a:pt x="227377" y="218963"/>
                  </a:lnTo>
                  <a:lnTo>
                    <a:pt x="227315" y="219127"/>
                  </a:lnTo>
                  <a:lnTo>
                    <a:pt x="227344" y="219361"/>
                  </a:lnTo>
                  <a:lnTo>
                    <a:pt x="227548" y="219718"/>
                  </a:lnTo>
                  <a:lnTo>
                    <a:pt x="227918" y="220011"/>
                  </a:lnTo>
                  <a:lnTo>
                    <a:pt x="228624" y="220052"/>
                  </a:lnTo>
                  <a:lnTo>
                    <a:pt x="229003" y="220133"/>
                  </a:lnTo>
                  <a:lnTo>
                    <a:pt x="229643" y="220190"/>
                  </a:lnTo>
                  <a:lnTo>
                    <a:pt x="230166" y="220172"/>
                  </a:lnTo>
                  <a:lnTo>
                    <a:pt x="230446" y="220198"/>
                  </a:lnTo>
                  <a:lnTo>
                    <a:pt x="230718" y="220192"/>
                  </a:lnTo>
                  <a:lnTo>
                    <a:pt x="230899" y="220199"/>
                  </a:lnTo>
                  <a:lnTo>
                    <a:pt x="231253" y="220513"/>
                  </a:lnTo>
                  <a:lnTo>
                    <a:pt x="231229" y="220798"/>
                  </a:lnTo>
                  <a:lnTo>
                    <a:pt x="231239" y="221013"/>
                  </a:lnTo>
                  <a:lnTo>
                    <a:pt x="231245" y="221401"/>
                  </a:lnTo>
                  <a:lnTo>
                    <a:pt x="231292" y="221615"/>
                  </a:lnTo>
                  <a:lnTo>
                    <a:pt x="231448" y="221930"/>
                  </a:lnTo>
                  <a:lnTo>
                    <a:pt x="231686" y="222437"/>
                  </a:lnTo>
                  <a:lnTo>
                    <a:pt x="231794" y="222756"/>
                  </a:lnTo>
                  <a:lnTo>
                    <a:pt x="231881" y="222999"/>
                  </a:lnTo>
                  <a:lnTo>
                    <a:pt x="232238" y="223488"/>
                  </a:lnTo>
                  <a:lnTo>
                    <a:pt x="232483" y="223583"/>
                  </a:lnTo>
                  <a:lnTo>
                    <a:pt x="232774" y="223580"/>
                  </a:lnTo>
                  <a:lnTo>
                    <a:pt x="233059" y="223557"/>
                  </a:lnTo>
                  <a:lnTo>
                    <a:pt x="233780" y="223722"/>
                  </a:lnTo>
                  <a:lnTo>
                    <a:pt x="233787" y="223973"/>
                  </a:lnTo>
                  <a:lnTo>
                    <a:pt x="233704" y="224151"/>
                  </a:lnTo>
                  <a:lnTo>
                    <a:pt x="233581" y="224302"/>
                  </a:lnTo>
                  <a:lnTo>
                    <a:pt x="233451" y="224385"/>
                  </a:lnTo>
                  <a:lnTo>
                    <a:pt x="233236" y="224480"/>
                  </a:lnTo>
                  <a:lnTo>
                    <a:pt x="232615" y="225027"/>
                  </a:lnTo>
                  <a:lnTo>
                    <a:pt x="232650" y="225222"/>
                  </a:lnTo>
                  <a:lnTo>
                    <a:pt x="232732" y="225356"/>
                  </a:lnTo>
                  <a:lnTo>
                    <a:pt x="232854" y="225498"/>
                  </a:lnTo>
                  <a:lnTo>
                    <a:pt x="233007" y="225603"/>
                  </a:lnTo>
                  <a:lnTo>
                    <a:pt x="233166" y="225644"/>
                  </a:lnTo>
                  <a:lnTo>
                    <a:pt x="233321" y="225664"/>
                  </a:lnTo>
                  <a:lnTo>
                    <a:pt x="233499" y="225648"/>
                  </a:lnTo>
                  <a:lnTo>
                    <a:pt x="233803" y="225577"/>
                  </a:lnTo>
                  <a:lnTo>
                    <a:pt x="234021" y="225512"/>
                  </a:lnTo>
                  <a:lnTo>
                    <a:pt x="234589" y="225273"/>
                  </a:lnTo>
                  <a:lnTo>
                    <a:pt x="234756" y="225174"/>
                  </a:lnTo>
                  <a:lnTo>
                    <a:pt x="234952" y="224983"/>
                  </a:lnTo>
                  <a:lnTo>
                    <a:pt x="235113" y="224793"/>
                  </a:lnTo>
                  <a:lnTo>
                    <a:pt x="235301" y="224589"/>
                  </a:lnTo>
                  <a:lnTo>
                    <a:pt x="235569" y="224360"/>
                  </a:lnTo>
                  <a:lnTo>
                    <a:pt x="235962" y="224086"/>
                  </a:lnTo>
                  <a:lnTo>
                    <a:pt x="236193" y="224057"/>
                  </a:lnTo>
                  <a:lnTo>
                    <a:pt x="236451" y="224096"/>
                  </a:lnTo>
                  <a:lnTo>
                    <a:pt x="236935" y="224328"/>
                  </a:lnTo>
                  <a:lnTo>
                    <a:pt x="237309" y="224629"/>
                  </a:lnTo>
                  <a:lnTo>
                    <a:pt x="237612" y="224723"/>
                  </a:lnTo>
                  <a:lnTo>
                    <a:pt x="237797" y="224729"/>
                  </a:lnTo>
                  <a:lnTo>
                    <a:pt x="238250" y="224635"/>
                  </a:lnTo>
                  <a:lnTo>
                    <a:pt x="238901" y="224391"/>
                  </a:lnTo>
                  <a:lnTo>
                    <a:pt x="239285" y="224216"/>
                  </a:lnTo>
                  <a:lnTo>
                    <a:pt x="239458" y="224139"/>
                  </a:lnTo>
                  <a:lnTo>
                    <a:pt x="239841" y="224004"/>
                  </a:lnTo>
                  <a:lnTo>
                    <a:pt x="240505" y="223753"/>
                  </a:lnTo>
                  <a:lnTo>
                    <a:pt x="240843" y="223699"/>
                  </a:lnTo>
                  <a:lnTo>
                    <a:pt x="241315" y="223762"/>
                  </a:lnTo>
                  <a:lnTo>
                    <a:pt x="241500" y="223826"/>
                  </a:lnTo>
                  <a:lnTo>
                    <a:pt x="241704" y="223898"/>
                  </a:lnTo>
                  <a:lnTo>
                    <a:pt x="242029" y="224039"/>
                  </a:lnTo>
                  <a:lnTo>
                    <a:pt x="242484" y="224415"/>
                  </a:lnTo>
                  <a:lnTo>
                    <a:pt x="242853" y="224579"/>
                  </a:lnTo>
                  <a:lnTo>
                    <a:pt x="242996" y="224568"/>
                  </a:lnTo>
                  <a:lnTo>
                    <a:pt x="243347" y="224250"/>
                  </a:lnTo>
                  <a:lnTo>
                    <a:pt x="243246" y="224121"/>
                  </a:lnTo>
                  <a:lnTo>
                    <a:pt x="243310" y="223626"/>
                  </a:lnTo>
                  <a:lnTo>
                    <a:pt x="243801" y="223861"/>
                  </a:lnTo>
                  <a:lnTo>
                    <a:pt x="243748" y="224010"/>
                  </a:lnTo>
                  <a:lnTo>
                    <a:pt x="243877" y="224051"/>
                  </a:lnTo>
                  <a:lnTo>
                    <a:pt x="244023" y="224151"/>
                  </a:lnTo>
                  <a:lnTo>
                    <a:pt x="244190" y="224380"/>
                  </a:lnTo>
                  <a:lnTo>
                    <a:pt x="244449" y="224881"/>
                  </a:lnTo>
                  <a:lnTo>
                    <a:pt x="244633" y="225003"/>
                  </a:lnTo>
                  <a:lnTo>
                    <a:pt x="244821" y="225069"/>
                  </a:lnTo>
                  <a:lnTo>
                    <a:pt x="245240" y="225096"/>
                  </a:lnTo>
                  <a:lnTo>
                    <a:pt x="245447" y="225028"/>
                  </a:lnTo>
                  <a:lnTo>
                    <a:pt x="245788" y="224850"/>
                  </a:lnTo>
                  <a:lnTo>
                    <a:pt x="246073" y="224606"/>
                  </a:lnTo>
                  <a:lnTo>
                    <a:pt x="246565" y="224152"/>
                  </a:lnTo>
                  <a:lnTo>
                    <a:pt x="246808" y="223920"/>
                  </a:lnTo>
                  <a:lnTo>
                    <a:pt x="247308" y="223415"/>
                  </a:lnTo>
                  <a:lnTo>
                    <a:pt x="247572" y="223031"/>
                  </a:lnTo>
                  <a:lnTo>
                    <a:pt x="247869" y="222366"/>
                  </a:lnTo>
                  <a:lnTo>
                    <a:pt x="247965" y="222228"/>
                  </a:lnTo>
                  <a:lnTo>
                    <a:pt x="248265" y="221952"/>
                  </a:lnTo>
                  <a:lnTo>
                    <a:pt x="248349" y="221778"/>
                  </a:lnTo>
                  <a:lnTo>
                    <a:pt x="248394" y="221597"/>
                  </a:lnTo>
                  <a:lnTo>
                    <a:pt x="248379" y="221416"/>
                  </a:lnTo>
                  <a:lnTo>
                    <a:pt x="248278" y="221249"/>
                  </a:lnTo>
                  <a:lnTo>
                    <a:pt x="248149" y="221101"/>
                  </a:lnTo>
                  <a:lnTo>
                    <a:pt x="247989" y="220998"/>
                  </a:lnTo>
                  <a:lnTo>
                    <a:pt x="247749" y="220602"/>
                  </a:lnTo>
                  <a:lnTo>
                    <a:pt x="247991" y="220340"/>
                  </a:lnTo>
                  <a:lnTo>
                    <a:pt x="248134" y="220356"/>
                  </a:lnTo>
                  <a:lnTo>
                    <a:pt x="248612" y="220519"/>
                  </a:lnTo>
                  <a:lnTo>
                    <a:pt x="248835" y="220547"/>
                  </a:lnTo>
                  <a:lnTo>
                    <a:pt x="249008" y="220546"/>
                  </a:lnTo>
                  <a:lnTo>
                    <a:pt x="249195" y="220489"/>
                  </a:lnTo>
                  <a:lnTo>
                    <a:pt x="249475" y="220410"/>
                  </a:lnTo>
                  <a:lnTo>
                    <a:pt x="249783" y="220372"/>
                  </a:lnTo>
                  <a:lnTo>
                    <a:pt x="250124" y="220370"/>
                  </a:lnTo>
                  <a:lnTo>
                    <a:pt x="250313" y="220392"/>
                  </a:lnTo>
                  <a:lnTo>
                    <a:pt x="250546" y="220625"/>
                  </a:lnTo>
                  <a:lnTo>
                    <a:pt x="250547" y="220805"/>
                  </a:lnTo>
                  <a:lnTo>
                    <a:pt x="250553" y="221004"/>
                  </a:lnTo>
                  <a:lnTo>
                    <a:pt x="250591" y="221136"/>
                  </a:lnTo>
                  <a:lnTo>
                    <a:pt x="250714" y="221287"/>
                  </a:lnTo>
                  <a:lnTo>
                    <a:pt x="251055" y="221383"/>
                  </a:lnTo>
                  <a:lnTo>
                    <a:pt x="251231" y="221321"/>
                  </a:lnTo>
                  <a:lnTo>
                    <a:pt x="251375" y="221253"/>
                  </a:lnTo>
                  <a:lnTo>
                    <a:pt x="251520" y="221200"/>
                  </a:lnTo>
                  <a:lnTo>
                    <a:pt x="251928" y="220947"/>
                  </a:lnTo>
                  <a:lnTo>
                    <a:pt x="252435" y="220749"/>
                  </a:lnTo>
                  <a:lnTo>
                    <a:pt x="252655" y="220679"/>
                  </a:lnTo>
                  <a:lnTo>
                    <a:pt x="253092" y="220557"/>
                  </a:lnTo>
                  <a:lnTo>
                    <a:pt x="253226" y="220520"/>
                  </a:lnTo>
                  <a:lnTo>
                    <a:pt x="253411" y="220484"/>
                  </a:lnTo>
                  <a:lnTo>
                    <a:pt x="253717" y="220424"/>
                  </a:lnTo>
                  <a:lnTo>
                    <a:pt x="253984" y="220384"/>
                  </a:lnTo>
                  <a:lnTo>
                    <a:pt x="254182" y="220366"/>
                  </a:lnTo>
                  <a:lnTo>
                    <a:pt x="254400" y="220370"/>
                  </a:lnTo>
                  <a:lnTo>
                    <a:pt x="254610" y="220346"/>
                  </a:lnTo>
                  <a:lnTo>
                    <a:pt x="254947" y="220199"/>
                  </a:lnTo>
                  <a:lnTo>
                    <a:pt x="255211" y="219979"/>
                  </a:lnTo>
                  <a:lnTo>
                    <a:pt x="255451" y="219700"/>
                  </a:lnTo>
                  <a:lnTo>
                    <a:pt x="255547" y="219554"/>
                  </a:lnTo>
                  <a:lnTo>
                    <a:pt x="255645" y="219420"/>
                  </a:lnTo>
                  <a:lnTo>
                    <a:pt x="255771" y="219250"/>
                  </a:lnTo>
                  <a:lnTo>
                    <a:pt x="255935" y="219089"/>
                  </a:lnTo>
                  <a:lnTo>
                    <a:pt x="256130" y="218931"/>
                  </a:lnTo>
                  <a:lnTo>
                    <a:pt x="256654" y="218653"/>
                  </a:lnTo>
                  <a:lnTo>
                    <a:pt x="257309" y="218923"/>
                  </a:lnTo>
                  <a:lnTo>
                    <a:pt x="257807" y="219435"/>
                  </a:lnTo>
                  <a:lnTo>
                    <a:pt x="257953" y="219496"/>
                  </a:lnTo>
                  <a:lnTo>
                    <a:pt x="258229" y="219524"/>
                  </a:lnTo>
                  <a:lnTo>
                    <a:pt x="258483" y="219523"/>
                  </a:lnTo>
                  <a:lnTo>
                    <a:pt x="258798" y="219403"/>
                  </a:lnTo>
                  <a:lnTo>
                    <a:pt x="259027" y="219211"/>
                  </a:lnTo>
                  <a:lnTo>
                    <a:pt x="259720" y="219527"/>
                  </a:lnTo>
                  <a:lnTo>
                    <a:pt x="259167" y="220300"/>
                  </a:lnTo>
                  <a:lnTo>
                    <a:pt x="259836" y="220402"/>
                  </a:lnTo>
                  <a:lnTo>
                    <a:pt x="260113" y="220545"/>
                  </a:lnTo>
                  <a:lnTo>
                    <a:pt x="260136" y="220923"/>
                  </a:lnTo>
                  <a:lnTo>
                    <a:pt x="259977" y="220991"/>
                  </a:lnTo>
                  <a:lnTo>
                    <a:pt x="260296" y="223503"/>
                  </a:lnTo>
                  <a:lnTo>
                    <a:pt x="260330" y="223638"/>
                  </a:lnTo>
                  <a:lnTo>
                    <a:pt x="260373" y="223937"/>
                  </a:lnTo>
                  <a:lnTo>
                    <a:pt x="259939" y="225589"/>
                  </a:lnTo>
                  <a:lnTo>
                    <a:pt x="259567" y="226351"/>
                  </a:lnTo>
                  <a:lnTo>
                    <a:pt x="261984" y="229663"/>
                  </a:lnTo>
                  <a:lnTo>
                    <a:pt x="261813" y="229835"/>
                  </a:lnTo>
                  <a:lnTo>
                    <a:pt x="262429" y="230118"/>
                  </a:lnTo>
                  <a:lnTo>
                    <a:pt x="262657" y="229924"/>
                  </a:lnTo>
                  <a:lnTo>
                    <a:pt x="263512" y="230475"/>
                  </a:lnTo>
                  <a:lnTo>
                    <a:pt x="263265" y="230603"/>
                  </a:lnTo>
                  <a:lnTo>
                    <a:pt x="263182" y="230811"/>
                  </a:lnTo>
                  <a:lnTo>
                    <a:pt x="263906" y="230859"/>
                  </a:lnTo>
                  <a:lnTo>
                    <a:pt x="264160" y="230922"/>
                  </a:lnTo>
                  <a:lnTo>
                    <a:pt x="264605" y="231456"/>
                  </a:lnTo>
                  <a:lnTo>
                    <a:pt x="265701" y="232525"/>
                  </a:lnTo>
                  <a:lnTo>
                    <a:pt x="266212" y="232554"/>
                  </a:lnTo>
                  <a:lnTo>
                    <a:pt x="266274" y="232752"/>
                  </a:lnTo>
                  <a:lnTo>
                    <a:pt x="266953" y="233061"/>
                  </a:lnTo>
                  <a:lnTo>
                    <a:pt x="268491" y="233916"/>
                  </a:lnTo>
                  <a:lnTo>
                    <a:pt x="268631" y="234337"/>
                  </a:lnTo>
                  <a:lnTo>
                    <a:pt x="269073" y="234539"/>
                  </a:lnTo>
                  <a:lnTo>
                    <a:pt x="269240" y="234520"/>
                  </a:lnTo>
                  <a:lnTo>
                    <a:pt x="269376" y="234497"/>
                  </a:lnTo>
                  <a:lnTo>
                    <a:pt x="269784" y="234426"/>
                  </a:lnTo>
                  <a:lnTo>
                    <a:pt x="270009" y="234377"/>
                  </a:lnTo>
                  <a:lnTo>
                    <a:pt x="270331" y="234427"/>
                  </a:lnTo>
                  <a:lnTo>
                    <a:pt x="270686" y="234638"/>
                  </a:lnTo>
                  <a:lnTo>
                    <a:pt x="271840" y="235273"/>
                  </a:lnTo>
                  <a:lnTo>
                    <a:pt x="271696" y="235224"/>
                  </a:lnTo>
                  <a:lnTo>
                    <a:pt x="271819" y="235386"/>
                  </a:lnTo>
                  <a:lnTo>
                    <a:pt x="272099" y="235515"/>
                  </a:lnTo>
                  <a:lnTo>
                    <a:pt x="272352" y="235353"/>
                  </a:lnTo>
                  <a:lnTo>
                    <a:pt x="272439" y="235538"/>
                  </a:lnTo>
                  <a:lnTo>
                    <a:pt x="272491" y="236135"/>
                  </a:lnTo>
                  <a:lnTo>
                    <a:pt x="273401" y="236202"/>
                  </a:lnTo>
                  <a:lnTo>
                    <a:pt x="273806" y="236090"/>
                  </a:lnTo>
                  <a:lnTo>
                    <a:pt x="274045" y="235927"/>
                  </a:lnTo>
                  <a:lnTo>
                    <a:pt x="274951" y="235926"/>
                  </a:lnTo>
                  <a:lnTo>
                    <a:pt x="275833" y="236073"/>
                  </a:lnTo>
                  <a:lnTo>
                    <a:pt x="276961" y="236984"/>
                  </a:lnTo>
                  <a:lnTo>
                    <a:pt x="277685" y="236826"/>
                  </a:lnTo>
                  <a:lnTo>
                    <a:pt x="278157" y="236931"/>
                  </a:lnTo>
                  <a:lnTo>
                    <a:pt x="278320" y="236924"/>
                  </a:lnTo>
                  <a:lnTo>
                    <a:pt x="278868" y="236979"/>
                  </a:lnTo>
                  <a:lnTo>
                    <a:pt x="279199" y="237320"/>
                  </a:lnTo>
                  <a:lnTo>
                    <a:pt x="279945" y="237147"/>
                  </a:lnTo>
                  <a:lnTo>
                    <a:pt x="280074" y="237095"/>
                  </a:lnTo>
                  <a:lnTo>
                    <a:pt x="280344" y="237032"/>
                  </a:lnTo>
                  <a:lnTo>
                    <a:pt x="280669" y="236993"/>
                  </a:lnTo>
                  <a:lnTo>
                    <a:pt x="280842" y="236824"/>
                  </a:lnTo>
                  <a:lnTo>
                    <a:pt x="281375" y="236760"/>
                  </a:lnTo>
                  <a:lnTo>
                    <a:pt x="281515" y="236931"/>
                  </a:lnTo>
                  <a:lnTo>
                    <a:pt x="281896" y="236906"/>
                  </a:lnTo>
                  <a:lnTo>
                    <a:pt x="282420" y="236964"/>
                  </a:lnTo>
                  <a:lnTo>
                    <a:pt x="282609" y="237264"/>
                  </a:lnTo>
                  <a:lnTo>
                    <a:pt x="283763" y="236507"/>
                  </a:lnTo>
                  <a:lnTo>
                    <a:pt x="283608" y="236379"/>
                  </a:lnTo>
                  <a:lnTo>
                    <a:pt x="283653" y="236076"/>
                  </a:lnTo>
                  <a:lnTo>
                    <a:pt x="284149" y="235995"/>
                  </a:lnTo>
                  <a:lnTo>
                    <a:pt x="284408" y="236107"/>
                  </a:lnTo>
                  <a:lnTo>
                    <a:pt x="284775" y="235818"/>
                  </a:lnTo>
                  <a:lnTo>
                    <a:pt x="284913" y="234814"/>
                  </a:lnTo>
                  <a:lnTo>
                    <a:pt x="287423" y="235082"/>
                  </a:lnTo>
                  <a:lnTo>
                    <a:pt x="287602" y="235079"/>
                  </a:lnTo>
                  <a:lnTo>
                    <a:pt x="287963" y="234909"/>
                  </a:lnTo>
                  <a:lnTo>
                    <a:pt x="288173" y="234476"/>
                  </a:lnTo>
                  <a:lnTo>
                    <a:pt x="289195" y="233701"/>
                  </a:lnTo>
                  <a:lnTo>
                    <a:pt x="289692" y="233293"/>
                  </a:lnTo>
                  <a:lnTo>
                    <a:pt x="290085" y="233100"/>
                  </a:lnTo>
                  <a:lnTo>
                    <a:pt x="290725" y="232929"/>
                  </a:lnTo>
                  <a:lnTo>
                    <a:pt x="290977" y="233223"/>
                  </a:lnTo>
                  <a:lnTo>
                    <a:pt x="291334" y="233214"/>
                  </a:lnTo>
                  <a:lnTo>
                    <a:pt x="291470" y="233175"/>
                  </a:lnTo>
                  <a:lnTo>
                    <a:pt x="292241" y="232691"/>
                  </a:lnTo>
                  <a:lnTo>
                    <a:pt x="292775" y="232666"/>
                  </a:lnTo>
                  <a:lnTo>
                    <a:pt x="294772" y="232065"/>
                  </a:lnTo>
                  <a:lnTo>
                    <a:pt x="295136" y="232130"/>
                  </a:lnTo>
                  <a:lnTo>
                    <a:pt x="295606" y="232419"/>
                  </a:lnTo>
                  <a:lnTo>
                    <a:pt x="296056" y="232303"/>
                  </a:lnTo>
                  <a:lnTo>
                    <a:pt x="296309" y="231931"/>
                  </a:lnTo>
                  <a:lnTo>
                    <a:pt x="296729" y="231812"/>
                  </a:lnTo>
                  <a:lnTo>
                    <a:pt x="296887" y="231816"/>
                  </a:lnTo>
                  <a:lnTo>
                    <a:pt x="297049" y="231822"/>
                  </a:lnTo>
                  <a:lnTo>
                    <a:pt x="297354" y="231857"/>
                  </a:lnTo>
                  <a:lnTo>
                    <a:pt x="297828" y="232042"/>
                  </a:lnTo>
                  <a:lnTo>
                    <a:pt x="297939" y="232226"/>
                  </a:lnTo>
                  <a:lnTo>
                    <a:pt x="298879" y="232520"/>
                  </a:lnTo>
                  <a:lnTo>
                    <a:pt x="299349" y="232832"/>
                  </a:lnTo>
                  <a:lnTo>
                    <a:pt x="299584" y="233111"/>
                  </a:lnTo>
                  <a:lnTo>
                    <a:pt x="299846" y="233156"/>
                  </a:lnTo>
                  <a:lnTo>
                    <a:pt x="300257" y="233766"/>
                  </a:lnTo>
                  <a:lnTo>
                    <a:pt x="301130" y="234553"/>
                  </a:lnTo>
                  <a:lnTo>
                    <a:pt x="301603" y="234610"/>
                  </a:lnTo>
                  <a:lnTo>
                    <a:pt x="302054" y="235001"/>
                  </a:lnTo>
                  <a:lnTo>
                    <a:pt x="302352" y="234997"/>
                  </a:lnTo>
                  <a:lnTo>
                    <a:pt x="303005" y="234910"/>
                  </a:lnTo>
                  <a:lnTo>
                    <a:pt x="303472" y="234901"/>
                  </a:lnTo>
                  <a:lnTo>
                    <a:pt x="304013" y="235507"/>
                  </a:lnTo>
                  <a:lnTo>
                    <a:pt x="304842" y="235423"/>
                  </a:lnTo>
                  <a:lnTo>
                    <a:pt x="305213" y="235558"/>
                  </a:lnTo>
                  <a:lnTo>
                    <a:pt x="305259" y="235701"/>
                  </a:lnTo>
                  <a:lnTo>
                    <a:pt x="305550" y="236049"/>
                  </a:lnTo>
                  <a:lnTo>
                    <a:pt x="305707" y="236118"/>
                  </a:lnTo>
                  <a:lnTo>
                    <a:pt x="306143" y="236392"/>
                  </a:lnTo>
                  <a:lnTo>
                    <a:pt x="306181" y="236612"/>
                  </a:lnTo>
                  <a:lnTo>
                    <a:pt x="306171" y="236978"/>
                  </a:lnTo>
                  <a:lnTo>
                    <a:pt x="306957" y="237278"/>
                  </a:lnTo>
                  <a:lnTo>
                    <a:pt x="307498" y="237215"/>
                  </a:lnTo>
                  <a:lnTo>
                    <a:pt x="308056" y="237297"/>
                  </a:lnTo>
                  <a:lnTo>
                    <a:pt x="308501" y="237506"/>
                  </a:lnTo>
                  <a:lnTo>
                    <a:pt x="308763" y="237292"/>
                  </a:lnTo>
                  <a:lnTo>
                    <a:pt x="309735" y="237261"/>
                  </a:lnTo>
                  <a:lnTo>
                    <a:pt x="309935" y="237208"/>
                  </a:lnTo>
                  <a:lnTo>
                    <a:pt x="310188" y="237152"/>
                  </a:lnTo>
                  <a:lnTo>
                    <a:pt x="310417" y="237135"/>
                  </a:lnTo>
                  <a:lnTo>
                    <a:pt x="310595" y="237177"/>
                  </a:lnTo>
                  <a:lnTo>
                    <a:pt x="310748" y="237208"/>
                  </a:lnTo>
                  <a:lnTo>
                    <a:pt x="311100" y="237240"/>
                  </a:lnTo>
                  <a:lnTo>
                    <a:pt x="311621" y="237041"/>
                  </a:lnTo>
                  <a:lnTo>
                    <a:pt x="311793" y="237087"/>
                  </a:lnTo>
                  <a:lnTo>
                    <a:pt x="312152" y="237242"/>
                  </a:lnTo>
                  <a:lnTo>
                    <a:pt x="312869" y="237308"/>
                  </a:lnTo>
                  <a:lnTo>
                    <a:pt x="313009" y="237279"/>
                  </a:lnTo>
                  <a:lnTo>
                    <a:pt x="313139" y="237276"/>
                  </a:lnTo>
                  <a:lnTo>
                    <a:pt x="313685" y="237628"/>
                  </a:lnTo>
                  <a:lnTo>
                    <a:pt x="313393" y="237856"/>
                  </a:lnTo>
                  <a:lnTo>
                    <a:pt x="313973" y="238382"/>
                  </a:lnTo>
                  <a:lnTo>
                    <a:pt x="314141" y="238795"/>
                  </a:lnTo>
                  <a:lnTo>
                    <a:pt x="314414" y="238827"/>
                  </a:lnTo>
                  <a:lnTo>
                    <a:pt x="314283" y="238981"/>
                  </a:lnTo>
                  <a:lnTo>
                    <a:pt x="314132" y="239402"/>
                  </a:lnTo>
                  <a:lnTo>
                    <a:pt x="313834" y="239973"/>
                  </a:lnTo>
                  <a:lnTo>
                    <a:pt x="314645" y="240748"/>
                  </a:lnTo>
                  <a:lnTo>
                    <a:pt x="314788" y="240884"/>
                  </a:lnTo>
                  <a:lnTo>
                    <a:pt x="315347" y="241873"/>
                  </a:lnTo>
                  <a:lnTo>
                    <a:pt x="315473" y="242016"/>
                  </a:lnTo>
                  <a:lnTo>
                    <a:pt x="315657" y="242200"/>
                  </a:lnTo>
                  <a:lnTo>
                    <a:pt x="315880" y="242306"/>
                  </a:lnTo>
                  <a:lnTo>
                    <a:pt x="315949" y="242763"/>
                  </a:lnTo>
                  <a:lnTo>
                    <a:pt x="316373" y="243045"/>
                  </a:lnTo>
                  <a:lnTo>
                    <a:pt x="317003" y="243611"/>
                  </a:lnTo>
                  <a:lnTo>
                    <a:pt x="317354" y="243830"/>
                  </a:lnTo>
                  <a:lnTo>
                    <a:pt x="316976" y="244453"/>
                  </a:lnTo>
                  <a:lnTo>
                    <a:pt x="317344" y="244453"/>
                  </a:lnTo>
                  <a:lnTo>
                    <a:pt x="317709" y="244502"/>
                  </a:lnTo>
                  <a:lnTo>
                    <a:pt x="317925" y="244807"/>
                  </a:lnTo>
                  <a:lnTo>
                    <a:pt x="318273" y="245288"/>
                  </a:lnTo>
                  <a:lnTo>
                    <a:pt x="318947" y="246257"/>
                  </a:lnTo>
                  <a:lnTo>
                    <a:pt x="319060" y="247240"/>
                  </a:lnTo>
                  <a:lnTo>
                    <a:pt x="319020" y="247732"/>
                  </a:lnTo>
                  <a:lnTo>
                    <a:pt x="318412" y="247994"/>
                  </a:lnTo>
                  <a:lnTo>
                    <a:pt x="318329" y="248443"/>
                  </a:lnTo>
                  <a:lnTo>
                    <a:pt x="318318" y="248581"/>
                  </a:lnTo>
                  <a:lnTo>
                    <a:pt x="317796" y="248595"/>
                  </a:lnTo>
                  <a:lnTo>
                    <a:pt x="317522" y="248571"/>
                  </a:lnTo>
                  <a:lnTo>
                    <a:pt x="316981" y="248632"/>
                  </a:lnTo>
                  <a:lnTo>
                    <a:pt x="316131" y="249145"/>
                  </a:lnTo>
                  <a:lnTo>
                    <a:pt x="315911" y="249245"/>
                  </a:lnTo>
                  <a:lnTo>
                    <a:pt x="315730" y="249355"/>
                  </a:lnTo>
                  <a:lnTo>
                    <a:pt x="315581" y="249548"/>
                  </a:lnTo>
                  <a:lnTo>
                    <a:pt x="315317" y="250080"/>
                  </a:lnTo>
                  <a:lnTo>
                    <a:pt x="315361" y="250623"/>
                  </a:lnTo>
                  <a:lnTo>
                    <a:pt x="315362" y="251013"/>
                  </a:lnTo>
                  <a:lnTo>
                    <a:pt x="315025" y="251477"/>
                  </a:lnTo>
                  <a:lnTo>
                    <a:pt x="314973" y="251862"/>
                  </a:lnTo>
                  <a:lnTo>
                    <a:pt x="314731" y="252216"/>
                  </a:lnTo>
                  <a:lnTo>
                    <a:pt x="314666" y="252710"/>
                  </a:lnTo>
                  <a:lnTo>
                    <a:pt x="314713" y="253324"/>
                  </a:lnTo>
                  <a:lnTo>
                    <a:pt x="314940" y="254128"/>
                  </a:lnTo>
                  <a:lnTo>
                    <a:pt x="314994" y="254388"/>
                  </a:lnTo>
                  <a:lnTo>
                    <a:pt x="315030" y="254561"/>
                  </a:lnTo>
                  <a:lnTo>
                    <a:pt x="315083" y="254870"/>
                  </a:lnTo>
                  <a:lnTo>
                    <a:pt x="315130" y="255143"/>
                  </a:lnTo>
                  <a:lnTo>
                    <a:pt x="315152" y="255437"/>
                  </a:lnTo>
                  <a:lnTo>
                    <a:pt x="315290" y="255623"/>
                  </a:lnTo>
                  <a:lnTo>
                    <a:pt x="315466" y="255813"/>
                  </a:lnTo>
                  <a:lnTo>
                    <a:pt x="315660" y="256025"/>
                  </a:lnTo>
                  <a:lnTo>
                    <a:pt x="315757" y="256161"/>
                  </a:lnTo>
                  <a:lnTo>
                    <a:pt x="315854" y="256300"/>
                  </a:lnTo>
                  <a:lnTo>
                    <a:pt x="316158" y="256737"/>
                  </a:lnTo>
                  <a:lnTo>
                    <a:pt x="316551" y="257421"/>
                  </a:lnTo>
                  <a:lnTo>
                    <a:pt x="316978" y="257820"/>
                  </a:lnTo>
                  <a:lnTo>
                    <a:pt x="316944" y="258131"/>
                  </a:lnTo>
                  <a:lnTo>
                    <a:pt x="316838" y="258399"/>
                  </a:lnTo>
                  <a:lnTo>
                    <a:pt x="316807" y="258607"/>
                  </a:lnTo>
                  <a:lnTo>
                    <a:pt x="316770" y="259017"/>
                  </a:lnTo>
                  <a:lnTo>
                    <a:pt x="316563" y="259886"/>
                  </a:lnTo>
                  <a:lnTo>
                    <a:pt x="316704" y="260292"/>
                  </a:lnTo>
                  <a:lnTo>
                    <a:pt x="316803" y="260514"/>
                  </a:lnTo>
                  <a:lnTo>
                    <a:pt x="316942" y="260618"/>
                  </a:lnTo>
                  <a:lnTo>
                    <a:pt x="317156" y="261010"/>
                  </a:lnTo>
                  <a:lnTo>
                    <a:pt x="316999" y="261930"/>
                  </a:lnTo>
                  <a:lnTo>
                    <a:pt x="317032" y="262307"/>
                  </a:lnTo>
                  <a:lnTo>
                    <a:pt x="316881" y="262913"/>
                  </a:lnTo>
                  <a:lnTo>
                    <a:pt x="316682" y="263038"/>
                  </a:lnTo>
                  <a:lnTo>
                    <a:pt x="316413" y="263397"/>
                  </a:lnTo>
                  <a:lnTo>
                    <a:pt x="316524" y="263605"/>
                  </a:lnTo>
                  <a:lnTo>
                    <a:pt x="316770" y="263767"/>
                  </a:lnTo>
                  <a:lnTo>
                    <a:pt x="317024" y="263915"/>
                  </a:lnTo>
                  <a:lnTo>
                    <a:pt x="317097" y="264262"/>
                  </a:lnTo>
                  <a:lnTo>
                    <a:pt x="317136" y="264414"/>
                  </a:lnTo>
                  <a:lnTo>
                    <a:pt x="317205" y="264675"/>
                  </a:lnTo>
                  <a:lnTo>
                    <a:pt x="317290" y="264925"/>
                  </a:lnTo>
                  <a:lnTo>
                    <a:pt x="317348" y="265059"/>
                  </a:lnTo>
                  <a:lnTo>
                    <a:pt x="317549" y="265036"/>
                  </a:lnTo>
                  <a:lnTo>
                    <a:pt x="318119" y="264479"/>
                  </a:lnTo>
                  <a:lnTo>
                    <a:pt x="318572" y="264042"/>
                  </a:lnTo>
                  <a:lnTo>
                    <a:pt x="319061" y="263734"/>
                  </a:lnTo>
                  <a:lnTo>
                    <a:pt x="319119" y="263460"/>
                  </a:lnTo>
                  <a:lnTo>
                    <a:pt x="319081" y="263042"/>
                  </a:lnTo>
                  <a:lnTo>
                    <a:pt x="319308" y="262670"/>
                  </a:lnTo>
                  <a:lnTo>
                    <a:pt x="320354" y="262779"/>
                  </a:lnTo>
                  <a:lnTo>
                    <a:pt x="320706" y="262986"/>
                  </a:lnTo>
                  <a:lnTo>
                    <a:pt x="321152" y="262855"/>
                  </a:lnTo>
                  <a:lnTo>
                    <a:pt x="322069" y="262279"/>
                  </a:lnTo>
                  <a:lnTo>
                    <a:pt x="322200" y="262118"/>
                  </a:lnTo>
                  <a:lnTo>
                    <a:pt x="322484" y="261874"/>
                  </a:lnTo>
                  <a:lnTo>
                    <a:pt x="322546" y="261549"/>
                  </a:lnTo>
                  <a:lnTo>
                    <a:pt x="322638" y="261400"/>
                  </a:lnTo>
                  <a:lnTo>
                    <a:pt x="322799" y="261493"/>
                  </a:lnTo>
                  <a:lnTo>
                    <a:pt x="323007" y="261325"/>
                  </a:lnTo>
                  <a:lnTo>
                    <a:pt x="323204" y="261261"/>
                  </a:lnTo>
                  <a:lnTo>
                    <a:pt x="323466" y="261260"/>
                  </a:lnTo>
                  <a:lnTo>
                    <a:pt x="324101" y="261110"/>
                  </a:lnTo>
                  <a:lnTo>
                    <a:pt x="325079" y="261519"/>
                  </a:lnTo>
                  <a:lnTo>
                    <a:pt x="324785" y="261740"/>
                  </a:lnTo>
                  <a:lnTo>
                    <a:pt x="324612" y="261820"/>
                  </a:lnTo>
                  <a:lnTo>
                    <a:pt x="324439" y="262010"/>
                  </a:lnTo>
                  <a:lnTo>
                    <a:pt x="325386" y="262548"/>
                  </a:lnTo>
                  <a:lnTo>
                    <a:pt x="325798" y="262583"/>
                  </a:lnTo>
                  <a:lnTo>
                    <a:pt x="325965" y="262647"/>
                  </a:lnTo>
                  <a:lnTo>
                    <a:pt x="326604" y="262658"/>
                  </a:lnTo>
                  <a:lnTo>
                    <a:pt x="326829" y="261959"/>
                  </a:lnTo>
                  <a:lnTo>
                    <a:pt x="326871" y="261724"/>
                  </a:lnTo>
                  <a:lnTo>
                    <a:pt x="327252" y="261461"/>
                  </a:lnTo>
                  <a:lnTo>
                    <a:pt x="328580" y="261549"/>
                  </a:lnTo>
                  <a:lnTo>
                    <a:pt x="329240" y="261727"/>
                  </a:lnTo>
                  <a:lnTo>
                    <a:pt x="329560" y="261737"/>
                  </a:lnTo>
                  <a:lnTo>
                    <a:pt x="330004" y="261763"/>
                  </a:lnTo>
                  <a:lnTo>
                    <a:pt x="330232" y="261777"/>
                  </a:lnTo>
                  <a:lnTo>
                    <a:pt x="330996" y="261822"/>
                  </a:lnTo>
                  <a:lnTo>
                    <a:pt x="332476" y="261852"/>
                  </a:lnTo>
                  <a:lnTo>
                    <a:pt x="332798" y="262353"/>
                  </a:lnTo>
                  <a:lnTo>
                    <a:pt x="333101" y="262449"/>
                  </a:lnTo>
                  <a:lnTo>
                    <a:pt x="333685" y="262711"/>
                  </a:lnTo>
                  <a:lnTo>
                    <a:pt x="333892" y="262784"/>
                  </a:lnTo>
                  <a:lnTo>
                    <a:pt x="334607" y="262745"/>
                  </a:lnTo>
                  <a:lnTo>
                    <a:pt x="335257" y="263051"/>
                  </a:lnTo>
                  <a:lnTo>
                    <a:pt x="336173" y="263321"/>
                  </a:lnTo>
                  <a:lnTo>
                    <a:pt x="336350" y="263397"/>
                  </a:lnTo>
                  <a:lnTo>
                    <a:pt x="336481" y="263471"/>
                  </a:lnTo>
                  <a:lnTo>
                    <a:pt x="337644" y="264538"/>
                  </a:lnTo>
                  <a:lnTo>
                    <a:pt x="338297" y="264569"/>
                  </a:lnTo>
                  <a:lnTo>
                    <a:pt x="338673" y="264548"/>
                  </a:lnTo>
                  <a:lnTo>
                    <a:pt x="338941" y="264652"/>
                  </a:lnTo>
                  <a:lnTo>
                    <a:pt x="339132" y="264829"/>
                  </a:lnTo>
                  <a:lnTo>
                    <a:pt x="339398" y="265900"/>
                  </a:lnTo>
                  <a:lnTo>
                    <a:pt x="339170" y="266058"/>
                  </a:lnTo>
                  <a:lnTo>
                    <a:pt x="339015" y="266180"/>
                  </a:lnTo>
                  <a:lnTo>
                    <a:pt x="338604" y="266661"/>
                  </a:lnTo>
                  <a:lnTo>
                    <a:pt x="338340" y="267022"/>
                  </a:lnTo>
                  <a:lnTo>
                    <a:pt x="337907" y="267227"/>
                  </a:lnTo>
                  <a:lnTo>
                    <a:pt x="337185" y="267158"/>
                  </a:lnTo>
                  <a:lnTo>
                    <a:pt x="336987" y="266923"/>
                  </a:lnTo>
                  <a:lnTo>
                    <a:pt x="336851" y="266890"/>
                  </a:lnTo>
                  <a:lnTo>
                    <a:pt x="336136" y="266891"/>
                  </a:lnTo>
                  <a:lnTo>
                    <a:pt x="335921" y="266916"/>
                  </a:lnTo>
                  <a:lnTo>
                    <a:pt x="335171" y="267677"/>
                  </a:lnTo>
                  <a:lnTo>
                    <a:pt x="335248" y="267858"/>
                  </a:lnTo>
                  <a:lnTo>
                    <a:pt x="335399" y="268091"/>
                  </a:lnTo>
                  <a:lnTo>
                    <a:pt x="335485" y="268454"/>
                  </a:lnTo>
                  <a:lnTo>
                    <a:pt x="335326" y="268640"/>
                  </a:lnTo>
                  <a:lnTo>
                    <a:pt x="335065" y="269201"/>
                  </a:lnTo>
                  <a:lnTo>
                    <a:pt x="335298" y="269619"/>
                  </a:lnTo>
                  <a:lnTo>
                    <a:pt x="335426" y="269844"/>
                  </a:lnTo>
                  <a:lnTo>
                    <a:pt x="335887" y="270398"/>
                  </a:lnTo>
                  <a:lnTo>
                    <a:pt x="336015" y="270427"/>
                  </a:lnTo>
                  <a:lnTo>
                    <a:pt x="336411" y="270579"/>
                  </a:lnTo>
                  <a:lnTo>
                    <a:pt x="336655" y="270739"/>
                  </a:lnTo>
                  <a:lnTo>
                    <a:pt x="336880" y="271393"/>
                  </a:lnTo>
                  <a:lnTo>
                    <a:pt x="336658" y="272070"/>
                  </a:lnTo>
                  <a:lnTo>
                    <a:pt x="336524" y="272177"/>
                  </a:lnTo>
                  <a:lnTo>
                    <a:pt x="336366" y="272309"/>
                  </a:lnTo>
                  <a:lnTo>
                    <a:pt x="336172" y="272483"/>
                  </a:lnTo>
                  <a:lnTo>
                    <a:pt x="335979" y="272728"/>
                  </a:lnTo>
                  <a:lnTo>
                    <a:pt x="336269" y="273252"/>
                  </a:lnTo>
                  <a:lnTo>
                    <a:pt x="336447" y="273274"/>
                  </a:lnTo>
                  <a:lnTo>
                    <a:pt x="336668" y="273363"/>
                  </a:lnTo>
                  <a:lnTo>
                    <a:pt x="336896" y="273472"/>
                  </a:lnTo>
                  <a:lnTo>
                    <a:pt x="337109" y="273739"/>
                  </a:lnTo>
                  <a:lnTo>
                    <a:pt x="337292" y="273903"/>
                  </a:lnTo>
                  <a:lnTo>
                    <a:pt x="337529" y="274186"/>
                  </a:lnTo>
                  <a:lnTo>
                    <a:pt x="337554" y="274609"/>
                  </a:lnTo>
                  <a:lnTo>
                    <a:pt x="337846" y="274960"/>
                  </a:lnTo>
                  <a:lnTo>
                    <a:pt x="338069" y="275099"/>
                  </a:lnTo>
                  <a:lnTo>
                    <a:pt x="338191" y="275397"/>
                  </a:lnTo>
                  <a:lnTo>
                    <a:pt x="338397" y="275596"/>
                  </a:lnTo>
                  <a:lnTo>
                    <a:pt x="338770" y="275853"/>
                  </a:lnTo>
                  <a:lnTo>
                    <a:pt x="339136" y="276265"/>
                  </a:lnTo>
                  <a:lnTo>
                    <a:pt x="339710" y="276805"/>
                  </a:lnTo>
                  <a:lnTo>
                    <a:pt x="339792" y="277005"/>
                  </a:lnTo>
                  <a:lnTo>
                    <a:pt x="339905" y="277279"/>
                  </a:lnTo>
                  <a:lnTo>
                    <a:pt x="340002" y="277497"/>
                  </a:lnTo>
                  <a:lnTo>
                    <a:pt x="340921" y="278101"/>
                  </a:lnTo>
                  <a:lnTo>
                    <a:pt x="341288" y="278268"/>
                  </a:lnTo>
                  <a:lnTo>
                    <a:pt x="341420" y="278430"/>
                  </a:lnTo>
                  <a:lnTo>
                    <a:pt x="341616" y="278672"/>
                  </a:lnTo>
                  <a:lnTo>
                    <a:pt x="341827" y="278839"/>
                  </a:lnTo>
                  <a:lnTo>
                    <a:pt x="341659" y="279600"/>
                  </a:lnTo>
                  <a:lnTo>
                    <a:pt x="341790" y="279831"/>
                  </a:lnTo>
                  <a:lnTo>
                    <a:pt x="341422" y="280275"/>
                  </a:lnTo>
                  <a:lnTo>
                    <a:pt x="341084" y="280694"/>
                  </a:lnTo>
                  <a:lnTo>
                    <a:pt x="340793" y="281096"/>
                  </a:lnTo>
                  <a:lnTo>
                    <a:pt x="340942" y="281968"/>
                  </a:lnTo>
                  <a:lnTo>
                    <a:pt x="341230" y="282495"/>
                  </a:lnTo>
                  <a:lnTo>
                    <a:pt x="341540" y="282836"/>
                  </a:lnTo>
                  <a:lnTo>
                    <a:pt x="341829" y="283154"/>
                  </a:lnTo>
                  <a:lnTo>
                    <a:pt x="342039" y="283405"/>
                  </a:lnTo>
                  <a:lnTo>
                    <a:pt x="342668" y="283135"/>
                  </a:lnTo>
                  <a:lnTo>
                    <a:pt x="343147" y="283491"/>
                  </a:lnTo>
                  <a:lnTo>
                    <a:pt x="343366" y="283705"/>
                  </a:lnTo>
                  <a:lnTo>
                    <a:pt x="343794" y="284182"/>
                  </a:lnTo>
                  <a:lnTo>
                    <a:pt x="344090" y="284366"/>
                  </a:lnTo>
                  <a:lnTo>
                    <a:pt x="345113" y="283990"/>
                  </a:lnTo>
                  <a:lnTo>
                    <a:pt x="345269" y="283589"/>
                  </a:lnTo>
                  <a:lnTo>
                    <a:pt x="345307" y="283350"/>
                  </a:lnTo>
                  <a:lnTo>
                    <a:pt x="345746" y="282825"/>
                  </a:lnTo>
                  <a:lnTo>
                    <a:pt x="345990" y="282720"/>
                  </a:lnTo>
                  <a:lnTo>
                    <a:pt x="346188" y="283193"/>
                  </a:lnTo>
                  <a:lnTo>
                    <a:pt x="346107" y="283814"/>
                  </a:lnTo>
                  <a:lnTo>
                    <a:pt x="346085" y="284027"/>
                  </a:lnTo>
                  <a:lnTo>
                    <a:pt x="346023" y="284671"/>
                  </a:lnTo>
                  <a:lnTo>
                    <a:pt x="346141" y="285173"/>
                  </a:lnTo>
                  <a:lnTo>
                    <a:pt x="346459" y="285789"/>
                  </a:lnTo>
                  <a:lnTo>
                    <a:pt x="346524" y="285929"/>
                  </a:lnTo>
                  <a:lnTo>
                    <a:pt x="346576" y="286135"/>
                  </a:lnTo>
                  <a:lnTo>
                    <a:pt x="346601" y="286565"/>
                  </a:lnTo>
                  <a:lnTo>
                    <a:pt x="346656" y="286775"/>
                  </a:lnTo>
                  <a:lnTo>
                    <a:pt x="346676" y="286995"/>
                  </a:lnTo>
                  <a:lnTo>
                    <a:pt x="346595" y="287315"/>
                  </a:lnTo>
                  <a:lnTo>
                    <a:pt x="346381" y="287722"/>
                  </a:lnTo>
                  <a:lnTo>
                    <a:pt x="347138" y="288189"/>
                  </a:lnTo>
                  <a:lnTo>
                    <a:pt x="347556" y="288462"/>
                  </a:lnTo>
                  <a:lnTo>
                    <a:pt x="348023" y="288568"/>
                  </a:lnTo>
                  <a:lnTo>
                    <a:pt x="348387" y="288822"/>
                  </a:lnTo>
                  <a:lnTo>
                    <a:pt x="348797" y="289041"/>
                  </a:lnTo>
                  <a:lnTo>
                    <a:pt x="349320" y="288802"/>
                  </a:lnTo>
                  <a:lnTo>
                    <a:pt x="349627" y="288563"/>
                  </a:lnTo>
                  <a:lnTo>
                    <a:pt x="349990" y="288434"/>
                  </a:lnTo>
                  <a:lnTo>
                    <a:pt x="350176" y="288527"/>
                  </a:lnTo>
                  <a:lnTo>
                    <a:pt x="350414" y="288568"/>
                  </a:lnTo>
                  <a:lnTo>
                    <a:pt x="350708" y="288584"/>
                  </a:lnTo>
                  <a:lnTo>
                    <a:pt x="351204" y="288465"/>
                  </a:lnTo>
                  <a:lnTo>
                    <a:pt x="351387" y="288578"/>
                  </a:lnTo>
                  <a:lnTo>
                    <a:pt x="351414" y="288756"/>
                  </a:lnTo>
                  <a:lnTo>
                    <a:pt x="351451" y="288957"/>
                  </a:lnTo>
                  <a:lnTo>
                    <a:pt x="351757" y="289166"/>
                  </a:lnTo>
                  <a:lnTo>
                    <a:pt x="352199" y="289510"/>
                  </a:lnTo>
                  <a:lnTo>
                    <a:pt x="352350" y="289473"/>
                  </a:lnTo>
                  <a:lnTo>
                    <a:pt x="353354" y="289166"/>
                  </a:lnTo>
                  <a:lnTo>
                    <a:pt x="353639" y="289269"/>
                  </a:lnTo>
                  <a:lnTo>
                    <a:pt x="354091" y="289400"/>
                  </a:lnTo>
                  <a:lnTo>
                    <a:pt x="354649" y="289019"/>
                  </a:lnTo>
                  <a:lnTo>
                    <a:pt x="354871" y="288925"/>
                  </a:lnTo>
                  <a:lnTo>
                    <a:pt x="355137" y="288783"/>
                  </a:lnTo>
                  <a:lnTo>
                    <a:pt x="355615" y="288417"/>
                  </a:lnTo>
                  <a:lnTo>
                    <a:pt x="356410" y="288246"/>
                  </a:lnTo>
                  <a:lnTo>
                    <a:pt x="356748" y="288147"/>
                  </a:lnTo>
                  <a:lnTo>
                    <a:pt x="357171" y="288152"/>
                  </a:lnTo>
                  <a:lnTo>
                    <a:pt x="357537" y="288084"/>
                  </a:lnTo>
                  <a:lnTo>
                    <a:pt x="357887" y="288003"/>
                  </a:lnTo>
                  <a:lnTo>
                    <a:pt x="358117" y="287991"/>
                  </a:lnTo>
                  <a:lnTo>
                    <a:pt x="358636" y="287651"/>
                  </a:lnTo>
                  <a:lnTo>
                    <a:pt x="359603" y="287421"/>
                  </a:lnTo>
                  <a:lnTo>
                    <a:pt x="359853" y="287492"/>
                  </a:lnTo>
                  <a:lnTo>
                    <a:pt x="360224" y="287339"/>
                  </a:lnTo>
                  <a:lnTo>
                    <a:pt x="360726" y="286950"/>
                  </a:lnTo>
                  <a:lnTo>
                    <a:pt x="360940" y="286771"/>
                  </a:lnTo>
                  <a:lnTo>
                    <a:pt x="361193" y="286576"/>
                  </a:lnTo>
                  <a:lnTo>
                    <a:pt x="361324" y="286475"/>
                  </a:lnTo>
                  <a:lnTo>
                    <a:pt x="361759" y="286164"/>
                  </a:lnTo>
                  <a:lnTo>
                    <a:pt x="362040" y="286057"/>
                  </a:lnTo>
                  <a:lnTo>
                    <a:pt x="362067" y="285880"/>
                  </a:lnTo>
                  <a:lnTo>
                    <a:pt x="361673" y="285589"/>
                  </a:lnTo>
                  <a:lnTo>
                    <a:pt x="361643" y="285121"/>
                  </a:lnTo>
                  <a:lnTo>
                    <a:pt x="360764" y="284027"/>
                  </a:lnTo>
                  <a:lnTo>
                    <a:pt x="360992" y="283712"/>
                  </a:lnTo>
                  <a:lnTo>
                    <a:pt x="361168" y="283752"/>
                  </a:lnTo>
                  <a:lnTo>
                    <a:pt x="361684" y="283798"/>
                  </a:lnTo>
                  <a:lnTo>
                    <a:pt x="361908" y="283705"/>
                  </a:lnTo>
                  <a:lnTo>
                    <a:pt x="361899" y="283548"/>
                  </a:lnTo>
                  <a:lnTo>
                    <a:pt x="361859" y="283143"/>
                  </a:lnTo>
                  <a:lnTo>
                    <a:pt x="361839" y="282586"/>
                  </a:lnTo>
                  <a:lnTo>
                    <a:pt x="362149" y="282178"/>
                  </a:lnTo>
                  <a:lnTo>
                    <a:pt x="362439" y="281927"/>
                  </a:lnTo>
                  <a:lnTo>
                    <a:pt x="362384" y="281634"/>
                  </a:lnTo>
                  <a:lnTo>
                    <a:pt x="362256" y="281360"/>
                  </a:lnTo>
                  <a:lnTo>
                    <a:pt x="362006" y="281223"/>
                  </a:lnTo>
                  <a:lnTo>
                    <a:pt x="361916" y="280743"/>
                  </a:lnTo>
                  <a:lnTo>
                    <a:pt x="361257" y="280602"/>
                  </a:lnTo>
                  <a:lnTo>
                    <a:pt x="360686" y="280247"/>
                  </a:lnTo>
                  <a:lnTo>
                    <a:pt x="360693" y="279836"/>
                  </a:lnTo>
                  <a:lnTo>
                    <a:pt x="361455" y="279344"/>
                  </a:lnTo>
                  <a:lnTo>
                    <a:pt x="361678" y="279227"/>
                  </a:lnTo>
                  <a:lnTo>
                    <a:pt x="361813" y="279099"/>
                  </a:lnTo>
                  <a:lnTo>
                    <a:pt x="361573" y="278159"/>
                  </a:lnTo>
                  <a:lnTo>
                    <a:pt x="361204" y="277632"/>
                  </a:lnTo>
                  <a:lnTo>
                    <a:pt x="360980" y="277636"/>
                  </a:lnTo>
                  <a:lnTo>
                    <a:pt x="360721" y="277611"/>
                  </a:lnTo>
                  <a:lnTo>
                    <a:pt x="360736" y="277333"/>
                  </a:lnTo>
                  <a:lnTo>
                    <a:pt x="360674" y="276990"/>
                  </a:lnTo>
                  <a:lnTo>
                    <a:pt x="360540" y="276717"/>
                  </a:lnTo>
                  <a:lnTo>
                    <a:pt x="360361" y="276566"/>
                  </a:lnTo>
                  <a:lnTo>
                    <a:pt x="360497" y="276266"/>
                  </a:lnTo>
                  <a:lnTo>
                    <a:pt x="360124" y="275513"/>
                  </a:lnTo>
                  <a:lnTo>
                    <a:pt x="360327" y="275367"/>
                  </a:lnTo>
                  <a:lnTo>
                    <a:pt x="360636" y="275234"/>
                  </a:lnTo>
                  <a:lnTo>
                    <a:pt x="361129" y="274430"/>
                  </a:lnTo>
                  <a:lnTo>
                    <a:pt x="361251" y="274682"/>
                  </a:lnTo>
                  <a:lnTo>
                    <a:pt x="362155" y="275359"/>
                  </a:lnTo>
                  <a:lnTo>
                    <a:pt x="362794" y="275173"/>
                  </a:lnTo>
                  <a:lnTo>
                    <a:pt x="362997" y="275385"/>
                  </a:lnTo>
                  <a:lnTo>
                    <a:pt x="363365" y="275580"/>
                  </a:lnTo>
                  <a:lnTo>
                    <a:pt x="363569" y="275417"/>
                  </a:lnTo>
                  <a:lnTo>
                    <a:pt x="363883" y="275185"/>
                  </a:lnTo>
                  <a:lnTo>
                    <a:pt x="364234" y="275201"/>
                  </a:lnTo>
                  <a:lnTo>
                    <a:pt x="365420" y="275585"/>
                  </a:lnTo>
                  <a:lnTo>
                    <a:pt x="366095" y="274318"/>
                  </a:lnTo>
                  <a:lnTo>
                    <a:pt x="366243" y="273973"/>
                  </a:lnTo>
                  <a:lnTo>
                    <a:pt x="366375" y="273621"/>
                  </a:lnTo>
                  <a:lnTo>
                    <a:pt x="366404" y="273229"/>
                  </a:lnTo>
                  <a:lnTo>
                    <a:pt x="366636" y="272555"/>
                  </a:lnTo>
                  <a:lnTo>
                    <a:pt x="366938" y="271814"/>
                  </a:lnTo>
                  <a:lnTo>
                    <a:pt x="367723" y="270926"/>
                  </a:lnTo>
                  <a:lnTo>
                    <a:pt x="368535" y="270870"/>
                  </a:lnTo>
                  <a:lnTo>
                    <a:pt x="368862" y="270802"/>
                  </a:lnTo>
                  <a:lnTo>
                    <a:pt x="368945" y="270431"/>
                  </a:lnTo>
                  <a:lnTo>
                    <a:pt x="369584" y="270207"/>
                  </a:lnTo>
                  <a:lnTo>
                    <a:pt x="369954" y="270060"/>
                  </a:lnTo>
                  <a:lnTo>
                    <a:pt x="370436" y="269651"/>
                  </a:lnTo>
                  <a:lnTo>
                    <a:pt x="370636" y="269137"/>
                  </a:lnTo>
                  <a:lnTo>
                    <a:pt x="371125" y="268902"/>
                  </a:lnTo>
                  <a:lnTo>
                    <a:pt x="371384" y="268801"/>
                  </a:lnTo>
                  <a:lnTo>
                    <a:pt x="371862" y="268599"/>
                  </a:lnTo>
                  <a:lnTo>
                    <a:pt x="372422" y="268019"/>
                  </a:lnTo>
                  <a:lnTo>
                    <a:pt x="372758" y="267834"/>
                  </a:lnTo>
                  <a:lnTo>
                    <a:pt x="373260" y="267751"/>
                  </a:lnTo>
                  <a:lnTo>
                    <a:pt x="373625" y="267657"/>
                  </a:lnTo>
                  <a:lnTo>
                    <a:pt x="373881" y="267606"/>
                  </a:lnTo>
                  <a:lnTo>
                    <a:pt x="374153" y="267983"/>
                  </a:lnTo>
                  <a:lnTo>
                    <a:pt x="374299" y="268220"/>
                  </a:lnTo>
                  <a:lnTo>
                    <a:pt x="374469" y="268496"/>
                  </a:lnTo>
                  <a:lnTo>
                    <a:pt x="375095" y="269119"/>
                  </a:lnTo>
                  <a:lnTo>
                    <a:pt x="376436" y="270046"/>
                  </a:lnTo>
                  <a:lnTo>
                    <a:pt x="376633" y="270252"/>
                  </a:lnTo>
                  <a:lnTo>
                    <a:pt x="376595" y="270580"/>
                  </a:lnTo>
                  <a:lnTo>
                    <a:pt x="377077" y="270948"/>
                  </a:lnTo>
                  <a:lnTo>
                    <a:pt x="377190" y="271111"/>
                  </a:lnTo>
                  <a:lnTo>
                    <a:pt x="377445" y="272266"/>
                  </a:lnTo>
                  <a:lnTo>
                    <a:pt x="377471" y="272659"/>
                  </a:lnTo>
                  <a:lnTo>
                    <a:pt x="378125" y="273586"/>
                  </a:lnTo>
                  <a:lnTo>
                    <a:pt x="378308" y="273910"/>
                  </a:lnTo>
                  <a:lnTo>
                    <a:pt x="378421" y="274112"/>
                  </a:lnTo>
                  <a:lnTo>
                    <a:pt x="378423" y="274475"/>
                  </a:lnTo>
                  <a:lnTo>
                    <a:pt x="378370" y="274615"/>
                  </a:lnTo>
                  <a:lnTo>
                    <a:pt x="378258" y="275098"/>
                  </a:lnTo>
                  <a:lnTo>
                    <a:pt x="378249" y="275760"/>
                  </a:lnTo>
                  <a:lnTo>
                    <a:pt x="377983" y="275901"/>
                  </a:lnTo>
                  <a:lnTo>
                    <a:pt x="377636" y="276624"/>
                  </a:lnTo>
                  <a:lnTo>
                    <a:pt x="377906" y="276881"/>
                  </a:lnTo>
                  <a:lnTo>
                    <a:pt x="378161" y="277101"/>
                  </a:lnTo>
                  <a:lnTo>
                    <a:pt x="378228" y="277325"/>
                  </a:lnTo>
                  <a:lnTo>
                    <a:pt x="378193" y="277632"/>
                  </a:lnTo>
                  <a:lnTo>
                    <a:pt x="378112" y="277761"/>
                  </a:lnTo>
                  <a:lnTo>
                    <a:pt x="378041" y="277889"/>
                  </a:lnTo>
                  <a:lnTo>
                    <a:pt x="377945" y="278283"/>
                  </a:lnTo>
                  <a:lnTo>
                    <a:pt x="377995" y="278565"/>
                  </a:lnTo>
                  <a:lnTo>
                    <a:pt x="377819" y="278823"/>
                  </a:lnTo>
                  <a:lnTo>
                    <a:pt x="377725" y="279010"/>
                  </a:lnTo>
                  <a:lnTo>
                    <a:pt x="377423" y="279633"/>
                  </a:lnTo>
                  <a:lnTo>
                    <a:pt x="377375" y="279816"/>
                  </a:lnTo>
                  <a:lnTo>
                    <a:pt x="377332" y="280030"/>
                  </a:lnTo>
                  <a:lnTo>
                    <a:pt x="377583" y="280192"/>
                  </a:lnTo>
                  <a:lnTo>
                    <a:pt x="377847" y="280235"/>
                  </a:lnTo>
                  <a:lnTo>
                    <a:pt x="377984" y="280354"/>
                  </a:lnTo>
                  <a:lnTo>
                    <a:pt x="378096" y="280538"/>
                  </a:lnTo>
                  <a:lnTo>
                    <a:pt x="378042" y="280868"/>
                  </a:lnTo>
                  <a:lnTo>
                    <a:pt x="378010" y="280998"/>
                  </a:lnTo>
                  <a:lnTo>
                    <a:pt x="377936" y="281209"/>
                  </a:lnTo>
                  <a:lnTo>
                    <a:pt x="377704" y="281552"/>
                  </a:lnTo>
                  <a:lnTo>
                    <a:pt x="377599" y="281867"/>
                  </a:lnTo>
                  <a:lnTo>
                    <a:pt x="377377" y="282687"/>
                  </a:lnTo>
                  <a:lnTo>
                    <a:pt x="377672" y="282770"/>
                  </a:lnTo>
                  <a:lnTo>
                    <a:pt x="377837" y="283014"/>
                  </a:lnTo>
                  <a:lnTo>
                    <a:pt x="377726" y="283186"/>
                  </a:lnTo>
                  <a:lnTo>
                    <a:pt x="377801" y="283765"/>
                  </a:lnTo>
                  <a:lnTo>
                    <a:pt x="377863" y="283911"/>
                  </a:lnTo>
                  <a:lnTo>
                    <a:pt x="377981" y="284372"/>
                  </a:lnTo>
                  <a:lnTo>
                    <a:pt x="378103" y="284733"/>
                  </a:lnTo>
                  <a:lnTo>
                    <a:pt x="378365" y="285007"/>
                  </a:lnTo>
                  <a:lnTo>
                    <a:pt x="379363" y="286196"/>
                  </a:lnTo>
                  <a:lnTo>
                    <a:pt x="379435" y="286391"/>
                  </a:lnTo>
                  <a:lnTo>
                    <a:pt x="379711" y="286544"/>
                  </a:lnTo>
                  <a:lnTo>
                    <a:pt x="380128" y="286724"/>
                  </a:lnTo>
                  <a:lnTo>
                    <a:pt x="380553" y="287097"/>
                  </a:lnTo>
                  <a:lnTo>
                    <a:pt x="380822" y="287643"/>
                  </a:lnTo>
                  <a:lnTo>
                    <a:pt x="380864" y="287863"/>
                  </a:lnTo>
                  <a:lnTo>
                    <a:pt x="381090" y="288231"/>
                  </a:lnTo>
                  <a:lnTo>
                    <a:pt x="381388" y="288625"/>
                  </a:lnTo>
                  <a:lnTo>
                    <a:pt x="381466" y="288763"/>
                  </a:lnTo>
                  <a:lnTo>
                    <a:pt x="381838" y="289503"/>
                  </a:lnTo>
                  <a:lnTo>
                    <a:pt x="382508" y="290220"/>
                  </a:lnTo>
                  <a:lnTo>
                    <a:pt x="382558" y="290515"/>
                  </a:lnTo>
                  <a:lnTo>
                    <a:pt x="382553" y="290789"/>
                  </a:lnTo>
                  <a:lnTo>
                    <a:pt x="382510" y="290967"/>
                  </a:lnTo>
                  <a:lnTo>
                    <a:pt x="382531" y="291130"/>
                  </a:lnTo>
                  <a:lnTo>
                    <a:pt x="382579" y="291498"/>
                  </a:lnTo>
                  <a:lnTo>
                    <a:pt x="382793" y="291923"/>
                  </a:lnTo>
                  <a:lnTo>
                    <a:pt x="382943" y="292423"/>
                  </a:lnTo>
                  <a:lnTo>
                    <a:pt x="382921" y="292715"/>
                  </a:lnTo>
                  <a:lnTo>
                    <a:pt x="383242" y="293344"/>
                  </a:lnTo>
                  <a:lnTo>
                    <a:pt x="383371" y="293468"/>
                  </a:lnTo>
                  <a:lnTo>
                    <a:pt x="383763" y="294110"/>
                  </a:lnTo>
                  <a:lnTo>
                    <a:pt x="384113" y="294516"/>
                  </a:lnTo>
                  <a:lnTo>
                    <a:pt x="384393" y="294778"/>
                  </a:lnTo>
                  <a:lnTo>
                    <a:pt x="384624" y="294939"/>
                  </a:lnTo>
                  <a:lnTo>
                    <a:pt x="384952" y="295013"/>
                  </a:lnTo>
                  <a:lnTo>
                    <a:pt x="385318" y="295102"/>
                  </a:lnTo>
                  <a:lnTo>
                    <a:pt x="385349" y="295306"/>
                  </a:lnTo>
                  <a:lnTo>
                    <a:pt x="385315" y="295752"/>
                  </a:lnTo>
                  <a:lnTo>
                    <a:pt x="384846" y="296343"/>
                  </a:lnTo>
                  <a:lnTo>
                    <a:pt x="385008" y="296777"/>
                  </a:lnTo>
                  <a:lnTo>
                    <a:pt x="385217" y="297095"/>
                  </a:lnTo>
                  <a:lnTo>
                    <a:pt x="385055" y="297323"/>
                  </a:lnTo>
                  <a:lnTo>
                    <a:pt x="385218" y="297800"/>
                  </a:lnTo>
                  <a:lnTo>
                    <a:pt x="385884" y="297832"/>
                  </a:lnTo>
                  <a:lnTo>
                    <a:pt x="386342" y="297737"/>
                  </a:lnTo>
                  <a:lnTo>
                    <a:pt x="386733" y="297667"/>
                  </a:lnTo>
                  <a:lnTo>
                    <a:pt x="387074" y="297743"/>
                  </a:lnTo>
                  <a:lnTo>
                    <a:pt x="387617" y="297466"/>
                  </a:lnTo>
                  <a:lnTo>
                    <a:pt x="388548" y="297590"/>
                  </a:lnTo>
                  <a:lnTo>
                    <a:pt x="388795" y="297623"/>
                  </a:lnTo>
                  <a:lnTo>
                    <a:pt x="388963" y="297715"/>
                  </a:lnTo>
                  <a:lnTo>
                    <a:pt x="389429" y="298299"/>
                  </a:lnTo>
                  <a:lnTo>
                    <a:pt x="389498" y="298466"/>
                  </a:lnTo>
                  <a:lnTo>
                    <a:pt x="389882" y="298860"/>
                  </a:lnTo>
                  <a:lnTo>
                    <a:pt x="390365" y="299234"/>
                  </a:lnTo>
                  <a:lnTo>
                    <a:pt x="390151" y="299681"/>
                  </a:lnTo>
                  <a:lnTo>
                    <a:pt x="389943" y="299825"/>
                  </a:lnTo>
                  <a:lnTo>
                    <a:pt x="389700" y="300011"/>
                  </a:lnTo>
                  <a:lnTo>
                    <a:pt x="389567" y="300148"/>
                  </a:lnTo>
                  <a:lnTo>
                    <a:pt x="388929" y="300750"/>
                  </a:lnTo>
                  <a:lnTo>
                    <a:pt x="388700" y="301136"/>
                  </a:lnTo>
                  <a:lnTo>
                    <a:pt x="388735" y="301449"/>
                  </a:lnTo>
                  <a:lnTo>
                    <a:pt x="388970" y="301671"/>
                  </a:lnTo>
                  <a:lnTo>
                    <a:pt x="389261" y="301742"/>
                  </a:lnTo>
                  <a:lnTo>
                    <a:pt x="389596" y="301997"/>
                  </a:lnTo>
                  <a:lnTo>
                    <a:pt x="389664" y="302425"/>
                  </a:lnTo>
                  <a:lnTo>
                    <a:pt x="389706" y="302596"/>
                  </a:lnTo>
                  <a:lnTo>
                    <a:pt x="389971" y="303068"/>
                  </a:lnTo>
                  <a:lnTo>
                    <a:pt x="390111" y="303378"/>
                  </a:lnTo>
                  <a:lnTo>
                    <a:pt x="390162" y="303534"/>
                  </a:lnTo>
                  <a:lnTo>
                    <a:pt x="390252" y="304365"/>
                  </a:lnTo>
                  <a:lnTo>
                    <a:pt x="390079" y="304330"/>
                  </a:lnTo>
                  <a:lnTo>
                    <a:pt x="389821" y="304351"/>
                  </a:lnTo>
                  <a:lnTo>
                    <a:pt x="389367" y="304573"/>
                  </a:lnTo>
                  <a:lnTo>
                    <a:pt x="389083" y="304852"/>
                  </a:lnTo>
                  <a:lnTo>
                    <a:pt x="389022" y="305114"/>
                  </a:lnTo>
                  <a:lnTo>
                    <a:pt x="389430" y="305194"/>
                  </a:lnTo>
                  <a:lnTo>
                    <a:pt x="389726" y="305515"/>
                  </a:lnTo>
                  <a:lnTo>
                    <a:pt x="390341" y="305672"/>
                  </a:lnTo>
                  <a:lnTo>
                    <a:pt x="390504" y="305600"/>
                  </a:lnTo>
                  <a:lnTo>
                    <a:pt x="390944" y="305695"/>
                  </a:lnTo>
                  <a:lnTo>
                    <a:pt x="391045" y="306177"/>
                  </a:lnTo>
                  <a:lnTo>
                    <a:pt x="391418" y="306605"/>
                  </a:lnTo>
                  <a:lnTo>
                    <a:pt x="391531" y="307031"/>
                  </a:lnTo>
                  <a:lnTo>
                    <a:pt x="391578" y="307471"/>
                  </a:lnTo>
                  <a:lnTo>
                    <a:pt x="391672" y="307812"/>
                  </a:lnTo>
                  <a:lnTo>
                    <a:pt x="392017" y="308157"/>
                  </a:lnTo>
                  <a:lnTo>
                    <a:pt x="392129" y="308313"/>
                  </a:lnTo>
                  <a:lnTo>
                    <a:pt x="392323" y="308603"/>
                  </a:lnTo>
                  <a:lnTo>
                    <a:pt x="392537" y="309064"/>
                  </a:lnTo>
                  <a:lnTo>
                    <a:pt x="392703" y="310062"/>
                  </a:lnTo>
                  <a:lnTo>
                    <a:pt x="393016" y="310154"/>
                  </a:lnTo>
                  <a:lnTo>
                    <a:pt x="393101" y="310315"/>
                  </a:lnTo>
                  <a:lnTo>
                    <a:pt x="393285" y="311187"/>
                  </a:lnTo>
                  <a:lnTo>
                    <a:pt x="393347" y="311534"/>
                  </a:lnTo>
                  <a:lnTo>
                    <a:pt x="393583" y="312277"/>
                  </a:lnTo>
                  <a:lnTo>
                    <a:pt x="393624" y="312567"/>
                  </a:lnTo>
                  <a:lnTo>
                    <a:pt x="394058" y="312981"/>
                  </a:lnTo>
                  <a:lnTo>
                    <a:pt x="394278" y="313501"/>
                  </a:lnTo>
                  <a:lnTo>
                    <a:pt x="394309" y="313682"/>
                  </a:lnTo>
                  <a:lnTo>
                    <a:pt x="395038" y="314036"/>
                  </a:lnTo>
                  <a:lnTo>
                    <a:pt x="395377" y="314655"/>
                  </a:lnTo>
                  <a:lnTo>
                    <a:pt x="395634" y="314784"/>
                  </a:lnTo>
                  <a:lnTo>
                    <a:pt x="396225" y="314796"/>
                  </a:lnTo>
                  <a:lnTo>
                    <a:pt x="397037" y="314631"/>
                  </a:lnTo>
                  <a:lnTo>
                    <a:pt x="397310" y="314413"/>
                  </a:lnTo>
                  <a:lnTo>
                    <a:pt x="397531" y="314172"/>
                  </a:lnTo>
                  <a:lnTo>
                    <a:pt x="397945" y="314066"/>
                  </a:lnTo>
                  <a:lnTo>
                    <a:pt x="398508" y="314164"/>
                  </a:lnTo>
                  <a:lnTo>
                    <a:pt x="398842" y="314697"/>
                  </a:lnTo>
                  <a:lnTo>
                    <a:pt x="399104" y="314898"/>
                  </a:lnTo>
                  <a:lnTo>
                    <a:pt x="399454" y="314970"/>
                  </a:lnTo>
                  <a:lnTo>
                    <a:pt x="399650" y="314983"/>
                  </a:lnTo>
                  <a:lnTo>
                    <a:pt x="400348" y="315207"/>
                  </a:lnTo>
                  <a:lnTo>
                    <a:pt x="400673" y="315330"/>
                  </a:lnTo>
                  <a:lnTo>
                    <a:pt x="401339" y="315601"/>
                  </a:lnTo>
                  <a:lnTo>
                    <a:pt x="401572" y="315396"/>
                  </a:lnTo>
                  <a:lnTo>
                    <a:pt x="401856" y="315154"/>
                  </a:lnTo>
                  <a:lnTo>
                    <a:pt x="402501" y="314752"/>
                  </a:lnTo>
                  <a:lnTo>
                    <a:pt x="403193" y="314599"/>
                  </a:lnTo>
                  <a:lnTo>
                    <a:pt x="404411" y="314439"/>
                  </a:lnTo>
                  <a:lnTo>
                    <a:pt x="404833" y="314065"/>
                  </a:lnTo>
                  <a:lnTo>
                    <a:pt x="405466" y="314014"/>
                  </a:lnTo>
                  <a:lnTo>
                    <a:pt x="405852" y="314095"/>
                  </a:lnTo>
                  <a:lnTo>
                    <a:pt x="406202" y="313931"/>
                  </a:lnTo>
                  <a:lnTo>
                    <a:pt x="406820" y="313403"/>
                  </a:lnTo>
                  <a:lnTo>
                    <a:pt x="407064" y="313354"/>
                  </a:lnTo>
                  <a:lnTo>
                    <a:pt x="407781" y="313373"/>
                  </a:lnTo>
                  <a:lnTo>
                    <a:pt x="407910" y="313771"/>
                  </a:lnTo>
                  <a:lnTo>
                    <a:pt x="408206" y="313651"/>
                  </a:lnTo>
                  <a:lnTo>
                    <a:pt x="408473" y="313490"/>
                  </a:lnTo>
                  <a:lnTo>
                    <a:pt x="408615" y="313348"/>
                  </a:lnTo>
                  <a:lnTo>
                    <a:pt x="410480" y="312144"/>
                  </a:lnTo>
                  <a:lnTo>
                    <a:pt x="410481" y="311954"/>
                  </a:lnTo>
                  <a:lnTo>
                    <a:pt x="410582" y="311415"/>
                  </a:lnTo>
                  <a:lnTo>
                    <a:pt x="410562" y="311176"/>
                  </a:lnTo>
                  <a:lnTo>
                    <a:pt x="410535" y="310843"/>
                  </a:lnTo>
                  <a:lnTo>
                    <a:pt x="410546" y="310650"/>
                  </a:lnTo>
                  <a:lnTo>
                    <a:pt x="410556" y="310412"/>
                  </a:lnTo>
                  <a:lnTo>
                    <a:pt x="410554" y="310222"/>
                  </a:lnTo>
                  <a:lnTo>
                    <a:pt x="410198" y="309568"/>
                  </a:lnTo>
                  <a:lnTo>
                    <a:pt x="409948" y="309396"/>
                  </a:lnTo>
                  <a:lnTo>
                    <a:pt x="409898" y="308384"/>
                  </a:lnTo>
                  <a:lnTo>
                    <a:pt x="409949" y="308231"/>
                  </a:lnTo>
                  <a:lnTo>
                    <a:pt x="409984" y="307960"/>
                  </a:lnTo>
                  <a:lnTo>
                    <a:pt x="409895" y="307501"/>
                  </a:lnTo>
                  <a:lnTo>
                    <a:pt x="410109" y="307087"/>
                  </a:lnTo>
                  <a:lnTo>
                    <a:pt x="410301" y="306971"/>
                  </a:lnTo>
                  <a:lnTo>
                    <a:pt x="410558" y="306627"/>
                  </a:lnTo>
                  <a:lnTo>
                    <a:pt x="410124" y="306164"/>
                  </a:lnTo>
                  <a:lnTo>
                    <a:pt x="409894" y="305854"/>
                  </a:lnTo>
                  <a:lnTo>
                    <a:pt x="409892" y="305656"/>
                  </a:lnTo>
                  <a:lnTo>
                    <a:pt x="410029" y="305265"/>
                  </a:lnTo>
                  <a:lnTo>
                    <a:pt x="409984" y="304556"/>
                  </a:lnTo>
                  <a:lnTo>
                    <a:pt x="409972" y="304366"/>
                  </a:lnTo>
                  <a:lnTo>
                    <a:pt x="409852" y="304015"/>
                  </a:lnTo>
                  <a:lnTo>
                    <a:pt x="409764" y="303797"/>
                  </a:lnTo>
                  <a:lnTo>
                    <a:pt x="409702" y="302967"/>
                  </a:lnTo>
                  <a:lnTo>
                    <a:pt x="410285" y="302321"/>
                  </a:lnTo>
                  <a:lnTo>
                    <a:pt x="411085" y="301607"/>
                  </a:lnTo>
                  <a:lnTo>
                    <a:pt x="412104" y="301538"/>
                  </a:lnTo>
                  <a:lnTo>
                    <a:pt x="412550" y="301595"/>
                  </a:lnTo>
                  <a:lnTo>
                    <a:pt x="412774" y="302030"/>
                  </a:lnTo>
                  <a:lnTo>
                    <a:pt x="412887" y="302258"/>
                  </a:lnTo>
                  <a:lnTo>
                    <a:pt x="413053" y="302391"/>
                  </a:lnTo>
                  <a:lnTo>
                    <a:pt x="413548" y="302412"/>
                  </a:lnTo>
                  <a:lnTo>
                    <a:pt x="413921" y="302158"/>
                  </a:lnTo>
                  <a:lnTo>
                    <a:pt x="413882" y="301871"/>
                  </a:lnTo>
                  <a:lnTo>
                    <a:pt x="413880" y="301647"/>
                  </a:lnTo>
                  <a:lnTo>
                    <a:pt x="414174" y="301715"/>
                  </a:lnTo>
                  <a:lnTo>
                    <a:pt x="414407" y="301782"/>
                  </a:lnTo>
                  <a:lnTo>
                    <a:pt x="415004" y="302063"/>
                  </a:lnTo>
                  <a:lnTo>
                    <a:pt x="415258" y="302237"/>
                  </a:lnTo>
                  <a:lnTo>
                    <a:pt x="415519" y="302317"/>
                  </a:lnTo>
                  <a:lnTo>
                    <a:pt x="415897" y="302307"/>
                  </a:lnTo>
                  <a:lnTo>
                    <a:pt x="416482" y="302160"/>
                  </a:lnTo>
                  <a:lnTo>
                    <a:pt x="417234" y="301591"/>
                  </a:lnTo>
                  <a:lnTo>
                    <a:pt x="417527" y="301353"/>
                  </a:lnTo>
                  <a:lnTo>
                    <a:pt x="417785" y="301354"/>
                  </a:lnTo>
                  <a:lnTo>
                    <a:pt x="418009" y="301296"/>
                  </a:lnTo>
                  <a:lnTo>
                    <a:pt x="418039" y="300966"/>
                  </a:lnTo>
                  <a:lnTo>
                    <a:pt x="418267" y="300172"/>
                  </a:lnTo>
                  <a:lnTo>
                    <a:pt x="419396" y="300064"/>
                  </a:lnTo>
                  <a:lnTo>
                    <a:pt x="419921" y="299692"/>
                  </a:lnTo>
                  <a:lnTo>
                    <a:pt x="420149" y="299443"/>
                  </a:lnTo>
                  <a:lnTo>
                    <a:pt x="420994" y="298657"/>
                  </a:lnTo>
                  <a:lnTo>
                    <a:pt x="421391" y="298657"/>
                  </a:lnTo>
                  <a:lnTo>
                    <a:pt x="422257" y="298505"/>
                  </a:lnTo>
                  <a:lnTo>
                    <a:pt x="422543" y="298685"/>
                  </a:lnTo>
                  <a:lnTo>
                    <a:pt x="423512" y="298714"/>
                  </a:lnTo>
                  <a:lnTo>
                    <a:pt x="423720" y="298660"/>
                  </a:lnTo>
                  <a:lnTo>
                    <a:pt x="424331" y="298695"/>
                  </a:lnTo>
                  <a:lnTo>
                    <a:pt x="424670" y="298779"/>
                  </a:lnTo>
                  <a:lnTo>
                    <a:pt x="424889" y="298787"/>
                  </a:lnTo>
                  <a:lnTo>
                    <a:pt x="425876" y="298651"/>
                  </a:lnTo>
                  <a:lnTo>
                    <a:pt x="426364" y="298333"/>
                  </a:lnTo>
                  <a:lnTo>
                    <a:pt x="426674" y="298245"/>
                  </a:lnTo>
                  <a:lnTo>
                    <a:pt x="427140" y="298386"/>
                  </a:lnTo>
                  <a:lnTo>
                    <a:pt x="427938" y="298449"/>
                  </a:lnTo>
                  <a:lnTo>
                    <a:pt x="429071" y="298589"/>
                  </a:lnTo>
                  <a:lnTo>
                    <a:pt x="429287" y="298514"/>
                  </a:lnTo>
                  <a:lnTo>
                    <a:pt x="429499" y="298482"/>
                  </a:lnTo>
                  <a:lnTo>
                    <a:pt x="429890" y="298473"/>
                  </a:lnTo>
                  <a:lnTo>
                    <a:pt x="430415" y="298237"/>
                  </a:lnTo>
                  <a:lnTo>
                    <a:pt x="430670" y="298241"/>
                  </a:lnTo>
                  <a:lnTo>
                    <a:pt x="431111" y="298320"/>
                  </a:lnTo>
                  <a:lnTo>
                    <a:pt x="431302" y="298397"/>
                  </a:lnTo>
                  <a:lnTo>
                    <a:pt x="431653" y="298452"/>
                  </a:lnTo>
                  <a:lnTo>
                    <a:pt x="432058" y="298388"/>
                  </a:lnTo>
                  <a:lnTo>
                    <a:pt x="432170" y="298018"/>
                  </a:lnTo>
                  <a:lnTo>
                    <a:pt x="432262" y="297581"/>
                  </a:lnTo>
                  <a:lnTo>
                    <a:pt x="432617" y="297560"/>
                  </a:lnTo>
                  <a:lnTo>
                    <a:pt x="433008" y="297644"/>
                  </a:lnTo>
                  <a:lnTo>
                    <a:pt x="433358" y="297758"/>
                  </a:lnTo>
                  <a:lnTo>
                    <a:pt x="433800" y="297691"/>
                  </a:lnTo>
                  <a:lnTo>
                    <a:pt x="433972" y="297610"/>
                  </a:lnTo>
                  <a:lnTo>
                    <a:pt x="434205" y="297302"/>
                  </a:lnTo>
                  <a:lnTo>
                    <a:pt x="434236" y="296904"/>
                  </a:lnTo>
                  <a:lnTo>
                    <a:pt x="434372" y="295785"/>
                  </a:lnTo>
                  <a:lnTo>
                    <a:pt x="434548" y="295421"/>
                  </a:lnTo>
                  <a:lnTo>
                    <a:pt x="433994" y="294712"/>
                  </a:lnTo>
                  <a:lnTo>
                    <a:pt x="434159" y="294256"/>
                  </a:lnTo>
                  <a:lnTo>
                    <a:pt x="434601" y="294188"/>
                  </a:lnTo>
                  <a:lnTo>
                    <a:pt x="434936" y="294234"/>
                  </a:lnTo>
                  <a:lnTo>
                    <a:pt x="435272" y="294100"/>
                  </a:lnTo>
                  <a:lnTo>
                    <a:pt x="435571" y="293776"/>
                  </a:lnTo>
                  <a:lnTo>
                    <a:pt x="435772" y="293474"/>
                  </a:lnTo>
                  <a:lnTo>
                    <a:pt x="436169" y="293206"/>
                  </a:lnTo>
                  <a:lnTo>
                    <a:pt x="436424" y="292920"/>
                  </a:lnTo>
                  <a:lnTo>
                    <a:pt x="436510" y="292776"/>
                  </a:lnTo>
                  <a:lnTo>
                    <a:pt x="437057" y="292663"/>
                  </a:lnTo>
                  <a:lnTo>
                    <a:pt x="437185" y="292370"/>
                  </a:lnTo>
                  <a:lnTo>
                    <a:pt x="437468" y="292127"/>
                  </a:lnTo>
                  <a:lnTo>
                    <a:pt x="437799" y="291992"/>
                  </a:lnTo>
                  <a:lnTo>
                    <a:pt x="438030" y="292491"/>
                  </a:lnTo>
                  <a:lnTo>
                    <a:pt x="438350" y="292312"/>
                  </a:lnTo>
                  <a:lnTo>
                    <a:pt x="438587" y="292069"/>
                  </a:lnTo>
                  <a:lnTo>
                    <a:pt x="438750" y="291946"/>
                  </a:lnTo>
                  <a:lnTo>
                    <a:pt x="439183" y="291727"/>
                  </a:lnTo>
                  <a:lnTo>
                    <a:pt x="439440" y="291351"/>
                  </a:lnTo>
                  <a:lnTo>
                    <a:pt x="439819" y="291574"/>
                  </a:lnTo>
                  <a:lnTo>
                    <a:pt x="440411" y="291370"/>
                  </a:lnTo>
                  <a:lnTo>
                    <a:pt x="440794" y="291178"/>
                  </a:lnTo>
                  <a:lnTo>
                    <a:pt x="441490" y="291350"/>
                  </a:lnTo>
                  <a:lnTo>
                    <a:pt x="441690" y="291570"/>
                  </a:lnTo>
                  <a:lnTo>
                    <a:pt x="441914" y="291586"/>
                  </a:lnTo>
                  <a:lnTo>
                    <a:pt x="442168" y="291616"/>
                  </a:lnTo>
                  <a:lnTo>
                    <a:pt x="442521" y="291856"/>
                  </a:lnTo>
                  <a:lnTo>
                    <a:pt x="442919" y="292473"/>
                  </a:lnTo>
                  <a:lnTo>
                    <a:pt x="443352" y="292615"/>
                  </a:lnTo>
                  <a:lnTo>
                    <a:pt x="443402" y="293047"/>
                  </a:lnTo>
                  <a:lnTo>
                    <a:pt x="443170" y="293214"/>
                  </a:lnTo>
                  <a:lnTo>
                    <a:pt x="442867" y="293398"/>
                  </a:lnTo>
                  <a:lnTo>
                    <a:pt x="443308" y="293711"/>
                  </a:lnTo>
                  <a:lnTo>
                    <a:pt x="443591" y="294010"/>
                  </a:lnTo>
                  <a:lnTo>
                    <a:pt x="443777" y="294261"/>
                  </a:lnTo>
                  <a:lnTo>
                    <a:pt x="444104" y="294418"/>
                  </a:lnTo>
                  <a:lnTo>
                    <a:pt x="443988" y="294617"/>
                  </a:lnTo>
                  <a:lnTo>
                    <a:pt x="444302" y="295058"/>
                  </a:lnTo>
                  <a:lnTo>
                    <a:pt x="444274" y="295430"/>
                  </a:lnTo>
                  <a:lnTo>
                    <a:pt x="444276" y="295826"/>
                  </a:lnTo>
                  <a:lnTo>
                    <a:pt x="444309" y="295975"/>
                  </a:lnTo>
                  <a:lnTo>
                    <a:pt x="444338" y="296112"/>
                  </a:lnTo>
                  <a:lnTo>
                    <a:pt x="444356" y="296548"/>
                  </a:lnTo>
                  <a:lnTo>
                    <a:pt x="443999" y="296926"/>
                  </a:lnTo>
                  <a:lnTo>
                    <a:pt x="443944" y="297078"/>
                  </a:lnTo>
                  <a:lnTo>
                    <a:pt x="443777" y="297577"/>
                  </a:lnTo>
                  <a:lnTo>
                    <a:pt x="443744" y="297733"/>
                  </a:lnTo>
                  <a:lnTo>
                    <a:pt x="443835" y="298262"/>
                  </a:lnTo>
                  <a:lnTo>
                    <a:pt x="443906" y="298608"/>
                  </a:lnTo>
                  <a:lnTo>
                    <a:pt x="444130" y="299058"/>
                  </a:lnTo>
                  <a:lnTo>
                    <a:pt x="444245" y="299241"/>
                  </a:lnTo>
                  <a:lnTo>
                    <a:pt x="444475" y="299576"/>
                  </a:lnTo>
                  <a:lnTo>
                    <a:pt x="444867" y="299593"/>
                  </a:lnTo>
                  <a:lnTo>
                    <a:pt x="445254" y="299684"/>
                  </a:lnTo>
                  <a:lnTo>
                    <a:pt x="445438" y="300031"/>
                  </a:lnTo>
                  <a:lnTo>
                    <a:pt x="445542" y="300197"/>
                  </a:lnTo>
                  <a:lnTo>
                    <a:pt x="445755" y="300367"/>
                  </a:lnTo>
                  <a:lnTo>
                    <a:pt x="446188" y="300551"/>
                  </a:lnTo>
                  <a:lnTo>
                    <a:pt x="446732" y="300425"/>
                  </a:lnTo>
                  <a:lnTo>
                    <a:pt x="446933" y="300237"/>
                  </a:lnTo>
                  <a:lnTo>
                    <a:pt x="447412" y="300185"/>
                  </a:lnTo>
                  <a:lnTo>
                    <a:pt x="447622" y="300097"/>
                  </a:lnTo>
                  <a:lnTo>
                    <a:pt x="448055" y="299679"/>
                  </a:lnTo>
                  <a:lnTo>
                    <a:pt x="448047" y="299363"/>
                  </a:lnTo>
                  <a:lnTo>
                    <a:pt x="448088" y="299018"/>
                  </a:lnTo>
                  <a:lnTo>
                    <a:pt x="448329" y="298646"/>
                  </a:lnTo>
                  <a:lnTo>
                    <a:pt x="448747" y="298517"/>
                  </a:lnTo>
                  <a:lnTo>
                    <a:pt x="449511" y="298373"/>
                  </a:lnTo>
                  <a:lnTo>
                    <a:pt x="449893" y="297823"/>
                  </a:lnTo>
                  <a:lnTo>
                    <a:pt x="449873" y="297395"/>
                  </a:lnTo>
                  <a:lnTo>
                    <a:pt x="449847" y="297089"/>
                  </a:lnTo>
                  <a:lnTo>
                    <a:pt x="450043" y="296538"/>
                  </a:lnTo>
                  <a:lnTo>
                    <a:pt x="450293" y="296466"/>
                  </a:lnTo>
                  <a:lnTo>
                    <a:pt x="450673" y="296046"/>
                  </a:lnTo>
                  <a:lnTo>
                    <a:pt x="451275" y="295860"/>
                  </a:lnTo>
                  <a:lnTo>
                    <a:pt x="451484" y="295388"/>
                  </a:lnTo>
                  <a:lnTo>
                    <a:pt x="451676" y="295342"/>
                  </a:lnTo>
                  <a:lnTo>
                    <a:pt x="451842" y="295314"/>
                  </a:lnTo>
                  <a:lnTo>
                    <a:pt x="452088" y="295106"/>
                  </a:lnTo>
                  <a:lnTo>
                    <a:pt x="452447" y="295168"/>
                  </a:lnTo>
                  <a:lnTo>
                    <a:pt x="453539" y="295427"/>
                  </a:lnTo>
                  <a:lnTo>
                    <a:pt x="453779" y="295348"/>
                  </a:lnTo>
                  <a:lnTo>
                    <a:pt x="454277" y="295072"/>
                  </a:lnTo>
                  <a:lnTo>
                    <a:pt x="454502" y="294585"/>
                  </a:lnTo>
                  <a:lnTo>
                    <a:pt x="454869" y="294289"/>
                  </a:lnTo>
                  <a:lnTo>
                    <a:pt x="455098" y="294073"/>
                  </a:lnTo>
                  <a:lnTo>
                    <a:pt x="454981" y="293581"/>
                  </a:lnTo>
                  <a:lnTo>
                    <a:pt x="455189" y="293319"/>
                  </a:lnTo>
                  <a:lnTo>
                    <a:pt x="455348" y="293208"/>
                  </a:lnTo>
                  <a:lnTo>
                    <a:pt x="456185" y="292491"/>
                  </a:lnTo>
                  <a:lnTo>
                    <a:pt x="456422" y="292423"/>
                  </a:lnTo>
                  <a:lnTo>
                    <a:pt x="456575" y="291751"/>
                  </a:lnTo>
                  <a:lnTo>
                    <a:pt x="456781" y="291100"/>
                  </a:lnTo>
                  <a:lnTo>
                    <a:pt x="456826" y="290950"/>
                  </a:lnTo>
                  <a:lnTo>
                    <a:pt x="457335" y="290606"/>
                  </a:lnTo>
                  <a:lnTo>
                    <a:pt x="457747" y="290424"/>
                  </a:lnTo>
                  <a:lnTo>
                    <a:pt x="458537" y="290229"/>
                  </a:lnTo>
                  <a:lnTo>
                    <a:pt x="458707" y="290326"/>
                  </a:lnTo>
                  <a:lnTo>
                    <a:pt x="458738" y="291107"/>
                  </a:lnTo>
                  <a:lnTo>
                    <a:pt x="458627" y="291377"/>
                  </a:lnTo>
                  <a:lnTo>
                    <a:pt x="459023" y="291872"/>
                  </a:lnTo>
                  <a:lnTo>
                    <a:pt x="458959" y="292155"/>
                  </a:lnTo>
                  <a:lnTo>
                    <a:pt x="458783" y="292534"/>
                  </a:lnTo>
                  <a:lnTo>
                    <a:pt x="458843" y="292991"/>
                  </a:lnTo>
                  <a:lnTo>
                    <a:pt x="458224" y="293950"/>
                  </a:lnTo>
                  <a:lnTo>
                    <a:pt x="457764" y="294301"/>
                  </a:lnTo>
                  <a:lnTo>
                    <a:pt x="457869" y="294801"/>
                  </a:lnTo>
                  <a:lnTo>
                    <a:pt x="457798" y="294937"/>
                  </a:lnTo>
                  <a:lnTo>
                    <a:pt x="457996" y="295180"/>
                  </a:lnTo>
                  <a:lnTo>
                    <a:pt x="458520" y="295416"/>
                  </a:lnTo>
                  <a:lnTo>
                    <a:pt x="458814" y="295875"/>
                  </a:lnTo>
                  <a:lnTo>
                    <a:pt x="459134" y="296705"/>
                  </a:lnTo>
                  <a:lnTo>
                    <a:pt x="459628" y="296915"/>
                  </a:lnTo>
                  <a:lnTo>
                    <a:pt x="459673" y="297131"/>
                  </a:lnTo>
                  <a:lnTo>
                    <a:pt x="459306" y="297331"/>
                  </a:lnTo>
                  <a:lnTo>
                    <a:pt x="458968" y="297952"/>
                  </a:lnTo>
                  <a:lnTo>
                    <a:pt x="459200" y="298419"/>
                  </a:lnTo>
                  <a:lnTo>
                    <a:pt x="459219" y="298758"/>
                  </a:lnTo>
                  <a:lnTo>
                    <a:pt x="459553" y="299095"/>
                  </a:lnTo>
                  <a:lnTo>
                    <a:pt x="459775" y="299638"/>
                  </a:lnTo>
                  <a:lnTo>
                    <a:pt x="459531" y="299656"/>
                  </a:lnTo>
                  <a:lnTo>
                    <a:pt x="459240" y="299780"/>
                  </a:lnTo>
                  <a:lnTo>
                    <a:pt x="458843" y="300220"/>
                  </a:lnTo>
                  <a:lnTo>
                    <a:pt x="458971" y="300488"/>
                  </a:lnTo>
                  <a:lnTo>
                    <a:pt x="459067" y="300656"/>
                  </a:lnTo>
                  <a:lnTo>
                    <a:pt x="459245" y="300761"/>
                  </a:lnTo>
                  <a:lnTo>
                    <a:pt x="459544" y="301008"/>
                  </a:lnTo>
                  <a:lnTo>
                    <a:pt x="459494" y="301311"/>
                  </a:lnTo>
                  <a:lnTo>
                    <a:pt x="459600" y="301753"/>
                  </a:lnTo>
                  <a:lnTo>
                    <a:pt x="459630" y="302188"/>
                  </a:lnTo>
                  <a:lnTo>
                    <a:pt x="459637" y="302643"/>
                  </a:lnTo>
                  <a:lnTo>
                    <a:pt x="459552" y="303145"/>
                  </a:lnTo>
                  <a:lnTo>
                    <a:pt x="459845" y="303503"/>
                  </a:lnTo>
                  <a:lnTo>
                    <a:pt x="460113" y="303879"/>
                  </a:lnTo>
                  <a:lnTo>
                    <a:pt x="460457" y="304112"/>
                  </a:lnTo>
                  <a:lnTo>
                    <a:pt x="460707" y="304259"/>
                  </a:lnTo>
                  <a:lnTo>
                    <a:pt x="461091" y="304508"/>
                  </a:lnTo>
                  <a:lnTo>
                    <a:pt x="461355" y="305234"/>
                  </a:lnTo>
                  <a:lnTo>
                    <a:pt x="461093" y="305331"/>
                  </a:lnTo>
                  <a:lnTo>
                    <a:pt x="461002" y="305516"/>
                  </a:lnTo>
                  <a:lnTo>
                    <a:pt x="460801" y="306231"/>
                  </a:lnTo>
                  <a:lnTo>
                    <a:pt x="460260" y="306770"/>
                  </a:lnTo>
                  <a:lnTo>
                    <a:pt x="460166" y="307036"/>
                  </a:lnTo>
                  <a:lnTo>
                    <a:pt x="460341" y="307625"/>
                  </a:lnTo>
                  <a:lnTo>
                    <a:pt x="460335" y="308096"/>
                  </a:lnTo>
                  <a:lnTo>
                    <a:pt x="460440" y="308378"/>
                  </a:lnTo>
                  <a:lnTo>
                    <a:pt x="460875" y="308634"/>
                  </a:lnTo>
                  <a:lnTo>
                    <a:pt x="460795" y="308798"/>
                  </a:lnTo>
                  <a:lnTo>
                    <a:pt x="460839" y="309070"/>
                  </a:lnTo>
                  <a:lnTo>
                    <a:pt x="460979" y="309422"/>
                  </a:lnTo>
                  <a:lnTo>
                    <a:pt x="461139" y="309514"/>
                  </a:lnTo>
                  <a:lnTo>
                    <a:pt x="462008" y="309701"/>
                  </a:lnTo>
                  <a:lnTo>
                    <a:pt x="462541" y="309692"/>
                  </a:lnTo>
                  <a:lnTo>
                    <a:pt x="462834" y="309624"/>
                  </a:lnTo>
                  <a:lnTo>
                    <a:pt x="462963" y="309491"/>
                  </a:lnTo>
                  <a:lnTo>
                    <a:pt x="463389" y="309199"/>
                  </a:lnTo>
                  <a:lnTo>
                    <a:pt x="463702" y="309178"/>
                  </a:lnTo>
                  <a:lnTo>
                    <a:pt x="464270" y="309289"/>
                  </a:lnTo>
                  <a:lnTo>
                    <a:pt x="464381" y="309495"/>
                  </a:lnTo>
                  <a:lnTo>
                    <a:pt x="464449" y="309625"/>
                  </a:lnTo>
                  <a:lnTo>
                    <a:pt x="464618" y="309843"/>
                  </a:lnTo>
                  <a:lnTo>
                    <a:pt x="464949" y="310168"/>
                  </a:lnTo>
                  <a:lnTo>
                    <a:pt x="465169" y="310170"/>
                  </a:lnTo>
                  <a:lnTo>
                    <a:pt x="465343" y="310178"/>
                  </a:lnTo>
                  <a:lnTo>
                    <a:pt x="465535" y="310292"/>
                  </a:lnTo>
                  <a:lnTo>
                    <a:pt x="466241" y="310470"/>
                  </a:lnTo>
                  <a:lnTo>
                    <a:pt x="466484" y="310777"/>
                  </a:lnTo>
                  <a:lnTo>
                    <a:pt x="466672" y="310813"/>
                  </a:lnTo>
                  <a:lnTo>
                    <a:pt x="466952" y="310627"/>
                  </a:lnTo>
                  <a:lnTo>
                    <a:pt x="467240" y="310474"/>
                  </a:lnTo>
                  <a:lnTo>
                    <a:pt x="467741" y="310657"/>
                  </a:lnTo>
                  <a:lnTo>
                    <a:pt x="468210" y="310988"/>
                  </a:lnTo>
                  <a:lnTo>
                    <a:pt x="468598" y="311248"/>
                  </a:lnTo>
                  <a:lnTo>
                    <a:pt x="468808" y="310904"/>
                  </a:lnTo>
                  <a:lnTo>
                    <a:pt x="468948" y="310857"/>
                  </a:lnTo>
                  <a:lnTo>
                    <a:pt x="469371" y="310943"/>
                  </a:lnTo>
                  <a:lnTo>
                    <a:pt x="469773" y="310738"/>
                  </a:lnTo>
                  <a:lnTo>
                    <a:pt x="470255" y="310998"/>
                  </a:lnTo>
                  <a:lnTo>
                    <a:pt x="470354" y="311193"/>
                  </a:lnTo>
                  <a:lnTo>
                    <a:pt x="470354" y="311335"/>
                  </a:lnTo>
                  <a:lnTo>
                    <a:pt x="470206" y="311745"/>
                  </a:lnTo>
                  <a:lnTo>
                    <a:pt x="470399" y="312729"/>
                  </a:lnTo>
                  <a:lnTo>
                    <a:pt x="470713" y="312640"/>
                  </a:lnTo>
                  <a:lnTo>
                    <a:pt x="471241" y="312776"/>
                  </a:lnTo>
                  <a:lnTo>
                    <a:pt x="471847" y="312742"/>
                  </a:lnTo>
                  <a:lnTo>
                    <a:pt x="471937" y="313021"/>
                  </a:lnTo>
                  <a:lnTo>
                    <a:pt x="471987" y="313202"/>
                  </a:lnTo>
                  <a:lnTo>
                    <a:pt x="472021" y="313371"/>
                  </a:lnTo>
                  <a:lnTo>
                    <a:pt x="472130" y="313596"/>
                  </a:lnTo>
                  <a:lnTo>
                    <a:pt x="472373" y="313574"/>
                  </a:lnTo>
                  <a:lnTo>
                    <a:pt x="472720" y="313443"/>
                  </a:lnTo>
                  <a:lnTo>
                    <a:pt x="473775" y="313823"/>
                  </a:lnTo>
                  <a:lnTo>
                    <a:pt x="474094" y="313821"/>
                  </a:lnTo>
                  <a:lnTo>
                    <a:pt x="474853" y="314597"/>
                  </a:lnTo>
                  <a:lnTo>
                    <a:pt x="475498" y="314747"/>
                  </a:lnTo>
                  <a:lnTo>
                    <a:pt x="475787" y="314869"/>
                  </a:lnTo>
                  <a:lnTo>
                    <a:pt x="476110" y="315239"/>
                  </a:lnTo>
                  <a:lnTo>
                    <a:pt x="476421" y="315635"/>
                  </a:lnTo>
                  <a:lnTo>
                    <a:pt x="476695" y="315574"/>
                  </a:lnTo>
                  <a:lnTo>
                    <a:pt x="477143" y="315643"/>
                  </a:lnTo>
                  <a:lnTo>
                    <a:pt x="477185" y="315779"/>
                  </a:lnTo>
                  <a:lnTo>
                    <a:pt x="477549" y="316354"/>
                  </a:lnTo>
                  <a:lnTo>
                    <a:pt x="478187" y="316551"/>
                  </a:lnTo>
                  <a:lnTo>
                    <a:pt x="478551" y="316870"/>
                  </a:lnTo>
                  <a:lnTo>
                    <a:pt x="478570" y="317076"/>
                  </a:lnTo>
                  <a:lnTo>
                    <a:pt x="478795" y="317666"/>
                  </a:lnTo>
                  <a:lnTo>
                    <a:pt x="479051" y="318098"/>
                  </a:lnTo>
                  <a:lnTo>
                    <a:pt x="479232" y="318553"/>
                  </a:lnTo>
                  <a:lnTo>
                    <a:pt x="479257" y="318916"/>
                  </a:lnTo>
                  <a:lnTo>
                    <a:pt x="479539" y="319106"/>
                  </a:lnTo>
                  <a:lnTo>
                    <a:pt x="479728" y="319259"/>
                  </a:lnTo>
                  <a:lnTo>
                    <a:pt x="480169" y="319788"/>
                  </a:lnTo>
                  <a:lnTo>
                    <a:pt x="480634" y="319864"/>
                  </a:lnTo>
                  <a:lnTo>
                    <a:pt x="480989" y="319922"/>
                  </a:lnTo>
                  <a:lnTo>
                    <a:pt x="481511" y="320003"/>
                  </a:lnTo>
                  <a:lnTo>
                    <a:pt x="482280" y="319593"/>
                  </a:lnTo>
                  <a:lnTo>
                    <a:pt x="482475" y="319291"/>
                  </a:lnTo>
                  <a:lnTo>
                    <a:pt x="482656" y="319058"/>
                  </a:lnTo>
                  <a:lnTo>
                    <a:pt x="483071" y="318534"/>
                  </a:lnTo>
                  <a:lnTo>
                    <a:pt x="483509" y="318082"/>
                  </a:lnTo>
                  <a:lnTo>
                    <a:pt x="483927" y="317854"/>
                  </a:lnTo>
                  <a:lnTo>
                    <a:pt x="484438" y="317437"/>
                  </a:lnTo>
                  <a:lnTo>
                    <a:pt x="484814" y="317347"/>
                  </a:lnTo>
                  <a:lnTo>
                    <a:pt x="485476" y="317064"/>
                  </a:lnTo>
                  <a:lnTo>
                    <a:pt x="486395" y="316433"/>
                  </a:lnTo>
                  <a:lnTo>
                    <a:pt x="487181" y="316373"/>
                  </a:lnTo>
                  <a:lnTo>
                    <a:pt x="487663" y="316739"/>
                  </a:lnTo>
                  <a:lnTo>
                    <a:pt x="488217" y="317289"/>
                  </a:lnTo>
                  <a:lnTo>
                    <a:pt x="488435" y="317402"/>
                  </a:lnTo>
                  <a:lnTo>
                    <a:pt x="488652" y="317488"/>
                  </a:lnTo>
                  <a:lnTo>
                    <a:pt x="489023" y="317756"/>
                  </a:lnTo>
                  <a:lnTo>
                    <a:pt x="489228" y="318128"/>
                  </a:lnTo>
                  <a:lnTo>
                    <a:pt x="489639" y="318573"/>
                  </a:lnTo>
                  <a:lnTo>
                    <a:pt x="489889" y="318786"/>
                  </a:lnTo>
                  <a:lnTo>
                    <a:pt x="490147" y="318967"/>
                  </a:lnTo>
                  <a:lnTo>
                    <a:pt x="490992" y="319245"/>
                  </a:lnTo>
                  <a:lnTo>
                    <a:pt x="491215" y="319366"/>
                  </a:lnTo>
                  <a:lnTo>
                    <a:pt x="491517" y="320095"/>
                  </a:lnTo>
                  <a:lnTo>
                    <a:pt x="491860" y="320292"/>
                  </a:lnTo>
                  <a:lnTo>
                    <a:pt x="492112" y="320397"/>
                  </a:lnTo>
                  <a:lnTo>
                    <a:pt x="492574" y="320264"/>
                  </a:lnTo>
                  <a:lnTo>
                    <a:pt x="492844" y="320125"/>
                  </a:lnTo>
                  <a:lnTo>
                    <a:pt x="493017" y="319983"/>
                  </a:lnTo>
                  <a:lnTo>
                    <a:pt x="494237" y="319734"/>
                  </a:lnTo>
                  <a:lnTo>
                    <a:pt x="494620" y="319593"/>
                  </a:lnTo>
                  <a:lnTo>
                    <a:pt x="494811" y="318985"/>
                  </a:lnTo>
                  <a:lnTo>
                    <a:pt x="495894" y="318788"/>
                  </a:lnTo>
                  <a:lnTo>
                    <a:pt x="496022" y="318190"/>
                  </a:lnTo>
                  <a:lnTo>
                    <a:pt x="496102" y="317966"/>
                  </a:lnTo>
                  <a:lnTo>
                    <a:pt x="496554" y="317881"/>
                  </a:lnTo>
                  <a:lnTo>
                    <a:pt x="496986" y="318038"/>
                  </a:lnTo>
                  <a:lnTo>
                    <a:pt x="497089" y="318166"/>
                  </a:lnTo>
                  <a:lnTo>
                    <a:pt x="497552" y="318316"/>
                  </a:lnTo>
                  <a:lnTo>
                    <a:pt x="498173" y="318347"/>
                  </a:lnTo>
                  <a:lnTo>
                    <a:pt x="498497" y="317867"/>
                  </a:lnTo>
                  <a:lnTo>
                    <a:pt x="498726" y="317841"/>
                  </a:lnTo>
                  <a:lnTo>
                    <a:pt x="499115" y="317771"/>
                  </a:lnTo>
                  <a:lnTo>
                    <a:pt x="499121" y="317437"/>
                  </a:lnTo>
                  <a:lnTo>
                    <a:pt x="498933" y="317270"/>
                  </a:lnTo>
                  <a:lnTo>
                    <a:pt x="499094" y="316715"/>
                  </a:lnTo>
                  <a:lnTo>
                    <a:pt x="499346" y="316784"/>
                  </a:lnTo>
                  <a:lnTo>
                    <a:pt x="499512" y="316979"/>
                  </a:lnTo>
                  <a:lnTo>
                    <a:pt x="499584" y="317233"/>
                  </a:lnTo>
                  <a:lnTo>
                    <a:pt x="499538" y="317751"/>
                  </a:lnTo>
                  <a:lnTo>
                    <a:pt x="499469" y="318193"/>
                  </a:lnTo>
                  <a:lnTo>
                    <a:pt x="499214" y="318551"/>
                  </a:lnTo>
                  <a:lnTo>
                    <a:pt x="498957" y="319055"/>
                  </a:lnTo>
                  <a:lnTo>
                    <a:pt x="498804" y="319540"/>
                  </a:lnTo>
                  <a:lnTo>
                    <a:pt x="498787" y="319734"/>
                  </a:lnTo>
                  <a:lnTo>
                    <a:pt x="498808" y="319887"/>
                  </a:lnTo>
                  <a:lnTo>
                    <a:pt x="498983" y="320374"/>
                  </a:lnTo>
                  <a:lnTo>
                    <a:pt x="499359" y="321023"/>
                  </a:lnTo>
                  <a:lnTo>
                    <a:pt x="499401" y="321275"/>
                  </a:lnTo>
                  <a:lnTo>
                    <a:pt x="499325" y="321770"/>
                  </a:lnTo>
                  <a:lnTo>
                    <a:pt x="499188" y="321983"/>
                  </a:lnTo>
                  <a:lnTo>
                    <a:pt x="498915" y="322177"/>
                  </a:lnTo>
                  <a:lnTo>
                    <a:pt x="498462" y="322322"/>
                  </a:lnTo>
                  <a:lnTo>
                    <a:pt x="497975" y="322545"/>
                  </a:lnTo>
                  <a:lnTo>
                    <a:pt x="497847" y="322701"/>
                  </a:lnTo>
                  <a:lnTo>
                    <a:pt x="497685" y="323098"/>
                  </a:lnTo>
                  <a:lnTo>
                    <a:pt x="497412" y="324291"/>
                  </a:lnTo>
                  <a:lnTo>
                    <a:pt x="497394" y="324610"/>
                  </a:lnTo>
                  <a:lnTo>
                    <a:pt x="497367" y="325056"/>
                  </a:lnTo>
                  <a:lnTo>
                    <a:pt x="497377" y="325638"/>
                  </a:lnTo>
                  <a:lnTo>
                    <a:pt x="497403" y="326259"/>
                  </a:lnTo>
                  <a:lnTo>
                    <a:pt x="497343" y="326646"/>
                  </a:lnTo>
                  <a:lnTo>
                    <a:pt x="497223" y="326903"/>
                  </a:lnTo>
                  <a:lnTo>
                    <a:pt x="497121" y="327121"/>
                  </a:lnTo>
                  <a:lnTo>
                    <a:pt x="497027" y="327587"/>
                  </a:lnTo>
                  <a:lnTo>
                    <a:pt x="496874" y="328033"/>
                  </a:lnTo>
                  <a:lnTo>
                    <a:pt x="496575" y="328372"/>
                  </a:lnTo>
                  <a:lnTo>
                    <a:pt x="495943" y="328915"/>
                  </a:lnTo>
                  <a:lnTo>
                    <a:pt x="495046" y="329448"/>
                  </a:lnTo>
                  <a:lnTo>
                    <a:pt x="494679" y="329904"/>
                  </a:lnTo>
                  <a:lnTo>
                    <a:pt x="494534" y="330447"/>
                  </a:lnTo>
                  <a:lnTo>
                    <a:pt x="494551" y="330641"/>
                  </a:lnTo>
                  <a:lnTo>
                    <a:pt x="494655" y="330936"/>
                  </a:lnTo>
                  <a:lnTo>
                    <a:pt x="494773" y="331125"/>
                  </a:lnTo>
                  <a:lnTo>
                    <a:pt x="495068" y="331423"/>
                  </a:lnTo>
                  <a:lnTo>
                    <a:pt x="495387" y="331808"/>
                  </a:lnTo>
                  <a:lnTo>
                    <a:pt x="495454" y="332020"/>
                  </a:lnTo>
                  <a:lnTo>
                    <a:pt x="495422" y="332182"/>
                  </a:lnTo>
                  <a:lnTo>
                    <a:pt x="495225" y="332793"/>
                  </a:lnTo>
                  <a:lnTo>
                    <a:pt x="495242" y="332967"/>
                  </a:lnTo>
                  <a:lnTo>
                    <a:pt x="495353" y="333161"/>
                  </a:lnTo>
                  <a:lnTo>
                    <a:pt x="495394" y="333521"/>
                  </a:lnTo>
                  <a:lnTo>
                    <a:pt x="495140" y="334315"/>
                  </a:lnTo>
                  <a:lnTo>
                    <a:pt x="495003" y="334557"/>
                  </a:lnTo>
                  <a:lnTo>
                    <a:pt x="493560" y="335769"/>
                  </a:lnTo>
                  <a:lnTo>
                    <a:pt x="493201" y="336147"/>
                  </a:lnTo>
                  <a:lnTo>
                    <a:pt x="493184" y="336361"/>
                  </a:lnTo>
                  <a:lnTo>
                    <a:pt x="493304" y="337563"/>
                  </a:lnTo>
                  <a:lnTo>
                    <a:pt x="493074" y="337553"/>
                  </a:lnTo>
                  <a:lnTo>
                    <a:pt x="492851" y="337543"/>
                  </a:lnTo>
                  <a:lnTo>
                    <a:pt x="492714" y="337533"/>
                  </a:lnTo>
                  <a:lnTo>
                    <a:pt x="492339" y="337505"/>
                  </a:lnTo>
                  <a:lnTo>
                    <a:pt x="491527" y="337650"/>
                  </a:lnTo>
                  <a:lnTo>
                    <a:pt x="491135" y="337844"/>
                  </a:lnTo>
                  <a:lnTo>
                    <a:pt x="491058" y="338028"/>
                  </a:lnTo>
                  <a:lnTo>
                    <a:pt x="491041" y="338251"/>
                  </a:lnTo>
                  <a:lnTo>
                    <a:pt x="491167" y="338594"/>
                  </a:lnTo>
                  <a:lnTo>
                    <a:pt x="490892" y="338880"/>
                  </a:lnTo>
                  <a:lnTo>
                    <a:pt x="490733" y="338998"/>
                  </a:lnTo>
                  <a:lnTo>
                    <a:pt x="490366" y="339385"/>
                  </a:lnTo>
                  <a:lnTo>
                    <a:pt x="490118" y="339831"/>
                  </a:lnTo>
                  <a:lnTo>
                    <a:pt x="490127" y="340035"/>
                  </a:lnTo>
                  <a:lnTo>
                    <a:pt x="490400" y="340335"/>
                  </a:lnTo>
                  <a:lnTo>
                    <a:pt x="490733" y="340743"/>
                  </a:lnTo>
                  <a:lnTo>
                    <a:pt x="490964" y="341363"/>
                  </a:lnTo>
                  <a:lnTo>
                    <a:pt x="491006" y="341906"/>
                  </a:lnTo>
                  <a:lnTo>
                    <a:pt x="491092" y="342313"/>
                  </a:lnTo>
                  <a:lnTo>
                    <a:pt x="491237" y="342507"/>
                  </a:lnTo>
                  <a:lnTo>
                    <a:pt x="491613" y="342691"/>
                  </a:lnTo>
                  <a:lnTo>
                    <a:pt x="491929" y="342711"/>
                  </a:lnTo>
                  <a:lnTo>
                    <a:pt x="492381" y="342672"/>
                  </a:lnTo>
                  <a:lnTo>
                    <a:pt x="492552" y="342895"/>
                  </a:lnTo>
                  <a:lnTo>
                    <a:pt x="492322" y="343244"/>
                  </a:lnTo>
                  <a:lnTo>
                    <a:pt x="492176" y="343486"/>
                  </a:lnTo>
                  <a:lnTo>
                    <a:pt x="492236" y="343884"/>
                  </a:lnTo>
                  <a:lnTo>
                    <a:pt x="492185" y="344039"/>
                  </a:lnTo>
                  <a:lnTo>
                    <a:pt x="491878" y="344223"/>
                  </a:lnTo>
                  <a:lnTo>
                    <a:pt x="491527" y="344427"/>
                  </a:lnTo>
                  <a:lnTo>
                    <a:pt x="491229" y="344853"/>
                  </a:lnTo>
                  <a:lnTo>
                    <a:pt x="491006" y="345057"/>
                  </a:lnTo>
                  <a:lnTo>
                    <a:pt x="490554" y="345154"/>
                  </a:lnTo>
                  <a:lnTo>
                    <a:pt x="490238" y="345173"/>
                  </a:lnTo>
                  <a:lnTo>
                    <a:pt x="489828" y="345028"/>
                  </a:lnTo>
                  <a:lnTo>
                    <a:pt x="489316" y="344795"/>
                  </a:lnTo>
                  <a:lnTo>
                    <a:pt x="489128" y="344756"/>
                  </a:lnTo>
                  <a:lnTo>
                    <a:pt x="488812" y="344873"/>
                  </a:lnTo>
                  <a:lnTo>
                    <a:pt x="488675" y="344921"/>
                  </a:lnTo>
                  <a:lnTo>
                    <a:pt x="487949" y="344630"/>
                  </a:lnTo>
                  <a:lnTo>
                    <a:pt x="487625" y="344456"/>
                  </a:lnTo>
                  <a:lnTo>
                    <a:pt x="487462" y="344514"/>
                  </a:lnTo>
                  <a:lnTo>
                    <a:pt x="486967" y="344960"/>
                  </a:lnTo>
                  <a:lnTo>
                    <a:pt x="486822" y="345367"/>
                  </a:lnTo>
                  <a:lnTo>
                    <a:pt x="486813" y="345580"/>
                  </a:lnTo>
                  <a:lnTo>
                    <a:pt x="487454" y="346763"/>
                  </a:lnTo>
                  <a:lnTo>
                    <a:pt x="487745" y="347367"/>
                  </a:lnTo>
                  <a:lnTo>
                    <a:pt x="487745" y="347512"/>
                  </a:lnTo>
                  <a:lnTo>
                    <a:pt x="487521" y="347633"/>
                  </a:lnTo>
                  <a:lnTo>
                    <a:pt x="486659" y="347826"/>
                  </a:lnTo>
                  <a:lnTo>
                    <a:pt x="485520" y="347863"/>
                  </a:lnTo>
                  <a:lnTo>
                    <a:pt x="485339" y="347863"/>
                  </a:lnTo>
                  <a:lnTo>
                    <a:pt x="485094" y="347838"/>
                  </a:lnTo>
                  <a:lnTo>
                    <a:pt x="484958" y="347767"/>
                  </a:lnTo>
                  <a:lnTo>
                    <a:pt x="484679" y="347621"/>
                  </a:lnTo>
                  <a:lnTo>
                    <a:pt x="484317" y="347379"/>
                  </a:lnTo>
                  <a:lnTo>
                    <a:pt x="483880" y="347125"/>
                  </a:lnTo>
                  <a:lnTo>
                    <a:pt x="483380" y="347083"/>
                  </a:lnTo>
                  <a:lnTo>
                    <a:pt x="482731" y="347162"/>
                  </a:lnTo>
                  <a:lnTo>
                    <a:pt x="482209" y="347488"/>
                  </a:lnTo>
                  <a:lnTo>
                    <a:pt x="481634" y="348044"/>
                  </a:lnTo>
                  <a:lnTo>
                    <a:pt x="481474" y="348092"/>
                  </a:lnTo>
                  <a:lnTo>
                    <a:pt x="481006" y="347838"/>
                  </a:lnTo>
                  <a:lnTo>
                    <a:pt x="480825" y="347633"/>
                  </a:lnTo>
                  <a:lnTo>
                    <a:pt x="480664" y="347605"/>
                  </a:lnTo>
                  <a:lnTo>
                    <a:pt x="480378" y="347621"/>
                  </a:lnTo>
                  <a:lnTo>
                    <a:pt x="480101" y="347560"/>
                  </a:lnTo>
                  <a:lnTo>
                    <a:pt x="479760" y="347234"/>
                  </a:lnTo>
                  <a:lnTo>
                    <a:pt x="479292" y="346847"/>
                  </a:lnTo>
                  <a:lnTo>
                    <a:pt x="478972" y="346727"/>
                  </a:lnTo>
                  <a:lnTo>
                    <a:pt x="478472" y="346799"/>
                  </a:lnTo>
                  <a:lnTo>
                    <a:pt x="477801" y="346920"/>
                  </a:lnTo>
                  <a:lnTo>
                    <a:pt x="477333" y="347137"/>
                  </a:lnTo>
                  <a:lnTo>
                    <a:pt x="477099" y="347403"/>
                  </a:lnTo>
                  <a:lnTo>
                    <a:pt x="476861" y="348020"/>
                  </a:lnTo>
                  <a:lnTo>
                    <a:pt x="476577" y="348769"/>
                  </a:lnTo>
                  <a:lnTo>
                    <a:pt x="476407" y="348938"/>
                  </a:lnTo>
                  <a:lnTo>
                    <a:pt x="476194" y="348938"/>
                  </a:lnTo>
                  <a:lnTo>
                    <a:pt x="475512" y="348745"/>
                  </a:lnTo>
                  <a:lnTo>
                    <a:pt x="475161" y="348757"/>
                  </a:lnTo>
                  <a:lnTo>
                    <a:pt x="474594" y="349090"/>
                  </a:lnTo>
                  <a:lnTo>
                    <a:pt x="474366" y="349202"/>
                  </a:lnTo>
                  <a:lnTo>
                    <a:pt x="474162" y="349182"/>
                  </a:lnTo>
                  <a:lnTo>
                    <a:pt x="474032" y="349023"/>
                  </a:lnTo>
                  <a:lnTo>
                    <a:pt x="473713" y="348612"/>
                  </a:lnTo>
                  <a:lnTo>
                    <a:pt x="473245" y="348406"/>
                  </a:lnTo>
                  <a:lnTo>
                    <a:pt x="472744" y="348358"/>
                  </a:lnTo>
                  <a:lnTo>
                    <a:pt x="472368" y="348368"/>
                  </a:lnTo>
                  <a:lnTo>
                    <a:pt x="471584" y="348709"/>
                  </a:lnTo>
                  <a:lnTo>
                    <a:pt x="470097" y="349386"/>
                  </a:lnTo>
                  <a:lnTo>
                    <a:pt x="469859" y="349494"/>
                  </a:lnTo>
                  <a:lnTo>
                    <a:pt x="469141" y="349951"/>
                  </a:lnTo>
                  <a:lnTo>
                    <a:pt x="468890" y="350111"/>
                  </a:lnTo>
                  <a:lnTo>
                    <a:pt x="468635" y="350195"/>
                  </a:lnTo>
                  <a:lnTo>
                    <a:pt x="468337" y="350147"/>
                  </a:lnTo>
                  <a:lnTo>
                    <a:pt x="467687" y="349990"/>
                  </a:lnTo>
                  <a:lnTo>
                    <a:pt x="467453" y="350014"/>
                  </a:lnTo>
                  <a:lnTo>
                    <a:pt x="467187" y="350207"/>
                  </a:lnTo>
                  <a:lnTo>
                    <a:pt x="466793" y="350763"/>
                  </a:lnTo>
                  <a:lnTo>
                    <a:pt x="466325" y="351210"/>
                  </a:lnTo>
                  <a:lnTo>
                    <a:pt x="466069" y="351353"/>
                  </a:lnTo>
                  <a:lnTo>
                    <a:pt x="465888" y="351488"/>
                  </a:lnTo>
                  <a:lnTo>
                    <a:pt x="465601" y="351621"/>
                  </a:lnTo>
                  <a:lnTo>
                    <a:pt x="464547" y="351996"/>
                  </a:lnTo>
                  <a:lnTo>
                    <a:pt x="463535" y="352153"/>
                  </a:lnTo>
                  <a:lnTo>
                    <a:pt x="463088" y="352371"/>
                  </a:lnTo>
                  <a:lnTo>
                    <a:pt x="462364" y="353011"/>
                  </a:lnTo>
                  <a:lnTo>
                    <a:pt x="461840" y="353432"/>
                  </a:lnTo>
                  <a:lnTo>
                    <a:pt x="461459" y="354075"/>
                  </a:lnTo>
                  <a:lnTo>
                    <a:pt x="461214" y="354099"/>
                  </a:lnTo>
                  <a:lnTo>
                    <a:pt x="460884" y="354051"/>
                  </a:lnTo>
                  <a:lnTo>
                    <a:pt x="460607" y="354316"/>
                  </a:lnTo>
                  <a:lnTo>
                    <a:pt x="460778" y="354534"/>
                  </a:lnTo>
                  <a:lnTo>
                    <a:pt x="461363" y="355102"/>
                  </a:lnTo>
                  <a:lnTo>
                    <a:pt x="461800" y="355259"/>
                  </a:lnTo>
                  <a:lnTo>
                    <a:pt x="462449" y="355416"/>
                  </a:lnTo>
                  <a:lnTo>
                    <a:pt x="462715" y="355646"/>
                  </a:lnTo>
                  <a:lnTo>
                    <a:pt x="462950" y="356141"/>
                  </a:lnTo>
                  <a:lnTo>
                    <a:pt x="463120" y="356250"/>
                  </a:lnTo>
                  <a:lnTo>
                    <a:pt x="463354" y="356226"/>
                  </a:lnTo>
                  <a:lnTo>
                    <a:pt x="463706" y="356093"/>
                  </a:lnTo>
                  <a:lnTo>
                    <a:pt x="464504" y="355960"/>
                  </a:lnTo>
                  <a:lnTo>
                    <a:pt x="465302" y="355610"/>
                  </a:lnTo>
                  <a:lnTo>
                    <a:pt x="465633" y="355537"/>
                  </a:lnTo>
                  <a:lnTo>
                    <a:pt x="466133" y="355573"/>
                  </a:lnTo>
                  <a:lnTo>
                    <a:pt x="467070" y="355876"/>
                  </a:lnTo>
                  <a:lnTo>
                    <a:pt x="467328" y="356033"/>
                  </a:lnTo>
                  <a:lnTo>
                    <a:pt x="467762" y="356226"/>
                  </a:lnTo>
                  <a:lnTo>
                    <a:pt x="467996" y="356419"/>
                  </a:lnTo>
                  <a:lnTo>
                    <a:pt x="468433" y="356867"/>
                  </a:lnTo>
                  <a:lnTo>
                    <a:pt x="468784" y="357229"/>
                  </a:lnTo>
                  <a:lnTo>
                    <a:pt x="469039" y="357616"/>
                  </a:lnTo>
                  <a:lnTo>
                    <a:pt x="469307" y="358380"/>
                  </a:lnTo>
                  <a:lnTo>
                    <a:pt x="469604" y="358788"/>
                  </a:lnTo>
                  <a:lnTo>
                    <a:pt x="469891" y="359090"/>
                  </a:lnTo>
                  <a:lnTo>
                    <a:pt x="470029" y="359417"/>
                  </a:lnTo>
                  <a:lnTo>
                    <a:pt x="470439" y="360661"/>
                  </a:lnTo>
                  <a:lnTo>
                    <a:pt x="470445" y="360855"/>
                  </a:lnTo>
                  <a:lnTo>
                    <a:pt x="470379" y="361083"/>
                  </a:lnTo>
                  <a:lnTo>
                    <a:pt x="469610" y="362828"/>
                  </a:lnTo>
                  <a:lnTo>
                    <a:pt x="468915" y="362457"/>
                  </a:lnTo>
                  <a:lnTo>
                    <a:pt x="468572" y="362383"/>
                  </a:lnTo>
                  <a:lnTo>
                    <a:pt x="468155" y="362429"/>
                  </a:lnTo>
                  <a:lnTo>
                    <a:pt x="467705" y="362661"/>
                  </a:lnTo>
                  <a:lnTo>
                    <a:pt x="467969" y="363190"/>
                  </a:lnTo>
                  <a:lnTo>
                    <a:pt x="468040" y="363701"/>
                  </a:lnTo>
                  <a:lnTo>
                    <a:pt x="467897" y="365162"/>
                  </a:lnTo>
                  <a:lnTo>
                    <a:pt x="469142" y="365785"/>
                  </a:lnTo>
                  <a:lnTo>
                    <a:pt x="469061" y="367729"/>
                  </a:lnTo>
                  <a:lnTo>
                    <a:pt x="469145" y="367945"/>
                  </a:lnTo>
                  <a:lnTo>
                    <a:pt x="469852" y="368226"/>
                  </a:lnTo>
                  <a:lnTo>
                    <a:pt x="470044" y="368296"/>
                  </a:lnTo>
                  <a:lnTo>
                    <a:pt x="470648" y="368651"/>
                  </a:lnTo>
                  <a:lnTo>
                    <a:pt x="470594" y="368843"/>
                  </a:lnTo>
                  <a:lnTo>
                    <a:pt x="470435" y="368773"/>
                  </a:lnTo>
                  <a:lnTo>
                    <a:pt x="470016" y="368525"/>
                  </a:lnTo>
                  <a:lnTo>
                    <a:pt x="469611" y="368373"/>
                  </a:lnTo>
                  <a:lnTo>
                    <a:pt x="469461" y="368363"/>
                  </a:lnTo>
                  <a:lnTo>
                    <a:pt x="469116" y="368374"/>
                  </a:lnTo>
                  <a:lnTo>
                    <a:pt x="468678" y="368477"/>
                  </a:lnTo>
                  <a:lnTo>
                    <a:pt x="468293" y="368469"/>
                  </a:lnTo>
                  <a:lnTo>
                    <a:pt x="468087" y="368333"/>
                  </a:lnTo>
                  <a:lnTo>
                    <a:pt x="467922" y="368020"/>
                  </a:lnTo>
                  <a:lnTo>
                    <a:pt x="467883" y="367892"/>
                  </a:lnTo>
                  <a:lnTo>
                    <a:pt x="468023" y="367304"/>
                  </a:lnTo>
                  <a:lnTo>
                    <a:pt x="468673" y="366315"/>
                  </a:lnTo>
                  <a:lnTo>
                    <a:pt x="468529" y="365926"/>
                  </a:lnTo>
                  <a:lnTo>
                    <a:pt x="468372" y="365863"/>
                  </a:lnTo>
                  <a:lnTo>
                    <a:pt x="468167" y="365802"/>
                  </a:lnTo>
                  <a:lnTo>
                    <a:pt x="467984" y="365788"/>
                  </a:lnTo>
                  <a:lnTo>
                    <a:pt x="467535" y="365686"/>
                  </a:lnTo>
                  <a:lnTo>
                    <a:pt x="467397" y="365598"/>
                  </a:lnTo>
                  <a:lnTo>
                    <a:pt x="467103" y="365048"/>
                  </a:lnTo>
                  <a:lnTo>
                    <a:pt x="467174" y="364871"/>
                  </a:lnTo>
                  <a:lnTo>
                    <a:pt x="467249" y="364474"/>
                  </a:lnTo>
                  <a:lnTo>
                    <a:pt x="467086" y="363874"/>
                  </a:lnTo>
                  <a:lnTo>
                    <a:pt x="466846" y="363639"/>
                  </a:lnTo>
                  <a:lnTo>
                    <a:pt x="466487" y="363395"/>
                  </a:lnTo>
                  <a:lnTo>
                    <a:pt x="466174" y="363085"/>
                  </a:lnTo>
                  <a:lnTo>
                    <a:pt x="466138" y="362919"/>
                  </a:lnTo>
                  <a:lnTo>
                    <a:pt x="466116" y="362401"/>
                  </a:lnTo>
                  <a:lnTo>
                    <a:pt x="466145" y="362138"/>
                  </a:lnTo>
                  <a:lnTo>
                    <a:pt x="466114" y="361902"/>
                  </a:lnTo>
                  <a:lnTo>
                    <a:pt x="466020" y="361738"/>
                  </a:lnTo>
                  <a:lnTo>
                    <a:pt x="465873" y="361575"/>
                  </a:lnTo>
                  <a:lnTo>
                    <a:pt x="465495" y="361047"/>
                  </a:lnTo>
                  <a:lnTo>
                    <a:pt x="465888" y="360507"/>
                  </a:lnTo>
                  <a:lnTo>
                    <a:pt x="466016" y="360294"/>
                  </a:lnTo>
                  <a:lnTo>
                    <a:pt x="466032" y="360140"/>
                  </a:lnTo>
                  <a:lnTo>
                    <a:pt x="465836" y="359648"/>
                  </a:lnTo>
                  <a:lnTo>
                    <a:pt x="465540" y="359403"/>
                  </a:lnTo>
                  <a:lnTo>
                    <a:pt x="465194" y="359239"/>
                  </a:lnTo>
                  <a:lnTo>
                    <a:pt x="465015" y="359200"/>
                  </a:lnTo>
                  <a:lnTo>
                    <a:pt x="464861" y="359179"/>
                  </a:lnTo>
                  <a:lnTo>
                    <a:pt x="464628" y="359188"/>
                  </a:lnTo>
                  <a:lnTo>
                    <a:pt x="464485" y="359217"/>
                  </a:lnTo>
                  <a:lnTo>
                    <a:pt x="464249" y="359283"/>
                  </a:lnTo>
                  <a:lnTo>
                    <a:pt x="463950" y="359391"/>
                  </a:lnTo>
                  <a:lnTo>
                    <a:pt x="463557" y="359763"/>
                  </a:lnTo>
                  <a:lnTo>
                    <a:pt x="463417" y="359935"/>
                  </a:lnTo>
                  <a:lnTo>
                    <a:pt x="463241" y="360225"/>
                  </a:lnTo>
                  <a:lnTo>
                    <a:pt x="463192" y="360425"/>
                  </a:lnTo>
                  <a:lnTo>
                    <a:pt x="463247" y="360713"/>
                  </a:lnTo>
                  <a:lnTo>
                    <a:pt x="463448" y="361047"/>
                  </a:lnTo>
                  <a:lnTo>
                    <a:pt x="463734" y="361338"/>
                  </a:lnTo>
                  <a:lnTo>
                    <a:pt x="463986" y="361708"/>
                  </a:lnTo>
                  <a:lnTo>
                    <a:pt x="464095" y="361944"/>
                  </a:lnTo>
                  <a:lnTo>
                    <a:pt x="463752" y="362336"/>
                  </a:lnTo>
                  <a:lnTo>
                    <a:pt x="463615" y="362531"/>
                  </a:lnTo>
                  <a:lnTo>
                    <a:pt x="463163" y="362711"/>
                  </a:lnTo>
                  <a:lnTo>
                    <a:pt x="462679" y="362733"/>
                  </a:lnTo>
                  <a:lnTo>
                    <a:pt x="462314" y="362638"/>
                  </a:lnTo>
                  <a:lnTo>
                    <a:pt x="461882" y="362362"/>
                  </a:lnTo>
                  <a:lnTo>
                    <a:pt x="461763" y="362227"/>
                  </a:lnTo>
                  <a:lnTo>
                    <a:pt x="461689" y="362086"/>
                  </a:lnTo>
                  <a:lnTo>
                    <a:pt x="461576" y="361865"/>
                  </a:lnTo>
                  <a:lnTo>
                    <a:pt x="461424" y="361534"/>
                  </a:lnTo>
                  <a:lnTo>
                    <a:pt x="461647" y="361294"/>
                  </a:lnTo>
                  <a:lnTo>
                    <a:pt x="462140" y="360777"/>
                  </a:lnTo>
                  <a:lnTo>
                    <a:pt x="462211" y="360579"/>
                  </a:lnTo>
                  <a:lnTo>
                    <a:pt x="462291" y="360120"/>
                  </a:lnTo>
                  <a:lnTo>
                    <a:pt x="461886" y="359762"/>
                  </a:lnTo>
                  <a:lnTo>
                    <a:pt x="461628" y="359559"/>
                  </a:lnTo>
                  <a:lnTo>
                    <a:pt x="461414" y="359560"/>
                  </a:lnTo>
                  <a:lnTo>
                    <a:pt x="461206" y="359616"/>
                  </a:lnTo>
                  <a:lnTo>
                    <a:pt x="460977" y="359736"/>
                  </a:lnTo>
                  <a:lnTo>
                    <a:pt x="460839" y="359932"/>
                  </a:lnTo>
                  <a:lnTo>
                    <a:pt x="460711" y="360087"/>
                  </a:lnTo>
                  <a:lnTo>
                    <a:pt x="460579" y="360230"/>
                  </a:lnTo>
                  <a:lnTo>
                    <a:pt x="460237" y="360271"/>
                  </a:lnTo>
                  <a:lnTo>
                    <a:pt x="459718" y="360193"/>
                  </a:lnTo>
                  <a:lnTo>
                    <a:pt x="459827" y="359736"/>
                  </a:lnTo>
                  <a:lnTo>
                    <a:pt x="459780" y="359562"/>
                  </a:lnTo>
                  <a:lnTo>
                    <a:pt x="459692" y="359424"/>
                  </a:lnTo>
                  <a:lnTo>
                    <a:pt x="459414" y="359281"/>
                  </a:lnTo>
                  <a:lnTo>
                    <a:pt x="459338" y="359135"/>
                  </a:lnTo>
                  <a:lnTo>
                    <a:pt x="458719" y="358466"/>
                  </a:lnTo>
                  <a:lnTo>
                    <a:pt x="458525" y="358290"/>
                  </a:lnTo>
                  <a:lnTo>
                    <a:pt x="458300" y="358180"/>
                  </a:lnTo>
                  <a:lnTo>
                    <a:pt x="457901" y="358046"/>
                  </a:lnTo>
                  <a:lnTo>
                    <a:pt x="457664" y="357995"/>
                  </a:lnTo>
                  <a:lnTo>
                    <a:pt x="456623" y="356881"/>
                  </a:lnTo>
                  <a:lnTo>
                    <a:pt x="456573" y="356595"/>
                  </a:lnTo>
                  <a:lnTo>
                    <a:pt x="456470" y="356297"/>
                  </a:lnTo>
                  <a:lnTo>
                    <a:pt x="456362" y="355982"/>
                  </a:lnTo>
                  <a:lnTo>
                    <a:pt x="456099" y="355548"/>
                  </a:lnTo>
                  <a:lnTo>
                    <a:pt x="455950" y="355377"/>
                  </a:lnTo>
                  <a:lnTo>
                    <a:pt x="455599" y="355262"/>
                  </a:lnTo>
                  <a:lnTo>
                    <a:pt x="455392" y="355258"/>
                  </a:lnTo>
                  <a:lnTo>
                    <a:pt x="455133" y="355249"/>
                  </a:lnTo>
                  <a:lnTo>
                    <a:pt x="454952" y="355238"/>
                  </a:lnTo>
                  <a:lnTo>
                    <a:pt x="454651" y="355207"/>
                  </a:lnTo>
                  <a:lnTo>
                    <a:pt x="454385" y="355026"/>
                  </a:lnTo>
                  <a:lnTo>
                    <a:pt x="454490" y="354861"/>
                  </a:lnTo>
                  <a:lnTo>
                    <a:pt x="454375" y="354583"/>
                  </a:lnTo>
                  <a:lnTo>
                    <a:pt x="453987" y="354102"/>
                  </a:lnTo>
                  <a:lnTo>
                    <a:pt x="453909" y="353719"/>
                  </a:lnTo>
                  <a:lnTo>
                    <a:pt x="453858" y="353426"/>
                  </a:lnTo>
                  <a:lnTo>
                    <a:pt x="453934" y="353063"/>
                  </a:lnTo>
                  <a:lnTo>
                    <a:pt x="453994" y="352917"/>
                  </a:lnTo>
                  <a:lnTo>
                    <a:pt x="454099" y="352583"/>
                  </a:lnTo>
                  <a:lnTo>
                    <a:pt x="454123" y="352438"/>
                  </a:lnTo>
                  <a:lnTo>
                    <a:pt x="453914" y="351743"/>
                  </a:lnTo>
                  <a:lnTo>
                    <a:pt x="454151" y="350848"/>
                  </a:lnTo>
                  <a:lnTo>
                    <a:pt x="453950" y="350607"/>
                  </a:lnTo>
                  <a:lnTo>
                    <a:pt x="453916" y="350418"/>
                  </a:lnTo>
                  <a:lnTo>
                    <a:pt x="453879" y="350078"/>
                  </a:lnTo>
                  <a:lnTo>
                    <a:pt x="454115" y="349818"/>
                  </a:lnTo>
                  <a:lnTo>
                    <a:pt x="454103" y="349537"/>
                  </a:lnTo>
                  <a:lnTo>
                    <a:pt x="454111" y="349345"/>
                  </a:lnTo>
                  <a:lnTo>
                    <a:pt x="454188" y="349207"/>
                  </a:lnTo>
                  <a:lnTo>
                    <a:pt x="454432" y="348919"/>
                  </a:lnTo>
                  <a:lnTo>
                    <a:pt x="454572" y="348537"/>
                  </a:lnTo>
                  <a:lnTo>
                    <a:pt x="454367" y="347751"/>
                  </a:lnTo>
                  <a:lnTo>
                    <a:pt x="454806" y="347435"/>
                  </a:lnTo>
                  <a:lnTo>
                    <a:pt x="454971" y="347239"/>
                  </a:lnTo>
                  <a:lnTo>
                    <a:pt x="455080" y="347012"/>
                  </a:lnTo>
                  <a:lnTo>
                    <a:pt x="455170" y="346393"/>
                  </a:lnTo>
                  <a:lnTo>
                    <a:pt x="455134" y="346534"/>
                  </a:lnTo>
                  <a:lnTo>
                    <a:pt x="455048" y="346753"/>
                  </a:lnTo>
                  <a:lnTo>
                    <a:pt x="455005" y="346900"/>
                  </a:lnTo>
                  <a:lnTo>
                    <a:pt x="454875" y="346766"/>
                  </a:lnTo>
                  <a:lnTo>
                    <a:pt x="454759" y="346608"/>
                  </a:lnTo>
                  <a:lnTo>
                    <a:pt x="454678" y="346475"/>
                  </a:lnTo>
                  <a:lnTo>
                    <a:pt x="454631" y="346308"/>
                  </a:lnTo>
                  <a:lnTo>
                    <a:pt x="454626" y="346149"/>
                  </a:lnTo>
                  <a:lnTo>
                    <a:pt x="454654" y="345948"/>
                  </a:lnTo>
                  <a:lnTo>
                    <a:pt x="454750" y="345707"/>
                  </a:lnTo>
                  <a:lnTo>
                    <a:pt x="454130" y="345459"/>
                  </a:lnTo>
                  <a:lnTo>
                    <a:pt x="453992" y="345523"/>
                  </a:lnTo>
                  <a:lnTo>
                    <a:pt x="453623" y="345592"/>
                  </a:lnTo>
                  <a:lnTo>
                    <a:pt x="452907" y="345604"/>
                  </a:lnTo>
                  <a:lnTo>
                    <a:pt x="452456" y="345492"/>
                  </a:lnTo>
                  <a:lnTo>
                    <a:pt x="452255" y="345424"/>
                  </a:lnTo>
                  <a:lnTo>
                    <a:pt x="451738" y="345264"/>
                  </a:lnTo>
                  <a:lnTo>
                    <a:pt x="451551" y="345260"/>
                  </a:lnTo>
                  <a:lnTo>
                    <a:pt x="451246" y="345160"/>
                  </a:lnTo>
                  <a:lnTo>
                    <a:pt x="450989" y="345090"/>
                  </a:lnTo>
                  <a:lnTo>
                    <a:pt x="450851" y="345088"/>
                  </a:lnTo>
                  <a:lnTo>
                    <a:pt x="450347" y="345210"/>
                  </a:lnTo>
                  <a:lnTo>
                    <a:pt x="449524" y="345650"/>
                  </a:lnTo>
                  <a:lnTo>
                    <a:pt x="449354" y="345580"/>
                  </a:lnTo>
                  <a:lnTo>
                    <a:pt x="449034" y="345328"/>
                  </a:lnTo>
                  <a:lnTo>
                    <a:pt x="448711" y="345199"/>
                  </a:lnTo>
                  <a:lnTo>
                    <a:pt x="448240" y="345159"/>
                  </a:lnTo>
                  <a:lnTo>
                    <a:pt x="448104" y="345058"/>
                  </a:lnTo>
                  <a:lnTo>
                    <a:pt x="448040" y="344924"/>
                  </a:lnTo>
                  <a:lnTo>
                    <a:pt x="447943" y="344670"/>
                  </a:lnTo>
                  <a:lnTo>
                    <a:pt x="448180" y="344383"/>
                  </a:lnTo>
                  <a:lnTo>
                    <a:pt x="448342" y="344344"/>
                  </a:lnTo>
                  <a:lnTo>
                    <a:pt x="448489" y="344311"/>
                  </a:lnTo>
                  <a:lnTo>
                    <a:pt x="448729" y="344293"/>
                  </a:lnTo>
                  <a:lnTo>
                    <a:pt x="448906" y="344321"/>
                  </a:lnTo>
                  <a:lnTo>
                    <a:pt x="449340" y="344028"/>
                  </a:lnTo>
                  <a:lnTo>
                    <a:pt x="448946" y="342826"/>
                  </a:lnTo>
                  <a:lnTo>
                    <a:pt x="449094" y="342761"/>
                  </a:lnTo>
                  <a:lnTo>
                    <a:pt x="449362" y="342647"/>
                  </a:lnTo>
                  <a:lnTo>
                    <a:pt x="449628" y="342485"/>
                  </a:lnTo>
                  <a:lnTo>
                    <a:pt x="448937" y="341572"/>
                  </a:lnTo>
                  <a:lnTo>
                    <a:pt x="448776" y="341535"/>
                  </a:lnTo>
                  <a:lnTo>
                    <a:pt x="448530" y="341496"/>
                  </a:lnTo>
                  <a:lnTo>
                    <a:pt x="448271" y="341478"/>
                  </a:lnTo>
                  <a:lnTo>
                    <a:pt x="448135" y="341486"/>
                  </a:lnTo>
                  <a:lnTo>
                    <a:pt x="447914" y="341534"/>
                  </a:lnTo>
                  <a:lnTo>
                    <a:pt x="447668" y="341625"/>
                  </a:lnTo>
                  <a:lnTo>
                    <a:pt x="447031" y="341991"/>
                  </a:lnTo>
                  <a:lnTo>
                    <a:pt x="446750" y="342208"/>
                  </a:lnTo>
                  <a:lnTo>
                    <a:pt x="446522" y="342349"/>
                  </a:lnTo>
                  <a:lnTo>
                    <a:pt x="446021" y="342492"/>
                  </a:lnTo>
                  <a:lnTo>
                    <a:pt x="445620" y="342466"/>
                  </a:lnTo>
                  <a:lnTo>
                    <a:pt x="445069" y="342501"/>
                  </a:lnTo>
                  <a:lnTo>
                    <a:pt x="444928" y="342521"/>
                  </a:lnTo>
                  <a:lnTo>
                    <a:pt x="444783" y="342626"/>
                  </a:lnTo>
                  <a:lnTo>
                    <a:pt x="444481" y="342654"/>
                  </a:lnTo>
                  <a:lnTo>
                    <a:pt x="444250" y="342605"/>
                  </a:lnTo>
                  <a:lnTo>
                    <a:pt x="444085" y="342498"/>
                  </a:lnTo>
                  <a:lnTo>
                    <a:pt x="443926" y="342305"/>
                  </a:lnTo>
                  <a:lnTo>
                    <a:pt x="443563" y="341960"/>
                  </a:lnTo>
                  <a:lnTo>
                    <a:pt x="443274" y="342000"/>
                  </a:lnTo>
                  <a:lnTo>
                    <a:pt x="442887" y="342117"/>
                  </a:lnTo>
                  <a:lnTo>
                    <a:pt x="442273" y="342122"/>
                  </a:lnTo>
                  <a:lnTo>
                    <a:pt x="441670" y="341886"/>
                  </a:lnTo>
                  <a:lnTo>
                    <a:pt x="441521" y="341551"/>
                  </a:lnTo>
                  <a:lnTo>
                    <a:pt x="441527" y="341389"/>
                  </a:lnTo>
                  <a:lnTo>
                    <a:pt x="441555" y="341129"/>
                  </a:lnTo>
                  <a:lnTo>
                    <a:pt x="441591" y="340983"/>
                  </a:lnTo>
                  <a:lnTo>
                    <a:pt x="441406" y="340444"/>
                  </a:lnTo>
                  <a:lnTo>
                    <a:pt x="440983" y="340445"/>
                  </a:lnTo>
                  <a:lnTo>
                    <a:pt x="440747" y="340477"/>
                  </a:lnTo>
                  <a:lnTo>
                    <a:pt x="440383" y="340491"/>
                  </a:lnTo>
                  <a:lnTo>
                    <a:pt x="440151" y="340499"/>
                  </a:lnTo>
                  <a:lnTo>
                    <a:pt x="439618" y="340609"/>
                  </a:lnTo>
                  <a:lnTo>
                    <a:pt x="439415" y="340668"/>
                  </a:lnTo>
                  <a:lnTo>
                    <a:pt x="439204" y="340741"/>
                  </a:lnTo>
                  <a:lnTo>
                    <a:pt x="438906" y="340888"/>
                  </a:lnTo>
                  <a:lnTo>
                    <a:pt x="438416" y="341461"/>
                  </a:lnTo>
                  <a:lnTo>
                    <a:pt x="438499" y="341828"/>
                  </a:lnTo>
                  <a:lnTo>
                    <a:pt x="438740" y="341938"/>
                  </a:lnTo>
                  <a:lnTo>
                    <a:pt x="438898" y="341943"/>
                  </a:lnTo>
                  <a:lnTo>
                    <a:pt x="439169" y="341929"/>
                  </a:lnTo>
                  <a:lnTo>
                    <a:pt x="440071" y="342104"/>
                  </a:lnTo>
                  <a:lnTo>
                    <a:pt x="439884" y="342352"/>
                  </a:lnTo>
                  <a:lnTo>
                    <a:pt x="439594" y="342510"/>
                  </a:lnTo>
                  <a:lnTo>
                    <a:pt x="439445" y="342470"/>
                  </a:lnTo>
                  <a:lnTo>
                    <a:pt x="439087" y="342324"/>
                  </a:lnTo>
                  <a:lnTo>
                    <a:pt x="438697" y="342238"/>
                  </a:lnTo>
                  <a:lnTo>
                    <a:pt x="437442" y="342574"/>
                  </a:lnTo>
                  <a:lnTo>
                    <a:pt x="437245" y="343069"/>
                  </a:lnTo>
                  <a:lnTo>
                    <a:pt x="437203" y="343249"/>
                  </a:lnTo>
                  <a:lnTo>
                    <a:pt x="437218" y="343469"/>
                  </a:lnTo>
                  <a:lnTo>
                    <a:pt x="437435" y="343863"/>
                  </a:lnTo>
                  <a:lnTo>
                    <a:pt x="437775" y="344432"/>
                  </a:lnTo>
                  <a:lnTo>
                    <a:pt x="437145" y="344696"/>
                  </a:lnTo>
                  <a:lnTo>
                    <a:pt x="436962" y="344766"/>
                  </a:lnTo>
                  <a:lnTo>
                    <a:pt x="436921" y="344964"/>
                  </a:lnTo>
                  <a:lnTo>
                    <a:pt x="436756" y="345619"/>
                  </a:lnTo>
                  <a:lnTo>
                    <a:pt x="436917" y="346263"/>
                  </a:lnTo>
                  <a:lnTo>
                    <a:pt x="436851" y="346488"/>
                  </a:lnTo>
                  <a:lnTo>
                    <a:pt x="436251" y="347664"/>
                  </a:lnTo>
                  <a:lnTo>
                    <a:pt x="435600" y="348267"/>
                  </a:lnTo>
                  <a:lnTo>
                    <a:pt x="435643" y="348401"/>
                  </a:lnTo>
                  <a:lnTo>
                    <a:pt x="435715" y="348555"/>
                  </a:lnTo>
                  <a:lnTo>
                    <a:pt x="435677" y="348767"/>
                  </a:lnTo>
                  <a:lnTo>
                    <a:pt x="435622" y="348928"/>
                  </a:lnTo>
                  <a:lnTo>
                    <a:pt x="435469" y="349427"/>
                  </a:lnTo>
                  <a:lnTo>
                    <a:pt x="435338" y="349611"/>
                  </a:lnTo>
                  <a:lnTo>
                    <a:pt x="435181" y="349954"/>
                  </a:lnTo>
                  <a:lnTo>
                    <a:pt x="435402" y="350193"/>
                  </a:lnTo>
                  <a:lnTo>
                    <a:pt x="435464" y="350427"/>
                  </a:lnTo>
                  <a:lnTo>
                    <a:pt x="435397" y="350577"/>
                  </a:lnTo>
                  <a:lnTo>
                    <a:pt x="435411" y="350737"/>
                  </a:lnTo>
                  <a:lnTo>
                    <a:pt x="435472" y="350926"/>
                  </a:lnTo>
                  <a:lnTo>
                    <a:pt x="435168" y="351285"/>
                  </a:lnTo>
                  <a:lnTo>
                    <a:pt x="434747" y="351771"/>
                  </a:lnTo>
                  <a:lnTo>
                    <a:pt x="434432" y="352045"/>
                  </a:lnTo>
                  <a:lnTo>
                    <a:pt x="434322" y="352236"/>
                  </a:lnTo>
                  <a:lnTo>
                    <a:pt x="434332" y="352392"/>
                  </a:lnTo>
                  <a:lnTo>
                    <a:pt x="434144" y="353230"/>
                  </a:lnTo>
                  <a:lnTo>
                    <a:pt x="433974" y="353513"/>
                  </a:lnTo>
                  <a:lnTo>
                    <a:pt x="433422" y="354171"/>
                  </a:lnTo>
                  <a:lnTo>
                    <a:pt x="433400" y="354761"/>
                  </a:lnTo>
                  <a:lnTo>
                    <a:pt x="433579" y="355266"/>
                  </a:lnTo>
                  <a:lnTo>
                    <a:pt x="433694" y="355486"/>
                  </a:lnTo>
                  <a:lnTo>
                    <a:pt x="434778" y="356269"/>
                  </a:lnTo>
                  <a:lnTo>
                    <a:pt x="434441" y="356435"/>
                  </a:lnTo>
                  <a:lnTo>
                    <a:pt x="434279" y="356508"/>
                  </a:lnTo>
                  <a:lnTo>
                    <a:pt x="434137" y="356611"/>
                  </a:lnTo>
                  <a:lnTo>
                    <a:pt x="434120" y="357824"/>
                  </a:lnTo>
                  <a:lnTo>
                    <a:pt x="434225" y="358299"/>
                  </a:lnTo>
                  <a:lnTo>
                    <a:pt x="434027" y="358247"/>
                  </a:lnTo>
                  <a:lnTo>
                    <a:pt x="433846" y="358168"/>
                  </a:lnTo>
                  <a:lnTo>
                    <a:pt x="433734" y="357882"/>
                  </a:lnTo>
                  <a:lnTo>
                    <a:pt x="433530" y="357617"/>
                  </a:lnTo>
                  <a:lnTo>
                    <a:pt x="433308" y="357687"/>
                  </a:lnTo>
                  <a:lnTo>
                    <a:pt x="433034" y="358367"/>
                  </a:lnTo>
                  <a:lnTo>
                    <a:pt x="433548" y="358519"/>
                  </a:lnTo>
                  <a:lnTo>
                    <a:pt x="433467" y="358833"/>
                  </a:lnTo>
                  <a:lnTo>
                    <a:pt x="433462" y="359565"/>
                  </a:lnTo>
                  <a:lnTo>
                    <a:pt x="433605" y="359545"/>
                  </a:lnTo>
                  <a:lnTo>
                    <a:pt x="433736" y="359533"/>
                  </a:lnTo>
                  <a:lnTo>
                    <a:pt x="433922" y="359532"/>
                  </a:lnTo>
                  <a:lnTo>
                    <a:pt x="434211" y="359878"/>
                  </a:lnTo>
                  <a:lnTo>
                    <a:pt x="433673" y="360174"/>
                  </a:lnTo>
                  <a:lnTo>
                    <a:pt x="433169" y="360442"/>
                  </a:lnTo>
                  <a:lnTo>
                    <a:pt x="432980" y="361016"/>
                  </a:lnTo>
                  <a:lnTo>
                    <a:pt x="432697" y="361170"/>
                  </a:lnTo>
                  <a:lnTo>
                    <a:pt x="432501" y="361288"/>
                  </a:lnTo>
                  <a:lnTo>
                    <a:pt x="432395" y="361457"/>
                  </a:lnTo>
                  <a:lnTo>
                    <a:pt x="432355" y="361679"/>
                  </a:lnTo>
                  <a:lnTo>
                    <a:pt x="432385" y="361937"/>
                  </a:lnTo>
                  <a:lnTo>
                    <a:pt x="432567" y="362685"/>
                  </a:lnTo>
                  <a:lnTo>
                    <a:pt x="432749" y="363255"/>
                  </a:lnTo>
                  <a:lnTo>
                    <a:pt x="432693" y="363393"/>
                  </a:lnTo>
                  <a:lnTo>
                    <a:pt x="432608" y="363844"/>
                  </a:lnTo>
                  <a:lnTo>
                    <a:pt x="432438" y="364320"/>
                  </a:lnTo>
                  <a:lnTo>
                    <a:pt x="432470" y="364704"/>
                  </a:lnTo>
                  <a:lnTo>
                    <a:pt x="432208" y="365081"/>
                  </a:lnTo>
                  <a:lnTo>
                    <a:pt x="432223" y="365339"/>
                  </a:lnTo>
                  <a:lnTo>
                    <a:pt x="432502" y="365790"/>
                  </a:lnTo>
                  <a:lnTo>
                    <a:pt x="432507" y="366028"/>
                  </a:lnTo>
                  <a:lnTo>
                    <a:pt x="432626" y="366327"/>
                  </a:lnTo>
                  <a:lnTo>
                    <a:pt x="432692" y="366812"/>
                  </a:lnTo>
                  <a:lnTo>
                    <a:pt x="431887" y="367640"/>
                  </a:lnTo>
                  <a:lnTo>
                    <a:pt x="431863" y="367988"/>
                  </a:lnTo>
                  <a:lnTo>
                    <a:pt x="431680" y="368073"/>
                  </a:lnTo>
                  <a:lnTo>
                    <a:pt x="431543" y="368153"/>
                  </a:lnTo>
                  <a:lnTo>
                    <a:pt x="431208" y="368412"/>
                  </a:lnTo>
                  <a:lnTo>
                    <a:pt x="430758" y="368740"/>
                  </a:lnTo>
                  <a:lnTo>
                    <a:pt x="429551" y="368342"/>
                  </a:lnTo>
                  <a:lnTo>
                    <a:pt x="428920" y="368590"/>
                  </a:lnTo>
                  <a:lnTo>
                    <a:pt x="428438" y="368698"/>
                  </a:lnTo>
                  <a:lnTo>
                    <a:pt x="427670" y="367669"/>
                  </a:lnTo>
                  <a:lnTo>
                    <a:pt x="427617" y="367500"/>
                  </a:lnTo>
                  <a:lnTo>
                    <a:pt x="427541" y="367317"/>
                  </a:lnTo>
                  <a:lnTo>
                    <a:pt x="426829" y="367203"/>
                  </a:lnTo>
                  <a:lnTo>
                    <a:pt x="425922" y="367775"/>
                  </a:lnTo>
                  <a:lnTo>
                    <a:pt x="426857" y="368222"/>
                  </a:lnTo>
                  <a:lnTo>
                    <a:pt x="426453" y="368674"/>
                  </a:lnTo>
                  <a:lnTo>
                    <a:pt x="425932" y="369450"/>
                  </a:lnTo>
                  <a:lnTo>
                    <a:pt x="425443" y="369474"/>
                  </a:lnTo>
                  <a:lnTo>
                    <a:pt x="424944" y="370105"/>
                  </a:lnTo>
                  <a:lnTo>
                    <a:pt x="425000" y="370714"/>
                  </a:lnTo>
                  <a:lnTo>
                    <a:pt x="425351" y="370722"/>
                  </a:lnTo>
                  <a:lnTo>
                    <a:pt x="425269" y="370958"/>
                  </a:lnTo>
                  <a:lnTo>
                    <a:pt x="425060" y="371070"/>
                  </a:lnTo>
                  <a:lnTo>
                    <a:pt x="424905" y="371079"/>
                  </a:lnTo>
                  <a:lnTo>
                    <a:pt x="424565" y="371102"/>
                  </a:lnTo>
                  <a:lnTo>
                    <a:pt x="424426" y="371179"/>
                  </a:lnTo>
                  <a:lnTo>
                    <a:pt x="424501" y="371445"/>
                  </a:lnTo>
                  <a:lnTo>
                    <a:pt x="424552" y="371750"/>
                  </a:lnTo>
                  <a:lnTo>
                    <a:pt x="424190" y="371493"/>
                  </a:lnTo>
                  <a:lnTo>
                    <a:pt x="423715" y="371611"/>
                  </a:lnTo>
                  <a:lnTo>
                    <a:pt x="423513" y="371011"/>
                  </a:lnTo>
                  <a:lnTo>
                    <a:pt x="423325" y="370726"/>
                  </a:lnTo>
                  <a:lnTo>
                    <a:pt x="423219" y="370442"/>
                  </a:lnTo>
                  <a:lnTo>
                    <a:pt x="422871" y="370335"/>
                  </a:lnTo>
                  <a:lnTo>
                    <a:pt x="422675" y="370307"/>
                  </a:lnTo>
                  <a:lnTo>
                    <a:pt x="422471" y="370261"/>
                  </a:lnTo>
                  <a:lnTo>
                    <a:pt x="422142" y="369810"/>
                  </a:lnTo>
                  <a:lnTo>
                    <a:pt x="421818" y="369288"/>
                  </a:lnTo>
                  <a:lnTo>
                    <a:pt x="421569" y="369182"/>
                  </a:lnTo>
                  <a:lnTo>
                    <a:pt x="421342" y="369062"/>
                  </a:lnTo>
                  <a:lnTo>
                    <a:pt x="421024" y="368984"/>
                  </a:lnTo>
                  <a:lnTo>
                    <a:pt x="420425" y="368637"/>
                  </a:lnTo>
                  <a:lnTo>
                    <a:pt x="420352" y="368493"/>
                  </a:lnTo>
                  <a:lnTo>
                    <a:pt x="419492" y="368254"/>
                  </a:lnTo>
                  <a:lnTo>
                    <a:pt x="419293" y="368433"/>
                  </a:lnTo>
                  <a:lnTo>
                    <a:pt x="418604" y="368229"/>
                  </a:lnTo>
                  <a:lnTo>
                    <a:pt x="418387" y="368025"/>
                  </a:lnTo>
                  <a:lnTo>
                    <a:pt x="418247" y="367956"/>
                  </a:lnTo>
                  <a:lnTo>
                    <a:pt x="417558" y="367718"/>
                  </a:lnTo>
                  <a:lnTo>
                    <a:pt x="417528" y="368624"/>
                  </a:lnTo>
                  <a:lnTo>
                    <a:pt x="417124" y="368839"/>
                  </a:lnTo>
                  <a:lnTo>
                    <a:pt x="416969" y="368767"/>
                  </a:lnTo>
                  <a:lnTo>
                    <a:pt x="416108" y="368403"/>
                  </a:lnTo>
                  <a:lnTo>
                    <a:pt x="416590" y="367914"/>
                  </a:lnTo>
                  <a:lnTo>
                    <a:pt x="416684" y="367713"/>
                  </a:lnTo>
                  <a:lnTo>
                    <a:pt x="416669" y="367516"/>
                  </a:lnTo>
                  <a:lnTo>
                    <a:pt x="416421" y="367278"/>
                  </a:lnTo>
                  <a:lnTo>
                    <a:pt x="416095" y="367327"/>
                  </a:lnTo>
                  <a:lnTo>
                    <a:pt x="415942" y="367359"/>
                  </a:lnTo>
                  <a:lnTo>
                    <a:pt x="415607" y="367568"/>
                  </a:lnTo>
                  <a:lnTo>
                    <a:pt x="415284" y="367938"/>
                  </a:lnTo>
                  <a:lnTo>
                    <a:pt x="415391" y="368323"/>
                  </a:lnTo>
                  <a:lnTo>
                    <a:pt x="415911" y="368646"/>
                  </a:lnTo>
                  <a:lnTo>
                    <a:pt x="416110" y="369139"/>
                  </a:lnTo>
                  <a:lnTo>
                    <a:pt x="415868" y="369212"/>
                  </a:lnTo>
                  <a:lnTo>
                    <a:pt x="415440" y="369308"/>
                  </a:lnTo>
                  <a:lnTo>
                    <a:pt x="415837" y="369706"/>
                  </a:lnTo>
                  <a:lnTo>
                    <a:pt x="415157" y="369307"/>
                  </a:lnTo>
                  <a:lnTo>
                    <a:pt x="415124" y="368711"/>
                  </a:lnTo>
                  <a:lnTo>
                    <a:pt x="415029" y="368456"/>
                  </a:lnTo>
                  <a:lnTo>
                    <a:pt x="414734" y="368727"/>
                  </a:lnTo>
                  <a:lnTo>
                    <a:pt x="414290" y="368902"/>
                  </a:lnTo>
                  <a:lnTo>
                    <a:pt x="414015" y="368987"/>
                  </a:lnTo>
                  <a:lnTo>
                    <a:pt x="414007" y="369445"/>
                  </a:lnTo>
                  <a:lnTo>
                    <a:pt x="414080" y="370073"/>
                  </a:lnTo>
                  <a:lnTo>
                    <a:pt x="414288" y="370315"/>
                  </a:lnTo>
                  <a:lnTo>
                    <a:pt x="414199" y="370715"/>
                  </a:lnTo>
                  <a:lnTo>
                    <a:pt x="413730" y="370550"/>
                  </a:lnTo>
                  <a:lnTo>
                    <a:pt x="413477" y="370619"/>
                  </a:lnTo>
                  <a:lnTo>
                    <a:pt x="413347" y="371003"/>
                  </a:lnTo>
                  <a:lnTo>
                    <a:pt x="413174" y="370941"/>
                  </a:lnTo>
                  <a:lnTo>
                    <a:pt x="412714" y="370628"/>
                  </a:lnTo>
                  <a:lnTo>
                    <a:pt x="412422" y="370623"/>
                  </a:lnTo>
                  <a:lnTo>
                    <a:pt x="412307" y="370834"/>
                  </a:lnTo>
                  <a:lnTo>
                    <a:pt x="412304" y="371023"/>
                  </a:lnTo>
                  <a:lnTo>
                    <a:pt x="412223" y="371256"/>
                  </a:lnTo>
                  <a:lnTo>
                    <a:pt x="412025" y="371345"/>
                  </a:lnTo>
                  <a:lnTo>
                    <a:pt x="411554" y="370984"/>
                  </a:lnTo>
                  <a:lnTo>
                    <a:pt x="410857" y="371432"/>
                  </a:lnTo>
                  <a:lnTo>
                    <a:pt x="410961" y="371628"/>
                  </a:lnTo>
                  <a:lnTo>
                    <a:pt x="410892" y="371886"/>
                  </a:lnTo>
                  <a:lnTo>
                    <a:pt x="410495" y="372173"/>
                  </a:lnTo>
                  <a:lnTo>
                    <a:pt x="410540" y="372434"/>
                  </a:lnTo>
                  <a:lnTo>
                    <a:pt x="410903" y="372655"/>
                  </a:lnTo>
                  <a:lnTo>
                    <a:pt x="411187" y="372778"/>
                  </a:lnTo>
                  <a:lnTo>
                    <a:pt x="411408" y="372889"/>
                  </a:lnTo>
                  <a:lnTo>
                    <a:pt x="411641" y="373125"/>
                  </a:lnTo>
                  <a:lnTo>
                    <a:pt x="411271" y="374045"/>
                  </a:lnTo>
                  <a:lnTo>
                    <a:pt x="411100" y="374077"/>
                  </a:lnTo>
                  <a:lnTo>
                    <a:pt x="410417" y="374111"/>
                  </a:lnTo>
                  <a:lnTo>
                    <a:pt x="409975" y="373853"/>
                  </a:lnTo>
                  <a:lnTo>
                    <a:pt x="409632" y="373824"/>
                  </a:lnTo>
                  <a:lnTo>
                    <a:pt x="409381" y="374284"/>
                  </a:lnTo>
                  <a:lnTo>
                    <a:pt x="409622" y="374441"/>
                  </a:lnTo>
                  <a:lnTo>
                    <a:pt x="410389" y="374425"/>
                  </a:lnTo>
                  <a:lnTo>
                    <a:pt x="410517" y="374374"/>
                  </a:lnTo>
                  <a:lnTo>
                    <a:pt x="410742" y="374337"/>
                  </a:lnTo>
                  <a:lnTo>
                    <a:pt x="410345" y="375049"/>
                  </a:lnTo>
                  <a:lnTo>
                    <a:pt x="409548" y="375553"/>
                  </a:lnTo>
                  <a:lnTo>
                    <a:pt x="410208" y="375718"/>
                  </a:lnTo>
                  <a:lnTo>
                    <a:pt x="410571" y="375784"/>
                  </a:lnTo>
                  <a:lnTo>
                    <a:pt x="410025" y="376617"/>
                  </a:lnTo>
                  <a:lnTo>
                    <a:pt x="409616" y="376680"/>
                  </a:lnTo>
                  <a:lnTo>
                    <a:pt x="408482" y="377374"/>
                  </a:lnTo>
                  <a:lnTo>
                    <a:pt x="408753" y="378014"/>
                  </a:lnTo>
                  <a:lnTo>
                    <a:pt x="409260" y="377684"/>
                  </a:lnTo>
                  <a:lnTo>
                    <a:pt x="409592" y="377679"/>
                  </a:lnTo>
                  <a:lnTo>
                    <a:pt x="409600" y="378093"/>
                  </a:lnTo>
                  <a:lnTo>
                    <a:pt x="409309" y="378364"/>
                  </a:lnTo>
                  <a:lnTo>
                    <a:pt x="409370" y="378578"/>
                  </a:lnTo>
                  <a:lnTo>
                    <a:pt x="410307" y="379517"/>
                  </a:lnTo>
                  <a:lnTo>
                    <a:pt x="409794" y="379421"/>
                  </a:lnTo>
                  <a:lnTo>
                    <a:pt x="408927" y="379775"/>
                  </a:lnTo>
                  <a:lnTo>
                    <a:pt x="408623" y="380343"/>
                  </a:lnTo>
                  <a:lnTo>
                    <a:pt x="408442" y="380373"/>
                  </a:lnTo>
                  <a:lnTo>
                    <a:pt x="408271" y="380398"/>
                  </a:lnTo>
                  <a:lnTo>
                    <a:pt x="407686" y="380510"/>
                  </a:lnTo>
                  <a:lnTo>
                    <a:pt x="407692" y="380769"/>
                  </a:lnTo>
                  <a:lnTo>
                    <a:pt x="407870" y="381101"/>
                  </a:lnTo>
                  <a:lnTo>
                    <a:pt x="407900" y="381501"/>
                  </a:lnTo>
                  <a:lnTo>
                    <a:pt x="407533" y="381480"/>
                  </a:lnTo>
                  <a:lnTo>
                    <a:pt x="407289" y="381466"/>
                  </a:lnTo>
                  <a:lnTo>
                    <a:pt x="406877" y="381463"/>
                  </a:lnTo>
                  <a:lnTo>
                    <a:pt x="406586" y="381563"/>
                  </a:lnTo>
                  <a:lnTo>
                    <a:pt x="405330" y="382560"/>
                  </a:lnTo>
                  <a:lnTo>
                    <a:pt x="405059" y="382566"/>
                  </a:lnTo>
                  <a:lnTo>
                    <a:pt x="404931" y="382621"/>
                  </a:lnTo>
                  <a:lnTo>
                    <a:pt x="403804" y="382288"/>
                  </a:lnTo>
                  <a:lnTo>
                    <a:pt x="403847" y="382717"/>
                  </a:lnTo>
                  <a:lnTo>
                    <a:pt x="403596" y="382678"/>
                  </a:lnTo>
                  <a:lnTo>
                    <a:pt x="403214" y="382658"/>
                  </a:lnTo>
                  <a:lnTo>
                    <a:pt x="402804" y="382867"/>
                  </a:lnTo>
                  <a:lnTo>
                    <a:pt x="402496" y="383272"/>
                  </a:lnTo>
                  <a:lnTo>
                    <a:pt x="402341" y="384323"/>
                  </a:lnTo>
                  <a:lnTo>
                    <a:pt x="401244" y="384645"/>
                  </a:lnTo>
                  <a:lnTo>
                    <a:pt x="401134" y="384928"/>
                  </a:lnTo>
                  <a:lnTo>
                    <a:pt x="401050" y="385074"/>
                  </a:lnTo>
                  <a:lnTo>
                    <a:pt x="400669" y="384942"/>
                  </a:lnTo>
                  <a:lnTo>
                    <a:pt x="400445" y="384922"/>
                  </a:lnTo>
                  <a:lnTo>
                    <a:pt x="400087" y="384995"/>
                  </a:lnTo>
                  <a:lnTo>
                    <a:pt x="399298" y="384897"/>
                  </a:lnTo>
                  <a:lnTo>
                    <a:pt x="399150" y="385118"/>
                  </a:lnTo>
                  <a:lnTo>
                    <a:pt x="398685" y="385411"/>
                  </a:lnTo>
                  <a:lnTo>
                    <a:pt x="398889" y="386494"/>
                  </a:lnTo>
                  <a:lnTo>
                    <a:pt x="399037" y="386570"/>
                  </a:lnTo>
                  <a:lnTo>
                    <a:pt x="399004" y="386855"/>
                  </a:lnTo>
                  <a:lnTo>
                    <a:pt x="398826" y="387104"/>
                  </a:lnTo>
                  <a:lnTo>
                    <a:pt x="398796" y="387327"/>
                  </a:lnTo>
                  <a:lnTo>
                    <a:pt x="398693" y="387653"/>
                  </a:lnTo>
                  <a:lnTo>
                    <a:pt x="398079" y="388397"/>
                  </a:lnTo>
                  <a:lnTo>
                    <a:pt x="397488" y="388798"/>
                  </a:lnTo>
                  <a:lnTo>
                    <a:pt x="397228" y="388918"/>
                  </a:lnTo>
                  <a:lnTo>
                    <a:pt x="396613" y="388667"/>
                  </a:lnTo>
                  <a:lnTo>
                    <a:pt x="396211" y="388243"/>
                  </a:lnTo>
                  <a:lnTo>
                    <a:pt x="395800" y="388142"/>
                  </a:lnTo>
                  <a:lnTo>
                    <a:pt x="395347" y="388230"/>
                  </a:lnTo>
                  <a:lnTo>
                    <a:pt x="394613" y="387977"/>
                  </a:lnTo>
                  <a:lnTo>
                    <a:pt x="393758" y="388016"/>
                  </a:lnTo>
                  <a:lnTo>
                    <a:pt x="393512" y="387791"/>
                  </a:lnTo>
                  <a:lnTo>
                    <a:pt x="393302" y="387672"/>
                  </a:lnTo>
                  <a:lnTo>
                    <a:pt x="392832" y="387374"/>
                  </a:lnTo>
                  <a:lnTo>
                    <a:pt x="392612" y="387338"/>
                  </a:lnTo>
                  <a:lnTo>
                    <a:pt x="391365" y="387708"/>
                  </a:lnTo>
                  <a:lnTo>
                    <a:pt x="391113" y="387855"/>
                  </a:lnTo>
                  <a:lnTo>
                    <a:pt x="390832" y="387546"/>
                  </a:lnTo>
                  <a:lnTo>
                    <a:pt x="390639" y="387515"/>
                  </a:lnTo>
                  <a:lnTo>
                    <a:pt x="390480" y="387420"/>
                  </a:lnTo>
                  <a:lnTo>
                    <a:pt x="390395" y="387244"/>
                  </a:lnTo>
                  <a:lnTo>
                    <a:pt x="390235" y="387009"/>
                  </a:lnTo>
                  <a:lnTo>
                    <a:pt x="390027" y="386906"/>
                  </a:lnTo>
                  <a:lnTo>
                    <a:pt x="389390" y="387259"/>
                  </a:lnTo>
                  <a:lnTo>
                    <a:pt x="389392" y="387400"/>
                  </a:lnTo>
                  <a:lnTo>
                    <a:pt x="389225" y="387451"/>
                  </a:lnTo>
                  <a:lnTo>
                    <a:pt x="389079" y="387513"/>
                  </a:lnTo>
                  <a:lnTo>
                    <a:pt x="388926" y="387558"/>
                  </a:lnTo>
                  <a:lnTo>
                    <a:pt x="388740" y="387573"/>
                  </a:lnTo>
                  <a:lnTo>
                    <a:pt x="388381" y="387930"/>
                  </a:lnTo>
                  <a:lnTo>
                    <a:pt x="388260" y="388129"/>
                  </a:lnTo>
                  <a:lnTo>
                    <a:pt x="388066" y="388337"/>
                  </a:lnTo>
                  <a:lnTo>
                    <a:pt x="387653" y="388655"/>
                  </a:lnTo>
                  <a:lnTo>
                    <a:pt x="387485" y="388749"/>
                  </a:lnTo>
                  <a:lnTo>
                    <a:pt x="387075" y="388781"/>
                  </a:lnTo>
                  <a:lnTo>
                    <a:pt x="386372" y="388490"/>
                  </a:lnTo>
                  <a:lnTo>
                    <a:pt x="386145" y="388310"/>
                  </a:lnTo>
                  <a:lnTo>
                    <a:pt x="385903" y="387919"/>
                  </a:lnTo>
                  <a:lnTo>
                    <a:pt x="385442" y="387678"/>
                  </a:lnTo>
                  <a:lnTo>
                    <a:pt x="385123" y="387593"/>
                  </a:lnTo>
                  <a:lnTo>
                    <a:pt x="384929" y="387701"/>
                  </a:lnTo>
                  <a:lnTo>
                    <a:pt x="384761" y="387814"/>
                  </a:lnTo>
                  <a:lnTo>
                    <a:pt x="384385" y="387950"/>
                  </a:lnTo>
                  <a:lnTo>
                    <a:pt x="383887" y="387907"/>
                  </a:lnTo>
                  <a:lnTo>
                    <a:pt x="383562" y="388787"/>
                  </a:lnTo>
                  <a:lnTo>
                    <a:pt x="383230" y="389172"/>
                  </a:lnTo>
                  <a:lnTo>
                    <a:pt x="382756" y="389441"/>
                  </a:lnTo>
                  <a:lnTo>
                    <a:pt x="382491" y="389506"/>
                  </a:lnTo>
                  <a:lnTo>
                    <a:pt x="382314" y="389524"/>
                  </a:lnTo>
                  <a:lnTo>
                    <a:pt x="381911" y="389491"/>
                  </a:lnTo>
                  <a:lnTo>
                    <a:pt x="381364" y="389268"/>
                  </a:lnTo>
                  <a:lnTo>
                    <a:pt x="381179" y="389311"/>
                  </a:lnTo>
                  <a:lnTo>
                    <a:pt x="381031" y="389406"/>
                  </a:lnTo>
                  <a:lnTo>
                    <a:pt x="380088" y="389370"/>
                  </a:lnTo>
                  <a:lnTo>
                    <a:pt x="379789" y="389467"/>
                  </a:lnTo>
                  <a:lnTo>
                    <a:pt x="379624" y="389492"/>
                  </a:lnTo>
                  <a:lnTo>
                    <a:pt x="378813" y="389157"/>
                  </a:lnTo>
                  <a:lnTo>
                    <a:pt x="378011" y="388708"/>
                  </a:lnTo>
                  <a:lnTo>
                    <a:pt x="377513" y="388599"/>
                  </a:lnTo>
                  <a:lnTo>
                    <a:pt x="377313" y="388658"/>
                  </a:lnTo>
                  <a:lnTo>
                    <a:pt x="377043" y="388699"/>
                  </a:lnTo>
                  <a:lnTo>
                    <a:pt x="376772" y="388575"/>
                  </a:lnTo>
                  <a:lnTo>
                    <a:pt x="376571" y="388552"/>
                  </a:lnTo>
                  <a:lnTo>
                    <a:pt x="376263" y="388651"/>
                  </a:lnTo>
                  <a:lnTo>
                    <a:pt x="370382" y="388220"/>
                  </a:lnTo>
                  <a:lnTo>
                    <a:pt x="362062" y="388482"/>
                  </a:lnTo>
                  <a:lnTo>
                    <a:pt x="360634" y="388984"/>
                  </a:lnTo>
                  <a:lnTo>
                    <a:pt x="359415" y="389494"/>
                  </a:lnTo>
                  <a:lnTo>
                    <a:pt x="359863" y="390113"/>
                  </a:lnTo>
                  <a:lnTo>
                    <a:pt x="360119" y="390366"/>
                  </a:lnTo>
                  <a:lnTo>
                    <a:pt x="360350" y="390500"/>
                  </a:lnTo>
                  <a:lnTo>
                    <a:pt x="360667" y="390671"/>
                  </a:lnTo>
                  <a:lnTo>
                    <a:pt x="361162" y="390992"/>
                  </a:lnTo>
                  <a:lnTo>
                    <a:pt x="361839" y="391576"/>
                  </a:lnTo>
                  <a:lnTo>
                    <a:pt x="362500" y="392088"/>
                  </a:lnTo>
                  <a:lnTo>
                    <a:pt x="362523" y="392235"/>
                  </a:lnTo>
                  <a:lnTo>
                    <a:pt x="362527" y="392509"/>
                  </a:lnTo>
                  <a:lnTo>
                    <a:pt x="362493" y="392873"/>
                  </a:lnTo>
                  <a:lnTo>
                    <a:pt x="362373" y="393105"/>
                  </a:lnTo>
                  <a:lnTo>
                    <a:pt x="362396" y="393365"/>
                  </a:lnTo>
                  <a:lnTo>
                    <a:pt x="362463" y="393827"/>
                  </a:lnTo>
                  <a:lnTo>
                    <a:pt x="362732" y="394966"/>
                  </a:lnTo>
                  <a:lnTo>
                    <a:pt x="362623" y="395339"/>
                  </a:lnTo>
                  <a:lnTo>
                    <a:pt x="362635" y="395531"/>
                  </a:lnTo>
                  <a:lnTo>
                    <a:pt x="362602" y="395904"/>
                  </a:lnTo>
                  <a:lnTo>
                    <a:pt x="362593" y="396378"/>
                  </a:lnTo>
                  <a:lnTo>
                    <a:pt x="362445" y="396912"/>
                  </a:lnTo>
                  <a:lnTo>
                    <a:pt x="362369" y="397093"/>
                  </a:lnTo>
                  <a:lnTo>
                    <a:pt x="362460" y="397487"/>
                  </a:lnTo>
                  <a:lnTo>
                    <a:pt x="362495" y="397735"/>
                  </a:lnTo>
                  <a:lnTo>
                    <a:pt x="362729" y="398467"/>
                  </a:lnTo>
                  <a:lnTo>
                    <a:pt x="362588" y="398884"/>
                  </a:lnTo>
                  <a:lnTo>
                    <a:pt x="362687" y="399346"/>
                  </a:lnTo>
                  <a:lnTo>
                    <a:pt x="362787" y="399518"/>
                  </a:lnTo>
                  <a:lnTo>
                    <a:pt x="362958" y="399618"/>
                  </a:lnTo>
                  <a:lnTo>
                    <a:pt x="363337" y="399859"/>
                  </a:lnTo>
                  <a:lnTo>
                    <a:pt x="363602" y="400037"/>
                  </a:lnTo>
                  <a:lnTo>
                    <a:pt x="363765" y="400046"/>
                  </a:lnTo>
                  <a:lnTo>
                    <a:pt x="363990" y="400140"/>
                  </a:lnTo>
                  <a:lnTo>
                    <a:pt x="364030" y="400376"/>
                  </a:lnTo>
                  <a:lnTo>
                    <a:pt x="364085" y="400678"/>
                  </a:lnTo>
                  <a:lnTo>
                    <a:pt x="364146" y="400937"/>
                  </a:lnTo>
                  <a:lnTo>
                    <a:pt x="364204" y="401193"/>
                  </a:lnTo>
                  <a:lnTo>
                    <a:pt x="364217" y="401373"/>
                  </a:lnTo>
                  <a:lnTo>
                    <a:pt x="364264" y="401616"/>
                  </a:lnTo>
                  <a:lnTo>
                    <a:pt x="364462" y="401962"/>
                  </a:lnTo>
                  <a:lnTo>
                    <a:pt x="364632" y="402425"/>
                  </a:lnTo>
                  <a:lnTo>
                    <a:pt x="364873" y="402841"/>
                  </a:lnTo>
                  <a:lnTo>
                    <a:pt x="365521" y="403446"/>
                  </a:lnTo>
                  <a:lnTo>
                    <a:pt x="365749" y="403429"/>
                  </a:lnTo>
                  <a:lnTo>
                    <a:pt x="366131" y="403585"/>
                  </a:lnTo>
                  <a:lnTo>
                    <a:pt x="366208" y="403803"/>
                  </a:lnTo>
                  <a:lnTo>
                    <a:pt x="366625" y="404293"/>
                  </a:lnTo>
                  <a:lnTo>
                    <a:pt x="366822" y="404542"/>
                  </a:lnTo>
                  <a:lnTo>
                    <a:pt x="367004" y="404594"/>
                  </a:lnTo>
                  <a:lnTo>
                    <a:pt x="367479" y="404945"/>
                  </a:lnTo>
                  <a:lnTo>
                    <a:pt x="368120" y="404878"/>
                  </a:lnTo>
                  <a:lnTo>
                    <a:pt x="368582" y="405232"/>
                  </a:lnTo>
                  <a:lnTo>
                    <a:pt x="369060" y="405308"/>
                  </a:lnTo>
                  <a:lnTo>
                    <a:pt x="369228" y="405410"/>
                  </a:lnTo>
                  <a:lnTo>
                    <a:pt x="369522" y="406131"/>
                  </a:lnTo>
                  <a:lnTo>
                    <a:pt x="369601" y="406289"/>
                  </a:lnTo>
                  <a:lnTo>
                    <a:pt x="369976" y="406681"/>
                  </a:lnTo>
                  <a:lnTo>
                    <a:pt x="370118" y="406910"/>
                  </a:lnTo>
                  <a:lnTo>
                    <a:pt x="370295" y="407246"/>
                  </a:lnTo>
                  <a:lnTo>
                    <a:pt x="370446" y="407560"/>
                  </a:lnTo>
                  <a:lnTo>
                    <a:pt x="370631" y="407484"/>
                  </a:lnTo>
                  <a:lnTo>
                    <a:pt x="370945" y="407465"/>
                  </a:lnTo>
                  <a:lnTo>
                    <a:pt x="371058" y="408757"/>
                  </a:lnTo>
                  <a:lnTo>
                    <a:pt x="371186" y="408669"/>
                  </a:lnTo>
                  <a:lnTo>
                    <a:pt x="371557" y="409425"/>
                  </a:lnTo>
                  <a:lnTo>
                    <a:pt x="371495" y="409790"/>
                  </a:lnTo>
                  <a:lnTo>
                    <a:pt x="371046" y="410369"/>
                  </a:lnTo>
                  <a:lnTo>
                    <a:pt x="370885" y="410527"/>
                  </a:lnTo>
                  <a:lnTo>
                    <a:pt x="370747" y="410630"/>
                  </a:lnTo>
                  <a:lnTo>
                    <a:pt x="370558" y="410758"/>
                  </a:lnTo>
                  <a:lnTo>
                    <a:pt x="370432" y="411141"/>
                  </a:lnTo>
                  <a:lnTo>
                    <a:pt x="370727" y="411528"/>
                  </a:lnTo>
                  <a:lnTo>
                    <a:pt x="370685" y="411967"/>
                  </a:lnTo>
                  <a:lnTo>
                    <a:pt x="370035" y="412579"/>
                  </a:lnTo>
                  <a:lnTo>
                    <a:pt x="369630" y="412847"/>
                  </a:lnTo>
                  <a:lnTo>
                    <a:pt x="369427" y="413009"/>
                  </a:lnTo>
                  <a:lnTo>
                    <a:pt x="368919" y="413462"/>
                  </a:lnTo>
                  <a:lnTo>
                    <a:pt x="368257" y="413724"/>
                  </a:lnTo>
                  <a:lnTo>
                    <a:pt x="368083" y="414035"/>
                  </a:lnTo>
                  <a:lnTo>
                    <a:pt x="368168" y="415143"/>
                  </a:lnTo>
                  <a:lnTo>
                    <a:pt x="368133" y="415315"/>
                  </a:lnTo>
                  <a:lnTo>
                    <a:pt x="368077" y="415451"/>
                  </a:lnTo>
                  <a:lnTo>
                    <a:pt x="367982" y="415667"/>
                  </a:lnTo>
                  <a:lnTo>
                    <a:pt x="368443" y="416176"/>
                  </a:lnTo>
                  <a:lnTo>
                    <a:pt x="367933" y="416352"/>
                  </a:lnTo>
                  <a:lnTo>
                    <a:pt x="367666" y="416367"/>
                  </a:lnTo>
                  <a:lnTo>
                    <a:pt x="367393" y="416616"/>
                  </a:lnTo>
                  <a:lnTo>
                    <a:pt x="367040" y="417339"/>
                  </a:lnTo>
                  <a:lnTo>
                    <a:pt x="367041" y="417494"/>
                  </a:lnTo>
                  <a:lnTo>
                    <a:pt x="366088" y="417944"/>
                  </a:lnTo>
                  <a:lnTo>
                    <a:pt x="365827" y="418049"/>
                  </a:lnTo>
                  <a:lnTo>
                    <a:pt x="365593" y="418200"/>
                  </a:lnTo>
                  <a:lnTo>
                    <a:pt x="365072" y="418796"/>
                  </a:lnTo>
                  <a:lnTo>
                    <a:pt x="364786" y="419247"/>
                  </a:lnTo>
                  <a:lnTo>
                    <a:pt x="364477" y="419402"/>
                  </a:lnTo>
                  <a:lnTo>
                    <a:pt x="363840" y="419409"/>
                  </a:lnTo>
                  <a:lnTo>
                    <a:pt x="363076" y="420253"/>
                  </a:lnTo>
                  <a:lnTo>
                    <a:pt x="362059" y="419922"/>
                  </a:lnTo>
                  <a:lnTo>
                    <a:pt x="361805" y="419804"/>
                  </a:lnTo>
                  <a:lnTo>
                    <a:pt x="362173" y="419391"/>
                  </a:lnTo>
                  <a:lnTo>
                    <a:pt x="362662" y="419138"/>
                  </a:lnTo>
                  <a:lnTo>
                    <a:pt x="362289" y="418642"/>
                  </a:lnTo>
                  <a:lnTo>
                    <a:pt x="362092" y="418691"/>
                  </a:lnTo>
                  <a:lnTo>
                    <a:pt x="361515" y="419145"/>
                  </a:lnTo>
                  <a:lnTo>
                    <a:pt x="360978" y="418818"/>
                  </a:lnTo>
                  <a:lnTo>
                    <a:pt x="360224" y="418936"/>
                  </a:lnTo>
                  <a:lnTo>
                    <a:pt x="359877" y="418969"/>
                  </a:lnTo>
                  <a:lnTo>
                    <a:pt x="359828" y="418034"/>
                  </a:lnTo>
                  <a:lnTo>
                    <a:pt x="359888" y="417715"/>
                  </a:lnTo>
                  <a:lnTo>
                    <a:pt x="359392" y="417824"/>
                  </a:lnTo>
                  <a:lnTo>
                    <a:pt x="358966" y="418032"/>
                  </a:lnTo>
                  <a:lnTo>
                    <a:pt x="358719" y="417854"/>
                  </a:lnTo>
                  <a:lnTo>
                    <a:pt x="358662" y="417210"/>
                  </a:lnTo>
                  <a:lnTo>
                    <a:pt x="358526" y="417229"/>
                  </a:lnTo>
                  <a:lnTo>
                    <a:pt x="358595" y="416757"/>
                  </a:lnTo>
                  <a:lnTo>
                    <a:pt x="358037" y="416508"/>
                  </a:lnTo>
                  <a:lnTo>
                    <a:pt x="357902" y="416774"/>
                  </a:lnTo>
                  <a:lnTo>
                    <a:pt x="357787" y="417098"/>
                  </a:lnTo>
                  <a:lnTo>
                    <a:pt x="357770" y="417236"/>
                  </a:lnTo>
                  <a:lnTo>
                    <a:pt x="357174" y="417502"/>
                  </a:lnTo>
                  <a:lnTo>
                    <a:pt x="357204" y="417247"/>
                  </a:lnTo>
                  <a:lnTo>
                    <a:pt x="356361" y="416720"/>
                  </a:lnTo>
                  <a:lnTo>
                    <a:pt x="356146" y="416771"/>
                  </a:lnTo>
                  <a:lnTo>
                    <a:pt x="355434" y="416063"/>
                  </a:lnTo>
                  <a:lnTo>
                    <a:pt x="355257" y="415780"/>
                  </a:lnTo>
                  <a:lnTo>
                    <a:pt x="355100" y="415955"/>
                  </a:lnTo>
                  <a:lnTo>
                    <a:pt x="355081" y="416422"/>
                  </a:lnTo>
                  <a:lnTo>
                    <a:pt x="354565" y="416659"/>
                  </a:lnTo>
                  <a:lnTo>
                    <a:pt x="353843" y="416883"/>
                  </a:lnTo>
                  <a:lnTo>
                    <a:pt x="353331" y="416936"/>
                  </a:lnTo>
                  <a:lnTo>
                    <a:pt x="353247" y="416765"/>
                  </a:lnTo>
                  <a:lnTo>
                    <a:pt x="353247" y="416443"/>
                  </a:lnTo>
                  <a:lnTo>
                    <a:pt x="352683" y="416489"/>
                  </a:lnTo>
                  <a:lnTo>
                    <a:pt x="352594" y="416962"/>
                  </a:lnTo>
                  <a:lnTo>
                    <a:pt x="352582" y="417154"/>
                  </a:lnTo>
                  <a:lnTo>
                    <a:pt x="352538" y="417814"/>
                  </a:lnTo>
                  <a:lnTo>
                    <a:pt x="351960" y="418122"/>
                  </a:lnTo>
                  <a:lnTo>
                    <a:pt x="351449" y="417492"/>
                  </a:lnTo>
                  <a:lnTo>
                    <a:pt x="350888" y="417781"/>
                  </a:lnTo>
                  <a:lnTo>
                    <a:pt x="350499" y="418063"/>
                  </a:lnTo>
                  <a:lnTo>
                    <a:pt x="348919" y="417793"/>
                  </a:lnTo>
                  <a:lnTo>
                    <a:pt x="348926" y="417637"/>
                  </a:lnTo>
                  <a:lnTo>
                    <a:pt x="348478" y="417381"/>
                  </a:lnTo>
                  <a:lnTo>
                    <a:pt x="348348" y="417514"/>
                  </a:lnTo>
                  <a:lnTo>
                    <a:pt x="347902" y="417382"/>
                  </a:lnTo>
                  <a:lnTo>
                    <a:pt x="347588" y="417262"/>
                  </a:lnTo>
                  <a:lnTo>
                    <a:pt x="347311" y="417274"/>
                  </a:lnTo>
                  <a:lnTo>
                    <a:pt x="346851" y="417336"/>
                  </a:lnTo>
                  <a:lnTo>
                    <a:pt x="346298" y="417634"/>
                  </a:lnTo>
                  <a:lnTo>
                    <a:pt x="346111" y="417666"/>
                  </a:lnTo>
                  <a:lnTo>
                    <a:pt x="345753" y="417655"/>
                  </a:lnTo>
                  <a:lnTo>
                    <a:pt x="345507" y="417638"/>
                  </a:lnTo>
                  <a:lnTo>
                    <a:pt x="344767" y="417421"/>
                  </a:lnTo>
                  <a:lnTo>
                    <a:pt x="344452" y="417528"/>
                  </a:lnTo>
                  <a:lnTo>
                    <a:pt x="343902" y="417687"/>
                  </a:lnTo>
                  <a:lnTo>
                    <a:pt x="343674" y="417352"/>
                  </a:lnTo>
                  <a:lnTo>
                    <a:pt x="343154" y="417374"/>
                  </a:lnTo>
                  <a:lnTo>
                    <a:pt x="343207" y="418301"/>
                  </a:lnTo>
                  <a:lnTo>
                    <a:pt x="342969" y="418229"/>
                  </a:lnTo>
                  <a:lnTo>
                    <a:pt x="342720" y="418127"/>
                  </a:lnTo>
                  <a:lnTo>
                    <a:pt x="342311" y="417844"/>
                  </a:lnTo>
                  <a:lnTo>
                    <a:pt x="342168" y="417670"/>
                  </a:lnTo>
                  <a:lnTo>
                    <a:pt x="342040" y="417482"/>
                  </a:lnTo>
                  <a:lnTo>
                    <a:pt x="340960" y="417194"/>
                  </a:lnTo>
                  <a:lnTo>
                    <a:pt x="340447" y="417288"/>
                  </a:lnTo>
                  <a:lnTo>
                    <a:pt x="339785" y="417143"/>
                  </a:lnTo>
                  <a:lnTo>
                    <a:pt x="339461" y="417024"/>
                  </a:lnTo>
                  <a:lnTo>
                    <a:pt x="339042" y="416720"/>
                  </a:lnTo>
                  <a:lnTo>
                    <a:pt x="338894" y="416543"/>
                  </a:lnTo>
                  <a:lnTo>
                    <a:pt x="338522" y="415903"/>
                  </a:lnTo>
                  <a:lnTo>
                    <a:pt x="338515" y="415729"/>
                  </a:lnTo>
                  <a:lnTo>
                    <a:pt x="338436" y="414852"/>
                  </a:lnTo>
                  <a:lnTo>
                    <a:pt x="337534" y="415305"/>
                  </a:lnTo>
                  <a:lnTo>
                    <a:pt x="337328" y="415234"/>
                  </a:lnTo>
                  <a:lnTo>
                    <a:pt x="335153" y="414803"/>
                  </a:lnTo>
                  <a:lnTo>
                    <a:pt x="335111" y="415102"/>
                  </a:lnTo>
                  <a:lnTo>
                    <a:pt x="335229" y="415510"/>
                  </a:lnTo>
                  <a:lnTo>
                    <a:pt x="334912" y="415666"/>
                  </a:lnTo>
                  <a:lnTo>
                    <a:pt x="334753" y="415698"/>
                  </a:lnTo>
                  <a:lnTo>
                    <a:pt x="333539" y="415476"/>
                  </a:lnTo>
                  <a:lnTo>
                    <a:pt x="332587" y="415427"/>
                  </a:lnTo>
                  <a:lnTo>
                    <a:pt x="332547" y="415191"/>
                  </a:lnTo>
                  <a:lnTo>
                    <a:pt x="332541" y="414966"/>
                  </a:lnTo>
                  <a:lnTo>
                    <a:pt x="332300" y="414659"/>
                  </a:lnTo>
                  <a:lnTo>
                    <a:pt x="331635" y="414686"/>
                  </a:lnTo>
                  <a:lnTo>
                    <a:pt x="331508" y="414734"/>
                  </a:lnTo>
                  <a:lnTo>
                    <a:pt x="331094" y="414744"/>
                  </a:lnTo>
                  <a:lnTo>
                    <a:pt x="330946" y="414729"/>
                  </a:lnTo>
                  <a:lnTo>
                    <a:pt x="330694" y="414948"/>
                  </a:lnTo>
                  <a:lnTo>
                    <a:pt x="330736" y="415148"/>
                  </a:lnTo>
                  <a:lnTo>
                    <a:pt x="330672" y="415509"/>
                  </a:lnTo>
                  <a:lnTo>
                    <a:pt x="330173" y="415501"/>
                  </a:lnTo>
                  <a:lnTo>
                    <a:pt x="329324" y="415108"/>
                  </a:lnTo>
                  <a:lnTo>
                    <a:pt x="328800" y="414860"/>
                  </a:lnTo>
                  <a:lnTo>
                    <a:pt x="328629" y="414772"/>
                  </a:lnTo>
                  <a:lnTo>
                    <a:pt x="328233" y="414621"/>
                  </a:lnTo>
                  <a:lnTo>
                    <a:pt x="327609" y="414489"/>
                  </a:lnTo>
                  <a:lnTo>
                    <a:pt x="327009" y="414801"/>
                  </a:lnTo>
                  <a:lnTo>
                    <a:pt x="326504" y="414763"/>
                  </a:lnTo>
                  <a:lnTo>
                    <a:pt x="326194" y="414249"/>
                  </a:lnTo>
                  <a:lnTo>
                    <a:pt x="327276" y="413948"/>
                  </a:lnTo>
                  <a:lnTo>
                    <a:pt x="327576" y="413527"/>
                  </a:lnTo>
                  <a:lnTo>
                    <a:pt x="326929" y="413041"/>
                  </a:lnTo>
                  <a:lnTo>
                    <a:pt x="326512" y="413199"/>
                  </a:lnTo>
                  <a:lnTo>
                    <a:pt x="326391" y="413337"/>
                  </a:lnTo>
                  <a:lnTo>
                    <a:pt x="325481" y="412988"/>
                  </a:lnTo>
                  <a:lnTo>
                    <a:pt x="324991" y="412629"/>
                  </a:lnTo>
                  <a:lnTo>
                    <a:pt x="324691" y="412784"/>
                  </a:lnTo>
                  <a:lnTo>
                    <a:pt x="324343" y="412112"/>
                  </a:lnTo>
                  <a:lnTo>
                    <a:pt x="323478" y="412477"/>
                  </a:lnTo>
                  <a:lnTo>
                    <a:pt x="323287" y="412509"/>
                  </a:lnTo>
                  <a:lnTo>
                    <a:pt x="322728" y="411995"/>
                  </a:lnTo>
                  <a:lnTo>
                    <a:pt x="321996" y="411996"/>
                  </a:lnTo>
                  <a:lnTo>
                    <a:pt x="321479" y="412455"/>
                  </a:lnTo>
                  <a:lnTo>
                    <a:pt x="321419" y="412002"/>
                  </a:lnTo>
                  <a:lnTo>
                    <a:pt x="319945" y="411770"/>
                  </a:lnTo>
                  <a:lnTo>
                    <a:pt x="319835" y="411056"/>
                  </a:lnTo>
                  <a:lnTo>
                    <a:pt x="320411" y="410720"/>
                  </a:lnTo>
                  <a:lnTo>
                    <a:pt x="320789" y="410373"/>
                  </a:lnTo>
                  <a:lnTo>
                    <a:pt x="321491" y="410090"/>
                  </a:lnTo>
                  <a:lnTo>
                    <a:pt x="321468" y="409649"/>
                  </a:lnTo>
                  <a:lnTo>
                    <a:pt x="321659" y="409509"/>
                  </a:lnTo>
                  <a:lnTo>
                    <a:pt x="322131" y="409494"/>
                  </a:lnTo>
                  <a:lnTo>
                    <a:pt x="322364" y="409521"/>
                  </a:lnTo>
                  <a:lnTo>
                    <a:pt x="322629" y="409516"/>
                  </a:lnTo>
                  <a:lnTo>
                    <a:pt x="322832" y="409507"/>
                  </a:lnTo>
                  <a:lnTo>
                    <a:pt x="322864" y="408912"/>
                  </a:lnTo>
                  <a:lnTo>
                    <a:pt x="322367" y="408880"/>
                  </a:lnTo>
                  <a:lnTo>
                    <a:pt x="322052" y="408914"/>
                  </a:lnTo>
                  <a:lnTo>
                    <a:pt x="321615" y="408955"/>
                  </a:lnTo>
                  <a:lnTo>
                    <a:pt x="321078" y="408963"/>
                  </a:lnTo>
                  <a:lnTo>
                    <a:pt x="320740" y="408849"/>
                  </a:lnTo>
                  <a:lnTo>
                    <a:pt x="320732" y="408246"/>
                  </a:lnTo>
                  <a:lnTo>
                    <a:pt x="319271" y="407415"/>
                  </a:lnTo>
                  <a:lnTo>
                    <a:pt x="319913" y="406764"/>
                  </a:lnTo>
                  <a:lnTo>
                    <a:pt x="319605" y="406607"/>
                  </a:lnTo>
                  <a:lnTo>
                    <a:pt x="318448" y="406325"/>
                  </a:lnTo>
                  <a:lnTo>
                    <a:pt x="318346" y="406095"/>
                  </a:lnTo>
                  <a:lnTo>
                    <a:pt x="318189" y="405969"/>
                  </a:lnTo>
                  <a:lnTo>
                    <a:pt x="317882" y="405844"/>
                  </a:lnTo>
                  <a:lnTo>
                    <a:pt x="317571" y="405763"/>
                  </a:lnTo>
                  <a:lnTo>
                    <a:pt x="317060" y="405548"/>
                  </a:lnTo>
                  <a:lnTo>
                    <a:pt x="317017" y="405016"/>
                  </a:lnTo>
                  <a:lnTo>
                    <a:pt x="317209" y="404828"/>
                  </a:lnTo>
                  <a:lnTo>
                    <a:pt x="317825" y="404492"/>
                  </a:lnTo>
                  <a:lnTo>
                    <a:pt x="318173" y="404595"/>
                  </a:lnTo>
                  <a:lnTo>
                    <a:pt x="318689" y="404291"/>
                  </a:lnTo>
                  <a:lnTo>
                    <a:pt x="318668" y="403815"/>
                  </a:lnTo>
                  <a:lnTo>
                    <a:pt x="318517" y="403818"/>
                  </a:lnTo>
                  <a:lnTo>
                    <a:pt x="318318" y="403856"/>
                  </a:lnTo>
                  <a:lnTo>
                    <a:pt x="317634" y="403814"/>
                  </a:lnTo>
                  <a:lnTo>
                    <a:pt x="317668" y="403333"/>
                  </a:lnTo>
                  <a:lnTo>
                    <a:pt x="317442" y="402836"/>
                  </a:lnTo>
                  <a:lnTo>
                    <a:pt x="317564" y="402371"/>
                  </a:lnTo>
                  <a:lnTo>
                    <a:pt x="317581" y="402215"/>
                  </a:lnTo>
                  <a:lnTo>
                    <a:pt x="316932" y="402020"/>
                  </a:lnTo>
                  <a:lnTo>
                    <a:pt x="316501" y="402027"/>
                  </a:lnTo>
                  <a:lnTo>
                    <a:pt x="316067" y="402015"/>
                  </a:lnTo>
                  <a:lnTo>
                    <a:pt x="315863" y="401930"/>
                  </a:lnTo>
                  <a:lnTo>
                    <a:pt x="315254" y="400999"/>
                  </a:lnTo>
                  <a:lnTo>
                    <a:pt x="314296" y="400319"/>
                  </a:lnTo>
                  <a:lnTo>
                    <a:pt x="313943" y="400342"/>
                  </a:lnTo>
                  <a:lnTo>
                    <a:pt x="313694" y="400392"/>
                  </a:lnTo>
                  <a:lnTo>
                    <a:pt x="312741" y="400574"/>
                  </a:lnTo>
                  <a:lnTo>
                    <a:pt x="312443" y="400265"/>
                  </a:lnTo>
                  <a:lnTo>
                    <a:pt x="313183" y="399688"/>
                  </a:lnTo>
                  <a:lnTo>
                    <a:pt x="313244" y="399483"/>
                  </a:lnTo>
                  <a:lnTo>
                    <a:pt x="312953" y="398725"/>
                  </a:lnTo>
                  <a:lnTo>
                    <a:pt x="311697" y="399087"/>
                  </a:lnTo>
                  <a:lnTo>
                    <a:pt x="311281" y="399383"/>
                  </a:lnTo>
                  <a:lnTo>
                    <a:pt x="311032" y="399455"/>
                  </a:lnTo>
                  <a:lnTo>
                    <a:pt x="310514" y="399593"/>
                  </a:lnTo>
                  <a:lnTo>
                    <a:pt x="310235" y="399810"/>
                  </a:lnTo>
                  <a:lnTo>
                    <a:pt x="310031" y="400029"/>
                  </a:lnTo>
                  <a:lnTo>
                    <a:pt x="309625" y="400464"/>
                  </a:lnTo>
                  <a:lnTo>
                    <a:pt x="309231" y="401064"/>
                  </a:lnTo>
                  <a:lnTo>
                    <a:pt x="309162" y="401260"/>
                  </a:lnTo>
                  <a:lnTo>
                    <a:pt x="309116" y="401404"/>
                  </a:lnTo>
                  <a:lnTo>
                    <a:pt x="309073" y="401781"/>
                  </a:lnTo>
                  <a:lnTo>
                    <a:pt x="308933" y="402087"/>
                  </a:lnTo>
                  <a:lnTo>
                    <a:pt x="308822" y="402467"/>
                  </a:lnTo>
                  <a:lnTo>
                    <a:pt x="308794" y="402616"/>
                  </a:lnTo>
                  <a:lnTo>
                    <a:pt x="308698" y="402828"/>
                  </a:lnTo>
                  <a:lnTo>
                    <a:pt x="307936" y="402634"/>
                  </a:lnTo>
                  <a:lnTo>
                    <a:pt x="307907" y="402506"/>
                  </a:lnTo>
                  <a:lnTo>
                    <a:pt x="307844" y="402264"/>
                  </a:lnTo>
                  <a:lnTo>
                    <a:pt x="307116" y="401734"/>
                  </a:lnTo>
                  <a:lnTo>
                    <a:pt x="306982" y="401937"/>
                  </a:lnTo>
                  <a:lnTo>
                    <a:pt x="306760" y="402335"/>
                  </a:lnTo>
                  <a:lnTo>
                    <a:pt x="306745" y="402514"/>
                  </a:lnTo>
                  <a:lnTo>
                    <a:pt x="306751" y="402716"/>
                  </a:lnTo>
                  <a:lnTo>
                    <a:pt x="306760" y="402995"/>
                  </a:lnTo>
                  <a:lnTo>
                    <a:pt x="306732" y="403682"/>
                  </a:lnTo>
                  <a:lnTo>
                    <a:pt x="306400" y="404378"/>
                  </a:lnTo>
                  <a:lnTo>
                    <a:pt x="305734" y="403625"/>
                  </a:lnTo>
                  <a:lnTo>
                    <a:pt x="305555" y="403110"/>
                  </a:lnTo>
                  <a:lnTo>
                    <a:pt x="305416" y="403007"/>
                  </a:lnTo>
                  <a:lnTo>
                    <a:pt x="305168" y="402831"/>
                  </a:lnTo>
                  <a:lnTo>
                    <a:pt x="305013" y="402618"/>
                  </a:lnTo>
                  <a:lnTo>
                    <a:pt x="304526" y="402101"/>
                  </a:lnTo>
                  <a:lnTo>
                    <a:pt x="303994" y="401815"/>
                  </a:lnTo>
                  <a:lnTo>
                    <a:pt x="303756" y="401617"/>
                  </a:lnTo>
                  <a:lnTo>
                    <a:pt x="303482" y="401438"/>
                  </a:lnTo>
                  <a:lnTo>
                    <a:pt x="303017" y="401298"/>
                  </a:lnTo>
                  <a:lnTo>
                    <a:pt x="302774" y="401335"/>
                  </a:lnTo>
                  <a:lnTo>
                    <a:pt x="302596" y="401385"/>
                  </a:lnTo>
                  <a:lnTo>
                    <a:pt x="302328" y="401482"/>
                  </a:lnTo>
                  <a:lnTo>
                    <a:pt x="302186" y="401580"/>
                  </a:lnTo>
                  <a:lnTo>
                    <a:pt x="301937" y="401915"/>
                  </a:lnTo>
                  <a:lnTo>
                    <a:pt x="301864" y="402044"/>
                  </a:lnTo>
                  <a:lnTo>
                    <a:pt x="301849" y="402252"/>
                  </a:lnTo>
                  <a:lnTo>
                    <a:pt x="301902" y="402510"/>
                  </a:lnTo>
                  <a:lnTo>
                    <a:pt x="302044" y="402668"/>
                  </a:lnTo>
                  <a:lnTo>
                    <a:pt x="302407" y="402863"/>
                  </a:lnTo>
                  <a:lnTo>
                    <a:pt x="302562" y="402910"/>
                  </a:lnTo>
                  <a:lnTo>
                    <a:pt x="302811" y="402967"/>
                  </a:lnTo>
                  <a:lnTo>
                    <a:pt x="303223" y="403035"/>
                  </a:lnTo>
                  <a:lnTo>
                    <a:pt x="303510" y="403218"/>
                  </a:lnTo>
                  <a:lnTo>
                    <a:pt x="303525" y="403603"/>
                  </a:lnTo>
                  <a:lnTo>
                    <a:pt x="303349" y="403769"/>
                  </a:lnTo>
                  <a:lnTo>
                    <a:pt x="303065" y="403988"/>
                  </a:lnTo>
                  <a:lnTo>
                    <a:pt x="302630" y="404481"/>
                  </a:lnTo>
                  <a:lnTo>
                    <a:pt x="302497" y="404513"/>
                  </a:lnTo>
                  <a:lnTo>
                    <a:pt x="302348" y="404545"/>
                  </a:lnTo>
                  <a:lnTo>
                    <a:pt x="302190" y="404658"/>
                  </a:lnTo>
                  <a:lnTo>
                    <a:pt x="301972" y="405320"/>
                  </a:lnTo>
                  <a:lnTo>
                    <a:pt x="300976" y="405637"/>
                  </a:lnTo>
                  <a:lnTo>
                    <a:pt x="300823" y="405823"/>
                  </a:lnTo>
                  <a:lnTo>
                    <a:pt x="300391" y="406045"/>
                  </a:lnTo>
                  <a:lnTo>
                    <a:pt x="299985" y="405836"/>
                  </a:lnTo>
                  <a:lnTo>
                    <a:pt x="299762" y="405575"/>
                  </a:lnTo>
                  <a:lnTo>
                    <a:pt x="299497" y="405244"/>
                  </a:lnTo>
                  <a:lnTo>
                    <a:pt x="299154" y="405135"/>
                  </a:lnTo>
                  <a:lnTo>
                    <a:pt x="298831" y="405252"/>
                  </a:lnTo>
                  <a:lnTo>
                    <a:pt x="298545" y="405602"/>
                  </a:lnTo>
                  <a:lnTo>
                    <a:pt x="298500" y="405738"/>
                  </a:lnTo>
                  <a:lnTo>
                    <a:pt x="298464" y="405929"/>
                  </a:lnTo>
                  <a:lnTo>
                    <a:pt x="298647" y="406316"/>
                  </a:lnTo>
                  <a:lnTo>
                    <a:pt x="298645" y="406615"/>
                  </a:lnTo>
                  <a:lnTo>
                    <a:pt x="297734" y="407719"/>
                  </a:lnTo>
                  <a:lnTo>
                    <a:pt x="297343" y="407767"/>
                  </a:lnTo>
                  <a:lnTo>
                    <a:pt x="297135" y="407781"/>
                  </a:lnTo>
                  <a:lnTo>
                    <a:pt x="296747" y="407962"/>
                  </a:lnTo>
                  <a:lnTo>
                    <a:pt x="296681" y="408456"/>
                  </a:lnTo>
                  <a:lnTo>
                    <a:pt x="296711" y="408623"/>
                  </a:lnTo>
                  <a:lnTo>
                    <a:pt x="296835" y="408957"/>
                  </a:lnTo>
                  <a:lnTo>
                    <a:pt x="296866" y="409319"/>
                  </a:lnTo>
                  <a:lnTo>
                    <a:pt x="296970" y="409521"/>
                  </a:lnTo>
                  <a:lnTo>
                    <a:pt x="297156" y="409529"/>
                  </a:lnTo>
                  <a:lnTo>
                    <a:pt x="297259" y="409748"/>
                  </a:lnTo>
                  <a:lnTo>
                    <a:pt x="297445" y="410084"/>
                  </a:lnTo>
                  <a:lnTo>
                    <a:pt x="297478" y="410215"/>
                  </a:lnTo>
                  <a:lnTo>
                    <a:pt x="297484" y="410718"/>
                  </a:lnTo>
                  <a:lnTo>
                    <a:pt x="297427" y="410912"/>
                  </a:lnTo>
                  <a:lnTo>
                    <a:pt x="297197" y="411034"/>
                  </a:lnTo>
                  <a:lnTo>
                    <a:pt x="296353" y="411891"/>
                  </a:lnTo>
                  <a:lnTo>
                    <a:pt x="296006" y="412256"/>
                  </a:lnTo>
                  <a:lnTo>
                    <a:pt x="295954" y="412390"/>
                  </a:lnTo>
                  <a:lnTo>
                    <a:pt x="295918" y="412531"/>
                  </a:lnTo>
                  <a:lnTo>
                    <a:pt x="295991" y="412833"/>
                  </a:lnTo>
                  <a:lnTo>
                    <a:pt x="295804" y="413210"/>
                  </a:lnTo>
                  <a:lnTo>
                    <a:pt x="295750" y="413360"/>
                  </a:lnTo>
                  <a:lnTo>
                    <a:pt x="295646" y="413780"/>
                  </a:lnTo>
                  <a:lnTo>
                    <a:pt x="295686" y="414023"/>
                  </a:lnTo>
                  <a:lnTo>
                    <a:pt x="296121" y="414233"/>
                  </a:lnTo>
                  <a:lnTo>
                    <a:pt x="295651" y="414502"/>
                  </a:lnTo>
                  <a:lnTo>
                    <a:pt x="295506" y="414608"/>
                  </a:lnTo>
                  <a:lnTo>
                    <a:pt x="295263" y="414855"/>
                  </a:lnTo>
                  <a:lnTo>
                    <a:pt x="295204" y="414982"/>
                  </a:lnTo>
                  <a:lnTo>
                    <a:pt x="295113" y="415250"/>
                  </a:lnTo>
                  <a:lnTo>
                    <a:pt x="294987" y="415521"/>
                  </a:lnTo>
                  <a:lnTo>
                    <a:pt x="294871" y="415708"/>
                  </a:lnTo>
                  <a:lnTo>
                    <a:pt x="294776" y="415847"/>
                  </a:lnTo>
                  <a:lnTo>
                    <a:pt x="294589" y="416220"/>
                  </a:lnTo>
                  <a:lnTo>
                    <a:pt x="294266" y="416686"/>
                  </a:lnTo>
                  <a:lnTo>
                    <a:pt x="293998" y="416887"/>
                  </a:lnTo>
                  <a:lnTo>
                    <a:pt x="294173" y="417299"/>
                  </a:lnTo>
                  <a:lnTo>
                    <a:pt x="294047" y="417586"/>
                  </a:lnTo>
                  <a:lnTo>
                    <a:pt x="293988" y="417806"/>
                  </a:lnTo>
                  <a:lnTo>
                    <a:pt x="293870" y="418221"/>
                  </a:lnTo>
                  <a:lnTo>
                    <a:pt x="293851" y="418375"/>
                  </a:lnTo>
                  <a:lnTo>
                    <a:pt x="293922" y="418698"/>
                  </a:lnTo>
                  <a:lnTo>
                    <a:pt x="294025" y="418942"/>
                  </a:lnTo>
                  <a:lnTo>
                    <a:pt x="294248" y="419221"/>
                  </a:lnTo>
                  <a:lnTo>
                    <a:pt x="294387" y="419378"/>
                  </a:lnTo>
                  <a:lnTo>
                    <a:pt x="294960" y="419458"/>
                  </a:lnTo>
                  <a:lnTo>
                    <a:pt x="295280" y="419698"/>
                  </a:lnTo>
                  <a:lnTo>
                    <a:pt x="295630" y="419990"/>
                  </a:lnTo>
                  <a:lnTo>
                    <a:pt x="295654" y="420145"/>
                  </a:lnTo>
                  <a:lnTo>
                    <a:pt x="295609" y="420418"/>
                  </a:lnTo>
                  <a:lnTo>
                    <a:pt x="295559" y="420576"/>
                  </a:lnTo>
                  <a:lnTo>
                    <a:pt x="295296" y="420879"/>
                  </a:lnTo>
                  <a:lnTo>
                    <a:pt x="294769" y="421069"/>
                  </a:lnTo>
                  <a:lnTo>
                    <a:pt x="294617" y="421095"/>
                  </a:lnTo>
                  <a:lnTo>
                    <a:pt x="294369" y="421102"/>
                  </a:lnTo>
                  <a:lnTo>
                    <a:pt x="294009" y="421078"/>
                  </a:lnTo>
                  <a:lnTo>
                    <a:pt x="293874" y="421071"/>
                  </a:lnTo>
                  <a:lnTo>
                    <a:pt x="293731" y="421084"/>
                  </a:lnTo>
                  <a:lnTo>
                    <a:pt x="293243" y="421135"/>
                  </a:lnTo>
                  <a:lnTo>
                    <a:pt x="293187" y="420793"/>
                  </a:lnTo>
                  <a:lnTo>
                    <a:pt x="293706" y="420752"/>
                  </a:lnTo>
                  <a:lnTo>
                    <a:pt x="294216" y="420651"/>
                  </a:lnTo>
                  <a:lnTo>
                    <a:pt x="294575" y="420214"/>
                  </a:lnTo>
                  <a:lnTo>
                    <a:pt x="294242" y="419853"/>
                  </a:lnTo>
                  <a:lnTo>
                    <a:pt x="293495" y="419911"/>
                  </a:lnTo>
                  <a:lnTo>
                    <a:pt x="293072" y="420122"/>
                  </a:lnTo>
                  <a:lnTo>
                    <a:pt x="292822" y="420264"/>
                  </a:lnTo>
                  <a:lnTo>
                    <a:pt x="292500" y="420459"/>
                  </a:lnTo>
                  <a:lnTo>
                    <a:pt x="292294" y="420553"/>
                  </a:lnTo>
                  <a:lnTo>
                    <a:pt x="292119" y="420595"/>
                  </a:lnTo>
                  <a:lnTo>
                    <a:pt x="291889" y="420641"/>
                  </a:lnTo>
                  <a:lnTo>
                    <a:pt x="291416" y="420770"/>
                  </a:lnTo>
                  <a:lnTo>
                    <a:pt x="291122" y="421120"/>
                  </a:lnTo>
                  <a:lnTo>
                    <a:pt x="290687" y="421838"/>
                  </a:lnTo>
                  <a:lnTo>
                    <a:pt x="289958" y="422315"/>
                  </a:lnTo>
                  <a:lnTo>
                    <a:pt x="289881" y="422654"/>
                  </a:lnTo>
                  <a:lnTo>
                    <a:pt x="289840" y="422837"/>
                  </a:lnTo>
                  <a:lnTo>
                    <a:pt x="289763" y="423032"/>
                  </a:lnTo>
                  <a:lnTo>
                    <a:pt x="289442" y="423378"/>
                  </a:lnTo>
                  <a:lnTo>
                    <a:pt x="289121" y="423586"/>
                  </a:lnTo>
                  <a:lnTo>
                    <a:pt x="288741" y="423832"/>
                  </a:lnTo>
                  <a:lnTo>
                    <a:pt x="288079" y="424971"/>
                  </a:lnTo>
                  <a:lnTo>
                    <a:pt x="288010" y="425803"/>
                  </a:lnTo>
                  <a:lnTo>
                    <a:pt x="287695" y="426205"/>
                  </a:lnTo>
                  <a:lnTo>
                    <a:pt x="287525" y="426268"/>
                  </a:lnTo>
                  <a:lnTo>
                    <a:pt x="286885" y="426444"/>
                  </a:lnTo>
                  <a:lnTo>
                    <a:pt x="286734" y="426509"/>
                  </a:lnTo>
                  <a:lnTo>
                    <a:pt x="286293" y="426880"/>
                  </a:lnTo>
                  <a:lnTo>
                    <a:pt x="286224" y="427008"/>
                  </a:lnTo>
                  <a:lnTo>
                    <a:pt x="286012" y="427500"/>
                  </a:lnTo>
                  <a:lnTo>
                    <a:pt x="285955" y="427711"/>
                  </a:lnTo>
                  <a:lnTo>
                    <a:pt x="285919" y="428313"/>
                  </a:lnTo>
                  <a:lnTo>
                    <a:pt x="285729" y="428717"/>
                  </a:lnTo>
                  <a:lnTo>
                    <a:pt x="285417" y="428707"/>
                  </a:lnTo>
                  <a:lnTo>
                    <a:pt x="285269" y="428715"/>
                  </a:lnTo>
                  <a:lnTo>
                    <a:pt x="284894" y="428849"/>
                  </a:lnTo>
                  <a:lnTo>
                    <a:pt x="285088" y="429249"/>
                  </a:lnTo>
                  <a:lnTo>
                    <a:pt x="285232" y="429457"/>
                  </a:lnTo>
                  <a:lnTo>
                    <a:pt x="285222" y="429692"/>
                  </a:lnTo>
                  <a:lnTo>
                    <a:pt x="284862" y="430089"/>
                  </a:lnTo>
                  <a:lnTo>
                    <a:pt x="284731" y="430207"/>
                  </a:lnTo>
                  <a:lnTo>
                    <a:pt x="284588" y="430312"/>
                  </a:lnTo>
                  <a:lnTo>
                    <a:pt x="284458" y="430377"/>
                  </a:lnTo>
                  <a:lnTo>
                    <a:pt x="284310" y="430423"/>
                  </a:lnTo>
                  <a:lnTo>
                    <a:pt x="283817" y="430541"/>
                  </a:lnTo>
                  <a:lnTo>
                    <a:pt x="283366" y="430611"/>
                  </a:lnTo>
                  <a:lnTo>
                    <a:pt x="282882" y="430813"/>
                  </a:lnTo>
                  <a:lnTo>
                    <a:pt x="282746" y="430904"/>
                  </a:lnTo>
                  <a:lnTo>
                    <a:pt x="282285" y="431712"/>
                  </a:lnTo>
                  <a:lnTo>
                    <a:pt x="281871" y="431834"/>
                  </a:lnTo>
                  <a:lnTo>
                    <a:pt x="281679" y="431874"/>
                  </a:lnTo>
                  <a:lnTo>
                    <a:pt x="281476" y="431931"/>
                  </a:lnTo>
                  <a:lnTo>
                    <a:pt x="281078" y="432143"/>
                  </a:lnTo>
                  <a:lnTo>
                    <a:pt x="280818" y="432314"/>
                  </a:lnTo>
                  <a:lnTo>
                    <a:pt x="280746" y="432512"/>
                  </a:lnTo>
                  <a:lnTo>
                    <a:pt x="280416" y="432940"/>
                  </a:lnTo>
                  <a:lnTo>
                    <a:pt x="280176" y="433177"/>
                  </a:lnTo>
                  <a:lnTo>
                    <a:pt x="279840" y="433402"/>
                  </a:lnTo>
                  <a:lnTo>
                    <a:pt x="279383" y="433584"/>
                  </a:lnTo>
                  <a:lnTo>
                    <a:pt x="278868" y="433644"/>
                  </a:lnTo>
                  <a:lnTo>
                    <a:pt x="278467" y="433610"/>
                  </a:lnTo>
                  <a:lnTo>
                    <a:pt x="277771" y="433659"/>
                  </a:lnTo>
                  <a:lnTo>
                    <a:pt x="277572" y="433998"/>
                  </a:lnTo>
                  <a:lnTo>
                    <a:pt x="277583" y="434510"/>
                  </a:lnTo>
                  <a:lnTo>
                    <a:pt x="277748" y="434620"/>
                  </a:lnTo>
                  <a:lnTo>
                    <a:pt x="278381" y="435186"/>
                  </a:lnTo>
                  <a:lnTo>
                    <a:pt x="278309" y="435471"/>
                  </a:lnTo>
                  <a:lnTo>
                    <a:pt x="278105" y="435955"/>
                  </a:lnTo>
                  <a:lnTo>
                    <a:pt x="276859" y="436599"/>
                  </a:lnTo>
                  <a:lnTo>
                    <a:pt x="276927" y="436757"/>
                  </a:lnTo>
                  <a:lnTo>
                    <a:pt x="277013" y="437783"/>
                  </a:lnTo>
                  <a:lnTo>
                    <a:pt x="276805" y="437786"/>
                  </a:lnTo>
                  <a:lnTo>
                    <a:pt x="276514" y="437726"/>
                  </a:lnTo>
                  <a:lnTo>
                    <a:pt x="276294" y="437723"/>
                  </a:lnTo>
                  <a:lnTo>
                    <a:pt x="275810" y="437869"/>
                  </a:lnTo>
                  <a:lnTo>
                    <a:pt x="275608" y="438396"/>
                  </a:lnTo>
                  <a:lnTo>
                    <a:pt x="275919" y="438595"/>
                  </a:lnTo>
                  <a:lnTo>
                    <a:pt x="275929" y="439209"/>
                  </a:lnTo>
                  <a:lnTo>
                    <a:pt x="275758" y="439343"/>
                  </a:lnTo>
                  <a:lnTo>
                    <a:pt x="275416" y="439454"/>
                  </a:lnTo>
                  <a:lnTo>
                    <a:pt x="275273" y="439516"/>
                  </a:lnTo>
                  <a:lnTo>
                    <a:pt x="275142" y="439573"/>
                  </a:lnTo>
                  <a:lnTo>
                    <a:pt x="274902" y="439859"/>
                  </a:lnTo>
                  <a:lnTo>
                    <a:pt x="274876" y="440462"/>
                  </a:lnTo>
                  <a:lnTo>
                    <a:pt x="274285" y="441015"/>
                  </a:lnTo>
                  <a:lnTo>
                    <a:pt x="274223" y="441441"/>
                  </a:lnTo>
                  <a:lnTo>
                    <a:pt x="273938" y="441441"/>
                  </a:lnTo>
                  <a:lnTo>
                    <a:pt x="273790" y="441367"/>
                  </a:lnTo>
                  <a:lnTo>
                    <a:pt x="273515" y="441240"/>
                  </a:lnTo>
                  <a:lnTo>
                    <a:pt x="273078" y="441131"/>
                  </a:lnTo>
                  <a:lnTo>
                    <a:pt x="272763" y="441205"/>
                  </a:lnTo>
                  <a:lnTo>
                    <a:pt x="272391" y="441399"/>
                  </a:lnTo>
                  <a:lnTo>
                    <a:pt x="272092" y="441574"/>
                  </a:lnTo>
                  <a:lnTo>
                    <a:pt x="272001" y="442297"/>
                  </a:lnTo>
                  <a:lnTo>
                    <a:pt x="272138" y="442247"/>
                  </a:lnTo>
                  <a:lnTo>
                    <a:pt x="272293" y="442156"/>
                  </a:lnTo>
                  <a:lnTo>
                    <a:pt x="272809" y="441942"/>
                  </a:lnTo>
                  <a:lnTo>
                    <a:pt x="273011" y="441988"/>
                  </a:lnTo>
                  <a:lnTo>
                    <a:pt x="273228" y="442053"/>
                  </a:lnTo>
                  <a:lnTo>
                    <a:pt x="273453" y="442228"/>
                  </a:lnTo>
                  <a:lnTo>
                    <a:pt x="273297" y="442530"/>
                  </a:lnTo>
                  <a:lnTo>
                    <a:pt x="273142" y="442692"/>
                  </a:lnTo>
                  <a:lnTo>
                    <a:pt x="271249" y="442779"/>
                  </a:lnTo>
                  <a:lnTo>
                    <a:pt x="270898" y="443613"/>
                  </a:lnTo>
                  <a:lnTo>
                    <a:pt x="270167" y="443795"/>
                  </a:lnTo>
                  <a:lnTo>
                    <a:pt x="269982" y="443773"/>
                  </a:lnTo>
                  <a:lnTo>
                    <a:pt x="269732" y="443750"/>
                  </a:lnTo>
                  <a:lnTo>
                    <a:pt x="269500" y="443696"/>
                  </a:lnTo>
                  <a:lnTo>
                    <a:pt x="268285" y="442858"/>
                  </a:lnTo>
                  <a:lnTo>
                    <a:pt x="266796" y="443161"/>
                  </a:lnTo>
                  <a:lnTo>
                    <a:pt x="266740" y="443332"/>
                  </a:lnTo>
                  <a:lnTo>
                    <a:pt x="266059" y="443707"/>
                  </a:lnTo>
                  <a:lnTo>
                    <a:pt x="265778" y="443819"/>
                  </a:lnTo>
                  <a:lnTo>
                    <a:pt x="264537" y="444453"/>
                  </a:lnTo>
                  <a:lnTo>
                    <a:pt x="263641" y="443165"/>
                  </a:lnTo>
                  <a:lnTo>
                    <a:pt x="262910" y="443058"/>
                  </a:lnTo>
                  <a:lnTo>
                    <a:pt x="262448" y="443375"/>
                  </a:lnTo>
                  <a:lnTo>
                    <a:pt x="261685" y="444064"/>
                  </a:lnTo>
                  <a:lnTo>
                    <a:pt x="260757" y="444069"/>
                  </a:lnTo>
                  <a:lnTo>
                    <a:pt x="260596" y="444111"/>
                  </a:lnTo>
                  <a:lnTo>
                    <a:pt x="259679" y="443532"/>
                  </a:lnTo>
                  <a:lnTo>
                    <a:pt x="257114" y="442464"/>
                  </a:lnTo>
                  <a:lnTo>
                    <a:pt x="256781" y="442494"/>
                  </a:lnTo>
                  <a:lnTo>
                    <a:pt x="256187" y="442584"/>
                  </a:lnTo>
                  <a:lnTo>
                    <a:pt x="255525" y="442919"/>
                  </a:lnTo>
                  <a:lnTo>
                    <a:pt x="255104" y="441833"/>
                  </a:lnTo>
                  <a:lnTo>
                    <a:pt x="255344" y="441206"/>
                  </a:lnTo>
                  <a:lnTo>
                    <a:pt x="255655" y="441036"/>
                  </a:lnTo>
                  <a:lnTo>
                    <a:pt x="255790" y="440962"/>
                  </a:lnTo>
                  <a:lnTo>
                    <a:pt x="255949" y="440867"/>
                  </a:lnTo>
                  <a:lnTo>
                    <a:pt x="256118" y="440760"/>
                  </a:lnTo>
                  <a:lnTo>
                    <a:pt x="256642" y="440758"/>
                  </a:lnTo>
                  <a:lnTo>
                    <a:pt x="257027" y="440730"/>
                  </a:lnTo>
                  <a:lnTo>
                    <a:pt x="257198" y="440460"/>
                  </a:lnTo>
                  <a:lnTo>
                    <a:pt x="257473" y="439895"/>
                  </a:lnTo>
                  <a:lnTo>
                    <a:pt x="257684" y="439341"/>
                  </a:lnTo>
                  <a:lnTo>
                    <a:pt x="258137" y="439057"/>
                  </a:lnTo>
                  <a:lnTo>
                    <a:pt x="258865" y="439059"/>
                  </a:lnTo>
                  <a:lnTo>
                    <a:pt x="258981" y="438898"/>
                  </a:lnTo>
                  <a:lnTo>
                    <a:pt x="258947" y="438429"/>
                  </a:lnTo>
                  <a:lnTo>
                    <a:pt x="258855" y="437969"/>
                  </a:lnTo>
                  <a:lnTo>
                    <a:pt x="258922" y="437646"/>
                  </a:lnTo>
                  <a:lnTo>
                    <a:pt x="259020" y="437138"/>
                  </a:lnTo>
                  <a:lnTo>
                    <a:pt x="259074" y="436895"/>
                  </a:lnTo>
                  <a:lnTo>
                    <a:pt x="259238" y="436707"/>
                  </a:lnTo>
                  <a:lnTo>
                    <a:pt x="259387" y="436659"/>
                  </a:lnTo>
                  <a:lnTo>
                    <a:pt x="259634" y="436564"/>
                  </a:lnTo>
                  <a:lnTo>
                    <a:pt x="260028" y="436344"/>
                  </a:lnTo>
                  <a:lnTo>
                    <a:pt x="260154" y="436153"/>
                  </a:lnTo>
                  <a:lnTo>
                    <a:pt x="260891" y="435250"/>
                  </a:lnTo>
                  <a:lnTo>
                    <a:pt x="260913" y="435046"/>
                  </a:lnTo>
                  <a:lnTo>
                    <a:pt x="261085" y="434697"/>
                  </a:lnTo>
                  <a:lnTo>
                    <a:pt x="261144" y="434387"/>
                  </a:lnTo>
                  <a:lnTo>
                    <a:pt x="261318" y="434104"/>
                  </a:lnTo>
                  <a:lnTo>
                    <a:pt x="261244" y="433483"/>
                  </a:lnTo>
                  <a:lnTo>
                    <a:pt x="261026" y="433380"/>
                  </a:lnTo>
                  <a:lnTo>
                    <a:pt x="260822" y="433329"/>
                  </a:lnTo>
                  <a:lnTo>
                    <a:pt x="260680" y="433306"/>
                  </a:lnTo>
                  <a:lnTo>
                    <a:pt x="260209" y="433179"/>
                  </a:lnTo>
                  <a:lnTo>
                    <a:pt x="260635" y="432472"/>
                  </a:lnTo>
                  <a:lnTo>
                    <a:pt x="260772" y="432238"/>
                  </a:lnTo>
                  <a:lnTo>
                    <a:pt x="260981" y="432027"/>
                  </a:lnTo>
                  <a:lnTo>
                    <a:pt x="261809" y="431912"/>
                  </a:lnTo>
                  <a:lnTo>
                    <a:pt x="262667" y="430638"/>
                  </a:lnTo>
                  <a:lnTo>
                    <a:pt x="263062" y="430404"/>
                  </a:lnTo>
                  <a:lnTo>
                    <a:pt x="263218" y="430271"/>
                  </a:lnTo>
                  <a:lnTo>
                    <a:pt x="263626" y="429832"/>
                  </a:lnTo>
                  <a:lnTo>
                    <a:pt x="263077" y="429695"/>
                  </a:lnTo>
                  <a:lnTo>
                    <a:pt x="262935" y="429698"/>
                  </a:lnTo>
                  <a:lnTo>
                    <a:pt x="262462" y="429631"/>
                  </a:lnTo>
                  <a:lnTo>
                    <a:pt x="262122" y="429456"/>
                  </a:lnTo>
                  <a:lnTo>
                    <a:pt x="261336" y="429263"/>
                  </a:lnTo>
                  <a:lnTo>
                    <a:pt x="261365" y="428432"/>
                  </a:lnTo>
                  <a:lnTo>
                    <a:pt x="261417" y="428099"/>
                  </a:lnTo>
                  <a:lnTo>
                    <a:pt x="261599" y="427736"/>
                  </a:lnTo>
                  <a:lnTo>
                    <a:pt x="261684" y="427578"/>
                  </a:lnTo>
                  <a:lnTo>
                    <a:pt x="261834" y="427302"/>
                  </a:lnTo>
                  <a:lnTo>
                    <a:pt x="261965" y="427211"/>
                  </a:lnTo>
                  <a:lnTo>
                    <a:pt x="262085" y="426991"/>
                  </a:lnTo>
                  <a:lnTo>
                    <a:pt x="262132" y="426533"/>
                  </a:lnTo>
                  <a:lnTo>
                    <a:pt x="261947" y="426237"/>
                  </a:lnTo>
                  <a:lnTo>
                    <a:pt x="261849" y="426070"/>
                  </a:lnTo>
                  <a:lnTo>
                    <a:pt x="261530" y="426048"/>
                  </a:lnTo>
                  <a:lnTo>
                    <a:pt x="261282" y="426056"/>
                  </a:lnTo>
                  <a:lnTo>
                    <a:pt x="261092" y="426110"/>
                  </a:lnTo>
                  <a:lnTo>
                    <a:pt x="260903" y="426141"/>
                  </a:lnTo>
                  <a:lnTo>
                    <a:pt x="260237" y="425931"/>
                  </a:lnTo>
                  <a:lnTo>
                    <a:pt x="259784" y="425990"/>
                  </a:lnTo>
                  <a:lnTo>
                    <a:pt x="259603" y="426053"/>
                  </a:lnTo>
                  <a:lnTo>
                    <a:pt x="259408" y="425664"/>
                  </a:lnTo>
                  <a:lnTo>
                    <a:pt x="259212" y="425030"/>
                  </a:lnTo>
                  <a:lnTo>
                    <a:pt x="259028" y="424647"/>
                  </a:lnTo>
                  <a:lnTo>
                    <a:pt x="258700" y="424512"/>
                  </a:lnTo>
                  <a:lnTo>
                    <a:pt x="258454" y="424737"/>
                  </a:lnTo>
                  <a:lnTo>
                    <a:pt x="258279" y="424869"/>
                  </a:lnTo>
                  <a:lnTo>
                    <a:pt x="258135" y="424967"/>
                  </a:lnTo>
                  <a:lnTo>
                    <a:pt x="257456" y="424966"/>
                  </a:lnTo>
                  <a:lnTo>
                    <a:pt x="257150" y="424456"/>
                  </a:lnTo>
                  <a:lnTo>
                    <a:pt x="257133" y="424189"/>
                  </a:lnTo>
                  <a:lnTo>
                    <a:pt x="257217" y="423963"/>
                  </a:lnTo>
                  <a:lnTo>
                    <a:pt x="257274" y="423601"/>
                  </a:lnTo>
                  <a:lnTo>
                    <a:pt x="256884" y="423152"/>
                  </a:lnTo>
                  <a:lnTo>
                    <a:pt x="256724" y="422991"/>
                  </a:lnTo>
                  <a:lnTo>
                    <a:pt x="256663" y="422482"/>
                  </a:lnTo>
                  <a:lnTo>
                    <a:pt x="257202" y="421859"/>
                  </a:lnTo>
                  <a:lnTo>
                    <a:pt x="257199" y="421708"/>
                  </a:lnTo>
                  <a:lnTo>
                    <a:pt x="257168" y="421563"/>
                  </a:lnTo>
                  <a:lnTo>
                    <a:pt x="257094" y="421368"/>
                  </a:lnTo>
                  <a:lnTo>
                    <a:pt x="256930" y="421144"/>
                  </a:lnTo>
                  <a:lnTo>
                    <a:pt x="256749" y="420959"/>
                  </a:lnTo>
                  <a:lnTo>
                    <a:pt x="255966" y="420343"/>
                  </a:lnTo>
                  <a:lnTo>
                    <a:pt x="255759" y="420250"/>
                  </a:lnTo>
                  <a:lnTo>
                    <a:pt x="255594" y="420205"/>
                  </a:lnTo>
                  <a:lnTo>
                    <a:pt x="255451" y="420198"/>
                  </a:lnTo>
                  <a:lnTo>
                    <a:pt x="255298" y="420223"/>
                  </a:lnTo>
                  <a:lnTo>
                    <a:pt x="255166" y="420238"/>
                  </a:lnTo>
                  <a:lnTo>
                    <a:pt x="255022" y="420237"/>
                  </a:lnTo>
                  <a:lnTo>
                    <a:pt x="254731" y="420120"/>
                  </a:lnTo>
                  <a:lnTo>
                    <a:pt x="254963" y="419428"/>
                  </a:lnTo>
                  <a:lnTo>
                    <a:pt x="254409" y="418747"/>
                  </a:lnTo>
                  <a:lnTo>
                    <a:pt x="249590" y="410433"/>
                  </a:lnTo>
                  <a:lnTo>
                    <a:pt x="249504" y="410174"/>
                  </a:lnTo>
                  <a:lnTo>
                    <a:pt x="249448" y="409649"/>
                  </a:lnTo>
                  <a:lnTo>
                    <a:pt x="249148" y="409236"/>
                  </a:lnTo>
                  <a:lnTo>
                    <a:pt x="249068" y="408996"/>
                  </a:lnTo>
                  <a:lnTo>
                    <a:pt x="249078" y="408637"/>
                  </a:lnTo>
                  <a:lnTo>
                    <a:pt x="249161" y="408506"/>
                  </a:lnTo>
                  <a:lnTo>
                    <a:pt x="249205" y="408202"/>
                  </a:lnTo>
                  <a:lnTo>
                    <a:pt x="249433" y="407693"/>
                  </a:lnTo>
                  <a:lnTo>
                    <a:pt x="249591" y="407563"/>
                  </a:lnTo>
                  <a:lnTo>
                    <a:pt x="249843" y="407301"/>
                  </a:lnTo>
                  <a:lnTo>
                    <a:pt x="249441" y="406797"/>
                  </a:lnTo>
                  <a:lnTo>
                    <a:pt x="249261" y="406424"/>
                  </a:lnTo>
                  <a:lnTo>
                    <a:pt x="249147" y="406167"/>
                  </a:lnTo>
                  <a:lnTo>
                    <a:pt x="249079" y="405719"/>
                  </a:lnTo>
                  <a:lnTo>
                    <a:pt x="249025" y="405534"/>
                  </a:lnTo>
                  <a:lnTo>
                    <a:pt x="248915" y="405225"/>
                  </a:lnTo>
                  <a:lnTo>
                    <a:pt x="248455" y="405267"/>
                  </a:lnTo>
                  <a:lnTo>
                    <a:pt x="248277" y="405274"/>
                  </a:lnTo>
                  <a:lnTo>
                    <a:pt x="247683" y="404731"/>
                  </a:lnTo>
                  <a:lnTo>
                    <a:pt x="247383" y="404470"/>
                  </a:lnTo>
                  <a:lnTo>
                    <a:pt x="246488" y="404680"/>
                  </a:lnTo>
                  <a:lnTo>
                    <a:pt x="246350" y="404667"/>
                  </a:lnTo>
                  <a:lnTo>
                    <a:pt x="245778" y="404850"/>
                  </a:lnTo>
                  <a:lnTo>
                    <a:pt x="245113" y="405046"/>
                  </a:lnTo>
                  <a:lnTo>
                    <a:pt x="244683" y="405153"/>
                  </a:lnTo>
                  <a:lnTo>
                    <a:pt x="244387" y="405331"/>
                  </a:lnTo>
                  <a:lnTo>
                    <a:pt x="243710" y="405490"/>
                  </a:lnTo>
                  <a:lnTo>
                    <a:pt x="243532" y="405409"/>
                  </a:lnTo>
                  <a:lnTo>
                    <a:pt x="243396" y="405181"/>
                  </a:lnTo>
                  <a:lnTo>
                    <a:pt x="243449" y="404925"/>
                  </a:lnTo>
                  <a:lnTo>
                    <a:pt x="243761" y="404193"/>
                  </a:lnTo>
                  <a:lnTo>
                    <a:pt x="243721" y="404053"/>
                  </a:lnTo>
                  <a:lnTo>
                    <a:pt x="244118" y="403133"/>
                  </a:lnTo>
                  <a:lnTo>
                    <a:pt x="244089" y="402927"/>
                  </a:lnTo>
                  <a:lnTo>
                    <a:pt x="244024" y="402798"/>
                  </a:lnTo>
                  <a:lnTo>
                    <a:pt x="243997" y="402086"/>
                  </a:lnTo>
                  <a:lnTo>
                    <a:pt x="243972" y="401835"/>
                  </a:lnTo>
                  <a:lnTo>
                    <a:pt x="243903" y="401702"/>
                  </a:lnTo>
                  <a:lnTo>
                    <a:pt x="243810" y="401554"/>
                  </a:lnTo>
                  <a:lnTo>
                    <a:pt x="243741" y="401400"/>
                  </a:lnTo>
                  <a:lnTo>
                    <a:pt x="243738" y="401268"/>
                  </a:lnTo>
                  <a:lnTo>
                    <a:pt x="243791" y="401117"/>
                  </a:lnTo>
                  <a:lnTo>
                    <a:pt x="243820" y="400736"/>
                  </a:lnTo>
                  <a:lnTo>
                    <a:pt x="243735" y="400596"/>
                  </a:lnTo>
                  <a:lnTo>
                    <a:pt x="243506" y="400348"/>
                  </a:lnTo>
                  <a:lnTo>
                    <a:pt x="243473" y="399938"/>
                  </a:lnTo>
                  <a:lnTo>
                    <a:pt x="243356" y="399442"/>
                  </a:lnTo>
                  <a:lnTo>
                    <a:pt x="243117" y="399214"/>
                  </a:lnTo>
                  <a:lnTo>
                    <a:pt x="242754" y="399014"/>
                  </a:lnTo>
                  <a:lnTo>
                    <a:pt x="242735" y="398726"/>
                  </a:lnTo>
                  <a:lnTo>
                    <a:pt x="242601" y="398382"/>
                  </a:lnTo>
                  <a:lnTo>
                    <a:pt x="242431" y="398012"/>
                  </a:lnTo>
                  <a:lnTo>
                    <a:pt x="242393" y="397843"/>
                  </a:lnTo>
                  <a:lnTo>
                    <a:pt x="242409" y="397680"/>
                  </a:lnTo>
                  <a:lnTo>
                    <a:pt x="242465" y="397078"/>
                  </a:lnTo>
                  <a:lnTo>
                    <a:pt x="242525" y="396564"/>
                  </a:lnTo>
                  <a:lnTo>
                    <a:pt x="242602" y="396334"/>
                  </a:lnTo>
                  <a:lnTo>
                    <a:pt x="242605" y="395833"/>
                  </a:lnTo>
                  <a:lnTo>
                    <a:pt x="242473" y="395255"/>
                  </a:lnTo>
                  <a:lnTo>
                    <a:pt x="242593" y="394795"/>
                  </a:lnTo>
                  <a:lnTo>
                    <a:pt x="242818" y="394288"/>
                  </a:lnTo>
                  <a:lnTo>
                    <a:pt x="242849" y="393909"/>
                  </a:lnTo>
                  <a:lnTo>
                    <a:pt x="242855" y="393603"/>
                  </a:lnTo>
                  <a:lnTo>
                    <a:pt x="243022" y="393128"/>
                  </a:lnTo>
                  <a:lnTo>
                    <a:pt x="243711" y="392920"/>
                  </a:lnTo>
                  <a:lnTo>
                    <a:pt x="244705" y="392998"/>
                  </a:lnTo>
                  <a:lnTo>
                    <a:pt x="244814" y="392858"/>
                  </a:lnTo>
                  <a:lnTo>
                    <a:pt x="244496" y="392417"/>
                  </a:lnTo>
                  <a:lnTo>
                    <a:pt x="244267" y="392406"/>
                  </a:lnTo>
                  <a:lnTo>
                    <a:pt x="243987" y="392366"/>
                  </a:lnTo>
                  <a:lnTo>
                    <a:pt x="243093" y="391787"/>
                  </a:lnTo>
                  <a:lnTo>
                    <a:pt x="242719" y="391659"/>
                  </a:lnTo>
                  <a:lnTo>
                    <a:pt x="242489" y="391530"/>
                  </a:lnTo>
                  <a:lnTo>
                    <a:pt x="242546" y="391064"/>
                  </a:lnTo>
                  <a:lnTo>
                    <a:pt x="242578" y="390756"/>
                  </a:lnTo>
                  <a:lnTo>
                    <a:pt x="242991" y="390621"/>
                  </a:lnTo>
                  <a:lnTo>
                    <a:pt x="243785" y="390270"/>
                  </a:lnTo>
                  <a:lnTo>
                    <a:pt x="243937" y="390218"/>
                  </a:lnTo>
                  <a:lnTo>
                    <a:pt x="244241" y="390068"/>
                  </a:lnTo>
                  <a:lnTo>
                    <a:pt x="244679" y="389523"/>
                  </a:lnTo>
                  <a:lnTo>
                    <a:pt x="244913" y="389580"/>
                  </a:lnTo>
                  <a:lnTo>
                    <a:pt x="245354" y="389446"/>
                  </a:lnTo>
                  <a:lnTo>
                    <a:pt x="245517" y="389205"/>
                  </a:lnTo>
                  <a:lnTo>
                    <a:pt x="245511" y="389039"/>
                  </a:lnTo>
                  <a:lnTo>
                    <a:pt x="245472" y="388895"/>
                  </a:lnTo>
                  <a:lnTo>
                    <a:pt x="245685" y="388400"/>
                  </a:lnTo>
                  <a:lnTo>
                    <a:pt x="245866" y="388186"/>
                  </a:lnTo>
                  <a:lnTo>
                    <a:pt x="246127" y="387887"/>
                  </a:lnTo>
                  <a:lnTo>
                    <a:pt x="246395" y="387634"/>
                  </a:lnTo>
                  <a:lnTo>
                    <a:pt x="246918" y="387162"/>
                  </a:lnTo>
                  <a:lnTo>
                    <a:pt x="247047" y="387024"/>
                  </a:lnTo>
                  <a:lnTo>
                    <a:pt x="247681" y="386346"/>
                  </a:lnTo>
                  <a:lnTo>
                    <a:pt x="247702" y="386196"/>
                  </a:lnTo>
                  <a:lnTo>
                    <a:pt x="247930" y="385717"/>
                  </a:lnTo>
                  <a:lnTo>
                    <a:pt x="247914" y="385483"/>
                  </a:lnTo>
                  <a:lnTo>
                    <a:pt x="247545" y="384952"/>
                  </a:lnTo>
                  <a:lnTo>
                    <a:pt x="247796" y="384560"/>
                  </a:lnTo>
                  <a:lnTo>
                    <a:pt x="248115" y="384614"/>
                  </a:lnTo>
                  <a:lnTo>
                    <a:pt x="249017" y="384684"/>
                  </a:lnTo>
                  <a:lnTo>
                    <a:pt x="249316" y="384428"/>
                  </a:lnTo>
                  <a:lnTo>
                    <a:pt x="249390" y="384058"/>
                  </a:lnTo>
                  <a:lnTo>
                    <a:pt x="249771" y="383791"/>
                  </a:lnTo>
                  <a:lnTo>
                    <a:pt x="249946" y="383697"/>
                  </a:lnTo>
                  <a:lnTo>
                    <a:pt x="250078" y="383633"/>
                  </a:lnTo>
                  <a:lnTo>
                    <a:pt x="250303" y="383346"/>
                  </a:lnTo>
                  <a:lnTo>
                    <a:pt x="250704" y="383083"/>
                  </a:lnTo>
                  <a:lnTo>
                    <a:pt x="250778" y="382897"/>
                  </a:lnTo>
                  <a:lnTo>
                    <a:pt x="249901" y="382080"/>
                  </a:lnTo>
                  <a:lnTo>
                    <a:pt x="249726" y="381895"/>
                  </a:lnTo>
                  <a:lnTo>
                    <a:pt x="249368" y="381762"/>
                  </a:lnTo>
                  <a:lnTo>
                    <a:pt x="249059" y="382041"/>
                  </a:lnTo>
                  <a:lnTo>
                    <a:pt x="248850" y="382130"/>
                  </a:lnTo>
                  <a:lnTo>
                    <a:pt x="248367" y="382111"/>
                  </a:lnTo>
                  <a:lnTo>
                    <a:pt x="248209" y="382105"/>
                  </a:lnTo>
                  <a:lnTo>
                    <a:pt x="247927" y="382050"/>
                  </a:lnTo>
                  <a:lnTo>
                    <a:pt x="247705" y="382006"/>
                  </a:lnTo>
                  <a:lnTo>
                    <a:pt x="247470" y="381903"/>
                  </a:lnTo>
                  <a:lnTo>
                    <a:pt x="247297" y="381827"/>
                  </a:lnTo>
                  <a:lnTo>
                    <a:pt x="247032" y="381654"/>
                  </a:lnTo>
                  <a:lnTo>
                    <a:pt x="246884" y="381542"/>
                  </a:lnTo>
                  <a:lnTo>
                    <a:pt x="246734" y="381430"/>
                  </a:lnTo>
                  <a:lnTo>
                    <a:pt x="246397" y="381098"/>
                  </a:lnTo>
                  <a:lnTo>
                    <a:pt x="245966" y="380866"/>
                  </a:lnTo>
                  <a:lnTo>
                    <a:pt x="245432" y="380696"/>
                  </a:lnTo>
                  <a:lnTo>
                    <a:pt x="245293" y="380743"/>
                  </a:lnTo>
                  <a:lnTo>
                    <a:pt x="245008" y="380845"/>
                  </a:lnTo>
                  <a:lnTo>
                    <a:pt x="245167" y="382277"/>
                  </a:lnTo>
                  <a:lnTo>
                    <a:pt x="245049" y="382440"/>
                  </a:lnTo>
                  <a:lnTo>
                    <a:pt x="244356" y="382468"/>
                  </a:lnTo>
                  <a:lnTo>
                    <a:pt x="244122" y="382548"/>
                  </a:lnTo>
                  <a:lnTo>
                    <a:pt x="243967" y="382623"/>
                  </a:lnTo>
                  <a:lnTo>
                    <a:pt x="243343" y="382596"/>
                  </a:lnTo>
                  <a:lnTo>
                    <a:pt x="243113" y="382503"/>
                  </a:lnTo>
                  <a:lnTo>
                    <a:pt x="242891" y="382386"/>
                  </a:lnTo>
                  <a:lnTo>
                    <a:pt x="242891" y="382217"/>
                  </a:lnTo>
                  <a:lnTo>
                    <a:pt x="242982" y="381927"/>
                  </a:lnTo>
                  <a:lnTo>
                    <a:pt x="243180" y="381290"/>
                  </a:lnTo>
                  <a:lnTo>
                    <a:pt x="243174" y="381046"/>
                  </a:lnTo>
                  <a:lnTo>
                    <a:pt x="243373" y="380291"/>
                  </a:lnTo>
                  <a:lnTo>
                    <a:pt x="243397" y="380039"/>
                  </a:lnTo>
                  <a:lnTo>
                    <a:pt x="243267" y="379878"/>
                  </a:lnTo>
                  <a:lnTo>
                    <a:pt x="243136" y="380087"/>
                  </a:lnTo>
                  <a:lnTo>
                    <a:pt x="243004" y="380299"/>
                  </a:lnTo>
                  <a:lnTo>
                    <a:pt x="242910" y="380474"/>
                  </a:lnTo>
                  <a:lnTo>
                    <a:pt x="242801" y="380677"/>
                  </a:lnTo>
                  <a:lnTo>
                    <a:pt x="242362" y="381022"/>
                  </a:lnTo>
                  <a:lnTo>
                    <a:pt x="241908" y="381184"/>
                  </a:lnTo>
                  <a:lnTo>
                    <a:pt x="241837" y="381017"/>
                  </a:lnTo>
                  <a:lnTo>
                    <a:pt x="242012" y="380863"/>
                  </a:lnTo>
                  <a:lnTo>
                    <a:pt x="242280" y="380466"/>
                  </a:lnTo>
                  <a:lnTo>
                    <a:pt x="242322" y="380295"/>
                  </a:lnTo>
                  <a:lnTo>
                    <a:pt x="242427" y="380071"/>
                  </a:lnTo>
                  <a:lnTo>
                    <a:pt x="242675" y="379757"/>
                  </a:lnTo>
                  <a:lnTo>
                    <a:pt x="242830" y="379723"/>
                  </a:lnTo>
                  <a:lnTo>
                    <a:pt x="242989" y="379604"/>
                  </a:lnTo>
                  <a:lnTo>
                    <a:pt x="243001" y="379062"/>
                  </a:lnTo>
                  <a:lnTo>
                    <a:pt x="243189" y="378835"/>
                  </a:lnTo>
                  <a:lnTo>
                    <a:pt x="243024" y="378738"/>
                  </a:lnTo>
                  <a:lnTo>
                    <a:pt x="242235" y="378466"/>
                  </a:lnTo>
                  <a:lnTo>
                    <a:pt x="241823" y="378304"/>
                  </a:lnTo>
                  <a:lnTo>
                    <a:pt x="241848" y="378104"/>
                  </a:lnTo>
                  <a:lnTo>
                    <a:pt x="242015" y="377979"/>
                  </a:lnTo>
                  <a:lnTo>
                    <a:pt x="242175" y="377695"/>
                  </a:lnTo>
                  <a:lnTo>
                    <a:pt x="242199" y="377518"/>
                  </a:lnTo>
                  <a:lnTo>
                    <a:pt x="241885" y="377023"/>
                  </a:lnTo>
                  <a:lnTo>
                    <a:pt x="241671" y="376697"/>
                  </a:lnTo>
                  <a:lnTo>
                    <a:pt x="242033" y="376246"/>
                  </a:lnTo>
                  <a:lnTo>
                    <a:pt x="242324" y="375892"/>
                  </a:lnTo>
                  <a:lnTo>
                    <a:pt x="242386" y="375736"/>
                  </a:lnTo>
                  <a:lnTo>
                    <a:pt x="242600" y="375447"/>
                  </a:lnTo>
                  <a:lnTo>
                    <a:pt x="242397" y="375345"/>
                  </a:lnTo>
                  <a:lnTo>
                    <a:pt x="241953" y="375222"/>
                  </a:lnTo>
                  <a:lnTo>
                    <a:pt x="241324" y="374756"/>
                  </a:lnTo>
                  <a:lnTo>
                    <a:pt x="241141" y="374555"/>
                  </a:lnTo>
                  <a:lnTo>
                    <a:pt x="240741" y="374485"/>
                  </a:lnTo>
                  <a:lnTo>
                    <a:pt x="240332" y="374351"/>
                  </a:lnTo>
                  <a:lnTo>
                    <a:pt x="240151" y="374349"/>
                  </a:lnTo>
                  <a:lnTo>
                    <a:pt x="239719" y="374601"/>
                  </a:lnTo>
                  <a:lnTo>
                    <a:pt x="239295" y="374932"/>
                  </a:lnTo>
                  <a:lnTo>
                    <a:pt x="238897" y="374928"/>
                  </a:lnTo>
                  <a:lnTo>
                    <a:pt x="238229" y="374708"/>
                  </a:lnTo>
                  <a:lnTo>
                    <a:pt x="237816" y="374599"/>
                  </a:lnTo>
                  <a:lnTo>
                    <a:pt x="237634" y="374586"/>
                  </a:lnTo>
                  <a:lnTo>
                    <a:pt x="237258" y="374441"/>
                  </a:lnTo>
                  <a:lnTo>
                    <a:pt x="237436" y="373837"/>
                  </a:lnTo>
                  <a:lnTo>
                    <a:pt x="237596" y="373627"/>
                  </a:lnTo>
                  <a:lnTo>
                    <a:pt x="237478" y="373414"/>
                  </a:lnTo>
                  <a:lnTo>
                    <a:pt x="237416" y="372947"/>
                  </a:lnTo>
                  <a:lnTo>
                    <a:pt x="237294" y="372643"/>
                  </a:lnTo>
                  <a:lnTo>
                    <a:pt x="237166" y="372577"/>
                  </a:lnTo>
                  <a:lnTo>
                    <a:pt x="237214" y="372261"/>
                  </a:lnTo>
                  <a:lnTo>
                    <a:pt x="237482" y="372153"/>
                  </a:lnTo>
                  <a:lnTo>
                    <a:pt x="238153" y="372025"/>
                  </a:lnTo>
                  <a:lnTo>
                    <a:pt x="238522" y="371459"/>
                  </a:lnTo>
                  <a:lnTo>
                    <a:pt x="238279" y="371185"/>
                  </a:lnTo>
                  <a:lnTo>
                    <a:pt x="237986" y="371102"/>
                  </a:lnTo>
                  <a:lnTo>
                    <a:pt x="237758" y="370903"/>
                  </a:lnTo>
                  <a:lnTo>
                    <a:pt x="237790" y="370526"/>
                  </a:lnTo>
                  <a:lnTo>
                    <a:pt x="238093" y="370267"/>
                  </a:lnTo>
                  <a:lnTo>
                    <a:pt x="238180" y="370004"/>
                  </a:lnTo>
                  <a:lnTo>
                    <a:pt x="237885" y="369138"/>
                  </a:lnTo>
                  <a:lnTo>
                    <a:pt x="237815" y="368798"/>
                  </a:lnTo>
                  <a:lnTo>
                    <a:pt x="237152" y="368446"/>
                  </a:lnTo>
                  <a:lnTo>
                    <a:pt x="236767" y="368310"/>
                  </a:lnTo>
                  <a:lnTo>
                    <a:pt x="236597" y="368248"/>
                  </a:lnTo>
                  <a:lnTo>
                    <a:pt x="236296" y="368112"/>
                  </a:lnTo>
                  <a:lnTo>
                    <a:pt x="235825" y="367840"/>
                  </a:lnTo>
                  <a:lnTo>
                    <a:pt x="236206" y="367611"/>
                  </a:lnTo>
                  <a:lnTo>
                    <a:pt x="235958" y="367121"/>
                  </a:lnTo>
                  <a:lnTo>
                    <a:pt x="235356" y="366539"/>
                  </a:lnTo>
                  <a:lnTo>
                    <a:pt x="235001" y="366481"/>
                  </a:lnTo>
                  <a:lnTo>
                    <a:pt x="232016" y="359375"/>
                  </a:lnTo>
                  <a:lnTo>
                    <a:pt x="231666" y="359565"/>
                  </a:lnTo>
                  <a:lnTo>
                    <a:pt x="231424" y="359670"/>
                  </a:lnTo>
                  <a:lnTo>
                    <a:pt x="231056" y="359508"/>
                  </a:lnTo>
                  <a:lnTo>
                    <a:pt x="230890" y="359205"/>
                  </a:lnTo>
                  <a:lnTo>
                    <a:pt x="230486" y="358982"/>
                  </a:lnTo>
                  <a:lnTo>
                    <a:pt x="230553" y="358299"/>
                  </a:lnTo>
                  <a:lnTo>
                    <a:pt x="230528" y="358045"/>
                  </a:lnTo>
                  <a:lnTo>
                    <a:pt x="230513" y="357673"/>
                  </a:lnTo>
                  <a:lnTo>
                    <a:pt x="230399" y="357183"/>
                  </a:lnTo>
                  <a:lnTo>
                    <a:pt x="229847" y="357052"/>
                  </a:lnTo>
                  <a:lnTo>
                    <a:pt x="229430" y="356665"/>
                  </a:lnTo>
                  <a:lnTo>
                    <a:pt x="228986" y="356825"/>
                  </a:lnTo>
                  <a:lnTo>
                    <a:pt x="228751" y="356873"/>
                  </a:lnTo>
                  <a:lnTo>
                    <a:pt x="228463" y="356518"/>
                  </a:lnTo>
                  <a:lnTo>
                    <a:pt x="228965" y="356292"/>
                  </a:lnTo>
                  <a:lnTo>
                    <a:pt x="229244" y="356210"/>
                  </a:lnTo>
                  <a:lnTo>
                    <a:pt x="228953" y="355251"/>
                  </a:lnTo>
                  <a:lnTo>
                    <a:pt x="228813" y="355019"/>
                  </a:lnTo>
                  <a:lnTo>
                    <a:pt x="228761" y="354788"/>
                  </a:lnTo>
                  <a:lnTo>
                    <a:pt x="228645" y="354577"/>
                  </a:lnTo>
                  <a:lnTo>
                    <a:pt x="228492" y="354458"/>
                  </a:lnTo>
                  <a:lnTo>
                    <a:pt x="228890" y="354268"/>
                  </a:lnTo>
                  <a:lnTo>
                    <a:pt x="229325" y="353978"/>
                  </a:lnTo>
                  <a:lnTo>
                    <a:pt x="229544" y="353715"/>
                  </a:lnTo>
                  <a:lnTo>
                    <a:pt x="229608" y="353572"/>
                  </a:lnTo>
                  <a:lnTo>
                    <a:pt x="229675" y="353328"/>
                  </a:lnTo>
                  <a:lnTo>
                    <a:pt x="229541" y="353218"/>
                  </a:lnTo>
                  <a:lnTo>
                    <a:pt x="228974" y="352943"/>
                  </a:lnTo>
                  <a:lnTo>
                    <a:pt x="229347" y="352651"/>
                  </a:lnTo>
                  <a:lnTo>
                    <a:pt x="229534" y="352321"/>
                  </a:lnTo>
                  <a:lnTo>
                    <a:pt x="229532" y="351995"/>
                  </a:lnTo>
                  <a:lnTo>
                    <a:pt x="228972" y="351616"/>
                  </a:lnTo>
                  <a:lnTo>
                    <a:pt x="228819" y="351214"/>
                  </a:lnTo>
                  <a:lnTo>
                    <a:pt x="228819" y="350968"/>
                  </a:lnTo>
                  <a:lnTo>
                    <a:pt x="228837" y="350817"/>
                  </a:lnTo>
                  <a:lnTo>
                    <a:pt x="228563" y="350446"/>
                  </a:lnTo>
                  <a:lnTo>
                    <a:pt x="228170" y="350400"/>
                  </a:lnTo>
                  <a:lnTo>
                    <a:pt x="228005" y="350379"/>
                  </a:lnTo>
                  <a:lnTo>
                    <a:pt x="227843" y="350358"/>
                  </a:lnTo>
                  <a:lnTo>
                    <a:pt x="227598" y="350285"/>
                  </a:lnTo>
                  <a:lnTo>
                    <a:pt x="226229" y="350167"/>
                  </a:lnTo>
                  <a:lnTo>
                    <a:pt x="225994" y="350682"/>
                  </a:lnTo>
                  <a:lnTo>
                    <a:pt x="225867" y="351020"/>
                  </a:lnTo>
                  <a:lnTo>
                    <a:pt x="225404" y="351272"/>
                  </a:lnTo>
                  <a:lnTo>
                    <a:pt x="225169" y="351197"/>
                  </a:lnTo>
                  <a:lnTo>
                    <a:pt x="224893" y="351183"/>
                  </a:lnTo>
                  <a:lnTo>
                    <a:pt x="224697" y="351235"/>
                  </a:lnTo>
                  <a:lnTo>
                    <a:pt x="224403" y="351222"/>
                  </a:lnTo>
                  <a:lnTo>
                    <a:pt x="224269" y="350841"/>
                  </a:lnTo>
                  <a:lnTo>
                    <a:pt x="224225" y="350676"/>
                  </a:lnTo>
                  <a:lnTo>
                    <a:pt x="224129" y="350316"/>
                  </a:lnTo>
                  <a:lnTo>
                    <a:pt x="223814" y="349638"/>
                  </a:lnTo>
                  <a:lnTo>
                    <a:pt x="223862" y="349142"/>
                  </a:lnTo>
                  <a:lnTo>
                    <a:pt x="223891" y="348944"/>
                  </a:lnTo>
                  <a:lnTo>
                    <a:pt x="223852" y="348708"/>
                  </a:lnTo>
                  <a:lnTo>
                    <a:pt x="223722" y="348406"/>
                  </a:lnTo>
                  <a:lnTo>
                    <a:pt x="223699" y="347807"/>
                  </a:lnTo>
                  <a:lnTo>
                    <a:pt x="223696" y="347672"/>
                  </a:lnTo>
                  <a:lnTo>
                    <a:pt x="223507" y="347267"/>
                  </a:lnTo>
                  <a:lnTo>
                    <a:pt x="223537" y="347049"/>
                  </a:lnTo>
                  <a:lnTo>
                    <a:pt x="223589" y="346665"/>
                  </a:lnTo>
                  <a:lnTo>
                    <a:pt x="223464" y="346220"/>
                  </a:lnTo>
                  <a:lnTo>
                    <a:pt x="223485" y="346074"/>
                  </a:lnTo>
                  <a:lnTo>
                    <a:pt x="223725" y="345647"/>
                  </a:lnTo>
                  <a:lnTo>
                    <a:pt x="224005" y="345282"/>
                  </a:lnTo>
                  <a:lnTo>
                    <a:pt x="224120" y="345059"/>
                  </a:lnTo>
                  <a:lnTo>
                    <a:pt x="224274" y="344460"/>
                  </a:lnTo>
                  <a:lnTo>
                    <a:pt x="224088" y="343904"/>
                  </a:lnTo>
                  <a:lnTo>
                    <a:pt x="224110" y="343664"/>
                  </a:lnTo>
                  <a:lnTo>
                    <a:pt x="224197" y="343428"/>
                  </a:lnTo>
                  <a:lnTo>
                    <a:pt x="224303" y="343166"/>
                  </a:lnTo>
                  <a:lnTo>
                    <a:pt x="224312" y="342977"/>
                  </a:lnTo>
                  <a:lnTo>
                    <a:pt x="224329" y="342596"/>
                  </a:lnTo>
                  <a:lnTo>
                    <a:pt x="224209" y="342163"/>
                  </a:lnTo>
                  <a:lnTo>
                    <a:pt x="224206" y="341913"/>
                  </a:lnTo>
                  <a:lnTo>
                    <a:pt x="224163" y="341587"/>
                  </a:lnTo>
                  <a:lnTo>
                    <a:pt x="223875" y="341312"/>
                  </a:lnTo>
                  <a:lnTo>
                    <a:pt x="223825" y="341121"/>
                  </a:lnTo>
                  <a:lnTo>
                    <a:pt x="223909" y="340858"/>
                  </a:lnTo>
                  <a:lnTo>
                    <a:pt x="223777" y="340491"/>
                  </a:lnTo>
                  <a:lnTo>
                    <a:pt x="223709" y="340330"/>
                  </a:lnTo>
                  <a:lnTo>
                    <a:pt x="223334" y="339972"/>
                  </a:lnTo>
                  <a:lnTo>
                    <a:pt x="223018" y="339626"/>
                  </a:lnTo>
                  <a:lnTo>
                    <a:pt x="223370" y="339265"/>
                  </a:lnTo>
                  <a:lnTo>
                    <a:pt x="223683" y="339278"/>
                  </a:lnTo>
                  <a:lnTo>
                    <a:pt x="223796" y="338936"/>
                  </a:lnTo>
                  <a:lnTo>
                    <a:pt x="223819" y="338695"/>
                  </a:lnTo>
                  <a:lnTo>
                    <a:pt x="223899" y="338449"/>
                  </a:lnTo>
                  <a:lnTo>
                    <a:pt x="224417" y="338051"/>
                  </a:lnTo>
                  <a:lnTo>
                    <a:pt x="224682" y="337802"/>
                  </a:lnTo>
                  <a:lnTo>
                    <a:pt x="225123" y="337548"/>
                  </a:lnTo>
                  <a:lnTo>
                    <a:pt x="225202" y="337400"/>
                  </a:lnTo>
                  <a:lnTo>
                    <a:pt x="225235" y="337273"/>
                  </a:lnTo>
                  <a:lnTo>
                    <a:pt x="225047" y="336928"/>
                  </a:lnTo>
                  <a:lnTo>
                    <a:pt x="224993" y="336712"/>
                  </a:lnTo>
                  <a:lnTo>
                    <a:pt x="224933" y="336345"/>
                  </a:lnTo>
                  <a:lnTo>
                    <a:pt x="224931" y="336208"/>
                  </a:lnTo>
                  <a:lnTo>
                    <a:pt x="224970" y="336019"/>
                  </a:lnTo>
                  <a:lnTo>
                    <a:pt x="225123" y="335601"/>
                  </a:lnTo>
                  <a:lnTo>
                    <a:pt x="225420" y="335212"/>
                  </a:lnTo>
                  <a:lnTo>
                    <a:pt x="225375" y="335082"/>
                  </a:lnTo>
                  <a:lnTo>
                    <a:pt x="225072" y="334505"/>
                  </a:lnTo>
                  <a:lnTo>
                    <a:pt x="224315" y="334998"/>
                  </a:lnTo>
                  <a:lnTo>
                    <a:pt x="223974" y="335179"/>
                  </a:lnTo>
                  <a:lnTo>
                    <a:pt x="223657" y="335170"/>
                  </a:lnTo>
                  <a:lnTo>
                    <a:pt x="223339" y="334991"/>
                  </a:lnTo>
                  <a:lnTo>
                    <a:pt x="223094" y="334862"/>
                  </a:lnTo>
                  <a:lnTo>
                    <a:pt x="222069" y="335206"/>
                  </a:lnTo>
                  <a:lnTo>
                    <a:pt x="221248" y="335073"/>
                  </a:lnTo>
                  <a:lnTo>
                    <a:pt x="220943" y="335215"/>
                  </a:lnTo>
                  <a:lnTo>
                    <a:pt x="220592" y="336026"/>
                  </a:lnTo>
                  <a:lnTo>
                    <a:pt x="220216" y="336347"/>
                  </a:lnTo>
                  <a:lnTo>
                    <a:pt x="219947" y="336525"/>
                  </a:lnTo>
                  <a:lnTo>
                    <a:pt x="219522" y="336857"/>
                  </a:lnTo>
                  <a:lnTo>
                    <a:pt x="219438" y="337200"/>
                  </a:lnTo>
                  <a:lnTo>
                    <a:pt x="219374" y="337444"/>
                  </a:lnTo>
                  <a:lnTo>
                    <a:pt x="219078" y="337655"/>
                  </a:lnTo>
                  <a:lnTo>
                    <a:pt x="218197" y="337618"/>
                  </a:lnTo>
                  <a:lnTo>
                    <a:pt x="217709" y="337685"/>
                  </a:lnTo>
                  <a:lnTo>
                    <a:pt x="217323" y="337906"/>
                  </a:lnTo>
                  <a:lnTo>
                    <a:pt x="216646" y="338376"/>
                  </a:lnTo>
                  <a:lnTo>
                    <a:pt x="216445" y="338575"/>
                  </a:lnTo>
                  <a:lnTo>
                    <a:pt x="216159" y="339104"/>
                  </a:lnTo>
                  <a:lnTo>
                    <a:pt x="215962" y="339581"/>
                  </a:lnTo>
                  <a:lnTo>
                    <a:pt x="215975" y="339709"/>
                  </a:lnTo>
                  <a:lnTo>
                    <a:pt x="215992" y="339864"/>
                  </a:lnTo>
                  <a:lnTo>
                    <a:pt x="216008" y="340011"/>
                  </a:lnTo>
                  <a:lnTo>
                    <a:pt x="216038" y="340194"/>
                  </a:lnTo>
                  <a:lnTo>
                    <a:pt x="216082" y="340903"/>
                  </a:lnTo>
                  <a:lnTo>
                    <a:pt x="215442" y="341918"/>
                  </a:lnTo>
                  <a:lnTo>
                    <a:pt x="214619" y="342173"/>
                  </a:lnTo>
                  <a:lnTo>
                    <a:pt x="214411" y="343214"/>
                  </a:lnTo>
                  <a:lnTo>
                    <a:pt x="213930" y="343464"/>
                  </a:lnTo>
                  <a:lnTo>
                    <a:pt x="213103" y="344046"/>
                  </a:lnTo>
                  <a:lnTo>
                    <a:pt x="212601" y="345084"/>
                  </a:lnTo>
                  <a:lnTo>
                    <a:pt x="212161" y="345629"/>
                  </a:lnTo>
                  <a:lnTo>
                    <a:pt x="211881" y="345750"/>
                  </a:lnTo>
                  <a:lnTo>
                    <a:pt x="211734" y="345814"/>
                  </a:lnTo>
                  <a:lnTo>
                    <a:pt x="211587" y="345972"/>
                  </a:lnTo>
                  <a:lnTo>
                    <a:pt x="211421" y="346097"/>
                  </a:lnTo>
                  <a:lnTo>
                    <a:pt x="211204" y="346260"/>
                  </a:lnTo>
                  <a:lnTo>
                    <a:pt x="210785" y="346350"/>
                  </a:lnTo>
                  <a:lnTo>
                    <a:pt x="210330" y="346884"/>
                  </a:lnTo>
                  <a:lnTo>
                    <a:pt x="210223" y="347280"/>
                  </a:lnTo>
                  <a:lnTo>
                    <a:pt x="209937" y="347301"/>
                  </a:lnTo>
                  <a:lnTo>
                    <a:pt x="209399" y="347270"/>
                  </a:lnTo>
                  <a:lnTo>
                    <a:pt x="209082" y="347169"/>
                  </a:lnTo>
                  <a:lnTo>
                    <a:pt x="208913" y="347257"/>
                  </a:lnTo>
                  <a:lnTo>
                    <a:pt x="208341" y="347861"/>
                  </a:lnTo>
                  <a:lnTo>
                    <a:pt x="208175" y="347676"/>
                  </a:lnTo>
                  <a:lnTo>
                    <a:pt x="207834" y="347832"/>
                  </a:lnTo>
                  <a:lnTo>
                    <a:pt x="207273" y="348203"/>
                  </a:lnTo>
                  <a:lnTo>
                    <a:pt x="207096" y="348552"/>
                  </a:lnTo>
                  <a:lnTo>
                    <a:pt x="207077" y="348736"/>
                  </a:lnTo>
                  <a:lnTo>
                    <a:pt x="207319" y="349194"/>
                  </a:lnTo>
                  <a:lnTo>
                    <a:pt x="206945" y="349606"/>
                  </a:lnTo>
                  <a:lnTo>
                    <a:pt x="206420" y="349451"/>
                  </a:lnTo>
                  <a:lnTo>
                    <a:pt x="206444" y="348724"/>
                  </a:lnTo>
                  <a:lnTo>
                    <a:pt x="206368" y="347714"/>
                  </a:lnTo>
                  <a:lnTo>
                    <a:pt x="206159" y="347544"/>
                  </a:lnTo>
                  <a:lnTo>
                    <a:pt x="205995" y="347499"/>
                  </a:lnTo>
                  <a:lnTo>
                    <a:pt x="205940" y="347179"/>
                  </a:lnTo>
                  <a:lnTo>
                    <a:pt x="205874" y="346916"/>
                  </a:lnTo>
                  <a:lnTo>
                    <a:pt x="205228" y="347088"/>
                  </a:lnTo>
                  <a:lnTo>
                    <a:pt x="205096" y="346952"/>
                  </a:lnTo>
                  <a:lnTo>
                    <a:pt x="204749" y="346872"/>
                  </a:lnTo>
                  <a:lnTo>
                    <a:pt x="204519" y="346885"/>
                  </a:lnTo>
                  <a:lnTo>
                    <a:pt x="204334" y="346902"/>
                  </a:lnTo>
                  <a:lnTo>
                    <a:pt x="204021" y="346804"/>
                  </a:lnTo>
                  <a:lnTo>
                    <a:pt x="203657" y="346785"/>
                  </a:lnTo>
                  <a:lnTo>
                    <a:pt x="203259" y="346821"/>
                  </a:lnTo>
                  <a:lnTo>
                    <a:pt x="202931" y="346513"/>
                  </a:lnTo>
                  <a:lnTo>
                    <a:pt x="202834" y="346127"/>
                  </a:lnTo>
                  <a:lnTo>
                    <a:pt x="202841" y="345860"/>
                  </a:lnTo>
                  <a:lnTo>
                    <a:pt x="202868" y="345708"/>
                  </a:lnTo>
                  <a:lnTo>
                    <a:pt x="203455" y="345265"/>
                  </a:lnTo>
                  <a:lnTo>
                    <a:pt x="203625" y="345332"/>
                  </a:lnTo>
                  <a:lnTo>
                    <a:pt x="203759" y="345338"/>
                  </a:lnTo>
                  <a:lnTo>
                    <a:pt x="204319" y="344862"/>
                  </a:lnTo>
                  <a:lnTo>
                    <a:pt x="204538" y="344820"/>
                  </a:lnTo>
                  <a:lnTo>
                    <a:pt x="204843" y="344599"/>
                  </a:lnTo>
                  <a:lnTo>
                    <a:pt x="206012" y="343763"/>
                  </a:lnTo>
                  <a:lnTo>
                    <a:pt x="205977" y="343588"/>
                  </a:lnTo>
                  <a:lnTo>
                    <a:pt x="205926" y="343381"/>
                  </a:lnTo>
                  <a:lnTo>
                    <a:pt x="205853" y="342845"/>
                  </a:lnTo>
                  <a:lnTo>
                    <a:pt x="205418" y="342589"/>
                  </a:lnTo>
                  <a:lnTo>
                    <a:pt x="205292" y="342401"/>
                  </a:lnTo>
                  <a:lnTo>
                    <a:pt x="205074" y="342189"/>
                  </a:lnTo>
                  <a:lnTo>
                    <a:pt x="204832" y="342207"/>
                  </a:lnTo>
                  <a:lnTo>
                    <a:pt x="204310" y="342424"/>
                  </a:lnTo>
                  <a:lnTo>
                    <a:pt x="204141" y="342471"/>
                  </a:lnTo>
                  <a:lnTo>
                    <a:pt x="203670" y="342497"/>
                  </a:lnTo>
                  <a:lnTo>
                    <a:pt x="203151" y="342397"/>
                  </a:lnTo>
                  <a:lnTo>
                    <a:pt x="202789" y="342268"/>
                  </a:lnTo>
                  <a:lnTo>
                    <a:pt x="202241" y="341919"/>
                  </a:lnTo>
                  <a:lnTo>
                    <a:pt x="202105" y="341742"/>
                  </a:lnTo>
                  <a:lnTo>
                    <a:pt x="201908" y="341531"/>
                  </a:lnTo>
                  <a:lnTo>
                    <a:pt x="201585" y="341319"/>
                  </a:lnTo>
                  <a:lnTo>
                    <a:pt x="201373" y="341155"/>
                  </a:lnTo>
                  <a:lnTo>
                    <a:pt x="202267" y="340331"/>
                  </a:lnTo>
                  <a:lnTo>
                    <a:pt x="202401" y="340204"/>
                  </a:lnTo>
                  <a:lnTo>
                    <a:pt x="202935" y="339775"/>
                  </a:lnTo>
                  <a:lnTo>
                    <a:pt x="203325" y="339378"/>
                  </a:lnTo>
                  <a:lnTo>
                    <a:pt x="203815" y="338888"/>
                  </a:lnTo>
                  <a:lnTo>
                    <a:pt x="204183" y="338519"/>
                  </a:lnTo>
                  <a:lnTo>
                    <a:pt x="204954" y="337727"/>
                  </a:lnTo>
                  <a:lnTo>
                    <a:pt x="205088" y="337590"/>
                  </a:lnTo>
                  <a:lnTo>
                    <a:pt x="205253" y="337210"/>
                  </a:lnTo>
                  <a:lnTo>
                    <a:pt x="205002" y="336995"/>
                  </a:lnTo>
                  <a:lnTo>
                    <a:pt x="204648" y="336844"/>
                  </a:lnTo>
                  <a:lnTo>
                    <a:pt x="203344" y="335763"/>
                  </a:lnTo>
                  <a:lnTo>
                    <a:pt x="203082" y="335515"/>
                  </a:lnTo>
                  <a:lnTo>
                    <a:pt x="202399" y="335022"/>
                  </a:lnTo>
                  <a:lnTo>
                    <a:pt x="201951" y="334962"/>
                  </a:lnTo>
                  <a:lnTo>
                    <a:pt x="201614" y="334735"/>
                  </a:lnTo>
                  <a:lnTo>
                    <a:pt x="201466" y="334529"/>
                  </a:lnTo>
                  <a:lnTo>
                    <a:pt x="201341" y="334345"/>
                  </a:lnTo>
                  <a:lnTo>
                    <a:pt x="200925" y="333893"/>
                  </a:lnTo>
                  <a:lnTo>
                    <a:pt x="200721" y="333772"/>
                  </a:lnTo>
                  <a:lnTo>
                    <a:pt x="200324" y="333504"/>
                  </a:lnTo>
                  <a:lnTo>
                    <a:pt x="199891" y="333296"/>
                  </a:lnTo>
                  <a:lnTo>
                    <a:pt x="199471" y="333080"/>
                  </a:lnTo>
                  <a:lnTo>
                    <a:pt x="199262" y="332976"/>
                  </a:lnTo>
                  <a:lnTo>
                    <a:pt x="199249" y="332733"/>
                  </a:lnTo>
                  <a:lnTo>
                    <a:pt x="199101" y="332560"/>
                  </a:lnTo>
                  <a:lnTo>
                    <a:pt x="199185" y="331863"/>
                  </a:lnTo>
                  <a:lnTo>
                    <a:pt x="199042" y="331572"/>
                  </a:lnTo>
                  <a:lnTo>
                    <a:pt x="199081" y="331412"/>
                  </a:lnTo>
                  <a:lnTo>
                    <a:pt x="199151" y="331171"/>
                  </a:lnTo>
                  <a:lnTo>
                    <a:pt x="199273" y="330835"/>
                  </a:lnTo>
                  <a:lnTo>
                    <a:pt x="199152" y="330457"/>
                  </a:lnTo>
                  <a:lnTo>
                    <a:pt x="199122" y="329856"/>
                  </a:lnTo>
                  <a:lnTo>
                    <a:pt x="198903" y="329780"/>
                  </a:lnTo>
                  <a:lnTo>
                    <a:pt x="198519" y="329840"/>
                  </a:lnTo>
                  <a:lnTo>
                    <a:pt x="197945" y="329777"/>
                  </a:lnTo>
                  <a:lnTo>
                    <a:pt x="196908" y="329624"/>
                  </a:lnTo>
                  <a:lnTo>
                    <a:pt x="196543" y="329245"/>
                  </a:lnTo>
                  <a:lnTo>
                    <a:pt x="196331" y="328601"/>
                  </a:lnTo>
                  <a:lnTo>
                    <a:pt x="195915" y="328783"/>
                  </a:lnTo>
                  <a:lnTo>
                    <a:pt x="195442" y="329072"/>
                  </a:lnTo>
                  <a:lnTo>
                    <a:pt x="195287" y="329121"/>
                  </a:lnTo>
                  <a:lnTo>
                    <a:pt x="194953" y="329227"/>
                  </a:lnTo>
                  <a:lnTo>
                    <a:pt x="194742" y="329282"/>
                  </a:lnTo>
                  <a:lnTo>
                    <a:pt x="194304" y="329187"/>
                  </a:lnTo>
                  <a:lnTo>
                    <a:pt x="193907" y="328953"/>
                  </a:lnTo>
                  <a:lnTo>
                    <a:pt x="193777" y="328920"/>
                  </a:lnTo>
                  <a:lnTo>
                    <a:pt x="193479" y="328846"/>
                  </a:lnTo>
                  <a:lnTo>
                    <a:pt x="193097" y="328750"/>
                  </a:lnTo>
                  <a:lnTo>
                    <a:pt x="192885" y="328697"/>
                  </a:lnTo>
                  <a:lnTo>
                    <a:pt x="192596" y="328918"/>
                  </a:lnTo>
                  <a:lnTo>
                    <a:pt x="192368" y="329003"/>
                  </a:lnTo>
                  <a:lnTo>
                    <a:pt x="192204" y="329021"/>
                  </a:lnTo>
                  <a:lnTo>
                    <a:pt x="192007" y="328795"/>
                  </a:lnTo>
                  <a:lnTo>
                    <a:pt x="192006" y="328662"/>
                  </a:lnTo>
                  <a:lnTo>
                    <a:pt x="191987" y="327842"/>
                  </a:lnTo>
                  <a:lnTo>
                    <a:pt x="191935" y="327499"/>
                  </a:lnTo>
                  <a:lnTo>
                    <a:pt x="191759" y="327414"/>
                  </a:lnTo>
                  <a:lnTo>
                    <a:pt x="191484" y="327373"/>
                  </a:lnTo>
                  <a:lnTo>
                    <a:pt x="191428" y="327232"/>
                  </a:lnTo>
                  <a:lnTo>
                    <a:pt x="191130" y="326829"/>
                  </a:lnTo>
                  <a:lnTo>
                    <a:pt x="190738" y="326836"/>
                  </a:lnTo>
                  <a:lnTo>
                    <a:pt x="190379" y="326856"/>
                  </a:lnTo>
                  <a:lnTo>
                    <a:pt x="189913" y="326853"/>
                  </a:lnTo>
                  <a:lnTo>
                    <a:pt x="189426" y="327013"/>
                  </a:lnTo>
                  <a:lnTo>
                    <a:pt x="188770" y="327244"/>
                  </a:lnTo>
                  <a:lnTo>
                    <a:pt x="188419" y="327337"/>
                  </a:lnTo>
                  <a:lnTo>
                    <a:pt x="187375" y="326474"/>
                  </a:lnTo>
                  <a:lnTo>
                    <a:pt x="187003" y="326218"/>
                  </a:lnTo>
                  <a:lnTo>
                    <a:pt x="186664" y="325860"/>
                  </a:lnTo>
                  <a:lnTo>
                    <a:pt x="186323" y="325444"/>
                  </a:lnTo>
                  <a:lnTo>
                    <a:pt x="186157" y="325252"/>
                  </a:lnTo>
                  <a:lnTo>
                    <a:pt x="185934" y="324995"/>
                  </a:lnTo>
                  <a:lnTo>
                    <a:pt x="185609" y="324495"/>
                  </a:lnTo>
                  <a:lnTo>
                    <a:pt x="185008" y="324135"/>
                  </a:lnTo>
                  <a:lnTo>
                    <a:pt x="184610" y="323981"/>
                  </a:lnTo>
                  <a:lnTo>
                    <a:pt x="184109" y="323663"/>
                  </a:lnTo>
                  <a:lnTo>
                    <a:pt x="183686" y="323623"/>
                  </a:lnTo>
                  <a:lnTo>
                    <a:pt x="183327" y="323655"/>
                  </a:lnTo>
                  <a:lnTo>
                    <a:pt x="183087" y="323615"/>
                  </a:lnTo>
                  <a:lnTo>
                    <a:pt x="182774" y="323376"/>
                  </a:lnTo>
                  <a:lnTo>
                    <a:pt x="182833" y="323109"/>
                  </a:lnTo>
                  <a:lnTo>
                    <a:pt x="182878" y="322896"/>
                  </a:lnTo>
                  <a:lnTo>
                    <a:pt x="182847" y="322574"/>
                  </a:lnTo>
                  <a:lnTo>
                    <a:pt x="182553" y="322134"/>
                  </a:lnTo>
                  <a:lnTo>
                    <a:pt x="182373" y="322142"/>
                  </a:lnTo>
                  <a:lnTo>
                    <a:pt x="181315" y="321581"/>
                  </a:lnTo>
                  <a:lnTo>
                    <a:pt x="180835" y="321331"/>
                  </a:lnTo>
                  <a:lnTo>
                    <a:pt x="180807" y="321157"/>
                  </a:lnTo>
                  <a:lnTo>
                    <a:pt x="180862" y="320707"/>
                  </a:lnTo>
                  <a:lnTo>
                    <a:pt x="180875" y="320527"/>
                  </a:lnTo>
                  <a:lnTo>
                    <a:pt x="180875" y="320104"/>
                  </a:lnTo>
                  <a:lnTo>
                    <a:pt x="181126" y="319701"/>
                  </a:lnTo>
                  <a:lnTo>
                    <a:pt x="181426" y="319405"/>
                  </a:lnTo>
                  <a:lnTo>
                    <a:pt x="181351" y="318970"/>
                  </a:lnTo>
                  <a:lnTo>
                    <a:pt x="181175" y="318600"/>
                  </a:lnTo>
                  <a:lnTo>
                    <a:pt x="180945" y="318401"/>
                  </a:lnTo>
                  <a:lnTo>
                    <a:pt x="180513" y="318341"/>
                  </a:lnTo>
                  <a:lnTo>
                    <a:pt x="180225" y="318167"/>
                  </a:lnTo>
                  <a:lnTo>
                    <a:pt x="179699" y="318162"/>
                  </a:lnTo>
                  <a:lnTo>
                    <a:pt x="179361" y="317956"/>
                  </a:lnTo>
                  <a:lnTo>
                    <a:pt x="179083" y="317788"/>
                  </a:lnTo>
                  <a:lnTo>
                    <a:pt x="178765" y="317514"/>
                  </a:lnTo>
                  <a:lnTo>
                    <a:pt x="178502" y="317282"/>
                  </a:lnTo>
                  <a:lnTo>
                    <a:pt x="178232" y="317490"/>
                  </a:lnTo>
                  <a:lnTo>
                    <a:pt x="178021" y="317764"/>
                  </a:lnTo>
                  <a:lnTo>
                    <a:pt x="177327" y="317646"/>
                  </a:lnTo>
                  <a:lnTo>
                    <a:pt x="177133" y="317714"/>
                  </a:lnTo>
                  <a:lnTo>
                    <a:pt x="176826" y="317838"/>
                  </a:lnTo>
                  <a:lnTo>
                    <a:pt x="176630" y="318013"/>
                  </a:lnTo>
                  <a:lnTo>
                    <a:pt x="176471" y="318156"/>
                  </a:lnTo>
                  <a:lnTo>
                    <a:pt x="176577" y="318707"/>
                  </a:lnTo>
                  <a:lnTo>
                    <a:pt x="176478" y="318984"/>
                  </a:lnTo>
                  <a:lnTo>
                    <a:pt x="176317" y="319405"/>
                  </a:lnTo>
                  <a:lnTo>
                    <a:pt x="176267" y="319538"/>
                  </a:lnTo>
                  <a:lnTo>
                    <a:pt x="176213" y="319679"/>
                  </a:lnTo>
                  <a:lnTo>
                    <a:pt x="176126" y="319907"/>
                  </a:lnTo>
                  <a:lnTo>
                    <a:pt x="175651" y="320348"/>
                  </a:lnTo>
                  <a:lnTo>
                    <a:pt x="175495" y="320411"/>
                  </a:lnTo>
                  <a:lnTo>
                    <a:pt x="175367" y="320463"/>
                  </a:lnTo>
                  <a:lnTo>
                    <a:pt x="174729" y="320838"/>
                  </a:lnTo>
                  <a:lnTo>
                    <a:pt x="174516" y="321627"/>
                  </a:lnTo>
                  <a:lnTo>
                    <a:pt x="174435" y="321894"/>
                  </a:lnTo>
                  <a:lnTo>
                    <a:pt x="174349" y="322179"/>
                  </a:lnTo>
                  <a:lnTo>
                    <a:pt x="174258" y="322479"/>
                  </a:lnTo>
                  <a:lnTo>
                    <a:pt x="174205" y="322633"/>
                  </a:lnTo>
                  <a:lnTo>
                    <a:pt x="174421" y="323064"/>
                  </a:lnTo>
                  <a:lnTo>
                    <a:pt x="174231" y="323070"/>
                  </a:lnTo>
                  <a:lnTo>
                    <a:pt x="174009" y="323079"/>
                  </a:lnTo>
                  <a:lnTo>
                    <a:pt x="172978" y="323128"/>
                  </a:lnTo>
                  <a:lnTo>
                    <a:pt x="171886" y="323187"/>
                  </a:lnTo>
                  <a:lnTo>
                    <a:pt x="171133" y="323230"/>
                  </a:lnTo>
                  <a:lnTo>
                    <a:pt x="170936" y="323241"/>
                  </a:lnTo>
                  <a:lnTo>
                    <a:pt x="170279" y="323187"/>
                  </a:lnTo>
                  <a:lnTo>
                    <a:pt x="169714" y="322912"/>
                  </a:lnTo>
                  <a:lnTo>
                    <a:pt x="169298" y="322628"/>
                  </a:lnTo>
                  <a:lnTo>
                    <a:pt x="169188" y="322498"/>
                  </a:lnTo>
                  <a:lnTo>
                    <a:pt x="169043" y="322323"/>
                  </a:lnTo>
                  <a:lnTo>
                    <a:pt x="168875" y="322121"/>
                  </a:lnTo>
                  <a:lnTo>
                    <a:pt x="168629" y="321826"/>
                  </a:lnTo>
                  <a:lnTo>
                    <a:pt x="168477" y="321643"/>
                  </a:lnTo>
                  <a:lnTo>
                    <a:pt x="168063" y="321181"/>
                  </a:lnTo>
                  <a:lnTo>
                    <a:pt x="167897" y="321038"/>
                  </a:lnTo>
                  <a:lnTo>
                    <a:pt x="167661" y="320956"/>
                  </a:lnTo>
                  <a:lnTo>
                    <a:pt x="167423" y="321247"/>
                  </a:lnTo>
                  <a:lnTo>
                    <a:pt x="167115" y="321579"/>
                  </a:lnTo>
                  <a:lnTo>
                    <a:pt x="166865" y="321693"/>
                  </a:lnTo>
                  <a:lnTo>
                    <a:pt x="166653" y="321541"/>
                  </a:lnTo>
                  <a:lnTo>
                    <a:pt x="166423" y="321250"/>
                  </a:lnTo>
                  <a:lnTo>
                    <a:pt x="166314" y="321102"/>
                  </a:lnTo>
                  <a:lnTo>
                    <a:pt x="165861" y="320484"/>
                  </a:lnTo>
                  <a:lnTo>
                    <a:pt x="165654" y="320004"/>
                  </a:lnTo>
                  <a:lnTo>
                    <a:pt x="165431" y="319649"/>
                  </a:lnTo>
                  <a:lnTo>
                    <a:pt x="165206" y="319432"/>
                  </a:lnTo>
                  <a:lnTo>
                    <a:pt x="163278" y="319841"/>
                  </a:lnTo>
                  <a:lnTo>
                    <a:pt x="163244" y="320343"/>
                  </a:lnTo>
                  <a:lnTo>
                    <a:pt x="163364" y="320512"/>
                  </a:lnTo>
                  <a:lnTo>
                    <a:pt x="163285" y="320660"/>
                  </a:lnTo>
                  <a:lnTo>
                    <a:pt x="163123" y="320745"/>
                  </a:lnTo>
                  <a:lnTo>
                    <a:pt x="162314" y="321063"/>
                  </a:lnTo>
                  <a:lnTo>
                    <a:pt x="162064" y="320360"/>
                  </a:lnTo>
                  <a:lnTo>
                    <a:pt x="161933" y="320232"/>
                  </a:lnTo>
                  <a:lnTo>
                    <a:pt x="161698" y="320002"/>
                  </a:lnTo>
                  <a:lnTo>
                    <a:pt x="161303" y="319615"/>
                  </a:lnTo>
                  <a:lnTo>
                    <a:pt x="161048" y="319245"/>
                  </a:lnTo>
                  <a:lnTo>
                    <a:pt x="160949" y="318591"/>
                  </a:lnTo>
                  <a:lnTo>
                    <a:pt x="160715" y="318226"/>
                  </a:lnTo>
                  <a:lnTo>
                    <a:pt x="160466" y="317928"/>
                  </a:lnTo>
                  <a:lnTo>
                    <a:pt x="160138" y="317855"/>
                  </a:lnTo>
                  <a:lnTo>
                    <a:pt x="159981" y="317596"/>
                  </a:lnTo>
                  <a:lnTo>
                    <a:pt x="158742" y="317716"/>
                  </a:lnTo>
                  <a:lnTo>
                    <a:pt x="158478" y="317542"/>
                  </a:lnTo>
                  <a:lnTo>
                    <a:pt x="157919" y="317173"/>
                  </a:lnTo>
                  <a:lnTo>
                    <a:pt x="158331" y="316451"/>
                  </a:lnTo>
                  <a:lnTo>
                    <a:pt x="158324" y="315726"/>
                  </a:lnTo>
                  <a:lnTo>
                    <a:pt x="158107" y="315562"/>
                  </a:lnTo>
                  <a:lnTo>
                    <a:pt x="157498" y="315068"/>
                  </a:lnTo>
                  <a:lnTo>
                    <a:pt x="157526" y="314283"/>
                  </a:lnTo>
                  <a:lnTo>
                    <a:pt x="157946" y="314136"/>
                  </a:lnTo>
                  <a:lnTo>
                    <a:pt x="158234" y="314075"/>
                  </a:lnTo>
                  <a:lnTo>
                    <a:pt x="158596" y="313967"/>
                  </a:lnTo>
                  <a:lnTo>
                    <a:pt x="159508" y="313501"/>
                  </a:lnTo>
                  <a:lnTo>
                    <a:pt x="159664" y="313505"/>
                  </a:lnTo>
                  <a:lnTo>
                    <a:pt x="159804" y="313535"/>
                  </a:lnTo>
                  <a:lnTo>
                    <a:pt x="160534" y="313695"/>
                  </a:lnTo>
                  <a:lnTo>
                    <a:pt x="160946" y="313786"/>
                  </a:lnTo>
                  <a:lnTo>
                    <a:pt x="161498" y="313907"/>
                  </a:lnTo>
                  <a:lnTo>
                    <a:pt x="161785" y="313984"/>
                  </a:lnTo>
                  <a:lnTo>
                    <a:pt x="162042" y="314058"/>
                  </a:lnTo>
                  <a:lnTo>
                    <a:pt x="162352" y="314157"/>
                  </a:lnTo>
                  <a:lnTo>
                    <a:pt x="162523" y="314210"/>
                  </a:lnTo>
                  <a:lnTo>
                    <a:pt x="162841" y="314307"/>
                  </a:lnTo>
                  <a:lnTo>
                    <a:pt x="163387" y="314474"/>
                  </a:lnTo>
                  <a:lnTo>
                    <a:pt x="163892" y="314443"/>
                  </a:lnTo>
                  <a:lnTo>
                    <a:pt x="163940" y="314204"/>
                  </a:lnTo>
                  <a:lnTo>
                    <a:pt x="164012" y="313990"/>
                  </a:lnTo>
                  <a:lnTo>
                    <a:pt x="163960" y="313313"/>
                  </a:lnTo>
                  <a:lnTo>
                    <a:pt x="163406" y="312869"/>
                  </a:lnTo>
                  <a:lnTo>
                    <a:pt x="162924" y="313123"/>
                  </a:lnTo>
                  <a:lnTo>
                    <a:pt x="162825" y="312887"/>
                  </a:lnTo>
                  <a:lnTo>
                    <a:pt x="162687" y="312618"/>
                  </a:lnTo>
                  <a:lnTo>
                    <a:pt x="162542" y="312334"/>
                  </a:lnTo>
                  <a:lnTo>
                    <a:pt x="162398" y="312027"/>
                  </a:lnTo>
                  <a:lnTo>
                    <a:pt x="162509" y="311883"/>
                  </a:lnTo>
                  <a:lnTo>
                    <a:pt x="162581" y="311625"/>
                  </a:lnTo>
                  <a:lnTo>
                    <a:pt x="163066" y="311912"/>
                  </a:lnTo>
                  <a:lnTo>
                    <a:pt x="164042" y="312489"/>
                  </a:lnTo>
                  <a:lnTo>
                    <a:pt x="164674" y="312465"/>
                  </a:lnTo>
                  <a:lnTo>
                    <a:pt x="165455" y="312355"/>
                  </a:lnTo>
                  <a:lnTo>
                    <a:pt x="166300" y="312201"/>
                  </a:lnTo>
                  <a:lnTo>
                    <a:pt x="166275" y="311930"/>
                  </a:lnTo>
                  <a:lnTo>
                    <a:pt x="166308" y="311594"/>
                  </a:lnTo>
                  <a:lnTo>
                    <a:pt x="166055" y="311394"/>
                  </a:lnTo>
                  <a:lnTo>
                    <a:pt x="166124" y="310910"/>
                  </a:lnTo>
                  <a:lnTo>
                    <a:pt x="166319" y="310634"/>
                  </a:lnTo>
                  <a:lnTo>
                    <a:pt x="166646" y="310539"/>
                  </a:lnTo>
                  <a:lnTo>
                    <a:pt x="167204" y="310469"/>
                  </a:lnTo>
                  <a:lnTo>
                    <a:pt x="167391" y="310289"/>
                  </a:lnTo>
                  <a:lnTo>
                    <a:pt x="167370" y="309795"/>
                  </a:lnTo>
                  <a:lnTo>
                    <a:pt x="167307" y="309523"/>
                  </a:lnTo>
                  <a:lnTo>
                    <a:pt x="167269" y="309385"/>
                  </a:lnTo>
                  <a:lnTo>
                    <a:pt x="167027" y="309044"/>
                  </a:lnTo>
                  <a:lnTo>
                    <a:pt x="167050" y="308887"/>
                  </a:lnTo>
                  <a:lnTo>
                    <a:pt x="166916" y="308507"/>
                  </a:lnTo>
                  <a:lnTo>
                    <a:pt x="166878" y="307587"/>
                  </a:lnTo>
                  <a:lnTo>
                    <a:pt x="166815" y="307416"/>
                  </a:lnTo>
                  <a:lnTo>
                    <a:pt x="166569" y="306632"/>
                  </a:lnTo>
                  <a:lnTo>
                    <a:pt x="166366" y="306305"/>
                  </a:lnTo>
                  <a:lnTo>
                    <a:pt x="165681" y="305560"/>
                  </a:lnTo>
                  <a:lnTo>
                    <a:pt x="165340" y="305636"/>
                  </a:lnTo>
                  <a:lnTo>
                    <a:pt x="165071" y="305399"/>
                  </a:lnTo>
                  <a:lnTo>
                    <a:pt x="165032" y="304992"/>
                  </a:lnTo>
                  <a:lnTo>
                    <a:pt x="165140" y="304713"/>
                  </a:lnTo>
                  <a:lnTo>
                    <a:pt x="165142" y="304539"/>
                  </a:lnTo>
                  <a:lnTo>
                    <a:pt x="165144" y="304404"/>
                  </a:lnTo>
                  <a:lnTo>
                    <a:pt x="165149" y="304061"/>
                  </a:lnTo>
                  <a:lnTo>
                    <a:pt x="165655" y="303662"/>
                  </a:lnTo>
                  <a:lnTo>
                    <a:pt x="165665" y="303434"/>
                  </a:lnTo>
                  <a:lnTo>
                    <a:pt x="165664" y="303180"/>
                  </a:lnTo>
                  <a:lnTo>
                    <a:pt x="165465" y="302765"/>
                  </a:lnTo>
                  <a:lnTo>
                    <a:pt x="165175" y="302593"/>
                  </a:lnTo>
                  <a:lnTo>
                    <a:pt x="165031" y="302489"/>
                  </a:lnTo>
                  <a:lnTo>
                    <a:pt x="164842" y="302221"/>
                  </a:lnTo>
                  <a:lnTo>
                    <a:pt x="164686" y="301763"/>
                  </a:lnTo>
                  <a:lnTo>
                    <a:pt x="164491" y="301461"/>
                  </a:lnTo>
                  <a:lnTo>
                    <a:pt x="164363" y="301460"/>
                  </a:lnTo>
                  <a:lnTo>
                    <a:pt x="164206" y="301289"/>
                  </a:lnTo>
                  <a:lnTo>
                    <a:pt x="164148" y="301142"/>
                  </a:lnTo>
                  <a:lnTo>
                    <a:pt x="164143" y="300871"/>
                  </a:lnTo>
                  <a:lnTo>
                    <a:pt x="164153" y="300706"/>
                  </a:lnTo>
                  <a:lnTo>
                    <a:pt x="164251" y="300405"/>
                  </a:lnTo>
                  <a:lnTo>
                    <a:pt x="164358" y="300223"/>
                  </a:lnTo>
                  <a:lnTo>
                    <a:pt x="164411" y="299664"/>
                  </a:lnTo>
                  <a:lnTo>
                    <a:pt x="164367" y="299356"/>
                  </a:lnTo>
                  <a:lnTo>
                    <a:pt x="164014" y="298765"/>
                  </a:lnTo>
                  <a:lnTo>
                    <a:pt x="163766" y="298446"/>
                  </a:lnTo>
                  <a:lnTo>
                    <a:pt x="163512" y="298466"/>
                  </a:lnTo>
                  <a:lnTo>
                    <a:pt x="163375" y="298493"/>
                  </a:lnTo>
                  <a:lnTo>
                    <a:pt x="163204" y="297984"/>
                  </a:lnTo>
                  <a:lnTo>
                    <a:pt x="163212" y="297799"/>
                  </a:lnTo>
                  <a:lnTo>
                    <a:pt x="163156" y="297339"/>
                  </a:lnTo>
                  <a:lnTo>
                    <a:pt x="163085" y="297174"/>
                  </a:lnTo>
                  <a:lnTo>
                    <a:pt x="163020" y="297038"/>
                  </a:lnTo>
                  <a:lnTo>
                    <a:pt x="162913" y="296835"/>
                  </a:lnTo>
                  <a:lnTo>
                    <a:pt x="162691" y="296454"/>
                  </a:lnTo>
                  <a:lnTo>
                    <a:pt x="162380" y="296011"/>
                  </a:lnTo>
                  <a:lnTo>
                    <a:pt x="162173" y="295792"/>
                  </a:lnTo>
                  <a:lnTo>
                    <a:pt x="162017" y="295640"/>
                  </a:lnTo>
                  <a:lnTo>
                    <a:pt x="161860" y="295488"/>
                  </a:lnTo>
                  <a:lnTo>
                    <a:pt x="161519" y="295112"/>
                  </a:lnTo>
                  <a:lnTo>
                    <a:pt x="161021" y="294886"/>
                  </a:lnTo>
                  <a:lnTo>
                    <a:pt x="160730" y="294819"/>
                  </a:lnTo>
                  <a:lnTo>
                    <a:pt x="160609" y="294549"/>
                  </a:lnTo>
                  <a:lnTo>
                    <a:pt x="160549" y="294179"/>
                  </a:lnTo>
                  <a:lnTo>
                    <a:pt x="160702" y="293760"/>
                  </a:lnTo>
                  <a:lnTo>
                    <a:pt x="161141" y="293728"/>
                  </a:lnTo>
                  <a:lnTo>
                    <a:pt x="161335" y="293670"/>
                  </a:lnTo>
                  <a:lnTo>
                    <a:pt x="161468" y="293585"/>
                  </a:lnTo>
                  <a:lnTo>
                    <a:pt x="161210" y="293320"/>
                  </a:lnTo>
                  <a:lnTo>
                    <a:pt x="160937" y="293065"/>
                  </a:lnTo>
                  <a:lnTo>
                    <a:pt x="160177" y="292357"/>
                  </a:lnTo>
                  <a:lnTo>
                    <a:pt x="159784" y="291691"/>
                  </a:lnTo>
                  <a:lnTo>
                    <a:pt x="159360" y="291459"/>
                  </a:lnTo>
                  <a:lnTo>
                    <a:pt x="159026" y="291309"/>
                  </a:lnTo>
                  <a:lnTo>
                    <a:pt x="158550" y="291070"/>
                  </a:lnTo>
                  <a:lnTo>
                    <a:pt x="158468" y="290826"/>
                  </a:lnTo>
                  <a:lnTo>
                    <a:pt x="158427" y="290673"/>
                  </a:lnTo>
                  <a:lnTo>
                    <a:pt x="158417" y="290498"/>
                  </a:lnTo>
                  <a:lnTo>
                    <a:pt x="158350" y="290317"/>
                  </a:lnTo>
                  <a:lnTo>
                    <a:pt x="158214" y="290330"/>
                  </a:lnTo>
                  <a:lnTo>
                    <a:pt x="158124" y="290008"/>
                  </a:lnTo>
                  <a:lnTo>
                    <a:pt x="158569" y="289820"/>
                  </a:lnTo>
                  <a:lnTo>
                    <a:pt x="158630" y="289288"/>
                  </a:lnTo>
                  <a:lnTo>
                    <a:pt x="158584" y="288981"/>
                  </a:lnTo>
                  <a:lnTo>
                    <a:pt x="158448" y="288610"/>
                  </a:lnTo>
                  <a:lnTo>
                    <a:pt x="158440" y="288466"/>
                  </a:lnTo>
                  <a:lnTo>
                    <a:pt x="158713" y="288241"/>
                  </a:lnTo>
                  <a:lnTo>
                    <a:pt x="158853" y="288297"/>
                  </a:lnTo>
                  <a:lnTo>
                    <a:pt x="158997" y="288176"/>
                  </a:lnTo>
                  <a:lnTo>
                    <a:pt x="159099" y="288356"/>
                  </a:lnTo>
                  <a:lnTo>
                    <a:pt x="159230" y="288278"/>
                  </a:lnTo>
                  <a:lnTo>
                    <a:pt x="159388" y="288043"/>
                  </a:lnTo>
                  <a:lnTo>
                    <a:pt x="159298" y="287817"/>
                  </a:lnTo>
                  <a:lnTo>
                    <a:pt x="159370" y="287654"/>
                  </a:lnTo>
                  <a:lnTo>
                    <a:pt x="159542" y="287361"/>
                  </a:lnTo>
                  <a:lnTo>
                    <a:pt x="159577" y="287169"/>
                  </a:lnTo>
                  <a:lnTo>
                    <a:pt x="159580" y="287017"/>
                  </a:lnTo>
                  <a:lnTo>
                    <a:pt x="159726" y="286622"/>
                  </a:lnTo>
                  <a:lnTo>
                    <a:pt x="159911" y="286049"/>
                  </a:lnTo>
                  <a:lnTo>
                    <a:pt x="160174" y="285935"/>
                  </a:lnTo>
                  <a:lnTo>
                    <a:pt x="160812" y="285607"/>
                  </a:lnTo>
                  <a:lnTo>
                    <a:pt x="160755" y="285476"/>
                  </a:lnTo>
                  <a:lnTo>
                    <a:pt x="160736" y="285218"/>
                  </a:lnTo>
                  <a:lnTo>
                    <a:pt x="160801" y="284884"/>
                  </a:lnTo>
                  <a:lnTo>
                    <a:pt x="160900" y="284845"/>
                  </a:lnTo>
                  <a:lnTo>
                    <a:pt x="161085" y="284642"/>
                  </a:lnTo>
                  <a:lnTo>
                    <a:pt x="160911" y="284687"/>
                  </a:lnTo>
                  <a:lnTo>
                    <a:pt x="158239" y="283812"/>
                  </a:lnTo>
                  <a:lnTo>
                    <a:pt x="158056" y="283642"/>
                  </a:lnTo>
                  <a:lnTo>
                    <a:pt x="157924" y="283317"/>
                  </a:lnTo>
                  <a:lnTo>
                    <a:pt x="157234" y="283067"/>
                  </a:lnTo>
                  <a:lnTo>
                    <a:pt x="157028" y="282594"/>
                  </a:lnTo>
                  <a:lnTo>
                    <a:pt x="156937" y="282143"/>
                  </a:lnTo>
                  <a:lnTo>
                    <a:pt x="156666" y="282108"/>
                  </a:lnTo>
                  <a:lnTo>
                    <a:pt x="156255" y="280279"/>
                  </a:lnTo>
                  <a:lnTo>
                    <a:pt x="154675" y="278151"/>
                  </a:lnTo>
                  <a:lnTo>
                    <a:pt x="154529" y="277986"/>
                  </a:lnTo>
                  <a:lnTo>
                    <a:pt x="153491" y="276642"/>
                  </a:lnTo>
                  <a:lnTo>
                    <a:pt x="152968" y="276001"/>
                  </a:lnTo>
                  <a:lnTo>
                    <a:pt x="152833" y="275795"/>
                  </a:lnTo>
                  <a:lnTo>
                    <a:pt x="152633" y="275828"/>
                  </a:lnTo>
                  <a:lnTo>
                    <a:pt x="152456" y="275840"/>
                  </a:lnTo>
                  <a:lnTo>
                    <a:pt x="151838" y="275788"/>
                  </a:lnTo>
                  <a:lnTo>
                    <a:pt x="151658" y="275537"/>
                  </a:lnTo>
                  <a:lnTo>
                    <a:pt x="150768" y="274995"/>
                  </a:lnTo>
                  <a:lnTo>
                    <a:pt x="150046" y="274961"/>
                  </a:lnTo>
                  <a:lnTo>
                    <a:pt x="149688" y="274868"/>
                  </a:lnTo>
                  <a:lnTo>
                    <a:pt x="149709" y="274715"/>
                  </a:lnTo>
                  <a:lnTo>
                    <a:pt x="149851" y="274650"/>
                  </a:lnTo>
                  <a:lnTo>
                    <a:pt x="149447" y="273445"/>
                  </a:lnTo>
                  <a:lnTo>
                    <a:pt x="149303" y="273159"/>
                  </a:lnTo>
                  <a:lnTo>
                    <a:pt x="149388" y="272998"/>
                  </a:lnTo>
                  <a:lnTo>
                    <a:pt x="149793" y="272847"/>
                  </a:lnTo>
                  <a:lnTo>
                    <a:pt x="150233" y="272844"/>
                  </a:lnTo>
                  <a:lnTo>
                    <a:pt x="150291" y="272380"/>
                  </a:lnTo>
                  <a:lnTo>
                    <a:pt x="150491" y="271762"/>
                  </a:lnTo>
                  <a:lnTo>
                    <a:pt x="149735" y="270325"/>
                  </a:lnTo>
                  <a:lnTo>
                    <a:pt x="149885" y="270331"/>
                  </a:lnTo>
                  <a:lnTo>
                    <a:pt x="150054" y="270261"/>
                  </a:lnTo>
                  <a:lnTo>
                    <a:pt x="150207" y="269890"/>
                  </a:lnTo>
                  <a:lnTo>
                    <a:pt x="150055" y="269815"/>
                  </a:lnTo>
                  <a:lnTo>
                    <a:pt x="149792" y="269400"/>
                  </a:lnTo>
                  <a:lnTo>
                    <a:pt x="149977" y="269340"/>
                  </a:lnTo>
                  <a:lnTo>
                    <a:pt x="150116" y="269185"/>
                  </a:lnTo>
                  <a:lnTo>
                    <a:pt x="150256" y="268983"/>
                  </a:lnTo>
                  <a:lnTo>
                    <a:pt x="150295" y="268805"/>
                  </a:lnTo>
                  <a:lnTo>
                    <a:pt x="150135" y="268579"/>
                  </a:lnTo>
                  <a:lnTo>
                    <a:pt x="150229" y="268168"/>
                  </a:lnTo>
                  <a:lnTo>
                    <a:pt x="150105" y="268037"/>
                  </a:lnTo>
                  <a:lnTo>
                    <a:pt x="149747" y="267820"/>
                  </a:lnTo>
                  <a:lnTo>
                    <a:pt x="149467" y="267809"/>
                  </a:lnTo>
                  <a:lnTo>
                    <a:pt x="149263" y="267801"/>
                  </a:lnTo>
                  <a:lnTo>
                    <a:pt x="149021" y="267870"/>
                  </a:lnTo>
                  <a:lnTo>
                    <a:pt x="148637" y="267923"/>
                  </a:lnTo>
                  <a:lnTo>
                    <a:pt x="148254" y="267931"/>
                  </a:lnTo>
                  <a:lnTo>
                    <a:pt x="147808" y="267980"/>
                  </a:lnTo>
                  <a:lnTo>
                    <a:pt x="147285" y="267986"/>
                  </a:lnTo>
                  <a:lnTo>
                    <a:pt x="146737" y="268162"/>
                  </a:lnTo>
                  <a:lnTo>
                    <a:pt x="146140" y="268327"/>
                  </a:lnTo>
                  <a:lnTo>
                    <a:pt x="145487" y="268620"/>
                  </a:lnTo>
                  <a:lnTo>
                    <a:pt x="145051" y="268934"/>
                  </a:lnTo>
                  <a:lnTo>
                    <a:pt x="144440" y="269409"/>
                  </a:lnTo>
                  <a:lnTo>
                    <a:pt x="144284" y="269427"/>
                  </a:lnTo>
                  <a:lnTo>
                    <a:pt x="144068" y="269581"/>
                  </a:lnTo>
                  <a:lnTo>
                    <a:pt x="143760" y="269731"/>
                  </a:lnTo>
                  <a:lnTo>
                    <a:pt x="143088" y="270272"/>
                  </a:lnTo>
                  <a:lnTo>
                    <a:pt x="142875" y="270404"/>
                  </a:lnTo>
                  <a:lnTo>
                    <a:pt x="142648" y="270518"/>
                  </a:lnTo>
                  <a:lnTo>
                    <a:pt x="142265" y="270784"/>
                  </a:lnTo>
                  <a:lnTo>
                    <a:pt x="141916" y="270917"/>
                  </a:lnTo>
                  <a:lnTo>
                    <a:pt x="141255" y="271453"/>
                  </a:lnTo>
                  <a:lnTo>
                    <a:pt x="141035" y="271605"/>
                  </a:lnTo>
                  <a:lnTo>
                    <a:pt x="140887" y="271695"/>
                  </a:lnTo>
                  <a:lnTo>
                    <a:pt x="140660" y="271801"/>
                  </a:lnTo>
                  <a:lnTo>
                    <a:pt x="140432" y="271969"/>
                  </a:lnTo>
                  <a:lnTo>
                    <a:pt x="140142" y="272157"/>
                  </a:lnTo>
                  <a:lnTo>
                    <a:pt x="139799" y="272321"/>
                  </a:lnTo>
                  <a:lnTo>
                    <a:pt x="139101" y="272741"/>
                  </a:lnTo>
                  <a:lnTo>
                    <a:pt x="138888" y="272819"/>
                  </a:lnTo>
                  <a:lnTo>
                    <a:pt x="138628" y="273028"/>
                  </a:lnTo>
                  <a:lnTo>
                    <a:pt x="138224" y="273227"/>
                  </a:lnTo>
                  <a:lnTo>
                    <a:pt x="134915" y="274294"/>
                  </a:lnTo>
                  <a:lnTo>
                    <a:pt x="134216" y="274596"/>
                  </a:lnTo>
                  <a:lnTo>
                    <a:pt x="133731" y="274996"/>
                  </a:lnTo>
                  <a:lnTo>
                    <a:pt x="133319" y="275381"/>
                  </a:lnTo>
                  <a:lnTo>
                    <a:pt x="132767" y="275940"/>
                  </a:lnTo>
                  <a:lnTo>
                    <a:pt x="132051" y="276734"/>
                  </a:lnTo>
                  <a:lnTo>
                    <a:pt x="131763" y="277056"/>
                  </a:lnTo>
                  <a:lnTo>
                    <a:pt x="131596" y="277294"/>
                  </a:lnTo>
                  <a:lnTo>
                    <a:pt x="131277" y="277813"/>
                  </a:lnTo>
                  <a:lnTo>
                    <a:pt x="131207" y="278126"/>
                  </a:lnTo>
                  <a:lnTo>
                    <a:pt x="130590" y="278662"/>
                  </a:lnTo>
                  <a:lnTo>
                    <a:pt x="129197" y="278765"/>
                  </a:lnTo>
                  <a:lnTo>
                    <a:pt x="127256" y="279301"/>
                  </a:lnTo>
                  <a:lnTo>
                    <a:pt x="126636" y="279578"/>
                  </a:lnTo>
                  <a:lnTo>
                    <a:pt x="125630" y="279899"/>
                  </a:lnTo>
                  <a:lnTo>
                    <a:pt x="124728" y="280147"/>
                  </a:lnTo>
                  <a:lnTo>
                    <a:pt x="123641" y="280390"/>
                  </a:lnTo>
                  <a:lnTo>
                    <a:pt x="123367" y="280569"/>
                  </a:lnTo>
                  <a:lnTo>
                    <a:pt x="122716" y="280904"/>
                  </a:lnTo>
                  <a:lnTo>
                    <a:pt x="122347" y="281040"/>
                  </a:lnTo>
                  <a:lnTo>
                    <a:pt x="117646" y="281084"/>
                  </a:lnTo>
                  <a:lnTo>
                    <a:pt x="116086" y="281159"/>
                  </a:lnTo>
                  <a:lnTo>
                    <a:pt x="115374" y="281234"/>
                  </a:lnTo>
                  <a:lnTo>
                    <a:pt x="115059" y="281150"/>
                  </a:lnTo>
                  <a:lnTo>
                    <a:pt x="114400" y="280784"/>
                  </a:lnTo>
                  <a:lnTo>
                    <a:pt x="113327" y="280127"/>
                  </a:lnTo>
                  <a:lnTo>
                    <a:pt x="113201" y="279440"/>
                  </a:lnTo>
                  <a:lnTo>
                    <a:pt x="113448" y="279247"/>
                  </a:lnTo>
                  <a:lnTo>
                    <a:pt x="114191" y="277479"/>
                  </a:lnTo>
                  <a:lnTo>
                    <a:pt x="114310" y="272598"/>
                  </a:lnTo>
                  <a:lnTo>
                    <a:pt x="114247" y="271872"/>
                  </a:lnTo>
                  <a:lnTo>
                    <a:pt x="113954" y="269356"/>
                  </a:lnTo>
                  <a:lnTo>
                    <a:pt x="113379" y="269564"/>
                  </a:lnTo>
                  <a:lnTo>
                    <a:pt x="112789" y="269432"/>
                  </a:lnTo>
                  <a:lnTo>
                    <a:pt x="112194" y="269454"/>
                  </a:lnTo>
                  <a:lnTo>
                    <a:pt x="111476" y="269240"/>
                  </a:lnTo>
                  <a:lnTo>
                    <a:pt x="110957" y="268468"/>
                  </a:lnTo>
                  <a:lnTo>
                    <a:pt x="111240" y="268386"/>
                  </a:lnTo>
                  <a:lnTo>
                    <a:pt x="111399" y="267383"/>
                  </a:lnTo>
                  <a:lnTo>
                    <a:pt x="111305" y="267005"/>
                  </a:lnTo>
                  <a:lnTo>
                    <a:pt x="110530" y="265839"/>
                  </a:lnTo>
                  <a:lnTo>
                    <a:pt x="110406" y="265611"/>
                  </a:lnTo>
                  <a:lnTo>
                    <a:pt x="110102" y="265378"/>
                  </a:lnTo>
                  <a:lnTo>
                    <a:pt x="108707" y="264985"/>
                  </a:lnTo>
                  <a:lnTo>
                    <a:pt x="107347" y="264525"/>
                  </a:lnTo>
                  <a:lnTo>
                    <a:pt x="107633" y="264010"/>
                  </a:lnTo>
                  <a:lnTo>
                    <a:pt x="107359" y="263256"/>
                  </a:lnTo>
                  <a:lnTo>
                    <a:pt x="106567" y="262686"/>
                  </a:lnTo>
                  <a:lnTo>
                    <a:pt x="106274" y="260890"/>
                  </a:lnTo>
                  <a:lnTo>
                    <a:pt x="106168" y="260081"/>
                  </a:lnTo>
                  <a:lnTo>
                    <a:pt x="106122" y="259850"/>
                  </a:lnTo>
                  <a:lnTo>
                    <a:pt x="106701" y="259029"/>
                  </a:lnTo>
                  <a:lnTo>
                    <a:pt x="106806" y="258616"/>
                  </a:lnTo>
                  <a:lnTo>
                    <a:pt x="106736" y="258482"/>
                  </a:lnTo>
                  <a:lnTo>
                    <a:pt x="107322" y="258084"/>
                  </a:lnTo>
                  <a:lnTo>
                    <a:pt x="108082" y="257813"/>
                  </a:lnTo>
                  <a:lnTo>
                    <a:pt x="108444" y="257473"/>
                  </a:lnTo>
                  <a:lnTo>
                    <a:pt x="108352" y="257232"/>
                  </a:lnTo>
                  <a:lnTo>
                    <a:pt x="108618" y="257214"/>
                  </a:lnTo>
                  <a:lnTo>
                    <a:pt x="108235" y="256460"/>
                  </a:lnTo>
                  <a:lnTo>
                    <a:pt x="107577" y="256519"/>
                  </a:lnTo>
                  <a:lnTo>
                    <a:pt x="106689" y="256655"/>
                  </a:lnTo>
                  <a:lnTo>
                    <a:pt x="106108" y="256828"/>
                  </a:lnTo>
                  <a:lnTo>
                    <a:pt x="105944" y="256415"/>
                  </a:lnTo>
                  <a:lnTo>
                    <a:pt x="106447" y="255300"/>
                  </a:lnTo>
                  <a:lnTo>
                    <a:pt x="106731" y="255456"/>
                  </a:lnTo>
                  <a:lnTo>
                    <a:pt x="107163" y="255786"/>
                  </a:lnTo>
                  <a:lnTo>
                    <a:pt x="107503" y="255845"/>
                  </a:lnTo>
                  <a:lnTo>
                    <a:pt x="107818" y="255981"/>
                  </a:lnTo>
                  <a:lnTo>
                    <a:pt x="108293" y="255493"/>
                  </a:lnTo>
                  <a:lnTo>
                    <a:pt x="108806" y="255324"/>
                  </a:lnTo>
                  <a:lnTo>
                    <a:pt x="108949" y="255179"/>
                  </a:lnTo>
                  <a:lnTo>
                    <a:pt x="108446" y="254835"/>
                  </a:lnTo>
                  <a:lnTo>
                    <a:pt x="108246" y="254811"/>
                  </a:lnTo>
                  <a:lnTo>
                    <a:pt x="107415" y="254835"/>
                  </a:lnTo>
                  <a:lnTo>
                    <a:pt x="106963" y="254897"/>
                  </a:lnTo>
                  <a:lnTo>
                    <a:pt x="106631" y="254874"/>
                  </a:lnTo>
                  <a:lnTo>
                    <a:pt x="105987" y="254594"/>
                  </a:lnTo>
                  <a:lnTo>
                    <a:pt x="105743" y="254151"/>
                  </a:lnTo>
                  <a:lnTo>
                    <a:pt x="105665" y="253762"/>
                  </a:lnTo>
                  <a:lnTo>
                    <a:pt x="105855" y="253456"/>
                  </a:lnTo>
                  <a:lnTo>
                    <a:pt x="105995" y="253299"/>
                  </a:lnTo>
                  <a:lnTo>
                    <a:pt x="105913" y="252829"/>
                  </a:lnTo>
                  <a:lnTo>
                    <a:pt x="105820" y="252697"/>
                  </a:lnTo>
                  <a:lnTo>
                    <a:pt x="105744" y="252514"/>
                  </a:lnTo>
                  <a:lnTo>
                    <a:pt x="105222" y="251725"/>
                  </a:lnTo>
                  <a:lnTo>
                    <a:pt x="105319" y="251423"/>
                  </a:lnTo>
                  <a:lnTo>
                    <a:pt x="105307" y="251238"/>
                  </a:lnTo>
                  <a:lnTo>
                    <a:pt x="105127" y="250886"/>
                  </a:lnTo>
                  <a:lnTo>
                    <a:pt x="104918" y="250799"/>
                  </a:lnTo>
                  <a:lnTo>
                    <a:pt x="104886" y="250462"/>
                  </a:lnTo>
                  <a:lnTo>
                    <a:pt x="104808" y="250233"/>
                  </a:lnTo>
                  <a:lnTo>
                    <a:pt x="104858" y="250006"/>
                  </a:lnTo>
                  <a:lnTo>
                    <a:pt x="104669" y="249741"/>
                  </a:lnTo>
                  <a:lnTo>
                    <a:pt x="104426" y="249656"/>
                  </a:lnTo>
                  <a:lnTo>
                    <a:pt x="104276" y="249782"/>
                  </a:lnTo>
                  <a:lnTo>
                    <a:pt x="104126" y="249723"/>
                  </a:lnTo>
                  <a:lnTo>
                    <a:pt x="104001" y="249417"/>
                  </a:lnTo>
                  <a:lnTo>
                    <a:pt x="104059" y="249279"/>
                  </a:lnTo>
                  <a:lnTo>
                    <a:pt x="104027" y="249036"/>
                  </a:lnTo>
                  <a:lnTo>
                    <a:pt x="103642" y="248913"/>
                  </a:lnTo>
                  <a:lnTo>
                    <a:pt x="103793" y="248541"/>
                  </a:lnTo>
                  <a:lnTo>
                    <a:pt x="104072" y="248295"/>
                  </a:lnTo>
                  <a:lnTo>
                    <a:pt x="104304" y="248203"/>
                  </a:lnTo>
                  <a:lnTo>
                    <a:pt x="104648" y="248287"/>
                  </a:lnTo>
                  <a:lnTo>
                    <a:pt x="105100" y="248201"/>
                  </a:lnTo>
                  <a:lnTo>
                    <a:pt x="105426" y="246324"/>
                  </a:lnTo>
                  <a:lnTo>
                    <a:pt x="104947" y="243939"/>
                  </a:lnTo>
                  <a:lnTo>
                    <a:pt x="104905" y="243722"/>
                  </a:lnTo>
                  <a:lnTo>
                    <a:pt x="105943" y="243000"/>
                  </a:lnTo>
                  <a:lnTo>
                    <a:pt x="106340" y="241625"/>
                  </a:lnTo>
                  <a:lnTo>
                    <a:pt x="106821" y="240719"/>
                  </a:lnTo>
                  <a:lnTo>
                    <a:pt x="106787" y="239201"/>
                  </a:lnTo>
                  <a:lnTo>
                    <a:pt x="106410" y="237159"/>
                  </a:lnTo>
                  <a:lnTo>
                    <a:pt x="107135" y="236334"/>
                  </a:lnTo>
                  <a:lnTo>
                    <a:pt x="107461" y="235839"/>
                  </a:lnTo>
                  <a:lnTo>
                    <a:pt x="107838" y="235171"/>
                  </a:lnTo>
                  <a:lnTo>
                    <a:pt x="109953" y="235282"/>
                  </a:lnTo>
                  <a:lnTo>
                    <a:pt x="110970" y="234638"/>
                  </a:lnTo>
                  <a:lnTo>
                    <a:pt x="111556" y="234010"/>
                  </a:lnTo>
                  <a:lnTo>
                    <a:pt x="112058" y="232026"/>
                  </a:lnTo>
                  <a:lnTo>
                    <a:pt x="111917" y="231277"/>
                  </a:lnTo>
                  <a:lnTo>
                    <a:pt x="111937" y="230643"/>
                  </a:lnTo>
                  <a:lnTo>
                    <a:pt x="111155" y="230473"/>
                  </a:lnTo>
                  <a:lnTo>
                    <a:pt x="108010" y="229714"/>
                  </a:lnTo>
                  <a:lnTo>
                    <a:pt x="107906" y="229336"/>
                  </a:lnTo>
                  <a:lnTo>
                    <a:pt x="107881" y="229182"/>
                  </a:lnTo>
                  <a:lnTo>
                    <a:pt x="107876" y="228834"/>
                  </a:lnTo>
                  <a:lnTo>
                    <a:pt x="107791" y="228227"/>
                  </a:lnTo>
                  <a:lnTo>
                    <a:pt x="107816" y="227718"/>
                  </a:lnTo>
                  <a:lnTo>
                    <a:pt x="107812" y="227425"/>
                  </a:lnTo>
                  <a:lnTo>
                    <a:pt x="107824" y="226861"/>
                  </a:lnTo>
                  <a:lnTo>
                    <a:pt x="107886" y="226637"/>
                  </a:lnTo>
                  <a:lnTo>
                    <a:pt x="108022" y="226031"/>
                  </a:lnTo>
                  <a:lnTo>
                    <a:pt x="108180" y="225971"/>
                  </a:lnTo>
                  <a:lnTo>
                    <a:pt x="108275" y="225618"/>
                  </a:lnTo>
                  <a:lnTo>
                    <a:pt x="109410" y="224192"/>
                  </a:lnTo>
                  <a:lnTo>
                    <a:pt x="109191" y="223646"/>
                  </a:lnTo>
                  <a:lnTo>
                    <a:pt x="108985" y="222842"/>
                  </a:lnTo>
                  <a:lnTo>
                    <a:pt x="108731" y="222490"/>
                  </a:lnTo>
                  <a:lnTo>
                    <a:pt x="108456" y="222375"/>
                  </a:lnTo>
                  <a:lnTo>
                    <a:pt x="107924" y="222214"/>
                  </a:lnTo>
                  <a:lnTo>
                    <a:pt x="106927" y="222021"/>
                  </a:lnTo>
                  <a:lnTo>
                    <a:pt x="106274" y="221487"/>
                  </a:lnTo>
                  <a:lnTo>
                    <a:pt x="105465" y="221366"/>
                  </a:lnTo>
                  <a:lnTo>
                    <a:pt x="104486" y="221102"/>
                  </a:lnTo>
                  <a:lnTo>
                    <a:pt x="103433" y="220510"/>
                  </a:lnTo>
                  <a:lnTo>
                    <a:pt x="103151" y="220409"/>
                  </a:lnTo>
                  <a:lnTo>
                    <a:pt x="102724" y="220273"/>
                  </a:lnTo>
                  <a:lnTo>
                    <a:pt x="102085" y="219640"/>
                  </a:lnTo>
                  <a:lnTo>
                    <a:pt x="101956" y="219541"/>
                  </a:lnTo>
                  <a:lnTo>
                    <a:pt x="101832" y="219414"/>
                  </a:lnTo>
                  <a:lnTo>
                    <a:pt x="101869" y="218617"/>
                  </a:lnTo>
                  <a:lnTo>
                    <a:pt x="101466" y="217864"/>
                  </a:lnTo>
                  <a:lnTo>
                    <a:pt x="101478" y="217510"/>
                  </a:lnTo>
                  <a:lnTo>
                    <a:pt x="101451" y="217378"/>
                  </a:lnTo>
                  <a:lnTo>
                    <a:pt x="101449" y="217236"/>
                  </a:lnTo>
                  <a:lnTo>
                    <a:pt x="101009" y="216779"/>
                  </a:lnTo>
                  <a:lnTo>
                    <a:pt x="100806" y="216770"/>
                  </a:lnTo>
                  <a:lnTo>
                    <a:pt x="100549" y="216350"/>
                  </a:lnTo>
                  <a:lnTo>
                    <a:pt x="100452" y="216005"/>
                  </a:lnTo>
                  <a:lnTo>
                    <a:pt x="100454" y="215800"/>
                  </a:lnTo>
                  <a:lnTo>
                    <a:pt x="100299" y="215130"/>
                  </a:lnTo>
                  <a:lnTo>
                    <a:pt x="100483" y="215057"/>
                  </a:lnTo>
                  <a:lnTo>
                    <a:pt x="100734" y="215083"/>
                  </a:lnTo>
                  <a:lnTo>
                    <a:pt x="100868" y="215155"/>
                  </a:lnTo>
                  <a:lnTo>
                    <a:pt x="101560" y="214997"/>
                  </a:lnTo>
                  <a:lnTo>
                    <a:pt x="101536" y="214692"/>
                  </a:lnTo>
                  <a:lnTo>
                    <a:pt x="101868" y="213818"/>
                  </a:lnTo>
                  <a:lnTo>
                    <a:pt x="101728" y="213309"/>
                  </a:lnTo>
                  <a:lnTo>
                    <a:pt x="101419" y="212954"/>
                  </a:lnTo>
                  <a:lnTo>
                    <a:pt x="101094" y="212050"/>
                  </a:lnTo>
                  <a:lnTo>
                    <a:pt x="100641" y="211036"/>
                  </a:lnTo>
                  <a:lnTo>
                    <a:pt x="100456" y="210445"/>
                  </a:lnTo>
                  <a:lnTo>
                    <a:pt x="99557" y="209557"/>
                  </a:lnTo>
                  <a:lnTo>
                    <a:pt x="99387" y="209439"/>
                  </a:lnTo>
                  <a:lnTo>
                    <a:pt x="99099" y="209441"/>
                  </a:lnTo>
                  <a:lnTo>
                    <a:pt x="98932" y="209442"/>
                  </a:lnTo>
                  <a:lnTo>
                    <a:pt x="98643" y="209382"/>
                  </a:lnTo>
                  <a:lnTo>
                    <a:pt x="98148" y="209278"/>
                  </a:lnTo>
                  <a:lnTo>
                    <a:pt x="97742" y="209282"/>
                  </a:lnTo>
                  <a:lnTo>
                    <a:pt x="97213" y="209429"/>
                  </a:lnTo>
                  <a:lnTo>
                    <a:pt x="96345" y="209214"/>
                  </a:lnTo>
                  <a:lnTo>
                    <a:pt x="96090" y="209157"/>
                  </a:lnTo>
                  <a:lnTo>
                    <a:pt x="95788" y="209174"/>
                  </a:lnTo>
                  <a:lnTo>
                    <a:pt x="95355" y="209323"/>
                  </a:lnTo>
                  <a:lnTo>
                    <a:pt x="95090" y="209400"/>
                  </a:lnTo>
                  <a:lnTo>
                    <a:pt x="94703" y="209512"/>
                  </a:lnTo>
                  <a:lnTo>
                    <a:pt x="94525" y="209564"/>
                  </a:lnTo>
                  <a:lnTo>
                    <a:pt x="94392" y="209628"/>
                  </a:lnTo>
                  <a:lnTo>
                    <a:pt x="94028" y="209824"/>
                  </a:lnTo>
                  <a:lnTo>
                    <a:pt x="93842" y="209933"/>
                  </a:lnTo>
                  <a:lnTo>
                    <a:pt x="93715" y="210028"/>
                  </a:lnTo>
                  <a:lnTo>
                    <a:pt x="93721" y="210194"/>
                  </a:lnTo>
                  <a:lnTo>
                    <a:pt x="93547" y="210392"/>
                  </a:lnTo>
                  <a:lnTo>
                    <a:pt x="93666" y="210728"/>
                  </a:lnTo>
                  <a:lnTo>
                    <a:pt x="93215" y="210622"/>
                  </a:lnTo>
                  <a:lnTo>
                    <a:pt x="92414" y="210401"/>
                  </a:lnTo>
                  <a:lnTo>
                    <a:pt x="92198" y="210381"/>
                  </a:lnTo>
                  <a:lnTo>
                    <a:pt x="91764" y="210421"/>
                  </a:lnTo>
                  <a:lnTo>
                    <a:pt x="91336" y="210547"/>
                  </a:lnTo>
                  <a:lnTo>
                    <a:pt x="90952" y="210410"/>
                  </a:lnTo>
                  <a:lnTo>
                    <a:pt x="90773" y="210307"/>
                  </a:lnTo>
                  <a:lnTo>
                    <a:pt x="90602" y="210259"/>
                  </a:lnTo>
                  <a:lnTo>
                    <a:pt x="90319" y="210125"/>
                  </a:lnTo>
                  <a:lnTo>
                    <a:pt x="89508" y="210009"/>
                  </a:lnTo>
                  <a:lnTo>
                    <a:pt x="88311" y="209500"/>
                  </a:lnTo>
                  <a:lnTo>
                    <a:pt x="88015" y="209132"/>
                  </a:lnTo>
                  <a:lnTo>
                    <a:pt x="87655" y="208959"/>
                  </a:lnTo>
                  <a:lnTo>
                    <a:pt x="87651" y="208712"/>
                  </a:lnTo>
                  <a:lnTo>
                    <a:pt x="87399" y="208651"/>
                  </a:lnTo>
                  <a:lnTo>
                    <a:pt x="87487" y="208494"/>
                  </a:lnTo>
                  <a:lnTo>
                    <a:pt x="87685" y="208384"/>
                  </a:lnTo>
                  <a:lnTo>
                    <a:pt x="87631" y="208178"/>
                  </a:lnTo>
                  <a:lnTo>
                    <a:pt x="87192" y="208026"/>
                  </a:lnTo>
                  <a:lnTo>
                    <a:pt x="86720" y="207312"/>
                  </a:lnTo>
                  <a:lnTo>
                    <a:pt x="86803" y="207146"/>
                  </a:lnTo>
                  <a:lnTo>
                    <a:pt x="87054" y="206810"/>
                  </a:lnTo>
                  <a:lnTo>
                    <a:pt x="87221" y="206643"/>
                  </a:lnTo>
                  <a:lnTo>
                    <a:pt x="87352" y="206718"/>
                  </a:lnTo>
                  <a:lnTo>
                    <a:pt x="87739" y="206751"/>
                  </a:lnTo>
                  <a:lnTo>
                    <a:pt x="87895" y="206774"/>
                  </a:lnTo>
                  <a:lnTo>
                    <a:pt x="88039" y="206868"/>
                  </a:lnTo>
                  <a:lnTo>
                    <a:pt x="88167" y="206904"/>
                  </a:lnTo>
                  <a:lnTo>
                    <a:pt x="88399" y="207023"/>
                  </a:lnTo>
                  <a:lnTo>
                    <a:pt x="88593" y="207040"/>
                  </a:lnTo>
                  <a:lnTo>
                    <a:pt x="88794" y="207036"/>
                  </a:lnTo>
                  <a:lnTo>
                    <a:pt x="88745" y="206653"/>
                  </a:lnTo>
                  <a:lnTo>
                    <a:pt x="89309" y="206289"/>
                  </a:lnTo>
                  <a:lnTo>
                    <a:pt x="89656" y="206116"/>
                  </a:lnTo>
                  <a:lnTo>
                    <a:pt x="89867" y="205959"/>
                  </a:lnTo>
                  <a:lnTo>
                    <a:pt x="90034" y="205824"/>
                  </a:lnTo>
                  <a:lnTo>
                    <a:pt x="89891" y="205531"/>
                  </a:lnTo>
                  <a:lnTo>
                    <a:pt x="90065" y="205524"/>
                  </a:lnTo>
                  <a:lnTo>
                    <a:pt x="90248" y="205904"/>
                  </a:lnTo>
                  <a:lnTo>
                    <a:pt x="90431" y="205930"/>
                  </a:lnTo>
                  <a:lnTo>
                    <a:pt x="90632" y="205892"/>
                  </a:lnTo>
                  <a:lnTo>
                    <a:pt x="90787" y="205780"/>
                  </a:lnTo>
                  <a:lnTo>
                    <a:pt x="90684" y="205643"/>
                  </a:lnTo>
                  <a:lnTo>
                    <a:pt x="91222" y="205497"/>
                  </a:lnTo>
                  <a:lnTo>
                    <a:pt x="91223" y="205311"/>
                  </a:lnTo>
                  <a:lnTo>
                    <a:pt x="91150" y="205165"/>
                  </a:lnTo>
                  <a:lnTo>
                    <a:pt x="91178" y="204776"/>
                  </a:lnTo>
                  <a:lnTo>
                    <a:pt x="91202" y="204518"/>
                  </a:lnTo>
                  <a:lnTo>
                    <a:pt x="91519" y="204391"/>
                  </a:lnTo>
                  <a:lnTo>
                    <a:pt x="91712" y="203464"/>
                  </a:lnTo>
                  <a:lnTo>
                    <a:pt x="92043" y="203054"/>
                  </a:lnTo>
                  <a:lnTo>
                    <a:pt x="92542" y="202525"/>
                  </a:lnTo>
                  <a:lnTo>
                    <a:pt x="92720" y="202179"/>
                  </a:lnTo>
                  <a:lnTo>
                    <a:pt x="92955" y="201942"/>
                  </a:lnTo>
                  <a:lnTo>
                    <a:pt x="93387" y="201704"/>
                  </a:lnTo>
                  <a:lnTo>
                    <a:pt x="93581" y="201652"/>
                  </a:lnTo>
                  <a:lnTo>
                    <a:pt x="93868" y="201492"/>
                  </a:lnTo>
                  <a:lnTo>
                    <a:pt x="93757" y="201207"/>
                  </a:lnTo>
                  <a:lnTo>
                    <a:pt x="93669" y="200909"/>
                  </a:lnTo>
                  <a:lnTo>
                    <a:pt x="93685" y="200516"/>
                  </a:lnTo>
                  <a:lnTo>
                    <a:pt x="93509" y="200251"/>
                  </a:lnTo>
                  <a:lnTo>
                    <a:pt x="93650" y="200193"/>
                  </a:lnTo>
                  <a:lnTo>
                    <a:pt x="94083" y="199399"/>
                  </a:lnTo>
                  <a:lnTo>
                    <a:pt x="93775" y="198918"/>
                  </a:lnTo>
                  <a:lnTo>
                    <a:pt x="93363" y="198186"/>
                  </a:lnTo>
                  <a:lnTo>
                    <a:pt x="93553" y="197962"/>
                  </a:lnTo>
                  <a:lnTo>
                    <a:pt x="93547" y="197788"/>
                  </a:lnTo>
                  <a:lnTo>
                    <a:pt x="93576" y="197413"/>
                  </a:lnTo>
                  <a:lnTo>
                    <a:pt x="93450" y="197263"/>
                  </a:lnTo>
                  <a:lnTo>
                    <a:pt x="93268" y="197025"/>
                  </a:lnTo>
                  <a:lnTo>
                    <a:pt x="93108" y="196922"/>
                  </a:lnTo>
                  <a:lnTo>
                    <a:pt x="92783" y="196544"/>
                  </a:lnTo>
                  <a:lnTo>
                    <a:pt x="92383" y="196221"/>
                  </a:lnTo>
                  <a:lnTo>
                    <a:pt x="92194" y="196250"/>
                  </a:lnTo>
                  <a:lnTo>
                    <a:pt x="91488" y="195778"/>
                  </a:lnTo>
                  <a:lnTo>
                    <a:pt x="92180" y="195420"/>
                  </a:lnTo>
                  <a:lnTo>
                    <a:pt x="92402" y="195412"/>
                  </a:lnTo>
                  <a:lnTo>
                    <a:pt x="92552" y="195391"/>
                  </a:lnTo>
                  <a:lnTo>
                    <a:pt x="92601" y="195013"/>
                  </a:lnTo>
                  <a:lnTo>
                    <a:pt x="92781" y="195001"/>
                  </a:lnTo>
                  <a:lnTo>
                    <a:pt x="93034" y="194955"/>
                  </a:lnTo>
                  <a:lnTo>
                    <a:pt x="93796" y="194484"/>
                  </a:lnTo>
                  <a:lnTo>
                    <a:pt x="94517" y="194379"/>
                  </a:lnTo>
                  <a:lnTo>
                    <a:pt x="95105" y="194409"/>
                  </a:lnTo>
                  <a:lnTo>
                    <a:pt x="95111" y="194596"/>
                  </a:lnTo>
                  <a:lnTo>
                    <a:pt x="95236" y="194821"/>
                  </a:lnTo>
                  <a:lnTo>
                    <a:pt x="95747" y="195243"/>
                  </a:lnTo>
                  <a:lnTo>
                    <a:pt x="95922" y="195425"/>
                  </a:lnTo>
                  <a:lnTo>
                    <a:pt x="96456" y="195493"/>
                  </a:lnTo>
                  <a:lnTo>
                    <a:pt x="96695" y="195461"/>
                  </a:lnTo>
                  <a:lnTo>
                    <a:pt x="97236" y="195142"/>
                  </a:lnTo>
                  <a:lnTo>
                    <a:pt x="98106" y="195164"/>
                  </a:lnTo>
                  <a:lnTo>
                    <a:pt x="98618" y="195837"/>
                  </a:lnTo>
                  <a:lnTo>
                    <a:pt x="98660" y="196106"/>
                  </a:lnTo>
                  <a:lnTo>
                    <a:pt x="98822" y="196049"/>
                  </a:lnTo>
                  <a:lnTo>
                    <a:pt x="99184" y="196056"/>
                  </a:lnTo>
                  <a:lnTo>
                    <a:pt x="99375" y="196112"/>
                  </a:lnTo>
                  <a:lnTo>
                    <a:pt x="99578" y="196174"/>
                  </a:lnTo>
                  <a:lnTo>
                    <a:pt x="99762" y="196222"/>
                  </a:lnTo>
                  <a:lnTo>
                    <a:pt x="100038" y="196210"/>
                  </a:lnTo>
                  <a:lnTo>
                    <a:pt x="100072" y="196414"/>
                  </a:lnTo>
                  <a:lnTo>
                    <a:pt x="100260" y="196571"/>
                  </a:lnTo>
                  <a:lnTo>
                    <a:pt x="100594" y="196644"/>
                  </a:lnTo>
                  <a:lnTo>
                    <a:pt x="100835" y="196672"/>
                  </a:lnTo>
                  <a:lnTo>
                    <a:pt x="101237" y="196915"/>
                  </a:lnTo>
                  <a:lnTo>
                    <a:pt x="101631" y="196367"/>
                  </a:lnTo>
                  <a:lnTo>
                    <a:pt x="101956" y="196598"/>
                  </a:lnTo>
                  <a:lnTo>
                    <a:pt x="102013" y="197184"/>
                  </a:lnTo>
                  <a:lnTo>
                    <a:pt x="102250" y="197323"/>
                  </a:lnTo>
                  <a:lnTo>
                    <a:pt x="102441" y="197416"/>
                  </a:lnTo>
                  <a:lnTo>
                    <a:pt x="102686" y="197406"/>
                  </a:lnTo>
                  <a:lnTo>
                    <a:pt x="102932" y="197463"/>
                  </a:lnTo>
                  <a:lnTo>
                    <a:pt x="103459" y="197706"/>
                  </a:lnTo>
                  <a:lnTo>
                    <a:pt x="103531" y="198133"/>
                  </a:lnTo>
                  <a:lnTo>
                    <a:pt x="103793" y="198454"/>
                  </a:lnTo>
                  <a:lnTo>
                    <a:pt x="104214" y="198766"/>
                  </a:lnTo>
                  <a:lnTo>
                    <a:pt x="104352" y="198834"/>
                  </a:lnTo>
                  <a:lnTo>
                    <a:pt x="104393" y="198970"/>
                  </a:lnTo>
                  <a:lnTo>
                    <a:pt x="104524" y="198907"/>
                  </a:lnTo>
                  <a:lnTo>
                    <a:pt x="105120" y="199316"/>
                  </a:lnTo>
                  <a:lnTo>
                    <a:pt x="105281" y="199625"/>
                  </a:lnTo>
                  <a:lnTo>
                    <a:pt x="105343" y="199889"/>
                  </a:lnTo>
                  <a:lnTo>
                    <a:pt x="105277" y="200079"/>
                  </a:lnTo>
                  <a:lnTo>
                    <a:pt x="105416" y="200660"/>
                  </a:lnTo>
                  <a:lnTo>
                    <a:pt x="105600" y="201129"/>
                  </a:lnTo>
                  <a:lnTo>
                    <a:pt x="105623" y="201282"/>
                  </a:lnTo>
                  <a:lnTo>
                    <a:pt x="106270" y="201435"/>
                  </a:lnTo>
                  <a:lnTo>
                    <a:pt x="106754" y="201693"/>
                  </a:lnTo>
                  <a:lnTo>
                    <a:pt x="107272" y="201712"/>
                  </a:lnTo>
                  <a:lnTo>
                    <a:pt x="107719" y="201890"/>
                  </a:lnTo>
                  <a:lnTo>
                    <a:pt x="108094" y="202126"/>
                  </a:lnTo>
                  <a:lnTo>
                    <a:pt x="108395" y="202040"/>
                  </a:lnTo>
                  <a:lnTo>
                    <a:pt x="108585" y="202095"/>
                  </a:lnTo>
                  <a:lnTo>
                    <a:pt x="108732" y="202088"/>
                  </a:lnTo>
                  <a:lnTo>
                    <a:pt x="109030" y="202260"/>
                  </a:lnTo>
                  <a:lnTo>
                    <a:pt x="109415" y="202315"/>
                  </a:lnTo>
                  <a:lnTo>
                    <a:pt x="109793" y="202498"/>
                  </a:lnTo>
                  <a:lnTo>
                    <a:pt x="110012" y="202567"/>
                  </a:lnTo>
                  <a:lnTo>
                    <a:pt x="110304" y="202493"/>
                  </a:lnTo>
                  <a:lnTo>
                    <a:pt x="110448" y="202735"/>
                  </a:lnTo>
                  <a:lnTo>
                    <a:pt x="110756" y="202888"/>
                  </a:lnTo>
                  <a:lnTo>
                    <a:pt x="111039" y="203218"/>
                  </a:lnTo>
                  <a:lnTo>
                    <a:pt x="111248" y="203819"/>
                  </a:lnTo>
                  <a:lnTo>
                    <a:pt x="111406" y="203810"/>
                  </a:lnTo>
                  <a:lnTo>
                    <a:pt x="111575" y="203799"/>
                  </a:lnTo>
                  <a:lnTo>
                    <a:pt x="111831" y="203743"/>
                  </a:lnTo>
                  <a:lnTo>
                    <a:pt x="112226" y="204332"/>
                  </a:lnTo>
                  <a:lnTo>
                    <a:pt x="112265" y="204573"/>
                  </a:lnTo>
                  <a:lnTo>
                    <a:pt x="112315" y="204824"/>
                  </a:lnTo>
                  <a:lnTo>
                    <a:pt x="112362" y="204964"/>
                  </a:lnTo>
                  <a:lnTo>
                    <a:pt x="112569" y="205160"/>
                  </a:lnTo>
                  <a:lnTo>
                    <a:pt x="112628" y="205406"/>
                  </a:lnTo>
                  <a:lnTo>
                    <a:pt x="112780" y="205499"/>
                  </a:lnTo>
                  <a:lnTo>
                    <a:pt x="113017" y="205427"/>
                  </a:lnTo>
                  <a:lnTo>
                    <a:pt x="113211" y="205168"/>
                  </a:lnTo>
                  <a:lnTo>
                    <a:pt x="113455" y="204995"/>
                  </a:lnTo>
                  <a:lnTo>
                    <a:pt x="113715" y="205139"/>
                  </a:lnTo>
                  <a:lnTo>
                    <a:pt x="113927" y="205142"/>
                  </a:lnTo>
                  <a:lnTo>
                    <a:pt x="113828" y="204933"/>
                  </a:lnTo>
                  <a:lnTo>
                    <a:pt x="114292" y="204702"/>
                  </a:lnTo>
                  <a:lnTo>
                    <a:pt x="114606" y="204621"/>
                  </a:lnTo>
                  <a:lnTo>
                    <a:pt x="114499" y="204365"/>
                  </a:lnTo>
                  <a:lnTo>
                    <a:pt x="114638" y="204261"/>
                  </a:lnTo>
                  <a:lnTo>
                    <a:pt x="114865" y="204196"/>
                  </a:lnTo>
                  <a:lnTo>
                    <a:pt x="115003" y="203984"/>
                  </a:lnTo>
                  <a:lnTo>
                    <a:pt x="114663" y="203802"/>
                  </a:lnTo>
                  <a:lnTo>
                    <a:pt x="115092" y="203827"/>
                  </a:lnTo>
                  <a:lnTo>
                    <a:pt x="115237" y="203749"/>
                  </a:lnTo>
                  <a:lnTo>
                    <a:pt x="115420" y="203696"/>
                  </a:lnTo>
                  <a:lnTo>
                    <a:pt x="115347" y="203431"/>
                  </a:lnTo>
                  <a:lnTo>
                    <a:pt x="115436" y="203302"/>
                  </a:lnTo>
                  <a:lnTo>
                    <a:pt x="115445" y="203103"/>
                  </a:lnTo>
                  <a:lnTo>
                    <a:pt x="115672" y="202947"/>
                  </a:lnTo>
                  <a:lnTo>
                    <a:pt x="116161" y="202648"/>
                  </a:lnTo>
                  <a:lnTo>
                    <a:pt x="116031" y="202513"/>
                  </a:lnTo>
                  <a:lnTo>
                    <a:pt x="116142" y="202343"/>
                  </a:lnTo>
                  <a:lnTo>
                    <a:pt x="116399" y="202337"/>
                  </a:lnTo>
                  <a:lnTo>
                    <a:pt x="116888" y="202580"/>
                  </a:lnTo>
                  <a:lnTo>
                    <a:pt x="117245" y="202559"/>
                  </a:lnTo>
                  <a:lnTo>
                    <a:pt x="117652" y="202536"/>
                  </a:lnTo>
                  <a:lnTo>
                    <a:pt x="117463" y="202187"/>
                  </a:lnTo>
                  <a:lnTo>
                    <a:pt x="117198" y="201038"/>
                  </a:lnTo>
                  <a:lnTo>
                    <a:pt x="117173" y="200176"/>
                  </a:lnTo>
                  <a:lnTo>
                    <a:pt x="117181" y="199562"/>
                  </a:lnTo>
                  <a:lnTo>
                    <a:pt x="117554" y="199446"/>
                  </a:lnTo>
                  <a:lnTo>
                    <a:pt x="117988" y="199427"/>
                  </a:lnTo>
                  <a:lnTo>
                    <a:pt x="120764" y="199587"/>
                  </a:lnTo>
                  <a:lnTo>
                    <a:pt x="121744" y="201045"/>
                  </a:lnTo>
                  <a:lnTo>
                    <a:pt x="122009" y="201474"/>
                  </a:lnTo>
                  <a:lnTo>
                    <a:pt x="122279" y="201689"/>
                  </a:lnTo>
                  <a:lnTo>
                    <a:pt x="122367" y="201830"/>
                  </a:lnTo>
                  <a:lnTo>
                    <a:pt x="122776" y="202227"/>
                  </a:lnTo>
                  <a:lnTo>
                    <a:pt x="122901" y="202427"/>
                  </a:lnTo>
                  <a:lnTo>
                    <a:pt x="122990" y="202701"/>
                  </a:lnTo>
                  <a:lnTo>
                    <a:pt x="122957" y="202955"/>
                  </a:lnTo>
                  <a:lnTo>
                    <a:pt x="123017" y="203136"/>
                  </a:lnTo>
                  <a:lnTo>
                    <a:pt x="123068" y="203603"/>
                  </a:lnTo>
                  <a:lnTo>
                    <a:pt x="123116" y="203734"/>
                  </a:lnTo>
                  <a:lnTo>
                    <a:pt x="123220" y="204226"/>
                  </a:lnTo>
                  <a:lnTo>
                    <a:pt x="123200" y="204425"/>
                  </a:lnTo>
                  <a:lnTo>
                    <a:pt x="123262" y="204632"/>
                  </a:lnTo>
                  <a:lnTo>
                    <a:pt x="123154" y="204958"/>
                  </a:lnTo>
                  <a:lnTo>
                    <a:pt x="123216" y="205308"/>
                  </a:lnTo>
                  <a:lnTo>
                    <a:pt x="123441" y="205902"/>
                  </a:lnTo>
                  <a:lnTo>
                    <a:pt x="123668" y="205980"/>
                  </a:lnTo>
                  <a:lnTo>
                    <a:pt x="123876" y="205986"/>
                  </a:lnTo>
                  <a:lnTo>
                    <a:pt x="124072" y="205839"/>
                  </a:lnTo>
                  <a:lnTo>
                    <a:pt x="124445" y="205237"/>
                  </a:lnTo>
                  <a:lnTo>
                    <a:pt x="124513" y="204978"/>
                  </a:lnTo>
                  <a:lnTo>
                    <a:pt x="124837" y="204622"/>
                  </a:lnTo>
                  <a:lnTo>
                    <a:pt x="124986" y="204474"/>
                  </a:lnTo>
                  <a:lnTo>
                    <a:pt x="125164" y="204352"/>
                  </a:lnTo>
                  <a:lnTo>
                    <a:pt x="125345" y="204252"/>
                  </a:lnTo>
                  <a:lnTo>
                    <a:pt x="125740" y="204373"/>
                  </a:lnTo>
                  <a:lnTo>
                    <a:pt x="125963" y="204572"/>
                  </a:lnTo>
                  <a:lnTo>
                    <a:pt x="125943" y="204736"/>
                  </a:lnTo>
                  <a:lnTo>
                    <a:pt x="125958" y="204912"/>
                  </a:lnTo>
                  <a:lnTo>
                    <a:pt x="126109" y="205090"/>
                  </a:lnTo>
                  <a:lnTo>
                    <a:pt x="126655" y="205493"/>
                  </a:lnTo>
                  <a:lnTo>
                    <a:pt x="127760" y="206472"/>
                  </a:lnTo>
                  <a:lnTo>
                    <a:pt x="129237" y="207029"/>
                  </a:lnTo>
                  <a:lnTo>
                    <a:pt x="129361" y="207517"/>
                  </a:lnTo>
                  <a:lnTo>
                    <a:pt x="129398" y="207658"/>
                  </a:lnTo>
                  <a:lnTo>
                    <a:pt x="129455" y="207889"/>
                  </a:lnTo>
                  <a:lnTo>
                    <a:pt x="129439" y="208071"/>
                  </a:lnTo>
                  <a:lnTo>
                    <a:pt x="129540" y="208579"/>
                  </a:lnTo>
                  <a:lnTo>
                    <a:pt x="129828" y="208593"/>
                  </a:lnTo>
                  <a:lnTo>
                    <a:pt x="130145" y="208640"/>
                  </a:lnTo>
                  <a:lnTo>
                    <a:pt x="130068" y="209095"/>
                  </a:lnTo>
                  <a:lnTo>
                    <a:pt x="130295" y="209177"/>
                  </a:lnTo>
                  <a:lnTo>
                    <a:pt x="130315" y="209331"/>
                  </a:lnTo>
                  <a:lnTo>
                    <a:pt x="130407" y="210063"/>
                  </a:lnTo>
                  <a:lnTo>
                    <a:pt x="131870" y="209960"/>
                  </a:lnTo>
                  <a:lnTo>
                    <a:pt x="133414" y="209851"/>
                  </a:lnTo>
                  <a:lnTo>
                    <a:pt x="133397" y="209659"/>
                  </a:lnTo>
                  <a:lnTo>
                    <a:pt x="133631" y="209634"/>
                  </a:lnTo>
                  <a:lnTo>
                    <a:pt x="133678" y="209489"/>
                  </a:lnTo>
                  <a:lnTo>
                    <a:pt x="133608" y="209102"/>
                  </a:lnTo>
                  <a:lnTo>
                    <a:pt x="134224" y="209021"/>
                  </a:lnTo>
                  <a:lnTo>
                    <a:pt x="134187" y="208854"/>
                  </a:lnTo>
                  <a:lnTo>
                    <a:pt x="133896" y="208597"/>
                  </a:lnTo>
                  <a:lnTo>
                    <a:pt x="133802" y="208349"/>
                  </a:lnTo>
                  <a:lnTo>
                    <a:pt x="134116" y="208311"/>
                  </a:lnTo>
                  <a:lnTo>
                    <a:pt x="134153" y="208079"/>
                  </a:lnTo>
                  <a:lnTo>
                    <a:pt x="134629" y="207827"/>
                  </a:lnTo>
                  <a:lnTo>
                    <a:pt x="134813" y="207505"/>
                  </a:lnTo>
                  <a:lnTo>
                    <a:pt x="135562" y="206889"/>
                  </a:lnTo>
                  <a:lnTo>
                    <a:pt x="135450" y="206669"/>
                  </a:lnTo>
                  <a:lnTo>
                    <a:pt x="135457" y="206471"/>
                  </a:lnTo>
                  <a:lnTo>
                    <a:pt x="135211" y="206189"/>
                  </a:lnTo>
                  <a:lnTo>
                    <a:pt x="135161" y="205915"/>
                  </a:lnTo>
                  <a:lnTo>
                    <a:pt x="134951" y="205662"/>
                  </a:lnTo>
                  <a:lnTo>
                    <a:pt x="134852" y="205369"/>
                  </a:lnTo>
                  <a:lnTo>
                    <a:pt x="134666" y="205175"/>
                  </a:lnTo>
                  <a:lnTo>
                    <a:pt x="134690" y="204940"/>
                  </a:lnTo>
                  <a:lnTo>
                    <a:pt x="134467" y="204511"/>
                  </a:lnTo>
                  <a:lnTo>
                    <a:pt x="134220" y="204219"/>
                  </a:lnTo>
                  <a:lnTo>
                    <a:pt x="133885" y="203449"/>
                  </a:lnTo>
                  <a:lnTo>
                    <a:pt x="134081" y="203244"/>
                  </a:lnTo>
                  <a:lnTo>
                    <a:pt x="134449" y="203048"/>
                  </a:lnTo>
                  <a:lnTo>
                    <a:pt x="134596" y="202832"/>
                  </a:lnTo>
                  <a:lnTo>
                    <a:pt x="134730" y="202500"/>
                  </a:lnTo>
                  <a:lnTo>
                    <a:pt x="135909" y="202500"/>
                  </a:lnTo>
                  <a:lnTo>
                    <a:pt x="136668" y="201171"/>
                  </a:lnTo>
                  <a:lnTo>
                    <a:pt x="136785" y="200942"/>
                  </a:lnTo>
                  <a:lnTo>
                    <a:pt x="136773" y="200814"/>
                  </a:lnTo>
                  <a:lnTo>
                    <a:pt x="137049" y="200487"/>
                  </a:lnTo>
                  <a:lnTo>
                    <a:pt x="137047" y="200337"/>
                  </a:lnTo>
                  <a:lnTo>
                    <a:pt x="137016" y="200191"/>
                  </a:lnTo>
                  <a:lnTo>
                    <a:pt x="137018" y="199973"/>
                  </a:lnTo>
                  <a:lnTo>
                    <a:pt x="137099" y="199753"/>
                  </a:lnTo>
                  <a:lnTo>
                    <a:pt x="135593" y="192000"/>
                  </a:lnTo>
                  <a:lnTo>
                    <a:pt x="142592" y="191159"/>
                  </a:lnTo>
                  <a:lnTo>
                    <a:pt x="144722" y="190890"/>
                  </a:lnTo>
                  <a:lnTo>
                    <a:pt x="146365" y="190705"/>
                  </a:lnTo>
                  <a:lnTo>
                    <a:pt x="147393" y="189565"/>
                  </a:lnTo>
                  <a:lnTo>
                    <a:pt x="149198" y="189252"/>
                  </a:lnTo>
                  <a:lnTo>
                    <a:pt x="148889" y="187661"/>
                  </a:lnTo>
                  <a:lnTo>
                    <a:pt x="148800" y="187216"/>
                  </a:lnTo>
                  <a:lnTo>
                    <a:pt x="149860" y="187086"/>
                  </a:lnTo>
                  <a:lnTo>
                    <a:pt x="149899" y="186862"/>
                  </a:lnTo>
                  <a:lnTo>
                    <a:pt x="149889" y="185351"/>
                  </a:lnTo>
                  <a:lnTo>
                    <a:pt x="150578" y="184429"/>
                  </a:lnTo>
                  <a:lnTo>
                    <a:pt x="151478" y="183850"/>
                  </a:lnTo>
                  <a:lnTo>
                    <a:pt x="151634" y="183770"/>
                  </a:lnTo>
                  <a:lnTo>
                    <a:pt x="151855" y="183684"/>
                  </a:lnTo>
                  <a:lnTo>
                    <a:pt x="153505" y="182780"/>
                  </a:lnTo>
                  <a:lnTo>
                    <a:pt x="153799" y="182478"/>
                  </a:lnTo>
                  <a:lnTo>
                    <a:pt x="153944" y="182433"/>
                  </a:lnTo>
                  <a:lnTo>
                    <a:pt x="154459" y="182392"/>
                  </a:lnTo>
                  <a:lnTo>
                    <a:pt x="155006" y="182295"/>
                  </a:lnTo>
                  <a:lnTo>
                    <a:pt x="155240" y="182683"/>
                  </a:lnTo>
                  <a:lnTo>
                    <a:pt x="155397" y="182661"/>
                  </a:lnTo>
                  <a:lnTo>
                    <a:pt x="155670" y="182807"/>
                  </a:lnTo>
                  <a:lnTo>
                    <a:pt x="155854" y="182754"/>
                  </a:lnTo>
                  <a:lnTo>
                    <a:pt x="155988" y="182783"/>
                  </a:lnTo>
                  <a:lnTo>
                    <a:pt x="156332" y="182858"/>
                  </a:lnTo>
                  <a:lnTo>
                    <a:pt x="156257" y="183078"/>
                  </a:lnTo>
                  <a:lnTo>
                    <a:pt x="156378" y="183237"/>
                  </a:lnTo>
                  <a:lnTo>
                    <a:pt x="156730" y="183420"/>
                  </a:lnTo>
                  <a:lnTo>
                    <a:pt x="157076" y="183403"/>
                  </a:lnTo>
                  <a:lnTo>
                    <a:pt x="157318" y="183514"/>
                  </a:lnTo>
                  <a:lnTo>
                    <a:pt x="157687" y="183426"/>
                  </a:lnTo>
                  <a:lnTo>
                    <a:pt x="157842" y="183415"/>
                  </a:lnTo>
                  <a:lnTo>
                    <a:pt x="158097" y="183209"/>
                  </a:lnTo>
                  <a:lnTo>
                    <a:pt x="158359" y="183359"/>
                  </a:lnTo>
                  <a:lnTo>
                    <a:pt x="158631" y="183496"/>
                  </a:lnTo>
                  <a:lnTo>
                    <a:pt x="158752" y="183719"/>
                  </a:lnTo>
                  <a:lnTo>
                    <a:pt x="159343" y="183806"/>
                  </a:lnTo>
                  <a:lnTo>
                    <a:pt x="159446" y="183979"/>
                  </a:lnTo>
                  <a:lnTo>
                    <a:pt x="159594" y="184494"/>
                  </a:lnTo>
                  <a:lnTo>
                    <a:pt x="160038" y="184627"/>
                  </a:lnTo>
                  <a:lnTo>
                    <a:pt x="160350" y="184746"/>
                  </a:lnTo>
                  <a:lnTo>
                    <a:pt x="160705" y="184611"/>
                  </a:lnTo>
                  <a:lnTo>
                    <a:pt x="161818" y="183938"/>
                  </a:lnTo>
                  <a:lnTo>
                    <a:pt x="161970" y="183727"/>
                  </a:lnTo>
                  <a:lnTo>
                    <a:pt x="162384" y="183883"/>
                  </a:lnTo>
                  <a:lnTo>
                    <a:pt x="162806" y="183721"/>
                  </a:lnTo>
                  <a:lnTo>
                    <a:pt x="163024" y="183791"/>
                  </a:lnTo>
                  <a:lnTo>
                    <a:pt x="163441" y="183928"/>
                  </a:lnTo>
                  <a:lnTo>
                    <a:pt x="163667" y="184099"/>
                  </a:lnTo>
                  <a:lnTo>
                    <a:pt x="164076" y="184057"/>
                  </a:lnTo>
                  <a:lnTo>
                    <a:pt x="164306" y="183951"/>
                  </a:lnTo>
                  <a:lnTo>
                    <a:pt x="164613" y="183888"/>
                  </a:lnTo>
                  <a:lnTo>
                    <a:pt x="164932" y="183600"/>
                  </a:lnTo>
                  <a:lnTo>
                    <a:pt x="164856" y="183429"/>
                  </a:lnTo>
                  <a:lnTo>
                    <a:pt x="165117" y="183421"/>
                  </a:lnTo>
                  <a:lnTo>
                    <a:pt x="165170" y="183280"/>
                  </a:lnTo>
                  <a:lnTo>
                    <a:pt x="165491" y="183136"/>
                  </a:lnTo>
                  <a:lnTo>
                    <a:pt x="165731" y="182964"/>
                  </a:lnTo>
                  <a:lnTo>
                    <a:pt x="166141" y="183148"/>
                  </a:lnTo>
                  <a:lnTo>
                    <a:pt x="166371" y="183206"/>
                  </a:lnTo>
                  <a:lnTo>
                    <a:pt x="166595" y="183388"/>
                  </a:lnTo>
                  <a:lnTo>
                    <a:pt x="166895" y="183467"/>
                  </a:lnTo>
                  <a:lnTo>
                    <a:pt x="166952" y="183624"/>
                  </a:lnTo>
                  <a:lnTo>
                    <a:pt x="167109" y="183812"/>
                  </a:lnTo>
                  <a:lnTo>
                    <a:pt x="168094" y="184127"/>
                  </a:lnTo>
                  <a:lnTo>
                    <a:pt x="168435" y="184102"/>
                  </a:lnTo>
                  <a:lnTo>
                    <a:pt x="168936" y="184379"/>
                  </a:lnTo>
                  <a:lnTo>
                    <a:pt x="169186" y="184304"/>
                  </a:lnTo>
                  <a:lnTo>
                    <a:pt x="169619" y="184234"/>
                  </a:lnTo>
                  <a:lnTo>
                    <a:pt x="169925" y="183857"/>
                  </a:lnTo>
                  <a:lnTo>
                    <a:pt x="170250" y="183332"/>
                  </a:lnTo>
                  <a:lnTo>
                    <a:pt x="170610" y="183315"/>
                  </a:lnTo>
                  <a:lnTo>
                    <a:pt x="170895" y="183323"/>
                  </a:lnTo>
                  <a:lnTo>
                    <a:pt x="171371" y="183267"/>
                  </a:lnTo>
                  <a:lnTo>
                    <a:pt x="172430" y="183097"/>
                  </a:lnTo>
                  <a:lnTo>
                    <a:pt x="172630" y="183095"/>
                  </a:lnTo>
                  <a:lnTo>
                    <a:pt x="172843" y="183029"/>
                  </a:lnTo>
                  <a:lnTo>
                    <a:pt x="173241" y="183043"/>
                  </a:lnTo>
                  <a:lnTo>
                    <a:pt x="173685" y="183271"/>
                  </a:lnTo>
                  <a:lnTo>
                    <a:pt x="173877" y="183199"/>
                  </a:lnTo>
                  <a:lnTo>
                    <a:pt x="174526" y="183034"/>
                  </a:lnTo>
                  <a:lnTo>
                    <a:pt x="174938" y="183090"/>
                  </a:lnTo>
                  <a:lnTo>
                    <a:pt x="175123" y="183132"/>
                  </a:lnTo>
                  <a:lnTo>
                    <a:pt x="175371" y="183154"/>
                  </a:lnTo>
                  <a:lnTo>
                    <a:pt x="175875" y="182952"/>
                  </a:lnTo>
                  <a:lnTo>
                    <a:pt x="176199" y="182743"/>
                  </a:lnTo>
                  <a:lnTo>
                    <a:pt x="176551" y="182852"/>
                  </a:lnTo>
                  <a:lnTo>
                    <a:pt x="178085" y="182397"/>
                  </a:lnTo>
                  <a:lnTo>
                    <a:pt x="178415" y="182303"/>
                  </a:lnTo>
                  <a:lnTo>
                    <a:pt x="178589" y="182165"/>
                  </a:lnTo>
                  <a:lnTo>
                    <a:pt x="178787" y="182116"/>
                  </a:lnTo>
                  <a:lnTo>
                    <a:pt x="178778" y="181789"/>
                  </a:lnTo>
                  <a:lnTo>
                    <a:pt x="179107" y="181807"/>
                  </a:lnTo>
                  <a:lnTo>
                    <a:pt x="179655" y="181712"/>
                  </a:lnTo>
                  <a:lnTo>
                    <a:pt x="179798" y="181579"/>
                  </a:lnTo>
                  <a:lnTo>
                    <a:pt x="179905" y="181454"/>
                  </a:lnTo>
                  <a:lnTo>
                    <a:pt x="180735" y="180910"/>
                  </a:lnTo>
                  <a:lnTo>
                    <a:pt x="181139" y="181016"/>
                  </a:lnTo>
                  <a:lnTo>
                    <a:pt x="181535" y="181037"/>
                  </a:lnTo>
                  <a:lnTo>
                    <a:pt x="181835" y="180984"/>
                  </a:lnTo>
                  <a:lnTo>
                    <a:pt x="182006" y="180953"/>
                  </a:lnTo>
                  <a:lnTo>
                    <a:pt x="182218" y="180915"/>
                  </a:lnTo>
                  <a:lnTo>
                    <a:pt x="182450" y="180879"/>
                  </a:lnTo>
                  <a:lnTo>
                    <a:pt x="182649" y="180811"/>
                  </a:lnTo>
                  <a:lnTo>
                    <a:pt x="183037" y="180876"/>
                  </a:lnTo>
                  <a:lnTo>
                    <a:pt x="183255" y="181035"/>
                  </a:lnTo>
                  <a:close/>
                </a:path>
              </a:pathLst>
            </a:custGeom>
            <a:solidFill>
              <a:srgbClr val="FFF7B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9165161" y="1458248"/>
              <a:ext cx="183130" cy="183671"/>
            </a:xfrm>
            <a:custGeom>
              <a:avLst/>
              <a:pathLst>
                <a:path w="183130" h="183671">
                  <a:moveTo>
                    <a:pt x="182879" y="182879"/>
                  </a:moveTo>
                  <a:lnTo>
                    <a:pt x="183130" y="183251"/>
                  </a:lnTo>
                  <a:lnTo>
                    <a:pt x="182575" y="183671"/>
                  </a:lnTo>
                  <a:lnTo>
                    <a:pt x="182370" y="183491"/>
                  </a:lnTo>
                  <a:lnTo>
                    <a:pt x="182324" y="183305"/>
                  </a:lnTo>
                  <a:lnTo>
                    <a:pt x="182398" y="182486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9165036" y="1456438"/>
              <a:ext cx="183053" cy="182888"/>
            </a:xfrm>
            <a:custGeom>
              <a:avLst/>
              <a:pathLst>
                <a:path w="183053" h="182888">
                  <a:moveTo>
                    <a:pt x="182879" y="182880"/>
                  </a:moveTo>
                  <a:lnTo>
                    <a:pt x="183053" y="182888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9136579" y="1448144"/>
              <a:ext cx="183293" cy="182879"/>
            </a:xfrm>
            <a:custGeom>
              <a:avLst/>
              <a:pathLst>
                <a:path w="183293" h="182879">
                  <a:moveTo>
                    <a:pt x="182879" y="182879"/>
                  </a:moveTo>
                  <a:lnTo>
                    <a:pt x="182738" y="182665"/>
                  </a:lnTo>
                  <a:lnTo>
                    <a:pt x="183080" y="182616"/>
                  </a:lnTo>
                  <a:lnTo>
                    <a:pt x="183293" y="182872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9139048" y="144721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9190004" y="144409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399" y="182714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9188904" y="1442176"/>
              <a:ext cx="183344" cy="186152"/>
            </a:xfrm>
            <a:custGeom>
              <a:avLst/>
              <a:pathLst>
                <a:path w="183344" h="186152">
                  <a:moveTo>
                    <a:pt x="182879" y="182880"/>
                  </a:moveTo>
                  <a:lnTo>
                    <a:pt x="182702" y="183206"/>
                  </a:lnTo>
                  <a:lnTo>
                    <a:pt x="182533" y="183401"/>
                  </a:lnTo>
                  <a:lnTo>
                    <a:pt x="182481" y="183553"/>
                  </a:lnTo>
                  <a:lnTo>
                    <a:pt x="182638" y="184123"/>
                  </a:lnTo>
                  <a:lnTo>
                    <a:pt x="182870" y="184451"/>
                  </a:lnTo>
                  <a:lnTo>
                    <a:pt x="182963" y="184689"/>
                  </a:lnTo>
                  <a:lnTo>
                    <a:pt x="182934" y="185275"/>
                  </a:lnTo>
                  <a:lnTo>
                    <a:pt x="182734" y="185226"/>
                  </a:lnTo>
                  <a:lnTo>
                    <a:pt x="182294" y="184724"/>
                  </a:lnTo>
                  <a:lnTo>
                    <a:pt x="182140" y="184668"/>
                  </a:lnTo>
                  <a:lnTo>
                    <a:pt x="181114" y="185988"/>
                  </a:lnTo>
                  <a:lnTo>
                    <a:pt x="180914" y="186152"/>
                  </a:lnTo>
                  <a:lnTo>
                    <a:pt x="180516" y="186114"/>
                  </a:lnTo>
                  <a:lnTo>
                    <a:pt x="180246" y="185679"/>
                  </a:lnTo>
                  <a:lnTo>
                    <a:pt x="179769" y="185363"/>
                  </a:lnTo>
                  <a:lnTo>
                    <a:pt x="179755" y="185218"/>
                  </a:lnTo>
                  <a:lnTo>
                    <a:pt x="180761" y="183835"/>
                  </a:lnTo>
                  <a:lnTo>
                    <a:pt x="180992" y="183647"/>
                  </a:lnTo>
                  <a:lnTo>
                    <a:pt x="180968" y="183323"/>
                  </a:lnTo>
                  <a:lnTo>
                    <a:pt x="181350" y="183361"/>
                  </a:lnTo>
                  <a:lnTo>
                    <a:pt x="182394" y="182969"/>
                  </a:lnTo>
                  <a:lnTo>
                    <a:pt x="182625" y="182918"/>
                  </a:lnTo>
                  <a:lnTo>
                    <a:pt x="182990" y="182778"/>
                  </a:lnTo>
                  <a:lnTo>
                    <a:pt x="183344" y="182597"/>
                  </a:lnTo>
                  <a:lnTo>
                    <a:pt x="183296" y="182877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9154092" y="1443462"/>
              <a:ext cx="182879" cy="182879"/>
            </a:xfrm>
            <a:custGeom>
              <a:avLst/>
              <a:pathLst>
                <a:path w="182879" h="182879">
                  <a:moveTo>
                    <a:pt x="182879" y="182879"/>
                  </a:moveTo>
                  <a:lnTo>
                    <a:pt x="182592" y="182533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9149387" y="1443000"/>
              <a:ext cx="182879" cy="182879"/>
            </a:xfrm>
            <a:custGeom>
              <a:avLst/>
              <a:pathLst>
                <a:path w="182879" h="182879">
                  <a:moveTo>
                    <a:pt x="182879" y="182879"/>
                  </a:moveTo>
                  <a:lnTo>
                    <a:pt x="182143" y="182506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9150366" y="1442996"/>
              <a:ext cx="182879" cy="182879"/>
            </a:xfrm>
            <a:custGeom>
              <a:avLst/>
              <a:pathLst>
                <a:path w="182879" h="182879">
                  <a:moveTo>
                    <a:pt x="182879" y="182879"/>
                  </a:moveTo>
                  <a:lnTo>
                    <a:pt x="182778" y="182498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9185045" y="1442674"/>
              <a:ext cx="183083" cy="182880"/>
            </a:xfrm>
            <a:custGeom>
              <a:avLst/>
              <a:pathLst>
                <a:path w="183083" h="182880">
                  <a:moveTo>
                    <a:pt x="182879" y="182880"/>
                  </a:moveTo>
                  <a:lnTo>
                    <a:pt x="183083" y="182808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9190130" y="1441624"/>
              <a:ext cx="183489" cy="182880"/>
            </a:xfrm>
            <a:custGeom>
              <a:avLst/>
              <a:pathLst>
                <a:path w="183489" h="182880">
                  <a:moveTo>
                    <a:pt x="182879" y="182880"/>
                  </a:moveTo>
                  <a:lnTo>
                    <a:pt x="182762" y="182767"/>
                  </a:lnTo>
                  <a:lnTo>
                    <a:pt x="183489" y="182276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9195458" y="1441398"/>
              <a:ext cx="182984" cy="183142"/>
            </a:xfrm>
            <a:custGeom>
              <a:avLst/>
              <a:pathLst>
                <a:path w="182984" h="183142">
                  <a:moveTo>
                    <a:pt x="182879" y="182880"/>
                  </a:moveTo>
                  <a:lnTo>
                    <a:pt x="182631" y="182976"/>
                  </a:lnTo>
                  <a:lnTo>
                    <a:pt x="182475" y="183084"/>
                  </a:lnTo>
                  <a:lnTo>
                    <a:pt x="182142" y="183134"/>
                  </a:lnTo>
                  <a:lnTo>
                    <a:pt x="181889" y="183124"/>
                  </a:lnTo>
                  <a:lnTo>
                    <a:pt x="181613" y="183142"/>
                  </a:lnTo>
                  <a:lnTo>
                    <a:pt x="181266" y="183012"/>
                  </a:lnTo>
                  <a:lnTo>
                    <a:pt x="180594" y="182772"/>
                  </a:lnTo>
                  <a:lnTo>
                    <a:pt x="181004" y="182516"/>
                  </a:lnTo>
                  <a:lnTo>
                    <a:pt x="181491" y="182536"/>
                  </a:lnTo>
                  <a:lnTo>
                    <a:pt x="181809" y="182561"/>
                  </a:lnTo>
                  <a:lnTo>
                    <a:pt x="182984" y="182654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9191745" y="144007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07" y="182833"/>
                  </a:lnTo>
                  <a:lnTo>
                    <a:pt x="182185" y="182769"/>
                  </a:lnTo>
                  <a:lnTo>
                    <a:pt x="182056" y="182685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9184317" y="1438924"/>
              <a:ext cx="183263" cy="182989"/>
            </a:xfrm>
            <a:custGeom>
              <a:avLst/>
              <a:pathLst>
                <a:path w="183263" h="182989">
                  <a:moveTo>
                    <a:pt x="182879" y="182880"/>
                  </a:moveTo>
                  <a:lnTo>
                    <a:pt x="183263" y="182989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9187209" y="1435927"/>
              <a:ext cx="182879" cy="183634"/>
            </a:xfrm>
            <a:custGeom>
              <a:avLst/>
              <a:pathLst>
                <a:path w="182879" h="183634">
                  <a:moveTo>
                    <a:pt x="182879" y="182880"/>
                  </a:moveTo>
                  <a:lnTo>
                    <a:pt x="182018" y="183388"/>
                  </a:lnTo>
                  <a:lnTo>
                    <a:pt x="181975" y="183634"/>
                  </a:lnTo>
                  <a:lnTo>
                    <a:pt x="181523" y="183573"/>
                  </a:lnTo>
                  <a:lnTo>
                    <a:pt x="182092" y="182853"/>
                  </a:lnTo>
                  <a:lnTo>
                    <a:pt x="182246" y="182795"/>
                  </a:lnTo>
                  <a:lnTo>
                    <a:pt x="182670" y="182784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9113272" y="1384526"/>
              <a:ext cx="182902" cy="183211"/>
            </a:xfrm>
            <a:custGeom>
              <a:avLst/>
              <a:pathLst>
                <a:path w="182902" h="183211">
                  <a:moveTo>
                    <a:pt x="182879" y="182880"/>
                  </a:moveTo>
                  <a:lnTo>
                    <a:pt x="182902" y="183041"/>
                  </a:lnTo>
                  <a:lnTo>
                    <a:pt x="182791" y="183211"/>
                  </a:lnTo>
                  <a:lnTo>
                    <a:pt x="182590" y="183107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9121828" y="1380343"/>
              <a:ext cx="183310" cy="183569"/>
            </a:xfrm>
            <a:custGeom>
              <a:avLst/>
              <a:pathLst>
                <a:path w="183310" h="183569">
                  <a:moveTo>
                    <a:pt x="182879" y="182880"/>
                  </a:moveTo>
                  <a:lnTo>
                    <a:pt x="182346" y="182817"/>
                  </a:lnTo>
                  <a:lnTo>
                    <a:pt x="181837" y="182858"/>
                  </a:lnTo>
                  <a:lnTo>
                    <a:pt x="181620" y="183206"/>
                  </a:lnTo>
                  <a:lnTo>
                    <a:pt x="181301" y="183569"/>
                  </a:lnTo>
                  <a:lnTo>
                    <a:pt x="180895" y="183212"/>
                  </a:lnTo>
                  <a:lnTo>
                    <a:pt x="180913" y="182887"/>
                  </a:lnTo>
                  <a:lnTo>
                    <a:pt x="181265" y="182408"/>
                  </a:lnTo>
                  <a:lnTo>
                    <a:pt x="181878" y="182147"/>
                  </a:lnTo>
                  <a:lnTo>
                    <a:pt x="181974" y="181833"/>
                  </a:lnTo>
                  <a:lnTo>
                    <a:pt x="182144" y="181781"/>
                  </a:lnTo>
                  <a:lnTo>
                    <a:pt x="182317" y="181728"/>
                  </a:lnTo>
                  <a:lnTo>
                    <a:pt x="182536" y="181604"/>
                  </a:lnTo>
                  <a:lnTo>
                    <a:pt x="182882" y="181552"/>
                  </a:lnTo>
                  <a:lnTo>
                    <a:pt x="183211" y="181658"/>
                  </a:lnTo>
                  <a:lnTo>
                    <a:pt x="183247" y="181895"/>
                  </a:lnTo>
                  <a:lnTo>
                    <a:pt x="183310" y="182656"/>
                  </a:lnTo>
                  <a:lnTo>
                    <a:pt x="183116" y="182811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9220267" y="1235686"/>
              <a:ext cx="296632" cy="413137"/>
            </a:xfrm>
            <a:custGeom>
              <a:avLst/>
              <a:pathLst>
                <a:path w="296632" h="413137">
                  <a:moveTo>
                    <a:pt x="213087" y="182880"/>
                  </a:moveTo>
                  <a:lnTo>
                    <a:pt x="213337" y="183039"/>
                  </a:lnTo>
                  <a:lnTo>
                    <a:pt x="213728" y="183049"/>
                  </a:lnTo>
                  <a:lnTo>
                    <a:pt x="214014" y="183263"/>
                  </a:lnTo>
                  <a:lnTo>
                    <a:pt x="214172" y="183645"/>
                  </a:lnTo>
                  <a:lnTo>
                    <a:pt x="214633" y="183966"/>
                  </a:lnTo>
                  <a:lnTo>
                    <a:pt x="214421" y="184204"/>
                  </a:lnTo>
                  <a:lnTo>
                    <a:pt x="213968" y="184642"/>
                  </a:lnTo>
                  <a:lnTo>
                    <a:pt x="213880" y="185159"/>
                  </a:lnTo>
                  <a:lnTo>
                    <a:pt x="213867" y="185356"/>
                  </a:lnTo>
                  <a:lnTo>
                    <a:pt x="213783" y="185741"/>
                  </a:lnTo>
                  <a:lnTo>
                    <a:pt x="213801" y="185955"/>
                  </a:lnTo>
                  <a:lnTo>
                    <a:pt x="214180" y="186272"/>
                  </a:lnTo>
                  <a:lnTo>
                    <a:pt x="214425" y="186666"/>
                  </a:lnTo>
                  <a:lnTo>
                    <a:pt x="215390" y="186944"/>
                  </a:lnTo>
                  <a:lnTo>
                    <a:pt x="215690" y="187207"/>
                  </a:lnTo>
                  <a:lnTo>
                    <a:pt x="215926" y="187444"/>
                  </a:lnTo>
                  <a:lnTo>
                    <a:pt x="215873" y="187695"/>
                  </a:lnTo>
                  <a:lnTo>
                    <a:pt x="215828" y="187907"/>
                  </a:lnTo>
                  <a:lnTo>
                    <a:pt x="215822" y="188368"/>
                  </a:lnTo>
                  <a:lnTo>
                    <a:pt x="216154" y="188426"/>
                  </a:lnTo>
                  <a:lnTo>
                    <a:pt x="216338" y="188454"/>
                  </a:lnTo>
                  <a:lnTo>
                    <a:pt x="216960" y="188379"/>
                  </a:lnTo>
                  <a:lnTo>
                    <a:pt x="217302" y="188630"/>
                  </a:lnTo>
                  <a:lnTo>
                    <a:pt x="217747" y="188815"/>
                  </a:lnTo>
                  <a:lnTo>
                    <a:pt x="218003" y="188934"/>
                  </a:lnTo>
                  <a:lnTo>
                    <a:pt x="218596" y="189491"/>
                  </a:lnTo>
                  <a:lnTo>
                    <a:pt x="218978" y="189851"/>
                  </a:lnTo>
                  <a:lnTo>
                    <a:pt x="219151" y="190050"/>
                  </a:lnTo>
                  <a:lnTo>
                    <a:pt x="219406" y="190344"/>
                  </a:lnTo>
                  <a:lnTo>
                    <a:pt x="219842" y="190883"/>
                  </a:lnTo>
                  <a:lnTo>
                    <a:pt x="220117" y="191068"/>
                  </a:lnTo>
                  <a:lnTo>
                    <a:pt x="221107" y="191890"/>
                  </a:lnTo>
                  <a:lnTo>
                    <a:pt x="221556" y="192198"/>
                  </a:lnTo>
                  <a:lnTo>
                    <a:pt x="222249" y="191818"/>
                  </a:lnTo>
                  <a:lnTo>
                    <a:pt x="222714" y="191706"/>
                  </a:lnTo>
                  <a:lnTo>
                    <a:pt x="223160" y="191647"/>
                  </a:lnTo>
                  <a:lnTo>
                    <a:pt x="223374" y="191655"/>
                  </a:lnTo>
                  <a:lnTo>
                    <a:pt x="223733" y="191634"/>
                  </a:lnTo>
                  <a:lnTo>
                    <a:pt x="224502" y="191885"/>
                  </a:lnTo>
                  <a:lnTo>
                    <a:pt x="224329" y="192204"/>
                  </a:lnTo>
                  <a:lnTo>
                    <a:pt x="224613" y="192146"/>
                  </a:lnTo>
                  <a:lnTo>
                    <a:pt x="224753" y="192213"/>
                  </a:lnTo>
                  <a:lnTo>
                    <a:pt x="225128" y="192392"/>
                  </a:lnTo>
                  <a:lnTo>
                    <a:pt x="225014" y="193250"/>
                  </a:lnTo>
                  <a:lnTo>
                    <a:pt x="225001" y="193460"/>
                  </a:lnTo>
                  <a:lnTo>
                    <a:pt x="225015" y="193840"/>
                  </a:lnTo>
                  <a:lnTo>
                    <a:pt x="225199" y="193820"/>
                  </a:lnTo>
                  <a:lnTo>
                    <a:pt x="225421" y="193796"/>
                  </a:lnTo>
                  <a:lnTo>
                    <a:pt x="225758" y="193639"/>
                  </a:lnTo>
                  <a:lnTo>
                    <a:pt x="225879" y="193496"/>
                  </a:lnTo>
                  <a:lnTo>
                    <a:pt x="226125" y="193557"/>
                  </a:lnTo>
                  <a:lnTo>
                    <a:pt x="226597" y="193675"/>
                  </a:lnTo>
                  <a:lnTo>
                    <a:pt x="226772" y="193719"/>
                  </a:lnTo>
                  <a:lnTo>
                    <a:pt x="226846" y="193888"/>
                  </a:lnTo>
                  <a:lnTo>
                    <a:pt x="227323" y="193991"/>
                  </a:lnTo>
                  <a:lnTo>
                    <a:pt x="227771" y="194082"/>
                  </a:lnTo>
                  <a:lnTo>
                    <a:pt x="228005" y="194008"/>
                  </a:lnTo>
                  <a:lnTo>
                    <a:pt x="228282" y="193920"/>
                  </a:lnTo>
                  <a:lnTo>
                    <a:pt x="228557" y="193833"/>
                  </a:lnTo>
                  <a:lnTo>
                    <a:pt x="228915" y="193578"/>
                  </a:lnTo>
                  <a:lnTo>
                    <a:pt x="229401" y="193902"/>
                  </a:lnTo>
                  <a:lnTo>
                    <a:pt x="229630" y="194140"/>
                  </a:lnTo>
                  <a:lnTo>
                    <a:pt x="229921" y="194431"/>
                  </a:lnTo>
                  <a:lnTo>
                    <a:pt x="230950" y="194577"/>
                  </a:lnTo>
                  <a:lnTo>
                    <a:pt x="231727" y="194560"/>
                  </a:lnTo>
                  <a:lnTo>
                    <a:pt x="231934" y="194591"/>
                  </a:lnTo>
                  <a:lnTo>
                    <a:pt x="232171" y="195050"/>
                  </a:lnTo>
                  <a:lnTo>
                    <a:pt x="232115" y="195340"/>
                  </a:lnTo>
                  <a:lnTo>
                    <a:pt x="232272" y="195832"/>
                  </a:lnTo>
                  <a:lnTo>
                    <a:pt x="232119" y="196032"/>
                  </a:lnTo>
                  <a:lnTo>
                    <a:pt x="232075" y="196211"/>
                  </a:lnTo>
                  <a:lnTo>
                    <a:pt x="232111" y="196478"/>
                  </a:lnTo>
                  <a:lnTo>
                    <a:pt x="231975" y="197217"/>
                  </a:lnTo>
                  <a:lnTo>
                    <a:pt x="232096" y="197359"/>
                  </a:lnTo>
                  <a:lnTo>
                    <a:pt x="232167" y="197628"/>
                  </a:lnTo>
                  <a:lnTo>
                    <a:pt x="232264" y="197781"/>
                  </a:lnTo>
                  <a:lnTo>
                    <a:pt x="232716" y="197996"/>
                  </a:lnTo>
                  <a:lnTo>
                    <a:pt x="232961" y="198139"/>
                  </a:lnTo>
                  <a:lnTo>
                    <a:pt x="233561" y="198475"/>
                  </a:lnTo>
                  <a:lnTo>
                    <a:pt x="233716" y="198570"/>
                  </a:lnTo>
                  <a:lnTo>
                    <a:pt x="234187" y="198900"/>
                  </a:lnTo>
                  <a:lnTo>
                    <a:pt x="234369" y="199199"/>
                  </a:lnTo>
                  <a:lnTo>
                    <a:pt x="234461" y="199328"/>
                  </a:lnTo>
                  <a:lnTo>
                    <a:pt x="234714" y="199617"/>
                  </a:lnTo>
                  <a:lnTo>
                    <a:pt x="235266" y="199798"/>
                  </a:lnTo>
                  <a:lnTo>
                    <a:pt x="235935" y="200163"/>
                  </a:lnTo>
                  <a:lnTo>
                    <a:pt x="236155" y="200395"/>
                  </a:lnTo>
                  <a:lnTo>
                    <a:pt x="237156" y="201401"/>
                  </a:lnTo>
                  <a:lnTo>
                    <a:pt x="237643" y="201642"/>
                  </a:lnTo>
                  <a:lnTo>
                    <a:pt x="238079" y="201864"/>
                  </a:lnTo>
                  <a:lnTo>
                    <a:pt x="238308" y="202145"/>
                  </a:lnTo>
                  <a:lnTo>
                    <a:pt x="238082" y="202388"/>
                  </a:lnTo>
                  <a:lnTo>
                    <a:pt x="237893" y="202583"/>
                  </a:lnTo>
                  <a:lnTo>
                    <a:pt x="237178" y="203318"/>
                  </a:lnTo>
                  <a:lnTo>
                    <a:pt x="236673" y="203823"/>
                  </a:lnTo>
                  <a:lnTo>
                    <a:pt x="236320" y="204177"/>
                  </a:lnTo>
                  <a:lnTo>
                    <a:pt x="235758" y="204710"/>
                  </a:lnTo>
                  <a:lnTo>
                    <a:pt x="235395" y="205003"/>
                  </a:lnTo>
                  <a:lnTo>
                    <a:pt x="234549" y="205719"/>
                  </a:lnTo>
                  <a:lnTo>
                    <a:pt x="234395" y="205988"/>
                  </a:lnTo>
                  <a:lnTo>
                    <a:pt x="234724" y="206219"/>
                  </a:lnTo>
                  <a:lnTo>
                    <a:pt x="234951" y="206367"/>
                  </a:lnTo>
                  <a:lnTo>
                    <a:pt x="235100" y="206541"/>
                  </a:lnTo>
                  <a:lnTo>
                    <a:pt x="235350" y="206833"/>
                  </a:lnTo>
                  <a:lnTo>
                    <a:pt x="235966" y="207151"/>
                  </a:lnTo>
                  <a:lnTo>
                    <a:pt x="236442" y="207260"/>
                  </a:lnTo>
                  <a:lnTo>
                    <a:pt x="236679" y="207296"/>
                  </a:lnTo>
                  <a:lnTo>
                    <a:pt x="237136" y="207269"/>
                  </a:lnTo>
                  <a:lnTo>
                    <a:pt x="237503" y="207121"/>
                  </a:lnTo>
                  <a:lnTo>
                    <a:pt x="237937" y="206997"/>
                  </a:lnTo>
                  <a:lnTo>
                    <a:pt x="238195" y="207042"/>
                  </a:lnTo>
                  <a:lnTo>
                    <a:pt x="238287" y="207200"/>
                  </a:lnTo>
                  <a:lnTo>
                    <a:pt x="238620" y="207482"/>
                  </a:lnTo>
                  <a:lnTo>
                    <a:pt x="238942" y="208028"/>
                  </a:lnTo>
                  <a:lnTo>
                    <a:pt x="238924" y="208216"/>
                  </a:lnTo>
                  <a:lnTo>
                    <a:pt x="238971" y="208387"/>
                  </a:lnTo>
                  <a:lnTo>
                    <a:pt x="238132" y="209259"/>
                  </a:lnTo>
                  <a:lnTo>
                    <a:pt x="237764" y="209615"/>
                  </a:lnTo>
                  <a:lnTo>
                    <a:pt x="237533" y="209619"/>
                  </a:lnTo>
                  <a:lnTo>
                    <a:pt x="237093" y="209958"/>
                  </a:lnTo>
                  <a:lnTo>
                    <a:pt x="236753" y="210137"/>
                  </a:lnTo>
                  <a:lnTo>
                    <a:pt x="236619" y="210130"/>
                  </a:lnTo>
                  <a:lnTo>
                    <a:pt x="236068" y="210346"/>
                  </a:lnTo>
                  <a:lnTo>
                    <a:pt x="235863" y="210506"/>
                  </a:lnTo>
                  <a:lnTo>
                    <a:pt x="235857" y="210690"/>
                  </a:lnTo>
                  <a:lnTo>
                    <a:pt x="235847" y="211155"/>
                  </a:lnTo>
                  <a:lnTo>
                    <a:pt x="236021" y="211602"/>
                  </a:lnTo>
                  <a:lnTo>
                    <a:pt x="236437" y="211610"/>
                  </a:lnTo>
                  <a:lnTo>
                    <a:pt x="236652" y="211583"/>
                  </a:lnTo>
                  <a:lnTo>
                    <a:pt x="237191" y="211635"/>
                  </a:lnTo>
                  <a:lnTo>
                    <a:pt x="237328" y="211701"/>
                  </a:lnTo>
                  <a:lnTo>
                    <a:pt x="237513" y="211684"/>
                  </a:lnTo>
                  <a:lnTo>
                    <a:pt x="237846" y="211675"/>
                  </a:lnTo>
                  <a:lnTo>
                    <a:pt x="238091" y="211751"/>
                  </a:lnTo>
                  <a:lnTo>
                    <a:pt x="238728" y="211611"/>
                  </a:lnTo>
                  <a:lnTo>
                    <a:pt x="238953" y="211841"/>
                  </a:lnTo>
                  <a:lnTo>
                    <a:pt x="238935" y="211978"/>
                  </a:lnTo>
                  <a:lnTo>
                    <a:pt x="239005" y="212300"/>
                  </a:lnTo>
                  <a:lnTo>
                    <a:pt x="239200" y="212365"/>
                  </a:lnTo>
                  <a:lnTo>
                    <a:pt x="239481" y="213377"/>
                  </a:lnTo>
                  <a:lnTo>
                    <a:pt x="239435" y="214007"/>
                  </a:lnTo>
                  <a:lnTo>
                    <a:pt x="239788" y="214384"/>
                  </a:lnTo>
                  <a:lnTo>
                    <a:pt x="240317" y="214161"/>
                  </a:lnTo>
                  <a:lnTo>
                    <a:pt x="240197" y="213816"/>
                  </a:lnTo>
                  <a:lnTo>
                    <a:pt x="240073" y="213500"/>
                  </a:lnTo>
                  <a:lnTo>
                    <a:pt x="240106" y="213226"/>
                  </a:lnTo>
                  <a:lnTo>
                    <a:pt x="240601" y="212816"/>
                  </a:lnTo>
                  <a:lnTo>
                    <a:pt x="241014" y="212546"/>
                  </a:lnTo>
                  <a:lnTo>
                    <a:pt x="241169" y="212475"/>
                  </a:lnTo>
                  <a:lnTo>
                    <a:pt x="241553" y="212359"/>
                  </a:lnTo>
                  <a:lnTo>
                    <a:pt x="241919" y="212049"/>
                  </a:lnTo>
                  <a:lnTo>
                    <a:pt x="242219" y="212015"/>
                  </a:lnTo>
                  <a:lnTo>
                    <a:pt x="242607" y="212082"/>
                  </a:lnTo>
                  <a:lnTo>
                    <a:pt x="243165" y="212239"/>
                  </a:lnTo>
                  <a:lnTo>
                    <a:pt x="243218" y="212079"/>
                  </a:lnTo>
                  <a:lnTo>
                    <a:pt x="243416" y="211303"/>
                  </a:lnTo>
                  <a:lnTo>
                    <a:pt x="243920" y="211140"/>
                  </a:lnTo>
                  <a:lnTo>
                    <a:pt x="244199" y="211058"/>
                  </a:lnTo>
                  <a:lnTo>
                    <a:pt x="244416" y="210895"/>
                  </a:lnTo>
                  <a:lnTo>
                    <a:pt x="244582" y="210771"/>
                  </a:lnTo>
                  <a:lnTo>
                    <a:pt x="244728" y="210613"/>
                  </a:lnTo>
                  <a:lnTo>
                    <a:pt x="244875" y="210549"/>
                  </a:lnTo>
                  <a:lnTo>
                    <a:pt x="245405" y="210060"/>
                  </a:lnTo>
                  <a:lnTo>
                    <a:pt x="245923" y="209005"/>
                  </a:lnTo>
                  <a:lnTo>
                    <a:pt x="246770" y="208281"/>
                  </a:lnTo>
                  <a:lnTo>
                    <a:pt x="247137" y="208243"/>
                  </a:lnTo>
                  <a:lnTo>
                    <a:pt x="247309" y="207095"/>
                  </a:lnTo>
                  <a:lnTo>
                    <a:pt x="248410" y="206888"/>
                  </a:lnTo>
                  <a:lnTo>
                    <a:pt x="248847" y="205979"/>
                  </a:lnTo>
                  <a:lnTo>
                    <a:pt x="249062" y="205477"/>
                  </a:lnTo>
                  <a:lnTo>
                    <a:pt x="249032" y="204992"/>
                  </a:lnTo>
                  <a:lnTo>
                    <a:pt x="249002" y="204809"/>
                  </a:lnTo>
                  <a:lnTo>
                    <a:pt x="248987" y="204663"/>
                  </a:lnTo>
                  <a:lnTo>
                    <a:pt x="248970" y="204508"/>
                  </a:lnTo>
                  <a:lnTo>
                    <a:pt x="248977" y="204294"/>
                  </a:lnTo>
                  <a:lnTo>
                    <a:pt x="249192" y="203824"/>
                  </a:lnTo>
                  <a:lnTo>
                    <a:pt x="249439" y="203374"/>
                  </a:lnTo>
                  <a:lnTo>
                    <a:pt x="249747" y="203095"/>
                  </a:lnTo>
                  <a:lnTo>
                    <a:pt x="250370" y="202670"/>
                  </a:lnTo>
                  <a:lnTo>
                    <a:pt x="250880" y="202417"/>
                  </a:lnTo>
                  <a:lnTo>
                    <a:pt x="251925" y="202492"/>
                  </a:lnTo>
                  <a:lnTo>
                    <a:pt x="252142" y="202431"/>
                  </a:lnTo>
                  <a:lnTo>
                    <a:pt x="252404" y="202143"/>
                  </a:lnTo>
                  <a:lnTo>
                    <a:pt x="252420" y="201855"/>
                  </a:lnTo>
                  <a:lnTo>
                    <a:pt x="252628" y="201546"/>
                  </a:lnTo>
                  <a:lnTo>
                    <a:pt x="252941" y="201324"/>
                  </a:lnTo>
                  <a:lnTo>
                    <a:pt x="253397" y="201030"/>
                  </a:lnTo>
                  <a:lnTo>
                    <a:pt x="253729" y="200110"/>
                  </a:lnTo>
                  <a:lnTo>
                    <a:pt x="253999" y="199985"/>
                  </a:lnTo>
                  <a:lnTo>
                    <a:pt x="254769" y="200119"/>
                  </a:lnTo>
                  <a:lnTo>
                    <a:pt x="255880" y="199706"/>
                  </a:lnTo>
                  <a:lnTo>
                    <a:pt x="256113" y="199666"/>
                  </a:lnTo>
                  <a:lnTo>
                    <a:pt x="256334" y="199789"/>
                  </a:lnTo>
                  <a:lnTo>
                    <a:pt x="256785" y="200046"/>
                  </a:lnTo>
                  <a:lnTo>
                    <a:pt x="257108" y="199920"/>
                  </a:lnTo>
                  <a:lnTo>
                    <a:pt x="257864" y="199303"/>
                  </a:lnTo>
                  <a:lnTo>
                    <a:pt x="258298" y="199670"/>
                  </a:lnTo>
                  <a:lnTo>
                    <a:pt x="258370" y="199881"/>
                  </a:lnTo>
                  <a:lnTo>
                    <a:pt x="258381" y="200050"/>
                  </a:lnTo>
                  <a:lnTo>
                    <a:pt x="258058" y="200510"/>
                  </a:lnTo>
                  <a:lnTo>
                    <a:pt x="257964" y="200817"/>
                  </a:lnTo>
                  <a:lnTo>
                    <a:pt x="257926" y="201006"/>
                  </a:lnTo>
                  <a:lnTo>
                    <a:pt x="257929" y="201272"/>
                  </a:lnTo>
                  <a:lnTo>
                    <a:pt x="257988" y="201511"/>
                  </a:lnTo>
                  <a:lnTo>
                    <a:pt x="258041" y="201727"/>
                  </a:lnTo>
                  <a:lnTo>
                    <a:pt x="258230" y="202072"/>
                  </a:lnTo>
                  <a:lnTo>
                    <a:pt x="258197" y="202199"/>
                  </a:lnTo>
                  <a:lnTo>
                    <a:pt x="258118" y="202347"/>
                  </a:lnTo>
                  <a:lnTo>
                    <a:pt x="257677" y="202601"/>
                  </a:lnTo>
                  <a:lnTo>
                    <a:pt x="257412" y="202850"/>
                  </a:lnTo>
                  <a:lnTo>
                    <a:pt x="256832" y="203295"/>
                  </a:lnTo>
                  <a:lnTo>
                    <a:pt x="256813" y="203494"/>
                  </a:lnTo>
                  <a:lnTo>
                    <a:pt x="256751" y="203856"/>
                  </a:lnTo>
                  <a:lnTo>
                    <a:pt x="256634" y="204071"/>
                  </a:lnTo>
                  <a:lnTo>
                    <a:pt x="256038" y="204250"/>
                  </a:lnTo>
                  <a:lnTo>
                    <a:pt x="256055" y="204538"/>
                  </a:lnTo>
                  <a:lnTo>
                    <a:pt x="256328" y="204771"/>
                  </a:lnTo>
                  <a:lnTo>
                    <a:pt x="256720" y="205144"/>
                  </a:lnTo>
                  <a:lnTo>
                    <a:pt x="256803" y="205378"/>
                  </a:lnTo>
                  <a:lnTo>
                    <a:pt x="256903" y="205656"/>
                  </a:lnTo>
                  <a:lnTo>
                    <a:pt x="256819" y="205920"/>
                  </a:lnTo>
                  <a:lnTo>
                    <a:pt x="256975" y="206278"/>
                  </a:lnTo>
                  <a:lnTo>
                    <a:pt x="257308" y="206571"/>
                  </a:lnTo>
                  <a:lnTo>
                    <a:pt x="257202" y="206798"/>
                  </a:lnTo>
                  <a:lnTo>
                    <a:pt x="257235" y="207140"/>
                  </a:lnTo>
                  <a:lnTo>
                    <a:pt x="257314" y="207606"/>
                  </a:lnTo>
                  <a:lnTo>
                    <a:pt x="257307" y="207775"/>
                  </a:lnTo>
                  <a:lnTo>
                    <a:pt x="257275" y="208059"/>
                  </a:lnTo>
                  <a:lnTo>
                    <a:pt x="257117" y="208333"/>
                  </a:lnTo>
                  <a:lnTo>
                    <a:pt x="257105" y="208462"/>
                  </a:lnTo>
                  <a:lnTo>
                    <a:pt x="257276" y="209058"/>
                  </a:lnTo>
                  <a:lnTo>
                    <a:pt x="257187" y="209717"/>
                  </a:lnTo>
                  <a:lnTo>
                    <a:pt x="257115" y="209857"/>
                  </a:lnTo>
                  <a:lnTo>
                    <a:pt x="256933" y="210168"/>
                  </a:lnTo>
                  <a:lnTo>
                    <a:pt x="256500" y="210738"/>
                  </a:lnTo>
                  <a:lnTo>
                    <a:pt x="256478" y="210883"/>
                  </a:lnTo>
                  <a:lnTo>
                    <a:pt x="256628" y="211140"/>
                  </a:lnTo>
                  <a:lnTo>
                    <a:pt x="256584" y="211463"/>
                  </a:lnTo>
                  <a:lnTo>
                    <a:pt x="256524" y="211904"/>
                  </a:lnTo>
                  <a:lnTo>
                    <a:pt x="256429" y="212218"/>
                  </a:lnTo>
                  <a:lnTo>
                    <a:pt x="256698" y="212478"/>
                  </a:lnTo>
                  <a:lnTo>
                    <a:pt x="256645" y="213031"/>
                  </a:lnTo>
                  <a:lnTo>
                    <a:pt x="256816" y="213317"/>
                  </a:lnTo>
                  <a:lnTo>
                    <a:pt x="256847" y="213507"/>
                  </a:lnTo>
                  <a:lnTo>
                    <a:pt x="256885" y="213767"/>
                  </a:lnTo>
                  <a:lnTo>
                    <a:pt x="256765" y="214205"/>
                  </a:lnTo>
                  <a:lnTo>
                    <a:pt x="257023" y="214860"/>
                  </a:lnTo>
                  <a:lnTo>
                    <a:pt x="257124" y="215114"/>
                  </a:lnTo>
                  <a:lnTo>
                    <a:pt x="257219" y="215474"/>
                  </a:lnTo>
                  <a:lnTo>
                    <a:pt x="257263" y="215640"/>
                  </a:lnTo>
                  <a:lnTo>
                    <a:pt x="257441" y="216030"/>
                  </a:lnTo>
                  <a:lnTo>
                    <a:pt x="257692" y="216033"/>
                  </a:lnTo>
                  <a:lnTo>
                    <a:pt x="258015" y="215966"/>
                  </a:lnTo>
                  <a:lnTo>
                    <a:pt x="258209" y="216009"/>
                  </a:lnTo>
                  <a:lnTo>
                    <a:pt x="258682" y="216000"/>
                  </a:lnTo>
                  <a:lnTo>
                    <a:pt x="258944" y="215613"/>
                  </a:lnTo>
                  <a:lnTo>
                    <a:pt x="259236" y="215250"/>
                  </a:lnTo>
                  <a:lnTo>
                    <a:pt x="260305" y="214939"/>
                  </a:lnTo>
                  <a:lnTo>
                    <a:pt x="260593" y="215083"/>
                  </a:lnTo>
                  <a:lnTo>
                    <a:pt x="260838" y="215157"/>
                  </a:lnTo>
                  <a:lnTo>
                    <a:pt x="260999" y="215178"/>
                  </a:lnTo>
                  <a:lnTo>
                    <a:pt x="261165" y="215199"/>
                  </a:lnTo>
                  <a:lnTo>
                    <a:pt x="261795" y="215418"/>
                  </a:lnTo>
                  <a:lnTo>
                    <a:pt x="261831" y="215616"/>
                  </a:lnTo>
                  <a:lnTo>
                    <a:pt x="261809" y="215814"/>
                  </a:lnTo>
                  <a:lnTo>
                    <a:pt x="261817" y="216137"/>
                  </a:lnTo>
                  <a:lnTo>
                    <a:pt x="262414" y="216557"/>
                  </a:lnTo>
                  <a:lnTo>
                    <a:pt x="262554" y="216906"/>
                  </a:lnTo>
                  <a:lnTo>
                    <a:pt x="262515" y="217175"/>
                  </a:lnTo>
                  <a:lnTo>
                    <a:pt x="262048" y="217474"/>
                  </a:lnTo>
                  <a:lnTo>
                    <a:pt x="262303" y="217829"/>
                  </a:lnTo>
                  <a:lnTo>
                    <a:pt x="262535" y="218017"/>
                  </a:lnTo>
                  <a:lnTo>
                    <a:pt x="262687" y="218184"/>
                  </a:lnTo>
                  <a:lnTo>
                    <a:pt x="262603" y="218371"/>
                  </a:lnTo>
                  <a:lnTo>
                    <a:pt x="262445" y="218554"/>
                  </a:lnTo>
                  <a:lnTo>
                    <a:pt x="262213" y="219056"/>
                  </a:lnTo>
                  <a:lnTo>
                    <a:pt x="261757" y="219127"/>
                  </a:lnTo>
                  <a:lnTo>
                    <a:pt x="261505" y="219307"/>
                  </a:lnTo>
                  <a:lnTo>
                    <a:pt x="261640" y="219375"/>
                  </a:lnTo>
                  <a:lnTo>
                    <a:pt x="261756" y="219587"/>
                  </a:lnTo>
                  <a:lnTo>
                    <a:pt x="261808" y="219818"/>
                  </a:lnTo>
                  <a:lnTo>
                    <a:pt x="262329" y="220768"/>
                  </a:lnTo>
                  <a:lnTo>
                    <a:pt x="262178" y="221020"/>
                  </a:lnTo>
                  <a:lnTo>
                    <a:pt x="261772" y="221175"/>
                  </a:lnTo>
                  <a:lnTo>
                    <a:pt x="261568" y="221653"/>
                  </a:lnTo>
                  <a:lnTo>
                    <a:pt x="261788" y="221672"/>
                  </a:lnTo>
                  <a:lnTo>
                    <a:pt x="262183" y="221467"/>
                  </a:lnTo>
                  <a:lnTo>
                    <a:pt x="262705" y="221817"/>
                  </a:lnTo>
                  <a:lnTo>
                    <a:pt x="263047" y="221852"/>
                  </a:lnTo>
                  <a:lnTo>
                    <a:pt x="263398" y="222322"/>
                  </a:lnTo>
                  <a:lnTo>
                    <a:pt x="263642" y="222675"/>
                  </a:lnTo>
                  <a:lnTo>
                    <a:pt x="263523" y="222844"/>
                  </a:lnTo>
                  <a:lnTo>
                    <a:pt x="263328" y="223673"/>
                  </a:lnTo>
                  <a:lnTo>
                    <a:pt x="263748" y="223878"/>
                  </a:lnTo>
                  <a:lnTo>
                    <a:pt x="263969" y="224081"/>
                  </a:lnTo>
                  <a:lnTo>
                    <a:pt x="264200" y="224428"/>
                  </a:lnTo>
                  <a:lnTo>
                    <a:pt x="264472" y="224466"/>
                  </a:lnTo>
                  <a:lnTo>
                    <a:pt x="264673" y="224357"/>
                  </a:lnTo>
                  <a:lnTo>
                    <a:pt x="267657" y="231224"/>
                  </a:lnTo>
                  <a:lnTo>
                    <a:pt x="268123" y="231300"/>
                  </a:lnTo>
                  <a:lnTo>
                    <a:pt x="268755" y="231702"/>
                  </a:lnTo>
                  <a:lnTo>
                    <a:pt x="269225" y="232089"/>
                  </a:lnTo>
                  <a:lnTo>
                    <a:pt x="268959" y="232490"/>
                  </a:lnTo>
                  <a:lnTo>
                    <a:pt x="268877" y="232770"/>
                  </a:lnTo>
                  <a:lnTo>
                    <a:pt x="269398" y="232959"/>
                  </a:lnTo>
                  <a:lnTo>
                    <a:pt x="269591" y="233047"/>
                  </a:lnTo>
                  <a:lnTo>
                    <a:pt x="269762" y="233108"/>
                  </a:lnTo>
                  <a:lnTo>
                    <a:pt x="270553" y="233320"/>
                  </a:lnTo>
                  <a:lnTo>
                    <a:pt x="270827" y="233635"/>
                  </a:lnTo>
                  <a:lnTo>
                    <a:pt x="271255" y="234533"/>
                  </a:lnTo>
                  <a:lnTo>
                    <a:pt x="271148" y="234891"/>
                  </a:lnTo>
                  <a:lnTo>
                    <a:pt x="270835" y="235185"/>
                  </a:lnTo>
                  <a:lnTo>
                    <a:pt x="270778" y="235346"/>
                  </a:lnTo>
                  <a:lnTo>
                    <a:pt x="270789" y="235830"/>
                  </a:lnTo>
                  <a:lnTo>
                    <a:pt x="271018" y="235915"/>
                  </a:lnTo>
                  <a:lnTo>
                    <a:pt x="271401" y="236052"/>
                  </a:lnTo>
                  <a:lnTo>
                    <a:pt x="271500" y="236542"/>
                  </a:lnTo>
                  <a:lnTo>
                    <a:pt x="270844" y="236818"/>
                  </a:lnTo>
                  <a:lnTo>
                    <a:pt x="270386" y="236989"/>
                  </a:lnTo>
                  <a:lnTo>
                    <a:pt x="270006" y="237236"/>
                  </a:lnTo>
                  <a:lnTo>
                    <a:pt x="270160" y="237375"/>
                  </a:lnTo>
                  <a:lnTo>
                    <a:pt x="270393" y="237526"/>
                  </a:lnTo>
                  <a:lnTo>
                    <a:pt x="270395" y="238024"/>
                  </a:lnTo>
                  <a:lnTo>
                    <a:pt x="270575" y="238281"/>
                  </a:lnTo>
                  <a:lnTo>
                    <a:pt x="270587" y="238433"/>
                  </a:lnTo>
                  <a:lnTo>
                    <a:pt x="270213" y="238882"/>
                  </a:lnTo>
                  <a:lnTo>
                    <a:pt x="270472" y="239374"/>
                  </a:lnTo>
                  <a:lnTo>
                    <a:pt x="270628" y="239385"/>
                  </a:lnTo>
                  <a:lnTo>
                    <a:pt x="270893" y="239416"/>
                  </a:lnTo>
                  <a:lnTo>
                    <a:pt x="271468" y="239636"/>
                  </a:lnTo>
                  <a:lnTo>
                    <a:pt x="271919" y="239732"/>
                  </a:lnTo>
                  <a:lnTo>
                    <a:pt x="272501" y="239526"/>
                  </a:lnTo>
                  <a:lnTo>
                    <a:pt x="272714" y="239400"/>
                  </a:lnTo>
                  <a:lnTo>
                    <a:pt x="273171" y="239139"/>
                  </a:lnTo>
                  <a:lnTo>
                    <a:pt x="273587" y="239255"/>
                  </a:lnTo>
                  <a:lnTo>
                    <a:pt x="274119" y="239211"/>
                  </a:lnTo>
                  <a:lnTo>
                    <a:pt x="274190" y="239474"/>
                  </a:lnTo>
                  <a:lnTo>
                    <a:pt x="274787" y="239943"/>
                  </a:lnTo>
                  <a:lnTo>
                    <a:pt x="275225" y="240059"/>
                  </a:lnTo>
                  <a:lnTo>
                    <a:pt x="275392" y="240143"/>
                  </a:lnTo>
                  <a:lnTo>
                    <a:pt x="275535" y="240469"/>
                  </a:lnTo>
                  <a:lnTo>
                    <a:pt x="275381" y="240534"/>
                  </a:lnTo>
                  <a:lnTo>
                    <a:pt x="275233" y="240817"/>
                  </a:lnTo>
                  <a:lnTo>
                    <a:pt x="274617" y="241367"/>
                  </a:lnTo>
                  <a:lnTo>
                    <a:pt x="274670" y="241503"/>
                  </a:lnTo>
                  <a:lnTo>
                    <a:pt x="275094" y="241949"/>
                  </a:lnTo>
                  <a:lnTo>
                    <a:pt x="275191" y="242354"/>
                  </a:lnTo>
                  <a:lnTo>
                    <a:pt x="275160" y="242518"/>
                  </a:lnTo>
                  <a:lnTo>
                    <a:pt x="275010" y="242778"/>
                  </a:lnTo>
                  <a:lnTo>
                    <a:pt x="274843" y="242903"/>
                  </a:lnTo>
                  <a:lnTo>
                    <a:pt x="275012" y="243166"/>
                  </a:lnTo>
                  <a:lnTo>
                    <a:pt x="275826" y="243519"/>
                  </a:lnTo>
                  <a:lnTo>
                    <a:pt x="276033" y="243545"/>
                  </a:lnTo>
                  <a:lnTo>
                    <a:pt x="276166" y="243705"/>
                  </a:lnTo>
                  <a:lnTo>
                    <a:pt x="275931" y="244126"/>
                  </a:lnTo>
                  <a:lnTo>
                    <a:pt x="275965" y="244492"/>
                  </a:lnTo>
                  <a:lnTo>
                    <a:pt x="275825" y="244522"/>
                  </a:lnTo>
                  <a:lnTo>
                    <a:pt x="275590" y="244601"/>
                  </a:lnTo>
                  <a:lnTo>
                    <a:pt x="275422" y="244869"/>
                  </a:lnTo>
                  <a:lnTo>
                    <a:pt x="275316" y="245094"/>
                  </a:lnTo>
                  <a:lnTo>
                    <a:pt x="275192" y="245486"/>
                  </a:lnTo>
                  <a:lnTo>
                    <a:pt x="275007" y="245661"/>
                  </a:lnTo>
                  <a:lnTo>
                    <a:pt x="274811" y="245853"/>
                  </a:lnTo>
                  <a:lnTo>
                    <a:pt x="275197" y="245831"/>
                  </a:lnTo>
                  <a:lnTo>
                    <a:pt x="275623" y="245732"/>
                  </a:lnTo>
                  <a:lnTo>
                    <a:pt x="275796" y="245476"/>
                  </a:lnTo>
                  <a:lnTo>
                    <a:pt x="275905" y="245273"/>
                  </a:lnTo>
                  <a:lnTo>
                    <a:pt x="275999" y="245097"/>
                  </a:lnTo>
                  <a:lnTo>
                    <a:pt x="276168" y="244827"/>
                  </a:lnTo>
                  <a:lnTo>
                    <a:pt x="276362" y="244566"/>
                  </a:lnTo>
                  <a:lnTo>
                    <a:pt x="276397" y="244941"/>
                  </a:lnTo>
                  <a:lnTo>
                    <a:pt x="276164" y="245624"/>
                  </a:lnTo>
                  <a:lnTo>
                    <a:pt x="276169" y="245845"/>
                  </a:lnTo>
                  <a:lnTo>
                    <a:pt x="276034" y="246542"/>
                  </a:lnTo>
                  <a:lnTo>
                    <a:pt x="275977" y="246725"/>
                  </a:lnTo>
                  <a:lnTo>
                    <a:pt x="275879" y="247052"/>
                  </a:lnTo>
                  <a:lnTo>
                    <a:pt x="275898" y="247216"/>
                  </a:lnTo>
                  <a:lnTo>
                    <a:pt x="276185" y="247333"/>
                  </a:lnTo>
                  <a:lnTo>
                    <a:pt x="276463" y="247429"/>
                  </a:lnTo>
                  <a:lnTo>
                    <a:pt x="276975" y="247420"/>
                  </a:lnTo>
                  <a:lnTo>
                    <a:pt x="277179" y="247237"/>
                  </a:lnTo>
                  <a:lnTo>
                    <a:pt x="277628" y="247357"/>
                  </a:lnTo>
                  <a:lnTo>
                    <a:pt x="278112" y="247202"/>
                  </a:lnTo>
                  <a:lnTo>
                    <a:pt x="277986" y="245774"/>
                  </a:lnTo>
                  <a:lnTo>
                    <a:pt x="278110" y="245605"/>
                  </a:lnTo>
                  <a:lnTo>
                    <a:pt x="278288" y="245542"/>
                  </a:lnTo>
                  <a:lnTo>
                    <a:pt x="278804" y="245607"/>
                  </a:lnTo>
                  <a:lnTo>
                    <a:pt x="279267" y="245741"/>
                  </a:lnTo>
                  <a:lnTo>
                    <a:pt x="279426" y="246046"/>
                  </a:lnTo>
                  <a:lnTo>
                    <a:pt x="279728" y="246228"/>
                  </a:lnTo>
                  <a:lnTo>
                    <a:pt x="279878" y="246340"/>
                  </a:lnTo>
                  <a:lnTo>
                    <a:pt x="280154" y="246536"/>
                  </a:lnTo>
                  <a:lnTo>
                    <a:pt x="280292" y="246626"/>
                  </a:lnTo>
                  <a:lnTo>
                    <a:pt x="280552" y="246740"/>
                  </a:lnTo>
                  <a:lnTo>
                    <a:pt x="280706" y="246807"/>
                  </a:lnTo>
                  <a:lnTo>
                    <a:pt x="280986" y="246861"/>
                  </a:lnTo>
                  <a:lnTo>
                    <a:pt x="281204" y="246903"/>
                  </a:lnTo>
                  <a:lnTo>
                    <a:pt x="281362" y="246910"/>
                  </a:lnTo>
                  <a:lnTo>
                    <a:pt x="281860" y="246927"/>
                  </a:lnTo>
                  <a:lnTo>
                    <a:pt x="282177" y="246764"/>
                  </a:lnTo>
                  <a:lnTo>
                    <a:pt x="282576" y="246623"/>
                  </a:lnTo>
                  <a:lnTo>
                    <a:pt x="282721" y="246694"/>
                  </a:lnTo>
                  <a:lnTo>
                    <a:pt x="283481" y="247371"/>
                  </a:lnTo>
                  <a:lnTo>
                    <a:pt x="283776" y="247731"/>
                  </a:lnTo>
                  <a:lnTo>
                    <a:pt x="283431" y="248079"/>
                  </a:lnTo>
                  <a:lnTo>
                    <a:pt x="283198" y="248271"/>
                  </a:lnTo>
                  <a:lnTo>
                    <a:pt x="283073" y="248431"/>
                  </a:lnTo>
                  <a:lnTo>
                    <a:pt x="282940" y="248496"/>
                  </a:lnTo>
                  <a:lnTo>
                    <a:pt x="282533" y="248855"/>
                  </a:lnTo>
                  <a:lnTo>
                    <a:pt x="282355" y="249035"/>
                  </a:lnTo>
                  <a:lnTo>
                    <a:pt x="282205" y="249354"/>
                  </a:lnTo>
                  <a:lnTo>
                    <a:pt x="281842" y="249536"/>
                  </a:lnTo>
                  <a:lnTo>
                    <a:pt x="281110" y="249412"/>
                  </a:lnTo>
                  <a:lnTo>
                    <a:pt x="280422" y="249503"/>
                  </a:lnTo>
                  <a:lnTo>
                    <a:pt x="280894" y="250077"/>
                  </a:lnTo>
                  <a:lnTo>
                    <a:pt x="280911" y="250327"/>
                  </a:lnTo>
                  <a:lnTo>
                    <a:pt x="280711" y="250850"/>
                  </a:lnTo>
                  <a:lnTo>
                    <a:pt x="280697" y="250995"/>
                  </a:lnTo>
                  <a:lnTo>
                    <a:pt x="280244" y="251460"/>
                  </a:lnTo>
                  <a:lnTo>
                    <a:pt x="280037" y="251828"/>
                  </a:lnTo>
                  <a:lnTo>
                    <a:pt x="279721" y="252102"/>
                  </a:lnTo>
                  <a:lnTo>
                    <a:pt x="279390" y="252432"/>
                  </a:lnTo>
                  <a:lnTo>
                    <a:pt x="279038" y="252765"/>
                  </a:lnTo>
                  <a:lnTo>
                    <a:pt x="278860" y="252984"/>
                  </a:lnTo>
                  <a:lnTo>
                    <a:pt x="278349" y="253500"/>
                  </a:lnTo>
                  <a:lnTo>
                    <a:pt x="278467" y="253694"/>
                  </a:lnTo>
                  <a:lnTo>
                    <a:pt x="278505" y="253838"/>
                  </a:lnTo>
                  <a:lnTo>
                    <a:pt x="278503" y="254179"/>
                  </a:lnTo>
                  <a:lnTo>
                    <a:pt x="278246" y="254283"/>
                  </a:lnTo>
                  <a:lnTo>
                    <a:pt x="277908" y="254379"/>
                  </a:lnTo>
                  <a:lnTo>
                    <a:pt x="277316" y="254715"/>
                  </a:lnTo>
                  <a:lnTo>
                    <a:pt x="277128" y="254949"/>
                  </a:lnTo>
                  <a:lnTo>
                    <a:pt x="276932" y="255016"/>
                  </a:lnTo>
                  <a:lnTo>
                    <a:pt x="276143" y="255421"/>
                  </a:lnTo>
                  <a:lnTo>
                    <a:pt x="275986" y="255420"/>
                  </a:lnTo>
                  <a:lnTo>
                    <a:pt x="275561" y="255668"/>
                  </a:lnTo>
                  <a:lnTo>
                    <a:pt x="275306" y="256247"/>
                  </a:lnTo>
                  <a:lnTo>
                    <a:pt x="275484" y="256328"/>
                  </a:lnTo>
                  <a:lnTo>
                    <a:pt x="275791" y="256484"/>
                  </a:lnTo>
                  <a:lnTo>
                    <a:pt x="276438" y="256977"/>
                  </a:lnTo>
                  <a:lnTo>
                    <a:pt x="276982" y="257165"/>
                  </a:lnTo>
                  <a:lnTo>
                    <a:pt x="277348" y="257205"/>
                  </a:lnTo>
                  <a:lnTo>
                    <a:pt x="277795" y="257515"/>
                  </a:lnTo>
                  <a:lnTo>
                    <a:pt x="277838" y="257789"/>
                  </a:lnTo>
                  <a:lnTo>
                    <a:pt x="277113" y="257699"/>
                  </a:lnTo>
                  <a:lnTo>
                    <a:pt x="276492" y="257760"/>
                  </a:lnTo>
                  <a:lnTo>
                    <a:pt x="275890" y="258146"/>
                  </a:lnTo>
                  <a:lnTo>
                    <a:pt x="275850" y="258402"/>
                  </a:lnTo>
                  <a:lnTo>
                    <a:pt x="275888" y="258917"/>
                  </a:lnTo>
                  <a:lnTo>
                    <a:pt x="275692" y="259354"/>
                  </a:lnTo>
                  <a:lnTo>
                    <a:pt x="275484" y="259905"/>
                  </a:lnTo>
                  <a:lnTo>
                    <a:pt x="275550" y="260445"/>
                  </a:lnTo>
                  <a:lnTo>
                    <a:pt x="275631" y="260978"/>
                  </a:lnTo>
                  <a:lnTo>
                    <a:pt x="275603" y="261204"/>
                  </a:lnTo>
                  <a:lnTo>
                    <a:pt x="275505" y="261391"/>
                  </a:lnTo>
                  <a:lnTo>
                    <a:pt x="275450" y="261980"/>
                  </a:lnTo>
                  <a:lnTo>
                    <a:pt x="275403" y="262479"/>
                  </a:lnTo>
                  <a:lnTo>
                    <a:pt x="275387" y="262650"/>
                  </a:lnTo>
                  <a:lnTo>
                    <a:pt x="275511" y="263017"/>
                  </a:lnTo>
                  <a:lnTo>
                    <a:pt x="275631" y="263270"/>
                  </a:lnTo>
                  <a:lnTo>
                    <a:pt x="275729" y="263525"/>
                  </a:lnTo>
                  <a:lnTo>
                    <a:pt x="275860" y="263874"/>
                  </a:lnTo>
                  <a:lnTo>
                    <a:pt x="276197" y="264043"/>
                  </a:lnTo>
                  <a:lnTo>
                    <a:pt x="276430" y="264528"/>
                  </a:lnTo>
                  <a:lnTo>
                    <a:pt x="276490" y="264966"/>
                  </a:lnTo>
                  <a:lnTo>
                    <a:pt x="276587" y="265239"/>
                  </a:lnTo>
                  <a:lnTo>
                    <a:pt x="276729" y="265394"/>
                  </a:lnTo>
                  <a:lnTo>
                    <a:pt x="276827" y="265653"/>
                  </a:lnTo>
                  <a:lnTo>
                    <a:pt x="276786" y="265916"/>
                  </a:lnTo>
                  <a:lnTo>
                    <a:pt x="276732" y="266067"/>
                  </a:lnTo>
                  <a:lnTo>
                    <a:pt x="276736" y="266199"/>
                  </a:lnTo>
                  <a:lnTo>
                    <a:pt x="276805" y="266353"/>
                  </a:lnTo>
                  <a:lnTo>
                    <a:pt x="276898" y="266501"/>
                  </a:lnTo>
                  <a:lnTo>
                    <a:pt x="276971" y="266752"/>
                  </a:lnTo>
                  <a:lnTo>
                    <a:pt x="276967" y="267419"/>
                  </a:lnTo>
                  <a:lnTo>
                    <a:pt x="277019" y="267597"/>
                  </a:lnTo>
                  <a:lnTo>
                    <a:pt x="277099" y="267801"/>
                  </a:lnTo>
                  <a:lnTo>
                    <a:pt x="276983" y="268320"/>
                  </a:lnTo>
                  <a:lnTo>
                    <a:pt x="276715" y="268851"/>
                  </a:lnTo>
                  <a:lnTo>
                    <a:pt x="276753" y="269035"/>
                  </a:lnTo>
                  <a:lnTo>
                    <a:pt x="276290" y="269842"/>
                  </a:lnTo>
                  <a:lnTo>
                    <a:pt x="276440" y="270067"/>
                  </a:lnTo>
                  <a:lnTo>
                    <a:pt x="276563" y="270231"/>
                  </a:lnTo>
                  <a:lnTo>
                    <a:pt x="276977" y="270090"/>
                  </a:lnTo>
                  <a:lnTo>
                    <a:pt x="277382" y="270129"/>
                  </a:lnTo>
                  <a:lnTo>
                    <a:pt x="277810" y="269881"/>
                  </a:lnTo>
                  <a:lnTo>
                    <a:pt x="278625" y="269787"/>
                  </a:lnTo>
                  <a:lnTo>
                    <a:pt x="279200" y="269450"/>
                  </a:lnTo>
                  <a:lnTo>
                    <a:pt x="279344" y="269466"/>
                  </a:lnTo>
                  <a:lnTo>
                    <a:pt x="279928" y="269305"/>
                  </a:lnTo>
                  <a:lnTo>
                    <a:pt x="280440" y="269282"/>
                  </a:lnTo>
                  <a:lnTo>
                    <a:pt x="281120" y="269972"/>
                  </a:lnTo>
                  <a:lnTo>
                    <a:pt x="281312" y="270079"/>
                  </a:lnTo>
                  <a:lnTo>
                    <a:pt x="281585" y="270043"/>
                  </a:lnTo>
                  <a:lnTo>
                    <a:pt x="282048" y="270202"/>
                  </a:lnTo>
                  <a:lnTo>
                    <a:pt x="282020" y="270333"/>
                  </a:lnTo>
                  <a:lnTo>
                    <a:pt x="282258" y="270792"/>
                  </a:lnTo>
                  <a:lnTo>
                    <a:pt x="282141" y="270966"/>
                  </a:lnTo>
                  <a:lnTo>
                    <a:pt x="282308" y="271342"/>
                  </a:lnTo>
                  <a:lnTo>
                    <a:pt x="282909" y="271902"/>
                  </a:lnTo>
                  <a:lnTo>
                    <a:pt x="282785" y="272157"/>
                  </a:lnTo>
                  <a:lnTo>
                    <a:pt x="282569" y="272376"/>
                  </a:lnTo>
                  <a:lnTo>
                    <a:pt x="282211" y="272730"/>
                  </a:lnTo>
                  <a:lnTo>
                    <a:pt x="282199" y="273001"/>
                  </a:lnTo>
                  <a:lnTo>
                    <a:pt x="282156" y="273304"/>
                  </a:lnTo>
                  <a:lnTo>
                    <a:pt x="282031" y="273501"/>
                  </a:lnTo>
                  <a:lnTo>
                    <a:pt x="282065" y="273804"/>
                  </a:lnTo>
                  <a:lnTo>
                    <a:pt x="282264" y="274246"/>
                  </a:lnTo>
                  <a:lnTo>
                    <a:pt x="282565" y="274832"/>
                  </a:lnTo>
                  <a:lnTo>
                    <a:pt x="282505" y="275037"/>
                  </a:lnTo>
                  <a:lnTo>
                    <a:pt x="287102" y="283511"/>
                  </a:lnTo>
                  <a:lnTo>
                    <a:pt x="287688" y="283662"/>
                  </a:lnTo>
                  <a:lnTo>
                    <a:pt x="287668" y="284781"/>
                  </a:lnTo>
                  <a:lnTo>
                    <a:pt x="287838" y="284990"/>
                  </a:lnTo>
                  <a:lnTo>
                    <a:pt x="288017" y="285036"/>
                  </a:lnTo>
                  <a:lnTo>
                    <a:pt x="288160" y="285036"/>
                  </a:lnTo>
                  <a:lnTo>
                    <a:pt x="288297" y="285021"/>
                  </a:lnTo>
                  <a:lnTo>
                    <a:pt x="288446" y="284996"/>
                  </a:lnTo>
                  <a:lnTo>
                    <a:pt x="288589" y="285003"/>
                  </a:lnTo>
                  <a:lnTo>
                    <a:pt x="288753" y="285048"/>
                  </a:lnTo>
                  <a:lnTo>
                    <a:pt x="289220" y="285344"/>
                  </a:lnTo>
                  <a:lnTo>
                    <a:pt x="289744" y="285757"/>
                  </a:lnTo>
                  <a:lnTo>
                    <a:pt x="289924" y="285942"/>
                  </a:lnTo>
                  <a:lnTo>
                    <a:pt x="290089" y="286167"/>
                  </a:lnTo>
                  <a:lnTo>
                    <a:pt x="290163" y="286362"/>
                  </a:lnTo>
                  <a:lnTo>
                    <a:pt x="290193" y="286506"/>
                  </a:lnTo>
                  <a:lnTo>
                    <a:pt x="289854" y="287195"/>
                  </a:lnTo>
                  <a:lnTo>
                    <a:pt x="289569" y="287680"/>
                  </a:lnTo>
                  <a:lnTo>
                    <a:pt x="289719" y="287790"/>
                  </a:lnTo>
                  <a:lnTo>
                    <a:pt x="290086" y="288173"/>
                  </a:lnTo>
                  <a:lnTo>
                    <a:pt x="290259" y="288623"/>
                  </a:lnTo>
                  <a:lnTo>
                    <a:pt x="290161" y="288845"/>
                  </a:lnTo>
                  <a:lnTo>
                    <a:pt x="290125" y="289001"/>
                  </a:lnTo>
                  <a:lnTo>
                    <a:pt x="290329" y="289460"/>
                  </a:lnTo>
                  <a:lnTo>
                    <a:pt x="290855" y="289873"/>
                  </a:lnTo>
                  <a:lnTo>
                    <a:pt x="291130" y="289766"/>
                  </a:lnTo>
                  <a:lnTo>
                    <a:pt x="291274" y="289668"/>
                  </a:lnTo>
                  <a:lnTo>
                    <a:pt x="291479" y="289395"/>
                  </a:lnTo>
                  <a:lnTo>
                    <a:pt x="291713" y="289313"/>
                  </a:lnTo>
                  <a:lnTo>
                    <a:pt x="292144" y="289635"/>
                  </a:lnTo>
                  <a:lnTo>
                    <a:pt x="292381" y="290260"/>
                  </a:lnTo>
                  <a:lnTo>
                    <a:pt x="292423" y="290732"/>
                  </a:lnTo>
                  <a:lnTo>
                    <a:pt x="292644" y="290834"/>
                  </a:lnTo>
                  <a:lnTo>
                    <a:pt x="292874" y="290761"/>
                  </a:lnTo>
                  <a:lnTo>
                    <a:pt x="293573" y="290954"/>
                  </a:lnTo>
                  <a:lnTo>
                    <a:pt x="293897" y="290940"/>
                  </a:lnTo>
                  <a:lnTo>
                    <a:pt x="294116" y="290900"/>
                  </a:lnTo>
                  <a:lnTo>
                    <a:pt x="294277" y="290855"/>
                  </a:lnTo>
                  <a:lnTo>
                    <a:pt x="294535" y="290846"/>
                  </a:lnTo>
                  <a:lnTo>
                    <a:pt x="294870" y="290891"/>
                  </a:lnTo>
                  <a:lnTo>
                    <a:pt x="294942" y="291036"/>
                  </a:lnTo>
                  <a:lnTo>
                    <a:pt x="295212" y="291548"/>
                  </a:lnTo>
                  <a:lnTo>
                    <a:pt x="295080" y="291789"/>
                  </a:lnTo>
                  <a:lnTo>
                    <a:pt x="294960" y="292009"/>
                  </a:lnTo>
                  <a:lnTo>
                    <a:pt x="294820" y="292111"/>
                  </a:lnTo>
                  <a:lnTo>
                    <a:pt x="294678" y="292376"/>
                  </a:lnTo>
                  <a:lnTo>
                    <a:pt x="294554" y="292612"/>
                  </a:lnTo>
                  <a:lnTo>
                    <a:pt x="294409" y="293042"/>
                  </a:lnTo>
                  <a:lnTo>
                    <a:pt x="294246" y="293403"/>
                  </a:lnTo>
                  <a:lnTo>
                    <a:pt x="294742" y="294121"/>
                  </a:lnTo>
                  <a:lnTo>
                    <a:pt x="295301" y="294396"/>
                  </a:lnTo>
                  <a:lnTo>
                    <a:pt x="295456" y="294430"/>
                  </a:lnTo>
                  <a:lnTo>
                    <a:pt x="295930" y="294496"/>
                  </a:lnTo>
                  <a:lnTo>
                    <a:pt x="296428" y="294513"/>
                  </a:lnTo>
                  <a:lnTo>
                    <a:pt x="296632" y="294707"/>
                  </a:lnTo>
                  <a:lnTo>
                    <a:pt x="296213" y="295070"/>
                  </a:lnTo>
                  <a:lnTo>
                    <a:pt x="295930" y="295232"/>
                  </a:lnTo>
                  <a:lnTo>
                    <a:pt x="295187" y="296475"/>
                  </a:lnTo>
                  <a:lnTo>
                    <a:pt x="294143" y="296711"/>
                  </a:lnTo>
                  <a:lnTo>
                    <a:pt x="293970" y="296835"/>
                  </a:lnTo>
                  <a:lnTo>
                    <a:pt x="293767" y="297037"/>
                  </a:lnTo>
                  <a:lnTo>
                    <a:pt x="293310" y="297701"/>
                  </a:lnTo>
                  <a:lnTo>
                    <a:pt x="293489" y="298091"/>
                  </a:lnTo>
                  <a:lnTo>
                    <a:pt x="293674" y="298105"/>
                  </a:lnTo>
                  <a:lnTo>
                    <a:pt x="293837" y="298131"/>
                  </a:lnTo>
                  <a:lnTo>
                    <a:pt x="294101" y="298205"/>
                  </a:lnTo>
                  <a:lnTo>
                    <a:pt x="294425" y="298565"/>
                  </a:lnTo>
                  <a:lnTo>
                    <a:pt x="294156" y="299044"/>
                  </a:lnTo>
                  <a:lnTo>
                    <a:pt x="294144" y="299349"/>
                  </a:lnTo>
                  <a:lnTo>
                    <a:pt x="293993" y="299633"/>
                  </a:lnTo>
                  <a:lnTo>
                    <a:pt x="293908" y="299860"/>
                  </a:lnTo>
                  <a:lnTo>
                    <a:pt x="293246" y="300796"/>
                  </a:lnTo>
                  <a:lnTo>
                    <a:pt x="293148" y="300952"/>
                  </a:lnTo>
                  <a:lnTo>
                    <a:pt x="293007" y="301156"/>
                  </a:lnTo>
                  <a:lnTo>
                    <a:pt x="292629" y="301362"/>
                  </a:lnTo>
                  <a:lnTo>
                    <a:pt x="292364" y="301462"/>
                  </a:lnTo>
                  <a:lnTo>
                    <a:pt x="292213" y="301517"/>
                  </a:lnTo>
                  <a:lnTo>
                    <a:pt x="292053" y="301725"/>
                  </a:lnTo>
                  <a:lnTo>
                    <a:pt x="292088" y="302281"/>
                  </a:lnTo>
                  <a:lnTo>
                    <a:pt x="291917" y="302444"/>
                  </a:lnTo>
                  <a:lnTo>
                    <a:pt x="291852" y="302817"/>
                  </a:lnTo>
                  <a:lnTo>
                    <a:pt x="292067" y="303447"/>
                  </a:lnTo>
                  <a:lnTo>
                    <a:pt x="291972" y="303705"/>
                  </a:lnTo>
                  <a:lnTo>
                    <a:pt x="291321" y="303818"/>
                  </a:lnTo>
                  <a:lnTo>
                    <a:pt x="291119" y="303859"/>
                  </a:lnTo>
                  <a:lnTo>
                    <a:pt x="290526" y="304325"/>
                  </a:lnTo>
                  <a:lnTo>
                    <a:pt x="290312" y="305069"/>
                  </a:lnTo>
                  <a:lnTo>
                    <a:pt x="290192" y="305259"/>
                  </a:lnTo>
                  <a:lnTo>
                    <a:pt x="289919" y="305583"/>
                  </a:lnTo>
                  <a:lnTo>
                    <a:pt x="289399" y="305529"/>
                  </a:lnTo>
                  <a:lnTo>
                    <a:pt x="289084" y="305575"/>
                  </a:lnTo>
                  <a:lnTo>
                    <a:pt x="288944" y="305666"/>
                  </a:lnTo>
                  <a:lnTo>
                    <a:pt x="288785" y="305761"/>
                  </a:lnTo>
                  <a:lnTo>
                    <a:pt x="288527" y="305902"/>
                  </a:lnTo>
                  <a:lnTo>
                    <a:pt x="288130" y="306408"/>
                  </a:lnTo>
                  <a:lnTo>
                    <a:pt x="288375" y="307807"/>
                  </a:lnTo>
                  <a:lnTo>
                    <a:pt x="289046" y="307424"/>
                  </a:lnTo>
                  <a:lnTo>
                    <a:pt x="289521" y="307315"/>
                  </a:lnTo>
                  <a:lnTo>
                    <a:pt x="289830" y="307288"/>
                  </a:lnTo>
                  <a:lnTo>
                    <a:pt x="292523" y="308084"/>
                  </a:lnTo>
                  <a:lnTo>
                    <a:pt x="292534" y="309652"/>
                  </a:lnTo>
                  <a:lnTo>
                    <a:pt x="292193" y="309992"/>
                  </a:lnTo>
                  <a:lnTo>
                    <a:pt x="291999" y="310300"/>
                  </a:lnTo>
                  <a:lnTo>
                    <a:pt x="291397" y="310708"/>
                  </a:lnTo>
                  <a:lnTo>
                    <a:pt x="291040" y="310899"/>
                  </a:lnTo>
                  <a:lnTo>
                    <a:pt x="290838" y="310968"/>
                  </a:lnTo>
                  <a:lnTo>
                    <a:pt x="290659" y="311077"/>
                  </a:lnTo>
                  <a:lnTo>
                    <a:pt x="290322" y="311323"/>
                  </a:lnTo>
                  <a:lnTo>
                    <a:pt x="289905" y="312016"/>
                  </a:lnTo>
                  <a:lnTo>
                    <a:pt x="289889" y="312145"/>
                  </a:lnTo>
                  <a:lnTo>
                    <a:pt x="290184" y="312644"/>
                  </a:lnTo>
                  <a:lnTo>
                    <a:pt x="290340" y="312733"/>
                  </a:lnTo>
                  <a:lnTo>
                    <a:pt x="290639" y="312864"/>
                  </a:lnTo>
                  <a:lnTo>
                    <a:pt x="290812" y="312889"/>
                  </a:lnTo>
                  <a:lnTo>
                    <a:pt x="291678" y="313150"/>
                  </a:lnTo>
                  <a:lnTo>
                    <a:pt x="291623" y="314053"/>
                  </a:lnTo>
                  <a:lnTo>
                    <a:pt x="290526" y="313945"/>
                  </a:lnTo>
                  <a:lnTo>
                    <a:pt x="290075" y="314051"/>
                  </a:lnTo>
                  <a:lnTo>
                    <a:pt x="289836" y="314137"/>
                  </a:lnTo>
                  <a:lnTo>
                    <a:pt x="289513" y="314258"/>
                  </a:lnTo>
                  <a:lnTo>
                    <a:pt x="288929" y="314216"/>
                  </a:lnTo>
                  <a:lnTo>
                    <a:pt x="288578" y="314079"/>
                  </a:lnTo>
                  <a:lnTo>
                    <a:pt x="288353" y="313720"/>
                  </a:lnTo>
                  <a:lnTo>
                    <a:pt x="288568" y="313176"/>
                  </a:lnTo>
                  <a:lnTo>
                    <a:pt x="287796" y="313000"/>
                  </a:lnTo>
                  <a:lnTo>
                    <a:pt x="287505" y="313089"/>
                  </a:lnTo>
                  <a:lnTo>
                    <a:pt x="286465" y="313945"/>
                  </a:lnTo>
                  <a:lnTo>
                    <a:pt x="285986" y="315923"/>
                  </a:lnTo>
                  <a:lnTo>
                    <a:pt x="285961" y="315739"/>
                  </a:lnTo>
                  <a:lnTo>
                    <a:pt x="285870" y="315444"/>
                  </a:lnTo>
                  <a:lnTo>
                    <a:pt x="285551" y="314906"/>
                  </a:lnTo>
                  <a:lnTo>
                    <a:pt x="285627" y="315330"/>
                  </a:lnTo>
                  <a:lnTo>
                    <a:pt x="285337" y="316195"/>
                  </a:lnTo>
                  <a:lnTo>
                    <a:pt x="284311" y="315965"/>
                  </a:lnTo>
                  <a:lnTo>
                    <a:pt x="283295" y="316185"/>
                  </a:lnTo>
                  <a:lnTo>
                    <a:pt x="282355" y="316943"/>
                  </a:lnTo>
                  <a:lnTo>
                    <a:pt x="282304" y="317082"/>
                  </a:lnTo>
                  <a:lnTo>
                    <a:pt x="282211" y="317378"/>
                  </a:lnTo>
                  <a:lnTo>
                    <a:pt x="282175" y="317979"/>
                  </a:lnTo>
                  <a:lnTo>
                    <a:pt x="282161" y="318111"/>
                  </a:lnTo>
                  <a:lnTo>
                    <a:pt x="282120" y="318387"/>
                  </a:lnTo>
                  <a:lnTo>
                    <a:pt x="281709" y="318669"/>
                  </a:lnTo>
                  <a:lnTo>
                    <a:pt x="281848" y="318141"/>
                  </a:lnTo>
                  <a:lnTo>
                    <a:pt x="281209" y="317663"/>
                  </a:lnTo>
                  <a:lnTo>
                    <a:pt x="281433" y="317917"/>
                  </a:lnTo>
                  <a:lnTo>
                    <a:pt x="281559" y="318053"/>
                  </a:lnTo>
                  <a:lnTo>
                    <a:pt x="276604" y="319806"/>
                  </a:lnTo>
                  <a:lnTo>
                    <a:pt x="275655" y="319222"/>
                  </a:lnTo>
                  <a:lnTo>
                    <a:pt x="275339" y="319187"/>
                  </a:lnTo>
                  <a:lnTo>
                    <a:pt x="273650" y="321282"/>
                  </a:lnTo>
                  <a:lnTo>
                    <a:pt x="272958" y="321258"/>
                  </a:lnTo>
                  <a:lnTo>
                    <a:pt x="272318" y="321167"/>
                  </a:lnTo>
                  <a:lnTo>
                    <a:pt x="271930" y="321110"/>
                  </a:lnTo>
                  <a:lnTo>
                    <a:pt x="271600" y="321180"/>
                  </a:lnTo>
                  <a:lnTo>
                    <a:pt x="271384" y="321293"/>
                  </a:lnTo>
                  <a:lnTo>
                    <a:pt x="271218" y="321006"/>
                  </a:lnTo>
                  <a:lnTo>
                    <a:pt x="271079" y="320975"/>
                  </a:lnTo>
                  <a:lnTo>
                    <a:pt x="270979" y="320732"/>
                  </a:lnTo>
                  <a:lnTo>
                    <a:pt x="270893" y="320343"/>
                  </a:lnTo>
                  <a:lnTo>
                    <a:pt x="270679" y="320131"/>
                  </a:lnTo>
                  <a:lnTo>
                    <a:pt x="270632" y="319543"/>
                  </a:lnTo>
                  <a:lnTo>
                    <a:pt x="270873" y="319449"/>
                  </a:lnTo>
                  <a:lnTo>
                    <a:pt x="270588" y="319159"/>
                  </a:lnTo>
                  <a:lnTo>
                    <a:pt x="270229" y="319548"/>
                  </a:lnTo>
                  <a:lnTo>
                    <a:pt x="270178" y="319793"/>
                  </a:lnTo>
                  <a:lnTo>
                    <a:pt x="270033" y="319953"/>
                  </a:lnTo>
                  <a:lnTo>
                    <a:pt x="270257" y="320027"/>
                  </a:lnTo>
                  <a:lnTo>
                    <a:pt x="270603" y="320453"/>
                  </a:lnTo>
                  <a:lnTo>
                    <a:pt x="270787" y="320743"/>
                  </a:lnTo>
                  <a:lnTo>
                    <a:pt x="270788" y="321237"/>
                  </a:lnTo>
                  <a:lnTo>
                    <a:pt x="270004" y="321952"/>
                  </a:lnTo>
                  <a:lnTo>
                    <a:pt x="268715" y="322871"/>
                  </a:lnTo>
                  <a:lnTo>
                    <a:pt x="268297" y="323175"/>
                  </a:lnTo>
                  <a:lnTo>
                    <a:pt x="268102" y="322848"/>
                  </a:lnTo>
                  <a:lnTo>
                    <a:pt x="267867" y="322720"/>
                  </a:lnTo>
                  <a:lnTo>
                    <a:pt x="267975" y="323000"/>
                  </a:lnTo>
                  <a:lnTo>
                    <a:pt x="267640" y="323557"/>
                  </a:lnTo>
                  <a:lnTo>
                    <a:pt x="267263" y="323753"/>
                  </a:lnTo>
                  <a:lnTo>
                    <a:pt x="267097" y="323818"/>
                  </a:lnTo>
                  <a:lnTo>
                    <a:pt x="266964" y="323821"/>
                  </a:lnTo>
                  <a:lnTo>
                    <a:pt x="266797" y="323882"/>
                  </a:lnTo>
                  <a:lnTo>
                    <a:pt x="266492" y="324012"/>
                  </a:lnTo>
                  <a:lnTo>
                    <a:pt x="266433" y="323883"/>
                  </a:lnTo>
                  <a:lnTo>
                    <a:pt x="266385" y="323424"/>
                  </a:lnTo>
                  <a:lnTo>
                    <a:pt x="266085" y="323441"/>
                  </a:lnTo>
                  <a:lnTo>
                    <a:pt x="265780" y="323293"/>
                  </a:lnTo>
                  <a:lnTo>
                    <a:pt x="265873" y="322746"/>
                  </a:lnTo>
                  <a:lnTo>
                    <a:pt x="266000" y="322255"/>
                  </a:lnTo>
                  <a:lnTo>
                    <a:pt x="265777" y="322181"/>
                  </a:lnTo>
                  <a:lnTo>
                    <a:pt x="265811" y="322315"/>
                  </a:lnTo>
                  <a:lnTo>
                    <a:pt x="265686" y="322662"/>
                  </a:lnTo>
                  <a:lnTo>
                    <a:pt x="265491" y="323078"/>
                  </a:lnTo>
                  <a:lnTo>
                    <a:pt x="265456" y="323361"/>
                  </a:lnTo>
                  <a:lnTo>
                    <a:pt x="265934" y="324128"/>
                  </a:lnTo>
                  <a:lnTo>
                    <a:pt x="265570" y="324233"/>
                  </a:lnTo>
                  <a:lnTo>
                    <a:pt x="264601" y="324085"/>
                  </a:lnTo>
                  <a:lnTo>
                    <a:pt x="264550" y="323935"/>
                  </a:lnTo>
                  <a:lnTo>
                    <a:pt x="264056" y="323838"/>
                  </a:lnTo>
                  <a:lnTo>
                    <a:pt x="264221" y="323884"/>
                  </a:lnTo>
                  <a:lnTo>
                    <a:pt x="264363" y="324034"/>
                  </a:lnTo>
                  <a:lnTo>
                    <a:pt x="264466" y="324377"/>
                  </a:lnTo>
                  <a:lnTo>
                    <a:pt x="264256" y="324839"/>
                  </a:lnTo>
                  <a:lnTo>
                    <a:pt x="263382" y="325310"/>
                  </a:lnTo>
                  <a:lnTo>
                    <a:pt x="262909" y="326099"/>
                  </a:lnTo>
                  <a:lnTo>
                    <a:pt x="262878" y="326388"/>
                  </a:lnTo>
                  <a:lnTo>
                    <a:pt x="262854" y="326912"/>
                  </a:lnTo>
                  <a:lnTo>
                    <a:pt x="264110" y="327481"/>
                  </a:lnTo>
                  <a:lnTo>
                    <a:pt x="264395" y="327782"/>
                  </a:lnTo>
                  <a:lnTo>
                    <a:pt x="264406" y="328705"/>
                  </a:lnTo>
                  <a:lnTo>
                    <a:pt x="263634" y="328669"/>
                  </a:lnTo>
                  <a:lnTo>
                    <a:pt x="263590" y="328264"/>
                  </a:lnTo>
                  <a:lnTo>
                    <a:pt x="262139" y="328131"/>
                  </a:lnTo>
                  <a:lnTo>
                    <a:pt x="261338" y="328712"/>
                  </a:lnTo>
                  <a:lnTo>
                    <a:pt x="260064" y="329060"/>
                  </a:lnTo>
                  <a:lnTo>
                    <a:pt x="259714" y="329012"/>
                  </a:lnTo>
                  <a:lnTo>
                    <a:pt x="259240" y="328466"/>
                  </a:lnTo>
                  <a:lnTo>
                    <a:pt x="259338" y="328188"/>
                  </a:lnTo>
                  <a:lnTo>
                    <a:pt x="259169" y="327725"/>
                  </a:lnTo>
                  <a:lnTo>
                    <a:pt x="258629" y="327735"/>
                  </a:lnTo>
                  <a:lnTo>
                    <a:pt x="258277" y="328023"/>
                  </a:lnTo>
                  <a:lnTo>
                    <a:pt x="258153" y="328259"/>
                  </a:lnTo>
                  <a:lnTo>
                    <a:pt x="257850" y="328762"/>
                  </a:lnTo>
                  <a:lnTo>
                    <a:pt x="257536" y="329194"/>
                  </a:lnTo>
                  <a:lnTo>
                    <a:pt x="257108" y="329644"/>
                  </a:lnTo>
                  <a:lnTo>
                    <a:pt x="255452" y="330842"/>
                  </a:lnTo>
                  <a:lnTo>
                    <a:pt x="255214" y="330996"/>
                  </a:lnTo>
                  <a:lnTo>
                    <a:pt x="252165" y="332768"/>
                  </a:lnTo>
                  <a:lnTo>
                    <a:pt x="250236" y="336013"/>
                  </a:lnTo>
                  <a:lnTo>
                    <a:pt x="250115" y="335989"/>
                  </a:lnTo>
                  <a:lnTo>
                    <a:pt x="246890" y="337062"/>
                  </a:lnTo>
                  <a:lnTo>
                    <a:pt x="243194" y="339860"/>
                  </a:lnTo>
                  <a:lnTo>
                    <a:pt x="242058" y="340786"/>
                  </a:lnTo>
                  <a:lnTo>
                    <a:pt x="241956" y="341039"/>
                  </a:lnTo>
                  <a:lnTo>
                    <a:pt x="240386" y="342610"/>
                  </a:lnTo>
                  <a:lnTo>
                    <a:pt x="235514" y="349296"/>
                  </a:lnTo>
                  <a:lnTo>
                    <a:pt x="235712" y="349496"/>
                  </a:lnTo>
                  <a:lnTo>
                    <a:pt x="230170" y="354914"/>
                  </a:lnTo>
                  <a:lnTo>
                    <a:pt x="230015" y="355089"/>
                  </a:lnTo>
                  <a:lnTo>
                    <a:pt x="229144" y="357980"/>
                  </a:lnTo>
                  <a:lnTo>
                    <a:pt x="228847" y="358186"/>
                  </a:lnTo>
                  <a:lnTo>
                    <a:pt x="227211" y="359265"/>
                  </a:lnTo>
                  <a:lnTo>
                    <a:pt x="227198" y="359434"/>
                  </a:lnTo>
                  <a:lnTo>
                    <a:pt x="227079" y="360040"/>
                  </a:lnTo>
                  <a:lnTo>
                    <a:pt x="226530" y="359342"/>
                  </a:lnTo>
                  <a:lnTo>
                    <a:pt x="226075" y="359064"/>
                  </a:lnTo>
                  <a:lnTo>
                    <a:pt x="225934" y="359420"/>
                  </a:lnTo>
                  <a:lnTo>
                    <a:pt x="225404" y="359434"/>
                  </a:lnTo>
                  <a:lnTo>
                    <a:pt x="225006" y="359454"/>
                  </a:lnTo>
                  <a:lnTo>
                    <a:pt x="224376" y="359619"/>
                  </a:lnTo>
                  <a:lnTo>
                    <a:pt x="224278" y="359433"/>
                  </a:lnTo>
                  <a:lnTo>
                    <a:pt x="222696" y="359956"/>
                  </a:lnTo>
                  <a:lnTo>
                    <a:pt x="222129" y="360312"/>
                  </a:lnTo>
                  <a:lnTo>
                    <a:pt x="221869" y="360397"/>
                  </a:lnTo>
                  <a:lnTo>
                    <a:pt x="221500" y="360515"/>
                  </a:lnTo>
                  <a:lnTo>
                    <a:pt x="220472" y="360777"/>
                  </a:lnTo>
                  <a:lnTo>
                    <a:pt x="220033" y="360727"/>
                  </a:lnTo>
                  <a:lnTo>
                    <a:pt x="218863" y="360441"/>
                  </a:lnTo>
                  <a:lnTo>
                    <a:pt x="218731" y="360403"/>
                  </a:lnTo>
                  <a:lnTo>
                    <a:pt x="218109" y="359866"/>
                  </a:lnTo>
                  <a:lnTo>
                    <a:pt x="217878" y="359879"/>
                  </a:lnTo>
                  <a:lnTo>
                    <a:pt x="217543" y="359898"/>
                  </a:lnTo>
                  <a:lnTo>
                    <a:pt x="216860" y="359908"/>
                  </a:lnTo>
                  <a:lnTo>
                    <a:pt x="216008" y="359710"/>
                  </a:lnTo>
                  <a:lnTo>
                    <a:pt x="215677" y="359673"/>
                  </a:lnTo>
                  <a:lnTo>
                    <a:pt x="215286" y="359725"/>
                  </a:lnTo>
                  <a:lnTo>
                    <a:pt x="215081" y="359716"/>
                  </a:lnTo>
                  <a:lnTo>
                    <a:pt x="214581" y="359692"/>
                  </a:lnTo>
                  <a:lnTo>
                    <a:pt x="214361" y="359645"/>
                  </a:lnTo>
                  <a:lnTo>
                    <a:pt x="214143" y="359593"/>
                  </a:lnTo>
                  <a:lnTo>
                    <a:pt x="214014" y="359562"/>
                  </a:lnTo>
                  <a:lnTo>
                    <a:pt x="213803" y="359512"/>
                  </a:lnTo>
                  <a:lnTo>
                    <a:pt x="213328" y="359398"/>
                  </a:lnTo>
                  <a:lnTo>
                    <a:pt x="213194" y="359259"/>
                  </a:lnTo>
                  <a:lnTo>
                    <a:pt x="213535" y="359178"/>
                  </a:lnTo>
                  <a:lnTo>
                    <a:pt x="213525" y="358827"/>
                  </a:lnTo>
                  <a:lnTo>
                    <a:pt x="213243" y="358982"/>
                  </a:lnTo>
                  <a:lnTo>
                    <a:pt x="212816" y="359162"/>
                  </a:lnTo>
                  <a:lnTo>
                    <a:pt x="212656" y="359229"/>
                  </a:lnTo>
                  <a:lnTo>
                    <a:pt x="212157" y="359297"/>
                  </a:lnTo>
                  <a:lnTo>
                    <a:pt x="211784" y="359347"/>
                  </a:lnTo>
                  <a:lnTo>
                    <a:pt x="211287" y="359613"/>
                  </a:lnTo>
                  <a:lnTo>
                    <a:pt x="210786" y="359756"/>
                  </a:lnTo>
                  <a:lnTo>
                    <a:pt x="210506" y="359766"/>
                  </a:lnTo>
                  <a:lnTo>
                    <a:pt x="210321" y="359772"/>
                  </a:lnTo>
                  <a:lnTo>
                    <a:pt x="210175" y="359761"/>
                  </a:lnTo>
                  <a:lnTo>
                    <a:pt x="209678" y="359769"/>
                  </a:lnTo>
                  <a:lnTo>
                    <a:pt x="209339" y="359831"/>
                  </a:lnTo>
                  <a:lnTo>
                    <a:pt x="209153" y="359851"/>
                  </a:lnTo>
                  <a:lnTo>
                    <a:pt x="208982" y="359653"/>
                  </a:lnTo>
                  <a:lnTo>
                    <a:pt x="207135" y="360150"/>
                  </a:lnTo>
                  <a:lnTo>
                    <a:pt x="206691" y="359584"/>
                  </a:lnTo>
                  <a:lnTo>
                    <a:pt x="206403" y="359490"/>
                  </a:lnTo>
                  <a:lnTo>
                    <a:pt x="206161" y="359338"/>
                  </a:lnTo>
                  <a:lnTo>
                    <a:pt x="205591" y="358979"/>
                  </a:lnTo>
                  <a:lnTo>
                    <a:pt x="205561" y="358833"/>
                  </a:lnTo>
                  <a:lnTo>
                    <a:pt x="205532" y="358427"/>
                  </a:lnTo>
                  <a:lnTo>
                    <a:pt x="205314" y="358236"/>
                  </a:lnTo>
                  <a:lnTo>
                    <a:pt x="204806" y="358156"/>
                  </a:lnTo>
                  <a:lnTo>
                    <a:pt x="205160" y="358792"/>
                  </a:lnTo>
                  <a:lnTo>
                    <a:pt x="205195" y="359181"/>
                  </a:lnTo>
                  <a:lnTo>
                    <a:pt x="205115" y="359383"/>
                  </a:lnTo>
                  <a:lnTo>
                    <a:pt x="204527" y="359254"/>
                  </a:lnTo>
                  <a:lnTo>
                    <a:pt x="204617" y="359848"/>
                  </a:lnTo>
                  <a:lnTo>
                    <a:pt x="204711" y="360084"/>
                  </a:lnTo>
                  <a:lnTo>
                    <a:pt x="204899" y="360324"/>
                  </a:lnTo>
                  <a:lnTo>
                    <a:pt x="204703" y="360819"/>
                  </a:lnTo>
                  <a:lnTo>
                    <a:pt x="204426" y="361029"/>
                  </a:lnTo>
                  <a:lnTo>
                    <a:pt x="204378" y="361209"/>
                  </a:lnTo>
                  <a:lnTo>
                    <a:pt x="203977" y="361379"/>
                  </a:lnTo>
                  <a:lnTo>
                    <a:pt x="203907" y="361631"/>
                  </a:lnTo>
                  <a:lnTo>
                    <a:pt x="203601" y="361973"/>
                  </a:lnTo>
                  <a:lnTo>
                    <a:pt x="203036" y="362142"/>
                  </a:lnTo>
                  <a:lnTo>
                    <a:pt x="202399" y="362121"/>
                  </a:lnTo>
                  <a:lnTo>
                    <a:pt x="202205" y="361602"/>
                  </a:lnTo>
                  <a:lnTo>
                    <a:pt x="201790" y="361707"/>
                  </a:lnTo>
                  <a:lnTo>
                    <a:pt x="201560" y="362028"/>
                  </a:lnTo>
                  <a:lnTo>
                    <a:pt x="201663" y="362460"/>
                  </a:lnTo>
                  <a:lnTo>
                    <a:pt x="201395" y="362731"/>
                  </a:lnTo>
                  <a:lnTo>
                    <a:pt x="201228" y="362827"/>
                  </a:lnTo>
                  <a:lnTo>
                    <a:pt x="200842" y="362855"/>
                  </a:lnTo>
                  <a:lnTo>
                    <a:pt x="200943" y="362680"/>
                  </a:lnTo>
                  <a:lnTo>
                    <a:pt x="200969" y="362294"/>
                  </a:lnTo>
                  <a:lnTo>
                    <a:pt x="200955" y="362131"/>
                  </a:lnTo>
                  <a:lnTo>
                    <a:pt x="200840" y="361753"/>
                  </a:lnTo>
                  <a:lnTo>
                    <a:pt x="200679" y="361437"/>
                  </a:lnTo>
                  <a:lnTo>
                    <a:pt x="200424" y="361422"/>
                  </a:lnTo>
                  <a:lnTo>
                    <a:pt x="200285" y="361433"/>
                  </a:lnTo>
                  <a:lnTo>
                    <a:pt x="199679" y="361561"/>
                  </a:lnTo>
                  <a:lnTo>
                    <a:pt x="199650" y="362079"/>
                  </a:lnTo>
                  <a:lnTo>
                    <a:pt x="199627" y="362291"/>
                  </a:lnTo>
                  <a:lnTo>
                    <a:pt x="198823" y="362379"/>
                  </a:lnTo>
                  <a:lnTo>
                    <a:pt x="198822" y="362725"/>
                  </a:lnTo>
                  <a:lnTo>
                    <a:pt x="198471" y="362879"/>
                  </a:lnTo>
                  <a:lnTo>
                    <a:pt x="198189" y="362551"/>
                  </a:lnTo>
                  <a:lnTo>
                    <a:pt x="198048" y="362560"/>
                  </a:lnTo>
                  <a:lnTo>
                    <a:pt x="197614" y="362881"/>
                  </a:lnTo>
                  <a:lnTo>
                    <a:pt x="197728" y="363177"/>
                  </a:lnTo>
                  <a:lnTo>
                    <a:pt x="197509" y="363416"/>
                  </a:lnTo>
                  <a:lnTo>
                    <a:pt x="197359" y="363374"/>
                  </a:lnTo>
                  <a:lnTo>
                    <a:pt x="196934" y="363370"/>
                  </a:lnTo>
                  <a:lnTo>
                    <a:pt x="196631" y="363644"/>
                  </a:lnTo>
                  <a:lnTo>
                    <a:pt x="196425" y="363926"/>
                  </a:lnTo>
                  <a:lnTo>
                    <a:pt x="196060" y="364021"/>
                  </a:lnTo>
                  <a:lnTo>
                    <a:pt x="195509" y="364127"/>
                  </a:lnTo>
                  <a:lnTo>
                    <a:pt x="195023" y="363964"/>
                  </a:lnTo>
                  <a:lnTo>
                    <a:pt x="194769" y="364179"/>
                  </a:lnTo>
                  <a:lnTo>
                    <a:pt x="194497" y="364359"/>
                  </a:lnTo>
                  <a:lnTo>
                    <a:pt x="194208" y="364468"/>
                  </a:lnTo>
                  <a:lnTo>
                    <a:pt x="194100" y="364078"/>
                  </a:lnTo>
                  <a:lnTo>
                    <a:pt x="194143" y="363723"/>
                  </a:lnTo>
                  <a:lnTo>
                    <a:pt x="194325" y="363114"/>
                  </a:lnTo>
                  <a:lnTo>
                    <a:pt x="194544" y="363203"/>
                  </a:lnTo>
                  <a:lnTo>
                    <a:pt x="194791" y="363304"/>
                  </a:lnTo>
                  <a:lnTo>
                    <a:pt x="195248" y="363281"/>
                  </a:lnTo>
                  <a:lnTo>
                    <a:pt x="195434" y="362918"/>
                  </a:lnTo>
                  <a:lnTo>
                    <a:pt x="195298" y="362692"/>
                  </a:lnTo>
                  <a:lnTo>
                    <a:pt x="195080" y="362780"/>
                  </a:lnTo>
                  <a:lnTo>
                    <a:pt x="194753" y="363095"/>
                  </a:lnTo>
                  <a:lnTo>
                    <a:pt x="194441" y="362694"/>
                  </a:lnTo>
                  <a:lnTo>
                    <a:pt x="194497" y="362502"/>
                  </a:lnTo>
                  <a:lnTo>
                    <a:pt x="194615" y="362301"/>
                  </a:lnTo>
                  <a:lnTo>
                    <a:pt x="194787" y="361727"/>
                  </a:lnTo>
                  <a:lnTo>
                    <a:pt x="194949" y="361580"/>
                  </a:lnTo>
                  <a:lnTo>
                    <a:pt x="194980" y="361368"/>
                  </a:lnTo>
                  <a:lnTo>
                    <a:pt x="195021" y="360862"/>
                  </a:lnTo>
                  <a:lnTo>
                    <a:pt x="194787" y="360913"/>
                  </a:lnTo>
                  <a:lnTo>
                    <a:pt x="194796" y="361069"/>
                  </a:lnTo>
                  <a:lnTo>
                    <a:pt x="194809" y="361306"/>
                  </a:lnTo>
                  <a:lnTo>
                    <a:pt x="194566" y="361634"/>
                  </a:lnTo>
                  <a:lnTo>
                    <a:pt x="194379" y="361664"/>
                  </a:lnTo>
                  <a:lnTo>
                    <a:pt x="194197" y="361693"/>
                  </a:lnTo>
                  <a:lnTo>
                    <a:pt x="194277" y="362455"/>
                  </a:lnTo>
                  <a:lnTo>
                    <a:pt x="194268" y="362765"/>
                  </a:lnTo>
                  <a:lnTo>
                    <a:pt x="194039" y="363258"/>
                  </a:lnTo>
                  <a:lnTo>
                    <a:pt x="193633" y="363332"/>
                  </a:lnTo>
                  <a:lnTo>
                    <a:pt x="193266" y="363328"/>
                  </a:lnTo>
                  <a:lnTo>
                    <a:pt x="193241" y="363104"/>
                  </a:lnTo>
                  <a:lnTo>
                    <a:pt x="192161" y="363236"/>
                  </a:lnTo>
                  <a:lnTo>
                    <a:pt x="192112" y="362959"/>
                  </a:lnTo>
                  <a:lnTo>
                    <a:pt x="191767" y="363009"/>
                  </a:lnTo>
                  <a:lnTo>
                    <a:pt x="191364" y="363142"/>
                  </a:lnTo>
                  <a:lnTo>
                    <a:pt x="190801" y="363143"/>
                  </a:lnTo>
                  <a:lnTo>
                    <a:pt x="190366" y="362694"/>
                  </a:lnTo>
                  <a:lnTo>
                    <a:pt x="190226" y="362341"/>
                  </a:lnTo>
                  <a:lnTo>
                    <a:pt x="189923" y="361997"/>
                  </a:lnTo>
                  <a:lnTo>
                    <a:pt x="189815" y="361698"/>
                  </a:lnTo>
                  <a:lnTo>
                    <a:pt x="189827" y="361571"/>
                  </a:lnTo>
                  <a:lnTo>
                    <a:pt x="189577" y="361268"/>
                  </a:lnTo>
                  <a:lnTo>
                    <a:pt x="189383" y="361312"/>
                  </a:lnTo>
                  <a:lnTo>
                    <a:pt x="189393" y="361688"/>
                  </a:lnTo>
                  <a:lnTo>
                    <a:pt x="189969" y="362812"/>
                  </a:lnTo>
                  <a:lnTo>
                    <a:pt x="188993" y="363040"/>
                  </a:lnTo>
                  <a:lnTo>
                    <a:pt x="189447" y="363644"/>
                  </a:lnTo>
                  <a:lnTo>
                    <a:pt x="189108" y="363869"/>
                  </a:lnTo>
                  <a:lnTo>
                    <a:pt x="188625" y="363627"/>
                  </a:lnTo>
                  <a:lnTo>
                    <a:pt x="188460" y="363401"/>
                  </a:lnTo>
                  <a:lnTo>
                    <a:pt x="187879" y="363233"/>
                  </a:lnTo>
                  <a:lnTo>
                    <a:pt x="188093" y="363784"/>
                  </a:lnTo>
                  <a:lnTo>
                    <a:pt x="188223" y="363746"/>
                  </a:lnTo>
                  <a:lnTo>
                    <a:pt x="188588" y="363890"/>
                  </a:lnTo>
                  <a:lnTo>
                    <a:pt x="189182" y="364493"/>
                  </a:lnTo>
                  <a:lnTo>
                    <a:pt x="188987" y="365321"/>
                  </a:lnTo>
                  <a:lnTo>
                    <a:pt x="189108" y="365451"/>
                  </a:lnTo>
                  <a:lnTo>
                    <a:pt x="189577" y="365678"/>
                  </a:lnTo>
                  <a:lnTo>
                    <a:pt x="189240" y="365861"/>
                  </a:lnTo>
                  <a:lnTo>
                    <a:pt x="188620" y="365725"/>
                  </a:lnTo>
                  <a:lnTo>
                    <a:pt x="188492" y="365847"/>
                  </a:lnTo>
                  <a:lnTo>
                    <a:pt x="188212" y="365964"/>
                  </a:lnTo>
                  <a:lnTo>
                    <a:pt x="187881" y="365897"/>
                  </a:lnTo>
                  <a:lnTo>
                    <a:pt x="187662" y="365852"/>
                  </a:lnTo>
                  <a:lnTo>
                    <a:pt x="186768" y="366395"/>
                  </a:lnTo>
                  <a:lnTo>
                    <a:pt x="186988" y="366496"/>
                  </a:lnTo>
                  <a:lnTo>
                    <a:pt x="186852" y="366582"/>
                  </a:lnTo>
                  <a:lnTo>
                    <a:pt x="186941" y="366925"/>
                  </a:lnTo>
                  <a:lnTo>
                    <a:pt x="186466" y="367053"/>
                  </a:lnTo>
                  <a:lnTo>
                    <a:pt x="186338" y="367151"/>
                  </a:lnTo>
                  <a:lnTo>
                    <a:pt x="186082" y="367159"/>
                  </a:lnTo>
                  <a:lnTo>
                    <a:pt x="185432" y="367158"/>
                  </a:lnTo>
                  <a:lnTo>
                    <a:pt x="185421" y="366925"/>
                  </a:lnTo>
                  <a:lnTo>
                    <a:pt x="185034" y="367021"/>
                  </a:lnTo>
                  <a:lnTo>
                    <a:pt x="184882" y="366861"/>
                  </a:lnTo>
                  <a:lnTo>
                    <a:pt x="184628" y="366913"/>
                  </a:lnTo>
                  <a:lnTo>
                    <a:pt x="184369" y="367130"/>
                  </a:lnTo>
                  <a:lnTo>
                    <a:pt x="184130" y="367630"/>
                  </a:lnTo>
                  <a:lnTo>
                    <a:pt x="183935" y="367690"/>
                  </a:lnTo>
                  <a:lnTo>
                    <a:pt x="183640" y="367902"/>
                  </a:lnTo>
                  <a:lnTo>
                    <a:pt x="183489" y="368243"/>
                  </a:lnTo>
                  <a:lnTo>
                    <a:pt x="183108" y="368291"/>
                  </a:lnTo>
                  <a:lnTo>
                    <a:pt x="182650" y="367914"/>
                  </a:lnTo>
                  <a:lnTo>
                    <a:pt x="182664" y="367771"/>
                  </a:lnTo>
                  <a:lnTo>
                    <a:pt x="182919" y="367506"/>
                  </a:lnTo>
                  <a:lnTo>
                    <a:pt x="182710" y="367415"/>
                  </a:lnTo>
                  <a:lnTo>
                    <a:pt x="181932" y="366814"/>
                  </a:lnTo>
                  <a:lnTo>
                    <a:pt x="181626" y="366786"/>
                  </a:lnTo>
                  <a:lnTo>
                    <a:pt x="181495" y="366852"/>
                  </a:lnTo>
                  <a:lnTo>
                    <a:pt x="181587" y="367545"/>
                  </a:lnTo>
                  <a:lnTo>
                    <a:pt x="180973" y="367640"/>
                  </a:lnTo>
                  <a:lnTo>
                    <a:pt x="180705" y="367230"/>
                  </a:lnTo>
                  <a:lnTo>
                    <a:pt x="180422" y="367292"/>
                  </a:lnTo>
                  <a:lnTo>
                    <a:pt x="179903" y="367536"/>
                  </a:lnTo>
                  <a:lnTo>
                    <a:pt x="179663" y="367601"/>
                  </a:lnTo>
                  <a:lnTo>
                    <a:pt x="179561" y="367297"/>
                  </a:lnTo>
                  <a:lnTo>
                    <a:pt x="178973" y="367345"/>
                  </a:lnTo>
                  <a:lnTo>
                    <a:pt x="178323" y="367574"/>
                  </a:lnTo>
                  <a:lnTo>
                    <a:pt x="178142" y="367563"/>
                  </a:lnTo>
                  <a:lnTo>
                    <a:pt x="177924" y="367421"/>
                  </a:lnTo>
                  <a:lnTo>
                    <a:pt x="177965" y="366952"/>
                  </a:lnTo>
                  <a:lnTo>
                    <a:pt x="177782" y="366788"/>
                  </a:lnTo>
                  <a:lnTo>
                    <a:pt x="177740" y="367014"/>
                  </a:lnTo>
                  <a:lnTo>
                    <a:pt x="177477" y="367403"/>
                  </a:lnTo>
                  <a:lnTo>
                    <a:pt x="177208" y="367646"/>
                  </a:lnTo>
                  <a:lnTo>
                    <a:pt x="177016" y="367684"/>
                  </a:lnTo>
                  <a:lnTo>
                    <a:pt x="176715" y="367729"/>
                  </a:lnTo>
                  <a:lnTo>
                    <a:pt x="177250" y="367820"/>
                  </a:lnTo>
                  <a:lnTo>
                    <a:pt x="177547" y="368094"/>
                  </a:lnTo>
                  <a:lnTo>
                    <a:pt x="177275" y="368308"/>
                  </a:lnTo>
                  <a:lnTo>
                    <a:pt x="177080" y="368462"/>
                  </a:lnTo>
                  <a:lnTo>
                    <a:pt x="176741" y="368582"/>
                  </a:lnTo>
                  <a:lnTo>
                    <a:pt x="176260" y="368965"/>
                  </a:lnTo>
                  <a:lnTo>
                    <a:pt x="176033" y="369225"/>
                  </a:lnTo>
                  <a:lnTo>
                    <a:pt x="176224" y="369508"/>
                  </a:lnTo>
                  <a:lnTo>
                    <a:pt x="176218" y="369825"/>
                  </a:lnTo>
                  <a:lnTo>
                    <a:pt x="176208" y="370372"/>
                  </a:lnTo>
                  <a:lnTo>
                    <a:pt x="175203" y="370503"/>
                  </a:lnTo>
                  <a:lnTo>
                    <a:pt x="174990" y="369883"/>
                  </a:lnTo>
                  <a:lnTo>
                    <a:pt x="173468" y="370204"/>
                  </a:lnTo>
                  <a:lnTo>
                    <a:pt x="173344" y="369986"/>
                  </a:lnTo>
                  <a:lnTo>
                    <a:pt x="171946" y="370355"/>
                  </a:lnTo>
                  <a:lnTo>
                    <a:pt x="171771" y="370179"/>
                  </a:lnTo>
                  <a:lnTo>
                    <a:pt x="170794" y="370398"/>
                  </a:lnTo>
                  <a:lnTo>
                    <a:pt x="170971" y="370655"/>
                  </a:lnTo>
                  <a:lnTo>
                    <a:pt x="170494" y="370748"/>
                  </a:lnTo>
                  <a:lnTo>
                    <a:pt x="170789" y="371677"/>
                  </a:lnTo>
                  <a:lnTo>
                    <a:pt x="169778" y="372101"/>
                  </a:lnTo>
                  <a:lnTo>
                    <a:pt x="169203" y="371230"/>
                  </a:lnTo>
                  <a:lnTo>
                    <a:pt x="169020" y="371255"/>
                  </a:lnTo>
                  <a:lnTo>
                    <a:pt x="168503" y="371691"/>
                  </a:lnTo>
                  <a:lnTo>
                    <a:pt x="169278" y="372258"/>
                  </a:lnTo>
                  <a:lnTo>
                    <a:pt x="165536" y="373811"/>
                  </a:lnTo>
                  <a:lnTo>
                    <a:pt x="164855" y="373298"/>
                  </a:lnTo>
                  <a:lnTo>
                    <a:pt x="164642" y="373504"/>
                  </a:lnTo>
                  <a:lnTo>
                    <a:pt x="164312" y="373824"/>
                  </a:lnTo>
                  <a:lnTo>
                    <a:pt x="164127" y="374258"/>
                  </a:lnTo>
                  <a:lnTo>
                    <a:pt x="164055" y="374469"/>
                  </a:lnTo>
                  <a:lnTo>
                    <a:pt x="163947" y="374649"/>
                  </a:lnTo>
                  <a:lnTo>
                    <a:pt x="163739" y="374591"/>
                  </a:lnTo>
                  <a:lnTo>
                    <a:pt x="163423" y="374187"/>
                  </a:lnTo>
                  <a:lnTo>
                    <a:pt x="163214" y="374020"/>
                  </a:lnTo>
                  <a:lnTo>
                    <a:pt x="162541" y="373499"/>
                  </a:lnTo>
                  <a:lnTo>
                    <a:pt x="162191" y="373702"/>
                  </a:lnTo>
                  <a:lnTo>
                    <a:pt x="162320" y="373880"/>
                  </a:lnTo>
                  <a:lnTo>
                    <a:pt x="162557" y="374033"/>
                  </a:lnTo>
                  <a:lnTo>
                    <a:pt x="162341" y="374593"/>
                  </a:lnTo>
                  <a:lnTo>
                    <a:pt x="162304" y="374899"/>
                  </a:lnTo>
                  <a:lnTo>
                    <a:pt x="162230" y="375128"/>
                  </a:lnTo>
                  <a:lnTo>
                    <a:pt x="161969" y="375693"/>
                  </a:lnTo>
                  <a:lnTo>
                    <a:pt x="161718" y="375640"/>
                  </a:lnTo>
                  <a:lnTo>
                    <a:pt x="161613" y="375394"/>
                  </a:lnTo>
                  <a:lnTo>
                    <a:pt x="161286" y="375739"/>
                  </a:lnTo>
                  <a:lnTo>
                    <a:pt x="161574" y="376049"/>
                  </a:lnTo>
                  <a:lnTo>
                    <a:pt x="161461" y="376272"/>
                  </a:lnTo>
                  <a:lnTo>
                    <a:pt x="161134" y="376004"/>
                  </a:lnTo>
                  <a:lnTo>
                    <a:pt x="160732" y="376061"/>
                  </a:lnTo>
                  <a:lnTo>
                    <a:pt x="160829" y="376276"/>
                  </a:lnTo>
                  <a:lnTo>
                    <a:pt x="160447" y="376360"/>
                  </a:lnTo>
                  <a:lnTo>
                    <a:pt x="160185" y="376458"/>
                  </a:lnTo>
                  <a:lnTo>
                    <a:pt x="159600" y="376997"/>
                  </a:lnTo>
                  <a:lnTo>
                    <a:pt x="159494" y="376809"/>
                  </a:lnTo>
                  <a:lnTo>
                    <a:pt x="159632" y="376644"/>
                  </a:lnTo>
                  <a:lnTo>
                    <a:pt x="159642" y="376181"/>
                  </a:lnTo>
                  <a:lnTo>
                    <a:pt x="159455" y="376009"/>
                  </a:lnTo>
                  <a:lnTo>
                    <a:pt x="159132" y="376368"/>
                  </a:lnTo>
                  <a:lnTo>
                    <a:pt x="159246" y="376679"/>
                  </a:lnTo>
                  <a:lnTo>
                    <a:pt x="159031" y="377314"/>
                  </a:lnTo>
                  <a:lnTo>
                    <a:pt x="158971" y="377660"/>
                  </a:lnTo>
                  <a:lnTo>
                    <a:pt x="159046" y="377990"/>
                  </a:lnTo>
                  <a:lnTo>
                    <a:pt x="159140" y="378359"/>
                  </a:lnTo>
                  <a:lnTo>
                    <a:pt x="159166" y="378559"/>
                  </a:lnTo>
                  <a:lnTo>
                    <a:pt x="159193" y="378765"/>
                  </a:lnTo>
                  <a:lnTo>
                    <a:pt x="158801" y="378940"/>
                  </a:lnTo>
                  <a:lnTo>
                    <a:pt x="158597" y="378207"/>
                  </a:lnTo>
                  <a:lnTo>
                    <a:pt x="157429" y="379267"/>
                  </a:lnTo>
                  <a:lnTo>
                    <a:pt x="157103" y="379378"/>
                  </a:lnTo>
                  <a:lnTo>
                    <a:pt x="156589" y="379540"/>
                  </a:lnTo>
                  <a:lnTo>
                    <a:pt x="156243" y="379192"/>
                  </a:lnTo>
                  <a:lnTo>
                    <a:pt x="156360" y="379672"/>
                  </a:lnTo>
                  <a:lnTo>
                    <a:pt x="156346" y="379894"/>
                  </a:lnTo>
                  <a:lnTo>
                    <a:pt x="156022" y="380131"/>
                  </a:lnTo>
                  <a:lnTo>
                    <a:pt x="155403" y="380017"/>
                  </a:lnTo>
                  <a:lnTo>
                    <a:pt x="154837" y="380027"/>
                  </a:lnTo>
                  <a:lnTo>
                    <a:pt x="154266" y="380082"/>
                  </a:lnTo>
                  <a:lnTo>
                    <a:pt x="154218" y="379390"/>
                  </a:lnTo>
                  <a:lnTo>
                    <a:pt x="153659" y="379442"/>
                  </a:lnTo>
                  <a:lnTo>
                    <a:pt x="152191" y="379451"/>
                  </a:lnTo>
                  <a:lnTo>
                    <a:pt x="151510" y="379568"/>
                  </a:lnTo>
                  <a:lnTo>
                    <a:pt x="151420" y="379852"/>
                  </a:lnTo>
                  <a:lnTo>
                    <a:pt x="151367" y="380194"/>
                  </a:lnTo>
                  <a:lnTo>
                    <a:pt x="150021" y="380860"/>
                  </a:lnTo>
                  <a:lnTo>
                    <a:pt x="149462" y="381095"/>
                  </a:lnTo>
                  <a:lnTo>
                    <a:pt x="149317" y="381020"/>
                  </a:lnTo>
                  <a:lnTo>
                    <a:pt x="149161" y="381217"/>
                  </a:lnTo>
                  <a:lnTo>
                    <a:pt x="149288" y="381445"/>
                  </a:lnTo>
                  <a:lnTo>
                    <a:pt x="149446" y="381729"/>
                  </a:lnTo>
                  <a:lnTo>
                    <a:pt x="148079" y="382457"/>
                  </a:lnTo>
                  <a:lnTo>
                    <a:pt x="147849" y="382577"/>
                  </a:lnTo>
                  <a:lnTo>
                    <a:pt x="148422" y="382986"/>
                  </a:lnTo>
                  <a:lnTo>
                    <a:pt x="148350" y="383396"/>
                  </a:lnTo>
                  <a:lnTo>
                    <a:pt x="148131" y="383556"/>
                  </a:lnTo>
                  <a:lnTo>
                    <a:pt x="147810" y="383394"/>
                  </a:lnTo>
                  <a:lnTo>
                    <a:pt x="147361" y="382787"/>
                  </a:lnTo>
                  <a:lnTo>
                    <a:pt x="147156" y="383029"/>
                  </a:lnTo>
                  <a:lnTo>
                    <a:pt x="146231" y="384150"/>
                  </a:lnTo>
                  <a:lnTo>
                    <a:pt x="145638" y="384028"/>
                  </a:lnTo>
                  <a:lnTo>
                    <a:pt x="145467" y="383885"/>
                  </a:lnTo>
                  <a:lnTo>
                    <a:pt x="145529" y="384191"/>
                  </a:lnTo>
                  <a:lnTo>
                    <a:pt x="146099" y="384555"/>
                  </a:lnTo>
                  <a:lnTo>
                    <a:pt x="146091" y="384825"/>
                  </a:lnTo>
                  <a:lnTo>
                    <a:pt x="145939" y="385007"/>
                  </a:lnTo>
                  <a:lnTo>
                    <a:pt x="145210" y="385725"/>
                  </a:lnTo>
                  <a:lnTo>
                    <a:pt x="145139" y="386142"/>
                  </a:lnTo>
                  <a:lnTo>
                    <a:pt x="145308" y="386344"/>
                  </a:lnTo>
                  <a:lnTo>
                    <a:pt x="145053" y="386510"/>
                  </a:lnTo>
                  <a:lnTo>
                    <a:pt x="144826" y="386576"/>
                  </a:lnTo>
                  <a:lnTo>
                    <a:pt x="144593" y="386349"/>
                  </a:lnTo>
                  <a:lnTo>
                    <a:pt x="144435" y="386384"/>
                  </a:lnTo>
                  <a:lnTo>
                    <a:pt x="143796" y="386702"/>
                  </a:lnTo>
                  <a:lnTo>
                    <a:pt x="143730" y="387036"/>
                  </a:lnTo>
                  <a:lnTo>
                    <a:pt x="143720" y="387167"/>
                  </a:lnTo>
                  <a:lnTo>
                    <a:pt x="143503" y="387173"/>
                  </a:lnTo>
                  <a:lnTo>
                    <a:pt x="143486" y="387002"/>
                  </a:lnTo>
                  <a:lnTo>
                    <a:pt x="143257" y="386907"/>
                  </a:lnTo>
                  <a:lnTo>
                    <a:pt x="143027" y="386962"/>
                  </a:lnTo>
                  <a:lnTo>
                    <a:pt x="142675" y="387098"/>
                  </a:lnTo>
                  <a:lnTo>
                    <a:pt x="142388" y="387290"/>
                  </a:lnTo>
                  <a:lnTo>
                    <a:pt x="141845" y="387623"/>
                  </a:lnTo>
                  <a:lnTo>
                    <a:pt x="141497" y="387788"/>
                  </a:lnTo>
                  <a:lnTo>
                    <a:pt x="141276" y="387952"/>
                  </a:lnTo>
                  <a:lnTo>
                    <a:pt x="141070" y="388165"/>
                  </a:lnTo>
                  <a:lnTo>
                    <a:pt x="140682" y="388709"/>
                  </a:lnTo>
                  <a:lnTo>
                    <a:pt x="140197" y="388756"/>
                  </a:lnTo>
                  <a:lnTo>
                    <a:pt x="139896" y="388925"/>
                  </a:lnTo>
                  <a:lnTo>
                    <a:pt x="139737" y="389094"/>
                  </a:lnTo>
                  <a:lnTo>
                    <a:pt x="139630" y="389297"/>
                  </a:lnTo>
                  <a:lnTo>
                    <a:pt x="139945" y="390015"/>
                  </a:lnTo>
                  <a:lnTo>
                    <a:pt x="139780" y="390408"/>
                  </a:lnTo>
                  <a:lnTo>
                    <a:pt x="139654" y="390657"/>
                  </a:lnTo>
                  <a:lnTo>
                    <a:pt x="139492" y="390974"/>
                  </a:lnTo>
                  <a:lnTo>
                    <a:pt x="138877" y="390864"/>
                  </a:lnTo>
                  <a:lnTo>
                    <a:pt x="138614" y="390904"/>
                  </a:lnTo>
                  <a:lnTo>
                    <a:pt x="138815" y="391000"/>
                  </a:lnTo>
                  <a:lnTo>
                    <a:pt x="139278" y="391046"/>
                  </a:lnTo>
                  <a:lnTo>
                    <a:pt x="139439" y="391081"/>
                  </a:lnTo>
                  <a:lnTo>
                    <a:pt x="139778" y="391248"/>
                  </a:lnTo>
                  <a:lnTo>
                    <a:pt x="139704" y="391720"/>
                  </a:lnTo>
                  <a:lnTo>
                    <a:pt x="139942" y="391784"/>
                  </a:lnTo>
                  <a:lnTo>
                    <a:pt x="140709" y="391908"/>
                  </a:lnTo>
                  <a:lnTo>
                    <a:pt x="140881" y="391975"/>
                  </a:lnTo>
                  <a:lnTo>
                    <a:pt x="141275" y="391987"/>
                  </a:lnTo>
                  <a:lnTo>
                    <a:pt x="141524" y="392130"/>
                  </a:lnTo>
                  <a:lnTo>
                    <a:pt x="141655" y="392173"/>
                  </a:lnTo>
                  <a:lnTo>
                    <a:pt x="141922" y="392273"/>
                  </a:lnTo>
                  <a:lnTo>
                    <a:pt x="141378" y="392125"/>
                  </a:lnTo>
                  <a:lnTo>
                    <a:pt x="140851" y="392189"/>
                  </a:lnTo>
                  <a:lnTo>
                    <a:pt x="140566" y="392302"/>
                  </a:lnTo>
                  <a:lnTo>
                    <a:pt x="140407" y="392365"/>
                  </a:lnTo>
                  <a:lnTo>
                    <a:pt x="140018" y="392461"/>
                  </a:lnTo>
                  <a:lnTo>
                    <a:pt x="139804" y="392529"/>
                  </a:lnTo>
                  <a:lnTo>
                    <a:pt x="139575" y="393044"/>
                  </a:lnTo>
                  <a:lnTo>
                    <a:pt x="139199" y="393133"/>
                  </a:lnTo>
                  <a:lnTo>
                    <a:pt x="139020" y="393186"/>
                  </a:lnTo>
                  <a:lnTo>
                    <a:pt x="138707" y="393671"/>
                  </a:lnTo>
                  <a:lnTo>
                    <a:pt x="138567" y="393650"/>
                  </a:lnTo>
                  <a:lnTo>
                    <a:pt x="138320" y="393520"/>
                  </a:lnTo>
                  <a:lnTo>
                    <a:pt x="138388" y="394136"/>
                  </a:lnTo>
                  <a:lnTo>
                    <a:pt x="138155" y="394156"/>
                  </a:lnTo>
                  <a:lnTo>
                    <a:pt x="137739" y="394049"/>
                  </a:lnTo>
                  <a:lnTo>
                    <a:pt x="137307" y="394215"/>
                  </a:lnTo>
                  <a:lnTo>
                    <a:pt x="137055" y="394128"/>
                  </a:lnTo>
                  <a:lnTo>
                    <a:pt x="136699" y="393888"/>
                  </a:lnTo>
                  <a:lnTo>
                    <a:pt x="136562" y="393695"/>
                  </a:lnTo>
                  <a:lnTo>
                    <a:pt x="136362" y="393679"/>
                  </a:lnTo>
                  <a:lnTo>
                    <a:pt x="136297" y="393837"/>
                  </a:lnTo>
                  <a:lnTo>
                    <a:pt x="136498" y="394594"/>
                  </a:lnTo>
                  <a:lnTo>
                    <a:pt x="136611" y="394975"/>
                  </a:lnTo>
                  <a:lnTo>
                    <a:pt x="137201" y="395552"/>
                  </a:lnTo>
                  <a:lnTo>
                    <a:pt x="137382" y="395765"/>
                  </a:lnTo>
                  <a:lnTo>
                    <a:pt x="137545" y="395983"/>
                  </a:lnTo>
                  <a:lnTo>
                    <a:pt x="137237" y="396431"/>
                  </a:lnTo>
                  <a:lnTo>
                    <a:pt x="136962" y="396319"/>
                  </a:lnTo>
                  <a:lnTo>
                    <a:pt x="136809" y="396287"/>
                  </a:lnTo>
                  <a:lnTo>
                    <a:pt x="136655" y="396255"/>
                  </a:lnTo>
                  <a:lnTo>
                    <a:pt x="136174" y="395995"/>
                  </a:lnTo>
                  <a:lnTo>
                    <a:pt x="135908" y="395870"/>
                  </a:lnTo>
                  <a:lnTo>
                    <a:pt x="135545" y="395785"/>
                  </a:lnTo>
                  <a:lnTo>
                    <a:pt x="135030" y="395952"/>
                  </a:lnTo>
                  <a:lnTo>
                    <a:pt x="134496" y="396199"/>
                  </a:lnTo>
                  <a:lnTo>
                    <a:pt x="134052" y="396454"/>
                  </a:lnTo>
                  <a:lnTo>
                    <a:pt x="133568" y="397426"/>
                  </a:lnTo>
                  <a:lnTo>
                    <a:pt x="133496" y="397765"/>
                  </a:lnTo>
                  <a:lnTo>
                    <a:pt x="133296" y="398063"/>
                  </a:lnTo>
                  <a:lnTo>
                    <a:pt x="132923" y="397848"/>
                  </a:lnTo>
                  <a:lnTo>
                    <a:pt x="132617" y="397677"/>
                  </a:lnTo>
                  <a:lnTo>
                    <a:pt x="132224" y="397480"/>
                  </a:lnTo>
                  <a:lnTo>
                    <a:pt x="131881" y="397071"/>
                  </a:lnTo>
                  <a:lnTo>
                    <a:pt x="131573" y="396835"/>
                  </a:lnTo>
                  <a:lnTo>
                    <a:pt x="131195" y="396754"/>
                  </a:lnTo>
                  <a:lnTo>
                    <a:pt x="130946" y="396761"/>
                  </a:lnTo>
                  <a:lnTo>
                    <a:pt x="130558" y="397031"/>
                  </a:lnTo>
                  <a:lnTo>
                    <a:pt x="130601" y="397373"/>
                  </a:lnTo>
                  <a:lnTo>
                    <a:pt x="130863" y="397643"/>
                  </a:lnTo>
                  <a:lnTo>
                    <a:pt x="131176" y="397626"/>
                  </a:lnTo>
                  <a:lnTo>
                    <a:pt x="131300" y="397992"/>
                  </a:lnTo>
                  <a:lnTo>
                    <a:pt x="131545" y="398438"/>
                  </a:lnTo>
                  <a:lnTo>
                    <a:pt x="131619" y="398664"/>
                  </a:lnTo>
                  <a:lnTo>
                    <a:pt x="131278" y="398806"/>
                  </a:lnTo>
                  <a:lnTo>
                    <a:pt x="131210" y="398610"/>
                  </a:lnTo>
                  <a:lnTo>
                    <a:pt x="131008" y="398206"/>
                  </a:lnTo>
                  <a:lnTo>
                    <a:pt x="130721" y="398075"/>
                  </a:lnTo>
                  <a:lnTo>
                    <a:pt x="130582" y="398103"/>
                  </a:lnTo>
                  <a:lnTo>
                    <a:pt x="130121" y="398242"/>
                  </a:lnTo>
                  <a:lnTo>
                    <a:pt x="129874" y="398187"/>
                  </a:lnTo>
                  <a:lnTo>
                    <a:pt x="129314" y="397884"/>
                  </a:lnTo>
                  <a:lnTo>
                    <a:pt x="128860" y="397747"/>
                  </a:lnTo>
                  <a:lnTo>
                    <a:pt x="128422" y="397615"/>
                  </a:lnTo>
                  <a:lnTo>
                    <a:pt x="128049" y="397601"/>
                  </a:lnTo>
                  <a:lnTo>
                    <a:pt x="128255" y="398069"/>
                  </a:lnTo>
                  <a:lnTo>
                    <a:pt x="128376" y="398299"/>
                  </a:lnTo>
                  <a:lnTo>
                    <a:pt x="128704" y="398592"/>
                  </a:lnTo>
                  <a:lnTo>
                    <a:pt x="129042" y="398880"/>
                  </a:lnTo>
                  <a:lnTo>
                    <a:pt x="129240" y="399000"/>
                  </a:lnTo>
                  <a:lnTo>
                    <a:pt x="129448" y="399126"/>
                  </a:lnTo>
                  <a:lnTo>
                    <a:pt x="129584" y="399209"/>
                  </a:lnTo>
                  <a:lnTo>
                    <a:pt x="130397" y="399838"/>
                  </a:lnTo>
                  <a:lnTo>
                    <a:pt x="130337" y="400173"/>
                  </a:lnTo>
                  <a:lnTo>
                    <a:pt x="130432" y="400857"/>
                  </a:lnTo>
                  <a:lnTo>
                    <a:pt x="130535" y="401230"/>
                  </a:lnTo>
                  <a:lnTo>
                    <a:pt x="130359" y="401402"/>
                  </a:lnTo>
                  <a:lnTo>
                    <a:pt x="130006" y="401708"/>
                  </a:lnTo>
                  <a:lnTo>
                    <a:pt x="129537" y="402011"/>
                  </a:lnTo>
                  <a:lnTo>
                    <a:pt x="129072" y="402355"/>
                  </a:lnTo>
                  <a:lnTo>
                    <a:pt x="128929" y="402415"/>
                  </a:lnTo>
                  <a:lnTo>
                    <a:pt x="128458" y="402186"/>
                  </a:lnTo>
                  <a:lnTo>
                    <a:pt x="128087" y="402091"/>
                  </a:lnTo>
                  <a:lnTo>
                    <a:pt x="127676" y="401853"/>
                  </a:lnTo>
                  <a:lnTo>
                    <a:pt x="127751" y="401533"/>
                  </a:lnTo>
                  <a:lnTo>
                    <a:pt x="128009" y="401403"/>
                  </a:lnTo>
                  <a:lnTo>
                    <a:pt x="127291" y="401064"/>
                  </a:lnTo>
                  <a:lnTo>
                    <a:pt x="126928" y="400826"/>
                  </a:lnTo>
                  <a:lnTo>
                    <a:pt x="126570" y="400438"/>
                  </a:lnTo>
                  <a:lnTo>
                    <a:pt x="126373" y="399540"/>
                  </a:lnTo>
                  <a:lnTo>
                    <a:pt x="126223" y="399351"/>
                  </a:lnTo>
                  <a:lnTo>
                    <a:pt x="125718" y="398510"/>
                  </a:lnTo>
                  <a:lnTo>
                    <a:pt x="125480" y="398414"/>
                  </a:lnTo>
                  <a:lnTo>
                    <a:pt x="124940" y="398136"/>
                  </a:lnTo>
                  <a:lnTo>
                    <a:pt x="124514" y="398184"/>
                  </a:lnTo>
                  <a:lnTo>
                    <a:pt x="123976" y="398153"/>
                  </a:lnTo>
                  <a:lnTo>
                    <a:pt x="123660" y="397903"/>
                  </a:lnTo>
                  <a:lnTo>
                    <a:pt x="123520" y="397850"/>
                  </a:lnTo>
                  <a:lnTo>
                    <a:pt x="123367" y="397830"/>
                  </a:lnTo>
                  <a:lnTo>
                    <a:pt x="122966" y="398006"/>
                  </a:lnTo>
                  <a:lnTo>
                    <a:pt x="122891" y="398218"/>
                  </a:lnTo>
                  <a:lnTo>
                    <a:pt x="123031" y="398315"/>
                  </a:lnTo>
                  <a:lnTo>
                    <a:pt x="123572" y="398117"/>
                  </a:lnTo>
                  <a:lnTo>
                    <a:pt x="123864" y="398446"/>
                  </a:lnTo>
                  <a:lnTo>
                    <a:pt x="124096" y="398797"/>
                  </a:lnTo>
                  <a:lnTo>
                    <a:pt x="124202" y="398957"/>
                  </a:lnTo>
                  <a:lnTo>
                    <a:pt x="123715" y="399357"/>
                  </a:lnTo>
                  <a:lnTo>
                    <a:pt x="123389" y="399520"/>
                  </a:lnTo>
                  <a:lnTo>
                    <a:pt x="123067" y="399517"/>
                  </a:lnTo>
                  <a:lnTo>
                    <a:pt x="122860" y="399515"/>
                  </a:lnTo>
                  <a:lnTo>
                    <a:pt x="122554" y="399245"/>
                  </a:lnTo>
                  <a:lnTo>
                    <a:pt x="122577" y="398865"/>
                  </a:lnTo>
                  <a:lnTo>
                    <a:pt x="121969" y="398698"/>
                  </a:lnTo>
                  <a:lnTo>
                    <a:pt x="121357" y="398817"/>
                  </a:lnTo>
                  <a:lnTo>
                    <a:pt x="121105" y="399123"/>
                  </a:lnTo>
                  <a:lnTo>
                    <a:pt x="121040" y="398953"/>
                  </a:lnTo>
                  <a:lnTo>
                    <a:pt x="120614" y="398805"/>
                  </a:lnTo>
                  <a:lnTo>
                    <a:pt x="120290" y="398880"/>
                  </a:lnTo>
                  <a:lnTo>
                    <a:pt x="119604" y="399577"/>
                  </a:lnTo>
                  <a:lnTo>
                    <a:pt x="119807" y="399609"/>
                  </a:lnTo>
                  <a:lnTo>
                    <a:pt x="120222" y="399649"/>
                  </a:lnTo>
                  <a:lnTo>
                    <a:pt x="120508" y="399867"/>
                  </a:lnTo>
                  <a:lnTo>
                    <a:pt x="120448" y="400110"/>
                  </a:lnTo>
                  <a:lnTo>
                    <a:pt x="120435" y="400355"/>
                  </a:lnTo>
                  <a:lnTo>
                    <a:pt x="120656" y="400615"/>
                  </a:lnTo>
                  <a:lnTo>
                    <a:pt x="120354" y="401002"/>
                  </a:lnTo>
                  <a:lnTo>
                    <a:pt x="120045" y="401277"/>
                  </a:lnTo>
                  <a:lnTo>
                    <a:pt x="119750" y="401490"/>
                  </a:lnTo>
                  <a:lnTo>
                    <a:pt x="119566" y="401350"/>
                  </a:lnTo>
                  <a:lnTo>
                    <a:pt x="119081" y="401548"/>
                  </a:lnTo>
                  <a:lnTo>
                    <a:pt x="118937" y="401695"/>
                  </a:lnTo>
                  <a:lnTo>
                    <a:pt x="118752" y="401886"/>
                  </a:lnTo>
                  <a:lnTo>
                    <a:pt x="118355" y="402079"/>
                  </a:lnTo>
                  <a:lnTo>
                    <a:pt x="118465" y="402411"/>
                  </a:lnTo>
                  <a:lnTo>
                    <a:pt x="118580" y="402756"/>
                  </a:lnTo>
                  <a:lnTo>
                    <a:pt x="118231" y="403006"/>
                  </a:lnTo>
                  <a:lnTo>
                    <a:pt x="118629" y="403075"/>
                  </a:lnTo>
                  <a:lnTo>
                    <a:pt x="118947" y="402832"/>
                  </a:lnTo>
                  <a:lnTo>
                    <a:pt x="119092" y="402723"/>
                  </a:lnTo>
                  <a:lnTo>
                    <a:pt x="119692" y="402435"/>
                  </a:lnTo>
                  <a:lnTo>
                    <a:pt x="119890" y="402564"/>
                  </a:lnTo>
                  <a:lnTo>
                    <a:pt x="119729" y="403016"/>
                  </a:lnTo>
                  <a:lnTo>
                    <a:pt x="120409" y="402982"/>
                  </a:lnTo>
                  <a:lnTo>
                    <a:pt x="120738" y="402884"/>
                  </a:lnTo>
                  <a:lnTo>
                    <a:pt x="120991" y="402926"/>
                  </a:lnTo>
                  <a:lnTo>
                    <a:pt x="121053" y="403064"/>
                  </a:lnTo>
                  <a:lnTo>
                    <a:pt x="121356" y="403186"/>
                  </a:lnTo>
                  <a:lnTo>
                    <a:pt x="121739" y="403314"/>
                  </a:lnTo>
                  <a:lnTo>
                    <a:pt x="122007" y="403402"/>
                  </a:lnTo>
                  <a:lnTo>
                    <a:pt x="122835" y="403815"/>
                  </a:lnTo>
                  <a:lnTo>
                    <a:pt x="122815" y="404465"/>
                  </a:lnTo>
                  <a:lnTo>
                    <a:pt x="122401" y="405110"/>
                  </a:lnTo>
                  <a:lnTo>
                    <a:pt x="122449" y="405452"/>
                  </a:lnTo>
                  <a:lnTo>
                    <a:pt x="122262" y="405793"/>
                  </a:lnTo>
                  <a:lnTo>
                    <a:pt x="121658" y="406053"/>
                  </a:lnTo>
                  <a:lnTo>
                    <a:pt x="121496" y="405821"/>
                  </a:lnTo>
                  <a:lnTo>
                    <a:pt x="121203" y="405643"/>
                  </a:lnTo>
                  <a:lnTo>
                    <a:pt x="120747" y="406230"/>
                  </a:lnTo>
                  <a:lnTo>
                    <a:pt x="120182" y="406383"/>
                  </a:lnTo>
                  <a:lnTo>
                    <a:pt x="119785" y="406290"/>
                  </a:lnTo>
                  <a:lnTo>
                    <a:pt x="119119" y="406237"/>
                  </a:lnTo>
                  <a:lnTo>
                    <a:pt x="118687" y="406243"/>
                  </a:lnTo>
                  <a:lnTo>
                    <a:pt x="118278" y="406065"/>
                  </a:lnTo>
                  <a:lnTo>
                    <a:pt x="117832" y="405810"/>
                  </a:lnTo>
                  <a:lnTo>
                    <a:pt x="117473" y="405727"/>
                  </a:lnTo>
                  <a:lnTo>
                    <a:pt x="117276" y="405682"/>
                  </a:lnTo>
                  <a:lnTo>
                    <a:pt x="116937" y="405611"/>
                  </a:lnTo>
                  <a:lnTo>
                    <a:pt x="116138" y="405712"/>
                  </a:lnTo>
                  <a:lnTo>
                    <a:pt x="115985" y="405965"/>
                  </a:lnTo>
                  <a:lnTo>
                    <a:pt x="115935" y="406131"/>
                  </a:lnTo>
                  <a:lnTo>
                    <a:pt x="115297" y="406770"/>
                  </a:lnTo>
                  <a:lnTo>
                    <a:pt x="115100" y="406805"/>
                  </a:lnTo>
                  <a:lnTo>
                    <a:pt x="114863" y="406887"/>
                  </a:lnTo>
                  <a:lnTo>
                    <a:pt x="114461" y="407600"/>
                  </a:lnTo>
                  <a:lnTo>
                    <a:pt x="114079" y="408105"/>
                  </a:lnTo>
                  <a:lnTo>
                    <a:pt x="113869" y="408140"/>
                  </a:lnTo>
                  <a:lnTo>
                    <a:pt x="113283" y="408160"/>
                  </a:lnTo>
                  <a:lnTo>
                    <a:pt x="112734" y="408274"/>
                  </a:lnTo>
                  <a:lnTo>
                    <a:pt x="112372" y="408456"/>
                  </a:lnTo>
                  <a:lnTo>
                    <a:pt x="111442" y="408549"/>
                  </a:lnTo>
                  <a:lnTo>
                    <a:pt x="111173" y="408422"/>
                  </a:lnTo>
                  <a:lnTo>
                    <a:pt x="110365" y="408513"/>
                  </a:lnTo>
                  <a:lnTo>
                    <a:pt x="109808" y="408697"/>
                  </a:lnTo>
                  <a:lnTo>
                    <a:pt x="109291" y="408634"/>
                  </a:lnTo>
                  <a:lnTo>
                    <a:pt x="108697" y="408525"/>
                  </a:lnTo>
                  <a:lnTo>
                    <a:pt x="108488" y="408464"/>
                  </a:lnTo>
                  <a:lnTo>
                    <a:pt x="108109" y="408329"/>
                  </a:lnTo>
                  <a:lnTo>
                    <a:pt x="107532" y="408123"/>
                  </a:lnTo>
                  <a:lnTo>
                    <a:pt x="107030" y="408130"/>
                  </a:lnTo>
                  <a:lnTo>
                    <a:pt x="106502" y="408268"/>
                  </a:lnTo>
                  <a:lnTo>
                    <a:pt x="106277" y="408326"/>
                  </a:lnTo>
                  <a:lnTo>
                    <a:pt x="105926" y="408943"/>
                  </a:lnTo>
                  <a:lnTo>
                    <a:pt x="105717" y="409266"/>
                  </a:lnTo>
                  <a:lnTo>
                    <a:pt x="105439" y="409666"/>
                  </a:lnTo>
                  <a:lnTo>
                    <a:pt x="105063" y="409661"/>
                  </a:lnTo>
                  <a:lnTo>
                    <a:pt x="104327" y="409544"/>
                  </a:lnTo>
                  <a:lnTo>
                    <a:pt x="103956" y="409669"/>
                  </a:lnTo>
                  <a:lnTo>
                    <a:pt x="103464" y="409776"/>
                  </a:lnTo>
                  <a:lnTo>
                    <a:pt x="103054" y="409202"/>
                  </a:lnTo>
                  <a:lnTo>
                    <a:pt x="102896" y="409146"/>
                  </a:lnTo>
                  <a:lnTo>
                    <a:pt x="102628" y="409125"/>
                  </a:lnTo>
                  <a:lnTo>
                    <a:pt x="102307" y="409102"/>
                  </a:lnTo>
                  <a:lnTo>
                    <a:pt x="101880" y="409314"/>
                  </a:lnTo>
                  <a:lnTo>
                    <a:pt x="101626" y="409822"/>
                  </a:lnTo>
                  <a:lnTo>
                    <a:pt x="101550" y="410023"/>
                  </a:lnTo>
                  <a:lnTo>
                    <a:pt x="101508" y="410210"/>
                  </a:lnTo>
                  <a:lnTo>
                    <a:pt x="101623" y="410567"/>
                  </a:lnTo>
                  <a:lnTo>
                    <a:pt x="101819" y="410179"/>
                  </a:lnTo>
                  <a:lnTo>
                    <a:pt x="102001" y="410029"/>
                  </a:lnTo>
                  <a:lnTo>
                    <a:pt x="102398" y="409829"/>
                  </a:lnTo>
                  <a:lnTo>
                    <a:pt x="102960" y="409755"/>
                  </a:lnTo>
                  <a:lnTo>
                    <a:pt x="102851" y="409972"/>
                  </a:lnTo>
                  <a:lnTo>
                    <a:pt x="102334" y="410798"/>
                  </a:lnTo>
                  <a:lnTo>
                    <a:pt x="102109" y="411047"/>
                  </a:lnTo>
                  <a:lnTo>
                    <a:pt x="101978" y="411068"/>
                  </a:lnTo>
                  <a:lnTo>
                    <a:pt x="101719" y="411173"/>
                  </a:lnTo>
                  <a:lnTo>
                    <a:pt x="101511" y="411355"/>
                  </a:lnTo>
                  <a:lnTo>
                    <a:pt x="101418" y="411673"/>
                  </a:lnTo>
                  <a:lnTo>
                    <a:pt x="101392" y="411972"/>
                  </a:lnTo>
                  <a:lnTo>
                    <a:pt x="101274" y="412263"/>
                  </a:lnTo>
                  <a:lnTo>
                    <a:pt x="101065" y="412507"/>
                  </a:lnTo>
                  <a:lnTo>
                    <a:pt x="100493" y="413098"/>
                  </a:lnTo>
                  <a:lnTo>
                    <a:pt x="100017" y="413137"/>
                  </a:lnTo>
                  <a:lnTo>
                    <a:pt x="99810" y="413119"/>
                  </a:lnTo>
                  <a:lnTo>
                    <a:pt x="99364" y="413080"/>
                  </a:lnTo>
                  <a:lnTo>
                    <a:pt x="99002" y="413019"/>
                  </a:lnTo>
                  <a:lnTo>
                    <a:pt x="98505" y="413007"/>
                  </a:lnTo>
                  <a:lnTo>
                    <a:pt x="97979" y="412821"/>
                  </a:lnTo>
                  <a:lnTo>
                    <a:pt x="97957" y="412653"/>
                  </a:lnTo>
                  <a:lnTo>
                    <a:pt x="97961" y="412466"/>
                  </a:lnTo>
                  <a:lnTo>
                    <a:pt x="97950" y="412178"/>
                  </a:lnTo>
                  <a:lnTo>
                    <a:pt x="97928" y="412025"/>
                  </a:lnTo>
                  <a:lnTo>
                    <a:pt x="97011" y="410283"/>
                  </a:lnTo>
                  <a:lnTo>
                    <a:pt x="97351" y="410132"/>
                  </a:lnTo>
                  <a:lnTo>
                    <a:pt x="98292" y="409995"/>
                  </a:lnTo>
                  <a:lnTo>
                    <a:pt x="98369" y="409852"/>
                  </a:lnTo>
                  <a:lnTo>
                    <a:pt x="98266" y="409513"/>
                  </a:lnTo>
                  <a:lnTo>
                    <a:pt x="97707" y="409627"/>
                  </a:lnTo>
                  <a:lnTo>
                    <a:pt x="97731" y="409197"/>
                  </a:lnTo>
                  <a:lnTo>
                    <a:pt x="98048" y="408952"/>
                  </a:lnTo>
                  <a:lnTo>
                    <a:pt x="98012" y="408490"/>
                  </a:lnTo>
                  <a:lnTo>
                    <a:pt x="97765" y="408664"/>
                  </a:lnTo>
                  <a:lnTo>
                    <a:pt x="97681" y="408807"/>
                  </a:lnTo>
                  <a:lnTo>
                    <a:pt x="97443" y="408709"/>
                  </a:lnTo>
                  <a:lnTo>
                    <a:pt x="97057" y="408369"/>
                  </a:lnTo>
                  <a:lnTo>
                    <a:pt x="97111" y="408018"/>
                  </a:lnTo>
                  <a:lnTo>
                    <a:pt x="97105" y="407803"/>
                  </a:lnTo>
                  <a:lnTo>
                    <a:pt x="97100" y="407639"/>
                  </a:lnTo>
                  <a:lnTo>
                    <a:pt x="96863" y="407127"/>
                  </a:lnTo>
                  <a:lnTo>
                    <a:pt x="96793" y="406817"/>
                  </a:lnTo>
                  <a:lnTo>
                    <a:pt x="96932" y="406457"/>
                  </a:lnTo>
                  <a:lnTo>
                    <a:pt x="97484" y="405622"/>
                  </a:lnTo>
                  <a:lnTo>
                    <a:pt x="97451" y="405449"/>
                  </a:lnTo>
                  <a:lnTo>
                    <a:pt x="97426" y="405176"/>
                  </a:lnTo>
                  <a:lnTo>
                    <a:pt x="97339" y="404944"/>
                  </a:lnTo>
                  <a:lnTo>
                    <a:pt x="96597" y="404814"/>
                  </a:lnTo>
                  <a:lnTo>
                    <a:pt x="96397" y="404827"/>
                  </a:lnTo>
                  <a:lnTo>
                    <a:pt x="96004" y="404618"/>
                  </a:lnTo>
                  <a:lnTo>
                    <a:pt x="95958" y="403879"/>
                  </a:lnTo>
                  <a:lnTo>
                    <a:pt x="96029" y="403658"/>
                  </a:lnTo>
                  <a:lnTo>
                    <a:pt x="96206" y="403310"/>
                  </a:lnTo>
                  <a:lnTo>
                    <a:pt x="96467" y="402981"/>
                  </a:lnTo>
                  <a:lnTo>
                    <a:pt x="96621" y="402927"/>
                  </a:lnTo>
                  <a:lnTo>
                    <a:pt x="96794" y="402866"/>
                  </a:lnTo>
                  <a:lnTo>
                    <a:pt x="97013" y="402789"/>
                  </a:lnTo>
                  <a:lnTo>
                    <a:pt x="97419" y="402704"/>
                  </a:lnTo>
                  <a:lnTo>
                    <a:pt x="97482" y="402205"/>
                  </a:lnTo>
                  <a:lnTo>
                    <a:pt x="98269" y="401891"/>
                  </a:lnTo>
                  <a:lnTo>
                    <a:pt x="98730" y="402003"/>
                  </a:lnTo>
                  <a:lnTo>
                    <a:pt x="99421" y="401977"/>
                  </a:lnTo>
                  <a:lnTo>
                    <a:pt x="99618" y="401911"/>
                  </a:lnTo>
                  <a:lnTo>
                    <a:pt x="99769" y="401931"/>
                  </a:lnTo>
                  <a:lnTo>
                    <a:pt x="100091" y="402081"/>
                  </a:lnTo>
                  <a:lnTo>
                    <a:pt x="100267" y="402224"/>
                  </a:lnTo>
                  <a:lnTo>
                    <a:pt x="100422" y="402351"/>
                  </a:lnTo>
                  <a:lnTo>
                    <a:pt x="100818" y="402863"/>
                  </a:lnTo>
                  <a:lnTo>
                    <a:pt x="101010" y="402908"/>
                  </a:lnTo>
                  <a:lnTo>
                    <a:pt x="101381" y="402928"/>
                  </a:lnTo>
                  <a:lnTo>
                    <a:pt x="101848" y="402795"/>
                  </a:lnTo>
                  <a:lnTo>
                    <a:pt x="102075" y="402069"/>
                  </a:lnTo>
                  <a:lnTo>
                    <a:pt x="102306" y="401916"/>
                  </a:lnTo>
                  <a:lnTo>
                    <a:pt x="102479" y="401822"/>
                  </a:lnTo>
                  <a:lnTo>
                    <a:pt x="102633" y="401864"/>
                  </a:lnTo>
                  <a:lnTo>
                    <a:pt x="102999" y="401864"/>
                  </a:lnTo>
                  <a:lnTo>
                    <a:pt x="103347" y="401821"/>
                  </a:lnTo>
                  <a:lnTo>
                    <a:pt x="103579" y="401678"/>
                  </a:lnTo>
                  <a:lnTo>
                    <a:pt x="103930" y="401343"/>
                  </a:lnTo>
                  <a:lnTo>
                    <a:pt x="104051" y="401164"/>
                  </a:lnTo>
                  <a:lnTo>
                    <a:pt x="104809" y="401058"/>
                  </a:lnTo>
                  <a:lnTo>
                    <a:pt x="105252" y="401269"/>
                  </a:lnTo>
                  <a:lnTo>
                    <a:pt x="105541" y="401295"/>
                  </a:lnTo>
                  <a:lnTo>
                    <a:pt x="105971" y="401179"/>
                  </a:lnTo>
                  <a:lnTo>
                    <a:pt x="106228" y="401087"/>
                  </a:lnTo>
                  <a:lnTo>
                    <a:pt x="106664" y="400886"/>
                  </a:lnTo>
                  <a:lnTo>
                    <a:pt x="106807" y="400797"/>
                  </a:lnTo>
                  <a:lnTo>
                    <a:pt x="106925" y="400660"/>
                  </a:lnTo>
                  <a:lnTo>
                    <a:pt x="106829" y="400301"/>
                  </a:lnTo>
                  <a:lnTo>
                    <a:pt x="106722" y="400112"/>
                  </a:lnTo>
                  <a:lnTo>
                    <a:pt x="106655" y="399809"/>
                  </a:lnTo>
                  <a:lnTo>
                    <a:pt x="106616" y="399526"/>
                  </a:lnTo>
                  <a:lnTo>
                    <a:pt x="106448" y="399533"/>
                  </a:lnTo>
                  <a:lnTo>
                    <a:pt x="105956" y="399604"/>
                  </a:lnTo>
                  <a:lnTo>
                    <a:pt x="105813" y="399517"/>
                  </a:lnTo>
                  <a:lnTo>
                    <a:pt x="105760" y="399327"/>
                  </a:lnTo>
                  <a:lnTo>
                    <a:pt x="106065" y="399052"/>
                  </a:lnTo>
                  <a:lnTo>
                    <a:pt x="106377" y="398731"/>
                  </a:lnTo>
                  <a:lnTo>
                    <a:pt x="106505" y="398417"/>
                  </a:lnTo>
                  <a:lnTo>
                    <a:pt x="106748" y="397783"/>
                  </a:lnTo>
                  <a:lnTo>
                    <a:pt x="107086" y="397526"/>
                  </a:lnTo>
                  <a:lnTo>
                    <a:pt x="107705" y="397553"/>
                  </a:lnTo>
                  <a:lnTo>
                    <a:pt x="107853" y="397405"/>
                  </a:lnTo>
                  <a:lnTo>
                    <a:pt x="108415" y="396829"/>
                  </a:lnTo>
                  <a:lnTo>
                    <a:pt x="108475" y="397129"/>
                  </a:lnTo>
                  <a:lnTo>
                    <a:pt x="109146" y="397673"/>
                  </a:lnTo>
                  <a:lnTo>
                    <a:pt x="109300" y="397743"/>
                  </a:lnTo>
                  <a:lnTo>
                    <a:pt x="109599" y="398387"/>
                  </a:lnTo>
                  <a:lnTo>
                    <a:pt x="110435" y="398550"/>
                  </a:lnTo>
                  <a:lnTo>
                    <a:pt x="110692" y="398498"/>
                  </a:lnTo>
                  <a:lnTo>
                    <a:pt x="110978" y="398384"/>
                  </a:lnTo>
                  <a:lnTo>
                    <a:pt x="111164" y="398345"/>
                  </a:lnTo>
                  <a:lnTo>
                    <a:pt x="111433" y="398310"/>
                  </a:lnTo>
                  <a:lnTo>
                    <a:pt x="111816" y="398343"/>
                  </a:lnTo>
                  <a:lnTo>
                    <a:pt x="111917" y="398792"/>
                  </a:lnTo>
                  <a:lnTo>
                    <a:pt x="112576" y="398606"/>
                  </a:lnTo>
                  <a:lnTo>
                    <a:pt x="112860" y="398526"/>
                  </a:lnTo>
                  <a:lnTo>
                    <a:pt x="113582" y="398266"/>
                  </a:lnTo>
                  <a:lnTo>
                    <a:pt x="113714" y="398203"/>
                  </a:lnTo>
                  <a:lnTo>
                    <a:pt x="114258" y="397803"/>
                  </a:lnTo>
                  <a:lnTo>
                    <a:pt x="114609" y="397532"/>
                  </a:lnTo>
                  <a:lnTo>
                    <a:pt x="115116" y="397195"/>
                  </a:lnTo>
                  <a:lnTo>
                    <a:pt x="115538" y="396976"/>
                  </a:lnTo>
                  <a:lnTo>
                    <a:pt x="115869" y="396804"/>
                  </a:lnTo>
                  <a:lnTo>
                    <a:pt x="116139" y="396693"/>
                  </a:lnTo>
                  <a:lnTo>
                    <a:pt x="116495" y="396671"/>
                  </a:lnTo>
                  <a:lnTo>
                    <a:pt x="116680" y="396640"/>
                  </a:lnTo>
                  <a:lnTo>
                    <a:pt x="116949" y="396594"/>
                  </a:lnTo>
                  <a:lnTo>
                    <a:pt x="117148" y="396561"/>
                  </a:lnTo>
                  <a:lnTo>
                    <a:pt x="117340" y="396528"/>
                  </a:lnTo>
                  <a:lnTo>
                    <a:pt x="117741" y="396324"/>
                  </a:lnTo>
                  <a:lnTo>
                    <a:pt x="118277" y="396068"/>
                  </a:lnTo>
                  <a:lnTo>
                    <a:pt x="119014" y="396060"/>
                  </a:lnTo>
                  <a:lnTo>
                    <a:pt x="119433" y="395873"/>
                  </a:lnTo>
                  <a:lnTo>
                    <a:pt x="119227" y="395530"/>
                  </a:lnTo>
                  <a:lnTo>
                    <a:pt x="119632" y="395391"/>
                  </a:lnTo>
                  <a:lnTo>
                    <a:pt x="119917" y="395212"/>
                  </a:lnTo>
                  <a:lnTo>
                    <a:pt x="120110" y="395091"/>
                  </a:lnTo>
                  <a:lnTo>
                    <a:pt x="120444" y="395484"/>
                  </a:lnTo>
                  <a:lnTo>
                    <a:pt x="120730" y="395282"/>
                  </a:lnTo>
                  <a:lnTo>
                    <a:pt x="121060" y="394935"/>
                  </a:lnTo>
                  <a:lnTo>
                    <a:pt x="121205" y="394735"/>
                  </a:lnTo>
                  <a:lnTo>
                    <a:pt x="121614" y="394226"/>
                  </a:lnTo>
                  <a:lnTo>
                    <a:pt x="121484" y="393652"/>
                  </a:lnTo>
                  <a:lnTo>
                    <a:pt x="121190" y="393558"/>
                  </a:lnTo>
                  <a:lnTo>
                    <a:pt x="121223" y="393326"/>
                  </a:lnTo>
                  <a:lnTo>
                    <a:pt x="121470" y="393235"/>
                  </a:lnTo>
                  <a:lnTo>
                    <a:pt x="121163" y="392847"/>
                  </a:lnTo>
                  <a:lnTo>
                    <a:pt x="120764" y="392696"/>
                  </a:lnTo>
                  <a:lnTo>
                    <a:pt x="120526" y="392466"/>
                  </a:lnTo>
                  <a:lnTo>
                    <a:pt x="120207" y="392407"/>
                  </a:lnTo>
                  <a:lnTo>
                    <a:pt x="119972" y="392157"/>
                  </a:lnTo>
                  <a:lnTo>
                    <a:pt x="119714" y="391883"/>
                  </a:lnTo>
                  <a:lnTo>
                    <a:pt x="119549" y="391592"/>
                  </a:lnTo>
                  <a:lnTo>
                    <a:pt x="119155" y="391598"/>
                  </a:lnTo>
                  <a:lnTo>
                    <a:pt x="118698" y="391366"/>
                  </a:lnTo>
                  <a:lnTo>
                    <a:pt x="117795" y="391495"/>
                  </a:lnTo>
                  <a:lnTo>
                    <a:pt x="117704" y="391186"/>
                  </a:lnTo>
                  <a:lnTo>
                    <a:pt x="117656" y="391025"/>
                  </a:lnTo>
                  <a:lnTo>
                    <a:pt x="117812" y="390978"/>
                  </a:lnTo>
                  <a:lnTo>
                    <a:pt x="117815" y="390773"/>
                  </a:lnTo>
                  <a:lnTo>
                    <a:pt x="117659" y="390401"/>
                  </a:lnTo>
                  <a:lnTo>
                    <a:pt x="117199" y="390120"/>
                  </a:lnTo>
                  <a:lnTo>
                    <a:pt x="117306" y="389916"/>
                  </a:lnTo>
                  <a:lnTo>
                    <a:pt x="117544" y="389741"/>
                  </a:lnTo>
                  <a:lnTo>
                    <a:pt x="117737" y="389761"/>
                  </a:lnTo>
                  <a:lnTo>
                    <a:pt x="118026" y="389792"/>
                  </a:lnTo>
                  <a:lnTo>
                    <a:pt x="118275" y="389698"/>
                  </a:lnTo>
                  <a:lnTo>
                    <a:pt x="118281" y="389504"/>
                  </a:lnTo>
                  <a:lnTo>
                    <a:pt x="118256" y="389323"/>
                  </a:lnTo>
                  <a:lnTo>
                    <a:pt x="118128" y="389298"/>
                  </a:lnTo>
                  <a:lnTo>
                    <a:pt x="117560" y="389284"/>
                  </a:lnTo>
                  <a:lnTo>
                    <a:pt x="117404" y="389201"/>
                  </a:lnTo>
                  <a:lnTo>
                    <a:pt x="117326" y="388956"/>
                  </a:lnTo>
                  <a:lnTo>
                    <a:pt x="117510" y="388694"/>
                  </a:lnTo>
                  <a:lnTo>
                    <a:pt x="117640" y="388717"/>
                  </a:lnTo>
                  <a:lnTo>
                    <a:pt x="117858" y="388757"/>
                  </a:lnTo>
                  <a:lnTo>
                    <a:pt x="118090" y="388628"/>
                  </a:lnTo>
                  <a:lnTo>
                    <a:pt x="118280" y="388624"/>
                  </a:lnTo>
                  <a:lnTo>
                    <a:pt x="118918" y="388746"/>
                  </a:lnTo>
                  <a:lnTo>
                    <a:pt x="119208" y="388817"/>
                  </a:lnTo>
                  <a:lnTo>
                    <a:pt x="119341" y="388604"/>
                  </a:lnTo>
                  <a:lnTo>
                    <a:pt x="119441" y="388193"/>
                  </a:lnTo>
                  <a:lnTo>
                    <a:pt x="119488" y="387915"/>
                  </a:lnTo>
                  <a:lnTo>
                    <a:pt x="118725" y="387733"/>
                  </a:lnTo>
                  <a:lnTo>
                    <a:pt x="118507" y="387576"/>
                  </a:lnTo>
                  <a:lnTo>
                    <a:pt x="118298" y="387312"/>
                  </a:lnTo>
                  <a:lnTo>
                    <a:pt x="118169" y="387104"/>
                  </a:lnTo>
                  <a:lnTo>
                    <a:pt x="117524" y="387217"/>
                  </a:lnTo>
                  <a:lnTo>
                    <a:pt x="117565" y="386422"/>
                  </a:lnTo>
                  <a:lnTo>
                    <a:pt x="117775" y="386443"/>
                  </a:lnTo>
                  <a:lnTo>
                    <a:pt x="117942" y="386460"/>
                  </a:lnTo>
                  <a:lnTo>
                    <a:pt x="118456" y="386461"/>
                  </a:lnTo>
                  <a:lnTo>
                    <a:pt x="118963" y="386001"/>
                  </a:lnTo>
                  <a:lnTo>
                    <a:pt x="119480" y="386267"/>
                  </a:lnTo>
                  <a:lnTo>
                    <a:pt x="119706" y="386283"/>
                  </a:lnTo>
                  <a:lnTo>
                    <a:pt x="119904" y="386322"/>
                  </a:lnTo>
                  <a:lnTo>
                    <a:pt x="120509" y="386439"/>
                  </a:lnTo>
                  <a:lnTo>
                    <a:pt x="120981" y="386338"/>
                  </a:lnTo>
                  <a:lnTo>
                    <a:pt x="121331" y="386104"/>
                  </a:lnTo>
                  <a:lnTo>
                    <a:pt x="121358" y="385359"/>
                  </a:lnTo>
                  <a:lnTo>
                    <a:pt x="121152" y="384983"/>
                  </a:lnTo>
                  <a:lnTo>
                    <a:pt x="120958" y="384574"/>
                  </a:lnTo>
                  <a:lnTo>
                    <a:pt x="121127" y="384736"/>
                  </a:lnTo>
                  <a:lnTo>
                    <a:pt x="121675" y="384478"/>
                  </a:lnTo>
                  <a:lnTo>
                    <a:pt x="121910" y="384367"/>
                  </a:lnTo>
                  <a:lnTo>
                    <a:pt x="122296" y="384578"/>
                  </a:lnTo>
                  <a:lnTo>
                    <a:pt x="122551" y="384561"/>
                  </a:lnTo>
                  <a:lnTo>
                    <a:pt x="122832" y="384823"/>
                  </a:lnTo>
                  <a:lnTo>
                    <a:pt x="123422" y="384845"/>
                  </a:lnTo>
                  <a:lnTo>
                    <a:pt x="123413" y="384485"/>
                  </a:lnTo>
                  <a:lnTo>
                    <a:pt x="123452" y="384232"/>
                  </a:lnTo>
                  <a:lnTo>
                    <a:pt x="123055" y="384242"/>
                  </a:lnTo>
                  <a:lnTo>
                    <a:pt x="122826" y="384200"/>
                  </a:lnTo>
                  <a:lnTo>
                    <a:pt x="122865" y="384036"/>
                  </a:lnTo>
                  <a:lnTo>
                    <a:pt x="123100" y="383968"/>
                  </a:lnTo>
                  <a:lnTo>
                    <a:pt x="122868" y="383476"/>
                  </a:lnTo>
                  <a:lnTo>
                    <a:pt x="122515" y="383123"/>
                  </a:lnTo>
                  <a:lnTo>
                    <a:pt x="122725" y="382815"/>
                  </a:lnTo>
                  <a:lnTo>
                    <a:pt x="122907" y="382548"/>
                  </a:lnTo>
                  <a:lnTo>
                    <a:pt x="123292" y="382648"/>
                  </a:lnTo>
                  <a:lnTo>
                    <a:pt x="123428" y="382341"/>
                  </a:lnTo>
                  <a:lnTo>
                    <a:pt x="123174" y="382339"/>
                  </a:lnTo>
                  <a:lnTo>
                    <a:pt x="123012" y="382183"/>
                  </a:lnTo>
                  <a:lnTo>
                    <a:pt x="123246" y="381743"/>
                  </a:lnTo>
                  <a:lnTo>
                    <a:pt x="123564" y="381393"/>
                  </a:lnTo>
                  <a:lnTo>
                    <a:pt x="123701" y="381374"/>
                  </a:lnTo>
                  <a:lnTo>
                    <a:pt x="124042" y="381083"/>
                  </a:lnTo>
                  <a:lnTo>
                    <a:pt x="124566" y="381430"/>
                  </a:lnTo>
                  <a:lnTo>
                    <a:pt x="125247" y="381643"/>
                  </a:lnTo>
                  <a:lnTo>
                    <a:pt x="126704" y="381843"/>
                  </a:lnTo>
                  <a:lnTo>
                    <a:pt x="127038" y="381808"/>
                  </a:lnTo>
                  <a:lnTo>
                    <a:pt x="127371" y="381664"/>
                  </a:lnTo>
                  <a:lnTo>
                    <a:pt x="127666" y="381591"/>
                  </a:lnTo>
                  <a:lnTo>
                    <a:pt x="128132" y="381504"/>
                  </a:lnTo>
                  <a:lnTo>
                    <a:pt x="128118" y="381711"/>
                  </a:lnTo>
                  <a:lnTo>
                    <a:pt x="128501" y="381791"/>
                  </a:lnTo>
                  <a:lnTo>
                    <a:pt x="128850" y="381647"/>
                  </a:lnTo>
                  <a:lnTo>
                    <a:pt x="129237" y="381223"/>
                  </a:lnTo>
                  <a:lnTo>
                    <a:pt x="129864" y="380722"/>
                  </a:lnTo>
                  <a:lnTo>
                    <a:pt x="130158" y="380731"/>
                  </a:lnTo>
                  <a:lnTo>
                    <a:pt x="130316" y="380727"/>
                  </a:lnTo>
                  <a:lnTo>
                    <a:pt x="130310" y="380430"/>
                  </a:lnTo>
                  <a:lnTo>
                    <a:pt x="130588" y="380503"/>
                  </a:lnTo>
                  <a:lnTo>
                    <a:pt x="130587" y="380687"/>
                  </a:lnTo>
                  <a:lnTo>
                    <a:pt x="131109" y="380349"/>
                  </a:lnTo>
                  <a:lnTo>
                    <a:pt x="131510" y="380286"/>
                  </a:lnTo>
                  <a:lnTo>
                    <a:pt x="131647" y="380173"/>
                  </a:lnTo>
                  <a:lnTo>
                    <a:pt x="131447" y="380150"/>
                  </a:lnTo>
                  <a:lnTo>
                    <a:pt x="131178" y="380118"/>
                  </a:lnTo>
                  <a:lnTo>
                    <a:pt x="130867" y="380116"/>
                  </a:lnTo>
                  <a:lnTo>
                    <a:pt x="130559" y="380113"/>
                  </a:lnTo>
                  <a:lnTo>
                    <a:pt x="130198" y="380110"/>
                  </a:lnTo>
                  <a:lnTo>
                    <a:pt x="129911" y="380153"/>
                  </a:lnTo>
                  <a:lnTo>
                    <a:pt x="129471" y="380262"/>
                  </a:lnTo>
                  <a:lnTo>
                    <a:pt x="128886" y="380449"/>
                  </a:lnTo>
                  <a:lnTo>
                    <a:pt x="128639" y="380600"/>
                  </a:lnTo>
                  <a:lnTo>
                    <a:pt x="127925" y="380924"/>
                  </a:lnTo>
                  <a:lnTo>
                    <a:pt x="127655" y="381015"/>
                  </a:lnTo>
                  <a:lnTo>
                    <a:pt x="127130" y="381073"/>
                  </a:lnTo>
                  <a:lnTo>
                    <a:pt x="126678" y="381038"/>
                  </a:lnTo>
                  <a:lnTo>
                    <a:pt x="126301" y="381009"/>
                  </a:lnTo>
                  <a:lnTo>
                    <a:pt x="125650" y="381021"/>
                  </a:lnTo>
                  <a:lnTo>
                    <a:pt x="125201" y="381100"/>
                  </a:lnTo>
                  <a:lnTo>
                    <a:pt x="124516" y="381040"/>
                  </a:lnTo>
                  <a:lnTo>
                    <a:pt x="124269" y="380929"/>
                  </a:lnTo>
                  <a:lnTo>
                    <a:pt x="123813" y="380690"/>
                  </a:lnTo>
                  <a:lnTo>
                    <a:pt x="123661" y="380647"/>
                  </a:lnTo>
                  <a:lnTo>
                    <a:pt x="123467" y="380593"/>
                  </a:lnTo>
                  <a:lnTo>
                    <a:pt x="123067" y="380379"/>
                  </a:lnTo>
                  <a:lnTo>
                    <a:pt x="122856" y="380255"/>
                  </a:lnTo>
                  <a:lnTo>
                    <a:pt x="122517" y="380055"/>
                  </a:lnTo>
                  <a:lnTo>
                    <a:pt x="122401" y="379867"/>
                  </a:lnTo>
                  <a:lnTo>
                    <a:pt x="122307" y="380094"/>
                  </a:lnTo>
                  <a:lnTo>
                    <a:pt x="122196" y="380530"/>
                  </a:lnTo>
                  <a:lnTo>
                    <a:pt x="122261" y="380698"/>
                  </a:lnTo>
                  <a:lnTo>
                    <a:pt x="122377" y="380911"/>
                  </a:lnTo>
                  <a:lnTo>
                    <a:pt x="122476" y="381095"/>
                  </a:lnTo>
                  <a:lnTo>
                    <a:pt x="122703" y="381508"/>
                  </a:lnTo>
                  <a:lnTo>
                    <a:pt x="122433" y="381989"/>
                  </a:lnTo>
                  <a:lnTo>
                    <a:pt x="122128" y="382248"/>
                  </a:lnTo>
                  <a:lnTo>
                    <a:pt x="121391" y="382485"/>
                  </a:lnTo>
                  <a:lnTo>
                    <a:pt x="121480" y="382741"/>
                  </a:lnTo>
                  <a:lnTo>
                    <a:pt x="121209" y="382803"/>
                  </a:lnTo>
                  <a:lnTo>
                    <a:pt x="121098" y="382437"/>
                  </a:lnTo>
                  <a:lnTo>
                    <a:pt x="120849" y="382482"/>
                  </a:lnTo>
                  <a:lnTo>
                    <a:pt x="120459" y="382608"/>
                  </a:lnTo>
                  <a:lnTo>
                    <a:pt x="120516" y="382758"/>
                  </a:lnTo>
                  <a:lnTo>
                    <a:pt x="120351" y="382822"/>
                  </a:lnTo>
                  <a:lnTo>
                    <a:pt x="119903" y="382937"/>
                  </a:lnTo>
                  <a:lnTo>
                    <a:pt x="119347" y="382981"/>
                  </a:lnTo>
                  <a:lnTo>
                    <a:pt x="119163" y="382971"/>
                  </a:lnTo>
                  <a:lnTo>
                    <a:pt x="119028" y="383462"/>
                  </a:lnTo>
                  <a:lnTo>
                    <a:pt x="118754" y="383641"/>
                  </a:lnTo>
                  <a:lnTo>
                    <a:pt x="117447" y="383813"/>
                  </a:lnTo>
                  <a:lnTo>
                    <a:pt x="116643" y="383918"/>
                  </a:lnTo>
                  <a:lnTo>
                    <a:pt x="116421" y="383947"/>
                  </a:lnTo>
                  <a:lnTo>
                    <a:pt x="116241" y="383746"/>
                  </a:lnTo>
                  <a:lnTo>
                    <a:pt x="115963" y="383898"/>
                  </a:lnTo>
                  <a:lnTo>
                    <a:pt x="115743" y="384174"/>
                  </a:lnTo>
                  <a:lnTo>
                    <a:pt x="115638" y="384375"/>
                  </a:lnTo>
                  <a:lnTo>
                    <a:pt x="115469" y="384205"/>
                  </a:lnTo>
                  <a:lnTo>
                    <a:pt x="115514" y="383691"/>
                  </a:lnTo>
                  <a:lnTo>
                    <a:pt x="115258" y="383517"/>
                  </a:lnTo>
                  <a:lnTo>
                    <a:pt x="114986" y="383522"/>
                  </a:lnTo>
                  <a:lnTo>
                    <a:pt x="114807" y="383552"/>
                  </a:lnTo>
                  <a:lnTo>
                    <a:pt x="114479" y="383608"/>
                  </a:lnTo>
                  <a:lnTo>
                    <a:pt x="114493" y="383903"/>
                  </a:lnTo>
                  <a:lnTo>
                    <a:pt x="114490" y="384031"/>
                  </a:lnTo>
                  <a:lnTo>
                    <a:pt x="114482" y="384312"/>
                  </a:lnTo>
                  <a:lnTo>
                    <a:pt x="114471" y="384728"/>
                  </a:lnTo>
                  <a:lnTo>
                    <a:pt x="114459" y="385223"/>
                  </a:lnTo>
                  <a:lnTo>
                    <a:pt x="113732" y="385275"/>
                  </a:lnTo>
                  <a:lnTo>
                    <a:pt x="113700" y="385796"/>
                  </a:lnTo>
                  <a:lnTo>
                    <a:pt x="113306" y="385796"/>
                  </a:lnTo>
                  <a:lnTo>
                    <a:pt x="113388" y="385207"/>
                  </a:lnTo>
                  <a:lnTo>
                    <a:pt x="112147" y="385042"/>
                  </a:lnTo>
                  <a:lnTo>
                    <a:pt x="112343" y="384232"/>
                  </a:lnTo>
                  <a:lnTo>
                    <a:pt x="112419" y="383874"/>
                  </a:lnTo>
                  <a:lnTo>
                    <a:pt x="112515" y="383426"/>
                  </a:lnTo>
                  <a:lnTo>
                    <a:pt x="112479" y="383057"/>
                  </a:lnTo>
                  <a:lnTo>
                    <a:pt x="112127" y="382993"/>
                  </a:lnTo>
                  <a:lnTo>
                    <a:pt x="111310" y="383122"/>
                  </a:lnTo>
                  <a:lnTo>
                    <a:pt x="111017" y="383072"/>
                  </a:lnTo>
                  <a:lnTo>
                    <a:pt x="111228" y="382621"/>
                  </a:lnTo>
                  <a:lnTo>
                    <a:pt x="111501" y="382040"/>
                  </a:lnTo>
                  <a:lnTo>
                    <a:pt x="111749" y="382084"/>
                  </a:lnTo>
                  <a:lnTo>
                    <a:pt x="111925" y="381720"/>
                  </a:lnTo>
                  <a:lnTo>
                    <a:pt x="112063" y="381435"/>
                  </a:lnTo>
                  <a:lnTo>
                    <a:pt x="112215" y="381115"/>
                  </a:lnTo>
                  <a:lnTo>
                    <a:pt x="112252" y="380923"/>
                  </a:lnTo>
                  <a:lnTo>
                    <a:pt x="112459" y="380105"/>
                  </a:lnTo>
                  <a:lnTo>
                    <a:pt x="112393" y="379850"/>
                  </a:lnTo>
                  <a:lnTo>
                    <a:pt x="112119" y="380073"/>
                  </a:lnTo>
                  <a:lnTo>
                    <a:pt x="111983" y="380059"/>
                  </a:lnTo>
                  <a:lnTo>
                    <a:pt x="111776" y="379664"/>
                  </a:lnTo>
                  <a:lnTo>
                    <a:pt x="111552" y="379461"/>
                  </a:lnTo>
                  <a:lnTo>
                    <a:pt x="111345" y="379273"/>
                  </a:lnTo>
                  <a:lnTo>
                    <a:pt x="111208" y="379149"/>
                  </a:lnTo>
                  <a:lnTo>
                    <a:pt x="110852" y="378975"/>
                  </a:lnTo>
                  <a:lnTo>
                    <a:pt x="110957" y="379297"/>
                  </a:lnTo>
                  <a:lnTo>
                    <a:pt x="111117" y="379486"/>
                  </a:lnTo>
                  <a:lnTo>
                    <a:pt x="111201" y="379648"/>
                  </a:lnTo>
                  <a:lnTo>
                    <a:pt x="111195" y="379900"/>
                  </a:lnTo>
                  <a:lnTo>
                    <a:pt x="111150" y="380130"/>
                  </a:lnTo>
                  <a:lnTo>
                    <a:pt x="111088" y="380279"/>
                  </a:lnTo>
                  <a:lnTo>
                    <a:pt x="111021" y="380442"/>
                  </a:lnTo>
                  <a:lnTo>
                    <a:pt x="110923" y="380676"/>
                  </a:lnTo>
                  <a:lnTo>
                    <a:pt x="110819" y="380928"/>
                  </a:lnTo>
                  <a:lnTo>
                    <a:pt x="110372" y="381103"/>
                  </a:lnTo>
                  <a:lnTo>
                    <a:pt x="110214" y="381643"/>
                  </a:lnTo>
                  <a:lnTo>
                    <a:pt x="110069" y="381736"/>
                  </a:lnTo>
                  <a:lnTo>
                    <a:pt x="109939" y="381724"/>
                  </a:lnTo>
                  <a:lnTo>
                    <a:pt x="109726" y="381787"/>
                  </a:lnTo>
                  <a:lnTo>
                    <a:pt x="109278" y="382087"/>
                  </a:lnTo>
                  <a:lnTo>
                    <a:pt x="108797" y="381807"/>
                  </a:lnTo>
                  <a:lnTo>
                    <a:pt x="108022" y="381531"/>
                  </a:lnTo>
                  <a:lnTo>
                    <a:pt x="107727" y="381410"/>
                  </a:lnTo>
                  <a:lnTo>
                    <a:pt x="107549" y="381314"/>
                  </a:lnTo>
                  <a:lnTo>
                    <a:pt x="107160" y="381131"/>
                  </a:lnTo>
                  <a:lnTo>
                    <a:pt x="106933" y="381211"/>
                  </a:lnTo>
                  <a:lnTo>
                    <a:pt x="106717" y="381353"/>
                  </a:lnTo>
                  <a:lnTo>
                    <a:pt x="106523" y="381412"/>
                  </a:lnTo>
                  <a:lnTo>
                    <a:pt x="106139" y="381466"/>
                  </a:lnTo>
                  <a:lnTo>
                    <a:pt x="105774" y="381185"/>
                  </a:lnTo>
                  <a:lnTo>
                    <a:pt x="105728" y="380762"/>
                  </a:lnTo>
                  <a:lnTo>
                    <a:pt x="105836" y="380512"/>
                  </a:lnTo>
                  <a:lnTo>
                    <a:pt x="106102" y="380585"/>
                  </a:lnTo>
                  <a:lnTo>
                    <a:pt x="106526" y="379771"/>
                  </a:lnTo>
                  <a:lnTo>
                    <a:pt x="106666" y="379585"/>
                  </a:lnTo>
                  <a:lnTo>
                    <a:pt x="106794" y="379415"/>
                  </a:lnTo>
                  <a:lnTo>
                    <a:pt x="107083" y="379568"/>
                  </a:lnTo>
                  <a:lnTo>
                    <a:pt x="107244" y="379476"/>
                  </a:lnTo>
                  <a:lnTo>
                    <a:pt x="107538" y="379310"/>
                  </a:lnTo>
                  <a:lnTo>
                    <a:pt x="107764" y="379026"/>
                  </a:lnTo>
                  <a:lnTo>
                    <a:pt x="107708" y="378658"/>
                  </a:lnTo>
                  <a:lnTo>
                    <a:pt x="107847" y="377988"/>
                  </a:lnTo>
                  <a:lnTo>
                    <a:pt x="107601" y="377976"/>
                  </a:lnTo>
                  <a:lnTo>
                    <a:pt x="107205" y="378134"/>
                  </a:lnTo>
                  <a:lnTo>
                    <a:pt x="106739" y="378416"/>
                  </a:lnTo>
                  <a:lnTo>
                    <a:pt x="106208" y="378806"/>
                  </a:lnTo>
                  <a:lnTo>
                    <a:pt x="106071" y="379017"/>
                  </a:lnTo>
                  <a:lnTo>
                    <a:pt x="106587" y="379279"/>
                  </a:lnTo>
                  <a:lnTo>
                    <a:pt x="106213" y="379643"/>
                  </a:lnTo>
                  <a:lnTo>
                    <a:pt x="105899" y="379757"/>
                  </a:lnTo>
                  <a:lnTo>
                    <a:pt x="105725" y="379894"/>
                  </a:lnTo>
                  <a:lnTo>
                    <a:pt x="105607" y="380135"/>
                  </a:lnTo>
                  <a:lnTo>
                    <a:pt x="105339" y="380488"/>
                  </a:lnTo>
                  <a:lnTo>
                    <a:pt x="104975" y="380156"/>
                  </a:lnTo>
                  <a:lnTo>
                    <a:pt x="104702" y="379943"/>
                  </a:lnTo>
                  <a:lnTo>
                    <a:pt x="104628" y="380075"/>
                  </a:lnTo>
                  <a:lnTo>
                    <a:pt x="104569" y="380289"/>
                  </a:lnTo>
                  <a:lnTo>
                    <a:pt x="104467" y="380783"/>
                  </a:lnTo>
                  <a:lnTo>
                    <a:pt x="103978" y="381271"/>
                  </a:lnTo>
                  <a:lnTo>
                    <a:pt x="103698" y="381401"/>
                  </a:lnTo>
                  <a:lnTo>
                    <a:pt x="103332" y="381269"/>
                  </a:lnTo>
                  <a:lnTo>
                    <a:pt x="103198" y="381019"/>
                  </a:lnTo>
                  <a:lnTo>
                    <a:pt x="102761" y="380698"/>
                  </a:lnTo>
                  <a:lnTo>
                    <a:pt x="103315" y="380231"/>
                  </a:lnTo>
                  <a:lnTo>
                    <a:pt x="103390" y="379947"/>
                  </a:lnTo>
                  <a:lnTo>
                    <a:pt x="103365" y="379700"/>
                  </a:lnTo>
                  <a:lnTo>
                    <a:pt x="103353" y="379386"/>
                  </a:lnTo>
                  <a:lnTo>
                    <a:pt x="103719" y="379168"/>
                  </a:lnTo>
                  <a:lnTo>
                    <a:pt x="103671" y="378446"/>
                  </a:lnTo>
                  <a:lnTo>
                    <a:pt x="103711" y="378256"/>
                  </a:lnTo>
                  <a:lnTo>
                    <a:pt x="103875" y="377971"/>
                  </a:lnTo>
                  <a:lnTo>
                    <a:pt x="104061" y="377963"/>
                  </a:lnTo>
                  <a:lnTo>
                    <a:pt x="103877" y="377428"/>
                  </a:lnTo>
                  <a:lnTo>
                    <a:pt x="104170" y="377052"/>
                  </a:lnTo>
                  <a:lnTo>
                    <a:pt x="104691" y="376835"/>
                  </a:lnTo>
                  <a:lnTo>
                    <a:pt x="105096" y="376667"/>
                  </a:lnTo>
                  <a:lnTo>
                    <a:pt x="105857" y="376023"/>
                  </a:lnTo>
                  <a:lnTo>
                    <a:pt x="106376" y="375885"/>
                  </a:lnTo>
                  <a:lnTo>
                    <a:pt x="106657" y="375770"/>
                  </a:lnTo>
                  <a:lnTo>
                    <a:pt x="106935" y="375595"/>
                  </a:lnTo>
                  <a:lnTo>
                    <a:pt x="107096" y="375493"/>
                  </a:lnTo>
                  <a:lnTo>
                    <a:pt x="107438" y="375146"/>
                  </a:lnTo>
                  <a:lnTo>
                    <a:pt x="107597" y="375028"/>
                  </a:lnTo>
                  <a:lnTo>
                    <a:pt x="108188" y="375037"/>
                  </a:lnTo>
                  <a:lnTo>
                    <a:pt x="108747" y="375444"/>
                  </a:lnTo>
                  <a:lnTo>
                    <a:pt x="108955" y="376034"/>
                  </a:lnTo>
                  <a:lnTo>
                    <a:pt x="109465" y="376096"/>
                  </a:lnTo>
                  <a:lnTo>
                    <a:pt x="109577" y="375619"/>
                  </a:lnTo>
                  <a:lnTo>
                    <a:pt x="110088" y="375433"/>
                  </a:lnTo>
                  <a:lnTo>
                    <a:pt x="110243" y="375376"/>
                  </a:lnTo>
                  <a:lnTo>
                    <a:pt x="110786" y="375179"/>
                  </a:lnTo>
                  <a:lnTo>
                    <a:pt x="111186" y="374662"/>
                  </a:lnTo>
                  <a:lnTo>
                    <a:pt x="111588" y="374449"/>
                  </a:lnTo>
                  <a:lnTo>
                    <a:pt x="111943" y="374390"/>
                  </a:lnTo>
                  <a:lnTo>
                    <a:pt x="112684" y="373956"/>
                  </a:lnTo>
                  <a:lnTo>
                    <a:pt x="112488" y="373950"/>
                  </a:lnTo>
                  <a:lnTo>
                    <a:pt x="112291" y="373946"/>
                  </a:lnTo>
                  <a:lnTo>
                    <a:pt x="112035" y="374128"/>
                  </a:lnTo>
                  <a:lnTo>
                    <a:pt x="111716" y="374208"/>
                  </a:lnTo>
                  <a:lnTo>
                    <a:pt x="111462" y="374288"/>
                  </a:lnTo>
                  <a:lnTo>
                    <a:pt x="111300" y="374400"/>
                  </a:lnTo>
                  <a:lnTo>
                    <a:pt x="110943" y="374677"/>
                  </a:lnTo>
                  <a:lnTo>
                    <a:pt x="110816" y="374859"/>
                  </a:lnTo>
                  <a:lnTo>
                    <a:pt x="110707" y="375015"/>
                  </a:lnTo>
                  <a:lnTo>
                    <a:pt x="110089" y="375097"/>
                  </a:lnTo>
                  <a:lnTo>
                    <a:pt x="109701" y="375173"/>
                  </a:lnTo>
                  <a:lnTo>
                    <a:pt x="109580" y="375317"/>
                  </a:lnTo>
                  <a:lnTo>
                    <a:pt x="109295" y="375229"/>
                  </a:lnTo>
                  <a:lnTo>
                    <a:pt x="109357" y="375020"/>
                  </a:lnTo>
                  <a:lnTo>
                    <a:pt x="109138" y="374868"/>
                  </a:lnTo>
                  <a:lnTo>
                    <a:pt x="108969" y="374750"/>
                  </a:lnTo>
                  <a:lnTo>
                    <a:pt x="108483" y="374475"/>
                  </a:lnTo>
                  <a:lnTo>
                    <a:pt x="107759" y="374344"/>
                  </a:lnTo>
                  <a:lnTo>
                    <a:pt x="107531" y="374345"/>
                  </a:lnTo>
                  <a:lnTo>
                    <a:pt x="107224" y="374540"/>
                  </a:lnTo>
                  <a:lnTo>
                    <a:pt x="106791" y="374798"/>
                  </a:lnTo>
                  <a:lnTo>
                    <a:pt x="106343" y="374780"/>
                  </a:lnTo>
                  <a:lnTo>
                    <a:pt x="105931" y="375064"/>
                  </a:lnTo>
                  <a:lnTo>
                    <a:pt x="106096" y="375278"/>
                  </a:lnTo>
                  <a:lnTo>
                    <a:pt x="105902" y="375428"/>
                  </a:lnTo>
                  <a:lnTo>
                    <a:pt x="104913" y="375930"/>
                  </a:lnTo>
                  <a:lnTo>
                    <a:pt x="104885" y="375776"/>
                  </a:lnTo>
                  <a:lnTo>
                    <a:pt x="104823" y="375436"/>
                  </a:lnTo>
                  <a:lnTo>
                    <a:pt x="104832" y="375155"/>
                  </a:lnTo>
                  <a:lnTo>
                    <a:pt x="104651" y="374894"/>
                  </a:lnTo>
                  <a:lnTo>
                    <a:pt x="104408" y="374676"/>
                  </a:lnTo>
                  <a:lnTo>
                    <a:pt x="104199" y="374685"/>
                  </a:lnTo>
                  <a:lnTo>
                    <a:pt x="103896" y="374698"/>
                  </a:lnTo>
                  <a:lnTo>
                    <a:pt x="103884" y="375161"/>
                  </a:lnTo>
                  <a:lnTo>
                    <a:pt x="103844" y="375376"/>
                  </a:lnTo>
                  <a:lnTo>
                    <a:pt x="103512" y="375439"/>
                  </a:lnTo>
                  <a:lnTo>
                    <a:pt x="103523" y="376123"/>
                  </a:lnTo>
                  <a:lnTo>
                    <a:pt x="101836" y="376126"/>
                  </a:lnTo>
                  <a:lnTo>
                    <a:pt x="101796" y="374518"/>
                  </a:lnTo>
                  <a:lnTo>
                    <a:pt x="101802" y="374127"/>
                  </a:lnTo>
                  <a:lnTo>
                    <a:pt x="101908" y="373790"/>
                  </a:lnTo>
                  <a:lnTo>
                    <a:pt x="101957" y="373458"/>
                  </a:lnTo>
                  <a:lnTo>
                    <a:pt x="101944" y="373231"/>
                  </a:lnTo>
                  <a:lnTo>
                    <a:pt x="102070" y="372725"/>
                  </a:lnTo>
                  <a:lnTo>
                    <a:pt x="102950" y="371878"/>
                  </a:lnTo>
                  <a:lnTo>
                    <a:pt x="103187" y="371623"/>
                  </a:lnTo>
                  <a:lnTo>
                    <a:pt x="103752" y="371871"/>
                  </a:lnTo>
                  <a:lnTo>
                    <a:pt x="104397" y="371553"/>
                  </a:lnTo>
                  <a:lnTo>
                    <a:pt x="104706" y="371217"/>
                  </a:lnTo>
                  <a:lnTo>
                    <a:pt x="104721" y="371054"/>
                  </a:lnTo>
                  <a:lnTo>
                    <a:pt x="104798" y="370729"/>
                  </a:lnTo>
                  <a:lnTo>
                    <a:pt x="105140" y="370439"/>
                  </a:lnTo>
                  <a:lnTo>
                    <a:pt x="105786" y="370850"/>
                  </a:lnTo>
                  <a:lnTo>
                    <a:pt x="105974" y="370803"/>
                  </a:lnTo>
                  <a:lnTo>
                    <a:pt x="106862" y="370502"/>
                  </a:lnTo>
                  <a:lnTo>
                    <a:pt x="107053" y="370482"/>
                  </a:lnTo>
                  <a:lnTo>
                    <a:pt x="107183" y="370453"/>
                  </a:lnTo>
                  <a:lnTo>
                    <a:pt x="107439" y="370378"/>
                  </a:lnTo>
                  <a:lnTo>
                    <a:pt x="107771" y="370430"/>
                  </a:lnTo>
                  <a:lnTo>
                    <a:pt x="108001" y="370478"/>
                  </a:lnTo>
                  <a:lnTo>
                    <a:pt x="108495" y="370494"/>
                  </a:lnTo>
                  <a:lnTo>
                    <a:pt x="108694" y="370500"/>
                  </a:lnTo>
                  <a:lnTo>
                    <a:pt x="109066" y="370435"/>
                  </a:lnTo>
                  <a:lnTo>
                    <a:pt x="109666" y="370270"/>
                  </a:lnTo>
                  <a:lnTo>
                    <a:pt x="109986" y="369890"/>
                  </a:lnTo>
                  <a:lnTo>
                    <a:pt x="110122" y="369664"/>
                  </a:lnTo>
                  <a:lnTo>
                    <a:pt x="110292" y="369633"/>
                  </a:lnTo>
                  <a:lnTo>
                    <a:pt x="110482" y="369884"/>
                  </a:lnTo>
                  <a:lnTo>
                    <a:pt x="110655" y="369878"/>
                  </a:lnTo>
                  <a:lnTo>
                    <a:pt x="111360" y="369650"/>
                  </a:lnTo>
                  <a:lnTo>
                    <a:pt x="111499" y="369553"/>
                  </a:lnTo>
                  <a:lnTo>
                    <a:pt x="111656" y="369404"/>
                  </a:lnTo>
                  <a:lnTo>
                    <a:pt x="111783" y="369216"/>
                  </a:lnTo>
                  <a:lnTo>
                    <a:pt x="111883" y="368969"/>
                  </a:lnTo>
                  <a:lnTo>
                    <a:pt x="111578" y="368390"/>
                  </a:lnTo>
                  <a:lnTo>
                    <a:pt x="111383" y="368384"/>
                  </a:lnTo>
                  <a:lnTo>
                    <a:pt x="111716" y="368026"/>
                  </a:lnTo>
                  <a:lnTo>
                    <a:pt x="112091" y="367992"/>
                  </a:lnTo>
                  <a:lnTo>
                    <a:pt x="112324" y="367941"/>
                  </a:lnTo>
                  <a:lnTo>
                    <a:pt x="112508" y="367902"/>
                  </a:lnTo>
                  <a:lnTo>
                    <a:pt x="112704" y="367859"/>
                  </a:lnTo>
                  <a:lnTo>
                    <a:pt x="113160" y="367680"/>
                  </a:lnTo>
                  <a:lnTo>
                    <a:pt x="113673" y="367892"/>
                  </a:lnTo>
                  <a:lnTo>
                    <a:pt x="113971" y="368107"/>
                  </a:lnTo>
                  <a:lnTo>
                    <a:pt x="114254" y="368310"/>
                  </a:lnTo>
                  <a:lnTo>
                    <a:pt x="114389" y="368817"/>
                  </a:lnTo>
                  <a:lnTo>
                    <a:pt x="114423" y="368948"/>
                  </a:lnTo>
                  <a:lnTo>
                    <a:pt x="114470" y="369128"/>
                  </a:lnTo>
                  <a:lnTo>
                    <a:pt x="114661" y="369634"/>
                  </a:lnTo>
                  <a:lnTo>
                    <a:pt x="114840" y="369939"/>
                  </a:lnTo>
                  <a:lnTo>
                    <a:pt x="114983" y="370316"/>
                  </a:lnTo>
                  <a:lnTo>
                    <a:pt x="115025" y="370594"/>
                  </a:lnTo>
                  <a:lnTo>
                    <a:pt x="115046" y="370858"/>
                  </a:lnTo>
                  <a:lnTo>
                    <a:pt x="115085" y="371003"/>
                  </a:lnTo>
                  <a:lnTo>
                    <a:pt x="115312" y="370957"/>
                  </a:lnTo>
                  <a:lnTo>
                    <a:pt x="115359" y="370731"/>
                  </a:lnTo>
                  <a:lnTo>
                    <a:pt x="115737" y="370717"/>
                  </a:lnTo>
                  <a:lnTo>
                    <a:pt x="115929" y="370691"/>
                  </a:lnTo>
                  <a:lnTo>
                    <a:pt x="116069" y="370595"/>
                  </a:lnTo>
                  <a:lnTo>
                    <a:pt x="115969" y="370426"/>
                  </a:lnTo>
                  <a:lnTo>
                    <a:pt x="115513" y="370494"/>
                  </a:lnTo>
                  <a:lnTo>
                    <a:pt x="115182" y="370404"/>
                  </a:lnTo>
                  <a:lnTo>
                    <a:pt x="114849" y="369664"/>
                  </a:lnTo>
                  <a:lnTo>
                    <a:pt x="114720" y="369404"/>
                  </a:lnTo>
                  <a:lnTo>
                    <a:pt x="114671" y="369140"/>
                  </a:lnTo>
                  <a:lnTo>
                    <a:pt x="114671" y="368966"/>
                  </a:lnTo>
                  <a:lnTo>
                    <a:pt x="114477" y="368326"/>
                  </a:lnTo>
                  <a:lnTo>
                    <a:pt x="114099" y="367897"/>
                  </a:lnTo>
                  <a:lnTo>
                    <a:pt x="113908" y="367709"/>
                  </a:lnTo>
                  <a:lnTo>
                    <a:pt x="113619" y="367626"/>
                  </a:lnTo>
                  <a:lnTo>
                    <a:pt x="113259" y="367505"/>
                  </a:lnTo>
                  <a:lnTo>
                    <a:pt x="113482" y="367049"/>
                  </a:lnTo>
                  <a:lnTo>
                    <a:pt x="113619" y="367096"/>
                  </a:lnTo>
                  <a:lnTo>
                    <a:pt x="113749" y="367140"/>
                  </a:lnTo>
                  <a:lnTo>
                    <a:pt x="113916" y="367043"/>
                  </a:lnTo>
                  <a:lnTo>
                    <a:pt x="113647" y="366860"/>
                  </a:lnTo>
                  <a:lnTo>
                    <a:pt x="113501" y="366663"/>
                  </a:lnTo>
                  <a:lnTo>
                    <a:pt x="113554" y="366442"/>
                  </a:lnTo>
                  <a:lnTo>
                    <a:pt x="113626" y="366291"/>
                  </a:lnTo>
                  <a:lnTo>
                    <a:pt x="113799" y="365972"/>
                  </a:lnTo>
                  <a:lnTo>
                    <a:pt x="113747" y="365593"/>
                  </a:lnTo>
                  <a:lnTo>
                    <a:pt x="113659" y="365291"/>
                  </a:lnTo>
                  <a:lnTo>
                    <a:pt x="113544" y="365142"/>
                  </a:lnTo>
                  <a:lnTo>
                    <a:pt x="113374" y="365013"/>
                  </a:lnTo>
                  <a:lnTo>
                    <a:pt x="113113" y="364884"/>
                  </a:lnTo>
                  <a:lnTo>
                    <a:pt x="112818" y="364522"/>
                  </a:lnTo>
                  <a:lnTo>
                    <a:pt x="112575" y="364246"/>
                  </a:lnTo>
                  <a:lnTo>
                    <a:pt x="112403" y="364090"/>
                  </a:lnTo>
                  <a:lnTo>
                    <a:pt x="112177" y="363924"/>
                  </a:lnTo>
                  <a:lnTo>
                    <a:pt x="112006" y="363379"/>
                  </a:lnTo>
                  <a:lnTo>
                    <a:pt x="112345" y="363264"/>
                  </a:lnTo>
                  <a:lnTo>
                    <a:pt x="112484" y="363181"/>
                  </a:lnTo>
                  <a:lnTo>
                    <a:pt x="112816" y="362972"/>
                  </a:lnTo>
                  <a:lnTo>
                    <a:pt x="113042" y="362764"/>
                  </a:lnTo>
                  <a:lnTo>
                    <a:pt x="113143" y="362598"/>
                  </a:lnTo>
                  <a:lnTo>
                    <a:pt x="113202" y="362405"/>
                  </a:lnTo>
                  <a:lnTo>
                    <a:pt x="113225" y="361943"/>
                  </a:lnTo>
                  <a:lnTo>
                    <a:pt x="112917" y="361722"/>
                  </a:lnTo>
                  <a:lnTo>
                    <a:pt x="112925" y="361591"/>
                  </a:lnTo>
                  <a:lnTo>
                    <a:pt x="112887" y="361392"/>
                  </a:lnTo>
                  <a:lnTo>
                    <a:pt x="112646" y="361362"/>
                  </a:lnTo>
                  <a:lnTo>
                    <a:pt x="112401" y="361191"/>
                  </a:lnTo>
                  <a:lnTo>
                    <a:pt x="112329" y="361063"/>
                  </a:lnTo>
                  <a:lnTo>
                    <a:pt x="112395" y="360513"/>
                  </a:lnTo>
                  <a:lnTo>
                    <a:pt x="112711" y="360393"/>
                  </a:lnTo>
                  <a:lnTo>
                    <a:pt x="113045" y="360371"/>
                  </a:lnTo>
                  <a:lnTo>
                    <a:pt x="113192" y="360344"/>
                  </a:lnTo>
                  <a:lnTo>
                    <a:pt x="113399" y="360226"/>
                  </a:lnTo>
                  <a:lnTo>
                    <a:pt x="113492" y="360093"/>
                  </a:lnTo>
                  <a:lnTo>
                    <a:pt x="113721" y="359763"/>
                  </a:lnTo>
                  <a:lnTo>
                    <a:pt x="113913" y="359530"/>
                  </a:lnTo>
                  <a:lnTo>
                    <a:pt x="114143" y="359373"/>
                  </a:lnTo>
                  <a:lnTo>
                    <a:pt x="114318" y="359113"/>
                  </a:lnTo>
                  <a:lnTo>
                    <a:pt x="114507" y="358821"/>
                  </a:lnTo>
                  <a:lnTo>
                    <a:pt x="114707" y="358740"/>
                  </a:lnTo>
                  <a:lnTo>
                    <a:pt x="114911" y="358582"/>
                  </a:lnTo>
                  <a:lnTo>
                    <a:pt x="115198" y="357684"/>
                  </a:lnTo>
                  <a:lnTo>
                    <a:pt x="115333" y="357745"/>
                  </a:lnTo>
                  <a:lnTo>
                    <a:pt x="115554" y="357846"/>
                  </a:lnTo>
                  <a:lnTo>
                    <a:pt x="115896" y="358002"/>
                  </a:lnTo>
                  <a:lnTo>
                    <a:pt x="116162" y="358075"/>
                  </a:lnTo>
                  <a:lnTo>
                    <a:pt x="116506" y="358058"/>
                  </a:lnTo>
                  <a:lnTo>
                    <a:pt x="116726" y="358027"/>
                  </a:lnTo>
                  <a:lnTo>
                    <a:pt x="116991" y="357989"/>
                  </a:lnTo>
                  <a:lnTo>
                    <a:pt x="117786" y="357652"/>
                  </a:lnTo>
                  <a:lnTo>
                    <a:pt x="118289" y="357614"/>
                  </a:lnTo>
                  <a:lnTo>
                    <a:pt x="118765" y="357238"/>
                  </a:lnTo>
                  <a:lnTo>
                    <a:pt x="119248" y="356664"/>
                  </a:lnTo>
                  <a:lnTo>
                    <a:pt x="119431" y="356066"/>
                  </a:lnTo>
                  <a:lnTo>
                    <a:pt x="119801" y="356015"/>
                  </a:lnTo>
                  <a:lnTo>
                    <a:pt x="120071" y="356037"/>
                  </a:lnTo>
                  <a:lnTo>
                    <a:pt x="120320" y="355990"/>
                  </a:lnTo>
                  <a:lnTo>
                    <a:pt x="120596" y="355776"/>
                  </a:lnTo>
                  <a:lnTo>
                    <a:pt x="120702" y="355568"/>
                  </a:lnTo>
                  <a:lnTo>
                    <a:pt x="121204" y="355267"/>
                  </a:lnTo>
                  <a:lnTo>
                    <a:pt x="121498" y="355175"/>
                  </a:lnTo>
                  <a:lnTo>
                    <a:pt x="121995" y="354640"/>
                  </a:lnTo>
                  <a:lnTo>
                    <a:pt x="121939" y="354374"/>
                  </a:lnTo>
                  <a:lnTo>
                    <a:pt x="122089" y="354351"/>
                  </a:lnTo>
                  <a:lnTo>
                    <a:pt x="122368" y="354344"/>
                  </a:lnTo>
                  <a:lnTo>
                    <a:pt x="122769" y="354711"/>
                  </a:lnTo>
                  <a:lnTo>
                    <a:pt x="122782" y="354909"/>
                  </a:lnTo>
                  <a:lnTo>
                    <a:pt x="123167" y="354945"/>
                  </a:lnTo>
                  <a:lnTo>
                    <a:pt x="123600" y="355100"/>
                  </a:lnTo>
                  <a:lnTo>
                    <a:pt x="123595" y="355240"/>
                  </a:lnTo>
                  <a:lnTo>
                    <a:pt x="123591" y="355368"/>
                  </a:lnTo>
                  <a:lnTo>
                    <a:pt x="123872" y="354956"/>
                  </a:lnTo>
                  <a:lnTo>
                    <a:pt x="124364" y="354588"/>
                  </a:lnTo>
                  <a:lnTo>
                    <a:pt x="124853" y="354498"/>
                  </a:lnTo>
                  <a:lnTo>
                    <a:pt x="125224" y="354408"/>
                  </a:lnTo>
                  <a:lnTo>
                    <a:pt x="125555" y="354271"/>
                  </a:lnTo>
                  <a:lnTo>
                    <a:pt x="125591" y="353939"/>
                  </a:lnTo>
                  <a:lnTo>
                    <a:pt x="125699" y="353584"/>
                  </a:lnTo>
                  <a:lnTo>
                    <a:pt x="125980" y="353375"/>
                  </a:lnTo>
                  <a:lnTo>
                    <a:pt x="126345" y="353102"/>
                  </a:lnTo>
                  <a:lnTo>
                    <a:pt x="126943" y="352654"/>
                  </a:lnTo>
                  <a:lnTo>
                    <a:pt x="127114" y="352526"/>
                  </a:lnTo>
                  <a:lnTo>
                    <a:pt x="127364" y="352481"/>
                  </a:lnTo>
                  <a:lnTo>
                    <a:pt x="127890" y="352355"/>
                  </a:lnTo>
                  <a:lnTo>
                    <a:pt x="127383" y="351775"/>
                  </a:lnTo>
                  <a:lnTo>
                    <a:pt x="127063" y="351475"/>
                  </a:lnTo>
                  <a:lnTo>
                    <a:pt x="127287" y="351153"/>
                  </a:lnTo>
                  <a:lnTo>
                    <a:pt x="127401" y="350989"/>
                  </a:lnTo>
                  <a:lnTo>
                    <a:pt x="127046" y="350702"/>
                  </a:lnTo>
                  <a:lnTo>
                    <a:pt x="126557" y="351153"/>
                  </a:lnTo>
                  <a:lnTo>
                    <a:pt x="126109" y="351546"/>
                  </a:lnTo>
                  <a:lnTo>
                    <a:pt x="124903" y="351823"/>
                  </a:lnTo>
                  <a:lnTo>
                    <a:pt x="125059" y="351400"/>
                  </a:lnTo>
                  <a:lnTo>
                    <a:pt x="125630" y="351261"/>
                  </a:lnTo>
                  <a:lnTo>
                    <a:pt x="126024" y="351153"/>
                  </a:lnTo>
                  <a:lnTo>
                    <a:pt x="126664" y="350550"/>
                  </a:lnTo>
                  <a:lnTo>
                    <a:pt x="126920" y="350396"/>
                  </a:lnTo>
                  <a:lnTo>
                    <a:pt x="127182" y="350249"/>
                  </a:lnTo>
                  <a:lnTo>
                    <a:pt x="127400" y="350141"/>
                  </a:lnTo>
                  <a:lnTo>
                    <a:pt x="127731" y="349846"/>
                  </a:lnTo>
                  <a:lnTo>
                    <a:pt x="127393" y="349519"/>
                  </a:lnTo>
                  <a:lnTo>
                    <a:pt x="128103" y="349400"/>
                  </a:lnTo>
                  <a:lnTo>
                    <a:pt x="128175" y="349569"/>
                  </a:lnTo>
                  <a:lnTo>
                    <a:pt x="128578" y="349473"/>
                  </a:lnTo>
                  <a:lnTo>
                    <a:pt x="129007" y="349334"/>
                  </a:lnTo>
                  <a:lnTo>
                    <a:pt x="129422" y="349249"/>
                  </a:lnTo>
                  <a:lnTo>
                    <a:pt x="129468" y="349447"/>
                  </a:lnTo>
                  <a:lnTo>
                    <a:pt x="130043" y="349276"/>
                  </a:lnTo>
                  <a:lnTo>
                    <a:pt x="129942" y="348994"/>
                  </a:lnTo>
                  <a:lnTo>
                    <a:pt x="130375" y="348506"/>
                  </a:lnTo>
                  <a:lnTo>
                    <a:pt x="130745" y="348198"/>
                  </a:lnTo>
                  <a:lnTo>
                    <a:pt x="130904" y="348452"/>
                  </a:lnTo>
                  <a:lnTo>
                    <a:pt x="131097" y="348292"/>
                  </a:lnTo>
                  <a:lnTo>
                    <a:pt x="131599" y="347851"/>
                  </a:lnTo>
                  <a:lnTo>
                    <a:pt x="131725" y="347709"/>
                  </a:lnTo>
                  <a:lnTo>
                    <a:pt x="131827" y="347563"/>
                  </a:lnTo>
                  <a:lnTo>
                    <a:pt x="131987" y="347107"/>
                  </a:lnTo>
                  <a:lnTo>
                    <a:pt x="131988" y="346869"/>
                  </a:lnTo>
                  <a:lnTo>
                    <a:pt x="132088" y="346477"/>
                  </a:lnTo>
                  <a:lnTo>
                    <a:pt x="132471" y="346206"/>
                  </a:lnTo>
                  <a:lnTo>
                    <a:pt x="132612" y="345897"/>
                  </a:lnTo>
                  <a:lnTo>
                    <a:pt x="132961" y="345569"/>
                  </a:lnTo>
                  <a:lnTo>
                    <a:pt x="133187" y="345425"/>
                  </a:lnTo>
                  <a:lnTo>
                    <a:pt x="133382" y="345509"/>
                  </a:lnTo>
                  <a:lnTo>
                    <a:pt x="133954" y="345457"/>
                  </a:lnTo>
                  <a:lnTo>
                    <a:pt x="134407" y="345302"/>
                  </a:lnTo>
                  <a:lnTo>
                    <a:pt x="134654" y="345171"/>
                  </a:lnTo>
                  <a:lnTo>
                    <a:pt x="134861" y="345029"/>
                  </a:lnTo>
                  <a:lnTo>
                    <a:pt x="135123" y="344707"/>
                  </a:lnTo>
                  <a:lnTo>
                    <a:pt x="135246" y="344425"/>
                  </a:lnTo>
                  <a:lnTo>
                    <a:pt x="135337" y="344061"/>
                  </a:lnTo>
                  <a:lnTo>
                    <a:pt x="135400" y="343689"/>
                  </a:lnTo>
                  <a:lnTo>
                    <a:pt x="135399" y="343543"/>
                  </a:lnTo>
                  <a:lnTo>
                    <a:pt x="135379" y="343307"/>
                  </a:lnTo>
                  <a:lnTo>
                    <a:pt x="135323" y="342974"/>
                  </a:lnTo>
                  <a:lnTo>
                    <a:pt x="135233" y="342713"/>
                  </a:lnTo>
                  <a:lnTo>
                    <a:pt x="134805" y="342325"/>
                  </a:lnTo>
                  <a:lnTo>
                    <a:pt x="134343" y="342344"/>
                  </a:lnTo>
                  <a:lnTo>
                    <a:pt x="134470" y="342154"/>
                  </a:lnTo>
                  <a:lnTo>
                    <a:pt x="134664" y="342023"/>
                  </a:lnTo>
                  <a:lnTo>
                    <a:pt x="133177" y="341614"/>
                  </a:lnTo>
                  <a:lnTo>
                    <a:pt x="133273" y="341401"/>
                  </a:lnTo>
                  <a:lnTo>
                    <a:pt x="133412" y="341404"/>
                  </a:lnTo>
                  <a:lnTo>
                    <a:pt x="133615" y="341438"/>
                  </a:lnTo>
                  <a:lnTo>
                    <a:pt x="135821" y="341419"/>
                  </a:lnTo>
                  <a:lnTo>
                    <a:pt x="136048" y="341953"/>
                  </a:lnTo>
                  <a:lnTo>
                    <a:pt x="136231" y="341880"/>
                  </a:lnTo>
                  <a:lnTo>
                    <a:pt x="136526" y="341747"/>
                  </a:lnTo>
                  <a:lnTo>
                    <a:pt x="136790" y="341603"/>
                  </a:lnTo>
                  <a:lnTo>
                    <a:pt x="137797" y="340932"/>
                  </a:lnTo>
                  <a:lnTo>
                    <a:pt x="138069" y="340767"/>
                  </a:lnTo>
                  <a:lnTo>
                    <a:pt x="138664" y="340265"/>
                  </a:lnTo>
                  <a:lnTo>
                    <a:pt x="139225" y="339669"/>
                  </a:lnTo>
                  <a:lnTo>
                    <a:pt x="138949" y="339689"/>
                  </a:lnTo>
                  <a:lnTo>
                    <a:pt x="138339" y="339501"/>
                  </a:lnTo>
                  <a:lnTo>
                    <a:pt x="138336" y="339234"/>
                  </a:lnTo>
                  <a:lnTo>
                    <a:pt x="138576" y="339234"/>
                  </a:lnTo>
                  <a:lnTo>
                    <a:pt x="138724" y="339233"/>
                  </a:lnTo>
                  <a:lnTo>
                    <a:pt x="139028" y="339191"/>
                  </a:lnTo>
                  <a:lnTo>
                    <a:pt x="139263" y="337414"/>
                  </a:lnTo>
                  <a:lnTo>
                    <a:pt x="138900" y="336868"/>
                  </a:lnTo>
                  <a:lnTo>
                    <a:pt x="138650" y="336629"/>
                  </a:lnTo>
                  <a:lnTo>
                    <a:pt x="138503" y="336532"/>
                  </a:lnTo>
                  <a:lnTo>
                    <a:pt x="138058" y="335753"/>
                  </a:lnTo>
                  <a:lnTo>
                    <a:pt x="136569" y="336394"/>
                  </a:lnTo>
                  <a:lnTo>
                    <a:pt x="136729" y="335745"/>
                  </a:lnTo>
                  <a:lnTo>
                    <a:pt x="138370" y="335236"/>
                  </a:lnTo>
                  <a:lnTo>
                    <a:pt x="138855" y="336092"/>
                  </a:lnTo>
                  <a:lnTo>
                    <a:pt x="139069" y="336351"/>
                  </a:lnTo>
                  <a:lnTo>
                    <a:pt x="139320" y="336269"/>
                  </a:lnTo>
                  <a:lnTo>
                    <a:pt x="139500" y="336186"/>
                  </a:lnTo>
                  <a:lnTo>
                    <a:pt x="139659" y="335839"/>
                  </a:lnTo>
                  <a:lnTo>
                    <a:pt x="140504" y="335169"/>
                  </a:lnTo>
                  <a:lnTo>
                    <a:pt x="140661" y="335076"/>
                  </a:lnTo>
                  <a:lnTo>
                    <a:pt x="140854" y="334961"/>
                  </a:lnTo>
                  <a:lnTo>
                    <a:pt x="141254" y="335356"/>
                  </a:lnTo>
                  <a:lnTo>
                    <a:pt x="141254" y="334910"/>
                  </a:lnTo>
                  <a:lnTo>
                    <a:pt x="141480" y="334902"/>
                  </a:lnTo>
                  <a:lnTo>
                    <a:pt x="141691" y="335113"/>
                  </a:lnTo>
                  <a:lnTo>
                    <a:pt x="141883" y="334753"/>
                  </a:lnTo>
                  <a:lnTo>
                    <a:pt x="141420" y="334061"/>
                  </a:lnTo>
                  <a:lnTo>
                    <a:pt x="141703" y="334168"/>
                  </a:lnTo>
                  <a:lnTo>
                    <a:pt x="142023" y="334180"/>
                  </a:lnTo>
                  <a:lnTo>
                    <a:pt x="142489" y="334114"/>
                  </a:lnTo>
                  <a:lnTo>
                    <a:pt x="142741" y="333886"/>
                  </a:lnTo>
                  <a:lnTo>
                    <a:pt x="142831" y="333665"/>
                  </a:lnTo>
                  <a:lnTo>
                    <a:pt x="143249" y="333550"/>
                  </a:lnTo>
                  <a:lnTo>
                    <a:pt x="143144" y="333117"/>
                  </a:lnTo>
                  <a:lnTo>
                    <a:pt x="142891" y="332997"/>
                  </a:lnTo>
                  <a:lnTo>
                    <a:pt x="142896" y="332839"/>
                  </a:lnTo>
                  <a:lnTo>
                    <a:pt x="143289" y="332896"/>
                  </a:lnTo>
                  <a:lnTo>
                    <a:pt x="143486" y="333014"/>
                  </a:lnTo>
                  <a:lnTo>
                    <a:pt x="143774" y="332730"/>
                  </a:lnTo>
                  <a:lnTo>
                    <a:pt x="143769" y="332304"/>
                  </a:lnTo>
                  <a:lnTo>
                    <a:pt x="143750" y="332168"/>
                  </a:lnTo>
                  <a:lnTo>
                    <a:pt x="143706" y="331845"/>
                  </a:lnTo>
                  <a:lnTo>
                    <a:pt x="143615" y="331443"/>
                  </a:lnTo>
                  <a:lnTo>
                    <a:pt x="143519" y="331207"/>
                  </a:lnTo>
                  <a:lnTo>
                    <a:pt x="143712" y="330747"/>
                  </a:lnTo>
                  <a:lnTo>
                    <a:pt x="144201" y="330851"/>
                  </a:lnTo>
                  <a:lnTo>
                    <a:pt x="144334" y="330833"/>
                  </a:lnTo>
                  <a:lnTo>
                    <a:pt x="144701" y="330775"/>
                  </a:lnTo>
                  <a:lnTo>
                    <a:pt x="144830" y="330616"/>
                  </a:lnTo>
                  <a:lnTo>
                    <a:pt x="145020" y="330383"/>
                  </a:lnTo>
                  <a:lnTo>
                    <a:pt x="145443" y="329106"/>
                  </a:lnTo>
                  <a:lnTo>
                    <a:pt x="145617" y="328969"/>
                  </a:lnTo>
                  <a:lnTo>
                    <a:pt x="146391" y="328259"/>
                  </a:lnTo>
                  <a:lnTo>
                    <a:pt x="146841" y="328085"/>
                  </a:lnTo>
                  <a:lnTo>
                    <a:pt x="146906" y="327552"/>
                  </a:lnTo>
                  <a:lnTo>
                    <a:pt x="146767" y="327581"/>
                  </a:lnTo>
                  <a:lnTo>
                    <a:pt x="146351" y="327667"/>
                  </a:lnTo>
                  <a:lnTo>
                    <a:pt x="145720" y="327463"/>
                  </a:lnTo>
                  <a:lnTo>
                    <a:pt x="146204" y="327351"/>
                  </a:lnTo>
                  <a:lnTo>
                    <a:pt x="145651" y="326309"/>
                  </a:lnTo>
                  <a:lnTo>
                    <a:pt x="145571" y="326107"/>
                  </a:lnTo>
                  <a:lnTo>
                    <a:pt x="145220" y="325867"/>
                  </a:lnTo>
                  <a:lnTo>
                    <a:pt x="144364" y="325198"/>
                  </a:lnTo>
                  <a:lnTo>
                    <a:pt x="144730" y="324953"/>
                  </a:lnTo>
                  <a:lnTo>
                    <a:pt x="144317" y="324642"/>
                  </a:lnTo>
                  <a:lnTo>
                    <a:pt x="144024" y="324335"/>
                  </a:lnTo>
                  <a:lnTo>
                    <a:pt x="143820" y="324122"/>
                  </a:lnTo>
                  <a:lnTo>
                    <a:pt x="143525" y="323889"/>
                  </a:lnTo>
                  <a:lnTo>
                    <a:pt x="143295" y="324045"/>
                  </a:lnTo>
                  <a:lnTo>
                    <a:pt x="143120" y="323900"/>
                  </a:lnTo>
                  <a:lnTo>
                    <a:pt x="143330" y="323743"/>
                  </a:lnTo>
                  <a:lnTo>
                    <a:pt x="143374" y="323447"/>
                  </a:lnTo>
                  <a:lnTo>
                    <a:pt x="142835" y="323059"/>
                  </a:lnTo>
                  <a:lnTo>
                    <a:pt x="142611" y="322847"/>
                  </a:lnTo>
                  <a:lnTo>
                    <a:pt x="142469" y="322732"/>
                  </a:lnTo>
                  <a:lnTo>
                    <a:pt x="141761" y="322227"/>
                  </a:lnTo>
                  <a:lnTo>
                    <a:pt x="141258" y="321879"/>
                  </a:lnTo>
                  <a:lnTo>
                    <a:pt x="140541" y="321238"/>
                  </a:lnTo>
                  <a:lnTo>
                    <a:pt x="140607" y="321002"/>
                  </a:lnTo>
                  <a:lnTo>
                    <a:pt x="140857" y="320739"/>
                  </a:lnTo>
                  <a:lnTo>
                    <a:pt x="141206" y="320586"/>
                  </a:lnTo>
                  <a:lnTo>
                    <a:pt x="141364" y="320344"/>
                  </a:lnTo>
                  <a:lnTo>
                    <a:pt x="141577" y="320014"/>
                  </a:lnTo>
                  <a:lnTo>
                    <a:pt x="141660" y="319797"/>
                  </a:lnTo>
                  <a:lnTo>
                    <a:pt x="141732" y="319611"/>
                  </a:lnTo>
                  <a:lnTo>
                    <a:pt x="141816" y="319386"/>
                  </a:lnTo>
                  <a:lnTo>
                    <a:pt x="141985" y="319019"/>
                  </a:lnTo>
                  <a:lnTo>
                    <a:pt x="141968" y="318804"/>
                  </a:lnTo>
                  <a:lnTo>
                    <a:pt x="141909" y="318612"/>
                  </a:lnTo>
                  <a:lnTo>
                    <a:pt x="141856" y="318469"/>
                  </a:lnTo>
                  <a:lnTo>
                    <a:pt x="141729" y="318220"/>
                  </a:lnTo>
                  <a:lnTo>
                    <a:pt x="141305" y="318170"/>
                  </a:lnTo>
                  <a:lnTo>
                    <a:pt x="141020" y="318136"/>
                  </a:lnTo>
                  <a:lnTo>
                    <a:pt x="140823" y="318668"/>
                  </a:lnTo>
                  <a:lnTo>
                    <a:pt x="140604" y="318729"/>
                  </a:lnTo>
                  <a:lnTo>
                    <a:pt x="140407" y="318785"/>
                  </a:lnTo>
                  <a:lnTo>
                    <a:pt x="140221" y="318825"/>
                  </a:lnTo>
                  <a:lnTo>
                    <a:pt x="139816" y="318831"/>
                  </a:lnTo>
                  <a:lnTo>
                    <a:pt x="139561" y="318789"/>
                  </a:lnTo>
                  <a:lnTo>
                    <a:pt x="139010" y="318870"/>
                  </a:lnTo>
                  <a:lnTo>
                    <a:pt x="138618" y="318859"/>
                  </a:lnTo>
                  <a:lnTo>
                    <a:pt x="138224" y="318885"/>
                  </a:lnTo>
                  <a:lnTo>
                    <a:pt x="138086" y="318909"/>
                  </a:lnTo>
                  <a:lnTo>
                    <a:pt x="137939" y="318951"/>
                  </a:lnTo>
                  <a:lnTo>
                    <a:pt x="137663" y="319072"/>
                  </a:lnTo>
                  <a:lnTo>
                    <a:pt x="137246" y="319212"/>
                  </a:lnTo>
                  <a:lnTo>
                    <a:pt x="136963" y="318737"/>
                  </a:lnTo>
                  <a:lnTo>
                    <a:pt x="137185" y="318269"/>
                  </a:lnTo>
                  <a:lnTo>
                    <a:pt x="137537" y="318181"/>
                  </a:lnTo>
                  <a:lnTo>
                    <a:pt x="137693" y="318059"/>
                  </a:lnTo>
                  <a:lnTo>
                    <a:pt x="137837" y="317829"/>
                  </a:lnTo>
                  <a:lnTo>
                    <a:pt x="137707" y="317801"/>
                  </a:lnTo>
                  <a:lnTo>
                    <a:pt x="137545" y="317807"/>
                  </a:lnTo>
                  <a:lnTo>
                    <a:pt x="137263" y="317878"/>
                  </a:lnTo>
                  <a:lnTo>
                    <a:pt x="136993" y="317983"/>
                  </a:lnTo>
                  <a:lnTo>
                    <a:pt x="137809" y="316893"/>
                  </a:lnTo>
                  <a:lnTo>
                    <a:pt x="137417" y="316658"/>
                  </a:lnTo>
                  <a:lnTo>
                    <a:pt x="136497" y="317876"/>
                  </a:lnTo>
                  <a:lnTo>
                    <a:pt x="136819" y="318057"/>
                  </a:lnTo>
                  <a:lnTo>
                    <a:pt x="136514" y="318457"/>
                  </a:lnTo>
                  <a:lnTo>
                    <a:pt x="135105" y="317672"/>
                  </a:lnTo>
                  <a:lnTo>
                    <a:pt x="134841" y="317522"/>
                  </a:lnTo>
                  <a:lnTo>
                    <a:pt x="134627" y="317400"/>
                  </a:lnTo>
                  <a:lnTo>
                    <a:pt x="133933" y="317006"/>
                  </a:lnTo>
                  <a:lnTo>
                    <a:pt x="135031" y="315556"/>
                  </a:lnTo>
                  <a:lnTo>
                    <a:pt x="134418" y="315176"/>
                  </a:lnTo>
                  <a:lnTo>
                    <a:pt x="133843" y="315938"/>
                  </a:lnTo>
                  <a:lnTo>
                    <a:pt x="133626" y="315813"/>
                  </a:lnTo>
                  <a:lnTo>
                    <a:pt x="134139" y="315131"/>
                  </a:lnTo>
                  <a:lnTo>
                    <a:pt x="133815" y="314944"/>
                  </a:lnTo>
                  <a:lnTo>
                    <a:pt x="133617" y="314830"/>
                  </a:lnTo>
                  <a:lnTo>
                    <a:pt x="133282" y="314522"/>
                  </a:lnTo>
                  <a:lnTo>
                    <a:pt x="133574" y="314010"/>
                  </a:lnTo>
                  <a:lnTo>
                    <a:pt x="133088" y="313613"/>
                  </a:lnTo>
                  <a:lnTo>
                    <a:pt x="132798" y="313549"/>
                  </a:lnTo>
                  <a:lnTo>
                    <a:pt x="132666" y="313397"/>
                  </a:lnTo>
                  <a:lnTo>
                    <a:pt x="132926" y="312951"/>
                  </a:lnTo>
                  <a:lnTo>
                    <a:pt x="132954" y="312491"/>
                  </a:lnTo>
                  <a:lnTo>
                    <a:pt x="132848" y="312285"/>
                  </a:lnTo>
                  <a:lnTo>
                    <a:pt x="132692" y="312264"/>
                  </a:lnTo>
                  <a:lnTo>
                    <a:pt x="132421" y="312037"/>
                  </a:lnTo>
                  <a:lnTo>
                    <a:pt x="132385" y="311725"/>
                  </a:lnTo>
                  <a:lnTo>
                    <a:pt x="132125" y="311431"/>
                  </a:lnTo>
                  <a:lnTo>
                    <a:pt x="132864" y="311297"/>
                  </a:lnTo>
                  <a:lnTo>
                    <a:pt x="132870" y="310831"/>
                  </a:lnTo>
                  <a:lnTo>
                    <a:pt x="132656" y="310800"/>
                  </a:lnTo>
                  <a:lnTo>
                    <a:pt x="132127" y="310725"/>
                  </a:lnTo>
                  <a:lnTo>
                    <a:pt x="131809" y="310714"/>
                  </a:lnTo>
                  <a:lnTo>
                    <a:pt x="131628" y="310708"/>
                  </a:lnTo>
                  <a:lnTo>
                    <a:pt x="131018" y="310720"/>
                  </a:lnTo>
                  <a:lnTo>
                    <a:pt x="130846" y="311436"/>
                  </a:lnTo>
                  <a:lnTo>
                    <a:pt x="130916" y="311626"/>
                  </a:lnTo>
                  <a:lnTo>
                    <a:pt x="131305" y="311717"/>
                  </a:lnTo>
                  <a:lnTo>
                    <a:pt x="131825" y="312019"/>
                  </a:lnTo>
                  <a:lnTo>
                    <a:pt x="130537" y="312029"/>
                  </a:lnTo>
                  <a:lnTo>
                    <a:pt x="130282" y="311936"/>
                  </a:lnTo>
                  <a:lnTo>
                    <a:pt x="129947" y="311816"/>
                  </a:lnTo>
                  <a:lnTo>
                    <a:pt x="129798" y="311763"/>
                  </a:lnTo>
                  <a:lnTo>
                    <a:pt x="129351" y="311590"/>
                  </a:lnTo>
                  <a:lnTo>
                    <a:pt x="129180" y="311260"/>
                  </a:lnTo>
                  <a:lnTo>
                    <a:pt x="128914" y="311366"/>
                  </a:lnTo>
                  <a:lnTo>
                    <a:pt x="128788" y="311098"/>
                  </a:lnTo>
                  <a:lnTo>
                    <a:pt x="128698" y="310929"/>
                  </a:lnTo>
                  <a:lnTo>
                    <a:pt x="128808" y="310540"/>
                  </a:lnTo>
                  <a:lnTo>
                    <a:pt x="128339" y="309614"/>
                  </a:lnTo>
                  <a:lnTo>
                    <a:pt x="128194" y="309325"/>
                  </a:lnTo>
                  <a:lnTo>
                    <a:pt x="127967" y="308870"/>
                  </a:lnTo>
                  <a:lnTo>
                    <a:pt x="128033" y="307940"/>
                  </a:lnTo>
                  <a:lnTo>
                    <a:pt x="127962" y="307708"/>
                  </a:lnTo>
                  <a:lnTo>
                    <a:pt x="127713" y="307636"/>
                  </a:lnTo>
                  <a:lnTo>
                    <a:pt x="127608" y="307294"/>
                  </a:lnTo>
                  <a:lnTo>
                    <a:pt x="127809" y="306923"/>
                  </a:lnTo>
                  <a:lnTo>
                    <a:pt x="127994" y="306483"/>
                  </a:lnTo>
                  <a:lnTo>
                    <a:pt x="127638" y="306310"/>
                  </a:lnTo>
                  <a:lnTo>
                    <a:pt x="127486" y="306082"/>
                  </a:lnTo>
                  <a:lnTo>
                    <a:pt x="127387" y="305894"/>
                  </a:lnTo>
                  <a:lnTo>
                    <a:pt x="127347" y="305208"/>
                  </a:lnTo>
                  <a:lnTo>
                    <a:pt x="127338" y="304900"/>
                  </a:lnTo>
                  <a:lnTo>
                    <a:pt x="127746" y="304672"/>
                  </a:lnTo>
                  <a:lnTo>
                    <a:pt x="127921" y="304456"/>
                  </a:lnTo>
                  <a:lnTo>
                    <a:pt x="128070" y="304182"/>
                  </a:lnTo>
                  <a:lnTo>
                    <a:pt x="128403" y="303815"/>
                  </a:lnTo>
                  <a:lnTo>
                    <a:pt x="128510" y="303668"/>
                  </a:lnTo>
                  <a:lnTo>
                    <a:pt x="128340" y="303632"/>
                  </a:lnTo>
                  <a:lnTo>
                    <a:pt x="128127" y="303588"/>
                  </a:lnTo>
                  <a:lnTo>
                    <a:pt x="127931" y="303618"/>
                  </a:lnTo>
                  <a:lnTo>
                    <a:pt x="127541" y="303988"/>
                  </a:lnTo>
                  <a:lnTo>
                    <a:pt x="127266" y="304133"/>
                  </a:lnTo>
                  <a:lnTo>
                    <a:pt x="126898" y="304244"/>
                  </a:lnTo>
                  <a:lnTo>
                    <a:pt x="126456" y="304921"/>
                  </a:lnTo>
                  <a:lnTo>
                    <a:pt x="126399" y="305345"/>
                  </a:lnTo>
                  <a:lnTo>
                    <a:pt x="126216" y="305476"/>
                  </a:lnTo>
                  <a:lnTo>
                    <a:pt x="126007" y="305626"/>
                  </a:lnTo>
                  <a:lnTo>
                    <a:pt x="125619" y="305809"/>
                  </a:lnTo>
                  <a:lnTo>
                    <a:pt x="125457" y="306076"/>
                  </a:lnTo>
                  <a:lnTo>
                    <a:pt x="125456" y="306446"/>
                  </a:lnTo>
                  <a:lnTo>
                    <a:pt x="125754" y="306811"/>
                  </a:lnTo>
                  <a:lnTo>
                    <a:pt x="125726" y="307139"/>
                  </a:lnTo>
                  <a:lnTo>
                    <a:pt x="125586" y="307266"/>
                  </a:lnTo>
                  <a:lnTo>
                    <a:pt x="125213" y="307559"/>
                  </a:lnTo>
                  <a:lnTo>
                    <a:pt x="125142" y="307733"/>
                  </a:lnTo>
                  <a:lnTo>
                    <a:pt x="125287" y="307776"/>
                  </a:lnTo>
                  <a:lnTo>
                    <a:pt x="125308" y="307919"/>
                  </a:lnTo>
                  <a:lnTo>
                    <a:pt x="124973" y="308139"/>
                  </a:lnTo>
                  <a:lnTo>
                    <a:pt x="124738" y="308277"/>
                  </a:lnTo>
                  <a:lnTo>
                    <a:pt x="124656" y="307953"/>
                  </a:lnTo>
                  <a:lnTo>
                    <a:pt x="124386" y="307928"/>
                  </a:lnTo>
                  <a:lnTo>
                    <a:pt x="124360" y="308131"/>
                  </a:lnTo>
                  <a:lnTo>
                    <a:pt x="124320" y="308360"/>
                  </a:lnTo>
                  <a:lnTo>
                    <a:pt x="123823" y="307852"/>
                  </a:lnTo>
                  <a:lnTo>
                    <a:pt x="123886" y="307594"/>
                  </a:lnTo>
                  <a:lnTo>
                    <a:pt x="123442" y="307580"/>
                  </a:lnTo>
                  <a:lnTo>
                    <a:pt x="123300" y="307599"/>
                  </a:lnTo>
                  <a:lnTo>
                    <a:pt x="122971" y="307878"/>
                  </a:lnTo>
                  <a:lnTo>
                    <a:pt x="122602" y="308343"/>
                  </a:lnTo>
                  <a:lnTo>
                    <a:pt x="123133" y="308590"/>
                  </a:lnTo>
                  <a:lnTo>
                    <a:pt x="124036" y="308450"/>
                  </a:lnTo>
                  <a:lnTo>
                    <a:pt x="124356" y="308660"/>
                  </a:lnTo>
                  <a:lnTo>
                    <a:pt x="124043" y="309058"/>
                  </a:lnTo>
                  <a:lnTo>
                    <a:pt x="123889" y="309001"/>
                  </a:lnTo>
                  <a:lnTo>
                    <a:pt x="123642" y="308991"/>
                  </a:lnTo>
                  <a:lnTo>
                    <a:pt x="123803" y="309326"/>
                  </a:lnTo>
                  <a:lnTo>
                    <a:pt x="123318" y="309370"/>
                  </a:lnTo>
                  <a:lnTo>
                    <a:pt x="123236" y="310102"/>
                  </a:lnTo>
                  <a:lnTo>
                    <a:pt x="122934" y="310190"/>
                  </a:lnTo>
                  <a:lnTo>
                    <a:pt x="122617" y="310231"/>
                  </a:lnTo>
                  <a:lnTo>
                    <a:pt x="122394" y="310259"/>
                  </a:lnTo>
                  <a:lnTo>
                    <a:pt x="122320" y="309895"/>
                  </a:lnTo>
                  <a:lnTo>
                    <a:pt x="121946" y="309971"/>
                  </a:lnTo>
                  <a:lnTo>
                    <a:pt x="121953" y="310146"/>
                  </a:lnTo>
                  <a:lnTo>
                    <a:pt x="121597" y="310081"/>
                  </a:lnTo>
                  <a:lnTo>
                    <a:pt x="121532" y="309776"/>
                  </a:lnTo>
                  <a:lnTo>
                    <a:pt x="121533" y="309531"/>
                  </a:lnTo>
                  <a:lnTo>
                    <a:pt x="121563" y="309146"/>
                  </a:lnTo>
                  <a:lnTo>
                    <a:pt x="121464" y="308933"/>
                  </a:lnTo>
                  <a:lnTo>
                    <a:pt x="121332" y="309338"/>
                  </a:lnTo>
                  <a:lnTo>
                    <a:pt x="121445" y="310004"/>
                  </a:lnTo>
                  <a:lnTo>
                    <a:pt x="121569" y="310548"/>
                  </a:lnTo>
                  <a:lnTo>
                    <a:pt x="121645" y="310778"/>
                  </a:lnTo>
                  <a:lnTo>
                    <a:pt x="121231" y="310868"/>
                  </a:lnTo>
                  <a:lnTo>
                    <a:pt x="121093" y="310643"/>
                  </a:lnTo>
                  <a:lnTo>
                    <a:pt x="120998" y="310453"/>
                  </a:lnTo>
                  <a:lnTo>
                    <a:pt x="120736" y="310164"/>
                  </a:lnTo>
                  <a:lnTo>
                    <a:pt x="120777" y="310586"/>
                  </a:lnTo>
                  <a:lnTo>
                    <a:pt x="120774" y="310848"/>
                  </a:lnTo>
                  <a:lnTo>
                    <a:pt x="119809" y="310884"/>
                  </a:lnTo>
                  <a:lnTo>
                    <a:pt x="119814" y="310721"/>
                  </a:lnTo>
                  <a:lnTo>
                    <a:pt x="119804" y="310521"/>
                  </a:lnTo>
                  <a:lnTo>
                    <a:pt x="119727" y="309806"/>
                  </a:lnTo>
                  <a:lnTo>
                    <a:pt x="119469" y="309833"/>
                  </a:lnTo>
                  <a:lnTo>
                    <a:pt x="119462" y="309968"/>
                  </a:lnTo>
                  <a:lnTo>
                    <a:pt x="119451" y="310178"/>
                  </a:lnTo>
                  <a:lnTo>
                    <a:pt x="119454" y="310720"/>
                  </a:lnTo>
                  <a:lnTo>
                    <a:pt x="119203" y="310724"/>
                  </a:lnTo>
                  <a:lnTo>
                    <a:pt x="119161" y="309966"/>
                  </a:lnTo>
                  <a:lnTo>
                    <a:pt x="118800" y="309903"/>
                  </a:lnTo>
                  <a:lnTo>
                    <a:pt x="118403" y="309780"/>
                  </a:lnTo>
                  <a:lnTo>
                    <a:pt x="118516" y="309517"/>
                  </a:lnTo>
                  <a:lnTo>
                    <a:pt x="118083" y="309471"/>
                  </a:lnTo>
                  <a:lnTo>
                    <a:pt x="117668" y="309892"/>
                  </a:lnTo>
                  <a:lnTo>
                    <a:pt x="117313" y="310252"/>
                  </a:lnTo>
                  <a:lnTo>
                    <a:pt x="116479" y="310341"/>
                  </a:lnTo>
                  <a:lnTo>
                    <a:pt x="116107" y="309998"/>
                  </a:lnTo>
                  <a:lnTo>
                    <a:pt x="115816" y="309975"/>
                  </a:lnTo>
                  <a:lnTo>
                    <a:pt x="116019" y="309364"/>
                  </a:lnTo>
                  <a:lnTo>
                    <a:pt x="115958" y="308876"/>
                  </a:lnTo>
                  <a:lnTo>
                    <a:pt x="115848" y="309124"/>
                  </a:lnTo>
                  <a:lnTo>
                    <a:pt x="115790" y="309296"/>
                  </a:lnTo>
                  <a:lnTo>
                    <a:pt x="115746" y="309487"/>
                  </a:lnTo>
                  <a:lnTo>
                    <a:pt x="115712" y="309672"/>
                  </a:lnTo>
                  <a:lnTo>
                    <a:pt x="115506" y="309985"/>
                  </a:lnTo>
                  <a:lnTo>
                    <a:pt x="115199" y="309976"/>
                  </a:lnTo>
                  <a:lnTo>
                    <a:pt x="115021" y="309957"/>
                  </a:lnTo>
                  <a:lnTo>
                    <a:pt x="114382" y="309564"/>
                  </a:lnTo>
                  <a:lnTo>
                    <a:pt x="114461" y="309198"/>
                  </a:lnTo>
                  <a:lnTo>
                    <a:pt x="114318" y="309168"/>
                  </a:lnTo>
                  <a:lnTo>
                    <a:pt x="114259" y="308843"/>
                  </a:lnTo>
                  <a:lnTo>
                    <a:pt x="113709" y="308777"/>
                  </a:lnTo>
                  <a:lnTo>
                    <a:pt x="113625" y="308564"/>
                  </a:lnTo>
                  <a:lnTo>
                    <a:pt x="113453" y="308376"/>
                  </a:lnTo>
                  <a:lnTo>
                    <a:pt x="113141" y="308428"/>
                  </a:lnTo>
                  <a:lnTo>
                    <a:pt x="112618" y="308227"/>
                  </a:lnTo>
                  <a:lnTo>
                    <a:pt x="111892" y="308257"/>
                  </a:lnTo>
                  <a:lnTo>
                    <a:pt x="111633" y="308270"/>
                  </a:lnTo>
                  <a:lnTo>
                    <a:pt x="110799" y="308306"/>
                  </a:lnTo>
                  <a:lnTo>
                    <a:pt x="110672" y="308171"/>
                  </a:lnTo>
                  <a:lnTo>
                    <a:pt x="110548" y="307833"/>
                  </a:lnTo>
                  <a:lnTo>
                    <a:pt x="110350" y="307643"/>
                  </a:lnTo>
                  <a:lnTo>
                    <a:pt x="110339" y="307896"/>
                  </a:lnTo>
                  <a:lnTo>
                    <a:pt x="110389" y="308071"/>
                  </a:lnTo>
                  <a:lnTo>
                    <a:pt x="110410" y="308242"/>
                  </a:lnTo>
                  <a:lnTo>
                    <a:pt x="108862" y="308050"/>
                  </a:lnTo>
                  <a:lnTo>
                    <a:pt x="108613" y="308027"/>
                  </a:lnTo>
                  <a:lnTo>
                    <a:pt x="108962" y="308093"/>
                  </a:lnTo>
                  <a:lnTo>
                    <a:pt x="109217" y="308141"/>
                  </a:lnTo>
                  <a:lnTo>
                    <a:pt x="110399" y="308405"/>
                  </a:lnTo>
                  <a:lnTo>
                    <a:pt x="110361" y="308936"/>
                  </a:lnTo>
                  <a:lnTo>
                    <a:pt x="110470" y="309433"/>
                  </a:lnTo>
                  <a:lnTo>
                    <a:pt x="110538" y="309746"/>
                  </a:lnTo>
                  <a:lnTo>
                    <a:pt x="110575" y="310027"/>
                  </a:lnTo>
                  <a:lnTo>
                    <a:pt x="110618" y="310362"/>
                  </a:lnTo>
                  <a:lnTo>
                    <a:pt x="110597" y="310750"/>
                  </a:lnTo>
                  <a:lnTo>
                    <a:pt x="108654" y="310323"/>
                  </a:lnTo>
                  <a:lnTo>
                    <a:pt x="108119" y="310206"/>
                  </a:lnTo>
                  <a:lnTo>
                    <a:pt x="107426" y="310054"/>
                  </a:lnTo>
                  <a:lnTo>
                    <a:pt x="106219" y="309831"/>
                  </a:lnTo>
                  <a:lnTo>
                    <a:pt x="106244" y="309266"/>
                  </a:lnTo>
                  <a:lnTo>
                    <a:pt x="106231" y="309135"/>
                  </a:lnTo>
                  <a:lnTo>
                    <a:pt x="106028" y="308784"/>
                  </a:lnTo>
                  <a:lnTo>
                    <a:pt x="104532" y="309067"/>
                  </a:lnTo>
                  <a:lnTo>
                    <a:pt x="104386" y="308852"/>
                  </a:lnTo>
                  <a:lnTo>
                    <a:pt x="104138" y="308158"/>
                  </a:lnTo>
                  <a:lnTo>
                    <a:pt x="104094" y="307379"/>
                  </a:lnTo>
                  <a:lnTo>
                    <a:pt x="104593" y="307295"/>
                  </a:lnTo>
                  <a:lnTo>
                    <a:pt x="104740" y="307262"/>
                  </a:lnTo>
                  <a:lnTo>
                    <a:pt x="105118" y="307132"/>
                  </a:lnTo>
                  <a:lnTo>
                    <a:pt x="105077" y="306963"/>
                  </a:lnTo>
                  <a:lnTo>
                    <a:pt x="104694" y="306964"/>
                  </a:lnTo>
                  <a:lnTo>
                    <a:pt x="103307" y="306983"/>
                  </a:lnTo>
                  <a:lnTo>
                    <a:pt x="103191" y="306822"/>
                  </a:lnTo>
                  <a:lnTo>
                    <a:pt x="102942" y="306878"/>
                  </a:lnTo>
                  <a:lnTo>
                    <a:pt x="102825" y="307221"/>
                  </a:lnTo>
                  <a:lnTo>
                    <a:pt x="102640" y="307222"/>
                  </a:lnTo>
                  <a:lnTo>
                    <a:pt x="102785" y="307543"/>
                  </a:lnTo>
                  <a:lnTo>
                    <a:pt x="102833" y="308059"/>
                  </a:lnTo>
                  <a:lnTo>
                    <a:pt x="102255" y="308055"/>
                  </a:lnTo>
                  <a:lnTo>
                    <a:pt x="102252" y="308245"/>
                  </a:lnTo>
                  <a:lnTo>
                    <a:pt x="102248" y="308475"/>
                  </a:lnTo>
                  <a:lnTo>
                    <a:pt x="102243" y="308748"/>
                  </a:lnTo>
                  <a:lnTo>
                    <a:pt x="102234" y="309266"/>
                  </a:lnTo>
                  <a:lnTo>
                    <a:pt x="102229" y="309539"/>
                  </a:lnTo>
                  <a:lnTo>
                    <a:pt x="102229" y="309852"/>
                  </a:lnTo>
                  <a:lnTo>
                    <a:pt x="101580" y="309846"/>
                  </a:lnTo>
                  <a:lnTo>
                    <a:pt x="101684" y="309493"/>
                  </a:lnTo>
                  <a:lnTo>
                    <a:pt x="100597" y="309483"/>
                  </a:lnTo>
                  <a:lnTo>
                    <a:pt x="101168" y="308735"/>
                  </a:lnTo>
                  <a:lnTo>
                    <a:pt x="101736" y="308565"/>
                  </a:lnTo>
                  <a:lnTo>
                    <a:pt x="101715" y="308094"/>
                  </a:lnTo>
                  <a:lnTo>
                    <a:pt x="101311" y="308049"/>
                  </a:lnTo>
                  <a:lnTo>
                    <a:pt x="100534" y="308049"/>
                  </a:lnTo>
                  <a:lnTo>
                    <a:pt x="100146" y="308079"/>
                  </a:lnTo>
                  <a:lnTo>
                    <a:pt x="100102" y="307307"/>
                  </a:lnTo>
                  <a:lnTo>
                    <a:pt x="99962" y="307294"/>
                  </a:lnTo>
                  <a:lnTo>
                    <a:pt x="99678" y="307289"/>
                  </a:lnTo>
                  <a:lnTo>
                    <a:pt x="99304" y="307582"/>
                  </a:lnTo>
                  <a:lnTo>
                    <a:pt x="99107" y="307595"/>
                  </a:lnTo>
                  <a:lnTo>
                    <a:pt x="99116" y="307783"/>
                  </a:lnTo>
                  <a:lnTo>
                    <a:pt x="99380" y="307776"/>
                  </a:lnTo>
                  <a:lnTo>
                    <a:pt x="99637" y="307770"/>
                  </a:lnTo>
                  <a:lnTo>
                    <a:pt x="99698" y="308218"/>
                  </a:lnTo>
                  <a:lnTo>
                    <a:pt x="99393" y="308651"/>
                  </a:lnTo>
                  <a:lnTo>
                    <a:pt x="99188" y="308695"/>
                  </a:lnTo>
                  <a:lnTo>
                    <a:pt x="98894" y="308690"/>
                  </a:lnTo>
                  <a:lnTo>
                    <a:pt x="98360" y="308466"/>
                  </a:lnTo>
                  <a:lnTo>
                    <a:pt x="98186" y="308405"/>
                  </a:lnTo>
                  <a:lnTo>
                    <a:pt x="97778" y="308469"/>
                  </a:lnTo>
                  <a:lnTo>
                    <a:pt x="97448" y="308551"/>
                  </a:lnTo>
                  <a:lnTo>
                    <a:pt x="96918" y="308681"/>
                  </a:lnTo>
                  <a:lnTo>
                    <a:pt x="96681" y="308706"/>
                  </a:lnTo>
                  <a:lnTo>
                    <a:pt x="96522" y="308732"/>
                  </a:lnTo>
                  <a:lnTo>
                    <a:pt x="96240" y="308799"/>
                  </a:lnTo>
                  <a:lnTo>
                    <a:pt x="95533" y="309256"/>
                  </a:lnTo>
                  <a:lnTo>
                    <a:pt x="95553" y="309776"/>
                  </a:lnTo>
                  <a:lnTo>
                    <a:pt x="95773" y="309810"/>
                  </a:lnTo>
                  <a:lnTo>
                    <a:pt x="95939" y="309836"/>
                  </a:lnTo>
                  <a:lnTo>
                    <a:pt x="95882" y="310495"/>
                  </a:lnTo>
                  <a:lnTo>
                    <a:pt x="95703" y="310672"/>
                  </a:lnTo>
                  <a:lnTo>
                    <a:pt x="95376" y="310997"/>
                  </a:lnTo>
                  <a:lnTo>
                    <a:pt x="95126" y="311677"/>
                  </a:lnTo>
                  <a:lnTo>
                    <a:pt x="95358" y="311995"/>
                  </a:lnTo>
                  <a:lnTo>
                    <a:pt x="95035" y="312019"/>
                  </a:lnTo>
                  <a:lnTo>
                    <a:pt x="94890" y="311817"/>
                  </a:lnTo>
                  <a:lnTo>
                    <a:pt x="94583" y="311950"/>
                  </a:lnTo>
                  <a:lnTo>
                    <a:pt x="94740" y="312310"/>
                  </a:lnTo>
                  <a:lnTo>
                    <a:pt x="94812" y="312441"/>
                  </a:lnTo>
                  <a:lnTo>
                    <a:pt x="94360" y="312570"/>
                  </a:lnTo>
                  <a:lnTo>
                    <a:pt x="94160" y="312214"/>
                  </a:lnTo>
                  <a:lnTo>
                    <a:pt x="94019" y="312004"/>
                  </a:lnTo>
                  <a:lnTo>
                    <a:pt x="93664" y="311895"/>
                  </a:lnTo>
                  <a:lnTo>
                    <a:pt x="93431" y="311477"/>
                  </a:lnTo>
                  <a:lnTo>
                    <a:pt x="93205" y="311073"/>
                  </a:lnTo>
                  <a:lnTo>
                    <a:pt x="93024" y="311276"/>
                  </a:lnTo>
                  <a:lnTo>
                    <a:pt x="92323" y="311207"/>
                  </a:lnTo>
                  <a:lnTo>
                    <a:pt x="92194" y="311192"/>
                  </a:lnTo>
                  <a:lnTo>
                    <a:pt x="92117" y="311053"/>
                  </a:lnTo>
                  <a:lnTo>
                    <a:pt x="91443" y="311237"/>
                  </a:lnTo>
                  <a:lnTo>
                    <a:pt x="91191" y="311340"/>
                  </a:lnTo>
                  <a:lnTo>
                    <a:pt x="90968" y="311487"/>
                  </a:lnTo>
                  <a:lnTo>
                    <a:pt x="90825" y="311625"/>
                  </a:lnTo>
                  <a:lnTo>
                    <a:pt x="90671" y="311863"/>
                  </a:lnTo>
                  <a:lnTo>
                    <a:pt x="90575" y="312337"/>
                  </a:lnTo>
                  <a:lnTo>
                    <a:pt x="90691" y="312537"/>
                  </a:lnTo>
                  <a:lnTo>
                    <a:pt x="90901" y="312645"/>
                  </a:lnTo>
                  <a:lnTo>
                    <a:pt x="91261" y="313010"/>
                  </a:lnTo>
                  <a:lnTo>
                    <a:pt x="90978" y="313319"/>
                  </a:lnTo>
                  <a:lnTo>
                    <a:pt x="90329" y="313781"/>
                  </a:lnTo>
                  <a:lnTo>
                    <a:pt x="90947" y="313834"/>
                  </a:lnTo>
                  <a:lnTo>
                    <a:pt x="90962" y="314964"/>
                  </a:lnTo>
                  <a:lnTo>
                    <a:pt x="91027" y="315219"/>
                  </a:lnTo>
                  <a:lnTo>
                    <a:pt x="91236" y="315400"/>
                  </a:lnTo>
                  <a:lnTo>
                    <a:pt x="91548" y="315255"/>
                  </a:lnTo>
                  <a:lnTo>
                    <a:pt x="91754" y="315078"/>
                  </a:lnTo>
                  <a:lnTo>
                    <a:pt x="93071" y="315087"/>
                  </a:lnTo>
                  <a:lnTo>
                    <a:pt x="93234" y="315201"/>
                  </a:lnTo>
                  <a:lnTo>
                    <a:pt x="93302" y="316302"/>
                  </a:lnTo>
                  <a:lnTo>
                    <a:pt x="93421" y="316450"/>
                  </a:lnTo>
                  <a:lnTo>
                    <a:pt x="93393" y="316730"/>
                  </a:lnTo>
                  <a:lnTo>
                    <a:pt x="92947" y="316703"/>
                  </a:lnTo>
                  <a:lnTo>
                    <a:pt x="92781" y="316679"/>
                  </a:lnTo>
                  <a:lnTo>
                    <a:pt x="92557" y="316425"/>
                  </a:lnTo>
                  <a:lnTo>
                    <a:pt x="91967" y="316367"/>
                  </a:lnTo>
                  <a:lnTo>
                    <a:pt x="90996" y="316641"/>
                  </a:lnTo>
                  <a:lnTo>
                    <a:pt x="90281" y="317217"/>
                  </a:lnTo>
                  <a:lnTo>
                    <a:pt x="89576" y="317597"/>
                  </a:lnTo>
                  <a:lnTo>
                    <a:pt x="89247" y="317670"/>
                  </a:lnTo>
                  <a:lnTo>
                    <a:pt x="88991" y="317719"/>
                  </a:lnTo>
                  <a:lnTo>
                    <a:pt x="88533" y="317699"/>
                  </a:lnTo>
                  <a:lnTo>
                    <a:pt x="87992" y="317742"/>
                  </a:lnTo>
                  <a:lnTo>
                    <a:pt x="87423" y="317973"/>
                  </a:lnTo>
                  <a:lnTo>
                    <a:pt x="86599" y="318137"/>
                  </a:lnTo>
                  <a:lnTo>
                    <a:pt x="86084" y="317958"/>
                  </a:lnTo>
                  <a:lnTo>
                    <a:pt x="85605" y="318056"/>
                  </a:lnTo>
                  <a:lnTo>
                    <a:pt x="85416" y="318105"/>
                  </a:lnTo>
                  <a:lnTo>
                    <a:pt x="85216" y="318178"/>
                  </a:lnTo>
                  <a:lnTo>
                    <a:pt x="84696" y="318564"/>
                  </a:lnTo>
                  <a:lnTo>
                    <a:pt x="84598" y="318805"/>
                  </a:lnTo>
                  <a:lnTo>
                    <a:pt x="84599" y="319261"/>
                  </a:lnTo>
                  <a:lnTo>
                    <a:pt x="84802" y="319706"/>
                  </a:lnTo>
                  <a:lnTo>
                    <a:pt x="84727" y="320053"/>
                  </a:lnTo>
                  <a:lnTo>
                    <a:pt x="84501" y="320162"/>
                  </a:lnTo>
                  <a:lnTo>
                    <a:pt x="84187" y="320346"/>
                  </a:lnTo>
                  <a:lnTo>
                    <a:pt x="84055" y="320470"/>
                  </a:lnTo>
                  <a:lnTo>
                    <a:pt x="83641" y="321133"/>
                  </a:lnTo>
                  <a:lnTo>
                    <a:pt x="83516" y="321555"/>
                  </a:lnTo>
                  <a:lnTo>
                    <a:pt x="83430" y="321842"/>
                  </a:lnTo>
                  <a:lnTo>
                    <a:pt x="83334" y="322099"/>
                  </a:lnTo>
                  <a:lnTo>
                    <a:pt x="83195" y="322249"/>
                  </a:lnTo>
                  <a:lnTo>
                    <a:pt x="82699" y="322781"/>
                  </a:lnTo>
                  <a:lnTo>
                    <a:pt x="81964" y="323723"/>
                  </a:lnTo>
                  <a:lnTo>
                    <a:pt x="81571" y="323529"/>
                  </a:lnTo>
                  <a:lnTo>
                    <a:pt x="81052" y="323761"/>
                  </a:lnTo>
                  <a:lnTo>
                    <a:pt x="80520" y="324477"/>
                  </a:lnTo>
                  <a:lnTo>
                    <a:pt x="80005" y="324798"/>
                  </a:lnTo>
                  <a:lnTo>
                    <a:pt x="79659" y="324837"/>
                  </a:lnTo>
                  <a:lnTo>
                    <a:pt x="79394" y="325249"/>
                  </a:lnTo>
                  <a:lnTo>
                    <a:pt x="79207" y="325359"/>
                  </a:lnTo>
                  <a:lnTo>
                    <a:pt x="79037" y="325411"/>
                  </a:lnTo>
                  <a:lnTo>
                    <a:pt x="79208" y="325632"/>
                  </a:lnTo>
                  <a:lnTo>
                    <a:pt x="79377" y="325535"/>
                  </a:lnTo>
                  <a:lnTo>
                    <a:pt x="79668" y="325366"/>
                  </a:lnTo>
                  <a:lnTo>
                    <a:pt x="80058" y="326077"/>
                  </a:lnTo>
                  <a:lnTo>
                    <a:pt x="79954" y="326207"/>
                  </a:lnTo>
                  <a:lnTo>
                    <a:pt x="79800" y="326351"/>
                  </a:lnTo>
                  <a:lnTo>
                    <a:pt x="79490" y="326549"/>
                  </a:lnTo>
                  <a:lnTo>
                    <a:pt x="79304" y="326623"/>
                  </a:lnTo>
                  <a:lnTo>
                    <a:pt x="78975" y="326682"/>
                  </a:lnTo>
                  <a:lnTo>
                    <a:pt x="78684" y="326395"/>
                  </a:lnTo>
                  <a:lnTo>
                    <a:pt x="78221" y="326321"/>
                  </a:lnTo>
                  <a:lnTo>
                    <a:pt x="77971" y="326629"/>
                  </a:lnTo>
                  <a:lnTo>
                    <a:pt x="77865" y="327045"/>
                  </a:lnTo>
                  <a:lnTo>
                    <a:pt x="77785" y="327403"/>
                  </a:lnTo>
                  <a:lnTo>
                    <a:pt x="77771" y="327607"/>
                  </a:lnTo>
                  <a:lnTo>
                    <a:pt x="77635" y="327796"/>
                  </a:lnTo>
                  <a:lnTo>
                    <a:pt x="77095" y="327897"/>
                  </a:lnTo>
                  <a:lnTo>
                    <a:pt x="76755" y="327875"/>
                  </a:lnTo>
                  <a:lnTo>
                    <a:pt x="76507" y="327730"/>
                  </a:lnTo>
                  <a:lnTo>
                    <a:pt x="76103" y="327654"/>
                  </a:lnTo>
                  <a:lnTo>
                    <a:pt x="75817" y="327871"/>
                  </a:lnTo>
                  <a:lnTo>
                    <a:pt x="75655" y="328070"/>
                  </a:lnTo>
                  <a:lnTo>
                    <a:pt x="75417" y="328158"/>
                  </a:lnTo>
                  <a:lnTo>
                    <a:pt x="75268" y="328215"/>
                  </a:lnTo>
                  <a:lnTo>
                    <a:pt x="75122" y="328284"/>
                  </a:lnTo>
                  <a:lnTo>
                    <a:pt x="74929" y="328405"/>
                  </a:lnTo>
                  <a:lnTo>
                    <a:pt x="75176" y="328634"/>
                  </a:lnTo>
                  <a:lnTo>
                    <a:pt x="75476" y="328912"/>
                  </a:lnTo>
                  <a:lnTo>
                    <a:pt x="75494" y="329350"/>
                  </a:lnTo>
                  <a:lnTo>
                    <a:pt x="74941" y="329122"/>
                  </a:lnTo>
                  <a:lnTo>
                    <a:pt x="74949" y="329521"/>
                  </a:lnTo>
                  <a:lnTo>
                    <a:pt x="75119" y="329527"/>
                  </a:lnTo>
                  <a:lnTo>
                    <a:pt x="75350" y="329569"/>
                  </a:lnTo>
                  <a:lnTo>
                    <a:pt x="75348" y="329766"/>
                  </a:lnTo>
                  <a:lnTo>
                    <a:pt x="75150" y="330171"/>
                  </a:lnTo>
                  <a:lnTo>
                    <a:pt x="75203" y="330305"/>
                  </a:lnTo>
                  <a:lnTo>
                    <a:pt x="75532" y="330474"/>
                  </a:lnTo>
                  <a:lnTo>
                    <a:pt x="75589" y="330818"/>
                  </a:lnTo>
                  <a:lnTo>
                    <a:pt x="75577" y="331044"/>
                  </a:lnTo>
                  <a:lnTo>
                    <a:pt x="75417" y="331250"/>
                  </a:lnTo>
                  <a:lnTo>
                    <a:pt x="75273" y="331433"/>
                  </a:lnTo>
                  <a:lnTo>
                    <a:pt x="75138" y="331605"/>
                  </a:lnTo>
                  <a:lnTo>
                    <a:pt x="74259" y="331145"/>
                  </a:lnTo>
                  <a:lnTo>
                    <a:pt x="74328" y="331534"/>
                  </a:lnTo>
                  <a:lnTo>
                    <a:pt x="73954" y="331928"/>
                  </a:lnTo>
                  <a:lnTo>
                    <a:pt x="73860" y="332141"/>
                  </a:lnTo>
                  <a:lnTo>
                    <a:pt x="74272" y="332769"/>
                  </a:lnTo>
                  <a:lnTo>
                    <a:pt x="74478" y="332694"/>
                  </a:lnTo>
                  <a:lnTo>
                    <a:pt x="74681" y="333238"/>
                  </a:lnTo>
                  <a:lnTo>
                    <a:pt x="74578" y="333542"/>
                  </a:lnTo>
                  <a:lnTo>
                    <a:pt x="74402" y="333585"/>
                  </a:lnTo>
                  <a:lnTo>
                    <a:pt x="74262" y="333622"/>
                  </a:lnTo>
                  <a:lnTo>
                    <a:pt x="73896" y="333720"/>
                  </a:lnTo>
                  <a:lnTo>
                    <a:pt x="73712" y="333774"/>
                  </a:lnTo>
                  <a:lnTo>
                    <a:pt x="73505" y="333834"/>
                  </a:lnTo>
                  <a:lnTo>
                    <a:pt x="73327" y="333929"/>
                  </a:lnTo>
                  <a:lnTo>
                    <a:pt x="72783" y="334285"/>
                  </a:lnTo>
                  <a:lnTo>
                    <a:pt x="72571" y="334397"/>
                  </a:lnTo>
                  <a:lnTo>
                    <a:pt x="72222" y="334581"/>
                  </a:lnTo>
                  <a:lnTo>
                    <a:pt x="72074" y="334642"/>
                  </a:lnTo>
                  <a:lnTo>
                    <a:pt x="71731" y="334782"/>
                  </a:lnTo>
                  <a:lnTo>
                    <a:pt x="71588" y="334846"/>
                  </a:lnTo>
                  <a:lnTo>
                    <a:pt x="71052" y="335181"/>
                  </a:lnTo>
                  <a:lnTo>
                    <a:pt x="70763" y="335597"/>
                  </a:lnTo>
                  <a:lnTo>
                    <a:pt x="70850" y="335962"/>
                  </a:lnTo>
                  <a:lnTo>
                    <a:pt x="70968" y="336296"/>
                  </a:lnTo>
                  <a:lnTo>
                    <a:pt x="71220" y="336992"/>
                  </a:lnTo>
                  <a:lnTo>
                    <a:pt x="71328" y="337156"/>
                  </a:lnTo>
                  <a:lnTo>
                    <a:pt x="71453" y="337334"/>
                  </a:lnTo>
                  <a:lnTo>
                    <a:pt x="71502" y="337479"/>
                  </a:lnTo>
                  <a:lnTo>
                    <a:pt x="71597" y="337953"/>
                  </a:lnTo>
                  <a:lnTo>
                    <a:pt x="71573" y="338376"/>
                  </a:lnTo>
                  <a:lnTo>
                    <a:pt x="71191" y="338522"/>
                  </a:lnTo>
                  <a:lnTo>
                    <a:pt x="71403" y="338790"/>
                  </a:lnTo>
                  <a:lnTo>
                    <a:pt x="70962" y="339170"/>
                  </a:lnTo>
                  <a:lnTo>
                    <a:pt x="70779" y="339851"/>
                  </a:lnTo>
                  <a:lnTo>
                    <a:pt x="70406" y="339858"/>
                  </a:lnTo>
                  <a:lnTo>
                    <a:pt x="70143" y="340008"/>
                  </a:lnTo>
                  <a:lnTo>
                    <a:pt x="69720" y="340426"/>
                  </a:lnTo>
                  <a:lnTo>
                    <a:pt x="69524" y="340620"/>
                  </a:lnTo>
                  <a:lnTo>
                    <a:pt x="69190" y="340891"/>
                  </a:lnTo>
                  <a:lnTo>
                    <a:pt x="68823" y="341189"/>
                  </a:lnTo>
                  <a:lnTo>
                    <a:pt x="68670" y="341403"/>
                  </a:lnTo>
                  <a:lnTo>
                    <a:pt x="68386" y="341661"/>
                  </a:lnTo>
                  <a:lnTo>
                    <a:pt x="67978" y="341670"/>
                  </a:lnTo>
                  <a:lnTo>
                    <a:pt x="67395" y="341683"/>
                  </a:lnTo>
                  <a:lnTo>
                    <a:pt x="67197" y="341670"/>
                  </a:lnTo>
                  <a:lnTo>
                    <a:pt x="67011" y="341628"/>
                  </a:lnTo>
                  <a:lnTo>
                    <a:pt x="66581" y="341577"/>
                  </a:lnTo>
                  <a:lnTo>
                    <a:pt x="66071" y="341537"/>
                  </a:lnTo>
                  <a:lnTo>
                    <a:pt x="65800" y="341545"/>
                  </a:lnTo>
                  <a:lnTo>
                    <a:pt x="65279" y="341692"/>
                  </a:lnTo>
                  <a:lnTo>
                    <a:pt x="65023" y="341812"/>
                  </a:lnTo>
                  <a:lnTo>
                    <a:pt x="64688" y="341881"/>
                  </a:lnTo>
                  <a:lnTo>
                    <a:pt x="64143" y="341994"/>
                  </a:lnTo>
                  <a:lnTo>
                    <a:pt x="63862" y="342029"/>
                  </a:lnTo>
                  <a:lnTo>
                    <a:pt x="63642" y="342055"/>
                  </a:lnTo>
                  <a:lnTo>
                    <a:pt x="63198" y="342091"/>
                  </a:lnTo>
                  <a:lnTo>
                    <a:pt x="62743" y="342216"/>
                  </a:lnTo>
                  <a:lnTo>
                    <a:pt x="62315" y="342524"/>
                  </a:lnTo>
                  <a:lnTo>
                    <a:pt x="62489" y="342682"/>
                  </a:lnTo>
                  <a:lnTo>
                    <a:pt x="62117" y="343061"/>
                  </a:lnTo>
                  <a:lnTo>
                    <a:pt x="61705" y="343352"/>
                  </a:lnTo>
                  <a:lnTo>
                    <a:pt x="61255" y="343653"/>
                  </a:lnTo>
                  <a:lnTo>
                    <a:pt x="61001" y="343738"/>
                  </a:lnTo>
                  <a:lnTo>
                    <a:pt x="60595" y="343866"/>
                  </a:lnTo>
                  <a:lnTo>
                    <a:pt x="60291" y="343934"/>
                  </a:lnTo>
                  <a:lnTo>
                    <a:pt x="60135" y="343986"/>
                  </a:lnTo>
                  <a:lnTo>
                    <a:pt x="59917" y="344079"/>
                  </a:lnTo>
                  <a:lnTo>
                    <a:pt x="59526" y="344269"/>
                  </a:lnTo>
                  <a:lnTo>
                    <a:pt x="59200" y="344386"/>
                  </a:lnTo>
                  <a:lnTo>
                    <a:pt x="58894" y="344608"/>
                  </a:lnTo>
                  <a:lnTo>
                    <a:pt x="58872" y="344750"/>
                  </a:lnTo>
                  <a:lnTo>
                    <a:pt x="58677" y="344815"/>
                  </a:lnTo>
                  <a:lnTo>
                    <a:pt x="58502" y="344873"/>
                  </a:lnTo>
                  <a:lnTo>
                    <a:pt x="58351" y="344923"/>
                  </a:lnTo>
                  <a:lnTo>
                    <a:pt x="58195" y="344975"/>
                  </a:lnTo>
                  <a:lnTo>
                    <a:pt x="58011" y="345036"/>
                  </a:lnTo>
                  <a:lnTo>
                    <a:pt x="57836" y="345094"/>
                  </a:lnTo>
                  <a:lnTo>
                    <a:pt x="57643" y="345147"/>
                  </a:lnTo>
                  <a:lnTo>
                    <a:pt x="57454" y="345199"/>
                  </a:lnTo>
                  <a:lnTo>
                    <a:pt x="57071" y="345306"/>
                  </a:lnTo>
                  <a:lnTo>
                    <a:pt x="56722" y="345428"/>
                  </a:lnTo>
                  <a:lnTo>
                    <a:pt x="56211" y="345668"/>
                  </a:lnTo>
                  <a:lnTo>
                    <a:pt x="56048" y="345755"/>
                  </a:lnTo>
                  <a:lnTo>
                    <a:pt x="55902" y="345800"/>
                  </a:lnTo>
                  <a:lnTo>
                    <a:pt x="55746" y="345848"/>
                  </a:lnTo>
                  <a:lnTo>
                    <a:pt x="54604" y="346198"/>
                  </a:lnTo>
                  <a:lnTo>
                    <a:pt x="54442" y="346263"/>
                  </a:lnTo>
                  <a:lnTo>
                    <a:pt x="53282" y="346600"/>
                  </a:lnTo>
                  <a:lnTo>
                    <a:pt x="52160" y="346919"/>
                  </a:lnTo>
                  <a:lnTo>
                    <a:pt x="51468" y="347099"/>
                  </a:lnTo>
                  <a:lnTo>
                    <a:pt x="51338" y="347112"/>
                  </a:lnTo>
                  <a:lnTo>
                    <a:pt x="50759" y="347400"/>
                  </a:lnTo>
                  <a:lnTo>
                    <a:pt x="50896" y="347674"/>
                  </a:lnTo>
                  <a:lnTo>
                    <a:pt x="50726" y="347754"/>
                  </a:lnTo>
                  <a:lnTo>
                    <a:pt x="50409" y="347694"/>
                  </a:lnTo>
                  <a:lnTo>
                    <a:pt x="50243" y="347543"/>
                  </a:lnTo>
                  <a:lnTo>
                    <a:pt x="50062" y="347584"/>
                  </a:lnTo>
                  <a:lnTo>
                    <a:pt x="49818" y="347641"/>
                  </a:lnTo>
                  <a:lnTo>
                    <a:pt x="49525" y="347704"/>
                  </a:lnTo>
                  <a:lnTo>
                    <a:pt x="49319" y="347767"/>
                  </a:lnTo>
                  <a:lnTo>
                    <a:pt x="48513" y="348071"/>
                  </a:lnTo>
                  <a:lnTo>
                    <a:pt x="47800" y="348231"/>
                  </a:lnTo>
                  <a:lnTo>
                    <a:pt x="47399" y="348362"/>
                  </a:lnTo>
                  <a:lnTo>
                    <a:pt x="47126" y="348477"/>
                  </a:lnTo>
                  <a:lnTo>
                    <a:pt x="46951" y="348582"/>
                  </a:lnTo>
                  <a:lnTo>
                    <a:pt x="46408" y="348936"/>
                  </a:lnTo>
                  <a:lnTo>
                    <a:pt x="46212" y="349118"/>
                  </a:lnTo>
                  <a:lnTo>
                    <a:pt x="46003" y="349406"/>
                  </a:lnTo>
                  <a:lnTo>
                    <a:pt x="45490" y="350231"/>
                  </a:lnTo>
                  <a:lnTo>
                    <a:pt x="45568" y="350571"/>
                  </a:lnTo>
                  <a:lnTo>
                    <a:pt x="45875" y="351170"/>
                  </a:lnTo>
                  <a:lnTo>
                    <a:pt x="45115" y="351294"/>
                  </a:lnTo>
                  <a:lnTo>
                    <a:pt x="44812" y="351264"/>
                  </a:lnTo>
                  <a:lnTo>
                    <a:pt x="44673" y="351280"/>
                  </a:lnTo>
                  <a:lnTo>
                    <a:pt x="44512" y="351355"/>
                  </a:lnTo>
                  <a:lnTo>
                    <a:pt x="44384" y="351480"/>
                  </a:lnTo>
                  <a:lnTo>
                    <a:pt x="44207" y="351556"/>
                  </a:lnTo>
                  <a:lnTo>
                    <a:pt x="43665" y="351562"/>
                  </a:lnTo>
                  <a:lnTo>
                    <a:pt x="43020" y="351519"/>
                  </a:lnTo>
                  <a:lnTo>
                    <a:pt x="42853" y="351242"/>
                  </a:lnTo>
                  <a:lnTo>
                    <a:pt x="42550" y="350913"/>
                  </a:lnTo>
                  <a:lnTo>
                    <a:pt x="42619" y="350618"/>
                  </a:lnTo>
                  <a:lnTo>
                    <a:pt x="42905" y="350238"/>
                  </a:lnTo>
                  <a:lnTo>
                    <a:pt x="43097" y="349610"/>
                  </a:lnTo>
                  <a:lnTo>
                    <a:pt x="42626" y="349357"/>
                  </a:lnTo>
                  <a:lnTo>
                    <a:pt x="42363" y="349100"/>
                  </a:lnTo>
                  <a:lnTo>
                    <a:pt x="41822" y="348897"/>
                  </a:lnTo>
                  <a:lnTo>
                    <a:pt x="41481" y="348652"/>
                  </a:lnTo>
                  <a:lnTo>
                    <a:pt x="41303" y="348819"/>
                  </a:lnTo>
                  <a:lnTo>
                    <a:pt x="41177" y="349002"/>
                  </a:lnTo>
                  <a:lnTo>
                    <a:pt x="41097" y="349170"/>
                  </a:lnTo>
                  <a:lnTo>
                    <a:pt x="40555" y="349287"/>
                  </a:lnTo>
                  <a:lnTo>
                    <a:pt x="40079" y="348974"/>
                  </a:lnTo>
                  <a:lnTo>
                    <a:pt x="39876" y="348816"/>
                  </a:lnTo>
                  <a:lnTo>
                    <a:pt x="39516" y="348847"/>
                  </a:lnTo>
                  <a:lnTo>
                    <a:pt x="39004" y="347907"/>
                  </a:lnTo>
                  <a:lnTo>
                    <a:pt x="39240" y="347536"/>
                  </a:lnTo>
                  <a:lnTo>
                    <a:pt x="39369" y="347397"/>
                  </a:lnTo>
                  <a:lnTo>
                    <a:pt x="39372" y="347124"/>
                  </a:lnTo>
                  <a:lnTo>
                    <a:pt x="39097" y="347050"/>
                  </a:lnTo>
                  <a:lnTo>
                    <a:pt x="38817" y="346884"/>
                  </a:lnTo>
                  <a:lnTo>
                    <a:pt x="38050" y="345924"/>
                  </a:lnTo>
                  <a:lnTo>
                    <a:pt x="38265" y="345787"/>
                  </a:lnTo>
                  <a:lnTo>
                    <a:pt x="38765" y="345301"/>
                  </a:lnTo>
                  <a:lnTo>
                    <a:pt x="38818" y="344975"/>
                  </a:lnTo>
                  <a:lnTo>
                    <a:pt x="39049" y="344006"/>
                  </a:lnTo>
                  <a:lnTo>
                    <a:pt x="38706" y="342994"/>
                  </a:lnTo>
                  <a:lnTo>
                    <a:pt x="38724" y="342515"/>
                  </a:lnTo>
                  <a:lnTo>
                    <a:pt x="38664" y="341951"/>
                  </a:lnTo>
                  <a:lnTo>
                    <a:pt x="38310" y="341167"/>
                  </a:lnTo>
                  <a:lnTo>
                    <a:pt x="37601" y="341205"/>
                  </a:lnTo>
                  <a:lnTo>
                    <a:pt x="37296" y="341243"/>
                  </a:lnTo>
                  <a:lnTo>
                    <a:pt x="37379" y="341537"/>
                  </a:lnTo>
                  <a:lnTo>
                    <a:pt x="36857" y="341429"/>
                  </a:lnTo>
                  <a:lnTo>
                    <a:pt x="36783" y="341280"/>
                  </a:lnTo>
                  <a:lnTo>
                    <a:pt x="36474" y="341138"/>
                  </a:lnTo>
                  <a:lnTo>
                    <a:pt x="36337" y="341142"/>
                  </a:lnTo>
                  <a:lnTo>
                    <a:pt x="35676" y="340515"/>
                  </a:lnTo>
                  <a:lnTo>
                    <a:pt x="35562" y="340176"/>
                  </a:lnTo>
                  <a:lnTo>
                    <a:pt x="35210" y="339609"/>
                  </a:lnTo>
                  <a:lnTo>
                    <a:pt x="34912" y="339673"/>
                  </a:lnTo>
                  <a:lnTo>
                    <a:pt x="34629" y="339834"/>
                  </a:lnTo>
                  <a:lnTo>
                    <a:pt x="34502" y="339951"/>
                  </a:lnTo>
                  <a:lnTo>
                    <a:pt x="34222" y="340101"/>
                  </a:lnTo>
                  <a:lnTo>
                    <a:pt x="33945" y="340084"/>
                  </a:lnTo>
                  <a:lnTo>
                    <a:pt x="33372" y="340123"/>
                  </a:lnTo>
                  <a:lnTo>
                    <a:pt x="33516" y="339449"/>
                  </a:lnTo>
                  <a:lnTo>
                    <a:pt x="33648" y="339170"/>
                  </a:lnTo>
                  <a:lnTo>
                    <a:pt x="33867" y="339009"/>
                  </a:lnTo>
                  <a:lnTo>
                    <a:pt x="34091" y="338540"/>
                  </a:lnTo>
                  <a:lnTo>
                    <a:pt x="34435" y="337993"/>
                  </a:lnTo>
                  <a:lnTo>
                    <a:pt x="34234" y="337362"/>
                  </a:lnTo>
                  <a:lnTo>
                    <a:pt x="34007" y="337085"/>
                  </a:lnTo>
                  <a:lnTo>
                    <a:pt x="33780" y="337007"/>
                  </a:lnTo>
                  <a:lnTo>
                    <a:pt x="33545" y="336875"/>
                  </a:lnTo>
                  <a:lnTo>
                    <a:pt x="32866" y="336409"/>
                  </a:lnTo>
                  <a:lnTo>
                    <a:pt x="32828" y="335319"/>
                  </a:lnTo>
                  <a:lnTo>
                    <a:pt x="32614" y="335036"/>
                  </a:lnTo>
                  <a:lnTo>
                    <a:pt x="32240" y="334859"/>
                  </a:lnTo>
                  <a:lnTo>
                    <a:pt x="31997" y="334715"/>
                  </a:lnTo>
                  <a:lnTo>
                    <a:pt x="31828" y="334466"/>
                  </a:lnTo>
                  <a:lnTo>
                    <a:pt x="32023" y="334115"/>
                  </a:lnTo>
                  <a:lnTo>
                    <a:pt x="32195" y="333861"/>
                  </a:lnTo>
                  <a:lnTo>
                    <a:pt x="32146" y="333518"/>
                  </a:lnTo>
                  <a:lnTo>
                    <a:pt x="32009" y="333478"/>
                  </a:lnTo>
                  <a:lnTo>
                    <a:pt x="31847" y="333355"/>
                  </a:lnTo>
                  <a:lnTo>
                    <a:pt x="31790" y="333176"/>
                  </a:lnTo>
                  <a:lnTo>
                    <a:pt x="31322" y="332892"/>
                  </a:lnTo>
                  <a:lnTo>
                    <a:pt x="31402" y="332675"/>
                  </a:lnTo>
                  <a:lnTo>
                    <a:pt x="31804" y="332293"/>
                  </a:lnTo>
                  <a:lnTo>
                    <a:pt x="32000" y="332143"/>
                  </a:lnTo>
                  <a:lnTo>
                    <a:pt x="32123" y="331447"/>
                  </a:lnTo>
                  <a:lnTo>
                    <a:pt x="31966" y="331091"/>
                  </a:lnTo>
                  <a:lnTo>
                    <a:pt x="32137" y="330821"/>
                  </a:lnTo>
                  <a:lnTo>
                    <a:pt x="32129" y="330562"/>
                  </a:lnTo>
                  <a:lnTo>
                    <a:pt x="31819" y="330461"/>
                  </a:lnTo>
                  <a:lnTo>
                    <a:pt x="31976" y="329776"/>
                  </a:lnTo>
                  <a:lnTo>
                    <a:pt x="32258" y="329376"/>
                  </a:lnTo>
                  <a:lnTo>
                    <a:pt x="32156" y="328532"/>
                  </a:lnTo>
                  <a:lnTo>
                    <a:pt x="31825" y="328305"/>
                  </a:lnTo>
                  <a:lnTo>
                    <a:pt x="31567" y="328260"/>
                  </a:lnTo>
                  <a:lnTo>
                    <a:pt x="31366" y="328199"/>
                  </a:lnTo>
                  <a:lnTo>
                    <a:pt x="31202" y="328047"/>
                  </a:lnTo>
                  <a:lnTo>
                    <a:pt x="30614" y="327483"/>
                  </a:lnTo>
                  <a:lnTo>
                    <a:pt x="30660" y="327200"/>
                  </a:lnTo>
                  <a:lnTo>
                    <a:pt x="30724" y="326896"/>
                  </a:lnTo>
                  <a:lnTo>
                    <a:pt x="30083" y="326678"/>
                  </a:lnTo>
                  <a:lnTo>
                    <a:pt x="29942" y="326325"/>
                  </a:lnTo>
                  <a:lnTo>
                    <a:pt x="30178" y="326013"/>
                  </a:lnTo>
                  <a:lnTo>
                    <a:pt x="30533" y="325751"/>
                  </a:lnTo>
                  <a:lnTo>
                    <a:pt x="30699" y="325692"/>
                  </a:lnTo>
                  <a:lnTo>
                    <a:pt x="30926" y="325549"/>
                  </a:lnTo>
                  <a:lnTo>
                    <a:pt x="30585" y="325227"/>
                  </a:lnTo>
                  <a:lnTo>
                    <a:pt x="30077" y="325018"/>
                  </a:lnTo>
                  <a:lnTo>
                    <a:pt x="29808" y="324537"/>
                  </a:lnTo>
                  <a:lnTo>
                    <a:pt x="29600" y="324424"/>
                  </a:lnTo>
                  <a:lnTo>
                    <a:pt x="29083" y="324618"/>
                  </a:lnTo>
                  <a:lnTo>
                    <a:pt x="28788" y="324674"/>
                  </a:lnTo>
                  <a:lnTo>
                    <a:pt x="28373" y="324485"/>
                  </a:lnTo>
                  <a:lnTo>
                    <a:pt x="28087" y="324369"/>
                  </a:lnTo>
                  <a:lnTo>
                    <a:pt x="27915" y="324678"/>
                  </a:lnTo>
                  <a:lnTo>
                    <a:pt x="27802" y="324835"/>
                  </a:lnTo>
                  <a:lnTo>
                    <a:pt x="27587" y="325135"/>
                  </a:lnTo>
                  <a:lnTo>
                    <a:pt x="27467" y="325290"/>
                  </a:lnTo>
                  <a:lnTo>
                    <a:pt x="27220" y="325438"/>
                  </a:lnTo>
                  <a:lnTo>
                    <a:pt x="26801" y="325269"/>
                  </a:lnTo>
                  <a:lnTo>
                    <a:pt x="26216" y="325080"/>
                  </a:lnTo>
                  <a:lnTo>
                    <a:pt x="25943" y="325470"/>
                  </a:lnTo>
                  <a:lnTo>
                    <a:pt x="25596" y="325279"/>
                  </a:lnTo>
                  <a:lnTo>
                    <a:pt x="25217" y="324885"/>
                  </a:lnTo>
                  <a:lnTo>
                    <a:pt x="24858" y="324967"/>
                  </a:lnTo>
                  <a:lnTo>
                    <a:pt x="24562" y="325040"/>
                  </a:lnTo>
                  <a:lnTo>
                    <a:pt x="23962" y="325216"/>
                  </a:lnTo>
                  <a:lnTo>
                    <a:pt x="23890" y="325389"/>
                  </a:lnTo>
                  <a:lnTo>
                    <a:pt x="23748" y="325627"/>
                  </a:lnTo>
                  <a:lnTo>
                    <a:pt x="23358" y="325714"/>
                  </a:lnTo>
                  <a:lnTo>
                    <a:pt x="23141" y="325261"/>
                  </a:lnTo>
                  <a:lnTo>
                    <a:pt x="23338" y="324851"/>
                  </a:lnTo>
                  <a:lnTo>
                    <a:pt x="23080" y="324652"/>
                  </a:lnTo>
                  <a:lnTo>
                    <a:pt x="22891" y="324608"/>
                  </a:lnTo>
                  <a:lnTo>
                    <a:pt x="22758" y="324599"/>
                  </a:lnTo>
                  <a:lnTo>
                    <a:pt x="22387" y="324697"/>
                  </a:lnTo>
                  <a:lnTo>
                    <a:pt x="21891" y="324940"/>
                  </a:lnTo>
                  <a:lnTo>
                    <a:pt x="21414" y="325203"/>
                  </a:lnTo>
                  <a:lnTo>
                    <a:pt x="21273" y="325464"/>
                  </a:lnTo>
                  <a:lnTo>
                    <a:pt x="20727" y="325401"/>
                  </a:lnTo>
                  <a:lnTo>
                    <a:pt x="20496" y="325214"/>
                  </a:lnTo>
                  <a:lnTo>
                    <a:pt x="20224" y="325343"/>
                  </a:lnTo>
                  <a:lnTo>
                    <a:pt x="19607" y="325578"/>
                  </a:lnTo>
                  <a:lnTo>
                    <a:pt x="19307" y="325402"/>
                  </a:lnTo>
                  <a:lnTo>
                    <a:pt x="19116" y="325149"/>
                  </a:lnTo>
                  <a:lnTo>
                    <a:pt x="18383" y="324992"/>
                  </a:lnTo>
                  <a:lnTo>
                    <a:pt x="18208" y="325148"/>
                  </a:lnTo>
                  <a:lnTo>
                    <a:pt x="17710" y="325139"/>
                  </a:lnTo>
                  <a:lnTo>
                    <a:pt x="17682" y="324997"/>
                  </a:lnTo>
                  <a:lnTo>
                    <a:pt x="17414" y="324606"/>
                  </a:lnTo>
                  <a:lnTo>
                    <a:pt x="16994" y="324420"/>
                  </a:lnTo>
                  <a:lnTo>
                    <a:pt x="16770" y="324296"/>
                  </a:lnTo>
                  <a:lnTo>
                    <a:pt x="16555" y="324144"/>
                  </a:lnTo>
                  <a:lnTo>
                    <a:pt x="16460" y="323671"/>
                  </a:lnTo>
                  <a:lnTo>
                    <a:pt x="16266" y="323544"/>
                  </a:lnTo>
                  <a:lnTo>
                    <a:pt x="16027" y="323282"/>
                  </a:lnTo>
                  <a:lnTo>
                    <a:pt x="16242" y="322886"/>
                  </a:lnTo>
                  <a:lnTo>
                    <a:pt x="16616" y="322568"/>
                  </a:lnTo>
                  <a:lnTo>
                    <a:pt x="16775" y="322436"/>
                  </a:lnTo>
                  <a:lnTo>
                    <a:pt x="16912" y="322069"/>
                  </a:lnTo>
                  <a:lnTo>
                    <a:pt x="16345" y="321794"/>
                  </a:lnTo>
                  <a:lnTo>
                    <a:pt x="15602" y="321703"/>
                  </a:lnTo>
                  <a:lnTo>
                    <a:pt x="14923" y="321849"/>
                  </a:lnTo>
                  <a:lnTo>
                    <a:pt x="14425" y="321555"/>
                  </a:lnTo>
                  <a:lnTo>
                    <a:pt x="14131" y="321696"/>
                  </a:lnTo>
                  <a:lnTo>
                    <a:pt x="13512" y="322134"/>
                  </a:lnTo>
                  <a:lnTo>
                    <a:pt x="13324" y="321619"/>
                  </a:lnTo>
                  <a:lnTo>
                    <a:pt x="13341" y="321325"/>
                  </a:lnTo>
                  <a:lnTo>
                    <a:pt x="12943" y="320800"/>
                  </a:lnTo>
                  <a:lnTo>
                    <a:pt x="12766" y="320464"/>
                  </a:lnTo>
                  <a:lnTo>
                    <a:pt x="13208" y="319966"/>
                  </a:lnTo>
                  <a:lnTo>
                    <a:pt x="13399" y="319838"/>
                  </a:lnTo>
                  <a:lnTo>
                    <a:pt x="13679" y="319753"/>
                  </a:lnTo>
                  <a:lnTo>
                    <a:pt x="14022" y="319492"/>
                  </a:lnTo>
                  <a:lnTo>
                    <a:pt x="14375" y="319074"/>
                  </a:lnTo>
                  <a:lnTo>
                    <a:pt x="14502" y="318674"/>
                  </a:lnTo>
                  <a:lnTo>
                    <a:pt x="14547" y="318417"/>
                  </a:lnTo>
                  <a:lnTo>
                    <a:pt x="14298" y="317931"/>
                  </a:lnTo>
                  <a:lnTo>
                    <a:pt x="13524" y="317504"/>
                  </a:lnTo>
                  <a:lnTo>
                    <a:pt x="13177" y="317802"/>
                  </a:lnTo>
                  <a:lnTo>
                    <a:pt x="13005" y="317916"/>
                  </a:lnTo>
                  <a:lnTo>
                    <a:pt x="12673" y="318103"/>
                  </a:lnTo>
                  <a:lnTo>
                    <a:pt x="12320" y="318202"/>
                  </a:lnTo>
                  <a:lnTo>
                    <a:pt x="11909" y="318619"/>
                  </a:lnTo>
                  <a:lnTo>
                    <a:pt x="11487" y="318873"/>
                  </a:lnTo>
                  <a:lnTo>
                    <a:pt x="11084" y="319045"/>
                  </a:lnTo>
                  <a:lnTo>
                    <a:pt x="10897" y="318996"/>
                  </a:lnTo>
                  <a:lnTo>
                    <a:pt x="10663" y="318895"/>
                  </a:lnTo>
                  <a:lnTo>
                    <a:pt x="10465" y="318711"/>
                  </a:lnTo>
                  <a:lnTo>
                    <a:pt x="10097" y="318383"/>
                  </a:lnTo>
                  <a:lnTo>
                    <a:pt x="9903" y="318383"/>
                  </a:lnTo>
                  <a:lnTo>
                    <a:pt x="9585" y="318738"/>
                  </a:lnTo>
                  <a:lnTo>
                    <a:pt x="9367" y="319067"/>
                  </a:lnTo>
                  <a:lnTo>
                    <a:pt x="8909" y="318987"/>
                  </a:lnTo>
                  <a:lnTo>
                    <a:pt x="8779" y="318613"/>
                  </a:lnTo>
                  <a:lnTo>
                    <a:pt x="8772" y="318467"/>
                  </a:lnTo>
                  <a:lnTo>
                    <a:pt x="8671" y="318198"/>
                  </a:lnTo>
                  <a:lnTo>
                    <a:pt x="7687" y="317682"/>
                  </a:lnTo>
                  <a:lnTo>
                    <a:pt x="7394" y="317715"/>
                  </a:lnTo>
                  <a:lnTo>
                    <a:pt x="7039" y="317876"/>
                  </a:lnTo>
                  <a:lnTo>
                    <a:pt x="6874" y="317723"/>
                  </a:lnTo>
                  <a:lnTo>
                    <a:pt x="6665" y="317474"/>
                  </a:lnTo>
                  <a:lnTo>
                    <a:pt x="6245" y="317317"/>
                  </a:lnTo>
                  <a:lnTo>
                    <a:pt x="6013" y="317181"/>
                  </a:lnTo>
                  <a:lnTo>
                    <a:pt x="5679" y="316871"/>
                  </a:lnTo>
                  <a:lnTo>
                    <a:pt x="4896" y="316290"/>
                  </a:lnTo>
                  <a:lnTo>
                    <a:pt x="4858" y="316009"/>
                  </a:lnTo>
                  <a:lnTo>
                    <a:pt x="4819" y="315754"/>
                  </a:lnTo>
                  <a:lnTo>
                    <a:pt x="4664" y="315193"/>
                  </a:lnTo>
                  <a:lnTo>
                    <a:pt x="4426" y="314965"/>
                  </a:lnTo>
                  <a:lnTo>
                    <a:pt x="4160" y="314870"/>
                  </a:lnTo>
                  <a:lnTo>
                    <a:pt x="3875" y="314823"/>
                  </a:lnTo>
                  <a:lnTo>
                    <a:pt x="2993" y="314603"/>
                  </a:lnTo>
                  <a:lnTo>
                    <a:pt x="2820" y="314561"/>
                  </a:lnTo>
                  <a:lnTo>
                    <a:pt x="2608" y="314537"/>
                  </a:lnTo>
                  <a:lnTo>
                    <a:pt x="2444" y="314311"/>
                  </a:lnTo>
                  <a:lnTo>
                    <a:pt x="2655" y="313876"/>
                  </a:lnTo>
                  <a:lnTo>
                    <a:pt x="2739" y="313534"/>
                  </a:lnTo>
                  <a:lnTo>
                    <a:pt x="2246" y="313435"/>
                  </a:lnTo>
                  <a:lnTo>
                    <a:pt x="1991" y="313504"/>
                  </a:lnTo>
                  <a:lnTo>
                    <a:pt x="1646" y="313340"/>
                  </a:lnTo>
                  <a:lnTo>
                    <a:pt x="1409" y="313179"/>
                  </a:lnTo>
                  <a:lnTo>
                    <a:pt x="1264" y="312886"/>
                  </a:lnTo>
                  <a:lnTo>
                    <a:pt x="866" y="312703"/>
                  </a:lnTo>
                  <a:lnTo>
                    <a:pt x="739" y="312505"/>
                  </a:lnTo>
                  <a:lnTo>
                    <a:pt x="423" y="312359"/>
                  </a:lnTo>
                  <a:lnTo>
                    <a:pt x="144" y="312393"/>
                  </a:lnTo>
                  <a:lnTo>
                    <a:pt x="29" y="311990"/>
                  </a:lnTo>
                  <a:lnTo>
                    <a:pt x="0" y="311782"/>
                  </a:lnTo>
                  <a:lnTo>
                    <a:pt x="295" y="311122"/>
                  </a:lnTo>
                  <a:lnTo>
                    <a:pt x="579" y="310411"/>
                  </a:lnTo>
                  <a:lnTo>
                    <a:pt x="808" y="310277"/>
                  </a:lnTo>
                  <a:lnTo>
                    <a:pt x="1061" y="310128"/>
                  </a:lnTo>
                  <a:lnTo>
                    <a:pt x="1123" y="309910"/>
                  </a:lnTo>
                  <a:lnTo>
                    <a:pt x="1372" y="309474"/>
                  </a:lnTo>
                  <a:lnTo>
                    <a:pt x="1526" y="309247"/>
                  </a:lnTo>
                  <a:lnTo>
                    <a:pt x="1714" y="308864"/>
                  </a:lnTo>
                  <a:lnTo>
                    <a:pt x="1874" y="308023"/>
                  </a:lnTo>
                  <a:lnTo>
                    <a:pt x="1893" y="307369"/>
                  </a:lnTo>
                  <a:lnTo>
                    <a:pt x="1859" y="306886"/>
                  </a:lnTo>
                  <a:lnTo>
                    <a:pt x="1798" y="306374"/>
                  </a:lnTo>
                  <a:lnTo>
                    <a:pt x="2080" y="306222"/>
                  </a:lnTo>
                  <a:lnTo>
                    <a:pt x="2201" y="305730"/>
                  </a:lnTo>
                  <a:lnTo>
                    <a:pt x="2260" y="305312"/>
                  </a:lnTo>
                  <a:lnTo>
                    <a:pt x="2294" y="304973"/>
                  </a:lnTo>
                  <a:lnTo>
                    <a:pt x="2411" y="304638"/>
                  </a:lnTo>
                  <a:lnTo>
                    <a:pt x="3079" y="304289"/>
                  </a:lnTo>
                  <a:lnTo>
                    <a:pt x="3592" y="304472"/>
                  </a:lnTo>
                  <a:lnTo>
                    <a:pt x="3952" y="304702"/>
                  </a:lnTo>
                  <a:lnTo>
                    <a:pt x="4417" y="304798"/>
                  </a:lnTo>
                  <a:lnTo>
                    <a:pt x="5403" y="304729"/>
                  </a:lnTo>
                  <a:lnTo>
                    <a:pt x="5625" y="304625"/>
                  </a:lnTo>
                  <a:lnTo>
                    <a:pt x="6088" y="304400"/>
                  </a:lnTo>
                  <a:lnTo>
                    <a:pt x="6326" y="304330"/>
                  </a:lnTo>
                  <a:lnTo>
                    <a:pt x="6645" y="304305"/>
                  </a:lnTo>
                  <a:lnTo>
                    <a:pt x="6813" y="303937"/>
                  </a:lnTo>
                  <a:lnTo>
                    <a:pt x="7091" y="303521"/>
                  </a:lnTo>
                  <a:lnTo>
                    <a:pt x="7498" y="303250"/>
                  </a:lnTo>
                  <a:lnTo>
                    <a:pt x="7454" y="302951"/>
                  </a:lnTo>
                  <a:lnTo>
                    <a:pt x="7500" y="302420"/>
                  </a:lnTo>
                  <a:lnTo>
                    <a:pt x="6587" y="302203"/>
                  </a:lnTo>
                  <a:lnTo>
                    <a:pt x="6037" y="302313"/>
                  </a:lnTo>
                  <a:lnTo>
                    <a:pt x="5711" y="302082"/>
                  </a:lnTo>
                  <a:lnTo>
                    <a:pt x="5564" y="301970"/>
                  </a:lnTo>
                  <a:lnTo>
                    <a:pt x="5309" y="301851"/>
                  </a:lnTo>
                  <a:lnTo>
                    <a:pt x="4851" y="301817"/>
                  </a:lnTo>
                  <a:lnTo>
                    <a:pt x="4534" y="301888"/>
                  </a:lnTo>
                  <a:lnTo>
                    <a:pt x="4067" y="301374"/>
                  </a:lnTo>
                  <a:lnTo>
                    <a:pt x="3862" y="300913"/>
                  </a:lnTo>
                  <a:lnTo>
                    <a:pt x="3950" y="300178"/>
                  </a:lnTo>
                  <a:lnTo>
                    <a:pt x="4368" y="299692"/>
                  </a:lnTo>
                  <a:lnTo>
                    <a:pt x="4681" y="299404"/>
                  </a:lnTo>
                  <a:lnTo>
                    <a:pt x="4907" y="299161"/>
                  </a:lnTo>
                  <a:lnTo>
                    <a:pt x="5080" y="298911"/>
                  </a:lnTo>
                  <a:lnTo>
                    <a:pt x="6130" y="299139"/>
                  </a:lnTo>
                  <a:lnTo>
                    <a:pt x="6606" y="299350"/>
                  </a:lnTo>
                  <a:lnTo>
                    <a:pt x="7029" y="299447"/>
                  </a:lnTo>
                  <a:lnTo>
                    <a:pt x="7371" y="299468"/>
                  </a:lnTo>
                  <a:lnTo>
                    <a:pt x="7790" y="299713"/>
                  </a:lnTo>
                  <a:lnTo>
                    <a:pt x="7928" y="299728"/>
                  </a:lnTo>
                  <a:lnTo>
                    <a:pt x="8180" y="299715"/>
                  </a:lnTo>
                  <a:lnTo>
                    <a:pt x="8399" y="299512"/>
                  </a:lnTo>
                  <a:lnTo>
                    <a:pt x="9006" y="299101"/>
                  </a:lnTo>
                  <a:lnTo>
                    <a:pt x="9496" y="299239"/>
                  </a:lnTo>
                  <a:lnTo>
                    <a:pt x="9732" y="299075"/>
                  </a:lnTo>
                  <a:lnTo>
                    <a:pt x="9908" y="298824"/>
                  </a:lnTo>
                  <a:lnTo>
                    <a:pt x="10040" y="298440"/>
                  </a:lnTo>
                  <a:lnTo>
                    <a:pt x="10065" y="297944"/>
                  </a:lnTo>
                  <a:lnTo>
                    <a:pt x="10048" y="297611"/>
                  </a:lnTo>
                  <a:lnTo>
                    <a:pt x="10149" y="297124"/>
                  </a:lnTo>
                  <a:lnTo>
                    <a:pt x="10174" y="296836"/>
                  </a:lnTo>
                  <a:lnTo>
                    <a:pt x="10080" y="296161"/>
                  </a:lnTo>
                  <a:lnTo>
                    <a:pt x="10264" y="296174"/>
                  </a:lnTo>
                  <a:lnTo>
                    <a:pt x="10674" y="296243"/>
                  </a:lnTo>
                  <a:lnTo>
                    <a:pt x="10892" y="296229"/>
                  </a:lnTo>
                  <a:lnTo>
                    <a:pt x="11764" y="296061"/>
                  </a:lnTo>
                  <a:lnTo>
                    <a:pt x="12121" y="295984"/>
                  </a:lnTo>
                  <a:lnTo>
                    <a:pt x="12529" y="295788"/>
                  </a:lnTo>
                  <a:lnTo>
                    <a:pt x="12658" y="295482"/>
                  </a:lnTo>
                  <a:lnTo>
                    <a:pt x="12768" y="295201"/>
                  </a:lnTo>
                  <a:lnTo>
                    <a:pt x="13233" y="294710"/>
                  </a:lnTo>
                  <a:lnTo>
                    <a:pt x="13638" y="294380"/>
                  </a:lnTo>
                  <a:lnTo>
                    <a:pt x="14422" y="293747"/>
                  </a:lnTo>
                  <a:lnTo>
                    <a:pt x="14601" y="293674"/>
                  </a:lnTo>
                  <a:lnTo>
                    <a:pt x="14814" y="293604"/>
                  </a:lnTo>
                  <a:lnTo>
                    <a:pt x="15029" y="293406"/>
                  </a:lnTo>
                  <a:lnTo>
                    <a:pt x="14748" y="292901"/>
                  </a:lnTo>
                  <a:lnTo>
                    <a:pt x="14611" y="292860"/>
                  </a:lnTo>
                  <a:lnTo>
                    <a:pt x="14279" y="292822"/>
                  </a:lnTo>
                  <a:lnTo>
                    <a:pt x="13998" y="292619"/>
                  </a:lnTo>
                  <a:lnTo>
                    <a:pt x="13800" y="292344"/>
                  </a:lnTo>
                  <a:lnTo>
                    <a:pt x="14460" y="291994"/>
                  </a:lnTo>
                  <a:lnTo>
                    <a:pt x="14795" y="292045"/>
                  </a:lnTo>
                  <a:lnTo>
                    <a:pt x="15137" y="291984"/>
                  </a:lnTo>
                  <a:lnTo>
                    <a:pt x="15439" y="291887"/>
                  </a:lnTo>
                  <a:lnTo>
                    <a:pt x="15569" y="291544"/>
                  </a:lnTo>
                  <a:lnTo>
                    <a:pt x="15511" y="290920"/>
                  </a:lnTo>
                  <a:lnTo>
                    <a:pt x="16011" y="290341"/>
                  </a:lnTo>
                  <a:lnTo>
                    <a:pt x="16541" y="290290"/>
                  </a:lnTo>
                  <a:lnTo>
                    <a:pt x="16950" y="289766"/>
                  </a:lnTo>
                  <a:lnTo>
                    <a:pt x="17213" y="289194"/>
                  </a:lnTo>
                  <a:lnTo>
                    <a:pt x="17190" y="288794"/>
                  </a:lnTo>
                  <a:lnTo>
                    <a:pt x="16905" y="287485"/>
                  </a:lnTo>
                  <a:lnTo>
                    <a:pt x="16962" y="287265"/>
                  </a:lnTo>
                  <a:lnTo>
                    <a:pt x="17231" y="287014"/>
                  </a:lnTo>
                  <a:lnTo>
                    <a:pt x="17714" y="286895"/>
                  </a:lnTo>
                  <a:lnTo>
                    <a:pt x="18509" y="286783"/>
                  </a:lnTo>
                  <a:lnTo>
                    <a:pt x="19211" y="287012"/>
                  </a:lnTo>
                  <a:lnTo>
                    <a:pt x="19732" y="286547"/>
                  </a:lnTo>
                  <a:lnTo>
                    <a:pt x="19820" y="286329"/>
                  </a:lnTo>
                  <a:lnTo>
                    <a:pt x="20057" y="285914"/>
                  </a:lnTo>
                  <a:lnTo>
                    <a:pt x="20109" y="286103"/>
                  </a:lnTo>
                  <a:lnTo>
                    <a:pt x="20133" y="286281"/>
                  </a:lnTo>
                  <a:lnTo>
                    <a:pt x="20141" y="286416"/>
                  </a:lnTo>
                  <a:lnTo>
                    <a:pt x="20278" y="286715"/>
                  </a:lnTo>
                  <a:lnTo>
                    <a:pt x="20464" y="286761"/>
                  </a:lnTo>
                  <a:lnTo>
                    <a:pt x="20750" y="286265"/>
                  </a:lnTo>
                  <a:lnTo>
                    <a:pt x="20304" y="285343"/>
                  </a:lnTo>
                  <a:lnTo>
                    <a:pt x="20476" y="284910"/>
                  </a:lnTo>
                  <a:lnTo>
                    <a:pt x="20674" y="284734"/>
                  </a:lnTo>
                  <a:lnTo>
                    <a:pt x="20718" y="284498"/>
                  </a:lnTo>
                  <a:lnTo>
                    <a:pt x="20689" y="283983"/>
                  </a:lnTo>
                  <a:lnTo>
                    <a:pt x="20414" y="283718"/>
                  </a:lnTo>
                  <a:lnTo>
                    <a:pt x="19857" y="283567"/>
                  </a:lnTo>
                  <a:lnTo>
                    <a:pt x="19893" y="283347"/>
                  </a:lnTo>
                  <a:lnTo>
                    <a:pt x="20176" y="283072"/>
                  </a:lnTo>
                  <a:lnTo>
                    <a:pt x="20764" y="282755"/>
                  </a:lnTo>
                  <a:lnTo>
                    <a:pt x="21230" y="282750"/>
                  </a:lnTo>
                  <a:lnTo>
                    <a:pt x="21565" y="282804"/>
                  </a:lnTo>
                  <a:lnTo>
                    <a:pt x="22295" y="282417"/>
                  </a:lnTo>
                  <a:lnTo>
                    <a:pt x="22683" y="282199"/>
                  </a:lnTo>
                  <a:lnTo>
                    <a:pt x="22572" y="281792"/>
                  </a:lnTo>
                  <a:lnTo>
                    <a:pt x="22411" y="281120"/>
                  </a:lnTo>
                  <a:lnTo>
                    <a:pt x="22450" y="280884"/>
                  </a:lnTo>
                  <a:lnTo>
                    <a:pt x="23031" y="280068"/>
                  </a:lnTo>
                  <a:lnTo>
                    <a:pt x="23250" y="279968"/>
                  </a:lnTo>
                  <a:lnTo>
                    <a:pt x="23489" y="279854"/>
                  </a:lnTo>
                  <a:lnTo>
                    <a:pt x="23591" y="279005"/>
                  </a:lnTo>
                  <a:lnTo>
                    <a:pt x="23529" y="278839"/>
                  </a:lnTo>
                  <a:lnTo>
                    <a:pt x="23463" y="278548"/>
                  </a:lnTo>
                  <a:lnTo>
                    <a:pt x="23838" y="278018"/>
                  </a:lnTo>
                  <a:lnTo>
                    <a:pt x="23558" y="277726"/>
                  </a:lnTo>
                  <a:lnTo>
                    <a:pt x="23260" y="277506"/>
                  </a:lnTo>
                  <a:lnTo>
                    <a:pt x="22943" y="276988"/>
                  </a:lnTo>
                  <a:lnTo>
                    <a:pt x="22753" y="276855"/>
                  </a:lnTo>
                  <a:lnTo>
                    <a:pt x="22562" y="276747"/>
                  </a:lnTo>
                  <a:lnTo>
                    <a:pt x="22350" y="276527"/>
                  </a:lnTo>
                  <a:lnTo>
                    <a:pt x="22262" y="276353"/>
                  </a:lnTo>
                  <a:lnTo>
                    <a:pt x="22068" y="275882"/>
                  </a:lnTo>
                  <a:lnTo>
                    <a:pt x="22086" y="275312"/>
                  </a:lnTo>
                  <a:lnTo>
                    <a:pt x="23327" y="275447"/>
                  </a:lnTo>
                  <a:lnTo>
                    <a:pt x="23537" y="275484"/>
                  </a:lnTo>
                  <a:lnTo>
                    <a:pt x="24280" y="275518"/>
                  </a:lnTo>
                  <a:lnTo>
                    <a:pt x="24461" y="275084"/>
                  </a:lnTo>
                  <a:lnTo>
                    <a:pt x="24361" y="274950"/>
                  </a:lnTo>
                  <a:lnTo>
                    <a:pt x="24219" y="274614"/>
                  </a:lnTo>
                  <a:lnTo>
                    <a:pt x="24496" y="274545"/>
                  </a:lnTo>
                  <a:lnTo>
                    <a:pt x="24174" y="274097"/>
                  </a:lnTo>
                  <a:lnTo>
                    <a:pt x="23467" y="273812"/>
                  </a:lnTo>
                  <a:lnTo>
                    <a:pt x="22948" y="273656"/>
                  </a:lnTo>
                  <a:lnTo>
                    <a:pt x="22129" y="273266"/>
                  </a:lnTo>
                  <a:lnTo>
                    <a:pt x="21877" y="273249"/>
                  </a:lnTo>
                  <a:lnTo>
                    <a:pt x="21442" y="273033"/>
                  </a:lnTo>
                  <a:lnTo>
                    <a:pt x="21122" y="272512"/>
                  </a:lnTo>
                  <a:lnTo>
                    <a:pt x="20910" y="272263"/>
                  </a:lnTo>
                  <a:lnTo>
                    <a:pt x="20677" y="271994"/>
                  </a:lnTo>
                  <a:lnTo>
                    <a:pt x="20448" y="271737"/>
                  </a:lnTo>
                  <a:lnTo>
                    <a:pt x="19932" y="271719"/>
                  </a:lnTo>
                  <a:lnTo>
                    <a:pt x="19805" y="271362"/>
                  </a:lnTo>
                  <a:lnTo>
                    <a:pt x="19971" y="270527"/>
                  </a:lnTo>
                  <a:lnTo>
                    <a:pt x="19971" y="270347"/>
                  </a:lnTo>
                  <a:lnTo>
                    <a:pt x="19902" y="269592"/>
                  </a:lnTo>
                  <a:lnTo>
                    <a:pt x="19755" y="269420"/>
                  </a:lnTo>
                  <a:lnTo>
                    <a:pt x="19582" y="269171"/>
                  </a:lnTo>
                  <a:lnTo>
                    <a:pt x="19377" y="268590"/>
                  </a:lnTo>
                  <a:lnTo>
                    <a:pt x="19401" y="268257"/>
                  </a:lnTo>
                  <a:lnTo>
                    <a:pt x="19688" y="267810"/>
                  </a:lnTo>
                  <a:lnTo>
                    <a:pt x="19756" y="266813"/>
                  </a:lnTo>
                  <a:lnTo>
                    <a:pt x="19466" y="266666"/>
                  </a:lnTo>
                  <a:lnTo>
                    <a:pt x="19614" y="266566"/>
                  </a:lnTo>
                  <a:lnTo>
                    <a:pt x="19914" y="266337"/>
                  </a:lnTo>
                  <a:lnTo>
                    <a:pt x="19909" y="265535"/>
                  </a:lnTo>
                  <a:lnTo>
                    <a:pt x="19723" y="265477"/>
                  </a:lnTo>
                  <a:lnTo>
                    <a:pt x="19101" y="265098"/>
                  </a:lnTo>
                  <a:lnTo>
                    <a:pt x="18968" y="264661"/>
                  </a:lnTo>
                  <a:lnTo>
                    <a:pt x="19100" y="264433"/>
                  </a:lnTo>
                  <a:lnTo>
                    <a:pt x="19720" y="263904"/>
                  </a:lnTo>
                  <a:lnTo>
                    <a:pt x="19881" y="263744"/>
                  </a:lnTo>
                  <a:lnTo>
                    <a:pt x="20104" y="263106"/>
                  </a:lnTo>
                  <a:lnTo>
                    <a:pt x="20216" y="262436"/>
                  </a:lnTo>
                  <a:lnTo>
                    <a:pt x="20093" y="262304"/>
                  </a:lnTo>
                  <a:lnTo>
                    <a:pt x="20155" y="262134"/>
                  </a:lnTo>
                  <a:lnTo>
                    <a:pt x="20234" y="261920"/>
                  </a:lnTo>
                  <a:lnTo>
                    <a:pt x="20493" y="261456"/>
                  </a:lnTo>
                  <a:lnTo>
                    <a:pt x="20516" y="261307"/>
                  </a:lnTo>
                  <a:lnTo>
                    <a:pt x="20606" y="261023"/>
                  </a:lnTo>
                  <a:lnTo>
                    <a:pt x="20874" y="260586"/>
                  </a:lnTo>
                  <a:lnTo>
                    <a:pt x="20646" y="260213"/>
                  </a:lnTo>
                  <a:lnTo>
                    <a:pt x="20558" y="260065"/>
                  </a:lnTo>
                  <a:lnTo>
                    <a:pt x="20449" y="259639"/>
                  </a:lnTo>
                  <a:lnTo>
                    <a:pt x="20471" y="259473"/>
                  </a:lnTo>
                  <a:lnTo>
                    <a:pt x="20806" y="259092"/>
                  </a:lnTo>
                  <a:lnTo>
                    <a:pt x="20779" y="258786"/>
                  </a:lnTo>
                  <a:lnTo>
                    <a:pt x="20799" y="258009"/>
                  </a:lnTo>
                  <a:lnTo>
                    <a:pt x="20771" y="257775"/>
                  </a:lnTo>
                  <a:lnTo>
                    <a:pt x="20441" y="257150"/>
                  </a:lnTo>
                  <a:lnTo>
                    <a:pt x="20612" y="256802"/>
                  </a:lnTo>
                  <a:lnTo>
                    <a:pt x="20672" y="256557"/>
                  </a:lnTo>
                  <a:lnTo>
                    <a:pt x="20579" y="255970"/>
                  </a:lnTo>
                  <a:lnTo>
                    <a:pt x="20914" y="255280"/>
                  </a:lnTo>
                  <a:lnTo>
                    <a:pt x="21233" y="255056"/>
                  </a:lnTo>
                  <a:lnTo>
                    <a:pt x="21375" y="254920"/>
                  </a:lnTo>
                  <a:lnTo>
                    <a:pt x="21732" y="254483"/>
                  </a:lnTo>
                  <a:lnTo>
                    <a:pt x="21854" y="254298"/>
                  </a:lnTo>
                  <a:lnTo>
                    <a:pt x="22042" y="253932"/>
                  </a:lnTo>
                  <a:lnTo>
                    <a:pt x="22310" y="253549"/>
                  </a:lnTo>
                  <a:lnTo>
                    <a:pt x="22588" y="253091"/>
                  </a:lnTo>
                  <a:lnTo>
                    <a:pt x="22660" y="252806"/>
                  </a:lnTo>
                  <a:lnTo>
                    <a:pt x="22770" y="252326"/>
                  </a:lnTo>
                  <a:lnTo>
                    <a:pt x="22969" y="251687"/>
                  </a:lnTo>
                  <a:lnTo>
                    <a:pt x="22782" y="250675"/>
                  </a:lnTo>
                  <a:lnTo>
                    <a:pt x="22852" y="250424"/>
                  </a:lnTo>
                  <a:lnTo>
                    <a:pt x="22960" y="249927"/>
                  </a:lnTo>
                  <a:lnTo>
                    <a:pt x="22465" y="249173"/>
                  </a:lnTo>
                  <a:lnTo>
                    <a:pt x="22001" y="248876"/>
                  </a:lnTo>
                  <a:lnTo>
                    <a:pt x="21122" y="248578"/>
                  </a:lnTo>
                  <a:lnTo>
                    <a:pt x="20399" y="248635"/>
                  </a:lnTo>
                  <a:lnTo>
                    <a:pt x="20206" y="248565"/>
                  </a:lnTo>
                  <a:lnTo>
                    <a:pt x="19815" y="248366"/>
                  </a:lnTo>
                  <a:lnTo>
                    <a:pt x="19644" y="248090"/>
                  </a:lnTo>
                  <a:lnTo>
                    <a:pt x="19423" y="246984"/>
                  </a:lnTo>
                  <a:lnTo>
                    <a:pt x="18807" y="246662"/>
                  </a:lnTo>
                  <a:lnTo>
                    <a:pt x="18814" y="246503"/>
                  </a:lnTo>
                  <a:lnTo>
                    <a:pt x="18750" y="246205"/>
                  </a:lnTo>
                  <a:lnTo>
                    <a:pt x="18299" y="245401"/>
                  </a:lnTo>
                  <a:lnTo>
                    <a:pt x="18021" y="245131"/>
                  </a:lnTo>
                  <a:lnTo>
                    <a:pt x="17816" y="245150"/>
                  </a:lnTo>
                  <a:lnTo>
                    <a:pt x="17662" y="245160"/>
                  </a:lnTo>
                  <a:lnTo>
                    <a:pt x="17130" y="245026"/>
                  </a:lnTo>
                  <a:lnTo>
                    <a:pt x="16755" y="244526"/>
                  </a:lnTo>
                  <a:lnTo>
                    <a:pt x="17169" y="244240"/>
                  </a:lnTo>
                  <a:lnTo>
                    <a:pt x="17427" y="243573"/>
                  </a:lnTo>
                  <a:lnTo>
                    <a:pt x="17654" y="243370"/>
                  </a:lnTo>
                  <a:lnTo>
                    <a:pt x="17989" y="243100"/>
                  </a:lnTo>
                  <a:lnTo>
                    <a:pt x="18363" y="242536"/>
                  </a:lnTo>
                  <a:lnTo>
                    <a:pt x="18431" y="242327"/>
                  </a:lnTo>
                  <a:lnTo>
                    <a:pt x="18465" y="241709"/>
                  </a:lnTo>
                  <a:lnTo>
                    <a:pt x="18844" y="241379"/>
                  </a:lnTo>
                  <a:lnTo>
                    <a:pt x="19051" y="241321"/>
                  </a:lnTo>
                  <a:lnTo>
                    <a:pt x="19318" y="241271"/>
                  </a:lnTo>
                  <a:lnTo>
                    <a:pt x="19753" y="241198"/>
                  </a:lnTo>
                  <a:lnTo>
                    <a:pt x="20512" y="240654"/>
                  </a:lnTo>
                  <a:lnTo>
                    <a:pt x="20857" y="240346"/>
                  </a:lnTo>
                  <a:lnTo>
                    <a:pt x="20932" y="240195"/>
                  </a:lnTo>
                  <a:lnTo>
                    <a:pt x="21013" y="240061"/>
                  </a:lnTo>
                  <a:lnTo>
                    <a:pt x="21180" y="239846"/>
                  </a:lnTo>
                  <a:lnTo>
                    <a:pt x="21491" y="239661"/>
                  </a:lnTo>
                  <a:lnTo>
                    <a:pt x="22056" y="239575"/>
                  </a:lnTo>
                  <a:lnTo>
                    <a:pt x="22707" y="239674"/>
                  </a:lnTo>
                  <a:lnTo>
                    <a:pt x="23445" y="239406"/>
                  </a:lnTo>
                  <a:lnTo>
                    <a:pt x="24437" y="239214"/>
                  </a:lnTo>
                  <a:lnTo>
                    <a:pt x="25086" y="238910"/>
                  </a:lnTo>
                  <a:lnTo>
                    <a:pt x="25185" y="238472"/>
                  </a:lnTo>
                  <a:lnTo>
                    <a:pt x="25575" y="238171"/>
                  </a:lnTo>
                  <a:lnTo>
                    <a:pt x="25816" y="238145"/>
                  </a:lnTo>
                  <a:lnTo>
                    <a:pt x="26085" y="238113"/>
                  </a:lnTo>
                  <a:lnTo>
                    <a:pt x="26902" y="237644"/>
                  </a:lnTo>
                  <a:lnTo>
                    <a:pt x="27507" y="237056"/>
                  </a:lnTo>
                  <a:lnTo>
                    <a:pt x="27637" y="236705"/>
                  </a:lnTo>
                  <a:lnTo>
                    <a:pt x="27872" y="236375"/>
                  </a:lnTo>
                  <a:lnTo>
                    <a:pt x="27968" y="236007"/>
                  </a:lnTo>
                  <a:lnTo>
                    <a:pt x="27999" y="235629"/>
                  </a:lnTo>
                  <a:lnTo>
                    <a:pt x="28027" y="235433"/>
                  </a:lnTo>
                  <a:lnTo>
                    <a:pt x="28401" y="235481"/>
                  </a:lnTo>
                  <a:lnTo>
                    <a:pt x="28804" y="236180"/>
                  </a:lnTo>
                  <a:lnTo>
                    <a:pt x="29143" y="236275"/>
                  </a:lnTo>
                  <a:lnTo>
                    <a:pt x="29662" y="236655"/>
                  </a:lnTo>
                  <a:lnTo>
                    <a:pt x="29990" y="236589"/>
                  </a:lnTo>
                  <a:lnTo>
                    <a:pt x="30795" y="236772"/>
                  </a:lnTo>
                  <a:lnTo>
                    <a:pt x="31022" y="236855"/>
                  </a:lnTo>
                  <a:lnTo>
                    <a:pt x="31056" y="237093"/>
                  </a:lnTo>
                  <a:lnTo>
                    <a:pt x="30973" y="237918"/>
                  </a:lnTo>
                  <a:lnTo>
                    <a:pt x="30616" y="238440"/>
                  </a:lnTo>
                  <a:lnTo>
                    <a:pt x="30236" y="238656"/>
                  </a:lnTo>
                  <a:lnTo>
                    <a:pt x="29808" y="239404"/>
                  </a:lnTo>
                  <a:lnTo>
                    <a:pt x="29637" y="239753"/>
                  </a:lnTo>
                  <a:lnTo>
                    <a:pt x="29690" y="240118"/>
                  </a:lnTo>
                  <a:lnTo>
                    <a:pt x="30222" y="240028"/>
                  </a:lnTo>
                  <a:lnTo>
                    <a:pt x="30651" y="240101"/>
                  </a:lnTo>
                  <a:lnTo>
                    <a:pt x="30827" y="239941"/>
                  </a:lnTo>
                  <a:lnTo>
                    <a:pt x="30984" y="239840"/>
                  </a:lnTo>
                  <a:lnTo>
                    <a:pt x="31064" y="240073"/>
                  </a:lnTo>
                  <a:lnTo>
                    <a:pt x="31069" y="240680"/>
                  </a:lnTo>
                  <a:lnTo>
                    <a:pt x="31451" y="240542"/>
                  </a:lnTo>
                  <a:lnTo>
                    <a:pt x="31825" y="240745"/>
                  </a:lnTo>
                  <a:lnTo>
                    <a:pt x="32324" y="240799"/>
                  </a:lnTo>
                  <a:lnTo>
                    <a:pt x="32593" y="240868"/>
                  </a:lnTo>
                  <a:lnTo>
                    <a:pt x="32796" y="241373"/>
                  </a:lnTo>
                  <a:lnTo>
                    <a:pt x="32819" y="241645"/>
                  </a:lnTo>
                  <a:lnTo>
                    <a:pt x="33134" y="241976"/>
                  </a:lnTo>
                  <a:lnTo>
                    <a:pt x="33343" y="241899"/>
                  </a:lnTo>
                  <a:lnTo>
                    <a:pt x="33735" y="242228"/>
                  </a:lnTo>
                  <a:lnTo>
                    <a:pt x="33882" y="242420"/>
                  </a:lnTo>
                  <a:lnTo>
                    <a:pt x="34319" y="242716"/>
                  </a:lnTo>
                  <a:lnTo>
                    <a:pt x="34864" y="242669"/>
                  </a:lnTo>
                  <a:lnTo>
                    <a:pt x="35000" y="242647"/>
                  </a:lnTo>
                  <a:lnTo>
                    <a:pt x="35290" y="242570"/>
                  </a:lnTo>
                  <a:lnTo>
                    <a:pt x="35627" y="242617"/>
                  </a:lnTo>
                  <a:lnTo>
                    <a:pt x="35865" y="242925"/>
                  </a:lnTo>
                  <a:lnTo>
                    <a:pt x="36807" y="243400"/>
                  </a:lnTo>
                  <a:lnTo>
                    <a:pt x="37035" y="243293"/>
                  </a:lnTo>
                  <a:lnTo>
                    <a:pt x="37345" y="243648"/>
                  </a:lnTo>
                  <a:lnTo>
                    <a:pt x="37580" y="243616"/>
                  </a:lnTo>
                  <a:lnTo>
                    <a:pt x="38294" y="243881"/>
                  </a:lnTo>
                  <a:lnTo>
                    <a:pt x="38698" y="243928"/>
                  </a:lnTo>
                  <a:lnTo>
                    <a:pt x="38971" y="243882"/>
                  </a:lnTo>
                  <a:lnTo>
                    <a:pt x="39270" y="244059"/>
                  </a:lnTo>
                  <a:lnTo>
                    <a:pt x="39438" y="244088"/>
                  </a:lnTo>
                  <a:lnTo>
                    <a:pt x="39926" y="244034"/>
                  </a:lnTo>
                  <a:lnTo>
                    <a:pt x="40365" y="243855"/>
                  </a:lnTo>
                  <a:lnTo>
                    <a:pt x="40748" y="243905"/>
                  </a:lnTo>
                  <a:lnTo>
                    <a:pt x="40911" y="243951"/>
                  </a:lnTo>
                  <a:lnTo>
                    <a:pt x="41265" y="244038"/>
                  </a:lnTo>
                  <a:lnTo>
                    <a:pt x="41463" y="243989"/>
                  </a:lnTo>
                  <a:lnTo>
                    <a:pt x="41902" y="243928"/>
                  </a:lnTo>
                  <a:lnTo>
                    <a:pt x="42576" y="243992"/>
                  </a:lnTo>
                  <a:lnTo>
                    <a:pt x="42726" y="244050"/>
                  </a:lnTo>
                  <a:lnTo>
                    <a:pt x="42876" y="244270"/>
                  </a:lnTo>
                  <a:lnTo>
                    <a:pt x="43025" y="244499"/>
                  </a:lnTo>
                  <a:lnTo>
                    <a:pt x="43075" y="244926"/>
                  </a:lnTo>
                  <a:lnTo>
                    <a:pt x="43393" y="245592"/>
                  </a:lnTo>
                  <a:lnTo>
                    <a:pt x="43279" y="245753"/>
                  </a:lnTo>
                  <a:lnTo>
                    <a:pt x="43179" y="245893"/>
                  </a:lnTo>
                  <a:lnTo>
                    <a:pt x="43114" y="246385"/>
                  </a:lnTo>
                  <a:lnTo>
                    <a:pt x="43042" y="246603"/>
                  </a:lnTo>
                  <a:lnTo>
                    <a:pt x="42678" y="247140"/>
                  </a:lnTo>
                  <a:lnTo>
                    <a:pt x="42132" y="247410"/>
                  </a:lnTo>
                  <a:lnTo>
                    <a:pt x="42278" y="248270"/>
                  </a:lnTo>
                  <a:lnTo>
                    <a:pt x="42463" y="248507"/>
                  </a:lnTo>
                  <a:lnTo>
                    <a:pt x="42587" y="248902"/>
                  </a:lnTo>
                  <a:lnTo>
                    <a:pt x="42546" y="249379"/>
                  </a:lnTo>
                  <a:lnTo>
                    <a:pt x="42689" y="249580"/>
                  </a:lnTo>
                  <a:lnTo>
                    <a:pt x="43154" y="249669"/>
                  </a:lnTo>
                  <a:lnTo>
                    <a:pt x="44078" y="250700"/>
                  </a:lnTo>
                  <a:lnTo>
                    <a:pt x="44437" y="251711"/>
                  </a:lnTo>
                  <a:lnTo>
                    <a:pt x="44782" y="252041"/>
                  </a:lnTo>
                  <a:lnTo>
                    <a:pt x="45128" y="252808"/>
                  </a:lnTo>
                  <a:lnTo>
                    <a:pt x="45078" y="253331"/>
                  </a:lnTo>
                  <a:lnTo>
                    <a:pt x="45506" y="253596"/>
                  </a:lnTo>
                  <a:lnTo>
                    <a:pt x="45985" y="253761"/>
                  </a:lnTo>
                  <a:lnTo>
                    <a:pt x="46017" y="253991"/>
                  </a:lnTo>
                  <a:lnTo>
                    <a:pt x="46131" y="254293"/>
                  </a:lnTo>
                  <a:lnTo>
                    <a:pt x="46380" y="254791"/>
                  </a:lnTo>
                  <a:lnTo>
                    <a:pt x="46595" y="255034"/>
                  </a:lnTo>
                  <a:lnTo>
                    <a:pt x="46784" y="255192"/>
                  </a:lnTo>
                  <a:lnTo>
                    <a:pt x="47085" y="255335"/>
                  </a:lnTo>
                  <a:lnTo>
                    <a:pt x="47238" y="255360"/>
                  </a:lnTo>
                  <a:lnTo>
                    <a:pt x="47445" y="255441"/>
                  </a:lnTo>
                  <a:lnTo>
                    <a:pt x="47589" y="255728"/>
                  </a:lnTo>
                  <a:lnTo>
                    <a:pt x="47698" y="256066"/>
                  </a:lnTo>
                  <a:lnTo>
                    <a:pt x="47728" y="256274"/>
                  </a:lnTo>
                  <a:lnTo>
                    <a:pt x="47709" y="256651"/>
                  </a:lnTo>
                  <a:lnTo>
                    <a:pt x="47684" y="256823"/>
                  </a:lnTo>
                  <a:lnTo>
                    <a:pt x="47555" y="257296"/>
                  </a:lnTo>
                  <a:lnTo>
                    <a:pt x="47444" y="257776"/>
                  </a:lnTo>
                  <a:lnTo>
                    <a:pt x="47507" y="258200"/>
                  </a:lnTo>
                  <a:lnTo>
                    <a:pt x="48269" y="258561"/>
                  </a:lnTo>
                  <a:lnTo>
                    <a:pt x="49011" y="259184"/>
                  </a:lnTo>
                  <a:lnTo>
                    <a:pt x="49050" y="259360"/>
                  </a:lnTo>
                  <a:lnTo>
                    <a:pt x="49004" y="259511"/>
                  </a:lnTo>
                  <a:lnTo>
                    <a:pt x="48966" y="259734"/>
                  </a:lnTo>
                  <a:lnTo>
                    <a:pt x="48980" y="260138"/>
                  </a:lnTo>
                  <a:lnTo>
                    <a:pt x="49015" y="260359"/>
                  </a:lnTo>
                  <a:lnTo>
                    <a:pt x="49424" y="260919"/>
                  </a:lnTo>
                  <a:lnTo>
                    <a:pt x="49750" y="261478"/>
                  </a:lnTo>
                  <a:lnTo>
                    <a:pt x="49716" y="261794"/>
                  </a:lnTo>
                  <a:lnTo>
                    <a:pt x="50268" y="262888"/>
                  </a:lnTo>
                  <a:lnTo>
                    <a:pt x="51164" y="262993"/>
                  </a:lnTo>
                  <a:lnTo>
                    <a:pt x="51131" y="263285"/>
                  </a:lnTo>
                  <a:lnTo>
                    <a:pt x="51141" y="263442"/>
                  </a:lnTo>
                  <a:lnTo>
                    <a:pt x="51212" y="263747"/>
                  </a:lnTo>
                  <a:lnTo>
                    <a:pt x="51227" y="263875"/>
                  </a:lnTo>
                  <a:lnTo>
                    <a:pt x="50669" y="264905"/>
                  </a:lnTo>
                  <a:lnTo>
                    <a:pt x="51052" y="265124"/>
                  </a:lnTo>
                  <a:lnTo>
                    <a:pt x="51201" y="265218"/>
                  </a:lnTo>
                  <a:lnTo>
                    <a:pt x="51342" y="265415"/>
                  </a:lnTo>
                  <a:lnTo>
                    <a:pt x="50761" y="266073"/>
                  </a:lnTo>
                  <a:lnTo>
                    <a:pt x="50827" y="267686"/>
                  </a:lnTo>
                  <a:lnTo>
                    <a:pt x="50939" y="268451"/>
                  </a:lnTo>
                  <a:lnTo>
                    <a:pt x="51077" y="268420"/>
                  </a:lnTo>
                  <a:lnTo>
                    <a:pt x="51506" y="268469"/>
                  </a:lnTo>
                  <a:lnTo>
                    <a:pt x="51666" y="268590"/>
                  </a:lnTo>
                  <a:lnTo>
                    <a:pt x="52454" y="268823"/>
                  </a:lnTo>
                  <a:lnTo>
                    <a:pt x="52933" y="269078"/>
                  </a:lnTo>
                  <a:lnTo>
                    <a:pt x="53263" y="268883"/>
                  </a:lnTo>
                  <a:lnTo>
                    <a:pt x="53615" y="268904"/>
                  </a:lnTo>
                  <a:lnTo>
                    <a:pt x="53722" y="268775"/>
                  </a:lnTo>
                  <a:lnTo>
                    <a:pt x="53899" y="268476"/>
                  </a:lnTo>
                  <a:lnTo>
                    <a:pt x="54273" y="268145"/>
                  </a:lnTo>
                  <a:lnTo>
                    <a:pt x="54454" y="268046"/>
                  </a:lnTo>
                  <a:lnTo>
                    <a:pt x="54936" y="267680"/>
                  </a:lnTo>
                  <a:lnTo>
                    <a:pt x="55237" y="267338"/>
                  </a:lnTo>
                  <a:lnTo>
                    <a:pt x="55110" y="267189"/>
                  </a:lnTo>
                  <a:lnTo>
                    <a:pt x="54922" y="266761"/>
                  </a:lnTo>
                  <a:lnTo>
                    <a:pt x="54820" y="266201"/>
                  </a:lnTo>
                  <a:lnTo>
                    <a:pt x="54760" y="265555"/>
                  </a:lnTo>
                  <a:lnTo>
                    <a:pt x="54802" y="265318"/>
                  </a:lnTo>
                  <a:lnTo>
                    <a:pt x="55150" y="265054"/>
                  </a:lnTo>
                  <a:lnTo>
                    <a:pt x="55410" y="264915"/>
                  </a:lnTo>
                  <a:lnTo>
                    <a:pt x="55587" y="264486"/>
                  </a:lnTo>
                  <a:lnTo>
                    <a:pt x="56058" y="264272"/>
                  </a:lnTo>
                  <a:lnTo>
                    <a:pt x="56140" y="263988"/>
                  </a:lnTo>
                  <a:lnTo>
                    <a:pt x="56546" y="263238"/>
                  </a:lnTo>
                  <a:lnTo>
                    <a:pt x="56654" y="263090"/>
                  </a:lnTo>
                  <a:lnTo>
                    <a:pt x="56859" y="263010"/>
                  </a:lnTo>
                  <a:lnTo>
                    <a:pt x="56991" y="262979"/>
                  </a:lnTo>
                  <a:lnTo>
                    <a:pt x="57234" y="262803"/>
                  </a:lnTo>
                  <a:lnTo>
                    <a:pt x="57380" y="262184"/>
                  </a:lnTo>
                  <a:lnTo>
                    <a:pt x="57738" y="261582"/>
                  </a:lnTo>
                  <a:lnTo>
                    <a:pt x="58057" y="261455"/>
                  </a:lnTo>
                  <a:lnTo>
                    <a:pt x="58220" y="261389"/>
                  </a:lnTo>
                  <a:lnTo>
                    <a:pt x="58512" y="261306"/>
                  </a:lnTo>
                  <a:lnTo>
                    <a:pt x="58712" y="261229"/>
                  </a:lnTo>
                  <a:lnTo>
                    <a:pt x="59051" y="261065"/>
                  </a:lnTo>
                  <a:lnTo>
                    <a:pt x="59035" y="260910"/>
                  </a:lnTo>
                  <a:lnTo>
                    <a:pt x="59279" y="260724"/>
                  </a:lnTo>
                  <a:lnTo>
                    <a:pt x="59501" y="260502"/>
                  </a:lnTo>
                  <a:lnTo>
                    <a:pt x="59860" y="260057"/>
                  </a:lnTo>
                  <a:lnTo>
                    <a:pt x="60056" y="259929"/>
                  </a:lnTo>
                  <a:lnTo>
                    <a:pt x="60227" y="259903"/>
                  </a:lnTo>
                  <a:lnTo>
                    <a:pt x="61023" y="259958"/>
                  </a:lnTo>
                  <a:lnTo>
                    <a:pt x="61391" y="260046"/>
                  </a:lnTo>
                  <a:lnTo>
                    <a:pt x="61621" y="260093"/>
                  </a:lnTo>
                  <a:lnTo>
                    <a:pt x="61831" y="259824"/>
                  </a:lnTo>
                  <a:lnTo>
                    <a:pt x="61974" y="259642"/>
                  </a:lnTo>
                  <a:lnTo>
                    <a:pt x="61717" y="259281"/>
                  </a:lnTo>
                  <a:lnTo>
                    <a:pt x="61484" y="259175"/>
                  </a:lnTo>
                  <a:lnTo>
                    <a:pt x="60956" y="259193"/>
                  </a:lnTo>
                  <a:lnTo>
                    <a:pt x="60591" y="259035"/>
                  </a:lnTo>
                  <a:lnTo>
                    <a:pt x="60763" y="258297"/>
                  </a:lnTo>
                  <a:lnTo>
                    <a:pt x="60853" y="258084"/>
                  </a:lnTo>
                  <a:lnTo>
                    <a:pt x="61116" y="257901"/>
                  </a:lnTo>
                  <a:lnTo>
                    <a:pt x="61338" y="258352"/>
                  </a:lnTo>
                  <a:lnTo>
                    <a:pt x="61383" y="258088"/>
                  </a:lnTo>
                  <a:lnTo>
                    <a:pt x="61325" y="257857"/>
                  </a:lnTo>
                  <a:lnTo>
                    <a:pt x="61568" y="257454"/>
                  </a:lnTo>
                  <a:lnTo>
                    <a:pt x="61982" y="257366"/>
                  </a:lnTo>
                  <a:lnTo>
                    <a:pt x="62337" y="257471"/>
                  </a:lnTo>
                  <a:lnTo>
                    <a:pt x="62402" y="257880"/>
                  </a:lnTo>
                  <a:lnTo>
                    <a:pt x="62878" y="257488"/>
                  </a:lnTo>
                  <a:lnTo>
                    <a:pt x="62571" y="257128"/>
                  </a:lnTo>
                  <a:lnTo>
                    <a:pt x="62598" y="256571"/>
                  </a:lnTo>
                  <a:lnTo>
                    <a:pt x="62740" y="256430"/>
                  </a:lnTo>
                  <a:lnTo>
                    <a:pt x="63625" y="255975"/>
                  </a:lnTo>
                  <a:lnTo>
                    <a:pt x="63684" y="255700"/>
                  </a:lnTo>
                  <a:lnTo>
                    <a:pt x="63619" y="255492"/>
                  </a:lnTo>
                  <a:lnTo>
                    <a:pt x="64115" y="255364"/>
                  </a:lnTo>
                  <a:lnTo>
                    <a:pt x="64928" y="254888"/>
                  </a:lnTo>
                  <a:lnTo>
                    <a:pt x="65305" y="254573"/>
                  </a:lnTo>
                  <a:lnTo>
                    <a:pt x="66008" y="254938"/>
                  </a:lnTo>
                  <a:lnTo>
                    <a:pt x="66476" y="255051"/>
                  </a:lnTo>
                  <a:lnTo>
                    <a:pt x="66911" y="255067"/>
                  </a:lnTo>
                  <a:lnTo>
                    <a:pt x="67160" y="255032"/>
                  </a:lnTo>
                  <a:lnTo>
                    <a:pt x="67331" y="254972"/>
                  </a:lnTo>
                  <a:lnTo>
                    <a:pt x="67240" y="254684"/>
                  </a:lnTo>
                  <a:lnTo>
                    <a:pt x="67126" y="254377"/>
                  </a:lnTo>
                  <a:lnTo>
                    <a:pt x="67818" y="253973"/>
                  </a:lnTo>
                  <a:lnTo>
                    <a:pt x="68689" y="253330"/>
                  </a:lnTo>
                  <a:lnTo>
                    <a:pt x="68690" y="252815"/>
                  </a:lnTo>
                  <a:lnTo>
                    <a:pt x="68659" y="252539"/>
                  </a:lnTo>
                  <a:lnTo>
                    <a:pt x="68644" y="252403"/>
                  </a:lnTo>
                  <a:lnTo>
                    <a:pt x="68505" y="251835"/>
                  </a:lnTo>
                  <a:lnTo>
                    <a:pt x="68780" y="251536"/>
                  </a:lnTo>
                  <a:lnTo>
                    <a:pt x="68981" y="251509"/>
                  </a:lnTo>
                  <a:lnTo>
                    <a:pt x="69220" y="251456"/>
                  </a:lnTo>
                  <a:lnTo>
                    <a:pt x="69355" y="251326"/>
                  </a:lnTo>
                  <a:lnTo>
                    <a:pt x="69817" y="251204"/>
                  </a:lnTo>
                  <a:lnTo>
                    <a:pt x="69976" y="251193"/>
                  </a:lnTo>
                  <a:lnTo>
                    <a:pt x="70158" y="251096"/>
                  </a:lnTo>
                  <a:lnTo>
                    <a:pt x="70315" y="250961"/>
                  </a:lnTo>
                  <a:lnTo>
                    <a:pt x="70072" y="250349"/>
                  </a:lnTo>
                  <a:lnTo>
                    <a:pt x="70018" y="250129"/>
                  </a:lnTo>
                  <a:lnTo>
                    <a:pt x="70585" y="249801"/>
                  </a:lnTo>
                  <a:lnTo>
                    <a:pt x="70367" y="249657"/>
                  </a:lnTo>
                  <a:lnTo>
                    <a:pt x="69971" y="249832"/>
                  </a:lnTo>
                  <a:lnTo>
                    <a:pt x="69636" y="249819"/>
                  </a:lnTo>
                  <a:lnTo>
                    <a:pt x="69412" y="249472"/>
                  </a:lnTo>
                  <a:lnTo>
                    <a:pt x="69780" y="248827"/>
                  </a:lnTo>
                  <a:lnTo>
                    <a:pt x="70133" y="248600"/>
                  </a:lnTo>
                  <a:lnTo>
                    <a:pt x="70446" y="248478"/>
                  </a:lnTo>
                  <a:lnTo>
                    <a:pt x="70720" y="248298"/>
                  </a:lnTo>
                  <a:lnTo>
                    <a:pt x="71366" y="247843"/>
                  </a:lnTo>
                  <a:lnTo>
                    <a:pt x="71680" y="247773"/>
                  </a:lnTo>
                  <a:lnTo>
                    <a:pt x="71825" y="247810"/>
                  </a:lnTo>
                  <a:lnTo>
                    <a:pt x="72444" y="247342"/>
                  </a:lnTo>
                  <a:lnTo>
                    <a:pt x="73212" y="247429"/>
                  </a:lnTo>
                  <a:lnTo>
                    <a:pt x="73334" y="247213"/>
                  </a:lnTo>
                  <a:lnTo>
                    <a:pt x="73507" y="247154"/>
                  </a:lnTo>
                  <a:lnTo>
                    <a:pt x="73677" y="246997"/>
                  </a:lnTo>
                  <a:lnTo>
                    <a:pt x="73866" y="246818"/>
                  </a:lnTo>
                  <a:lnTo>
                    <a:pt x="74151" y="246625"/>
                  </a:lnTo>
                  <a:lnTo>
                    <a:pt x="74304" y="246279"/>
                  </a:lnTo>
                  <a:lnTo>
                    <a:pt x="74652" y="246314"/>
                  </a:lnTo>
                  <a:lnTo>
                    <a:pt x="75108" y="246242"/>
                  </a:lnTo>
                  <a:lnTo>
                    <a:pt x="75360" y="246425"/>
                  </a:lnTo>
                  <a:lnTo>
                    <a:pt x="75597" y="246708"/>
                  </a:lnTo>
                  <a:lnTo>
                    <a:pt x="75820" y="246632"/>
                  </a:lnTo>
                  <a:lnTo>
                    <a:pt x="76226" y="246472"/>
                  </a:lnTo>
                  <a:lnTo>
                    <a:pt x="76647" y="246152"/>
                  </a:lnTo>
                  <a:lnTo>
                    <a:pt x="77024" y="246231"/>
                  </a:lnTo>
                  <a:lnTo>
                    <a:pt x="77379" y="245901"/>
                  </a:lnTo>
                  <a:lnTo>
                    <a:pt x="77804" y="245791"/>
                  </a:lnTo>
                  <a:lnTo>
                    <a:pt x="78499" y="245466"/>
                  </a:lnTo>
                  <a:lnTo>
                    <a:pt x="78856" y="245200"/>
                  </a:lnTo>
                  <a:lnTo>
                    <a:pt x="79027" y="244954"/>
                  </a:lnTo>
                  <a:lnTo>
                    <a:pt x="79447" y="244507"/>
                  </a:lnTo>
                  <a:lnTo>
                    <a:pt x="79669" y="244435"/>
                  </a:lnTo>
                  <a:lnTo>
                    <a:pt x="80352" y="244432"/>
                  </a:lnTo>
                  <a:lnTo>
                    <a:pt x="80314" y="244231"/>
                  </a:lnTo>
                  <a:lnTo>
                    <a:pt x="80906" y="243458"/>
                  </a:lnTo>
                  <a:lnTo>
                    <a:pt x="81364" y="243503"/>
                  </a:lnTo>
                  <a:lnTo>
                    <a:pt x="81700" y="243557"/>
                  </a:lnTo>
                  <a:lnTo>
                    <a:pt x="81966" y="243599"/>
                  </a:lnTo>
                  <a:lnTo>
                    <a:pt x="82420" y="243618"/>
                  </a:lnTo>
                  <a:lnTo>
                    <a:pt x="82760" y="243630"/>
                  </a:lnTo>
                  <a:lnTo>
                    <a:pt x="82891" y="243635"/>
                  </a:lnTo>
                  <a:lnTo>
                    <a:pt x="83185" y="243672"/>
                  </a:lnTo>
                  <a:lnTo>
                    <a:pt x="83205" y="243446"/>
                  </a:lnTo>
                  <a:lnTo>
                    <a:pt x="83611" y="242869"/>
                  </a:lnTo>
                  <a:lnTo>
                    <a:pt x="84047" y="242911"/>
                  </a:lnTo>
                  <a:lnTo>
                    <a:pt x="84271" y="243248"/>
                  </a:lnTo>
                  <a:lnTo>
                    <a:pt x="84687" y="243281"/>
                  </a:lnTo>
                  <a:lnTo>
                    <a:pt x="84506" y="242593"/>
                  </a:lnTo>
                  <a:lnTo>
                    <a:pt x="85064" y="242288"/>
                  </a:lnTo>
                  <a:lnTo>
                    <a:pt x="85689" y="242220"/>
                  </a:lnTo>
                  <a:lnTo>
                    <a:pt x="87073" y="242517"/>
                  </a:lnTo>
                  <a:lnTo>
                    <a:pt x="87355" y="242435"/>
                  </a:lnTo>
                  <a:lnTo>
                    <a:pt x="87288" y="241792"/>
                  </a:lnTo>
                  <a:lnTo>
                    <a:pt x="87204" y="241641"/>
                  </a:lnTo>
                  <a:lnTo>
                    <a:pt x="87042" y="241350"/>
                  </a:lnTo>
                  <a:lnTo>
                    <a:pt x="87049" y="241204"/>
                  </a:lnTo>
                  <a:lnTo>
                    <a:pt x="87499" y="241203"/>
                  </a:lnTo>
                  <a:lnTo>
                    <a:pt x="87820" y="241329"/>
                  </a:lnTo>
                  <a:lnTo>
                    <a:pt x="88353" y="241075"/>
                  </a:lnTo>
                  <a:lnTo>
                    <a:pt x="89278" y="240712"/>
                  </a:lnTo>
                  <a:lnTo>
                    <a:pt x="89447" y="240756"/>
                  </a:lnTo>
                  <a:lnTo>
                    <a:pt x="89641" y="240822"/>
                  </a:lnTo>
                  <a:lnTo>
                    <a:pt x="90070" y="240856"/>
                  </a:lnTo>
                  <a:lnTo>
                    <a:pt x="90379" y="241186"/>
                  </a:lnTo>
                  <a:lnTo>
                    <a:pt x="90452" y="241374"/>
                  </a:lnTo>
                  <a:lnTo>
                    <a:pt x="90839" y="241577"/>
                  </a:lnTo>
                  <a:lnTo>
                    <a:pt x="91194" y="241558"/>
                  </a:lnTo>
                  <a:lnTo>
                    <a:pt x="91500" y="241540"/>
                  </a:lnTo>
                  <a:lnTo>
                    <a:pt x="91871" y="241604"/>
                  </a:lnTo>
                  <a:lnTo>
                    <a:pt x="92770" y="242393"/>
                  </a:lnTo>
                  <a:lnTo>
                    <a:pt x="93228" y="242526"/>
                  </a:lnTo>
                  <a:lnTo>
                    <a:pt x="93592" y="241958"/>
                  </a:lnTo>
                  <a:lnTo>
                    <a:pt x="94101" y="241699"/>
                  </a:lnTo>
                  <a:lnTo>
                    <a:pt x="95132" y="241789"/>
                  </a:lnTo>
                  <a:lnTo>
                    <a:pt x="95185" y="241662"/>
                  </a:lnTo>
                  <a:lnTo>
                    <a:pt x="95259" y="241463"/>
                  </a:lnTo>
                  <a:lnTo>
                    <a:pt x="95772" y="240784"/>
                  </a:lnTo>
                  <a:lnTo>
                    <a:pt x="96022" y="240688"/>
                  </a:lnTo>
                  <a:lnTo>
                    <a:pt x="96527" y="240679"/>
                  </a:lnTo>
                  <a:lnTo>
                    <a:pt x="96854" y="240701"/>
                  </a:lnTo>
                  <a:lnTo>
                    <a:pt x="97092" y="240685"/>
                  </a:lnTo>
                  <a:lnTo>
                    <a:pt x="97330" y="240314"/>
                  </a:lnTo>
                  <a:lnTo>
                    <a:pt x="97722" y="239743"/>
                  </a:lnTo>
                  <a:lnTo>
                    <a:pt x="98014" y="239807"/>
                  </a:lnTo>
                  <a:lnTo>
                    <a:pt x="98369" y="239688"/>
                  </a:lnTo>
                  <a:lnTo>
                    <a:pt x="98821" y="238912"/>
                  </a:lnTo>
                  <a:lnTo>
                    <a:pt x="98984" y="238822"/>
                  </a:lnTo>
                  <a:lnTo>
                    <a:pt x="99345" y="238597"/>
                  </a:lnTo>
                  <a:lnTo>
                    <a:pt x="99893" y="238162"/>
                  </a:lnTo>
                  <a:lnTo>
                    <a:pt x="99929" y="237479"/>
                  </a:lnTo>
                  <a:lnTo>
                    <a:pt x="99961" y="237316"/>
                  </a:lnTo>
                  <a:lnTo>
                    <a:pt x="100404" y="237166"/>
                  </a:lnTo>
                  <a:lnTo>
                    <a:pt x="100689" y="237024"/>
                  </a:lnTo>
                  <a:lnTo>
                    <a:pt x="100835" y="236920"/>
                  </a:lnTo>
                  <a:lnTo>
                    <a:pt x="101177" y="236681"/>
                  </a:lnTo>
                  <a:lnTo>
                    <a:pt x="101398" y="236250"/>
                  </a:lnTo>
                  <a:lnTo>
                    <a:pt x="101675" y="236285"/>
                  </a:lnTo>
                  <a:lnTo>
                    <a:pt x="101952" y="236276"/>
                  </a:lnTo>
                  <a:lnTo>
                    <a:pt x="102403" y="236208"/>
                  </a:lnTo>
                  <a:lnTo>
                    <a:pt x="102617" y="236147"/>
                  </a:lnTo>
                  <a:lnTo>
                    <a:pt x="103740" y="235651"/>
                  </a:lnTo>
                  <a:lnTo>
                    <a:pt x="104191" y="235483"/>
                  </a:lnTo>
                  <a:lnTo>
                    <a:pt x="104585" y="235082"/>
                  </a:lnTo>
                  <a:lnTo>
                    <a:pt x="104896" y="234821"/>
                  </a:lnTo>
                  <a:lnTo>
                    <a:pt x="104995" y="234643"/>
                  </a:lnTo>
                  <a:lnTo>
                    <a:pt x="105084" y="234400"/>
                  </a:lnTo>
                  <a:lnTo>
                    <a:pt x="105137" y="234166"/>
                  </a:lnTo>
                  <a:lnTo>
                    <a:pt x="105217" y="233718"/>
                  </a:lnTo>
                  <a:lnTo>
                    <a:pt x="105025" y="233178"/>
                  </a:lnTo>
                  <a:lnTo>
                    <a:pt x="105347" y="232934"/>
                  </a:lnTo>
                  <a:lnTo>
                    <a:pt x="105678" y="232862"/>
                  </a:lnTo>
                  <a:lnTo>
                    <a:pt x="106163" y="232724"/>
                  </a:lnTo>
                  <a:lnTo>
                    <a:pt x="106555" y="232518"/>
                  </a:lnTo>
                  <a:lnTo>
                    <a:pt x="106702" y="232408"/>
                  </a:lnTo>
                  <a:lnTo>
                    <a:pt x="106892" y="232249"/>
                  </a:lnTo>
                  <a:lnTo>
                    <a:pt x="107034" y="231979"/>
                  </a:lnTo>
                  <a:lnTo>
                    <a:pt x="107916" y="232263"/>
                  </a:lnTo>
                  <a:lnTo>
                    <a:pt x="108200" y="232368"/>
                  </a:lnTo>
                  <a:lnTo>
                    <a:pt x="108515" y="232317"/>
                  </a:lnTo>
                  <a:lnTo>
                    <a:pt x="108504" y="231764"/>
                  </a:lnTo>
                  <a:lnTo>
                    <a:pt x="108665" y="231238"/>
                  </a:lnTo>
                  <a:lnTo>
                    <a:pt x="109056" y="231211"/>
                  </a:lnTo>
                  <a:lnTo>
                    <a:pt x="109360" y="231214"/>
                  </a:lnTo>
                  <a:lnTo>
                    <a:pt x="109788" y="230732"/>
                  </a:lnTo>
                  <a:lnTo>
                    <a:pt x="110275" y="230969"/>
                  </a:lnTo>
                  <a:lnTo>
                    <a:pt x="110338" y="231133"/>
                  </a:lnTo>
                  <a:lnTo>
                    <a:pt x="110556" y="231257"/>
                  </a:lnTo>
                  <a:lnTo>
                    <a:pt x="111330" y="231191"/>
                  </a:lnTo>
                  <a:lnTo>
                    <a:pt x="111734" y="231043"/>
                  </a:lnTo>
                  <a:lnTo>
                    <a:pt x="111921" y="230948"/>
                  </a:lnTo>
                  <a:lnTo>
                    <a:pt x="112104" y="230788"/>
                  </a:lnTo>
                  <a:lnTo>
                    <a:pt x="112122" y="230604"/>
                  </a:lnTo>
                  <a:lnTo>
                    <a:pt x="112710" y="230330"/>
                  </a:lnTo>
                  <a:lnTo>
                    <a:pt x="113277" y="230411"/>
                  </a:lnTo>
                  <a:lnTo>
                    <a:pt x="113382" y="230602"/>
                  </a:lnTo>
                  <a:lnTo>
                    <a:pt x="113813" y="230604"/>
                  </a:lnTo>
                  <a:lnTo>
                    <a:pt x="114471" y="230831"/>
                  </a:lnTo>
                  <a:lnTo>
                    <a:pt x="114672" y="230821"/>
                  </a:lnTo>
                  <a:lnTo>
                    <a:pt x="115139" y="230672"/>
                  </a:lnTo>
                  <a:lnTo>
                    <a:pt x="115460" y="230568"/>
                  </a:lnTo>
                  <a:lnTo>
                    <a:pt x="115743" y="230521"/>
                  </a:lnTo>
                  <a:lnTo>
                    <a:pt x="116376" y="230684"/>
                  </a:lnTo>
                  <a:lnTo>
                    <a:pt x="116727" y="230312"/>
                  </a:lnTo>
                  <a:lnTo>
                    <a:pt x="116958" y="230106"/>
                  </a:lnTo>
                  <a:lnTo>
                    <a:pt x="117258" y="229602"/>
                  </a:lnTo>
                  <a:lnTo>
                    <a:pt x="117664" y="229401"/>
                  </a:lnTo>
                  <a:lnTo>
                    <a:pt x="118008" y="229280"/>
                  </a:lnTo>
                  <a:lnTo>
                    <a:pt x="117711" y="230007"/>
                  </a:lnTo>
                  <a:lnTo>
                    <a:pt x="117910" y="230358"/>
                  </a:lnTo>
                  <a:lnTo>
                    <a:pt x="118063" y="230463"/>
                  </a:lnTo>
                  <a:lnTo>
                    <a:pt x="118386" y="230862"/>
                  </a:lnTo>
                  <a:lnTo>
                    <a:pt x="119314" y="231038"/>
                  </a:lnTo>
                  <a:lnTo>
                    <a:pt x="119441" y="231573"/>
                  </a:lnTo>
                  <a:lnTo>
                    <a:pt x="119554" y="231933"/>
                  </a:lnTo>
                  <a:lnTo>
                    <a:pt x="119657" y="232259"/>
                  </a:lnTo>
                  <a:lnTo>
                    <a:pt x="120093" y="232819"/>
                  </a:lnTo>
                  <a:lnTo>
                    <a:pt x="120913" y="232947"/>
                  </a:lnTo>
                  <a:lnTo>
                    <a:pt x="121582" y="233077"/>
                  </a:lnTo>
                  <a:lnTo>
                    <a:pt x="122075" y="232947"/>
                  </a:lnTo>
                  <a:lnTo>
                    <a:pt x="122347" y="232788"/>
                  </a:lnTo>
                  <a:lnTo>
                    <a:pt x="122489" y="232685"/>
                  </a:lnTo>
                  <a:lnTo>
                    <a:pt x="122847" y="232344"/>
                  </a:lnTo>
                  <a:lnTo>
                    <a:pt x="123109" y="231847"/>
                  </a:lnTo>
                  <a:lnTo>
                    <a:pt x="123290" y="231661"/>
                  </a:lnTo>
                  <a:lnTo>
                    <a:pt x="123503" y="231442"/>
                  </a:lnTo>
                  <a:lnTo>
                    <a:pt x="123733" y="231107"/>
                  </a:lnTo>
                  <a:lnTo>
                    <a:pt x="123937" y="230689"/>
                  </a:lnTo>
                  <a:lnTo>
                    <a:pt x="124123" y="230565"/>
                  </a:lnTo>
                  <a:lnTo>
                    <a:pt x="124425" y="230655"/>
                  </a:lnTo>
                  <a:lnTo>
                    <a:pt x="124709" y="230543"/>
                  </a:lnTo>
                  <a:lnTo>
                    <a:pt x="125394" y="230268"/>
                  </a:lnTo>
                  <a:lnTo>
                    <a:pt x="125757" y="229963"/>
                  </a:lnTo>
                  <a:lnTo>
                    <a:pt x="126396" y="229806"/>
                  </a:lnTo>
                  <a:lnTo>
                    <a:pt x="126681" y="230020"/>
                  </a:lnTo>
                  <a:lnTo>
                    <a:pt x="127000" y="229720"/>
                  </a:lnTo>
                  <a:lnTo>
                    <a:pt x="127154" y="229084"/>
                  </a:lnTo>
                  <a:lnTo>
                    <a:pt x="127416" y="228608"/>
                  </a:lnTo>
                  <a:lnTo>
                    <a:pt x="127979" y="228225"/>
                  </a:lnTo>
                  <a:lnTo>
                    <a:pt x="128189" y="228363"/>
                  </a:lnTo>
                  <a:lnTo>
                    <a:pt x="128654" y="228113"/>
                  </a:lnTo>
                  <a:lnTo>
                    <a:pt x="129008" y="228612"/>
                  </a:lnTo>
                  <a:lnTo>
                    <a:pt x="129035" y="228184"/>
                  </a:lnTo>
                  <a:lnTo>
                    <a:pt x="129365" y="227072"/>
                  </a:lnTo>
                  <a:lnTo>
                    <a:pt x="129867" y="227375"/>
                  </a:lnTo>
                  <a:lnTo>
                    <a:pt x="130364" y="226994"/>
                  </a:lnTo>
                  <a:lnTo>
                    <a:pt x="130794" y="226279"/>
                  </a:lnTo>
                  <a:lnTo>
                    <a:pt x="130626" y="226097"/>
                  </a:lnTo>
                  <a:lnTo>
                    <a:pt x="130456" y="225913"/>
                  </a:lnTo>
                  <a:lnTo>
                    <a:pt x="131229" y="225682"/>
                  </a:lnTo>
                  <a:lnTo>
                    <a:pt x="131079" y="225308"/>
                  </a:lnTo>
                  <a:lnTo>
                    <a:pt x="131088" y="225042"/>
                  </a:lnTo>
                  <a:lnTo>
                    <a:pt x="131309" y="224939"/>
                  </a:lnTo>
                  <a:lnTo>
                    <a:pt x="131097" y="224686"/>
                  </a:lnTo>
                  <a:lnTo>
                    <a:pt x="130899" y="224071"/>
                  </a:lnTo>
                  <a:lnTo>
                    <a:pt x="130730" y="223688"/>
                  </a:lnTo>
                  <a:lnTo>
                    <a:pt x="131090" y="223331"/>
                  </a:lnTo>
                  <a:lnTo>
                    <a:pt x="131193" y="222805"/>
                  </a:lnTo>
                  <a:lnTo>
                    <a:pt x="131267" y="222332"/>
                  </a:lnTo>
                  <a:lnTo>
                    <a:pt x="131856" y="222041"/>
                  </a:lnTo>
                  <a:lnTo>
                    <a:pt x="132262" y="221865"/>
                  </a:lnTo>
                  <a:lnTo>
                    <a:pt x="132220" y="221730"/>
                  </a:lnTo>
                  <a:lnTo>
                    <a:pt x="132079" y="221416"/>
                  </a:lnTo>
                  <a:lnTo>
                    <a:pt x="131998" y="221168"/>
                  </a:lnTo>
                  <a:lnTo>
                    <a:pt x="132161" y="220896"/>
                  </a:lnTo>
                  <a:lnTo>
                    <a:pt x="133215" y="220351"/>
                  </a:lnTo>
                  <a:lnTo>
                    <a:pt x="133795" y="220361"/>
                  </a:lnTo>
                  <a:lnTo>
                    <a:pt x="134474" y="220102"/>
                  </a:lnTo>
                  <a:lnTo>
                    <a:pt x="134833" y="220154"/>
                  </a:lnTo>
                  <a:lnTo>
                    <a:pt x="135104" y="220217"/>
                  </a:lnTo>
                  <a:lnTo>
                    <a:pt x="135307" y="220295"/>
                  </a:lnTo>
                  <a:lnTo>
                    <a:pt x="135767" y="220234"/>
                  </a:lnTo>
                  <a:lnTo>
                    <a:pt x="136407" y="219950"/>
                  </a:lnTo>
                  <a:lnTo>
                    <a:pt x="136604" y="219836"/>
                  </a:lnTo>
                  <a:lnTo>
                    <a:pt x="136905" y="219501"/>
                  </a:lnTo>
                  <a:lnTo>
                    <a:pt x="137168" y="219275"/>
                  </a:lnTo>
                  <a:lnTo>
                    <a:pt x="137506" y="219319"/>
                  </a:lnTo>
                  <a:lnTo>
                    <a:pt x="137645" y="219410"/>
                  </a:lnTo>
                  <a:lnTo>
                    <a:pt x="137865" y="219552"/>
                  </a:lnTo>
                  <a:lnTo>
                    <a:pt x="137842" y="219851"/>
                  </a:lnTo>
                  <a:lnTo>
                    <a:pt x="138161" y="219853"/>
                  </a:lnTo>
                  <a:lnTo>
                    <a:pt x="138885" y="220127"/>
                  </a:lnTo>
                  <a:lnTo>
                    <a:pt x="139115" y="220233"/>
                  </a:lnTo>
                  <a:lnTo>
                    <a:pt x="139301" y="220249"/>
                  </a:lnTo>
                  <a:lnTo>
                    <a:pt x="139512" y="220188"/>
                  </a:lnTo>
                  <a:lnTo>
                    <a:pt x="139810" y="220319"/>
                  </a:lnTo>
                  <a:lnTo>
                    <a:pt x="140096" y="220488"/>
                  </a:lnTo>
                  <a:lnTo>
                    <a:pt x="140317" y="220618"/>
                  </a:lnTo>
                  <a:lnTo>
                    <a:pt x="140562" y="220780"/>
                  </a:lnTo>
                  <a:lnTo>
                    <a:pt x="140846" y="220956"/>
                  </a:lnTo>
                  <a:lnTo>
                    <a:pt x="141337" y="220951"/>
                  </a:lnTo>
                  <a:lnTo>
                    <a:pt x="141507" y="220938"/>
                  </a:lnTo>
                  <a:lnTo>
                    <a:pt x="141957" y="220905"/>
                  </a:lnTo>
                  <a:lnTo>
                    <a:pt x="142439" y="220870"/>
                  </a:lnTo>
                  <a:lnTo>
                    <a:pt x="143269" y="221040"/>
                  </a:lnTo>
                  <a:lnTo>
                    <a:pt x="143116" y="221377"/>
                  </a:lnTo>
                  <a:lnTo>
                    <a:pt x="143486" y="220664"/>
                  </a:lnTo>
                  <a:lnTo>
                    <a:pt x="143508" y="220454"/>
                  </a:lnTo>
                  <a:lnTo>
                    <a:pt x="143697" y="219783"/>
                  </a:lnTo>
                  <a:lnTo>
                    <a:pt x="143662" y="219566"/>
                  </a:lnTo>
                  <a:lnTo>
                    <a:pt x="143567" y="219356"/>
                  </a:lnTo>
                  <a:lnTo>
                    <a:pt x="143509" y="219134"/>
                  </a:lnTo>
                  <a:lnTo>
                    <a:pt x="143813" y="218875"/>
                  </a:lnTo>
                  <a:lnTo>
                    <a:pt x="143966" y="218882"/>
                  </a:lnTo>
                  <a:lnTo>
                    <a:pt x="144429" y="219021"/>
                  </a:lnTo>
                  <a:lnTo>
                    <a:pt x="145132" y="219778"/>
                  </a:lnTo>
                  <a:lnTo>
                    <a:pt x="145354" y="219883"/>
                  </a:lnTo>
                  <a:lnTo>
                    <a:pt x="145743" y="220156"/>
                  </a:lnTo>
                  <a:lnTo>
                    <a:pt x="146072" y="220561"/>
                  </a:lnTo>
                  <a:lnTo>
                    <a:pt x="146307" y="220577"/>
                  </a:lnTo>
                  <a:lnTo>
                    <a:pt x="147374" y="220666"/>
                  </a:lnTo>
                  <a:lnTo>
                    <a:pt x="147686" y="220736"/>
                  </a:lnTo>
                  <a:lnTo>
                    <a:pt x="147923" y="220911"/>
                  </a:lnTo>
                  <a:lnTo>
                    <a:pt x="147984" y="221051"/>
                  </a:lnTo>
                  <a:lnTo>
                    <a:pt x="148595" y="221098"/>
                  </a:lnTo>
                  <a:lnTo>
                    <a:pt x="149465" y="221605"/>
                  </a:lnTo>
                  <a:lnTo>
                    <a:pt x="149724" y="221418"/>
                  </a:lnTo>
                  <a:lnTo>
                    <a:pt x="150661" y="221210"/>
                  </a:lnTo>
                  <a:lnTo>
                    <a:pt x="151007" y="221204"/>
                  </a:lnTo>
                  <a:lnTo>
                    <a:pt x="151218" y="221196"/>
                  </a:lnTo>
                  <a:lnTo>
                    <a:pt x="151633" y="220577"/>
                  </a:lnTo>
                  <a:lnTo>
                    <a:pt x="151674" y="219986"/>
                  </a:lnTo>
                  <a:lnTo>
                    <a:pt x="151927" y="219677"/>
                  </a:lnTo>
                  <a:lnTo>
                    <a:pt x="152377" y="219491"/>
                  </a:lnTo>
                  <a:lnTo>
                    <a:pt x="152891" y="219244"/>
                  </a:lnTo>
                  <a:lnTo>
                    <a:pt x="153301" y="218931"/>
                  </a:lnTo>
                  <a:lnTo>
                    <a:pt x="153419" y="218722"/>
                  </a:lnTo>
                  <a:lnTo>
                    <a:pt x="153518" y="218435"/>
                  </a:lnTo>
                  <a:lnTo>
                    <a:pt x="153796" y="217962"/>
                  </a:lnTo>
                  <a:lnTo>
                    <a:pt x="154434" y="217514"/>
                  </a:lnTo>
                  <a:lnTo>
                    <a:pt x="154388" y="217254"/>
                  </a:lnTo>
                  <a:lnTo>
                    <a:pt x="154326" y="216989"/>
                  </a:lnTo>
                  <a:lnTo>
                    <a:pt x="154133" y="216741"/>
                  </a:lnTo>
                  <a:lnTo>
                    <a:pt x="153429" y="216971"/>
                  </a:lnTo>
                  <a:lnTo>
                    <a:pt x="152413" y="216897"/>
                  </a:lnTo>
                  <a:lnTo>
                    <a:pt x="152210" y="216871"/>
                  </a:lnTo>
                  <a:lnTo>
                    <a:pt x="152078" y="216853"/>
                  </a:lnTo>
                  <a:lnTo>
                    <a:pt x="151806" y="216815"/>
                  </a:lnTo>
                  <a:lnTo>
                    <a:pt x="151631" y="216790"/>
                  </a:lnTo>
                  <a:lnTo>
                    <a:pt x="151061" y="216786"/>
                  </a:lnTo>
                  <a:lnTo>
                    <a:pt x="150537" y="216590"/>
                  </a:lnTo>
                  <a:lnTo>
                    <a:pt x="150310" y="216205"/>
                  </a:lnTo>
                  <a:lnTo>
                    <a:pt x="150189" y="215915"/>
                  </a:lnTo>
                  <a:lnTo>
                    <a:pt x="150141" y="215627"/>
                  </a:lnTo>
                  <a:lnTo>
                    <a:pt x="150008" y="215210"/>
                  </a:lnTo>
                  <a:lnTo>
                    <a:pt x="150418" y="213716"/>
                  </a:lnTo>
                  <a:lnTo>
                    <a:pt x="150720" y="213693"/>
                  </a:lnTo>
                  <a:lnTo>
                    <a:pt x="151323" y="213653"/>
                  </a:lnTo>
                  <a:lnTo>
                    <a:pt x="151733" y="213624"/>
                  </a:lnTo>
                  <a:lnTo>
                    <a:pt x="152054" y="213562"/>
                  </a:lnTo>
                  <a:lnTo>
                    <a:pt x="152202" y="213534"/>
                  </a:lnTo>
                  <a:lnTo>
                    <a:pt x="152529" y="213469"/>
                  </a:lnTo>
                  <a:lnTo>
                    <a:pt x="152712" y="213445"/>
                  </a:lnTo>
                  <a:lnTo>
                    <a:pt x="152850" y="213434"/>
                  </a:lnTo>
                  <a:lnTo>
                    <a:pt x="153173" y="213424"/>
                  </a:lnTo>
                  <a:lnTo>
                    <a:pt x="153497" y="213457"/>
                  </a:lnTo>
                  <a:lnTo>
                    <a:pt x="154028" y="213554"/>
                  </a:lnTo>
                  <a:lnTo>
                    <a:pt x="154510" y="213574"/>
                  </a:lnTo>
                  <a:lnTo>
                    <a:pt x="154893" y="213646"/>
                  </a:lnTo>
                  <a:lnTo>
                    <a:pt x="155126" y="213675"/>
                  </a:lnTo>
                  <a:lnTo>
                    <a:pt x="155327" y="213701"/>
                  </a:lnTo>
                  <a:lnTo>
                    <a:pt x="155583" y="213726"/>
                  </a:lnTo>
                  <a:lnTo>
                    <a:pt x="155725" y="213729"/>
                  </a:lnTo>
                  <a:lnTo>
                    <a:pt x="155930" y="213732"/>
                  </a:lnTo>
                  <a:lnTo>
                    <a:pt x="156319" y="213738"/>
                  </a:lnTo>
                  <a:lnTo>
                    <a:pt x="156853" y="213910"/>
                  </a:lnTo>
                  <a:lnTo>
                    <a:pt x="157321" y="214030"/>
                  </a:lnTo>
                  <a:lnTo>
                    <a:pt x="157672" y="214077"/>
                  </a:lnTo>
                  <a:lnTo>
                    <a:pt x="158323" y="214135"/>
                  </a:lnTo>
                  <a:lnTo>
                    <a:pt x="158521" y="214170"/>
                  </a:lnTo>
                  <a:lnTo>
                    <a:pt x="158939" y="214292"/>
                  </a:lnTo>
                  <a:lnTo>
                    <a:pt x="159351" y="214598"/>
                  </a:lnTo>
                  <a:lnTo>
                    <a:pt x="159180" y="215261"/>
                  </a:lnTo>
                  <a:lnTo>
                    <a:pt x="159300" y="215400"/>
                  </a:lnTo>
                  <a:lnTo>
                    <a:pt x="159560" y="216002"/>
                  </a:lnTo>
                  <a:lnTo>
                    <a:pt x="159840" y="216149"/>
                  </a:lnTo>
                  <a:lnTo>
                    <a:pt x="160125" y="216241"/>
                  </a:lnTo>
                  <a:lnTo>
                    <a:pt x="160593" y="216392"/>
                  </a:lnTo>
                  <a:lnTo>
                    <a:pt x="160926" y="216484"/>
                  </a:lnTo>
                  <a:lnTo>
                    <a:pt x="161445" y="216801"/>
                  </a:lnTo>
                  <a:lnTo>
                    <a:pt x="161826" y="216678"/>
                  </a:lnTo>
                  <a:lnTo>
                    <a:pt x="161965" y="216633"/>
                  </a:lnTo>
                  <a:lnTo>
                    <a:pt x="162250" y="216522"/>
                  </a:lnTo>
                  <a:lnTo>
                    <a:pt x="162883" y="216359"/>
                  </a:lnTo>
                  <a:lnTo>
                    <a:pt x="163341" y="216412"/>
                  </a:lnTo>
                  <a:lnTo>
                    <a:pt x="163500" y="216418"/>
                  </a:lnTo>
                  <a:lnTo>
                    <a:pt x="163838" y="216416"/>
                  </a:lnTo>
                  <a:lnTo>
                    <a:pt x="164139" y="216367"/>
                  </a:lnTo>
                  <a:lnTo>
                    <a:pt x="164598" y="216360"/>
                  </a:lnTo>
                  <a:lnTo>
                    <a:pt x="164765" y="216337"/>
                  </a:lnTo>
                  <a:lnTo>
                    <a:pt x="165374" y="216193"/>
                  </a:lnTo>
                  <a:lnTo>
                    <a:pt x="166060" y="216276"/>
                  </a:lnTo>
                  <a:lnTo>
                    <a:pt x="166090" y="216539"/>
                  </a:lnTo>
                  <a:lnTo>
                    <a:pt x="166354" y="216962"/>
                  </a:lnTo>
                  <a:lnTo>
                    <a:pt x="167807" y="217473"/>
                  </a:lnTo>
                  <a:lnTo>
                    <a:pt x="168270" y="217568"/>
                  </a:lnTo>
                  <a:lnTo>
                    <a:pt x="168394" y="217839"/>
                  </a:lnTo>
                  <a:lnTo>
                    <a:pt x="168557" y="218075"/>
                  </a:lnTo>
                  <a:lnTo>
                    <a:pt x="168816" y="218450"/>
                  </a:lnTo>
                  <a:lnTo>
                    <a:pt x="169188" y="218359"/>
                  </a:lnTo>
                  <a:lnTo>
                    <a:pt x="169662" y="218701"/>
                  </a:lnTo>
                  <a:lnTo>
                    <a:pt x="170556" y="219582"/>
                  </a:lnTo>
                  <a:lnTo>
                    <a:pt x="170732" y="219473"/>
                  </a:lnTo>
                  <a:lnTo>
                    <a:pt x="170992" y="219503"/>
                  </a:lnTo>
                  <a:lnTo>
                    <a:pt x="170969" y="219682"/>
                  </a:lnTo>
                  <a:lnTo>
                    <a:pt x="171272" y="220001"/>
                  </a:lnTo>
                  <a:lnTo>
                    <a:pt x="171329" y="219795"/>
                  </a:lnTo>
                  <a:lnTo>
                    <a:pt x="171482" y="219041"/>
                  </a:lnTo>
                  <a:lnTo>
                    <a:pt x="171792" y="218795"/>
                  </a:lnTo>
                  <a:lnTo>
                    <a:pt x="172048" y="218373"/>
                  </a:lnTo>
                  <a:lnTo>
                    <a:pt x="172233" y="217874"/>
                  </a:lnTo>
                  <a:lnTo>
                    <a:pt x="172258" y="217599"/>
                  </a:lnTo>
                  <a:lnTo>
                    <a:pt x="172450" y="217268"/>
                  </a:lnTo>
                  <a:lnTo>
                    <a:pt x="172636" y="216953"/>
                  </a:lnTo>
                  <a:lnTo>
                    <a:pt x="173106" y="216912"/>
                  </a:lnTo>
                  <a:lnTo>
                    <a:pt x="173478" y="216902"/>
                  </a:lnTo>
                  <a:lnTo>
                    <a:pt x="173952" y="216891"/>
                  </a:lnTo>
                  <a:lnTo>
                    <a:pt x="174612" y="217062"/>
                  </a:lnTo>
                  <a:lnTo>
                    <a:pt x="174749" y="217267"/>
                  </a:lnTo>
                  <a:lnTo>
                    <a:pt x="174839" y="217397"/>
                  </a:lnTo>
                  <a:lnTo>
                    <a:pt x="175011" y="217613"/>
                  </a:lnTo>
                  <a:lnTo>
                    <a:pt x="175139" y="217748"/>
                  </a:lnTo>
                  <a:lnTo>
                    <a:pt x="175489" y="217713"/>
                  </a:lnTo>
                  <a:lnTo>
                    <a:pt x="175815" y="217613"/>
                  </a:lnTo>
                  <a:lnTo>
                    <a:pt x="175954" y="217537"/>
                  </a:lnTo>
                  <a:lnTo>
                    <a:pt x="176192" y="217007"/>
                  </a:lnTo>
                  <a:lnTo>
                    <a:pt x="176673" y="216577"/>
                  </a:lnTo>
                  <a:lnTo>
                    <a:pt x="176988" y="216603"/>
                  </a:lnTo>
                  <a:lnTo>
                    <a:pt x="177863" y="216779"/>
                  </a:lnTo>
                  <a:lnTo>
                    <a:pt x="178118" y="216822"/>
                  </a:lnTo>
                  <a:lnTo>
                    <a:pt x="178447" y="216877"/>
                  </a:lnTo>
                  <a:lnTo>
                    <a:pt x="179053" y="216979"/>
                  </a:lnTo>
                  <a:lnTo>
                    <a:pt x="179303" y="216954"/>
                  </a:lnTo>
                  <a:lnTo>
                    <a:pt x="179500" y="216934"/>
                  </a:lnTo>
                  <a:lnTo>
                    <a:pt x="180017" y="216931"/>
                  </a:lnTo>
                  <a:lnTo>
                    <a:pt x="180234" y="216789"/>
                  </a:lnTo>
                  <a:lnTo>
                    <a:pt x="180688" y="216424"/>
                  </a:lnTo>
                  <a:lnTo>
                    <a:pt x="180893" y="216186"/>
                  </a:lnTo>
                  <a:lnTo>
                    <a:pt x="181051" y="216120"/>
                  </a:lnTo>
                  <a:lnTo>
                    <a:pt x="181271" y="216029"/>
                  </a:lnTo>
                  <a:lnTo>
                    <a:pt x="181697" y="215874"/>
                  </a:lnTo>
                  <a:lnTo>
                    <a:pt x="182465" y="215462"/>
                  </a:lnTo>
                  <a:lnTo>
                    <a:pt x="183072" y="215389"/>
                  </a:lnTo>
                  <a:lnTo>
                    <a:pt x="183362" y="215307"/>
                  </a:lnTo>
                  <a:lnTo>
                    <a:pt x="183745" y="215160"/>
                  </a:lnTo>
                  <a:lnTo>
                    <a:pt x="184074" y="215073"/>
                  </a:lnTo>
                  <a:lnTo>
                    <a:pt x="184225" y="215061"/>
                  </a:lnTo>
                  <a:lnTo>
                    <a:pt x="184588" y="214957"/>
                  </a:lnTo>
                  <a:lnTo>
                    <a:pt x="184764" y="214849"/>
                  </a:lnTo>
                  <a:lnTo>
                    <a:pt x="185208" y="214369"/>
                  </a:lnTo>
                  <a:lnTo>
                    <a:pt x="185855" y="214324"/>
                  </a:lnTo>
                  <a:lnTo>
                    <a:pt x="185986" y="214324"/>
                  </a:lnTo>
                  <a:lnTo>
                    <a:pt x="187054" y="213949"/>
                  </a:lnTo>
                  <a:lnTo>
                    <a:pt x="186740" y="213735"/>
                  </a:lnTo>
                  <a:lnTo>
                    <a:pt x="185998" y="213403"/>
                  </a:lnTo>
                  <a:lnTo>
                    <a:pt x="185210" y="213286"/>
                  </a:lnTo>
                  <a:lnTo>
                    <a:pt x="184708" y="212961"/>
                  </a:lnTo>
                  <a:lnTo>
                    <a:pt x="184789" y="212377"/>
                  </a:lnTo>
                  <a:lnTo>
                    <a:pt x="184883" y="212169"/>
                  </a:lnTo>
                  <a:lnTo>
                    <a:pt x="184978" y="211951"/>
                  </a:lnTo>
                  <a:lnTo>
                    <a:pt x="185085" y="211699"/>
                  </a:lnTo>
                  <a:lnTo>
                    <a:pt x="185438" y="211205"/>
                  </a:lnTo>
                  <a:lnTo>
                    <a:pt x="185478" y="210795"/>
                  </a:lnTo>
                  <a:lnTo>
                    <a:pt x="185445" y="210494"/>
                  </a:lnTo>
                  <a:lnTo>
                    <a:pt x="185362" y="209914"/>
                  </a:lnTo>
                  <a:lnTo>
                    <a:pt x="185333" y="209741"/>
                  </a:lnTo>
                  <a:lnTo>
                    <a:pt x="185286" y="209414"/>
                  </a:lnTo>
                  <a:lnTo>
                    <a:pt x="185745" y="208827"/>
                  </a:lnTo>
                  <a:lnTo>
                    <a:pt x="186628" y="208077"/>
                  </a:lnTo>
                  <a:lnTo>
                    <a:pt x="186950" y="207940"/>
                  </a:lnTo>
                  <a:lnTo>
                    <a:pt x="187357" y="207371"/>
                  </a:lnTo>
                  <a:lnTo>
                    <a:pt x="187764" y="206802"/>
                  </a:lnTo>
                  <a:lnTo>
                    <a:pt x="188110" y="206516"/>
                  </a:lnTo>
                  <a:lnTo>
                    <a:pt x="188506" y="206135"/>
                  </a:lnTo>
                  <a:lnTo>
                    <a:pt x="189252" y="205940"/>
                  </a:lnTo>
                  <a:lnTo>
                    <a:pt x="189706" y="205900"/>
                  </a:lnTo>
                  <a:lnTo>
                    <a:pt x="189972" y="205881"/>
                  </a:lnTo>
                  <a:lnTo>
                    <a:pt x="190240" y="205861"/>
                  </a:lnTo>
                  <a:lnTo>
                    <a:pt x="190401" y="205849"/>
                  </a:lnTo>
                  <a:lnTo>
                    <a:pt x="190817" y="205818"/>
                  </a:lnTo>
                  <a:lnTo>
                    <a:pt x="191216" y="205765"/>
                  </a:lnTo>
                  <a:lnTo>
                    <a:pt x="191439" y="205649"/>
                  </a:lnTo>
                  <a:lnTo>
                    <a:pt x="191646" y="205564"/>
                  </a:lnTo>
                  <a:lnTo>
                    <a:pt x="191999" y="205507"/>
                  </a:lnTo>
                  <a:lnTo>
                    <a:pt x="192157" y="205504"/>
                  </a:lnTo>
                  <a:lnTo>
                    <a:pt x="192431" y="205469"/>
                  </a:lnTo>
                  <a:lnTo>
                    <a:pt x="193489" y="205220"/>
                  </a:lnTo>
                  <a:lnTo>
                    <a:pt x="193936" y="204978"/>
                  </a:lnTo>
                  <a:lnTo>
                    <a:pt x="194420" y="204875"/>
                  </a:lnTo>
                  <a:lnTo>
                    <a:pt x="194616" y="204831"/>
                  </a:lnTo>
                  <a:lnTo>
                    <a:pt x="195009" y="204435"/>
                  </a:lnTo>
                  <a:lnTo>
                    <a:pt x="195304" y="204397"/>
                  </a:lnTo>
                  <a:lnTo>
                    <a:pt x="196003" y="204475"/>
                  </a:lnTo>
                  <a:lnTo>
                    <a:pt x="196334" y="204248"/>
                  </a:lnTo>
                  <a:lnTo>
                    <a:pt x="196603" y="203967"/>
                  </a:lnTo>
                  <a:lnTo>
                    <a:pt x="196804" y="203954"/>
                  </a:lnTo>
                  <a:lnTo>
                    <a:pt x="197790" y="203824"/>
                  </a:lnTo>
                  <a:lnTo>
                    <a:pt x="198558" y="204589"/>
                  </a:lnTo>
                  <a:lnTo>
                    <a:pt x="198770" y="204675"/>
                  </a:lnTo>
                  <a:lnTo>
                    <a:pt x="198967" y="204728"/>
                  </a:lnTo>
                  <a:lnTo>
                    <a:pt x="199918" y="205480"/>
                  </a:lnTo>
                  <a:lnTo>
                    <a:pt x="200384" y="205468"/>
                  </a:lnTo>
                  <a:lnTo>
                    <a:pt x="201082" y="205363"/>
                  </a:lnTo>
                  <a:lnTo>
                    <a:pt x="201522" y="205422"/>
                  </a:lnTo>
                  <a:lnTo>
                    <a:pt x="202161" y="205309"/>
                  </a:lnTo>
                  <a:lnTo>
                    <a:pt x="202541" y="204998"/>
                  </a:lnTo>
                  <a:lnTo>
                    <a:pt x="202267" y="204789"/>
                  </a:lnTo>
                  <a:lnTo>
                    <a:pt x="202226" y="204318"/>
                  </a:lnTo>
                  <a:lnTo>
                    <a:pt x="202417" y="204112"/>
                  </a:lnTo>
                  <a:lnTo>
                    <a:pt x="202817" y="204102"/>
                  </a:lnTo>
                  <a:lnTo>
                    <a:pt x="203256" y="203141"/>
                  </a:lnTo>
                  <a:lnTo>
                    <a:pt x="203175" y="202732"/>
                  </a:lnTo>
                  <a:lnTo>
                    <a:pt x="203445" y="202402"/>
                  </a:lnTo>
                  <a:lnTo>
                    <a:pt x="204207" y="201912"/>
                  </a:lnTo>
                  <a:lnTo>
                    <a:pt x="204393" y="201479"/>
                  </a:lnTo>
                  <a:lnTo>
                    <a:pt x="204404" y="200677"/>
                  </a:lnTo>
                  <a:lnTo>
                    <a:pt x="204726" y="199722"/>
                  </a:lnTo>
                  <a:lnTo>
                    <a:pt x="204631" y="198945"/>
                  </a:lnTo>
                  <a:lnTo>
                    <a:pt x="205081" y="198392"/>
                  </a:lnTo>
                  <a:lnTo>
                    <a:pt x="205573" y="197279"/>
                  </a:lnTo>
                  <a:lnTo>
                    <a:pt x="205798" y="197162"/>
                  </a:lnTo>
                  <a:lnTo>
                    <a:pt x="206053" y="196699"/>
                  </a:lnTo>
                  <a:lnTo>
                    <a:pt x="205390" y="196363"/>
                  </a:lnTo>
                  <a:lnTo>
                    <a:pt x="205124" y="195953"/>
                  </a:lnTo>
                  <a:lnTo>
                    <a:pt x="205156" y="195325"/>
                  </a:lnTo>
                  <a:lnTo>
                    <a:pt x="206271" y="194770"/>
                  </a:lnTo>
                  <a:lnTo>
                    <a:pt x="205975" y="194415"/>
                  </a:lnTo>
                  <a:lnTo>
                    <a:pt x="206121" y="194219"/>
                  </a:lnTo>
                  <a:lnTo>
                    <a:pt x="206267" y="193938"/>
                  </a:lnTo>
                  <a:lnTo>
                    <a:pt x="206008" y="193541"/>
                  </a:lnTo>
                  <a:lnTo>
                    <a:pt x="205839" y="193289"/>
                  </a:lnTo>
                  <a:lnTo>
                    <a:pt x="205996" y="192747"/>
                  </a:lnTo>
                  <a:lnTo>
                    <a:pt x="206204" y="192668"/>
                  </a:lnTo>
                  <a:lnTo>
                    <a:pt x="207231" y="191889"/>
                  </a:lnTo>
                  <a:lnTo>
                    <a:pt x="207142" y="191552"/>
                  </a:lnTo>
                  <a:lnTo>
                    <a:pt x="207369" y="191063"/>
                  </a:lnTo>
                  <a:lnTo>
                    <a:pt x="207574" y="190752"/>
                  </a:lnTo>
                  <a:lnTo>
                    <a:pt x="207762" y="190746"/>
                  </a:lnTo>
                  <a:lnTo>
                    <a:pt x="207958" y="189603"/>
                  </a:lnTo>
                  <a:lnTo>
                    <a:pt x="207813" y="189193"/>
                  </a:lnTo>
                  <a:lnTo>
                    <a:pt x="207688" y="188837"/>
                  </a:lnTo>
                  <a:lnTo>
                    <a:pt x="207639" y="188698"/>
                  </a:lnTo>
                  <a:lnTo>
                    <a:pt x="207593" y="188569"/>
                  </a:lnTo>
                  <a:lnTo>
                    <a:pt x="207528" y="188030"/>
                  </a:lnTo>
                  <a:lnTo>
                    <a:pt x="207403" y="187640"/>
                  </a:lnTo>
                  <a:lnTo>
                    <a:pt x="207200" y="187432"/>
                  </a:lnTo>
                  <a:lnTo>
                    <a:pt x="207281" y="187182"/>
                  </a:lnTo>
                  <a:lnTo>
                    <a:pt x="207343" y="186977"/>
                  </a:lnTo>
                  <a:lnTo>
                    <a:pt x="207430" y="186693"/>
                  </a:lnTo>
                  <a:lnTo>
                    <a:pt x="207560" y="186244"/>
                  </a:lnTo>
                  <a:lnTo>
                    <a:pt x="207739" y="185612"/>
                  </a:lnTo>
                  <a:lnTo>
                    <a:pt x="208362" y="185261"/>
                  </a:lnTo>
                  <a:lnTo>
                    <a:pt x="208489" y="185210"/>
                  </a:lnTo>
                  <a:lnTo>
                    <a:pt x="208853" y="185025"/>
                  </a:lnTo>
                  <a:lnTo>
                    <a:pt x="209120" y="184705"/>
                  </a:lnTo>
                  <a:lnTo>
                    <a:pt x="209207" y="184477"/>
                  </a:lnTo>
                  <a:lnTo>
                    <a:pt x="209261" y="184336"/>
                  </a:lnTo>
                  <a:lnTo>
                    <a:pt x="209312" y="184204"/>
                  </a:lnTo>
                  <a:lnTo>
                    <a:pt x="209473" y="183783"/>
                  </a:lnTo>
                  <a:lnTo>
                    <a:pt x="209413" y="183235"/>
                  </a:lnTo>
                  <a:lnTo>
                    <a:pt x="209466" y="182955"/>
                  </a:lnTo>
                  <a:lnTo>
                    <a:pt x="209625" y="182812"/>
                  </a:lnTo>
                  <a:lnTo>
                    <a:pt x="209924" y="182581"/>
                  </a:lnTo>
                  <a:lnTo>
                    <a:pt x="210128" y="182512"/>
                  </a:lnTo>
                  <a:lnTo>
                    <a:pt x="210469" y="182536"/>
                  </a:lnTo>
                  <a:lnTo>
                    <a:pt x="211141" y="182435"/>
                  </a:lnTo>
                  <a:lnTo>
                    <a:pt x="211272" y="182022"/>
                  </a:lnTo>
                  <a:lnTo>
                    <a:pt x="211497" y="182081"/>
                  </a:lnTo>
                  <a:lnTo>
                    <a:pt x="211816" y="182407"/>
                  </a:lnTo>
                  <a:lnTo>
                    <a:pt x="212078" y="182587"/>
                  </a:lnTo>
                  <a:lnTo>
                    <a:pt x="212430" y="182801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9203450" y="1450866"/>
              <a:ext cx="184189" cy="183989"/>
            </a:xfrm>
            <a:custGeom>
              <a:avLst/>
              <a:pathLst>
                <a:path w="184189" h="183989">
                  <a:moveTo>
                    <a:pt x="182879" y="182879"/>
                  </a:moveTo>
                  <a:lnTo>
                    <a:pt x="183231" y="182725"/>
                  </a:lnTo>
                  <a:lnTo>
                    <a:pt x="183635" y="182952"/>
                  </a:lnTo>
                  <a:lnTo>
                    <a:pt x="183593" y="183145"/>
                  </a:lnTo>
                  <a:lnTo>
                    <a:pt x="184112" y="183618"/>
                  </a:lnTo>
                  <a:lnTo>
                    <a:pt x="184189" y="183822"/>
                  </a:lnTo>
                  <a:lnTo>
                    <a:pt x="183925" y="183989"/>
                  </a:lnTo>
                  <a:lnTo>
                    <a:pt x="183735" y="183923"/>
                  </a:lnTo>
                  <a:lnTo>
                    <a:pt x="183548" y="183857"/>
                  </a:lnTo>
                  <a:lnTo>
                    <a:pt x="183349" y="183847"/>
                  </a:lnTo>
                  <a:lnTo>
                    <a:pt x="182595" y="183584"/>
                  </a:lnTo>
                  <a:lnTo>
                    <a:pt x="182423" y="183456"/>
                  </a:lnTo>
                  <a:lnTo>
                    <a:pt x="182251" y="183309"/>
                  </a:lnTo>
                  <a:lnTo>
                    <a:pt x="181946" y="183142"/>
                  </a:lnTo>
                  <a:lnTo>
                    <a:pt x="181971" y="182631"/>
                  </a:lnTo>
                  <a:lnTo>
                    <a:pt x="182013" y="182347"/>
                  </a:lnTo>
                  <a:lnTo>
                    <a:pt x="182154" y="182174"/>
                  </a:lnTo>
                  <a:lnTo>
                    <a:pt x="182541" y="182217"/>
                  </a:lnTo>
                  <a:lnTo>
                    <a:pt x="182627" y="182435"/>
                  </a:lnTo>
                  <a:lnTo>
                    <a:pt x="182747" y="182828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9207823" y="1450259"/>
              <a:ext cx="182879" cy="182924"/>
            </a:xfrm>
            <a:custGeom>
              <a:avLst/>
              <a:pathLst>
                <a:path w="182879" h="182924">
                  <a:moveTo>
                    <a:pt x="182879" y="182879"/>
                  </a:moveTo>
                  <a:lnTo>
                    <a:pt x="182087" y="182924"/>
                  </a:lnTo>
                  <a:lnTo>
                    <a:pt x="182729" y="182330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9209421" y="144970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291" y="182853"/>
                  </a:lnTo>
                  <a:lnTo>
                    <a:pt x="181967" y="182270"/>
                  </a:lnTo>
                  <a:lnTo>
                    <a:pt x="182198" y="182331"/>
                  </a:lnTo>
                  <a:lnTo>
                    <a:pt x="182422" y="182517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9223294" y="1448784"/>
              <a:ext cx="183098" cy="185204"/>
            </a:xfrm>
            <a:custGeom>
              <a:avLst/>
              <a:pathLst>
                <a:path w="183098" h="185204">
                  <a:moveTo>
                    <a:pt x="182879" y="182879"/>
                  </a:moveTo>
                  <a:lnTo>
                    <a:pt x="183098" y="183514"/>
                  </a:lnTo>
                  <a:lnTo>
                    <a:pt x="182918" y="184005"/>
                  </a:lnTo>
                  <a:lnTo>
                    <a:pt x="182598" y="184137"/>
                  </a:lnTo>
                  <a:lnTo>
                    <a:pt x="181882" y="184650"/>
                  </a:lnTo>
                  <a:lnTo>
                    <a:pt x="181588" y="185023"/>
                  </a:lnTo>
                  <a:lnTo>
                    <a:pt x="181237" y="185204"/>
                  </a:lnTo>
                  <a:lnTo>
                    <a:pt x="181087" y="185175"/>
                  </a:lnTo>
                  <a:lnTo>
                    <a:pt x="180791" y="184752"/>
                  </a:lnTo>
                  <a:lnTo>
                    <a:pt x="180737" y="184197"/>
                  </a:lnTo>
                  <a:lnTo>
                    <a:pt x="180884" y="184003"/>
                  </a:lnTo>
                  <a:lnTo>
                    <a:pt x="181022" y="183476"/>
                  </a:lnTo>
                  <a:lnTo>
                    <a:pt x="181007" y="183330"/>
                  </a:lnTo>
                  <a:lnTo>
                    <a:pt x="181114" y="183139"/>
                  </a:lnTo>
                  <a:lnTo>
                    <a:pt x="181377" y="183678"/>
                  </a:lnTo>
                  <a:lnTo>
                    <a:pt x="181798" y="183594"/>
                  </a:lnTo>
                  <a:lnTo>
                    <a:pt x="181708" y="183423"/>
                  </a:lnTo>
                  <a:lnTo>
                    <a:pt x="181747" y="183025"/>
                  </a:lnTo>
                  <a:lnTo>
                    <a:pt x="181460" y="182848"/>
                  </a:lnTo>
                  <a:lnTo>
                    <a:pt x="181154" y="182766"/>
                  </a:lnTo>
                  <a:lnTo>
                    <a:pt x="180951" y="182695"/>
                  </a:lnTo>
                  <a:lnTo>
                    <a:pt x="180638" y="182475"/>
                  </a:lnTo>
                  <a:lnTo>
                    <a:pt x="180743" y="182271"/>
                  </a:lnTo>
                  <a:lnTo>
                    <a:pt x="181125" y="182383"/>
                  </a:lnTo>
                  <a:lnTo>
                    <a:pt x="181476" y="182507"/>
                  </a:lnTo>
                  <a:lnTo>
                    <a:pt x="181919" y="182534"/>
                  </a:lnTo>
                  <a:lnTo>
                    <a:pt x="182066" y="182339"/>
                  </a:lnTo>
                  <a:lnTo>
                    <a:pt x="182100" y="182161"/>
                  </a:lnTo>
                  <a:lnTo>
                    <a:pt x="182024" y="181936"/>
                  </a:lnTo>
                  <a:lnTo>
                    <a:pt x="181870" y="181672"/>
                  </a:lnTo>
                  <a:lnTo>
                    <a:pt x="182356" y="182089"/>
                  </a:lnTo>
                  <a:lnTo>
                    <a:pt x="182285" y="182547"/>
                  </a:lnTo>
                  <a:lnTo>
                    <a:pt x="182454" y="182721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9205623" y="144892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9206376" y="1448768"/>
              <a:ext cx="182880" cy="182879"/>
            </a:xfrm>
            <a:custGeom>
              <a:avLst/>
              <a:pathLst>
                <a:path w="182880" h="182879">
                  <a:moveTo>
                    <a:pt x="182879" y="182879"/>
                  </a:moveTo>
                  <a:lnTo>
                    <a:pt x="182880" y="182717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9198058" y="1442182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9206343" y="1441578"/>
              <a:ext cx="182954" cy="182880"/>
            </a:xfrm>
            <a:custGeom>
              <a:avLst/>
              <a:pathLst>
                <a:path w="182954" h="182880">
                  <a:moveTo>
                    <a:pt x="182879" y="182880"/>
                  </a:moveTo>
                  <a:lnTo>
                    <a:pt x="181710" y="182670"/>
                  </a:lnTo>
                  <a:lnTo>
                    <a:pt x="181873" y="182623"/>
                  </a:lnTo>
                  <a:lnTo>
                    <a:pt x="182342" y="182726"/>
                  </a:lnTo>
                  <a:lnTo>
                    <a:pt x="182507" y="182730"/>
                  </a:lnTo>
                  <a:lnTo>
                    <a:pt x="182656" y="182681"/>
                  </a:lnTo>
                  <a:lnTo>
                    <a:pt x="182954" y="182655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9203894" y="1441065"/>
              <a:ext cx="183232" cy="184286"/>
            </a:xfrm>
            <a:custGeom>
              <a:avLst/>
              <a:pathLst>
                <a:path w="183232" h="184286">
                  <a:moveTo>
                    <a:pt x="182879" y="182880"/>
                  </a:moveTo>
                  <a:lnTo>
                    <a:pt x="183038" y="182911"/>
                  </a:lnTo>
                  <a:lnTo>
                    <a:pt x="183232" y="183165"/>
                  </a:lnTo>
                  <a:lnTo>
                    <a:pt x="182892" y="183276"/>
                  </a:lnTo>
                  <a:lnTo>
                    <a:pt x="182695" y="183421"/>
                  </a:lnTo>
                  <a:lnTo>
                    <a:pt x="182471" y="183554"/>
                  </a:lnTo>
                  <a:lnTo>
                    <a:pt x="182342" y="183362"/>
                  </a:lnTo>
                  <a:lnTo>
                    <a:pt x="182175" y="183564"/>
                  </a:lnTo>
                  <a:lnTo>
                    <a:pt x="181725" y="183804"/>
                  </a:lnTo>
                  <a:lnTo>
                    <a:pt x="181420" y="184088"/>
                  </a:lnTo>
                  <a:lnTo>
                    <a:pt x="181147" y="184252"/>
                  </a:lnTo>
                  <a:lnTo>
                    <a:pt x="181001" y="184286"/>
                  </a:lnTo>
                  <a:lnTo>
                    <a:pt x="181089" y="183662"/>
                  </a:lnTo>
                  <a:lnTo>
                    <a:pt x="181034" y="182981"/>
                  </a:lnTo>
                  <a:lnTo>
                    <a:pt x="180804" y="182938"/>
                  </a:lnTo>
                  <a:lnTo>
                    <a:pt x="180602" y="182915"/>
                  </a:lnTo>
                  <a:lnTo>
                    <a:pt x="180169" y="183049"/>
                  </a:lnTo>
                  <a:lnTo>
                    <a:pt x="179703" y="182894"/>
                  </a:lnTo>
                  <a:lnTo>
                    <a:pt x="178759" y="183331"/>
                  </a:lnTo>
                  <a:lnTo>
                    <a:pt x="178269" y="183281"/>
                  </a:lnTo>
                  <a:lnTo>
                    <a:pt x="178029" y="183186"/>
                  </a:lnTo>
                  <a:lnTo>
                    <a:pt x="178026" y="182873"/>
                  </a:lnTo>
                  <a:lnTo>
                    <a:pt x="178199" y="182809"/>
                  </a:lnTo>
                  <a:lnTo>
                    <a:pt x="178668" y="182623"/>
                  </a:lnTo>
                  <a:lnTo>
                    <a:pt x="178963" y="182549"/>
                  </a:lnTo>
                  <a:lnTo>
                    <a:pt x="179141" y="182570"/>
                  </a:lnTo>
                  <a:lnTo>
                    <a:pt x="179651" y="182614"/>
                  </a:lnTo>
                  <a:lnTo>
                    <a:pt x="179846" y="182625"/>
                  </a:lnTo>
                  <a:lnTo>
                    <a:pt x="180419" y="182572"/>
                  </a:lnTo>
                  <a:lnTo>
                    <a:pt x="180795" y="182452"/>
                  </a:lnTo>
                  <a:lnTo>
                    <a:pt x="181073" y="182409"/>
                  </a:lnTo>
                  <a:lnTo>
                    <a:pt x="181391" y="182429"/>
                  </a:lnTo>
                  <a:lnTo>
                    <a:pt x="181829" y="182535"/>
                  </a:lnTo>
                  <a:lnTo>
                    <a:pt x="182186" y="182399"/>
                  </a:lnTo>
                  <a:lnTo>
                    <a:pt x="182361" y="182343"/>
                  </a:lnTo>
                  <a:lnTo>
                    <a:pt x="182782" y="182344"/>
                  </a:lnTo>
                  <a:lnTo>
                    <a:pt x="182751" y="182617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9215492" y="1440027"/>
              <a:ext cx="182879" cy="183115"/>
            </a:xfrm>
            <a:custGeom>
              <a:avLst/>
              <a:pathLst>
                <a:path w="182879" h="183115">
                  <a:moveTo>
                    <a:pt x="182879" y="182880"/>
                  </a:moveTo>
                  <a:lnTo>
                    <a:pt x="182186" y="183115"/>
                  </a:lnTo>
                  <a:lnTo>
                    <a:pt x="181746" y="182882"/>
                  </a:lnTo>
                  <a:lnTo>
                    <a:pt x="181947" y="182797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9195474" y="1438573"/>
              <a:ext cx="189008" cy="184411"/>
            </a:xfrm>
            <a:custGeom>
              <a:avLst/>
              <a:pathLst>
                <a:path w="189008" h="184411">
                  <a:moveTo>
                    <a:pt x="182879" y="182880"/>
                  </a:moveTo>
                  <a:lnTo>
                    <a:pt x="183730" y="182589"/>
                  </a:lnTo>
                  <a:lnTo>
                    <a:pt x="183946" y="182791"/>
                  </a:lnTo>
                  <a:lnTo>
                    <a:pt x="185679" y="183249"/>
                  </a:lnTo>
                  <a:lnTo>
                    <a:pt x="186202" y="183201"/>
                  </a:lnTo>
                  <a:lnTo>
                    <a:pt x="186517" y="182829"/>
                  </a:lnTo>
                  <a:lnTo>
                    <a:pt x="187103" y="183034"/>
                  </a:lnTo>
                  <a:lnTo>
                    <a:pt x="187305" y="183268"/>
                  </a:lnTo>
                  <a:lnTo>
                    <a:pt x="187601" y="183409"/>
                  </a:lnTo>
                  <a:lnTo>
                    <a:pt x="189008" y="183868"/>
                  </a:lnTo>
                  <a:lnTo>
                    <a:pt x="188701" y="183850"/>
                  </a:lnTo>
                  <a:lnTo>
                    <a:pt x="187692" y="184110"/>
                  </a:lnTo>
                  <a:lnTo>
                    <a:pt x="187347" y="183956"/>
                  </a:lnTo>
                  <a:lnTo>
                    <a:pt x="186996" y="183918"/>
                  </a:lnTo>
                  <a:lnTo>
                    <a:pt x="185828" y="183747"/>
                  </a:lnTo>
                  <a:lnTo>
                    <a:pt x="185573" y="183673"/>
                  </a:lnTo>
                  <a:lnTo>
                    <a:pt x="185200" y="183658"/>
                  </a:lnTo>
                  <a:lnTo>
                    <a:pt x="184620" y="183830"/>
                  </a:lnTo>
                  <a:lnTo>
                    <a:pt x="184651" y="184195"/>
                  </a:lnTo>
                  <a:lnTo>
                    <a:pt x="184567" y="184411"/>
                  </a:lnTo>
                  <a:lnTo>
                    <a:pt x="184104" y="184002"/>
                  </a:lnTo>
                  <a:lnTo>
                    <a:pt x="183630" y="183515"/>
                  </a:lnTo>
                  <a:lnTo>
                    <a:pt x="183448" y="183522"/>
                  </a:lnTo>
                  <a:lnTo>
                    <a:pt x="181601" y="182829"/>
                  </a:lnTo>
                  <a:lnTo>
                    <a:pt x="181402" y="182764"/>
                  </a:lnTo>
                  <a:lnTo>
                    <a:pt x="180930" y="182257"/>
                  </a:lnTo>
                  <a:lnTo>
                    <a:pt x="181559" y="182128"/>
                  </a:lnTo>
                  <a:lnTo>
                    <a:pt x="182087" y="182355"/>
                  </a:lnTo>
                  <a:lnTo>
                    <a:pt x="182602" y="181947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9218292" y="1430699"/>
              <a:ext cx="183701" cy="183908"/>
            </a:xfrm>
            <a:custGeom>
              <a:avLst/>
              <a:pathLst>
                <a:path w="183701" h="183908">
                  <a:moveTo>
                    <a:pt x="182879" y="182880"/>
                  </a:moveTo>
                  <a:lnTo>
                    <a:pt x="183341" y="182954"/>
                  </a:lnTo>
                  <a:lnTo>
                    <a:pt x="183529" y="183033"/>
                  </a:lnTo>
                  <a:lnTo>
                    <a:pt x="183701" y="183290"/>
                  </a:lnTo>
                  <a:lnTo>
                    <a:pt x="183088" y="183581"/>
                  </a:lnTo>
                  <a:lnTo>
                    <a:pt x="182978" y="183908"/>
                  </a:lnTo>
                  <a:lnTo>
                    <a:pt x="182739" y="183728"/>
                  </a:lnTo>
                  <a:lnTo>
                    <a:pt x="181792" y="182928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9217711" y="142886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31" y="182380"/>
                  </a:lnTo>
                  <a:lnTo>
                    <a:pt x="182679" y="181868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9214986" y="1425688"/>
              <a:ext cx="184161" cy="185693"/>
            </a:xfrm>
            <a:custGeom>
              <a:avLst/>
              <a:pathLst>
                <a:path w="184161" h="185693">
                  <a:moveTo>
                    <a:pt x="182879" y="182880"/>
                  </a:moveTo>
                  <a:lnTo>
                    <a:pt x="183350" y="183125"/>
                  </a:lnTo>
                  <a:lnTo>
                    <a:pt x="183691" y="183243"/>
                  </a:lnTo>
                  <a:lnTo>
                    <a:pt x="184161" y="183993"/>
                  </a:lnTo>
                  <a:lnTo>
                    <a:pt x="183735" y="184514"/>
                  </a:lnTo>
                  <a:lnTo>
                    <a:pt x="183628" y="184811"/>
                  </a:lnTo>
                  <a:lnTo>
                    <a:pt x="183265" y="185035"/>
                  </a:lnTo>
                  <a:lnTo>
                    <a:pt x="182931" y="185444"/>
                  </a:lnTo>
                  <a:lnTo>
                    <a:pt x="182415" y="185562"/>
                  </a:lnTo>
                  <a:lnTo>
                    <a:pt x="182172" y="185526"/>
                  </a:lnTo>
                  <a:lnTo>
                    <a:pt x="182090" y="185693"/>
                  </a:lnTo>
                  <a:lnTo>
                    <a:pt x="181604" y="185476"/>
                  </a:lnTo>
                  <a:lnTo>
                    <a:pt x="181634" y="185211"/>
                  </a:lnTo>
                  <a:lnTo>
                    <a:pt x="181597" y="185044"/>
                  </a:lnTo>
                  <a:lnTo>
                    <a:pt x="180585" y="184057"/>
                  </a:lnTo>
                  <a:lnTo>
                    <a:pt x="180677" y="183866"/>
                  </a:lnTo>
                  <a:lnTo>
                    <a:pt x="180889" y="183783"/>
                  </a:lnTo>
                  <a:lnTo>
                    <a:pt x="181556" y="182942"/>
                  </a:lnTo>
                  <a:lnTo>
                    <a:pt x="181950" y="182973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9246081" y="1416114"/>
              <a:ext cx="183252" cy="182941"/>
            </a:xfrm>
            <a:custGeom>
              <a:avLst/>
              <a:pathLst>
                <a:path w="183252" h="182941">
                  <a:moveTo>
                    <a:pt x="182879" y="182880"/>
                  </a:moveTo>
                  <a:lnTo>
                    <a:pt x="182680" y="182910"/>
                  </a:lnTo>
                  <a:lnTo>
                    <a:pt x="182466" y="182941"/>
                  </a:lnTo>
                  <a:lnTo>
                    <a:pt x="182535" y="182510"/>
                  </a:lnTo>
                  <a:lnTo>
                    <a:pt x="182814" y="182389"/>
                  </a:lnTo>
                  <a:lnTo>
                    <a:pt x="183252" y="182208"/>
                  </a:ln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9294204" y="138289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BFDC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8813073" y="2268646"/>
              <a:ext cx="183184" cy="185560"/>
            </a:xfrm>
            <a:custGeom>
              <a:avLst/>
              <a:pathLst>
                <a:path w="183184" h="185560">
                  <a:moveTo>
                    <a:pt x="182879" y="182880"/>
                  </a:moveTo>
                  <a:lnTo>
                    <a:pt x="183184" y="183808"/>
                  </a:lnTo>
                  <a:lnTo>
                    <a:pt x="183184" y="184373"/>
                  </a:lnTo>
                  <a:lnTo>
                    <a:pt x="182971" y="183740"/>
                  </a:lnTo>
                  <a:lnTo>
                    <a:pt x="182637" y="183504"/>
                  </a:lnTo>
                  <a:lnTo>
                    <a:pt x="182451" y="183936"/>
                  </a:lnTo>
                  <a:lnTo>
                    <a:pt x="182458" y="184066"/>
                  </a:lnTo>
                  <a:lnTo>
                    <a:pt x="182583" y="184321"/>
                  </a:lnTo>
                  <a:lnTo>
                    <a:pt x="183021" y="184363"/>
                  </a:lnTo>
                  <a:lnTo>
                    <a:pt x="182975" y="184728"/>
                  </a:lnTo>
                  <a:lnTo>
                    <a:pt x="182144" y="185242"/>
                  </a:lnTo>
                  <a:lnTo>
                    <a:pt x="182308" y="185375"/>
                  </a:lnTo>
                  <a:lnTo>
                    <a:pt x="182154" y="185456"/>
                  </a:lnTo>
                  <a:lnTo>
                    <a:pt x="181920" y="185454"/>
                  </a:lnTo>
                  <a:lnTo>
                    <a:pt x="181778" y="185408"/>
                  </a:lnTo>
                  <a:lnTo>
                    <a:pt x="181481" y="185560"/>
                  </a:lnTo>
                  <a:lnTo>
                    <a:pt x="181285" y="185450"/>
                  </a:lnTo>
                  <a:lnTo>
                    <a:pt x="181275" y="185214"/>
                  </a:lnTo>
                  <a:lnTo>
                    <a:pt x="181343" y="184945"/>
                  </a:lnTo>
                  <a:lnTo>
                    <a:pt x="181363" y="184055"/>
                  </a:lnTo>
                  <a:lnTo>
                    <a:pt x="181356" y="183876"/>
                  </a:lnTo>
                  <a:lnTo>
                    <a:pt x="181130" y="183553"/>
                  </a:lnTo>
                  <a:lnTo>
                    <a:pt x="180927" y="183361"/>
                  </a:lnTo>
                  <a:lnTo>
                    <a:pt x="180833" y="183008"/>
                  </a:lnTo>
                  <a:lnTo>
                    <a:pt x="181003" y="182927"/>
                  </a:lnTo>
                  <a:lnTo>
                    <a:pt x="181379" y="182841"/>
                  </a:lnTo>
                  <a:lnTo>
                    <a:pt x="182040" y="182890"/>
                  </a:lnTo>
                  <a:lnTo>
                    <a:pt x="182264" y="182914"/>
                  </a:lnTo>
                  <a:lnTo>
                    <a:pt x="182517" y="183054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8811715" y="2267574"/>
              <a:ext cx="183170" cy="183254"/>
            </a:xfrm>
            <a:custGeom>
              <a:avLst/>
              <a:pathLst>
                <a:path w="183170" h="183254">
                  <a:moveTo>
                    <a:pt x="182879" y="182880"/>
                  </a:moveTo>
                  <a:lnTo>
                    <a:pt x="182697" y="182933"/>
                  </a:lnTo>
                  <a:lnTo>
                    <a:pt x="182603" y="183145"/>
                  </a:lnTo>
                  <a:lnTo>
                    <a:pt x="182469" y="183189"/>
                  </a:lnTo>
                  <a:lnTo>
                    <a:pt x="182193" y="183254"/>
                  </a:lnTo>
                  <a:lnTo>
                    <a:pt x="181777" y="182901"/>
                  </a:lnTo>
                  <a:lnTo>
                    <a:pt x="182104" y="181952"/>
                  </a:lnTo>
                  <a:lnTo>
                    <a:pt x="181965" y="181635"/>
                  </a:lnTo>
                  <a:lnTo>
                    <a:pt x="182110" y="181605"/>
                  </a:lnTo>
                  <a:lnTo>
                    <a:pt x="182353" y="181482"/>
                  </a:lnTo>
                  <a:lnTo>
                    <a:pt x="182692" y="181436"/>
                  </a:lnTo>
                  <a:lnTo>
                    <a:pt x="183111" y="181783"/>
                  </a:lnTo>
                  <a:lnTo>
                    <a:pt x="183170" y="182277"/>
                  </a:lnTo>
                  <a:lnTo>
                    <a:pt x="182972" y="182511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8812969" y="2266370"/>
              <a:ext cx="182879" cy="183607"/>
            </a:xfrm>
            <a:custGeom>
              <a:avLst/>
              <a:pathLst>
                <a:path w="182879" h="183607">
                  <a:moveTo>
                    <a:pt x="182879" y="182880"/>
                  </a:moveTo>
                  <a:lnTo>
                    <a:pt x="182708" y="183250"/>
                  </a:lnTo>
                  <a:lnTo>
                    <a:pt x="182614" y="183607"/>
                  </a:lnTo>
                  <a:lnTo>
                    <a:pt x="182353" y="182757"/>
                  </a:lnTo>
                  <a:lnTo>
                    <a:pt x="182689" y="182761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8491129" y="1623264"/>
              <a:ext cx="183095" cy="185773"/>
            </a:xfrm>
            <a:custGeom>
              <a:avLst/>
              <a:pathLst>
                <a:path w="183095" h="185773">
                  <a:moveTo>
                    <a:pt x="182879" y="182879"/>
                  </a:moveTo>
                  <a:lnTo>
                    <a:pt x="182827" y="183364"/>
                  </a:lnTo>
                  <a:lnTo>
                    <a:pt x="182713" y="183676"/>
                  </a:lnTo>
                  <a:lnTo>
                    <a:pt x="182976" y="183987"/>
                  </a:lnTo>
                  <a:lnTo>
                    <a:pt x="182795" y="184210"/>
                  </a:lnTo>
                  <a:lnTo>
                    <a:pt x="182622" y="183990"/>
                  </a:lnTo>
                  <a:lnTo>
                    <a:pt x="182317" y="183601"/>
                  </a:lnTo>
                  <a:lnTo>
                    <a:pt x="181940" y="183153"/>
                  </a:lnTo>
                  <a:lnTo>
                    <a:pt x="181313" y="183561"/>
                  </a:lnTo>
                  <a:lnTo>
                    <a:pt x="181074" y="183873"/>
                  </a:lnTo>
                  <a:lnTo>
                    <a:pt x="181018" y="184523"/>
                  </a:lnTo>
                  <a:lnTo>
                    <a:pt x="180464" y="184205"/>
                  </a:lnTo>
                  <a:lnTo>
                    <a:pt x="180361" y="184476"/>
                  </a:lnTo>
                  <a:lnTo>
                    <a:pt x="180223" y="184760"/>
                  </a:lnTo>
                  <a:lnTo>
                    <a:pt x="179979" y="184835"/>
                  </a:lnTo>
                  <a:lnTo>
                    <a:pt x="179482" y="185144"/>
                  </a:lnTo>
                  <a:lnTo>
                    <a:pt x="178882" y="184943"/>
                  </a:lnTo>
                  <a:lnTo>
                    <a:pt x="178567" y="185125"/>
                  </a:lnTo>
                  <a:lnTo>
                    <a:pt x="178051" y="185349"/>
                  </a:lnTo>
                  <a:lnTo>
                    <a:pt x="177550" y="185336"/>
                  </a:lnTo>
                  <a:lnTo>
                    <a:pt x="177296" y="185522"/>
                  </a:lnTo>
                  <a:lnTo>
                    <a:pt x="177112" y="185636"/>
                  </a:lnTo>
                  <a:lnTo>
                    <a:pt x="176561" y="185773"/>
                  </a:lnTo>
                  <a:lnTo>
                    <a:pt x="176052" y="185678"/>
                  </a:lnTo>
                  <a:lnTo>
                    <a:pt x="175988" y="185363"/>
                  </a:lnTo>
                  <a:lnTo>
                    <a:pt x="175886" y="184672"/>
                  </a:lnTo>
                  <a:lnTo>
                    <a:pt x="175959" y="184318"/>
                  </a:lnTo>
                  <a:lnTo>
                    <a:pt x="176176" y="184037"/>
                  </a:lnTo>
                  <a:lnTo>
                    <a:pt x="177262" y="184126"/>
                  </a:lnTo>
                  <a:lnTo>
                    <a:pt x="177520" y="183936"/>
                  </a:lnTo>
                  <a:lnTo>
                    <a:pt x="177903" y="183719"/>
                  </a:lnTo>
                  <a:lnTo>
                    <a:pt x="178197" y="183672"/>
                  </a:lnTo>
                  <a:lnTo>
                    <a:pt x="178489" y="183602"/>
                  </a:lnTo>
                  <a:lnTo>
                    <a:pt x="178856" y="183485"/>
                  </a:lnTo>
                  <a:lnTo>
                    <a:pt x="179049" y="183424"/>
                  </a:lnTo>
                  <a:lnTo>
                    <a:pt x="179704" y="183198"/>
                  </a:lnTo>
                  <a:lnTo>
                    <a:pt x="179948" y="183121"/>
                  </a:lnTo>
                  <a:lnTo>
                    <a:pt x="180341" y="182828"/>
                  </a:lnTo>
                  <a:lnTo>
                    <a:pt x="180780" y="182678"/>
                  </a:lnTo>
                  <a:lnTo>
                    <a:pt x="181360" y="182684"/>
                  </a:lnTo>
                  <a:lnTo>
                    <a:pt x="181708" y="182581"/>
                  </a:lnTo>
                  <a:lnTo>
                    <a:pt x="181809" y="182335"/>
                  </a:lnTo>
                  <a:lnTo>
                    <a:pt x="182207" y="182258"/>
                  </a:lnTo>
                  <a:lnTo>
                    <a:pt x="182482" y="182236"/>
                  </a:lnTo>
                  <a:lnTo>
                    <a:pt x="182888" y="182205"/>
                  </a:lnTo>
                  <a:lnTo>
                    <a:pt x="183095" y="182247"/>
                  </a:lnTo>
                  <a:lnTo>
                    <a:pt x="183093" y="182469"/>
                  </a:lnTo>
                  <a:close/>
                </a:path>
              </a:pathLst>
            </a:custGeom>
            <a:solidFill>
              <a:srgbClr val="FFF8B5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8521365" y="1434428"/>
              <a:ext cx="221498" cy="383228"/>
            </a:xfrm>
            <a:custGeom>
              <a:avLst/>
              <a:pathLst>
                <a:path w="221498" h="383228">
                  <a:moveTo>
                    <a:pt x="182879" y="182880"/>
                  </a:moveTo>
                  <a:lnTo>
                    <a:pt x="183169" y="182872"/>
                  </a:lnTo>
                  <a:lnTo>
                    <a:pt x="183428" y="182889"/>
                  </a:lnTo>
                  <a:lnTo>
                    <a:pt x="183746" y="182988"/>
                  </a:lnTo>
                  <a:lnTo>
                    <a:pt x="184017" y="183207"/>
                  </a:lnTo>
                  <a:lnTo>
                    <a:pt x="184201" y="183457"/>
                  </a:lnTo>
                  <a:lnTo>
                    <a:pt x="184473" y="184046"/>
                  </a:lnTo>
                  <a:lnTo>
                    <a:pt x="184452" y="184191"/>
                  </a:lnTo>
                  <a:lnTo>
                    <a:pt x="184376" y="184327"/>
                  </a:lnTo>
                  <a:lnTo>
                    <a:pt x="184280" y="184458"/>
                  </a:lnTo>
                  <a:lnTo>
                    <a:pt x="184270" y="184726"/>
                  </a:lnTo>
                  <a:lnTo>
                    <a:pt x="184462" y="185060"/>
                  </a:lnTo>
                  <a:lnTo>
                    <a:pt x="184542" y="185199"/>
                  </a:lnTo>
                  <a:lnTo>
                    <a:pt x="184813" y="185651"/>
                  </a:lnTo>
                  <a:lnTo>
                    <a:pt x="184626" y="186230"/>
                  </a:lnTo>
                  <a:lnTo>
                    <a:pt x="184586" y="186561"/>
                  </a:lnTo>
                  <a:lnTo>
                    <a:pt x="184599" y="186761"/>
                  </a:lnTo>
                  <a:lnTo>
                    <a:pt x="184743" y="187226"/>
                  </a:lnTo>
                  <a:lnTo>
                    <a:pt x="184781" y="187580"/>
                  </a:lnTo>
                  <a:lnTo>
                    <a:pt x="184639" y="187980"/>
                  </a:lnTo>
                  <a:lnTo>
                    <a:pt x="184321" y="188455"/>
                  </a:lnTo>
                  <a:lnTo>
                    <a:pt x="184213" y="188732"/>
                  </a:lnTo>
                  <a:lnTo>
                    <a:pt x="184166" y="188862"/>
                  </a:lnTo>
                  <a:lnTo>
                    <a:pt x="184127" y="189063"/>
                  </a:lnTo>
                  <a:lnTo>
                    <a:pt x="184451" y="189530"/>
                  </a:lnTo>
                  <a:lnTo>
                    <a:pt x="184841" y="190180"/>
                  </a:lnTo>
                  <a:lnTo>
                    <a:pt x="185427" y="190809"/>
                  </a:lnTo>
                  <a:lnTo>
                    <a:pt x="185496" y="191165"/>
                  </a:lnTo>
                  <a:lnTo>
                    <a:pt x="185517" y="191332"/>
                  </a:lnTo>
                  <a:lnTo>
                    <a:pt x="185640" y="191639"/>
                  </a:lnTo>
                  <a:lnTo>
                    <a:pt x="186338" y="193434"/>
                  </a:lnTo>
                  <a:lnTo>
                    <a:pt x="186452" y="193955"/>
                  </a:lnTo>
                  <a:lnTo>
                    <a:pt x="186475" y="194160"/>
                  </a:lnTo>
                  <a:lnTo>
                    <a:pt x="186544" y="194326"/>
                  </a:lnTo>
                  <a:lnTo>
                    <a:pt x="186577" y="194589"/>
                  </a:lnTo>
                  <a:lnTo>
                    <a:pt x="186565" y="194755"/>
                  </a:lnTo>
                  <a:lnTo>
                    <a:pt x="186628" y="194953"/>
                  </a:lnTo>
                  <a:lnTo>
                    <a:pt x="186712" y="195124"/>
                  </a:lnTo>
                  <a:lnTo>
                    <a:pt x="186948" y="195459"/>
                  </a:lnTo>
                  <a:lnTo>
                    <a:pt x="187558" y="196421"/>
                  </a:lnTo>
                  <a:lnTo>
                    <a:pt x="187799" y="196600"/>
                  </a:lnTo>
                  <a:lnTo>
                    <a:pt x="188017" y="196595"/>
                  </a:lnTo>
                  <a:lnTo>
                    <a:pt x="188818" y="196853"/>
                  </a:lnTo>
                  <a:lnTo>
                    <a:pt x="189116" y="197038"/>
                  </a:lnTo>
                  <a:lnTo>
                    <a:pt x="189463" y="197044"/>
                  </a:lnTo>
                  <a:lnTo>
                    <a:pt x="189713" y="197084"/>
                  </a:lnTo>
                  <a:lnTo>
                    <a:pt x="189967" y="197188"/>
                  </a:lnTo>
                  <a:lnTo>
                    <a:pt x="190109" y="197195"/>
                  </a:lnTo>
                  <a:lnTo>
                    <a:pt x="190636" y="197560"/>
                  </a:lnTo>
                  <a:lnTo>
                    <a:pt x="190714" y="197809"/>
                  </a:lnTo>
                  <a:lnTo>
                    <a:pt x="191366" y="198286"/>
                  </a:lnTo>
                  <a:lnTo>
                    <a:pt x="191813" y="198338"/>
                  </a:lnTo>
                  <a:lnTo>
                    <a:pt x="191674" y="198589"/>
                  </a:lnTo>
                  <a:lnTo>
                    <a:pt x="191862" y="199673"/>
                  </a:lnTo>
                  <a:lnTo>
                    <a:pt x="191277" y="203594"/>
                  </a:lnTo>
                  <a:lnTo>
                    <a:pt x="185682" y="208711"/>
                  </a:lnTo>
                  <a:lnTo>
                    <a:pt x="184434" y="210414"/>
                  </a:lnTo>
                  <a:lnTo>
                    <a:pt x="182592" y="213128"/>
                  </a:lnTo>
                  <a:lnTo>
                    <a:pt x="180435" y="214756"/>
                  </a:lnTo>
                  <a:lnTo>
                    <a:pt x="179702" y="217040"/>
                  </a:lnTo>
                  <a:lnTo>
                    <a:pt x="178699" y="220251"/>
                  </a:lnTo>
                  <a:lnTo>
                    <a:pt x="178342" y="223906"/>
                  </a:lnTo>
                  <a:lnTo>
                    <a:pt x="178210" y="225121"/>
                  </a:lnTo>
                  <a:lnTo>
                    <a:pt x="178098" y="226452"/>
                  </a:lnTo>
                  <a:lnTo>
                    <a:pt x="176006" y="230450"/>
                  </a:lnTo>
                  <a:lnTo>
                    <a:pt x="171039" y="233996"/>
                  </a:lnTo>
                  <a:lnTo>
                    <a:pt x="171101" y="234176"/>
                  </a:lnTo>
                  <a:lnTo>
                    <a:pt x="171152" y="234377"/>
                  </a:lnTo>
                  <a:lnTo>
                    <a:pt x="171272" y="234622"/>
                  </a:lnTo>
                  <a:lnTo>
                    <a:pt x="171851" y="234793"/>
                  </a:lnTo>
                  <a:lnTo>
                    <a:pt x="172378" y="234959"/>
                  </a:lnTo>
                  <a:lnTo>
                    <a:pt x="172553" y="235067"/>
                  </a:lnTo>
                  <a:lnTo>
                    <a:pt x="172754" y="235259"/>
                  </a:lnTo>
                  <a:lnTo>
                    <a:pt x="173074" y="235616"/>
                  </a:lnTo>
                  <a:lnTo>
                    <a:pt x="173626" y="236351"/>
                  </a:lnTo>
                  <a:lnTo>
                    <a:pt x="173823" y="236522"/>
                  </a:lnTo>
                  <a:lnTo>
                    <a:pt x="174028" y="236652"/>
                  </a:lnTo>
                  <a:lnTo>
                    <a:pt x="174256" y="236772"/>
                  </a:lnTo>
                  <a:lnTo>
                    <a:pt x="174937" y="237036"/>
                  </a:lnTo>
                  <a:lnTo>
                    <a:pt x="175540" y="237286"/>
                  </a:lnTo>
                  <a:lnTo>
                    <a:pt x="176542" y="237871"/>
                  </a:lnTo>
                  <a:lnTo>
                    <a:pt x="176764" y="237989"/>
                  </a:lnTo>
                  <a:lnTo>
                    <a:pt x="177094" y="238122"/>
                  </a:lnTo>
                  <a:lnTo>
                    <a:pt x="177754" y="238240"/>
                  </a:lnTo>
                  <a:lnTo>
                    <a:pt x="178288" y="238321"/>
                  </a:lnTo>
                  <a:lnTo>
                    <a:pt x="178450" y="238368"/>
                  </a:lnTo>
                  <a:lnTo>
                    <a:pt x="178599" y="238420"/>
                  </a:lnTo>
                  <a:lnTo>
                    <a:pt x="178933" y="238596"/>
                  </a:lnTo>
                  <a:lnTo>
                    <a:pt x="179636" y="238866"/>
                  </a:lnTo>
                  <a:lnTo>
                    <a:pt x="180217" y="239035"/>
                  </a:lnTo>
                  <a:lnTo>
                    <a:pt x="180726" y="239295"/>
                  </a:lnTo>
                  <a:lnTo>
                    <a:pt x="181458" y="239539"/>
                  </a:lnTo>
                  <a:lnTo>
                    <a:pt x="182011" y="239972"/>
                  </a:lnTo>
                  <a:lnTo>
                    <a:pt x="182226" y="240299"/>
                  </a:lnTo>
                  <a:lnTo>
                    <a:pt x="182370" y="240500"/>
                  </a:lnTo>
                  <a:lnTo>
                    <a:pt x="182799" y="240760"/>
                  </a:lnTo>
                  <a:lnTo>
                    <a:pt x="183319" y="241003"/>
                  </a:lnTo>
                  <a:lnTo>
                    <a:pt x="183548" y="241086"/>
                  </a:lnTo>
                  <a:lnTo>
                    <a:pt x="183751" y="241140"/>
                  </a:lnTo>
                  <a:lnTo>
                    <a:pt x="184953" y="241359"/>
                  </a:lnTo>
                  <a:lnTo>
                    <a:pt x="185267" y="241431"/>
                  </a:lnTo>
                  <a:lnTo>
                    <a:pt x="185561" y="241525"/>
                  </a:lnTo>
                  <a:lnTo>
                    <a:pt x="185756" y="241635"/>
                  </a:lnTo>
                  <a:lnTo>
                    <a:pt x="186148" y="241737"/>
                  </a:lnTo>
                  <a:lnTo>
                    <a:pt x="186403" y="241794"/>
                  </a:lnTo>
                  <a:lnTo>
                    <a:pt x="186727" y="241854"/>
                  </a:lnTo>
                  <a:lnTo>
                    <a:pt x="187330" y="242045"/>
                  </a:lnTo>
                  <a:lnTo>
                    <a:pt x="187700" y="242206"/>
                  </a:lnTo>
                  <a:lnTo>
                    <a:pt x="188136" y="242315"/>
                  </a:lnTo>
                  <a:lnTo>
                    <a:pt x="188618" y="242331"/>
                  </a:lnTo>
                  <a:lnTo>
                    <a:pt x="189071" y="242542"/>
                  </a:lnTo>
                  <a:lnTo>
                    <a:pt x="189335" y="242698"/>
                  </a:lnTo>
                  <a:lnTo>
                    <a:pt x="190842" y="243085"/>
                  </a:lnTo>
                  <a:lnTo>
                    <a:pt x="191342" y="243194"/>
                  </a:lnTo>
                  <a:lnTo>
                    <a:pt x="193115" y="243545"/>
                  </a:lnTo>
                  <a:lnTo>
                    <a:pt x="194442" y="243823"/>
                  </a:lnTo>
                  <a:lnTo>
                    <a:pt x="194554" y="243613"/>
                  </a:lnTo>
                  <a:lnTo>
                    <a:pt x="194756" y="243293"/>
                  </a:lnTo>
                  <a:lnTo>
                    <a:pt x="198350" y="242506"/>
                  </a:lnTo>
                  <a:lnTo>
                    <a:pt x="198678" y="241963"/>
                  </a:lnTo>
                  <a:lnTo>
                    <a:pt x="198720" y="241764"/>
                  </a:lnTo>
                  <a:lnTo>
                    <a:pt x="199109" y="241678"/>
                  </a:lnTo>
                  <a:lnTo>
                    <a:pt x="199301" y="241851"/>
                  </a:lnTo>
                  <a:lnTo>
                    <a:pt x="199578" y="241898"/>
                  </a:lnTo>
                  <a:lnTo>
                    <a:pt x="199895" y="241701"/>
                  </a:lnTo>
                  <a:lnTo>
                    <a:pt x="200157" y="241601"/>
                  </a:lnTo>
                  <a:lnTo>
                    <a:pt x="200302" y="241617"/>
                  </a:lnTo>
                  <a:lnTo>
                    <a:pt x="200478" y="241665"/>
                  </a:lnTo>
                  <a:lnTo>
                    <a:pt x="201156" y="241899"/>
                  </a:lnTo>
                  <a:lnTo>
                    <a:pt x="201372" y="242117"/>
                  </a:lnTo>
                  <a:lnTo>
                    <a:pt x="201661" y="242474"/>
                  </a:lnTo>
                  <a:lnTo>
                    <a:pt x="201847" y="242768"/>
                  </a:lnTo>
                  <a:lnTo>
                    <a:pt x="202080" y="243023"/>
                  </a:lnTo>
                  <a:lnTo>
                    <a:pt x="202213" y="243125"/>
                  </a:lnTo>
                  <a:lnTo>
                    <a:pt x="202621" y="243384"/>
                  </a:lnTo>
                  <a:lnTo>
                    <a:pt x="203035" y="243576"/>
                  </a:lnTo>
                  <a:lnTo>
                    <a:pt x="203331" y="243836"/>
                  </a:lnTo>
                  <a:lnTo>
                    <a:pt x="203492" y="244024"/>
                  </a:lnTo>
                  <a:lnTo>
                    <a:pt x="204211" y="244306"/>
                  </a:lnTo>
                  <a:lnTo>
                    <a:pt x="204450" y="244298"/>
                  </a:lnTo>
                  <a:lnTo>
                    <a:pt x="204636" y="244349"/>
                  </a:lnTo>
                  <a:lnTo>
                    <a:pt x="204941" y="244578"/>
                  </a:lnTo>
                  <a:lnTo>
                    <a:pt x="205667" y="244690"/>
                  </a:lnTo>
                  <a:lnTo>
                    <a:pt x="205976" y="244725"/>
                  </a:lnTo>
                  <a:lnTo>
                    <a:pt x="207061" y="245019"/>
                  </a:lnTo>
                  <a:lnTo>
                    <a:pt x="207338" y="245141"/>
                  </a:lnTo>
                  <a:lnTo>
                    <a:pt x="207533" y="245297"/>
                  </a:lnTo>
                  <a:lnTo>
                    <a:pt x="207698" y="245487"/>
                  </a:lnTo>
                  <a:lnTo>
                    <a:pt x="207838" y="245791"/>
                  </a:lnTo>
                  <a:lnTo>
                    <a:pt x="207983" y="246309"/>
                  </a:lnTo>
                  <a:lnTo>
                    <a:pt x="208040" y="246445"/>
                  </a:lnTo>
                  <a:lnTo>
                    <a:pt x="208215" y="246761"/>
                  </a:lnTo>
                  <a:lnTo>
                    <a:pt x="208350" y="246929"/>
                  </a:lnTo>
                  <a:lnTo>
                    <a:pt x="208673" y="247168"/>
                  </a:lnTo>
                  <a:lnTo>
                    <a:pt x="209007" y="247456"/>
                  </a:lnTo>
                  <a:lnTo>
                    <a:pt x="209221" y="247725"/>
                  </a:lnTo>
                  <a:lnTo>
                    <a:pt x="209422" y="247927"/>
                  </a:lnTo>
                  <a:lnTo>
                    <a:pt x="209702" y="248096"/>
                  </a:lnTo>
                  <a:lnTo>
                    <a:pt x="210332" y="248508"/>
                  </a:lnTo>
                  <a:lnTo>
                    <a:pt x="210694" y="248792"/>
                  </a:lnTo>
                  <a:lnTo>
                    <a:pt x="211321" y="249279"/>
                  </a:lnTo>
                  <a:lnTo>
                    <a:pt x="211605" y="249459"/>
                  </a:lnTo>
                  <a:lnTo>
                    <a:pt x="211851" y="249607"/>
                  </a:lnTo>
                  <a:lnTo>
                    <a:pt x="210877" y="251245"/>
                  </a:lnTo>
                  <a:lnTo>
                    <a:pt x="210601" y="251901"/>
                  </a:lnTo>
                  <a:lnTo>
                    <a:pt x="211051" y="252343"/>
                  </a:lnTo>
                  <a:lnTo>
                    <a:pt x="212263" y="252661"/>
                  </a:lnTo>
                  <a:lnTo>
                    <a:pt x="212608" y="252227"/>
                  </a:lnTo>
                  <a:lnTo>
                    <a:pt x="213325" y="252091"/>
                  </a:lnTo>
                  <a:lnTo>
                    <a:pt x="214148" y="252092"/>
                  </a:lnTo>
                  <a:lnTo>
                    <a:pt x="214624" y="252701"/>
                  </a:lnTo>
                  <a:lnTo>
                    <a:pt x="216723" y="254404"/>
                  </a:lnTo>
                  <a:lnTo>
                    <a:pt x="217004" y="254567"/>
                  </a:lnTo>
                  <a:lnTo>
                    <a:pt x="217435" y="254700"/>
                  </a:lnTo>
                  <a:lnTo>
                    <a:pt x="220209" y="255578"/>
                  </a:lnTo>
                  <a:lnTo>
                    <a:pt x="220802" y="255961"/>
                  </a:lnTo>
                  <a:lnTo>
                    <a:pt x="220931" y="256060"/>
                  </a:lnTo>
                  <a:lnTo>
                    <a:pt x="221498" y="256555"/>
                  </a:lnTo>
                  <a:lnTo>
                    <a:pt x="221395" y="257395"/>
                  </a:lnTo>
                  <a:lnTo>
                    <a:pt x="220924" y="257537"/>
                  </a:lnTo>
                  <a:lnTo>
                    <a:pt x="220979" y="257853"/>
                  </a:lnTo>
                  <a:lnTo>
                    <a:pt x="220755" y="258715"/>
                  </a:lnTo>
                  <a:lnTo>
                    <a:pt x="220886" y="258744"/>
                  </a:lnTo>
                  <a:lnTo>
                    <a:pt x="221019" y="259043"/>
                  </a:lnTo>
                  <a:lnTo>
                    <a:pt x="220518" y="258848"/>
                  </a:lnTo>
                  <a:lnTo>
                    <a:pt x="220005" y="259681"/>
                  </a:lnTo>
                  <a:lnTo>
                    <a:pt x="219889" y="260419"/>
                  </a:lnTo>
                  <a:lnTo>
                    <a:pt x="219721" y="260508"/>
                  </a:lnTo>
                  <a:lnTo>
                    <a:pt x="219369" y="260597"/>
                  </a:lnTo>
                  <a:lnTo>
                    <a:pt x="219109" y="260258"/>
                  </a:lnTo>
                  <a:lnTo>
                    <a:pt x="218708" y="259687"/>
                  </a:lnTo>
                  <a:lnTo>
                    <a:pt x="218422" y="259628"/>
                  </a:lnTo>
                  <a:lnTo>
                    <a:pt x="218119" y="259531"/>
                  </a:lnTo>
                  <a:lnTo>
                    <a:pt x="218209" y="259245"/>
                  </a:lnTo>
                  <a:lnTo>
                    <a:pt x="217999" y="259166"/>
                  </a:lnTo>
                  <a:lnTo>
                    <a:pt x="217815" y="259330"/>
                  </a:lnTo>
                  <a:lnTo>
                    <a:pt x="217636" y="259514"/>
                  </a:lnTo>
                  <a:lnTo>
                    <a:pt x="218205" y="259668"/>
                  </a:lnTo>
                  <a:lnTo>
                    <a:pt x="218358" y="259737"/>
                  </a:lnTo>
                  <a:lnTo>
                    <a:pt x="218294" y="259925"/>
                  </a:lnTo>
                  <a:lnTo>
                    <a:pt x="218201" y="260135"/>
                  </a:lnTo>
                  <a:lnTo>
                    <a:pt x="217895" y="260100"/>
                  </a:lnTo>
                  <a:lnTo>
                    <a:pt x="217139" y="260426"/>
                  </a:lnTo>
                  <a:lnTo>
                    <a:pt x="216474" y="260512"/>
                  </a:lnTo>
                  <a:lnTo>
                    <a:pt x="216079" y="259975"/>
                  </a:lnTo>
                  <a:lnTo>
                    <a:pt x="214275" y="260807"/>
                  </a:lnTo>
                  <a:lnTo>
                    <a:pt x="214234" y="260947"/>
                  </a:lnTo>
                  <a:lnTo>
                    <a:pt x="214207" y="261190"/>
                  </a:lnTo>
                  <a:lnTo>
                    <a:pt x="214209" y="261644"/>
                  </a:lnTo>
                  <a:lnTo>
                    <a:pt x="214256" y="261812"/>
                  </a:lnTo>
                  <a:lnTo>
                    <a:pt x="214351" y="262009"/>
                  </a:lnTo>
                  <a:lnTo>
                    <a:pt x="214536" y="262246"/>
                  </a:lnTo>
                  <a:lnTo>
                    <a:pt x="214406" y="262493"/>
                  </a:lnTo>
                  <a:lnTo>
                    <a:pt x="214176" y="262771"/>
                  </a:lnTo>
                  <a:lnTo>
                    <a:pt x="213708" y="263156"/>
                  </a:lnTo>
                  <a:lnTo>
                    <a:pt x="213168" y="263788"/>
                  </a:lnTo>
                  <a:lnTo>
                    <a:pt x="213082" y="263940"/>
                  </a:lnTo>
                  <a:lnTo>
                    <a:pt x="213019" y="264094"/>
                  </a:lnTo>
                  <a:lnTo>
                    <a:pt x="213000" y="264256"/>
                  </a:lnTo>
                  <a:lnTo>
                    <a:pt x="213155" y="264572"/>
                  </a:lnTo>
                  <a:lnTo>
                    <a:pt x="211915" y="264493"/>
                  </a:lnTo>
                  <a:lnTo>
                    <a:pt x="211362" y="264753"/>
                  </a:lnTo>
                  <a:lnTo>
                    <a:pt x="210988" y="265008"/>
                  </a:lnTo>
                  <a:lnTo>
                    <a:pt x="210811" y="264907"/>
                  </a:lnTo>
                  <a:lnTo>
                    <a:pt x="210825" y="264702"/>
                  </a:lnTo>
                  <a:lnTo>
                    <a:pt x="210309" y="264353"/>
                  </a:lnTo>
                  <a:lnTo>
                    <a:pt x="209512" y="264318"/>
                  </a:lnTo>
                  <a:lnTo>
                    <a:pt x="209522" y="264603"/>
                  </a:lnTo>
                  <a:lnTo>
                    <a:pt x="209648" y="265104"/>
                  </a:lnTo>
                  <a:lnTo>
                    <a:pt x="209573" y="265341"/>
                  </a:lnTo>
                  <a:lnTo>
                    <a:pt x="211071" y="265657"/>
                  </a:lnTo>
                  <a:lnTo>
                    <a:pt x="210960" y="266370"/>
                  </a:lnTo>
                  <a:lnTo>
                    <a:pt x="210067" y="266194"/>
                  </a:lnTo>
                  <a:lnTo>
                    <a:pt x="209281" y="267022"/>
                  </a:lnTo>
                  <a:lnTo>
                    <a:pt x="208676" y="267605"/>
                  </a:lnTo>
                  <a:lnTo>
                    <a:pt x="208617" y="267962"/>
                  </a:lnTo>
                  <a:lnTo>
                    <a:pt x="208431" y="268200"/>
                  </a:lnTo>
                  <a:lnTo>
                    <a:pt x="207899" y="268444"/>
                  </a:lnTo>
                  <a:lnTo>
                    <a:pt x="207143" y="268361"/>
                  </a:lnTo>
                  <a:lnTo>
                    <a:pt x="206769" y="268464"/>
                  </a:lnTo>
                  <a:lnTo>
                    <a:pt x="206626" y="268423"/>
                  </a:lnTo>
                  <a:lnTo>
                    <a:pt x="206387" y="268357"/>
                  </a:lnTo>
                  <a:lnTo>
                    <a:pt x="206474" y="268519"/>
                  </a:lnTo>
                  <a:lnTo>
                    <a:pt x="207163" y="269585"/>
                  </a:lnTo>
                  <a:lnTo>
                    <a:pt x="207649" y="269682"/>
                  </a:lnTo>
                  <a:lnTo>
                    <a:pt x="207990" y="269580"/>
                  </a:lnTo>
                  <a:lnTo>
                    <a:pt x="208756" y="269383"/>
                  </a:lnTo>
                  <a:lnTo>
                    <a:pt x="208909" y="269687"/>
                  </a:lnTo>
                  <a:lnTo>
                    <a:pt x="208913" y="269827"/>
                  </a:lnTo>
                  <a:lnTo>
                    <a:pt x="208712" y="270432"/>
                  </a:lnTo>
                  <a:lnTo>
                    <a:pt x="208617" y="270601"/>
                  </a:lnTo>
                  <a:lnTo>
                    <a:pt x="208140" y="271774"/>
                  </a:lnTo>
                  <a:lnTo>
                    <a:pt x="208164" y="272141"/>
                  </a:lnTo>
                  <a:lnTo>
                    <a:pt x="207905" y="272602"/>
                  </a:lnTo>
                  <a:lnTo>
                    <a:pt x="207689" y="272659"/>
                  </a:lnTo>
                  <a:lnTo>
                    <a:pt x="207110" y="273221"/>
                  </a:lnTo>
                  <a:lnTo>
                    <a:pt x="207149" y="273605"/>
                  </a:lnTo>
                  <a:lnTo>
                    <a:pt x="207142" y="273859"/>
                  </a:lnTo>
                  <a:lnTo>
                    <a:pt x="206790" y="273968"/>
                  </a:lnTo>
                  <a:lnTo>
                    <a:pt x="206747" y="273661"/>
                  </a:lnTo>
                  <a:lnTo>
                    <a:pt x="206659" y="273391"/>
                  </a:lnTo>
                  <a:lnTo>
                    <a:pt x="206389" y="273605"/>
                  </a:lnTo>
                  <a:lnTo>
                    <a:pt x="205615" y="274042"/>
                  </a:lnTo>
                  <a:lnTo>
                    <a:pt x="205460" y="274194"/>
                  </a:lnTo>
                  <a:lnTo>
                    <a:pt x="205236" y="274498"/>
                  </a:lnTo>
                  <a:lnTo>
                    <a:pt x="205230" y="274802"/>
                  </a:lnTo>
                  <a:lnTo>
                    <a:pt x="205243" y="275256"/>
                  </a:lnTo>
                  <a:lnTo>
                    <a:pt x="205250" y="275410"/>
                  </a:lnTo>
                  <a:lnTo>
                    <a:pt x="205319" y="275951"/>
                  </a:lnTo>
                  <a:lnTo>
                    <a:pt x="205226" y="276197"/>
                  </a:lnTo>
                  <a:lnTo>
                    <a:pt x="204958" y="276818"/>
                  </a:lnTo>
                  <a:lnTo>
                    <a:pt x="204894" y="277093"/>
                  </a:lnTo>
                  <a:lnTo>
                    <a:pt x="204864" y="277625"/>
                  </a:lnTo>
                  <a:lnTo>
                    <a:pt x="205168" y="277689"/>
                  </a:lnTo>
                  <a:lnTo>
                    <a:pt x="205010" y="278333"/>
                  </a:lnTo>
                  <a:lnTo>
                    <a:pt x="204745" y="278680"/>
                  </a:lnTo>
                  <a:lnTo>
                    <a:pt x="204541" y="278693"/>
                  </a:lnTo>
                  <a:lnTo>
                    <a:pt x="204308" y="278880"/>
                  </a:lnTo>
                  <a:lnTo>
                    <a:pt x="204328" y="279292"/>
                  </a:lnTo>
                  <a:lnTo>
                    <a:pt x="204345" y="279568"/>
                  </a:lnTo>
                  <a:lnTo>
                    <a:pt x="204335" y="279767"/>
                  </a:lnTo>
                  <a:lnTo>
                    <a:pt x="204263" y="280969"/>
                  </a:lnTo>
                  <a:lnTo>
                    <a:pt x="204208" y="281205"/>
                  </a:lnTo>
                  <a:lnTo>
                    <a:pt x="204119" y="281342"/>
                  </a:lnTo>
                  <a:lnTo>
                    <a:pt x="203983" y="281687"/>
                  </a:lnTo>
                  <a:lnTo>
                    <a:pt x="204137" y="282430"/>
                  </a:lnTo>
                  <a:lnTo>
                    <a:pt x="204230" y="282749"/>
                  </a:lnTo>
                  <a:lnTo>
                    <a:pt x="204512" y="283474"/>
                  </a:lnTo>
                  <a:lnTo>
                    <a:pt x="204797" y="283658"/>
                  </a:lnTo>
                  <a:lnTo>
                    <a:pt x="205570" y="284415"/>
                  </a:lnTo>
                  <a:lnTo>
                    <a:pt x="205829" y="284798"/>
                  </a:lnTo>
                  <a:lnTo>
                    <a:pt x="205964" y="285018"/>
                  </a:lnTo>
                  <a:lnTo>
                    <a:pt x="206118" y="285391"/>
                  </a:lnTo>
                  <a:lnTo>
                    <a:pt x="206215" y="285687"/>
                  </a:lnTo>
                  <a:lnTo>
                    <a:pt x="206260" y="285931"/>
                  </a:lnTo>
                  <a:lnTo>
                    <a:pt x="206266" y="286107"/>
                  </a:lnTo>
                  <a:lnTo>
                    <a:pt x="206158" y="286549"/>
                  </a:lnTo>
                  <a:lnTo>
                    <a:pt x="205601" y="286393"/>
                  </a:lnTo>
                  <a:lnTo>
                    <a:pt x="205052" y="286263"/>
                  </a:lnTo>
                  <a:lnTo>
                    <a:pt x="204288" y="286565"/>
                  </a:lnTo>
                  <a:lnTo>
                    <a:pt x="204260" y="286989"/>
                  </a:lnTo>
                  <a:lnTo>
                    <a:pt x="204424" y="286984"/>
                  </a:lnTo>
                  <a:lnTo>
                    <a:pt x="204723" y="287044"/>
                  </a:lnTo>
                  <a:lnTo>
                    <a:pt x="204910" y="287104"/>
                  </a:lnTo>
                  <a:lnTo>
                    <a:pt x="205354" y="287429"/>
                  </a:lnTo>
                  <a:lnTo>
                    <a:pt x="205989" y="287855"/>
                  </a:lnTo>
                  <a:lnTo>
                    <a:pt x="206652" y="288205"/>
                  </a:lnTo>
                  <a:lnTo>
                    <a:pt x="206723" y="288459"/>
                  </a:lnTo>
                  <a:lnTo>
                    <a:pt x="207152" y="289122"/>
                  </a:lnTo>
                  <a:lnTo>
                    <a:pt x="207310" y="289464"/>
                  </a:lnTo>
                  <a:lnTo>
                    <a:pt x="207393" y="289842"/>
                  </a:lnTo>
                  <a:lnTo>
                    <a:pt x="207503" y="290165"/>
                  </a:lnTo>
                  <a:lnTo>
                    <a:pt x="207406" y="290397"/>
                  </a:lnTo>
                  <a:lnTo>
                    <a:pt x="207308" y="290823"/>
                  </a:lnTo>
                  <a:lnTo>
                    <a:pt x="207281" y="290974"/>
                  </a:lnTo>
                  <a:lnTo>
                    <a:pt x="207231" y="291254"/>
                  </a:lnTo>
                  <a:lnTo>
                    <a:pt x="207034" y="291690"/>
                  </a:lnTo>
                  <a:lnTo>
                    <a:pt x="206832" y="291961"/>
                  </a:lnTo>
                  <a:lnTo>
                    <a:pt x="206014" y="292830"/>
                  </a:lnTo>
                  <a:lnTo>
                    <a:pt x="205982" y="292695"/>
                  </a:lnTo>
                  <a:lnTo>
                    <a:pt x="204937" y="291648"/>
                  </a:lnTo>
                  <a:lnTo>
                    <a:pt x="204720" y="291859"/>
                  </a:lnTo>
                  <a:lnTo>
                    <a:pt x="204873" y="292336"/>
                  </a:lnTo>
                  <a:lnTo>
                    <a:pt x="204745" y="292555"/>
                  </a:lnTo>
                  <a:lnTo>
                    <a:pt x="204883" y="292878"/>
                  </a:lnTo>
                  <a:lnTo>
                    <a:pt x="205048" y="293083"/>
                  </a:lnTo>
                  <a:lnTo>
                    <a:pt x="204819" y="293147"/>
                  </a:lnTo>
                  <a:lnTo>
                    <a:pt x="204516" y="293058"/>
                  </a:lnTo>
                  <a:lnTo>
                    <a:pt x="203926" y="292826"/>
                  </a:lnTo>
                  <a:lnTo>
                    <a:pt x="203381" y="293038"/>
                  </a:lnTo>
                  <a:lnTo>
                    <a:pt x="203070" y="293099"/>
                  </a:lnTo>
                  <a:lnTo>
                    <a:pt x="202473" y="292477"/>
                  </a:lnTo>
                  <a:lnTo>
                    <a:pt x="201870" y="291861"/>
                  </a:lnTo>
                  <a:lnTo>
                    <a:pt x="200836" y="291032"/>
                  </a:lnTo>
                  <a:lnTo>
                    <a:pt x="200029" y="291066"/>
                  </a:lnTo>
                  <a:lnTo>
                    <a:pt x="199804" y="291118"/>
                  </a:lnTo>
                  <a:lnTo>
                    <a:pt x="198960" y="291316"/>
                  </a:lnTo>
                  <a:lnTo>
                    <a:pt x="198734" y="291391"/>
                  </a:lnTo>
                  <a:lnTo>
                    <a:pt x="197801" y="291739"/>
                  </a:lnTo>
                  <a:lnTo>
                    <a:pt x="197604" y="291857"/>
                  </a:lnTo>
                  <a:lnTo>
                    <a:pt x="197318" y="292075"/>
                  </a:lnTo>
                  <a:lnTo>
                    <a:pt x="196931" y="291995"/>
                  </a:lnTo>
                  <a:lnTo>
                    <a:pt x="196708" y="291758"/>
                  </a:lnTo>
                  <a:lnTo>
                    <a:pt x="196327" y="291626"/>
                  </a:lnTo>
                  <a:lnTo>
                    <a:pt x="196198" y="291605"/>
                  </a:lnTo>
                  <a:lnTo>
                    <a:pt x="196031" y="291639"/>
                  </a:lnTo>
                  <a:lnTo>
                    <a:pt x="195839" y="291722"/>
                  </a:lnTo>
                  <a:lnTo>
                    <a:pt x="195691" y="291869"/>
                  </a:lnTo>
                  <a:lnTo>
                    <a:pt x="194873" y="291447"/>
                  </a:lnTo>
                  <a:lnTo>
                    <a:pt x="194594" y="291183"/>
                  </a:lnTo>
                  <a:lnTo>
                    <a:pt x="194317" y="291101"/>
                  </a:lnTo>
                  <a:lnTo>
                    <a:pt x="194180" y="291634"/>
                  </a:lnTo>
                  <a:lnTo>
                    <a:pt x="194251" y="291833"/>
                  </a:lnTo>
                  <a:lnTo>
                    <a:pt x="194368" y="292283"/>
                  </a:lnTo>
                  <a:lnTo>
                    <a:pt x="194268" y="292647"/>
                  </a:lnTo>
                  <a:lnTo>
                    <a:pt x="193952" y="292415"/>
                  </a:lnTo>
                  <a:lnTo>
                    <a:pt x="192788" y="291962"/>
                  </a:lnTo>
                  <a:lnTo>
                    <a:pt x="192590" y="292167"/>
                  </a:lnTo>
                  <a:lnTo>
                    <a:pt x="192856" y="292481"/>
                  </a:lnTo>
                  <a:lnTo>
                    <a:pt x="192913" y="292731"/>
                  </a:lnTo>
                  <a:lnTo>
                    <a:pt x="192385" y="292665"/>
                  </a:lnTo>
                  <a:lnTo>
                    <a:pt x="191764" y="292491"/>
                  </a:lnTo>
                  <a:lnTo>
                    <a:pt x="191333" y="292040"/>
                  </a:lnTo>
                  <a:lnTo>
                    <a:pt x="191207" y="291828"/>
                  </a:lnTo>
                  <a:lnTo>
                    <a:pt x="190847" y="291463"/>
                  </a:lnTo>
                  <a:lnTo>
                    <a:pt x="190583" y="291273"/>
                  </a:lnTo>
                  <a:lnTo>
                    <a:pt x="190093" y="291009"/>
                  </a:lnTo>
                  <a:lnTo>
                    <a:pt x="189549" y="290756"/>
                  </a:lnTo>
                  <a:lnTo>
                    <a:pt x="188993" y="290538"/>
                  </a:lnTo>
                  <a:lnTo>
                    <a:pt x="188736" y="290650"/>
                  </a:lnTo>
                  <a:lnTo>
                    <a:pt x="188407" y="291096"/>
                  </a:lnTo>
                  <a:lnTo>
                    <a:pt x="188596" y="291236"/>
                  </a:lnTo>
                  <a:lnTo>
                    <a:pt x="188868" y="291406"/>
                  </a:lnTo>
                  <a:lnTo>
                    <a:pt x="189129" y="291394"/>
                  </a:lnTo>
                  <a:lnTo>
                    <a:pt x="189373" y="291461"/>
                  </a:lnTo>
                  <a:lnTo>
                    <a:pt x="189438" y="291919"/>
                  </a:lnTo>
                  <a:lnTo>
                    <a:pt x="189077" y="292251"/>
                  </a:lnTo>
                  <a:lnTo>
                    <a:pt x="188618" y="293013"/>
                  </a:lnTo>
                  <a:lnTo>
                    <a:pt x="188144" y="292817"/>
                  </a:lnTo>
                  <a:lnTo>
                    <a:pt x="187991" y="292647"/>
                  </a:lnTo>
                  <a:lnTo>
                    <a:pt x="187484" y="292257"/>
                  </a:lnTo>
                  <a:lnTo>
                    <a:pt x="187056" y="292363"/>
                  </a:lnTo>
                  <a:lnTo>
                    <a:pt x="186862" y="292359"/>
                  </a:lnTo>
                  <a:lnTo>
                    <a:pt x="186674" y="292172"/>
                  </a:lnTo>
                  <a:lnTo>
                    <a:pt x="186072" y="291653"/>
                  </a:lnTo>
                  <a:lnTo>
                    <a:pt x="185666" y="291503"/>
                  </a:lnTo>
                  <a:lnTo>
                    <a:pt x="185496" y="291293"/>
                  </a:lnTo>
                  <a:lnTo>
                    <a:pt x="184954" y="290833"/>
                  </a:lnTo>
                  <a:lnTo>
                    <a:pt x="184596" y="290829"/>
                  </a:lnTo>
                  <a:lnTo>
                    <a:pt x="183987" y="290284"/>
                  </a:lnTo>
                  <a:lnTo>
                    <a:pt x="183700" y="290185"/>
                  </a:lnTo>
                  <a:lnTo>
                    <a:pt x="183443" y="290313"/>
                  </a:lnTo>
                  <a:lnTo>
                    <a:pt x="183308" y="290639"/>
                  </a:lnTo>
                  <a:lnTo>
                    <a:pt x="183085" y="291422"/>
                  </a:lnTo>
                  <a:lnTo>
                    <a:pt x="183235" y="291740"/>
                  </a:lnTo>
                  <a:lnTo>
                    <a:pt x="183374" y="291975"/>
                  </a:lnTo>
                  <a:lnTo>
                    <a:pt x="183238" y="292202"/>
                  </a:lnTo>
                  <a:lnTo>
                    <a:pt x="183036" y="292516"/>
                  </a:lnTo>
                  <a:lnTo>
                    <a:pt x="182787" y="292696"/>
                  </a:lnTo>
                  <a:lnTo>
                    <a:pt x="182724" y="293054"/>
                  </a:lnTo>
                  <a:lnTo>
                    <a:pt x="182933" y="293381"/>
                  </a:lnTo>
                  <a:lnTo>
                    <a:pt x="182742" y="293913"/>
                  </a:lnTo>
                  <a:lnTo>
                    <a:pt x="182542" y="293726"/>
                  </a:lnTo>
                  <a:lnTo>
                    <a:pt x="182223" y="292976"/>
                  </a:lnTo>
                  <a:lnTo>
                    <a:pt x="182077" y="293005"/>
                  </a:lnTo>
                  <a:lnTo>
                    <a:pt x="181857" y="293023"/>
                  </a:lnTo>
                  <a:lnTo>
                    <a:pt x="181358" y="292373"/>
                  </a:lnTo>
                  <a:lnTo>
                    <a:pt x="181443" y="291997"/>
                  </a:lnTo>
                  <a:lnTo>
                    <a:pt x="180885" y="292072"/>
                  </a:lnTo>
                  <a:lnTo>
                    <a:pt x="180227" y="292164"/>
                  </a:lnTo>
                  <a:lnTo>
                    <a:pt x="180056" y="292055"/>
                  </a:lnTo>
                  <a:lnTo>
                    <a:pt x="179817" y="291765"/>
                  </a:lnTo>
                  <a:lnTo>
                    <a:pt x="179664" y="291615"/>
                  </a:lnTo>
                  <a:lnTo>
                    <a:pt x="179512" y="291828"/>
                  </a:lnTo>
                  <a:lnTo>
                    <a:pt x="179418" y="291985"/>
                  </a:lnTo>
                  <a:lnTo>
                    <a:pt x="179266" y="292336"/>
                  </a:lnTo>
                  <a:lnTo>
                    <a:pt x="178862" y="292331"/>
                  </a:lnTo>
                  <a:lnTo>
                    <a:pt x="178814" y="291944"/>
                  </a:lnTo>
                  <a:lnTo>
                    <a:pt x="178582" y="291763"/>
                  </a:lnTo>
                  <a:lnTo>
                    <a:pt x="178233" y="291862"/>
                  </a:lnTo>
                  <a:lnTo>
                    <a:pt x="177681" y="292074"/>
                  </a:lnTo>
                  <a:lnTo>
                    <a:pt x="177466" y="291638"/>
                  </a:lnTo>
                  <a:lnTo>
                    <a:pt x="177077" y="291489"/>
                  </a:lnTo>
                  <a:lnTo>
                    <a:pt x="176575" y="291350"/>
                  </a:lnTo>
                  <a:lnTo>
                    <a:pt x="176325" y="291834"/>
                  </a:lnTo>
                  <a:lnTo>
                    <a:pt x="176450" y="292050"/>
                  </a:lnTo>
                  <a:lnTo>
                    <a:pt x="176720" y="292789"/>
                  </a:lnTo>
                  <a:lnTo>
                    <a:pt x="176805" y="293025"/>
                  </a:lnTo>
                  <a:lnTo>
                    <a:pt x="176862" y="293223"/>
                  </a:lnTo>
                  <a:lnTo>
                    <a:pt x="176997" y="293401"/>
                  </a:lnTo>
                  <a:lnTo>
                    <a:pt x="177151" y="293587"/>
                  </a:lnTo>
                  <a:lnTo>
                    <a:pt x="177467" y="293843"/>
                  </a:lnTo>
                  <a:lnTo>
                    <a:pt x="177730" y="294227"/>
                  </a:lnTo>
                  <a:lnTo>
                    <a:pt x="177929" y="294716"/>
                  </a:lnTo>
                  <a:lnTo>
                    <a:pt x="177997" y="295308"/>
                  </a:lnTo>
                  <a:lnTo>
                    <a:pt x="178109" y="296086"/>
                  </a:lnTo>
                  <a:lnTo>
                    <a:pt x="178443" y="296719"/>
                  </a:lnTo>
                  <a:lnTo>
                    <a:pt x="178785" y="297120"/>
                  </a:lnTo>
                  <a:lnTo>
                    <a:pt x="178340" y="297456"/>
                  </a:lnTo>
                  <a:lnTo>
                    <a:pt x="178193" y="297337"/>
                  </a:lnTo>
                  <a:lnTo>
                    <a:pt x="177961" y="297253"/>
                  </a:lnTo>
                  <a:lnTo>
                    <a:pt x="177758" y="297337"/>
                  </a:lnTo>
                  <a:lnTo>
                    <a:pt x="177829" y="297614"/>
                  </a:lnTo>
                  <a:lnTo>
                    <a:pt x="177840" y="298124"/>
                  </a:lnTo>
                  <a:lnTo>
                    <a:pt x="177800" y="298258"/>
                  </a:lnTo>
                  <a:lnTo>
                    <a:pt x="177752" y="298552"/>
                  </a:lnTo>
                  <a:lnTo>
                    <a:pt x="177692" y="299096"/>
                  </a:lnTo>
                  <a:lnTo>
                    <a:pt x="177832" y="299676"/>
                  </a:lnTo>
                  <a:lnTo>
                    <a:pt x="176961" y="299837"/>
                  </a:lnTo>
                  <a:lnTo>
                    <a:pt x="176439" y="299738"/>
                  </a:lnTo>
                  <a:lnTo>
                    <a:pt x="176292" y="299703"/>
                  </a:lnTo>
                  <a:lnTo>
                    <a:pt x="175777" y="299364"/>
                  </a:lnTo>
                  <a:lnTo>
                    <a:pt x="175568" y="299778"/>
                  </a:lnTo>
                  <a:lnTo>
                    <a:pt x="175589" y="300104"/>
                  </a:lnTo>
                  <a:lnTo>
                    <a:pt x="175679" y="300525"/>
                  </a:lnTo>
                  <a:lnTo>
                    <a:pt x="175618" y="300753"/>
                  </a:lnTo>
                  <a:lnTo>
                    <a:pt x="175285" y="300988"/>
                  </a:lnTo>
                  <a:lnTo>
                    <a:pt x="174939" y="300907"/>
                  </a:lnTo>
                  <a:lnTo>
                    <a:pt x="174809" y="300744"/>
                  </a:lnTo>
                  <a:lnTo>
                    <a:pt x="174675" y="300458"/>
                  </a:lnTo>
                  <a:lnTo>
                    <a:pt x="174926" y="300472"/>
                  </a:lnTo>
                  <a:lnTo>
                    <a:pt x="174886" y="300151"/>
                  </a:lnTo>
                  <a:lnTo>
                    <a:pt x="174715" y="299907"/>
                  </a:lnTo>
                  <a:lnTo>
                    <a:pt x="174418" y="299677"/>
                  </a:lnTo>
                  <a:lnTo>
                    <a:pt x="174226" y="299518"/>
                  </a:lnTo>
                  <a:lnTo>
                    <a:pt x="173787" y="298916"/>
                  </a:lnTo>
                  <a:lnTo>
                    <a:pt x="173704" y="298729"/>
                  </a:lnTo>
                  <a:lnTo>
                    <a:pt x="173392" y="298763"/>
                  </a:lnTo>
                  <a:lnTo>
                    <a:pt x="173396" y="298979"/>
                  </a:lnTo>
                  <a:lnTo>
                    <a:pt x="173505" y="299332"/>
                  </a:lnTo>
                  <a:lnTo>
                    <a:pt x="173617" y="299516"/>
                  </a:lnTo>
                  <a:lnTo>
                    <a:pt x="173776" y="299711"/>
                  </a:lnTo>
                  <a:lnTo>
                    <a:pt x="173941" y="300025"/>
                  </a:lnTo>
                  <a:lnTo>
                    <a:pt x="173852" y="300455"/>
                  </a:lnTo>
                  <a:lnTo>
                    <a:pt x="173800" y="300612"/>
                  </a:lnTo>
                  <a:lnTo>
                    <a:pt x="173894" y="300807"/>
                  </a:lnTo>
                  <a:lnTo>
                    <a:pt x="174404" y="301207"/>
                  </a:lnTo>
                  <a:lnTo>
                    <a:pt x="174532" y="301236"/>
                  </a:lnTo>
                  <a:lnTo>
                    <a:pt x="174942" y="301163"/>
                  </a:lnTo>
                  <a:lnTo>
                    <a:pt x="175123" y="301227"/>
                  </a:lnTo>
                  <a:lnTo>
                    <a:pt x="176098" y="301849"/>
                  </a:lnTo>
                  <a:lnTo>
                    <a:pt x="176393" y="302298"/>
                  </a:lnTo>
                  <a:lnTo>
                    <a:pt x="176291" y="302543"/>
                  </a:lnTo>
                  <a:lnTo>
                    <a:pt x="176003" y="302948"/>
                  </a:lnTo>
                  <a:lnTo>
                    <a:pt x="176041" y="303176"/>
                  </a:lnTo>
                  <a:lnTo>
                    <a:pt x="176439" y="303664"/>
                  </a:lnTo>
                  <a:lnTo>
                    <a:pt x="176731" y="303435"/>
                  </a:lnTo>
                  <a:lnTo>
                    <a:pt x="176879" y="303171"/>
                  </a:lnTo>
                  <a:lnTo>
                    <a:pt x="177134" y="303077"/>
                  </a:lnTo>
                  <a:lnTo>
                    <a:pt x="177364" y="303215"/>
                  </a:lnTo>
                  <a:lnTo>
                    <a:pt x="177702" y="303608"/>
                  </a:lnTo>
                  <a:lnTo>
                    <a:pt x="177573" y="304322"/>
                  </a:lnTo>
                  <a:lnTo>
                    <a:pt x="177133" y="304554"/>
                  </a:lnTo>
                  <a:lnTo>
                    <a:pt x="177802" y="305024"/>
                  </a:lnTo>
                  <a:lnTo>
                    <a:pt x="177798" y="305551"/>
                  </a:lnTo>
                  <a:lnTo>
                    <a:pt x="177717" y="305919"/>
                  </a:lnTo>
                  <a:lnTo>
                    <a:pt x="178015" y="306145"/>
                  </a:lnTo>
                  <a:lnTo>
                    <a:pt x="178456" y="306700"/>
                  </a:lnTo>
                  <a:lnTo>
                    <a:pt x="178407" y="307108"/>
                  </a:lnTo>
                  <a:lnTo>
                    <a:pt x="177992" y="307090"/>
                  </a:lnTo>
                  <a:lnTo>
                    <a:pt x="177910" y="307618"/>
                  </a:lnTo>
                  <a:lnTo>
                    <a:pt x="177920" y="307806"/>
                  </a:lnTo>
                  <a:lnTo>
                    <a:pt x="177880" y="307953"/>
                  </a:lnTo>
                  <a:lnTo>
                    <a:pt x="177654" y="308165"/>
                  </a:lnTo>
                  <a:lnTo>
                    <a:pt x="177676" y="308931"/>
                  </a:lnTo>
                  <a:lnTo>
                    <a:pt x="177650" y="309099"/>
                  </a:lnTo>
                  <a:lnTo>
                    <a:pt x="177582" y="309472"/>
                  </a:lnTo>
                  <a:lnTo>
                    <a:pt x="177433" y="309800"/>
                  </a:lnTo>
                  <a:lnTo>
                    <a:pt x="177286" y="309810"/>
                  </a:lnTo>
                  <a:lnTo>
                    <a:pt x="177150" y="309846"/>
                  </a:lnTo>
                  <a:lnTo>
                    <a:pt x="177304" y="310532"/>
                  </a:lnTo>
                  <a:lnTo>
                    <a:pt x="177350" y="310692"/>
                  </a:lnTo>
                  <a:lnTo>
                    <a:pt x="177484" y="310853"/>
                  </a:lnTo>
                  <a:lnTo>
                    <a:pt x="177687" y="311051"/>
                  </a:lnTo>
                  <a:lnTo>
                    <a:pt x="177790" y="311308"/>
                  </a:lnTo>
                  <a:lnTo>
                    <a:pt x="177305" y="311225"/>
                  </a:lnTo>
                  <a:lnTo>
                    <a:pt x="176955" y="310888"/>
                  </a:lnTo>
                  <a:lnTo>
                    <a:pt x="176540" y="310707"/>
                  </a:lnTo>
                  <a:lnTo>
                    <a:pt x="176474" y="310934"/>
                  </a:lnTo>
                  <a:lnTo>
                    <a:pt x="176005" y="310403"/>
                  </a:lnTo>
                  <a:lnTo>
                    <a:pt x="175804" y="310158"/>
                  </a:lnTo>
                  <a:lnTo>
                    <a:pt x="175002" y="310166"/>
                  </a:lnTo>
                  <a:lnTo>
                    <a:pt x="174821" y="310582"/>
                  </a:lnTo>
                  <a:lnTo>
                    <a:pt x="174455" y="310769"/>
                  </a:lnTo>
                  <a:lnTo>
                    <a:pt x="174182" y="310602"/>
                  </a:lnTo>
                  <a:lnTo>
                    <a:pt x="174007" y="310582"/>
                  </a:lnTo>
                  <a:lnTo>
                    <a:pt x="173701" y="310839"/>
                  </a:lnTo>
                  <a:lnTo>
                    <a:pt x="173374" y="311117"/>
                  </a:lnTo>
                  <a:lnTo>
                    <a:pt x="173060" y="311176"/>
                  </a:lnTo>
                  <a:lnTo>
                    <a:pt x="172339" y="311633"/>
                  </a:lnTo>
                  <a:lnTo>
                    <a:pt x="172745" y="312195"/>
                  </a:lnTo>
                  <a:lnTo>
                    <a:pt x="172887" y="312536"/>
                  </a:lnTo>
                  <a:lnTo>
                    <a:pt x="173024" y="312903"/>
                  </a:lnTo>
                  <a:lnTo>
                    <a:pt x="172504" y="313011"/>
                  </a:lnTo>
                  <a:lnTo>
                    <a:pt x="172175" y="312741"/>
                  </a:lnTo>
                  <a:lnTo>
                    <a:pt x="171882" y="312798"/>
                  </a:lnTo>
                  <a:lnTo>
                    <a:pt x="171288" y="313185"/>
                  </a:lnTo>
                  <a:lnTo>
                    <a:pt x="171285" y="313347"/>
                  </a:lnTo>
                  <a:lnTo>
                    <a:pt x="171419" y="313817"/>
                  </a:lnTo>
                  <a:lnTo>
                    <a:pt x="171485" y="314031"/>
                  </a:lnTo>
                  <a:lnTo>
                    <a:pt x="171463" y="315048"/>
                  </a:lnTo>
                  <a:lnTo>
                    <a:pt x="171308" y="315890"/>
                  </a:lnTo>
                  <a:lnTo>
                    <a:pt x="171181" y="315894"/>
                  </a:lnTo>
                  <a:lnTo>
                    <a:pt x="170992" y="315931"/>
                  </a:lnTo>
                  <a:lnTo>
                    <a:pt x="170538" y="316162"/>
                  </a:lnTo>
                  <a:lnTo>
                    <a:pt x="170332" y="316278"/>
                  </a:lnTo>
                  <a:lnTo>
                    <a:pt x="170063" y="316232"/>
                  </a:lnTo>
                  <a:lnTo>
                    <a:pt x="169896" y="316185"/>
                  </a:lnTo>
                  <a:lnTo>
                    <a:pt x="169702" y="316094"/>
                  </a:lnTo>
                  <a:lnTo>
                    <a:pt x="169383" y="316152"/>
                  </a:lnTo>
                  <a:lnTo>
                    <a:pt x="169352" y="316770"/>
                  </a:lnTo>
                  <a:lnTo>
                    <a:pt x="169290" y="317208"/>
                  </a:lnTo>
                  <a:lnTo>
                    <a:pt x="169433" y="317414"/>
                  </a:lnTo>
                  <a:lnTo>
                    <a:pt x="169778" y="317476"/>
                  </a:lnTo>
                  <a:lnTo>
                    <a:pt x="170063" y="317758"/>
                  </a:lnTo>
                  <a:lnTo>
                    <a:pt x="170235" y="318194"/>
                  </a:lnTo>
                  <a:lnTo>
                    <a:pt x="169817" y="318566"/>
                  </a:lnTo>
                  <a:lnTo>
                    <a:pt x="169967" y="318892"/>
                  </a:lnTo>
                  <a:lnTo>
                    <a:pt x="169829" y="319203"/>
                  </a:lnTo>
                  <a:lnTo>
                    <a:pt x="169452" y="319241"/>
                  </a:lnTo>
                  <a:lnTo>
                    <a:pt x="168741" y="319247"/>
                  </a:lnTo>
                  <a:lnTo>
                    <a:pt x="168376" y="319098"/>
                  </a:lnTo>
                  <a:lnTo>
                    <a:pt x="168124" y="318916"/>
                  </a:lnTo>
                  <a:lnTo>
                    <a:pt x="167746" y="318588"/>
                  </a:lnTo>
                  <a:lnTo>
                    <a:pt x="167560" y="318487"/>
                  </a:lnTo>
                  <a:lnTo>
                    <a:pt x="167323" y="318530"/>
                  </a:lnTo>
                  <a:lnTo>
                    <a:pt x="167223" y="319236"/>
                  </a:lnTo>
                  <a:lnTo>
                    <a:pt x="167077" y="319370"/>
                  </a:lnTo>
                  <a:lnTo>
                    <a:pt x="166949" y="319278"/>
                  </a:lnTo>
                  <a:lnTo>
                    <a:pt x="166676" y="319061"/>
                  </a:lnTo>
                  <a:lnTo>
                    <a:pt x="166516" y="318781"/>
                  </a:lnTo>
                  <a:lnTo>
                    <a:pt x="165927" y="318335"/>
                  </a:lnTo>
                  <a:lnTo>
                    <a:pt x="165816" y="318657"/>
                  </a:lnTo>
                  <a:lnTo>
                    <a:pt x="165892" y="318794"/>
                  </a:lnTo>
                  <a:lnTo>
                    <a:pt x="166005" y="318983"/>
                  </a:lnTo>
                  <a:lnTo>
                    <a:pt x="166234" y="319412"/>
                  </a:lnTo>
                  <a:lnTo>
                    <a:pt x="166225" y="319739"/>
                  </a:lnTo>
                  <a:lnTo>
                    <a:pt x="166386" y="319818"/>
                  </a:lnTo>
                  <a:lnTo>
                    <a:pt x="166725" y="319913"/>
                  </a:lnTo>
                  <a:lnTo>
                    <a:pt x="167134" y="319761"/>
                  </a:lnTo>
                  <a:lnTo>
                    <a:pt x="167503" y="319876"/>
                  </a:lnTo>
                  <a:lnTo>
                    <a:pt x="168117" y="320553"/>
                  </a:lnTo>
                  <a:lnTo>
                    <a:pt x="168217" y="320804"/>
                  </a:lnTo>
                  <a:lnTo>
                    <a:pt x="168039" y="321049"/>
                  </a:lnTo>
                  <a:lnTo>
                    <a:pt x="167908" y="321176"/>
                  </a:lnTo>
                  <a:lnTo>
                    <a:pt x="168385" y="321402"/>
                  </a:lnTo>
                  <a:lnTo>
                    <a:pt x="168660" y="321320"/>
                  </a:lnTo>
                  <a:lnTo>
                    <a:pt x="168845" y="321239"/>
                  </a:lnTo>
                  <a:lnTo>
                    <a:pt x="169057" y="321501"/>
                  </a:lnTo>
                  <a:lnTo>
                    <a:pt x="169248" y="321724"/>
                  </a:lnTo>
                  <a:lnTo>
                    <a:pt x="169890" y="322255"/>
                  </a:lnTo>
                  <a:lnTo>
                    <a:pt x="170110" y="322128"/>
                  </a:lnTo>
                  <a:lnTo>
                    <a:pt x="170752" y="322427"/>
                  </a:lnTo>
                  <a:lnTo>
                    <a:pt x="170750" y="322662"/>
                  </a:lnTo>
                  <a:lnTo>
                    <a:pt x="171039" y="323039"/>
                  </a:lnTo>
                  <a:lnTo>
                    <a:pt x="171298" y="322813"/>
                  </a:lnTo>
                  <a:lnTo>
                    <a:pt x="171337" y="322510"/>
                  </a:lnTo>
                  <a:lnTo>
                    <a:pt x="171507" y="322398"/>
                  </a:lnTo>
                  <a:lnTo>
                    <a:pt x="171913" y="322877"/>
                  </a:lnTo>
                  <a:lnTo>
                    <a:pt x="172212" y="322999"/>
                  </a:lnTo>
                  <a:lnTo>
                    <a:pt x="172687" y="323180"/>
                  </a:lnTo>
                  <a:lnTo>
                    <a:pt x="172720" y="323677"/>
                  </a:lnTo>
                  <a:lnTo>
                    <a:pt x="172606" y="324103"/>
                  </a:lnTo>
                  <a:lnTo>
                    <a:pt x="172561" y="324231"/>
                  </a:lnTo>
                  <a:lnTo>
                    <a:pt x="172387" y="324481"/>
                  </a:lnTo>
                  <a:lnTo>
                    <a:pt x="172084" y="324622"/>
                  </a:lnTo>
                  <a:lnTo>
                    <a:pt x="171861" y="324916"/>
                  </a:lnTo>
                  <a:lnTo>
                    <a:pt x="171913" y="325423"/>
                  </a:lnTo>
                  <a:lnTo>
                    <a:pt x="172184" y="325649"/>
                  </a:lnTo>
                  <a:lnTo>
                    <a:pt x="172177" y="325921"/>
                  </a:lnTo>
                  <a:lnTo>
                    <a:pt x="171923" y="326240"/>
                  </a:lnTo>
                  <a:lnTo>
                    <a:pt x="171675" y="326131"/>
                  </a:lnTo>
                  <a:lnTo>
                    <a:pt x="171623" y="325830"/>
                  </a:lnTo>
                  <a:lnTo>
                    <a:pt x="171372" y="326118"/>
                  </a:lnTo>
                  <a:lnTo>
                    <a:pt x="171393" y="326363"/>
                  </a:lnTo>
                  <a:lnTo>
                    <a:pt x="171393" y="326985"/>
                  </a:lnTo>
                  <a:lnTo>
                    <a:pt x="171533" y="326950"/>
                  </a:lnTo>
                  <a:lnTo>
                    <a:pt x="171688" y="326910"/>
                  </a:lnTo>
                  <a:lnTo>
                    <a:pt x="171913" y="326878"/>
                  </a:lnTo>
                  <a:lnTo>
                    <a:pt x="172580" y="327220"/>
                  </a:lnTo>
                  <a:lnTo>
                    <a:pt x="172888" y="327430"/>
                  </a:lnTo>
                  <a:lnTo>
                    <a:pt x="173090" y="328144"/>
                  </a:lnTo>
                  <a:lnTo>
                    <a:pt x="173047" y="328359"/>
                  </a:lnTo>
                  <a:lnTo>
                    <a:pt x="172399" y="328528"/>
                  </a:lnTo>
                  <a:lnTo>
                    <a:pt x="172031" y="328403"/>
                  </a:lnTo>
                  <a:lnTo>
                    <a:pt x="171924" y="328776"/>
                  </a:lnTo>
                  <a:lnTo>
                    <a:pt x="171927" y="329320"/>
                  </a:lnTo>
                  <a:lnTo>
                    <a:pt x="171966" y="329550"/>
                  </a:lnTo>
                  <a:lnTo>
                    <a:pt x="172050" y="329679"/>
                  </a:lnTo>
                  <a:lnTo>
                    <a:pt x="171797" y="331138"/>
                  </a:lnTo>
                  <a:lnTo>
                    <a:pt x="171349" y="331332"/>
                  </a:lnTo>
                  <a:lnTo>
                    <a:pt x="171183" y="331175"/>
                  </a:lnTo>
                  <a:lnTo>
                    <a:pt x="170944" y="331063"/>
                  </a:lnTo>
                  <a:lnTo>
                    <a:pt x="170433" y="331260"/>
                  </a:lnTo>
                  <a:lnTo>
                    <a:pt x="170637" y="331668"/>
                  </a:lnTo>
                  <a:lnTo>
                    <a:pt x="170788" y="331889"/>
                  </a:lnTo>
                  <a:lnTo>
                    <a:pt x="170880" y="332088"/>
                  </a:lnTo>
                  <a:lnTo>
                    <a:pt x="171043" y="332508"/>
                  </a:lnTo>
                  <a:lnTo>
                    <a:pt x="171172" y="332665"/>
                  </a:lnTo>
                  <a:lnTo>
                    <a:pt x="171740" y="333186"/>
                  </a:lnTo>
                  <a:lnTo>
                    <a:pt x="171877" y="333312"/>
                  </a:lnTo>
                  <a:lnTo>
                    <a:pt x="172156" y="333163"/>
                  </a:lnTo>
                  <a:lnTo>
                    <a:pt x="172398" y="333162"/>
                  </a:lnTo>
                  <a:lnTo>
                    <a:pt x="172526" y="333234"/>
                  </a:lnTo>
                  <a:lnTo>
                    <a:pt x="173190" y="333685"/>
                  </a:lnTo>
                  <a:lnTo>
                    <a:pt x="173462" y="334027"/>
                  </a:lnTo>
                  <a:lnTo>
                    <a:pt x="173917" y="333855"/>
                  </a:lnTo>
                  <a:lnTo>
                    <a:pt x="174204" y="333562"/>
                  </a:lnTo>
                  <a:lnTo>
                    <a:pt x="174270" y="333404"/>
                  </a:lnTo>
                  <a:lnTo>
                    <a:pt x="174279" y="332961"/>
                  </a:lnTo>
                  <a:lnTo>
                    <a:pt x="174205" y="332779"/>
                  </a:lnTo>
                  <a:lnTo>
                    <a:pt x="174193" y="332385"/>
                  </a:lnTo>
                  <a:lnTo>
                    <a:pt x="174267" y="332170"/>
                  </a:lnTo>
                  <a:lnTo>
                    <a:pt x="174593" y="332273"/>
                  </a:lnTo>
                  <a:lnTo>
                    <a:pt x="174733" y="332332"/>
                  </a:lnTo>
                  <a:lnTo>
                    <a:pt x="175325" y="332592"/>
                  </a:lnTo>
                  <a:lnTo>
                    <a:pt x="175410" y="332837"/>
                  </a:lnTo>
                  <a:lnTo>
                    <a:pt x="175789" y="333190"/>
                  </a:lnTo>
                  <a:lnTo>
                    <a:pt x="175861" y="333057"/>
                  </a:lnTo>
                  <a:lnTo>
                    <a:pt x="175986" y="332803"/>
                  </a:lnTo>
                  <a:lnTo>
                    <a:pt x="175902" y="332606"/>
                  </a:lnTo>
                  <a:lnTo>
                    <a:pt x="175923" y="332382"/>
                  </a:lnTo>
                  <a:lnTo>
                    <a:pt x="176256" y="332015"/>
                  </a:lnTo>
                  <a:lnTo>
                    <a:pt x="176378" y="332253"/>
                  </a:lnTo>
                  <a:lnTo>
                    <a:pt x="176486" y="333111"/>
                  </a:lnTo>
                  <a:lnTo>
                    <a:pt x="177473" y="333463"/>
                  </a:lnTo>
                  <a:lnTo>
                    <a:pt x="177613" y="333435"/>
                  </a:lnTo>
                  <a:lnTo>
                    <a:pt x="177627" y="333136"/>
                  </a:lnTo>
                  <a:lnTo>
                    <a:pt x="177719" y="332734"/>
                  </a:lnTo>
                  <a:lnTo>
                    <a:pt x="177856" y="332517"/>
                  </a:lnTo>
                  <a:lnTo>
                    <a:pt x="177928" y="332816"/>
                  </a:lnTo>
                  <a:lnTo>
                    <a:pt x="177930" y="333035"/>
                  </a:lnTo>
                  <a:lnTo>
                    <a:pt x="177942" y="333592"/>
                  </a:lnTo>
                  <a:lnTo>
                    <a:pt x="178047" y="333771"/>
                  </a:lnTo>
                  <a:lnTo>
                    <a:pt x="178354" y="333776"/>
                  </a:lnTo>
                  <a:lnTo>
                    <a:pt x="178438" y="333382"/>
                  </a:lnTo>
                  <a:lnTo>
                    <a:pt x="179006" y="333307"/>
                  </a:lnTo>
                  <a:lnTo>
                    <a:pt x="179649" y="333103"/>
                  </a:lnTo>
                  <a:lnTo>
                    <a:pt x="179734" y="333246"/>
                  </a:lnTo>
                  <a:lnTo>
                    <a:pt x="180044" y="333996"/>
                  </a:lnTo>
                  <a:lnTo>
                    <a:pt x="180236" y="334580"/>
                  </a:lnTo>
                  <a:lnTo>
                    <a:pt x="180340" y="334727"/>
                  </a:lnTo>
                  <a:lnTo>
                    <a:pt x="180941" y="335094"/>
                  </a:lnTo>
                  <a:lnTo>
                    <a:pt x="181790" y="334837"/>
                  </a:lnTo>
                  <a:lnTo>
                    <a:pt x="182085" y="335146"/>
                  </a:lnTo>
                  <a:lnTo>
                    <a:pt x="182361" y="335487"/>
                  </a:lnTo>
                  <a:lnTo>
                    <a:pt x="182951" y="335916"/>
                  </a:lnTo>
                  <a:lnTo>
                    <a:pt x="183349" y="335909"/>
                  </a:lnTo>
                  <a:lnTo>
                    <a:pt x="183487" y="335504"/>
                  </a:lnTo>
                  <a:lnTo>
                    <a:pt x="184047" y="335362"/>
                  </a:lnTo>
                  <a:lnTo>
                    <a:pt x="184338" y="335522"/>
                  </a:lnTo>
                  <a:lnTo>
                    <a:pt x="184457" y="335695"/>
                  </a:lnTo>
                  <a:lnTo>
                    <a:pt x="184601" y="335970"/>
                  </a:lnTo>
                  <a:lnTo>
                    <a:pt x="184902" y="335898"/>
                  </a:lnTo>
                  <a:lnTo>
                    <a:pt x="184970" y="335751"/>
                  </a:lnTo>
                  <a:lnTo>
                    <a:pt x="185292" y="335563"/>
                  </a:lnTo>
                  <a:lnTo>
                    <a:pt x="185556" y="335718"/>
                  </a:lnTo>
                  <a:lnTo>
                    <a:pt x="185712" y="335896"/>
                  </a:lnTo>
                  <a:lnTo>
                    <a:pt x="185977" y="335217"/>
                  </a:lnTo>
                  <a:lnTo>
                    <a:pt x="186171" y="335601"/>
                  </a:lnTo>
                  <a:lnTo>
                    <a:pt x="186265" y="336022"/>
                  </a:lnTo>
                  <a:lnTo>
                    <a:pt x="186315" y="336360"/>
                  </a:lnTo>
                  <a:lnTo>
                    <a:pt x="186421" y="336509"/>
                  </a:lnTo>
                  <a:lnTo>
                    <a:pt x="186800" y="336259"/>
                  </a:lnTo>
                  <a:lnTo>
                    <a:pt x="186998" y="336307"/>
                  </a:lnTo>
                  <a:lnTo>
                    <a:pt x="187319" y="336931"/>
                  </a:lnTo>
                  <a:lnTo>
                    <a:pt x="187387" y="337316"/>
                  </a:lnTo>
                  <a:lnTo>
                    <a:pt x="187472" y="337461"/>
                  </a:lnTo>
                  <a:lnTo>
                    <a:pt x="187693" y="337682"/>
                  </a:lnTo>
                  <a:lnTo>
                    <a:pt x="188089" y="337896"/>
                  </a:lnTo>
                  <a:lnTo>
                    <a:pt x="188491" y="338137"/>
                  </a:lnTo>
                  <a:lnTo>
                    <a:pt x="188753" y="338143"/>
                  </a:lnTo>
                  <a:lnTo>
                    <a:pt x="189122" y="338792"/>
                  </a:lnTo>
                  <a:lnTo>
                    <a:pt x="189187" y="339336"/>
                  </a:lnTo>
                  <a:lnTo>
                    <a:pt x="189096" y="339769"/>
                  </a:lnTo>
                  <a:lnTo>
                    <a:pt x="189198" y="339981"/>
                  </a:lnTo>
                  <a:lnTo>
                    <a:pt x="189690" y="340035"/>
                  </a:lnTo>
                  <a:lnTo>
                    <a:pt x="190094" y="339712"/>
                  </a:lnTo>
                  <a:lnTo>
                    <a:pt x="190024" y="340100"/>
                  </a:lnTo>
                  <a:lnTo>
                    <a:pt x="189969" y="340268"/>
                  </a:lnTo>
                  <a:lnTo>
                    <a:pt x="189892" y="340703"/>
                  </a:lnTo>
                  <a:lnTo>
                    <a:pt x="190043" y="340844"/>
                  </a:lnTo>
                  <a:lnTo>
                    <a:pt x="190297" y="340574"/>
                  </a:lnTo>
                  <a:lnTo>
                    <a:pt x="190388" y="340348"/>
                  </a:lnTo>
                  <a:lnTo>
                    <a:pt x="190599" y="340215"/>
                  </a:lnTo>
                  <a:lnTo>
                    <a:pt x="190785" y="340414"/>
                  </a:lnTo>
                  <a:lnTo>
                    <a:pt x="190463" y="341087"/>
                  </a:lnTo>
                  <a:lnTo>
                    <a:pt x="190309" y="341128"/>
                  </a:lnTo>
                  <a:lnTo>
                    <a:pt x="190609" y="341478"/>
                  </a:lnTo>
                  <a:lnTo>
                    <a:pt x="190878" y="341495"/>
                  </a:lnTo>
                  <a:lnTo>
                    <a:pt x="191247" y="341878"/>
                  </a:lnTo>
                  <a:lnTo>
                    <a:pt x="191325" y="342670"/>
                  </a:lnTo>
                  <a:lnTo>
                    <a:pt x="190906" y="343034"/>
                  </a:lnTo>
                  <a:lnTo>
                    <a:pt x="190465" y="343244"/>
                  </a:lnTo>
                  <a:lnTo>
                    <a:pt x="190465" y="343674"/>
                  </a:lnTo>
                  <a:lnTo>
                    <a:pt x="190567" y="344150"/>
                  </a:lnTo>
                  <a:lnTo>
                    <a:pt x="190591" y="344750"/>
                  </a:lnTo>
                  <a:lnTo>
                    <a:pt x="190336" y="344850"/>
                  </a:lnTo>
                  <a:lnTo>
                    <a:pt x="190100" y="344926"/>
                  </a:lnTo>
                  <a:lnTo>
                    <a:pt x="190023" y="345258"/>
                  </a:lnTo>
                  <a:lnTo>
                    <a:pt x="189993" y="345575"/>
                  </a:lnTo>
                  <a:lnTo>
                    <a:pt x="190005" y="345773"/>
                  </a:lnTo>
                  <a:lnTo>
                    <a:pt x="190314" y="346013"/>
                  </a:lnTo>
                  <a:lnTo>
                    <a:pt x="190664" y="346090"/>
                  </a:lnTo>
                  <a:lnTo>
                    <a:pt x="190886" y="346111"/>
                  </a:lnTo>
                  <a:lnTo>
                    <a:pt x="190906" y="346343"/>
                  </a:lnTo>
                  <a:lnTo>
                    <a:pt x="190919" y="346753"/>
                  </a:lnTo>
                  <a:lnTo>
                    <a:pt x="190742" y="347023"/>
                  </a:lnTo>
                  <a:lnTo>
                    <a:pt x="190554" y="347186"/>
                  </a:lnTo>
                  <a:lnTo>
                    <a:pt x="190161" y="347319"/>
                  </a:lnTo>
                  <a:lnTo>
                    <a:pt x="190017" y="347679"/>
                  </a:lnTo>
                  <a:lnTo>
                    <a:pt x="189550" y="348119"/>
                  </a:lnTo>
                  <a:lnTo>
                    <a:pt x="189347" y="348621"/>
                  </a:lnTo>
                  <a:lnTo>
                    <a:pt x="189394" y="349011"/>
                  </a:lnTo>
                  <a:lnTo>
                    <a:pt x="189373" y="349211"/>
                  </a:lnTo>
                  <a:lnTo>
                    <a:pt x="189168" y="349145"/>
                  </a:lnTo>
                  <a:lnTo>
                    <a:pt x="189084" y="348969"/>
                  </a:lnTo>
                  <a:lnTo>
                    <a:pt x="188942" y="348674"/>
                  </a:lnTo>
                  <a:lnTo>
                    <a:pt x="189319" y="348343"/>
                  </a:lnTo>
                  <a:lnTo>
                    <a:pt x="189389" y="348080"/>
                  </a:lnTo>
                  <a:lnTo>
                    <a:pt x="189243" y="347936"/>
                  </a:lnTo>
                  <a:lnTo>
                    <a:pt x="188892" y="348141"/>
                  </a:lnTo>
                  <a:lnTo>
                    <a:pt x="188569" y="347949"/>
                  </a:lnTo>
                  <a:lnTo>
                    <a:pt x="188774" y="347963"/>
                  </a:lnTo>
                  <a:lnTo>
                    <a:pt x="188722" y="347676"/>
                  </a:lnTo>
                  <a:lnTo>
                    <a:pt x="188387" y="347908"/>
                  </a:lnTo>
                  <a:lnTo>
                    <a:pt x="188547" y="348410"/>
                  </a:lnTo>
                  <a:lnTo>
                    <a:pt x="188956" y="349198"/>
                  </a:lnTo>
                  <a:lnTo>
                    <a:pt x="189148" y="349343"/>
                  </a:lnTo>
                  <a:lnTo>
                    <a:pt x="190045" y="348641"/>
                  </a:lnTo>
                  <a:lnTo>
                    <a:pt x="190342" y="348705"/>
                  </a:lnTo>
                  <a:lnTo>
                    <a:pt x="190598" y="348914"/>
                  </a:lnTo>
                  <a:lnTo>
                    <a:pt x="190745" y="349214"/>
                  </a:lnTo>
                  <a:lnTo>
                    <a:pt x="190508" y="349643"/>
                  </a:lnTo>
                  <a:lnTo>
                    <a:pt x="190391" y="349792"/>
                  </a:lnTo>
                  <a:lnTo>
                    <a:pt x="189976" y="349956"/>
                  </a:lnTo>
                  <a:lnTo>
                    <a:pt x="189528" y="349687"/>
                  </a:lnTo>
                  <a:lnTo>
                    <a:pt x="189323" y="349625"/>
                  </a:lnTo>
                  <a:lnTo>
                    <a:pt x="189026" y="350083"/>
                  </a:lnTo>
                  <a:lnTo>
                    <a:pt x="189003" y="350263"/>
                  </a:lnTo>
                  <a:lnTo>
                    <a:pt x="189078" y="350652"/>
                  </a:lnTo>
                  <a:lnTo>
                    <a:pt x="188709" y="350437"/>
                  </a:lnTo>
                  <a:lnTo>
                    <a:pt x="188240" y="350410"/>
                  </a:lnTo>
                  <a:lnTo>
                    <a:pt x="187937" y="350561"/>
                  </a:lnTo>
                  <a:lnTo>
                    <a:pt x="187591" y="350968"/>
                  </a:lnTo>
                  <a:lnTo>
                    <a:pt x="187406" y="351064"/>
                  </a:lnTo>
                  <a:lnTo>
                    <a:pt x="186743" y="351810"/>
                  </a:lnTo>
                  <a:lnTo>
                    <a:pt x="186895" y="352045"/>
                  </a:lnTo>
                  <a:lnTo>
                    <a:pt x="187120" y="352122"/>
                  </a:lnTo>
                  <a:lnTo>
                    <a:pt x="187419" y="352195"/>
                  </a:lnTo>
                  <a:lnTo>
                    <a:pt x="187897" y="352022"/>
                  </a:lnTo>
                  <a:lnTo>
                    <a:pt x="188075" y="352319"/>
                  </a:lnTo>
                  <a:lnTo>
                    <a:pt x="187890" y="352584"/>
                  </a:lnTo>
                  <a:lnTo>
                    <a:pt x="187422" y="352728"/>
                  </a:lnTo>
                  <a:lnTo>
                    <a:pt x="187878" y="353506"/>
                  </a:lnTo>
                  <a:lnTo>
                    <a:pt x="188080" y="353719"/>
                  </a:lnTo>
                  <a:lnTo>
                    <a:pt x="188297" y="354006"/>
                  </a:lnTo>
                  <a:lnTo>
                    <a:pt x="188540" y="354388"/>
                  </a:lnTo>
                  <a:lnTo>
                    <a:pt x="188928" y="354718"/>
                  </a:lnTo>
                  <a:lnTo>
                    <a:pt x="189440" y="354654"/>
                  </a:lnTo>
                  <a:lnTo>
                    <a:pt x="189654" y="355120"/>
                  </a:lnTo>
                  <a:lnTo>
                    <a:pt x="189958" y="355540"/>
                  </a:lnTo>
                  <a:lnTo>
                    <a:pt x="189944" y="355754"/>
                  </a:lnTo>
                  <a:lnTo>
                    <a:pt x="189536" y="355755"/>
                  </a:lnTo>
                  <a:lnTo>
                    <a:pt x="188451" y="355536"/>
                  </a:lnTo>
                  <a:lnTo>
                    <a:pt x="188567" y="355673"/>
                  </a:lnTo>
                  <a:lnTo>
                    <a:pt x="188806" y="355951"/>
                  </a:lnTo>
                  <a:lnTo>
                    <a:pt x="188959" y="356128"/>
                  </a:lnTo>
                  <a:lnTo>
                    <a:pt x="189447" y="356293"/>
                  </a:lnTo>
                  <a:lnTo>
                    <a:pt x="189469" y="356700"/>
                  </a:lnTo>
                  <a:lnTo>
                    <a:pt x="189398" y="357252"/>
                  </a:lnTo>
                  <a:lnTo>
                    <a:pt x="189132" y="357576"/>
                  </a:lnTo>
                  <a:lnTo>
                    <a:pt x="189088" y="357393"/>
                  </a:lnTo>
                  <a:lnTo>
                    <a:pt x="188650" y="357552"/>
                  </a:lnTo>
                  <a:lnTo>
                    <a:pt x="188698" y="357831"/>
                  </a:lnTo>
                  <a:lnTo>
                    <a:pt x="188275" y="357554"/>
                  </a:lnTo>
                  <a:lnTo>
                    <a:pt x="188237" y="357187"/>
                  </a:lnTo>
                  <a:lnTo>
                    <a:pt x="187707" y="357040"/>
                  </a:lnTo>
                  <a:lnTo>
                    <a:pt x="187513" y="357473"/>
                  </a:lnTo>
                  <a:lnTo>
                    <a:pt x="187365" y="358430"/>
                  </a:lnTo>
                  <a:lnTo>
                    <a:pt x="187383" y="358566"/>
                  </a:lnTo>
                  <a:lnTo>
                    <a:pt x="187401" y="358696"/>
                  </a:lnTo>
                  <a:lnTo>
                    <a:pt x="187359" y="358848"/>
                  </a:lnTo>
                  <a:lnTo>
                    <a:pt x="187210" y="359130"/>
                  </a:lnTo>
                  <a:lnTo>
                    <a:pt x="186712" y="358693"/>
                  </a:lnTo>
                  <a:lnTo>
                    <a:pt x="185365" y="358786"/>
                  </a:lnTo>
                  <a:lnTo>
                    <a:pt x="185343" y="359054"/>
                  </a:lnTo>
                  <a:lnTo>
                    <a:pt x="185328" y="359532"/>
                  </a:lnTo>
                  <a:lnTo>
                    <a:pt x="185437" y="359938"/>
                  </a:lnTo>
                  <a:lnTo>
                    <a:pt x="185203" y="360115"/>
                  </a:lnTo>
                  <a:lnTo>
                    <a:pt x="184954" y="360301"/>
                  </a:lnTo>
                  <a:lnTo>
                    <a:pt x="184640" y="360397"/>
                  </a:lnTo>
                  <a:lnTo>
                    <a:pt x="184440" y="360222"/>
                  </a:lnTo>
                  <a:lnTo>
                    <a:pt x="184165" y="359878"/>
                  </a:lnTo>
                  <a:lnTo>
                    <a:pt x="183624" y="359829"/>
                  </a:lnTo>
                  <a:lnTo>
                    <a:pt x="183336" y="359838"/>
                  </a:lnTo>
                  <a:lnTo>
                    <a:pt x="183057" y="359454"/>
                  </a:lnTo>
                  <a:lnTo>
                    <a:pt x="182836" y="359638"/>
                  </a:lnTo>
                  <a:lnTo>
                    <a:pt x="182653" y="359792"/>
                  </a:lnTo>
                  <a:lnTo>
                    <a:pt x="182274" y="360487"/>
                  </a:lnTo>
                  <a:lnTo>
                    <a:pt x="181948" y="360789"/>
                  </a:lnTo>
                  <a:lnTo>
                    <a:pt x="182276" y="361059"/>
                  </a:lnTo>
                  <a:lnTo>
                    <a:pt x="182436" y="361017"/>
                  </a:lnTo>
                  <a:lnTo>
                    <a:pt x="182450" y="361413"/>
                  </a:lnTo>
                  <a:lnTo>
                    <a:pt x="182125" y="361267"/>
                  </a:lnTo>
                  <a:lnTo>
                    <a:pt x="181728" y="361448"/>
                  </a:lnTo>
                  <a:lnTo>
                    <a:pt x="181032" y="360966"/>
                  </a:lnTo>
                  <a:lnTo>
                    <a:pt x="180942" y="360629"/>
                  </a:lnTo>
                  <a:lnTo>
                    <a:pt x="180372" y="360371"/>
                  </a:lnTo>
                  <a:lnTo>
                    <a:pt x="180157" y="360074"/>
                  </a:lnTo>
                  <a:lnTo>
                    <a:pt x="180121" y="359703"/>
                  </a:lnTo>
                  <a:lnTo>
                    <a:pt x="179425" y="359366"/>
                  </a:lnTo>
                  <a:lnTo>
                    <a:pt x="179038" y="359743"/>
                  </a:lnTo>
                  <a:lnTo>
                    <a:pt x="178916" y="360164"/>
                  </a:lnTo>
                  <a:lnTo>
                    <a:pt x="179117" y="360696"/>
                  </a:lnTo>
                  <a:lnTo>
                    <a:pt x="179123" y="360856"/>
                  </a:lnTo>
                  <a:lnTo>
                    <a:pt x="178584" y="360629"/>
                  </a:lnTo>
                  <a:lnTo>
                    <a:pt x="178259" y="360420"/>
                  </a:lnTo>
                  <a:lnTo>
                    <a:pt x="178058" y="360409"/>
                  </a:lnTo>
                  <a:lnTo>
                    <a:pt x="177688" y="360345"/>
                  </a:lnTo>
                  <a:lnTo>
                    <a:pt x="177218" y="360078"/>
                  </a:lnTo>
                  <a:lnTo>
                    <a:pt x="176906" y="359508"/>
                  </a:lnTo>
                  <a:lnTo>
                    <a:pt x="176808" y="359240"/>
                  </a:lnTo>
                  <a:lnTo>
                    <a:pt x="176856" y="358926"/>
                  </a:lnTo>
                  <a:lnTo>
                    <a:pt x="176676" y="358827"/>
                  </a:lnTo>
                  <a:lnTo>
                    <a:pt x="176456" y="359020"/>
                  </a:lnTo>
                  <a:lnTo>
                    <a:pt x="176146" y="358844"/>
                  </a:lnTo>
                  <a:lnTo>
                    <a:pt x="176054" y="358550"/>
                  </a:lnTo>
                  <a:lnTo>
                    <a:pt x="175853" y="358634"/>
                  </a:lnTo>
                  <a:lnTo>
                    <a:pt x="175930" y="359009"/>
                  </a:lnTo>
                  <a:lnTo>
                    <a:pt x="176036" y="359390"/>
                  </a:lnTo>
                  <a:lnTo>
                    <a:pt x="175856" y="359531"/>
                  </a:lnTo>
                  <a:lnTo>
                    <a:pt x="175291" y="359487"/>
                  </a:lnTo>
                  <a:lnTo>
                    <a:pt x="174845" y="359195"/>
                  </a:lnTo>
                  <a:lnTo>
                    <a:pt x="174294" y="358996"/>
                  </a:lnTo>
                  <a:lnTo>
                    <a:pt x="173547" y="358918"/>
                  </a:lnTo>
                  <a:lnTo>
                    <a:pt x="173023" y="358858"/>
                  </a:lnTo>
                  <a:lnTo>
                    <a:pt x="172790" y="358883"/>
                  </a:lnTo>
                  <a:lnTo>
                    <a:pt x="172673" y="359143"/>
                  </a:lnTo>
                  <a:lnTo>
                    <a:pt x="172688" y="359354"/>
                  </a:lnTo>
                  <a:lnTo>
                    <a:pt x="172634" y="359625"/>
                  </a:lnTo>
                  <a:lnTo>
                    <a:pt x="172462" y="359199"/>
                  </a:lnTo>
                  <a:lnTo>
                    <a:pt x="172221" y="359105"/>
                  </a:lnTo>
                  <a:lnTo>
                    <a:pt x="171744" y="359041"/>
                  </a:lnTo>
                  <a:lnTo>
                    <a:pt x="171341" y="359165"/>
                  </a:lnTo>
                  <a:lnTo>
                    <a:pt x="171180" y="359775"/>
                  </a:lnTo>
                  <a:lnTo>
                    <a:pt x="171039" y="359774"/>
                  </a:lnTo>
                  <a:lnTo>
                    <a:pt x="170820" y="359807"/>
                  </a:lnTo>
                  <a:lnTo>
                    <a:pt x="170201" y="360091"/>
                  </a:lnTo>
                  <a:lnTo>
                    <a:pt x="170056" y="360273"/>
                  </a:lnTo>
                  <a:lnTo>
                    <a:pt x="169947" y="360411"/>
                  </a:lnTo>
                  <a:lnTo>
                    <a:pt x="169547" y="361089"/>
                  </a:lnTo>
                  <a:lnTo>
                    <a:pt x="169293" y="361278"/>
                  </a:lnTo>
                  <a:lnTo>
                    <a:pt x="169098" y="361352"/>
                  </a:lnTo>
                  <a:lnTo>
                    <a:pt x="168902" y="361454"/>
                  </a:lnTo>
                  <a:lnTo>
                    <a:pt x="168933" y="362120"/>
                  </a:lnTo>
                  <a:lnTo>
                    <a:pt x="169116" y="362825"/>
                  </a:lnTo>
                  <a:lnTo>
                    <a:pt x="169492" y="363281"/>
                  </a:lnTo>
                  <a:lnTo>
                    <a:pt x="169632" y="363415"/>
                  </a:lnTo>
                  <a:lnTo>
                    <a:pt x="169855" y="363567"/>
                  </a:lnTo>
                  <a:lnTo>
                    <a:pt x="169988" y="363662"/>
                  </a:lnTo>
                  <a:lnTo>
                    <a:pt x="169881" y="363852"/>
                  </a:lnTo>
                  <a:lnTo>
                    <a:pt x="169784" y="364326"/>
                  </a:lnTo>
                  <a:lnTo>
                    <a:pt x="169978" y="364491"/>
                  </a:lnTo>
                  <a:lnTo>
                    <a:pt x="170147" y="364573"/>
                  </a:lnTo>
                  <a:lnTo>
                    <a:pt x="170194" y="365031"/>
                  </a:lnTo>
                  <a:lnTo>
                    <a:pt x="170229" y="365370"/>
                  </a:lnTo>
                  <a:lnTo>
                    <a:pt x="170590" y="365988"/>
                  </a:lnTo>
                  <a:lnTo>
                    <a:pt x="170696" y="366872"/>
                  </a:lnTo>
                  <a:lnTo>
                    <a:pt x="170063" y="366719"/>
                  </a:lnTo>
                  <a:lnTo>
                    <a:pt x="169941" y="366884"/>
                  </a:lnTo>
                  <a:lnTo>
                    <a:pt x="169772" y="367385"/>
                  </a:lnTo>
                  <a:lnTo>
                    <a:pt x="169736" y="367661"/>
                  </a:lnTo>
                  <a:lnTo>
                    <a:pt x="169686" y="368045"/>
                  </a:lnTo>
                  <a:lnTo>
                    <a:pt x="169683" y="368625"/>
                  </a:lnTo>
                  <a:lnTo>
                    <a:pt x="169621" y="368819"/>
                  </a:lnTo>
                  <a:lnTo>
                    <a:pt x="169246" y="369186"/>
                  </a:lnTo>
                  <a:lnTo>
                    <a:pt x="169335" y="369645"/>
                  </a:lnTo>
                  <a:lnTo>
                    <a:pt x="169633" y="369926"/>
                  </a:lnTo>
                  <a:lnTo>
                    <a:pt x="170156" y="370483"/>
                  </a:lnTo>
                  <a:lnTo>
                    <a:pt x="170254" y="370734"/>
                  </a:lnTo>
                  <a:lnTo>
                    <a:pt x="170260" y="370972"/>
                  </a:lnTo>
                  <a:lnTo>
                    <a:pt x="170473" y="371597"/>
                  </a:lnTo>
                  <a:lnTo>
                    <a:pt x="170766" y="371490"/>
                  </a:lnTo>
                  <a:lnTo>
                    <a:pt x="171282" y="371477"/>
                  </a:lnTo>
                  <a:lnTo>
                    <a:pt x="171203" y="371882"/>
                  </a:lnTo>
                  <a:lnTo>
                    <a:pt x="171019" y="372435"/>
                  </a:lnTo>
                  <a:lnTo>
                    <a:pt x="171010" y="373210"/>
                  </a:lnTo>
                  <a:lnTo>
                    <a:pt x="171289" y="373353"/>
                  </a:lnTo>
                  <a:lnTo>
                    <a:pt x="171583" y="373834"/>
                  </a:lnTo>
                  <a:lnTo>
                    <a:pt x="171634" y="374044"/>
                  </a:lnTo>
                  <a:lnTo>
                    <a:pt x="171660" y="374272"/>
                  </a:lnTo>
                  <a:lnTo>
                    <a:pt x="171912" y="374575"/>
                  </a:lnTo>
                  <a:lnTo>
                    <a:pt x="171726" y="375046"/>
                  </a:lnTo>
                  <a:lnTo>
                    <a:pt x="171561" y="375257"/>
                  </a:lnTo>
                  <a:lnTo>
                    <a:pt x="171653" y="376001"/>
                  </a:lnTo>
                  <a:lnTo>
                    <a:pt x="171666" y="376135"/>
                  </a:lnTo>
                  <a:lnTo>
                    <a:pt x="171762" y="376696"/>
                  </a:lnTo>
                  <a:lnTo>
                    <a:pt x="171782" y="377159"/>
                  </a:lnTo>
                  <a:lnTo>
                    <a:pt x="171838" y="377631"/>
                  </a:lnTo>
                  <a:lnTo>
                    <a:pt x="171379" y="377821"/>
                  </a:lnTo>
                  <a:lnTo>
                    <a:pt x="171305" y="377972"/>
                  </a:lnTo>
                  <a:lnTo>
                    <a:pt x="171240" y="378495"/>
                  </a:lnTo>
                  <a:lnTo>
                    <a:pt x="171234" y="378932"/>
                  </a:lnTo>
                  <a:lnTo>
                    <a:pt x="170425" y="379724"/>
                  </a:lnTo>
                  <a:lnTo>
                    <a:pt x="169841" y="379902"/>
                  </a:lnTo>
                  <a:lnTo>
                    <a:pt x="169606" y="380154"/>
                  </a:lnTo>
                  <a:lnTo>
                    <a:pt x="169463" y="380298"/>
                  </a:lnTo>
                  <a:lnTo>
                    <a:pt x="168939" y="380404"/>
                  </a:lnTo>
                  <a:lnTo>
                    <a:pt x="168716" y="380606"/>
                  </a:lnTo>
                  <a:lnTo>
                    <a:pt x="168435" y="380963"/>
                  </a:lnTo>
                  <a:lnTo>
                    <a:pt x="168340" y="381133"/>
                  </a:lnTo>
                  <a:lnTo>
                    <a:pt x="168117" y="381289"/>
                  </a:lnTo>
                  <a:lnTo>
                    <a:pt x="167557" y="381513"/>
                  </a:lnTo>
                  <a:lnTo>
                    <a:pt x="167272" y="381446"/>
                  </a:lnTo>
                  <a:lnTo>
                    <a:pt x="166738" y="381682"/>
                  </a:lnTo>
                  <a:lnTo>
                    <a:pt x="166361" y="381532"/>
                  </a:lnTo>
                  <a:lnTo>
                    <a:pt x="166076" y="381882"/>
                  </a:lnTo>
                  <a:lnTo>
                    <a:pt x="166149" y="382043"/>
                  </a:lnTo>
                  <a:lnTo>
                    <a:pt x="166249" y="382201"/>
                  </a:lnTo>
                  <a:lnTo>
                    <a:pt x="166391" y="382445"/>
                  </a:lnTo>
                  <a:lnTo>
                    <a:pt x="166301" y="382654"/>
                  </a:lnTo>
                  <a:lnTo>
                    <a:pt x="166141" y="382976"/>
                  </a:lnTo>
                  <a:lnTo>
                    <a:pt x="165744" y="383228"/>
                  </a:lnTo>
                  <a:lnTo>
                    <a:pt x="165542" y="383158"/>
                  </a:lnTo>
                  <a:lnTo>
                    <a:pt x="165421" y="382845"/>
                  </a:lnTo>
                  <a:lnTo>
                    <a:pt x="164997" y="382606"/>
                  </a:lnTo>
                  <a:lnTo>
                    <a:pt x="164593" y="382573"/>
                  </a:lnTo>
                  <a:lnTo>
                    <a:pt x="164362" y="382246"/>
                  </a:lnTo>
                  <a:lnTo>
                    <a:pt x="164032" y="381632"/>
                  </a:lnTo>
                  <a:lnTo>
                    <a:pt x="164057" y="381335"/>
                  </a:lnTo>
                  <a:lnTo>
                    <a:pt x="163356" y="380809"/>
                  </a:lnTo>
                  <a:lnTo>
                    <a:pt x="163168" y="380793"/>
                  </a:lnTo>
                  <a:lnTo>
                    <a:pt x="162666" y="380305"/>
                  </a:lnTo>
                  <a:lnTo>
                    <a:pt x="162612" y="379672"/>
                  </a:lnTo>
                  <a:lnTo>
                    <a:pt x="162102" y="378848"/>
                  </a:lnTo>
                  <a:lnTo>
                    <a:pt x="161866" y="378729"/>
                  </a:lnTo>
                  <a:lnTo>
                    <a:pt x="161659" y="378733"/>
                  </a:lnTo>
                  <a:lnTo>
                    <a:pt x="161497" y="378734"/>
                  </a:lnTo>
                  <a:lnTo>
                    <a:pt x="161280" y="378585"/>
                  </a:lnTo>
                  <a:lnTo>
                    <a:pt x="161159" y="378138"/>
                  </a:lnTo>
                  <a:lnTo>
                    <a:pt x="161058" y="377900"/>
                  </a:lnTo>
                  <a:lnTo>
                    <a:pt x="160741" y="377622"/>
                  </a:lnTo>
                  <a:lnTo>
                    <a:pt x="160865" y="377217"/>
                  </a:lnTo>
                  <a:lnTo>
                    <a:pt x="161079" y="376822"/>
                  </a:lnTo>
                  <a:lnTo>
                    <a:pt x="160803" y="376528"/>
                  </a:lnTo>
                  <a:lnTo>
                    <a:pt x="160719" y="376149"/>
                  </a:lnTo>
                  <a:lnTo>
                    <a:pt x="160661" y="375889"/>
                  </a:lnTo>
                  <a:lnTo>
                    <a:pt x="160625" y="375726"/>
                  </a:lnTo>
                  <a:lnTo>
                    <a:pt x="160594" y="375473"/>
                  </a:lnTo>
                  <a:lnTo>
                    <a:pt x="160603" y="375257"/>
                  </a:lnTo>
                  <a:lnTo>
                    <a:pt x="160384" y="374938"/>
                  </a:lnTo>
                  <a:lnTo>
                    <a:pt x="160076" y="374931"/>
                  </a:lnTo>
                  <a:lnTo>
                    <a:pt x="159879" y="374814"/>
                  </a:lnTo>
                  <a:lnTo>
                    <a:pt x="159464" y="374930"/>
                  </a:lnTo>
                  <a:lnTo>
                    <a:pt x="159031" y="374970"/>
                  </a:lnTo>
                  <a:lnTo>
                    <a:pt x="158742" y="374914"/>
                  </a:lnTo>
                  <a:lnTo>
                    <a:pt x="158549" y="374837"/>
                  </a:lnTo>
                  <a:lnTo>
                    <a:pt x="158446" y="374651"/>
                  </a:lnTo>
                  <a:lnTo>
                    <a:pt x="158360" y="374453"/>
                  </a:lnTo>
                  <a:lnTo>
                    <a:pt x="158199" y="374171"/>
                  </a:lnTo>
                  <a:lnTo>
                    <a:pt x="158019" y="374269"/>
                  </a:lnTo>
                  <a:lnTo>
                    <a:pt x="158006" y="374055"/>
                  </a:lnTo>
                  <a:lnTo>
                    <a:pt x="157958" y="373630"/>
                  </a:lnTo>
                  <a:lnTo>
                    <a:pt x="157657" y="373763"/>
                  </a:lnTo>
                  <a:lnTo>
                    <a:pt x="157645" y="373934"/>
                  </a:lnTo>
                  <a:lnTo>
                    <a:pt x="157607" y="374139"/>
                  </a:lnTo>
                  <a:lnTo>
                    <a:pt x="157260" y="374458"/>
                  </a:lnTo>
                  <a:lnTo>
                    <a:pt x="156812" y="374828"/>
                  </a:lnTo>
                  <a:lnTo>
                    <a:pt x="156562" y="375104"/>
                  </a:lnTo>
                  <a:lnTo>
                    <a:pt x="156386" y="375289"/>
                  </a:lnTo>
                  <a:lnTo>
                    <a:pt x="155900" y="375607"/>
                  </a:lnTo>
                  <a:lnTo>
                    <a:pt x="155824" y="375904"/>
                  </a:lnTo>
                  <a:lnTo>
                    <a:pt x="155780" y="376140"/>
                  </a:lnTo>
                  <a:lnTo>
                    <a:pt x="155188" y="376788"/>
                  </a:lnTo>
                  <a:lnTo>
                    <a:pt x="155264" y="376951"/>
                  </a:lnTo>
                  <a:lnTo>
                    <a:pt x="154934" y="377039"/>
                  </a:lnTo>
                  <a:lnTo>
                    <a:pt x="154736" y="376224"/>
                  </a:lnTo>
                  <a:lnTo>
                    <a:pt x="154902" y="376021"/>
                  </a:lnTo>
                  <a:lnTo>
                    <a:pt x="154566" y="375732"/>
                  </a:lnTo>
                  <a:lnTo>
                    <a:pt x="154602" y="375300"/>
                  </a:lnTo>
                  <a:lnTo>
                    <a:pt x="154387" y="375277"/>
                  </a:lnTo>
                  <a:lnTo>
                    <a:pt x="154068" y="375158"/>
                  </a:lnTo>
                  <a:lnTo>
                    <a:pt x="154029" y="374888"/>
                  </a:lnTo>
                  <a:lnTo>
                    <a:pt x="153886" y="374359"/>
                  </a:lnTo>
                  <a:lnTo>
                    <a:pt x="153776" y="374168"/>
                  </a:lnTo>
                  <a:lnTo>
                    <a:pt x="153757" y="373613"/>
                  </a:lnTo>
                  <a:lnTo>
                    <a:pt x="153728" y="373380"/>
                  </a:lnTo>
                  <a:lnTo>
                    <a:pt x="153652" y="373096"/>
                  </a:lnTo>
                  <a:lnTo>
                    <a:pt x="153467" y="373052"/>
                  </a:lnTo>
                  <a:lnTo>
                    <a:pt x="153462" y="372332"/>
                  </a:lnTo>
                  <a:lnTo>
                    <a:pt x="153486" y="372053"/>
                  </a:lnTo>
                  <a:lnTo>
                    <a:pt x="153372" y="371716"/>
                  </a:lnTo>
                  <a:lnTo>
                    <a:pt x="153281" y="371468"/>
                  </a:lnTo>
                  <a:lnTo>
                    <a:pt x="153228" y="371191"/>
                  </a:lnTo>
                  <a:lnTo>
                    <a:pt x="153395" y="371118"/>
                  </a:lnTo>
                  <a:lnTo>
                    <a:pt x="154127" y="370925"/>
                  </a:lnTo>
                  <a:lnTo>
                    <a:pt x="154212" y="370758"/>
                  </a:lnTo>
                  <a:lnTo>
                    <a:pt x="154498" y="370653"/>
                  </a:lnTo>
                  <a:lnTo>
                    <a:pt x="154649" y="370514"/>
                  </a:lnTo>
                  <a:lnTo>
                    <a:pt x="154417" y="370077"/>
                  </a:lnTo>
                  <a:lnTo>
                    <a:pt x="154271" y="370032"/>
                  </a:lnTo>
                  <a:lnTo>
                    <a:pt x="153668" y="370304"/>
                  </a:lnTo>
                  <a:lnTo>
                    <a:pt x="153717" y="370693"/>
                  </a:lnTo>
                  <a:lnTo>
                    <a:pt x="153274" y="370970"/>
                  </a:lnTo>
                  <a:lnTo>
                    <a:pt x="153138" y="370384"/>
                  </a:lnTo>
                  <a:lnTo>
                    <a:pt x="152990" y="370517"/>
                  </a:lnTo>
                  <a:lnTo>
                    <a:pt x="152590" y="370627"/>
                  </a:lnTo>
                  <a:lnTo>
                    <a:pt x="152402" y="370679"/>
                  </a:lnTo>
                  <a:lnTo>
                    <a:pt x="151853" y="370810"/>
                  </a:lnTo>
                  <a:lnTo>
                    <a:pt x="151197" y="370773"/>
                  </a:lnTo>
                  <a:lnTo>
                    <a:pt x="150809" y="370505"/>
                  </a:lnTo>
                  <a:lnTo>
                    <a:pt x="151082" y="370004"/>
                  </a:lnTo>
                  <a:lnTo>
                    <a:pt x="150774" y="369333"/>
                  </a:lnTo>
                  <a:lnTo>
                    <a:pt x="150327" y="369297"/>
                  </a:lnTo>
                  <a:lnTo>
                    <a:pt x="150017" y="369159"/>
                  </a:lnTo>
                  <a:lnTo>
                    <a:pt x="149626" y="369099"/>
                  </a:lnTo>
                  <a:lnTo>
                    <a:pt x="149281" y="368990"/>
                  </a:lnTo>
                  <a:lnTo>
                    <a:pt x="149102" y="368933"/>
                  </a:lnTo>
                  <a:lnTo>
                    <a:pt x="148890" y="368826"/>
                  </a:lnTo>
                  <a:lnTo>
                    <a:pt x="148582" y="368733"/>
                  </a:lnTo>
                  <a:lnTo>
                    <a:pt x="148031" y="368777"/>
                  </a:lnTo>
                  <a:lnTo>
                    <a:pt x="147227" y="368875"/>
                  </a:lnTo>
                  <a:lnTo>
                    <a:pt x="146644" y="368605"/>
                  </a:lnTo>
                  <a:lnTo>
                    <a:pt x="146215" y="368231"/>
                  </a:lnTo>
                  <a:lnTo>
                    <a:pt x="145522" y="368334"/>
                  </a:lnTo>
                  <a:lnTo>
                    <a:pt x="145220" y="368727"/>
                  </a:lnTo>
                  <a:lnTo>
                    <a:pt x="145060" y="368736"/>
                  </a:lnTo>
                  <a:lnTo>
                    <a:pt x="144801" y="368489"/>
                  </a:lnTo>
                  <a:lnTo>
                    <a:pt x="144653" y="368898"/>
                  </a:lnTo>
                  <a:lnTo>
                    <a:pt x="144625" y="369082"/>
                  </a:lnTo>
                  <a:lnTo>
                    <a:pt x="144579" y="369482"/>
                  </a:lnTo>
                  <a:lnTo>
                    <a:pt x="144520" y="369661"/>
                  </a:lnTo>
                  <a:lnTo>
                    <a:pt x="144324" y="369896"/>
                  </a:lnTo>
                  <a:lnTo>
                    <a:pt x="144211" y="370144"/>
                  </a:lnTo>
                  <a:lnTo>
                    <a:pt x="144199" y="370283"/>
                  </a:lnTo>
                  <a:lnTo>
                    <a:pt x="144111" y="370540"/>
                  </a:lnTo>
                  <a:lnTo>
                    <a:pt x="143848" y="371001"/>
                  </a:lnTo>
                  <a:lnTo>
                    <a:pt x="143661" y="371025"/>
                  </a:lnTo>
                  <a:lnTo>
                    <a:pt x="143339" y="370739"/>
                  </a:lnTo>
                  <a:lnTo>
                    <a:pt x="143322" y="370111"/>
                  </a:lnTo>
                  <a:lnTo>
                    <a:pt x="143289" y="369606"/>
                  </a:lnTo>
                  <a:lnTo>
                    <a:pt x="143413" y="369391"/>
                  </a:lnTo>
                  <a:lnTo>
                    <a:pt x="143393" y="369077"/>
                  </a:lnTo>
                  <a:lnTo>
                    <a:pt x="143340" y="368670"/>
                  </a:lnTo>
                  <a:lnTo>
                    <a:pt x="143021" y="368609"/>
                  </a:lnTo>
                  <a:lnTo>
                    <a:pt x="142835" y="368478"/>
                  </a:lnTo>
                  <a:lnTo>
                    <a:pt x="142782" y="367832"/>
                  </a:lnTo>
                  <a:lnTo>
                    <a:pt x="142855" y="367564"/>
                  </a:lnTo>
                  <a:lnTo>
                    <a:pt x="142618" y="367066"/>
                  </a:lnTo>
                  <a:lnTo>
                    <a:pt x="142493" y="366869"/>
                  </a:lnTo>
                  <a:lnTo>
                    <a:pt x="142412" y="367030"/>
                  </a:lnTo>
                  <a:lnTo>
                    <a:pt x="142197" y="367205"/>
                  </a:lnTo>
                  <a:lnTo>
                    <a:pt x="141832" y="367400"/>
                  </a:lnTo>
                  <a:lnTo>
                    <a:pt x="141501" y="367037"/>
                  </a:lnTo>
                  <a:lnTo>
                    <a:pt x="141418" y="366906"/>
                  </a:lnTo>
                  <a:lnTo>
                    <a:pt x="141270" y="366692"/>
                  </a:lnTo>
                  <a:lnTo>
                    <a:pt x="140992" y="366258"/>
                  </a:lnTo>
                  <a:lnTo>
                    <a:pt x="141215" y="366072"/>
                  </a:lnTo>
                  <a:lnTo>
                    <a:pt x="140997" y="365756"/>
                  </a:lnTo>
                  <a:lnTo>
                    <a:pt x="140728" y="365624"/>
                  </a:lnTo>
                  <a:lnTo>
                    <a:pt x="140405" y="365617"/>
                  </a:lnTo>
                  <a:lnTo>
                    <a:pt x="140124" y="365466"/>
                  </a:lnTo>
                  <a:lnTo>
                    <a:pt x="139923" y="365208"/>
                  </a:lnTo>
                  <a:lnTo>
                    <a:pt x="139658" y="365214"/>
                  </a:lnTo>
                  <a:lnTo>
                    <a:pt x="139714" y="364936"/>
                  </a:lnTo>
                  <a:lnTo>
                    <a:pt x="139892" y="364928"/>
                  </a:lnTo>
                  <a:lnTo>
                    <a:pt x="140118" y="364816"/>
                  </a:lnTo>
                  <a:lnTo>
                    <a:pt x="139860" y="364402"/>
                  </a:lnTo>
                  <a:lnTo>
                    <a:pt x="139410" y="364286"/>
                  </a:lnTo>
                  <a:lnTo>
                    <a:pt x="139253" y="363956"/>
                  </a:lnTo>
                  <a:lnTo>
                    <a:pt x="139084" y="363872"/>
                  </a:lnTo>
                  <a:lnTo>
                    <a:pt x="138794" y="363908"/>
                  </a:lnTo>
                  <a:lnTo>
                    <a:pt x="138595" y="363666"/>
                  </a:lnTo>
                  <a:lnTo>
                    <a:pt x="138356" y="363451"/>
                  </a:lnTo>
                  <a:lnTo>
                    <a:pt x="138133" y="363158"/>
                  </a:lnTo>
                  <a:lnTo>
                    <a:pt x="138312" y="362933"/>
                  </a:lnTo>
                  <a:lnTo>
                    <a:pt x="138449" y="362655"/>
                  </a:lnTo>
                  <a:lnTo>
                    <a:pt x="138539" y="362055"/>
                  </a:lnTo>
                  <a:lnTo>
                    <a:pt x="138276" y="361907"/>
                  </a:lnTo>
                  <a:lnTo>
                    <a:pt x="137704" y="361557"/>
                  </a:lnTo>
                  <a:lnTo>
                    <a:pt x="137190" y="361541"/>
                  </a:lnTo>
                  <a:lnTo>
                    <a:pt x="137323" y="360766"/>
                  </a:lnTo>
                  <a:lnTo>
                    <a:pt x="137808" y="360706"/>
                  </a:lnTo>
                  <a:lnTo>
                    <a:pt x="138113" y="360138"/>
                  </a:lnTo>
                  <a:lnTo>
                    <a:pt x="138627" y="359710"/>
                  </a:lnTo>
                  <a:lnTo>
                    <a:pt x="138670" y="360113"/>
                  </a:lnTo>
                  <a:lnTo>
                    <a:pt x="138692" y="360294"/>
                  </a:lnTo>
                  <a:lnTo>
                    <a:pt x="138821" y="360824"/>
                  </a:lnTo>
                  <a:lnTo>
                    <a:pt x="139455" y="360668"/>
                  </a:lnTo>
                  <a:lnTo>
                    <a:pt x="139784" y="360298"/>
                  </a:lnTo>
                  <a:lnTo>
                    <a:pt x="139989" y="360014"/>
                  </a:lnTo>
                  <a:lnTo>
                    <a:pt x="140113" y="359721"/>
                  </a:lnTo>
                  <a:lnTo>
                    <a:pt x="139872" y="359321"/>
                  </a:lnTo>
                  <a:lnTo>
                    <a:pt x="139477" y="359272"/>
                  </a:lnTo>
                  <a:lnTo>
                    <a:pt x="139267" y="359457"/>
                  </a:lnTo>
                  <a:lnTo>
                    <a:pt x="139162" y="359753"/>
                  </a:lnTo>
                  <a:lnTo>
                    <a:pt x="138657" y="359181"/>
                  </a:lnTo>
                  <a:lnTo>
                    <a:pt x="138156" y="358897"/>
                  </a:lnTo>
                  <a:lnTo>
                    <a:pt x="137925" y="359045"/>
                  </a:lnTo>
                  <a:lnTo>
                    <a:pt x="137589" y="359220"/>
                  </a:lnTo>
                  <a:lnTo>
                    <a:pt x="137114" y="359025"/>
                  </a:lnTo>
                  <a:lnTo>
                    <a:pt x="137144" y="358736"/>
                  </a:lnTo>
                  <a:lnTo>
                    <a:pt x="137119" y="358531"/>
                  </a:lnTo>
                  <a:lnTo>
                    <a:pt x="136511" y="358823"/>
                  </a:lnTo>
                  <a:lnTo>
                    <a:pt x="136279" y="358393"/>
                  </a:lnTo>
                  <a:lnTo>
                    <a:pt x="135373" y="358790"/>
                  </a:lnTo>
                  <a:lnTo>
                    <a:pt x="134874" y="359072"/>
                  </a:lnTo>
                  <a:lnTo>
                    <a:pt x="134590" y="359239"/>
                  </a:lnTo>
                  <a:lnTo>
                    <a:pt x="134365" y="359370"/>
                  </a:lnTo>
                  <a:lnTo>
                    <a:pt x="134184" y="359463"/>
                  </a:lnTo>
                  <a:lnTo>
                    <a:pt x="133784" y="359559"/>
                  </a:lnTo>
                  <a:lnTo>
                    <a:pt x="133403" y="359619"/>
                  </a:lnTo>
                  <a:lnTo>
                    <a:pt x="133131" y="359788"/>
                  </a:lnTo>
                  <a:lnTo>
                    <a:pt x="132826" y="360040"/>
                  </a:lnTo>
                  <a:lnTo>
                    <a:pt x="132408" y="360115"/>
                  </a:lnTo>
                  <a:lnTo>
                    <a:pt x="132279" y="360511"/>
                  </a:lnTo>
                  <a:lnTo>
                    <a:pt x="132356" y="360797"/>
                  </a:lnTo>
                  <a:lnTo>
                    <a:pt x="132139" y="361202"/>
                  </a:lnTo>
                  <a:lnTo>
                    <a:pt x="131756" y="361395"/>
                  </a:lnTo>
                  <a:lnTo>
                    <a:pt x="131657" y="361156"/>
                  </a:lnTo>
                  <a:lnTo>
                    <a:pt x="131575" y="360887"/>
                  </a:lnTo>
                  <a:lnTo>
                    <a:pt x="131899" y="360311"/>
                  </a:lnTo>
                  <a:lnTo>
                    <a:pt x="131846" y="359933"/>
                  </a:lnTo>
                  <a:lnTo>
                    <a:pt x="131595" y="359711"/>
                  </a:lnTo>
                  <a:lnTo>
                    <a:pt x="131403" y="359595"/>
                  </a:lnTo>
                  <a:lnTo>
                    <a:pt x="130977" y="359440"/>
                  </a:lnTo>
                  <a:lnTo>
                    <a:pt x="130658" y="359807"/>
                  </a:lnTo>
                  <a:lnTo>
                    <a:pt x="130500" y="359669"/>
                  </a:lnTo>
                  <a:lnTo>
                    <a:pt x="130311" y="359535"/>
                  </a:lnTo>
                  <a:lnTo>
                    <a:pt x="129970" y="359670"/>
                  </a:lnTo>
                  <a:lnTo>
                    <a:pt x="129820" y="359740"/>
                  </a:lnTo>
                  <a:lnTo>
                    <a:pt x="129473" y="359964"/>
                  </a:lnTo>
                  <a:lnTo>
                    <a:pt x="129258" y="359988"/>
                  </a:lnTo>
                  <a:lnTo>
                    <a:pt x="128198" y="359529"/>
                  </a:lnTo>
                  <a:lnTo>
                    <a:pt x="128041" y="359278"/>
                  </a:lnTo>
                  <a:lnTo>
                    <a:pt x="128035" y="359012"/>
                  </a:lnTo>
                  <a:lnTo>
                    <a:pt x="127820" y="358565"/>
                  </a:lnTo>
                  <a:lnTo>
                    <a:pt x="127567" y="358586"/>
                  </a:lnTo>
                  <a:lnTo>
                    <a:pt x="127050" y="358536"/>
                  </a:lnTo>
                  <a:lnTo>
                    <a:pt x="127089" y="357942"/>
                  </a:lnTo>
                  <a:lnTo>
                    <a:pt x="127171" y="357504"/>
                  </a:lnTo>
                  <a:lnTo>
                    <a:pt x="127011" y="357244"/>
                  </a:lnTo>
                  <a:lnTo>
                    <a:pt x="126692" y="356952"/>
                  </a:lnTo>
                  <a:lnTo>
                    <a:pt x="126341" y="356936"/>
                  </a:lnTo>
                  <a:lnTo>
                    <a:pt x="126086" y="356453"/>
                  </a:lnTo>
                  <a:lnTo>
                    <a:pt x="126069" y="356003"/>
                  </a:lnTo>
                  <a:lnTo>
                    <a:pt x="126076" y="355599"/>
                  </a:lnTo>
                  <a:lnTo>
                    <a:pt x="126067" y="355383"/>
                  </a:lnTo>
                  <a:lnTo>
                    <a:pt x="125864" y="355005"/>
                  </a:lnTo>
                  <a:lnTo>
                    <a:pt x="125501" y="355238"/>
                  </a:lnTo>
                  <a:lnTo>
                    <a:pt x="125500" y="355060"/>
                  </a:lnTo>
                  <a:lnTo>
                    <a:pt x="125335" y="354861"/>
                  </a:lnTo>
                  <a:lnTo>
                    <a:pt x="125062" y="355031"/>
                  </a:lnTo>
                  <a:lnTo>
                    <a:pt x="124846" y="355179"/>
                  </a:lnTo>
                  <a:lnTo>
                    <a:pt x="124641" y="355385"/>
                  </a:lnTo>
                  <a:lnTo>
                    <a:pt x="124430" y="355866"/>
                  </a:lnTo>
                  <a:lnTo>
                    <a:pt x="124285" y="356097"/>
                  </a:lnTo>
                  <a:lnTo>
                    <a:pt x="123825" y="356192"/>
                  </a:lnTo>
                  <a:lnTo>
                    <a:pt x="123653" y="355710"/>
                  </a:lnTo>
                  <a:lnTo>
                    <a:pt x="123780" y="355571"/>
                  </a:lnTo>
                  <a:lnTo>
                    <a:pt x="123953" y="355392"/>
                  </a:lnTo>
                  <a:lnTo>
                    <a:pt x="123851" y="354757"/>
                  </a:lnTo>
                  <a:lnTo>
                    <a:pt x="123747" y="354269"/>
                  </a:lnTo>
                  <a:lnTo>
                    <a:pt x="123590" y="354044"/>
                  </a:lnTo>
                  <a:lnTo>
                    <a:pt x="123619" y="353763"/>
                  </a:lnTo>
                  <a:lnTo>
                    <a:pt x="123943" y="353555"/>
                  </a:lnTo>
                  <a:lnTo>
                    <a:pt x="124619" y="353662"/>
                  </a:lnTo>
                  <a:lnTo>
                    <a:pt x="124658" y="353112"/>
                  </a:lnTo>
                  <a:lnTo>
                    <a:pt x="124418" y="352797"/>
                  </a:lnTo>
                  <a:lnTo>
                    <a:pt x="124184" y="352655"/>
                  </a:lnTo>
                  <a:lnTo>
                    <a:pt x="123669" y="352605"/>
                  </a:lnTo>
                  <a:lnTo>
                    <a:pt x="123437" y="352551"/>
                  </a:lnTo>
                  <a:lnTo>
                    <a:pt x="123081" y="352345"/>
                  </a:lnTo>
                  <a:lnTo>
                    <a:pt x="122861" y="352342"/>
                  </a:lnTo>
                  <a:lnTo>
                    <a:pt x="122624" y="352375"/>
                  </a:lnTo>
                  <a:lnTo>
                    <a:pt x="122391" y="352221"/>
                  </a:lnTo>
                  <a:lnTo>
                    <a:pt x="122132" y="351898"/>
                  </a:lnTo>
                  <a:lnTo>
                    <a:pt x="121878" y="351552"/>
                  </a:lnTo>
                  <a:lnTo>
                    <a:pt x="121779" y="351361"/>
                  </a:lnTo>
                  <a:lnTo>
                    <a:pt x="121544" y="350875"/>
                  </a:lnTo>
                  <a:lnTo>
                    <a:pt x="122067" y="350493"/>
                  </a:lnTo>
                  <a:lnTo>
                    <a:pt x="122050" y="350283"/>
                  </a:lnTo>
                  <a:lnTo>
                    <a:pt x="121913" y="349764"/>
                  </a:lnTo>
                  <a:lnTo>
                    <a:pt x="121695" y="349514"/>
                  </a:lnTo>
                  <a:lnTo>
                    <a:pt x="121591" y="349059"/>
                  </a:lnTo>
                  <a:lnTo>
                    <a:pt x="121856" y="348664"/>
                  </a:lnTo>
                  <a:lnTo>
                    <a:pt x="121902" y="348262"/>
                  </a:lnTo>
                  <a:lnTo>
                    <a:pt x="121905" y="348038"/>
                  </a:lnTo>
                  <a:lnTo>
                    <a:pt x="121914" y="347705"/>
                  </a:lnTo>
                  <a:lnTo>
                    <a:pt x="121969" y="347213"/>
                  </a:lnTo>
                  <a:lnTo>
                    <a:pt x="121982" y="347051"/>
                  </a:lnTo>
                  <a:lnTo>
                    <a:pt x="121934" y="346614"/>
                  </a:lnTo>
                  <a:lnTo>
                    <a:pt x="121954" y="346288"/>
                  </a:lnTo>
                  <a:lnTo>
                    <a:pt x="122099" y="346090"/>
                  </a:lnTo>
                  <a:lnTo>
                    <a:pt x="122144" y="345469"/>
                  </a:lnTo>
                  <a:lnTo>
                    <a:pt x="122264" y="344952"/>
                  </a:lnTo>
                  <a:lnTo>
                    <a:pt x="122422" y="344711"/>
                  </a:lnTo>
                  <a:lnTo>
                    <a:pt x="122569" y="344728"/>
                  </a:lnTo>
                  <a:lnTo>
                    <a:pt x="123290" y="344663"/>
                  </a:lnTo>
                  <a:lnTo>
                    <a:pt x="123076" y="344329"/>
                  </a:lnTo>
                  <a:lnTo>
                    <a:pt x="123063" y="344187"/>
                  </a:lnTo>
                  <a:lnTo>
                    <a:pt x="123177" y="343986"/>
                  </a:lnTo>
                  <a:lnTo>
                    <a:pt x="123804" y="343344"/>
                  </a:lnTo>
                  <a:lnTo>
                    <a:pt x="124051" y="343282"/>
                  </a:lnTo>
                  <a:lnTo>
                    <a:pt x="124325" y="343256"/>
                  </a:lnTo>
                  <a:lnTo>
                    <a:pt x="124375" y="343122"/>
                  </a:lnTo>
                  <a:lnTo>
                    <a:pt x="124356" y="342975"/>
                  </a:lnTo>
                  <a:lnTo>
                    <a:pt x="124423" y="342613"/>
                  </a:lnTo>
                  <a:lnTo>
                    <a:pt x="125070" y="342700"/>
                  </a:lnTo>
                  <a:lnTo>
                    <a:pt x="125921" y="341553"/>
                  </a:lnTo>
                  <a:lnTo>
                    <a:pt x="126073" y="341303"/>
                  </a:lnTo>
                  <a:lnTo>
                    <a:pt x="126230" y="341297"/>
                  </a:lnTo>
                  <a:lnTo>
                    <a:pt x="126358" y="341297"/>
                  </a:lnTo>
                  <a:lnTo>
                    <a:pt x="126844" y="341296"/>
                  </a:lnTo>
                  <a:lnTo>
                    <a:pt x="127616" y="341371"/>
                  </a:lnTo>
                  <a:lnTo>
                    <a:pt x="127819" y="341490"/>
                  </a:lnTo>
                  <a:lnTo>
                    <a:pt x="128185" y="341532"/>
                  </a:lnTo>
                  <a:lnTo>
                    <a:pt x="128433" y="341547"/>
                  </a:lnTo>
                  <a:lnTo>
                    <a:pt x="128655" y="341433"/>
                  </a:lnTo>
                  <a:lnTo>
                    <a:pt x="128829" y="341056"/>
                  </a:lnTo>
                  <a:lnTo>
                    <a:pt x="128976" y="340635"/>
                  </a:lnTo>
                  <a:lnTo>
                    <a:pt x="129045" y="340439"/>
                  </a:lnTo>
                  <a:lnTo>
                    <a:pt x="129343" y="339628"/>
                  </a:lnTo>
                  <a:lnTo>
                    <a:pt x="129433" y="339452"/>
                  </a:lnTo>
                  <a:lnTo>
                    <a:pt x="129351" y="338834"/>
                  </a:lnTo>
                  <a:lnTo>
                    <a:pt x="129204" y="338759"/>
                  </a:lnTo>
                  <a:lnTo>
                    <a:pt x="129055" y="338355"/>
                  </a:lnTo>
                  <a:lnTo>
                    <a:pt x="128768" y="337854"/>
                  </a:lnTo>
                  <a:lnTo>
                    <a:pt x="128566" y="337459"/>
                  </a:lnTo>
                  <a:lnTo>
                    <a:pt x="128453" y="336999"/>
                  </a:lnTo>
                  <a:lnTo>
                    <a:pt x="128268" y="336291"/>
                  </a:lnTo>
                  <a:lnTo>
                    <a:pt x="128153" y="336028"/>
                  </a:lnTo>
                  <a:lnTo>
                    <a:pt x="127869" y="335796"/>
                  </a:lnTo>
                  <a:lnTo>
                    <a:pt x="127731" y="335687"/>
                  </a:lnTo>
                  <a:lnTo>
                    <a:pt x="127346" y="335525"/>
                  </a:lnTo>
                  <a:lnTo>
                    <a:pt x="127236" y="334937"/>
                  </a:lnTo>
                  <a:lnTo>
                    <a:pt x="127507" y="334352"/>
                  </a:lnTo>
                  <a:lnTo>
                    <a:pt x="127581" y="334183"/>
                  </a:lnTo>
                  <a:lnTo>
                    <a:pt x="127422" y="333735"/>
                  </a:lnTo>
                  <a:lnTo>
                    <a:pt x="127347" y="333521"/>
                  </a:lnTo>
                  <a:lnTo>
                    <a:pt x="127443" y="333198"/>
                  </a:lnTo>
                  <a:lnTo>
                    <a:pt x="127680" y="332953"/>
                  </a:lnTo>
                  <a:lnTo>
                    <a:pt x="127926" y="332921"/>
                  </a:lnTo>
                  <a:lnTo>
                    <a:pt x="128058" y="332410"/>
                  </a:lnTo>
                  <a:lnTo>
                    <a:pt x="128077" y="332206"/>
                  </a:lnTo>
                  <a:lnTo>
                    <a:pt x="127861" y="331878"/>
                  </a:lnTo>
                  <a:lnTo>
                    <a:pt x="127648" y="331594"/>
                  </a:lnTo>
                  <a:lnTo>
                    <a:pt x="127289" y="331358"/>
                  </a:lnTo>
                  <a:lnTo>
                    <a:pt x="127124" y="330922"/>
                  </a:lnTo>
                  <a:lnTo>
                    <a:pt x="127085" y="330696"/>
                  </a:lnTo>
                  <a:lnTo>
                    <a:pt x="126611" y="330546"/>
                  </a:lnTo>
                  <a:lnTo>
                    <a:pt x="126228" y="330555"/>
                  </a:lnTo>
                  <a:lnTo>
                    <a:pt x="125809" y="330221"/>
                  </a:lnTo>
                  <a:lnTo>
                    <a:pt x="125808" y="329860"/>
                  </a:lnTo>
                  <a:lnTo>
                    <a:pt x="124842" y="328406"/>
                  </a:lnTo>
                  <a:lnTo>
                    <a:pt x="125058" y="328417"/>
                  </a:lnTo>
                  <a:lnTo>
                    <a:pt x="125248" y="328450"/>
                  </a:lnTo>
                  <a:lnTo>
                    <a:pt x="125443" y="328347"/>
                  </a:lnTo>
                  <a:lnTo>
                    <a:pt x="125542" y="327955"/>
                  </a:lnTo>
                  <a:lnTo>
                    <a:pt x="125347" y="327726"/>
                  </a:lnTo>
                  <a:lnTo>
                    <a:pt x="124826" y="327672"/>
                  </a:lnTo>
                  <a:lnTo>
                    <a:pt x="124784" y="327491"/>
                  </a:lnTo>
                  <a:lnTo>
                    <a:pt x="124623" y="326566"/>
                  </a:lnTo>
                  <a:lnTo>
                    <a:pt x="124636" y="326014"/>
                  </a:lnTo>
                  <a:lnTo>
                    <a:pt x="124737" y="325651"/>
                  </a:lnTo>
                  <a:lnTo>
                    <a:pt x="124688" y="325465"/>
                  </a:lnTo>
                  <a:lnTo>
                    <a:pt x="124260" y="325063"/>
                  </a:lnTo>
                  <a:lnTo>
                    <a:pt x="124011" y="324961"/>
                  </a:lnTo>
                  <a:lnTo>
                    <a:pt x="123822" y="325032"/>
                  </a:lnTo>
                  <a:lnTo>
                    <a:pt x="123469" y="325192"/>
                  </a:lnTo>
                  <a:lnTo>
                    <a:pt x="123293" y="325278"/>
                  </a:lnTo>
                  <a:lnTo>
                    <a:pt x="123152" y="324963"/>
                  </a:lnTo>
                  <a:lnTo>
                    <a:pt x="123205" y="324745"/>
                  </a:lnTo>
                  <a:lnTo>
                    <a:pt x="123301" y="324585"/>
                  </a:lnTo>
                  <a:lnTo>
                    <a:pt x="123463" y="324305"/>
                  </a:lnTo>
                  <a:lnTo>
                    <a:pt x="123464" y="324051"/>
                  </a:lnTo>
                  <a:lnTo>
                    <a:pt x="123403" y="322924"/>
                  </a:lnTo>
                  <a:lnTo>
                    <a:pt x="123386" y="322762"/>
                  </a:lnTo>
                  <a:lnTo>
                    <a:pt x="123336" y="322630"/>
                  </a:lnTo>
                  <a:lnTo>
                    <a:pt x="123110" y="322217"/>
                  </a:lnTo>
                  <a:lnTo>
                    <a:pt x="122980" y="322063"/>
                  </a:lnTo>
                  <a:lnTo>
                    <a:pt x="122375" y="321364"/>
                  </a:lnTo>
                  <a:lnTo>
                    <a:pt x="122211" y="321240"/>
                  </a:lnTo>
                  <a:lnTo>
                    <a:pt x="121774" y="320836"/>
                  </a:lnTo>
                  <a:lnTo>
                    <a:pt x="121339" y="320333"/>
                  </a:lnTo>
                  <a:lnTo>
                    <a:pt x="121152" y="320429"/>
                  </a:lnTo>
                  <a:lnTo>
                    <a:pt x="120865" y="320591"/>
                  </a:lnTo>
                  <a:lnTo>
                    <a:pt x="120331" y="320810"/>
                  </a:lnTo>
                  <a:lnTo>
                    <a:pt x="119697" y="321011"/>
                  </a:lnTo>
                  <a:lnTo>
                    <a:pt x="119083" y="320578"/>
                  </a:lnTo>
                  <a:lnTo>
                    <a:pt x="118889" y="320406"/>
                  </a:lnTo>
                  <a:lnTo>
                    <a:pt x="118308" y="319765"/>
                  </a:lnTo>
                  <a:lnTo>
                    <a:pt x="118353" y="319632"/>
                  </a:lnTo>
                  <a:lnTo>
                    <a:pt x="118435" y="319447"/>
                  </a:lnTo>
                  <a:lnTo>
                    <a:pt x="118611" y="319410"/>
                  </a:lnTo>
                  <a:lnTo>
                    <a:pt x="119072" y="319251"/>
                  </a:lnTo>
                  <a:lnTo>
                    <a:pt x="119442" y="319019"/>
                  </a:lnTo>
                  <a:lnTo>
                    <a:pt x="119293" y="318213"/>
                  </a:lnTo>
                  <a:lnTo>
                    <a:pt x="119079" y="317990"/>
                  </a:lnTo>
                  <a:lnTo>
                    <a:pt x="119086" y="317665"/>
                  </a:lnTo>
                  <a:lnTo>
                    <a:pt x="119246" y="317586"/>
                  </a:lnTo>
                  <a:lnTo>
                    <a:pt x="119157" y="317452"/>
                  </a:lnTo>
                  <a:lnTo>
                    <a:pt x="118527" y="317165"/>
                  </a:lnTo>
                  <a:lnTo>
                    <a:pt x="118344" y="317171"/>
                  </a:lnTo>
                  <a:lnTo>
                    <a:pt x="117997" y="316615"/>
                  </a:lnTo>
                  <a:lnTo>
                    <a:pt x="118023" y="316290"/>
                  </a:lnTo>
                  <a:lnTo>
                    <a:pt x="118010" y="316015"/>
                  </a:lnTo>
                  <a:lnTo>
                    <a:pt x="117549" y="315864"/>
                  </a:lnTo>
                  <a:lnTo>
                    <a:pt x="117082" y="315747"/>
                  </a:lnTo>
                  <a:lnTo>
                    <a:pt x="117065" y="315602"/>
                  </a:lnTo>
                  <a:lnTo>
                    <a:pt x="117233" y="314755"/>
                  </a:lnTo>
                  <a:lnTo>
                    <a:pt x="117282" y="314624"/>
                  </a:lnTo>
                  <a:lnTo>
                    <a:pt x="117422" y="314346"/>
                  </a:lnTo>
                  <a:lnTo>
                    <a:pt x="117388" y="314207"/>
                  </a:lnTo>
                  <a:lnTo>
                    <a:pt x="117200" y="314009"/>
                  </a:lnTo>
                  <a:lnTo>
                    <a:pt x="116827" y="313647"/>
                  </a:lnTo>
                  <a:lnTo>
                    <a:pt x="116518" y="313319"/>
                  </a:lnTo>
                  <a:lnTo>
                    <a:pt x="116330" y="312776"/>
                  </a:lnTo>
                  <a:lnTo>
                    <a:pt x="116296" y="312361"/>
                  </a:lnTo>
                  <a:lnTo>
                    <a:pt x="116361" y="312121"/>
                  </a:lnTo>
                  <a:lnTo>
                    <a:pt x="116570" y="311751"/>
                  </a:lnTo>
                  <a:lnTo>
                    <a:pt x="116956" y="310967"/>
                  </a:lnTo>
                  <a:lnTo>
                    <a:pt x="117405" y="310781"/>
                  </a:lnTo>
                  <a:lnTo>
                    <a:pt x="117575" y="310847"/>
                  </a:lnTo>
                  <a:lnTo>
                    <a:pt x="117722" y="310884"/>
                  </a:lnTo>
                  <a:lnTo>
                    <a:pt x="117912" y="310750"/>
                  </a:lnTo>
                  <a:lnTo>
                    <a:pt x="117939" y="310401"/>
                  </a:lnTo>
                  <a:lnTo>
                    <a:pt x="118687" y="310402"/>
                  </a:lnTo>
                  <a:lnTo>
                    <a:pt x="119060" y="310514"/>
                  </a:lnTo>
                  <a:lnTo>
                    <a:pt x="119333" y="310409"/>
                  </a:lnTo>
                  <a:lnTo>
                    <a:pt x="119373" y="310184"/>
                  </a:lnTo>
                  <a:lnTo>
                    <a:pt x="119421" y="309969"/>
                  </a:lnTo>
                  <a:lnTo>
                    <a:pt x="119598" y="309916"/>
                  </a:lnTo>
                  <a:lnTo>
                    <a:pt x="120199" y="310004"/>
                  </a:lnTo>
                  <a:lnTo>
                    <a:pt x="120543" y="310177"/>
                  </a:lnTo>
                  <a:lnTo>
                    <a:pt x="120725" y="310338"/>
                  </a:lnTo>
                  <a:lnTo>
                    <a:pt x="120932" y="310423"/>
                  </a:lnTo>
                  <a:lnTo>
                    <a:pt x="121151" y="310376"/>
                  </a:lnTo>
                  <a:lnTo>
                    <a:pt x="121578" y="310135"/>
                  </a:lnTo>
                  <a:lnTo>
                    <a:pt x="121785" y="309914"/>
                  </a:lnTo>
                  <a:lnTo>
                    <a:pt x="121804" y="309736"/>
                  </a:lnTo>
                  <a:lnTo>
                    <a:pt x="121912" y="309380"/>
                  </a:lnTo>
                  <a:lnTo>
                    <a:pt x="122083" y="309379"/>
                  </a:lnTo>
                  <a:lnTo>
                    <a:pt x="122303" y="309298"/>
                  </a:lnTo>
                  <a:lnTo>
                    <a:pt x="122187" y="308934"/>
                  </a:lnTo>
                  <a:lnTo>
                    <a:pt x="122087" y="308726"/>
                  </a:lnTo>
                  <a:lnTo>
                    <a:pt x="121991" y="308314"/>
                  </a:lnTo>
                  <a:lnTo>
                    <a:pt x="122025" y="308067"/>
                  </a:lnTo>
                  <a:lnTo>
                    <a:pt x="121966" y="307600"/>
                  </a:lnTo>
                  <a:lnTo>
                    <a:pt x="121932" y="307446"/>
                  </a:lnTo>
                  <a:lnTo>
                    <a:pt x="121654" y="307319"/>
                  </a:lnTo>
                  <a:lnTo>
                    <a:pt x="121269" y="307061"/>
                  </a:lnTo>
                  <a:lnTo>
                    <a:pt x="120725" y="306651"/>
                  </a:lnTo>
                  <a:lnTo>
                    <a:pt x="120532" y="306471"/>
                  </a:lnTo>
                  <a:lnTo>
                    <a:pt x="120448" y="306337"/>
                  </a:lnTo>
                  <a:lnTo>
                    <a:pt x="120158" y="305831"/>
                  </a:lnTo>
                  <a:lnTo>
                    <a:pt x="120355" y="305622"/>
                  </a:lnTo>
                  <a:lnTo>
                    <a:pt x="120384" y="305455"/>
                  </a:lnTo>
                  <a:lnTo>
                    <a:pt x="119702" y="304820"/>
                  </a:lnTo>
                  <a:lnTo>
                    <a:pt x="119656" y="304369"/>
                  </a:lnTo>
                  <a:lnTo>
                    <a:pt x="119376" y="304115"/>
                  </a:lnTo>
                  <a:lnTo>
                    <a:pt x="118790" y="303602"/>
                  </a:lnTo>
                  <a:lnTo>
                    <a:pt x="118453" y="303282"/>
                  </a:lnTo>
                  <a:lnTo>
                    <a:pt x="118300" y="303112"/>
                  </a:lnTo>
                  <a:lnTo>
                    <a:pt x="118161" y="302992"/>
                  </a:lnTo>
                  <a:lnTo>
                    <a:pt x="117934" y="302871"/>
                  </a:lnTo>
                  <a:lnTo>
                    <a:pt x="117749" y="302968"/>
                  </a:lnTo>
                  <a:lnTo>
                    <a:pt x="117356" y="303385"/>
                  </a:lnTo>
                  <a:lnTo>
                    <a:pt x="117068" y="303139"/>
                  </a:lnTo>
                  <a:lnTo>
                    <a:pt x="116863" y="303012"/>
                  </a:lnTo>
                  <a:lnTo>
                    <a:pt x="116496" y="302825"/>
                  </a:lnTo>
                  <a:lnTo>
                    <a:pt x="116143" y="302847"/>
                  </a:lnTo>
                  <a:lnTo>
                    <a:pt x="115897" y="303219"/>
                  </a:lnTo>
                  <a:lnTo>
                    <a:pt x="115801" y="303374"/>
                  </a:lnTo>
                  <a:lnTo>
                    <a:pt x="115465" y="303178"/>
                  </a:lnTo>
                  <a:lnTo>
                    <a:pt x="115317" y="303086"/>
                  </a:lnTo>
                  <a:lnTo>
                    <a:pt x="115535" y="302561"/>
                  </a:lnTo>
                  <a:lnTo>
                    <a:pt x="115503" y="302226"/>
                  </a:lnTo>
                  <a:lnTo>
                    <a:pt x="115443" y="301907"/>
                  </a:lnTo>
                  <a:lnTo>
                    <a:pt x="115257" y="301307"/>
                  </a:lnTo>
                  <a:lnTo>
                    <a:pt x="115555" y="301412"/>
                  </a:lnTo>
                  <a:lnTo>
                    <a:pt x="115641" y="300973"/>
                  </a:lnTo>
                  <a:lnTo>
                    <a:pt x="115620" y="300699"/>
                  </a:lnTo>
                  <a:lnTo>
                    <a:pt x="115447" y="300600"/>
                  </a:lnTo>
                  <a:lnTo>
                    <a:pt x="115336" y="300424"/>
                  </a:lnTo>
                  <a:lnTo>
                    <a:pt x="115268" y="300009"/>
                  </a:lnTo>
                  <a:lnTo>
                    <a:pt x="115267" y="299850"/>
                  </a:lnTo>
                  <a:lnTo>
                    <a:pt x="115143" y="299673"/>
                  </a:lnTo>
                  <a:lnTo>
                    <a:pt x="114895" y="299462"/>
                  </a:lnTo>
                  <a:lnTo>
                    <a:pt x="114771" y="298994"/>
                  </a:lnTo>
                  <a:lnTo>
                    <a:pt x="114726" y="298766"/>
                  </a:lnTo>
                  <a:lnTo>
                    <a:pt x="114717" y="298414"/>
                  </a:lnTo>
                  <a:lnTo>
                    <a:pt x="114736" y="298121"/>
                  </a:lnTo>
                  <a:lnTo>
                    <a:pt x="114424" y="298027"/>
                  </a:lnTo>
                  <a:lnTo>
                    <a:pt x="114268" y="298040"/>
                  </a:lnTo>
                  <a:lnTo>
                    <a:pt x="113769" y="298085"/>
                  </a:lnTo>
                  <a:lnTo>
                    <a:pt x="113188" y="298061"/>
                  </a:lnTo>
                  <a:lnTo>
                    <a:pt x="112414" y="297872"/>
                  </a:lnTo>
                  <a:lnTo>
                    <a:pt x="112256" y="297811"/>
                  </a:lnTo>
                  <a:lnTo>
                    <a:pt x="110936" y="297289"/>
                  </a:lnTo>
                  <a:lnTo>
                    <a:pt x="110423" y="296974"/>
                  </a:lnTo>
                  <a:lnTo>
                    <a:pt x="110156" y="296768"/>
                  </a:lnTo>
                  <a:lnTo>
                    <a:pt x="109795" y="296908"/>
                  </a:lnTo>
                  <a:lnTo>
                    <a:pt x="109459" y="297298"/>
                  </a:lnTo>
                  <a:lnTo>
                    <a:pt x="109297" y="297564"/>
                  </a:lnTo>
                  <a:lnTo>
                    <a:pt x="109022" y="297544"/>
                  </a:lnTo>
                  <a:lnTo>
                    <a:pt x="108875" y="297366"/>
                  </a:lnTo>
                  <a:lnTo>
                    <a:pt x="108708" y="297311"/>
                  </a:lnTo>
                  <a:lnTo>
                    <a:pt x="108161" y="297054"/>
                  </a:lnTo>
                  <a:lnTo>
                    <a:pt x="108271" y="296329"/>
                  </a:lnTo>
                  <a:lnTo>
                    <a:pt x="108037" y="296223"/>
                  </a:lnTo>
                  <a:lnTo>
                    <a:pt x="107873" y="296157"/>
                  </a:lnTo>
                  <a:lnTo>
                    <a:pt x="107329" y="296191"/>
                  </a:lnTo>
                  <a:lnTo>
                    <a:pt x="107096" y="296247"/>
                  </a:lnTo>
                  <a:lnTo>
                    <a:pt x="106395" y="296390"/>
                  </a:lnTo>
                  <a:lnTo>
                    <a:pt x="106241" y="296354"/>
                  </a:lnTo>
                  <a:lnTo>
                    <a:pt x="105758" y="295939"/>
                  </a:lnTo>
                  <a:lnTo>
                    <a:pt x="105760" y="294289"/>
                  </a:lnTo>
                  <a:lnTo>
                    <a:pt x="105750" y="294068"/>
                  </a:lnTo>
                  <a:lnTo>
                    <a:pt x="105450" y="293853"/>
                  </a:lnTo>
                  <a:lnTo>
                    <a:pt x="104789" y="293683"/>
                  </a:lnTo>
                  <a:lnTo>
                    <a:pt x="104285" y="293397"/>
                  </a:lnTo>
                  <a:lnTo>
                    <a:pt x="104125" y="293278"/>
                  </a:lnTo>
                  <a:lnTo>
                    <a:pt x="104088" y="293080"/>
                  </a:lnTo>
                  <a:lnTo>
                    <a:pt x="104322" y="292660"/>
                  </a:lnTo>
                  <a:lnTo>
                    <a:pt x="104281" y="292456"/>
                  </a:lnTo>
                  <a:lnTo>
                    <a:pt x="104105" y="292173"/>
                  </a:lnTo>
                  <a:lnTo>
                    <a:pt x="103901" y="291928"/>
                  </a:lnTo>
                  <a:lnTo>
                    <a:pt x="103601" y="291803"/>
                  </a:lnTo>
                  <a:lnTo>
                    <a:pt x="103359" y="291682"/>
                  </a:lnTo>
                  <a:lnTo>
                    <a:pt x="103325" y="291370"/>
                  </a:lnTo>
                  <a:lnTo>
                    <a:pt x="103340" y="291012"/>
                  </a:lnTo>
                  <a:lnTo>
                    <a:pt x="102991" y="290369"/>
                  </a:lnTo>
                  <a:lnTo>
                    <a:pt x="102556" y="289876"/>
                  </a:lnTo>
                  <a:lnTo>
                    <a:pt x="102402" y="289785"/>
                  </a:lnTo>
                  <a:lnTo>
                    <a:pt x="102162" y="289756"/>
                  </a:lnTo>
                  <a:lnTo>
                    <a:pt x="101944" y="289568"/>
                  </a:lnTo>
                  <a:lnTo>
                    <a:pt x="101920" y="289368"/>
                  </a:lnTo>
                  <a:lnTo>
                    <a:pt x="101801" y="289102"/>
                  </a:lnTo>
                  <a:lnTo>
                    <a:pt x="101657" y="289005"/>
                  </a:lnTo>
                  <a:lnTo>
                    <a:pt x="101634" y="288682"/>
                  </a:lnTo>
                  <a:lnTo>
                    <a:pt x="101669" y="288201"/>
                  </a:lnTo>
                  <a:lnTo>
                    <a:pt x="101611" y="287718"/>
                  </a:lnTo>
                  <a:lnTo>
                    <a:pt x="100610" y="287119"/>
                  </a:lnTo>
                  <a:lnTo>
                    <a:pt x="99889" y="286723"/>
                  </a:lnTo>
                  <a:lnTo>
                    <a:pt x="99661" y="286820"/>
                  </a:lnTo>
                  <a:lnTo>
                    <a:pt x="99180" y="286676"/>
                  </a:lnTo>
                  <a:lnTo>
                    <a:pt x="99007" y="286695"/>
                  </a:lnTo>
                  <a:lnTo>
                    <a:pt x="98865" y="286666"/>
                  </a:lnTo>
                  <a:lnTo>
                    <a:pt x="98763" y="286483"/>
                  </a:lnTo>
                  <a:lnTo>
                    <a:pt x="98675" y="286340"/>
                  </a:lnTo>
                  <a:lnTo>
                    <a:pt x="98521" y="286136"/>
                  </a:lnTo>
                  <a:lnTo>
                    <a:pt x="98005" y="286023"/>
                  </a:lnTo>
                  <a:lnTo>
                    <a:pt x="97738" y="286253"/>
                  </a:lnTo>
                  <a:lnTo>
                    <a:pt x="97241" y="286436"/>
                  </a:lnTo>
                  <a:lnTo>
                    <a:pt x="96960" y="286610"/>
                  </a:lnTo>
                  <a:lnTo>
                    <a:pt x="96494" y="287140"/>
                  </a:lnTo>
                  <a:lnTo>
                    <a:pt x="96086" y="287507"/>
                  </a:lnTo>
                  <a:lnTo>
                    <a:pt x="95904" y="287603"/>
                  </a:lnTo>
                  <a:lnTo>
                    <a:pt x="95685" y="287700"/>
                  </a:lnTo>
                  <a:lnTo>
                    <a:pt x="94607" y="287958"/>
                  </a:lnTo>
                  <a:lnTo>
                    <a:pt x="94160" y="288040"/>
                  </a:lnTo>
                  <a:lnTo>
                    <a:pt x="93553" y="287998"/>
                  </a:lnTo>
                  <a:lnTo>
                    <a:pt x="92918" y="288012"/>
                  </a:lnTo>
                  <a:lnTo>
                    <a:pt x="92269" y="288094"/>
                  </a:lnTo>
                  <a:lnTo>
                    <a:pt x="91958" y="288034"/>
                  </a:lnTo>
                  <a:lnTo>
                    <a:pt x="91718" y="287864"/>
                  </a:lnTo>
                  <a:lnTo>
                    <a:pt x="91672" y="287530"/>
                  </a:lnTo>
                  <a:lnTo>
                    <a:pt x="91246" y="287129"/>
                  </a:lnTo>
                  <a:lnTo>
                    <a:pt x="90928" y="286625"/>
                  </a:lnTo>
                  <a:lnTo>
                    <a:pt x="90737" y="286265"/>
                  </a:lnTo>
                  <a:lnTo>
                    <a:pt x="90617" y="286007"/>
                  </a:lnTo>
                  <a:lnTo>
                    <a:pt x="90678" y="285352"/>
                  </a:lnTo>
                  <a:lnTo>
                    <a:pt x="90831" y="285110"/>
                  </a:lnTo>
                  <a:lnTo>
                    <a:pt x="92214" y="283506"/>
                  </a:lnTo>
                  <a:lnTo>
                    <a:pt x="92707" y="283786"/>
                  </a:lnTo>
                  <a:lnTo>
                    <a:pt x="93404" y="283311"/>
                  </a:lnTo>
                  <a:lnTo>
                    <a:pt x="93414" y="283143"/>
                  </a:lnTo>
                  <a:lnTo>
                    <a:pt x="93777" y="282480"/>
                  </a:lnTo>
                  <a:lnTo>
                    <a:pt x="94082" y="282419"/>
                  </a:lnTo>
                  <a:lnTo>
                    <a:pt x="95621" y="281130"/>
                  </a:lnTo>
                  <a:lnTo>
                    <a:pt x="95050" y="281127"/>
                  </a:lnTo>
                  <a:lnTo>
                    <a:pt x="94777" y="281131"/>
                  </a:lnTo>
                  <a:lnTo>
                    <a:pt x="93514" y="280605"/>
                  </a:lnTo>
                  <a:lnTo>
                    <a:pt x="93265" y="280024"/>
                  </a:lnTo>
                  <a:lnTo>
                    <a:pt x="93207" y="279716"/>
                  </a:lnTo>
                  <a:lnTo>
                    <a:pt x="93289" y="279523"/>
                  </a:lnTo>
                  <a:lnTo>
                    <a:pt x="93546" y="279409"/>
                  </a:lnTo>
                  <a:lnTo>
                    <a:pt x="93598" y="279025"/>
                  </a:lnTo>
                  <a:lnTo>
                    <a:pt x="93634" y="278794"/>
                  </a:lnTo>
                  <a:lnTo>
                    <a:pt x="93924" y="278402"/>
                  </a:lnTo>
                  <a:lnTo>
                    <a:pt x="93988" y="278059"/>
                  </a:lnTo>
                  <a:lnTo>
                    <a:pt x="93743" y="277935"/>
                  </a:lnTo>
                  <a:lnTo>
                    <a:pt x="92808" y="277631"/>
                  </a:lnTo>
                  <a:lnTo>
                    <a:pt x="91903" y="277700"/>
                  </a:lnTo>
                  <a:lnTo>
                    <a:pt x="91548" y="277689"/>
                  </a:lnTo>
                  <a:lnTo>
                    <a:pt x="90963" y="277550"/>
                  </a:lnTo>
                  <a:lnTo>
                    <a:pt x="90644" y="277450"/>
                  </a:lnTo>
                  <a:lnTo>
                    <a:pt x="90091" y="277279"/>
                  </a:lnTo>
                  <a:lnTo>
                    <a:pt x="89676" y="277268"/>
                  </a:lnTo>
                  <a:lnTo>
                    <a:pt x="89002" y="277297"/>
                  </a:lnTo>
                  <a:lnTo>
                    <a:pt x="88233" y="277342"/>
                  </a:lnTo>
                  <a:lnTo>
                    <a:pt x="88085" y="277195"/>
                  </a:lnTo>
                  <a:lnTo>
                    <a:pt x="87931" y="277043"/>
                  </a:lnTo>
                  <a:lnTo>
                    <a:pt x="87602" y="276840"/>
                  </a:lnTo>
                  <a:lnTo>
                    <a:pt x="87180" y="276994"/>
                  </a:lnTo>
                  <a:lnTo>
                    <a:pt x="86981" y="277108"/>
                  </a:lnTo>
                  <a:lnTo>
                    <a:pt x="86589" y="277355"/>
                  </a:lnTo>
                  <a:lnTo>
                    <a:pt x="86409" y="277441"/>
                  </a:lnTo>
                  <a:lnTo>
                    <a:pt x="86024" y="277491"/>
                  </a:lnTo>
                  <a:lnTo>
                    <a:pt x="84946" y="277537"/>
                  </a:lnTo>
                  <a:lnTo>
                    <a:pt x="84792" y="277542"/>
                  </a:lnTo>
                  <a:lnTo>
                    <a:pt x="84651" y="277528"/>
                  </a:lnTo>
                  <a:lnTo>
                    <a:pt x="84175" y="277336"/>
                  </a:lnTo>
                  <a:lnTo>
                    <a:pt x="84049" y="276794"/>
                  </a:lnTo>
                  <a:lnTo>
                    <a:pt x="83324" y="276379"/>
                  </a:lnTo>
                  <a:lnTo>
                    <a:pt x="82292" y="276633"/>
                  </a:lnTo>
                  <a:lnTo>
                    <a:pt x="80818" y="277520"/>
                  </a:lnTo>
                  <a:lnTo>
                    <a:pt x="80583" y="277616"/>
                  </a:lnTo>
                  <a:lnTo>
                    <a:pt x="80126" y="277578"/>
                  </a:lnTo>
                  <a:lnTo>
                    <a:pt x="79812" y="277494"/>
                  </a:lnTo>
                  <a:lnTo>
                    <a:pt x="78480" y="277747"/>
                  </a:lnTo>
                  <a:lnTo>
                    <a:pt x="78232" y="277778"/>
                  </a:lnTo>
                  <a:lnTo>
                    <a:pt x="77709" y="277809"/>
                  </a:lnTo>
                  <a:lnTo>
                    <a:pt x="77271" y="277454"/>
                  </a:lnTo>
                  <a:lnTo>
                    <a:pt x="77277" y="277142"/>
                  </a:lnTo>
                  <a:lnTo>
                    <a:pt x="77962" y="276467"/>
                  </a:lnTo>
                  <a:lnTo>
                    <a:pt x="78986" y="276150"/>
                  </a:lnTo>
                  <a:lnTo>
                    <a:pt x="79191" y="276278"/>
                  </a:lnTo>
                  <a:lnTo>
                    <a:pt x="79555" y="276349"/>
                  </a:lnTo>
                  <a:lnTo>
                    <a:pt x="79731" y="276294"/>
                  </a:lnTo>
                  <a:lnTo>
                    <a:pt x="80253" y="276082"/>
                  </a:lnTo>
                  <a:lnTo>
                    <a:pt x="80658" y="275631"/>
                  </a:lnTo>
                  <a:lnTo>
                    <a:pt x="80884" y="275500"/>
                  </a:lnTo>
                  <a:lnTo>
                    <a:pt x="81042" y="275493"/>
                  </a:lnTo>
                  <a:lnTo>
                    <a:pt x="81843" y="275534"/>
                  </a:lnTo>
                  <a:lnTo>
                    <a:pt x="82406" y="275363"/>
                  </a:lnTo>
                  <a:lnTo>
                    <a:pt x="82585" y="274308"/>
                  </a:lnTo>
                  <a:lnTo>
                    <a:pt x="82919" y="273081"/>
                  </a:lnTo>
                  <a:lnTo>
                    <a:pt x="83389" y="273119"/>
                  </a:lnTo>
                  <a:lnTo>
                    <a:pt x="83497" y="272909"/>
                  </a:lnTo>
                  <a:lnTo>
                    <a:pt x="86495" y="272810"/>
                  </a:lnTo>
                  <a:lnTo>
                    <a:pt x="91200" y="272588"/>
                  </a:lnTo>
                  <a:lnTo>
                    <a:pt x="97172" y="271943"/>
                  </a:lnTo>
                  <a:lnTo>
                    <a:pt x="99376" y="271747"/>
                  </a:lnTo>
                  <a:lnTo>
                    <a:pt x="100559" y="270991"/>
                  </a:lnTo>
                  <a:lnTo>
                    <a:pt x="102026" y="270402"/>
                  </a:lnTo>
                  <a:lnTo>
                    <a:pt x="103599" y="270403"/>
                  </a:lnTo>
                  <a:lnTo>
                    <a:pt x="104400" y="270149"/>
                  </a:lnTo>
                  <a:lnTo>
                    <a:pt x="107849" y="269866"/>
                  </a:lnTo>
                  <a:lnTo>
                    <a:pt x="108752" y="269776"/>
                  </a:lnTo>
                  <a:lnTo>
                    <a:pt x="109302" y="269525"/>
                  </a:lnTo>
                  <a:lnTo>
                    <a:pt x="111714" y="267991"/>
                  </a:lnTo>
                  <a:lnTo>
                    <a:pt x="114601" y="265966"/>
                  </a:lnTo>
                  <a:lnTo>
                    <a:pt x="115106" y="265696"/>
                  </a:lnTo>
                  <a:lnTo>
                    <a:pt x="116443" y="265353"/>
                  </a:lnTo>
                  <a:lnTo>
                    <a:pt x="117799" y="265283"/>
                  </a:lnTo>
                  <a:lnTo>
                    <a:pt x="119011" y="264622"/>
                  </a:lnTo>
                  <a:lnTo>
                    <a:pt x="121759" y="263751"/>
                  </a:lnTo>
                  <a:lnTo>
                    <a:pt x="123148" y="263249"/>
                  </a:lnTo>
                  <a:lnTo>
                    <a:pt x="123474" y="263203"/>
                  </a:lnTo>
                  <a:lnTo>
                    <a:pt x="124387" y="263476"/>
                  </a:lnTo>
                  <a:lnTo>
                    <a:pt x="126861" y="263931"/>
                  </a:lnTo>
                  <a:lnTo>
                    <a:pt x="127702" y="263800"/>
                  </a:lnTo>
                  <a:lnTo>
                    <a:pt x="129204" y="263870"/>
                  </a:lnTo>
                  <a:lnTo>
                    <a:pt x="131647" y="263909"/>
                  </a:lnTo>
                  <a:lnTo>
                    <a:pt x="132173" y="263885"/>
                  </a:lnTo>
                  <a:lnTo>
                    <a:pt x="132566" y="263750"/>
                  </a:lnTo>
                  <a:lnTo>
                    <a:pt x="133329" y="263605"/>
                  </a:lnTo>
                  <a:lnTo>
                    <a:pt x="133986" y="263028"/>
                  </a:lnTo>
                  <a:lnTo>
                    <a:pt x="134000" y="261345"/>
                  </a:lnTo>
                  <a:lnTo>
                    <a:pt x="134256" y="260137"/>
                  </a:lnTo>
                  <a:lnTo>
                    <a:pt x="134412" y="260077"/>
                  </a:lnTo>
                  <a:lnTo>
                    <a:pt x="134801" y="259991"/>
                  </a:lnTo>
                  <a:lnTo>
                    <a:pt x="134947" y="259993"/>
                  </a:lnTo>
                  <a:lnTo>
                    <a:pt x="135080" y="260018"/>
                  </a:lnTo>
                  <a:lnTo>
                    <a:pt x="135539" y="260175"/>
                  </a:lnTo>
                  <a:lnTo>
                    <a:pt x="136077" y="260572"/>
                  </a:lnTo>
                  <a:lnTo>
                    <a:pt x="136480" y="260422"/>
                  </a:lnTo>
                  <a:lnTo>
                    <a:pt x="136753" y="260275"/>
                  </a:lnTo>
                  <a:lnTo>
                    <a:pt x="136990" y="260091"/>
                  </a:lnTo>
                  <a:lnTo>
                    <a:pt x="137517" y="259855"/>
                  </a:lnTo>
                  <a:lnTo>
                    <a:pt x="138183" y="259618"/>
                  </a:lnTo>
                  <a:lnTo>
                    <a:pt x="138893" y="259334"/>
                  </a:lnTo>
                  <a:lnTo>
                    <a:pt x="139386" y="259133"/>
                  </a:lnTo>
                  <a:lnTo>
                    <a:pt x="139771" y="259136"/>
                  </a:lnTo>
                  <a:lnTo>
                    <a:pt x="139976" y="259349"/>
                  </a:lnTo>
                  <a:lnTo>
                    <a:pt x="140219" y="259386"/>
                  </a:lnTo>
                  <a:lnTo>
                    <a:pt x="140645" y="259346"/>
                  </a:lnTo>
                  <a:lnTo>
                    <a:pt x="140708" y="259127"/>
                  </a:lnTo>
                  <a:lnTo>
                    <a:pt x="140754" y="258729"/>
                  </a:lnTo>
                  <a:lnTo>
                    <a:pt x="140746" y="258439"/>
                  </a:lnTo>
                  <a:lnTo>
                    <a:pt x="140686" y="258272"/>
                  </a:lnTo>
                  <a:lnTo>
                    <a:pt x="140688" y="258115"/>
                  </a:lnTo>
                  <a:lnTo>
                    <a:pt x="141130" y="257398"/>
                  </a:lnTo>
                  <a:lnTo>
                    <a:pt x="141569" y="256902"/>
                  </a:lnTo>
                  <a:lnTo>
                    <a:pt x="141894" y="256549"/>
                  </a:lnTo>
                  <a:lnTo>
                    <a:pt x="141975" y="256408"/>
                  </a:lnTo>
                  <a:lnTo>
                    <a:pt x="142113" y="256105"/>
                  </a:lnTo>
                  <a:lnTo>
                    <a:pt x="142155" y="255644"/>
                  </a:lnTo>
                  <a:lnTo>
                    <a:pt x="142071" y="254990"/>
                  </a:lnTo>
                  <a:lnTo>
                    <a:pt x="141986" y="254485"/>
                  </a:lnTo>
                  <a:lnTo>
                    <a:pt x="141884" y="254245"/>
                  </a:lnTo>
                  <a:lnTo>
                    <a:pt x="141665" y="253770"/>
                  </a:lnTo>
                  <a:lnTo>
                    <a:pt x="141677" y="253497"/>
                  </a:lnTo>
                  <a:lnTo>
                    <a:pt x="141748" y="253245"/>
                  </a:lnTo>
                  <a:lnTo>
                    <a:pt x="141909" y="252825"/>
                  </a:lnTo>
                  <a:lnTo>
                    <a:pt x="141936" y="252310"/>
                  </a:lnTo>
                  <a:lnTo>
                    <a:pt x="141938" y="251977"/>
                  </a:lnTo>
                  <a:lnTo>
                    <a:pt x="141805" y="251604"/>
                  </a:lnTo>
                  <a:lnTo>
                    <a:pt x="142001" y="251335"/>
                  </a:lnTo>
                  <a:lnTo>
                    <a:pt x="142247" y="251185"/>
                  </a:lnTo>
                  <a:lnTo>
                    <a:pt x="142401" y="251064"/>
                  </a:lnTo>
                  <a:lnTo>
                    <a:pt x="143276" y="249890"/>
                  </a:lnTo>
                  <a:lnTo>
                    <a:pt x="143530" y="249579"/>
                  </a:lnTo>
                  <a:lnTo>
                    <a:pt x="143647" y="249375"/>
                  </a:lnTo>
                  <a:lnTo>
                    <a:pt x="143738" y="249169"/>
                  </a:lnTo>
                  <a:lnTo>
                    <a:pt x="143661" y="249025"/>
                  </a:lnTo>
                  <a:lnTo>
                    <a:pt x="143197" y="248393"/>
                  </a:lnTo>
                  <a:lnTo>
                    <a:pt x="142509" y="247656"/>
                  </a:lnTo>
                  <a:lnTo>
                    <a:pt x="142357" y="247489"/>
                  </a:lnTo>
                  <a:lnTo>
                    <a:pt x="142126" y="247123"/>
                  </a:lnTo>
                  <a:lnTo>
                    <a:pt x="141997" y="246836"/>
                  </a:lnTo>
                  <a:lnTo>
                    <a:pt x="141791" y="246510"/>
                  </a:lnTo>
                  <a:lnTo>
                    <a:pt x="141517" y="246242"/>
                  </a:lnTo>
                  <a:lnTo>
                    <a:pt x="141334" y="246010"/>
                  </a:lnTo>
                  <a:lnTo>
                    <a:pt x="141173" y="245620"/>
                  </a:lnTo>
                  <a:lnTo>
                    <a:pt x="141076" y="245335"/>
                  </a:lnTo>
                  <a:lnTo>
                    <a:pt x="140802" y="244492"/>
                  </a:lnTo>
                  <a:lnTo>
                    <a:pt x="140641" y="243854"/>
                  </a:lnTo>
                  <a:lnTo>
                    <a:pt x="140479" y="243602"/>
                  </a:lnTo>
                  <a:lnTo>
                    <a:pt x="140335" y="243493"/>
                  </a:lnTo>
                  <a:lnTo>
                    <a:pt x="140610" y="242199"/>
                  </a:lnTo>
                  <a:lnTo>
                    <a:pt x="140632" y="241766"/>
                  </a:lnTo>
                  <a:lnTo>
                    <a:pt x="140718" y="241067"/>
                  </a:lnTo>
                  <a:lnTo>
                    <a:pt x="140875" y="240034"/>
                  </a:lnTo>
                  <a:lnTo>
                    <a:pt x="141047" y="239158"/>
                  </a:lnTo>
                  <a:lnTo>
                    <a:pt x="142020" y="238861"/>
                  </a:lnTo>
                  <a:lnTo>
                    <a:pt x="142660" y="238675"/>
                  </a:lnTo>
                  <a:lnTo>
                    <a:pt x="143018" y="238590"/>
                  </a:lnTo>
                  <a:lnTo>
                    <a:pt x="143275" y="238316"/>
                  </a:lnTo>
                  <a:lnTo>
                    <a:pt x="143428" y="238121"/>
                  </a:lnTo>
                  <a:lnTo>
                    <a:pt x="143542" y="237943"/>
                  </a:lnTo>
                  <a:lnTo>
                    <a:pt x="143607" y="237808"/>
                  </a:lnTo>
                  <a:lnTo>
                    <a:pt x="143695" y="237470"/>
                  </a:lnTo>
                  <a:lnTo>
                    <a:pt x="143831" y="237062"/>
                  </a:lnTo>
                  <a:lnTo>
                    <a:pt x="144091" y="236565"/>
                  </a:lnTo>
                  <a:lnTo>
                    <a:pt x="144610" y="235274"/>
                  </a:lnTo>
                  <a:lnTo>
                    <a:pt x="144661" y="234991"/>
                  </a:lnTo>
                  <a:lnTo>
                    <a:pt x="143960" y="234081"/>
                  </a:lnTo>
                  <a:lnTo>
                    <a:pt x="143665" y="233693"/>
                  </a:lnTo>
                  <a:lnTo>
                    <a:pt x="143531" y="233374"/>
                  </a:lnTo>
                  <a:lnTo>
                    <a:pt x="143429" y="233075"/>
                  </a:lnTo>
                  <a:lnTo>
                    <a:pt x="143135" y="232749"/>
                  </a:lnTo>
                  <a:lnTo>
                    <a:pt x="142948" y="232526"/>
                  </a:lnTo>
                  <a:lnTo>
                    <a:pt x="142740" y="231895"/>
                  </a:lnTo>
                  <a:lnTo>
                    <a:pt x="142786" y="231524"/>
                  </a:lnTo>
                  <a:lnTo>
                    <a:pt x="143332" y="230714"/>
                  </a:lnTo>
                  <a:lnTo>
                    <a:pt x="143312" y="230417"/>
                  </a:lnTo>
                  <a:lnTo>
                    <a:pt x="143209" y="230107"/>
                  </a:lnTo>
                  <a:lnTo>
                    <a:pt x="143126" y="229860"/>
                  </a:lnTo>
                  <a:lnTo>
                    <a:pt x="143044" y="229541"/>
                  </a:lnTo>
                  <a:lnTo>
                    <a:pt x="142976" y="229275"/>
                  </a:lnTo>
                  <a:lnTo>
                    <a:pt x="143038" y="229041"/>
                  </a:lnTo>
                  <a:lnTo>
                    <a:pt x="143028" y="228644"/>
                  </a:lnTo>
                  <a:lnTo>
                    <a:pt x="143393" y="228208"/>
                  </a:lnTo>
                  <a:lnTo>
                    <a:pt x="143623" y="228229"/>
                  </a:lnTo>
                  <a:lnTo>
                    <a:pt x="143964" y="227743"/>
                  </a:lnTo>
                  <a:lnTo>
                    <a:pt x="143787" y="227305"/>
                  </a:lnTo>
                  <a:lnTo>
                    <a:pt x="143337" y="226481"/>
                  </a:lnTo>
                  <a:lnTo>
                    <a:pt x="143362" y="226334"/>
                  </a:lnTo>
                  <a:lnTo>
                    <a:pt x="143542" y="225815"/>
                  </a:lnTo>
                  <a:lnTo>
                    <a:pt x="143806" y="224858"/>
                  </a:lnTo>
                  <a:lnTo>
                    <a:pt x="143928" y="224428"/>
                  </a:lnTo>
                  <a:lnTo>
                    <a:pt x="144056" y="224353"/>
                  </a:lnTo>
                  <a:lnTo>
                    <a:pt x="144516" y="223906"/>
                  </a:lnTo>
                  <a:lnTo>
                    <a:pt x="144589" y="223289"/>
                  </a:lnTo>
                  <a:lnTo>
                    <a:pt x="144531" y="222928"/>
                  </a:lnTo>
                  <a:lnTo>
                    <a:pt x="144462" y="222693"/>
                  </a:lnTo>
                  <a:lnTo>
                    <a:pt x="144377" y="222479"/>
                  </a:lnTo>
                  <a:lnTo>
                    <a:pt x="144287" y="222275"/>
                  </a:lnTo>
                  <a:lnTo>
                    <a:pt x="144152" y="221978"/>
                  </a:lnTo>
                  <a:lnTo>
                    <a:pt x="144692" y="221247"/>
                  </a:lnTo>
                  <a:lnTo>
                    <a:pt x="144993" y="221078"/>
                  </a:lnTo>
                  <a:lnTo>
                    <a:pt x="144969" y="220641"/>
                  </a:lnTo>
                  <a:lnTo>
                    <a:pt x="144706" y="220197"/>
                  </a:lnTo>
                  <a:lnTo>
                    <a:pt x="144372" y="219816"/>
                  </a:lnTo>
                  <a:lnTo>
                    <a:pt x="144249" y="219422"/>
                  </a:lnTo>
                  <a:lnTo>
                    <a:pt x="144172" y="219151"/>
                  </a:lnTo>
                  <a:lnTo>
                    <a:pt x="144082" y="218833"/>
                  </a:lnTo>
                  <a:lnTo>
                    <a:pt x="144082" y="218645"/>
                  </a:lnTo>
                  <a:lnTo>
                    <a:pt x="144106" y="218295"/>
                  </a:lnTo>
                  <a:lnTo>
                    <a:pt x="144528" y="217676"/>
                  </a:lnTo>
                  <a:lnTo>
                    <a:pt x="144900" y="217563"/>
                  </a:lnTo>
                  <a:lnTo>
                    <a:pt x="144862" y="217046"/>
                  </a:lnTo>
                  <a:lnTo>
                    <a:pt x="144956" y="216809"/>
                  </a:lnTo>
                  <a:lnTo>
                    <a:pt x="145158" y="216699"/>
                  </a:lnTo>
                  <a:lnTo>
                    <a:pt x="145369" y="216593"/>
                  </a:lnTo>
                  <a:lnTo>
                    <a:pt x="145793" y="215936"/>
                  </a:lnTo>
                  <a:lnTo>
                    <a:pt x="145838" y="215633"/>
                  </a:lnTo>
                  <a:lnTo>
                    <a:pt x="145526" y="215053"/>
                  </a:lnTo>
                  <a:lnTo>
                    <a:pt x="145565" y="214712"/>
                  </a:lnTo>
                  <a:lnTo>
                    <a:pt x="145909" y="214436"/>
                  </a:lnTo>
                  <a:lnTo>
                    <a:pt x="146377" y="214030"/>
                  </a:lnTo>
                  <a:lnTo>
                    <a:pt x="146490" y="213492"/>
                  </a:lnTo>
                  <a:lnTo>
                    <a:pt x="146313" y="213109"/>
                  </a:lnTo>
                  <a:lnTo>
                    <a:pt x="146157" y="212770"/>
                  </a:lnTo>
                  <a:lnTo>
                    <a:pt x="146226" y="212353"/>
                  </a:lnTo>
                  <a:lnTo>
                    <a:pt x="146174" y="211897"/>
                  </a:lnTo>
                  <a:lnTo>
                    <a:pt x="145987" y="211520"/>
                  </a:lnTo>
                  <a:lnTo>
                    <a:pt x="146173" y="211160"/>
                  </a:lnTo>
                  <a:lnTo>
                    <a:pt x="146554" y="211002"/>
                  </a:lnTo>
                  <a:lnTo>
                    <a:pt x="147587" y="210167"/>
                  </a:lnTo>
                  <a:lnTo>
                    <a:pt x="148124" y="209435"/>
                  </a:lnTo>
                  <a:lnTo>
                    <a:pt x="149275" y="208454"/>
                  </a:lnTo>
                  <a:lnTo>
                    <a:pt x="149598" y="208253"/>
                  </a:lnTo>
                  <a:lnTo>
                    <a:pt x="150072" y="207938"/>
                  </a:lnTo>
                  <a:lnTo>
                    <a:pt x="150362" y="207411"/>
                  </a:lnTo>
                  <a:lnTo>
                    <a:pt x="150467" y="207219"/>
                  </a:lnTo>
                  <a:lnTo>
                    <a:pt x="150241" y="206979"/>
                  </a:lnTo>
                  <a:lnTo>
                    <a:pt x="149625" y="206916"/>
                  </a:lnTo>
                  <a:lnTo>
                    <a:pt x="149173" y="205722"/>
                  </a:lnTo>
                  <a:lnTo>
                    <a:pt x="149886" y="204939"/>
                  </a:lnTo>
                  <a:lnTo>
                    <a:pt x="150488" y="204611"/>
                  </a:lnTo>
                  <a:lnTo>
                    <a:pt x="150503" y="204361"/>
                  </a:lnTo>
                  <a:lnTo>
                    <a:pt x="150766" y="203672"/>
                  </a:lnTo>
                  <a:lnTo>
                    <a:pt x="150935" y="203646"/>
                  </a:lnTo>
                  <a:lnTo>
                    <a:pt x="151251" y="203330"/>
                  </a:lnTo>
                  <a:lnTo>
                    <a:pt x="151423" y="203157"/>
                  </a:lnTo>
                  <a:lnTo>
                    <a:pt x="151637" y="202923"/>
                  </a:lnTo>
                  <a:lnTo>
                    <a:pt x="151896" y="202814"/>
                  </a:lnTo>
                  <a:lnTo>
                    <a:pt x="152051" y="202822"/>
                  </a:lnTo>
                  <a:lnTo>
                    <a:pt x="152410" y="202886"/>
                  </a:lnTo>
                  <a:lnTo>
                    <a:pt x="152895" y="202495"/>
                  </a:lnTo>
                  <a:lnTo>
                    <a:pt x="153044" y="201894"/>
                  </a:lnTo>
                  <a:lnTo>
                    <a:pt x="153350" y="201383"/>
                  </a:lnTo>
                  <a:lnTo>
                    <a:pt x="153709" y="201065"/>
                  </a:lnTo>
                  <a:lnTo>
                    <a:pt x="154124" y="200645"/>
                  </a:lnTo>
                  <a:lnTo>
                    <a:pt x="154139" y="200042"/>
                  </a:lnTo>
                  <a:lnTo>
                    <a:pt x="153982" y="199870"/>
                  </a:lnTo>
                  <a:lnTo>
                    <a:pt x="153673" y="199434"/>
                  </a:lnTo>
                  <a:lnTo>
                    <a:pt x="153855" y="199279"/>
                  </a:lnTo>
                  <a:lnTo>
                    <a:pt x="153911" y="198649"/>
                  </a:lnTo>
                  <a:lnTo>
                    <a:pt x="153914" y="198506"/>
                  </a:lnTo>
                  <a:lnTo>
                    <a:pt x="153988" y="198159"/>
                  </a:lnTo>
                  <a:lnTo>
                    <a:pt x="154313" y="197500"/>
                  </a:lnTo>
                  <a:lnTo>
                    <a:pt x="154465" y="197329"/>
                  </a:lnTo>
                  <a:lnTo>
                    <a:pt x="154472" y="196908"/>
                  </a:lnTo>
                  <a:lnTo>
                    <a:pt x="154691" y="196550"/>
                  </a:lnTo>
                  <a:lnTo>
                    <a:pt x="155053" y="196202"/>
                  </a:lnTo>
                  <a:lnTo>
                    <a:pt x="155160" y="195855"/>
                  </a:lnTo>
                  <a:lnTo>
                    <a:pt x="155171" y="195349"/>
                  </a:lnTo>
                  <a:lnTo>
                    <a:pt x="155149" y="195204"/>
                  </a:lnTo>
                  <a:lnTo>
                    <a:pt x="155212" y="195036"/>
                  </a:lnTo>
                  <a:lnTo>
                    <a:pt x="155364" y="194963"/>
                  </a:lnTo>
                  <a:lnTo>
                    <a:pt x="155590" y="194969"/>
                  </a:lnTo>
                  <a:lnTo>
                    <a:pt x="155758" y="194798"/>
                  </a:lnTo>
                  <a:lnTo>
                    <a:pt x="155834" y="194621"/>
                  </a:lnTo>
                  <a:lnTo>
                    <a:pt x="156123" y="194199"/>
                  </a:lnTo>
                  <a:lnTo>
                    <a:pt x="156565" y="193607"/>
                  </a:lnTo>
                  <a:lnTo>
                    <a:pt x="156824" y="193341"/>
                  </a:lnTo>
                  <a:lnTo>
                    <a:pt x="157045" y="193237"/>
                  </a:lnTo>
                  <a:lnTo>
                    <a:pt x="157214" y="193229"/>
                  </a:lnTo>
                  <a:lnTo>
                    <a:pt x="157381" y="193235"/>
                  </a:lnTo>
                  <a:lnTo>
                    <a:pt x="157573" y="193280"/>
                  </a:lnTo>
                  <a:lnTo>
                    <a:pt x="157762" y="193419"/>
                  </a:lnTo>
                  <a:lnTo>
                    <a:pt x="158114" y="193801"/>
                  </a:lnTo>
                  <a:lnTo>
                    <a:pt x="158512" y="193966"/>
                  </a:lnTo>
                  <a:lnTo>
                    <a:pt x="158713" y="194060"/>
                  </a:lnTo>
                  <a:lnTo>
                    <a:pt x="158871" y="194303"/>
                  </a:lnTo>
                  <a:lnTo>
                    <a:pt x="159010" y="194362"/>
                  </a:lnTo>
                  <a:lnTo>
                    <a:pt x="159673" y="194492"/>
                  </a:lnTo>
                  <a:lnTo>
                    <a:pt x="160152" y="194172"/>
                  </a:lnTo>
                  <a:lnTo>
                    <a:pt x="160541" y="194267"/>
                  </a:lnTo>
                  <a:lnTo>
                    <a:pt x="161182" y="194520"/>
                  </a:lnTo>
                  <a:lnTo>
                    <a:pt x="161992" y="194345"/>
                  </a:lnTo>
                  <a:lnTo>
                    <a:pt x="162643" y="193967"/>
                  </a:lnTo>
                  <a:lnTo>
                    <a:pt x="162886" y="193229"/>
                  </a:lnTo>
                  <a:lnTo>
                    <a:pt x="162844" y="192023"/>
                  </a:lnTo>
                  <a:lnTo>
                    <a:pt x="162745" y="191808"/>
                  </a:lnTo>
                  <a:lnTo>
                    <a:pt x="162379" y="191439"/>
                  </a:lnTo>
                  <a:lnTo>
                    <a:pt x="162308" y="191050"/>
                  </a:lnTo>
                  <a:lnTo>
                    <a:pt x="162343" y="190768"/>
                  </a:lnTo>
                  <a:lnTo>
                    <a:pt x="162618" y="190656"/>
                  </a:lnTo>
                  <a:lnTo>
                    <a:pt x="162727" y="190390"/>
                  </a:lnTo>
                  <a:lnTo>
                    <a:pt x="162679" y="190011"/>
                  </a:lnTo>
                  <a:lnTo>
                    <a:pt x="162557" y="189792"/>
                  </a:lnTo>
                  <a:lnTo>
                    <a:pt x="162370" y="189405"/>
                  </a:lnTo>
                  <a:lnTo>
                    <a:pt x="162336" y="189101"/>
                  </a:lnTo>
                  <a:lnTo>
                    <a:pt x="162287" y="188761"/>
                  </a:lnTo>
                  <a:lnTo>
                    <a:pt x="162231" y="188478"/>
                  </a:lnTo>
                  <a:lnTo>
                    <a:pt x="162125" y="188102"/>
                  </a:lnTo>
                  <a:lnTo>
                    <a:pt x="162160" y="187973"/>
                  </a:lnTo>
                  <a:lnTo>
                    <a:pt x="162377" y="187637"/>
                  </a:lnTo>
                  <a:lnTo>
                    <a:pt x="162601" y="187560"/>
                  </a:lnTo>
                  <a:lnTo>
                    <a:pt x="162876" y="187502"/>
                  </a:lnTo>
                  <a:lnTo>
                    <a:pt x="163164" y="187555"/>
                  </a:lnTo>
                  <a:lnTo>
                    <a:pt x="163585" y="187549"/>
                  </a:lnTo>
                  <a:lnTo>
                    <a:pt x="163966" y="187529"/>
                  </a:lnTo>
                  <a:lnTo>
                    <a:pt x="164178" y="187341"/>
                  </a:lnTo>
                  <a:lnTo>
                    <a:pt x="165371" y="187306"/>
                  </a:lnTo>
                  <a:lnTo>
                    <a:pt x="165846" y="187269"/>
                  </a:lnTo>
                  <a:lnTo>
                    <a:pt x="166320" y="187173"/>
                  </a:lnTo>
                  <a:lnTo>
                    <a:pt x="167414" y="187059"/>
                  </a:lnTo>
                  <a:lnTo>
                    <a:pt x="168842" y="186994"/>
                  </a:lnTo>
                  <a:lnTo>
                    <a:pt x="169037" y="187105"/>
                  </a:lnTo>
                  <a:lnTo>
                    <a:pt x="169287" y="187165"/>
                  </a:lnTo>
                  <a:lnTo>
                    <a:pt x="169555" y="187190"/>
                  </a:lnTo>
                  <a:lnTo>
                    <a:pt x="169799" y="187190"/>
                  </a:lnTo>
                  <a:lnTo>
                    <a:pt x="170044" y="187219"/>
                  </a:lnTo>
                  <a:lnTo>
                    <a:pt x="170823" y="187463"/>
                  </a:lnTo>
                  <a:lnTo>
                    <a:pt x="171032" y="187538"/>
                  </a:lnTo>
                  <a:lnTo>
                    <a:pt x="171501" y="187688"/>
                  </a:lnTo>
                  <a:lnTo>
                    <a:pt x="172059" y="187832"/>
                  </a:lnTo>
                  <a:lnTo>
                    <a:pt x="172219" y="187561"/>
                  </a:lnTo>
                  <a:lnTo>
                    <a:pt x="172994" y="186348"/>
                  </a:lnTo>
                  <a:lnTo>
                    <a:pt x="174248" y="184886"/>
                  </a:lnTo>
                  <a:lnTo>
                    <a:pt x="174975" y="184181"/>
                  </a:lnTo>
                  <a:lnTo>
                    <a:pt x="176096" y="182732"/>
                  </a:lnTo>
                  <a:lnTo>
                    <a:pt x="177020" y="183117"/>
                  </a:lnTo>
                  <a:lnTo>
                    <a:pt x="177284" y="183162"/>
                  </a:lnTo>
                  <a:lnTo>
                    <a:pt x="177566" y="183450"/>
                  </a:lnTo>
                  <a:lnTo>
                    <a:pt x="177709" y="183536"/>
                  </a:lnTo>
                  <a:lnTo>
                    <a:pt x="177982" y="183631"/>
                  </a:lnTo>
                  <a:lnTo>
                    <a:pt x="178867" y="183721"/>
                  </a:lnTo>
                  <a:lnTo>
                    <a:pt x="179133" y="183744"/>
                  </a:lnTo>
                  <a:lnTo>
                    <a:pt x="179494" y="183658"/>
                  </a:lnTo>
                  <a:lnTo>
                    <a:pt x="179748" y="183444"/>
                  </a:lnTo>
                  <a:lnTo>
                    <a:pt x="179967" y="183209"/>
                  </a:lnTo>
                  <a:lnTo>
                    <a:pt x="180527" y="182966"/>
                  </a:lnTo>
                  <a:lnTo>
                    <a:pt x="181716" y="182463"/>
                  </a:lnTo>
                  <a:lnTo>
                    <a:pt x="181834" y="182277"/>
                  </a:lnTo>
                  <a:lnTo>
                    <a:pt x="182395" y="182094"/>
                  </a:lnTo>
                  <a:lnTo>
                    <a:pt x="182454" y="182229"/>
                  </a:lnTo>
                  <a:lnTo>
                    <a:pt x="182631" y="182836"/>
                  </a:lnTo>
                  <a:close/>
                </a:path>
              </a:pathLst>
            </a:custGeom>
            <a:solidFill>
              <a:srgbClr val="FFF8B5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7963772" y="1443032"/>
              <a:ext cx="582903" cy="551032"/>
            </a:xfrm>
            <a:custGeom>
              <a:avLst/>
              <a:pathLst>
                <a:path w="582903" h="551032">
                  <a:moveTo>
                    <a:pt x="330686" y="182879"/>
                  </a:moveTo>
                  <a:lnTo>
                    <a:pt x="331001" y="183103"/>
                  </a:lnTo>
                  <a:lnTo>
                    <a:pt x="331203" y="183097"/>
                  </a:lnTo>
                  <a:lnTo>
                    <a:pt x="331360" y="183094"/>
                  </a:lnTo>
                  <a:lnTo>
                    <a:pt x="332167" y="182758"/>
                  </a:lnTo>
                  <a:lnTo>
                    <a:pt x="332577" y="182753"/>
                  </a:lnTo>
                  <a:lnTo>
                    <a:pt x="332873" y="182810"/>
                  </a:lnTo>
                  <a:lnTo>
                    <a:pt x="333154" y="183132"/>
                  </a:lnTo>
                  <a:lnTo>
                    <a:pt x="333746" y="183341"/>
                  </a:lnTo>
                  <a:lnTo>
                    <a:pt x="334230" y="183499"/>
                  </a:lnTo>
                  <a:lnTo>
                    <a:pt x="334713" y="183631"/>
                  </a:lnTo>
                  <a:lnTo>
                    <a:pt x="335001" y="183921"/>
                  </a:lnTo>
                  <a:lnTo>
                    <a:pt x="335451" y="184019"/>
                  </a:lnTo>
                  <a:lnTo>
                    <a:pt x="335646" y="184001"/>
                  </a:lnTo>
                  <a:lnTo>
                    <a:pt x="336084" y="184262"/>
                  </a:lnTo>
                  <a:lnTo>
                    <a:pt x="336618" y="184424"/>
                  </a:lnTo>
                  <a:lnTo>
                    <a:pt x="336844" y="184480"/>
                  </a:lnTo>
                  <a:lnTo>
                    <a:pt x="337128" y="184317"/>
                  </a:lnTo>
                  <a:lnTo>
                    <a:pt x="337273" y="184166"/>
                  </a:lnTo>
                  <a:lnTo>
                    <a:pt x="338068" y="183957"/>
                  </a:lnTo>
                  <a:lnTo>
                    <a:pt x="338546" y="183909"/>
                  </a:lnTo>
                  <a:lnTo>
                    <a:pt x="338714" y="184252"/>
                  </a:lnTo>
                  <a:lnTo>
                    <a:pt x="338863" y="184498"/>
                  </a:lnTo>
                  <a:lnTo>
                    <a:pt x="339193" y="184949"/>
                  </a:lnTo>
                  <a:lnTo>
                    <a:pt x="339365" y="185068"/>
                  </a:lnTo>
                  <a:lnTo>
                    <a:pt x="339639" y="185041"/>
                  </a:lnTo>
                  <a:lnTo>
                    <a:pt x="340126" y="184877"/>
                  </a:lnTo>
                  <a:lnTo>
                    <a:pt x="340642" y="185106"/>
                  </a:lnTo>
                  <a:lnTo>
                    <a:pt x="341057" y="185179"/>
                  </a:lnTo>
                  <a:lnTo>
                    <a:pt x="341149" y="185309"/>
                  </a:lnTo>
                  <a:lnTo>
                    <a:pt x="341320" y="185502"/>
                  </a:lnTo>
                  <a:lnTo>
                    <a:pt x="341522" y="185574"/>
                  </a:lnTo>
                  <a:lnTo>
                    <a:pt x="341729" y="185728"/>
                  </a:lnTo>
                  <a:lnTo>
                    <a:pt x="341709" y="186279"/>
                  </a:lnTo>
                  <a:lnTo>
                    <a:pt x="377075" y="197955"/>
                  </a:lnTo>
                  <a:lnTo>
                    <a:pt x="377040" y="195317"/>
                  </a:lnTo>
                  <a:lnTo>
                    <a:pt x="377212" y="195166"/>
                  </a:lnTo>
                  <a:lnTo>
                    <a:pt x="377337" y="195018"/>
                  </a:lnTo>
                  <a:lnTo>
                    <a:pt x="377540" y="194747"/>
                  </a:lnTo>
                  <a:lnTo>
                    <a:pt x="377709" y="194467"/>
                  </a:lnTo>
                  <a:lnTo>
                    <a:pt x="377842" y="194246"/>
                  </a:lnTo>
                  <a:lnTo>
                    <a:pt x="377986" y="194006"/>
                  </a:lnTo>
                  <a:lnTo>
                    <a:pt x="378247" y="193499"/>
                  </a:lnTo>
                  <a:lnTo>
                    <a:pt x="378381" y="193116"/>
                  </a:lnTo>
                  <a:lnTo>
                    <a:pt x="390049" y="194857"/>
                  </a:lnTo>
                  <a:lnTo>
                    <a:pt x="397870" y="189160"/>
                  </a:lnTo>
                  <a:lnTo>
                    <a:pt x="397898" y="189023"/>
                  </a:lnTo>
                  <a:lnTo>
                    <a:pt x="398089" y="188703"/>
                  </a:lnTo>
                  <a:lnTo>
                    <a:pt x="398118" y="188498"/>
                  </a:lnTo>
                  <a:lnTo>
                    <a:pt x="398238" y="188131"/>
                  </a:lnTo>
                  <a:lnTo>
                    <a:pt x="399467" y="188107"/>
                  </a:lnTo>
                  <a:lnTo>
                    <a:pt x="412508" y="195769"/>
                  </a:lnTo>
                  <a:lnTo>
                    <a:pt x="412587" y="197514"/>
                  </a:lnTo>
                  <a:lnTo>
                    <a:pt x="412745" y="197568"/>
                  </a:lnTo>
                  <a:lnTo>
                    <a:pt x="413055" y="197776"/>
                  </a:lnTo>
                  <a:lnTo>
                    <a:pt x="420324" y="203323"/>
                  </a:lnTo>
                  <a:lnTo>
                    <a:pt x="459634" y="229918"/>
                  </a:lnTo>
                  <a:lnTo>
                    <a:pt x="459687" y="229657"/>
                  </a:lnTo>
                  <a:lnTo>
                    <a:pt x="459656" y="229407"/>
                  </a:lnTo>
                  <a:lnTo>
                    <a:pt x="459715" y="229204"/>
                  </a:lnTo>
                  <a:lnTo>
                    <a:pt x="459728" y="229060"/>
                  </a:lnTo>
                  <a:lnTo>
                    <a:pt x="459636" y="228897"/>
                  </a:lnTo>
                  <a:lnTo>
                    <a:pt x="459390" y="228571"/>
                  </a:lnTo>
                  <a:lnTo>
                    <a:pt x="459305" y="228249"/>
                  </a:lnTo>
                  <a:lnTo>
                    <a:pt x="458929" y="227721"/>
                  </a:lnTo>
                  <a:lnTo>
                    <a:pt x="458903" y="227543"/>
                  </a:lnTo>
                  <a:lnTo>
                    <a:pt x="458928" y="227120"/>
                  </a:lnTo>
                  <a:lnTo>
                    <a:pt x="458658" y="226747"/>
                  </a:lnTo>
                  <a:lnTo>
                    <a:pt x="458724" y="226517"/>
                  </a:lnTo>
                  <a:lnTo>
                    <a:pt x="458786" y="226174"/>
                  </a:lnTo>
                  <a:lnTo>
                    <a:pt x="458739" y="225575"/>
                  </a:lnTo>
                  <a:lnTo>
                    <a:pt x="458948" y="225446"/>
                  </a:lnTo>
                  <a:lnTo>
                    <a:pt x="458980" y="225143"/>
                  </a:lnTo>
                  <a:lnTo>
                    <a:pt x="458811" y="224899"/>
                  </a:lnTo>
                  <a:lnTo>
                    <a:pt x="458369" y="224782"/>
                  </a:lnTo>
                  <a:lnTo>
                    <a:pt x="457685" y="224592"/>
                  </a:lnTo>
                  <a:lnTo>
                    <a:pt x="457354" y="224412"/>
                  </a:lnTo>
                  <a:lnTo>
                    <a:pt x="456844" y="224067"/>
                  </a:lnTo>
                  <a:lnTo>
                    <a:pt x="456976" y="223468"/>
                  </a:lnTo>
                  <a:lnTo>
                    <a:pt x="456760" y="223081"/>
                  </a:lnTo>
                  <a:lnTo>
                    <a:pt x="456572" y="222802"/>
                  </a:lnTo>
                  <a:lnTo>
                    <a:pt x="456567" y="222480"/>
                  </a:lnTo>
                  <a:lnTo>
                    <a:pt x="456330" y="222165"/>
                  </a:lnTo>
                  <a:lnTo>
                    <a:pt x="455992" y="221848"/>
                  </a:lnTo>
                  <a:lnTo>
                    <a:pt x="455921" y="221714"/>
                  </a:lnTo>
                  <a:lnTo>
                    <a:pt x="455848" y="221503"/>
                  </a:lnTo>
                  <a:lnTo>
                    <a:pt x="455864" y="221352"/>
                  </a:lnTo>
                  <a:lnTo>
                    <a:pt x="455226" y="221040"/>
                  </a:lnTo>
                  <a:lnTo>
                    <a:pt x="454749" y="220500"/>
                  </a:lnTo>
                  <a:lnTo>
                    <a:pt x="454398" y="220474"/>
                  </a:lnTo>
                  <a:lnTo>
                    <a:pt x="454298" y="220611"/>
                  </a:lnTo>
                  <a:lnTo>
                    <a:pt x="453912" y="220218"/>
                  </a:lnTo>
                  <a:lnTo>
                    <a:pt x="453757" y="220000"/>
                  </a:lnTo>
                  <a:lnTo>
                    <a:pt x="453339" y="219897"/>
                  </a:lnTo>
                  <a:lnTo>
                    <a:pt x="452772" y="219782"/>
                  </a:lnTo>
                  <a:lnTo>
                    <a:pt x="452978" y="219365"/>
                  </a:lnTo>
                  <a:lnTo>
                    <a:pt x="453141" y="219240"/>
                  </a:lnTo>
                  <a:lnTo>
                    <a:pt x="452960" y="218927"/>
                  </a:lnTo>
                  <a:lnTo>
                    <a:pt x="452790" y="218927"/>
                  </a:lnTo>
                  <a:lnTo>
                    <a:pt x="452593" y="218848"/>
                  </a:lnTo>
                  <a:lnTo>
                    <a:pt x="452275" y="218604"/>
                  </a:lnTo>
                  <a:lnTo>
                    <a:pt x="452034" y="218318"/>
                  </a:lnTo>
                  <a:lnTo>
                    <a:pt x="476658" y="228752"/>
                  </a:lnTo>
                  <a:lnTo>
                    <a:pt x="477710" y="228325"/>
                  </a:lnTo>
                  <a:lnTo>
                    <a:pt x="488861" y="233265"/>
                  </a:lnTo>
                  <a:lnTo>
                    <a:pt x="491880" y="233140"/>
                  </a:lnTo>
                  <a:lnTo>
                    <a:pt x="491776" y="233316"/>
                  </a:lnTo>
                  <a:lnTo>
                    <a:pt x="491645" y="233439"/>
                  </a:lnTo>
                  <a:lnTo>
                    <a:pt x="491459" y="233512"/>
                  </a:lnTo>
                  <a:lnTo>
                    <a:pt x="491314" y="233615"/>
                  </a:lnTo>
                  <a:lnTo>
                    <a:pt x="491339" y="233766"/>
                  </a:lnTo>
                  <a:lnTo>
                    <a:pt x="491308" y="234022"/>
                  </a:lnTo>
                  <a:lnTo>
                    <a:pt x="491238" y="234192"/>
                  </a:lnTo>
                  <a:lnTo>
                    <a:pt x="491176" y="234341"/>
                  </a:lnTo>
                  <a:lnTo>
                    <a:pt x="491058" y="234540"/>
                  </a:lnTo>
                  <a:lnTo>
                    <a:pt x="491009" y="234980"/>
                  </a:lnTo>
                  <a:lnTo>
                    <a:pt x="490951" y="235119"/>
                  </a:lnTo>
                  <a:lnTo>
                    <a:pt x="490952" y="235255"/>
                  </a:lnTo>
                  <a:lnTo>
                    <a:pt x="491029" y="235418"/>
                  </a:lnTo>
                  <a:lnTo>
                    <a:pt x="491192" y="235836"/>
                  </a:lnTo>
                  <a:lnTo>
                    <a:pt x="491279" y="236262"/>
                  </a:lnTo>
                  <a:lnTo>
                    <a:pt x="491287" y="236416"/>
                  </a:lnTo>
                  <a:lnTo>
                    <a:pt x="491182" y="236665"/>
                  </a:lnTo>
                  <a:lnTo>
                    <a:pt x="490882" y="236729"/>
                  </a:lnTo>
                  <a:lnTo>
                    <a:pt x="490754" y="236876"/>
                  </a:lnTo>
                  <a:lnTo>
                    <a:pt x="490609" y="237064"/>
                  </a:lnTo>
                  <a:lnTo>
                    <a:pt x="490328" y="237456"/>
                  </a:lnTo>
                  <a:lnTo>
                    <a:pt x="490180" y="237657"/>
                  </a:lnTo>
                  <a:lnTo>
                    <a:pt x="489927" y="237947"/>
                  </a:lnTo>
                  <a:lnTo>
                    <a:pt x="489727" y="238371"/>
                  </a:lnTo>
                  <a:lnTo>
                    <a:pt x="489742" y="238511"/>
                  </a:lnTo>
                  <a:lnTo>
                    <a:pt x="489803" y="238887"/>
                  </a:lnTo>
                  <a:lnTo>
                    <a:pt x="489864" y="239095"/>
                  </a:lnTo>
                  <a:lnTo>
                    <a:pt x="490219" y="240214"/>
                  </a:lnTo>
                  <a:lnTo>
                    <a:pt x="490514" y="240486"/>
                  </a:lnTo>
                  <a:lnTo>
                    <a:pt x="490985" y="240771"/>
                  </a:lnTo>
                  <a:lnTo>
                    <a:pt x="518306" y="248711"/>
                  </a:lnTo>
                  <a:lnTo>
                    <a:pt x="518544" y="248707"/>
                  </a:lnTo>
                  <a:lnTo>
                    <a:pt x="522718" y="252097"/>
                  </a:lnTo>
                  <a:lnTo>
                    <a:pt x="523933" y="254170"/>
                  </a:lnTo>
                  <a:lnTo>
                    <a:pt x="524266" y="254297"/>
                  </a:lnTo>
                  <a:lnTo>
                    <a:pt x="524815" y="254502"/>
                  </a:lnTo>
                  <a:lnTo>
                    <a:pt x="525569" y="254775"/>
                  </a:lnTo>
                  <a:lnTo>
                    <a:pt x="527330" y="255266"/>
                  </a:lnTo>
                  <a:lnTo>
                    <a:pt x="529153" y="256691"/>
                  </a:lnTo>
                  <a:lnTo>
                    <a:pt x="529414" y="257567"/>
                  </a:lnTo>
                  <a:lnTo>
                    <a:pt x="529577" y="257543"/>
                  </a:lnTo>
                  <a:lnTo>
                    <a:pt x="530168" y="257407"/>
                  </a:lnTo>
                  <a:lnTo>
                    <a:pt x="531412" y="257318"/>
                  </a:lnTo>
                  <a:lnTo>
                    <a:pt x="531322" y="257027"/>
                  </a:lnTo>
                  <a:lnTo>
                    <a:pt x="531657" y="256643"/>
                  </a:lnTo>
                  <a:lnTo>
                    <a:pt x="531962" y="256001"/>
                  </a:lnTo>
                  <a:lnTo>
                    <a:pt x="532301" y="255714"/>
                  </a:lnTo>
                  <a:lnTo>
                    <a:pt x="532855" y="255207"/>
                  </a:lnTo>
                  <a:lnTo>
                    <a:pt x="533107" y="255165"/>
                  </a:lnTo>
                  <a:lnTo>
                    <a:pt x="533415" y="255100"/>
                  </a:lnTo>
                  <a:lnTo>
                    <a:pt x="533750" y="254858"/>
                  </a:lnTo>
                  <a:lnTo>
                    <a:pt x="534004" y="254533"/>
                  </a:lnTo>
                  <a:lnTo>
                    <a:pt x="537190" y="254163"/>
                  </a:lnTo>
                  <a:lnTo>
                    <a:pt x="537221" y="254416"/>
                  </a:lnTo>
                  <a:lnTo>
                    <a:pt x="537356" y="254595"/>
                  </a:lnTo>
                  <a:lnTo>
                    <a:pt x="537792" y="254803"/>
                  </a:lnTo>
                  <a:lnTo>
                    <a:pt x="537913" y="255051"/>
                  </a:lnTo>
                  <a:lnTo>
                    <a:pt x="537866" y="255403"/>
                  </a:lnTo>
                  <a:lnTo>
                    <a:pt x="538036" y="255604"/>
                  </a:lnTo>
                  <a:lnTo>
                    <a:pt x="538270" y="255708"/>
                  </a:lnTo>
                  <a:lnTo>
                    <a:pt x="538602" y="255878"/>
                  </a:lnTo>
                  <a:lnTo>
                    <a:pt x="538723" y="256442"/>
                  </a:lnTo>
                  <a:lnTo>
                    <a:pt x="538669" y="256688"/>
                  </a:lnTo>
                  <a:lnTo>
                    <a:pt x="538690" y="256957"/>
                  </a:lnTo>
                  <a:lnTo>
                    <a:pt x="538803" y="257241"/>
                  </a:lnTo>
                  <a:lnTo>
                    <a:pt x="539089" y="257454"/>
                  </a:lnTo>
                  <a:lnTo>
                    <a:pt x="539281" y="257726"/>
                  </a:lnTo>
                  <a:lnTo>
                    <a:pt x="539251" y="257924"/>
                  </a:lnTo>
                  <a:lnTo>
                    <a:pt x="539153" y="258181"/>
                  </a:lnTo>
                  <a:lnTo>
                    <a:pt x="538881" y="258537"/>
                  </a:lnTo>
                  <a:lnTo>
                    <a:pt x="538789" y="258968"/>
                  </a:lnTo>
                  <a:lnTo>
                    <a:pt x="538927" y="259175"/>
                  </a:lnTo>
                  <a:lnTo>
                    <a:pt x="539224" y="259317"/>
                  </a:lnTo>
                  <a:lnTo>
                    <a:pt x="539606" y="259500"/>
                  </a:lnTo>
                  <a:lnTo>
                    <a:pt x="539867" y="259820"/>
                  </a:lnTo>
                  <a:lnTo>
                    <a:pt x="540111" y="260120"/>
                  </a:lnTo>
                  <a:lnTo>
                    <a:pt x="540043" y="260672"/>
                  </a:lnTo>
                  <a:lnTo>
                    <a:pt x="540543" y="261093"/>
                  </a:lnTo>
                  <a:lnTo>
                    <a:pt x="541043" y="261216"/>
                  </a:lnTo>
                  <a:lnTo>
                    <a:pt x="541655" y="261586"/>
                  </a:lnTo>
                  <a:lnTo>
                    <a:pt x="541789" y="261788"/>
                  </a:lnTo>
                  <a:lnTo>
                    <a:pt x="542031" y="262081"/>
                  </a:lnTo>
                  <a:lnTo>
                    <a:pt x="542670" y="262567"/>
                  </a:lnTo>
                  <a:lnTo>
                    <a:pt x="542740" y="262946"/>
                  </a:lnTo>
                  <a:lnTo>
                    <a:pt x="542451" y="263227"/>
                  </a:lnTo>
                  <a:lnTo>
                    <a:pt x="542237" y="263517"/>
                  </a:lnTo>
                  <a:lnTo>
                    <a:pt x="542364" y="263952"/>
                  </a:lnTo>
                  <a:lnTo>
                    <a:pt x="542445" y="264247"/>
                  </a:lnTo>
                  <a:lnTo>
                    <a:pt x="542219" y="264425"/>
                  </a:lnTo>
                  <a:lnTo>
                    <a:pt x="542043" y="264670"/>
                  </a:lnTo>
                  <a:lnTo>
                    <a:pt x="541602" y="265433"/>
                  </a:lnTo>
                  <a:lnTo>
                    <a:pt x="541601" y="265698"/>
                  </a:lnTo>
                  <a:lnTo>
                    <a:pt x="541627" y="265907"/>
                  </a:lnTo>
                  <a:lnTo>
                    <a:pt x="541789" y="265957"/>
                  </a:lnTo>
                  <a:lnTo>
                    <a:pt x="542182" y="265909"/>
                  </a:lnTo>
                  <a:lnTo>
                    <a:pt x="542698" y="265930"/>
                  </a:lnTo>
                  <a:lnTo>
                    <a:pt x="542838" y="265991"/>
                  </a:lnTo>
                  <a:lnTo>
                    <a:pt x="543283" y="266186"/>
                  </a:lnTo>
                  <a:lnTo>
                    <a:pt x="543678" y="266359"/>
                  </a:lnTo>
                  <a:lnTo>
                    <a:pt x="543819" y="266421"/>
                  </a:lnTo>
                  <a:lnTo>
                    <a:pt x="544007" y="266521"/>
                  </a:lnTo>
                  <a:lnTo>
                    <a:pt x="544489" y="266856"/>
                  </a:lnTo>
                  <a:lnTo>
                    <a:pt x="544622" y="266952"/>
                  </a:lnTo>
                  <a:lnTo>
                    <a:pt x="544840" y="267143"/>
                  </a:lnTo>
                  <a:lnTo>
                    <a:pt x="544899" y="267272"/>
                  </a:lnTo>
                  <a:lnTo>
                    <a:pt x="545149" y="267836"/>
                  </a:lnTo>
                  <a:lnTo>
                    <a:pt x="545236" y="268032"/>
                  </a:lnTo>
                  <a:lnTo>
                    <a:pt x="545337" y="268682"/>
                  </a:lnTo>
                  <a:lnTo>
                    <a:pt x="545738" y="268956"/>
                  </a:lnTo>
                  <a:lnTo>
                    <a:pt x="547280" y="269171"/>
                  </a:lnTo>
                  <a:lnTo>
                    <a:pt x="547643" y="269316"/>
                  </a:lnTo>
                  <a:lnTo>
                    <a:pt x="547939" y="269518"/>
                  </a:lnTo>
                  <a:lnTo>
                    <a:pt x="548161" y="269759"/>
                  </a:lnTo>
                  <a:lnTo>
                    <a:pt x="548419" y="269944"/>
                  </a:lnTo>
                  <a:lnTo>
                    <a:pt x="548570" y="270053"/>
                  </a:lnTo>
                  <a:lnTo>
                    <a:pt x="549114" y="270222"/>
                  </a:lnTo>
                  <a:lnTo>
                    <a:pt x="549416" y="270255"/>
                  </a:lnTo>
                  <a:lnTo>
                    <a:pt x="549654" y="270281"/>
                  </a:lnTo>
                  <a:lnTo>
                    <a:pt x="549855" y="270280"/>
                  </a:lnTo>
                  <a:lnTo>
                    <a:pt x="550037" y="270382"/>
                  </a:lnTo>
                  <a:lnTo>
                    <a:pt x="550018" y="270656"/>
                  </a:lnTo>
                  <a:lnTo>
                    <a:pt x="549966" y="270979"/>
                  </a:lnTo>
                  <a:lnTo>
                    <a:pt x="549995" y="271140"/>
                  </a:lnTo>
                  <a:lnTo>
                    <a:pt x="550027" y="271328"/>
                  </a:lnTo>
                  <a:lnTo>
                    <a:pt x="550517" y="271823"/>
                  </a:lnTo>
                  <a:lnTo>
                    <a:pt x="550807" y="271879"/>
                  </a:lnTo>
                  <a:lnTo>
                    <a:pt x="551001" y="271974"/>
                  </a:lnTo>
                  <a:lnTo>
                    <a:pt x="551512" y="272237"/>
                  </a:lnTo>
                  <a:lnTo>
                    <a:pt x="551798" y="272460"/>
                  </a:lnTo>
                  <a:lnTo>
                    <a:pt x="551836" y="272675"/>
                  </a:lnTo>
                  <a:lnTo>
                    <a:pt x="552779" y="273282"/>
                  </a:lnTo>
                  <a:lnTo>
                    <a:pt x="553037" y="273398"/>
                  </a:lnTo>
                  <a:lnTo>
                    <a:pt x="553461" y="273585"/>
                  </a:lnTo>
                  <a:lnTo>
                    <a:pt x="553611" y="273627"/>
                  </a:lnTo>
                  <a:lnTo>
                    <a:pt x="554119" y="273584"/>
                  </a:lnTo>
                  <a:lnTo>
                    <a:pt x="554596" y="273920"/>
                  </a:lnTo>
                  <a:lnTo>
                    <a:pt x="554799" y="273968"/>
                  </a:lnTo>
                  <a:lnTo>
                    <a:pt x="555179" y="274111"/>
                  </a:lnTo>
                  <a:lnTo>
                    <a:pt x="555494" y="274379"/>
                  </a:lnTo>
                  <a:lnTo>
                    <a:pt x="555365" y="274572"/>
                  </a:lnTo>
                  <a:lnTo>
                    <a:pt x="555214" y="275153"/>
                  </a:lnTo>
                  <a:lnTo>
                    <a:pt x="555536" y="275494"/>
                  </a:lnTo>
                  <a:lnTo>
                    <a:pt x="556299" y="275934"/>
                  </a:lnTo>
                  <a:lnTo>
                    <a:pt x="556568" y="276271"/>
                  </a:lnTo>
                  <a:lnTo>
                    <a:pt x="556550" y="276459"/>
                  </a:lnTo>
                  <a:lnTo>
                    <a:pt x="556622" y="276701"/>
                  </a:lnTo>
                  <a:lnTo>
                    <a:pt x="556766" y="277147"/>
                  </a:lnTo>
                  <a:lnTo>
                    <a:pt x="557152" y="277359"/>
                  </a:lnTo>
                  <a:lnTo>
                    <a:pt x="557376" y="277424"/>
                  </a:lnTo>
                  <a:lnTo>
                    <a:pt x="557718" y="277569"/>
                  </a:lnTo>
                  <a:lnTo>
                    <a:pt x="557855" y="277840"/>
                  </a:lnTo>
                  <a:lnTo>
                    <a:pt x="557897" y="278123"/>
                  </a:lnTo>
                  <a:lnTo>
                    <a:pt x="558139" y="278446"/>
                  </a:lnTo>
                  <a:lnTo>
                    <a:pt x="558991" y="278708"/>
                  </a:lnTo>
                  <a:lnTo>
                    <a:pt x="559266" y="278612"/>
                  </a:lnTo>
                  <a:lnTo>
                    <a:pt x="559436" y="278643"/>
                  </a:lnTo>
                  <a:lnTo>
                    <a:pt x="559815" y="278799"/>
                  </a:lnTo>
                  <a:lnTo>
                    <a:pt x="560153" y="278943"/>
                  </a:lnTo>
                  <a:lnTo>
                    <a:pt x="560500" y="279462"/>
                  </a:lnTo>
                  <a:lnTo>
                    <a:pt x="560648" y="279633"/>
                  </a:lnTo>
                  <a:lnTo>
                    <a:pt x="561202" y="280023"/>
                  </a:lnTo>
                  <a:lnTo>
                    <a:pt x="561416" y="280343"/>
                  </a:lnTo>
                  <a:lnTo>
                    <a:pt x="561508" y="280551"/>
                  </a:lnTo>
                  <a:lnTo>
                    <a:pt x="562033" y="280950"/>
                  </a:lnTo>
                  <a:lnTo>
                    <a:pt x="562447" y="280950"/>
                  </a:lnTo>
                  <a:lnTo>
                    <a:pt x="563017" y="280956"/>
                  </a:lnTo>
                  <a:lnTo>
                    <a:pt x="563221" y="281652"/>
                  </a:lnTo>
                  <a:lnTo>
                    <a:pt x="563242" y="281943"/>
                  </a:lnTo>
                  <a:lnTo>
                    <a:pt x="563736" y="282430"/>
                  </a:lnTo>
                  <a:lnTo>
                    <a:pt x="564057" y="282757"/>
                  </a:lnTo>
                  <a:lnTo>
                    <a:pt x="564477" y="283397"/>
                  </a:lnTo>
                  <a:lnTo>
                    <a:pt x="564615" y="283736"/>
                  </a:lnTo>
                  <a:lnTo>
                    <a:pt x="564436" y="284385"/>
                  </a:lnTo>
                  <a:lnTo>
                    <a:pt x="563775" y="284234"/>
                  </a:lnTo>
                  <a:lnTo>
                    <a:pt x="562790" y="284261"/>
                  </a:lnTo>
                  <a:lnTo>
                    <a:pt x="562439" y="284305"/>
                  </a:lnTo>
                  <a:lnTo>
                    <a:pt x="561711" y="284585"/>
                  </a:lnTo>
                  <a:lnTo>
                    <a:pt x="561317" y="284691"/>
                  </a:lnTo>
                  <a:lnTo>
                    <a:pt x="560822" y="284744"/>
                  </a:lnTo>
                  <a:lnTo>
                    <a:pt x="560607" y="284786"/>
                  </a:lnTo>
                  <a:lnTo>
                    <a:pt x="560093" y="284950"/>
                  </a:lnTo>
                  <a:lnTo>
                    <a:pt x="559860" y="285041"/>
                  </a:lnTo>
                  <a:lnTo>
                    <a:pt x="559558" y="284901"/>
                  </a:lnTo>
                  <a:lnTo>
                    <a:pt x="559119" y="284792"/>
                  </a:lnTo>
                  <a:lnTo>
                    <a:pt x="558926" y="284791"/>
                  </a:lnTo>
                  <a:lnTo>
                    <a:pt x="558671" y="284906"/>
                  </a:lnTo>
                  <a:lnTo>
                    <a:pt x="558456" y="285036"/>
                  </a:lnTo>
                  <a:lnTo>
                    <a:pt x="558240" y="285732"/>
                  </a:lnTo>
                  <a:lnTo>
                    <a:pt x="558223" y="286051"/>
                  </a:lnTo>
                  <a:lnTo>
                    <a:pt x="558270" y="286249"/>
                  </a:lnTo>
                  <a:lnTo>
                    <a:pt x="558501" y="286606"/>
                  </a:lnTo>
                  <a:lnTo>
                    <a:pt x="558407" y="287335"/>
                  </a:lnTo>
                  <a:lnTo>
                    <a:pt x="558529" y="287526"/>
                  </a:lnTo>
                  <a:lnTo>
                    <a:pt x="558661" y="287743"/>
                  </a:lnTo>
                  <a:lnTo>
                    <a:pt x="558774" y="288411"/>
                  </a:lnTo>
                  <a:lnTo>
                    <a:pt x="558107" y="288899"/>
                  </a:lnTo>
                  <a:lnTo>
                    <a:pt x="557953" y="289021"/>
                  </a:lnTo>
                  <a:lnTo>
                    <a:pt x="557370" y="289486"/>
                  </a:lnTo>
                  <a:lnTo>
                    <a:pt x="557148" y="289821"/>
                  </a:lnTo>
                  <a:lnTo>
                    <a:pt x="557226" y="290083"/>
                  </a:lnTo>
                  <a:lnTo>
                    <a:pt x="557103" y="290481"/>
                  </a:lnTo>
                  <a:lnTo>
                    <a:pt x="556900" y="290589"/>
                  </a:lnTo>
                  <a:lnTo>
                    <a:pt x="556477" y="290782"/>
                  </a:lnTo>
                  <a:lnTo>
                    <a:pt x="556813" y="291154"/>
                  </a:lnTo>
                  <a:lnTo>
                    <a:pt x="556985" y="291364"/>
                  </a:lnTo>
                  <a:lnTo>
                    <a:pt x="557281" y="291463"/>
                  </a:lnTo>
                  <a:lnTo>
                    <a:pt x="557880" y="291503"/>
                  </a:lnTo>
                  <a:lnTo>
                    <a:pt x="558658" y="292051"/>
                  </a:lnTo>
                  <a:lnTo>
                    <a:pt x="558862" y="292132"/>
                  </a:lnTo>
                  <a:lnTo>
                    <a:pt x="559049" y="292207"/>
                  </a:lnTo>
                  <a:lnTo>
                    <a:pt x="559338" y="292145"/>
                  </a:lnTo>
                  <a:lnTo>
                    <a:pt x="559908" y="292798"/>
                  </a:lnTo>
                  <a:lnTo>
                    <a:pt x="560403" y="292888"/>
                  </a:lnTo>
                  <a:lnTo>
                    <a:pt x="560855" y="292986"/>
                  </a:lnTo>
                  <a:lnTo>
                    <a:pt x="561200" y="293172"/>
                  </a:lnTo>
                  <a:lnTo>
                    <a:pt x="561365" y="293539"/>
                  </a:lnTo>
                  <a:lnTo>
                    <a:pt x="561169" y="293819"/>
                  </a:lnTo>
                  <a:lnTo>
                    <a:pt x="561242" y="294100"/>
                  </a:lnTo>
                  <a:lnTo>
                    <a:pt x="561514" y="294353"/>
                  </a:lnTo>
                  <a:lnTo>
                    <a:pt x="561564" y="294537"/>
                  </a:lnTo>
                  <a:lnTo>
                    <a:pt x="561844" y="295032"/>
                  </a:lnTo>
                  <a:lnTo>
                    <a:pt x="562176" y="295267"/>
                  </a:lnTo>
                  <a:lnTo>
                    <a:pt x="562214" y="295399"/>
                  </a:lnTo>
                  <a:lnTo>
                    <a:pt x="562429" y="295637"/>
                  </a:lnTo>
                  <a:lnTo>
                    <a:pt x="562960" y="295729"/>
                  </a:lnTo>
                  <a:lnTo>
                    <a:pt x="563196" y="295770"/>
                  </a:lnTo>
                  <a:lnTo>
                    <a:pt x="563439" y="295812"/>
                  </a:lnTo>
                  <a:lnTo>
                    <a:pt x="564009" y="296208"/>
                  </a:lnTo>
                  <a:lnTo>
                    <a:pt x="564146" y="296509"/>
                  </a:lnTo>
                  <a:lnTo>
                    <a:pt x="564524" y="296388"/>
                  </a:lnTo>
                  <a:lnTo>
                    <a:pt x="564648" y="296606"/>
                  </a:lnTo>
                  <a:lnTo>
                    <a:pt x="565048" y="297427"/>
                  </a:lnTo>
                  <a:lnTo>
                    <a:pt x="565340" y="297702"/>
                  </a:lnTo>
                  <a:lnTo>
                    <a:pt x="565494" y="297826"/>
                  </a:lnTo>
                  <a:lnTo>
                    <a:pt x="565783" y="298065"/>
                  </a:lnTo>
                  <a:lnTo>
                    <a:pt x="566311" y="298635"/>
                  </a:lnTo>
                  <a:lnTo>
                    <a:pt x="566547" y="298520"/>
                  </a:lnTo>
                  <a:lnTo>
                    <a:pt x="567195" y="299288"/>
                  </a:lnTo>
                  <a:lnTo>
                    <a:pt x="567231" y="299509"/>
                  </a:lnTo>
                  <a:lnTo>
                    <a:pt x="567400" y="299829"/>
                  </a:lnTo>
                  <a:lnTo>
                    <a:pt x="567861" y="300531"/>
                  </a:lnTo>
                  <a:lnTo>
                    <a:pt x="567587" y="300452"/>
                  </a:lnTo>
                  <a:lnTo>
                    <a:pt x="567354" y="300305"/>
                  </a:lnTo>
                  <a:lnTo>
                    <a:pt x="567053" y="300185"/>
                  </a:lnTo>
                  <a:lnTo>
                    <a:pt x="566810" y="300146"/>
                  </a:lnTo>
                  <a:lnTo>
                    <a:pt x="566271" y="300782"/>
                  </a:lnTo>
                  <a:lnTo>
                    <a:pt x="566020" y="300922"/>
                  </a:lnTo>
                  <a:lnTo>
                    <a:pt x="565563" y="301251"/>
                  </a:lnTo>
                  <a:lnTo>
                    <a:pt x="565263" y="301524"/>
                  </a:lnTo>
                  <a:lnTo>
                    <a:pt x="565034" y="301510"/>
                  </a:lnTo>
                  <a:lnTo>
                    <a:pt x="564932" y="301717"/>
                  </a:lnTo>
                  <a:lnTo>
                    <a:pt x="564881" y="301877"/>
                  </a:lnTo>
                  <a:lnTo>
                    <a:pt x="564750" y="302153"/>
                  </a:lnTo>
                  <a:lnTo>
                    <a:pt x="564559" y="302195"/>
                  </a:lnTo>
                  <a:lnTo>
                    <a:pt x="564392" y="302180"/>
                  </a:lnTo>
                  <a:lnTo>
                    <a:pt x="564240" y="302131"/>
                  </a:lnTo>
                  <a:lnTo>
                    <a:pt x="563883" y="302009"/>
                  </a:lnTo>
                  <a:lnTo>
                    <a:pt x="563587" y="301848"/>
                  </a:lnTo>
                  <a:lnTo>
                    <a:pt x="563402" y="301987"/>
                  </a:lnTo>
                  <a:lnTo>
                    <a:pt x="563224" y="302422"/>
                  </a:lnTo>
                  <a:lnTo>
                    <a:pt x="563201" y="302557"/>
                  </a:lnTo>
                  <a:lnTo>
                    <a:pt x="562923" y="302964"/>
                  </a:lnTo>
                  <a:lnTo>
                    <a:pt x="562920" y="303165"/>
                  </a:lnTo>
                  <a:lnTo>
                    <a:pt x="563125" y="303533"/>
                  </a:lnTo>
                  <a:lnTo>
                    <a:pt x="563228" y="303724"/>
                  </a:lnTo>
                  <a:lnTo>
                    <a:pt x="563070" y="304036"/>
                  </a:lnTo>
                  <a:lnTo>
                    <a:pt x="563059" y="304215"/>
                  </a:lnTo>
                  <a:lnTo>
                    <a:pt x="563149" y="304679"/>
                  </a:lnTo>
                  <a:lnTo>
                    <a:pt x="563222" y="304873"/>
                  </a:lnTo>
                  <a:lnTo>
                    <a:pt x="563585" y="305187"/>
                  </a:lnTo>
                  <a:lnTo>
                    <a:pt x="563758" y="305303"/>
                  </a:lnTo>
                  <a:lnTo>
                    <a:pt x="564019" y="305867"/>
                  </a:lnTo>
                  <a:lnTo>
                    <a:pt x="564137" y="306120"/>
                  </a:lnTo>
                  <a:lnTo>
                    <a:pt x="564288" y="306248"/>
                  </a:lnTo>
                  <a:lnTo>
                    <a:pt x="565305" y="306839"/>
                  </a:lnTo>
                  <a:lnTo>
                    <a:pt x="565702" y="307008"/>
                  </a:lnTo>
                  <a:lnTo>
                    <a:pt x="565953" y="307200"/>
                  </a:lnTo>
                  <a:lnTo>
                    <a:pt x="566248" y="307554"/>
                  </a:lnTo>
                  <a:lnTo>
                    <a:pt x="566471" y="307740"/>
                  </a:lnTo>
                  <a:lnTo>
                    <a:pt x="567089" y="307848"/>
                  </a:lnTo>
                  <a:lnTo>
                    <a:pt x="567236" y="307818"/>
                  </a:lnTo>
                  <a:lnTo>
                    <a:pt x="567772" y="307840"/>
                  </a:lnTo>
                  <a:lnTo>
                    <a:pt x="568123" y="308053"/>
                  </a:lnTo>
                  <a:lnTo>
                    <a:pt x="567994" y="308367"/>
                  </a:lnTo>
                  <a:lnTo>
                    <a:pt x="567910" y="308532"/>
                  </a:lnTo>
                  <a:lnTo>
                    <a:pt x="567764" y="308682"/>
                  </a:lnTo>
                  <a:lnTo>
                    <a:pt x="568503" y="309067"/>
                  </a:lnTo>
                  <a:lnTo>
                    <a:pt x="568701" y="309222"/>
                  </a:lnTo>
                  <a:lnTo>
                    <a:pt x="568951" y="309478"/>
                  </a:lnTo>
                  <a:lnTo>
                    <a:pt x="569216" y="309469"/>
                  </a:lnTo>
                  <a:lnTo>
                    <a:pt x="569457" y="309464"/>
                  </a:lnTo>
                  <a:lnTo>
                    <a:pt x="569744" y="309712"/>
                  </a:lnTo>
                  <a:lnTo>
                    <a:pt x="569872" y="309861"/>
                  </a:lnTo>
                  <a:lnTo>
                    <a:pt x="569770" y="310156"/>
                  </a:lnTo>
                  <a:lnTo>
                    <a:pt x="569249" y="310227"/>
                  </a:lnTo>
                  <a:lnTo>
                    <a:pt x="569032" y="310186"/>
                  </a:lnTo>
                  <a:lnTo>
                    <a:pt x="568717" y="310148"/>
                  </a:lnTo>
                  <a:lnTo>
                    <a:pt x="568831" y="310623"/>
                  </a:lnTo>
                  <a:lnTo>
                    <a:pt x="568954" y="311028"/>
                  </a:lnTo>
                  <a:lnTo>
                    <a:pt x="568948" y="311388"/>
                  </a:lnTo>
                  <a:lnTo>
                    <a:pt x="569017" y="311592"/>
                  </a:lnTo>
                  <a:lnTo>
                    <a:pt x="569608" y="312345"/>
                  </a:lnTo>
                  <a:lnTo>
                    <a:pt x="569761" y="312353"/>
                  </a:lnTo>
                  <a:lnTo>
                    <a:pt x="570023" y="312411"/>
                  </a:lnTo>
                  <a:lnTo>
                    <a:pt x="570198" y="312463"/>
                  </a:lnTo>
                  <a:lnTo>
                    <a:pt x="570425" y="312687"/>
                  </a:lnTo>
                  <a:lnTo>
                    <a:pt x="570791" y="313128"/>
                  </a:lnTo>
                  <a:lnTo>
                    <a:pt x="570940" y="313320"/>
                  </a:lnTo>
                  <a:lnTo>
                    <a:pt x="571114" y="313567"/>
                  </a:lnTo>
                  <a:lnTo>
                    <a:pt x="570986" y="314213"/>
                  </a:lnTo>
                  <a:lnTo>
                    <a:pt x="570713" y="314486"/>
                  </a:lnTo>
                  <a:lnTo>
                    <a:pt x="570442" y="314550"/>
                  </a:lnTo>
                  <a:lnTo>
                    <a:pt x="570131" y="314818"/>
                  </a:lnTo>
                  <a:lnTo>
                    <a:pt x="569968" y="315173"/>
                  </a:lnTo>
                  <a:lnTo>
                    <a:pt x="570269" y="315538"/>
                  </a:lnTo>
                  <a:lnTo>
                    <a:pt x="570555" y="315773"/>
                  </a:lnTo>
                  <a:lnTo>
                    <a:pt x="570690" y="315844"/>
                  </a:lnTo>
                  <a:lnTo>
                    <a:pt x="570901" y="316134"/>
                  </a:lnTo>
                  <a:lnTo>
                    <a:pt x="570939" y="316429"/>
                  </a:lnTo>
                  <a:lnTo>
                    <a:pt x="570912" y="316574"/>
                  </a:lnTo>
                  <a:lnTo>
                    <a:pt x="571158" y="317051"/>
                  </a:lnTo>
                  <a:lnTo>
                    <a:pt x="571363" y="317136"/>
                  </a:lnTo>
                  <a:lnTo>
                    <a:pt x="571782" y="317454"/>
                  </a:lnTo>
                  <a:lnTo>
                    <a:pt x="571768" y="317660"/>
                  </a:lnTo>
                  <a:lnTo>
                    <a:pt x="571800" y="317945"/>
                  </a:lnTo>
                  <a:lnTo>
                    <a:pt x="572315" y="317984"/>
                  </a:lnTo>
                  <a:lnTo>
                    <a:pt x="572499" y="318101"/>
                  </a:lnTo>
                  <a:lnTo>
                    <a:pt x="572167" y="318731"/>
                  </a:lnTo>
                  <a:lnTo>
                    <a:pt x="572288" y="319084"/>
                  </a:lnTo>
                  <a:lnTo>
                    <a:pt x="572419" y="319343"/>
                  </a:lnTo>
                  <a:lnTo>
                    <a:pt x="572545" y="319571"/>
                  </a:lnTo>
                  <a:lnTo>
                    <a:pt x="572819" y="319793"/>
                  </a:lnTo>
                  <a:lnTo>
                    <a:pt x="572659" y="319958"/>
                  </a:lnTo>
                  <a:lnTo>
                    <a:pt x="572657" y="320244"/>
                  </a:lnTo>
                  <a:lnTo>
                    <a:pt x="572680" y="320414"/>
                  </a:lnTo>
                  <a:lnTo>
                    <a:pt x="572869" y="320726"/>
                  </a:lnTo>
                  <a:lnTo>
                    <a:pt x="573158" y="321326"/>
                  </a:lnTo>
                  <a:lnTo>
                    <a:pt x="573496" y="321474"/>
                  </a:lnTo>
                  <a:lnTo>
                    <a:pt x="574014" y="321679"/>
                  </a:lnTo>
                  <a:lnTo>
                    <a:pt x="574613" y="321446"/>
                  </a:lnTo>
                  <a:lnTo>
                    <a:pt x="574926" y="321542"/>
                  </a:lnTo>
                  <a:lnTo>
                    <a:pt x="575110" y="321646"/>
                  </a:lnTo>
                  <a:lnTo>
                    <a:pt x="575531" y="321621"/>
                  </a:lnTo>
                  <a:lnTo>
                    <a:pt x="575691" y="321833"/>
                  </a:lnTo>
                  <a:lnTo>
                    <a:pt x="575803" y="322076"/>
                  </a:lnTo>
                  <a:lnTo>
                    <a:pt x="576208" y="322314"/>
                  </a:lnTo>
                  <a:lnTo>
                    <a:pt x="576347" y="322450"/>
                  </a:lnTo>
                  <a:lnTo>
                    <a:pt x="576770" y="323316"/>
                  </a:lnTo>
                  <a:lnTo>
                    <a:pt x="576979" y="323378"/>
                  </a:lnTo>
                  <a:lnTo>
                    <a:pt x="577170" y="323476"/>
                  </a:lnTo>
                  <a:lnTo>
                    <a:pt x="577334" y="323591"/>
                  </a:lnTo>
                  <a:lnTo>
                    <a:pt x="577709" y="323750"/>
                  </a:lnTo>
                  <a:lnTo>
                    <a:pt x="577966" y="323774"/>
                  </a:lnTo>
                  <a:lnTo>
                    <a:pt x="578200" y="323877"/>
                  </a:lnTo>
                  <a:lnTo>
                    <a:pt x="578353" y="323990"/>
                  </a:lnTo>
                  <a:lnTo>
                    <a:pt x="578767" y="324038"/>
                  </a:lnTo>
                  <a:lnTo>
                    <a:pt x="578891" y="324357"/>
                  </a:lnTo>
                  <a:lnTo>
                    <a:pt x="579432" y="324665"/>
                  </a:lnTo>
                  <a:lnTo>
                    <a:pt x="579617" y="324938"/>
                  </a:lnTo>
                  <a:lnTo>
                    <a:pt x="579964" y="325012"/>
                  </a:lnTo>
                  <a:lnTo>
                    <a:pt x="580150" y="325012"/>
                  </a:lnTo>
                  <a:lnTo>
                    <a:pt x="580598" y="325247"/>
                  </a:lnTo>
                  <a:lnTo>
                    <a:pt x="581012" y="325362"/>
                  </a:lnTo>
                  <a:lnTo>
                    <a:pt x="581068" y="325687"/>
                  </a:lnTo>
                  <a:lnTo>
                    <a:pt x="580960" y="326059"/>
                  </a:lnTo>
                  <a:lnTo>
                    <a:pt x="580931" y="326493"/>
                  </a:lnTo>
                  <a:lnTo>
                    <a:pt x="581451" y="326553"/>
                  </a:lnTo>
                  <a:lnTo>
                    <a:pt x="581624" y="326642"/>
                  </a:lnTo>
                  <a:lnTo>
                    <a:pt x="581964" y="326752"/>
                  </a:lnTo>
                  <a:lnTo>
                    <a:pt x="582083" y="326946"/>
                  </a:lnTo>
                  <a:lnTo>
                    <a:pt x="582455" y="327071"/>
                  </a:lnTo>
                  <a:lnTo>
                    <a:pt x="582691" y="327112"/>
                  </a:lnTo>
                  <a:lnTo>
                    <a:pt x="582809" y="327305"/>
                  </a:lnTo>
                  <a:lnTo>
                    <a:pt x="582903" y="327770"/>
                  </a:lnTo>
                  <a:lnTo>
                    <a:pt x="582590" y="327987"/>
                  </a:lnTo>
                  <a:lnTo>
                    <a:pt x="581867" y="328110"/>
                  </a:lnTo>
                  <a:lnTo>
                    <a:pt x="581576" y="328063"/>
                  </a:lnTo>
                  <a:lnTo>
                    <a:pt x="581339" y="327875"/>
                  </a:lnTo>
                  <a:lnTo>
                    <a:pt x="580822" y="327823"/>
                  </a:lnTo>
                  <a:lnTo>
                    <a:pt x="580690" y="327820"/>
                  </a:lnTo>
                  <a:lnTo>
                    <a:pt x="580268" y="327985"/>
                  </a:lnTo>
                  <a:lnTo>
                    <a:pt x="580002" y="328246"/>
                  </a:lnTo>
                  <a:lnTo>
                    <a:pt x="579694" y="328310"/>
                  </a:lnTo>
                  <a:lnTo>
                    <a:pt x="579377" y="328330"/>
                  </a:lnTo>
                  <a:lnTo>
                    <a:pt x="579237" y="328659"/>
                  </a:lnTo>
                  <a:lnTo>
                    <a:pt x="579221" y="328962"/>
                  </a:lnTo>
                  <a:lnTo>
                    <a:pt x="578990" y="329224"/>
                  </a:lnTo>
                  <a:lnTo>
                    <a:pt x="578730" y="329531"/>
                  </a:lnTo>
                  <a:lnTo>
                    <a:pt x="578626" y="329804"/>
                  </a:lnTo>
                  <a:lnTo>
                    <a:pt x="578599" y="330016"/>
                  </a:lnTo>
                  <a:lnTo>
                    <a:pt x="578435" y="330396"/>
                  </a:lnTo>
                  <a:lnTo>
                    <a:pt x="578203" y="330416"/>
                  </a:lnTo>
                  <a:lnTo>
                    <a:pt x="577742" y="330574"/>
                  </a:lnTo>
                  <a:lnTo>
                    <a:pt x="577998" y="330950"/>
                  </a:lnTo>
                  <a:lnTo>
                    <a:pt x="577927" y="331094"/>
                  </a:lnTo>
                  <a:lnTo>
                    <a:pt x="577633" y="331354"/>
                  </a:lnTo>
                  <a:lnTo>
                    <a:pt x="577665" y="331606"/>
                  </a:lnTo>
                  <a:lnTo>
                    <a:pt x="577633" y="331825"/>
                  </a:lnTo>
                  <a:lnTo>
                    <a:pt x="577495" y="332446"/>
                  </a:lnTo>
                  <a:lnTo>
                    <a:pt x="577443" y="332590"/>
                  </a:lnTo>
                  <a:lnTo>
                    <a:pt x="576963" y="332790"/>
                  </a:lnTo>
                  <a:lnTo>
                    <a:pt x="576229" y="333394"/>
                  </a:lnTo>
                  <a:lnTo>
                    <a:pt x="575933" y="333456"/>
                  </a:lnTo>
                  <a:lnTo>
                    <a:pt x="575782" y="333410"/>
                  </a:lnTo>
                  <a:lnTo>
                    <a:pt x="575461" y="333261"/>
                  </a:lnTo>
                  <a:lnTo>
                    <a:pt x="575092" y="333244"/>
                  </a:lnTo>
                  <a:lnTo>
                    <a:pt x="574952" y="333498"/>
                  </a:lnTo>
                  <a:lnTo>
                    <a:pt x="574887" y="333696"/>
                  </a:lnTo>
                  <a:lnTo>
                    <a:pt x="575076" y="333958"/>
                  </a:lnTo>
                  <a:lnTo>
                    <a:pt x="575399" y="334029"/>
                  </a:lnTo>
                  <a:lnTo>
                    <a:pt x="575447" y="334278"/>
                  </a:lnTo>
                  <a:lnTo>
                    <a:pt x="575510" y="334512"/>
                  </a:lnTo>
                  <a:lnTo>
                    <a:pt x="575845" y="334325"/>
                  </a:lnTo>
                  <a:lnTo>
                    <a:pt x="576076" y="334288"/>
                  </a:lnTo>
                  <a:lnTo>
                    <a:pt x="576421" y="334523"/>
                  </a:lnTo>
                  <a:lnTo>
                    <a:pt x="576830" y="334967"/>
                  </a:lnTo>
                  <a:lnTo>
                    <a:pt x="577053" y="335381"/>
                  </a:lnTo>
                  <a:lnTo>
                    <a:pt x="577714" y="335437"/>
                  </a:lnTo>
                  <a:lnTo>
                    <a:pt x="578620" y="335593"/>
                  </a:lnTo>
                  <a:lnTo>
                    <a:pt x="578818" y="336059"/>
                  </a:lnTo>
                  <a:lnTo>
                    <a:pt x="578630" y="336108"/>
                  </a:lnTo>
                  <a:lnTo>
                    <a:pt x="578191" y="336159"/>
                  </a:lnTo>
                  <a:lnTo>
                    <a:pt x="577879" y="336650"/>
                  </a:lnTo>
                  <a:lnTo>
                    <a:pt x="577963" y="336927"/>
                  </a:lnTo>
                  <a:lnTo>
                    <a:pt x="578381" y="337336"/>
                  </a:lnTo>
                  <a:lnTo>
                    <a:pt x="578798" y="337979"/>
                  </a:lnTo>
                  <a:lnTo>
                    <a:pt x="578493" y="338459"/>
                  </a:lnTo>
                  <a:lnTo>
                    <a:pt x="578210" y="338821"/>
                  </a:lnTo>
                  <a:lnTo>
                    <a:pt x="577844" y="339393"/>
                  </a:lnTo>
                  <a:lnTo>
                    <a:pt x="577857" y="339776"/>
                  </a:lnTo>
                  <a:lnTo>
                    <a:pt x="577840" y="339991"/>
                  </a:lnTo>
                  <a:lnTo>
                    <a:pt x="577584" y="340402"/>
                  </a:lnTo>
                  <a:lnTo>
                    <a:pt x="577537" y="341319"/>
                  </a:lnTo>
                  <a:lnTo>
                    <a:pt x="577802" y="341542"/>
                  </a:lnTo>
                  <a:lnTo>
                    <a:pt x="577764" y="341825"/>
                  </a:lnTo>
                  <a:lnTo>
                    <a:pt x="577741" y="342381"/>
                  </a:lnTo>
                  <a:lnTo>
                    <a:pt x="577815" y="342769"/>
                  </a:lnTo>
                  <a:lnTo>
                    <a:pt x="577701" y="343030"/>
                  </a:lnTo>
                  <a:lnTo>
                    <a:pt x="577680" y="343325"/>
                  </a:lnTo>
                  <a:lnTo>
                    <a:pt x="577792" y="343801"/>
                  </a:lnTo>
                  <a:lnTo>
                    <a:pt x="577983" y="344130"/>
                  </a:lnTo>
                  <a:lnTo>
                    <a:pt x="578017" y="344272"/>
                  </a:lnTo>
                  <a:lnTo>
                    <a:pt x="578053" y="344425"/>
                  </a:lnTo>
                  <a:lnTo>
                    <a:pt x="578006" y="344569"/>
                  </a:lnTo>
                  <a:lnTo>
                    <a:pt x="577725" y="344881"/>
                  </a:lnTo>
                  <a:lnTo>
                    <a:pt x="577686" y="345190"/>
                  </a:lnTo>
                  <a:lnTo>
                    <a:pt x="577732" y="345387"/>
                  </a:lnTo>
                  <a:lnTo>
                    <a:pt x="577674" y="345811"/>
                  </a:lnTo>
                  <a:lnTo>
                    <a:pt x="577278" y="345839"/>
                  </a:lnTo>
                  <a:lnTo>
                    <a:pt x="576603" y="345752"/>
                  </a:lnTo>
                  <a:lnTo>
                    <a:pt x="576543" y="345614"/>
                  </a:lnTo>
                  <a:lnTo>
                    <a:pt x="576065" y="345157"/>
                  </a:lnTo>
                  <a:lnTo>
                    <a:pt x="575788" y="345217"/>
                  </a:lnTo>
                  <a:lnTo>
                    <a:pt x="575455" y="345183"/>
                  </a:lnTo>
                  <a:lnTo>
                    <a:pt x="575008" y="344996"/>
                  </a:lnTo>
                  <a:lnTo>
                    <a:pt x="574879" y="345008"/>
                  </a:lnTo>
                  <a:lnTo>
                    <a:pt x="574732" y="345097"/>
                  </a:lnTo>
                  <a:lnTo>
                    <a:pt x="573989" y="345209"/>
                  </a:lnTo>
                  <a:lnTo>
                    <a:pt x="573835" y="345132"/>
                  </a:lnTo>
                  <a:lnTo>
                    <a:pt x="573514" y="344779"/>
                  </a:lnTo>
                  <a:lnTo>
                    <a:pt x="573104" y="344671"/>
                  </a:lnTo>
                  <a:lnTo>
                    <a:pt x="572728" y="344658"/>
                  </a:lnTo>
                  <a:lnTo>
                    <a:pt x="572451" y="344820"/>
                  </a:lnTo>
                  <a:lnTo>
                    <a:pt x="571962" y="344834"/>
                  </a:lnTo>
                  <a:lnTo>
                    <a:pt x="571834" y="344764"/>
                  </a:lnTo>
                  <a:lnTo>
                    <a:pt x="571631" y="344721"/>
                  </a:lnTo>
                  <a:lnTo>
                    <a:pt x="571480" y="344688"/>
                  </a:lnTo>
                  <a:lnTo>
                    <a:pt x="571252" y="344619"/>
                  </a:lnTo>
                  <a:lnTo>
                    <a:pt x="570837" y="344411"/>
                  </a:lnTo>
                  <a:lnTo>
                    <a:pt x="570706" y="344419"/>
                  </a:lnTo>
                  <a:lnTo>
                    <a:pt x="570577" y="344471"/>
                  </a:lnTo>
                  <a:lnTo>
                    <a:pt x="570364" y="344604"/>
                  </a:lnTo>
                  <a:lnTo>
                    <a:pt x="570266" y="344801"/>
                  </a:lnTo>
                  <a:lnTo>
                    <a:pt x="570159" y="344958"/>
                  </a:lnTo>
                  <a:lnTo>
                    <a:pt x="569893" y="345252"/>
                  </a:lnTo>
                  <a:lnTo>
                    <a:pt x="569627" y="345450"/>
                  </a:lnTo>
                  <a:lnTo>
                    <a:pt x="568916" y="346192"/>
                  </a:lnTo>
                  <a:lnTo>
                    <a:pt x="568461" y="346400"/>
                  </a:lnTo>
                  <a:lnTo>
                    <a:pt x="568162" y="346570"/>
                  </a:lnTo>
                  <a:lnTo>
                    <a:pt x="567809" y="346628"/>
                  </a:lnTo>
                  <a:lnTo>
                    <a:pt x="567693" y="346926"/>
                  </a:lnTo>
                  <a:lnTo>
                    <a:pt x="567517" y="347328"/>
                  </a:lnTo>
                  <a:lnTo>
                    <a:pt x="567285" y="347524"/>
                  </a:lnTo>
                  <a:lnTo>
                    <a:pt x="566960" y="347577"/>
                  </a:lnTo>
                  <a:lnTo>
                    <a:pt x="566902" y="347751"/>
                  </a:lnTo>
                  <a:lnTo>
                    <a:pt x="566870" y="347924"/>
                  </a:lnTo>
                  <a:lnTo>
                    <a:pt x="566564" y="348652"/>
                  </a:lnTo>
                  <a:lnTo>
                    <a:pt x="566495" y="348927"/>
                  </a:lnTo>
                  <a:lnTo>
                    <a:pt x="566559" y="349146"/>
                  </a:lnTo>
                  <a:lnTo>
                    <a:pt x="566600" y="349284"/>
                  </a:lnTo>
                  <a:lnTo>
                    <a:pt x="566949" y="349886"/>
                  </a:lnTo>
                  <a:lnTo>
                    <a:pt x="566968" y="350058"/>
                  </a:lnTo>
                  <a:lnTo>
                    <a:pt x="567012" y="350602"/>
                  </a:lnTo>
                  <a:lnTo>
                    <a:pt x="567031" y="350801"/>
                  </a:lnTo>
                  <a:lnTo>
                    <a:pt x="567054" y="351043"/>
                  </a:lnTo>
                  <a:lnTo>
                    <a:pt x="567088" y="351394"/>
                  </a:lnTo>
                  <a:lnTo>
                    <a:pt x="567157" y="351559"/>
                  </a:lnTo>
                  <a:lnTo>
                    <a:pt x="567485" y="351980"/>
                  </a:lnTo>
                  <a:lnTo>
                    <a:pt x="567805" y="352325"/>
                  </a:lnTo>
                  <a:lnTo>
                    <a:pt x="567935" y="352435"/>
                  </a:lnTo>
                  <a:lnTo>
                    <a:pt x="568085" y="352487"/>
                  </a:lnTo>
                  <a:lnTo>
                    <a:pt x="568325" y="352698"/>
                  </a:lnTo>
                  <a:lnTo>
                    <a:pt x="568420" y="353031"/>
                  </a:lnTo>
                  <a:lnTo>
                    <a:pt x="568543" y="353602"/>
                  </a:lnTo>
                  <a:lnTo>
                    <a:pt x="568769" y="353982"/>
                  </a:lnTo>
                  <a:lnTo>
                    <a:pt x="569219" y="354384"/>
                  </a:lnTo>
                  <a:lnTo>
                    <a:pt x="569803" y="354516"/>
                  </a:lnTo>
                  <a:lnTo>
                    <a:pt x="569963" y="354637"/>
                  </a:lnTo>
                  <a:lnTo>
                    <a:pt x="570031" y="354813"/>
                  </a:lnTo>
                  <a:lnTo>
                    <a:pt x="570035" y="355036"/>
                  </a:lnTo>
                  <a:lnTo>
                    <a:pt x="569924" y="355450"/>
                  </a:lnTo>
                  <a:lnTo>
                    <a:pt x="569776" y="356009"/>
                  </a:lnTo>
                  <a:lnTo>
                    <a:pt x="570120" y="357242"/>
                  </a:lnTo>
                  <a:lnTo>
                    <a:pt x="570327" y="357570"/>
                  </a:lnTo>
                  <a:lnTo>
                    <a:pt x="570789" y="357897"/>
                  </a:lnTo>
                  <a:lnTo>
                    <a:pt x="571295" y="358285"/>
                  </a:lnTo>
                  <a:lnTo>
                    <a:pt x="571576" y="358548"/>
                  </a:lnTo>
                  <a:lnTo>
                    <a:pt x="571690" y="358911"/>
                  </a:lnTo>
                  <a:lnTo>
                    <a:pt x="571519" y="359209"/>
                  </a:lnTo>
                  <a:lnTo>
                    <a:pt x="571102" y="359032"/>
                  </a:lnTo>
                  <a:lnTo>
                    <a:pt x="570927" y="359201"/>
                  </a:lnTo>
                  <a:lnTo>
                    <a:pt x="570556" y="359577"/>
                  </a:lnTo>
                  <a:lnTo>
                    <a:pt x="570350" y="359455"/>
                  </a:lnTo>
                  <a:lnTo>
                    <a:pt x="569949" y="359568"/>
                  </a:lnTo>
                  <a:lnTo>
                    <a:pt x="569712" y="359656"/>
                  </a:lnTo>
                  <a:lnTo>
                    <a:pt x="569277" y="359712"/>
                  </a:lnTo>
                  <a:lnTo>
                    <a:pt x="568911" y="359818"/>
                  </a:lnTo>
                  <a:lnTo>
                    <a:pt x="568761" y="360093"/>
                  </a:lnTo>
                  <a:lnTo>
                    <a:pt x="568474" y="360286"/>
                  </a:lnTo>
                  <a:lnTo>
                    <a:pt x="568288" y="360393"/>
                  </a:lnTo>
                  <a:lnTo>
                    <a:pt x="568279" y="360528"/>
                  </a:lnTo>
                  <a:lnTo>
                    <a:pt x="568349" y="360823"/>
                  </a:lnTo>
                  <a:lnTo>
                    <a:pt x="569152" y="360589"/>
                  </a:lnTo>
                  <a:lnTo>
                    <a:pt x="569389" y="360495"/>
                  </a:lnTo>
                  <a:lnTo>
                    <a:pt x="569708" y="360409"/>
                  </a:lnTo>
                  <a:lnTo>
                    <a:pt x="570288" y="360253"/>
                  </a:lnTo>
                  <a:lnTo>
                    <a:pt x="570619" y="360673"/>
                  </a:lnTo>
                  <a:lnTo>
                    <a:pt x="570266" y="360996"/>
                  </a:lnTo>
                  <a:lnTo>
                    <a:pt x="570095" y="361075"/>
                  </a:lnTo>
                  <a:lnTo>
                    <a:pt x="569899" y="361212"/>
                  </a:lnTo>
                  <a:lnTo>
                    <a:pt x="569542" y="361543"/>
                  </a:lnTo>
                  <a:lnTo>
                    <a:pt x="569356" y="361954"/>
                  </a:lnTo>
                  <a:lnTo>
                    <a:pt x="568909" y="362214"/>
                  </a:lnTo>
                  <a:lnTo>
                    <a:pt x="568523" y="361882"/>
                  </a:lnTo>
                  <a:lnTo>
                    <a:pt x="568085" y="361512"/>
                  </a:lnTo>
                  <a:lnTo>
                    <a:pt x="567871" y="361335"/>
                  </a:lnTo>
                  <a:lnTo>
                    <a:pt x="567485" y="360971"/>
                  </a:lnTo>
                  <a:lnTo>
                    <a:pt x="567184" y="360722"/>
                  </a:lnTo>
                  <a:lnTo>
                    <a:pt x="566778" y="360456"/>
                  </a:lnTo>
                  <a:lnTo>
                    <a:pt x="566436" y="360402"/>
                  </a:lnTo>
                  <a:lnTo>
                    <a:pt x="566290" y="360564"/>
                  </a:lnTo>
                  <a:lnTo>
                    <a:pt x="566042" y="360446"/>
                  </a:lnTo>
                  <a:lnTo>
                    <a:pt x="565597" y="360514"/>
                  </a:lnTo>
                  <a:lnTo>
                    <a:pt x="565064" y="360330"/>
                  </a:lnTo>
                  <a:lnTo>
                    <a:pt x="564817" y="360310"/>
                  </a:lnTo>
                  <a:lnTo>
                    <a:pt x="564289" y="360265"/>
                  </a:lnTo>
                  <a:lnTo>
                    <a:pt x="564178" y="359962"/>
                  </a:lnTo>
                  <a:lnTo>
                    <a:pt x="563965" y="359970"/>
                  </a:lnTo>
                  <a:lnTo>
                    <a:pt x="563750" y="360014"/>
                  </a:lnTo>
                  <a:lnTo>
                    <a:pt x="563430" y="360118"/>
                  </a:lnTo>
                  <a:lnTo>
                    <a:pt x="562720" y="360032"/>
                  </a:lnTo>
                  <a:lnTo>
                    <a:pt x="562258" y="359923"/>
                  </a:lnTo>
                  <a:lnTo>
                    <a:pt x="561957" y="359743"/>
                  </a:lnTo>
                  <a:lnTo>
                    <a:pt x="561543" y="359496"/>
                  </a:lnTo>
                  <a:lnTo>
                    <a:pt x="560728" y="359052"/>
                  </a:lnTo>
                  <a:lnTo>
                    <a:pt x="560551" y="358858"/>
                  </a:lnTo>
                  <a:lnTo>
                    <a:pt x="560491" y="358716"/>
                  </a:lnTo>
                  <a:lnTo>
                    <a:pt x="560446" y="358462"/>
                  </a:lnTo>
                  <a:lnTo>
                    <a:pt x="559843" y="358026"/>
                  </a:lnTo>
                  <a:lnTo>
                    <a:pt x="559662" y="358097"/>
                  </a:lnTo>
                  <a:lnTo>
                    <a:pt x="559415" y="358140"/>
                  </a:lnTo>
                  <a:lnTo>
                    <a:pt x="558978" y="357651"/>
                  </a:lnTo>
                  <a:lnTo>
                    <a:pt x="558760" y="357677"/>
                  </a:lnTo>
                  <a:lnTo>
                    <a:pt x="559059" y="358052"/>
                  </a:lnTo>
                  <a:lnTo>
                    <a:pt x="559132" y="358184"/>
                  </a:lnTo>
                  <a:lnTo>
                    <a:pt x="559027" y="358655"/>
                  </a:lnTo>
                  <a:lnTo>
                    <a:pt x="558487" y="358467"/>
                  </a:lnTo>
                  <a:lnTo>
                    <a:pt x="558489" y="358692"/>
                  </a:lnTo>
                  <a:lnTo>
                    <a:pt x="558494" y="359103"/>
                  </a:lnTo>
                  <a:lnTo>
                    <a:pt x="558496" y="359270"/>
                  </a:lnTo>
                  <a:lnTo>
                    <a:pt x="558478" y="359517"/>
                  </a:lnTo>
                  <a:lnTo>
                    <a:pt x="558237" y="360017"/>
                  </a:lnTo>
                  <a:lnTo>
                    <a:pt x="558135" y="360320"/>
                  </a:lnTo>
                  <a:lnTo>
                    <a:pt x="558053" y="360831"/>
                  </a:lnTo>
                  <a:lnTo>
                    <a:pt x="557765" y="361360"/>
                  </a:lnTo>
                  <a:lnTo>
                    <a:pt x="557420" y="361482"/>
                  </a:lnTo>
                  <a:lnTo>
                    <a:pt x="557102" y="361551"/>
                  </a:lnTo>
                  <a:lnTo>
                    <a:pt x="557102" y="361876"/>
                  </a:lnTo>
                  <a:lnTo>
                    <a:pt x="557125" y="362083"/>
                  </a:lnTo>
                  <a:lnTo>
                    <a:pt x="557064" y="362423"/>
                  </a:lnTo>
                  <a:lnTo>
                    <a:pt x="556932" y="362965"/>
                  </a:lnTo>
                  <a:lnTo>
                    <a:pt x="556611" y="363097"/>
                  </a:lnTo>
                  <a:lnTo>
                    <a:pt x="556350" y="363101"/>
                  </a:lnTo>
                  <a:lnTo>
                    <a:pt x="556063" y="363597"/>
                  </a:lnTo>
                  <a:lnTo>
                    <a:pt x="556177" y="364379"/>
                  </a:lnTo>
                  <a:lnTo>
                    <a:pt x="556450" y="364413"/>
                  </a:lnTo>
                  <a:lnTo>
                    <a:pt x="556460" y="364640"/>
                  </a:lnTo>
                  <a:lnTo>
                    <a:pt x="556341" y="364999"/>
                  </a:lnTo>
                  <a:lnTo>
                    <a:pt x="555584" y="365549"/>
                  </a:lnTo>
                  <a:lnTo>
                    <a:pt x="555250" y="365935"/>
                  </a:lnTo>
                  <a:lnTo>
                    <a:pt x="555055" y="366022"/>
                  </a:lnTo>
                  <a:lnTo>
                    <a:pt x="554620" y="366098"/>
                  </a:lnTo>
                  <a:lnTo>
                    <a:pt x="554638" y="366392"/>
                  </a:lnTo>
                  <a:lnTo>
                    <a:pt x="554160" y="366179"/>
                  </a:lnTo>
                  <a:lnTo>
                    <a:pt x="553871" y="366019"/>
                  </a:lnTo>
                  <a:lnTo>
                    <a:pt x="552740" y="365776"/>
                  </a:lnTo>
                  <a:lnTo>
                    <a:pt x="552483" y="365620"/>
                  </a:lnTo>
                  <a:lnTo>
                    <a:pt x="551910" y="365377"/>
                  </a:lnTo>
                  <a:lnTo>
                    <a:pt x="551488" y="365377"/>
                  </a:lnTo>
                  <a:lnTo>
                    <a:pt x="551028" y="365369"/>
                  </a:lnTo>
                  <a:lnTo>
                    <a:pt x="550623" y="365139"/>
                  </a:lnTo>
                  <a:lnTo>
                    <a:pt x="550349" y="365284"/>
                  </a:lnTo>
                  <a:lnTo>
                    <a:pt x="550051" y="365555"/>
                  </a:lnTo>
                  <a:lnTo>
                    <a:pt x="549747" y="365769"/>
                  </a:lnTo>
                  <a:lnTo>
                    <a:pt x="549790" y="366096"/>
                  </a:lnTo>
                  <a:lnTo>
                    <a:pt x="549662" y="366432"/>
                  </a:lnTo>
                  <a:lnTo>
                    <a:pt x="549526" y="366710"/>
                  </a:lnTo>
                  <a:lnTo>
                    <a:pt x="549348" y="367076"/>
                  </a:lnTo>
                  <a:lnTo>
                    <a:pt x="549300" y="367556"/>
                  </a:lnTo>
                  <a:lnTo>
                    <a:pt x="549435" y="367858"/>
                  </a:lnTo>
                  <a:lnTo>
                    <a:pt x="549514" y="368488"/>
                  </a:lnTo>
                  <a:lnTo>
                    <a:pt x="549742" y="368542"/>
                  </a:lnTo>
                  <a:lnTo>
                    <a:pt x="549975" y="368544"/>
                  </a:lnTo>
                  <a:lnTo>
                    <a:pt x="550328" y="368726"/>
                  </a:lnTo>
                  <a:lnTo>
                    <a:pt x="550348" y="368873"/>
                  </a:lnTo>
                  <a:lnTo>
                    <a:pt x="550340" y="369007"/>
                  </a:lnTo>
                  <a:lnTo>
                    <a:pt x="550333" y="369137"/>
                  </a:lnTo>
                  <a:lnTo>
                    <a:pt x="550389" y="369288"/>
                  </a:lnTo>
                  <a:lnTo>
                    <a:pt x="550642" y="369437"/>
                  </a:lnTo>
                  <a:lnTo>
                    <a:pt x="550825" y="369610"/>
                  </a:lnTo>
                  <a:lnTo>
                    <a:pt x="550722" y="370095"/>
                  </a:lnTo>
                  <a:lnTo>
                    <a:pt x="550221" y="370894"/>
                  </a:lnTo>
                  <a:lnTo>
                    <a:pt x="549883" y="370812"/>
                  </a:lnTo>
                  <a:lnTo>
                    <a:pt x="549753" y="370823"/>
                  </a:lnTo>
                  <a:lnTo>
                    <a:pt x="549256" y="371111"/>
                  </a:lnTo>
                  <a:lnTo>
                    <a:pt x="549159" y="371478"/>
                  </a:lnTo>
                  <a:lnTo>
                    <a:pt x="549639" y="371930"/>
                  </a:lnTo>
                  <a:lnTo>
                    <a:pt x="550528" y="372478"/>
                  </a:lnTo>
                  <a:lnTo>
                    <a:pt x="551078" y="372572"/>
                  </a:lnTo>
                  <a:lnTo>
                    <a:pt x="551449" y="372557"/>
                  </a:lnTo>
                  <a:lnTo>
                    <a:pt x="551871" y="372586"/>
                  </a:lnTo>
                  <a:lnTo>
                    <a:pt x="552341" y="372989"/>
                  </a:lnTo>
                  <a:lnTo>
                    <a:pt x="552642" y="373243"/>
                  </a:lnTo>
                  <a:lnTo>
                    <a:pt x="552832" y="373374"/>
                  </a:lnTo>
                  <a:lnTo>
                    <a:pt x="553004" y="373668"/>
                  </a:lnTo>
                  <a:lnTo>
                    <a:pt x="552945" y="373953"/>
                  </a:lnTo>
                  <a:lnTo>
                    <a:pt x="553016" y="374175"/>
                  </a:lnTo>
                  <a:lnTo>
                    <a:pt x="552783" y="374651"/>
                  </a:lnTo>
                  <a:lnTo>
                    <a:pt x="553412" y="375155"/>
                  </a:lnTo>
                  <a:lnTo>
                    <a:pt x="553455" y="375663"/>
                  </a:lnTo>
                  <a:lnTo>
                    <a:pt x="553489" y="375868"/>
                  </a:lnTo>
                  <a:lnTo>
                    <a:pt x="553748" y="376177"/>
                  </a:lnTo>
                  <a:lnTo>
                    <a:pt x="554187" y="376641"/>
                  </a:lnTo>
                  <a:lnTo>
                    <a:pt x="554455" y="377627"/>
                  </a:lnTo>
                  <a:lnTo>
                    <a:pt x="554271" y="377770"/>
                  </a:lnTo>
                  <a:lnTo>
                    <a:pt x="554143" y="377859"/>
                  </a:lnTo>
                  <a:lnTo>
                    <a:pt x="553589" y="378231"/>
                  </a:lnTo>
                  <a:lnTo>
                    <a:pt x="553188" y="378376"/>
                  </a:lnTo>
                  <a:lnTo>
                    <a:pt x="552188" y="378185"/>
                  </a:lnTo>
                  <a:lnTo>
                    <a:pt x="551801" y="378579"/>
                  </a:lnTo>
                  <a:lnTo>
                    <a:pt x="551720" y="378981"/>
                  </a:lnTo>
                  <a:lnTo>
                    <a:pt x="551728" y="379401"/>
                  </a:lnTo>
                  <a:lnTo>
                    <a:pt x="551431" y="379634"/>
                  </a:lnTo>
                  <a:lnTo>
                    <a:pt x="550515" y="379964"/>
                  </a:lnTo>
                  <a:lnTo>
                    <a:pt x="550543" y="380297"/>
                  </a:lnTo>
                  <a:lnTo>
                    <a:pt x="550529" y="380550"/>
                  </a:lnTo>
                  <a:lnTo>
                    <a:pt x="550362" y="380872"/>
                  </a:lnTo>
                  <a:lnTo>
                    <a:pt x="550144" y="381048"/>
                  </a:lnTo>
                  <a:lnTo>
                    <a:pt x="550082" y="381314"/>
                  </a:lnTo>
                  <a:lnTo>
                    <a:pt x="550042" y="381504"/>
                  </a:lnTo>
                  <a:lnTo>
                    <a:pt x="550039" y="381659"/>
                  </a:lnTo>
                  <a:lnTo>
                    <a:pt x="550017" y="381901"/>
                  </a:lnTo>
                  <a:lnTo>
                    <a:pt x="549670" y="382936"/>
                  </a:lnTo>
                  <a:lnTo>
                    <a:pt x="549525" y="383083"/>
                  </a:lnTo>
                  <a:lnTo>
                    <a:pt x="549386" y="383225"/>
                  </a:lnTo>
                  <a:lnTo>
                    <a:pt x="549082" y="383431"/>
                  </a:lnTo>
                  <a:lnTo>
                    <a:pt x="548800" y="383527"/>
                  </a:lnTo>
                  <a:lnTo>
                    <a:pt x="548415" y="383551"/>
                  </a:lnTo>
                  <a:lnTo>
                    <a:pt x="548170" y="383680"/>
                  </a:lnTo>
                  <a:lnTo>
                    <a:pt x="547995" y="383844"/>
                  </a:lnTo>
                  <a:lnTo>
                    <a:pt x="547642" y="383735"/>
                  </a:lnTo>
                  <a:lnTo>
                    <a:pt x="547440" y="383673"/>
                  </a:lnTo>
                  <a:lnTo>
                    <a:pt x="546824" y="383293"/>
                  </a:lnTo>
                  <a:lnTo>
                    <a:pt x="546547" y="383326"/>
                  </a:lnTo>
                  <a:lnTo>
                    <a:pt x="546334" y="383893"/>
                  </a:lnTo>
                  <a:lnTo>
                    <a:pt x="546384" y="384242"/>
                  </a:lnTo>
                  <a:lnTo>
                    <a:pt x="546147" y="384513"/>
                  </a:lnTo>
                  <a:lnTo>
                    <a:pt x="545652" y="384531"/>
                  </a:lnTo>
                  <a:lnTo>
                    <a:pt x="545138" y="384549"/>
                  </a:lnTo>
                  <a:lnTo>
                    <a:pt x="544807" y="384576"/>
                  </a:lnTo>
                  <a:lnTo>
                    <a:pt x="544620" y="384638"/>
                  </a:lnTo>
                  <a:lnTo>
                    <a:pt x="544203" y="385167"/>
                  </a:lnTo>
                  <a:lnTo>
                    <a:pt x="542854" y="385455"/>
                  </a:lnTo>
                  <a:lnTo>
                    <a:pt x="542530" y="386038"/>
                  </a:lnTo>
                  <a:lnTo>
                    <a:pt x="541685" y="386684"/>
                  </a:lnTo>
                  <a:lnTo>
                    <a:pt x="541267" y="386798"/>
                  </a:lnTo>
                  <a:lnTo>
                    <a:pt x="541096" y="387210"/>
                  </a:lnTo>
                  <a:lnTo>
                    <a:pt x="540993" y="387524"/>
                  </a:lnTo>
                  <a:lnTo>
                    <a:pt x="540879" y="387795"/>
                  </a:lnTo>
                  <a:lnTo>
                    <a:pt x="540519" y="388009"/>
                  </a:lnTo>
                  <a:lnTo>
                    <a:pt x="540367" y="388099"/>
                  </a:lnTo>
                  <a:lnTo>
                    <a:pt x="540249" y="388353"/>
                  </a:lnTo>
                  <a:lnTo>
                    <a:pt x="540489" y="388460"/>
                  </a:lnTo>
                  <a:lnTo>
                    <a:pt x="540252" y="388776"/>
                  </a:lnTo>
                  <a:lnTo>
                    <a:pt x="539917" y="389319"/>
                  </a:lnTo>
                  <a:lnTo>
                    <a:pt x="539422" y="389514"/>
                  </a:lnTo>
                  <a:lnTo>
                    <a:pt x="539319" y="390012"/>
                  </a:lnTo>
                  <a:lnTo>
                    <a:pt x="539354" y="390574"/>
                  </a:lnTo>
                  <a:lnTo>
                    <a:pt x="539523" y="390923"/>
                  </a:lnTo>
                  <a:lnTo>
                    <a:pt x="539762" y="391076"/>
                  </a:lnTo>
                  <a:lnTo>
                    <a:pt x="540119" y="391373"/>
                  </a:lnTo>
                  <a:lnTo>
                    <a:pt x="539775" y="391594"/>
                  </a:lnTo>
                  <a:lnTo>
                    <a:pt x="539308" y="391657"/>
                  </a:lnTo>
                  <a:lnTo>
                    <a:pt x="539103" y="391560"/>
                  </a:lnTo>
                  <a:lnTo>
                    <a:pt x="538711" y="391432"/>
                  </a:lnTo>
                  <a:lnTo>
                    <a:pt x="538226" y="390971"/>
                  </a:lnTo>
                  <a:lnTo>
                    <a:pt x="537867" y="391069"/>
                  </a:lnTo>
                  <a:lnTo>
                    <a:pt x="537674" y="391149"/>
                  </a:lnTo>
                  <a:lnTo>
                    <a:pt x="537304" y="391055"/>
                  </a:lnTo>
                  <a:lnTo>
                    <a:pt x="536925" y="391134"/>
                  </a:lnTo>
                  <a:lnTo>
                    <a:pt x="536680" y="391038"/>
                  </a:lnTo>
                  <a:lnTo>
                    <a:pt x="536120" y="391246"/>
                  </a:lnTo>
                  <a:lnTo>
                    <a:pt x="535735" y="391486"/>
                  </a:lnTo>
                  <a:lnTo>
                    <a:pt x="535419" y="391571"/>
                  </a:lnTo>
                  <a:lnTo>
                    <a:pt x="534480" y="391549"/>
                  </a:lnTo>
                  <a:lnTo>
                    <a:pt x="534300" y="391811"/>
                  </a:lnTo>
                  <a:lnTo>
                    <a:pt x="534010" y="392112"/>
                  </a:lnTo>
                  <a:lnTo>
                    <a:pt x="533726" y="392299"/>
                  </a:lnTo>
                  <a:lnTo>
                    <a:pt x="533923" y="393296"/>
                  </a:lnTo>
                  <a:lnTo>
                    <a:pt x="534332" y="393488"/>
                  </a:lnTo>
                  <a:lnTo>
                    <a:pt x="534407" y="393757"/>
                  </a:lnTo>
                  <a:lnTo>
                    <a:pt x="534272" y="393925"/>
                  </a:lnTo>
                  <a:lnTo>
                    <a:pt x="534155" y="394628"/>
                  </a:lnTo>
                  <a:lnTo>
                    <a:pt x="534121" y="394790"/>
                  </a:lnTo>
                  <a:lnTo>
                    <a:pt x="534121" y="395511"/>
                  </a:lnTo>
                  <a:lnTo>
                    <a:pt x="533837" y="395812"/>
                  </a:lnTo>
                  <a:lnTo>
                    <a:pt x="533762" y="396160"/>
                  </a:lnTo>
                  <a:lnTo>
                    <a:pt x="533714" y="396602"/>
                  </a:lnTo>
                  <a:lnTo>
                    <a:pt x="533844" y="397082"/>
                  </a:lnTo>
                  <a:lnTo>
                    <a:pt x="533838" y="397244"/>
                  </a:lnTo>
                  <a:lnTo>
                    <a:pt x="533823" y="397999"/>
                  </a:lnTo>
                  <a:lnTo>
                    <a:pt x="533777" y="398435"/>
                  </a:lnTo>
                  <a:lnTo>
                    <a:pt x="533751" y="399257"/>
                  </a:lnTo>
                  <a:lnTo>
                    <a:pt x="533668" y="399720"/>
                  </a:lnTo>
                  <a:lnTo>
                    <a:pt x="533649" y="400003"/>
                  </a:lnTo>
                  <a:lnTo>
                    <a:pt x="533778" y="400485"/>
                  </a:lnTo>
                  <a:lnTo>
                    <a:pt x="534233" y="401596"/>
                  </a:lnTo>
                  <a:lnTo>
                    <a:pt x="534089" y="401860"/>
                  </a:lnTo>
                  <a:lnTo>
                    <a:pt x="533745" y="402292"/>
                  </a:lnTo>
                  <a:lnTo>
                    <a:pt x="533711" y="402470"/>
                  </a:lnTo>
                  <a:lnTo>
                    <a:pt x="533736" y="402789"/>
                  </a:lnTo>
                  <a:lnTo>
                    <a:pt x="533840" y="403070"/>
                  </a:lnTo>
                  <a:lnTo>
                    <a:pt x="533824" y="403599"/>
                  </a:lnTo>
                  <a:lnTo>
                    <a:pt x="533839" y="404353"/>
                  </a:lnTo>
                  <a:lnTo>
                    <a:pt x="533982" y="405156"/>
                  </a:lnTo>
                  <a:lnTo>
                    <a:pt x="534054" y="405407"/>
                  </a:lnTo>
                  <a:lnTo>
                    <a:pt x="534215" y="405655"/>
                  </a:lnTo>
                  <a:lnTo>
                    <a:pt x="534374" y="405988"/>
                  </a:lnTo>
                  <a:lnTo>
                    <a:pt x="534426" y="406128"/>
                  </a:lnTo>
                  <a:lnTo>
                    <a:pt x="534571" y="406280"/>
                  </a:lnTo>
                  <a:lnTo>
                    <a:pt x="535380" y="406338"/>
                  </a:lnTo>
                  <a:lnTo>
                    <a:pt x="535393" y="406577"/>
                  </a:lnTo>
                  <a:lnTo>
                    <a:pt x="535430" y="406867"/>
                  </a:lnTo>
                  <a:lnTo>
                    <a:pt x="535954" y="407469"/>
                  </a:lnTo>
                  <a:lnTo>
                    <a:pt x="536120" y="407913"/>
                  </a:lnTo>
                  <a:lnTo>
                    <a:pt x="536144" y="408063"/>
                  </a:lnTo>
                  <a:lnTo>
                    <a:pt x="536629" y="408226"/>
                  </a:lnTo>
                  <a:lnTo>
                    <a:pt x="536835" y="408278"/>
                  </a:lnTo>
                  <a:lnTo>
                    <a:pt x="537175" y="408471"/>
                  </a:lnTo>
                  <a:lnTo>
                    <a:pt x="537304" y="408525"/>
                  </a:lnTo>
                  <a:lnTo>
                    <a:pt x="537492" y="408524"/>
                  </a:lnTo>
                  <a:lnTo>
                    <a:pt x="537673" y="408522"/>
                  </a:lnTo>
                  <a:lnTo>
                    <a:pt x="537868" y="408528"/>
                  </a:lnTo>
                  <a:lnTo>
                    <a:pt x="538250" y="408589"/>
                  </a:lnTo>
                  <a:lnTo>
                    <a:pt x="538508" y="408639"/>
                  </a:lnTo>
                  <a:lnTo>
                    <a:pt x="539006" y="408704"/>
                  </a:lnTo>
                  <a:lnTo>
                    <a:pt x="539271" y="408653"/>
                  </a:lnTo>
                  <a:lnTo>
                    <a:pt x="539468" y="408558"/>
                  </a:lnTo>
                  <a:lnTo>
                    <a:pt x="539952" y="408633"/>
                  </a:lnTo>
                  <a:lnTo>
                    <a:pt x="540447" y="408717"/>
                  </a:lnTo>
                  <a:lnTo>
                    <a:pt x="540761" y="408611"/>
                  </a:lnTo>
                  <a:lnTo>
                    <a:pt x="541265" y="408810"/>
                  </a:lnTo>
                  <a:lnTo>
                    <a:pt x="541856" y="409438"/>
                  </a:lnTo>
                  <a:lnTo>
                    <a:pt x="542077" y="409444"/>
                  </a:lnTo>
                  <a:lnTo>
                    <a:pt x="542354" y="409287"/>
                  </a:lnTo>
                  <a:lnTo>
                    <a:pt x="542680" y="409642"/>
                  </a:lnTo>
                  <a:lnTo>
                    <a:pt x="542923" y="409969"/>
                  </a:lnTo>
                  <a:lnTo>
                    <a:pt x="543400" y="410201"/>
                  </a:lnTo>
                  <a:lnTo>
                    <a:pt x="543676" y="410109"/>
                  </a:lnTo>
                  <a:lnTo>
                    <a:pt x="543883" y="410036"/>
                  </a:lnTo>
                  <a:lnTo>
                    <a:pt x="543941" y="410355"/>
                  </a:lnTo>
                  <a:lnTo>
                    <a:pt x="543965" y="410611"/>
                  </a:lnTo>
                  <a:lnTo>
                    <a:pt x="544138" y="410870"/>
                  </a:lnTo>
                  <a:lnTo>
                    <a:pt x="544293" y="411039"/>
                  </a:lnTo>
                  <a:lnTo>
                    <a:pt x="544499" y="411446"/>
                  </a:lnTo>
                  <a:lnTo>
                    <a:pt x="544589" y="411706"/>
                  </a:lnTo>
                  <a:lnTo>
                    <a:pt x="544482" y="412022"/>
                  </a:lnTo>
                  <a:lnTo>
                    <a:pt x="544770" y="412852"/>
                  </a:lnTo>
                  <a:lnTo>
                    <a:pt x="544888" y="412994"/>
                  </a:lnTo>
                  <a:lnTo>
                    <a:pt x="545205" y="413286"/>
                  </a:lnTo>
                  <a:lnTo>
                    <a:pt x="545472" y="413450"/>
                  </a:lnTo>
                  <a:lnTo>
                    <a:pt x="546043" y="414421"/>
                  </a:lnTo>
                  <a:lnTo>
                    <a:pt x="546048" y="414674"/>
                  </a:lnTo>
                  <a:lnTo>
                    <a:pt x="546062" y="414854"/>
                  </a:lnTo>
                  <a:lnTo>
                    <a:pt x="546594" y="415627"/>
                  </a:lnTo>
                  <a:lnTo>
                    <a:pt x="546777" y="415860"/>
                  </a:lnTo>
                  <a:lnTo>
                    <a:pt x="547089" y="416064"/>
                  </a:lnTo>
                  <a:lnTo>
                    <a:pt x="547356" y="416281"/>
                  </a:lnTo>
                  <a:lnTo>
                    <a:pt x="547468" y="416494"/>
                  </a:lnTo>
                  <a:lnTo>
                    <a:pt x="547710" y="416753"/>
                  </a:lnTo>
                  <a:lnTo>
                    <a:pt x="547874" y="416921"/>
                  </a:lnTo>
                  <a:lnTo>
                    <a:pt x="548037" y="417100"/>
                  </a:lnTo>
                  <a:lnTo>
                    <a:pt x="548082" y="417647"/>
                  </a:lnTo>
                  <a:lnTo>
                    <a:pt x="547656" y="417919"/>
                  </a:lnTo>
                  <a:lnTo>
                    <a:pt x="547425" y="418006"/>
                  </a:lnTo>
                  <a:lnTo>
                    <a:pt x="547251" y="418048"/>
                  </a:lnTo>
                  <a:lnTo>
                    <a:pt x="546997" y="418108"/>
                  </a:lnTo>
                  <a:lnTo>
                    <a:pt x="546688" y="418181"/>
                  </a:lnTo>
                  <a:lnTo>
                    <a:pt x="546113" y="417851"/>
                  </a:lnTo>
                  <a:lnTo>
                    <a:pt x="545981" y="417830"/>
                  </a:lnTo>
                  <a:lnTo>
                    <a:pt x="545671" y="417778"/>
                  </a:lnTo>
                  <a:lnTo>
                    <a:pt x="545269" y="417441"/>
                  </a:lnTo>
                  <a:lnTo>
                    <a:pt x="545137" y="417632"/>
                  </a:lnTo>
                  <a:lnTo>
                    <a:pt x="545016" y="417839"/>
                  </a:lnTo>
                  <a:lnTo>
                    <a:pt x="544957" y="418086"/>
                  </a:lnTo>
                  <a:lnTo>
                    <a:pt x="544444" y="418798"/>
                  </a:lnTo>
                  <a:lnTo>
                    <a:pt x="544418" y="418963"/>
                  </a:lnTo>
                  <a:lnTo>
                    <a:pt x="544452" y="419739"/>
                  </a:lnTo>
                  <a:lnTo>
                    <a:pt x="544053" y="420253"/>
                  </a:lnTo>
                  <a:lnTo>
                    <a:pt x="543868" y="420507"/>
                  </a:lnTo>
                  <a:lnTo>
                    <a:pt x="543621" y="420450"/>
                  </a:lnTo>
                  <a:lnTo>
                    <a:pt x="543725" y="420828"/>
                  </a:lnTo>
                  <a:lnTo>
                    <a:pt x="543589" y="421341"/>
                  </a:lnTo>
                  <a:lnTo>
                    <a:pt x="543492" y="421469"/>
                  </a:lnTo>
                  <a:lnTo>
                    <a:pt x="543350" y="421475"/>
                  </a:lnTo>
                  <a:lnTo>
                    <a:pt x="542931" y="421430"/>
                  </a:lnTo>
                  <a:lnTo>
                    <a:pt x="542688" y="421231"/>
                  </a:lnTo>
                  <a:lnTo>
                    <a:pt x="541662" y="420881"/>
                  </a:lnTo>
                  <a:lnTo>
                    <a:pt x="541047" y="420624"/>
                  </a:lnTo>
                  <a:lnTo>
                    <a:pt x="540845" y="420536"/>
                  </a:lnTo>
                  <a:lnTo>
                    <a:pt x="540083" y="420469"/>
                  </a:lnTo>
                  <a:lnTo>
                    <a:pt x="539922" y="420807"/>
                  </a:lnTo>
                  <a:lnTo>
                    <a:pt x="539810" y="421158"/>
                  </a:lnTo>
                  <a:lnTo>
                    <a:pt x="539825" y="421379"/>
                  </a:lnTo>
                  <a:lnTo>
                    <a:pt x="539926" y="421625"/>
                  </a:lnTo>
                  <a:lnTo>
                    <a:pt x="539969" y="421835"/>
                  </a:lnTo>
                  <a:lnTo>
                    <a:pt x="539888" y="422709"/>
                  </a:lnTo>
                  <a:lnTo>
                    <a:pt x="539984" y="423018"/>
                  </a:lnTo>
                  <a:lnTo>
                    <a:pt x="539992" y="423298"/>
                  </a:lnTo>
                  <a:lnTo>
                    <a:pt x="539756" y="423665"/>
                  </a:lnTo>
                  <a:lnTo>
                    <a:pt x="539548" y="423569"/>
                  </a:lnTo>
                  <a:lnTo>
                    <a:pt x="539404" y="423524"/>
                  </a:lnTo>
                  <a:lnTo>
                    <a:pt x="538835" y="423481"/>
                  </a:lnTo>
                  <a:lnTo>
                    <a:pt x="538491" y="423565"/>
                  </a:lnTo>
                  <a:lnTo>
                    <a:pt x="538311" y="423784"/>
                  </a:lnTo>
                  <a:lnTo>
                    <a:pt x="537933" y="423721"/>
                  </a:lnTo>
                  <a:lnTo>
                    <a:pt x="537864" y="424075"/>
                  </a:lnTo>
                  <a:lnTo>
                    <a:pt x="538171" y="424374"/>
                  </a:lnTo>
                  <a:lnTo>
                    <a:pt x="538306" y="424434"/>
                  </a:lnTo>
                  <a:lnTo>
                    <a:pt x="538447" y="424716"/>
                  </a:lnTo>
                  <a:lnTo>
                    <a:pt x="538515" y="425228"/>
                  </a:lnTo>
                  <a:lnTo>
                    <a:pt x="538501" y="425412"/>
                  </a:lnTo>
                  <a:lnTo>
                    <a:pt x="537812" y="426096"/>
                  </a:lnTo>
                  <a:lnTo>
                    <a:pt x="537601" y="426632"/>
                  </a:lnTo>
                  <a:lnTo>
                    <a:pt x="537304" y="426801"/>
                  </a:lnTo>
                  <a:lnTo>
                    <a:pt x="537057" y="426792"/>
                  </a:lnTo>
                  <a:lnTo>
                    <a:pt x="536416" y="426512"/>
                  </a:lnTo>
                  <a:lnTo>
                    <a:pt x="535914" y="426469"/>
                  </a:lnTo>
                  <a:lnTo>
                    <a:pt x="535762" y="426490"/>
                  </a:lnTo>
                  <a:lnTo>
                    <a:pt x="535672" y="426995"/>
                  </a:lnTo>
                  <a:lnTo>
                    <a:pt x="535729" y="427473"/>
                  </a:lnTo>
                  <a:lnTo>
                    <a:pt x="535671" y="427748"/>
                  </a:lnTo>
                  <a:lnTo>
                    <a:pt x="535533" y="428425"/>
                  </a:lnTo>
                  <a:lnTo>
                    <a:pt x="535480" y="428766"/>
                  </a:lnTo>
                  <a:lnTo>
                    <a:pt x="535447" y="429208"/>
                  </a:lnTo>
                  <a:lnTo>
                    <a:pt x="535142" y="429229"/>
                  </a:lnTo>
                  <a:lnTo>
                    <a:pt x="534884" y="429141"/>
                  </a:lnTo>
                  <a:lnTo>
                    <a:pt x="534672" y="429087"/>
                  </a:lnTo>
                  <a:lnTo>
                    <a:pt x="534392" y="428993"/>
                  </a:lnTo>
                  <a:lnTo>
                    <a:pt x="533184" y="428372"/>
                  </a:lnTo>
                  <a:lnTo>
                    <a:pt x="532777" y="428117"/>
                  </a:lnTo>
                  <a:lnTo>
                    <a:pt x="532513" y="428216"/>
                  </a:lnTo>
                  <a:lnTo>
                    <a:pt x="532378" y="428331"/>
                  </a:lnTo>
                  <a:lnTo>
                    <a:pt x="532037" y="428350"/>
                  </a:lnTo>
                  <a:lnTo>
                    <a:pt x="531831" y="428269"/>
                  </a:lnTo>
                  <a:lnTo>
                    <a:pt x="531468" y="427336"/>
                  </a:lnTo>
                  <a:lnTo>
                    <a:pt x="531299" y="427289"/>
                  </a:lnTo>
                  <a:lnTo>
                    <a:pt x="530669" y="427306"/>
                  </a:lnTo>
                  <a:lnTo>
                    <a:pt x="530798" y="427515"/>
                  </a:lnTo>
                  <a:lnTo>
                    <a:pt x="530919" y="427844"/>
                  </a:lnTo>
                  <a:lnTo>
                    <a:pt x="530662" y="428399"/>
                  </a:lnTo>
                  <a:lnTo>
                    <a:pt x="529933" y="428343"/>
                  </a:lnTo>
                  <a:lnTo>
                    <a:pt x="529745" y="428345"/>
                  </a:lnTo>
                  <a:lnTo>
                    <a:pt x="529599" y="428348"/>
                  </a:lnTo>
                  <a:lnTo>
                    <a:pt x="529213" y="428361"/>
                  </a:lnTo>
                  <a:lnTo>
                    <a:pt x="529055" y="428371"/>
                  </a:lnTo>
                  <a:lnTo>
                    <a:pt x="528563" y="428408"/>
                  </a:lnTo>
                  <a:lnTo>
                    <a:pt x="528353" y="428240"/>
                  </a:lnTo>
                  <a:lnTo>
                    <a:pt x="528165" y="428252"/>
                  </a:lnTo>
                  <a:lnTo>
                    <a:pt x="527738" y="428593"/>
                  </a:lnTo>
                  <a:lnTo>
                    <a:pt x="527330" y="428636"/>
                  </a:lnTo>
                  <a:lnTo>
                    <a:pt x="527130" y="428683"/>
                  </a:lnTo>
                  <a:lnTo>
                    <a:pt x="527037" y="429101"/>
                  </a:lnTo>
                  <a:lnTo>
                    <a:pt x="526894" y="429541"/>
                  </a:lnTo>
                  <a:lnTo>
                    <a:pt x="526869" y="429780"/>
                  </a:lnTo>
                  <a:lnTo>
                    <a:pt x="526674" y="430093"/>
                  </a:lnTo>
                  <a:lnTo>
                    <a:pt x="526505" y="430303"/>
                  </a:lnTo>
                  <a:lnTo>
                    <a:pt x="526185" y="430498"/>
                  </a:lnTo>
                  <a:lnTo>
                    <a:pt x="525972" y="430756"/>
                  </a:lnTo>
                  <a:lnTo>
                    <a:pt x="525835" y="430634"/>
                  </a:lnTo>
                  <a:lnTo>
                    <a:pt x="525726" y="430479"/>
                  </a:lnTo>
                  <a:lnTo>
                    <a:pt x="525712" y="430347"/>
                  </a:lnTo>
                  <a:lnTo>
                    <a:pt x="525776" y="430053"/>
                  </a:lnTo>
                  <a:lnTo>
                    <a:pt x="525455" y="429912"/>
                  </a:lnTo>
                  <a:lnTo>
                    <a:pt x="525360" y="430107"/>
                  </a:lnTo>
                  <a:lnTo>
                    <a:pt x="525299" y="430389"/>
                  </a:lnTo>
                  <a:lnTo>
                    <a:pt x="525096" y="430570"/>
                  </a:lnTo>
                  <a:lnTo>
                    <a:pt x="524889" y="430365"/>
                  </a:lnTo>
                  <a:lnTo>
                    <a:pt x="524903" y="430031"/>
                  </a:lnTo>
                  <a:lnTo>
                    <a:pt x="525054" y="429651"/>
                  </a:lnTo>
                  <a:lnTo>
                    <a:pt x="525068" y="429516"/>
                  </a:lnTo>
                  <a:lnTo>
                    <a:pt x="524934" y="429277"/>
                  </a:lnTo>
                  <a:lnTo>
                    <a:pt x="524144" y="428892"/>
                  </a:lnTo>
                  <a:lnTo>
                    <a:pt x="524175" y="429072"/>
                  </a:lnTo>
                  <a:lnTo>
                    <a:pt x="523886" y="429415"/>
                  </a:lnTo>
                  <a:lnTo>
                    <a:pt x="523511" y="429321"/>
                  </a:lnTo>
                  <a:lnTo>
                    <a:pt x="523095" y="429184"/>
                  </a:lnTo>
                  <a:lnTo>
                    <a:pt x="522303" y="428608"/>
                  </a:lnTo>
                  <a:lnTo>
                    <a:pt x="522036" y="428062"/>
                  </a:lnTo>
                  <a:lnTo>
                    <a:pt x="522261" y="427679"/>
                  </a:lnTo>
                  <a:lnTo>
                    <a:pt x="522485" y="427378"/>
                  </a:lnTo>
                  <a:lnTo>
                    <a:pt x="522239" y="427059"/>
                  </a:lnTo>
                  <a:lnTo>
                    <a:pt x="522040" y="426967"/>
                  </a:lnTo>
                  <a:lnTo>
                    <a:pt x="521679" y="426845"/>
                  </a:lnTo>
                  <a:lnTo>
                    <a:pt x="521432" y="426762"/>
                  </a:lnTo>
                  <a:lnTo>
                    <a:pt x="521208" y="426562"/>
                  </a:lnTo>
                  <a:lnTo>
                    <a:pt x="521066" y="426423"/>
                  </a:lnTo>
                  <a:lnTo>
                    <a:pt x="520654" y="426247"/>
                  </a:lnTo>
                  <a:lnTo>
                    <a:pt x="520400" y="426174"/>
                  </a:lnTo>
                  <a:lnTo>
                    <a:pt x="520144" y="425888"/>
                  </a:lnTo>
                  <a:lnTo>
                    <a:pt x="519752" y="425618"/>
                  </a:lnTo>
                  <a:lnTo>
                    <a:pt x="519446" y="425432"/>
                  </a:lnTo>
                  <a:lnTo>
                    <a:pt x="518869" y="425265"/>
                  </a:lnTo>
                  <a:lnTo>
                    <a:pt x="518649" y="425309"/>
                  </a:lnTo>
                  <a:lnTo>
                    <a:pt x="518218" y="425096"/>
                  </a:lnTo>
                  <a:lnTo>
                    <a:pt x="518262" y="424807"/>
                  </a:lnTo>
                  <a:lnTo>
                    <a:pt x="518130" y="424726"/>
                  </a:lnTo>
                  <a:lnTo>
                    <a:pt x="517768" y="424633"/>
                  </a:lnTo>
                  <a:lnTo>
                    <a:pt x="517521" y="424349"/>
                  </a:lnTo>
                  <a:lnTo>
                    <a:pt x="517168" y="424422"/>
                  </a:lnTo>
                  <a:lnTo>
                    <a:pt x="516946" y="424528"/>
                  </a:lnTo>
                  <a:lnTo>
                    <a:pt x="516781" y="424671"/>
                  </a:lnTo>
                  <a:lnTo>
                    <a:pt x="516493" y="425026"/>
                  </a:lnTo>
                  <a:lnTo>
                    <a:pt x="516225" y="425125"/>
                  </a:lnTo>
                  <a:lnTo>
                    <a:pt x="516001" y="425161"/>
                  </a:lnTo>
                  <a:lnTo>
                    <a:pt x="515494" y="425120"/>
                  </a:lnTo>
                  <a:lnTo>
                    <a:pt x="515436" y="424604"/>
                  </a:lnTo>
                  <a:lnTo>
                    <a:pt x="515509" y="424399"/>
                  </a:lnTo>
                  <a:lnTo>
                    <a:pt x="515230" y="424048"/>
                  </a:lnTo>
                  <a:lnTo>
                    <a:pt x="514777" y="423988"/>
                  </a:lnTo>
                  <a:lnTo>
                    <a:pt x="513979" y="423877"/>
                  </a:lnTo>
                  <a:lnTo>
                    <a:pt x="513489" y="423917"/>
                  </a:lnTo>
                  <a:lnTo>
                    <a:pt x="513359" y="423910"/>
                  </a:lnTo>
                  <a:lnTo>
                    <a:pt x="512931" y="423687"/>
                  </a:lnTo>
                  <a:lnTo>
                    <a:pt x="512806" y="423533"/>
                  </a:lnTo>
                  <a:lnTo>
                    <a:pt x="512176" y="423544"/>
                  </a:lnTo>
                  <a:lnTo>
                    <a:pt x="512110" y="423361"/>
                  </a:lnTo>
                  <a:lnTo>
                    <a:pt x="511879" y="423213"/>
                  </a:lnTo>
                  <a:lnTo>
                    <a:pt x="511659" y="423153"/>
                  </a:lnTo>
                  <a:lnTo>
                    <a:pt x="511224" y="423135"/>
                  </a:lnTo>
                  <a:lnTo>
                    <a:pt x="510860" y="423012"/>
                  </a:lnTo>
                  <a:lnTo>
                    <a:pt x="510592" y="422729"/>
                  </a:lnTo>
                  <a:lnTo>
                    <a:pt x="510316" y="422624"/>
                  </a:lnTo>
                  <a:lnTo>
                    <a:pt x="509381" y="422567"/>
                  </a:lnTo>
                  <a:lnTo>
                    <a:pt x="509182" y="422555"/>
                  </a:lnTo>
                  <a:lnTo>
                    <a:pt x="509012" y="422617"/>
                  </a:lnTo>
                  <a:lnTo>
                    <a:pt x="508731" y="422757"/>
                  </a:lnTo>
                  <a:lnTo>
                    <a:pt x="508596" y="422788"/>
                  </a:lnTo>
                  <a:lnTo>
                    <a:pt x="508301" y="422678"/>
                  </a:lnTo>
                  <a:lnTo>
                    <a:pt x="508358" y="422483"/>
                  </a:lnTo>
                  <a:lnTo>
                    <a:pt x="508654" y="422321"/>
                  </a:lnTo>
                  <a:lnTo>
                    <a:pt x="508524" y="421772"/>
                  </a:lnTo>
                  <a:lnTo>
                    <a:pt x="508372" y="421581"/>
                  </a:lnTo>
                  <a:lnTo>
                    <a:pt x="508233" y="421586"/>
                  </a:lnTo>
                  <a:lnTo>
                    <a:pt x="508082" y="421661"/>
                  </a:lnTo>
                  <a:lnTo>
                    <a:pt x="507071" y="421537"/>
                  </a:lnTo>
                  <a:lnTo>
                    <a:pt x="506997" y="421392"/>
                  </a:lnTo>
                  <a:lnTo>
                    <a:pt x="506510" y="421356"/>
                  </a:lnTo>
                  <a:lnTo>
                    <a:pt x="505996" y="421077"/>
                  </a:lnTo>
                  <a:lnTo>
                    <a:pt x="505864" y="420429"/>
                  </a:lnTo>
                  <a:lnTo>
                    <a:pt x="505622" y="420334"/>
                  </a:lnTo>
                  <a:lnTo>
                    <a:pt x="504971" y="420252"/>
                  </a:lnTo>
                  <a:lnTo>
                    <a:pt x="504774" y="420414"/>
                  </a:lnTo>
                  <a:lnTo>
                    <a:pt x="504467" y="420333"/>
                  </a:lnTo>
                  <a:lnTo>
                    <a:pt x="504298" y="420138"/>
                  </a:lnTo>
                  <a:lnTo>
                    <a:pt x="504333" y="419943"/>
                  </a:lnTo>
                  <a:lnTo>
                    <a:pt x="504405" y="419528"/>
                  </a:lnTo>
                  <a:lnTo>
                    <a:pt x="504548" y="419319"/>
                  </a:lnTo>
                  <a:lnTo>
                    <a:pt x="504537" y="418829"/>
                  </a:lnTo>
                  <a:lnTo>
                    <a:pt x="504265" y="418645"/>
                  </a:lnTo>
                  <a:lnTo>
                    <a:pt x="504012" y="418602"/>
                  </a:lnTo>
                  <a:lnTo>
                    <a:pt x="503712" y="418594"/>
                  </a:lnTo>
                  <a:lnTo>
                    <a:pt x="503552" y="418618"/>
                  </a:lnTo>
                  <a:lnTo>
                    <a:pt x="503321" y="418591"/>
                  </a:lnTo>
                  <a:lnTo>
                    <a:pt x="503047" y="418505"/>
                  </a:lnTo>
                  <a:lnTo>
                    <a:pt x="502585" y="418537"/>
                  </a:lnTo>
                  <a:lnTo>
                    <a:pt x="502412" y="418850"/>
                  </a:lnTo>
                  <a:lnTo>
                    <a:pt x="502141" y="419092"/>
                  </a:lnTo>
                  <a:lnTo>
                    <a:pt x="501689" y="419160"/>
                  </a:lnTo>
                  <a:lnTo>
                    <a:pt x="501480" y="418979"/>
                  </a:lnTo>
                  <a:lnTo>
                    <a:pt x="501266" y="418756"/>
                  </a:lnTo>
                  <a:lnTo>
                    <a:pt x="501127" y="418622"/>
                  </a:lnTo>
                  <a:lnTo>
                    <a:pt x="500533" y="418703"/>
                  </a:lnTo>
                  <a:lnTo>
                    <a:pt x="500297" y="418831"/>
                  </a:lnTo>
                  <a:lnTo>
                    <a:pt x="499985" y="418806"/>
                  </a:lnTo>
                  <a:lnTo>
                    <a:pt x="499395" y="418801"/>
                  </a:lnTo>
                  <a:lnTo>
                    <a:pt x="498826" y="418742"/>
                  </a:lnTo>
                  <a:lnTo>
                    <a:pt x="498659" y="418715"/>
                  </a:lnTo>
                  <a:lnTo>
                    <a:pt x="498389" y="418828"/>
                  </a:lnTo>
                  <a:lnTo>
                    <a:pt x="498030" y="419003"/>
                  </a:lnTo>
                  <a:lnTo>
                    <a:pt x="497857" y="418861"/>
                  </a:lnTo>
                  <a:lnTo>
                    <a:pt x="497594" y="418695"/>
                  </a:lnTo>
                  <a:lnTo>
                    <a:pt x="497072" y="418843"/>
                  </a:lnTo>
                  <a:lnTo>
                    <a:pt x="496800" y="418829"/>
                  </a:lnTo>
                  <a:lnTo>
                    <a:pt x="496782" y="418669"/>
                  </a:lnTo>
                  <a:lnTo>
                    <a:pt x="496771" y="418418"/>
                  </a:lnTo>
                  <a:lnTo>
                    <a:pt x="496401" y="418107"/>
                  </a:lnTo>
                  <a:lnTo>
                    <a:pt x="496105" y="418326"/>
                  </a:lnTo>
                  <a:lnTo>
                    <a:pt x="495800" y="418212"/>
                  </a:lnTo>
                  <a:lnTo>
                    <a:pt x="495130" y="417491"/>
                  </a:lnTo>
                  <a:lnTo>
                    <a:pt x="494878" y="417171"/>
                  </a:lnTo>
                  <a:lnTo>
                    <a:pt x="494642" y="416879"/>
                  </a:lnTo>
                  <a:lnTo>
                    <a:pt x="494225" y="416640"/>
                  </a:lnTo>
                  <a:lnTo>
                    <a:pt x="493854" y="416519"/>
                  </a:lnTo>
                  <a:lnTo>
                    <a:pt x="493193" y="416564"/>
                  </a:lnTo>
                  <a:lnTo>
                    <a:pt x="492966" y="416466"/>
                  </a:lnTo>
                  <a:lnTo>
                    <a:pt x="492715" y="416365"/>
                  </a:lnTo>
                  <a:lnTo>
                    <a:pt x="492556" y="416213"/>
                  </a:lnTo>
                  <a:lnTo>
                    <a:pt x="492347" y="416065"/>
                  </a:lnTo>
                  <a:lnTo>
                    <a:pt x="492139" y="416205"/>
                  </a:lnTo>
                  <a:lnTo>
                    <a:pt x="491670" y="416321"/>
                  </a:lnTo>
                  <a:lnTo>
                    <a:pt x="490838" y="416443"/>
                  </a:lnTo>
                  <a:lnTo>
                    <a:pt x="490573" y="416400"/>
                  </a:lnTo>
                  <a:lnTo>
                    <a:pt x="490321" y="416362"/>
                  </a:lnTo>
                  <a:lnTo>
                    <a:pt x="489935" y="416691"/>
                  </a:lnTo>
                  <a:lnTo>
                    <a:pt x="489977" y="417103"/>
                  </a:lnTo>
                  <a:lnTo>
                    <a:pt x="489932" y="417315"/>
                  </a:lnTo>
                  <a:lnTo>
                    <a:pt x="489419" y="417697"/>
                  </a:lnTo>
                  <a:lnTo>
                    <a:pt x="489276" y="417981"/>
                  </a:lnTo>
                  <a:lnTo>
                    <a:pt x="488979" y="418467"/>
                  </a:lnTo>
                  <a:lnTo>
                    <a:pt x="488570" y="418580"/>
                  </a:lnTo>
                  <a:lnTo>
                    <a:pt x="487907" y="418802"/>
                  </a:lnTo>
                  <a:lnTo>
                    <a:pt x="486917" y="419304"/>
                  </a:lnTo>
                  <a:lnTo>
                    <a:pt x="486689" y="419801"/>
                  </a:lnTo>
                  <a:lnTo>
                    <a:pt x="486213" y="420828"/>
                  </a:lnTo>
                  <a:lnTo>
                    <a:pt x="486356" y="421218"/>
                  </a:lnTo>
                  <a:lnTo>
                    <a:pt x="486347" y="421513"/>
                  </a:lnTo>
                  <a:lnTo>
                    <a:pt x="485959" y="422007"/>
                  </a:lnTo>
                  <a:lnTo>
                    <a:pt x="486034" y="422280"/>
                  </a:lnTo>
                  <a:lnTo>
                    <a:pt x="486204" y="422417"/>
                  </a:lnTo>
                  <a:lnTo>
                    <a:pt x="486385" y="422708"/>
                  </a:lnTo>
                  <a:lnTo>
                    <a:pt x="485998" y="423227"/>
                  </a:lnTo>
                  <a:lnTo>
                    <a:pt x="485792" y="423335"/>
                  </a:lnTo>
                  <a:lnTo>
                    <a:pt x="485817" y="423751"/>
                  </a:lnTo>
                  <a:lnTo>
                    <a:pt x="485729" y="423903"/>
                  </a:lnTo>
                  <a:lnTo>
                    <a:pt x="485600" y="424348"/>
                  </a:lnTo>
                  <a:lnTo>
                    <a:pt x="485143" y="424822"/>
                  </a:lnTo>
                  <a:lnTo>
                    <a:pt x="485062" y="425259"/>
                  </a:lnTo>
                  <a:lnTo>
                    <a:pt x="484597" y="425537"/>
                  </a:lnTo>
                  <a:lnTo>
                    <a:pt x="484469" y="426003"/>
                  </a:lnTo>
                  <a:lnTo>
                    <a:pt x="484615" y="426199"/>
                  </a:lnTo>
                  <a:lnTo>
                    <a:pt x="485867" y="426907"/>
                  </a:lnTo>
                  <a:lnTo>
                    <a:pt x="486385" y="427223"/>
                  </a:lnTo>
                  <a:lnTo>
                    <a:pt x="486498" y="427506"/>
                  </a:lnTo>
                  <a:lnTo>
                    <a:pt x="486641" y="427860"/>
                  </a:lnTo>
                  <a:lnTo>
                    <a:pt x="486806" y="428061"/>
                  </a:lnTo>
                  <a:lnTo>
                    <a:pt x="486940" y="428147"/>
                  </a:lnTo>
                  <a:lnTo>
                    <a:pt x="487339" y="428518"/>
                  </a:lnTo>
                  <a:lnTo>
                    <a:pt x="487459" y="428713"/>
                  </a:lnTo>
                  <a:lnTo>
                    <a:pt x="487889" y="429822"/>
                  </a:lnTo>
                  <a:lnTo>
                    <a:pt x="488121" y="430286"/>
                  </a:lnTo>
                  <a:lnTo>
                    <a:pt x="488467" y="430288"/>
                  </a:lnTo>
                  <a:lnTo>
                    <a:pt x="488869" y="430492"/>
                  </a:lnTo>
                  <a:lnTo>
                    <a:pt x="488997" y="430822"/>
                  </a:lnTo>
                  <a:lnTo>
                    <a:pt x="488877" y="431233"/>
                  </a:lnTo>
                  <a:lnTo>
                    <a:pt x="488971" y="431470"/>
                  </a:lnTo>
                  <a:lnTo>
                    <a:pt x="489284" y="431747"/>
                  </a:lnTo>
                  <a:lnTo>
                    <a:pt x="489329" y="432111"/>
                  </a:lnTo>
                  <a:lnTo>
                    <a:pt x="489432" y="432453"/>
                  </a:lnTo>
                  <a:lnTo>
                    <a:pt x="489449" y="432799"/>
                  </a:lnTo>
                  <a:lnTo>
                    <a:pt x="489697" y="432977"/>
                  </a:lnTo>
                  <a:lnTo>
                    <a:pt x="490192" y="433314"/>
                  </a:lnTo>
                  <a:lnTo>
                    <a:pt x="490433" y="433822"/>
                  </a:lnTo>
                  <a:lnTo>
                    <a:pt x="490660" y="434111"/>
                  </a:lnTo>
                  <a:lnTo>
                    <a:pt x="490829" y="434298"/>
                  </a:lnTo>
                  <a:lnTo>
                    <a:pt x="491036" y="434290"/>
                  </a:lnTo>
                  <a:lnTo>
                    <a:pt x="491227" y="434535"/>
                  </a:lnTo>
                  <a:lnTo>
                    <a:pt x="491597" y="435044"/>
                  </a:lnTo>
                  <a:lnTo>
                    <a:pt x="491496" y="435401"/>
                  </a:lnTo>
                  <a:lnTo>
                    <a:pt x="491609" y="435928"/>
                  </a:lnTo>
                  <a:lnTo>
                    <a:pt x="491741" y="436021"/>
                  </a:lnTo>
                  <a:lnTo>
                    <a:pt x="491910" y="436150"/>
                  </a:lnTo>
                  <a:lnTo>
                    <a:pt x="492220" y="436492"/>
                  </a:lnTo>
                  <a:lnTo>
                    <a:pt x="492341" y="436736"/>
                  </a:lnTo>
                  <a:lnTo>
                    <a:pt x="492684" y="437002"/>
                  </a:lnTo>
                  <a:lnTo>
                    <a:pt x="493293" y="437712"/>
                  </a:lnTo>
                  <a:lnTo>
                    <a:pt x="493389" y="438137"/>
                  </a:lnTo>
                  <a:lnTo>
                    <a:pt x="493437" y="438339"/>
                  </a:lnTo>
                  <a:lnTo>
                    <a:pt x="493581" y="438664"/>
                  </a:lnTo>
                  <a:lnTo>
                    <a:pt x="493898" y="438972"/>
                  </a:lnTo>
                  <a:lnTo>
                    <a:pt x="494178" y="439572"/>
                  </a:lnTo>
                  <a:lnTo>
                    <a:pt x="494409" y="439937"/>
                  </a:lnTo>
                  <a:lnTo>
                    <a:pt x="494975" y="439760"/>
                  </a:lnTo>
                  <a:lnTo>
                    <a:pt x="495462" y="439643"/>
                  </a:lnTo>
                  <a:lnTo>
                    <a:pt x="495647" y="439992"/>
                  </a:lnTo>
                  <a:lnTo>
                    <a:pt x="495989" y="440214"/>
                  </a:lnTo>
                  <a:lnTo>
                    <a:pt x="496306" y="440158"/>
                  </a:lnTo>
                  <a:lnTo>
                    <a:pt x="496438" y="440220"/>
                  </a:lnTo>
                  <a:lnTo>
                    <a:pt x="496584" y="440557"/>
                  </a:lnTo>
                  <a:lnTo>
                    <a:pt x="496568" y="440733"/>
                  </a:lnTo>
                  <a:lnTo>
                    <a:pt x="496589" y="440951"/>
                  </a:lnTo>
                  <a:lnTo>
                    <a:pt x="496813" y="441232"/>
                  </a:lnTo>
                  <a:lnTo>
                    <a:pt x="497792" y="441523"/>
                  </a:lnTo>
                  <a:lnTo>
                    <a:pt x="498242" y="441582"/>
                  </a:lnTo>
                  <a:lnTo>
                    <a:pt x="498378" y="441576"/>
                  </a:lnTo>
                  <a:lnTo>
                    <a:pt x="498664" y="441499"/>
                  </a:lnTo>
                  <a:lnTo>
                    <a:pt x="499274" y="441523"/>
                  </a:lnTo>
                  <a:lnTo>
                    <a:pt x="499340" y="441848"/>
                  </a:lnTo>
                  <a:lnTo>
                    <a:pt x="499532" y="441905"/>
                  </a:lnTo>
                  <a:lnTo>
                    <a:pt x="500012" y="441876"/>
                  </a:lnTo>
                  <a:lnTo>
                    <a:pt x="500211" y="442051"/>
                  </a:lnTo>
                  <a:lnTo>
                    <a:pt x="500549" y="442166"/>
                  </a:lnTo>
                  <a:lnTo>
                    <a:pt x="500803" y="442107"/>
                  </a:lnTo>
                  <a:lnTo>
                    <a:pt x="501116" y="442610"/>
                  </a:lnTo>
                  <a:lnTo>
                    <a:pt x="500922" y="443008"/>
                  </a:lnTo>
                  <a:lnTo>
                    <a:pt x="501043" y="443195"/>
                  </a:lnTo>
                  <a:lnTo>
                    <a:pt x="501427" y="443497"/>
                  </a:lnTo>
                  <a:lnTo>
                    <a:pt x="501459" y="443719"/>
                  </a:lnTo>
                  <a:lnTo>
                    <a:pt x="501934" y="444194"/>
                  </a:lnTo>
                  <a:lnTo>
                    <a:pt x="502442" y="444536"/>
                  </a:lnTo>
                  <a:lnTo>
                    <a:pt x="502674" y="445150"/>
                  </a:lnTo>
                  <a:lnTo>
                    <a:pt x="502583" y="445384"/>
                  </a:lnTo>
                  <a:lnTo>
                    <a:pt x="502383" y="446029"/>
                  </a:lnTo>
                  <a:lnTo>
                    <a:pt x="502440" y="446362"/>
                  </a:lnTo>
                  <a:lnTo>
                    <a:pt x="502591" y="446619"/>
                  </a:lnTo>
                  <a:lnTo>
                    <a:pt x="502045" y="447617"/>
                  </a:lnTo>
                  <a:lnTo>
                    <a:pt x="501880" y="447665"/>
                  </a:lnTo>
                  <a:lnTo>
                    <a:pt x="501555" y="448016"/>
                  </a:lnTo>
                  <a:lnTo>
                    <a:pt x="501470" y="448243"/>
                  </a:lnTo>
                  <a:lnTo>
                    <a:pt x="501485" y="448375"/>
                  </a:lnTo>
                  <a:lnTo>
                    <a:pt x="501532" y="448704"/>
                  </a:lnTo>
                  <a:lnTo>
                    <a:pt x="501715" y="449646"/>
                  </a:lnTo>
                  <a:lnTo>
                    <a:pt x="502027" y="449923"/>
                  </a:lnTo>
                  <a:lnTo>
                    <a:pt x="502006" y="450264"/>
                  </a:lnTo>
                  <a:lnTo>
                    <a:pt x="501660" y="450693"/>
                  </a:lnTo>
                  <a:lnTo>
                    <a:pt x="501689" y="451159"/>
                  </a:lnTo>
                  <a:lnTo>
                    <a:pt x="501994" y="451317"/>
                  </a:lnTo>
                  <a:lnTo>
                    <a:pt x="502301" y="451196"/>
                  </a:lnTo>
                  <a:lnTo>
                    <a:pt x="502478" y="450875"/>
                  </a:lnTo>
                  <a:lnTo>
                    <a:pt x="502721" y="450725"/>
                  </a:lnTo>
                  <a:lnTo>
                    <a:pt x="502996" y="450600"/>
                  </a:lnTo>
                  <a:lnTo>
                    <a:pt x="503391" y="450627"/>
                  </a:lnTo>
                  <a:lnTo>
                    <a:pt x="503877" y="450462"/>
                  </a:lnTo>
                  <a:lnTo>
                    <a:pt x="504327" y="450018"/>
                  </a:lnTo>
                  <a:lnTo>
                    <a:pt x="504564" y="449873"/>
                  </a:lnTo>
                  <a:lnTo>
                    <a:pt x="504752" y="449918"/>
                  </a:lnTo>
                  <a:lnTo>
                    <a:pt x="504993" y="450069"/>
                  </a:lnTo>
                  <a:lnTo>
                    <a:pt x="505269" y="450368"/>
                  </a:lnTo>
                  <a:lnTo>
                    <a:pt x="505646" y="450619"/>
                  </a:lnTo>
                  <a:lnTo>
                    <a:pt x="506183" y="450781"/>
                  </a:lnTo>
                  <a:lnTo>
                    <a:pt x="506604" y="451002"/>
                  </a:lnTo>
                  <a:lnTo>
                    <a:pt x="507100" y="451026"/>
                  </a:lnTo>
                  <a:lnTo>
                    <a:pt x="507731" y="451027"/>
                  </a:lnTo>
                  <a:lnTo>
                    <a:pt x="508114" y="451074"/>
                  </a:lnTo>
                  <a:lnTo>
                    <a:pt x="508390" y="451268"/>
                  </a:lnTo>
                  <a:lnTo>
                    <a:pt x="508712" y="451193"/>
                  </a:lnTo>
                  <a:lnTo>
                    <a:pt x="509582" y="451242"/>
                  </a:lnTo>
                  <a:lnTo>
                    <a:pt x="510166" y="451457"/>
                  </a:lnTo>
                  <a:lnTo>
                    <a:pt x="510341" y="451521"/>
                  </a:lnTo>
                  <a:lnTo>
                    <a:pt x="510672" y="451652"/>
                  </a:lnTo>
                  <a:lnTo>
                    <a:pt x="511218" y="451832"/>
                  </a:lnTo>
                  <a:lnTo>
                    <a:pt x="511430" y="451792"/>
                  </a:lnTo>
                  <a:lnTo>
                    <a:pt x="511987" y="451646"/>
                  </a:lnTo>
                  <a:lnTo>
                    <a:pt x="512139" y="451603"/>
                  </a:lnTo>
                  <a:lnTo>
                    <a:pt x="512353" y="451534"/>
                  </a:lnTo>
                  <a:lnTo>
                    <a:pt x="512601" y="451388"/>
                  </a:lnTo>
                  <a:lnTo>
                    <a:pt x="512865" y="450884"/>
                  </a:lnTo>
                  <a:lnTo>
                    <a:pt x="512850" y="450700"/>
                  </a:lnTo>
                  <a:lnTo>
                    <a:pt x="512792" y="450484"/>
                  </a:lnTo>
                  <a:lnTo>
                    <a:pt x="512806" y="450210"/>
                  </a:lnTo>
                  <a:lnTo>
                    <a:pt x="513270" y="449869"/>
                  </a:lnTo>
                  <a:lnTo>
                    <a:pt x="513573" y="450035"/>
                  </a:lnTo>
                  <a:lnTo>
                    <a:pt x="513932" y="449905"/>
                  </a:lnTo>
                  <a:lnTo>
                    <a:pt x="514147" y="449903"/>
                  </a:lnTo>
                  <a:lnTo>
                    <a:pt x="514598" y="449825"/>
                  </a:lnTo>
                  <a:lnTo>
                    <a:pt x="514780" y="449726"/>
                  </a:lnTo>
                  <a:lnTo>
                    <a:pt x="514928" y="449546"/>
                  </a:lnTo>
                  <a:lnTo>
                    <a:pt x="515119" y="449377"/>
                  </a:lnTo>
                  <a:lnTo>
                    <a:pt x="515626" y="449110"/>
                  </a:lnTo>
                  <a:lnTo>
                    <a:pt x="515893" y="449021"/>
                  </a:lnTo>
                  <a:lnTo>
                    <a:pt x="516160" y="449124"/>
                  </a:lnTo>
                  <a:lnTo>
                    <a:pt x="516400" y="449439"/>
                  </a:lnTo>
                  <a:lnTo>
                    <a:pt x="517045" y="449565"/>
                  </a:lnTo>
                  <a:lnTo>
                    <a:pt x="517434" y="449426"/>
                  </a:lnTo>
                  <a:lnTo>
                    <a:pt x="517609" y="449379"/>
                  </a:lnTo>
                  <a:lnTo>
                    <a:pt x="517769" y="449416"/>
                  </a:lnTo>
                  <a:lnTo>
                    <a:pt x="518117" y="449671"/>
                  </a:lnTo>
                  <a:lnTo>
                    <a:pt x="518217" y="449838"/>
                  </a:lnTo>
                  <a:lnTo>
                    <a:pt x="518263" y="449965"/>
                  </a:lnTo>
                  <a:lnTo>
                    <a:pt x="518268" y="450423"/>
                  </a:lnTo>
                  <a:lnTo>
                    <a:pt x="518442" y="450670"/>
                  </a:lnTo>
                  <a:lnTo>
                    <a:pt x="518618" y="450722"/>
                  </a:lnTo>
                  <a:lnTo>
                    <a:pt x="518748" y="450702"/>
                  </a:lnTo>
                  <a:lnTo>
                    <a:pt x="518906" y="450616"/>
                  </a:lnTo>
                  <a:lnTo>
                    <a:pt x="519088" y="450395"/>
                  </a:lnTo>
                  <a:lnTo>
                    <a:pt x="519408" y="450375"/>
                  </a:lnTo>
                  <a:lnTo>
                    <a:pt x="519685" y="450835"/>
                  </a:lnTo>
                  <a:lnTo>
                    <a:pt x="519655" y="451037"/>
                  </a:lnTo>
                  <a:lnTo>
                    <a:pt x="519580" y="451826"/>
                  </a:lnTo>
                  <a:lnTo>
                    <a:pt x="519685" y="452174"/>
                  </a:lnTo>
                  <a:lnTo>
                    <a:pt x="520106" y="452333"/>
                  </a:lnTo>
                  <a:lnTo>
                    <a:pt x="520297" y="452406"/>
                  </a:lnTo>
                  <a:lnTo>
                    <a:pt x="520453" y="452627"/>
                  </a:lnTo>
                  <a:lnTo>
                    <a:pt x="520461" y="452758"/>
                  </a:lnTo>
                  <a:lnTo>
                    <a:pt x="520577" y="452943"/>
                  </a:lnTo>
                  <a:lnTo>
                    <a:pt x="520672" y="453118"/>
                  </a:lnTo>
                  <a:lnTo>
                    <a:pt x="520693" y="453332"/>
                  </a:lnTo>
                  <a:lnTo>
                    <a:pt x="520930" y="453904"/>
                  </a:lnTo>
                  <a:lnTo>
                    <a:pt x="520737" y="454194"/>
                  </a:lnTo>
                  <a:lnTo>
                    <a:pt x="520646" y="454412"/>
                  </a:lnTo>
                  <a:lnTo>
                    <a:pt x="520729" y="454569"/>
                  </a:lnTo>
                  <a:lnTo>
                    <a:pt x="520762" y="454894"/>
                  </a:lnTo>
                  <a:lnTo>
                    <a:pt x="520636" y="455215"/>
                  </a:lnTo>
                  <a:lnTo>
                    <a:pt x="521005" y="456049"/>
                  </a:lnTo>
                  <a:lnTo>
                    <a:pt x="520928" y="456286"/>
                  </a:lnTo>
                  <a:lnTo>
                    <a:pt x="520858" y="456544"/>
                  </a:lnTo>
                  <a:lnTo>
                    <a:pt x="520864" y="456896"/>
                  </a:lnTo>
                  <a:lnTo>
                    <a:pt x="521010" y="457261"/>
                  </a:lnTo>
                  <a:lnTo>
                    <a:pt x="520848" y="457525"/>
                  </a:lnTo>
                  <a:lnTo>
                    <a:pt x="520862" y="457766"/>
                  </a:lnTo>
                  <a:lnTo>
                    <a:pt x="520884" y="457973"/>
                  </a:lnTo>
                  <a:lnTo>
                    <a:pt x="521245" y="458935"/>
                  </a:lnTo>
                  <a:lnTo>
                    <a:pt x="521641" y="459213"/>
                  </a:lnTo>
                  <a:lnTo>
                    <a:pt x="522080" y="459101"/>
                  </a:lnTo>
                  <a:lnTo>
                    <a:pt x="522256" y="458716"/>
                  </a:lnTo>
                  <a:lnTo>
                    <a:pt x="522518" y="458715"/>
                  </a:lnTo>
                  <a:lnTo>
                    <a:pt x="522802" y="458745"/>
                  </a:lnTo>
                  <a:lnTo>
                    <a:pt x="523161" y="458888"/>
                  </a:lnTo>
                  <a:lnTo>
                    <a:pt x="523615" y="458829"/>
                  </a:lnTo>
                  <a:lnTo>
                    <a:pt x="524261" y="458753"/>
                  </a:lnTo>
                  <a:lnTo>
                    <a:pt x="524461" y="458718"/>
                  </a:lnTo>
                  <a:lnTo>
                    <a:pt x="524826" y="458899"/>
                  </a:lnTo>
                  <a:lnTo>
                    <a:pt x="525170" y="459086"/>
                  </a:lnTo>
                  <a:lnTo>
                    <a:pt x="525502" y="459026"/>
                  </a:lnTo>
                  <a:lnTo>
                    <a:pt x="525935" y="459011"/>
                  </a:lnTo>
                  <a:lnTo>
                    <a:pt x="526083" y="458866"/>
                  </a:lnTo>
                  <a:lnTo>
                    <a:pt x="526634" y="458254"/>
                  </a:lnTo>
                  <a:lnTo>
                    <a:pt x="526937" y="457768"/>
                  </a:lnTo>
                  <a:lnTo>
                    <a:pt x="526941" y="457275"/>
                  </a:lnTo>
                  <a:lnTo>
                    <a:pt x="527061" y="457034"/>
                  </a:lnTo>
                  <a:lnTo>
                    <a:pt x="527741" y="457178"/>
                  </a:lnTo>
                  <a:lnTo>
                    <a:pt x="527758" y="457602"/>
                  </a:lnTo>
                  <a:lnTo>
                    <a:pt x="527602" y="457945"/>
                  </a:lnTo>
                  <a:lnTo>
                    <a:pt x="527563" y="458136"/>
                  </a:lnTo>
                  <a:lnTo>
                    <a:pt x="527556" y="458417"/>
                  </a:lnTo>
                  <a:lnTo>
                    <a:pt x="527598" y="458661"/>
                  </a:lnTo>
                  <a:lnTo>
                    <a:pt x="527630" y="458996"/>
                  </a:lnTo>
                  <a:lnTo>
                    <a:pt x="527599" y="459322"/>
                  </a:lnTo>
                  <a:lnTo>
                    <a:pt x="527524" y="459595"/>
                  </a:lnTo>
                  <a:lnTo>
                    <a:pt x="527395" y="460086"/>
                  </a:lnTo>
                  <a:lnTo>
                    <a:pt x="527334" y="460636"/>
                  </a:lnTo>
                  <a:lnTo>
                    <a:pt x="527624" y="461157"/>
                  </a:lnTo>
                  <a:lnTo>
                    <a:pt x="527448" y="461373"/>
                  </a:lnTo>
                  <a:lnTo>
                    <a:pt x="527277" y="461436"/>
                  </a:lnTo>
                  <a:lnTo>
                    <a:pt x="526402" y="461553"/>
                  </a:lnTo>
                  <a:lnTo>
                    <a:pt x="525674" y="461534"/>
                  </a:lnTo>
                  <a:lnTo>
                    <a:pt x="525296" y="461598"/>
                  </a:lnTo>
                  <a:lnTo>
                    <a:pt x="525130" y="461643"/>
                  </a:lnTo>
                  <a:lnTo>
                    <a:pt x="524887" y="461725"/>
                  </a:lnTo>
                  <a:lnTo>
                    <a:pt x="524461" y="461889"/>
                  </a:lnTo>
                  <a:lnTo>
                    <a:pt x="524173" y="462394"/>
                  </a:lnTo>
                  <a:lnTo>
                    <a:pt x="523986" y="462696"/>
                  </a:lnTo>
                  <a:lnTo>
                    <a:pt x="523819" y="463016"/>
                  </a:lnTo>
                  <a:lnTo>
                    <a:pt x="523638" y="463345"/>
                  </a:lnTo>
                  <a:lnTo>
                    <a:pt x="523413" y="463621"/>
                  </a:lnTo>
                  <a:lnTo>
                    <a:pt x="523306" y="463811"/>
                  </a:lnTo>
                  <a:lnTo>
                    <a:pt x="523302" y="464105"/>
                  </a:lnTo>
                  <a:lnTo>
                    <a:pt x="523100" y="464243"/>
                  </a:lnTo>
                  <a:lnTo>
                    <a:pt x="522937" y="464354"/>
                  </a:lnTo>
                  <a:lnTo>
                    <a:pt x="522796" y="464628"/>
                  </a:lnTo>
                  <a:lnTo>
                    <a:pt x="522790" y="464829"/>
                  </a:lnTo>
                  <a:lnTo>
                    <a:pt x="522717" y="465233"/>
                  </a:lnTo>
                  <a:lnTo>
                    <a:pt x="522575" y="465650"/>
                  </a:lnTo>
                  <a:lnTo>
                    <a:pt x="522289" y="466828"/>
                  </a:lnTo>
                  <a:lnTo>
                    <a:pt x="522257" y="467430"/>
                  </a:lnTo>
                  <a:lnTo>
                    <a:pt x="522462" y="467771"/>
                  </a:lnTo>
                  <a:lnTo>
                    <a:pt x="522691" y="468045"/>
                  </a:lnTo>
                  <a:lnTo>
                    <a:pt x="523608" y="468692"/>
                  </a:lnTo>
                  <a:lnTo>
                    <a:pt x="523756" y="468612"/>
                  </a:lnTo>
                  <a:lnTo>
                    <a:pt x="523944" y="468601"/>
                  </a:lnTo>
                  <a:lnTo>
                    <a:pt x="524162" y="468596"/>
                  </a:lnTo>
                  <a:lnTo>
                    <a:pt x="524500" y="468604"/>
                  </a:lnTo>
                  <a:lnTo>
                    <a:pt x="524842" y="468641"/>
                  </a:lnTo>
                  <a:lnTo>
                    <a:pt x="525367" y="469139"/>
                  </a:lnTo>
                  <a:lnTo>
                    <a:pt x="525741" y="469331"/>
                  </a:lnTo>
                  <a:lnTo>
                    <a:pt x="526049" y="469758"/>
                  </a:lnTo>
                  <a:lnTo>
                    <a:pt x="526059" y="470251"/>
                  </a:lnTo>
                  <a:lnTo>
                    <a:pt x="525890" y="470425"/>
                  </a:lnTo>
                  <a:lnTo>
                    <a:pt x="525639" y="471050"/>
                  </a:lnTo>
                  <a:lnTo>
                    <a:pt x="525489" y="471544"/>
                  </a:lnTo>
                  <a:lnTo>
                    <a:pt x="525314" y="471974"/>
                  </a:lnTo>
                  <a:lnTo>
                    <a:pt x="525245" y="472206"/>
                  </a:lnTo>
                  <a:lnTo>
                    <a:pt x="525162" y="472382"/>
                  </a:lnTo>
                  <a:lnTo>
                    <a:pt x="524788" y="472765"/>
                  </a:lnTo>
                  <a:lnTo>
                    <a:pt x="524459" y="472936"/>
                  </a:lnTo>
                  <a:lnTo>
                    <a:pt x="523680" y="473240"/>
                  </a:lnTo>
                  <a:lnTo>
                    <a:pt x="523510" y="473386"/>
                  </a:lnTo>
                  <a:lnTo>
                    <a:pt x="523608" y="473530"/>
                  </a:lnTo>
                  <a:lnTo>
                    <a:pt x="523859" y="473934"/>
                  </a:lnTo>
                  <a:lnTo>
                    <a:pt x="523927" y="474087"/>
                  </a:lnTo>
                  <a:lnTo>
                    <a:pt x="523858" y="474254"/>
                  </a:lnTo>
                  <a:lnTo>
                    <a:pt x="523642" y="474542"/>
                  </a:lnTo>
                  <a:lnTo>
                    <a:pt x="523305" y="474830"/>
                  </a:lnTo>
                  <a:lnTo>
                    <a:pt x="522919" y="475064"/>
                  </a:lnTo>
                  <a:lnTo>
                    <a:pt x="522514" y="475168"/>
                  </a:lnTo>
                  <a:lnTo>
                    <a:pt x="522645" y="475537"/>
                  </a:lnTo>
                  <a:lnTo>
                    <a:pt x="522737" y="475822"/>
                  </a:lnTo>
                  <a:lnTo>
                    <a:pt x="522730" y="476342"/>
                  </a:lnTo>
                  <a:lnTo>
                    <a:pt x="522707" y="476507"/>
                  </a:lnTo>
                  <a:lnTo>
                    <a:pt x="522568" y="476572"/>
                  </a:lnTo>
                  <a:lnTo>
                    <a:pt x="522397" y="476679"/>
                  </a:lnTo>
                  <a:lnTo>
                    <a:pt x="522256" y="476899"/>
                  </a:lnTo>
                  <a:lnTo>
                    <a:pt x="522116" y="477333"/>
                  </a:lnTo>
                  <a:lnTo>
                    <a:pt x="521974" y="477465"/>
                  </a:lnTo>
                  <a:lnTo>
                    <a:pt x="521737" y="477862"/>
                  </a:lnTo>
                  <a:lnTo>
                    <a:pt x="521231" y="477948"/>
                  </a:lnTo>
                  <a:lnTo>
                    <a:pt x="520907" y="477687"/>
                  </a:lnTo>
                  <a:lnTo>
                    <a:pt x="520659" y="477556"/>
                  </a:lnTo>
                  <a:lnTo>
                    <a:pt x="520541" y="477287"/>
                  </a:lnTo>
                  <a:lnTo>
                    <a:pt x="520376" y="477252"/>
                  </a:lnTo>
                  <a:lnTo>
                    <a:pt x="520146" y="476878"/>
                  </a:lnTo>
                  <a:lnTo>
                    <a:pt x="519938" y="476711"/>
                  </a:lnTo>
                  <a:lnTo>
                    <a:pt x="519567" y="476323"/>
                  </a:lnTo>
                  <a:lnTo>
                    <a:pt x="519421" y="476070"/>
                  </a:lnTo>
                  <a:lnTo>
                    <a:pt x="519100" y="475830"/>
                  </a:lnTo>
                  <a:lnTo>
                    <a:pt x="518504" y="475333"/>
                  </a:lnTo>
                  <a:lnTo>
                    <a:pt x="518370" y="474985"/>
                  </a:lnTo>
                  <a:lnTo>
                    <a:pt x="518195" y="474892"/>
                  </a:lnTo>
                  <a:lnTo>
                    <a:pt x="517863" y="474702"/>
                  </a:lnTo>
                  <a:lnTo>
                    <a:pt x="517723" y="474582"/>
                  </a:lnTo>
                  <a:lnTo>
                    <a:pt x="517489" y="474437"/>
                  </a:lnTo>
                  <a:lnTo>
                    <a:pt x="517045" y="473986"/>
                  </a:lnTo>
                  <a:lnTo>
                    <a:pt x="516536" y="473704"/>
                  </a:lnTo>
                  <a:lnTo>
                    <a:pt x="516491" y="473436"/>
                  </a:lnTo>
                  <a:lnTo>
                    <a:pt x="516433" y="473186"/>
                  </a:lnTo>
                  <a:lnTo>
                    <a:pt x="515992" y="473052"/>
                  </a:lnTo>
                  <a:lnTo>
                    <a:pt x="515911" y="472919"/>
                  </a:lnTo>
                  <a:lnTo>
                    <a:pt x="515803" y="472633"/>
                  </a:lnTo>
                  <a:lnTo>
                    <a:pt x="515621" y="472290"/>
                  </a:lnTo>
                  <a:lnTo>
                    <a:pt x="515018" y="472151"/>
                  </a:lnTo>
                  <a:lnTo>
                    <a:pt x="513589" y="472142"/>
                  </a:lnTo>
                  <a:lnTo>
                    <a:pt x="513370" y="472057"/>
                  </a:lnTo>
                  <a:lnTo>
                    <a:pt x="513065" y="471932"/>
                  </a:lnTo>
                  <a:lnTo>
                    <a:pt x="512575" y="472104"/>
                  </a:lnTo>
                  <a:lnTo>
                    <a:pt x="512186" y="472149"/>
                  </a:lnTo>
                  <a:lnTo>
                    <a:pt x="511987" y="472148"/>
                  </a:lnTo>
                  <a:lnTo>
                    <a:pt x="511807" y="472119"/>
                  </a:lnTo>
                  <a:lnTo>
                    <a:pt x="511596" y="472234"/>
                  </a:lnTo>
                  <a:lnTo>
                    <a:pt x="511429" y="472520"/>
                  </a:lnTo>
                  <a:lnTo>
                    <a:pt x="511269" y="473479"/>
                  </a:lnTo>
                  <a:lnTo>
                    <a:pt x="511321" y="474191"/>
                  </a:lnTo>
                  <a:lnTo>
                    <a:pt x="511266" y="474334"/>
                  </a:lnTo>
                  <a:lnTo>
                    <a:pt x="511372" y="475023"/>
                  </a:lnTo>
                  <a:lnTo>
                    <a:pt x="511320" y="475347"/>
                  </a:lnTo>
                  <a:lnTo>
                    <a:pt x="511196" y="475477"/>
                  </a:lnTo>
                  <a:lnTo>
                    <a:pt x="510834" y="475638"/>
                  </a:lnTo>
                  <a:lnTo>
                    <a:pt x="510630" y="475389"/>
                  </a:lnTo>
                  <a:lnTo>
                    <a:pt x="510192" y="474769"/>
                  </a:lnTo>
                  <a:lnTo>
                    <a:pt x="510020" y="474587"/>
                  </a:lnTo>
                  <a:lnTo>
                    <a:pt x="509790" y="474278"/>
                  </a:lnTo>
                  <a:lnTo>
                    <a:pt x="509812" y="473922"/>
                  </a:lnTo>
                  <a:lnTo>
                    <a:pt x="509782" y="473675"/>
                  </a:lnTo>
                  <a:lnTo>
                    <a:pt x="509520" y="473433"/>
                  </a:lnTo>
                  <a:lnTo>
                    <a:pt x="509233" y="473186"/>
                  </a:lnTo>
                  <a:lnTo>
                    <a:pt x="509233" y="473014"/>
                  </a:lnTo>
                  <a:lnTo>
                    <a:pt x="508539" y="472186"/>
                  </a:lnTo>
                  <a:lnTo>
                    <a:pt x="508517" y="471934"/>
                  </a:lnTo>
                  <a:lnTo>
                    <a:pt x="508067" y="471319"/>
                  </a:lnTo>
                  <a:lnTo>
                    <a:pt x="507792" y="471210"/>
                  </a:lnTo>
                  <a:lnTo>
                    <a:pt x="507652" y="470931"/>
                  </a:lnTo>
                  <a:lnTo>
                    <a:pt x="507435" y="470565"/>
                  </a:lnTo>
                  <a:lnTo>
                    <a:pt x="507188" y="470377"/>
                  </a:lnTo>
                  <a:lnTo>
                    <a:pt x="506717" y="470253"/>
                  </a:lnTo>
                  <a:lnTo>
                    <a:pt x="506568" y="470251"/>
                  </a:lnTo>
                  <a:lnTo>
                    <a:pt x="506121" y="470113"/>
                  </a:lnTo>
                  <a:lnTo>
                    <a:pt x="505880" y="470239"/>
                  </a:lnTo>
                  <a:lnTo>
                    <a:pt x="505551" y="470312"/>
                  </a:lnTo>
                  <a:lnTo>
                    <a:pt x="505254" y="470345"/>
                  </a:lnTo>
                  <a:lnTo>
                    <a:pt x="504961" y="470329"/>
                  </a:lnTo>
                  <a:lnTo>
                    <a:pt x="504545" y="470128"/>
                  </a:lnTo>
                  <a:lnTo>
                    <a:pt x="503997" y="470062"/>
                  </a:lnTo>
                  <a:lnTo>
                    <a:pt x="503767" y="470680"/>
                  </a:lnTo>
                  <a:lnTo>
                    <a:pt x="503324" y="470693"/>
                  </a:lnTo>
                  <a:lnTo>
                    <a:pt x="503217" y="470017"/>
                  </a:lnTo>
                  <a:lnTo>
                    <a:pt x="502599" y="469977"/>
                  </a:lnTo>
                  <a:lnTo>
                    <a:pt x="502192" y="470207"/>
                  </a:lnTo>
                  <a:lnTo>
                    <a:pt x="501818" y="470540"/>
                  </a:lnTo>
                  <a:lnTo>
                    <a:pt x="501851" y="470892"/>
                  </a:lnTo>
                  <a:lnTo>
                    <a:pt x="501386" y="471007"/>
                  </a:lnTo>
                  <a:lnTo>
                    <a:pt x="501212" y="471593"/>
                  </a:lnTo>
                  <a:lnTo>
                    <a:pt x="500921" y="471707"/>
                  </a:lnTo>
                  <a:lnTo>
                    <a:pt x="500749" y="471736"/>
                  </a:lnTo>
                  <a:lnTo>
                    <a:pt x="500663" y="471892"/>
                  </a:lnTo>
                  <a:lnTo>
                    <a:pt x="499851" y="472503"/>
                  </a:lnTo>
                  <a:lnTo>
                    <a:pt x="499872" y="472719"/>
                  </a:lnTo>
                  <a:lnTo>
                    <a:pt x="499676" y="473359"/>
                  </a:lnTo>
                  <a:lnTo>
                    <a:pt x="499492" y="473609"/>
                  </a:lnTo>
                  <a:lnTo>
                    <a:pt x="499784" y="473995"/>
                  </a:lnTo>
                  <a:lnTo>
                    <a:pt x="499984" y="473978"/>
                  </a:lnTo>
                  <a:lnTo>
                    <a:pt x="500237" y="473926"/>
                  </a:lnTo>
                  <a:lnTo>
                    <a:pt x="500389" y="473991"/>
                  </a:lnTo>
                  <a:lnTo>
                    <a:pt x="500084" y="474573"/>
                  </a:lnTo>
                  <a:lnTo>
                    <a:pt x="500074" y="474891"/>
                  </a:lnTo>
                  <a:lnTo>
                    <a:pt x="500668" y="475241"/>
                  </a:lnTo>
                  <a:lnTo>
                    <a:pt x="500664" y="475499"/>
                  </a:lnTo>
                  <a:lnTo>
                    <a:pt x="500730" y="475791"/>
                  </a:lnTo>
                  <a:lnTo>
                    <a:pt x="501005" y="475763"/>
                  </a:lnTo>
                  <a:lnTo>
                    <a:pt x="501132" y="475803"/>
                  </a:lnTo>
                  <a:lnTo>
                    <a:pt x="501346" y="475982"/>
                  </a:lnTo>
                  <a:lnTo>
                    <a:pt x="501263" y="476163"/>
                  </a:lnTo>
                  <a:lnTo>
                    <a:pt x="501181" y="476310"/>
                  </a:lnTo>
                  <a:lnTo>
                    <a:pt x="501166" y="476545"/>
                  </a:lnTo>
                  <a:lnTo>
                    <a:pt x="501010" y="476963"/>
                  </a:lnTo>
                  <a:lnTo>
                    <a:pt x="501545" y="477308"/>
                  </a:lnTo>
                  <a:lnTo>
                    <a:pt x="501639" y="477602"/>
                  </a:lnTo>
                  <a:lnTo>
                    <a:pt x="501695" y="477808"/>
                  </a:lnTo>
                  <a:lnTo>
                    <a:pt x="501743" y="478362"/>
                  </a:lnTo>
                  <a:lnTo>
                    <a:pt x="501368" y="478510"/>
                  </a:lnTo>
                  <a:lnTo>
                    <a:pt x="500832" y="478626"/>
                  </a:lnTo>
                  <a:lnTo>
                    <a:pt x="500619" y="478969"/>
                  </a:lnTo>
                  <a:lnTo>
                    <a:pt x="500626" y="479210"/>
                  </a:lnTo>
                  <a:lnTo>
                    <a:pt x="500787" y="479617"/>
                  </a:lnTo>
                  <a:lnTo>
                    <a:pt x="500786" y="480362"/>
                  </a:lnTo>
                  <a:lnTo>
                    <a:pt x="501052" y="480359"/>
                  </a:lnTo>
                  <a:lnTo>
                    <a:pt x="501440" y="480351"/>
                  </a:lnTo>
                  <a:lnTo>
                    <a:pt x="501796" y="480676"/>
                  </a:lnTo>
                  <a:lnTo>
                    <a:pt x="501948" y="480845"/>
                  </a:lnTo>
                  <a:lnTo>
                    <a:pt x="502263" y="480835"/>
                  </a:lnTo>
                  <a:lnTo>
                    <a:pt x="502252" y="481266"/>
                  </a:lnTo>
                  <a:lnTo>
                    <a:pt x="502305" y="481568"/>
                  </a:lnTo>
                  <a:lnTo>
                    <a:pt x="501998" y="481964"/>
                  </a:lnTo>
                  <a:lnTo>
                    <a:pt x="502015" y="482894"/>
                  </a:lnTo>
                  <a:lnTo>
                    <a:pt x="502213" y="483411"/>
                  </a:lnTo>
                  <a:lnTo>
                    <a:pt x="502458" y="483769"/>
                  </a:lnTo>
                  <a:lnTo>
                    <a:pt x="502192" y="483830"/>
                  </a:lnTo>
                  <a:lnTo>
                    <a:pt x="501868" y="483902"/>
                  </a:lnTo>
                  <a:lnTo>
                    <a:pt x="501337" y="483849"/>
                  </a:lnTo>
                  <a:lnTo>
                    <a:pt x="500474" y="483684"/>
                  </a:lnTo>
                  <a:lnTo>
                    <a:pt x="500269" y="483604"/>
                  </a:lnTo>
                  <a:lnTo>
                    <a:pt x="500027" y="483622"/>
                  </a:lnTo>
                  <a:lnTo>
                    <a:pt x="500074" y="484081"/>
                  </a:lnTo>
                  <a:lnTo>
                    <a:pt x="500151" y="484473"/>
                  </a:lnTo>
                  <a:lnTo>
                    <a:pt x="500195" y="484702"/>
                  </a:lnTo>
                  <a:lnTo>
                    <a:pt x="500176" y="484831"/>
                  </a:lnTo>
                  <a:lnTo>
                    <a:pt x="500257" y="485278"/>
                  </a:lnTo>
                  <a:lnTo>
                    <a:pt x="500246" y="485442"/>
                  </a:lnTo>
                  <a:lnTo>
                    <a:pt x="500132" y="485856"/>
                  </a:lnTo>
                  <a:lnTo>
                    <a:pt x="499969" y="486151"/>
                  </a:lnTo>
                  <a:lnTo>
                    <a:pt x="500026" y="486921"/>
                  </a:lnTo>
                  <a:lnTo>
                    <a:pt x="499705" y="487400"/>
                  </a:lnTo>
                  <a:lnTo>
                    <a:pt x="500268" y="487819"/>
                  </a:lnTo>
                  <a:lnTo>
                    <a:pt x="500540" y="487789"/>
                  </a:lnTo>
                  <a:lnTo>
                    <a:pt x="501166" y="487839"/>
                  </a:lnTo>
                  <a:lnTo>
                    <a:pt x="502207" y="488355"/>
                  </a:lnTo>
                  <a:lnTo>
                    <a:pt x="502862" y="488906"/>
                  </a:lnTo>
                  <a:lnTo>
                    <a:pt x="502977" y="489046"/>
                  </a:lnTo>
                  <a:lnTo>
                    <a:pt x="503470" y="489592"/>
                  </a:lnTo>
                  <a:lnTo>
                    <a:pt x="503694" y="489625"/>
                  </a:lnTo>
                  <a:lnTo>
                    <a:pt x="503961" y="489780"/>
                  </a:lnTo>
                  <a:lnTo>
                    <a:pt x="504082" y="490321"/>
                  </a:lnTo>
                  <a:lnTo>
                    <a:pt x="504017" y="490552"/>
                  </a:lnTo>
                  <a:lnTo>
                    <a:pt x="503949" y="490766"/>
                  </a:lnTo>
                  <a:lnTo>
                    <a:pt x="504500" y="491283"/>
                  </a:lnTo>
                  <a:lnTo>
                    <a:pt x="504702" y="491500"/>
                  </a:lnTo>
                  <a:lnTo>
                    <a:pt x="504622" y="491674"/>
                  </a:lnTo>
                  <a:lnTo>
                    <a:pt x="504554" y="491979"/>
                  </a:lnTo>
                  <a:lnTo>
                    <a:pt x="504521" y="492174"/>
                  </a:lnTo>
                  <a:lnTo>
                    <a:pt x="504492" y="492346"/>
                  </a:lnTo>
                  <a:lnTo>
                    <a:pt x="504443" y="492486"/>
                  </a:lnTo>
                  <a:lnTo>
                    <a:pt x="504278" y="492940"/>
                  </a:lnTo>
                  <a:lnTo>
                    <a:pt x="504567" y="493515"/>
                  </a:lnTo>
                  <a:lnTo>
                    <a:pt x="504288" y="493857"/>
                  </a:lnTo>
                  <a:lnTo>
                    <a:pt x="504183" y="494323"/>
                  </a:lnTo>
                  <a:lnTo>
                    <a:pt x="504252" y="494553"/>
                  </a:lnTo>
                  <a:lnTo>
                    <a:pt x="504289" y="494905"/>
                  </a:lnTo>
                  <a:lnTo>
                    <a:pt x="504167" y="495313"/>
                  </a:lnTo>
                  <a:lnTo>
                    <a:pt x="504209" y="495629"/>
                  </a:lnTo>
                  <a:lnTo>
                    <a:pt x="504179" y="495937"/>
                  </a:lnTo>
                  <a:lnTo>
                    <a:pt x="504130" y="496157"/>
                  </a:lnTo>
                  <a:lnTo>
                    <a:pt x="503954" y="496695"/>
                  </a:lnTo>
                  <a:lnTo>
                    <a:pt x="503416" y="497180"/>
                  </a:lnTo>
                  <a:lnTo>
                    <a:pt x="503296" y="497309"/>
                  </a:lnTo>
                  <a:lnTo>
                    <a:pt x="503255" y="497453"/>
                  </a:lnTo>
                  <a:lnTo>
                    <a:pt x="503149" y="497782"/>
                  </a:lnTo>
                  <a:lnTo>
                    <a:pt x="502843" y="498261"/>
                  </a:lnTo>
                  <a:lnTo>
                    <a:pt x="502548" y="498423"/>
                  </a:lnTo>
                  <a:lnTo>
                    <a:pt x="502213" y="498415"/>
                  </a:lnTo>
                  <a:lnTo>
                    <a:pt x="502141" y="498548"/>
                  </a:lnTo>
                  <a:lnTo>
                    <a:pt x="501615" y="499236"/>
                  </a:lnTo>
                  <a:lnTo>
                    <a:pt x="501314" y="499589"/>
                  </a:lnTo>
                  <a:lnTo>
                    <a:pt x="500742" y="499578"/>
                  </a:lnTo>
                  <a:lnTo>
                    <a:pt x="500563" y="499531"/>
                  </a:lnTo>
                  <a:lnTo>
                    <a:pt x="499891" y="499661"/>
                  </a:lnTo>
                  <a:lnTo>
                    <a:pt x="499605" y="500111"/>
                  </a:lnTo>
                  <a:lnTo>
                    <a:pt x="499601" y="500878"/>
                  </a:lnTo>
                  <a:lnTo>
                    <a:pt x="499290" y="500662"/>
                  </a:lnTo>
                  <a:lnTo>
                    <a:pt x="499193" y="499849"/>
                  </a:lnTo>
                  <a:lnTo>
                    <a:pt x="499337" y="499495"/>
                  </a:lnTo>
                  <a:lnTo>
                    <a:pt x="499403" y="499236"/>
                  </a:lnTo>
                  <a:lnTo>
                    <a:pt x="499036" y="499203"/>
                  </a:lnTo>
                  <a:lnTo>
                    <a:pt x="498867" y="499243"/>
                  </a:lnTo>
                  <a:lnTo>
                    <a:pt x="498464" y="499134"/>
                  </a:lnTo>
                  <a:lnTo>
                    <a:pt x="498030" y="498908"/>
                  </a:lnTo>
                  <a:lnTo>
                    <a:pt x="497789" y="498507"/>
                  </a:lnTo>
                  <a:lnTo>
                    <a:pt x="497611" y="498528"/>
                  </a:lnTo>
                  <a:lnTo>
                    <a:pt x="497433" y="498667"/>
                  </a:lnTo>
                  <a:lnTo>
                    <a:pt x="497123" y="498723"/>
                  </a:lnTo>
                  <a:lnTo>
                    <a:pt x="496501" y="499204"/>
                  </a:lnTo>
                  <a:lnTo>
                    <a:pt x="495875" y="499591"/>
                  </a:lnTo>
                  <a:lnTo>
                    <a:pt x="495635" y="499920"/>
                  </a:lnTo>
                  <a:lnTo>
                    <a:pt x="495368" y="500352"/>
                  </a:lnTo>
                  <a:lnTo>
                    <a:pt x="494954" y="500622"/>
                  </a:lnTo>
                  <a:lnTo>
                    <a:pt x="494414" y="501120"/>
                  </a:lnTo>
                  <a:lnTo>
                    <a:pt x="493754" y="501191"/>
                  </a:lnTo>
                  <a:lnTo>
                    <a:pt x="493585" y="501250"/>
                  </a:lnTo>
                  <a:lnTo>
                    <a:pt x="493063" y="501304"/>
                  </a:lnTo>
                  <a:lnTo>
                    <a:pt x="492733" y="501492"/>
                  </a:lnTo>
                  <a:lnTo>
                    <a:pt x="492493" y="501677"/>
                  </a:lnTo>
                  <a:lnTo>
                    <a:pt x="492138" y="501973"/>
                  </a:lnTo>
                  <a:lnTo>
                    <a:pt x="491827" y="502235"/>
                  </a:lnTo>
                  <a:lnTo>
                    <a:pt x="491656" y="502412"/>
                  </a:lnTo>
                  <a:lnTo>
                    <a:pt x="491373" y="502189"/>
                  </a:lnTo>
                  <a:lnTo>
                    <a:pt x="490945" y="501666"/>
                  </a:lnTo>
                  <a:lnTo>
                    <a:pt x="490207" y="501726"/>
                  </a:lnTo>
                  <a:lnTo>
                    <a:pt x="490021" y="501450"/>
                  </a:lnTo>
                  <a:lnTo>
                    <a:pt x="489949" y="501244"/>
                  </a:lnTo>
                  <a:lnTo>
                    <a:pt x="489898" y="501096"/>
                  </a:lnTo>
                  <a:lnTo>
                    <a:pt x="489554" y="500965"/>
                  </a:lnTo>
                  <a:lnTo>
                    <a:pt x="489268" y="500872"/>
                  </a:lnTo>
                  <a:lnTo>
                    <a:pt x="489031" y="500555"/>
                  </a:lnTo>
                  <a:lnTo>
                    <a:pt x="488458" y="500507"/>
                  </a:lnTo>
                  <a:lnTo>
                    <a:pt x="487705" y="500115"/>
                  </a:lnTo>
                  <a:lnTo>
                    <a:pt x="487444" y="500087"/>
                  </a:lnTo>
                  <a:lnTo>
                    <a:pt x="487084" y="500301"/>
                  </a:lnTo>
                  <a:lnTo>
                    <a:pt x="486868" y="500287"/>
                  </a:lnTo>
                  <a:lnTo>
                    <a:pt x="486158" y="500087"/>
                  </a:lnTo>
                  <a:lnTo>
                    <a:pt x="485778" y="499920"/>
                  </a:lnTo>
                  <a:lnTo>
                    <a:pt x="485657" y="500097"/>
                  </a:lnTo>
                  <a:lnTo>
                    <a:pt x="485087" y="500586"/>
                  </a:lnTo>
                  <a:lnTo>
                    <a:pt x="484833" y="500420"/>
                  </a:lnTo>
                  <a:lnTo>
                    <a:pt x="484696" y="499853"/>
                  </a:lnTo>
                  <a:lnTo>
                    <a:pt x="484315" y="499634"/>
                  </a:lnTo>
                  <a:lnTo>
                    <a:pt x="483473" y="499753"/>
                  </a:lnTo>
                  <a:lnTo>
                    <a:pt x="483343" y="499728"/>
                  </a:lnTo>
                  <a:lnTo>
                    <a:pt x="482919" y="499564"/>
                  </a:lnTo>
                  <a:lnTo>
                    <a:pt x="482641" y="499373"/>
                  </a:lnTo>
                  <a:lnTo>
                    <a:pt x="482230" y="499048"/>
                  </a:lnTo>
                  <a:lnTo>
                    <a:pt x="482145" y="498910"/>
                  </a:lnTo>
                  <a:lnTo>
                    <a:pt x="481171" y="498512"/>
                  </a:lnTo>
                  <a:lnTo>
                    <a:pt x="481252" y="499073"/>
                  </a:lnTo>
                  <a:lnTo>
                    <a:pt x="481544" y="499405"/>
                  </a:lnTo>
                  <a:lnTo>
                    <a:pt x="481881" y="499762"/>
                  </a:lnTo>
                  <a:lnTo>
                    <a:pt x="482064" y="500017"/>
                  </a:lnTo>
                  <a:lnTo>
                    <a:pt x="482304" y="500511"/>
                  </a:lnTo>
                  <a:lnTo>
                    <a:pt x="482298" y="500943"/>
                  </a:lnTo>
                  <a:lnTo>
                    <a:pt x="482598" y="501405"/>
                  </a:lnTo>
                  <a:lnTo>
                    <a:pt x="482442" y="501745"/>
                  </a:lnTo>
                  <a:lnTo>
                    <a:pt x="482030" y="501991"/>
                  </a:lnTo>
                  <a:lnTo>
                    <a:pt x="481873" y="501903"/>
                  </a:lnTo>
                  <a:lnTo>
                    <a:pt x="481590" y="501634"/>
                  </a:lnTo>
                  <a:lnTo>
                    <a:pt x="481225" y="501436"/>
                  </a:lnTo>
                  <a:lnTo>
                    <a:pt x="480699" y="501109"/>
                  </a:lnTo>
                  <a:lnTo>
                    <a:pt x="480486" y="501082"/>
                  </a:lnTo>
                  <a:lnTo>
                    <a:pt x="480239" y="501363"/>
                  </a:lnTo>
                  <a:lnTo>
                    <a:pt x="480088" y="501707"/>
                  </a:lnTo>
                  <a:lnTo>
                    <a:pt x="479974" y="502136"/>
                  </a:lnTo>
                  <a:lnTo>
                    <a:pt x="480004" y="502755"/>
                  </a:lnTo>
                  <a:lnTo>
                    <a:pt x="480070" y="503124"/>
                  </a:lnTo>
                  <a:lnTo>
                    <a:pt x="480072" y="503286"/>
                  </a:lnTo>
                  <a:lnTo>
                    <a:pt x="480035" y="503730"/>
                  </a:lnTo>
                  <a:lnTo>
                    <a:pt x="480028" y="504141"/>
                  </a:lnTo>
                  <a:lnTo>
                    <a:pt x="480010" y="504459"/>
                  </a:lnTo>
                  <a:lnTo>
                    <a:pt x="479983" y="504667"/>
                  </a:lnTo>
                  <a:lnTo>
                    <a:pt x="479983" y="505219"/>
                  </a:lnTo>
                  <a:lnTo>
                    <a:pt x="480246" y="505616"/>
                  </a:lnTo>
                  <a:lnTo>
                    <a:pt x="480389" y="505979"/>
                  </a:lnTo>
                  <a:lnTo>
                    <a:pt x="480171" y="506160"/>
                  </a:lnTo>
                  <a:lnTo>
                    <a:pt x="479417" y="506047"/>
                  </a:lnTo>
                  <a:lnTo>
                    <a:pt x="479359" y="505833"/>
                  </a:lnTo>
                  <a:lnTo>
                    <a:pt x="479188" y="505685"/>
                  </a:lnTo>
                  <a:lnTo>
                    <a:pt x="479034" y="505641"/>
                  </a:lnTo>
                  <a:lnTo>
                    <a:pt x="478683" y="505484"/>
                  </a:lnTo>
                  <a:lnTo>
                    <a:pt x="478144" y="505320"/>
                  </a:lnTo>
                  <a:lnTo>
                    <a:pt x="477724" y="505061"/>
                  </a:lnTo>
                  <a:lnTo>
                    <a:pt x="477531" y="504957"/>
                  </a:lnTo>
                  <a:lnTo>
                    <a:pt x="477359" y="504748"/>
                  </a:lnTo>
                  <a:lnTo>
                    <a:pt x="477204" y="504834"/>
                  </a:lnTo>
                  <a:lnTo>
                    <a:pt x="477012" y="504681"/>
                  </a:lnTo>
                  <a:lnTo>
                    <a:pt x="476433" y="504772"/>
                  </a:lnTo>
                  <a:lnTo>
                    <a:pt x="476301" y="504507"/>
                  </a:lnTo>
                  <a:lnTo>
                    <a:pt x="476498" y="504337"/>
                  </a:lnTo>
                  <a:lnTo>
                    <a:pt x="475857" y="503941"/>
                  </a:lnTo>
                  <a:lnTo>
                    <a:pt x="475572" y="504133"/>
                  </a:lnTo>
                  <a:lnTo>
                    <a:pt x="475353" y="503876"/>
                  </a:lnTo>
                  <a:lnTo>
                    <a:pt x="475045" y="503793"/>
                  </a:lnTo>
                  <a:lnTo>
                    <a:pt x="475056" y="503641"/>
                  </a:lnTo>
                  <a:lnTo>
                    <a:pt x="474980" y="503372"/>
                  </a:lnTo>
                  <a:lnTo>
                    <a:pt x="474695" y="503105"/>
                  </a:lnTo>
                  <a:lnTo>
                    <a:pt x="474734" y="502973"/>
                  </a:lnTo>
                  <a:lnTo>
                    <a:pt x="474799" y="502655"/>
                  </a:lnTo>
                  <a:lnTo>
                    <a:pt x="474554" y="502829"/>
                  </a:lnTo>
                  <a:lnTo>
                    <a:pt x="474249" y="502686"/>
                  </a:lnTo>
                  <a:lnTo>
                    <a:pt x="474542" y="502317"/>
                  </a:lnTo>
                  <a:lnTo>
                    <a:pt x="474421" y="502133"/>
                  </a:lnTo>
                  <a:lnTo>
                    <a:pt x="474259" y="501928"/>
                  </a:lnTo>
                  <a:lnTo>
                    <a:pt x="473897" y="501931"/>
                  </a:lnTo>
                  <a:lnTo>
                    <a:pt x="473652" y="501732"/>
                  </a:lnTo>
                  <a:lnTo>
                    <a:pt x="473857" y="501385"/>
                  </a:lnTo>
                  <a:lnTo>
                    <a:pt x="473690" y="501397"/>
                  </a:lnTo>
                  <a:lnTo>
                    <a:pt x="473433" y="501269"/>
                  </a:lnTo>
                  <a:lnTo>
                    <a:pt x="473648" y="501167"/>
                  </a:lnTo>
                  <a:lnTo>
                    <a:pt x="473643" y="500836"/>
                  </a:lnTo>
                  <a:lnTo>
                    <a:pt x="473615" y="500580"/>
                  </a:lnTo>
                  <a:lnTo>
                    <a:pt x="473095" y="499902"/>
                  </a:lnTo>
                  <a:lnTo>
                    <a:pt x="473092" y="499729"/>
                  </a:lnTo>
                  <a:lnTo>
                    <a:pt x="472938" y="499689"/>
                  </a:lnTo>
                  <a:lnTo>
                    <a:pt x="472698" y="499376"/>
                  </a:lnTo>
                  <a:lnTo>
                    <a:pt x="472498" y="499173"/>
                  </a:lnTo>
                  <a:lnTo>
                    <a:pt x="472209" y="499008"/>
                  </a:lnTo>
                  <a:lnTo>
                    <a:pt x="472086" y="498237"/>
                  </a:lnTo>
                  <a:lnTo>
                    <a:pt x="471537" y="497681"/>
                  </a:lnTo>
                  <a:lnTo>
                    <a:pt x="471288" y="497598"/>
                  </a:lnTo>
                  <a:lnTo>
                    <a:pt x="471021" y="497920"/>
                  </a:lnTo>
                  <a:lnTo>
                    <a:pt x="470808" y="497849"/>
                  </a:lnTo>
                  <a:lnTo>
                    <a:pt x="470582" y="497117"/>
                  </a:lnTo>
                  <a:lnTo>
                    <a:pt x="470428" y="496689"/>
                  </a:lnTo>
                  <a:lnTo>
                    <a:pt x="470135" y="496539"/>
                  </a:lnTo>
                  <a:lnTo>
                    <a:pt x="469433" y="496440"/>
                  </a:lnTo>
                  <a:lnTo>
                    <a:pt x="469218" y="496719"/>
                  </a:lnTo>
                  <a:lnTo>
                    <a:pt x="469064" y="496916"/>
                  </a:lnTo>
                  <a:lnTo>
                    <a:pt x="468800" y="497230"/>
                  </a:lnTo>
                  <a:lnTo>
                    <a:pt x="468418" y="497879"/>
                  </a:lnTo>
                  <a:lnTo>
                    <a:pt x="468023" y="497713"/>
                  </a:lnTo>
                  <a:lnTo>
                    <a:pt x="468091" y="497458"/>
                  </a:lnTo>
                  <a:lnTo>
                    <a:pt x="468440" y="496859"/>
                  </a:lnTo>
                  <a:lnTo>
                    <a:pt x="468607" y="496443"/>
                  </a:lnTo>
                  <a:lnTo>
                    <a:pt x="468668" y="496149"/>
                  </a:lnTo>
                  <a:lnTo>
                    <a:pt x="468976" y="495724"/>
                  </a:lnTo>
                  <a:lnTo>
                    <a:pt x="469160" y="495573"/>
                  </a:lnTo>
                  <a:lnTo>
                    <a:pt x="468991" y="495425"/>
                  </a:lnTo>
                  <a:lnTo>
                    <a:pt x="468944" y="494978"/>
                  </a:lnTo>
                  <a:lnTo>
                    <a:pt x="468545" y="495266"/>
                  </a:lnTo>
                  <a:lnTo>
                    <a:pt x="468262" y="495387"/>
                  </a:lnTo>
                  <a:lnTo>
                    <a:pt x="467936" y="495454"/>
                  </a:lnTo>
                  <a:lnTo>
                    <a:pt x="467592" y="495813"/>
                  </a:lnTo>
                  <a:lnTo>
                    <a:pt x="467219" y="496060"/>
                  </a:lnTo>
                  <a:lnTo>
                    <a:pt x="466977" y="496201"/>
                  </a:lnTo>
                  <a:lnTo>
                    <a:pt x="466387" y="496695"/>
                  </a:lnTo>
                  <a:lnTo>
                    <a:pt x="465860" y="496480"/>
                  </a:lnTo>
                  <a:lnTo>
                    <a:pt x="465258" y="496425"/>
                  </a:lnTo>
                  <a:lnTo>
                    <a:pt x="464924" y="496283"/>
                  </a:lnTo>
                  <a:lnTo>
                    <a:pt x="464644" y="496163"/>
                  </a:lnTo>
                  <a:lnTo>
                    <a:pt x="464481" y="496058"/>
                  </a:lnTo>
                  <a:lnTo>
                    <a:pt x="464216" y="496021"/>
                  </a:lnTo>
                  <a:lnTo>
                    <a:pt x="463794" y="495913"/>
                  </a:lnTo>
                  <a:lnTo>
                    <a:pt x="463458" y="495730"/>
                  </a:lnTo>
                  <a:lnTo>
                    <a:pt x="462851" y="495676"/>
                  </a:lnTo>
                  <a:lnTo>
                    <a:pt x="462916" y="495961"/>
                  </a:lnTo>
                  <a:lnTo>
                    <a:pt x="462963" y="496373"/>
                  </a:lnTo>
                  <a:lnTo>
                    <a:pt x="462608" y="496539"/>
                  </a:lnTo>
                  <a:lnTo>
                    <a:pt x="462121" y="496516"/>
                  </a:lnTo>
                  <a:lnTo>
                    <a:pt x="462072" y="496806"/>
                  </a:lnTo>
                  <a:lnTo>
                    <a:pt x="461974" y="497236"/>
                  </a:lnTo>
                  <a:lnTo>
                    <a:pt x="461927" y="497397"/>
                  </a:lnTo>
                  <a:lnTo>
                    <a:pt x="461863" y="497573"/>
                  </a:lnTo>
                  <a:lnTo>
                    <a:pt x="461667" y="497994"/>
                  </a:lnTo>
                  <a:lnTo>
                    <a:pt x="461581" y="498707"/>
                  </a:lnTo>
                  <a:lnTo>
                    <a:pt x="461618" y="499010"/>
                  </a:lnTo>
                  <a:lnTo>
                    <a:pt x="461737" y="499238"/>
                  </a:lnTo>
                  <a:lnTo>
                    <a:pt x="461738" y="499877"/>
                  </a:lnTo>
                  <a:lnTo>
                    <a:pt x="461533" y="500468"/>
                  </a:lnTo>
                  <a:lnTo>
                    <a:pt x="461409" y="500742"/>
                  </a:lnTo>
                  <a:lnTo>
                    <a:pt x="461325" y="500999"/>
                  </a:lnTo>
                  <a:lnTo>
                    <a:pt x="461103" y="501484"/>
                  </a:lnTo>
                  <a:lnTo>
                    <a:pt x="460672" y="502118"/>
                  </a:lnTo>
                  <a:lnTo>
                    <a:pt x="460232" y="501859"/>
                  </a:lnTo>
                  <a:lnTo>
                    <a:pt x="460105" y="501111"/>
                  </a:lnTo>
                  <a:lnTo>
                    <a:pt x="459627" y="501128"/>
                  </a:lnTo>
                  <a:lnTo>
                    <a:pt x="459124" y="501176"/>
                  </a:lnTo>
                  <a:lnTo>
                    <a:pt x="458399" y="500842"/>
                  </a:lnTo>
                  <a:lnTo>
                    <a:pt x="458176" y="500742"/>
                  </a:lnTo>
                  <a:lnTo>
                    <a:pt x="457891" y="500797"/>
                  </a:lnTo>
                  <a:lnTo>
                    <a:pt x="457653" y="500929"/>
                  </a:lnTo>
                  <a:lnTo>
                    <a:pt x="457136" y="500518"/>
                  </a:lnTo>
                  <a:lnTo>
                    <a:pt x="456889" y="500515"/>
                  </a:lnTo>
                  <a:lnTo>
                    <a:pt x="456612" y="500325"/>
                  </a:lnTo>
                  <a:lnTo>
                    <a:pt x="456429" y="499822"/>
                  </a:lnTo>
                  <a:lnTo>
                    <a:pt x="456267" y="499600"/>
                  </a:lnTo>
                  <a:lnTo>
                    <a:pt x="455789" y="499239"/>
                  </a:lnTo>
                  <a:lnTo>
                    <a:pt x="455568" y="499106"/>
                  </a:lnTo>
                  <a:lnTo>
                    <a:pt x="456212" y="498380"/>
                  </a:lnTo>
                  <a:lnTo>
                    <a:pt x="456604" y="497726"/>
                  </a:lnTo>
                  <a:lnTo>
                    <a:pt x="456777" y="497383"/>
                  </a:lnTo>
                  <a:lnTo>
                    <a:pt x="456878" y="497203"/>
                  </a:lnTo>
                  <a:lnTo>
                    <a:pt x="457436" y="496947"/>
                  </a:lnTo>
                  <a:lnTo>
                    <a:pt x="457688" y="496763"/>
                  </a:lnTo>
                  <a:lnTo>
                    <a:pt x="457706" y="496593"/>
                  </a:lnTo>
                  <a:lnTo>
                    <a:pt x="457616" y="495956"/>
                  </a:lnTo>
                  <a:lnTo>
                    <a:pt x="457608" y="495599"/>
                  </a:lnTo>
                  <a:lnTo>
                    <a:pt x="457463" y="495070"/>
                  </a:lnTo>
                  <a:lnTo>
                    <a:pt x="457380" y="494916"/>
                  </a:lnTo>
                  <a:lnTo>
                    <a:pt x="457272" y="494634"/>
                  </a:lnTo>
                  <a:lnTo>
                    <a:pt x="456855" y="493501"/>
                  </a:lnTo>
                  <a:lnTo>
                    <a:pt x="456750" y="492714"/>
                  </a:lnTo>
                  <a:lnTo>
                    <a:pt x="456814" y="492338"/>
                  </a:lnTo>
                  <a:lnTo>
                    <a:pt x="456843" y="492191"/>
                  </a:lnTo>
                  <a:lnTo>
                    <a:pt x="456888" y="491999"/>
                  </a:lnTo>
                  <a:lnTo>
                    <a:pt x="456828" y="491834"/>
                  </a:lnTo>
                  <a:lnTo>
                    <a:pt x="457025" y="491136"/>
                  </a:lnTo>
                  <a:lnTo>
                    <a:pt x="456700" y="490737"/>
                  </a:lnTo>
                  <a:lnTo>
                    <a:pt x="456473" y="490480"/>
                  </a:lnTo>
                  <a:lnTo>
                    <a:pt x="456474" y="490205"/>
                  </a:lnTo>
                  <a:lnTo>
                    <a:pt x="456578" y="489847"/>
                  </a:lnTo>
                  <a:lnTo>
                    <a:pt x="456331" y="489676"/>
                  </a:lnTo>
                  <a:lnTo>
                    <a:pt x="455762" y="489537"/>
                  </a:lnTo>
                  <a:lnTo>
                    <a:pt x="455627" y="489619"/>
                  </a:lnTo>
                  <a:lnTo>
                    <a:pt x="455304" y="489162"/>
                  </a:lnTo>
                  <a:lnTo>
                    <a:pt x="455265" y="488894"/>
                  </a:lnTo>
                  <a:lnTo>
                    <a:pt x="455254" y="488637"/>
                  </a:lnTo>
                  <a:lnTo>
                    <a:pt x="454762" y="488171"/>
                  </a:lnTo>
                  <a:lnTo>
                    <a:pt x="454340" y="488242"/>
                  </a:lnTo>
                  <a:lnTo>
                    <a:pt x="454105" y="488183"/>
                  </a:lnTo>
                  <a:lnTo>
                    <a:pt x="453916" y="488104"/>
                  </a:lnTo>
                  <a:lnTo>
                    <a:pt x="453119" y="487715"/>
                  </a:lnTo>
                  <a:lnTo>
                    <a:pt x="453289" y="487412"/>
                  </a:lnTo>
                  <a:lnTo>
                    <a:pt x="453414" y="487115"/>
                  </a:lnTo>
                  <a:lnTo>
                    <a:pt x="453408" y="486733"/>
                  </a:lnTo>
                  <a:lnTo>
                    <a:pt x="453543" y="486484"/>
                  </a:lnTo>
                  <a:lnTo>
                    <a:pt x="452731" y="486426"/>
                  </a:lnTo>
                  <a:lnTo>
                    <a:pt x="452162" y="486054"/>
                  </a:lnTo>
                  <a:lnTo>
                    <a:pt x="451879" y="485924"/>
                  </a:lnTo>
                  <a:lnTo>
                    <a:pt x="451730" y="486003"/>
                  </a:lnTo>
                  <a:lnTo>
                    <a:pt x="451267" y="485938"/>
                  </a:lnTo>
                  <a:lnTo>
                    <a:pt x="450959" y="486031"/>
                  </a:lnTo>
                  <a:lnTo>
                    <a:pt x="450497" y="485951"/>
                  </a:lnTo>
                  <a:lnTo>
                    <a:pt x="450096" y="485697"/>
                  </a:lnTo>
                  <a:lnTo>
                    <a:pt x="449880" y="485422"/>
                  </a:lnTo>
                  <a:lnTo>
                    <a:pt x="449870" y="485022"/>
                  </a:lnTo>
                  <a:lnTo>
                    <a:pt x="449683" y="484603"/>
                  </a:lnTo>
                  <a:lnTo>
                    <a:pt x="449690" y="483920"/>
                  </a:lnTo>
                  <a:lnTo>
                    <a:pt x="449301" y="483582"/>
                  </a:lnTo>
                  <a:lnTo>
                    <a:pt x="449123" y="483219"/>
                  </a:lnTo>
                  <a:lnTo>
                    <a:pt x="448829" y="482979"/>
                  </a:lnTo>
                  <a:lnTo>
                    <a:pt x="448590" y="482872"/>
                  </a:lnTo>
                  <a:lnTo>
                    <a:pt x="448406" y="482457"/>
                  </a:lnTo>
                  <a:lnTo>
                    <a:pt x="448003" y="482161"/>
                  </a:lnTo>
                  <a:lnTo>
                    <a:pt x="447870" y="481748"/>
                  </a:lnTo>
                  <a:lnTo>
                    <a:pt x="447870" y="481002"/>
                  </a:lnTo>
                  <a:lnTo>
                    <a:pt x="447664" y="480799"/>
                  </a:lnTo>
                  <a:lnTo>
                    <a:pt x="447313" y="480846"/>
                  </a:lnTo>
                  <a:lnTo>
                    <a:pt x="447021" y="480781"/>
                  </a:lnTo>
                  <a:lnTo>
                    <a:pt x="446683" y="481022"/>
                  </a:lnTo>
                  <a:lnTo>
                    <a:pt x="446840" y="481889"/>
                  </a:lnTo>
                  <a:lnTo>
                    <a:pt x="446766" y="482527"/>
                  </a:lnTo>
                  <a:lnTo>
                    <a:pt x="446739" y="482732"/>
                  </a:lnTo>
                  <a:lnTo>
                    <a:pt x="446653" y="482859"/>
                  </a:lnTo>
                  <a:lnTo>
                    <a:pt x="446319" y="483646"/>
                  </a:lnTo>
                  <a:lnTo>
                    <a:pt x="446107" y="483972"/>
                  </a:lnTo>
                  <a:lnTo>
                    <a:pt x="446157" y="484223"/>
                  </a:lnTo>
                  <a:lnTo>
                    <a:pt x="446062" y="484435"/>
                  </a:lnTo>
                  <a:lnTo>
                    <a:pt x="445817" y="485115"/>
                  </a:lnTo>
                  <a:lnTo>
                    <a:pt x="445769" y="485423"/>
                  </a:lnTo>
                  <a:lnTo>
                    <a:pt x="445700" y="485639"/>
                  </a:lnTo>
                  <a:lnTo>
                    <a:pt x="444421" y="485476"/>
                  </a:lnTo>
                  <a:lnTo>
                    <a:pt x="444307" y="485605"/>
                  </a:lnTo>
                  <a:lnTo>
                    <a:pt x="444149" y="485753"/>
                  </a:lnTo>
                  <a:lnTo>
                    <a:pt x="443453" y="485931"/>
                  </a:lnTo>
                  <a:lnTo>
                    <a:pt x="443144" y="485561"/>
                  </a:lnTo>
                  <a:lnTo>
                    <a:pt x="442771" y="485183"/>
                  </a:lnTo>
                  <a:lnTo>
                    <a:pt x="442240" y="485404"/>
                  </a:lnTo>
                  <a:lnTo>
                    <a:pt x="441984" y="485766"/>
                  </a:lnTo>
                  <a:lnTo>
                    <a:pt x="441867" y="486014"/>
                  </a:lnTo>
                  <a:lnTo>
                    <a:pt x="441987" y="486221"/>
                  </a:lnTo>
                  <a:lnTo>
                    <a:pt x="441903" y="486379"/>
                  </a:lnTo>
                  <a:lnTo>
                    <a:pt x="441920" y="486685"/>
                  </a:lnTo>
                  <a:lnTo>
                    <a:pt x="442318" y="486770"/>
                  </a:lnTo>
                  <a:lnTo>
                    <a:pt x="442419" y="486996"/>
                  </a:lnTo>
                  <a:lnTo>
                    <a:pt x="442425" y="487195"/>
                  </a:lnTo>
                  <a:lnTo>
                    <a:pt x="442550" y="487501"/>
                  </a:lnTo>
                  <a:lnTo>
                    <a:pt x="442644" y="487875"/>
                  </a:lnTo>
                  <a:lnTo>
                    <a:pt x="442655" y="488018"/>
                  </a:lnTo>
                  <a:lnTo>
                    <a:pt x="442967" y="488710"/>
                  </a:lnTo>
                  <a:lnTo>
                    <a:pt x="442889" y="488939"/>
                  </a:lnTo>
                  <a:lnTo>
                    <a:pt x="442801" y="489596"/>
                  </a:lnTo>
                  <a:lnTo>
                    <a:pt x="442718" y="489738"/>
                  </a:lnTo>
                  <a:lnTo>
                    <a:pt x="442507" y="489939"/>
                  </a:lnTo>
                  <a:lnTo>
                    <a:pt x="442384" y="490102"/>
                  </a:lnTo>
                  <a:lnTo>
                    <a:pt x="442225" y="490381"/>
                  </a:lnTo>
                  <a:lnTo>
                    <a:pt x="442211" y="490724"/>
                  </a:lnTo>
                  <a:lnTo>
                    <a:pt x="442199" y="491038"/>
                  </a:lnTo>
                  <a:lnTo>
                    <a:pt x="442074" y="491261"/>
                  </a:lnTo>
                  <a:lnTo>
                    <a:pt x="441846" y="491602"/>
                  </a:lnTo>
                  <a:lnTo>
                    <a:pt x="441897" y="492086"/>
                  </a:lnTo>
                  <a:lnTo>
                    <a:pt x="441800" y="492947"/>
                  </a:lnTo>
                  <a:lnTo>
                    <a:pt x="441696" y="493098"/>
                  </a:lnTo>
                  <a:lnTo>
                    <a:pt x="441845" y="493722"/>
                  </a:lnTo>
                  <a:lnTo>
                    <a:pt x="441590" y="494246"/>
                  </a:lnTo>
                  <a:lnTo>
                    <a:pt x="441273" y="494740"/>
                  </a:lnTo>
                  <a:lnTo>
                    <a:pt x="440773" y="495150"/>
                  </a:lnTo>
                  <a:lnTo>
                    <a:pt x="440662" y="495340"/>
                  </a:lnTo>
                  <a:lnTo>
                    <a:pt x="440645" y="495551"/>
                  </a:lnTo>
                  <a:lnTo>
                    <a:pt x="440785" y="495909"/>
                  </a:lnTo>
                  <a:lnTo>
                    <a:pt x="440697" y="496154"/>
                  </a:lnTo>
                  <a:lnTo>
                    <a:pt x="440320" y="496371"/>
                  </a:lnTo>
                  <a:lnTo>
                    <a:pt x="440193" y="496377"/>
                  </a:lnTo>
                  <a:lnTo>
                    <a:pt x="439794" y="496009"/>
                  </a:lnTo>
                  <a:lnTo>
                    <a:pt x="439592" y="495519"/>
                  </a:lnTo>
                  <a:lnTo>
                    <a:pt x="439609" y="495296"/>
                  </a:lnTo>
                  <a:lnTo>
                    <a:pt x="439479" y="494822"/>
                  </a:lnTo>
                  <a:lnTo>
                    <a:pt x="439363" y="494659"/>
                  </a:lnTo>
                  <a:lnTo>
                    <a:pt x="439102" y="494384"/>
                  </a:lnTo>
                  <a:lnTo>
                    <a:pt x="438856" y="494270"/>
                  </a:lnTo>
                  <a:lnTo>
                    <a:pt x="438005" y="494370"/>
                  </a:lnTo>
                  <a:lnTo>
                    <a:pt x="437680" y="493961"/>
                  </a:lnTo>
                  <a:lnTo>
                    <a:pt x="437565" y="493749"/>
                  </a:lnTo>
                  <a:lnTo>
                    <a:pt x="436931" y="494146"/>
                  </a:lnTo>
                  <a:lnTo>
                    <a:pt x="436740" y="493982"/>
                  </a:lnTo>
                  <a:lnTo>
                    <a:pt x="436699" y="493392"/>
                  </a:lnTo>
                  <a:lnTo>
                    <a:pt x="436557" y="493158"/>
                  </a:lnTo>
                  <a:lnTo>
                    <a:pt x="436224" y="493236"/>
                  </a:lnTo>
                  <a:lnTo>
                    <a:pt x="436072" y="493400"/>
                  </a:lnTo>
                  <a:lnTo>
                    <a:pt x="435694" y="493553"/>
                  </a:lnTo>
                  <a:lnTo>
                    <a:pt x="435053" y="493766"/>
                  </a:lnTo>
                  <a:lnTo>
                    <a:pt x="434604" y="493322"/>
                  </a:lnTo>
                  <a:lnTo>
                    <a:pt x="434438" y="493285"/>
                  </a:lnTo>
                  <a:lnTo>
                    <a:pt x="434242" y="492918"/>
                  </a:lnTo>
                  <a:lnTo>
                    <a:pt x="434267" y="492736"/>
                  </a:lnTo>
                  <a:lnTo>
                    <a:pt x="434226" y="492563"/>
                  </a:lnTo>
                  <a:lnTo>
                    <a:pt x="433939" y="492198"/>
                  </a:lnTo>
                  <a:lnTo>
                    <a:pt x="433778" y="492053"/>
                  </a:lnTo>
                  <a:lnTo>
                    <a:pt x="433592" y="491752"/>
                  </a:lnTo>
                  <a:lnTo>
                    <a:pt x="433281" y="491362"/>
                  </a:lnTo>
                  <a:lnTo>
                    <a:pt x="433067" y="490894"/>
                  </a:lnTo>
                  <a:lnTo>
                    <a:pt x="432786" y="490676"/>
                  </a:lnTo>
                  <a:lnTo>
                    <a:pt x="432450" y="490601"/>
                  </a:lnTo>
                  <a:lnTo>
                    <a:pt x="432293" y="490620"/>
                  </a:lnTo>
                  <a:lnTo>
                    <a:pt x="432019" y="490492"/>
                  </a:lnTo>
                  <a:lnTo>
                    <a:pt x="431634" y="490475"/>
                  </a:lnTo>
                  <a:lnTo>
                    <a:pt x="431211" y="490444"/>
                  </a:lnTo>
                  <a:lnTo>
                    <a:pt x="430718" y="490298"/>
                  </a:lnTo>
                  <a:lnTo>
                    <a:pt x="430261" y="490288"/>
                  </a:lnTo>
                  <a:lnTo>
                    <a:pt x="430009" y="490263"/>
                  </a:lnTo>
                  <a:lnTo>
                    <a:pt x="429544" y="489991"/>
                  </a:lnTo>
                  <a:lnTo>
                    <a:pt x="429062" y="489876"/>
                  </a:lnTo>
                  <a:lnTo>
                    <a:pt x="428935" y="489845"/>
                  </a:lnTo>
                  <a:lnTo>
                    <a:pt x="428714" y="489793"/>
                  </a:lnTo>
                  <a:lnTo>
                    <a:pt x="428502" y="489771"/>
                  </a:lnTo>
                  <a:lnTo>
                    <a:pt x="428338" y="489719"/>
                  </a:lnTo>
                  <a:lnTo>
                    <a:pt x="427851" y="489332"/>
                  </a:lnTo>
                  <a:lnTo>
                    <a:pt x="427647" y="489039"/>
                  </a:lnTo>
                  <a:lnTo>
                    <a:pt x="427516" y="488978"/>
                  </a:lnTo>
                  <a:lnTo>
                    <a:pt x="427170" y="488886"/>
                  </a:lnTo>
                  <a:lnTo>
                    <a:pt x="426631" y="488559"/>
                  </a:lnTo>
                  <a:lnTo>
                    <a:pt x="426446" y="488487"/>
                  </a:lnTo>
                  <a:lnTo>
                    <a:pt x="426299" y="488511"/>
                  </a:lnTo>
                  <a:lnTo>
                    <a:pt x="425229" y="487937"/>
                  </a:lnTo>
                  <a:lnTo>
                    <a:pt x="424900" y="488167"/>
                  </a:lnTo>
                  <a:lnTo>
                    <a:pt x="424133" y="488560"/>
                  </a:lnTo>
                  <a:lnTo>
                    <a:pt x="423577" y="488113"/>
                  </a:lnTo>
                  <a:lnTo>
                    <a:pt x="423298" y="488338"/>
                  </a:lnTo>
                  <a:lnTo>
                    <a:pt x="423248" y="488589"/>
                  </a:lnTo>
                  <a:lnTo>
                    <a:pt x="423090" y="488795"/>
                  </a:lnTo>
                  <a:lnTo>
                    <a:pt x="422093" y="488700"/>
                  </a:lnTo>
                  <a:lnTo>
                    <a:pt x="421158" y="488633"/>
                  </a:lnTo>
                  <a:lnTo>
                    <a:pt x="420539" y="488676"/>
                  </a:lnTo>
                  <a:lnTo>
                    <a:pt x="420453" y="488354"/>
                  </a:lnTo>
                  <a:lnTo>
                    <a:pt x="420361" y="488138"/>
                  </a:lnTo>
                  <a:lnTo>
                    <a:pt x="420295" y="487940"/>
                  </a:lnTo>
                  <a:lnTo>
                    <a:pt x="420186" y="487466"/>
                  </a:lnTo>
                  <a:lnTo>
                    <a:pt x="419886" y="487058"/>
                  </a:lnTo>
                  <a:lnTo>
                    <a:pt x="419635" y="486621"/>
                  </a:lnTo>
                  <a:lnTo>
                    <a:pt x="419847" y="485433"/>
                  </a:lnTo>
                  <a:lnTo>
                    <a:pt x="419269" y="485330"/>
                  </a:lnTo>
                  <a:lnTo>
                    <a:pt x="419102" y="484951"/>
                  </a:lnTo>
                  <a:lnTo>
                    <a:pt x="418949" y="484513"/>
                  </a:lnTo>
                  <a:lnTo>
                    <a:pt x="419167" y="483796"/>
                  </a:lnTo>
                  <a:lnTo>
                    <a:pt x="418343" y="483222"/>
                  </a:lnTo>
                  <a:lnTo>
                    <a:pt x="417997" y="482098"/>
                  </a:lnTo>
                  <a:lnTo>
                    <a:pt x="417800" y="481807"/>
                  </a:lnTo>
                  <a:lnTo>
                    <a:pt x="417529" y="481463"/>
                  </a:lnTo>
                  <a:lnTo>
                    <a:pt x="417178" y="481335"/>
                  </a:lnTo>
                  <a:lnTo>
                    <a:pt x="416760" y="480918"/>
                  </a:lnTo>
                  <a:lnTo>
                    <a:pt x="416419" y="480906"/>
                  </a:lnTo>
                  <a:lnTo>
                    <a:pt x="415476" y="480664"/>
                  </a:lnTo>
                  <a:lnTo>
                    <a:pt x="414447" y="480866"/>
                  </a:lnTo>
                  <a:lnTo>
                    <a:pt x="413183" y="479775"/>
                  </a:lnTo>
                  <a:lnTo>
                    <a:pt x="412645" y="479348"/>
                  </a:lnTo>
                  <a:lnTo>
                    <a:pt x="412502" y="479394"/>
                  </a:lnTo>
                  <a:lnTo>
                    <a:pt x="412041" y="479399"/>
                  </a:lnTo>
                  <a:lnTo>
                    <a:pt x="411751" y="478839"/>
                  </a:lnTo>
                  <a:lnTo>
                    <a:pt x="411143" y="479065"/>
                  </a:lnTo>
                  <a:lnTo>
                    <a:pt x="410578" y="478711"/>
                  </a:lnTo>
                  <a:lnTo>
                    <a:pt x="410159" y="478612"/>
                  </a:lnTo>
                  <a:lnTo>
                    <a:pt x="409737" y="479176"/>
                  </a:lnTo>
                  <a:lnTo>
                    <a:pt x="408750" y="478658"/>
                  </a:lnTo>
                  <a:lnTo>
                    <a:pt x="408395" y="478580"/>
                  </a:lnTo>
                  <a:lnTo>
                    <a:pt x="407868" y="478258"/>
                  </a:lnTo>
                  <a:lnTo>
                    <a:pt x="407707" y="477454"/>
                  </a:lnTo>
                  <a:lnTo>
                    <a:pt x="407294" y="477332"/>
                  </a:lnTo>
                  <a:lnTo>
                    <a:pt x="406799" y="477474"/>
                  </a:lnTo>
                  <a:lnTo>
                    <a:pt x="406442" y="477507"/>
                  </a:lnTo>
                  <a:lnTo>
                    <a:pt x="405414" y="477126"/>
                  </a:lnTo>
                  <a:lnTo>
                    <a:pt x="404664" y="476541"/>
                  </a:lnTo>
                  <a:lnTo>
                    <a:pt x="404180" y="476333"/>
                  </a:lnTo>
                  <a:lnTo>
                    <a:pt x="403744" y="475983"/>
                  </a:lnTo>
                  <a:lnTo>
                    <a:pt x="403232" y="475858"/>
                  </a:lnTo>
                  <a:lnTo>
                    <a:pt x="402971" y="475666"/>
                  </a:lnTo>
                  <a:lnTo>
                    <a:pt x="402858" y="475474"/>
                  </a:lnTo>
                  <a:lnTo>
                    <a:pt x="402761" y="475307"/>
                  </a:lnTo>
                  <a:lnTo>
                    <a:pt x="402500" y="475000"/>
                  </a:lnTo>
                  <a:lnTo>
                    <a:pt x="402224" y="474725"/>
                  </a:lnTo>
                  <a:lnTo>
                    <a:pt x="401908" y="474120"/>
                  </a:lnTo>
                  <a:lnTo>
                    <a:pt x="401782" y="473327"/>
                  </a:lnTo>
                  <a:lnTo>
                    <a:pt x="401367" y="473199"/>
                  </a:lnTo>
                  <a:lnTo>
                    <a:pt x="401165" y="473063"/>
                  </a:lnTo>
                  <a:lnTo>
                    <a:pt x="401035" y="472882"/>
                  </a:lnTo>
                  <a:lnTo>
                    <a:pt x="400868" y="472499"/>
                  </a:lnTo>
                  <a:lnTo>
                    <a:pt x="400831" y="472282"/>
                  </a:lnTo>
                  <a:lnTo>
                    <a:pt x="400968" y="471880"/>
                  </a:lnTo>
                  <a:lnTo>
                    <a:pt x="401027" y="471502"/>
                  </a:lnTo>
                  <a:lnTo>
                    <a:pt x="400997" y="471321"/>
                  </a:lnTo>
                  <a:lnTo>
                    <a:pt x="401045" y="470751"/>
                  </a:lnTo>
                  <a:lnTo>
                    <a:pt x="400990" y="470368"/>
                  </a:lnTo>
                  <a:lnTo>
                    <a:pt x="400876" y="470165"/>
                  </a:lnTo>
                  <a:lnTo>
                    <a:pt x="400728" y="469939"/>
                  </a:lnTo>
                  <a:lnTo>
                    <a:pt x="400585" y="469917"/>
                  </a:lnTo>
                  <a:lnTo>
                    <a:pt x="400341" y="469906"/>
                  </a:lnTo>
                  <a:lnTo>
                    <a:pt x="400013" y="469665"/>
                  </a:lnTo>
                  <a:lnTo>
                    <a:pt x="399422" y="469762"/>
                  </a:lnTo>
                  <a:lnTo>
                    <a:pt x="399214" y="469688"/>
                  </a:lnTo>
                  <a:lnTo>
                    <a:pt x="398868" y="469632"/>
                  </a:lnTo>
                  <a:lnTo>
                    <a:pt x="398830" y="469367"/>
                  </a:lnTo>
                  <a:lnTo>
                    <a:pt x="399151" y="468930"/>
                  </a:lnTo>
                  <a:lnTo>
                    <a:pt x="399450" y="468573"/>
                  </a:lnTo>
                  <a:lnTo>
                    <a:pt x="399469" y="468395"/>
                  </a:lnTo>
                  <a:lnTo>
                    <a:pt x="399240" y="467883"/>
                  </a:lnTo>
                  <a:lnTo>
                    <a:pt x="399124" y="467712"/>
                  </a:lnTo>
                  <a:lnTo>
                    <a:pt x="399098" y="467406"/>
                  </a:lnTo>
                  <a:lnTo>
                    <a:pt x="399452" y="466632"/>
                  </a:lnTo>
                  <a:lnTo>
                    <a:pt x="399793" y="466402"/>
                  </a:lnTo>
                  <a:lnTo>
                    <a:pt x="399727" y="466080"/>
                  </a:lnTo>
                  <a:lnTo>
                    <a:pt x="399698" y="465713"/>
                  </a:lnTo>
                  <a:lnTo>
                    <a:pt x="399700" y="465558"/>
                  </a:lnTo>
                  <a:lnTo>
                    <a:pt x="399714" y="465387"/>
                  </a:lnTo>
                  <a:lnTo>
                    <a:pt x="399606" y="464924"/>
                  </a:lnTo>
                  <a:lnTo>
                    <a:pt x="399453" y="464841"/>
                  </a:lnTo>
                  <a:lnTo>
                    <a:pt x="398880" y="464479"/>
                  </a:lnTo>
                  <a:lnTo>
                    <a:pt x="398672" y="464368"/>
                  </a:lnTo>
                  <a:lnTo>
                    <a:pt x="398640" y="464227"/>
                  </a:lnTo>
                  <a:lnTo>
                    <a:pt x="398585" y="463792"/>
                  </a:lnTo>
                  <a:lnTo>
                    <a:pt x="397873" y="462858"/>
                  </a:lnTo>
                  <a:lnTo>
                    <a:pt x="397896" y="462388"/>
                  </a:lnTo>
                  <a:lnTo>
                    <a:pt x="397945" y="462111"/>
                  </a:lnTo>
                  <a:lnTo>
                    <a:pt x="398063" y="461717"/>
                  </a:lnTo>
                  <a:lnTo>
                    <a:pt x="398217" y="460506"/>
                  </a:lnTo>
                  <a:lnTo>
                    <a:pt x="397356" y="459629"/>
                  </a:lnTo>
                  <a:lnTo>
                    <a:pt x="397308" y="459228"/>
                  </a:lnTo>
                  <a:lnTo>
                    <a:pt x="396810" y="458516"/>
                  </a:lnTo>
                  <a:lnTo>
                    <a:pt x="396561" y="458277"/>
                  </a:lnTo>
                  <a:lnTo>
                    <a:pt x="395930" y="457865"/>
                  </a:lnTo>
                  <a:lnTo>
                    <a:pt x="395626" y="457788"/>
                  </a:lnTo>
                  <a:lnTo>
                    <a:pt x="395405" y="457657"/>
                  </a:lnTo>
                  <a:lnTo>
                    <a:pt x="395232" y="457165"/>
                  </a:lnTo>
                  <a:lnTo>
                    <a:pt x="395215" y="457031"/>
                  </a:lnTo>
                  <a:lnTo>
                    <a:pt x="395128" y="456746"/>
                  </a:lnTo>
                  <a:lnTo>
                    <a:pt x="394911" y="456609"/>
                  </a:lnTo>
                  <a:lnTo>
                    <a:pt x="394258" y="456728"/>
                  </a:lnTo>
                  <a:lnTo>
                    <a:pt x="394123" y="456441"/>
                  </a:lnTo>
                  <a:lnTo>
                    <a:pt x="394141" y="455766"/>
                  </a:lnTo>
                  <a:lnTo>
                    <a:pt x="394365" y="455507"/>
                  </a:lnTo>
                  <a:lnTo>
                    <a:pt x="394514" y="455333"/>
                  </a:lnTo>
                  <a:lnTo>
                    <a:pt x="394611" y="455198"/>
                  </a:lnTo>
                  <a:lnTo>
                    <a:pt x="394704" y="455041"/>
                  </a:lnTo>
                  <a:lnTo>
                    <a:pt x="394515" y="454406"/>
                  </a:lnTo>
                  <a:lnTo>
                    <a:pt x="394395" y="454251"/>
                  </a:lnTo>
                  <a:lnTo>
                    <a:pt x="394230" y="454100"/>
                  </a:lnTo>
                  <a:lnTo>
                    <a:pt x="393871" y="453882"/>
                  </a:lnTo>
                  <a:lnTo>
                    <a:pt x="393633" y="453657"/>
                  </a:lnTo>
                  <a:lnTo>
                    <a:pt x="392986" y="453112"/>
                  </a:lnTo>
                  <a:lnTo>
                    <a:pt x="392821" y="452706"/>
                  </a:lnTo>
                  <a:lnTo>
                    <a:pt x="392713" y="452549"/>
                  </a:lnTo>
                  <a:lnTo>
                    <a:pt x="392661" y="452217"/>
                  </a:lnTo>
                  <a:lnTo>
                    <a:pt x="393170" y="452135"/>
                  </a:lnTo>
                  <a:lnTo>
                    <a:pt x="393570" y="452039"/>
                  </a:lnTo>
                  <a:lnTo>
                    <a:pt x="393902" y="451885"/>
                  </a:lnTo>
                  <a:lnTo>
                    <a:pt x="393937" y="451703"/>
                  </a:lnTo>
                  <a:lnTo>
                    <a:pt x="394103" y="451424"/>
                  </a:lnTo>
                  <a:lnTo>
                    <a:pt x="393825" y="450852"/>
                  </a:lnTo>
                  <a:lnTo>
                    <a:pt x="393425" y="450628"/>
                  </a:lnTo>
                  <a:lnTo>
                    <a:pt x="393067" y="450247"/>
                  </a:lnTo>
                  <a:lnTo>
                    <a:pt x="392735" y="450036"/>
                  </a:lnTo>
                  <a:lnTo>
                    <a:pt x="392571" y="449915"/>
                  </a:lnTo>
                  <a:lnTo>
                    <a:pt x="392122" y="449500"/>
                  </a:lnTo>
                  <a:lnTo>
                    <a:pt x="391917" y="448455"/>
                  </a:lnTo>
                  <a:lnTo>
                    <a:pt x="391906" y="448228"/>
                  </a:lnTo>
                  <a:lnTo>
                    <a:pt x="391662" y="447947"/>
                  </a:lnTo>
                  <a:lnTo>
                    <a:pt x="391256" y="447545"/>
                  </a:lnTo>
                  <a:lnTo>
                    <a:pt x="390829" y="447384"/>
                  </a:lnTo>
                  <a:lnTo>
                    <a:pt x="390212" y="447152"/>
                  </a:lnTo>
                  <a:lnTo>
                    <a:pt x="389948" y="447035"/>
                  </a:lnTo>
                  <a:lnTo>
                    <a:pt x="389112" y="446390"/>
                  </a:lnTo>
                  <a:lnTo>
                    <a:pt x="389091" y="446251"/>
                  </a:lnTo>
                  <a:lnTo>
                    <a:pt x="389035" y="445997"/>
                  </a:lnTo>
                  <a:lnTo>
                    <a:pt x="388427" y="445581"/>
                  </a:lnTo>
                  <a:lnTo>
                    <a:pt x="388117" y="445652"/>
                  </a:lnTo>
                  <a:lnTo>
                    <a:pt x="387419" y="445694"/>
                  </a:lnTo>
                  <a:lnTo>
                    <a:pt x="387287" y="445077"/>
                  </a:lnTo>
                  <a:lnTo>
                    <a:pt x="387401" y="444376"/>
                  </a:lnTo>
                  <a:lnTo>
                    <a:pt x="387193" y="443978"/>
                  </a:lnTo>
                  <a:lnTo>
                    <a:pt x="387154" y="443791"/>
                  </a:lnTo>
                  <a:lnTo>
                    <a:pt x="387107" y="443533"/>
                  </a:lnTo>
                  <a:lnTo>
                    <a:pt x="386955" y="443133"/>
                  </a:lnTo>
                  <a:lnTo>
                    <a:pt x="386882" y="442977"/>
                  </a:lnTo>
                  <a:lnTo>
                    <a:pt x="386806" y="442834"/>
                  </a:lnTo>
                  <a:lnTo>
                    <a:pt x="386689" y="442625"/>
                  </a:lnTo>
                  <a:lnTo>
                    <a:pt x="386314" y="442115"/>
                  </a:lnTo>
                  <a:lnTo>
                    <a:pt x="385772" y="442151"/>
                  </a:lnTo>
                  <a:lnTo>
                    <a:pt x="385396" y="442354"/>
                  </a:lnTo>
                  <a:lnTo>
                    <a:pt x="385034" y="442189"/>
                  </a:lnTo>
                  <a:lnTo>
                    <a:pt x="384845" y="441971"/>
                  </a:lnTo>
                  <a:lnTo>
                    <a:pt x="384665" y="441563"/>
                  </a:lnTo>
                  <a:lnTo>
                    <a:pt x="384006" y="441262"/>
                  </a:lnTo>
                  <a:lnTo>
                    <a:pt x="383889" y="440933"/>
                  </a:lnTo>
                  <a:lnTo>
                    <a:pt x="384148" y="440269"/>
                  </a:lnTo>
                  <a:lnTo>
                    <a:pt x="384349" y="440072"/>
                  </a:lnTo>
                  <a:lnTo>
                    <a:pt x="384522" y="439887"/>
                  </a:lnTo>
                  <a:lnTo>
                    <a:pt x="384641" y="439747"/>
                  </a:lnTo>
                  <a:lnTo>
                    <a:pt x="384664" y="438955"/>
                  </a:lnTo>
                  <a:lnTo>
                    <a:pt x="384184" y="438451"/>
                  </a:lnTo>
                  <a:lnTo>
                    <a:pt x="383803" y="438168"/>
                  </a:lnTo>
                  <a:lnTo>
                    <a:pt x="383826" y="437722"/>
                  </a:lnTo>
                  <a:lnTo>
                    <a:pt x="384058" y="436783"/>
                  </a:lnTo>
                  <a:lnTo>
                    <a:pt x="384878" y="436148"/>
                  </a:lnTo>
                  <a:lnTo>
                    <a:pt x="385132" y="435956"/>
                  </a:lnTo>
                  <a:lnTo>
                    <a:pt x="385208" y="435797"/>
                  </a:lnTo>
                  <a:lnTo>
                    <a:pt x="384981" y="434927"/>
                  </a:lnTo>
                  <a:lnTo>
                    <a:pt x="385106" y="434475"/>
                  </a:lnTo>
                  <a:lnTo>
                    <a:pt x="385139" y="433941"/>
                  </a:lnTo>
                  <a:lnTo>
                    <a:pt x="384911" y="433661"/>
                  </a:lnTo>
                  <a:lnTo>
                    <a:pt x="384704" y="433289"/>
                  </a:lnTo>
                  <a:lnTo>
                    <a:pt x="384408" y="432876"/>
                  </a:lnTo>
                  <a:lnTo>
                    <a:pt x="384049" y="432719"/>
                  </a:lnTo>
                  <a:lnTo>
                    <a:pt x="383883" y="432497"/>
                  </a:lnTo>
                  <a:lnTo>
                    <a:pt x="383750" y="432264"/>
                  </a:lnTo>
                  <a:lnTo>
                    <a:pt x="383311" y="431977"/>
                  </a:lnTo>
                  <a:lnTo>
                    <a:pt x="383192" y="431794"/>
                  </a:lnTo>
                  <a:lnTo>
                    <a:pt x="383439" y="431168"/>
                  </a:lnTo>
                  <a:lnTo>
                    <a:pt x="383641" y="430443"/>
                  </a:lnTo>
                  <a:lnTo>
                    <a:pt x="382207" y="430198"/>
                  </a:lnTo>
                  <a:lnTo>
                    <a:pt x="381767" y="430152"/>
                  </a:lnTo>
                  <a:lnTo>
                    <a:pt x="381255" y="430057"/>
                  </a:lnTo>
                  <a:lnTo>
                    <a:pt x="380343" y="430003"/>
                  </a:lnTo>
                  <a:lnTo>
                    <a:pt x="380168" y="430153"/>
                  </a:lnTo>
                  <a:lnTo>
                    <a:pt x="379966" y="430290"/>
                  </a:lnTo>
                  <a:lnTo>
                    <a:pt x="379674" y="430371"/>
                  </a:lnTo>
                  <a:lnTo>
                    <a:pt x="378430" y="430454"/>
                  </a:lnTo>
                  <a:lnTo>
                    <a:pt x="378254" y="430351"/>
                  </a:lnTo>
                  <a:lnTo>
                    <a:pt x="378025" y="430328"/>
                  </a:lnTo>
                  <a:lnTo>
                    <a:pt x="377892" y="430454"/>
                  </a:lnTo>
                  <a:lnTo>
                    <a:pt x="377552" y="430560"/>
                  </a:lnTo>
                  <a:lnTo>
                    <a:pt x="377391" y="430590"/>
                  </a:lnTo>
                  <a:lnTo>
                    <a:pt x="376649" y="430626"/>
                  </a:lnTo>
                  <a:lnTo>
                    <a:pt x="376392" y="430488"/>
                  </a:lnTo>
                  <a:lnTo>
                    <a:pt x="376225" y="430442"/>
                  </a:lnTo>
                  <a:lnTo>
                    <a:pt x="375794" y="430674"/>
                  </a:lnTo>
                  <a:lnTo>
                    <a:pt x="375262" y="430754"/>
                  </a:lnTo>
                  <a:lnTo>
                    <a:pt x="375258" y="430539"/>
                  </a:lnTo>
                  <a:lnTo>
                    <a:pt x="374909" y="430164"/>
                  </a:lnTo>
                  <a:lnTo>
                    <a:pt x="374431" y="430111"/>
                  </a:lnTo>
                  <a:lnTo>
                    <a:pt x="373828" y="429891"/>
                  </a:lnTo>
                  <a:lnTo>
                    <a:pt x="373585" y="429758"/>
                  </a:lnTo>
                  <a:lnTo>
                    <a:pt x="373404" y="429593"/>
                  </a:lnTo>
                  <a:lnTo>
                    <a:pt x="373167" y="429422"/>
                  </a:lnTo>
                  <a:lnTo>
                    <a:pt x="372861" y="429376"/>
                  </a:lnTo>
                  <a:lnTo>
                    <a:pt x="372539" y="429573"/>
                  </a:lnTo>
                  <a:lnTo>
                    <a:pt x="372085" y="429442"/>
                  </a:lnTo>
                  <a:lnTo>
                    <a:pt x="371903" y="429349"/>
                  </a:lnTo>
                  <a:lnTo>
                    <a:pt x="371627" y="429165"/>
                  </a:lnTo>
                  <a:lnTo>
                    <a:pt x="371368" y="428959"/>
                  </a:lnTo>
                  <a:lnTo>
                    <a:pt x="370677" y="428658"/>
                  </a:lnTo>
                  <a:lnTo>
                    <a:pt x="369940" y="428835"/>
                  </a:lnTo>
                  <a:lnTo>
                    <a:pt x="369728" y="428900"/>
                  </a:lnTo>
                  <a:lnTo>
                    <a:pt x="369514" y="428887"/>
                  </a:lnTo>
                  <a:lnTo>
                    <a:pt x="369331" y="428813"/>
                  </a:lnTo>
                  <a:lnTo>
                    <a:pt x="369090" y="428775"/>
                  </a:lnTo>
                  <a:lnTo>
                    <a:pt x="368488" y="429040"/>
                  </a:lnTo>
                  <a:lnTo>
                    <a:pt x="368345" y="429012"/>
                  </a:lnTo>
                  <a:lnTo>
                    <a:pt x="368094" y="428857"/>
                  </a:lnTo>
                  <a:lnTo>
                    <a:pt x="367605" y="428624"/>
                  </a:lnTo>
                  <a:lnTo>
                    <a:pt x="367533" y="428411"/>
                  </a:lnTo>
                  <a:lnTo>
                    <a:pt x="367000" y="427565"/>
                  </a:lnTo>
                  <a:lnTo>
                    <a:pt x="366692" y="427282"/>
                  </a:lnTo>
                  <a:lnTo>
                    <a:pt x="366529" y="427264"/>
                  </a:lnTo>
                  <a:lnTo>
                    <a:pt x="366255" y="427051"/>
                  </a:lnTo>
                  <a:lnTo>
                    <a:pt x="366152" y="426861"/>
                  </a:lnTo>
                  <a:lnTo>
                    <a:pt x="365776" y="426654"/>
                  </a:lnTo>
                  <a:lnTo>
                    <a:pt x="365514" y="426444"/>
                  </a:lnTo>
                  <a:lnTo>
                    <a:pt x="365298" y="426199"/>
                  </a:lnTo>
                  <a:lnTo>
                    <a:pt x="364800" y="425761"/>
                  </a:lnTo>
                  <a:lnTo>
                    <a:pt x="364504" y="425541"/>
                  </a:lnTo>
                  <a:lnTo>
                    <a:pt x="364265" y="425194"/>
                  </a:lnTo>
                  <a:lnTo>
                    <a:pt x="364129" y="425095"/>
                  </a:lnTo>
                  <a:lnTo>
                    <a:pt x="363899" y="425031"/>
                  </a:lnTo>
                  <a:lnTo>
                    <a:pt x="363755" y="425069"/>
                  </a:lnTo>
                  <a:lnTo>
                    <a:pt x="363536" y="425050"/>
                  </a:lnTo>
                  <a:lnTo>
                    <a:pt x="363253" y="424918"/>
                  </a:lnTo>
                  <a:lnTo>
                    <a:pt x="362308" y="424474"/>
                  </a:lnTo>
                  <a:lnTo>
                    <a:pt x="362137" y="424444"/>
                  </a:lnTo>
                  <a:lnTo>
                    <a:pt x="361872" y="424585"/>
                  </a:lnTo>
                  <a:lnTo>
                    <a:pt x="361723" y="424701"/>
                  </a:lnTo>
                  <a:lnTo>
                    <a:pt x="361266" y="424605"/>
                  </a:lnTo>
                  <a:lnTo>
                    <a:pt x="361080" y="424606"/>
                  </a:lnTo>
                  <a:lnTo>
                    <a:pt x="360738" y="424692"/>
                  </a:lnTo>
                  <a:lnTo>
                    <a:pt x="359810" y="424551"/>
                  </a:lnTo>
                  <a:lnTo>
                    <a:pt x="359419" y="424522"/>
                  </a:lnTo>
                  <a:lnTo>
                    <a:pt x="358769" y="424550"/>
                  </a:lnTo>
                  <a:lnTo>
                    <a:pt x="358516" y="424620"/>
                  </a:lnTo>
                  <a:lnTo>
                    <a:pt x="358375" y="424560"/>
                  </a:lnTo>
                  <a:lnTo>
                    <a:pt x="357931" y="424885"/>
                  </a:lnTo>
                  <a:lnTo>
                    <a:pt x="357723" y="425174"/>
                  </a:lnTo>
                  <a:lnTo>
                    <a:pt x="357276" y="426170"/>
                  </a:lnTo>
                  <a:lnTo>
                    <a:pt x="357305" y="426425"/>
                  </a:lnTo>
                  <a:lnTo>
                    <a:pt x="357128" y="426543"/>
                  </a:lnTo>
                  <a:lnTo>
                    <a:pt x="356981" y="426641"/>
                  </a:lnTo>
                  <a:lnTo>
                    <a:pt x="356790" y="426768"/>
                  </a:lnTo>
                  <a:lnTo>
                    <a:pt x="356422" y="426944"/>
                  </a:lnTo>
                  <a:lnTo>
                    <a:pt x="355414" y="427143"/>
                  </a:lnTo>
                  <a:lnTo>
                    <a:pt x="355210" y="427341"/>
                  </a:lnTo>
                  <a:lnTo>
                    <a:pt x="354078" y="427799"/>
                  </a:lnTo>
                  <a:lnTo>
                    <a:pt x="353931" y="427794"/>
                  </a:lnTo>
                  <a:lnTo>
                    <a:pt x="353531" y="428146"/>
                  </a:lnTo>
                  <a:lnTo>
                    <a:pt x="353056" y="428182"/>
                  </a:lnTo>
                  <a:lnTo>
                    <a:pt x="352676" y="428240"/>
                  </a:lnTo>
                  <a:lnTo>
                    <a:pt x="352171" y="428488"/>
                  </a:lnTo>
                  <a:lnTo>
                    <a:pt x="352258" y="429386"/>
                  </a:lnTo>
                  <a:lnTo>
                    <a:pt x="352668" y="430114"/>
                  </a:lnTo>
                  <a:lnTo>
                    <a:pt x="353072" y="430765"/>
                  </a:lnTo>
                  <a:lnTo>
                    <a:pt x="353413" y="431016"/>
                  </a:lnTo>
                  <a:lnTo>
                    <a:pt x="353783" y="431888"/>
                  </a:lnTo>
                  <a:lnTo>
                    <a:pt x="353791" y="432093"/>
                  </a:lnTo>
                  <a:lnTo>
                    <a:pt x="353776" y="432348"/>
                  </a:lnTo>
                  <a:lnTo>
                    <a:pt x="353758" y="432553"/>
                  </a:lnTo>
                  <a:lnTo>
                    <a:pt x="353739" y="432702"/>
                  </a:lnTo>
                  <a:lnTo>
                    <a:pt x="353255" y="433617"/>
                  </a:lnTo>
                  <a:lnTo>
                    <a:pt x="353118" y="433840"/>
                  </a:lnTo>
                  <a:lnTo>
                    <a:pt x="351718" y="434259"/>
                  </a:lnTo>
                  <a:lnTo>
                    <a:pt x="351658" y="434941"/>
                  </a:lnTo>
                  <a:lnTo>
                    <a:pt x="351730" y="435196"/>
                  </a:lnTo>
                  <a:lnTo>
                    <a:pt x="351852" y="435533"/>
                  </a:lnTo>
                  <a:lnTo>
                    <a:pt x="351869" y="436238"/>
                  </a:lnTo>
                  <a:lnTo>
                    <a:pt x="351955" y="436671"/>
                  </a:lnTo>
                  <a:lnTo>
                    <a:pt x="351249" y="437481"/>
                  </a:lnTo>
                  <a:lnTo>
                    <a:pt x="351245" y="437789"/>
                  </a:lnTo>
                  <a:lnTo>
                    <a:pt x="351163" y="438317"/>
                  </a:lnTo>
                  <a:lnTo>
                    <a:pt x="350731" y="438549"/>
                  </a:lnTo>
                  <a:lnTo>
                    <a:pt x="349828" y="438084"/>
                  </a:lnTo>
                  <a:lnTo>
                    <a:pt x="349233" y="438046"/>
                  </a:lnTo>
                  <a:lnTo>
                    <a:pt x="348973" y="438189"/>
                  </a:lnTo>
                  <a:lnTo>
                    <a:pt x="348671" y="438386"/>
                  </a:lnTo>
                  <a:lnTo>
                    <a:pt x="348174" y="438585"/>
                  </a:lnTo>
                  <a:lnTo>
                    <a:pt x="347185" y="438791"/>
                  </a:lnTo>
                  <a:lnTo>
                    <a:pt x="346498" y="439320"/>
                  </a:lnTo>
                  <a:lnTo>
                    <a:pt x="345839" y="439187"/>
                  </a:lnTo>
                  <a:lnTo>
                    <a:pt x="343726" y="439335"/>
                  </a:lnTo>
                  <a:lnTo>
                    <a:pt x="343445" y="439849"/>
                  </a:lnTo>
                  <a:lnTo>
                    <a:pt x="343360" y="440086"/>
                  </a:lnTo>
                  <a:lnTo>
                    <a:pt x="343070" y="440026"/>
                  </a:lnTo>
                  <a:lnTo>
                    <a:pt x="342935" y="440029"/>
                  </a:lnTo>
                  <a:lnTo>
                    <a:pt x="342645" y="440037"/>
                  </a:lnTo>
                  <a:lnTo>
                    <a:pt x="342440" y="440064"/>
                  </a:lnTo>
                  <a:lnTo>
                    <a:pt x="341682" y="440092"/>
                  </a:lnTo>
                  <a:lnTo>
                    <a:pt x="341356" y="440225"/>
                  </a:lnTo>
                  <a:lnTo>
                    <a:pt x="340940" y="440106"/>
                  </a:lnTo>
                  <a:lnTo>
                    <a:pt x="340681" y="440007"/>
                  </a:lnTo>
                  <a:lnTo>
                    <a:pt x="340375" y="440403"/>
                  </a:lnTo>
                  <a:lnTo>
                    <a:pt x="340495" y="440629"/>
                  </a:lnTo>
                  <a:lnTo>
                    <a:pt x="340665" y="441549"/>
                  </a:lnTo>
                  <a:lnTo>
                    <a:pt x="340693" y="441977"/>
                  </a:lnTo>
                  <a:lnTo>
                    <a:pt x="340455" y="442036"/>
                  </a:lnTo>
                  <a:lnTo>
                    <a:pt x="340260" y="442039"/>
                  </a:lnTo>
                  <a:lnTo>
                    <a:pt x="340069" y="442042"/>
                  </a:lnTo>
                  <a:lnTo>
                    <a:pt x="339938" y="443485"/>
                  </a:lnTo>
                  <a:lnTo>
                    <a:pt x="340285" y="443977"/>
                  </a:lnTo>
                  <a:lnTo>
                    <a:pt x="340477" y="443975"/>
                  </a:lnTo>
                  <a:lnTo>
                    <a:pt x="340732" y="443979"/>
                  </a:lnTo>
                  <a:lnTo>
                    <a:pt x="341097" y="444605"/>
                  </a:lnTo>
                  <a:lnTo>
                    <a:pt x="341130" y="444980"/>
                  </a:lnTo>
                  <a:lnTo>
                    <a:pt x="341634" y="446099"/>
                  </a:lnTo>
                  <a:lnTo>
                    <a:pt x="341760" y="446430"/>
                  </a:lnTo>
                  <a:lnTo>
                    <a:pt x="341616" y="447462"/>
                  </a:lnTo>
                  <a:lnTo>
                    <a:pt x="342050" y="448116"/>
                  </a:lnTo>
                  <a:lnTo>
                    <a:pt x="341744" y="448802"/>
                  </a:lnTo>
                  <a:lnTo>
                    <a:pt x="342109" y="449412"/>
                  </a:lnTo>
                  <a:lnTo>
                    <a:pt x="342061" y="450543"/>
                  </a:lnTo>
                  <a:lnTo>
                    <a:pt x="341912" y="450987"/>
                  </a:lnTo>
                  <a:lnTo>
                    <a:pt x="341796" y="451368"/>
                  </a:lnTo>
                  <a:lnTo>
                    <a:pt x="341717" y="451638"/>
                  </a:lnTo>
                  <a:lnTo>
                    <a:pt x="341471" y="452247"/>
                  </a:lnTo>
                  <a:lnTo>
                    <a:pt x="341039" y="452719"/>
                  </a:lnTo>
                  <a:lnTo>
                    <a:pt x="341195" y="453195"/>
                  </a:lnTo>
                  <a:lnTo>
                    <a:pt x="341501" y="453754"/>
                  </a:lnTo>
                  <a:lnTo>
                    <a:pt x="341899" y="453945"/>
                  </a:lnTo>
                  <a:lnTo>
                    <a:pt x="342267" y="453975"/>
                  </a:lnTo>
                  <a:lnTo>
                    <a:pt x="342431" y="454114"/>
                  </a:lnTo>
                  <a:lnTo>
                    <a:pt x="342840" y="454593"/>
                  </a:lnTo>
                  <a:lnTo>
                    <a:pt x="342921" y="454774"/>
                  </a:lnTo>
                  <a:lnTo>
                    <a:pt x="343101" y="455014"/>
                  </a:lnTo>
                  <a:lnTo>
                    <a:pt x="343450" y="454868"/>
                  </a:lnTo>
                  <a:lnTo>
                    <a:pt x="343910" y="454607"/>
                  </a:lnTo>
                  <a:lnTo>
                    <a:pt x="344133" y="454662"/>
                  </a:lnTo>
                  <a:lnTo>
                    <a:pt x="344483" y="454638"/>
                  </a:lnTo>
                  <a:lnTo>
                    <a:pt x="344718" y="454717"/>
                  </a:lnTo>
                  <a:lnTo>
                    <a:pt x="344912" y="454780"/>
                  </a:lnTo>
                  <a:lnTo>
                    <a:pt x="345358" y="454824"/>
                  </a:lnTo>
                  <a:lnTo>
                    <a:pt x="345739" y="454921"/>
                  </a:lnTo>
                  <a:lnTo>
                    <a:pt x="346229" y="455271"/>
                  </a:lnTo>
                  <a:lnTo>
                    <a:pt x="346058" y="455539"/>
                  </a:lnTo>
                  <a:lnTo>
                    <a:pt x="346050" y="455950"/>
                  </a:lnTo>
                  <a:lnTo>
                    <a:pt x="345982" y="456261"/>
                  </a:lnTo>
                  <a:lnTo>
                    <a:pt x="345774" y="456774"/>
                  </a:lnTo>
                  <a:lnTo>
                    <a:pt x="345833" y="457047"/>
                  </a:lnTo>
                  <a:lnTo>
                    <a:pt x="345692" y="457537"/>
                  </a:lnTo>
                  <a:lnTo>
                    <a:pt x="345683" y="457934"/>
                  </a:lnTo>
                  <a:lnTo>
                    <a:pt x="346093" y="458599"/>
                  </a:lnTo>
                  <a:lnTo>
                    <a:pt x="346506" y="458936"/>
                  </a:lnTo>
                  <a:lnTo>
                    <a:pt x="346714" y="459033"/>
                  </a:lnTo>
                  <a:lnTo>
                    <a:pt x="346991" y="459319"/>
                  </a:lnTo>
                  <a:lnTo>
                    <a:pt x="347016" y="459480"/>
                  </a:lnTo>
                  <a:lnTo>
                    <a:pt x="347047" y="459607"/>
                  </a:lnTo>
                  <a:lnTo>
                    <a:pt x="347108" y="459790"/>
                  </a:lnTo>
                  <a:lnTo>
                    <a:pt x="347307" y="460084"/>
                  </a:lnTo>
                  <a:lnTo>
                    <a:pt x="347790" y="460533"/>
                  </a:lnTo>
                  <a:lnTo>
                    <a:pt x="348321" y="460354"/>
                  </a:lnTo>
                  <a:lnTo>
                    <a:pt x="348574" y="460280"/>
                  </a:lnTo>
                  <a:lnTo>
                    <a:pt x="348688" y="460409"/>
                  </a:lnTo>
                  <a:lnTo>
                    <a:pt x="349729" y="460999"/>
                  </a:lnTo>
                  <a:lnTo>
                    <a:pt x="350002" y="460802"/>
                  </a:lnTo>
                  <a:lnTo>
                    <a:pt x="350828" y="460991"/>
                  </a:lnTo>
                  <a:lnTo>
                    <a:pt x="351440" y="461367"/>
                  </a:lnTo>
                  <a:lnTo>
                    <a:pt x="351820" y="461388"/>
                  </a:lnTo>
                  <a:lnTo>
                    <a:pt x="352082" y="461393"/>
                  </a:lnTo>
                  <a:lnTo>
                    <a:pt x="352265" y="461441"/>
                  </a:lnTo>
                  <a:lnTo>
                    <a:pt x="352753" y="462106"/>
                  </a:lnTo>
                  <a:lnTo>
                    <a:pt x="353267" y="462292"/>
                  </a:lnTo>
                  <a:lnTo>
                    <a:pt x="353656" y="462298"/>
                  </a:lnTo>
                  <a:lnTo>
                    <a:pt x="353872" y="462289"/>
                  </a:lnTo>
                  <a:lnTo>
                    <a:pt x="354609" y="462684"/>
                  </a:lnTo>
                  <a:lnTo>
                    <a:pt x="354920" y="462853"/>
                  </a:lnTo>
                  <a:lnTo>
                    <a:pt x="355453" y="463152"/>
                  </a:lnTo>
                  <a:lnTo>
                    <a:pt x="356079" y="463554"/>
                  </a:lnTo>
                  <a:lnTo>
                    <a:pt x="355689" y="463597"/>
                  </a:lnTo>
                  <a:lnTo>
                    <a:pt x="355732" y="463862"/>
                  </a:lnTo>
                  <a:lnTo>
                    <a:pt x="355556" y="463902"/>
                  </a:lnTo>
                  <a:lnTo>
                    <a:pt x="355321" y="464036"/>
                  </a:lnTo>
                  <a:lnTo>
                    <a:pt x="355213" y="464280"/>
                  </a:lnTo>
                  <a:lnTo>
                    <a:pt x="355086" y="464325"/>
                  </a:lnTo>
                  <a:lnTo>
                    <a:pt x="354909" y="464352"/>
                  </a:lnTo>
                  <a:lnTo>
                    <a:pt x="354526" y="464342"/>
                  </a:lnTo>
                  <a:lnTo>
                    <a:pt x="353987" y="465023"/>
                  </a:lnTo>
                  <a:lnTo>
                    <a:pt x="353822" y="465497"/>
                  </a:lnTo>
                  <a:lnTo>
                    <a:pt x="353713" y="465668"/>
                  </a:lnTo>
                  <a:lnTo>
                    <a:pt x="353269" y="465630"/>
                  </a:lnTo>
                  <a:lnTo>
                    <a:pt x="352995" y="465579"/>
                  </a:lnTo>
                  <a:lnTo>
                    <a:pt x="352792" y="466309"/>
                  </a:lnTo>
                  <a:lnTo>
                    <a:pt x="352122" y="466597"/>
                  </a:lnTo>
                  <a:lnTo>
                    <a:pt x="351394" y="466526"/>
                  </a:lnTo>
                  <a:lnTo>
                    <a:pt x="350904" y="466340"/>
                  </a:lnTo>
                  <a:lnTo>
                    <a:pt x="350278" y="466774"/>
                  </a:lnTo>
                  <a:lnTo>
                    <a:pt x="350257" y="467224"/>
                  </a:lnTo>
                  <a:lnTo>
                    <a:pt x="350237" y="467370"/>
                  </a:lnTo>
                  <a:lnTo>
                    <a:pt x="350181" y="467712"/>
                  </a:lnTo>
                  <a:lnTo>
                    <a:pt x="350068" y="468257"/>
                  </a:lnTo>
                  <a:lnTo>
                    <a:pt x="349952" y="468579"/>
                  </a:lnTo>
                  <a:lnTo>
                    <a:pt x="349869" y="468735"/>
                  </a:lnTo>
                  <a:lnTo>
                    <a:pt x="349708" y="469027"/>
                  </a:lnTo>
                  <a:lnTo>
                    <a:pt x="349616" y="469424"/>
                  </a:lnTo>
                  <a:lnTo>
                    <a:pt x="349761" y="469823"/>
                  </a:lnTo>
                  <a:lnTo>
                    <a:pt x="349734" y="470236"/>
                  </a:lnTo>
                  <a:lnTo>
                    <a:pt x="349630" y="470433"/>
                  </a:lnTo>
                  <a:lnTo>
                    <a:pt x="349391" y="470619"/>
                  </a:lnTo>
                  <a:lnTo>
                    <a:pt x="349092" y="470948"/>
                  </a:lnTo>
                  <a:lnTo>
                    <a:pt x="348796" y="471396"/>
                  </a:lnTo>
                  <a:lnTo>
                    <a:pt x="348306" y="471898"/>
                  </a:lnTo>
                  <a:lnTo>
                    <a:pt x="348291" y="472404"/>
                  </a:lnTo>
                  <a:lnTo>
                    <a:pt x="347946" y="472530"/>
                  </a:lnTo>
                  <a:lnTo>
                    <a:pt x="347471" y="472811"/>
                  </a:lnTo>
                  <a:lnTo>
                    <a:pt x="346532" y="473091"/>
                  </a:lnTo>
                  <a:lnTo>
                    <a:pt x="346276" y="473375"/>
                  </a:lnTo>
                  <a:lnTo>
                    <a:pt x="346217" y="473560"/>
                  </a:lnTo>
                  <a:lnTo>
                    <a:pt x="346121" y="473810"/>
                  </a:lnTo>
                  <a:lnTo>
                    <a:pt x="345786" y="474334"/>
                  </a:lnTo>
                  <a:lnTo>
                    <a:pt x="345441" y="474670"/>
                  </a:lnTo>
                  <a:lnTo>
                    <a:pt x="345247" y="474710"/>
                  </a:lnTo>
                  <a:lnTo>
                    <a:pt x="345049" y="474754"/>
                  </a:lnTo>
                  <a:lnTo>
                    <a:pt x="344629" y="475328"/>
                  </a:lnTo>
                  <a:lnTo>
                    <a:pt x="344611" y="475459"/>
                  </a:lnTo>
                  <a:lnTo>
                    <a:pt x="344548" y="475686"/>
                  </a:lnTo>
                  <a:lnTo>
                    <a:pt x="344526" y="476084"/>
                  </a:lnTo>
                  <a:lnTo>
                    <a:pt x="344727" y="476169"/>
                  </a:lnTo>
                  <a:lnTo>
                    <a:pt x="345055" y="476433"/>
                  </a:lnTo>
                  <a:lnTo>
                    <a:pt x="344875" y="476889"/>
                  </a:lnTo>
                  <a:lnTo>
                    <a:pt x="344673" y="477202"/>
                  </a:lnTo>
                  <a:lnTo>
                    <a:pt x="344589" y="477998"/>
                  </a:lnTo>
                  <a:lnTo>
                    <a:pt x="344841" y="478201"/>
                  </a:lnTo>
                  <a:lnTo>
                    <a:pt x="345036" y="478311"/>
                  </a:lnTo>
                  <a:lnTo>
                    <a:pt x="345466" y="478461"/>
                  </a:lnTo>
                  <a:lnTo>
                    <a:pt x="345595" y="478460"/>
                  </a:lnTo>
                  <a:lnTo>
                    <a:pt x="345783" y="478534"/>
                  </a:lnTo>
                  <a:lnTo>
                    <a:pt x="346284" y="479487"/>
                  </a:lnTo>
                  <a:lnTo>
                    <a:pt x="346524" y="479976"/>
                  </a:lnTo>
                  <a:lnTo>
                    <a:pt x="346732" y="480417"/>
                  </a:lnTo>
                  <a:lnTo>
                    <a:pt x="346721" y="480888"/>
                  </a:lnTo>
                  <a:lnTo>
                    <a:pt x="346856" y="481431"/>
                  </a:lnTo>
                  <a:lnTo>
                    <a:pt x="346211" y="481663"/>
                  </a:lnTo>
                  <a:lnTo>
                    <a:pt x="346105" y="481820"/>
                  </a:lnTo>
                  <a:lnTo>
                    <a:pt x="345721" y="482044"/>
                  </a:lnTo>
                  <a:lnTo>
                    <a:pt x="345304" y="482066"/>
                  </a:lnTo>
                  <a:lnTo>
                    <a:pt x="345021" y="482164"/>
                  </a:lnTo>
                  <a:lnTo>
                    <a:pt x="345088" y="482465"/>
                  </a:lnTo>
                  <a:lnTo>
                    <a:pt x="345251" y="482777"/>
                  </a:lnTo>
                  <a:lnTo>
                    <a:pt x="345810" y="483306"/>
                  </a:lnTo>
                  <a:lnTo>
                    <a:pt x="346013" y="483436"/>
                  </a:lnTo>
                  <a:lnTo>
                    <a:pt x="346049" y="483670"/>
                  </a:lnTo>
                  <a:lnTo>
                    <a:pt x="345877" y="483718"/>
                  </a:lnTo>
                  <a:lnTo>
                    <a:pt x="345728" y="483760"/>
                  </a:lnTo>
                  <a:lnTo>
                    <a:pt x="345247" y="484100"/>
                  </a:lnTo>
                  <a:lnTo>
                    <a:pt x="344544" y="484127"/>
                  </a:lnTo>
                  <a:lnTo>
                    <a:pt x="344146" y="483975"/>
                  </a:lnTo>
                  <a:lnTo>
                    <a:pt x="343186" y="484344"/>
                  </a:lnTo>
                  <a:lnTo>
                    <a:pt x="343009" y="484275"/>
                  </a:lnTo>
                  <a:lnTo>
                    <a:pt x="342601" y="484193"/>
                  </a:lnTo>
                  <a:lnTo>
                    <a:pt x="342367" y="484262"/>
                  </a:lnTo>
                  <a:lnTo>
                    <a:pt x="341770" y="484459"/>
                  </a:lnTo>
                  <a:lnTo>
                    <a:pt x="341333" y="484829"/>
                  </a:lnTo>
                  <a:lnTo>
                    <a:pt x="341079" y="485056"/>
                  </a:lnTo>
                  <a:lnTo>
                    <a:pt x="340312" y="485226"/>
                  </a:lnTo>
                  <a:lnTo>
                    <a:pt x="340012" y="485225"/>
                  </a:lnTo>
                  <a:lnTo>
                    <a:pt x="339694" y="485210"/>
                  </a:lnTo>
                  <a:lnTo>
                    <a:pt x="339558" y="485309"/>
                  </a:lnTo>
                  <a:lnTo>
                    <a:pt x="339285" y="485547"/>
                  </a:lnTo>
                  <a:lnTo>
                    <a:pt x="339306" y="486170"/>
                  </a:lnTo>
                  <a:lnTo>
                    <a:pt x="339475" y="486637"/>
                  </a:lnTo>
                  <a:lnTo>
                    <a:pt x="339093" y="487016"/>
                  </a:lnTo>
                  <a:lnTo>
                    <a:pt x="339045" y="487254"/>
                  </a:lnTo>
                  <a:lnTo>
                    <a:pt x="339099" y="487444"/>
                  </a:lnTo>
                  <a:lnTo>
                    <a:pt x="338957" y="487667"/>
                  </a:lnTo>
                  <a:lnTo>
                    <a:pt x="338687" y="487734"/>
                  </a:lnTo>
                  <a:lnTo>
                    <a:pt x="338605" y="488162"/>
                  </a:lnTo>
                  <a:lnTo>
                    <a:pt x="338710" y="488368"/>
                  </a:lnTo>
                  <a:lnTo>
                    <a:pt x="339037" y="488600"/>
                  </a:lnTo>
                  <a:lnTo>
                    <a:pt x="339229" y="488609"/>
                  </a:lnTo>
                  <a:lnTo>
                    <a:pt x="339459" y="488601"/>
                  </a:lnTo>
                  <a:lnTo>
                    <a:pt x="339921" y="488829"/>
                  </a:lnTo>
                  <a:lnTo>
                    <a:pt x="339837" y="488966"/>
                  </a:lnTo>
                  <a:lnTo>
                    <a:pt x="339660" y="489231"/>
                  </a:lnTo>
                  <a:lnTo>
                    <a:pt x="339979" y="489483"/>
                  </a:lnTo>
                  <a:lnTo>
                    <a:pt x="340246" y="489809"/>
                  </a:lnTo>
                  <a:lnTo>
                    <a:pt x="340093" y="489895"/>
                  </a:lnTo>
                  <a:lnTo>
                    <a:pt x="340069" y="490092"/>
                  </a:lnTo>
                  <a:lnTo>
                    <a:pt x="340361" y="490438"/>
                  </a:lnTo>
                  <a:lnTo>
                    <a:pt x="340479" y="490690"/>
                  </a:lnTo>
                  <a:lnTo>
                    <a:pt x="340483" y="491130"/>
                  </a:lnTo>
                  <a:lnTo>
                    <a:pt x="340372" y="491460"/>
                  </a:lnTo>
                  <a:lnTo>
                    <a:pt x="340233" y="491449"/>
                  </a:lnTo>
                  <a:lnTo>
                    <a:pt x="339911" y="491628"/>
                  </a:lnTo>
                  <a:lnTo>
                    <a:pt x="339931" y="491827"/>
                  </a:lnTo>
                  <a:lnTo>
                    <a:pt x="339959" y="492104"/>
                  </a:lnTo>
                  <a:lnTo>
                    <a:pt x="340000" y="492514"/>
                  </a:lnTo>
                  <a:lnTo>
                    <a:pt x="340013" y="492980"/>
                  </a:lnTo>
                  <a:lnTo>
                    <a:pt x="340042" y="493123"/>
                  </a:lnTo>
                  <a:lnTo>
                    <a:pt x="340198" y="493417"/>
                  </a:lnTo>
                  <a:lnTo>
                    <a:pt x="340264" y="493834"/>
                  </a:lnTo>
                  <a:lnTo>
                    <a:pt x="340396" y="493964"/>
                  </a:lnTo>
                  <a:lnTo>
                    <a:pt x="340565" y="494228"/>
                  </a:lnTo>
                  <a:lnTo>
                    <a:pt x="340703" y="494497"/>
                  </a:lnTo>
                  <a:lnTo>
                    <a:pt x="340800" y="494775"/>
                  </a:lnTo>
                  <a:lnTo>
                    <a:pt x="341297" y="495678"/>
                  </a:lnTo>
                  <a:lnTo>
                    <a:pt x="341425" y="495912"/>
                  </a:lnTo>
                  <a:lnTo>
                    <a:pt x="341921" y="496488"/>
                  </a:lnTo>
                  <a:lnTo>
                    <a:pt x="341951" y="496706"/>
                  </a:lnTo>
                  <a:lnTo>
                    <a:pt x="341817" y="497361"/>
                  </a:lnTo>
                  <a:lnTo>
                    <a:pt x="342006" y="497616"/>
                  </a:lnTo>
                  <a:lnTo>
                    <a:pt x="342441" y="497846"/>
                  </a:lnTo>
                  <a:lnTo>
                    <a:pt x="342871" y="498207"/>
                  </a:lnTo>
                  <a:lnTo>
                    <a:pt x="343607" y="498934"/>
                  </a:lnTo>
                  <a:lnTo>
                    <a:pt x="343721" y="499137"/>
                  </a:lnTo>
                  <a:lnTo>
                    <a:pt x="344130" y="499309"/>
                  </a:lnTo>
                  <a:lnTo>
                    <a:pt x="344262" y="499357"/>
                  </a:lnTo>
                  <a:lnTo>
                    <a:pt x="344242" y="499524"/>
                  </a:lnTo>
                  <a:lnTo>
                    <a:pt x="344362" y="499851"/>
                  </a:lnTo>
                  <a:lnTo>
                    <a:pt x="344510" y="499929"/>
                  </a:lnTo>
                  <a:lnTo>
                    <a:pt x="344743" y="499984"/>
                  </a:lnTo>
                  <a:lnTo>
                    <a:pt x="344977" y="500158"/>
                  </a:lnTo>
                  <a:lnTo>
                    <a:pt x="345217" y="500207"/>
                  </a:lnTo>
                  <a:lnTo>
                    <a:pt x="345435" y="500169"/>
                  </a:lnTo>
                  <a:lnTo>
                    <a:pt x="345707" y="500120"/>
                  </a:lnTo>
                  <a:lnTo>
                    <a:pt x="345843" y="500300"/>
                  </a:lnTo>
                  <a:lnTo>
                    <a:pt x="345910" y="500664"/>
                  </a:lnTo>
                  <a:lnTo>
                    <a:pt x="346660" y="500665"/>
                  </a:lnTo>
                  <a:lnTo>
                    <a:pt x="346809" y="500914"/>
                  </a:lnTo>
                  <a:lnTo>
                    <a:pt x="346850" y="501199"/>
                  </a:lnTo>
                  <a:lnTo>
                    <a:pt x="346987" y="501411"/>
                  </a:lnTo>
                  <a:lnTo>
                    <a:pt x="347160" y="501508"/>
                  </a:lnTo>
                  <a:lnTo>
                    <a:pt x="347327" y="501512"/>
                  </a:lnTo>
                  <a:lnTo>
                    <a:pt x="347681" y="501414"/>
                  </a:lnTo>
                  <a:lnTo>
                    <a:pt x="348106" y="501595"/>
                  </a:lnTo>
                  <a:lnTo>
                    <a:pt x="348303" y="501592"/>
                  </a:lnTo>
                  <a:lnTo>
                    <a:pt x="348705" y="501731"/>
                  </a:lnTo>
                  <a:lnTo>
                    <a:pt x="348950" y="501966"/>
                  </a:lnTo>
                  <a:lnTo>
                    <a:pt x="349061" y="501801"/>
                  </a:lnTo>
                  <a:lnTo>
                    <a:pt x="349320" y="501669"/>
                  </a:lnTo>
                  <a:lnTo>
                    <a:pt x="349508" y="501665"/>
                  </a:lnTo>
                  <a:lnTo>
                    <a:pt x="349736" y="501847"/>
                  </a:lnTo>
                  <a:lnTo>
                    <a:pt x="349831" y="502643"/>
                  </a:lnTo>
                  <a:lnTo>
                    <a:pt x="349914" y="502785"/>
                  </a:lnTo>
                  <a:lnTo>
                    <a:pt x="350081" y="503068"/>
                  </a:lnTo>
                  <a:lnTo>
                    <a:pt x="350218" y="503218"/>
                  </a:lnTo>
                  <a:lnTo>
                    <a:pt x="350448" y="503383"/>
                  </a:lnTo>
                  <a:lnTo>
                    <a:pt x="350802" y="503559"/>
                  </a:lnTo>
                  <a:lnTo>
                    <a:pt x="351088" y="503657"/>
                  </a:lnTo>
                  <a:lnTo>
                    <a:pt x="351185" y="503841"/>
                  </a:lnTo>
                  <a:lnTo>
                    <a:pt x="351367" y="504038"/>
                  </a:lnTo>
                  <a:lnTo>
                    <a:pt x="351785" y="504308"/>
                  </a:lnTo>
                  <a:lnTo>
                    <a:pt x="352246" y="504748"/>
                  </a:lnTo>
                  <a:lnTo>
                    <a:pt x="352584" y="504992"/>
                  </a:lnTo>
                  <a:lnTo>
                    <a:pt x="352890" y="505068"/>
                  </a:lnTo>
                  <a:lnTo>
                    <a:pt x="353289" y="505119"/>
                  </a:lnTo>
                  <a:lnTo>
                    <a:pt x="353529" y="505266"/>
                  </a:lnTo>
                  <a:lnTo>
                    <a:pt x="353617" y="505563"/>
                  </a:lnTo>
                  <a:lnTo>
                    <a:pt x="353748" y="505651"/>
                  </a:lnTo>
                  <a:lnTo>
                    <a:pt x="354411" y="505887"/>
                  </a:lnTo>
                  <a:lnTo>
                    <a:pt x="354727" y="506133"/>
                  </a:lnTo>
                  <a:lnTo>
                    <a:pt x="354405" y="506162"/>
                  </a:lnTo>
                  <a:lnTo>
                    <a:pt x="353427" y="506090"/>
                  </a:lnTo>
                  <a:lnTo>
                    <a:pt x="352964" y="505842"/>
                  </a:lnTo>
                  <a:lnTo>
                    <a:pt x="352855" y="505975"/>
                  </a:lnTo>
                  <a:lnTo>
                    <a:pt x="352649" y="506207"/>
                  </a:lnTo>
                  <a:lnTo>
                    <a:pt x="352354" y="506449"/>
                  </a:lnTo>
                  <a:lnTo>
                    <a:pt x="352105" y="506408"/>
                  </a:lnTo>
                  <a:lnTo>
                    <a:pt x="351663" y="506322"/>
                  </a:lnTo>
                  <a:lnTo>
                    <a:pt x="351386" y="506246"/>
                  </a:lnTo>
                  <a:lnTo>
                    <a:pt x="351159" y="506162"/>
                  </a:lnTo>
                  <a:lnTo>
                    <a:pt x="350829" y="506105"/>
                  </a:lnTo>
                  <a:lnTo>
                    <a:pt x="349972" y="506136"/>
                  </a:lnTo>
                  <a:lnTo>
                    <a:pt x="349520" y="506153"/>
                  </a:lnTo>
                  <a:lnTo>
                    <a:pt x="349335" y="506076"/>
                  </a:lnTo>
                  <a:lnTo>
                    <a:pt x="348928" y="505933"/>
                  </a:lnTo>
                  <a:lnTo>
                    <a:pt x="348781" y="506164"/>
                  </a:lnTo>
                  <a:lnTo>
                    <a:pt x="348571" y="506152"/>
                  </a:lnTo>
                  <a:lnTo>
                    <a:pt x="348095" y="506028"/>
                  </a:lnTo>
                  <a:lnTo>
                    <a:pt x="347265" y="505696"/>
                  </a:lnTo>
                  <a:lnTo>
                    <a:pt x="347071" y="505601"/>
                  </a:lnTo>
                  <a:lnTo>
                    <a:pt x="346840" y="505512"/>
                  </a:lnTo>
                  <a:lnTo>
                    <a:pt x="346577" y="505765"/>
                  </a:lnTo>
                  <a:lnTo>
                    <a:pt x="346436" y="506067"/>
                  </a:lnTo>
                  <a:lnTo>
                    <a:pt x="345892" y="506044"/>
                  </a:lnTo>
                  <a:lnTo>
                    <a:pt x="345645" y="505742"/>
                  </a:lnTo>
                  <a:lnTo>
                    <a:pt x="345027" y="505733"/>
                  </a:lnTo>
                  <a:lnTo>
                    <a:pt x="344661" y="505486"/>
                  </a:lnTo>
                  <a:lnTo>
                    <a:pt x="344475" y="505314"/>
                  </a:lnTo>
                  <a:lnTo>
                    <a:pt x="343880" y="504957"/>
                  </a:lnTo>
                  <a:lnTo>
                    <a:pt x="343577" y="504460"/>
                  </a:lnTo>
                  <a:lnTo>
                    <a:pt x="343491" y="504016"/>
                  </a:lnTo>
                  <a:lnTo>
                    <a:pt x="343464" y="503887"/>
                  </a:lnTo>
                  <a:lnTo>
                    <a:pt x="343271" y="503602"/>
                  </a:lnTo>
                  <a:lnTo>
                    <a:pt x="342704" y="503105"/>
                  </a:lnTo>
                  <a:lnTo>
                    <a:pt x="342456" y="503216"/>
                  </a:lnTo>
                  <a:lnTo>
                    <a:pt x="342227" y="503316"/>
                  </a:lnTo>
                  <a:lnTo>
                    <a:pt x="341967" y="503386"/>
                  </a:lnTo>
                  <a:lnTo>
                    <a:pt x="341567" y="503564"/>
                  </a:lnTo>
                  <a:lnTo>
                    <a:pt x="341315" y="503731"/>
                  </a:lnTo>
                  <a:lnTo>
                    <a:pt x="341278" y="503953"/>
                  </a:lnTo>
                  <a:lnTo>
                    <a:pt x="341133" y="504245"/>
                  </a:lnTo>
                  <a:lnTo>
                    <a:pt x="340930" y="504295"/>
                  </a:lnTo>
                  <a:lnTo>
                    <a:pt x="340669" y="504494"/>
                  </a:lnTo>
                  <a:lnTo>
                    <a:pt x="340258" y="504941"/>
                  </a:lnTo>
                  <a:lnTo>
                    <a:pt x="339722" y="505057"/>
                  </a:lnTo>
                  <a:lnTo>
                    <a:pt x="339593" y="505000"/>
                  </a:lnTo>
                  <a:lnTo>
                    <a:pt x="339231" y="504714"/>
                  </a:lnTo>
                  <a:lnTo>
                    <a:pt x="339106" y="504396"/>
                  </a:lnTo>
                  <a:lnTo>
                    <a:pt x="338971" y="504224"/>
                  </a:lnTo>
                  <a:lnTo>
                    <a:pt x="338539" y="504317"/>
                  </a:lnTo>
                  <a:lnTo>
                    <a:pt x="338305" y="504573"/>
                  </a:lnTo>
                  <a:lnTo>
                    <a:pt x="338043" y="505069"/>
                  </a:lnTo>
                  <a:lnTo>
                    <a:pt x="337932" y="505324"/>
                  </a:lnTo>
                  <a:lnTo>
                    <a:pt x="337982" y="505979"/>
                  </a:lnTo>
                  <a:lnTo>
                    <a:pt x="338210" y="506643"/>
                  </a:lnTo>
                  <a:lnTo>
                    <a:pt x="338764" y="506508"/>
                  </a:lnTo>
                  <a:lnTo>
                    <a:pt x="339030" y="506718"/>
                  </a:lnTo>
                  <a:lnTo>
                    <a:pt x="339196" y="506747"/>
                  </a:lnTo>
                  <a:lnTo>
                    <a:pt x="339541" y="507006"/>
                  </a:lnTo>
                  <a:lnTo>
                    <a:pt x="339699" y="507080"/>
                  </a:lnTo>
                  <a:lnTo>
                    <a:pt x="339865" y="507143"/>
                  </a:lnTo>
                  <a:lnTo>
                    <a:pt x="340176" y="507202"/>
                  </a:lnTo>
                  <a:lnTo>
                    <a:pt x="340056" y="507458"/>
                  </a:lnTo>
                  <a:lnTo>
                    <a:pt x="339946" y="507687"/>
                  </a:lnTo>
                  <a:lnTo>
                    <a:pt x="339900" y="507932"/>
                  </a:lnTo>
                  <a:lnTo>
                    <a:pt x="339775" y="508142"/>
                  </a:lnTo>
                  <a:lnTo>
                    <a:pt x="339402" y="508500"/>
                  </a:lnTo>
                  <a:lnTo>
                    <a:pt x="339126" y="508706"/>
                  </a:lnTo>
                  <a:lnTo>
                    <a:pt x="338824" y="508913"/>
                  </a:lnTo>
                  <a:lnTo>
                    <a:pt x="338589" y="509088"/>
                  </a:lnTo>
                  <a:lnTo>
                    <a:pt x="338548" y="509596"/>
                  </a:lnTo>
                  <a:lnTo>
                    <a:pt x="338419" y="509888"/>
                  </a:lnTo>
                  <a:lnTo>
                    <a:pt x="338283" y="510055"/>
                  </a:lnTo>
                  <a:lnTo>
                    <a:pt x="338388" y="510382"/>
                  </a:lnTo>
                  <a:lnTo>
                    <a:pt x="338649" y="510625"/>
                  </a:lnTo>
                  <a:lnTo>
                    <a:pt x="338924" y="510592"/>
                  </a:lnTo>
                  <a:lnTo>
                    <a:pt x="339677" y="510722"/>
                  </a:lnTo>
                  <a:lnTo>
                    <a:pt x="339901" y="510803"/>
                  </a:lnTo>
                  <a:lnTo>
                    <a:pt x="340365" y="510934"/>
                  </a:lnTo>
                  <a:lnTo>
                    <a:pt x="340371" y="511559"/>
                  </a:lnTo>
                  <a:lnTo>
                    <a:pt x="340595" y="511792"/>
                  </a:lnTo>
                  <a:lnTo>
                    <a:pt x="340731" y="511874"/>
                  </a:lnTo>
                  <a:lnTo>
                    <a:pt x="340849" y="512077"/>
                  </a:lnTo>
                  <a:lnTo>
                    <a:pt x="340849" y="512276"/>
                  </a:lnTo>
                  <a:lnTo>
                    <a:pt x="340929" y="512638"/>
                  </a:lnTo>
                  <a:lnTo>
                    <a:pt x="341120" y="513008"/>
                  </a:lnTo>
                  <a:lnTo>
                    <a:pt x="341234" y="513194"/>
                  </a:lnTo>
                  <a:lnTo>
                    <a:pt x="341288" y="513717"/>
                  </a:lnTo>
                  <a:lnTo>
                    <a:pt x="341432" y="513854"/>
                  </a:lnTo>
                  <a:lnTo>
                    <a:pt x="341494" y="514016"/>
                  </a:lnTo>
                  <a:lnTo>
                    <a:pt x="341394" y="514695"/>
                  </a:lnTo>
                  <a:lnTo>
                    <a:pt x="341397" y="515699"/>
                  </a:lnTo>
                  <a:lnTo>
                    <a:pt x="341983" y="515953"/>
                  </a:lnTo>
                  <a:lnTo>
                    <a:pt x="341600" y="516143"/>
                  </a:lnTo>
                  <a:lnTo>
                    <a:pt x="341465" y="516312"/>
                  </a:lnTo>
                  <a:lnTo>
                    <a:pt x="341587" y="516714"/>
                  </a:lnTo>
                  <a:lnTo>
                    <a:pt x="341488" y="517237"/>
                  </a:lnTo>
                  <a:lnTo>
                    <a:pt x="341062" y="517239"/>
                  </a:lnTo>
                  <a:lnTo>
                    <a:pt x="340535" y="517687"/>
                  </a:lnTo>
                  <a:lnTo>
                    <a:pt x="340368" y="517840"/>
                  </a:lnTo>
                  <a:lnTo>
                    <a:pt x="340177" y="517910"/>
                  </a:lnTo>
                  <a:lnTo>
                    <a:pt x="339918" y="518058"/>
                  </a:lnTo>
                  <a:lnTo>
                    <a:pt x="339388" y="518279"/>
                  </a:lnTo>
                  <a:lnTo>
                    <a:pt x="338292" y="517853"/>
                  </a:lnTo>
                  <a:lnTo>
                    <a:pt x="338363" y="517601"/>
                  </a:lnTo>
                  <a:lnTo>
                    <a:pt x="338224" y="517050"/>
                  </a:lnTo>
                  <a:lnTo>
                    <a:pt x="338056" y="517022"/>
                  </a:lnTo>
                  <a:lnTo>
                    <a:pt x="337050" y="517107"/>
                  </a:lnTo>
                  <a:lnTo>
                    <a:pt x="336803" y="517236"/>
                  </a:lnTo>
                  <a:lnTo>
                    <a:pt x="336247" y="517539"/>
                  </a:lnTo>
                  <a:lnTo>
                    <a:pt x="336150" y="517899"/>
                  </a:lnTo>
                  <a:lnTo>
                    <a:pt x="336160" y="518217"/>
                  </a:lnTo>
                  <a:lnTo>
                    <a:pt x="336128" y="518400"/>
                  </a:lnTo>
                  <a:lnTo>
                    <a:pt x="336093" y="518569"/>
                  </a:lnTo>
                  <a:lnTo>
                    <a:pt x="335997" y="519006"/>
                  </a:lnTo>
                  <a:lnTo>
                    <a:pt x="335896" y="519297"/>
                  </a:lnTo>
                  <a:lnTo>
                    <a:pt x="335770" y="519681"/>
                  </a:lnTo>
                  <a:lnTo>
                    <a:pt x="335781" y="519904"/>
                  </a:lnTo>
                  <a:lnTo>
                    <a:pt x="335736" y="520294"/>
                  </a:lnTo>
                  <a:lnTo>
                    <a:pt x="335624" y="520534"/>
                  </a:lnTo>
                  <a:lnTo>
                    <a:pt x="335562" y="520898"/>
                  </a:lnTo>
                  <a:lnTo>
                    <a:pt x="335577" y="521328"/>
                  </a:lnTo>
                  <a:lnTo>
                    <a:pt x="335501" y="521518"/>
                  </a:lnTo>
                  <a:lnTo>
                    <a:pt x="335416" y="521688"/>
                  </a:lnTo>
                  <a:lnTo>
                    <a:pt x="335324" y="521883"/>
                  </a:lnTo>
                  <a:lnTo>
                    <a:pt x="335205" y="522177"/>
                  </a:lnTo>
                  <a:lnTo>
                    <a:pt x="335054" y="522835"/>
                  </a:lnTo>
                  <a:lnTo>
                    <a:pt x="335164" y="523438"/>
                  </a:lnTo>
                  <a:lnTo>
                    <a:pt x="335401" y="524325"/>
                  </a:lnTo>
                  <a:lnTo>
                    <a:pt x="336643" y="525097"/>
                  </a:lnTo>
                  <a:lnTo>
                    <a:pt x="336906" y="525142"/>
                  </a:lnTo>
                  <a:lnTo>
                    <a:pt x="336758" y="525646"/>
                  </a:lnTo>
                  <a:lnTo>
                    <a:pt x="336609" y="525999"/>
                  </a:lnTo>
                  <a:lnTo>
                    <a:pt x="336438" y="526304"/>
                  </a:lnTo>
                  <a:lnTo>
                    <a:pt x="336458" y="527124"/>
                  </a:lnTo>
                  <a:lnTo>
                    <a:pt x="336571" y="527279"/>
                  </a:lnTo>
                  <a:lnTo>
                    <a:pt x="336880" y="527887"/>
                  </a:lnTo>
                  <a:lnTo>
                    <a:pt x="336091" y="527946"/>
                  </a:lnTo>
                  <a:lnTo>
                    <a:pt x="335733" y="528033"/>
                  </a:lnTo>
                  <a:lnTo>
                    <a:pt x="335238" y="528070"/>
                  </a:lnTo>
                  <a:lnTo>
                    <a:pt x="334732" y="528044"/>
                  </a:lnTo>
                  <a:lnTo>
                    <a:pt x="334420" y="527669"/>
                  </a:lnTo>
                  <a:lnTo>
                    <a:pt x="334194" y="527475"/>
                  </a:lnTo>
                  <a:lnTo>
                    <a:pt x="333632" y="526858"/>
                  </a:lnTo>
                  <a:lnTo>
                    <a:pt x="333629" y="526731"/>
                  </a:lnTo>
                  <a:lnTo>
                    <a:pt x="333555" y="526397"/>
                  </a:lnTo>
                  <a:lnTo>
                    <a:pt x="333071" y="526374"/>
                  </a:lnTo>
                  <a:lnTo>
                    <a:pt x="332976" y="526561"/>
                  </a:lnTo>
                  <a:lnTo>
                    <a:pt x="332808" y="526828"/>
                  </a:lnTo>
                  <a:lnTo>
                    <a:pt x="332404" y="526846"/>
                  </a:lnTo>
                  <a:lnTo>
                    <a:pt x="332335" y="527161"/>
                  </a:lnTo>
                  <a:lnTo>
                    <a:pt x="332469" y="527311"/>
                  </a:lnTo>
                  <a:lnTo>
                    <a:pt x="332836" y="527685"/>
                  </a:lnTo>
                  <a:lnTo>
                    <a:pt x="333171" y="527897"/>
                  </a:lnTo>
                  <a:lnTo>
                    <a:pt x="333437" y="528094"/>
                  </a:lnTo>
                  <a:lnTo>
                    <a:pt x="333812" y="528702"/>
                  </a:lnTo>
                  <a:lnTo>
                    <a:pt x="333844" y="529089"/>
                  </a:lnTo>
                  <a:lnTo>
                    <a:pt x="333393" y="529453"/>
                  </a:lnTo>
                  <a:lnTo>
                    <a:pt x="333055" y="529489"/>
                  </a:lnTo>
                  <a:lnTo>
                    <a:pt x="332844" y="529499"/>
                  </a:lnTo>
                  <a:lnTo>
                    <a:pt x="332373" y="529036"/>
                  </a:lnTo>
                  <a:lnTo>
                    <a:pt x="331861" y="528829"/>
                  </a:lnTo>
                  <a:lnTo>
                    <a:pt x="331648" y="529094"/>
                  </a:lnTo>
                  <a:lnTo>
                    <a:pt x="331377" y="529547"/>
                  </a:lnTo>
                  <a:lnTo>
                    <a:pt x="330980" y="529943"/>
                  </a:lnTo>
                  <a:lnTo>
                    <a:pt x="330854" y="530373"/>
                  </a:lnTo>
                  <a:lnTo>
                    <a:pt x="330565" y="530148"/>
                  </a:lnTo>
                  <a:lnTo>
                    <a:pt x="330289" y="529754"/>
                  </a:lnTo>
                  <a:lnTo>
                    <a:pt x="329710" y="529643"/>
                  </a:lnTo>
                  <a:lnTo>
                    <a:pt x="329314" y="529425"/>
                  </a:lnTo>
                  <a:lnTo>
                    <a:pt x="328943" y="529440"/>
                  </a:lnTo>
                  <a:lnTo>
                    <a:pt x="328460" y="529542"/>
                  </a:lnTo>
                  <a:lnTo>
                    <a:pt x="328350" y="529671"/>
                  </a:lnTo>
                  <a:lnTo>
                    <a:pt x="327965" y="529731"/>
                  </a:lnTo>
                  <a:lnTo>
                    <a:pt x="327281" y="529367"/>
                  </a:lnTo>
                  <a:lnTo>
                    <a:pt x="326828" y="529274"/>
                  </a:lnTo>
                  <a:lnTo>
                    <a:pt x="326679" y="529361"/>
                  </a:lnTo>
                  <a:lnTo>
                    <a:pt x="326387" y="529376"/>
                  </a:lnTo>
                  <a:lnTo>
                    <a:pt x="325952" y="529221"/>
                  </a:lnTo>
                  <a:lnTo>
                    <a:pt x="325652" y="529186"/>
                  </a:lnTo>
                  <a:lnTo>
                    <a:pt x="325428" y="529213"/>
                  </a:lnTo>
                  <a:lnTo>
                    <a:pt x="324879" y="529117"/>
                  </a:lnTo>
                  <a:lnTo>
                    <a:pt x="324423" y="528772"/>
                  </a:lnTo>
                  <a:lnTo>
                    <a:pt x="324119" y="528281"/>
                  </a:lnTo>
                  <a:lnTo>
                    <a:pt x="323853" y="528330"/>
                  </a:lnTo>
                  <a:lnTo>
                    <a:pt x="323606" y="528350"/>
                  </a:lnTo>
                  <a:lnTo>
                    <a:pt x="323143" y="528419"/>
                  </a:lnTo>
                  <a:lnTo>
                    <a:pt x="322596" y="528320"/>
                  </a:lnTo>
                  <a:lnTo>
                    <a:pt x="322327" y="528378"/>
                  </a:lnTo>
                  <a:lnTo>
                    <a:pt x="321959" y="528495"/>
                  </a:lnTo>
                  <a:lnTo>
                    <a:pt x="321505" y="528698"/>
                  </a:lnTo>
                  <a:lnTo>
                    <a:pt x="321340" y="528909"/>
                  </a:lnTo>
                  <a:lnTo>
                    <a:pt x="320972" y="529255"/>
                  </a:lnTo>
                  <a:lnTo>
                    <a:pt x="320984" y="529488"/>
                  </a:lnTo>
                  <a:lnTo>
                    <a:pt x="321146" y="529821"/>
                  </a:lnTo>
                  <a:lnTo>
                    <a:pt x="321269" y="530045"/>
                  </a:lnTo>
                  <a:lnTo>
                    <a:pt x="321473" y="530370"/>
                  </a:lnTo>
                  <a:lnTo>
                    <a:pt x="321687" y="530474"/>
                  </a:lnTo>
                  <a:lnTo>
                    <a:pt x="322116" y="530614"/>
                  </a:lnTo>
                  <a:lnTo>
                    <a:pt x="322327" y="530879"/>
                  </a:lnTo>
                  <a:lnTo>
                    <a:pt x="322244" y="531176"/>
                  </a:lnTo>
                  <a:lnTo>
                    <a:pt x="321920" y="531671"/>
                  </a:lnTo>
                  <a:lnTo>
                    <a:pt x="321878" y="531835"/>
                  </a:lnTo>
                  <a:lnTo>
                    <a:pt x="321347" y="532092"/>
                  </a:lnTo>
                  <a:lnTo>
                    <a:pt x="320264" y="531558"/>
                  </a:lnTo>
                  <a:lnTo>
                    <a:pt x="319970" y="531437"/>
                  </a:lnTo>
                  <a:lnTo>
                    <a:pt x="319477" y="531009"/>
                  </a:lnTo>
                  <a:lnTo>
                    <a:pt x="319246" y="530817"/>
                  </a:lnTo>
                  <a:lnTo>
                    <a:pt x="319060" y="531219"/>
                  </a:lnTo>
                  <a:lnTo>
                    <a:pt x="318560" y="531671"/>
                  </a:lnTo>
                  <a:lnTo>
                    <a:pt x="318420" y="531735"/>
                  </a:lnTo>
                  <a:lnTo>
                    <a:pt x="318161" y="531742"/>
                  </a:lnTo>
                  <a:lnTo>
                    <a:pt x="317934" y="531740"/>
                  </a:lnTo>
                  <a:lnTo>
                    <a:pt x="317920" y="532086"/>
                  </a:lnTo>
                  <a:lnTo>
                    <a:pt x="318070" y="532592"/>
                  </a:lnTo>
                  <a:lnTo>
                    <a:pt x="318204" y="532929"/>
                  </a:lnTo>
                  <a:lnTo>
                    <a:pt x="318036" y="533217"/>
                  </a:lnTo>
                  <a:lnTo>
                    <a:pt x="317888" y="533053"/>
                  </a:lnTo>
                  <a:lnTo>
                    <a:pt x="317601" y="532882"/>
                  </a:lnTo>
                  <a:lnTo>
                    <a:pt x="317458" y="532900"/>
                  </a:lnTo>
                  <a:lnTo>
                    <a:pt x="317224" y="532567"/>
                  </a:lnTo>
                  <a:lnTo>
                    <a:pt x="317205" y="532419"/>
                  </a:lnTo>
                  <a:lnTo>
                    <a:pt x="316390" y="531526"/>
                  </a:lnTo>
                  <a:lnTo>
                    <a:pt x="316083" y="531060"/>
                  </a:lnTo>
                  <a:lnTo>
                    <a:pt x="315168" y="530644"/>
                  </a:lnTo>
                  <a:lnTo>
                    <a:pt x="314726" y="530685"/>
                  </a:lnTo>
                  <a:lnTo>
                    <a:pt x="314517" y="530895"/>
                  </a:lnTo>
                  <a:lnTo>
                    <a:pt x="314086" y="531015"/>
                  </a:lnTo>
                  <a:lnTo>
                    <a:pt x="313424" y="530798"/>
                  </a:lnTo>
                  <a:lnTo>
                    <a:pt x="313237" y="530846"/>
                  </a:lnTo>
                  <a:lnTo>
                    <a:pt x="312784" y="530816"/>
                  </a:lnTo>
                  <a:lnTo>
                    <a:pt x="312664" y="530669"/>
                  </a:lnTo>
                  <a:lnTo>
                    <a:pt x="312540" y="530509"/>
                  </a:lnTo>
                  <a:lnTo>
                    <a:pt x="312326" y="530230"/>
                  </a:lnTo>
                  <a:lnTo>
                    <a:pt x="311962" y="530395"/>
                  </a:lnTo>
                  <a:lnTo>
                    <a:pt x="311946" y="530914"/>
                  </a:lnTo>
                  <a:lnTo>
                    <a:pt x="312435" y="531262"/>
                  </a:lnTo>
                  <a:lnTo>
                    <a:pt x="312774" y="531479"/>
                  </a:lnTo>
                  <a:lnTo>
                    <a:pt x="312785" y="531671"/>
                  </a:lnTo>
                  <a:lnTo>
                    <a:pt x="312709" y="531830"/>
                  </a:lnTo>
                  <a:lnTo>
                    <a:pt x="312665" y="532017"/>
                  </a:lnTo>
                  <a:lnTo>
                    <a:pt x="312612" y="532579"/>
                  </a:lnTo>
                  <a:lnTo>
                    <a:pt x="312954" y="533079"/>
                  </a:lnTo>
                  <a:lnTo>
                    <a:pt x="313144" y="533525"/>
                  </a:lnTo>
                  <a:lnTo>
                    <a:pt x="313368" y="534279"/>
                  </a:lnTo>
                  <a:lnTo>
                    <a:pt x="313972" y="534431"/>
                  </a:lnTo>
                  <a:lnTo>
                    <a:pt x="314236" y="534716"/>
                  </a:lnTo>
                  <a:lnTo>
                    <a:pt x="314291" y="534879"/>
                  </a:lnTo>
                  <a:lnTo>
                    <a:pt x="314254" y="535192"/>
                  </a:lnTo>
                  <a:lnTo>
                    <a:pt x="314566" y="535809"/>
                  </a:lnTo>
                  <a:lnTo>
                    <a:pt x="314753" y="535963"/>
                  </a:lnTo>
                  <a:lnTo>
                    <a:pt x="315177" y="536073"/>
                  </a:lnTo>
                  <a:lnTo>
                    <a:pt x="315685" y="536526"/>
                  </a:lnTo>
                  <a:lnTo>
                    <a:pt x="315580" y="536931"/>
                  </a:lnTo>
                  <a:lnTo>
                    <a:pt x="315241" y="537242"/>
                  </a:lnTo>
                  <a:lnTo>
                    <a:pt x="315072" y="537640"/>
                  </a:lnTo>
                  <a:lnTo>
                    <a:pt x="315026" y="537893"/>
                  </a:lnTo>
                  <a:lnTo>
                    <a:pt x="314853" y="537917"/>
                  </a:lnTo>
                  <a:lnTo>
                    <a:pt x="314396" y="537907"/>
                  </a:lnTo>
                  <a:lnTo>
                    <a:pt x="313846" y="537928"/>
                  </a:lnTo>
                  <a:lnTo>
                    <a:pt x="313585" y="538026"/>
                  </a:lnTo>
                  <a:lnTo>
                    <a:pt x="313519" y="538285"/>
                  </a:lnTo>
                  <a:lnTo>
                    <a:pt x="313481" y="538618"/>
                  </a:lnTo>
                  <a:lnTo>
                    <a:pt x="313570" y="539500"/>
                  </a:lnTo>
                  <a:lnTo>
                    <a:pt x="313705" y="540253"/>
                  </a:lnTo>
                  <a:lnTo>
                    <a:pt x="313867" y="540527"/>
                  </a:lnTo>
                  <a:lnTo>
                    <a:pt x="314962" y="541355"/>
                  </a:lnTo>
                  <a:lnTo>
                    <a:pt x="315103" y="541434"/>
                  </a:lnTo>
                  <a:lnTo>
                    <a:pt x="315170" y="541606"/>
                  </a:lnTo>
                  <a:lnTo>
                    <a:pt x="315196" y="541737"/>
                  </a:lnTo>
                  <a:lnTo>
                    <a:pt x="315140" y="542057"/>
                  </a:lnTo>
                  <a:lnTo>
                    <a:pt x="315191" y="542660"/>
                  </a:lnTo>
                  <a:lnTo>
                    <a:pt x="315643" y="543007"/>
                  </a:lnTo>
                  <a:lnTo>
                    <a:pt x="316331" y="544133"/>
                  </a:lnTo>
                  <a:lnTo>
                    <a:pt x="316536" y="544103"/>
                  </a:lnTo>
                  <a:lnTo>
                    <a:pt x="316956" y="544769"/>
                  </a:lnTo>
                  <a:lnTo>
                    <a:pt x="316929" y="545136"/>
                  </a:lnTo>
                  <a:lnTo>
                    <a:pt x="316612" y="545570"/>
                  </a:lnTo>
                  <a:lnTo>
                    <a:pt x="316060" y="546067"/>
                  </a:lnTo>
                  <a:lnTo>
                    <a:pt x="315771" y="546048"/>
                  </a:lnTo>
                  <a:lnTo>
                    <a:pt x="315330" y="545957"/>
                  </a:lnTo>
                  <a:lnTo>
                    <a:pt x="315096" y="545986"/>
                  </a:lnTo>
                  <a:lnTo>
                    <a:pt x="314707" y="546199"/>
                  </a:lnTo>
                  <a:lnTo>
                    <a:pt x="314442" y="546643"/>
                  </a:lnTo>
                  <a:lnTo>
                    <a:pt x="314483" y="546884"/>
                  </a:lnTo>
                  <a:lnTo>
                    <a:pt x="314084" y="547392"/>
                  </a:lnTo>
                  <a:lnTo>
                    <a:pt x="313369" y="547333"/>
                  </a:lnTo>
                  <a:lnTo>
                    <a:pt x="312928" y="547388"/>
                  </a:lnTo>
                  <a:lnTo>
                    <a:pt x="312453" y="547200"/>
                  </a:lnTo>
                  <a:lnTo>
                    <a:pt x="312237" y="547065"/>
                  </a:lnTo>
                  <a:lnTo>
                    <a:pt x="311801" y="546674"/>
                  </a:lnTo>
                  <a:lnTo>
                    <a:pt x="311448" y="546033"/>
                  </a:lnTo>
                  <a:lnTo>
                    <a:pt x="311232" y="545866"/>
                  </a:lnTo>
                  <a:lnTo>
                    <a:pt x="310936" y="545499"/>
                  </a:lnTo>
                  <a:lnTo>
                    <a:pt x="310889" y="545330"/>
                  </a:lnTo>
                  <a:lnTo>
                    <a:pt x="310636" y="545067"/>
                  </a:lnTo>
                  <a:lnTo>
                    <a:pt x="310209" y="544862"/>
                  </a:lnTo>
                  <a:lnTo>
                    <a:pt x="309907" y="544737"/>
                  </a:lnTo>
                  <a:lnTo>
                    <a:pt x="309570" y="544843"/>
                  </a:lnTo>
                  <a:lnTo>
                    <a:pt x="309560" y="545146"/>
                  </a:lnTo>
                  <a:lnTo>
                    <a:pt x="309703" y="545550"/>
                  </a:lnTo>
                  <a:lnTo>
                    <a:pt x="309215" y="545837"/>
                  </a:lnTo>
                  <a:lnTo>
                    <a:pt x="308656" y="545676"/>
                  </a:lnTo>
                  <a:lnTo>
                    <a:pt x="308130" y="545321"/>
                  </a:lnTo>
                  <a:lnTo>
                    <a:pt x="307767" y="544983"/>
                  </a:lnTo>
                  <a:lnTo>
                    <a:pt x="307695" y="544736"/>
                  </a:lnTo>
                  <a:lnTo>
                    <a:pt x="307578" y="544537"/>
                  </a:lnTo>
                  <a:lnTo>
                    <a:pt x="307237" y="544336"/>
                  </a:lnTo>
                  <a:lnTo>
                    <a:pt x="307018" y="544511"/>
                  </a:lnTo>
                  <a:lnTo>
                    <a:pt x="306610" y="544787"/>
                  </a:lnTo>
                  <a:lnTo>
                    <a:pt x="305561" y="545453"/>
                  </a:lnTo>
                  <a:lnTo>
                    <a:pt x="305292" y="545515"/>
                  </a:lnTo>
                  <a:lnTo>
                    <a:pt x="304797" y="545206"/>
                  </a:lnTo>
                  <a:lnTo>
                    <a:pt x="304563" y="544937"/>
                  </a:lnTo>
                  <a:lnTo>
                    <a:pt x="304280" y="544720"/>
                  </a:lnTo>
                  <a:lnTo>
                    <a:pt x="303850" y="544475"/>
                  </a:lnTo>
                  <a:lnTo>
                    <a:pt x="303642" y="544387"/>
                  </a:lnTo>
                  <a:lnTo>
                    <a:pt x="303457" y="544013"/>
                  </a:lnTo>
                  <a:lnTo>
                    <a:pt x="303028" y="543686"/>
                  </a:lnTo>
                  <a:lnTo>
                    <a:pt x="302659" y="543561"/>
                  </a:lnTo>
                  <a:lnTo>
                    <a:pt x="302201" y="543244"/>
                  </a:lnTo>
                  <a:lnTo>
                    <a:pt x="302105" y="543099"/>
                  </a:lnTo>
                  <a:lnTo>
                    <a:pt x="301835" y="542940"/>
                  </a:lnTo>
                  <a:lnTo>
                    <a:pt x="301490" y="542810"/>
                  </a:lnTo>
                  <a:lnTo>
                    <a:pt x="301298" y="542777"/>
                  </a:lnTo>
                  <a:lnTo>
                    <a:pt x="300933" y="542428"/>
                  </a:lnTo>
                  <a:lnTo>
                    <a:pt x="300749" y="542246"/>
                  </a:lnTo>
                  <a:lnTo>
                    <a:pt x="299738" y="541517"/>
                  </a:lnTo>
                  <a:lnTo>
                    <a:pt x="299594" y="541341"/>
                  </a:lnTo>
                  <a:lnTo>
                    <a:pt x="299529" y="541174"/>
                  </a:lnTo>
                  <a:lnTo>
                    <a:pt x="299479" y="540832"/>
                  </a:lnTo>
                  <a:lnTo>
                    <a:pt x="299506" y="540419"/>
                  </a:lnTo>
                  <a:lnTo>
                    <a:pt x="299431" y="540129"/>
                  </a:lnTo>
                  <a:lnTo>
                    <a:pt x="299369" y="539991"/>
                  </a:lnTo>
                  <a:lnTo>
                    <a:pt x="299261" y="539844"/>
                  </a:lnTo>
                  <a:lnTo>
                    <a:pt x="299082" y="539807"/>
                  </a:lnTo>
                  <a:lnTo>
                    <a:pt x="298661" y="539638"/>
                  </a:lnTo>
                  <a:lnTo>
                    <a:pt x="298455" y="539043"/>
                  </a:lnTo>
                  <a:lnTo>
                    <a:pt x="298445" y="538624"/>
                  </a:lnTo>
                  <a:lnTo>
                    <a:pt x="298313" y="538042"/>
                  </a:lnTo>
                  <a:lnTo>
                    <a:pt x="298110" y="537672"/>
                  </a:lnTo>
                  <a:lnTo>
                    <a:pt x="298068" y="537539"/>
                  </a:lnTo>
                  <a:lnTo>
                    <a:pt x="298073" y="537402"/>
                  </a:lnTo>
                  <a:lnTo>
                    <a:pt x="298195" y="537200"/>
                  </a:lnTo>
                  <a:lnTo>
                    <a:pt x="298229" y="537038"/>
                  </a:lnTo>
                  <a:lnTo>
                    <a:pt x="298207" y="536894"/>
                  </a:lnTo>
                  <a:lnTo>
                    <a:pt x="297712" y="535558"/>
                  </a:lnTo>
                  <a:lnTo>
                    <a:pt x="297535" y="535278"/>
                  </a:lnTo>
                  <a:lnTo>
                    <a:pt x="296719" y="535205"/>
                  </a:lnTo>
                  <a:lnTo>
                    <a:pt x="296583" y="535389"/>
                  </a:lnTo>
                  <a:lnTo>
                    <a:pt x="296176" y="535625"/>
                  </a:lnTo>
                  <a:lnTo>
                    <a:pt x="293549" y="535478"/>
                  </a:lnTo>
                  <a:lnTo>
                    <a:pt x="292981" y="535443"/>
                  </a:lnTo>
                  <a:lnTo>
                    <a:pt x="292540" y="535376"/>
                  </a:lnTo>
                  <a:lnTo>
                    <a:pt x="291818" y="534951"/>
                  </a:lnTo>
                  <a:lnTo>
                    <a:pt x="291469" y="535032"/>
                  </a:lnTo>
                  <a:lnTo>
                    <a:pt x="291299" y="535155"/>
                  </a:lnTo>
                  <a:lnTo>
                    <a:pt x="291154" y="535632"/>
                  </a:lnTo>
                  <a:lnTo>
                    <a:pt x="290383" y="536142"/>
                  </a:lnTo>
                  <a:lnTo>
                    <a:pt x="289675" y="536058"/>
                  </a:lnTo>
                  <a:lnTo>
                    <a:pt x="289266" y="536119"/>
                  </a:lnTo>
                  <a:lnTo>
                    <a:pt x="289058" y="536237"/>
                  </a:lnTo>
                  <a:lnTo>
                    <a:pt x="289609" y="537282"/>
                  </a:lnTo>
                  <a:lnTo>
                    <a:pt x="289855" y="537489"/>
                  </a:lnTo>
                  <a:lnTo>
                    <a:pt x="290030" y="537491"/>
                  </a:lnTo>
                  <a:lnTo>
                    <a:pt x="290185" y="537695"/>
                  </a:lnTo>
                  <a:lnTo>
                    <a:pt x="289908" y="538552"/>
                  </a:lnTo>
                  <a:lnTo>
                    <a:pt x="289864" y="538856"/>
                  </a:lnTo>
                  <a:lnTo>
                    <a:pt x="289721" y="539209"/>
                  </a:lnTo>
                  <a:lnTo>
                    <a:pt x="289603" y="539386"/>
                  </a:lnTo>
                  <a:lnTo>
                    <a:pt x="289401" y="539340"/>
                  </a:lnTo>
                  <a:lnTo>
                    <a:pt x="288859" y="539529"/>
                  </a:lnTo>
                  <a:lnTo>
                    <a:pt x="288542" y="540292"/>
                  </a:lnTo>
                  <a:lnTo>
                    <a:pt x="288676" y="540650"/>
                  </a:lnTo>
                  <a:lnTo>
                    <a:pt x="288747" y="540944"/>
                  </a:lnTo>
                  <a:lnTo>
                    <a:pt x="288815" y="541605"/>
                  </a:lnTo>
                  <a:lnTo>
                    <a:pt x="288738" y="541828"/>
                  </a:lnTo>
                  <a:lnTo>
                    <a:pt x="288622" y="542090"/>
                  </a:lnTo>
                  <a:lnTo>
                    <a:pt x="288577" y="542291"/>
                  </a:lnTo>
                  <a:lnTo>
                    <a:pt x="288574" y="542448"/>
                  </a:lnTo>
                  <a:lnTo>
                    <a:pt x="288716" y="542565"/>
                  </a:lnTo>
                  <a:lnTo>
                    <a:pt x="288917" y="542563"/>
                  </a:lnTo>
                  <a:lnTo>
                    <a:pt x="289229" y="542657"/>
                  </a:lnTo>
                  <a:lnTo>
                    <a:pt x="289843" y="542948"/>
                  </a:lnTo>
                  <a:lnTo>
                    <a:pt x="290007" y="543045"/>
                  </a:lnTo>
                  <a:lnTo>
                    <a:pt x="290940" y="543754"/>
                  </a:lnTo>
                  <a:lnTo>
                    <a:pt x="290587" y="544064"/>
                  </a:lnTo>
                  <a:lnTo>
                    <a:pt x="290530" y="544524"/>
                  </a:lnTo>
                  <a:lnTo>
                    <a:pt x="290615" y="544675"/>
                  </a:lnTo>
                  <a:lnTo>
                    <a:pt x="291013" y="544999"/>
                  </a:lnTo>
                  <a:lnTo>
                    <a:pt x="291050" y="545325"/>
                  </a:lnTo>
                  <a:lnTo>
                    <a:pt x="291428" y="545726"/>
                  </a:lnTo>
                  <a:lnTo>
                    <a:pt x="291831" y="546325"/>
                  </a:lnTo>
                  <a:lnTo>
                    <a:pt x="291599" y="547014"/>
                  </a:lnTo>
                  <a:lnTo>
                    <a:pt x="291565" y="547163"/>
                  </a:lnTo>
                  <a:lnTo>
                    <a:pt x="291655" y="547563"/>
                  </a:lnTo>
                  <a:lnTo>
                    <a:pt x="291755" y="547819"/>
                  </a:lnTo>
                  <a:lnTo>
                    <a:pt x="291568" y="548121"/>
                  </a:lnTo>
                  <a:lnTo>
                    <a:pt x="291172" y="548172"/>
                  </a:lnTo>
                  <a:lnTo>
                    <a:pt x="290872" y="548181"/>
                  </a:lnTo>
                  <a:lnTo>
                    <a:pt x="290604" y="548364"/>
                  </a:lnTo>
                  <a:lnTo>
                    <a:pt x="290551" y="548555"/>
                  </a:lnTo>
                  <a:lnTo>
                    <a:pt x="290625" y="548876"/>
                  </a:lnTo>
                  <a:lnTo>
                    <a:pt x="290672" y="549218"/>
                  </a:lnTo>
                  <a:lnTo>
                    <a:pt x="290642" y="549800"/>
                  </a:lnTo>
                  <a:lnTo>
                    <a:pt x="290511" y="549849"/>
                  </a:lnTo>
                  <a:lnTo>
                    <a:pt x="290381" y="549948"/>
                  </a:lnTo>
                  <a:lnTo>
                    <a:pt x="290209" y="550172"/>
                  </a:lnTo>
                  <a:lnTo>
                    <a:pt x="290294" y="550515"/>
                  </a:lnTo>
                  <a:lnTo>
                    <a:pt x="290065" y="550865"/>
                  </a:lnTo>
                  <a:lnTo>
                    <a:pt x="289847" y="551032"/>
                  </a:lnTo>
                  <a:lnTo>
                    <a:pt x="289475" y="550875"/>
                  </a:lnTo>
                  <a:lnTo>
                    <a:pt x="289447" y="550687"/>
                  </a:lnTo>
                  <a:lnTo>
                    <a:pt x="289142" y="550672"/>
                  </a:lnTo>
                  <a:lnTo>
                    <a:pt x="288755" y="550764"/>
                  </a:lnTo>
                  <a:lnTo>
                    <a:pt x="288434" y="550900"/>
                  </a:lnTo>
                  <a:lnTo>
                    <a:pt x="287980" y="550964"/>
                  </a:lnTo>
                  <a:lnTo>
                    <a:pt x="287792" y="550921"/>
                  </a:lnTo>
                  <a:lnTo>
                    <a:pt x="287629" y="550786"/>
                  </a:lnTo>
                  <a:lnTo>
                    <a:pt x="287535" y="550533"/>
                  </a:lnTo>
                  <a:lnTo>
                    <a:pt x="287456" y="550168"/>
                  </a:lnTo>
                  <a:lnTo>
                    <a:pt x="287478" y="549305"/>
                  </a:lnTo>
                  <a:lnTo>
                    <a:pt x="287555" y="548380"/>
                  </a:lnTo>
                  <a:lnTo>
                    <a:pt x="287458" y="548108"/>
                  </a:lnTo>
                  <a:lnTo>
                    <a:pt x="287341" y="547491"/>
                  </a:lnTo>
                  <a:lnTo>
                    <a:pt x="287319" y="547323"/>
                  </a:lnTo>
                  <a:lnTo>
                    <a:pt x="287347" y="547066"/>
                  </a:lnTo>
                  <a:lnTo>
                    <a:pt x="287326" y="546720"/>
                  </a:lnTo>
                  <a:lnTo>
                    <a:pt x="287165" y="546488"/>
                  </a:lnTo>
                  <a:lnTo>
                    <a:pt x="286951" y="546313"/>
                  </a:lnTo>
                  <a:lnTo>
                    <a:pt x="286794" y="546244"/>
                  </a:lnTo>
                  <a:lnTo>
                    <a:pt x="286646" y="546273"/>
                  </a:lnTo>
                  <a:lnTo>
                    <a:pt x="286212" y="546272"/>
                  </a:lnTo>
                  <a:lnTo>
                    <a:pt x="286018" y="546228"/>
                  </a:lnTo>
                  <a:lnTo>
                    <a:pt x="285641" y="546065"/>
                  </a:lnTo>
                  <a:lnTo>
                    <a:pt x="285589" y="545804"/>
                  </a:lnTo>
                  <a:lnTo>
                    <a:pt x="285229" y="545505"/>
                  </a:lnTo>
                  <a:lnTo>
                    <a:pt x="284051" y="545096"/>
                  </a:lnTo>
                  <a:lnTo>
                    <a:pt x="283341" y="544611"/>
                  </a:lnTo>
                  <a:lnTo>
                    <a:pt x="283122" y="544615"/>
                  </a:lnTo>
                  <a:lnTo>
                    <a:pt x="282816" y="544497"/>
                  </a:lnTo>
                  <a:lnTo>
                    <a:pt x="282659" y="544360"/>
                  </a:lnTo>
                  <a:lnTo>
                    <a:pt x="282304" y="543910"/>
                  </a:lnTo>
                  <a:lnTo>
                    <a:pt x="281227" y="542790"/>
                  </a:lnTo>
                  <a:lnTo>
                    <a:pt x="280763" y="542567"/>
                  </a:lnTo>
                  <a:lnTo>
                    <a:pt x="280573" y="541829"/>
                  </a:lnTo>
                  <a:lnTo>
                    <a:pt x="280615" y="541619"/>
                  </a:lnTo>
                  <a:lnTo>
                    <a:pt x="280668" y="541420"/>
                  </a:lnTo>
                  <a:lnTo>
                    <a:pt x="280683" y="540748"/>
                  </a:lnTo>
                  <a:lnTo>
                    <a:pt x="280126" y="540416"/>
                  </a:lnTo>
                  <a:lnTo>
                    <a:pt x="279835" y="540383"/>
                  </a:lnTo>
                  <a:lnTo>
                    <a:pt x="278970" y="540330"/>
                  </a:lnTo>
                  <a:lnTo>
                    <a:pt x="277753" y="540256"/>
                  </a:lnTo>
                  <a:lnTo>
                    <a:pt x="277588" y="540251"/>
                  </a:lnTo>
                  <a:lnTo>
                    <a:pt x="276884" y="540372"/>
                  </a:lnTo>
                  <a:lnTo>
                    <a:pt x="276715" y="540444"/>
                  </a:lnTo>
                  <a:lnTo>
                    <a:pt x="275847" y="542027"/>
                  </a:lnTo>
                  <a:lnTo>
                    <a:pt x="275402" y="542586"/>
                  </a:lnTo>
                  <a:lnTo>
                    <a:pt x="275191" y="543077"/>
                  </a:lnTo>
                  <a:lnTo>
                    <a:pt x="274715" y="544230"/>
                  </a:lnTo>
                  <a:lnTo>
                    <a:pt x="274655" y="544586"/>
                  </a:lnTo>
                  <a:lnTo>
                    <a:pt x="274756" y="545134"/>
                  </a:lnTo>
                  <a:lnTo>
                    <a:pt x="274769" y="545471"/>
                  </a:lnTo>
                  <a:lnTo>
                    <a:pt x="274624" y="545887"/>
                  </a:lnTo>
                  <a:lnTo>
                    <a:pt x="273942" y="546772"/>
                  </a:lnTo>
                  <a:lnTo>
                    <a:pt x="273471" y="547000"/>
                  </a:lnTo>
                  <a:lnTo>
                    <a:pt x="273112" y="546757"/>
                  </a:lnTo>
                  <a:lnTo>
                    <a:pt x="272576" y="546062"/>
                  </a:lnTo>
                  <a:lnTo>
                    <a:pt x="272503" y="545879"/>
                  </a:lnTo>
                  <a:lnTo>
                    <a:pt x="272226" y="545100"/>
                  </a:lnTo>
                  <a:lnTo>
                    <a:pt x="272140" y="544724"/>
                  </a:lnTo>
                  <a:lnTo>
                    <a:pt x="272114" y="544575"/>
                  </a:lnTo>
                  <a:lnTo>
                    <a:pt x="272068" y="544368"/>
                  </a:lnTo>
                  <a:lnTo>
                    <a:pt x="271650" y="543822"/>
                  </a:lnTo>
                  <a:lnTo>
                    <a:pt x="271496" y="543667"/>
                  </a:lnTo>
                  <a:lnTo>
                    <a:pt x="271273" y="543563"/>
                  </a:lnTo>
                  <a:lnTo>
                    <a:pt x="271145" y="543518"/>
                  </a:lnTo>
                  <a:lnTo>
                    <a:pt x="269977" y="543117"/>
                  </a:lnTo>
                  <a:lnTo>
                    <a:pt x="269256" y="543050"/>
                  </a:lnTo>
                  <a:lnTo>
                    <a:pt x="264672" y="542040"/>
                  </a:lnTo>
                  <a:lnTo>
                    <a:pt x="264536" y="542125"/>
                  </a:lnTo>
                  <a:lnTo>
                    <a:pt x="264437" y="542513"/>
                  </a:lnTo>
                  <a:lnTo>
                    <a:pt x="264267" y="542770"/>
                  </a:lnTo>
                  <a:lnTo>
                    <a:pt x="263892" y="542848"/>
                  </a:lnTo>
                  <a:lnTo>
                    <a:pt x="263684" y="542829"/>
                  </a:lnTo>
                  <a:lnTo>
                    <a:pt x="263283" y="542763"/>
                  </a:lnTo>
                  <a:lnTo>
                    <a:pt x="263148" y="542803"/>
                  </a:lnTo>
                  <a:lnTo>
                    <a:pt x="263114" y="542976"/>
                  </a:lnTo>
                  <a:lnTo>
                    <a:pt x="263117" y="543468"/>
                  </a:lnTo>
                  <a:lnTo>
                    <a:pt x="263050" y="543799"/>
                  </a:lnTo>
                  <a:lnTo>
                    <a:pt x="262746" y="544053"/>
                  </a:lnTo>
                  <a:lnTo>
                    <a:pt x="262505" y="544178"/>
                  </a:lnTo>
                  <a:lnTo>
                    <a:pt x="262011" y="544239"/>
                  </a:lnTo>
                  <a:lnTo>
                    <a:pt x="261255" y="544152"/>
                  </a:lnTo>
                  <a:lnTo>
                    <a:pt x="260132" y="543389"/>
                  </a:lnTo>
                  <a:lnTo>
                    <a:pt x="260064" y="543124"/>
                  </a:lnTo>
                  <a:lnTo>
                    <a:pt x="259870" y="542927"/>
                  </a:lnTo>
                  <a:lnTo>
                    <a:pt x="259345" y="542395"/>
                  </a:lnTo>
                  <a:lnTo>
                    <a:pt x="259162" y="542128"/>
                  </a:lnTo>
                  <a:lnTo>
                    <a:pt x="259158" y="541974"/>
                  </a:lnTo>
                  <a:lnTo>
                    <a:pt x="259131" y="541834"/>
                  </a:lnTo>
                  <a:lnTo>
                    <a:pt x="258937" y="541705"/>
                  </a:lnTo>
                  <a:lnTo>
                    <a:pt x="258463" y="541548"/>
                  </a:lnTo>
                  <a:lnTo>
                    <a:pt x="258157" y="541436"/>
                  </a:lnTo>
                  <a:lnTo>
                    <a:pt x="257691" y="541145"/>
                  </a:lnTo>
                  <a:lnTo>
                    <a:pt x="257738" y="540904"/>
                  </a:lnTo>
                  <a:lnTo>
                    <a:pt x="258015" y="540475"/>
                  </a:lnTo>
                  <a:lnTo>
                    <a:pt x="257323" y="539832"/>
                  </a:lnTo>
                  <a:lnTo>
                    <a:pt x="257076" y="539680"/>
                  </a:lnTo>
                  <a:lnTo>
                    <a:pt x="256837" y="539220"/>
                  </a:lnTo>
                  <a:lnTo>
                    <a:pt x="256547" y="538621"/>
                  </a:lnTo>
                  <a:lnTo>
                    <a:pt x="256403" y="538310"/>
                  </a:lnTo>
                  <a:lnTo>
                    <a:pt x="256320" y="537612"/>
                  </a:lnTo>
                  <a:lnTo>
                    <a:pt x="256384" y="537452"/>
                  </a:lnTo>
                  <a:lnTo>
                    <a:pt x="256334" y="537312"/>
                  </a:lnTo>
                  <a:lnTo>
                    <a:pt x="256232" y="537119"/>
                  </a:lnTo>
                  <a:lnTo>
                    <a:pt x="255832" y="536715"/>
                  </a:lnTo>
                  <a:lnTo>
                    <a:pt x="255655" y="536499"/>
                  </a:lnTo>
                  <a:lnTo>
                    <a:pt x="255628" y="536366"/>
                  </a:lnTo>
                  <a:lnTo>
                    <a:pt x="255640" y="536147"/>
                  </a:lnTo>
                  <a:lnTo>
                    <a:pt x="255720" y="535936"/>
                  </a:lnTo>
                  <a:lnTo>
                    <a:pt x="255434" y="535534"/>
                  </a:lnTo>
                  <a:lnTo>
                    <a:pt x="255253" y="535509"/>
                  </a:lnTo>
                  <a:lnTo>
                    <a:pt x="254998" y="535372"/>
                  </a:lnTo>
                  <a:lnTo>
                    <a:pt x="254677" y="535160"/>
                  </a:lnTo>
                  <a:lnTo>
                    <a:pt x="254526" y="535149"/>
                  </a:lnTo>
                  <a:lnTo>
                    <a:pt x="254052" y="535030"/>
                  </a:lnTo>
                  <a:lnTo>
                    <a:pt x="253831" y="534366"/>
                  </a:lnTo>
                  <a:lnTo>
                    <a:pt x="254140" y="534086"/>
                  </a:lnTo>
                  <a:lnTo>
                    <a:pt x="254114" y="533910"/>
                  </a:lnTo>
                  <a:lnTo>
                    <a:pt x="254075" y="533587"/>
                  </a:lnTo>
                  <a:lnTo>
                    <a:pt x="254083" y="533228"/>
                  </a:lnTo>
                  <a:lnTo>
                    <a:pt x="254284" y="532675"/>
                  </a:lnTo>
                  <a:lnTo>
                    <a:pt x="254392" y="532519"/>
                  </a:lnTo>
                  <a:lnTo>
                    <a:pt x="254484" y="532376"/>
                  </a:lnTo>
                  <a:lnTo>
                    <a:pt x="254668" y="532163"/>
                  </a:lnTo>
                  <a:lnTo>
                    <a:pt x="254991" y="531833"/>
                  </a:lnTo>
                  <a:lnTo>
                    <a:pt x="255247" y="531469"/>
                  </a:lnTo>
                  <a:lnTo>
                    <a:pt x="255420" y="531411"/>
                  </a:lnTo>
                  <a:lnTo>
                    <a:pt x="255656" y="531445"/>
                  </a:lnTo>
                  <a:lnTo>
                    <a:pt x="256074" y="531515"/>
                  </a:lnTo>
                  <a:lnTo>
                    <a:pt x="256780" y="531595"/>
                  </a:lnTo>
                  <a:lnTo>
                    <a:pt x="257516" y="530961"/>
                  </a:lnTo>
                  <a:lnTo>
                    <a:pt x="257344" y="530833"/>
                  </a:lnTo>
                  <a:lnTo>
                    <a:pt x="257187" y="530755"/>
                  </a:lnTo>
                  <a:lnTo>
                    <a:pt x="257003" y="530651"/>
                  </a:lnTo>
                  <a:lnTo>
                    <a:pt x="256677" y="530337"/>
                  </a:lnTo>
                  <a:lnTo>
                    <a:pt x="256375" y="530092"/>
                  </a:lnTo>
                  <a:lnTo>
                    <a:pt x="256261" y="529878"/>
                  </a:lnTo>
                  <a:lnTo>
                    <a:pt x="256233" y="529369"/>
                  </a:lnTo>
                  <a:lnTo>
                    <a:pt x="256791" y="528965"/>
                  </a:lnTo>
                  <a:lnTo>
                    <a:pt x="256917" y="528681"/>
                  </a:lnTo>
                  <a:lnTo>
                    <a:pt x="257050" y="528646"/>
                  </a:lnTo>
                  <a:lnTo>
                    <a:pt x="257397" y="528607"/>
                  </a:lnTo>
                  <a:lnTo>
                    <a:pt x="257681" y="528409"/>
                  </a:lnTo>
                  <a:lnTo>
                    <a:pt x="257568" y="527887"/>
                  </a:lnTo>
                  <a:lnTo>
                    <a:pt x="257485" y="527739"/>
                  </a:lnTo>
                  <a:lnTo>
                    <a:pt x="257518" y="527483"/>
                  </a:lnTo>
                  <a:lnTo>
                    <a:pt x="257577" y="526612"/>
                  </a:lnTo>
                  <a:lnTo>
                    <a:pt x="257509" y="526299"/>
                  </a:lnTo>
                  <a:lnTo>
                    <a:pt x="257406" y="526103"/>
                  </a:lnTo>
                  <a:lnTo>
                    <a:pt x="256838" y="525731"/>
                  </a:lnTo>
                  <a:lnTo>
                    <a:pt x="256917" y="525361"/>
                  </a:lnTo>
                  <a:lnTo>
                    <a:pt x="256953" y="524604"/>
                  </a:lnTo>
                  <a:lnTo>
                    <a:pt x="257083" y="523895"/>
                  </a:lnTo>
                  <a:lnTo>
                    <a:pt x="256720" y="523826"/>
                  </a:lnTo>
                  <a:lnTo>
                    <a:pt x="256353" y="523843"/>
                  </a:lnTo>
                  <a:lnTo>
                    <a:pt x="256135" y="523192"/>
                  </a:lnTo>
                  <a:lnTo>
                    <a:pt x="255237" y="522797"/>
                  </a:lnTo>
                  <a:lnTo>
                    <a:pt x="255065" y="522694"/>
                  </a:lnTo>
                  <a:lnTo>
                    <a:pt x="254347" y="522768"/>
                  </a:lnTo>
                  <a:lnTo>
                    <a:pt x="254029" y="522839"/>
                  </a:lnTo>
                  <a:lnTo>
                    <a:pt x="253916" y="522986"/>
                  </a:lnTo>
                  <a:lnTo>
                    <a:pt x="253647" y="523616"/>
                  </a:lnTo>
                  <a:lnTo>
                    <a:pt x="253697" y="523845"/>
                  </a:lnTo>
                  <a:lnTo>
                    <a:pt x="253948" y="524247"/>
                  </a:lnTo>
                  <a:lnTo>
                    <a:pt x="253758" y="524427"/>
                  </a:lnTo>
                  <a:lnTo>
                    <a:pt x="252882" y="524041"/>
                  </a:lnTo>
                  <a:lnTo>
                    <a:pt x="252625" y="524202"/>
                  </a:lnTo>
                  <a:lnTo>
                    <a:pt x="252354" y="524269"/>
                  </a:lnTo>
                  <a:lnTo>
                    <a:pt x="251660" y="524340"/>
                  </a:lnTo>
                  <a:lnTo>
                    <a:pt x="251513" y="523804"/>
                  </a:lnTo>
                  <a:lnTo>
                    <a:pt x="251076" y="523541"/>
                  </a:lnTo>
                  <a:lnTo>
                    <a:pt x="250815" y="523374"/>
                  </a:lnTo>
                  <a:lnTo>
                    <a:pt x="250528" y="523209"/>
                  </a:lnTo>
                  <a:lnTo>
                    <a:pt x="250402" y="523013"/>
                  </a:lnTo>
                  <a:lnTo>
                    <a:pt x="250170" y="522536"/>
                  </a:lnTo>
                  <a:lnTo>
                    <a:pt x="250058" y="522406"/>
                  </a:lnTo>
                  <a:lnTo>
                    <a:pt x="249830" y="522112"/>
                  </a:lnTo>
                  <a:lnTo>
                    <a:pt x="249963" y="521884"/>
                  </a:lnTo>
                  <a:lnTo>
                    <a:pt x="249779" y="521408"/>
                  </a:lnTo>
                  <a:lnTo>
                    <a:pt x="249548" y="521014"/>
                  </a:lnTo>
                  <a:lnTo>
                    <a:pt x="249445" y="520612"/>
                  </a:lnTo>
                  <a:lnTo>
                    <a:pt x="249299" y="520377"/>
                  </a:lnTo>
                  <a:lnTo>
                    <a:pt x="249286" y="519955"/>
                  </a:lnTo>
                  <a:lnTo>
                    <a:pt x="249278" y="519824"/>
                  </a:lnTo>
                  <a:lnTo>
                    <a:pt x="249242" y="519194"/>
                  </a:lnTo>
                  <a:lnTo>
                    <a:pt x="249136" y="518960"/>
                  </a:lnTo>
                  <a:lnTo>
                    <a:pt x="248984" y="518482"/>
                  </a:lnTo>
                  <a:lnTo>
                    <a:pt x="248526" y="517642"/>
                  </a:lnTo>
                  <a:lnTo>
                    <a:pt x="248797" y="517218"/>
                  </a:lnTo>
                  <a:lnTo>
                    <a:pt x="248591" y="516828"/>
                  </a:lnTo>
                  <a:lnTo>
                    <a:pt x="248608" y="516268"/>
                  </a:lnTo>
                  <a:lnTo>
                    <a:pt x="248315" y="516099"/>
                  </a:lnTo>
                  <a:lnTo>
                    <a:pt x="247935" y="516103"/>
                  </a:lnTo>
                  <a:lnTo>
                    <a:pt x="247469" y="516284"/>
                  </a:lnTo>
                  <a:lnTo>
                    <a:pt x="247178" y="516782"/>
                  </a:lnTo>
                  <a:lnTo>
                    <a:pt x="247091" y="517194"/>
                  </a:lnTo>
                  <a:lnTo>
                    <a:pt x="246855" y="517291"/>
                  </a:lnTo>
                  <a:lnTo>
                    <a:pt x="246393" y="517426"/>
                  </a:lnTo>
                  <a:lnTo>
                    <a:pt x="245720" y="517919"/>
                  </a:lnTo>
                  <a:lnTo>
                    <a:pt x="244959" y="518122"/>
                  </a:lnTo>
                  <a:lnTo>
                    <a:pt x="244187" y="518300"/>
                  </a:lnTo>
                  <a:lnTo>
                    <a:pt x="244046" y="518440"/>
                  </a:lnTo>
                  <a:lnTo>
                    <a:pt x="243787" y="518686"/>
                  </a:lnTo>
                  <a:lnTo>
                    <a:pt x="243111" y="518928"/>
                  </a:lnTo>
                  <a:lnTo>
                    <a:pt x="242649" y="518815"/>
                  </a:lnTo>
                  <a:lnTo>
                    <a:pt x="242436" y="518607"/>
                  </a:lnTo>
                  <a:lnTo>
                    <a:pt x="241947" y="518272"/>
                  </a:lnTo>
                  <a:lnTo>
                    <a:pt x="241735" y="517830"/>
                  </a:lnTo>
                  <a:lnTo>
                    <a:pt x="241681" y="517468"/>
                  </a:lnTo>
                  <a:lnTo>
                    <a:pt x="241902" y="517082"/>
                  </a:lnTo>
                  <a:lnTo>
                    <a:pt x="242119" y="516739"/>
                  </a:lnTo>
                  <a:lnTo>
                    <a:pt x="242149" y="516555"/>
                  </a:lnTo>
                  <a:lnTo>
                    <a:pt x="242392" y="516329"/>
                  </a:lnTo>
                  <a:lnTo>
                    <a:pt x="242449" y="515926"/>
                  </a:lnTo>
                  <a:lnTo>
                    <a:pt x="242799" y="515894"/>
                  </a:lnTo>
                  <a:lnTo>
                    <a:pt x="243201" y="515889"/>
                  </a:lnTo>
                  <a:lnTo>
                    <a:pt x="243365" y="515893"/>
                  </a:lnTo>
                  <a:lnTo>
                    <a:pt x="243565" y="515873"/>
                  </a:lnTo>
                  <a:lnTo>
                    <a:pt x="243879" y="515804"/>
                  </a:lnTo>
                  <a:lnTo>
                    <a:pt x="244277" y="515691"/>
                  </a:lnTo>
                  <a:lnTo>
                    <a:pt x="244409" y="515620"/>
                  </a:lnTo>
                  <a:lnTo>
                    <a:pt x="244836" y="515440"/>
                  </a:lnTo>
                  <a:lnTo>
                    <a:pt x="245121" y="515468"/>
                  </a:lnTo>
                  <a:lnTo>
                    <a:pt x="245366" y="515463"/>
                  </a:lnTo>
                  <a:lnTo>
                    <a:pt x="245659" y="515391"/>
                  </a:lnTo>
                  <a:lnTo>
                    <a:pt x="245809" y="515386"/>
                  </a:lnTo>
                  <a:lnTo>
                    <a:pt x="246291" y="515404"/>
                  </a:lnTo>
                  <a:lnTo>
                    <a:pt x="246554" y="515469"/>
                  </a:lnTo>
                  <a:lnTo>
                    <a:pt x="246849" y="515376"/>
                  </a:lnTo>
                  <a:lnTo>
                    <a:pt x="247121" y="515162"/>
                  </a:lnTo>
                  <a:lnTo>
                    <a:pt x="247476" y="515078"/>
                  </a:lnTo>
                  <a:lnTo>
                    <a:pt x="247757" y="514984"/>
                  </a:lnTo>
                  <a:lnTo>
                    <a:pt x="247919" y="514930"/>
                  </a:lnTo>
                  <a:lnTo>
                    <a:pt x="248593" y="514832"/>
                  </a:lnTo>
                  <a:lnTo>
                    <a:pt x="249074" y="514809"/>
                  </a:lnTo>
                  <a:lnTo>
                    <a:pt x="249327" y="514562"/>
                  </a:lnTo>
                  <a:lnTo>
                    <a:pt x="248577" y="513890"/>
                  </a:lnTo>
                  <a:lnTo>
                    <a:pt x="248179" y="513863"/>
                  </a:lnTo>
                  <a:lnTo>
                    <a:pt x="247779" y="513064"/>
                  </a:lnTo>
                  <a:lnTo>
                    <a:pt x="247834" y="512688"/>
                  </a:lnTo>
                  <a:lnTo>
                    <a:pt x="247614" y="512530"/>
                  </a:lnTo>
                  <a:lnTo>
                    <a:pt x="247099" y="512758"/>
                  </a:lnTo>
                  <a:lnTo>
                    <a:pt x="246849" y="512758"/>
                  </a:lnTo>
                  <a:lnTo>
                    <a:pt x="246718" y="512764"/>
                  </a:lnTo>
                  <a:lnTo>
                    <a:pt x="246441" y="512821"/>
                  </a:lnTo>
                  <a:lnTo>
                    <a:pt x="246082" y="512449"/>
                  </a:lnTo>
                  <a:lnTo>
                    <a:pt x="245281" y="512918"/>
                  </a:lnTo>
                  <a:lnTo>
                    <a:pt x="244821" y="512822"/>
                  </a:lnTo>
                  <a:lnTo>
                    <a:pt x="244881" y="512095"/>
                  </a:lnTo>
                  <a:lnTo>
                    <a:pt x="244477" y="512306"/>
                  </a:lnTo>
                  <a:lnTo>
                    <a:pt x="244296" y="512325"/>
                  </a:lnTo>
                  <a:lnTo>
                    <a:pt x="243847" y="512329"/>
                  </a:lnTo>
                  <a:lnTo>
                    <a:pt x="243680" y="512886"/>
                  </a:lnTo>
                  <a:lnTo>
                    <a:pt x="243337" y="512781"/>
                  </a:lnTo>
                  <a:lnTo>
                    <a:pt x="242502" y="512750"/>
                  </a:lnTo>
                  <a:lnTo>
                    <a:pt x="242112" y="512755"/>
                  </a:lnTo>
                  <a:lnTo>
                    <a:pt x="241223" y="513054"/>
                  </a:lnTo>
                  <a:lnTo>
                    <a:pt x="241003" y="512857"/>
                  </a:lnTo>
                  <a:lnTo>
                    <a:pt x="240370" y="512300"/>
                  </a:lnTo>
                  <a:lnTo>
                    <a:pt x="239903" y="512115"/>
                  </a:lnTo>
                  <a:lnTo>
                    <a:pt x="239731" y="512034"/>
                  </a:lnTo>
                  <a:lnTo>
                    <a:pt x="239442" y="511685"/>
                  </a:lnTo>
                  <a:lnTo>
                    <a:pt x="239307" y="511730"/>
                  </a:lnTo>
                  <a:lnTo>
                    <a:pt x="238557" y="511434"/>
                  </a:lnTo>
                  <a:lnTo>
                    <a:pt x="238319" y="511329"/>
                  </a:lnTo>
                  <a:lnTo>
                    <a:pt x="237988" y="511140"/>
                  </a:lnTo>
                  <a:lnTo>
                    <a:pt x="237779" y="511332"/>
                  </a:lnTo>
                  <a:lnTo>
                    <a:pt x="237455" y="511713"/>
                  </a:lnTo>
                  <a:lnTo>
                    <a:pt x="236944" y="511812"/>
                  </a:lnTo>
                  <a:lnTo>
                    <a:pt x="236208" y="511600"/>
                  </a:lnTo>
                  <a:lnTo>
                    <a:pt x="236113" y="511755"/>
                  </a:lnTo>
                  <a:lnTo>
                    <a:pt x="235703" y="511749"/>
                  </a:lnTo>
                  <a:lnTo>
                    <a:pt x="235548" y="511732"/>
                  </a:lnTo>
                  <a:lnTo>
                    <a:pt x="235318" y="511720"/>
                  </a:lnTo>
                  <a:lnTo>
                    <a:pt x="234862" y="511633"/>
                  </a:lnTo>
                  <a:lnTo>
                    <a:pt x="234565" y="511309"/>
                  </a:lnTo>
                  <a:lnTo>
                    <a:pt x="234438" y="510849"/>
                  </a:lnTo>
                  <a:lnTo>
                    <a:pt x="234409" y="510479"/>
                  </a:lnTo>
                  <a:lnTo>
                    <a:pt x="234210" y="510149"/>
                  </a:lnTo>
                  <a:lnTo>
                    <a:pt x="234222" y="509830"/>
                  </a:lnTo>
                  <a:lnTo>
                    <a:pt x="234124" y="509545"/>
                  </a:lnTo>
                  <a:lnTo>
                    <a:pt x="234022" y="509205"/>
                  </a:lnTo>
                  <a:lnTo>
                    <a:pt x="233409" y="508806"/>
                  </a:lnTo>
                  <a:lnTo>
                    <a:pt x="233244" y="508847"/>
                  </a:lnTo>
                  <a:lnTo>
                    <a:pt x="233057" y="508813"/>
                  </a:lnTo>
                  <a:lnTo>
                    <a:pt x="232695" y="508817"/>
                  </a:lnTo>
                  <a:lnTo>
                    <a:pt x="232236" y="509011"/>
                  </a:lnTo>
                  <a:lnTo>
                    <a:pt x="231925" y="509046"/>
                  </a:lnTo>
                  <a:lnTo>
                    <a:pt x="231174" y="508302"/>
                  </a:lnTo>
                  <a:lnTo>
                    <a:pt x="230778" y="508152"/>
                  </a:lnTo>
                  <a:lnTo>
                    <a:pt x="230633" y="508027"/>
                  </a:lnTo>
                  <a:lnTo>
                    <a:pt x="230487" y="507950"/>
                  </a:lnTo>
                  <a:lnTo>
                    <a:pt x="230269" y="507914"/>
                  </a:lnTo>
                  <a:lnTo>
                    <a:pt x="229986" y="507797"/>
                  </a:lnTo>
                  <a:lnTo>
                    <a:pt x="229683" y="507551"/>
                  </a:lnTo>
                  <a:lnTo>
                    <a:pt x="229514" y="507334"/>
                  </a:lnTo>
                  <a:lnTo>
                    <a:pt x="229433" y="506952"/>
                  </a:lnTo>
                  <a:lnTo>
                    <a:pt x="229491" y="506688"/>
                  </a:lnTo>
                  <a:lnTo>
                    <a:pt x="229139" y="506194"/>
                  </a:lnTo>
                  <a:lnTo>
                    <a:pt x="228889" y="506143"/>
                  </a:lnTo>
                  <a:lnTo>
                    <a:pt x="228469" y="506141"/>
                  </a:lnTo>
                  <a:lnTo>
                    <a:pt x="228021" y="505868"/>
                  </a:lnTo>
                  <a:lnTo>
                    <a:pt x="228243" y="505683"/>
                  </a:lnTo>
                  <a:lnTo>
                    <a:pt x="228805" y="505663"/>
                  </a:lnTo>
                  <a:lnTo>
                    <a:pt x="229161" y="505642"/>
                  </a:lnTo>
                  <a:lnTo>
                    <a:pt x="229306" y="505376"/>
                  </a:lnTo>
                  <a:lnTo>
                    <a:pt x="229242" y="505171"/>
                  </a:lnTo>
                  <a:lnTo>
                    <a:pt x="228897" y="504889"/>
                  </a:lnTo>
                  <a:lnTo>
                    <a:pt x="228019" y="504642"/>
                  </a:lnTo>
                  <a:lnTo>
                    <a:pt x="227543" y="504473"/>
                  </a:lnTo>
                  <a:lnTo>
                    <a:pt x="227276" y="503816"/>
                  </a:lnTo>
                  <a:lnTo>
                    <a:pt x="227086" y="503140"/>
                  </a:lnTo>
                  <a:lnTo>
                    <a:pt x="226479" y="502609"/>
                  </a:lnTo>
                  <a:lnTo>
                    <a:pt x="226456" y="502472"/>
                  </a:lnTo>
                  <a:lnTo>
                    <a:pt x="226358" y="502272"/>
                  </a:lnTo>
                  <a:lnTo>
                    <a:pt x="225923" y="502533"/>
                  </a:lnTo>
                  <a:lnTo>
                    <a:pt x="225254" y="502329"/>
                  </a:lnTo>
                  <a:lnTo>
                    <a:pt x="224929" y="502085"/>
                  </a:lnTo>
                  <a:lnTo>
                    <a:pt x="225057" y="501738"/>
                  </a:lnTo>
                  <a:lnTo>
                    <a:pt x="224781" y="501664"/>
                  </a:lnTo>
                  <a:lnTo>
                    <a:pt x="224452" y="501527"/>
                  </a:lnTo>
                  <a:lnTo>
                    <a:pt x="224315" y="501404"/>
                  </a:lnTo>
                  <a:lnTo>
                    <a:pt x="224034" y="501197"/>
                  </a:lnTo>
                  <a:lnTo>
                    <a:pt x="223803" y="501054"/>
                  </a:lnTo>
                  <a:lnTo>
                    <a:pt x="223502" y="500816"/>
                  </a:lnTo>
                  <a:lnTo>
                    <a:pt x="223134" y="500494"/>
                  </a:lnTo>
                  <a:lnTo>
                    <a:pt x="222899" y="500268"/>
                  </a:lnTo>
                  <a:lnTo>
                    <a:pt x="222603" y="499688"/>
                  </a:lnTo>
                  <a:lnTo>
                    <a:pt x="222241" y="499346"/>
                  </a:lnTo>
                  <a:lnTo>
                    <a:pt x="221694" y="498868"/>
                  </a:lnTo>
                  <a:lnTo>
                    <a:pt x="221336" y="499213"/>
                  </a:lnTo>
                  <a:lnTo>
                    <a:pt x="221255" y="499347"/>
                  </a:lnTo>
                  <a:lnTo>
                    <a:pt x="221240" y="499634"/>
                  </a:lnTo>
                  <a:lnTo>
                    <a:pt x="221275" y="499798"/>
                  </a:lnTo>
                  <a:lnTo>
                    <a:pt x="221092" y="500181"/>
                  </a:lnTo>
                  <a:lnTo>
                    <a:pt x="221003" y="500725"/>
                  </a:lnTo>
                  <a:lnTo>
                    <a:pt x="220865" y="501062"/>
                  </a:lnTo>
                  <a:lnTo>
                    <a:pt x="220630" y="501055"/>
                  </a:lnTo>
                  <a:lnTo>
                    <a:pt x="220204" y="501074"/>
                  </a:lnTo>
                  <a:lnTo>
                    <a:pt x="219974" y="501040"/>
                  </a:lnTo>
                  <a:lnTo>
                    <a:pt x="219644" y="501278"/>
                  </a:lnTo>
                  <a:lnTo>
                    <a:pt x="219427" y="501637"/>
                  </a:lnTo>
                  <a:lnTo>
                    <a:pt x="219347" y="501812"/>
                  </a:lnTo>
                  <a:lnTo>
                    <a:pt x="219199" y="502033"/>
                  </a:lnTo>
                  <a:lnTo>
                    <a:pt x="218842" y="502282"/>
                  </a:lnTo>
                  <a:lnTo>
                    <a:pt x="218622" y="502446"/>
                  </a:lnTo>
                  <a:lnTo>
                    <a:pt x="218075" y="502560"/>
                  </a:lnTo>
                  <a:lnTo>
                    <a:pt x="217808" y="502568"/>
                  </a:lnTo>
                  <a:lnTo>
                    <a:pt x="217578" y="502559"/>
                  </a:lnTo>
                  <a:lnTo>
                    <a:pt x="217208" y="502291"/>
                  </a:lnTo>
                  <a:lnTo>
                    <a:pt x="217026" y="502297"/>
                  </a:lnTo>
                  <a:lnTo>
                    <a:pt x="216753" y="502573"/>
                  </a:lnTo>
                  <a:lnTo>
                    <a:pt x="216088" y="502095"/>
                  </a:lnTo>
                  <a:lnTo>
                    <a:pt x="215758" y="502011"/>
                  </a:lnTo>
                  <a:lnTo>
                    <a:pt x="215374" y="502197"/>
                  </a:lnTo>
                  <a:lnTo>
                    <a:pt x="215371" y="502918"/>
                  </a:lnTo>
                  <a:lnTo>
                    <a:pt x="215363" y="503115"/>
                  </a:lnTo>
                  <a:lnTo>
                    <a:pt x="214809" y="503901"/>
                  </a:lnTo>
                  <a:lnTo>
                    <a:pt x="214425" y="504271"/>
                  </a:lnTo>
                  <a:lnTo>
                    <a:pt x="213936" y="503923"/>
                  </a:lnTo>
                  <a:lnTo>
                    <a:pt x="213592" y="503646"/>
                  </a:lnTo>
                  <a:lnTo>
                    <a:pt x="213080" y="503006"/>
                  </a:lnTo>
                  <a:lnTo>
                    <a:pt x="213012" y="502749"/>
                  </a:lnTo>
                  <a:lnTo>
                    <a:pt x="212880" y="502541"/>
                  </a:lnTo>
                  <a:lnTo>
                    <a:pt x="212394" y="502358"/>
                  </a:lnTo>
                  <a:lnTo>
                    <a:pt x="212421" y="502863"/>
                  </a:lnTo>
                  <a:lnTo>
                    <a:pt x="212179" y="503179"/>
                  </a:lnTo>
                  <a:lnTo>
                    <a:pt x="212076" y="503487"/>
                  </a:lnTo>
                  <a:lnTo>
                    <a:pt x="212045" y="503655"/>
                  </a:lnTo>
                  <a:lnTo>
                    <a:pt x="211912" y="503889"/>
                  </a:lnTo>
                  <a:lnTo>
                    <a:pt x="211736" y="504531"/>
                  </a:lnTo>
                  <a:lnTo>
                    <a:pt x="212004" y="504831"/>
                  </a:lnTo>
                  <a:lnTo>
                    <a:pt x="211981" y="505217"/>
                  </a:lnTo>
                  <a:lnTo>
                    <a:pt x="211831" y="505453"/>
                  </a:lnTo>
                  <a:lnTo>
                    <a:pt x="211660" y="505590"/>
                  </a:lnTo>
                  <a:lnTo>
                    <a:pt x="211467" y="505926"/>
                  </a:lnTo>
                  <a:lnTo>
                    <a:pt x="211401" y="506108"/>
                  </a:lnTo>
                  <a:lnTo>
                    <a:pt x="211315" y="506315"/>
                  </a:lnTo>
                  <a:lnTo>
                    <a:pt x="210769" y="506311"/>
                  </a:lnTo>
                  <a:lnTo>
                    <a:pt x="210552" y="505693"/>
                  </a:lnTo>
                  <a:lnTo>
                    <a:pt x="210162" y="505774"/>
                  </a:lnTo>
                  <a:lnTo>
                    <a:pt x="209936" y="505918"/>
                  </a:lnTo>
                  <a:lnTo>
                    <a:pt x="209557" y="505848"/>
                  </a:lnTo>
                  <a:lnTo>
                    <a:pt x="209200" y="505835"/>
                  </a:lnTo>
                  <a:lnTo>
                    <a:pt x="208623" y="506134"/>
                  </a:lnTo>
                  <a:lnTo>
                    <a:pt x="208467" y="506228"/>
                  </a:lnTo>
                  <a:lnTo>
                    <a:pt x="208086" y="506735"/>
                  </a:lnTo>
                  <a:lnTo>
                    <a:pt x="208093" y="507024"/>
                  </a:lnTo>
                  <a:lnTo>
                    <a:pt x="207777" y="507096"/>
                  </a:lnTo>
                  <a:lnTo>
                    <a:pt x="207320" y="506947"/>
                  </a:lnTo>
                  <a:lnTo>
                    <a:pt x="207002" y="506870"/>
                  </a:lnTo>
                  <a:lnTo>
                    <a:pt x="206843" y="506821"/>
                  </a:lnTo>
                  <a:lnTo>
                    <a:pt x="206236" y="506514"/>
                  </a:lnTo>
                  <a:lnTo>
                    <a:pt x="205952" y="506535"/>
                  </a:lnTo>
                  <a:lnTo>
                    <a:pt x="205396" y="506875"/>
                  </a:lnTo>
                  <a:lnTo>
                    <a:pt x="204876" y="506822"/>
                  </a:lnTo>
                  <a:lnTo>
                    <a:pt x="203984" y="506635"/>
                  </a:lnTo>
                  <a:lnTo>
                    <a:pt x="203633" y="507110"/>
                  </a:lnTo>
                  <a:lnTo>
                    <a:pt x="203415" y="507324"/>
                  </a:lnTo>
                  <a:lnTo>
                    <a:pt x="203256" y="507716"/>
                  </a:lnTo>
                  <a:lnTo>
                    <a:pt x="203400" y="508464"/>
                  </a:lnTo>
                  <a:lnTo>
                    <a:pt x="203466" y="508724"/>
                  </a:lnTo>
                  <a:lnTo>
                    <a:pt x="203495" y="508937"/>
                  </a:lnTo>
                  <a:lnTo>
                    <a:pt x="203351" y="509357"/>
                  </a:lnTo>
                  <a:lnTo>
                    <a:pt x="203180" y="509568"/>
                  </a:lnTo>
                  <a:lnTo>
                    <a:pt x="202533" y="509509"/>
                  </a:lnTo>
                  <a:lnTo>
                    <a:pt x="202173" y="509551"/>
                  </a:lnTo>
                  <a:lnTo>
                    <a:pt x="202131" y="509711"/>
                  </a:lnTo>
                  <a:lnTo>
                    <a:pt x="202089" y="509871"/>
                  </a:lnTo>
                  <a:lnTo>
                    <a:pt x="202025" y="510152"/>
                  </a:lnTo>
                  <a:lnTo>
                    <a:pt x="201259" y="510491"/>
                  </a:lnTo>
                  <a:lnTo>
                    <a:pt x="201037" y="510343"/>
                  </a:lnTo>
                  <a:lnTo>
                    <a:pt x="200608" y="510075"/>
                  </a:lnTo>
                  <a:lnTo>
                    <a:pt x="200301" y="510069"/>
                  </a:lnTo>
                  <a:lnTo>
                    <a:pt x="199930" y="509887"/>
                  </a:lnTo>
                  <a:lnTo>
                    <a:pt x="199847" y="509607"/>
                  </a:lnTo>
                  <a:lnTo>
                    <a:pt x="199560" y="509168"/>
                  </a:lnTo>
                  <a:lnTo>
                    <a:pt x="198932" y="509062"/>
                  </a:lnTo>
                  <a:lnTo>
                    <a:pt x="198505" y="508864"/>
                  </a:lnTo>
                  <a:lnTo>
                    <a:pt x="197950" y="508779"/>
                  </a:lnTo>
                  <a:lnTo>
                    <a:pt x="197633" y="508945"/>
                  </a:lnTo>
                  <a:lnTo>
                    <a:pt x="197428" y="509298"/>
                  </a:lnTo>
                  <a:lnTo>
                    <a:pt x="196926" y="509539"/>
                  </a:lnTo>
                  <a:lnTo>
                    <a:pt x="196850" y="509949"/>
                  </a:lnTo>
                  <a:lnTo>
                    <a:pt x="196350" y="509935"/>
                  </a:lnTo>
                  <a:lnTo>
                    <a:pt x="195868" y="509670"/>
                  </a:lnTo>
                  <a:lnTo>
                    <a:pt x="195639" y="509480"/>
                  </a:lnTo>
                  <a:lnTo>
                    <a:pt x="195273" y="509082"/>
                  </a:lnTo>
                  <a:lnTo>
                    <a:pt x="194545" y="509210"/>
                  </a:lnTo>
                  <a:lnTo>
                    <a:pt x="194309" y="508679"/>
                  </a:lnTo>
                  <a:lnTo>
                    <a:pt x="194174" y="508304"/>
                  </a:lnTo>
                  <a:lnTo>
                    <a:pt x="193780" y="508094"/>
                  </a:lnTo>
                  <a:lnTo>
                    <a:pt x="192787" y="508374"/>
                  </a:lnTo>
                  <a:lnTo>
                    <a:pt x="192402" y="508538"/>
                  </a:lnTo>
                  <a:lnTo>
                    <a:pt x="192254" y="508608"/>
                  </a:lnTo>
                  <a:lnTo>
                    <a:pt x="191505" y="508913"/>
                  </a:lnTo>
                  <a:lnTo>
                    <a:pt x="190241" y="508573"/>
                  </a:lnTo>
                  <a:lnTo>
                    <a:pt x="189436" y="508872"/>
                  </a:lnTo>
                  <a:lnTo>
                    <a:pt x="189544" y="508190"/>
                  </a:lnTo>
                  <a:lnTo>
                    <a:pt x="189280" y="507427"/>
                  </a:lnTo>
                  <a:lnTo>
                    <a:pt x="189305" y="507129"/>
                  </a:lnTo>
                  <a:lnTo>
                    <a:pt x="188790" y="506673"/>
                  </a:lnTo>
                  <a:lnTo>
                    <a:pt x="188169" y="506304"/>
                  </a:lnTo>
                  <a:lnTo>
                    <a:pt x="188219" y="506069"/>
                  </a:lnTo>
                  <a:lnTo>
                    <a:pt x="188111" y="505450"/>
                  </a:lnTo>
                  <a:lnTo>
                    <a:pt x="188031" y="505032"/>
                  </a:lnTo>
                  <a:lnTo>
                    <a:pt x="187808" y="504936"/>
                  </a:lnTo>
                  <a:lnTo>
                    <a:pt x="187254" y="504641"/>
                  </a:lnTo>
                  <a:lnTo>
                    <a:pt x="186852" y="504585"/>
                  </a:lnTo>
                  <a:lnTo>
                    <a:pt x="186380" y="504599"/>
                  </a:lnTo>
                  <a:lnTo>
                    <a:pt x="186090" y="504496"/>
                  </a:lnTo>
                  <a:lnTo>
                    <a:pt x="185744" y="504279"/>
                  </a:lnTo>
                  <a:lnTo>
                    <a:pt x="185169" y="504129"/>
                  </a:lnTo>
                  <a:lnTo>
                    <a:pt x="184825" y="504187"/>
                  </a:lnTo>
                  <a:lnTo>
                    <a:pt x="184279" y="503678"/>
                  </a:lnTo>
                  <a:lnTo>
                    <a:pt x="183758" y="503608"/>
                  </a:lnTo>
                  <a:lnTo>
                    <a:pt x="183561" y="503537"/>
                  </a:lnTo>
                  <a:lnTo>
                    <a:pt x="183047" y="503575"/>
                  </a:lnTo>
                  <a:lnTo>
                    <a:pt x="182678" y="503669"/>
                  </a:lnTo>
                  <a:lnTo>
                    <a:pt x="182199" y="503888"/>
                  </a:lnTo>
                  <a:lnTo>
                    <a:pt x="181339" y="503680"/>
                  </a:lnTo>
                  <a:lnTo>
                    <a:pt x="180774" y="503750"/>
                  </a:lnTo>
                  <a:lnTo>
                    <a:pt x="180509" y="503987"/>
                  </a:lnTo>
                  <a:lnTo>
                    <a:pt x="180090" y="504785"/>
                  </a:lnTo>
                  <a:lnTo>
                    <a:pt x="179749" y="504783"/>
                  </a:lnTo>
                  <a:lnTo>
                    <a:pt x="179686" y="505403"/>
                  </a:lnTo>
                  <a:lnTo>
                    <a:pt x="179587" y="505572"/>
                  </a:lnTo>
                  <a:lnTo>
                    <a:pt x="179254" y="506152"/>
                  </a:lnTo>
                  <a:lnTo>
                    <a:pt x="178850" y="506372"/>
                  </a:lnTo>
                  <a:lnTo>
                    <a:pt x="178019" y="506855"/>
                  </a:lnTo>
                  <a:lnTo>
                    <a:pt x="177349" y="507076"/>
                  </a:lnTo>
                  <a:lnTo>
                    <a:pt x="176786" y="507778"/>
                  </a:lnTo>
                  <a:lnTo>
                    <a:pt x="176079" y="507829"/>
                  </a:lnTo>
                  <a:lnTo>
                    <a:pt x="175650" y="508098"/>
                  </a:lnTo>
                  <a:lnTo>
                    <a:pt x="175478" y="508545"/>
                  </a:lnTo>
                  <a:lnTo>
                    <a:pt x="174825" y="508338"/>
                  </a:lnTo>
                  <a:lnTo>
                    <a:pt x="174784" y="508209"/>
                  </a:lnTo>
                  <a:lnTo>
                    <a:pt x="174304" y="507157"/>
                  </a:lnTo>
                  <a:lnTo>
                    <a:pt x="174119" y="507186"/>
                  </a:lnTo>
                  <a:lnTo>
                    <a:pt x="173612" y="507418"/>
                  </a:lnTo>
                  <a:lnTo>
                    <a:pt x="173217" y="507167"/>
                  </a:lnTo>
                  <a:lnTo>
                    <a:pt x="173188" y="506998"/>
                  </a:lnTo>
                  <a:lnTo>
                    <a:pt x="173160" y="506834"/>
                  </a:lnTo>
                  <a:lnTo>
                    <a:pt x="173137" y="506574"/>
                  </a:lnTo>
                  <a:lnTo>
                    <a:pt x="173159" y="506383"/>
                  </a:lnTo>
                  <a:lnTo>
                    <a:pt x="173153" y="505934"/>
                  </a:lnTo>
                  <a:lnTo>
                    <a:pt x="172643" y="505175"/>
                  </a:lnTo>
                  <a:lnTo>
                    <a:pt x="172644" y="504830"/>
                  </a:lnTo>
                  <a:lnTo>
                    <a:pt x="172650" y="504633"/>
                  </a:lnTo>
                  <a:lnTo>
                    <a:pt x="172234" y="504450"/>
                  </a:lnTo>
                  <a:lnTo>
                    <a:pt x="171724" y="504408"/>
                  </a:lnTo>
                  <a:lnTo>
                    <a:pt x="171506" y="504552"/>
                  </a:lnTo>
                  <a:lnTo>
                    <a:pt x="171130" y="504600"/>
                  </a:lnTo>
                  <a:lnTo>
                    <a:pt x="170332" y="505190"/>
                  </a:lnTo>
                  <a:lnTo>
                    <a:pt x="169993" y="505203"/>
                  </a:lnTo>
                  <a:lnTo>
                    <a:pt x="169636" y="505387"/>
                  </a:lnTo>
                  <a:lnTo>
                    <a:pt x="169606" y="505524"/>
                  </a:lnTo>
                  <a:lnTo>
                    <a:pt x="169185" y="506131"/>
                  </a:lnTo>
                  <a:lnTo>
                    <a:pt x="168921" y="505853"/>
                  </a:lnTo>
                  <a:lnTo>
                    <a:pt x="168891" y="505676"/>
                  </a:lnTo>
                  <a:lnTo>
                    <a:pt x="168357" y="504834"/>
                  </a:lnTo>
                  <a:lnTo>
                    <a:pt x="167981" y="504494"/>
                  </a:lnTo>
                  <a:lnTo>
                    <a:pt x="167852" y="504387"/>
                  </a:lnTo>
                  <a:lnTo>
                    <a:pt x="167665" y="504238"/>
                  </a:lnTo>
                  <a:lnTo>
                    <a:pt x="167292" y="503878"/>
                  </a:lnTo>
                  <a:lnTo>
                    <a:pt x="167080" y="503814"/>
                  </a:lnTo>
                  <a:lnTo>
                    <a:pt x="166543" y="503637"/>
                  </a:lnTo>
                  <a:lnTo>
                    <a:pt x="166119" y="503363"/>
                  </a:lnTo>
                  <a:lnTo>
                    <a:pt x="166270" y="503012"/>
                  </a:lnTo>
                  <a:lnTo>
                    <a:pt x="166279" y="502719"/>
                  </a:lnTo>
                  <a:lnTo>
                    <a:pt x="165664" y="502094"/>
                  </a:lnTo>
                  <a:lnTo>
                    <a:pt x="165797" y="501663"/>
                  </a:lnTo>
                  <a:lnTo>
                    <a:pt x="165474" y="501544"/>
                  </a:lnTo>
                  <a:lnTo>
                    <a:pt x="164389" y="501366"/>
                  </a:lnTo>
                  <a:lnTo>
                    <a:pt x="164152" y="501270"/>
                  </a:lnTo>
                  <a:lnTo>
                    <a:pt x="163764" y="500669"/>
                  </a:lnTo>
                  <a:lnTo>
                    <a:pt x="163672" y="500465"/>
                  </a:lnTo>
                  <a:lnTo>
                    <a:pt x="163634" y="499980"/>
                  </a:lnTo>
                  <a:lnTo>
                    <a:pt x="163599" y="499656"/>
                  </a:lnTo>
                  <a:lnTo>
                    <a:pt x="162837" y="499675"/>
                  </a:lnTo>
                  <a:lnTo>
                    <a:pt x="162677" y="499743"/>
                  </a:lnTo>
                  <a:lnTo>
                    <a:pt x="161695" y="499705"/>
                  </a:lnTo>
                  <a:lnTo>
                    <a:pt x="161514" y="499589"/>
                  </a:lnTo>
                  <a:lnTo>
                    <a:pt x="161041" y="499290"/>
                  </a:lnTo>
                  <a:lnTo>
                    <a:pt x="160831" y="499273"/>
                  </a:lnTo>
                  <a:lnTo>
                    <a:pt x="160477" y="499073"/>
                  </a:lnTo>
                  <a:lnTo>
                    <a:pt x="160263" y="499123"/>
                  </a:lnTo>
                  <a:lnTo>
                    <a:pt x="159881" y="499431"/>
                  </a:lnTo>
                  <a:lnTo>
                    <a:pt x="159777" y="499821"/>
                  </a:lnTo>
                  <a:lnTo>
                    <a:pt x="159397" y="500322"/>
                  </a:lnTo>
                  <a:lnTo>
                    <a:pt x="159161" y="500384"/>
                  </a:lnTo>
                  <a:lnTo>
                    <a:pt x="158834" y="500455"/>
                  </a:lnTo>
                  <a:lnTo>
                    <a:pt x="158323" y="500468"/>
                  </a:lnTo>
                  <a:lnTo>
                    <a:pt x="157812" y="500321"/>
                  </a:lnTo>
                  <a:lnTo>
                    <a:pt x="157589" y="500640"/>
                  </a:lnTo>
                  <a:lnTo>
                    <a:pt x="156969" y="500705"/>
                  </a:lnTo>
                  <a:lnTo>
                    <a:pt x="156155" y="501153"/>
                  </a:lnTo>
                  <a:lnTo>
                    <a:pt x="155397" y="500873"/>
                  </a:lnTo>
                  <a:lnTo>
                    <a:pt x="155362" y="500633"/>
                  </a:lnTo>
                  <a:lnTo>
                    <a:pt x="154925" y="499785"/>
                  </a:lnTo>
                  <a:lnTo>
                    <a:pt x="154911" y="499477"/>
                  </a:lnTo>
                  <a:lnTo>
                    <a:pt x="154587" y="498704"/>
                  </a:lnTo>
                  <a:lnTo>
                    <a:pt x="154701" y="498434"/>
                  </a:lnTo>
                  <a:lnTo>
                    <a:pt x="154749" y="497783"/>
                  </a:lnTo>
                  <a:lnTo>
                    <a:pt x="154580" y="497791"/>
                  </a:lnTo>
                  <a:lnTo>
                    <a:pt x="154346" y="497733"/>
                  </a:lnTo>
                  <a:lnTo>
                    <a:pt x="153903" y="497479"/>
                  </a:lnTo>
                  <a:lnTo>
                    <a:pt x="153951" y="497119"/>
                  </a:lnTo>
                  <a:lnTo>
                    <a:pt x="153880" y="496809"/>
                  </a:lnTo>
                  <a:lnTo>
                    <a:pt x="153813" y="496308"/>
                  </a:lnTo>
                  <a:lnTo>
                    <a:pt x="153806" y="496153"/>
                  </a:lnTo>
                  <a:lnTo>
                    <a:pt x="153622" y="495768"/>
                  </a:lnTo>
                  <a:lnTo>
                    <a:pt x="153339" y="495703"/>
                  </a:lnTo>
                  <a:lnTo>
                    <a:pt x="152418" y="496056"/>
                  </a:lnTo>
                  <a:lnTo>
                    <a:pt x="152250" y="496507"/>
                  </a:lnTo>
                  <a:lnTo>
                    <a:pt x="151734" y="496651"/>
                  </a:lnTo>
                  <a:lnTo>
                    <a:pt x="151095" y="496756"/>
                  </a:lnTo>
                  <a:lnTo>
                    <a:pt x="150758" y="496968"/>
                  </a:lnTo>
                  <a:lnTo>
                    <a:pt x="150330" y="496683"/>
                  </a:lnTo>
                  <a:lnTo>
                    <a:pt x="149994" y="496911"/>
                  </a:lnTo>
                  <a:lnTo>
                    <a:pt x="149786" y="497177"/>
                  </a:lnTo>
                  <a:lnTo>
                    <a:pt x="149573" y="497130"/>
                  </a:lnTo>
                  <a:lnTo>
                    <a:pt x="149376" y="497202"/>
                  </a:lnTo>
                  <a:lnTo>
                    <a:pt x="149231" y="497410"/>
                  </a:lnTo>
                  <a:lnTo>
                    <a:pt x="148591" y="497025"/>
                  </a:lnTo>
                  <a:lnTo>
                    <a:pt x="147675" y="497256"/>
                  </a:lnTo>
                  <a:lnTo>
                    <a:pt x="147621" y="497458"/>
                  </a:lnTo>
                  <a:lnTo>
                    <a:pt x="147494" y="497787"/>
                  </a:lnTo>
                  <a:lnTo>
                    <a:pt x="147016" y="497492"/>
                  </a:lnTo>
                  <a:lnTo>
                    <a:pt x="146700" y="497254"/>
                  </a:lnTo>
                  <a:lnTo>
                    <a:pt x="146201" y="496979"/>
                  </a:lnTo>
                  <a:lnTo>
                    <a:pt x="146011" y="496845"/>
                  </a:lnTo>
                  <a:lnTo>
                    <a:pt x="145877" y="496749"/>
                  </a:lnTo>
                  <a:lnTo>
                    <a:pt x="145688" y="496585"/>
                  </a:lnTo>
                  <a:lnTo>
                    <a:pt x="145279" y="496244"/>
                  </a:lnTo>
                  <a:lnTo>
                    <a:pt x="144849" y="496195"/>
                  </a:lnTo>
                  <a:lnTo>
                    <a:pt x="144371" y="496277"/>
                  </a:lnTo>
                  <a:lnTo>
                    <a:pt x="144036" y="496468"/>
                  </a:lnTo>
                  <a:lnTo>
                    <a:pt x="143076" y="496217"/>
                  </a:lnTo>
                  <a:lnTo>
                    <a:pt x="142775" y="495994"/>
                  </a:lnTo>
                  <a:lnTo>
                    <a:pt x="142383" y="495502"/>
                  </a:lnTo>
                  <a:lnTo>
                    <a:pt x="142204" y="495511"/>
                  </a:lnTo>
                  <a:lnTo>
                    <a:pt x="141659" y="495238"/>
                  </a:lnTo>
                  <a:lnTo>
                    <a:pt x="140443" y="494972"/>
                  </a:lnTo>
                  <a:lnTo>
                    <a:pt x="140277" y="494814"/>
                  </a:lnTo>
                  <a:lnTo>
                    <a:pt x="139883" y="494550"/>
                  </a:lnTo>
                  <a:lnTo>
                    <a:pt x="139405" y="494527"/>
                  </a:lnTo>
                  <a:lnTo>
                    <a:pt x="139222" y="494763"/>
                  </a:lnTo>
                  <a:lnTo>
                    <a:pt x="139208" y="494994"/>
                  </a:lnTo>
                  <a:lnTo>
                    <a:pt x="139157" y="495260"/>
                  </a:lnTo>
                  <a:lnTo>
                    <a:pt x="139070" y="495548"/>
                  </a:lnTo>
                  <a:lnTo>
                    <a:pt x="138826" y="495966"/>
                  </a:lnTo>
                  <a:lnTo>
                    <a:pt x="138527" y="496179"/>
                  </a:lnTo>
                  <a:lnTo>
                    <a:pt x="138219" y="496457"/>
                  </a:lnTo>
                  <a:lnTo>
                    <a:pt x="137823" y="496574"/>
                  </a:lnTo>
                  <a:lnTo>
                    <a:pt x="137297" y="496625"/>
                  </a:lnTo>
                  <a:lnTo>
                    <a:pt x="137206" y="496204"/>
                  </a:lnTo>
                  <a:lnTo>
                    <a:pt x="136977" y="496073"/>
                  </a:lnTo>
                  <a:lnTo>
                    <a:pt x="136588" y="496202"/>
                  </a:lnTo>
                  <a:lnTo>
                    <a:pt x="136197" y="496240"/>
                  </a:lnTo>
                  <a:lnTo>
                    <a:pt x="135948" y="495987"/>
                  </a:lnTo>
                  <a:lnTo>
                    <a:pt x="135847" y="495672"/>
                  </a:lnTo>
                  <a:lnTo>
                    <a:pt x="135300" y="495906"/>
                  </a:lnTo>
                  <a:lnTo>
                    <a:pt x="134320" y="496089"/>
                  </a:lnTo>
                  <a:lnTo>
                    <a:pt x="134052" y="496119"/>
                  </a:lnTo>
                  <a:lnTo>
                    <a:pt x="133794" y="496028"/>
                  </a:lnTo>
                  <a:lnTo>
                    <a:pt x="133474" y="495826"/>
                  </a:lnTo>
                  <a:lnTo>
                    <a:pt x="132797" y="496023"/>
                  </a:lnTo>
                  <a:lnTo>
                    <a:pt x="132460" y="495750"/>
                  </a:lnTo>
                  <a:lnTo>
                    <a:pt x="132256" y="495590"/>
                  </a:lnTo>
                  <a:lnTo>
                    <a:pt x="131333" y="495488"/>
                  </a:lnTo>
                  <a:lnTo>
                    <a:pt x="130770" y="495301"/>
                  </a:lnTo>
                  <a:lnTo>
                    <a:pt x="130366" y="495184"/>
                  </a:lnTo>
                  <a:lnTo>
                    <a:pt x="129373" y="494583"/>
                  </a:lnTo>
                  <a:lnTo>
                    <a:pt x="128936" y="494629"/>
                  </a:lnTo>
                  <a:lnTo>
                    <a:pt x="128661" y="494672"/>
                  </a:lnTo>
                  <a:lnTo>
                    <a:pt x="128256" y="494909"/>
                  </a:lnTo>
                  <a:lnTo>
                    <a:pt x="127768" y="495387"/>
                  </a:lnTo>
                  <a:lnTo>
                    <a:pt x="127547" y="495316"/>
                  </a:lnTo>
                  <a:lnTo>
                    <a:pt x="127126" y="495180"/>
                  </a:lnTo>
                  <a:lnTo>
                    <a:pt x="126664" y="495088"/>
                  </a:lnTo>
                  <a:lnTo>
                    <a:pt x="126285" y="494833"/>
                  </a:lnTo>
                  <a:lnTo>
                    <a:pt x="126004" y="494745"/>
                  </a:lnTo>
                  <a:lnTo>
                    <a:pt x="125355" y="494707"/>
                  </a:lnTo>
                  <a:lnTo>
                    <a:pt x="125450" y="495295"/>
                  </a:lnTo>
                  <a:lnTo>
                    <a:pt x="125253" y="495625"/>
                  </a:lnTo>
                  <a:lnTo>
                    <a:pt x="124292" y="495315"/>
                  </a:lnTo>
                  <a:lnTo>
                    <a:pt x="123828" y="495139"/>
                  </a:lnTo>
                  <a:lnTo>
                    <a:pt x="123382" y="495107"/>
                  </a:lnTo>
                  <a:lnTo>
                    <a:pt x="122595" y="495998"/>
                  </a:lnTo>
                  <a:lnTo>
                    <a:pt x="122141" y="496156"/>
                  </a:lnTo>
                  <a:lnTo>
                    <a:pt x="121578" y="496589"/>
                  </a:lnTo>
                  <a:lnTo>
                    <a:pt x="121359" y="496523"/>
                  </a:lnTo>
                  <a:lnTo>
                    <a:pt x="120932" y="496417"/>
                  </a:lnTo>
                  <a:lnTo>
                    <a:pt x="120701" y="496262"/>
                  </a:lnTo>
                  <a:lnTo>
                    <a:pt x="120468" y="496149"/>
                  </a:lnTo>
                  <a:lnTo>
                    <a:pt x="120225" y="495896"/>
                  </a:lnTo>
                  <a:lnTo>
                    <a:pt x="119877" y="495919"/>
                  </a:lnTo>
                  <a:lnTo>
                    <a:pt x="119329" y="495653"/>
                  </a:lnTo>
                  <a:lnTo>
                    <a:pt x="119228" y="495444"/>
                  </a:lnTo>
                  <a:lnTo>
                    <a:pt x="119102" y="495251"/>
                  </a:lnTo>
                  <a:lnTo>
                    <a:pt x="118968" y="495234"/>
                  </a:lnTo>
                  <a:lnTo>
                    <a:pt x="118813" y="494832"/>
                  </a:lnTo>
                  <a:lnTo>
                    <a:pt x="118913" y="494625"/>
                  </a:lnTo>
                  <a:lnTo>
                    <a:pt x="118999" y="494276"/>
                  </a:lnTo>
                  <a:lnTo>
                    <a:pt x="119185" y="493716"/>
                  </a:lnTo>
                  <a:lnTo>
                    <a:pt x="119203" y="493379"/>
                  </a:lnTo>
                  <a:lnTo>
                    <a:pt x="118615" y="492805"/>
                  </a:lnTo>
                  <a:lnTo>
                    <a:pt x="118811" y="492460"/>
                  </a:lnTo>
                  <a:lnTo>
                    <a:pt x="119461" y="491810"/>
                  </a:lnTo>
                  <a:lnTo>
                    <a:pt x="119906" y="491463"/>
                  </a:lnTo>
                  <a:lnTo>
                    <a:pt x="119905" y="491285"/>
                  </a:lnTo>
                  <a:lnTo>
                    <a:pt x="119952" y="491137"/>
                  </a:lnTo>
                  <a:lnTo>
                    <a:pt x="120017" y="490967"/>
                  </a:lnTo>
                  <a:lnTo>
                    <a:pt x="119921" y="490754"/>
                  </a:lnTo>
                  <a:lnTo>
                    <a:pt x="119759" y="490687"/>
                  </a:lnTo>
                  <a:lnTo>
                    <a:pt x="119518" y="490464"/>
                  </a:lnTo>
                  <a:lnTo>
                    <a:pt x="118409" y="489496"/>
                  </a:lnTo>
                  <a:lnTo>
                    <a:pt x="118234" y="489509"/>
                  </a:lnTo>
                  <a:lnTo>
                    <a:pt x="117818" y="489458"/>
                  </a:lnTo>
                  <a:lnTo>
                    <a:pt x="117426" y="489311"/>
                  </a:lnTo>
                  <a:lnTo>
                    <a:pt x="117273" y="489284"/>
                  </a:lnTo>
                  <a:lnTo>
                    <a:pt x="117043" y="489286"/>
                  </a:lnTo>
                  <a:lnTo>
                    <a:pt x="116727" y="489301"/>
                  </a:lnTo>
                  <a:lnTo>
                    <a:pt x="116207" y="488661"/>
                  </a:lnTo>
                  <a:lnTo>
                    <a:pt x="115997" y="488705"/>
                  </a:lnTo>
                  <a:lnTo>
                    <a:pt x="115756" y="488854"/>
                  </a:lnTo>
                  <a:lnTo>
                    <a:pt x="115567" y="488979"/>
                  </a:lnTo>
                  <a:lnTo>
                    <a:pt x="115348" y="489023"/>
                  </a:lnTo>
                  <a:lnTo>
                    <a:pt x="114895" y="489633"/>
                  </a:lnTo>
                  <a:lnTo>
                    <a:pt x="114398" y="489948"/>
                  </a:lnTo>
                  <a:lnTo>
                    <a:pt x="114219" y="489957"/>
                  </a:lnTo>
                  <a:lnTo>
                    <a:pt x="113928" y="489964"/>
                  </a:lnTo>
                  <a:lnTo>
                    <a:pt x="113576" y="489933"/>
                  </a:lnTo>
                  <a:lnTo>
                    <a:pt x="113172" y="489865"/>
                  </a:lnTo>
                  <a:lnTo>
                    <a:pt x="112949" y="489823"/>
                  </a:lnTo>
                  <a:lnTo>
                    <a:pt x="112681" y="489902"/>
                  </a:lnTo>
                  <a:lnTo>
                    <a:pt x="112043" y="489863"/>
                  </a:lnTo>
                  <a:lnTo>
                    <a:pt x="111660" y="490024"/>
                  </a:lnTo>
                  <a:lnTo>
                    <a:pt x="111339" y="490292"/>
                  </a:lnTo>
                  <a:lnTo>
                    <a:pt x="111446" y="490898"/>
                  </a:lnTo>
                  <a:lnTo>
                    <a:pt x="111346" y="491314"/>
                  </a:lnTo>
                  <a:lnTo>
                    <a:pt x="111199" y="491324"/>
                  </a:lnTo>
                  <a:lnTo>
                    <a:pt x="110487" y="491188"/>
                  </a:lnTo>
                  <a:lnTo>
                    <a:pt x="109958" y="491258"/>
                  </a:lnTo>
                  <a:lnTo>
                    <a:pt x="109818" y="491599"/>
                  </a:lnTo>
                  <a:lnTo>
                    <a:pt x="109513" y="491574"/>
                  </a:lnTo>
                  <a:lnTo>
                    <a:pt x="109354" y="491527"/>
                  </a:lnTo>
                  <a:lnTo>
                    <a:pt x="108810" y="491731"/>
                  </a:lnTo>
                  <a:lnTo>
                    <a:pt x="108229" y="491692"/>
                  </a:lnTo>
                  <a:lnTo>
                    <a:pt x="107648" y="491038"/>
                  </a:lnTo>
                  <a:lnTo>
                    <a:pt x="107025" y="489694"/>
                  </a:lnTo>
                  <a:lnTo>
                    <a:pt x="106744" y="489309"/>
                  </a:lnTo>
                  <a:lnTo>
                    <a:pt x="106100" y="489203"/>
                  </a:lnTo>
                  <a:lnTo>
                    <a:pt x="105987" y="489009"/>
                  </a:lnTo>
                  <a:lnTo>
                    <a:pt x="105947" y="488150"/>
                  </a:lnTo>
                  <a:lnTo>
                    <a:pt x="105791" y="487811"/>
                  </a:lnTo>
                  <a:lnTo>
                    <a:pt x="104982" y="487622"/>
                  </a:lnTo>
                  <a:lnTo>
                    <a:pt x="104659" y="487699"/>
                  </a:lnTo>
                  <a:lnTo>
                    <a:pt x="104187" y="487476"/>
                  </a:lnTo>
                  <a:lnTo>
                    <a:pt x="104019" y="486944"/>
                  </a:lnTo>
                  <a:lnTo>
                    <a:pt x="103713" y="486808"/>
                  </a:lnTo>
                  <a:lnTo>
                    <a:pt x="103664" y="486618"/>
                  </a:lnTo>
                  <a:lnTo>
                    <a:pt x="103551" y="486085"/>
                  </a:lnTo>
                  <a:lnTo>
                    <a:pt x="103319" y="485877"/>
                  </a:lnTo>
                  <a:lnTo>
                    <a:pt x="102625" y="485530"/>
                  </a:lnTo>
                  <a:lnTo>
                    <a:pt x="102056" y="485361"/>
                  </a:lnTo>
                  <a:lnTo>
                    <a:pt x="101473" y="485949"/>
                  </a:lnTo>
                  <a:lnTo>
                    <a:pt x="100830" y="485707"/>
                  </a:lnTo>
                  <a:lnTo>
                    <a:pt x="100583" y="485472"/>
                  </a:lnTo>
                  <a:lnTo>
                    <a:pt x="100342" y="485243"/>
                  </a:lnTo>
                  <a:lnTo>
                    <a:pt x="99128" y="484666"/>
                  </a:lnTo>
                  <a:lnTo>
                    <a:pt x="98551" y="484270"/>
                  </a:lnTo>
                  <a:lnTo>
                    <a:pt x="98394" y="484050"/>
                  </a:lnTo>
                  <a:lnTo>
                    <a:pt x="98260" y="483983"/>
                  </a:lnTo>
                  <a:lnTo>
                    <a:pt x="98047" y="483978"/>
                  </a:lnTo>
                  <a:lnTo>
                    <a:pt x="97832" y="483885"/>
                  </a:lnTo>
                  <a:lnTo>
                    <a:pt x="97686" y="483759"/>
                  </a:lnTo>
                  <a:lnTo>
                    <a:pt x="97452" y="483722"/>
                  </a:lnTo>
                  <a:lnTo>
                    <a:pt x="96746" y="483602"/>
                  </a:lnTo>
                  <a:lnTo>
                    <a:pt x="96430" y="483434"/>
                  </a:lnTo>
                  <a:lnTo>
                    <a:pt x="96264" y="483288"/>
                  </a:lnTo>
                  <a:lnTo>
                    <a:pt x="95965" y="483118"/>
                  </a:lnTo>
                  <a:lnTo>
                    <a:pt x="95891" y="482757"/>
                  </a:lnTo>
                  <a:lnTo>
                    <a:pt x="95739" y="482505"/>
                  </a:lnTo>
                  <a:lnTo>
                    <a:pt x="95545" y="482504"/>
                  </a:lnTo>
                  <a:lnTo>
                    <a:pt x="95348" y="482461"/>
                  </a:lnTo>
                  <a:lnTo>
                    <a:pt x="94525" y="482000"/>
                  </a:lnTo>
                  <a:lnTo>
                    <a:pt x="94205" y="481839"/>
                  </a:lnTo>
                  <a:lnTo>
                    <a:pt x="93572" y="481552"/>
                  </a:lnTo>
                  <a:lnTo>
                    <a:pt x="92873" y="481347"/>
                  </a:lnTo>
                  <a:lnTo>
                    <a:pt x="92523" y="481259"/>
                  </a:lnTo>
                  <a:lnTo>
                    <a:pt x="92263" y="481003"/>
                  </a:lnTo>
                  <a:lnTo>
                    <a:pt x="92083" y="480790"/>
                  </a:lnTo>
                  <a:lnTo>
                    <a:pt x="91830" y="480717"/>
                  </a:lnTo>
                  <a:lnTo>
                    <a:pt x="91537" y="480609"/>
                  </a:lnTo>
                  <a:lnTo>
                    <a:pt x="91073" y="480120"/>
                  </a:lnTo>
                  <a:lnTo>
                    <a:pt x="91309" y="479210"/>
                  </a:lnTo>
                  <a:lnTo>
                    <a:pt x="90703" y="478595"/>
                  </a:lnTo>
                  <a:lnTo>
                    <a:pt x="89250" y="478301"/>
                  </a:lnTo>
                  <a:lnTo>
                    <a:pt x="85303" y="479109"/>
                  </a:lnTo>
                  <a:lnTo>
                    <a:pt x="84831" y="479076"/>
                  </a:lnTo>
                  <a:lnTo>
                    <a:pt x="84098" y="478754"/>
                  </a:lnTo>
                  <a:lnTo>
                    <a:pt x="82453" y="478130"/>
                  </a:lnTo>
                  <a:lnTo>
                    <a:pt x="81699" y="477926"/>
                  </a:lnTo>
                  <a:lnTo>
                    <a:pt x="81277" y="477856"/>
                  </a:lnTo>
                  <a:lnTo>
                    <a:pt x="75372" y="477923"/>
                  </a:lnTo>
                  <a:lnTo>
                    <a:pt x="74526" y="477708"/>
                  </a:lnTo>
                  <a:lnTo>
                    <a:pt x="73793" y="478782"/>
                  </a:lnTo>
                  <a:lnTo>
                    <a:pt x="73760" y="479038"/>
                  </a:lnTo>
                  <a:lnTo>
                    <a:pt x="73683" y="479290"/>
                  </a:lnTo>
                  <a:lnTo>
                    <a:pt x="72424" y="478919"/>
                  </a:lnTo>
                  <a:lnTo>
                    <a:pt x="67782" y="477192"/>
                  </a:lnTo>
                  <a:lnTo>
                    <a:pt x="62749" y="478231"/>
                  </a:lnTo>
                  <a:lnTo>
                    <a:pt x="62588" y="477800"/>
                  </a:lnTo>
                  <a:lnTo>
                    <a:pt x="62539" y="477608"/>
                  </a:lnTo>
                  <a:lnTo>
                    <a:pt x="62046" y="477295"/>
                  </a:lnTo>
                  <a:lnTo>
                    <a:pt x="60993" y="477524"/>
                  </a:lnTo>
                  <a:lnTo>
                    <a:pt x="60331" y="477465"/>
                  </a:lnTo>
                  <a:lnTo>
                    <a:pt x="60159" y="477472"/>
                  </a:lnTo>
                  <a:lnTo>
                    <a:pt x="59698" y="477388"/>
                  </a:lnTo>
                  <a:lnTo>
                    <a:pt x="59251" y="477503"/>
                  </a:lnTo>
                  <a:lnTo>
                    <a:pt x="59087" y="477543"/>
                  </a:lnTo>
                  <a:lnTo>
                    <a:pt x="58829" y="477488"/>
                  </a:lnTo>
                  <a:lnTo>
                    <a:pt x="58665" y="477386"/>
                  </a:lnTo>
                  <a:lnTo>
                    <a:pt x="58146" y="477123"/>
                  </a:lnTo>
                  <a:lnTo>
                    <a:pt x="57626" y="476780"/>
                  </a:lnTo>
                  <a:lnTo>
                    <a:pt x="57493" y="476588"/>
                  </a:lnTo>
                  <a:lnTo>
                    <a:pt x="57266" y="476430"/>
                  </a:lnTo>
                  <a:lnTo>
                    <a:pt x="56671" y="476179"/>
                  </a:lnTo>
                  <a:lnTo>
                    <a:pt x="56427" y="476161"/>
                  </a:lnTo>
                  <a:lnTo>
                    <a:pt x="56156" y="476293"/>
                  </a:lnTo>
                  <a:lnTo>
                    <a:pt x="55814" y="476400"/>
                  </a:lnTo>
                  <a:lnTo>
                    <a:pt x="55405" y="476367"/>
                  </a:lnTo>
                  <a:lnTo>
                    <a:pt x="54972" y="476425"/>
                  </a:lnTo>
                  <a:lnTo>
                    <a:pt x="54759" y="476486"/>
                  </a:lnTo>
                  <a:lnTo>
                    <a:pt x="54547" y="476280"/>
                  </a:lnTo>
                  <a:lnTo>
                    <a:pt x="54439" y="476103"/>
                  </a:lnTo>
                  <a:lnTo>
                    <a:pt x="54139" y="475925"/>
                  </a:lnTo>
                  <a:lnTo>
                    <a:pt x="53616" y="475723"/>
                  </a:lnTo>
                  <a:lnTo>
                    <a:pt x="52931" y="475336"/>
                  </a:lnTo>
                  <a:lnTo>
                    <a:pt x="52546" y="474913"/>
                  </a:lnTo>
                  <a:lnTo>
                    <a:pt x="52054" y="474616"/>
                  </a:lnTo>
                  <a:lnTo>
                    <a:pt x="51676" y="474501"/>
                  </a:lnTo>
                  <a:lnTo>
                    <a:pt x="51513" y="474346"/>
                  </a:lnTo>
                  <a:lnTo>
                    <a:pt x="51266" y="474117"/>
                  </a:lnTo>
                  <a:lnTo>
                    <a:pt x="50796" y="473552"/>
                  </a:lnTo>
                  <a:lnTo>
                    <a:pt x="50577" y="473300"/>
                  </a:lnTo>
                  <a:lnTo>
                    <a:pt x="50187" y="473054"/>
                  </a:lnTo>
                  <a:lnTo>
                    <a:pt x="49900" y="472935"/>
                  </a:lnTo>
                  <a:lnTo>
                    <a:pt x="49611" y="472835"/>
                  </a:lnTo>
                  <a:lnTo>
                    <a:pt x="49261" y="472612"/>
                  </a:lnTo>
                  <a:lnTo>
                    <a:pt x="49075" y="472451"/>
                  </a:lnTo>
                  <a:lnTo>
                    <a:pt x="45045" y="470224"/>
                  </a:lnTo>
                  <a:lnTo>
                    <a:pt x="44872" y="470237"/>
                  </a:lnTo>
                  <a:lnTo>
                    <a:pt x="44685" y="470254"/>
                  </a:lnTo>
                  <a:lnTo>
                    <a:pt x="44296" y="470285"/>
                  </a:lnTo>
                  <a:lnTo>
                    <a:pt x="43808" y="470325"/>
                  </a:lnTo>
                  <a:lnTo>
                    <a:pt x="43552" y="470347"/>
                  </a:lnTo>
                  <a:lnTo>
                    <a:pt x="42756" y="470415"/>
                  </a:lnTo>
                  <a:lnTo>
                    <a:pt x="42395" y="470443"/>
                  </a:lnTo>
                  <a:lnTo>
                    <a:pt x="40518" y="469814"/>
                  </a:lnTo>
                  <a:lnTo>
                    <a:pt x="38559" y="467570"/>
                  </a:lnTo>
                  <a:lnTo>
                    <a:pt x="37954" y="466584"/>
                  </a:lnTo>
                  <a:lnTo>
                    <a:pt x="37858" y="466439"/>
                  </a:lnTo>
                  <a:lnTo>
                    <a:pt x="37597" y="466049"/>
                  </a:lnTo>
                  <a:lnTo>
                    <a:pt x="37369" y="465700"/>
                  </a:lnTo>
                  <a:lnTo>
                    <a:pt x="37079" y="465274"/>
                  </a:lnTo>
                  <a:lnTo>
                    <a:pt x="36982" y="465133"/>
                  </a:lnTo>
                  <a:lnTo>
                    <a:pt x="36848" y="464932"/>
                  </a:lnTo>
                  <a:lnTo>
                    <a:pt x="36633" y="464620"/>
                  </a:lnTo>
                  <a:lnTo>
                    <a:pt x="36508" y="464430"/>
                  </a:lnTo>
                  <a:lnTo>
                    <a:pt x="36301" y="464121"/>
                  </a:lnTo>
                  <a:lnTo>
                    <a:pt x="36091" y="463807"/>
                  </a:lnTo>
                  <a:lnTo>
                    <a:pt x="35808" y="463389"/>
                  </a:lnTo>
                  <a:lnTo>
                    <a:pt x="35484" y="462918"/>
                  </a:lnTo>
                  <a:lnTo>
                    <a:pt x="32606" y="461638"/>
                  </a:lnTo>
                  <a:lnTo>
                    <a:pt x="31071" y="461236"/>
                  </a:lnTo>
                  <a:lnTo>
                    <a:pt x="28481" y="459862"/>
                  </a:lnTo>
                  <a:lnTo>
                    <a:pt x="28520" y="459641"/>
                  </a:lnTo>
                  <a:lnTo>
                    <a:pt x="28574" y="459301"/>
                  </a:lnTo>
                  <a:lnTo>
                    <a:pt x="28462" y="458871"/>
                  </a:lnTo>
                  <a:lnTo>
                    <a:pt x="25758" y="456504"/>
                  </a:lnTo>
                  <a:lnTo>
                    <a:pt x="24775" y="455402"/>
                  </a:lnTo>
                  <a:lnTo>
                    <a:pt x="24564" y="455029"/>
                  </a:lnTo>
                  <a:lnTo>
                    <a:pt x="24307" y="454874"/>
                  </a:lnTo>
                  <a:lnTo>
                    <a:pt x="24201" y="454698"/>
                  </a:lnTo>
                  <a:lnTo>
                    <a:pt x="24240" y="454445"/>
                  </a:lnTo>
                  <a:lnTo>
                    <a:pt x="24262" y="454263"/>
                  </a:lnTo>
                  <a:lnTo>
                    <a:pt x="24283" y="454031"/>
                  </a:lnTo>
                  <a:lnTo>
                    <a:pt x="24173" y="453772"/>
                  </a:lnTo>
                  <a:lnTo>
                    <a:pt x="24142" y="453085"/>
                  </a:lnTo>
                  <a:lnTo>
                    <a:pt x="24174" y="452820"/>
                  </a:lnTo>
                  <a:lnTo>
                    <a:pt x="24140" y="452653"/>
                  </a:lnTo>
                  <a:lnTo>
                    <a:pt x="24637" y="451731"/>
                  </a:lnTo>
                  <a:lnTo>
                    <a:pt x="24600" y="451023"/>
                  </a:lnTo>
                  <a:lnTo>
                    <a:pt x="24516" y="450486"/>
                  </a:lnTo>
                  <a:lnTo>
                    <a:pt x="25068" y="449659"/>
                  </a:lnTo>
                  <a:lnTo>
                    <a:pt x="24676" y="449419"/>
                  </a:lnTo>
                  <a:lnTo>
                    <a:pt x="24367" y="449213"/>
                  </a:lnTo>
                  <a:lnTo>
                    <a:pt x="24121" y="449044"/>
                  </a:lnTo>
                  <a:lnTo>
                    <a:pt x="23446" y="447728"/>
                  </a:lnTo>
                  <a:lnTo>
                    <a:pt x="22991" y="447566"/>
                  </a:lnTo>
                  <a:lnTo>
                    <a:pt x="22549" y="447383"/>
                  </a:lnTo>
                  <a:lnTo>
                    <a:pt x="21899" y="447123"/>
                  </a:lnTo>
                  <a:lnTo>
                    <a:pt x="21563" y="447126"/>
                  </a:lnTo>
                  <a:lnTo>
                    <a:pt x="21229" y="447165"/>
                  </a:lnTo>
                  <a:lnTo>
                    <a:pt x="21021" y="447237"/>
                  </a:lnTo>
                  <a:lnTo>
                    <a:pt x="20876" y="447248"/>
                  </a:lnTo>
                  <a:lnTo>
                    <a:pt x="20737" y="447202"/>
                  </a:lnTo>
                  <a:lnTo>
                    <a:pt x="20742" y="446990"/>
                  </a:lnTo>
                  <a:lnTo>
                    <a:pt x="20666" y="446629"/>
                  </a:lnTo>
                  <a:lnTo>
                    <a:pt x="20612" y="446207"/>
                  </a:lnTo>
                  <a:lnTo>
                    <a:pt x="20842" y="446099"/>
                  </a:lnTo>
                  <a:lnTo>
                    <a:pt x="21090" y="445920"/>
                  </a:lnTo>
                  <a:lnTo>
                    <a:pt x="21309" y="445576"/>
                  </a:lnTo>
                  <a:lnTo>
                    <a:pt x="21381" y="445422"/>
                  </a:lnTo>
                  <a:lnTo>
                    <a:pt x="21495" y="445127"/>
                  </a:lnTo>
                  <a:lnTo>
                    <a:pt x="22167" y="444144"/>
                  </a:lnTo>
                  <a:lnTo>
                    <a:pt x="21285" y="443817"/>
                  </a:lnTo>
                  <a:lnTo>
                    <a:pt x="20988" y="443866"/>
                  </a:lnTo>
                  <a:lnTo>
                    <a:pt x="20470" y="443863"/>
                  </a:lnTo>
                  <a:lnTo>
                    <a:pt x="20369" y="443557"/>
                  </a:lnTo>
                  <a:lnTo>
                    <a:pt x="19227" y="442771"/>
                  </a:lnTo>
                  <a:lnTo>
                    <a:pt x="18818" y="442223"/>
                  </a:lnTo>
                  <a:lnTo>
                    <a:pt x="18504" y="441462"/>
                  </a:lnTo>
                  <a:lnTo>
                    <a:pt x="18117" y="441121"/>
                  </a:lnTo>
                  <a:lnTo>
                    <a:pt x="17796" y="440978"/>
                  </a:lnTo>
                  <a:lnTo>
                    <a:pt x="17532" y="440979"/>
                  </a:lnTo>
                  <a:lnTo>
                    <a:pt x="17160" y="441087"/>
                  </a:lnTo>
                  <a:lnTo>
                    <a:pt x="16976" y="441177"/>
                  </a:lnTo>
                  <a:lnTo>
                    <a:pt x="16308" y="441290"/>
                  </a:lnTo>
                  <a:lnTo>
                    <a:pt x="15707" y="440825"/>
                  </a:lnTo>
                  <a:lnTo>
                    <a:pt x="15472" y="440277"/>
                  </a:lnTo>
                  <a:lnTo>
                    <a:pt x="15119" y="440083"/>
                  </a:lnTo>
                  <a:lnTo>
                    <a:pt x="14543" y="438883"/>
                  </a:lnTo>
                  <a:lnTo>
                    <a:pt x="14388" y="438894"/>
                  </a:lnTo>
                  <a:lnTo>
                    <a:pt x="14130" y="438863"/>
                  </a:lnTo>
                  <a:lnTo>
                    <a:pt x="13451" y="438444"/>
                  </a:lnTo>
                  <a:lnTo>
                    <a:pt x="13023" y="438073"/>
                  </a:lnTo>
                  <a:lnTo>
                    <a:pt x="12808" y="437501"/>
                  </a:lnTo>
                  <a:lnTo>
                    <a:pt x="12666" y="437185"/>
                  </a:lnTo>
                  <a:lnTo>
                    <a:pt x="12224" y="436782"/>
                  </a:lnTo>
                  <a:lnTo>
                    <a:pt x="11480" y="436654"/>
                  </a:lnTo>
                  <a:lnTo>
                    <a:pt x="11314" y="436614"/>
                  </a:lnTo>
                  <a:lnTo>
                    <a:pt x="11341" y="436370"/>
                  </a:lnTo>
                  <a:lnTo>
                    <a:pt x="11368" y="436022"/>
                  </a:lnTo>
                  <a:lnTo>
                    <a:pt x="11274" y="435747"/>
                  </a:lnTo>
                  <a:lnTo>
                    <a:pt x="10914" y="434690"/>
                  </a:lnTo>
                  <a:lnTo>
                    <a:pt x="10110" y="433630"/>
                  </a:lnTo>
                  <a:lnTo>
                    <a:pt x="9449" y="432661"/>
                  </a:lnTo>
                  <a:lnTo>
                    <a:pt x="9175" y="432568"/>
                  </a:lnTo>
                  <a:lnTo>
                    <a:pt x="9183" y="432136"/>
                  </a:lnTo>
                  <a:lnTo>
                    <a:pt x="9655" y="432086"/>
                  </a:lnTo>
                  <a:lnTo>
                    <a:pt x="9909" y="431229"/>
                  </a:lnTo>
                  <a:lnTo>
                    <a:pt x="9867" y="430823"/>
                  </a:lnTo>
                  <a:lnTo>
                    <a:pt x="9810" y="430669"/>
                  </a:lnTo>
                  <a:lnTo>
                    <a:pt x="9879" y="430449"/>
                  </a:lnTo>
                  <a:lnTo>
                    <a:pt x="10010" y="430264"/>
                  </a:lnTo>
                  <a:lnTo>
                    <a:pt x="10695" y="429728"/>
                  </a:lnTo>
                  <a:lnTo>
                    <a:pt x="11225" y="429341"/>
                  </a:lnTo>
                  <a:lnTo>
                    <a:pt x="11419" y="428977"/>
                  </a:lnTo>
                  <a:lnTo>
                    <a:pt x="11575" y="428565"/>
                  </a:lnTo>
                  <a:lnTo>
                    <a:pt x="12965" y="428417"/>
                  </a:lnTo>
                  <a:lnTo>
                    <a:pt x="13334" y="428431"/>
                  </a:lnTo>
                  <a:lnTo>
                    <a:pt x="13504" y="428434"/>
                  </a:lnTo>
                  <a:lnTo>
                    <a:pt x="13910" y="428626"/>
                  </a:lnTo>
                  <a:lnTo>
                    <a:pt x="14332" y="428580"/>
                  </a:lnTo>
                  <a:lnTo>
                    <a:pt x="14319" y="428429"/>
                  </a:lnTo>
                  <a:lnTo>
                    <a:pt x="14196" y="428093"/>
                  </a:lnTo>
                  <a:lnTo>
                    <a:pt x="14464" y="427216"/>
                  </a:lnTo>
                  <a:lnTo>
                    <a:pt x="15011" y="427235"/>
                  </a:lnTo>
                  <a:lnTo>
                    <a:pt x="15441" y="427343"/>
                  </a:lnTo>
                  <a:lnTo>
                    <a:pt x="15958" y="427123"/>
                  </a:lnTo>
                  <a:lnTo>
                    <a:pt x="16363" y="426808"/>
                  </a:lnTo>
                  <a:lnTo>
                    <a:pt x="16890" y="426355"/>
                  </a:lnTo>
                  <a:lnTo>
                    <a:pt x="16939" y="426002"/>
                  </a:lnTo>
                  <a:lnTo>
                    <a:pt x="16554" y="425699"/>
                  </a:lnTo>
                  <a:lnTo>
                    <a:pt x="16738" y="425181"/>
                  </a:lnTo>
                  <a:lnTo>
                    <a:pt x="16824" y="424978"/>
                  </a:lnTo>
                  <a:lnTo>
                    <a:pt x="17187" y="424673"/>
                  </a:lnTo>
                  <a:lnTo>
                    <a:pt x="17198" y="424245"/>
                  </a:lnTo>
                  <a:lnTo>
                    <a:pt x="17222" y="424113"/>
                  </a:lnTo>
                  <a:lnTo>
                    <a:pt x="17100" y="423719"/>
                  </a:lnTo>
                  <a:lnTo>
                    <a:pt x="17237" y="423457"/>
                  </a:lnTo>
                  <a:lnTo>
                    <a:pt x="17348" y="423319"/>
                  </a:lnTo>
                  <a:lnTo>
                    <a:pt x="17503" y="422970"/>
                  </a:lnTo>
                  <a:lnTo>
                    <a:pt x="17547" y="422728"/>
                  </a:lnTo>
                  <a:lnTo>
                    <a:pt x="17746" y="421681"/>
                  </a:lnTo>
                  <a:lnTo>
                    <a:pt x="17326" y="420962"/>
                  </a:lnTo>
                  <a:lnTo>
                    <a:pt x="17318" y="420693"/>
                  </a:lnTo>
                  <a:lnTo>
                    <a:pt x="17392" y="420175"/>
                  </a:lnTo>
                  <a:lnTo>
                    <a:pt x="17672" y="420025"/>
                  </a:lnTo>
                  <a:lnTo>
                    <a:pt x="18343" y="419530"/>
                  </a:lnTo>
                  <a:lnTo>
                    <a:pt x="19134" y="418736"/>
                  </a:lnTo>
                  <a:lnTo>
                    <a:pt x="19275" y="418137"/>
                  </a:lnTo>
                  <a:lnTo>
                    <a:pt x="18870" y="417492"/>
                  </a:lnTo>
                  <a:lnTo>
                    <a:pt x="18661" y="417194"/>
                  </a:lnTo>
                  <a:lnTo>
                    <a:pt x="17902" y="417312"/>
                  </a:lnTo>
                  <a:lnTo>
                    <a:pt x="17542" y="417193"/>
                  </a:lnTo>
                  <a:lnTo>
                    <a:pt x="17241" y="416978"/>
                  </a:lnTo>
                  <a:lnTo>
                    <a:pt x="17152" y="416560"/>
                  </a:lnTo>
                  <a:lnTo>
                    <a:pt x="17225" y="415950"/>
                  </a:lnTo>
                  <a:lnTo>
                    <a:pt x="16729" y="415876"/>
                  </a:lnTo>
                  <a:lnTo>
                    <a:pt x="16175" y="415422"/>
                  </a:lnTo>
                  <a:lnTo>
                    <a:pt x="16338" y="415217"/>
                  </a:lnTo>
                  <a:lnTo>
                    <a:pt x="16509" y="415017"/>
                  </a:lnTo>
                  <a:lnTo>
                    <a:pt x="16539" y="414711"/>
                  </a:lnTo>
                  <a:lnTo>
                    <a:pt x="16791" y="414443"/>
                  </a:lnTo>
                  <a:lnTo>
                    <a:pt x="17092" y="414060"/>
                  </a:lnTo>
                  <a:lnTo>
                    <a:pt x="17111" y="413845"/>
                  </a:lnTo>
                  <a:lnTo>
                    <a:pt x="17061" y="413705"/>
                  </a:lnTo>
                  <a:lnTo>
                    <a:pt x="17179" y="412596"/>
                  </a:lnTo>
                  <a:lnTo>
                    <a:pt x="16926" y="412013"/>
                  </a:lnTo>
                  <a:lnTo>
                    <a:pt x="16821" y="410727"/>
                  </a:lnTo>
                  <a:lnTo>
                    <a:pt x="16744" y="410546"/>
                  </a:lnTo>
                  <a:lnTo>
                    <a:pt x="16690" y="410156"/>
                  </a:lnTo>
                  <a:lnTo>
                    <a:pt x="16802" y="409873"/>
                  </a:lnTo>
                  <a:lnTo>
                    <a:pt x="16981" y="409629"/>
                  </a:lnTo>
                  <a:lnTo>
                    <a:pt x="16671" y="408503"/>
                  </a:lnTo>
                  <a:lnTo>
                    <a:pt x="16539" y="407775"/>
                  </a:lnTo>
                  <a:lnTo>
                    <a:pt x="16304" y="407587"/>
                  </a:lnTo>
                  <a:lnTo>
                    <a:pt x="16043" y="407358"/>
                  </a:lnTo>
                  <a:lnTo>
                    <a:pt x="15534" y="406996"/>
                  </a:lnTo>
                  <a:lnTo>
                    <a:pt x="15205" y="406162"/>
                  </a:lnTo>
                  <a:lnTo>
                    <a:pt x="15215" y="405770"/>
                  </a:lnTo>
                  <a:lnTo>
                    <a:pt x="15478" y="405564"/>
                  </a:lnTo>
                  <a:lnTo>
                    <a:pt x="15881" y="404843"/>
                  </a:lnTo>
                  <a:lnTo>
                    <a:pt x="16019" y="404467"/>
                  </a:lnTo>
                  <a:lnTo>
                    <a:pt x="15880" y="404103"/>
                  </a:lnTo>
                  <a:lnTo>
                    <a:pt x="15375" y="403447"/>
                  </a:lnTo>
                  <a:lnTo>
                    <a:pt x="15102" y="403730"/>
                  </a:lnTo>
                  <a:lnTo>
                    <a:pt x="14827" y="403618"/>
                  </a:lnTo>
                  <a:lnTo>
                    <a:pt x="14572" y="403591"/>
                  </a:lnTo>
                  <a:lnTo>
                    <a:pt x="14118" y="403506"/>
                  </a:lnTo>
                  <a:lnTo>
                    <a:pt x="13726" y="403416"/>
                  </a:lnTo>
                  <a:lnTo>
                    <a:pt x="13596" y="402989"/>
                  </a:lnTo>
                  <a:lnTo>
                    <a:pt x="13121" y="402341"/>
                  </a:lnTo>
                  <a:lnTo>
                    <a:pt x="13351" y="402059"/>
                  </a:lnTo>
                  <a:lnTo>
                    <a:pt x="13461" y="401590"/>
                  </a:lnTo>
                  <a:lnTo>
                    <a:pt x="13423" y="401200"/>
                  </a:lnTo>
                  <a:lnTo>
                    <a:pt x="12900" y="400476"/>
                  </a:lnTo>
                  <a:lnTo>
                    <a:pt x="13018" y="400228"/>
                  </a:lnTo>
                  <a:lnTo>
                    <a:pt x="13354" y="399921"/>
                  </a:lnTo>
                  <a:lnTo>
                    <a:pt x="13106" y="399702"/>
                  </a:lnTo>
                  <a:lnTo>
                    <a:pt x="13308" y="399117"/>
                  </a:lnTo>
                  <a:lnTo>
                    <a:pt x="13665" y="399041"/>
                  </a:lnTo>
                  <a:lnTo>
                    <a:pt x="13898" y="399047"/>
                  </a:lnTo>
                  <a:lnTo>
                    <a:pt x="13993" y="398812"/>
                  </a:lnTo>
                  <a:lnTo>
                    <a:pt x="14304" y="398788"/>
                  </a:lnTo>
                  <a:lnTo>
                    <a:pt x="14702" y="398588"/>
                  </a:lnTo>
                  <a:lnTo>
                    <a:pt x="14927" y="398316"/>
                  </a:lnTo>
                  <a:lnTo>
                    <a:pt x="15460" y="398438"/>
                  </a:lnTo>
                  <a:lnTo>
                    <a:pt x="16219" y="398575"/>
                  </a:lnTo>
                  <a:lnTo>
                    <a:pt x="16513" y="398224"/>
                  </a:lnTo>
                  <a:lnTo>
                    <a:pt x="16614" y="397263"/>
                  </a:lnTo>
                  <a:lnTo>
                    <a:pt x="16906" y="397052"/>
                  </a:lnTo>
                  <a:lnTo>
                    <a:pt x="17330" y="396726"/>
                  </a:lnTo>
                  <a:lnTo>
                    <a:pt x="17311" y="396285"/>
                  </a:lnTo>
                  <a:lnTo>
                    <a:pt x="17401" y="395872"/>
                  </a:lnTo>
                  <a:lnTo>
                    <a:pt x="19043" y="395293"/>
                  </a:lnTo>
                  <a:lnTo>
                    <a:pt x="19058" y="395020"/>
                  </a:lnTo>
                  <a:lnTo>
                    <a:pt x="18367" y="394273"/>
                  </a:lnTo>
                  <a:lnTo>
                    <a:pt x="18340" y="394012"/>
                  </a:lnTo>
                  <a:lnTo>
                    <a:pt x="18309" y="393834"/>
                  </a:lnTo>
                  <a:lnTo>
                    <a:pt x="18183" y="393587"/>
                  </a:lnTo>
                  <a:lnTo>
                    <a:pt x="18131" y="393028"/>
                  </a:lnTo>
                  <a:lnTo>
                    <a:pt x="17830" y="392694"/>
                  </a:lnTo>
                  <a:lnTo>
                    <a:pt x="17206" y="392480"/>
                  </a:lnTo>
                  <a:lnTo>
                    <a:pt x="17057" y="392466"/>
                  </a:lnTo>
                  <a:lnTo>
                    <a:pt x="17087" y="391711"/>
                  </a:lnTo>
                  <a:lnTo>
                    <a:pt x="16861" y="391406"/>
                  </a:lnTo>
                  <a:lnTo>
                    <a:pt x="16967" y="390973"/>
                  </a:lnTo>
                  <a:lnTo>
                    <a:pt x="17103" y="390836"/>
                  </a:lnTo>
                  <a:lnTo>
                    <a:pt x="16601" y="390429"/>
                  </a:lnTo>
                  <a:lnTo>
                    <a:pt x="16297" y="390213"/>
                  </a:lnTo>
                  <a:lnTo>
                    <a:pt x="15867" y="390020"/>
                  </a:lnTo>
                  <a:lnTo>
                    <a:pt x="15332" y="390052"/>
                  </a:lnTo>
                  <a:lnTo>
                    <a:pt x="14655" y="390241"/>
                  </a:lnTo>
                  <a:lnTo>
                    <a:pt x="14297" y="390590"/>
                  </a:lnTo>
                  <a:lnTo>
                    <a:pt x="13567" y="390611"/>
                  </a:lnTo>
                  <a:lnTo>
                    <a:pt x="13273" y="390670"/>
                  </a:lnTo>
                  <a:lnTo>
                    <a:pt x="12939" y="390411"/>
                  </a:lnTo>
                  <a:lnTo>
                    <a:pt x="12336" y="390023"/>
                  </a:lnTo>
                  <a:lnTo>
                    <a:pt x="12048" y="390397"/>
                  </a:lnTo>
                  <a:lnTo>
                    <a:pt x="11955" y="390581"/>
                  </a:lnTo>
                  <a:lnTo>
                    <a:pt x="11792" y="390762"/>
                  </a:lnTo>
                  <a:lnTo>
                    <a:pt x="11169" y="390978"/>
                  </a:lnTo>
                  <a:lnTo>
                    <a:pt x="10701" y="391274"/>
                  </a:lnTo>
                  <a:lnTo>
                    <a:pt x="10675" y="391454"/>
                  </a:lnTo>
                  <a:lnTo>
                    <a:pt x="10490" y="391568"/>
                  </a:lnTo>
                  <a:lnTo>
                    <a:pt x="10251" y="391569"/>
                  </a:lnTo>
                  <a:lnTo>
                    <a:pt x="9799" y="391677"/>
                  </a:lnTo>
                  <a:lnTo>
                    <a:pt x="9454" y="391768"/>
                  </a:lnTo>
                  <a:lnTo>
                    <a:pt x="9175" y="391858"/>
                  </a:lnTo>
                  <a:lnTo>
                    <a:pt x="8593" y="391889"/>
                  </a:lnTo>
                  <a:lnTo>
                    <a:pt x="8675" y="391569"/>
                  </a:lnTo>
                  <a:lnTo>
                    <a:pt x="8594" y="391337"/>
                  </a:lnTo>
                  <a:lnTo>
                    <a:pt x="7988" y="391270"/>
                  </a:lnTo>
                  <a:lnTo>
                    <a:pt x="6955" y="391323"/>
                  </a:lnTo>
                  <a:lnTo>
                    <a:pt x="6913" y="390998"/>
                  </a:lnTo>
                  <a:lnTo>
                    <a:pt x="6974" y="390516"/>
                  </a:lnTo>
                  <a:lnTo>
                    <a:pt x="6834" y="390446"/>
                  </a:lnTo>
                  <a:lnTo>
                    <a:pt x="6688" y="390403"/>
                  </a:lnTo>
                  <a:lnTo>
                    <a:pt x="6455" y="390281"/>
                  </a:lnTo>
                  <a:lnTo>
                    <a:pt x="6260" y="390106"/>
                  </a:lnTo>
                  <a:lnTo>
                    <a:pt x="6216" y="389963"/>
                  </a:lnTo>
                  <a:lnTo>
                    <a:pt x="5995" y="389526"/>
                  </a:lnTo>
                  <a:lnTo>
                    <a:pt x="5979" y="389044"/>
                  </a:lnTo>
                  <a:lnTo>
                    <a:pt x="6332" y="388654"/>
                  </a:lnTo>
                  <a:lnTo>
                    <a:pt x="6373" y="388329"/>
                  </a:lnTo>
                  <a:lnTo>
                    <a:pt x="6244" y="387831"/>
                  </a:lnTo>
                  <a:lnTo>
                    <a:pt x="6421" y="387394"/>
                  </a:lnTo>
                  <a:lnTo>
                    <a:pt x="6655" y="386684"/>
                  </a:lnTo>
                  <a:lnTo>
                    <a:pt x="6657" y="386412"/>
                  </a:lnTo>
                  <a:lnTo>
                    <a:pt x="6513" y="386067"/>
                  </a:lnTo>
                  <a:lnTo>
                    <a:pt x="6238" y="385536"/>
                  </a:lnTo>
                  <a:lnTo>
                    <a:pt x="6478" y="385366"/>
                  </a:lnTo>
                  <a:lnTo>
                    <a:pt x="6894" y="385161"/>
                  </a:lnTo>
                  <a:lnTo>
                    <a:pt x="7010" y="384844"/>
                  </a:lnTo>
                  <a:lnTo>
                    <a:pt x="7051" y="384672"/>
                  </a:lnTo>
                  <a:lnTo>
                    <a:pt x="7087" y="383961"/>
                  </a:lnTo>
                  <a:lnTo>
                    <a:pt x="6817" y="383426"/>
                  </a:lnTo>
                  <a:lnTo>
                    <a:pt x="7250" y="383009"/>
                  </a:lnTo>
                  <a:lnTo>
                    <a:pt x="7294" y="382815"/>
                  </a:lnTo>
                  <a:lnTo>
                    <a:pt x="7343" y="382434"/>
                  </a:lnTo>
                  <a:lnTo>
                    <a:pt x="7251" y="381196"/>
                  </a:lnTo>
                  <a:lnTo>
                    <a:pt x="6814" y="380430"/>
                  </a:lnTo>
                  <a:lnTo>
                    <a:pt x="6167" y="380262"/>
                  </a:lnTo>
                  <a:lnTo>
                    <a:pt x="5949" y="380336"/>
                  </a:lnTo>
                  <a:lnTo>
                    <a:pt x="5756" y="380389"/>
                  </a:lnTo>
                  <a:lnTo>
                    <a:pt x="4480" y="379805"/>
                  </a:lnTo>
                  <a:lnTo>
                    <a:pt x="3857" y="378983"/>
                  </a:lnTo>
                  <a:lnTo>
                    <a:pt x="3499" y="378124"/>
                  </a:lnTo>
                  <a:lnTo>
                    <a:pt x="2951" y="377537"/>
                  </a:lnTo>
                  <a:lnTo>
                    <a:pt x="2694" y="377126"/>
                  </a:lnTo>
                  <a:lnTo>
                    <a:pt x="2590" y="376872"/>
                  </a:lnTo>
                  <a:lnTo>
                    <a:pt x="2533" y="376675"/>
                  </a:lnTo>
                  <a:lnTo>
                    <a:pt x="2507" y="376543"/>
                  </a:lnTo>
                  <a:lnTo>
                    <a:pt x="2436" y="376379"/>
                  </a:lnTo>
                  <a:lnTo>
                    <a:pt x="1992" y="375750"/>
                  </a:lnTo>
                  <a:lnTo>
                    <a:pt x="1716" y="375555"/>
                  </a:lnTo>
                  <a:lnTo>
                    <a:pt x="1561" y="375483"/>
                  </a:lnTo>
                  <a:lnTo>
                    <a:pt x="1196" y="375229"/>
                  </a:lnTo>
                  <a:lnTo>
                    <a:pt x="1650" y="374583"/>
                  </a:lnTo>
                  <a:lnTo>
                    <a:pt x="1890" y="374442"/>
                  </a:lnTo>
                  <a:lnTo>
                    <a:pt x="2348" y="374172"/>
                  </a:lnTo>
                  <a:lnTo>
                    <a:pt x="2489" y="374020"/>
                  </a:lnTo>
                  <a:lnTo>
                    <a:pt x="3271" y="373581"/>
                  </a:lnTo>
                  <a:lnTo>
                    <a:pt x="3581" y="373463"/>
                  </a:lnTo>
                  <a:lnTo>
                    <a:pt x="3824" y="373340"/>
                  </a:lnTo>
                  <a:lnTo>
                    <a:pt x="4768" y="372558"/>
                  </a:lnTo>
                  <a:lnTo>
                    <a:pt x="4134" y="372340"/>
                  </a:lnTo>
                  <a:lnTo>
                    <a:pt x="3585" y="372368"/>
                  </a:lnTo>
                  <a:lnTo>
                    <a:pt x="3195" y="372004"/>
                  </a:lnTo>
                  <a:lnTo>
                    <a:pt x="3159" y="371800"/>
                  </a:lnTo>
                  <a:lnTo>
                    <a:pt x="3318" y="371364"/>
                  </a:lnTo>
                  <a:lnTo>
                    <a:pt x="3374" y="371213"/>
                  </a:lnTo>
                  <a:lnTo>
                    <a:pt x="3455" y="370921"/>
                  </a:lnTo>
                  <a:lnTo>
                    <a:pt x="4043" y="370081"/>
                  </a:lnTo>
                  <a:lnTo>
                    <a:pt x="3951" y="369547"/>
                  </a:lnTo>
                  <a:lnTo>
                    <a:pt x="3387" y="369101"/>
                  </a:lnTo>
                  <a:lnTo>
                    <a:pt x="3303" y="368955"/>
                  </a:lnTo>
                  <a:lnTo>
                    <a:pt x="3327" y="368551"/>
                  </a:lnTo>
                  <a:lnTo>
                    <a:pt x="4037" y="368147"/>
                  </a:lnTo>
                  <a:lnTo>
                    <a:pt x="5275" y="368067"/>
                  </a:lnTo>
                  <a:lnTo>
                    <a:pt x="5685" y="367903"/>
                  </a:lnTo>
                  <a:lnTo>
                    <a:pt x="6230" y="367661"/>
                  </a:lnTo>
                  <a:lnTo>
                    <a:pt x="6513" y="367629"/>
                  </a:lnTo>
                  <a:lnTo>
                    <a:pt x="6791" y="367644"/>
                  </a:lnTo>
                  <a:lnTo>
                    <a:pt x="7301" y="367501"/>
                  </a:lnTo>
                  <a:lnTo>
                    <a:pt x="7724" y="366865"/>
                  </a:lnTo>
                  <a:lnTo>
                    <a:pt x="7866" y="366730"/>
                  </a:lnTo>
                  <a:lnTo>
                    <a:pt x="8132" y="366515"/>
                  </a:lnTo>
                  <a:lnTo>
                    <a:pt x="8577" y="366102"/>
                  </a:lnTo>
                  <a:lnTo>
                    <a:pt x="8734" y="366047"/>
                  </a:lnTo>
                  <a:lnTo>
                    <a:pt x="9162" y="365836"/>
                  </a:lnTo>
                  <a:lnTo>
                    <a:pt x="9529" y="365721"/>
                  </a:lnTo>
                  <a:lnTo>
                    <a:pt x="10168" y="365538"/>
                  </a:lnTo>
                  <a:lnTo>
                    <a:pt x="10597" y="365689"/>
                  </a:lnTo>
                  <a:lnTo>
                    <a:pt x="10856" y="365806"/>
                  </a:lnTo>
                  <a:lnTo>
                    <a:pt x="11051" y="365906"/>
                  </a:lnTo>
                  <a:lnTo>
                    <a:pt x="11460" y="365819"/>
                  </a:lnTo>
                  <a:lnTo>
                    <a:pt x="12405" y="364882"/>
                  </a:lnTo>
                  <a:lnTo>
                    <a:pt x="12613" y="364403"/>
                  </a:lnTo>
                  <a:lnTo>
                    <a:pt x="12999" y="364164"/>
                  </a:lnTo>
                  <a:lnTo>
                    <a:pt x="13087" y="363469"/>
                  </a:lnTo>
                  <a:lnTo>
                    <a:pt x="13972" y="362892"/>
                  </a:lnTo>
                  <a:lnTo>
                    <a:pt x="14130" y="362877"/>
                  </a:lnTo>
                  <a:lnTo>
                    <a:pt x="14383" y="362849"/>
                  </a:lnTo>
                  <a:lnTo>
                    <a:pt x="14413" y="362520"/>
                  </a:lnTo>
                  <a:lnTo>
                    <a:pt x="14235" y="362384"/>
                  </a:lnTo>
                  <a:lnTo>
                    <a:pt x="14113" y="362211"/>
                  </a:lnTo>
                  <a:lnTo>
                    <a:pt x="13951" y="361839"/>
                  </a:lnTo>
                  <a:lnTo>
                    <a:pt x="13575" y="361628"/>
                  </a:lnTo>
                  <a:lnTo>
                    <a:pt x="13414" y="361689"/>
                  </a:lnTo>
                  <a:lnTo>
                    <a:pt x="12836" y="361788"/>
                  </a:lnTo>
                  <a:lnTo>
                    <a:pt x="12102" y="360950"/>
                  </a:lnTo>
                  <a:lnTo>
                    <a:pt x="11827" y="360085"/>
                  </a:lnTo>
                  <a:lnTo>
                    <a:pt x="11845" y="359855"/>
                  </a:lnTo>
                  <a:lnTo>
                    <a:pt x="12076" y="359377"/>
                  </a:lnTo>
                  <a:lnTo>
                    <a:pt x="12201" y="358841"/>
                  </a:lnTo>
                  <a:lnTo>
                    <a:pt x="12512" y="357909"/>
                  </a:lnTo>
                  <a:lnTo>
                    <a:pt x="12854" y="357910"/>
                  </a:lnTo>
                  <a:lnTo>
                    <a:pt x="13324" y="358046"/>
                  </a:lnTo>
                  <a:lnTo>
                    <a:pt x="13825" y="358111"/>
                  </a:lnTo>
                  <a:lnTo>
                    <a:pt x="14031" y="358053"/>
                  </a:lnTo>
                  <a:lnTo>
                    <a:pt x="14677" y="357540"/>
                  </a:lnTo>
                  <a:lnTo>
                    <a:pt x="13725" y="355992"/>
                  </a:lnTo>
                  <a:lnTo>
                    <a:pt x="13712" y="355832"/>
                  </a:lnTo>
                  <a:lnTo>
                    <a:pt x="13535" y="355383"/>
                  </a:lnTo>
                  <a:lnTo>
                    <a:pt x="13949" y="354115"/>
                  </a:lnTo>
                  <a:lnTo>
                    <a:pt x="13982" y="353792"/>
                  </a:lnTo>
                  <a:lnTo>
                    <a:pt x="13980" y="353591"/>
                  </a:lnTo>
                  <a:lnTo>
                    <a:pt x="13891" y="352477"/>
                  </a:lnTo>
                  <a:lnTo>
                    <a:pt x="14108" y="351915"/>
                  </a:lnTo>
                  <a:lnTo>
                    <a:pt x="13744" y="351344"/>
                  </a:lnTo>
                  <a:lnTo>
                    <a:pt x="14140" y="350793"/>
                  </a:lnTo>
                  <a:lnTo>
                    <a:pt x="13958" y="349470"/>
                  </a:lnTo>
                  <a:lnTo>
                    <a:pt x="14147" y="349404"/>
                  </a:lnTo>
                  <a:lnTo>
                    <a:pt x="14996" y="349350"/>
                  </a:lnTo>
                  <a:lnTo>
                    <a:pt x="15319" y="349218"/>
                  </a:lnTo>
                  <a:lnTo>
                    <a:pt x="15203" y="348329"/>
                  </a:lnTo>
                  <a:lnTo>
                    <a:pt x="15036" y="348076"/>
                  </a:lnTo>
                  <a:lnTo>
                    <a:pt x="14794" y="347531"/>
                  </a:lnTo>
                  <a:lnTo>
                    <a:pt x="15032" y="347258"/>
                  </a:lnTo>
                  <a:lnTo>
                    <a:pt x="15342" y="347048"/>
                  </a:lnTo>
                  <a:lnTo>
                    <a:pt x="15466" y="346550"/>
                  </a:lnTo>
                  <a:lnTo>
                    <a:pt x="15468" y="345879"/>
                  </a:lnTo>
                  <a:lnTo>
                    <a:pt x="16127" y="345339"/>
                  </a:lnTo>
                  <a:lnTo>
                    <a:pt x="16250" y="345044"/>
                  </a:lnTo>
                  <a:lnTo>
                    <a:pt x="15768" y="344580"/>
                  </a:lnTo>
                  <a:lnTo>
                    <a:pt x="15218" y="344411"/>
                  </a:lnTo>
                  <a:lnTo>
                    <a:pt x="15054" y="344441"/>
                  </a:lnTo>
                  <a:lnTo>
                    <a:pt x="14757" y="344547"/>
                  </a:lnTo>
                  <a:lnTo>
                    <a:pt x="14577" y="344611"/>
                  </a:lnTo>
                  <a:lnTo>
                    <a:pt x="14404" y="344646"/>
                  </a:lnTo>
                  <a:lnTo>
                    <a:pt x="14163" y="344709"/>
                  </a:lnTo>
                  <a:lnTo>
                    <a:pt x="13587" y="344529"/>
                  </a:lnTo>
                  <a:lnTo>
                    <a:pt x="13261" y="344555"/>
                  </a:lnTo>
                  <a:lnTo>
                    <a:pt x="13062" y="344775"/>
                  </a:lnTo>
                  <a:lnTo>
                    <a:pt x="12926" y="344858"/>
                  </a:lnTo>
                  <a:lnTo>
                    <a:pt x="12051" y="345024"/>
                  </a:lnTo>
                  <a:lnTo>
                    <a:pt x="11404" y="345061"/>
                  </a:lnTo>
                  <a:lnTo>
                    <a:pt x="11224" y="344985"/>
                  </a:lnTo>
                  <a:lnTo>
                    <a:pt x="11013" y="344892"/>
                  </a:lnTo>
                  <a:lnTo>
                    <a:pt x="10797" y="344852"/>
                  </a:lnTo>
                  <a:lnTo>
                    <a:pt x="9617" y="344847"/>
                  </a:lnTo>
                  <a:lnTo>
                    <a:pt x="8870" y="344644"/>
                  </a:lnTo>
                  <a:lnTo>
                    <a:pt x="8626" y="344534"/>
                  </a:lnTo>
                  <a:lnTo>
                    <a:pt x="8349" y="344544"/>
                  </a:lnTo>
                  <a:lnTo>
                    <a:pt x="7434" y="344731"/>
                  </a:lnTo>
                  <a:lnTo>
                    <a:pt x="6971" y="344580"/>
                  </a:lnTo>
                  <a:lnTo>
                    <a:pt x="6502" y="344413"/>
                  </a:lnTo>
                  <a:lnTo>
                    <a:pt x="6370" y="344456"/>
                  </a:lnTo>
                  <a:lnTo>
                    <a:pt x="5878" y="344435"/>
                  </a:lnTo>
                  <a:lnTo>
                    <a:pt x="5464" y="344647"/>
                  </a:lnTo>
                  <a:lnTo>
                    <a:pt x="4673" y="343830"/>
                  </a:lnTo>
                  <a:lnTo>
                    <a:pt x="5020" y="343788"/>
                  </a:lnTo>
                  <a:lnTo>
                    <a:pt x="5273" y="343837"/>
                  </a:lnTo>
                  <a:lnTo>
                    <a:pt x="4957" y="343357"/>
                  </a:lnTo>
                  <a:lnTo>
                    <a:pt x="4597" y="343161"/>
                  </a:lnTo>
                  <a:lnTo>
                    <a:pt x="4242" y="343035"/>
                  </a:lnTo>
                  <a:lnTo>
                    <a:pt x="3843" y="342881"/>
                  </a:lnTo>
                  <a:lnTo>
                    <a:pt x="3564" y="342714"/>
                  </a:lnTo>
                  <a:lnTo>
                    <a:pt x="3196" y="342511"/>
                  </a:lnTo>
                  <a:lnTo>
                    <a:pt x="1362" y="342192"/>
                  </a:lnTo>
                  <a:lnTo>
                    <a:pt x="447" y="341838"/>
                  </a:lnTo>
                  <a:lnTo>
                    <a:pt x="54" y="341562"/>
                  </a:lnTo>
                  <a:lnTo>
                    <a:pt x="0" y="341273"/>
                  </a:lnTo>
                  <a:lnTo>
                    <a:pt x="544" y="340219"/>
                  </a:lnTo>
                  <a:lnTo>
                    <a:pt x="523" y="339946"/>
                  </a:lnTo>
                  <a:lnTo>
                    <a:pt x="237" y="338427"/>
                  </a:lnTo>
                  <a:lnTo>
                    <a:pt x="104" y="337591"/>
                  </a:lnTo>
                  <a:lnTo>
                    <a:pt x="5501" y="336315"/>
                  </a:lnTo>
                  <a:lnTo>
                    <a:pt x="5823" y="336146"/>
                  </a:lnTo>
                  <a:lnTo>
                    <a:pt x="6199" y="335928"/>
                  </a:lnTo>
                  <a:lnTo>
                    <a:pt x="6919" y="335949"/>
                  </a:lnTo>
                  <a:lnTo>
                    <a:pt x="7554" y="335902"/>
                  </a:lnTo>
                  <a:lnTo>
                    <a:pt x="7913" y="335813"/>
                  </a:lnTo>
                  <a:lnTo>
                    <a:pt x="8391" y="335601"/>
                  </a:lnTo>
                  <a:lnTo>
                    <a:pt x="8571" y="335380"/>
                  </a:lnTo>
                  <a:lnTo>
                    <a:pt x="9009" y="335392"/>
                  </a:lnTo>
                  <a:lnTo>
                    <a:pt x="9502" y="334938"/>
                  </a:lnTo>
                  <a:lnTo>
                    <a:pt x="9426" y="334514"/>
                  </a:lnTo>
                  <a:lnTo>
                    <a:pt x="10734" y="333877"/>
                  </a:lnTo>
                  <a:lnTo>
                    <a:pt x="12948" y="333414"/>
                  </a:lnTo>
                  <a:lnTo>
                    <a:pt x="17211" y="333959"/>
                  </a:lnTo>
                  <a:lnTo>
                    <a:pt x="19061" y="333849"/>
                  </a:lnTo>
                  <a:lnTo>
                    <a:pt x="19630" y="333948"/>
                  </a:lnTo>
                  <a:lnTo>
                    <a:pt x="22540" y="332783"/>
                  </a:lnTo>
                  <a:lnTo>
                    <a:pt x="22266" y="332115"/>
                  </a:lnTo>
                  <a:lnTo>
                    <a:pt x="22205" y="331815"/>
                  </a:lnTo>
                  <a:lnTo>
                    <a:pt x="23022" y="330614"/>
                  </a:lnTo>
                  <a:lnTo>
                    <a:pt x="25298" y="327939"/>
                  </a:lnTo>
                  <a:lnTo>
                    <a:pt x="25390" y="327758"/>
                  </a:lnTo>
                  <a:lnTo>
                    <a:pt x="25527" y="327350"/>
                  </a:lnTo>
                  <a:lnTo>
                    <a:pt x="25628" y="326884"/>
                  </a:lnTo>
                  <a:lnTo>
                    <a:pt x="25726" y="326431"/>
                  </a:lnTo>
                  <a:lnTo>
                    <a:pt x="25708" y="326093"/>
                  </a:lnTo>
                  <a:lnTo>
                    <a:pt x="25751" y="325844"/>
                  </a:lnTo>
                  <a:lnTo>
                    <a:pt x="25879" y="325645"/>
                  </a:lnTo>
                  <a:lnTo>
                    <a:pt x="25933" y="325461"/>
                  </a:lnTo>
                  <a:lnTo>
                    <a:pt x="25878" y="325168"/>
                  </a:lnTo>
                  <a:lnTo>
                    <a:pt x="25510" y="324878"/>
                  </a:lnTo>
                  <a:lnTo>
                    <a:pt x="25071" y="324791"/>
                  </a:lnTo>
                  <a:lnTo>
                    <a:pt x="25164" y="324312"/>
                  </a:lnTo>
                  <a:lnTo>
                    <a:pt x="25469" y="324387"/>
                  </a:lnTo>
                  <a:lnTo>
                    <a:pt x="25891" y="324384"/>
                  </a:lnTo>
                  <a:lnTo>
                    <a:pt x="26594" y="324335"/>
                  </a:lnTo>
                  <a:lnTo>
                    <a:pt x="26789" y="324879"/>
                  </a:lnTo>
                  <a:lnTo>
                    <a:pt x="26982" y="325131"/>
                  </a:lnTo>
                  <a:lnTo>
                    <a:pt x="27120" y="325223"/>
                  </a:lnTo>
                  <a:lnTo>
                    <a:pt x="27771" y="325283"/>
                  </a:lnTo>
                  <a:lnTo>
                    <a:pt x="28508" y="325608"/>
                  </a:lnTo>
                  <a:lnTo>
                    <a:pt x="28818" y="325593"/>
                  </a:lnTo>
                  <a:lnTo>
                    <a:pt x="29139" y="325607"/>
                  </a:lnTo>
                  <a:lnTo>
                    <a:pt x="29747" y="325694"/>
                  </a:lnTo>
                  <a:lnTo>
                    <a:pt x="30021" y="325764"/>
                  </a:lnTo>
                  <a:lnTo>
                    <a:pt x="30225" y="325822"/>
                  </a:lnTo>
                  <a:lnTo>
                    <a:pt x="30454" y="325976"/>
                  </a:lnTo>
                  <a:lnTo>
                    <a:pt x="30924" y="326111"/>
                  </a:lnTo>
                  <a:lnTo>
                    <a:pt x="30626" y="326404"/>
                  </a:lnTo>
                  <a:lnTo>
                    <a:pt x="30295" y="326909"/>
                  </a:lnTo>
                  <a:lnTo>
                    <a:pt x="30240" y="327112"/>
                  </a:lnTo>
                  <a:lnTo>
                    <a:pt x="30339" y="327678"/>
                  </a:lnTo>
                  <a:lnTo>
                    <a:pt x="30657" y="327803"/>
                  </a:lnTo>
                  <a:lnTo>
                    <a:pt x="31172" y="328172"/>
                  </a:lnTo>
                  <a:lnTo>
                    <a:pt x="31637" y="328313"/>
                  </a:lnTo>
                  <a:lnTo>
                    <a:pt x="32293" y="328540"/>
                  </a:lnTo>
                  <a:lnTo>
                    <a:pt x="32889" y="328524"/>
                  </a:lnTo>
                  <a:lnTo>
                    <a:pt x="33231" y="328595"/>
                  </a:lnTo>
                  <a:lnTo>
                    <a:pt x="33396" y="328776"/>
                  </a:lnTo>
                  <a:lnTo>
                    <a:pt x="33753" y="329103"/>
                  </a:lnTo>
                  <a:lnTo>
                    <a:pt x="33932" y="329213"/>
                  </a:lnTo>
                  <a:lnTo>
                    <a:pt x="34085" y="329309"/>
                  </a:lnTo>
                  <a:lnTo>
                    <a:pt x="34874" y="329915"/>
                  </a:lnTo>
                  <a:lnTo>
                    <a:pt x="35109" y="329959"/>
                  </a:lnTo>
                  <a:lnTo>
                    <a:pt x="35987" y="329911"/>
                  </a:lnTo>
                  <a:lnTo>
                    <a:pt x="36375" y="329875"/>
                  </a:lnTo>
                  <a:lnTo>
                    <a:pt x="36595" y="329943"/>
                  </a:lnTo>
                  <a:lnTo>
                    <a:pt x="37225" y="330041"/>
                  </a:lnTo>
                  <a:lnTo>
                    <a:pt x="37610" y="329973"/>
                  </a:lnTo>
                  <a:lnTo>
                    <a:pt x="37972" y="329953"/>
                  </a:lnTo>
                  <a:lnTo>
                    <a:pt x="38275" y="329973"/>
                  </a:lnTo>
                  <a:lnTo>
                    <a:pt x="38677" y="330030"/>
                  </a:lnTo>
                  <a:lnTo>
                    <a:pt x="38938" y="330208"/>
                  </a:lnTo>
                  <a:lnTo>
                    <a:pt x="39224" y="330614"/>
                  </a:lnTo>
                  <a:lnTo>
                    <a:pt x="39401" y="330686"/>
                  </a:lnTo>
                  <a:lnTo>
                    <a:pt x="39759" y="330761"/>
                  </a:lnTo>
                  <a:lnTo>
                    <a:pt x="40303" y="330631"/>
                  </a:lnTo>
                  <a:lnTo>
                    <a:pt x="40608" y="330540"/>
                  </a:lnTo>
                  <a:lnTo>
                    <a:pt x="40860" y="330637"/>
                  </a:lnTo>
                  <a:lnTo>
                    <a:pt x="41090" y="330755"/>
                  </a:lnTo>
                  <a:lnTo>
                    <a:pt x="41622" y="330884"/>
                  </a:lnTo>
                  <a:lnTo>
                    <a:pt x="41955" y="330896"/>
                  </a:lnTo>
                  <a:lnTo>
                    <a:pt x="42235" y="330945"/>
                  </a:lnTo>
                  <a:lnTo>
                    <a:pt x="42688" y="331112"/>
                  </a:lnTo>
                  <a:lnTo>
                    <a:pt x="43167" y="331202"/>
                  </a:lnTo>
                  <a:lnTo>
                    <a:pt x="43531" y="331236"/>
                  </a:lnTo>
                  <a:lnTo>
                    <a:pt x="43777" y="331259"/>
                  </a:lnTo>
                  <a:lnTo>
                    <a:pt x="44399" y="331247"/>
                  </a:lnTo>
                  <a:lnTo>
                    <a:pt x="45033" y="331373"/>
                  </a:lnTo>
                  <a:lnTo>
                    <a:pt x="45336" y="331316"/>
                  </a:lnTo>
                  <a:lnTo>
                    <a:pt x="45446" y="331177"/>
                  </a:lnTo>
                  <a:lnTo>
                    <a:pt x="45554" y="330979"/>
                  </a:lnTo>
                  <a:lnTo>
                    <a:pt x="46094" y="330742"/>
                  </a:lnTo>
                  <a:lnTo>
                    <a:pt x="46858" y="330553"/>
                  </a:lnTo>
                  <a:lnTo>
                    <a:pt x="47165" y="330518"/>
                  </a:lnTo>
                  <a:lnTo>
                    <a:pt x="47337" y="330516"/>
                  </a:lnTo>
                  <a:lnTo>
                    <a:pt x="47714" y="330568"/>
                  </a:lnTo>
                  <a:lnTo>
                    <a:pt x="48578" y="330794"/>
                  </a:lnTo>
                  <a:lnTo>
                    <a:pt x="49848" y="331213"/>
                  </a:lnTo>
                  <a:lnTo>
                    <a:pt x="50164" y="331335"/>
                  </a:lnTo>
                  <a:lnTo>
                    <a:pt x="50520" y="331454"/>
                  </a:lnTo>
                  <a:lnTo>
                    <a:pt x="51339" y="331400"/>
                  </a:lnTo>
                  <a:lnTo>
                    <a:pt x="52613" y="331132"/>
                  </a:lnTo>
                  <a:lnTo>
                    <a:pt x="52940" y="331180"/>
                  </a:lnTo>
                  <a:lnTo>
                    <a:pt x="53518" y="331366"/>
                  </a:lnTo>
                  <a:lnTo>
                    <a:pt x="54190" y="331622"/>
                  </a:lnTo>
                  <a:lnTo>
                    <a:pt x="54463" y="331751"/>
                  </a:lnTo>
                  <a:lnTo>
                    <a:pt x="54788" y="331870"/>
                  </a:lnTo>
                  <a:lnTo>
                    <a:pt x="55224" y="332122"/>
                  </a:lnTo>
                  <a:lnTo>
                    <a:pt x="55431" y="332289"/>
                  </a:lnTo>
                  <a:lnTo>
                    <a:pt x="55798" y="332679"/>
                  </a:lnTo>
                  <a:lnTo>
                    <a:pt x="56066" y="332759"/>
                  </a:lnTo>
                  <a:lnTo>
                    <a:pt x="56676" y="333121"/>
                  </a:lnTo>
                  <a:lnTo>
                    <a:pt x="56942" y="333123"/>
                  </a:lnTo>
                  <a:lnTo>
                    <a:pt x="57213" y="333215"/>
                  </a:lnTo>
                  <a:lnTo>
                    <a:pt x="57460" y="333349"/>
                  </a:lnTo>
                  <a:lnTo>
                    <a:pt x="57637" y="333408"/>
                  </a:lnTo>
                  <a:lnTo>
                    <a:pt x="57841" y="333478"/>
                  </a:lnTo>
                  <a:lnTo>
                    <a:pt x="57972" y="333686"/>
                  </a:lnTo>
                  <a:lnTo>
                    <a:pt x="58047" y="333894"/>
                  </a:lnTo>
                  <a:lnTo>
                    <a:pt x="58201" y="334226"/>
                  </a:lnTo>
                  <a:lnTo>
                    <a:pt x="58375" y="334574"/>
                  </a:lnTo>
                  <a:lnTo>
                    <a:pt x="58599" y="334985"/>
                  </a:lnTo>
                  <a:lnTo>
                    <a:pt x="58713" y="335145"/>
                  </a:lnTo>
                  <a:lnTo>
                    <a:pt x="59451" y="335539"/>
                  </a:lnTo>
                  <a:lnTo>
                    <a:pt x="59655" y="335839"/>
                  </a:lnTo>
                  <a:lnTo>
                    <a:pt x="59645" y="336077"/>
                  </a:lnTo>
                  <a:lnTo>
                    <a:pt x="60036" y="336252"/>
                  </a:lnTo>
                  <a:lnTo>
                    <a:pt x="60270" y="336450"/>
                  </a:lnTo>
                  <a:lnTo>
                    <a:pt x="60443" y="336661"/>
                  </a:lnTo>
                  <a:lnTo>
                    <a:pt x="60684" y="336849"/>
                  </a:lnTo>
                  <a:lnTo>
                    <a:pt x="60974" y="336869"/>
                  </a:lnTo>
                  <a:lnTo>
                    <a:pt x="61195" y="336848"/>
                  </a:lnTo>
                  <a:lnTo>
                    <a:pt x="61696" y="336623"/>
                  </a:lnTo>
                  <a:lnTo>
                    <a:pt x="62081" y="336434"/>
                  </a:lnTo>
                  <a:lnTo>
                    <a:pt x="62912" y="336342"/>
                  </a:lnTo>
                  <a:lnTo>
                    <a:pt x="63368" y="336228"/>
                  </a:lnTo>
                  <a:lnTo>
                    <a:pt x="64350" y="336197"/>
                  </a:lnTo>
                  <a:lnTo>
                    <a:pt x="64575" y="335761"/>
                  </a:lnTo>
                  <a:lnTo>
                    <a:pt x="65185" y="335050"/>
                  </a:lnTo>
                  <a:lnTo>
                    <a:pt x="65382" y="334708"/>
                  </a:lnTo>
                  <a:lnTo>
                    <a:pt x="65418" y="334548"/>
                  </a:lnTo>
                  <a:lnTo>
                    <a:pt x="65516" y="334190"/>
                  </a:lnTo>
                  <a:lnTo>
                    <a:pt x="65678" y="333625"/>
                  </a:lnTo>
                  <a:lnTo>
                    <a:pt x="65809" y="333270"/>
                  </a:lnTo>
                  <a:lnTo>
                    <a:pt x="67173" y="332494"/>
                  </a:lnTo>
                  <a:lnTo>
                    <a:pt x="67737" y="332793"/>
                  </a:lnTo>
                  <a:lnTo>
                    <a:pt x="67978" y="332696"/>
                  </a:lnTo>
                  <a:lnTo>
                    <a:pt x="68332" y="332741"/>
                  </a:lnTo>
                  <a:lnTo>
                    <a:pt x="68846" y="332852"/>
                  </a:lnTo>
                  <a:lnTo>
                    <a:pt x="69330" y="333182"/>
                  </a:lnTo>
                  <a:lnTo>
                    <a:pt x="69877" y="333117"/>
                  </a:lnTo>
                  <a:lnTo>
                    <a:pt x="70433" y="333310"/>
                  </a:lnTo>
                  <a:lnTo>
                    <a:pt x="70667" y="333392"/>
                  </a:lnTo>
                  <a:lnTo>
                    <a:pt x="70934" y="333458"/>
                  </a:lnTo>
                  <a:lnTo>
                    <a:pt x="71284" y="333383"/>
                  </a:lnTo>
                  <a:lnTo>
                    <a:pt x="72419" y="332876"/>
                  </a:lnTo>
                  <a:lnTo>
                    <a:pt x="72574" y="332706"/>
                  </a:lnTo>
                  <a:lnTo>
                    <a:pt x="72645" y="332121"/>
                  </a:lnTo>
                  <a:lnTo>
                    <a:pt x="72506" y="331737"/>
                  </a:lnTo>
                  <a:lnTo>
                    <a:pt x="72434" y="331280"/>
                  </a:lnTo>
                  <a:lnTo>
                    <a:pt x="72468" y="330970"/>
                  </a:lnTo>
                  <a:lnTo>
                    <a:pt x="72023" y="330243"/>
                  </a:lnTo>
                  <a:lnTo>
                    <a:pt x="71800" y="330043"/>
                  </a:lnTo>
                  <a:lnTo>
                    <a:pt x="71492" y="329892"/>
                  </a:lnTo>
                  <a:lnTo>
                    <a:pt x="71448" y="329734"/>
                  </a:lnTo>
                  <a:lnTo>
                    <a:pt x="71801" y="329176"/>
                  </a:lnTo>
                  <a:lnTo>
                    <a:pt x="71707" y="329013"/>
                  </a:lnTo>
                  <a:lnTo>
                    <a:pt x="71455" y="328338"/>
                  </a:lnTo>
                  <a:lnTo>
                    <a:pt x="71460" y="327771"/>
                  </a:lnTo>
                  <a:lnTo>
                    <a:pt x="71601" y="327407"/>
                  </a:lnTo>
                  <a:lnTo>
                    <a:pt x="71632" y="327173"/>
                  </a:lnTo>
                  <a:lnTo>
                    <a:pt x="71345" y="327010"/>
                  </a:lnTo>
                  <a:lnTo>
                    <a:pt x="70954" y="326873"/>
                  </a:lnTo>
                  <a:lnTo>
                    <a:pt x="70698" y="326720"/>
                  </a:lnTo>
                  <a:lnTo>
                    <a:pt x="70177" y="326472"/>
                  </a:lnTo>
                  <a:lnTo>
                    <a:pt x="70036" y="326402"/>
                  </a:lnTo>
                  <a:lnTo>
                    <a:pt x="69564" y="326097"/>
                  </a:lnTo>
                  <a:lnTo>
                    <a:pt x="69422" y="325801"/>
                  </a:lnTo>
                  <a:lnTo>
                    <a:pt x="69498" y="325313"/>
                  </a:lnTo>
                  <a:lnTo>
                    <a:pt x="69551" y="325162"/>
                  </a:lnTo>
                  <a:lnTo>
                    <a:pt x="69657" y="324897"/>
                  </a:lnTo>
                  <a:lnTo>
                    <a:pt x="69844" y="324529"/>
                  </a:lnTo>
                  <a:lnTo>
                    <a:pt x="70374" y="324055"/>
                  </a:lnTo>
                  <a:lnTo>
                    <a:pt x="69681" y="322728"/>
                  </a:lnTo>
                  <a:lnTo>
                    <a:pt x="69496" y="322647"/>
                  </a:lnTo>
                  <a:lnTo>
                    <a:pt x="68615" y="321571"/>
                  </a:lnTo>
                  <a:lnTo>
                    <a:pt x="68756" y="321435"/>
                  </a:lnTo>
                  <a:lnTo>
                    <a:pt x="68866" y="320992"/>
                  </a:lnTo>
                  <a:lnTo>
                    <a:pt x="68760" y="320674"/>
                  </a:lnTo>
                  <a:lnTo>
                    <a:pt x="68761" y="320106"/>
                  </a:lnTo>
                  <a:lnTo>
                    <a:pt x="68840" y="319937"/>
                  </a:lnTo>
                  <a:lnTo>
                    <a:pt x="69316" y="317533"/>
                  </a:lnTo>
                  <a:lnTo>
                    <a:pt x="69638" y="317070"/>
                  </a:lnTo>
                  <a:lnTo>
                    <a:pt x="69387" y="316653"/>
                  </a:lnTo>
                  <a:lnTo>
                    <a:pt x="69252" y="316653"/>
                  </a:lnTo>
                  <a:lnTo>
                    <a:pt x="68616" y="316245"/>
                  </a:lnTo>
                  <a:lnTo>
                    <a:pt x="68662" y="315965"/>
                  </a:lnTo>
                  <a:lnTo>
                    <a:pt x="68699" y="315566"/>
                  </a:lnTo>
                  <a:lnTo>
                    <a:pt x="68666" y="312826"/>
                  </a:lnTo>
                  <a:lnTo>
                    <a:pt x="68744" y="312615"/>
                  </a:lnTo>
                  <a:lnTo>
                    <a:pt x="68838" y="312392"/>
                  </a:lnTo>
                  <a:lnTo>
                    <a:pt x="68922" y="312189"/>
                  </a:lnTo>
                  <a:lnTo>
                    <a:pt x="68920" y="311962"/>
                  </a:lnTo>
                  <a:lnTo>
                    <a:pt x="68581" y="311911"/>
                  </a:lnTo>
                  <a:lnTo>
                    <a:pt x="67870" y="311559"/>
                  </a:lnTo>
                  <a:lnTo>
                    <a:pt x="67337" y="311391"/>
                  </a:lnTo>
                  <a:lnTo>
                    <a:pt x="67205" y="311397"/>
                  </a:lnTo>
                  <a:lnTo>
                    <a:pt x="66954" y="311401"/>
                  </a:lnTo>
                  <a:lnTo>
                    <a:pt x="66664" y="311311"/>
                  </a:lnTo>
                  <a:lnTo>
                    <a:pt x="66527" y="311253"/>
                  </a:lnTo>
                  <a:lnTo>
                    <a:pt x="65963" y="311127"/>
                  </a:lnTo>
                  <a:lnTo>
                    <a:pt x="65551" y="311061"/>
                  </a:lnTo>
                  <a:lnTo>
                    <a:pt x="65405" y="310980"/>
                  </a:lnTo>
                  <a:lnTo>
                    <a:pt x="65053" y="310899"/>
                  </a:lnTo>
                  <a:lnTo>
                    <a:pt x="64771" y="310865"/>
                  </a:lnTo>
                  <a:lnTo>
                    <a:pt x="64004" y="311070"/>
                  </a:lnTo>
                  <a:lnTo>
                    <a:pt x="63814" y="310992"/>
                  </a:lnTo>
                  <a:lnTo>
                    <a:pt x="63363" y="310566"/>
                  </a:lnTo>
                  <a:lnTo>
                    <a:pt x="63117" y="310546"/>
                  </a:lnTo>
                  <a:lnTo>
                    <a:pt x="62987" y="310594"/>
                  </a:lnTo>
                  <a:lnTo>
                    <a:pt x="62483" y="310698"/>
                  </a:lnTo>
                  <a:lnTo>
                    <a:pt x="62299" y="310620"/>
                  </a:lnTo>
                  <a:lnTo>
                    <a:pt x="61883" y="310740"/>
                  </a:lnTo>
                  <a:lnTo>
                    <a:pt x="61453" y="310700"/>
                  </a:lnTo>
                  <a:lnTo>
                    <a:pt x="61309" y="310609"/>
                  </a:lnTo>
                  <a:lnTo>
                    <a:pt x="61104" y="310540"/>
                  </a:lnTo>
                  <a:lnTo>
                    <a:pt x="60893" y="310512"/>
                  </a:lnTo>
                  <a:lnTo>
                    <a:pt x="60401" y="310626"/>
                  </a:lnTo>
                  <a:lnTo>
                    <a:pt x="60197" y="310597"/>
                  </a:lnTo>
                  <a:lnTo>
                    <a:pt x="59987" y="310531"/>
                  </a:lnTo>
                  <a:lnTo>
                    <a:pt x="59660" y="310344"/>
                  </a:lnTo>
                  <a:lnTo>
                    <a:pt x="59939" y="309895"/>
                  </a:lnTo>
                  <a:lnTo>
                    <a:pt x="60048" y="309682"/>
                  </a:lnTo>
                  <a:lnTo>
                    <a:pt x="59854" y="309595"/>
                  </a:lnTo>
                  <a:lnTo>
                    <a:pt x="59622" y="309484"/>
                  </a:lnTo>
                  <a:lnTo>
                    <a:pt x="59138" y="309512"/>
                  </a:lnTo>
                  <a:lnTo>
                    <a:pt x="58269" y="309466"/>
                  </a:lnTo>
                  <a:lnTo>
                    <a:pt x="57821" y="309413"/>
                  </a:lnTo>
                  <a:lnTo>
                    <a:pt x="57520" y="309292"/>
                  </a:lnTo>
                  <a:lnTo>
                    <a:pt x="57261" y="309293"/>
                  </a:lnTo>
                  <a:lnTo>
                    <a:pt x="56800" y="309448"/>
                  </a:lnTo>
                  <a:lnTo>
                    <a:pt x="56165" y="309001"/>
                  </a:lnTo>
                  <a:lnTo>
                    <a:pt x="55916" y="308640"/>
                  </a:lnTo>
                  <a:lnTo>
                    <a:pt x="55807" y="308442"/>
                  </a:lnTo>
                  <a:lnTo>
                    <a:pt x="55695" y="308121"/>
                  </a:lnTo>
                  <a:lnTo>
                    <a:pt x="55644" y="307685"/>
                  </a:lnTo>
                  <a:lnTo>
                    <a:pt x="55911" y="307645"/>
                  </a:lnTo>
                  <a:lnTo>
                    <a:pt x="56132" y="307491"/>
                  </a:lnTo>
                  <a:lnTo>
                    <a:pt x="56164" y="307023"/>
                  </a:lnTo>
                  <a:lnTo>
                    <a:pt x="55994" y="306607"/>
                  </a:lnTo>
                  <a:lnTo>
                    <a:pt x="55931" y="306334"/>
                  </a:lnTo>
                  <a:lnTo>
                    <a:pt x="55994" y="305949"/>
                  </a:lnTo>
                  <a:lnTo>
                    <a:pt x="55748" y="305766"/>
                  </a:lnTo>
                  <a:lnTo>
                    <a:pt x="55034" y="305523"/>
                  </a:lnTo>
                  <a:lnTo>
                    <a:pt x="55178" y="304872"/>
                  </a:lnTo>
                  <a:lnTo>
                    <a:pt x="55237" y="304466"/>
                  </a:lnTo>
                  <a:lnTo>
                    <a:pt x="55489" y="304067"/>
                  </a:lnTo>
                  <a:lnTo>
                    <a:pt x="55591" y="303450"/>
                  </a:lnTo>
                  <a:lnTo>
                    <a:pt x="56053" y="303293"/>
                  </a:lnTo>
                  <a:lnTo>
                    <a:pt x="56682" y="303014"/>
                  </a:lnTo>
                  <a:lnTo>
                    <a:pt x="56838" y="302915"/>
                  </a:lnTo>
                  <a:lnTo>
                    <a:pt x="57066" y="302657"/>
                  </a:lnTo>
                  <a:lnTo>
                    <a:pt x="56866" y="302201"/>
                  </a:lnTo>
                  <a:lnTo>
                    <a:pt x="56205" y="301645"/>
                  </a:lnTo>
                  <a:lnTo>
                    <a:pt x="55894" y="301331"/>
                  </a:lnTo>
                  <a:lnTo>
                    <a:pt x="56023" y="300789"/>
                  </a:lnTo>
                  <a:lnTo>
                    <a:pt x="55687" y="300235"/>
                  </a:lnTo>
                  <a:lnTo>
                    <a:pt x="55656" y="299803"/>
                  </a:lnTo>
                  <a:lnTo>
                    <a:pt x="55628" y="299428"/>
                  </a:lnTo>
                  <a:lnTo>
                    <a:pt x="55889" y="298795"/>
                  </a:lnTo>
                  <a:lnTo>
                    <a:pt x="55858" y="298358"/>
                  </a:lnTo>
                  <a:lnTo>
                    <a:pt x="56524" y="297682"/>
                  </a:lnTo>
                  <a:lnTo>
                    <a:pt x="56885" y="297779"/>
                  </a:lnTo>
                  <a:lnTo>
                    <a:pt x="57691" y="297279"/>
                  </a:lnTo>
                  <a:lnTo>
                    <a:pt x="57887" y="297254"/>
                  </a:lnTo>
                  <a:lnTo>
                    <a:pt x="58626" y="296637"/>
                  </a:lnTo>
                  <a:lnTo>
                    <a:pt x="58596" y="296374"/>
                  </a:lnTo>
                  <a:lnTo>
                    <a:pt x="58718" y="295966"/>
                  </a:lnTo>
                  <a:lnTo>
                    <a:pt x="58955" y="295701"/>
                  </a:lnTo>
                  <a:lnTo>
                    <a:pt x="59243" y="295485"/>
                  </a:lnTo>
                  <a:lnTo>
                    <a:pt x="59462" y="295205"/>
                  </a:lnTo>
                  <a:lnTo>
                    <a:pt x="59522" y="295012"/>
                  </a:lnTo>
                  <a:lnTo>
                    <a:pt x="59934" y="294598"/>
                  </a:lnTo>
                  <a:lnTo>
                    <a:pt x="60620" y="294024"/>
                  </a:lnTo>
                  <a:lnTo>
                    <a:pt x="60873" y="293706"/>
                  </a:lnTo>
                  <a:lnTo>
                    <a:pt x="61308" y="293316"/>
                  </a:lnTo>
                  <a:lnTo>
                    <a:pt x="61760" y="293129"/>
                  </a:lnTo>
                  <a:lnTo>
                    <a:pt x="62384" y="293193"/>
                  </a:lnTo>
                  <a:lnTo>
                    <a:pt x="62573" y="293217"/>
                  </a:lnTo>
                  <a:lnTo>
                    <a:pt x="63589" y="293128"/>
                  </a:lnTo>
                  <a:lnTo>
                    <a:pt x="64130" y="293121"/>
                  </a:lnTo>
                  <a:lnTo>
                    <a:pt x="65020" y="293216"/>
                  </a:lnTo>
                  <a:lnTo>
                    <a:pt x="65412" y="293221"/>
                  </a:lnTo>
                  <a:lnTo>
                    <a:pt x="65766" y="293208"/>
                  </a:lnTo>
                  <a:lnTo>
                    <a:pt x="66027" y="293210"/>
                  </a:lnTo>
                  <a:lnTo>
                    <a:pt x="66239" y="293319"/>
                  </a:lnTo>
                  <a:lnTo>
                    <a:pt x="66796" y="293451"/>
                  </a:lnTo>
                  <a:lnTo>
                    <a:pt x="67150" y="293379"/>
                  </a:lnTo>
                  <a:lnTo>
                    <a:pt x="67562" y="293240"/>
                  </a:lnTo>
                  <a:lnTo>
                    <a:pt x="68039" y="293027"/>
                  </a:lnTo>
                  <a:lnTo>
                    <a:pt x="68514" y="292831"/>
                  </a:lnTo>
                  <a:lnTo>
                    <a:pt x="69158" y="292400"/>
                  </a:lnTo>
                  <a:lnTo>
                    <a:pt x="69298" y="291944"/>
                  </a:lnTo>
                  <a:lnTo>
                    <a:pt x="69353" y="291685"/>
                  </a:lnTo>
                  <a:lnTo>
                    <a:pt x="69387" y="291273"/>
                  </a:lnTo>
                  <a:lnTo>
                    <a:pt x="69817" y="290843"/>
                  </a:lnTo>
                  <a:lnTo>
                    <a:pt x="70125" y="290811"/>
                  </a:lnTo>
                  <a:lnTo>
                    <a:pt x="70466" y="290786"/>
                  </a:lnTo>
                  <a:lnTo>
                    <a:pt x="70804" y="290764"/>
                  </a:lnTo>
                  <a:lnTo>
                    <a:pt x="71007" y="290766"/>
                  </a:lnTo>
                  <a:lnTo>
                    <a:pt x="71301" y="290761"/>
                  </a:lnTo>
                  <a:lnTo>
                    <a:pt x="71470" y="290758"/>
                  </a:lnTo>
                  <a:lnTo>
                    <a:pt x="71757" y="290752"/>
                  </a:lnTo>
                  <a:lnTo>
                    <a:pt x="72488" y="290643"/>
                  </a:lnTo>
                  <a:lnTo>
                    <a:pt x="73008" y="290010"/>
                  </a:lnTo>
                  <a:lnTo>
                    <a:pt x="73012" y="289537"/>
                  </a:lnTo>
                  <a:lnTo>
                    <a:pt x="73105" y="288945"/>
                  </a:lnTo>
                  <a:lnTo>
                    <a:pt x="73432" y="288812"/>
                  </a:lnTo>
                  <a:lnTo>
                    <a:pt x="73841" y="288684"/>
                  </a:lnTo>
                  <a:lnTo>
                    <a:pt x="74117" y="288473"/>
                  </a:lnTo>
                  <a:lnTo>
                    <a:pt x="75195" y="288029"/>
                  </a:lnTo>
                  <a:lnTo>
                    <a:pt x="75445" y="288025"/>
                  </a:lnTo>
                  <a:lnTo>
                    <a:pt x="75779" y="288242"/>
                  </a:lnTo>
                  <a:lnTo>
                    <a:pt x="76040" y="288429"/>
                  </a:lnTo>
                  <a:lnTo>
                    <a:pt x="76187" y="288525"/>
                  </a:lnTo>
                  <a:lnTo>
                    <a:pt x="76702" y="288790"/>
                  </a:lnTo>
                  <a:lnTo>
                    <a:pt x="77437" y="288777"/>
                  </a:lnTo>
                  <a:lnTo>
                    <a:pt x="78202" y="288562"/>
                  </a:lnTo>
                  <a:lnTo>
                    <a:pt x="78606" y="288622"/>
                  </a:lnTo>
                  <a:lnTo>
                    <a:pt x="78962" y="288670"/>
                  </a:lnTo>
                  <a:lnTo>
                    <a:pt x="79643" y="288658"/>
                  </a:lnTo>
                  <a:lnTo>
                    <a:pt x="79940" y="288623"/>
                  </a:lnTo>
                  <a:lnTo>
                    <a:pt x="80773" y="288087"/>
                  </a:lnTo>
                  <a:lnTo>
                    <a:pt x="80372" y="287532"/>
                  </a:lnTo>
                  <a:lnTo>
                    <a:pt x="79799" y="287139"/>
                  </a:lnTo>
                  <a:lnTo>
                    <a:pt x="79841" y="286941"/>
                  </a:lnTo>
                  <a:lnTo>
                    <a:pt x="79993" y="286679"/>
                  </a:lnTo>
                  <a:lnTo>
                    <a:pt x="80355" y="286351"/>
                  </a:lnTo>
                  <a:lnTo>
                    <a:pt x="80349" y="285961"/>
                  </a:lnTo>
                  <a:lnTo>
                    <a:pt x="80371" y="285612"/>
                  </a:lnTo>
                  <a:lnTo>
                    <a:pt x="80397" y="285194"/>
                  </a:lnTo>
                  <a:lnTo>
                    <a:pt x="80299" y="284918"/>
                  </a:lnTo>
                  <a:lnTo>
                    <a:pt x="79671" y="284155"/>
                  </a:lnTo>
                  <a:lnTo>
                    <a:pt x="79561" y="283694"/>
                  </a:lnTo>
                  <a:lnTo>
                    <a:pt x="79564" y="283252"/>
                  </a:lnTo>
                  <a:lnTo>
                    <a:pt x="79476" y="282982"/>
                  </a:lnTo>
                  <a:lnTo>
                    <a:pt x="79444" y="282727"/>
                  </a:lnTo>
                  <a:lnTo>
                    <a:pt x="79459" y="282532"/>
                  </a:lnTo>
                  <a:lnTo>
                    <a:pt x="79457" y="282337"/>
                  </a:lnTo>
                  <a:lnTo>
                    <a:pt x="79255" y="281921"/>
                  </a:lnTo>
                  <a:lnTo>
                    <a:pt x="79372" y="281490"/>
                  </a:lnTo>
                  <a:lnTo>
                    <a:pt x="79164" y="281279"/>
                  </a:lnTo>
                  <a:lnTo>
                    <a:pt x="78676" y="280836"/>
                  </a:lnTo>
                  <a:lnTo>
                    <a:pt x="78451" y="280680"/>
                  </a:lnTo>
                  <a:lnTo>
                    <a:pt x="78200" y="280563"/>
                  </a:lnTo>
                  <a:lnTo>
                    <a:pt x="77603" y="280603"/>
                  </a:lnTo>
                  <a:lnTo>
                    <a:pt x="77309" y="280238"/>
                  </a:lnTo>
                  <a:lnTo>
                    <a:pt x="76452" y="279594"/>
                  </a:lnTo>
                  <a:lnTo>
                    <a:pt x="76256" y="279585"/>
                  </a:lnTo>
                  <a:lnTo>
                    <a:pt x="75573" y="279248"/>
                  </a:lnTo>
                  <a:lnTo>
                    <a:pt x="75891" y="279008"/>
                  </a:lnTo>
                  <a:lnTo>
                    <a:pt x="75848" y="278881"/>
                  </a:lnTo>
                  <a:lnTo>
                    <a:pt x="75549" y="278377"/>
                  </a:lnTo>
                  <a:lnTo>
                    <a:pt x="75696" y="278041"/>
                  </a:lnTo>
                  <a:lnTo>
                    <a:pt x="75650" y="277754"/>
                  </a:lnTo>
                  <a:lnTo>
                    <a:pt x="75469" y="277286"/>
                  </a:lnTo>
                  <a:lnTo>
                    <a:pt x="75473" y="277158"/>
                  </a:lnTo>
                  <a:lnTo>
                    <a:pt x="75520" y="276484"/>
                  </a:lnTo>
                  <a:lnTo>
                    <a:pt x="75574" y="276203"/>
                  </a:lnTo>
                  <a:lnTo>
                    <a:pt x="75338" y="275796"/>
                  </a:lnTo>
                  <a:lnTo>
                    <a:pt x="74819" y="275564"/>
                  </a:lnTo>
                  <a:lnTo>
                    <a:pt x="74775" y="274746"/>
                  </a:lnTo>
                  <a:lnTo>
                    <a:pt x="74698" y="274564"/>
                  </a:lnTo>
                  <a:lnTo>
                    <a:pt x="74456" y="274380"/>
                  </a:lnTo>
                  <a:lnTo>
                    <a:pt x="74331" y="274195"/>
                  </a:lnTo>
                  <a:lnTo>
                    <a:pt x="73745" y="273976"/>
                  </a:lnTo>
                  <a:lnTo>
                    <a:pt x="73250" y="273267"/>
                  </a:lnTo>
                  <a:lnTo>
                    <a:pt x="73251" y="272889"/>
                  </a:lnTo>
                  <a:lnTo>
                    <a:pt x="73202" y="272630"/>
                  </a:lnTo>
                  <a:lnTo>
                    <a:pt x="73245" y="271995"/>
                  </a:lnTo>
                  <a:lnTo>
                    <a:pt x="72992" y="271763"/>
                  </a:lnTo>
                  <a:lnTo>
                    <a:pt x="72759" y="271057"/>
                  </a:lnTo>
                  <a:lnTo>
                    <a:pt x="72467" y="270949"/>
                  </a:lnTo>
                  <a:lnTo>
                    <a:pt x="72289" y="270714"/>
                  </a:lnTo>
                  <a:lnTo>
                    <a:pt x="72184" y="270180"/>
                  </a:lnTo>
                  <a:lnTo>
                    <a:pt x="72157" y="269944"/>
                  </a:lnTo>
                  <a:lnTo>
                    <a:pt x="72128" y="269511"/>
                  </a:lnTo>
                  <a:lnTo>
                    <a:pt x="72133" y="269363"/>
                  </a:lnTo>
                  <a:lnTo>
                    <a:pt x="72131" y="269104"/>
                  </a:lnTo>
                  <a:lnTo>
                    <a:pt x="72121" y="268625"/>
                  </a:lnTo>
                  <a:lnTo>
                    <a:pt x="72106" y="268466"/>
                  </a:lnTo>
                  <a:lnTo>
                    <a:pt x="72048" y="268305"/>
                  </a:lnTo>
                  <a:lnTo>
                    <a:pt x="71755" y="267658"/>
                  </a:lnTo>
                  <a:lnTo>
                    <a:pt x="71037" y="266950"/>
                  </a:lnTo>
                  <a:lnTo>
                    <a:pt x="70524" y="266126"/>
                  </a:lnTo>
                  <a:lnTo>
                    <a:pt x="70357" y="266096"/>
                  </a:lnTo>
                  <a:lnTo>
                    <a:pt x="70091" y="265938"/>
                  </a:lnTo>
                  <a:lnTo>
                    <a:pt x="69688" y="265786"/>
                  </a:lnTo>
                  <a:lnTo>
                    <a:pt x="69279" y="265673"/>
                  </a:lnTo>
                  <a:lnTo>
                    <a:pt x="69124" y="265626"/>
                  </a:lnTo>
                  <a:lnTo>
                    <a:pt x="68857" y="265515"/>
                  </a:lnTo>
                  <a:lnTo>
                    <a:pt x="68424" y="265374"/>
                  </a:lnTo>
                  <a:lnTo>
                    <a:pt x="68268" y="265347"/>
                  </a:lnTo>
                  <a:lnTo>
                    <a:pt x="68038" y="265317"/>
                  </a:lnTo>
                  <a:lnTo>
                    <a:pt x="67742" y="265358"/>
                  </a:lnTo>
                  <a:lnTo>
                    <a:pt x="67498" y="265249"/>
                  </a:lnTo>
                  <a:lnTo>
                    <a:pt x="67027" y="265704"/>
                  </a:lnTo>
                  <a:lnTo>
                    <a:pt x="66790" y="265721"/>
                  </a:lnTo>
                  <a:lnTo>
                    <a:pt x="66614" y="265688"/>
                  </a:lnTo>
                  <a:lnTo>
                    <a:pt x="66404" y="265709"/>
                  </a:lnTo>
                  <a:lnTo>
                    <a:pt x="65918" y="265934"/>
                  </a:lnTo>
                  <a:lnTo>
                    <a:pt x="65482" y="266090"/>
                  </a:lnTo>
                  <a:lnTo>
                    <a:pt x="65327" y="266027"/>
                  </a:lnTo>
                  <a:lnTo>
                    <a:pt x="64939" y="265972"/>
                  </a:lnTo>
                  <a:lnTo>
                    <a:pt x="64764" y="265895"/>
                  </a:lnTo>
                  <a:lnTo>
                    <a:pt x="64997" y="265478"/>
                  </a:lnTo>
                  <a:lnTo>
                    <a:pt x="64983" y="265149"/>
                  </a:lnTo>
                  <a:lnTo>
                    <a:pt x="64776" y="264941"/>
                  </a:lnTo>
                  <a:lnTo>
                    <a:pt x="64643" y="264873"/>
                  </a:lnTo>
                  <a:lnTo>
                    <a:pt x="64488" y="264854"/>
                  </a:lnTo>
                  <a:lnTo>
                    <a:pt x="64277" y="264850"/>
                  </a:lnTo>
                  <a:lnTo>
                    <a:pt x="64131" y="264703"/>
                  </a:lnTo>
                  <a:lnTo>
                    <a:pt x="63436" y="264148"/>
                  </a:lnTo>
                  <a:lnTo>
                    <a:pt x="63263" y="264117"/>
                  </a:lnTo>
                  <a:lnTo>
                    <a:pt x="63126" y="264040"/>
                  </a:lnTo>
                  <a:lnTo>
                    <a:pt x="62950" y="263919"/>
                  </a:lnTo>
                  <a:lnTo>
                    <a:pt x="62673" y="263716"/>
                  </a:lnTo>
                  <a:lnTo>
                    <a:pt x="62285" y="263555"/>
                  </a:lnTo>
                  <a:lnTo>
                    <a:pt x="62093" y="263562"/>
                  </a:lnTo>
                  <a:lnTo>
                    <a:pt x="61608" y="263394"/>
                  </a:lnTo>
                  <a:lnTo>
                    <a:pt x="61910" y="262199"/>
                  </a:lnTo>
                  <a:lnTo>
                    <a:pt x="62239" y="261793"/>
                  </a:lnTo>
                  <a:lnTo>
                    <a:pt x="62457" y="261415"/>
                  </a:lnTo>
                  <a:lnTo>
                    <a:pt x="62212" y="260994"/>
                  </a:lnTo>
                  <a:lnTo>
                    <a:pt x="62075" y="260891"/>
                  </a:lnTo>
                  <a:lnTo>
                    <a:pt x="61539" y="260558"/>
                  </a:lnTo>
                  <a:lnTo>
                    <a:pt x="61359" y="260470"/>
                  </a:lnTo>
                  <a:lnTo>
                    <a:pt x="61230" y="260231"/>
                  </a:lnTo>
                  <a:lnTo>
                    <a:pt x="61152" y="260041"/>
                  </a:lnTo>
                  <a:lnTo>
                    <a:pt x="60409" y="259825"/>
                  </a:lnTo>
                  <a:lnTo>
                    <a:pt x="60242" y="259785"/>
                  </a:lnTo>
                  <a:lnTo>
                    <a:pt x="59540" y="259148"/>
                  </a:lnTo>
                  <a:lnTo>
                    <a:pt x="59441" y="258881"/>
                  </a:lnTo>
                  <a:lnTo>
                    <a:pt x="59300" y="258781"/>
                  </a:lnTo>
                  <a:lnTo>
                    <a:pt x="58956" y="258664"/>
                  </a:lnTo>
                  <a:lnTo>
                    <a:pt x="58549" y="258506"/>
                  </a:lnTo>
                  <a:lnTo>
                    <a:pt x="58511" y="258297"/>
                  </a:lnTo>
                  <a:lnTo>
                    <a:pt x="58212" y="258006"/>
                  </a:lnTo>
                  <a:lnTo>
                    <a:pt x="57917" y="257745"/>
                  </a:lnTo>
                  <a:lnTo>
                    <a:pt x="57324" y="257577"/>
                  </a:lnTo>
                  <a:lnTo>
                    <a:pt x="56950" y="257621"/>
                  </a:lnTo>
                  <a:lnTo>
                    <a:pt x="56705" y="257566"/>
                  </a:lnTo>
                  <a:lnTo>
                    <a:pt x="56195" y="257016"/>
                  </a:lnTo>
                  <a:lnTo>
                    <a:pt x="55981" y="256920"/>
                  </a:lnTo>
                  <a:lnTo>
                    <a:pt x="55624" y="256641"/>
                  </a:lnTo>
                  <a:lnTo>
                    <a:pt x="54878" y="256532"/>
                  </a:lnTo>
                  <a:lnTo>
                    <a:pt x="54656" y="256387"/>
                  </a:lnTo>
                  <a:lnTo>
                    <a:pt x="53804" y="256225"/>
                  </a:lnTo>
                  <a:lnTo>
                    <a:pt x="53679" y="255714"/>
                  </a:lnTo>
                  <a:lnTo>
                    <a:pt x="53127" y="255539"/>
                  </a:lnTo>
                  <a:lnTo>
                    <a:pt x="52234" y="255429"/>
                  </a:lnTo>
                  <a:lnTo>
                    <a:pt x="51837" y="255248"/>
                  </a:lnTo>
                  <a:lnTo>
                    <a:pt x="51522" y="255314"/>
                  </a:lnTo>
                  <a:lnTo>
                    <a:pt x="51123" y="255467"/>
                  </a:lnTo>
                  <a:lnTo>
                    <a:pt x="50973" y="255408"/>
                  </a:lnTo>
                  <a:lnTo>
                    <a:pt x="50523" y="255123"/>
                  </a:lnTo>
                  <a:lnTo>
                    <a:pt x="50266" y="255112"/>
                  </a:lnTo>
                  <a:lnTo>
                    <a:pt x="49850" y="255130"/>
                  </a:lnTo>
                  <a:lnTo>
                    <a:pt x="49652" y="255051"/>
                  </a:lnTo>
                  <a:lnTo>
                    <a:pt x="49584" y="254897"/>
                  </a:lnTo>
                  <a:lnTo>
                    <a:pt x="49465" y="254494"/>
                  </a:lnTo>
                  <a:lnTo>
                    <a:pt x="49506" y="254258"/>
                  </a:lnTo>
                  <a:lnTo>
                    <a:pt x="49367" y="254216"/>
                  </a:lnTo>
                  <a:lnTo>
                    <a:pt x="49151" y="254193"/>
                  </a:lnTo>
                  <a:lnTo>
                    <a:pt x="48833" y="254181"/>
                  </a:lnTo>
                  <a:lnTo>
                    <a:pt x="48189" y="253917"/>
                  </a:lnTo>
                  <a:lnTo>
                    <a:pt x="47785" y="254015"/>
                  </a:lnTo>
                  <a:lnTo>
                    <a:pt x="47501" y="253887"/>
                  </a:lnTo>
                  <a:lnTo>
                    <a:pt x="46933" y="253816"/>
                  </a:lnTo>
                  <a:lnTo>
                    <a:pt x="46935" y="253612"/>
                  </a:lnTo>
                  <a:lnTo>
                    <a:pt x="46934" y="253125"/>
                  </a:lnTo>
                  <a:lnTo>
                    <a:pt x="46928" y="251653"/>
                  </a:lnTo>
                  <a:lnTo>
                    <a:pt x="46925" y="251164"/>
                  </a:lnTo>
                  <a:lnTo>
                    <a:pt x="46921" y="250189"/>
                  </a:lnTo>
                  <a:lnTo>
                    <a:pt x="46917" y="249219"/>
                  </a:lnTo>
                  <a:lnTo>
                    <a:pt x="46914" y="248737"/>
                  </a:lnTo>
                  <a:lnTo>
                    <a:pt x="46903" y="247287"/>
                  </a:lnTo>
                  <a:lnTo>
                    <a:pt x="46894" y="246822"/>
                  </a:lnTo>
                  <a:lnTo>
                    <a:pt x="46897" y="246310"/>
                  </a:lnTo>
                  <a:lnTo>
                    <a:pt x="46894" y="245833"/>
                  </a:lnTo>
                  <a:lnTo>
                    <a:pt x="46886" y="244850"/>
                  </a:lnTo>
                  <a:lnTo>
                    <a:pt x="46881" y="244363"/>
                  </a:lnTo>
                  <a:lnTo>
                    <a:pt x="46874" y="243390"/>
                  </a:lnTo>
                  <a:lnTo>
                    <a:pt x="46867" y="242901"/>
                  </a:lnTo>
                  <a:lnTo>
                    <a:pt x="46864" y="242419"/>
                  </a:lnTo>
                  <a:lnTo>
                    <a:pt x="46864" y="241941"/>
                  </a:lnTo>
                  <a:lnTo>
                    <a:pt x="46859" y="241284"/>
                  </a:lnTo>
                  <a:lnTo>
                    <a:pt x="46846" y="240759"/>
                  </a:lnTo>
                  <a:lnTo>
                    <a:pt x="46840" y="239959"/>
                  </a:lnTo>
                  <a:lnTo>
                    <a:pt x="46832" y="238842"/>
                  </a:lnTo>
                  <a:lnTo>
                    <a:pt x="46822" y="237321"/>
                  </a:lnTo>
                  <a:lnTo>
                    <a:pt x="46818" y="236348"/>
                  </a:lnTo>
                  <a:lnTo>
                    <a:pt x="46806" y="234429"/>
                  </a:lnTo>
                  <a:lnTo>
                    <a:pt x="46797" y="232926"/>
                  </a:lnTo>
                  <a:lnTo>
                    <a:pt x="46791" y="231821"/>
                  </a:lnTo>
                  <a:lnTo>
                    <a:pt x="46789" y="231444"/>
                  </a:lnTo>
                  <a:lnTo>
                    <a:pt x="46788" y="231148"/>
                  </a:lnTo>
                  <a:lnTo>
                    <a:pt x="46789" y="231007"/>
                  </a:lnTo>
                  <a:lnTo>
                    <a:pt x="46790" y="230868"/>
                  </a:lnTo>
                  <a:lnTo>
                    <a:pt x="46795" y="230730"/>
                  </a:lnTo>
                  <a:lnTo>
                    <a:pt x="46813" y="230584"/>
                  </a:lnTo>
                  <a:lnTo>
                    <a:pt x="46857" y="230192"/>
                  </a:lnTo>
                  <a:lnTo>
                    <a:pt x="46900" y="229813"/>
                  </a:lnTo>
                  <a:lnTo>
                    <a:pt x="46914" y="229680"/>
                  </a:lnTo>
                  <a:lnTo>
                    <a:pt x="47022" y="228710"/>
                  </a:lnTo>
                  <a:lnTo>
                    <a:pt x="47122" y="227848"/>
                  </a:lnTo>
                  <a:lnTo>
                    <a:pt x="47151" y="227574"/>
                  </a:lnTo>
                  <a:lnTo>
                    <a:pt x="47165" y="227428"/>
                  </a:lnTo>
                  <a:lnTo>
                    <a:pt x="47195" y="227159"/>
                  </a:lnTo>
                  <a:lnTo>
                    <a:pt x="47219" y="226940"/>
                  </a:lnTo>
                  <a:lnTo>
                    <a:pt x="47326" y="226019"/>
                  </a:lnTo>
                  <a:lnTo>
                    <a:pt x="47392" y="225268"/>
                  </a:lnTo>
                  <a:lnTo>
                    <a:pt x="46832" y="225311"/>
                  </a:lnTo>
                  <a:lnTo>
                    <a:pt x="46154" y="225352"/>
                  </a:lnTo>
                  <a:lnTo>
                    <a:pt x="45600" y="225386"/>
                  </a:lnTo>
                  <a:lnTo>
                    <a:pt x="45005" y="225420"/>
                  </a:lnTo>
                  <a:lnTo>
                    <a:pt x="43782" y="225532"/>
                  </a:lnTo>
                  <a:lnTo>
                    <a:pt x="43179" y="225589"/>
                  </a:lnTo>
                  <a:lnTo>
                    <a:pt x="42567" y="225648"/>
                  </a:lnTo>
                  <a:lnTo>
                    <a:pt x="42265" y="225674"/>
                  </a:lnTo>
                  <a:lnTo>
                    <a:pt x="41885" y="225701"/>
                  </a:lnTo>
                  <a:lnTo>
                    <a:pt x="41548" y="225819"/>
                  </a:lnTo>
                  <a:lnTo>
                    <a:pt x="41243" y="225917"/>
                  </a:lnTo>
                  <a:lnTo>
                    <a:pt x="41049" y="225977"/>
                  </a:lnTo>
                  <a:lnTo>
                    <a:pt x="40691" y="226086"/>
                  </a:lnTo>
                  <a:lnTo>
                    <a:pt x="40455" y="226158"/>
                  </a:lnTo>
                  <a:lnTo>
                    <a:pt x="40170" y="226235"/>
                  </a:lnTo>
                  <a:lnTo>
                    <a:pt x="40130" y="226472"/>
                  </a:lnTo>
                  <a:lnTo>
                    <a:pt x="40078" y="226899"/>
                  </a:lnTo>
                  <a:lnTo>
                    <a:pt x="40010" y="227539"/>
                  </a:lnTo>
                  <a:lnTo>
                    <a:pt x="39872" y="228816"/>
                  </a:lnTo>
                  <a:lnTo>
                    <a:pt x="39825" y="229241"/>
                  </a:lnTo>
                  <a:lnTo>
                    <a:pt x="39796" y="229467"/>
                  </a:lnTo>
                  <a:lnTo>
                    <a:pt x="39617" y="229455"/>
                  </a:lnTo>
                  <a:lnTo>
                    <a:pt x="39007" y="229410"/>
                  </a:lnTo>
                  <a:lnTo>
                    <a:pt x="38707" y="229388"/>
                  </a:lnTo>
                  <a:lnTo>
                    <a:pt x="38110" y="229346"/>
                  </a:lnTo>
                  <a:lnTo>
                    <a:pt x="36721" y="229239"/>
                  </a:lnTo>
                  <a:lnTo>
                    <a:pt x="36330" y="228934"/>
                  </a:lnTo>
                  <a:lnTo>
                    <a:pt x="35951" y="228640"/>
                  </a:lnTo>
                  <a:lnTo>
                    <a:pt x="34626" y="227622"/>
                  </a:lnTo>
                  <a:lnTo>
                    <a:pt x="34386" y="227442"/>
                  </a:lnTo>
                  <a:lnTo>
                    <a:pt x="33840" y="227024"/>
                  </a:lnTo>
                  <a:lnTo>
                    <a:pt x="33583" y="226821"/>
                  </a:lnTo>
                  <a:lnTo>
                    <a:pt x="33190" y="226509"/>
                  </a:lnTo>
                  <a:lnTo>
                    <a:pt x="32830" y="226221"/>
                  </a:lnTo>
                  <a:lnTo>
                    <a:pt x="30878" y="224597"/>
                  </a:lnTo>
                  <a:lnTo>
                    <a:pt x="30600" y="224275"/>
                  </a:lnTo>
                  <a:lnTo>
                    <a:pt x="31085" y="223862"/>
                  </a:lnTo>
                  <a:lnTo>
                    <a:pt x="31108" y="223708"/>
                  </a:lnTo>
                  <a:lnTo>
                    <a:pt x="30778" y="223676"/>
                  </a:lnTo>
                  <a:lnTo>
                    <a:pt x="30749" y="223545"/>
                  </a:lnTo>
                  <a:lnTo>
                    <a:pt x="30942" y="223220"/>
                  </a:lnTo>
                  <a:lnTo>
                    <a:pt x="31550" y="223323"/>
                  </a:lnTo>
                  <a:lnTo>
                    <a:pt x="31853" y="222902"/>
                  </a:lnTo>
                  <a:lnTo>
                    <a:pt x="31944" y="222734"/>
                  </a:lnTo>
                  <a:lnTo>
                    <a:pt x="32012" y="222572"/>
                  </a:lnTo>
                  <a:lnTo>
                    <a:pt x="32112" y="222266"/>
                  </a:lnTo>
                  <a:lnTo>
                    <a:pt x="32194" y="222020"/>
                  </a:lnTo>
                  <a:lnTo>
                    <a:pt x="32298" y="221712"/>
                  </a:lnTo>
                  <a:lnTo>
                    <a:pt x="32375" y="221536"/>
                  </a:lnTo>
                  <a:lnTo>
                    <a:pt x="31915" y="221364"/>
                  </a:lnTo>
                  <a:lnTo>
                    <a:pt x="31462" y="221320"/>
                  </a:lnTo>
                  <a:lnTo>
                    <a:pt x="30596" y="221215"/>
                  </a:lnTo>
                  <a:lnTo>
                    <a:pt x="30146" y="221340"/>
                  </a:lnTo>
                  <a:lnTo>
                    <a:pt x="29596" y="220701"/>
                  </a:lnTo>
                  <a:lnTo>
                    <a:pt x="29543" y="220549"/>
                  </a:lnTo>
                  <a:lnTo>
                    <a:pt x="29493" y="220369"/>
                  </a:lnTo>
                  <a:lnTo>
                    <a:pt x="29415" y="220008"/>
                  </a:lnTo>
                  <a:lnTo>
                    <a:pt x="29483" y="219573"/>
                  </a:lnTo>
                  <a:lnTo>
                    <a:pt x="29488" y="219327"/>
                  </a:lnTo>
                  <a:lnTo>
                    <a:pt x="29476" y="219013"/>
                  </a:lnTo>
                  <a:lnTo>
                    <a:pt x="29478" y="217947"/>
                  </a:lnTo>
                  <a:lnTo>
                    <a:pt x="29491" y="217677"/>
                  </a:lnTo>
                  <a:lnTo>
                    <a:pt x="29713" y="217316"/>
                  </a:lnTo>
                  <a:lnTo>
                    <a:pt x="29913" y="217223"/>
                  </a:lnTo>
                  <a:lnTo>
                    <a:pt x="30576" y="216855"/>
                  </a:lnTo>
                  <a:lnTo>
                    <a:pt x="30858" y="216971"/>
                  </a:lnTo>
                  <a:lnTo>
                    <a:pt x="31046" y="217018"/>
                  </a:lnTo>
                  <a:lnTo>
                    <a:pt x="32166" y="216855"/>
                  </a:lnTo>
                  <a:lnTo>
                    <a:pt x="32601" y="216829"/>
                  </a:lnTo>
                  <a:lnTo>
                    <a:pt x="32749" y="216840"/>
                  </a:lnTo>
                  <a:lnTo>
                    <a:pt x="32985" y="216915"/>
                  </a:lnTo>
                  <a:lnTo>
                    <a:pt x="33226" y="216961"/>
                  </a:lnTo>
                  <a:lnTo>
                    <a:pt x="33563" y="216956"/>
                  </a:lnTo>
                  <a:lnTo>
                    <a:pt x="33954" y="216880"/>
                  </a:lnTo>
                  <a:lnTo>
                    <a:pt x="34158" y="216788"/>
                  </a:lnTo>
                  <a:lnTo>
                    <a:pt x="34462" y="216750"/>
                  </a:lnTo>
                  <a:lnTo>
                    <a:pt x="34915" y="216752"/>
                  </a:lnTo>
                  <a:lnTo>
                    <a:pt x="35221" y="216887"/>
                  </a:lnTo>
                  <a:lnTo>
                    <a:pt x="35490" y="216896"/>
                  </a:lnTo>
                  <a:lnTo>
                    <a:pt x="35907" y="216890"/>
                  </a:lnTo>
                  <a:lnTo>
                    <a:pt x="36060" y="216766"/>
                  </a:lnTo>
                  <a:lnTo>
                    <a:pt x="36286" y="216593"/>
                  </a:lnTo>
                  <a:lnTo>
                    <a:pt x="36547" y="216543"/>
                  </a:lnTo>
                  <a:lnTo>
                    <a:pt x="36726" y="216530"/>
                  </a:lnTo>
                  <a:lnTo>
                    <a:pt x="37157" y="216511"/>
                  </a:lnTo>
                  <a:lnTo>
                    <a:pt x="37782" y="216424"/>
                  </a:lnTo>
                  <a:lnTo>
                    <a:pt x="37964" y="216789"/>
                  </a:lnTo>
                  <a:lnTo>
                    <a:pt x="38849" y="216898"/>
                  </a:lnTo>
                  <a:lnTo>
                    <a:pt x="39516" y="217283"/>
                  </a:lnTo>
                  <a:lnTo>
                    <a:pt x="39914" y="217423"/>
                  </a:lnTo>
                  <a:lnTo>
                    <a:pt x="40152" y="217351"/>
                  </a:lnTo>
                  <a:lnTo>
                    <a:pt x="41855" y="217005"/>
                  </a:lnTo>
                  <a:lnTo>
                    <a:pt x="42370" y="216921"/>
                  </a:lnTo>
                  <a:lnTo>
                    <a:pt x="42547" y="216937"/>
                  </a:lnTo>
                  <a:lnTo>
                    <a:pt x="43150" y="216434"/>
                  </a:lnTo>
                  <a:lnTo>
                    <a:pt x="43316" y="216159"/>
                  </a:lnTo>
                  <a:lnTo>
                    <a:pt x="43693" y="216010"/>
                  </a:lnTo>
                  <a:lnTo>
                    <a:pt x="43860" y="215951"/>
                  </a:lnTo>
                  <a:lnTo>
                    <a:pt x="44507" y="214629"/>
                  </a:lnTo>
                  <a:lnTo>
                    <a:pt x="44277" y="214339"/>
                  </a:lnTo>
                  <a:lnTo>
                    <a:pt x="44276" y="214113"/>
                  </a:lnTo>
                  <a:lnTo>
                    <a:pt x="44568" y="213893"/>
                  </a:lnTo>
                  <a:lnTo>
                    <a:pt x="44798" y="213833"/>
                  </a:lnTo>
                  <a:lnTo>
                    <a:pt x="45161" y="213780"/>
                  </a:lnTo>
                  <a:lnTo>
                    <a:pt x="45511" y="213816"/>
                  </a:lnTo>
                  <a:lnTo>
                    <a:pt x="46697" y="213606"/>
                  </a:lnTo>
                  <a:lnTo>
                    <a:pt x="47336" y="213559"/>
                  </a:lnTo>
                  <a:lnTo>
                    <a:pt x="47502" y="212932"/>
                  </a:lnTo>
                  <a:lnTo>
                    <a:pt x="47584" y="212562"/>
                  </a:lnTo>
                  <a:lnTo>
                    <a:pt x="48079" y="212469"/>
                  </a:lnTo>
                  <a:lnTo>
                    <a:pt x="48401" y="212180"/>
                  </a:lnTo>
                  <a:lnTo>
                    <a:pt x="48850" y="211956"/>
                  </a:lnTo>
                  <a:lnTo>
                    <a:pt x="49064" y="212016"/>
                  </a:lnTo>
                  <a:lnTo>
                    <a:pt x="49568" y="212121"/>
                  </a:lnTo>
                  <a:lnTo>
                    <a:pt x="50476" y="211893"/>
                  </a:lnTo>
                  <a:lnTo>
                    <a:pt x="50714" y="211876"/>
                  </a:lnTo>
                  <a:lnTo>
                    <a:pt x="50848" y="211866"/>
                  </a:lnTo>
                  <a:lnTo>
                    <a:pt x="50807" y="211697"/>
                  </a:lnTo>
                  <a:lnTo>
                    <a:pt x="50715" y="211479"/>
                  </a:lnTo>
                  <a:lnTo>
                    <a:pt x="50655" y="211312"/>
                  </a:lnTo>
                  <a:lnTo>
                    <a:pt x="51102" y="210776"/>
                  </a:lnTo>
                  <a:lnTo>
                    <a:pt x="51230" y="210632"/>
                  </a:lnTo>
                  <a:lnTo>
                    <a:pt x="51378" y="210455"/>
                  </a:lnTo>
                  <a:lnTo>
                    <a:pt x="51659" y="210283"/>
                  </a:lnTo>
                  <a:lnTo>
                    <a:pt x="51950" y="210198"/>
                  </a:lnTo>
                  <a:lnTo>
                    <a:pt x="52126" y="210147"/>
                  </a:lnTo>
                  <a:lnTo>
                    <a:pt x="52346" y="210015"/>
                  </a:lnTo>
                  <a:lnTo>
                    <a:pt x="52183" y="209700"/>
                  </a:lnTo>
                  <a:lnTo>
                    <a:pt x="52009" y="209496"/>
                  </a:lnTo>
                  <a:lnTo>
                    <a:pt x="51777" y="209235"/>
                  </a:lnTo>
                  <a:lnTo>
                    <a:pt x="51381" y="208756"/>
                  </a:lnTo>
                  <a:lnTo>
                    <a:pt x="51203" y="208544"/>
                  </a:lnTo>
                  <a:lnTo>
                    <a:pt x="51366" y="208465"/>
                  </a:lnTo>
                  <a:lnTo>
                    <a:pt x="51617" y="208427"/>
                  </a:lnTo>
                  <a:lnTo>
                    <a:pt x="51839" y="208395"/>
                  </a:lnTo>
                  <a:lnTo>
                    <a:pt x="52182" y="208270"/>
                  </a:lnTo>
                  <a:lnTo>
                    <a:pt x="52659" y="208167"/>
                  </a:lnTo>
                  <a:lnTo>
                    <a:pt x="52865" y="208195"/>
                  </a:lnTo>
                  <a:lnTo>
                    <a:pt x="53262" y="208294"/>
                  </a:lnTo>
                  <a:lnTo>
                    <a:pt x="53732" y="208435"/>
                  </a:lnTo>
                  <a:lnTo>
                    <a:pt x="54316" y="208389"/>
                  </a:lnTo>
                  <a:lnTo>
                    <a:pt x="54465" y="208430"/>
                  </a:lnTo>
                  <a:lnTo>
                    <a:pt x="54954" y="208573"/>
                  </a:lnTo>
                  <a:lnTo>
                    <a:pt x="55089" y="208622"/>
                  </a:lnTo>
                  <a:lnTo>
                    <a:pt x="55350" y="208732"/>
                  </a:lnTo>
                  <a:lnTo>
                    <a:pt x="55927" y="208935"/>
                  </a:lnTo>
                  <a:lnTo>
                    <a:pt x="56124" y="208881"/>
                  </a:lnTo>
                  <a:lnTo>
                    <a:pt x="56543" y="208779"/>
                  </a:lnTo>
                  <a:lnTo>
                    <a:pt x="56838" y="208739"/>
                  </a:lnTo>
                  <a:lnTo>
                    <a:pt x="57075" y="208767"/>
                  </a:lnTo>
                  <a:lnTo>
                    <a:pt x="57556" y="208794"/>
                  </a:lnTo>
                  <a:lnTo>
                    <a:pt x="58075" y="208643"/>
                  </a:lnTo>
                  <a:lnTo>
                    <a:pt x="58319" y="208566"/>
                  </a:lnTo>
                  <a:lnTo>
                    <a:pt x="58549" y="208504"/>
                  </a:lnTo>
                  <a:lnTo>
                    <a:pt x="59689" y="208772"/>
                  </a:lnTo>
                  <a:lnTo>
                    <a:pt x="59979" y="208592"/>
                  </a:lnTo>
                  <a:lnTo>
                    <a:pt x="60297" y="208375"/>
                  </a:lnTo>
                  <a:lnTo>
                    <a:pt x="60733" y="208273"/>
                  </a:lnTo>
                  <a:lnTo>
                    <a:pt x="60901" y="208266"/>
                  </a:lnTo>
                  <a:lnTo>
                    <a:pt x="61249" y="208184"/>
                  </a:lnTo>
                  <a:lnTo>
                    <a:pt x="61413" y="208138"/>
                  </a:lnTo>
                  <a:lnTo>
                    <a:pt x="61787" y="208070"/>
                  </a:lnTo>
                  <a:lnTo>
                    <a:pt x="61952" y="208051"/>
                  </a:lnTo>
                  <a:lnTo>
                    <a:pt x="62217" y="208007"/>
                  </a:lnTo>
                  <a:lnTo>
                    <a:pt x="62810" y="207877"/>
                  </a:lnTo>
                  <a:lnTo>
                    <a:pt x="62983" y="207869"/>
                  </a:lnTo>
                  <a:lnTo>
                    <a:pt x="63243" y="207767"/>
                  </a:lnTo>
                  <a:lnTo>
                    <a:pt x="63703" y="207589"/>
                  </a:lnTo>
                  <a:lnTo>
                    <a:pt x="64004" y="207524"/>
                  </a:lnTo>
                  <a:lnTo>
                    <a:pt x="64209" y="207434"/>
                  </a:lnTo>
                  <a:lnTo>
                    <a:pt x="64397" y="207424"/>
                  </a:lnTo>
                  <a:lnTo>
                    <a:pt x="64566" y="207415"/>
                  </a:lnTo>
                  <a:lnTo>
                    <a:pt x="64750" y="207404"/>
                  </a:lnTo>
                  <a:lnTo>
                    <a:pt x="64883" y="207375"/>
                  </a:lnTo>
                  <a:lnTo>
                    <a:pt x="65308" y="207222"/>
                  </a:lnTo>
                  <a:lnTo>
                    <a:pt x="65533" y="207134"/>
                  </a:lnTo>
                  <a:lnTo>
                    <a:pt x="65944" y="207007"/>
                  </a:lnTo>
                  <a:lnTo>
                    <a:pt x="66123" y="206975"/>
                  </a:lnTo>
                  <a:lnTo>
                    <a:pt x="66316" y="206975"/>
                  </a:lnTo>
                  <a:lnTo>
                    <a:pt x="66507" y="206994"/>
                  </a:lnTo>
                  <a:lnTo>
                    <a:pt x="66978" y="207096"/>
                  </a:lnTo>
                  <a:lnTo>
                    <a:pt x="67223" y="207149"/>
                  </a:lnTo>
                  <a:lnTo>
                    <a:pt x="67627" y="207058"/>
                  </a:lnTo>
                  <a:lnTo>
                    <a:pt x="67987" y="207036"/>
                  </a:lnTo>
                  <a:lnTo>
                    <a:pt x="68236" y="207015"/>
                  </a:lnTo>
                  <a:lnTo>
                    <a:pt x="68548" y="206964"/>
                  </a:lnTo>
                  <a:lnTo>
                    <a:pt x="68860" y="206766"/>
                  </a:lnTo>
                  <a:lnTo>
                    <a:pt x="69188" y="206658"/>
                  </a:lnTo>
                  <a:lnTo>
                    <a:pt x="69774" y="206567"/>
                  </a:lnTo>
                  <a:lnTo>
                    <a:pt x="70189" y="206555"/>
                  </a:lnTo>
                  <a:lnTo>
                    <a:pt x="70728" y="206430"/>
                  </a:lnTo>
                  <a:lnTo>
                    <a:pt x="70946" y="206399"/>
                  </a:lnTo>
                  <a:lnTo>
                    <a:pt x="71101" y="206380"/>
                  </a:lnTo>
                  <a:lnTo>
                    <a:pt x="71587" y="206443"/>
                  </a:lnTo>
                  <a:lnTo>
                    <a:pt x="71959" y="206503"/>
                  </a:lnTo>
                  <a:lnTo>
                    <a:pt x="72408" y="206474"/>
                  </a:lnTo>
                  <a:lnTo>
                    <a:pt x="73027" y="205969"/>
                  </a:lnTo>
                  <a:lnTo>
                    <a:pt x="73447" y="205850"/>
                  </a:lnTo>
                  <a:lnTo>
                    <a:pt x="73844" y="205744"/>
                  </a:lnTo>
                  <a:lnTo>
                    <a:pt x="74222" y="205650"/>
                  </a:lnTo>
                  <a:lnTo>
                    <a:pt x="74694" y="205543"/>
                  </a:lnTo>
                  <a:lnTo>
                    <a:pt x="75384" y="205356"/>
                  </a:lnTo>
                  <a:lnTo>
                    <a:pt x="75678" y="205258"/>
                  </a:lnTo>
                  <a:lnTo>
                    <a:pt x="75914" y="205149"/>
                  </a:lnTo>
                  <a:lnTo>
                    <a:pt x="76458" y="204755"/>
                  </a:lnTo>
                  <a:lnTo>
                    <a:pt x="77016" y="204755"/>
                  </a:lnTo>
                  <a:lnTo>
                    <a:pt x="77380" y="204478"/>
                  </a:lnTo>
                  <a:lnTo>
                    <a:pt x="77576" y="204410"/>
                  </a:lnTo>
                  <a:lnTo>
                    <a:pt x="77988" y="204341"/>
                  </a:lnTo>
                  <a:lnTo>
                    <a:pt x="78198" y="204371"/>
                  </a:lnTo>
                  <a:lnTo>
                    <a:pt x="78399" y="204426"/>
                  </a:lnTo>
                  <a:lnTo>
                    <a:pt x="79338" y="204488"/>
                  </a:lnTo>
                  <a:lnTo>
                    <a:pt x="79988" y="204627"/>
                  </a:lnTo>
                  <a:lnTo>
                    <a:pt x="80228" y="204577"/>
                  </a:lnTo>
                  <a:lnTo>
                    <a:pt x="80531" y="204460"/>
                  </a:lnTo>
                  <a:lnTo>
                    <a:pt x="81509" y="203620"/>
                  </a:lnTo>
                  <a:lnTo>
                    <a:pt x="81832" y="203486"/>
                  </a:lnTo>
                  <a:lnTo>
                    <a:pt x="82160" y="203448"/>
                  </a:lnTo>
                  <a:lnTo>
                    <a:pt x="82658" y="203416"/>
                  </a:lnTo>
                  <a:lnTo>
                    <a:pt x="82849" y="203190"/>
                  </a:lnTo>
                  <a:lnTo>
                    <a:pt x="83167" y="202898"/>
                  </a:lnTo>
                  <a:lnTo>
                    <a:pt x="83365" y="202814"/>
                  </a:lnTo>
                  <a:lnTo>
                    <a:pt x="83637" y="202613"/>
                  </a:lnTo>
                  <a:lnTo>
                    <a:pt x="84712" y="202330"/>
                  </a:lnTo>
                  <a:lnTo>
                    <a:pt x="85287" y="201977"/>
                  </a:lnTo>
                  <a:lnTo>
                    <a:pt x="86010" y="201695"/>
                  </a:lnTo>
                  <a:lnTo>
                    <a:pt x="86364" y="201467"/>
                  </a:lnTo>
                  <a:lnTo>
                    <a:pt x="86895" y="201355"/>
                  </a:lnTo>
                  <a:lnTo>
                    <a:pt x="87199" y="201264"/>
                  </a:lnTo>
                  <a:lnTo>
                    <a:pt x="87568" y="201232"/>
                  </a:lnTo>
                  <a:lnTo>
                    <a:pt x="87721" y="201283"/>
                  </a:lnTo>
                  <a:lnTo>
                    <a:pt x="87939" y="201313"/>
                  </a:lnTo>
                  <a:lnTo>
                    <a:pt x="88163" y="201315"/>
                  </a:lnTo>
                  <a:lnTo>
                    <a:pt x="89053" y="201183"/>
                  </a:lnTo>
                  <a:lnTo>
                    <a:pt x="89644" y="201013"/>
                  </a:lnTo>
                  <a:lnTo>
                    <a:pt x="89958" y="200835"/>
                  </a:lnTo>
                  <a:lnTo>
                    <a:pt x="90558" y="200725"/>
                  </a:lnTo>
                  <a:lnTo>
                    <a:pt x="90696" y="200759"/>
                  </a:lnTo>
                  <a:lnTo>
                    <a:pt x="90994" y="200739"/>
                  </a:lnTo>
                  <a:lnTo>
                    <a:pt x="91577" y="200482"/>
                  </a:lnTo>
                  <a:lnTo>
                    <a:pt x="92555" y="200219"/>
                  </a:lnTo>
                  <a:lnTo>
                    <a:pt x="92927" y="200204"/>
                  </a:lnTo>
                  <a:lnTo>
                    <a:pt x="93243" y="200115"/>
                  </a:lnTo>
                  <a:lnTo>
                    <a:pt x="93548" y="200120"/>
                  </a:lnTo>
                  <a:lnTo>
                    <a:pt x="93700" y="200050"/>
                  </a:lnTo>
                  <a:lnTo>
                    <a:pt x="94588" y="199588"/>
                  </a:lnTo>
                  <a:lnTo>
                    <a:pt x="94741" y="199241"/>
                  </a:lnTo>
                  <a:lnTo>
                    <a:pt x="95173" y="199340"/>
                  </a:lnTo>
                  <a:lnTo>
                    <a:pt x="96071" y="199362"/>
                  </a:lnTo>
                  <a:lnTo>
                    <a:pt x="96206" y="199387"/>
                  </a:lnTo>
                  <a:lnTo>
                    <a:pt x="96489" y="199247"/>
                  </a:lnTo>
                  <a:lnTo>
                    <a:pt x="96589" y="199101"/>
                  </a:lnTo>
                  <a:lnTo>
                    <a:pt x="97221" y="198768"/>
                  </a:lnTo>
                  <a:lnTo>
                    <a:pt x="97974" y="198642"/>
                  </a:lnTo>
                  <a:lnTo>
                    <a:pt x="98129" y="198684"/>
                  </a:lnTo>
                  <a:lnTo>
                    <a:pt x="98257" y="198745"/>
                  </a:lnTo>
                  <a:lnTo>
                    <a:pt x="98668" y="198803"/>
                  </a:lnTo>
                  <a:lnTo>
                    <a:pt x="98894" y="198743"/>
                  </a:lnTo>
                  <a:lnTo>
                    <a:pt x="99386" y="198641"/>
                  </a:lnTo>
                  <a:lnTo>
                    <a:pt x="99595" y="198654"/>
                  </a:lnTo>
                  <a:lnTo>
                    <a:pt x="99923" y="198680"/>
                  </a:lnTo>
                  <a:lnTo>
                    <a:pt x="100379" y="198825"/>
                  </a:lnTo>
                  <a:lnTo>
                    <a:pt x="100544" y="198914"/>
                  </a:lnTo>
                  <a:lnTo>
                    <a:pt x="100759" y="198936"/>
                  </a:lnTo>
                  <a:lnTo>
                    <a:pt x="100892" y="198904"/>
                  </a:lnTo>
                  <a:lnTo>
                    <a:pt x="101341" y="198682"/>
                  </a:lnTo>
                  <a:lnTo>
                    <a:pt x="101511" y="198611"/>
                  </a:lnTo>
                  <a:lnTo>
                    <a:pt x="101685" y="198577"/>
                  </a:lnTo>
                  <a:lnTo>
                    <a:pt x="101983" y="198377"/>
                  </a:lnTo>
                  <a:lnTo>
                    <a:pt x="102202" y="198360"/>
                  </a:lnTo>
                  <a:lnTo>
                    <a:pt x="102763" y="198334"/>
                  </a:lnTo>
                  <a:lnTo>
                    <a:pt x="103276" y="198369"/>
                  </a:lnTo>
                  <a:lnTo>
                    <a:pt x="103512" y="198273"/>
                  </a:lnTo>
                  <a:lnTo>
                    <a:pt x="103640" y="198290"/>
                  </a:lnTo>
                  <a:lnTo>
                    <a:pt x="103816" y="198306"/>
                  </a:lnTo>
                  <a:lnTo>
                    <a:pt x="104080" y="198266"/>
                  </a:lnTo>
                  <a:lnTo>
                    <a:pt x="104282" y="198189"/>
                  </a:lnTo>
                  <a:lnTo>
                    <a:pt x="104708" y="198057"/>
                  </a:lnTo>
                  <a:lnTo>
                    <a:pt x="104969" y="197884"/>
                  </a:lnTo>
                  <a:lnTo>
                    <a:pt x="104950" y="197496"/>
                  </a:lnTo>
                  <a:lnTo>
                    <a:pt x="105266" y="197102"/>
                  </a:lnTo>
                  <a:lnTo>
                    <a:pt x="105615" y="197090"/>
                  </a:lnTo>
                  <a:lnTo>
                    <a:pt x="105779" y="197075"/>
                  </a:lnTo>
                  <a:lnTo>
                    <a:pt x="106043" y="196947"/>
                  </a:lnTo>
                  <a:lnTo>
                    <a:pt x="106347" y="196803"/>
                  </a:lnTo>
                  <a:lnTo>
                    <a:pt x="106575" y="196764"/>
                  </a:lnTo>
                  <a:lnTo>
                    <a:pt x="106878" y="196521"/>
                  </a:lnTo>
                  <a:lnTo>
                    <a:pt x="107501" y="196297"/>
                  </a:lnTo>
                  <a:lnTo>
                    <a:pt x="107629" y="196199"/>
                  </a:lnTo>
                  <a:lnTo>
                    <a:pt x="107825" y="196099"/>
                  </a:lnTo>
                  <a:lnTo>
                    <a:pt x="108030" y="196013"/>
                  </a:lnTo>
                  <a:lnTo>
                    <a:pt x="108651" y="195657"/>
                  </a:lnTo>
                  <a:lnTo>
                    <a:pt x="108978" y="195524"/>
                  </a:lnTo>
                  <a:lnTo>
                    <a:pt x="109183" y="195480"/>
                  </a:lnTo>
                  <a:lnTo>
                    <a:pt x="109484" y="195456"/>
                  </a:lnTo>
                  <a:lnTo>
                    <a:pt x="109612" y="195346"/>
                  </a:lnTo>
                  <a:lnTo>
                    <a:pt x="110110" y="195377"/>
                  </a:lnTo>
                  <a:lnTo>
                    <a:pt x="110333" y="195246"/>
                  </a:lnTo>
                  <a:lnTo>
                    <a:pt x="110581" y="195068"/>
                  </a:lnTo>
                  <a:lnTo>
                    <a:pt x="110965" y="195095"/>
                  </a:lnTo>
                  <a:lnTo>
                    <a:pt x="111258" y="194993"/>
                  </a:lnTo>
                  <a:lnTo>
                    <a:pt x="111578" y="194773"/>
                  </a:lnTo>
                  <a:lnTo>
                    <a:pt x="112090" y="194793"/>
                  </a:lnTo>
                  <a:lnTo>
                    <a:pt x="112359" y="194761"/>
                  </a:lnTo>
                  <a:lnTo>
                    <a:pt x="112621" y="194602"/>
                  </a:lnTo>
                  <a:lnTo>
                    <a:pt x="112764" y="194536"/>
                  </a:lnTo>
                  <a:lnTo>
                    <a:pt x="113092" y="194475"/>
                  </a:lnTo>
                  <a:lnTo>
                    <a:pt x="113590" y="194530"/>
                  </a:lnTo>
                  <a:lnTo>
                    <a:pt x="113921" y="194507"/>
                  </a:lnTo>
                  <a:lnTo>
                    <a:pt x="114086" y="194475"/>
                  </a:lnTo>
                  <a:lnTo>
                    <a:pt x="114419" y="194220"/>
                  </a:lnTo>
                  <a:lnTo>
                    <a:pt x="114776" y="194077"/>
                  </a:lnTo>
                  <a:lnTo>
                    <a:pt x="115301" y="194146"/>
                  </a:lnTo>
                  <a:lnTo>
                    <a:pt x="115820" y="194200"/>
                  </a:lnTo>
                  <a:lnTo>
                    <a:pt x="116203" y="194089"/>
                  </a:lnTo>
                  <a:lnTo>
                    <a:pt x="116533" y="194211"/>
                  </a:lnTo>
                  <a:lnTo>
                    <a:pt x="116955" y="194038"/>
                  </a:lnTo>
                  <a:lnTo>
                    <a:pt x="117093" y="194049"/>
                  </a:lnTo>
                  <a:lnTo>
                    <a:pt x="117614" y="194158"/>
                  </a:lnTo>
                  <a:lnTo>
                    <a:pt x="117869" y="193848"/>
                  </a:lnTo>
                  <a:lnTo>
                    <a:pt x="117958" y="193631"/>
                  </a:lnTo>
                  <a:lnTo>
                    <a:pt x="118100" y="193391"/>
                  </a:lnTo>
                  <a:lnTo>
                    <a:pt x="118548" y="193139"/>
                  </a:lnTo>
                  <a:lnTo>
                    <a:pt x="118751" y="193110"/>
                  </a:lnTo>
                  <a:lnTo>
                    <a:pt x="119297" y="192950"/>
                  </a:lnTo>
                  <a:lnTo>
                    <a:pt x="119608" y="192810"/>
                  </a:lnTo>
                  <a:lnTo>
                    <a:pt x="119897" y="192750"/>
                  </a:lnTo>
                  <a:lnTo>
                    <a:pt x="120402" y="192566"/>
                  </a:lnTo>
                  <a:lnTo>
                    <a:pt x="121198" y="192245"/>
                  </a:lnTo>
                  <a:lnTo>
                    <a:pt x="122011" y="192222"/>
                  </a:lnTo>
                  <a:lnTo>
                    <a:pt x="122210" y="192218"/>
                  </a:lnTo>
                  <a:lnTo>
                    <a:pt x="122517" y="192211"/>
                  </a:lnTo>
                  <a:lnTo>
                    <a:pt x="123070" y="192192"/>
                  </a:lnTo>
                  <a:lnTo>
                    <a:pt x="123408" y="192174"/>
                  </a:lnTo>
                  <a:lnTo>
                    <a:pt x="123749" y="192157"/>
                  </a:lnTo>
                  <a:lnTo>
                    <a:pt x="124348" y="192288"/>
                  </a:lnTo>
                  <a:lnTo>
                    <a:pt x="124538" y="192321"/>
                  </a:lnTo>
                  <a:lnTo>
                    <a:pt x="125021" y="192422"/>
                  </a:lnTo>
                  <a:lnTo>
                    <a:pt x="125202" y="192416"/>
                  </a:lnTo>
                  <a:lnTo>
                    <a:pt x="125381" y="192387"/>
                  </a:lnTo>
                  <a:lnTo>
                    <a:pt x="125524" y="192371"/>
                  </a:lnTo>
                  <a:lnTo>
                    <a:pt x="126126" y="192396"/>
                  </a:lnTo>
                  <a:lnTo>
                    <a:pt x="126746" y="192111"/>
                  </a:lnTo>
                  <a:lnTo>
                    <a:pt x="127352" y="191728"/>
                  </a:lnTo>
                  <a:lnTo>
                    <a:pt x="127925" y="191453"/>
                  </a:lnTo>
                  <a:lnTo>
                    <a:pt x="127782" y="191222"/>
                  </a:lnTo>
                  <a:lnTo>
                    <a:pt x="127690" y="190952"/>
                  </a:lnTo>
                  <a:lnTo>
                    <a:pt x="127601" y="190482"/>
                  </a:lnTo>
                  <a:lnTo>
                    <a:pt x="127903" y="190418"/>
                  </a:lnTo>
                  <a:lnTo>
                    <a:pt x="128318" y="190019"/>
                  </a:lnTo>
                  <a:lnTo>
                    <a:pt x="128927" y="190186"/>
                  </a:lnTo>
                  <a:lnTo>
                    <a:pt x="129146" y="190215"/>
                  </a:lnTo>
                  <a:lnTo>
                    <a:pt x="129847" y="189923"/>
                  </a:lnTo>
                  <a:lnTo>
                    <a:pt x="129873" y="189758"/>
                  </a:lnTo>
                  <a:lnTo>
                    <a:pt x="129777" y="189199"/>
                  </a:lnTo>
                  <a:lnTo>
                    <a:pt x="130119" y="188765"/>
                  </a:lnTo>
                  <a:lnTo>
                    <a:pt x="130705" y="188009"/>
                  </a:lnTo>
                  <a:lnTo>
                    <a:pt x="130915" y="187671"/>
                  </a:lnTo>
                  <a:lnTo>
                    <a:pt x="131312" y="187354"/>
                  </a:lnTo>
                  <a:lnTo>
                    <a:pt x="132213" y="187303"/>
                  </a:lnTo>
                  <a:lnTo>
                    <a:pt x="132850" y="187311"/>
                  </a:lnTo>
                  <a:lnTo>
                    <a:pt x="133180" y="187446"/>
                  </a:lnTo>
                  <a:lnTo>
                    <a:pt x="133797" y="187005"/>
                  </a:lnTo>
                  <a:lnTo>
                    <a:pt x="134077" y="186992"/>
                  </a:lnTo>
                  <a:lnTo>
                    <a:pt x="134415" y="187093"/>
                  </a:lnTo>
                  <a:lnTo>
                    <a:pt x="135023" y="187087"/>
                  </a:lnTo>
                  <a:lnTo>
                    <a:pt x="135598" y="186844"/>
                  </a:lnTo>
                  <a:lnTo>
                    <a:pt x="135843" y="187008"/>
                  </a:lnTo>
                  <a:lnTo>
                    <a:pt x="136088" y="187025"/>
                  </a:lnTo>
                  <a:lnTo>
                    <a:pt x="136374" y="186991"/>
                  </a:lnTo>
                  <a:lnTo>
                    <a:pt x="136526" y="186932"/>
                  </a:lnTo>
                  <a:lnTo>
                    <a:pt x="136697" y="186898"/>
                  </a:lnTo>
                  <a:lnTo>
                    <a:pt x="137033" y="186848"/>
                  </a:lnTo>
                  <a:lnTo>
                    <a:pt x="137307" y="186770"/>
                  </a:lnTo>
                  <a:lnTo>
                    <a:pt x="137877" y="186589"/>
                  </a:lnTo>
                  <a:lnTo>
                    <a:pt x="137997" y="186727"/>
                  </a:lnTo>
                  <a:lnTo>
                    <a:pt x="138737" y="186723"/>
                  </a:lnTo>
                  <a:lnTo>
                    <a:pt x="139208" y="186632"/>
                  </a:lnTo>
                  <a:lnTo>
                    <a:pt x="139670" y="186763"/>
                  </a:lnTo>
                  <a:lnTo>
                    <a:pt x="140040" y="186555"/>
                  </a:lnTo>
                  <a:lnTo>
                    <a:pt x="140970" y="186324"/>
                  </a:lnTo>
                  <a:lnTo>
                    <a:pt x="141154" y="186385"/>
                  </a:lnTo>
                  <a:lnTo>
                    <a:pt x="141915" y="186132"/>
                  </a:lnTo>
                  <a:lnTo>
                    <a:pt x="142192" y="186023"/>
                  </a:lnTo>
                  <a:lnTo>
                    <a:pt x="143493" y="185548"/>
                  </a:lnTo>
                  <a:lnTo>
                    <a:pt x="143838" y="185540"/>
                  </a:lnTo>
                  <a:lnTo>
                    <a:pt x="144139" y="185606"/>
                  </a:lnTo>
                  <a:lnTo>
                    <a:pt x="144894" y="185882"/>
                  </a:lnTo>
                  <a:lnTo>
                    <a:pt x="145685" y="185351"/>
                  </a:lnTo>
                  <a:lnTo>
                    <a:pt x="146345" y="185529"/>
                  </a:lnTo>
                  <a:lnTo>
                    <a:pt x="146610" y="185496"/>
                  </a:lnTo>
                  <a:lnTo>
                    <a:pt x="147001" y="185542"/>
                  </a:lnTo>
                  <a:lnTo>
                    <a:pt x="147168" y="185589"/>
                  </a:lnTo>
                  <a:lnTo>
                    <a:pt x="147326" y="185391"/>
                  </a:lnTo>
                  <a:lnTo>
                    <a:pt x="147571" y="185117"/>
                  </a:lnTo>
                  <a:lnTo>
                    <a:pt x="147732" y="184997"/>
                  </a:lnTo>
                  <a:lnTo>
                    <a:pt x="149533" y="184246"/>
                  </a:lnTo>
                  <a:lnTo>
                    <a:pt x="149797" y="184201"/>
                  </a:lnTo>
                  <a:lnTo>
                    <a:pt x="150350" y="184116"/>
                  </a:lnTo>
                  <a:lnTo>
                    <a:pt x="150631" y="184147"/>
                  </a:lnTo>
                  <a:lnTo>
                    <a:pt x="151256" y="184339"/>
                  </a:lnTo>
                  <a:lnTo>
                    <a:pt x="151509" y="185031"/>
                  </a:lnTo>
                  <a:lnTo>
                    <a:pt x="152029" y="185311"/>
                  </a:lnTo>
                  <a:lnTo>
                    <a:pt x="152497" y="184956"/>
                  </a:lnTo>
                  <a:lnTo>
                    <a:pt x="152849" y="184942"/>
                  </a:lnTo>
                  <a:lnTo>
                    <a:pt x="153626" y="185027"/>
                  </a:lnTo>
                  <a:lnTo>
                    <a:pt x="154082" y="185037"/>
                  </a:lnTo>
                  <a:lnTo>
                    <a:pt x="155262" y="184944"/>
                  </a:lnTo>
                  <a:lnTo>
                    <a:pt x="155395" y="184967"/>
                  </a:lnTo>
                  <a:lnTo>
                    <a:pt x="155541" y="184992"/>
                  </a:lnTo>
                  <a:lnTo>
                    <a:pt x="155752" y="184981"/>
                  </a:lnTo>
                  <a:lnTo>
                    <a:pt x="155861" y="184839"/>
                  </a:lnTo>
                  <a:lnTo>
                    <a:pt x="156042" y="184618"/>
                  </a:lnTo>
                  <a:lnTo>
                    <a:pt x="156188" y="184451"/>
                  </a:lnTo>
                  <a:lnTo>
                    <a:pt x="156695" y="184151"/>
                  </a:lnTo>
                  <a:lnTo>
                    <a:pt x="157118" y="183755"/>
                  </a:lnTo>
                  <a:lnTo>
                    <a:pt x="157423" y="183653"/>
                  </a:lnTo>
                  <a:lnTo>
                    <a:pt x="157859" y="183614"/>
                  </a:lnTo>
                  <a:lnTo>
                    <a:pt x="158055" y="183673"/>
                  </a:lnTo>
                  <a:lnTo>
                    <a:pt x="158449" y="183932"/>
                  </a:lnTo>
                  <a:lnTo>
                    <a:pt x="158847" y="184665"/>
                  </a:lnTo>
                  <a:lnTo>
                    <a:pt x="158746" y="184834"/>
                  </a:lnTo>
                  <a:lnTo>
                    <a:pt x="158624" y="185174"/>
                  </a:lnTo>
                  <a:lnTo>
                    <a:pt x="158567" y="185902"/>
                  </a:lnTo>
                  <a:lnTo>
                    <a:pt x="158265" y="186514"/>
                  </a:lnTo>
                  <a:lnTo>
                    <a:pt x="158544" y="187131"/>
                  </a:lnTo>
                  <a:lnTo>
                    <a:pt x="159305" y="187436"/>
                  </a:lnTo>
                  <a:lnTo>
                    <a:pt x="160353" y="188808"/>
                  </a:lnTo>
                  <a:lnTo>
                    <a:pt x="160551" y="189059"/>
                  </a:lnTo>
                  <a:lnTo>
                    <a:pt x="160817" y="189199"/>
                  </a:lnTo>
                  <a:lnTo>
                    <a:pt x="161102" y="189832"/>
                  </a:lnTo>
                  <a:lnTo>
                    <a:pt x="161329" y="190085"/>
                  </a:lnTo>
                  <a:lnTo>
                    <a:pt x="161267" y="190775"/>
                  </a:lnTo>
                  <a:lnTo>
                    <a:pt x="161141" y="192275"/>
                  </a:lnTo>
                  <a:lnTo>
                    <a:pt x="161024" y="193477"/>
                  </a:lnTo>
                  <a:lnTo>
                    <a:pt x="160751" y="195724"/>
                  </a:lnTo>
                  <a:lnTo>
                    <a:pt x="160583" y="196035"/>
                  </a:lnTo>
                  <a:lnTo>
                    <a:pt x="160764" y="196125"/>
                  </a:lnTo>
                  <a:lnTo>
                    <a:pt x="160994" y="196228"/>
                  </a:lnTo>
                  <a:lnTo>
                    <a:pt x="161746" y="196391"/>
                  </a:lnTo>
                  <a:lnTo>
                    <a:pt x="162449" y="196446"/>
                  </a:lnTo>
                  <a:lnTo>
                    <a:pt x="163063" y="196395"/>
                  </a:lnTo>
                  <a:lnTo>
                    <a:pt x="163814" y="196763"/>
                  </a:lnTo>
                  <a:lnTo>
                    <a:pt x="164029" y="196869"/>
                  </a:lnTo>
                  <a:lnTo>
                    <a:pt x="164293" y="197103"/>
                  </a:lnTo>
                  <a:lnTo>
                    <a:pt x="164699" y="197380"/>
                  </a:lnTo>
                  <a:lnTo>
                    <a:pt x="164994" y="197449"/>
                  </a:lnTo>
                  <a:lnTo>
                    <a:pt x="165582" y="197437"/>
                  </a:lnTo>
                  <a:lnTo>
                    <a:pt x="165842" y="197423"/>
                  </a:lnTo>
                  <a:lnTo>
                    <a:pt x="166027" y="197354"/>
                  </a:lnTo>
                  <a:lnTo>
                    <a:pt x="166364" y="197224"/>
                  </a:lnTo>
                  <a:lnTo>
                    <a:pt x="166598" y="197132"/>
                  </a:lnTo>
                  <a:lnTo>
                    <a:pt x="166750" y="197074"/>
                  </a:lnTo>
                  <a:lnTo>
                    <a:pt x="167060" y="196960"/>
                  </a:lnTo>
                  <a:lnTo>
                    <a:pt x="167382" y="196925"/>
                  </a:lnTo>
                  <a:lnTo>
                    <a:pt x="167900" y="196869"/>
                  </a:lnTo>
                  <a:lnTo>
                    <a:pt x="168617" y="196793"/>
                  </a:lnTo>
                  <a:lnTo>
                    <a:pt x="169199" y="196731"/>
                  </a:lnTo>
                  <a:lnTo>
                    <a:pt x="169793" y="196667"/>
                  </a:lnTo>
                  <a:lnTo>
                    <a:pt x="171164" y="196523"/>
                  </a:lnTo>
                  <a:lnTo>
                    <a:pt x="171302" y="196511"/>
                  </a:lnTo>
                  <a:lnTo>
                    <a:pt x="172976" y="196349"/>
                  </a:lnTo>
                  <a:lnTo>
                    <a:pt x="173221" y="196320"/>
                  </a:lnTo>
                  <a:lnTo>
                    <a:pt x="173485" y="196290"/>
                  </a:lnTo>
                  <a:lnTo>
                    <a:pt x="174014" y="196248"/>
                  </a:lnTo>
                  <a:lnTo>
                    <a:pt x="174475" y="196301"/>
                  </a:lnTo>
                  <a:lnTo>
                    <a:pt x="174709" y="196294"/>
                  </a:lnTo>
                  <a:lnTo>
                    <a:pt x="175230" y="196277"/>
                  </a:lnTo>
                  <a:lnTo>
                    <a:pt x="177429" y="196210"/>
                  </a:lnTo>
                  <a:lnTo>
                    <a:pt x="182108" y="196070"/>
                  </a:lnTo>
                  <a:lnTo>
                    <a:pt x="183159" y="196039"/>
                  </a:lnTo>
                  <a:lnTo>
                    <a:pt x="183840" y="196015"/>
                  </a:lnTo>
                  <a:lnTo>
                    <a:pt x="184132" y="195998"/>
                  </a:lnTo>
                  <a:lnTo>
                    <a:pt x="184542" y="196329"/>
                  </a:lnTo>
                  <a:lnTo>
                    <a:pt x="184817" y="196560"/>
                  </a:lnTo>
                  <a:lnTo>
                    <a:pt x="185012" y="196667"/>
                  </a:lnTo>
                  <a:lnTo>
                    <a:pt x="185344" y="196856"/>
                  </a:lnTo>
                  <a:lnTo>
                    <a:pt x="185805" y="197123"/>
                  </a:lnTo>
                  <a:lnTo>
                    <a:pt x="186437" y="197491"/>
                  </a:lnTo>
                  <a:lnTo>
                    <a:pt x="186752" y="197671"/>
                  </a:lnTo>
                  <a:lnTo>
                    <a:pt x="187068" y="197851"/>
                  </a:lnTo>
                  <a:lnTo>
                    <a:pt x="187692" y="198209"/>
                  </a:lnTo>
                  <a:lnTo>
                    <a:pt x="188002" y="198389"/>
                  </a:lnTo>
                  <a:lnTo>
                    <a:pt x="188294" y="198577"/>
                  </a:lnTo>
                  <a:lnTo>
                    <a:pt x="188507" y="198720"/>
                  </a:lnTo>
                  <a:lnTo>
                    <a:pt x="188651" y="198719"/>
                  </a:lnTo>
                  <a:lnTo>
                    <a:pt x="189592" y="198717"/>
                  </a:lnTo>
                  <a:lnTo>
                    <a:pt x="190663" y="198716"/>
                  </a:lnTo>
                  <a:lnTo>
                    <a:pt x="190659" y="198938"/>
                  </a:lnTo>
                  <a:lnTo>
                    <a:pt x="190656" y="199374"/>
                  </a:lnTo>
                  <a:lnTo>
                    <a:pt x="190654" y="199591"/>
                  </a:lnTo>
                  <a:lnTo>
                    <a:pt x="190651" y="200027"/>
                  </a:lnTo>
                  <a:lnTo>
                    <a:pt x="190649" y="200356"/>
                  </a:lnTo>
                  <a:lnTo>
                    <a:pt x="190641" y="200725"/>
                  </a:lnTo>
                  <a:lnTo>
                    <a:pt x="190325" y="200737"/>
                  </a:lnTo>
                  <a:lnTo>
                    <a:pt x="190004" y="200754"/>
                  </a:lnTo>
                  <a:lnTo>
                    <a:pt x="189684" y="200772"/>
                  </a:lnTo>
                  <a:lnTo>
                    <a:pt x="188730" y="200825"/>
                  </a:lnTo>
                  <a:lnTo>
                    <a:pt x="188097" y="200861"/>
                  </a:lnTo>
                  <a:lnTo>
                    <a:pt x="187781" y="200879"/>
                  </a:lnTo>
                  <a:lnTo>
                    <a:pt x="187464" y="200897"/>
                  </a:lnTo>
                  <a:lnTo>
                    <a:pt x="187148" y="200916"/>
                  </a:lnTo>
                  <a:lnTo>
                    <a:pt x="186832" y="200935"/>
                  </a:lnTo>
                  <a:lnTo>
                    <a:pt x="186199" y="200969"/>
                  </a:lnTo>
                  <a:lnTo>
                    <a:pt x="185753" y="200990"/>
                  </a:lnTo>
                  <a:lnTo>
                    <a:pt x="185452" y="201139"/>
                  </a:lnTo>
                  <a:lnTo>
                    <a:pt x="185327" y="201332"/>
                  </a:lnTo>
                  <a:lnTo>
                    <a:pt x="185394" y="201889"/>
                  </a:lnTo>
                  <a:lnTo>
                    <a:pt x="185462" y="202020"/>
                  </a:lnTo>
                  <a:lnTo>
                    <a:pt x="185535" y="202177"/>
                  </a:lnTo>
                  <a:lnTo>
                    <a:pt x="185606" y="202384"/>
                  </a:lnTo>
                  <a:lnTo>
                    <a:pt x="186483" y="203709"/>
                  </a:lnTo>
                  <a:lnTo>
                    <a:pt x="186698" y="203969"/>
                  </a:lnTo>
                  <a:lnTo>
                    <a:pt x="187096" y="204409"/>
                  </a:lnTo>
                  <a:lnTo>
                    <a:pt x="187408" y="204558"/>
                  </a:lnTo>
                  <a:lnTo>
                    <a:pt x="187720" y="204709"/>
                  </a:lnTo>
                  <a:lnTo>
                    <a:pt x="188346" y="205011"/>
                  </a:lnTo>
                  <a:lnTo>
                    <a:pt x="188660" y="205165"/>
                  </a:lnTo>
                  <a:lnTo>
                    <a:pt x="188974" y="205318"/>
                  </a:lnTo>
                  <a:lnTo>
                    <a:pt x="189327" y="205485"/>
                  </a:lnTo>
                  <a:lnTo>
                    <a:pt x="189665" y="205648"/>
                  </a:lnTo>
                  <a:lnTo>
                    <a:pt x="190072" y="205795"/>
                  </a:lnTo>
                  <a:lnTo>
                    <a:pt x="190268" y="205845"/>
                  </a:lnTo>
                  <a:lnTo>
                    <a:pt x="190436" y="205855"/>
                  </a:lnTo>
                  <a:lnTo>
                    <a:pt x="190724" y="205815"/>
                  </a:lnTo>
                  <a:lnTo>
                    <a:pt x="190869" y="205773"/>
                  </a:lnTo>
                  <a:lnTo>
                    <a:pt x="191429" y="205780"/>
                  </a:lnTo>
                  <a:lnTo>
                    <a:pt x="192174" y="206028"/>
                  </a:lnTo>
                  <a:lnTo>
                    <a:pt x="193068" y="206168"/>
                  </a:lnTo>
                  <a:lnTo>
                    <a:pt x="193695" y="206091"/>
                  </a:lnTo>
                  <a:lnTo>
                    <a:pt x="194136" y="205896"/>
                  </a:lnTo>
                  <a:lnTo>
                    <a:pt x="194294" y="205770"/>
                  </a:lnTo>
                  <a:lnTo>
                    <a:pt x="194430" y="205640"/>
                  </a:lnTo>
                  <a:lnTo>
                    <a:pt x="194690" y="205600"/>
                  </a:lnTo>
                  <a:lnTo>
                    <a:pt x="195011" y="205553"/>
                  </a:lnTo>
                  <a:lnTo>
                    <a:pt x="195331" y="205509"/>
                  </a:lnTo>
                  <a:lnTo>
                    <a:pt x="196414" y="205361"/>
                  </a:lnTo>
                  <a:lnTo>
                    <a:pt x="199220" y="205002"/>
                  </a:lnTo>
                  <a:lnTo>
                    <a:pt x="200641" y="204821"/>
                  </a:lnTo>
                  <a:lnTo>
                    <a:pt x="206367" y="204096"/>
                  </a:lnTo>
                  <a:lnTo>
                    <a:pt x="207050" y="204007"/>
                  </a:lnTo>
                  <a:lnTo>
                    <a:pt x="207315" y="203951"/>
                  </a:lnTo>
                  <a:lnTo>
                    <a:pt x="207799" y="204108"/>
                  </a:lnTo>
                  <a:lnTo>
                    <a:pt x="208104" y="204115"/>
                  </a:lnTo>
                  <a:lnTo>
                    <a:pt x="208282" y="204122"/>
                  </a:lnTo>
                  <a:lnTo>
                    <a:pt x="209628" y="204283"/>
                  </a:lnTo>
                  <a:lnTo>
                    <a:pt x="209866" y="204241"/>
                  </a:lnTo>
                  <a:lnTo>
                    <a:pt x="210350" y="204134"/>
                  </a:lnTo>
                  <a:lnTo>
                    <a:pt x="210542" y="204080"/>
                  </a:lnTo>
                  <a:lnTo>
                    <a:pt x="210855" y="203967"/>
                  </a:lnTo>
                  <a:lnTo>
                    <a:pt x="211248" y="203850"/>
                  </a:lnTo>
                  <a:lnTo>
                    <a:pt x="212406" y="206325"/>
                  </a:lnTo>
                  <a:lnTo>
                    <a:pt x="212593" y="206802"/>
                  </a:lnTo>
                  <a:lnTo>
                    <a:pt x="212858" y="207473"/>
                  </a:lnTo>
                  <a:lnTo>
                    <a:pt x="212950" y="207708"/>
                  </a:lnTo>
                  <a:lnTo>
                    <a:pt x="216994" y="218037"/>
                  </a:lnTo>
                  <a:lnTo>
                    <a:pt x="219178" y="223786"/>
                  </a:lnTo>
                  <a:lnTo>
                    <a:pt x="219617" y="223598"/>
                  </a:lnTo>
                  <a:lnTo>
                    <a:pt x="219804" y="223443"/>
                  </a:lnTo>
                  <a:lnTo>
                    <a:pt x="220038" y="223265"/>
                  </a:lnTo>
                  <a:lnTo>
                    <a:pt x="220240" y="223204"/>
                  </a:lnTo>
                  <a:lnTo>
                    <a:pt x="220428" y="222940"/>
                  </a:lnTo>
                  <a:lnTo>
                    <a:pt x="221397" y="222757"/>
                  </a:lnTo>
                  <a:lnTo>
                    <a:pt x="221990" y="222600"/>
                  </a:lnTo>
                  <a:lnTo>
                    <a:pt x="222206" y="222584"/>
                  </a:lnTo>
                  <a:lnTo>
                    <a:pt x="222366" y="222571"/>
                  </a:lnTo>
                  <a:lnTo>
                    <a:pt x="222876" y="222301"/>
                  </a:lnTo>
                  <a:lnTo>
                    <a:pt x="223034" y="222290"/>
                  </a:lnTo>
                  <a:lnTo>
                    <a:pt x="223423" y="222162"/>
                  </a:lnTo>
                  <a:lnTo>
                    <a:pt x="223669" y="222140"/>
                  </a:lnTo>
                  <a:lnTo>
                    <a:pt x="224364" y="222021"/>
                  </a:lnTo>
                  <a:lnTo>
                    <a:pt x="224923" y="222123"/>
                  </a:lnTo>
                  <a:lnTo>
                    <a:pt x="225289" y="222147"/>
                  </a:lnTo>
                  <a:lnTo>
                    <a:pt x="225568" y="222054"/>
                  </a:lnTo>
                  <a:lnTo>
                    <a:pt x="225870" y="222007"/>
                  </a:lnTo>
                  <a:lnTo>
                    <a:pt x="226027" y="222007"/>
                  </a:lnTo>
                  <a:lnTo>
                    <a:pt x="226382" y="221935"/>
                  </a:lnTo>
                  <a:lnTo>
                    <a:pt x="226768" y="221945"/>
                  </a:lnTo>
                  <a:lnTo>
                    <a:pt x="227023" y="222053"/>
                  </a:lnTo>
                  <a:lnTo>
                    <a:pt x="227633" y="222146"/>
                  </a:lnTo>
                  <a:lnTo>
                    <a:pt x="227811" y="222145"/>
                  </a:lnTo>
                  <a:lnTo>
                    <a:pt x="228034" y="222100"/>
                  </a:lnTo>
                  <a:lnTo>
                    <a:pt x="228372" y="222063"/>
                  </a:lnTo>
                  <a:lnTo>
                    <a:pt x="228682" y="222153"/>
                  </a:lnTo>
                  <a:lnTo>
                    <a:pt x="229014" y="222046"/>
                  </a:lnTo>
                  <a:lnTo>
                    <a:pt x="229270" y="221998"/>
                  </a:lnTo>
                  <a:lnTo>
                    <a:pt x="229997" y="222042"/>
                  </a:lnTo>
                  <a:lnTo>
                    <a:pt x="230315" y="222044"/>
                  </a:lnTo>
                  <a:lnTo>
                    <a:pt x="230480" y="221922"/>
                  </a:lnTo>
                  <a:lnTo>
                    <a:pt x="230694" y="221917"/>
                  </a:lnTo>
                  <a:lnTo>
                    <a:pt x="231027" y="221813"/>
                  </a:lnTo>
                  <a:lnTo>
                    <a:pt x="231539" y="221822"/>
                  </a:lnTo>
                  <a:lnTo>
                    <a:pt x="231848" y="221785"/>
                  </a:lnTo>
                  <a:lnTo>
                    <a:pt x="232186" y="221794"/>
                  </a:lnTo>
                  <a:lnTo>
                    <a:pt x="232368" y="221729"/>
                  </a:lnTo>
                  <a:lnTo>
                    <a:pt x="233113" y="221305"/>
                  </a:lnTo>
                  <a:lnTo>
                    <a:pt x="233675" y="220745"/>
                  </a:lnTo>
                  <a:lnTo>
                    <a:pt x="234139" y="220396"/>
                  </a:lnTo>
                  <a:lnTo>
                    <a:pt x="234566" y="220437"/>
                  </a:lnTo>
                  <a:lnTo>
                    <a:pt x="234963" y="220330"/>
                  </a:lnTo>
                  <a:lnTo>
                    <a:pt x="235172" y="220364"/>
                  </a:lnTo>
                  <a:lnTo>
                    <a:pt x="235579" y="220101"/>
                  </a:lnTo>
                  <a:lnTo>
                    <a:pt x="236001" y="220071"/>
                  </a:lnTo>
                  <a:lnTo>
                    <a:pt x="236305" y="220035"/>
                  </a:lnTo>
                  <a:lnTo>
                    <a:pt x="236466" y="219970"/>
                  </a:lnTo>
                  <a:lnTo>
                    <a:pt x="237188" y="219943"/>
                  </a:lnTo>
                  <a:lnTo>
                    <a:pt x="237598" y="220231"/>
                  </a:lnTo>
                  <a:lnTo>
                    <a:pt x="237883" y="220228"/>
                  </a:lnTo>
                  <a:lnTo>
                    <a:pt x="238338" y="220245"/>
                  </a:lnTo>
                  <a:lnTo>
                    <a:pt x="238540" y="220287"/>
                  </a:lnTo>
                  <a:lnTo>
                    <a:pt x="239043" y="220126"/>
                  </a:lnTo>
                  <a:lnTo>
                    <a:pt x="239275" y="220467"/>
                  </a:lnTo>
                  <a:lnTo>
                    <a:pt x="239788" y="220822"/>
                  </a:lnTo>
                  <a:lnTo>
                    <a:pt x="240229" y="220516"/>
                  </a:lnTo>
                  <a:lnTo>
                    <a:pt x="240617" y="220743"/>
                  </a:lnTo>
                  <a:lnTo>
                    <a:pt x="240891" y="221012"/>
                  </a:lnTo>
                  <a:lnTo>
                    <a:pt x="241942" y="221117"/>
                  </a:lnTo>
                  <a:lnTo>
                    <a:pt x="242198" y="220979"/>
                  </a:lnTo>
                  <a:lnTo>
                    <a:pt x="242542" y="220794"/>
                  </a:lnTo>
                  <a:lnTo>
                    <a:pt x="243327" y="220652"/>
                  </a:lnTo>
                  <a:lnTo>
                    <a:pt x="243583" y="220729"/>
                  </a:lnTo>
                  <a:lnTo>
                    <a:pt x="243983" y="221228"/>
                  </a:lnTo>
                  <a:lnTo>
                    <a:pt x="244049" y="221394"/>
                  </a:lnTo>
                  <a:lnTo>
                    <a:pt x="244322" y="221792"/>
                  </a:lnTo>
                  <a:lnTo>
                    <a:pt x="244613" y="221820"/>
                  </a:lnTo>
                  <a:lnTo>
                    <a:pt x="245181" y="221934"/>
                  </a:lnTo>
                  <a:lnTo>
                    <a:pt x="245599" y="222285"/>
                  </a:lnTo>
                  <a:lnTo>
                    <a:pt x="245795" y="222468"/>
                  </a:lnTo>
                  <a:lnTo>
                    <a:pt x="246193" y="222407"/>
                  </a:lnTo>
                  <a:lnTo>
                    <a:pt x="246523" y="222829"/>
                  </a:lnTo>
                  <a:lnTo>
                    <a:pt x="246537" y="223389"/>
                  </a:lnTo>
                  <a:lnTo>
                    <a:pt x="246611" y="223728"/>
                  </a:lnTo>
                  <a:lnTo>
                    <a:pt x="247036" y="224711"/>
                  </a:lnTo>
                  <a:lnTo>
                    <a:pt x="247341" y="224986"/>
                  </a:lnTo>
                  <a:lnTo>
                    <a:pt x="247767" y="224798"/>
                  </a:lnTo>
                  <a:lnTo>
                    <a:pt x="248185" y="224824"/>
                  </a:lnTo>
                  <a:lnTo>
                    <a:pt x="248331" y="225144"/>
                  </a:lnTo>
                  <a:lnTo>
                    <a:pt x="248957" y="225375"/>
                  </a:lnTo>
                  <a:lnTo>
                    <a:pt x="249095" y="225455"/>
                  </a:lnTo>
                  <a:lnTo>
                    <a:pt x="249287" y="225702"/>
                  </a:lnTo>
                  <a:lnTo>
                    <a:pt x="249379" y="226085"/>
                  </a:lnTo>
                  <a:lnTo>
                    <a:pt x="249510" y="226217"/>
                  </a:lnTo>
                  <a:lnTo>
                    <a:pt x="249812" y="226370"/>
                  </a:lnTo>
                  <a:lnTo>
                    <a:pt x="250211" y="226302"/>
                  </a:lnTo>
                  <a:lnTo>
                    <a:pt x="250602" y="225840"/>
                  </a:lnTo>
                  <a:lnTo>
                    <a:pt x="251046" y="225675"/>
                  </a:lnTo>
                  <a:lnTo>
                    <a:pt x="252069" y="225242"/>
                  </a:lnTo>
                  <a:lnTo>
                    <a:pt x="252651" y="225848"/>
                  </a:lnTo>
                  <a:lnTo>
                    <a:pt x="252976" y="225787"/>
                  </a:lnTo>
                  <a:lnTo>
                    <a:pt x="253343" y="225637"/>
                  </a:lnTo>
                  <a:lnTo>
                    <a:pt x="253873" y="225668"/>
                  </a:lnTo>
                  <a:lnTo>
                    <a:pt x="254071" y="225814"/>
                  </a:lnTo>
                  <a:lnTo>
                    <a:pt x="254988" y="226120"/>
                  </a:lnTo>
                  <a:lnTo>
                    <a:pt x="255118" y="226056"/>
                  </a:lnTo>
                  <a:lnTo>
                    <a:pt x="256067" y="225892"/>
                  </a:lnTo>
                  <a:lnTo>
                    <a:pt x="256751" y="225920"/>
                  </a:lnTo>
                  <a:lnTo>
                    <a:pt x="257302" y="226287"/>
                  </a:lnTo>
                  <a:lnTo>
                    <a:pt x="257569" y="226532"/>
                  </a:lnTo>
                  <a:lnTo>
                    <a:pt x="257758" y="226638"/>
                  </a:lnTo>
                  <a:lnTo>
                    <a:pt x="257979" y="226495"/>
                  </a:lnTo>
                  <a:lnTo>
                    <a:pt x="258134" y="226387"/>
                  </a:lnTo>
                  <a:lnTo>
                    <a:pt x="258462" y="226265"/>
                  </a:lnTo>
                  <a:lnTo>
                    <a:pt x="258663" y="226123"/>
                  </a:lnTo>
                  <a:lnTo>
                    <a:pt x="258864" y="225845"/>
                  </a:lnTo>
                  <a:lnTo>
                    <a:pt x="259214" y="225509"/>
                  </a:lnTo>
                  <a:lnTo>
                    <a:pt x="259537" y="225510"/>
                  </a:lnTo>
                  <a:lnTo>
                    <a:pt x="259932" y="225946"/>
                  </a:lnTo>
                  <a:lnTo>
                    <a:pt x="259939" y="226170"/>
                  </a:lnTo>
                  <a:lnTo>
                    <a:pt x="259951" y="226421"/>
                  </a:lnTo>
                  <a:lnTo>
                    <a:pt x="260521" y="226256"/>
                  </a:lnTo>
                  <a:lnTo>
                    <a:pt x="260727" y="226120"/>
                  </a:lnTo>
                  <a:lnTo>
                    <a:pt x="261056" y="225811"/>
                  </a:lnTo>
                  <a:lnTo>
                    <a:pt x="261207" y="225547"/>
                  </a:lnTo>
                  <a:lnTo>
                    <a:pt x="261793" y="225476"/>
                  </a:lnTo>
                  <a:lnTo>
                    <a:pt x="262330" y="225063"/>
                  </a:lnTo>
                  <a:lnTo>
                    <a:pt x="262645" y="224735"/>
                  </a:lnTo>
                  <a:lnTo>
                    <a:pt x="262801" y="224505"/>
                  </a:lnTo>
                  <a:lnTo>
                    <a:pt x="263269" y="224163"/>
                  </a:lnTo>
                  <a:lnTo>
                    <a:pt x="263523" y="224100"/>
                  </a:lnTo>
                  <a:lnTo>
                    <a:pt x="263774" y="224169"/>
                  </a:lnTo>
                  <a:lnTo>
                    <a:pt x="263987" y="224252"/>
                  </a:lnTo>
                  <a:lnTo>
                    <a:pt x="264318" y="224324"/>
                  </a:lnTo>
                  <a:lnTo>
                    <a:pt x="264615" y="224220"/>
                  </a:lnTo>
                  <a:lnTo>
                    <a:pt x="265089" y="223909"/>
                  </a:lnTo>
                  <a:lnTo>
                    <a:pt x="265372" y="223618"/>
                  </a:lnTo>
                  <a:lnTo>
                    <a:pt x="265619" y="223043"/>
                  </a:lnTo>
                  <a:lnTo>
                    <a:pt x="266186" y="223085"/>
                  </a:lnTo>
                  <a:lnTo>
                    <a:pt x="266958" y="222098"/>
                  </a:lnTo>
                  <a:lnTo>
                    <a:pt x="267861" y="221555"/>
                  </a:lnTo>
                  <a:lnTo>
                    <a:pt x="268636" y="221667"/>
                  </a:lnTo>
                  <a:lnTo>
                    <a:pt x="268886" y="221978"/>
                  </a:lnTo>
                  <a:lnTo>
                    <a:pt x="269146" y="222291"/>
                  </a:lnTo>
                  <a:lnTo>
                    <a:pt x="269197" y="222437"/>
                  </a:lnTo>
                  <a:lnTo>
                    <a:pt x="270386" y="222975"/>
                  </a:lnTo>
                  <a:lnTo>
                    <a:pt x="270945" y="222776"/>
                  </a:lnTo>
                  <a:lnTo>
                    <a:pt x="270940" y="223248"/>
                  </a:lnTo>
                  <a:lnTo>
                    <a:pt x="271545" y="223566"/>
                  </a:lnTo>
                  <a:lnTo>
                    <a:pt x="271863" y="223559"/>
                  </a:lnTo>
                  <a:lnTo>
                    <a:pt x="272289" y="223691"/>
                  </a:lnTo>
                  <a:lnTo>
                    <a:pt x="272723" y="223785"/>
                  </a:lnTo>
                  <a:lnTo>
                    <a:pt x="272910" y="223782"/>
                  </a:lnTo>
                  <a:lnTo>
                    <a:pt x="273106" y="223717"/>
                  </a:lnTo>
                  <a:lnTo>
                    <a:pt x="273723" y="223713"/>
                  </a:lnTo>
                  <a:lnTo>
                    <a:pt x="274088" y="224300"/>
                  </a:lnTo>
                  <a:lnTo>
                    <a:pt x="274193" y="224754"/>
                  </a:lnTo>
                  <a:lnTo>
                    <a:pt x="274493" y="225686"/>
                  </a:lnTo>
                  <a:lnTo>
                    <a:pt x="274589" y="226146"/>
                  </a:lnTo>
                  <a:lnTo>
                    <a:pt x="275096" y="227025"/>
                  </a:lnTo>
                  <a:lnTo>
                    <a:pt x="275806" y="226856"/>
                  </a:lnTo>
                  <a:lnTo>
                    <a:pt x="276173" y="226737"/>
                  </a:lnTo>
                  <a:lnTo>
                    <a:pt x="276735" y="226809"/>
                  </a:lnTo>
                  <a:lnTo>
                    <a:pt x="277178" y="227270"/>
                  </a:lnTo>
                  <a:lnTo>
                    <a:pt x="277327" y="227476"/>
                  </a:lnTo>
                  <a:lnTo>
                    <a:pt x="278171" y="228771"/>
                  </a:lnTo>
                  <a:lnTo>
                    <a:pt x="279008" y="229510"/>
                  </a:lnTo>
                  <a:lnTo>
                    <a:pt x="279326" y="229769"/>
                  </a:lnTo>
                  <a:lnTo>
                    <a:pt x="279777" y="229891"/>
                  </a:lnTo>
                  <a:lnTo>
                    <a:pt x="279770" y="230054"/>
                  </a:lnTo>
                  <a:lnTo>
                    <a:pt x="280030" y="230232"/>
                  </a:lnTo>
                  <a:lnTo>
                    <a:pt x="280401" y="230610"/>
                  </a:lnTo>
                  <a:lnTo>
                    <a:pt x="280896" y="230730"/>
                  </a:lnTo>
                  <a:lnTo>
                    <a:pt x="281056" y="230767"/>
                  </a:lnTo>
                  <a:lnTo>
                    <a:pt x="281348" y="230808"/>
                  </a:lnTo>
                  <a:lnTo>
                    <a:pt x="281422" y="231120"/>
                  </a:lnTo>
                  <a:lnTo>
                    <a:pt x="281591" y="231132"/>
                  </a:lnTo>
                  <a:lnTo>
                    <a:pt x="281884" y="231077"/>
                  </a:lnTo>
                  <a:lnTo>
                    <a:pt x="282103" y="231159"/>
                  </a:lnTo>
                  <a:lnTo>
                    <a:pt x="282121" y="231290"/>
                  </a:lnTo>
                  <a:lnTo>
                    <a:pt x="282214" y="231486"/>
                  </a:lnTo>
                  <a:lnTo>
                    <a:pt x="282675" y="231886"/>
                  </a:lnTo>
                  <a:lnTo>
                    <a:pt x="282897" y="232043"/>
                  </a:lnTo>
                  <a:lnTo>
                    <a:pt x="283141" y="232178"/>
                  </a:lnTo>
                  <a:lnTo>
                    <a:pt x="283339" y="232266"/>
                  </a:lnTo>
                  <a:lnTo>
                    <a:pt x="283874" y="232389"/>
                  </a:lnTo>
                  <a:lnTo>
                    <a:pt x="283969" y="232229"/>
                  </a:lnTo>
                  <a:lnTo>
                    <a:pt x="284062" y="231961"/>
                  </a:lnTo>
                  <a:lnTo>
                    <a:pt x="284177" y="231674"/>
                  </a:lnTo>
                  <a:lnTo>
                    <a:pt x="284397" y="231705"/>
                  </a:lnTo>
                  <a:lnTo>
                    <a:pt x="284693" y="231860"/>
                  </a:lnTo>
                  <a:lnTo>
                    <a:pt x="284827" y="231882"/>
                  </a:lnTo>
                  <a:lnTo>
                    <a:pt x="285130" y="231793"/>
                  </a:lnTo>
                  <a:lnTo>
                    <a:pt x="285353" y="231672"/>
                  </a:lnTo>
                  <a:lnTo>
                    <a:pt x="285702" y="231739"/>
                  </a:lnTo>
                  <a:lnTo>
                    <a:pt x="285910" y="231894"/>
                  </a:lnTo>
                  <a:lnTo>
                    <a:pt x="285960" y="232056"/>
                  </a:lnTo>
                  <a:lnTo>
                    <a:pt x="286123" y="232128"/>
                  </a:lnTo>
                  <a:lnTo>
                    <a:pt x="286308" y="232163"/>
                  </a:lnTo>
                  <a:lnTo>
                    <a:pt x="286783" y="232203"/>
                  </a:lnTo>
                  <a:lnTo>
                    <a:pt x="287116" y="232234"/>
                  </a:lnTo>
                  <a:lnTo>
                    <a:pt x="287355" y="232410"/>
                  </a:lnTo>
                  <a:lnTo>
                    <a:pt x="287302" y="232689"/>
                  </a:lnTo>
                  <a:lnTo>
                    <a:pt x="287810" y="232674"/>
                  </a:lnTo>
                  <a:lnTo>
                    <a:pt x="288122" y="232851"/>
                  </a:lnTo>
                  <a:lnTo>
                    <a:pt x="288174" y="232999"/>
                  </a:lnTo>
                  <a:lnTo>
                    <a:pt x="288395" y="233082"/>
                  </a:lnTo>
                  <a:lnTo>
                    <a:pt x="288587" y="233146"/>
                  </a:lnTo>
                  <a:lnTo>
                    <a:pt x="288744" y="233157"/>
                  </a:lnTo>
                  <a:lnTo>
                    <a:pt x="288950" y="233178"/>
                  </a:lnTo>
                  <a:lnTo>
                    <a:pt x="289084" y="233253"/>
                  </a:lnTo>
                  <a:lnTo>
                    <a:pt x="289233" y="233551"/>
                  </a:lnTo>
                  <a:lnTo>
                    <a:pt x="289839" y="233575"/>
                  </a:lnTo>
                  <a:lnTo>
                    <a:pt x="290080" y="233466"/>
                  </a:lnTo>
                  <a:lnTo>
                    <a:pt x="290386" y="233158"/>
                  </a:lnTo>
                  <a:lnTo>
                    <a:pt x="290204" y="232910"/>
                  </a:lnTo>
                  <a:lnTo>
                    <a:pt x="290111" y="232671"/>
                  </a:lnTo>
                  <a:lnTo>
                    <a:pt x="290797" y="232550"/>
                  </a:lnTo>
                  <a:lnTo>
                    <a:pt x="291287" y="232704"/>
                  </a:lnTo>
                  <a:lnTo>
                    <a:pt x="291854" y="232687"/>
                  </a:lnTo>
                  <a:lnTo>
                    <a:pt x="291932" y="232848"/>
                  </a:lnTo>
                  <a:lnTo>
                    <a:pt x="292023" y="233392"/>
                  </a:lnTo>
                  <a:lnTo>
                    <a:pt x="292380" y="233758"/>
                  </a:lnTo>
                  <a:lnTo>
                    <a:pt x="292931" y="233421"/>
                  </a:lnTo>
                  <a:lnTo>
                    <a:pt x="293605" y="233192"/>
                  </a:lnTo>
                  <a:lnTo>
                    <a:pt x="293812" y="233207"/>
                  </a:lnTo>
                  <a:lnTo>
                    <a:pt x="294074" y="233225"/>
                  </a:lnTo>
                  <a:lnTo>
                    <a:pt x="294405" y="232924"/>
                  </a:lnTo>
                  <a:lnTo>
                    <a:pt x="294077" y="232234"/>
                  </a:lnTo>
                  <a:lnTo>
                    <a:pt x="294044" y="231848"/>
                  </a:lnTo>
                  <a:lnTo>
                    <a:pt x="294197" y="231741"/>
                  </a:lnTo>
                  <a:lnTo>
                    <a:pt x="294408" y="231435"/>
                  </a:lnTo>
                  <a:lnTo>
                    <a:pt x="294304" y="231243"/>
                  </a:lnTo>
                  <a:lnTo>
                    <a:pt x="294341" y="231055"/>
                  </a:lnTo>
                  <a:lnTo>
                    <a:pt x="295000" y="229644"/>
                  </a:lnTo>
                  <a:lnTo>
                    <a:pt x="295138" y="229485"/>
                  </a:lnTo>
                  <a:lnTo>
                    <a:pt x="295168" y="229224"/>
                  </a:lnTo>
                  <a:lnTo>
                    <a:pt x="295170" y="229075"/>
                  </a:lnTo>
                  <a:lnTo>
                    <a:pt x="295581" y="228375"/>
                  </a:lnTo>
                  <a:lnTo>
                    <a:pt x="295931" y="228316"/>
                  </a:lnTo>
                  <a:lnTo>
                    <a:pt x="296092" y="228254"/>
                  </a:lnTo>
                  <a:lnTo>
                    <a:pt x="297180" y="227351"/>
                  </a:lnTo>
                  <a:lnTo>
                    <a:pt x="297972" y="227164"/>
                  </a:lnTo>
                  <a:lnTo>
                    <a:pt x="298363" y="227155"/>
                  </a:lnTo>
                  <a:lnTo>
                    <a:pt x="299014" y="227201"/>
                  </a:lnTo>
                  <a:lnTo>
                    <a:pt x="299627" y="227200"/>
                  </a:lnTo>
                  <a:lnTo>
                    <a:pt x="300002" y="227272"/>
                  </a:lnTo>
                  <a:lnTo>
                    <a:pt x="301941" y="227837"/>
                  </a:lnTo>
                  <a:lnTo>
                    <a:pt x="302694" y="228023"/>
                  </a:lnTo>
                  <a:lnTo>
                    <a:pt x="303059" y="228049"/>
                  </a:lnTo>
                  <a:lnTo>
                    <a:pt x="303739" y="228218"/>
                  </a:lnTo>
                  <a:lnTo>
                    <a:pt x="304146" y="228473"/>
                  </a:lnTo>
                  <a:lnTo>
                    <a:pt x="304713" y="228601"/>
                  </a:lnTo>
                  <a:lnTo>
                    <a:pt x="305355" y="228799"/>
                  </a:lnTo>
                  <a:lnTo>
                    <a:pt x="309471" y="230003"/>
                  </a:lnTo>
                  <a:lnTo>
                    <a:pt x="309382" y="228199"/>
                  </a:lnTo>
                  <a:lnTo>
                    <a:pt x="309306" y="227874"/>
                  </a:lnTo>
                  <a:lnTo>
                    <a:pt x="309147" y="227279"/>
                  </a:lnTo>
                  <a:lnTo>
                    <a:pt x="308824" y="226851"/>
                  </a:lnTo>
                  <a:lnTo>
                    <a:pt x="309038" y="226422"/>
                  </a:lnTo>
                  <a:lnTo>
                    <a:pt x="308935" y="226275"/>
                  </a:lnTo>
                  <a:lnTo>
                    <a:pt x="308646" y="226054"/>
                  </a:lnTo>
                  <a:lnTo>
                    <a:pt x="308428" y="225876"/>
                  </a:lnTo>
                  <a:lnTo>
                    <a:pt x="308299" y="225693"/>
                  </a:lnTo>
                  <a:lnTo>
                    <a:pt x="308126" y="225423"/>
                  </a:lnTo>
                  <a:lnTo>
                    <a:pt x="308058" y="225181"/>
                  </a:lnTo>
                  <a:lnTo>
                    <a:pt x="308007" y="224814"/>
                  </a:lnTo>
                  <a:lnTo>
                    <a:pt x="307840" y="224550"/>
                  </a:lnTo>
                  <a:lnTo>
                    <a:pt x="307717" y="224309"/>
                  </a:lnTo>
                  <a:lnTo>
                    <a:pt x="307690" y="223972"/>
                  </a:lnTo>
                  <a:lnTo>
                    <a:pt x="307720" y="223775"/>
                  </a:lnTo>
                  <a:lnTo>
                    <a:pt x="307928" y="223379"/>
                  </a:lnTo>
                  <a:lnTo>
                    <a:pt x="308084" y="223253"/>
                  </a:lnTo>
                  <a:lnTo>
                    <a:pt x="308428" y="222861"/>
                  </a:lnTo>
                  <a:lnTo>
                    <a:pt x="308656" y="222511"/>
                  </a:lnTo>
                  <a:lnTo>
                    <a:pt x="308952" y="222276"/>
                  </a:lnTo>
                  <a:lnTo>
                    <a:pt x="309314" y="221961"/>
                  </a:lnTo>
                  <a:lnTo>
                    <a:pt x="309428" y="221661"/>
                  </a:lnTo>
                  <a:lnTo>
                    <a:pt x="309632" y="221338"/>
                  </a:lnTo>
                  <a:lnTo>
                    <a:pt x="310244" y="220685"/>
                  </a:lnTo>
                  <a:lnTo>
                    <a:pt x="310410" y="220347"/>
                  </a:lnTo>
                  <a:lnTo>
                    <a:pt x="310492" y="220044"/>
                  </a:lnTo>
                  <a:lnTo>
                    <a:pt x="310522" y="219885"/>
                  </a:lnTo>
                  <a:lnTo>
                    <a:pt x="310512" y="219389"/>
                  </a:lnTo>
                  <a:lnTo>
                    <a:pt x="310534" y="219205"/>
                  </a:lnTo>
                  <a:lnTo>
                    <a:pt x="310750" y="218794"/>
                  </a:lnTo>
                  <a:lnTo>
                    <a:pt x="310776" y="218485"/>
                  </a:lnTo>
                  <a:lnTo>
                    <a:pt x="310560" y="218338"/>
                  </a:lnTo>
                  <a:lnTo>
                    <a:pt x="310171" y="218169"/>
                  </a:lnTo>
                  <a:lnTo>
                    <a:pt x="309213" y="217449"/>
                  </a:lnTo>
                  <a:lnTo>
                    <a:pt x="309170" y="217298"/>
                  </a:lnTo>
                  <a:lnTo>
                    <a:pt x="309228" y="216975"/>
                  </a:lnTo>
                  <a:lnTo>
                    <a:pt x="309686" y="216631"/>
                  </a:lnTo>
                  <a:lnTo>
                    <a:pt x="310312" y="216795"/>
                  </a:lnTo>
                  <a:lnTo>
                    <a:pt x="310599" y="216730"/>
                  </a:lnTo>
                  <a:lnTo>
                    <a:pt x="310843" y="216279"/>
                  </a:lnTo>
                  <a:lnTo>
                    <a:pt x="310999" y="216229"/>
                  </a:lnTo>
                  <a:lnTo>
                    <a:pt x="311178" y="216242"/>
                  </a:lnTo>
                  <a:lnTo>
                    <a:pt x="311853" y="216360"/>
                  </a:lnTo>
                  <a:lnTo>
                    <a:pt x="312753" y="216508"/>
                  </a:lnTo>
                  <a:lnTo>
                    <a:pt x="313158" y="216558"/>
                  </a:lnTo>
                  <a:lnTo>
                    <a:pt x="313336" y="216525"/>
                  </a:lnTo>
                  <a:lnTo>
                    <a:pt x="313697" y="216362"/>
                  </a:lnTo>
                  <a:lnTo>
                    <a:pt x="314315" y="216297"/>
                  </a:lnTo>
                  <a:lnTo>
                    <a:pt x="314756" y="215844"/>
                  </a:lnTo>
                  <a:lnTo>
                    <a:pt x="314812" y="215191"/>
                  </a:lnTo>
                  <a:lnTo>
                    <a:pt x="314642" y="215036"/>
                  </a:lnTo>
                  <a:lnTo>
                    <a:pt x="314326" y="214884"/>
                  </a:lnTo>
                  <a:lnTo>
                    <a:pt x="314022" y="214690"/>
                  </a:lnTo>
                  <a:lnTo>
                    <a:pt x="313858" y="214578"/>
                  </a:lnTo>
                  <a:lnTo>
                    <a:pt x="313518" y="214261"/>
                  </a:lnTo>
                  <a:lnTo>
                    <a:pt x="313583" y="213850"/>
                  </a:lnTo>
                  <a:lnTo>
                    <a:pt x="314061" y="213313"/>
                  </a:lnTo>
                  <a:lnTo>
                    <a:pt x="314278" y="213361"/>
                  </a:lnTo>
                  <a:lnTo>
                    <a:pt x="314468" y="213439"/>
                  </a:lnTo>
                  <a:lnTo>
                    <a:pt x="314939" y="213248"/>
                  </a:lnTo>
                  <a:lnTo>
                    <a:pt x="315188" y="213072"/>
                  </a:lnTo>
                  <a:lnTo>
                    <a:pt x="315369" y="213193"/>
                  </a:lnTo>
                  <a:lnTo>
                    <a:pt x="315822" y="213554"/>
                  </a:lnTo>
                  <a:lnTo>
                    <a:pt x="315734" y="213229"/>
                  </a:lnTo>
                  <a:lnTo>
                    <a:pt x="315658" y="212929"/>
                  </a:lnTo>
                  <a:lnTo>
                    <a:pt x="315669" y="212713"/>
                  </a:lnTo>
                  <a:lnTo>
                    <a:pt x="315556" y="212523"/>
                  </a:lnTo>
                  <a:lnTo>
                    <a:pt x="315136" y="212131"/>
                  </a:lnTo>
                  <a:lnTo>
                    <a:pt x="315130" y="211887"/>
                  </a:lnTo>
                  <a:lnTo>
                    <a:pt x="315106" y="211740"/>
                  </a:lnTo>
                  <a:lnTo>
                    <a:pt x="314995" y="211459"/>
                  </a:lnTo>
                  <a:lnTo>
                    <a:pt x="314984" y="211307"/>
                  </a:lnTo>
                  <a:lnTo>
                    <a:pt x="315329" y="211275"/>
                  </a:lnTo>
                  <a:lnTo>
                    <a:pt x="315694" y="211427"/>
                  </a:lnTo>
                  <a:lnTo>
                    <a:pt x="315879" y="211687"/>
                  </a:lnTo>
                  <a:lnTo>
                    <a:pt x="316141" y="211843"/>
                  </a:lnTo>
                  <a:lnTo>
                    <a:pt x="316272" y="211817"/>
                  </a:lnTo>
                  <a:lnTo>
                    <a:pt x="316665" y="211907"/>
                  </a:lnTo>
                  <a:lnTo>
                    <a:pt x="316843" y="212065"/>
                  </a:lnTo>
                  <a:lnTo>
                    <a:pt x="317302" y="212056"/>
                  </a:lnTo>
                  <a:lnTo>
                    <a:pt x="317678" y="212532"/>
                  </a:lnTo>
                  <a:lnTo>
                    <a:pt x="317847" y="212660"/>
                  </a:lnTo>
                  <a:lnTo>
                    <a:pt x="317998" y="212757"/>
                  </a:lnTo>
                  <a:lnTo>
                    <a:pt x="318342" y="212938"/>
                  </a:lnTo>
                  <a:lnTo>
                    <a:pt x="318657" y="212852"/>
                  </a:lnTo>
                  <a:lnTo>
                    <a:pt x="319140" y="212908"/>
                  </a:lnTo>
                  <a:lnTo>
                    <a:pt x="319537" y="213012"/>
                  </a:lnTo>
                  <a:lnTo>
                    <a:pt x="319921" y="213494"/>
                  </a:lnTo>
                  <a:lnTo>
                    <a:pt x="320354" y="213608"/>
                  </a:lnTo>
                  <a:lnTo>
                    <a:pt x="320547" y="213814"/>
                  </a:lnTo>
                  <a:lnTo>
                    <a:pt x="320675" y="213875"/>
                  </a:lnTo>
                  <a:lnTo>
                    <a:pt x="321073" y="213856"/>
                  </a:lnTo>
                  <a:lnTo>
                    <a:pt x="321177" y="213672"/>
                  </a:lnTo>
                  <a:lnTo>
                    <a:pt x="321509" y="213780"/>
                  </a:lnTo>
                  <a:lnTo>
                    <a:pt x="322026" y="213911"/>
                  </a:lnTo>
                  <a:lnTo>
                    <a:pt x="322479" y="213705"/>
                  </a:lnTo>
                  <a:lnTo>
                    <a:pt x="322670" y="213645"/>
                  </a:lnTo>
                  <a:lnTo>
                    <a:pt x="323178" y="213519"/>
                  </a:lnTo>
                  <a:lnTo>
                    <a:pt x="324661" y="205267"/>
                  </a:lnTo>
                  <a:lnTo>
                    <a:pt x="324661" y="205063"/>
                  </a:lnTo>
                  <a:lnTo>
                    <a:pt x="324664" y="204878"/>
                  </a:lnTo>
                  <a:lnTo>
                    <a:pt x="323385" y="202789"/>
                  </a:lnTo>
                  <a:lnTo>
                    <a:pt x="323308" y="201771"/>
                  </a:lnTo>
                  <a:lnTo>
                    <a:pt x="323300" y="201554"/>
                  </a:lnTo>
                  <a:lnTo>
                    <a:pt x="323354" y="200685"/>
                  </a:lnTo>
                  <a:lnTo>
                    <a:pt x="323398" y="199903"/>
                  </a:lnTo>
                  <a:lnTo>
                    <a:pt x="322458" y="197737"/>
                  </a:lnTo>
                  <a:lnTo>
                    <a:pt x="322019" y="197708"/>
                  </a:lnTo>
                  <a:lnTo>
                    <a:pt x="321855" y="197721"/>
                  </a:lnTo>
                  <a:lnTo>
                    <a:pt x="321668" y="197491"/>
                  </a:lnTo>
                  <a:lnTo>
                    <a:pt x="321602" y="197181"/>
                  </a:lnTo>
                  <a:lnTo>
                    <a:pt x="321641" y="196948"/>
                  </a:lnTo>
                  <a:lnTo>
                    <a:pt x="321360" y="196844"/>
                  </a:lnTo>
                  <a:lnTo>
                    <a:pt x="321156" y="196725"/>
                  </a:lnTo>
                  <a:lnTo>
                    <a:pt x="321170" y="196490"/>
                  </a:lnTo>
                  <a:lnTo>
                    <a:pt x="321242" y="196266"/>
                  </a:lnTo>
                  <a:lnTo>
                    <a:pt x="321300" y="195995"/>
                  </a:lnTo>
                  <a:lnTo>
                    <a:pt x="321522" y="195459"/>
                  </a:lnTo>
                  <a:lnTo>
                    <a:pt x="321443" y="194996"/>
                  </a:lnTo>
                  <a:lnTo>
                    <a:pt x="321237" y="194818"/>
                  </a:lnTo>
                  <a:lnTo>
                    <a:pt x="321026" y="194463"/>
                  </a:lnTo>
                  <a:lnTo>
                    <a:pt x="320953" y="193702"/>
                  </a:lnTo>
                  <a:lnTo>
                    <a:pt x="321102" y="193474"/>
                  </a:lnTo>
                  <a:lnTo>
                    <a:pt x="321391" y="193169"/>
                  </a:lnTo>
                  <a:lnTo>
                    <a:pt x="321360" y="193016"/>
                  </a:lnTo>
                  <a:lnTo>
                    <a:pt x="321538" y="192509"/>
                  </a:lnTo>
                  <a:lnTo>
                    <a:pt x="321719" y="192352"/>
                  </a:lnTo>
                  <a:lnTo>
                    <a:pt x="321916" y="192160"/>
                  </a:lnTo>
                  <a:lnTo>
                    <a:pt x="322312" y="191674"/>
                  </a:lnTo>
                  <a:lnTo>
                    <a:pt x="322473" y="191346"/>
                  </a:lnTo>
                  <a:lnTo>
                    <a:pt x="322512" y="191115"/>
                  </a:lnTo>
                  <a:lnTo>
                    <a:pt x="322322" y="190492"/>
                  </a:lnTo>
                  <a:lnTo>
                    <a:pt x="322195" y="190349"/>
                  </a:lnTo>
                  <a:lnTo>
                    <a:pt x="322003" y="190343"/>
                  </a:lnTo>
                  <a:lnTo>
                    <a:pt x="321846" y="190131"/>
                  </a:lnTo>
                  <a:lnTo>
                    <a:pt x="321962" y="189536"/>
                  </a:lnTo>
                  <a:lnTo>
                    <a:pt x="322276" y="189337"/>
                  </a:lnTo>
                  <a:lnTo>
                    <a:pt x="322252" y="189043"/>
                  </a:lnTo>
                  <a:lnTo>
                    <a:pt x="322074" y="188819"/>
                  </a:lnTo>
                  <a:lnTo>
                    <a:pt x="322150" y="188601"/>
                  </a:lnTo>
                  <a:lnTo>
                    <a:pt x="322496" y="188414"/>
                  </a:lnTo>
                  <a:lnTo>
                    <a:pt x="322612" y="188159"/>
                  </a:lnTo>
                  <a:lnTo>
                    <a:pt x="324295" y="185428"/>
                  </a:lnTo>
                  <a:lnTo>
                    <a:pt x="323615" y="184856"/>
                  </a:lnTo>
                  <a:lnTo>
                    <a:pt x="323616" y="184485"/>
                  </a:lnTo>
                  <a:lnTo>
                    <a:pt x="323530" y="184331"/>
                  </a:lnTo>
                  <a:lnTo>
                    <a:pt x="323302" y="183968"/>
                  </a:lnTo>
                  <a:lnTo>
                    <a:pt x="322785" y="183694"/>
                  </a:lnTo>
                  <a:lnTo>
                    <a:pt x="322504" y="183238"/>
                  </a:lnTo>
                  <a:lnTo>
                    <a:pt x="322134" y="182872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8650068" y="1425198"/>
              <a:ext cx="245679" cy="563717"/>
            </a:xfrm>
            <a:custGeom>
              <a:avLst/>
              <a:pathLst>
                <a:path w="245679" h="563717">
                  <a:moveTo>
                    <a:pt x="241793" y="182880"/>
                  </a:moveTo>
                  <a:lnTo>
                    <a:pt x="241447" y="184397"/>
                  </a:lnTo>
                  <a:lnTo>
                    <a:pt x="241145" y="184831"/>
                  </a:lnTo>
                  <a:lnTo>
                    <a:pt x="240427" y="185200"/>
                  </a:lnTo>
                  <a:lnTo>
                    <a:pt x="239625" y="186027"/>
                  </a:lnTo>
                  <a:lnTo>
                    <a:pt x="239329" y="186579"/>
                  </a:lnTo>
                  <a:lnTo>
                    <a:pt x="239301" y="186710"/>
                  </a:lnTo>
                  <a:lnTo>
                    <a:pt x="239192" y="187209"/>
                  </a:lnTo>
                  <a:lnTo>
                    <a:pt x="238850" y="187746"/>
                  </a:lnTo>
                  <a:lnTo>
                    <a:pt x="238239" y="188137"/>
                  </a:lnTo>
                  <a:lnTo>
                    <a:pt x="238076" y="188205"/>
                  </a:lnTo>
                  <a:lnTo>
                    <a:pt x="237611" y="188572"/>
                  </a:lnTo>
                  <a:lnTo>
                    <a:pt x="237461" y="189214"/>
                  </a:lnTo>
                  <a:lnTo>
                    <a:pt x="237683" y="190566"/>
                  </a:lnTo>
                  <a:lnTo>
                    <a:pt x="238024" y="190787"/>
                  </a:lnTo>
                  <a:lnTo>
                    <a:pt x="238236" y="190744"/>
                  </a:lnTo>
                  <a:lnTo>
                    <a:pt x="238320" y="190592"/>
                  </a:lnTo>
                  <a:lnTo>
                    <a:pt x="238384" y="190462"/>
                  </a:lnTo>
                  <a:lnTo>
                    <a:pt x="238567" y="190278"/>
                  </a:lnTo>
                  <a:lnTo>
                    <a:pt x="239057" y="190262"/>
                  </a:lnTo>
                  <a:lnTo>
                    <a:pt x="239318" y="190714"/>
                  </a:lnTo>
                  <a:lnTo>
                    <a:pt x="238807" y="191544"/>
                  </a:lnTo>
                  <a:lnTo>
                    <a:pt x="238776" y="191689"/>
                  </a:lnTo>
                  <a:lnTo>
                    <a:pt x="238934" y="192045"/>
                  </a:lnTo>
                  <a:lnTo>
                    <a:pt x="239440" y="192802"/>
                  </a:lnTo>
                  <a:lnTo>
                    <a:pt x="239951" y="192834"/>
                  </a:lnTo>
                  <a:lnTo>
                    <a:pt x="240275" y="192704"/>
                  </a:lnTo>
                  <a:lnTo>
                    <a:pt x="240721" y="192433"/>
                  </a:lnTo>
                  <a:lnTo>
                    <a:pt x="240872" y="192414"/>
                  </a:lnTo>
                  <a:lnTo>
                    <a:pt x="241088" y="192352"/>
                  </a:lnTo>
                  <a:lnTo>
                    <a:pt x="241267" y="192322"/>
                  </a:lnTo>
                  <a:lnTo>
                    <a:pt x="241862" y="192562"/>
                  </a:lnTo>
                  <a:lnTo>
                    <a:pt x="241885" y="192848"/>
                  </a:lnTo>
                  <a:lnTo>
                    <a:pt x="241845" y="193010"/>
                  </a:lnTo>
                  <a:lnTo>
                    <a:pt x="241668" y="193498"/>
                  </a:lnTo>
                  <a:lnTo>
                    <a:pt x="241665" y="193683"/>
                  </a:lnTo>
                  <a:lnTo>
                    <a:pt x="242282" y="193699"/>
                  </a:lnTo>
                  <a:lnTo>
                    <a:pt x="242395" y="193420"/>
                  </a:lnTo>
                  <a:lnTo>
                    <a:pt x="242529" y="193337"/>
                  </a:lnTo>
                  <a:lnTo>
                    <a:pt x="242833" y="194402"/>
                  </a:lnTo>
                  <a:lnTo>
                    <a:pt x="243236" y="194912"/>
                  </a:lnTo>
                  <a:lnTo>
                    <a:pt x="243569" y="195249"/>
                  </a:lnTo>
                  <a:lnTo>
                    <a:pt x="244048" y="195480"/>
                  </a:lnTo>
                  <a:lnTo>
                    <a:pt x="244248" y="195552"/>
                  </a:lnTo>
                  <a:lnTo>
                    <a:pt x="244505" y="195577"/>
                  </a:lnTo>
                  <a:lnTo>
                    <a:pt x="244869" y="195514"/>
                  </a:lnTo>
                  <a:lnTo>
                    <a:pt x="245227" y="195479"/>
                  </a:lnTo>
                  <a:lnTo>
                    <a:pt x="245679" y="195634"/>
                  </a:lnTo>
                  <a:lnTo>
                    <a:pt x="245239" y="196121"/>
                  </a:lnTo>
                  <a:lnTo>
                    <a:pt x="244796" y="196410"/>
                  </a:lnTo>
                  <a:lnTo>
                    <a:pt x="244360" y="197215"/>
                  </a:lnTo>
                  <a:lnTo>
                    <a:pt x="244311" y="197407"/>
                  </a:lnTo>
                  <a:lnTo>
                    <a:pt x="244281" y="197569"/>
                  </a:lnTo>
                  <a:lnTo>
                    <a:pt x="244383" y="198131"/>
                  </a:lnTo>
                  <a:lnTo>
                    <a:pt x="244421" y="198640"/>
                  </a:lnTo>
                  <a:lnTo>
                    <a:pt x="244264" y="198900"/>
                  </a:lnTo>
                  <a:lnTo>
                    <a:pt x="244076" y="199109"/>
                  </a:lnTo>
                  <a:lnTo>
                    <a:pt x="243793" y="199346"/>
                  </a:lnTo>
                  <a:lnTo>
                    <a:pt x="243723" y="199498"/>
                  </a:lnTo>
                  <a:lnTo>
                    <a:pt x="243653" y="199658"/>
                  </a:lnTo>
                  <a:lnTo>
                    <a:pt x="243565" y="199905"/>
                  </a:lnTo>
                  <a:lnTo>
                    <a:pt x="243419" y="200386"/>
                  </a:lnTo>
                  <a:lnTo>
                    <a:pt x="243247" y="200857"/>
                  </a:lnTo>
                  <a:lnTo>
                    <a:pt x="243049" y="201261"/>
                  </a:lnTo>
                  <a:lnTo>
                    <a:pt x="242725" y="201703"/>
                  </a:lnTo>
                  <a:lnTo>
                    <a:pt x="242436" y="201996"/>
                  </a:lnTo>
                  <a:lnTo>
                    <a:pt x="242372" y="202125"/>
                  </a:lnTo>
                  <a:lnTo>
                    <a:pt x="242177" y="202510"/>
                  </a:lnTo>
                  <a:lnTo>
                    <a:pt x="242147" y="202986"/>
                  </a:lnTo>
                  <a:lnTo>
                    <a:pt x="242537" y="203640"/>
                  </a:lnTo>
                  <a:lnTo>
                    <a:pt x="242215" y="204549"/>
                  </a:lnTo>
                  <a:lnTo>
                    <a:pt x="241747" y="205168"/>
                  </a:lnTo>
                  <a:lnTo>
                    <a:pt x="241369" y="205894"/>
                  </a:lnTo>
                  <a:lnTo>
                    <a:pt x="241375" y="206056"/>
                  </a:lnTo>
                  <a:lnTo>
                    <a:pt x="241340" y="206339"/>
                  </a:lnTo>
                  <a:lnTo>
                    <a:pt x="241275" y="206553"/>
                  </a:lnTo>
                  <a:lnTo>
                    <a:pt x="241120" y="206884"/>
                  </a:lnTo>
                  <a:lnTo>
                    <a:pt x="240949" y="207139"/>
                  </a:lnTo>
                  <a:lnTo>
                    <a:pt x="240090" y="207986"/>
                  </a:lnTo>
                  <a:lnTo>
                    <a:pt x="239791" y="208139"/>
                  </a:lnTo>
                  <a:lnTo>
                    <a:pt x="239188" y="208604"/>
                  </a:lnTo>
                  <a:lnTo>
                    <a:pt x="238840" y="208894"/>
                  </a:lnTo>
                  <a:lnTo>
                    <a:pt x="238503" y="209025"/>
                  </a:lnTo>
                  <a:lnTo>
                    <a:pt x="238102" y="209074"/>
                  </a:lnTo>
                  <a:lnTo>
                    <a:pt x="237560" y="209119"/>
                  </a:lnTo>
                  <a:lnTo>
                    <a:pt x="237369" y="209161"/>
                  </a:lnTo>
                  <a:lnTo>
                    <a:pt x="236529" y="209293"/>
                  </a:lnTo>
                  <a:lnTo>
                    <a:pt x="236392" y="209371"/>
                  </a:lnTo>
                  <a:lnTo>
                    <a:pt x="235100" y="210212"/>
                  </a:lnTo>
                  <a:lnTo>
                    <a:pt x="234767" y="210530"/>
                  </a:lnTo>
                  <a:lnTo>
                    <a:pt x="234500" y="210958"/>
                  </a:lnTo>
                  <a:lnTo>
                    <a:pt x="234327" y="211729"/>
                  </a:lnTo>
                  <a:lnTo>
                    <a:pt x="234662" y="211989"/>
                  </a:lnTo>
                  <a:lnTo>
                    <a:pt x="235061" y="212326"/>
                  </a:lnTo>
                  <a:lnTo>
                    <a:pt x="235617" y="213524"/>
                  </a:lnTo>
                  <a:lnTo>
                    <a:pt x="235631" y="213836"/>
                  </a:lnTo>
                  <a:lnTo>
                    <a:pt x="235609" y="214069"/>
                  </a:lnTo>
                  <a:lnTo>
                    <a:pt x="235585" y="214239"/>
                  </a:lnTo>
                  <a:lnTo>
                    <a:pt x="235774" y="215215"/>
                  </a:lnTo>
                  <a:lnTo>
                    <a:pt x="235762" y="215795"/>
                  </a:lnTo>
                  <a:lnTo>
                    <a:pt x="235393" y="216210"/>
                  </a:lnTo>
                  <a:lnTo>
                    <a:pt x="235263" y="216357"/>
                  </a:lnTo>
                  <a:lnTo>
                    <a:pt x="235145" y="217049"/>
                  </a:lnTo>
                  <a:lnTo>
                    <a:pt x="235404" y="217517"/>
                  </a:lnTo>
                  <a:lnTo>
                    <a:pt x="235433" y="217968"/>
                  </a:lnTo>
                  <a:lnTo>
                    <a:pt x="235049" y="218531"/>
                  </a:lnTo>
                  <a:lnTo>
                    <a:pt x="234903" y="218808"/>
                  </a:lnTo>
                  <a:lnTo>
                    <a:pt x="234804" y="219002"/>
                  </a:lnTo>
                  <a:lnTo>
                    <a:pt x="234630" y="219708"/>
                  </a:lnTo>
                  <a:lnTo>
                    <a:pt x="234564" y="219866"/>
                  </a:lnTo>
                  <a:lnTo>
                    <a:pt x="233905" y="220606"/>
                  </a:lnTo>
                  <a:lnTo>
                    <a:pt x="233621" y="222051"/>
                  </a:lnTo>
                  <a:lnTo>
                    <a:pt x="232972" y="223057"/>
                  </a:lnTo>
                  <a:lnTo>
                    <a:pt x="231546" y="224467"/>
                  </a:lnTo>
                  <a:lnTo>
                    <a:pt x="231307" y="225055"/>
                  </a:lnTo>
                  <a:lnTo>
                    <a:pt x="231365" y="226287"/>
                  </a:lnTo>
                  <a:lnTo>
                    <a:pt x="230574" y="226808"/>
                  </a:lnTo>
                  <a:lnTo>
                    <a:pt x="230495" y="227159"/>
                  </a:lnTo>
                  <a:lnTo>
                    <a:pt x="230361" y="227674"/>
                  </a:lnTo>
                  <a:lnTo>
                    <a:pt x="230022" y="228832"/>
                  </a:lnTo>
                  <a:lnTo>
                    <a:pt x="230110" y="228984"/>
                  </a:lnTo>
                  <a:lnTo>
                    <a:pt x="230902" y="230220"/>
                  </a:lnTo>
                  <a:lnTo>
                    <a:pt x="231330" y="230382"/>
                  </a:lnTo>
                  <a:lnTo>
                    <a:pt x="231592" y="230961"/>
                  </a:lnTo>
                  <a:lnTo>
                    <a:pt x="231390" y="232201"/>
                  </a:lnTo>
                  <a:lnTo>
                    <a:pt x="231372" y="232507"/>
                  </a:lnTo>
                  <a:lnTo>
                    <a:pt x="231107" y="233459"/>
                  </a:lnTo>
                  <a:lnTo>
                    <a:pt x="230646" y="233694"/>
                  </a:lnTo>
                  <a:lnTo>
                    <a:pt x="230338" y="233667"/>
                  </a:lnTo>
                  <a:lnTo>
                    <a:pt x="229934" y="233654"/>
                  </a:lnTo>
                  <a:lnTo>
                    <a:pt x="229571" y="233987"/>
                  </a:lnTo>
                  <a:lnTo>
                    <a:pt x="229596" y="234221"/>
                  </a:lnTo>
                  <a:lnTo>
                    <a:pt x="229787" y="234661"/>
                  </a:lnTo>
                  <a:lnTo>
                    <a:pt x="229720" y="235338"/>
                  </a:lnTo>
                  <a:lnTo>
                    <a:pt x="229663" y="235569"/>
                  </a:lnTo>
                  <a:lnTo>
                    <a:pt x="229745" y="235874"/>
                  </a:lnTo>
                  <a:lnTo>
                    <a:pt x="229501" y="236808"/>
                  </a:lnTo>
                  <a:lnTo>
                    <a:pt x="227990" y="237103"/>
                  </a:lnTo>
                  <a:lnTo>
                    <a:pt x="226973" y="236680"/>
                  </a:lnTo>
                  <a:lnTo>
                    <a:pt x="225789" y="237050"/>
                  </a:lnTo>
                  <a:lnTo>
                    <a:pt x="225222" y="238261"/>
                  </a:lnTo>
                  <a:lnTo>
                    <a:pt x="224760" y="239458"/>
                  </a:lnTo>
                  <a:lnTo>
                    <a:pt x="224714" y="239806"/>
                  </a:lnTo>
                  <a:lnTo>
                    <a:pt x="224655" y="240211"/>
                  </a:lnTo>
                  <a:lnTo>
                    <a:pt x="224216" y="240931"/>
                  </a:lnTo>
                  <a:lnTo>
                    <a:pt x="223848" y="241155"/>
                  </a:lnTo>
                  <a:lnTo>
                    <a:pt x="223111" y="241338"/>
                  </a:lnTo>
                  <a:lnTo>
                    <a:pt x="222000" y="242110"/>
                  </a:lnTo>
                  <a:lnTo>
                    <a:pt x="221627" y="242571"/>
                  </a:lnTo>
                  <a:lnTo>
                    <a:pt x="221431" y="242892"/>
                  </a:lnTo>
                  <a:lnTo>
                    <a:pt x="220935" y="243483"/>
                  </a:lnTo>
                  <a:lnTo>
                    <a:pt x="220467" y="243737"/>
                  </a:lnTo>
                  <a:lnTo>
                    <a:pt x="220064" y="243841"/>
                  </a:lnTo>
                  <a:lnTo>
                    <a:pt x="219656" y="243866"/>
                  </a:lnTo>
                  <a:lnTo>
                    <a:pt x="219326" y="243830"/>
                  </a:lnTo>
                  <a:lnTo>
                    <a:pt x="218887" y="243762"/>
                  </a:lnTo>
                  <a:lnTo>
                    <a:pt x="218700" y="243734"/>
                  </a:lnTo>
                  <a:lnTo>
                    <a:pt x="218344" y="243696"/>
                  </a:lnTo>
                  <a:lnTo>
                    <a:pt x="217715" y="243694"/>
                  </a:lnTo>
                  <a:lnTo>
                    <a:pt x="217172" y="244145"/>
                  </a:lnTo>
                  <a:lnTo>
                    <a:pt x="216868" y="244844"/>
                  </a:lnTo>
                  <a:lnTo>
                    <a:pt x="216942" y="245589"/>
                  </a:lnTo>
                  <a:lnTo>
                    <a:pt x="216915" y="245831"/>
                  </a:lnTo>
                  <a:lnTo>
                    <a:pt x="216833" y="246139"/>
                  </a:lnTo>
                  <a:lnTo>
                    <a:pt x="216800" y="246311"/>
                  </a:lnTo>
                  <a:lnTo>
                    <a:pt x="216759" y="246526"/>
                  </a:lnTo>
                  <a:lnTo>
                    <a:pt x="216683" y="246931"/>
                  </a:lnTo>
                  <a:lnTo>
                    <a:pt x="216735" y="247451"/>
                  </a:lnTo>
                  <a:lnTo>
                    <a:pt x="216653" y="248029"/>
                  </a:lnTo>
                  <a:lnTo>
                    <a:pt x="215991" y="248453"/>
                  </a:lnTo>
                  <a:lnTo>
                    <a:pt x="214548" y="248726"/>
                  </a:lnTo>
                  <a:lnTo>
                    <a:pt x="214212" y="249221"/>
                  </a:lnTo>
                  <a:lnTo>
                    <a:pt x="214101" y="249503"/>
                  </a:lnTo>
                  <a:lnTo>
                    <a:pt x="214043" y="249675"/>
                  </a:lnTo>
                  <a:lnTo>
                    <a:pt x="214009" y="250951"/>
                  </a:lnTo>
                  <a:lnTo>
                    <a:pt x="214344" y="251728"/>
                  </a:lnTo>
                  <a:lnTo>
                    <a:pt x="214436" y="251923"/>
                  </a:lnTo>
                  <a:lnTo>
                    <a:pt x="214522" y="253089"/>
                  </a:lnTo>
                  <a:lnTo>
                    <a:pt x="214235" y="253455"/>
                  </a:lnTo>
                  <a:lnTo>
                    <a:pt x="213852" y="253897"/>
                  </a:lnTo>
                  <a:lnTo>
                    <a:pt x="213814" y="254477"/>
                  </a:lnTo>
                  <a:lnTo>
                    <a:pt x="214060" y="254994"/>
                  </a:lnTo>
                  <a:lnTo>
                    <a:pt x="214143" y="255817"/>
                  </a:lnTo>
                  <a:lnTo>
                    <a:pt x="213952" y="256424"/>
                  </a:lnTo>
                  <a:lnTo>
                    <a:pt x="213843" y="256761"/>
                  </a:lnTo>
                  <a:lnTo>
                    <a:pt x="213883" y="257173"/>
                  </a:lnTo>
                  <a:lnTo>
                    <a:pt x="213987" y="257682"/>
                  </a:lnTo>
                  <a:lnTo>
                    <a:pt x="214847" y="258571"/>
                  </a:lnTo>
                  <a:lnTo>
                    <a:pt x="214975" y="259080"/>
                  </a:lnTo>
                  <a:lnTo>
                    <a:pt x="214927" y="259214"/>
                  </a:lnTo>
                  <a:lnTo>
                    <a:pt x="214692" y="259555"/>
                  </a:lnTo>
                  <a:lnTo>
                    <a:pt x="214606" y="259696"/>
                  </a:lnTo>
                  <a:lnTo>
                    <a:pt x="214490" y="260092"/>
                  </a:lnTo>
                  <a:lnTo>
                    <a:pt x="214514" y="260341"/>
                  </a:lnTo>
                  <a:lnTo>
                    <a:pt x="214552" y="260502"/>
                  </a:lnTo>
                  <a:lnTo>
                    <a:pt x="214652" y="260706"/>
                  </a:lnTo>
                  <a:lnTo>
                    <a:pt x="214765" y="260862"/>
                  </a:lnTo>
                  <a:lnTo>
                    <a:pt x="214897" y="260970"/>
                  </a:lnTo>
                  <a:lnTo>
                    <a:pt x="215349" y="261172"/>
                  </a:lnTo>
                  <a:lnTo>
                    <a:pt x="215600" y="261229"/>
                  </a:lnTo>
                  <a:lnTo>
                    <a:pt x="215951" y="261278"/>
                  </a:lnTo>
                  <a:lnTo>
                    <a:pt x="216178" y="261383"/>
                  </a:lnTo>
                  <a:lnTo>
                    <a:pt x="216347" y="261494"/>
                  </a:lnTo>
                  <a:lnTo>
                    <a:pt x="217133" y="261984"/>
                  </a:lnTo>
                  <a:lnTo>
                    <a:pt x="217505" y="262171"/>
                  </a:lnTo>
                  <a:lnTo>
                    <a:pt x="217742" y="262351"/>
                  </a:lnTo>
                  <a:lnTo>
                    <a:pt x="217923" y="262600"/>
                  </a:lnTo>
                  <a:lnTo>
                    <a:pt x="218008" y="262735"/>
                  </a:lnTo>
                  <a:lnTo>
                    <a:pt x="218645" y="263835"/>
                  </a:lnTo>
                  <a:lnTo>
                    <a:pt x="218894" y="264265"/>
                  </a:lnTo>
                  <a:lnTo>
                    <a:pt x="218991" y="264527"/>
                  </a:lnTo>
                  <a:lnTo>
                    <a:pt x="219117" y="264738"/>
                  </a:lnTo>
                  <a:lnTo>
                    <a:pt x="219244" y="264953"/>
                  </a:lnTo>
                  <a:lnTo>
                    <a:pt x="219994" y="266187"/>
                  </a:lnTo>
                  <a:lnTo>
                    <a:pt x="220446" y="266897"/>
                  </a:lnTo>
                  <a:lnTo>
                    <a:pt x="220875" y="267890"/>
                  </a:lnTo>
                  <a:lnTo>
                    <a:pt x="221072" y="268567"/>
                  </a:lnTo>
                  <a:lnTo>
                    <a:pt x="221283" y="268773"/>
                  </a:lnTo>
                  <a:lnTo>
                    <a:pt x="221850" y="269000"/>
                  </a:lnTo>
                  <a:lnTo>
                    <a:pt x="222213" y="269076"/>
                  </a:lnTo>
                  <a:lnTo>
                    <a:pt x="222445" y="269107"/>
                  </a:lnTo>
                  <a:lnTo>
                    <a:pt x="223103" y="269385"/>
                  </a:lnTo>
                  <a:lnTo>
                    <a:pt x="224020" y="269923"/>
                  </a:lnTo>
                  <a:lnTo>
                    <a:pt x="224839" y="270805"/>
                  </a:lnTo>
                  <a:lnTo>
                    <a:pt x="224795" y="271112"/>
                  </a:lnTo>
                  <a:lnTo>
                    <a:pt x="224562" y="271393"/>
                  </a:lnTo>
                  <a:lnTo>
                    <a:pt x="223873" y="271670"/>
                  </a:lnTo>
                  <a:lnTo>
                    <a:pt x="223732" y="271699"/>
                  </a:lnTo>
                  <a:lnTo>
                    <a:pt x="223342" y="271731"/>
                  </a:lnTo>
                  <a:lnTo>
                    <a:pt x="223208" y="271765"/>
                  </a:lnTo>
                  <a:lnTo>
                    <a:pt x="222909" y="271905"/>
                  </a:lnTo>
                  <a:lnTo>
                    <a:pt x="222419" y="272480"/>
                  </a:lnTo>
                  <a:lnTo>
                    <a:pt x="222595" y="272865"/>
                  </a:lnTo>
                  <a:lnTo>
                    <a:pt x="222865" y="273206"/>
                  </a:lnTo>
                  <a:lnTo>
                    <a:pt x="223151" y="273347"/>
                  </a:lnTo>
                  <a:lnTo>
                    <a:pt x="223342" y="273416"/>
                  </a:lnTo>
                  <a:lnTo>
                    <a:pt x="223806" y="273619"/>
                  </a:lnTo>
                  <a:lnTo>
                    <a:pt x="223939" y="273686"/>
                  </a:lnTo>
                  <a:lnTo>
                    <a:pt x="224213" y="273753"/>
                  </a:lnTo>
                  <a:lnTo>
                    <a:pt x="224358" y="273762"/>
                  </a:lnTo>
                  <a:lnTo>
                    <a:pt x="224740" y="273787"/>
                  </a:lnTo>
                  <a:lnTo>
                    <a:pt x="225303" y="273998"/>
                  </a:lnTo>
                  <a:lnTo>
                    <a:pt x="225533" y="274161"/>
                  </a:lnTo>
                  <a:lnTo>
                    <a:pt x="225832" y="274401"/>
                  </a:lnTo>
                  <a:lnTo>
                    <a:pt x="225977" y="274542"/>
                  </a:lnTo>
                  <a:lnTo>
                    <a:pt x="226451" y="275302"/>
                  </a:lnTo>
                  <a:lnTo>
                    <a:pt x="226326" y="275520"/>
                  </a:lnTo>
                  <a:lnTo>
                    <a:pt x="225918" y="275815"/>
                  </a:lnTo>
                  <a:lnTo>
                    <a:pt x="225048" y="276465"/>
                  </a:lnTo>
                  <a:lnTo>
                    <a:pt x="225294" y="276933"/>
                  </a:lnTo>
                  <a:lnTo>
                    <a:pt x="225397" y="277337"/>
                  </a:lnTo>
                  <a:lnTo>
                    <a:pt x="225415" y="277506"/>
                  </a:lnTo>
                  <a:lnTo>
                    <a:pt x="225427" y="277796"/>
                  </a:lnTo>
                  <a:lnTo>
                    <a:pt x="225428" y="278019"/>
                  </a:lnTo>
                  <a:lnTo>
                    <a:pt x="225525" y="278487"/>
                  </a:lnTo>
                  <a:lnTo>
                    <a:pt x="225650" y="278737"/>
                  </a:lnTo>
                  <a:lnTo>
                    <a:pt x="225755" y="278885"/>
                  </a:lnTo>
                  <a:lnTo>
                    <a:pt x="226000" y="279182"/>
                  </a:lnTo>
                  <a:lnTo>
                    <a:pt x="226392" y="279718"/>
                  </a:lnTo>
                  <a:lnTo>
                    <a:pt x="226346" y="280125"/>
                  </a:lnTo>
                  <a:lnTo>
                    <a:pt x="225994" y="280536"/>
                  </a:lnTo>
                  <a:lnTo>
                    <a:pt x="225325" y="281267"/>
                  </a:lnTo>
                  <a:lnTo>
                    <a:pt x="225405" y="281632"/>
                  </a:lnTo>
                  <a:lnTo>
                    <a:pt x="224986" y="282419"/>
                  </a:lnTo>
                  <a:lnTo>
                    <a:pt x="224912" y="282612"/>
                  </a:lnTo>
                  <a:lnTo>
                    <a:pt x="224858" y="282769"/>
                  </a:lnTo>
                  <a:lnTo>
                    <a:pt x="224764" y="283176"/>
                  </a:lnTo>
                  <a:lnTo>
                    <a:pt x="224874" y="284009"/>
                  </a:lnTo>
                  <a:lnTo>
                    <a:pt x="224820" y="284258"/>
                  </a:lnTo>
                  <a:lnTo>
                    <a:pt x="224097" y="285292"/>
                  </a:lnTo>
                  <a:lnTo>
                    <a:pt x="223961" y="285319"/>
                  </a:lnTo>
                  <a:lnTo>
                    <a:pt x="223717" y="285356"/>
                  </a:lnTo>
                  <a:lnTo>
                    <a:pt x="223083" y="285437"/>
                  </a:lnTo>
                  <a:lnTo>
                    <a:pt x="222062" y="285581"/>
                  </a:lnTo>
                  <a:lnTo>
                    <a:pt x="221812" y="285638"/>
                  </a:lnTo>
                  <a:lnTo>
                    <a:pt x="221449" y="285702"/>
                  </a:lnTo>
                  <a:lnTo>
                    <a:pt x="220648" y="285751"/>
                  </a:lnTo>
                  <a:lnTo>
                    <a:pt x="219989" y="285940"/>
                  </a:lnTo>
                  <a:lnTo>
                    <a:pt x="219886" y="286170"/>
                  </a:lnTo>
                  <a:lnTo>
                    <a:pt x="219832" y="286333"/>
                  </a:lnTo>
                  <a:lnTo>
                    <a:pt x="219787" y="286496"/>
                  </a:lnTo>
                  <a:lnTo>
                    <a:pt x="219519" y="287521"/>
                  </a:lnTo>
                  <a:lnTo>
                    <a:pt x="219370" y="288040"/>
                  </a:lnTo>
                  <a:lnTo>
                    <a:pt x="219349" y="288424"/>
                  </a:lnTo>
                  <a:lnTo>
                    <a:pt x="219384" y="288920"/>
                  </a:lnTo>
                  <a:lnTo>
                    <a:pt x="219434" y="289067"/>
                  </a:lnTo>
                  <a:lnTo>
                    <a:pt x="219874" y="289686"/>
                  </a:lnTo>
                  <a:lnTo>
                    <a:pt x="220365" y="289865"/>
                  </a:lnTo>
                  <a:lnTo>
                    <a:pt x="220632" y="289897"/>
                  </a:lnTo>
                  <a:lnTo>
                    <a:pt x="220964" y="289904"/>
                  </a:lnTo>
                  <a:lnTo>
                    <a:pt x="222363" y="290398"/>
                  </a:lnTo>
                  <a:lnTo>
                    <a:pt x="222399" y="290611"/>
                  </a:lnTo>
                  <a:lnTo>
                    <a:pt x="222342" y="290923"/>
                  </a:lnTo>
                  <a:lnTo>
                    <a:pt x="221786" y="291556"/>
                  </a:lnTo>
                  <a:lnTo>
                    <a:pt x="221382" y="291922"/>
                  </a:lnTo>
                  <a:lnTo>
                    <a:pt x="221512" y="292348"/>
                  </a:lnTo>
                  <a:lnTo>
                    <a:pt x="221781" y="292646"/>
                  </a:lnTo>
                  <a:lnTo>
                    <a:pt x="221622" y="293464"/>
                  </a:lnTo>
                  <a:lnTo>
                    <a:pt x="221452" y="293486"/>
                  </a:lnTo>
                  <a:lnTo>
                    <a:pt x="221221" y="293473"/>
                  </a:lnTo>
                  <a:lnTo>
                    <a:pt x="221021" y="293435"/>
                  </a:lnTo>
                  <a:lnTo>
                    <a:pt x="220013" y="294960"/>
                  </a:lnTo>
                  <a:lnTo>
                    <a:pt x="219586" y="295467"/>
                  </a:lnTo>
                  <a:lnTo>
                    <a:pt x="219244" y="296059"/>
                  </a:lnTo>
                  <a:lnTo>
                    <a:pt x="218605" y="296731"/>
                  </a:lnTo>
                  <a:lnTo>
                    <a:pt x="218281" y="297147"/>
                  </a:lnTo>
                  <a:lnTo>
                    <a:pt x="218172" y="297288"/>
                  </a:lnTo>
                  <a:lnTo>
                    <a:pt x="218054" y="297443"/>
                  </a:lnTo>
                  <a:lnTo>
                    <a:pt x="217728" y="297897"/>
                  </a:lnTo>
                  <a:lnTo>
                    <a:pt x="217396" y="298345"/>
                  </a:lnTo>
                  <a:lnTo>
                    <a:pt x="216926" y="298844"/>
                  </a:lnTo>
                  <a:lnTo>
                    <a:pt x="216551" y="299194"/>
                  </a:lnTo>
                  <a:lnTo>
                    <a:pt x="216366" y="299365"/>
                  </a:lnTo>
                  <a:lnTo>
                    <a:pt x="215703" y="299900"/>
                  </a:lnTo>
                  <a:lnTo>
                    <a:pt x="215322" y="300328"/>
                  </a:lnTo>
                  <a:lnTo>
                    <a:pt x="215266" y="300522"/>
                  </a:lnTo>
                  <a:lnTo>
                    <a:pt x="215229" y="300929"/>
                  </a:lnTo>
                  <a:lnTo>
                    <a:pt x="215282" y="301189"/>
                  </a:lnTo>
                  <a:lnTo>
                    <a:pt x="215324" y="301487"/>
                  </a:lnTo>
                  <a:lnTo>
                    <a:pt x="215149" y="301855"/>
                  </a:lnTo>
                  <a:lnTo>
                    <a:pt x="214843" y="302108"/>
                  </a:lnTo>
                  <a:lnTo>
                    <a:pt x="214496" y="302266"/>
                  </a:lnTo>
                  <a:lnTo>
                    <a:pt x="214082" y="302474"/>
                  </a:lnTo>
                  <a:lnTo>
                    <a:pt x="213445" y="303171"/>
                  </a:lnTo>
                  <a:lnTo>
                    <a:pt x="213275" y="303497"/>
                  </a:lnTo>
                  <a:lnTo>
                    <a:pt x="213074" y="303679"/>
                  </a:lnTo>
                  <a:lnTo>
                    <a:pt x="212715" y="304060"/>
                  </a:lnTo>
                  <a:lnTo>
                    <a:pt x="212578" y="304297"/>
                  </a:lnTo>
                  <a:lnTo>
                    <a:pt x="212388" y="304607"/>
                  </a:lnTo>
                  <a:lnTo>
                    <a:pt x="211432" y="305073"/>
                  </a:lnTo>
                  <a:lnTo>
                    <a:pt x="211050" y="305023"/>
                  </a:lnTo>
                  <a:lnTo>
                    <a:pt x="210615" y="305973"/>
                  </a:lnTo>
                  <a:lnTo>
                    <a:pt x="210987" y="306014"/>
                  </a:lnTo>
                  <a:lnTo>
                    <a:pt x="210549" y="306641"/>
                  </a:lnTo>
                  <a:lnTo>
                    <a:pt x="210227" y="306360"/>
                  </a:lnTo>
                  <a:lnTo>
                    <a:pt x="209794" y="306070"/>
                  </a:lnTo>
                  <a:lnTo>
                    <a:pt x="209379" y="306014"/>
                  </a:lnTo>
                  <a:lnTo>
                    <a:pt x="208704" y="306959"/>
                  </a:lnTo>
                  <a:lnTo>
                    <a:pt x="208975" y="307182"/>
                  </a:lnTo>
                  <a:lnTo>
                    <a:pt x="209992" y="307800"/>
                  </a:lnTo>
                  <a:lnTo>
                    <a:pt x="210138" y="308023"/>
                  </a:lnTo>
                  <a:lnTo>
                    <a:pt x="210369" y="308459"/>
                  </a:lnTo>
                  <a:lnTo>
                    <a:pt x="210524" y="308778"/>
                  </a:lnTo>
                  <a:lnTo>
                    <a:pt x="210575" y="308953"/>
                  </a:lnTo>
                  <a:lnTo>
                    <a:pt x="210608" y="309276"/>
                  </a:lnTo>
                  <a:lnTo>
                    <a:pt x="210580" y="309452"/>
                  </a:lnTo>
                  <a:lnTo>
                    <a:pt x="210547" y="309593"/>
                  </a:lnTo>
                  <a:lnTo>
                    <a:pt x="210479" y="309752"/>
                  </a:lnTo>
                  <a:lnTo>
                    <a:pt x="210195" y="310242"/>
                  </a:lnTo>
                  <a:lnTo>
                    <a:pt x="210143" y="310385"/>
                  </a:lnTo>
                  <a:lnTo>
                    <a:pt x="210035" y="310966"/>
                  </a:lnTo>
                  <a:lnTo>
                    <a:pt x="209945" y="311809"/>
                  </a:lnTo>
                  <a:lnTo>
                    <a:pt x="209943" y="312077"/>
                  </a:lnTo>
                  <a:lnTo>
                    <a:pt x="209742" y="312501"/>
                  </a:lnTo>
                  <a:lnTo>
                    <a:pt x="209520" y="312635"/>
                  </a:lnTo>
                  <a:lnTo>
                    <a:pt x="209363" y="312694"/>
                  </a:lnTo>
                  <a:lnTo>
                    <a:pt x="209205" y="312723"/>
                  </a:lnTo>
                  <a:lnTo>
                    <a:pt x="208977" y="312723"/>
                  </a:lnTo>
                  <a:lnTo>
                    <a:pt x="208827" y="312709"/>
                  </a:lnTo>
                  <a:lnTo>
                    <a:pt x="208602" y="313296"/>
                  </a:lnTo>
                  <a:lnTo>
                    <a:pt x="208740" y="313374"/>
                  </a:lnTo>
                  <a:lnTo>
                    <a:pt x="208946" y="313425"/>
                  </a:lnTo>
                  <a:lnTo>
                    <a:pt x="209181" y="313440"/>
                  </a:lnTo>
                  <a:lnTo>
                    <a:pt x="209473" y="313448"/>
                  </a:lnTo>
                  <a:lnTo>
                    <a:pt x="209709" y="313474"/>
                  </a:lnTo>
                  <a:lnTo>
                    <a:pt x="209916" y="313543"/>
                  </a:lnTo>
                  <a:lnTo>
                    <a:pt x="210202" y="313674"/>
                  </a:lnTo>
                  <a:lnTo>
                    <a:pt x="210540" y="314330"/>
                  </a:lnTo>
                  <a:lnTo>
                    <a:pt x="210492" y="314735"/>
                  </a:lnTo>
                  <a:lnTo>
                    <a:pt x="210247" y="315185"/>
                  </a:lnTo>
                  <a:lnTo>
                    <a:pt x="209914" y="315669"/>
                  </a:lnTo>
                  <a:lnTo>
                    <a:pt x="210510" y="315975"/>
                  </a:lnTo>
                  <a:lnTo>
                    <a:pt x="210469" y="316511"/>
                  </a:lnTo>
                  <a:lnTo>
                    <a:pt x="210422" y="316664"/>
                  </a:lnTo>
                  <a:lnTo>
                    <a:pt x="210287" y="317069"/>
                  </a:lnTo>
                  <a:lnTo>
                    <a:pt x="209774" y="318043"/>
                  </a:lnTo>
                  <a:lnTo>
                    <a:pt x="209284" y="318078"/>
                  </a:lnTo>
                  <a:lnTo>
                    <a:pt x="208863" y="318394"/>
                  </a:lnTo>
                  <a:lnTo>
                    <a:pt x="208991" y="318483"/>
                  </a:lnTo>
                  <a:lnTo>
                    <a:pt x="209154" y="318515"/>
                  </a:lnTo>
                  <a:lnTo>
                    <a:pt x="209445" y="318523"/>
                  </a:lnTo>
                  <a:lnTo>
                    <a:pt x="209721" y="318538"/>
                  </a:lnTo>
                  <a:lnTo>
                    <a:pt x="210166" y="318625"/>
                  </a:lnTo>
                  <a:lnTo>
                    <a:pt x="210389" y="318723"/>
                  </a:lnTo>
                  <a:lnTo>
                    <a:pt x="210556" y="318853"/>
                  </a:lnTo>
                  <a:lnTo>
                    <a:pt x="210714" y="319021"/>
                  </a:lnTo>
                  <a:lnTo>
                    <a:pt x="210885" y="319460"/>
                  </a:lnTo>
                  <a:lnTo>
                    <a:pt x="210630" y="319794"/>
                  </a:lnTo>
                  <a:lnTo>
                    <a:pt x="210148" y="320199"/>
                  </a:lnTo>
                  <a:lnTo>
                    <a:pt x="210447" y="320608"/>
                  </a:lnTo>
                  <a:lnTo>
                    <a:pt x="210759" y="320432"/>
                  </a:lnTo>
                  <a:lnTo>
                    <a:pt x="210859" y="320276"/>
                  </a:lnTo>
                  <a:lnTo>
                    <a:pt x="210970" y="320067"/>
                  </a:lnTo>
                  <a:lnTo>
                    <a:pt x="211158" y="319885"/>
                  </a:lnTo>
                  <a:lnTo>
                    <a:pt x="211430" y="319830"/>
                  </a:lnTo>
                  <a:lnTo>
                    <a:pt x="211765" y="320165"/>
                  </a:lnTo>
                  <a:lnTo>
                    <a:pt x="211741" y="320317"/>
                  </a:lnTo>
                  <a:lnTo>
                    <a:pt x="211557" y="320629"/>
                  </a:lnTo>
                  <a:lnTo>
                    <a:pt x="211379" y="320811"/>
                  </a:lnTo>
                  <a:lnTo>
                    <a:pt x="211172" y="321019"/>
                  </a:lnTo>
                  <a:lnTo>
                    <a:pt x="211018" y="321257"/>
                  </a:lnTo>
                  <a:lnTo>
                    <a:pt x="210967" y="321614"/>
                  </a:lnTo>
                  <a:lnTo>
                    <a:pt x="211037" y="321878"/>
                  </a:lnTo>
                  <a:lnTo>
                    <a:pt x="211113" y="322105"/>
                  </a:lnTo>
                  <a:lnTo>
                    <a:pt x="211005" y="322604"/>
                  </a:lnTo>
                  <a:lnTo>
                    <a:pt x="210538" y="322609"/>
                  </a:lnTo>
                  <a:lnTo>
                    <a:pt x="210401" y="322482"/>
                  </a:lnTo>
                  <a:lnTo>
                    <a:pt x="210299" y="322330"/>
                  </a:lnTo>
                  <a:lnTo>
                    <a:pt x="210208" y="322110"/>
                  </a:lnTo>
                  <a:lnTo>
                    <a:pt x="209820" y="321811"/>
                  </a:lnTo>
                  <a:lnTo>
                    <a:pt x="209566" y="321811"/>
                  </a:lnTo>
                  <a:lnTo>
                    <a:pt x="209249" y="322034"/>
                  </a:lnTo>
                  <a:lnTo>
                    <a:pt x="209157" y="322297"/>
                  </a:lnTo>
                  <a:lnTo>
                    <a:pt x="209163" y="322461"/>
                  </a:lnTo>
                  <a:lnTo>
                    <a:pt x="209186" y="322604"/>
                  </a:lnTo>
                  <a:lnTo>
                    <a:pt x="209293" y="322788"/>
                  </a:lnTo>
                  <a:lnTo>
                    <a:pt x="209519" y="322969"/>
                  </a:lnTo>
                  <a:lnTo>
                    <a:pt x="211071" y="324490"/>
                  </a:lnTo>
                  <a:lnTo>
                    <a:pt x="211254" y="324875"/>
                  </a:lnTo>
                  <a:lnTo>
                    <a:pt x="211493" y="325373"/>
                  </a:lnTo>
                  <a:lnTo>
                    <a:pt x="211694" y="325659"/>
                  </a:lnTo>
                  <a:lnTo>
                    <a:pt x="212293" y="326381"/>
                  </a:lnTo>
                  <a:lnTo>
                    <a:pt x="213043" y="327005"/>
                  </a:lnTo>
                  <a:lnTo>
                    <a:pt x="213283" y="327100"/>
                  </a:lnTo>
                  <a:lnTo>
                    <a:pt x="213414" y="328170"/>
                  </a:lnTo>
                  <a:lnTo>
                    <a:pt x="213275" y="328648"/>
                  </a:lnTo>
                  <a:lnTo>
                    <a:pt x="213563" y="329204"/>
                  </a:lnTo>
                  <a:lnTo>
                    <a:pt x="213701" y="329428"/>
                  </a:lnTo>
                  <a:lnTo>
                    <a:pt x="213874" y="329708"/>
                  </a:lnTo>
                  <a:lnTo>
                    <a:pt x="213822" y="330149"/>
                  </a:lnTo>
                  <a:lnTo>
                    <a:pt x="213815" y="330503"/>
                  </a:lnTo>
                  <a:lnTo>
                    <a:pt x="213839" y="330851"/>
                  </a:lnTo>
                  <a:lnTo>
                    <a:pt x="213882" y="331200"/>
                  </a:lnTo>
                  <a:lnTo>
                    <a:pt x="213902" y="331354"/>
                  </a:lnTo>
                  <a:lnTo>
                    <a:pt x="213937" y="331686"/>
                  </a:lnTo>
                  <a:lnTo>
                    <a:pt x="213935" y="331958"/>
                  </a:lnTo>
                  <a:lnTo>
                    <a:pt x="213899" y="332182"/>
                  </a:lnTo>
                  <a:lnTo>
                    <a:pt x="213562" y="332739"/>
                  </a:lnTo>
                  <a:lnTo>
                    <a:pt x="213089" y="333066"/>
                  </a:lnTo>
                  <a:lnTo>
                    <a:pt x="212872" y="333271"/>
                  </a:lnTo>
                  <a:lnTo>
                    <a:pt x="212927" y="334300"/>
                  </a:lnTo>
                  <a:lnTo>
                    <a:pt x="213196" y="334635"/>
                  </a:lnTo>
                  <a:lnTo>
                    <a:pt x="213442" y="335290"/>
                  </a:lnTo>
                  <a:lnTo>
                    <a:pt x="213361" y="335635"/>
                  </a:lnTo>
                  <a:lnTo>
                    <a:pt x="213251" y="335997"/>
                  </a:lnTo>
                  <a:lnTo>
                    <a:pt x="213266" y="336403"/>
                  </a:lnTo>
                  <a:lnTo>
                    <a:pt x="213133" y="336663"/>
                  </a:lnTo>
                  <a:lnTo>
                    <a:pt x="213027" y="336869"/>
                  </a:lnTo>
                  <a:lnTo>
                    <a:pt x="212821" y="337228"/>
                  </a:lnTo>
                  <a:lnTo>
                    <a:pt x="212456" y="337920"/>
                  </a:lnTo>
                  <a:lnTo>
                    <a:pt x="212473" y="338304"/>
                  </a:lnTo>
                  <a:lnTo>
                    <a:pt x="212417" y="338683"/>
                  </a:lnTo>
                  <a:lnTo>
                    <a:pt x="212214" y="338970"/>
                  </a:lnTo>
                  <a:lnTo>
                    <a:pt x="212555" y="340922"/>
                  </a:lnTo>
                  <a:lnTo>
                    <a:pt x="212405" y="341380"/>
                  </a:lnTo>
                  <a:lnTo>
                    <a:pt x="212501" y="341526"/>
                  </a:lnTo>
                  <a:lnTo>
                    <a:pt x="212758" y="341914"/>
                  </a:lnTo>
                  <a:lnTo>
                    <a:pt x="212531" y="343790"/>
                  </a:lnTo>
                  <a:lnTo>
                    <a:pt x="212389" y="343969"/>
                  </a:lnTo>
                  <a:lnTo>
                    <a:pt x="212257" y="344136"/>
                  </a:lnTo>
                  <a:lnTo>
                    <a:pt x="212007" y="344474"/>
                  </a:lnTo>
                  <a:lnTo>
                    <a:pt x="211815" y="345269"/>
                  </a:lnTo>
                  <a:lnTo>
                    <a:pt x="211786" y="346741"/>
                  </a:lnTo>
                  <a:lnTo>
                    <a:pt x="211718" y="346894"/>
                  </a:lnTo>
                  <a:lnTo>
                    <a:pt x="211526" y="347653"/>
                  </a:lnTo>
                  <a:lnTo>
                    <a:pt x="211576" y="347928"/>
                  </a:lnTo>
                  <a:lnTo>
                    <a:pt x="211628" y="348282"/>
                  </a:lnTo>
                  <a:lnTo>
                    <a:pt x="211651" y="348635"/>
                  </a:lnTo>
                  <a:lnTo>
                    <a:pt x="211670" y="349160"/>
                  </a:lnTo>
                  <a:lnTo>
                    <a:pt x="211771" y="349594"/>
                  </a:lnTo>
                  <a:lnTo>
                    <a:pt x="211855" y="349861"/>
                  </a:lnTo>
                  <a:lnTo>
                    <a:pt x="212014" y="350330"/>
                  </a:lnTo>
                  <a:lnTo>
                    <a:pt x="212093" y="350462"/>
                  </a:lnTo>
                  <a:lnTo>
                    <a:pt x="212537" y="351043"/>
                  </a:lnTo>
                  <a:lnTo>
                    <a:pt x="212542" y="352133"/>
                  </a:lnTo>
                  <a:lnTo>
                    <a:pt x="212750" y="352440"/>
                  </a:lnTo>
                  <a:lnTo>
                    <a:pt x="212971" y="352768"/>
                  </a:lnTo>
                  <a:lnTo>
                    <a:pt x="213225" y="353332"/>
                  </a:lnTo>
                  <a:lnTo>
                    <a:pt x="213803" y="355200"/>
                  </a:lnTo>
                  <a:lnTo>
                    <a:pt x="213748" y="355363"/>
                  </a:lnTo>
                  <a:lnTo>
                    <a:pt x="213618" y="355573"/>
                  </a:lnTo>
                  <a:lnTo>
                    <a:pt x="213457" y="355945"/>
                  </a:lnTo>
                  <a:lnTo>
                    <a:pt x="213743" y="356382"/>
                  </a:lnTo>
                  <a:lnTo>
                    <a:pt x="214522" y="357042"/>
                  </a:lnTo>
                  <a:lnTo>
                    <a:pt x="214180" y="357768"/>
                  </a:lnTo>
                  <a:lnTo>
                    <a:pt x="213910" y="358025"/>
                  </a:lnTo>
                  <a:lnTo>
                    <a:pt x="213911" y="358157"/>
                  </a:lnTo>
                  <a:lnTo>
                    <a:pt x="213942" y="358344"/>
                  </a:lnTo>
                  <a:lnTo>
                    <a:pt x="214005" y="358517"/>
                  </a:lnTo>
                  <a:lnTo>
                    <a:pt x="214502" y="359286"/>
                  </a:lnTo>
                  <a:lnTo>
                    <a:pt x="214466" y="359668"/>
                  </a:lnTo>
                  <a:lnTo>
                    <a:pt x="214453" y="360595"/>
                  </a:lnTo>
                  <a:lnTo>
                    <a:pt x="214403" y="360790"/>
                  </a:lnTo>
                  <a:lnTo>
                    <a:pt x="214541" y="361522"/>
                  </a:lnTo>
                  <a:lnTo>
                    <a:pt x="215615" y="361413"/>
                  </a:lnTo>
                  <a:lnTo>
                    <a:pt x="215987" y="361750"/>
                  </a:lnTo>
                  <a:lnTo>
                    <a:pt x="215907" y="362599"/>
                  </a:lnTo>
                  <a:lnTo>
                    <a:pt x="215905" y="363050"/>
                  </a:lnTo>
                  <a:lnTo>
                    <a:pt x="216310" y="363816"/>
                  </a:lnTo>
                  <a:lnTo>
                    <a:pt x="216554" y="364197"/>
                  </a:lnTo>
                  <a:lnTo>
                    <a:pt x="216785" y="365380"/>
                  </a:lnTo>
                  <a:lnTo>
                    <a:pt x="217075" y="368037"/>
                  </a:lnTo>
                  <a:lnTo>
                    <a:pt x="217128" y="368286"/>
                  </a:lnTo>
                  <a:lnTo>
                    <a:pt x="217110" y="368550"/>
                  </a:lnTo>
                  <a:lnTo>
                    <a:pt x="217210" y="369047"/>
                  </a:lnTo>
                  <a:lnTo>
                    <a:pt x="217135" y="370065"/>
                  </a:lnTo>
                  <a:lnTo>
                    <a:pt x="217323" y="370423"/>
                  </a:lnTo>
                  <a:lnTo>
                    <a:pt x="217727" y="370935"/>
                  </a:lnTo>
                  <a:lnTo>
                    <a:pt x="217698" y="371404"/>
                  </a:lnTo>
                  <a:lnTo>
                    <a:pt x="217683" y="371567"/>
                  </a:lnTo>
                  <a:lnTo>
                    <a:pt x="218231" y="372071"/>
                  </a:lnTo>
                  <a:lnTo>
                    <a:pt x="218686" y="372807"/>
                  </a:lnTo>
                  <a:lnTo>
                    <a:pt x="218723" y="373225"/>
                  </a:lnTo>
                  <a:lnTo>
                    <a:pt x="218686" y="373670"/>
                  </a:lnTo>
                  <a:lnTo>
                    <a:pt x="218669" y="373820"/>
                  </a:lnTo>
                  <a:lnTo>
                    <a:pt x="218606" y="374280"/>
                  </a:lnTo>
                  <a:lnTo>
                    <a:pt x="218497" y="374421"/>
                  </a:lnTo>
                  <a:lnTo>
                    <a:pt x="218495" y="374667"/>
                  </a:lnTo>
                  <a:lnTo>
                    <a:pt x="218596" y="375165"/>
                  </a:lnTo>
                  <a:lnTo>
                    <a:pt x="218649" y="375505"/>
                  </a:lnTo>
                  <a:lnTo>
                    <a:pt x="218270" y="376325"/>
                  </a:lnTo>
                  <a:lnTo>
                    <a:pt x="218019" y="376406"/>
                  </a:lnTo>
                  <a:lnTo>
                    <a:pt x="217691" y="376656"/>
                  </a:lnTo>
                  <a:lnTo>
                    <a:pt x="217549" y="376734"/>
                  </a:lnTo>
                  <a:lnTo>
                    <a:pt x="217296" y="376993"/>
                  </a:lnTo>
                  <a:lnTo>
                    <a:pt x="217093" y="377165"/>
                  </a:lnTo>
                  <a:lnTo>
                    <a:pt x="216903" y="377489"/>
                  </a:lnTo>
                  <a:lnTo>
                    <a:pt x="216757" y="377857"/>
                  </a:lnTo>
                  <a:lnTo>
                    <a:pt x="216617" y="378207"/>
                  </a:lnTo>
                  <a:lnTo>
                    <a:pt x="216526" y="378441"/>
                  </a:lnTo>
                  <a:lnTo>
                    <a:pt x="216388" y="378794"/>
                  </a:lnTo>
                  <a:lnTo>
                    <a:pt x="216308" y="378998"/>
                  </a:lnTo>
                  <a:lnTo>
                    <a:pt x="216089" y="379576"/>
                  </a:lnTo>
                  <a:lnTo>
                    <a:pt x="215949" y="379923"/>
                  </a:lnTo>
                  <a:lnTo>
                    <a:pt x="215893" y="380081"/>
                  </a:lnTo>
                  <a:lnTo>
                    <a:pt x="215830" y="380270"/>
                  </a:lnTo>
                  <a:lnTo>
                    <a:pt x="215747" y="380522"/>
                  </a:lnTo>
                  <a:lnTo>
                    <a:pt x="215680" y="380704"/>
                  </a:lnTo>
                  <a:lnTo>
                    <a:pt x="215575" y="380990"/>
                  </a:lnTo>
                  <a:lnTo>
                    <a:pt x="215144" y="381687"/>
                  </a:lnTo>
                  <a:lnTo>
                    <a:pt x="214912" y="381964"/>
                  </a:lnTo>
                  <a:lnTo>
                    <a:pt x="214369" y="382575"/>
                  </a:lnTo>
                  <a:lnTo>
                    <a:pt x="214082" y="382891"/>
                  </a:lnTo>
                  <a:lnTo>
                    <a:pt x="213948" y="382943"/>
                  </a:lnTo>
                  <a:lnTo>
                    <a:pt x="213777" y="382986"/>
                  </a:lnTo>
                  <a:lnTo>
                    <a:pt x="213578" y="383020"/>
                  </a:lnTo>
                  <a:lnTo>
                    <a:pt x="213318" y="383075"/>
                  </a:lnTo>
                  <a:lnTo>
                    <a:pt x="213162" y="383165"/>
                  </a:lnTo>
                  <a:lnTo>
                    <a:pt x="212693" y="383887"/>
                  </a:lnTo>
                  <a:lnTo>
                    <a:pt x="212673" y="384015"/>
                  </a:lnTo>
                  <a:lnTo>
                    <a:pt x="212599" y="384315"/>
                  </a:lnTo>
                  <a:lnTo>
                    <a:pt x="212533" y="384453"/>
                  </a:lnTo>
                  <a:lnTo>
                    <a:pt x="212355" y="384607"/>
                  </a:lnTo>
                  <a:lnTo>
                    <a:pt x="212135" y="384734"/>
                  </a:lnTo>
                  <a:lnTo>
                    <a:pt x="211925" y="384771"/>
                  </a:lnTo>
                  <a:lnTo>
                    <a:pt x="211644" y="384963"/>
                  </a:lnTo>
                  <a:lnTo>
                    <a:pt x="211411" y="385336"/>
                  </a:lnTo>
                  <a:lnTo>
                    <a:pt x="211361" y="385691"/>
                  </a:lnTo>
                  <a:lnTo>
                    <a:pt x="211265" y="385950"/>
                  </a:lnTo>
                  <a:lnTo>
                    <a:pt x="211158" y="386293"/>
                  </a:lnTo>
                  <a:lnTo>
                    <a:pt x="211012" y="386474"/>
                  </a:lnTo>
                  <a:lnTo>
                    <a:pt x="210738" y="386818"/>
                  </a:lnTo>
                  <a:lnTo>
                    <a:pt x="210452" y="387148"/>
                  </a:lnTo>
                  <a:lnTo>
                    <a:pt x="210358" y="387431"/>
                  </a:lnTo>
                  <a:lnTo>
                    <a:pt x="210301" y="387688"/>
                  </a:lnTo>
                  <a:lnTo>
                    <a:pt x="210344" y="387889"/>
                  </a:lnTo>
                  <a:lnTo>
                    <a:pt x="209806" y="389940"/>
                  </a:lnTo>
                  <a:lnTo>
                    <a:pt x="209707" y="390073"/>
                  </a:lnTo>
                  <a:lnTo>
                    <a:pt x="209247" y="390348"/>
                  </a:lnTo>
                  <a:lnTo>
                    <a:pt x="208797" y="390661"/>
                  </a:lnTo>
                  <a:lnTo>
                    <a:pt x="208712" y="390816"/>
                  </a:lnTo>
                  <a:lnTo>
                    <a:pt x="208693" y="390951"/>
                  </a:lnTo>
                  <a:lnTo>
                    <a:pt x="208377" y="391510"/>
                  </a:lnTo>
                  <a:lnTo>
                    <a:pt x="208230" y="391794"/>
                  </a:lnTo>
                  <a:lnTo>
                    <a:pt x="208220" y="391922"/>
                  </a:lnTo>
                  <a:lnTo>
                    <a:pt x="208219" y="392082"/>
                  </a:lnTo>
                  <a:lnTo>
                    <a:pt x="208233" y="392377"/>
                  </a:lnTo>
                  <a:lnTo>
                    <a:pt x="208288" y="392576"/>
                  </a:lnTo>
                  <a:lnTo>
                    <a:pt x="208258" y="392840"/>
                  </a:lnTo>
                  <a:lnTo>
                    <a:pt x="208235" y="393079"/>
                  </a:lnTo>
                  <a:lnTo>
                    <a:pt x="208226" y="393283"/>
                  </a:lnTo>
                  <a:lnTo>
                    <a:pt x="208164" y="393584"/>
                  </a:lnTo>
                  <a:lnTo>
                    <a:pt x="208138" y="393758"/>
                  </a:lnTo>
                  <a:lnTo>
                    <a:pt x="207877" y="394346"/>
                  </a:lnTo>
                  <a:lnTo>
                    <a:pt x="207845" y="394487"/>
                  </a:lnTo>
                  <a:lnTo>
                    <a:pt x="207819" y="394674"/>
                  </a:lnTo>
                  <a:lnTo>
                    <a:pt x="207794" y="394878"/>
                  </a:lnTo>
                  <a:lnTo>
                    <a:pt x="207776" y="395029"/>
                  </a:lnTo>
                  <a:lnTo>
                    <a:pt x="207789" y="395255"/>
                  </a:lnTo>
                  <a:lnTo>
                    <a:pt x="207814" y="395531"/>
                  </a:lnTo>
                  <a:lnTo>
                    <a:pt x="207879" y="395749"/>
                  </a:lnTo>
                  <a:lnTo>
                    <a:pt x="207915" y="395969"/>
                  </a:lnTo>
                  <a:lnTo>
                    <a:pt x="207953" y="396204"/>
                  </a:lnTo>
                  <a:lnTo>
                    <a:pt x="208059" y="396679"/>
                  </a:lnTo>
                  <a:lnTo>
                    <a:pt x="208379" y="397635"/>
                  </a:lnTo>
                  <a:lnTo>
                    <a:pt x="208253" y="397981"/>
                  </a:lnTo>
                  <a:lnTo>
                    <a:pt x="208125" y="398266"/>
                  </a:lnTo>
                  <a:lnTo>
                    <a:pt x="208020" y="398445"/>
                  </a:lnTo>
                  <a:lnTo>
                    <a:pt x="207832" y="398776"/>
                  </a:lnTo>
                  <a:lnTo>
                    <a:pt x="207716" y="399248"/>
                  </a:lnTo>
                  <a:lnTo>
                    <a:pt x="207421" y="399623"/>
                  </a:lnTo>
                  <a:lnTo>
                    <a:pt x="207139" y="399669"/>
                  </a:lnTo>
                  <a:lnTo>
                    <a:pt x="206721" y="399750"/>
                  </a:lnTo>
                  <a:lnTo>
                    <a:pt x="206446" y="399976"/>
                  </a:lnTo>
                  <a:lnTo>
                    <a:pt x="206581" y="400390"/>
                  </a:lnTo>
                  <a:lnTo>
                    <a:pt x="207023" y="401193"/>
                  </a:lnTo>
                  <a:lnTo>
                    <a:pt x="207010" y="401334"/>
                  </a:lnTo>
                  <a:lnTo>
                    <a:pt x="206974" y="401517"/>
                  </a:lnTo>
                  <a:lnTo>
                    <a:pt x="206887" y="401725"/>
                  </a:lnTo>
                  <a:lnTo>
                    <a:pt x="206699" y="401943"/>
                  </a:lnTo>
                  <a:lnTo>
                    <a:pt x="206536" y="402131"/>
                  </a:lnTo>
                  <a:lnTo>
                    <a:pt x="206103" y="402710"/>
                  </a:lnTo>
                  <a:lnTo>
                    <a:pt x="205974" y="402745"/>
                  </a:lnTo>
                  <a:lnTo>
                    <a:pt x="205791" y="402771"/>
                  </a:lnTo>
                  <a:lnTo>
                    <a:pt x="205417" y="403014"/>
                  </a:lnTo>
                  <a:lnTo>
                    <a:pt x="205454" y="403214"/>
                  </a:lnTo>
                  <a:lnTo>
                    <a:pt x="205514" y="403555"/>
                  </a:lnTo>
                  <a:lnTo>
                    <a:pt x="205517" y="403696"/>
                  </a:lnTo>
                  <a:lnTo>
                    <a:pt x="205520" y="403854"/>
                  </a:lnTo>
                  <a:lnTo>
                    <a:pt x="205442" y="404144"/>
                  </a:lnTo>
                  <a:lnTo>
                    <a:pt x="205104" y="404562"/>
                  </a:lnTo>
                  <a:lnTo>
                    <a:pt x="204756" y="404698"/>
                  </a:lnTo>
                  <a:lnTo>
                    <a:pt x="204537" y="404806"/>
                  </a:lnTo>
                  <a:lnTo>
                    <a:pt x="204192" y="405103"/>
                  </a:lnTo>
                  <a:lnTo>
                    <a:pt x="204057" y="405376"/>
                  </a:lnTo>
                  <a:lnTo>
                    <a:pt x="204033" y="405558"/>
                  </a:lnTo>
                  <a:lnTo>
                    <a:pt x="203987" y="406005"/>
                  </a:lnTo>
                  <a:lnTo>
                    <a:pt x="203824" y="406160"/>
                  </a:lnTo>
                  <a:lnTo>
                    <a:pt x="203587" y="406292"/>
                  </a:lnTo>
                  <a:lnTo>
                    <a:pt x="205991" y="423023"/>
                  </a:lnTo>
                  <a:lnTo>
                    <a:pt x="206364" y="423039"/>
                  </a:lnTo>
                  <a:lnTo>
                    <a:pt x="206671" y="423052"/>
                  </a:lnTo>
                  <a:lnTo>
                    <a:pt x="208193" y="423253"/>
                  </a:lnTo>
                  <a:lnTo>
                    <a:pt x="208358" y="423703"/>
                  </a:lnTo>
                  <a:lnTo>
                    <a:pt x="208280" y="424063"/>
                  </a:lnTo>
                  <a:lnTo>
                    <a:pt x="208308" y="424469"/>
                  </a:lnTo>
                  <a:lnTo>
                    <a:pt x="208202" y="425085"/>
                  </a:lnTo>
                  <a:lnTo>
                    <a:pt x="208728" y="425233"/>
                  </a:lnTo>
                  <a:lnTo>
                    <a:pt x="209605" y="425245"/>
                  </a:lnTo>
                  <a:lnTo>
                    <a:pt x="209544" y="425622"/>
                  </a:lnTo>
                  <a:lnTo>
                    <a:pt x="209110" y="425604"/>
                  </a:lnTo>
                  <a:lnTo>
                    <a:pt x="208871" y="425600"/>
                  </a:lnTo>
                  <a:lnTo>
                    <a:pt x="208634" y="425780"/>
                  </a:lnTo>
                  <a:lnTo>
                    <a:pt x="208382" y="426119"/>
                  </a:lnTo>
                  <a:lnTo>
                    <a:pt x="208140" y="426346"/>
                  </a:lnTo>
                  <a:lnTo>
                    <a:pt x="207912" y="426608"/>
                  </a:lnTo>
                  <a:lnTo>
                    <a:pt x="207865" y="426804"/>
                  </a:lnTo>
                  <a:lnTo>
                    <a:pt x="207917" y="427365"/>
                  </a:lnTo>
                  <a:lnTo>
                    <a:pt x="207978" y="427761"/>
                  </a:lnTo>
                  <a:lnTo>
                    <a:pt x="208184" y="428413"/>
                  </a:lnTo>
                  <a:lnTo>
                    <a:pt x="208432" y="428518"/>
                  </a:lnTo>
                  <a:lnTo>
                    <a:pt x="208610" y="429116"/>
                  </a:lnTo>
                  <a:lnTo>
                    <a:pt x="208672" y="429275"/>
                  </a:lnTo>
                  <a:lnTo>
                    <a:pt x="209244" y="430089"/>
                  </a:lnTo>
                  <a:lnTo>
                    <a:pt x="209271" y="430236"/>
                  </a:lnTo>
                  <a:lnTo>
                    <a:pt x="209457" y="430580"/>
                  </a:lnTo>
                  <a:lnTo>
                    <a:pt x="209574" y="430760"/>
                  </a:lnTo>
                  <a:lnTo>
                    <a:pt x="209680" y="431405"/>
                  </a:lnTo>
                  <a:lnTo>
                    <a:pt x="209994" y="432116"/>
                  </a:lnTo>
                  <a:lnTo>
                    <a:pt x="210650" y="432513"/>
                  </a:lnTo>
                  <a:lnTo>
                    <a:pt x="210927" y="432684"/>
                  </a:lnTo>
                  <a:lnTo>
                    <a:pt x="211233" y="432802"/>
                  </a:lnTo>
                  <a:lnTo>
                    <a:pt x="211707" y="433010"/>
                  </a:lnTo>
                  <a:lnTo>
                    <a:pt x="212226" y="432696"/>
                  </a:lnTo>
                  <a:lnTo>
                    <a:pt x="212435" y="432594"/>
                  </a:lnTo>
                  <a:lnTo>
                    <a:pt x="212815" y="432859"/>
                  </a:lnTo>
                  <a:lnTo>
                    <a:pt x="212758" y="433574"/>
                  </a:lnTo>
                  <a:lnTo>
                    <a:pt x="212901" y="433997"/>
                  </a:lnTo>
                  <a:lnTo>
                    <a:pt x="213029" y="434253"/>
                  </a:lnTo>
                  <a:lnTo>
                    <a:pt x="213224" y="434648"/>
                  </a:lnTo>
                  <a:lnTo>
                    <a:pt x="213199" y="435004"/>
                  </a:lnTo>
                  <a:lnTo>
                    <a:pt x="213342" y="435298"/>
                  </a:lnTo>
                  <a:lnTo>
                    <a:pt x="213515" y="435354"/>
                  </a:lnTo>
                  <a:lnTo>
                    <a:pt x="213877" y="435589"/>
                  </a:lnTo>
                  <a:lnTo>
                    <a:pt x="214076" y="436066"/>
                  </a:lnTo>
                  <a:lnTo>
                    <a:pt x="214010" y="436371"/>
                  </a:lnTo>
                  <a:lnTo>
                    <a:pt x="213685" y="436980"/>
                  </a:lnTo>
                  <a:lnTo>
                    <a:pt x="213314" y="437053"/>
                  </a:lnTo>
                  <a:lnTo>
                    <a:pt x="212798" y="436860"/>
                  </a:lnTo>
                  <a:lnTo>
                    <a:pt x="212623" y="437037"/>
                  </a:lnTo>
                  <a:lnTo>
                    <a:pt x="212603" y="437195"/>
                  </a:lnTo>
                  <a:lnTo>
                    <a:pt x="212292" y="437715"/>
                  </a:lnTo>
                  <a:lnTo>
                    <a:pt x="212065" y="437872"/>
                  </a:lnTo>
                  <a:lnTo>
                    <a:pt x="211890" y="438182"/>
                  </a:lnTo>
                  <a:lnTo>
                    <a:pt x="211579" y="438383"/>
                  </a:lnTo>
                  <a:lnTo>
                    <a:pt x="211294" y="438409"/>
                  </a:lnTo>
                  <a:lnTo>
                    <a:pt x="210716" y="438704"/>
                  </a:lnTo>
                  <a:lnTo>
                    <a:pt x="210685" y="438968"/>
                  </a:lnTo>
                  <a:lnTo>
                    <a:pt x="210925" y="439305"/>
                  </a:lnTo>
                  <a:lnTo>
                    <a:pt x="211154" y="440640"/>
                  </a:lnTo>
                  <a:lnTo>
                    <a:pt x="211618" y="440789"/>
                  </a:lnTo>
                  <a:lnTo>
                    <a:pt x="211817" y="440816"/>
                  </a:lnTo>
                  <a:lnTo>
                    <a:pt x="212305" y="440905"/>
                  </a:lnTo>
                  <a:lnTo>
                    <a:pt x="212668" y="441117"/>
                  </a:lnTo>
                  <a:lnTo>
                    <a:pt x="213061" y="441176"/>
                  </a:lnTo>
                  <a:lnTo>
                    <a:pt x="213209" y="441189"/>
                  </a:lnTo>
                  <a:lnTo>
                    <a:pt x="213454" y="441348"/>
                  </a:lnTo>
                  <a:lnTo>
                    <a:pt x="213744" y="441537"/>
                  </a:lnTo>
                  <a:lnTo>
                    <a:pt x="214644" y="441826"/>
                  </a:lnTo>
                  <a:lnTo>
                    <a:pt x="214801" y="441846"/>
                  </a:lnTo>
                  <a:lnTo>
                    <a:pt x="214929" y="441863"/>
                  </a:lnTo>
                  <a:lnTo>
                    <a:pt x="215431" y="441929"/>
                  </a:lnTo>
                  <a:lnTo>
                    <a:pt x="215591" y="441971"/>
                  </a:lnTo>
                  <a:lnTo>
                    <a:pt x="215936" y="442099"/>
                  </a:lnTo>
                  <a:lnTo>
                    <a:pt x="216036" y="442290"/>
                  </a:lnTo>
                  <a:lnTo>
                    <a:pt x="216078" y="442593"/>
                  </a:lnTo>
                  <a:lnTo>
                    <a:pt x="216112" y="442908"/>
                  </a:lnTo>
                  <a:lnTo>
                    <a:pt x="216321" y="443125"/>
                  </a:lnTo>
                  <a:lnTo>
                    <a:pt x="216928" y="443204"/>
                  </a:lnTo>
                  <a:lnTo>
                    <a:pt x="217190" y="443163"/>
                  </a:lnTo>
                  <a:lnTo>
                    <a:pt x="217608" y="443788"/>
                  </a:lnTo>
                  <a:lnTo>
                    <a:pt x="217804" y="443782"/>
                  </a:lnTo>
                  <a:lnTo>
                    <a:pt x="218201" y="443887"/>
                  </a:lnTo>
                  <a:lnTo>
                    <a:pt x="218365" y="443930"/>
                  </a:lnTo>
                  <a:lnTo>
                    <a:pt x="218826" y="443909"/>
                  </a:lnTo>
                  <a:lnTo>
                    <a:pt x="219096" y="443903"/>
                  </a:lnTo>
                  <a:lnTo>
                    <a:pt x="219474" y="444206"/>
                  </a:lnTo>
                  <a:lnTo>
                    <a:pt x="219648" y="444374"/>
                  </a:lnTo>
                  <a:lnTo>
                    <a:pt x="219853" y="444789"/>
                  </a:lnTo>
                  <a:lnTo>
                    <a:pt x="219731" y="445153"/>
                  </a:lnTo>
                  <a:lnTo>
                    <a:pt x="219438" y="445498"/>
                  </a:lnTo>
                  <a:lnTo>
                    <a:pt x="219222" y="445672"/>
                  </a:lnTo>
                  <a:lnTo>
                    <a:pt x="219128" y="445959"/>
                  </a:lnTo>
                  <a:lnTo>
                    <a:pt x="219187" y="446161"/>
                  </a:lnTo>
                  <a:lnTo>
                    <a:pt x="219049" y="446297"/>
                  </a:lnTo>
                  <a:lnTo>
                    <a:pt x="218899" y="446435"/>
                  </a:lnTo>
                  <a:lnTo>
                    <a:pt x="218585" y="447063"/>
                  </a:lnTo>
                  <a:lnTo>
                    <a:pt x="218183" y="447284"/>
                  </a:lnTo>
                  <a:lnTo>
                    <a:pt x="218007" y="447287"/>
                  </a:lnTo>
                  <a:lnTo>
                    <a:pt x="217781" y="447362"/>
                  </a:lnTo>
                  <a:lnTo>
                    <a:pt x="217774" y="448055"/>
                  </a:lnTo>
                  <a:lnTo>
                    <a:pt x="217830" y="448377"/>
                  </a:lnTo>
                  <a:lnTo>
                    <a:pt x="217839" y="448585"/>
                  </a:lnTo>
                  <a:lnTo>
                    <a:pt x="217839" y="449114"/>
                  </a:lnTo>
                  <a:lnTo>
                    <a:pt x="217822" y="449261"/>
                  </a:lnTo>
                  <a:lnTo>
                    <a:pt x="217683" y="449459"/>
                  </a:lnTo>
                  <a:lnTo>
                    <a:pt x="217662" y="449626"/>
                  </a:lnTo>
                  <a:lnTo>
                    <a:pt x="217633" y="449846"/>
                  </a:lnTo>
                  <a:lnTo>
                    <a:pt x="217656" y="450000"/>
                  </a:lnTo>
                  <a:lnTo>
                    <a:pt x="217710" y="450262"/>
                  </a:lnTo>
                  <a:lnTo>
                    <a:pt x="217634" y="450573"/>
                  </a:lnTo>
                  <a:lnTo>
                    <a:pt x="217558" y="450885"/>
                  </a:lnTo>
                  <a:lnTo>
                    <a:pt x="217714" y="451300"/>
                  </a:lnTo>
                  <a:lnTo>
                    <a:pt x="218188" y="451335"/>
                  </a:lnTo>
                  <a:lnTo>
                    <a:pt x="218466" y="451364"/>
                  </a:lnTo>
                  <a:lnTo>
                    <a:pt x="218663" y="451309"/>
                  </a:lnTo>
                  <a:lnTo>
                    <a:pt x="218584" y="451010"/>
                  </a:lnTo>
                  <a:lnTo>
                    <a:pt x="219149" y="450866"/>
                  </a:lnTo>
                  <a:lnTo>
                    <a:pt x="219395" y="451187"/>
                  </a:lnTo>
                  <a:lnTo>
                    <a:pt x="219248" y="451537"/>
                  </a:lnTo>
                  <a:lnTo>
                    <a:pt x="219383" y="451603"/>
                  </a:lnTo>
                  <a:lnTo>
                    <a:pt x="219701" y="452132"/>
                  </a:lnTo>
                  <a:lnTo>
                    <a:pt x="220022" y="452509"/>
                  </a:lnTo>
                  <a:lnTo>
                    <a:pt x="220196" y="452854"/>
                  </a:lnTo>
                  <a:lnTo>
                    <a:pt x="220245" y="453175"/>
                  </a:lnTo>
                  <a:lnTo>
                    <a:pt x="220207" y="453661"/>
                  </a:lnTo>
                  <a:lnTo>
                    <a:pt x="220447" y="453903"/>
                  </a:lnTo>
                  <a:lnTo>
                    <a:pt x="220665" y="453981"/>
                  </a:lnTo>
                  <a:lnTo>
                    <a:pt x="221006" y="454133"/>
                  </a:lnTo>
                  <a:lnTo>
                    <a:pt x="221138" y="454427"/>
                  </a:lnTo>
                  <a:lnTo>
                    <a:pt x="221362" y="454967"/>
                  </a:lnTo>
                  <a:lnTo>
                    <a:pt x="220674" y="455473"/>
                  </a:lnTo>
                  <a:lnTo>
                    <a:pt x="220541" y="455204"/>
                  </a:lnTo>
                  <a:lnTo>
                    <a:pt x="220373" y="455174"/>
                  </a:lnTo>
                  <a:lnTo>
                    <a:pt x="220241" y="455150"/>
                  </a:lnTo>
                  <a:lnTo>
                    <a:pt x="220066" y="455326"/>
                  </a:lnTo>
                  <a:lnTo>
                    <a:pt x="219892" y="455728"/>
                  </a:lnTo>
                  <a:lnTo>
                    <a:pt x="219183" y="456075"/>
                  </a:lnTo>
                  <a:lnTo>
                    <a:pt x="219245" y="456688"/>
                  </a:lnTo>
                  <a:lnTo>
                    <a:pt x="219151" y="456957"/>
                  </a:lnTo>
                  <a:lnTo>
                    <a:pt x="218872" y="456940"/>
                  </a:lnTo>
                  <a:lnTo>
                    <a:pt x="218409" y="457035"/>
                  </a:lnTo>
                  <a:lnTo>
                    <a:pt x="218071" y="457200"/>
                  </a:lnTo>
                  <a:lnTo>
                    <a:pt x="217668" y="457353"/>
                  </a:lnTo>
                  <a:lnTo>
                    <a:pt x="217536" y="457974"/>
                  </a:lnTo>
                  <a:lnTo>
                    <a:pt x="218005" y="458474"/>
                  </a:lnTo>
                  <a:lnTo>
                    <a:pt x="218058" y="458741"/>
                  </a:lnTo>
                  <a:lnTo>
                    <a:pt x="218269" y="458734"/>
                  </a:lnTo>
                  <a:lnTo>
                    <a:pt x="218583" y="458828"/>
                  </a:lnTo>
                  <a:lnTo>
                    <a:pt x="218631" y="458975"/>
                  </a:lnTo>
                  <a:lnTo>
                    <a:pt x="218552" y="459494"/>
                  </a:lnTo>
                  <a:lnTo>
                    <a:pt x="218844" y="459768"/>
                  </a:lnTo>
                  <a:lnTo>
                    <a:pt x="219206" y="459843"/>
                  </a:lnTo>
                  <a:lnTo>
                    <a:pt x="219390" y="459856"/>
                  </a:lnTo>
                  <a:lnTo>
                    <a:pt x="219704" y="459876"/>
                  </a:lnTo>
                  <a:lnTo>
                    <a:pt x="219832" y="459885"/>
                  </a:lnTo>
                  <a:lnTo>
                    <a:pt x="220360" y="459740"/>
                  </a:lnTo>
                  <a:lnTo>
                    <a:pt x="220762" y="459572"/>
                  </a:lnTo>
                  <a:lnTo>
                    <a:pt x="220973" y="459627"/>
                  </a:lnTo>
                  <a:lnTo>
                    <a:pt x="221199" y="459911"/>
                  </a:lnTo>
                  <a:lnTo>
                    <a:pt x="221599" y="460134"/>
                  </a:lnTo>
                  <a:lnTo>
                    <a:pt x="221848" y="460312"/>
                  </a:lnTo>
                  <a:lnTo>
                    <a:pt x="222267" y="460430"/>
                  </a:lnTo>
                  <a:lnTo>
                    <a:pt x="222862" y="460525"/>
                  </a:lnTo>
                  <a:lnTo>
                    <a:pt x="223210" y="460986"/>
                  </a:lnTo>
                  <a:lnTo>
                    <a:pt x="223343" y="461248"/>
                  </a:lnTo>
                  <a:lnTo>
                    <a:pt x="223359" y="461405"/>
                  </a:lnTo>
                  <a:lnTo>
                    <a:pt x="223501" y="461827"/>
                  </a:lnTo>
                  <a:lnTo>
                    <a:pt x="223654" y="461916"/>
                  </a:lnTo>
                  <a:lnTo>
                    <a:pt x="224088" y="462265"/>
                  </a:lnTo>
                  <a:lnTo>
                    <a:pt x="224453" y="462348"/>
                  </a:lnTo>
                  <a:lnTo>
                    <a:pt x="225391" y="462337"/>
                  </a:lnTo>
                  <a:lnTo>
                    <a:pt x="225624" y="462342"/>
                  </a:lnTo>
                  <a:lnTo>
                    <a:pt x="225820" y="462525"/>
                  </a:lnTo>
                  <a:lnTo>
                    <a:pt x="226008" y="463148"/>
                  </a:lnTo>
                  <a:lnTo>
                    <a:pt x="226349" y="463321"/>
                  </a:lnTo>
                  <a:lnTo>
                    <a:pt x="226615" y="463536"/>
                  </a:lnTo>
                  <a:lnTo>
                    <a:pt x="226724" y="463871"/>
                  </a:lnTo>
                  <a:lnTo>
                    <a:pt x="227340" y="464502"/>
                  </a:lnTo>
                  <a:lnTo>
                    <a:pt x="227310" y="464841"/>
                  </a:lnTo>
                  <a:lnTo>
                    <a:pt x="227373" y="465262"/>
                  </a:lnTo>
                  <a:lnTo>
                    <a:pt x="227511" y="465611"/>
                  </a:lnTo>
                  <a:lnTo>
                    <a:pt x="227563" y="465777"/>
                  </a:lnTo>
                  <a:lnTo>
                    <a:pt x="227717" y="466028"/>
                  </a:lnTo>
                  <a:lnTo>
                    <a:pt x="227962" y="466398"/>
                  </a:lnTo>
                  <a:lnTo>
                    <a:pt x="227821" y="466805"/>
                  </a:lnTo>
                  <a:lnTo>
                    <a:pt x="227631" y="467258"/>
                  </a:lnTo>
                  <a:lnTo>
                    <a:pt x="227605" y="467514"/>
                  </a:lnTo>
                  <a:lnTo>
                    <a:pt x="227665" y="467786"/>
                  </a:lnTo>
                  <a:lnTo>
                    <a:pt x="227889" y="467974"/>
                  </a:lnTo>
                  <a:lnTo>
                    <a:pt x="228031" y="468195"/>
                  </a:lnTo>
                  <a:lnTo>
                    <a:pt x="228073" y="468407"/>
                  </a:lnTo>
                  <a:lnTo>
                    <a:pt x="228262" y="468710"/>
                  </a:lnTo>
                  <a:lnTo>
                    <a:pt x="228471" y="468845"/>
                  </a:lnTo>
                  <a:lnTo>
                    <a:pt x="228717" y="468939"/>
                  </a:lnTo>
                  <a:lnTo>
                    <a:pt x="228905" y="469002"/>
                  </a:lnTo>
                  <a:lnTo>
                    <a:pt x="229190" y="469191"/>
                  </a:lnTo>
                  <a:lnTo>
                    <a:pt x="229301" y="469346"/>
                  </a:lnTo>
                  <a:lnTo>
                    <a:pt x="229458" y="469566"/>
                  </a:lnTo>
                  <a:lnTo>
                    <a:pt x="229617" y="469806"/>
                  </a:lnTo>
                  <a:lnTo>
                    <a:pt x="230165" y="470286"/>
                  </a:lnTo>
                  <a:lnTo>
                    <a:pt x="230507" y="470211"/>
                  </a:lnTo>
                  <a:lnTo>
                    <a:pt x="230794" y="470317"/>
                  </a:lnTo>
                  <a:lnTo>
                    <a:pt x="231179" y="470532"/>
                  </a:lnTo>
                  <a:lnTo>
                    <a:pt x="231548" y="470590"/>
                  </a:lnTo>
                  <a:lnTo>
                    <a:pt x="231958" y="470710"/>
                  </a:lnTo>
                  <a:lnTo>
                    <a:pt x="232617" y="470900"/>
                  </a:lnTo>
                  <a:lnTo>
                    <a:pt x="232849" y="471298"/>
                  </a:lnTo>
                  <a:lnTo>
                    <a:pt x="233147" y="471455"/>
                  </a:lnTo>
                  <a:lnTo>
                    <a:pt x="233340" y="471410"/>
                  </a:lnTo>
                  <a:lnTo>
                    <a:pt x="233561" y="471382"/>
                  </a:lnTo>
                  <a:lnTo>
                    <a:pt x="233705" y="471459"/>
                  </a:lnTo>
                  <a:lnTo>
                    <a:pt x="233864" y="471543"/>
                  </a:lnTo>
                  <a:lnTo>
                    <a:pt x="234126" y="471900"/>
                  </a:lnTo>
                  <a:lnTo>
                    <a:pt x="234302" y="472084"/>
                  </a:lnTo>
                  <a:lnTo>
                    <a:pt x="234767" y="472384"/>
                  </a:lnTo>
                  <a:lnTo>
                    <a:pt x="234867" y="472544"/>
                  </a:lnTo>
                  <a:lnTo>
                    <a:pt x="235268" y="472915"/>
                  </a:lnTo>
                  <a:lnTo>
                    <a:pt x="235460" y="473558"/>
                  </a:lnTo>
                  <a:lnTo>
                    <a:pt x="235576" y="473883"/>
                  </a:lnTo>
                  <a:lnTo>
                    <a:pt x="235362" y="474267"/>
                  </a:lnTo>
                  <a:lnTo>
                    <a:pt x="235285" y="474599"/>
                  </a:lnTo>
                  <a:lnTo>
                    <a:pt x="235269" y="475136"/>
                  </a:lnTo>
                  <a:lnTo>
                    <a:pt x="235467" y="475278"/>
                  </a:lnTo>
                  <a:lnTo>
                    <a:pt x="235762" y="475463"/>
                  </a:lnTo>
                  <a:lnTo>
                    <a:pt x="236057" y="475975"/>
                  </a:lnTo>
                  <a:lnTo>
                    <a:pt x="236192" y="476359"/>
                  </a:lnTo>
                  <a:lnTo>
                    <a:pt x="236344" y="476779"/>
                  </a:lnTo>
                  <a:lnTo>
                    <a:pt x="236478" y="477308"/>
                  </a:lnTo>
                  <a:lnTo>
                    <a:pt x="236525" y="477492"/>
                  </a:lnTo>
                  <a:lnTo>
                    <a:pt x="236411" y="477649"/>
                  </a:lnTo>
                  <a:lnTo>
                    <a:pt x="236222" y="477818"/>
                  </a:lnTo>
                  <a:lnTo>
                    <a:pt x="236120" y="478104"/>
                  </a:lnTo>
                  <a:lnTo>
                    <a:pt x="236226" y="478459"/>
                  </a:lnTo>
                  <a:lnTo>
                    <a:pt x="236173" y="478675"/>
                  </a:lnTo>
                  <a:lnTo>
                    <a:pt x="235860" y="479444"/>
                  </a:lnTo>
                  <a:lnTo>
                    <a:pt x="235769" y="479643"/>
                  </a:lnTo>
                  <a:lnTo>
                    <a:pt x="235225" y="480051"/>
                  </a:lnTo>
                  <a:lnTo>
                    <a:pt x="235414" y="480303"/>
                  </a:lnTo>
                  <a:lnTo>
                    <a:pt x="235547" y="480510"/>
                  </a:lnTo>
                  <a:lnTo>
                    <a:pt x="235606" y="480776"/>
                  </a:lnTo>
                  <a:lnTo>
                    <a:pt x="235656" y="481004"/>
                  </a:lnTo>
                  <a:lnTo>
                    <a:pt x="235698" y="481445"/>
                  </a:lnTo>
                  <a:lnTo>
                    <a:pt x="235749" y="481658"/>
                  </a:lnTo>
                  <a:lnTo>
                    <a:pt x="235832" y="481961"/>
                  </a:lnTo>
                  <a:lnTo>
                    <a:pt x="236238" y="482245"/>
                  </a:lnTo>
                  <a:lnTo>
                    <a:pt x="236728" y="483085"/>
                  </a:lnTo>
                  <a:lnTo>
                    <a:pt x="236655" y="483343"/>
                  </a:lnTo>
                  <a:lnTo>
                    <a:pt x="236451" y="483592"/>
                  </a:lnTo>
                  <a:lnTo>
                    <a:pt x="236313" y="483918"/>
                  </a:lnTo>
                  <a:lnTo>
                    <a:pt x="236407" y="484192"/>
                  </a:lnTo>
                  <a:lnTo>
                    <a:pt x="235984" y="485065"/>
                  </a:lnTo>
                  <a:lnTo>
                    <a:pt x="235587" y="485200"/>
                  </a:lnTo>
                  <a:lnTo>
                    <a:pt x="235317" y="485763"/>
                  </a:lnTo>
                  <a:lnTo>
                    <a:pt x="235028" y="486375"/>
                  </a:lnTo>
                  <a:lnTo>
                    <a:pt x="234961" y="486579"/>
                  </a:lnTo>
                  <a:lnTo>
                    <a:pt x="235029" y="487051"/>
                  </a:lnTo>
                  <a:lnTo>
                    <a:pt x="234739" y="487526"/>
                  </a:lnTo>
                  <a:lnTo>
                    <a:pt x="234426" y="488020"/>
                  </a:lnTo>
                  <a:lnTo>
                    <a:pt x="234674" y="488313"/>
                  </a:lnTo>
                  <a:lnTo>
                    <a:pt x="234703" y="488639"/>
                  </a:lnTo>
                  <a:lnTo>
                    <a:pt x="234329" y="488550"/>
                  </a:lnTo>
                  <a:lnTo>
                    <a:pt x="234035" y="488477"/>
                  </a:lnTo>
                  <a:lnTo>
                    <a:pt x="233775" y="488397"/>
                  </a:lnTo>
                  <a:lnTo>
                    <a:pt x="233267" y="489220"/>
                  </a:lnTo>
                  <a:lnTo>
                    <a:pt x="233120" y="489314"/>
                  </a:lnTo>
                  <a:lnTo>
                    <a:pt x="232867" y="489476"/>
                  </a:lnTo>
                  <a:lnTo>
                    <a:pt x="232722" y="489558"/>
                  </a:lnTo>
                  <a:lnTo>
                    <a:pt x="232739" y="489778"/>
                  </a:lnTo>
                  <a:lnTo>
                    <a:pt x="232693" y="489936"/>
                  </a:lnTo>
                  <a:lnTo>
                    <a:pt x="232611" y="490104"/>
                  </a:lnTo>
                  <a:lnTo>
                    <a:pt x="232507" y="490266"/>
                  </a:lnTo>
                  <a:lnTo>
                    <a:pt x="232258" y="490499"/>
                  </a:lnTo>
                  <a:lnTo>
                    <a:pt x="231569" y="490838"/>
                  </a:lnTo>
                  <a:lnTo>
                    <a:pt x="231482" y="490625"/>
                  </a:lnTo>
                  <a:lnTo>
                    <a:pt x="231180" y="490743"/>
                  </a:lnTo>
                  <a:lnTo>
                    <a:pt x="230748" y="490760"/>
                  </a:lnTo>
                  <a:lnTo>
                    <a:pt x="230586" y="490747"/>
                  </a:lnTo>
                  <a:lnTo>
                    <a:pt x="230141" y="490795"/>
                  </a:lnTo>
                  <a:lnTo>
                    <a:pt x="229832" y="490522"/>
                  </a:lnTo>
                  <a:lnTo>
                    <a:pt x="229188" y="490784"/>
                  </a:lnTo>
                  <a:lnTo>
                    <a:pt x="228871" y="490935"/>
                  </a:lnTo>
                  <a:lnTo>
                    <a:pt x="228572" y="490961"/>
                  </a:lnTo>
                  <a:lnTo>
                    <a:pt x="228198" y="490986"/>
                  </a:lnTo>
                  <a:lnTo>
                    <a:pt x="228040" y="491048"/>
                  </a:lnTo>
                  <a:lnTo>
                    <a:pt x="227776" y="491195"/>
                  </a:lnTo>
                  <a:lnTo>
                    <a:pt x="227471" y="491662"/>
                  </a:lnTo>
                  <a:lnTo>
                    <a:pt x="227420" y="491970"/>
                  </a:lnTo>
                  <a:lnTo>
                    <a:pt x="227263" y="492417"/>
                  </a:lnTo>
                  <a:lnTo>
                    <a:pt x="227318" y="492767"/>
                  </a:lnTo>
                  <a:lnTo>
                    <a:pt x="227593" y="492954"/>
                  </a:lnTo>
                  <a:lnTo>
                    <a:pt x="227351" y="493574"/>
                  </a:lnTo>
                  <a:lnTo>
                    <a:pt x="226896" y="493183"/>
                  </a:lnTo>
                  <a:lnTo>
                    <a:pt x="226412" y="493672"/>
                  </a:lnTo>
                  <a:lnTo>
                    <a:pt x="225756" y="493812"/>
                  </a:lnTo>
                  <a:lnTo>
                    <a:pt x="225532" y="493622"/>
                  </a:lnTo>
                  <a:lnTo>
                    <a:pt x="225349" y="493547"/>
                  </a:lnTo>
                  <a:lnTo>
                    <a:pt x="225027" y="493528"/>
                  </a:lnTo>
                  <a:lnTo>
                    <a:pt x="224821" y="493717"/>
                  </a:lnTo>
                  <a:lnTo>
                    <a:pt x="224706" y="493972"/>
                  </a:lnTo>
                  <a:lnTo>
                    <a:pt x="224316" y="494038"/>
                  </a:lnTo>
                  <a:lnTo>
                    <a:pt x="224021" y="494134"/>
                  </a:lnTo>
                  <a:lnTo>
                    <a:pt x="223885" y="494425"/>
                  </a:lnTo>
                  <a:lnTo>
                    <a:pt x="223567" y="494513"/>
                  </a:lnTo>
                  <a:lnTo>
                    <a:pt x="223398" y="494605"/>
                  </a:lnTo>
                  <a:lnTo>
                    <a:pt x="223328" y="495300"/>
                  </a:lnTo>
                  <a:lnTo>
                    <a:pt x="223358" y="495717"/>
                  </a:lnTo>
                  <a:lnTo>
                    <a:pt x="223349" y="495883"/>
                  </a:lnTo>
                  <a:lnTo>
                    <a:pt x="223132" y="496193"/>
                  </a:lnTo>
                  <a:lnTo>
                    <a:pt x="222713" y="496317"/>
                  </a:lnTo>
                  <a:lnTo>
                    <a:pt x="222450" y="496047"/>
                  </a:lnTo>
                  <a:lnTo>
                    <a:pt x="222042" y="495688"/>
                  </a:lnTo>
                  <a:lnTo>
                    <a:pt x="221391" y="495026"/>
                  </a:lnTo>
                  <a:lnTo>
                    <a:pt x="221392" y="494690"/>
                  </a:lnTo>
                  <a:lnTo>
                    <a:pt x="220942" y="494359"/>
                  </a:lnTo>
                  <a:lnTo>
                    <a:pt x="220756" y="494117"/>
                  </a:lnTo>
                  <a:lnTo>
                    <a:pt x="220437" y="493339"/>
                  </a:lnTo>
                  <a:lnTo>
                    <a:pt x="220357" y="493079"/>
                  </a:lnTo>
                  <a:lnTo>
                    <a:pt x="219978" y="493074"/>
                  </a:lnTo>
                  <a:lnTo>
                    <a:pt x="219966" y="493320"/>
                  </a:lnTo>
                  <a:lnTo>
                    <a:pt x="220044" y="493530"/>
                  </a:lnTo>
                  <a:lnTo>
                    <a:pt x="219835" y="493947"/>
                  </a:lnTo>
                  <a:lnTo>
                    <a:pt x="219379" y="494043"/>
                  </a:lnTo>
                  <a:lnTo>
                    <a:pt x="219090" y="493995"/>
                  </a:lnTo>
                  <a:lnTo>
                    <a:pt x="218653" y="493744"/>
                  </a:lnTo>
                  <a:lnTo>
                    <a:pt x="218515" y="493725"/>
                  </a:lnTo>
                  <a:lnTo>
                    <a:pt x="218037" y="493608"/>
                  </a:lnTo>
                  <a:lnTo>
                    <a:pt x="218020" y="493175"/>
                  </a:lnTo>
                  <a:lnTo>
                    <a:pt x="218114" y="492724"/>
                  </a:lnTo>
                  <a:lnTo>
                    <a:pt x="217956" y="492139"/>
                  </a:lnTo>
                  <a:lnTo>
                    <a:pt x="217932" y="491443"/>
                  </a:lnTo>
                  <a:lnTo>
                    <a:pt x="217922" y="491156"/>
                  </a:lnTo>
                  <a:lnTo>
                    <a:pt x="217960" y="490971"/>
                  </a:lnTo>
                  <a:lnTo>
                    <a:pt x="217582" y="490427"/>
                  </a:lnTo>
                  <a:lnTo>
                    <a:pt x="217376" y="490033"/>
                  </a:lnTo>
                  <a:lnTo>
                    <a:pt x="217521" y="489543"/>
                  </a:lnTo>
                  <a:lnTo>
                    <a:pt x="217243" y="489208"/>
                  </a:lnTo>
                  <a:lnTo>
                    <a:pt x="216823" y="489123"/>
                  </a:lnTo>
                  <a:lnTo>
                    <a:pt x="216517" y="488700"/>
                  </a:lnTo>
                  <a:lnTo>
                    <a:pt x="215832" y="488656"/>
                  </a:lnTo>
                  <a:lnTo>
                    <a:pt x="215195" y="488574"/>
                  </a:lnTo>
                  <a:lnTo>
                    <a:pt x="215393" y="489415"/>
                  </a:lnTo>
                  <a:lnTo>
                    <a:pt x="215143" y="489823"/>
                  </a:lnTo>
                  <a:lnTo>
                    <a:pt x="214834" y="490058"/>
                  </a:lnTo>
                  <a:lnTo>
                    <a:pt x="214585" y="490012"/>
                  </a:lnTo>
                  <a:lnTo>
                    <a:pt x="214400" y="489548"/>
                  </a:lnTo>
                  <a:lnTo>
                    <a:pt x="214286" y="489882"/>
                  </a:lnTo>
                  <a:lnTo>
                    <a:pt x="214160" y="490113"/>
                  </a:lnTo>
                  <a:lnTo>
                    <a:pt x="213975" y="490453"/>
                  </a:lnTo>
                  <a:lnTo>
                    <a:pt x="213488" y="491159"/>
                  </a:lnTo>
                  <a:lnTo>
                    <a:pt x="213269" y="491366"/>
                  </a:lnTo>
                  <a:lnTo>
                    <a:pt x="212855" y="491690"/>
                  </a:lnTo>
                  <a:lnTo>
                    <a:pt x="212555" y="491986"/>
                  </a:lnTo>
                  <a:lnTo>
                    <a:pt x="212490" y="492159"/>
                  </a:lnTo>
                  <a:lnTo>
                    <a:pt x="212636" y="492237"/>
                  </a:lnTo>
                  <a:lnTo>
                    <a:pt x="212495" y="492575"/>
                  </a:lnTo>
                  <a:lnTo>
                    <a:pt x="212123" y="492494"/>
                  </a:lnTo>
                  <a:lnTo>
                    <a:pt x="211747" y="492239"/>
                  </a:lnTo>
                  <a:lnTo>
                    <a:pt x="211509" y="492185"/>
                  </a:lnTo>
                  <a:lnTo>
                    <a:pt x="210892" y="492575"/>
                  </a:lnTo>
                  <a:lnTo>
                    <a:pt x="210652" y="492686"/>
                  </a:lnTo>
                  <a:lnTo>
                    <a:pt x="210415" y="492699"/>
                  </a:lnTo>
                  <a:lnTo>
                    <a:pt x="210003" y="492523"/>
                  </a:lnTo>
                  <a:lnTo>
                    <a:pt x="209709" y="492376"/>
                  </a:lnTo>
                  <a:lnTo>
                    <a:pt x="209333" y="492430"/>
                  </a:lnTo>
                  <a:lnTo>
                    <a:pt x="208774" y="492429"/>
                  </a:lnTo>
                  <a:lnTo>
                    <a:pt x="208503" y="492232"/>
                  </a:lnTo>
                  <a:lnTo>
                    <a:pt x="208558" y="491976"/>
                  </a:lnTo>
                  <a:lnTo>
                    <a:pt x="208400" y="491968"/>
                  </a:lnTo>
                  <a:lnTo>
                    <a:pt x="208202" y="492058"/>
                  </a:lnTo>
                  <a:lnTo>
                    <a:pt x="207999" y="492218"/>
                  </a:lnTo>
                  <a:lnTo>
                    <a:pt x="207832" y="492348"/>
                  </a:lnTo>
                  <a:lnTo>
                    <a:pt x="207673" y="492472"/>
                  </a:lnTo>
                  <a:lnTo>
                    <a:pt x="207377" y="492503"/>
                  </a:lnTo>
                  <a:lnTo>
                    <a:pt x="206947" y="492749"/>
                  </a:lnTo>
                  <a:lnTo>
                    <a:pt x="206896" y="492909"/>
                  </a:lnTo>
                  <a:lnTo>
                    <a:pt x="206855" y="493251"/>
                  </a:lnTo>
                  <a:lnTo>
                    <a:pt x="206672" y="493175"/>
                  </a:lnTo>
                  <a:lnTo>
                    <a:pt x="206327" y="492978"/>
                  </a:lnTo>
                  <a:lnTo>
                    <a:pt x="205860" y="492853"/>
                  </a:lnTo>
                  <a:lnTo>
                    <a:pt x="205484" y="492758"/>
                  </a:lnTo>
                  <a:lnTo>
                    <a:pt x="204642" y="492668"/>
                  </a:lnTo>
                  <a:lnTo>
                    <a:pt x="203803" y="492824"/>
                  </a:lnTo>
                  <a:lnTo>
                    <a:pt x="203578" y="493064"/>
                  </a:lnTo>
                  <a:lnTo>
                    <a:pt x="203317" y="493121"/>
                  </a:lnTo>
                  <a:lnTo>
                    <a:pt x="202930" y="492960"/>
                  </a:lnTo>
                  <a:lnTo>
                    <a:pt x="202586" y="493001"/>
                  </a:lnTo>
                  <a:lnTo>
                    <a:pt x="202320" y="493260"/>
                  </a:lnTo>
                  <a:lnTo>
                    <a:pt x="202031" y="493217"/>
                  </a:lnTo>
                  <a:lnTo>
                    <a:pt x="201447" y="492936"/>
                  </a:lnTo>
                  <a:lnTo>
                    <a:pt x="201336" y="492658"/>
                  </a:lnTo>
                  <a:lnTo>
                    <a:pt x="201237" y="492492"/>
                  </a:lnTo>
                  <a:lnTo>
                    <a:pt x="200785" y="492051"/>
                  </a:lnTo>
                  <a:lnTo>
                    <a:pt x="200510" y="491917"/>
                  </a:lnTo>
                  <a:lnTo>
                    <a:pt x="200303" y="491817"/>
                  </a:lnTo>
                  <a:lnTo>
                    <a:pt x="200002" y="491680"/>
                  </a:lnTo>
                  <a:lnTo>
                    <a:pt x="199719" y="490927"/>
                  </a:lnTo>
                  <a:lnTo>
                    <a:pt x="199406" y="490707"/>
                  </a:lnTo>
                  <a:lnTo>
                    <a:pt x="199154" y="490750"/>
                  </a:lnTo>
                  <a:lnTo>
                    <a:pt x="198839" y="490903"/>
                  </a:lnTo>
                  <a:lnTo>
                    <a:pt x="198514" y="490977"/>
                  </a:lnTo>
                  <a:lnTo>
                    <a:pt x="198225" y="491032"/>
                  </a:lnTo>
                  <a:lnTo>
                    <a:pt x="197987" y="491063"/>
                  </a:lnTo>
                  <a:lnTo>
                    <a:pt x="197247" y="491107"/>
                  </a:lnTo>
                  <a:lnTo>
                    <a:pt x="196970" y="491021"/>
                  </a:lnTo>
                  <a:lnTo>
                    <a:pt x="196817" y="490936"/>
                  </a:lnTo>
                  <a:lnTo>
                    <a:pt x="196584" y="490928"/>
                  </a:lnTo>
                  <a:lnTo>
                    <a:pt x="196377" y="491103"/>
                  </a:lnTo>
                  <a:lnTo>
                    <a:pt x="195359" y="491129"/>
                  </a:lnTo>
                  <a:lnTo>
                    <a:pt x="195342" y="491416"/>
                  </a:lnTo>
                  <a:lnTo>
                    <a:pt x="195164" y="491485"/>
                  </a:lnTo>
                  <a:lnTo>
                    <a:pt x="194771" y="491634"/>
                  </a:lnTo>
                  <a:lnTo>
                    <a:pt x="193985" y="491534"/>
                  </a:lnTo>
                  <a:lnTo>
                    <a:pt x="193748" y="491443"/>
                  </a:lnTo>
                  <a:lnTo>
                    <a:pt x="193626" y="491263"/>
                  </a:lnTo>
                  <a:lnTo>
                    <a:pt x="193482" y="491062"/>
                  </a:lnTo>
                  <a:lnTo>
                    <a:pt x="192784" y="490858"/>
                  </a:lnTo>
                  <a:lnTo>
                    <a:pt x="192020" y="491284"/>
                  </a:lnTo>
                  <a:lnTo>
                    <a:pt x="191715" y="491282"/>
                  </a:lnTo>
                  <a:lnTo>
                    <a:pt x="191245" y="491024"/>
                  </a:lnTo>
                  <a:lnTo>
                    <a:pt x="190835" y="490804"/>
                  </a:lnTo>
                  <a:lnTo>
                    <a:pt x="190307" y="490502"/>
                  </a:lnTo>
                  <a:lnTo>
                    <a:pt x="189994" y="490286"/>
                  </a:lnTo>
                  <a:lnTo>
                    <a:pt x="189003" y="489926"/>
                  </a:lnTo>
                  <a:lnTo>
                    <a:pt x="188790" y="489841"/>
                  </a:lnTo>
                  <a:lnTo>
                    <a:pt x="188275" y="489496"/>
                  </a:lnTo>
                  <a:lnTo>
                    <a:pt x="187876" y="489439"/>
                  </a:lnTo>
                  <a:lnTo>
                    <a:pt x="187570" y="489346"/>
                  </a:lnTo>
                  <a:lnTo>
                    <a:pt x="187211" y="489163"/>
                  </a:lnTo>
                  <a:lnTo>
                    <a:pt x="186762" y="488894"/>
                  </a:lnTo>
                  <a:lnTo>
                    <a:pt x="186430" y="488908"/>
                  </a:lnTo>
                  <a:lnTo>
                    <a:pt x="186280" y="488915"/>
                  </a:lnTo>
                  <a:lnTo>
                    <a:pt x="185713" y="489165"/>
                  </a:lnTo>
                  <a:lnTo>
                    <a:pt x="185337" y="489218"/>
                  </a:lnTo>
                  <a:lnTo>
                    <a:pt x="185081" y="489238"/>
                  </a:lnTo>
                  <a:lnTo>
                    <a:pt x="184505" y="489517"/>
                  </a:lnTo>
                  <a:lnTo>
                    <a:pt x="184242" y="489569"/>
                  </a:lnTo>
                  <a:lnTo>
                    <a:pt x="184110" y="489595"/>
                  </a:lnTo>
                  <a:lnTo>
                    <a:pt x="183911" y="489630"/>
                  </a:lnTo>
                  <a:lnTo>
                    <a:pt x="183508" y="489619"/>
                  </a:lnTo>
                  <a:lnTo>
                    <a:pt x="182990" y="489368"/>
                  </a:lnTo>
                  <a:lnTo>
                    <a:pt x="182787" y="489411"/>
                  </a:lnTo>
                  <a:lnTo>
                    <a:pt x="182642" y="489443"/>
                  </a:lnTo>
                  <a:lnTo>
                    <a:pt x="182505" y="489483"/>
                  </a:lnTo>
                  <a:lnTo>
                    <a:pt x="182257" y="489557"/>
                  </a:lnTo>
                  <a:lnTo>
                    <a:pt x="180836" y="489460"/>
                  </a:lnTo>
                  <a:lnTo>
                    <a:pt x="180406" y="489569"/>
                  </a:lnTo>
                  <a:lnTo>
                    <a:pt x="180123" y="489622"/>
                  </a:lnTo>
                  <a:lnTo>
                    <a:pt x="179849" y="488909"/>
                  </a:lnTo>
                  <a:lnTo>
                    <a:pt x="179583" y="488500"/>
                  </a:lnTo>
                  <a:lnTo>
                    <a:pt x="179242" y="488489"/>
                  </a:lnTo>
                  <a:lnTo>
                    <a:pt x="178908" y="488544"/>
                  </a:lnTo>
                  <a:lnTo>
                    <a:pt x="178701" y="488559"/>
                  </a:lnTo>
                  <a:lnTo>
                    <a:pt x="178526" y="488544"/>
                  </a:lnTo>
                  <a:lnTo>
                    <a:pt x="178267" y="488521"/>
                  </a:lnTo>
                  <a:lnTo>
                    <a:pt x="177982" y="488946"/>
                  </a:lnTo>
                  <a:lnTo>
                    <a:pt x="177470" y="488581"/>
                  </a:lnTo>
                  <a:lnTo>
                    <a:pt x="177365" y="488288"/>
                  </a:lnTo>
                  <a:lnTo>
                    <a:pt x="177296" y="488049"/>
                  </a:lnTo>
                  <a:lnTo>
                    <a:pt x="176938" y="487847"/>
                  </a:lnTo>
                  <a:lnTo>
                    <a:pt x="176737" y="487837"/>
                  </a:lnTo>
                  <a:lnTo>
                    <a:pt x="176376" y="487879"/>
                  </a:lnTo>
                  <a:lnTo>
                    <a:pt x="176213" y="488090"/>
                  </a:lnTo>
                  <a:lnTo>
                    <a:pt x="176009" y="488433"/>
                  </a:lnTo>
                  <a:lnTo>
                    <a:pt x="175708" y="488776"/>
                  </a:lnTo>
                  <a:lnTo>
                    <a:pt x="175715" y="488973"/>
                  </a:lnTo>
                  <a:lnTo>
                    <a:pt x="175779" y="489100"/>
                  </a:lnTo>
                  <a:lnTo>
                    <a:pt x="175836" y="489349"/>
                  </a:lnTo>
                  <a:lnTo>
                    <a:pt x="175810" y="489718"/>
                  </a:lnTo>
                  <a:lnTo>
                    <a:pt x="175302" y="489660"/>
                  </a:lnTo>
                  <a:lnTo>
                    <a:pt x="174875" y="489734"/>
                  </a:lnTo>
                  <a:lnTo>
                    <a:pt x="174539" y="489705"/>
                  </a:lnTo>
                  <a:lnTo>
                    <a:pt x="174201" y="489589"/>
                  </a:lnTo>
                  <a:lnTo>
                    <a:pt x="173775" y="489567"/>
                  </a:lnTo>
                  <a:lnTo>
                    <a:pt x="173516" y="489457"/>
                  </a:lnTo>
                  <a:lnTo>
                    <a:pt x="173188" y="489275"/>
                  </a:lnTo>
                  <a:lnTo>
                    <a:pt x="172962" y="489215"/>
                  </a:lnTo>
                  <a:lnTo>
                    <a:pt x="172823" y="489260"/>
                  </a:lnTo>
                  <a:lnTo>
                    <a:pt x="172745" y="489436"/>
                  </a:lnTo>
                  <a:lnTo>
                    <a:pt x="172451" y="489441"/>
                  </a:lnTo>
                  <a:lnTo>
                    <a:pt x="172110" y="489212"/>
                  </a:lnTo>
                  <a:lnTo>
                    <a:pt x="171838" y="489709"/>
                  </a:lnTo>
                  <a:lnTo>
                    <a:pt x="171311" y="490020"/>
                  </a:lnTo>
                  <a:lnTo>
                    <a:pt x="171395" y="490261"/>
                  </a:lnTo>
                  <a:lnTo>
                    <a:pt x="171513" y="490538"/>
                  </a:lnTo>
                  <a:lnTo>
                    <a:pt x="171345" y="490828"/>
                  </a:lnTo>
                  <a:lnTo>
                    <a:pt x="171189" y="490874"/>
                  </a:lnTo>
                  <a:lnTo>
                    <a:pt x="170997" y="490919"/>
                  </a:lnTo>
                  <a:lnTo>
                    <a:pt x="170579" y="491096"/>
                  </a:lnTo>
                  <a:lnTo>
                    <a:pt x="170347" y="491283"/>
                  </a:lnTo>
                  <a:lnTo>
                    <a:pt x="170371" y="491877"/>
                  </a:lnTo>
                  <a:lnTo>
                    <a:pt x="170273" y="492096"/>
                  </a:lnTo>
                  <a:lnTo>
                    <a:pt x="169987" y="492298"/>
                  </a:lnTo>
                  <a:lnTo>
                    <a:pt x="169741" y="492354"/>
                  </a:lnTo>
                  <a:lnTo>
                    <a:pt x="169479" y="492514"/>
                  </a:lnTo>
                  <a:lnTo>
                    <a:pt x="169072" y="493340"/>
                  </a:lnTo>
                  <a:lnTo>
                    <a:pt x="168771" y="493558"/>
                  </a:lnTo>
                  <a:lnTo>
                    <a:pt x="169335" y="493944"/>
                  </a:lnTo>
                  <a:lnTo>
                    <a:pt x="169525" y="494036"/>
                  </a:lnTo>
                  <a:lnTo>
                    <a:pt x="169739" y="494278"/>
                  </a:lnTo>
                  <a:lnTo>
                    <a:pt x="170265" y="494272"/>
                  </a:lnTo>
                  <a:lnTo>
                    <a:pt x="170401" y="494270"/>
                  </a:lnTo>
                  <a:lnTo>
                    <a:pt x="170899" y="494189"/>
                  </a:lnTo>
                  <a:lnTo>
                    <a:pt x="171668" y="494354"/>
                  </a:lnTo>
                  <a:lnTo>
                    <a:pt x="172098" y="494469"/>
                  </a:lnTo>
                  <a:lnTo>
                    <a:pt x="172360" y="494503"/>
                  </a:lnTo>
                  <a:lnTo>
                    <a:pt x="173953" y="494902"/>
                  </a:lnTo>
                  <a:lnTo>
                    <a:pt x="174102" y="495101"/>
                  </a:lnTo>
                  <a:lnTo>
                    <a:pt x="174247" y="495345"/>
                  </a:lnTo>
                  <a:lnTo>
                    <a:pt x="174766" y="495194"/>
                  </a:lnTo>
                  <a:lnTo>
                    <a:pt x="175023" y="495101"/>
                  </a:lnTo>
                  <a:lnTo>
                    <a:pt x="175237" y="495324"/>
                  </a:lnTo>
                  <a:lnTo>
                    <a:pt x="175545" y="495729"/>
                  </a:lnTo>
                  <a:lnTo>
                    <a:pt x="175898" y="495839"/>
                  </a:lnTo>
                  <a:lnTo>
                    <a:pt x="176061" y="495752"/>
                  </a:lnTo>
                  <a:lnTo>
                    <a:pt x="176489" y="495504"/>
                  </a:lnTo>
                  <a:lnTo>
                    <a:pt x="177140" y="495494"/>
                  </a:lnTo>
                  <a:lnTo>
                    <a:pt x="177283" y="495486"/>
                  </a:lnTo>
                  <a:lnTo>
                    <a:pt x="177659" y="495456"/>
                  </a:lnTo>
                  <a:lnTo>
                    <a:pt x="177795" y="495445"/>
                  </a:lnTo>
                  <a:lnTo>
                    <a:pt x="177945" y="495418"/>
                  </a:lnTo>
                  <a:lnTo>
                    <a:pt x="178187" y="495411"/>
                  </a:lnTo>
                  <a:lnTo>
                    <a:pt x="178390" y="495482"/>
                  </a:lnTo>
                  <a:lnTo>
                    <a:pt x="179089" y="495316"/>
                  </a:lnTo>
                  <a:lnTo>
                    <a:pt x="179586" y="495539"/>
                  </a:lnTo>
                  <a:lnTo>
                    <a:pt x="179884" y="496089"/>
                  </a:lnTo>
                  <a:lnTo>
                    <a:pt x="180259" y="496272"/>
                  </a:lnTo>
                  <a:lnTo>
                    <a:pt x="180588" y="496267"/>
                  </a:lnTo>
                  <a:lnTo>
                    <a:pt x="181163" y="496641"/>
                  </a:lnTo>
                  <a:lnTo>
                    <a:pt x="181547" y="496702"/>
                  </a:lnTo>
                  <a:lnTo>
                    <a:pt x="181869" y="496853"/>
                  </a:lnTo>
                  <a:lnTo>
                    <a:pt x="182408" y="497319"/>
                  </a:lnTo>
                  <a:lnTo>
                    <a:pt x="182592" y="497391"/>
                  </a:lnTo>
                  <a:lnTo>
                    <a:pt x="182832" y="497533"/>
                  </a:lnTo>
                  <a:lnTo>
                    <a:pt x="183034" y="497657"/>
                  </a:lnTo>
                  <a:lnTo>
                    <a:pt x="183225" y="497665"/>
                  </a:lnTo>
                  <a:lnTo>
                    <a:pt x="183798" y="497633"/>
                  </a:lnTo>
                  <a:lnTo>
                    <a:pt x="183988" y="497701"/>
                  </a:lnTo>
                  <a:lnTo>
                    <a:pt x="183806" y="498169"/>
                  </a:lnTo>
                  <a:lnTo>
                    <a:pt x="183742" y="498487"/>
                  </a:lnTo>
                  <a:lnTo>
                    <a:pt x="183708" y="498653"/>
                  </a:lnTo>
                  <a:lnTo>
                    <a:pt x="183764" y="498869"/>
                  </a:lnTo>
                  <a:lnTo>
                    <a:pt x="183562" y="499724"/>
                  </a:lnTo>
                  <a:lnTo>
                    <a:pt x="183536" y="500242"/>
                  </a:lnTo>
                  <a:lnTo>
                    <a:pt x="183453" y="500630"/>
                  </a:lnTo>
                  <a:lnTo>
                    <a:pt x="183425" y="500767"/>
                  </a:lnTo>
                  <a:lnTo>
                    <a:pt x="183533" y="501147"/>
                  </a:lnTo>
                  <a:lnTo>
                    <a:pt x="183240" y="501920"/>
                  </a:lnTo>
                  <a:lnTo>
                    <a:pt x="182931" y="502849"/>
                  </a:lnTo>
                  <a:lnTo>
                    <a:pt x="182858" y="503077"/>
                  </a:lnTo>
                  <a:lnTo>
                    <a:pt x="182888" y="503376"/>
                  </a:lnTo>
                  <a:lnTo>
                    <a:pt x="182732" y="504237"/>
                  </a:lnTo>
                  <a:lnTo>
                    <a:pt x="182669" y="504470"/>
                  </a:lnTo>
                  <a:lnTo>
                    <a:pt x="182604" y="504727"/>
                  </a:lnTo>
                  <a:lnTo>
                    <a:pt x="182734" y="505547"/>
                  </a:lnTo>
                  <a:lnTo>
                    <a:pt x="182973" y="505900"/>
                  </a:lnTo>
                  <a:lnTo>
                    <a:pt x="183076" y="506079"/>
                  </a:lnTo>
                  <a:lnTo>
                    <a:pt x="183174" y="506222"/>
                  </a:lnTo>
                  <a:lnTo>
                    <a:pt x="183480" y="506625"/>
                  </a:lnTo>
                  <a:lnTo>
                    <a:pt x="183915" y="506866"/>
                  </a:lnTo>
                  <a:lnTo>
                    <a:pt x="184403" y="506660"/>
                  </a:lnTo>
                  <a:lnTo>
                    <a:pt x="184637" y="506413"/>
                  </a:lnTo>
                  <a:lnTo>
                    <a:pt x="184957" y="506260"/>
                  </a:lnTo>
                  <a:lnTo>
                    <a:pt x="185236" y="506192"/>
                  </a:lnTo>
                  <a:lnTo>
                    <a:pt x="186077" y="505987"/>
                  </a:lnTo>
                  <a:lnTo>
                    <a:pt x="186249" y="505563"/>
                  </a:lnTo>
                  <a:lnTo>
                    <a:pt x="186607" y="505114"/>
                  </a:lnTo>
                  <a:lnTo>
                    <a:pt x="187013" y="505248"/>
                  </a:lnTo>
                  <a:lnTo>
                    <a:pt x="187206" y="505427"/>
                  </a:lnTo>
                  <a:lnTo>
                    <a:pt x="188085" y="505563"/>
                  </a:lnTo>
                  <a:lnTo>
                    <a:pt x="188608" y="505593"/>
                  </a:lnTo>
                  <a:lnTo>
                    <a:pt x="189558" y="506480"/>
                  </a:lnTo>
                  <a:lnTo>
                    <a:pt x="190134" y="506457"/>
                  </a:lnTo>
                  <a:lnTo>
                    <a:pt x="190369" y="506407"/>
                  </a:lnTo>
                  <a:lnTo>
                    <a:pt x="190563" y="506398"/>
                  </a:lnTo>
                  <a:lnTo>
                    <a:pt x="190790" y="506406"/>
                  </a:lnTo>
                  <a:lnTo>
                    <a:pt x="191128" y="506487"/>
                  </a:lnTo>
                  <a:lnTo>
                    <a:pt x="191505" y="506506"/>
                  </a:lnTo>
                  <a:lnTo>
                    <a:pt x="192271" y="506746"/>
                  </a:lnTo>
                  <a:lnTo>
                    <a:pt x="192505" y="507001"/>
                  </a:lnTo>
                  <a:lnTo>
                    <a:pt x="192917" y="507164"/>
                  </a:lnTo>
                  <a:lnTo>
                    <a:pt x="193555" y="507081"/>
                  </a:lnTo>
                  <a:lnTo>
                    <a:pt x="193833" y="507293"/>
                  </a:lnTo>
                  <a:lnTo>
                    <a:pt x="194072" y="507745"/>
                  </a:lnTo>
                  <a:lnTo>
                    <a:pt x="194896" y="508221"/>
                  </a:lnTo>
                  <a:lnTo>
                    <a:pt x="195219" y="508231"/>
                  </a:lnTo>
                  <a:lnTo>
                    <a:pt x="195950" y="508492"/>
                  </a:lnTo>
                  <a:lnTo>
                    <a:pt x="196360" y="508724"/>
                  </a:lnTo>
                  <a:lnTo>
                    <a:pt x="196679" y="508904"/>
                  </a:lnTo>
                  <a:lnTo>
                    <a:pt x="196984" y="509094"/>
                  </a:lnTo>
                  <a:lnTo>
                    <a:pt x="197164" y="509238"/>
                  </a:lnTo>
                  <a:lnTo>
                    <a:pt x="197476" y="509676"/>
                  </a:lnTo>
                  <a:lnTo>
                    <a:pt x="197524" y="509824"/>
                  </a:lnTo>
                  <a:lnTo>
                    <a:pt x="197977" y="510254"/>
                  </a:lnTo>
                  <a:lnTo>
                    <a:pt x="198494" y="510256"/>
                  </a:lnTo>
                  <a:lnTo>
                    <a:pt x="198516" y="510454"/>
                  </a:lnTo>
                  <a:lnTo>
                    <a:pt x="198316" y="511214"/>
                  </a:lnTo>
                  <a:lnTo>
                    <a:pt x="197840" y="511597"/>
                  </a:lnTo>
                  <a:lnTo>
                    <a:pt x="198044" y="511963"/>
                  </a:lnTo>
                  <a:lnTo>
                    <a:pt x="198487" y="512398"/>
                  </a:lnTo>
                  <a:lnTo>
                    <a:pt x="198797" y="512331"/>
                  </a:lnTo>
                  <a:lnTo>
                    <a:pt x="199252" y="512322"/>
                  </a:lnTo>
                  <a:lnTo>
                    <a:pt x="199460" y="512644"/>
                  </a:lnTo>
                  <a:lnTo>
                    <a:pt x="199451" y="512867"/>
                  </a:lnTo>
                  <a:lnTo>
                    <a:pt x="199379" y="513227"/>
                  </a:lnTo>
                  <a:lnTo>
                    <a:pt x="199516" y="513983"/>
                  </a:lnTo>
                  <a:lnTo>
                    <a:pt x="199625" y="514239"/>
                  </a:lnTo>
                  <a:lnTo>
                    <a:pt x="199772" y="514630"/>
                  </a:lnTo>
                  <a:lnTo>
                    <a:pt x="199230" y="515314"/>
                  </a:lnTo>
                  <a:lnTo>
                    <a:pt x="199247" y="515816"/>
                  </a:lnTo>
                  <a:lnTo>
                    <a:pt x="199070" y="516149"/>
                  </a:lnTo>
                  <a:lnTo>
                    <a:pt x="199037" y="516515"/>
                  </a:lnTo>
                  <a:lnTo>
                    <a:pt x="200047" y="517372"/>
                  </a:lnTo>
                  <a:lnTo>
                    <a:pt x="200226" y="517627"/>
                  </a:lnTo>
                  <a:lnTo>
                    <a:pt x="200322" y="517765"/>
                  </a:lnTo>
                  <a:lnTo>
                    <a:pt x="200592" y="518116"/>
                  </a:lnTo>
                  <a:lnTo>
                    <a:pt x="201172" y="518450"/>
                  </a:lnTo>
                  <a:lnTo>
                    <a:pt x="201239" y="518745"/>
                  </a:lnTo>
                  <a:lnTo>
                    <a:pt x="200852" y="519102"/>
                  </a:lnTo>
                  <a:lnTo>
                    <a:pt x="200648" y="519257"/>
                  </a:lnTo>
                  <a:lnTo>
                    <a:pt x="200512" y="519362"/>
                  </a:lnTo>
                  <a:lnTo>
                    <a:pt x="200381" y="519568"/>
                  </a:lnTo>
                  <a:lnTo>
                    <a:pt x="200168" y="519702"/>
                  </a:lnTo>
                  <a:lnTo>
                    <a:pt x="199947" y="519945"/>
                  </a:lnTo>
                  <a:lnTo>
                    <a:pt x="199821" y="520158"/>
                  </a:lnTo>
                  <a:lnTo>
                    <a:pt x="199603" y="520438"/>
                  </a:lnTo>
                  <a:lnTo>
                    <a:pt x="199299" y="520672"/>
                  </a:lnTo>
                  <a:lnTo>
                    <a:pt x="198937" y="520822"/>
                  </a:lnTo>
                  <a:lnTo>
                    <a:pt x="198673" y="520615"/>
                  </a:lnTo>
                  <a:lnTo>
                    <a:pt x="198608" y="520152"/>
                  </a:lnTo>
                  <a:lnTo>
                    <a:pt x="198214" y="520127"/>
                  </a:lnTo>
                  <a:lnTo>
                    <a:pt x="197925" y="519481"/>
                  </a:lnTo>
                  <a:lnTo>
                    <a:pt x="197303" y="519486"/>
                  </a:lnTo>
                  <a:lnTo>
                    <a:pt x="196839" y="519394"/>
                  </a:lnTo>
                  <a:lnTo>
                    <a:pt x="196503" y="519373"/>
                  </a:lnTo>
                  <a:lnTo>
                    <a:pt x="196349" y="519387"/>
                  </a:lnTo>
                  <a:lnTo>
                    <a:pt x="196142" y="519628"/>
                  </a:lnTo>
                  <a:lnTo>
                    <a:pt x="196124" y="519785"/>
                  </a:lnTo>
                  <a:lnTo>
                    <a:pt x="196135" y="520040"/>
                  </a:lnTo>
                  <a:lnTo>
                    <a:pt x="196499" y="520839"/>
                  </a:lnTo>
                  <a:lnTo>
                    <a:pt x="196452" y="521080"/>
                  </a:lnTo>
                  <a:lnTo>
                    <a:pt x="195933" y="521092"/>
                  </a:lnTo>
                  <a:lnTo>
                    <a:pt x="195486" y="521355"/>
                  </a:lnTo>
                  <a:lnTo>
                    <a:pt x="195312" y="521550"/>
                  </a:lnTo>
                  <a:lnTo>
                    <a:pt x="195240" y="521749"/>
                  </a:lnTo>
                  <a:lnTo>
                    <a:pt x="195136" y="522059"/>
                  </a:lnTo>
                  <a:lnTo>
                    <a:pt x="194985" y="522295"/>
                  </a:lnTo>
                  <a:lnTo>
                    <a:pt x="194758" y="522285"/>
                  </a:lnTo>
                  <a:lnTo>
                    <a:pt x="194114" y="522548"/>
                  </a:lnTo>
                  <a:lnTo>
                    <a:pt x="193928" y="523081"/>
                  </a:lnTo>
                  <a:lnTo>
                    <a:pt x="193686" y="523115"/>
                  </a:lnTo>
                  <a:lnTo>
                    <a:pt x="193110" y="523062"/>
                  </a:lnTo>
                  <a:lnTo>
                    <a:pt x="192638" y="522778"/>
                  </a:lnTo>
                  <a:lnTo>
                    <a:pt x="192431" y="522703"/>
                  </a:lnTo>
                  <a:lnTo>
                    <a:pt x="191947" y="522711"/>
                  </a:lnTo>
                  <a:lnTo>
                    <a:pt x="191662" y="522569"/>
                  </a:lnTo>
                  <a:lnTo>
                    <a:pt x="191516" y="522024"/>
                  </a:lnTo>
                  <a:lnTo>
                    <a:pt x="191482" y="521859"/>
                  </a:lnTo>
                  <a:lnTo>
                    <a:pt x="190946" y="521551"/>
                  </a:lnTo>
                  <a:lnTo>
                    <a:pt x="190616" y="521728"/>
                  </a:lnTo>
                  <a:lnTo>
                    <a:pt x="190477" y="521827"/>
                  </a:lnTo>
                  <a:lnTo>
                    <a:pt x="190145" y="521713"/>
                  </a:lnTo>
                  <a:lnTo>
                    <a:pt x="189964" y="521443"/>
                  </a:lnTo>
                  <a:lnTo>
                    <a:pt x="189679" y="521094"/>
                  </a:lnTo>
                  <a:lnTo>
                    <a:pt x="189097" y="520874"/>
                  </a:lnTo>
                  <a:lnTo>
                    <a:pt x="188792" y="520924"/>
                  </a:lnTo>
                  <a:lnTo>
                    <a:pt x="188440" y="520787"/>
                  </a:lnTo>
                  <a:lnTo>
                    <a:pt x="188193" y="520701"/>
                  </a:lnTo>
                  <a:lnTo>
                    <a:pt x="187822" y="520780"/>
                  </a:lnTo>
                  <a:lnTo>
                    <a:pt x="187203" y="520840"/>
                  </a:lnTo>
                  <a:lnTo>
                    <a:pt x="186697" y="521245"/>
                  </a:lnTo>
                  <a:lnTo>
                    <a:pt x="186542" y="521349"/>
                  </a:lnTo>
                  <a:lnTo>
                    <a:pt x="185638" y="521228"/>
                  </a:lnTo>
                  <a:lnTo>
                    <a:pt x="185321" y="521490"/>
                  </a:lnTo>
                  <a:lnTo>
                    <a:pt x="185140" y="521656"/>
                  </a:lnTo>
                  <a:lnTo>
                    <a:pt x="184868" y="521495"/>
                  </a:lnTo>
                  <a:lnTo>
                    <a:pt x="184658" y="521443"/>
                  </a:lnTo>
                  <a:lnTo>
                    <a:pt x="184525" y="521448"/>
                  </a:lnTo>
                  <a:lnTo>
                    <a:pt x="184199" y="521415"/>
                  </a:lnTo>
                  <a:lnTo>
                    <a:pt x="183768" y="521310"/>
                  </a:lnTo>
                  <a:lnTo>
                    <a:pt x="183503" y="521326"/>
                  </a:lnTo>
                  <a:lnTo>
                    <a:pt x="183340" y="521350"/>
                  </a:lnTo>
                  <a:lnTo>
                    <a:pt x="183022" y="521122"/>
                  </a:lnTo>
                  <a:lnTo>
                    <a:pt x="182539" y="521029"/>
                  </a:lnTo>
                  <a:lnTo>
                    <a:pt x="182284" y="521105"/>
                  </a:lnTo>
                  <a:lnTo>
                    <a:pt x="181680" y="520764"/>
                  </a:lnTo>
                  <a:lnTo>
                    <a:pt x="180777" y="520126"/>
                  </a:lnTo>
                  <a:lnTo>
                    <a:pt x="180591" y="520249"/>
                  </a:lnTo>
                  <a:lnTo>
                    <a:pt x="180317" y="520188"/>
                  </a:lnTo>
                  <a:lnTo>
                    <a:pt x="180055" y="520135"/>
                  </a:lnTo>
                  <a:lnTo>
                    <a:pt x="179551" y="520547"/>
                  </a:lnTo>
                  <a:lnTo>
                    <a:pt x="179333" y="520572"/>
                  </a:lnTo>
                  <a:lnTo>
                    <a:pt x="179105" y="520497"/>
                  </a:lnTo>
                  <a:lnTo>
                    <a:pt x="178748" y="520313"/>
                  </a:lnTo>
                  <a:lnTo>
                    <a:pt x="178463" y="520351"/>
                  </a:lnTo>
                  <a:lnTo>
                    <a:pt x="178221" y="520429"/>
                  </a:lnTo>
                  <a:lnTo>
                    <a:pt x="177507" y="520409"/>
                  </a:lnTo>
                  <a:lnTo>
                    <a:pt x="177118" y="520459"/>
                  </a:lnTo>
                  <a:lnTo>
                    <a:pt x="176972" y="520478"/>
                  </a:lnTo>
                  <a:lnTo>
                    <a:pt x="176496" y="520450"/>
                  </a:lnTo>
                  <a:lnTo>
                    <a:pt x="176271" y="520736"/>
                  </a:lnTo>
                  <a:lnTo>
                    <a:pt x="176486" y="521588"/>
                  </a:lnTo>
                  <a:lnTo>
                    <a:pt x="176392" y="521777"/>
                  </a:lnTo>
                  <a:lnTo>
                    <a:pt x="176182" y="521928"/>
                  </a:lnTo>
                  <a:lnTo>
                    <a:pt x="176181" y="522319"/>
                  </a:lnTo>
                  <a:lnTo>
                    <a:pt x="176628" y="522386"/>
                  </a:lnTo>
                  <a:lnTo>
                    <a:pt x="176954" y="522594"/>
                  </a:lnTo>
                  <a:lnTo>
                    <a:pt x="177066" y="522845"/>
                  </a:lnTo>
                  <a:lnTo>
                    <a:pt x="177066" y="523346"/>
                  </a:lnTo>
                  <a:lnTo>
                    <a:pt x="176777" y="523642"/>
                  </a:lnTo>
                  <a:lnTo>
                    <a:pt x="176392" y="523658"/>
                  </a:lnTo>
                  <a:lnTo>
                    <a:pt x="176103" y="524233"/>
                  </a:lnTo>
                  <a:lnTo>
                    <a:pt x="175903" y="524193"/>
                  </a:lnTo>
                  <a:lnTo>
                    <a:pt x="175544" y="524124"/>
                  </a:lnTo>
                  <a:lnTo>
                    <a:pt x="174593" y="524611"/>
                  </a:lnTo>
                  <a:lnTo>
                    <a:pt x="174517" y="524909"/>
                  </a:lnTo>
                  <a:lnTo>
                    <a:pt x="174293" y="525355"/>
                  </a:lnTo>
                  <a:lnTo>
                    <a:pt x="174228" y="525756"/>
                  </a:lnTo>
                  <a:lnTo>
                    <a:pt x="174107" y="526015"/>
                  </a:lnTo>
                  <a:lnTo>
                    <a:pt x="173884" y="526113"/>
                  </a:lnTo>
                  <a:lnTo>
                    <a:pt x="173325" y="526113"/>
                  </a:lnTo>
                  <a:lnTo>
                    <a:pt x="173427" y="526508"/>
                  </a:lnTo>
                  <a:lnTo>
                    <a:pt x="173261" y="526827"/>
                  </a:lnTo>
                  <a:lnTo>
                    <a:pt x="173195" y="526975"/>
                  </a:lnTo>
                  <a:lnTo>
                    <a:pt x="173191" y="527183"/>
                  </a:lnTo>
                  <a:lnTo>
                    <a:pt x="173171" y="527522"/>
                  </a:lnTo>
                  <a:lnTo>
                    <a:pt x="173067" y="527706"/>
                  </a:lnTo>
                  <a:lnTo>
                    <a:pt x="172765" y="528031"/>
                  </a:lnTo>
                  <a:lnTo>
                    <a:pt x="172181" y="528748"/>
                  </a:lnTo>
                  <a:lnTo>
                    <a:pt x="172336" y="529262"/>
                  </a:lnTo>
                  <a:lnTo>
                    <a:pt x="172457" y="529562"/>
                  </a:lnTo>
                  <a:lnTo>
                    <a:pt x="172463" y="529905"/>
                  </a:lnTo>
                  <a:lnTo>
                    <a:pt x="172128" y="530211"/>
                  </a:lnTo>
                  <a:lnTo>
                    <a:pt x="171917" y="530161"/>
                  </a:lnTo>
                  <a:lnTo>
                    <a:pt x="171651" y="530254"/>
                  </a:lnTo>
                  <a:lnTo>
                    <a:pt x="171136" y="530705"/>
                  </a:lnTo>
                  <a:lnTo>
                    <a:pt x="171295" y="531379"/>
                  </a:lnTo>
                  <a:lnTo>
                    <a:pt x="171411" y="531669"/>
                  </a:lnTo>
                  <a:lnTo>
                    <a:pt x="171522" y="531960"/>
                  </a:lnTo>
                  <a:lnTo>
                    <a:pt x="171540" y="532392"/>
                  </a:lnTo>
                  <a:lnTo>
                    <a:pt x="171861" y="533242"/>
                  </a:lnTo>
                  <a:lnTo>
                    <a:pt x="171619" y="533591"/>
                  </a:lnTo>
                  <a:lnTo>
                    <a:pt x="171476" y="533864"/>
                  </a:lnTo>
                  <a:lnTo>
                    <a:pt x="171332" y="534137"/>
                  </a:lnTo>
                  <a:lnTo>
                    <a:pt x="171098" y="534605"/>
                  </a:lnTo>
                  <a:lnTo>
                    <a:pt x="170955" y="534836"/>
                  </a:lnTo>
                  <a:lnTo>
                    <a:pt x="170884" y="534975"/>
                  </a:lnTo>
                  <a:lnTo>
                    <a:pt x="170778" y="535224"/>
                  </a:lnTo>
                  <a:lnTo>
                    <a:pt x="170754" y="535455"/>
                  </a:lnTo>
                  <a:lnTo>
                    <a:pt x="171197" y="535694"/>
                  </a:lnTo>
                  <a:lnTo>
                    <a:pt x="171804" y="536191"/>
                  </a:lnTo>
                  <a:lnTo>
                    <a:pt x="172004" y="536459"/>
                  </a:lnTo>
                  <a:lnTo>
                    <a:pt x="172157" y="536516"/>
                  </a:lnTo>
                  <a:lnTo>
                    <a:pt x="172449" y="536649"/>
                  </a:lnTo>
                  <a:lnTo>
                    <a:pt x="172662" y="537071"/>
                  </a:lnTo>
                  <a:lnTo>
                    <a:pt x="172749" y="537318"/>
                  </a:lnTo>
                  <a:lnTo>
                    <a:pt x="172781" y="537640"/>
                  </a:lnTo>
                  <a:lnTo>
                    <a:pt x="173216" y="538134"/>
                  </a:lnTo>
                  <a:lnTo>
                    <a:pt x="173471" y="538386"/>
                  </a:lnTo>
                  <a:lnTo>
                    <a:pt x="173658" y="538783"/>
                  </a:lnTo>
                  <a:lnTo>
                    <a:pt x="174197" y="538829"/>
                  </a:lnTo>
                  <a:lnTo>
                    <a:pt x="174934" y="539065"/>
                  </a:lnTo>
                  <a:lnTo>
                    <a:pt x="175372" y="539183"/>
                  </a:lnTo>
                  <a:lnTo>
                    <a:pt x="175564" y="539389"/>
                  </a:lnTo>
                  <a:lnTo>
                    <a:pt x="175445" y="539891"/>
                  </a:lnTo>
                  <a:lnTo>
                    <a:pt x="175011" y="541052"/>
                  </a:lnTo>
                  <a:lnTo>
                    <a:pt x="174993" y="541222"/>
                  </a:lnTo>
                  <a:lnTo>
                    <a:pt x="174946" y="541820"/>
                  </a:lnTo>
                  <a:lnTo>
                    <a:pt x="175032" y="542195"/>
                  </a:lnTo>
                  <a:lnTo>
                    <a:pt x="175100" y="542451"/>
                  </a:lnTo>
                  <a:lnTo>
                    <a:pt x="175088" y="542986"/>
                  </a:lnTo>
                  <a:lnTo>
                    <a:pt x="175504" y="543362"/>
                  </a:lnTo>
                  <a:lnTo>
                    <a:pt x="175769" y="543592"/>
                  </a:lnTo>
                  <a:lnTo>
                    <a:pt x="175919" y="543708"/>
                  </a:lnTo>
                  <a:lnTo>
                    <a:pt x="176117" y="543951"/>
                  </a:lnTo>
                  <a:lnTo>
                    <a:pt x="176242" y="544252"/>
                  </a:lnTo>
                  <a:lnTo>
                    <a:pt x="176308" y="544410"/>
                  </a:lnTo>
                  <a:lnTo>
                    <a:pt x="176361" y="544645"/>
                  </a:lnTo>
                  <a:lnTo>
                    <a:pt x="175948" y="544909"/>
                  </a:lnTo>
                  <a:lnTo>
                    <a:pt x="176030" y="545432"/>
                  </a:lnTo>
                  <a:lnTo>
                    <a:pt x="176061" y="545722"/>
                  </a:lnTo>
                  <a:lnTo>
                    <a:pt x="175474" y="546099"/>
                  </a:lnTo>
                  <a:lnTo>
                    <a:pt x="175409" y="546228"/>
                  </a:lnTo>
                  <a:lnTo>
                    <a:pt x="175308" y="546434"/>
                  </a:lnTo>
                  <a:lnTo>
                    <a:pt x="175003" y="547058"/>
                  </a:lnTo>
                  <a:lnTo>
                    <a:pt x="175105" y="547478"/>
                  </a:lnTo>
                  <a:lnTo>
                    <a:pt x="174853" y="548132"/>
                  </a:lnTo>
                  <a:lnTo>
                    <a:pt x="174944" y="548389"/>
                  </a:lnTo>
                  <a:lnTo>
                    <a:pt x="174977" y="549306"/>
                  </a:lnTo>
                  <a:lnTo>
                    <a:pt x="175148" y="549529"/>
                  </a:lnTo>
                  <a:lnTo>
                    <a:pt x="175472" y="549922"/>
                  </a:lnTo>
                  <a:lnTo>
                    <a:pt x="175800" y="550090"/>
                  </a:lnTo>
                  <a:lnTo>
                    <a:pt x="175966" y="550177"/>
                  </a:lnTo>
                  <a:lnTo>
                    <a:pt x="176252" y="550420"/>
                  </a:lnTo>
                  <a:lnTo>
                    <a:pt x="176446" y="551140"/>
                  </a:lnTo>
                  <a:lnTo>
                    <a:pt x="176586" y="551311"/>
                  </a:lnTo>
                  <a:lnTo>
                    <a:pt x="176657" y="551458"/>
                  </a:lnTo>
                  <a:lnTo>
                    <a:pt x="176643" y="551590"/>
                  </a:lnTo>
                  <a:lnTo>
                    <a:pt x="176621" y="551920"/>
                  </a:lnTo>
                  <a:lnTo>
                    <a:pt x="176499" y="552649"/>
                  </a:lnTo>
                  <a:lnTo>
                    <a:pt x="176104" y="553222"/>
                  </a:lnTo>
                  <a:lnTo>
                    <a:pt x="175294" y="553362"/>
                  </a:lnTo>
                  <a:lnTo>
                    <a:pt x="175014" y="554059"/>
                  </a:lnTo>
                  <a:lnTo>
                    <a:pt x="174728" y="554600"/>
                  </a:lnTo>
                  <a:lnTo>
                    <a:pt x="175085" y="554905"/>
                  </a:lnTo>
                  <a:lnTo>
                    <a:pt x="175250" y="555027"/>
                  </a:lnTo>
                  <a:lnTo>
                    <a:pt x="175591" y="555121"/>
                  </a:lnTo>
                  <a:lnTo>
                    <a:pt x="175829" y="555097"/>
                  </a:lnTo>
                  <a:lnTo>
                    <a:pt x="175914" y="555356"/>
                  </a:lnTo>
                  <a:lnTo>
                    <a:pt x="176150" y="555905"/>
                  </a:lnTo>
                  <a:lnTo>
                    <a:pt x="176020" y="556456"/>
                  </a:lnTo>
                  <a:lnTo>
                    <a:pt x="176508" y="557148"/>
                  </a:lnTo>
                  <a:lnTo>
                    <a:pt x="176529" y="557578"/>
                  </a:lnTo>
                  <a:lnTo>
                    <a:pt x="176621" y="557733"/>
                  </a:lnTo>
                  <a:lnTo>
                    <a:pt x="177087" y="558313"/>
                  </a:lnTo>
                  <a:lnTo>
                    <a:pt x="177123" y="558626"/>
                  </a:lnTo>
                  <a:lnTo>
                    <a:pt x="177059" y="558827"/>
                  </a:lnTo>
                  <a:lnTo>
                    <a:pt x="176620" y="559051"/>
                  </a:lnTo>
                  <a:lnTo>
                    <a:pt x="176207" y="558877"/>
                  </a:lnTo>
                  <a:lnTo>
                    <a:pt x="175974" y="558853"/>
                  </a:lnTo>
                  <a:lnTo>
                    <a:pt x="175637" y="559052"/>
                  </a:lnTo>
                  <a:lnTo>
                    <a:pt x="175538" y="559524"/>
                  </a:lnTo>
                  <a:lnTo>
                    <a:pt x="175247" y="559891"/>
                  </a:lnTo>
                  <a:lnTo>
                    <a:pt x="175153" y="560514"/>
                  </a:lnTo>
                  <a:lnTo>
                    <a:pt x="175062" y="561327"/>
                  </a:lnTo>
                  <a:lnTo>
                    <a:pt x="175033" y="562329"/>
                  </a:lnTo>
                  <a:lnTo>
                    <a:pt x="174473" y="562577"/>
                  </a:lnTo>
                  <a:lnTo>
                    <a:pt x="174308" y="562620"/>
                  </a:lnTo>
                  <a:lnTo>
                    <a:pt x="173924" y="562694"/>
                  </a:lnTo>
                  <a:lnTo>
                    <a:pt x="173437" y="562719"/>
                  </a:lnTo>
                  <a:lnTo>
                    <a:pt x="173165" y="562511"/>
                  </a:lnTo>
                  <a:lnTo>
                    <a:pt x="172675" y="562746"/>
                  </a:lnTo>
                  <a:lnTo>
                    <a:pt x="172195" y="562774"/>
                  </a:lnTo>
                  <a:lnTo>
                    <a:pt x="171691" y="563013"/>
                  </a:lnTo>
                  <a:lnTo>
                    <a:pt x="170973" y="563002"/>
                  </a:lnTo>
                  <a:lnTo>
                    <a:pt x="170775" y="562929"/>
                  </a:lnTo>
                  <a:lnTo>
                    <a:pt x="170537" y="562944"/>
                  </a:lnTo>
                  <a:lnTo>
                    <a:pt x="170051" y="563088"/>
                  </a:lnTo>
                  <a:lnTo>
                    <a:pt x="169858" y="563190"/>
                  </a:lnTo>
                  <a:lnTo>
                    <a:pt x="169552" y="563271"/>
                  </a:lnTo>
                  <a:lnTo>
                    <a:pt x="169199" y="562868"/>
                  </a:lnTo>
                  <a:lnTo>
                    <a:pt x="168985" y="562802"/>
                  </a:lnTo>
                  <a:lnTo>
                    <a:pt x="168605" y="562890"/>
                  </a:lnTo>
                  <a:lnTo>
                    <a:pt x="168401" y="562918"/>
                  </a:lnTo>
                  <a:lnTo>
                    <a:pt x="167689" y="562945"/>
                  </a:lnTo>
                  <a:lnTo>
                    <a:pt x="167410" y="563521"/>
                  </a:lnTo>
                  <a:lnTo>
                    <a:pt x="167160" y="563561"/>
                  </a:lnTo>
                  <a:lnTo>
                    <a:pt x="166640" y="563569"/>
                  </a:lnTo>
                  <a:lnTo>
                    <a:pt x="166362" y="563716"/>
                  </a:lnTo>
                  <a:lnTo>
                    <a:pt x="166167" y="563717"/>
                  </a:lnTo>
                  <a:lnTo>
                    <a:pt x="165868" y="563670"/>
                  </a:lnTo>
                  <a:lnTo>
                    <a:pt x="165619" y="563622"/>
                  </a:lnTo>
                  <a:lnTo>
                    <a:pt x="165266" y="563538"/>
                  </a:lnTo>
                  <a:lnTo>
                    <a:pt x="164876" y="563550"/>
                  </a:lnTo>
                  <a:lnTo>
                    <a:pt x="164052" y="563542"/>
                  </a:lnTo>
                  <a:lnTo>
                    <a:pt x="163486" y="563505"/>
                  </a:lnTo>
                  <a:lnTo>
                    <a:pt x="163327" y="563474"/>
                  </a:lnTo>
                  <a:lnTo>
                    <a:pt x="162864" y="563455"/>
                  </a:lnTo>
                  <a:lnTo>
                    <a:pt x="162725" y="563458"/>
                  </a:lnTo>
                  <a:lnTo>
                    <a:pt x="162298" y="563337"/>
                  </a:lnTo>
                  <a:lnTo>
                    <a:pt x="161715" y="563055"/>
                  </a:lnTo>
                  <a:lnTo>
                    <a:pt x="161671" y="562740"/>
                  </a:lnTo>
                  <a:lnTo>
                    <a:pt x="161682" y="562548"/>
                  </a:lnTo>
                  <a:lnTo>
                    <a:pt x="161826" y="561936"/>
                  </a:lnTo>
                  <a:lnTo>
                    <a:pt x="161557" y="561668"/>
                  </a:lnTo>
                  <a:lnTo>
                    <a:pt x="161126" y="561133"/>
                  </a:lnTo>
                  <a:lnTo>
                    <a:pt x="160601" y="560884"/>
                  </a:lnTo>
                  <a:lnTo>
                    <a:pt x="160983" y="560466"/>
                  </a:lnTo>
                  <a:lnTo>
                    <a:pt x="161242" y="560352"/>
                  </a:lnTo>
                  <a:lnTo>
                    <a:pt x="161689" y="560084"/>
                  </a:lnTo>
                  <a:lnTo>
                    <a:pt x="161518" y="559836"/>
                  </a:lnTo>
                  <a:lnTo>
                    <a:pt x="161473" y="559533"/>
                  </a:lnTo>
                  <a:lnTo>
                    <a:pt x="161522" y="559302"/>
                  </a:lnTo>
                  <a:lnTo>
                    <a:pt x="161514" y="559099"/>
                  </a:lnTo>
                  <a:lnTo>
                    <a:pt x="161152" y="559009"/>
                  </a:lnTo>
                  <a:lnTo>
                    <a:pt x="160774" y="558908"/>
                  </a:lnTo>
                  <a:lnTo>
                    <a:pt x="160417" y="558709"/>
                  </a:lnTo>
                  <a:lnTo>
                    <a:pt x="160185" y="558570"/>
                  </a:lnTo>
                  <a:lnTo>
                    <a:pt x="159916" y="558598"/>
                  </a:lnTo>
                  <a:lnTo>
                    <a:pt x="159477" y="558467"/>
                  </a:lnTo>
                  <a:lnTo>
                    <a:pt x="159026" y="558279"/>
                  </a:lnTo>
                  <a:lnTo>
                    <a:pt x="158506" y="558234"/>
                  </a:lnTo>
                  <a:lnTo>
                    <a:pt x="158015" y="558151"/>
                  </a:lnTo>
                  <a:lnTo>
                    <a:pt x="157934" y="557841"/>
                  </a:lnTo>
                  <a:lnTo>
                    <a:pt x="158017" y="557646"/>
                  </a:lnTo>
                  <a:lnTo>
                    <a:pt x="158266" y="556920"/>
                  </a:lnTo>
                  <a:lnTo>
                    <a:pt x="157891" y="556475"/>
                  </a:lnTo>
                  <a:lnTo>
                    <a:pt x="157452" y="556063"/>
                  </a:lnTo>
                  <a:lnTo>
                    <a:pt x="157094" y="555699"/>
                  </a:lnTo>
                  <a:lnTo>
                    <a:pt x="156861" y="555410"/>
                  </a:lnTo>
                  <a:lnTo>
                    <a:pt x="156639" y="555281"/>
                  </a:lnTo>
                  <a:lnTo>
                    <a:pt x="156158" y="555067"/>
                  </a:lnTo>
                  <a:lnTo>
                    <a:pt x="155576" y="554773"/>
                  </a:lnTo>
                  <a:lnTo>
                    <a:pt x="154934" y="554549"/>
                  </a:lnTo>
                  <a:lnTo>
                    <a:pt x="154699" y="554067"/>
                  </a:lnTo>
                  <a:lnTo>
                    <a:pt x="154339" y="553726"/>
                  </a:lnTo>
                  <a:lnTo>
                    <a:pt x="154060" y="553548"/>
                  </a:lnTo>
                  <a:lnTo>
                    <a:pt x="153801" y="553377"/>
                  </a:lnTo>
                  <a:lnTo>
                    <a:pt x="153503" y="552978"/>
                  </a:lnTo>
                  <a:lnTo>
                    <a:pt x="152908" y="552447"/>
                  </a:lnTo>
                  <a:lnTo>
                    <a:pt x="152294" y="552220"/>
                  </a:lnTo>
                  <a:lnTo>
                    <a:pt x="152153" y="552111"/>
                  </a:lnTo>
                  <a:lnTo>
                    <a:pt x="151725" y="551555"/>
                  </a:lnTo>
                  <a:lnTo>
                    <a:pt x="151400" y="551298"/>
                  </a:lnTo>
                  <a:lnTo>
                    <a:pt x="151093" y="551359"/>
                  </a:lnTo>
                  <a:lnTo>
                    <a:pt x="150659" y="551170"/>
                  </a:lnTo>
                  <a:lnTo>
                    <a:pt x="150225" y="550801"/>
                  </a:lnTo>
                  <a:lnTo>
                    <a:pt x="149924" y="550788"/>
                  </a:lnTo>
                  <a:lnTo>
                    <a:pt x="149714" y="550671"/>
                  </a:lnTo>
                  <a:lnTo>
                    <a:pt x="149323" y="550371"/>
                  </a:lnTo>
                  <a:lnTo>
                    <a:pt x="149039" y="550286"/>
                  </a:lnTo>
                  <a:lnTo>
                    <a:pt x="148129" y="550291"/>
                  </a:lnTo>
                  <a:lnTo>
                    <a:pt x="147840" y="550411"/>
                  </a:lnTo>
                  <a:lnTo>
                    <a:pt x="147640" y="550274"/>
                  </a:lnTo>
                  <a:lnTo>
                    <a:pt x="147525" y="550140"/>
                  </a:lnTo>
                  <a:lnTo>
                    <a:pt x="146981" y="549921"/>
                  </a:lnTo>
                  <a:lnTo>
                    <a:pt x="146770" y="549977"/>
                  </a:lnTo>
                  <a:lnTo>
                    <a:pt x="146635" y="549990"/>
                  </a:lnTo>
                  <a:lnTo>
                    <a:pt x="146242" y="549958"/>
                  </a:lnTo>
                  <a:lnTo>
                    <a:pt x="145550" y="550092"/>
                  </a:lnTo>
                  <a:lnTo>
                    <a:pt x="145295" y="549954"/>
                  </a:lnTo>
                  <a:lnTo>
                    <a:pt x="145107" y="549824"/>
                  </a:lnTo>
                  <a:lnTo>
                    <a:pt x="144167" y="549257"/>
                  </a:lnTo>
                  <a:lnTo>
                    <a:pt x="143872" y="548878"/>
                  </a:lnTo>
                  <a:lnTo>
                    <a:pt x="143584" y="548497"/>
                  </a:lnTo>
                  <a:lnTo>
                    <a:pt x="143188" y="547843"/>
                  </a:lnTo>
                  <a:lnTo>
                    <a:pt x="142976" y="547681"/>
                  </a:lnTo>
                  <a:lnTo>
                    <a:pt x="142444" y="547448"/>
                  </a:lnTo>
                  <a:lnTo>
                    <a:pt x="142217" y="547358"/>
                  </a:lnTo>
                  <a:lnTo>
                    <a:pt x="141844" y="547184"/>
                  </a:lnTo>
                  <a:lnTo>
                    <a:pt x="141419" y="547230"/>
                  </a:lnTo>
                  <a:lnTo>
                    <a:pt x="141221" y="547183"/>
                  </a:lnTo>
                  <a:lnTo>
                    <a:pt x="140724" y="547053"/>
                  </a:lnTo>
                  <a:lnTo>
                    <a:pt x="140157" y="546696"/>
                  </a:lnTo>
                  <a:lnTo>
                    <a:pt x="139855" y="546239"/>
                  </a:lnTo>
                  <a:lnTo>
                    <a:pt x="139538" y="546076"/>
                  </a:lnTo>
                  <a:lnTo>
                    <a:pt x="139189" y="545806"/>
                  </a:lnTo>
                  <a:lnTo>
                    <a:pt x="139169" y="545409"/>
                  </a:lnTo>
                  <a:lnTo>
                    <a:pt x="139215" y="545194"/>
                  </a:lnTo>
                  <a:lnTo>
                    <a:pt x="138858" y="544456"/>
                  </a:lnTo>
                  <a:lnTo>
                    <a:pt x="138635" y="544312"/>
                  </a:lnTo>
                  <a:lnTo>
                    <a:pt x="138036" y="544259"/>
                  </a:lnTo>
                  <a:lnTo>
                    <a:pt x="137799" y="544312"/>
                  </a:lnTo>
                  <a:lnTo>
                    <a:pt x="137368" y="544301"/>
                  </a:lnTo>
                  <a:lnTo>
                    <a:pt x="136999" y="544297"/>
                  </a:lnTo>
                  <a:lnTo>
                    <a:pt x="136563" y="544423"/>
                  </a:lnTo>
                  <a:lnTo>
                    <a:pt x="135815" y="544396"/>
                  </a:lnTo>
                  <a:lnTo>
                    <a:pt x="135672" y="544156"/>
                  </a:lnTo>
                  <a:lnTo>
                    <a:pt x="135494" y="543904"/>
                  </a:lnTo>
                  <a:lnTo>
                    <a:pt x="135310" y="543846"/>
                  </a:lnTo>
                  <a:lnTo>
                    <a:pt x="134965" y="543546"/>
                  </a:lnTo>
                  <a:lnTo>
                    <a:pt x="134920" y="543371"/>
                  </a:lnTo>
                  <a:lnTo>
                    <a:pt x="134676" y="543101"/>
                  </a:lnTo>
                  <a:lnTo>
                    <a:pt x="134446" y="543062"/>
                  </a:lnTo>
                  <a:lnTo>
                    <a:pt x="134028" y="542814"/>
                  </a:lnTo>
                  <a:lnTo>
                    <a:pt x="133695" y="542454"/>
                  </a:lnTo>
                  <a:lnTo>
                    <a:pt x="133388" y="542160"/>
                  </a:lnTo>
                  <a:lnTo>
                    <a:pt x="132730" y="541862"/>
                  </a:lnTo>
                  <a:lnTo>
                    <a:pt x="132198" y="541231"/>
                  </a:lnTo>
                  <a:lnTo>
                    <a:pt x="132078" y="541056"/>
                  </a:lnTo>
                  <a:lnTo>
                    <a:pt x="131824" y="540997"/>
                  </a:lnTo>
                  <a:lnTo>
                    <a:pt x="131646" y="540988"/>
                  </a:lnTo>
                  <a:lnTo>
                    <a:pt x="131432" y="540983"/>
                  </a:lnTo>
                  <a:lnTo>
                    <a:pt x="131049" y="540823"/>
                  </a:lnTo>
                  <a:lnTo>
                    <a:pt x="130868" y="540763"/>
                  </a:lnTo>
                  <a:lnTo>
                    <a:pt x="130514" y="540847"/>
                  </a:lnTo>
                  <a:lnTo>
                    <a:pt x="130228" y="540731"/>
                  </a:lnTo>
                  <a:lnTo>
                    <a:pt x="129956" y="540373"/>
                  </a:lnTo>
                  <a:lnTo>
                    <a:pt x="129593" y="540155"/>
                  </a:lnTo>
                  <a:lnTo>
                    <a:pt x="129320" y="539996"/>
                  </a:lnTo>
                  <a:lnTo>
                    <a:pt x="128680" y="539260"/>
                  </a:lnTo>
                  <a:lnTo>
                    <a:pt x="129022" y="538819"/>
                  </a:lnTo>
                  <a:lnTo>
                    <a:pt x="128924" y="538251"/>
                  </a:lnTo>
                  <a:lnTo>
                    <a:pt x="128872" y="538120"/>
                  </a:lnTo>
                  <a:lnTo>
                    <a:pt x="128163" y="537516"/>
                  </a:lnTo>
                  <a:lnTo>
                    <a:pt x="127724" y="537158"/>
                  </a:lnTo>
                  <a:lnTo>
                    <a:pt x="127450" y="536386"/>
                  </a:lnTo>
                  <a:lnTo>
                    <a:pt x="126915" y="536620"/>
                  </a:lnTo>
                  <a:lnTo>
                    <a:pt x="126466" y="536724"/>
                  </a:lnTo>
                  <a:lnTo>
                    <a:pt x="126199" y="536771"/>
                  </a:lnTo>
                  <a:lnTo>
                    <a:pt x="125915" y="536729"/>
                  </a:lnTo>
                  <a:lnTo>
                    <a:pt x="125608" y="536639"/>
                  </a:lnTo>
                  <a:lnTo>
                    <a:pt x="125355" y="536689"/>
                  </a:lnTo>
                  <a:lnTo>
                    <a:pt x="125092" y="536780"/>
                  </a:lnTo>
                  <a:lnTo>
                    <a:pt x="124878" y="537030"/>
                  </a:lnTo>
                  <a:lnTo>
                    <a:pt x="124533" y="536977"/>
                  </a:lnTo>
                  <a:lnTo>
                    <a:pt x="124257" y="536772"/>
                  </a:lnTo>
                  <a:lnTo>
                    <a:pt x="123990" y="536660"/>
                  </a:lnTo>
                  <a:lnTo>
                    <a:pt x="123304" y="536984"/>
                  </a:lnTo>
                  <a:lnTo>
                    <a:pt x="122966" y="537082"/>
                  </a:lnTo>
                  <a:lnTo>
                    <a:pt x="122798" y="537131"/>
                  </a:lnTo>
                  <a:lnTo>
                    <a:pt x="121991" y="537102"/>
                  </a:lnTo>
                  <a:lnTo>
                    <a:pt x="121098" y="538132"/>
                  </a:lnTo>
                  <a:lnTo>
                    <a:pt x="120447" y="538134"/>
                  </a:lnTo>
                  <a:lnTo>
                    <a:pt x="120318" y="538135"/>
                  </a:lnTo>
                  <a:lnTo>
                    <a:pt x="119924" y="537879"/>
                  </a:lnTo>
                  <a:lnTo>
                    <a:pt x="119775" y="537707"/>
                  </a:lnTo>
                  <a:lnTo>
                    <a:pt x="119201" y="537252"/>
                  </a:lnTo>
                  <a:lnTo>
                    <a:pt x="118744" y="537101"/>
                  </a:lnTo>
                  <a:lnTo>
                    <a:pt x="117990" y="536398"/>
                  </a:lnTo>
                  <a:lnTo>
                    <a:pt x="117276" y="536185"/>
                  </a:lnTo>
                  <a:lnTo>
                    <a:pt x="116940" y="536533"/>
                  </a:lnTo>
                  <a:lnTo>
                    <a:pt x="116787" y="536728"/>
                  </a:lnTo>
                  <a:lnTo>
                    <a:pt x="116467" y="536947"/>
                  </a:lnTo>
                  <a:lnTo>
                    <a:pt x="116307" y="536813"/>
                  </a:lnTo>
                  <a:lnTo>
                    <a:pt x="116231" y="537237"/>
                  </a:lnTo>
                  <a:lnTo>
                    <a:pt x="116119" y="537570"/>
                  </a:lnTo>
                  <a:lnTo>
                    <a:pt x="115964" y="537718"/>
                  </a:lnTo>
                  <a:lnTo>
                    <a:pt x="115694" y="537864"/>
                  </a:lnTo>
                  <a:lnTo>
                    <a:pt x="115420" y="538475"/>
                  </a:lnTo>
                  <a:lnTo>
                    <a:pt x="114977" y="538729"/>
                  </a:lnTo>
                  <a:lnTo>
                    <a:pt x="114682" y="538638"/>
                  </a:lnTo>
                  <a:lnTo>
                    <a:pt x="114564" y="538371"/>
                  </a:lnTo>
                  <a:lnTo>
                    <a:pt x="114097" y="538079"/>
                  </a:lnTo>
                  <a:lnTo>
                    <a:pt x="113801" y="537872"/>
                  </a:lnTo>
                  <a:lnTo>
                    <a:pt x="113610" y="537835"/>
                  </a:lnTo>
                  <a:lnTo>
                    <a:pt x="113499" y="538160"/>
                  </a:lnTo>
                  <a:lnTo>
                    <a:pt x="113364" y="538602"/>
                  </a:lnTo>
                  <a:lnTo>
                    <a:pt x="113065" y="538835"/>
                  </a:lnTo>
                  <a:lnTo>
                    <a:pt x="112722" y="538860"/>
                  </a:lnTo>
                  <a:lnTo>
                    <a:pt x="111866" y="538601"/>
                  </a:lnTo>
                  <a:lnTo>
                    <a:pt x="111698" y="538575"/>
                  </a:lnTo>
                  <a:lnTo>
                    <a:pt x="110856" y="538130"/>
                  </a:lnTo>
                  <a:lnTo>
                    <a:pt x="110562" y="538242"/>
                  </a:lnTo>
                  <a:lnTo>
                    <a:pt x="109860" y="538554"/>
                  </a:lnTo>
                  <a:lnTo>
                    <a:pt x="109552" y="538820"/>
                  </a:lnTo>
                  <a:lnTo>
                    <a:pt x="109035" y="538978"/>
                  </a:lnTo>
                  <a:lnTo>
                    <a:pt x="108327" y="538751"/>
                  </a:lnTo>
                  <a:lnTo>
                    <a:pt x="108084" y="539104"/>
                  </a:lnTo>
                  <a:lnTo>
                    <a:pt x="108069" y="539455"/>
                  </a:lnTo>
                  <a:lnTo>
                    <a:pt x="107799" y="540149"/>
                  </a:lnTo>
                  <a:lnTo>
                    <a:pt x="107917" y="540592"/>
                  </a:lnTo>
                  <a:lnTo>
                    <a:pt x="108109" y="540715"/>
                  </a:lnTo>
                  <a:lnTo>
                    <a:pt x="107821" y="541096"/>
                  </a:lnTo>
                  <a:lnTo>
                    <a:pt x="107147" y="541953"/>
                  </a:lnTo>
                  <a:lnTo>
                    <a:pt x="106723" y="542276"/>
                  </a:lnTo>
                  <a:lnTo>
                    <a:pt x="106275" y="542325"/>
                  </a:lnTo>
                  <a:lnTo>
                    <a:pt x="105903" y="542126"/>
                  </a:lnTo>
                  <a:lnTo>
                    <a:pt x="105708" y="541868"/>
                  </a:lnTo>
                  <a:lnTo>
                    <a:pt x="105303" y="541543"/>
                  </a:lnTo>
                  <a:lnTo>
                    <a:pt x="105047" y="541297"/>
                  </a:lnTo>
                  <a:lnTo>
                    <a:pt x="104376" y="540577"/>
                  </a:lnTo>
                  <a:lnTo>
                    <a:pt x="104161" y="540323"/>
                  </a:lnTo>
                  <a:lnTo>
                    <a:pt x="104003" y="540136"/>
                  </a:lnTo>
                  <a:lnTo>
                    <a:pt x="103923" y="539995"/>
                  </a:lnTo>
                  <a:lnTo>
                    <a:pt x="103552" y="539828"/>
                  </a:lnTo>
                  <a:lnTo>
                    <a:pt x="103332" y="539716"/>
                  </a:lnTo>
                  <a:lnTo>
                    <a:pt x="102979" y="539286"/>
                  </a:lnTo>
                  <a:lnTo>
                    <a:pt x="102232" y="539233"/>
                  </a:lnTo>
                  <a:lnTo>
                    <a:pt x="101814" y="539632"/>
                  </a:lnTo>
                  <a:lnTo>
                    <a:pt x="100811" y="539078"/>
                  </a:lnTo>
                  <a:lnTo>
                    <a:pt x="100240" y="538584"/>
                  </a:lnTo>
                  <a:lnTo>
                    <a:pt x="99985" y="538623"/>
                  </a:lnTo>
                  <a:lnTo>
                    <a:pt x="99751" y="538364"/>
                  </a:lnTo>
                  <a:lnTo>
                    <a:pt x="99630" y="538164"/>
                  </a:lnTo>
                  <a:lnTo>
                    <a:pt x="99269" y="537814"/>
                  </a:lnTo>
                  <a:lnTo>
                    <a:pt x="98957" y="537305"/>
                  </a:lnTo>
                  <a:lnTo>
                    <a:pt x="98942" y="537126"/>
                  </a:lnTo>
                  <a:lnTo>
                    <a:pt x="98870" y="536909"/>
                  </a:lnTo>
                  <a:lnTo>
                    <a:pt x="98715" y="536488"/>
                  </a:lnTo>
                  <a:lnTo>
                    <a:pt x="98538" y="536362"/>
                  </a:lnTo>
                  <a:lnTo>
                    <a:pt x="98345" y="536189"/>
                  </a:lnTo>
                  <a:lnTo>
                    <a:pt x="98067" y="535915"/>
                  </a:lnTo>
                  <a:lnTo>
                    <a:pt x="97925" y="535672"/>
                  </a:lnTo>
                  <a:lnTo>
                    <a:pt x="97742" y="535217"/>
                  </a:lnTo>
                  <a:lnTo>
                    <a:pt x="97602" y="534826"/>
                  </a:lnTo>
                  <a:lnTo>
                    <a:pt x="97097" y="534174"/>
                  </a:lnTo>
                  <a:lnTo>
                    <a:pt x="96912" y="533913"/>
                  </a:lnTo>
                  <a:lnTo>
                    <a:pt x="96825" y="533743"/>
                  </a:lnTo>
                  <a:lnTo>
                    <a:pt x="96722" y="533543"/>
                  </a:lnTo>
                  <a:lnTo>
                    <a:pt x="96413" y="533061"/>
                  </a:lnTo>
                  <a:lnTo>
                    <a:pt x="96051" y="533164"/>
                  </a:lnTo>
                  <a:lnTo>
                    <a:pt x="95896" y="533261"/>
                  </a:lnTo>
                  <a:lnTo>
                    <a:pt x="95735" y="533306"/>
                  </a:lnTo>
                  <a:lnTo>
                    <a:pt x="95459" y="533383"/>
                  </a:lnTo>
                  <a:lnTo>
                    <a:pt x="95255" y="533431"/>
                  </a:lnTo>
                  <a:lnTo>
                    <a:pt x="94893" y="533506"/>
                  </a:lnTo>
                  <a:lnTo>
                    <a:pt x="94670" y="533394"/>
                  </a:lnTo>
                  <a:lnTo>
                    <a:pt x="94485" y="533243"/>
                  </a:lnTo>
                  <a:lnTo>
                    <a:pt x="94206" y="532697"/>
                  </a:lnTo>
                  <a:lnTo>
                    <a:pt x="94024" y="532138"/>
                  </a:lnTo>
                  <a:lnTo>
                    <a:pt x="94032" y="531573"/>
                  </a:lnTo>
                  <a:lnTo>
                    <a:pt x="93986" y="531340"/>
                  </a:lnTo>
                  <a:lnTo>
                    <a:pt x="93897" y="531023"/>
                  </a:lnTo>
                  <a:lnTo>
                    <a:pt x="93060" y="530172"/>
                  </a:lnTo>
                  <a:lnTo>
                    <a:pt x="92885" y="530074"/>
                  </a:lnTo>
                  <a:lnTo>
                    <a:pt x="92272" y="529517"/>
                  </a:lnTo>
                  <a:lnTo>
                    <a:pt x="91969" y="529369"/>
                  </a:lnTo>
                  <a:lnTo>
                    <a:pt x="91360" y="529785"/>
                  </a:lnTo>
                  <a:lnTo>
                    <a:pt x="91077" y="529596"/>
                  </a:lnTo>
                  <a:lnTo>
                    <a:pt x="90398" y="529560"/>
                  </a:lnTo>
                  <a:lnTo>
                    <a:pt x="89904" y="529430"/>
                  </a:lnTo>
                  <a:lnTo>
                    <a:pt x="89547" y="529608"/>
                  </a:lnTo>
                  <a:lnTo>
                    <a:pt x="89147" y="529811"/>
                  </a:lnTo>
                  <a:lnTo>
                    <a:pt x="88481" y="530180"/>
                  </a:lnTo>
                  <a:lnTo>
                    <a:pt x="87841" y="530338"/>
                  </a:lnTo>
                  <a:lnTo>
                    <a:pt x="87705" y="530274"/>
                  </a:lnTo>
                  <a:lnTo>
                    <a:pt x="87534" y="530518"/>
                  </a:lnTo>
                  <a:lnTo>
                    <a:pt x="87195" y="530807"/>
                  </a:lnTo>
                  <a:lnTo>
                    <a:pt x="86896" y="530712"/>
                  </a:lnTo>
                  <a:lnTo>
                    <a:pt x="86484" y="530528"/>
                  </a:lnTo>
                  <a:lnTo>
                    <a:pt x="86039" y="530308"/>
                  </a:lnTo>
                  <a:lnTo>
                    <a:pt x="85837" y="530209"/>
                  </a:lnTo>
                  <a:lnTo>
                    <a:pt x="85604" y="530035"/>
                  </a:lnTo>
                  <a:lnTo>
                    <a:pt x="85498" y="529709"/>
                  </a:lnTo>
                  <a:lnTo>
                    <a:pt x="85432" y="529490"/>
                  </a:lnTo>
                  <a:lnTo>
                    <a:pt x="85374" y="529300"/>
                  </a:lnTo>
                  <a:lnTo>
                    <a:pt x="85091" y="528784"/>
                  </a:lnTo>
                  <a:lnTo>
                    <a:pt x="84590" y="529080"/>
                  </a:lnTo>
                  <a:lnTo>
                    <a:pt x="84449" y="529112"/>
                  </a:lnTo>
                  <a:lnTo>
                    <a:pt x="84269" y="529146"/>
                  </a:lnTo>
                  <a:lnTo>
                    <a:pt x="84092" y="529117"/>
                  </a:lnTo>
                  <a:lnTo>
                    <a:pt x="83854" y="529153"/>
                  </a:lnTo>
                  <a:lnTo>
                    <a:pt x="83776" y="528927"/>
                  </a:lnTo>
                  <a:lnTo>
                    <a:pt x="83547" y="528734"/>
                  </a:lnTo>
                  <a:lnTo>
                    <a:pt x="83902" y="528221"/>
                  </a:lnTo>
                  <a:lnTo>
                    <a:pt x="83996" y="528010"/>
                  </a:lnTo>
                  <a:lnTo>
                    <a:pt x="84012" y="527844"/>
                  </a:lnTo>
                  <a:lnTo>
                    <a:pt x="84040" y="527564"/>
                  </a:lnTo>
                  <a:lnTo>
                    <a:pt x="84017" y="527396"/>
                  </a:lnTo>
                  <a:lnTo>
                    <a:pt x="83854" y="527137"/>
                  </a:lnTo>
                  <a:lnTo>
                    <a:pt x="83542" y="526930"/>
                  </a:lnTo>
                  <a:lnTo>
                    <a:pt x="83080" y="526796"/>
                  </a:lnTo>
                  <a:lnTo>
                    <a:pt x="82839" y="526196"/>
                  </a:lnTo>
                  <a:lnTo>
                    <a:pt x="82824" y="525984"/>
                  </a:lnTo>
                  <a:lnTo>
                    <a:pt x="82847" y="525773"/>
                  </a:lnTo>
                  <a:lnTo>
                    <a:pt x="82866" y="525604"/>
                  </a:lnTo>
                  <a:lnTo>
                    <a:pt x="82797" y="525318"/>
                  </a:lnTo>
                  <a:lnTo>
                    <a:pt x="82804" y="524821"/>
                  </a:lnTo>
                  <a:lnTo>
                    <a:pt x="82916" y="524629"/>
                  </a:lnTo>
                  <a:lnTo>
                    <a:pt x="83002" y="524332"/>
                  </a:lnTo>
                  <a:lnTo>
                    <a:pt x="82996" y="524185"/>
                  </a:lnTo>
                  <a:lnTo>
                    <a:pt x="82975" y="523661"/>
                  </a:lnTo>
                  <a:lnTo>
                    <a:pt x="82905" y="523281"/>
                  </a:lnTo>
                  <a:lnTo>
                    <a:pt x="82597" y="523425"/>
                  </a:lnTo>
                  <a:lnTo>
                    <a:pt x="82332" y="523349"/>
                  </a:lnTo>
                  <a:lnTo>
                    <a:pt x="81709" y="523244"/>
                  </a:lnTo>
                  <a:lnTo>
                    <a:pt x="81479" y="523246"/>
                  </a:lnTo>
                  <a:lnTo>
                    <a:pt x="80852" y="523016"/>
                  </a:lnTo>
                  <a:lnTo>
                    <a:pt x="80434" y="522905"/>
                  </a:lnTo>
                  <a:lnTo>
                    <a:pt x="80225" y="523432"/>
                  </a:lnTo>
                  <a:lnTo>
                    <a:pt x="80154" y="523626"/>
                  </a:lnTo>
                  <a:lnTo>
                    <a:pt x="80029" y="523835"/>
                  </a:lnTo>
                  <a:lnTo>
                    <a:pt x="79751" y="524118"/>
                  </a:lnTo>
                  <a:lnTo>
                    <a:pt x="79548" y="524254"/>
                  </a:lnTo>
                  <a:lnTo>
                    <a:pt x="79272" y="524516"/>
                  </a:lnTo>
                  <a:lnTo>
                    <a:pt x="78959" y="524756"/>
                  </a:lnTo>
                  <a:lnTo>
                    <a:pt x="78558" y="524896"/>
                  </a:lnTo>
                  <a:lnTo>
                    <a:pt x="78088" y="525067"/>
                  </a:lnTo>
                  <a:lnTo>
                    <a:pt x="77620" y="525307"/>
                  </a:lnTo>
                  <a:lnTo>
                    <a:pt x="77117" y="525730"/>
                  </a:lnTo>
                  <a:lnTo>
                    <a:pt x="77048" y="526090"/>
                  </a:lnTo>
                  <a:lnTo>
                    <a:pt x="76944" y="526466"/>
                  </a:lnTo>
                  <a:lnTo>
                    <a:pt x="76548" y="526755"/>
                  </a:lnTo>
                  <a:lnTo>
                    <a:pt x="76329" y="526947"/>
                  </a:lnTo>
                  <a:lnTo>
                    <a:pt x="76537" y="527350"/>
                  </a:lnTo>
                  <a:lnTo>
                    <a:pt x="76446" y="527802"/>
                  </a:lnTo>
                  <a:lnTo>
                    <a:pt x="76443" y="528021"/>
                  </a:lnTo>
                  <a:lnTo>
                    <a:pt x="76523" y="528295"/>
                  </a:lnTo>
                  <a:lnTo>
                    <a:pt x="76477" y="528428"/>
                  </a:lnTo>
                  <a:lnTo>
                    <a:pt x="76094" y="528952"/>
                  </a:lnTo>
                  <a:lnTo>
                    <a:pt x="75772" y="529205"/>
                  </a:lnTo>
                  <a:lnTo>
                    <a:pt x="75880" y="529348"/>
                  </a:lnTo>
                  <a:lnTo>
                    <a:pt x="75930" y="529793"/>
                  </a:lnTo>
                  <a:lnTo>
                    <a:pt x="75657" y="529839"/>
                  </a:lnTo>
                  <a:lnTo>
                    <a:pt x="75375" y="529667"/>
                  </a:lnTo>
                  <a:lnTo>
                    <a:pt x="74959" y="529364"/>
                  </a:lnTo>
                  <a:lnTo>
                    <a:pt x="74657" y="529399"/>
                  </a:lnTo>
                  <a:lnTo>
                    <a:pt x="74572" y="529086"/>
                  </a:lnTo>
                  <a:lnTo>
                    <a:pt x="74443" y="528820"/>
                  </a:lnTo>
                  <a:lnTo>
                    <a:pt x="74255" y="528708"/>
                  </a:lnTo>
                  <a:lnTo>
                    <a:pt x="74059" y="528622"/>
                  </a:lnTo>
                  <a:lnTo>
                    <a:pt x="73915" y="528568"/>
                  </a:lnTo>
                  <a:lnTo>
                    <a:pt x="73487" y="528386"/>
                  </a:lnTo>
                  <a:lnTo>
                    <a:pt x="73264" y="528291"/>
                  </a:lnTo>
                  <a:lnTo>
                    <a:pt x="72945" y="527954"/>
                  </a:lnTo>
                  <a:lnTo>
                    <a:pt x="72899" y="527317"/>
                  </a:lnTo>
                  <a:lnTo>
                    <a:pt x="72928" y="527049"/>
                  </a:lnTo>
                  <a:lnTo>
                    <a:pt x="72804" y="526892"/>
                  </a:lnTo>
                  <a:lnTo>
                    <a:pt x="72660" y="526752"/>
                  </a:lnTo>
                  <a:lnTo>
                    <a:pt x="72386" y="526660"/>
                  </a:lnTo>
                  <a:lnTo>
                    <a:pt x="72213" y="526606"/>
                  </a:lnTo>
                  <a:lnTo>
                    <a:pt x="71964" y="526336"/>
                  </a:lnTo>
                  <a:lnTo>
                    <a:pt x="71761" y="526100"/>
                  </a:lnTo>
                  <a:lnTo>
                    <a:pt x="71478" y="526191"/>
                  </a:lnTo>
                  <a:lnTo>
                    <a:pt x="71218" y="526341"/>
                  </a:lnTo>
                  <a:lnTo>
                    <a:pt x="70995" y="526267"/>
                  </a:lnTo>
                  <a:lnTo>
                    <a:pt x="70756" y="526188"/>
                  </a:lnTo>
                  <a:lnTo>
                    <a:pt x="70254" y="526139"/>
                  </a:lnTo>
                  <a:lnTo>
                    <a:pt x="69770" y="526188"/>
                  </a:lnTo>
                  <a:lnTo>
                    <a:pt x="69522" y="525749"/>
                  </a:lnTo>
                  <a:lnTo>
                    <a:pt x="69237" y="525377"/>
                  </a:lnTo>
                  <a:lnTo>
                    <a:pt x="69168" y="525159"/>
                  </a:lnTo>
                  <a:lnTo>
                    <a:pt x="69465" y="524634"/>
                  </a:lnTo>
                  <a:lnTo>
                    <a:pt x="69166" y="524463"/>
                  </a:lnTo>
                  <a:lnTo>
                    <a:pt x="68872" y="524407"/>
                  </a:lnTo>
                  <a:lnTo>
                    <a:pt x="68702" y="524369"/>
                  </a:lnTo>
                  <a:lnTo>
                    <a:pt x="68541" y="524320"/>
                  </a:lnTo>
                  <a:lnTo>
                    <a:pt x="68231" y="524061"/>
                  </a:lnTo>
                  <a:lnTo>
                    <a:pt x="67904" y="523803"/>
                  </a:lnTo>
                  <a:lnTo>
                    <a:pt x="67621" y="523739"/>
                  </a:lnTo>
                  <a:lnTo>
                    <a:pt x="67435" y="523365"/>
                  </a:lnTo>
                  <a:lnTo>
                    <a:pt x="67713" y="523219"/>
                  </a:lnTo>
                  <a:lnTo>
                    <a:pt x="67941" y="523043"/>
                  </a:lnTo>
                  <a:lnTo>
                    <a:pt x="68050" y="522834"/>
                  </a:lnTo>
                  <a:lnTo>
                    <a:pt x="68123" y="522213"/>
                  </a:lnTo>
                  <a:lnTo>
                    <a:pt x="68295" y="521819"/>
                  </a:lnTo>
                  <a:lnTo>
                    <a:pt x="68359" y="521571"/>
                  </a:lnTo>
                  <a:lnTo>
                    <a:pt x="68408" y="521399"/>
                  </a:lnTo>
                  <a:lnTo>
                    <a:pt x="68539" y="521117"/>
                  </a:lnTo>
                  <a:lnTo>
                    <a:pt x="68727" y="520461"/>
                  </a:lnTo>
                  <a:lnTo>
                    <a:pt x="68597" y="519676"/>
                  </a:lnTo>
                  <a:lnTo>
                    <a:pt x="68198" y="519178"/>
                  </a:lnTo>
                  <a:lnTo>
                    <a:pt x="68172" y="518901"/>
                  </a:lnTo>
                  <a:lnTo>
                    <a:pt x="68354" y="518257"/>
                  </a:lnTo>
                  <a:lnTo>
                    <a:pt x="68450" y="518051"/>
                  </a:lnTo>
                  <a:lnTo>
                    <a:pt x="68509" y="517583"/>
                  </a:lnTo>
                  <a:lnTo>
                    <a:pt x="67831" y="517035"/>
                  </a:lnTo>
                  <a:lnTo>
                    <a:pt x="67567" y="517004"/>
                  </a:lnTo>
                  <a:lnTo>
                    <a:pt x="67187" y="516847"/>
                  </a:lnTo>
                  <a:lnTo>
                    <a:pt x="66968" y="516497"/>
                  </a:lnTo>
                  <a:lnTo>
                    <a:pt x="66875" y="516284"/>
                  </a:lnTo>
                  <a:lnTo>
                    <a:pt x="67063" y="515757"/>
                  </a:lnTo>
                  <a:lnTo>
                    <a:pt x="67253" y="515471"/>
                  </a:lnTo>
                  <a:lnTo>
                    <a:pt x="67233" y="515298"/>
                  </a:lnTo>
                  <a:lnTo>
                    <a:pt x="67137" y="515023"/>
                  </a:lnTo>
                  <a:lnTo>
                    <a:pt x="66361" y="514774"/>
                  </a:lnTo>
                  <a:lnTo>
                    <a:pt x="66129" y="514907"/>
                  </a:lnTo>
                  <a:lnTo>
                    <a:pt x="65928" y="514996"/>
                  </a:lnTo>
                  <a:lnTo>
                    <a:pt x="65647" y="514575"/>
                  </a:lnTo>
                  <a:lnTo>
                    <a:pt x="64959" y="514312"/>
                  </a:lnTo>
                  <a:lnTo>
                    <a:pt x="64620" y="514124"/>
                  </a:lnTo>
                  <a:lnTo>
                    <a:pt x="64403" y="514504"/>
                  </a:lnTo>
                  <a:lnTo>
                    <a:pt x="63729" y="514965"/>
                  </a:lnTo>
                  <a:lnTo>
                    <a:pt x="63439" y="514866"/>
                  </a:lnTo>
                  <a:lnTo>
                    <a:pt x="63273" y="514811"/>
                  </a:lnTo>
                  <a:lnTo>
                    <a:pt x="63060" y="514741"/>
                  </a:lnTo>
                  <a:lnTo>
                    <a:pt x="62863" y="514691"/>
                  </a:lnTo>
                  <a:lnTo>
                    <a:pt x="62256" y="514657"/>
                  </a:lnTo>
                  <a:lnTo>
                    <a:pt x="62041" y="514865"/>
                  </a:lnTo>
                  <a:lnTo>
                    <a:pt x="61667" y="515061"/>
                  </a:lnTo>
                  <a:lnTo>
                    <a:pt x="60655" y="515289"/>
                  </a:lnTo>
                  <a:lnTo>
                    <a:pt x="60187" y="514388"/>
                  </a:lnTo>
                  <a:lnTo>
                    <a:pt x="59925" y="514311"/>
                  </a:lnTo>
                  <a:lnTo>
                    <a:pt x="59766" y="514393"/>
                  </a:lnTo>
                  <a:lnTo>
                    <a:pt x="59458" y="514569"/>
                  </a:lnTo>
                  <a:lnTo>
                    <a:pt x="59259" y="514378"/>
                  </a:lnTo>
                  <a:lnTo>
                    <a:pt x="58821" y="514232"/>
                  </a:lnTo>
                  <a:lnTo>
                    <a:pt x="58577" y="514254"/>
                  </a:lnTo>
                  <a:lnTo>
                    <a:pt x="58259" y="514319"/>
                  </a:lnTo>
                  <a:lnTo>
                    <a:pt x="57563" y="514876"/>
                  </a:lnTo>
                  <a:lnTo>
                    <a:pt x="57426" y="514955"/>
                  </a:lnTo>
                  <a:lnTo>
                    <a:pt x="56596" y="515145"/>
                  </a:lnTo>
                  <a:lnTo>
                    <a:pt x="56435" y="514931"/>
                  </a:lnTo>
                  <a:lnTo>
                    <a:pt x="56032" y="514900"/>
                  </a:lnTo>
                  <a:lnTo>
                    <a:pt x="55604" y="514927"/>
                  </a:lnTo>
                  <a:lnTo>
                    <a:pt x="55501" y="515102"/>
                  </a:lnTo>
                  <a:lnTo>
                    <a:pt x="55045" y="515425"/>
                  </a:lnTo>
                  <a:lnTo>
                    <a:pt x="55035" y="514896"/>
                  </a:lnTo>
                  <a:lnTo>
                    <a:pt x="55053" y="514715"/>
                  </a:lnTo>
                  <a:lnTo>
                    <a:pt x="54997" y="514284"/>
                  </a:lnTo>
                  <a:lnTo>
                    <a:pt x="54960" y="513649"/>
                  </a:lnTo>
                  <a:lnTo>
                    <a:pt x="54822" y="513649"/>
                  </a:lnTo>
                  <a:lnTo>
                    <a:pt x="54546" y="513694"/>
                  </a:lnTo>
                  <a:lnTo>
                    <a:pt x="54394" y="513719"/>
                  </a:lnTo>
                  <a:lnTo>
                    <a:pt x="53933" y="513754"/>
                  </a:lnTo>
                  <a:lnTo>
                    <a:pt x="53743" y="513761"/>
                  </a:lnTo>
                  <a:lnTo>
                    <a:pt x="53582" y="513758"/>
                  </a:lnTo>
                  <a:lnTo>
                    <a:pt x="53397" y="513717"/>
                  </a:lnTo>
                  <a:lnTo>
                    <a:pt x="52887" y="513602"/>
                  </a:lnTo>
                  <a:lnTo>
                    <a:pt x="52721" y="513828"/>
                  </a:lnTo>
                  <a:lnTo>
                    <a:pt x="52439" y="514020"/>
                  </a:lnTo>
                  <a:lnTo>
                    <a:pt x="52293" y="514075"/>
                  </a:lnTo>
                  <a:lnTo>
                    <a:pt x="51870" y="514478"/>
                  </a:lnTo>
                  <a:lnTo>
                    <a:pt x="51325" y="514891"/>
                  </a:lnTo>
                  <a:lnTo>
                    <a:pt x="51134" y="514997"/>
                  </a:lnTo>
                  <a:lnTo>
                    <a:pt x="50881" y="515067"/>
                  </a:lnTo>
                  <a:lnTo>
                    <a:pt x="50497" y="515488"/>
                  </a:lnTo>
                  <a:lnTo>
                    <a:pt x="50412" y="515668"/>
                  </a:lnTo>
                  <a:lnTo>
                    <a:pt x="49958" y="515993"/>
                  </a:lnTo>
                  <a:lnTo>
                    <a:pt x="49170" y="516059"/>
                  </a:lnTo>
                  <a:lnTo>
                    <a:pt x="48997" y="516076"/>
                  </a:lnTo>
                  <a:lnTo>
                    <a:pt x="48810" y="516205"/>
                  </a:lnTo>
                  <a:lnTo>
                    <a:pt x="48515" y="516366"/>
                  </a:lnTo>
                  <a:lnTo>
                    <a:pt x="47884" y="516298"/>
                  </a:lnTo>
                  <a:lnTo>
                    <a:pt x="47338" y="516172"/>
                  </a:lnTo>
                  <a:lnTo>
                    <a:pt x="46820" y="516009"/>
                  </a:lnTo>
                  <a:lnTo>
                    <a:pt x="46507" y="516181"/>
                  </a:lnTo>
                  <a:lnTo>
                    <a:pt x="46071" y="516604"/>
                  </a:lnTo>
                  <a:lnTo>
                    <a:pt x="45418" y="516991"/>
                  </a:lnTo>
                  <a:lnTo>
                    <a:pt x="45343" y="516816"/>
                  </a:lnTo>
                  <a:lnTo>
                    <a:pt x="44665" y="516854"/>
                  </a:lnTo>
                  <a:lnTo>
                    <a:pt x="44362" y="516906"/>
                  </a:lnTo>
                  <a:lnTo>
                    <a:pt x="43898" y="517041"/>
                  </a:lnTo>
                  <a:lnTo>
                    <a:pt x="43722" y="517092"/>
                  </a:lnTo>
                  <a:lnTo>
                    <a:pt x="43073" y="517458"/>
                  </a:lnTo>
                  <a:lnTo>
                    <a:pt x="43033" y="517637"/>
                  </a:lnTo>
                  <a:lnTo>
                    <a:pt x="42913" y="517915"/>
                  </a:lnTo>
                  <a:lnTo>
                    <a:pt x="42611" y="517905"/>
                  </a:lnTo>
                  <a:lnTo>
                    <a:pt x="42155" y="517888"/>
                  </a:lnTo>
                  <a:lnTo>
                    <a:pt x="42004" y="517882"/>
                  </a:lnTo>
                  <a:lnTo>
                    <a:pt x="41188" y="517597"/>
                  </a:lnTo>
                  <a:lnTo>
                    <a:pt x="41010" y="518027"/>
                  </a:lnTo>
                  <a:lnTo>
                    <a:pt x="40970" y="518169"/>
                  </a:lnTo>
                  <a:lnTo>
                    <a:pt x="40912" y="518452"/>
                  </a:lnTo>
                  <a:lnTo>
                    <a:pt x="40646" y="518694"/>
                  </a:lnTo>
                  <a:lnTo>
                    <a:pt x="40132" y="519157"/>
                  </a:lnTo>
                  <a:lnTo>
                    <a:pt x="39846" y="519385"/>
                  </a:lnTo>
                  <a:lnTo>
                    <a:pt x="39689" y="519488"/>
                  </a:lnTo>
                  <a:lnTo>
                    <a:pt x="39490" y="519478"/>
                  </a:lnTo>
                  <a:lnTo>
                    <a:pt x="39220" y="519408"/>
                  </a:lnTo>
                  <a:lnTo>
                    <a:pt x="38915" y="519500"/>
                  </a:lnTo>
                  <a:lnTo>
                    <a:pt x="38381" y="519131"/>
                  </a:lnTo>
                  <a:lnTo>
                    <a:pt x="38021" y="518537"/>
                  </a:lnTo>
                  <a:lnTo>
                    <a:pt x="38087" y="518220"/>
                  </a:lnTo>
                  <a:lnTo>
                    <a:pt x="38016" y="517993"/>
                  </a:lnTo>
                  <a:lnTo>
                    <a:pt x="37863" y="517988"/>
                  </a:lnTo>
                  <a:lnTo>
                    <a:pt x="37486" y="517584"/>
                  </a:lnTo>
                  <a:lnTo>
                    <a:pt x="37270" y="517312"/>
                  </a:lnTo>
                  <a:lnTo>
                    <a:pt x="36774" y="516994"/>
                  </a:lnTo>
                  <a:lnTo>
                    <a:pt x="36551" y="516851"/>
                  </a:lnTo>
                  <a:lnTo>
                    <a:pt x="35979" y="516711"/>
                  </a:lnTo>
                  <a:lnTo>
                    <a:pt x="35713" y="516754"/>
                  </a:lnTo>
                  <a:lnTo>
                    <a:pt x="35053" y="516862"/>
                  </a:lnTo>
                  <a:lnTo>
                    <a:pt x="34816" y="516715"/>
                  </a:lnTo>
                  <a:lnTo>
                    <a:pt x="34551" y="516539"/>
                  </a:lnTo>
                  <a:lnTo>
                    <a:pt x="34267" y="516584"/>
                  </a:lnTo>
                  <a:lnTo>
                    <a:pt x="34050" y="516850"/>
                  </a:lnTo>
                  <a:lnTo>
                    <a:pt x="33320" y="516880"/>
                  </a:lnTo>
                  <a:lnTo>
                    <a:pt x="33096" y="516595"/>
                  </a:lnTo>
                  <a:lnTo>
                    <a:pt x="32955" y="516160"/>
                  </a:lnTo>
                  <a:lnTo>
                    <a:pt x="32621" y="515700"/>
                  </a:lnTo>
                  <a:lnTo>
                    <a:pt x="32340" y="515659"/>
                  </a:lnTo>
                  <a:lnTo>
                    <a:pt x="31992" y="515852"/>
                  </a:lnTo>
                  <a:lnTo>
                    <a:pt x="31547" y="515833"/>
                  </a:lnTo>
                  <a:lnTo>
                    <a:pt x="31410" y="515827"/>
                  </a:lnTo>
                  <a:lnTo>
                    <a:pt x="30952" y="515716"/>
                  </a:lnTo>
                  <a:lnTo>
                    <a:pt x="30834" y="515575"/>
                  </a:lnTo>
                  <a:lnTo>
                    <a:pt x="30486" y="515725"/>
                  </a:lnTo>
                  <a:lnTo>
                    <a:pt x="29947" y="515737"/>
                  </a:lnTo>
                  <a:lnTo>
                    <a:pt x="29647" y="515748"/>
                  </a:lnTo>
                  <a:lnTo>
                    <a:pt x="29395" y="515765"/>
                  </a:lnTo>
                  <a:lnTo>
                    <a:pt x="28744" y="515053"/>
                  </a:lnTo>
                  <a:lnTo>
                    <a:pt x="28069" y="514940"/>
                  </a:lnTo>
                  <a:lnTo>
                    <a:pt x="28035" y="514789"/>
                  </a:lnTo>
                  <a:lnTo>
                    <a:pt x="27854" y="514565"/>
                  </a:lnTo>
                  <a:lnTo>
                    <a:pt x="27665" y="514502"/>
                  </a:lnTo>
                  <a:lnTo>
                    <a:pt x="26798" y="514467"/>
                  </a:lnTo>
                  <a:lnTo>
                    <a:pt x="26465" y="514422"/>
                  </a:lnTo>
                  <a:lnTo>
                    <a:pt x="26148" y="513739"/>
                  </a:lnTo>
                  <a:lnTo>
                    <a:pt x="25917" y="513675"/>
                  </a:lnTo>
                  <a:lnTo>
                    <a:pt x="25537" y="513358"/>
                  </a:lnTo>
                  <a:lnTo>
                    <a:pt x="25394" y="513220"/>
                  </a:lnTo>
                  <a:lnTo>
                    <a:pt x="25246" y="513112"/>
                  </a:lnTo>
                  <a:lnTo>
                    <a:pt x="25082" y="512996"/>
                  </a:lnTo>
                  <a:lnTo>
                    <a:pt x="24802" y="512888"/>
                  </a:lnTo>
                  <a:lnTo>
                    <a:pt x="24761" y="512657"/>
                  </a:lnTo>
                  <a:lnTo>
                    <a:pt x="24739" y="512446"/>
                  </a:lnTo>
                  <a:lnTo>
                    <a:pt x="24715" y="512114"/>
                  </a:lnTo>
                  <a:lnTo>
                    <a:pt x="24397" y="512064"/>
                  </a:lnTo>
                  <a:lnTo>
                    <a:pt x="24342" y="511754"/>
                  </a:lnTo>
                  <a:lnTo>
                    <a:pt x="24453" y="511487"/>
                  </a:lnTo>
                  <a:lnTo>
                    <a:pt x="24626" y="511410"/>
                  </a:lnTo>
                  <a:lnTo>
                    <a:pt x="25255" y="511196"/>
                  </a:lnTo>
                  <a:lnTo>
                    <a:pt x="25400" y="511189"/>
                  </a:lnTo>
                  <a:lnTo>
                    <a:pt x="25965" y="510964"/>
                  </a:lnTo>
                  <a:lnTo>
                    <a:pt x="25932" y="510696"/>
                  </a:lnTo>
                  <a:lnTo>
                    <a:pt x="25895" y="510483"/>
                  </a:lnTo>
                  <a:lnTo>
                    <a:pt x="25682" y="510229"/>
                  </a:lnTo>
                  <a:lnTo>
                    <a:pt x="25574" y="509873"/>
                  </a:lnTo>
                  <a:lnTo>
                    <a:pt x="25642" y="509470"/>
                  </a:lnTo>
                  <a:lnTo>
                    <a:pt x="25176" y="509454"/>
                  </a:lnTo>
                  <a:lnTo>
                    <a:pt x="24686" y="509214"/>
                  </a:lnTo>
                  <a:lnTo>
                    <a:pt x="24458" y="509028"/>
                  </a:lnTo>
                  <a:lnTo>
                    <a:pt x="24215" y="508807"/>
                  </a:lnTo>
                  <a:lnTo>
                    <a:pt x="23985" y="508491"/>
                  </a:lnTo>
                  <a:lnTo>
                    <a:pt x="23868" y="508330"/>
                  </a:lnTo>
                  <a:lnTo>
                    <a:pt x="23744" y="507852"/>
                  </a:lnTo>
                  <a:lnTo>
                    <a:pt x="23467" y="507745"/>
                  </a:lnTo>
                  <a:lnTo>
                    <a:pt x="22939" y="507883"/>
                  </a:lnTo>
                  <a:lnTo>
                    <a:pt x="22805" y="507863"/>
                  </a:lnTo>
                  <a:lnTo>
                    <a:pt x="22571" y="507942"/>
                  </a:lnTo>
                  <a:lnTo>
                    <a:pt x="22611" y="508314"/>
                  </a:lnTo>
                  <a:lnTo>
                    <a:pt x="22250" y="508748"/>
                  </a:lnTo>
                  <a:lnTo>
                    <a:pt x="22232" y="508978"/>
                  </a:lnTo>
                  <a:lnTo>
                    <a:pt x="22141" y="509179"/>
                  </a:lnTo>
                  <a:lnTo>
                    <a:pt x="21604" y="509247"/>
                  </a:lnTo>
                  <a:lnTo>
                    <a:pt x="21359" y="509140"/>
                  </a:lnTo>
                  <a:lnTo>
                    <a:pt x="21176" y="508896"/>
                  </a:lnTo>
                  <a:lnTo>
                    <a:pt x="20718" y="508585"/>
                  </a:lnTo>
                  <a:lnTo>
                    <a:pt x="20384" y="508232"/>
                  </a:lnTo>
                  <a:lnTo>
                    <a:pt x="20172" y="508220"/>
                  </a:lnTo>
                  <a:lnTo>
                    <a:pt x="19914" y="508538"/>
                  </a:lnTo>
                  <a:lnTo>
                    <a:pt x="19800" y="508787"/>
                  </a:lnTo>
                  <a:lnTo>
                    <a:pt x="19453" y="508974"/>
                  </a:lnTo>
                  <a:lnTo>
                    <a:pt x="19228" y="509095"/>
                  </a:lnTo>
                  <a:lnTo>
                    <a:pt x="18800" y="509294"/>
                  </a:lnTo>
                  <a:lnTo>
                    <a:pt x="18458" y="509241"/>
                  </a:lnTo>
                  <a:lnTo>
                    <a:pt x="18213" y="509126"/>
                  </a:lnTo>
                  <a:lnTo>
                    <a:pt x="17809" y="509013"/>
                  </a:lnTo>
                  <a:lnTo>
                    <a:pt x="17404" y="508934"/>
                  </a:lnTo>
                  <a:lnTo>
                    <a:pt x="16920" y="508912"/>
                  </a:lnTo>
                  <a:lnTo>
                    <a:pt x="16666" y="508999"/>
                  </a:lnTo>
                  <a:lnTo>
                    <a:pt x="16412" y="509090"/>
                  </a:lnTo>
                  <a:lnTo>
                    <a:pt x="16217" y="509198"/>
                  </a:lnTo>
                  <a:lnTo>
                    <a:pt x="15961" y="509178"/>
                  </a:lnTo>
                  <a:lnTo>
                    <a:pt x="15283" y="509745"/>
                  </a:lnTo>
                  <a:lnTo>
                    <a:pt x="14926" y="509660"/>
                  </a:lnTo>
                  <a:lnTo>
                    <a:pt x="14689" y="509471"/>
                  </a:lnTo>
                  <a:lnTo>
                    <a:pt x="14488" y="509374"/>
                  </a:lnTo>
                  <a:lnTo>
                    <a:pt x="14235" y="509485"/>
                  </a:lnTo>
                  <a:lnTo>
                    <a:pt x="14101" y="510064"/>
                  </a:lnTo>
                  <a:lnTo>
                    <a:pt x="14187" y="510219"/>
                  </a:lnTo>
                  <a:lnTo>
                    <a:pt x="14322" y="510550"/>
                  </a:lnTo>
                  <a:lnTo>
                    <a:pt x="14111" y="510705"/>
                  </a:lnTo>
                  <a:lnTo>
                    <a:pt x="13932" y="511184"/>
                  </a:lnTo>
                  <a:lnTo>
                    <a:pt x="14069" y="511443"/>
                  </a:lnTo>
                  <a:lnTo>
                    <a:pt x="14090" y="511574"/>
                  </a:lnTo>
                  <a:lnTo>
                    <a:pt x="13744" y="511948"/>
                  </a:lnTo>
                  <a:lnTo>
                    <a:pt x="13558" y="512070"/>
                  </a:lnTo>
                  <a:lnTo>
                    <a:pt x="13546" y="512239"/>
                  </a:lnTo>
                  <a:lnTo>
                    <a:pt x="13467" y="512396"/>
                  </a:lnTo>
                  <a:lnTo>
                    <a:pt x="12843" y="512824"/>
                  </a:lnTo>
                  <a:lnTo>
                    <a:pt x="12619" y="512904"/>
                  </a:lnTo>
                  <a:lnTo>
                    <a:pt x="12324" y="513054"/>
                  </a:lnTo>
                  <a:lnTo>
                    <a:pt x="12139" y="512748"/>
                  </a:lnTo>
                  <a:lnTo>
                    <a:pt x="12076" y="512478"/>
                  </a:lnTo>
                  <a:lnTo>
                    <a:pt x="11797" y="512174"/>
                  </a:lnTo>
                  <a:lnTo>
                    <a:pt x="11540" y="512320"/>
                  </a:lnTo>
                  <a:lnTo>
                    <a:pt x="11340" y="512415"/>
                  </a:lnTo>
                  <a:lnTo>
                    <a:pt x="11103" y="512198"/>
                  </a:lnTo>
                  <a:lnTo>
                    <a:pt x="10926" y="512201"/>
                  </a:lnTo>
                  <a:lnTo>
                    <a:pt x="10604" y="512575"/>
                  </a:lnTo>
                  <a:lnTo>
                    <a:pt x="10256" y="512806"/>
                  </a:lnTo>
                  <a:lnTo>
                    <a:pt x="10119" y="512743"/>
                  </a:lnTo>
                  <a:lnTo>
                    <a:pt x="9666" y="512606"/>
                  </a:lnTo>
                  <a:lnTo>
                    <a:pt x="9238" y="512875"/>
                  </a:lnTo>
                  <a:lnTo>
                    <a:pt x="9029" y="513181"/>
                  </a:lnTo>
                  <a:lnTo>
                    <a:pt x="8460" y="513437"/>
                  </a:lnTo>
                  <a:lnTo>
                    <a:pt x="8041" y="513881"/>
                  </a:lnTo>
                  <a:lnTo>
                    <a:pt x="7844" y="514147"/>
                  </a:lnTo>
                  <a:lnTo>
                    <a:pt x="7349" y="514333"/>
                  </a:lnTo>
                  <a:lnTo>
                    <a:pt x="6964" y="514474"/>
                  </a:lnTo>
                  <a:lnTo>
                    <a:pt x="6690" y="514624"/>
                  </a:lnTo>
                  <a:lnTo>
                    <a:pt x="6596" y="514821"/>
                  </a:lnTo>
                  <a:lnTo>
                    <a:pt x="6331" y="515027"/>
                  </a:lnTo>
                  <a:lnTo>
                    <a:pt x="6161" y="514994"/>
                  </a:lnTo>
                  <a:lnTo>
                    <a:pt x="5885" y="515137"/>
                  </a:lnTo>
                  <a:lnTo>
                    <a:pt x="5685" y="515295"/>
                  </a:lnTo>
                  <a:lnTo>
                    <a:pt x="5091" y="515445"/>
                  </a:lnTo>
                  <a:lnTo>
                    <a:pt x="4309" y="515364"/>
                  </a:lnTo>
                  <a:lnTo>
                    <a:pt x="4237" y="515218"/>
                  </a:lnTo>
                  <a:lnTo>
                    <a:pt x="4245" y="515036"/>
                  </a:lnTo>
                  <a:lnTo>
                    <a:pt x="4220" y="514695"/>
                  </a:lnTo>
                  <a:lnTo>
                    <a:pt x="4172" y="514439"/>
                  </a:lnTo>
                  <a:lnTo>
                    <a:pt x="4147" y="514308"/>
                  </a:lnTo>
                  <a:lnTo>
                    <a:pt x="3871" y="514025"/>
                  </a:lnTo>
                  <a:lnTo>
                    <a:pt x="3453" y="514230"/>
                  </a:lnTo>
                  <a:lnTo>
                    <a:pt x="3127" y="514231"/>
                  </a:lnTo>
                  <a:lnTo>
                    <a:pt x="2820" y="513885"/>
                  </a:lnTo>
                  <a:lnTo>
                    <a:pt x="2759" y="513675"/>
                  </a:lnTo>
                  <a:lnTo>
                    <a:pt x="2907" y="512880"/>
                  </a:lnTo>
                  <a:lnTo>
                    <a:pt x="3055" y="512727"/>
                  </a:lnTo>
                  <a:lnTo>
                    <a:pt x="3287" y="512409"/>
                  </a:lnTo>
                  <a:lnTo>
                    <a:pt x="2744" y="511347"/>
                  </a:lnTo>
                  <a:lnTo>
                    <a:pt x="2674" y="510844"/>
                  </a:lnTo>
                  <a:lnTo>
                    <a:pt x="2061" y="511080"/>
                  </a:lnTo>
                  <a:lnTo>
                    <a:pt x="1857" y="511018"/>
                  </a:lnTo>
                  <a:lnTo>
                    <a:pt x="1702" y="510725"/>
                  </a:lnTo>
                  <a:lnTo>
                    <a:pt x="1623" y="510450"/>
                  </a:lnTo>
                  <a:lnTo>
                    <a:pt x="1583" y="510291"/>
                  </a:lnTo>
                  <a:lnTo>
                    <a:pt x="1776" y="509935"/>
                  </a:lnTo>
                  <a:lnTo>
                    <a:pt x="1755" y="509624"/>
                  </a:lnTo>
                  <a:lnTo>
                    <a:pt x="1491" y="509155"/>
                  </a:lnTo>
                  <a:lnTo>
                    <a:pt x="1396" y="508682"/>
                  </a:lnTo>
                  <a:lnTo>
                    <a:pt x="1327" y="508248"/>
                  </a:lnTo>
                  <a:lnTo>
                    <a:pt x="944" y="507726"/>
                  </a:lnTo>
                  <a:lnTo>
                    <a:pt x="507" y="507536"/>
                  </a:lnTo>
                  <a:lnTo>
                    <a:pt x="309" y="507237"/>
                  </a:lnTo>
                  <a:lnTo>
                    <a:pt x="52" y="506789"/>
                  </a:lnTo>
                  <a:lnTo>
                    <a:pt x="0" y="506392"/>
                  </a:lnTo>
                  <a:lnTo>
                    <a:pt x="66" y="506113"/>
                  </a:lnTo>
                  <a:lnTo>
                    <a:pt x="172" y="505423"/>
                  </a:lnTo>
                  <a:lnTo>
                    <a:pt x="357" y="505210"/>
                  </a:lnTo>
                  <a:lnTo>
                    <a:pt x="751" y="504873"/>
                  </a:lnTo>
                  <a:lnTo>
                    <a:pt x="1409" y="504783"/>
                  </a:lnTo>
                  <a:lnTo>
                    <a:pt x="1647" y="504997"/>
                  </a:lnTo>
                  <a:lnTo>
                    <a:pt x="1953" y="505436"/>
                  </a:lnTo>
                  <a:lnTo>
                    <a:pt x="2387" y="505293"/>
                  </a:lnTo>
                  <a:lnTo>
                    <a:pt x="3125" y="505401"/>
                  </a:lnTo>
                  <a:lnTo>
                    <a:pt x="3458" y="505824"/>
                  </a:lnTo>
                  <a:lnTo>
                    <a:pt x="3637" y="506459"/>
                  </a:lnTo>
                  <a:lnTo>
                    <a:pt x="3923" y="506623"/>
                  </a:lnTo>
                  <a:lnTo>
                    <a:pt x="4323" y="506793"/>
                  </a:lnTo>
                  <a:lnTo>
                    <a:pt x="4721" y="506602"/>
                  </a:lnTo>
                  <a:lnTo>
                    <a:pt x="4921" y="506510"/>
                  </a:lnTo>
                  <a:lnTo>
                    <a:pt x="5471" y="506552"/>
                  </a:lnTo>
                  <a:lnTo>
                    <a:pt x="5625" y="506634"/>
                  </a:lnTo>
                  <a:lnTo>
                    <a:pt x="5873" y="506625"/>
                  </a:lnTo>
                  <a:lnTo>
                    <a:pt x="6250" y="506541"/>
                  </a:lnTo>
                  <a:lnTo>
                    <a:pt x="6935" y="505862"/>
                  </a:lnTo>
                  <a:lnTo>
                    <a:pt x="7173" y="505703"/>
                  </a:lnTo>
                  <a:lnTo>
                    <a:pt x="7443" y="505546"/>
                  </a:lnTo>
                  <a:lnTo>
                    <a:pt x="7821" y="505552"/>
                  </a:lnTo>
                  <a:lnTo>
                    <a:pt x="8123" y="505580"/>
                  </a:lnTo>
                  <a:lnTo>
                    <a:pt x="8747" y="505518"/>
                  </a:lnTo>
                  <a:lnTo>
                    <a:pt x="9159" y="505123"/>
                  </a:lnTo>
                  <a:lnTo>
                    <a:pt x="9347" y="505152"/>
                  </a:lnTo>
                  <a:lnTo>
                    <a:pt x="9833" y="505451"/>
                  </a:lnTo>
                  <a:lnTo>
                    <a:pt x="9981" y="505540"/>
                  </a:lnTo>
                  <a:lnTo>
                    <a:pt x="10131" y="505548"/>
                  </a:lnTo>
                  <a:lnTo>
                    <a:pt x="10499" y="505292"/>
                  </a:lnTo>
                  <a:lnTo>
                    <a:pt x="10780" y="504904"/>
                  </a:lnTo>
                  <a:lnTo>
                    <a:pt x="11384" y="504572"/>
                  </a:lnTo>
                  <a:lnTo>
                    <a:pt x="11950" y="504391"/>
                  </a:lnTo>
                  <a:lnTo>
                    <a:pt x="12197" y="504174"/>
                  </a:lnTo>
                  <a:lnTo>
                    <a:pt x="12796" y="504069"/>
                  </a:lnTo>
                  <a:lnTo>
                    <a:pt x="13491" y="503844"/>
                  </a:lnTo>
                  <a:lnTo>
                    <a:pt x="13723" y="503555"/>
                  </a:lnTo>
                  <a:lnTo>
                    <a:pt x="13895" y="503244"/>
                  </a:lnTo>
                  <a:lnTo>
                    <a:pt x="14262" y="502981"/>
                  </a:lnTo>
                  <a:lnTo>
                    <a:pt x="14529" y="503133"/>
                  </a:lnTo>
                  <a:lnTo>
                    <a:pt x="14709" y="503268"/>
                  </a:lnTo>
                  <a:lnTo>
                    <a:pt x="15049" y="503383"/>
                  </a:lnTo>
                  <a:lnTo>
                    <a:pt x="15640" y="503803"/>
                  </a:lnTo>
                  <a:lnTo>
                    <a:pt x="15828" y="503746"/>
                  </a:lnTo>
                  <a:lnTo>
                    <a:pt x="16051" y="503571"/>
                  </a:lnTo>
                  <a:lnTo>
                    <a:pt x="16053" y="503214"/>
                  </a:lnTo>
                  <a:lnTo>
                    <a:pt x="16073" y="503032"/>
                  </a:lnTo>
                  <a:lnTo>
                    <a:pt x="16323" y="502714"/>
                  </a:lnTo>
                  <a:lnTo>
                    <a:pt x="16475" y="502682"/>
                  </a:lnTo>
                  <a:lnTo>
                    <a:pt x="17021" y="502119"/>
                  </a:lnTo>
                  <a:lnTo>
                    <a:pt x="17189" y="501809"/>
                  </a:lnTo>
                  <a:lnTo>
                    <a:pt x="17578" y="501415"/>
                  </a:lnTo>
                  <a:lnTo>
                    <a:pt x="17994" y="501245"/>
                  </a:lnTo>
                  <a:lnTo>
                    <a:pt x="18262" y="501171"/>
                  </a:lnTo>
                  <a:lnTo>
                    <a:pt x="18310" y="501021"/>
                  </a:lnTo>
                  <a:lnTo>
                    <a:pt x="18258" y="500081"/>
                  </a:lnTo>
                  <a:lnTo>
                    <a:pt x="18548" y="499823"/>
                  </a:lnTo>
                  <a:lnTo>
                    <a:pt x="18673" y="499616"/>
                  </a:lnTo>
                  <a:lnTo>
                    <a:pt x="18544" y="499056"/>
                  </a:lnTo>
                  <a:lnTo>
                    <a:pt x="18310" y="498793"/>
                  </a:lnTo>
                  <a:lnTo>
                    <a:pt x="18064" y="498524"/>
                  </a:lnTo>
                  <a:lnTo>
                    <a:pt x="17921" y="498223"/>
                  </a:lnTo>
                  <a:lnTo>
                    <a:pt x="18097" y="497659"/>
                  </a:lnTo>
                  <a:lnTo>
                    <a:pt x="18690" y="497441"/>
                  </a:lnTo>
                  <a:lnTo>
                    <a:pt x="18477" y="497003"/>
                  </a:lnTo>
                  <a:lnTo>
                    <a:pt x="18173" y="496288"/>
                  </a:lnTo>
                  <a:lnTo>
                    <a:pt x="18212" y="495771"/>
                  </a:lnTo>
                  <a:lnTo>
                    <a:pt x="18420" y="495571"/>
                  </a:lnTo>
                  <a:lnTo>
                    <a:pt x="18589" y="495477"/>
                  </a:lnTo>
                  <a:lnTo>
                    <a:pt x="19001" y="495368"/>
                  </a:lnTo>
                  <a:lnTo>
                    <a:pt x="18721" y="495009"/>
                  </a:lnTo>
                  <a:lnTo>
                    <a:pt x="18342" y="494846"/>
                  </a:lnTo>
                  <a:lnTo>
                    <a:pt x="17925" y="494431"/>
                  </a:lnTo>
                  <a:lnTo>
                    <a:pt x="18481" y="494343"/>
                  </a:lnTo>
                  <a:lnTo>
                    <a:pt x="18552" y="494129"/>
                  </a:lnTo>
                  <a:lnTo>
                    <a:pt x="18606" y="493749"/>
                  </a:lnTo>
                  <a:lnTo>
                    <a:pt x="18185" y="493934"/>
                  </a:lnTo>
                  <a:lnTo>
                    <a:pt x="17667" y="494261"/>
                  </a:lnTo>
                  <a:lnTo>
                    <a:pt x="17203" y="493779"/>
                  </a:lnTo>
                  <a:lnTo>
                    <a:pt x="17604" y="493268"/>
                  </a:lnTo>
                  <a:lnTo>
                    <a:pt x="17814" y="493202"/>
                  </a:lnTo>
                  <a:lnTo>
                    <a:pt x="18046" y="493177"/>
                  </a:lnTo>
                  <a:lnTo>
                    <a:pt x="18353" y="492090"/>
                  </a:lnTo>
                  <a:lnTo>
                    <a:pt x="18768" y="491239"/>
                  </a:lnTo>
                  <a:lnTo>
                    <a:pt x="19005" y="491360"/>
                  </a:lnTo>
                  <a:lnTo>
                    <a:pt x="19109" y="491731"/>
                  </a:lnTo>
                  <a:lnTo>
                    <a:pt x="19055" y="491964"/>
                  </a:lnTo>
                  <a:lnTo>
                    <a:pt x="18709" y="492404"/>
                  </a:lnTo>
                  <a:lnTo>
                    <a:pt x="18994" y="492465"/>
                  </a:lnTo>
                  <a:lnTo>
                    <a:pt x="19392" y="492433"/>
                  </a:lnTo>
                  <a:lnTo>
                    <a:pt x="19404" y="492564"/>
                  </a:lnTo>
                  <a:lnTo>
                    <a:pt x="19181" y="492817"/>
                  </a:lnTo>
                  <a:lnTo>
                    <a:pt x="19255" y="493252"/>
                  </a:lnTo>
                  <a:lnTo>
                    <a:pt x="19450" y="493554"/>
                  </a:lnTo>
                  <a:lnTo>
                    <a:pt x="19629" y="493624"/>
                  </a:lnTo>
                  <a:lnTo>
                    <a:pt x="19940" y="493739"/>
                  </a:lnTo>
                  <a:lnTo>
                    <a:pt x="20470" y="493780"/>
                  </a:lnTo>
                  <a:lnTo>
                    <a:pt x="20517" y="493629"/>
                  </a:lnTo>
                  <a:lnTo>
                    <a:pt x="20473" y="492883"/>
                  </a:lnTo>
                  <a:lnTo>
                    <a:pt x="20359" y="492431"/>
                  </a:lnTo>
                  <a:lnTo>
                    <a:pt x="20134" y="491886"/>
                  </a:lnTo>
                  <a:lnTo>
                    <a:pt x="20109" y="491247"/>
                  </a:lnTo>
                  <a:lnTo>
                    <a:pt x="20054" y="490701"/>
                  </a:lnTo>
                  <a:lnTo>
                    <a:pt x="19748" y="490638"/>
                  </a:lnTo>
                  <a:lnTo>
                    <a:pt x="19528" y="490684"/>
                  </a:lnTo>
                  <a:lnTo>
                    <a:pt x="19134" y="490641"/>
                  </a:lnTo>
                  <a:lnTo>
                    <a:pt x="19047" y="490389"/>
                  </a:lnTo>
                  <a:lnTo>
                    <a:pt x="19457" y="490306"/>
                  </a:lnTo>
                  <a:lnTo>
                    <a:pt x="19169" y="490124"/>
                  </a:lnTo>
                  <a:lnTo>
                    <a:pt x="18979" y="489799"/>
                  </a:lnTo>
                  <a:lnTo>
                    <a:pt x="18339" y="489211"/>
                  </a:lnTo>
                  <a:lnTo>
                    <a:pt x="17682" y="489114"/>
                  </a:lnTo>
                  <a:lnTo>
                    <a:pt x="17437" y="489112"/>
                  </a:lnTo>
                  <a:lnTo>
                    <a:pt x="17273" y="489236"/>
                  </a:lnTo>
                  <a:lnTo>
                    <a:pt x="17094" y="489295"/>
                  </a:lnTo>
                  <a:lnTo>
                    <a:pt x="16717" y="489353"/>
                  </a:lnTo>
                  <a:lnTo>
                    <a:pt x="16533" y="489384"/>
                  </a:lnTo>
                  <a:lnTo>
                    <a:pt x="16310" y="489521"/>
                  </a:lnTo>
                  <a:lnTo>
                    <a:pt x="15716" y="489610"/>
                  </a:lnTo>
                  <a:lnTo>
                    <a:pt x="15453" y="489471"/>
                  </a:lnTo>
                  <a:lnTo>
                    <a:pt x="15104" y="489155"/>
                  </a:lnTo>
                  <a:lnTo>
                    <a:pt x="15025" y="488993"/>
                  </a:lnTo>
                  <a:lnTo>
                    <a:pt x="14779" y="488746"/>
                  </a:lnTo>
                  <a:lnTo>
                    <a:pt x="14579" y="488610"/>
                  </a:lnTo>
                  <a:lnTo>
                    <a:pt x="13281" y="488278"/>
                  </a:lnTo>
                  <a:lnTo>
                    <a:pt x="12834" y="488023"/>
                  </a:lnTo>
                  <a:lnTo>
                    <a:pt x="12685" y="487561"/>
                  </a:lnTo>
                  <a:lnTo>
                    <a:pt x="12745" y="487244"/>
                  </a:lnTo>
                  <a:lnTo>
                    <a:pt x="12479" y="487173"/>
                  </a:lnTo>
                  <a:lnTo>
                    <a:pt x="12220" y="487165"/>
                  </a:lnTo>
                  <a:lnTo>
                    <a:pt x="12089" y="487139"/>
                  </a:lnTo>
                  <a:lnTo>
                    <a:pt x="11921" y="487106"/>
                  </a:lnTo>
                  <a:lnTo>
                    <a:pt x="11564" y="487027"/>
                  </a:lnTo>
                  <a:lnTo>
                    <a:pt x="10963" y="486946"/>
                  </a:lnTo>
                  <a:lnTo>
                    <a:pt x="10909" y="486762"/>
                  </a:lnTo>
                  <a:lnTo>
                    <a:pt x="10541" y="485936"/>
                  </a:lnTo>
                  <a:lnTo>
                    <a:pt x="10902" y="485749"/>
                  </a:lnTo>
                  <a:lnTo>
                    <a:pt x="11178" y="485709"/>
                  </a:lnTo>
                  <a:lnTo>
                    <a:pt x="11348" y="485358"/>
                  </a:lnTo>
                  <a:lnTo>
                    <a:pt x="10459" y="484198"/>
                  </a:lnTo>
                  <a:lnTo>
                    <a:pt x="10049" y="483837"/>
                  </a:lnTo>
                  <a:lnTo>
                    <a:pt x="10057" y="483677"/>
                  </a:lnTo>
                  <a:lnTo>
                    <a:pt x="10067" y="483492"/>
                  </a:lnTo>
                  <a:lnTo>
                    <a:pt x="9763" y="483278"/>
                  </a:lnTo>
                  <a:lnTo>
                    <a:pt x="9126" y="482440"/>
                  </a:lnTo>
                  <a:lnTo>
                    <a:pt x="9172" y="481939"/>
                  </a:lnTo>
                  <a:lnTo>
                    <a:pt x="9421" y="481878"/>
                  </a:lnTo>
                  <a:lnTo>
                    <a:pt x="10060" y="481774"/>
                  </a:lnTo>
                  <a:lnTo>
                    <a:pt x="10310" y="481794"/>
                  </a:lnTo>
                  <a:lnTo>
                    <a:pt x="10334" y="482025"/>
                  </a:lnTo>
                  <a:lnTo>
                    <a:pt x="10407" y="482242"/>
                  </a:lnTo>
                  <a:lnTo>
                    <a:pt x="10727" y="482406"/>
                  </a:lnTo>
                  <a:lnTo>
                    <a:pt x="10952" y="482521"/>
                  </a:lnTo>
                  <a:lnTo>
                    <a:pt x="11232" y="482578"/>
                  </a:lnTo>
                  <a:lnTo>
                    <a:pt x="11507" y="482631"/>
                  </a:lnTo>
                  <a:lnTo>
                    <a:pt x="11855" y="482593"/>
                  </a:lnTo>
                  <a:lnTo>
                    <a:pt x="11832" y="482412"/>
                  </a:lnTo>
                  <a:lnTo>
                    <a:pt x="12029" y="482136"/>
                  </a:lnTo>
                  <a:lnTo>
                    <a:pt x="12552" y="482264"/>
                  </a:lnTo>
                  <a:lnTo>
                    <a:pt x="13931" y="482491"/>
                  </a:lnTo>
                  <a:lnTo>
                    <a:pt x="14137" y="482474"/>
                  </a:lnTo>
                  <a:lnTo>
                    <a:pt x="14419" y="482031"/>
                  </a:lnTo>
                  <a:lnTo>
                    <a:pt x="14485" y="481708"/>
                  </a:lnTo>
                  <a:lnTo>
                    <a:pt x="14447" y="481487"/>
                  </a:lnTo>
                  <a:lnTo>
                    <a:pt x="14523" y="481127"/>
                  </a:lnTo>
                  <a:lnTo>
                    <a:pt x="14626" y="480851"/>
                  </a:lnTo>
                  <a:lnTo>
                    <a:pt x="14696" y="480314"/>
                  </a:lnTo>
                  <a:lnTo>
                    <a:pt x="14729" y="480062"/>
                  </a:lnTo>
                  <a:lnTo>
                    <a:pt x="14726" y="479664"/>
                  </a:lnTo>
                  <a:lnTo>
                    <a:pt x="14666" y="479466"/>
                  </a:lnTo>
                  <a:lnTo>
                    <a:pt x="14601" y="479259"/>
                  </a:lnTo>
                  <a:lnTo>
                    <a:pt x="14302" y="478787"/>
                  </a:lnTo>
                  <a:lnTo>
                    <a:pt x="14670" y="478404"/>
                  </a:lnTo>
                  <a:lnTo>
                    <a:pt x="15028" y="478145"/>
                  </a:lnTo>
                  <a:lnTo>
                    <a:pt x="14899" y="478037"/>
                  </a:lnTo>
                  <a:lnTo>
                    <a:pt x="14722" y="477848"/>
                  </a:lnTo>
                  <a:lnTo>
                    <a:pt x="14896" y="476955"/>
                  </a:lnTo>
                  <a:lnTo>
                    <a:pt x="15030" y="476714"/>
                  </a:lnTo>
                  <a:lnTo>
                    <a:pt x="15458" y="476459"/>
                  </a:lnTo>
                  <a:lnTo>
                    <a:pt x="15823" y="476172"/>
                  </a:lnTo>
                  <a:lnTo>
                    <a:pt x="16285" y="475840"/>
                  </a:lnTo>
                  <a:lnTo>
                    <a:pt x="16421" y="475557"/>
                  </a:lnTo>
                  <a:lnTo>
                    <a:pt x="16687" y="474914"/>
                  </a:lnTo>
                  <a:lnTo>
                    <a:pt x="17024" y="474868"/>
                  </a:lnTo>
                  <a:lnTo>
                    <a:pt x="17207" y="474619"/>
                  </a:lnTo>
                  <a:lnTo>
                    <a:pt x="17328" y="474368"/>
                  </a:lnTo>
                  <a:lnTo>
                    <a:pt x="17363" y="474191"/>
                  </a:lnTo>
                  <a:lnTo>
                    <a:pt x="17352" y="473800"/>
                  </a:lnTo>
                  <a:lnTo>
                    <a:pt x="17566" y="473589"/>
                  </a:lnTo>
                  <a:lnTo>
                    <a:pt x="17712" y="473637"/>
                  </a:lnTo>
                  <a:lnTo>
                    <a:pt x="17977" y="474006"/>
                  </a:lnTo>
                  <a:lnTo>
                    <a:pt x="18151" y="474026"/>
                  </a:lnTo>
                  <a:lnTo>
                    <a:pt x="18350" y="473921"/>
                  </a:lnTo>
                  <a:lnTo>
                    <a:pt x="18780" y="473503"/>
                  </a:lnTo>
                  <a:lnTo>
                    <a:pt x="18982" y="473263"/>
                  </a:lnTo>
                  <a:lnTo>
                    <a:pt x="19022" y="472858"/>
                  </a:lnTo>
                  <a:lnTo>
                    <a:pt x="19607" y="472484"/>
                  </a:lnTo>
                  <a:lnTo>
                    <a:pt x="19770" y="472332"/>
                  </a:lnTo>
                  <a:lnTo>
                    <a:pt x="19957" y="472098"/>
                  </a:lnTo>
                  <a:lnTo>
                    <a:pt x="20011" y="471841"/>
                  </a:lnTo>
                  <a:lnTo>
                    <a:pt x="20064" y="471555"/>
                  </a:lnTo>
                  <a:lnTo>
                    <a:pt x="19807" y="471195"/>
                  </a:lnTo>
                  <a:lnTo>
                    <a:pt x="19941" y="471163"/>
                  </a:lnTo>
                  <a:lnTo>
                    <a:pt x="20490" y="471254"/>
                  </a:lnTo>
                  <a:lnTo>
                    <a:pt x="20694" y="471247"/>
                  </a:lnTo>
                  <a:lnTo>
                    <a:pt x="20986" y="471272"/>
                  </a:lnTo>
                  <a:lnTo>
                    <a:pt x="21238" y="471547"/>
                  </a:lnTo>
                  <a:lnTo>
                    <a:pt x="21959" y="471480"/>
                  </a:lnTo>
                  <a:lnTo>
                    <a:pt x="22279" y="471385"/>
                  </a:lnTo>
                  <a:lnTo>
                    <a:pt x="22483" y="471451"/>
                  </a:lnTo>
                  <a:lnTo>
                    <a:pt x="22480" y="471780"/>
                  </a:lnTo>
                  <a:lnTo>
                    <a:pt x="22665" y="472055"/>
                  </a:lnTo>
                  <a:lnTo>
                    <a:pt x="22900" y="472066"/>
                  </a:lnTo>
                  <a:lnTo>
                    <a:pt x="23215" y="471783"/>
                  </a:lnTo>
                  <a:lnTo>
                    <a:pt x="23317" y="471628"/>
                  </a:lnTo>
                  <a:lnTo>
                    <a:pt x="23478" y="471463"/>
                  </a:lnTo>
                  <a:lnTo>
                    <a:pt x="23829" y="471411"/>
                  </a:lnTo>
                  <a:lnTo>
                    <a:pt x="24275" y="471652"/>
                  </a:lnTo>
                  <a:lnTo>
                    <a:pt x="24418" y="471645"/>
                  </a:lnTo>
                  <a:lnTo>
                    <a:pt x="24710" y="471498"/>
                  </a:lnTo>
                  <a:lnTo>
                    <a:pt x="25166" y="471159"/>
                  </a:lnTo>
                  <a:lnTo>
                    <a:pt x="25366" y="471011"/>
                  </a:lnTo>
                  <a:lnTo>
                    <a:pt x="25604" y="471168"/>
                  </a:lnTo>
                  <a:lnTo>
                    <a:pt x="26070" y="471405"/>
                  </a:lnTo>
                  <a:lnTo>
                    <a:pt x="26502" y="471604"/>
                  </a:lnTo>
                  <a:lnTo>
                    <a:pt x="26777" y="471765"/>
                  </a:lnTo>
                  <a:lnTo>
                    <a:pt x="26926" y="471755"/>
                  </a:lnTo>
                  <a:lnTo>
                    <a:pt x="27226" y="471764"/>
                  </a:lnTo>
                  <a:lnTo>
                    <a:pt x="27220" y="472051"/>
                  </a:lnTo>
                  <a:lnTo>
                    <a:pt x="27006" y="472245"/>
                  </a:lnTo>
                  <a:lnTo>
                    <a:pt x="26811" y="472340"/>
                  </a:lnTo>
                  <a:lnTo>
                    <a:pt x="26627" y="472309"/>
                  </a:lnTo>
                  <a:lnTo>
                    <a:pt x="26330" y="472667"/>
                  </a:lnTo>
                  <a:lnTo>
                    <a:pt x="26273" y="472795"/>
                  </a:lnTo>
                  <a:lnTo>
                    <a:pt x="26362" y="473347"/>
                  </a:lnTo>
                  <a:lnTo>
                    <a:pt x="26574" y="473329"/>
                  </a:lnTo>
                  <a:lnTo>
                    <a:pt x="26934" y="473298"/>
                  </a:lnTo>
                  <a:lnTo>
                    <a:pt x="27075" y="473273"/>
                  </a:lnTo>
                  <a:lnTo>
                    <a:pt x="27335" y="473189"/>
                  </a:lnTo>
                  <a:lnTo>
                    <a:pt x="27657" y="472748"/>
                  </a:lnTo>
                  <a:lnTo>
                    <a:pt x="27690" y="473084"/>
                  </a:lnTo>
                  <a:lnTo>
                    <a:pt x="27774" y="473496"/>
                  </a:lnTo>
                  <a:lnTo>
                    <a:pt x="27899" y="473653"/>
                  </a:lnTo>
                  <a:lnTo>
                    <a:pt x="28560" y="473951"/>
                  </a:lnTo>
                  <a:lnTo>
                    <a:pt x="28751" y="474046"/>
                  </a:lnTo>
                  <a:lnTo>
                    <a:pt x="28862" y="474183"/>
                  </a:lnTo>
                  <a:lnTo>
                    <a:pt x="29126" y="474388"/>
                  </a:lnTo>
                  <a:lnTo>
                    <a:pt x="29255" y="474456"/>
                  </a:lnTo>
                  <a:lnTo>
                    <a:pt x="29419" y="474503"/>
                  </a:lnTo>
                  <a:lnTo>
                    <a:pt x="29873" y="474443"/>
                  </a:lnTo>
                  <a:lnTo>
                    <a:pt x="30320" y="473895"/>
                  </a:lnTo>
                  <a:lnTo>
                    <a:pt x="30481" y="473642"/>
                  </a:lnTo>
                  <a:lnTo>
                    <a:pt x="30713" y="473599"/>
                  </a:lnTo>
                  <a:lnTo>
                    <a:pt x="31044" y="473609"/>
                  </a:lnTo>
                  <a:lnTo>
                    <a:pt x="31321" y="473621"/>
                  </a:lnTo>
                  <a:lnTo>
                    <a:pt x="31779" y="473467"/>
                  </a:lnTo>
                  <a:lnTo>
                    <a:pt x="31852" y="473264"/>
                  </a:lnTo>
                  <a:lnTo>
                    <a:pt x="32185" y="472859"/>
                  </a:lnTo>
                  <a:lnTo>
                    <a:pt x="32465" y="472546"/>
                  </a:lnTo>
                  <a:lnTo>
                    <a:pt x="32695" y="472326"/>
                  </a:lnTo>
                  <a:lnTo>
                    <a:pt x="33539" y="471602"/>
                  </a:lnTo>
                  <a:lnTo>
                    <a:pt x="34150" y="471449"/>
                  </a:lnTo>
                  <a:lnTo>
                    <a:pt x="34381" y="471506"/>
                  </a:lnTo>
                  <a:lnTo>
                    <a:pt x="34704" y="471542"/>
                  </a:lnTo>
                  <a:lnTo>
                    <a:pt x="35157" y="471736"/>
                  </a:lnTo>
                  <a:lnTo>
                    <a:pt x="35136" y="472085"/>
                  </a:lnTo>
                  <a:lnTo>
                    <a:pt x="35319" y="472111"/>
                  </a:lnTo>
                  <a:lnTo>
                    <a:pt x="36011" y="472394"/>
                  </a:lnTo>
                  <a:lnTo>
                    <a:pt x="36279" y="472540"/>
                  </a:lnTo>
                  <a:lnTo>
                    <a:pt x="36556" y="472395"/>
                  </a:lnTo>
                  <a:lnTo>
                    <a:pt x="37270" y="471864"/>
                  </a:lnTo>
                  <a:lnTo>
                    <a:pt x="37569" y="471789"/>
                  </a:lnTo>
                  <a:lnTo>
                    <a:pt x="37763" y="471673"/>
                  </a:lnTo>
                  <a:lnTo>
                    <a:pt x="37738" y="471527"/>
                  </a:lnTo>
                  <a:lnTo>
                    <a:pt x="37693" y="471386"/>
                  </a:lnTo>
                  <a:lnTo>
                    <a:pt x="37636" y="471213"/>
                  </a:lnTo>
                  <a:lnTo>
                    <a:pt x="37617" y="471016"/>
                  </a:lnTo>
                  <a:lnTo>
                    <a:pt x="38051" y="470968"/>
                  </a:lnTo>
                  <a:lnTo>
                    <a:pt x="38359" y="470961"/>
                  </a:lnTo>
                  <a:lnTo>
                    <a:pt x="38718" y="470996"/>
                  </a:lnTo>
                  <a:lnTo>
                    <a:pt x="39109" y="471024"/>
                  </a:lnTo>
                  <a:lnTo>
                    <a:pt x="39406" y="470855"/>
                  </a:lnTo>
                  <a:lnTo>
                    <a:pt x="39676" y="470786"/>
                  </a:lnTo>
                  <a:lnTo>
                    <a:pt x="40372" y="470838"/>
                  </a:lnTo>
                  <a:lnTo>
                    <a:pt x="40784" y="471301"/>
                  </a:lnTo>
                  <a:lnTo>
                    <a:pt x="40794" y="471553"/>
                  </a:lnTo>
                  <a:lnTo>
                    <a:pt x="40803" y="471791"/>
                  </a:lnTo>
                  <a:lnTo>
                    <a:pt x="40855" y="472355"/>
                  </a:lnTo>
                  <a:lnTo>
                    <a:pt x="41049" y="472625"/>
                  </a:lnTo>
                  <a:lnTo>
                    <a:pt x="41113" y="472809"/>
                  </a:lnTo>
                  <a:lnTo>
                    <a:pt x="41100" y="472992"/>
                  </a:lnTo>
                  <a:lnTo>
                    <a:pt x="41035" y="473338"/>
                  </a:lnTo>
                  <a:lnTo>
                    <a:pt x="41001" y="473798"/>
                  </a:lnTo>
                  <a:lnTo>
                    <a:pt x="41055" y="474094"/>
                  </a:lnTo>
                  <a:lnTo>
                    <a:pt x="41143" y="474503"/>
                  </a:lnTo>
                  <a:lnTo>
                    <a:pt x="41478" y="474768"/>
                  </a:lnTo>
                  <a:lnTo>
                    <a:pt x="41679" y="475191"/>
                  </a:lnTo>
                  <a:lnTo>
                    <a:pt x="41719" y="475495"/>
                  </a:lnTo>
                  <a:lnTo>
                    <a:pt x="41981" y="475390"/>
                  </a:lnTo>
                  <a:lnTo>
                    <a:pt x="42501" y="474955"/>
                  </a:lnTo>
                  <a:lnTo>
                    <a:pt x="42684" y="474802"/>
                  </a:lnTo>
                  <a:lnTo>
                    <a:pt x="42869" y="474890"/>
                  </a:lnTo>
                  <a:lnTo>
                    <a:pt x="43194" y="475166"/>
                  </a:lnTo>
                  <a:lnTo>
                    <a:pt x="43280" y="475483"/>
                  </a:lnTo>
                  <a:lnTo>
                    <a:pt x="43425" y="475884"/>
                  </a:lnTo>
                  <a:lnTo>
                    <a:pt x="43834" y="475969"/>
                  </a:lnTo>
                  <a:lnTo>
                    <a:pt x="44239" y="475931"/>
                  </a:lnTo>
                  <a:lnTo>
                    <a:pt x="44555" y="475908"/>
                  </a:lnTo>
                  <a:lnTo>
                    <a:pt x="45063" y="475566"/>
                  </a:lnTo>
                  <a:lnTo>
                    <a:pt x="45428" y="475391"/>
                  </a:lnTo>
                  <a:lnTo>
                    <a:pt x="45562" y="475165"/>
                  </a:lnTo>
                  <a:lnTo>
                    <a:pt x="45622" y="474872"/>
                  </a:lnTo>
                  <a:lnTo>
                    <a:pt x="45641" y="474263"/>
                  </a:lnTo>
                  <a:lnTo>
                    <a:pt x="45499" y="474054"/>
                  </a:lnTo>
                  <a:lnTo>
                    <a:pt x="45337" y="473829"/>
                  </a:lnTo>
                  <a:lnTo>
                    <a:pt x="45262" y="473641"/>
                  </a:lnTo>
                  <a:lnTo>
                    <a:pt x="45254" y="473141"/>
                  </a:lnTo>
                  <a:lnTo>
                    <a:pt x="45301" y="472935"/>
                  </a:lnTo>
                  <a:lnTo>
                    <a:pt x="45480" y="472891"/>
                  </a:lnTo>
                  <a:lnTo>
                    <a:pt x="45694" y="472902"/>
                  </a:lnTo>
                  <a:lnTo>
                    <a:pt x="46295" y="473052"/>
                  </a:lnTo>
                  <a:lnTo>
                    <a:pt x="46448" y="472807"/>
                  </a:lnTo>
                  <a:lnTo>
                    <a:pt x="46230" y="472586"/>
                  </a:lnTo>
                  <a:lnTo>
                    <a:pt x="46406" y="472361"/>
                  </a:lnTo>
                  <a:lnTo>
                    <a:pt x="46448" y="471872"/>
                  </a:lnTo>
                  <a:lnTo>
                    <a:pt x="46491" y="471611"/>
                  </a:lnTo>
                  <a:lnTo>
                    <a:pt x="46491" y="470999"/>
                  </a:lnTo>
                  <a:lnTo>
                    <a:pt x="46459" y="470760"/>
                  </a:lnTo>
                  <a:lnTo>
                    <a:pt x="46468" y="470568"/>
                  </a:lnTo>
                  <a:lnTo>
                    <a:pt x="46292" y="470162"/>
                  </a:lnTo>
                  <a:lnTo>
                    <a:pt x="45772" y="469793"/>
                  </a:lnTo>
                  <a:lnTo>
                    <a:pt x="45428" y="469227"/>
                  </a:lnTo>
                  <a:lnTo>
                    <a:pt x="45158" y="468983"/>
                  </a:lnTo>
                  <a:lnTo>
                    <a:pt x="45272" y="468764"/>
                  </a:lnTo>
                  <a:lnTo>
                    <a:pt x="45319" y="468621"/>
                  </a:lnTo>
                  <a:lnTo>
                    <a:pt x="45269" y="468179"/>
                  </a:lnTo>
                  <a:lnTo>
                    <a:pt x="44986" y="468094"/>
                  </a:lnTo>
                  <a:lnTo>
                    <a:pt x="44676" y="467864"/>
                  </a:lnTo>
                  <a:lnTo>
                    <a:pt x="44288" y="467349"/>
                  </a:lnTo>
                  <a:lnTo>
                    <a:pt x="43926" y="466905"/>
                  </a:lnTo>
                  <a:lnTo>
                    <a:pt x="43343" y="466922"/>
                  </a:lnTo>
                  <a:lnTo>
                    <a:pt x="43174" y="466851"/>
                  </a:lnTo>
                  <a:lnTo>
                    <a:pt x="42966" y="466734"/>
                  </a:lnTo>
                  <a:lnTo>
                    <a:pt x="42716" y="466592"/>
                  </a:lnTo>
                  <a:lnTo>
                    <a:pt x="42340" y="466506"/>
                  </a:lnTo>
                  <a:lnTo>
                    <a:pt x="42206" y="466250"/>
                  </a:lnTo>
                  <a:lnTo>
                    <a:pt x="42222" y="465736"/>
                  </a:lnTo>
                  <a:lnTo>
                    <a:pt x="42461" y="465346"/>
                  </a:lnTo>
                  <a:lnTo>
                    <a:pt x="42281" y="464648"/>
                  </a:lnTo>
                  <a:lnTo>
                    <a:pt x="42353" y="464273"/>
                  </a:lnTo>
                  <a:lnTo>
                    <a:pt x="42361" y="463624"/>
                  </a:lnTo>
                  <a:lnTo>
                    <a:pt x="42333" y="463392"/>
                  </a:lnTo>
                  <a:lnTo>
                    <a:pt x="41826" y="462839"/>
                  </a:lnTo>
                  <a:lnTo>
                    <a:pt x="41353" y="462751"/>
                  </a:lnTo>
                  <a:lnTo>
                    <a:pt x="41249" y="462514"/>
                  </a:lnTo>
                  <a:lnTo>
                    <a:pt x="41293" y="462006"/>
                  </a:lnTo>
                  <a:lnTo>
                    <a:pt x="41404" y="461614"/>
                  </a:lnTo>
                  <a:lnTo>
                    <a:pt x="41344" y="461311"/>
                  </a:lnTo>
                  <a:lnTo>
                    <a:pt x="41535" y="460704"/>
                  </a:lnTo>
                  <a:lnTo>
                    <a:pt x="41970" y="460655"/>
                  </a:lnTo>
                  <a:lnTo>
                    <a:pt x="42350" y="460606"/>
                  </a:lnTo>
                  <a:lnTo>
                    <a:pt x="42478" y="460436"/>
                  </a:lnTo>
                  <a:lnTo>
                    <a:pt x="42909" y="459737"/>
                  </a:lnTo>
                  <a:lnTo>
                    <a:pt x="42781" y="459452"/>
                  </a:lnTo>
                  <a:lnTo>
                    <a:pt x="42536" y="459306"/>
                  </a:lnTo>
                  <a:lnTo>
                    <a:pt x="42254" y="459122"/>
                  </a:lnTo>
                  <a:lnTo>
                    <a:pt x="42035" y="458902"/>
                  </a:lnTo>
                  <a:lnTo>
                    <a:pt x="41973" y="458667"/>
                  </a:lnTo>
                  <a:lnTo>
                    <a:pt x="41929" y="458496"/>
                  </a:lnTo>
                  <a:lnTo>
                    <a:pt x="41362" y="458071"/>
                  </a:lnTo>
                  <a:lnTo>
                    <a:pt x="41323" y="458396"/>
                  </a:lnTo>
                  <a:lnTo>
                    <a:pt x="40806" y="458831"/>
                  </a:lnTo>
                  <a:lnTo>
                    <a:pt x="40648" y="458785"/>
                  </a:lnTo>
                  <a:lnTo>
                    <a:pt x="40439" y="458796"/>
                  </a:lnTo>
                  <a:lnTo>
                    <a:pt x="39900" y="458826"/>
                  </a:lnTo>
                  <a:lnTo>
                    <a:pt x="39565" y="458421"/>
                  </a:lnTo>
                  <a:lnTo>
                    <a:pt x="39679" y="457635"/>
                  </a:lnTo>
                  <a:lnTo>
                    <a:pt x="39447" y="457165"/>
                  </a:lnTo>
                  <a:lnTo>
                    <a:pt x="39320" y="457112"/>
                  </a:lnTo>
                  <a:lnTo>
                    <a:pt x="39203" y="456828"/>
                  </a:lnTo>
                  <a:lnTo>
                    <a:pt x="39742" y="456643"/>
                  </a:lnTo>
                  <a:lnTo>
                    <a:pt x="40138" y="456161"/>
                  </a:lnTo>
                  <a:lnTo>
                    <a:pt x="40251" y="455918"/>
                  </a:lnTo>
                  <a:lnTo>
                    <a:pt x="40464" y="455775"/>
                  </a:lnTo>
                  <a:lnTo>
                    <a:pt x="40698" y="455618"/>
                  </a:lnTo>
                  <a:lnTo>
                    <a:pt x="40829" y="455378"/>
                  </a:lnTo>
                  <a:lnTo>
                    <a:pt x="40759" y="455052"/>
                  </a:lnTo>
                  <a:lnTo>
                    <a:pt x="40877" y="454818"/>
                  </a:lnTo>
                  <a:lnTo>
                    <a:pt x="41114" y="454550"/>
                  </a:lnTo>
                  <a:lnTo>
                    <a:pt x="41322" y="454525"/>
                  </a:lnTo>
                  <a:lnTo>
                    <a:pt x="41617" y="454395"/>
                  </a:lnTo>
                  <a:lnTo>
                    <a:pt x="41708" y="454160"/>
                  </a:lnTo>
                  <a:lnTo>
                    <a:pt x="41784" y="453966"/>
                  </a:lnTo>
                  <a:lnTo>
                    <a:pt x="41769" y="453632"/>
                  </a:lnTo>
                  <a:lnTo>
                    <a:pt x="42005" y="452992"/>
                  </a:lnTo>
                  <a:lnTo>
                    <a:pt x="42143" y="452878"/>
                  </a:lnTo>
                  <a:lnTo>
                    <a:pt x="42157" y="452705"/>
                  </a:lnTo>
                  <a:lnTo>
                    <a:pt x="42153" y="452565"/>
                  </a:lnTo>
                  <a:lnTo>
                    <a:pt x="42084" y="452159"/>
                  </a:lnTo>
                  <a:lnTo>
                    <a:pt x="41887" y="451842"/>
                  </a:lnTo>
                  <a:lnTo>
                    <a:pt x="41769" y="451677"/>
                  </a:lnTo>
                  <a:lnTo>
                    <a:pt x="41741" y="451351"/>
                  </a:lnTo>
                  <a:lnTo>
                    <a:pt x="41738" y="451104"/>
                  </a:lnTo>
                  <a:lnTo>
                    <a:pt x="41796" y="450916"/>
                  </a:lnTo>
                  <a:lnTo>
                    <a:pt x="42370" y="450742"/>
                  </a:lnTo>
                  <a:lnTo>
                    <a:pt x="42466" y="450431"/>
                  </a:lnTo>
                  <a:lnTo>
                    <a:pt x="42487" y="450244"/>
                  </a:lnTo>
                  <a:lnTo>
                    <a:pt x="42840" y="449673"/>
                  </a:lnTo>
                  <a:lnTo>
                    <a:pt x="43176" y="449384"/>
                  </a:lnTo>
                  <a:lnTo>
                    <a:pt x="43361" y="449105"/>
                  </a:lnTo>
                  <a:lnTo>
                    <a:pt x="43401" y="448974"/>
                  </a:lnTo>
                  <a:lnTo>
                    <a:pt x="43395" y="448846"/>
                  </a:lnTo>
                  <a:lnTo>
                    <a:pt x="43221" y="448345"/>
                  </a:lnTo>
                  <a:lnTo>
                    <a:pt x="43025" y="447949"/>
                  </a:lnTo>
                  <a:lnTo>
                    <a:pt x="42974" y="447461"/>
                  </a:lnTo>
                  <a:lnTo>
                    <a:pt x="43098" y="447058"/>
                  </a:lnTo>
                  <a:lnTo>
                    <a:pt x="43300" y="447023"/>
                  </a:lnTo>
                  <a:lnTo>
                    <a:pt x="43765" y="447043"/>
                  </a:lnTo>
                  <a:lnTo>
                    <a:pt x="44219" y="447131"/>
                  </a:lnTo>
                  <a:lnTo>
                    <a:pt x="44575" y="447081"/>
                  </a:lnTo>
                  <a:lnTo>
                    <a:pt x="44846" y="446933"/>
                  </a:lnTo>
                  <a:lnTo>
                    <a:pt x="45138" y="447042"/>
                  </a:lnTo>
                  <a:lnTo>
                    <a:pt x="45380" y="447135"/>
                  </a:lnTo>
                  <a:lnTo>
                    <a:pt x="45637" y="447093"/>
                  </a:lnTo>
                  <a:lnTo>
                    <a:pt x="46105" y="446179"/>
                  </a:lnTo>
                  <a:lnTo>
                    <a:pt x="46230" y="446010"/>
                  </a:lnTo>
                  <a:lnTo>
                    <a:pt x="46542" y="445568"/>
                  </a:lnTo>
                  <a:lnTo>
                    <a:pt x="46653" y="445209"/>
                  </a:lnTo>
                  <a:lnTo>
                    <a:pt x="46541" y="444984"/>
                  </a:lnTo>
                  <a:lnTo>
                    <a:pt x="46062" y="444413"/>
                  </a:lnTo>
                  <a:lnTo>
                    <a:pt x="46043" y="444161"/>
                  </a:lnTo>
                  <a:lnTo>
                    <a:pt x="45750" y="443757"/>
                  </a:lnTo>
                  <a:lnTo>
                    <a:pt x="45651" y="443459"/>
                  </a:lnTo>
                  <a:lnTo>
                    <a:pt x="45727" y="442826"/>
                  </a:lnTo>
                  <a:lnTo>
                    <a:pt x="45441" y="442566"/>
                  </a:lnTo>
                  <a:lnTo>
                    <a:pt x="45430" y="442242"/>
                  </a:lnTo>
                  <a:lnTo>
                    <a:pt x="45446" y="441860"/>
                  </a:lnTo>
                  <a:lnTo>
                    <a:pt x="45453" y="441678"/>
                  </a:lnTo>
                  <a:lnTo>
                    <a:pt x="45442" y="441470"/>
                  </a:lnTo>
                  <a:lnTo>
                    <a:pt x="45059" y="441244"/>
                  </a:lnTo>
                  <a:lnTo>
                    <a:pt x="44728" y="440452"/>
                  </a:lnTo>
                  <a:lnTo>
                    <a:pt x="44308" y="440140"/>
                  </a:lnTo>
                  <a:lnTo>
                    <a:pt x="44116" y="440095"/>
                  </a:lnTo>
                  <a:lnTo>
                    <a:pt x="44000" y="440454"/>
                  </a:lnTo>
                  <a:lnTo>
                    <a:pt x="43887" y="440728"/>
                  </a:lnTo>
                  <a:lnTo>
                    <a:pt x="43219" y="440749"/>
                  </a:lnTo>
                  <a:lnTo>
                    <a:pt x="42898" y="440648"/>
                  </a:lnTo>
                  <a:lnTo>
                    <a:pt x="42609" y="440166"/>
                  </a:lnTo>
                  <a:lnTo>
                    <a:pt x="42989" y="439865"/>
                  </a:lnTo>
                  <a:lnTo>
                    <a:pt x="43212" y="439591"/>
                  </a:lnTo>
                  <a:lnTo>
                    <a:pt x="43408" y="438928"/>
                  </a:lnTo>
                  <a:lnTo>
                    <a:pt x="44142" y="438269"/>
                  </a:lnTo>
                  <a:lnTo>
                    <a:pt x="44219" y="438114"/>
                  </a:lnTo>
                  <a:lnTo>
                    <a:pt x="44564" y="438368"/>
                  </a:lnTo>
                  <a:lnTo>
                    <a:pt x="44747" y="438604"/>
                  </a:lnTo>
                  <a:lnTo>
                    <a:pt x="45472" y="438864"/>
                  </a:lnTo>
                  <a:lnTo>
                    <a:pt x="45658" y="438783"/>
                  </a:lnTo>
                  <a:lnTo>
                    <a:pt x="46212" y="438892"/>
                  </a:lnTo>
                  <a:lnTo>
                    <a:pt x="46336" y="439048"/>
                  </a:lnTo>
                  <a:lnTo>
                    <a:pt x="46435" y="439241"/>
                  </a:lnTo>
                  <a:lnTo>
                    <a:pt x="46558" y="440004"/>
                  </a:lnTo>
                  <a:lnTo>
                    <a:pt x="46953" y="440296"/>
                  </a:lnTo>
                  <a:lnTo>
                    <a:pt x="47174" y="440019"/>
                  </a:lnTo>
                  <a:lnTo>
                    <a:pt x="47513" y="439787"/>
                  </a:lnTo>
                  <a:lnTo>
                    <a:pt x="48093" y="439631"/>
                  </a:lnTo>
                  <a:lnTo>
                    <a:pt x="48289" y="439732"/>
                  </a:lnTo>
                  <a:lnTo>
                    <a:pt x="48412" y="439925"/>
                  </a:lnTo>
                  <a:lnTo>
                    <a:pt x="48622" y="440096"/>
                  </a:lnTo>
                  <a:lnTo>
                    <a:pt x="49025" y="440371"/>
                  </a:lnTo>
                  <a:lnTo>
                    <a:pt x="49361" y="440515"/>
                  </a:lnTo>
                  <a:lnTo>
                    <a:pt x="49962" y="440361"/>
                  </a:lnTo>
                  <a:lnTo>
                    <a:pt x="50311" y="440268"/>
                  </a:lnTo>
                  <a:lnTo>
                    <a:pt x="50709" y="440069"/>
                  </a:lnTo>
                  <a:lnTo>
                    <a:pt x="50751" y="439534"/>
                  </a:lnTo>
                  <a:lnTo>
                    <a:pt x="51559" y="439085"/>
                  </a:lnTo>
                  <a:lnTo>
                    <a:pt x="51619" y="438078"/>
                  </a:lnTo>
                  <a:lnTo>
                    <a:pt x="51650" y="437801"/>
                  </a:lnTo>
                  <a:lnTo>
                    <a:pt x="51666" y="437659"/>
                  </a:lnTo>
                  <a:lnTo>
                    <a:pt x="51698" y="437353"/>
                  </a:lnTo>
                  <a:lnTo>
                    <a:pt x="51705" y="437165"/>
                  </a:lnTo>
                  <a:lnTo>
                    <a:pt x="51684" y="437027"/>
                  </a:lnTo>
                  <a:lnTo>
                    <a:pt x="51578" y="436670"/>
                  </a:lnTo>
                  <a:lnTo>
                    <a:pt x="51309" y="436614"/>
                  </a:lnTo>
                  <a:lnTo>
                    <a:pt x="50974" y="436214"/>
                  </a:lnTo>
                  <a:lnTo>
                    <a:pt x="51114" y="435965"/>
                  </a:lnTo>
                  <a:lnTo>
                    <a:pt x="51324" y="435809"/>
                  </a:lnTo>
                  <a:lnTo>
                    <a:pt x="51916" y="435600"/>
                  </a:lnTo>
                  <a:lnTo>
                    <a:pt x="52249" y="435430"/>
                  </a:lnTo>
                  <a:lnTo>
                    <a:pt x="52332" y="435273"/>
                  </a:lnTo>
                  <a:lnTo>
                    <a:pt x="52380" y="435107"/>
                  </a:lnTo>
                  <a:lnTo>
                    <a:pt x="52342" y="434475"/>
                  </a:lnTo>
                  <a:lnTo>
                    <a:pt x="51006" y="434283"/>
                  </a:lnTo>
                  <a:lnTo>
                    <a:pt x="50586" y="433861"/>
                  </a:lnTo>
                  <a:lnTo>
                    <a:pt x="50281" y="433900"/>
                  </a:lnTo>
                  <a:lnTo>
                    <a:pt x="49828" y="433827"/>
                  </a:lnTo>
                  <a:lnTo>
                    <a:pt x="49245" y="433543"/>
                  </a:lnTo>
                  <a:lnTo>
                    <a:pt x="48920" y="433197"/>
                  </a:lnTo>
                  <a:lnTo>
                    <a:pt x="48720" y="432888"/>
                  </a:lnTo>
                  <a:lnTo>
                    <a:pt x="48542" y="432741"/>
                  </a:lnTo>
                  <a:lnTo>
                    <a:pt x="48360" y="432547"/>
                  </a:lnTo>
                  <a:lnTo>
                    <a:pt x="48347" y="432420"/>
                  </a:lnTo>
                  <a:lnTo>
                    <a:pt x="48332" y="432270"/>
                  </a:lnTo>
                  <a:lnTo>
                    <a:pt x="48037" y="431448"/>
                  </a:lnTo>
                  <a:lnTo>
                    <a:pt x="48153" y="430847"/>
                  </a:lnTo>
                  <a:lnTo>
                    <a:pt x="48101" y="430700"/>
                  </a:lnTo>
                  <a:lnTo>
                    <a:pt x="47759" y="430437"/>
                  </a:lnTo>
                  <a:lnTo>
                    <a:pt x="47391" y="430734"/>
                  </a:lnTo>
                  <a:lnTo>
                    <a:pt x="46911" y="430330"/>
                  </a:lnTo>
                  <a:lnTo>
                    <a:pt x="47115" y="429901"/>
                  </a:lnTo>
                  <a:lnTo>
                    <a:pt x="46959" y="429941"/>
                  </a:lnTo>
                  <a:lnTo>
                    <a:pt x="46611" y="429599"/>
                  </a:lnTo>
                  <a:lnTo>
                    <a:pt x="46286" y="429495"/>
                  </a:lnTo>
                  <a:lnTo>
                    <a:pt x="46094" y="429543"/>
                  </a:lnTo>
                  <a:lnTo>
                    <a:pt x="45976" y="429228"/>
                  </a:lnTo>
                  <a:lnTo>
                    <a:pt x="45996" y="428962"/>
                  </a:lnTo>
                  <a:lnTo>
                    <a:pt x="45178" y="428768"/>
                  </a:lnTo>
                  <a:lnTo>
                    <a:pt x="44974" y="428992"/>
                  </a:lnTo>
                  <a:lnTo>
                    <a:pt x="44810" y="428909"/>
                  </a:lnTo>
                  <a:lnTo>
                    <a:pt x="44807" y="428763"/>
                  </a:lnTo>
                  <a:lnTo>
                    <a:pt x="44556" y="428561"/>
                  </a:lnTo>
                  <a:lnTo>
                    <a:pt x="44277" y="428543"/>
                  </a:lnTo>
                  <a:lnTo>
                    <a:pt x="44002" y="428457"/>
                  </a:lnTo>
                  <a:lnTo>
                    <a:pt x="43533" y="428174"/>
                  </a:lnTo>
                  <a:lnTo>
                    <a:pt x="43522" y="427792"/>
                  </a:lnTo>
                  <a:lnTo>
                    <a:pt x="43144" y="427673"/>
                  </a:lnTo>
                  <a:lnTo>
                    <a:pt x="42937" y="427593"/>
                  </a:lnTo>
                  <a:lnTo>
                    <a:pt x="42783" y="427533"/>
                  </a:lnTo>
                  <a:lnTo>
                    <a:pt x="42548" y="427434"/>
                  </a:lnTo>
                  <a:lnTo>
                    <a:pt x="42265" y="427150"/>
                  </a:lnTo>
                  <a:lnTo>
                    <a:pt x="42074" y="427196"/>
                  </a:lnTo>
                  <a:lnTo>
                    <a:pt x="41729" y="427095"/>
                  </a:lnTo>
                  <a:lnTo>
                    <a:pt x="41579" y="426772"/>
                  </a:lnTo>
                  <a:lnTo>
                    <a:pt x="40999" y="426761"/>
                  </a:lnTo>
                  <a:lnTo>
                    <a:pt x="40899" y="427030"/>
                  </a:lnTo>
                  <a:lnTo>
                    <a:pt x="40620" y="427096"/>
                  </a:lnTo>
                  <a:lnTo>
                    <a:pt x="40240" y="426883"/>
                  </a:lnTo>
                  <a:lnTo>
                    <a:pt x="39339" y="427056"/>
                  </a:lnTo>
                  <a:lnTo>
                    <a:pt x="38992" y="427191"/>
                  </a:lnTo>
                  <a:lnTo>
                    <a:pt x="38830" y="427405"/>
                  </a:lnTo>
                  <a:lnTo>
                    <a:pt x="38613" y="427776"/>
                  </a:lnTo>
                  <a:lnTo>
                    <a:pt x="38424" y="427767"/>
                  </a:lnTo>
                  <a:lnTo>
                    <a:pt x="38149" y="427687"/>
                  </a:lnTo>
                  <a:lnTo>
                    <a:pt x="38121" y="427538"/>
                  </a:lnTo>
                  <a:lnTo>
                    <a:pt x="38086" y="427288"/>
                  </a:lnTo>
                  <a:lnTo>
                    <a:pt x="37650" y="427494"/>
                  </a:lnTo>
                  <a:lnTo>
                    <a:pt x="37172" y="427592"/>
                  </a:lnTo>
                  <a:lnTo>
                    <a:pt x="36906" y="427464"/>
                  </a:lnTo>
                  <a:lnTo>
                    <a:pt x="36642" y="427355"/>
                  </a:lnTo>
                  <a:lnTo>
                    <a:pt x="36309" y="427414"/>
                  </a:lnTo>
                  <a:lnTo>
                    <a:pt x="36156" y="427429"/>
                  </a:lnTo>
                  <a:lnTo>
                    <a:pt x="35967" y="427197"/>
                  </a:lnTo>
                  <a:lnTo>
                    <a:pt x="36143" y="425900"/>
                  </a:lnTo>
                  <a:lnTo>
                    <a:pt x="36358" y="425372"/>
                  </a:lnTo>
                  <a:lnTo>
                    <a:pt x="36287" y="425129"/>
                  </a:lnTo>
                  <a:lnTo>
                    <a:pt x="36139" y="424868"/>
                  </a:lnTo>
                  <a:lnTo>
                    <a:pt x="35672" y="424544"/>
                  </a:lnTo>
                  <a:lnTo>
                    <a:pt x="35344" y="424460"/>
                  </a:lnTo>
                  <a:lnTo>
                    <a:pt x="34950" y="424219"/>
                  </a:lnTo>
                  <a:lnTo>
                    <a:pt x="35348" y="423949"/>
                  </a:lnTo>
                  <a:lnTo>
                    <a:pt x="35642" y="423835"/>
                  </a:lnTo>
                  <a:lnTo>
                    <a:pt x="35909" y="423704"/>
                  </a:lnTo>
                  <a:lnTo>
                    <a:pt x="36152" y="423552"/>
                  </a:lnTo>
                  <a:lnTo>
                    <a:pt x="36350" y="423341"/>
                  </a:lnTo>
                  <a:lnTo>
                    <a:pt x="36489" y="423193"/>
                  </a:lnTo>
                  <a:lnTo>
                    <a:pt x="36841" y="422746"/>
                  </a:lnTo>
                  <a:lnTo>
                    <a:pt x="37048" y="422620"/>
                  </a:lnTo>
                  <a:lnTo>
                    <a:pt x="37311" y="422831"/>
                  </a:lnTo>
                  <a:lnTo>
                    <a:pt x="37515" y="422753"/>
                  </a:lnTo>
                  <a:lnTo>
                    <a:pt x="37866" y="422230"/>
                  </a:lnTo>
                  <a:lnTo>
                    <a:pt x="38033" y="422115"/>
                  </a:lnTo>
                  <a:lnTo>
                    <a:pt x="38261" y="422368"/>
                  </a:lnTo>
                  <a:lnTo>
                    <a:pt x="38392" y="422133"/>
                  </a:lnTo>
                  <a:lnTo>
                    <a:pt x="38768" y="421642"/>
                  </a:lnTo>
                  <a:lnTo>
                    <a:pt x="39017" y="421632"/>
                  </a:lnTo>
                  <a:lnTo>
                    <a:pt x="39195" y="421648"/>
                  </a:lnTo>
                  <a:lnTo>
                    <a:pt x="39408" y="421501"/>
                  </a:lnTo>
                  <a:lnTo>
                    <a:pt x="39540" y="421121"/>
                  </a:lnTo>
                  <a:lnTo>
                    <a:pt x="39837" y="420773"/>
                  </a:lnTo>
                  <a:lnTo>
                    <a:pt x="40611" y="421473"/>
                  </a:lnTo>
                  <a:lnTo>
                    <a:pt x="40738" y="421667"/>
                  </a:lnTo>
                  <a:lnTo>
                    <a:pt x="40907" y="421662"/>
                  </a:lnTo>
                  <a:lnTo>
                    <a:pt x="41413" y="421560"/>
                  </a:lnTo>
                  <a:lnTo>
                    <a:pt x="41623" y="421260"/>
                  </a:lnTo>
                  <a:lnTo>
                    <a:pt x="41736" y="420768"/>
                  </a:lnTo>
                  <a:lnTo>
                    <a:pt x="41368" y="420477"/>
                  </a:lnTo>
                  <a:lnTo>
                    <a:pt x="40904" y="420195"/>
                  </a:lnTo>
                  <a:lnTo>
                    <a:pt x="40924" y="419915"/>
                  </a:lnTo>
                  <a:lnTo>
                    <a:pt x="41019" y="419577"/>
                  </a:lnTo>
                  <a:lnTo>
                    <a:pt x="40856" y="419015"/>
                  </a:lnTo>
                  <a:lnTo>
                    <a:pt x="40833" y="418745"/>
                  </a:lnTo>
                  <a:lnTo>
                    <a:pt x="41070" y="418165"/>
                  </a:lnTo>
                  <a:lnTo>
                    <a:pt x="41649" y="418173"/>
                  </a:lnTo>
                  <a:lnTo>
                    <a:pt x="41906" y="418049"/>
                  </a:lnTo>
                  <a:lnTo>
                    <a:pt x="42102" y="417936"/>
                  </a:lnTo>
                  <a:lnTo>
                    <a:pt x="42485" y="417659"/>
                  </a:lnTo>
                  <a:lnTo>
                    <a:pt x="42538" y="417481"/>
                  </a:lnTo>
                  <a:lnTo>
                    <a:pt x="42972" y="417093"/>
                  </a:lnTo>
                  <a:lnTo>
                    <a:pt x="42957" y="416946"/>
                  </a:lnTo>
                  <a:lnTo>
                    <a:pt x="42838" y="416671"/>
                  </a:lnTo>
                  <a:lnTo>
                    <a:pt x="43206" y="416363"/>
                  </a:lnTo>
                  <a:lnTo>
                    <a:pt x="43737" y="416362"/>
                  </a:lnTo>
                  <a:lnTo>
                    <a:pt x="44045" y="416274"/>
                  </a:lnTo>
                  <a:lnTo>
                    <a:pt x="44177" y="416239"/>
                  </a:lnTo>
                  <a:lnTo>
                    <a:pt x="44481" y="416181"/>
                  </a:lnTo>
                  <a:lnTo>
                    <a:pt x="44984" y="416216"/>
                  </a:lnTo>
                  <a:lnTo>
                    <a:pt x="45140" y="416081"/>
                  </a:lnTo>
                  <a:lnTo>
                    <a:pt x="45533" y="415322"/>
                  </a:lnTo>
                  <a:lnTo>
                    <a:pt x="45714" y="415417"/>
                  </a:lnTo>
                  <a:lnTo>
                    <a:pt x="45903" y="415345"/>
                  </a:lnTo>
                  <a:lnTo>
                    <a:pt x="46235" y="415130"/>
                  </a:lnTo>
                  <a:lnTo>
                    <a:pt x="46343" y="414786"/>
                  </a:lnTo>
                  <a:lnTo>
                    <a:pt x="46386" y="414548"/>
                  </a:lnTo>
                  <a:lnTo>
                    <a:pt x="46304" y="414147"/>
                  </a:lnTo>
                  <a:lnTo>
                    <a:pt x="45810" y="413803"/>
                  </a:lnTo>
                  <a:lnTo>
                    <a:pt x="45843" y="413524"/>
                  </a:lnTo>
                  <a:lnTo>
                    <a:pt x="45625" y="413125"/>
                  </a:lnTo>
                  <a:lnTo>
                    <a:pt x="45377" y="412893"/>
                  </a:lnTo>
                  <a:lnTo>
                    <a:pt x="45253" y="412518"/>
                  </a:lnTo>
                  <a:lnTo>
                    <a:pt x="45438" y="412201"/>
                  </a:lnTo>
                  <a:lnTo>
                    <a:pt x="45544" y="411847"/>
                  </a:lnTo>
                  <a:lnTo>
                    <a:pt x="45600" y="411252"/>
                  </a:lnTo>
                  <a:lnTo>
                    <a:pt x="45511" y="410944"/>
                  </a:lnTo>
                  <a:lnTo>
                    <a:pt x="45114" y="410470"/>
                  </a:lnTo>
                  <a:lnTo>
                    <a:pt x="44917" y="410161"/>
                  </a:lnTo>
                  <a:lnTo>
                    <a:pt x="44434" y="409864"/>
                  </a:lnTo>
                  <a:lnTo>
                    <a:pt x="44198" y="409916"/>
                  </a:lnTo>
                  <a:lnTo>
                    <a:pt x="44037" y="409780"/>
                  </a:lnTo>
                  <a:lnTo>
                    <a:pt x="43682" y="409480"/>
                  </a:lnTo>
                  <a:lnTo>
                    <a:pt x="43546" y="409297"/>
                  </a:lnTo>
                  <a:lnTo>
                    <a:pt x="43460" y="409084"/>
                  </a:lnTo>
                  <a:lnTo>
                    <a:pt x="43583" y="408789"/>
                  </a:lnTo>
                  <a:lnTo>
                    <a:pt x="43745" y="408275"/>
                  </a:lnTo>
                  <a:lnTo>
                    <a:pt x="43332" y="407759"/>
                  </a:lnTo>
                  <a:lnTo>
                    <a:pt x="43263" y="407629"/>
                  </a:lnTo>
                  <a:lnTo>
                    <a:pt x="43188" y="407469"/>
                  </a:lnTo>
                  <a:lnTo>
                    <a:pt x="42559" y="406892"/>
                  </a:lnTo>
                  <a:lnTo>
                    <a:pt x="42611" y="406523"/>
                  </a:lnTo>
                  <a:lnTo>
                    <a:pt x="42639" y="406336"/>
                  </a:lnTo>
                  <a:lnTo>
                    <a:pt x="42734" y="405972"/>
                  </a:lnTo>
                  <a:lnTo>
                    <a:pt x="42350" y="405113"/>
                  </a:lnTo>
                  <a:lnTo>
                    <a:pt x="42290" y="404976"/>
                  </a:lnTo>
                  <a:lnTo>
                    <a:pt x="42352" y="404817"/>
                  </a:lnTo>
                  <a:lnTo>
                    <a:pt x="42541" y="404641"/>
                  </a:lnTo>
                  <a:lnTo>
                    <a:pt x="42669" y="404629"/>
                  </a:lnTo>
                  <a:lnTo>
                    <a:pt x="43003" y="404456"/>
                  </a:lnTo>
                  <a:lnTo>
                    <a:pt x="43084" y="404231"/>
                  </a:lnTo>
                  <a:lnTo>
                    <a:pt x="42775" y="403930"/>
                  </a:lnTo>
                  <a:lnTo>
                    <a:pt x="42823" y="403530"/>
                  </a:lnTo>
                  <a:lnTo>
                    <a:pt x="42692" y="403152"/>
                  </a:lnTo>
                  <a:lnTo>
                    <a:pt x="42537" y="402974"/>
                  </a:lnTo>
                  <a:lnTo>
                    <a:pt x="43340" y="402446"/>
                  </a:lnTo>
                  <a:lnTo>
                    <a:pt x="43623" y="402546"/>
                  </a:lnTo>
                  <a:lnTo>
                    <a:pt x="43916" y="402669"/>
                  </a:lnTo>
                  <a:lnTo>
                    <a:pt x="44181" y="402484"/>
                  </a:lnTo>
                  <a:lnTo>
                    <a:pt x="44155" y="402246"/>
                  </a:lnTo>
                  <a:lnTo>
                    <a:pt x="44197" y="402085"/>
                  </a:lnTo>
                  <a:lnTo>
                    <a:pt x="44363" y="401727"/>
                  </a:lnTo>
                  <a:lnTo>
                    <a:pt x="44487" y="401460"/>
                  </a:lnTo>
                  <a:lnTo>
                    <a:pt x="44700" y="401018"/>
                  </a:lnTo>
                  <a:lnTo>
                    <a:pt x="44960" y="400675"/>
                  </a:lnTo>
                  <a:lnTo>
                    <a:pt x="44930" y="400227"/>
                  </a:lnTo>
                  <a:lnTo>
                    <a:pt x="44785" y="399992"/>
                  </a:lnTo>
                  <a:lnTo>
                    <a:pt x="44897" y="399847"/>
                  </a:lnTo>
                  <a:lnTo>
                    <a:pt x="45949" y="400012"/>
                  </a:lnTo>
                  <a:lnTo>
                    <a:pt x="46136" y="399686"/>
                  </a:lnTo>
                  <a:lnTo>
                    <a:pt x="46313" y="399628"/>
                  </a:lnTo>
                  <a:lnTo>
                    <a:pt x="46620" y="399679"/>
                  </a:lnTo>
                  <a:lnTo>
                    <a:pt x="46901" y="399726"/>
                  </a:lnTo>
                  <a:lnTo>
                    <a:pt x="47519" y="400022"/>
                  </a:lnTo>
                  <a:lnTo>
                    <a:pt x="48152" y="400537"/>
                  </a:lnTo>
                  <a:lnTo>
                    <a:pt x="48322" y="400563"/>
                  </a:lnTo>
                  <a:lnTo>
                    <a:pt x="49354" y="400221"/>
                  </a:lnTo>
                  <a:lnTo>
                    <a:pt x="49686" y="400337"/>
                  </a:lnTo>
                  <a:lnTo>
                    <a:pt x="50225" y="400296"/>
                  </a:lnTo>
                  <a:lnTo>
                    <a:pt x="50651" y="400223"/>
                  </a:lnTo>
                  <a:lnTo>
                    <a:pt x="50829" y="400224"/>
                  </a:lnTo>
                  <a:lnTo>
                    <a:pt x="51275" y="400182"/>
                  </a:lnTo>
                  <a:lnTo>
                    <a:pt x="51520" y="400138"/>
                  </a:lnTo>
                  <a:lnTo>
                    <a:pt x="52186" y="399234"/>
                  </a:lnTo>
                  <a:lnTo>
                    <a:pt x="52412" y="399088"/>
                  </a:lnTo>
                  <a:lnTo>
                    <a:pt x="53215" y="399129"/>
                  </a:lnTo>
                  <a:lnTo>
                    <a:pt x="53351" y="399190"/>
                  </a:lnTo>
                  <a:lnTo>
                    <a:pt x="53665" y="399299"/>
                  </a:lnTo>
                  <a:lnTo>
                    <a:pt x="54617" y="399540"/>
                  </a:lnTo>
                  <a:lnTo>
                    <a:pt x="54800" y="399586"/>
                  </a:lnTo>
                  <a:lnTo>
                    <a:pt x="55304" y="399570"/>
                  </a:lnTo>
                  <a:lnTo>
                    <a:pt x="55715" y="399640"/>
                  </a:lnTo>
                  <a:lnTo>
                    <a:pt x="56548" y="399949"/>
                  </a:lnTo>
                  <a:lnTo>
                    <a:pt x="56714" y="400077"/>
                  </a:lnTo>
                  <a:lnTo>
                    <a:pt x="56918" y="400118"/>
                  </a:lnTo>
                  <a:lnTo>
                    <a:pt x="57412" y="400125"/>
                  </a:lnTo>
                  <a:lnTo>
                    <a:pt x="57802" y="400023"/>
                  </a:lnTo>
                  <a:lnTo>
                    <a:pt x="57952" y="399773"/>
                  </a:lnTo>
                  <a:lnTo>
                    <a:pt x="58108" y="399635"/>
                  </a:lnTo>
                  <a:lnTo>
                    <a:pt x="58378" y="399491"/>
                  </a:lnTo>
                  <a:lnTo>
                    <a:pt x="58560" y="399486"/>
                  </a:lnTo>
                  <a:lnTo>
                    <a:pt x="59373" y="399455"/>
                  </a:lnTo>
                  <a:lnTo>
                    <a:pt x="59532" y="399406"/>
                  </a:lnTo>
                  <a:lnTo>
                    <a:pt x="60167" y="399406"/>
                  </a:lnTo>
                  <a:lnTo>
                    <a:pt x="60738" y="400093"/>
                  </a:lnTo>
                  <a:lnTo>
                    <a:pt x="61589" y="399935"/>
                  </a:lnTo>
                  <a:lnTo>
                    <a:pt x="61824" y="399998"/>
                  </a:lnTo>
                  <a:lnTo>
                    <a:pt x="62034" y="400207"/>
                  </a:lnTo>
                  <a:lnTo>
                    <a:pt x="62305" y="400442"/>
                  </a:lnTo>
                  <a:lnTo>
                    <a:pt x="62449" y="400567"/>
                  </a:lnTo>
                  <a:lnTo>
                    <a:pt x="62645" y="400698"/>
                  </a:lnTo>
                  <a:lnTo>
                    <a:pt x="62887" y="400858"/>
                  </a:lnTo>
                  <a:lnTo>
                    <a:pt x="63553" y="400626"/>
                  </a:lnTo>
                  <a:lnTo>
                    <a:pt x="63725" y="400954"/>
                  </a:lnTo>
                  <a:lnTo>
                    <a:pt x="63878" y="401124"/>
                  </a:lnTo>
                  <a:lnTo>
                    <a:pt x="64201" y="401134"/>
                  </a:lnTo>
                  <a:lnTo>
                    <a:pt x="64564" y="401553"/>
                  </a:lnTo>
                  <a:lnTo>
                    <a:pt x="64815" y="402358"/>
                  </a:lnTo>
                  <a:lnTo>
                    <a:pt x="64762" y="402589"/>
                  </a:lnTo>
                  <a:lnTo>
                    <a:pt x="65146" y="402558"/>
                  </a:lnTo>
                  <a:lnTo>
                    <a:pt x="65826" y="402187"/>
                  </a:lnTo>
                  <a:lnTo>
                    <a:pt x="66083" y="401958"/>
                  </a:lnTo>
                  <a:lnTo>
                    <a:pt x="66518" y="402135"/>
                  </a:lnTo>
                  <a:lnTo>
                    <a:pt x="66395" y="402492"/>
                  </a:lnTo>
                  <a:lnTo>
                    <a:pt x="66464" y="402764"/>
                  </a:lnTo>
                  <a:lnTo>
                    <a:pt x="66626" y="402719"/>
                  </a:lnTo>
                  <a:lnTo>
                    <a:pt x="66794" y="402786"/>
                  </a:lnTo>
                  <a:lnTo>
                    <a:pt x="66885" y="402998"/>
                  </a:lnTo>
                  <a:lnTo>
                    <a:pt x="67256" y="403069"/>
                  </a:lnTo>
                  <a:lnTo>
                    <a:pt x="67538" y="403086"/>
                  </a:lnTo>
                  <a:lnTo>
                    <a:pt x="67753" y="403127"/>
                  </a:lnTo>
                  <a:lnTo>
                    <a:pt x="68262" y="403428"/>
                  </a:lnTo>
                  <a:lnTo>
                    <a:pt x="68380" y="403696"/>
                  </a:lnTo>
                  <a:lnTo>
                    <a:pt x="68467" y="404298"/>
                  </a:lnTo>
                  <a:lnTo>
                    <a:pt x="68303" y="404717"/>
                  </a:lnTo>
                  <a:lnTo>
                    <a:pt x="68032" y="405002"/>
                  </a:lnTo>
                  <a:lnTo>
                    <a:pt x="68106" y="405135"/>
                  </a:lnTo>
                  <a:lnTo>
                    <a:pt x="68245" y="405388"/>
                  </a:lnTo>
                  <a:lnTo>
                    <a:pt x="68585" y="405662"/>
                  </a:lnTo>
                  <a:lnTo>
                    <a:pt x="68692" y="405881"/>
                  </a:lnTo>
                  <a:lnTo>
                    <a:pt x="68886" y="406097"/>
                  </a:lnTo>
                  <a:lnTo>
                    <a:pt x="69175" y="406198"/>
                  </a:lnTo>
                  <a:lnTo>
                    <a:pt x="69670" y="406636"/>
                  </a:lnTo>
                  <a:lnTo>
                    <a:pt x="70178" y="406662"/>
                  </a:lnTo>
                  <a:lnTo>
                    <a:pt x="70484" y="406552"/>
                  </a:lnTo>
                  <a:lnTo>
                    <a:pt x="70810" y="407079"/>
                  </a:lnTo>
                  <a:lnTo>
                    <a:pt x="71018" y="407110"/>
                  </a:lnTo>
                  <a:lnTo>
                    <a:pt x="71343" y="406977"/>
                  </a:lnTo>
                  <a:lnTo>
                    <a:pt x="71875" y="407160"/>
                  </a:lnTo>
                  <a:lnTo>
                    <a:pt x="72020" y="407528"/>
                  </a:lnTo>
                  <a:lnTo>
                    <a:pt x="72116" y="407773"/>
                  </a:lnTo>
                  <a:lnTo>
                    <a:pt x="72289" y="408213"/>
                  </a:lnTo>
                  <a:lnTo>
                    <a:pt x="72351" y="408372"/>
                  </a:lnTo>
                  <a:lnTo>
                    <a:pt x="72195" y="408893"/>
                  </a:lnTo>
                  <a:lnTo>
                    <a:pt x="72186" y="409098"/>
                  </a:lnTo>
                  <a:lnTo>
                    <a:pt x="72463" y="409568"/>
                  </a:lnTo>
                  <a:lnTo>
                    <a:pt x="72663" y="409730"/>
                  </a:lnTo>
                  <a:lnTo>
                    <a:pt x="73046" y="409551"/>
                  </a:lnTo>
                  <a:lnTo>
                    <a:pt x="73316" y="409627"/>
                  </a:lnTo>
                  <a:lnTo>
                    <a:pt x="73597" y="409900"/>
                  </a:lnTo>
                  <a:lnTo>
                    <a:pt x="73875" y="409905"/>
                  </a:lnTo>
                  <a:lnTo>
                    <a:pt x="74051" y="409710"/>
                  </a:lnTo>
                  <a:lnTo>
                    <a:pt x="74130" y="409486"/>
                  </a:lnTo>
                  <a:lnTo>
                    <a:pt x="74277" y="409328"/>
                  </a:lnTo>
                  <a:lnTo>
                    <a:pt x="74728" y="409624"/>
                  </a:lnTo>
                  <a:lnTo>
                    <a:pt x="75196" y="409592"/>
                  </a:lnTo>
                  <a:lnTo>
                    <a:pt x="75475" y="408848"/>
                  </a:lnTo>
                  <a:lnTo>
                    <a:pt x="75708" y="408443"/>
                  </a:lnTo>
                  <a:lnTo>
                    <a:pt x="76212" y="408505"/>
                  </a:lnTo>
                  <a:lnTo>
                    <a:pt x="76295" y="408116"/>
                  </a:lnTo>
                  <a:lnTo>
                    <a:pt x="76562" y="407676"/>
                  </a:lnTo>
                  <a:lnTo>
                    <a:pt x="76685" y="407402"/>
                  </a:lnTo>
                  <a:lnTo>
                    <a:pt x="76708" y="407264"/>
                  </a:lnTo>
                  <a:lnTo>
                    <a:pt x="76710" y="407126"/>
                  </a:lnTo>
                  <a:lnTo>
                    <a:pt x="77334" y="407072"/>
                  </a:lnTo>
                  <a:lnTo>
                    <a:pt x="77637" y="407102"/>
                  </a:lnTo>
                  <a:lnTo>
                    <a:pt x="77804" y="407089"/>
                  </a:lnTo>
                  <a:lnTo>
                    <a:pt x="78043" y="407070"/>
                  </a:lnTo>
                  <a:lnTo>
                    <a:pt x="78501" y="406927"/>
                  </a:lnTo>
                  <a:lnTo>
                    <a:pt x="78967" y="406894"/>
                  </a:lnTo>
                  <a:lnTo>
                    <a:pt x="79220" y="407080"/>
                  </a:lnTo>
                  <a:lnTo>
                    <a:pt x="79274" y="407246"/>
                  </a:lnTo>
                  <a:lnTo>
                    <a:pt x="79656" y="407491"/>
                  </a:lnTo>
                  <a:lnTo>
                    <a:pt x="79778" y="407686"/>
                  </a:lnTo>
                  <a:lnTo>
                    <a:pt x="79837" y="407818"/>
                  </a:lnTo>
                  <a:lnTo>
                    <a:pt x="80139" y="407893"/>
                  </a:lnTo>
                  <a:lnTo>
                    <a:pt x="80629" y="407287"/>
                  </a:lnTo>
                  <a:lnTo>
                    <a:pt x="81450" y="407349"/>
                  </a:lnTo>
                  <a:lnTo>
                    <a:pt x="81763" y="407220"/>
                  </a:lnTo>
                  <a:lnTo>
                    <a:pt x="82174" y="407210"/>
                  </a:lnTo>
                  <a:lnTo>
                    <a:pt x="82365" y="407389"/>
                  </a:lnTo>
                  <a:lnTo>
                    <a:pt x="82515" y="407553"/>
                  </a:lnTo>
                  <a:lnTo>
                    <a:pt x="82665" y="407683"/>
                  </a:lnTo>
                  <a:lnTo>
                    <a:pt x="82881" y="407870"/>
                  </a:lnTo>
                  <a:lnTo>
                    <a:pt x="83354" y="408022"/>
                  </a:lnTo>
                  <a:lnTo>
                    <a:pt x="83703" y="408134"/>
                  </a:lnTo>
                  <a:lnTo>
                    <a:pt x="84016" y="408104"/>
                  </a:lnTo>
                  <a:lnTo>
                    <a:pt x="84486" y="408187"/>
                  </a:lnTo>
                  <a:lnTo>
                    <a:pt x="84762" y="407897"/>
                  </a:lnTo>
                  <a:lnTo>
                    <a:pt x="84790" y="407738"/>
                  </a:lnTo>
                  <a:lnTo>
                    <a:pt x="85015" y="407903"/>
                  </a:lnTo>
                  <a:lnTo>
                    <a:pt x="85942" y="408243"/>
                  </a:lnTo>
                  <a:lnTo>
                    <a:pt x="86150" y="408236"/>
                  </a:lnTo>
                  <a:lnTo>
                    <a:pt x="86507" y="408237"/>
                  </a:lnTo>
                  <a:lnTo>
                    <a:pt x="86780" y="407762"/>
                  </a:lnTo>
                  <a:lnTo>
                    <a:pt x="86872" y="407540"/>
                  </a:lnTo>
                  <a:lnTo>
                    <a:pt x="86979" y="407375"/>
                  </a:lnTo>
                  <a:lnTo>
                    <a:pt x="87430" y="407270"/>
                  </a:lnTo>
                  <a:lnTo>
                    <a:pt x="87668" y="407054"/>
                  </a:lnTo>
                  <a:lnTo>
                    <a:pt x="87954" y="406455"/>
                  </a:lnTo>
                  <a:lnTo>
                    <a:pt x="88117" y="406193"/>
                  </a:lnTo>
                  <a:lnTo>
                    <a:pt x="88494" y="405752"/>
                  </a:lnTo>
                  <a:lnTo>
                    <a:pt x="89023" y="405619"/>
                  </a:lnTo>
                  <a:lnTo>
                    <a:pt x="89469" y="405848"/>
                  </a:lnTo>
                  <a:lnTo>
                    <a:pt x="89611" y="406150"/>
                  </a:lnTo>
                  <a:lnTo>
                    <a:pt x="89713" y="406292"/>
                  </a:lnTo>
                  <a:lnTo>
                    <a:pt x="89955" y="406323"/>
                  </a:lnTo>
                  <a:lnTo>
                    <a:pt x="90103" y="405766"/>
                  </a:lnTo>
                  <a:lnTo>
                    <a:pt x="90299" y="405644"/>
                  </a:lnTo>
                  <a:lnTo>
                    <a:pt x="90611" y="405553"/>
                  </a:lnTo>
                  <a:lnTo>
                    <a:pt x="91087" y="405753"/>
                  </a:lnTo>
                  <a:lnTo>
                    <a:pt x="91455" y="406172"/>
                  </a:lnTo>
                  <a:lnTo>
                    <a:pt x="91411" y="406475"/>
                  </a:lnTo>
                  <a:lnTo>
                    <a:pt x="91337" y="407012"/>
                  </a:lnTo>
                  <a:lnTo>
                    <a:pt x="91289" y="407219"/>
                  </a:lnTo>
                  <a:lnTo>
                    <a:pt x="91204" y="407569"/>
                  </a:lnTo>
                  <a:lnTo>
                    <a:pt x="91106" y="407815"/>
                  </a:lnTo>
                  <a:lnTo>
                    <a:pt x="91290" y="407865"/>
                  </a:lnTo>
                  <a:lnTo>
                    <a:pt x="91674" y="407900"/>
                  </a:lnTo>
                  <a:lnTo>
                    <a:pt x="92308" y="407231"/>
                  </a:lnTo>
                  <a:lnTo>
                    <a:pt x="92449" y="406953"/>
                  </a:lnTo>
                  <a:lnTo>
                    <a:pt x="92401" y="406742"/>
                  </a:lnTo>
                  <a:lnTo>
                    <a:pt x="92648" y="406633"/>
                  </a:lnTo>
                  <a:lnTo>
                    <a:pt x="92891" y="406529"/>
                  </a:lnTo>
                  <a:lnTo>
                    <a:pt x="93184" y="406405"/>
                  </a:lnTo>
                  <a:lnTo>
                    <a:pt x="93551" y="406383"/>
                  </a:lnTo>
                  <a:lnTo>
                    <a:pt x="93717" y="406373"/>
                  </a:lnTo>
                  <a:lnTo>
                    <a:pt x="93876" y="406363"/>
                  </a:lnTo>
                  <a:lnTo>
                    <a:pt x="94276" y="406395"/>
                  </a:lnTo>
                  <a:lnTo>
                    <a:pt x="94470" y="406406"/>
                  </a:lnTo>
                  <a:lnTo>
                    <a:pt x="94578" y="406154"/>
                  </a:lnTo>
                  <a:lnTo>
                    <a:pt x="94831" y="405744"/>
                  </a:lnTo>
                  <a:lnTo>
                    <a:pt x="94953" y="406063"/>
                  </a:lnTo>
                  <a:lnTo>
                    <a:pt x="94965" y="406357"/>
                  </a:lnTo>
                  <a:lnTo>
                    <a:pt x="95182" y="406372"/>
                  </a:lnTo>
                  <a:lnTo>
                    <a:pt x="95694" y="406157"/>
                  </a:lnTo>
                  <a:lnTo>
                    <a:pt x="96432" y="405879"/>
                  </a:lnTo>
                  <a:lnTo>
                    <a:pt x="96795" y="405844"/>
                  </a:lnTo>
                  <a:lnTo>
                    <a:pt x="97503" y="405916"/>
                  </a:lnTo>
                  <a:lnTo>
                    <a:pt x="97859" y="406045"/>
                  </a:lnTo>
                  <a:lnTo>
                    <a:pt x="98273" y="405918"/>
                  </a:lnTo>
                  <a:lnTo>
                    <a:pt x="98706" y="406121"/>
                  </a:lnTo>
                  <a:lnTo>
                    <a:pt x="98586" y="405752"/>
                  </a:lnTo>
                  <a:lnTo>
                    <a:pt x="98522" y="405607"/>
                  </a:lnTo>
                  <a:lnTo>
                    <a:pt x="98855" y="405274"/>
                  </a:lnTo>
                  <a:lnTo>
                    <a:pt x="99042" y="405247"/>
                  </a:lnTo>
                  <a:lnTo>
                    <a:pt x="99375" y="405304"/>
                  </a:lnTo>
                  <a:lnTo>
                    <a:pt x="99975" y="405003"/>
                  </a:lnTo>
                  <a:lnTo>
                    <a:pt x="100147" y="405039"/>
                  </a:lnTo>
                  <a:lnTo>
                    <a:pt x="100309" y="405000"/>
                  </a:lnTo>
                  <a:lnTo>
                    <a:pt x="100668" y="404900"/>
                  </a:lnTo>
                  <a:lnTo>
                    <a:pt x="101048" y="404618"/>
                  </a:lnTo>
                  <a:lnTo>
                    <a:pt x="101079" y="403994"/>
                  </a:lnTo>
                  <a:lnTo>
                    <a:pt x="100377" y="403788"/>
                  </a:lnTo>
                  <a:lnTo>
                    <a:pt x="100266" y="403347"/>
                  </a:lnTo>
                  <a:lnTo>
                    <a:pt x="100321" y="403220"/>
                  </a:lnTo>
                  <a:lnTo>
                    <a:pt x="100516" y="402828"/>
                  </a:lnTo>
                  <a:lnTo>
                    <a:pt x="100224" y="402793"/>
                  </a:lnTo>
                  <a:lnTo>
                    <a:pt x="99923" y="402848"/>
                  </a:lnTo>
                  <a:lnTo>
                    <a:pt x="99488" y="402826"/>
                  </a:lnTo>
                  <a:lnTo>
                    <a:pt x="98943" y="402738"/>
                  </a:lnTo>
                  <a:lnTo>
                    <a:pt x="98412" y="402275"/>
                  </a:lnTo>
                  <a:lnTo>
                    <a:pt x="98088" y="401805"/>
                  </a:lnTo>
                  <a:lnTo>
                    <a:pt x="97964" y="401627"/>
                  </a:lnTo>
                  <a:lnTo>
                    <a:pt x="97868" y="401449"/>
                  </a:lnTo>
                  <a:lnTo>
                    <a:pt x="97671" y="401331"/>
                  </a:lnTo>
                  <a:lnTo>
                    <a:pt x="97432" y="401110"/>
                  </a:lnTo>
                  <a:lnTo>
                    <a:pt x="97332" y="400951"/>
                  </a:lnTo>
                  <a:lnTo>
                    <a:pt x="96799" y="400586"/>
                  </a:lnTo>
                  <a:lnTo>
                    <a:pt x="96743" y="400428"/>
                  </a:lnTo>
                  <a:lnTo>
                    <a:pt x="96692" y="400283"/>
                  </a:lnTo>
                  <a:lnTo>
                    <a:pt x="96905" y="400107"/>
                  </a:lnTo>
                  <a:lnTo>
                    <a:pt x="97021" y="399766"/>
                  </a:lnTo>
                  <a:lnTo>
                    <a:pt x="96332" y="399296"/>
                  </a:lnTo>
                  <a:lnTo>
                    <a:pt x="95988" y="399096"/>
                  </a:lnTo>
                  <a:lnTo>
                    <a:pt x="95728" y="398885"/>
                  </a:lnTo>
                  <a:lnTo>
                    <a:pt x="95412" y="398664"/>
                  </a:lnTo>
                  <a:lnTo>
                    <a:pt x="95146" y="398426"/>
                  </a:lnTo>
                  <a:lnTo>
                    <a:pt x="95200" y="398260"/>
                  </a:lnTo>
                  <a:lnTo>
                    <a:pt x="95442" y="398177"/>
                  </a:lnTo>
                  <a:lnTo>
                    <a:pt x="95468" y="397751"/>
                  </a:lnTo>
                  <a:lnTo>
                    <a:pt x="95348" y="397052"/>
                  </a:lnTo>
                  <a:lnTo>
                    <a:pt x="95140" y="396709"/>
                  </a:lnTo>
                  <a:lnTo>
                    <a:pt x="94901" y="396603"/>
                  </a:lnTo>
                  <a:lnTo>
                    <a:pt x="94812" y="396314"/>
                  </a:lnTo>
                  <a:lnTo>
                    <a:pt x="95018" y="395421"/>
                  </a:lnTo>
                  <a:lnTo>
                    <a:pt x="94687" y="395028"/>
                  </a:lnTo>
                  <a:lnTo>
                    <a:pt x="94319" y="394715"/>
                  </a:lnTo>
                  <a:lnTo>
                    <a:pt x="94054" y="394603"/>
                  </a:lnTo>
                  <a:lnTo>
                    <a:pt x="93945" y="394143"/>
                  </a:lnTo>
                  <a:lnTo>
                    <a:pt x="93562" y="393417"/>
                  </a:lnTo>
                  <a:lnTo>
                    <a:pt x="93317" y="393442"/>
                  </a:lnTo>
                  <a:lnTo>
                    <a:pt x="93131" y="393536"/>
                  </a:lnTo>
                  <a:lnTo>
                    <a:pt x="92875" y="393449"/>
                  </a:lnTo>
                  <a:lnTo>
                    <a:pt x="92747" y="393151"/>
                  </a:lnTo>
                  <a:lnTo>
                    <a:pt x="92506" y="392778"/>
                  </a:lnTo>
                  <a:lnTo>
                    <a:pt x="92540" y="392327"/>
                  </a:lnTo>
                  <a:lnTo>
                    <a:pt x="92295" y="392116"/>
                  </a:lnTo>
                  <a:lnTo>
                    <a:pt x="92609" y="391663"/>
                  </a:lnTo>
                  <a:lnTo>
                    <a:pt x="92785" y="391558"/>
                  </a:lnTo>
                  <a:lnTo>
                    <a:pt x="93097" y="391696"/>
                  </a:lnTo>
                  <a:lnTo>
                    <a:pt x="93278" y="391726"/>
                  </a:lnTo>
                  <a:lnTo>
                    <a:pt x="93668" y="391790"/>
                  </a:lnTo>
                  <a:lnTo>
                    <a:pt x="94276" y="391607"/>
                  </a:lnTo>
                  <a:lnTo>
                    <a:pt x="94466" y="391788"/>
                  </a:lnTo>
                  <a:lnTo>
                    <a:pt x="94481" y="391931"/>
                  </a:lnTo>
                  <a:lnTo>
                    <a:pt x="94869" y="392280"/>
                  </a:lnTo>
                  <a:lnTo>
                    <a:pt x="95135" y="392178"/>
                  </a:lnTo>
                  <a:lnTo>
                    <a:pt x="95147" y="391923"/>
                  </a:lnTo>
                  <a:lnTo>
                    <a:pt x="95017" y="391939"/>
                  </a:lnTo>
                  <a:lnTo>
                    <a:pt x="94883" y="391794"/>
                  </a:lnTo>
                  <a:lnTo>
                    <a:pt x="94679" y="391573"/>
                  </a:lnTo>
                  <a:lnTo>
                    <a:pt x="94824" y="391380"/>
                  </a:lnTo>
                  <a:lnTo>
                    <a:pt x="95241" y="391490"/>
                  </a:lnTo>
                  <a:lnTo>
                    <a:pt x="95206" y="391247"/>
                  </a:lnTo>
                  <a:lnTo>
                    <a:pt x="95025" y="391096"/>
                  </a:lnTo>
                  <a:lnTo>
                    <a:pt x="95261" y="390863"/>
                  </a:lnTo>
                  <a:lnTo>
                    <a:pt x="95557" y="390909"/>
                  </a:lnTo>
                  <a:lnTo>
                    <a:pt x="95587" y="391097"/>
                  </a:lnTo>
                  <a:lnTo>
                    <a:pt x="95773" y="391041"/>
                  </a:lnTo>
                  <a:lnTo>
                    <a:pt x="95778" y="390576"/>
                  </a:lnTo>
                  <a:lnTo>
                    <a:pt x="95867" y="390194"/>
                  </a:lnTo>
                  <a:lnTo>
                    <a:pt x="95933" y="389676"/>
                  </a:lnTo>
                  <a:lnTo>
                    <a:pt x="95419" y="389437"/>
                  </a:lnTo>
                  <a:lnTo>
                    <a:pt x="94978" y="389769"/>
                  </a:lnTo>
                  <a:lnTo>
                    <a:pt x="94634" y="389605"/>
                  </a:lnTo>
                  <a:lnTo>
                    <a:pt x="94924" y="389259"/>
                  </a:lnTo>
                  <a:lnTo>
                    <a:pt x="95307" y="389249"/>
                  </a:lnTo>
                  <a:lnTo>
                    <a:pt x="95479" y="389170"/>
                  </a:lnTo>
                  <a:lnTo>
                    <a:pt x="96078" y="388923"/>
                  </a:lnTo>
                  <a:lnTo>
                    <a:pt x="96219" y="388965"/>
                  </a:lnTo>
                  <a:lnTo>
                    <a:pt x="96727" y="389329"/>
                  </a:lnTo>
                  <a:lnTo>
                    <a:pt x="97011" y="389356"/>
                  </a:lnTo>
                  <a:lnTo>
                    <a:pt x="97593" y="389441"/>
                  </a:lnTo>
                  <a:lnTo>
                    <a:pt x="97696" y="389737"/>
                  </a:lnTo>
                  <a:lnTo>
                    <a:pt x="98239" y="389993"/>
                  </a:lnTo>
                  <a:lnTo>
                    <a:pt x="98280" y="390176"/>
                  </a:lnTo>
                  <a:lnTo>
                    <a:pt x="99394" y="390633"/>
                  </a:lnTo>
                  <a:lnTo>
                    <a:pt x="100176" y="390666"/>
                  </a:lnTo>
                  <a:lnTo>
                    <a:pt x="100448" y="390633"/>
                  </a:lnTo>
                  <a:lnTo>
                    <a:pt x="100684" y="390987"/>
                  </a:lnTo>
                  <a:lnTo>
                    <a:pt x="100934" y="391138"/>
                  </a:lnTo>
                  <a:lnTo>
                    <a:pt x="101456" y="391554"/>
                  </a:lnTo>
                  <a:lnTo>
                    <a:pt x="101915" y="391324"/>
                  </a:lnTo>
                  <a:lnTo>
                    <a:pt x="102766" y="391370"/>
                  </a:lnTo>
                  <a:lnTo>
                    <a:pt x="103258" y="391458"/>
                  </a:lnTo>
                  <a:lnTo>
                    <a:pt x="103351" y="391682"/>
                  </a:lnTo>
                  <a:lnTo>
                    <a:pt x="104314" y="391725"/>
                  </a:lnTo>
                  <a:lnTo>
                    <a:pt x="104256" y="391342"/>
                  </a:lnTo>
                  <a:lnTo>
                    <a:pt x="104319" y="391015"/>
                  </a:lnTo>
                  <a:lnTo>
                    <a:pt x="104842" y="391034"/>
                  </a:lnTo>
                  <a:lnTo>
                    <a:pt x="105064" y="391028"/>
                  </a:lnTo>
                  <a:lnTo>
                    <a:pt x="105387" y="391347"/>
                  </a:lnTo>
                  <a:lnTo>
                    <a:pt x="105262" y="391596"/>
                  </a:lnTo>
                  <a:lnTo>
                    <a:pt x="105156" y="391776"/>
                  </a:lnTo>
                  <a:lnTo>
                    <a:pt x="105026" y="391992"/>
                  </a:lnTo>
                  <a:lnTo>
                    <a:pt x="105316" y="392135"/>
                  </a:lnTo>
                  <a:lnTo>
                    <a:pt x="105517" y="392225"/>
                  </a:lnTo>
                  <a:lnTo>
                    <a:pt x="105703" y="392264"/>
                  </a:lnTo>
                  <a:lnTo>
                    <a:pt x="106113" y="392171"/>
                  </a:lnTo>
                  <a:lnTo>
                    <a:pt x="106274" y="392176"/>
                  </a:lnTo>
                  <a:lnTo>
                    <a:pt x="106444" y="392212"/>
                  </a:lnTo>
                  <a:lnTo>
                    <a:pt x="106770" y="392154"/>
                  </a:lnTo>
                  <a:lnTo>
                    <a:pt x="106990" y="392051"/>
                  </a:lnTo>
                  <a:lnTo>
                    <a:pt x="107394" y="391965"/>
                  </a:lnTo>
                  <a:lnTo>
                    <a:pt x="107678" y="391937"/>
                  </a:lnTo>
                  <a:lnTo>
                    <a:pt x="107885" y="391915"/>
                  </a:lnTo>
                  <a:lnTo>
                    <a:pt x="108089" y="391892"/>
                  </a:lnTo>
                  <a:lnTo>
                    <a:pt x="108372" y="391838"/>
                  </a:lnTo>
                  <a:lnTo>
                    <a:pt x="108545" y="391802"/>
                  </a:lnTo>
                  <a:lnTo>
                    <a:pt x="108688" y="391771"/>
                  </a:lnTo>
                  <a:lnTo>
                    <a:pt x="108962" y="391714"/>
                  </a:lnTo>
                  <a:lnTo>
                    <a:pt x="109380" y="391537"/>
                  </a:lnTo>
                  <a:lnTo>
                    <a:pt x="109634" y="391430"/>
                  </a:lnTo>
                  <a:lnTo>
                    <a:pt x="110006" y="391290"/>
                  </a:lnTo>
                  <a:lnTo>
                    <a:pt x="110452" y="390877"/>
                  </a:lnTo>
                  <a:lnTo>
                    <a:pt x="110789" y="390817"/>
                  </a:lnTo>
                  <a:lnTo>
                    <a:pt x="111016" y="390698"/>
                  </a:lnTo>
                  <a:lnTo>
                    <a:pt x="111292" y="390557"/>
                  </a:lnTo>
                  <a:lnTo>
                    <a:pt x="111445" y="390572"/>
                  </a:lnTo>
                  <a:lnTo>
                    <a:pt x="111656" y="390507"/>
                  </a:lnTo>
                  <a:lnTo>
                    <a:pt x="111797" y="390456"/>
                  </a:lnTo>
                  <a:lnTo>
                    <a:pt x="112458" y="390295"/>
                  </a:lnTo>
                  <a:lnTo>
                    <a:pt x="112673" y="389939"/>
                  </a:lnTo>
                  <a:lnTo>
                    <a:pt x="113070" y="390018"/>
                  </a:lnTo>
                  <a:lnTo>
                    <a:pt x="113518" y="390040"/>
                  </a:lnTo>
                  <a:lnTo>
                    <a:pt x="113928" y="389572"/>
                  </a:lnTo>
                  <a:lnTo>
                    <a:pt x="114363" y="389199"/>
                  </a:lnTo>
                  <a:lnTo>
                    <a:pt x="114673" y="389481"/>
                  </a:lnTo>
                  <a:lnTo>
                    <a:pt x="114946" y="389469"/>
                  </a:lnTo>
                  <a:lnTo>
                    <a:pt x="115104" y="389462"/>
                  </a:lnTo>
                  <a:lnTo>
                    <a:pt x="115292" y="389411"/>
                  </a:lnTo>
                  <a:lnTo>
                    <a:pt x="115626" y="389449"/>
                  </a:lnTo>
                  <a:lnTo>
                    <a:pt x="115769" y="389465"/>
                  </a:lnTo>
                  <a:lnTo>
                    <a:pt x="116042" y="389620"/>
                  </a:lnTo>
                  <a:lnTo>
                    <a:pt x="116342" y="389550"/>
                  </a:lnTo>
                  <a:lnTo>
                    <a:pt x="116552" y="389498"/>
                  </a:lnTo>
                  <a:lnTo>
                    <a:pt x="116578" y="389797"/>
                  </a:lnTo>
                  <a:lnTo>
                    <a:pt x="116998" y="390158"/>
                  </a:lnTo>
                  <a:lnTo>
                    <a:pt x="116761" y="390487"/>
                  </a:lnTo>
                  <a:lnTo>
                    <a:pt x="117067" y="390950"/>
                  </a:lnTo>
                  <a:lnTo>
                    <a:pt x="117346" y="391383"/>
                  </a:lnTo>
                  <a:lnTo>
                    <a:pt x="117502" y="391448"/>
                  </a:lnTo>
                  <a:lnTo>
                    <a:pt x="117656" y="391518"/>
                  </a:lnTo>
                  <a:lnTo>
                    <a:pt x="117783" y="391754"/>
                  </a:lnTo>
                  <a:lnTo>
                    <a:pt x="117944" y="391766"/>
                  </a:lnTo>
                  <a:lnTo>
                    <a:pt x="117986" y="391594"/>
                  </a:lnTo>
                  <a:lnTo>
                    <a:pt x="118027" y="391051"/>
                  </a:lnTo>
                  <a:lnTo>
                    <a:pt x="118246" y="390961"/>
                  </a:lnTo>
                  <a:lnTo>
                    <a:pt x="118529" y="391277"/>
                  </a:lnTo>
                  <a:lnTo>
                    <a:pt x="118964" y="391256"/>
                  </a:lnTo>
                  <a:lnTo>
                    <a:pt x="119100" y="391222"/>
                  </a:lnTo>
                  <a:lnTo>
                    <a:pt x="119771" y="391013"/>
                  </a:lnTo>
                  <a:lnTo>
                    <a:pt x="120126" y="390639"/>
                  </a:lnTo>
                  <a:lnTo>
                    <a:pt x="120243" y="390422"/>
                  </a:lnTo>
                  <a:lnTo>
                    <a:pt x="120145" y="390114"/>
                  </a:lnTo>
                  <a:lnTo>
                    <a:pt x="120110" y="389970"/>
                  </a:lnTo>
                  <a:lnTo>
                    <a:pt x="120319" y="389815"/>
                  </a:lnTo>
                  <a:lnTo>
                    <a:pt x="120474" y="390128"/>
                  </a:lnTo>
                  <a:lnTo>
                    <a:pt x="120953" y="390141"/>
                  </a:lnTo>
                  <a:lnTo>
                    <a:pt x="121191" y="390041"/>
                  </a:lnTo>
                  <a:lnTo>
                    <a:pt x="121296" y="389727"/>
                  </a:lnTo>
                  <a:lnTo>
                    <a:pt x="121444" y="389517"/>
                  </a:lnTo>
                  <a:lnTo>
                    <a:pt x="121917" y="389469"/>
                  </a:lnTo>
                  <a:lnTo>
                    <a:pt x="122089" y="389567"/>
                  </a:lnTo>
                  <a:lnTo>
                    <a:pt x="122234" y="390358"/>
                  </a:lnTo>
                  <a:lnTo>
                    <a:pt x="122431" y="390502"/>
                  </a:lnTo>
                  <a:lnTo>
                    <a:pt x="122705" y="390519"/>
                  </a:lnTo>
                  <a:lnTo>
                    <a:pt x="122751" y="390364"/>
                  </a:lnTo>
                  <a:lnTo>
                    <a:pt x="122771" y="390216"/>
                  </a:lnTo>
                  <a:lnTo>
                    <a:pt x="122911" y="390149"/>
                  </a:lnTo>
                  <a:lnTo>
                    <a:pt x="123196" y="390047"/>
                  </a:lnTo>
                  <a:lnTo>
                    <a:pt x="123325" y="390021"/>
                  </a:lnTo>
                  <a:lnTo>
                    <a:pt x="123714" y="390154"/>
                  </a:lnTo>
                  <a:lnTo>
                    <a:pt x="124038" y="390537"/>
                  </a:lnTo>
                  <a:lnTo>
                    <a:pt x="124517" y="390650"/>
                  </a:lnTo>
                  <a:lnTo>
                    <a:pt x="125146" y="390574"/>
                  </a:lnTo>
                  <a:lnTo>
                    <a:pt x="125464" y="390632"/>
                  </a:lnTo>
                  <a:lnTo>
                    <a:pt x="125630" y="390663"/>
                  </a:lnTo>
                  <a:lnTo>
                    <a:pt x="125879" y="390733"/>
                  </a:lnTo>
                  <a:lnTo>
                    <a:pt x="126254" y="390790"/>
                  </a:lnTo>
                  <a:lnTo>
                    <a:pt x="126563" y="390728"/>
                  </a:lnTo>
                  <a:lnTo>
                    <a:pt x="126964" y="390607"/>
                  </a:lnTo>
                  <a:lnTo>
                    <a:pt x="127181" y="390607"/>
                  </a:lnTo>
                  <a:lnTo>
                    <a:pt x="127363" y="390606"/>
                  </a:lnTo>
                  <a:lnTo>
                    <a:pt x="127970" y="390437"/>
                  </a:lnTo>
                  <a:lnTo>
                    <a:pt x="128310" y="390388"/>
                  </a:lnTo>
                  <a:lnTo>
                    <a:pt x="129369" y="390094"/>
                  </a:lnTo>
                  <a:lnTo>
                    <a:pt x="129532" y="389946"/>
                  </a:lnTo>
                  <a:lnTo>
                    <a:pt x="129629" y="389805"/>
                  </a:lnTo>
                  <a:lnTo>
                    <a:pt x="129767" y="389644"/>
                  </a:lnTo>
                  <a:lnTo>
                    <a:pt x="130402" y="389231"/>
                  </a:lnTo>
                  <a:lnTo>
                    <a:pt x="130495" y="389455"/>
                  </a:lnTo>
                  <a:lnTo>
                    <a:pt x="130920" y="389728"/>
                  </a:lnTo>
                  <a:lnTo>
                    <a:pt x="131340" y="389905"/>
                  </a:lnTo>
                  <a:lnTo>
                    <a:pt x="131935" y="389751"/>
                  </a:lnTo>
                  <a:lnTo>
                    <a:pt x="131974" y="389620"/>
                  </a:lnTo>
                  <a:lnTo>
                    <a:pt x="132052" y="389355"/>
                  </a:lnTo>
                  <a:lnTo>
                    <a:pt x="132116" y="389180"/>
                  </a:lnTo>
                  <a:lnTo>
                    <a:pt x="132497" y="389094"/>
                  </a:lnTo>
                  <a:lnTo>
                    <a:pt x="132714" y="389027"/>
                  </a:lnTo>
                  <a:lnTo>
                    <a:pt x="133063" y="388438"/>
                  </a:lnTo>
                  <a:lnTo>
                    <a:pt x="133367" y="388237"/>
                  </a:lnTo>
                  <a:lnTo>
                    <a:pt x="133306" y="387852"/>
                  </a:lnTo>
                  <a:lnTo>
                    <a:pt x="133124" y="387785"/>
                  </a:lnTo>
                  <a:lnTo>
                    <a:pt x="133168" y="387471"/>
                  </a:lnTo>
                  <a:lnTo>
                    <a:pt x="133401" y="386114"/>
                  </a:lnTo>
                  <a:lnTo>
                    <a:pt x="133357" y="385596"/>
                  </a:lnTo>
                  <a:lnTo>
                    <a:pt x="133996" y="384934"/>
                  </a:lnTo>
                  <a:lnTo>
                    <a:pt x="134335" y="384560"/>
                  </a:lnTo>
                  <a:lnTo>
                    <a:pt x="134326" y="384318"/>
                  </a:lnTo>
                  <a:lnTo>
                    <a:pt x="134185" y="383968"/>
                  </a:lnTo>
                  <a:lnTo>
                    <a:pt x="133956" y="383658"/>
                  </a:lnTo>
                  <a:lnTo>
                    <a:pt x="133911" y="383030"/>
                  </a:lnTo>
                  <a:lnTo>
                    <a:pt x="133906" y="382517"/>
                  </a:lnTo>
                  <a:lnTo>
                    <a:pt x="133651" y="382093"/>
                  </a:lnTo>
                  <a:lnTo>
                    <a:pt x="133523" y="381259"/>
                  </a:lnTo>
                  <a:lnTo>
                    <a:pt x="133532" y="381061"/>
                  </a:lnTo>
                  <a:lnTo>
                    <a:pt x="133484" y="380595"/>
                  </a:lnTo>
                  <a:lnTo>
                    <a:pt x="133014" y="380163"/>
                  </a:lnTo>
                  <a:lnTo>
                    <a:pt x="132935" y="379929"/>
                  </a:lnTo>
                  <a:lnTo>
                    <a:pt x="132886" y="379714"/>
                  </a:lnTo>
                  <a:lnTo>
                    <a:pt x="132920" y="379491"/>
                  </a:lnTo>
                  <a:lnTo>
                    <a:pt x="133463" y="378665"/>
                  </a:lnTo>
                  <a:lnTo>
                    <a:pt x="133482" y="377631"/>
                  </a:lnTo>
                  <a:lnTo>
                    <a:pt x="133560" y="377145"/>
                  </a:lnTo>
                  <a:lnTo>
                    <a:pt x="133503" y="377003"/>
                  </a:lnTo>
                  <a:lnTo>
                    <a:pt x="133359" y="376984"/>
                  </a:lnTo>
                  <a:lnTo>
                    <a:pt x="133132" y="376790"/>
                  </a:lnTo>
                  <a:lnTo>
                    <a:pt x="132929" y="376668"/>
                  </a:lnTo>
                  <a:lnTo>
                    <a:pt x="132788" y="376584"/>
                  </a:lnTo>
                  <a:lnTo>
                    <a:pt x="132578" y="376478"/>
                  </a:lnTo>
                  <a:lnTo>
                    <a:pt x="132263" y="376139"/>
                  </a:lnTo>
                  <a:lnTo>
                    <a:pt x="132020" y="375878"/>
                  </a:lnTo>
                  <a:lnTo>
                    <a:pt x="131705" y="375756"/>
                  </a:lnTo>
                  <a:lnTo>
                    <a:pt x="131457" y="375728"/>
                  </a:lnTo>
                  <a:lnTo>
                    <a:pt x="131277" y="375465"/>
                  </a:lnTo>
                  <a:lnTo>
                    <a:pt x="131225" y="375186"/>
                  </a:lnTo>
                  <a:lnTo>
                    <a:pt x="130776" y="375021"/>
                  </a:lnTo>
                  <a:lnTo>
                    <a:pt x="130207" y="374758"/>
                  </a:lnTo>
                  <a:lnTo>
                    <a:pt x="130136" y="374563"/>
                  </a:lnTo>
                  <a:lnTo>
                    <a:pt x="130031" y="374208"/>
                  </a:lnTo>
                  <a:lnTo>
                    <a:pt x="129891" y="373778"/>
                  </a:lnTo>
                  <a:lnTo>
                    <a:pt x="129789" y="373469"/>
                  </a:lnTo>
                  <a:lnTo>
                    <a:pt x="129701" y="373200"/>
                  </a:lnTo>
                  <a:lnTo>
                    <a:pt x="129635" y="372997"/>
                  </a:lnTo>
                  <a:lnTo>
                    <a:pt x="129223" y="372397"/>
                  </a:lnTo>
                  <a:lnTo>
                    <a:pt x="129350" y="372006"/>
                  </a:lnTo>
                  <a:lnTo>
                    <a:pt x="129526" y="371583"/>
                  </a:lnTo>
                  <a:lnTo>
                    <a:pt x="129604" y="371420"/>
                  </a:lnTo>
                  <a:lnTo>
                    <a:pt x="129748" y="370915"/>
                  </a:lnTo>
                  <a:lnTo>
                    <a:pt x="129647" y="370762"/>
                  </a:lnTo>
                  <a:lnTo>
                    <a:pt x="129519" y="370739"/>
                  </a:lnTo>
                  <a:lnTo>
                    <a:pt x="129363" y="370589"/>
                  </a:lnTo>
                  <a:lnTo>
                    <a:pt x="129170" y="370372"/>
                  </a:lnTo>
                  <a:lnTo>
                    <a:pt x="129302" y="370026"/>
                  </a:lnTo>
                  <a:lnTo>
                    <a:pt x="129219" y="369401"/>
                  </a:lnTo>
                  <a:lnTo>
                    <a:pt x="129066" y="369185"/>
                  </a:lnTo>
                  <a:lnTo>
                    <a:pt x="129336" y="368961"/>
                  </a:lnTo>
                  <a:lnTo>
                    <a:pt x="129502" y="368862"/>
                  </a:lnTo>
                  <a:lnTo>
                    <a:pt x="129587" y="368727"/>
                  </a:lnTo>
                  <a:lnTo>
                    <a:pt x="129772" y="368282"/>
                  </a:lnTo>
                  <a:lnTo>
                    <a:pt x="129754" y="367831"/>
                  </a:lnTo>
                  <a:lnTo>
                    <a:pt x="129383" y="367196"/>
                  </a:lnTo>
                  <a:lnTo>
                    <a:pt x="129358" y="366919"/>
                  </a:lnTo>
                  <a:lnTo>
                    <a:pt x="129607" y="366497"/>
                  </a:lnTo>
                  <a:lnTo>
                    <a:pt x="129687" y="366021"/>
                  </a:lnTo>
                  <a:lnTo>
                    <a:pt x="129669" y="365879"/>
                  </a:lnTo>
                  <a:lnTo>
                    <a:pt x="129586" y="365606"/>
                  </a:lnTo>
                  <a:lnTo>
                    <a:pt x="129512" y="365405"/>
                  </a:lnTo>
                  <a:lnTo>
                    <a:pt x="129571" y="365111"/>
                  </a:lnTo>
                  <a:lnTo>
                    <a:pt x="129401" y="363997"/>
                  </a:lnTo>
                  <a:lnTo>
                    <a:pt x="129429" y="363807"/>
                  </a:lnTo>
                  <a:lnTo>
                    <a:pt x="129414" y="363539"/>
                  </a:lnTo>
                  <a:lnTo>
                    <a:pt x="129180" y="363057"/>
                  </a:lnTo>
                  <a:lnTo>
                    <a:pt x="128860" y="362886"/>
                  </a:lnTo>
                  <a:lnTo>
                    <a:pt x="128681" y="362698"/>
                  </a:lnTo>
                  <a:lnTo>
                    <a:pt x="128752" y="362174"/>
                  </a:lnTo>
                  <a:lnTo>
                    <a:pt x="128292" y="361693"/>
                  </a:lnTo>
                  <a:lnTo>
                    <a:pt x="128309" y="361528"/>
                  </a:lnTo>
                  <a:lnTo>
                    <a:pt x="128707" y="361082"/>
                  </a:lnTo>
                  <a:lnTo>
                    <a:pt x="128829" y="360784"/>
                  </a:lnTo>
                  <a:lnTo>
                    <a:pt x="128891" y="360639"/>
                  </a:lnTo>
                  <a:lnTo>
                    <a:pt x="129080" y="360426"/>
                  </a:lnTo>
                  <a:lnTo>
                    <a:pt x="129378" y="360105"/>
                  </a:lnTo>
                  <a:lnTo>
                    <a:pt x="129852" y="360004"/>
                  </a:lnTo>
                  <a:lnTo>
                    <a:pt x="130290" y="359893"/>
                  </a:lnTo>
                  <a:lnTo>
                    <a:pt x="130921" y="359565"/>
                  </a:lnTo>
                  <a:lnTo>
                    <a:pt x="131121" y="359474"/>
                  </a:lnTo>
                  <a:lnTo>
                    <a:pt x="131047" y="359023"/>
                  </a:lnTo>
                  <a:lnTo>
                    <a:pt x="131067" y="358811"/>
                  </a:lnTo>
                  <a:lnTo>
                    <a:pt x="131380" y="358518"/>
                  </a:lnTo>
                  <a:lnTo>
                    <a:pt x="131531" y="358482"/>
                  </a:lnTo>
                  <a:lnTo>
                    <a:pt x="131754" y="358431"/>
                  </a:lnTo>
                  <a:lnTo>
                    <a:pt x="132111" y="357989"/>
                  </a:lnTo>
                  <a:lnTo>
                    <a:pt x="132626" y="358320"/>
                  </a:lnTo>
                  <a:lnTo>
                    <a:pt x="132914" y="358442"/>
                  </a:lnTo>
                  <a:lnTo>
                    <a:pt x="133194" y="358253"/>
                  </a:lnTo>
                  <a:lnTo>
                    <a:pt x="133431" y="358290"/>
                  </a:lnTo>
                  <a:lnTo>
                    <a:pt x="133741" y="358410"/>
                  </a:lnTo>
                  <a:lnTo>
                    <a:pt x="133917" y="358657"/>
                  </a:lnTo>
                  <a:lnTo>
                    <a:pt x="134142" y="358335"/>
                  </a:lnTo>
                  <a:lnTo>
                    <a:pt x="134669" y="358329"/>
                  </a:lnTo>
                  <a:lnTo>
                    <a:pt x="134877" y="358282"/>
                  </a:lnTo>
                  <a:lnTo>
                    <a:pt x="135035" y="358018"/>
                  </a:lnTo>
                  <a:lnTo>
                    <a:pt x="135196" y="357581"/>
                  </a:lnTo>
                  <a:lnTo>
                    <a:pt x="135212" y="357380"/>
                  </a:lnTo>
                  <a:lnTo>
                    <a:pt x="135238" y="357043"/>
                  </a:lnTo>
                  <a:lnTo>
                    <a:pt x="135224" y="356835"/>
                  </a:lnTo>
                  <a:lnTo>
                    <a:pt x="135165" y="356362"/>
                  </a:lnTo>
                  <a:lnTo>
                    <a:pt x="135319" y="355939"/>
                  </a:lnTo>
                  <a:lnTo>
                    <a:pt x="135801" y="355490"/>
                  </a:lnTo>
                  <a:lnTo>
                    <a:pt x="136015" y="355111"/>
                  </a:lnTo>
                  <a:lnTo>
                    <a:pt x="136237" y="354825"/>
                  </a:lnTo>
                  <a:lnTo>
                    <a:pt x="136390" y="354513"/>
                  </a:lnTo>
                  <a:lnTo>
                    <a:pt x="136360" y="354281"/>
                  </a:lnTo>
                  <a:lnTo>
                    <a:pt x="136199" y="353929"/>
                  </a:lnTo>
                  <a:lnTo>
                    <a:pt x="136108" y="353300"/>
                  </a:lnTo>
                  <a:lnTo>
                    <a:pt x="136081" y="353039"/>
                  </a:lnTo>
                  <a:lnTo>
                    <a:pt x="136584" y="351361"/>
                  </a:lnTo>
                  <a:lnTo>
                    <a:pt x="136724" y="351184"/>
                  </a:lnTo>
                  <a:lnTo>
                    <a:pt x="136982" y="350801"/>
                  </a:lnTo>
                  <a:lnTo>
                    <a:pt x="137307" y="350254"/>
                  </a:lnTo>
                  <a:lnTo>
                    <a:pt x="137080" y="350010"/>
                  </a:lnTo>
                  <a:lnTo>
                    <a:pt x="136812" y="349855"/>
                  </a:lnTo>
                  <a:lnTo>
                    <a:pt x="137200" y="349135"/>
                  </a:lnTo>
                  <a:lnTo>
                    <a:pt x="137451" y="348867"/>
                  </a:lnTo>
                  <a:lnTo>
                    <a:pt x="137537" y="348630"/>
                  </a:lnTo>
                  <a:lnTo>
                    <a:pt x="137419" y="348212"/>
                  </a:lnTo>
                  <a:lnTo>
                    <a:pt x="136983" y="347641"/>
                  </a:lnTo>
                  <a:lnTo>
                    <a:pt x="136226" y="346500"/>
                  </a:lnTo>
                  <a:lnTo>
                    <a:pt x="135508" y="345588"/>
                  </a:lnTo>
                  <a:lnTo>
                    <a:pt x="135204" y="345191"/>
                  </a:lnTo>
                  <a:lnTo>
                    <a:pt x="135103" y="344896"/>
                  </a:lnTo>
                  <a:lnTo>
                    <a:pt x="134821" y="343809"/>
                  </a:lnTo>
                  <a:lnTo>
                    <a:pt x="134784" y="342879"/>
                  </a:lnTo>
                  <a:lnTo>
                    <a:pt x="135030" y="342235"/>
                  </a:lnTo>
                  <a:lnTo>
                    <a:pt x="134662" y="341383"/>
                  </a:lnTo>
                  <a:lnTo>
                    <a:pt x="134450" y="340452"/>
                  </a:lnTo>
                  <a:lnTo>
                    <a:pt x="134501" y="340245"/>
                  </a:lnTo>
                  <a:lnTo>
                    <a:pt x="134436" y="338192"/>
                  </a:lnTo>
                  <a:lnTo>
                    <a:pt x="134800" y="336798"/>
                  </a:lnTo>
                  <a:lnTo>
                    <a:pt x="134298" y="336141"/>
                  </a:lnTo>
                  <a:lnTo>
                    <a:pt x="134087" y="335355"/>
                  </a:lnTo>
                  <a:lnTo>
                    <a:pt x="133856" y="335022"/>
                  </a:lnTo>
                  <a:lnTo>
                    <a:pt x="133268" y="334309"/>
                  </a:lnTo>
                  <a:lnTo>
                    <a:pt x="132968" y="334532"/>
                  </a:lnTo>
                  <a:lnTo>
                    <a:pt x="132685" y="334854"/>
                  </a:lnTo>
                  <a:lnTo>
                    <a:pt x="132431" y="334805"/>
                  </a:lnTo>
                  <a:lnTo>
                    <a:pt x="132091" y="334632"/>
                  </a:lnTo>
                  <a:lnTo>
                    <a:pt x="131582" y="334422"/>
                  </a:lnTo>
                  <a:lnTo>
                    <a:pt x="131395" y="334484"/>
                  </a:lnTo>
                  <a:lnTo>
                    <a:pt x="131020" y="334399"/>
                  </a:lnTo>
                  <a:lnTo>
                    <a:pt x="130348" y="333725"/>
                  </a:lnTo>
                  <a:lnTo>
                    <a:pt x="129358" y="333136"/>
                  </a:lnTo>
                  <a:lnTo>
                    <a:pt x="129141" y="332857"/>
                  </a:lnTo>
                  <a:lnTo>
                    <a:pt x="128730" y="332981"/>
                  </a:lnTo>
                  <a:lnTo>
                    <a:pt x="128750" y="333238"/>
                  </a:lnTo>
                  <a:lnTo>
                    <a:pt x="128798" y="333376"/>
                  </a:lnTo>
                  <a:lnTo>
                    <a:pt x="129035" y="333976"/>
                  </a:lnTo>
                  <a:lnTo>
                    <a:pt x="128740" y="334425"/>
                  </a:lnTo>
                  <a:lnTo>
                    <a:pt x="128384" y="334958"/>
                  </a:lnTo>
                  <a:lnTo>
                    <a:pt x="128235" y="335149"/>
                  </a:lnTo>
                  <a:lnTo>
                    <a:pt x="127280" y="334986"/>
                  </a:lnTo>
                  <a:lnTo>
                    <a:pt x="125724" y="334509"/>
                  </a:lnTo>
                  <a:lnTo>
                    <a:pt x="125281" y="334312"/>
                  </a:lnTo>
                  <a:lnTo>
                    <a:pt x="124405" y="333981"/>
                  </a:lnTo>
                  <a:lnTo>
                    <a:pt x="124183" y="333935"/>
                  </a:lnTo>
                  <a:lnTo>
                    <a:pt x="124161" y="333749"/>
                  </a:lnTo>
                  <a:lnTo>
                    <a:pt x="124399" y="333118"/>
                  </a:lnTo>
                  <a:lnTo>
                    <a:pt x="124363" y="332566"/>
                  </a:lnTo>
                  <a:lnTo>
                    <a:pt x="123843" y="331352"/>
                  </a:lnTo>
                  <a:lnTo>
                    <a:pt x="123098" y="330613"/>
                  </a:lnTo>
                  <a:lnTo>
                    <a:pt x="122576" y="330054"/>
                  </a:lnTo>
                  <a:lnTo>
                    <a:pt x="122288" y="329009"/>
                  </a:lnTo>
                  <a:lnTo>
                    <a:pt x="121977" y="328624"/>
                  </a:lnTo>
                  <a:lnTo>
                    <a:pt x="120810" y="328582"/>
                  </a:lnTo>
                  <a:lnTo>
                    <a:pt x="119656" y="328175"/>
                  </a:lnTo>
                  <a:lnTo>
                    <a:pt x="119543" y="328785"/>
                  </a:lnTo>
                  <a:lnTo>
                    <a:pt x="119296" y="328703"/>
                  </a:lnTo>
                  <a:lnTo>
                    <a:pt x="118870" y="328254"/>
                  </a:lnTo>
                  <a:lnTo>
                    <a:pt x="118391" y="328106"/>
                  </a:lnTo>
                  <a:lnTo>
                    <a:pt x="118264" y="328278"/>
                  </a:lnTo>
                  <a:lnTo>
                    <a:pt x="118266" y="328745"/>
                  </a:lnTo>
                  <a:lnTo>
                    <a:pt x="118071" y="328994"/>
                  </a:lnTo>
                  <a:lnTo>
                    <a:pt x="117806" y="328520"/>
                  </a:lnTo>
                  <a:lnTo>
                    <a:pt x="117255" y="327931"/>
                  </a:lnTo>
                  <a:lnTo>
                    <a:pt x="116382" y="327884"/>
                  </a:lnTo>
                  <a:lnTo>
                    <a:pt x="115918" y="327572"/>
                  </a:lnTo>
                  <a:lnTo>
                    <a:pt x="115847" y="326613"/>
                  </a:lnTo>
                  <a:lnTo>
                    <a:pt x="115884" y="326151"/>
                  </a:lnTo>
                  <a:lnTo>
                    <a:pt x="116345" y="325406"/>
                  </a:lnTo>
                  <a:lnTo>
                    <a:pt x="116416" y="324922"/>
                  </a:lnTo>
                  <a:lnTo>
                    <a:pt x="115826" y="324903"/>
                  </a:lnTo>
                  <a:lnTo>
                    <a:pt x="115545" y="325235"/>
                  </a:lnTo>
                  <a:lnTo>
                    <a:pt x="115067" y="325865"/>
                  </a:lnTo>
                  <a:lnTo>
                    <a:pt x="114804" y="326307"/>
                  </a:lnTo>
                  <a:lnTo>
                    <a:pt x="114723" y="326479"/>
                  </a:lnTo>
                  <a:lnTo>
                    <a:pt x="114840" y="326931"/>
                  </a:lnTo>
                  <a:lnTo>
                    <a:pt x="114510" y="327590"/>
                  </a:lnTo>
                  <a:lnTo>
                    <a:pt x="114310" y="327865"/>
                  </a:lnTo>
                  <a:lnTo>
                    <a:pt x="113808" y="328437"/>
                  </a:lnTo>
                  <a:lnTo>
                    <a:pt x="113486" y="328425"/>
                  </a:lnTo>
                  <a:lnTo>
                    <a:pt x="113294" y="328376"/>
                  </a:lnTo>
                  <a:lnTo>
                    <a:pt x="112876" y="328132"/>
                  </a:lnTo>
                  <a:lnTo>
                    <a:pt x="112939" y="327371"/>
                  </a:lnTo>
                  <a:lnTo>
                    <a:pt x="112795" y="327221"/>
                  </a:lnTo>
                  <a:lnTo>
                    <a:pt x="111914" y="326805"/>
                  </a:lnTo>
                  <a:lnTo>
                    <a:pt x="111365" y="327012"/>
                  </a:lnTo>
                  <a:lnTo>
                    <a:pt x="111000" y="327222"/>
                  </a:lnTo>
                  <a:lnTo>
                    <a:pt x="110931" y="326863"/>
                  </a:lnTo>
                  <a:lnTo>
                    <a:pt x="110960" y="326656"/>
                  </a:lnTo>
                  <a:lnTo>
                    <a:pt x="111005" y="326144"/>
                  </a:lnTo>
                  <a:lnTo>
                    <a:pt x="110625" y="325800"/>
                  </a:lnTo>
                  <a:lnTo>
                    <a:pt x="110459" y="325895"/>
                  </a:lnTo>
                  <a:lnTo>
                    <a:pt x="110170" y="326308"/>
                  </a:lnTo>
                  <a:lnTo>
                    <a:pt x="109536" y="326760"/>
                  </a:lnTo>
                  <a:lnTo>
                    <a:pt x="108879" y="326282"/>
                  </a:lnTo>
                  <a:lnTo>
                    <a:pt x="108391" y="325653"/>
                  </a:lnTo>
                  <a:lnTo>
                    <a:pt x="107626" y="324984"/>
                  </a:lnTo>
                  <a:lnTo>
                    <a:pt x="107504" y="324804"/>
                  </a:lnTo>
                  <a:lnTo>
                    <a:pt x="107201" y="324836"/>
                  </a:lnTo>
                  <a:lnTo>
                    <a:pt x="107092" y="324429"/>
                  </a:lnTo>
                  <a:lnTo>
                    <a:pt x="107257" y="324193"/>
                  </a:lnTo>
                  <a:lnTo>
                    <a:pt x="107732" y="324313"/>
                  </a:lnTo>
                  <a:lnTo>
                    <a:pt x="108033" y="324145"/>
                  </a:lnTo>
                  <a:lnTo>
                    <a:pt x="108145" y="323476"/>
                  </a:lnTo>
                  <a:lnTo>
                    <a:pt x="108117" y="323238"/>
                  </a:lnTo>
                  <a:lnTo>
                    <a:pt x="108012" y="323051"/>
                  </a:lnTo>
                  <a:lnTo>
                    <a:pt x="107554" y="322535"/>
                  </a:lnTo>
                  <a:lnTo>
                    <a:pt x="107257" y="322474"/>
                  </a:lnTo>
                  <a:lnTo>
                    <a:pt x="107077" y="322568"/>
                  </a:lnTo>
                  <a:lnTo>
                    <a:pt x="106590" y="322737"/>
                  </a:lnTo>
                  <a:lnTo>
                    <a:pt x="106455" y="322844"/>
                  </a:lnTo>
                  <a:lnTo>
                    <a:pt x="106404" y="323197"/>
                  </a:lnTo>
                  <a:lnTo>
                    <a:pt x="106533" y="323526"/>
                  </a:lnTo>
                  <a:lnTo>
                    <a:pt x="106425" y="323967"/>
                  </a:lnTo>
                  <a:lnTo>
                    <a:pt x="106232" y="323896"/>
                  </a:lnTo>
                  <a:lnTo>
                    <a:pt x="106067" y="323638"/>
                  </a:lnTo>
                  <a:lnTo>
                    <a:pt x="105951" y="323252"/>
                  </a:lnTo>
                  <a:lnTo>
                    <a:pt x="105565" y="323532"/>
                  </a:lnTo>
                  <a:lnTo>
                    <a:pt x="105050" y="323535"/>
                  </a:lnTo>
                  <a:lnTo>
                    <a:pt x="104748" y="323859"/>
                  </a:lnTo>
                  <a:lnTo>
                    <a:pt x="104447" y="323789"/>
                  </a:lnTo>
                  <a:lnTo>
                    <a:pt x="104381" y="323634"/>
                  </a:lnTo>
                  <a:lnTo>
                    <a:pt x="104437" y="322910"/>
                  </a:lnTo>
                  <a:lnTo>
                    <a:pt x="104561" y="322464"/>
                  </a:lnTo>
                  <a:lnTo>
                    <a:pt x="104470" y="321412"/>
                  </a:lnTo>
                  <a:lnTo>
                    <a:pt x="104367" y="321282"/>
                  </a:lnTo>
                  <a:lnTo>
                    <a:pt x="103939" y="321108"/>
                  </a:lnTo>
                  <a:lnTo>
                    <a:pt x="103769" y="320618"/>
                  </a:lnTo>
                  <a:lnTo>
                    <a:pt x="103386" y="320168"/>
                  </a:lnTo>
                  <a:lnTo>
                    <a:pt x="103276" y="319942"/>
                  </a:lnTo>
                  <a:lnTo>
                    <a:pt x="103024" y="319445"/>
                  </a:lnTo>
                  <a:lnTo>
                    <a:pt x="102773" y="319305"/>
                  </a:lnTo>
                  <a:lnTo>
                    <a:pt x="102009" y="319343"/>
                  </a:lnTo>
                  <a:lnTo>
                    <a:pt x="101163" y="318289"/>
                  </a:lnTo>
                  <a:lnTo>
                    <a:pt x="100939" y="318204"/>
                  </a:lnTo>
                  <a:lnTo>
                    <a:pt x="100732" y="318221"/>
                  </a:lnTo>
                  <a:lnTo>
                    <a:pt x="100444" y="318121"/>
                  </a:lnTo>
                  <a:lnTo>
                    <a:pt x="100395" y="317908"/>
                  </a:lnTo>
                  <a:lnTo>
                    <a:pt x="100285" y="317740"/>
                  </a:lnTo>
                  <a:lnTo>
                    <a:pt x="99932" y="317530"/>
                  </a:lnTo>
                  <a:lnTo>
                    <a:pt x="99797" y="317459"/>
                  </a:lnTo>
                  <a:lnTo>
                    <a:pt x="99644" y="317504"/>
                  </a:lnTo>
                  <a:lnTo>
                    <a:pt x="99501" y="317723"/>
                  </a:lnTo>
                  <a:lnTo>
                    <a:pt x="99374" y="317916"/>
                  </a:lnTo>
                  <a:lnTo>
                    <a:pt x="98713" y="317810"/>
                  </a:lnTo>
                  <a:lnTo>
                    <a:pt x="97540" y="317258"/>
                  </a:lnTo>
                  <a:lnTo>
                    <a:pt x="97451" y="316881"/>
                  </a:lnTo>
                  <a:lnTo>
                    <a:pt x="97245" y="316886"/>
                  </a:lnTo>
                  <a:lnTo>
                    <a:pt x="97123" y="317141"/>
                  </a:lnTo>
                  <a:lnTo>
                    <a:pt x="96566" y="316639"/>
                  </a:lnTo>
                  <a:lnTo>
                    <a:pt x="96069" y="316229"/>
                  </a:lnTo>
                  <a:lnTo>
                    <a:pt x="95833" y="316180"/>
                  </a:lnTo>
                  <a:lnTo>
                    <a:pt x="95490" y="316205"/>
                  </a:lnTo>
                  <a:lnTo>
                    <a:pt x="95463" y="316510"/>
                  </a:lnTo>
                  <a:lnTo>
                    <a:pt x="95143" y="316681"/>
                  </a:lnTo>
                  <a:lnTo>
                    <a:pt x="94468" y="316602"/>
                  </a:lnTo>
                  <a:lnTo>
                    <a:pt x="94220" y="316452"/>
                  </a:lnTo>
                  <a:lnTo>
                    <a:pt x="93966" y="316286"/>
                  </a:lnTo>
                  <a:lnTo>
                    <a:pt x="93915" y="315993"/>
                  </a:lnTo>
                  <a:lnTo>
                    <a:pt x="93770" y="315621"/>
                  </a:lnTo>
                  <a:lnTo>
                    <a:pt x="93224" y="315410"/>
                  </a:lnTo>
                  <a:lnTo>
                    <a:pt x="92812" y="315296"/>
                  </a:lnTo>
                  <a:lnTo>
                    <a:pt x="92516" y="315472"/>
                  </a:lnTo>
                  <a:lnTo>
                    <a:pt x="92123" y="315674"/>
                  </a:lnTo>
                  <a:lnTo>
                    <a:pt x="91631" y="315896"/>
                  </a:lnTo>
                  <a:lnTo>
                    <a:pt x="91201" y="315883"/>
                  </a:lnTo>
                  <a:lnTo>
                    <a:pt x="90005" y="315298"/>
                  </a:lnTo>
                  <a:lnTo>
                    <a:pt x="89724" y="315092"/>
                  </a:lnTo>
                  <a:lnTo>
                    <a:pt x="89101" y="314965"/>
                  </a:lnTo>
                  <a:lnTo>
                    <a:pt x="88694" y="315154"/>
                  </a:lnTo>
                  <a:lnTo>
                    <a:pt x="88504" y="315230"/>
                  </a:lnTo>
                  <a:lnTo>
                    <a:pt x="88308" y="315308"/>
                  </a:lnTo>
                  <a:lnTo>
                    <a:pt x="88156" y="315274"/>
                  </a:lnTo>
                  <a:lnTo>
                    <a:pt x="87685" y="315120"/>
                  </a:lnTo>
                  <a:lnTo>
                    <a:pt x="87679" y="315326"/>
                  </a:lnTo>
                  <a:lnTo>
                    <a:pt x="87655" y="315634"/>
                  </a:lnTo>
                  <a:lnTo>
                    <a:pt x="87217" y="315419"/>
                  </a:lnTo>
                  <a:lnTo>
                    <a:pt x="87070" y="314665"/>
                  </a:lnTo>
                  <a:lnTo>
                    <a:pt x="87254" y="314573"/>
                  </a:lnTo>
                  <a:lnTo>
                    <a:pt x="86770" y="314268"/>
                  </a:lnTo>
                  <a:lnTo>
                    <a:pt x="87086" y="313831"/>
                  </a:lnTo>
                  <a:lnTo>
                    <a:pt x="87069" y="313532"/>
                  </a:lnTo>
                  <a:lnTo>
                    <a:pt x="86874" y="313372"/>
                  </a:lnTo>
                  <a:lnTo>
                    <a:pt x="86119" y="312860"/>
                  </a:lnTo>
                  <a:lnTo>
                    <a:pt x="85821" y="312649"/>
                  </a:lnTo>
                  <a:lnTo>
                    <a:pt x="85317" y="312205"/>
                  </a:lnTo>
                  <a:lnTo>
                    <a:pt x="85182" y="311967"/>
                  </a:lnTo>
                  <a:lnTo>
                    <a:pt x="85179" y="311762"/>
                  </a:lnTo>
                  <a:lnTo>
                    <a:pt x="85367" y="311419"/>
                  </a:lnTo>
                  <a:lnTo>
                    <a:pt x="84974" y="311283"/>
                  </a:lnTo>
                  <a:lnTo>
                    <a:pt x="84260" y="311565"/>
                  </a:lnTo>
                  <a:lnTo>
                    <a:pt x="83967" y="311709"/>
                  </a:lnTo>
                  <a:lnTo>
                    <a:pt x="83820" y="311829"/>
                  </a:lnTo>
                  <a:lnTo>
                    <a:pt x="83660" y="312209"/>
                  </a:lnTo>
                  <a:lnTo>
                    <a:pt x="83165" y="312435"/>
                  </a:lnTo>
                  <a:lnTo>
                    <a:pt x="83161" y="312108"/>
                  </a:lnTo>
                  <a:lnTo>
                    <a:pt x="83127" y="311678"/>
                  </a:lnTo>
                  <a:lnTo>
                    <a:pt x="82893" y="311525"/>
                  </a:lnTo>
                  <a:lnTo>
                    <a:pt x="82590" y="311539"/>
                  </a:lnTo>
                  <a:lnTo>
                    <a:pt x="82360" y="311856"/>
                  </a:lnTo>
                  <a:lnTo>
                    <a:pt x="82206" y="311985"/>
                  </a:lnTo>
                  <a:lnTo>
                    <a:pt x="82021" y="311861"/>
                  </a:lnTo>
                  <a:lnTo>
                    <a:pt x="81306" y="311771"/>
                  </a:lnTo>
                  <a:lnTo>
                    <a:pt x="81013" y="311574"/>
                  </a:lnTo>
                  <a:lnTo>
                    <a:pt x="80534" y="311489"/>
                  </a:lnTo>
                  <a:lnTo>
                    <a:pt x="80322" y="311535"/>
                  </a:lnTo>
                  <a:lnTo>
                    <a:pt x="80116" y="311632"/>
                  </a:lnTo>
                  <a:lnTo>
                    <a:pt x="79855" y="311765"/>
                  </a:lnTo>
                  <a:lnTo>
                    <a:pt x="79701" y="311715"/>
                  </a:lnTo>
                  <a:lnTo>
                    <a:pt x="79461" y="311335"/>
                  </a:lnTo>
                  <a:lnTo>
                    <a:pt x="79105" y="311210"/>
                  </a:lnTo>
                  <a:lnTo>
                    <a:pt x="78798" y="311002"/>
                  </a:lnTo>
                  <a:lnTo>
                    <a:pt x="78824" y="310633"/>
                  </a:lnTo>
                  <a:lnTo>
                    <a:pt x="78416" y="310883"/>
                  </a:lnTo>
                  <a:lnTo>
                    <a:pt x="77851" y="311297"/>
                  </a:lnTo>
                  <a:lnTo>
                    <a:pt x="77455" y="311269"/>
                  </a:lnTo>
                  <a:lnTo>
                    <a:pt x="77514" y="310968"/>
                  </a:lnTo>
                  <a:lnTo>
                    <a:pt x="77136" y="310161"/>
                  </a:lnTo>
                  <a:lnTo>
                    <a:pt x="77293" y="309928"/>
                  </a:lnTo>
                  <a:lnTo>
                    <a:pt x="77344" y="309438"/>
                  </a:lnTo>
                  <a:lnTo>
                    <a:pt x="77109" y="308607"/>
                  </a:lnTo>
                  <a:lnTo>
                    <a:pt x="76905" y="308265"/>
                  </a:lnTo>
                  <a:lnTo>
                    <a:pt x="76777" y="308165"/>
                  </a:lnTo>
                  <a:lnTo>
                    <a:pt x="76614" y="307492"/>
                  </a:lnTo>
                  <a:lnTo>
                    <a:pt x="76642" y="306413"/>
                  </a:lnTo>
                  <a:lnTo>
                    <a:pt x="76437" y="306090"/>
                  </a:lnTo>
                  <a:lnTo>
                    <a:pt x="76337" y="305890"/>
                  </a:lnTo>
                  <a:lnTo>
                    <a:pt x="76306" y="305673"/>
                  </a:lnTo>
                  <a:lnTo>
                    <a:pt x="76442" y="305492"/>
                  </a:lnTo>
                  <a:lnTo>
                    <a:pt x="76310" y="305223"/>
                  </a:lnTo>
                  <a:lnTo>
                    <a:pt x="76108" y="305038"/>
                  </a:lnTo>
                  <a:lnTo>
                    <a:pt x="76288" y="305094"/>
                  </a:lnTo>
                  <a:lnTo>
                    <a:pt x="76385" y="304837"/>
                  </a:lnTo>
                  <a:lnTo>
                    <a:pt x="76475" y="304329"/>
                  </a:lnTo>
                  <a:lnTo>
                    <a:pt x="76392" y="304116"/>
                  </a:lnTo>
                  <a:lnTo>
                    <a:pt x="76466" y="303866"/>
                  </a:lnTo>
                  <a:lnTo>
                    <a:pt x="76354" y="303736"/>
                  </a:lnTo>
                  <a:lnTo>
                    <a:pt x="76271" y="303324"/>
                  </a:lnTo>
                  <a:lnTo>
                    <a:pt x="76039" y="302534"/>
                  </a:lnTo>
                  <a:lnTo>
                    <a:pt x="75812" y="302288"/>
                  </a:lnTo>
                  <a:lnTo>
                    <a:pt x="76115" y="302377"/>
                  </a:lnTo>
                  <a:lnTo>
                    <a:pt x="76344" y="302313"/>
                  </a:lnTo>
                  <a:lnTo>
                    <a:pt x="76180" y="302108"/>
                  </a:lnTo>
                  <a:lnTo>
                    <a:pt x="76041" y="301785"/>
                  </a:lnTo>
                  <a:lnTo>
                    <a:pt x="76170" y="301566"/>
                  </a:lnTo>
                  <a:lnTo>
                    <a:pt x="76055" y="300965"/>
                  </a:lnTo>
                  <a:lnTo>
                    <a:pt x="76261" y="300885"/>
                  </a:lnTo>
                  <a:lnTo>
                    <a:pt x="77279" y="301924"/>
                  </a:lnTo>
                  <a:lnTo>
                    <a:pt x="77445" y="302230"/>
                  </a:lnTo>
                  <a:lnTo>
                    <a:pt x="78185" y="301115"/>
                  </a:lnTo>
                  <a:lnTo>
                    <a:pt x="78472" y="300801"/>
                  </a:lnTo>
                  <a:lnTo>
                    <a:pt x="78534" y="300452"/>
                  </a:lnTo>
                  <a:lnTo>
                    <a:pt x="78578" y="300203"/>
                  </a:lnTo>
                  <a:lnTo>
                    <a:pt x="78604" y="300053"/>
                  </a:lnTo>
                  <a:lnTo>
                    <a:pt x="78703" y="299627"/>
                  </a:lnTo>
                  <a:lnTo>
                    <a:pt x="78799" y="299394"/>
                  </a:lnTo>
                  <a:lnTo>
                    <a:pt x="78704" y="299025"/>
                  </a:lnTo>
                  <a:lnTo>
                    <a:pt x="78607" y="298693"/>
                  </a:lnTo>
                  <a:lnTo>
                    <a:pt x="78312" y="298329"/>
                  </a:lnTo>
                  <a:lnTo>
                    <a:pt x="78019" y="297689"/>
                  </a:lnTo>
                  <a:lnTo>
                    <a:pt x="77855" y="297456"/>
                  </a:lnTo>
                  <a:lnTo>
                    <a:pt x="77286" y="297085"/>
                  </a:lnTo>
                  <a:lnTo>
                    <a:pt x="76589" y="296507"/>
                  </a:lnTo>
                  <a:lnTo>
                    <a:pt x="76206" y="296334"/>
                  </a:lnTo>
                  <a:lnTo>
                    <a:pt x="76020" y="296273"/>
                  </a:lnTo>
                  <a:lnTo>
                    <a:pt x="75721" y="296214"/>
                  </a:lnTo>
                  <a:lnTo>
                    <a:pt x="75419" y="295994"/>
                  </a:lnTo>
                  <a:lnTo>
                    <a:pt x="75681" y="295738"/>
                  </a:lnTo>
                  <a:lnTo>
                    <a:pt x="76349" y="295493"/>
                  </a:lnTo>
                  <a:lnTo>
                    <a:pt x="76898" y="295623"/>
                  </a:lnTo>
                  <a:lnTo>
                    <a:pt x="77560" y="295666"/>
                  </a:lnTo>
                  <a:lnTo>
                    <a:pt x="77562" y="295337"/>
                  </a:lnTo>
                  <a:lnTo>
                    <a:pt x="77557" y="295161"/>
                  </a:lnTo>
                  <a:lnTo>
                    <a:pt x="77512" y="294917"/>
                  </a:lnTo>
                  <a:lnTo>
                    <a:pt x="77415" y="294620"/>
                  </a:lnTo>
                  <a:lnTo>
                    <a:pt x="77261" y="294248"/>
                  </a:lnTo>
                  <a:lnTo>
                    <a:pt x="77126" y="294028"/>
                  </a:lnTo>
                  <a:lnTo>
                    <a:pt x="76866" y="293645"/>
                  </a:lnTo>
                  <a:lnTo>
                    <a:pt x="76093" y="292888"/>
                  </a:lnTo>
                  <a:lnTo>
                    <a:pt x="75809" y="292704"/>
                  </a:lnTo>
                  <a:lnTo>
                    <a:pt x="75527" y="291978"/>
                  </a:lnTo>
                  <a:lnTo>
                    <a:pt x="75434" y="291660"/>
                  </a:lnTo>
                  <a:lnTo>
                    <a:pt x="75280" y="290917"/>
                  </a:lnTo>
                  <a:lnTo>
                    <a:pt x="75415" y="290572"/>
                  </a:lnTo>
                  <a:lnTo>
                    <a:pt x="75505" y="290435"/>
                  </a:lnTo>
                  <a:lnTo>
                    <a:pt x="75559" y="290198"/>
                  </a:lnTo>
                  <a:lnTo>
                    <a:pt x="75632" y="288997"/>
                  </a:lnTo>
                  <a:lnTo>
                    <a:pt x="75641" y="288798"/>
                  </a:lnTo>
                  <a:lnTo>
                    <a:pt x="75625" y="288521"/>
                  </a:lnTo>
                  <a:lnTo>
                    <a:pt x="75626" y="288009"/>
                  </a:lnTo>
                  <a:lnTo>
                    <a:pt x="75897" y="287949"/>
                  </a:lnTo>
                  <a:lnTo>
                    <a:pt x="76230" y="287780"/>
                  </a:lnTo>
                  <a:lnTo>
                    <a:pt x="76306" y="287563"/>
                  </a:lnTo>
                  <a:lnTo>
                    <a:pt x="76465" y="286919"/>
                  </a:lnTo>
                  <a:lnTo>
                    <a:pt x="76147" y="286793"/>
                  </a:lnTo>
                  <a:lnTo>
                    <a:pt x="76191" y="286322"/>
                  </a:lnTo>
                  <a:lnTo>
                    <a:pt x="76254" y="286047"/>
                  </a:lnTo>
                  <a:lnTo>
                    <a:pt x="76523" y="285427"/>
                  </a:lnTo>
                  <a:lnTo>
                    <a:pt x="76615" y="285181"/>
                  </a:lnTo>
                  <a:lnTo>
                    <a:pt x="76546" y="284640"/>
                  </a:lnTo>
                  <a:lnTo>
                    <a:pt x="76539" y="284485"/>
                  </a:lnTo>
                  <a:lnTo>
                    <a:pt x="76526" y="284032"/>
                  </a:lnTo>
                  <a:lnTo>
                    <a:pt x="76533" y="283728"/>
                  </a:lnTo>
                  <a:lnTo>
                    <a:pt x="76757" y="283423"/>
                  </a:lnTo>
                  <a:lnTo>
                    <a:pt x="76912" y="283272"/>
                  </a:lnTo>
                  <a:lnTo>
                    <a:pt x="77685" y="282835"/>
                  </a:lnTo>
                  <a:lnTo>
                    <a:pt x="77968" y="282621"/>
                  </a:lnTo>
                  <a:lnTo>
                    <a:pt x="78044" y="282891"/>
                  </a:lnTo>
                  <a:lnTo>
                    <a:pt x="78086" y="283198"/>
                  </a:lnTo>
                  <a:lnTo>
                    <a:pt x="78439" y="283089"/>
                  </a:lnTo>
                  <a:lnTo>
                    <a:pt x="78445" y="282835"/>
                  </a:lnTo>
                  <a:lnTo>
                    <a:pt x="78425" y="282327"/>
                  </a:lnTo>
                  <a:lnTo>
                    <a:pt x="78986" y="281889"/>
                  </a:lnTo>
                  <a:lnTo>
                    <a:pt x="79202" y="281832"/>
                  </a:lnTo>
                  <a:lnTo>
                    <a:pt x="79338" y="281189"/>
                  </a:lnTo>
                  <a:lnTo>
                    <a:pt x="79436" y="281004"/>
                  </a:lnTo>
                  <a:lnTo>
                    <a:pt x="79913" y="279831"/>
                  </a:lnTo>
                  <a:lnTo>
                    <a:pt x="80009" y="279662"/>
                  </a:lnTo>
                  <a:lnTo>
                    <a:pt x="80210" y="279057"/>
                  </a:lnTo>
                  <a:lnTo>
                    <a:pt x="80205" y="278917"/>
                  </a:lnTo>
                  <a:lnTo>
                    <a:pt x="80052" y="278613"/>
                  </a:lnTo>
                  <a:lnTo>
                    <a:pt x="79286" y="278810"/>
                  </a:lnTo>
                  <a:lnTo>
                    <a:pt x="78945" y="278912"/>
                  </a:lnTo>
                  <a:lnTo>
                    <a:pt x="78459" y="278814"/>
                  </a:lnTo>
                  <a:lnTo>
                    <a:pt x="77770" y="277748"/>
                  </a:lnTo>
                  <a:lnTo>
                    <a:pt x="77684" y="277587"/>
                  </a:lnTo>
                  <a:lnTo>
                    <a:pt x="77922" y="277653"/>
                  </a:lnTo>
                  <a:lnTo>
                    <a:pt x="78311" y="277716"/>
                  </a:lnTo>
                  <a:lnTo>
                    <a:pt x="78440" y="277591"/>
                  </a:lnTo>
                  <a:lnTo>
                    <a:pt x="79196" y="277674"/>
                  </a:lnTo>
                  <a:lnTo>
                    <a:pt x="79727" y="277430"/>
                  </a:lnTo>
                  <a:lnTo>
                    <a:pt x="79912" y="277158"/>
                  </a:lnTo>
                  <a:lnTo>
                    <a:pt x="79972" y="276834"/>
                  </a:lnTo>
                  <a:lnTo>
                    <a:pt x="80577" y="276251"/>
                  </a:lnTo>
                  <a:lnTo>
                    <a:pt x="81364" y="275424"/>
                  </a:lnTo>
                  <a:lnTo>
                    <a:pt x="82314" y="275549"/>
                  </a:lnTo>
                  <a:lnTo>
                    <a:pt x="82355" y="274859"/>
                  </a:lnTo>
                  <a:lnTo>
                    <a:pt x="80839" y="274529"/>
                  </a:lnTo>
                  <a:lnTo>
                    <a:pt x="80945" y="274334"/>
                  </a:lnTo>
                  <a:lnTo>
                    <a:pt x="80818" y="273833"/>
                  </a:lnTo>
                  <a:lnTo>
                    <a:pt x="80808" y="273547"/>
                  </a:lnTo>
                  <a:lnTo>
                    <a:pt x="81605" y="273583"/>
                  </a:lnTo>
                  <a:lnTo>
                    <a:pt x="82121" y="273931"/>
                  </a:lnTo>
                  <a:lnTo>
                    <a:pt x="82108" y="274137"/>
                  </a:lnTo>
                  <a:lnTo>
                    <a:pt x="82285" y="274238"/>
                  </a:lnTo>
                  <a:lnTo>
                    <a:pt x="82659" y="273982"/>
                  </a:lnTo>
                  <a:lnTo>
                    <a:pt x="83211" y="273723"/>
                  </a:lnTo>
                  <a:lnTo>
                    <a:pt x="84340" y="273709"/>
                  </a:lnTo>
                  <a:lnTo>
                    <a:pt x="84297" y="273486"/>
                  </a:lnTo>
                  <a:lnTo>
                    <a:pt x="84315" y="273324"/>
                  </a:lnTo>
                  <a:lnTo>
                    <a:pt x="84378" y="273169"/>
                  </a:lnTo>
                  <a:lnTo>
                    <a:pt x="84550" y="272891"/>
                  </a:lnTo>
                  <a:lnTo>
                    <a:pt x="85004" y="272385"/>
                  </a:lnTo>
                  <a:lnTo>
                    <a:pt x="85524" y="271965"/>
                  </a:lnTo>
                  <a:lnTo>
                    <a:pt x="85702" y="271722"/>
                  </a:lnTo>
                  <a:lnTo>
                    <a:pt x="85833" y="271476"/>
                  </a:lnTo>
                  <a:lnTo>
                    <a:pt x="85648" y="271239"/>
                  </a:lnTo>
                  <a:lnTo>
                    <a:pt x="85552" y="271041"/>
                  </a:lnTo>
                  <a:lnTo>
                    <a:pt x="85506" y="270874"/>
                  </a:lnTo>
                  <a:lnTo>
                    <a:pt x="85503" y="270419"/>
                  </a:lnTo>
                  <a:lnTo>
                    <a:pt x="85530" y="270176"/>
                  </a:lnTo>
                  <a:lnTo>
                    <a:pt x="85572" y="270036"/>
                  </a:lnTo>
                  <a:lnTo>
                    <a:pt x="87375" y="269204"/>
                  </a:lnTo>
                  <a:lnTo>
                    <a:pt x="87770" y="269742"/>
                  </a:lnTo>
                  <a:lnTo>
                    <a:pt x="88485" y="269583"/>
                  </a:lnTo>
                  <a:lnTo>
                    <a:pt x="89192" y="269329"/>
                  </a:lnTo>
                  <a:lnTo>
                    <a:pt x="89498" y="269365"/>
                  </a:lnTo>
                  <a:lnTo>
                    <a:pt x="89591" y="269155"/>
                  </a:lnTo>
                  <a:lnTo>
                    <a:pt x="89655" y="268966"/>
                  </a:lnTo>
                  <a:lnTo>
                    <a:pt x="89285" y="269006"/>
                  </a:lnTo>
                  <a:lnTo>
                    <a:pt x="88933" y="268744"/>
                  </a:lnTo>
                  <a:lnTo>
                    <a:pt x="89111" y="268559"/>
                  </a:lnTo>
                  <a:lnTo>
                    <a:pt x="89295" y="268395"/>
                  </a:lnTo>
                  <a:lnTo>
                    <a:pt x="89505" y="268475"/>
                  </a:lnTo>
                  <a:lnTo>
                    <a:pt x="89416" y="268760"/>
                  </a:lnTo>
                  <a:lnTo>
                    <a:pt x="89719" y="268857"/>
                  </a:lnTo>
                  <a:lnTo>
                    <a:pt x="90005" y="268916"/>
                  </a:lnTo>
                  <a:lnTo>
                    <a:pt x="90406" y="269488"/>
                  </a:lnTo>
                  <a:lnTo>
                    <a:pt x="90666" y="269827"/>
                  </a:lnTo>
                  <a:lnTo>
                    <a:pt x="91018" y="269738"/>
                  </a:lnTo>
                  <a:lnTo>
                    <a:pt x="91185" y="269649"/>
                  </a:lnTo>
                  <a:lnTo>
                    <a:pt x="91301" y="268911"/>
                  </a:lnTo>
                  <a:lnTo>
                    <a:pt x="91815" y="268078"/>
                  </a:lnTo>
                  <a:lnTo>
                    <a:pt x="92378" y="268046"/>
                  </a:lnTo>
                  <a:lnTo>
                    <a:pt x="92182" y="267974"/>
                  </a:lnTo>
                  <a:lnTo>
                    <a:pt x="92052" y="267945"/>
                  </a:lnTo>
                  <a:lnTo>
                    <a:pt x="92276" y="267083"/>
                  </a:lnTo>
                  <a:lnTo>
                    <a:pt x="92237" y="266747"/>
                  </a:lnTo>
                  <a:lnTo>
                    <a:pt x="92809" y="266519"/>
                  </a:lnTo>
                  <a:lnTo>
                    <a:pt x="92794" y="265785"/>
                  </a:lnTo>
                  <a:lnTo>
                    <a:pt x="92228" y="265289"/>
                  </a:lnTo>
                  <a:lnTo>
                    <a:pt x="92098" y="265191"/>
                  </a:lnTo>
                  <a:lnTo>
                    <a:pt x="93207" y="264652"/>
                  </a:lnTo>
                  <a:lnTo>
                    <a:pt x="93538" y="264053"/>
                  </a:lnTo>
                  <a:lnTo>
                    <a:pt x="93911" y="264048"/>
                  </a:lnTo>
                  <a:lnTo>
                    <a:pt x="94045" y="264185"/>
                  </a:lnTo>
                  <a:lnTo>
                    <a:pt x="93776" y="264508"/>
                  </a:lnTo>
                  <a:lnTo>
                    <a:pt x="93882" y="264693"/>
                  </a:lnTo>
                  <a:lnTo>
                    <a:pt x="94658" y="264962"/>
                  </a:lnTo>
                  <a:lnTo>
                    <a:pt x="95563" y="265897"/>
                  </a:lnTo>
                  <a:lnTo>
                    <a:pt x="96050" y="266157"/>
                  </a:lnTo>
                  <a:lnTo>
                    <a:pt x="96598" y="266277"/>
                  </a:lnTo>
                  <a:lnTo>
                    <a:pt x="97394" y="266412"/>
                  </a:lnTo>
                  <a:lnTo>
                    <a:pt x="97999" y="266662"/>
                  </a:lnTo>
                  <a:lnTo>
                    <a:pt x="98486" y="266692"/>
                  </a:lnTo>
                  <a:lnTo>
                    <a:pt x="99209" y="266938"/>
                  </a:lnTo>
                  <a:lnTo>
                    <a:pt x="99480" y="266758"/>
                  </a:lnTo>
                  <a:lnTo>
                    <a:pt x="99645" y="266759"/>
                  </a:lnTo>
                  <a:lnTo>
                    <a:pt x="100002" y="266818"/>
                  </a:lnTo>
                  <a:lnTo>
                    <a:pt x="100342" y="266922"/>
                  </a:lnTo>
                  <a:lnTo>
                    <a:pt x="100662" y="267269"/>
                  </a:lnTo>
                  <a:lnTo>
                    <a:pt x="102157" y="267926"/>
                  </a:lnTo>
                  <a:lnTo>
                    <a:pt x="102569" y="267665"/>
                  </a:lnTo>
                  <a:lnTo>
                    <a:pt x="102813" y="267735"/>
                  </a:lnTo>
                  <a:lnTo>
                    <a:pt x="103519" y="268002"/>
                  </a:lnTo>
                  <a:lnTo>
                    <a:pt x="103778" y="268133"/>
                  </a:lnTo>
                  <a:lnTo>
                    <a:pt x="104349" y="268570"/>
                  </a:lnTo>
                  <a:lnTo>
                    <a:pt x="106297" y="268954"/>
                  </a:lnTo>
                  <a:lnTo>
                    <a:pt x="106174" y="270008"/>
                  </a:lnTo>
                  <a:lnTo>
                    <a:pt x="106787" y="270936"/>
                  </a:lnTo>
                  <a:lnTo>
                    <a:pt x="106737" y="271466"/>
                  </a:lnTo>
                  <a:lnTo>
                    <a:pt x="107382" y="271553"/>
                  </a:lnTo>
                  <a:lnTo>
                    <a:pt x="107539" y="271777"/>
                  </a:lnTo>
                  <a:lnTo>
                    <a:pt x="107708" y="272029"/>
                  </a:lnTo>
                  <a:lnTo>
                    <a:pt x="108122" y="273579"/>
                  </a:lnTo>
                  <a:lnTo>
                    <a:pt x="108024" y="273992"/>
                  </a:lnTo>
                  <a:lnTo>
                    <a:pt x="107851" y="274285"/>
                  </a:lnTo>
                  <a:lnTo>
                    <a:pt x="107716" y="274504"/>
                  </a:lnTo>
                  <a:lnTo>
                    <a:pt x="107709" y="275006"/>
                  </a:lnTo>
                  <a:lnTo>
                    <a:pt x="108029" y="275549"/>
                  </a:lnTo>
                  <a:lnTo>
                    <a:pt x="108230" y="275607"/>
                  </a:lnTo>
                  <a:lnTo>
                    <a:pt x="109596" y="275495"/>
                  </a:lnTo>
                  <a:lnTo>
                    <a:pt x="110336" y="275991"/>
                  </a:lnTo>
                  <a:lnTo>
                    <a:pt x="110813" y="275992"/>
                  </a:lnTo>
                  <a:lnTo>
                    <a:pt x="111747" y="276108"/>
                  </a:lnTo>
                  <a:lnTo>
                    <a:pt x="112312" y="276513"/>
                  </a:lnTo>
                  <a:lnTo>
                    <a:pt x="112310" y="276678"/>
                  </a:lnTo>
                  <a:lnTo>
                    <a:pt x="112762" y="276982"/>
                  </a:lnTo>
                  <a:lnTo>
                    <a:pt x="113382" y="276986"/>
                  </a:lnTo>
                  <a:lnTo>
                    <a:pt x="113751" y="276877"/>
                  </a:lnTo>
                  <a:lnTo>
                    <a:pt x="114951" y="276408"/>
                  </a:lnTo>
                  <a:lnTo>
                    <a:pt x="115648" y="275839"/>
                  </a:lnTo>
                  <a:lnTo>
                    <a:pt x="115664" y="275405"/>
                  </a:lnTo>
                  <a:lnTo>
                    <a:pt x="116064" y="275185"/>
                  </a:lnTo>
                  <a:lnTo>
                    <a:pt x="117359" y="274836"/>
                  </a:lnTo>
                  <a:lnTo>
                    <a:pt x="118544" y="274890"/>
                  </a:lnTo>
                  <a:lnTo>
                    <a:pt x="119161" y="275033"/>
                  </a:lnTo>
                  <a:lnTo>
                    <a:pt x="119561" y="275242"/>
                  </a:lnTo>
                  <a:lnTo>
                    <a:pt x="119682" y="275614"/>
                  </a:lnTo>
                  <a:lnTo>
                    <a:pt x="119756" y="275835"/>
                  </a:lnTo>
                  <a:lnTo>
                    <a:pt x="119955" y="276168"/>
                  </a:lnTo>
                  <a:lnTo>
                    <a:pt x="120521" y="276309"/>
                  </a:lnTo>
                  <a:lnTo>
                    <a:pt x="121580" y="276401"/>
                  </a:lnTo>
                  <a:lnTo>
                    <a:pt x="122797" y="275972"/>
                  </a:lnTo>
                  <a:lnTo>
                    <a:pt x="124278" y="275809"/>
                  </a:lnTo>
                  <a:lnTo>
                    <a:pt x="124555" y="275753"/>
                  </a:lnTo>
                  <a:lnTo>
                    <a:pt x="124861" y="275689"/>
                  </a:lnTo>
                  <a:lnTo>
                    <a:pt x="125653" y="275457"/>
                  </a:lnTo>
                  <a:lnTo>
                    <a:pt x="125899" y="275331"/>
                  </a:lnTo>
                  <a:lnTo>
                    <a:pt x="126073" y="275241"/>
                  </a:lnTo>
                  <a:lnTo>
                    <a:pt x="126742" y="274834"/>
                  </a:lnTo>
                  <a:lnTo>
                    <a:pt x="127317" y="274480"/>
                  </a:lnTo>
                  <a:lnTo>
                    <a:pt x="127862" y="274235"/>
                  </a:lnTo>
                  <a:lnTo>
                    <a:pt x="129852" y="273598"/>
                  </a:lnTo>
                  <a:lnTo>
                    <a:pt x="130136" y="273689"/>
                  </a:lnTo>
                  <a:lnTo>
                    <a:pt x="130311" y="273746"/>
                  </a:lnTo>
                  <a:lnTo>
                    <a:pt x="130716" y="273881"/>
                  </a:lnTo>
                  <a:lnTo>
                    <a:pt x="130864" y="273980"/>
                  </a:lnTo>
                  <a:lnTo>
                    <a:pt x="131024" y="274089"/>
                  </a:lnTo>
                  <a:lnTo>
                    <a:pt x="131454" y="274372"/>
                  </a:lnTo>
                  <a:lnTo>
                    <a:pt x="132100" y="274754"/>
                  </a:lnTo>
                  <a:lnTo>
                    <a:pt x="132516" y="274998"/>
                  </a:lnTo>
                  <a:lnTo>
                    <a:pt x="132748" y="275132"/>
                  </a:lnTo>
                  <a:lnTo>
                    <a:pt x="132939" y="275242"/>
                  </a:lnTo>
                  <a:lnTo>
                    <a:pt x="134215" y="275425"/>
                  </a:lnTo>
                  <a:lnTo>
                    <a:pt x="135343" y="275001"/>
                  </a:lnTo>
                  <a:lnTo>
                    <a:pt x="136216" y="274878"/>
                  </a:lnTo>
                  <a:lnTo>
                    <a:pt x="137095" y="274584"/>
                  </a:lnTo>
                  <a:lnTo>
                    <a:pt x="137330" y="274322"/>
                  </a:lnTo>
                  <a:lnTo>
                    <a:pt x="137686" y="273935"/>
                  </a:lnTo>
                  <a:lnTo>
                    <a:pt x="137908" y="273906"/>
                  </a:lnTo>
                  <a:lnTo>
                    <a:pt x="138146" y="273876"/>
                  </a:lnTo>
                  <a:lnTo>
                    <a:pt x="138308" y="273856"/>
                  </a:lnTo>
                  <a:lnTo>
                    <a:pt x="139027" y="273814"/>
                  </a:lnTo>
                  <a:lnTo>
                    <a:pt x="139307" y="273992"/>
                  </a:lnTo>
                  <a:lnTo>
                    <a:pt x="139864" y="274181"/>
                  </a:lnTo>
                  <a:lnTo>
                    <a:pt x="139994" y="274104"/>
                  </a:lnTo>
                  <a:lnTo>
                    <a:pt x="140566" y="273748"/>
                  </a:lnTo>
                  <a:lnTo>
                    <a:pt x="140930" y="273065"/>
                  </a:lnTo>
                  <a:lnTo>
                    <a:pt x="140929" y="272687"/>
                  </a:lnTo>
                  <a:lnTo>
                    <a:pt x="140808" y="272221"/>
                  </a:lnTo>
                  <a:lnTo>
                    <a:pt x="140699" y="271919"/>
                  </a:lnTo>
                  <a:lnTo>
                    <a:pt x="140502" y="271400"/>
                  </a:lnTo>
                  <a:lnTo>
                    <a:pt x="140476" y="270421"/>
                  </a:lnTo>
                  <a:lnTo>
                    <a:pt x="140536" y="270215"/>
                  </a:lnTo>
                  <a:lnTo>
                    <a:pt x="140614" y="269966"/>
                  </a:lnTo>
                  <a:lnTo>
                    <a:pt x="141197" y="269289"/>
                  </a:lnTo>
                  <a:lnTo>
                    <a:pt x="141300" y="269108"/>
                  </a:lnTo>
                  <a:lnTo>
                    <a:pt x="141301" y="268417"/>
                  </a:lnTo>
                  <a:lnTo>
                    <a:pt x="141130" y="267988"/>
                  </a:lnTo>
                  <a:lnTo>
                    <a:pt x="140954" y="266673"/>
                  </a:lnTo>
                  <a:lnTo>
                    <a:pt x="140884" y="265204"/>
                  </a:lnTo>
                  <a:lnTo>
                    <a:pt x="140933" y="264200"/>
                  </a:lnTo>
                  <a:lnTo>
                    <a:pt x="141051" y="262514"/>
                  </a:lnTo>
                  <a:lnTo>
                    <a:pt x="141084" y="262228"/>
                  </a:lnTo>
                  <a:lnTo>
                    <a:pt x="141198" y="261300"/>
                  </a:lnTo>
                  <a:lnTo>
                    <a:pt x="142148" y="259597"/>
                  </a:lnTo>
                  <a:lnTo>
                    <a:pt x="142282" y="259531"/>
                  </a:lnTo>
                  <a:lnTo>
                    <a:pt x="142453" y="259446"/>
                  </a:lnTo>
                  <a:lnTo>
                    <a:pt x="142349" y="257954"/>
                  </a:lnTo>
                  <a:lnTo>
                    <a:pt x="142041" y="257597"/>
                  </a:lnTo>
                  <a:lnTo>
                    <a:pt x="141678" y="257186"/>
                  </a:lnTo>
                  <a:lnTo>
                    <a:pt x="140980" y="256393"/>
                  </a:lnTo>
                  <a:lnTo>
                    <a:pt x="141091" y="256111"/>
                  </a:lnTo>
                  <a:lnTo>
                    <a:pt x="142723" y="256133"/>
                  </a:lnTo>
                  <a:lnTo>
                    <a:pt x="143077" y="256264"/>
                  </a:lnTo>
                  <a:lnTo>
                    <a:pt x="144446" y="257207"/>
                  </a:lnTo>
                  <a:lnTo>
                    <a:pt x="145042" y="258682"/>
                  </a:lnTo>
                  <a:lnTo>
                    <a:pt x="145039" y="258950"/>
                  </a:lnTo>
                  <a:lnTo>
                    <a:pt x="145018" y="259128"/>
                  </a:lnTo>
                  <a:lnTo>
                    <a:pt x="145213" y="259655"/>
                  </a:lnTo>
                  <a:lnTo>
                    <a:pt x="145470" y="260086"/>
                  </a:lnTo>
                  <a:lnTo>
                    <a:pt x="146320" y="261416"/>
                  </a:lnTo>
                  <a:lnTo>
                    <a:pt x="146688" y="262005"/>
                  </a:lnTo>
                  <a:lnTo>
                    <a:pt x="146926" y="262361"/>
                  </a:lnTo>
                  <a:lnTo>
                    <a:pt x="147073" y="262466"/>
                  </a:lnTo>
                  <a:lnTo>
                    <a:pt x="147367" y="262464"/>
                  </a:lnTo>
                  <a:lnTo>
                    <a:pt x="147501" y="262416"/>
                  </a:lnTo>
                  <a:lnTo>
                    <a:pt x="148657" y="261947"/>
                  </a:lnTo>
                  <a:lnTo>
                    <a:pt x="148917" y="261339"/>
                  </a:lnTo>
                  <a:lnTo>
                    <a:pt x="148978" y="261193"/>
                  </a:lnTo>
                  <a:lnTo>
                    <a:pt x="148931" y="260894"/>
                  </a:lnTo>
                  <a:lnTo>
                    <a:pt x="148889" y="260706"/>
                  </a:lnTo>
                  <a:lnTo>
                    <a:pt x="149020" y="260472"/>
                  </a:lnTo>
                  <a:lnTo>
                    <a:pt x="149745" y="260219"/>
                  </a:lnTo>
                  <a:lnTo>
                    <a:pt x="150507" y="259631"/>
                  </a:lnTo>
                  <a:lnTo>
                    <a:pt x="150900" y="259062"/>
                  </a:lnTo>
                  <a:lnTo>
                    <a:pt x="151594" y="258318"/>
                  </a:lnTo>
                  <a:lnTo>
                    <a:pt x="152652" y="257549"/>
                  </a:lnTo>
                  <a:lnTo>
                    <a:pt x="152695" y="257314"/>
                  </a:lnTo>
                  <a:lnTo>
                    <a:pt x="152445" y="256940"/>
                  </a:lnTo>
                  <a:lnTo>
                    <a:pt x="152201" y="256584"/>
                  </a:lnTo>
                  <a:lnTo>
                    <a:pt x="152036" y="256351"/>
                  </a:lnTo>
                  <a:lnTo>
                    <a:pt x="151757" y="255945"/>
                  </a:lnTo>
                  <a:lnTo>
                    <a:pt x="151977" y="255464"/>
                  </a:lnTo>
                  <a:lnTo>
                    <a:pt x="152066" y="255273"/>
                  </a:lnTo>
                  <a:lnTo>
                    <a:pt x="152198" y="254988"/>
                  </a:lnTo>
                  <a:lnTo>
                    <a:pt x="152520" y="254279"/>
                  </a:lnTo>
                  <a:lnTo>
                    <a:pt x="152616" y="254061"/>
                  </a:lnTo>
                  <a:lnTo>
                    <a:pt x="152468" y="253946"/>
                  </a:lnTo>
                  <a:lnTo>
                    <a:pt x="151806" y="253438"/>
                  </a:lnTo>
                  <a:lnTo>
                    <a:pt x="150680" y="252575"/>
                  </a:lnTo>
                  <a:lnTo>
                    <a:pt x="149984" y="252046"/>
                  </a:lnTo>
                  <a:lnTo>
                    <a:pt x="148888" y="251316"/>
                  </a:lnTo>
                  <a:lnTo>
                    <a:pt x="148083" y="250783"/>
                  </a:lnTo>
                  <a:lnTo>
                    <a:pt x="147606" y="250379"/>
                  </a:lnTo>
                  <a:lnTo>
                    <a:pt x="147347" y="249927"/>
                  </a:lnTo>
                  <a:lnTo>
                    <a:pt x="147463" y="248194"/>
                  </a:lnTo>
                  <a:lnTo>
                    <a:pt x="147756" y="247874"/>
                  </a:lnTo>
                  <a:lnTo>
                    <a:pt x="147983" y="247628"/>
                  </a:lnTo>
                  <a:lnTo>
                    <a:pt x="148105" y="247497"/>
                  </a:lnTo>
                  <a:lnTo>
                    <a:pt x="148224" y="247277"/>
                  </a:lnTo>
                  <a:lnTo>
                    <a:pt x="148651" y="246477"/>
                  </a:lnTo>
                  <a:lnTo>
                    <a:pt x="148483" y="245903"/>
                  </a:lnTo>
                  <a:lnTo>
                    <a:pt x="148489" y="245339"/>
                  </a:lnTo>
                  <a:lnTo>
                    <a:pt x="148506" y="245179"/>
                  </a:lnTo>
                  <a:lnTo>
                    <a:pt x="148643" y="244685"/>
                  </a:lnTo>
                  <a:lnTo>
                    <a:pt x="148942" y="244064"/>
                  </a:lnTo>
                  <a:lnTo>
                    <a:pt x="149212" y="243798"/>
                  </a:lnTo>
                  <a:lnTo>
                    <a:pt x="150458" y="241109"/>
                  </a:lnTo>
                  <a:lnTo>
                    <a:pt x="151125" y="240772"/>
                  </a:lnTo>
                  <a:lnTo>
                    <a:pt x="151302" y="240589"/>
                  </a:lnTo>
                  <a:lnTo>
                    <a:pt x="152464" y="239287"/>
                  </a:lnTo>
                  <a:lnTo>
                    <a:pt x="152339" y="238462"/>
                  </a:lnTo>
                  <a:lnTo>
                    <a:pt x="152212" y="238237"/>
                  </a:lnTo>
                  <a:lnTo>
                    <a:pt x="151980" y="237640"/>
                  </a:lnTo>
                  <a:lnTo>
                    <a:pt x="153831" y="236468"/>
                  </a:lnTo>
                  <a:lnTo>
                    <a:pt x="154821" y="235946"/>
                  </a:lnTo>
                  <a:lnTo>
                    <a:pt x="155026" y="235807"/>
                  </a:lnTo>
                  <a:lnTo>
                    <a:pt x="155307" y="235388"/>
                  </a:lnTo>
                  <a:lnTo>
                    <a:pt x="156174" y="234032"/>
                  </a:lnTo>
                  <a:lnTo>
                    <a:pt x="157611" y="233137"/>
                  </a:lnTo>
                  <a:lnTo>
                    <a:pt x="158860" y="231349"/>
                  </a:lnTo>
                  <a:lnTo>
                    <a:pt x="160090" y="229865"/>
                  </a:lnTo>
                  <a:lnTo>
                    <a:pt x="160471" y="229428"/>
                  </a:lnTo>
                  <a:lnTo>
                    <a:pt x="160662" y="229248"/>
                  </a:lnTo>
                  <a:lnTo>
                    <a:pt x="161258" y="228713"/>
                  </a:lnTo>
                  <a:lnTo>
                    <a:pt x="161843" y="228511"/>
                  </a:lnTo>
                  <a:lnTo>
                    <a:pt x="162022" y="228545"/>
                  </a:lnTo>
                  <a:lnTo>
                    <a:pt x="162382" y="228592"/>
                  </a:lnTo>
                  <a:lnTo>
                    <a:pt x="162982" y="228827"/>
                  </a:lnTo>
                  <a:lnTo>
                    <a:pt x="163376" y="228979"/>
                  </a:lnTo>
                  <a:lnTo>
                    <a:pt x="163767" y="228899"/>
                  </a:lnTo>
                  <a:lnTo>
                    <a:pt x="164098" y="228715"/>
                  </a:lnTo>
                  <a:lnTo>
                    <a:pt x="164411" y="228534"/>
                  </a:lnTo>
                  <a:lnTo>
                    <a:pt x="164653" y="227991"/>
                  </a:lnTo>
                  <a:lnTo>
                    <a:pt x="164046" y="226848"/>
                  </a:lnTo>
                  <a:lnTo>
                    <a:pt x="163660" y="226190"/>
                  </a:lnTo>
                  <a:lnTo>
                    <a:pt x="164032" y="225233"/>
                  </a:lnTo>
                  <a:lnTo>
                    <a:pt x="164733" y="224608"/>
                  </a:lnTo>
                  <a:lnTo>
                    <a:pt x="165140" y="224415"/>
                  </a:lnTo>
                  <a:lnTo>
                    <a:pt x="165550" y="224257"/>
                  </a:lnTo>
                  <a:lnTo>
                    <a:pt x="165978" y="224100"/>
                  </a:lnTo>
                  <a:lnTo>
                    <a:pt x="167042" y="223215"/>
                  </a:lnTo>
                  <a:lnTo>
                    <a:pt x="167560" y="222509"/>
                  </a:lnTo>
                  <a:lnTo>
                    <a:pt x="169092" y="220574"/>
                  </a:lnTo>
                  <a:lnTo>
                    <a:pt x="170174" y="219518"/>
                  </a:lnTo>
                  <a:lnTo>
                    <a:pt x="171479" y="218368"/>
                  </a:lnTo>
                  <a:lnTo>
                    <a:pt x="171844" y="218358"/>
                  </a:lnTo>
                  <a:lnTo>
                    <a:pt x="172481" y="218985"/>
                  </a:lnTo>
                  <a:lnTo>
                    <a:pt x="173562" y="219529"/>
                  </a:lnTo>
                  <a:lnTo>
                    <a:pt x="175019" y="218135"/>
                  </a:lnTo>
                  <a:lnTo>
                    <a:pt x="175896" y="217251"/>
                  </a:lnTo>
                  <a:lnTo>
                    <a:pt x="176517" y="217052"/>
                  </a:lnTo>
                  <a:lnTo>
                    <a:pt x="177428" y="215814"/>
                  </a:lnTo>
                  <a:lnTo>
                    <a:pt x="178035" y="214635"/>
                  </a:lnTo>
                  <a:lnTo>
                    <a:pt x="178520" y="213943"/>
                  </a:lnTo>
                  <a:lnTo>
                    <a:pt x="179039" y="213204"/>
                  </a:lnTo>
                  <a:lnTo>
                    <a:pt x="179042" y="212928"/>
                  </a:lnTo>
                  <a:lnTo>
                    <a:pt x="179055" y="211794"/>
                  </a:lnTo>
                  <a:lnTo>
                    <a:pt x="179391" y="210111"/>
                  </a:lnTo>
                  <a:lnTo>
                    <a:pt x="179777" y="209230"/>
                  </a:lnTo>
                  <a:lnTo>
                    <a:pt x="180769" y="209217"/>
                  </a:lnTo>
                  <a:lnTo>
                    <a:pt x="181680" y="208054"/>
                  </a:lnTo>
                  <a:lnTo>
                    <a:pt x="182016" y="207643"/>
                  </a:lnTo>
                  <a:lnTo>
                    <a:pt x="182668" y="207159"/>
                  </a:lnTo>
                  <a:lnTo>
                    <a:pt x="182924" y="207035"/>
                  </a:lnTo>
                  <a:lnTo>
                    <a:pt x="184893" y="206522"/>
                  </a:lnTo>
                  <a:lnTo>
                    <a:pt x="185083" y="206436"/>
                  </a:lnTo>
                  <a:lnTo>
                    <a:pt x="185249" y="206284"/>
                  </a:lnTo>
                  <a:lnTo>
                    <a:pt x="185537" y="206068"/>
                  </a:lnTo>
                  <a:lnTo>
                    <a:pt x="185780" y="205926"/>
                  </a:lnTo>
                  <a:lnTo>
                    <a:pt x="186077" y="205757"/>
                  </a:lnTo>
                  <a:lnTo>
                    <a:pt x="186343" y="205637"/>
                  </a:lnTo>
                  <a:lnTo>
                    <a:pt x="186570" y="205597"/>
                  </a:lnTo>
                  <a:lnTo>
                    <a:pt x="186899" y="205692"/>
                  </a:lnTo>
                  <a:lnTo>
                    <a:pt x="187213" y="205775"/>
                  </a:lnTo>
                  <a:lnTo>
                    <a:pt x="187435" y="205717"/>
                  </a:lnTo>
                  <a:lnTo>
                    <a:pt x="187740" y="205553"/>
                  </a:lnTo>
                  <a:lnTo>
                    <a:pt x="188136" y="205315"/>
                  </a:lnTo>
                  <a:lnTo>
                    <a:pt x="188396" y="205102"/>
                  </a:lnTo>
                  <a:lnTo>
                    <a:pt x="188559" y="204817"/>
                  </a:lnTo>
                  <a:lnTo>
                    <a:pt x="188576" y="204515"/>
                  </a:lnTo>
                  <a:lnTo>
                    <a:pt x="188523" y="204250"/>
                  </a:lnTo>
                  <a:lnTo>
                    <a:pt x="188450" y="203986"/>
                  </a:lnTo>
                  <a:lnTo>
                    <a:pt x="188353" y="203510"/>
                  </a:lnTo>
                  <a:lnTo>
                    <a:pt x="188147" y="203278"/>
                  </a:lnTo>
                  <a:lnTo>
                    <a:pt x="189619" y="201993"/>
                  </a:lnTo>
                  <a:lnTo>
                    <a:pt x="189759" y="201899"/>
                  </a:lnTo>
                  <a:lnTo>
                    <a:pt x="190013" y="201725"/>
                  </a:lnTo>
                  <a:lnTo>
                    <a:pt x="190192" y="201599"/>
                  </a:lnTo>
                  <a:lnTo>
                    <a:pt x="190512" y="201336"/>
                  </a:lnTo>
                  <a:lnTo>
                    <a:pt x="190716" y="201139"/>
                  </a:lnTo>
                  <a:lnTo>
                    <a:pt x="190627" y="200776"/>
                  </a:lnTo>
                  <a:lnTo>
                    <a:pt x="188926" y="199617"/>
                  </a:lnTo>
                  <a:lnTo>
                    <a:pt x="188156" y="199121"/>
                  </a:lnTo>
                  <a:lnTo>
                    <a:pt x="187516" y="198907"/>
                  </a:lnTo>
                  <a:lnTo>
                    <a:pt x="187283" y="198711"/>
                  </a:lnTo>
                  <a:lnTo>
                    <a:pt x="186924" y="198404"/>
                  </a:lnTo>
                  <a:lnTo>
                    <a:pt x="186949" y="197926"/>
                  </a:lnTo>
                  <a:lnTo>
                    <a:pt x="187447" y="197339"/>
                  </a:lnTo>
                  <a:lnTo>
                    <a:pt x="188438" y="197013"/>
                  </a:lnTo>
                  <a:lnTo>
                    <a:pt x="189356" y="197868"/>
                  </a:lnTo>
                  <a:lnTo>
                    <a:pt x="189744" y="198360"/>
                  </a:lnTo>
                  <a:lnTo>
                    <a:pt x="189981" y="198667"/>
                  </a:lnTo>
                  <a:lnTo>
                    <a:pt x="190033" y="198797"/>
                  </a:lnTo>
                  <a:lnTo>
                    <a:pt x="190159" y="199060"/>
                  </a:lnTo>
                  <a:lnTo>
                    <a:pt x="190365" y="199333"/>
                  </a:lnTo>
                  <a:lnTo>
                    <a:pt x="190923" y="199920"/>
                  </a:lnTo>
                  <a:lnTo>
                    <a:pt x="191668" y="199911"/>
                  </a:lnTo>
                  <a:lnTo>
                    <a:pt x="192335" y="200048"/>
                  </a:lnTo>
                  <a:lnTo>
                    <a:pt x="193018" y="199963"/>
                  </a:lnTo>
                  <a:lnTo>
                    <a:pt x="194014" y="199775"/>
                  </a:lnTo>
                  <a:lnTo>
                    <a:pt x="194319" y="199577"/>
                  </a:lnTo>
                  <a:lnTo>
                    <a:pt x="194627" y="199422"/>
                  </a:lnTo>
                  <a:lnTo>
                    <a:pt x="195310" y="199201"/>
                  </a:lnTo>
                  <a:lnTo>
                    <a:pt x="196112" y="198921"/>
                  </a:lnTo>
                  <a:lnTo>
                    <a:pt x="196197" y="198765"/>
                  </a:lnTo>
                  <a:lnTo>
                    <a:pt x="196411" y="198536"/>
                  </a:lnTo>
                  <a:lnTo>
                    <a:pt x="197028" y="198186"/>
                  </a:lnTo>
                  <a:lnTo>
                    <a:pt x="197211" y="198109"/>
                  </a:lnTo>
                  <a:lnTo>
                    <a:pt x="198441" y="197538"/>
                  </a:lnTo>
                  <a:lnTo>
                    <a:pt x="200621" y="196574"/>
                  </a:lnTo>
                  <a:lnTo>
                    <a:pt x="200780" y="196556"/>
                  </a:lnTo>
                  <a:lnTo>
                    <a:pt x="201480" y="196482"/>
                  </a:lnTo>
                  <a:lnTo>
                    <a:pt x="201480" y="196354"/>
                  </a:lnTo>
                  <a:lnTo>
                    <a:pt x="201291" y="196075"/>
                  </a:lnTo>
                  <a:lnTo>
                    <a:pt x="201240" y="195781"/>
                  </a:lnTo>
                  <a:lnTo>
                    <a:pt x="201235" y="195573"/>
                  </a:lnTo>
                  <a:lnTo>
                    <a:pt x="201230" y="195418"/>
                  </a:lnTo>
                  <a:lnTo>
                    <a:pt x="200999" y="194609"/>
                  </a:lnTo>
                  <a:lnTo>
                    <a:pt x="200919" y="194401"/>
                  </a:lnTo>
                  <a:lnTo>
                    <a:pt x="200775" y="194137"/>
                  </a:lnTo>
                  <a:lnTo>
                    <a:pt x="200639" y="193885"/>
                  </a:lnTo>
                  <a:lnTo>
                    <a:pt x="200287" y="192856"/>
                  </a:lnTo>
                  <a:lnTo>
                    <a:pt x="200210" y="192707"/>
                  </a:lnTo>
                  <a:lnTo>
                    <a:pt x="200144" y="192579"/>
                  </a:lnTo>
                  <a:lnTo>
                    <a:pt x="199971" y="192290"/>
                  </a:lnTo>
                  <a:lnTo>
                    <a:pt x="199714" y="192166"/>
                  </a:lnTo>
                  <a:lnTo>
                    <a:pt x="199611" y="192016"/>
                  </a:lnTo>
                  <a:lnTo>
                    <a:pt x="199590" y="191833"/>
                  </a:lnTo>
                  <a:lnTo>
                    <a:pt x="199508" y="191583"/>
                  </a:lnTo>
                  <a:lnTo>
                    <a:pt x="199396" y="191421"/>
                  </a:lnTo>
                  <a:lnTo>
                    <a:pt x="198917" y="191346"/>
                  </a:lnTo>
                  <a:lnTo>
                    <a:pt x="198621" y="191360"/>
                  </a:lnTo>
                  <a:lnTo>
                    <a:pt x="198245" y="191139"/>
                  </a:lnTo>
                  <a:lnTo>
                    <a:pt x="197805" y="190008"/>
                  </a:lnTo>
                  <a:lnTo>
                    <a:pt x="197787" y="189804"/>
                  </a:lnTo>
                  <a:lnTo>
                    <a:pt x="197781" y="189552"/>
                  </a:lnTo>
                  <a:lnTo>
                    <a:pt x="197970" y="188481"/>
                  </a:lnTo>
                  <a:lnTo>
                    <a:pt x="198260" y="188218"/>
                  </a:lnTo>
                  <a:lnTo>
                    <a:pt x="198770" y="188108"/>
                  </a:lnTo>
                  <a:lnTo>
                    <a:pt x="200982" y="188930"/>
                  </a:lnTo>
                  <a:lnTo>
                    <a:pt x="201688" y="188670"/>
                  </a:lnTo>
                  <a:lnTo>
                    <a:pt x="202452" y="189273"/>
                  </a:lnTo>
                  <a:lnTo>
                    <a:pt x="202546" y="189471"/>
                  </a:lnTo>
                  <a:lnTo>
                    <a:pt x="202618" y="189610"/>
                  </a:lnTo>
                  <a:lnTo>
                    <a:pt x="203407" y="189564"/>
                  </a:lnTo>
                  <a:lnTo>
                    <a:pt x="204180" y="189511"/>
                  </a:lnTo>
                  <a:lnTo>
                    <a:pt x="204254" y="189823"/>
                  </a:lnTo>
                  <a:lnTo>
                    <a:pt x="204055" y="190534"/>
                  </a:lnTo>
                  <a:lnTo>
                    <a:pt x="203995" y="190751"/>
                  </a:lnTo>
                  <a:lnTo>
                    <a:pt x="204436" y="191065"/>
                  </a:lnTo>
                  <a:lnTo>
                    <a:pt x="204951" y="191597"/>
                  </a:lnTo>
                  <a:lnTo>
                    <a:pt x="205055" y="191794"/>
                  </a:lnTo>
                  <a:lnTo>
                    <a:pt x="205048" y="191932"/>
                  </a:lnTo>
                  <a:lnTo>
                    <a:pt x="205736" y="192440"/>
                  </a:lnTo>
                  <a:lnTo>
                    <a:pt x="206066" y="192769"/>
                  </a:lnTo>
                  <a:lnTo>
                    <a:pt x="206298" y="193040"/>
                  </a:lnTo>
                  <a:lnTo>
                    <a:pt x="206676" y="193370"/>
                  </a:lnTo>
                  <a:lnTo>
                    <a:pt x="206967" y="193588"/>
                  </a:lnTo>
                  <a:lnTo>
                    <a:pt x="207677" y="194023"/>
                  </a:lnTo>
                  <a:lnTo>
                    <a:pt x="207806" y="194092"/>
                  </a:lnTo>
                  <a:lnTo>
                    <a:pt x="208381" y="194318"/>
                  </a:lnTo>
                  <a:lnTo>
                    <a:pt x="208710" y="194764"/>
                  </a:lnTo>
                  <a:lnTo>
                    <a:pt x="208904" y="195136"/>
                  </a:lnTo>
                  <a:lnTo>
                    <a:pt x="209324" y="194983"/>
                  </a:lnTo>
                  <a:lnTo>
                    <a:pt x="209794" y="194659"/>
                  </a:lnTo>
                  <a:lnTo>
                    <a:pt x="210516" y="193426"/>
                  </a:lnTo>
                  <a:lnTo>
                    <a:pt x="210196" y="193228"/>
                  </a:lnTo>
                  <a:lnTo>
                    <a:pt x="210395" y="192588"/>
                  </a:lnTo>
                  <a:lnTo>
                    <a:pt x="210775" y="191801"/>
                  </a:lnTo>
                  <a:lnTo>
                    <a:pt x="211054" y="191753"/>
                  </a:lnTo>
                  <a:lnTo>
                    <a:pt x="211695" y="191712"/>
                  </a:lnTo>
                  <a:lnTo>
                    <a:pt x="212340" y="191903"/>
                  </a:lnTo>
                  <a:lnTo>
                    <a:pt x="212509" y="192004"/>
                  </a:lnTo>
                  <a:lnTo>
                    <a:pt x="212616" y="192160"/>
                  </a:lnTo>
                  <a:lnTo>
                    <a:pt x="212850" y="192481"/>
                  </a:lnTo>
                  <a:lnTo>
                    <a:pt x="213082" y="192662"/>
                  </a:lnTo>
                  <a:lnTo>
                    <a:pt x="213320" y="192721"/>
                  </a:lnTo>
                  <a:lnTo>
                    <a:pt x="213739" y="192744"/>
                  </a:lnTo>
                  <a:lnTo>
                    <a:pt x="214154" y="192406"/>
                  </a:lnTo>
                  <a:lnTo>
                    <a:pt x="214231" y="191973"/>
                  </a:lnTo>
                  <a:lnTo>
                    <a:pt x="214397" y="191616"/>
                  </a:lnTo>
                  <a:lnTo>
                    <a:pt x="214780" y="191607"/>
                  </a:lnTo>
                  <a:lnTo>
                    <a:pt x="215396" y="192085"/>
                  </a:lnTo>
                  <a:lnTo>
                    <a:pt x="215600" y="192292"/>
                  </a:lnTo>
                  <a:lnTo>
                    <a:pt x="216301" y="193093"/>
                  </a:lnTo>
                  <a:lnTo>
                    <a:pt x="216802" y="194141"/>
                  </a:lnTo>
                  <a:lnTo>
                    <a:pt x="216639" y="194723"/>
                  </a:lnTo>
                  <a:lnTo>
                    <a:pt x="216817" y="195113"/>
                  </a:lnTo>
                  <a:lnTo>
                    <a:pt x="217268" y="195733"/>
                  </a:lnTo>
                  <a:lnTo>
                    <a:pt x="218066" y="196633"/>
                  </a:lnTo>
                  <a:lnTo>
                    <a:pt x="219015" y="197134"/>
                  </a:lnTo>
                  <a:lnTo>
                    <a:pt x="219412" y="197208"/>
                  </a:lnTo>
                  <a:lnTo>
                    <a:pt x="221809" y="197150"/>
                  </a:lnTo>
                  <a:lnTo>
                    <a:pt x="222286" y="196995"/>
                  </a:lnTo>
                  <a:lnTo>
                    <a:pt x="222679" y="196736"/>
                  </a:lnTo>
                  <a:lnTo>
                    <a:pt x="223447" y="195658"/>
                  </a:lnTo>
                  <a:lnTo>
                    <a:pt x="224048" y="193180"/>
                  </a:lnTo>
                  <a:lnTo>
                    <a:pt x="224123" y="192966"/>
                  </a:lnTo>
                  <a:lnTo>
                    <a:pt x="224257" y="192770"/>
                  </a:lnTo>
                  <a:lnTo>
                    <a:pt x="225207" y="191771"/>
                  </a:lnTo>
                  <a:lnTo>
                    <a:pt x="225799" y="191397"/>
                  </a:lnTo>
                  <a:lnTo>
                    <a:pt x="225965" y="191213"/>
                  </a:lnTo>
                  <a:lnTo>
                    <a:pt x="226036" y="191039"/>
                  </a:lnTo>
                  <a:lnTo>
                    <a:pt x="226176" y="190673"/>
                  </a:lnTo>
                  <a:lnTo>
                    <a:pt x="226406" y="190278"/>
                  </a:lnTo>
                  <a:lnTo>
                    <a:pt x="227033" y="189808"/>
                  </a:lnTo>
                  <a:lnTo>
                    <a:pt x="227634" y="189109"/>
                  </a:lnTo>
                  <a:lnTo>
                    <a:pt x="227882" y="188790"/>
                  </a:lnTo>
                  <a:lnTo>
                    <a:pt x="228522" y="187916"/>
                  </a:lnTo>
                  <a:lnTo>
                    <a:pt x="229322" y="186734"/>
                  </a:lnTo>
                  <a:lnTo>
                    <a:pt x="229343" y="186546"/>
                  </a:lnTo>
                  <a:lnTo>
                    <a:pt x="229447" y="186304"/>
                  </a:lnTo>
                  <a:lnTo>
                    <a:pt x="230172" y="185551"/>
                  </a:lnTo>
                  <a:lnTo>
                    <a:pt x="231123" y="185414"/>
                  </a:lnTo>
                  <a:lnTo>
                    <a:pt x="231346" y="185487"/>
                  </a:lnTo>
                  <a:lnTo>
                    <a:pt x="231691" y="185427"/>
                  </a:lnTo>
                  <a:lnTo>
                    <a:pt x="233413" y="185025"/>
                  </a:lnTo>
                  <a:lnTo>
                    <a:pt x="234485" y="184364"/>
                  </a:lnTo>
                  <a:lnTo>
                    <a:pt x="234838" y="183991"/>
                  </a:lnTo>
                  <a:lnTo>
                    <a:pt x="235018" y="183712"/>
                  </a:lnTo>
                  <a:lnTo>
                    <a:pt x="235701" y="183370"/>
                  </a:lnTo>
                  <a:lnTo>
                    <a:pt x="236519" y="182988"/>
                  </a:lnTo>
                  <a:lnTo>
                    <a:pt x="237292" y="183250"/>
                  </a:lnTo>
                  <a:lnTo>
                    <a:pt x="238852" y="183164"/>
                  </a:lnTo>
                  <a:lnTo>
                    <a:pt x="239504" y="183065"/>
                  </a:lnTo>
                  <a:lnTo>
                    <a:pt x="239773" y="182935"/>
                  </a:lnTo>
                  <a:lnTo>
                    <a:pt x="240197" y="182123"/>
                  </a:lnTo>
                  <a:lnTo>
                    <a:pt x="240583" y="181957"/>
                  </a:lnTo>
                  <a:lnTo>
                    <a:pt x="241049" y="181882"/>
                  </a:lnTo>
                  <a:lnTo>
                    <a:pt x="241764" y="182748"/>
                  </a:lnTo>
                  <a:close/>
                </a:path>
              </a:pathLst>
            </a:custGeom>
            <a:solidFill>
              <a:srgbClr val="FFCD83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9083523" y="1615965"/>
              <a:ext cx="183332" cy="182879"/>
            </a:xfrm>
            <a:custGeom>
              <a:avLst/>
              <a:pathLst>
                <a:path w="183332" h="182879">
                  <a:moveTo>
                    <a:pt x="182879" y="182879"/>
                  </a:moveTo>
                  <a:lnTo>
                    <a:pt x="183047" y="182599"/>
                  </a:lnTo>
                  <a:lnTo>
                    <a:pt x="183332" y="182520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9093472" y="1610022"/>
              <a:ext cx="184318" cy="183221"/>
            </a:xfrm>
            <a:custGeom>
              <a:avLst/>
              <a:pathLst>
                <a:path w="184318" h="183221">
                  <a:moveTo>
                    <a:pt x="182879" y="182880"/>
                  </a:moveTo>
                  <a:lnTo>
                    <a:pt x="182861" y="182742"/>
                  </a:lnTo>
                  <a:lnTo>
                    <a:pt x="182982" y="182257"/>
                  </a:lnTo>
                  <a:lnTo>
                    <a:pt x="183593" y="181160"/>
                  </a:lnTo>
                  <a:lnTo>
                    <a:pt x="183872" y="181113"/>
                  </a:lnTo>
                  <a:lnTo>
                    <a:pt x="183794" y="181300"/>
                  </a:lnTo>
                  <a:lnTo>
                    <a:pt x="183753" y="181536"/>
                  </a:lnTo>
                  <a:lnTo>
                    <a:pt x="183910" y="182105"/>
                  </a:lnTo>
                  <a:lnTo>
                    <a:pt x="184163" y="182329"/>
                  </a:lnTo>
                  <a:lnTo>
                    <a:pt x="184318" y="182553"/>
                  </a:lnTo>
                  <a:lnTo>
                    <a:pt x="184161" y="182840"/>
                  </a:lnTo>
                  <a:lnTo>
                    <a:pt x="183242" y="183221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9112101" y="1593508"/>
              <a:ext cx="182879" cy="182879"/>
            </a:xfrm>
            <a:custGeom>
              <a:avLst/>
              <a:pathLst>
                <a:path w="182879" h="182879">
                  <a:moveTo>
                    <a:pt x="182879" y="182879"/>
                  </a:move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8995081" y="1488203"/>
              <a:ext cx="390079" cy="371238"/>
            </a:xfrm>
            <a:custGeom>
              <a:avLst/>
              <a:pathLst>
                <a:path w="390079" h="371238">
                  <a:moveTo>
                    <a:pt x="182879" y="182879"/>
                  </a:moveTo>
                  <a:lnTo>
                    <a:pt x="183075" y="182735"/>
                  </a:lnTo>
                  <a:lnTo>
                    <a:pt x="183670" y="182801"/>
                  </a:lnTo>
                  <a:lnTo>
                    <a:pt x="183820" y="182974"/>
                  </a:lnTo>
                  <a:lnTo>
                    <a:pt x="184146" y="183613"/>
                  </a:lnTo>
                  <a:lnTo>
                    <a:pt x="184461" y="183642"/>
                  </a:lnTo>
                  <a:lnTo>
                    <a:pt x="184563" y="183377"/>
                  </a:lnTo>
                  <a:lnTo>
                    <a:pt x="184704" y="183382"/>
                  </a:lnTo>
                  <a:lnTo>
                    <a:pt x="185280" y="183601"/>
                  </a:lnTo>
                  <a:lnTo>
                    <a:pt x="185809" y="183814"/>
                  </a:lnTo>
                  <a:lnTo>
                    <a:pt x="186150" y="183972"/>
                  </a:lnTo>
                  <a:lnTo>
                    <a:pt x="186427" y="184139"/>
                  </a:lnTo>
                  <a:lnTo>
                    <a:pt x="186860" y="184413"/>
                  </a:lnTo>
                  <a:lnTo>
                    <a:pt x="187028" y="184534"/>
                  </a:lnTo>
                  <a:lnTo>
                    <a:pt x="187366" y="184875"/>
                  </a:lnTo>
                  <a:lnTo>
                    <a:pt x="187571" y="185455"/>
                  </a:lnTo>
                  <a:lnTo>
                    <a:pt x="187753" y="185587"/>
                  </a:lnTo>
                  <a:lnTo>
                    <a:pt x="187991" y="185722"/>
                  </a:lnTo>
                  <a:lnTo>
                    <a:pt x="187948" y="185890"/>
                  </a:lnTo>
                  <a:lnTo>
                    <a:pt x="187846" y="186204"/>
                  </a:lnTo>
                  <a:lnTo>
                    <a:pt x="188498" y="186367"/>
                  </a:lnTo>
                  <a:lnTo>
                    <a:pt x="188990" y="185900"/>
                  </a:lnTo>
                  <a:lnTo>
                    <a:pt x="189241" y="185897"/>
                  </a:lnTo>
                  <a:lnTo>
                    <a:pt x="189517" y="185932"/>
                  </a:lnTo>
                  <a:lnTo>
                    <a:pt x="189977" y="186180"/>
                  </a:lnTo>
                  <a:lnTo>
                    <a:pt x="190984" y="186642"/>
                  </a:lnTo>
                  <a:lnTo>
                    <a:pt x="190925" y="186851"/>
                  </a:lnTo>
                  <a:lnTo>
                    <a:pt x="191204" y="186947"/>
                  </a:lnTo>
                  <a:lnTo>
                    <a:pt x="191434" y="186963"/>
                  </a:lnTo>
                  <a:lnTo>
                    <a:pt x="191617" y="187189"/>
                  </a:lnTo>
                  <a:lnTo>
                    <a:pt x="191716" y="187370"/>
                  </a:lnTo>
                  <a:lnTo>
                    <a:pt x="192019" y="187487"/>
                  </a:lnTo>
                  <a:lnTo>
                    <a:pt x="192540" y="187765"/>
                  </a:lnTo>
                  <a:lnTo>
                    <a:pt x="192429" y="187934"/>
                  </a:lnTo>
                  <a:lnTo>
                    <a:pt x="192281" y="188163"/>
                  </a:lnTo>
                  <a:lnTo>
                    <a:pt x="192241" y="188331"/>
                  </a:lnTo>
                  <a:lnTo>
                    <a:pt x="191897" y="188874"/>
                  </a:lnTo>
                  <a:lnTo>
                    <a:pt x="192277" y="188937"/>
                  </a:lnTo>
                  <a:lnTo>
                    <a:pt x="193696" y="188678"/>
                  </a:lnTo>
                  <a:lnTo>
                    <a:pt x="194428" y="188468"/>
                  </a:lnTo>
                  <a:lnTo>
                    <a:pt x="194673" y="188528"/>
                  </a:lnTo>
                  <a:lnTo>
                    <a:pt x="194969" y="188599"/>
                  </a:lnTo>
                  <a:lnTo>
                    <a:pt x="195498" y="188728"/>
                  </a:lnTo>
                  <a:lnTo>
                    <a:pt x="195854" y="188815"/>
                  </a:lnTo>
                  <a:lnTo>
                    <a:pt x="196066" y="188867"/>
                  </a:lnTo>
                  <a:lnTo>
                    <a:pt x="196106" y="189016"/>
                  </a:lnTo>
                  <a:lnTo>
                    <a:pt x="196537" y="188799"/>
                  </a:lnTo>
                  <a:lnTo>
                    <a:pt x="197266" y="188924"/>
                  </a:lnTo>
                  <a:lnTo>
                    <a:pt x="197546" y="189009"/>
                  </a:lnTo>
                  <a:lnTo>
                    <a:pt x="197833" y="189096"/>
                  </a:lnTo>
                  <a:lnTo>
                    <a:pt x="198415" y="189127"/>
                  </a:lnTo>
                  <a:lnTo>
                    <a:pt x="198806" y="189064"/>
                  </a:lnTo>
                  <a:lnTo>
                    <a:pt x="199097" y="189207"/>
                  </a:lnTo>
                  <a:lnTo>
                    <a:pt x="199540" y="189442"/>
                  </a:lnTo>
                  <a:lnTo>
                    <a:pt x="199708" y="189432"/>
                  </a:lnTo>
                  <a:lnTo>
                    <a:pt x="200138" y="189489"/>
                  </a:lnTo>
                  <a:lnTo>
                    <a:pt x="200108" y="189797"/>
                  </a:lnTo>
                  <a:lnTo>
                    <a:pt x="200296" y="189792"/>
                  </a:lnTo>
                  <a:lnTo>
                    <a:pt x="200803" y="189733"/>
                  </a:lnTo>
                  <a:lnTo>
                    <a:pt x="200847" y="189555"/>
                  </a:lnTo>
                  <a:lnTo>
                    <a:pt x="201253" y="189641"/>
                  </a:lnTo>
                  <a:lnTo>
                    <a:pt x="201539" y="189701"/>
                  </a:lnTo>
                  <a:lnTo>
                    <a:pt x="201924" y="189847"/>
                  </a:lnTo>
                  <a:lnTo>
                    <a:pt x="202017" y="190214"/>
                  </a:lnTo>
                  <a:lnTo>
                    <a:pt x="202327" y="190107"/>
                  </a:lnTo>
                  <a:lnTo>
                    <a:pt x="202271" y="189939"/>
                  </a:lnTo>
                  <a:lnTo>
                    <a:pt x="202206" y="189747"/>
                  </a:lnTo>
                  <a:lnTo>
                    <a:pt x="202524" y="189734"/>
                  </a:lnTo>
                  <a:lnTo>
                    <a:pt x="202715" y="189762"/>
                  </a:lnTo>
                  <a:lnTo>
                    <a:pt x="203060" y="190144"/>
                  </a:lnTo>
                  <a:lnTo>
                    <a:pt x="202787" y="190130"/>
                  </a:lnTo>
                  <a:lnTo>
                    <a:pt x="202777" y="190475"/>
                  </a:lnTo>
                  <a:lnTo>
                    <a:pt x="203433" y="190429"/>
                  </a:lnTo>
                  <a:lnTo>
                    <a:pt x="203639" y="190257"/>
                  </a:lnTo>
                  <a:lnTo>
                    <a:pt x="203751" y="190416"/>
                  </a:lnTo>
                  <a:lnTo>
                    <a:pt x="203826" y="190779"/>
                  </a:lnTo>
                  <a:lnTo>
                    <a:pt x="203952" y="191391"/>
                  </a:lnTo>
                  <a:lnTo>
                    <a:pt x="204086" y="191669"/>
                  </a:lnTo>
                  <a:lnTo>
                    <a:pt x="204170" y="191320"/>
                  </a:lnTo>
                  <a:lnTo>
                    <a:pt x="204011" y="191044"/>
                  </a:lnTo>
                  <a:lnTo>
                    <a:pt x="203997" y="190471"/>
                  </a:lnTo>
                  <a:lnTo>
                    <a:pt x="204462" y="190470"/>
                  </a:lnTo>
                  <a:lnTo>
                    <a:pt x="205766" y="190468"/>
                  </a:lnTo>
                  <a:lnTo>
                    <a:pt x="207096" y="190597"/>
                  </a:lnTo>
                  <a:lnTo>
                    <a:pt x="207023" y="190765"/>
                  </a:lnTo>
                  <a:lnTo>
                    <a:pt x="206782" y="191219"/>
                  </a:lnTo>
                  <a:lnTo>
                    <a:pt x="206491" y="191432"/>
                  </a:lnTo>
                  <a:lnTo>
                    <a:pt x="206414" y="191653"/>
                  </a:lnTo>
                  <a:lnTo>
                    <a:pt x="206421" y="191781"/>
                  </a:lnTo>
                  <a:lnTo>
                    <a:pt x="206700" y="192042"/>
                  </a:lnTo>
                  <a:lnTo>
                    <a:pt x="206732" y="191746"/>
                  </a:lnTo>
                  <a:lnTo>
                    <a:pt x="206799" y="191563"/>
                  </a:lnTo>
                  <a:lnTo>
                    <a:pt x="206970" y="191600"/>
                  </a:lnTo>
                  <a:lnTo>
                    <a:pt x="207136" y="191106"/>
                  </a:lnTo>
                  <a:lnTo>
                    <a:pt x="207339" y="190668"/>
                  </a:lnTo>
                  <a:lnTo>
                    <a:pt x="207977" y="190670"/>
                  </a:lnTo>
                  <a:lnTo>
                    <a:pt x="208412" y="190791"/>
                  </a:lnTo>
                  <a:lnTo>
                    <a:pt x="208837" y="190808"/>
                  </a:lnTo>
                  <a:lnTo>
                    <a:pt x="208973" y="190814"/>
                  </a:lnTo>
                  <a:lnTo>
                    <a:pt x="209266" y="190825"/>
                  </a:lnTo>
                  <a:lnTo>
                    <a:pt x="209482" y="190853"/>
                  </a:lnTo>
                  <a:lnTo>
                    <a:pt x="210237" y="190989"/>
                  </a:lnTo>
                  <a:lnTo>
                    <a:pt x="210529" y="191169"/>
                  </a:lnTo>
                  <a:lnTo>
                    <a:pt x="210758" y="191334"/>
                  </a:lnTo>
                  <a:lnTo>
                    <a:pt x="210896" y="191433"/>
                  </a:lnTo>
                  <a:lnTo>
                    <a:pt x="210897" y="191998"/>
                  </a:lnTo>
                  <a:lnTo>
                    <a:pt x="210952" y="192265"/>
                  </a:lnTo>
                  <a:lnTo>
                    <a:pt x="210955" y="192395"/>
                  </a:lnTo>
                  <a:lnTo>
                    <a:pt x="210966" y="192798"/>
                  </a:lnTo>
                  <a:lnTo>
                    <a:pt x="210971" y="193179"/>
                  </a:lnTo>
                  <a:lnTo>
                    <a:pt x="211379" y="193326"/>
                  </a:lnTo>
                  <a:lnTo>
                    <a:pt x="211694" y="193273"/>
                  </a:lnTo>
                  <a:lnTo>
                    <a:pt x="211902" y="193760"/>
                  </a:lnTo>
                  <a:lnTo>
                    <a:pt x="212111" y="193779"/>
                  </a:lnTo>
                  <a:lnTo>
                    <a:pt x="212205" y="193492"/>
                  </a:lnTo>
                  <a:lnTo>
                    <a:pt x="212381" y="193355"/>
                  </a:lnTo>
                  <a:lnTo>
                    <a:pt x="212906" y="193202"/>
                  </a:lnTo>
                  <a:lnTo>
                    <a:pt x="213134" y="193270"/>
                  </a:lnTo>
                  <a:lnTo>
                    <a:pt x="213381" y="193530"/>
                  </a:lnTo>
                  <a:lnTo>
                    <a:pt x="213669" y="193504"/>
                  </a:lnTo>
                  <a:lnTo>
                    <a:pt x="214114" y="193471"/>
                  </a:lnTo>
                  <a:lnTo>
                    <a:pt x="214278" y="193492"/>
                  </a:lnTo>
                  <a:lnTo>
                    <a:pt x="214479" y="193519"/>
                  </a:lnTo>
                  <a:lnTo>
                    <a:pt x="214763" y="193556"/>
                  </a:lnTo>
                  <a:lnTo>
                    <a:pt x="215232" y="193709"/>
                  </a:lnTo>
                  <a:lnTo>
                    <a:pt x="215560" y="193379"/>
                  </a:lnTo>
                  <a:lnTo>
                    <a:pt x="215334" y="193280"/>
                  </a:lnTo>
                  <a:lnTo>
                    <a:pt x="215092" y="193315"/>
                  </a:lnTo>
                  <a:lnTo>
                    <a:pt x="214955" y="193272"/>
                  </a:lnTo>
                  <a:lnTo>
                    <a:pt x="214717" y="192663"/>
                  </a:lnTo>
                  <a:lnTo>
                    <a:pt x="214836" y="192308"/>
                  </a:lnTo>
                  <a:lnTo>
                    <a:pt x="214976" y="191905"/>
                  </a:lnTo>
                  <a:lnTo>
                    <a:pt x="214897" y="191758"/>
                  </a:lnTo>
                  <a:lnTo>
                    <a:pt x="215224" y="191585"/>
                  </a:lnTo>
                  <a:lnTo>
                    <a:pt x="215590" y="191392"/>
                  </a:lnTo>
                  <a:lnTo>
                    <a:pt x="215792" y="191701"/>
                  </a:lnTo>
                  <a:lnTo>
                    <a:pt x="216367" y="191863"/>
                  </a:lnTo>
                  <a:lnTo>
                    <a:pt x="216398" y="191734"/>
                  </a:lnTo>
                  <a:lnTo>
                    <a:pt x="216248" y="191411"/>
                  </a:lnTo>
                  <a:lnTo>
                    <a:pt x="216240" y="191249"/>
                  </a:lnTo>
                  <a:lnTo>
                    <a:pt x="216529" y="191226"/>
                  </a:lnTo>
                  <a:lnTo>
                    <a:pt x="216755" y="191370"/>
                  </a:lnTo>
                  <a:lnTo>
                    <a:pt x="216960" y="191343"/>
                  </a:lnTo>
                  <a:lnTo>
                    <a:pt x="216917" y="190989"/>
                  </a:lnTo>
                  <a:lnTo>
                    <a:pt x="216829" y="190608"/>
                  </a:lnTo>
                  <a:lnTo>
                    <a:pt x="216401" y="190547"/>
                  </a:lnTo>
                  <a:lnTo>
                    <a:pt x="216571" y="190135"/>
                  </a:lnTo>
                  <a:lnTo>
                    <a:pt x="217851" y="190040"/>
                  </a:lnTo>
                  <a:lnTo>
                    <a:pt x="218093" y="190628"/>
                  </a:lnTo>
                  <a:lnTo>
                    <a:pt x="218409" y="190567"/>
                  </a:lnTo>
                  <a:lnTo>
                    <a:pt x="218752" y="190500"/>
                  </a:lnTo>
                  <a:lnTo>
                    <a:pt x="219017" y="190460"/>
                  </a:lnTo>
                  <a:lnTo>
                    <a:pt x="219198" y="190557"/>
                  </a:lnTo>
                  <a:lnTo>
                    <a:pt x="218897" y="190743"/>
                  </a:lnTo>
                  <a:lnTo>
                    <a:pt x="219089" y="190984"/>
                  </a:lnTo>
                  <a:lnTo>
                    <a:pt x="219307" y="190849"/>
                  </a:lnTo>
                  <a:lnTo>
                    <a:pt x="219315" y="190711"/>
                  </a:lnTo>
                  <a:lnTo>
                    <a:pt x="219538" y="190631"/>
                  </a:lnTo>
                  <a:lnTo>
                    <a:pt x="219850" y="191249"/>
                  </a:lnTo>
                  <a:lnTo>
                    <a:pt x="220238" y="191369"/>
                  </a:lnTo>
                  <a:lnTo>
                    <a:pt x="220278" y="191554"/>
                  </a:lnTo>
                  <a:lnTo>
                    <a:pt x="220281" y="191732"/>
                  </a:lnTo>
                  <a:lnTo>
                    <a:pt x="220306" y="191943"/>
                  </a:lnTo>
                  <a:lnTo>
                    <a:pt x="220614" y="191882"/>
                  </a:lnTo>
                  <a:lnTo>
                    <a:pt x="220915" y="191870"/>
                  </a:lnTo>
                  <a:lnTo>
                    <a:pt x="221107" y="191958"/>
                  </a:lnTo>
                  <a:lnTo>
                    <a:pt x="221397" y="191872"/>
                  </a:lnTo>
                  <a:lnTo>
                    <a:pt x="221614" y="191673"/>
                  </a:lnTo>
                  <a:lnTo>
                    <a:pt x="221897" y="191689"/>
                  </a:lnTo>
                  <a:lnTo>
                    <a:pt x="222059" y="191735"/>
                  </a:lnTo>
                  <a:lnTo>
                    <a:pt x="222339" y="191802"/>
                  </a:lnTo>
                  <a:lnTo>
                    <a:pt x="223028" y="191929"/>
                  </a:lnTo>
                  <a:lnTo>
                    <a:pt x="223513" y="191719"/>
                  </a:lnTo>
                  <a:lnTo>
                    <a:pt x="223816" y="191220"/>
                  </a:lnTo>
                  <a:lnTo>
                    <a:pt x="223751" y="190432"/>
                  </a:lnTo>
                  <a:lnTo>
                    <a:pt x="223637" y="190212"/>
                  </a:lnTo>
                  <a:lnTo>
                    <a:pt x="223339" y="190002"/>
                  </a:lnTo>
                  <a:lnTo>
                    <a:pt x="223529" y="189805"/>
                  </a:lnTo>
                  <a:lnTo>
                    <a:pt x="223682" y="189643"/>
                  </a:lnTo>
                  <a:lnTo>
                    <a:pt x="223671" y="189513"/>
                  </a:lnTo>
                  <a:lnTo>
                    <a:pt x="223605" y="188713"/>
                  </a:lnTo>
                  <a:lnTo>
                    <a:pt x="223587" y="188502"/>
                  </a:lnTo>
                  <a:lnTo>
                    <a:pt x="224323" y="188454"/>
                  </a:lnTo>
                  <a:lnTo>
                    <a:pt x="225508" y="188639"/>
                  </a:lnTo>
                  <a:lnTo>
                    <a:pt x="225496" y="188899"/>
                  </a:lnTo>
                  <a:lnTo>
                    <a:pt x="225553" y="189742"/>
                  </a:lnTo>
                  <a:lnTo>
                    <a:pt x="225796" y="189754"/>
                  </a:lnTo>
                  <a:lnTo>
                    <a:pt x="226791" y="189742"/>
                  </a:lnTo>
                  <a:lnTo>
                    <a:pt x="226911" y="189566"/>
                  </a:lnTo>
                  <a:lnTo>
                    <a:pt x="227200" y="189142"/>
                  </a:lnTo>
                  <a:lnTo>
                    <a:pt x="227331" y="189246"/>
                  </a:lnTo>
                  <a:lnTo>
                    <a:pt x="229833" y="190820"/>
                  </a:lnTo>
                  <a:lnTo>
                    <a:pt x="230085" y="191264"/>
                  </a:lnTo>
                  <a:lnTo>
                    <a:pt x="229819" y="191390"/>
                  </a:lnTo>
                  <a:lnTo>
                    <a:pt x="229181" y="191675"/>
                  </a:lnTo>
                  <a:lnTo>
                    <a:pt x="229010" y="191745"/>
                  </a:lnTo>
                  <a:lnTo>
                    <a:pt x="229097" y="191906"/>
                  </a:lnTo>
                  <a:lnTo>
                    <a:pt x="229594" y="191747"/>
                  </a:lnTo>
                  <a:lnTo>
                    <a:pt x="229883" y="191696"/>
                  </a:lnTo>
                  <a:lnTo>
                    <a:pt x="231035" y="193819"/>
                  </a:lnTo>
                  <a:lnTo>
                    <a:pt x="230716" y="194449"/>
                  </a:lnTo>
                  <a:lnTo>
                    <a:pt x="230713" y="194698"/>
                  </a:lnTo>
                  <a:lnTo>
                    <a:pt x="230708" y="194839"/>
                  </a:lnTo>
                  <a:lnTo>
                    <a:pt x="230699" y="195110"/>
                  </a:lnTo>
                  <a:lnTo>
                    <a:pt x="230707" y="195279"/>
                  </a:lnTo>
                  <a:lnTo>
                    <a:pt x="230965" y="195654"/>
                  </a:lnTo>
                  <a:lnTo>
                    <a:pt x="231193" y="195985"/>
                  </a:lnTo>
                  <a:lnTo>
                    <a:pt x="231556" y="196512"/>
                  </a:lnTo>
                  <a:lnTo>
                    <a:pt x="231678" y="196704"/>
                  </a:lnTo>
                  <a:lnTo>
                    <a:pt x="232316" y="198007"/>
                  </a:lnTo>
                  <a:lnTo>
                    <a:pt x="233383" y="198124"/>
                  </a:lnTo>
                  <a:lnTo>
                    <a:pt x="233890" y="198397"/>
                  </a:lnTo>
                  <a:lnTo>
                    <a:pt x="234600" y="198829"/>
                  </a:lnTo>
                  <a:lnTo>
                    <a:pt x="234613" y="199052"/>
                  </a:lnTo>
                  <a:lnTo>
                    <a:pt x="234921" y="199210"/>
                  </a:lnTo>
                  <a:lnTo>
                    <a:pt x="235270" y="199352"/>
                  </a:lnTo>
                  <a:lnTo>
                    <a:pt x="235511" y="199514"/>
                  </a:lnTo>
                  <a:lnTo>
                    <a:pt x="235837" y="199987"/>
                  </a:lnTo>
                  <a:lnTo>
                    <a:pt x="235978" y="201214"/>
                  </a:lnTo>
                  <a:lnTo>
                    <a:pt x="236029" y="203063"/>
                  </a:lnTo>
                  <a:lnTo>
                    <a:pt x="235572" y="203470"/>
                  </a:lnTo>
                  <a:lnTo>
                    <a:pt x="235098" y="203525"/>
                  </a:lnTo>
                  <a:lnTo>
                    <a:pt x="235061" y="203681"/>
                  </a:lnTo>
                  <a:lnTo>
                    <a:pt x="234996" y="204051"/>
                  </a:lnTo>
                  <a:lnTo>
                    <a:pt x="235003" y="204500"/>
                  </a:lnTo>
                  <a:lnTo>
                    <a:pt x="235380" y="204588"/>
                  </a:lnTo>
                  <a:lnTo>
                    <a:pt x="235819" y="204549"/>
                  </a:lnTo>
                  <a:lnTo>
                    <a:pt x="235976" y="204639"/>
                  </a:lnTo>
                  <a:lnTo>
                    <a:pt x="236169" y="205148"/>
                  </a:lnTo>
                  <a:lnTo>
                    <a:pt x="235721" y="205774"/>
                  </a:lnTo>
                  <a:lnTo>
                    <a:pt x="235477" y="205799"/>
                  </a:lnTo>
                  <a:lnTo>
                    <a:pt x="235317" y="206382"/>
                  </a:lnTo>
                  <a:lnTo>
                    <a:pt x="235745" y="206398"/>
                  </a:lnTo>
                  <a:lnTo>
                    <a:pt x="235841" y="206164"/>
                  </a:lnTo>
                  <a:lnTo>
                    <a:pt x="235914" y="205985"/>
                  </a:lnTo>
                  <a:lnTo>
                    <a:pt x="237205" y="206379"/>
                  </a:lnTo>
                  <a:lnTo>
                    <a:pt x="237275" y="206102"/>
                  </a:lnTo>
                  <a:lnTo>
                    <a:pt x="237626" y="205998"/>
                  </a:lnTo>
                  <a:lnTo>
                    <a:pt x="238670" y="205929"/>
                  </a:lnTo>
                  <a:lnTo>
                    <a:pt x="238775" y="206171"/>
                  </a:lnTo>
                  <a:lnTo>
                    <a:pt x="238698" y="206463"/>
                  </a:lnTo>
                  <a:lnTo>
                    <a:pt x="239066" y="206884"/>
                  </a:lnTo>
                  <a:lnTo>
                    <a:pt x="239471" y="206450"/>
                  </a:lnTo>
                  <a:lnTo>
                    <a:pt x="239645" y="206169"/>
                  </a:lnTo>
                  <a:lnTo>
                    <a:pt x="239997" y="205833"/>
                  </a:lnTo>
                  <a:lnTo>
                    <a:pt x="240222" y="205588"/>
                  </a:lnTo>
                  <a:lnTo>
                    <a:pt x="240387" y="205345"/>
                  </a:lnTo>
                  <a:lnTo>
                    <a:pt x="240731" y="205324"/>
                  </a:lnTo>
                  <a:lnTo>
                    <a:pt x="240868" y="205375"/>
                  </a:lnTo>
                  <a:lnTo>
                    <a:pt x="241026" y="205690"/>
                  </a:lnTo>
                  <a:lnTo>
                    <a:pt x="241090" y="205885"/>
                  </a:lnTo>
                  <a:lnTo>
                    <a:pt x="241304" y="206228"/>
                  </a:lnTo>
                  <a:lnTo>
                    <a:pt x="241746" y="206326"/>
                  </a:lnTo>
                  <a:lnTo>
                    <a:pt x="242164" y="206128"/>
                  </a:lnTo>
                  <a:lnTo>
                    <a:pt x="242372" y="205937"/>
                  </a:lnTo>
                  <a:lnTo>
                    <a:pt x="242450" y="205593"/>
                  </a:lnTo>
                  <a:lnTo>
                    <a:pt x="242633" y="205553"/>
                  </a:lnTo>
                  <a:lnTo>
                    <a:pt x="242767" y="205524"/>
                  </a:lnTo>
                  <a:lnTo>
                    <a:pt x="243495" y="205605"/>
                  </a:lnTo>
                  <a:lnTo>
                    <a:pt x="243798" y="205406"/>
                  </a:lnTo>
                  <a:lnTo>
                    <a:pt x="243860" y="205058"/>
                  </a:lnTo>
                  <a:lnTo>
                    <a:pt x="243996" y="205102"/>
                  </a:lnTo>
                  <a:lnTo>
                    <a:pt x="244168" y="205196"/>
                  </a:lnTo>
                  <a:lnTo>
                    <a:pt x="244370" y="205307"/>
                  </a:lnTo>
                  <a:lnTo>
                    <a:pt x="244502" y="205941"/>
                  </a:lnTo>
                  <a:lnTo>
                    <a:pt x="244924" y="206346"/>
                  </a:lnTo>
                  <a:lnTo>
                    <a:pt x="244677" y="206561"/>
                  </a:lnTo>
                  <a:lnTo>
                    <a:pt x="243988" y="206791"/>
                  </a:lnTo>
                  <a:lnTo>
                    <a:pt x="243630" y="206650"/>
                  </a:lnTo>
                  <a:lnTo>
                    <a:pt x="243232" y="206871"/>
                  </a:lnTo>
                  <a:lnTo>
                    <a:pt x="243127" y="207042"/>
                  </a:lnTo>
                  <a:lnTo>
                    <a:pt x="242884" y="207322"/>
                  </a:lnTo>
                  <a:lnTo>
                    <a:pt x="242238" y="207588"/>
                  </a:lnTo>
                  <a:lnTo>
                    <a:pt x="241849" y="207543"/>
                  </a:lnTo>
                  <a:lnTo>
                    <a:pt x="241532" y="207453"/>
                  </a:lnTo>
                  <a:lnTo>
                    <a:pt x="241320" y="207393"/>
                  </a:lnTo>
                  <a:lnTo>
                    <a:pt x="240668" y="207153"/>
                  </a:lnTo>
                  <a:lnTo>
                    <a:pt x="240454" y="207124"/>
                  </a:lnTo>
                  <a:lnTo>
                    <a:pt x="240259" y="207120"/>
                  </a:lnTo>
                  <a:lnTo>
                    <a:pt x="240024" y="207289"/>
                  </a:lnTo>
                  <a:lnTo>
                    <a:pt x="239719" y="207826"/>
                  </a:lnTo>
                  <a:lnTo>
                    <a:pt x="240303" y="208201"/>
                  </a:lnTo>
                  <a:lnTo>
                    <a:pt x="240782" y="208629"/>
                  </a:lnTo>
                  <a:lnTo>
                    <a:pt x="241174" y="208979"/>
                  </a:lnTo>
                  <a:lnTo>
                    <a:pt x="241305" y="209096"/>
                  </a:lnTo>
                  <a:lnTo>
                    <a:pt x="241707" y="209427"/>
                  </a:lnTo>
                  <a:lnTo>
                    <a:pt x="242505" y="209881"/>
                  </a:lnTo>
                  <a:lnTo>
                    <a:pt x="243041" y="210538"/>
                  </a:lnTo>
                  <a:lnTo>
                    <a:pt x="243493" y="210900"/>
                  </a:lnTo>
                  <a:lnTo>
                    <a:pt x="243672" y="211117"/>
                  </a:lnTo>
                  <a:lnTo>
                    <a:pt x="243722" y="211438"/>
                  </a:lnTo>
                  <a:lnTo>
                    <a:pt x="243500" y="211414"/>
                  </a:lnTo>
                  <a:lnTo>
                    <a:pt x="241674" y="209683"/>
                  </a:lnTo>
                  <a:lnTo>
                    <a:pt x="240272" y="208887"/>
                  </a:lnTo>
                  <a:lnTo>
                    <a:pt x="241246" y="209685"/>
                  </a:lnTo>
                  <a:lnTo>
                    <a:pt x="242379" y="210937"/>
                  </a:lnTo>
                  <a:lnTo>
                    <a:pt x="243148" y="212309"/>
                  </a:lnTo>
                  <a:lnTo>
                    <a:pt x="243001" y="212314"/>
                  </a:lnTo>
                  <a:lnTo>
                    <a:pt x="242691" y="212131"/>
                  </a:lnTo>
                  <a:lnTo>
                    <a:pt x="242481" y="211951"/>
                  </a:lnTo>
                  <a:lnTo>
                    <a:pt x="242100" y="210908"/>
                  </a:lnTo>
                  <a:lnTo>
                    <a:pt x="241901" y="210766"/>
                  </a:lnTo>
                  <a:lnTo>
                    <a:pt x="241445" y="210439"/>
                  </a:lnTo>
                  <a:lnTo>
                    <a:pt x="240474" y="209744"/>
                  </a:lnTo>
                  <a:lnTo>
                    <a:pt x="239820" y="209349"/>
                  </a:lnTo>
                  <a:lnTo>
                    <a:pt x="239599" y="209243"/>
                  </a:lnTo>
                  <a:lnTo>
                    <a:pt x="239445" y="209222"/>
                  </a:lnTo>
                  <a:lnTo>
                    <a:pt x="239002" y="209364"/>
                  </a:lnTo>
                  <a:lnTo>
                    <a:pt x="238766" y="209409"/>
                  </a:lnTo>
                  <a:lnTo>
                    <a:pt x="238327" y="209395"/>
                  </a:lnTo>
                  <a:lnTo>
                    <a:pt x="237982" y="209401"/>
                  </a:lnTo>
                  <a:lnTo>
                    <a:pt x="237256" y="209147"/>
                  </a:lnTo>
                  <a:lnTo>
                    <a:pt x="236938" y="209141"/>
                  </a:lnTo>
                  <a:lnTo>
                    <a:pt x="236709" y="209434"/>
                  </a:lnTo>
                  <a:lnTo>
                    <a:pt x="236365" y="209741"/>
                  </a:lnTo>
                  <a:lnTo>
                    <a:pt x="235868" y="209687"/>
                  </a:lnTo>
                  <a:lnTo>
                    <a:pt x="235313" y="209390"/>
                  </a:lnTo>
                  <a:lnTo>
                    <a:pt x="234740" y="208888"/>
                  </a:lnTo>
                  <a:lnTo>
                    <a:pt x="234472" y="208800"/>
                  </a:lnTo>
                  <a:lnTo>
                    <a:pt x="234230" y="208805"/>
                  </a:lnTo>
                  <a:lnTo>
                    <a:pt x="233770" y="208900"/>
                  </a:lnTo>
                  <a:lnTo>
                    <a:pt x="233218" y="208947"/>
                  </a:lnTo>
                  <a:lnTo>
                    <a:pt x="232977" y="209047"/>
                  </a:lnTo>
                  <a:lnTo>
                    <a:pt x="233187" y="209181"/>
                  </a:lnTo>
                  <a:lnTo>
                    <a:pt x="233255" y="209563"/>
                  </a:lnTo>
                  <a:lnTo>
                    <a:pt x="233385" y="209881"/>
                  </a:lnTo>
                  <a:lnTo>
                    <a:pt x="233493" y="210145"/>
                  </a:lnTo>
                  <a:lnTo>
                    <a:pt x="233577" y="210280"/>
                  </a:lnTo>
                  <a:lnTo>
                    <a:pt x="233320" y="210613"/>
                  </a:lnTo>
                  <a:lnTo>
                    <a:pt x="233451" y="210765"/>
                  </a:lnTo>
                  <a:lnTo>
                    <a:pt x="233534" y="210915"/>
                  </a:lnTo>
                  <a:lnTo>
                    <a:pt x="233221" y="211577"/>
                  </a:lnTo>
                  <a:lnTo>
                    <a:pt x="232957" y="211514"/>
                  </a:lnTo>
                  <a:lnTo>
                    <a:pt x="232863" y="211666"/>
                  </a:lnTo>
                  <a:lnTo>
                    <a:pt x="232766" y="211942"/>
                  </a:lnTo>
                  <a:lnTo>
                    <a:pt x="232030" y="212624"/>
                  </a:lnTo>
                  <a:lnTo>
                    <a:pt x="231766" y="212840"/>
                  </a:lnTo>
                  <a:lnTo>
                    <a:pt x="231152" y="213340"/>
                  </a:lnTo>
                  <a:lnTo>
                    <a:pt x="230846" y="213644"/>
                  </a:lnTo>
                  <a:lnTo>
                    <a:pt x="230590" y="213964"/>
                  </a:lnTo>
                  <a:lnTo>
                    <a:pt x="230408" y="214250"/>
                  </a:lnTo>
                  <a:lnTo>
                    <a:pt x="229914" y="215342"/>
                  </a:lnTo>
                  <a:lnTo>
                    <a:pt x="229657" y="215934"/>
                  </a:lnTo>
                  <a:lnTo>
                    <a:pt x="229178" y="217037"/>
                  </a:lnTo>
                  <a:lnTo>
                    <a:pt x="229051" y="217331"/>
                  </a:lnTo>
                  <a:lnTo>
                    <a:pt x="228812" y="217873"/>
                  </a:lnTo>
                  <a:lnTo>
                    <a:pt x="228659" y="218102"/>
                  </a:lnTo>
                  <a:lnTo>
                    <a:pt x="228391" y="218335"/>
                  </a:lnTo>
                  <a:lnTo>
                    <a:pt x="228128" y="218471"/>
                  </a:lnTo>
                  <a:lnTo>
                    <a:pt x="227944" y="218522"/>
                  </a:lnTo>
                  <a:lnTo>
                    <a:pt x="227749" y="218548"/>
                  </a:lnTo>
                  <a:lnTo>
                    <a:pt x="227423" y="218681"/>
                  </a:lnTo>
                  <a:lnTo>
                    <a:pt x="227675" y="218689"/>
                  </a:lnTo>
                  <a:lnTo>
                    <a:pt x="228120" y="219067"/>
                  </a:lnTo>
                  <a:lnTo>
                    <a:pt x="228173" y="219244"/>
                  </a:lnTo>
                  <a:lnTo>
                    <a:pt x="228439" y="220125"/>
                  </a:lnTo>
                  <a:lnTo>
                    <a:pt x="228669" y="220373"/>
                  </a:lnTo>
                  <a:lnTo>
                    <a:pt x="228911" y="220716"/>
                  </a:lnTo>
                  <a:lnTo>
                    <a:pt x="228932" y="220940"/>
                  </a:lnTo>
                  <a:lnTo>
                    <a:pt x="228848" y="221467"/>
                  </a:lnTo>
                  <a:lnTo>
                    <a:pt x="228757" y="222016"/>
                  </a:lnTo>
                  <a:lnTo>
                    <a:pt x="228652" y="222292"/>
                  </a:lnTo>
                  <a:lnTo>
                    <a:pt x="228521" y="222637"/>
                  </a:lnTo>
                  <a:lnTo>
                    <a:pt x="228454" y="222868"/>
                  </a:lnTo>
                  <a:lnTo>
                    <a:pt x="228363" y="223183"/>
                  </a:lnTo>
                  <a:lnTo>
                    <a:pt x="228257" y="223551"/>
                  </a:lnTo>
                  <a:lnTo>
                    <a:pt x="228433" y="224064"/>
                  </a:lnTo>
                  <a:lnTo>
                    <a:pt x="228772" y="225050"/>
                  </a:lnTo>
                  <a:lnTo>
                    <a:pt x="228537" y="225627"/>
                  </a:lnTo>
                  <a:lnTo>
                    <a:pt x="228923" y="225755"/>
                  </a:lnTo>
                  <a:lnTo>
                    <a:pt x="229080" y="225807"/>
                  </a:lnTo>
                  <a:lnTo>
                    <a:pt x="229271" y="225870"/>
                  </a:lnTo>
                  <a:lnTo>
                    <a:pt x="229256" y="226661"/>
                  </a:lnTo>
                  <a:lnTo>
                    <a:pt x="229053" y="226739"/>
                  </a:lnTo>
                  <a:lnTo>
                    <a:pt x="228740" y="226811"/>
                  </a:lnTo>
                  <a:lnTo>
                    <a:pt x="228357" y="226814"/>
                  </a:lnTo>
                  <a:lnTo>
                    <a:pt x="228083" y="226730"/>
                  </a:lnTo>
                  <a:lnTo>
                    <a:pt x="227563" y="226418"/>
                  </a:lnTo>
                  <a:lnTo>
                    <a:pt x="226920" y="226061"/>
                  </a:lnTo>
                  <a:lnTo>
                    <a:pt x="226925" y="226335"/>
                  </a:lnTo>
                  <a:lnTo>
                    <a:pt x="227039" y="226785"/>
                  </a:lnTo>
                  <a:lnTo>
                    <a:pt x="227122" y="226409"/>
                  </a:lnTo>
                  <a:lnTo>
                    <a:pt x="227256" y="226460"/>
                  </a:lnTo>
                  <a:lnTo>
                    <a:pt x="227532" y="226672"/>
                  </a:lnTo>
                  <a:lnTo>
                    <a:pt x="227504" y="226996"/>
                  </a:lnTo>
                  <a:lnTo>
                    <a:pt x="227370" y="227336"/>
                  </a:lnTo>
                  <a:lnTo>
                    <a:pt x="226679" y="227502"/>
                  </a:lnTo>
                  <a:lnTo>
                    <a:pt x="226674" y="227810"/>
                  </a:lnTo>
                  <a:lnTo>
                    <a:pt x="226459" y="228124"/>
                  </a:lnTo>
                  <a:lnTo>
                    <a:pt x="226677" y="228233"/>
                  </a:lnTo>
                  <a:lnTo>
                    <a:pt x="226871" y="228097"/>
                  </a:lnTo>
                  <a:lnTo>
                    <a:pt x="226955" y="227958"/>
                  </a:lnTo>
                  <a:lnTo>
                    <a:pt x="227323" y="227657"/>
                  </a:lnTo>
                  <a:lnTo>
                    <a:pt x="227680" y="227514"/>
                  </a:lnTo>
                  <a:lnTo>
                    <a:pt x="228106" y="227459"/>
                  </a:lnTo>
                  <a:lnTo>
                    <a:pt x="228519" y="227503"/>
                  </a:lnTo>
                  <a:lnTo>
                    <a:pt x="228710" y="227548"/>
                  </a:lnTo>
                  <a:lnTo>
                    <a:pt x="229059" y="227548"/>
                  </a:lnTo>
                  <a:lnTo>
                    <a:pt x="229574" y="227427"/>
                  </a:lnTo>
                  <a:lnTo>
                    <a:pt x="229674" y="227718"/>
                  </a:lnTo>
                  <a:lnTo>
                    <a:pt x="229857" y="228250"/>
                  </a:lnTo>
                  <a:lnTo>
                    <a:pt x="229883" y="228507"/>
                  </a:lnTo>
                  <a:lnTo>
                    <a:pt x="230143" y="229098"/>
                  </a:lnTo>
                  <a:lnTo>
                    <a:pt x="230405" y="229236"/>
                  </a:lnTo>
                  <a:lnTo>
                    <a:pt x="230655" y="229543"/>
                  </a:lnTo>
                  <a:lnTo>
                    <a:pt x="230742" y="229793"/>
                  </a:lnTo>
                  <a:lnTo>
                    <a:pt x="230571" y="230371"/>
                  </a:lnTo>
                  <a:lnTo>
                    <a:pt x="230472" y="230624"/>
                  </a:lnTo>
                  <a:lnTo>
                    <a:pt x="230722" y="230708"/>
                  </a:lnTo>
                  <a:lnTo>
                    <a:pt x="230909" y="230743"/>
                  </a:lnTo>
                  <a:lnTo>
                    <a:pt x="231158" y="230720"/>
                  </a:lnTo>
                  <a:lnTo>
                    <a:pt x="231405" y="230679"/>
                  </a:lnTo>
                  <a:lnTo>
                    <a:pt x="231753" y="230833"/>
                  </a:lnTo>
                  <a:lnTo>
                    <a:pt x="231827" y="231099"/>
                  </a:lnTo>
                  <a:lnTo>
                    <a:pt x="231987" y="231099"/>
                  </a:lnTo>
                  <a:lnTo>
                    <a:pt x="233287" y="231101"/>
                  </a:lnTo>
                  <a:lnTo>
                    <a:pt x="233748" y="231511"/>
                  </a:lnTo>
                  <a:lnTo>
                    <a:pt x="233761" y="231950"/>
                  </a:lnTo>
                  <a:lnTo>
                    <a:pt x="234175" y="232235"/>
                  </a:lnTo>
                  <a:lnTo>
                    <a:pt x="234298" y="232382"/>
                  </a:lnTo>
                  <a:lnTo>
                    <a:pt x="234559" y="232600"/>
                  </a:lnTo>
                  <a:lnTo>
                    <a:pt x="234751" y="232710"/>
                  </a:lnTo>
                  <a:lnTo>
                    <a:pt x="234949" y="232824"/>
                  </a:lnTo>
                  <a:lnTo>
                    <a:pt x="235113" y="232919"/>
                  </a:lnTo>
                  <a:lnTo>
                    <a:pt x="235277" y="233013"/>
                  </a:lnTo>
                  <a:lnTo>
                    <a:pt x="235465" y="233191"/>
                  </a:lnTo>
                  <a:lnTo>
                    <a:pt x="236058" y="233755"/>
                  </a:lnTo>
                  <a:lnTo>
                    <a:pt x="236310" y="233994"/>
                  </a:lnTo>
                  <a:lnTo>
                    <a:pt x="236585" y="233781"/>
                  </a:lnTo>
                  <a:lnTo>
                    <a:pt x="237085" y="233502"/>
                  </a:lnTo>
                  <a:lnTo>
                    <a:pt x="237231" y="233701"/>
                  </a:lnTo>
                  <a:lnTo>
                    <a:pt x="237335" y="233844"/>
                  </a:lnTo>
                  <a:lnTo>
                    <a:pt x="237487" y="234051"/>
                  </a:lnTo>
                  <a:lnTo>
                    <a:pt x="237694" y="233195"/>
                  </a:lnTo>
                  <a:lnTo>
                    <a:pt x="237750" y="232965"/>
                  </a:lnTo>
                  <a:lnTo>
                    <a:pt x="237801" y="232753"/>
                  </a:lnTo>
                  <a:lnTo>
                    <a:pt x="238208" y="232975"/>
                  </a:lnTo>
                  <a:lnTo>
                    <a:pt x="238545" y="233158"/>
                  </a:lnTo>
                  <a:lnTo>
                    <a:pt x="238928" y="233221"/>
                  </a:lnTo>
                  <a:lnTo>
                    <a:pt x="239835" y="233370"/>
                  </a:lnTo>
                  <a:lnTo>
                    <a:pt x="239769" y="234855"/>
                  </a:lnTo>
                  <a:lnTo>
                    <a:pt x="240755" y="234780"/>
                  </a:lnTo>
                  <a:lnTo>
                    <a:pt x="240704" y="234461"/>
                  </a:lnTo>
                  <a:lnTo>
                    <a:pt x="240652" y="234131"/>
                  </a:lnTo>
                  <a:lnTo>
                    <a:pt x="240619" y="233651"/>
                  </a:lnTo>
                  <a:lnTo>
                    <a:pt x="240849" y="233324"/>
                  </a:lnTo>
                  <a:lnTo>
                    <a:pt x="241598" y="233582"/>
                  </a:lnTo>
                  <a:lnTo>
                    <a:pt x="242375" y="234254"/>
                  </a:lnTo>
                  <a:lnTo>
                    <a:pt x="242943" y="234314"/>
                  </a:lnTo>
                  <a:lnTo>
                    <a:pt x="243657" y="234087"/>
                  </a:lnTo>
                  <a:lnTo>
                    <a:pt x="244070" y="234197"/>
                  </a:lnTo>
                  <a:lnTo>
                    <a:pt x="244281" y="234721"/>
                  </a:lnTo>
                  <a:lnTo>
                    <a:pt x="244103" y="235127"/>
                  </a:lnTo>
                  <a:lnTo>
                    <a:pt x="243913" y="236192"/>
                  </a:lnTo>
                  <a:lnTo>
                    <a:pt x="244375" y="236401"/>
                  </a:lnTo>
                  <a:lnTo>
                    <a:pt x="244387" y="236848"/>
                  </a:lnTo>
                  <a:lnTo>
                    <a:pt x="243446" y="239606"/>
                  </a:lnTo>
                  <a:lnTo>
                    <a:pt x="243671" y="239438"/>
                  </a:lnTo>
                  <a:lnTo>
                    <a:pt x="244286" y="239606"/>
                  </a:lnTo>
                  <a:lnTo>
                    <a:pt x="244636" y="239233"/>
                  </a:lnTo>
                  <a:lnTo>
                    <a:pt x="244816" y="239156"/>
                  </a:lnTo>
                  <a:lnTo>
                    <a:pt x="244989" y="239114"/>
                  </a:lnTo>
                  <a:lnTo>
                    <a:pt x="245317" y="239226"/>
                  </a:lnTo>
                  <a:lnTo>
                    <a:pt x="245602" y="239712"/>
                  </a:lnTo>
                  <a:lnTo>
                    <a:pt x="245784" y="240190"/>
                  </a:lnTo>
                  <a:lnTo>
                    <a:pt x="245868" y="240458"/>
                  </a:lnTo>
                  <a:lnTo>
                    <a:pt x="246401" y="240439"/>
                  </a:lnTo>
                  <a:lnTo>
                    <a:pt x="246435" y="240267"/>
                  </a:lnTo>
                  <a:lnTo>
                    <a:pt x="246419" y="239962"/>
                  </a:lnTo>
                  <a:lnTo>
                    <a:pt x="246447" y="239544"/>
                  </a:lnTo>
                  <a:lnTo>
                    <a:pt x="246591" y="239433"/>
                  </a:lnTo>
                  <a:lnTo>
                    <a:pt x="246884" y="239292"/>
                  </a:lnTo>
                  <a:lnTo>
                    <a:pt x="247288" y="239154"/>
                  </a:lnTo>
                  <a:lnTo>
                    <a:pt x="247447" y="239133"/>
                  </a:lnTo>
                  <a:lnTo>
                    <a:pt x="247595" y="239004"/>
                  </a:lnTo>
                  <a:lnTo>
                    <a:pt x="247649" y="238813"/>
                  </a:lnTo>
                  <a:lnTo>
                    <a:pt x="247941" y="238532"/>
                  </a:lnTo>
                  <a:lnTo>
                    <a:pt x="248120" y="238348"/>
                  </a:lnTo>
                  <a:lnTo>
                    <a:pt x="248441" y="238277"/>
                  </a:lnTo>
                  <a:lnTo>
                    <a:pt x="248955" y="238278"/>
                  </a:lnTo>
                  <a:lnTo>
                    <a:pt x="250425" y="238495"/>
                  </a:lnTo>
                  <a:lnTo>
                    <a:pt x="251706" y="238514"/>
                  </a:lnTo>
                  <a:lnTo>
                    <a:pt x="251945" y="238546"/>
                  </a:lnTo>
                  <a:lnTo>
                    <a:pt x="251794" y="239128"/>
                  </a:lnTo>
                  <a:lnTo>
                    <a:pt x="251912" y="239398"/>
                  </a:lnTo>
                  <a:lnTo>
                    <a:pt x="251979" y="239551"/>
                  </a:lnTo>
                  <a:lnTo>
                    <a:pt x="252279" y="239847"/>
                  </a:lnTo>
                  <a:lnTo>
                    <a:pt x="252410" y="239825"/>
                  </a:lnTo>
                  <a:lnTo>
                    <a:pt x="252444" y="239538"/>
                  </a:lnTo>
                  <a:lnTo>
                    <a:pt x="252585" y="239386"/>
                  </a:lnTo>
                  <a:lnTo>
                    <a:pt x="252930" y="239415"/>
                  </a:lnTo>
                  <a:lnTo>
                    <a:pt x="252955" y="239205"/>
                  </a:lnTo>
                  <a:lnTo>
                    <a:pt x="253034" y="238538"/>
                  </a:lnTo>
                  <a:lnTo>
                    <a:pt x="253310" y="238478"/>
                  </a:lnTo>
                  <a:lnTo>
                    <a:pt x="253380" y="238099"/>
                  </a:lnTo>
                  <a:lnTo>
                    <a:pt x="255578" y="238080"/>
                  </a:lnTo>
                  <a:lnTo>
                    <a:pt x="255555" y="238836"/>
                  </a:lnTo>
                  <a:lnTo>
                    <a:pt x="255548" y="239077"/>
                  </a:lnTo>
                  <a:lnTo>
                    <a:pt x="255535" y="239527"/>
                  </a:lnTo>
                  <a:lnTo>
                    <a:pt x="255524" y="239895"/>
                  </a:lnTo>
                  <a:lnTo>
                    <a:pt x="255482" y="240282"/>
                  </a:lnTo>
                  <a:lnTo>
                    <a:pt x="255454" y="240536"/>
                  </a:lnTo>
                  <a:lnTo>
                    <a:pt x="255435" y="240717"/>
                  </a:lnTo>
                  <a:lnTo>
                    <a:pt x="255278" y="241070"/>
                  </a:lnTo>
                  <a:lnTo>
                    <a:pt x="255476" y="241561"/>
                  </a:lnTo>
                  <a:lnTo>
                    <a:pt x="255611" y="241609"/>
                  </a:lnTo>
                  <a:lnTo>
                    <a:pt x="256013" y="241523"/>
                  </a:lnTo>
                  <a:lnTo>
                    <a:pt x="255910" y="240722"/>
                  </a:lnTo>
                  <a:lnTo>
                    <a:pt x="255969" y="240530"/>
                  </a:lnTo>
                  <a:lnTo>
                    <a:pt x="256031" y="240234"/>
                  </a:lnTo>
                  <a:lnTo>
                    <a:pt x="256143" y="239992"/>
                  </a:lnTo>
                  <a:lnTo>
                    <a:pt x="256575" y="239672"/>
                  </a:lnTo>
                  <a:lnTo>
                    <a:pt x="256744" y="239465"/>
                  </a:lnTo>
                  <a:lnTo>
                    <a:pt x="256714" y="239034"/>
                  </a:lnTo>
                  <a:lnTo>
                    <a:pt x="256908" y="238916"/>
                  </a:lnTo>
                  <a:lnTo>
                    <a:pt x="257305" y="238675"/>
                  </a:lnTo>
                  <a:lnTo>
                    <a:pt x="257426" y="238525"/>
                  </a:lnTo>
                  <a:lnTo>
                    <a:pt x="257180" y="238133"/>
                  </a:lnTo>
                  <a:lnTo>
                    <a:pt x="258008" y="237734"/>
                  </a:lnTo>
                  <a:lnTo>
                    <a:pt x="258479" y="237507"/>
                  </a:lnTo>
                  <a:lnTo>
                    <a:pt x="258686" y="237408"/>
                  </a:lnTo>
                  <a:lnTo>
                    <a:pt x="258687" y="237722"/>
                  </a:lnTo>
                  <a:lnTo>
                    <a:pt x="260808" y="237511"/>
                  </a:lnTo>
                  <a:lnTo>
                    <a:pt x="260759" y="237965"/>
                  </a:lnTo>
                  <a:lnTo>
                    <a:pt x="260785" y="238275"/>
                  </a:lnTo>
                  <a:lnTo>
                    <a:pt x="260825" y="238474"/>
                  </a:lnTo>
                  <a:lnTo>
                    <a:pt x="262113" y="238355"/>
                  </a:lnTo>
                  <a:lnTo>
                    <a:pt x="262080" y="237696"/>
                  </a:lnTo>
                  <a:lnTo>
                    <a:pt x="262066" y="237424"/>
                  </a:lnTo>
                  <a:lnTo>
                    <a:pt x="262813" y="237361"/>
                  </a:lnTo>
                  <a:lnTo>
                    <a:pt x="262883" y="237886"/>
                  </a:lnTo>
                  <a:lnTo>
                    <a:pt x="263100" y="238280"/>
                  </a:lnTo>
                  <a:lnTo>
                    <a:pt x="263461" y="238234"/>
                  </a:lnTo>
                  <a:lnTo>
                    <a:pt x="264055" y="238159"/>
                  </a:lnTo>
                  <a:lnTo>
                    <a:pt x="264017" y="237417"/>
                  </a:lnTo>
                  <a:lnTo>
                    <a:pt x="264090" y="237243"/>
                  </a:lnTo>
                  <a:lnTo>
                    <a:pt x="264398" y="237012"/>
                  </a:lnTo>
                  <a:lnTo>
                    <a:pt x="265170" y="236414"/>
                  </a:lnTo>
                  <a:lnTo>
                    <a:pt x="265212" y="235923"/>
                  </a:lnTo>
                  <a:lnTo>
                    <a:pt x="265593" y="235604"/>
                  </a:lnTo>
                  <a:lnTo>
                    <a:pt x="265729" y="235490"/>
                  </a:lnTo>
                  <a:lnTo>
                    <a:pt x="266062" y="235252"/>
                  </a:lnTo>
                  <a:lnTo>
                    <a:pt x="266496" y="234966"/>
                  </a:lnTo>
                  <a:lnTo>
                    <a:pt x="266501" y="235133"/>
                  </a:lnTo>
                  <a:lnTo>
                    <a:pt x="267036" y="234838"/>
                  </a:lnTo>
                  <a:lnTo>
                    <a:pt x="267979" y="234026"/>
                  </a:lnTo>
                  <a:lnTo>
                    <a:pt x="267507" y="233749"/>
                  </a:lnTo>
                  <a:lnTo>
                    <a:pt x="267377" y="233693"/>
                  </a:lnTo>
                  <a:lnTo>
                    <a:pt x="267538" y="233697"/>
                  </a:lnTo>
                  <a:lnTo>
                    <a:pt x="268112" y="233873"/>
                  </a:lnTo>
                  <a:lnTo>
                    <a:pt x="268624" y="233338"/>
                  </a:lnTo>
                  <a:lnTo>
                    <a:pt x="268808" y="233186"/>
                  </a:lnTo>
                  <a:lnTo>
                    <a:pt x="269348" y="233040"/>
                  </a:lnTo>
                  <a:lnTo>
                    <a:pt x="269282" y="232721"/>
                  </a:lnTo>
                  <a:lnTo>
                    <a:pt x="269458" y="232673"/>
                  </a:lnTo>
                  <a:lnTo>
                    <a:pt x="269682" y="232548"/>
                  </a:lnTo>
                  <a:lnTo>
                    <a:pt x="269896" y="232198"/>
                  </a:lnTo>
                  <a:lnTo>
                    <a:pt x="269975" y="231650"/>
                  </a:lnTo>
                  <a:lnTo>
                    <a:pt x="269452" y="231548"/>
                  </a:lnTo>
                  <a:lnTo>
                    <a:pt x="269482" y="231372"/>
                  </a:lnTo>
                  <a:lnTo>
                    <a:pt x="270287" y="231441"/>
                  </a:lnTo>
                  <a:lnTo>
                    <a:pt x="270403" y="231255"/>
                  </a:lnTo>
                  <a:lnTo>
                    <a:pt x="270406" y="231108"/>
                  </a:lnTo>
                  <a:lnTo>
                    <a:pt x="270438" y="230653"/>
                  </a:lnTo>
                  <a:lnTo>
                    <a:pt x="269921" y="230548"/>
                  </a:lnTo>
                  <a:lnTo>
                    <a:pt x="269862" y="230393"/>
                  </a:lnTo>
                  <a:lnTo>
                    <a:pt x="269806" y="230250"/>
                  </a:lnTo>
                  <a:lnTo>
                    <a:pt x="269810" y="230067"/>
                  </a:lnTo>
                  <a:lnTo>
                    <a:pt x="270065" y="229734"/>
                  </a:lnTo>
                  <a:lnTo>
                    <a:pt x="270047" y="229862"/>
                  </a:lnTo>
                  <a:lnTo>
                    <a:pt x="270355" y="230006"/>
                  </a:lnTo>
                  <a:lnTo>
                    <a:pt x="270536" y="230033"/>
                  </a:lnTo>
                  <a:lnTo>
                    <a:pt x="270601" y="229810"/>
                  </a:lnTo>
                  <a:lnTo>
                    <a:pt x="270475" y="229699"/>
                  </a:lnTo>
                  <a:lnTo>
                    <a:pt x="270740" y="229704"/>
                  </a:lnTo>
                  <a:lnTo>
                    <a:pt x="270645" y="229484"/>
                  </a:lnTo>
                  <a:lnTo>
                    <a:pt x="270423" y="229228"/>
                  </a:lnTo>
                  <a:lnTo>
                    <a:pt x="270158" y="229194"/>
                  </a:lnTo>
                  <a:lnTo>
                    <a:pt x="269857" y="229164"/>
                  </a:lnTo>
                  <a:lnTo>
                    <a:pt x="269771" y="228845"/>
                  </a:lnTo>
                  <a:lnTo>
                    <a:pt x="269487" y="228390"/>
                  </a:lnTo>
                  <a:lnTo>
                    <a:pt x="269427" y="227909"/>
                  </a:lnTo>
                  <a:lnTo>
                    <a:pt x="269053" y="228119"/>
                  </a:lnTo>
                  <a:lnTo>
                    <a:pt x="268975" y="228498"/>
                  </a:lnTo>
                  <a:lnTo>
                    <a:pt x="268715" y="228441"/>
                  </a:lnTo>
                  <a:lnTo>
                    <a:pt x="268545" y="228357"/>
                  </a:lnTo>
                  <a:lnTo>
                    <a:pt x="268176" y="227982"/>
                  </a:lnTo>
                  <a:lnTo>
                    <a:pt x="268253" y="227738"/>
                  </a:lnTo>
                  <a:lnTo>
                    <a:pt x="267652" y="227386"/>
                  </a:lnTo>
                  <a:lnTo>
                    <a:pt x="267902" y="227017"/>
                  </a:lnTo>
                  <a:lnTo>
                    <a:pt x="267979" y="226646"/>
                  </a:lnTo>
                  <a:lnTo>
                    <a:pt x="268011" y="226421"/>
                  </a:lnTo>
                  <a:lnTo>
                    <a:pt x="267905" y="226041"/>
                  </a:lnTo>
                  <a:lnTo>
                    <a:pt x="268061" y="225976"/>
                  </a:lnTo>
                  <a:lnTo>
                    <a:pt x="268222" y="225976"/>
                  </a:lnTo>
                  <a:lnTo>
                    <a:pt x="268461" y="225933"/>
                  </a:lnTo>
                  <a:lnTo>
                    <a:pt x="268920" y="225790"/>
                  </a:lnTo>
                  <a:lnTo>
                    <a:pt x="269083" y="225762"/>
                  </a:lnTo>
                  <a:lnTo>
                    <a:pt x="269322" y="225735"/>
                  </a:lnTo>
                  <a:lnTo>
                    <a:pt x="269799" y="225713"/>
                  </a:lnTo>
                  <a:lnTo>
                    <a:pt x="270783" y="225654"/>
                  </a:lnTo>
                  <a:lnTo>
                    <a:pt x="271446" y="225512"/>
                  </a:lnTo>
                  <a:lnTo>
                    <a:pt x="271774" y="225404"/>
                  </a:lnTo>
                  <a:lnTo>
                    <a:pt x="271933" y="225329"/>
                  </a:lnTo>
                  <a:lnTo>
                    <a:pt x="272230" y="225030"/>
                  </a:lnTo>
                  <a:lnTo>
                    <a:pt x="272293" y="224756"/>
                  </a:lnTo>
                  <a:lnTo>
                    <a:pt x="272059" y="224635"/>
                  </a:lnTo>
                  <a:lnTo>
                    <a:pt x="272094" y="224338"/>
                  </a:lnTo>
                  <a:lnTo>
                    <a:pt x="272140" y="224031"/>
                  </a:lnTo>
                  <a:lnTo>
                    <a:pt x="272672" y="223850"/>
                  </a:lnTo>
                  <a:lnTo>
                    <a:pt x="272481" y="223800"/>
                  </a:lnTo>
                  <a:lnTo>
                    <a:pt x="272674" y="223718"/>
                  </a:lnTo>
                  <a:lnTo>
                    <a:pt x="272937" y="223720"/>
                  </a:lnTo>
                  <a:lnTo>
                    <a:pt x="273520" y="223723"/>
                  </a:lnTo>
                  <a:lnTo>
                    <a:pt x="273532" y="224019"/>
                  </a:lnTo>
                  <a:lnTo>
                    <a:pt x="274496" y="223824"/>
                  </a:lnTo>
                  <a:lnTo>
                    <a:pt x="274741" y="223735"/>
                  </a:lnTo>
                  <a:lnTo>
                    <a:pt x="274945" y="223630"/>
                  </a:lnTo>
                  <a:lnTo>
                    <a:pt x="275301" y="223340"/>
                  </a:lnTo>
                  <a:lnTo>
                    <a:pt x="275225" y="223019"/>
                  </a:lnTo>
                  <a:lnTo>
                    <a:pt x="275732" y="223000"/>
                  </a:lnTo>
                  <a:lnTo>
                    <a:pt x="276403" y="222974"/>
                  </a:lnTo>
                  <a:lnTo>
                    <a:pt x="277192" y="222875"/>
                  </a:lnTo>
                  <a:lnTo>
                    <a:pt x="277678" y="222783"/>
                  </a:lnTo>
                  <a:lnTo>
                    <a:pt x="278371" y="222528"/>
                  </a:lnTo>
                  <a:lnTo>
                    <a:pt x="278512" y="222415"/>
                  </a:lnTo>
                  <a:lnTo>
                    <a:pt x="278576" y="221886"/>
                  </a:lnTo>
                  <a:lnTo>
                    <a:pt x="278793" y="221866"/>
                  </a:lnTo>
                  <a:lnTo>
                    <a:pt x="279073" y="221798"/>
                  </a:lnTo>
                  <a:lnTo>
                    <a:pt x="279348" y="221693"/>
                  </a:lnTo>
                  <a:lnTo>
                    <a:pt x="279962" y="221464"/>
                  </a:lnTo>
                  <a:lnTo>
                    <a:pt x="280129" y="221410"/>
                  </a:lnTo>
                  <a:lnTo>
                    <a:pt x="280346" y="221338"/>
                  </a:lnTo>
                  <a:lnTo>
                    <a:pt x="280609" y="221227"/>
                  </a:lnTo>
                  <a:lnTo>
                    <a:pt x="280942" y="221083"/>
                  </a:lnTo>
                  <a:lnTo>
                    <a:pt x="281322" y="220886"/>
                  </a:lnTo>
                  <a:lnTo>
                    <a:pt x="281605" y="220726"/>
                  </a:lnTo>
                  <a:lnTo>
                    <a:pt x="281939" y="220468"/>
                  </a:lnTo>
                  <a:lnTo>
                    <a:pt x="282912" y="219560"/>
                  </a:lnTo>
                  <a:lnTo>
                    <a:pt x="283943" y="218721"/>
                  </a:lnTo>
                  <a:lnTo>
                    <a:pt x="284211" y="218467"/>
                  </a:lnTo>
                  <a:lnTo>
                    <a:pt x="284391" y="218190"/>
                  </a:lnTo>
                  <a:lnTo>
                    <a:pt x="284542" y="217967"/>
                  </a:lnTo>
                  <a:lnTo>
                    <a:pt x="284755" y="217732"/>
                  </a:lnTo>
                  <a:lnTo>
                    <a:pt x="285182" y="217173"/>
                  </a:lnTo>
                  <a:lnTo>
                    <a:pt x="285005" y="216929"/>
                  </a:lnTo>
                  <a:lnTo>
                    <a:pt x="284823" y="216743"/>
                  </a:lnTo>
                  <a:lnTo>
                    <a:pt x="283640" y="215372"/>
                  </a:lnTo>
                  <a:lnTo>
                    <a:pt x="284124" y="214969"/>
                  </a:lnTo>
                  <a:lnTo>
                    <a:pt x="284683" y="214502"/>
                  </a:lnTo>
                  <a:lnTo>
                    <a:pt x="285043" y="214202"/>
                  </a:lnTo>
                  <a:lnTo>
                    <a:pt x="285328" y="213964"/>
                  </a:lnTo>
                  <a:lnTo>
                    <a:pt x="287978" y="213974"/>
                  </a:lnTo>
                  <a:lnTo>
                    <a:pt x="288071" y="213581"/>
                  </a:lnTo>
                  <a:lnTo>
                    <a:pt x="288111" y="213414"/>
                  </a:lnTo>
                  <a:lnTo>
                    <a:pt x="288108" y="213221"/>
                  </a:lnTo>
                  <a:lnTo>
                    <a:pt x="288374" y="212981"/>
                  </a:lnTo>
                  <a:lnTo>
                    <a:pt x="288589" y="212787"/>
                  </a:lnTo>
                  <a:lnTo>
                    <a:pt x="288586" y="212645"/>
                  </a:lnTo>
                  <a:lnTo>
                    <a:pt x="288472" y="212341"/>
                  </a:lnTo>
                  <a:lnTo>
                    <a:pt x="287934" y="211873"/>
                  </a:lnTo>
                  <a:lnTo>
                    <a:pt x="287636" y="212264"/>
                  </a:lnTo>
                  <a:lnTo>
                    <a:pt x="287686" y="212777"/>
                  </a:lnTo>
                  <a:lnTo>
                    <a:pt x="287062" y="212817"/>
                  </a:lnTo>
                  <a:lnTo>
                    <a:pt x="286760" y="212502"/>
                  </a:lnTo>
                  <a:lnTo>
                    <a:pt x="287006" y="212329"/>
                  </a:lnTo>
                  <a:lnTo>
                    <a:pt x="286974" y="211978"/>
                  </a:lnTo>
                  <a:lnTo>
                    <a:pt x="287417" y="211946"/>
                  </a:lnTo>
                  <a:lnTo>
                    <a:pt x="287669" y="211494"/>
                  </a:lnTo>
                  <a:lnTo>
                    <a:pt x="287181" y="211508"/>
                  </a:lnTo>
                  <a:lnTo>
                    <a:pt x="286860" y="211533"/>
                  </a:lnTo>
                  <a:lnTo>
                    <a:pt x="286753" y="211891"/>
                  </a:lnTo>
                  <a:lnTo>
                    <a:pt x="286377" y="211720"/>
                  </a:lnTo>
                  <a:lnTo>
                    <a:pt x="286366" y="211522"/>
                  </a:lnTo>
                  <a:lnTo>
                    <a:pt x="285971" y="211476"/>
                  </a:lnTo>
                  <a:lnTo>
                    <a:pt x="285581" y="211556"/>
                  </a:lnTo>
                  <a:lnTo>
                    <a:pt x="285441" y="211596"/>
                  </a:lnTo>
                  <a:lnTo>
                    <a:pt x="285263" y="211750"/>
                  </a:lnTo>
                  <a:lnTo>
                    <a:pt x="285122" y="211747"/>
                  </a:lnTo>
                  <a:lnTo>
                    <a:pt x="284407" y="211421"/>
                  </a:lnTo>
                  <a:lnTo>
                    <a:pt x="284143" y="211374"/>
                  </a:lnTo>
                  <a:lnTo>
                    <a:pt x="284035" y="211241"/>
                  </a:lnTo>
                  <a:lnTo>
                    <a:pt x="284038" y="210999"/>
                  </a:lnTo>
                  <a:lnTo>
                    <a:pt x="284207" y="210789"/>
                  </a:lnTo>
                  <a:lnTo>
                    <a:pt x="284450" y="210774"/>
                  </a:lnTo>
                  <a:lnTo>
                    <a:pt x="284961" y="210767"/>
                  </a:lnTo>
                  <a:lnTo>
                    <a:pt x="285235" y="210787"/>
                  </a:lnTo>
                  <a:lnTo>
                    <a:pt x="285502" y="210807"/>
                  </a:lnTo>
                  <a:lnTo>
                    <a:pt x="285838" y="210806"/>
                  </a:lnTo>
                  <a:lnTo>
                    <a:pt x="286977" y="210802"/>
                  </a:lnTo>
                  <a:lnTo>
                    <a:pt x="287257" y="210801"/>
                  </a:lnTo>
                  <a:lnTo>
                    <a:pt x="287447" y="210800"/>
                  </a:lnTo>
                  <a:lnTo>
                    <a:pt x="287881" y="210773"/>
                  </a:lnTo>
                  <a:lnTo>
                    <a:pt x="288385" y="210743"/>
                  </a:lnTo>
                  <a:lnTo>
                    <a:pt x="288657" y="210712"/>
                  </a:lnTo>
                  <a:lnTo>
                    <a:pt x="289194" y="210651"/>
                  </a:lnTo>
                  <a:lnTo>
                    <a:pt x="289595" y="210583"/>
                  </a:lnTo>
                  <a:lnTo>
                    <a:pt x="289825" y="210544"/>
                  </a:lnTo>
                  <a:lnTo>
                    <a:pt x="289988" y="210517"/>
                  </a:lnTo>
                  <a:lnTo>
                    <a:pt x="290212" y="210355"/>
                  </a:lnTo>
                  <a:lnTo>
                    <a:pt x="290463" y="210277"/>
                  </a:lnTo>
                  <a:lnTo>
                    <a:pt x="290675" y="210188"/>
                  </a:lnTo>
                  <a:lnTo>
                    <a:pt x="290912" y="210089"/>
                  </a:lnTo>
                  <a:lnTo>
                    <a:pt x="291427" y="209782"/>
                  </a:lnTo>
                  <a:lnTo>
                    <a:pt x="291663" y="209642"/>
                  </a:lnTo>
                  <a:lnTo>
                    <a:pt x="291942" y="209507"/>
                  </a:lnTo>
                  <a:lnTo>
                    <a:pt x="292158" y="209373"/>
                  </a:lnTo>
                  <a:lnTo>
                    <a:pt x="292360" y="209220"/>
                  </a:lnTo>
                  <a:lnTo>
                    <a:pt x="292647" y="209002"/>
                  </a:lnTo>
                  <a:lnTo>
                    <a:pt x="292801" y="208862"/>
                  </a:lnTo>
                  <a:lnTo>
                    <a:pt x="293063" y="208460"/>
                  </a:lnTo>
                  <a:lnTo>
                    <a:pt x="293209" y="208386"/>
                  </a:lnTo>
                  <a:lnTo>
                    <a:pt x="293855" y="207845"/>
                  </a:lnTo>
                  <a:lnTo>
                    <a:pt x="294303" y="207786"/>
                  </a:lnTo>
                  <a:lnTo>
                    <a:pt x="294451" y="207767"/>
                  </a:lnTo>
                  <a:lnTo>
                    <a:pt x="294767" y="207725"/>
                  </a:lnTo>
                  <a:lnTo>
                    <a:pt x="295339" y="207911"/>
                  </a:lnTo>
                  <a:lnTo>
                    <a:pt x="295647" y="207880"/>
                  </a:lnTo>
                  <a:lnTo>
                    <a:pt x="295938" y="207871"/>
                  </a:lnTo>
                  <a:lnTo>
                    <a:pt x="296818" y="207785"/>
                  </a:lnTo>
                  <a:lnTo>
                    <a:pt x="297059" y="207759"/>
                  </a:lnTo>
                  <a:lnTo>
                    <a:pt x="297311" y="207731"/>
                  </a:lnTo>
                  <a:lnTo>
                    <a:pt x="297483" y="207712"/>
                  </a:lnTo>
                  <a:lnTo>
                    <a:pt x="297987" y="207657"/>
                  </a:lnTo>
                  <a:lnTo>
                    <a:pt x="298198" y="207626"/>
                  </a:lnTo>
                  <a:lnTo>
                    <a:pt x="298499" y="207582"/>
                  </a:lnTo>
                  <a:lnTo>
                    <a:pt x="298933" y="207490"/>
                  </a:lnTo>
                  <a:lnTo>
                    <a:pt x="299337" y="207405"/>
                  </a:lnTo>
                  <a:lnTo>
                    <a:pt x="299551" y="207333"/>
                  </a:lnTo>
                  <a:lnTo>
                    <a:pt x="299714" y="207279"/>
                  </a:lnTo>
                  <a:lnTo>
                    <a:pt x="299883" y="207222"/>
                  </a:lnTo>
                  <a:lnTo>
                    <a:pt x="300291" y="206986"/>
                  </a:lnTo>
                  <a:lnTo>
                    <a:pt x="300486" y="206845"/>
                  </a:lnTo>
                  <a:lnTo>
                    <a:pt x="300611" y="206713"/>
                  </a:lnTo>
                  <a:lnTo>
                    <a:pt x="300929" y="206377"/>
                  </a:lnTo>
                  <a:lnTo>
                    <a:pt x="301232" y="206206"/>
                  </a:lnTo>
                  <a:lnTo>
                    <a:pt x="301624" y="206421"/>
                  </a:lnTo>
                  <a:lnTo>
                    <a:pt x="302105" y="206418"/>
                  </a:lnTo>
                  <a:lnTo>
                    <a:pt x="302537" y="206159"/>
                  </a:lnTo>
                  <a:lnTo>
                    <a:pt x="302429" y="206003"/>
                  </a:lnTo>
                  <a:lnTo>
                    <a:pt x="302864" y="205783"/>
                  </a:lnTo>
                  <a:lnTo>
                    <a:pt x="303096" y="205929"/>
                  </a:lnTo>
                  <a:lnTo>
                    <a:pt x="303476" y="205727"/>
                  </a:lnTo>
                  <a:lnTo>
                    <a:pt x="303837" y="205477"/>
                  </a:lnTo>
                  <a:lnTo>
                    <a:pt x="304036" y="205317"/>
                  </a:lnTo>
                  <a:lnTo>
                    <a:pt x="304286" y="205117"/>
                  </a:lnTo>
                  <a:lnTo>
                    <a:pt x="304991" y="204553"/>
                  </a:lnTo>
                  <a:lnTo>
                    <a:pt x="305231" y="204380"/>
                  </a:lnTo>
                  <a:lnTo>
                    <a:pt x="305408" y="204254"/>
                  </a:lnTo>
                  <a:lnTo>
                    <a:pt x="305647" y="204141"/>
                  </a:lnTo>
                  <a:lnTo>
                    <a:pt x="305908" y="204049"/>
                  </a:lnTo>
                  <a:lnTo>
                    <a:pt x="306046" y="204027"/>
                  </a:lnTo>
                  <a:lnTo>
                    <a:pt x="306304" y="203987"/>
                  </a:lnTo>
                  <a:lnTo>
                    <a:pt x="306658" y="203976"/>
                  </a:lnTo>
                  <a:lnTo>
                    <a:pt x="306812" y="204100"/>
                  </a:lnTo>
                  <a:lnTo>
                    <a:pt x="306953" y="204169"/>
                  </a:lnTo>
                  <a:lnTo>
                    <a:pt x="307169" y="204242"/>
                  </a:lnTo>
                  <a:lnTo>
                    <a:pt x="307303" y="204265"/>
                  </a:lnTo>
                  <a:lnTo>
                    <a:pt x="307556" y="204214"/>
                  </a:lnTo>
                  <a:lnTo>
                    <a:pt x="307804" y="204178"/>
                  </a:lnTo>
                  <a:lnTo>
                    <a:pt x="308492" y="204392"/>
                  </a:lnTo>
                  <a:lnTo>
                    <a:pt x="308983" y="204579"/>
                  </a:lnTo>
                  <a:lnTo>
                    <a:pt x="309363" y="204660"/>
                  </a:lnTo>
                  <a:lnTo>
                    <a:pt x="309741" y="204711"/>
                  </a:lnTo>
                  <a:lnTo>
                    <a:pt x="310149" y="204725"/>
                  </a:lnTo>
                  <a:lnTo>
                    <a:pt x="310313" y="204704"/>
                  </a:lnTo>
                  <a:lnTo>
                    <a:pt x="310782" y="204462"/>
                  </a:lnTo>
                  <a:lnTo>
                    <a:pt x="311191" y="204106"/>
                  </a:lnTo>
                  <a:lnTo>
                    <a:pt x="311509" y="203956"/>
                  </a:lnTo>
                  <a:lnTo>
                    <a:pt x="312098" y="203878"/>
                  </a:lnTo>
                  <a:lnTo>
                    <a:pt x="312524" y="203964"/>
                  </a:lnTo>
                  <a:lnTo>
                    <a:pt x="312749" y="204127"/>
                  </a:lnTo>
                  <a:lnTo>
                    <a:pt x="313131" y="204215"/>
                  </a:lnTo>
                  <a:lnTo>
                    <a:pt x="313374" y="204217"/>
                  </a:lnTo>
                  <a:lnTo>
                    <a:pt x="313770" y="204355"/>
                  </a:lnTo>
                  <a:lnTo>
                    <a:pt x="313907" y="204514"/>
                  </a:lnTo>
                  <a:lnTo>
                    <a:pt x="314245" y="204537"/>
                  </a:lnTo>
                  <a:lnTo>
                    <a:pt x="314475" y="204497"/>
                  </a:lnTo>
                  <a:lnTo>
                    <a:pt x="314823" y="204643"/>
                  </a:lnTo>
                  <a:lnTo>
                    <a:pt x="314964" y="204721"/>
                  </a:lnTo>
                  <a:lnTo>
                    <a:pt x="315006" y="205064"/>
                  </a:lnTo>
                  <a:lnTo>
                    <a:pt x="314562" y="205378"/>
                  </a:lnTo>
                  <a:lnTo>
                    <a:pt x="314368" y="205775"/>
                  </a:lnTo>
                  <a:lnTo>
                    <a:pt x="314746" y="206569"/>
                  </a:lnTo>
                  <a:lnTo>
                    <a:pt x="314878" y="206631"/>
                  </a:lnTo>
                  <a:lnTo>
                    <a:pt x="315060" y="206716"/>
                  </a:lnTo>
                  <a:lnTo>
                    <a:pt x="315807" y="207208"/>
                  </a:lnTo>
                  <a:lnTo>
                    <a:pt x="316125" y="207404"/>
                  </a:lnTo>
                  <a:lnTo>
                    <a:pt x="316484" y="207548"/>
                  </a:lnTo>
                  <a:lnTo>
                    <a:pt x="316800" y="207674"/>
                  </a:lnTo>
                  <a:lnTo>
                    <a:pt x="317018" y="207638"/>
                  </a:lnTo>
                  <a:lnTo>
                    <a:pt x="317278" y="207658"/>
                  </a:lnTo>
                  <a:lnTo>
                    <a:pt x="317354" y="207904"/>
                  </a:lnTo>
                  <a:lnTo>
                    <a:pt x="317367" y="208107"/>
                  </a:lnTo>
                  <a:lnTo>
                    <a:pt x="317495" y="208241"/>
                  </a:lnTo>
                  <a:lnTo>
                    <a:pt x="317653" y="208372"/>
                  </a:lnTo>
                  <a:lnTo>
                    <a:pt x="317698" y="208710"/>
                  </a:lnTo>
                  <a:lnTo>
                    <a:pt x="317739" y="209015"/>
                  </a:lnTo>
                  <a:lnTo>
                    <a:pt x="317889" y="209169"/>
                  </a:lnTo>
                  <a:lnTo>
                    <a:pt x="318114" y="209346"/>
                  </a:lnTo>
                  <a:lnTo>
                    <a:pt x="318588" y="209585"/>
                  </a:lnTo>
                  <a:lnTo>
                    <a:pt x="318758" y="209665"/>
                  </a:lnTo>
                  <a:lnTo>
                    <a:pt x="319337" y="209803"/>
                  </a:lnTo>
                  <a:lnTo>
                    <a:pt x="320032" y="209863"/>
                  </a:lnTo>
                  <a:lnTo>
                    <a:pt x="320156" y="209498"/>
                  </a:lnTo>
                  <a:lnTo>
                    <a:pt x="320535" y="209496"/>
                  </a:lnTo>
                  <a:lnTo>
                    <a:pt x="321073" y="209636"/>
                  </a:lnTo>
                  <a:lnTo>
                    <a:pt x="321705" y="209606"/>
                  </a:lnTo>
                  <a:lnTo>
                    <a:pt x="321914" y="209620"/>
                  </a:lnTo>
                  <a:lnTo>
                    <a:pt x="322101" y="209623"/>
                  </a:lnTo>
                  <a:lnTo>
                    <a:pt x="322395" y="209547"/>
                  </a:lnTo>
                  <a:lnTo>
                    <a:pt x="322725" y="209547"/>
                  </a:lnTo>
                  <a:lnTo>
                    <a:pt x="323199" y="209545"/>
                  </a:lnTo>
                  <a:lnTo>
                    <a:pt x="323365" y="209741"/>
                  </a:lnTo>
                  <a:lnTo>
                    <a:pt x="323626" y="210025"/>
                  </a:lnTo>
                  <a:lnTo>
                    <a:pt x="323662" y="210382"/>
                  </a:lnTo>
                  <a:lnTo>
                    <a:pt x="323383" y="210433"/>
                  </a:lnTo>
                  <a:lnTo>
                    <a:pt x="323355" y="210598"/>
                  </a:lnTo>
                  <a:lnTo>
                    <a:pt x="323292" y="210981"/>
                  </a:lnTo>
                  <a:lnTo>
                    <a:pt x="322815" y="211532"/>
                  </a:lnTo>
                  <a:lnTo>
                    <a:pt x="322695" y="211732"/>
                  </a:lnTo>
                  <a:lnTo>
                    <a:pt x="322842" y="212041"/>
                  </a:lnTo>
                  <a:lnTo>
                    <a:pt x="323001" y="212241"/>
                  </a:lnTo>
                  <a:lnTo>
                    <a:pt x="323133" y="212303"/>
                  </a:lnTo>
                  <a:lnTo>
                    <a:pt x="323758" y="212362"/>
                  </a:lnTo>
                  <a:lnTo>
                    <a:pt x="323900" y="212484"/>
                  </a:lnTo>
                  <a:lnTo>
                    <a:pt x="324000" y="212783"/>
                  </a:lnTo>
                  <a:lnTo>
                    <a:pt x="323549" y="213119"/>
                  </a:lnTo>
                  <a:lnTo>
                    <a:pt x="323414" y="213359"/>
                  </a:lnTo>
                  <a:lnTo>
                    <a:pt x="323340" y="213492"/>
                  </a:lnTo>
                  <a:lnTo>
                    <a:pt x="323411" y="213827"/>
                  </a:lnTo>
                  <a:lnTo>
                    <a:pt x="323320" y="214144"/>
                  </a:lnTo>
                  <a:lnTo>
                    <a:pt x="323137" y="214486"/>
                  </a:lnTo>
                  <a:lnTo>
                    <a:pt x="323265" y="214665"/>
                  </a:lnTo>
                  <a:lnTo>
                    <a:pt x="323674" y="215136"/>
                  </a:lnTo>
                  <a:lnTo>
                    <a:pt x="323814" y="215235"/>
                  </a:lnTo>
                  <a:lnTo>
                    <a:pt x="323962" y="215314"/>
                  </a:lnTo>
                  <a:lnTo>
                    <a:pt x="324296" y="215492"/>
                  </a:lnTo>
                  <a:lnTo>
                    <a:pt x="324427" y="215562"/>
                  </a:lnTo>
                  <a:lnTo>
                    <a:pt x="324909" y="215788"/>
                  </a:lnTo>
                  <a:lnTo>
                    <a:pt x="325053" y="215827"/>
                  </a:lnTo>
                  <a:lnTo>
                    <a:pt x="325329" y="215902"/>
                  </a:lnTo>
                  <a:lnTo>
                    <a:pt x="325530" y="215957"/>
                  </a:lnTo>
                  <a:lnTo>
                    <a:pt x="325941" y="216070"/>
                  </a:lnTo>
                  <a:lnTo>
                    <a:pt x="326602" y="216201"/>
                  </a:lnTo>
                  <a:lnTo>
                    <a:pt x="327450" y="216304"/>
                  </a:lnTo>
                  <a:lnTo>
                    <a:pt x="327837" y="216326"/>
                  </a:lnTo>
                  <a:lnTo>
                    <a:pt x="328161" y="216344"/>
                  </a:lnTo>
                  <a:lnTo>
                    <a:pt x="328621" y="216308"/>
                  </a:lnTo>
                  <a:lnTo>
                    <a:pt x="329287" y="216172"/>
                  </a:lnTo>
                  <a:lnTo>
                    <a:pt x="329505" y="216163"/>
                  </a:lnTo>
                  <a:lnTo>
                    <a:pt x="330109" y="216152"/>
                  </a:lnTo>
                  <a:lnTo>
                    <a:pt x="330391" y="216154"/>
                  </a:lnTo>
                  <a:lnTo>
                    <a:pt x="330703" y="216042"/>
                  </a:lnTo>
                  <a:lnTo>
                    <a:pt x="331100" y="215960"/>
                  </a:lnTo>
                  <a:lnTo>
                    <a:pt x="331352" y="215908"/>
                  </a:lnTo>
                  <a:lnTo>
                    <a:pt x="331660" y="215830"/>
                  </a:lnTo>
                  <a:lnTo>
                    <a:pt x="332108" y="215671"/>
                  </a:lnTo>
                  <a:lnTo>
                    <a:pt x="332381" y="215537"/>
                  </a:lnTo>
                  <a:lnTo>
                    <a:pt x="332683" y="215138"/>
                  </a:lnTo>
                  <a:lnTo>
                    <a:pt x="333019" y="214797"/>
                  </a:lnTo>
                  <a:lnTo>
                    <a:pt x="333056" y="214519"/>
                  </a:lnTo>
                  <a:lnTo>
                    <a:pt x="332859" y="214188"/>
                  </a:lnTo>
                  <a:lnTo>
                    <a:pt x="332765" y="214030"/>
                  </a:lnTo>
                  <a:lnTo>
                    <a:pt x="332419" y="213891"/>
                  </a:lnTo>
                  <a:lnTo>
                    <a:pt x="332255" y="213779"/>
                  </a:lnTo>
                  <a:lnTo>
                    <a:pt x="332122" y="213492"/>
                  </a:lnTo>
                  <a:lnTo>
                    <a:pt x="332483" y="213682"/>
                  </a:lnTo>
                  <a:lnTo>
                    <a:pt x="333694" y="213970"/>
                  </a:lnTo>
                  <a:lnTo>
                    <a:pt x="334020" y="214296"/>
                  </a:lnTo>
                  <a:lnTo>
                    <a:pt x="334226" y="214501"/>
                  </a:lnTo>
                  <a:lnTo>
                    <a:pt x="334691" y="214695"/>
                  </a:lnTo>
                  <a:lnTo>
                    <a:pt x="334877" y="214723"/>
                  </a:lnTo>
                  <a:lnTo>
                    <a:pt x="335089" y="214825"/>
                  </a:lnTo>
                  <a:lnTo>
                    <a:pt x="335298" y="214979"/>
                  </a:lnTo>
                  <a:lnTo>
                    <a:pt x="335856" y="215289"/>
                  </a:lnTo>
                  <a:lnTo>
                    <a:pt x="335685" y="215322"/>
                  </a:lnTo>
                  <a:lnTo>
                    <a:pt x="335513" y="215331"/>
                  </a:lnTo>
                  <a:lnTo>
                    <a:pt x="335104" y="215317"/>
                  </a:lnTo>
                  <a:lnTo>
                    <a:pt x="334803" y="215196"/>
                  </a:lnTo>
                  <a:lnTo>
                    <a:pt x="334493" y="215151"/>
                  </a:lnTo>
                  <a:lnTo>
                    <a:pt x="333981" y="215077"/>
                  </a:lnTo>
                  <a:lnTo>
                    <a:pt x="333560" y="215173"/>
                  </a:lnTo>
                  <a:lnTo>
                    <a:pt x="333611" y="215793"/>
                  </a:lnTo>
                  <a:lnTo>
                    <a:pt x="333611" y="216100"/>
                  </a:lnTo>
                  <a:lnTo>
                    <a:pt x="334192" y="216099"/>
                  </a:lnTo>
                  <a:lnTo>
                    <a:pt x="334195" y="216390"/>
                  </a:lnTo>
                  <a:lnTo>
                    <a:pt x="333463" y="216549"/>
                  </a:lnTo>
                  <a:lnTo>
                    <a:pt x="333414" y="217185"/>
                  </a:lnTo>
                  <a:lnTo>
                    <a:pt x="333821" y="217336"/>
                  </a:lnTo>
                  <a:lnTo>
                    <a:pt x="333893" y="217687"/>
                  </a:lnTo>
                  <a:lnTo>
                    <a:pt x="334174" y="217721"/>
                  </a:lnTo>
                  <a:lnTo>
                    <a:pt x="334504" y="217680"/>
                  </a:lnTo>
                  <a:lnTo>
                    <a:pt x="334898" y="217981"/>
                  </a:lnTo>
                  <a:lnTo>
                    <a:pt x="335062" y="218072"/>
                  </a:lnTo>
                  <a:lnTo>
                    <a:pt x="335317" y="218104"/>
                  </a:lnTo>
                  <a:lnTo>
                    <a:pt x="335586" y="218126"/>
                  </a:lnTo>
                  <a:lnTo>
                    <a:pt x="335747" y="218184"/>
                  </a:lnTo>
                  <a:lnTo>
                    <a:pt x="335895" y="218236"/>
                  </a:lnTo>
                  <a:lnTo>
                    <a:pt x="335980" y="218436"/>
                  </a:lnTo>
                  <a:lnTo>
                    <a:pt x="336145" y="218754"/>
                  </a:lnTo>
                  <a:lnTo>
                    <a:pt x="336436" y="218874"/>
                  </a:lnTo>
                  <a:lnTo>
                    <a:pt x="336419" y="219109"/>
                  </a:lnTo>
                  <a:lnTo>
                    <a:pt x="336375" y="219445"/>
                  </a:lnTo>
                  <a:lnTo>
                    <a:pt x="336376" y="220045"/>
                  </a:lnTo>
                  <a:lnTo>
                    <a:pt x="336463" y="220216"/>
                  </a:lnTo>
                  <a:lnTo>
                    <a:pt x="336585" y="220403"/>
                  </a:lnTo>
                  <a:lnTo>
                    <a:pt x="336725" y="220580"/>
                  </a:lnTo>
                  <a:lnTo>
                    <a:pt x="336896" y="220765"/>
                  </a:lnTo>
                  <a:lnTo>
                    <a:pt x="337074" y="220959"/>
                  </a:lnTo>
                  <a:lnTo>
                    <a:pt x="337442" y="221342"/>
                  </a:lnTo>
                  <a:lnTo>
                    <a:pt x="337786" y="221498"/>
                  </a:lnTo>
                  <a:lnTo>
                    <a:pt x="337988" y="221613"/>
                  </a:lnTo>
                  <a:lnTo>
                    <a:pt x="338293" y="221788"/>
                  </a:lnTo>
                  <a:lnTo>
                    <a:pt x="338477" y="221893"/>
                  </a:lnTo>
                  <a:lnTo>
                    <a:pt x="338656" y="221969"/>
                  </a:lnTo>
                  <a:lnTo>
                    <a:pt x="338937" y="222088"/>
                  </a:lnTo>
                  <a:lnTo>
                    <a:pt x="339313" y="222050"/>
                  </a:lnTo>
                  <a:lnTo>
                    <a:pt x="339558" y="221988"/>
                  </a:lnTo>
                  <a:lnTo>
                    <a:pt x="339736" y="221990"/>
                  </a:lnTo>
                  <a:lnTo>
                    <a:pt x="339886" y="222060"/>
                  </a:lnTo>
                  <a:lnTo>
                    <a:pt x="340071" y="222320"/>
                  </a:lnTo>
                  <a:lnTo>
                    <a:pt x="340513" y="222483"/>
                  </a:lnTo>
                  <a:lnTo>
                    <a:pt x="340881" y="222619"/>
                  </a:lnTo>
                  <a:lnTo>
                    <a:pt x="341184" y="222700"/>
                  </a:lnTo>
                  <a:lnTo>
                    <a:pt x="341557" y="222781"/>
                  </a:lnTo>
                  <a:lnTo>
                    <a:pt x="341745" y="222822"/>
                  </a:lnTo>
                  <a:lnTo>
                    <a:pt x="342017" y="222686"/>
                  </a:lnTo>
                  <a:lnTo>
                    <a:pt x="342888" y="222498"/>
                  </a:lnTo>
                  <a:lnTo>
                    <a:pt x="343022" y="222750"/>
                  </a:lnTo>
                  <a:lnTo>
                    <a:pt x="343141" y="223066"/>
                  </a:lnTo>
                  <a:lnTo>
                    <a:pt x="343364" y="223000"/>
                  </a:lnTo>
                  <a:lnTo>
                    <a:pt x="343525" y="222951"/>
                  </a:lnTo>
                  <a:lnTo>
                    <a:pt x="343603" y="222800"/>
                  </a:lnTo>
                  <a:lnTo>
                    <a:pt x="343546" y="222593"/>
                  </a:lnTo>
                  <a:lnTo>
                    <a:pt x="343504" y="222444"/>
                  </a:lnTo>
                  <a:lnTo>
                    <a:pt x="344674" y="221947"/>
                  </a:lnTo>
                  <a:lnTo>
                    <a:pt x="344711" y="222469"/>
                  </a:lnTo>
                  <a:lnTo>
                    <a:pt x="344974" y="222485"/>
                  </a:lnTo>
                  <a:lnTo>
                    <a:pt x="345243" y="222440"/>
                  </a:lnTo>
                  <a:lnTo>
                    <a:pt x="345056" y="222008"/>
                  </a:lnTo>
                  <a:lnTo>
                    <a:pt x="344978" y="221466"/>
                  </a:lnTo>
                  <a:lnTo>
                    <a:pt x="345123" y="221479"/>
                  </a:lnTo>
                  <a:lnTo>
                    <a:pt x="345447" y="221634"/>
                  </a:lnTo>
                  <a:lnTo>
                    <a:pt x="345652" y="221723"/>
                  </a:lnTo>
                  <a:lnTo>
                    <a:pt x="345861" y="221782"/>
                  </a:lnTo>
                  <a:lnTo>
                    <a:pt x="346658" y="221911"/>
                  </a:lnTo>
                  <a:lnTo>
                    <a:pt x="347186" y="221971"/>
                  </a:lnTo>
                  <a:lnTo>
                    <a:pt x="347494" y="221991"/>
                  </a:lnTo>
                  <a:lnTo>
                    <a:pt x="348161" y="222035"/>
                  </a:lnTo>
                  <a:lnTo>
                    <a:pt x="348319" y="222046"/>
                  </a:lnTo>
                  <a:lnTo>
                    <a:pt x="348622" y="222052"/>
                  </a:lnTo>
                  <a:lnTo>
                    <a:pt x="348757" y="222062"/>
                  </a:lnTo>
                  <a:lnTo>
                    <a:pt x="349008" y="222082"/>
                  </a:lnTo>
                  <a:lnTo>
                    <a:pt x="349343" y="222140"/>
                  </a:lnTo>
                  <a:lnTo>
                    <a:pt x="349401" y="222396"/>
                  </a:lnTo>
                  <a:lnTo>
                    <a:pt x="349515" y="222664"/>
                  </a:lnTo>
                  <a:lnTo>
                    <a:pt x="349766" y="222917"/>
                  </a:lnTo>
                  <a:lnTo>
                    <a:pt x="350188" y="223533"/>
                  </a:lnTo>
                  <a:lnTo>
                    <a:pt x="350152" y="223179"/>
                  </a:lnTo>
                  <a:lnTo>
                    <a:pt x="349907" y="222802"/>
                  </a:lnTo>
                  <a:lnTo>
                    <a:pt x="349634" y="222459"/>
                  </a:lnTo>
                  <a:lnTo>
                    <a:pt x="349762" y="222080"/>
                  </a:lnTo>
                  <a:lnTo>
                    <a:pt x="349939" y="222032"/>
                  </a:lnTo>
                  <a:lnTo>
                    <a:pt x="350128" y="222006"/>
                  </a:lnTo>
                  <a:lnTo>
                    <a:pt x="350368" y="221990"/>
                  </a:lnTo>
                  <a:lnTo>
                    <a:pt x="351573" y="221913"/>
                  </a:lnTo>
                  <a:lnTo>
                    <a:pt x="352639" y="221812"/>
                  </a:lnTo>
                  <a:lnTo>
                    <a:pt x="353125" y="221775"/>
                  </a:lnTo>
                  <a:lnTo>
                    <a:pt x="353728" y="221729"/>
                  </a:lnTo>
                  <a:lnTo>
                    <a:pt x="353892" y="221716"/>
                  </a:lnTo>
                  <a:lnTo>
                    <a:pt x="354919" y="221605"/>
                  </a:lnTo>
                  <a:lnTo>
                    <a:pt x="355238" y="221570"/>
                  </a:lnTo>
                  <a:lnTo>
                    <a:pt x="355844" y="221490"/>
                  </a:lnTo>
                  <a:lnTo>
                    <a:pt x="356148" y="221443"/>
                  </a:lnTo>
                  <a:lnTo>
                    <a:pt x="356321" y="221417"/>
                  </a:lnTo>
                  <a:lnTo>
                    <a:pt x="356658" y="221365"/>
                  </a:lnTo>
                  <a:lnTo>
                    <a:pt x="356847" y="221336"/>
                  </a:lnTo>
                  <a:lnTo>
                    <a:pt x="357028" y="221308"/>
                  </a:lnTo>
                  <a:lnTo>
                    <a:pt x="357425" y="221241"/>
                  </a:lnTo>
                  <a:lnTo>
                    <a:pt x="357615" y="221166"/>
                  </a:lnTo>
                  <a:lnTo>
                    <a:pt x="358251" y="220932"/>
                  </a:lnTo>
                  <a:lnTo>
                    <a:pt x="358381" y="221242"/>
                  </a:lnTo>
                  <a:lnTo>
                    <a:pt x="358273" y="221484"/>
                  </a:lnTo>
                  <a:lnTo>
                    <a:pt x="358305" y="221707"/>
                  </a:lnTo>
                  <a:lnTo>
                    <a:pt x="358472" y="222082"/>
                  </a:lnTo>
                  <a:lnTo>
                    <a:pt x="358567" y="222299"/>
                  </a:lnTo>
                  <a:lnTo>
                    <a:pt x="358358" y="222479"/>
                  </a:lnTo>
                  <a:lnTo>
                    <a:pt x="358506" y="222610"/>
                  </a:lnTo>
                  <a:lnTo>
                    <a:pt x="359066" y="222555"/>
                  </a:lnTo>
                  <a:lnTo>
                    <a:pt x="359030" y="222389"/>
                  </a:lnTo>
                  <a:lnTo>
                    <a:pt x="358819" y="222288"/>
                  </a:lnTo>
                  <a:lnTo>
                    <a:pt x="358587" y="221971"/>
                  </a:lnTo>
                  <a:lnTo>
                    <a:pt x="358519" y="221759"/>
                  </a:lnTo>
                  <a:lnTo>
                    <a:pt x="358551" y="221563"/>
                  </a:lnTo>
                  <a:lnTo>
                    <a:pt x="358749" y="221489"/>
                  </a:lnTo>
                  <a:lnTo>
                    <a:pt x="358718" y="220642"/>
                  </a:lnTo>
                  <a:lnTo>
                    <a:pt x="358861" y="220608"/>
                  </a:lnTo>
                  <a:lnTo>
                    <a:pt x="359401" y="220477"/>
                  </a:lnTo>
                  <a:lnTo>
                    <a:pt x="359747" y="220357"/>
                  </a:lnTo>
                  <a:lnTo>
                    <a:pt x="359934" y="220292"/>
                  </a:lnTo>
                  <a:lnTo>
                    <a:pt x="359977" y="220050"/>
                  </a:lnTo>
                  <a:lnTo>
                    <a:pt x="360235" y="219786"/>
                  </a:lnTo>
                  <a:lnTo>
                    <a:pt x="360477" y="219628"/>
                  </a:lnTo>
                  <a:lnTo>
                    <a:pt x="360623" y="219510"/>
                  </a:lnTo>
                  <a:lnTo>
                    <a:pt x="360771" y="219341"/>
                  </a:lnTo>
                  <a:lnTo>
                    <a:pt x="360876" y="219173"/>
                  </a:lnTo>
                  <a:lnTo>
                    <a:pt x="360969" y="218746"/>
                  </a:lnTo>
                  <a:lnTo>
                    <a:pt x="360688" y="218486"/>
                  </a:lnTo>
                  <a:lnTo>
                    <a:pt x="361005" y="218594"/>
                  </a:lnTo>
                  <a:lnTo>
                    <a:pt x="361293" y="218622"/>
                  </a:lnTo>
                  <a:lnTo>
                    <a:pt x="361847" y="218481"/>
                  </a:lnTo>
                  <a:lnTo>
                    <a:pt x="362133" y="217988"/>
                  </a:lnTo>
                  <a:lnTo>
                    <a:pt x="362301" y="217876"/>
                  </a:lnTo>
                  <a:lnTo>
                    <a:pt x="363019" y="218206"/>
                  </a:lnTo>
                  <a:lnTo>
                    <a:pt x="363326" y="217900"/>
                  </a:lnTo>
                  <a:lnTo>
                    <a:pt x="363152" y="217187"/>
                  </a:lnTo>
                  <a:lnTo>
                    <a:pt x="363050" y="216805"/>
                  </a:lnTo>
                  <a:lnTo>
                    <a:pt x="363186" y="216886"/>
                  </a:lnTo>
                  <a:lnTo>
                    <a:pt x="363704" y="217519"/>
                  </a:lnTo>
                  <a:lnTo>
                    <a:pt x="363994" y="217797"/>
                  </a:lnTo>
                  <a:lnTo>
                    <a:pt x="364478" y="217824"/>
                  </a:lnTo>
                  <a:lnTo>
                    <a:pt x="364679" y="217770"/>
                  </a:lnTo>
                  <a:lnTo>
                    <a:pt x="365383" y="217280"/>
                  </a:lnTo>
                  <a:lnTo>
                    <a:pt x="365204" y="216725"/>
                  </a:lnTo>
                  <a:lnTo>
                    <a:pt x="365457" y="216856"/>
                  </a:lnTo>
                  <a:lnTo>
                    <a:pt x="365541" y="217147"/>
                  </a:lnTo>
                  <a:lnTo>
                    <a:pt x="365789" y="217187"/>
                  </a:lnTo>
                  <a:lnTo>
                    <a:pt x="365954" y="217180"/>
                  </a:lnTo>
                  <a:lnTo>
                    <a:pt x="366313" y="217223"/>
                  </a:lnTo>
                  <a:lnTo>
                    <a:pt x="366101" y="217729"/>
                  </a:lnTo>
                  <a:lnTo>
                    <a:pt x="366292" y="217749"/>
                  </a:lnTo>
                  <a:lnTo>
                    <a:pt x="366673" y="217887"/>
                  </a:lnTo>
                  <a:lnTo>
                    <a:pt x="366849" y="218866"/>
                  </a:lnTo>
                  <a:lnTo>
                    <a:pt x="366662" y="218896"/>
                  </a:lnTo>
                  <a:lnTo>
                    <a:pt x="366300" y="219074"/>
                  </a:lnTo>
                  <a:lnTo>
                    <a:pt x="365855" y="219176"/>
                  </a:lnTo>
                  <a:lnTo>
                    <a:pt x="365715" y="219209"/>
                  </a:lnTo>
                  <a:lnTo>
                    <a:pt x="365304" y="219483"/>
                  </a:lnTo>
                  <a:lnTo>
                    <a:pt x="365406" y="219786"/>
                  </a:lnTo>
                  <a:lnTo>
                    <a:pt x="365510" y="219995"/>
                  </a:lnTo>
                  <a:lnTo>
                    <a:pt x="365821" y="220221"/>
                  </a:lnTo>
                  <a:lnTo>
                    <a:pt x="366072" y="220710"/>
                  </a:lnTo>
                  <a:lnTo>
                    <a:pt x="365915" y="221043"/>
                  </a:lnTo>
                  <a:lnTo>
                    <a:pt x="366059" y="221452"/>
                  </a:lnTo>
                  <a:lnTo>
                    <a:pt x="366219" y="221777"/>
                  </a:lnTo>
                  <a:lnTo>
                    <a:pt x="366521" y="222187"/>
                  </a:lnTo>
                  <a:lnTo>
                    <a:pt x="366784" y="222265"/>
                  </a:lnTo>
                  <a:lnTo>
                    <a:pt x="366834" y="222863"/>
                  </a:lnTo>
                  <a:lnTo>
                    <a:pt x="366931" y="223041"/>
                  </a:lnTo>
                  <a:lnTo>
                    <a:pt x="367420" y="223309"/>
                  </a:lnTo>
                  <a:lnTo>
                    <a:pt x="367669" y="223352"/>
                  </a:lnTo>
                  <a:lnTo>
                    <a:pt x="368238" y="223053"/>
                  </a:lnTo>
                  <a:lnTo>
                    <a:pt x="368388" y="222772"/>
                  </a:lnTo>
                  <a:lnTo>
                    <a:pt x="368320" y="222527"/>
                  </a:lnTo>
                  <a:lnTo>
                    <a:pt x="368319" y="222076"/>
                  </a:lnTo>
                  <a:lnTo>
                    <a:pt x="368610" y="222328"/>
                  </a:lnTo>
                  <a:lnTo>
                    <a:pt x="369476" y="222112"/>
                  </a:lnTo>
                  <a:lnTo>
                    <a:pt x="369618" y="222018"/>
                  </a:lnTo>
                  <a:lnTo>
                    <a:pt x="369792" y="221903"/>
                  </a:lnTo>
                  <a:lnTo>
                    <a:pt x="370235" y="221722"/>
                  </a:lnTo>
                  <a:lnTo>
                    <a:pt x="370663" y="221797"/>
                  </a:lnTo>
                  <a:lnTo>
                    <a:pt x="370965" y="221911"/>
                  </a:lnTo>
                  <a:lnTo>
                    <a:pt x="371764" y="222058"/>
                  </a:lnTo>
                  <a:lnTo>
                    <a:pt x="372023" y="222372"/>
                  </a:lnTo>
                  <a:lnTo>
                    <a:pt x="372026" y="222620"/>
                  </a:lnTo>
                  <a:lnTo>
                    <a:pt x="371800" y="222602"/>
                  </a:lnTo>
                  <a:lnTo>
                    <a:pt x="371516" y="222603"/>
                  </a:lnTo>
                  <a:lnTo>
                    <a:pt x="371673" y="223292"/>
                  </a:lnTo>
                  <a:lnTo>
                    <a:pt x="371840" y="223406"/>
                  </a:lnTo>
                  <a:lnTo>
                    <a:pt x="372099" y="223581"/>
                  </a:lnTo>
                  <a:lnTo>
                    <a:pt x="372309" y="223680"/>
                  </a:lnTo>
                  <a:lnTo>
                    <a:pt x="373092" y="224050"/>
                  </a:lnTo>
                  <a:lnTo>
                    <a:pt x="373330" y="224017"/>
                  </a:lnTo>
                  <a:lnTo>
                    <a:pt x="373518" y="224021"/>
                  </a:lnTo>
                  <a:lnTo>
                    <a:pt x="373702" y="224068"/>
                  </a:lnTo>
                  <a:lnTo>
                    <a:pt x="374142" y="224238"/>
                  </a:lnTo>
                  <a:lnTo>
                    <a:pt x="374324" y="224245"/>
                  </a:lnTo>
                  <a:lnTo>
                    <a:pt x="374579" y="224254"/>
                  </a:lnTo>
                  <a:lnTo>
                    <a:pt x="375158" y="224139"/>
                  </a:lnTo>
                  <a:lnTo>
                    <a:pt x="375560" y="224079"/>
                  </a:lnTo>
                  <a:lnTo>
                    <a:pt x="375823" y="224061"/>
                  </a:lnTo>
                  <a:lnTo>
                    <a:pt x="376174" y="224039"/>
                  </a:lnTo>
                  <a:lnTo>
                    <a:pt x="376737" y="224248"/>
                  </a:lnTo>
                  <a:lnTo>
                    <a:pt x="376948" y="224288"/>
                  </a:lnTo>
                  <a:lnTo>
                    <a:pt x="377222" y="224289"/>
                  </a:lnTo>
                  <a:lnTo>
                    <a:pt x="377634" y="224292"/>
                  </a:lnTo>
                  <a:lnTo>
                    <a:pt x="377961" y="224263"/>
                  </a:lnTo>
                  <a:lnTo>
                    <a:pt x="378108" y="224244"/>
                  </a:lnTo>
                  <a:lnTo>
                    <a:pt x="378479" y="224198"/>
                  </a:lnTo>
                  <a:lnTo>
                    <a:pt x="379174" y="224045"/>
                  </a:lnTo>
                  <a:lnTo>
                    <a:pt x="379469" y="223947"/>
                  </a:lnTo>
                  <a:lnTo>
                    <a:pt x="380040" y="223648"/>
                  </a:lnTo>
                  <a:lnTo>
                    <a:pt x="380418" y="223385"/>
                  </a:lnTo>
                  <a:lnTo>
                    <a:pt x="380638" y="223440"/>
                  </a:lnTo>
                  <a:lnTo>
                    <a:pt x="380584" y="223613"/>
                  </a:lnTo>
                  <a:lnTo>
                    <a:pt x="380617" y="223819"/>
                  </a:lnTo>
                  <a:lnTo>
                    <a:pt x="380787" y="224333"/>
                  </a:lnTo>
                  <a:lnTo>
                    <a:pt x="380579" y="224373"/>
                  </a:lnTo>
                  <a:lnTo>
                    <a:pt x="380348" y="224545"/>
                  </a:lnTo>
                  <a:lnTo>
                    <a:pt x="380387" y="224848"/>
                  </a:lnTo>
                  <a:lnTo>
                    <a:pt x="380603" y="224766"/>
                  </a:lnTo>
                  <a:lnTo>
                    <a:pt x="380789" y="224804"/>
                  </a:lnTo>
                  <a:lnTo>
                    <a:pt x="380827" y="225336"/>
                  </a:lnTo>
                  <a:lnTo>
                    <a:pt x="380557" y="225449"/>
                  </a:lnTo>
                  <a:lnTo>
                    <a:pt x="380864" y="225551"/>
                  </a:lnTo>
                  <a:lnTo>
                    <a:pt x="381350" y="225689"/>
                  </a:lnTo>
                  <a:lnTo>
                    <a:pt x="381354" y="224929"/>
                  </a:lnTo>
                  <a:lnTo>
                    <a:pt x="381161" y="224758"/>
                  </a:lnTo>
                  <a:lnTo>
                    <a:pt x="381070" y="224589"/>
                  </a:lnTo>
                  <a:lnTo>
                    <a:pt x="381088" y="224443"/>
                  </a:lnTo>
                  <a:lnTo>
                    <a:pt x="381458" y="224491"/>
                  </a:lnTo>
                  <a:lnTo>
                    <a:pt x="381931" y="224526"/>
                  </a:lnTo>
                  <a:lnTo>
                    <a:pt x="382212" y="224547"/>
                  </a:lnTo>
                  <a:lnTo>
                    <a:pt x="382414" y="224562"/>
                  </a:lnTo>
                  <a:lnTo>
                    <a:pt x="382715" y="224601"/>
                  </a:lnTo>
                  <a:lnTo>
                    <a:pt x="382994" y="224665"/>
                  </a:lnTo>
                  <a:lnTo>
                    <a:pt x="383492" y="224739"/>
                  </a:lnTo>
                  <a:lnTo>
                    <a:pt x="383692" y="224742"/>
                  </a:lnTo>
                  <a:lnTo>
                    <a:pt x="383941" y="224745"/>
                  </a:lnTo>
                  <a:lnTo>
                    <a:pt x="384311" y="224737"/>
                  </a:lnTo>
                  <a:lnTo>
                    <a:pt x="384985" y="224581"/>
                  </a:lnTo>
                  <a:lnTo>
                    <a:pt x="385222" y="224238"/>
                  </a:lnTo>
                  <a:lnTo>
                    <a:pt x="385380" y="224036"/>
                  </a:lnTo>
                  <a:lnTo>
                    <a:pt x="386007" y="223769"/>
                  </a:lnTo>
                  <a:lnTo>
                    <a:pt x="386459" y="223715"/>
                  </a:lnTo>
                  <a:lnTo>
                    <a:pt x="386836" y="223692"/>
                  </a:lnTo>
                  <a:lnTo>
                    <a:pt x="387030" y="223495"/>
                  </a:lnTo>
                  <a:lnTo>
                    <a:pt x="387580" y="224039"/>
                  </a:lnTo>
                  <a:lnTo>
                    <a:pt x="387851" y="223844"/>
                  </a:lnTo>
                  <a:lnTo>
                    <a:pt x="387828" y="223531"/>
                  </a:lnTo>
                  <a:lnTo>
                    <a:pt x="388093" y="223690"/>
                  </a:lnTo>
                  <a:lnTo>
                    <a:pt x="388092" y="223839"/>
                  </a:lnTo>
                  <a:lnTo>
                    <a:pt x="388184" y="224123"/>
                  </a:lnTo>
                  <a:lnTo>
                    <a:pt x="388674" y="224207"/>
                  </a:lnTo>
                  <a:lnTo>
                    <a:pt x="388843" y="224095"/>
                  </a:lnTo>
                  <a:lnTo>
                    <a:pt x="388999" y="223841"/>
                  </a:lnTo>
                  <a:lnTo>
                    <a:pt x="388724" y="223539"/>
                  </a:lnTo>
                  <a:lnTo>
                    <a:pt x="389004" y="223621"/>
                  </a:lnTo>
                  <a:lnTo>
                    <a:pt x="389517" y="223954"/>
                  </a:lnTo>
                  <a:lnTo>
                    <a:pt x="390020" y="224807"/>
                  </a:lnTo>
                  <a:lnTo>
                    <a:pt x="390079" y="225128"/>
                  </a:lnTo>
                  <a:lnTo>
                    <a:pt x="389952" y="225182"/>
                  </a:lnTo>
                  <a:lnTo>
                    <a:pt x="389455" y="225733"/>
                  </a:lnTo>
                  <a:lnTo>
                    <a:pt x="389177" y="225804"/>
                  </a:lnTo>
                  <a:lnTo>
                    <a:pt x="389108" y="225573"/>
                  </a:lnTo>
                  <a:lnTo>
                    <a:pt x="389081" y="225395"/>
                  </a:lnTo>
                  <a:lnTo>
                    <a:pt x="388824" y="225172"/>
                  </a:lnTo>
                  <a:lnTo>
                    <a:pt x="388516" y="225197"/>
                  </a:lnTo>
                  <a:lnTo>
                    <a:pt x="388086" y="224962"/>
                  </a:lnTo>
                  <a:lnTo>
                    <a:pt x="387851" y="225008"/>
                  </a:lnTo>
                  <a:lnTo>
                    <a:pt x="387588" y="225114"/>
                  </a:lnTo>
                  <a:lnTo>
                    <a:pt x="387168" y="225365"/>
                  </a:lnTo>
                  <a:lnTo>
                    <a:pt x="386853" y="225593"/>
                  </a:lnTo>
                  <a:lnTo>
                    <a:pt x="386653" y="225695"/>
                  </a:lnTo>
                  <a:lnTo>
                    <a:pt x="386164" y="225803"/>
                  </a:lnTo>
                  <a:lnTo>
                    <a:pt x="385967" y="225902"/>
                  </a:lnTo>
                  <a:lnTo>
                    <a:pt x="385816" y="226001"/>
                  </a:lnTo>
                  <a:lnTo>
                    <a:pt x="385364" y="226508"/>
                  </a:lnTo>
                  <a:lnTo>
                    <a:pt x="385234" y="226675"/>
                  </a:lnTo>
                  <a:lnTo>
                    <a:pt x="385051" y="227004"/>
                  </a:lnTo>
                  <a:lnTo>
                    <a:pt x="384992" y="227174"/>
                  </a:lnTo>
                  <a:lnTo>
                    <a:pt x="384952" y="227366"/>
                  </a:lnTo>
                  <a:lnTo>
                    <a:pt x="385328" y="228168"/>
                  </a:lnTo>
                  <a:lnTo>
                    <a:pt x="384919" y="228950"/>
                  </a:lnTo>
                  <a:lnTo>
                    <a:pt x="384540" y="229011"/>
                  </a:lnTo>
                  <a:lnTo>
                    <a:pt x="384492" y="228767"/>
                  </a:lnTo>
                  <a:lnTo>
                    <a:pt x="383963" y="228687"/>
                  </a:lnTo>
                  <a:lnTo>
                    <a:pt x="383837" y="228788"/>
                  </a:lnTo>
                  <a:lnTo>
                    <a:pt x="384084" y="229139"/>
                  </a:lnTo>
                  <a:lnTo>
                    <a:pt x="384390" y="229581"/>
                  </a:lnTo>
                  <a:lnTo>
                    <a:pt x="384329" y="229772"/>
                  </a:lnTo>
                  <a:lnTo>
                    <a:pt x="384013" y="230086"/>
                  </a:lnTo>
                  <a:lnTo>
                    <a:pt x="384169" y="230193"/>
                  </a:lnTo>
                  <a:lnTo>
                    <a:pt x="384444" y="230368"/>
                  </a:lnTo>
                  <a:lnTo>
                    <a:pt x="384292" y="230440"/>
                  </a:lnTo>
                  <a:lnTo>
                    <a:pt x="383899" y="230133"/>
                  </a:lnTo>
                  <a:lnTo>
                    <a:pt x="383652" y="230210"/>
                  </a:lnTo>
                  <a:lnTo>
                    <a:pt x="383606" y="230547"/>
                  </a:lnTo>
                  <a:lnTo>
                    <a:pt x="383787" y="230742"/>
                  </a:lnTo>
                  <a:lnTo>
                    <a:pt x="384240" y="230778"/>
                  </a:lnTo>
                  <a:lnTo>
                    <a:pt x="384153" y="231217"/>
                  </a:lnTo>
                  <a:lnTo>
                    <a:pt x="384010" y="231704"/>
                  </a:lnTo>
                  <a:lnTo>
                    <a:pt x="384410" y="231613"/>
                  </a:lnTo>
                  <a:lnTo>
                    <a:pt x="384896" y="231689"/>
                  </a:lnTo>
                  <a:lnTo>
                    <a:pt x="384999" y="231844"/>
                  </a:lnTo>
                  <a:lnTo>
                    <a:pt x="385097" y="232012"/>
                  </a:lnTo>
                  <a:lnTo>
                    <a:pt x="385334" y="232419"/>
                  </a:lnTo>
                  <a:lnTo>
                    <a:pt x="385354" y="232938"/>
                  </a:lnTo>
                  <a:lnTo>
                    <a:pt x="385402" y="233346"/>
                  </a:lnTo>
                  <a:lnTo>
                    <a:pt x="385741" y="233619"/>
                  </a:lnTo>
                  <a:lnTo>
                    <a:pt x="385927" y="233734"/>
                  </a:lnTo>
                  <a:lnTo>
                    <a:pt x="386178" y="233826"/>
                  </a:lnTo>
                  <a:lnTo>
                    <a:pt x="386427" y="233989"/>
                  </a:lnTo>
                  <a:lnTo>
                    <a:pt x="386723" y="234381"/>
                  </a:lnTo>
                  <a:lnTo>
                    <a:pt x="386640" y="234529"/>
                  </a:lnTo>
                  <a:lnTo>
                    <a:pt x="386253" y="234373"/>
                  </a:lnTo>
                  <a:lnTo>
                    <a:pt x="385904" y="234508"/>
                  </a:lnTo>
                  <a:lnTo>
                    <a:pt x="385539" y="234772"/>
                  </a:lnTo>
                  <a:lnTo>
                    <a:pt x="385047" y="234832"/>
                  </a:lnTo>
                  <a:lnTo>
                    <a:pt x="384835" y="234859"/>
                  </a:lnTo>
                  <a:lnTo>
                    <a:pt x="384029" y="235277"/>
                  </a:lnTo>
                  <a:lnTo>
                    <a:pt x="383950" y="235748"/>
                  </a:lnTo>
                  <a:lnTo>
                    <a:pt x="384267" y="235938"/>
                  </a:lnTo>
                  <a:lnTo>
                    <a:pt x="384601" y="236049"/>
                  </a:lnTo>
                  <a:lnTo>
                    <a:pt x="384846" y="236253"/>
                  </a:lnTo>
                  <a:lnTo>
                    <a:pt x="384860" y="236385"/>
                  </a:lnTo>
                  <a:lnTo>
                    <a:pt x="384852" y="236558"/>
                  </a:lnTo>
                  <a:lnTo>
                    <a:pt x="384606" y="236933"/>
                  </a:lnTo>
                  <a:lnTo>
                    <a:pt x="384147" y="236868"/>
                  </a:lnTo>
                  <a:lnTo>
                    <a:pt x="383792" y="236765"/>
                  </a:lnTo>
                  <a:lnTo>
                    <a:pt x="383552" y="236677"/>
                  </a:lnTo>
                  <a:lnTo>
                    <a:pt x="383371" y="236608"/>
                  </a:lnTo>
                  <a:lnTo>
                    <a:pt x="382732" y="236347"/>
                  </a:lnTo>
                  <a:lnTo>
                    <a:pt x="382551" y="236373"/>
                  </a:lnTo>
                  <a:lnTo>
                    <a:pt x="382323" y="236407"/>
                  </a:lnTo>
                  <a:lnTo>
                    <a:pt x="381955" y="236516"/>
                  </a:lnTo>
                  <a:lnTo>
                    <a:pt x="381741" y="236544"/>
                  </a:lnTo>
                  <a:lnTo>
                    <a:pt x="381345" y="236548"/>
                  </a:lnTo>
                  <a:lnTo>
                    <a:pt x="381159" y="236520"/>
                  </a:lnTo>
                  <a:lnTo>
                    <a:pt x="380866" y="236728"/>
                  </a:lnTo>
                  <a:lnTo>
                    <a:pt x="380747" y="236882"/>
                  </a:lnTo>
                  <a:lnTo>
                    <a:pt x="380615" y="237092"/>
                  </a:lnTo>
                  <a:lnTo>
                    <a:pt x="380427" y="237447"/>
                  </a:lnTo>
                  <a:lnTo>
                    <a:pt x="380165" y="238143"/>
                  </a:lnTo>
                  <a:lnTo>
                    <a:pt x="380070" y="238549"/>
                  </a:lnTo>
                  <a:lnTo>
                    <a:pt x="379833" y="238483"/>
                  </a:lnTo>
                  <a:lnTo>
                    <a:pt x="379614" y="238386"/>
                  </a:lnTo>
                  <a:lnTo>
                    <a:pt x="379254" y="238603"/>
                  </a:lnTo>
                  <a:lnTo>
                    <a:pt x="379331" y="238779"/>
                  </a:lnTo>
                  <a:lnTo>
                    <a:pt x="379427" y="238998"/>
                  </a:lnTo>
                  <a:lnTo>
                    <a:pt x="379784" y="239164"/>
                  </a:lnTo>
                  <a:lnTo>
                    <a:pt x="379812" y="239329"/>
                  </a:lnTo>
                  <a:lnTo>
                    <a:pt x="379780" y="239793"/>
                  </a:lnTo>
                  <a:lnTo>
                    <a:pt x="379873" y="240165"/>
                  </a:lnTo>
                  <a:lnTo>
                    <a:pt x="379971" y="240447"/>
                  </a:lnTo>
                  <a:lnTo>
                    <a:pt x="379870" y="241186"/>
                  </a:lnTo>
                  <a:lnTo>
                    <a:pt x="379608" y="241181"/>
                  </a:lnTo>
                  <a:lnTo>
                    <a:pt x="378976" y="241190"/>
                  </a:lnTo>
                  <a:lnTo>
                    <a:pt x="378717" y="241495"/>
                  </a:lnTo>
                  <a:lnTo>
                    <a:pt x="378298" y="242108"/>
                  </a:lnTo>
                  <a:lnTo>
                    <a:pt x="378427" y="242339"/>
                  </a:lnTo>
                  <a:lnTo>
                    <a:pt x="378610" y="242665"/>
                  </a:lnTo>
                  <a:lnTo>
                    <a:pt x="378925" y="243016"/>
                  </a:lnTo>
                  <a:lnTo>
                    <a:pt x="379381" y="242581"/>
                  </a:lnTo>
                  <a:lnTo>
                    <a:pt x="379642" y="242472"/>
                  </a:lnTo>
                  <a:lnTo>
                    <a:pt x="380543" y="242693"/>
                  </a:lnTo>
                  <a:lnTo>
                    <a:pt x="380902" y="242934"/>
                  </a:lnTo>
                  <a:lnTo>
                    <a:pt x="381096" y="242996"/>
                  </a:lnTo>
                  <a:lnTo>
                    <a:pt x="381423" y="242866"/>
                  </a:lnTo>
                  <a:lnTo>
                    <a:pt x="381877" y="242771"/>
                  </a:lnTo>
                  <a:lnTo>
                    <a:pt x="382206" y="242736"/>
                  </a:lnTo>
                  <a:lnTo>
                    <a:pt x="382643" y="242574"/>
                  </a:lnTo>
                  <a:lnTo>
                    <a:pt x="383901" y="242108"/>
                  </a:lnTo>
                  <a:lnTo>
                    <a:pt x="384179" y="242036"/>
                  </a:lnTo>
                  <a:lnTo>
                    <a:pt x="384588" y="242175"/>
                  </a:lnTo>
                  <a:lnTo>
                    <a:pt x="384348" y="242277"/>
                  </a:lnTo>
                  <a:lnTo>
                    <a:pt x="384194" y="242285"/>
                  </a:lnTo>
                  <a:lnTo>
                    <a:pt x="383628" y="242393"/>
                  </a:lnTo>
                  <a:lnTo>
                    <a:pt x="383399" y="242548"/>
                  </a:lnTo>
                  <a:lnTo>
                    <a:pt x="383136" y="242815"/>
                  </a:lnTo>
                  <a:lnTo>
                    <a:pt x="382991" y="243046"/>
                  </a:lnTo>
                  <a:lnTo>
                    <a:pt x="382881" y="243688"/>
                  </a:lnTo>
                  <a:lnTo>
                    <a:pt x="382857" y="243900"/>
                  </a:lnTo>
                  <a:lnTo>
                    <a:pt x="382927" y="244411"/>
                  </a:lnTo>
                  <a:lnTo>
                    <a:pt x="383057" y="244893"/>
                  </a:lnTo>
                  <a:lnTo>
                    <a:pt x="383205" y="245131"/>
                  </a:lnTo>
                  <a:lnTo>
                    <a:pt x="382731" y="245749"/>
                  </a:lnTo>
                  <a:lnTo>
                    <a:pt x="382612" y="245904"/>
                  </a:lnTo>
                  <a:lnTo>
                    <a:pt x="382451" y="246200"/>
                  </a:lnTo>
                  <a:lnTo>
                    <a:pt x="382399" y="246350"/>
                  </a:lnTo>
                  <a:lnTo>
                    <a:pt x="382373" y="246485"/>
                  </a:lnTo>
                  <a:lnTo>
                    <a:pt x="382351" y="246802"/>
                  </a:lnTo>
                  <a:lnTo>
                    <a:pt x="382392" y="247029"/>
                  </a:lnTo>
                  <a:lnTo>
                    <a:pt x="382484" y="247294"/>
                  </a:lnTo>
                  <a:lnTo>
                    <a:pt x="382571" y="247442"/>
                  </a:lnTo>
                  <a:lnTo>
                    <a:pt x="382675" y="247572"/>
                  </a:lnTo>
                  <a:lnTo>
                    <a:pt x="382831" y="247937"/>
                  </a:lnTo>
                  <a:lnTo>
                    <a:pt x="382582" y="248383"/>
                  </a:lnTo>
                  <a:lnTo>
                    <a:pt x="382354" y="248582"/>
                  </a:lnTo>
                  <a:lnTo>
                    <a:pt x="381898" y="248869"/>
                  </a:lnTo>
                  <a:lnTo>
                    <a:pt x="381678" y="248887"/>
                  </a:lnTo>
                  <a:lnTo>
                    <a:pt x="381389" y="249031"/>
                  </a:lnTo>
                  <a:lnTo>
                    <a:pt x="381032" y="249180"/>
                  </a:lnTo>
                  <a:lnTo>
                    <a:pt x="381065" y="248919"/>
                  </a:lnTo>
                  <a:lnTo>
                    <a:pt x="381225" y="248740"/>
                  </a:lnTo>
                  <a:lnTo>
                    <a:pt x="381584" y="248415"/>
                  </a:lnTo>
                  <a:lnTo>
                    <a:pt x="381701" y="248130"/>
                  </a:lnTo>
                  <a:lnTo>
                    <a:pt x="381794" y="247901"/>
                  </a:lnTo>
                  <a:lnTo>
                    <a:pt x="381673" y="247434"/>
                  </a:lnTo>
                  <a:lnTo>
                    <a:pt x="381467" y="247290"/>
                  </a:lnTo>
                  <a:lnTo>
                    <a:pt x="381175" y="247440"/>
                  </a:lnTo>
                  <a:lnTo>
                    <a:pt x="380667" y="247344"/>
                  </a:lnTo>
                  <a:lnTo>
                    <a:pt x="380373" y="247574"/>
                  </a:lnTo>
                  <a:lnTo>
                    <a:pt x="380208" y="247871"/>
                  </a:lnTo>
                  <a:lnTo>
                    <a:pt x="380099" y="247665"/>
                  </a:lnTo>
                  <a:lnTo>
                    <a:pt x="379869" y="247490"/>
                  </a:lnTo>
                  <a:lnTo>
                    <a:pt x="379409" y="247665"/>
                  </a:lnTo>
                  <a:lnTo>
                    <a:pt x="379244" y="247699"/>
                  </a:lnTo>
                  <a:lnTo>
                    <a:pt x="379070" y="247694"/>
                  </a:lnTo>
                  <a:lnTo>
                    <a:pt x="378767" y="247672"/>
                  </a:lnTo>
                  <a:lnTo>
                    <a:pt x="378597" y="247694"/>
                  </a:lnTo>
                  <a:lnTo>
                    <a:pt x="378446" y="247713"/>
                  </a:lnTo>
                  <a:lnTo>
                    <a:pt x="378196" y="247872"/>
                  </a:lnTo>
                  <a:lnTo>
                    <a:pt x="377790" y="248185"/>
                  </a:lnTo>
                  <a:lnTo>
                    <a:pt x="377690" y="248618"/>
                  </a:lnTo>
                  <a:lnTo>
                    <a:pt x="377858" y="248873"/>
                  </a:lnTo>
                  <a:lnTo>
                    <a:pt x="377998" y="248910"/>
                  </a:lnTo>
                  <a:lnTo>
                    <a:pt x="378226" y="249165"/>
                  </a:lnTo>
                  <a:lnTo>
                    <a:pt x="378266" y="249496"/>
                  </a:lnTo>
                  <a:lnTo>
                    <a:pt x="378343" y="249627"/>
                  </a:lnTo>
                  <a:lnTo>
                    <a:pt x="378654" y="249624"/>
                  </a:lnTo>
                  <a:lnTo>
                    <a:pt x="378895" y="249159"/>
                  </a:lnTo>
                  <a:lnTo>
                    <a:pt x="378893" y="249761"/>
                  </a:lnTo>
                  <a:lnTo>
                    <a:pt x="379002" y="250060"/>
                  </a:lnTo>
                  <a:lnTo>
                    <a:pt x="378609" y="250103"/>
                  </a:lnTo>
                  <a:lnTo>
                    <a:pt x="378282" y="250357"/>
                  </a:lnTo>
                  <a:lnTo>
                    <a:pt x="377914" y="250599"/>
                  </a:lnTo>
                  <a:lnTo>
                    <a:pt x="377702" y="250660"/>
                  </a:lnTo>
                  <a:lnTo>
                    <a:pt x="377323" y="250728"/>
                  </a:lnTo>
                  <a:lnTo>
                    <a:pt x="377085" y="250555"/>
                  </a:lnTo>
                  <a:lnTo>
                    <a:pt x="376915" y="250476"/>
                  </a:lnTo>
                  <a:lnTo>
                    <a:pt x="376075" y="250678"/>
                  </a:lnTo>
                  <a:lnTo>
                    <a:pt x="375948" y="251521"/>
                  </a:lnTo>
                  <a:lnTo>
                    <a:pt x="375797" y="251626"/>
                  </a:lnTo>
                  <a:lnTo>
                    <a:pt x="375035" y="251835"/>
                  </a:lnTo>
                  <a:lnTo>
                    <a:pt x="374737" y="252252"/>
                  </a:lnTo>
                  <a:lnTo>
                    <a:pt x="374473" y="252172"/>
                  </a:lnTo>
                  <a:lnTo>
                    <a:pt x="374446" y="251905"/>
                  </a:lnTo>
                  <a:lnTo>
                    <a:pt x="374292" y="251841"/>
                  </a:lnTo>
                  <a:lnTo>
                    <a:pt x="373993" y="251879"/>
                  </a:lnTo>
                  <a:lnTo>
                    <a:pt x="373536" y="252140"/>
                  </a:lnTo>
                  <a:lnTo>
                    <a:pt x="373278" y="252104"/>
                  </a:lnTo>
                  <a:lnTo>
                    <a:pt x="373059" y="252015"/>
                  </a:lnTo>
                  <a:lnTo>
                    <a:pt x="372783" y="251903"/>
                  </a:lnTo>
                  <a:lnTo>
                    <a:pt x="372586" y="251866"/>
                  </a:lnTo>
                  <a:lnTo>
                    <a:pt x="372156" y="251788"/>
                  </a:lnTo>
                  <a:lnTo>
                    <a:pt x="371832" y="251714"/>
                  </a:lnTo>
                  <a:lnTo>
                    <a:pt x="371554" y="251609"/>
                  </a:lnTo>
                  <a:lnTo>
                    <a:pt x="371235" y="251721"/>
                  </a:lnTo>
                  <a:lnTo>
                    <a:pt x="370855" y="251724"/>
                  </a:lnTo>
                  <a:lnTo>
                    <a:pt x="370445" y="251661"/>
                  </a:lnTo>
                  <a:lnTo>
                    <a:pt x="370299" y="251639"/>
                  </a:lnTo>
                  <a:lnTo>
                    <a:pt x="370004" y="251551"/>
                  </a:lnTo>
                  <a:lnTo>
                    <a:pt x="369705" y="251295"/>
                  </a:lnTo>
                  <a:lnTo>
                    <a:pt x="369367" y="251219"/>
                  </a:lnTo>
                  <a:lnTo>
                    <a:pt x="368953" y="251385"/>
                  </a:lnTo>
                  <a:lnTo>
                    <a:pt x="368690" y="251472"/>
                  </a:lnTo>
                  <a:lnTo>
                    <a:pt x="368341" y="251588"/>
                  </a:lnTo>
                  <a:lnTo>
                    <a:pt x="367912" y="251328"/>
                  </a:lnTo>
                  <a:lnTo>
                    <a:pt x="368440" y="250721"/>
                  </a:lnTo>
                  <a:lnTo>
                    <a:pt x="368327" y="250347"/>
                  </a:lnTo>
                  <a:lnTo>
                    <a:pt x="368218" y="250212"/>
                  </a:lnTo>
                  <a:lnTo>
                    <a:pt x="368089" y="250089"/>
                  </a:lnTo>
                  <a:lnTo>
                    <a:pt x="367942" y="249976"/>
                  </a:lnTo>
                  <a:lnTo>
                    <a:pt x="367932" y="249750"/>
                  </a:lnTo>
                  <a:lnTo>
                    <a:pt x="367920" y="249495"/>
                  </a:lnTo>
                  <a:lnTo>
                    <a:pt x="368243" y="249180"/>
                  </a:lnTo>
                  <a:lnTo>
                    <a:pt x="368460" y="248807"/>
                  </a:lnTo>
                  <a:lnTo>
                    <a:pt x="368479" y="248548"/>
                  </a:lnTo>
                  <a:lnTo>
                    <a:pt x="368706" y="248544"/>
                  </a:lnTo>
                  <a:lnTo>
                    <a:pt x="368943" y="248568"/>
                  </a:lnTo>
                  <a:lnTo>
                    <a:pt x="369382" y="248644"/>
                  </a:lnTo>
                  <a:lnTo>
                    <a:pt x="369609" y="248634"/>
                  </a:lnTo>
                  <a:lnTo>
                    <a:pt x="369903" y="248539"/>
                  </a:lnTo>
                  <a:lnTo>
                    <a:pt x="370223" y="248634"/>
                  </a:lnTo>
                  <a:lnTo>
                    <a:pt x="370624" y="248665"/>
                  </a:lnTo>
                  <a:lnTo>
                    <a:pt x="370932" y="248484"/>
                  </a:lnTo>
                  <a:lnTo>
                    <a:pt x="370642" y="248615"/>
                  </a:lnTo>
                  <a:lnTo>
                    <a:pt x="370350" y="248598"/>
                  </a:lnTo>
                  <a:lnTo>
                    <a:pt x="369658" y="248462"/>
                  </a:lnTo>
                  <a:lnTo>
                    <a:pt x="369275" y="248470"/>
                  </a:lnTo>
                  <a:lnTo>
                    <a:pt x="368674" y="248375"/>
                  </a:lnTo>
                  <a:lnTo>
                    <a:pt x="368090" y="248060"/>
                  </a:lnTo>
                  <a:lnTo>
                    <a:pt x="367885" y="248467"/>
                  </a:lnTo>
                  <a:lnTo>
                    <a:pt x="367471" y="248285"/>
                  </a:lnTo>
                  <a:lnTo>
                    <a:pt x="367254" y="248190"/>
                  </a:lnTo>
                  <a:lnTo>
                    <a:pt x="366883" y="247993"/>
                  </a:lnTo>
                  <a:lnTo>
                    <a:pt x="366853" y="247801"/>
                  </a:lnTo>
                  <a:lnTo>
                    <a:pt x="366907" y="247670"/>
                  </a:lnTo>
                  <a:lnTo>
                    <a:pt x="366789" y="247099"/>
                  </a:lnTo>
                  <a:lnTo>
                    <a:pt x="366523" y="247231"/>
                  </a:lnTo>
                  <a:lnTo>
                    <a:pt x="366239" y="247082"/>
                  </a:lnTo>
                  <a:lnTo>
                    <a:pt x="366785" y="246375"/>
                  </a:lnTo>
                  <a:lnTo>
                    <a:pt x="367114" y="245773"/>
                  </a:lnTo>
                  <a:lnTo>
                    <a:pt x="367177" y="245637"/>
                  </a:lnTo>
                  <a:lnTo>
                    <a:pt x="367242" y="245493"/>
                  </a:lnTo>
                  <a:lnTo>
                    <a:pt x="367316" y="245326"/>
                  </a:lnTo>
                  <a:lnTo>
                    <a:pt x="367487" y="244941"/>
                  </a:lnTo>
                  <a:lnTo>
                    <a:pt x="367632" y="244613"/>
                  </a:lnTo>
                  <a:lnTo>
                    <a:pt x="367519" y="244206"/>
                  </a:lnTo>
                  <a:lnTo>
                    <a:pt x="367700" y="243903"/>
                  </a:lnTo>
                  <a:lnTo>
                    <a:pt x="368101" y="243780"/>
                  </a:lnTo>
                  <a:lnTo>
                    <a:pt x="368489" y="243827"/>
                  </a:lnTo>
                  <a:lnTo>
                    <a:pt x="368648" y="243614"/>
                  </a:lnTo>
                  <a:lnTo>
                    <a:pt x="368699" y="243318"/>
                  </a:lnTo>
                  <a:lnTo>
                    <a:pt x="368898" y="243058"/>
                  </a:lnTo>
                  <a:lnTo>
                    <a:pt x="369110" y="242812"/>
                  </a:lnTo>
                  <a:lnTo>
                    <a:pt x="369361" y="242572"/>
                  </a:lnTo>
                  <a:lnTo>
                    <a:pt x="369698" y="242316"/>
                  </a:lnTo>
                  <a:lnTo>
                    <a:pt x="369317" y="242500"/>
                  </a:lnTo>
                  <a:lnTo>
                    <a:pt x="369152" y="242646"/>
                  </a:lnTo>
                  <a:lnTo>
                    <a:pt x="368888" y="242814"/>
                  </a:lnTo>
                  <a:lnTo>
                    <a:pt x="368899" y="242673"/>
                  </a:lnTo>
                  <a:lnTo>
                    <a:pt x="368914" y="242485"/>
                  </a:lnTo>
                  <a:lnTo>
                    <a:pt x="368857" y="242336"/>
                  </a:lnTo>
                  <a:lnTo>
                    <a:pt x="368806" y="242200"/>
                  </a:lnTo>
                  <a:lnTo>
                    <a:pt x="368601" y="241879"/>
                  </a:lnTo>
                  <a:lnTo>
                    <a:pt x="368260" y="241678"/>
                  </a:lnTo>
                  <a:lnTo>
                    <a:pt x="368114" y="241757"/>
                  </a:lnTo>
                  <a:lnTo>
                    <a:pt x="368410" y="241817"/>
                  </a:lnTo>
                  <a:lnTo>
                    <a:pt x="368593" y="242082"/>
                  </a:lnTo>
                  <a:lnTo>
                    <a:pt x="368672" y="242681"/>
                  </a:lnTo>
                  <a:lnTo>
                    <a:pt x="368588" y="242813"/>
                  </a:lnTo>
                  <a:lnTo>
                    <a:pt x="368262" y="243103"/>
                  </a:lnTo>
                  <a:lnTo>
                    <a:pt x="368273" y="243339"/>
                  </a:lnTo>
                  <a:lnTo>
                    <a:pt x="367861" y="243442"/>
                  </a:lnTo>
                  <a:lnTo>
                    <a:pt x="367598" y="243487"/>
                  </a:lnTo>
                  <a:lnTo>
                    <a:pt x="366895" y="243815"/>
                  </a:lnTo>
                  <a:lnTo>
                    <a:pt x="366796" y="244260"/>
                  </a:lnTo>
                  <a:lnTo>
                    <a:pt x="366776" y="244524"/>
                  </a:lnTo>
                  <a:lnTo>
                    <a:pt x="366698" y="244944"/>
                  </a:lnTo>
                  <a:lnTo>
                    <a:pt x="366483" y="245016"/>
                  </a:lnTo>
                  <a:lnTo>
                    <a:pt x="366515" y="245615"/>
                  </a:lnTo>
                  <a:lnTo>
                    <a:pt x="366380" y="246338"/>
                  </a:lnTo>
                  <a:lnTo>
                    <a:pt x="366046" y="246555"/>
                  </a:lnTo>
                  <a:lnTo>
                    <a:pt x="365091" y="246224"/>
                  </a:lnTo>
                  <a:lnTo>
                    <a:pt x="364769" y="246260"/>
                  </a:lnTo>
                  <a:lnTo>
                    <a:pt x="364424" y="246348"/>
                  </a:lnTo>
                  <a:lnTo>
                    <a:pt x="364181" y="246526"/>
                  </a:lnTo>
                  <a:lnTo>
                    <a:pt x="363817" y="247181"/>
                  </a:lnTo>
                  <a:lnTo>
                    <a:pt x="363814" y="247368"/>
                  </a:lnTo>
                  <a:lnTo>
                    <a:pt x="363882" y="247545"/>
                  </a:lnTo>
                  <a:lnTo>
                    <a:pt x="363999" y="247778"/>
                  </a:lnTo>
                  <a:lnTo>
                    <a:pt x="363812" y="247922"/>
                  </a:lnTo>
                  <a:lnTo>
                    <a:pt x="363551" y="247947"/>
                  </a:lnTo>
                  <a:lnTo>
                    <a:pt x="363287" y="247999"/>
                  </a:lnTo>
                  <a:lnTo>
                    <a:pt x="363070" y="248075"/>
                  </a:lnTo>
                  <a:lnTo>
                    <a:pt x="362937" y="248121"/>
                  </a:lnTo>
                  <a:lnTo>
                    <a:pt x="362327" y="248351"/>
                  </a:lnTo>
                  <a:lnTo>
                    <a:pt x="362112" y="248459"/>
                  </a:lnTo>
                  <a:lnTo>
                    <a:pt x="361869" y="248685"/>
                  </a:lnTo>
                  <a:lnTo>
                    <a:pt x="361787" y="248821"/>
                  </a:lnTo>
                  <a:lnTo>
                    <a:pt x="361284" y="248460"/>
                  </a:lnTo>
                  <a:lnTo>
                    <a:pt x="361519" y="247888"/>
                  </a:lnTo>
                  <a:lnTo>
                    <a:pt x="361400" y="246991"/>
                  </a:lnTo>
                  <a:lnTo>
                    <a:pt x="361160" y="246633"/>
                  </a:lnTo>
                  <a:lnTo>
                    <a:pt x="360862" y="246470"/>
                  </a:lnTo>
                  <a:lnTo>
                    <a:pt x="360968" y="246208"/>
                  </a:lnTo>
                  <a:lnTo>
                    <a:pt x="360861" y="245700"/>
                  </a:lnTo>
                  <a:lnTo>
                    <a:pt x="360577" y="245606"/>
                  </a:lnTo>
                  <a:lnTo>
                    <a:pt x="360299" y="245571"/>
                  </a:lnTo>
                  <a:lnTo>
                    <a:pt x="360095" y="245181"/>
                  </a:lnTo>
                  <a:lnTo>
                    <a:pt x="360134" y="244929"/>
                  </a:lnTo>
                  <a:lnTo>
                    <a:pt x="360165" y="244723"/>
                  </a:lnTo>
                  <a:lnTo>
                    <a:pt x="360103" y="244503"/>
                  </a:lnTo>
                  <a:lnTo>
                    <a:pt x="360045" y="244692"/>
                  </a:lnTo>
                  <a:lnTo>
                    <a:pt x="359952" y="244994"/>
                  </a:lnTo>
                  <a:lnTo>
                    <a:pt x="359926" y="245248"/>
                  </a:lnTo>
                  <a:lnTo>
                    <a:pt x="360042" y="245488"/>
                  </a:lnTo>
                  <a:lnTo>
                    <a:pt x="360144" y="245776"/>
                  </a:lnTo>
                  <a:lnTo>
                    <a:pt x="359106" y="245857"/>
                  </a:lnTo>
                  <a:lnTo>
                    <a:pt x="358975" y="245614"/>
                  </a:lnTo>
                  <a:lnTo>
                    <a:pt x="358726" y="245342"/>
                  </a:lnTo>
                  <a:lnTo>
                    <a:pt x="358511" y="245212"/>
                  </a:lnTo>
                  <a:lnTo>
                    <a:pt x="358031" y="245069"/>
                  </a:lnTo>
                  <a:lnTo>
                    <a:pt x="357904" y="245029"/>
                  </a:lnTo>
                  <a:lnTo>
                    <a:pt x="357887" y="244901"/>
                  </a:lnTo>
                  <a:lnTo>
                    <a:pt x="357726" y="244795"/>
                  </a:lnTo>
                  <a:lnTo>
                    <a:pt x="357841" y="245184"/>
                  </a:lnTo>
                  <a:lnTo>
                    <a:pt x="358204" y="245259"/>
                  </a:lnTo>
                  <a:lnTo>
                    <a:pt x="358569" y="245501"/>
                  </a:lnTo>
                  <a:lnTo>
                    <a:pt x="358789" y="245667"/>
                  </a:lnTo>
                  <a:lnTo>
                    <a:pt x="358714" y="245979"/>
                  </a:lnTo>
                  <a:lnTo>
                    <a:pt x="358505" y="246022"/>
                  </a:lnTo>
                  <a:lnTo>
                    <a:pt x="358913" y="246283"/>
                  </a:lnTo>
                  <a:lnTo>
                    <a:pt x="358586" y="246708"/>
                  </a:lnTo>
                  <a:lnTo>
                    <a:pt x="358452" y="246771"/>
                  </a:lnTo>
                  <a:lnTo>
                    <a:pt x="358170" y="246903"/>
                  </a:lnTo>
                  <a:lnTo>
                    <a:pt x="357583" y="247042"/>
                  </a:lnTo>
                  <a:lnTo>
                    <a:pt x="356938" y="247196"/>
                  </a:lnTo>
                  <a:lnTo>
                    <a:pt x="356452" y="247354"/>
                  </a:lnTo>
                  <a:lnTo>
                    <a:pt x="356056" y="247519"/>
                  </a:lnTo>
                  <a:lnTo>
                    <a:pt x="355799" y="247627"/>
                  </a:lnTo>
                  <a:lnTo>
                    <a:pt x="355521" y="247696"/>
                  </a:lnTo>
                  <a:lnTo>
                    <a:pt x="355361" y="247735"/>
                  </a:lnTo>
                  <a:lnTo>
                    <a:pt x="355098" y="247821"/>
                  </a:lnTo>
                  <a:lnTo>
                    <a:pt x="354642" y="247969"/>
                  </a:lnTo>
                  <a:lnTo>
                    <a:pt x="354411" y="248044"/>
                  </a:lnTo>
                  <a:lnTo>
                    <a:pt x="353997" y="248163"/>
                  </a:lnTo>
                  <a:lnTo>
                    <a:pt x="353597" y="248494"/>
                  </a:lnTo>
                  <a:lnTo>
                    <a:pt x="353380" y="248540"/>
                  </a:lnTo>
                  <a:lnTo>
                    <a:pt x="353135" y="248592"/>
                  </a:lnTo>
                  <a:lnTo>
                    <a:pt x="352889" y="248645"/>
                  </a:lnTo>
                  <a:lnTo>
                    <a:pt x="352438" y="248802"/>
                  </a:lnTo>
                  <a:lnTo>
                    <a:pt x="352160" y="248924"/>
                  </a:lnTo>
                  <a:lnTo>
                    <a:pt x="351773" y="249161"/>
                  </a:lnTo>
                  <a:lnTo>
                    <a:pt x="351455" y="249220"/>
                  </a:lnTo>
                  <a:lnTo>
                    <a:pt x="351123" y="249308"/>
                  </a:lnTo>
                  <a:lnTo>
                    <a:pt x="350580" y="249510"/>
                  </a:lnTo>
                  <a:lnTo>
                    <a:pt x="349833" y="249944"/>
                  </a:lnTo>
                  <a:lnTo>
                    <a:pt x="349564" y="250417"/>
                  </a:lnTo>
                  <a:lnTo>
                    <a:pt x="349447" y="250639"/>
                  </a:lnTo>
                  <a:lnTo>
                    <a:pt x="349583" y="251206"/>
                  </a:lnTo>
                  <a:lnTo>
                    <a:pt x="349579" y="251390"/>
                  </a:lnTo>
                  <a:lnTo>
                    <a:pt x="349387" y="251645"/>
                  </a:lnTo>
                  <a:lnTo>
                    <a:pt x="348618" y="251979"/>
                  </a:lnTo>
                  <a:lnTo>
                    <a:pt x="348239" y="252456"/>
                  </a:lnTo>
                  <a:lnTo>
                    <a:pt x="348182" y="252189"/>
                  </a:lnTo>
                  <a:lnTo>
                    <a:pt x="347998" y="252181"/>
                  </a:lnTo>
                  <a:lnTo>
                    <a:pt x="347846" y="252218"/>
                  </a:lnTo>
                  <a:lnTo>
                    <a:pt x="347695" y="252255"/>
                  </a:lnTo>
                  <a:lnTo>
                    <a:pt x="347528" y="252372"/>
                  </a:lnTo>
                  <a:lnTo>
                    <a:pt x="347297" y="252571"/>
                  </a:lnTo>
                  <a:lnTo>
                    <a:pt x="347168" y="252575"/>
                  </a:lnTo>
                  <a:lnTo>
                    <a:pt x="346598" y="252520"/>
                  </a:lnTo>
                  <a:lnTo>
                    <a:pt x="346321" y="252567"/>
                  </a:lnTo>
                  <a:lnTo>
                    <a:pt x="346086" y="252607"/>
                  </a:lnTo>
                  <a:lnTo>
                    <a:pt x="345637" y="252725"/>
                  </a:lnTo>
                  <a:lnTo>
                    <a:pt x="345472" y="252805"/>
                  </a:lnTo>
                  <a:lnTo>
                    <a:pt x="344709" y="253171"/>
                  </a:lnTo>
                  <a:lnTo>
                    <a:pt x="344491" y="253319"/>
                  </a:lnTo>
                  <a:lnTo>
                    <a:pt x="344237" y="253352"/>
                  </a:lnTo>
                  <a:lnTo>
                    <a:pt x="344202" y="253195"/>
                  </a:lnTo>
                  <a:lnTo>
                    <a:pt x="344188" y="252880"/>
                  </a:lnTo>
                  <a:lnTo>
                    <a:pt x="344449" y="252730"/>
                  </a:lnTo>
                  <a:lnTo>
                    <a:pt x="344613" y="252672"/>
                  </a:lnTo>
                  <a:lnTo>
                    <a:pt x="344822" y="252618"/>
                  </a:lnTo>
                  <a:lnTo>
                    <a:pt x="344950" y="252585"/>
                  </a:lnTo>
                  <a:lnTo>
                    <a:pt x="345282" y="252281"/>
                  </a:lnTo>
                  <a:lnTo>
                    <a:pt x="344975" y="252360"/>
                  </a:lnTo>
                  <a:lnTo>
                    <a:pt x="344765" y="252335"/>
                  </a:lnTo>
                  <a:lnTo>
                    <a:pt x="344514" y="252344"/>
                  </a:lnTo>
                  <a:lnTo>
                    <a:pt x="344306" y="252474"/>
                  </a:lnTo>
                  <a:lnTo>
                    <a:pt x="344061" y="252625"/>
                  </a:lnTo>
                  <a:lnTo>
                    <a:pt x="343962" y="252941"/>
                  </a:lnTo>
                  <a:lnTo>
                    <a:pt x="343973" y="253080"/>
                  </a:lnTo>
                  <a:lnTo>
                    <a:pt x="343985" y="253235"/>
                  </a:lnTo>
                  <a:lnTo>
                    <a:pt x="344025" y="253758"/>
                  </a:lnTo>
                  <a:lnTo>
                    <a:pt x="343984" y="254013"/>
                  </a:lnTo>
                  <a:lnTo>
                    <a:pt x="344000" y="254195"/>
                  </a:lnTo>
                  <a:lnTo>
                    <a:pt x="344055" y="255359"/>
                  </a:lnTo>
                  <a:lnTo>
                    <a:pt x="344551" y="255831"/>
                  </a:lnTo>
                  <a:lnTo>
                    <a:pt x="344561" y="256272"/>
                  </a:lnTo>
                  <a:lnTo>
                    <a:pt x="344911" y="256823"/>
                  </a:lnTo>
                  <a:lnTo>
                    <a:pt x="344775" y="256845"/>
                  </a:lnTo>
                  <a:lnTo>
                    <a:pt x="344244" y="256930"/>
                  </a:lnTo>
                  <a:lnTo>
                    <a:pt x="344040" y="256799"/>
                  </a:lnTo>
                  <a:lnTo>
                    <a:pt x="343536" y="256664"/>
                  </a:lnTo>
                  <a:lnTo>
                    <a:pt x="343053" y="256371"/>
                  </a:lnTo>
                  <a:lnTo>
                    <a:pt x="342991" y="255786"/>
                  </a:lnTo>
                  <a:lnTo>
                    <a:pt x="343021" y="255397"/>
                  </a:lnTo>
                  <a:lnTo>
                    <a:pt x="342722" y="255386"/>
                  </a:lnTo>
                  <a:lnTo>
                    <a:pt x="342547" y="255409"/>
                  </a:lnTo>
                  <a:lnTo>
                    <a:pt x="342382" y="255524"/>
                  </a:lnTo>
                  <a:lnTo>
                    <a:pt x="342212" y="255727"/>
                  </a:lnTo>
                  <a:lnTo>
                    <a:pt x="342059" y="255604"/>
                  </a:lnTo>
                  <a:lnTo>
                    <a:pt x="341929" y="255390"/>
                  </a:lnTo>
                  <a:lnTo>
                    <a:pt x="341478" y="255366"/>
                  </a:lnTo>
                  <a:lnTo>
                    <a:pt x="341169" y="255422"/>
                  </a:lnTo>
                  <a:lnTo>
                    <a:pt x="340925" y="255533"/>
                  </a:lnTo>
                  <a:lnTo>
                    <a:pt x="341236" y="255787"/>
                  </a:lnTo>
                  <a:lnTo>
                    <a:pt x="341475" y="256028"/>
                  </a:lnTo>
                  <a:lnTo>
                    <a:pt x="341753" y="256536"/>
                  </a:lnTo>
                  <a:lnTo>
                    <a:pt x="341735" y="256825"/>
                  </a:lnTo>
                  <a:lnTo>
                    <a:pt x="341558" y="256999"/>
                  </a:lnTo>
                  <a:lnTo>
                    <a:pt x="341228" y="257023"/>
                  </a:lnTo>
                  <a:lnTo>
                    <a:pt x="340816" y="256950"/>
                  </a:lnTo>
                  <a:lnTo>
                    <a:pt x="340608" y="256818"/>
                  </a:lnTo>
                  <a:lnTo>
                    <a:pt x="340718" y="256673"/>
                  </a:lnTo>
                  <a:lnTo>
                    <a:pt x="340834" y="256122"/>
                  </a:lnTo>
                  <a:lnTo>
                    <a:pt x="340272" y="256020"/>
                  </a:lnTo>
                  <a:lnTo>
                    <a:pt x="339935" y="255990"/>
                  </a:lnTo>
                  <a:lnTo>
                    <a:pt x="339399" y="255566"/>
                  </a:lnTo>
                  <a:lnTo>
                    <a:pt x="339137" y="255678"/>
                  </a:lnTo>
                  <a:lnTo>
                    <a:pt x="338844" y="255552"/>
                  </a:lnTo>
                  <a:lnTo>
                    <a:pt x="338870" y="255161"/>
                  </a:lnTo>
                  <a:lnTo>
                    <a:pt x="338654" y="255056"/>
                  </a:lnTo>
                  <a:lnTo>
                    <a:pt x="338173" y="255116"/>
                  </a:lnTo>
                  <a:lnTo>
                    <a:pt x="338005" y="255028"/>
                  </a:lnTo>
                  <a:lnTo>
                    <a:pt x="337955" y="254641"/>
                  </a:lnTo>
                  <a:lnTo>
                    <a:pt x="338409" y="254290"/>
                  </a:lnTo>
                  <a:lnTo>
                    <a:pt x="338591" y="254235"/>
                  </a:lnTo>
                  <a:lnTo>
                    <a:pt x="338832" y="254163"/>
                  </a:lnTo>
                  <a:lnTo>
                    <a:pt x="339165" y="254052"/>
                  </a:lnTo>
                  <a:lnTo>
                    <a:pt x="339298" y="253975"/>
                  </a:lnTo>
                  <a:lnTo>
                    <a:pt x="339875" y="253625"/>
                  </a:lnTo>
                  <a:lnTo>
                    <a:pt x="340203" y="253605"/>
                  </a:lnTo>
                  <a:lnTo>
                    <a:pt x="340433" y="253701"/>
                  </a:lnTo>
                  <a:lnTo>
                    <a:pt x="340833" y="253700"/>
                  </a:lnTo>
                  <a:lnTo>
                    <a:pt x="341017" y="253532"/>
                  </a:lnTo>
                  <a:lnTo>
                    <a:pt x="340883" y="253387"/>
                  </a:lnTo>
                  <a:lnTo>
                    <a:pt x="340845" y="253256"/>
                  </a:lnTo>
                  <a:lnTo>
                    <a:pt x="341232" y="252908"/>
                  </a:lnTo>
                  <a:lnTo>
                    <a:pt x="341376" y="252847"/>
                  </a:lnTo>
                  <a:lnTo>
                    <a:pt x="341634" y="252739"/>
                  </a:lnTo>
                  <a:lnTo>
                    <a:pt x="341998" y="252428"/>
                  </a:lnTo>
                  <a:lnTo>
                    <a:pt x="341995" y="251898"/>
                  </a:lnTo>
                  <a:lnTo>
                    <a:pt x="341995" y="251736"/>
                  </a:lnTo>
                  <a:lnTo>
                    <a:pt x="342582" y="251408"/>
                  </a:lnTo>
                  <a:lnTo>
                    <a:pt x="343016" y="251384"/>
                  </a:lnTo>
                  <a:lnTo>
                    <a:pt x="343177" y="251634"/>
                  </a:lnTo>
                  <a:lnTo>
                    <a:pt x="343493" y="251508"/>
                  </a:lnTo>
                  <a:lnTo>
                    <a:pt x="343680" y="251366"/>
                  </a:lnTo>
                  <a:lnTo>
                    <a:pt x="343458" y="251480"/>
                  </a:lnTo>
                  <a:lnTo>
                    <a:pt x="343294" y="251530"/>
                  </a:lnTo>
                  <a:lnTo>
                    <a:pt x="343167" y="251527"/>
                  </a:lnTo>
                  <a:lnTo>
                    <a:pt x="342910" y="251244"/>
                  </a:lnTo>
                  <a:lnTo>
                    <a:pt x="342551" y="251336"/>
                  </a:lnTo>
                  <a:lnTo>
                    <a:pt x="341831" y="251614"/>
                  </a:lnTo>
                  <a:lnTo>
                    <a:pt x="341227" y="251912"/>
                  </a:lnTo>
                  <a:lnTo>
                    <a:pt x="341252" y="252085"/>
                  </a:lnTo>
                  <a:lnTo>
                    <a:pt x="340735" y="252292"/>
                  </a:lnTo>
                  <a:lnTo>
                    <a:pt x="340265" y="252480"/>
                  </a:lnTo>
                  <a:lnTo>
                    <a:pt x="340127" y="252535"/>
                  </a:lnTo>
                  <a:lnTo>
                    <a:pt x="339955" y="252604"/>
                  </a:lnTo>
                  <a:lnTo>
                    <a:pt x="339631" y="252806"/>
                  </a:lnTo>
                  <a:lnTo>
                    <a:pt x="339335" y="253374"/>
                  </a:lnTo>
                  <a:lnTo>
                    <a:pt x="339063" y="253452"/>
                  </a:lnTo>
                  <a:lnTo>
                    <a:pt x="338907" y="253497"/>
                  </a:lnTo>
                  <a:lnTo>
                    <a:pt x="338613" y="253673"/>
                  </a:lnTo>
                  <a:lnTo>
                    <a:pt x="338436" y="253810"/>
                  </a:lnTo>
                  <a:lnTo>
                    <a:pt x="338521" y="253948"/>
                  </a:lnTo>
                  <a:lnTo>
                    <a:pt x="338132" y="254054"/>
                  </a:lnTo>
                  <a:lnTo>
                    <a:pt x="338193" y="253731"/>
                  </a:lnTo>
                  <a:lnTo>
                    <a:pt x="338247" y="253559"/>
                  </a:lnTo>
                  <a:lnTo>
                    <a:pt x="338257" y="253429"/>
                  </a:lnTo>
                  <a:lnTo>
                    <a:pt x="338247" y="253240"/>
                  </a:lnTo>
                  <a:lnTo>
                    <a:pt x="338226" y="252832"/>
                  </a:lnTo>
                  <a:lnTo>
                    <a:pt x="338080" y="252678"/>
                  </a:lnTo>
                  <a:lnTo>
                    <a:pt x="337854" y="252609"/>
                  </a:lnTo>
                  <a:lnTo>
                    <a:pt x="337658" y="252597"/>
                  </a:lnTo>
                  <a:lnTo>
                    <a:pt x="337335" y="252826"/>
                  </a:lnTo>
                  <a:lnTo>
                    <a:pt x="337564" y="253115"/>
                  </a:lnTo>
                  <a:lnTo>
                    <a:pt x="337763" y="253485"/>
                  </a:lnTo>
                  <a:lnTo>
                    <a:pt x="337550" y="253921"/>
                  </a:lnTo>
                  <a:lnTo>
                    <a:pt x="337402" y="254488"/>
                  </a:lnTo>
                  <a:lnTo>
                    <a:pt x="337506" y="254809"/>
                  </a:lnTo>
                  <a:lnTo>
                    <a:pt x="337610" y="255134"/>
                  </a:lnTo>
                  <a:lnTo>
                    <a:pt x="337461" y="255165"/>
                  </a:lnTo>
                  <a:lnTo>
                    <a:pt x="337278" y="255204"/>
                  </a:lnTo>
                  <a:lnTo>
                    <a:pt x="337084" y="255279"/>
                  </a:lnTo>
                  <a:lnTo>
                    <a:pt x="336887" y="255583"/>
                  </a:lnTo>
                  <a:lnTo>
                    <a:pt x="336768" y="255862"/>
                  </a:lnTo>
                  <a:lnTo>
                    <a:pt x="336478" y="255901"/>
                  </a:lnTo>
                  <a:lnTo>
                    <a:pt x="336207" y="255885"/>
                  </a:lnTo>
                  <a:lnTo>
                    <a:pt x="335822" y="255954"/>
                  </a:lnTo>
                  <a:lnTo>
                    <a:pt x="335600" y="255994"/>
                  </a:lnTo>
                  <a:lnTo>
                    <a:pt x="335464" y="255761"/>
                  </a:lnTo>
                  <a:lnTo>
                    <a:pt x="335095" y="255648"/>
                  </a:lnTo>
                  <a:lnTo>
                    <a:pt x="334889" y="255637"/>
                  </a:lnTo>
                  <a:lnTo>
                    <a:pt x="334756" y="255668"/>
                  </a:lnTo>
                  <a:lnTo>
                    <a:pt x="334560" y="255771"/>
                  </a:lnTo>
                  <a:lnTo>
                    <a:pt x="334418" y="255869"/>
                  </a:lnTo>
                  <a:lnTo>
                    <a:pt x="333922" y="256307"/>
                  </a:lnTo>
                  <a:lnTo>
                    <a:pt x="333563" y="256715"/>
                  </a:lnTo>
                  <a:lnTo>
                    <a:pt x="333496" y="256908"/>
                  </a:lnTo>
                  <a:lnTo>
                    <a:pt x="333433" y="257198"/>
                  </a:lnTo>
                  <a:lnTo>
                    <a:pt x="333436" y="257358"/>
                  </a:lnTo>
                  <a:lnTo>
                    <a:pt x="333512" y="257648"/>
                  </a:lnTo>
                  <a:lnTo>
                    <a:pt x="333710" y="257763"/>
                  </a:lnTo>
                  <a:lnTo>
                    <a:pt x="333916" y="257600"/>
                  </a:lnTo>
                  <a:lnTo>
                    <a:pt x="334311" y="257858"/>
                  </a:lnTo>
                  <a:lnTo>
                    <a:pt x="334477" y="258065"/>
                  </a:lnTo>
                  <a:lnTo>
                    <a:pt x="334156" y="258380"/>
                  </a:lnTo>
                  <a:lnTo>
                    <a:pt x="333398" y="258482"/>
                  </a:lnTo>
                  <a:lnTo>
                    <a:pt x="333301" y="258020"/>
                  </a:lnTo>
                  <a:lnTo>
                    <a:pt x="333087" y="257872"/>
                  </a:lnTo>
                  <a:lnTo>
                    <a:pt x="332820" y="257725"/>
                  </a:lnTo>
                  <a:lnTo>
                    <a:pt x="332609" y="257689"/>
                  </a:lnTo>
                  <a:lnTo>
                    <a:pt x="332325" y="257641"/>
                  </a:lnTo>
                  <a:lnTo>
                    <a:pt x="331873" y="257649"/>
                  </a:lnTo>
                  <a:lnTo>
                    <a:pt x="331534" y="257714"/>
                  </a:lnTo>
                  <a:lnTo>
                    <a:pt x="331162" y="257842"/>
                  </a:lnTo>
                  <a:lnTo>
                    <a:pt x="330970" y="257943"/>
                  </a:lnTo>
                  <a:lnTo>
                    <a:pt x="330774" y="258077"/>
                  </a:lnTo>
                  <a:lnTo>
                    <a:pt x="330635" y="258039"/>
                  </a:lnTo>
                  <a:lnTo>
                    <a:pt x="330364" y="257964"/>
                  </a:lnTo>
                  <a:lnTo>
                    <a:pt x="330050" y="257996"/>
                  </a:lnTo>
                  <a:lnTo>
                    <a:pt x="329453" y="258191"/>
                  </a:lnTo>
                  <a:lnTo>
                    <a:pt x="329106" y="258334"/>
                  </a:lnTo>
                  <a:lnTo>
                    <a:pt x="328613" y="258573"/>
                  </a:lnTo>
                  <a:lnTo>
                    <a:pt x="328082" y="258855"/>
                  </a:lnTo>
                  <a:lnTo>
                    <a:pt x="327895" y="258973"/>
                  </a:lnTo>
                  <a:lnTo>
                    <a:pt x="327871" y="260032"/>
                  </a:lnTo>
                  <a:lnTo>
                    <a:pt x="327501" y="260095"/>
                  </a:lnTo>
                  <a:lnTo>
                    <a:pt x="327540" y="259704"/>
                  </a:lnTo>
                  <a:lnTo>
                    <a:pt x="327581" y="259417"/>
                  </a:lnTo>
                  <a:lnTo>
                    <a:pt x="327505" y="258959"/>
                  </a:lnTo>
                  <a:lnTo>
                    <a:pt x="327287" y="258890"/>
                  </a:lnTo>
                  <a:lnTo>
                    <a:pt x="326939" y="258874"/>
                  </a:lnTo>
                  <a:lnTo>
                    <a:pt x="326717" y="258906"/>
                  </a:lnTo>
                  <a:lnTo>
                    <a:pt x="326333" y="258999"/>
                  </a:lnTo>
                  <a:lnTo>
                    <a:pt x="325957" y="259144"/>
                  </a:lnTo>
                  <a:lnTo>
                    <a:pt x="325730" y="259252"/>
                  </a:lnTo>
                  <a:lnTo>
                    <a:pt x="325335" y="259440"/>
                  </a:lnTo>
                  <a:lnTo>
                    <a:pt x="324937" y="259708"/>
                  </a:lnTo>
                  <a:lnTo>
                    <a:pt x="324744" y="259773"/>
                  </a:lnTo>
                  <a:lnTo>
                    <a:pt x="324286" y="259961"/>
                  </a:lnTo>
                  <a:lnTo>
                    <a:pt x="323819" y="260198"/>
                  </a:lnTo>
                  <a:lnTo>
                    <a:pt x="323469" y="260410"/>
                  </a:lnTo>
                  <a:lnTo>
                    <a:pt x="322946" y="260761"/>
                  </a:lnTo>
                  <a:lnTo>
                    <a:pt x="322288" y="261279"/>
                  </a:lnTo>
                  <a:lnTo>
                    <a:pt x="322130" y="261444"/>
                  </a:lnTo>
                  <a:lnTo>
                    <a:pt x="322022" y="261580"/>
                  </a:lnTo>
                  <a:lnTo>
                    <a:pt x="321828" y="261828"/>
                  </a:lnTo>
                  <a:lnTo>
                    <a:pt x="321649" y="262022"/>
                  </a:lnTo>
                  <a:lnTo>
                    <a:pt x="321412" y="262075"/>
                  </a:lnTo>
                  <a:lnTo>
                    <a:pt x="321255" y="262206"/>
                  </a:lnTo>
                  <a:lnTo>
                    <a:pt x="320869" y="262448"/>
                  </a:lnTo>
                  <a:lnTo>
                    <a:pt x="320668" y="262456"/>
                  </a:lnTo>
                  <a:lnTo>
                    <a:pt x="320475" y="262515"/>
                  </a:lnTo>
                  <a:lnTo>
                    <a:pt x="320339" y="262599"/>
                  </a:lnTo>
                  <a:lnTo>
                    <a:pt x="320120" y="262676"/>
                  </a:lnTo>
                  <a:lnTo>
                    <a:pt x="319936" y="262696"/>
                  </a:lnTo>
                  <a:lnTo>
                    <a:pt x="319605" y="262590"/>
                  </a:lnTo>
                  <a:lnTo>
                    <a:pt x="319670" y="262288"/>
                  </a:lnTo>
                  <a:lnTo>
                    <a:pt x="319735" y="261984"/>
                  </a:lnTo>
                  <a:lnTo>
                    <a:pt x="319524" y="261733"/>
                  </a:lnTo>
                  <a:lnTo>
                    <a:pt x="319384" y="262174"/>
                  </a:lnTo>
                  <a:lnTo>
                    <a:pt x="319227" y="262774"/>
                  </a:lnTo>
                  <a:lnTo>
                    <a:pt x="319194" y="262971"/>
                  </a:lnTo>
                  <a:lnTo>
                    <a:pt x="319169" y="263341"/>
                  </a:lnTo>
                  <a:lnTo>
                    <a:pt x="319165" y="263554"/>
                  </a:lnTo>
                  <a:lnTo>
                    <a:pt x="318856" y="263971"/>
                  </a:lnTo>
                  <a:lnTo>
                    <a:pt x="318581" y="264055"/>
                  </a:lnTo>
                  <a:lnTo>
                    <a:pt x="318320" y="264282"/>
                  </a:lnTo>
                  <a:lnTo>
                    <a:pt x="317951" y="264406"/>
                  </a:lnTo>
                  <a:lnTo>
                    <a:pt x="317700" y="264252"/>
                  </a:lnTo>
                  <a:lnTo>
                    <a:pt x="317047" y="264541"/>
                  </a:lnTo>
                  <a:lnTo>
                    <a:pt x="316586" y="264595"/>
                  </a:lnTo>
                  <a:lnTo>
                    <a:pt x="316311" y="264603"/>
                  </a:lnTo>
                  <a:lnTo>
                    <a:pt x="316182" y="264606"/>
                  </a:lnTo>
                  <a:lnTo>
                    <a:pt x="316047" y="264520"/>
                  </a:lnTo>
                  <a:lnTo>
                    <a:pt x="315893" y="264420"/>
                  </a:lnTo>
                  <a:lnTo>
                    <a:pt x="315551" y="264168"/>
                  </a:lnTo>
                  <a:lnTo>
                    <a:pt x="315393" y="264575"/>
                  </a:lnTo>
                  <a:lnTo>
                    <a:pt x="315187" y="264474"/>
                  </a:lnTo>
                  <a:lnTo>
                    <a:pt x="315173" y="264133"/>
                  </a:lnTo>
                  <a:lnTo>
                    <a:pt x="314888" y="264064"/>
                  </a:lnTo>
                  <a:lnTo>
                    <a:pt x="314734" y="264024"/>
                  </a:lnTo>
                  <a:lnTo>
                    <a:pt x="314427" y="263902"/>
                  </a:lnTo>
                  <a:lnTo>
                    <a:pt x="314409" y="263556"/>
                  </a:lnTo>
                  <a:lnTo>
                    <a:pt x="314395" y="263294"/>
                  </a:lnTo>
                  <a:lnTo>
                    <a:pt x="314420" y="263087"/>
                  </a:lnTo>
                  <a:lnTo>
                    <a:pt x="314476" y="262866"/>
                  </a:lnTo>
                  <a:lnTo>
                    <a:pt x="314578" y="262566"/>
                  </a:lnTo>
                  <a:lnTo>
                    <a:pt x="314892" y="262181"/>
                  </a:lnTo>
                  <a:lnTo>
                    <a:pt x="315127" y="262030"/>
                  </a:lnTo>
                  <a:lnTo>
                    <a:pt x="314848" y="262007"/>
                  </a:lnTo>
                  <a:lnTo>
                    <a:pt x="314440" y="262428"/>
                  </a:lnTo>
                  <a:lnTo>
                    <a:pt x="314310" y="262601"/>
                  </a:lnTo>
                  <a:lnTo>
                    <a:pt x="314138" y="262708"/>
                  </a:lnTo>
                  <a:lnTo>
                    <a:pt x="313746" y="262153"/>
                  </a:lnTo>
                  <a:lnTo>
                    <a:pt x="313619" y="262180"/>
                  </a:lnTo>
                  <a:lnTo>
                    <a:pt x="313444" y="262181"/>
                  </a:lnTo>
                  <a:lnTo>
                    <a:pt x="313115" y="262000"/>
                  </a:lnTo>
                  <a:lnTo>
                    <a:pt x="313148" y="261709"/>
                  </a:lnTo>
                  <a:lnTo>
                    <a:pt x="313116" y="261369"/>
                  </a:lnTo>
                  <a:lnTo>
                    <a:pt x="313044" y="261035"/>
                  </a:lnTo>
                  <a:lnTo>
                    <a:pt x="312883" y="260669"/>
                  </a:lnTo>
                  <a:lnTo>
                    <a:pt x="312926" y="261162"/>
                  </a:lnTo>
                  <a:lnTo>
                    <a:pt x="312947" y="261398"/>
                  </a:lnTo>
                  <a:lnTo>
                    <a:pt x="312961" y="261644"/>
                  </a:lnTo>
                  <a:lnTo>
                    <a:pt x="312949" y="261784"/>
                  </a:lnTo>
                  <a:lnTo>
                    <a:pt x="312857" y="262082"/>
                  </a:lnTo>
                  <a:lnTo>
                    <a:pt x="312699" y="262333"/>
                  </a:lnTo>
                  <a:lnTo>
                    <a:pt x="312437" y="262083"/>
                  </a:lnTo>
                  <a:lnTo>
                    <a:pt x="312316" y="261794"/>
                  </a:lnTo>
                  <a:lnTo>
                    <a:pt x="312136" y="261559"/>
                  </a:lnTo>
                  <a:lnTo>
                    <a:pt x="312072" y="261410"/>
                  </a:lnTo>
                  <a:lnTo>
                    <a:pt x="311736" y="260843"/>
                  </a:lnTo>
                  <a:lnTo>
                    <a:pt x="311278" y="260994"/>
                  </a:lnTo>
                  <a:lnTo>
                    <a:pt x="311655" y="261724"/>
                  </a:lnTo>
                  <a:lnTo>
                    <a:pt x="311869" y="262093"/>
                  </a:lnTo>
                  <a:lnTo>
                    <a:pt x="311724" y="262111"/>
                  </a:lnTo>
                  <a:lnTo>
                    <a:pt x="311468" y="262142"/>
                  </a:lnTo>
                  <a:lnTo>
                    <a:pt x="311219" y="262299"/>
                  </a:lnTo>
                  <a:lnTo>
                    <a:pt x="311000" y="262371"/>
                  </a:lnTo>
                  <a:lnTo>
                    <a:pt x="310771" y="262447"/>
                  </a:lnTo>
                  <a:lnTo>
                    <a:pt x="310632" y="262493"/>
                  </a:lnTo>
                  <a:lnTo>
                    <a:pt x="310604" y="262773"/>
                  </a:lnTo>
                  <a:lnTo>
                    <a:pt x="310153" y="262903"/>
                  </a:lnTo>
                  <a:lnTo>
                    <a:pt x="309919" y="262999"/>
                  </a:lnTo>
                  <a:lnTo>
                    <a:pt x="309667" y="263129"/>
                  </a:lnTo>
                  <a:lnTo>
                    <a:pt x="309436" y="263154"/>
                  </a:lnTo>
                  <a:lnTo>
                    <a:pt x="309159" y="263062"/>
                  </a:lnTo>
                  <a:lnTo>
                    <a:pt x="308854" y="262917"/>
                  </a:lnTo>
                  <a:lnTo>
                    <a:pt x="308690" y="262407"/>
                  </a:lnTo>
                  <a:lnTo>
                    <a:pt x="308516" y="262279"/>
                  </a:lnTo>
                  <a:lnTo>
                    <a:pt x="308573" y="262460"/>
                  </a:lnTo>
                  <a:lnTo>
                    <a:pt x="308594" y="262767"/>
                  </a:lnTo>
                  <a:lnTo>
                    <a:pt x="308699" y="263046"/>
                  </a:lnTo>
                  <a:lnTo>
                    <a:pt x="309203" y="263486"/>
                  </a:lnTo>
                  <a:lnTo>
                    <a:pt x="308891" y="263926"/>
                  </a:lnTo>
                  <a:lnTo>
                    <a:pt x="308325" y="264071"/>
                  </a:lnTo>
                  <a:lnTo>
                    <a:pt x="308058" y="264057"/>
                  </a:lnTo>
                  <a:lnTo>
                    <a:pt x="307646" y="264145"/>
                  </a:lnTo>
                  <a:lnTo>
                    <a:pt x="307846" y="264135"/>
                  </a:lnTo>
                  <a:lnTo>
                    <a:pt x="308240" y="264116"/>
                  </a:lnTo>
                  <a:lnTo>
                    <a:pt x="308973" y="264187"/>
                  </a:lnTo>
                  <a:lnTo>
                    <a:pt x="309452" y="263905"/>
                  </a:lnTo>
                  <a:lnTo>
                    <a:pt x="309607" y="263648"/>
                  </a:lnTo>
                  <a:lnTo>
                    <a:pt x="309775" y="263560"/>
                  </a:lnTo>
                  <a:lnTo>
                    <a:pt x="309948" y="263468"/>
                  </a:lnTo>
                  <a:lnTo>
                    <a:pt x="310578" y="263171"/>
                  </a:lnTo>
                  <a:lnTo>
                    <a:pt x="310843" y="262966"/>
                  </a:lnTo>
                  <a:lnTo>
                    <a:pt x="311159" y="262984"/>
                  </a:lnTo>
                  <a:lnTo>
                    <a:pt x="311376" y="263225"/>
                  </a:lnTo>
                  <a:lnTo>
                    <a:pt x="311508" y="263304"/>
                  </a:lnTo>
                  <a:lnTo>
                    <a:pt x="311858" y="263394"/>
                  </a:lnTo>
                  <a:lnTo>
                    <a:pt x="312238" y="263465"/>
                  </a:lnTo>
                  <a:lnTo>
                    <a:pt x="312328" y="263698"/>
                  </a:lnTo>
                  <a:lnTo>
                    <a:pt x="312330" y="263877"/>
                  </a:lnTo>
                  <a:lnTo>
                    <a:pt x="312374" y="264048"/>
                  </a:lnTo>
                  <a:lnTo>
                    <a:pt x="312495" y="264395"/>
                  </a:lnTo>
                  <a:lnTo>
                    <a:pt x="312713" y="265020"/>
                  </a:lnTo>
                  <a:lnTo>
                    <a:pt x="312907" y="264939"/>
                  </a:lnTo>
                  <a:lnTo>
                    <a:pt x="313093" y="264811"/>
                  </a:lnTo>
                  <a:lnTo>
                    <a:pt x="313159" y="264971"/>
                  </a:lnTo>
                  <a:lnTo>
                    <a:pt x="313189" y="265329"/>
                  </a:lnTo>
                  <a:lnTo>
                    <a:pt x="313365" y="265246"/>
                  </a:lnTo>
                  <a:lnTo>
                    <a:pt x="314305" y="265269"/>
                  </a:lnTo>
                  <a:lnTo>
                    <a:pt x="314459" y="265290"/>
                  </a:lnTo>
                  <a:lnTo>
                    <a:pt x="315402" y="265417"/>
                  </a:lnTo>
                  <a:lnTo>
                    <a:pt x="315616" y="265402"/>
                  </a:lnTo>
                  <a:lnTo>
                    <a:pt x="316314" y="266037"/>
                  </a:lnTo>
                  <a:lnTo>
                    <a:pt x="316332" y="266327"/>
                  </a:lnTo>
                  <a:lnTo>
                    <a:pt x="316278" y="266510"/>
                  </a:lnTo>
                  <a:lnTo>
                    <a:pt x="316116" y="266667"/>
                  </a:lnTo>
                  <a:lnTo>
                    <a:pt x="315954" y="266823"/>
                  </a:lnTo>
                  <a:lnTo>
                    <a:pt x="315781" y="267055"/>
                  </a:lnTo>
                  <a:lnTo>
                    <a:pt x="315543" y="267396"/>
                  </a:lnTo>
                  <a:lnTo>
                    <a:pt x="315317" y="267870"/>
                  </a:lnTo>
                  <a:lnTo>
                    <a:pt x="315318" y="268080"/>
                  </a:lnTo>
                  <a:lnTo>
                    <a:pt x="315333" y="268353"/>
                  </a:lnTo>
                  <a:lnTo>
                    <a:pt x="314984" y="268696"/>
                  </a:lnTo>
                  <a:lnTo>
                    <a:pt x="315018" y="268861"/>
                  </a:lnTo>
                  <a:lnTo>
                    <a:pt x="315553" y="269273"/>
                  </a:lnTo>
                  <a:lnTo>
                    <a:pt x="315678" y="269492"/>
                  </a:lnTo>
                  <a:lnTo>
                    <a:pt x="315704" y="269673"/>
                  </a:lnTo>
                  <a:lnTo>
                    <a:pt x="315566" y="269798"/>
                  </a:lnTo>
                  <a:lnTo>
                    <a:pt x="315394" y="269919"/>
                  </a:lnTo>
                  <a:lnTo>
                    <a:pt x="315192" y="270062"/>
                  </a:lnTo>
                  <a:lnTo>
                    <a:pt x="315021" y="270586"/>
                  </a:lnTo>
                  <a:lnTo>
                    <a:pt x="314671" y="270650"/>
                  </a:lnTo>
                  <a:lnTo>
                    <a:pt x="314467" y="270437"/>
                  </a:lnTo>
                  <a:lnTo>
                    <a:pt x="314158" y="270448"/>
                  </a:lnTo>
                  <a:lnTo>
                    <a:pt x="313638" y="270468"/>
                  </a:lnTo>
                  <a:lnTo>
                    <a:pt x="313346" y="270475"/>
                  </a:lnTo>
                  <a:lnTo>
                    <a:pt x="313266" y="271224"/>
                  </a:lnTo>
                  <a:lnTo>
                    <a:pt x="313502" y="271445"/>
                  </a:lnTo>
                  <a:lnTo>
                    <a:pt x="313611" y="271716"/>
                  </a:lnTo>
                  <a:lnTo>
                    <a:pt x="313680" y="272126"/>
                  </a:lnTo>
                  <a:lnTo>
                    <a:pt x="313678" y="272373"/>
                  </a:lnTo>
                  <a:lnTo>
                    <a:pt x="313366" y="272529"/>
                  </a:lnTo>
                  <a:lnTo>
                    <a:pt x="312980" y="272813"/>
                  </a:lnTo>
                  <a:lnTo>
                    <a:pt x="312766" y="273054"/>
                  </a:lnTo>
                  <a:lnTo>
                    <a:pt x="312576" y="273325"/>
                  </a:lnTo>
                  <a:lnTo>
                    <a:pt x="312419" y="273768"/>
                  </a:lnTo>
                  <a:lnTo>
                    <a:pt x="312558" y="274340"/>
                  </a:lnTo>
                  <a:lnTo>
                    <a:pt x="312388" y="274333"/>
                  </a:lnTo>
                  <a:lnTo>
                    <a:pt x="312199" y="274325"/>
                  </a:lnTo>
                  <a:lnTo>
                    <a:pt x="312019" y="274526"/>
                  </a:lnTo>
                  <a:lnTo>
                    <a:pt x="312019" y="274388"/>
                  </a:lnTo>
                  <a:lnTo>
                    <a:pt x="311689" y="274144"/>
                  </a:lnTo>
                  <a:lnTo>
                    <a:pt x="311483" y="274259"/>
                  </a:lnTo>
                  <a:lnTo>
                    <a:pt x="311170" y="274060"/>
                  </a:lnTo>
                  <a:lnTo>
                    <a:pt x="311164" y="273678"/>
                  </a:lnTo>
                  <a:lnTo>
                    <a:pt x="311132" y="273314"/>
                  </a:lnTo>
                  <a:lnTo>
                    <a:pt x="311240" y="272836"/>
                  </a:lnTo>
                  <a:lnTo>
                    <a:pt x="311493" y="272388"/>
                  </a:lnTo>
                  <a:lnTo>
                    <a:pt x="311380" y="272046"/>
                  </a:lnTo>
                  <a:lnTo>
                    <a:pt x="311081" y="271757"/>
                  </a:lnTo>
                  <a:lnTo>
                    <a:pt x="310743" y="271572"/>
                  </a:lnTo>
                  <a:lnTo>
                    <a:pt x="310472" y="271363"/>
                  </a:lnTo>
                  <a:lnTo>
                    <a:pt x="310557" y="270974"/>
                  </a:lnTo>
                  <a:lnTo>
                    <a:pt x="310719" y="270559"/>
                  </a:lnTo>
                  <a:lnTo>
                    <a:pt x="310546" y="270090"/>
                  </a:lnTo>
                  <a:lnTo>
                    <a:pt x="310358" y="269974"/>
                  </a:lnTo>
                  <a:lnTo>
                    <a:pt x="309945" y="269815"/>
                  </a:lnTo>
                  <a:lnTo>
                    <a:pt x="309770" y="269747"/>
                  </a:lnTo>
                  <a:lnTo>
                    <a:pt x="309477" y="269723"/>
                  </a:lnTo>
                  <a:lnTo>
                    <a:pt x="309445" y="269935"/>
                  </a:lnTo>
                  <a:lnTo>
                    <a:pt x="308658" y="269993"/>
                  </a:lnTo>
                  <a:lnTo>
                    <a:pt x="306995" y="270103"/>
                  </a:lnTo>
                  <a:lnTo>
                    <a:pt x="306498" y="270262"/>
                  </a:lnTo>
                  <a:lnTo>
                    <a:pt x="306572" y="270526"/>
                  </a:lnTo>
                  <a:lnTo>
                    <a:pt x="306843" y="270670"/>
                  </a:lnTo>
                  <a:lnTo>
                    <a:pt x="306750" y="270947"/>
                  </a:lnTo>
                  <a:lnTo>
                    <a:pt x="306571" y="271489"/>
                  </a:lnTo>
                  <a:lnTo>
                    <a:pt x="306295" y="271456"/>
                  </a:lnTo>
                  <a:lnTo>
                    <a:pt x="305804" y="271336"/>
                  </a:lnTo>
                  <a:lnTo>
                    <a:pt x="305689" y="271469"/>
                  </a:lnTo>
                  <a:lnTo>
                    <a:pt x="305528" y="271657"/>
                  </a:lnTo>
                  <a:lnTo>
                    <a:pt x="305474" y="272066"/>
                  </a:lnTo>
                  <a:lnTo>
                    <a:pt x="304831" y="272404"/>
                  </a:lnTo>
                  <a:lnTo>
                    <a:pt x="304751" y="272736"/>
                  </a:lnTo>
                  <a:lnTo>
                    <a:pt x="304509" y="273176"/>
                  </a:lnTo>
                  <a:lnTo>
                    <a:pt x="304252" y="273533"/>
                  </a:lnTo>
                  <a:lnTo>
                    <a:pt x="304111" y="274093"/>
                  </a:lnTo>
                  <a:lnTo>
                    <a:pt x="304099" y="274410"/>
                  </a:lnTo>
                  <a:lnTo>
                    <a:pt x="304140" y="274573"/>
                  </a:lnTo>
                  <a:lnTo>
                    <a:pt x="304226" y="274707"/>
                  </a:lnTo>
                  <a:lnTo>
                    <a:pt x="304553" y="274951"/>
                  </a:lnTo>
                  <a:lnTo>
                    <a:pt x="305007" y="275012"/>
                  </a:lnTo>
                  <a:lnTo>
                    <a:pt x="305285" y="275166"/>
                  </a:lnTo>
                  <a:lnTo>
                    <a:pt x="305488" y="275341"/>
                  </a:lnTo>
                  <a:lnTo>
                    <a:pt x="305897" y="275907"/>
                  </a:lnTo>
                  <a:lnTo>
                    <a:pt x="305987" y="276417"/>
                  </a:lnTo>
                  <a:lnTo>
                    <a:pt x="305702" y="276605"/>
                  </a:lnTo>
                  <a:lnTo>
                    <a:pt x="305554" y="276504"/>
                  </a:lnTo>
                  <a:lnTo>
                    <a:pt x="305411" y="276463"/>
                  </a:lnTo>
                  <a:lnTo>
                    <a:pt x="305066" y="276365"/>
                  </a:lnTo>
                  <a:lnTo>
                    <a:pt x="304681" y="276361"/>
                  </a:lnTo>
                  <a:lnTo>
                    <a:pt x="304441" y="276429"/>
                  </a:lnTo>
                  <a:lnTo>
                    <a:pt x="304289" y="276473"/>
                  </a:lnTo>
                  <a:lnTo>
                    <a:pt x="303674" y="276315"/>
                  </a:lnTo>
                  <a:lnTo>
                    <a:pt x="303330" y="276162"/>
                  </a:lnTo>
                  <a:lnTo>
                    <a:pt x="302957" y="276125"/>
                  </a:lnTo>
                  <a:lnTo>
                    <a:pt x="302561" y="276340"/>
                  </a:lnTo>
                  <a:lnTo>
                    <a:pt x="302755" y="276464"/>
                  </a:lnTo>
                  <a:lnTo>
                    <a:pt x="302584" y="276752"/>
                  </a:lnTo>
                  <a:lnTo>
                    <a:pt x="302330" y="276680"/>
                  </a:lnTo>
                  <a:lnTo>
                    <a:pt x="302259" y="276921"/>
                  </a:lnTo>
                  <a:lnTo>
                    <a:pt x="302728" y="277006"/>
                  </a:lnTo>
                  <a:lnTo>
                    <a:pt x="302836" y="277487"/>
                  </a:lnTo>
                  <a:lnTo>
                    <a:pt x="302974" y="277575"/>
                  </a:lnTo>
                  <a:lnTo>
                    <a:pt x="302953" y="278003"/>
                  </a:lnTo>
                  <a:lnTo>
                    <a:pt x="302219" y="278505"/>
                  </a:lnTo>
                  <a:lnTo>
                    <a:pt x="302331" y="278988"/>
                  </a:lnTo>
                  <a:lnTo>
                    <a:pt x="302613" y="279348"/>
                  </a:lnTo>
                  <a:lnTo>
                    <a:pt x="302758" y="279308"/>
                  </a:lnTo>
                  <a:lnTo>
                    <a:pt x="303240" y="279176"/>
                  </a:lnTo>
                  <a:lnTo>
                    <a:pt x="303469" y="278949"/>
                  </a:lnTo>
                  <a:lnTo>
                    <a:pt x="303754" y="279209"/>
                  </a:lnTo>
                  <a:lnTo>
                    <a:pt x="303625" y="279739"/>
                  </a:lnTo>
                  <a:lnTo>
                    <a:pt x="303497" y="280076"/>
                  </a:lnTo>
                  <a:lnTo>
                    <a:pt x="303647" y="280271"/>
                  </a:lnTo>
                  <a:lnTo>
                    <a:pt x="303810" y="280438"/>
                  </a:lnTo>
                  <a:lnTo>
                    <a:pt x="303507" y="280617"/>
                  </a:lnTo>
                  <a:lnTo>
                    <a:pt x="303334" y="280738"/>
                  </a:lnTo>
                  <a:lnTo>
                    <a:pt x="303258" y="280886"/>
                  </a:lnTo>
                  <a:lnTo>
                    <a:pt x="303517" y="281267"/>
                  </a:lnTo>
                  <a:lnTo>
                    <a:pt x="303736" y="281540"/>
                  </a:lnTo>
                  <a:lnTo>
                    <a:pt x="303756" y="281744"/>
                  </a:lnTo>
                  <a:lnTo>
                    <a:pt x="303896" y="282148"/>
                  </a:lnTo>
                  <a:lnTo>
                    <a:pt x="304090" y="282747"/>
                  </a:lnTo>
                  <a:lnTo>
                    <a:pt x="303893" y="282996"/>
                  </a:lnTo>
                  <a:lnTo>
                    <a:pt x="303807" y="283254"/>
                  </a:lnTo>
                  <a:lnTo>
                    <a:pt x="303886" y="283504"/>
                  </a:lnTo>
                  <a:lnTo>
                    <a:pt x="304082" y="283621"/>
                  </a:lnTo>
                  <a:lnTo>
                    <a:pt x="304084" y="283768"/>
                  </a:lnTo>
                  <a:lnTo>
                    <a:pt x="303934" y="284072"/>
                  </a:lnTo>
                  <a:lnTo>
                    <a:pt x="304197" y="284779"/>
                  </a:lnTo>
                  <a:lnTo>
                    <a:pt x="304243" y="285175"/>
                  </a:lnTo>
                  <a:lnTo>
                    <a:pt x="304385" y="285208"/>
                  </a:lnTo>
                  <a:lnTo>
                    <a:pt x="304595" y="285359"/>
                  </a:lnTo>
                  <a:lnTo>
                    <a:pt x="304624" y="285884"/>
                  </a:lnTo>
                  <a:lnTo>
                    <a:pt x="304786" y="285854"/>
                  </a:lnTo>
                  <a:lnTo>
                    <a:pt x="304968" y="285799"/>
                  </a:lnTo>
                  <a:lnTo>
                    <a:pt x="305143" y="286069"/>
                  </a:lnTo>
                  <a:lnTo>
                    <a:pt x="304943" y="286145"/>
                  </a:lnTo>
                  <a:lnTo>
                    <a:pt x="304753" y="286217"/>
                  </a:lnTo>
                  <a:lnTo>
                    <a:pt x="304419" y="286257"/>
                  </a:lnTo>
                  <a:lnTo>
                    <a:pt x="304197" y="286284"/>
                  </a:lnTo>
                  <a:lnTo>
                    <a:pt x="303727" y="286126"/>
                  </a:lnTo>
                  <a:lnTo>
                    <a:pt x="302629" y="286356"/>
                  </a:lnTo>
                  <a:lnTo>
                    <a:pt x="302422" y="286503"/>
                  </a:lnTo>
                  <a:lnTo>
                    <a:pt x="302087" y="286652"/>
                  </a:lnTo>
                  <a:lnTo>
                    <a:pt x="301734" y="286721"/>
                  </a:lnTo>
                  <a:lnTo>
                    <a:pt x="301597" y="286705"/>
                  </a:lnTo>
                  <a:lnTo>
                    <a:pt x="301065" y="286427"/>
                  </a:lnTo>
                  <a:lnTo>
                    <a:pt x="300824" y="286448"/>
                  </a:lnTo>
                  <a:lnTo>
                    <a:pt x="300560" y="286677"/>
                  </a:lnTo>
                  <a:lnTo>
                    <a:pt x="300392" y="286940"/>
                  </a:lnTo>
                  <a:lnTo>
                    <a:pt x="300289" y="287445"/>
                  </a:lnTo>
                  <a:lnTo>
                    <a:pt x="300126" y="287546"/>
                  </a:lnTo>
                  <a:lnTo>
                    <a:pt x="299914" y="287600"/>
                  </a:lnTo>
                  <a:lnTo>
                    <a:pt x="299701" y="287655"/>
                  </a:lnTo>
                  <a:lnTo>
                    <a:pt x="299703" y="287301"/>
                  </a:lnTo>
                  <a:lnTo>
                    <a:pt x="299682" y="287011"/>
                  </a:lnTo>
                  <a:lnTo>
                    <a:pt x="299487" y="286882"/>
                  </a:lnTo>
                  <a:lnTo>
                    <a:pt x="298873" y="287123"/>
                  </a:lnTo>
                  <a:lnTo>
                    <a:pt x="298686" y="287250"/>
                  </a:lnTo>
                  <a:lnTo>
                    <a:pt x="298408" y="287079"/>
                  </a:lnTo>
                  <a:lnTo>
                    <a:pt x="297988" y="286924"/>
                  </a:lnTo>
                  <a:lnTo>
                    <a:pt x="297824" y="287041"/>
                  </a:lnTo>
                  <a:lnTo>
                    <a:pt x="297799" y="287428"/>
                  </a:lnTo>
                  <a:lnTo>
                    <a:pt x="297898" y="287983"/>
                  </a:lnTo>
                  <a:lnTo>
                    <a:pt x="297485" y="287972"/>
                  </a:lnTo>
                  <a:lnTo>
                    <a:pt x="297278" y="287943"/>
                  </a:lnTo>
                  <a:lnTo>
                    <a:pt x="297127" y="287874"/>
                  </a:lnTo>
                  <a:lnTo>
                    <a:pt x="296906" y="287789"/>
                  </a:lnTo>
                  <a:lnTo>
                    <a:pt x="296545" y="288059"/>
                  </a:lnTo>
                  <a:lnTo>
                    <a:pt x="295911" y="288143"/>
                  </a:lnTo>
                  <a:lnTo>
                    <a:pt x="295536" y="288048"/>
                  </a:lnTo>
                  <a:lnTo>
                    <a:pt x="295286" y="287971"/>
                  </a:lnTo>
                  <a:lnTo>
                    <a:pt x="295057" y="287930"/>
                  </a:lnTo>
                  <a:lnTo>
                    <a:pt x="294909" y="287967"/>
                  </a:lnTo>
                  <a:lnTo>
                    <a:pt x="294550" y="288119"/>
                  </a:lnTo>
                  <a:lnTo>
                    <a:pt x="294313" y="288276"/>
                  </a:lnTo>
                  <a:lnTo>
                    <a:pt x="293979" y="288682"/>
                  </a:lnTo>
                  <a:lnTo>
                    <a:pt x="293867" y="288870"/>
                  </a:lnTo>
                  <a:lnTo>
                    <a:pt x="293306" y="289352"/>
                  </a:lnTo>
                  <a:lnTo>
                    <a:pt x="292716" y="289790"/>
                  </a:lnTo>
                  <a:lnTo>
                    <a:pt x="292370" y="289803"/>
                  </a:lnTo>
                  <a:lnTo>
                    <a:pt x="291941" y="289886"/>
                  </a:lnTo>
                  <a:lnTo>
                    <a:pt x="291792" y="289977"/>
                  </a:lnTo>
                  <a:lnTo>
                    <a:pt x="291641" y="290033"/>
                  </a:lnTo>
                  <a:lnTo>
                    <a:pt x="291321" y="290052"/>
                  </a:lnTo>
                  <a:lnTo>
                    <a:pt x="291325" y="289736"/>
                  </a:lnTo>
                  <a:lnTo>
                    <a:pt x="290915" y="289640"/>
                  </a:lnTo>
                  <a:lnTo>
                    <a:pt x="290166" y="290031"/>
                  </a:lnTo>
                  <a:lnTo>
                    <a:pt x="289835" y="290083"/>
                  </a:lnTo>
                  <a:lnTo>
                    <a:pt x="289691" y="290106"/>
                  </a:lnTo>
                  <a:lnTo>
                    <a:pt x="289268" y="289977"/>
                  </a:lnTo>
                  <a:lnTo>
                    <a:pt x="288705" y="289965"/>
                  </a:lnTo>
                  <a:lnTo>
                    <a:pt x="288519" y="289957"/>
                  </a:lnTo>
                  <a:lnTo>
                    <a:pt x="288458" y="289619"/>
                  </a:lnTo>
                  <a:lnTo>
                    <a:pt x="288233" y="289566"/>
                  </a:lnTo>
                  <a:lnTo>
                    <a:pt x="288059" y="289570"/>
                  </a:lnTo>
                  <a:lnTo>
                    <a:pt x="287909" y="289603"/>
                  </a:lnTo>
                  <a:lnTo>
                    <a:pt x="287704" y="290092"/>
                  </a:lnTo>
                  <a:lnTo>
                    <a:pt x="287071" y="290026"/>
                  </a:lnTo>
                  <a:lnTo>
                    <a:pt x="286992" y="289872"/>
                  </a:lnTo>
                  <a:lnTo>
                    <a:pt x="286938" y="289644"/>
                  </a:lnTo>
                  <a:lnTo>
                    <a:pt x="287080" y="289510"/>
                  </a:lnTo>
                  <a:lnTo>
                    <a:pt x="287572" y="289048"/>
                  </a:lnTo>
                  <a:lnTo>
                    <a:pt x="287877" y="288789"/>
                  </a:lnTo>
                  <a:lnTo>
                    <a:pt x="288074" y="288501"/>
                  </a:lnTo>
                  <a:lnTo>
                    <a:pt x="287893" y="288437"/>
                  </a:lnTo>
                  <a:lnTo>
                    <a:pt x="288057" y="288282"/>
                  </a:lnTo>
                  <a:lnTo>
                    <a:pt x="288263" y="288169"/>
                  </a:lnTo>
                  <a:lnTo>
                    <a:pt x="288697" y="288079"/>
                  </a:lnTo>
                  <a:lnTo>
                    <a:pt x="288717" y="287810"/>
                  </a:lnTo>
                  <a:lnTo>
                    <a:pt x="288451" y="287708"/>
                  </a:lnTo>
                  <a:lnTo>
                    <a:pt x="288141" y="287879"/>
                  </a:lnTo>
                  <a:lnTo>
                    <a:pt x="288077" y="288126"/>
                  </a:lnTo>
                  <a:lnTo>
                    <a:pt x="287896" y="288193"/>
                  </a:lnTo>
                  <a:lnTo>
                    <a:pt x="288070" y="287680"/>
                  </a:lnTo>
                  <a:lnTo>
                    <a:pt x="288292" y="287515"/>
                  </a:lnTo>
                  <a:lnTo>
                    <a:pt x="288092" y="287384"/>
                  </a:lnTo>
                  <a:lnTo>
                    <a:pt x="288551" y="287107"/>
                  </a:lnTo>
                  <a:lnTo>
                    <a:pt x="288616" y="286973"/>
                  </a:lnTo>
                  <a:lnTo>
                    <a:pt x="288886" y="286279"/>
                  </a:lnTo>
                  <a:lnTo>
                    <a:pt x="289049" y="285989"/>
                  </a:lnTo>
                  <a:lnTo>
                    <a:pt x="288960" y="285803"/>
                  </a:lnTo>
                  <a:lnTo>
                    <a:pt x="289241" y="285369"/>
                  </a:lnTo>
                  <a:lnTo>
                    <a:pt x="289642" y="284945"/>
                  </a:lnTo>
                  <a:lnTo>
                    <a:pt x="289874" y="285048"/>
                  </a:lnTo>
                  <a:lnTo>
                    <a:pt x="290530" y="285218"/>
                  </a:lnTo>
                  <a:lnTo>
                    <a:pt x="290301" y="285096"/>
                  </a:lnTo>
                  <a:lnTo>
                    <a:pt x="290117" y="284969"/>
                  </a:lnTo>
                  <a:lnTo>
                    <a:pt x="289980" y="284874"/>
                  </a:lnTo>
                  <a:lnTo>
                    <a:pt x="290070" y="284613"/>
                  </a:lnTo>
                  <a:lnTo>
                    <a:pt x="289772" y="284442"/>
                  </a:lnTo>
                  <a:lnTo>
                    <a:pt x="289927" y="284099"/>
                  </a:lnTo>
                  <a:lnTo>
                    <a:pt x="290376" y="284101"/>
                  </a:lnTo>
                  <a:lnTo>
                    <a:pt x="290407" y="283838"/>
                  </a:lnTo>
                  <a:lnTo>
                    <a:pt x="290255" y="283167"/>
                  </a:lnTo>
                  <a:lnTo>
                    <a:pt x="289957" y="282775"/>
                  </a:lnTo>
                  <a:lnTo>
                    <a:pt x="289614" y="282593"/>
                  </a:lnTo>
                  <a:lnTo>
                    <a:pt x="289229" y="282258"/>
                  </a:lnTo>
                  <a:lnTo>
                    <a:pt x="289104" y="281767"/>
                  </a:lnTo>
                  <a:lnTo>
                    <a:pt x="288497" y="281368"/>
                  </a:lnTo>
                  <a:lnTo>
                    <a:pt x="288330" y="281053"/>
                  </a:lnTo>
                  <a:lnTo>
                    <a:pt x="288215" y="280836"/>
                  </a:lnTo>
                  <a:lnTo>
                    <a:pt x="288181" y="280707"/>
                  </a:lnTo>
                  <a:lnTo>
                    <a:pt x="288225" y="280427"/>
                  </a:lnTo>
                  <a:lnTo>
                    <a:pt x="288312" y="280242"/>
                  </a:lnTo>
                  <a:lnTo>
                    <a:pt x="288071" y="279982"/>
                  </a:lnTo>
                  <a:lnTo>
                    <a:pt x="287770" y="280246"/>
                  </a:lnTo>
                  <a:lnTo>
                    <a:pt x="287637" y="280217"/>
                  </a:lnTo>
                  <a:lnTo>
                    <a:pt x="287313" y="280482"/>
                  </a:lnTo>
                  <a:lnTo>
                    <a:pt x="287387" y="280740"/>
                  </a:lnTo>
                  <a:lnTo>
                    <a:pt x="287492" y="280922"/>
                  </a:lnTo>
                  <a:lnTo>
                    <a:pt x="287528" y="281080"/>
                  </a:lnTo>
                  <a:lnTo>
                    <a:pt x="287276" y="281266"/>
                  </a:lnTo>
                  <a:lnTo>
                    <a:pt x="286722" y="281754"/>
                  </a:lnTo>
                  <a:lnTo>
                    <a:pt x="286670" y="282004"/>
                  </a:lnTo>
                  <a:lnTo>
                    <a:pt x="286880" y="282443"/>
                  </a:lnTo>
                  <a:lnTo>
                    <a:pt x="287289" y="282802"/>
                  </a:lnTo>
                  <a:lnTo>
                    <a:pt x="287507" y="282855"/>
                  </a:lnTo>
                  <a:lnTo>
                    <a:pt x="287651" y="282907"/>
                  </a:lnTo>
                  <a:lnTo>
                    <a:pt x="287858" y="283047"/>
                  </a:lnTo>
                  <a:lnTo>
                    <a:pt x="287708" y="283418"/>
                  </a:lnTo>
                  <a:lnTo>
                    <a:pt x="287431" y="283512"/>
                  </a:lnTo>
                  <a:lnTo>
                    <a:pt x="286840" y="283526"/>
                  </a:lnTo>
                  <a:lnTo>
                    <a:pt x="286487" y="283534"/>
                  </a:lnTo>
                  <a:lnTo>
                    <a:pt x="286305" y="283550"/>
                  </a:lnTo>
                  <a:lnTo>
                    <a:pt x="286109" y="283726"/>
                  </a:lnTo>
                  <a:lnTo>
                    <a:pt x="285962" y="283774"/>
                  </a:lnTo>
                  <a:lnTo>
                    <a:pt x="285704" y="283626"/>
                  </a:lnTo>
                  <a:lnTo>
                    <a:pt x="285966" y="283269"/>
                  </a:lnTo>
                  <a:lnTo>
                    <a:pt x="285990" y="282989"/>
                  </a:lnTo>
                  <a:lnTo>
                    <a:pt x="285818" y="282857"/>
                  </a:lnTo>
                  <a:lnTo>
                    <a:pt x="285624" y="282787"/>
                  </a:lnTo>
                  <a:lnTo>
                    <a:pt x="285168" y="282744"/>
                  </a:lnTo>
                  <a:lnTo>
                    <a:pt x="284709" y="282934"/>
                  </a:lnTo>
                  <a:lnTo>
                    <a:pt x="284656" y="283109"/>
                  </a:lnTo>
                  <a:lnTo>
                    <a:pt x="284417" y="283326"/>
                  </a:lnTo>
                  <a:lnTo>
                    <a:pt x="284148" y="282873"/>
                  </a:lnTo>
                  <a:lnTo>
                    <a:pt x="284106" y="282298"/>
                  </a:lnTo>
                  <a:lnTo>
                    <a:pt x="283993" y="281902"/>
                  </a:lnTo>
                  <a:lnTo>
                    <a:pt x="283705" y="281968"/>
                  </a:lnTo>
                  <a:lnTo>
                    <a:pt x="283223" y="282176"/>
                  </a:lnTo>
                  <a:lnTo>
                    <a:pt x="282731" y="282389"/>
                  </a:lnTo>
                  <a:lnTo>
                    <a:pt x="282578" y="282456"/>
                  </a:lnTo>
                  <a:lnTo>
                    <a:pt x="282010" y="282702"/>
                  </a:lnTo>
                  <a:lnTo>
                    <a:pt x="281670" y="283036"/>
                  </a:lnTo>
                  <a:lnTo>
                    <a:pt x="281538" y="283298"/>
                  </a:lnTo>
                  <a:lnTo>
                    <a:pt x="281246" y="283521"/>
                  </a:lnTo>
                  <a:lnTo>
                    <a:pt x="280727" y="283772"/>
                  </a:lnTo>
                  <a:lnTo>
                    <a:pt x="280536" y="283794"/>
                  </a:lnTo>
                  <a:lnTo>
                    <a:pt x="280301" y="283619"/>
                  </a:lnTo>
                  <a:lnTo>
                    <a:pt x="279656" y="283231"/>
                  </a:lnTo>
                  <a:lnTo>
                    <a:pt x="279922" y="283131"/>
                  </a:lnTo>
                  <a:lnTo>
                    <a:pt x="280200" y="283104"/>
                  </a:lnTo>
                  <a:lnTo>
                    <a:pt x="279642" y="283137"/>
                  </a:lnTo>
                  <a:lnTo>
                    <a:pt x="279601" y="283508"/>
                  </a:lnTo>
                  <a:lnTo>
                    <a:pt x="280001" y="283748"/>
                  </a:lnTo>
                  <a:lnTo>
                    <a:pt x="280273" y="284157"/>
                  </a:lnTo>
                  <a:lnTo>
                    <a:pt x="280084" y="284344"/>
                  </a:lnTo>
                  <a:lnTo>
                    <a:pt x="280070" y="284631"/>
                  </a:lnTo>
                  <a:lnTo>
                    <a:pt x="280204" y="284948"/>
                  </a:lnTo>
                  <a:lnTo>
                    <a:pt x="280319" y="285349"/>
                  </a:lnTo>
                  <a:lnTo>
                    <a:pt x="280195" y="285656"/>
                  </a:lnTo>
                  <a:lnTo>
                    <a:pt x="279673" y="286028"/>
                  </a:lnTo>
                  <a:lnTo>
                    <a:pt x="279386" y="286175"/>
                  </a:lnTo>
                  <a:lnTo>
                    <a:pt x="279063" y="286265"/>
                  </a:lnTo>
                  <a:lnTo>
                    <a:pt x="278471" y="286223"/>
                  </a:lnTo>
                  <a:lnTo>
                    <a:pt x="278197" y="286310"/>
                  </a:lnTo>
                  <a:lnTo>
                    <a:pt x="278533" y="286521"/>
                  </a:lnTo>
                  <a:lnTo>
                    <a:pt x="278947" y="286544"/>
                  </a:lnTo>
                  <a:lnTo>
                    <a:pt x="279240" y="286753"/>
                  </a:lnTo>
                  <a:lnTo>
                    <a:pt x="279473" y="287158"/>
                  </a:lnTo>
                  <a:lnTo>
                    <a:pt x="279349" y="287439"/>
                  </a:lnTo>
                  <a:lnTo>
                    <a:pt x="279265" y="287704"/>
                  </a:lnTo>
                  <a:lnTo>
                    <a:pt x="279411" y="287769"/>
                  </a:lnTo>
                  <a:lnTo>
                    <a:pt x="279540" y="287826"/>
                  </a:lnTo>
                  <a:lnTo>
                    <a:pt x="279932" y="287906"/>
                  </a:lnTo>
                  <a:lnTo>
                    <a:pt x="280148" y="287993"/>
                  </a:lnTo>
                  <a:lnTo>
                    <a:pt x="280305" y="288056"/>
                  </a:lnTo>
                  <a:lnTo>
                    <a:pt x="280587" y="288063"/>
                  </a:lnTo>
                  <a:lnTo>
                    <a:pt x="281140" y="288469"/>
                  </a:lnTo>
                  <a:lnTo>
                    <a:pt x="281362" y="288747"/>
                  </a:lnTo>
                  <a:lnTo>
                    <a:pt x="281518" y="288608"/>
                  </a:lnTo>
                  <a:lnTo>
                    <a:pt x="281938" y="288920"/>
                  </a:lnTo>
                  <a:lnTo>
                    <a:pt x="281707" y="289172"/>
                  </a:lnTo>
                  <a:lnTo>
                    <a:pt x="281986" y="289340"/>
                  </a:lnTo>
                  <a:lnTo>
                    <a:pt x="282135" y="289410"/>
                  </a:lnTo>
                  <a:lnTo>
                    <a:pt x="282264" y="289471"/>
                  </a:lnTo>
                  <a:lnTo>
                    <a:pt x="282530" y="289543"/>
                  </a:lnTo>
                  <a:lnTo>
                    <a:pt x="282823" y="289583"/>
                  </a:lnTo>
                  <a:lnTo>
                    <a:pt x="283079" y="289571"/>
                  </a:lnTo>
                  <a:lnTo>
                    <a:pt x="283540" y="289550"/>
                  </a:lnTo>
                  <a:lnTo>
                    <a:pt x="283976" y="289552"/>
                  </a:lnTo>
                  <a:lnTo>
                    <a:pt x="284504" y="289555"/>
                  </a:lnTo>
                  <a:lnTo>
                    <a:pt x="284858" y="289713"/>
                  </a:lnTo>
                  <a:lnTo>
                    <a:pt x="284863" y="289919"/>
                  </a:lnTo>
                  <a:lnTo>
                    <a:pt x="284724" y="290163"/>
                  </a:lnTo>
                  <a:lnTo>
                    <a:pt x="284552" y="290285"/>
                  </a:lnTo>
                  <a:lnTo>
                    <a:pt x="284159" y="290435"/>
                  </a:lnTo>
                  <a:lnTo>
                    <a:pt x="284341" y="290690"/>
                  </a:lnTo>
                  <a:lnTo>
                    <a:pt x="284532" y="290800"/>
                  </a:lnTo>
                  <a:lnTo>
                    <a:pt x="284399" y="291163"/>
                  </a:lnTo>
                  <a:lnTo>
                    <a:pt x="283796" y="291617"/>
                  </a:lnTo>
                  <a:lnTo>
                    <a:pt x="283855" y="291837"/>
                  </a:lnTo>
                  <a:lnTo>
                    <a:pt x="283027" y="292556"/>
                  </a:lnTo>
                  <a:lnTo>
                    <a:pt x="282773" y="292624"/>
                  </a:lnTo>
                  <a:lnTo>
                    <a:pt x="283017" y="292823"/>
                  </a:lnTo>
                  <a:lnTo>
                    <a:pt x="283305" y="292796"/>
                  </a:lnTo>
                  <a:lnTo>
                    <a:pt x="283510" y="292776"/>
                  </a:lnTo>
                  <a:lnTo>
                    <a:pt x="283805" y="292568"/>
                  </a:lnTo>
                  <a:lnTo>
                    <a:pt x="284809" y="291848"/>
                  </a:lnTo>
                  <a:lnTo>
                    <a:pt x="285473" y="292209"/>
                  </a:lnTo>
                  <a:lnTo>
                    <a:pt x="285336" y="292464"/>
                  </a:lnTo>
                  <a:lnTo>
                    <a:pt x="285063" y="292568"/>
                  </a:lnTo>
                  <a:lnTo>
                    <a:pt x="285240" y="292648"/>
                  </a:lnTo>
                  <a:lnTo>
                    <a:pt x="285144" y="293178"/>
                  </a:lnTo>
                  <a:lnTo>
                    <a:pt x="285165" y="293893"/>
                  </a:lnTo>
                  <a:lnTo>
                    <a:pt x="285329" y="293878"/>
                  </a:lnTo>
                  <a:lnTo>
                    <a:pt x="285468" y="293525"/>
                  </a:lnTo>
                  <a:lnTo>
                    <a:pt x="285793" y="293035"/>
                  </a:lnTo>
                  <a:lnTo>
                    <a:pt x="285751" y="292891"/>
                  </a:lnTo>
                  <a:lnTo>
                    <a:pt x="285665" y="292670"/>
                  </a:lnTo>
                  <a:lnTo>
                    <a:pt x="285865" y="292609"/>
                  </a:lnTo>
                  <a:lnTo>
                    <a:pt x="285963" y="292884"/>
                  </a:lnTo>
                  <a:lnTo>
                    <a:pt x="286361" y="292921"/>
                  </a:lnTo>
                  <a:lnTo>
                    <a:pt x="286593" y="293073"/>
                  </a:lnTo>
                  <a:lnTo>
                    <a:pt x="286418" y="292520"/>
                  </a:lnTo>
                  <a:lnTo>
                    <a:pt x="286468" y="292205"/>
                  </a:lnTo>
                  <a:lnTo>
                    <a:pt x="286763" y="291951"/>
                  </a:lnTo>
                  <a:lnTo>
                    <a:pt x="287107" y="291795"/>
                  </a:lnTo>
                  <a:lnTo>
                    <a:pt x="287791" y="292042"/>
                  </a:lnTo>
                  <a:lnTo>
                    <a:pt x="287900" y="292452"/>
                  </a:lnTo>
                  <a:lnTo>
                    <a:pt x="287709" y="292568"/>
                  </a:lnTo>
                  <a:lnTo>
                    <a:pt x="287639" y="292736"/>
                  </a:lnTo>
                  <a:lnTo>
                    <a:pt x="287546" y="293290"/>
                  </a:lnTo>
                  <a:lnTo>
                    <a:pt x="287509" y="293470"/>
                  </a:lnTo>
                  <a:lnTo>
                    <a:pt x="287403" y="293651"/>
                  </a:lnTo>
                  <a:lnTo>
                    <a:pt x="287241" y="293880"/>
                  </a:lnTo>
                  <a:lnTo>
                    <a:pt x="287014" y="294015"/>
                  </a:lnTo>
                  <a:lnTo>
                    <a:pt x="286529" y="294107"/>
                  </a:lnTo>
                  <a:lnTo>
                    <a:pt x="286119" y="294037"/>
                  </a:lnTo>
                  <a:lnTo>
                    <a:pt x="285246" y="294451"/>
                  </a:lnTo>
                  <a:lnTo>
                    <a:pt x="284660" y="295069"/>
                  </a:lnTo>
                  <a:lnTo>
                    <a:pt x="284400" y="295301"/>
                  </a:lnTo>
                  <a:lnTo>
                    <a:pt x="283964" y="295801"/>
                  </a:lnTo>
                  <a:lnTo>
                    <a:pt x="283287" y="296433"/>
                  </a:lnTo>
                  <a:lnTo>
                    <a:pt x="283097" y="296677"/>
                  </a:lnTo>
                  <a:lnTo>
                    <a:pt x="282932" y="297076"/>
                  </a:lnTo>
                  <a:lnTo>
                    <a:pt x="282843" y="297425"/>
                  </a:lnTo>
                  <a:lnTo>
                    <a:pt x="282413" y="297712"/>
                  </a:lnTo>
                  <a:lnTo>
                    <a:pt x="282220" y="297801"/>
                  </a:lnTo>
                  <a:lnTo>
                    <a:pt x="281828" y="297747"/>
                  </a:lnTo>
                  <a:lnTo>
                    <a:pt x="281944" y="297270"/>
                  </a:lnTo>
                  <a:lnTo>
                    <a:pt x="282281" y="296851"/>
                  </a:lnTo>
                  <a:lnTo>
                    <a:pt x="282450" y="296773"/>
                  </a:lnTo>
                  <a:lnTo>
                    <a:pt x="282633" y="296598"/>
                  </a:lnTo>
                  <a:lnTo>
                    <a:pt x="282680" y="296466"/>
                  </a:lnTo>
                  <a:lnTo>
                    <a:pt x="282890" y="296007"/>
                  </a:lnTo>
                  <a:lnTo>
                    <a:pt x="283148" y="295867"/>
                  </a:lnTo>
                  <a:lnTo>
                    <a:pt x="283706" y="295527"/>
                  </a:lnTo>
                  <a:lnTo>
                    <a:pt x="283646" y="295142"/>
                  </a:lnTo>
                  <a:lnTo>
                    <a:pt x="283475" y="295099"/>
                  </a:lnTo>
                  <a:lnTo>
                    <a:pt x="282923" y="295206"/>
                  </a:lnTo>
                  <a:lnTo>
                    <a:pt x="282618" y="295345"/>
                  </a:lnTo>
                  <a:lnTo>
                    <a:pt x="282091" y="295657"/>
                  </a:lnTo>
                  <a:lnTo>
                    <a:pt x="281928" y="295877"/>
                  </a:lnTo>
                  <a:lnTo>
                    <a:pt x="281549" y="296286"/>
                  </a:lnTo>
                  <a:lnTo>
                    <a:pt x="281517" y="296456"/>
                  </a:lnTo>
                  <a:lnTo>
                    <a:pt x="281321" y="296674"/>
                  </a:lnTo>
                  <a:lnTo>
                    <a:pt x="281278" y="296862"/>
                  </a:lnTo>
                  <a:lnTo>
                    <a:pt x="281123" y="296968"/>
                  </a:lnTo>
                  <a:lnTo>
                    <a:pt x="280810" y="296889"/>
                  </a:lnTo>
                  <a:lnTo>
                    <a:pt x="280684" y="296752"/>
                  </a:lnTo>
                  <a:lnTo>
                    <a:pt x="280293" y="296462"/>
                  </a:lnTo>
                  <a:lnTo>
                    <a:pt x="280470" y="296780"/>
                  </a:lnTo>
                  <a:lnTo>
                    <a:pt x="280086" y="296750"/>
                  </a:lnTo>
                  <a:lnTo>
                    <a:pt x="279679" y="296826"/>
                  </a:lnTo>
                  <a:lnTo>
                    <a:pt x="279423" y="296975"/>
                  </a:lnTo>
                  <a:lnTo>
                    <a:pt x="279180" y="297148"/>
                  </a:lnTo>
                  <a:lnTo>
                    <a:pt x="278722" y="297505"/>
                  </a:lnTo>
                  <a:lnTo>
                    <a:pt x="278641" y="297635"/>
                  </a:lnTo>
                  <a:lnTo>
                    <a:pt x="277562" y="298091"/>
                  </a:lnTo>
                  <a:lnTo>
                    <a:pt x="277442" y="298242"/>
                  </a:lnTo>
                  <a:lnTo>
                    <a:pt x="277266" y="298483"/>
                  </a:lnTo>
                  <a:lnTo>
                    <a:pt x="277123" y="298731"/>
                  </a:lnTo>
                  <a:lnTo>
                    <a:pt x="277036" y="298931"/>
                  </a:lnTo>
                  <a:lnTo>
                    <a:pt x="276944" y="299126"/>
                  </a:lnTo>
                  <a:lnTo>
                    <a:pt x="276779" y="299429"/>
                  </a:lnTo>
                  <a:lnTo>
                    <a:pt x="276634" y="299563"/>
                  </a:lnTo>
                  <a:lnTo>
                    <a:pt x="276441" y="300059"/>
                  </a:lnTo>
                  <a:lnTo>
                    <a:pt x="276342" y="300233"/>
                  </a:lnTo>
                  <a:lnTo>
                    <a:pt x="276185" y="300532"/>
                  </a:lnTo>
                  <a:lnTo>
                    <a:pt x="275992" y="300990"/>
                  </a:lnTo>
                  <a:lnTo>
                    <a:pt x="275939" y="301147"/>
                  </a:lnTo>
                  <a:lnTo>
                    <a:pt x="275865" y="301386"/>
                  </a:lnTo>
                  <a:lnTo>
                    <a:pt x="275817" y="301678"/>
                  </a:lnTo>
                  <a:lnTo>
                    <a:pt x="275803" y="301942"/>
                  </a:lnTo>
                  <a:lnTo>
                    <a:pt x="276199" y="302371"/>
                  </a:lnTo>
                  <a:lnTo>
                    <a:pt x="276303" y="302729"/>
                  </a:lnTo>
                  <a:lnTo>
                    <a:pt x="276219" y="303723"/>
                  </a:lnTo>
                  <a:lnTo>
                    <a:pt x="276074" y="303922"/>
                  </a:lnTo>
                  <a:lnTo>
                    <a:pt x="275615" y="304486"/>
                  </a:lnTo>
                  <a:lnTo>
                    <a:pt x="275481" y="304716"/>
                  </a:lnTo>
                  <a:lnTo>
                    <a:pt x="275403" y="305200"/>
                  </a:lnTo>
                  <a:lnTo>
                    <a:pt x="275476" y="305393"/>
                  </a:lnTo>
                  <a:lnTo>
                    <a:pt x="275251" y="305687"/>
                  </a:lnTo>
                  <a:lnTo>
                    <a:pt x="275278" y="306023"/>
                  </a:lnTo>
                  <a:lnTo>
                    <a:pt x="274629" y="305910"/>
                  </a:lnTo>
                  <a:lnTo>
                    <a:pt x="274414" y="305916"/>
                  </a:lnTo>
                  <a:lnTo>
                    <a:pt x="274125" y="305753"/>
                  </a:lnTo>
                  <a:lnTo>
                    <a:pt x="274004" y="305489"/>
                  </a:lnTo>
                  <a:lnTo>
                    <a:pt x="273756" y="305147"/>
                  </a:lnTo>
                  <a:lnTo>
                    <a:pt x="273321" y="305244"/>
                  </a:lnTo>
                  <a:lnTo>
                    <a:pt x="273257" y="305041"/>
                  </a:lnTo>
                  <a:lnTo>
                    <a:pt x="273345" y="304812"/>
                  </a:lnTo>
                  <a:lnTo>
                    <a:pt x="273258" y="304518"/>
                  </a:lnTo>
                  <a:lnTo>
                    <a:pt x="272965" y="304217"/>
                  </a:lnTo>
                  <a:lnTo>
                    <a:pt x="272787" y="304046"/>
                  </a:lnTo>
                  <a:lnTo>
                    <a:pt x="272490" y="303943"/>
                  </a:lnTo>
                  <a:lnTo>
                    <a:pt x="271937" y="303799"/>
                  </a:lnTo>
                  <a:lnTo>
                    <a:pt x="271809" y="303819"/>
                  </a:lnTo>
                  <a:lnTo>
                    <a:pt x="271615" y="303884"/>
                  </a:lnTo>
                  <a:lnTo>
                    <a:pt x="271422" y="303984"/>
                  </a:lnTo>
                  <a:lnTo>
                    <a:pt x="271168" y="304167"/>
                  </a:lnTo>
                  <a:lnTo>
                    <a:pt x="270971" y="304391"/>
                  </a:lnTo>
                  <a:lnTo>
                    <a:pt x="270836" y="304671"/>
                  </a:lnTo>
                  <a:lnTo>
                    <a:pt x="270829" y="305029"/>
                  </a:lnTo>
                  <a:lnTo>
                    <a:pt x="270922" y="305309"/>
                  </a:lnTo>
                  <a:lnTo>
                    <a:pt x="271276" y="305651"/>
                  </a:lnTo>
                  <a:lnTo>
                    <a:pt x="271838" y="305953"/>
                  </a:lnTo>
                  <a:lnTo>
                    <a:pt x="272459" y="305880"/>
                  </a:lnTo>
                  <a:lnTo>
                    <a:pt x="272451" y="306327"/>
                  </a:lnTo>
                  <a:lnTo>
                    <a:pt x="272301" y="306491"/>
                  </a:lnTo>
                  <a:lnTo>
                    <a:pt x="271949" y="306778"/>
                  </a:lnTo>
                  <a:lnTo>
                    <a:pt x="271606" y="306877"/>
                  </a:lnTo>
                  <a:lnTo>
                    <a:pt x="271112" y="307211"/>
                  </a:lnTo>
                  <a:lnTo>
                    <a:pt x="271023" y="307355"/>
                  </a:lnTo>
                  <a:lnTo>
                    <a:pt x="270873" y="307650"/>
                  </a:lnTo>
                  <a:lnTo>
                    <a:pt x="270761" y="307893"/>
                  </a:lnTo>
                  <a:lnTo>
                    <a:pt x="270646" y="308315"/>
                  </a:lnTo>
                  <a:lnTo>
                    <a:pt x="270607" y="308510"/>
                  </a:lnTo>
                  <a:lnTo>
                    <a:pt x="270603" y="308764"/>
                  </a:lnTo>
                  <a:lnTo>
                    <a:pt x="270708" y="309147"/>
                  </a:lnTo>
                  <a:lnTo>
                    <a:pt x="271031" y="309334"/>
                  </a:lnTo>
                  <a:lnTo>
                    <a:pt x="271377" y="309637"/>
                  </a:lnTo>
                  <a:lnTo>
                    <a:pt x="271053" y="310136"/>
                  </a:lnTo>
                  <a:lnTo>
                    <a:pt x="270840" y="310130"/>
                  </a:lnTo>
                  <a:lnTo>
                    <a:pt x="270588" y="310100"/>
                  </a:lnTo>
                  <a:lnTo>
                    <a:pt x="270314" y="310166"/>
                  </a:lnTo>
                  <a:lnTo>
                    <a:pt x="269952" y="310495"/>
                  </a:lnTo>
                  <a:lnTo>
                    <a:pt x="269442" y="310922"/>
                  </a:lnTo>
                  <a:lnTo>
                    <a:pt x="269392" y="311102"/>
                  </a:lnTo>
                  <a:lnTo>
                    <a:pt x="269268" y="311330"/>
                  </a:lnTo>
                  <a:lnTo>
                    <a:pt x="268990" y="311415"/>
                  </a:lnTo>
                  <a:lnTo>
                    <a:pt x="268827" y="311242"/>
                  </a:lnTo>
                  <a:lnTo>
                    <a:pt x="268803" y="310952"/>
                  </a:lnTo>
                  <a:lnTo>
                    <a:pt x="268654" y="310540"/>
                  </a:lnTo>
                  <a:lnTo>
                    <a:pt x="268508" y="310414"/>
                  </a:lnTo>
                  <a:lnTo>
                    <a:pt x="268378" y="310393"/>
                  </a:lnTo>
                  <a:lnTo>
                    <a:pt x="268223" y="310373"/>
                  </a:lnTo>
                  <a:lnTo>
                    <a:pt x="268048" y="310393"/>
                  </a:lnTo>
                  <a:lnTo>
                    <a:pt x="267722" y="310610"/>
                  </a:lnTo>
                  <a:lnTo>
                    <a:pt x="267410" y="310755"/>
                  </a:lnTo>
                  <a:lnTo>
                    <a:pt x="267362" y="310230"/>
                  </a:lnTo>
                  <a:lnTo>
                    <a:pt x="267351" y="310081"/>
                  </a:lnTo>
                  <a:lnTo>
                    <a:pt x="267395" y="309785"/>
                  </a:lnTo>
                  <a:lnTo>
                    <a:pt x="266742" y="309810"/>
                  </a:lnTo>
                  <a:lnTo>
                    <a:pt x="266818" y="309900"/>
                  </a:lnTo>
                  <a:lnTo>
                    <a:pt x="266675" y="309940"/>
                  </a:lnTo>
                  <a:lnTo>
                    <a:pt x="266456" y="309978"/>
                  </a:lnTo>
                  <a:lnTo>
                    <a:pt x="266172" y="310204"/>
                  </a:lnTo>
                  <a:lnTo>
                    <a:pt x="265670" y="310707"/>
                  </a:lnTo>
                  <a:lnTo>
                    <a:pt x="265888" y="310703"/>
                  </a:lnTo>
                  <a:lnTo>
                    <a:pt x="265984" y="310926"/>
                  </a:lnTo>
                  <a:lnTo>
                    <a:pt x="265747" y="310934"/>
                  </a:lnTo>
                  <a:lnTo>
                    <a:pt x="265485" y="311359"/>
                  </a:lnTo>
                  <a:lnTo>
                    <a:pt x="266110" y="311339"/>
                  </a:lnTo>
                  <a:lnTo>
                    <a:pt x="266179" y="311582"/>
                  </a:lnTo>
                  <a:lnTo>
                    <a:pt x="265551" y="311971"/>
                  </a:lnTo>
                  <a:lnTo>
                    <a:pt x="265694" y="312171"/>
                  </a:lnTo>
                  <a:lnTo>
                    <a:pt x="265540" y="312265"/>
                  </a:lnTo>
                  <a:lnTo>
                    <a:pt x="265901" y="312757"/>
                  </a:lnTo>
                  <a:lnTo>
                    <a:pt x="265536" y="312988"/>
                  </a:lnTo>
                  <a:lnTo>
                    <a:pt x="265254" y="312593"/>
                  </a:lnTo>
                  <a:lnTo>
                    <a:pt x="264652" y="312810"/>
                  </a:lnTo>
                  <a:lnTo>
                    <a:pt x="264194" y="312501"/>
                  </a:lnTo>
                  <a:lnTo>
                    <a:pt x="264039" y="312512"/>
                  </a:lnTo>
                  <a:lnTo>
                    <a:pt x="264039" y="311001"/>
                  </a:lnTo>
                  <a:lnTo>
                    <a:pt x="263846" y="310610"/>
                  </a:lnTo>
                  <a:lnTo>
                    <a:pt x="263686" y="310310"/>
                  </a:lnTo>
                  <a:lnTo>
                    <a:pt x="263609" y="310163"/>
                  </a:lnTo>
                  <a:lnTo>
                    <a:pt x="263410" y="309994"/>
                  </a:lnTo>
                  <a:lnTo>
                    <a:pt x="263470" y="310597"/>
                  </a:lnTo>
                  <a:lnTo>
                    <a:pt x="263413" y="310766"/>
                  </a:lnTo>
                  <a:lnTo>
                    <a:pt x="263192" y="310750"/>
                  </a:lnTo>
                  <a:lnTo>
                    <a:pt x="262947" y="310796"/>
                  </a:lnTo>
                  <a:lnTo>
                    <a:pt x="262787" y="310872"/>
                  </a:lnTo>
                  <a:lnTo>
                    <a:pt x="262370" y="311219"/>
                  </a:lnTo>
                  <a:lnTo>
                    <a:pt x="262106" y="311338"/>
                  </a:lnTo>
                  <a:lnTo>
                    <a:pt x="261568" y="311626"/>
                  </a:lnTo>
                  <a:lnTo>
                    <a:pt x="261164" y="311959"/>
                  </a:lnTo>
                  <a:lnTo>
                    <a:pt x="260922" y="312291"/>
                  </a:lnTo>
                  <a:lnTo>
                    <a:pt x="260633" y="312466"/>
                  </a:lnTo>
                  <a:lnTo>
                    <a:pt x="260374" y="312451"/>
                  </a:lnTo>
                  <a:lnTo>
                    <a:pt x="260288" y="312174"/>
                  </a:lnTo>
                  <a:lnTo>
                    <a:pt x="260042" y="312030"/>
                  </a:lnTo>
                  <a:lnTo>
                    <a:pt x="259786" y="311705"/>
                  </a:lnTo>
                  <a:lnTo>
                    <a:pt x="259376" y="311395"/>
                  </a:lnTo>
                  <a:lnTo>
                    <a:pt x="259739" y="311889"/>
                  </a:lnTo>
                  <a:lnTo>
                    <a:pt x="259890" y="312181"/>
                  </a:lnTo>
                  <a:lnTo>
                    <a:pt x="259953" y="312421"/>
                  </a:lnTo>
                  <a:lnTo>
                    <a:pt x="259763" y="312349"/>
                  </a:lnTo>
                  <a:lnTo>
                    <a:pt x="259566" y="312275"/>
                  </a:lnTo>
                  <a:lnTo>
                    <a:pt x="259446" y="312449"/>
                  </a:lnTo>
                  <a:lnTo>
                    <a:pt x="259738" y="312610"/>
                  </a:lnTo>
                  <a:lnTo>
                    <a:pt x="259977" y="312703"/>
                  </a:lnTo>
                  <a:lnTo>
                    <a:pt x="260142" y="312849"/>
                  </a:lnTo>
                  <a:lnTo>
                    <a:pt x="260189" y="313080"/>
                  </a:lnTo>
                  <a:lnTo>
                    <a:pt x="260131" y="313296"/>
                  </a:lnTo>
                  <a:lnTo>
                    <a:pt x="259966" y="313555"/>
                  </a:lnTo>
                  <a:lnTo>
                    <a:pt x="259651" y="313407"/>
                  </a:lnTo>
                  <a:lnTo>
                    <a:pt x="259410" y="313410"/>
                  </a:lnTo>
                  <a:lnTo>
                    <a:pt x="259306" y="313542"/>
                  </a:lnTo>
                  <a:lnTo>
                    <a:pt x="259040" y="313563"/>
                  </a:lnTo>
                  <a:lnTo>
                    <a:pt x="259225" y="313651"/>
                  </a:lnTo>
                  <a:lnTo>
                    <a:pt x="258944" y="313688"/>
                  </a:lnTo>
                  <a:lnTo>
                    <a:pt x="258755" y="313865"/>
                  </a:lnTo>
                  <a:lnTo>
                    <a:pt x="258903" y="313928"/>
                  </a:lnTo>
                  <a:lnTo>
                    <a:pt x="259549" y="313896"/>
                  </a:lnTo>
                  <a:lnTo>
                    <a:pt x="259435" y="314120"/>
                  </a:lnTo>
                  <a:lnTo>
                    <a:pt x="259226" y="314389"/>
                  </a:lnTo>
                  <a:lnTo>
                    <a:pt x="258880" y="314928"/>
                  </a:lnTo>
                  <a:lnTo>
                    <a:pt x="258753" y="315210"/>
                  </a:lnTo>
                  <a:lnTo>
                    <a:pt x="258540" y="315734"/>
                  </a:lnTo>
                  <a:lnTo>
                    <a:pt x="258503" y="315915"/>
                  </a:lnTo>
                  <a:lnTo>
                    <a:pt x="258672" y="316503"/>
                  </a:lnTo>
                  <a:lnTo>
                    <a:pt x="258265" y="316627"/>
                  </a:lnTo>
                  <a:lnTo>
                    <a:pt x="257985" y="317297"/>
                  </a:lnTo>
                  <a:lnTo>
                    <a:pt x="257960" y="317503"/>
                  </a:lnTo>
                  <a:lnTo>
                    <a:pt x="257849" y="318112"/>
                  </a:lnTo>
                  <a:lnTo>
                    <a:pt x="257526" y="318634"/>
                  </a:lnTo>
                  <a:lnTo>
                    <a:pt x="257332" y="318669"/>
                  </a:lnTo>
                  <a:lnTo>
                    <a:pt x="256751" y="319037"/>
                  </a:lnTo>
                  <a:lnTo>
                    <a:pt x="256682" y="319206"/>
                  </a:lnTo>
                  <a:lnTo>
                    <a:pt x="256613" y="319784"/>
                  </a:lnTo>
                  <a:lnTo>
                    <a:pt x="256492" y="319940"/>
                  </a:lnTo>
                  <a:lnTo>
                    <a:pt x="256362" y="320200"/>
                  </a:lnTo>
                  <a:lnTo>
                    <a:pt x="256217" y="320546"/>
                  </a:lnTo>
                  <a:lnTo>
                    <a:pt x="256118" y="320816"/>
                  </a:lnTo>
                  <a:lnTo>
                    <a:pt x="256070" y="320982"/>
                  </a:lnTo>
                  <a:lnTo>
                    <a:pt x="255995" y="321298"/>
                  </a:lnTo>
                  <a:lnTo>
                    <a:pt x="255966" y="321526"/>
                  </a:lnTo>
                  <a:lnTo>
                    <a:pt x="255666" y="321458"/>
                  </a:lnTo>
                  <a:lnTo>
                    <a:pt x="255993" y="321735"/>
                  </a:lnTo>
                  <a:lnTo>
                    <a:pt x="255975" y="322038"/>
                  </a:lnTo>
                  <a:lnTo>
                    <a:pt x="255972" y="322182"/>
                  </a:lnTo>
                  <a:lnTo>
                    <a:pt x="256126" y="322811"/>
                  </a:lnTo>
                  <a:lnTo>
                    <a:pt x="255737" y="323262"/>
                  </a:lnTo>
                  <a:lnTo>
                    <a:pt x="255621" y="323456"/>
                  </a:lnTo>
                  <a:lnTo>
                    <a:pt x="255521" y="323881"/>
                  </a:lnTo>
                  <a:lnTo>
                    <a:pt x="255333" y="323845"/>
                  </a:lnTo>
                  <a:lnTo>
                    <a:pt x="255397" y="323501"/>
                  </a:lnTo>
                  <a:lnTo>
                    <a:pt x="255496" y="323123"/>
                  </a:lnTo>
                  <a:lnTo>
                    <a:pt x="255485" y="322786"/>
                  </a:lnTo>
                  <a:lnTo>
                    <a:pt x="254935" y="322734"/>
                  </a:lnTo>
                  <a:lnTo>
                    <a:pt x="254833" y="323101"/>
                  </a:lnTo>
                  <a:lnTo>
                    <a:pt x="254839" y="324020"/>
                  </a:lnTo>
                  <a:lnTo>
                    <a:pt x="254840" y="324301"/>
                  </a:lnTo>
                  <a:lnTo>
                    <a:pt x="254841" y="324931"/>
                  </a:lnTo>
                  <a:lnTo>
                    <a:pt x="254647" y="324932"/>
                  </a:lnTo>
                  <a:lnTo>
                    <a:pt x="254673" y="326206"/>
                  </a:lnTo>
                  <a:lnTo>
                    <a:pt x="254069" y="326199"/>
                  </a:lnTo>
                  <a:lnTo>
                    <a:pt x="254058" y="324679"/>
                  </a:lnTo>
                  <a:lnTo>
                    <a:pt x="253614" y="324688"/>
                  </a:lnTo>
                  <a:lnTo>
                    <a:pt x="253385" y="324684"/>
                  </a:lnTo>
                  <a:lnTo>
                    <a:pt x="253139" y="324731"/>
                  </a:lnTo>
                  <a:lnTo>
                    <a:pt x="252905" y="324827"/>
                  </a:lnTo>
                  <a:lnTo>
                    <a:pt x="252197" y="325181"/>
                  </a:lnTo>
                  <a:lnTo>
                    <a:pt x="252046" y="325188"/>
                  </a:lnTo>
                  <a:lnTo>
                    <a:pt x="252490" y="325500"/>
                  </a:lnTo>
                  <a:lnTo>
                    <a:pt x="252222" y="325810"/>
                  </a:lnTo>
                  <a:lnTo>
                    <a:pt x="251711" y="325519"/>
                  </a:lnTo>
                  <a:lnTo>
                    <a:pt x="251618" y="325650"/>
                  </a:lnTo>
                  <a:lnTo>
                    <a:pt x="251466" y="325892"/>
                  </a:lnTo>
                  <a:lnTo>
                    <a:pt x="251342" y="326150"/>
                  </a:lnTo>
                  <a:lnTo>
                    <a:pt x="251254" y="326362"/>
                  </a:lnTo>
                  <a:lnTo>
                    <a:pt x="251068" y="326407"/>
                  </a:lnTo>
                  <a:lnTo>
                    <a:pt x="250646" y="326282"/>
                  </a:lnTo>
                  <a:lnTo>
                    <a:pt x="250773" y="326434"/>
                  </a:lnTo>
                  <a:lnTo>
                    <a:pt x="250920" y="326598"/>
                  </a:lnTo>
                  <a:lnTo>
                    <a:pt x="250886" y="326982"/>
                  </a:lnTo>
                  <a:lnTo>
                    <a:pt x="250573" y="327334"/>
                  </a:lnTo>
                  <a:lnTo>
                    <a:pt x="250372" y="327172"/>
                  </a:lnTo>
                  <a:lnTo>
                    <a:pt x="250148" y="327361"/>
                  </a:lnTo>
                  <a:lnTo>
                    <a:pt x="249711" y="327696"/>
                  </a:lnTo>
                  <a:lnTo>
                    <a:pt x="249468" y="327975"/>
                  </a:lnTo>
                  <a:lnTo>
                    <a:pt x="249403" y="328162"/>
                  </a:lnTo>
                  <a:lnTo>
                    <a:pt x="249448" y="328496"/>
                  </a:lnTo>
                  <a:lnTo>
                    <a:pt x="249368" y="328758"/>
                  </a:lnTo>
                  <a:lnTo>
                    <a:pt x="249293" y="329051"/>
                  </a:lnTo>
                  <a:lnTo>
                    <a:pt x="249210" y="329422"/>
                  </a:lnTo>
                  <a:lnTo>
                    <a:pt x="249182" y="329555"/>
                  </a:lnTo>
                  <a:lnTo>
                    <a:pt x="249048" y="330132"/>
                  </a:lnTo>
                  <a:lnTo>
                    <a:pt x="248982" y="330337"/>
                  </a:lnTo>
                  <a:lnTo>
                    <a:pt x="248853" y="330589"/>
                  </a:lnTo>
                  <a:lnTo>
                    <a:pt x="248660" y="331109"/>
                  </a:lnTo>
                  <a:lnTo>
                    <a:pt x="248574" y="331381"/>
                  </a:lnTo>
                  <a:lnTo>
                    <a:pt x="248438" y="332098"/>
                  </a:lnTo>
                  <a:lnTo>
                    <a:pt x="248420" y="332278"/>
                  </a:lnTo>
                  <a:lnTo>
                    <a:pt x="248374" y="332671"/>
                  </a:lnTo>
                  <a:lnTo>
                    <a:pt x="248302" y="333135"/>
                  </a:lnTo>
                  <a:lnTo>
                    <a:pt x="248146" y="333442"/>
                  </a:lnTo>
                  <a:lnTo>
                    <a:pt x="248153" y="333685"/>
                  </a:lnTo>
                  <a:lnTo>
                    <a:pt x="248172" y="333873"/>
                  </a:lnTo>
                  <a:lnTo>
                    <a:pt x="248092" y="334325"/>
                  </a:lnTo>
                  <a:lnTo>
                    <a:pt x="248109" y="334740"/>
                  </a:lnTo>
                  <a:lnTo>
                    <a:pt x="248442" y="334733"/>
                  </a:lnTo>
                  <a:lnTo>
                    <a:pt x="248728" y="334805"/>
                  </a:lnTo>
                  <a:lnTo>
                    <a:pt x="248692" y="335115"/>
                  </a:lnTo>
                  <a:lnTo>
                    <a:pt x="248558" y="335648"/>
                  </a:lnTo>
                  <a:lnTo>
                    <a:pt x="248046" y="335956"/>
                  </a:lnTo>
                  <a:lnTo>
                    <a:pt x="248367" y="335958"/>
                  </a:lnTo>
                  <a:lnTo>
                    <a:pt x="248406" y="336231"/>
                  </a:lnTo>
                  <a:lnTo>
                    <a:pt x="248680" y="336202"/>
                  </a:lnTo>
                  <a:lnTo>
                    <a:pt x="248728" y="336493"/>
                  </a:lnTo>
                  <a:lnTo>
                    <a:pt x="248161" y="336560"/>
                  </a:lnTo>
                  <a:lnTo>
                    <a:pt x="248185" y="336734"/>
                  </a:lnTo>
                  <a:lnTo>
                    <a:pt x="247998" y="336756"/>
                  </a:lnTo>
                  <a:lnTo>
                    <a:pt x="247883" y="336344"/>
                  </a:lnTo>
                  <a:lnTo>
                    <a:pt x="247545" y="336588"/>
                  </a:lnTo>
                  <a:lnTo>
                    <a:pt x="247538" y="336843"/>
                  </a:lnTo>
                  <a:lnTo>
                    <a:pt x="247581" y="337145"/>
                  </a:lnTo>
                  <a:lnTo>
                    <a:pt x="247049" y="337209"/>
                  </a:lnTo>
                  <a:lnTo>
                    <a:pt x="246984" y="336844"/>
                  </a:lnTo>
                  <a:lnTo>
                    <a:pt x="247270" y="336655"/>
                  </a:lnTo>
                  <a:lnTo>
                    <a:pt x="247369" y="336379"/>
                  </a:lnTo>
                  <a:lnTo>
                    <a:pt x="247228" y="336430"/>
                  </a:lnTo>
                  <a:lnTo>
                    <a:pt x="247056" y="336520"/>
                  </a:lnTo>
                  <a:lnTo>
                    <a:pt x="246713" y="336733"/>
                  </a:lnTo>
                  <a:lnTo>
                    <a:pt x="246486" y="336650"/>
                  </a:lnTo>
                  <a:lnTo>
                    <a:pt x="246339" y="336648"/>
                  </a:lnTo>
                  <a:lnTo>
                    <a:pt x="246174" y="336691"/>
                  </a:lnTo>
                  <a:lnTo>
                    <a:pt x="246036" y="336826"/>
                  </a:lnTo>
                  <a:lnTo>
                    <a:pt x="245550" y="336834"/>
                  </a:lnTo>
                  <a:lnTo>
                    <a:pt x="244861" y="337128"/>
                  </a:lnTo>
                  <a:lnTo>
                    <a:pt x="244809" y="336882"/>
                  </a:lnTo>
                  <a:lnTo>
                    <a:pt x="244616" y="336505"/>
                  </a:lnTo>
                  <a:lnTo>
                    <a:pt x="244450" y="336216"/>
                  </a:lnTo>
                  <a:lnTo>
                    <a:pt x="244315" y="335886"/>
                  </a:lnTo>
                  <a:lnTo>
                    <a:pt x="244273" y="335720"/>
                  </a:lnTo>
                  <a:lnTo>
                    <a:pt x="243715" y="335445"/>
                  </a:lnTo>
                  <a:lnTo>
                    <a:pt x="243494" y="335423"/>
                  </a:lnTo>
                  <a:lnTo>
                    <a:pt x="243099" y="335295"/>
                  </a:lnTo>
                  <a:lnTo>
                    <a:pt x="242755" y="335130"/>
                  </a:lnTo>
                  <a:lnTo>
                    <a:pt x="242582" y="335031"/>
                  </a:lnTo>
                  <a:lnTo>
                    <a:pt x="242208" y="334885"/>
                  </a:lnTo>
                  <a:lnTo>
                    <a:pt x="242059" y="334947"/>
                  </a:lnTo>
                  <a:lnTo>
                    <a:pt x="241639" y="335361"/>
                  </a:lnTo>
                  <a:lnTo>
                    <a:pt x="241360" y="335797"/>
                  </a:lnTo>
                  <a:lnTo>
                    <a:pt x="241190" y="335799"/>
                  </a:lnTo>
                  <a:lnTo>
                    <a:pt x="240715" y="335755"/>
                  </a:lnTo>
                  <a:lnTo>
                    <a:pt x="240288" y="335641"/>
                  </a:lnTo>
                  <a:lnTo>
                    <a:pt x="239784" y="335731"/>
                  </a:lnTo>
                  <a:lnTo>
                    <a:pt x="239270" y="335777"/>
                  </a:lnTo>
                  <a:lnTo>
                    <a:pt x="239004" y="335825"/>
                  </a:lnTo>
                  <a:lnTo>
                    <a:pt x="238877" y="336030"/>
                  </a:lnTo>
                  <a:lnTo>
                    <a:pt x="238790" y="336181"/>
                  </a:lnTo>
                  <a:lnTo>
                    <a:pt x="238645" y="336177"/>
                  </a:lnTo>
                  <a:lnTo>
                    <a:pt x="238286" y="336131"/>
                  </a:lnTo>
                  <a:lnTo>
                    <a:pt x="238002" y="336199"/>
                  </a:lnTo>
                  <a:lnTo>
                    <a:pt x="237457" y="336399"/>
                  </a:lnTo>
                  <a:lnTo>
                    <a:pt x="237681" y="336651"/>
                  </a:lnTo>
                  <a:lnTo>
                    <a:pt x="237619" y="336946"/>
                  </a:lnTo>
                  <a:lnTo>
                    <a:pt x="237395" y="337291"/>
                  </a:lnTo>
                  <a:lnTo>
                    <a:pt x="236938" y="337586"/>
                  </a:lnTo>
                  <a:lnTo>
                    <a:pt x="236971" y="337875"/>
                  </a:lnTo>
                  <a:lnTo>
                    <a:pt x="237160" y="338147"/>
                  </a:lnTo>
                  <a:lnTo>
                    <a:pt x="237198" y="338383"/>
                  </a:lnTo>
                  <a:lnTo>
                    <a:pt x="236751" y="338566"/>
                  </a:lnTo>
                  <a:lnTo>
                    <a:pt x="236563" y="338575"/>
                  </a:lnTo>
                  <a:lnTo>
                    <a:pt x="236068" y="338323"/>
                  </a:lnTo>
                  <a:lnTo>
                    <a:pt x="235793" y="338269"/>
                  </a:lnTo>
                  <a:lnTo>
                    <a:pt x="234850" y="338263"/>
                  </a:lnTo>
                  <a:lnTo>
                    <a:pt x="234529" y="338529"/>
                  </a:lnTo>
                  <a:lnTo>
                    <a:pt x="233763" y="338629"/>
                  </a:lnTo>
                  <a:lnTo>
                    <a:pt x="233515" y="338576"/>
                  </a:lnTo>
                  <a:lnTo>
                    <a:pt x="233088" y="338311"/>
                  </a:lnTo>
                  <a:lnTo>
                    <a:pt x="232372" y="338372"/>
                  </a:lnTo>
                  <a:lnTo>
                    <a:pt x="232115" y="338501"/>
                  </a:lnTo>
                  <a:lnTo>
                    <a:pt x="231277" y="338733"/>
                  </a:lnTo>
                  <a:lnTo>
                    <a:pt x="230965" y="338688"/>
                  </a:lnTo>
                  <a:lnTo>
                    <a:pt x="230148" y="338858"/>
                  </a:lnTo>
                  <a:lnTo>
                    <a:pt x="229915" y="338884"/>
                  </a:lnTo>
                  <a:lnTo>
                    <a:pt x="229192" y="338831"/>
                  </a:lnTo>
                  <a:lnTo>
                    <a:pt x="228647" y="338508"/>
                  </a:lnTo>
                  <a:lnTo>
                    <a:pt x="227975" y="338604"/>
                  </a:lnTo>
                  <a:lnTo>
                    <a:pt x="227764" y="338861"/>
                  </a:lnTo>
                  <a:lnTo>
                    <a:pt x="227000" y="339353"/>
                  </a:lnTo>
                  <a:lnTo>
                    <a:pt x="226835" y="339401"/>
                  </a:lnTo>
                  <a:lnTo>
                    <a:pt x="226627" y="339337"/>
                  </a:lnTo>
                  <a:lnTo>
                    <a:pt x="226192" y="339448"/>
                  </a:lnTo>
                  <a:lnTo>
                    <a:pt x="225829" y="339856"/>
                  </a:lnTo>
                  <a:lnTo>
                    <a:pt x="225907" y="340067"/>
                  </a:lnTo>
                  <a:lnTo>
                    <a:pt x="226182" y="340782"/>
                  </a:lnTo>
                  <a:lnTo>
                    <a:pt x="226245" y="341088"/>
                  </a:lnTo>
                  <a:lnTo>
                    <a:pt x="226172" y="341325"/>
                  </a:lnTo>
                  <a:lnTo>
                    <a:pt x="226094" y="341479"/>
                  </a:lnTo>
                  <a:lnTo>
                    <a:pt x="225954" y="341768"/>
                  </a:lnTo>
                  <a:lnTo>
                    <a:pt x="225747" y="342388"/>
                  </a:lnTo>
                  <a:lnTo>
                    <a:pt x="225686" y="342714"/>
                  </a:lnTo>
                  <a:lnTo>
                    <a:pt x="225767" y="342948"/>
                  </a:lnTo>
                  <a:lnTo>
                    <a:pt x="226015" y="343328"/>
                  </a:lnTo>
                  <a:lnTo>
                    <a:pt x="225900" y="343754"/>
                  </a:lnTo>
                  <a:lnTo>
                    <a:pt x="225752" y="344017"/>
                  </a:lnTo>
                  <a:lnTo>
                    <a:pt x="225851" y="344617"/>
                  </a:lnTo>
                  <a:lnTo>
                    <a:pt x="225467" y="344314"/>
                  </a:lnTo>
                  <a:lnTo>
                    <a:pt x="225317" y="344392"/>
                  </a:lnTo>
                  <a:lnTo>
                    <a:pt x="224969" y="344713"/>
                  </a:lnTo>
                  <a:lnTo>
                    <a:pt x="224613" y="345063"/>
                  </a:lnTo>
                  <a:lnTo>
                    <a:pt x="224278" y="345417"/>
                  </a:lnTo>
                  <a:lnTo>
                    <a:pt x="224009" y="346163"/>
                  </a:lnTo>
                  <a:lnTo>
                    <a:pt x="223928" y="346441"/>
                  </a:lnTo>
                  <a:lnTo>
                    <a:pt x="223605" y="346613"/>
                  </a:lnTo>
                  <a:lnTo>
                    <a:pt x="223458" y="346791"/>
                  </a:lnTo>
                  <a:lnTo>
                    <a:pt x="223256" y="347168"/>
                  </a:lnTo>
                  <a:lnTo>
                    <a:pt x="223501" y="347487"/>
                  </a:lnTo>
                  <a:lnTo>
                    <a:pt x="223574" y="348097"/>
                  </a:lnTo>
                  <a:lnTo>
                    <a:pt x="223451" y="348409"/>
                  </a:lnTo>
                  <a:lnTo>
                    <a:pt x="223170" y="348601"/>
                  </a:lnTo>
                  <a:lnTo>
                    <a:pt x="222953" y="348459"/>
                  </a:lnTo>
                  <a:lnTo>
                    <a:pt x="222727" y="348352"/>
                  </a:lnTo>
                  <a:lnTo>
                    <a:pt x="222681" y="348593"/>
                  </a:lnTo>
                  <a:lnTo>
                    <a:pt x="222336" y="348548"/>
                  </a:lnTo>
                  <a:lnTo>
                    <a:pt x="222112" y="348472"/>
                  </a:lnTo>
                  <a:lnTo>
                    <a:pt x="221747" y="348328"/>
                  </a:lnTo>
                  <a:lnTo>
                    <a:pt x="221621" y="348724"/>
                  </a:lnTo>
                  <a:lnTo>
                    <a:pt x="221910" y="349021"/>
                  </a:lnTo>
                  <a:lnTo>
                    <a:pt x="222534" y="349066"/>
                  </a:lnTo>
                  <a:lnTo>
                    <a:pt x="222760" y="349324"/>
                  </a:lnTo>
                  <a:lnTo>
                    <a:pt x="222560" y="349518"/>
                  </a:lnTo>
                  <a:lnTo>
                    <a:pt x="222309" y="349714"/>
                  </a:lnTo>
                  <a:lnTo>
                    <a:pt x="222145" y="350526"/>
                  </a:lnTo>
                  <a:lnTo>
                    <a:pt x="222169" y="350853"/>
                  </a:lnTo>
                  <a:lnTo>
                    <a:pt x="221940" y="350972"/>
                  </a:lnTo>
                  <a:lnTo>
                    <a:pt x="221303" y="351221"/>
                  </a:lnTo>
                  <a:lnTo>
                    <a:pt x="220686" y="351079"/>
                  </a:lnTo>
                  <a:lnTo>
                    <a:pt x="220525" y="351089"/>
                  </a:lnTo>
                  <a:lnTo>
                    <a:pt x="220308" y="351161"/>
                  </a:lnTo>
                  <a:lnTo>
                    <a:pt x="220196" y="351321"/>
                  </a:lnTo>
                  <a:lnTo>
                    <a:pt x="220323" y="351456"/>
                  </a:lnTo>
                  <a:lnTo>
                    <a:pt x="220785" y="351587"/>
                  </a:lnTo>
                  <a:lnTo>
                    <a:pt x="220753" y="351853"/>
                  </a:lnTo>
                  <a:lnTo>
                    <a:pt x="220689" y="352296"/>
                  </a:lnTo>
                  <a:lnTo>
                    <a:pt x="220263" y="352185"/>
                  </a:lnTo>
                  <a:lnTo>
                    <a:pt x="219981" y="352276"/>
                  </a:lnTo>
                  <a:lnTo>
                    <a:pt x="219664" y="352391"/>
                  </a:lnTo>
                  <a:lnTo>
                    <a:pt x="219534" y="353240"/>
                  </a:lnTo>
                  <a:lnTo>
                    <a:pt x="219784" y="353360"/>
                  </a:lnTo>
                  <a:lnTo>
                    <a:pt x="220004" y="353323"/>
                  </a:lnTo>
                  <a:lnTo>
                    <a:pt x="220146" y="353283"/>
                  </a:lnTo>
                  <a:lnTo>
                    <a:pt x="220542" y="353906"/>
                  </a:lnTo>
                  <a:lnTo>
                    <a:pt x="220817" y="353898"/>
                  </a:lnTo>
                  <a:lnTo>
                    <a:pt x="221799" y="353539"/>
                  </a:lnTo>
                  <a:lnTo>
                    <a:pt x="222029" y="353776"/>
                  </a:lnTo>
                  <a:lnTo>
                    <a:pt x="222158" y="353967"/>
                  </a:lnTo>
                  <a:lnTo>
                    <a:pt x="222226" y="354106"/>
                  </a:lnTo>
                  <a:lnTo>
                    <a:pt x="222266" y="354585"/>
                  </a:lnTo>
                  <a:lnTo>
                    <a:pt x="222068" y="354835"/>
                  </a:lnTo>
                  <a:lnTo>
                    <a:pt x="221655" y="355212"/>
                  </a:lnTo>
                  <a:lnTo>
                    <a:pt x="221099" y="355547"/>
                  </a:lnTo>
                  <a:lnTo>
                    <a:pt x="220903" y="355660"/>
                  </a:lnTo>
                  <a:lnTo>
                    <a:pt x="220589" y="355755"/>
                  </a:lnTo>
                  <a:lnTo>
                    <a:pt x="220018" y="355820"/>
                  </a:lnTo>
                  <a:lnTo>
                    <a:pt x="219531" y="355887"/>
                  </a:lnTo>
                  <a:lnTo>
                    <a:pt x="219264" y="356098"/>
                  </a:lnTo>
                  <a:lnTo>
                    <a:pt x="219146" y="356231"/>
                  </a:lnTo>
                  <a:lnTo>
                    <a:pt x="218970" y="356322"/>
                  </a:lnTo>
                  <a:lnTo>
                    <a:pt x="218448" y="356578"/>
                  </a:lnTo>
                  <a:lnTo>
                    <a:pt x="218128" y="356590"/>
                  </a:lnTo>
                  <a:lnTo>
                    <a:pt x="218036" y="356195"/>
                  </a:lnTo>
                  <a:lnTo>
                    <a:pt x="217836" y="355716"/>
                  </a:lnTo>
                  <a:lnTo>
                    <a:pt x="216739" y="355688"/>
                  </a:lnTo>
                  <a:lnTo>
                    <a:pt x="216436" y="355985"/>
                  </a:lnTo>
                  <a:lnTo>
                    <a:pt x="216336" y="356183"/>
                  </a:lnTo>
                  <a:lnTo>
                    <a:pt x="216133" y="356248"/>
                  </a:lnTo>
                  <a:lnTo>
                    <a:pt x="215796" y="355965"/>
                  </a:lnTo>
                  <a:lnTo>
                    <a:pt x="215443" y="355870"/>
                  </a:lnTo>
                  <a:lnTo>
                    <a:pt x="215063" y="356053"/>
                  </a:lnTo>
                  <a:lnTo>
                    <a:pt x="214921" y="355983"/>
                  </a:lnTo>
                  <a:lnTo>
                    <a:pt x="215075" y="355058"/>
                  </a:lnTo>
                  <a:lnTo>
                    <a:pt x="214938" y="354864"/>
                  </a:lnTo>
                  <a:lnTo>
                    <a:pt x="214437" y="354862"/>
                  </a:lnTo>
                  <a:lnTo>
                    <a:pt x="213599" y="354948"/>
                  </a:lnTo>
                  <a:lnTo>
                    <a:pt x="212747" y="354888"/>
                  </a:lnTo>
                  <a:lnTo>
                    <a:pt x="212437" y="354667"/>
                  </a:lnTo>
                  <a:lnTo>
                    <a:pt x="211774" y="354874"/>
                  </a:lnTo>
                  <a:lnTo>
                    <a:pt x="211674" y="355046"/>
                  </a:lnTo>
                  <a:lnTo>
                    <a:pt x="211479" y="355515"/>
                  </a:lnTo>
                  <a:lnTo>
                    <a:pt x="211898" y="355846"/>
                  </a:lnTo>
                  <a:lnTo>
                    <a:pt x="211642" y="356233"/>
                  </a:lnTo>
                  <a:lnTo>
                    <a:pt x="211302" y="356136"/>
                  </a:lnTo>
                  <a:lnTo>
                    <a:pt x="210746" y="356171"/>
                  </a:lnTo>
                  <a:lnTo>
                    <a:pt x="210612" y="356624"/>
                  </a:lnTo>
                  <a:lnTo>
                    <a:pt x="210498" y="357031"/>
                  </a:lnTo>
                  <a:lnTo>
                    <a:pt x="210334" y="357279"/>
                  </a:lnTo>
                  <a:lnTo>
                    <a:pt x="210207" y="357353"/>
                  </a:lnTo>
                  <a:lnTo>
                    <a:pt x="209855" y="357295"/>
                  </a:lnTo>
                  <a:lnTo>
                    <a:pt x="209685" y="357141"/>
                  </a:lnTo>
                  <a:lnTo>
                    <a:pt x="209021" y="356897"/>
                  </a:lnTo>
                  <a:lnTo>
                    <a:pt x="208921" y="357075"/>
                  </a:lnTo>
                  <a:lnTo>
                    <a:pt x="208833" y="357308"/>
                  </a:lnTo>
                  <a:lnTo>
                    <a:pt x="208856" y="357817"/>
                  </a:lnTo>
                  <a:lnTo>
                    <a:pt x="208968" y="358118"/>
                  </a:lnTo>
                  <a:lnTo>
                    <a:pt x="209083" y="358350"/>
                  </a:lnTo>
                  <a:lnTo>
                    <a:pt x="209457" y="358571"/>
                  </a:lnTo>
                  <a:lnTo>
                    <a:pt x="209481" y="358811"/>
                  </a:lnTo>
                  <a:lnTo>
                    <a:pt x="209418" y="359365"/>
                  </a:lnTo>
                  <a:lnTo>
                    <a:pt x="209203" y="359338"/>
                  </a:lnTo>
                  <a:lnTo>
                    <a:pt x="208341" y="359517"/>
                  </a:lnTo>
                  <a:lnTo>
                    <a:pt x="208050" y="359308"/>
                  </a:lnTo>
                  <a:lnTo>
                    <a:pt x="207747" y="359094"/>
                  </a:lnTo>
                  <a:lnTo>
                    <a:pt x="207571" y="359500"/>
                  </a:lnTo>
                  <a:lnTo>
                    <a:pt x="207476" y="359735"/>
                  </a:lnTo>
                  <a:lnTo>
                    <a:pt x="207288" y="359846"/>
                  </a:lnTo>
                  <a:lnTo>
                    <a:pt x="207160" y="360000"/>
                  </a:lnTo>
                  <a:lnTo>
                    <a:pt x="207122" y="360237"/>
                  </a:lnTo>
                  <a:lnTo>
                    <a:pt x="207260" y="360596"/>
                  </a:lnTo>
                  <a:lnTo>
                    <a:pt x="207308" y="360882"/>
                  </a:lnTo>
                  <a:lnTo>
                    <a:pt x="207292" y="361048"/>
                  </a:lnTo>
                  <a:lnTo>
                    <a:pt x="207260" y="361194"/>
                  </a:lnTo>
                  <a:lnTo>
                    <a:pt x="207214" y="361328"/>
                  </a:lnTo>
                  <a:lnTo>
                    <a:pt x="207184" y="361688"/>
                  </a:lnTo>
                  <a:lnTo>
                    <a:pt x="207262" y="362049"/>
                  </a:lnTo>
                  <a:lnTo>
                    <a:pt x="207524" y="362565"/>
                  </a:lnTo>
                  <a:lnTo>
                    <a:pt x="207832" y="363996"/>
                  </a:lnTo>
                  <a:lnTo>
                    <a:pt x="207838" y="364449"/>
                  </a:lnTo>
                  <a:lnTo>
                    <a:pt x="207736" y="364936"/>
                  </a:lnTo>
                  <a:lnTo>
                    <a:pt x="207357" y="365636"/>
                  </a:lnTo>
                  <a:lnTo>
                    <a:pt x="207089" y="366115"/>
                  </a:lnTo>
                  <a:lnTo>
                    <a:pt x="206814" y="366632"/>
                  </a:lnTo>
                  <a:lnTo>
                    <a:pt x="206775" y="366900"/>
                  </a:lnTo>
                  <a:lnTo>
                    <a:pt x="206717" y="367534"/>
                  </a:lnTo>
                  <a:lnTo>
                    <a:pt x="206719" y="368129"/>
                  </a:lnTo>
                  <a:lnTo>
                    <a:pt x="206436" y="368580"/>
                  </a:lnTo>
                  <a:lnTo>
                    <a:pt x="206115" y="368748"/>
                  </a:lnTo>
                  <a:lnTo>
                    <a:pt x="205740" y="368821"/>
                  </a:lnTo>
                  <a:lnTo>
                    <a:pt x="205419" y="368895"/>
                  </a:lnTo>
                  <a:lnTo>
                    <a:pt x="205234" y="369262"/>
                  </a:lnTo>
                  <a:lnTo>
                    <a:pt x="205132" y="369393"/>
                  </a:lnTo>
                  <a:lnTo>
                    <a:pt x="204945" y="369364"/>
                  </a:lnTo>
                  <a:lnTo>
                    <a:pt x="204696" y="369320"/>
                  </a:lnTo>
                  <a:lnTo>
                    <a:pt x="204310" y="369241"/>
                  </a:lnTo>
                  <a:lnTo>
                    <a:pt x="204176" y="369210"/>
                  </a:lnTo>
                  <a:lnTo>
                    <a:pt x="203875" y="369053"/>
                  </a:lnTo>
                  <a:lnTo>
                    <a:pt x="202973" y="369038"/>
                  </a:lnTo>
                  <a:lnTo>
                    <a:pt x="202695" y="368965"/>
                  </a:lnTo>
                  <a:lnTo>
                    <a:pt x="201907" y="368877"/>
                  </a:lnTo>
                  <a:lnTo>
                    <a:pt x="201458" y="369133"/>
                  </a:lnTo>
                  <a:lnTo>
                    <a:pt x="201435" y="369343"/>
                  </a:lnTo>
                  <a:lnTo>
                    <a:pt x="201289" y="369560"/>
                  </a:lnTo>
                  <a:lnTo>
                    <a:pt x="200397" y="369819"/>
                  </a:lnTo>
                  <a:lnTo>
                    <a:pt x="199959" y="369774"/>
                  </a:lnTo>
                  <a:lnTo>
                    <a:pt x="199753" y="369758"/>
                  </a:lnTo>
                  <a:lnTo>
                    <a:pt x="199601" y="369786"/>
                  </a:lnTo>
                  <a:lnTo>
                    <a:pt x="199064" y="370094"/>
                  </a:lnTo>
                  <a:lnTo>
                    <a:pt x="198849" y="370062"/>
                  </a:lnTo>
                  <a:lnTo>
                    <a:pt x="198646" y="369908"/>
                  </a:lnTo>
                  <a:lnTo>
                    <a:pt x="198493" y="369788"/>
                  </a:lnTo>
                  <a:lnTo>
                    <a:pt x="198412" y="370255"/>
                  </a:lnTo>
                  <a:lnTo>
                    <a:pt x="198352" y="370606"/>
                  </a:lnTo>
                  <a:lnTo>
                    <a:pt x="198358" y="371190"/>
                  </a:lnTo>
                  <a:lnTo>
                    <a:pt x="198067" y="371220"/>
                  </a:lnTo>
                  <a:lnTo>
                    <a:pt x="197850" y="371238"/>
                  </a:lnTo>
                  <a:lnTo>
                    <a:pt x="197221" y="371032"/>
                  </a:lnTo>
                  <a:lnTo>
                    <a:pt x="197001" y="370668"/>
                  </a:lnTo>
                  <a:lnTo>
                    <a:pt x="196813" y="370892"/>
                  </a:lnTo>
                  <a:lnTo>
                    <a:pt x="196368" y="370990"/>
                  </a:lnTo>
                  <a:lnTo>
                    <a:pt x="196311" y="370552"/>
                  </a:lnTo>
                  <a:lnTo>
                    <a:pt x="196546" y="370307"/>
                  </a:lnTo>
                  <a:lnTo>
                    <a:pt x="196641" y="369947"/>
                  </a:lnTo>
                  <a:lnTo>
                    <a:pt x="196528" y="369343"/>
                  </a:lnTo>
                  <a:lnTo>
                    <a:pt x="196637" y="369197"/>
                  </a:lnTo>
                  <a:lnTo>
                    <a:pt x="196988" y="368484"/>
                  </a:lnTo>
                  <a:lnTo>
                    <a:pt x="196887" y="367832"/>
                  </a:lnTo>
                  <a:lnTo>
                    <a:pt x="196834" y="367652"/>
                  </a:lnTo>
                  <a:lnTo>
                    <a:pt x="196584" y="367405"/>
                  </a:lnTo>
                  <a:lnTo>
                    <a:pt x="196431" y="367304"/>
                  </a:lnTo>
                  <a:lnTo>
                    <a:pt x="196209" y="367167"/>
                  </a:lnTo>
                  <a:lnTo>
                    <a:pt x="195822" y="366928"/>
                  </a:lnTo>
                  <a:lnTo>
                    <a:pt x="195388" y="366477"/>
                  </a:lnTo>
                  <a:lnTo>
                    <a:pt x="195048" y="366393"/>
                  </a:lnTo>
                  <a:lnTo>
                    <a:pt x="194749" y="366058"/>
                  </a:lnTo>
                  <a:lnTo>
                    <a:pt x="194521" y="365952"/>
                  </a:lnTo>
                  <a:lnTo>
                    <a:pt x="194571" y="365800"/>
                  </a:lnTo>
                  <a:lnTo>
                    <a:pt x="194681" y="365634"/>
                  </a:lnTo>
                  <a:lnTo>
                    <a:pt x="195026" y="365164"/>
                  </a:lnTo>
                  <a:lnTo>
                    <a:pt x="195599" y="365166"/>
                  </a:lnTo>
                  <a:lnTo>
                    <a:pt x="196083" y="365174"/>
                  </a:lnTo>
                  <a:lnTo>
                    <a:pt x="196225" y="364898"/>
                  </a:lnTo>
                  <a:lnTo>
                    <a:pt x="196290" y="364444"/>
                  </a:lnTo>
                  <a:lnTo>
                    <a:pt x="196210" y="364155"/>
                  </a:lnTo>
                  <a:lnTo>
                    <a:pt x="196267" y="363907"/>
                  </a:lnTo>
                  <a:lnTo>
                    <a:pt x="196806" y="363427"/>
                  </a:lnTo>
                  <a:lnTo>
                    <a:pt x="197179" y="363123"/>
                  </a:lnTo>
                  <a:lnTo>
                    <a:pt x="196280" y="362790"/>
                  </a:lnTo>
                  <a:lnTo>
                    <a:pt x="195783" y="362905"/>
                  </a:lnTo>
                  <a:lnTo>
                    <a:pt x="195576" y="362926"/>
                  </a:lnTo>
                  <a:lnTo>
                    <a:pt x="195225" y="362732"/>
                  </a:lnTo>
                  <a:lnTo>
                    <a:pt x="195001" y="362471"/>
                  </a:lnTo>
                  <a:lnTo>
                    <a:pt x="194564" y="362468"/>
                  </a:lnTo>
                  <a:lnTo>
                    <a:pt x="194366" y="362527"/>
                  </a:lnTo>
                  <a:lnTo>
                    <a:pt x="193879" y="362386"/>
                  </a:lnTo>
                  <a:lnTo>
                    <a:pt x="193660" y="362197"/>
                  </a:lnTo>
                  <a:lnTo>
                    <a:pt x="193331" y="362160"/>
                  </a:lnTo>
                  <a:lnTo>
                    <a:pt x="192415" y="361842"/>
                  </a:lnTo>
                  <a:lnTo>
                    <a:pt x="192649" y="361288"/>
                  </a:lnTo>
                  <a:lnTo>
                    <a:pt x="193196" y="360941"/>
                  </a:lnTo>
                  <a:lnTo>
                    <a:pt x="193441" y="360672"/>
                  </a:lnTo>
                  <a:lnTo>
                    <a:pt x="193625" y="360385"/>
                  </a:lnTo>
                  <a:lnTo>
                    <a:pt x="193991" y="359723"/>
                  </a:lnTo>
                  <a:lnTo>
                    <a:pt x="193984" y="359494"/>
                  </a:lnTo>
                  <a:lnTo>
                    <a:pt x="193726" y="359279"/>
                  </a:lnTo>
                  <a:lnTo>
                    <a:pt x="193420" y="359065"/>
                  </a:lnTo>
                  <a:lnTo>
                    <a:pt x="193246" y="358556"/>
                  </a:lnTo>
                  <a:lnTo>
                    <a:pt x="193431" y="358132"/>
                  </a:lnTo>
                  <a:lnTo>
                    <a:pt x="193136" y="357695"/>
                  </a:lnTo>
                  <a:lnTo>
                    <a:pt x="192776" y="357901"/>
                  </a:lnTo>
                  <a:lnTo>
                    <a:pt x="192426" y="357845"/>
                  </a:lnTo>
                  <a:lnTo>
                    <a:pt x="192260" y="357598"/>
                  </a:lnTo>
                  <a:lnTo>
                    <a:pt x="191930" y="357643"/>
                  </a:lnTo>
                  <a:lnTo>
                    <a:pt x="191519" y="357731"/>
                  </a:lnTo>
                  <a:lnTo>
                    <a:pt x="191390" y="357779"/>
                  </a:lnTo>
                  <a:lnTo>
                    <a:pt x="190891" y="357775"/>
                  </a:lnTo>
                  <a:lnTo>
                    <a:pt x="190307" y="357551"/>
                  </a:lnTo>
                  <a:lnTo>
                    <a:pt x="189904" y="357705"/>
                  </a:lnTo>
                  <a:lnTo>
                    <a:pt x="189823" y="357908"/>
                  </a:lnTo>
                  <a:lnTo>
                    <a:pt x="189741" y="358045"/>
                  </a:lnTo>
                  <a:lnTo>
                    <a:pt x="189600" y="358040"/>
                  </a:lnTo>
                  <a:lnTo>
                    <a:pt x="189343" y="357982"/>
                  </a:lnTo>
                  <a:lnTo>
                    <a:pt x="188684" y="357427"/>
                  </a:lnTo>
                  <a:lnTo>
                    <a:pt x="188715" y="357100"/>
                  </a:lnTo>
                  <a:lnTo>
                    <a:pt x="188165" y="356936"/>
                  </a:lnTo>
                  <a:lnTo>
                    <a:pt x="187370" y="356553"/>
                  </a:lnTo>
                  <a:lnTo>
                    <a:pt x="186808" y="356943"/>
                  </a:lnTo>
                  <a:lnTo>
                    <a:pt x="186509" y="357286"/>
                  </a:lnTo>
                  <a:lnTo>
                    <a:pt x="186180" y="357642"/>
                  </a:lnTo>
                  <a:lnTo>
                    <a:pt x="185989" y="357656"/>
                  </a:lnTo>
                  <a:lnTo>
                    <a:pt x="185815" y="357515"/>
                  </a:lnTo>
                  <a:lnTo>
                    <a:pt x="185845" y="357318"/>
                  </a:lnTo>
                  <a:lnTo>
                    <a:pt x="185407" y="356956"/>
                  </a:lnTo>
                  <a:lnTo>
                    <a:pt x="185245" y="356935"/>
                  </a:lnTo>
                  <a:lnTo>
                    <a:pt x="185171" y="357209"/>
                  </a:lnTo>
                  <a:lnTo>
                    <a:pt x="185118" y="357468"/>
                  </a:lnTo>
                  <a:lnTo>
                    <a:pt x="185024" y="357928"/>
                  </a:lnTo>
                  <a:lnTo>
                    <a:pt x="184958" y="358236"/>
                  </a:lnTo>
                  <a:lnTo>
                    <a:pt x="184124" y="358115"/>
                  </a:lnTo>
                  <a:lnTo>
                    <a:pt x="184018" y="357978"/>
                  </a:lnTo>
                  <a:lnTo>
                    <a:pt x="183733" y="357871"/>
                  </a:lnTo>
                  <a:lnTo>
                    <a:pt x="183211" y="358136"/>
                  </a:lnTo>
                  <a:lnTo>
                    <a:pt x="182850" y="358155"/>
                  </a:lnTo>
                  <a:lnTo>
                    <a:pt x="182716" y="358158"/>
                  </a:lnTo>
                  <a:lnTo>
                    <a:pt x="182543" y="358002"/>
                  </a:lnTo>
                  <a:lnTo>
                    <a:pt x="182368" y="357944"/>
                  </a:lnTo>
                  <a:lnTo>
                    <a:pt x="181944" y="357895"/>
                  </a:lnTo>
                  <a:lnTo>
                    <a:pt x="181495" y="357987"/>
                  </a:lnTo>
                  <a:lnTo>
                    <a:pt x="180988" y="358279"/>
                  </a:lnTo>
                  <a:lnTo>
                    <a:pt x="180765" y="358255"/>
                  </a:lnTo>
                  <a:lnTo>
                    <a:pt x="180817" y="358095"/>
                  </a:lnTo>
                  <a:lnTo>
                    <a:pt x="180445" y="357798"/>
                  </a:lnTo>
                  <a:lnTo>
                    <a:pt x="180261" y="357860"/>
                  </a:lnTo>
                  <a:lnTo>
                    <a:pt x="180204" y="358033"/>
                  </a:lnTo>
                  <a:lnTo>
                    <a:pt x="180178" y="358198"/>
                  </a:lnTo>
                  <a:lnTo>
                    <a:pt x="180327" y="358779"/>
                  </a:lnTo>
                  <a:lnTo>
                    <a:pt x="180478" y="359332"/>
                  </a:lnTo>
                  <a:lnTo>
                    <a:pt x="180412" y="359686"/>
                  </a:lnTo>
                  <a:lnTo>
                    <a:pt x="180327" y="360158"/>
                  </a:lnTo>
                  <a:lnTo>
                    <a:pt x="180265" y="360575"/>
                  </a:lnTo>
                  <a:lnTo>
                    <a:pt x="180262" y="360805"/>
                  </a:lnTo>
                  <a:lnTo>
                    <a:pt x="180163" y="361182"/>
                  </a:lnTo>
                  <a:lnTo>
                    <a:pt x="180257" y="361555"/>
                  </a:lnTo>
                  <a:lnTo>
                    <a:pt x="180299" y="362341"/>
                  </a:lnTo>
                  <a:lnTo>
                    <a:pt x="180413" y="362517"/>
                  </a:lnTo>
                  <a:lnTo>
                    <a:pt x="180285" y="362982"/>
                  </a:lnTo>
                  <a:lnTo>
                    <a:pt x="180370" y="363339"/>
                  </a:lnTo>
                  <a:lnTo>
                    <a:pt x="180496" y="363959"/>
                  </a:lnTo>
                  <a:lnTo>
                    <a:pt x="180417" y="364193"/>
                  </a:lnTo>
                  <a:lnTo>
                    <a:pt x="180016" y="364156"/>
                  </a:lnTo>
                  <a:lnTo>
                    <a:pt x="179448" y="363914"/>
                  </a:lnTo>
                  <a:lnTo>
                    <a:pt x="178550" y="363624"/>
                  </a:lnTo>
                  <a:lnTo>
                    <a:pt x="177136" y="363218"/>
                  </a:lnTo>
                  <a:lnTo>
                    <a:pt x="176940" y="363167"/>
                  </a:lnTo>
                  <a:lnTo>
                    <a:pt x="176718" y="363113"/>
                  </a:lnTo>
                  <a:lnTo>
                    <a:pt x="176285" y="363022"/>
                  </a:lnTo>
                  <a:lnTo>
                    <a:pt x="175602" y="362966"/>
                  </a:lnTo>
                  <a:lnTo>
                    <a:pt x="175553" y="363097"/>
                  </a:lnTo>
                  <a:lnTo>
                    <a:pt x="175526" y="363325"/>
                  </a:lnTo>
                  <a:lnTo>
                    <a:pt x="175514" y="363578"/>
                  </a:lnTo>
                  <a:lnTo>
                    <a:pt x="175519" y="363767"/>
                  </a:lnTo>
                  <a:lnTo>
                    <a:pt x="175486" y="363941"/>
                  </a:lnTo>
                  <a:lnTo>
                    <a:pt x="174898" y="364590"/>
                  </a:lnTo>
                  <a:lnTo>
                    <a:pt x="174596" y="365129"/>
                  </a:lnTo>
                  <a:lnTo>
                    <a:pt x="174271" y="365361"/>
                  </a:lnTo>
                  <a:lnTo>
                    <a:pt x="174126" y="365399"/>
                  </a:lnTo>
                  <a:lnTo>
                    <a:pt x="173906" y="365391"/>
                  </a:lnTo>
                  <a:lnTo>
                    <a:pt x="173676" y="365337"/>
                  </a:lnTo>
                  <a:lnTo>
                    <a:pt x="173516" y="365546"/>
                  </a:lnTo>
                  <a:lnTo>
                    <a:pt x="173439" y="365684"/>
                  </a:lnTo>
                  <a:lnTo>
                    <a:pt x="173049" y="365796"/>
                  </a:lnTo>
                  <a:lnTo>
                    <a:pt x="172866" y="365732"/>
                  </a:lnTo>
                  <a:lnTo>
                    <a:pt x="172552" y="365628"/>
                  </a:lnTo>
                  <a:lnTo>
                    <a:pt x="172140" y="366227"/>
                  </a:lnTo>
                  <a:lnTo>
                    <a:pt x="172119" y="366439"/>
                  </a:lnTo>
                  <a:lnTo>
                    <a:pt x="171753" y="366813"/>
                  </a:lnTo>
                  <a:lnTo>
                    <a:pt x="171527" y="367073"/>
                  </a:lnTo>
                  <a:lnTo>
                    <a:pt x="170706" y="367019"/>
                  </a:lnTo>
                  <a:lnTo>
                    <a:pt x="170226" y="366627"/>
                  </a:lnTo>
                  <a:lnTo>
                    <a:pt x="169905" y="366389"/>
                  </a:lnTo>
                  <a:lnTo>
                    <a:pt x="169644" y="366593"/>
                  </a:lnTo>
                  <a:lnTo>
                    <a:pt x="169395" y="366817"/>
                  </a:lnTo>
                  <a:lnTo>
                    <a:pt x="169233" y="366803"/>
                  </a:lnTo>
                  <a:lnTo>
                    <a:pt x="168886" y="366721"/>
                  </a:lnTo>
                  <a:lnTo>
                    <a:pt x="168718" y="366650"/>
                  </a:lnTo>
                  <a:lnTo>
                    <a:pt x="168399" y="366585"/>
                  </a:lnTo>
                  <a:lnTo>
                    <a:pt x="167916" y="366557"/>
                  </a:lnTo>
                  <a:lnTo>
                    <a:pt x="167760" y="366700"/>
                  </a:lnTo>
                  <a:lnTo>
                    <a:pt x="167520" y="366766"/>
                  </a:lnTo>
                  <a:lnTo>
                    <a:pt x="167362" y="366762"/>
                  </a:lnTo>
                  <a:lnTo>
                    <a:pt x="167211" y="366710"/>
                  </a:lnTo>
                  <a:lnTo>
                    <a:pt x="167199" y="366285"/>
                  </a:lnTo>
                  <a:lnTo>
                    <a:pt x="167121" y="366005"/>
                  </a:lnTo>
                  <a:lnTo>
                    <a:pt x="166729" y="365855"/>
                  </a:lnTo>
                  <a:lnTo>
                    <a:pt x="166053" y="365572"/>
                  </a:lnTo>
                  <a:lnTo>
                    <a:pt x="165940" y="365237"/>
                  </a:lnTo>
                  <a:lnTo>
                    <a:pt x="165905" y="365039"/>
                  </a:lnTo>
                  <a:lnTo>
                    <a:pt x="165392" y="364365"/>
                  </a:lnTo>
                  <a:lnTo>
                    <a:pt x="165347" y="364169"/>
                  </a:lnTo>
                  <a:lnTo>
                    <a:pt x="165246" y="363880"/>
                  </a:lnTo>
                  <a:lnTo>
                    <a:pt x="165064" y="363915"/>
                  </a:lnTo>
                  <a:lnTo>
                    <a:pt x="164878" y="364161"/>
                  </a:lnTo>
                  <a:lnTo>
                    <a:pt x="164725" y="364390"/>
                  </a:lnTo>
                  <a:lnTo>
                    <a:pt x="164536" y="364364"/>
                  </a:lnTo>
                  <a:lnTo>
                    <a:pt x="164540" y="363895"/>
                  </a:lnTo>
                  <a:lnTo>
                    <a:pt x="164639" y="363488"/>
                  </a:lnTo>
                  <a:lnTo>
                    <a:pt x="164473" y="363272"/>
                  </a:lnTo>
                  <a:lnTo>
                    <a:pt x="164312" y="363233"/>
                  </a:lnTo>
                  <a:lnTo>
                    <a:pt x="163803" y="363265"/>
                  </a:lnTo>
                  <a:lnTo>
                    <a:pt x="163673" y="362841"/>
                  </a:lnTo>
                  <a:lnTo>
                    <a:pt x="163597" y="362317"/>
                  </a:lnTo>
                  <a:lnTo>
                    <a:pt x="163590" y="362180"/>
                  </a:lnTo>
                  <a:lnTo>
                    <a:pt x="163568" y="361891"/>
                  </a:lnTo>
                  <a:lnTo>
                    <a:pt x="163185" y="361654"/>
                  </a:lnTo>
                  <a:lnTo>
                    <a:pt x="162906" y="361483"/>
                  </a:lnTo>
                  <a:lnTo>
                    <a:pt x="162254" y="361208"/>
                  </a:lnTo>
                  <a:lnTo>
                    <a:pt x="162053" y="361347"/>
                  </a:lnTo>
                  <a:lnTo>
                    <a:pt x="161239" y="361161"/>
                  </a:lnTo>
                  <a:lnTo>
                    <a:pt x="160814" y="361571"/>
                  </a:lnTo>
                  <a:lnTo>
                    <a:pt x="160543" y="361668"/>
                  </a:lnTo>
                  <a:lnTo>
                    <a:pt x="160255" y="361713"/>
                  </a:lnTo>
                  <a:lnTo>
                    <a:pt x="159933" y="361700"/>
                  </a:lnTo>
                  <a:lnTo>
                    <a:pt x="160041" y="362051"/>
                  </a:lnTo>
                  <a:lnTo>
                    <a:pt x="160332" y="361837"/>
                  </a:lnTo>
                  <a:lnTo>
                    <a:pt x="160481" y="361926"/>
                  </a:lnTo>
                  <a:lnTo>
                    <a:pt x="160539" y="362123"/>
                  </a:lnTo>
                  <a:lnTo>
                    <a:pt x="160498" y="362350"/>
                  </a:lnTo>
                  <a:lnTo>
                    <a:pt x="160264" y="362223"/>
                  </a:lnTo>
                  <a:lnTo>
                    <a:pt x="159980" y="362259"/>
                  </a:lnTo>
                  <a:lnTo>
                    <a:pt x="159714" y="362427"/>
                  </a:lnTo>
                  <a:lnTo>
                    <a:pt x="159580" y="362579"/>
                  </a:lnTo>
                  <a:lnTo>
                    <a:pt x="159313" y="362165"/>
                  </a:lnTo>
                  <a:lnTo>
                    <a:pt x="159403" y="361686"/>
                  </a:lnTo>
                  <a:lnTo>
                    <a:pt x="159162" y="361796"/>
                  </a:lnTo>
                  <a:lnTo>
                    <a:pt x="158994" y="362048"/>
                  </a:lnTo>
                  <a:lnTo>
                    <a:pt x="158839" y="362116"/>
                  </a:lnTo>
                  <a:lnTo>
                    <a:pt x="158533" y="362075"/>
                  </a:lnTo>
                  <a:lnTo>
                    <a:pt x="158390" y="362157"/>
                  </a:lnTo>
                  <a:lnTo>
                    <a:pt x="158313" y="362665"/>
                  </a:lnTo>
                  <a:lnTo>
                    <a:pt x="158788" y="362675"/>
                  </a:lnTo>
                  <a:lnTo>
                    <a:pt x="158999" y="362780"/>
                  </a:lnTo>
                  <a:lnTo>
                    <a:pt x="159309" y="362907"/>
                  </a:lnTo>
                  <a:lnTo>
                    <a:pt x="159291" y="363099"/>
                  </a:lnTo>
                  <a:lnTo>
                    <a:pt x="159241" y="363238"/>
                  </a:lnTo>
                  <a:lnTo>
                    <a:pt x="159073" y="363413"/>
                  </a:lnTo>
                  <a:lnTo>
                    <a:pt x="158513" y="363635"/>
                  </a:lnTo>
                  <a:lnTo>
                    <a:pt x="157826" y="363630"/>
                  </a:lnTo>
                  <a:lnTo>
                    <a:pt x="157855" y="363884"/>
                  </a:lnTo>
                  <a:lnTo>
                    <a:pt x="157985" y="364645"/>
                  </a:lnTo>
                  <a:lnTo>
                    <a:pt x="158045" y="364801"/>
                  </a:lnTo>
                  <a:lnTo>
                    <a:pt x="158043" y="365146"/>
                  </a:lnTo>
                  <a:lnTo>
                    <a:pt x="157457" y="365374"/>
                  </a:lnTo>
                  <a:lnTo>
                    <a:pt x="157502" y="365565"/>
                  </a:lnTo>
                  <a:lnTo>
                    <a:pt x="157563" y="365753"/>
                  </a:lnTo>
                  <a:lnTo>
                    <a:pt x="157736" y="366041"/>
                  </a:lnTo>
                  <a:lnTo>
                    <a:pt x="157810" y="366197"/>
                  </a:lnTo>
                  <a:lnTo>
                    <a:pt x="157478" y="366908"/>
                  </a:lnTo>
                  <a:lnTo>
                    <a:pt x="157167" y="367626"/>
                  </a:lnTo>
                  <a:lnTo>
                    <a:pt x="156638" y="367937"/>
                  </a:lnTo>
                  <a:lnTo>
                    <a:pt x="156357" y="367439"/>
                  </a:lnTo>
                  <a:lnTo>
                    <a:pt x="156166" y="367458"/>
                  </a:lnTo>
                  <a:lnTo>
                    <a:pt x="156012" y="367496"/>
                  </a:lnTo>
                  <a:lnTo>
                    <a:pt x="155870" y="367643"/>
                  </a:lnTo>
                  <a:lnTo>
                    <a:pt x="155365" y="368285"/>
                  </a:lnTo>
                  <a:lnTo>
                    <a:pt x="155192" y="368499"/>
                  </a:lnTo>
                  <a:lnTo>
                    <a:pt x="154842" y="368499"/>
                  </a:lnTo>
                  <a:lnTo>
                    <a:pt x="154423" y="368442"/>
                  </a:lnTo>
                  <a:lnTo>
                    <a:pt x="154199" y="368418"/>
                  </a:lnTo>
                  <a:lnTo>
                    <a:pt x="153559" y="368611"/>
                  </a:lnTo>
                  <a:lnTo>
                    <a:pt x="153431" y="368423"/>
                  </a:lnTo>
                  <a:lnTo>
                    <a:pt x="153309" y="368026"/>
                  </a:lnTo>
                  <a:lnTo>
                    <a:pt x="153160" y="367521"/>
                  </a:lnTo>
                  <a:lnTo>
                    <a:pt x="153126" y="367179"/>
                  </a:lnTo>
                  <a:lnTo>
                    <a:pt x="153099" y="366896"/>
                  </a:lnTo>
                  <a:lnTo>
                    <a:pt x="153062" y="366477"/>
                  </a:lnTo>
                  <a:lnTo>
                    <a:pt x="153046" y="366188"/>
                  </a:lnTo>
                  <a:lnTo>
                    <a:pt x="152902" y="365831"/>
                  </a:lnTo>
                  <a:lnTo>
                    <a:pt x="152774" y="365572"/>
                  </a:lnTo>
                  <a:lnTo>
                    <a:pt x="152659" y="365293"/>
                  </a:lnTo>
                  <a:lnTo>
                    <a:pt x="152575" y="365061"/>
                  </a:lnTo>
                  <a:lnTo>
                    <a:pt x="152508" y="364842"/>
                  </a:lnTo>
                  <a:lnTo>
                    <a:pt x="152328" y="364234"/>
                  </a:lnTo>
                  <a:lnTo>
                    <a:pt x="152291" y="363930"/>
                  </a:lnTo>
                  <a:lnTo>
                    <a:pt x="152302" y="363650"/>
                  </a:lnTo>
                  <a:lnTo>
                    <a:pt x="152425" y="363234"/>
                  </a:lnTo>
                  <a:lnTo>
                    <a:pt x="152567" y="363036"/>
                  </a:lnTo>
                  <a:lnTo>
                    <a:pt x="152705" y="362728"/>
                  </a:lnTo>
                  <a:lnTo>
                    <a:pt x="152772" y="362508"/>
                  </a:lnTo>
                  <a:lnTo>
                    <a:pt x="152782" y="362199"/>
                  </a:lnTo>
                  <a:lnTo>
                    <a:pt x="152689" y="361932"/>
                  </a:lnTo>
                  <a:lnTo>
                    <a:pt x="152549" y="361732"/>
                  </a:lnTo>
                  <a:lnTo>
                    <a:pt x="152273" y="361404"/>
                  </a:lnTo>
                  <a:lnTo>
                    <a:pt x="152017" y="361042"/>
                  </a:lnTo>
                  <a:lnTo>
                    <a:pt x="151803" y="360621"/>
                  </a:lnTo>
                  <a:lnTo>
                    <a:pt x="151731" y="360455"/>
                  </a:lnTo>
                  <a:lnTo>
                    <a:pt x="151620" y="360168"/>
                  </a:lnTo>
                  <a:lnTo>
                    <a:pt x="151456" y="359656"/>
                  </a:lnTo>
                  <a:lnTo>
                    <a:pt x="151364" y="359360"/>
                  </a:lnTo>
                  <a:lnTo>
                    <a:pt x="151180" y="358867"/>
                  </a:lnTo>
                  <a:lnTo>
                    <a:pt x="150913" y="358307"/>
                  </a:lnTo>
                  <a:lnTo>
                    <a:pt x="150796" y="358074"/>
                  </a:lnTo>
                  <a:lnTo>
                    <a:pt x="149942" y="358253"/>
                  </a:lnTo>
                  <a:lnTo>
                    <a:pt x="149906" y="358494"/>
                  </a:lnTo>
                  <a:lnTo>
                    <a:pt x="149714" y="358508"/>
                  </a:lnTo>
                  <a:lnTo>
                    <a:pt x="149533" y="358518"/>
                  </a:lnTo>
                  <a:lnTo>
                    <a:pt x="149346" y="358432"/>
                  </a:lnTo>
                  <a:lnTo>
                    <a:pt x="149846" y="357826"/>
                  </a:lnTo>
                  <a:lnTo>
                    <a:pt x="150086" y="357639"/>
                  </a:lnTo>
                  <a:lnTo>
                    <a:pt x="149637" y="357616"/>
                  </a:lnTo>
                  <a:lnTo>
                    <a:pt x="149361" y="357632"/>
                  </a:lnTo>
                  <a:lnTo>
                    <a:pt x="149179" y="357643"/>
                  </a:lnTo>
                  <a:lnTo>
                    <a:pt x="148993" y="357655"/>
                  </a:lnTo>
                  <a:lnTo>
                    <a:pt x="148714" y="357496"/>
                  </a:lnTo>
                  <a:lnTo>
                    <a:pt x="149019" y="357262"/>
                  </a:lnTo>
                  <a:lnTo>
                    <a:pt x="149417" y="357207"/>
                  </a:lnTo>
                  <a:lnTo>
                    <a:pt x="149775" y="357164"/>
                  </a:lnTo>
                  <a:lnTo>
                    <a:pt x="150075" y="357131"/>
                  </a:lnTo>
                  <a:lnTo>
                    <a:pt x="149962" y="356639"/>
                  </a:lnTo>
                  <a:lnTo>
                    <a:pt x="149894" y="356485"/>
                  </a:lnTo>
                  <a:lnTo>
                    <a:pt x="149666" y="356479"/>
                  </a:lnTo>
                  <a:lnTo>
                    <a:pt x="149429" y="356496"/>
                  </a:lnTo>
                  <a:lnTo>
                    <a:pt x="149646" y="355656"/>
                  </a:lnTo>
                  <a:lnTo>
                    <a:pt x="149402" y="355276"/>
                  </a:lnTo>
                  <a:lnTo>
                    <a:pt x="149225" y="355011"/>
                  </a:lnTo>
                  <a:lnTo>
                    <a:pt x="148830" y="354512"/>
                  </a:lnTo>
                  <a:lnTo>
                    <a:pt x="148114" y="353848"/>
                  </a:lnTo>
                  <a:lnTo>
                    <a:pt x="147970" y="353685"/>
                  </a:lnTo>
                  <a:lnTo>
                    <a:pt x="147620" y="353274"/>
                  </a:lnTo>
                  <a:lnTo>
                    <a:pt x="147088" y="352351"/>
                  </a:lnTo>
                  <a:lnTo>
                    <a:pt x="146960" y="352254"/>
                  </a:lnTo>
                  <a:lnTo>
                    <a:pt x="146499" y="352368"/>
                  </a:lnTo>
                  <a:lnTo>
                    <a:pt x="146017" y="352500"/>
                  </a:lnTo>
                  <a:lnTo>
                    <a:pt x="145422" y="352275"/>
                  </a:lnTo>
                  <a:lnTo>
                    <a:pt x="145484" y="351851"/>
                  </a:lnTo>
                  <a:lnTo>
                    <a:pt x="145287" y="351779"/>
                  </a:lnTo>
                  <a:lnTo>
                    <a:pt x="144889" y="351598"/>
                  </a:lnTo>
                  <a:lnTo>
                    <a:pt x="144269" y="350976"/>
                  </a:lnTo>
                  <a:lnTo>
                    <a:pt x="144263" y="350512"/>
                  </a:lnTo>
                  <a:lnTo>
                    <a:pt x="144524" y="350314"/>
                  </a:lnTo>
                  <a:lnTo>
                    <a:pt x="145096" y="350281"/>
                  </a:lnTo>
                  <a:lnTo>
                    <a:pt x="145264" y="350321"/>
                  </a:lnTo>
                  <a:lnTo>
                    <a:pt x="145364" y="350551"/>
                  </a:lnTo>
                  <a:lnTo>
                    <a:pt x="145643" y="350505"/>
                  </a:lnTo>
                  <a:lnTo>
                    <a:pt x="145486" y="350161"/>
                  </a:lnTo>
                  <a:lnTo>
                    <a:pt x="145220" y="349467"/>
                  </a:lnTo>
                  <a:lnTo>
                    <a:pt x="145108" y="349165"/>
                  </a:lnTo>
                  <a:lnTo>
                    <a:pt x="144995" y="348852"/>
                  </a:lnTo>
                  <a:lnTo>
                    <a:pt x="144951" y="348624"/>
                  </a:lnTo>
                  <a:lnTo>
                    <a:pt x="144538" y="348582"/>
                  </a:lnTo>
                  <a:lnTo>
                    <a:pt x="144161" y="348598"/>
                  </a:lnTo>
                  <a:lnTo>
                    <a:pt x="143509" y="348627"/>
                  </a:lnTo>
                  <a:lnTo>
                    <a:pt x="143301" y="348649"/>
                  </a:lnTo>
                  <a:lnTo>
                    <a:pt x="143217" y="348289"/>
                  </a:lnTo>
                  <a:lnTo>
                    <a:pt x="143214" y="348156"/>
                  </a:lnTo>
                  <a:lnTo>
                    <a:pt x="143562" y="347771"/>
                  </a:lnTo>
                  <a:lnTo>
                    <a:pt x="143723" y="347683"/>
                  </a:lnTo>
                  <a:lnTo>
                    <a:pt x="144072" y="347667"/>
                  </a:lnTo>
                  <a:lnTo>
                    <a:pt x="144567" y="347592"/>
                  </a:lnTo>
                  <a:lnTo>
                    <a:pt x="144841" y="347379"/>
                  </a:lnTo>
                  <a:lnTo>
                    <a:pt x="144458" y="347462"/>
                  </a:lnTo>
                  <a:lnTo>
                    <a:pt x="144266" y="347482"/>
                  </a:lnTo>
                  <a:lnTo>
                    <a:pt x="143941" y="347348"/>
                  </a:lnTo>
                  <a:lnTo>
                    <a:pt x="143867" y="347127"/>
                  </a:lnTo>
                  <a:lnTo>
                    <a:pt x="143551" y="347000"/>
                  </a:lnTo>
                  <a:lnTo>
                    <a:pt x="143322" y="347125"/>
                  </a:lnTo>
                  <a:lnTo>
                    <a:pt x="143071" y="347132"/>
                  </a:lnTo>
                  <a:lnTo>
                    <a:pt x="143062" y="346953"/>
                  </a:lnTo>
                  <a:lnTo>
                    <a:pt x="143055" y="346666"/>
                  </a:lnTo>
                  <a:lnTo>
                    <a:pt x="143054" y="346505"/>
                  </a:lnTo>
                  <a:lnTo>
                    <a:pt x="143101" y="346010"/>
                  </a:lnTo>
                  <a:lnTo>
                    <a:pt x="143236" y="346031"/>
                  </a:lnTo>
                  <a:lnTo>
                    <a:pt x="143115" y="345737"/>
                  </a:lnTo>
                  <a:lnTo>
                    <a:pt x="142361" y="345395"/>
                  </a:lnTo>
                  <a:lnTo>
                    <a:pt x="142381" y="345802"/>
                  </a:lnTo>
                  <a:lnTo>
                    <a:pt x="142060" y="345868"/>
                  </a:lnTo>
                  <a:lnTo>
                    <a:pt x="141849" y="345766"/>
                  </a:lnTo>
                  <a:lnTo>
                    <a:pt x="142075" y="345462"/>
                  </a:lnTo>
                  <a:lnTo>
                    <a:pt x="142046" y="345099"/>
                  </a:lnTo>
                  <a:lnTo>
                    <a:pt x="141700" y="344887"/>
                  </a:lnTo>
                  <a:lnTo>
                    <a:pt x="140066" y="343857"/>
                  </a:lnTo>
                  <a:lnTo>
                    <a:pt x="139672" y="343590"/>
                  </a:lnTo>
                  <a:lnTo>
                    <a:pt x="139341" y="343508"/>
                  </a:lnTo>
                  <a:lnTo>
                    <a:pt x="139452" y="344161"/>
                  </a:lnTo>
                  <a:lnTo>
                    <a:pt x="139879" y="343973"/>
                  </a:lnTo>
                  <a:lnTo>
                    <a:pt x="140149" y="344073"/>
                  </a:lnTo>
                  <a:lnTo>
                    <a:pt x="140345" y="344474"/>
                  </a:lnTo>
                  <a:lnTo>
                    <a:pt x="140212" y="344696"/>
                  </a:lnTo>
                  <a:lnTo>
                    <a:pt x="139744" y="344695"/>
                  </a:lnTo>
                  <a:lnTo>
                    <a:pt x="139339" y="344431"/>
                  </a:lnTo>
                  <a:lnTo>
                    <a:pt x="139357" y="344187"/>
                  </a:lnTo>
                  <a:lnTo>
                    <a:pt x="139301" y="343460"/>
                  </a:lnTo>
                  <a:lnTo>
                    <a:pt x="139157" y="343280"/>
                  </a:lnTo>
                  <a:lnTo>
                    <a:pt x="138075" y="342591"/>
                  </a:lnTo>
                  <a:lnTo>
                    <a:pt x="138080" y="342746"/>
                  </a:lnTo>
                  <a:lnTo>
                    <a:pt x="138125" y="344077"/>
                  </a:lnTo>
                  <a:lnTo>
                    <a:pt x="138247" y="344498"/>
                  </a:lnTo>
                  <a:lnTo>
                    <a:pt x="137825" y="344242"/>
                  </a:lnTo>
                  <a:lnTo>
                    <a:pt x="137966" y="344056"/>
                  </a:lnTo>
                  <a:lnTo>
                    <a:pt x="137942" y="343050"/>
                  </a:lnTo>
                  <a:lnTo>
                    <a:pt x="137894" y="342458"/>
                  </a:lnTo>
                  <a:lnTo>
                    <a:pt x="137752" y="342404"/>
                  </a:lnTo>
                  <a:lnTo>
                    <a:pt x="137261" y="342226"/>
                  </a:lnTo>
                  <a:lnTo>
                    <a:pt x="137191" y="342545"/>
                  </a:lnTo>
                  <a:lnTo>
                    <a:pt x="136925" y="342851"/>
                  </a:lnTo>
                  <a:lnTo>
                    <a:pt x="136971" y="343001"/>
                  </a:lnTo>
                  <a:lnTo>
                    <a:pt x="137078" y="343348"/>
                  </a:lnTo>
                  <a:lnTo>
                    <a:pt x="137118" y="343477"/>
                  </a:lnTo>
                  <a:lnTo>
                    <a:pt x="137264" y="343944"/>
                  </a:lnTo>
                  <a:lnTo>
                    <a:pt x="137217" y="344227"/>
                  </a:lnTo>
                  <a:lnTo>
                    <a:pt x="137167" y="344516"/>
                  </a:lnTo>
                  <a:lnTo>
                    <a:pt x="137129" y="344665"/>
                  </a:lnTo>
                  <a:lnTo>
                    <a:pt x="137036" y="345049"/>
                  </a:lnTo>
                  <a:lnTo>
                    <a:pt x="136662" y="345059"/>
                  </a:lnTo>
                  <a:lnTo>
                    <a:pt x="136469" y="345068"/>
                  </a:lnTo>
                  <a:lnTo>
                    <a:pt x="136291" y="345214"/>
                  </a:lnTo>
                  <a:lnTo>
                    <a:pt x="135787" y="345419"/>
                  </a:lnTo>
                  <a:lnTo>
                    <a:pt x="135822" y="345244"/>
                  </a:lnTo>
                  <a:lnTo>
                    <a:pt x="135477" y="344832"/>
                  </a:lnTo>
                  <a:lnTo>
                    <a:pt x="135290" y="344754"/>
                  </a:lnTo>
                  <a:lnTo>
                    <a:pt x="134999" y="344652"/>
                  </a:lnTo>
                  <a:lnTo>
                    <a:pt x="134442" y="344588"/>
                  </a:lnTo>
                  <a:lnTo>
                    <a:pt x="133762" y="344103"/>
                  </a:lnTo>
                  <a:lnTo>
                    <a:pt x="133103" y="344102"/>
                  </a:lnTo>
                  <a:lnTo>
                    <a:pt x="132792" y="343947"/>
                  </a:lnTo>
                  <a:lnTo>
                    <a:pt x="132547" y="344176"/>
                  </a:lnTo>
                  <a:lnTo>
                    <a:pt x="131974" y="344235"/>
                  </a:lnTo>
                  <a:lnTo>
                    <a:pt x="131493" y="344426"/>
                  </a:lnTo>
                  <a:lnTo>
                    <a:pt x="131183" y="344334"/>
                  </a:lnTo>
                  <a:lnTo>
                    <a:pt x="130922" y="344060"/>
                  </a:lnTo>
                  <a:lnTo>
                    <a:pt x="130671" y="343877"/>
                  </a:lnTo>
                  <a:lnTo>
                    <a:pt x="130273" y="343909"/>
                  </a:lnTo>
                  <a:lnTo>
                    <a:pt x="130126" y="344047"/>
                  </a:lnTo>
                  <a:lnTo>
                    <a:pt x="130150" y="344338"/>
                  </a:lnTo>
                  <a:lnTo>
                    <a:pt x="129954" y="344576"/>
                  </a:lnTo>
                  <a:lnTo>
                    <a:pt x="129722" y="344709"/>
                  </a:lnTo>
                  <a:lnTo>
                    <a:pt x="129575" y="344871"/>
                  </a:lnTo>
                  <a:lnTo>
                    <a:pt x="129245" y="344948"/>
                  </a:lnTo>
                  <a:lnTo>
                    <a:pt x="128954" y="345015"/>
                  </a:lnTo>
                  <a:lnTo>
                    <a:pt x="128445" y="345163"/>
                  </a:lnTo>
                  <a:lnTo>
                    <a:pt x="128122" y="345276"/>
                  </a:lnTo>
                  <a:lnTo>
                    <a:pt x="127491" y="345434"/>
                  </a:lnTo>
                  <a:lnTo>
                    <a:pt x="127165" y="345414"/>
                  </a:lnTo>
                  <a:lnTo>
                    <a:pt x="126976" y="345462"/>
                  </a:lnTo>
                  <a:lnTo>
                    <a:pt x="126806" y="345508"/>
                  </a:lnTo>
                  <a:lnTo>
                    <a:pt x="126612" y="345571"/>
                  </a:lnTo>
                  <a:lnTo>
                    <a:pt x="126196" y="345638"/>
                  </a:lnTo>
                  <a:lnTo>
                    <a:pt x="126019" y="345540"/>
                  </a:lnTo>
                  <a:lnTo>
                    <a:pt x="125650" y="345470"/>
                  </a:lnTo>
                  <a:lnTo>
                    <a:pt x="125192" y="345576"/>
                  </a:lnTo>
                  <a:lnTo>
                    <a:pt x="125057" y="345800"/>
                  </a:lnTo>
                  <a:lnTo>
                    <a:pt x="124207" y="345980"/>
                  </a:lnTo>
                  <a:lnTo>
                    <a:pt x="124006" y="346019"/>
                  </a:lnTo>
                  <a:lnTo>
                    <a:pt x="123735" y="345931"/>
                  </a:lnTo>
                  <a:lnTo>
                    <a:pt x="123277" y="345849"/>
                  </a:lnTo>
                  <a:lnTo>
                    <a:pt x="123119" y="346038"/>
                  </a:lnTo>
                  <a:lnTo>
                    <a:pt x="122843" y="346104"/>
                  </a:lnTo>
                  <a:lnTo>
                    <a:pt x="122643" y="346050"/>
                  </a:lnTo>
                  <a:lnTo>
                    <a:pt x="122640" y="346211"/>
                  </a:lnTo>
                  <a:lnTo>
                    <a:pt x="122499" y="346508"/>
                  </a:lnTo>
                  <a:lnTo>
                    <a:pt x="122259" y="346710"/>
                  </a:lnTo>
                  <a:lnTo>
                    <a:pt x="121975" y="347090"/>
                  </a:lnTo>
                  <a:lnTo>
                    <a:pt x="121335" y="347698"/>
                  </a:lnTo>
                  <a:lnTo>
                    <a:pt x="121222" y="347963"/>
                  </a:lnTo>
                  <a:lnTo>
                    <a:pt x="121325" y="348401"/>
                  </a:lnTo>
                  <a:lnTo>
                    <a:pt x="121300" y="348583"/>
                  </a:lnTo>
                  <a:lnTo>
                    <a:pt x="121161" y="349050"/>
                  </a:lnTo>
                  <a:lnTo>
                    <a:pt x="121051" y="349420"/>
                  </a:lnTo>
                  <a:lnTo>
                    <a:pt x="121289" y="349732"/>
                  </a:lnTo>
                  <a:lnTo>
                    <a:pt x="121017" y="350059"/>
                  </a:lnTo>
                  <a:lnTo>
                    <a:pt x="120793" y="350350"/>
                  </a:lnTo>
                  <a:lnTo>
                    <a:pt x="120852" y="350819"/>
                  </a:lnTo>
                  <a:lnTo>
                    <a:pt x="120932" y="351369"/>
                  </a:lnTo>
                  <a:lnTo>
                    <a:pt x="120944" y="352194"/>
                  </a:lnTo>
                  <a:lnTo>
                    <a:pt x="120755" y="352384"/>
                  </a:lnTo>
                  <a:lnTo>
                    <a:pt x="120580" y="353086"/>
                  </a:lnTo>
                  <a:lnTo>
                    <a:pt x="119728" y="353195"/>
                  </a:lnTo>
                  <a:lnTo>
                    <a:pt x="119527" y="353184"/>
                  </a:lnTo>
                  <a:lnTo>
                    <a:pt x="119174" y="353301"/>
                  </a:lnTo>
                  <a:lnTo>
                    <a:pt x="119136" y="353564"/>
                  </a:lnTo>
                  <a:lnTo>
                    <a:pt x="119185" y="353810"/>
                  </a:lnTo>
                  <a:lnTo>
                    <a:pt x="119436" y="354127"/>
                  </a:lnTo>
                  <a:lnTo>
                    <a:pt x="119205" y="354374"/>
                  </a:lnTo>
                  <a:lnTo>
                    <a:pt x="119078" y="354622"/>
                  </a:lnTo>
                  <a:lnTo>
                    <a:pt x="119369" y="354911"/>
                  </a:lnTo>
                  <a:lnTo>
                    <a:pt x="119625" y="354894"/>
                  </a:lnTo>
                  <a:lnTo>
                    <a:pt x="120062" y="354708"/>
                  </a:lnTo>
                  <a:lnTo>
                    <a:pt x="120523" y="355634"/>
                  </a:lnTo>
                  <a:lnTo>
                    <a:pt x="120152" y="355896"/>
                  </a:lnTo>
                  <a:lnTo>
                    <a:pt x="119899" y="356617"/>
                  </a:lnTo>
                  <a:lnTo>
                    <a:pt x="119966" y="356818"/>
                  </a:lnTo>
                  <a:lnTo>
                    <a:pt x="119987" y="357114"/>
                  </a:lnTo>
                  <a:lnTo>
                    <a:pt x="119976" y="357284"/>
                  </a:lnTo>
                  <a:lnTo>
                    <a:pt x="119961" y="357472"/>
                  </a:lnTo>
                  <a:lnTo>
                    <a:pt x="119877" y="357603"/>
                  </a:lnTo>
                  <a:lnTo>
                    <a:pt x="119611" y="357839"/>
                  </a:lnTo>
                  <a:lnTo>
                    <a:pt x="119380" y="357908"/>
                  </a:lnTo>
                  <a:lnTo>
                    <a:pt x="119375" y="358155"/>
                  </a:lnTo>
                  <a:lnTo>
                    <a:pt x="119617" y="358453"/>
                  </a:lnTo>
                  <a:lnTo>
                    <a:pt x="119485" y="358859"/>
                  </a:lnTo>
                  <a:lnTo>
                    <a:pt x="119418" y="359007"/>
                  </a:lnTo>
                  <a:lnTo>
                    <a:pt x="118633" y="359307"/>
                  </a:lnTo>
                  <a:lnTo>
                    <a:pt x="118388" y="359372"/>
                  </a:lnTo>
                  <a:lnTo>
                    <a:pt x="118233" y="359378"/>
                  </a:lnTo>
                  <a:lnTo>
                    <a:pt x="118023" y="359342"/>
                  </a:lnTo>
                  <a:lnTo>
                    <a:pt x="117795" y="360025"/>
                  </a:lnTo>
                  <a:lnTo>
                    <a:pt x="117727" y="360154"/>
                  </a:lnTo>
                  <a:lnTo>
                    <a:pt x="117569" y="360372"/>
                  </a:lnTo>
                  <a:lnTo>
                    <a:pt x="117119" y="360531"/>
                  </a:lnTo>
                  <a:lnTo>
                    <a:pt x="116678" y="360368"/>
                  </a:lnTo>
                  <a:lnTo>
                    <a:pt x="116461" y="360235"/>
                  </a:lnTo>
                  <a:lnTo>
                    <a:pt x="116286" y="360105"/>
                  </a:lnTo>
                  <a:lnTo>
                    <a:pt x="115583" y="360213"/>
                  </a:lnTo>
                  <a:lnTo>
                    <a:pt x="115661" y="360547"/>
                  </a:lnTo>
                  <a:lnTo>
                    <a:pt x="115792" y="360774"/>
                  </a:lnTo>
                  <a:lnTo>
                    <a:pt x="115746" y="361299"/>
                  </a:lnTo>
                  <a:lnTo>
                    <a:pt x="115464" y="361375"/>
                  </a:lnTo>
                  <a:lnTo>
                    <a:pt x="115271" y="361391"/>
                  </a:lnTo>
                  <a:lnTo>
                    <a:pt x="115091" y="361364"/>
                  </a:lnTo>
                  <a:lnTo>
                    <a:pt x="114790" y="361720"/>
                  </a:lnTo>
                  <a:lnTo>
                    <a:pt x="114616" y="361978"/>
                  </a:lnTo>
                  <a:lnTo>
                    <a:pt x="114479" y="362212"/>
                  </a:lnTo>
                  <a:lnTo>
                    <a:pt x="114366" y="362545"/>
                  </a:lnTo>
                  <a:lnTo>
                    <a:pt x="114309" y="362705"/>
                  </a:lnTo>
                  <a:lnTo>
                    <a:pt x="114135" y="362722"/>
                  </a:lnTo>
                  <a:lnTo>
                    <a:pt x="113642" y="362603"/>
                  </a:lnTo>
                  <a:lnTo>
                    <a:pt x="113318" y="362089"/>
                  </a:lnTo>
                  <a:lnTo>
                    <a:pt x="113207" y="361855"/>
                  </a:lnTo>
                  <a:lnTo>
                    <a:pt x="112745" y="361522"/>
                  </a:lnTo>
                  <a:lnTo>
                    <a:pt x="112077" y="361564"/>
                  </a:lnTo>
                  <a:lnTo>
                    <a:pt x="112177" y="361822"/>
                  </a:lnTo>
                  <a:lnTo>
                    <a:pt x="111790" y="361910"/>
                  </a:lnTo>
                  <a:lnTo>
                    <a:pt x="111600" y="361844"/>
                  </a:lnTo>
                  <a:lnTo>
                    <a:pt x="110961" y="362112"/>
                  </a:lnTo>
                  <a:lnTo>
                    <a:pt x="109996" y="362519"/>
                  </a:lnTo>
                  <a:lnTo>
                    <a:pt x="109484" y="362095"/>
                  </a:lnTo>
                  <a:lnTo>
                    <a:pt x="109409" y="361901"/>
                  </a:lnTo>
                  <a:lnTo>
                    <a:pt x="109069" y="361330"/>
                  </a:lnTo>
                  <a:lnTo>
                    <a:pt x="108718" y="361091"/>
                  </a:lnTo>
                  <a:lnTo>
                    <a:pt x="108335" y="360816"/>
                  </a:lnTo>
                  <a:lnTo>
                    <a:pt x="108196" y="360541"/>
                  </a:lnTo>
                  <a:lnTo>
                    <a:pt x="108048" y="360534"/>
                  </a:lnTo>
                  <a:lnTo>
                    <a:pt x="107766" y="360522"/>
                  </a:lnTo>
                  <a:lnTo>
                    <a:pt x="107485" y="360512"/>
                  </a:lnTo>
                  <a:lnTo>
                    <a:pt x="107202" y="360503"/>
                  </a:lnTo>
                  <a:lnTo>
                    <a:pt x="106627" y="360486"/>
                  </a:lnTo>
                  <a:lnTo>
                    <a:pt x="105790" y="360630"/>
                  </a:lnTo>
                  <a:lnTo>
                    <a:pt x="105585" y="360623"/>
                  </a:lnTo>
                  <a:lnTo>
                    <a:pt x="104131" y="359819"/>
                  </a:lnTo>
                  <a:lnTo>
                    <a:pt x="103565" y="359683"/>
                  </a:lnTo>
                  <a:lnTo>
                    <a:pt x="103083" y="360282"/>
                  </a:lnTo>
                  <a:lnTo>
                    <a:pt x="102943" y="361024"/>
                  </a:lnTo>
                  <a:lnTo>
                    <a:pt x="102522" y="361319"/>
                  </a:lnTo>
                  <a:lnTo>
                    <a:pt x="102045" y="361367"/>
                  </a:lnTo>
                  <a:lnTo>
                    <a:pt x="101274" y="361465"/>
                  </a:lnTo>
                  <a:lnTo>
                    <a:pt x="101017" y="361499"/>
                  </a:lnTo>
                  <a:lnTo>
                    <a:pt x="100761" y="361533"/>
                  </a:lnTo>
                  <a:lnTo>
                    <a:pt x="100510" y="361575"/>
                  </a:lnTo>
                  <a:lnTo>
                    <a:pt x="99229" y="361800"/>
                  </a:lnTo>
                  <a:lnTo>
                    <a:pt x="98458" y="361935"/>
                  </a:lnTo>
                  <a:lnTo>
                    <a:pt x="97174" y="362172"/>
                  </a:lnTo>
                  <a:lnTo>
                    <a:pt x="96760" y="362313"/>
                  </a:lnTo>
                  <a:lnTo>
                    <a:pt x="95823" y="362078"/>
                  </a:lnTo>
                  <a:lnTo>
                    <a:pt x="95378" y="361879"/>
                  </a:lnTo>
                  <a:lnTo>
                    <a:pt x="95147" y="361674"/>
                  </a:lnTo>
                  <a:lnTo>
                    <a:pt x="94931" y="361446"/>
                  </a:lnTo>
                  <a:lnTo>
                    <a:pt x="94698" y="361406"/>
                  </a:lnTo>
                  <a:lnTo>
                    <a:pt x="94480" y="361372"/>
                  </a:lnTo>
                  <a:lnTo>
                    <a:pt x="93483" y="360989"/>
                  </a:lnTo>
                  <a:lnTo>
                    <a:pt x="92981" y="360935"/>
                  </a:lnTo>
                  <a:lnTo>
                    <a:pt x="92702" y="360887"/>
                  </a:lnTo>
                  <a:lnTo>
                    <a:pt x="92408" y="360843"/>
                  </a:lnTo>
                  <a:lnTo>
                    <a:pt x="91857" y="360844"/>
                  </a:lnTo>
                  <a:lnTo>
                    <a:pt x="91066" y="360399"/>
                  </a:lnTo>
                  <a:lnTo>
                    <a:pt x="90702" y="360700"/>
                  </a:lnTo>
                  <a:lnTo>
                    <a:pt x="90578" y="362081"/>
                  </a:lnTo>
                  <a:lnTo>
                    <a:pt x="90172" y="362543"/>
                  </a:lnTo>
                  <a:lnTo>
                    <a:pt x="89489" y="362458"/>
                  </a:lnTo>
                  <a:lnTo>
                    <a:pt x="88889" y="362114"/>
                  </a:lnTo>
                  <a:lnTo>
                    <a:pt x="88522" y="361960"/>
                  </a:lnTo>
                  <a:lnTo>
                    <a:pt x="88228" y="361756"/>
                  </a:lnTo>
                  <a:lnTo>
                    <a:pt x="87742" y="361664"/>
                  </a:lnTo>
                  <a:lnTo>
                    <a:pt x="87534" y="361605"/>
                  </a:lnTo>
                  <a:lnTo>
                    <a:pt x="86948" y="361732"/>
                  </a:lnTo>
                  <a:lnTo>
                    <a:pt x="86680" y="361743"/>
                  </a:lnTo>
                  <a:lnTo>
                    <a:pt x="86205" y="361725"/>
                  </a:lnTo>
                  <a:lnTo>
                    <a:pt x="85952" y="361776"/>
                  </a:lnTo>
                  <a:lnTo>
                    <a:pt x="85502" y="361761"/>
                  </a:lnTo>
                  <a:lnTo>
                    <a:pt x="85187" y="361726"/>
                  </a:lnTo>
                  <a:lnTo>
                    <a:pt x="84871" y="361750"/>
                  </a:lnTo>
                  <a:lnTo>
                    <a:pt x="84289" y="361674"/>
                  </a:lnTo>
                  <a:lnTo>
                    <a:pt x="83999" y="361639"/>
                  </a:lnTo>
                  <a:lnTo>
                    <a:pt x="83794" y="361580"/>
                  </a:lnTo>
                  <a:lnTo>
                    <a:pt x="83516" y="361444"/>
                  </a:lnTo>
                  <a:lnTo>
                    <a:pt x="83368" y="361365"/>
                  </a:lnTo>
                  <a:lnTo>
                    <a:pt x="83062" y="361186"/>
                  </a:lnTo>
                  <a:lnTo>
                    <a:pt x="82743" y="360945"/>
                  </a:lnTo>
                  <a:lnTo>
                    <a:pt x="82518" y="360684"/>
                  </a:lnTo>
                  <a:lnTo>
                    <a:pt x="82244" y="360337"/>
                  </a:lnTo>
                  <a:lnTo>
                    <a:pt x="81928" y="359910"/>
                  </a:lnTo>
                  <a:lnTo>
                    <a:pt x="81782" y="359685"/>
                  </a:lnTo>
                  <a:lnTo>
                    <a:pt x="80839" y="358643"/>
                  </a:lnTo>
                  <a:lnTo>
                    <a:pt x="80722" y="358844"/>
                  </a:lnTo>
                  <a:lnTo>
                    <a:pt x="80586" y="358765"/>
                  </a:lnTo>
                  <a:lnTo>
                    <a:pt x="80623" y="358586"/>
                  </a:lnTo>
                  <a:lnTo>
                    <a:pt x="80663" y="358392"/>
                  </a:lnTo>
                  <a:lnTo>
                    <a:pt x="80699" y="358130"/>
                  </a:lnTo>
                  <a:lnTo>
                    <a:pt x="80559" y="357427"/>
                  </a:lnTo>
                  <a:lnTo>
                    <a:pt x="80359" y="357484"/>
                  </a:lnTo>
                  <a:lnTo>
                    <a:pt x="80347" y="357687"/>
                  </a:lnTo>
                  <a:lnTo>
                    <a:pt x="79969" y="357395"/>
                  </a:lnTo>
                  <a:lnTo>
                    <a:pt x="80195" y="357043"/>
                  </a:lnTo>
                  <a:lnTo>
                    <a:pt x="80212" y="356797"/>
                  </a:lnTo>
                  <a:lnTo>
                    <a:pt x="80269" y="355912"/>
                  </a:lnTo>
                  <a:lnTo>
                    <a:pt x="79955" y="354986"/>
                  </a:lnTo>
                  <a:lnTo>
                    <a:pt x="79339" y="354462"/>
                  </a:lnTo>
                  <a:lnTo>
                    <a:pt x="79270" y="354284"/>
                  </a:lnTo>
                  <a:lnTo>
                    <a:pt x="79236" y="353967"/>
                  </a:lnTo>
                  <a:lnTo>
                    <a:pt x="79601" y="353872"/>
                  </a:lnTo>
                  <a:lnTo>
                    <a:pt x="79801" y="353825"/>
                  </a:lnTo>
                  <a:lnTo>
                    <a:pt x="79956" y="353817"/>
                  </a:lnTo>
                  <a:lnTo>
                    <a:pt x="80227" y="353283"/>
                  </a:lnTo>
                  <a:lnTo>
                    <a:pt x="80016" y="352954"/>
                  </a:lnTo>
                  <a:lnTo>
                    <a:pt x="79767" y="352187"/>
                  </a:lnTo>
                  <a:lnTo>
                    <a:pt x="79445" y="351591"/>
                  </a:lnTo>
                  <a:lnTo>
                    <a:pt x="79257" y="351311"/>
                  </a:lnTo>
                  <a:lnTo>
                    <a:pt x="79324" y="350795"/>
                  </a:lnTo>
                  <a:lnTo>
                    <a:pt x="79228" y="350442"/>
                  </a:lnTo>
                  <a:lnTo>
                    <a:pt x="79074" y="350391"/>
                  </a:lnTo>
                  <a:lnTo>
                    <a:pt x="78631" y="350071"/>
                  </a:lnTo>
                  <a:lnTo>
                    <a:pt x="78424" y="349852"/>
                  </a:lnTo>
                  <a:lnTo>
                    <a:pt x="78252" y="349626"/>
                  </a:lnTo>
                  <a:lnTo>
                    <a:pt x="77932" y="349199"/>
                  </a:lnTo>
                  <a:lnTo>
                    <a:pt x="76852" y="349128"/>
                  </a:lnTo>
                  <a:lnTo>
                    <a:pt x="76014" y="348829"/>
                  </a:lnTo>
                  <a:lnTo>
                    <a:pt x="75471" y="348344"/>
                  </a:lnTo>
                  <a:lnTo>
                    <a:pt x="74978" y="348211"/>
                  </a:lnTo>
                  <a:lnTo>
                    <a:pt x="74763" y="347954"/>
                  </a:lnTo>
                  <a:lnTo>
                    <a:pt x="74495" y="347699"/>
                  </a:lnTo>
                  <a:lnTo>
                    <a:pt x="73929" y="347666"/>
                  </a:lnTo>
                  <a:lnTo>
                    <a:pt x="73649" y="347732"/>
                  </a:lnTo>
                  <a:lnTo>
                    <a:pt x="73501" y="348232"/>
                  </a:lnTo>
                  <a:lnTo>
                    <a:pt x="73395" y="348614"/>
                  </a:lnTo>
                  <a:lnTo>
                    <a:pt x="73100" y="348803"/>
                  </a:lnTo>
                  <a:lnTo>
                    <a:pt x="73120" y="348566"/>
                  </a:lnTo>
                  <a:lnTo>
                    <a:pt x="73157" y="348438"/>
                  </a:lnTo>
                  <a:lnTo>
                    <a:pt x="73186" y="348206"/>
                  </a:lnTo>
                  <a:lnTo>
                    <a:pt x="73002" y="348080"/>
                  </a:lnTo>
                  <a:lnTo>
                    <a:pt x="72658" y="347937"/>
                  </a:lnTo>
                  <a:lnTo>
                    <a:pt x="72347" y="348060"/>
                  </a:lnTo>
                  <a:lnTo>
                    <a:pt x="71951" y="348862"/>
                  </a:lnTo>
                  <a:lnTo>
                    <a:pt x="71406" y="348511"/>
                  </a:lnTo>
                  <a:lnTo>
                    <a:pt x="71318" y="348288"/>
                  </a:lnTo>
                  <a:lnTo>
                    <a:pt x="71323" y="348067"/>
                  </a:lnTo>
                  <a:lnTo>
                    <a:pt x="71324" y="347843"/>
                  </a:lnTo>
                  <a:lnTo>
                    <a:pt x="71215" y="347484"/>
                  </a:lnTo>
                  <a:lnTo>
                    <a:pt x="71044" y="347416"/>
                  </a:lnTo>
                  <a:lnTo>
                    <a:pt x="71014" y="347099"/>
                  </a:lnTo>
                  <a:lnTo>
                    <a:pt x="70971" y="346523"/>
                  </a:lnTo>
                  <a:lnTo>
                    <a:pt x="71027" y="346225"/>
                  </a:lnTo>
                  <a:lnTo>
                    <a:pt x="71200" y="346288"/>
                  </a:lnTo>
                  <a:lnTo>
                    <a:pt x="71342" y="346314"/>
                  </a:lnTo>
                  <a:lnTo>
                    <a:pt x="71483" y="346235"/>
                  </a:lnTo>
                  <a:lnTo>
                    <a:pt x="71909" y="345754"/>
                  </a:lnTo>
                  <a:lnTo>
                    <a:pt x="71912" y="345581"/>
                  </a:lnTo>
                  <a:lnTo>
                    <a:pt x="71855" y="345406"/>
                  </a:lnTo>
                  <a:lnTo>
                    <a:pt x="71177" y="345080"/>
                  </a:lnTo>
                  <a:lnTo>
                    <a:pt x="70738" y="345104"/>
                  </a:lnTo>
                  <a:lnTo>
                    <a:pt x="70250" y="345373"/>
                  </a:lnTo>
                  <a:lnTo>
                    <a:pt x="70048" y="345648"/>
                  </a:lnTo>
                  <a:lnTo>
                    <a:pt x="69714" y="345572"/>
                  </a:lnTo>
                  <a:lnTo>
                    <a:pt x="69061" y="345017"/>
                  </a:lnTo>
                  <a:lnTo>
                    <a:pt x="69262" y="344546"/>
                  </a:lnTo>
                  <a:lnTo>
                    <a:pt x="69665" y="344496"/>
                  </a:lnTo>
                  <a:lnTo>
                    <a:pt x="70005" y="343759"/>
                  </a:lnTo>
                  <a:lnTo>
                    <a:pt x="70168" y="343864"/>
                  </a:lnTo>
                  <a:lnTo>
                    <a:pt x="70462" y="343623"/>
                  </a:lnTo>
                  <a:lnTo>
                    <a:pt x="70566" y="343270"/>
                  </a:lnTo>
                  <a:lnTo>
                    <a:pt x="69944" y="343005"/>
                  </a:lnTo>
                  <a:lnTo>
                    <a:pt x="69634" y="343083"/>
                  </a:lnTo>
                  <a:lnTo>
                    <a:pt x="69599" y="343277"/>
                  </a:lnTo>
                  <a:lnTo>
                    <a:pt x="69440" y="343366"/>
                  </a:lnTo>
                  <a:lnTo>
                    <a:pt x="69180" y="343200"/>
                  </a:lnTo>
                  <a:lnTo>
                    <a:pt x="69028" y="342981"/>
                  </a:lnTo>
                  <a:lnTo>
                    <a:pt x="68388" y="342863"/>
                  </a:lnTo>
                  <a:lnTo>
                    <a:pt x="67793" y="343036"/>
                  </a:lnTo>
                  <a:lnTo>
                    <a:pt x="67639" y="342917"/>
                  </a:lnTo>
                  <a:lnTo>
                    <a:pt x="67625" y="342742"/>
                  </a:lnTo>
                  <a:lnTo>
                    <a:pt x="67555" y="342586"/>
                  </a:lnTo>
                  <a:lnTo>
                    <a:pt x="67413" y="342438"/>
                  </a:lnTo>
                  <a:lnTo>
                    <a:pt x="66943" y="342066"/>
                  </a:lnTo>
                  <a:lnTo>
                    <a:pt x="66564" y="341911"/>
                  </a:lnTo>
                  <a:lnTo>
                    <a:pt x="66473" y="341773"/>
                  </a:lnTo>
                  <a:lnTo>
                    <a:pt x="66582" y="341240"/>
                  </a:lnTo>
                  <a:lnTo>
                    <a:pt x="66483" y="340872"/>
                  </a:lnTo>
                  <a:lnTo>
                    <a:pt x="66323" y="340693"/>
                  </a:lnTo>
                  <a:lnTo>
                    <a:pt x="65866" y="340831"/>
                  </a:lnTo>
                  <a:lnTo>
                    <a:pt x="65797" y="341121"/>
                  </a:lnTo>
                  <a:lnTo>
                    <a:pt x="65638" y="341184"/>
                  </a:lnTo>
                  <a:lnTo>
                    <a:pt x="65288" y="341296"/>
                  </a:lnTo>
                  <a:lnTo>
                    <a:pt x="65257" y="341089"/>
                  </a:lnTo>
                  <a:lnTo>
                    <a:pt x="65033" y="341029"/>
                  </a:lnTo>
                  <a:lnTo>
                    <a:pt x="64894" y="341048"/>
                  </a:lnTo>
                  <a:lnTo>
                    <a:pt x="64898" y="341272"/>
                  </a:lnTo>
                  <a:lnTo>
                    <a:pt x="64756" y="341283"/>
                  </a:lnTo>
                  <a:lnTo>
                    <a:pt x="64267" y="341250"/>
                  </a:lnTo>
                  <a:lnTo>
                    <a:pt x="63888" y="341253"/>
                  </a:lnTo>
                  <a:lnTo>
                    <a:pt x="63603" y="341277"/>
                  </a:lnTo>
                  <a:lnTo>
                    <a:pt x="63464" y="341412"/>
                  </a:lnTo>
                  <a:lnTo>
                    <a:pt x="63212" y="341755"/>
                  </a:lnTo>
                  <a:lnTo>
                    <a:pt x="62710" y="341886"/>
                  </a:lnTo>
                  <a:lnTo>
                    <a:pt x="62430" y="342116"/>
                  </a:lnTo>
                  <a:lnTo>
                    <a:pt x="62442" y="342307"/>
                  </a:lnTo>
                  <a:lnTo>
                    <a:pt x="62275" y="342561"/>
                  </a:lnTo>
                  <a:lnTo>
                    <a:pt x="61892" y="342347"/>
                  </a:lnTo>
                  <a:lnTo>
                    <a:pt x="61639" y="342179"/>
                  </a:lnTo>
                  <a:lnTo>
                    <a:pt x="61433" y="341948"/>
                  </a:lnTo>
                  <a:lnTo>
                    <a:pt x="61228" y="341552"/>
                  </a:lnTo>
                  <a:lnTo>
                    <a:pt x="60812" y="341414"/>
                  </a:lnTo>
                  <a:lnTo>
                    <a:pt x="60466" y="341476"/>
                  </a:lnTo>
                  <a:lnTo>
                    <a:pt x="59786" y="341293"/>
                  </a:lnTo>
                  <a:lnTo>
                    <a:pt x="59095" y="341275"/>
                  </a:lnTo>
                  <a:lnTo>
                    <a:pt x="58535" y="341613"/>
                  </a:lnTo>
                  <a:lnTo>
                    <a:pt x="58212" y="341985"/>
                  </a:lnTo>
                  <a:lnTo>
                    <a:pt x="57891" y="342496"/>
                  </a:lnTo>
                  <a:lnTo>
                    <a:pt x="57467" y="342506"/>
                  </a:lnTo>
                  <a:lnTo>
                    <a:pt x="56979" y="342139"/>
                  </a:lnTo>
                  <a:lnTo>
                    <a:pt x="56962" y="341897"/>
                  </a:lnTo>
                  <a:lnTo>
                    <a:pt x="57018" y="341548"/>
                  </a:lnTo>
                  <a:lnTo>
                    <a:pt x="56148" y="341352"/>
                  </a:lnTo>
                  <a:lnTo>
                    <a:pt x="55921" y="341137"/>
                  </a:lnTo>
                  <a:lnTo>
                    <a:pt x="55856" y="340840"/>
                  </a:lnTo>
                  <a:lnTo>
                    <a:pt x="56014" y="340503"/>
                  </a:lnTo>
                  <a:lnTo>
                    <a:pt x="56052" y="340338"/>
                  </a:lnTo>
                  <a:lnTo>
                    <a:pt x="56063" y="340158"/>
                  </a:lnTo>
                  <a:lnTo>
                    <a:pt x="56031" y="339945"/>
                  </a:lnTo>
                  <a:lnTo>
                    <a:pt x="55723" y="339787"/>
                  </a:lnTo>
                  <a:lnTo>
                    <a:pt x="55307" y="339953"/>
                  </a:lnTo>
                  <a:lnTo>
                    <a:pt x="55163" y="340438"/>
                  </a:lnTo>
                  <a:lnTo>
                    <a:pt x="55040" y="340878"/>
                  </a:lnTo>
                  <a:lnTo>
                    <a:pt x="54878" y="340970"/>
                  </a:lnTo>
                  <a:lnTo>
                    <a:pt x="54600" y="340840"/>
                  </a:lnTo>
                  <a:lnTo>
                    <a:pt x="53594" y="340522"/>
                  </a:lnTo>
                  <a:lnTo>
                    <a:pt x="53464" y="340576"/>
                  </a:lnTo>
                  <a:lnTo>
                    <a:pt x="53092" y="340505"/>
                  </a:lnTo>
                  <a:lnTo>
                    <a:pt x="53615" y="340371"/>
                  </a:lnTo>
                  <a:lnTo>
                    <a:pt x="54228" y="340024"/>
                  </a:lnTo>
                  <a:lnTo>
                    <a:pt x="54428" y="339876"/>
                  </a:lnTo>
                  <a:lnTo>
                    <a:pt x="54598" y="338982"/>
                  </a:lnTo>
                  <a:lnTo>
                    <a:pt x="53752" y="338923"/>
                  </a:lnTo>
                  <a:lnTo>
                    <a:pt x="53240" y="338494"/>
                  </a:lnTo>
                  <a:lnTo>
                    <a:pt x="53210" y="338264"/>
                  </a:lnTo>
                  <a:lnTo>
                    <a:pt x="53674" y="337193"/>
                  </a:lnTo>
                  <a:lnTo>
                    <a:pt x="54031" y="337131"/>
                  </a:lnTo>
                  <a:lnTo>
                    <a:pt x="54549" y="337042"/>
                  </a:lnTo>
                  <a:lnTo>
                    <a:pt x="55096" y="336947"/>
                  </a:lnTo>
                  <a:lnTo>
                    <a:pt x="55310" y="336910"/>
                  </a:lnTo>
                  <a:lnTo>
                    <a:pt x="55777" y="336672"/>
                  </a:lnTo>
                  <a:lnTo>
                    <a:pt x="56017" y="336152"/>
                  </a:lnTo>
                  <a:lnTo>
                    <a:pt x="56061" y="335842"/>
                  </a:lnTo>
                  <a:lnTo>
                    <a:pt x="56027" y="335683"/>
                  </a:lnTo>
                  <a:lnTo>
                    <a:pt x="55954" y="335365"/>
                  </a:lnTo>
                  <a:lnTo>
                    <a:pt x="55584" y="334890"/>
                  </a:lnTo>
                  <a:lnTo>
                    <a:pt x="55387" y="334689"/>
                  </a:lnTo>
                  <a:lnTo>
                    <a:pt x="55170" y="334468"/>
                  </a:lnTo>
                  <a:lnTo>
                    <a:pt x="54788" y="334121"/>
                  </a:lnTo>
                  <a:lnTo>
                    <a:pt x="54409" y="333257"/>
                  </a:lnTo>
                  <a:lnTo>
                    <a:pt x="54419" y="333091"/>
                  </a:lnTo>
                  <a:lnTo>
                    <a:pt x="55275" y="332057"/>
                  </a:lnTo>
                  <a:lnTo>
                    <a:pt x="55660" y="331861"/>
                  </a:lnTo>
                  <a:lnTo>
                    <a:pt x="56043" y="331727"/>
                  </a:lnTo>
                  <a:lnTo>
                    <a:pt x="56374" y="331638"/>
                  </a:lnTo>
                  <a:lnTo>
                    <a:pt x="56642" y="331591"/>
                  </a:lnTo>
                  <a:lnTo>
                    <a:pt x="56925" y="331568"/>
                  </a:lnTo>
                  <a:lnTo>
                    <a:pt x="57087" y="331566"/>
                  </a:lnTo>
                  <a:lnTo>
                    <a:pt x="57309" y="331571"/>
                  </a:lnTo>
                  <a:lnTo>
                    <a:pt x="57506" y="331582"/>
                  </a:lnTo>
                  <a:lnTo>
                    <a:pt x="57699" y="331587"/>
                  </a:lnTo>
                  <a:lnTo>
                    <a:pt x="58079" y="331395"/>
                  </a:lnTo>
                  <a:lnTo>
                    <a:pt x="58068" y="330763"/>
                  </a:lnTo>
                  <a:lnTo>
                    <a:pt x="58049" y="330338"/>
                  </a:lnTo>
                  <a:lnTo>
                    <a:pt x="58034" y="330107"/>
                  </a:lnTo>
                  <a:lnTo>
                    <a:pt x="58027" y="329859"/>
                  </a:lnTo>
                  <a:lnTo>
                    <a:pt x="57986" y="329402"/>
                  </a:lnTo>
                  <a:lnTo>
                    <a:pt x="57973" y="329184"/>
                  </a:lnTo>
                  <a:lnTo>
                    <a:pt x="58170" y="328840"/>
                  </a:lnTo>
                  <a:lnTo>
                    <a:pt x="58389" y="328761"/>
                  </a:lnTo>
                  <a:lnTo>
                    <a:pt x="58848" y="328635"/>
                  </a:lnTo>
                  <a:lnTo>
                    <a:pt x="59413" y="327998"/>
                  </a:lnTo>
                  <a:lnTo>
                    <a:pt x="59623" y="327756"/>
                  </a:lnTo>
                  <a:lnTo>
                    <a:pt x="59624" y="327616"/>
                  </a:lnTo>
                  <a:lnTo>
                    <a:pt x="59740" y="327167"/>
                  </a:lnTo>
                  <a:lnTo>
                    <a:pt x="59957" y="327179"/>
                  </a:lnTo>
                  <a:lnTo>
                    <a:pt x="60166" y="326880"/>
                  </a:lnTo>
                  <a:lnTo>
                    <a:pt x="60380" y="326441"/>
                  </a:lnTo>
                  <a:lnTo>
                    <a:pt x="60380" y="326284"/>
                  </a:lnTo>
                  <a:lnTo>
                    <a:pt x="60608" y="326119"/>
                  </a:lnTo>
                  <a:lnTo>
                    <a:pt x="60797" y="325985"/>
                  </a:lnTo>
                  <a:lnTo>
                    <a:pt x="61238" y="325611"/>
                  </a:lnTo>
                  <a:lnTo>
                    <a:pt x="61301" y="325438"/>
                  </a:lnTo>
                  <a:lnTo>
                    <a:pt x="61429" y="325236"/>
                  </a:lnTo>
                  <a:lnTo>
                    <a:pt x="61597" y="325191"/>
                  </a:lnTo>
                  <a:lnTo>
                    <a:pt x="61673" y="325325"/>
                  </a:lnTo>
                  <a:lnTo>
                    <a:pt x="61753" y="325460"/>
                  </a:lnTo>
                  <a:lnTo>
                    <a:pt x="62009" y="325426"/>
                  </a:lnTo>
                  <a:lnTo>
                    <a:pt x="61865" y="324936"/>
                  </a:lnTo>
                  <a:lnTo>
                    <a:pt x="61819" y="324739"/>
                  </a:lnTo>
                  <a:lnTo>
                    <a:pt x="61759" y="324440"/>
                  </a:lnTo>
                  <a:lnTo>
                    <a:pt x="61711" y="324147"/>
                  </a:lnTo>
                  <a:lnTo>
                    <a:pt x="61689" y="323926"/>
                  </a:lnTo>
                  <a:lnTo>
                    <a:pt x="62094" y="322954"/>
                  </a:lnTo>
                  <a:lnTo>
                    <a:pt x="62364" y="322858"/>
                  </a:lnTo>
                  <a:lnTo>
                    <a:pt x="62610" y="322841"/>
                  </a:lnTo>
                  <a:lnTo>
                    <a:pt x="63029" y="322837"/>
                  </a:lnTo>
                  <a:lnTo>
                    <a:pt x="63392" y="322849"/>
                  </a:lnTo>
                  <a:lnTo>
                    <a:pt x="64131" y="322825"/>
                  </a:lnTo>
                  <a:lnTo>
                    <a:pt x="64299" y="322640"/>
                  </a:lnTo>
                  <a:lnTo>
                    <a:pt x="64670" y="321999"/>
                  </a:lnTo>
                  <a:lnTo>
                    <a:pt x="64685" y="321722"/>
                  </a:lnTo>
                  <a:lnTo>
                    <a:pt x="64694" y="321563"/>
                  </a:lnTo>
                  <a:lnTo>
                    <a:pt x="64517" y="321268"/>
                  </a:lnTo>
                  <a:lnTo>
                    <a:pt x="64518" y="321120"/>
                  </a:lnTo>
                  <a:lnTo>
                    <a:pt x="64854" y="320881"/>
                  </a:lnTo>
                  <a:lnTo>
                    <a:pt x="65150" y="321264"/>
                  </a:lnTo>
                  <a:lnTo>
                    <a:pt x="65412" y="321484"/>
                  </a:lnTo>
                  <a:lnTo>
                    <a:pt x="65836" y="321493"/>
                  </a:lnTo>
                  <a:lnTo>
                    <a:pt x="65993" y="321541"/>
                  </a:lnTo>
                  <a:lnTo>
                    <a:pt x="66182" y="321528"/>
                  </a:lnTo>
                  <a:lnTo>
                    <a:pt x="66289" y="321265"/>
                  </a:lnTo>
                  <a:lnTo>
                    <a:pt x="66284" y="320959"/>
                  </a:lnTo>
                  <a:lnTo>
                    <a:pt x="66278" y="320703"/>
                  </a:lnTo>
                  <a:lnTo>
                    <a:pt x="66596" y="320533"/>
                  </a:lnTo>
                  <a:lnTo>
                    <a:pt x="66744" y="320456"/>
                  </a:lnTo>
                  <a:lnTo>
                    <a:pt x="66875" y="320415"/>
                  </a:lnTo>
                  <a:lnTo>
                    <a:pt x="67143" y="320365"/>
                  </a:lnTo>
                  <a:lnTo>
                    <a:pt x="67691" y="320349"/>
                  </a:lnTo>
                  <a:lnTo>
                    <a:pt x="67922" y="320384"/>
                  </a:lnTo>
                  <a:lnTo>
                    <a:pt x="68120" y="320428"/>
                  </a:lnTo>
                  <a:lnTo>
                    <a:pt x="68348" y="320483"/>
                  </a:lnTo>
                  <a:lnTo>
                    <a:pt x="68515" y="320538"/>
                  </a:lnTo>
                  <a:lnTo>
                    <a:pt x="68682" y="320602"/>
                  </a:lnTo>
                  <a:lnTo>
                    <a:pt x="68838" y="320664"/>
                  </a:lnTo>
                  <a:lnTo>
                    <a:pt x="69151" y="320810"/>
                  </a:lnTo>
                  <a:lnTo>
                    <a:pt x="69311" y="320887"/>
                  </a:lnTo>
                  <a:lnTo>
                    <a:pt x="69311" y="320630"/>
                  </a:lnTo>
                  <a:lnTo>
                    <a:pt x="69765" y="320552"/>
                  </a:lnTo>
                  <a:lnTo>
                    <a:pt x="70113" y="320546"/>
                  </a:lnTo>
                  <a:lnTo>
                    <a:pt x="70423" y="320629"/>
                  </a:lnTo>
                  <a:lnTo>
                    <a:pt x="70806" y="320618"/>
                  </a:lnTo>
                  <a:lnTo>
                    <a:pt x="71377" y="320359"/>
                  </a:lnTo>
                  <a:lnTo>
                    <a:pt x="71640" y="320090"/>
                  </a:lnTo>
                  <a:lnTo>
                    <a:pt x="71955" y="319792"/>
                  </a:lnTo>
                  <a:lnTo>
                    <a:pt x="72173" y="319626"/>
                  </a:lnTo>
                  <a:lnTo>
                    <a:pt x="72492" y="319141"/>
                  </a:lnTo>
                  <a:lnTo>
                    <a:pt x="72527" y="318924"/>
                  </a:lnTo>
                  <a:lnTo>
                    <a:pt x="72987" y="318612"/>
                  </a:lnTo>
                  <a:lnTo>
                    <a:pt x="73241" y="318566"/>
                  </a:lnTo>
                  <a:lnTo>
                    <a:pt x="73853" y="318351"/>
                  </a:lnTo>
                  <a:lnTo>
                    <a:pt x="74055" y="318195"/>
                  </a:lnTo>
                  <a:lnTo>
                    <a:pt x="74197" y="318085"/>
                  </a:lnTo>
                  <a:lnTo>
                    <a:pt x="74454" y="317931"/>
                  </a:lnTo>
                  <a:lnTo>
                    <a:pt x="74685" y="317955"/>
                  </a:lnTo>
                  <a:lnTo>
                    <a:pt x="75040" y="317607"/>
                  </a:lnTo>
                  <a:lnTo>
                    <a:pt x="75413" y="317390"/>
                  </a:lnTo>
                  <a:lnTo>
                    <a:pt x="75865" y="317214"/>
                  </a:lnTo>
                  <a:lnTo>
                    <a:pt x="76239" y="316953"/>
                  </a:lnTo>
                  <a:lnTo>
                    <a:pt x="76211" y="316619"/>
                  </a:lnTo>
                  <a:lnTo>
                    <a:pt x="76074" y="316081"/>
                  </a:lnTo>
                  <a:lnTo>
                    <a:pt x="75920" y="315348"/>
                  </a:lnTo>
                  <a:lnTo>
                    <a:pt x="75945" y="315168"/>
                  </a:lnTo>
                  <a:lnTo>
                    <a:pt x="76055" y="314822"/>
                  </a:lnTo>
                  <a:lnTo>
                    <a:pt x="76037" y="314640"/>
                  </a:lnTo>
                  <a:lnTo>
                    <a:pt x="75727" y="314517"/>
                  </a:lnTo>
                  <a:lnTo>
                    <a:pt x="76079" y="314257"/>
                  </a:lnTo>
                  <a:lnTo>
                    <a:pt x="76241" y="314134"/>
                  </a:lnTo>
                  <a:lnTo>
                    <a:pt x="76745" y="313655"/>
                  </a:lnTo>
                  <a:lnTo>
                    <a:pt x="77251" y="313462"/>
                  </a:lnTo>
                  <a:lnTo>
                    <a:pt x="77585" y="313063"/>
                  </a:lnTo>
                  <a:lnTo>
                    <a:pt x="77672" y="312630"/>
                  </a:lnTo>
                  <a:lnTo>
                    <a:pt x="77943" y="312266"/>
                  </a:lnTo>
                  <a:lnTo>
                    <a:pt x="78176" y="312222"/>
                  </a:lnTo>
                  <a:lnTo>
                    <a:pt x="78401" y="312019"/>
                  </a:lnTo>
                  <a:lnTo>
                    <a:pt x="78451" y="311666"/>
                  </a:lnTo>
                  <a:lnTo>
                    <a:pt x="78510" y="311259"/>
                  </a:lnTo>
                  <a:lnTo>
                    <a:pt x="78624" y="310740"/>
                  </a:lnTo>
                  <a:lnTo>
                    <a:pt x="79051" y="310693"/>
                  </a:lnTo>
                  <a:lnTo>
                    <a:pt x="79142" y="310260"/>
                  </a:lnTo>
                  <a:lnTo>
                    <a:pt x="79465" y="309524"/>
                  </a:lnTo>
                  <a:lnTo>
                    <a:pt x="79826" y="309568"/>
                  </a:lnTo>
                  <a:lnTo>
                    <a:pt x="80052" y="309495"/>
                  </a:lnTo>
                  <a:lnTo>
                    <a:pt x="79800" y="309426"/>
                  </a:lnTo>
                  <a:lnTo>
                    <a:pt x="79510" y="309369"/>
                  </a:lnTo>
                  <a:lnTo>
                    <a:pt x="79148" y="309283"/>
                  </a:lnTo>
                  <a:lnTo>
                    <a:pt x="79407" y="309254"/>
                  </a:lnTo>
                  <a:lnTo>
                    <a:pt x="80182" y="309168"/>
                  </a:lnTo>
                  <a:lnTo>
                    <a:pt x="80503" y="309094"/>
                  </a:lnTo>
                  <a:lnTo>
                    <a:pt x="80855" y="308900"/>
                  </a:lnTo>
                  <a:lnTo>
                    <a:pt x="80782" y="308504"/>
                  </a:lnTo>
                  <a:lnTo>
                    <a:pt x="81026" y="308325"/>
                  </a:lnTo>
                  <a:lnTo>
                    <a:pt x="81515" y="307370"/>
                  </a:lnTo>
                  <a:lnTo>
                    <a:pt x="81619" y="307058"/>
                  </a:lnTo>
                  <a:lnTo>
                    <a:pt x="82208" y="306672"/>
                  </a:lnTo>
                  <a:lnTo>
                    <a:pt x="82499" y="306379"/>
                  </a:lnTo>
                  <a:lnTo>
                    <a:pt x="82647" y="306204"/>
                  </a:lnTo>
                  <a:lnTo>
                    <a:pt x="82840" y="305873"/>
                  </a:lnTo>
                  <a:lnTo>
                    <a:pt x="83573" y="305635"/>
                  </a:lnTo>
                  <a:lnTo>
                    <a:pt x="84283" y="305655"/>
                  </a:lnTo>
                  <a:lnTo>
                    <a:pt x="84470" y="305672"/>
                  </a:lnTo>
                  <a:lnTo>
                    <a:pt x="84635" y="305688"/>
                  </a:lnTo>
                  <a:lnTo>
                    <a:pt x="85041" y="305403"/>
                  </a:lnTo>
                  <a:lnTo>
                    <a:pt x="85828" y="305648"/>
                  </a:lnTo>
                  <a:lnTo>
                    <a:pt x="86100" y="305735"/>
                  </a:lnTo>
                  <a:lnTo>
                    <a:pt x="86233" y="305731"/>
                  </a:lnTo>
                  <a:lnTo>
                    <a:pt x="86234" y="305407"/>
                  </a:lnTo>
                  <a:lnTo>
                    <a:pt x="86242" y="305259"/>
                  </a:lnTo>
                  <a:lnTo>
                    <a:pt x="86460" y="305276"/>
                  </a:lnTo>
                  <a:lnTo>
                    <a:pt x="86785" y="305304"/>
                  </a:lnTo>
                  <a:lnTo>
                    <a:pt x="87544" y="305187"/>
                  </a:lnTo>
                  <a:lnTo>
                    <a:pt x="88474" y="304966"/>
                  </a:lnTo>
                  <a:lnTo>
                    <a:pt x="89049" y="304716"/>
                  </a:lnTo>
                  <a:lnTo>
                    <a:pt x="89357" y="304627"/>
                  </a:lnTo>
                  <a:lnTo>
                    <a:pt x="89882" y="304577"/>
                  </a:lnTo>
                  <a:lnTo>
                    <a:pt x="90053" y="304558"/>
                  </a:lnTo>
                  <a:lnTo>
                    <a:pt x="90575" y="304485"/>
                  </a:lnTo>
                  <a:lnTo>
                    <a:pt x="90774" y="303789"/>
                  </a:lnTo>
                  <a:lnTo>
                    <a:pt x="90781" y="303345"/>
                  </a:lnTo>
                  <a:lnTo>
                    <a:pt x="90676" y="303099"/>
                  </a:lnTo>
                  <a:lnTo>
                    <a:pt x="90700" y="302807"/>
                  </a:lnTo>
                  <a:lnTo>
                    <a:pt x="91037" y="302618"/>
                  </a:lnTo>
                  <a:lnTo>
                    <a:pt x="91088" y="302224"/>
                  </a:lnTo>
                  <a:lnTo>
                    <a:pt x="91122" y="301970"/>
                  </a:lnTo>
                  <a:lnTo>
                    <a:pt x="91310" y="302026"/>
                  </a:lnTo>
                  <a:lnTo>
                    <a:pt x="91601" y="302113"/>
                  </a:lnTo>
                  <a:lnTo>
                    <a:pt x="92041" y="301509"/>
                  </a:lnTo>
                  <a:lnTo>
                    <a:pt x="92297" y="300908"/>
                  </a:lnTo>
                  <a:lnTo>
                    <a:pt x="92420" y="300678"/>
                  </a:lnTo>
                  <a:lnTo>
                    <a:pt x="93118" y="300637"/>
                  </a:lnTo>
                  <a:lnTo>
                    <a:pt x="93417" y="300405"/>
                  </a:lnTo>
                  <a:lnTo>
                    <a:pt x="93718" y="300042"/>
                  </a:lnTo>
                  <a:lnTo>
                    <a:pt x="93845" y="299843"/>
                  </a:lnTo>
                  <a:lnTo>
                    <a:pt x="93978" y="299638"/>
                  </a:lnTo>
                  <a:lnTo>
                    <a:pt x="95493" y="299927"/>
                  </a:lnTo>
                  <a:lnTo>
                    <a:pt x="95839" y="300096"/>
                  </a:lnTo>
                  <a:lnTo>
                    <a:pt x="95998" y="299876"/>
                  </a:lnTo>
                  <a:lnTo>
                    <a:pt x="96038" y="299700"/>
                  </a:lnTo>
                  <a:lnTo>
                    <a:pt x="96288" y="299760"/>
                  </a:lnTo>
                  <a:lnTo>
                    <a:pt x="96536" y="299818"/>
                  </a:lnTo>
                  <a:lnTo>
                    <a:pt x="96894" y="299830"/>
                  </a:lnTo>
                  <a:lnTo>
                    <a:pt x="96883" y="299629"/>
                  </a:lnTo>
                  <a:lnTo>
                    <a:pt x="96874" y="299480"/>
                  </a:lnTo>
                  <a:lnTo>
                    <a:pt x="97161" y="299467"/>
                  </a:lnTo>
                  <a:lnTo>
                    <a:pt x="97689" y="299445"/>
                  </a:lnTo>
                  <a:lnTo>
                    <a:pt x="97837" y="299392"/>
                  </a:lnTo>
                  <a:lnTo>
                    <a:pt x="97858" y="299158"/>
                  </a:lnTo>
                  <a:lnTo>
                    <a:pt x="97920" y="298915"/>
                  </a:lnTo>
                  <a:lnTo>
                    <a:pt x="98240" y="298712"/>
                  </a:lnTo>
                  <a:lnTo>
                    <a:pt x="98217" y="298988"/>
                  </a:lnTo>
                  <a:lnTo>
                    <a:pt x="98200" y="299188"/>
                  </a:lnTo>
                  <a:lnTo>
                    <a:pt x="98181" y="299423"/>
                  </a:lnTo>
                  <a:lnTo>
                    <a:pt x="98341" y="299380"/>
                  </a:lnTo>
                  <a:lnTo>
                    <a:pt x="98362" y="299168"/>
                  </a:lnTo>
                  <a:lnTo>
                    <a:pt x="98383" y="298949"/>
                  </a:lnTo>
                  <a:lnTo>
                    <a:pt x="98573" y="298378"/>
                  </a:lnTo>
                  <a:lnTo>
                    <a:pt x="98938" y="297522"/>
                  </a:lnTo>
                  <a:lnTo>
                    <a:pt x="98754" y="296962"/>
                  </a:lnTo>
                  <a:lnTo>
                    <a:pt x="98476" y="296958"/>
                  </a:lnTo>
                  <a:lnTo>
                    <a:pt x="98225" y="296949"/>
                  </a:lnTo>
                  <a:lnTo>
                    <a:pt x="98374" y="296501"/>
                  </a:lnTo>
                  <a:lnTo>
                    <a:pt x="98913" y="296292"/>
                  </a:lnTo>
                  <a:lnTo>
                    <a:pt x="99820" y="295789"/>
                  </a:lnTo>
                  <a:lnTo>
                    <a:pt x="99751" y="295515"/>
                  </a:lnTo>
                  <a:lnTo>
                    <a:pt x="99679" y="295205"/>
                  </a:lnTo>
                  <a:lnTo>
                    <a:pt x="99775" y="294789"/>
                  </a:lnTo>
                  <a:lnTo>
                    <a:pt x="99913" y="294481"/>
                  </a:lnTo>
                  <a:lnTo>
                    <a:pt x="100161" y="294414"/>
                  </a:lnTo>
                  <a:lnTo>
                    <a:pt x="101169" y="294186"/>
                  </a:lnTo>
                  <a:lnTo>
                    <a:pt x="101437" y="294139"/>
                  </a:lnTo>
                  <a:lnTo>
                    <a:pt x="102179" y="294009"/>
                  </a:lnTo>
                  <a:lnTo>
                    <a:pt x="102609" y="293936"/>
                  </a:lnTo>
                  <a:lnTo>
                    <a:pt x="103566" y="293909"/>
                  </a:lnTo>
                  <a:lnTo>
                    <a:pt x="104020" y="293916"/>
                  </a:lnTo>
                  <a:lnTo>
                    <a:pt x="104426" y="294123"/>
                  </a:lnTo>
                  <a:lnTo>
                    <a:pt x="104776" y="294227"/>
                  </a:lnTo>
                  <a:lnTo>
                    <a:pt x="105093" y="294268"/>
                  </a:lnTo>
                  <a:lnTo>
                    <a:pt x="105729" y="293999"/>
                  </a:lnTo>
                  <a:lnTo>
                    <a:pt x="105764" y="293872"/>
                  </a:lnTo>
                  <a:lnTo>
                    <a:pt x="105839" y="293569"/>
                  </a:lnTo>
                  <a:lnTo>
                    <a:pt x="105849" y="293429"/>
                  </a:lnTo>
                  <a:lnTo>
                    <a:pt x="105930" y="292568"/>
                  </a:lnTo>
                  <a:lnTo>
                    <a:pt x="106000" y="292349"/>
                  </a:lnTo>
                  <a:lnTo>
                    <a:pt x="106106" y="291893"/>
                  </a:lnTo>
                  <a:lnTo>
                    <a:pt x="106153" y="291687"/>
                  </a:lnTo>
                  <a:lnTo>
                    <a:pt x="106323" y="291174"/>
                  </a:lnTo>
                  <a:lnTo>
                    <a:pt x="106468" y="291214"/>
                  </a:lnTo>
                  <a:lnTo>
                    <a:pt x="106656" y="291268"/>
                  </a:lnTo>
                  <a:lnTo>
                    <a:pt x="106804" y="291309"/>
                  </a:lnTo>
                  <a:lnTo>
                    <a:pt x="106915" y="291064"/>
                  </a:lnTo>
                  <a:lnTo>
                    <a:pt x="107055" y="290511"/>
                  </a:lnTo>
                  <a:lnTo>
                    <a:pt x="106995" y="290138"/>
                  </a:lnTo>
                  <a:lnTo>
                    <a:pt x="107013" y="289893"/>
                  </a:lnTo>
                  <a:lnTo>
                    <a:pt x="107297" y="289955"/>
                  </a:lnTo>
                  <a:lnTo>
                    <a:pt x="107531" y="289770"/>
                  </a:lnTo>
                  <a:lnTo>
                    <a:pt x="107086" y="289700"/>
                  </a:lnTo>
                  <a:lnTo>
                    <a:pt x="107297" y="289386"/>
                  </a:lnTo>
                  <a:lnTo>
                    <a:pt x="107501" y="289276"/>
                  </a:lnTo>
                  <a:lnTo>
                    <a:pt x="107376" y="289049"/>
                  </a:lnTo>
                  <a:lnTo>
                    <a:pt x="107369" y="288885"/>
                  </a:lnTo>
                  <a:lnTo>
                    <a:pt x="107407" y="288653"/>
                  </a:lnTo>
                  <a:lnTo>
                    <a:pt x="107584" y="288541"/>
                  </a:lnTo>
                  <a:lnTo>
                    <a:pt x="107794" y="288104"/>
                  </a:lnTo>
                  <a:lnTo>
                    <a:pt x="107869" y="287514"/>
                  </a:lnTo>
                  <a:lnTo>
                    <a:pt x="107813" y="287095"/>
                  </a:lnTo>
                  <a:lnTo>
                    <a:pt x="107549" y="287155"/>
                  </a:lnTo>
                  <a:lnTo>
                    <a:pt x="107270" y="287212"/>
                  </a:lnTo>
                  <a:lnTo>
                    <a:pt x="106977" y="287270"/>
                  </a:lnTo>
                  <a:lnTo>
                    <a:pt x="106534" y="287356"/>
                  </a:lnTo>
                  <a:lnTo>
                    <a:pt x="106031" y="287497"/>
                  </a:lnTo>
                  <a:lnTo>
                    <a:pt x="105925" y="287635"/>
                  </a:lnTo>
                  <a:lnTo>
                    <a:pt x="105615" y="288071"/>
                  </a:lnTo>
                  <a:lnTo>
                    <a:pt x="105459" y="288297"/>
                  </a:lnTo>
                  <a:lnTo>
                    <a:pt x="104682" y="289195"/>
                  </a:lnTo>
                  <a:lnTo>
                    <a:pt x="104591" y="289339"/>
                  </a:lnTo>
                  <a:lnTo>
                    <a:pt x="104104" y="289729"/>
                  </a:lnTo>
                  <a:lnTo>
                    <a:pt x="103944" y="289827"/>
                  </a:lnTo>
                  <a:lnTo>
                    <a:pt x="103115" y="290329"/>
                  </a:lnTo>
                  <a:lnTo>
                    <a:pt x="102733" y="290342"/>
                  </a:lnTo>
                  <a:lnTo>
                    <a:pt x="102362" y="290411"/>
                  </a:lnTo>
                  <a:lnTo>
                    <a:pt x="102050" y="290506"/>
                  </a:lnTo>
                  <a:lnTo>
                    <a:pt x="101663" y="290649"/>
                  </a:lnTo>
                  <a:lnTo>
                    <a:pt x="100821" y="291052"/>
                  </a:lnTo>
                  <a:lnTo>
                    <a:pt x="100398" y="291381"/>
                  </a:lnTo>
                  <a:lnTo>
                    <a:pt x="100236" y="291570"/>
                  </a:lnTo>
                  <a:lnTo>
                    <a:pt x="99737" y="291369"/>
                  </a:lnTo>
                  <a:lnTo>
                    <a:pt x="99467" y="291262"/>
                  </a:lnTo>
                  <a:lnTo>
                    <a:pt x="99227" y="291218"/>
                  </a:lnTo>
                  <a:lnTo>
                    <a:pt x="98925" y="291337"/>
                  </a:lnTo>
                  <a:lnTo>
                    <a:pt x="98763" y="291427"/>
                  </a:lnTo>
                  <a:lnTo>
                    <a:pt x="98626" y="291496"/>
                  </a:lnTo>
                  <a:lnTo>
                    <a:pt x="98202" y="291681"/>
                  </a:lnTo>
                  <a:lnTo>
                    <a:pt x="97979" y="291892"/>
                  </a:lnTo>
                  <a:lnTo>
                    <a:pt x="97108" y="292236"/>
                  </a:lnTo>
                  <a:lnTo>
                    <a:pt x="96704" y="291873"/>
                  </a:lnTo>
                  <a:lnTo>
                    <a:pt x="96360" y="292041"/>
                  </a:lnTo>
                  <a:lnTo>
                    <a:pt x="96122" y="291951"/>
                  </a:lnTo>
                  <a:lnTo>
                    <a:pt x="95693" y="291989"/>
                  </a:lnTo>
                  <a:lnTo>
                    <a:pt x="94900" y="292316"/>
                  </a:lnTo>
                  <a:lnTo>
                    <a:pt x="94348" y="292972"/>
                  </a:lnTo>
                  <a:lnTo>
                    <a:pt x="94245" y="293264"/>
                  </a:lnTo>
                  <a:lnTo>
                    <a:pt x="93884" y="293888"/>
                  </a:lnTo>
                  <a:lnTo>
                    <a:pt x="93523" y="293993"/>
                  </a:lnTo>
                  <a:lnTo>
                    <a:pt x="92419" y="294147"/>
                  </a:lnTo>
                  <a:lnTo>
                    <a:pt x="92101" y="294083"/>
                  </a:lnTo>
                  <a:lnTo>
                    <a:pt x="91602" y="293946"/>
                  </a:lnTo>
                  <a:lnTo>
                    <a:pt x="91278" y="294035"/>
                  </a:lnTo>
                  <a:lnTo>
                    <a:pt x="90816" y="294188"/>
                  </a:lnTo>
                  <a:lnTo>
                    <a:pt x="90482" y="294421"/>
                  </a:lnTo>
                  <a:lnTo>
                    <a:pt x="90277" y="294791"/>
                  </a:lnTo>
                  <a:lnTo>
                    <a:pt x="90167" y="295258"/>
                  </a:lnTo>
                  <a:lnTo>
                    <a:pt x="89988" y="295453"/>
                  </a:lnTo>
                  <a:lnTo>
                    <a:pt x="89361" y="295625"/>
                  </a:lnTo>
                  <a:lnTo>
                    <a:pt x="89210" y="295696"/>
                  </a:lnTo>
                  <a:lnTo>
                    <a:pt x="88790" y="295966"/>
                  </a:lnTo>
                  <a:lnTo>
                    <a:pt x="88684" y="296102"/>
                  </a:lnTo>
                  <a:lnTo>
                    <a:pt x="88437" y="296382"/>
                  </a:lnTo>
                  <a:lnTo>
                    <a:pt x="87218" y="296110"/>
                  </a:lnTo>
                  <a:lnTo>
                    <a:pt x="86876" y="296135"/>
                  </a:lnTo>
                  <a:lnTo>
                    <a:pt x="86734" y="296150"/>
                  </a:lnTo>
                  <a:lnTo>
                    <a:pt x="86500" y="296195"/>
                  </a:lnTo>
                  <a:lnTo>
                    <a:pt x="86354" y="296232"/>
                  </a:lnTo>
                  <a:lnTo>
                    <a:pt x="86067" y="296331"/>
                  </a:lnTo>
                  <a:lnTo>
                    <a:pt x="85789" y="296447"/>
                  </a:lnTo>
                  <a:lnTo>
                    <a:pt x="85490" y="296645"/>
                  </a:lnTo>
                  <a:lnTo>
                    <a:pt x="84887" y="297182"/>
                  </a:lnTo>
                  <a:lnTo>
                    <a:pt x="84195" y="297617"/>
                  </a:lnTo>
                  <a:lnTo>
                    <a:pt x="83979" y="297716"/>
                  </a:lnTo>
                  <a:lnTo>
                    <a:pt x="83346" y="297848"/>
                  </a:lnTo>
                  <a:lnTo>
                    <a:pt x="82986" y="297884"/>
                  </a:lnTo>
                  <a:lnTo>
                    <a:pt x="82754" y="297902"/>
                  </a:lnTo>
                  <a:lnTo>
                    <a:pt x="82610" y="297918"/>
                  </a:lnTo>
                  <a:lnTo>
                    <a:pt x="82410" y="297962"/>
                  </a:lnTo>
                  <a:lnTo>
                    <a:pt x="82067" y="298139"/>
                  </a:lnTo>
                  <a:lnTo>
                    <a:pt x="81785" y="298316"/>
                  </a:lnTo>
                  <a:lnTo>
                    <a:pt x="81603" y="298442"/>
                  </a:lnTo>
                  <a:lnTo>
                    <a:pt x="81466" y="298536"/>
                  </a:lnTo>
                  <a:lnTo>
                    <a:pt x="80920" y="298863"/>
                  </a:lnTo>
                  <a:lnTo>
                    <a:pt x="80640" y="298980"/>
                  </a:lnTo>
                  <a:lnTo>
                    <a:pt x="80075" y="299310"/>
                  </a:lnTo>
                  <a:lnTo>
                    <a:pt x="79225" y="300415"/>
                  </a:lnTo>
                  <a:lnTo>
                    <a:pt x="78388" y="301480"/>
                  </a:lnTo>
                  <a:lnTo>
                    <a:pt x="78233" y="301693"/>
                  </a:lnTo>
                  <a:lnTo>
                    <a:pt x="78005" y="301992"/>
                  </a:lnTo>
                  <a:lnTo>
                    <a:pt x="77703" y="302179"/>
                  </a:lnTo>
                  <a:lnTo>
                    <a:pt x="77493" y="302282"/>
                  </a:lnTo>
                  <a:lnTo>
                    <a:pt x="77334" y="302352"/>
                  </a:lnTo>
                  <a:lnTo>
                    <a:pt x="76817" y="302654"/>
                  </a:lnTo>
                  <a:lnTo>
                    <a:pt x="76599" y="302951"/>
                  </a:lnTo>
                  <a:lnTo>
                    <a:pt x="76303" y="303236"/>
                  </a:lnTo>
                  <a:lnTo>
                    <a:pt x="75925" y="302999"/>
                  </a:lnTo>
                  <a:lnTo>
                    <a:pt x="75832" y="302846"/>
                  </a:lnTo>
                  <a:lnTo>
                    <a:pt x="75634" y="302708"/>
                  </a:lnTo>
                  <a:lnTo>
                    <a:pt x="75178" y="302397"/>
                  </a:lnTo>
                  <a:lnTo>
                    <a:pt x="75137" y="301825"/>
                  </a:lnTo>
                  <a:lnTo>
                    <a:pt x="75351" y="301419"/>
                  </a:lnTo>
                  <a:lnTo>
                    <a:pt x="75499" y="301188"/>
                  </a:lnTo>
                  <a:lnTo>
                    <a:pt x="75567" y="300948"/>
                  </a:lnTo>
                  <a:lnTo>
                    <a:pt x="75471" y="300428"/>
                  </a:lnTo>
                  <a:lnTo>
                    <a:pt x="75665" y="300171"/>
                  </a:lnTo>
                  <a:lnTo>
                    <a:pt x="75755" y="299934"/>
                  </a:lnTo>
                  <a:lnTo>
                    <a:pt x="75827" y="299670"/>
                  </a:lnTo>
                  <a:lnTo>
                    <a:pt x="75877" y="299308"/>
                  </a:lnTo>
                  <a:lnTo>
                    <a:pt x="75395" y="299125"/>
                  </a:lnTo>
                  <a:lnTo>
                    <a:pt x="75439" y="298836"/>
                  </a:lnTo>
                  <a:lnTo>
                    <a:pt x="75678" y="298821"/>
                  </a:lnTo>
                  <a:lnTo>
                    <a:pt x="75891" y="298887"/>
                  </a:lnTo>
                  <a:lnTo>
                    <a:pt x="76186" y="298871"/>
                  </a:lnTo>
                  <a:lnTo>
                    <a:pt x="76336" y="298363"/>
                  </a:lnTo>
                  <a:lnTo>
                    <a:pt x="76578" y="297421"/>
                  </a:lnTo>
                  <a:lnTo>
                    <a:pt x="76488" y="296109"/>
                  </a:lnTo>
                  <a:lnTo>
                    <a:pt x="76465" y="295937"/>
                  </a:lnTo>
                  <a:lnTo>
                    <a:pt x="76395" y="295806"/>
                  </a:lnTo>
                  <a:lnTo>
                    <a:pt x="76109" y="295439"/>
                  </a:lnTo>
                  <a:lnTo>
                    <a:pt x="76006" y="295201"/>
                  </a:lnTo>
                  <a:lnTo>
                    <a:pt x="76111" y="295067"/>
                  </a:lnTo>
                  <a:lnTo>
                    <a:pt x="76196" y="294543"/>
                  </a:lnTo>
                  <a:lnTo>
                    <a:pt x="76121" y="294130"/>
                  </a:lnTo>
                  <a:lnTo>
                    <a:pt x="76237" y="293769"/>
                  </a:lnTo>
                  <a:lnTo>
                    <a:pt x="76433" y="293665"/>
                  </a:lnTo>
                  <a:lnTo>
                    <a:pt x="77005" y="293745"/>
                  </a:lnTo>
                  <a:lnTo>
                    <a:pt x="77143" y="293769"/>
                  </a:lnTo>
                  <a:lnTo>
                    <a:pt x="77487" y="293850"/>
                  </a:lnTo>
                  <a:lnTo>
                    <a:pt x="77623" y="293658"/>
                  </a:lnTo>
                  <a:lnTo>
                    <a:pt x="77802" y="293208"/>
                  </a:lnTo>
                  <a:lnTo>
                    <a:pt x="77876" y="292996"/>
                  </a:lnTo>
                  <a:lnTo>
                    <a:pt x="77924" y="292911"/>
                  </a:lnTo>
                  <a:lnTo>
                    <a:pt x="78060" y="292937"/>
                  </a:lnTo>
                  <a:lnTo>
                    <a:pt x="78272" y="292944"/>
                  </a:lnTo>
                  <a:lnTo>
                    <a:pt x="78534" y="292566"/>
                  </a:lnTo>
                  <a:lnTo>
                    <a:pt x="78684" y="292324"/>
                  </a:lnTo>
                  <a:lnTo>
                    <a:pt x="79123" y="292172"/>
                  </a:lnTo>
                  <a:lnTo>
                    <a:pt x="79446" y="292348"/>
                  </a:lnTo>
                  <a:lnTo>
                    <a:pt x="79634" y="292401"/>
                  </a:lnTo>
                  <a:lnTo>
                    <a:pt x="80052" y="292132"/>
                  </a:lnTo>
                  <a:lnTo>
                    <a:pt x="80067" y="291962"/>
                  </a:lnTo>
                  <a:lnTo>
                    <a:pt x="80048" y="291508"/>
                  </a:lnTo>
                  <a:lnTo>
                    <a:pt x="80083" y="291326"/>
                  </a:lnTo>
                  <a:lnTo>
                    <a:pt x="80134" y="291060"/>
                  </a:lnTo>
                  <a:lnTo>
                    <a:pt x="80105" y="290736"/>
                  </a:lnTo>
                  <a:lnTo>
                    <a:pt x="80109" y="290559"/>
                  </a:lnTo>
                  <a:lnTo>
                    <a:pt x="80114" y="290277"/>
                  </a:lnTo>
                  <a:lnTo>
                    <a:pt x="80063" y="289651"/>
                  </a:lnTo>
                  <a:lnTo>
                    <a:pt x="80359" y="289157"/>
                  </a:lnTo>
                  <a:lnTo>
                    <a:pt x="80581" y="288678"/>
                  </a:lnTo>
                  <a:lnTo>
                    <a:pt x="80689" y="288511"/>
                  </a:lnTo>
                  <a:lnTo>
                    <a:pt x="81038" y="287997"/>
                  </a:lnTo>
                  <a:lnTo>
                    <a:pt x="81217" y="287725"/>
                  </a:lnTo>
                  <a:lnTo>
                    <a:pt x="81335" y="287373"/>
                  </a:lnTo>
                  <a:lnTo>
                    <a:pt x="81391" y="287206"/>
                  </a:lnTo>
                  <a:lnTo>
                    <a:pt x="81481" y="286773"/>
                  </a:lnTo>
                  <a:lnTo>
                    <a:pt x="81552" y="286572"/>
                  </a:lnTo>
                  <a:lnTo>
                    <a:pt x="81625" y="286080"/>
                  </a:lnTo>
                  <a:lnTo>
                    <a:pt x="81567" y="285630"/>
                  </a:lnTo>
                  <a:lnTo>
                    <a:pt x="81583" y="285354"/>
                  </a:lnTo>
                  <a:lnTo>
                    <a:pt x="81744" y="285192"/>
                  </a:lnTo>
                  <a:lnTo>
                    <a:pt x="81535" y="284771"/>
                  </a:lnTo>
                  <a:lnTo>
                    <a:pt x="81420" y="284572"/>
                  </a:lnTo>
                  <a:lnTo>
                    <a:pt x="81567" y="284271"/>
                  </a:lnTo>
                  <a:lnTo>
                    <a:pt x="81507" y="284093"/>
                  </a:lnTo>
                  <a:lnTo>
                    <a:pt x="81354" y="283791"/>
                  </a:lnTo>
                  <a:lnTo>
                    <a:pt x="81388" y="283630"/>
                  </a:lnTo>
                  <a:lnTo>
                    <a:pt x="81194" y="283410"/>
                  </a:lnTo>
                  <a:lnTo>
                    <a:pt x="81226" y="283215"/>
                  </a:lnTo>
                  <a:lnTo>
                    <a:pt x="81296" y="282965"/>
                  </a:lnTo>
                  <a:lnTo>
                    <a:pt x="81539" y="282717"/>
                  </a:lnTo>
                  <a:lnTo>
                    <a:pt x="81263" y="282353"/>
                  </a:lnTo>
                  <a:lnTo>
                    <a:pt x="81302" y="281618"/>
                  </a:lnTo>
                  <a:lnTo>
                    <a:pt x="81348" y="281099"/>
                  </a:lnTo>
                  <a:lnTo>
                    <a:pt x="81322" y="280969"/>
                  </a:lnTo>
                  <a:lnTo>
                    <a:pt x="80786" y="280290"/>
                  </a:lnTo>
                  <a:lnTo>
                    <a:pt x="80943" y="279964"/>
                  </a:lnTo>
                  <a:lnTo>
                    <a:pt x="80942" y="279763"/>
                  </a:lnTo>
                  <a:lnTo>
                    <a:pt x="80924" y="279589"/>
                  </a:lnTo>
                  <a:lnTo>
                    <a:pt x="80703" y="279286"/>
                  </a:lnTo>
                  <a:lnTo>
                    <a:pt x="80560" y="279221"/>
                  </a:lnTo>
                  <a:lnTo>
                    <a:pt x="80372" y="279213"/>
                  </a:lnTo>
                  <a:lnTo>
                    <a:pt x="80159" y="279277"/>
                  </a:lnTo>
                  <a:lnTo>
                    <a:pt x="80001" y="279277"/>
                  </a:lnTo>
                  <a:lnTo>
                    <a:pt x="79576" y="279181"/>
                  </a:lnTo>
                  <a:lnTo>
                    <a:pt x="79116" y="278653"/>
                  </a:lnTo>
                  <a:lnTo>
                    <a:pt x="78866" y="278592"/>
                  </a:lnTo>
                  <a:lnTo>
                    <a:pt x="78944" y="278113"/>
                  </a:lnTo>
                  <a:lnTo>
                    <a:pt x="78994" y="277943"/>
                  </a:lnTo>
                  <a:lnTo>
                    <a:pt x="78940" y="277591"/>
                  </a:lnTo>
                  <a:lnTo>
                    <a:pt x="78885" y="277444"/>
                  </a:lnTo>
                  <a:lnTo>
                    <a:pt x="79003" y="276942"/>
                  </a:lnTo>
                  <a:lnTo>
                    <a:pt x="78796" y="276744"/>
                  </a:lnTo>
                  <a:lnTo>
                    <a:pt x="78616" y="276689"/>
                  </a:lnTo>
                  <a:lnTo>
                    <a:pt x="78289" y="276827"/>
                  </a:lnTo>
                  <a:lnTo>
                    <a:pt x="78150" y="276990"/>
                  </a:lnTo>
                  <a:lnTo>
                    <a:pt x="77941" y="277015"/>
                  </a:lnTo>
                  <a:lnTo>
                    <a:pt x="77900" y="277142"/>
                  </a:lnTo>
                  <a:lnTo>
                    <a:pt x="77539" y="277186"/>
                  </a:lnTo>
                  <a:lnTo>
                    <a:pt x="77393" y="277055"/>
                  </a:lnTo>
                  <a:lnTo>
                    <a:pt x="77174" y="276966"/>
                  </a:lnTo>
                  <a:lnTo>
                    <a:pt x="77053" y="277260"/>
                  </a:lnTo>
                  <a:lnTo>
                    <a:pt x="76840" y="277608"/>
                  </a:lnTo>
                  <a:lnTo>
                    <a:pt x="76471" y="277669"/>
                  </a:lnTo>
                  <a:lnTo>
                    <a:pt x="76199" y="277610"/>
                  </a:lnTo>
                  <a:lnTo>
                    <a:pt x="76055" y="277413"/>
                  </a:lnTo>
                  <a:lnTo>
                    <a:pt x="76326" y="277063"/>
                  </a:lnTo>
                  <a:lnTo>
                    <a:pt x="76566" y="276858"/>
                  </a:lnTo>
                  <a:lnTo>
                    <a:pt x="76671" y="276486"/>
                  </a:lnTo>
                  <a:lnTo>
                    <a:pt x="76710" y="275871"/>
                  </a:lnTo>
                  <a:lnTo>
                    <a:pt x="76661" y="275723"/>
                  </a:lnTo>
                  <a:lnTo>
                    <a:pt x="76476" y="275556"/>
                  </a:lnTo>
                  <a:lnTo>
                    <a:pt x="76225" y="275586"/>
                  </a:lnTo>
                  <a:lnTo>
                    <a:pt x="75870" y="275559"/>
                  </a:lnTo>
                  <a:lnTo>
                    <a:pt x="75688" y="275337"/>
                  </a:lnTo>
                  <a:lnTo>
                    <a:pt x="75756" y="274889"/>
                  </a:lnTo>
                  <a:lnTo>
                    <a:pt x="75562" y="274907"/>
                  </a:lnTo>
                  <a:lnTo>
                    <a:pt x="75529" y="274649"/>
                  </a:lnTo>
                  <a:lnTo>
                    <a:pt x="75498" y="274335"/>
                  </a:lnTo>
                  <a:lnTo>
                    <a:pt x="75472" y="273995"/>
                  </a:lnTo>
                  <a:lnTo>
                    <a:pt x="75547" y="273844"/>
                  </a:lnTo>
                  <a:lnTo>
                    <a:pt x="75599" y="273695"/>
                  </a:lnTo>
                  <a:lnTo>
                    <a:pt x="75321" y="273335"/>
                  </a:lnTo>
                  <a:lnTo>
                    <a:pt x="74911" y="273111"/>
                  </a:lnTo>
                  <a:lnTo>
                    <a:pt x="74602" y="272973"/>
                  </a:lnTo>
                  <a:lnTo>
                    <a:pt x="74238" y="272741"/>
                  </a:lnTo>
                  <a:lnTo>
                    <a:pt x="73952" y="272683"/>
                  </a:lnTo>
                  <a:lnTo>
                    <a:pt x="73745" y="272225"/>
                  </a:lnTo>
                  <a:lnTo>
                    <a:pt x="74067" y="271967"/>
                  </a:lnTo>
                  <a:lnTo>
                    <a:pt x="74480" y="271605"/>
                  </a:lnTo>
                  <a:lnTo>
                    <a:pt x="74491" y="271477"/>
                  </a:lnTo>
                  <a:lnTo>
                    <a:pt x="74513" y="271120"/>
                  </a:lnTo>
                  <a:lnTo>
                    <a:pt x="74519" y="270759"/>
                  </a:lnTo>
                  <a:lnTo>
                    <a:pt x="74387" y="270516"/>
                  </a:lnTo>
                  <a:lnTo>
                    <a:pt x="74264" y="270387"/>
                  </a:lnTo>
                  <a:lnTo>
                    <a:pt x="73985" y="270055"/>
                  </a:lnTo>
                  <a:lnTo>
                    <a:pt x="73663" y="270075"/>
                  </a:lnTo>
                  <a:lnTo>
                    <a:pt x="73333" y="270011"/>
                  </a:lnTo>
                  <a:lnTo>
                    <a:pt x="73072" y="269152"/>
                  </a:lnTo>
                  <a:lnTo>
                    <a:pt x="73058" y="268993"/>
                  </a:lnTo>
                  <a:lnTo>
                    <a:pt x="73066" y="268757"/>
                  </a:lnTo>
                  <a:lnTo>
                    <a:pt x="73226" y="268538"/>
                  </a:lnTo>
                  <a:lnTo>
                    <a:pt x="73575" y="268064"/>
                  </a:lnTo>
                  <a:lnTo>
                    <a:pt x="73635" y="267804"/>
                  </a:lnTo>
                  <a:lnTo>
                    <a:pt x="73950" y="267185"/>
                  </a:lnTo>
                  <a:lnTo>
                    <a:pt x="74086" y="266982"/>
                  </a:lnTo>
                  <a:lnTo>
                    <a:pt x="74262" y="266720"/>
                  </a:lnTo>
                  <a:lnTo>
                    <a:pt x="74414" y="266605"/>
                  </a:lnTo>
                  <a:lnTo>
                    <a:pt x="74798" y="266283"/>
                  </a:lnTo>
                  <a:lnTo>
                    <a:pt x="75094" y="265931"/>
                  </a:lnTo>
                  <a:lnTo>
                    <a:pt x="75103" y="265497"/>
                  </a:lnTo>
                  <a:lnTo>
                    <a:pt x="75125" y="265252"/>
                  </a:lnTo>
                  <a:lnTo>
                    <a:pt x="75254" y="264741"/>
                  </a:lnTo>
                  <a:lnTo>
                    <a:pt x="75255" y="264586"/>
                  </a:lnTo>
                  <a:lnTo>
                    <a:pt x="75218" y="264351"/>
                  </a:lnTo>
                  <a:lnTo>
                    <a:pt x="75291" y="264160"/>
                  </a:lnTo>
                  <a:lnTo>
                    <a:pt x="75373" y="264024"/>
                  </a:lnTo>
                  <a:lnTo>
                    <a:pt x="75456" y="263887"/>
                  </a:lnTo>
                  <a:lnTo>
                    <a:pt x="75482" y="263692"/>
                  </a:lnTo>
                  <a:lnTo>
                    <a:pt x="75479" y="263502"/>
                  </a:lnTo>
                  <a:lnTo>
                    <a:pt x="75527" y="263321"/>
                  </a:lnTo>
                  <a:lnTo>
                    <a:pt x="75748" y="263215"/>
                  </a:lnTo>
                  <a:lnTo>
                    <a:pt x="75885" y="262629"/>
                  </a:lnTo>
                  <a:lnTo>
                    <a:pt x="76568" y="262420"/>
                  </a:lnTo>
                  <a:lnTo>
                    <a:pt x="76916" y="262066"/>
                  </a:lnTo>
                  <a:lnTo>
                    <a:pt x="77132" y="261872"/>
                  </a:lnTo>
                  <a:lnTo>
                    <a:pt x="77521" y="261214"/>
                  </a:lnTo>
                  <a:lnTo>
                    <a:pt x="77530" y="261053"/>
                  </a:lnTo>
                  <a:lnTo>
                    <a:pt x="77447" y="260757"/>
                  </a:lnTo>
                  <a:lnTo>
                    <a:pt x="77589" y="260637"/>
                  </a:lnTo>
                  <a:lnTo>
                    <a:pt x="77728" y="260572"/>
                  </a:lnTo>
                  <a:lnTo>
                    <a:pt x="78381" y="260381"/>
                  </a:lnTo>
                  <a:lnTo>
                    <a:pt x="78462" y="259909"/>
                  </a:lnTo>
                  <a:lnTo>
                    <a:pt x="78669" y="259694"/>
                  </a:lnTo>
                  <a:lnTo>
                    <a:pt x="78886" y="259545"/>
                  </a:lnTo>
                  <a:lnTo>
                    <a:pt x="78897" y="259292"/>
                  </a:lnTo>
                  <a:lnTo>
                    <a:pt x="79398" y="259195"/>
                  </a:lnTo>
                  <a:lnTo>
                    <a:pt x="79775" y="259043"/>
                  </a:lnTo>
                  <a:lnTo>
                    <a:pt x="80032" y="258877"/>
                  </a:lnTo>
                  <a:lnTo>
                    <a:pt x="80132" y="258510"/>
                  </a:lnTo>
                  <a:lnTo>
                    <a:pt x="80171" y="258368"/>
                  </a:lnTo>
                  <a:lnTo>
                    <a:pt x="80168" y="258219"/>
                  </a:lnTo>
                  <a:lnTo>
                    <a:pt x="80187" y="257982"/>
                  </a:lnTo>
                  <a:lnTo>
                    <a:pt x="80409" y="257676"/>
                  </a:lnTo>
                  <a:lnTo>
                    <a:pt x="80594" y="257321"/>
                  </a:lnTo>
                  <a:lnTo>
                    <a:pt x="80831" y="257148"/>
                  </a:lnTo>
                  <a:lnTo>
                    <a:pt x="80960" y="256876"/>
                  </a:lnTo>
                  <a:lnTo>
                    <a:pt x="81232" y="256535"/>
                  </a:lnTo>
                  <a:lnTo>
                    <a:pt x="81376" y="256076"/>
                  </a:lnTo>
                  <a:lnTo>
                    <a:pt x="81659" y="255675"/>
                  </a:lnTo>
                  <a:lnTo>
                    <a:pt x="82007" y="255597"/>
                  </a:lnTo>
                  <a:lnTo>
                    <a:pt x="82829" y="255411"/>
                  </a:lnTo>
                  <a:lnTo>
                    <a:pt x="83045" y="255420"/>
                  </a:lnTo>
                  <a:lnTo>
                    <a:pt x="83450" y="255373"/>
                  </a:lnTo>
                  <a:lnTo>
                    <a:pt x="83535" y="255054"/>
                  </a:lnTo>
                  <a:lnTo>
                    <a:pt x="84001" y="255071"/>
                  </a:lnTo>
                  <a:lnTo>
                    <a:pt x="84588" y="254954"/>
                  </a:lnTo>
                  <a:lnTo>
                    <a:pt x="84932" y="254969"/>
                  </a:lnTo>
                  <a:lnTo>
                    <a:pt x="85464" y="254992"/>
                  </a:lnTo>
                  <a:lnTo>
                    <a:pt x="85751" y="254959"/>
                  </a:lnTo>
                  <a:lnTo>
                    <a:pt x="85968" y="254684"/>
                  </a:lnTo>
                  <a:lnTo>
                    <a:pt x="86233" y="254582"/>
                  </a:lnTo>
                  <a:lnTo>
                    <a:pt x="86555" y="254503"/>
                  </a:lnTo>
                  <a:lnTo>
                    <a:pt x="87635" y="254063"/>
                  </a:lnTo>
                  <a:lnTo>
                    <a:pt x="88019" y="253793"/>
                  </a:lnTo>
                  <a:lnTo>
                    <a:pt x="88357" y="253655"/>
                  </a:lnTo>
                  <a:lnTo>
                    <a:pt x="88525" y="253587"/>
                  </a:lnTo>
                  <a:lnTo>
                    <a:pt x="89077" y="253336"/>
                  </a:lnTo>
                  <a:lnTo>
                    <a:pt x="89476" y="253216"/>
                  </a:lnTo>
                  <a:lnTo>
                    <a:pt x="89714" y="253346"/>
                  </a:lnTo>
                  <a:lnTo>
                    <a:pt x="90330" y="252955"/>
                  </a:lnTo>
                  <a:lnTo>
                    <a:pt x="90415" y="252609"/>
                  </a:lnTo>
                  <a:lnTo>
                    <a:pt x="90663" y="251369"/>
                  </a:lnTo>
                  <a:lnTo>
                    <a:pt x="90943" y="250408"/>
                  </a:lnTo>
                  <a:lnTo>
                    <a:pt x="91612" y="249528"/>
                  </a:lnTo>
                  <a:lnTo>
                    <a:pt x="92382" y="249075"/>
                  </a:lnTo>
                  <a:lnTo>
                    <a:pt x="92479" y="248877"/>
                  </a:lnTo>
                  <a:lnTo>
                    <a:pt x="92860" y="248837"/>
                  </a:lnTo>
                  <a:lnTo>
                    <a:pt x="93370" y="248699"/>
                  </a:lnTo>
                  <a:lnTo>
                    <a:pt x="93629" y="248512"/>
                  </a:lnTo>
                  <a:lnTo>
                    <a:pt x="93781" y="248086"/>
                  </a:lnTo>
                  <a:lnTo>
                    <a:pt x="93584" y="247915"/>
                  </a:lnTo>
                  <a:lnTo>
                    <a:pt x="93631" y="247464"/>
                  </a:lnTo>
                  <a:lnTo>
                    <a:pt x="93964" y="247155"/>
                  </a:lnTo>
                  <a:lnTo>
                    <a:pt x="94487" y="246596"/>
                  </a:lnTo>
                  <a:lnTo>
                    <a:pt x="94621" y="246386"/>
                  </a:lnTo>
                  <a:lnTo>
                    <a:pt x="94443" y="245504"/>
                  </a:lnTo>
                  <a:lnTo>
                    <a:pt x="94530" y="244915"/>
                  </a:lnTo>
                  <a:lnTo>
                    <a:pt x="94386" y="244859"/>
                  </a:lnTo>
                  <a:lnTo>
                    <a:pt x="94175" y="244408"/>
                  </a:lnTo>
                  <a:lnTo>
                    <a:pt x="94743" y="243806"/>
                  </a:lnTo>
                  <a:lnTo>
                    <a:pt x="95036" y="243828"/>
                  </a:lnTo>
                  <a:lnTo>
                    <a:pt x="95713" y="243010"/>
                  </a:lnTo>
                  <a:lnTo>
                    <a:pt x="95732" y="242654"/>
                  </a:lnTo>
                  <a:lnTo>
                    <a:pt x="96175" y="242592"/>
                  </a:lnTo>
                  <a:lnTo>
                    <a:pt x="96282" y="242400"/>
                  </a:lnTo>
                  <a:lnTo>
                    <a:pt x="96445" y="241943"/>
                  </a:lnTo>
                  <a:lnTo>
                    <a:pt x="96819" y="241691"/>
                  </a:lnTo>
                  <a:lnTo>
                    <a:pt x="97582" y="241086"/>
                  </a:lnTo>
                  <a:lnTo>
                    <a:pt x="97952" y="240570"/>
                  </a:lnTo>
                  <a:lnTo>
                    <a:pt x="98047" y="240361"/>
                  </a:lnTo>
                  <a:lnTo>
                    <a:pt x="98054" y="240161"/>
                  </a:lnTo>
                  <a:lnTo>
                    <a:pt x="98061" y="239952"/>
                  </a:lnTo>
                  <a:lnTo>
                    <a:pt x="98230" y="239584"/>
                  </a:lnTo>
                  <a:lnTo>
                    <a:pt x="98385" y="239298"/>
                  </a:lnTo>
                  <a:lnTo>
                    <a:pt x="98521" y="238987"/>
                  </a:lnTo>
                  <a:lnTo>
                    <a:pt x="98608" y="238695"/>
                  </a:lnTo>
                  <a:lnTo>
                    <a:pt x="98671" y="238480"/>
                  </a:lnTo>
                  <a:lnTo>
                    <a:pt x="98783" y="238103"/>
                  </a:lnTo>
                  <a:lnTo>
                    <a:pt x="98771" y="237851"/>
                  </a:lnTo>
                  <a:lnTo>
                    <a:pt x="98620" y="237595"/>
                  </a:lnTo>
                  <a:lnTo>
                    <a:pt x="98510" y="237237"/>
                  </a:lnTo>
                  <a:lnTo>
                    <a:pt x="98602" y="236697"/>
                  </a:lnTo>
                  <a:lnTo>
                    <a:pt x="98921" y="236384"/>
                  </a:lnTo>
                  <a:lnTo>
                    <a:pt x="99125" y="236273"/>
                  </a:lnTo>
                  <a:lnTo>
                    <a:pt x="99473" y="236050"/>
                  </a:lnTo>
                  <a:lnTo>
                    <a:pt x="99849" y="235247"/>
                  </a:lnTo>
                  <a:lnTo>
                    <a:pt x="99678" y="235124"/>
                  </a:lnTo>
                  <a:lnTo>
                    <a:pt x="99645" y="234760"/>
                  </a:lnTo>
                  <a:lnTo>
                    <a:pt x="99744" y="234385"/>
                  </a:lnTo>
                  <a:lnTo>
                    <a:pt x="99777" y="234258"/>
                  </a:lnTo>
                  <a:lnTo>
                    <a:pt x="99941" y="234020"/>
                  </a:lnTo>
                  <a:lnTo>
                    <a:pt x="100032" y="233888"/>
                  </a:lnTo>
                  <a:lnTo>
                    <a:pt x="100279" y="233688"/>
                  </a:lnTo>
                  <a:lnTo>
                    <a:pt x="100676" y="233366"/>
                  </a:lnTo>
                  <a:lnTo>
                    <a:pt x="101199" y="233069"/>
                  </a:lnTo>
                  <a:lnTo>
                    <a:pt x="101376" y="233146"/>
                  </a:lnTo>
                  <a:lnTo>
                    <a:pt x="101810" y="232978"/>
                  </a:lnTo>
                  <a:lnTo>
                    <a:pt x="102009" y="232777"/>
                  </a:lnTo>
                  <a:lnTo>
                    <a:pt x="102151" y="232633"/>
                  </a:lnTo>
                  <a:lnTo>
                    <a:pt x="102365" y="232485"/>
                  </a:lnTo>
                  <a:lnTo>
                    <a:pt x="102425" y="232190"/>
                  </a:lnTo>
                  <a:lnTo>
                    <a:pt x="102264" y="231983"/>
                  </a:lnTo>
                  <a:lnTo>
                    <a:pt x="102411" y="231752"/>
                  </a:lnTo>
                  <a:lnTo>
                    <a:pt x="102520" y="231620"/>
                  </a:lnTo>
                  <a:lnTo>
                    <a:pt x="102544" y="231463"/>
                  </a:lnTo>
                  <a:lnTo>
                    <a:pt x="102605" y="231076"/>
                  </a:lnTo>
                  <a:lnTo>
                    <a:pt x="102656" y="230746"/>
                  </a:lnTo>
                  <a:lnTo>
                    <a:pt x="102510" y="230472"/>
                  </a:lnTo>
                  <a:lnTo>
                    <a:pt x="102341" y="230067"/>
                  </a:lnTo>
                  <a:lnTo>
                    <a:pt x="102536" y="229860"/>
                  </a:lnTo>
                  <a:lnTo>
                    <a:pt x="102661" y="229448"/>
                  </a:lnTo>
                  <a:lnTo>
                    <a:pt x="102922" y="229069"/>
                  </a:lnTo>
                  <a:lnTo>
                    <a:pt x="103014" y="228765"/>
                  </a:lnTo>
                  <a:lnTo>
                    <a:pt x="103018" y="228618"/>
                  </a:lnTo>
                  <a:lnTo>
                    <a:pt x="103024" y="228418"/>
                  </a:lnTo>
                  <a:lnTo>
                    <a:pt x="102887" y="228102"/>
                  </a:lnTo>
                  <a:lnTo>
                    <a:pt x="102785" y="227681"/>
                  </a:lnTo>
                  <a:lnTo>
                    <a:pt x="103463" y="227568"/>
                  </a:lnTo>
                  <a:lnTo>
                    <a:pt x="104152" y="227376"/>
                  </a:lnTo>
                  <a:lnTo>
                    <a:pt x="104297" y="227131"/>
                  </a:lnTo>
                  <a:lnTo>
                    <a:pt x="104560" y="227014"/>
                  </a:lnTo>
                  <a:lnTo>
                    <a:pt x="104979" y="226828"/>
                  </a:lnTo>
                  <a:lnTo>
                    <a:pt x="105135" y="226759"/>
                  </a:lnTo>
                  <a:lnTo>
                    <a:pt x="105366" y="226761"/>
                  </a:lnTo>
                  <a:lnTo>
                    <a:pt x="105561" y="226780"/>
                  </a:lnTo>
                  <a:lnTo>
                    <a:pt x="106037" y="226472"/>
                  </a:lnTo>
                  <a:lnTo>
                    <a:pt x="106234" y="226348"/>
                  </a:lnTo>
                  <a:lnTo>
                    <a:pt x="106417" y="226282"/>
                  </a:lnTo>
                  <a:lnTo>
                    <a:pt x="106704" y="226282"/>
                  </a:lnTo>
                  <a:lnTo>
                    <a:pt x="107131" y="226037"/>
                  </a:lnTo>
                  <a:lnTo>
                    <a:pt x="107316" y="226018"/>
                  </a:lnTo>
                  <a:lnTo>
                    <a:pt x="107961" y="226205"/>
                  </a:lnTo>
                  <a:lnTo>
                    <a:pt x="108316" y="226208"/>
                  </a:lnTo>
                  <a:lnTo>
                    <a:pt x="108651" y="225982"/>
                  </a:lnTo>
                  <a:lnTo>
                    <a:pt x="108989" y="226013"/>
                  </a:lnTo>
                  <a:lnTo>
                    <a:pt x="109165" y="226007"/>
                  </a:lnTo>
                  <a:lnTo>
                    <a:pt x="109743" y="225853"/>
                  </a:lnTo>
                  <a:lnTo>
                    <a:pt x="110009" y="225780"/>
                  </a:lnTo>
                  <a:lnTo>
                    <a:pt x="110853" y="225498"/>
                  </a:lnTo>
                  <a:lnTo>
                    <a:pt x="111109" y="225770"/>
                  </a:lnTo>
                  <a:lnTo>
                    <a:pt x="111501" y="226138"/>
                  </a:lnTo>
                  <a:lnTo>
                    <a:pt x="111865" y="226363"/>
                  </a:lnTo>
                  <a:lnTo>
                    <a:pt x="112026" y="226390"/>
                  </a:lnTo>
                  <a:lnTo>
                    <a:pt x="112685" y="226496"/>
                  </a:lnTo>
                  <a:lnTo>
                    <a:pt x="112829" y="226509"/>
                  </a:lnTo>
                  <a:lnTo>
                    <a:pt x="113171" y="226488"/>
                  </a:lnTo>
                  <a:lnTo>
                    <a:pt x="113591" y="226564"/>
                  </a:lnTo>
                  <a:lnTo>
                    <a:pt x="114173" y="226153"/>
                  </a:lnTo>
                  <a:lnTo>
                    <a:pt x="114519" y="225612"/>
                  </a:lnTo>
                  <a:lnTo>
                    <a:pt x="114665" y="225570"/>
                  </a:lnTo>
                  <a:lnTo>
                    <a:pt x="114826" y="225553"/>
                  </a:lnTo>
                  <a:lnTo>
                    <a:pt x="115602" y="224432"/>
                  </a:lnTo>
                  <a:lnTo>
                    <a:pt x="115298" y="224101"/>
                  </a:lnTo>
                  <a:lnTo>
                    <a:pt x="115372" y="223780"/>
                  </a:lnTo>
                  <a:lnTo>
                    <a:pt x="114762" y="223366"/>
                  </a:lnTo>
                  <a:lnTo>
                    <a:pt x="114429" y="223475"/>
                  </a:lnTo>
                  <a:lnTo>
                    <a:pt x="114226" y="223644"/>
                  </a:lnTo>
                  <a:lnTo>
                    <a:pt x="113560" y="223534"/>
                  </a:lnTo>
                  <a:lnTo>
                    <a:pt x="113347" y="223359"/>
                  </a:lnTo>
                  <a:lnTo>
                    <a:pt x="113372" y="223075"/>
                  </a:lnTo>
                  <a:lnTo>
                    <a:pt x="113461" y="222890"/>
                  </a:lnTo>
                  <a:lnTo>
                    <a:pt x="113667" y="222716"/>
                  </a:lnTo>
                  <a:lnTo>
                    <a:pt x="113826" y="222512"/>
                  </a:lnTo>
                  <a:lnTo>
                    <a:pt x="114046" y="222392"/>
                  </a:lnTo>
                  <a:lnTo>
                    <a:pt x="114067" y="222017"/>
                  </a:lnTo>
                  <a:lnTo>
                    <a:pt x="113627" y="221843"/>
                  </a:lnTo>
                  <a:lnTo>
                    <a:pt x="113480" y="221809"/>
                  </a:lnTo>
                  <a:lnTo>
                    <a:pt x="113472" y="221651"/>
                  </a:lnTo>
                  <a:lnTo>
                    <a:pt x="113424" y="221312"/>
                  </a:lnTo>
                  <a:lnTo>
                    <a:pt x="113238" y="221071"/>
                  </a:lnTo>
                  <a:lnTo>
                    <a:pt x="113264" y="220853"/>
                  </a:lnTo>
                  <a:lnTo>
                    <a:pt x="113550" y="220871"/>
                  </a:lnTo>
                  <a:lnTo>
                    <a:pt x="113749" y="220660"/>
                  </a:lnTo>
                  <a:lnTo>
                    <a:pt x="114004" y="220294"/>
                  </a:lnTo>
                  <a:lnTo>
                    <a:pt x="114258" y="220450"/>
                  </a:lnTo>
                  <a:lnTo>
                    <a:pt x="114581" y="220648"/>
                  </a:lnTo>
                  <a:lnTo>
                    <a:pt x="114756" y="220756"/>
                  </a:lnTo>
                  <a:lnTo>
                    <a:pt x="114942" y="220985"/>
                  </a:lnTo>
                  <a:lnTo>
                    <a:pt x="114927" y="221145"/>
                  </a:lnTo>
                  <a:lnTo>
                    <a:pt x="115326" y="221506"/>
                  </a:lnTo>
                  <a:lnTo>
                    <a:pt x="115619" y="221489"/>
                  </a:lnTo>
                  <a:lnTo>
                    <a:pt x="115599" y="221256"/>
                  </a:lnTo>
                  <a:lnTo>
                    <a:pt x="115305" y="220846"/>
                  </a:lnTo>
                  <a:lnTo>
                    <a:pt x="115628" y="220729"/>
                  </a:lnTo>
                  <a:lnTo>
                    <a:pt x="116027" y="219599"/>
                  </a:lnTo>
                  <a:lnTo>
                    <a:pt x="115991" y="219419"/>
                  </a:lnTo>
                  <a:lnTo>
                    <a:pt x="115685" y="219177"/>
                  </a:lnTo>
                  <a:lnTo>
                    <a:pt x="116021" y="218207"/>
                  </a:lnTo>
                  <a:lnTo>
                    <a:pt x="116034" y="217561"/>
                  </a:lnTo>
                  <a:lnTo>
                    <a:pt x="116249" y="216994"/>
                  </a:lnTo>
                  <a:lnTo>
                    <a:pt x="116486" y="216868"/>
                  </a:lnTo>
                  <a:lnTo>
                    <a:pt x="116724" y="216760"/>
                  </a:lnTo>
                  <a:lnTo>
                    <a:pt x="117826" y="216159"/>
                  </a:lnTo>
                  <a:lnTo>
                    <a:pt x="117324" y="215992"/>
                  </a:lnTo>
                  <a:lnTo>
                    <a:pt x="117985" y="216005"/>
                  </a:lnTo>
                  <a:lnTo>
                    <a:pt x="117998" y="216179"/>
                  </a:lnTo>
                  <a:lnTo>
                    <a:pt x="118244" y="216253"/>
                  </a:lnTo>
                  <a:lnTo>
                    <a:pt x="118391" y="216469"/>
                  </a:lnTo>
                  <a:lnTo>
                    <a:pt x="118325" y="216689"/>
                  </a:lnTo>
                  <a:lnTo>
                    <a:pt x="118720" y="216772"/>
                  </a:lnTo>
                  <a:lnTo>
                    <a:pt x="119105" y="216625"/>
                  </a:lnTo>
                  <a:lnTo>
                    <a:pt x="119184" y="216481"/>
                  </a:lnTo>
                  <a:lnTo>
                    <a:pt x="119359" y="216675"/>
                  </a:lnTo>
                  <a:lnTo>
                    <a:pt x="119556" y="216734"/>
                  </a:lnTo>
                  <a:lnTo>
                    <a:pt x="119838" y="216813"/>
                  </a:lnTo>
                  <a:lnTo>
                    <a:pt x="119746" y="216973"/>
                  </a:lnTo>
                  <a:lnTo>
                    <a:pt x="119733" y="217142"/>
                  </a:lnTo>
                  <a:lnTo>
                    <a:pt x="119670" y="217854"/>
                  </a:lnTo>
                  <a:lnTo>
                    <a:pt x="119453" y="218076"/>
                  </a:lnTo>
                  <a:lnTo>
                    <a:pt x="119365" y="218247"/>
                  </a:lnTo>
                  <a:lnTo>
                    <a:pt x="119473" y="218618"/>
                  </a:lnTo>
                  <a:lnTo>
                    <a:pt x="120084" y="219170"/>
                  </a:lnTo>
                  <a:lnTo>
                    <a:pt x="120448" y="219264"/>
                  </a:lnTo>
                  <a:lnTo>
                    <a:pt x="120668" y="219253"/>
                  </a:lnTo>
                  <a:lnTo>
                    <a:pt x="120929" y="219369"/>
                  </a:lnTo>
                  <a:lnTo>
                    <a:pt x="121023" y="219515"/>
                  </a:lnTo>
                  <a:lnTo>
                    <a:pt x="121144" y="219667"/>
                  </a:lnTo>
                  <a:lnTo>
                    <a:pt x="121257" y="219840"/>
                  </a:lnTo>
                  <a:lnTo>
                    <a:pt x="121200" y="220141"/>
                  </a:lnTo>
                  <a:lnTo>
                    <a:pt x="121811" y="220887"/>
                  </a:lnTo>
                  <a:lnTo>
                    <a:pt x="122020" y="220953"/>
                  </a:lnTo>
                  <a:lnTo>
                    <a:pt x="122384" y="221002"/>
                  </a:lnTo>
                  <a:lnTo>
                    <a:pt x="122450" y="220868"/>
                  </a:lnTo>
                  <a:lnTo>
                    <a:pt x="122722" y="219893"/>
                  </a:lnTo>
                  <a:lnTo>
                    <a:pt x="122957" y="219467"/>
                  </a:lnTo>
                  <a:lnTo>
                    <a:pt x="123125" y="219235"/>
                  </a:lnTo>
                  <a:lnTo>
                    <a:pt x="123322" y="219085"/>
                  </a:lnTo>
                  <a:lnTo>
                    <a:pt x="123506" y="218992"/>
                  </a:lnTo>
                  <a:lnTo>
                    <a:pt x="124177" y="218860"/>
                  </a:lnTo>
                  <a:lnTo>
                    <a:pt x="124534" y="218580"/>
                  </a:lnTo>
                  <a:lnTo>
                    <a:pt x="124735" y="218306"/>
                  </a:lnTo>
                  <a:lnTo>
                    <a:pt x="124962" y="218081"/>
                  </a:lnTo>
                  <a:lnTo>
                    <a:pt x="125411" y="217734"/>
                  </a:lnTo>
                  <a:lnTo>
                    <a:pt x="125585" y="217411"/>
                  </a:lnTo>
                  <a:lnTo>
                    <a:pt x="125740" y="217121"/>
                  </a:lnTo>
                  <a:lnTo>
                    <a:pt x="125888" y="216946"/>
                  </a:lnTo>
                  <a:lnTo>
                    <a:pt x="126106" y="216797"/>
                  </a:lnTo>
                  <a:lnTo>
                    <a:pt x="126398" y="216676"/>
                  </a:lnTo>
                  <a:lnTo>
                    <a:pt x="126841" y="216370"/>
                  </a:lnTo>
                  <a:lnTo>
                    <a:pt x="126881" y="216224"/>
                  </a:lnTo>
                  <a:lnTo>
                    <a:pt x="126935" y="215925"/>
                  </a:lnTo>
                  <a:lnTo>
                    <a:pt x="127331" y="215648"/>
                  </a:lnTo>
                  <a:lnTo>
                    <a:pt x="127502" y="215502"/>
                  </a:lnTo>
                  <a:lnTo>
                    <a:pt x="127739" y="215188"/>
                  </a:lnTo>
                  <a:lnTo>
                    <a:pt x="128031" y="214800"/>
                  </a:lnTo>
                  <a:lnTo>
                    <a:pt x="128290" y="214492"/>
                  </a:lnTo>
                  <a:lnTo>
                    <a:pt x="129025" y="214112"/>
                  </a:lnTo>
                  <a:lnTo>
                    <a:pt x="129201" y="214021"/>
                  </a:lnTo>
                  <a:lnTo>
                    <a:pt x="129476" y="213795"/>
                  </a:lnTo>
                  <a:lnTo>
                    <a:pt x="129597" y="213654"/>
                  </a:lnTo>
                  <a:lnTo>
                    <a:pt x="130008" y="213179"/>
                  </a:lnTo>
                  <a:lnTo>
                    <a:pt x="130511" y="212597"/>
                  </a:lnTo>
                  <a:lnTo>
                    <a:pt x="130785" y="212187"/>
                  </a:lnTo>
                  <a:lnTo>
                    <a:pt x="130990" y="211659"/>
                  </a:lnTo>
                  <a:lnTo>
                    <a:pt x="130861" y="211344"/>
                  </a:lnTo>
                  <a:lnTo>
                    <a:pt x="131186" y="211141"/>
                  </a:lnTo>
                  <a:lnTo>
                    <a:pt x="131420" y="211223"/>
                  </a:lnTo>
                  <a:lnTo>
                    <a:pt x="131593" y="211265"/>
                  </a:lnTo>
                  <a:lnTo>
                    <a:pt x="131772" y="211117"/>
                  </a:lnTo>
                  <a:lnTo>
                    <a:pt x="131994" y="210820"/>
                  </a:lnTo>
                  <a:lnTo>
                    <a:pt x="132063" y="210693"/>
                  </a:lnTo>
                  <a:lnTo>
                    <a:pt x="132262" y="210077"/>
                  </a:lnTo>
                  <a:lnTo>
                    <a:pt x="132506" y="209186"/>
                  </a:lnTo>
                  <a:lnTo>
                    <a:pt x="132530" y="209057"/>
                  </a:lnTo>
                  <a:lnTo>
                    <a:pt x="132824" y="208782"/>
                  </a:lnTo>
                  <a:lnTo>
                    <a:pt x="133145" y="208832"/>
                  </a:lnTo>
                  <a:lnTo>
                    <a:pt x="133394" y="208752"/>
                  </a:lnTo>
                  <a:lnTo>
                    <a:pt x="133531" y="208674"/>
                  </a:lnTo>
                  <a:lnTo>
                    <a:pt x="133514" y="208512"/>
                  </a:lnTo>
                  <a:lnTo>
                    <a:pt x="133966" y="208479"/>
                  </a:lnTo>
                  <a:lnTo>
                    <a:pt x="134212" y="208307"/>
                  </a:lnTo>
                  <a:lnTo>
                    <a:pt x="134367" y="208199"/>
                  </a:lnTo>
                  <a:lnTo>
                    <a:pt x="134473" y="207810"/>
                  </a:lnTo>
                  <a:lnTo>
                    <a:pt x="134383" y="207555"/>
                  </a:lnTo>
                  <a:lnTo>
                    <a:pt x="134365" y="207157"/>
                  </a:lnTo>
                  <a:lnTo>
                    <a:pt x="134822" y="207033"/>
                  </a:lnTo>
                  <a:lnTo>
                    <a:pt x="134977" y="207189"/>
                  </a:lnTo>
                  <a:lnTo>
                    <a:pt x="134911" y="207328"/>
                  </a:lnTo>
                  <a:lnTo>
                    <a:pt x="135355" y="207426"/>
                  </a:lnTo>
                  <a:lnTo>
                    <a:pt x="135616" y="207238"/>
                  </a:lnTo>
                  <a:lnTo>
                    <a:pt x="135718" y="207083"/>
                  </a:lnTo>
                  <a:lnTo>
                    <a:pt x="135856" y="206800"/>
                  </a:lnTo>
                  <a:lnTo>
                    <a:pt x="135922" y="205896"/>
                  </a:lnTo>
                  <a:lnTo>
                    <a:pt x="135935" y="205729"/>
                  </a:lnTo>
                  <a:lnTo>
                    <a:pt x="135972" y="205533"/>
                  </a:lnTo>
                  <a:lnTo>
                    <a:pt x="136069" y="205252"/>
                  </a:lnTo>
                  <a:lnTo>
                    <a:pt x="136363" y="204824"/>
                  </a:lnTo>
                  <a:lnTo>
                    <a:pt x="136802" y="204420"/>
                  </a:lnTo>
                  <a:lnTo>
                    <a:pt x="137010" y="204229"/>
                  </a:lnTo>
                  <a:lnTo>
                    <a:pt x="137208" y="204015"/>
                  </a:lnTo>
                  <a:lnTo>
                    <a:pt x="137393" y="203546"/>
                  </a:lnTo>
                  <a:lnTo>
                    <a:pt x="137267" y="203372"/>
                  </a:lnTo>
                  <a:lnTo>
                    <a:pt x="137720" y="203051"/>
                  </a:lnTo>
                  <a:lnTo>
                    <a:pt x="137898" y="203059"/>
                  </a:lnTo>
                  <a:lnTo>
                    <a:pt x="138039" y="202965"/>
                  </a:lnTo>
                  <a:lnTo>
                    <a:pt x="138340" y="203003"/>
                  </a:lnTo>
                  <a:lnTo>
                    <a:pt x="139435" y="203614"/>
                  </a:lnTo>
                  <a:lnTo>
                    <a:pt x="139751" y="203652"/>
                  </a:lnTo>
                  <a:lnTo>
                    <a:pt x="139914" y="203627"/>
                  </a:lnTo>
                  <a:lnTo>
                    <a:pt x="141192" y="203219"/>
                  </a:lnTo>
                  <a:lnTo>
                    <a:pt x="141607" y="203167"/>
                  </a:lnTo>
                  <a:lnTo>
                    <a:pt x="141749" y="203159"/>
                  </a:lnTo>
                  <a:lnTo>
                    <a:pt x="141919" y="203149"/>
                  </a:lnTo>
                  <a:lnTo>
                    <a:pt x="142463" y="203120"/>
                  </a:lnTo>
                  <a:lnTo>
                    <a:pt x="142936" y="203095"/>
                  </a:lnTo>
                  <a:lnTo>
                    <a:pt x="143869" y="203353"/>
                  </a:lnTo>
                  <a:lnTo>
                    <a:pt x="143835" y="203493"/>
                  </a:lnTo>
                  <a:lnTo>
                    <a:pt x="144105" y="203447"/>
                  </a:lnTo>
                  <a:lnTo>
                    <a:pt x="144417" y="203468"/>
                  </a:lnTo>
                  <a:lnTo>
                    <a:pt x="144716" y="203368"/>
                  </a:lnTo>
                  <a:lnTo>
                    <a:pt x="145392" y="203354"/>
                  </a:lnTo>
                  <a:lnTo>
                    <a:pt x="145719" y="203435"/>
                  </a:lnTo>
                  <a:lnTo>
                    <a:pt x="146490" y="203628"/>
                  </a:lnTo>
                  <a:lnTo>
                    <a:pt x="146674" y="203674"/>
                  </a:lnTo>
                  <a:lnTo>
                    <a:pt x="147437" y="203761"/>
                  </a:lnTo>
                  <a:lnTo>
                    <a:pt x="147615" y="203756"/>
                  </a:lnTo>
                  <a:lnTo>
                    <a:pt x="147788" y="203724"/>
                  </a:lnTo>
                  <a:lnTo>
                    <a:pt x="147959" y="203490"/>
                  </a:lnTo>
                  <a:lnTo>
                    <a:pt x="148531" y="203338"/>
                  </a:lnTo>
                  <a:lnTo>
                    <a:pt x="148917" y="203132"/>
                  </a:lnTo>
                  <a:lnTo>
                    <a:pt x="149099" y="203060"/>
                  </a:lnTo>
                  <a:lnTo>
                    <a:pt x="149343" y="202998"/>
                  </a:lnTo>
                  <a:lnTo>
                    <a:pt x="149896" y="202956"/>
                  </a:lnTo>
                  <a:lnTo>
                    <a:pt x="150139" y="202948"/>
                  </a:lnTo>
                  <a:lnTo>
                    <a:pt x="150331" y="202942"/>
                  </a:lnTo>
                  <a:lnTo>
                    <a:pt x="150926" y="203057"/>
                  </a:lnTo>
                  <a:lnTo>
                    <a:pt x="152204" y="203311"/>
                  </a:lnTo>
                  <a:lnTo>
                    <a:pt x="152817" y="203428"/>
                  </a:lnTo>
                  <a:lnTo>
                    <a:pt x="153101" y="203415"/>
                  </a:lnTo>
                  <a:lnTo>
                    <a:pt x="153601" y="203309"/>
                  </a:lnTo>
                  <a:lnTo>
                    <a:pt x="153765" y="203124"/>
                  </a:lnTo>
                  <a:lnTo>
                    <a:pt x="153907" y="203018"/>
                  </a:lnTo>
                  <a:lnTo>
                    <a:pt x="154078" y="202955"/>
                  </a:lnTo>
                  <a:lnTo>
                    <a:pt x="154261" y="202929"/>
                  </a:lnTo>
                  <a:lnTo>
                    <a:pt x="154442" y="202959"/>
                  </a:lnTo>
                  <a:lnTo>
                    <a:pt x="154713" y="203061"/>
                  </a:lnTo>
                  <a:lnTo>
                    <a:pt x="154915" y="203138"/>
                  </a:lnTo>
                  <a:lnTo>
                    <a:pt x="155138" y="203196"/>
                  </a:lnTo>
                  <a:lnTo>
                    <a:pt x="156211" y="203327"/>
                  </a:lnTo>
                  <a:lnTo>
                    <a:pt x="156755" y="203369"/>
                  </a:lnTo>
                  <a:lnTo>
                    <a:pt x="157243" y="203437"/>
                  </a:lnTo>
                  <a:lnTo>
                    <a:pt x="157532" y="203478"/>
                  </a:lnTo>
                  <a:lnTo>
                    <a:pt x="157785" y="203449"/>
                  </a:lnTo>
                  <a:lnTo>
                    <a:pt x="157938" y="203399"/>
                  </a:lnTo>
                  <a:lnTo>
                    <a:pt x="158240" y="203222"/>
                  </a:lnTo>
                  <a:lnTo>
                    <a:pt x="158596" y="203014"/>
                  </a:lnTo>
                  <a:lnTo>
                    <a:pt x="159154" y="202865"/>
                  </a:lnTo>
                  <a:lnTo>
                    <a:pt x="159433" y="202691"/>
                  </a:lnTo>
                  <a:lnTo>
                    <a:pt x="159660" y="202550"/>
                  </a:lnTo>
                  <a:lnTo>
                    <a:pt x="160062" y="202351"/>
                  </a:lnTo>
                  <a:lnTo>
                    <a:pt x="161131" y="202324"/>
                  </a:lnTo>
                  <a:lnTo>
                    <a:pt x="161503" y="202521"/>
                  </a:lnTo>
                  <a:lnTo>
                    <a:pt x="161714" y="202653"/>
                  </a:lnTo>
                  <a:lnTo>
                    <a:pt x="161937" y="202716"/>
                  </a:lnTo>
                  <a:lnTo>
                    <a:pt x="162132" y="202723"/>
                  </a:lnTo>
                  <a:lnTo>
                    <a:pt x="162517" y="202677"/>
                  </a:lnTo>
                  <a:lnTo>
                    <a:pt x="162662" y="202697"/>
                  </a:lnTo>
                  <a:lnTo>
                    <a:pt x="163000" y="202870"/>
                  </a:lnTo>
                  <a:lnTo>
                    <a:pt x="163309" y="203073"/>
                  </a:lnTo>
                  <a:lnTo>
                    <a:pt x="163894" y="203213"/>
                  </a:lnTo>
                  <a:lnTo>
                    <a:pt x="164040" y="203169"/>
                  </a:lnTo>
                  <a:lnTo>
                    <a:pt x="164227" y="203114"/>
                  </a:lnTo>
                  <a:lnTo>
                    <a:pt x="164402" y="203063"/>
                  </a:lnTo>
                  <a:lnTo>
                    <a:pt x="164914" y="202830"/>
                  </a:lnTo>
                  <a:lnTo>
                    <a:pt x="165109" y="202690"/>
                  </a:lnTo>
                  <a:lnTo>
                    <a:pt x="166309" y="200880"/>
                  </a:lnTo>
                  <a:lnTo>
                    <a:pt x="166416" y="200677"/>
                  </a:lnTo>
                  <a:lnTo>
                    <a:pt x="166575" y="200375"/>
                  </a:lnTo>
                  <a:lnTo>
                    <a:pt x="166911" y="199739"/>
                  </a:lnTo>
                  <a:lnTo>
                    <a:pt x="167335" y="199207"/>
                  </a:lnTo>
                  <a:lnTo>
                    <a:pt x="167855" y="198787"/>
                  </a:lnTo>
                  <a:lnTo>
                    <a:pt x="168158" y="198542"/>
                  </a:lnTo>
                  <a:lnTo>
                    <a:pt x="168238" y="198398"/>
                  </a:lnTo>
                  <a:lnTo>
                    <a:pt x="168400" y="197898"/>
                  </a:lnTo>
                  <a:lnTo>
                    <a:pt x="168465" y="197698"/>
                  </a:lnTo>
                  <a:lnTo>
                    <a:pt x="168575" y="197360"/>
                  </a:lnTo>
                  <a:lnTo>
                    <a:pt x="168700" y="196551"/>
                  </a:lnTo>
                  <a:lnTo>
                    <a:pt x="168856" y="195885"/>
                  </a:lnTo>
                  <a:lnTo>
                    <a:pt x="169067" y="195601"/>
                  </a:lnTo>
                  <a:lnTo>
                    <a:pt x="169474" y="195061"/>
                  </a:lnTo>
                  <a:lnTo>
                    <a:pt x="169585" y="194844"/>
                  </a:lnTo>
                  <a:lnTo>
                    <a:pt x="169590" y="194669"/>
                  </a:lnTo>
                  <a:lnTo>
                    <a:pt x="169593" y="194516"/>
                  </a:lnTo>
                  <a:lnTo>
                    <a:pt x="169725" y="194257"/>
                  </a:lnTo>
                  <a:lnTo>
                    <a:pt x="170040" y="193986"/>
                  </a:lnTo>
                  <a:lnTo>
                    <a:pt x="170175" y="193841"/>
                  </a:lnTo>
                  <a:lnTo>
                    <a:pt x="170164" y="193520"/>
                  </a:lnTo>
                  <a:lnTo>
                    <a:pt x="170091" y="193248"/>
                  </a:lnTo>
                  <a:lnTo>
                    <a:pt x="170985" y="192475"/>
                  </a:lnTo>
                  <a:lnTo>
                    <a:pt x="171366" y="192161"/>
                  </a:lnTo>
                  <a:lnTo>
                    <a:pt x="171846" y="192101"/>
                  </a:lnTo>
                  <a:lnTo>
                    <a:pt x="172163" y="192061"/>
                  </a:lnTo>
                  <a:lnTo>
                    <a:pt x="172418" y="192143"/>
                  </a:lnTo>
                  <a:lnTo>
                    <a:pt x="172609" y="192268"/>
                  </a:lnTo>
                  <a:lnTo>
                    <a:pt x="172838" y="192299"/>
                  </a:lnTo>
                  <a:lnTo>
                    <a:pt x="173406" y="192188"/>
                  </a:lnTo>
                  <a:lnTo>
                    <a:pt x="173748" y="192109"/>
                  </a:lnTo>
                  <a:lnTo>
                    <a:pt x="173939" y="192087"/>
                  </a:lnTo>
                  <a:lnTo>
                    <a:pt x="174530" y="192141"/>
                  </a:lnTo>
                  <a:lnTo>
                    <a:pt x="174881" y="192011"/>
                  </a:lnTo>
                  <a:lnTo>
                    <a:pt x="175045" y="191868"/>
                  </a:lnTo>
                  <a:lnTo>
                    <a:pt x="175399" y="191758"/>
                  </a:lnTo>
                  <a:lnTo>
                    <a:pt x="176044" y="191908"/>
                  </a:lnTo>
                  <a:lnTo>
                    <a:pt x="176236" y="192006"/>
                  </a:lnTo>
                  <a:lnTo>
                    <a:pt x="176373" y="191998"/>
                  </a:lnTo>
                  <a:lnTo>
                    <a:pt x="176628" y="191863"/>
                  </a:lnTo>
                  <a:lnTo>
                    <a:pt x="176996" y="191473"/>
                  </a:lnTo>
                  <a:lnTo>
                    <a:pt x="177328" y="191173"/>
                  </a:lnTo>
                  <a:lnTo>
                    <a:pt x="177498" y="191132"/>
                  </a:lnTo>
                  <a:lnTo>
                    <a:pt x="177505" y="190903"/>
                  </a:lnTo>
                  <a:lnTo>
                    <a:pt x="177469" y="190735"/>
                  </a:lnTo>
                  <a:lnTo>
                    <a:pt x="177607" y="190333"/>
                  </a:lnTo>
                  <a:lnTo>
                    <a:pt x="177838" y="190185"/>
                  </a:lnTo>
                  <a:lnTo>
                    <a:pt x="178180" y="189596"/>
                  </a:lnTo>
                  <a:lnTo>
                    <a:pt x="178556" y="189506"/>
                  </a:lnTo>
                  <a:lnTo>
                    <a:pt x="178827" y="189308"/>
                  </a:lnTo>
                  <a:lnTo>
                    <a:pt x="178970" y="189248"/>
                  </a:lnTo>
                  <a:lnTo>
                    <a:pt x="179314" y="188907"/>
                  </a:lnTo>
                  <a:lnTo>
                    <a:pt x="179218" y="188646"/>
                  </a:lnTo>
                  <a:lnTo>
                    <a:pt x="179185" y="188490"/>
                  </a:lnTo>
                  <a:lnTo>
                    <a:pt x="179076" y="187980"/>
                  </a:lnTo>
                  <a:lnTo>
                    <a:pt x="179150" y="187608"/>
                  </a:lnTo>
                  <a:lnTo>
                    <a:pt x="179491" y="187464"/>
                  </a:lnTo>
                  <a:lnTo>
                    <a:pt x="179736" y="187428"/>
                  </a:lnTo>
                  <a:lnTo>
                    <a:pt x="180275" y="187497"/>
                  </a:lnTo>
                  <a:lnTo>
                    <a:pt x="180534" y="187108"/>
                  </a:lnTo>
                  <a:lnTo>
                    <a:pt x="180354" y="187081"/>
                  </a:lnTo>
                  <a:lnTo>
                    <a:pt x="180049" y="186869"/>
                  </a:lnTo>
                  <a:lnTo>
                    <a:pt x="180357" y="186279"/>
                  </a:lnTo>
                  <a:lnTo>
                    <a:pt x="180380" y="186085"/>
                  </a:lnTo>
                  <a:lnTo>
                    <a:pt x="180280" y="185575"/>
                  </a:lnTo>
                  <a:lnTo>
                    <a:pt x="180529" y="185441"/>
                  </a:lnTo>
                  <a:lnTo>
                    <a:pt x="180815" y="184950"/>
                  </a:lnTo>
                  <a:lnTo>
                    <a:pt x="180786" y="184604"/>
                  </a:lnTo>
                  <a:lnTo>
                    <a:pt x="181114" y="184397"/>
                  </a:lnTo>
                  <a:lnTo>
                    <a:pt x="181181" y="183983"/>
                  </a:lnTo>
                  <a:lnTo>
                    <a:pt x="181049" y="183631"/>
                  </a:lnTo>
                  <a:lnTo>
                    <a:pt x="180382" y="182760"/>
                  </a:lnTo>
                  <a:lnTo>
                    <a:pt x="180971" y="182208"/>
                  </a:lnTo>
                  <a:lnTo>
                    <a:pt x="181639" y="182747"/>
                  </a:lnTo>
                  <a:lnTo>
                    <a:pt x="181799" y="182814"/>
                  </a:lnTo>
                  <a:lnTo>
                    <a:pt x="182112" y="182863"/>
                  </a:lnTo>
                  <a:lnTo>
                    <a:pt x="182323" y="182869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9106051" y="1512029"/>
              <a:ext cx="183210" cy="182880"/>
            </a:xfrm>
            <a:custGeom>
              <a:avLst/>
              <a:pathLst>
                <a:path w="183210" h="182880">
                  <a:moveTo>
                    <a:pt x="182879" y="182880"/>
                  </a:moveTo>
                  <a:lnTo>
                    <a:pt x="182553" y="182851"/>
                  </a:lnTo>
                  <a:lnTo>
                    <a:pt x="182412" y="182633"/>
                  </a:lnTo>
                  <a:lnTo>
                    <a:pt x="182661" y="182233"/>
                  </a:lnTo>
                  <a:lnTo>
                    <a:pt x="183000" y="182125"/>
                  </a:lnTo>
                  <a:lnTo>
                    <a:pt x="183210" y="182316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9053455" y="1511414"/>
              <a:ext cx="183049" cy="182879"/>
            </a:xfrm>
            <a:custGeom>
              <a:avLst/>
              <a:pathLst>
                <a:path w="183049" h="182879">
                  <a:moveTo>
                    <a:pt x="182879" y="182879"/>
                  </a:moveTo>
                  <a:lnTo>
                    <a:pt x="183049" y="182798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9055034" y="150998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9116059" y="1504282"/>
              <a:ext cx="183097" cy="182995"/>
            </a:xfrm>
            <a:custGeom>
              <a:avLst/>
              <a:pathLst>
                <a:path w="183097" h="182995">
                  <a:moveTo>
                    <a:pt x="182879" y="182880"/>
                  </a:moveTo>
                  <a:lnTo>
                    <a:pt x="182685" y="182995"/>
                  </a:lnTo>
                  <a:lnTo>
                    <a:pt x="182243" y="182261"/>
                  </a:lnTo>
                  <a:lnTo>
                    <a:pt x="182899" y="182116"/>
                  </a:lnTo>
                  <a:lnTo>
                    <a:pt x="183057" y="181951"/>
                  </a:lnTo>
                  <a:lnTo>
                    <a:pt x="183097" y="182140"/>
                  </a:lnTo>
                  <a:lnTo>
                    <a:pt x="183086" y="182303"/>
                  </a:lnTo>
                  <a:lnTo>
                    <a:pt x="183046" y="182499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9118126" y="1503284"/>
              <a:ext cx="184120" cy="185622"/>
            </a:xfrm>
            <a:custGeom>
              <a:avLst/>
              <a:pathLst>
                <a:path w="184120" h="185622">
                  <a:moveTo>
                    <a:pt x="182879" y="182879"/>
                  </a:moveTo>
                  <a:lnTo>
                    <a:pt x="183335" y="182924"/>
                  </a:lnTo>
                  <a:lnTo>
                    <a:pt x="183697" y="183554"/>
                  </a:lnTo>
                  <a:lnTo>
                    <a:pt x="183923" y="184619"/>
                  </a:lnTo>
                  <a:lnTo>
                    <a:pt x="183994" y="185205"/>
                  </a:lnTo>
                  <a:lnTo>
                    <a:pt x="184100" y="185461"/>
                  </a:lnTo>
                  <a:lnTo>
                    <a:pt x="184120" y="185622"/>
                  </a:lnTo>
                  <a:lnTo>
                    <a:pt x="183479" y="185450"/>
                  </a:lnTo>
                  <a:lnTo>
                    <a:pt x="183195" y="185031"/>
                  </a:lnTo>
                  <a:lnTo>
                    <a:pt x="183099" y="184899"/>
                  </a:lnTo>
                  <a:lnTo>
                    <a:pt x="182669" y="184924"/>
                  </a:lnTo>
                  <a:lnTo>
                    <a:pt x="182523" y="184852"/>
                  </a:lnTo>
                  <a:lnTo>
                    <a:pt x="182768" y="184208"/>
                  </a:lnTo>
                  <a:lnTo>
                    <a:pt x="182700" y="184027"/>
                  </a:lnTo>
                  <a:lnTo>
                    <a:pt x="182586" y="183723"/>
                  </a:lnTo>
                  <a:lnTo>
                    <a:pt x="182544" y="183254"/>
                  </a:lnTo>
                  <a:lnTo>
                    <a:pt x="182129" y="182230"/>
                  </a:lnTo>
                  <a:lnTo>
                    <a:pt x="181886" y="182214"/>
                  </a:lnTo>
                  <a:lnTo>
                    <a:pt x="181235" y="181786"/>
                  </a:lnTo>
                  <a:lnTo>
                    <a:pt x="181127" y="181443"/>
                  </a:lnTo>
                  <a:lnTo>
                    <a:pt x="180943" y="181243"/>
                  </a:lnTo>
                  <a:lnTo>
                    <a:pt x="180836" y="180994"/>
                  </a:lnTo>
                  <a:lnTo>
                    <a:pt x="181276" y="180804"/>
                  </a:lnTo>
                  <a:lnTo>
                    <a:pt x="181585" y="180915"/>
                  </a:lnTo>
                  <a:lnTo>
                    <a:pt x="181753" y="181030"/>
                  </a:lnTo>
                  <a:lnTo>
                    <a:pt x="182239" y="181083"/>
                  </a:lnTo>
                  <a:lnTo>
                    <a:pt x="182424" y="181173"/>
                  </a:lnTo>
                  <a:lnTo>
                    <a:pt x="182916" y="182008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9113688" y="1502111"/>
              <a:ext cx="182879" cy="184254"/>
            </a:xfrm>
            <a:custGeom>
              <a:avLst/>
              <a:pathLst>
                <a:path w="182879" h="184254">
                  <a:moveTo>
                    <a:pt x="182879" y="182880"/>
                  </a:moveTo>
                  <a:lnTo>
                    <a:pt x="182830" y="183057"/>
                  </a:lnTo>
                  <a:lnTo>
                    <a:pt x="182877" y="183785"/>
                  </a:lnTo>
                  <a:lnTo>
                    <a:pt x="182862" y="184056"/>
                  </a:lnTo>
                  <a:lnTo>
                    <a:pt x="182452" y="184254"/>
                  </a:lnTo>
                  <a:lnTo>
                    <a:pt x="181560" y="183107"/>
                  </a:lnTo>
                  <a:lnTo>
                    <a:pt x="181705" y="182804"/>
                  </a:lnTo>
                  <a:lnTo>
                    <a:pt x="182074" y="182586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9114417" y="1502324"/>
              <a:ext cx="183298" cy="183260"/>
            </a:xfrm>
            <a:custGeom>
              <a:avLst/>
              <a:pathLst>
                <a:path w="183298" h="183260">
                  <a:moveTo>
                    <a:pt x="182879" y="182879"/>
                  </a:moveTo>
                  <a:lnTo>
                    <a:pt x="182945" y="182566"/>
                  </a:lnTo>
                  <a:lnTo>
                    <a:pt x="183298" y="182853"/>
                  </a:lnTo>
                  <a:lnTo>
                    <a:pt x="183103" y="183260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9114001" y="1494300"/>
              <a:ext cx="183186" cy="182880"/>
            </a:xfrm>
            <a:custGeom>
              <a:avLst/>
              <a:pathLst>
                <a:path w="183186" h="182880">
                  <a:moveTo>
                    <a:pt x="182879" y="182880"/>
                  </a:moveTo>
                  <a:lnTo>
                    <a:pt x="183186" y="182579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9119592" y="1586743"/>
              <a:ext cx="183201" cy="183198"/>
            </a:xfrm>
            <a:custGeom>
              <a:avLst/>
              <a:pathLst>
                <a:path w="183201" h="183198">
                  <a:moveTo>
                    <a:pt x="182879" y="182880"/>
                  </a:moveTo>
                  <a:lnTo>
                    <a:pt x="183098" y="182801"/>
                  </a:lnTo>
                  <a:lnTo>
                    <a:pt x="183201" y="183198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9126423" y="1577622"/>
              <a:ext cx="182879" cy="182879"/>
            </a:xfrm>
            <a:custGeom>
              <a:avLst/>
              <a:pathLst>
                <a:path w="182879" h="182879">
                  <a:moveTo>
                    <a:pt x="182879" y="182879"/>
                  </a:move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9128267" y="1577699"/>
              <a:ext cx="182879" cy="182879"/>
            </a:xfrm>
            <a:custGeom>
              <a:avLst/>
              <a:pathLst>
                <a:path w="182879" h="182879">
                  <a:moveTo>
                    <a:pt x="182879" y="182879"/>
                  </a:moveTo>
                  <a:lnTo>
                    <a:pt x="182427" y="182627"/>
                  </a:lnTo>
                  <a:lnTo>
                    <a:pt x="182669" y="182680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9155922" y="1563117"/>
              <a:ext cx="183291" cy="182880"/>
            </a:xfrm>
            <a:custGeom>
              <a:avLst/>
              <a:pathLst>
                <a:path w="183291" h="182880">
                  <a:moveTo>
                    <a:pt x="182879" y="182880"/>
                  </a:moveTo>
                  <a:lnTo>
                    <a:pt x="183225" y="182261"/>
                  </a:lnTo>
                  <a:lnTo>
                    <a:pt x="183291" y="182598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9183249" y="1561285"/>
              <a:ext cx="183232" cy="183237"/>
            </a:xfrm>
            <a:custGeom>
              <a:avLst/>
              <a:pathLst>
                <a:path w="183232" h="183237">
                  <a:moveTo>
                    <a:pt x="182879" y="182879"/>
                  </a:moveTo>
                  <a:lnTo>
                    <a:pt x="183232" y="182995"/>
                  </a:lnTo>
                  <a:lnTo>
                    <a:pt x="183090" y="183237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9155478" y="1527480"/>
              <a:ext cx="184589" cy="183263"/>
            </a:xfrm>
            <a:custGeom>
              <a:avLst/>
              <a:pathLst>
                <a:path w="184589" h="183263">
                  <a:moveTo>
                    <a:pt x="182879" y="182879"/>
                  </a:moveTo>
                  <a:lnTo>
                    <a:pt x="182473" y="182989"/>
                  </a:lnTo>
                  <a:lnTo>
                    <a:pt x="181990" y="183208"/>
                  </a:lnTo>
                  <a:lnTo>
                    <a:pt x="181818" y="183263"/>
                  </a:lnTo>
                  <a:lnTo>
                    <a:pt x="181637" y="183009"/>
                  </a:lnTo>
                  <a:lnTo>
                    <a:pt x="181941" y="182692"/>
                  </a:lnTo>
                  <a:lnTo>
                    <a:pt x="182640" y="182326"/>
                  </a:lnTo>
                  <a:lnTo>
                    <a:pt x="182916" y="182078"/>
                  </a:lnTo>
                  <a:lnTo>
                    <a:pt x="183346" y="181838"/>
                  </a:lnTo>
                  <a:lnTo>
                    <a:pt x="183522" y="181783"/>
                  </a:lnTo>
                  <a:lnTo>
                    <a:pt x="183844" y="181455"/>
                  </a:lnTo>
                  <a:lnTo>
                    <a:pt x="184556" y="181263"/>
                  </a:lnTo>
                  <a:lnTo>
                    <a:pt x="184589" y="181579"/>
                  </a:lnTo>
                  <a:lnTo>
                    <a:pt x="184476" y="181790"/>
                  </a:lnTo>
                  <a:lnTo>
                    <a:pt x="184400" y="181972"/>
                  </a:lnTo>
                  <a:lnTo>
                    <a:pt x="183652" y="182348"/>
                  </a:lnTo>
                  <a:lnTo>
                    <a:pt x="183327" y="182608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9180348" y="1524696"/>
              <a:ext cx="183888" cy="183537"/>
            </a:xfrm>
            <a:custGeom>
              <a:avLst/>
              <a:pathLst>
                <a:path w="183888" h="183537">
                  <a:moveTo>
                    <a:pt x="182879" y="182880"/>
                  </a:moveTo>
                  <a:lnTo>
                    <a:pt x="183453" y="183291"/>
                  </a:lnTo>
                  <a:lnTo>
                    <a:pt x="183600" y="183324"/>
                  </a:lnTo>
                  <a:lnTo>
                    <a:pt x="183888" y="183533"/>
                  </a:lnTo>
                  <a:lnTo>
                    <a:pt x="183708" y="183537"/>
                  </a:lnTo>
                  <a:lnTo>
                    <a:pt x="183429" y="183497"/>
                  </a:lnTo>
                  <a:lnTo>
                    <a:pt x="183290" y="183476"/>
                  </a:lnTo>
                  <a:lnTo>
                    <a:pt x="182847" y="183458"/>
                  </a:lnTo>
                  <a:lnTo>
                    <a:pt x="182683" y="183459"/>
                  </a:lnTo>
                  <a:lnTo>
                    <a:pt x="182257" y="183083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9151738" y="1522328"/>
              <a:ext cx="183074" cy="182996"/>
            </a:xfrm>
            <a:custGeom>
              <a:avLst/>
              <a:pathLst>
                <a:path w="183074" h="182996">
                  <a:moveTo>
                    <a:pt x="182879" y="182880"/>
                  </a:moveTo>
                  <a:lnTo>
                    <a:pt x="182685" y="182959"/>
                  </a:lnTo>
                  <a:lnTo>
                    <a:pt x="182309" y="182996"/>
                  </a:lnTo>
                  <a:lnTo>
                    <a:pt x="182487" y="182613"/>
                  </a:lnTo>
                  <a:lnTo>
                    <a:pt x="183074" y="182728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9126599" y="1499628"/>
              <a:ext cx="183444" cy="183182"/>
            </a:xfrm>
            <a:custGeom>
              <a:avLst/>
              <a:pathLst>
                <a:path w="183444" h="183182">
                  <a:moveTo>
                    <a:pt x="182879" y="182879"/>
                  </a:moveTo>
                  <a:lnTo>
                    <a:pt x="182882" y="182443"/>
                  </a:lnTo>
                  <a:lnTo>
                    <a:pt x="183290" y="182617"/>
                  </a:lnTo>
                  <a:lnTo>
                    <a:pt x="183444" y="183182"/>
                  </a:lnTo>
                  <a:lnTo>
                    <a:pt x="183065" y="183070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9119547" y="1492636"/>
              <a:ext cx="183575" cy="183541"/>
            </a:xfrm>
            <a:custGeom>
              <a:avLst/>
              <a:pathLst>
                <a:path w="183575" h="183541">
                  <a:moveTo>
                    <a:pt x="182879" y="182879"/>
                  </a:moveTo>
                  <a:lnTo>
                    <a:pt x="183168" y="182933"/>
                  </a:lnTo>
                  <a:lnTo>
                    <a:pt x="183294" y="183077"/>
                  </a:lnTo>
                  <a:lnTo>
                    <a:pt x="183575" y="183356"/>
                  </a:lnTo>
                  <a:lnTo>
                    <a:pt x="183544" y="183487"/>
                  </a:lnTo>
                  <a:lnTo>
                    <a:pt x="183198" y="183512"/>
                  </a:lnTo>
                  <a:lnTo>
                    <a:pt x="182938" y="183519"/>
                  </a:lnTo>
                  <a:lnTo>
                    <a:pt x="182799" y="183496"/>
                  </a:lnTo>
                  <a:lnTo>
                    <a:pt x="182670" y="183462"/>
                  </a:lnTo>
                  <a:lnTo>
                    <a:pt x="182356" y="183434"/>
                  </a:lnTo>
                  <a:lnTo>
                    <a:pt x="181993" y="183541"/>
                  </a:lnTo>
                  <a:lnTo>
                    <a:pt x="181687" y="183259"/>
                  </a:lnTo>
                  <a:lnTo>
                    <a:pt x="181695" y="182787"/>
                  </a:lnTo>
                  <a:lnTo>
                    <a:pt x="181780" y="182333"/>
                  </a:lnTo>
                  <a:lnTo>
                    <a:pt x="181821" y="182043"/>
                  </a:lnTo>
                  <a:lnTo>
                    <a:pt x="181856" y="181798"/>
                  </a:lnTo>
                  <a:lnTo>
                    <a:pt x="182074" y="181619"/>
                  </a:lnTo>
                  <a:lnTo>
                    <a:pt x="182228" y="181973"/>
                  </a:lnTo>
                  <a:lnTo>
                    <a:pt x="182326" y="182246"/>
                  </a:lnTo>
                  <a:lnTo>
                    <a:pt x="182491" y="182931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9121696" y="1486496"/>
              <a:ext cx="183926" cy="183460"/>
            </a:xfrm>
            <a:custGeom>
              <a:avLst/>
              <a:pathLst>
                <a:path w="183926" h="183460">
                  <a:moveTo>
                    <a:pt x="182879" y="182879"/>
                  </a:moveTo>
                  <a:lnTo>
                    <a:pt x="182628" y="183333"/>
                  </a:lnTo>
                  <a:lnTo>
                    <a:pt x="182375" y="183452"/>
                  </a:lnTo>
                  <a:lnTo>
                    <a:pt x="182146" y="183460"/>
                  </a:lnTo>
                  <a:lnTo>
                    <a:pt x="182171" y="183136"/>
                  </a:lnTo>
                  <a:lnTo>
                    <a:pt x="182306" y="183039"/>
                  </a:lnTo>
                  <a:lnTo>
                    <a:pt x="182485" y="182470"/>
                  </a:lnTo>
                  <a:lnTo>
                    <a:pt x="182591" y="182264"/>
                  </a:lnTo>
                  <a:lnTo>
                    <a:pt x="182674" y="182134"/>
                  </a:lnTo>
                  <a:lnTo>
                    <a:pt x="182808" y="182101"/>
                  </a:lnTo>
                  <a:lnTo>
                    <a:pt x="183031" y="182077"/>
                  </a:lnTo>
                  <a:lnTo>
                    <a:pt x="183233" y="182015"/>
                  </a:lnTo>
                  <a:lnTo>
                    <a:pt x="183555" y="181929"/>
                  </a:lnTo>
                  <a:lnTo>
                    <a:pt x="183926" y="182082"/>
                  </a:lnTo>
                  <a:lnTo>
                    <a:pt x="183867" y="182691"/>
                  </a:lnTo>
                  <a:lnTo>
                    <a:pt x="183620" y="182816"/>
                  </a:lnTo>
                  <a:lnTo>
                    <a:pt x="183419" y="182827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9122906" y="1483800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9125736" y="1483474"/>
              <a:ext cx="183158" cy="182880"/>
            </a:xfrm>
            <a:custGeom>
              <a:avLst/>
              <a:pathLst>
                <a:path w="183158" h="182880">
                  <a:moveTo>
                    <a:pt x="182879" y="182880"/>
                  </a:moveTo>
                  <a:lnTo>
                    <a:pt x="183158" y="182729"/>
                  </a:lnTo>
                  <a:lnTo>
                    <a:pt x="182185" y="182604"/>
                  </a:lnTo>
                  <a:lnTo>
                    <a:pt x="182296" y="182431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9126442" y="1482326"/>
              <a:ext cx="182912" cy="182879"/>
            </a:xfrm>
            <a:custGeom>
              <a:avLst/>
              <a:pathLst>
                <a:path w="182912" h="182879">
                  <a:moveTo>
                    <a:pt x="182879" y="182879"/>
                  </a:moveTo>
                  <a:lnTo>
                    <a:pt x="182630" y="182699"/>
                  </a:lnTo>
                  <a:lnTo>
                    <a:pt x="182427" y="182728"/>
                  </a:lnTo>
                  <a:lnTo>
                    <a:pt x="181603" y="182834"/>
                  </a:lnTo>
                  <a:lnTo>
                    <a:pt x="181968" y="182531"/>
                  </a:lnTo>
                  <a:lnTo>
                    <a:pt x="182129" y="182437"/>
                  </a:lnTo>
                  <a:lnTo>
                    <a:pt x="182274" y="182114"/>
                  </a:lnTo>
                  <a:lnTo>
                    <a:pt x="182497" y="182126"/>
                  </a:lnTo>
                  <a:lnTo>
                    <a:pt x="182912" y="182541"/>
                  </a:lnTo>
                  <a:close/>
                </a:path>
              </a:pathLst>
            </a:custGeom>
            <a:solidFill>
              <a:srgbClr val="FAFDC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9149456" y="1803480"/>
              <a:ext cx="208162" cy="234653"/>
            </a:xfrm>
            <a:custGeom>
              <a:avLst/>
              <a:pathLst>
                <a:path w="208162" h="234653">
                  <a:moveTo>
                    <a:pt x="182879" y="182880"/>
                  </a:moveTo>
                  <a:lnTo>
                    <a:pt x="183580" y="183027"/>
                  </a:lnTo>
                  <a:lnTo>
                    <a:pt x="183741" y="183059"/>
                  </a:lnTo>
                  <a:lnTo>
                    <a:pt x="183931" y="183096"/>
                  </a:lnTo>
                  <a:lnTo>
                    <a:pt x="184242" y="183135"/>
                  </a:lnTo>
                  <a:lnTo>
                    <a:pt x="184671" y="183422"/>
                  </a:lnTo>
                  <a:lnTo>
                    <a:pt x="184902" y="183598"/>
                  </a:lnTo>
                  <a:lnTo>
                    <a:pt x="185480" y="183789"/>
                  </a:lnTo>
                  <a:lnTo>
                    <a:pt x="185952" y="184044"/>
                  </a:lnTo>
                  <a:lnTo>
                    <a:pt x="186219" y="184251"/>
                  </a:lnTo>
                  <a:lnTo>
                    <a:pt x="186439" y="184284"/>
                  </a:lnTo>
                  <a:lnTo>
                    <a:pt x="186798" y="184608"/>
                  </a:lnTo>
                  <a:lnTo>
                    <a:pt x="187060" y="184827"/>
                  </a:lnTo>
                  <a:lnTo>
                    <a:pt x="187636" y="185108"/>
                  </a:lnTo>
                  <a:lnTo>
                    <a:pt x="187874" y="185189"/>
                  </a:lnTo>
                  <a:lnTo>
                    <a:pt x="188213" y="185425"/>
                  </a:lnTo>
                  <a:lnTo>
                    <a:pt x="188740" y="185253"/>
                  </a:lnTo>
                  <a:lnTo>
                    <a:pt x="188963" y="185368"/>
                  </a:lnTo>
                  <a:lnTo>
                    <a:pt x="189254" y="185519"/>
                  </a:lnTo>
                  <a:lnTo>
                    <a:pt x="189574" y="185679"/>
                  </a:lnTo>
                  <a:lnTo>
                    <a:pt x="190052" y="185857"/>
                  </a:lnTo>
                  <a:lnTo>
                    <a:pt x="190360" y="185764"/>
                  </a:lnTo>
                  <a:lnTo>
                    <a:pt x="190869" y="185954"/>
                  </a:lnTo>
                  <a:lnTo>
                    <a:pt x="191420" y="186157"/>
                  </a:lnTo>
                  <a:lnTo>
                    <a:pt x="191960" y="186357"/>
                  </a:lnTo>
                  <a:lnTo>
                    <a:pt x="192509" y="186559"/>
                  </a:lnTo>
                  <a:lnTo>
                    <a:pt x="193061" y="186760"/>
                  </a:lnTo>
                  <a:lnTo>
                    <a:pt x="193600" y="186959"/>
                  </a:lnTo>
                  <a:lnTo>
                    <a:pt x="194138" y="187159"/>
                  </a:lnTo>
                  <a:lnTo>
                    <a:pt x="194789" y="187387"/>
                  </a:lnTo>
                  <a:lnTo>
                    <a:pt x="195244" y="187528"/>
                  </a:lnTo>
                  <a:lnTo>
                    <a:pt x="196407" y="187903"/>
                  </a:lnTo>
                  <a:lnTo>
                    <a:pt x="196860" y="188048"/>
                  </a:lnTo>
                  <a:lnTo>
                    <a:pt x="197493" y="188247"/>
                  </a:lnTo>
                  <a:lnTo>
                    <a:pt x="197651" y="188296"/>
                  </a:lnTo>
                  <a:lnTo>
                    <a:pt x="198125" y="188395"/>
                  </a:lnTo>
                  <a:lnTo>
                    <a:pt x="198748" y="188534"/>
                  </a:lnTo>
                  <a:lnTo>
                    <a:pt x="199378" y="188675"/>
                  </a:lnTo>
                  <a:lnTo>
                    <a:pt x="200004" y="188812"/>
                  </a:lnTo>
                  <a:lnTo>
                    <a:pt x="200434" y="188912"/>
                  </a:lnTo>
                  <a:lnTo>
                    <a:pt x="200463" y="189959"/>
                  </a:lnTo>
                  <a:lnTo>
                    <a:pt x="200493" y="191089"/>
                  </a:lnTo>
                  <a:lnTo>
                    <a:pt x="200782" y="191146"/>
                  </a:lnTo>
                  <a:lnTo>
                    <a:pt x="201032" y="191151"/>
                  </a:lnTo>
                  <a:lnTo>
                    <a:pt x="202027" y="191669"/>
                  </a:lnTo>
                  <a:lnTo>
                    <a:pt x="202194" y="191490"/>
                  </a:lnTo>
                  <a:lnTo>
                    <a:pt x="204063" y="193051"/>
                  </a:lnTo>
                  <a:lnTo>
                    <a:pt x="204574" y="193607"/>
                  </a:lnTo>
                  <a:lnTo>
                    <a:pt x="204871" y="194050"/>
                  </a:lnTo>
                  <a:lnTo>
                    <a:pt x="205168" y="194779"/>
                  </a:lnTo>
                  <a:lnTo>
                    <a:pt x="205304" y="195467"/>
                  </a:lnTo>
                  <a:lnTo>
                    <a:pt x="205235" y="196197"/>
                  </a:lnTo>
                  <a:lnTo>
                    <a:pt x="205113" y="196587"/>
                  </a:lnTo>
                  <a:lnTo>
                    <a:pt x="204833" y="196878"/>
                  </a:lnTo>
                  <a:lnTo>
                    <a:pt x="204523" y="196849"/>
                  </a:lnTo>
                  <a:lnTo>
                    <a:pt x="203976" y="197013"/>
                  </a:lnTo>
                  <a:lnTo>
                    <a:pt x="202471" y="197656"/>
                  </a:lnTo>
                  <a:lnTo>
                    <a:pt x="200773" y="198281"/>
                  </a:lnTo>
                  <a:lnTo>
                    <a:pt x="200742" y="198581"/>
                  </a:lnTo>
                  <a:lnTo>
                    <a:pt x="200392" y="202120"/>
                  </a:lnTo>
                  <a:lnTo>
                    <a:pt x="201936" y="202801"/>
                  </a:lnTo>
                  <a:lnTo>
                    <a:pt x="201652" y="204019"/>
                  </a:lnTo>
                  <a:lnTo>
                    <a:pt x="202387" y="204140"/>
                  </a:lnTo>
                  <a:lnTo>
                    <a:pt x="204873" y="204546"/>
                  </a:lnTo>
                  <a:lnTo>
                    <a:pt x="208162" y="205128"/>
                  </a:lnTo>
                  <a:lnTo>
                    <a:pt x="207766" y="206131"/>
                  </a:lnTo>
                  <a:lnTo>
                    <a:pt x="206400" y="205726"/>
                  </a:lnTo>
                  <a:lnTo>
                    <a:pt x="204966" y="205461"/>
                  </a:lnTo>
                  <a:lnTo>
                    <a:pt x="204362" y="205393"/>
                  </a:lnTo>
                  <a:lnTo>
                    <a:pt x="203605" y="205366"/>
                  </a:lnTo>
                  <a:lnTo>
                    <a:pt x="201295" y="205282"/>
                  </a:lnTo>
                  <a:lnTo>
                    <a:pt x="201020" y="205272"/>
                  </a:lnTo>
                  <a:lnTo>
                    <a:pt x="199569" y="205219"/>
                  </a:lnTo>
                  <a:lnTo>
                    <a:pt x="199380" y="205351"/>
                  </a:lnTo>
                  <a:lnTo>
                    <a:pt x="199436" y="206121"/>
                  </a:lnTo>
                  <a:lnTo>
                    <a:pt x="199435" y="206287"/>
                  </a:lnTo>
                  <a:lnTo>
                    <a:pt x="199428" y="207103"/>
                  </a:lnTo>
                  <a:lnTo>
                    <a:pt x="199182" y="207842"/>
                  </a:lnTo>
                  <a:lnTo>
                    <a:pt x="198848" y="208184"/>
                  </a:lnTo>
                  <a:lnTo>
                    <a:pt x="198720" y="208467"/>
                  </a:lnTo>
                  <a:lnTo>
                    <a:pt x="198624" y="208824"/>
                  </a:lnTo>
                  <a:lnTo>
                    <a:pt x="198486" y="208763"/>
                  </a:lnTo>
                  <a:lnTo>
                    <a:pt x="198081" y="208524"/>
                  </a:lnTo>
                  <a:lnTo>
                    <a:pt x="197689" y="208418"/>
                  </a:lnTo>
                  <a:lnTo>
                    <a:pt x="197062" y="208483"/>
                  </a:lnTo>
                  <a:lnTo>
                    <a:pt x="196728" y="208686"/>
                  </a:lnTo>
                  <a:lnTo>
                    <a:pt x="196191" y="209359"/>
                  </a:lnTo>
                  <a:lnTo>
                    <a:pt x="196807" y="210175"/>
                  </a:lnTo>
                  <a:lnTo>
                    <a:pt x="197002" y="210113"/>
                  </a:lnTo>
                  <a:lnTo>
                    <a:pt x="197963" y="211297"/>
                  </a:lnTo>
                  <a:lnTo>
                    <a:pt x="198247" y="211510"/>
                  </a:lnTo>
                  <a:lnTo>
                    <a:pt x="198787" y="211831"/>
                  </a:lnTo>
                  <a:lnTo>
                    <a:pt x="200523" y="213369"/>
                  </a:lnTo>
                  <a:lnTo>
                    <a:pt x="199879" y="214218"/>
                  </a:lnTo>
                  <a:lnTo>
                    <a:pt x="201172" y="216099"/>
                  </a:lnTo>
                  <a:lnTo>
                    <a:pt x="202937" y="219301"/>
                  </a:lnTo>
                  <a:lnTo>
                    <a:pt x="203077" y="219518"/>
                  </a:lnTo>
                  <a:lnTo>
                    <a:pt x="203224" y="219746"/>
                  </a:lnTo>
                  <a:lnTo>
                    <a:pt x="204676" y="223562"/>
                  </a:lnTo>
                  <a:lnTo>
                    <a:pt x="204608" y="225282"/>
                  </a:lnTo>
                  <a:lnTo>
                    <a:pt x="204168" y="225641"/>
                  </a:lnTo>
                  <a:lnTo>
                    <a:pt x="203555" y="225893"/>
                  </a:lnTo>
                  <a:lnTo>
                    <a:pt x="202224" y="226476"/>
                  </a:lnTo>
                  <a:lnTo>
                    <a:pt x="202047" y="226559"/>
                  </a:lnTo>
                  <a:lnTo>
                    <a:pt x="200935" y="227071"/>
                  </a:lnTo>
                  <a:lnTo>
                    <a:pt x="200641" y="227002"/>
                  </a:lnTo>
                  <a:lnTo>
                    <a:pt x="200396" y="227043"/>
                  </a:lnTo>
                  <a:lnTo>
                    <a:pt x="199225" y="227050"/>
                  </a:lnTo>
                  <a:lnTo>
                    <a:pt x="198750" y="227207"/>
                  </a:lnTo>
                  <a:lnTo>
                    <a:pt x="198317" y="227211"/>
                  </a:lnTo>
                  <a:lnTo>
                    <a:pt x="197957" y="227182"/>
                  </a:lnTo>
                  <a:lnTo>
                    <a:pt x="197283" y="227087"/>
                  </a:lnTo>
                  <a:lnTo>
                    <a:pt x="196544" y="227043"/>
                  </a:lnTo>
                  <a:lnTo>
                    <a:pt x="195720" y="226923"/>
                  </a:lnTo>
                  <a:lnTo>
                    <a:pt x="194638" y="226959"/>
                  </a:lnTo>
                  <a:lnTo>
                    <a:pt x="193721" y="226976"/>
                  </a:lnTo>
                  <a:lnTo>
                    <a:pt x="193128" y="227022"/>
                  </a:lnTo>
                  <a:lnTo>
                    <a:pt x="192909" y="227091"/>
                  </a:lnTo>
                  <a:lnTo>
                    <a:pt x="192392" y="227099"/>
                  </a:lnTo>
                  <a:lnTo>
                    <a:pt x="191560" y="227164"/>
                  </a:lnTo>
                  <a:lnTo>
                    <a:pt x="191374" y="227178"/>
                  </a:lnTo>
                  <a:lnTo>
                    <a:pt x="191035" y="227343"/>
                  </a:lnTo>
                  <a:lnTo>
                    <a:pt x="190358" y="227403"/>
                  </a:lnTo>
                  <a:lnTo>
                    <a:pt x="189721" y="227494"/>
                  </a:lnTo>
                  <a:lnTo>
                    <a:pt x="189332" y="227595"/>
                  </a:lnTo>
                  <a:lnTo>
                    <a:pt x="189342" y="227785"/>
                  </a:lnTo>
                  <a:lnTo>
                    <a:pt x="188427" y="228083"/>
                  </a:lnTo>
                  <a:lnTo>
                    <a:pt x="187412" y="228349"/>
                  </a:lnTo>
                  <a:lnTo>
                    <a:pt x="185637" y="228653"/>
                  </a:lnTo>
                  <a:lnTo>
                    <a:pt x="185500" y="228477"/>
                  </a:lnTo>
                  <a:lnTo>
                    <a:pt x="184736" y="228751"/>
                  </a:lnTo>
                  <a:lnTo>
                    <a:pt x="184857" y="229162"/>
                  </a:lnTo>
                  <a:lnTo>
                    <a:pt x="183873" y="229676"/>
                  </a:lnTo>
                  <a:lnTo>
                    <a:pt x="183356" y="229989"/>
                  </a:lnTo>
                  <a:lnTo>
                    <a:pt x="182657" y="230292"/>
                  </a:lnTo>
                  <a:lnTo>
                    <a:pt x="181329" y="230890"/>
                  </a:lnTo>
                  <a:lnTo>
                    <a:pt x="180709" y="231262"/>
                  </a:lnTo>
                  <a:lnTo>
                    <a:pt x="180239" y="231607"/>
                  </a:lnTo>
                  <a:lnTo>
                    <a:pt x="179499" y="232271"/>
                  </a:lnTo>
                  <a:lnTo>
                    <a:pt x="178381" y="233240"/>
                  </a:lnTo>
                  <a:lnTo>
                    <a:pt x="178499" y="233382"/>
                  </a:lnTo>
                  <a:lnTo>
                    <a:pt x="178249" y="233643"/>
                  </a:lnTo>
                  <a:lnTo>
                    <a:pt x="177399" y="234085"/>
                  </a:lnTo>
                  <a:lnTo>
                    <a:pt x="177056" y="234357"/>
                  </a:lnTo>
                  <a:lnTo>
                    <a:pt x="176730" y="234401"/>
                  </a:lnTo>
                  <a:lnTo>
                    <a:pt x="176488" y="234402"/>
                  </a:lnTo>
                  <a:lnTo>
                    <a:pt x="176150" y="234299"/>
                  </a:lnTo>
                  <a:lnTo>
                    <a:pt x="175636" y="234363"/>
                  </a:lnTo>
                  <a:lnTo>
                    <a:pt x="174673" y="234560"/>
                  </a:lnTo>
                  <a:lnTo>
                    <a:pt x="174516" y="234653"/>
                  </a:lnTo>
                  <a:lnTo>
                    <a:pt x="174476" y="234275"/>
                  </a:lnTo>
                  <a:lnTo>
                    <a:pt x="174320" y="233504"/>
                  </a:lnTo>
                  <a:lnTo>
                    <a:pt x="174387" y="233310"/>
                  </a:lnTo>
                  <a:lnTo>
                    <a:pt x="174492" y="232993"/>
                  </a:lnTo>
                  <a:lnTo>
                    <a:pt x="174476" y="232846"/>
                  </a:lnTo>
                  <a:lnTo>
                    <a:pt x="174198" y="232439"/>
                  </a:lnTo>
                  <a:lnTo>
                    <a:pt x="173682" y="231919"/>
                  </a:lnTo>
                  <a:lnTo>
                    <a:pt x="173084" y="231590"/>
                  </a:lnTo>
                  <a:lnTo>
                    <a:pt x="172951" y="231516"/>
                  </a:lnTo>
                  <a:lnTo>
                    <a:pt x="172737" y="231052"/>
                  </a:lnTo>
                  <a:lnTo>
                    <a:pt x="172668" y="230814"/>
                  </a:lnTo>
                  <a:lnTo>
                    <a:pt x="172614" y="230610"/>
                  </a:lnTo>
                  <a:lnTo>
                    <a:pt x="172380" y="230431"/>
                  </a:lnTo>
                  <a:lnTo>
                    <a:pt x="172291" y="230242"/>
                  </a:lnTo>
                  <a:lnTo>
                    <a:pt x="172297" y="230104"/>
                  </a:lnTo>
                  <a:lnTo>
                    <a:pt x="172134" y="229969"/>
                  </a:lnTo>
                  <a:lnTo>
                    <a:pt x="171686" y="229972"/>
                  </a:lnTo>
                  <a:lnTo>
                    <a:pt x="171422" y="230100"/>
                  </a:lnTo>
                  <a:lnTo>
                    <a:pt x="171460" y="230566"/>
                  </a:lnTo>
                  <a:lnTo>
                    <a:pt x="171293" y="230581"/>
                  </a:lnTo>
                  <a:lnTo>
                    <a:pt x="171150" y="230437"/>
                  </a:lnTo>
                  <a:lnTo>
                    <a:pt x="171008" y="230247"/>
                  </a:lnTo>
                  <a:lnTo>
                    <a:pt x="170476" y="230567"/>
                  </a:lnTo>
                  <a:lnTo>
                    <a:pt x="170329" y="230599"/>
                  </a:lnTo>
                  <a:lnTo>
                    <a:pt x="169968" y="230493"/>
                  </a:lnTo>
                  <a:lnTo>
                    <a:pt x="169384" y="230316"/>
                  </a:lnTo>
                  <a:lnTo>
                    <a:pt x="168888" y="230406"/>
                  </a:lnTo>
                  <a:lnTo>
                    <a:pt x="168307" y="230315"/>
                  </a:lnTo>
                  <a:lnTo>
                    <a:pt x="168280" y="229999"/>
                  </a:lnTo>
                  <a:lnTo>
                    <a:pt x="168270" y="229853"/>
                  </a:lnTo>
                  <a:lnTo>
                    <a:pt x="168269" y="229599"/>
                  </a:lnTo>
                  <a:lnTo>
                    <a:pt x="168324" y="229055"/>
                  </a:lnTo>
                  <a:lnTo>
                    <a:pt x="168380" y="228773"/>
                  </a:lnTo>
                  <a:lnTo>
                    <a:pt x="168439" y="228541"/>
                  </a:lnTo>
                  <a:lnTo>
                    <a:pt x="168541" y="228353"/>
                  </a:lnTo>
                  <a:lnTo>
                    <a:pt x="168772" y="228010"/>
                  </a:lnTo>
                  <a:lnTo>
                    <a:pt x="168743" y="227811"/>
                  </a:lnTo>
                  <a:lnTo>
                    <a:pt x="168514" y="227560"/>
                  </a:lnTo>
                  <a:lnTo>
                    <a:pt x="168237" y="227547"/>
                  </a:lnTo>
                  <a:lnTo>
                    <a:pt x="167999" y="227540"/>
                  </a:lnTo>
                  <a:lnTo>
                    <a:pt x="168011" y="227214"/>
                  </a:lnTo>
                  <a:lnTo>
                    <a:pt x="168105" y="227074"/>
                  </a:lnTo>
                  <a:lnTo>
                    <a:pt x="168023" y="226898"/>
                  </a:lnTo>
                  <a:lnTo>
                    <a:pt x="167762" y="226770"/>
                  </a:lnTo>
                  <a:lnTo>
                    <a:pt x="167605" y="226806"/>
                  </a:lnTo>
                  <a:lnTo>
                    <a:pt x="167359" y="226895"/>
                  </a:lnTo>
                  <a:lnTo>
                    <a:pt x="167223" y="226872"/>
                  </a:lnTo>
                  <a:lnTo>
                    <a:pt x="166965" y="226577"/>
                  </a:lnTo>
                  <a:lnTo>
                    <a:pt x="166593" y="226787"/>
                  </a:lnTo>
                  <a:lnTo>
                    <a:pt x="166319" y="226940"/>
                  </a:lnTo>
                  <a:lnTo>
                    <a:pt x="166136" y="226931"/>
                  </a:lnTo>
                  <a:lnTo>
                    <a:pt x="165650" y="226988"/>
                  </a:lnTo>
                  <a:lnTo>
                    <a:pt x="165461" y="227214"/>
                  </a:lnTo>
                  <a:lnTo>
                    <a:pt x="165274" y="227570"/>
                  </a:lnTo>
                  <a:lnTo>
                    <a:pt x="164964" y="227975"/>
                  </a:lnTo>
                  <a:lnTo>
                    <a:pt x="164791" y="228011"/>
                  </a:lnTo>
                  <a:lnTo>
                    <a:pt x="164612" y="227992"/>
                  </a:lnTo>
                  <a:lnTo>
                    <a:pt x="164550" y="228377"/>
                  </a:lnTo>
                  <a:lnTo>
                    <a:pt x="164742" y="228317"/>
                  </a:lnTo>
                  <a:lnTo>
                    <a:pt x="164805" y="228525"/>
                  </a:lnTo>
                  <a:lnTo>
                    <a:pt x="164484" y="228570"/>
                  </a:lnTo>
                  <a:lnTo>
                    <a:pt x="164421" y="228317"/>
                  </a:lnTo>
                  <a:lnTo>
                    <a:pt x="164266" y="228062"/>
                  </a:lnTo>
                  <a:lnTo>
                    <a:pt x="164150" y="227886"/>
                  </a:lnTo>
                  <a:lnTo>
                    <a:pt x="163838" y="227763"/>
                  </a:lnTo>
                  <a:lnTo>
                    <a:pt x="163379" y="227583"/>
                  </a:lnTo>
                  <a:lnTo>
                    <a:pt x="163249" y="227740"/>
                  </a:lnTo>
                  <a:lnTo>
                    <a:pt x="163107" y="227923"/>
                  </a:lnTo>
                  <a:lnTo>
                    <a:pt x="162824" y="228005"/>
                  </a:lnTo>
                  <a:lnTo>
                    <a:pt x="162646" y="228259"/>
                  </a:lnTo>
                  <a:lnTo>
                    <a:pt x="162466" y="228154"/>
                  </a:lnTo>
                  <a:lnTo>
                    <a:pt x="162426" y="227667"/>
                  </a:lnTo>
                  <a:lnTo>
                    <a:pt x="162686" y="227453"/>
                  </a:lnTo>
                  <a:lnTo>
                    <a:pt x="162802" y="227128"/>
                  </a:lnTo>
                  <a:lnTo>
                    <a:pt x="163128" y="226975"/>
                  </a:lnTo>
                  <a:lnTo>
                    <a:pt x="163388" y="226750"/>
                  </a:lnTo>
                  <a:lnTo>
                    <a:pt x="163574" y="226253"/>
                  </a:lnTo>
                  <a:lnTo>
                    <a:pt x="163595" y="226025"/>
                  </a:lnTo>
                  <a:lnTo>
                    <a:pt x="163584" y="225867"/>
                  </a:lnTo>
                  <a:lnTo>
                    <a:pt x="163822" y="225658"/>
                  </a:lnTo>
                  <a:lnTo>
                    <a:pt x="163767" y="225500"/>
                  </a:lnTo>
                  <a:lnTo>
                    <a:pt x="163360" y="225311"/>
                  </a:lnTo>
                  <a:lnTo>
                    <a:pt x="163123" y="224992"/>
                  </a:lnTo>
                  <a:lnTo>
                    <a:pt x="162921" y="224962"/>
                  </a:lnTo>
                  <a:lnTo>
                    <a:pt x="162596" y="224931"/>
                  </a:lnTo>
                  <a:lnTo>
                    <a:pt x="162486" y="224643"/>
                  </a:lnTo>
                  <a:lnTo>
                    <a:pt x="162634" y="224290"/>
                  </a:lnTo>
                  <a:lnTo>
                    <a:pt x="162849" y="224158"/>
                  </a:lnTo>
                  <a:lnTo>
                    <a:pt x="163081" y="223992"/>
                  </a:lnTo>
                  <a:lnTo>
                    <a:pt x="162866" y="223978"/>
                  </a:lnTo>
                  <a:lnTo>
                    <a:pt x="162870" y="223686"/>
                  </a:lnTo>
                  <a:lnTo>
                    <a:pt x="162875" y="223369"/>
                  </a:lnTo>
                  <a:lnTo>
                    <a:pt x="162777" y="222277"/>
                  </a:lnTo>
                  <a:lnTo>
                    <a:pt x="162775" y="221994"/>
                  </a:lnTo>
                  <a:lnTo>
                    <a:pt x="162589" y="221779"/>
                  </a:lnTo>
                  <a:lnTo>
                    <a:pt x="162663" y="221595"/>
                  </a:lnTo>
                  <a:lnTo>
                    <a:pt x="162613" y="221398"/>
                  </a:lnTo>
                  <a:lnTo>
                    <a:pt x="162940" y="220861"/>
                  </a:lnTo>
                  <a:lnTo>
                    <a:pt x="162983" y="220586"/>
                  </a:lnTo>
                  <a:lnTo>
                    <a:pt x="162808" y="220241"/>
                  </a:lnTo>
                  <a:lnTo>
                    <a:pt x="162680" y="219840"/>
                  </a:lnTo>
                  <a:lnTo>
                    <a:pt x="162569" y="219643"/>
                  </a:lnTo>
                  <a:lnTo>
                    <a:pt x="162568" y="219217"/>
                  </a:lnTo>
                  <a:lnTo>
                    <a:pt x="162316" y="218915"/>
                  </a:lnTo>
                  <a:lnTo>
                    <a:pt x="162084" y="218811"/>
                  </a:lnTo>
                  <a:lnTo>
                    <a:pt x="161507" y="218821"/>
                  </a:lnTo>
                  <a:lnTo>
                    <a:pt x="161315" y="218781"/>
                  </a:lnTo>
                  <a:lnTo>
                    <a:pt x="161193" y="218568"/>
                  </a:lnTo>
                  <a:lnTo>
                    <a:pt x="161166" y="218432"/>
                  </a:lnTo>
                  <a:lnTo>
                    <a:pt x="161107" y="218200"/>
                  </a:lnTo>
                  <a:lnTo>
                    <a:pt x="160843" y="218137"/>
                  </a:lnTo>
                  <a:lnTo>
                    <a:pt x="160681" y="218225"/>
                  </a:lnTo>
                  <a:lnTo>
                    <a:pt x="160806" y="218424"/>
                  </a:lnTo>
                  <a:lnTo>
                    <a:pt x="160759" y="218738"/>
                  </a:lnTo>
                  <a:lnTo>
                    <a:pt x="160163" y="218841"/>
                  </a:lnTo>
                  <a:lnTo>
                    <a:pt x="159972" y="219032"/>
                  </a:lnTo>
                  <a:lnTo>
                    <a:pt x="159811" y="219017"/>
                  </a:lnTo>
                  <a:lnTo>
                    <a:pt x="159055" y="218767"/>
                  </a:lnTo>
                  <a:lnTo>
                    <a:pt x="158688" y="218693"/>
                  </a:lnTo>
                  <a:lnTo>
                    <a:pt x="158687" y="218418"/>
                  </a:lnTo>
                  <a:lnTo>
                    <a:pt x="158696" y="218243"/>
                  </a:lnTo>
                  <a:lnTo>
                    <a:pt x="158708" y="217840"/>
                  </a:lnTo>
                  <a:lnTo>
                    <a:pt x="158515" y="217425"/>
                  </a:lnTo>
                  <a:lnTo>
                    <a:pt x="158455" y="216539"/>
                  </a:lnTo>
                  <a:lnTo>
                    <a:pt x="158591" y="216049"/>
                  </a:lnTo>
                  <a:lnTo>
                    <a:pt x="158825" y="215741"/>
                  </a:lnTo>
                  <a:lnTo>
                    <a:pt x="158453" y="215295"/>
                  </a:lnTo>
                  <a:lnTo>
                    <a:pt x="158136" y="215031"/>
                  </a:lnTo>
                  <a:lnTo>
                    <a:pt x="157015" y="214787"/>
                  </a:lnTo>
                  <a:lnTo>
                    <a:pt x="157297" y="213907"/>
                  </a:lnTo>
                  <a:lnTo>
                    <a:pt x="157474" y="213409"/>
                  </a:lnTo>
                  <a:lnTo>
                    <a:pt x="157762" y="213100"/>
                  </a:lnTo>
                  <a:lnTo>
                    <a:pt x="157960" y="213074"/>
                  </a:lnTo>
                  <a:lnTo>
                    <a:pt x="158274" y="213034"/>
                  </a:lnTo>
                  <a:lnTo>
                    <a:pt x="158585" y="213007"/>
                  </a:lnTo>
                  <a:lnTo>
                    <a:pt x="158950" y="213057"/>
                  </a:lnTo>
                  <a:lnTo>
                    <a:pt x="159126" y="213025"/>
                  </a:lnTo>
                  <a:lnTo>
                    <a:pt x="159360" y="212973"/>
                  </a:lnTo>
                  <a:lnTo>
                    <a:pt x="159930" y="212737"/>
                  </a:lnTo>
                  <a:lnTo>
                    <a:pt x="160357" y="212811"/>
                  </a:lnTo>
                  <a:lnTo>
                    <a:pt x="160655" y="212864"/>
                  </a:lnTo>
                  <a:lnTo>
                    <a:pt x="160876" y="212903"/>
                  </a:lnTo>
                  <a:lnTo>
                    <a:pt x="161454" y="213030"/>
                  </a:lnTo>
                  <a:lnTo>
                    <a:pt x="161833" y="213122"/>
                  </a:lnTo>
                  <a:lnTo>
                    <a:pt x="162432" y="213153"/>
                  </a:lnTo>
                  <a:lnTo>
                    <a:pt x="162709" y="213136"/>
                  </a:lnTo>
                  <a:lnTo>
                    <a:pt x="163112" y="213129"/>
                  </a:lnTo>
                  <a:lnTo>
                    <a:pt x="163656" y="213088"/>
                  </a:lnTo>
                  <a:lnTo>
                    <a:pt x="163840" y="212884"/>
                  </a:lnTo>
                  <a:lnTo>
                    <a:pt x="163975" y="212758"/>
                  </a:lnTo>
                  <a:lnTo>
                    <a:pt x="164675" y="212859"/>
                  </a:lnTo>
                  <a:lnTo>
                    <a:pt x="164641" y="212368"/>
                  </a:lnTo>
                  <a:lnTo>
                    <a:pt x="164786" y="212298"/>
                  </a:lnTo>
                  <a:lnTo>
                    <a:pt x="164787" y="212128"/>
                  </a:lnTo>
                  <a:lnTo>
                    <a:pt x="165109" y="212314"/>
                  </a:lnTo>
                  <a:lnTo>
                    <a:pt x="165540" y="212188"/>
                  </a:lnTo>
                  <a:lnTo>
                    <a:pt x="165657" y="212376"/>
                  </a:lnTo>
                  <a:lnTo>
                    <a:pt x="165809" y="212352"/>
                  </a:lnTo>
                  <a:lnTo>
                    <a:pt x="166173" y="211718"/>
                  </a:lnTo>
                  <a:lnTo>
                    <a:pt x="166144" y="211479"/>
                  </a:lnTo>
                  <a:lnTo>
                    <a:pt x="165980" y="210997"/>
                  </a:lnTo>
                  <a:lnTo>
                    <a:pt x="165890" y="210794"/>
                  </a:lnTo>
                  <a:lnTo>
                    <a:pt x="165817" y="210623"/>
                  </a:lnTo>
                  <a:lnTo>
                    <a:pt x="165964" y="210344"/>
                  </a:lnTo>
                  <a:lnTo>
                    <a:pt x="165826" y="210092"/>
                  </a:lnTo>
                  <a:lnTo>
                    <a:pt x="165772" y="209853"/>
                  </a:lnTo>
                  <a:lnTo>
                    <a:pt x="165630" y="209093"/>
                  </a:lnTo>
                  <a:lnTo>
                    <a:pt x="165576" y="208758"/>
                  </a:lnTo>
                  <a:lnTo>
                    <a:pt x="165622" y="208425"/>
                  </a:lnTo>
                  <a:lnTo>
                    <a:pt x="165590" y="208007"/>
                  </a:lnTo>
                  <a:lnTo>
                    <a:pt x="165605" y="207813"/>
                  </a:lnTo>
                  <a:lnTo>
                    <a:pt x="165497" y="207677"/>
                  </a:lnTo>
                  <a:lnTo>
                    <a:pt x="165497" y="207431"/>
                  </a:lnTo>
                  <a:lnTo>
                    <a:pt x="165641" y="206627"/>
                  </a:lnTo>
                  <a:lnTo>
                    <a:pt x="166364" y="206081"/>
                  </a:lnTo>
                  <a:lnTo>
                    <a:pt x="166715" y="205466"/>
                  </a:lnTo>
                  <a:lnTo>
                    <a:pt x="166900" y="205642"/>
                  </a:lnTo>
                  <a:lnTo>
                    <a:pt x="167371" y="206278"/>
                  </a:lnTo>
                  <a:lnTo>
                    <a:pt x="167551" y="206052"/>
                  </a:lnTo>
                  <a:lnTo>
                    <a:pt x="167836" y="205759"/>
                  </a:lnTo>
                  <a:lnTo>
                    <a:pt x="168048" y="205760"/>
                  </a:lnTo>
                  <a:lnTo>
                    <a:pt x="168502" y="205981"/>
                  </a:lnTo>
                  <a:lnTo>
                    <a:pt x="168783" y="206192"/>
                  </a:lnTo>
                  <a:lnTo>
                    <a:pt x="169017" y="206288"/>
                  </a:lnTo>
                  <a:lnTo>
                    <a:pt x="169512" y="206116"/>
                  </a:lnTo>
                  <a:lnTo>
                    <a:pt x="169545" y="205684"/>
                  </a:lnTo>
                  <a:lnTo>
                    <a:pt x="169347" y="205363"/>
                  </a:lnTo>
                  <a:lnTo>
                    <a:pt x="169327" y="205072"/>
                  </a:lnTo>
                  <a:lnTo>
                    <a:pt x="169217" y="204907"/>
                  </a:lnTo>
                  <a:lnTo>
                    <a:pt x="168959" y="204631"/>
                  </a:lnTo>
                  <a:lnTo>
                    <a:pt x="168811" y="204926"/>
                  </a:lnTo>
                  <a:lnTo>
                    <a:pt x="168572" y="204962"/>
                  </a:lnTo>
                  <a:lnTo>
                    <a:pt x="168404" y="204898"/>
                  </a:lnTo>
                  <a:lnTo>
                    <a:pt x="168411" y="204652"/>
                  </a:lnTo>
                  <a:lnTo>
                    <a:pt x="168329" y="204245"/>
                  </a:lnTo>
                  <a:lnTo>
                    <a:pt x="168415" y="203988"/>
                  </a:lnTo>
                  <a:lnTo>
                    <a:pt x="168575" y="203792"/>
                  </a:lnTo>
                  <a:lnTo>
                    <a:pt x="168513" y="203538"/>
                  </a:lnTo>
                  <a:lnTo>
                    <a:pt x="168446" y="203189"/>
                  </a:lnTo>
                  <a:lnTo>
                    <a:pt x="168094" y="202978"/>
                  </a:lnTo>
                  <a:lnTo>
                    <a:pt x="167896" y="202944"/>
                  </a:lnTo>
                  <a:lnTo>
                    <a:pt x="167988" y="202736"/>
                  </a:lnTo>
                  <a:lnTo>
                    <a:pt x="167665" y="202617"/>
                  </a:lnTo>
                  <a:lnTo>
                    <a:pt x="167477" y="202189"/>
                  </a:lnTo>
                  <a:lnTo>
                    <a:pt x="167703" y="201898"/>
                  </a:lnTo>
                  <a:lnTo>
                    <a:pt x="167739" y="201460"/>
                  </a:lnTo>
                  <a:lnTo>
                    <a:pt x="168208" y="201350"/>
                  </a:lnTo>
                  <a:lnTo>
                    <a:pt x="168765" y="201129"/>
                  </a:lnTo>
                  <a:lnTo>
                    <a:pt x="169234" y="200845"/>
                  </a:lnTo>
                  <a:lnTo>
                    <a:pt x="169086" y="200516"/>
                  </a:lnTo>
                  <a:lnTo>
                    <a:pt x="169281" y="200111"/>
                  </a:lnTo>
                  <a:lnTo>
                    <a:pt x="169435" y="199911"/>
                  </a:lnTo>
                  <a:lnTo>
                    <a:pt x="169606" y="199676"/>
                  </a:lnTo>
                  <a:lnTo>
                    <a:pt x="169219" y="199433"/>
                  </a:lnTo>
                  <a:lnTo>
                    <a:pt x="169196" y="199178"/>
                  </a:lnTo>
                  <a:lnTo>
                    <a:pt x="169754" y="198960"/>
                  </a:lnTo>
                  <a:lnTo>
                    <a:pt x="169900" y="198897"/>
                  </a:lnTo>
                  <a:lnTo>
                    <a:pt x="169179" y="198116"/>
                  </a:lnTo>
                  <a:lnTo>
                    <a:pt x="169765" y="197822"/>
                  </a:lnTo>
                  <a:lnTo>
                    <a:pt x="170062" y="197850"/>
                  </a:lnTo>
                  <a:lnTo>
                    <a:pt x="170360" y="197809"/>
                  </a:lnTo>
                  <a:lnTo>
                    <a:pt x="170520" y="197737"/>
                  </a:lnTo>
                  <a:lnTo>
                    <a:pt x="170650" y="197677"/>
                  </a:lnTo>
                  <a:lnTo>
                    <a:pt x="170778" y="197457"/>
                  </a:lnTo>
                  <a:lnTo>
                    <a:pt x="170816" y="197309"/>
                  </a:lnTo>
                  <a:lnTo>
                    <a:pt x="170995" y="197098"/>
                  </a:lnTo>
                  <a:lnTo>
                    <a:pt x="171338" y="196913"/>
                  </a:lnTo>
                  <a:lnTo>
                    <a:pt x="171830" y="196482"/>
                  </a:lnTo>
                  <a:lnTo>
                    <a:pt x="172017" y="196541"/>
                  </a:lnTo>
                  <a:lnTo>
                    <a:pt x="172213" y="196562"/>
                  </a:lnTo>
                  <a:lnTo>
                    <a:pt x="172505" y="196512"/>
                  </a:lnTo>
                  <a:lnTo>
                    <a:pt x="172645" y="196213"/>
                  </a:lnTo>
                  <a:lnTo>
                    <a:pt x="172820" y="195961"/>
                  </a:lnTo>
                  <a:lnTo>
                    <a:pt x="172995" y="195762"/>
                  </a:lnTo>
                  <a:lnTo>
                    <a:pt x="173211" y="195692"/>
                  </a:lnTo>
                  <a:lnTo>
                    <a:pt x="173273" y="196060"/>
                  </a:lnTo>
                  <a:lnTo>
                    <a:pt x="173321" y="196262"/>
                  </a:lnTo>
                  <a:lnTo>
                    <a:pt x="173445" y="196482"/>
                  </a:lnTo>
                  <a:lnTo>
                    <a:pt x="174074" y="196286"/>
                  </a:lnTo>
                  <a:lnTo>
                    <a:pt x="174302" y="196092"/>
                  </a:lnTo>
                  <a:lnTo>
                    <a:pt x="174846" y="195870"/>
                  </a:lnTo>
                  <a:lnTo>
                    <a:pt x="175006" y="195871"/>
                  </a:lnTo>
                  <a:lnTo>
                    <a:pt x="175257" y="195920"/>
                  </a:lnTo>
                  <a:lnTo>
                    <a:pt x="175481" y="195855"/>
                  </a:lnTo>
                  <a:lnTo>
                    <a:pt x="175623" y="195795"/>
                  </a:lnTo>
                  <a:lnTo>
                    <a:pt x="175789" y="195245"/>
                  </a:lnTo>
                  <a:lnTo>
                    <a:pt x="175941" y="195121"/>
                  </a:lnTo>
                  <a:lnTo>
                    <a:pt x="176309" y="195330"/>
                  </a:lnTo>
                  <a:lnTo>
                    <a:pt x="176609" y="195386"/>
                  </a:lnTo>
                  <a:lnTo>
                    <a:pt x="176741" y="195372"/>
                  </a:lnTo>
                  <a:lnTo>
                    <a:pt x="176995" y="195142"/>
                  </a:lnTo>
                  <a:lnTo>
                    <a:pt x="177672" y="194618"/>
                  </a:lnTo>
                  <a:lnTo>
                    <a:pt x="177865" y="194452"/>
                  </a:lnTo>
                  <a:lnTo>
                    <a:pt x="178379" y="194014"/>
                  </a:lnTo>
                  <a:lnTo>
                    <a:pt x="178628" y="193808"/>
                  </a:lnTo>
                  <a:lnTo>
                    <a:pt x="178998" y="193504"/>
                  </a:lnTo>
                  <a:lnTo>
                    <a:pt x="179207" y="193337"/>
                  </a:lnTo>
                  <a:lnTo>
                    <a:pt x="178982" y="192863"/>
                  </a:lnTo>
                  <a:lnTo>
                    <a:pt x="177653" y="191987"/>
                  </a:lnTo>
                  <a:lnTo>
                    <a:pt x="177425" y="191837"/>
                  </a:lnTo>
                  <a:lnTo>
                    <a:pt x="177206" y="191693"/>
                  </a:lnTo>
                  <a:lnTo>
                    <a:pt x="177041" y="191588"/>
                  </a:lnTo>
                  <a:lnTo>
                    <a:pt x="176811" y="191454"/>
                  </a:lnTo>
                  <a:lnTo>
                    <a:pt x="176386" y="190968"/>
                  </a:lnTo>
                  <a:lnTo>
                    <a:pt x="176258" y="190807"/>
                  </a:lnTo>
                  <a:lnTo>
                    <a:pt x="175765" y="190204"/>
                  </a:lnTo>
                  <a:lnTo>
                    <a:pt x="175413" y="189775"/>
                  </a:lnTo>
                  <a:lnTo>
                    <a:pt x="175287" y="189617"/>
                  </a:lnTo>
                  <a:lnTo>
                    <a:pt x="175150" y="189446"/>
                  </a:lnTo>
                  <a:lnTo>
                    <a:pt x="174987" y="189242"/>
                  </a:lnTo>
                  <a:lnTo>
                    <a:pt x="174376" y="188495"/>
                  </a:lnTo>
                  <a:lnTo>
                    <a:pt x="173787" y="187881"/>
                  </a:lnTo>
                  <a:lnTo>
                    <a:pt x="173252" y="187379"/>
                  </a:lnTo>
                  <a:lnTo>
                    <a:pt x="172969" y="187164"/>
                  </a:lnTo>
                  <a:lnTo>
                    <a:pt x="172695" y="186957"/>
                  </a:lnTo>
                  <a:lnTo>
                    <a:pt x="172379" y="186720"/>
                  </a:lnTo>
                  <a:lnTo>
                    <a:pt x="171950" y="186400"/>
                  </a:lnTo>
                  <a:lnTo>
                    <a:pt x="171599" y="186140"/>
                  </a:lnTo>
                  <a:lnTo>
                    <a:pt x="171412" y="186002"/>
                  </a:lnTo>
                  <a:lnTo>
                    <a:pt x="170881" y="185652"/>
                  </a:lnTo>
                  <a:lnTo>
                    <a:pt x="170474" y="185338"/>
                  </a:lnTo>
                  <a:lnTo>
                    <a:pt x="170331" y="185199"/>
                  </a:lnTo>
                  <a:lnTo>
                    <a:pt x="170134" y="185049"/>
                  </a:lnTo>
                  <a:lnTo>
                    <a:pt x="169586" y="184643"/>
                  </a:lnTo>
                  <a:lnTo>
                    <a:pt x="169051" y="184248"/>
                  </a:lnTo>
                  <a:lnTo>
                    <a:pt x="168667" y="183965"/>
                  </a:lnTo>
                  <a:lnTo>
                    <a:pt x="168286" y="183656"/>
                  </a:lnTo>
                  <a:lnTo>
                    <a:pt x="167768" y="183131"/>
                  </a:lnTo>
                  <a:lnTo>
                    <a:pt x="167604" y="182969"/>
                  </a:lnTo>
                  <a:lnTo>
                    <a:pt x="167438" y="182812"/>
                  </a:lnTo>
                  <a:lnTo>
                    <a:pt x="167676" y="182354"/>
                  </a:lnTo>
                  <a:lnTo>
                    <a:pt x="168543" y="181732"/>
                  </a:lnTo>
                  <a:lnTo>
                    <a:pt x="168737" y="181592"/>
                  </a:lnTo>
                  <a:lnTo>
                    <a:pt x="169193" y="181225"/>
                  </a:lnTo>
                  <a:lnTo>
                    <a:pt x="169478" y="180942"/>
                  </a:lnTo>
                  <a:lnTo>
                    <a:pt x="169915" y="180478"/>
                  </a:lnTo>
                  <a:lnTo>
                    <a:pt x="170235" y="180135"/>
                  </a:lnTo>
                  <a:lnTo>
                    <a:pt x="170503" y="179896"/>
                  </a:lnTo>
                  <a:lnTo>
                    <a:pt x="170658" y="179795"/>
                  </a:lnTo>
                  <a:lnTo>
                    <a:pt x="171105" y="179495"/>
                  </a:lnTo>
                  <a:lnTo>
                    <a:pt x="171388" y="179306"/>
                  </a:lnTo>
                  <a:lnTo>
                    <a:pt x="171538" y="179203"/>
                  </a:lnTo>
                  <a:lnTo>
                    <a:pt x="171783" y="179042"/>
                  </a:lnTo>
                  <a:lnTo>
                    <a:pt x="172414" y="178630"/>
                  </a:lnTo>
                  <a:lnTo>
                    <a:pt x="172585" y="178552"/>
                  </a:lnTo>
                  <a:lnTo>
                    <a:pt x="173346" y="178236"/>
                  </a:lnTo>
                  <a:lnTo>
                    <a:pt x="173643" y="178112"/>
                  </a:lnTo>
                  <a:lnTo>
                    <a:pt x="174842" y="177612"/>
                  </a:lnTo>
                  <a:lnTo>
                    <a:pt x="175060" y="177526"/>
                  </a:lnTo>
                  <a:lnTo>
                    <a:pt x="175496" y="177402"/>
                  </a:lnTo>
                  <a:lnTo>
                    <a:pt x="176022" y="177435"/>
                  </a:lnTo>
                  <a:lnTo>
                    <a:pt x="176414" y="177584"/>
                  </a:lnTo>
                  <a:lnTo>
                    <a:pt x="176982" y="177802"/>
                  </a:lnTo>
                  <a:lnTo>
                    <a:pt x="177206" y="177888"/>
                  </a:lnTo>
                  <a:lnTo>
                    <a:pt x="177988" y="178189"/>
                  </a:lnTo>
                  <a:lnTo>
                    <a:pt x="178918" y="178567"/>
                  </a:lnTo>
                  <a:lnTo>
                    <a:pt x="179478" y="179381"/>
                  </a:lnTo>
                  <a:lnTo>
                    <a:pt x="179651" y="179645"/>
                  </a:lnTo>
                  <a:lnTo>
                    <a:pt x="179851" y="179910"/>
                  </a:lnTo>
                  <a:lnTo>
                    <a:pt x="180126" y="180269"/>
                  </a:lnTo>
                  <a:lnTo>
                    <a:pt x="180433" y="180508"/>
                  </a:lnTo>
                  <a:lnTo>
                    <a:pt x="180554" y="180714"/>
                  </a:lnTo>
                  <a:lnTo>
                    <a:pt x="180417" y="181059"/>
                  </a:lnTo>
                  <a:lnTo>
                    <a:pt x="180655" y="181513"/>
                  </a:lnTo>
                  <a:lnTo>
                    <a:pt x="181488" y="182368"/>
                  </a:lnTo>
                  <a:lnTo>
                    <a:pt x="182257" y="182745"/>
                  </a:lnTo>
                  <a:close/>
                </a:path>
              </a:pathLst>
            </a:custGeom>
            <a:solidFill>
              <a:srgbClr val="E0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8836879" y="1368991"/>
              <a:ext cx="200721" cy="479626"/>
            </a:xfrm>
            <a:custGeom>
              <a:avLst/>
              <a:pathLst>
                <a:path w="200721" h="479626">
                  <a:moveTo>
                    <a:pt x="182879" y="182880"/>
                  </a:moveTo>
                  <a:lnTo>
                    <a:pt x="183318" y="183281"/>
                  </a:lnTo>
                  <a:lnTo>
                    <a:pt x="183409" y="183541"/>
                  </a:lnTo>
                  <a:lnTo>
                    <a:pt x="183808" y="184441"/>
                  </a:lnTo>
                  <a:lnTo>
                    <a:pt x="183951" y="184729"/>
                  </a:lnTo>
                  <a:lnTo>
                    <a:pt x="184076" y="185022"/>
                  </a:lnTo>
                  <a:lnTo>
                    <a:pt x="184645" y="185874"/>
                  </a:lnTo>
                  <a:lnTo>
                    <a:pt x="185104" y="186521"/>
                  </a:lnTo>
                  <a:lnTo>
                    <a:pt x="185343" y="187449"/>
                  </a:lnTo>
                  <a:lnTo>
                    <a:pt x="185612" y="187703"/>
                  </a:lnTo>
                  <a:lnTo>
                    <a:pt x="185791" y="187891"/>
                  </a:lnTo>
                  <a:lnTo>
                    <a:pt x="185897" y="188027"/>
                  </a:lnTo>
                  <a:lnTo>
                    <a:pt x="186033" y="188271"/>
                  </a:lnTo>
                  <a:lnTo>
                    <a:pt x="186416" y="188464"/>
                  </a:lnTo>
                  <a:lnTo>
                    <a:pt x="186997" y="188543"/>
                  </a:lnTo>
                  <a:lnTo>
                    <a:pt x="187252" y="188488"/>
                  </a:lnTo>
                  <a:lnTo>
                    <a:pt x="187589" y="188228"/>
                  </a:lnTo>
                  <a:lnTo>
                    <a:pt x="187890" y="188450"/>
                  </a:lnTo>
                  <a:lnTo>
                    <a:pt x="187961" y="188607"/>
                  </a:lnTo>
                  <a:lnTo>
                    <a:pt x="188176" y="188879"/>
                  </a:lnTo>
                  <a:lnTo>
                    <a:pt x="188376" y="188939"/>
                  </a:lnTo>
                  <a:lnTo>
                    <a:pt x="188519" y="189039"/>
                  </a:lnTo>
                  <a:lnTo>
                    <a:pt x="188603" y="189663"/>
                  </a:lnTo>
                  <a:lnTo>
                    <a:pt x="188195" y="190045"/>
                  </a:lnTo>
                  <a:lnTo>
                    <a:pt x="188149" y="190818"/>
                  </a:lnTo>
                  <a:lnTo>
                    <a:pt x="188201" y="191137"/>
                  </a:lnTo>
                  <a:lnTo>
                    <a:pt x="188376" y="191197"/>
                  </a:lnTo>
                  <a:lnTo>
                    <a:pt x="188854" y="191217"/>
                  </a:lnTo>
                  <a:lnTo>
                    <a:pt x="188992" y="191375"/>
                  </a:lnTo>
                  <a:lnTo>
                    <a:pt x="189077" y="191927"/>
                  </a:lnTo>
                  <a:lnTo>
                    <a:pt x="188792" y="192232"/>
                  </a:lnTo>
                  <a:lnTo>
                    <a:pt x="188666" y="192634"/>
                  </a:lnTo>
                  <a:lnTo>
                    <a:pt x="188655" y="192852"/>
                  </a:lnTo>
                  <a:lnTo>
                    <a:pt x="188640" y="193119"/>
                  </a:lnTo>
                  <a:lnTo>
                    <a:pt x="188475" y="193928"/>
                  </a:lnTo>
                  <a:lnTo>
                    <a:pt x="188282" y="194083"/>
                  </a:lnTo>
                  <a:lnTo>
                    <a:pt x="188122" y="194287"/>
                  </a:lnTo>
                  <a:lnTo>
                    <a:pt x="187833" y="194932"/>
                  </a:lnTo>
                  <a:lnTo>
                    <a:pt x="188177" y="195703"/>
                  </a:lnTo>
                  <a:lnTo>
                    <a:pt x="188567" y="195773"/>
                  </a:lnTo>
                  <a:lnTo>
                    <a:pt x="188699" y="196098"/>
                  </a:lnTo>
                  <a:lnTo>
                    <a:pt x="189161" y="196240"/>
                  </a:lnTo>
                  <a:lnTo>
                    <a:pt x="189005" y="197827"/>
                  </a:lnTo>
                  <a:lnTo>
                    <a:pt x="189011" y="198127"/>
                  </a:lnTo>
                  <a:lnTo>
                    <a:pt x="189053" y="198368"/>
                  </a:lnTo>
                  <a:lnTo>
                    <a:pt x="189280" y="198851"/>
                  </a:lnTo>
                  <a:lnTo>
                    <a:pt x="189400" y="199175"/>
                  </a:lnTo>
                  <a:lnTo>
                    <a:pt x="189476" y="200099"/>
                  </a:lnTo>
                  <a:lnTo>
                    <a:pt x="189980" y="200260"/>
                  </a:lnTo>
                  <a:lnTo>
                    <a:pt x="190983" y="200115"/>
                  </a:lnTo>
                  <a:lnTo>
                    <a:pt x="191327" y="200114"/>
                  </a:lnTo>
                  <a:lnTo>
                    <a:pt x="191590" y="200130"/>
                  </a:lnTo>
                  <a:lnTo>
                    <a:pt x="191817" y="200240"/>
                  </a:lnTo>
                  <a:lnTo>
                    <a:pt x="192079" y="200355"/>
                  </a:lnTo>
                  <a:lnTo>
                    <a:pt x="192446" y="200288"/>
                  </a:lnTo>
                  <a:lnTo>
                    <a:pt x="192794" y="200753"/>
                  </a:lnTo>
                  <a:lnTo>
                    <a:pt x="193049" y="200877"/>
                  </a:lnTo>
                  <a:lnTo>
                    <a:pt x="193564" y="200909"/>
                  </a:lnTo>
                  <a:lnTo>
                    <a:pt x="193842" y="200445"/>
                  </a:lnTo>
                  <a:lnTo>
                    <a:pt x="194399" y="200115"/>
                  </a:lnTo>
                  <a:lnTo>
                    <a:pt x="195272" y="199972"/>
                  </a:lnTo>
                  <a:lnTo>
                    <a:pt x="195724" y="199942"/>
                  </a:lnTo>
                  <a:lnTo>
                    <a:pt x="196112" y="200357"/>
                  </a:lnTo>
                  <a:lnTo>
                    <a:pt x="196448" y="200794"/>
                  </a:lnTo>
                  <a:lnTo>
                    <a:pt x="196598" y="201084"/>
                  </a:lnTo>
                  <a:lnTo>
                    <a:pt x="196901" y="201216"/>
                  </a:lnTo>
                  <a:lnTo>
                    <a:pt x="197618" y="201045"/>
                  </a:lnTo>
                  <a:lnTo>
                    <a:pt x="197756" y="200960"/>
                  </a:lnTo>
                  <a:lnTo>
                    <a:pt x="198696" y="200967"/>
                  </a:lnTo>
                  <a:lnTo>
                    <a:pt x="198928" y="201138"/>
                  </a:lnTo>
                  <a:lnTo>
                    <a:pt x="199144" y="201265"/>
                  </a:lnTo>
                  <a:lnTo>
                    <a:pt x="199129" y="201588"/>
                  </a:lnTo>
                  <a:lnTo>
                    <a:pt x="198772" y="202013"/>
                  </a:lnTo>
                  <a:lnTo>
                    <a:pt x="198803" y="202225"/>
                  </a:lnTo>
                  <a:lnTo>
                    <a:pt x="198846" y="202409"/>
                  </a:lnTo>
                  <a:lnTo>
                    <a:pt x="198816" y="202574"/>
                  </a:lnTo>
                  <a:lnTo>
                    <a:pt x="198622" y="203041"/>
                  </a:lnTo>
                  <a:lnTo>
                    <a:pt x="198437" y="203238"/>
                  </a:lnTo>
                  <a:lnTo>
                    <a:pt x="197907" y="203563"/>
                  </a:lnTo>
                  <a:lnTo>
                    <a:pt x="197720" y="204053"/>
                  </a:lnTo>
                  <a:lnTo>
                    <a:pt x="197407" y="204632"/>
                  </a:lnTo>
                  <a:lnTo>
                    <a:pt x="196926" y="204913"/>
                  </a:lnTo>
                  <a:lnTo>
                    <a:pt x="196331" y="205234"/>
                  </a:lnTo>
                  <a:lnTo>
                    <a:pt x="195879" y="205514"/>
                  </a:lnTo>
                  <a:lnTo>
                    <a:pt x="195308" y="205629"/>
                  </a:lnTo>
                  <a:lnTo>
                    <a:pt x="194889" y="205733"/>
                  </a:lnTo>
                  <a:lnTo>
                    <a:pt x="194367" y="205997"/>
                  </a:lnTo>
                  <a:lnTo>
                    <a:pt x="193989" y="206125"/>
                  </a:lnTo>
                  <a:lnTo>
                    <a:pt x="192935" y="206309"/>
                  </a:lnTo>
                  <a:lnTo>
                    <a:pt x="192595" y="206107"/>
                  </a:lnTo>
                  <a:lnTo>
                    <a:pt x="192399" y="206012"/>
                  </a:lnTo>
                  <a:lnTo>
                    <a:pt x="191983" y="205855"/>
                  </a:lnTo>
                  <a:lnTo>
                    <a:pt x="191584" y="205859"/>
                  </a:lnTo>
                  <a:lnTo>
                    <a:pt x="191154" y="205978"/>
                  </a:lnTo>
                  <a:lnTo>
                    <a:pt x="190831" y="206191"/>
                  </a:lnTo>
                  <a:lnTo>
                    <a:pt x="189734" y="206457"/>
                  </a:lnTo>
                  <a:lnTo>
                    <a:pt x="189653" y="206589"/>
                  </a:lnTo>
                  <a:lnTo>
                    <a:pt x="189351" y="206826"/>
                  </a:lnTo>
                  <a:lnTo>
                    <a:pt x="189138" y="206746"/>
                  </a:lnTo>
                  <a:lnTo>
                    <a:pt x="188938" y="206711"/>
                  </a:lnTo>
                  <a:lnTo>
                    <a:pt x="188454" y="207013"/>
                  </a:lnTo>
                  <a:lnTo>
                    <a:pt x="188198" y="207016"/>
                  </a:lnTo>
                  <a:lnTo>
                    <a:pt x="187859" y="206947"/>
                  </a:lnTo>
                  <a:lnTo>
                    <a:pt x="187785" y="206558"/>
                  </a:lnTo>
                  <a:lnTo>
                    <a:pt x="187361" y="206675"/>
                  </a:lnTo>
                  <a:lnTo>
                    <a:pt x="187231" y="206866"/>
                  </a:lnTo>
                  <a:lnTo>
                    <a:pt x="186683" y="207376"/>
                  </a:lnTo>
                  <a:lnTo>
                    <a:pt x="186525" y="207452"/>
                  </a:lnTo>
                  <a:lnTo>
                    <a:pt x="186350" y="207525"/>
                  </a:lnTo>
                  <a:lnTo>
                    <a:pt x="186197" y="207586"/>
                  </a:lnTo>
                  <a:lnTo>
                    <a:pt x="186426" y="207931"/>
                  </a:lnTo>
                  <a:lnTo>
                    <a:pt x="186518" y="208244"/>
                  </a:lnTo>
                  <a:lnTo>
                    <a:pt x="186212" y="208471"/>
                  </a:lnTo>
                  <a:lnTo>
                    <a:pt x="185393" y="208736"/>
                  </a:lnTo>
                  <a:lnTo>
                    <a:pt x="185050" y="208605"/>
                  </a:lnTo>
                  <a:lnTo>
                    <a:pt x="184641" y="208576"/>
                  </a:lnTo>
                  <a:lnTo>
                    <a:pt x="184191" y="208642"/>
                  </a:lnTo>
                  <a:lnTo>
                    <a:pt x="183977" y="208696"/>
                  </a:lnTo>
                  <a:lnTo>
                    <a:pt x="183129" y="209149"/>
                  </a:lnTo>
                  <a:lnTo>
                    <a:pt x="182837" y="209339"/>
                  </a:lnTo>
                  <a:lnTo>
                    <a:pt x="182636" y="209378"/>
                  </a:lnTo>
                  <a:lnTo>
                    <a:pt x="182142" y="209403"/>
                  </a:lnTo>
                  <a:lnTo>
                    <a:pt x="181698" y="209052"/>
                  </a:lnTo>
                  <a:lnTo>
                    <a:pt x="181672" y="208762"/>
                  </a:lnTo>
                  <a:lnTo>
                    <a:pt x="181122" y="208525"/>
                  </a:lnTo>
                  <a:lnTo>
                    <a:pt x="180830" y="208515"/>
                  </a:lnTo>
                  <a:lnTo>
                    <a:pt x="179971" y="208877"/>
                  </a:lnTo>
                  <a:lnTo>
                    <a:pt x="179276" y="209110"/>
                  </a:lnTo>
                  <a:lnTo>
                    <a:pt x="179406" y="209482"/>
                  </a:lnTo>
                  <a:lnTo>
                    <a:pt x="179519" y="209801"/>
                  </a:lnTo>
                  <a:lnTo>
                    <a:pt x="179763" y="210394"/>
                  </a:lnTo>
                  <a:lnTo>
                    <a:pt x="179882" y="210864"/>
                  </a:lnTo>
                  <a:lnTo>
                    <a:pt x="179887" y="211025"/>
                  </a:lnTo>
                  <a:lnTo>
                    <a:pt x="179894" y="211201"/>
                  </a:lnTo>
                  <a:lnTo>
                    <a:pt x="179967" y="211445"/>
                  </a:lnTo>
                  <a:lnTo>
                    <a:pt x="180012" y="211598"/>
                  </a:lnTo>
                  <a:lnTo>
                    <a:pt x="180472" y="212294"/>
                  </a:lnTo>
                  <a:lnTo>
                    <a:pt x="180738" y="212790"/>
                  </a:lnTo>
                  <a:lnTo>
                    <a:pt x="180408" y="213539"/>
                  </a:lnTo>
                  <a:lnTo>
                    <a:pt x="180316" y="213756"/>
                  </a:lnTo>
                  <a:lnTo>
                    <a:pt x="179706" y="214543"/>
                  </a:lnTo>
                  <a:lnTo>
                    <a:pt x="179537" y="214567"/>
                  </a:lnTo>
                  <a:lnTo>
                    <a:pt x="179392" y="214587"/>
                  </a:lnTo>
                  <a:lnTo>
                    <a:pt x="178750" y="214912"/>
                  </a:lnTo>
                  <a:lnTo>
                    <a:pt x="178348" y="215155"/>
                  </a:lnTo>
                  <a:lnTo>
                    <a:pt x="178177" y="215105"/>
                  </a:lnTo>
                  <a:lnTo>
                    <a:pt x="177842" y="214670"/>
                  </a:lnTo>
                  <a:lnTo>
                    <a:pt x="177879" y="214464"/>
                  </a:lnTo>
                  <a:lnTo>
                    <a:pt x="177898" y="214011"/>
                  </a:lnTo>
                  <a:lnTo>
                    <a:pt x="177486" y="213506"/>
                  </a:lnTo>
                  <a:lnTo>
                    <a:pt x="177352" y="213242"/>
                  </a:lnTo>
                  <a:lnTo>
                    <a:pt x="177289" y="213102"/>
                  </a:lnTo>
                  <a:lnTo>
                    <a:pt x="177188" y="212893"/>
                  </a:lnTo>
                  <a:lnTo>
                    <a:pt x="176823" y="212712"/>
                  </a:lnTo>
                  <a:lnTo>
                    <a:pt x="176695" y="212677"/>
                  </a:lnTo>
                  <a:lnTo>
                    <a:pt x="175942" y="212455"/>
                  </a:lnTo>
                  <a:lnTo>
                    <a:pt x="175463" y="212624"/>
                  </a:lnTo>
                  <a:lnTo>
                    <a:pt x="175360" y="212915"/>
                  </a:lnTo>
                  <a:lnTo>
                    <a:pt x="175375" y="213295"/>
                  </a:lnTo>
                  <a:lnTo>
                    <a:pt x="175501" y="213494"/>
                  </a:lnTo>
                  <a:lnTo>
                    <a:pt x="175582" y="214549"/>
                  </a:lnTo>
                  <a:lnTo>
                    <a:pt x="174798" y="216052"/>
                  </a:lnTo>
                  <a:lnTo>
                    <a:pt x="174408" y="216499"/>
                  </a:lnTo>
                  <a:lnTo>
                    <a:pt x="173696" y="216655"/>
                  </a:lnTo>
                  <a:lnTo>
                    <a:pt x="173411" y="216708"/>
                  </a:lnTo>
                  <a:lnTo>
                    <a:pt x="173110" y="216765"/>
                  </a:lnTo>
                  <a:lnTo>
                    <a:pt x="172726" y="216858"/>
                  </a:lnTo>
                  <a:lnTo>
                    <a:pt x="173478" y="217572"/>
                  </a:lnTo>
                  <a:lnTo>
                    <a:pt x="173820" y="217529"/>
                  </a:lnTo>
                  <a:lnTo>
                    <a:pt x="174017" y="217596"/>
                  </a:lnTo>
                  <a:lnTo>
                    <a:pt x="174574" y="217809"/>
                  </a:lnTo>
                  <a:lnTo>
                    <a:pt x="174721" y="217849"/>
                  </a:lnTo>
                  <a:lnTo>
                    <a:pt x="175971" y="218126"/>
                  </a:lnTo>
                  <a:lnTo>
                    <a:pt x="176382" y="218268"/>
                  </a:lnTo>
                  <a:lnTo>
                    <a:pt x="176832" y="218299"/>
                  </a:lnTo>
                  <a:lnTo>
                    <a:pt x="177183" y="218325"/>
                  </a:lnTo>
                  <a:lnTo>
                    <a:pt x="177671" y="218645"/>
                  </a:lnTo>
                  <a:lnTo>
                    <a:pt x="177639" y="219041"/>
                  </a:lnTo>
                  <a:lnTo>
                    <a:pt x="177609" y="219249"/>
                  </a:lnTo>
                  <a:lnTo>
                    <a:pt x="177623" y="219702"/>
                  </a:lnTo>
                  <a:lnTo>
                    <a:pt x="177718" y="220044"/>
                  </a:lnTo>
                  <a:lnTo>
                    <a:pt x="177994" y="220722"/>
                  </a:lnTo>
                  <a:lnTo>
                    <a:pt x="178018" y="220865"/>
                  </a:lnTo>
                  <a:lnTo>
                    <a:pt x="178178" y="221264"/>
                  </a:lnTo>
                  <a:lnTo>
                    <a:pt x="178321" y="221673"/>
                  </a:lnTo>
                  <a:lnTo>
                    <a:pt x="178511" y="222020"/>
                  </a:lnTo>
                  <a:lnTo>
                    <a:pt x="178769" y="221707"/>
                  </a:lnTo>
                  <a:lnTo>
                    <a:pt x="178972" y="221702"/>
                  </a:lnTo>
                  <a:lnTo>
                    <a:pt x="179615" y="221814"/>
                  </a:lnTo>
                  <a:lnTo>
                    <a:pt x="180007" y="222136"/>
                  </a:lnTo>
                  <a:lnTo>
                    <a:pt x="180602" y="222213"/>
                  </a:lnTo>
                  <a:lnTo>
                    <a:pt x="180839" y="222216"/>
                  </a:lnTo>
                  <a:lnTo>
                    <a:pt x="181634" y="222441"/>
                  </a:lnTo>
                  <a:lnTo>
                    <a:pt x="181795" y="222504"/>
                  </a:lnTo>
                  <a:lnTo>
                    <a:pt x="181996" y="222554"/>
                  </a:lnTo>
                  <a:lnTo>
                    <a:pt x="183258" y="222734"/>
                  </a:lnTo>
                  <a:lnTo>
                    <a:pt x="183964" y="222801"/>
                  </a:lnTo>
                  <a:lnTo>
                    <a:pt x="184174" y="222736"/>
                  </a:lnTo>
                  <a:lnTo>
                    <a:pt x="185024" y="222328"/>
                  </a:lnTo>
                  <a:lnTo>
                    <a:pt x="185287" y="222130"/>
                  </a:lnTo>
                  <a:lnTo>
                    <a:pt x="185464" y="221836"/>
                  </a:lnTo>
                  <a:lnTo>
                    <a:pt x="185872" y="222098"/>
                  </a:lnTo>
                  <a:lnTo>
                    <a:pt x="186112" y="222405"/>
                  </a:lnTo>
                  <a:lnTo>
                    <a:pt x="186134" y="222957"/>
                  </a:lnTo>
                  <a:lnTo>
                    <a:pt x="185908" y="223054"/>
                  </a:lnTo>
                  <a:lnTo>
                    <a:pt x="185762" y="223119"/>
                  </a:lnTo>
                  <a:lnTo>
                    <a:pt x="185498" y="223258"/>
                  </a:lnTo>
                  <a:lnTo>
                    <a:pt x="185088" y="224138"/>
                  </a:lnTo>
                  <a:lnTo>
                    <a:pt x="185403" y="224418"/>
                  </a:lnTo>
                  <a:lnTo>
                    <a:pt x="185628" y="224586"/>
                  </a:lnTo>
                  <a:lnTo>
                    <a:pt x="185896" y="224656"/>
                  </a:lnTo>
                  <a:lnTo>
                    <a:pt x="185896" y="224863"/>
                  </a:lnTo>
                  <a:lnTo>
                    <a:pt x="186195" y="224669"/>
                  </a:lnTo>
                  <a:lnTo>
                    <a:pt x="187047" y="224500"/>
                  </a:lnTo>
                  <a:lnTo>
                    <a:pt x="187859" y="224262"/>
                  </a:lnTo>
                  <a:lnTo>
                    <a:pt x="188612" y="224407"/>
                  </a:lnTo>
                  <a:lnTo>
                    <a:pt x="189668" y="224713"/>
                  </a:lnTo>
                  <a:lnTo>
                    <a:pt x="190540" y="224457"/>
                  </a:lnTo>
                  <a:lnTo>
                    <a:pt x="190865" y="224562"/>
                  </a:lnTo>
                  <a:lnTo>
                    <a:pt x="191330" y="224583"/>
                  </a:lnTo>
                  <a:lnTo>
                    <a:pt x="191525" y="224516"/>
                  </a:lnTo>
                  <a:lnTo>
                    <a:pt x="191914" y="224433"/>
                  </a:lnTo>
                  <a:lnTo>
                    <a:pt x="192420" y="224321"/>
                  </a:lnTo>
                  <a:lnTo>
                    <a:pt x="193294" y="224355"/>
                  </a:lnTo>
                  <a:lnTo>
                    <a:pt x="193485" y="224863"/>
                  </a:lnTo>
                  <a:lnTo>
                    <a:pt x="193446" y="225170"/>
                  </a:lnTo>
                  <a:lnTo>
                    <a:pt x="193625" y="225780"/>
                  </a:lnTo>
                  <a:lnTo>
                    <a:pt x="193786" y="226077"/>
                  </a:lnTo>
                  <a:lnTo>
                    <a:pt x="193389" y="227097"/>
                  </a:lnTo>
                  <a:lnTo>
                    <a:pt x="193394" y="227245"/>
                  </a:lnTo>
                  <a:lnTo>
                    <a:pt x="193439" y="227606"/>
                  </a:lnTo>
                  <a:lnTo>
                    <a:pt x="193696" y="227953"/>
                  </a:lnTo>
                  <a:lnTo>
                    <a:pt x="193884" y="228052"/>
                  </a:lnTo>
                  <a:lnTo>
                    <a:pt x="193843" y="228306"/>
                  </a:lnTo>
                  <a:lnTo>
                    <a:pt x="194178" y="228499"/>
                  </a:lnTo>
                  <a:lnTo>
                    <a:pt x="194229" y="228729"/>
                  </a:lnTo>
                  <a:lnTo>
                    <a:pt x="193864" y="229094"/>
                  </a:lnTo>
                  <a:lnTo>
                    <a:pt x="193884" y="229369"/>
                  </a:lnTo>
                  <a:lnTo>
                    <a:pt x="193991" y="229622"/>
                  </a:lnTo>
                  <a:lnTo>
                    <a:pt x="194101" y="229869"/>
                  </a:lnTo>
                  <a:lnTo>
                    <a:pt x="194117" y="230050"/>
                  </a:lnTo>
                  <a:lnTo>
                    <a:pt x="193974" y="230087"/>
                  </a:lnTo>
                  <a:lnTo>
                    <a:pt x="193840" y="230195"/>
                  </a:lnTo>
                  <a:lnTo>
                    <a:pt x="193798" y="230572"/>
                  </a:lnTo>
                  <a:lnTo>
                    <a:pt x="193868" y="230880"/>
                  </a:lnTo>
                  <a:lnTo>
                    <a:pt x="193904" y="231360"/>
                  </a:lnTo>
                  <a:lnTo>
                    <a:pt x="193830" y="231751"/>
                  </a:lnTo>
                  <a:lnTo>
                    <a:pt x="193779" y="231896"/>
                  </a:lnTo>
                  <a:lnTo>
                    <a:pt x="193680" y="232062"/>
                  </a:lnTo>
                  <a:lnTo>
                    <a:pt x="193705" y="232315"/>
                  </a:lnTo>
                  <a:lnTo>
                    <a:pt x="193719" y="232543"/>
                  </a:lnTo>
                  <a:lnTo>
                    <a:pt x="193689" y="233018"/>
                  </a:lnTo>
                  <a:lnTo>
                    <a:pt x="193757" y="233213"/>
                  </a:lnTo>
                  <a:lnTo>
                    <a:pt x="193664" y="233828"/>
                  </a:lnTo>
                  <a:lnTo>
                    <a:pt x="193509" y="234568"/>
                  </a:lnTo>
                  <a:lnTo>
                    <a:pt x="193954" y="235229"/>
                  </a:lnTo>
                  <a:lnTo>
                    <a:pt x="194180" y="235583"/>
                  </a:lnTo>
                  <a:lnTo>
                    <a:pt x="194510" y="235909"/>
                  </a:lnTo>
                  <a:lnTo>
                    <a:pt x="194598" y="236431"/>
                  </a:lnTo>
                  <a:lnTo>
                    <a:pt x="194699" y="236635"/>
                  </a:lnTo>
                  <a:lnTo>
                    <a:pt x="195140" y="236973"/>
                  </a:lnTo>
                  <a:lnTo>
                    <a:pt x="195287" y="236965"/>
                  </a:lnTo>
                  <a:lnTo>
                    <a:pt x="195580" y="236940"/>
                  </a:lnTo>
                  <a:lnTo>
                    <a:pt x="195807" y="236801"/>
                  </a:lnTo>
                  <a:lnTo>
                    <a:pt x="196199" y="236713"/>
                  </a:lnTo>
                  <a:lnTo>
                    <a:pt x="196784" y="236866"/>
                  </a:lnTo>
                  <a:lnTo>
                    <a:pt x="197185" y="237104"/>
                  </a:lnTo>
                  <a:lnTo>
                    <a:pt x="197860" y="237116"/>
                  </a:lnTo>
                  <a:lnTo>
                    <a:pt x="198013" y="237494"/>
                  </a:lnTo>
                  <a:lnTo>
                    <a:pt x="198018" y="237917"/>
                  </a:lnTo>
                  <a:lnTo>
                    <a:pt x="198107" y="238121"/>
                  </a:lnTo>
                  <a:lnTo>
                    <a:pt x="198275" y="238558"/>
                  </a:lnTo>
                  <a:lnTo>
                    <a:pt x="198511" y="238989"/>
                  </a:lnTo>
                  <a:lnTo>
                    <a:pt x="199106" y="239020"/>
                  </a:lnTo>
                  <a:lnTo>
                    <a:pt x="199286" y="238671"/>
                  </a:lnTo>
                  <a:lnTo>
                    <a:pt x="199651" y="238462"/>
                  </a:lnTo>
                  <a:lnTo>
                    <a:pt x="200297" y="238153"/>
                  </a:lnTo>
                  <a:lnTo>
                    <a:pt x="200629" y="238316"/>
                  </a:lnTo>
                  <a:lnTo>
                    <a:pt x="200721" y="238591"/>
                  </a:lnTo>
                  <a:lnTo>
                    <a:pt x="200657" y="238734"/>
                  </a:lnTo>
                  <a:lnTo>
                    <a:pt x="200317" y="240010"/>
                  </a:lnTo>
                  <a:lnTo>
                    <a:pt x="199644" y="241181"/>
                  </a:lnTo>
                  <a:lnTo>
                    <a:pt x="199336" y="241554"/>
                  </a:lnTo>
                  <a:lnTo>
                    <a:pt x="199389" y="241870"/>
                  </a:lnTo>
                  <a:lnTo>
                    <a:pt x="199435" y="242033"/>
                  </a:lnTo>
                  <a:lnTo>
                    <a:pt x="199335" y="242466"/>
                  </a:lnTo>
                  <a:lnTo>
                    <a:pt x="198735" y="242892"/>
                  </a:lnTo>
                  <a:lnTo>
                    <a:pt x="198582" y="243031"/>
                  </a:lnTo>
                  <a:lnTo>
                    <a:pt x="198423" y="243173"/>
                  </a:lnTo>
                  <a:lnTo>
                    <a:pt x="198093" y="243228"/>
                  </a:lnTo>
                  <a:lnTo>
                    <a:pt x="197993" y="243756"/>
                  </a:lnTo>
                  <a:lnTo>
                    <a:pt x="197980" y="244009"/>
                  </a:lnTo>
                  <a:lnTo>
                    <a:pt x="197883" y="244516"/>
                  </a:lnTo>
                  <a:lnTo>
                    <a:pt x="197840" y="244646"/>
                  </a:lnTo>
                  <a:lnTo>
                    <a:pt x="197780" y="244816"/>
                  </a:lnTo>
                  <a:lnTo>
                    <a:pt x="197728" y="245137"/>
                  </a:lnTo>
                  <a:lnTo>
                    <a:pt x="197688" y="245447"/>
                  </a:lnTo>
                  <a:lnTo>
                    <a:pt x="197458" y="245556"/>
                  </a:lnTo>
                  <a:lnTo>
                    <a:pt x="197325" y="245634"/>
                  </a:lnTo>
                  <a:lnTo>
                    <a:pt x="197011" y="246160"/>
                  </a:lnTo>
                  <a:lnTo>
                    <a:pt x="196801" y="246435"/>
                  </a:lnTo>
                  <a:lnTo>
                    <a:pt x="196722" y="246616"/>
                  </a:lnTo>
                  <a:lnTo>
                    <a:pt x="196712" y="246772"/>
                  </a:lnTo>
                  <a:lnTo>
                    <a:pt x="196692" y="247218"/>
                  </a:lnTo>
                  <a:lnTo>
                    <a:pt x="196632" y="247525"/>
                  </a:lnTo>
                  <a:lnTo>
                    <a:pt x="196646" y="247700"/>
                  </a:lnTo>
                  <a:lnTo>
                    <a:pt x="196552" y="248158"/>
                  </a:lnTo>
                  <a:lnTo>
                    <a:pt x="196602" y="248370"/>
                  </a:lnTo>
                  <a:lnTo>
                    <a:pt x="196648" y="248529"/>
                  </a:lnTo>
                  <a:lnTo>
                    <a:pt x="196578" y="248727"/>
                  </a:lnTo>
                  <a:lnTo>
                    <a:pt x="196693" y="249262"/>
                  </a:lnTo>
                  <a:lnTo>
                    <a:pt x="196969" y="249420"/>
                  </a:lnTo>
                  <a:lnTo>
                    <a:pt x="196699" y="249760"/>
                  </a:lnTo>
                  <a:lnTo>
                    <a:pt x="196383" y="250037"/>
                  </a:lnTo>
                  <a:lnTo>
                    <a:pt x="196267" y="250479"/>
                  </a:lnTo>
                  <a:lnTo>
                    <a:pt x="195383" y="250859"/>
                  </a:lnTo>
                  <a:lnTo>
                    <a:pt x="195224" y="250911"/>
                  </a:lnTo>
                  <a:lnTo>
                    <a:pt x="194963" y="251117"/>
                  </a:lnTo>
                  <a:lnTo>
                    <a:pt x="194902" y="251433"/>
                  </a:lnTo>
                  <a:lnTo>
                    <a:pt x="194940" y="251930"/>
                  </a:lnTo>
                  <a:lnTo>
                    <a:pt x="194813" y="252234"/>
                  </a:lnTo>
                  <a:lnTo>
                    <a:pt x="194623" y="252533"/>
                  </a:lnTo>
                  <a:lnTo>
                    <a:pt x="194615" y="252707"/>
                  </a:lnTo>
                  <a:lnTo>
                    <a:pt x="194607" y="252939"/>
                  </a:lnTo>
                  <a:lnTo>
                    <a:pt x="194662" y="253202"/>
                  </a:lnTo>
                  <a:lnTo>
                    <a:pt x="195081" y="253727"/>
                  </a:lnTo>
                  <a:lnTo>
                    <a:pt x="195007" y="253927"/>
                  </a:lnTo>
                  <a:lnTo>
                    <a:pt x="194195" y="254622"/>
                  </a:lnTo>
                  <a:lnTo>
                    <a:pt x="194731" y="255100"/>
                  </a:lnTo>
                  <a:lnTo>
                    <a:pt x="195037" y="255257"/>
                  </a:lnTo>
                  <a:lnTo>
                    <a:pt x="195430" y="255250"/>
                  </a:lnTo>
                  <a:lnTo>
                    <a:pt x="195766" y="255292"/>
                  </a:lnTo>
                  <a:lnTo>
                    <a:pt x="196071" y="255399"/>
                  </a:lnTo>
                  <a:lnTo>
                    <a:pt x="196391" y="255475"/>
                  </a:lnTo>
                  <a:lnTo>
                    <a:pt x="196739" y="255961"/>
                  </a:lnTo>
                  <a:lnTo>
                    <a:pt x="196570" y="256329"/>
                  </a:lnTo>
                  <a:lnTo>
                    <a:pt x="196643" y="256603"/>
                  </a:lnTo>
                  <a:lnTo>
                    <a:pt x="196598" y="256742"/>
                  </a:lnTo>
                  <a:lnTo>
                    <a:pt x="196510" y="256994"/>
                  </a:lnTo>
                  <a:lnTo>
                    <a:pt x="195928" y="257117"/>
                  </a:lnTo>
                  <a:lnTo>
                    <a:pt x="195760" y="257045"/>
                  </a:lnTo>
                  <a:lnTo>
                    <a:pt x="195455" y="257195"/>
                  </a:lnTo>
                  <a:lnTo>
                    <a:pt x="195443" y="257621"/>
                  </a:lnTo>
                  <a:lnTo>
                    <a:pt x="195145" y="257899"/>
                  </a:lnTo>
                  <a:lnTo>
                    <a:pt x="194745" y="258023"/>
                  </a:lnTo>
                  <a:lnTo>
                    <a:pt x="194267" y="257874"/>
                  </a:lnTo>
                  <a:lnTo>
                    <a:pt x="194080" y="257760"/>
                  </a:lnTo>
                  <a:lnTo>
                    <a:pt x="193606" y="257808"/>
                  </a:lnTo>
                  <a:lnTo>
                    <a:pt x="193125" y="257852"/>
                  </a:lnTo>
                  <a:lnTo>
                    <a:pt x="192785" y="257966"/>
                  </a:lnTo>
                  <a:lnTo>
                    <a:pt x="192629" y="258379"/>
                  </a:lnTo>
                  <a:lnTo>
                    <a:pt x="192469" y="258773"/>
                  </a:lnTo>
                  <a:lnTo>
                    <a:pt x="192580" y="259205"/>
                  </a:lnTo>
                  <a:lnTo>
                    <a:pt x="192348" y="259231"/>
                  </a:lnTo>
                  <a:lnTo>
                    <a:pt x="191786" y="259552"/>
                  </a:lnTo>
                  <a:lnTo>
                    <a:pt x="192142" y="260259"/>
                  </a:lnTo>
                  <a:lnTo>
                    <a:pt x="192164" y="260658"/>
                  </a:lnTo>
                  <a:lnTo>
                    <a:pt x="192197" y="260826"/>
                  </a:lnTo>
                  <a:lnTo>
                    <a:pt x="192008" y="261355"/>
                  </a:lnTo>
                  <a:lnTo>
                    <a:pt x="191875" y="261837"/>
                  </a:lnTo>
                  <a:lnTo>
                    <a:pt x="191776" y="262017"/>
                  </a:lnTo>
                  <a:lnTo>
                    <a:pt x="191211" y="262718"/>
                  </a:lnTo>
                  <a:lnTo>
                    <a:pt x="190623" y="262662"/>
                  </a:lnTo>
                  <a:lnTo>
                    <a:pt x="190426" y="262732"/>
                  </a:lnTo>
                  <a:lnTo>
                    <a:pt x="190208" y="262851"/>
                  </a:lnTo>
                  <a:lnTo>
                    <a:pt x="190057" y="262898"/>
                  </a:lnTo>
                  <a:lnTo>
                    <a:pt x="189796" y="262768"/>
                  </a:lnTo>
                  <a:lnTo>
                    <a:pt x="189560" y="262625"/>
                  </a:lnTo>
                  <a:lnTo>
                    <a:pt x="189156" y="262540"/>
                  </a:lnTo>
                  <a:lnTo>
                    <a:pt x="188550" y="262730"/>
                  </a:lnTo>
                  <a:lnTo>
                    <a:pt x="188218" y="262796"/>
                  </a:lnTo>
                  <a:lnTo>
                    <a:pt x="187683" y="262817"/>
                  </a:lnTo>
                  <a:lnTo>
                    <a:pt x="187493" y="262778"/>
                  </a:lnTo>
                  <a:lnTo>
                    <a:pt x="187323" y="262794"/>
                  </a:lnTo>
                  <a:lnTo>
                    <a:pt x="187124" y="262914"/>
                  </a:lnTo>
                  <a:lnTo>
                    <a:pt x="186940" y="263053"/>
                  </a:lnTo>
                  <a:lnTo>
                    <a:pt x="186784" y="263149"/>
                  </a:lnTo>
                  <a:lnTo>
                    <a:pt x="186327" y="263191"/>
                  </a:lnTo>
                  <a:lnTo>
                    <a:pt x="186039" y="263158"/>
                  </a:lnTo>
                  <a:lnTo>
                    <a:pt x="185653" y="263261"/>
                  </a:lnTo>
                  <a:lnTo>
                    <a:pt x="185336" y="263942"/>
                  </a:lnTo>
                  <a:lnTo>
                    <a:pt x="185011" y="263949"/>
                  </a:lnTo>
                  <a:lnTo>
                    <a:pt x="184741" y="263901"/>
                  </a:lnTo>
                  <a:lnTo>
                    <a:pt x="184361" y="263770"/>
                  </a:lnTo>
                  <a:lnTo>
                    <a:pt x="184120" y="263566"/>
                  </a:lnTo>
                  <a:lnTo>
                    <a:pt x="183907" y="263302"/>
                  </a:lnTo>
                  <a:lnTo>
                    <a:pt x="183747" y="263258"/>
                  </a:lnTo>
                  <a:lnTo>
                    <a:pt x="183541" y="263376"/>
                  </a:lnTo>
                  <a:lnTo>
                    <a:pt x="183419" y="263546"/>
                  </a:lnTo>
                  <a:lnTo>
                    <a:pt x="183079" y="263942"/>
                  </a:lnTo>
                  <a:lnTo>
                    <a:pt x="182801" y="264060"/>
                  </a:lnTo>
                  <a:lnTo>
                    <a:pt x="182522" y="264015"/>
                  </a:lnTo>
                  <a:lnTo>
                    <a:pt x="182145" y="263978"/>
                  </a:lnTo>
                  <a:lnTo>
                    <a:pt x="182000" y="263964"/>
                  </a:lnTo>
                  <a:lnTo>
                    <a:pt x="181812" y="263967"/>
                  </a:lnTo>
                  <a:lnTo>
                    <a:pt x="181628" y="263973"/>
                  </a:lnTo>
                  <a:lnTo>
                    <a:pt x="181206" y="263571"/>
                  </a:lnTo>
                  <a:lnTo>
                    <a:pt x="181177" y="263272"/>
                  </a:lnTo>
                  <a:lnTo>
                    <a:pt x="181178" y="263034"/>
                  </a:lnTo>
                  <a:lnTo>
                    <a:pt x="180761" y="262470"/>
                  </a:lnTo>
                  <a:lnTo>
                    <a:pt x="180487" y="262135"/>
                  </a:lnTo>
                  <a:lnTo>
                    <a:pt x="180315" y="262024"/>
                  </a:lnTo>
                  <a:lnTo>
                    <a:pt x="180056" y="261860"/>
                  </a:lnTo>
                  <a:lnTo>
                    <a:pt x="179820" y="261823"/>
                  </a:lnTo>
                  <a:lnTo>
                    <a:pt x="179302" y="261529"/>
                  </a:lnTo>
                  <a:lnTo>
                    <a:pt x="179254" y="261283"/>
                  </a:lnTo>
                  <a:lnTo>
                    <a:pt x="179052" y="261046"/>
                  </a:lnTo>
                  <a:lnTo>
                    <a:pt x="178675" y="260556"/>
                  </a:lnTo>
                  <a:lnTo>
                    <a:pt x="178539" y="260073"/>
                  </a:lnTo>
                  <a:lnTo>
                    <a:pt x="178086" y="260209"/>
                  </a:lnTo>
                  <a:lnTo>
                    <a:pt x="177830" y="260214"/>
                  </a:lnTo>
                  <a:lnTo>
                    <a:pt x="177637" y="260223"/>
                  </a:lnTo>
                  <a:lnTo>
                    <a:pt x="177165" y="260334"/>
                  </a:lnTo>
                  <a:lnTo>
                    <a:pt x="176952" y="260409"/>
                  </a:lnTo>
                  <a:lnTo>
                    <a:pt x="176552" y="260703"/>
                  </a:lnTo>
                  <a:lnTo>
                    <a:pt x="176249" y="261550"/>
                  </a:lnTo>
                  <a:lnTo>
                    <a:pt x="175774" y="261969"/>
                  </a:lnTo>
                  <a:lnTo>
                    <a:pt x="175280" y="261667"/>
                  </a:lnTo>
                  <a:lnTo>
                    <a:pt x="175062" y="261519"/>
                  </a:lnTo>
                  <a:lnTo>
                    <a:pt x="174874" y="261489"/>
                  </a:lnTo>
                  <a:lnTo>
                    <a:pt x="174111" y="261910"/>
                  </a:lnTo>
                  <a:lnTo>
                    <a:pt x="173758" y="262333"/>
                  </a:lnTo>
                  <a:lnTo>
                    <a:pt x="173554" y="262606"/>
                  </a:lnTo>
                  <a:lnTo>
                    <a:pt x="173407" y="263105"/>
                  </a:lnTo>
                  <a:lnTo>
                    <a:pt x="173122" y="263318"/>
                  </a:lnTo>
                  <a:lnTo>
                    <a:pt x="172919" y="263300"/>
                  </a:lnTo>
                  <a:lnTo>
                    <a:pt x="172639" y="263210"/>
                  </a:lnTo>
                  <a:lnTo>
                    <a:pt x="172114" y="262982"/>
                  </a:lnTo>
                  <a:lnTo>
                    <a:pt x="171586" y="263126"/>
                  </a:lnTo>
                  <a:lnTo>
                    <a:pt x="171243" y="263695"/>
                  </a:lnTo>
                  <a:lnTo>
                    <a:pt x="170843" y="264286"/>
                  </a:lnTo>
                  <a:lnTo>
                    <a:pt x="170197" y="265037"/>
                  </a:lnTo>
                  <a:lnTo>
                    <a:pt x="169653" y="265299"/>
                  </a:lnTo>
                  <a:lnTo>
                    <a:pt x="168876" y="265637"/>
                  </a:lnTo>
                  <a:lnTo>
                    <a:pt x="168709" y="265757"/>
                  </a:lnTo>
                  <a:lnTo>
                    <a:pt x="168628" y="266115"/>
                  </a:lnTo>
                  <a:lnTo>
                    <a:pt x="168562" y="266535"/>
                  </a:lnTo>
                  <a:lnTo>
                    <a:pt x="168203" y="266744"/>
                  </a:lnTo>
                  <a:lnTo>
                    <a:pt x="167652" y="266790"/>
                  </a:lnTo>
                  <a:lnTo>
                    <a:pt x="167117" y="266653"/>
                  </a:lnTo>
                  <a:lnTo>
                    <a:pt x="166835" y="266824"/>
                  </a:lnTo>
                  <a:lnTo>
                    <a:pt x="166517" y="267456"/>
                  </a:lnTo>
                  <a:lnTo>
                    <a:pt x="166451" y="268286"/>
                  </a:lnTo>
                  <a:lnTo>
                    <a:pt x="166547" y="269232"/>
                  </a:lnTo>
                  <a:lnTo>
                    <a:pt x="166765" y="269780"/>
                  </a:lnTo>
                  <a:lnTo>
                    <a:pt x="166885" y="270866"/>
                  </a:lnTo>
                  <a:lnTo>
                    <a:pt x="166724" y="271709"/>
                  </a:lnTo>
                  <a:lnTo>
                    <a:pt x="167005" y="272063"/>
                  </a:lnTo>
                  <a:lnTo>
                    <a:pt x="167366" y="272445"/>
                  </a:lnTo>
                  <a:lnTo>
                    <a:pt x="167544" y="272614"/>
                  </a:lnTo>
                  <a:lnTo>
                    <a:pt x="167837" y="272999"/>
                  </a:lnTo>
                  <a:lnTo>
                    <a:pt x="167910" y="273238"/>
                  </a:lnTo>
                  <a:lnTo>
                    <a:pt x="168099" y="273529"/>
                  </a:lnTo>
                  <a:lnTo>
                    <a:pt x="168469" y="273755"/>
                  </a:lnTo>
                  <a:lnTo>
                    <a:pt x="168677" y="273879"/>
                  </a:lnTo>
                  <a:lnTo>
                    <a:pt x="168880" y="273953"/>
                  </a:lnTo>
                  <a:lnTo>
                    <a:pt x="169551" y="274090"/>
                  </a:lnTo>
                  <a:lnTo>
                    <a:pt x="169874" y="274227"/>
                  </a:lnTo>
                  <a:lnTo>
                    <a:pt x="169969" y="274397"/>
                  </a:lnTo>
                  <a:lnTo>
                    <a:pt x="170275" y="275155"/>
                  </a:lnTo>
                  <a:lnTo>
                    <a:pt x="169994" y="275578"/>
                  </a:lnTo>
                  <a:lnTo>
                    <a:pt x="169715" y="275683"/>
                  </a:lnTo>
                  <a:lnTo>
                    <a:pt x="169391" y="275892"/>
                  </a:lnTo>
                  <a:lnTo>
                    <a:pt x="169083" y="276489"/>
                  </a:lnTo>
                  <a:lnTo>
                    <a:pt x="169200" y="276826"/>
                  </a:lnTo>
                  <a:lnTo>
                    <a:pt x="169251" y="277552"/>
                  </a:lnTo>
                  <a:lnTo>
                    <a:pt x="169145" y="277891"/>
                  </a:lnTo>
                  <a:lnTo>
                    <a:pt x="169188" y="278062"/>
                  </a:lnTo>
                  <a:lnTo>
                    <a:pt x="168869" y="278058"/>
                  </a:lnTo>
                  <a:lnTo>
                    <a:pt x="168583" y="278046"/>
                  </a:lnTo>
                  <a:lnTo>
                    <a:pt x="168166" y="277918"/>
                  </a:lnTo>
                  <a:lnTo>
                    <a:pt x="167778" y="277896"/>
                  </a:lnTo>
                  <a:lnTo>
                    <a:pt x="167548" y="278264"/>
                  </a:lnTo>
                  <a:lnTo>
                    <a:pt x="166769" y="279532"/>
                  </a:lnTo>
                  <a:lnTo>
                    <a:pt x="166797" y="279984"/>
                  </a:lnTo>
                  <a:lnTo>
                    <a:pt x="166775" y="280319"/>
                  </a:lnTo>
                  <a:lnTo>
                    <a:pt x="166459" y="280672"/>
                  </a:lnTo>
                  <a:lnTo>
                    <a:pt x="165771" y="280905"/>
                  </a:lnTo>
                  <a:lnTo>
                    <a:pt x="165461" y="280754"/>
                  </a:lnTo>
                  <a:lnTo>
                    <a:pt x="165005" y="280440"/>
                  </a:lnTo>
                  <a:lnTo>
                    <a:pt x="164717" y="280160"/>
                  </a:lnTo>
                  <a:lnTo>
                    <a:pt x="164532" y="280096"/>
                  </a:lnTo>
                  <a:lnTo>
                    <a:pt x="164072" y="280348"/>
                  </a:lnTo>
                  <a:lnTo>
                    <a:pt x="164108" y="281090"/>
                  </a:lnTo>
                  <a:lnTo>
                    <a:pt x="164163" y="281746"/>
                  </a:lnTo>
                  <a:lnTo>
                    <a:pt x="164280" y="281973"/>
                  </a:lnTo>
                  <a:lnTo>
                    <a:pt x="164451" y="282304"/>
                  </a:lnTo>
                  <a:lnTo>
                    <a:pt x="164353" y="282547"/>
                  </a:lnTo>
                  <a:lnTo>
                    <a:pt x="163959" y="282980"/>
                  </a:lnTo>
                  <a:lnTo>
                    <a:pt x="163641" y="283213"/>
                  </a:lnTo>
                  <a:lnTo>
                    <a:pt x="163099" y="283381"/>
                  </a:lnTo>
                  <a:lnTo>
                    <a:pt x="162494" y="283485"/>
                  </a:lnTo>
                  <a:lnTo>
                    <a:pt x="161943" y="283277"/>
                  </a:lnTo>
                  <a:lnTo>
                    <a:pt x="160783" y="283091"/>
                  </a:lnTo>
                  <a:lnTo>
                    <a:pt x="160165" y="283390"/>
                  </a:lnTo>
                  <a:lnTo>
                    <a:pt x="159720" y="284027"/>
                  </a:lnTo>
                  <a:lnTo>
                    <a:pt x="159496" y="284370"/>
                  </a:lnTo>
                  <a:lnTo>
                    <a:pt x="159381" y="284902"/>
                  </a:lnTo>
                  <a:lnTo>
                    <a:pt x="159365" y="285100"/>
                  </a:lnTo>
                  <a:lnTo>
                    <a:pt x="159698" y="285470"/>
                  </a:lnTo>
                  <a:lnTo>
                    <a:pt x="159869" y="285666"/>
                  </a:lnTo>
                  <a:lnTo>
                    <a:pt x="159751" y="286037"/>
                  </a:lnTo>
                  <a:lnTo>
                    <a:pt x="159130" y="286632"/>
                  </a:lnTo>
                  <a:lnTo>
                    <a:pt x="158573" y="286928"/>
                  </a:lnTo>
                  <a:lnTo>
                    <a:pt x="157944" y="287296"/>
                  </a:lnTo>
                  <a:lnTo>
                    <a:pt x="157540" y="287737"/>
                  </a:lnTo>
                  <a:lnTo>
                    <a:pt x="157412" y="287939"/>
                  </a:lnTo>
                  <a:lnTo>
                    <a:pt x="157509" y="288150"/>
                  </a:lnTo>
                  <a:lnTo>
                    <a:pt x="157629" y="288579"/>
                  </a:lnTo>
                  <a:lnTo>
                    <a:pt x="157652" y="289124"/>
                  </a:lnTo>
                  <a:lnTo>
                    <a:pt x="157593" y="289494"/>
                  </a:lnTo>
                  <a:lnTo>
                    <a:pt x="157075" y="289794"/>
                  </a:lnTo>
                  <a:lnTo>
                    <a:pt x="157343" y="290132"/>
                  </a:lnTo>
                  <a:lnTo>
                    <a:pt x="157427" y="290505"/>
                  </a:lnTo>
                  <a:lnTo>
                    <a:pt x="157350" y="290728"/>
                  </a:lnTo>
                  <a:lnTo>
                    <a:pt x="157452" y="291158"/>
                  </a:lnTo>
                  <a:lnTo>
                    <a:pt x="157580" y="291409"/>
                  </a:lnTo>
                  <a:lnTo>
                    <a:pt x="157892" y="291651"/>
                  </a:lnTo>
                  <a:lnTo>
                    <a:pt x="158177" y="291798"/>
                  </a:lnTo>
                  <a:lnTo>
                    <a:pt x="158563" y="292102"/>
                  </a:lnTo>
                  <a:lnTo>
                    <a:pt x="158656" y="292685"/>
                  </a:lnTo>
                  <a:lnTo>
                    <a:pt x="158300" y="292788"/>
                  </a:lnTo>
                  <a:lnTo>
                    <a:pt x="158007" y="293145"/>
                  </a:lnTo>
                  <a:lnTo>
                    <a:pt x="157997" y="293377"/>
                  </a:lnTo>
                  <a:lnTo>
                    <a:pt x="157965" y="293588"/>
                  </a:lnTo>
                  <a:lnTo>
                    <a:pt x="157730" y="294259"/>
                  </a:lnTo>
                  <a:lnTo>
                    <a:pt x="157567" y="294275"/>
                  </a:lnTo>
                  <a:lnTo>
                    <a:pt x="157428" y="294276"/>
                  </a:lnTo>
                  <a:lnTo>
                    <a:pt x="157089" y="294171"/>
                  </a:lnTo>
                  <a:lnTo>
                    <a:pt x="156731" y="294298"/>
                  </a:lnTo>
                  <a:lnTo>
                    <a:pt x="156498" y="294505"/>
                  </a:lnTo>
                  <a:lnTo>
                    <a:pt x="156143" y="296708"/>
                  </a:lnTo>
                  <a:lnTo>
                    <a:pt x="156329" y="296890"/>
                  </a:lnTo>
                  <a:lnTo>
                    <a:pt x="156441" y="297196"/>
                  </a:lnTo>
                  <a:lnTo>
                    <a:pt x="156528" y="297456"/>
                  </a:lnTo>
                  <a:lnTo>
                    <a:pt x="156858" y="297621"/>
                  </a:lnTo>
                  <a:lnTo>
                    <a:pt x="157170" y="297755"/>
                  </a:lnTo>
                  <a:lnTo>
                    <a:pt x="157423" y="298035"/>
                  </a:lnTo>
                  <a:lnTo>
                    <a:pt x="157746" y="298380"/>
                  </a:lnTo>
                  <a:lnTo>
                    <a:pt x="157754" y="298877"/>
                  </a:lnTo>
                  <a:lnTo>
                    <a:pt x="157404" y="299064"/>
                  </a:lnTo>
                  <a:lnTo>
                    <a:pt x="157172" y="299600"/>
                  </a:lnTo>
                  <a:lnTo>
                    <a:pt x="156786" y="300852"/>
                  </a:lnTo>
                  <a:lnTo>
                    <a:pt x="156779" y="301020"/>
                  </a:lnTo>
                  <a:lnTo>
                    <a:pt x="156805" y="301970"/>
                  </a:lnTo>
                  <a:lnTo>
                    <a:pt x="156991" y="302356"/>
                  </a:lnTo>
                  <a:lnTo>
                    <a:pt x="157870" y="303139"/>
                  </a:lnTo>
                  <a:lnTo>
                    <a:pt x="158338" y="303226"/>
                  </a:lnTo>
                  <a:lnTo>
                    <a:pt x="158532" y="303281"/>
                  </a:lnTo>
                  <a:lnTo>
                    <a:pt x="158714" y="303385"/>
                  </a:lnTo>
                  <a:lnTo>
                    <a:pt x="158900" y="303348"/>
                  </a:lnTo>
                  <a:lnTo>
                    <a:pt x="159233" y="303406"/>
                  </a:lnTo>
                  <a:lnTo>
                    <a:pt x="160352" y="303566"/>
                  </a:lnTo>
                  <a:lnTo>
                    <a:pt x="161390" y="303512"/>
                  </a:lnTo>
                  <a:lnTo>
                    <a:pt x="161645" y="303592"/>
                  </a:lnTo>
                  <a:lnTo>
                    <a:pt x="161859" y="303918"/>
                  </a:lnTo>
                  <a:lnTo>
                    <a:pt x="161977" y="304061"/>
                  </a:lnTo>
                  <a:lnTo>
                    <a:pt x="162106" y="304174"/>
                  </a:lnTo>
                  <a:lnTo>
                    <a:pt x="162372" y="304398"/>
                  </a:lnTo>
                  <a:lnTo>
                    <a:pt x="163236" y="304866"/>
                  </a:lnTo>
                  <a:lnTo>
                    <a:pt x="163735" y="304759"/>
                  </a:lnTo>
                  <a:lnTo>
                    <a:pt x="164404" y="304932"/>
                  </a:lnTo>
                  <a:lnTo>
                    <a:pt x="164688" y="305518"/>
                  </a:lnTo>
                  <a:lnTo>
                    <a:pt x="165846" y="306511"/>
                  </a:lnTo>
                  <a:lnTo>
                    <a:pt x="167129" y="306897"/>
                  </a:lnTo>
                  <a:lnTo>
                    <a:pt x="167603" y="306996"/>
                  </a:lnTo>
                  <a:lnTo>
                    <a:pt x="167896" y="306998"/>
                  </a:lnTo>
                  <a:lnTo>
                    <a:pt x="168191" y="306909"/>
                  </a:lnTo>
                  <a:lnTo>
                    <a:pt x="168642" y="306731"/>
                  </a:lnTo>
                  <a:lnTo>
                    <a:pt x="169376" y="306931"/>
                  </a:lnTo>
                  <a:lnTo>
                    <a:pt x="168919" y="307968"/>
                  </a:lnTo>
                  <a:lnTo>
                    <a:pt x="168571" y="308628"/>
                  </a:lnTo>
                  <a:lnTo>
                    <a:pt x="168422" y="309203"/>
                  </a:lnTo>
                  <a:lnTo>
                    <a:pt x="168498" y="309538"/>
                  </a:lnTo>
                  <a:lnTo>
                    <a:pt x="168890" y="309635"/>
                  </a:lnTo>
                  <a:lnTo>
                    <a:pt x="169322" y="310079"/>
                  </a:lnTo>
                  <a:lnTo>
                    <a:pt x="170117" y="310921"/>
                  </a:lnTo>
                  <a:lnTo>
                    <a:pt x="170296" y="311116"/>
                  </a:lnTo>
                  <a:lnTo>
                    <a:pt x="171190" y="312126"/>
                  </a:lnTo>
                  <a:lnTo>
                    <a:pt x="171168" y="314265"/>
                  </a:lnTo>
                  <a:lnTo>
                    <a:pt x="170659" y="314758"/>
                  </a:lnTo>
                  <a:lnTo>
                    <a:pt x="170642" y="314903"/>
                  </a:lnTo>
                  <a:lnTo>
                    <a:pt x="170826" y="315156"/>
                  </a:lnTo>
                  <a:lnTo>
                    <a:pt x="171000" y="315288"/>
                  </a:lnTo>
                  <a:lnTo>
                    <a:pt x="171187" y="315352"/>
                  </a:lnTo>
                  <a:lnTo>
                    <a:pt x="171599" y="315249"/>
                  </a:lnTo>
                  <a:lnTo>
                    <a:pt x="171834" y="315375"/>
                  </a:lnTo>
                  <a:lnTo>
                    <a:pt x="172059" y="315561"/>
                  </a:lnTo>
                  <a:lnTo>
                    <a:pt x="173178" y="317584"/>
                  </a:lnTo>
                  <a:lnTo>
                    <a:pt x="173686" y="318662"/>
                  </a:lnTo>
                  <a:lnTo>
                    <a:pt x="173851" y="318691"/>
                  </a:lnTo>
                  <a:lnTo>
                    <a:pt x="174235" y="318806"/>
                  </a:lnTo>
                  <a:lnTo>
                    <a:pt x="174383" y="318914"/>
                  </a:lnTo>
                  <a:lnTo>
                    <a:pt x="175346" y="320728"/>
                  </a:lnTo>
                  <a:lnTo>
                    <a:pt x="175414" y="321494"/>
                  </a:lnTo>
                  <a:lnTo>
                    <a:pt x="175014" y="321777"/>
                  </a:lnTo>
                  <a:lnTo>
                    <a:pt x="174857" y="322128"/>
                  </a:lnTo>
                  <a:lnTo>
                    <a:pt x="174939" y="323229"/>
                  </a:lnTo>
                  <a:lnTo>
                    <a:pt x="175471" y="323727"/>
                  </a:lnTo>
                  <a:lnTo>
                    <a:pt x="175751" y="323692"/>
                  </a:lnTo>
                  <a:lnTo>
                    <a:pt x="175996" y="323635"/>
                  </a:lnTo>
                  <a:lnTo>
                    <a:pt x="176150" y="323601"/>
                  </a:lnTo>
                  <a:lnTo>
                    <a:pt x="176322" y="323638"/>
                  </a:lnTo>
                  <a:lnTo>
                    <a:pt x="176534" y="323718"/>
                  </a:lnTo>
                  <a:lnTo>
                    <a:pt x="176809" y="323874"/>
                  </a:lnTo>
                  <a:lnTo>
                    <a:pt x="176933" y="324376"/>
                  </a:lnTo>
                  <a:lnTo>
                    <a:pt x="177165" y="324571"/>
                  </a:lnTo>
                  <a:lnTo>
                    <a:pt x="177850" y="325027"/>
                  </a:lnTo>
                  <a:lnTo>
                    <a:pt x="178300" y="325207"/>
                  </a:lnTo>
                  <a:lnTo>
                    <a:pt x="178263" y="325471"/>
                  </a:lnTo>
                  <a:lnTo>
                    <a:pt x="178138" y="325740"/>
                  </a:lnTo>
                  <a:lnTo>
                    <a:pt x="178317" y="326190"/>
                  </a:lnTo>
                  <a:lnTo>
                    <a:pt x="178199" y="326639"/>
                  </a:lnTo>
                  <a:lnTo>
                    <a:pt x="178152" y="326903"/>
                  </a:lnTo>
                  <a:lnTo>
                    <a:pt x="177663" y="327122"/>
                  </a:lnTo>
                  <a:lnTo>
                    <a:pt x="177179" y="327111"/>
                  </a:lnTo>
                  <a:lnTo>
                    <a:pt x="176662" y="327220"/>
                  </a:lnTo>
                  <a:lnTo>
                    <a:pt x="176370" y="327356"/>
                  </a:lnTo>
                  <a:lnTo>
                    <a:pt x="176045" y="328544"/>
                  </a:lnTo>
                  <a:lnTo>
                    <a:pt x="176104" y="328724"/>
                  </a:lnTo>
                  <a:lnTo>
                    <a:pt x="176359" y="328906"/>
                  </a:lnTo>
                  <a:lnTo>
                    <a:pt x="176838" y="328615"/>
                  </a:lnTo>
                  <a:lnTo>
                    <a:pt x="177229" y="328464"/>
                  </a:lnTo>
                  <a:lnTo>
                    <a:pt x="177769" y="328729"/>
                  </a:lnTo>
                  <a:lnTo>
                    <a:pt x="177968" y="328496"/>
                  </a:lnTo>
                  <a:lnTo>
                    <a:pt x="177873" y="328240"/>
                  </a:lnTo>
                  <a:lnTo>
                    <a:pt x="177948" y="328094"/>
                  </a:lnTo>
                  <a:lnTo>
                    <a:pt x="178188" y="328061"/>
                  </a:lnTo>
                  <a:lnTo>
                    <a:pt x="178360" y="328057"/>
                  </a:lnTo>
                  <a:lnTo>
                    <a:pt x="178695" y="328125"/>
                  </a:lnTo>
                  <a:lnTo>
                    <a:pt x="179213" y="328479"/>
                  </a:lnTo>
                  <a:lnTo>
                    <a:pt x="179379" y="328594"/>
                  </a:lnTo>
                  <a:lnTo>
                    <a:pt x="179788" y="328617"/>
                  </a:lnTo>
                  <a:lnTo>
                    <a:pt x="180066" y="328676"/>
                  </a:lnTo>
                  <a:lnTo>
                    <a:pt x="180380" y="328863"/>
                  </a:lnTo>
                  <a:lnTo>
                    <a:pt x="180824" y="328684"/>
                  </a:lnTo>
                  <a:lnTo>
                    <a:pt x="181488" y="329338"/>
                  </a:lnTo>
                  <a:lnTo>
                    <a:pt x="181833" y="329537"/>
                  </a:lnTo>
                  <a:lnTo>
                    <a:pt x="182071" y="329675"/>
                  </a:lnTo>
                  <a:lnTo>
                    <a:pt x="182364" y="330559"/>
                  </a:lnTo>
                  <a:lnTo>
                    <a:pt x="182182" y="331172"/>
                  </a:lnTo>
                  <a:lnTo>
                    <a:pt x="182177" y="331632"/>
                  </a:lnTo>
                  <a:lnTo>
                    <a:pt x="182241" y="332090"/>
                  </a:lnTo>
                  <a:lnTo>
                    <a:pt x="182070" y="332169"/>
                  </a:lnTo>
                  <a:lnTo>
                    <a:pt x="181921" y="332233"/>
                  </a:lnTo>
                  <a:lnTo>
                    <a:pt x="181418" y="332534"/>
                  </a:lnTo>
                  <a:lnTo>
                    <a:pt x="181344" y="332959"/>
                  </a:lnTo>
                  <a:lnTo>
                    <a:pt x="181171" y="333478"/>
                  </a:lnTo>
                  <a:lnTo>
                    <a:pt x="181433" y="333556"/>
                  </a:lnTo>
                  <a:lnTo>
                    <a:pt x="181562" y="333592"/>
                  </a:lnTo>
                  <a:lnTo>
                    <a:pt x="181773" y="333684"/>
                  </a:lnTo>
                  <a:lnTo>
                    <a:pt x="181953" y="333971"/>
                  </a:lnTo>
                  <a:lnTo>
                    <a:pt x="181859" y="334256"/>
                  </a:lnTo>
                  <a:lnTo>
                    <a:pt x="181615" y="334679"/>
                  </a:lnTo>
                  <a:lnTo>
                    <a:pt x="181167" y="335261"/>
                  </a:lnTo>
                  <a:lnTo>
                    <a:pt x="180904" y="335694"/>
                  </a:lnTo>
                  <a:lnTo>
                    <a:pt x="180561" y="335771"/>
                  </a:lnTo>
                  <a:lnTo>
                    <a:pt x="180413" y="335772"/>
                  </a:lnTo>
                  <a:lnTo>
                    <a:pt x="180422" y="336404"/>
                  </a:lnTo>
                  <a:lnTo>
                    <a:pt x="180349" y="336930"/>
                  </a:lnTo>
                  <a:lnTo>
                    <a:pt x="180208" y="336885"/>
                  </a:lnTo>
                  <a:lnTo>
                    <a:pt x="179999" y="337017"/>
                  </a:lnTo>
                  <a:lnTo>
                    <a:pt x="179849" y="337149"/>
                  </a:lnTo>
                  <a:lnTo>
                    <a:pt x="179648" y="337889"/>
                  </a:lnTo>
                  <a:lnTo>
                    <a:pt x="179530" y="338261"/>
                  </a:lnTo>
                  <a:lnTo>
                    <a:pt x="179150" y="338423"/>
                  </a:lnTo>
                  <a:lnTo>
                    <a:pt x="178880" y="338579"/>
                  </a:lnTo>
                  <a:lnTo>
                    <a:pt x="178767" y="338745"/>
                  </a:lnTo>
                  <a:lnTo>
                    <a:pt x="178716" y="338949"/>
                  </a:lnTo>
                  <a:lnTo>
                    <a:pt x="178481" y="339157"/>
                  </a:lnTo>
                  <a:lnTo>
                    <a:pt x="178363" y="339537"/>
                  </a:lnTo>
                  <a:lnTo>
                    <a:pt x="178076" y="339732"/>
                  </a:lnTo>
                  <a:lnTo>
                    <a:pt x="177841" y="340041"/>
                  </a:lnTo>
                  <a:lnTo>
                    <a:pt x="177707" y="340336"/>
                  </a:lnTo>
                  <a:lnTo>
                    <a:pt x="177910" y="340896"/>
                  </a:lnTo>
                  <a:lnTo>
                    <a:pt x="177917" y="341312"/>
                  </a:lnTo>
                  <a:lnTo>
                    <a:pt x="177756" y="341744"/>
                  </a:lnTo>
                  <a:lnTo>
                    <a:pt x="177652" y="341997"/>
                  </a:lnTo>
                  <a:lnTo>
                    <a:pt x="177480" y="342120"/>
                  </a:lnTo>
                  <a:lnTo>
                    <a:pt x="176695" y="342976"/>
                  </a:lnTo>
                  <a:lnTo>
                    <a:pt x="176374" y="342901"/>
                  </a:lnTo>
                  <a:lnTo>
                    <a:pt x="175961" y="343035"/>
                  </a:lnTo>
                  <a:lnTo>
                    <a:pt x="175327" y="343581"/>
                  </a:lnTo>
                  <a:lnTo>
                    <a:pt x="175246" y="343933"/>
                  </a:lnTo>
                  <a:lnTo>
                    <a:pt x="175190" y="344132"/>
                  </a:lnTo>
                  <a:lnTo>
                    <a:pt x="175057" y="344313"/>
                  </a:lnTo>
                  <a:lnTo>
                    <a:pt x="174447" y="344921"/>
                  </a:lnTo>
                  <a:lnTo>
                    <a:pt x="174414" y="345183"/>
                  </a:lnTo>
                  <a:lnTo>
                    <a:pt x="174471" y="345725"/>
                  </a:lnTo>
                  <a:lnTo>
                    <a:pt x="174549" y="346339"/>
                  </a:lnTo>
                  <a:lnTo>
                    <a:pt x="174374" y="346645"/>
                  </a:lnTo>
                  <a:lnTo>
                    <a:pt x="173871" y="346653"/>
                  </a:lnTo>
                  <a:lnTo>
                    <a:pt x="173433" y="346423"/>
                  </a:lnTo>
                  <a:lnTo>
                    <a:pt x="173024" y="347061"/>
                  </a:lnTo>
                  <a:lnTo>
                    <a:pt x="172949" y="347359"/>
                  </a:lnTo>
                  <a:lnTo>
                    <a:pt x="172712" y="347582"/>
                  </a:lnTo>
                  <a:lnTo>
                    <a:pt x="172514" y="347741"/>
                  </a:lnTo>
                  <a:lnTo>
                    <a:pt x="172141" y="348011"/>
                  </a:lnTo>
                  <a:lnTo>
                    <a:pt x="172034" y="348330"/>
                  </a:lnTo>
                  <a:lnTo>
                    <a:pt x="171957" y="349897"/>
                  </a:lnTo>
                  <a:lnTo>
                    <a:pt x="171614" y="350130"/>
                  </a:lnTo>
                  <a:lnTo>
                    <a:pt x="171361" y="351303"/>
                  </a:lnTo>
                  <a:lnTo>
                    <a:pt x="170701" y="352561"/>
                  </a:lnTo>
                  <a:lnTo>
                    <a:pt x="170162" y="353222"/>
                  </a:lnTo>
                  <a:lnTo>
                    <a:pt x="169365" y="354186"/>
                  </a:lnTo>
                  <a:lnTo>
                    <a:pt x="169309" y="354767"/>
                  </a:lnTo>
                  <a:lnTo>
                    <a:pt x="169174" y="354923"/>
                  </a:lnTo>
                  <a:lnTo>
                    <a:pt x="168912" y="355069"/>
                  </a:lnTo>
                  <a:lnTo>
                    <a:pt x="168312" y="355255"/>
                  </a:lnTo>
                  <a:lnTo>
                    <a:pt x="168019" y="355411"/>
                  </a:lnTo>
                  <a:lnTo>
                    <a:pt x="167951" y="355663"/>
                  </a:lnTo>
                  <a:lnTo>
                    <a:pt x="167694" y="355851"/>
                  </a:lnTo>
                  <a:lnTo>
                    <a:pt x="167488" y="355789"/>
                  </a:lnTo>
                  <a:lnTo>
                    <a:pt x="166708" y="355921"/>
                  </a:lnTo>
                  <a:lnTo>
                    <a:pt x="166646" y="356525"/>
                  </a:lnTo>
                  <a:lnTo>
                    <a:pt x="166649" y="356867"/>
                  </a:lnTo>
                  <a:lnTo>
                    <a:pt x="166699" y="357032"/>
                  </a:lnTo>
                  <a:lnTo>
                    <a:pt x="166834" y="357453"/>
                  </a:lnTo>
                  <a:lnTo>
                    <a:pt x="166521" y="358590"/>
                  </a:lnTo>
                  <a:lnTo>
                    <a:pt x="166162" y="358790"/>
                  </a:lnTo>
                  <a:lnTo>
                    <a:pt x="166283" y="359455"/>
                  </a:lnTo>
                  <a:lnTo>
                    <a:pt x="166118" y="359659"/>
                  </a:lnTo>
                  <a:lnTo>
                    <a:pt x="166231" y="359940"/>
                  </a:lnTo>
                  <a:lnTo>
                    <a:pt x="166834" y="360459"/>
                  </a:lnTo>
                  <a:lnTo>
                    <a:pt x="167097" y="360374"/>
                  </a:lnTo>
                  <a:lnTo>
                    <a:pt x="167286" y="360501"/>
                  </a:lnTo>
                  <a:lnTo>
                    <a:pt x="167552" y="360822"/>
                  </a:lnTo>
                  <a:lnTo>
                    <a:pt x="167364" y="361375"/>
                  </a:lnTo>
                  <a:lnTo>
                    <a:pt x="166972" y="361701"/>
                  </a:lnTo>
                  <a:lnTo>
                    <a:pt x="166760" y="361939"/>
                  </a:lnTo>
                  <a:lnTo>
                    <a:pt x="166507" y="362646"/>
                  </a:lnTo>
                  <a:lnTo>
                    <a:pt x="166982" y="363152"/>
                  </a:lnTo>
                  <a:lnTo>
                    <a:pt x="167276" y="363321"/>
                  </a:lnTo>
                  <a:lnTo>
                    <a:pt x="167742" y="363511"/>
                  </a:lnTo>
                  <a:lnTo>
                    <a:pt x="167453" y="363642"/>
                  </a:lnTo>
                  <a:lnTo>
                    <a:pt x="167060" y="364217"/>
                  </a:lnTo>
                  <a:lnTo>
                    <a:pt x="166438" y="365092"/>
                  </a:lnTo>
                  <a:lnTo>
                    <a:pt x="166185" y="365316"/>
                  </a:lnTo>
                  <a:lnTo>
                    <a:pt x="166134" y="365594"/>
                  </a:lnTo>
                  <a:lnTo>
                    <a:pt x="166543" y="366471"/>
                  </a:lnTo>
                  <a:lnTo>
                    <a:pt x="167070" y="367440"/>
                  </a:lnTo>
                  <a:lnTo>
                    <a:pt x="167249" y="367666"/>
                  </a:lnTo>
                  <a:lnTo>
                    <a:pt x="167741" y="368859"/>
                  </a:lnTo>
                  <a:lnTo>
                    <a:pt x="167750" y="369141"/>
                  </a:lnTo>
                  <a:lnTo>
                    <a:pt x="167350" y="369648"/>
                  </a:lnTo>
                  <a:lnTo>
                    <a:pt x="167008" y="369665"/>
                  </a:lnTo>
                  <a:lnTo>
                    <a:pt x="165999" y="370021"/>
                  </a:lnTo>
                  <a:lnTo>
                    <a:pt x="165971" y="370492"/>
                  </a:lnTo>
                  <a:lnTo>
                    <a:pt x="165828" y="370544"/>
                  </a:lnTo>
                  <a:lnTo>
                    <a:pt x="165646" y="370602"/>
                  </a:lnTo>
                  <a:lnTo>
                    <a:pt x="165349" y="370567"/>
                  </a:lnTo>
                  <a:lnTo>
                    <a:pt x="164967" y="369931"/>
                  </a:lnTo>
                  <a:lnTo>
                    <a:pt x="165013" y="369654"/>
                  </a:lnTo>
                  <a:lnTo>
                    <a:pt x="165023" y="369304"/>
                  </a:lnTo>
                  <a:lnTo>
                    <a:pt x="164851" y="368977"/>
                  </a:lnTo>
                  <a:lnTo>
                    <a:pt x="163962" y="368732"/>
                  </a:lnTo>
                  <a:lnTo>
                    <a:pt x="163541" y="368803"/>
                  </a:lnTo>
                  <a:lnTo>
                    <a:pt x="163217" y="369090"/>
                  </a:lnTo>
                  <a:lnTo>
                    <a:pt x="162952" y="369624"/>
                  </a:lnTo>
                  <a:lnTo>
                    <a:pt x="162672" y="370308"/>
                  </a:lnTo>
                  <a:lnTo>
                    <a:pt x="162601" y="370484"/>
                  </a:lnTo>
                  <a:lnTo>
                    <a:pt x="162568" y="370763"/>
                  </a:lnTo>
                  <a:lnTo>
                    <a:pt x="162557" y="371572"/>
                  </a:lnTo>
                  <a:lnTo>
                    <a:pt x="162742" y="371729"/>
                  </a:lnTo>
                  <a:lnTo>
                    <a:pt x="162454" y="372787"/>
                  </a:lnTo>
                  <a:lnTo>
                    <a:pt x="162556" y="373150"/>
                  </a:lnTo>
                  <a:lnTo>
                    <a:pt x="162406" y="373359"/>
                  </a:lnTo>
                  <a:lnTo>
                    <a:pt x="162073" y="373549"/>
                  </a:lnTo>
                  <a:lnTo>
                    <a:pt x="161845" y="373569"/>
                  </a:lnTo>
                  <a:lnTo>
                    <a:pt x="161020" y="373946"/>
                  </a:lnTo>
                  <a:lnTo>
                    <a:pt x="159856" y="374981"/>
                  </a:lnTo>
                  <a:lnTo>
                    <a:pt x="159241" y="375316"/>
                  </a:lnTo>
                  <a:lnTo>
                    <a:pt x="158596" y="375154"/>
                  </a:lnTo>
                  <a:lnTo>
                    <a:pt x="158285" y="374792"/>
                  </a:lnTo>
                  <a:lnTo>
                    <a:pt x="156646" y="375350"/>
                  </a:lnTo>
                  <a:lnTo>
                    <a:pt x="156990" y="375552"/>
                  </a:lnTo>
                  <a:lnTo>
                    <a:pt x="156975" y="375841"/>
                  </a:lnTo>
                  <a:lnTo>
                    <a:pt x="156642" y="376084"/>
                  </a:lnTo>
                  <a:lnTo>
                    <a:pt x="156292" y="376245"/>
                  </a:lnTo>
                  <a:lnTo>
                    <a:pt x="155999" y="376363"/>
                  </a:lnTo>
                  <a:lnTo>
                    <a:pt x="155742" y="376205"/>
                  </a:lnTo>
                  <a:lnTo>
                    <a:pt x="155443" y="376009"/>
                  </a:lnTo>
                  <a:lnTo>
                    <a:pt x="154988" y="375879"/>
                  </a:lnTo>
                  <a:lnTo>
                    <a:pt x="154749" y="375880"/>
                  </a:lnTo>
                  <a:lnTo>
                    <a:pt x="154303" y="375944"/>
                  </a:lnTo>
                  <a:lnTo>
                    <a:pt x="153563" y="376836"/>
                  </a:lnTo>
                  <a:lnTo>
                    <a:pt x="153447" y="377023"/>
                  </a:lnTo>
                  <a:lnTo>
                    <a:pt x="153419" y="377182"/>
                  </a:lnTo>
                  <a:lnTo>
                    <a:pt x="153924" y="377677"/>
                  </a:lnTo>
                  <a:lnTo>
                    <a:pt x="154166" y="377643"/>
                  </a:lnTo>
                  <a:lnTo>
                    <a:pt x="154560" y="377516"/>
                  </a:lnTo>
                  <a:lnTo>
                    <a:pt x="154763" y="377445"/>
                  </a:lnTo>
                  <a:lnTo>
                    <a:pt x="155212" y="377416"/>
                  </a:lnTo>
                  <a:lnTo>
                    <a:pt x="155760" y="377942"/>
                  </a:lnTo>
                  <a:lnTo>
                    <a:pt x="155550" y="378385"/>
                  </a:lnTo>
                  <a:lnTo>
                    <a:pt x="154759" y="379085"/>
                  </a:lnTo>
                  <a:lnTo>
                    <a:pt x="154162" y="379621"/>
                  </a:lnTo>
                  <a:lnTo>
                    <a:pt x="154111" y="379800"/>
                  </a:lnTo>
                  <a:lnTo>
                    <a:pt x="154077" y="380209"/>
                  </a:lnTo>
                  <a:lnTo>
                    <a:pt x="154211" y="380809"/>
                  </a:lnTo>
                  <a:lnTo>
                    <a:pt x="154387" y="380965"/>
                  </a:lnTo>
                  <a:lnTo>
                    <a:pt x="156204" y="381589"/>
                  </a:lnTo>
                  <a:lnTo>
                    <a:pt x="156768" y="381580"/>
                  </a:lnTo>
                  <a:lnTo>
                    <a:pt x="157244" y="381622"/>
                  </a:lnTo>
                  <a:lnTo>
                    <a:pt x="157213" y="381829"/>
                  </a:lnTo>
                  <a:lnTo>
                    <a:pt x="157149" y="382032"/>
                  </a:lnTo>
                  <a:lnTo>
                    <a:pt x="157092" y="382209"/>
                  </a:lnTo>
                  <a:lnTo>
                    <a:pt x="156845" y="382469"/>
                  </a:lnTo>
                  <a:lnTo>
                    <a:pt x="156623" y="382769"/>
                  </a:lnTo>
                  <a:lnTo>
                    <a:pt x="156635" y="383042"/>
                  </a:lnTo>
                  <a:lnTo>
                    <a:pt x="156823" y="383226"/>
                  </a:lnTo>
                  <a:lnTo>
                    <a:pt x="157090" y="383338"/>
                  </a:lnTo>
                  <a:lnTo>
                    <a:pt x="157336" y="383431"/>
                  </a:lnTo>
                  <a:lnTo>
                    <a:pt x="158016" y="383874"/>
                  </a:lnTo>
                  <a:lnTo>
                    <a:pt x="158910" y="384602"/>
                  </a:lnTo>
                  <a:lnTo>
                    <a:pt x="158942" y="384857"/>
                  </a:lnTo>
                  <a:lnTo>
                    <a:pt x="158954" y="385020"/>
                  </a:lnTo>
                  <a:lnTo>
                    <a:pt x="158930" y="385221"/>
                  </a:lnTo>
                  <a:lnTo>
                    <a:pt x="158728" y="385558"/>
                  </a:lnTo>
                  <a:lnTo>
                    <a:pt x="158485" y="385575"/>
                  </a:lnTo>
                  <a:lnTo>
                    <a:pt x="158235" y="385476"/>
                  </a:lnTo>
                  <a:lnTo>
                    <a:pt x="158091" y="385446"/>
                  </a:lnTo>
                  <a:lnTo>
                    <a:pt x="157914" y="385443"/>
                  </a:lnTo>
                  <a:lnTo>
                    <a:pt x="157015" y="385555"/>
                  </a:lnTo>
                  <a:lnTo>
                    <a:pt x="157011" y="385823"/>
                  </a:lnTo>
                  <a:lnTo>
                    <a:pt x="157167" y="385903"/>
                  </a:lnTo>
                  <a:lnTo>
                    <a:pt x="157523" y="385979"/>
                  </a:lnTo>
                  <a:lnTo>
                    <a:pt x="157744" y="386229"/>
                  </a:lnTo>
                  <a:lnTo>
                    <a:pt x="157465" y="387119"/>
                  </a:lnTo>
                  <a:lnTo>
                    <a:pt x="157368" y="387627"/>
                  </a:lnTo>
                  <a:lnTo>
                    <a:pt x="157567" y="387900"/>
                  </a:lnTo>
                  <a:lnTo>
                    <a:pt x="157899" y="387970"/>
                  </a:lnTo>
                  <a:lnTo>
                    <a:pt x="158493" y="388273"/>
                  </a:lnTo>
                  <a:lnTo>
                    <a:pt x="158485" y="388733"/>
                  </a:lnTo>
                  <a:lnTo>
                    <a:pt x="158509" y="388938"/>
                  </a:lnTo>
                  <a:lnTo>
                    <a:pt x="158778" y="389621"/>
                  </a:lnTo>
                  <a:lnTo>
                    <a:pt x="159077" y="389750"/>
                  </a:lnTo>
                  <a:lnTo>
                    <a:pt x="159588" y="389571"/>
                  </a:lnTo>
                  <a:lnTo>
                    <a:pt x="159950" y="389477"/>
                  </a:lnTo>
                  <a:lnTo>
                    <a:pt x="160549" y="389557"/>
                  </a:lnTo>
                  <a:lnTo>
                    <a:pt x="160711" y="389709"/>
                  </a:lnTo>
                  <a:lnTo>
                    <a:pt x="161247" y="390274"/>
                  </a:lnTo>
                  <a:lnTo>
                    <a:pt x="161583" y="390719"/>
                  </a:lnTo>
                  <a:lnTo>
                    <a:pt x="161889" y="390936"/>
                  </a:lnTo>
                  <a:lnTo>
                    <a:pt x="162763" y="391301"/>
                  </a:lnTo>
                  <a:lnTo>
                    <a:pt x="163158" y="391221"/>
                  </a:lnTo>
                  <a:lnTo>
                    <a:pt x="163493" y="391131"/>
                  </a:lnTo>
                  <a:lnTo>
                    <a:pt x="163834" y="391173"/>
                  </a:lnTo>
                  <a:lnTo>
                    <a:pt x="164105" y="391308"/>
                  </a:lnTo>
                  <a:lnTo>
                    <a:pt x="164224" y="391879"/>
                  </a:lnTo>
                  <a:lnTo>
                    <a:pt x="164610" y="392731"/>
                  </a:lnTo>
                  <a:lnTo>
                    <a:pt x="164917" y="393334"/>
                  </a:lnTo>
                  <a:lnTo>
                    <a:pt x="165558" y="393846"/>
                  </a:lnTo>
                  <a:lnTo>
                    <a:pt x="165329" y="394553"/>
                  </a:lnTo>
                  <a:lnTo>
                    <a:pt x="164724" y="395401"/>
                  </a:lnTo>
                  <a:lnTo>
                    <a:pt x="165181" y="395901"/>
                  </a:lnTo>
                  <a:lnTo>
                    <a:pt x="165335" y="396271"/>
                  </a:lnTo>
                  <a:lnTo>
                    <a:pt x="164752" y="396982"/>
                  </a:lnTo>
                  <a:lnTo>
                    <a:pt x="164131" y="397086"/>
                  </a:lnTo>
                  <a:lnTo>
                    <a:pt x="163916" y="397369"/>
                  </a:lnTo>
                  <a:lnTo>
                    <a:pt x="164132" y="398344"/>
                  </a:lnTo>
                  <a:lnTo>
                    <a:pt x="164190" y="398532"/>
                  </a:lnTo>
                  <a:lnTo>
                    <a:pt x="164118" y="399095"/>
                  </a:lnTo>
                  <a:lnTo>
                    <a:pt x="163631" y="399287"/>
                  </a:lnTo>
                  <a:lnTo>
                    <a:pt x="163536" y="399593"/>
                  </a:lnTo>
                  <a:lnTo>
                    <a:pt x="163607" y="399800"/>
                  </a:lnTo>
                  <a:lnTo>
                    <a:pt x="163363" y="400762"/>
                  </a:lnTo>
                  <a:lnTo>
                    <a:pt x="163261" y="401322"/>
                  </a:lnTo>
                  <a:lnTo>
                    <a:pt x="163642" y="401519"/>
                  </a:lnTo>
                  <a:lnTo>
                    <a:pt x="163754" y="402075"/>
                  </a:lnTo>
                  <a:lnTo>
                    <a:pt x="163509" y="402028"/>
                  </a:lnTo>
                  <a:lnTo>
                    <a:pt x="163195" y="402149"/>
                  </a:lnTo>
                  <a:lnTo>
                    <a:pt x="163028" y="402328"/>
                  </a:lnTo>
                  <a:lnTo>
                    <a:pt x="163237" y="402478"/>
                  </a:lnTo>
                  <a:lnTo>
                    <a:pt x="163480" y="402640"/>
                  </a:lnTo>
                  <a:lnTo>
                    <a:pt x="163596" y="402875"/>
                  </a:lnTo>
                  <a:lnTo>
                    <a:pt x="163258" y="403106"/>
                  </a:lnTo>
                  <a:lnTo>
                    <a:pt x="162509" y="403260"/>
                  </a:lnTo>
                  <a:lnTo>
                    <a:pt x="162334" y="403232"/>
                  </a:lnTo>
                  <a:lnTo>
                    <a:pt x="162096" y="403238"/>
                  </a:lnTo>
                  <a:lnTo>
                    <a:pt x="161711" y="403289"/>
                  </a:lnTo>
                  <a:lnTo>
                    <a:pt x="161582" y="403469"/>
                  </a:lnTo>
                  <a:lnTo>
                    <a:pt x="161826" y="403779"/>
                  </a:lnTo>
                  <a:lnTo>
                    <a:pt x="162024" y="403855"/>
                  </a:lnTo>
                  <a:lnTo>
                    <a:pt x="162235" y="403895"/>
                  </a:lnTo>
                  <a:lnTo>
                    <a:pt x="162478" y="403941"/>
                  </a:lnTo>
                  <a:lnTo>
                    <a:pt x="162711" y="404016"/>
                  </a:lnTo>
                  <a:lnTo>
                    <a:pt x="163438" y="404350"/>
                  </a:lnTo>
                  <a:lnTo>
                    <a:pt x="163898" y="404640"/>
                  </a:lnTo>
                  <a:lnTo>
                    <a:pt x="164105" y="405504"/>
                  </a:lnTo>
                  <a:lnTo>
                    <a:pt x="163839" y="405639"/>
                  </a:lnTo>
                  <a:lnTo>
                    <a:pt x="163291" y="405757"/>
                  </a:lnTo>
                  <a:lnTo>
                    <a:pt x="162593" y="405709"/>
                  </a:lnTo>
                  <a:lnTo>
                    <a:pt x="162395" y="405904"/>
                  </a:lnTo>
                  <a:lnTo>
                    <a:pt x="162465" y="406293"/>
                  </a:lnTo>
                  <a:lnTo>
                    <a:pt x="162730" y="407127"/>
                  </a:lnTo>
                  <a:lnTo>
                    <a:pt x="162971" y="408101"/>
                  </a:lnTo>
                  <a:lnTo>
                    <a:pt x="162942" y="409108"/>
                  </a:lnTo>
                  <a:lnTo>
                    <a:pt x="162626" y="409213"/>
                  </a:lnTo>
                  <a:lnTo>
                    <a:pt x="162214" y="409365"/>
                  </a:lnTo>
                  <a:lnTo>
                    <a:pt x="161951" y="409603"/>
                  </a:lnTo>
                  <a:lnTo>
                    <a:pt x="161870" y="409841"/>
                  </a:lnTo>
                  <a:lnTo>
                    <a:pt x="161941" y="410203"/>
                  </a:lnTo>
                  <a:lnTo>
                    <a:pt x="161987" y="410372"/>
                  </a:lnTo>
                  <a:lnTo>
                    <a:pt x="162259" y="410481"/>
                  </a:lnTo>
                  <a:lnTo>
                    <a:pt x="162772" y="410575"/>
                  </a:lnTo>
                  <a:lnTo>
                    <a:pt x="163523" y="410573"/>
                  </a:lnTo>
                  <a:lnTo>
                    <a:pt x="163838" y="410804"/>
                  </a:lnTo>
                  <a:lnTo>
                    <a:pt x="163435" y="411400"/>
                  </a:lnTo>
                  <a:lnTo>
                    <a:pt x="163638" y="411842"/>
                  </a:lnTo>
                  <a:lnTo>
                    <a:pt x="163671" y="412234"/>
                  </a:lnTo>
                  <a:lnTo>
                    <a:pt x="163006" y="412425"/>
                  </a:lnTo>
                  <a:lnTo>
                    <a:pt x="162805" y="412475"/>
                  </a:lnTo>
                  <a:lnTo>
                    <a:pt x="161972" y="412245"/>
                  </a:lnTo>
                  <a:lnTo>
                    <a:pt x="160719" y="412451"/>
                  </a:lnTo>
                  <a:lnTo>
                    <a:pt x="160719" y="412635"/>
                  </a:lnTo>
                  <a:lnTo>
                    <a:pt x="161086" y="413068"/>
                  </a:lnTo>
                  <a:lnTo>
                    <a:pt x="161582" y="413871"/>
                  </a:lnTo>
                  <a:lnTo>
                    <a:pt x="161747" y="414397"/>
                  </a:lnTo>
                  <a:lnTo>
                    <a:pt x="161758" y="414652"/>
                  </a:lnTo>
                  <a:lnTo>
                    <a:pt x="161308" y="415659"/>
                  </a:lnTo>
                  <a:lnTo>
                    <a:pt x="161437" y="415836"/>
                  </a:lnTo>
                  <a:lnTo>
                    <a:pt x="161427" y="416315"/>
                  </a:lnTo>
                  <a:lnTo>
                    <a:pt x="161276" y="416586"/>
                  </a:lnTo>
                  <a:lnTo>
                    <a:pt x="161262" y="417423"/>
                  </a:lnTo>
                  <a:lnTo>
                    <a:pt x="161146" y="417607"/>
                  </a:lnTo>
                  <a:lnTo>
                    <a:pt x="160992" y="417848"/>
                  </a:lnTo>
                  <a:lnTo>
                    <a:pt x="160869" y="418359"/>
                  </a:lnTo>
                  <a:lnTo>
                    <a:pt x="160986" y="418612"/>
                  </a:lnTo>
                  <a:lnTo>
                    <a:pt x="161175" y="418799"/>
                  </a:lnTo>
                  <a:lnTo>
                    <a:pt x="161683" y="418758"/>
                  </a:lnTo>
                  <a:lnTo>
                    <a:pt x="161821" y="419140"/>
                  </a:lnTo>
                  <a:lnTo>
                    <a:pt x="161756" y="419487"/>
                  </a:lnTo>
                  <a:lnTo>
                    <a:pt x="161975" y="419810"/>
                  </a:lnTo>
                  <a:lnTo>
                    <a:pt x="161591" y="420219"/>
                  </a:lnTo>
                  <a:lnTo>
                    <a:pt x="161425" y="420293"/>
                  </a:lnTo>
                  <a:lnTo>
                    <a:pt x="160851" y="419987"/>
                  </a:lnTo>
                  <a:lnTo>
                    <a:pt x="160751" y="419828"/>
                  </a:lnTo>
                  <a:lnTo>
                    <a:pt x="160206" y="419877"/>
                  </a:lnTo>
                  <a:lnTo>
                    <a:pt x="160086" y="420049"/>
                  </a:lnTo>
                  <a:lnTo>
                    <a:pt x="159416" y="420390"/>
                  </a:lnTo>
                  <a:lnTo>
                    <a:pt x="158768" y="420200"/>
                  </a:lnTo>
                  <a:lnTo>
                    <a:pt x="158778" y="420651"/>
                  </a:lnTo>
                  <a:lnTo>
                    <a:pt x="158929" y="420812"/>
                  </a:lnTo>
                  <a:lnTo>
                    <a:pt x="158925" y="421215"/>
                  </a:lnTo>
                  <a:lnTo>
                    <a:pt x="159251" y="421256"/>
                  </a:lnTo>
                  <a:lnTo>
                    <a:pt x="159632" y="421497"/>
                  </a:lnTo>
                  <a:lnTo>
                    <a:pt x="159359" y="421720"/>
                  </a:lnTo>
                  <a:lnTo>
                    <a:pt x="159114" y="421715"/>
                  </a:lnTo>
                  <a:lnTo>
                    <a:pt x="158893" y="421732"/>
                  </a:lnTo>
                  <a:lnTo>
                    <a:pt x="158731" y="421800"/>
                  </a:lnTo>
                  <a:lnTo>
                    <a:pt x="158663" y="422154"/>
                  </a:lnTo>
                  <a:lnTo>
                    <a:pt x="159114" y="422326"/>
                  </a:lnTo>
                  <a:lnTo>
                    <a:pt x="159539" y="422734"/>
                  </a:lnTo>
                  <a:lnTo>
                    <a:pt x="159616" y="423202"/>
                  </a:lnTo>
                  <a:lnTo>
                    <a:pt x="159565" y="423435"/>
                  </a:lnTo>
                  <a:lnTo>
                    <a:pt x="159227" y="423664"/>
                  </a:lnTo>
                  <a:lnTo>
                    <a:pt x="158883" y="424105"/>
                  </a:lnTo>
                  <a:lnTo>
                    <a:pt x="158908" y="424273"/>
                  </a:lnTo>
                  <a:lnTo>
                    <a:pt x="159080" y="424755"/>
                  </a:lnTo>
                  <a:lnTo>
                    <a:pt x="159469" y="425247"/>
                  </a:lnTo>
                  <a:lnTo>
                    <a:pt x="159494" y="425916"/>
                  </a:lnTo>
                  <a:lnTo>
                    <a:pt x="159178" y="426748"/>
                  </a:lnTo>
                  <a:lnTo>
                    <a:pt x="159664" y="427015"/>
                  </a:lnTo>
                  <a:lnTo>
                    <a:pt x="159981" y="427008"/>
                  </a:lnTo>
                  <a:lnTo>
                    <a:pt x="160136" y="427956"/>
                  </a:lnTo>
                  <a:lnTo>
                    <a:pt x="160276" y="428279"/>
                  </a:lnTo>
                  <a:lnTo>
                    <a:pt x="160446" y="428539"/>
                  </a:lnTo>
                  <a:lnTo>
                    <a:pt x="160426" y="428700"/>
                  </a:lnTo>
                  <a:lnTo>
                    <a:pt x="160448" y="429290"/>
                  </a:lnTo>
                  <a:lnTo>
                    <a:pt x="160053" y="429585"/>
                  </a:lnTo>
                  <a:lnTo>
                    <a:pt x="159391" y="429614"/>
                  </a:lnTo>
                  <a:lnTo>
                    <a:pt x="158973" y="429649"/>
                  </a:lnTo>
                  <a:lnTo>
                    <a:pt x="158477" y="429600"/>
                  </a:lnTo>
                  <a:lnTo>
                    <a:pt x="158204" y="429310"/>
                  </a:lnTo>
                  <a:lnTo>
                    <a:pt x="157730" y="429008"/>
                  </a:lnTo>
                  <a:lnTo>
                    <a:pt x="157574" y="428758"/>
                  </a:lnTo>
                  <a:lnTo>
                    <a:pt x="157524" y="428530"/>
                  </a:lnTo>
                  <a:lnTo>
                    <a:pt x="157265" y="428526"/>
                  </a:lnTo>
                  <a:lnTo>
                    <a:pt x="157189" y="428859"/>
                  </a:lnTo>
                  <a:lnTo>
                    <a:pt x="157306" y="429212"/>
                  </a:lnTo>
                  <a:lnTo>
                    <a:pt x="157186" y="429573"/>
                  </a:lnTo>
                  <a:lnTo>
                    <a:pt x="157413" y="429844"/>
                  </a:lnTo>
                  <a:lnTo>
                    <a:pt x="157502" y="430147"/>
                  </a:lnTo>
                  <a:lnTo>
                    <a:pt x="157307" y="430231"/>
                  </a:lnTo>
                  <a:lnTo>
                    <a:pt x="157010" y="430466"/>
                  </a:lnTo>
                  <a:lnTo>
                    <a:pt x="156908" y="431015"/>
                  </a:lnTo>
                  <a:lnTo>
                    <a:pt x="156851" y="431377"/>
                  </a:lnTo>
                  <a:lnTo>
                    <a:pt x="156525" y="431490"/>
                  </a:lnTo>
                  <a:lnTo>
                    <a:pt x="156274" y="431564"/>
                  </a:lnTo>
                  <a:lnTo>
                    <a:pt x="155931" y="431964"/>
                  </a:lnTo>
                  <a:lnTo>
                    <a:pt x="155755" y="432228"/>
                  </a:lnTo>
                  <a:lnTo>
                    <a:pt x="155294" y="432742"/>
                  </a:lnTo>
                  <a:lnTo>
                    <a:pt x="155453" y="433163"/>
                  </a:lnTo>
                  <a:lnTo>
                    <a:pt x="155297" y="433396"/>
                  </a:lnTo>
                  <a:lnTo>
                    <a:pt x="154982" y="433657"/>
                  </a:lnTo>
                  <a:lnTo>
                    <a:pt x="154926" y="433999"/>
                  </a:lnTo>
                  <a:lnTo>
                    <a:pt x="154998" y="434269"/>
                  </a:lnTo>
                  <a:lnTo>
                    <a:pt x="155189" y="434677"/>
                  </a:lnTo>
                  <a:lnTo>
                    <a:pt x="155482" y="434832"/>
                  </a:lnTo>
                  <a:lnTo>
                    <a:pt x="155118" y="435178"/>
                  </a:lnTo>
                  <a:lnTo>
                    <a:pt x="154746" y="435281"/>
                  </a:lnTo>
                  <a:lnTo>
                    <a:pt x="154509" y="434960"/>
                  </a:lnTo>
                  <a:lnTo>
                    <a:pt x="153307" y="435378"/>
                  </a:lnTo>
                  <a:lnTo>
                    <a:pt x="152489" y="435510"/>
                  </a:lnTo>
                  <a:lnTo>
                    <a:pt x="151671" y="435813"/>
                  </a:lnTo>
                  <a:lnTo>
                    <a:pt x="151389" y="435842"/>
                  </a:lnTo>
                  <a:lnTo>
                    <a:pt x="151156" y="435561"/>
                  </a:lnTo>
                  <a:lnTo>
                    <a:pt x="150941" y="435452"/>
                  </a:lnTo>
                  <a:lnTo>
                    <a:pt x="150836" y="435620"/>
                  </a:lnTo>
                  <a:lnTo>
                    <a:pt x="150622" y="435763"/>
                  </a:lnTo>
                  <a:lnTo>
                    <a:pt x="150444" y="435807"/>
                  </a:lnTo>
                  <a:lnTo>
                    <a:pt x="150071" y="435995"/>
                  </a:lnTo>
                  <a:lnTo>
                    <a:pt x="150004" y="436275"/>
                  </a:lnTo>
                  <a:lnTo>
                    <a:pt x="149982" y="436489"/>
                  </a:lnTo>
                  <a:lnTo>
                    <a:pt x="149654" y="436775"/>
                  </a:lnTo>
                  <a:lnTo>
                    <a:pt x="149177" y="437034"/>
                  </a:lnTo>
                  <a:lnTo>
                    <a:pt x="149031" y="437097"/>
                  </a:lnTo>
                  <a:lnTo>
                    <a:pt x="148599" y="437586"/>
                  </a:lnTo>
                  <a:lnTo>
                    <a:pt x="148226" y="437565"/>
                  </a:lnTo>
                  <a:lnTo>
                    <a:pt x="147979" y="437551"/>
                  </a:lnTo>
                  <a:lnTo>
                    <a:pt x="147791" y="437541"/>
                  </a:lnTo>
                  <a:lnTo>
                    <a:pt x="147535" y="437282"/>
                  </a:lnTo>
                  <a:lnTo>
                    <a:pt x="147374" y="437103"/>
                  </a:lnTo>
                  <a:lnTo>
                    <a:pt x="147188" y="436972"/>
                  </a:lnTo>
                  <a:lnTo>
                    <a:pt x="146882" y="436919"/>
                  </a:lnTo>
                  <a:lnTo>
                    <a:pt x="146281" y="437435"/>
                  </a:lnTo>
                  <a:lnTo>
                    <a:pt x="146202" y="437630"/>
                  </a:lnTo>
                  <a:lnTo>
                    <a:pt x="146457" y="437657"/>
                  </a:lnTo>
                  <a:lnTo>
                    <a:pt x="146842" y="437652"/>
                  </a:lnTo>
                  <a:lnTo>
                    <a:pt x="147187" y="437787"/>
                  </a:lnTo>
                  <a:lnTo>
                    <a:pt x="147541" y="438021"/>
                  </a:lnTo>
                  <a:lnTo>
                    <a:pt x="147603" y="438188"/>
                  </a:lnTo>
                  <a:lnTo>
                    <a:pt x="147132" y="438432"/>
                  </a:lnTo>
                  <a:lnTo>
                    <a:pt x="146800" y="438069"/>
                  </a:lnTo>
                  <a:lnTo>
                    <a:pt x="146633" y="438332"/>
                  </a:lnTo>
                  <a:lnTo>
                    <a:pt x="146447" y="438567"/>
                  </a:lnTo>
                  <a:lnTo>
                    <a:pt x="146422" y="438943"/>
                  </a:lnTo>
                  <a:lnTo>
                    <a:pt x="146493" y="439606"/>
                  </a:lnTo>
                  <a:lnTo>
                    <a:pt x="146361" y="439529"/>
                  </a:lnTo>
                  <a:lnTo>
                    <a:pt x="145993" y="439319"/>
                  </a:lnTo>
                  <a:lnTo>
                    <a:pt x="145644" y="439167"/>
                  </a:lnTo>
                  <a:lnTo>
                    <a:pt x="145153" y="439054"/>
                  </a:lnTo>
                  <a:lnTo>
                    <a:pt x="144445" y="438823"/>
                  </a:lnTo>
                  <a:lnTo>
                    <a:pt x="144024" y="438232"/>
                  </a:lnTo>
                  <a:lnTo>
                    <a:pt x="143840" y="438261"/>
                  </a:lnTo>
                  <a:lnTo>
                    <a:pt x="143643" y="438286"/>
                  </a:lnTo>
                  <a:lnTo>
                    <a:pt x="143123" y="438392"/>
                  </a:lnTo>
                  <a:lnTo>
                    <a:pt x="142804" y="438554"/>
                  </a:lnTo>
                  <a:lnTo>
                    <a:pt x="142524" y="438528"/>
                  </a:lnTo>
                  <a:lnTo>
                    <a:pt x="142327" y="438488"/>
                  </a:lnTo>
                  <a:lnTo>
                    <a:pt x="141851" y="438572"/>
                  </a:lnTo>
                  <a:lnTo>
                    <a:pt x="141832" y="439113"/>
                  </a:lnTo>
                  <a:lnTo>
                    <a:pt x="141832" y="439393"/>
                  </a:lnTo>
                  <a:lnTo>
                    <a:pt x="141772" y="440077"/>
                  </a:lnTo>
                  <a:lnTo>
                    <a:pt x="141501" y="440283"/>
                  </a:lnTo>
                  <a:lnTo>
                    <a:pt x="141234" y="440152"/>
                  </a:lnTo>
                  <a:lnTo>
                    <a:pt x="140863" y="440491"/>
                  </a:lnTo>
                  <a:lnTo>
                    <a:pt x="140954" y="440765"/>
                  </a:lnTo>
                  <a:lnTo>
                    <a:pt x="141255" y="441083"/>
                  </a:lnTo>
                  <a:lnTo>
                    <a:pt x="140808" y="441476"/>
                  </a:lnTo>
                  <a:lnTo>
                    <a:pt x="140423" y="441841"/>
                  </a:lnTo>
                  <a:lnTo>
                    <a:pt x="140326" y="441978"/>
                  </a:lnTo>
                  <a:lnTo>
                    <a:pt x="139977" y="442325"/>
                  </a:lnTo>
                  <a:lnTo>
                    <a:pt x="139949" y="442548"/>
                  </a:lnTo>
                  <a:lnTo>
                    <a:pt x="140039" y="443271"/>
                  </a:lnTo>
                  <a:lnTo>
                    <a:pt x="139754" y="443331"/>
                  </a:lnTo>
                  <a:lnTo>
                    <a:pt x="139666" y="443633"/>
                  </a:lnTo>
                  <a:lnTo>
                    <a:pt x="139483" y="444063"/>
                  </a:lnTo>
                  <a:lnTo>
                    <a:pt x="138964" y="444208"/>
                  </a:lnTo>
                  <a:lnTo>
                    <a:pt x="138650" y="444017"/>
                  </a:lnTo>
                  <a:lnTo>
                    <a:pt x="137752" y="443949"/>
                  </a:lnTo>
                  <a:lnTo>
                    <a:pt x="137617" y="443891"/>
                  </a:lnTo>
                  <a:lnTo>
                    <a:pt x="137409" y="443795"/>
                  </a:lnTo>
                  <a:lnTo>
                    <a:pt x="137185" y="443622"/>
                  </a:lnTo>
                  <a:lnTo>
                    <a:pt x="136873" y="443328"/>
                  </a:lnTo>
                  <a:lnTo>
                    <a:pt x="136687" y="443145"/>
                  </a:lnTo>
                  <a:lnTo>
                    <a:pt x="136199" y="443161"/>
                  </a:lnTo>
                  <a:lnTo>
                    <a:pt x="136031" y="443133"/>
                  </a:lnTo>
                  <a:lnTo>
                    <a:pt x="135825" y="443037"/>
                  </a:lnTo>
                  <a:lnTo>
                    <a:pt x="135595" y="442921"/>
                  </a:lnTo>
                  <a:lnTo>
                    <a:pt x="135238" y="442791"/>
                  </a:lnTo>
                  <a:lnTo>
                    <a:pt x="134943" y="442903"/>
                  </a:lnTo>
                  <a:lnTo>
                    <a:pt x="134503" y="442815"/>
                  </a:lnTo>
                  <a:lnTo>
                    <a:pt x="133549" y="442668"/>
                  </a:lnTo>
                  <a:lnTo>
                    <a:pt x="133351" y="443242"/>
                  </a:lnTo>
                  <a:lnTo>
                    <a:pt x="133246" y="443596"/>
                  </a:lnTo>
                  <a:lnTo>
                    <a:pt x="133073" y="444138"/>
                  </a:lnTo>
                  <a:lnTo>
                    <a:pt x="133092" y="444795"/>
                  </a:lnTo>
                  <a:lnTo>
                    <a:pt x="133222" y="445284"/>
                  </a:lnTo>
                  <a:lnTo>
                    <a:pt x="133380" y="445941"/>
                  </a:lnTo>
                  <a:lnTo>
                    <a:pt x="133286" y="446141"/>
                  </a:lnTo>
                  <a:lnTo>
                    <a:pt x="133053" y="446410"/>
                  </a:lnTo>
                  <a:lnTo>
                    <a:pt x="132070" y="446196"/>
                  </a:lnTo>
                  <a:lnTo>
                    <a:pt x="131419" y="446407"/>
                  </a:lnTo>
                  <a:lnTo>
                    <a:pt x="131253" y="446428"/>
                  </a:lnTo>
                  <a:lnTo>
                    <a:pt x="130975" y="446760"/>
                  </a:lnTo>
                  <a:lnTo>
                    <a:pt x="131002" y="447088"/>
                  </a:lnTo>
                  <a:lnTo>
                    <a:pt x="130930" y="447351"/>
                  </a:lnTo>
                  <a:lnTo>
                    <a:pt x="130861" y="447553"/>
                  </a:lnTo>
                  <a:lnTo>
                    <a:pt x="130306" y="448271"/>
                  </a:lnTo>
                  <a:lnTo>
                    <a:pt x="129758" y="448366"/>
                  </a:lnTo>
                  <a:lnTo>
                    <a:pt x="128694" y="448632"/>
                  </a:lnTo>
                  <a:lnTo>
                    <a:pt x="128055" y="448408"/>
                  </a:lnTo>
                  <a:lnTo>
                    <a:pt x="127848" y="448266"/>
                  </a:lnTo>
                  <a:lnTo>
                    <a:pt x="127587" y="448081"/>
                  </a:lnTo>
                  <a:lnTo>
                    <a:pt x="127443" y="447978"/>
                  </a:lnTo>
                  <a:lnTo>
                    <a:pt x="127279" y="447961"/>
                  </a:lnTo>
                  <a:lnTo>
                    <a:pt x="126517" y="447866"/>
                  </a:lnTo>
                  <a:lnTo>
                    <a:pt x="125894" y="447894"/>
                  </a:lnTo>
                  <a:lnTo>
                    <a:pt x="125875" y="448058"/>
                  </a:lnTo>
                  <a:lnTo>
                    <a:pt x="125877" y="448333"/>
                  </a:lnTo>
                  <a:lnTo>
                    <a:pt x="125782" y="448497"/>
                  </a:lnTo>
                  <a:lnTo>
                    <a:pt x="125520" y="448710"/>
                  </a:lnTo>
                  <a:lnTo>
                    <a:pt x="125313" y="448786"/>
                  </a:lnTo>
                  <a:lnTo>
                    <a:pt x="125009" y="448739"/>
                  </a:lnTo>
                  <a:lnTo>
                    <a:pt x="124911" y="448415"/>
                  </a:lnTo>
                  <a:lnTo>
                    <a:pt x="124486" y="448413"/>
                  </a:lnTo>
                  <a:lnTo>
                    <a:pt x="124150" y="448746"/>
                  </a:lnTo>
                  <a:lnTo>
                    <a:pt x="124386" y="449227"/>
                  </a:lnTo>
                  <a:lnTo>
                    <a:pt x="124059" y="449670"/>
                  </a:lnTo>
                  <a:lnTo>
                    <a:pt x="123821" y="449846"/>
                  </a:lnTo>
                  <a:lnTo>
                    <a:pt x="123742" y="449974"/>
                  </a:lnTo>
                  <a:lnTo>
                    <a:pt x="123680" y="450111"/>
                  </a:lnTo>
                  <a:lnTo>
                    <a:pt x="123315" y="450359"/>
                  </a:lnTo>
                  <a:lnTo>
                    <a:pt x="122941" y="450388"/>
                  </a:lnTo>
                  <a:lnTo>
                    <a:pt x="122710" y="450253"/>
                  </a:lnTo>
                  <a:lnTo>
                    <a:pt x="121954" y="450094"/>
                  </a:lnTo>
                  <a:lnTo>
                    <a:pt x="121671" y="450308"/>
                  </a:lnTo>
                  <a:lnTo>
                    <a:pt x="121525" y="450686"/>
                  </a:lnTo>
                  <a:lnTo>
                    <a:pt x="121244" y="451029"/>
                  </a:lnTo>
                  <a:lnTo>
                    <a:pt x="121061" y="450581"/>
                  </a:lnTo>
                  <a:lnTo>
                    <a:pt x="121200" y="449937"/>
                  </a:lnTo>
                  <a:lnTo>
                    <a:pt x="121255" y="449727"/>
                  </a:lnTo>
                  <a:lnTo>
                    <a:pt x="121011" y="449703"/>
                  </a:lnTo>
                  <a:lnTo>
                    <a:pt x="120727" y="449634"/>
                  </a:lnTo>
                  <a:lnTo>
                    <a:pt x="119980" y="448886"/>
                  </a:lnTo>
                  <a:lnTo>
                    <a:pt x="119646" y="448788"/>
                  </a:lnTo>
                  <a:lnTo>
                    <a:pt x="119235" y="448638"/>
                  </a:lnTo>
                  <a:lnTo>
                    <a:pt x="119018" y="448334"/>
                  </a:lnTo>
                  <a:lnTo>
                    <a:pt x="118649" y="447665"/>
                  </a:lnTo>
                  <a:lnTo>
                    <a:pt x="118463" y="447694"/>
                  </a:lnTo>
                  <a:lnTo>
                    <a:pt x="117807" y="447476"/>
                  </a:lnTo>
                  <a:lnTo>
                    <a:pt x="117515" y="448337"/>
                  </a:lnTo>
                  <a:lnTo>
                    <a:pt x="117772" y="448433"/>
                  </a:lnTo>
                  <a:lnTo>
                    <a:pt x="117976" y="448510"/>
                  </a:lnTo>
                  <a:lnTo>
                    <a:pt x="118296" y="448551"/>
                  </a:lnTo>
                  <a:lnTo>
                    <a:pt x="118277" y="448782"/>
                  </a:lnTo>
                  <a:lnTo>
                    <a:pt x="117947" y="449120"/>
                  </a:lnTo>
                  <a:lnTo>
                    <a:pt x="117764" y="449192"/>
                  </a:lnTo>
                  <a:lnTo>
                    <a:pt x="117655" y="449462"/>
                  </a:lnTo>
                  <a:lnTo>
                    <a:pt x="117370" y="449552"/>
                  </a:lnTo>
                  <a:lnTo>
                    <a:pt x="117077" y="449466"/>
                  </a:lnTo>
                  <a:lnTo>
                    <a:pt x="116727" y="449415"/>
                  </a:lnTo>
                  <a:lnTo>
                    <a:pt x="116265" y="449562"/>
                  </a:lnTo>
                  <a:lnTo>
                    <a:pt x="115285" y="449637"/>
                  </a:lnTo>
                  <a:lnTo>
                    <a:pt x="114934" y="449990"/>
                  </a:lnTo>
                  <a:lnTo>
                    <a:pt x="114565" y="449815"/>
                  </a:lnTo>
                  <a:lnTo>
                    <a:pt x="114289" y="449656"/>
                  </a:lnTo>
                  <a:lnTo>
                    <a:pt x="114214" y="449522"/>
                  </a:lnTo>
                  <a:lnTo>
                    <a:pt x="113622" y="449467"/>
                  </a:lnTo>
                  <a:lnTo>
                    <a:pt x="113135" y="449610"/>
                  </a:lnTo>
                  <a:lnTo>
                    <a:pt x="112539" y="449376"/>
                  </a:lnTo>
                  <a:lnTo>
                    <a:pt x="112247" y="449261"/>
                  </a:lnTo>
                  <a:lnTo>
                    <a:pt x="111337" y="449191"/>
                  </a:lnTo>
                  <a:lnTo>
                    <a:pt x="111153" y="449071"/>
                  </a:lnTo>
                  <a:lnTo>
                    <a:pt x="110839" y="449040"/>
                  </a:lnTo>
                  <a:lnTo>
                    <a:pt x="110309" y="449173"/>
                  </a:lnTo>
                  <a:lnTo>
                    <a:pt x="110180" y="448856"/>
                  </a:lnTo>
                  <a:lnTo>
                    <a:pt x="109555" y="448743"/>
                  </a:lnTo>
                  <a:lnTo>
                    <a:pt x="109383" y="448723"/>
                  </a:lnTo>
                  <a:lnTo>
                    <a:pt x="108736" y="448649"/>
                  </a:lnTo>
                  <a:lnTo>
                    <a:pt x="108291" y="448496"/>
                  </a:lnTo>
                  <a:lnTo>
                    <a:pt x="108061" y="448519"/>
                  </a:lnTo>
                  <a:lnTo>
                    <a:pt x="107896" y="448551"/>
                  </a:lnTo>
                  <a:lnTo>
                    <a:pt x="107515" y="448919"/>
                  </a:lnTo>
                  <a:lnTo>
                    <a:pt x="107323" y="449083"/>
                  </a:lnTo>
                  <a:lnTo>
                    <a:pt x="106371" y="449478"/>
                  </a:lnTo>
                  <a:lnTo>
                    <a:pt x="105779" y="449523"/>
                  </a:lnTo>
                  <a:lnTo>
                    <a:pt x="105345" y="449579"/>
                  </a:lnTo>
                  <a:lnTo>
                    <a:pt x="104894" y="449561"/>
                  </a:lnTo>
                  <a:lnTo>
                    <a:pt x="104387" y="449523"/>
                  </a:lnTo>
                  <a:lnTo>
                    <a:pt x="103799" y="449590"/>
                  </a:lnTo>
                  <a:lnTo>
                    <a:pt x="103665" y="449620"/>
                  </a:lnTo>
                  <a:lnTo>
                    <a:pt x="103275" y="449493"/>
                  </a:lnTo>
                  <a:lnTo>
                    <a:pt x="103435" y="449213"/>
                  </a:lnTo>
                  <a:lnTo>
                    <a:pt x="103642" y="448876"/>
                  </a:lnTo>
                  <a:lnTo>
                    <a:pt x="103823" y="448537"/>
                  </a:lnTo>
                  <a:lnTo>
                    <a:pt x="103741" y="448016"/>
                  </a:lnTo>
                  <a:lnTo>
                    <a:pt x="103485" y="448060"/>
                  </a:lnTo>
                  <a:lnTo>
                    <a:pt x="103261" y="448115"/>
                  </a:lnTo>
                  <a:lnTo>
                    <a:pt x="103075" y="448147"/>
                  </a:lnTo>
                  <a:lnTo>
                    <a:pt x="102828" y="448169"/>
                  </a:lnTo>
                  <a:lnTo>
                    <a:pt x="102486" y="448159"/>
                  </a:lnTo>
                  <a:lnTo>
                    <a:pt x="102047" y="448366"/>
                  </a:lnTo>
                  <a:lnTo>
                    <a:pt x="101859" y="448527"/>
                  </a:lnTo>
                  <a:lnTo>
                    <a:pt x="101560" y="448742"/>
                  </a:lnTo>
                  <a:lnTo>
                    <a:pt x="101346" y="448821"/>
                  </a:lnTo>
                  <a:lnTo>
                    <a:pt x="100630" y="448733"/>
                  </a:lnTo>
                  <a:lnTo>
                    <a:pt x="99895" y="448125"/>
                  </a:lnTo>
                  <a:lnTo>
                    <a:pt x="99591" y="447938"/>
                  </a:lnTo>
                  <a:lnTo>
                    <a:pt x="99343" y="447793"/>
                  </a:lnTo>
                  <a:lnTo>
                    <a:pt x="98639" y="447584"/>
                  </a:lnTo>
                  <a:lnTo>
                    <a:pt x="97873" y="447385"/>
                  </a:lnTo>
                  <a:lnTo>
                    <a:pt x="97629" y="447275"/>
                  </a:lnTo>
                  <a:lnTo>
                    <a:pt x="97433" y="447205"/>
                  </a:lnTo>
                  <a:lnTo>
                    <a:pt x="96771" y="447074"/>
                  </a:lnTo>
                  <a:lnTo>
                    <a:pt x="96273" y="447368"/>
                  </a:lnTo>
                  <a:lnTo>
                    <a:pt x="95805" y="447128"/>
                  </a:lnTo>
                  <a:lnTo>
                    <a:pt x="95676" y="446950"/>
                  </a:lnTo>
                  <a:lnTo>
                    <a:pt x="95337" y="446851"/>
                  </a:lnTo>
                  <a:lnTo>
                    <a:pt x="94888" y="446721"/>
                  </a:lnTo>
                  <a:lnTo>
                    <a:pt x="94252" y="446828"/>
                  </a:lnTo>
                  <a:lnTo>
                    <a:pt x="93825" y="446757"/>
                  </a:lnTo>
                  <a:lnTo>
                    <a:pt x="93275" y="447129"/>
                  </a:lnTo>
                  <a:lnTo>
                    <a:pt x="93650" y="447536"/>
                  </a:lnTo>
                  <a:lnTo>
                    <a:pt x="93772" y="447668"/>
                  </a:lnTo>
                  <a:lnTo>
                    <a:pt x="94108" y="448013"/>
                  </a:lnTo>
                  <a:lnTo>
                    <a:pt x="94199" y="448146"/>
                  </a:lnTo>
                  <a:lnTo>
                    <a:pt x="94385" y="448554"/>
                  </a:lnTo>
                  <a:lnTo>
                    <a:pt x="94423" y="448825"/>
                  </a:lnTo>
                  <a:lnTo>
                    <a:pt x="94497" y="449417"/>
                  </a:lnTo>
                  <a:lnTo>
                    <a:pt x="94470" y="449620"/>
                  </a:lnTo>
                  <a:lnTo>
                    <a:pt x="94131" y="449703"/>
                  </a:lnTo>
                  <a:lnTo>
                    <a:pt x="93997" y="449764"/>
                  </a:lnTo>
                  <a:lnTo>
                    <a:pt x="93811" y="449903"/>
                  </a:lnTo>
                  <a:lnTo>
                    <a:pt x="93573" y="450110"/>
                  </a:lnTo>
                  <a:lnTo>
                    <a:pt x="92908" y="450503"/>
                  </a:lnTo>
                  <a:lnTo>
                    <a:pt x="92752" y="450774"/>
                  </a:lnTo>
                  <a:lnTo>
                    <a:pt x="92906" y="451218"/>
                  </a:lnTo>
                  <a:lnTo>
                    <a:pt x="93284" y="451803"/>
                  </a:lnTo>
                  <a:lnTo>
                    <a:pt x="93540" y="452175"/>
                  </a:lnTo>
                  <a:lnTo>
                    <a:pt x="93784" y="452723"/>
                  </a:lnTo>
                  <a:lnTo>
                    <a:pt x="93854" y="452970"/>
                  </a:lnTo>
                  <a:lnTo>
                    <a:pt x="93757" y="453237"/>
                  </a:lnTo>
                  <a:lnTo>
                    <a:pt x="93576" y="453497"/>
                  </a:lnTo>
                  <a:lnTo>
                    <a:pt x="93761" y="453846"/>
                  </a:lnTo>
                  <a:lnTo>
                    <a:pt x="93715" y="454133"/>
                  </a:lnTo>
                  <a:lnTo>
                    <a:pt x="93651" y="454538"/>
                  </a:lnTo>
                  <a:lnTo>
                    <a:pt x="93614" y="454684"/>
                  </a:lnTo>
                  <a:lnTo>
                    <a:pt x="93536" y="454993"/>
                  </a:lnTo>
                  <a:lnTo>
                    <a:pt x="93456" y="455269"/>
                  </a:lnTo>
                  <a:lnTo>
                    <a:pt x="93674" y="456508"/>
                  </a:lnTo>
                  <a:lnTo>
                    <a:pt x="93688" y="456844"/>
                  </a:lnTo>
                  <a:lnTo>
                    <a:pt x="93612" y="457697"/>
                  </a:lnTo>
                  <a:lnTo>
                    <a:pt x="93238" y="458053"/>
                  </a:lnTo>
                  <a:lnTo>
                    <a:pt x="92685" y="458029"/>
                  </a:lnTo>
                  <a:lnTo>
                    <a:pt x="91583" y="456905"/>
                  </a:lnTo>
                  <a:lnTo>
                    <a:pt x="90939" y="456936"/>
                  </a:lnTo>
                  <a:lnTo>
                    <a:pt x="89149" y="456264"/>
                  </a:lnTo>
                  <a:lnTo>
                    <a:pt x="88925" y="456232"/>
                  </a:lnTo>
                  <a:lnTo>
                    <a:pt x="88565" y="456200"/>
                  </a:lnTo>
                  <a:lnTo>
                    <a:pt x="88288" y="456177"/>
                  </a:lnTo>
                  <a:lnTo>
                    <a:pt x="87118" y="456531"/>
                  </a:lnTo>
                  <a:lnTo>
                    <a:pt x="86766" y="456327"/>
                  </a:lnTo>
                  <a:lnTo>
                    <a:pt x="86390" y="456637"/>
                  </a:lnTo>
                  <a:lnTo>
                    <a:pt x="85712" y="456661"/>
                  </a:lnTo>
                  <a:lnTo>
                    <a:pt x="85223" y="456503"/>
                  </a:lnTo>
                  <a:lnTo>
                    <a:pt x="84957" y="456609"/>
                  </a:lnTo>
                  <a:lnTo>
                    <a:pt x="84604" y="456669"/>
                  </a:lnTo>
                  <a:lnTo>
                    <a:pt x="84177" y="456730"/>
                  </a:lnTo>
                  <a:lnTo>
                    <a:pt x="83862" y="456780"/>
                  </a:lnTo>
                  <a:lnTo>
                    <a:pt x="82940" y="457370"/>
                  </a:lnTo>
                  <a:lnTo>
                    <a:pt x="82959" y="457519"/>
                  </a:lnTo>
                  <a:lnTo>
                    <a:pt x="82968" y="458006"/>
                  </a:lnTo>
                  <a:lnTo>
                    <a:pt x="82937" y="458196"/>
                  </a:lnTo>
                  <a:lnTo>
                    <a:pt x="82418" y="458875"/>
                  </a:lnTo>
                  <a:lnTo>
                    <a:pt x="82147" y="458917"/>
                  </a:lnTo>
                  <a:lnTo>
                    <a:pt x="81329" y="459342"/>
                  </a:lnTo>
                  <a:lnTo>
                    <a:pt x="80863" y="459429"/>
                  </a:lnTo>
                  <a:lnTo>
                    <a:pt x="80557" y="459401"/>
                  </a:lnTo>
                  <a:lnTo>
                    <a:pt x="80306" y="459439"/>
                  </a:lnTo>
                  <a:lnTo>
                    <a:pt x="79778" y="460011"/>
                  </a:lnTo>
                  <a:lnTo>
                    <a:pt x="79538" y="460024"/>
                  </a:lnTo>
                  <a:lnTo>
                    <a:pt x="79350" y="460034"/>
                  </a:lnTo>
                  <a:lnTo>
                    <a:pt x="79139" y="460045"/>
                  </a:lnTo>
                  <a:lnTo>
                    <a:pt x="78984" y="460053"/>
                  </a:lnTo>
                  <a:lnTo>
                    <a:pt x="78601" y="460154"/>
                  </a:lnTo>
                  <a:lnTo>
                    <a:pt x="77987" y="460302"/>
                  </a:lnTo>
                  <a:lnTo>
                    <a:pt x="77811" y="460571"/>
                  </a:lnTo>
                  <a:lnTo>
                    <a:pt x="77525" y="460776"/>
                  </a:lnTo>
                  <a:lnTo>
                    <a:pt x="77379" y="460774"/>
                  </a:lnTo>
                  <a:lnTo>
                    <a:pt x="77218" y="461698"/>
                  </a:lnTo>
                  <a:lnTo>
                    <a:pt x="77142" y="462863"/>
                  </a:lnTo>
                  <a:lnTo>
                    <a:pt x="76560" y="463178"/>
                  </a:lnTo>
                  <a:lnTo>
                    <a:pt x="76219" y="463141"/>
                  </a:lnTo>
                  <a:lnTo>
                    <a:pt x="75314" y="463827"/>
                  </a:lnTo>
                  <a:lnTo>
                    <a:pt x="74956" y="464215"/>
                  </a:lnTo>
                  <a:lnTo>
                    <a:pt x="74866" y="464511"/>
                  </a:lnTo>
                  <a:lnTo>
                    <a:pt x="74863" y="464741"/>
                  </a:lnTo>
                  <a:lnTo>
                    <a:pt x="74134" y="465443"/>
                  </a:lnTo>
                  <a:lnTo>
                    <a:pt x="73568" y="465968"/>
                  </a:lnTo>
                  <a:lnTo>
                    <a:pt x="73573" y="466273"/>
                  </a:lnTo>
                  <a:lnTo>
                    <a:pt x="73542" y="466590"/>
                  </a:lnTo>
                  <a:lnTo>
                    <a:pt x="73514" y="466818"/>
                  </a:lnTo>
                  <a:lnTo>
                    <a:pt x="73417" y="467076"/>
                  </a:lnTo>
                  <a:lnTo>
                    <a:pt x="73200" y="467394"/>
                  </a:lnTo>
                  <a:lnTo>
                    <a:pt x="72695" y="467791"/>
                  </a:lnTo>
                  <a:lnTo>
                    <a:pt x="72504" y="467813"/>
                  </a:lnTo>
                  <a:lnTo>
                    <a:pt x="71836" y="467342"/>
                  </a:lnTo>
                  <a:lnTo>
                    <a:pt x="71411" y="467335"/>
                  </a:lnTo>
                  <a:lnTo>
                    <a:pt x="70638" y="467611"/>
                  </a:lnTo>
                  <a:lnTo>
                    <a:pt x="70168" y="467960"/>
                  </a:lnTo>
                  <a:lnTo>
                    <a:pt x="69947" y="468229"/>
                  </a:lnTo>
                  <a:lnTo>
                    <a:pt x="69696" y="468500"/>
                  </a:lnTo>
                  <a:lnTo>
                    <a:pt x="69441" y="468549"/>
                  </a:lnTo>
                  <a:lnTo>
                    <a:pt x="68726" y="468662"/>
                  </a:lnTo>
                  <a:lnTo>
                    <a:pt x="68577" y="468656"/>
                  </a:lnTo>
                  <a:lnTo>
                    <a:pt x="67599" y="468125"/>
                  </a:lnTo>
                  <a:lnTo>
                    <a:pt x="66070" y="468572"/>
                  </a:lnTo>
                  <a:lnTo>
                    <a:pt x="65846" y="468715"/>
                  </a:lnTo>
                  <a:lnTo>
                    <a:pt x="65407" y="469101"/>
                  </a:lnTo>
                  <a:lnTo>
                    <a:pt x="65163" y="469184"/>
                  </a:lnTo>
                  <a:lnTo>
                    <a:pt x="64780" y="469094"/>
                  </a:lnTo>
                  <a:lnTo>
                    <a:pt x="64221" y="468976"/>
                  </a:lnTo>
                  <a:lnTo>
                    <a:pt x="63937" y="468948"/>
                  </a:lnTo>
                  <a:lnTo>
                    <a:pt x="63597" y="468858"/>
                  </a:lnTo>
                  <a:lnTo>
                    <a:pt x="62743" y="468435"/>
                  </a:lnTo>
                  <a:lnTo>
                    <a:pt x="61935" y="468953"/>
                  </a:lnTo>
                  <a:lnTo>
                    <a:pt x="61444" y="469131"/>
                  </a:lnTo>
                  <a:lnTo>
                    <a:pt x="61287" y="469251"/>
                  </a:lnTo>
                  <a:lnTo>
                    <a:pt x="60632" y="469599"/>
                  </a:lnTo>
                  <a:lnTo>
                    <a:pt x="60299" y="469459"/>
                  </a:lnTo>
                  <a:lnTo>
                    <a:pt x="60043" y="469292"/>
                  </a:lnTo>
                  <a:lnTo>
                    <a:pt x="59704" y="469036"/>
                  </a:lnTo>
                  <a:lnTo>
                    <a:pt x="58948" y="469240"/>
                  </a:lnTo>
                  <a:lnTo>
                    <a:pt x="58857" y="469522"/>
                  </a:lnTo>
                  <a:lnTo>
                    <a:pt x="58799" y="469716"/>
                  </a:lnTo>
                  <a:lnTo>
                    <a:pt x="58396" y="470335"/>
                  </a:lnTo>
                  <a:lnTo>
                    <a:pt x="58110" y="470432"/>
                  </a:lnTo>
                  <a:lnTo>
                    <a:pt x="56778" y="469811"/>
                  </a:lnTo>
                  <a:lnTo>
                    <a:pt x="56497" y="469825"/>
                  </a:lnTo>
                  <a:lnTo>
                    <a:pt x="54704" y="469443"/>
                  </a:lnTo>
                  <a:lnTo>
                    <a:pt x="54121" y="470302"/>
                  </a:lnTo>
                  <a:lnTo>
                    <a:pt x="54051" y="470575"/>
                  </a:lnTo>
                  <a:lnTo>
                    <a:pt x="53968" y="470851"/>
                  </a:lnTo>
                  <a:lnTo>
                    <a:pt x="53810" y="471342"/>
                  </a:lnTo>
                  <a:lnTo>
                    <a:pt x="53413" y="471918"/>
                  </a:lnTo>
                  <a:lnTo>
                    <a:pt x="52841" y="472057"/>
                  </a:lnTo>
                  <a:lnTo>
                    <a:pt x="52576" y="472093"/>
                  </a:lnTo>
                  <a:lnTo>
                    <a:pt x="52315" y="472127"/>
                  </a:lnTo>
                  <a:lnTo>
                    <a:pt x="51837" y="472178"/>
                  </a:lnTo>
                  <a:lnTo>
                    <a:pt x="51510" y="472203"/>
                  </a:lnTo>
                  <a:lnTo>
                    <a:pt x="51303" y="472213"/>
                  </a:lnTo>
                  <a:lnTo>
                    <a:pt x="50673" y="472336"/>
                  </a:lnTo>
                  <a:lnTo>
                    <a:pt x="50345" y="472507"/>
                  </a:lnTo>
                  <a:lnTo>
                    <a:pt x="49688" y="472847"/>
                  </a:lnTo>
                  <a:lnTo>
                    <a:pt x="49422" y="472982"/>
                  </a:lnTo>
                  <a:lnTo>
                    <a:pt x="48978" y="473265"/>
                  </a:lnTo>
                  <a:lnTo>
                    <a:pt x="48570" y="473564"/>
                  </a:lnTo>
                  <a:lnTo>
                    <a:pt x="48265" y="473816"/>
                  </a:lnTo>
                  <a:lnTo>
                    <a:pt x="47798" y="474148"/>
                  </a:lnTo>
                  <a:lnTo>
                    <a:pt x="47548" y="474327"/>
                  </a:lnTo>
                  <a:lnTo>
                    <a:pt x="47419" y="474452"/>
                  </a:lnTo>
                  <a:lnTo>
                    <a:pt x="46894" y="474723"/>
                  </a:lnTo>
                  <a:lnTo>
                    <a:pt x="46776" y="474461"/>
                  </a:lnTo>
                  <a:lnTo>
                    <a:pt x="46757" y="474189"/>
                  </a:lnTo>
                  <a:lnTo>
                    <a:pt x="46601" y="473913"/>
                  </a:lnTo>
                  <a:lnTo>
                    <a:pt x="46450" y="473759"/>
                  </a:lnTo>
                  <a:lnTo>
                    <a:pt x="46193" y="473572"/>
                  </a:lnTo>
                  <a:lnTo>
                    <a:pt x="45897" y="473392"/>
                  </a:lnTo>
                  <a:lnTo>
                    <a:pt x="45400" y="473202"/>
                  </a:lnTo>
                  <a:lnTo>
                    <a:pt x="45125" y="473247"/>
                  </a:lnTo>
                  <a:lnTo>
                    <a:pt x="44940" y="473969"/>
                  </a:lnTo>
                  <a:lnTo>
                    <a:pt x="44838" y="474182"/>
                  </a:lnTo>
                  <a:lnTo>
                    <a:pt x="44716" y="474372"/>
                  </a:lnTo>
                  <a:lnTo>
                    <a:pt x="44585" y="474664"/>
                  </a:lnTo>
                  <a:lnTo>
                    <a:pt x="44498" y="474980"/>
                  </a:lnTo>
                  <a:lnTo>
                    <a:pt x="44422" y="475273"/>
                  </a:lnTo>
                  <a:lnTo>
                    <a:pt x="44381" y="475478"/>
                  </a:lnTo>
                  <a:lnTo>
                    <a:pt x="44358" y="475693"/>
                  </a:lnTo>
                  <a:lnTo>
                    <a:pt x="44342" y="475829"/>
                  </a:lnTo>
                  <a:lnTo>
                    <a:pt x="44296" y="475981"/>
                  </a:lnTo>
                  <a:lnTo>
                    <a:pt x="44175" y="476345"/>
                  </a:lnTo>
                  <a:lnTo>
                    <a:pt x="44037" y="476654"/>
                  </a:lnTo>
                  <a:lnTo>
                    <a:pt x="43678" y="477150"/>
                  </a:lnTo>
                  <a:lnTo>
                    <a:pt x="43258" y="477534"/>
                  </a:lnTo>
                  <a:lnTo>
                    <a:pt x="42808" y="477727"/>
                  </a:lnTo>
                  <a:lnTo>
                    <a:pt x="42315" y="477694"/>
                  </a:lnTo>
                  <a:lnTo>
                    <a:pt x="41983" y="477802"/>
                  </a:lnTo>
                  <a:lnTo>
                    <a:pt x="41757" y="478034"/>
                  </a:lnTo>
                  <a:lnTo>
                    <a:pt x="41528" y="478505"/>
                  </a:lnTo>
                  <a:lnTo>
                    <a:pt x="41330" y="478702"/>
                  </a:lnTo>
                  <a:lnTo>
                    <a:pt x="41099" y="478810"/>
                  </a:lnTo>
                  <a:lnTo>
                    <a:pt x="40943" y="478814"/>
                  </a:lnTo>
                  <a:lnTo>
                    <a:pt x="40816" y="478806"/>
                  </a:lnTo>
                  <a:lnTo>
                    <a:pt x="40687" y="478757"/>
                  </a:lnTo>
                  <a:lnTo>
                    <a:pt x="40430" y="478581"/>
                  </a:lnTo>
                  <a:lnTo>
                    <a:pt x="40200" y="478183"/>
                  </a:lnTo>
                  <a:lnTo>
                    <a:pt x="40041" y="477796"/>
                  </a:lnTo>
                  <a:lnTo>
                    <a:pt x="39831" y="477481"/>
                  </a:lnTo>
                  <a:lnTo>
                    <a:pt x="39683" y="477300"/>
                  </a:lnTo>
                  <a:lnTo>
                    <a:pt x="39486" y="477206"/>
                  </a:lnTo>
                  <a:lnTo>
                    <a:pt x="39051" y="477086"/>
                  </a:lnTo>
                  <a:lnTo>
                    <a:pt x="38796" y="477059"/>
                  </a:lnTo>
                  <a:lnTo>
                    <a:pt x="37484" y="477315"/>
                  </a:lnTo>
                  <a:lnTo>
                    <a:pt x="37265" y="477702"/>
                  </a:lnTo>
                  <a:lnTo>
                    <a:pt x="36153" y="478819"/>
                  </a:lnTo>
                  <a:lnTo>
                    <a:pt x="25924" y="478739"/>
                  </a:lnTo>
                  <a:lnTo>
                    <a:pt x="25293" y="478996"/>
                  </a:lnTo>
                  <a:lnTo>
                    <a:pt x="21737" y="479626"/>
                  </a:lnTo>
                  <a:lnTo>
                    <a:pt x="20073" y="479259"/>
                  </a:lnTo>
                  <a:lnTo>
                    <a:pt x="19686" y="479256"/>
                  </a:lnTo>
                  <a:lnTo>
                    <a:pt x="19319" y="479225"/>
                  </a:lnTo>
                  <a:lnTo>
                    <a:pt x="16593" y="462541"/>
                  </a:lnTo>
                  <a:lnTo>
                    <a:pt x="16776" y="462500"/>
                  </a:lnTo>
                  <a:lnTo>
                    <a:pt x="17014" y="462368"/>
                  </a:lnTo>
                  <a:lnTo>
                    <a:pt x="17239" y="462152"/>
                  </a:lnTo>
                  <a:lnTo>
                    <a:pt x="17222" y="461765"/>
                  </a:lnTo>
                  <a:lnTo>
                    <a:pt x="17280" y="461459"/>
                  </a:lnTo>
                  <a:lnTo>
                    <a:pt x="17558" y="461132"/>
                  </a:lnTo>
                  <a:lnTo>
                    <a:pt x="17727" y="461014"/>
                  </a:lnTo>
                  <a:lnTo>
                    <a:pt x="18012" y="460880"/>
                  </a:lnTo>
                  <a:lnTo>
                    <a:pt x="18556" y="460534"/>
                  </a:lnTo>
                  <a:lnTo>
                    <a:pt x="18656" y="460261"/>
                  </a:lnTo>
                  <a:lnTo>
                    <a:pt x="18710" y="460061"/>
                  </a:lnTo>
                  <a:lnTo>
                    <a:pt x="18706" y="459904"/>
                  </a:lnTo>
                  <a:lnTo>
                    <a:pt x="18703" y="459763"/>
                  </a:lnTo>
                  <a:lnTo>
                    <a:pt x="18644" y="459422"/>
                  </a:lnTo>
                  <a:lnTo>
                    <a:pt x="18805" y="458986"/>
                  </a:lnTo>
                  <a:lnTo>
                    <a:pt x="18999" y="458978"/>
                  </a:lnTo>
                  <a:lnTo>
                    <a:pt x="19163" y="458953"/>
                  </a:lnTo>
                  <a:lnTo>
                    <a:pt x="19540" y="458678"/>
                  </a:lnTo>
                  <a:lnTo>
                    <a:pt x="19726" y="458338"/>
                  </a:lnTo>
                  <a:lnTo>
                    <a:pt x="19888" y="458150"/>
                  </a:lnTo>
                  <a:lnTo>
                    <a:pt x="20076" y="457932"/>
                  </a:lnTo>
                  <a:lnTo>
                    <a:pt x="20164" y="457725"/>
                  </a:lnTo>
                  <a:lnTo>
                    <a:pt x="20200" y="457541"/>
                  </a:lnTo>
                  <a:lnTo>
                    <a:pt x="20017" y="456858"/>
                  </a:lnTo>
                  <a:lnTo>
                    <a:pt x="19616" y="456323"/>
                  </a:lnTo>
                  <a:lnTo>
                    <a:pt x="19757" y="456051"/>
                  </a:lnTo>
                  <a:lnTo>
                    <a:pt x="20028" y="455894"/>
                  </a:lnTo>
                  <a:lnTo>
                    <a:pt x="20329" y="455877"/>
                  </a:lnTo>
                  <a:lnTo>
                    <a:pt x="20844" y="455598"/>
                  </a:lnTo>
                  <a:lnTo>
                    <a:pt x="20906" y="455455"/>
                  </a:lnTo>
                  <a:lnTo>
                    <a:pt x="21044" y="454890"/>
                  </a:lnTo>
                  <a:lnTo>
                    <a:pt x="21210" y="454653"/>
                  </a:lnTo>
                  <a:lnTo>
                    <a:pt x="21314" y="454474"/>
                  </a:lnTo>
                  <a:lnTo>
                    <a:pt x="21442" y="454189"/>
                  </a:lnTo>
                  <a:lnTo>
                    <a:pt x="21280" y="453016"/>
                  </a:lnTo>
                  <a:lnTo>
                    <a:pt x="21221" y="452762"/>
                  </a:lnTo>
                  <a:lnTo>
                    <a:pt x="21142" y="452412"/>
                  </a:lnTo>
                  <a:lnTo>
                    <a:pt x="21104" y="452177"/>
                  </a:lnTo>
                  <a:lnTo>
                    <a:pt x="21069" y="451956"/>
                  </a:lnTo>
                  <a:lnTo>
                    <a:pt x="21004" y="451739"/>
                  </a:lnTo>
                  <a:lnTo>
                    <a:pt x="20978" y="451463"/>
                  </a:lnTo>
                  <a:lnTo>
                    <a:pt x="20965" y="451237"/>
                  </a:lnTo>
                  <a:lnTo>
                    <a:pt x="20985" y="451051"/>
                  </a:lnTo>
                  <a:lnTo>
                    <a:pt x="21009" y="450881"/>
                  </a:lnTo>
                  <a:lnTo>
                    <a:pt x="21035" y="450694"/>
                  </a:lnTo>
                  <a:lnTo>
                    <a:pt x="21121" y="450424"/>
                  </a:lnTo>
                  <a:lnTo>
                    <a:pt x="21327" y="449966"/>
                  </a:lnTo>
                  <a:lnTo>
                    <a:pt x="21353" y="449791"/>
                  </a:lnTo>
                  <a:lnTo>
                    <a:pt x="21415" y="449491"/>
                  </a:lnTo>
                  <a:lnTo>
                    <a:pt x="21425" y="449286"/>
                  </a:lnTo>
                  <a:lnTo>
                    <a:pt x="21457" y="448950"/>
                  </a:lnTo>
                  <a:lnTo>
                    <a:pt x="21477" y="448784"/>
                  </a:lnTo>
                  <a:lnTo>
                    <a:pt x="21422" y="448585"/>
                  </a:lnTo>
                  <a:lnTo>
                    <a:pt x="21408" y="448289"/>
                  </a:lnTo>
                  <a:lnTo>
                    <a:pt x="21410" y="448129"/>
                  </a:lnTo>
                  <a:lnTo>
                    <a:pt x="21471" y="447878"/>
                  </a:lnTo>
                  <a:lnTo>
                    <a:pt x="21829" y="447400"/>
                  </a:lnTo>
                  <a:lnTo>
                    <a:pt x="21883" y="447158"/>
                  </a:lnTo>
                  <a:lnTo>
                    <a:pt x="21902" y="447023"/>
                  </a:lnTo>
                  <a:lnTo>
                    <a:pt x="22277" y="446574"/>
                  </a:lnTo>
                  <a:lnTo>
                    <a:pt x="22693" y="446505"/>
                  </a:lnTo>
                  <a:lnTo>
                    <a:pt x="22896" y="446281"/>
                  </a:lnTo>
                  <a:lnTo>
                    <a:pt x="23529" y="444348"/>
                  </a:lnTo>
                  <a:lnTo>
                    <a:pt x="23534" y="444055"/>
                  </a:lnTo>
                  <a:lnTo>
                    <a:pt x="23496" y="443790"/>
                  </a:lnTo>
                  <a:lnTo>
                    <a:pt x="23564" y="443590"/>
                  </a:lnTo>
                  <a:lnTo>
                    <a:pt x="23729" y="443225"/>
                  </a:lnTo>
                  <a:lnTo>
                    <a:pt x="24020" y="442932"/>
                  </a:lnTo>
                  <a:lnTo>
                    <a:pt x="24202" y="442682"/>
                  </a:lnTo>
                  <a:lnTo>
                    <a:pt x="24372" y="442421"/>
                  </a:lnTo>
                  <a:lnTo>
                    <a:pt x="24455" y="442158"/>
                  </a:lnTo>
                  <a:lnTo>
                    <a:pt x="24581" y="441815"/>
                  </a:lnTo>
                  <a:lnTo>
                    <a:pt x="24634" y="441463"/>
                  </a:lnTo>
                  <a:lnTo>
                    <a:pt x="24958" y="441056"/>
                  </a:lnTo>
                  <a:lnTo>
                    <a:pt x="25114" y="440979"/>
                  </a:lnTo>
                  <a:lnTo>
                    <a:pt x="25324" y="440941"/>
                  </a:lnTo>
                  <a:lnTo>
                    <a:pt x="25545" y="440815"/>
                  </a:lnTo>
                  <a:lnTo>
                    <a:pt x="25722" y="440660"/>
                  </a:lnTo>
                  <a:lnTo>
                    <a:pt x="25788" y="440522"/>
                  </a:lnTo>
                  <a:lnTo>
                    <a:pt x="25862" y="440223"/>
                  </a:lnTo>
                  <a:lnTo>
                    <a:pt x="25955" y="439898"/>
                  </a:lnTo>
                  <a:lnTo>
                    <a:pt x="26352" y="439373"/>
                  </a:lnTo>
                  <a:lnTo>
                    <a:pt x="26621" y="439256"/>
                  </a:lnTo>
                  <a:lnTo>
                    <a:pt x="26767" y="439228"/>
                  </a:lnTo>
                  <a:lnTo>
                    <a:pt x="26966" y="439193"/>
                  </a:lnTo>
                  <a:lnTo>
                    <a:pt x="27137" y="439151"/>
                  </a:lnTo>
                  <a:lnTo>
                    <a:pt x="27271" y="439099"/>
                  </a:lnTo>
                  <a:lnTo>
                    <a:pt x="27559" y="438783"/>
                  </a:lnTo>
                  <a:lnTo>
                    <a:pt x="28149" y="438116"/>
                  </a:lnTo>
                  <a:lnTo>
                    <a:pt x="28614" y="437486"/>
                  </a:lnTo>
                  <a:lnTo>
                    <a:pt x="28764" y="437197"/>
                  </a:lnTo>
                  <a:lnTo>
                    <a:pt x="28870" y="436912"/>
                  </a:lnTo>
                  <a:lnTo>
                    <a:pt x="28972" y="436628"/>
                  </a:lnTo>
                  <a:lnTo>
                    <a:pt x="29020" y="436478"/>
                  </a:lnTo>
                  <a:lnTo>
                    <a:pt x="29082" y="436289"/>
                  </a:lnTo>
                  <a:lnTo>
                    <a:pt x="29138" y="436130"/>
                  </a:lnTo>
                  <a:lnTo>
                    <a:pt x="29342" y="435606"/>
                  </a:lnTo>
                  <a:lnTo>
                    <a:pt x="29498" y="435206"/>
                  </a:lnTo>
                  <a:lnTo>
                    <a:pt x="29578" y="435001"/>
                  </a:lnTo>
                  <a:lnTo>
                    <a:pt x="29716" y="434648"/>
                  </a:lnTo>
                  <a:lnTo>
                    <a:pt x="29807" y="434415"/>
                  </a:lnTo>
                  <a:lnTo>
                    <a:pt x="29946" y="434065"/>
                  </a:lnTo>
                  <a:lnTo>
                    <a:pt x="30092" y="433697"/>
                  </a:lnTo>
                  <a:lnTo>
                    <a:pt x="30357" y="433268"/>
                  </a:lnTo>
                  <a:lnTo>
                    <a:pt x="30606" y="433180"/>
                  </a:lnTo>
                  <a:lnTo>
                    <a:pt x="30739" y="432942"/>
                  </a:lnTo>
                  <a:lnTo>
                    <a:pt x="30881" y="432864"/>
                  </a:lnTo>
                  <a:lnTo>
                    <a:pt x="31208" y="432614"/>
                  </a:lnTo>
                  <a:lnTo>
                    <a:pt x="31460" y="432532"/>
                  </a:lnTo>
                  <a:lnTo>
                    <a:pt x="31839" y="431712"/>
                  </a:lnTo>
                  <a:lnTo>
                    <a:pt x="31722" y="431020"/>
                  </a:lnTo>
                  <a:lnTo>
                    <a:pt x="31652" y="430798"/>
                  </a:lnTo>
                  <a:lnTo>
                    <a:pt x="31686" y="430628"/>
                  </a:lnTo>
                  <a:lnTo>
                    <a:pt x="31796" y="430487"/>
                  </a:lnTo>
                  <a:lnTo>
                    <a:pt x="31859" y="430027"/>
                  </a:lnTo>
                  <a:lnTo>
                    <a:pt x="31879" y="429838"/>
                  </a:lnTo>
                  <a:lnTo>
                    <a:pt x="31898" y="429197"/>
                  </a:lnTo>
                  <a:lnTo>
                    <a:pt x="31682" y="428604"/>
                  </a:lnTo>
                  <a:lnTo>
                    <a:pt x="30864" y="427930"/>
                  </a:lnTo>
                  <a:lnTo>
                    <a:pt x="30873" y="427759"/>
                  </a:lnTo>
                  <a:lnTo>
                    <a:pt x="30920" y="427299"/>
                  </a:lnTo>
                  <a:lnTo>
                    <a:pt x="30618" y="426812"/>
                  </a:lnTo>
                  <a:lnTo>
                    <a:pt x="30513" y="426630"/>
                  </a:lnTo>
                  <a:lnTo>
                    <a:pt x="30406" y="425542"/>
                  </a:lnTo>
                  <a:lnTo>
                    <a:pt x="30317" y="424935"/>
                  </a:lnTo>
                  <a:lnTo>
                    <a:pt x="30298" y="424639"/>
                  </a:lnTo>
                  <a:lnTo>
                    <a:pt x="30311" y="424439"/>
                  </a:lnTo>
                  <a:lnTo>
                    <a:pt x="29897" y="421719"/>
                  </a:lnTo>
                  <a:lnTo>
                    <a:pt x="30041" y="421290"/>
                  </a:lnTo>
                  <a:lnTo>
                    <a:pt x="29744" y="420405"/>
                  </a:lnTo>
                  <a:lnTo>
                    <a:pt x="29121" y="419436"/>
                  </a:lnTo>
                  <a:lnTo>
                    <a:pt x="29086" y="419156"/>
                  </a:lnTo>
                  <a:lnTo>
                    <a:pt x="29120" y="418509"/>
                  </a:lnTo>
                  <a:lnTo>
                    <a:pt x="28962" y="417650"/>
                  </a:lnTo>
                  <a:lnTo>
                    <a:pt x="27918" y="417785"/>
                  </a:lnTo>
                  <a:lnTo>
                    <a:pt x="27572" y="417158"/>
                  </a:lnTo>
                  <a:lnTo>
                    <a:pt x="27596" y="416973"/>
                  </a:lnTo>
                  <a:lnTo>
                    <a:pt x="27623" y="416017"/>
                  </a:lnTo>
                  <a:lnTo>
                    <a:pt x="27699" y="415622"/>
                  </a:lnTo>
                  <a:lnTo>
                    <a:pt x="27271" y="414920"/>
                  </a:lnTo>
                  <a:lnTo>
                    <a:pt x="27195" y="414724"/>
                  </a:lnTo>
                  <a:lnTo>
                    <a:pt x="27132" y="414552"/>
                  </a:lnTo>
                  <a:lnTo>
                    <a:pt x="27101" y="414365"/>
                  </a:lnTo>
                  <a:lnTo>
                    <a:pt x="27224" y="414054"/>
                  </a:lnTo>
                  <a:lnTo>
                    <a:pt x="27662" y="413675"/>
                  </a:lnTo>
                  <a:lnTo>
                    <a:pt x="27073" y="412689"/>
                  </a:lnTo>
                  <a:lnTo>
                    <a:pt x="26786" y="412398"/>
                  </a:lnTo>
                  <a:lnTo>
                    <a:pt x="26701" y="411932"/>
                  </a:lnTo>
                  <a:lnTo>
                    <a:pt x="26818" y="411731"/>
                  </a:lnTo>
                  <a:lnTo>
                    <a:pt x="26937" y="411571"/>
                  </a:lnTo>
                  <a:lnTo>
                    <a:pt x="26527" y="409774"/>
                  </a:lnTo>
                  <a:lnTo>
                    <a:pt x="26198" y="409182"/>
                  </a:lnTo>
                  <a:lnTo>
                    <a:pt x="26092" y="408875"/>
                  </a:lnTo>
                  <a:lnTo>
                    <a:pt x="25893" y="408580"/>
                  </a:lnTo>
                  <a:lnTo>
                    <a:pt x="25738" y="407657"/>
                  </a:lnTo>
                  <a:lnTo>
                    <a:pt x="25367" y="406800"/>
                  </a:lnTo>
                  <a:lnTo>
                    <a:pt x="25282" y="406669"/>
                  </a:lnTo>
                  <a:lnTo>
                    <a:pt x="25182" y="406495"/>
                  </a:lnTo>
                  <a:lnTo>
                    <a:pt x="25005" y="405945"/>
                  </a:lnTo>
                  <a:lnTo>
                    <a:pt x="24961" y="405802"/>
                  </a:lnTo>
                  <a:lnTo>
                    <a:pt x="24827" y="405179"/>
                  </a:lnTo>
                  <a:lnTo>
                    <a:pt x="24830" y="404624"/>
                  </a:lnTo>
                  <a:lnTo>
                    <a:pt x="24792" y="404301"/>
                  </a:lnTo>
                  <a:lnTo>
                    <a:pt x="24766" y="404136"/>
                  </a:lnTo>
                  <a:lnTo>
                    <a:pt x="24831" y="403275"/>
                  </a:lnTo>
                  <a:lnTo>
                    <a:pt x="24908" y="403102"/>
                  </a:lnTo>
                  <a:lnTo>
                    <a:pt x="25081" y="401618"/>
                  </a:lnTo>
                  <a:lnTo>
                    <a:pt x="25094" y="400823"/>
                  </a:lnTo>
                  <a:lnTo>
                    <a:pt x="25197" y="400681"/>
                  </a:lnTo>
                  <a:lnTo>
                    <a:pt x="25476" y="400305"/>
                  </a:lnTo>
                  <a:lnTo>
                    <a:pt x="25578" y="400177"/>
                  </a:lnTo>
                  <a:lnTo>
                    <a:pt x="25900" y="398743"/>
                  </a:lnTo>
                  <a:lnTo>
                    <a:pt x="25948" y="398121"/>
                  </a:lnTo>
                  <a:lnTo>
                    <a:pt x="25690" y="397733"/>
                  </a:lnTo>
                  <a:lnTo>
                    <a:pt x="25658" y="397283"/>
                  </a:lnTo>
                  <a:lnTo>
                    <a:pt x="25330" y="395312"/>
                  </a:lnTo>
                  <a:lnTo>
                    <a:pt x="25421" y="395149"/>
                  </a:lnTo>
                  <a:lnTo>
                    <a:pt x="25649" y="394833"/>
                  </a:lnTo>
                  <a:lnTo>
                    <a:pt x="25666" y="394419"/>
                  </a:lnTo>
                  <a:lnTo>
                    <a:pt x="25897" y="393606"/>
                  </a:lnTo>
                  <a:lnTo>
                    <a:pt x="26139" y="393220"/>
                  </a:lnTo>
                  <a:lnTo>
                    <a:pt x="26216" y="393077"/>
                  </a:lnTo>
                  <a:lnTo>
                    <a:pt x="26322" y="392871"/>
                  </a:lnTo>
                  <a:lnTo>
                    <a:pt x="26400" y="392346"/>
                  </a:lnTo>
                  <a:lnTo>
                    <a:pt x="26484" y="392055"/>
                  </a:lnTo>
                  <a:lnTo>
                    <a:pt x="26551" y="391843"/>
                  </a:lnTo>
                  <a:lnTo>
                    <a:pt x="26552" y="391086"/>
                  </a:lnTo>
                  <a:lnTo>
                    <a:pt x="26386" y="390843"/>
                  </a:lnTo>
                  <a:lnTo>
                    <a:pt x="25902" y="389664"/>
                  </a:lnTo>
                  <a:lnTo>
                    <a:pt x="26120" y="389418"/>
                  </a:lnTo>
                  <a:lnTo>
                    <a:pt x="26620" y="389037"/>
                  </a:lnTo>
                  <a:lnTo>
                    <a:pt x="26988" y="388641"/>
                  </a:lnTo>
                  <a:lnTo>
                    <a:pt x="27110" y="388326"/>
                  </a:lnTo>
                  <a:lnTo>
                    <a:pt x="27134" y="388038"/>
                  </a:lnTo>
                  <a:lnTo>
                    <a:pt x="27126" y="387894"/>
                  </a:lnTo>
                  <a:lnTo>
                    <a:pt x="27091" y="387562"/>
                  </a:lnTo>
                  <a:lnTo>
                    <a:pt x="27052" y="387275"/>
                  </a:lnTo>
                  <a:lnTo>
                    <a:pt x="27023" y="386970"/>
                  </a:lnTo>
                  <a:lnTo>
                    <a:pt x="27004" y="386538"/>
                  </a:lnTo>
                  <a:lnTo>
                    <a:pt x="27040" y="386091"/>
                  </a:lnTo>
                  <a:lnTo>
                    <a:pt x="27016" y="385838"/>
                  </a:lnTo>
                  <a:lnTo>
                    <a:pt x="26858" y="385583"/>
                  </a:lnTo>
                  <a:lnTo>
                    <a:pt x="26531" y="385114"/>
                  </a:lnTo>
                  <a:lnTo>
                    <a:pt x="26535" y="384511"/>
                  </a:lnTo>
                  <a:lnTo>
                    <a:pt x="26626" y="383363"/>
                  </a:lnTo>
                  <a:lnTo>
                    <a:pt x="26403" y="383282"/>
                  </a:lnTo>
                  <a:lnTo>
                    <a:pt x="25741" y="382877"/>
                  </a:lnTo>
                  <a:lnTo>
                    <a:pt x="25482" y="382588"/>
                  </a:lnTo>
                  <a:lnTo>
                    <a:pt x="24883" y="381867"/>
                  </a:lnTo>
                  <a:lnTo>
                    <a:pt x="24683" y="381581"/>
                  </a:lnTo>
                  <a:lnTo>
                    <a:pt x="24443" y="381082"/>
                  </a:lnTo>
                  <a:lnTo>
                    <a:pt x="23016" y="379396"/>
                  </a:lnTo>
                  <a:lnTo>
                    <a:pt x="22684" y="379158"/>
                  </a:lnTo>
                  <a:lnTo>
                    <a:pt x="22482" y="378995"/>
                  </a:lnTo>
                  <a:lnTo>
                    <a:pt x="22376" y="378812"/>
                  </a:lnTo>
                  <a:lnTo>
                    <a:pt x="22352" y="378668"/>
                  </a:lnTo>
                  <a:lnTo>
                    <a:pt x="22370" y="378379"/>
                  </a:lnTo>
                  <a:lnTo>
                    <a:pt x="22579" y="378101"/>
                  </a:lnTo>
                  <a:lnTo>
                    <a:pt x="22875" y="378003"/>
                  </a:lnTo>
                  <a:lnTo>
                    <a:pt x="23299" y="378177"/>
                  </a:lnTo>
                  <a:lnTo>
                    <a:pt x="23397" y="378318"/>
                  </a:lnTo>
                  <a:lnTo>
                    <a:pt x="23488" y="378537"/>
                  </a:lnTo>
                  <a:lnTo>
                    <a:pt x="23590" y="378690"/>
                  </a:lnTo>
                  <a:lnTo>
                    <a:pt x="23973" y="378864"/>
                  </a:lnTo>
                  <a:lnTo>
                    <a:pt x="24340" y="378477"/>
                  </a:lnTo>
                  <a:lnTo>
                    <a:pt x="24283" y="378254"/>
                  </a:lnTo>
                  <a:lnTo>
                    <a:pt x="24209" y="378033"/>
                  </a:lnTo>
                  <a:lnTo>
                    <a:pt x="24180" y="377604"/>
                  </a:lnTo>
                  <a:lnTo>
                    <a:pt x="24263" y="377360"/>
                  </a:lnTo>
                  <a:lnTo>
                    <a:pt x="24361" y="377226"/>
                  </a:lnTo>
                  <a:lnTo>
                    <a:pt x="24568" y="377018"/>
                  </a:lnTo>
                  <a:lnTo>
                    <a:pt x="24855" y="376672"/>
                  </a:lnTo>
                  <a:lnTo>
                    <a:pt x="24931" y="376524"/>
                  </a:lnTo>
                  <a:lnTo>
                    <a:pt x="24762" y="376074"/>
                  </a:lnTo>
                  <a:lnTo>
                    <a:pt x="24506" y="376051"/>
                  </a:lnTo>
                  <a:lnTo>
                    <a:pt x="24260" y="376144"/>
                  </a:lnTo>
                  <a:lnTo>
                    <a:pt x="24159" y="376274"/>
                  </a:lnTo>
                  <a:lnTo>
                    <a:pt x="24049" y="376484"/>
                  </a:lnTo>
                  <a:lnTo>
                    <a:pt x="23778" y="376788"/>
                  </a:lnTo>
                  <a:lnTo>
                    <a:pt x="23324" y="376563"/>
                  </a:lnTo>
                  <a:lnTo>
                    <a:pt x="23692" y="376111"/>
                  </a:lnTo>
                  <a:lnTo>
                    <a:pt x="24015" y="375819"/>
                  </a:lnTo>
                  <a:lnTo>
                    <a:pt x="24026" y="375412"/>
                  </a:lnTo>
                  <a:lnTo>
                    <a:pt x="23904" y="375228"/>
                  </a:lnTo>
                  <a:lnTo>
                    <a:pt x="23725" y="375045"/>
                  </a:lnTo>
                  <a:lnTo>
                    <a:pt x="23579" y="374930"/>
                  </a:lnTo>
                  <a:lnTo>
                    <a:pt x="23356" y="374833"/>
                  </a:lnTo>
                  <a:lnTo>
                    <a:pt x="22911" y="374746"/>
                  </a:lnTo>
                  <a:lnTo>
                    <a:pt x="22635" y="374731"/>
                  </a:lnTo>
                  <a:lnTo>
                    <a:pt x="22343" y="374723"/>
                  </a:lnTo>
                  <a:lnTo>
                    <a:pt x="22181" y="374690"/>
                  </a:lnTo>
                  <a:lnTo>
                    <a:pt x="22321" y="374224"/>
                  </a:lnTo>
                  <a:lnTo>
                    <a:pt x="22825" y="374314"/>
                  </a:lnTo>
                  <a:lnTo>
                    <a:pt x="23073" y="374129"/>
                  </a:lnTo>
                  <a:lnTo>
                    <a:pt x="23538" y="373113"/>
                  </a:lnTo>
                  <a:lnTo>
                    <a:pt x="23612" y="372871"/>
                  </a:lnTo>
                  <a:lnTo>
                    <a:pt x="23712" y="372361"/>
                  </a:lnTo>
                  <a:lnTo>
                    <a:pt x="23273" y="371922"/>
                  </a:lnTo>
                  <a:lnTo>
                    <a:pt x="23062" y="371559"/>
                  </a:lnTo>
                  <a:lnTo>
                    <a:pt x="23639" y="371112"/>
                  </a:lnTo>
                  <a:lnTo>
                    <a:pt x="23707" y="370726"/>
                  </a:lnTo>
                  <a:lnTo>
                    <a:pt x="23565" y="370009"/>
                  </a:lnTo>
                  <a:lnTo>
                    <a:pt x="23392" y="369881"/>
                  </a:lnTo>
                  <a:lnTo>
                    <a:pt x="23106" y="369750"/>
                  </a:lnTo>
                  <a:lnTo>
                    <a:pt x="22898" y="369681"/>
                  </a:lnTo>
                  <a:lnTo>
                    <a:pt x="22663" y="369656"/>
                  </a:lnTo>
                  <a:lnTo>
                    <a:pt x="22371" y="369647"/>
                  </a:lnTo>
                  <a:lnTo>
                    <a:pt x="22135" y="369633"/>
                  </a:lnTo>
                  <a:lnTo>
                    <a:pt x="21930" y="369582"/>
                  </a:lnTo>
                  <a:lnTo>
                    <a:pt x="21867" y="368916"/>
                  </a:lnTo>
                  <a:lnTo>
                    <a:pt x="22016" y="368917"/>
                  </a:lnTo>
                  <a:lnTo>
                    <a:pt x="22166" y="368930"/>
                  </a:lnTo>
                  <a:lnTo>
                    <a:pt x="22394" y="368930"/>
                  </a:lnTo>
                  <a:lnTo>
                    <a:pt x="22553" y="368902"/>
                  </a:lnTo>
                  <a:lnTo>
                    <a:pt x="22770" y="368819"/>
                  </a:lnTo>
                  <a:lnTo>
                    <a:pt x="23119" y="368427"/>
                  </a:lnTo>
                  <a:lnTo>
                    <a:pt x="23132" y="368276"/>
                  </a:lnTo>
                  <a:lnTo>
                    <a:pt x="23136" y="367998"/>
                  </a:lnTo>
                  <a:lnTo>
                    <a:pt x="23238" y="367095"/>
                  </a:lnTo>
                  <a:lnTo>
                    <a:pt x="23332" y="366592"/>
                  </a:lnTo>
                  <a:lnTo>
                    <a:pt x="23384" y="366449"/>
                  </a:lnTo>
                  <a:lnTo>
                    <a:pt x="23669" y="365960"/>
                  </a:lnTo>
                  <a:lnTo>
                    <a:pt x="23736" y="365801"/>
                  </a:lnTo>
                  <a:lnTo>
                    <a:pt x="23770" y="365659"/>
                  </a:lnTo>
                  <a:lnTo>
                    <a:pt x="23797" y="365364"/>
                  </a:lnTo>
                  <a:lnTo>
                    <a:pt x="23765" y="365160"/>
                  </a:lnTo>
                  <a:lnTo>
                    <a:pt x="23714" y="364986"/>
                  </a:lnTo>
                  <a:lnTo>
                    <a:pt x="23449" y="364446"/>
                  </a:lnTo>
                  <a:lnTo>
                    <a:pt x="23327" y="364230"/>
                  </a:lnTo>
                  <a:lnTo>
                    <a:pt x="22558" y="363649"/>
                  </a:lnTo>
                  <a:lnTo>
                    <a:pt x="22099" y="363345"/>
                  </a:lnTo>
                  <a:lnTo>
                    <a:pt x="22407" y="362215"/>
                  </a:lnTo>
                  <a:lnTo>
                    <a:pt x="22665" y="362232"/>
                  </a:lnTo>
                  <a:lnTo>
                    <a:pt x="23253" y="362427"/>
                  </a:lnTo>
                  <a:lnTo>
                    <a:pt x="23523" y="362664"/>
                  </a:lnTo>
                  <a:lnTo>
                    <a:pt x="24443" y="362248"/>
                  </a:lnTo>
                  <a:lnTo>
                    <a:pt x="24125" y="362216"/>
                  </a:lnTo>
                  <a:lnTo>
                    <a:pt x="24056" y="361291"/>
                  </a:lnTo>
                  <a:lnTo>
                    <a:pt x="24441" y="361257"/>
                  </a:lnTo>
                  <a:lnTo>
                    <a:pt x="25460" y="360974"/>
                  </a:lnTo>
                  <a:lnTo>
                    <a:pt x="25688" y="360647"/>
                  </a:lnTo>
                  <a:lnTo>
                    <a:pt x="25768" y="360504"/>
                  </a:lnTo>
                  <a:lnTo>
                    <a:pt x="26050" y="360080"/>
                  </a:lnTo>
                  <a:lnTo>
                    <a:pt x="26263" y="359887"/>
                  </a:lnTo>
                  <a:lnTo>
                    <a:pt x="26508" y="359620"/>
                  </a:lnTo>
                  <a:lnTo>
                    <a:pt x="27114" y="358802"/>
                  </a:lnTo>
                  <a:lnTo>
                    <a:pt x="27293" y="358671"/>
                  </a:lnTo>
                  <a:lnTo>
                    <a:pt x="27685" y="358474"/>
                  </a:lnTo>
                  <a:lnTo>
                    <a:pt x="28221" y="358190"/>
                  </a:lnTo>
                  <a:lnTo>
                    <a:pt x="28449" y="357908"/>
                  </a:lnTo>
                  <a:lnTo>
                    <a:pt x="28511" y="357567"/>
                  </a:lnTo>
                  <a:lnTo>
                    <a:pt x="28435" y="357286"/>
                  </a:lnTo>
                  <a:lnTo>
                    <a:pt x="28433" y="356858"/>
                  </a:lnTo>
                  <a:lnTo>
                    <a:pt x="28456" y="356729"/>
                  </a:lnTo>
                  <a:lnTo>
                    <a:pt x="28688" y="356265"/>
                  </a:lnTo>
                  <a:lnTo>
                    <a:pt x="29005" y="356021"/>
                  </a:lnTo>
                  <a:lnTo>
                    <a:pt x="29555" y="355572"/>
                  </a:lnTo>
                  <a:lnTo>
                    <a:pt x="29765" y="355380"/>
                  </a:lnTo>
                  <a:lnTo>
                    <a:pt x="30447" y="354723"/>
                  </a:lnTo>
                  <a:lnTo>
                    <a:pt x="30779" y="354300"/>
                  </a:lnTo>
                  <a:lnTo>
                    <a:pt x="30918" y="354105"/>
                  </a:lnTo>
                  <a:lnTo>
                    <a:pt x="31263" y="353624"/>
                  </a:lnTo>
                  <a:lnTo>
                    <a:pt x="31362" y="353496"/>
                  </a:lnTo>
                  <a:lnTo>
                    <a:pt x="31659" y="353120"/>
                  </a:lnTo>
                  <a:lnTo>
                    <a:pt x="32055" y="352645"/>
                  </a:lnTo>
                  <a:lnTo>
                    <a:pt x="32723" y="351827"/>
                  </a:lnTo>
                  <a:lnTo>
                    <a:pt x="33059" y="351280"/>
                  </a:lnTo>
                  <a:lnTo>
                    <a:pt x="34068" y="349614"/>
                  </a:lnTo>
                  <a:lnTo>
                    <a:pt x="34210" y="349642"/>
                  </a:lnTo>
                  <a:lnTo>
                    <a:pt x="34411" y="349681"/>
                  </a:lnTo>
                  <a:lnTo>
                    <a:pt x="34641" y="349694"/>
                  </a:lnTo>
                  <a:lnTo>
                    <a:pt x="35079" y="348985"/>
                  </a:lnTo>
                  <a:lnTo>
                    <a:pt x="34895" y="348771"/>
                  </a:lnTo>
                  <a:lnTo>
                    <a:pt x="34598" y="348284"/>
                  </a:lnTo>
                  <a:lnTo>
                    <a:pt x="34816" y="347820"/>
                  </a:lnTo>
                  <a:lnTo>
                    <a:pt x="35475" y="347264"/>
                  </a:lnTo>
                  <a:lnTo>
                    <a:pt x="35532" y="347131"/>
                  </a:lnTo>
                  <a:lnTo>
                    <a:pt x="35590" y="346803"/>
                  </a:lnTo>
                  <a:lnTo>
                    <a:pt x="34703" y="346080"/>
                  </a:lnTo>
                  <a:lnTo>
                    <a:pt x="33969" y="346117"/>
                  </a:lnTo>
                  <a:lnTo>
                    <a:pt x="33822" y="346105"/>
                  </a:lnTo>
                  <a:lnTo>
                    <a:pt x="33251" y="345994"/>
                  </a:lnTo>
                  <a:lnTo>
                    <a:pt x="32785" y="345668"/>
                  </a:lnTo>
                  <a:lnTo>
                    <a:pt x="32623" y="345274"/>
                  </a:lnTo>
                  <a:lnTo>
                    <a:pt x="32545" y="344842"/>
                  </a:lnTo>
                  <a:lnTo>
                    <a:pt x="32541" y="344535"/>
                  </a:lnTo>
                  <a:lnTo>
                    <a:pt x="32567" y="344126"/>
                  </a:lnTo>
                  <a:lnTo>
                    <a:pt x="32708" y="343729"/>
                  </a:lnTo>
                  <a:lnTo>
                    <a:pt x="32977" y="342703"/>
                  </a:lnTo>
                  <a:lnTo>
                    <a:pt x="33024" y="342533"/>
                  </a:lnTo>
                  <a:lnTo>
                    <a:pt x="33120" y="342278"/>
                  </a:lnTo>
                  <a:lnTo>
                    <a:pt x="33560" y="341965"/>
                  </a:lnTo>
                  <a:lnTo>
                    <a:pt x="33880" y="341957"/>
                  </a:lnTo>
                  <a:lnTo>
                    <a:pt x="34783" y="341889"/>
                  </a:lnTo>
                  <a:lnTo>
                    <a:pt x="35010" y="341844"/>
                  </a:lnTo>
                  <a:lnTo>
                    <a:pt x="35252" y="341788"/>
                  </a:lnTo>
                  <a:lnTo>
                    <a:pt x="36273" y="341645"/>
                  </a:lnTo>
                  <a:lnTo>
                    <a:pt x="36907" y="341563"/>
                  </a:lnTo>
                  <a:lnTo>
                    <a:pt x="37150" y="341526"/>
                  </a:lnTo>
                  <a:lnTo>
                    <a:pt x="37720" y="341171"/>
                  </a:lnTo>
                  <a:lnTo>
                    <a:pt x="38048" y="340355"/>
                  </a:lnTo>
                  <a:lnTo>
                    <a:pt x="37952" y="339584"/>
                  </a:lnTo>
                  <a:lnTo>
                    <a:pt x="37993" y="339173"/>
                  </a:lnTo>
                  <a:lnTo>
                    <a:pt x="38047" y="338977"/>
                  </a:lnTo>
                  <a:lnTo>
                    <a:pt x="38101" y="338819"/>
                  </a:lnTo>
                  <a:lnTo>
                    <a:pt x="38611" y="337989"/>
                  </a:lnTo>
                  <a:lnTo>
                    <a:pt x="38536" y="337608"/>
                  </a:lnTo>
                  <a:lnTo>
                    <a:pt x="39029" y="336915"/>
                  </a:lnTo>
                  <a:lnTo>
                    <a:pt x="39278" y="336633"/>
                  </a:lnTo>
                  <a:lnTo>
                    <a:pt x="39621" y="336063"/>
                  </a:lnTo>
                  <a:lnTo>
                    <a:pt x="39385" y="335616"/>
                  </a:lnTo>
                  <a:lnTo>
                    <a:pt x="39048" y="335225"/>
                  </a:lnTo>
                  <a:lnTo>
                    <a:pt x="38945" y="335092"/>
                  </a:lnTo>
                  <a:lnTo>
                    <a:pt x="38799" y="334868"/>
                  </a:lnTo>
                  <a:lnTo>
                    <a:pt x="38657" y="334472"/>
                  </a:lnTo>
                  <a:lnTo>
                    <a:pt x="38614" y="334173"/>
                  </a:lnTo>
                  <a:lnTo>
                    <a:pt x="38620" y="333886"/>
                  </a:lnTo>
                  <a:lnTo>
                    <a:pt x="38604" y="333714"/>
                  </a:lnTo>
                  <a:lnTo>
                    <a:pt x="38571" y="333428"/>
                  </a:lnTo>
                  <a:lnTo>
                    <a:pt x="38276" y="332803"/>
                  </a:lnTo>
                  <a:lnTo>
                    <a:pt x="38787" y="332008"/>
                  </a:lnTo>
                  <a:lnTo>
                    <a:pt x="39407" y="331878"/>
                  </a:lnTo>
                  <a:lnTo>
                    <a:pt x="39522" y="331718"/>
                  </a:lnTo>
                  <a:lnTo>
                    <a:pt x="39302" y="330882"/>
                  </a:lnTo>
                  <a:lnTo>
                    <a:pt x="39166" y="330750"/>
                  </a:lnTo>
                  <a:lnTo>
                    <a:pt x="38852" y="330463"/>
                  </a:lnTo>
                  <a:lnTo>
                    <a:pt x="38636" y="330305"/>
                  </a:lnTo>
                  <a:lnTo>
                    <a:pt x="38212" y="330069"/>
                  </a:lnTo>
                  <a:lnTo>
                    <a:pt x="37734" y="329981"/>
                  </a:lnTo>
                  <a:lnTo>
                    <a:pt x="37548" y="329970"/>
                  </a:lnTo>
                  <a:lnTo>
                    <a:pt x="37261" y="329936"/>
                  </a:lnTo>
                  <a:lnTo>
                    <a:pt x="37129" y="329894"/>
                  </a:lnTo>
                  <a:lnTo>
                    <a:pt x="36940" y="329787"/>
                  </a:lnTo>
                  <a:lnTo>
                    <a:pt x="36532" y="329624"/>
                  </a:lnTo>
                  <a:lnTo>
                    <a:pt x="36191" y="329491"/>
                  </a:lnTo>
                  <a:lnTo>
                    <a:pt x="35871" y="329229"/>
                  </a:lnTo>
                  <a:lnTo>
                    <a:pt x="35637" y="328817"/>
                  </a:lnTo>
                  <a:lnTo>
                    <a:pt x="35814" y="328278"/>
                  </a:lnTo>
                  <a:lnTo>
                    <a:pt x="36185" y="328062"/>
                  </a:lnTo>
                  <a:lnTo>
                    <a:pt x="36397" y="327972"/>
                  </a:lnTo>
                  <a:lnTo>
                    <a:pt x="36531" y="327939"/>
                  </a:lnTo>
                  <a:lnTo>
                    <a:pt x="36922" y="327907"/>
                  </a:lnTo>
                  <a:lnTo>
                    <a:pt x="37063" y="327878"/>
                  </a:lnTo>
                  <a:lnTo>
                    <a:pt x="37923" y="327477"/>
                  </a:lnTo>
                  <a:lnTo>
                    <a:pt x="37992" y="327289"/>
                  </a:lnTo>
                  <a:lnTo>
                    <a:pt x="37739" y="326551"/>
                  </a:lnTo>
                  <a:lnTo>
                    <a:pt x="37097" y="326059"/>
                  </a:lnTo>
                  <a:lnTo>
                    <a:pt x="36292" y="325593"/>
                  </a:lnTo>
                  <a:lnTo>
                    <a:pt x="35544" y="325313"/>
                  </a:lnTo>
                  <a:lnTo>
                    <a:pt x="35403" y="325283"/>
                  </a:lnTo>
                  <a:lnTo>
                    <a:pt x="34630" y="325073"/>
                  </a:lnTo>
                  <a:lnTo>
                    <a:pt x="34423" y="324948"/>
                  </a:lnTo>
                  <a:lnTo>
                    <a:pt x="34185" y="324396"/>
                  </a:lnTo>
                  <a:lnTo>
                    <a:pt x="34064" y="324098"/>
                  </a:lnTo>
                  <a:lnTo>
                    <a:pt x="33636" y="323105"/>
                  </a:lnTo>
                  <a:lnTo>
                    <a:pt x="33090" y="322245"/>
                  </a:lnTo>
                  <a:lnTo>
                    <a:pt x="32433" y="321160"/>
                  </a:lnTo>
                  <a:lnTo>
                    <a:pt x="32306" y="320946"/>
                  </a:lnTo>
                  <a:lnTo>
                    <a:pt x="32180" y="320734"/>
                  </a:lnTo>
                  <a:lnTo>
                    <a:pt x="31993" y="320316"/>
                  </a:lnTo>
                  <a:lnTo>
                    <a:pt x="31834" y="320042"/>
                  </a:lnTo>
                  <a:lnTo>
                    <a:pt x="31198" y="318943"/>
                  </a:lnTo>
                  <a:lnTo>
                    <a:pt x="31059" y="318723"/>
                  </a:lnTo>
                  <a:lnTo>
                    <a:pt x="30932" y="318559"/>
                  </a:lnTo>
                  <a:lnTo>
                    <a:pt x="30695" y="318378"/>
                  </a:lnTo>
                  <a:lnTo>
                    <a:pt x="30322" y="318192"/>
                  </a:lnTo>
                  <a:lnTo>
                    <a:pt x="29536" y="317701"/>
                  </a:lnTo>
                  <a:lnTo>
                    <a:pt x="29367" y="317590"/>
                  </a:lnTo>
                  <a:lnTo>
                    <a:pt x="29141" y="317486"/>
                  </a:lnTo>
                  <a:lnTo>
                    <a:pt x="28790" y="317436"/>
                  </a:lnTo>
                  <a:lnTo>
                    <a:pt x="28217" y="317248"/>
                  </a:lnTo>
                  <a:lnTo>
                    <a:pt x="28086" y="317178"/>
                  </a:lnTo>
                  <a:lnTo>
                    <a:pt x="27954" y="317070"/>
                  </a:lnTo>
                  <a:lnTo>
                    <a:pt x="27842" y="316913"/>
                  </a:lnTo>
                  <a:lnTo>
                    <a:pt x="27742" y="316710"/>
                  </a:lnTo>
                  <a:lnTo>
                    <a:pt x="27703" y="316549"/>
                  </a:lnTo>
                  <a:lnTo>
                    <a:pt x="27707" y="316147"/>
                  </a:lnTo>
                  <a:lnTo>
                    <a:pt x="27796" y="315903"/>
                  </a:lnTo>
                  <a:lnTo>
                    <a:pt x="27935" y="315685"/>
                  </a:lnTo>
                  <a:lnTo>
                    <a:pt x="28116" y="315422"/>
                  </a:lnTo>
                  <a:lnTo>
                    <a:pt x="28154" y="315059"/>
                  </a:lnTo>
                  <a:lnTo>
                    <a:pt x="27264" y="314136"/>
                  </a:lnTo>
                  <a:lnTo>
                    <a:pt x="27136" y="313748"/>
                  </a:lnTo>
                  <a:lnTo>
                    <a:pt x="27055" y="313253"/>
                  </a:lnTo>
                  <a:lnTo>
                    <a:pt x="27085" y="312762"/>
                  </a:lnTo>
                  <a:lnTo>
                    <a:pt x="27221" y="312430"/>
                  </a:lnTo>
                  <a:lnTo>
                    <a:pt x="27315" y="311368"/>
                  </a:lnTo>
                  <a:lnTo>
                    <a:pt x="27052" y="310815"/>
                  </a:lnTo>
                  <a:lnTo>
                    <a:pt x="26977" y="310430"/>
                  </a:lnTo>
                  <a:lnTo>
                    <a:pt x="27171" y="309925"/>
                  </a:lnTo>
                  <a:lnTo>
                    <a:pt x="27425" y="309662"/>
                  </a:lnTo>
                  <a:lnTo>
                    <a:pt x="27705" y="308296"/>
                  </a:lnTo>
                  <a:lnTo>
                    <a:pt x="27625" y="308130"/>
                  </a:lnTo>
                  <a:lnTo>
                    <a:pt x="27492" y="307844"/>
                  </a:lnTo>
                  <a:lnTo>
                    <a:pt x="27192" y="307106"/>
                  </a:lnTo>
                  <a:lnTo>
                    <a:pt x="27239" y="305848"/>
                  </a:lnTo>
                  <a:lnTo>
                    <a:pt x="27327" y="305613"/>
                  </a:lnTo>
                  <a:lnTo>
                    <a:pt x="27583" y="305114"/>
                  </a:lnTo>
                  <a:lnTo>
                    <a:pt x="28869" y="304625"/>
                  </a:lnTo>
                  <a:lnTo>
                    <a:pt x="29749" y="304377"/>
                  </a:lnTo>
                  <a:lnTo>
                    <a:pt x="29943" y="303889"/>
                  </a:lnTo>
                  <a:lnTo>
                    <a:pt x="29907" y="303487"/>
                  </a:lnTo>
                  <a:lnTo>
                    <a:pt x="29872" y="303139"/>
                  </a:lnTo>
                  <a:lnTo>
                    <a:pt x="29949" y="302733"/>
                  </a:lnTo>
                  <a:lnTo>
                    <a:pt x="29989" y="302519"/>
                  </a:lnTo>
                  <a:lnTo>
                    <a:pt x="30022" y="302347"/>
                  </a:lnTo>
                  <a:lnTo>
                    <a:pt x="30114" y="301985"/>
                  </a:lnTo>
                  <a:lnTo>
                    <a:pt x="30124" y="301542"/>
                  </a:lnTo>
                  <a:lnTo>
                    <a:pt x="30192" y="300663"/>
                  </a:lnTo>
                  <a:lnTo>
                    <a:pt x="30777" y="299953"/>
                  </a:lnTo>
                  <a:lnTo>
                    <a:pt x="31128" y="299870"/>
                  </a:lnTo>
                  <a:lnTo>
                    <a:pt x="31566" y="299906"/>
                  </a:lnTo>
                  <a:lnTo>
                    <a:pt x="31928" y="299946"/>
                  </a:lnTo>
                  <a:lnTo>
                    <a:pt x="32195" y="299988"/>
                  </a:lnTo>
                  <a:lnTo>
                    <a:pt x="32568" y="300045"/>
                  </a:lnTo>
                  <a:lnTo>
                    <a:pt x="33126" y="300066"/>
                  </a:lnTo>
                  <a:lnTo>
                    <a:pt x="33522" y="299995"/>
                  </a:lnTo>
                  <a:lnTo>
                    <a:pt x="33713" y="299919"/>
                  </a:lnTo>
                  <a:lnTo>
                    <a:pt x="34488" y="299296"/>
                  </a:lnTo>
                  <a:lnTo>
                    <a:pt x="34654" y="299047"/>
                  </a:lnTo>
                  <a:lnTo>
                    <a:pt x="34817" y="298778"/>
                  </a:lnTo>
                  <a:lnTo>
                    <a:pt x="35493" y="298045"/>
                  </a:lnTo>
                  <a:lnTo>
                    <a:pt x="36772" y="297458"/>
                  </a:lnTo>
                  <a:lnTo>
                    <a:pt x="37165" y="297299"/>
                  </a:lnTo>
                  <a:lnTo>
                    <a:pt x="37780" y="296692"/>
                  </a:lnTo>
                  <a:lnTo>
                    <a:pt x="37845" y="296418"/>
                  </a:lnTo>
                  <a:lnTo>
                    <a:pt x="37903" y="296014"/>
                  </a:lnTo>
                  <a:lnTo>
                    <a:pt x="37950" y="295665"/>
                  </a:lnTo>
                  <a:lnTo>
                    <a:pt x="38412" y="294468"/>
                  </a:lnTo>
                  <a:lnTo>
                    <a:pt x="39752" y="292865"/>
                  </a:lnTo>
                  <a:lnTo>
                    <a:pt x="40982" y="293140"/>
                  </a:lnTo>
                  <a:lnTo>
                    <a:pt x="41936" y="293456"/>
                  </a:lnTo>
                  <a:lnTo>
                    <a:pt x="43022" y="292243"/>
                  </a:lnTo>
                  <a:lnTo>
                    <a:pt x="42934" y="292081"/>
                  </a:lnTo>
                  <a:lnTo>
                    <a:pt x="42847" y="291679"/>
                  </a:lnTo>
                  <a:lnTo>
                    <a:pt x="42909" y="291546"/>
                  </a:lnTo>
                  <a:lnTo>
                    <a:pt x="42976" y="290869"/>
                  </a:lnTo>
                  <a:lnTo>
                    <a:pt x="42772" y="290401"/>
                  </a:lnTo>
                  <a:lnTo>
                    <a:pt x="42858" y="290051"/>
                  </a:lnTo>
                  <a:lnTo>
                    <a:pt x="43373" y="289852"/>
                  </a:lnTo>
                  <a:lnTo>
                    <a:pt x="43527" y="289875"/>
                  </a:lnTo>
                  <a:lnTo>
                    <a:pt x="44115" y="289826"/>
                  </a:lnTo>
                  <a:lnTo>
                    <a:pt x="44500" y="289205"/>
                  </a:lnTo>
                  <a:lnTo>
                    <a:pt x="44564" y="288698"/>
                  </a:lnTo>
                  <a:lnTo>
                    <a:pt x="44636" y="287333"/>
                  </a:lnTo>
                  <a:lnTo>
                    <a:pt x="44660" y="286612"/>
                  </a:lnTo>
                  <a:lnTo>
                    <a:pt x="44272" y="286506"/>
                  </a:lnTo>
                  <a:lnTo>
                    <a:pt x="43823" y="285874"/>
                  </a:lnTo>
                  <a:lnTo>
                    <a:pt x="43299" y="285192"/>
                  </a:lnTo>
                  <a:lnTo>
                    <a:pt x="43401" y="284249"/>
                  </a:lnTo>
                  <a:lnTo>
                    <a:pt x="43616" y="283663"/>
                  </a:lnTo>
                  <a:lnTo>
                    <a:pt x="43684" y="283366"/>
                  </a:lnTo>
                  <a:lnTo>
                    <a:pt x="44298" y="282678"/>
                  </a:lnTo>
                  <a:lnTo>
                    <a:pt x="44499" y="281405"/>
                  </a:lnTo>
                  <a:lnTo>
                    <a:pt x="44538" y="281042"/>
                  </a:lnTo>
                  <a:lnTo>
                    <a:pt x="46030" y="279429"/>
                  </a:lnTo>
                  <a:lnTo>
                    <a:pt x="46518" y="278869"/>
                  </a:lnTo>
                  <a:lnTo>
                    <a:pt x="46914" y="276879"/>
                  </a:lnTo>
                  <a:lnTo>
                    <a:pt x="47691" y="276218"/>
                  </a:lnTo>
                  <a:lnTo>
                    <a:pt x="47753" y="276074"/>
                  </a:lnTo>
                  <a:lnTo>
                    <a:pt x="47848" y="275541"/>
                  </a:lnTo>
                  <a:lnTo>
                    <a:pt x="47993" y="275209"/>
                  </a:lnTo>
                  <a:lnTo>
                    <a:pt x="48092" y="275016"/>
                  </a:lnTo>
                  <a:lnTo>
                    <a:pt x="48570" y="274333"/>
                  </a:lnTo>
                  <a:lnTo>
                    <a:pt x="48641" y="273936"/>
                  </a:lnTo>
                  <a:lnTo>
                    <a:pt x="48462" y="273416"/>
                  </a:lnTo>
                  <a:lnTo>
                    <a:pt x="48325" y="272615"/>
                  </a:lnTo>
                  <a:lnTo>
                    <a:pt x="48459" y="272557"/>
                  </a:lnTo>
                  <a:lnTo>
                    <a:pt x="48628" y="272367"/>
                  </a:lnTo>
                  <a:lnTo>
                    <a:pt x="49011" y="271576"/>
                  </a:lnTo>
                  <a:lnTo>
                    <a:pt x="48963" y="271422"/>
                  </a:lnTo>
                  <a:lnTo>
                    <a:pt x="48775" y="270446"/>
                  </a:lnTo>
                  <a:lnTo>
                    <a:pt x="48798" y="270277"/>
                  </a:lnTo>
                  <a:lnTo>
                    <a:pt x="48830" y="269862"/>
                  </a:lnTo>
                  <a:lnTo>
                    <a:pt x="48807" y="269732"/>
                  </a:lnTo>
                  <a:lnTo>
                    <a:pt x="47989" y="268256"/>
                  </a:lnTo>
                  <a:lnTo>
                    <a:pt x="47761" y="268158"/>
                  </a:lnTo>
                  <a:lnTo>
                    <a:pt x="47526" y="267522"/>
                  </a:lnTo>
                  <a:lnTo>
                    <a:pt x="47705" y="267133"/>
                  </a:lnTo>
                  <a:lnTo>
                    <a:pt x="48130" y="266548"/>
                  </a:lnTo>
                  <a:lnTo>
                    <a:pt x="48312" y="266403"/>
                  </a:lnTo>
                  <a:lnTo>
                    <a:pt x="49582" y="265579"/>
                  </a:lnTo>
                  <a:lnTo>
                    <a:pt x="50051" y="265403"/>
                  </a:lnTo>
                  <a:lnTo>
                    <a:pt x="50559" y="265369"/>
                  </a:lnTo>
                  <a:lnTo>
                    <a:pt x="50750" y="265326"/>
                  </a:lnTo>
                  <a:lnTo>
                    <a:pt x="51505" y="265274"/>
                  </a:lnTo>
                  <a:lnTo>
                    <a:pt x="51761" y="265214"/>
                  </a:lnTo>
                  <a:lnTo>
                    <a:pt x="52131" y="265035"/>
                  </a:lnTo>
                  <a:lnTo>
                    <a:pt x="52742" y="264483"/>
                  </a:lnTo>
                  <a:lnTo>
                    <a:pt x="52981" y="264347"/>
                  </a:lnTo>
                  <a:lnTo>
                    <a:pt x="53315" y="264167"/>
                  </a:lnTo>
                  <a:lnTo>
                    <a:pt x="54155" y="263327"/>
                  </a:lnTo>
                  <a:lnTo>
                    <a:pt x="54418" y="262895"/>
                  </a:lnTo>
                  <a:lnTo>
                    <a:pt x="54477" y="262719"/>
                  </a:lnTo>
                  <a:lnTo>
                    <a:pt x="54549" y="262431"/>
                  </a:lnTo>
                  <a:lnTo>
                    <a:pt x="54565" y="262264"/>
                  </a:lnTo>
                  <a:lnTo>
                    <a:pt x="54775" y="261428"/>
                  </a:lnTo>
                  <a:lnTo>
                    <a:pt x="55283" y="261084"/>
                  </a:lnTo>
                  <a:lnTo>
                    <a:pt x="55530" y="260428"/>
                  </a:lnTo>
                  <a:lnTo>
                    <a:pt x="55506" y="259308"/>
                  </a:lnTo>
                  <a:lnTo>
                    <a:pt x="55296" y="258847"/>
                  </a:lnTo>
                  <a:lnTo>
                    <a:pt x="55367" y="258718"/>
                  </a:lnTo>
                  <a:lnTo>
                    <a:pt x="55561" y="258332"/>
                  </a:lnTo>
                  <a:lnTo>
                    <a:pt x="55632" y="258192"/>
                  </a:lnTo>
                  <a:lnTo>
                    <a:pt x="56132" y="257650"/>
                  </a:lnTo>
                  <a:lnTo>
                    <a:pt x="56238" y="257469"/>
                  </a:lnTo>
                  <a:lnTo>
                    <a:pt x="56437" y="257064"/>
                  </a:lnTo>
                  <a:lnTo>
                    <a:pt x="56609" y="256594"/>
                  </a:lnTo>
                  <a:lnTo>
                    <a:pt x="56754" y="256112"/>
                  </a:lnTo>
                  <a:lnTo>
                    <a:pt x="56842" y="255866"/>
                  </a:lnTo>
                  <a:lnTo>
                    <a:pt x="56912" y="255706"/>
                  </a:lnTo>
                  <a:lnTo>
                    <a:pt x="57016" y="255510"/>
                  </a:lnTo>
                  <a:lnTo>
                    <a:pt x="57324" y="255264"/>
                  </a:lnTo>
                  <a:lnTo>
                    <a:pt x="57517" y="255016"/>
                  </a:lnTo>
                  <a:lnTo>
                    <a:pt x="57666" y="254486"/>
                  </a:lnTo>
                  <a:lnTo>
                    <a:pt x="57463" y="253942"/>
                  </a:lnTo>
                  <a:lnTo>
                    <a:pt x="57476" y="253749"/>
                  </a:lnTo>
                  <a:lnTo>
                    <a:pt x="57501" y="253615"/>
                  </a:lnTo>
                  <a:lnTo>
                    <a:pt x="57579" y="253346"/>
                  </a:lnTo>
                  <a:lnTo>
                    <a:pt x="58237" y="252409"/>
                  </a:lnTo>
                  <a:lnTo>
                    <a:pt x="58447" y="252322"/>
                  </a:lnTo>
                  <a:lnTo>
                    <a:pt x="58553" y="251676"/>
                  </a:lnTo>
                  <a:lnTo>
                    <a:pt x="58416" y="251686"/>
                  </a:lnTo>
                  <a:lnTo>
                    <a:pt x="58058" y="251722"/>
                  </a:lnTo>
                  <a:lnTo>
                    <a:pt x="57624" y="251787"/>
                  </a:lnTo>
                  <a:lnTo>
                    <a:pt x="57367" y="251739"/>
                  </a:lnTo>
                  <a:lnTo>
                    <a:pt x="57124" y="251633"/>
                  </a:lnTo>
                  <a:lnTo>
                    <a:pt x="56603" y="251338"/>
                  </a:lnTo>
                  <a:lnTo>
                    <a:pt x="56425" y="251120"/>
                  </a:lnTo>
                  <a:lnTo>
                    <a:pt x="55984" y="249391"/>
                  </a:lnTo>
                  <a:lnTo>
                    <a:pt x="55719" y="249544"/>
                  </a:lnTo>
                  <a:lnTo>
                    <a:pt x="55499" y="249763"/>
                  </a:lnTo>
                  <a:lnTo>
                    <a:pt x="55014" y="250044"/>
                  </a:lnTo>
                  <a:lnTo>
                    <a:pt x="54838" y="249845"/>
                  </a:lnTo>
                  <a:lnTo>
                    <a:pt x="54972" y="249389"/>
                  </a:lnTo>
                  <a:lnTo>
                    <a:pt x="55034" y="249217"/>
                  </a:lnTo>
                  <a:lnTo>
                    <a:pt x="55071" y="248943"/>
                  </a:lnTo>
                  <a:lnTo>
                    <a:pt x="54674" y="248497"/>
                  </a:lnTo>
                  <a:lnTo>
                    <a:pt x="54457" y="248529"/>
                  </a:lnTo>
                  <a:lnTo>
                    <a:pt x="54197" y="248580"/>
                  </a:lnTo>
                  <a:lnTo>
                    <a:pt x="54061" y="248621"/>
                  </a:lnTo>
                  <a:lnTo>
                    <a:pt x="53618" y="248617"/>
                  </a:lnTo>
                  <a:lnTo>
                    <a:pt x="53445" y="247944"/>
                  </a:lnTo>
                  <a:lnTo>
                    <a:pt x="54021" y="247589"/>
                  </a:lnTo>
                  <a:lnTo>
                    <a:pt x="54248" y="246945"/>
                  </a:lnTo>
                  <a:lnTo>
                    <a:pt x="55497" y="245960"/>
                  </a:lnTo>
                  <a:lnTo>
                    <a:pt x="56287" y="245998"/>
                  </a:lnTo>
                  <a:lnTo>
                    <a:pt x="56480" y="246008"/>
                  </a:lnTo>
                  <a:lnTo>
                    <a:pt x="56893" y="246028"/>
                  </a:lnTo>
                  <a:lnTo>
                    <a:pt x="58384" y="245618"/>
                  </a:lnTo>
                  <a:lnTo>
                    <a:pt x="59305" y="245777"/>
                  </a:lnTo>
                  <a:lnTo>
                    <a:pt x="60641" y="246160"/>
                  </a:lnTo>
                  <a:lnTo>
                    <a:pt x="61506" y="245940"/>
                  </a:lnTo>
                  <a:lnTo>
                    <a:pt x="61664" y="245945"/>
                  </a:lnTo>
                  <a:lnTo>
                    <a:pt x="62061" y="245991"/>
                  </a:lnTo>
                  <a:lnTo>
                    <a:pt x="62655" y="245989"/>
                  </a:lnTo>
                  <a:lnTo>
                    <a:pt x="62991" y="245866"/>
                  </a:lnTo>
                  <a:lnTo>
                    <a:pt x="63720" y="245184"/>
                  </a:lnTo>
                  <a:lnTo>
                    <a:pt x="63836" y="244677"/>
                  </a:lnTo>
                  <a:lnTo>
                    <a:pt x="63849" y="244398"/>
                  </a:lnTo>
                  <a:lnTo>
                    <a:pt x="63846" y="244229"/>
                  </a:lnTo>
                  <a:lnTo>
                    <a:pt x="63836" y="243680"/>
                  </a:lnTo>
                  <a:lnTo>
                    <a:pt x="64259" y="243079"/>
                  </a:lnTo>
                  <a:lnTo>
                    <a:pt x="64424" y="242922"/>
                  </a:lnTo>
                  <a:lnTo>
                    <a:pt x="64677" y="242710"/>
                  </a:lnTo>
                  <a:lnTo>
                    <a:pt x="64946" y="242504"/>
                  </a:lnTo>
                  <a:lnTo>
                    <a:pt x="65429" y="242292"/>
                  </a:lnTo>
                  <a:lnTo>
                    <a:pt x="65823" y="242162"/>
                  </a:lnTo>
                  <a:lnTo>
                    <a:pt x="66220" y="242135"/>
                  </a:lnTo>
                  <a:lnTo>
                    <a:pt x="66456" y="241998"/>
                  </a:lnTo>
                  <a:lnTo>
                    <a:pt x="66707" y="241716"/>
                  </a:lnTo>
                  <a:lnTo>
                    <a:pt x="66790" y="240967"/>
                  </a:lnTo>
                  <a:lnTo>
                    <a:pt x="66657" y="240686"/>
                  </a:lnTo>
                  <a:lnTo>
                    <a:pt x="66513" y="240533"/>
                  </a:lnTo>
                  <a:lnTo>
                    <a:pt x="66334" y="240180"/>
                  </a:lnTo>
                  <a:lnTo>
                    <a:pt x="66357" y="239981"/>
                  </a:lnTo>
                  <a:lnTo>
                    <a:pt x="66444" y="239747"/>
                  </a:lnTo>
                  <a:lnTo>
                    <a:pt x="66529" y="239597"/>
                  </a:lnTo>
                  <a:lnTo>
                    <a:pt x="66660" y="239408"/>
                  </a:lnTo>
                  <a:lnTo>
                    <a:pt x="66876" y="238585"/>
                  </a:lnTo>
                  <a:lnTo>
                    <a:pt x="67080" y="237791"/>
                  </a:lnTo>
                  <a:lnTo>
                    <a:pt x="67133" y="237427"/>
                  </a:lnTo>
                  <a:lnTo>
                    <a:pt x="67080" y="237282"/>
                  </a:lnTo>
                  <a:lnTo>
                    <a:pt x="66745" y="236907"/>
                  </a:lnTo>
                  <a:lnTo>
                    <a:pt x="66633" y="236731"/>
                  </a:lnTo>
                  <a:lnTo>
                    <a:pt x="66713" y="236296"/>
                  </a:lnTo>
                  <a:lnTo>
                    <a:pt x="67102" y="236262"/>
                  </a:lnTo>
                  <a:lnTo>
                    <a:pt x="67442" y="236547"/>
                  </a:lnTo>
                  <a:lnTo>
                    <a:pt x="67589" y="236785"/>
                  </a:lnTo>
                  <a:lnTo>
                    <a:pt x="67779" y="236983"/>
                  </a:lnTo>
                  <a:lnTo>
                    <a:pt x="68055" y="236816"/>
                  </a:lnTo>
                  <a:lnTo>
                    <a:pt x="68073" y="236618"/>
                  </a:lnTo>
                  <a:lnTo>
                    <a:pt x="68061" y="236257"/>
                  </a:lnTo>
                  <a:lnTo>
                    <a:pt x="67651" y="235872"/>
                  </a:lnTo>
                  <a:lnTo>
                    <a:pt x="67492" y="235869"/>
                  </a:lnTo>
                  <a:lnTo>
                    <a:pt x="67092" y="235661"/>
                  </a:lnTo>
                  <a:lnTo>
                    <a:pt x="67050" y="235441"/>
                  </a:lnTo>
                  <a:lnTo>
                    <a:pt x="67022" y="235288"/>
                  </a:lnTo>
                  <a:lnTo>
                    <a:pt x="67223" y="235267"/>
                  </a:lnTo>
                  <a:lnTo>
                    <a:pt x="67658" y="235002"/>
                  </a:lnTo>
                  <a:lnTo>
                    <a:pt x="68046" y="234926"/>
                  </a:lnTo>
                  <a:lnTo>
                    <a:pt x="68290" y="234913"/>
                  </a:lnTo>
                  <a:lnTo>
                    <a:pt x="68696" y="234716"/>
                  </a:lnTo>
                  <a:lnTo>
                    <a:pt x="68864" y="234599"/>
                  </a:lnTo>
                  <a:lnTo>
                    <a:pt x="69421" y="234366"/>
                  </a:lnTo>
                  <a:lnTo>
                    <a:pt x="69671" y="234322"/>
                  </a:lnTo>
                  <a:lnTo>
                    <a:pt x="69914" y="234297"/>
                  </a:lnTo>
                  <a:lnTo>
                    <a:pt x="70135" y="234285"/>
                  </a:lnTo>
                  <a:lnTo>
                    <a:pt x="70380" y="234293"/>
                  </a:lnTo>
                  <a:lnTo>
                    <a:pt x="70890" y="234421"/>
                  </a:lnTo>
                  <a:lnTo>
                    <a:pt x="71038" y="234560"/>
                  </a:lnTo>
                  <a:lnTo>
                    <a:pt x="71458" y="234757"/>
                  </a:lnTo>
                  <a:lnTo>
                    <a:pt x="73024" y="235183"/>
                  </a:lnTo>
                  <a:lnTo>
                    <a:pt x="73551" y="235278"/>
                  </a:lnTo>
                  <a:lnTo>
                    <a:pt x="73708" y="235394"/>
                  </a:lnTo>
                  <a:lnTo>
                    <a:pt x="74592" y="235740"/>
                  </a:lnTo>
                  <a:lnTo>
                    <a:pt x="74789" y="235747"/>
                  </a:lnTo>
                  <a:lnTo>
                    <a:pt x="75012" y="235686"/>
                  </a:lnTo>
                  <a:lnTo>
                    <a:pt x="75250" y="235382"/>
                  </a:lnTo>
                  <a:lnTo>
                    <a:pt x="75788" y="235185"/>
                  </a:lnTo>
                  <a:lnTo>
                    <a:pt x="76230" y="235415"/>
                  </a:lnTo>
                  <a:lnTo>
                    <a:pt x="76767" y="235560"/>
                  </a:lnTo>
                  <a:lnTo>
                    <a:pt x="77666" y="235790"/>
                  </a:lnTo>
                  <a:lnTo>
                    <a:pt x="78086" y="236067"/>
                  </a:lnTo>
                  <a:lnTo>
                    <a:pt x="78593" y="236421"/>
                  </a:lnTo>
                  <a:lnTo>
                    <a:pt x="78779" y="236748"/>
                  </a:lnTo>
                  <a:lnTo>
                    <a:pt x="79041" y="237071"/>
                  </a:lnTo>
                  <a:lnTo>
                    <a:pt x="80477" y="237538"/>
                  </a:lnTo>
                  <a:lnTo>
                    <a:pt x="81712" y="237904"/>
                  </a:lnTo>
                  <a:lnTo>
                    <a:pt x="81981" y="237810"/>
                  </a:lnTo>
                  <a:lnTo>
                    <a:pt x="82770" y="237317"/>
                  </a:lnTo>
                  <a:lnTo>
                    <a:pt x="83250" y="237011"/>
                  </a:lnTo>
                  <a:lnTo>
                    <a:pt x="83489" y="236686"/>
                  </a:lnTo>
                  <a:lnTo>
                    <a:pt x="84045" y="236242"/>
                  </a:lnTo>
                  <a:lnTo>
                    <a:pt x="84542" y="236493"/>
                  </a:lnTo>
                  <a:lnTo>
                    <a:pt x="84907" y="236698"/>
                  </a:lnTo>
                  <a:lnTo>
                    <a:pt x="85900" y="236904"/>
                  </a:lnTo>
                  <a:lnTo>
                    <a:pt x="86147" y="236632"/>
                  </a:lnTo>
                  <a:lnTo>
                    <a:pt x="86828" y="236442"/>
                  </a:lnTo>
                  <a:lnTo>
                    <a:pt x="87285" y="236514"/>
                  </a:lnTo>
                  <a:lnTo>
                    <a:pt x="87592" y="236633"/>
                  </a:lnTo>
                  <a:lnTo>
                    <a:pt x="88162" y="236734"/>
                  </a:lnTo>
                  <a:lnTo>
                    <a:pt x="88211" y="236497"/>
                  </a:lnTo>
                  <a:lnTo>
                    <a:pt x="88205" y="235507"/>
                  </a:lnTo>
                  <a:lnTo>
                    <a:pt x="88274" y="234916"/>
                  </a:lnTo>
                  <a:lnTo>
                    <a:pt x="87920" y="234537"/>
                  </a:lnTo>
                  <a:lnTo>
                    <a:pt x="87795" y="234324"/>
                  </a:lnTo>
                  <a:lnTo>
                    <a:pt x="87830" y="234028"/>
                  </a:lnTo>
                  <a:lnTo>
                    <a:pt x="89062" y="233117"/>
                  </a:lnTo>
                  <a:lnTo>
                    <a:pt x="89290" y="232720"/>
                  </a:lnTo>
                  <a:lnTo>
                    <a:pt x="89647" y="231671"/>
                  </a:lnTo>
                  <a:lnTo>
                    <a:pt x="89529" y="231423"/>
                  </a:lnTo>
                  <a:lnTo>
                    <a:pt x="89615" y="229736"/>
                  </a:lnTo>
                  <a:lnTo>
                    <a:pt x="89724" y="228160"/>
                  </a:lnTo>
                  <a:lnTo>
                    <a:pt x="89772" y="227927"/>
                  </a:lnTo>
                  <a:lnTo>
                    <a:pt x="89839" y="227782"/>
                  </a:lnTo>
                  <a:lnTo>
                    <a:pt x="90629" y="227192"/>
                  </a:lnTo>
                  <a:lnTo>
                    <a:pt x="91301" y="226448"/>
                  </a:lnTo>
                  <a:lnTo>
                    <a:pt x="91895" y="225690"/>
                  </a:lnTo>
                  <a:lnTo>
                    <a:pt x="92383" y="225192"/>
                  </a:lnTo>
                  <a:lnTo>
                    <a:pt x="92509" y="224929"/>
                  </a:lnTo>
                  <a:lnTo>
                    <a:pt x="92562" y="224789"/>
                  </a:lnTo>
                  <a:lnTo>
                    <a:pt x="92854" y="223424"/>
                  </a:lnTo>
                  <a:lnTo>
                    <a:pt x="93080" y="223015"/>
                  </a:lnTo>
                  <a:lnTo>
                    <a:pt x="93344" y="222613"/>
                  </a:lnTo>
                  <a:lnTo>
                    <a:pt x="93774" y="222419"/>
                  </a:lnTo>
                  <a:lnTo>
                    <a:pt x="94056" y="222090"/>
                  </a:lnTo>
                  <a:lnTo>
                    <a:pt x="94169" y="221951"/>
                  </a:lnTo>
                  <a:lnTo>
                    <a:pt x="94438" y="221434"/>
                  </a:lnTo>
                  <a:lnTo>
                    <a:pt x="94514" y="221183"/>
                  </a:lnTo>
                  <a:lnTo>
                    <a:pt x="94693" y="220756"/>
                  </a:lnTo>
                  <a:lnTo>
                    <a:pt x="94928" y="220331"/>
                  </a:lnTo>
                  <a:lnTo>
                    <a:pt x="95233" y="219954"/>
                  </a:lnTo>
                  <a:lnTo>
                    <a:pt x="95708" y="219316"/>
                  </a:lnTo>
                  <a:lnTo>
                    <a:pt x="95970" y="218947"/>
                  </a:lnTo>
                  <a:lnTo>
                    <a:pt x="96066" y="218800"/>
                  </a:lnTo>
                  <a:lnTo>
                    <a:pt x="96090" y="218616"/>
                  </a:lnTo>
                  <a:lnTo>
                    <a:pt x="96513" y="218229"/>
                  </a:lnTo>
                  <a:lnTo>
                    <a:pt x="96623" y="218087"/>
                  </a:lnTo>
                  <a:lnTo>
                    <a:pt x="96929" y="217078"/>
                  </a:lnTo>
                  <a:lnTo>
                    <a:pt x="97153" y="216486"/>
                  </a:lnTo>
                  <a:lnTo>
                    <a:pt x="97383" y="216300"/>
                  </a:lnTo>
                  <a:lnTo>
                    <a:pt x="97737" y="216019"/>
                  </a:lnTo>
                  <a:lnTo>
                    <a:pt x="97951" y="215784"/>
                  </a:lnTo>
                  <a:lnTo>
                    <a:pt x="98030" y="215626"/>
                  </a:lnTo>
                  <a:lnTo>
                    <a:pt x="98498" y="215400"/>
                  </a:lnTo>
                  <a:lnTo>
                    <a:pt x="98750" y="214521"/>
                  </a:lnTo>
                  <a:lnTo>
                    <a:pt x="98787" y="214143"/>
                  </a:lnTo>
                  <a:lnTo>
                    <a:pt x="99022" y="213655"/>
                  </a:lnTo>
                  <a:lnTo>
                    <a:pt x="99476" y="213237"/>
                  </a:lnTo>
                  <a:lnTo>
                    <a:pt x="99684" y="212895"/>
                  </a:lnTo>
                  <a:lnTo>
                    <a:pt x="99939" y="212604"/>
                  </a:lnTo>
                  <a:lnTo>
                    <a:pt x="100128" y="212387"/>
                  </a:lnTo>
                  <a:lnTo>
                    <a:pt x="100316" y="212082"/>
                  </a:lnTo>
                  <a:lnTo>
                    <a:pt x="100415" y="211876"/>
                  </a:lnTo>
                  <a:lnTo>
                    <a:pt x="100513" y="211680"/>
                  </a:lnTo>
                  <a:lnTo>
                    <a:pt x="100840" y="211293"/>
                  </a:lnTo>
                  <a:lnTo>
                    <a:pt x="100764" y="211052"/>
                  </a:lnTo>
                  <a:lnTo>
                    <a:pt x="100697" y="210924"/>
                  </a:lnTo>
                  <a:lnTo>
                    <a:pt x="100647" y="210457"/>
                  </a:lnTo>
                  <a:lnTo>
                    <a:pt x="100766" y="210257"/>
                  </a:lnTo>
                  <a:lnTo>
                    <a:pt x="100854" y="210111"/>
                  </a:lnTo>
                  <a:lnTo>
                    <a:pt x="100973" y="209636"/>
                  </a:lnTo>
                  <a:lnTo>
                    <a:pt x="101134" y="209506"/>
                  </a:lnTo>
                  <a:lnTo>
                    <a:pt x="101545" y="209288"/>
                  </a:lnTo>
                  <a:lnTo>
                    <a:pt x="101964" y="208999"/>
                  </a:lnTo>
                  <a:lnTo>
                    <a:pt x="102156" y="208869"/>
                  </a:lnTo>
                  <a:lnTo>
                    <a:pt x="102724" y="208481"/>
                  </a:lnTo>
                  <a:lnTo>
                    <a:pt x="102930" y="208373"/>
                  </a:lnTo>
                  <a:lnTo>
                    <a:pt x="103344" y="208118"/>
                  </a:lnTo>
                  <a:lnTo>
                    <a:pt x="103786" y="207586"/>
                  </a:lnTo>
                  <a:lnTo>
                    <a:pt x="103699" y="207368"/>
                  </a:lnTo>
                  <a:lnTo>
                    <a:pt x="103386" y="207070"/>
                  </a:lnTo>
                  <a:lnTo>
                    <a:pt x="103544" y="206920"/>
                  </a:lnTo>
                  <a:lnTo>
                    <a:pt x="104006" y="206226"/>
                  </a:lnTo>
                  <a:lnTo>
                    <a:pt x="104298" y="205477"/>
                  </a:lnTo>
                  <a:lnTo>
                    <a:pt x="105307" y="205577"/>
                  </a:lnTo>
                  <a:lnTo>
                    <a:pt x="105649" y="205578"/>
                  </a:lnTo>
                  <a:lnTo>
                    <a:pt x="105914" y="205569"/>
                  </a:lnTo>
                  <a:lnTo>
                    <a:pt x="106200" y="205513"/>
                  </a:lnTo>
                  <a:lnTo>
                    <a:pt x="106439" y="205428"/>
                  </a:lnTo>
                  <a:lnTo>
                    <a:pt x="107579" y="204679"/>
                  </a:lnTo>
                  <a:lnTo>
                    <a:pt x="107779" y="204518"/>
                  </a:lnTo>
                  <a:lnTo>
                    <a:pt x="108184" y="204089"/>
                  </a:lnTo>
                  <a:lnTo>
                    <a:pt x="108652" y="203600"/>
                  </a:lnTo>
                  <a:lnTo>
                    <a:pt x="110314" y="203415"/>
                  </a:lnTo>
                  <a:lnTo>
                    <a:pt x="110875" y="203401"/>
                  </a:lnTo>
                  <a:lnTo>
                    <a:pt x="112297" y="204361"/>
                  </a:lnTo>
                  <a:lnTo>
                    <a:pt x="113638" y="205187"/>
                  </a:lnTo>
                  <a:lnTo>
                    <a:pt x="113856" y="205233"/>
                  </a:lnTo>
                  <a:lnTo>
                    <a:pt x="114138" y="205294"/>
                  </a:lnTo>
                  <a:lnTo>
                    <a:pt x="114940" y="205471"/>
                  </a:lnTo>
                  <a:lnTo>
                    <a:pt x="115282" y="205552"/>
                  </a:lnTo>
                  <a:lnTo>
                    <a:pt x="115481" y="205605"/>
                  </a:lnTo>
                  <a:lnTo>
                    <a:pt x="116836" y="206064"/>
                  </a:lnTo>
                  <a:lnTo>
                    <a:pt x="117747" y="206341"/>
                  </a:lnTo>
                  <a:lnTo>
                    <a:pt x="117984" y="206517"/>
                  </a:lnTo>
                  <a:lnTo>
                    <a:pt x="118216" y="206694"/>
                  </a:lnTo>
                  <a:lnTo>
                    <a:pt x="118565" y="206959"/>
                  </a:lnTo>
                  <a:lnTo>
                    <a:pt x="118710" y="207072"/>
                  </a:lnTo>
                  <a:lnTo>
                    <a:pt x="118986" y="207287"/>
                  </a:lnTo>
                  <a:lnTo>
                    <a:pt x="119372" y="207587"/>
                  </a:lnTo>
                  <a:lnTo>
                    <a:pt x="119889" y="208098"/>
                  </a:lnTo>
                  <a:lnTo>
                    <a:pt x="120510" y="208628"/>
                  </a:lnTo>
                  <a:lnTo>
                    <a:pt x="121370" y="209222"/>
                  </a:lnTo>
                  <a:lnTo>
                    <a:pt x="122238" y="209869"/>
                  </a:lnTo>
                  <a:lnTo>
                    <a:pt x="122872" y="209985"/>
                  </a:lnTo>
                  <a:lnTo>
                    <a:pt x="123511" y="209775"/>
                  </a:lnTo>
                  <a:lnTo>
                    <a:pt x="124453" y="209285"/>
                  </a:lnTo>
                  <a:lnTo>
                    <a:pt x="125032" y="208975"/>
                  </a:lnTo>
                  <a:lnTo>
                    <a:pt x="125256" y="208847"/>
                  </a:lnTo>
                  <a:lnTo>
                    <a:pt x="126048" y="208530"/>
                  </a:lnTo>
                  <a:lnTo>
                    <a:pt x="126260" y="208457"/>
                  </a:lnTo>
                  <a:lnTo>
                    <a:pt x="126838" y="208265"/>
                  </a:lnTo>
                  <a:lnTo>
                    <a:pt x="127272" y="208122"/>
                  </a:lnTo>
                  <a:lnTo>
                    <a:pt x="127564" y="207804"/>
                  </a:lnTo>
                  <a:lnTo>
                    <a:pt x="127665" y="207507"/>
                  </a:lnTo>
                  <a:lnTo>
                    <a:pt x="127886" y="206900"/>
                  </a:lnTo>
                  <a:lnTo>
                    <a:pt x="128068" y="206362"/>
                  </a:lnTo>
                  <a:lnTo>
                    <a:pt x="128188" y="206062"/>
                  </a:lnTo>
                  <a:lnTo>
                    <a:pt x="128295" y="205729"/>
                  </a:lnTo>
                  <a:lnTo>
                    <a:pt x="128504" y="205197"/>
                  </a:lnTo>
                  <a:lnTo>
                    <a:pt x="128682" y="204702"/>
                  </a:lnTo>
                  <a:lnTo>
                    <a:pt x="128734" y="204556"/>
                  </a:lnTo>
                  <a:lnTo>
                    <a:pt x="128959" y="203985"/>
                  </a:lnTo>
                  <a:lnTo>
                    <a:pt x="129299" y="202934"/>
                  </a:lnTo>
                  <a:lnTo>
                    <a:pt x="129338" y="202632"/>
                  </a:lnTo>
                  <a:lnTo>
                    <a:pt x="129334" y="202247"/>
                  </a:lnTo>
                  <a:lnTo>
                    <a:pt x="129407" y="201976"/>
                  </a:lnTo>
                  <a:lnTo>
                    <a:pt x="129675" y="201862"/>
                  </a:lnTo>
                  <a:lnTo>
                    <a:pt x="130013" y="201736"/>
                  </a:lnTo>
                  <a:lnTo>
                    <a:pt x="130181" y="201682"/>
                  </a:lnTo>
                  <a:lnTo>
                    <a:pt x="130506" y="201584"/>
                  </a:lnTo>
                  <a:lnTo>
                    <a:pt x="131095" y="201403"/>
                  </a:lnTo>
                  <a:lnTo>
                    <a:pt x="131357" y="201312"/>
                  </a:lnTo>
                  <a:lnTo>
                    <a:pt x="131638" y="201215"/>
                  </a:lnTo>
                  <a:lnTo>
                    <a:pt x="132178" y="200999"/>
                  </a:lnTo>
                  <a:lnTo>
                    <a:pt x="132626" y="200853"/>
                  </a:lnTo>
                  <a:lnTo>
                    <a:pt x="132805" y="200822"/>
                  </a:lnTo>
                  <a:lnTo>
                    <a:pt x="132941" y="200799"/>
                  </a:lnTo>
                  <a:lnTo>
                    <a:pt x="133152" y="200758"/>
                  </a:lnTo>
                  <a:lnTo>
                    <a:pt x="133656" y="200654"/>
                  </a:lnTo>
                  <a:lnTo>
                    <a:pt x="134048" y="200522"/>
                  </a:lnTo>
                  <a:lnTo>
                    <a:pt x="134665" y="200292"/>
                  </a:lnTo>
                  <a:lnTo>
                    <a:pt x="135005" y="200195"/>
                  </a:lnTo>
                  <a:lnTo>
                    <a:pt x="135878" y="200087"/>
                  </a:lnTo>
                  <a:lnTo>
                    <a:pt x="136670" y="199985"/>
                  </a:lnTo>
                  <a:lnTo>
                    <a:pt x="137091" y="199889"/>
                  </a:lnTo>
                  <a:lnTo>
                    <a:pt x="137438" y="199830"/>
                  </a:lnTo>
                  <a:lnTo>
                    <a:pt x="137595" y="199809"/>
                  </a:lnTo>
                  <a:lnTo>
                    <a:pt x="138554" y="199637"/>
                  </a:lnTo>
                  <a:lnTo>
                    <a:pt x="139259" y="199556"/>
                  </a:lnTo>
                  <a:lnTo>
                    <a:pt x="139888" y="199192"/>
                  </a:lnTo>
                  <a:lnTo>
                    <a:pt x="140400" y="199027"/>
                  </a:lnTo>
                  <a:lnTo>
                    <a:pt x="140906" y="198893"/>
                  </a:lnTo>
                  <a:lnTo>
                    <a:pt x="141376" y="198790"/>
                  </a:lnTo>
                  <a:lnTo>
                    <a:pt x="141516" y="198767"/>
                  </a:lnTo>
                  <a:lnTo>
                    <a:pt x="141715" y="198744"/>
                  </a:lnTo>
                  <a:lnTo>
                    <a:pt x="142282" y="198645"/>
                  </a:lnTo>
                  <a:lnTo>
                    <a:pt x="142595" y="198576"/>
                  </a:lnTo>
                  <a:lnTo>
                    <a:pt x="142888" y="198516"/>
                  </a:lnTo>
                  <a:lnTo>
                    <a:pt x="143391" y="198436"/>
                  </a:lnTo>
                  <a:lnTo>
                    <a:pt x="144107" y="198076"/>
                  </a:lnTo>
                  <a:lnTo>
                    <a:pt x="144298" y="197965"/>
                  </a:lnTo>
                  <a:lnTo>
                    <a:pt x="144487" y="197855"/>
                  </a:lnTo>
                  <a:lnTo>
                    <a:pt x="144691" y="197954"/>
                  </a:lnTo>
                  <a:lnTo>
                    <a:pt x="144692" y="198147"/>
                  </a:lnTo>
                  <a:lnTo>
                    <a:pt x="144701" y="198307"/>
                  </a:lnTo>
                  <a:lnTo>
                    <a:pt x="144742" y="198472"/>
                  </a:lnTo>
                  <a:lnTo>
                    <a:pt x="144877" y="198644"/>
                  </a:lnTo>
                  <a:lnTo>
                    <a:pt x="145598" y="199216"/>
                  </a:lnTo>
                  <a:lnTo>
                    <a:pt x="145851" y="199649"/>
                  </a:lnTo>
                  <a:lnTo>
                    <a:pt x="146048" y="200068"/>
                  </a:lnTo>
                  <a:lnTo>
                    <a:pt x="146138" y="200264"/>
                  </a:lnTo>
                  <a:lnTo>
                    <a:pt x="146193" y="200448"/>
                  </a:lnTo>
                  <a:lnTo>
                    <a:pt x="146403" y="201201"/>
                  </a:lnTo>
                  <a:lnTo>
                    <a:pt x="146640" y="201718"/>
                  </a:lnTo>
                  <a:lnTo>
                    <a:pt x="146907" y="202094"/>
                  </a:lnTo>
                  <a:lnTo>
                    <a:pt x="147057" y="202263"/>
                  </a:lnTo>
                  <a:lnTo>
                    <a:pt x="147198" y="202402"/>
                  </a:lnTo>
                  <a:lnTo>
                    <a:pt x="147650" y="202410"/>
                  </a:lnTo>
                  <a:lnTo>
                    <a:pt x="148188" y="202402"/>
                  </a:lnTo>
                  <a:lnTo>
                    <a:pt x="148438" y="202406"/>
                  </a:lnTo>
                  <a:lnTo>
                    <a:pt x="149302" y="202713"/>
                  </a:lnTo>
                  <a:lnTo>
                    <a:pt x="149460" y="202724"/>
                  </a:lnTo>
                  <a:lnTo>
                    <a:pt x="150348" y="202552"/>
                  </a:lnTo>
                  <a:lnTo>
                    <a:pt x="150797" y="202470"/>
                  </a:lnTo>
                  <a:lnTo>
                    <a:pt x="151026" y="202436"/>
                  </a:lnTo>
                  <a:lnTo>
                    <a:pt x="151394" y="202388"/>
                  </a:lnTo>
                  <a:lnTo>
                    <a:pt x="151697" y="202358"/>
                  </a:lnTo>
                  <a:lnTo>
                    <a:pt x="152185" y="202294"/>
                  </a:lnTo>
                  <a:lnTo>
                    <a:pt x="152460" y="202257"/>
                  </a:lnTo>
                  <a:lnTo>
                    <a:pt x="152734" y="202203"/>
                  </a:lnTo>
                  <a:lnTo>
                    <a:pt x="152951" y="202146"/>
                  </a:lnTo>
                  <a:lnTo>
                    <a:pt x="153117" y="202091"/>
                  </a:lnTo>
                  <a:lnTo>
                    <a:pt x="153440" y="202018"/>
                  </a:lnTo>
                  <a:lnTo>
                    <a:pt x="153914" y="201943"/>
                  </a:lnTo>
                  <a:lnTo>
                    <a:pt x="154233" y="201888"/>
                  </a:lnTo>
                  <a:lnTo>
                    <a:pt x="154469" y="201844"/>
                  </a:lnTo>
                  <a:lnTo>
                    <a:pt x="155024" y="201710"/>
                  </a:lnTo>
                  <a:lnTo>
                    <a:pt x="155202" y="201662"/>
                  </a:lnTo>
                  <a:lnTo>
                    <a:pt x="155730" y="201572"/>
                  </a:lnTo>
                  <a:lnTo>
                    <a:pt x="156011" y="201612"/>
                  </a:lnTo>
                  <a:lnTo>
                    <a:pt x="156779" y="201611"/>
                  </a:lnTo>
                  <a:lnTo>
                    <a:pt x="156951" y="201512"/>
                  </a:lnTo>
                  <a:lnTo>
                    <a:pt x="157109" y="201426"/>
                  </a:lnTo>
                  <a:lnTo>
                    <a:pt x="157262" y="201343"/>
                  </a:lnTo>
                  <a:lnTo>
                    <a:pt x="157954" y="201025"/>
                  </a:lnTo>
                  <a:lnTo>
                    <a:pt x="158243" y="200912"/>
                  </a:lnTo>
                  <a:lnTo>
                    <a:pt x="158404" y="200775"/>
                  </a:lnTo>
                  <a:lnTo>
                    <a:pt x="158509" y="200314"/>
                  </a:lnTo>
                  <a:lnTo>
                    <a:pt x="158731" y="200086"/>
                  </a:lnTo>
                  <a:lnTo>
                    <a:pt x="159073" y="199787"/>
                  </a:lnTo>
                  <a:lnTo>
                    <a:pt x="159603" y="199369"/>
                  </a:lnTo>
                  <a:lnTo>
                    <a:pt x="160323" y="198907"/>
                  </a:lnTo>
                  <a:lnTo>
                    <a:pt x="161387" y="198052"/>
                  </a:lnTo>
                  <a:lnTo>
                    <a:pt x="161559" y="197957"/>
                  </a:lnTo>
                  <a:lnTo>
                    <a:pt x="161998" y="197716"/>
                  </a:lnTo>
                  <a:lnTo>
                    <a:pt x="162284" y="197476"/>
                  </a:lnTo>
                  <a:lnTo>
                    <a:pt x="162422" y="197278"/>
                  </a:lnTo>
                  <a:lnTo>
                    <a:pt x="162642" y="196899"/>
                  </a:lnTo>
                  <a:lnTo>
                    <a:pt x="162743" y="196703"/>
                  </a:lnTo>
                  <a:lnTo>
                    <a:pt x="162857" y="196316"/>
                  </a:lnTo>
                  <a:lnTo>
                    <a:pt x="163015" y="196296"/>
                  </a:lnTo>
                  <a:lnTo>
                    <a:pt x="163569" y="196085"/>
                  </a:lnTo>
                  <a:lnTo>
                    <a:pt x="164336" y="195693"/>
                  </a:lnTo>
                  <a:lnTo>
                    <a:pt x="164991" y="195269"/>
                  </a:lnTo>
                  <a:lnTo>
                    <a:pt x="165404" y="195284"/>
                  </a:lnTo>
                  <a:lnTo>
                    <a:pt x="166052" y="195140"/>
                  </a:lnTo>
                  <a:lnTo>
                    <a:pt x="166273" y="194901"/>
                  </a:lnTo>
                  <a:lnTo>
                    <a:pt x="166404" y="194733"/>
                  </a:lnTo>
                  <a:lnTo>
                    <a:pt x="166595" y="194440"/>
                  </a:lnTo>
                  <a:lnTo>
                    <a:pt x="166815" y="194235"/>
                  </a:lnTo>
                  <a:lnTo>
                    <a:pt x="166964" y="194151"/>
                  </a:lnTo>
                  <a:lnTo>
                    <a:pt x="167192" y="193946"/>
                  </a:lnTo>
                  <a:lnTo>
                    <a:pt x="167391" y="193481"/>
                  </a:lnTo>
                  <a:lnTo>
                    <a:pt x="167522" y="193007"/>
                  </a:lnTo>
                  <a:lnTo>
                    <a:pt x="167849" y="192778"/>
                  </a:lnTo>
                  <a:lnTo>
                    <a:pt x="168126" y="192982"/>
                  </a:lnTo>
                  <a:lnTo>
                    <a:pt x="168214" y="193115"/>
                  </a:lnTo>
                  <a:lnTo>
                    <a:pt x="168449" y="193433"/>
                  </a:lnTo>
                  <a:lnTo>
                    <a:pt x="168938" y="193708"/>
                  </a:lnTo>
                  <a:lnTo>
                    <a:pt x="169067" y="193898"/>
                  </a:lnTo>
                  <a:lnTo>
                    <a:pt x="169306" y="194319"/>
                  </a:lnTo>
                  <a:lnTo>
                    <a:pt x="169769" y="194745"/>
                  </a:lnTo>
                  <a:lnTo>
                    <a:pt x="170271" y="195240"/>
                  </a:lnTo>
                  <a:lnTo>
                    <a:pt x="170456" y="195441"/>
                  </a:lnTo>
                  <a:lnTo>
                    <a:pt x="170616" y="195749"/>
                  </a:lnTo>
                  <a:lnTo>
                    <a:pt x="170916" y="196097"/>
                  </a:lnTo>
                  <a:lnTo>
                    <a:pt x="171297" y="195955"/>
                  </a:lnTo>
                  <a:lnTo>
                    <a:pt x="172060" y="195368"/>
                  </a:lnTo>
                  <a:lnTo>
                    <a:pt x="172197" y="194725"/>
                  </a:lnTo>
                  <a:lnTo>
                    <a:pt x="172585" y="194414"/>
                  </a:lnTo>
                  <a:lnTo>
                    <a:pt x="173283" y="194105"/>
                  </a:lnTo>
                  <a:lnTo>
                    <a:pt x="174025" y="193178"/>
                  </a:lnTo>
                  <a:lnTo>
                    <a:pt x="174518" y="192637"/>
                  </a:lnTo>
                  <a:lnTo>
                    <a:pt x="174915" y="192610"/>
                  </a:lnTo>
                  <a:lnTo>
                    <a:pt x="175289" y="192401"/>
                  </a:lnTo>
                  <a:lnTo>
                    <a:pt x="175655" y="192535"/>
                  </a:lnTo>
                  <a:lnTo>
                    <a:pt x="175914" y="192554"/>
                  </a:lnTo>
                  <a:lnTo>
                    <a:pt x="176203" y="192576"/>
                  </a:lnTo>
                  <a:lnTo>
                    <a:pt x="176695" y="192633"/>
                  </a:lnTo>
                  <a:lnTo>
                    <a:pt x="177184" y="192723"/>
                  </a:lnTo>
                  <a:lnTo>
                    <a:pt x="177458" y="192539"/>
                  </a:lnTo>
                  <a:lnTo>
                    <a:pt x="177674" y="192349"/>
                  </a:lnTo>
                  <a:lnTo>
                    <a:pt x="177923" y="192314"/>
                  </a:lnTo>
                  <a:lnTo>
                    <a:pt x="178554" y="192257"/>
                  </a:lnTo>
                  <a:lnTo>
                    <a:pt x="179631" y="191592"/>
                  </a:lnTo>
                  <a:lnTo>
                    <a:pt x="179599" y="190618"/>
                  </a:lnTo>
                  <a:lnTo>
                    <a:pt x="179661" y="190367"/>
                  </a:lnTo>
                  <a:lnTo>
                    <a:pt x="179725" y="189741"/>
                  </a:lnTo>
                  <a:lnTo>
                    <a:pt x="179386" y="189539"/>
                  </a:lnTo>
                  <a:lnTo>
                    <a:pt x="179073" y="189446"/>
                  </a:lnTo>
                  <a:lnTo>
                    <a:pt x="178803" y="189125"/>
                  </a:lnTo>
                  <a:lnTo>
                    <a:pt x="178529" y="188620"/>
                  </a:lnTo>
                  <a:lnTo>
                    <a:pt x="178393" y="188548"/>
                  </a:lnTo>
                  <a:lnTo>
                    <a:pt x="178183" y="188228"/>
                  </a:lnTo>
                  <a:lnTo>
                    <a:pt x="178553" y="187575"/>
                  </a:lnTo>
                  <a:lnTo>
                    <a:pt x="178776" y="187358"/>
                  </a:lnTo>
                  <a:lnTo>
                    <a:pt x="179038" y="187152"/>
                  </a:lnTo>
                  <a:lnTo>
                    <a:pt x="179263" y="186537"/>
                  </a:lnTo>
                  <a:lnTo>
                    <a:pt x="179297" y="185827"/>
                  </a:lnTo>
                  <a:lnTo>
                    <a:pt x="179413" y="185353"/>
                  </a:lnTo>
                  <a:lnTo>
                    <a:pt x="179478" y="184893"/>
                  </a:lnTo>
                  <a:lnTo>
                    <a:pt x="179411" y="184360"/>
                  </a:lnTo>
                  <a:lnTo>
                    <a:pt x="178981" y="183735"/>
                  </a:lnTo>
                  <a:lnTo>
                    <a:pt x="179088" y="182876"/>
                  </a:lnTo>
                  <a:lnTo>
                    <a:pt x="179278" y="182691"/>
                  </a:lnTo>
                  <a:lnTo>
                    <a:pt x="179523" y="182566"/>
                  </a:lnTo>
                  <a:lnTo>
                    <a:pt x="179738" y="182466"/>
                  </a:lnTo>
                  <a:lnTo>
                    <a:pt x="180183" y="182129"/>
                  </a:lnTo>
                  <a:lnTo>
                    <a:pt x="180533" y="181967"/>
                  </a:lnTo>
                  <a:lnTo>
                    <a:pt x="181048" y="182226"/>
                  </a:lnTo>
                  <a:lnTo>
                    <a:pt x="181407" y="182279"/>
                  </a:lnTo>
                  <a:close/>
                </a:path>
              </a:pathLst>
            </a:custGeom>
            <a:solidFill>
              <a:srgbClr val="5E8AC0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8302377" y="1681284"/>
              <a:ext cx="477970" cy="581978"/>
            </a:xfrm>
            <a:custGeom>
              <a:avLst/>
              <a:pathLst>
                <a:path w="477970" h="581978">
                  <a:moveTo>
                    <a:pt x="239631" y="182880"/>
                  </a:moveTo>
                  <a:lnTo>
                    <a:pt x="239674" y="183429"/>
                  </a:lnTo>
                  <a:lnTo>
                    <a:pt x="239729" y="183887"/>
                  </a:lnTo>
                  <a:lnTo>
                    <a:pt x="240055" y="184213"/>
                  </a:lnTo>
                  <a:lnTo>
                    <a:pt x="240199" y="184622"/>
                  </a:lnTo>
                  <a:lnTo>
                    <a:pt x="240233" y="184817"/>
                  </a:lnTo>
                  <a:lnTo>
                    <a:pt x="240276" y="185061"/>
                  </a:lnTo>
                  <a:lnTo>
                    <a:pt x="240279" y="185583"/>
                  </a:lnTo>
                  <a:lnTo>
                    <a:pt x="240251" y="186028"/>
                  </a:lnTo>
                  <a:lnTo>
                    <a:pt x="240215" y="186426"/>
                  </a:lnTo>
                  <a:lnTo>
                    <a:pt x="240153" y="186835"/>
                  </a:lnTo>
                  <a:lnTo>
                    <a:pt x="240458" y="186840"/>
                  </a:lnTo>
                  <a:lnTo>
                    <a:pt x="240909" y="187152"/>
                  </a:lnTo>
                  <a:lnTo>
                    <a:pt x="241211" y="187293"/>
                  </a:lnTo>
                  <a:lnTo>
                    <a:pt x="241472" y="187384"/>
                  </a:lnTo>
                  <a:lnTo>
                    <a:pt x="242093" y="187265"/>
                  </a:lnTo>
                  <a:lnTo>
                    <a:pt x="242330" y="187247"/>
                  </a:lnTo>
                  <a:lnTo>
                    <a:pt x="242530" y="187294"/>
                  </a:lnTo>
                  <a:lnTo>
                    <a:pt x="243019" y="187422"/>
                  </a:lnTo>
                  <a:lnTo>
                    <a:pt x="243157" y="187344"/>
                  </a:lnTo>
                  <a:lnTo>
                    <a:pt x="243650" y="186953"/>
                  </a:lnTo>
                  <a:lnTo>
                    <a:pt x="243841" y="187049"/>
                  </a:lnTo>
                  <a:lnTo>
                    <a:pt x="244014" y="187147"/>
                  </a:lnTo>
                  <a:lnTo>
                    <a:pt x="244263" y="187307"/>
                  </a:lnTo>
                  <a:lnTo>
                    <a:pt x="244814" y="187421"/>
                  </a:lnTo>
                  <a:lnTo>
                    <a:pt x="245226" y="187613"/>
                  </a:lnTo>
                  <a:lnTo>
                    <a:pt x="245456" y="187745"/>
                  </a:lnTo>
                  <a:lnTo>
                    <a:pt x="245644" y="187847"/>
                  </a:lnTo>
                  <a:lnTo>
                    <a:pt x="246309" y="187949"/>
                  </a:lnTo>
                  <a:lnTo>
                    <a:pt x="246448" y="188163"/>
                  </a:lnTo>
                  <a:lnTo>
                    <a:pt x="246630" y="188591"/>
                  </a:lnTo>
                  <a:lnTo>
                    <a:pt x="246608" y="188762"/>
                  </a:lnTo>
                  <a:lnTo>
                    <a:pt x="246572" y="189051"/>
                  </a:lnTo>
                  <a:lnTo>
                    <a:pt x="246586" y="189219"/>
                  </a:lnTo>
                  <a:lnTo>
                    <a:pt x="246879" y="190000"/>
                  </a:lnTo>
                  <a:lnTo>
                    <a:pt x="246678" y="190363"/>
                  </a:lnTo>
                  <a:lnTo>
                    <a:pt x="246519" y="190532"/>
                  </a:lnTo>
                  <a:lnTo>
                    <a:pt x="246522" y="190701"/>
                  </a:lnTo>
                  <a:lnTo>
                    <a:pt x="246525" y="190857"/>
                  </a:lnTo>
                  <a:lnTo>
                    <a:pt x="246585" y="191024"/>
                  </a:lnTo>
                  <a:lnTo>
                    <a:pt x="246841" y="191300"/>
                  </a:lnTo>
                  <a:lnTo>
                    <a:pt x="247328" y="191372"/>
                  </a:lnTo>
                  <a:lnTo>
                    <a:pt x="247804" y="191537"/>
                  </a:lnTo>
                  <a:lnTo>
                    <a:pt x="247968" y="191698"/>
                  </a:lnTo>
                  <a:lnTo>
                    <a:pt x="248464" y="192124"/>
                  </a:lnTo>
                  <a:lnTo>
                    <a:pt x="248666" y="192255"/>
                  </a:lnTo>
                  <a:lnTo>
                    <a:pt x="248949" y="192589"/>
                  </a:lnTo>
                  <a:lnTo>
                    <a:pt x="248604" y="192514"/>
                  </a:lnTo>
                  <a:lnTo>
                    <a:pt x="248098" y="193124"/>
                  </a:lnTo>
                  <a:lnTo>
                    <a:pt x="247871" y="193242"/>
                  </a:lnTo>
                  <a:lnTo>
                    <a:pt x="247644" y="193384"/>
                  </a:lnTo>
                  <a:lnTo>
                    <a:pt x="247504" y="193426"/>
                  </a:lnTo>
                  <a:lnTo>
                    <a:pt x="247344" y="193354"/>
                  </a:lnTo>
                  <a:lnTo>
                    <a:pt x="247100" y="193245"/>
                  </a:lnTo>
                  <a:lnTo>
                    <a:pt x="246830" y="193187"/>
                  </a:lnTo>
                  <a:lnTo>
                    <a:pt x="246815" y="193368"/>
                  </a:lnTo>
                  <a:lnTo>
                    <a:pt x="246742" y="193728"/>
                  </a:lnTo>
                  <a:lnTo>
                    <a:pt x="246708" y="193880"/>
                  </a:lnTo>
                  <a:lnTo>
                    <a:pt x="246522" y="194425"/>
                  </a:lnTo>
                  <a:lnTo>
                    <a:pt x="246461" y="194697"/>
                  </a:lnTo>
                  <a:lnTo>
                    <a:pt x="246743" y="194663"/>
                  </a:lnTo>
                  <a:lnTo>
                    <a:pt x="246947" y="194558"/>
                  </a:lnTo>
                  <a:lnTo>
                    <a:pt x="247083" y="194538"/>
                  </a:lnTo>
                  <a:lnTo>
                    <a:pt x="247247" y="194553"/>
                  </a:lnTo>
                  <a:lnTo>
                    <a:pt x="247634" y="194716"/>
                  </a:lnTo>
                  <a:lnTo>
                    <a:pt x="247728" y="195312"/>
                  </a:lnTo>
                  <a:lnTo>
                    <a:pt x="247957" y="195770"/>
                  </a:lnTo>
                  <a:lnTo>
                    <a:pt x="248099" y="196228"/>
                  </a:lnTo>
                  <a:lnTo>
                    <a:pt x="247570" y="196808"/>
                  </a:lnTo>
                  <a:lnTo>
                    <a:pt x="247345" y="197077"/>
                  </a:lnTo>
                  <a:lnTo>
                    <a:pt x="247330" y="197392"/>
                  </a:lnTo>
                  <a:lnTo>
                    <a:pt x="247266" y="197525"/>
                  </a:lnTo>
                  <a:lnTo>
                    <a:pt x="247022" y="197726"/>
                  </a:lnTo>
                  <a:lnTo>
                    <a:pt x="246880" y="197735"/>
                  </a:lnTo>
                  <a:lnTo>
                    <a:pt x="246578" y="197934"/>
                  </a:lnTo>
                  <a:lnTo>
                    <a:pt x="246452" y="198214"/>
                  </a:lnTo>
                  <a:lnTo>
                    <a:pt x="246381" y="198552"/>
                  </a:lnTo>
                  <a:lnTo>
                    <a:pt x="246400" y="198776"/>
                  </a:lnTo>
                  <a:lnTo>
                    <a:pt x="246535" y="199067"/>
                  </a:lnTo>
                  <a:lnTo>
                    <a:pt x="246619" y="199591"/>
                  </a:lnTo>
                  <a:lnTo>
                    <a:pt x="246784" y="199832"/>
                  </a:lnTo>
                  <a:lnTo>
                    <a:pt x="247125" y="199748"/>
                  </a:lnTo>
                  <a:lnTo>
                    <a:pt x="247530" y="199971"/>
                  </a:lnTo>
                  <a:lnTo>
                    <a:pt x="247948" y="199706"/>
                  </a:lnTo>
                  <a:lnTo>
                    <a:pt x="248098" y="199702"/>
                  </a:lnTo>
                  <a:lnTo>
                    <a:pt x="248538" y="199805"/>
                  </a:lnTo>
                  <a:lnTo>
                    <a:pt x="248641" y="200117"/>
                  </a:lnTo>
                  <a:lnTo>
                    <a:pt x="248777" y="200277"/>
                  </a:lnTo>
                  <a:lnTo>
                    <a:pt x="248922" y="200452"/>
                  </a:lnTo>
                  <a:lnTo>
                    <a:pt x="249117" y="200794"/>
                  </a:lnTo>
                  <a:lnTo>
                    <a:pt x="249254" y="201104"/>
                  </a:lnTo>
                  <a:lnTo>
                    <a:pt x="249124" y="201510"/>
                  </a:lnTo>
                  <a:lnTo>
                    <a:pt x="248921" y="201746"/>
                  </a:lnTo>
                  <a:lnTo>
                    <a:pt x="248762" y="202063"/>
                  </a:lnTo>
                  <a:lnTo>
                    <a:pt x="248547" y="202529"/>
                  </a:lnTo>
                  <a:lnTo>
                    <a:pt x="248367" y="203220"/>
                  </a:lnTo>
                  <a:lnTo>
                    <a:pt x="248391" y="203593"/>
                  </a:lnTo>
                  <a:lnTo>
                    <a:pt x="248244" y="203967"/>
                  </a:lnTo>
                  <a:lnTo>
                    <a:pt x="247963" y="204680"/>
                  </a:lnTo>
                  <a:lnTo>
                    <a:pt x="247826" y="205085"/>
                  </a:lnTo>
                  <a:lnTo>
                    <a:pt x="247810" y="205341"/>
                  </a:lnTo>
                  <a:lnTo>
                    <a:pt x="248233" y="205784"/>
                  </a:lnTo>
                  <a:lnTo>
                    <a:pt x="248376" y="205739"/>
                  </a:lnTo>
                  <a:lnTo>
                    <a:pt x="248735" y="205917"/>
                  </a:lnTo>
                  <a:lnTo>
                    <a:pt x="249027" y="205973"/>
                  </a:lnTo>
                  <a:lnTo>
                    <a:pt x="249241" y="205960"/>
                  </a:lnTo>
                  <a:lnTo>
                    <a:pt x="249788" y="206255"/>
                  </a:lnTo>
                  <a:lnTo>
                    <a:pt x="250071" y="206412"/>
                  </a:lnTo>
                  <a:lnTo>
                    <a:pt x="250746" y="206428"/>
                  </a:lnTo>
                  <a:lnTo>
                    <a:pt x="251074" y="206089"/>
                  </a:lnTo>
                  <a:lnTo>
                    <a:pt x="251599" y="205628"/>
                  </a:lnTo>
                  <a:lnTo>
                    <a:pt x="251843" y="205442"/>
                  </a:lnTo>
                  <a:lnTo>
                    <a:pt x="252018" y="205382"/>
                  </a:lnTo>
                  <a:lnTo>
                    <a:pt x="252461" y="205467"/>
                  </a:lnTo>
                  <a:lnTo>
                    <a:pt x="252705" y="205532"/>
                  </a:lnTo>
                  <a:lnTo>
                    <a:pt x="252901" y="205591"/>
                  </a:lnTo>
                  <a:lnTo>
                    <a:pt x="253466" y="205990"/>
                  </a:lnTo>
                  <a:lnTo>
                    <a:pt x="253537" y="206153"/>
                  </a:lnTo>
                  <a:lnTo>
                    <a:pt x="253561" y="206303"/>
                  </a:lnTo>
                  <a:lnTo>
                    <a:pt x="253525" y="206687"/>
                  </a:lnTo>
                  <a:lnTo>
                    <a:pt x="253290" y="206824"/>
                  </a:lnTo>
                  <a:lnTo>
                    <a:pt x="253389" y="207407"/>
                  </a:lnTo>
                  <a:lnTo>
                    <a:pt x="253599" y="207524"/>
                  </a:lnTo>
                  <a:lnTo>
                    <a:pt x="254077" y="207835"/>
                  </a:lnTo>
                  <a:lnTo>
                    <a:pt x="254344" y="208156"/>
                  </a:lnTo>
                  <a:lnTo>
                    <a:pt x="254702" y="208469"/>
                  </a:lnTo>
                  <a:lnTo>
                    <a:pt x="255256" y="208740"/>
                  </a:lnTo>
                  <a:lnTo>
                    <a:pt x="255650" y="208903"/>
                  </a:lnTo>
                  <a:lnTo>
                    <a:pt x="255914" y="208900"/>
                  </a:lnTo>
                  <a:lnTo>
                    <a:pt x="256269" y="208831"/>
                  </a:lnTo>
                  <a:lnTo>
                    <a:pt x="256512" y="208784"/>
                  </a:lnTo>
                  <a:lnTo>
                    <a:pt x="256862" y="208716"/>
                  </a:lnTo>
                  <a:lnTo>
                    <a:pt x="257574" y="208429"/>
                  </a:lnTo>
                  <a:lnTo>
                    <a:pt x="258181" y="208526"/>
                  </a:lnTo>
                  <a:lnTo>
                    <a:pt x="258947" y="208608"/>
                  </a:lnTo>
                  <a:lnTo>
                    <a:pt x="259219" y="208589"/>
                  </a:lnTo>
                  <a:lnTo>
                    <a:pt x="259397" y="208635"/>
                  </a:lnTo>
                  <a:lnTo>
                    <a:pt x="259875" y="208731"/>
                  </a:lnTo>
                  <a:lnTo>
                    <a:pt x="260166" y="208430"/>
                  </a:lnTo>
                  <a:lnTo>
                    <a:pt x="260241" y="208171"/>
                  </a:lnTo>
                  <a:lnTo>
                    <a:pt x="260158" y="207828"/>
                  </a:lnTo>
                  <a:lnTo>
                    <a:pt x="260182" y="207460"/>
                  </a:lnTo>
                  <a:lnTo>
                    <a:pt x="260254" y="207179"/>
                  </a:lnTo>
                  <a:lnTo>
                    <a:pt x="260623" y="206855"/>
                  </a:lnTo>
                  <a:lnTo>
                    <a:pt x="261079" y="206687"/>
                  </a:lnTo>
                  <a:lnTo>
                    <a:pt x="261216" y="206498"/>
                  </a:lnTo>
                  <a:lnTo>
                    <a:pt x="261364" y="206049"/>
                  </a:lnTo>
                  <a:lnTo>
                    <a:pt x="261906" y="205585"/>
                  </a:lnTo>
                  <a:lnTo>
                    <a:pt x="262355" y="205792"/>
                  </a:lnTo>
                  <a:lnTo>
                    <a:pt x="262509" y="205719"/>
                  </a:lnTo>
                  <a:lnTo>
                    <a:pt x="262891" y="205486"/>
                  </a:lnTo>
                  <a:lnTo>
                    <a:pt x="263108" y="205501"/>
                  </a:lnTo>
                  <a:lnTo>
                    <a:pt x="263594" y="205614"/>
                  </a:lnTo>
                  <a:lnTo>
                    <a:pt x="263761" y="205726"/>
                  </a:lnTo>
                  <a:lnTo>
                    <a:pt x="264049" y="206145"/>
                  </a:lnTo>
                  <a:lnTo>
                    <a:pt x="264044" y="206430"/>
                  </a:lnTo>
                  <a:lnTo>
                    <a:pt x="264000" y="206621"/>
                  </a:lnTo>
                  <a:lnTo>
                    <a:pt x="263988" y="206873"/>
                  </a:lnTo>
                  <a:lnTo>
                    <a:pt x="264234" y="207296"/>
                  </a:lnTo>
                  <a:lnTo>
                    <a:pt x="264183" y="207729"/>
                  </a:lnTo>
                  <a:lnTo>
                    <a:pt x="264197" y="208114"/>
                  </a:lnTo>
                  <a:lnTo>
                    <a:pt x="263988" y="208383"/>
                  </a:lnTo>
                  <a:lnTo>
                    <a:pt x="264289" y="208743"/>
                  </a:lnTo>
                  <a:lnTo>
                    <a:pt x="264465" y="208788"/>
                  </a:lnTo>
                  <a:lnTo>
                    <a:pt x="264739" y="209099"/>
                  </a:lnTo>
                  <a:lnTo>
                    <a:pt x="264702" y="209412"/>
                  </a:lnTo>
                  <a:lnTo>
                    <a:pt x="264605" y="209949"/>
                  </a:lnTo>
                  <a:lnTo>
                    <a:pt x="264511" y="210111"/>
                  </a:lnTo>
                  <a:lnTo>
                    <a:pt x="264368" y="210357"/>
                  </a:lnTo>
                  <a:lnTo>
                    <a:pt x="263884" y="211027"/>
                  </a:lnTo>
                  <a:lnTo>
                    <a:pt x="263829" y="211483"/>
                  </a:lnTo>
                  <a:lnTo>
                    <a:pt x="263714" y="211633"/>
                  </a:lnTo>
                  <a:lnTo>
                    <a:pt x="263658" y="211880"/>
                  </a:lnTo>
                  <a:lnTo>
                    <a:pt x="263994" y="211824"/>
                  </a:lnTo>
                  <a:lnTo>
                    <a:pt x="264456" y="212223"/>
                  </a:lnTo>
                  <a:lnTo>
                    <a:pt x="264961" y="212052"/>
                  </a:lnTo>
                  <a:lnTo>
                    <a:pt x="265057" y="211668"/>
                  </a:lnTo>
                  <a:lnTo>
                    <a:pt x="265191" y="211268"/>
                  </a:lnTo>
                  <a:lnTo>
                    <a:pt x="265395" y="210884"/>
                  </a:lnTo>
                  <a:lnTo>
                    <a:pt x="265771" y="210783"/>
                  </a:lnTo>
                  <a:lnTo>
                    <a:pt x="266350" y="210224"/>
                  </a:lnTo>
                  <a:lnTo>
                    <a:pt x="266618" y="210088"/>
                  </a:lnTo>
                  <a:lnTo>
                    <a:pt x="266659" y="209495"/>
                  </a:lnTo>
                  <a:lnTo>
                    <a:pt x="266947" y="210079"/>
                  </a:lnTo>
                  <a:lnTo>
                    <a:pt x="267459" y="210269"/>
                  </a:lnTo>
                  <a:lnTo>
                    <a:pt x="267809" y="210158"/>
                  </a:lnTo>
                  <a:lnTo>
                    <a:pt x="267785" y="210013"/>
                  </a:lnTo>
                  <a:lnTo>
                    <a:pt x="267843" y="209664"/>
                  </a:lnTo>
                  <a:lnTo>
                    <a:pt x="268073" y="209606"/>
                  </a:lnTo>
                  <a:lnTo>
                    <a:pt x="268365" y="209856"/>
                  </a:lnTo>
                  <a:lnTo>
                    <a:pt x="268286" y="209988"/>
                  </a:lnTo>
                  <a:lnTo>
                    <a:pt x="268202" y="210384"/>
                  </a:lnTo>
                  <a:lnTo>
                    <a:pt x="268443" y="210502"/>
                  </a:lnTo>
                  <a:lnTo>
                    <a:pt x="269012" y="210289"/>
                  </a:lnTo>
                  <a:lnTo>
                    <a:pt x="269213" y="209966"/>
                  </a:lnTo>
                  <a:lnTo>
                    <a:pt x="269488" y="210166"/>
                  </a:lnTo>
                  <a:lnTo>
                    <a:pt x="269815" y="210075"/>
                  </a:lnTo>
                  <a:lnTo>
                    <a:pt x="269427" y="210589"/>
                  </a:lnTo>
                  <a:lnTo>
                    <a:pt x="269341" y="210939"/>
                  </a:lnTo>
                  <a:lnTo>
                    <a:pt x="269801" y="210978"/>
                  </a:lnTo>
                  <a:lnTo>
                    <a:pt x="269717" y="211415"/>
                  </a:lnTo>
                  <a:lnTo>
                    <a:pt x="270359" y="211390"/>
                  </a:lnTo>
                  <a:lnTo>
                    <a:pt x="270735" y="211469"/>
                  </a:lnTo>
                  <a:lnTo>
                    <a:pt x="270805" y="211227"/>
                  </a:lnTo>
                  <a:lnTo>
                    <a:pt x="271119" y="211358"/>
                  </a:lnTo>
                  <a:lnTo>
                    <a:pt x="271740" y="211743"/>
                  </a:lnTo>
                  <a:lnTo>
                    <a:pt x="272338" y="211902"/>
                  </a:lnTo>
                  <a:lnTo>
                    <a:pt x="272692" y="212175"/>
                  </a:lnTo>
                  <a:lnTo>
                    <a:pt x="273154" y="212290"/>
                  </a:lnTo>
                  <a:lnTo>
                    <a:pt x="273516" y="212437"/>
                  </a:lnTo>
                  <a:lnTo>
                    <a:pt x="273774" y="212895"/>
                  </a:lnTo>
                  <a:lnTo>
                    <a:pt x="274217" y="212905"/>
                  </a:lnTo>
                  <a:lnTo>
                    <a:pt x="274356" y="212827"/>
                  </a:lnTo>
                  <a:lnTo>
                    <a:pt x="274833" y="212620"/>
                  </a:lnTo>
                  <a:lnTo>
                    <a:pt x="275121" y="212668"/>
                  </a:lnTo>
                  <a:lnTo>
                    <a:pt x="275640" y="212594"/>
                  </a:lnTo>
                  <a:lnTo>
                    <a:pt x="275696" y="212400"/>
                  </a:lnTo>
                  <a:lnTo>
                    <a:pt x="275936" y="212103"/>
                  </a:lnTo>
                  <a:lnTo>
                    <a:pt x="276097" y="212020"/>
                  </a:lnTo>
                  <a:lnTo>
                    <a:pt x="276484" y="211905"/>
                  </a:lnTo>
                  <a:lnTo>
                    <a:pt x="277033" y="211926"/>
                  </a:lnTo>
                  <a:lnTo>
                    <a:pt x="277366" y="211985"/>
                  </a:lnTo>
                  <a:lnTo>
                    <a:pt x="277613" y="211974"/>
                  </a:lnTo>
                  <a:lnTo>
                    <a:pt x="277886" y="211610"/>
                  </a:lnTo>
                  <a:lnTo>
                    <a:pt x="278461" y="211554"/>
                  </a:lnTo>
                  <a:lnTo>
                    <a:pt x="278837" y="211726"/>
                  </a:lnTo>
                  <a:lnTo>
                    <a:pt x="279161" y="211813"/>
                  </a:lnTo>
                  <a:lnTo>
                    <a:pt x="279753" y="211861"/>
                  </a:lnTo>
                  <a:lnTo>
                    <a:pt x="280452" y="211823"/>
                  </a:lnTo>
                  <a:lnTo>
                    <a:pt x="280723" y="211786"/>
                  </a:lnTo>
                  <a:lnTo>
                    <a:pt x="281015" y="211746"/>
                  </a:lnTo>
                  <a:lnTo>
                    <a:pt x="281195" y="211775"/>
                  </a:lnTo>
                  <a:lnTo>
                    <a:pt x="281421" y="211898"/>
                  </a:lnTo>
                  <a:lnTo>
                    <a:pt x="281791" y="212066"/>
                  </a:lnTo>
                  <a:lnTo>
                    <a:pt x="282119" y="212134"/>
                  </a:lnTo>
                  <a:lnTo>
                    <a:pt x="282614" y="212186"/>
                  </a:lnTo>
                  <a:lnTo>
                    <a:pt x="282831" y="212163"/>
                  </a:lnTo>
                  <a:lnTo>
                    <a:pt x="283214" y="212071"/>
                  </a:lnTo>
                  <a:lnTo>
                    <a:pt x="283414" y="212024"/>
                  </a:lnTo>
                  <a:lnTo>
                    <a:pt x="283566" y="211975"/>
                  </a:lnTo>
                  <a:lnTo>
                    <a:pt x="284020" y="211829"/>
                  </a:lnTo>
                  <a:lnTo>
                    <a:pt x="284624" y="211829"/>
                  </a:lnTo>
                  <a:lnTo>
                    <a:pt x="285031" y="211721"/>
                  </a:lnTo>
                  <a:lnTo>
                    <a:pt x="285338" y="211604"/>
                  </a:lnTo>
                  <a:lnTo>
                    <a:pt x="285658" y="211538"/>
                  </a:lnTo>
                  <a:lnTo>
                    <a:pt x="286138" y="211645"/>
                  </a:lnTo>
                  <a:lnTo>
                    <a:pt x="286693" y="211897"/>
                  </a:lnTo>
                  <a:lnTo>
                    <a:pt x="287025" y="212141"/>
                  </a:lnTo>
                  <a:lnTo>
                    <a:pt x="287249" y="212134"/>
                  </a:lnTo>
                  <a:lnTo>
                    <a:pt x="287653" y="212283"/>
                  </a:lnTo>
                  <a:lnTo>
                    <a:pt x="288074" y="212456"/>
                  </a:lnTo>
                  <a:lnTo>
                    <a:pt x="288312" y="212605"/>
                  </a:lnTo>
                  <a:lnTo>
                    <a:pt x="288444" y="212637"/>
                  </a:lnTo>
                  <a:lnTo>
                    <a:pt x="288586" y="212639"/>
                  </a:lnTo>
                  <a:lnTo>
                    <a:pt x="288759" y="212732"/>
                  </a:lnTo>
                  <a:lnTo>
                    <a:pt x="288977" y="213011"/>
                  </a:lnTo>
                  <a:lnTo>
                    <a:pt x="289167" y="213299"/>
                  </a:lnTo>
                  <a:lnTo>
                    <a:pt x="289737" y="213810"/>
                  </a:lnTo>
                  <a:lnTo>
                    <a:pt x="289922" y="214193"/>
                  </a:lnTo>
                  <a:lnTo>
                    <a:pt x="290163" y="214330"/>
                  </a:lnTo>
                  <a:lnTo>
                    <a:pt x="290493" y="214730"/>
                  </a:lnTo>
                  <a:lnTo>
                    <a:pt x="290879" y="214955"/>
                  </a:lnTo>
                  <a:lnTo>
                    <a:pt x="291267" y="215258"/>
                  </a:lnTo>
                  <a:lnTo>
                    <a:pt x="291503" y="215704"/>
                  </a:lnTo>
                  <a:lnTo>
                    <a:pt x="291548" y="215835"/>
                  </a:lnTo>
                  <a:lnTo>
                    <a:pt x="291466" y="216393"/>
                  </a:lnTo>
                  <a:lnTo>
                    <a:pt x="291532" y="216531"/>
                  </a:lnTo>
                  <a:lnTo>
                    <a:pt x="291713" y="216876"/>
                  </a:lnTo>
                  <a:lnTo>
                    <a:pt x="291415" y="217007"/>
                  </a:lnTo>
                  <a:lnTo>
                    <a:pt x="291247" y="217030"/>
                  </a:lnTo>
                  <a:lnTo>
                    <a:pt x="291143" y="217259"/>
                  </a:lnTo>
                  <a:lnTo>
                    <a:pt x="291173" y="217441"/>
                  </a:lnTo>
                  <a:lnTo>
                    <a:pt x="291177" y="217633"/>
                  </a:lnTo>
                  <a:lnTo>
                    <a:pt x="290893" y="217940"/>
                  </a:lnTo>
                  <a:lnTo>
                    <a:pt x="290733" y="218180"/>
                  </a:lnTo>
                  <a:lnTo>
                    <a:pt x="290663" y="218338"/>
                  </a:lnTo>
                  <a:lnTo>
                    <a:pt x="290797" y="218775"/>
                  </a:lnTo>
                  <a:lnTo>
                    <a:pt x="290879" y="218907"/>
                  </a:lnTo>
                  <a:lnTo>
                    <a:pt x="290867" y="219108"/>
                  </a:lnTo>
                  <a:lnTo>
                    <a:pt x="290860" y="219404"/>
                  </a:lnTo>
                  <a:lnTo>
                    <a:pt x="291187" y="219893"/>
                  </a:lnTo>
                  <a:lnTo>
                    <a:pt x="291537" y="219998"/>
                  </a:lnTo>
                  <a:lnTo>
                    <a:pt x="291546" y="220132"/>
                  </a:lnTo>
                  <a:lnTo>
                    <a:pt x="291440" y="220772"/>
                  </a:lnTo>
                  <a:lnTo>
                    <a:pt x="291648" y="220981"/>
                  </a:lnTo>
                  <a:lnTo>
                    <a:pt x="291720" y="221128"/>
                  </a:lnTo>
                  <a:lnTo>
                    <a:pt x="291781" y="221401"/>
                  </a:lnTo>
                  <a:lnTo>
                    <a:pt x="291723" y="221584"/>
                  </a:lnTo>
                  <a:lnTo>
                    <a:pt x="291710" y="221811"/>
                  </a:lnTo>
                  <a:lnTo>
                    <a:pt x="291762" y="222175"/>
                  </a:lnTo>
                  <a:lnTo>
                    <a:pt x="292024" y="222435"/>
                  </a:lnTo>
                  <a:lnTo>
                    <a:pt x="292369" y="222778"/>
                  </a:lnTo>
                  <a:lnTo>
                    <a:pt x="293155" y="223093"/>
                  </a:lnTo>
                  <a:lnTo>
                    <a:pt x="293305" y="223424"/>
                  </a:lnTo>
                  <a:lnTo>
                    <a:pt x="293386" y="223923"/>
                  </a:lnTo>
                  <a:lnTo>
                    <a:pt x="293340" y="224281"/>
                  </a:lnTo>
                  <a:lnTo>
                    <a:pt x="293330" y="224514"/>
                  </a:lnTo>
                  <a:lnTo>
                    <a:pt x="293469" y="225149"/>
                  </a:lnTo>
                  <a:lnTo>
                    <a:pt x="293552" y="225303"/>
                  </a:lnTo>
                  <a:lnTo>
                    <a:pt x="294121" y="225221"/>
                  </a:lnTo>
                  <a:lnTo>
                    <a:pt x="294495" y="225061"/>
                  </a:lnTo>
                  <a:lnTo>
                    <a:pt x="294915" y="225212"/>
                  </a:lnTo>
                  <a:lnTo>
                    <a:pt x="295081" y="225399"/>
                  </a:lnTo>
                  <a:lnTo>
                    <a:pt x="295234" y="225696"/>
                  </a:lnTo>
                  <a:lnTo>
                    <a:pt x="295393" y="225715"/>
                  </a:lnTo>
                  <a:lnTo>
                    <a:pt x="295610" y="226041"/>
                  </a:lnTo>
                  <a:lnTo>
                    <a:pt x="295853" y="226597"/>
                  </a:lnTo>
                  <a:lnTo>
                    <a:pt x="296206" y="227081"/>
                  </a:lnTo>
                  <a:lnTo>
                    <a:pt x="296224" y="227258"/>
                  </a:lnTo>
                  <a:lnTo>
                    <a:pt x="296198" y="227503"/>
                  </a:lnTo>
                  <a:lnTo>
                    <a:pt x="296228" y="227640"/>
                  </a:lnTo>
                  <a:lnTo>
                    <a:pt x="296442" y="228036"/>
                  </a:lnTo>
                  <a:lnTo>
                    <a:pt x="296554" y="228293"/>
                  </a:lnTo>
                  <a:lnTo>
                    <a:pt x="296548" y="228510"/>
                  </a:lnTo>
                  <a:lnTo>
                    <a:pt x="296766" y="228839"/>
                  </a:lnTo>
                  <a:lnTo>
                    <a:pt x="296952" y="228750"/>
                  </a:lnTo>
                  <a:lnTo>
                    <a:pt x="297117" y="228635"/>
                  </a:lnTo>
                  <a:lnTo>
                    <a:pt x="297600" y="228529"/>
                  </a:lnTo>
                  <a:lnTo>
                    <a:pt x="297781" y="228767"/>
                  </a:lnTo>
                  <a:lnTo>
                    <a:pt x="298221" y="228891"/>
                  </a:lnTo>
                  <a:lnTo>
                    <a:pt x="298701" y="228628"/>
                  </a:lnTo>
                  <a:lnTo>
                    <a:pt x="298759" y="228486"/>
                  </a:lnTo>
                  <a:lnTo>
                    <a:pt x="299295" y="228098"/>
                  </a:lnTo>
                  <a:lnTo>
                    <a:pt x="300021" y="227974"/>
                  </a:lnTo>
                  <a:lnTo>
                    <a:pt x="300836" y="228385"/>
                  </a:lnTo>
                  <a:lnTo>
                    <a:pt x="300959" y="228531"/>
                  </a:lnTo>
                  <a:lnTo>
                    <a:pt x="301096" y="228546"/>
                  </a:lnTo>
                  <a:lnTo>
                    <a:pt x="301356" y="228514"/>
                  </a:lnTo>
                  <a:lnTo>
                    <a:pt x="301797" y="228994"/>
                  </a:lnTo>
                  <a:lnTo>
                    <a:pt x="302031" y="228986"/>
                  </a:lnTo>
                  <a:lnTo>
                    <a:pt x="302209" y="228961"/>
                  </a:lnTo>
                  <a:lnTo>
                    <a:pt x="302636" y="229257"/>
                  </a:lnTo>
                  <a:lnTo>
                    <a:pt x="302319" y="229196"/>
                  </a:lnTo>
                  <a:lnTo>
                    <a:pt x="302030" y="229245"/>
                  </a:lnTo>
                  <a:lnTo>
                    <a:pt x="301207" y="229611"/>
                  </a:lnTo>
                  <a:lnTo>
                    <a:pt x="300839" y="229817"/>
                  </a:lnTo>
                  <a:lnTo>
                    <a:pt x="300997" y="230180"/>
                  </a:lnTo>
                  <a:lnTo>
                    <a:pt x="300974" y="230329"/>
                  </a:lnTo>
                  <a:lnTo>
                    <a:pt x="300937" y="230561"/>
                  </a:lnTo>
                  <a:lnTo>
                    <a:pt x="300752" y="230470"/>
                  </a:lnTo>
                  <a:lnTo>
                    <a:pt x="300442" y="230334"/>
                  </a:lnTo>
                  <a:lnTo>
                    <a:pt x="299772" y="230258"/>
                  </a:lnTo>
                  <a:lnTo>
                    <a:pt x="299284" y="230257"/>
                  </a:lnTo>
                  <a:lnTo>
                    <a:pt x="299139" y="230260"/>
                  </a:lnTo>
                  <a:lnTo>
                    <a:pt x="298640" y="229977"/>
                  </a:lnTo>
                  <a:lnTo>
                    <a:pt x="298467" y="229762"/>
                  </a:lnTo>
                  <a:lnTo>
                    <a:pt x="298285" y="229635"/>
                  </a:lnTo>
                  <a:lnTo>
                    <a:pt x="298102" y="229555"/>
                  </a:lnTo>
                  <a:lnTo>
                    <a:pt x="297647" y="229793"/>
                  </a:lnTo>
                  <a:lnTo>
                    <a:pt x="297463" y="229921"/>
                  </a:lnTo>
                  <a:lnTo>
                    <a:pt x="296951" y="230200"/>
                  </a:lnTo>
                  <a:lnTo>
                    <a:pt x="297242" y="230685"/>
                  </a:lnTo>
                  <a:lnTo>
                    <a:pt x="297504" y="231096"/>
                  </a:lnTo>
                  <a:lnTo>
                    <a:pt x="297625" y="231272"/>
                  </a:lnTo>
                  <a:lnTo>
                    <a:pt x="297703" y="231506"/>
                  </a:lnTo>
                  <a:lnTo>
                    <a:pt x="297851" y="232294"/>
                  </a:lnTo>
                  <a:lnTo>
                    <a:pt x="297964" y="232518"/>
                  </a:lnTo>
                  <a:lnTo>
                    <a:pt x="298046" y="232983"/>
                  </a:lnTo>
                  <a:lnTo>
                    <a:pt x="298053" y="233409"/>
                  </a:lnTo>
                  <a:lnTo>
                    <a:pt x="297941" y="233721"/>
                  </a:lnTo>
                  <a:lnTo>
                    <a:pt x="297852" y="233898"/>
                  </a:lnTo>
                  <a:lnTo>
                    <a:pt x="297899" y="234090"/>
                  </a:lnTo>
                  <a:lnTo>
                    <a:pt x="298021" y="234530"/>
                  </a:lnTo>
                  <a:lnTo>
                    <a:pt x="298316" y="234593"/>
                  </a:lnTo>
                  <a:lnTo>
                    <a:pt x="298323" y="234733"/>
                  </a:lnTo>
                  <a:lnTo>
                    <a:pt x="298366" y="234875"/>
                  </a:lnTo>
                  <a:lnTo>
                    <a:pt x="298441" y="235112"/>
                  </a:lnTo>
                  <a:lnTo>
                    <a:pt x="298747" y="235527"/>
                  </a:lnTo>
                  <a:lnTo>
                    <a:pt x="298871" y="235776"/>
                  </a:lnTo>
                  <a:lnTo>
                    <a:pt x="299033" y="236461"/>
                  </a:lnTo>
                  <a:lnTo>
                    <a:pt x="299045" y="236796"/>
                  </a:lnTo>
                  <a:lnTo>
                    <a:pt x="299156" y="237164"/>
                  </a:lnTo>
                  <a:lnTo>
                    <a:pt x="299303" y="237426"/>
                  </a:lnTo>
                  <a:lnTo>
                    <a:pt x="299326" y="237879"/>
                  </a:lnTo>
                  <a:lnTo>
                    <a:pt x="299538" y="238149"/>
                  </a:lnTo>
                  <a:lnTo>
                    <a:pt x="299733" y="238476"/>
                  </a:lnTo>
                  <a:lnTo>
                    <a:pt x="299843" y="238746"/>
                  </a:lnTo>
                  <a:lnTo>
                    <a:pt x="299867" y="238946"/>
                  </a:lnTo>
                  <a:lnTo>
                    <a:pt x="300342" y="239673"/>
                  </a:lnTo>
                  <a:lnTo>
                    <a:pt x="300178" y="239738"/>
                  </a:lnTo>
                  <a:lnTo>
                    <a:pt x="299759" y="239876"/>
                  </a:lnTo>
                  <a:lnTo>
                    <a:pt x="299373" y="240026"/>
                  </a:lnTo>
                  <a:lnTo>
                    <a:pt x="299187" y="240778"/>
                  </a:lnTo>
                  <a:lnTo>
                    <a:pt x="299494" y="240595"/>
                  </a:lnTo>
                  <a:lnTo>
                    <a:pt x="299645" y="240629"/>
                  </a:lnTo>
                  <a:lnTo>
                    <a:pt x="299406" y="240990"/>
                  </a:lnTo>
                  <a:lnTo>
                    <a:pt x="299372" y="241324"/>
                  </a:lnTo>
                  <a:lnTo>
                    <a:pt x="299293" y="241514"/>
                  </a:lnTo>
                  <a:lnTo>
                    <a:pt x="299084" y="241915"/>
                  </a:lnTo>
                  <a:lnTo>
                    <a:pt x="299000" y="242077"/>
                  </a:lnTo>
                  <a:lnTo>
                    <a:pt x="298792" y="242174"/>
                  </a:lnTo>
                  <a:lnTo>
                    <a:pt x="298547" y="242340"/>
                  </a:lnTo>
                  <a:lnTo>
                    <a:pt x="298446" y="242869"/>
                  </a:lnTo>
                  <a:lnTo>
                    <a:pt x="298611" y="242903"/>
                  </a:lnTo>
                  <a:lnTo>
                    <a:pt x="298943" y="243026"/>
                  </a:lnTo>
                  <a:lnTo>
                    <a:pt x="299218" y="243251"/>
                  </a:lnTo>
                  <a:lnTo>
                    <a:pt x="299779" y="243440"/>
                  </a:lnTo>
                  <a:lnTo>
                    <a:pt x="300059" y="243397"/>
                  </a:lnTo>
                  <a:lnTo>
                    <a:pt x="300301" y="243107"/>
                  </a:lnTo>
                  <a:lnTo>
                    <a:pt x="300477" y="243030"/>
                  </a:lnTo>
                  <a:lnTo>
                    <a:pt x="301069" y="243160"/>
                  </a:lnTo>
                  <a:lnTo>
                    <a:pt x="301262" y="243190"/>
                  </a:lnTo>
                  <a:lnTo>
                    <a:pt x="301598" y="243224"/>
                  </a:lnTo>
                  <a:lnTo>
                    <a:pt x="301848" y="243271"/>
                  </a:lnTo>
                  <a:lnTo>
                    <a:pt x="302170" y="243553"/>
                  </a:lnTo>
                  <a:lnTo>
                    <a:pt x="302159" y="244207"/>
                  </a:lnTo>
                  <a:lnTo>
                    <a:pt x="301849" y="244430"/>
                  </a:lnTo>
                  <a:lnTo>
                    <a:pt x="301245" y="244639"/>
                  </a:lnTo>
                  <a:lnTo>
                    <a:pt x="300898" y="244724"/>
                  </a:lnTo>
                  <a:lnTo>
                    <a:pt x="300596" y="244960"/>
                  </a:lnTo>
                  <a:lnTo>
                    <a:pt x="300413" y="245122"/>
                  </a:lnTo>
                  <a:lnTo>
                    <a:pt x="300347" y="245275"/>
                  </a:lnTo>
                  <a:lnTo>
                    <a:pt x="300213" y="245788"/>
                  </a:lnTo>
                  <a:lnTo>
                    <a:pt x="300151" y="246191"/>
                  </a:lnTo>
                  <a:lnTo>
                    <a:pt x="300220" y="246570"/>
                  </a:lnTo>
                  <a:lnTo>
                    <a:pt x="300097" y="246958"/>
                  </a:lnTo>
                  <a:lnTo>
                    <a:pt x="299919" y="247310"/>
                  </a:lnTo>
                  <a:lnTo>
                    <a:pt x="299809" y="247493"/>
                  </a:lnTo>
                  <a:lnTo>
                    <a:pt x="299391" y="247649"/>
                  </a:lnTo>
                  <a:lnTo>
                    <a:pt x="299071" y="247697"/>
                  </a:lnTo>
                  <a:lnTo>
                    <a:pt x="298868" y="247714"/>
                  </a:lnTo>
                  <a:lnTo>
                    <a:pt x="298504" y="247503"/>
                  </a:lnTo>
                  <a:lnTo>
                    <a:pt x="298241" y="247381"/>
                  </a:lnTo>
                  <a:lnTo>
                    <a:pt x="298064" y="247339"/>
                  </a:lnTo>
                  <a:lnTo>
                    <a:pt x="297812" y="247432"/>
                  </a:lnTo>
                  <a:lnTo>
                    <a:pt x="297374" y="247414"/>
                  </a:lnTo>
                  <a:lnTo>
                    <a:pt x="296992" y="247158"/>
                  </a:lnTo>
                  <a:lnTo>
                    <a:pt x="296684" y="247360"/>
                  </a:lnTo>
                  <a:lnTo>
                    <a:pt x="296207" y="247838"/>
                  </a:lnTo>
                  <a:lnTo>
                    <a:pt x="296252" y="248044"/>
                  </a:lnTo>
                  <a:lnTo>
                    <a:pt x="296207" y="248457"/>
                  </a:lnTo>
                  <a:lnTo>
                    <a:pt x="296036" y="248938"/>
                  </a:lnTo>
                  <a:lnTo>
                    <a:pt x="296061" y="249230"/>
                  </a:lnTo>
                  <a:lnTo>
                    <a:pt x="295823" y="249847"/>
                  </a:lnTo>
                  <a:lnTo>
                    <a:pt x="295842" y="250195"/>
                  </a:lnTo>
                  <a:lnTo>
                    <a:pt x="296094" y="250485"/>
                  </a:lnTo>
                  <a:lnTo>
                    <a:pt x="296207" y="250665"/>
                  </a:lnTo>
                  <a:lnTo>
                    <a:pt x="296475" y="251284"/>
                  </a:lnTo>
                  <a:lnTo>
                    <a:pt x="296423" y="251543"/>
                  </a:lnTo>
                  <a:lnTo>
                    <a:pt x="296549" y="251971"/>
                  </a:lnTo>
                  <a:lnTo>
                    <a:pt x="296551" y="252454"/>
                  </a:lnTo>
                  <a:lnTo>
                    <a:pt x="296554" y="252762"/>
                  </a:lnTo>
                  <a:lnTo>
                    <a:pt x="296882" y="253044"/>
                  </a:lnTo>
                  <a:lnTo>
                    <a:pt x="297508" y="253153"/>
                  </a:lnTo>
                  <a:lnTo>
                    <a:pt x="298248" y="253368"/>
                  </a:lnTo>
                  <a:lnTo>
                    <a:pt x="298788" y="253366"/>
                  </a:lnTo>
                  <a:lnTo>
                    <a:pt x="299267" y="253363"/>
                  </a:lnTo>
                  <a:lnTo>
                    <a:pt x="299485" y="253411"/>
                  </a:lnTo>
                  <a:lnTo>
                    <a:pt x="299702" y="253547"/>
                  </a:lnTo>
                  <a:lnTo>
                    <a:pt x="299921" y="253966"/>
                  </a:lnTo>
                  <a:lnTo>
                    <a:pt x="299966" y="254221"/>
                  </a:lnTo>
                  <a:lnTo>
                    <a:pt x="300244" y="254375"/>
                  </a:lnTo>
                  <a:lnTo>
                    <a:pt x="300475" y="254543"/>
                  </a:lnTo>
                  <a:lnTo>
                    <a:pt x="300603" y="254699"/>
                  </a:lnTo>
                  <a:lnTo>
                    <a:pt x="300812" y="254766"/>
                  </a:lnTo>
                  <a:lnTo>
                    <a:pt x="301057" y="255061"/>
                  </a:lnTo>
                  <a:lnTo>
                    <a:pt x="301191" y="255206"/>
                  </a:lnTo>
                  <a:lnTo>
                    <a:pt x="301624" y="255348"/>
                  </a:lnTo>
                  <a:lnTo>
                    <a:pt x="301942" y="255418"/>
                  </a:lnTo>
                  <a:lnTo>
                    <a:pt x="302137" y="255905"/>
                  </a:lnTo>
                  <a:lnTo>
                    <a:pt x="302238" y="256043"/>
                  </a:lnTo>
                  <a:lnTo>
                    <a:pt x="302522" y="256200"/>
                  </a:lnTo>
                  <a:lnTo>
                    <a:pt x="303136" y="256397"/>
                  </a:lnTo>
                  <a:lnTo>
                    <a:pt x="303520" y="257010"/>
                  </a:lnTo>
                  <a:lnTo>
                    <a:pt x="303711" y="257046"/>
                  </a:lnTo>
                  <a:lnTo>
                    <a:pt x="303851" y="257051"/>
                  </a:lnTo>
                  <a:lnTo>
                    <a:pt x="304246" y="257002"/>
                  </a:lnTo>
                  <a:lnTo>
                    <a:pt x="304498" y="256942"/>
                  </a:lnTo>
                  <a:lnTo>
                    <a:pt x="305000" y="256613"/>
                  </a:lnTo>
                  <a:lnTo>
                    <a:pt x="305190" y="256629"/>
                  </a:lnTo>
                  <a:lnTo>
                    <a:pt x="305521" y="256667"/>
                  </a:lnTo>
                  <a:lnTo>
                    <a:pt x="305868" y="256783"/>
                  </a:lnTo>
                  <a:lnTo>
                    <a:pt x="305974" y="257107"/>
                  </a:lnTo>
                  <a:lnTo>
                    <a:pt x="306117" y="257310"/>
                  </a:lnTo>
                  <a:lnTo>
                    <a:pt x="306313" y="257595"/>
                  </a:lnTo>
                  <a:lnTo>
                    <a:pt x="306575" y="258037"/>
                  </a:lnTo>
                  <a:lnTo>
                    <a:pt x="306804" y="258170"/>
                  </a:lnTo>
                  <a:lnTo>
                    <a:pt x="307127" y="258064"/>
                  </a:lnTo>
                  <a:lnTo>
                    <a:pt x="307667" y="257720"/>
                  </a:lnTo>
                  <a:lnTo>
                    <a:pt x="308204" y="257864"/>
                  </a:lnTo>
                  <a:lnTo>
                    <a:pt x="308412" y="257958"/>
                  </a:lnTo>
                  <a:lnTo>
                    <a:pt x="308912" y="258565"/>
                  </a:lnTo>
                  <a:lnTo>
                    <a:pt x="308939" y="258801"/>
                  </a:lnTo>
                  <a:lnTo>
                    <a:pt x="309019" y="259110"/>
                  </a:lnTo>
                  <a:lnTo>
                    <a:pt x="309201" y="259438"/>
                  </a:lnTo>
                  <a:lnTo>
                    <a:pt x="309377" y="259674"/>
                  </a:lnTo>
                  <a:lnTo>
                    <a:pt x="310118" y="259909"/>
                  </a:lnTo>
                  <a:lnTo>
                    <a:pt x="310343" y="260124"/>
                  </a:lnTo>
                  <a:lnTo>
                    <a:pt x="310546" y="260418"/>
                  </a:lnTo>
                  <a:lnTo>
                    <a:pt x="310687" y="260472"/>
                  </a:lnTo>
                  <a:lnTo>
                    <a:pt x="310820" y="260556"/>
                  </a:lnTo>
                  <a:lnTo>
                    <a:pt x="311271" y="261030"/>
                  </a:lnTo>
                  <a:lnTo>
                    <a:pt x="311607" y="261317"/>
                  </a:lnTo>
                  <a:lnTo>
                    <a:pt x="311728" y="261165"/>
                  </a:lnTo>
                  <a:lnTo>
                    <a:pt x="312130" y="261062"/>
                  </a:lnTo>
                  <a:lnTo>
                    <a:pt x="312420" y="261224"/>
                  </a:lnTo>
                  <a:lnTo>
                    <a:pt x="312733" y="261139"/>
                  </a:lnTo>
                  <a:lnTo>
                    <a:pt x="313038" y="260834"/>
                  </a:lnTo>
                  <a:lnTo>
                    <a:pt x="313855" y="260575"/>
                  </a:lnTo>
                  <a:lnTo>
                    <a:pt x="314161" y="260716"/>
                  </a:lnTo>
                  <a:lnTo>
                    <a:pt x="314174" y="260856"/>
                  </a:lnTo>
                  <a:lnTo>
                    <a:pt x="314317" y="261284"/>
                  </a:lnTo>
                  <a:lnTo>
                    <a:pt x="314591" y="261543"/>
                  </a:lnTo>
                  <a:lnTo>
                    <a:pt x="314850" y="261986"/>
                  </a:lnTo>
                  <a:lnTo>
                    <a:pt x="315235" y="262163"/>
                  </a:lnTo>
                  <a:lnTo>
                    <a:pt x="315555" y="262479"/>
                  </a:lnTo>
                  <a:lnTo>
                    <a:pt x="315884" y="262440"/>
                  </a:lnTo>
                  <a:lnTo>
                    <a:pt x="315999" y="262252"/>
                  </a:lnTo>
                  <a:lnTo>
                    <a:pt x="316466" y="262009"/>
                  </a:lnTo>
                  <a:lnTo>
                    <a:pt x="317029" y="262194"/>
                  </a:lnTo>
                  <a:lnTo>
                    <a:pt x="317306" y="262137"/>
                  </a:lnTo>
                  <a:lnTo>
                    <a:pt x="318112" y="261945"/>
                  </a:lnTo>
                  <a:lnTo>
                    <a:pt x="318512" y="261790"/>
                  </a:lnTo>
                  <a:lnTo>
                    <a:pt x="318801" y="261655"/>
                  </a:lnTo>
                  <a:lnTo>
                    <a:pt x="319158" y="261162"/>
                  </a:lnTo>
                  <a:lnTo>
                    <a:pt x="319413" y="261171"/>
                  </a:lnTo>
                  <a:lnTo>
                    <a:pt x="320111" y="261605"/>
                  </a:lnTo>
                  <a:lnTo>
                    <a:pt x="320329" y="262000"/>
                  </a:lnTo>
                  <a:lnTo>
                    <a:pt x="320536" y="262391"/>
                  </a:lnTo>
                  <a:lnTo>
                    <a:pt x="320786" y="262611"/>
                  </a:lnTo>
                  <a:lnTo>
                    <a:pt x="321061" y="262744"/>
                  </a:lnTo>
                  <a:lnTo>
                    <a:pt x="321289" y="263070"/>
                  </a:lnTo>
                  <a:lnTo>
                    <a:pt x="321346" y="263240"/>
                  </a:lnTo>
                  <a:lnTo>
                    <a:pt x="321417" y="263924"/>
                  </a:lnTo>
                  <a:lnTo>
                    <a:pt x="321826" y="264085"/>
                  </a:lnTo>
                  <a:lnTo>
                    <a:pt x="322013" y="264090"/>
                  </a:lnTo>
                  <a:lnTo>
                    <a:pt x="322156" y="264093"/>
                  </a:lnTo>
                  <a:lnTo>
                    <a:pt x="322742" y="264072"/>
                  </a:lnTo>
                  <a:lnTo>
                    <a:pt x="323162" y="263887"/>
                  </a:lnTo>
                  <a:lnTo>
                    <a:pt x="323724" y="263645"/>
                  </a:lnTo>
                  <a:lnTo>
                    <a:pt x="323923" y="263395"/>
                  </a:lnTo>
                  <a:lnTo>
                    <a:pt x="324577" y="263209"/>
                  </a:lnTo>
                  <a:lnTo>
                    <a:pt x="324731" y="263175"/>
                  </a:lnTo>
                  <a:lnTo>
                    <a:pt x="325511" y="262578"/>
                  </a:lnTo>
                  <a:lnTo>
                    <a:pt x="325785" y="262585"/>
                  </a:lnTo>
                  <a:lnTo>
                    <a:pt x="326573" y="262312"/>
                  </a:lnTo>
                  <a:lnTo>
                    <a:pt x="327071" y="262382"/>
                  </a:lnTo>
                  <a:lnTo>
                    <a:pt x="327714" y="261933"/>
                  </a:lnTo>
                  <a:lnTo>
                    <a:pt x="328004" y="261779"/>
                  </a:lnTo>
                  <a:lnTo>
                    <a:pt x="328277" y="261857"/>
                  </a:lnTo>
                  <a:lnTo>
                    <a:pt x="328420" y="261903"/>
                  </a:lnTo>
                  <a:lnTo>
                    <a:pt x="328743" y="261999"/>
                  </a:lnTo>
                  <a:lnTo>
                    <a:pt x="328947" y="261983"/>
                  </a:lnTo>
                  <a:lnTo>
                    <a:pt x="329888" y="262348"/>
                  </a:lnTo>
                  <a:lnTo>
                    <a:pt x="330210" y="262726"/>
                  </a:lnTo>
                  <a:lnTo>
                    <a:pt x="330750" y="263488"/>
                  </a:lnTo>
                  <a:lnTo>
                    <a:pt x="330825" y="263687"/>
                  </a:lnTo>
                  <a:lnTo>
                    <a:pt x="330877" y="263949"/>
                  </a:lnTo>
                  <a:lnTo>
                    <a:pt x="331279" y="264377"/>
                  </a:lnTo>
                  <a:lnTo>
                    <a:pt x="331478" y="264507"/>
                  </a:lnTo>
                  <a:lnTo>
                    <a:pt x="331808" y="264422"/>
                  </a:lnTo>
                  <a:lnTo>
                    <a:pt x="332621" y="264204"/>
                  </a:lnTo>
                  <a:lnTo>
                    <a:pt x="333000" y="263962"/>
                  </a:lnTo>
                  <a:lnTo>
                    <a:pt x="333543" y="263755"/>
                  </a:lnTo>
                  <a:lnTo>
                    <a:pt x="333935" y="263625"/>
                  </a:lnTo>
                  <a:lnTo>
                    <a:pt x="334145" y="263556"/>
                  </a:lnTo>
                  <a:lnTo>
                    <a:pt x="334536" y="263462"/>
                  </a:lnTo>
                  <a:lnTo>
                    <a:pt x="334579" y="263333"/>
                  </a:lnTo>
                  <a:lnTo>
                    <a:pt x="334685" y="262948"/>
                  </a:lnTo>
                  <a:lnTo>
                    <a:pt x="334910" y="262911"/>
                  </a:lnTo>
                  <a:lnTo>
                    <a:pt x="335050" y="262912"/>
                  </a:lnTo>
                  <a:lnTo>
                    <a:pt x="335211" y="262912"/>
                  </a:lnTo>
                  <a:lnTo>
                    <a:pt x="335360" y="262870"/>
                  </a:lnTo>
                  <a:lnTo>
                    <a:pt x="335687" y="262542"/>
                  </a:lnTo>
                  <a:lnTo>
                    <a:pt x="335905" y="262277"/>
                  </a:lnTo>
                  <a:lnTo>
                    <a:pt x="335869" y="261925"/>
                  </a:lnTo>
                  <a:lnTo>
                    <a:pt x="335863" y="261721"/>
                  </a:lnTo>
                  <a:lnTo>
                    <a:pt x="335925" y="261423"/>
                  </a:lnTo>
                  <a:lnTo>
                    <a:pt x="336109" y="261026"/>
                  </a:lnTo>
                  <a:lnTo>
                    <a:pt x="336504" y="261121"/>
                  </a:lnTo>
                  <a:lnTo>
                    <a:pt x="337142" y="260938"/>
                  </a:lnTo>
                  <a:lnTo>
                    <a:pt x="337484" y="261355"/>
                  </a:lnTo>
                  <a:lnTo>
                    <a:pt x="337925" y="261708"/>
                  </a:lnTo>
                  <a:lnTo>
                    <a:pt x="338277" y="261581"/>
                  </a:lnTo>
                  <a:lnTo>
                    <a:pt x="338765" y="261520"/>
                  </a:lnTo>
                  <a:lnTo>
                    <a:pt x="338961" y="261566"/>
                  </a:lnTo>
                  <a:lnTo>
                    <a:pt x="339104" y="261574"/>
                  </a:lnTo>
                  <a:lnTo>
                    <a:pt x="339460" y="261397"/>
                  </a:lnTo>
                  <a:lnTo>
                    <a:pt x="339602" y="261103"/>
                  </a:lnTo>
                  <a:lnTo>
                    <a:pt x="339871" y="260754"/>
                  </a:lnTo>
                  <a:lnTo>
                    <a:pt x="340548" y="260647"/>
                  </a:lnTo>
                  <a:lnTo>
                    <a:pt x="340689" y="260436"/>
                  </a:lnTo>
                  <a:lnTo>
                    <a:pt x="341252" y="260345"/>
                  </a:lnTo>
                  <a:lnTo>
                    <a:pt x="341576" y="260064"/>
                  </a:lnTo>
                  <a:lnTo>
                    <a:pt x="341695" y="259759"/>
                  </a:lnTo>
                  <a:lnTo>
                    <a:pt x="341883" y="259386"/>
                  </a:lnTo>
                  <a:lnTo>
                    <a:pt x="342512" y="258753"/>
                  </a:lnTo>
                  <a:lnTo>
                    <a:pt x="342837" y="258973"/>
                  </a:lnTo>
                  <a:lnTo>
                    <a:pt x="343396" y="258691"/>
                  </a:lnTo>
                  <a:lnTo>
                    <a:pt x="343816" y="258501"/>
                  </a:lnTo>
                  <a:lnTo>
                    <a:pt x="344072" y="258404"/>
                  </a:lnTo>
                  <a:lnTo>
                    <a:pt x="344304" y="258292"/>
                  </a:lnTo>
                  <a:lnTo>
                    <a:pt x="344715" y="257883"/>
                  </a:lnTo>
                  <a:lnTo>
                    <a:pt x="345057" y="257756"/>
                  </a:lnTo>
                  <a:lnTo>
                    <a:pt x="345234" y="257767"/>
                  </a:lnTo>
                  <a:lnTo>
                    <a:pt x="346059" y="257396"/>
                  </a:lnTo>
                  <a:lnTo>
                    <a:pt x="346066" y="257124"/>
                  </a:lnTo>
                  <a:lnTo>
                    <a:pt x="346259" y="256804"/>
                  </a:lnTo>
                  <a:lnTo>
                    <a:pt x="346231" y="256577"/>
                  </a:lnTo>
                  <a:lnTo>
                    <a:pt x="346212" y="256420"/>
                  </a:lnTo>
                  <a:lnTo>
                    <a:pt x="345880" y="256114"/>
                  </a:lnTo>
                  <a:lnTo>
                    <a:pt x="345653" y="256173"/>
                  </a:lnTo>
                  <a:lnTo>
                    <a:pt x="345640" y="255920"/>
                  </a:lnTo>
                  <a:lnTo>
                    <a:pt x="345406" y="255834"/>
                  </a:lnTo>
                  <a:lnTo>
                    <a:pt x="345269" y="255885"/>
                  </a:lnTo>
                  <a:lnTo>
                    <a:pt x="345129" y="255896"/>
                  </a:lnTo>
                  <a:lnTo>
                    <a:pt x="344991" y="255841"/>
                  </a:lnTo>
                  <a:lnTo>
                    <a:pt x="344788" y="255200"/>
                  </a:lnTo>
                  <a:lnTo>
                    <a:pt x="344712" y="254895"/>
                  </a:lnTo>
                  <a:lnTo>
                    <a:pt x="344534" y="254421"/>
                  </a:lnTo>
                  <a:lnTo>
                    <a:pt x="344145" y="253692"/>
                  </a:lnTo>
                  <a:lnTo>
                    <a:pt x="343847" y="253282"/>
                  </a:lnTo>
                  <a:lnTo>
                    <a:pt x="343508" y="252948"/>
                  </a:lnTo>
                  <a:lnTo>
                    <a:pt x="343592" y="252618"/>
                  </a:lnTo>
                  <a:lnTo>
                    <a:pt x="343545" y="252339"/>
                  </a:lnTo>
                  <a:lnTo>
                    <a:pt x="343445" y="252049"/>
                  </a:lnTo>
                  <a:lnTo>
                    <a:pt x="343705" y="252000"/>
                  </a:lnTo>
                  <a:lnTo>
                    <a:pt x="343673" y="251820"/>
                  </a:lnTo>
                  <a:lnTo>
                    <a:pt x="343525" y="251304"/>
                  </a:lnTo>
                  <a:lnTo>
                    <a:pt x="343273" y="251001"/>
                  </a:lnTo>
                  <a:lnTo>
                    <a:pt x="343262" y="250715"/>
                  </a:lnTo>
                  <a:lnTo>
                    <a:pt x="343879" y="250517"/>
                  </a:lnTo>
                  <a:lnTo>
                    <a:pt x="344128" y="250348"/>
                  </a:lnTo>
                  <a:lnTo>
                    <a:pt x="344256" y="249884"/>
                  </a:lnTo>
                  <a:lnTo>
                    <a:pt x="344236" y="249234"/>
                  </a:lnTo>
                  <a:lnTo>
                    <a:pt x="344251" y="248731"/>
                  </a:lnTo>
                  <a:lnTo>
                    <a:pt x="344861" y="248167"/>
                  </a:lnTo>
                  <a:lnTo>
                    <a:pt x="345339" y="248085"/>
                  </a:lnTo>
                  <a:lnTo>
                    <a:pt x="345532" y="248141"/>
                  </a:lnTo>
                  <a:lnTo>
                    <a:pt x="345835" y="248121"/>
                  </a:lnTo>
                  <a:lnTo>
                    <a:pt x="346068" y="248083"/>
                  </a:lnTo>
                  <a:lnTo>
                    <a:pt x="346527" y="248197"/>
                  </a:lnTo>
                  <a:lnTo>
                    <a:pt x="347471" y="248661"/>
                  </a:lnTo>
                  <a:lnTo>
                    <a:pt x="347898" y="249006"/>
                  </a:lnTo>
                  <a:lnTo>
                    <a:pt x="348041" y="249163"/>
                  </a:lnTo>
                  <a:lnTo>
                    <a:pt x="347822" y="249884"/>
                  </a:lnTo>
                  <a:lnTo>
                    <a:pt x="347726" y="250100"/>
                  </a:lnTo>
                  <a:lnTo>
                    <a:pt x="347691" y="250552"/>
                  </a:lnTo>
                  <a:lnTo>
                    <a:pt x="347743" y="250703"/>
                  </a:lnTo>
                  <a:lnTo>
                    <a:pt x="348056" y="251243"/>
                  </a:lnTo>
                  <a:lnTo>
                    <a:pt x="348336" y="251505"/>
                  </a:lnTo>
                  <a:lnTo>
                    <a:pt x="348636" y="251640"/>
                  </a:lnTo>
                  <a:lnTo>
                    <a:pt x="349070" y="252333"/>
                  </a:lnTo>
                  <a:lnTo>
                    <a:pt x="349088" y="252721"/>
                  </a:lnTo>
                  <a:lnTo>
                    <a:pt x="349304" y="253240"/>
                  </a:lnTo>
                  <a:lnTo>
                    <a:pt x="349478" y="253651"/>
                  </a:lnTo>
                  <a:lnTo>
                    <a:pt x="349284" y="254076"/>
                  </a:lnTo>
                  <a:lnTo>
                    <a:pt x="349275" y="254205"/>
                  </a:lnTo>
                  <a:lnTo>
                    <a:pt x="349314" y="254364"/>
                  </a:lnTo>
                  <a:lnTo>
                    <a:pt x="349406" y="254683"/>
                  </a:lnTo>
                  <a:lnTo>
                    <a:pt x="349588" y="254973"/>
                  </a:lnTo>
                  <a:lnTo>
                    <a:pt x="349996" y="254829"/>
                  </a:lnTo>
                  <a:lnTo>
                    <a:pt x="350471" y="255030"/>
                  </a:lnTo>
                  <a:lnTo>
                    <a:pt x="350867" y="256125"/>
                  </a:lnTo>
                  <a:lnTo>
                    <a:pt x="350898" y="256577"/>
                  </a:lnTo>
                  <a:lnTo>
                    <a:pt x="350719" y="256653"/>
                  </a:lnTo>
                  <a:lnTo>
                    <a:pt x="350427" y="257037"/>
                  </a:lnTo>
                  <a:lnTo>
                    <a:pt x="350465" y="257650"/>
                  </a:lnTo>
                  <a:lnTo>
                    <a:pt x="350556" y="257859"/>
                  </a:lnTo>
                  <a:lnTo>
                    <a:pt x="350984" y="258164"/>
                  </a:lnTo>
                  <a:lnTo>
                    <a:pt x="351404" y="258000"/>
                  </a:lnTo>
                  <a:lnTo>
                    <a:pt x="351809" y="258069"/>
                  </a:lnTo>
                  <a:lnTo>
                    <a:pt x="351838" y="258222"/>
                  </a:lnTo>
                  <a:lnTo>
                    <a:pt x="351880" y="258444"/>
                  </a:lnTo>
                  <a:lnTo>
                    <a:pt x="351919" y="258650"/>
                  </a:lnTo>
                  <a:lnTo>
                    <a:pt x="351936" y="258950"/>
                  </a:lnTo>
                  <a:lnTo>
                    <a:pt x="351928" y="259132"/>
                  </a:lnTo>
                  <a:lnTo>
                    <a:pt x="352308" y="259382"/>
                  </a:lnTo>
                  <a:lnTo>
                    <a:pt x="353153" y="259244"/>
                  </a:lnTo>
                  <a:lnTo>
                    <a:pt x="353527" y="259189"/>
                  </a:lnTo>
                  <a:lnTo>
                    <a:pt x="353666" y="258958"/>
                  </a:lnTo>
                  <a:lnTo>
                    <a:pt x="353853" y="258908"/>
                  </a:lnTo>
                  <a:lnTo>
                    <a:pt x="354153" y="258872"/>
                  </a:lnTo>
                  <a:lnTo>
                    <a:pt x="354294" y="258728"/>
                  </a:lnTo>
                  <a:lnTo>
                    <a:pt x="354456" y="258447"/>
                  </a:lnTo>
                  <a:lnTo>
                    <a:pt x="354850" y="258409"/>
                  </a:lnTo>
                  <a:lnTo>
                    <a:pt x="355398" y="258050"/>
                  </a:lnTo>
                  <a:lnTo>
                    <a:pt x="355550" y="258063"/>
                  </a:lnTo>
                  <a:lnTo>
                    <a:pt x="355792" y="257707"/>
                  </a:lnTo>
                  <a:lnTo>
                    <a:pt x="356622" y="257292"/>
                  </a:lnTo>
                  <a:lnTo>
                    <a:pt x="356758" y="256978"/>
                  </a:lnTo>
                  <a:lnTo>
                    <a:pt x="356974" y="256759"/>
                  </a:lnTo>
                  <a:lnTo>
                    <a:pt x="357624" y="256570"/>
                  </a:lnTo>
                  <a:lnTo>
                    <a:pt x="357811" y="256657"/>
                  </a:lnTo>
                  <a:lnTo>
                    <a:pt x="358176" y="256669"/>
                  </a:lnTo>
                  <a:lnTo>
                    <a:pt x="358376" y="256380"/>
                  </a:lnTo>
                  <a:lnTo>
                    <a:pt x="358641" y="256102"/>
                  </a:lnTo>
                  <a:lnTo>
                    <a:pt x="358906" y="256167"/>
                  </a:lnTo>
                  <a:lnTo>
                    <a:pt x="359104" y="256326"/>
                  </a:lnTo>
                  <a:lnTo>
                    <a:pt x="359354" y="256120"/>
                  </a:lnTo>
                  <a:lnTo>
                    <a:pt x="359671" y="256246"/>
                  </a:lnTo>
                  <a:lnTo>
                    <a:pt x="359814" y="256523"/>
                  </a:lnTo>
                  <a:lnTo>
                    <a:pt x="359872" y="256730"/>
                  </a:lnTo>
                  <a:lnTo>
                    <a:pt x="360109" y="256963"/>
                  </a:lnTo>
                  <a:lnTo>
                    <a:pt x="360310" y="256818"/>
                  </a:lnTo>
                  <a:lnTo>
                    <a:pt x="360792" y="256682"/>
                  </a:lnTo>
                  <a:lnTo>
                    <a:pt x="361173" y="256282"/>
                  </a:lnTo>
                  <a:lnTo>
                    <a:pt x="361245" y="256138"/>
                  </a:lnTo>
                  <a:lnTo>
                    <a:pt x="361295" y="255896"/>
                  </a:lnTo>
                  <a:lnTo>
                    <a:pt x="361829" y="255955"/>
                  </a:lnTo>
                  <a:lnTo>
                    <a:pt x="361781" y="255488"/>
                  </a:lnTo>
                  <a:lnTo>
                    <a:pt x="361720" y="255256"/>
                  </a:lnTo>
                  <a:lnTo>
                    <a:pt x="361634" y="255003"/>
                  </a:lnTo>
                  <a:lnTo>
                    <a:pt x="361869" y="254570"/>
                  </a:lnTo>
                  <a:lnTo>
                    <a:pt x="362000" y="254421"/>
                  </a:lnTo>
                  <a:lnTo>
                    <a:pt x="361879" y="254133"/>
                  </a:lnTo>
                  <a:lnTo>
                    <a:pt x="361773" y="253827"/>
                  </a:lnTo>
                  <a:lnTo>
                    <a:pt x="361988" y="253335"/>
                  </a:lnTo>
                  <a:lnTo>
                    <a:pt x="362238" y="253304"/>
                  </a:lnTo>
                  <a:lnTo>
                    <a:pt x="362488" y="253508"/>
                  </a:lnTo>
                  <a:lnTo>
                    <a:pt x="362661" y="253585"/>
                  </a:lnTo>
                  <a:lnTo>
                    <a:pt x="363368" y="253228"/>
                  </a:lnTo>
                  <a:lnTo>
                    <a:pt x="363769" y="253078"/>
                  </a:lnTo>
                  <a:lnTo>
                    <a:pt x="363951" y="253103"/>
                  </a:lnTo>
                  <a:lnTo>
                    <a:pt x="364103" y="253004"/>
                  </a:lnTo>
                  <a:lnTo>
                    <a:pt x="364483" y="252870"/>
                  </a:lnTo>
                  <a:lnTo>
                    <a:pt x="364723" y="252788"/>
                  </a:lnTo>
                  <a:lnTo>
                    <a:pt x="365095" y="252848"/>
                  </a:lnTo>
                  <a:lnTo>
                    <a:pt x="365555" y="252942"/>
                  </a:lnTo>
                  <a:lnTo>
                    <a:pt x="366015" y="253071"/>
                  </a:lnTo>
                  <a:lnTo>
                    <a:pt x="366150" y="253156"/>
                  </a:lnTo>
                  <a:lnTo>
                    <a:pt x="366590" y="253162"/>
                  </a:lnTo>
                  <a:lnTo>
                    <a:pt x="366919" y="253009"/>
                  </a:lnTo>
                  <a:lnTo>
                    <a:pt x="367144" y="252888"/>
                  </a:lnTo>
                  <a:lnTo>
                    <a:pt x="367538" y="252634"/>
                  </a:lnTo>
                  <a:lnTo>
                    <a:pt x="367668" y="252351"/>
                  </a:lnTo>
                  <a:lnTo>
                    <a:pt x="367895" y="252121"/>
                  </a:lnTo>
                  <a:lnTo>
                    <a:pt x="368160" y="252308"/>
                  </a:lnTo>
                  <a:lnTo>
                    <a:pt x="368711" y="252603"/>
                  </a:lnTo>
                  <a:lnTo>
                    <a:pt x="368867" y="252810"/>
                  </a:lnTo>
                  <a:lnTo>
                    <a:pt x="369158" y="253164"/>
                  </a:lnTo>
                  <a:lnTo>
                    <a:pt x="369437" y="253158"/>
                  </a:lnTo>
                  <a:lnTo>
                    <a:pt x="369885" y="253052"/>
                  </a:lnTo>
                  <a:lnTo>
                    <a:pt x="369931" y="252860"/>
                  </a:lnTo>
                  <a:lnTo>
                    <a:pt x="370062" y="252529"/>
                  </a:lnTo>
                  <a:lnTo>
                    <a:pt x="370279" y="252156"/>
                  </a:lnTo>
                  <a:lnTo>
                    <a:pt x="370326" y="251789"/>
                  </a:lnTo>
                  <a:lnTo>
                    <a:pt x="370496" y="251777"/>
                  </a:lnTo>
                  <a:lnTo>
                    <a:pt x="371006" y="251950"/>
                  </a:lnTo>
                  <a:lnTo>
                    <a:pt x="371263" y="251428"/>
                  </a:lnTo>
                  <a:lnTo>
                    <a:pt x="371422" y="251855"/>
                  </a:lnTo>
                  <a:lnTo>
                    <a:pt x="371573" y="252262"/>
                  </a:lnTo>
                  <a:lnTo>
                    <a:pt x="371676" y="252405"/>
                  </a:lnTo>
                  <a:lnTo>
                    <a:pt x="371960" y="252787"/>
                  </a:lnTo>
                  <a:lnTo>
                    <a:pt x="372250" y="253024"/>
                  </a:lnTo>
                  <a:lnTo>
                    <a:pt x="372408" y="253379"/>
                  </a:lnTo>
                  <a:lnTo>
                    <a:pt x="373076" y="253281"/>
                  </a:lnTo>
                  <a:lnTo>
                    <a:pt x="373277" y="253639"/>
                  </a:lnTo>
                  <a:lnTo>
                    <a:pt x="373302" y="253936"/>
                  </a:lnTo>
                  <a:lnTo>
                    <a:pt x="373528" y="254268"/>
                  </a:lnTo>
                  <a:lnTo>
                    <a:pt x="373599" y="254473"/>
                  </a:lnTo>
                  <a:lnTo>
                    <a:pt x="373647" y="254751"/>
                  </a:lnTo>
                  <a:lnTo>
                    <a:pt x="373436" y="255034"/>
                  </a:lnTo>
                  <a:lnTo>
                    <a:pt x="373091" y="255103"/>
                  </a:lnTo>
                  <a:lnTo>
                    <a:pt x="372888" y="255113"/>
                  </a:lnTo>
                  <a:lnTo>
                    <a:pt x="372318" y="255324"/>
                  </a:lnTo>
                  <a:lnTo>
                    <a:pt x="372123" y="255434"/>
                  </a:lnTo>
                  <a:lnTo>
                    <a:pt x="372025" y="255821"/>
                  </a:lnTo>
                  <a:lnTo>
                    <a:pt x="372165" y="256019"/>
                  </a:lnTo>
                  <a:lnTo>
                    <a:pt x="372443" y="256208"/>
                  </a:lnTo>
                  <a:lnTo>
                    <a:pt x="372430" y="256360"/>
                  </a:lnTo>
                  <a:lnTo>
                    <a:pt x="372453" y="256571"/>
                  </a:lnTo>
                  <a:lnTo>
                    <a:pt x="372624" y="256869"/>
                  </a:lnTo>
                  <a:lnTo>
                    <a:pt x="372800" y="256929"/>
                  </a:lnTo>
                  <a:lnTo>
                    <a:pt x="372938" y="257026"/>
                  </a:lnTo>
                  <a:lnTo>
                    <a:pt x="373085" y="257134"/>
                  </a:lnTo>
                  <a:lnTo>
                    <a:pt x="373458" y="257562"/>
                  </a:lnTo>
                  <a:lnTo>
                    <a:pt x="373608" y="257589"/>
                  </a:lnTo>
                  <a:lnTo>
                    <a:pt x="374043" y="258137"/>
                  </a:lnTo>
                  <a:lnTo>
                    <a:pt x="374241" y="258383"/>
                  </a:lnTo>
                  <a:lnTo>
                    <a:pt x="375129" y="258407"/>
                  </a:lnTo>
                  <a:lnTo>
                    <a:pt x="375356" y="258416"/>
                  </a:lnTo>
                  <a:lnTo>
                    <a:pt x="375570" y="258496"/>
                  </a:lnTo>
                  <a:lnTo>
                    <a:pt x="375727" y="258703"/>
                  </a:lnTo>
                  <a:lnTo>
                    <a:pt x="375976" y="259146"/>
                  </a:lnTo>
                  <a:lnTo>
                    <a:pt x="376906" y="259601"/>
                  </a:lnTo>
                  <a:lnTo>
                    <a:pt x="377191" y="259701"/>
                  </a:lnTo>
                  <a:lnTo>
                    <a:pt x="377339" y="259662"/>
                  </a:lnTo>
                  <a:lnTo>
                    <a:pt x="377748" y="259647"/>
                  </a:lnTo>
                  <a:lnTo>
                    <a:pt x="378372" y="259473"/>
                  </a:lnTo>
                  <a:lnTo>
                    <a:pt x="378545" y="259491"/>
                  </a:lnTo>
                  <a:lnTo>
                    <a:pt x="378796" y="259728"/>
                  </a:lnTo>
                  <a:lnTo>
                    <a:pt x="379102" y="259741"/>
                  </a:lnTo>
                  <a:lnTo>
                    <a:pt x="379238" y="259747"/>
                  </a:lnTo>
                  <a:lnTo>
                    <a:pt x="379684" y="259766"/>
                  </a:lnTo>
                  <a:lnTo>
                    <a:pt x="380121" y="259576"/>
                  </a:lnTo>
                  <a:lnTo>
                    <a:pt x="380467" y="259722"/>
                  </a:lnTo>
                  <a:lnTo>
                    <a:pt x="380744" y="260302"/>
                  </a:lnTo>
                  <a:lnTo>
                    <a:pt x="380863" y="260720"/>
                  </a:lnTo>
                  <a:lnTo>
                    <a:pt x="381077" y="260801"/>
                  </a:lnTo>
                  <a:lnTo>
                    <a:pt x="381862" y="260654"/>
                  </a:lnTo>
                  <a:lnTo>
                    <a:pt x="382078" y="260410"/>
                  </a:lnTo>
                  <a:lnTo>
                    <a:pt x="382326" y="260509"/>
                  </a:lnTo>
                  <a:lnTo>
                    <a:pt x="382508" y="260629"/>
                  </a:lnTo>
                  <a:lnTo>
                    <a:pt x="383058" y="260725"/>
                  </a:lnTo>
                  <a:lnTo>
                    <a:pt x="383404" y="260668"/>
                  </a:lnTo>
                  <a:lnTo>
                    <a:pt x="383854" y="260637"/>
                  </a:lnTo>
                  <a:lnTo>
                    <a:pt x="384243" y="260765"/>
                  </a:lnTo>
                  <a:lnTo>
                    <a:pt x="384466" y="260908"/>
                  </a:lnTo>
                  <a:lnTo>
                    <a:pt x="385034" y="261292"/>
                  </a:lnTo>
                  <a:lnTo>
                    <a:pt x="385177" y="261498"/>
                  </a:lnTo>
                  <a:lnTo>
                    <a:pt x="385555" y="261902"/>
                  </a:lnTo>
                  <a:lnTo>
                    <a:pt x="385793" y="261990"/>
                  </a:lnTo>
                  <a:lnTo>
                    <a:pt x="385767" y="262180"/>
                  </a:lnTo>
                  <a:lnTo>
                    <a:pt x="385712" y="262451"/>
                  </a:lnTo>
                  <a:lnTo>
                    <a:pt x="386327" y="263261"/>
                  </a:lnTo>
                  <a:lnTo>
                    <a:pt x="386717" y="263294"/>
                  </a:lnTo>
                  <a:lnTo>
                    <a:pt x="386912" y="263322"/>
                  </a:lnTo>
                  <a:lnTo>
                    <a:pt x="387181" y="263392"/>
                  </a:lnTo>
                  <a:lnTo>
                    <a:pt x="387397" y="263391"/>
                  </a:lnTo>
                  <a:lnTo>
                    <a:pt x="387537" y="263299"/>
                  </a:lnTo>
                  <a:lnTo>
                    <a:pt x="387858" y="263043"/>
                  </a:lnTo>
                  <a:lnTo>
                    <a:pt x="388431" y="262523"/>
                  </a:lnTo>
                  <a:lnTo>
                    <a:pt x="388653" y="262213"/>
                  </a:lnTo>
                  <a:lnTo>
                    <a:pt x="388662" y="262083"/>
                  </a:lnTo>
                  <a:lnTo>
                    <a:pt x="388720" y="261895"/>
                  </a:lnTo>
                  <a:lnTo>
                    <a:pt x="389377" y="261740"/>
                  </a:lnTo>
                  <a:lnTo>
                    <a:pt x="389695" y="261796"/>
                  </a:lnTo>
                  <a:lnTo>
                    <a:pt x="390056" y="261810"/>
                  </a:lnTo>
                  <a:lnTo>
                    <a:pt x="390360" y="261822"/>
                  </a:lnTo>
                  <a:lnTo>
                    <a:pt x="390721" y="261684"/>
                  </a:lnTo>
                  <a:lnTo>
                    <a:pt x="390725" y="261532"/>
                  </a:lnTo>
                  <a:lnTo>
                    <a:pt x="390902" y="261219"/>
                  </a:lnTo>
                  <a:lnTo>
                    <a:pt x="391413" y="261006"/>
                  </a:lnTo>
                  <a:lnTo>
                    <a:pt x="391757" y="260906"/>
                  </a:lnTo>
                  <a:lnTo>
                    <a:pt x="392188" y="260803"/>
                  </a:lnTo>
                  <a:lnTo>
                    <a:pt x="392982" y="260565"/>
                  </a:lnTo>
                  <a:lnTo>
                    <a:pt x="393045" y="260761"/>
                  </a:lnTo>
                  <a:lnTo>
                    <a:pt x="393432" y="260720"/>
                  </a:lnTo>
                  <a:lnTo>
                    <a:pt x="394067" y="260263"/>
                  </a:lnTo>
                  <a:lnTo>
                    <a:pt x="394378" y="259952"/>
                  </a:lnTo>
                  <a:lnTo>
                    <a:pt x="394600" y="259934"/>
                  </a:lnTo>
                  <a:lnTo>
                    <a:pt x="395030" y="260086"/>
                  </a:lnTo>
                  <a:lnTo>
                    <a:pt x="395609" y="260215"/>
                  </a:lnTo>
                  <a:lnTo>
                    <a:pt x="396250" y="260268"/>
                  </a:lnTo>
                  <a:lnTo>
                    <a:pt x="396502" y="260119"/>
                  </a:lnTo>
                  <a:lnTo>
                    <a:pt x="396699" y="259983"/>
                  </a:lnTo>
                  <a:lnTo>
                    <a:pt x="397198" y="260002"/>
                  </a:lnTo>
                  <a:lnTo>
                    <a:pt x="397670" y="259903"/>
                  </a:lnTo>
                  <a:lnTo>
                    <a:pt x="398110" y="259569"/>
                  </a:lnTo>
                  <a:lnTo>
                    <a:pt x="398280" y="259219"/>
                  </a:lnTo>
                  <a:lnTo>
                    <a:pt x="398585" y="258978"/>
                  </a:lnTo>
                  <a:lnTo>
                    <a:pt x="398825" y="258911"/>
                  </a:lnTo>
                  <a:lnTo>
                    <a:pt x="399016" y="258805"/>
                  </a:lnTo>
                  <a:lnTo>
                    <a:pt x="399675" y="258199"/>
                  </a:lnTo>
                  <a:lnTo>
                    <a:pt x="399996" y="257981"/>
                  </a:lnTo>
                  <a:lnTo>
                    <a:pt x="400175" y="257918"/>
                  </a:lnTo>
                  <a:lnTo>
                    <a:pt x="400427" y="257722"/>
                  </a:lnTo>
                  <a:lnTo>
                    <a:pt x="400816" y="257572"/>
                  </a:lnTo>
                  <a:lnTo>
                    <a:pt x="401101" y="257634"/>
                  </a:lnTo>
                  <a:lnTo>
                    <a:pt x="401274" y="257672"/>
                  </a:lnTo>
                  <a:lnTo>
                    <a:pt x="401434" y="257675"/>
                  </a:lnTo>
                  <a:lnTo>
                    <a:pt x="401625" y="257669"/>
                  </a:lnTo>
                  <a:lnTo>
                    <a:pt x="402085" y="257633"/>
                  </a:lnTo>
                  <a:lnTo>
                    <a:pt x="402237" y="257608"/>
                  </a:lnTo>
                  <a:lnTo>
                    <a:pt x="402513" y="257563"/>
                  </a:lnTo>
                  <a:lnTo>
                    <a:pt x="402828" y="257759"/>
                  </a:lnTo>
                  <a:lnTo>
                    <a:pt x="402714" y="258299"/>
                  </a:lnTo>
                  <a:lnTo>
                    <a:pt x="402744" y="258629"/>
                  </a:lnTo>
                  <a:lnTo>
                    <a:pt x="402669" y="258927"/>
                  </a:lnTo>
                  <a:lnTo>
                    <a:pt x="403098" y="259348"/>
                  </a:lnTo>
                  <a:lnTo>
                    <a:pt x="403192" y="259016"/>
                  </a:lnTo>
                  <a:lnTo>
                    <a:pt x="403295" y="258841"/>
                  </a:lnTo>
                  <a:lnTo>
                    <a:pt x="403723" y="258814"/>
                  </a:lnTo>
                  <a:lnTo>
                    <a:pt x="404160" y="258957"/>
                  </a:lnTo>
                  <a:lnTo>
                    <a:pt x="404598" y="259127"/>
                  </a:lnTo>
                  <a:lnTo>
                    <a:pt x="405117" y="258869"/>
                  </a:lnTo>
                  <a:lnTo>
                    <a:pt x="405635" y="258298"/>
                  </a:lnTo>
                  <a:lnTo>
                    <a:pt x="406017" y="258220"/>
                  </a:lnTo>
                  <a:lnTo>
                    <a:pt x="406316" y="258158"/>
                  </a:lnTo>
                  <a:lnTo>
                    <a:pt x="406569" y="258156"/>
                  </a:lnTo>
                  <a:lnTo>
                    <a:pt x="407053" y="258350"/>
                  </a:lnTo>
                  <a:lnTo>
                    <a:pt x="407311" y="258426"/>
                  </a:lnTo>
                  <a:lnTo>
                    <a:pt x="407458" y="258307"/>
                  </a:lnTo>
                  <a:lnTo>
                    <a:pt x="407729" y="258226"/>
                  </a:lnTo>
                  <a:lnTo>
                    <a:pt x="408005" y="258790"/>
                  </a:lnTo>
                  <a:lnTo>
                    <a:pt x="408523" y="259210"/>
                  </a:lnTo>
                  <a:lnTo>
                    <a:pt x="409358" y="258975"/>
                  </a:lnTo>
                  <a:lnTo>
                    <a:pt x="409763" y="258683"/>
                  </a:lnTo>
                  <a:lnTo>
                    <a:pt x="409948" y="258571"/>
                  </a:lnTo>
                  <a:lnTo>
                    <a:pt x="410554" y="258605"/>
                  </a:lnTo>
                  <a:lnTo>
                    <a:pt x="410751" y="258655"/>
                  </a:lnTo>
                  <a:lnTo>
                    <a:pt x="410964" y="258725"/>
                  </a:lnTo>
                  <a:lnTo>
                    <a:pt x="411130" y="258780"/>
                  </a:lnTo>
                  <a:lnTo>
                    <a:pt x="411628" y="258721"/>
                  </a:lnTo>
                  <a:lnTo>
                    <a:pt x="412111" y="258408"/>
                  </a:lnTo>
                  <a:lnTo>
                    <a:pt x="412410" y="257991"/>
                  </a:lnTo>
                  <a:lnTo>
                    <a:pt x="413091" y="258483"/>
                  </a:lnTo>
                  <a:lnTo>
                    <a:pt x="413417" y="258908"/>
                  </a:lnTo>
                  <a:lnTo>
                    <a:pt x="413648" y="258910"/>
                  </a:lnTo>
                  <a:lnTo>
                    <a:pt x="413820" y="258821"/>
                  </a:lnTo>
                  <a:lnTo>
                    <a:pt x="414245" y="258646"/>
                  </a:lnTo>
                  <a:lnTo>
                    <a:pt x="414904" y="259035"/>
                  </a:lnTo>
                  <a:lnTo>
                    <a:pt x="414927" y="259233"/>
                  </a:lnTo>
                  <a:lnTo>
                    <a:pt x="414883" y="259605"/>
                  </a:lnTo>
                  <a:lnTo>
                    <a:pt x="414643" y="259722"/>
                  </a:lnTo>
                  <a:lnTo>
                    <a:pt x="414576" y="260231"/>
                  </a:lnTo>
                  <a:lnTo>
                    <a:pt x="414714" y="260527"/>
                  </a:lnTo>
                  <a:lnTo>
                    <a:pt x="414879" y="260761"/>
                  </a:lnTo>
                  <a:lnTo>
                    <a:pt x="415291" y="260932"/>
                  </a:lnTo>
                  <a:lnTo>
                    <a:pt x="416053" y="261090"/>
                  </a:lnTo>
                  <a:lnTo>
                    <a:pt x="416220" y="261706"/>
                  </a:lnTo>
                  <a:lnTo>
                    <a:pt x="416122" y="262010"/>
                  </a:lnTo>
                  <a:lnTo>
                    <a:pt x="415864" y="262458"/>
                  </a:lnTo>
                  <a:lnTo>
                    <a:pt x="415864" y="262815"/>
                  </a:lnTo>
                  <a:lnTo>
                    <a:pt x="416219" y="263422"/>
                  </a:lnTo>
                  <a:lnTo>
                    <a:pt x="416318" y="264162"/>
                  </a:lnTo>
                  <a:lnTo>
                    <a:pt x="416313" y="264884"/>
                  </a:lnTo>
                  <a:lnTo>
                    <a:pt x="416231" y="265031"/>
                  </a:lnTo>
                  <a:lnTo>
                    <a:pt x="416086" y="265340"/>
                  </a:lnTo>
                  <a:lnTo>
                    <a:pt x="416043" y="265601"/>
                  </a:lnTo>
                  <a:lnTo>
                    <a:pt x="415815" y="265963"/>
                  </a:lnTo>
                  <a:lnTo>
                    <a:pt x="415835" y="266569"/>
                  </a:lnTo>
                  <a:lnTo>
                    <a:pt x="415742" y="266748"/>
                  </a:lnTo>
                  <a:lnTo>
                    <a:pt x="415621" y="266977"/>
                  </a:lnTo>
                  <a:lnTo>
                    <a:pt x="415272" y="267202"/>
                  </a:lnTo>
                  <a:lnTo>
                    <a:pt x="415031" y="267546"/>
                  </a:lnTo>
                  <a:lnTo>
                    <a:pt x="415465" y="267623"/>
                  </a:lnTo>
                  <a:lnTo>
                    <a:pt x="415706" y="267796"/>
                  </a:lnTo>
                  <a:lnTo>
                    <a:pt x="415937" y="267987"/>
                  </a:lnTo>
                  <a:lnTo>
                    <a:pt x="416263" y="268244"/>
                  </a:lnTo>
                  <a:lnTo>
                    <a:pt x="416394" y="268283"/>
                  </a:lnTo>
                  <a:lnTo>
                    <a:pt x="416617" y="268323"/>
                  </a:lnTo>
                  <a:lnTo>
                    <a:pt x="416857" y="268377"/>
                  </a:lnTo>
                  <a:lnTo>
                    <a:pt x="416826" y="268759"/>
                  </a:lnTo>
                  <a:lnTo>
                    <a:pt x="416860" y="269073"/>
                  </a:lnTo>
                  <a:lnTo>
                    <a:pt x="417314" y="269484"/>
                  </a:lnTo>
                  <a:lnTo>
                    <a:pt x="417328" y="269933"/>
                  </a:lnTo>
                  <a:lnTo>
                    <a:pt x="417671" y="270077"/>
                  </a:lnTo>
                  <a:lnTo>
                    <a:pt x="418019" y="270060"/>
                  </a:lnTo>
                  <a:lnTo>
                    <a:pt x="418492" y="270117"/>
                  </a:lnTo>
                  <a:lnTo>
                    <a:pt x="418735" y="270197"/>
                  </a:lnTo>
                  <a:lnTo>
                    <a:pt x="418978" y="270285"/>
                  </a:lnTo>
                  <a:lnTo>
                    <a:pt x="419170" y="270105"/>
                  </a:lnTo>
                  <a:lnTo>
                    <a:pt x="419558" y="270122"/>
                  </a:lnTo>
                  <a:lnTo>
                    <a:pt x="419655" y="270250"/>
                  </a:lnTo>
                  <a:lnTo>
                    <a:pt x="419917" y="270534"/>
                  </a:lnTo>
                  <a:lnTo>
                    <a:pt x="420121" y="270566"/>
                  </a:lnTo>
                  <a:lnTo>
                    <a:pt x="420352" y="270666"/>
                  </a:lnTo>
                  <a:lnTo>
                    <a:pt x="420509" y="270824"/>
                  </a:lnTo>
                  <a:lnTo>
                    <a:pt x="420660" y="271014"/>
                  </a:lnTo>
                  <a:lnTo>
                    <a:pt x="420518" y="271510"/>
                  </a:lnTo>
                  <a:lnTo>
                    <a:pt x="420774" y="272065"/>
                  </a:lnTo>
                  <a:lnTo>
                    <a:pt x="420955" y="272205"/>
                  </a:lnTo>
                  <a:lnTo>
                    <a:pt x="421247" y="272329"/>
                  </a:lnTo>
                  <a:lnTo>
                    <a:pt x="421606" y="272482"/>
                  </a:lnTo>
                  <a:lnTo>
                    <a:pt x="421798" y="272554"/>
                  </a:lnTo>
                  <a:lnTo>
                    <a:pt x="421960" y="272629"/>
                  </a:lnTo>
                  <a:lnTo>
                    <a:pt x="422142" y="272750"/>
                  </a:lnTo>
                  <a:lnTo>
                    <a:pt x="422308" y="273130"/>
                  </a:lnTo>
                  <a:lnTo>
                    <a:pt x="422516" y="273363"/>
                  </a:lnTo>
                  <a:lnTo>
                    <a:pt x="422728" y="273279"/>
                  </a:lnTo>
                  <a:lnTo>
                    <a:pt x="423067" y="273581"/>
                  </a:lnTo>
                  <a:lnTo>
                    <a:pt x="423403" y="273754"/>
                  </a:lnTo>
                  <a:lnTo>
                    <a:pt x="423744" y="273531"/>
                  </a:lnTo>
                  <a:lnTo>
                    <a:pt x="423572" y="273262"/>
                  </a:lnTo>
                  <a:lnTo>
                    <a:pt x="423596" y="272815"/>
                  </a:lnTo>
                  <a:lnTo>
                    <a:pt x="423974" y="272827"/>
                  </a:lnTo>
                  <a:lnTo>
                    <a:pt x="424168" y="272342"/>
                  </a:lnTo>
                  <a:lnTo>
                    <a:pt x="424152" y="272089"/>
                  </a:lnTo>
                  <a:lnTo>
                    <a:pt x="424134" y="271935"/>
                  </a:lnTo>
                  <a:lnTo>
                    <a:pt x="424268" y="271463"/>
                  </a:lnTo>
                  <a:lnTo>
                    <a:pt x="424048" y="271112"/>
                  </a:lnTo>
                  <a:lnTo>
                    <a:pt x="424039" y="270832"/>
                  </a:lnTo>
                  <a:lnTo>
                    <a:pt x="424519" y="270571"/>
                  </a:lnTo>
                  <a:lnTo>
                    <a:pt x="424635" y="270380"/>
                  </a:lnTo>
                  <a:lnTo>
                    <a:pt x="424757" y="269940"/>
                  </a:lnTo>
                  <a:lnTo>
                    <a:pt x="425002" y="269482"/>
                  </a:lnTo>
                  <a:lnTo>
                    <a:pt x="425397" y="269149"/>
                  </a:lnTo>
                  <a:lnTo>
                    <a:pt x="425780" y="268982"/>
                  </a:lnTo>
                  <a:lnTo>
                    <a:pt x="426408" y="268755"/>
                  </a:lnTo>
                  <a:lnTo>
                    <a:pt x="426855" y="268561"/>
                  </a:lnTo>
                  <a:lnTo>
                    <a:pt x="426963" y="268430"/>
                  </a:lnTo>
                  <a:lnTo>
                    <a:pt x="427239" y="268168"/>
                  </a:lnTo>
                  <a:lnTo>
                    <a:pt x="427442" y="268032"/>
                  </a:lnTo>
                  <a:lnTo>
                    <a:pt x="427721" y="267749"/>
                  </a:lnTo>
                  <a:lnTo>
                    <a:pt x="427855" y="267512"/>
                  </a:lnTo>
                  <a:lnTo>
                    <a:pt x="427890" y="267157"/>
                  </a:lnTo>
                  <a:lnTo>
                    <a:pt x="428145" y="266815"/>
                  </a:lnTo>
                  <a:lnTo>
                    <a:pt x="428879" y="267114"/>
                  </a:lnTo>
                  <a:lnTo>
                    <a:pt x="429170" y="267160"/>
                  </a:lnTo>
                  <a:lnTo>
                    <a:pt x="429400" y="267158"/>
                  </a:lnTo>
                  <a:lnTo>
                    <a:pt x="430023" y="267263"/>
                  </a:lnTo>
                  <a:lnTo>
                    <a:pt x="430427" y="267310"/>
                  </a:lnTo>
                  <a:lnTo>
                    <a:pt x="430606" y="267434"/>
                  </a:lnTo>
                  <a:lnTo>
                    <a:pt x="430676" y="267803"/>
                  </a:lnTo>
                  <a:lnTo>
                    <a:pt x="430688" y="268099"/>
                  </a:lnTo>
                  <a:lnTo>
                    <a:pt x="430696" y="268296"/>
                  </a:lnTo>
                  <a:lnTo>
                    <a:pt x="430608" y="268543"/>
                  </a:lnTo>
                  <a:lnTo>
                    <a:pt x="430390" y="269061"/>
                  </a:lnTo>
                  <a:lnTo>
                    <a:pt x="430489" y="269232"/>
                  </a:lnTo>
                  <a:lnTo>
                    <a:pt x="430557" y="269518"/>
                  </a:lnTo>
                  <a:lnTo>
                    <a:pt x="430539" y="269687"/>
                  </a:lnTo>
                  <a:lnTo>
                    <a:pt x="430515" y="269898"/>
                  </a:lnTo>
                  <a:lnTo>
                    <a:pt x="430532" y="270136"/>
                  </a:lnTo>
                  <a:lnTo>
                    <a:pt x="430966" y="270785"/>
                  </a:lnTo>
                  <a:lnTo>
                    <a:pt x="431234" y="270844"/>
                  </a:lnTo>
                  <a:lnTo>
                    <a:pt x="431605" y="271091"/>
                  </a:lnTo>
                  <a:lnTo>
                    <a:pt x="431708" y="271310"/>
                  </a:lnTo>
                  <a:lnTo>
                    <a:pt x="431731" y="271479"/>
                  </a:lnTo>
                  <a:lnTo>
                    <a:pt x="431704" y="271758"/>
                  </a:lnTo>
                  <a:lnTo>
                    <a:pt x="431688" y="271924"/>
                  </a:lnTo>
                  <a:lnTo>
                    <a:pt x="431264" y="272413"/>
                  </a:lnTo>
                  <a:lnTo>
                    <a:pt x="431238" y="272648"/>
                  </a:lnTo>
                  <a:lnTo>
                    <a:pt x="431500" y="272937"/>
                  </a:lnTo>
                  <a:lnTo>
                    <a:pt x="431604" y="273045"/>
                  </a:lnTo>
                  <a:lnTo>
                    <a:pt x="431783" y="273031"/>
                  </a:lnTo>
                  <a:lnTo>
                    <a:pt x="431960" y="273060"/>
                  </a:lnTo>
                  <a:lnTo>
                    <a:pt x="432140" y="273026"/>
                  </a:lnTo>
                  <a:lnTo>
                    <a:pt x="432583" y="272670"/>
                  </a:lnTo>
                  <a:lnTo>
                    <a:pt x="432922" y="272923"/>
                  </a:lnTo>
                  <a:lnTo>
                    <a:pt x="433065" y="273214"/>
                  </a:lnTo>
                  <a:lnTo>
                    <a:pt x="433123" y="273404"/>
                  </a:lnTo>
                  <a:lnTo>
                    <a:pt x="433189" y="273623"/>
                  </a:lnTo>
                  <a:lnTo>
                    <a:pt x="433386" y="274053"/>
                  </a:lnTo>
                  <a:lnTo>
                    <a:pt x="433529" y="274123"/>
                  </a:lnTo>
                  <a:lnTo>
                    <a:pt x="433730" y="274222"/>
                  </a:lnTo>
                  <a:lnTo>
                    <a:pt x="434182" y="274445"/>
                  </a:lnTo>
                  <a:lnTo>
                    <a:pt x="434752" y="274700"/>
                  </a:lnTo>
                  <a:lnTo>
                    <a:pt x="435086" y="274709"/>
                  </a:lnTo>
                  <a:lnTo>
                    <a:pt x="435249" y="274229"/>
                  </a:lnTo>
                  <a:lnTo>
                    <a:pt x="435396" y="274188"/>
                  </a:lnTo>
                  <a:lnTo>
                    <a:pt x="435849" y="274240"/>
                  </a:lnTo>
                  <a:lnTo>
                    <a:pt x="436365" y="273974"/>
                  </a:lnTo>
                  <a:lnTo>
                    <a:pt x="436961" y="273660"/>
                  </a:lnTo>
                  <a:lnTo>
                    <a:pt x="437238" y="273522"/>
                  </a:lnTo>
                  <a:lnTo>
                    <a:pt x="438028" y="273342"/>
                  </a:lnTo>
                  <a:lnTo>
                    <a:pt x="438527" y="273523"/>
                  </a:lnTo>
                  <a:lnTo>
                    <a:pt x="438899" y="273569"/>
                  </a:lnTo>
                  <a:lnTo>
                    <a:pt x="439400" y="273468"/>
                  </a:lnTo>
                  <a:lnTo>
                    <a:pt x="439787" y="273332"/>
                  </a:lnTo>
                  <a:lnTo>
                    <a:pt x="440240" y="273764"/>
                  </a:lnTo>
                  <a:lnTo>
                    <a:pt x="440577" y="273988"/>
                  </a:lnTo>
                  <a:lnTo>
                    <a:pt x="441297" y="274284"/>
                  </a:lnTo>
                  <a:lnTo>
                    <a:pt x="441595" y="274961"/>
                  </a:lnTo>
                  <a:lnTo>
                    <a:pt x="441678" y="275254"/>
                  </a:lnTo>
                  <a:lnTo>
                    <a:pt x="441646" y="275777"/>
                  </a:lnTo>
                  <a:lnTo>
                    <a:pt x="441715" y="276052"/>
                  </a:lnTo>
                  <a:lnTo>
                    <a:pt x="441913" y="276647"/>
                  </a:lnTo>
                  <a:lnTo>
                    <a:pt x="442205" y="277211"/>
                  </a:lnTo>
                  <a:lnTo>
                    <a:pt x="442361" y="277308"/>
                  </a:lnTo>
                  <a:lnTo>
                    <a:pt x="442612" y="277425"/>
                  </a:lnTo>
                  <a:lnTo>
                    <a:pt x="442947" y="277346"/>
                  </a:lnTo>
                  <a:lnTo>
                    <a:pt x="443150" y="277297"/>
                  </a:lnTo>
                  <a:lnTo>
                    <a:pt x="443426" y="277220"/>
                  </a:lnTo>
                  <a:lnTo>
                    <a:pt x="443602" y="277166"/>
                  </a:lnTo>
                  <a:lnTo>
                    <a:pt x="443742" y="277078"/>
                  </a:lnTo>
                  <a:lnTo>
                    <a:pt x="444320" y="277052"/>
                  </a:lnTo>
                  <a:lnTo>
                    <a:pt x="444413" y="277457"/>
                  </a:lnTo>
                  <a:lnTo>
                    <a:pt x="444516" y="277657"/>
                  </a:lnTo>
                  <a:lnTo>
                    <a:pt x="444603" y="277827"/>
                  </a:lnTo>
                  <a:lnTo>
                    <a:pt x="445156" y="278447"/>
                  </a:lnTo>
                  <a:lnTo>
                    <a:pt x="445305" y="278767"/>
                  </a:lnTo>
                  <a:lnTo>
                    <a:pt x="445478" y="279285"/>
                  </a:lnTo>
                  <a:lnTo>
                    <a:pt x="445616" y="279586"/>
                  </a:lnTo>
                  <a:lnTo>
                    <a:pt x="445825" y="279894"/>
                  </a:lnTo>
                  <a:lnTo>
                    <a:pt x="446037" y="280103"/>
                  </a:lnTo>
                  <a:lnTo>
                    <a:pt x="446268" y="280304"/>
                  </a:lnTo>
                  <a:lnTo>
                    <a:pt x="446472" y="280560"/>
                  </a:lnTo>
                  <a:lnTo>
                    <a:pt x="446562" y="280823"/>
                  </a:lnTo>
                  <a:lnTo>
                    <a:pt x="446633" y="281040"/>
                  </a:lnTo>
                  <a:lnTo>
                    <a:pt x="446665" y="281265"/>
                  </a:lnTo>
                  <a:lnTo>
                    <a:pt x="447265" y="281940"/>
                  </a:lnTo>
                  <a:lnTo>
                    <a:pt x="447364" y="282149"/>
                  </a:lnTo>
                  <a:lnTo>
                    <a:pt x="447544" y="282391"/>
                  </a:lnTo>
                  <a:lnTo>
                    <a:pt x="447765" y="282492"/>
                  </a:lnTo>
                  <a:lnTo>
                    <a:pt x="448158" y="282706"/>
                  </a:lnTo>
                  <a:lnTo>
                    <a:pt x="449027" y="283525"/>
                  </a:lnTo>
                  <a:lnTo>
                    <a:pt x="449745" y="283356"/>
                  </a:lnTo>
                  <a:lnTo>
                    <a:pt x="450096" y="282915"/>
                  </a:lnTo>
                  <a:lnTo>
                    <a:pt x="450827" y="283396"/>
                  </a:lnTo>
                  <a:lnTo>
                    <a:pt x="451090" y="283664"/>
                  </a:lnTo>
                  <a:lnTo>
                    <a:pt x="451508" y="283769"/>
                  </a:lnTo>
                  <a:lnTo>
                    <a:pt x="451614" y="283909"/>
                  </a:lnTo>
                  <a:lnTo>
                    <a:pt x="451694" y="284050"/>
                  </a:lnTo>
                  <a:lnTo>
                    <a:pt x="451853" y="284237"/>
                  </a:lnTo>
                  <a:lnTo>
                    <a:pt x="452092" y="284519"/>
                  </a:lnTo>
                  <a:lnTo>
                    <a:pt x="452738" y="285211"/>
                  </a:lnTo>
                  <a:lnTo>
                    <a:pt x="453137" y="285500"/>
                  </a:lnTo>
                  <a:lnTo>
                    <a:pt x="453449" y="285848"/>
                  </a:lnTo>
                  <a:lnTo>
                    <a:pt x="453824" y="286252"/>
                  </a:lnTo>
                  <a:lnTo>
                    <a:pt x="453966" y="286239"/>
                  </a:lnTo>
                  <a:lnTo>
                    <a:pt x="454556" y="286133"/>
                  </a:lnTo>
                  <a:lnTo>
                    <a:pt x="455067" y="285299"/>
                  </a:lnTo>
                  <a:lnTo>
                    <a:pt x="455823" y="284850"/>
                  </a:lnTo>
                  <a:lnTo>
                    <a:pt x="455801" y="284629"/>
                  </a:lnTo>
                  <a:lnTo>
                    <a:pt x="455522" y="284399"/>
                  </a:lnTo>
                  <a:lnTo>
                    <a:pt x="455779" y="283684"/>
                  </a:lnTo>
                  <a:lnTo>
                    <a:pt x="455761" y="283369"/>
                  </a:lnTo>
                  <a:lnTo>
                    <a:pt x="455830" y="282937"/>
                  </a:lnTo>
                  <a:lnTo>
                    <a:pt x="456519" y="282915"/>
                  </a:lnTo>
                  <a:lnTo>
                    <a:pt x="456767" y="282887"/>
                  </a:lnTo>
                  <a:lnTo>
                    <a:pt x="457467" y="282610"/>
                  </a:lnTo>
                  <a:lnTo>
                    <a:pt x="457980" y="282159"/>
                  </a:lnTo>
                  <a:lnTo>
                    <a:pt x="458361" y="282105"/>
                  </a:lnTo>
                  <a:lnTo>
                    <a:pt x="459232" y="282451"/>
                  </a:lnTo>
                  <a:lnTo>
                    <a:pt x="459389" y="282489"/>
                  </a:lnTo>
                  <a:lnTo>
                    <a:pt x="460081" y="282777"/>
                  </a:lnTo>
                  <a:lnTo>
                    <a:pt x="460413" y="282774"/>
                  </a:lnTo>
                  <a:lnTo>
                    <a:pt x="460938" y="282695"/>
                  </a:lnTo>
                  <a:lnTo>
                    <a:pt x="461105" y="282330"/>
                  </a:lnTo>
                  <a:lnTo>
                    <a:pt x="461190" y="282074"/>
                  </a:lnTo>
                  <a:lnTo>
                    <a:pt x="461344" y="281727"/>
                  </a:lnTo>
                  <a:lnTo>
                    <a:pt x="461578" y="281858"/>
                  </a:lnTo>
                  <a:lnTo>
                    <a:pt x="461898" y="282040"/>
                  </a:lnTo>
                  <a:lnTo>
                    <a:pt x="462255" y="282285"/>
                  </a:lnTo>
                  <a:lnTo>
                    <a:pt x="462465" y="282632"/>
                  </a:lnTo>
                  <a:lnTo>
                    <a:pt x="462846" y="282615"/>
                  </a:lnTo>
                  <a:lnTo>
                    <a:pt x="463241" y="281844"/>
                  </a:lnTo>
                  <a:lnTo>
                    <a:pt x="463385" y="281778"/>
                  </a:lnTo>
                  <a:lnTo>
                    <a:pt x="463674" y="281615"/>
                  </a:lnTo>
                  <a:lnTo>
                    <a:pt x="463915" y="281326"/>
                  </a:lnTo>
                  <a:lnTo>
                    <a:pt x="463844" y="280868"/>
                  </a:lnTo>
                  <a:lnTo>
                    <a:pt x="464016" y="280732"/>
                  </a:lnTo>
                  <a:lnTo>
                    <a:pt x="464258" y="280856"/>
                  </a:lnTo>
                  <a:lnTo>
                    <a:pt x="464478" y="280642"/>
                  </a:lnTo>
                  <a:lnTo>
                    <a:pt x="464687" y="280337"/>
                  </a:lnTo>
                  <a:lnTo>
                    <a:pt x="465544" y="280185"/>
                  </a:lnTo>
                  <a:lnTo>
                    <a:pt x="466106" y="280905"/>
                  </a:lnTo>
                  <a:lnTo>
                    <a:pt x="466436" y="281015"/>
                  </a:lnTo>
                  <a:lnTo>
                    <a:pt x="467198" y="281356"/>
                  </a:lnTo>
                  <a:lnTo>
                    <a:pt x="467497" y="281651"/>
                  </a:lnTo>
                  <a:lnTo>
                    <a:pt x="467695" y="281868"/>
                  </a:lnTo>
                  <a:lnTo>
                    <a:pt x="468009" y="282049"/>
                  </a:lnTo>
                  <a:lnTo>
                    <a:pt x="468138" y="282048"/>
                  </a:lnTo>
                  <a:lnTo>
                    <a:pt x="469260" y="281525"/>
                  </a:lnTo>
                  <a:lnTo>
                    <a:pt x="470255" y="281061"/>
                  </a:lnTo>
                  <a:lnTo>
                    <a:pt x="470489" y="281045"/>
                  </a:lnTo>
                  <a:lnTo>
                    <a:pt x="470657" y="280996"/>
                  </a:lnTo>
                  <a:lnTo>
                    <a:pt x="471490" y="280544"/>
                  </a:lnTo>
                  <a:lnTo>
                    <a:pt x="471785" y="280601"/>
                  </a:lnTo>
                  <a:lnTo>
                    <a:pt x="472056" y="280765"/>
                  </a:lnTo>
                  <a:lnTo>
                    <a:pt x="472225" y="280891"/>
                  </a:lnTo>
                  <a:lnTo>
                    <a:pt x="472595" y="280898"/>
                  </a:lnTo>
                  <a:lnTo>
                    <a:pt x="472811" y="280672"/>
                  </a:lnTo>
                  <a:lnTo>
                    <a:pt x="473047" y="280603"/>
                  </a:lnTo>
                  <a:lnTo>
                    <a:pt x="473313" y="280557"/>
                  </a:lnTo>
                  <a:lnTo>
                    <a:pt x="473607" y="280643"/>
                  </a:lnTo>
                  <a:lnTo>
                    <a:pt x="473890" y="280685"/>
                  </a:lnTo>
                  <a:lnTo>
                    <a:pt x="474157" y="280638"/>
                  </a:lnTo>
                  <a:lnTo>
                    <a:pt x="474933" y="280159"/>
                  </a:lnTo>
                  <a:lnTo>
                    <a:pt x="475394" y="280883"/>
                  </a:lnTo>
                  <a:lnTo>
                    <a:pt x="475492" y="281200"/>
                  </a:lnTo>
                  <a:lnTo>
                    <a:pt x="476468" y="281860"/>
                  </a:lnTo>
                  <a:lnTo>
                    <a:pt x="476563" y="282034"/>
                  </a:lnTo>
                  <a:lnTo>
                    <a:pt x="476616" y="282165"/>
                  </a:lnTo>
                  <a:lnTo>
                    <a:pt x="476423" y="282995"/>
                  </a:lnTo>
                  <a:lnTo>
                    <a:pt x="476370" y="283641"/>
                  </a:lnTo>
                  <a:lnTo>
                    <a:pt x="476069" y="283803"/>
                  </a:lnTo>
                  <a:lnTo>
                    <a:pt x="475697" y="283975"/>
                  </a:lnTo>
                  <a:lnTo>
                    <a:pt x="475211" y="284535"/>
                  </a:lnTo>
                  <a:lnTo>
                    <a:pt x="474838" y="284481"/>
                  </a:lnTo>
                  <a:lnTo>
                    <a:pt x="474272" y="284561"/>
                  </a:lnTo>
                  <a:lnTo>
                    <a:pt x="474027" y="284386"/>
                  </a:lnTo>
                  <a:lnTo>
                    <a:pt x="473682" y="284153"/>
                  </a:lnTo>
                  <a:lnTo>
                    <a:pt x="473091" y="284124"/>
                  </a:lnTo>
                  <a:lnTo>
                    <a:pt x="472824" y="284195"/>
                  </a:lnTo>
                  <a:lnTo>
                    <a:pt x="472112" y="283816"/>
                  </a:lnTo>
                  <a:lnTo>
                    <a:pt x="471900" y="283939"/>
                  </a:lnTo>
                  <a:lnTo>
                    <a:pt x="471761" y="284026"/>
                  </a:lnTo>
                  <a:lnTo>
                    <a:pt x="471098" y="284562"/>
                  </a:lnTo>
                  <a:lnTo>
                    <a:pt x="470698" y="285129"/>
                  </a:lnTo>
                  <a:lnTo>
                    <a:pt x="470928" y="285280"/>
                  </a:lnTo>
                  <a:lnTo>
                    <a:pt x="471356" y="285736"/>
                  </a:lnTo>
                  <a:lnTo>
                    <a:pt x="471048" y="285852"/>
                  </a:lnTo>
                  <a:lnTo>
                    <a:pt x="471284" y="285954"/>
                  </a:lnTo>
                  <a:lnTo>
                    <a:pt x="471501" y="286070"/>
                  </a:lnTo>
                  <a:lnTo>
                    <a:pt x="472147" y="286442"/>
                  </a:lnTo>
                  <a:lnTo>
                    <a:pt x="472258" y="286593"/>
                  </a:lnTo>
                  <a:lnTo>
                    <a:pt x="472459" y="286881"/>
                  </a:lnTo>
                  <a:lnTo>
                    <a:pt x="472468" y="287025"/>
                  </a:lnTo>
                  <a:lnTo>
                    <a:pt x="472670" y="287329"/>
                  </a:lnTo>
                  <a:lnTo>
                    <a:pt x="472856" y="287700"/>
                  </a:lnTo>
                  <a:lnTo>
                    <a:pt x="472944" y="287875"/>
                  </a:lnTo>
                  <a:lnTo>
                    <a:pt x="473234" y="288405"/>
                  </a:lnTo>
                  <a:lnTo>
                    <a:pt x="473757" y="288846"/>
                  </a:lnTo>
                  <a:lnTo>
                    <a:pt x="474117" y="288927"/>
                  </a:lnTo>
                  <a:lnTo>
                    <a:pt x="474114" y="289123"/>
                  </a:lnTo>
                  <a:lnTo>
                    <a:pt x="474099" y="289459"/>
                  </a:lnTo>
                  <a:lnTo>
                    <a:pt x="473871" y="289916"/>
                  </a:lnTo>
                  <a:lnTo>
                    <a:pt x="473432" y="290125"/>
                  </a:lnTo>
                  <a:lnTo>
                    <a:pt x="473052" y="290352"/>
                  </a:lnTo>
                  <a:lnTo>
                    <a:pt x="472831" y="290276"/>
                  </a:lnTo>
                  <a:lnTo>
                    <a:pt x="472634" y="290173"/>
                  </a:lnTo>
                  <a:lnTo>
                    <a:pt x="472144" y="290065"/>
                  </a:lnTo>
                  <a:lnTo>
                    <a:pt x="471918" y="290049"/>
                  </a:lnTo>
                  <a:lnTo>
                    <a:pt x="471640" y="289999"/>
                  </a:lnTo>
                  <a:lnTo>
                    <a:pt x="471156" y="289807"/>
                  </a:lnTo>
                  <a:lnTo>
                    <a:pt x="470885" y="289646"/>
                  </a:lnTo>
                  <a:lnTo>
                    <a:pt x="470628" y="289620"/>
                  </a:lnTo>
                  <a:lnTo>
                    <a:pt x="470426" y="289794"/>
                  </a:lnTo>
                  <a:lnTo>
                    <a:pt x="470107" y="289856"/>
                  </a:lnTo>
                  <a:lnTo>
                    <a:pt x="469671" y="289863"/>
                  </a:lnTo>
                  <a:lnTo>
                    <a:pt x="469463" y="290224"/>
                  </a:lnTo>
                  <a:lnTo>
                    <a:pt x="470378" y="291555"/>
                  </a:lnTo>
                  <a:lnTo>
                    <a:pt x="470096" y="291737"/>
                  </a:lnTo>
                  <a:lnTo>
                    <a:pt x="469888" y="291870"/>
                  </a:lnTo>
                  <a:lnTo>
                    <a:pt x="469268" y="291873"/>
                  </a:lnTo>
                  <a:lnTo>
                    <a:pt x="469169" y="292815"/>
                  </a:lnTo>
                  <a:lnTo>
                    <a:pt x="469275" y="292961"/>
                  </a:lnTo>
                  <a:lnTo>
                    <a:pt x="469695" y="293243"/>
                  </a:lnTo>
                  <a:lnTo>
                    <a:pt x="470014" y="293439"/>
                  </a:lnTo>
                  <a:lnTo>
                    <a:pt x="470574" y="293880"/>
                  </a:lnTo>
                  <a:lnTo>
                    <a:pt x="470109" y="294284"/>
                  </a:lnTo>
                  <a:lnTo>
                    <a:pt x="469815" y="294633"/>
                  </a:lnTo>
                  <a:lnTo>
                    <a:pt x="468982" y="294127"/>
                  </a:lnTo>
                  <a:lnTo>
                    <a:pt x="468612" y="294007"/>
                  </a:lnTo>
                  <a:lnTo>
                    <a:pt x="468142" y="293557"/>
                  </a:lnTo>
                  <a:lnTo>
                    <a:pt x="467797" y="293520"/>
                  </a:lnTo>
                  <a:lnTo>
                    <a:pt x="467632" y="293679"/>
                  </a:lnTo>
                  <a:lnTo>
                    <a:pt x="467225" y="293786"/>
                  </a:lnTo>
                  <a:lnTo>
                    <a:pt x="466631" y="294284"/>
                  </a:lnTo>
                  <a:lnTo>
                    <a:pt x="466456" y="294214"/>
                  </a:lnTo>
                  <a:lnTo>
                    <a:pt x="466194" y="294263"/>
                  </a:lnTo>
                  <a:lnTo>
                    <a:pt x="465963" y="294795"/>
                  </a:lnTo>
                  <a:lnTo>
                    <a:pt x="466097" y="294999"/>
                  </a:lnTo>
                  <a:lnTo>
                    <a:pt x="466770" y="295593"/>
                  </a:lnTo>
                  <a:lnTo>
                    <a:pt x="466930" y="296090"/>
                  </a:lnTo>
                  <a:lnTo>
                    <a:pt x="467022" y="296448"/>
                  </a:lnTo>
                  <a:lnTo>
                    <a:pt x="466924" y="296768"/>
                  </a:lnTo>
                  <a:lnTo>
                    <a:pt x="466840" y="297364"/>
                  </a:lnTo>
                  <a:lnTo>
                    <a:pt x="467191" y="297641"/>
                  </a:lnTo>
                  <a:lnTo>
                    <a:pt x="467595" y="297629"/>
                  </a:lnTo>
                  <a:lnTo>
                    <a:pt x="468155" y="298270"/>
                  </a:lnTo>
                  <a:lnTo>
                    <a:pt x="468544" y="298734"/>
                  </a:lnTo>
                  <a:lnTo>
                    <a:pt x="468678" y="298990"/>
                  </a:lnTo>
                  <a:lnTo>
                    <a:pt x="468842" y="299171"/>
                  </a:lnTo>
                  <a:lnTo>
                    <a:pt x="469058" y="299385"/>
                  </a:lnTo>
                  <a:lnTo>
                    <a:pt x="469224" y="299761"/>
                  </a:lnTo>
                  <a:lnTo>
                    <a:pt x="469733" y="300181"/>
                  </a:lnTo>
                  <a:lnTo>
                    <a:pt x="470121" y="300408"/>
                  </a:lnTo>
                  <a:lnTo>
                    <a:pt x="470279" y="300451"/>
                  </a:lnTo>
                  <a:lnTo>
                    <a:pt x="471043" y="300320"/>
                  </a:lnTo>
                  <a:lnTo>
                    <a:pt x="471239" y="300549"/>
                  </a:lnTo>
                  <a:lnTo>
                    <a:pt x="471302" y="300868"/>
                  </a:lnTo>
                  <a:lnTo>
                    <a:pt x="471386" y="301548"/>
                  </a:lnTo>
                  <a:lnTo>
                    <a:pt x="471569" y="301704"/>
                  </a:lnTo>
                  <a:lnTo>
                    <a:pt x="472110" y="302024"/>
                  </a:lnTo>
                  <a:lnTo>
                    <a:pt x="472466" y="302194"/>
                  </a:lnTo>
                  <a:lnTo>
                    <a:pt x="472713" y="302357"/>
                  </a:lnTo>
                  <a:lnTo>
                    <a:pt x="473056" y="302525"/>
                  </a:lnTo>
                  <a:lnTo>
                    <a:pt x="473218" y="302559"/>
                  </a:lnTo>
                  <a:lnTo>
                    <a:pt x="473699" y="302574"/>
                  </a:lnTo>
                  <a:lnTo>
                    <a:pt x="474000" y="302496"/>
                  </a:lnTo>
                  <a:lnTo>
                    <a:pt x="474155" y="302426"/>
                  </a:lnTo>
                  <a:lnTo>
                    <a:pt x="474558" y="302452"/>
                  </a:lnTo>
                  <a:lnTo>
                    <a:pt x="474648" y="302734"/>
                  </a:lnTo>
                  <a:lnTo>
                    <a:pt x="474550" y="302966"/>
                  </a:lnTo>
                  <a:lnTo>
                    <a:pt x="474253" y="303405"/>
                  </a:lnTo>
                  <a:lnTo>
                    <a:pt x="474039" y="303593"/>
                  </a:lnTo>
                  <a:lnTo>
                    <a:pt x="474440" y="303924"/>
                  </a:lnTo>
                  <a:lnTo>
                    <a:pt x="475291" y="304011"/>
                  </a:lnTo>
                  <a:lnTo>
                    <a:pt x="475596" y="303935"/>
                  </a:lnTo>
                  <a:lnTo>
                    <a:pt x="475598" y="304126"/>
                  </a:lnTo>
                  <a:lnTo>
                    <a:pt x="475759" y="304266"/>
                  </a:lnTo>
                  <a:lnTo>
                    <a:pt x="475986" y="304371"/>
                  </a:lnTo>
                  <a:lnTo>
                    <a:pt x="476258" y="304511"/>
                  </a:lnTo>
                  <a:lnTo>
                    <a:pt x="476655" y="304748"/>
                  </a:lnTo>
                  <a:lnTo>
                    <a:pt x="476845" y="304877"/>
                  </a:lnTo>
                  <a:lnTo>
                    <a:pt x="477457" y="305047"/>
                  </a:lnTo>
                  <a:lnTo>
                    <a:pt x="477632" y="305113"/>
                  </a:lnTo>
                  <a:lnTo>
                    <a:pt x="477337" y="305342"/>
                  </a:lnTo>
                  <a:lnTo>
                    <a:pt x="476940" y="305615"/>
                  </a:lnTo>
                  <a:lnTo>
                    <a:pt x="476449" y="306332"/>
                  </a:lnTo>
                  <a:lnTo>
                    <a:pt x="477001" y="306614"/>
                  </a:lnTo>
                  <a:lnTo>
                    <a:pt x="477191" y="307357"/>
                  </a:lnTo>
                  <a:lnTo>
                    <a:pt x="477223" y="307570"/>
                  </a:lnTo>
                  <a:lnTo>
                    <a:pt x="477108" y="307810"/>
                  </a:lnTo>
                  <a:lnTo>
                    <a:pt x="476870" y="308214"/>
                  </a:lnTo>
                  <a:lnTo>
                    <a:pt x="477018" y="308331"/>
                  </a:lnTo>
                  <a:lnTo>
                    <a:pt x="477317" y="308665"/>
                  </a:lnTo>
                  <a:lnTo>
                    <a:pt x="477566" y="308929"/>
                  </a:lnTo>
                  <a:lnTo>
                    <a:pt x="477970" y="309111"/>
                  </a:lnTo>
                  <a:lnTo>
                    <a:pt x="477479" y="309417"/>
                  </a:lnTo>
                  <a:lnTo>
                    <a:pt x="477340" y="309487"/>
                  </a:lnTo>
                  <a:lnTo>
                    <a:pt x="476667" y="309962"/>
                  </a:lnTo>
                  <a:lnTo>
                    <a:pt x="476325" y="310100"/>
                  </a:lnTo>
                  <a:lnTo>
                    <a:pt x="475888" y="310334"/>
                  </a:lnTo>
                  <a:lnTo>
                    <a:pt x="475632" y="310761"/>
                  </a:lnTo>
                  <a:lnTo>
                    <a:pt x="475100" y="310744"/>
                  </a:lnTo>
                  <a:lnTo>
                    <a:pt x="474878" y="310868"/>
                  </a:lnTo>
                  <a:lnTo>
                    <a:pt x="474751" y="311106"/>
                  </a:lnTo>
                  <a:lnTo>
                    <a:pt x="474786" y="311254"/>
                  </a:lnTo>
                  <a:lnTo>
                    <a:pt x="474820" y="311407"/>
                  </a:lnTo>
                  <a:lnTo>
                    <a:pt x="474333" y="311312"/>
                  </a:lnTo>
                  <a:lnTo>
                    <a:pt x="474098" y="311141"/>
                  </a:lnTo>
                  <a:lnTo>
                    <a:pt x="473827" y="311048"/>
                  </a:lnTo>
                  <a:lnTo>
                    <a:pt x="473279" y="311319"/>
                  </a:lnTo>
                  <a:lnTo>
                    <a:pt x="472019" y="312466"/>
                  </a:lnTo>
                  <a:lnTo>
                    <a:pt x="471502" y="313035"/>
                  </a:lnTo>
                  <a:lnTo>
                    <a:pt x="471359" y="313375"/>
                  </a:lnTo>
                  <a:lnTo>
                    <a:pt x="471590" y="313792"/>
                  </a:lnTo>
                  <a:lnTo>
                    <a:pt x="471233" y="314054"/>
                  </a:lnTo>
                  <a:lnTo>
                    <a:pt x="470943" y="314198"/>
                  </a:lnTo>
                  <a:lnTo>
                    <a:pt x="471482" y="314536"/>
                  </a:lnTo>
                  <a:lnTo>
                    <a:pt x="471501" y="314776"/>
                  </a:lnTo>
                  <a:lnTo>
                    <a:pt x="471361" y="315309"/>
                  </a:lnTo>
                  <a:lnTo>
                    <a:pt x="471148" y="315408"/>
                  </a:lnTo>
                  <a:lnTo>
                    <a:pt x="470729" y="315470"/>
                  </a:lnTo>
                  <a:lnTo>
                    <a:pt x="470531" y="315448"/>
                  </a:lnTo>
                  <a:lnTo>
                    <a:pt x="470394" y="315409"/>
                  </a:lnTo>
                  <a:lnTo>
                    <a:pt x="470223" y="315340"/>
                  </a:lnTo>
                  <a:lnTo>
                    <a:pt x="469640" y="315308"/>
                  </a:lnTo>
                  <a:lnTo>
                    <a:pt x="469310" y="315639"/>
                  </a:lnTo>
                  <a:lnTo>
                    <a:pt x="469311" y="316050"/>
                  </a:lnTo>
                  <a:lnTo>
                    <a:pt x="469599" y="316340"/>
                  </a:lnTo>
                  <a:lnTo>
                    <a:pt x="469454" y="316965"/>
                  </a:lnTo>
                  <a:lnTo>
                    <a:pt x="469220" y="317108"/>
                  </a:lnTo>
                  <a:lnTo>
                    <a:pt x="469020" y="317176"/>
                  </a:lnTo>
                  <a:lnTo>
                    <a:pt x="468445" y="317459"/>
                  </a:lnTo>
                  <a:lnTo>
                    <a:pt x="468036" y="317236"/>
                  </a:lnTo>
                  <a:lnTo>
                    <a:pt x="467523" y="317381"/>
                  </a:lnTo>
                  <a:lnTo>
                    <a:pt x="467127" y="317236"/>
                  </a:lnTo>
                  <a:lnTo>
                    <a:pt x="466767" y="317313"/>
                  </a:lnTo>
                  <a:lnTo>
                    <a:pt x="466370" y="317430"/>
                  </a:lnTo>
                  <a:lnTo>
                    <a:pt x="465678" y="317609"/>
                  </a:lnTo>
                  <a:lnTo>
                    <a:pt x="465336" y="317489"/>
                  </a:lnTo>
                  <a:lnTo>
                    <a:pt x="464874" y="317189"/>
                  </a:lnTo>
                  <a:lnTo>
                    <a:pt x="464557" y="317237"/>
                  </a:lnTo>
                  <a:lnTo>
                    <a:pt x="464382" y="317538"/>
                  </a:lnTo>
                  <a:lnTo>
                    <a:pt x="464065" y="317729"/>
                  </a:lnTo>
                  <a:lnTo>
                    <a:pt x="463916" y="317793"/>
                  </a:lnTo>
                  <a:lnTo>
                    <a:pt x="463526" y="317845"/>
                  </a:lnTo>
                  <a:lnTo>
                    <a:pt x="463104" y="317938"/>
                  </a:lnTo>
                  <a:lnTo>
                    <a:pt x="462915" y="318015"/>
                  </a:lnTo>
                  <a:lnTo>
                    <a:pt x="462963" y="318526"/>
                  </a:lnTo>
                  <a:lnTo>
                    <a:pt x="463056" y="318668"/>
                  </a:lnTo>
                  <a:lnTo>
                    <a:pt x="463053" y="318945"/>
                  </a:lnTo>
                  <a:lnTo>
                    <a:pt x="463150" y="319115"/>
                  </a:lnTo>
                  <a:lnTo>
                    <a:pt x="463383" y="319293"/>
                  </a:lnTo>
                  <a:lnTo>
                    <a:pt x="463593" y="319304"/>
                  </a:lnTo>
                  <a:lnTo>
                    <a:pt x="463849" y="319068"/>
                  </a:lnTo>
                  <a:lnTo>
                    <a:pt x="464368" y="319277"/>
                  </a:lnTo>
                  <a:lnTo>
                    <a:pt x="464418" y="319586"/>
                  </a:lnTo>
                  <a:lnTo>
                    <a:pt x="464388" y="319846"/>
                  </a:lnTo>
                  <a:lnTo>
                    <a:pt x="464293" y="320118"/>
                  </a:lnTo>
                  <a:lnTo>
                    <a:pt x="464033" y="320256"/>
                  </a:lnTo>
                  <a:lnTo>
                    <a:pt x="463742" y="320504"/>
                  </a:lnTo>
                  <a:lnTo>
                    <a:pt x="463846" y="320828"/>
                  </a:lnTo>
                  <a:lnTo>
                    <a:pt x="464038" y="321121"/>
                  </a:lnTo>
                  <a:lnTo>
                    <a:pt x="463996" y="321829"/>
                  </a:lnTo>
                  <a:lnTo>
                    <a:pt x="463791" y="322253"/>
                  </a:lnTo>
                  <a:lnTo>
                    <a:pt x="463618" y="322496"/>
                  </a:lnTo>
                  <a:lnTo>
                    <a:pt x="462962" y="322640"/>
                  </a:lnTo>
                  <a:lnTo>
                    <a:pt x="462315" y="323085"/>
                  </a:lnTo>
                  <a:lnTo>
                    <a:pt x="461612" y="323442"/>
                  </a:lnTo>
                  <a:lnTo>
                    <a:pt x="461551" y="324316"/>
                  </a:lnTo>
                  <a:lnTo>
                    <a:pt x="461744" y="324394"/>
                  </a:lnTo>
                  <a:lnTo>
                    <a:pt x="462126" y="324496"/>
                  </a:lnTo>
                  <a:lnTo>
                    <a:pt x="462482" y="324841"/>
                  </a:lnTo>
                  <a:lnTo>
                    <a:pt x="462483" y="325212"/>
                  </a:lnTo>
                  <a:lnTo>
                    <a:pt x="462732" y="325348"/>
                  </a:lnTo>
                  <a:lnTo>
                    <a:pt x="462692" y="325526"/>
                  </a:lnTo>
                  <a:lnTo>
                    <a:pt x="462469" y="326066"/>
                  </a:lnTo>
                  <a:lnTo>
                    <a:pt x="462196" y="326153"/>
                  </a:lnTo>
                  <a:lnTo>
                    <a:pt x="461991" y="326203"/>
                  </a:lnTo>
                  <a:lnTo>
                    <a:pt x="461800" y="326260"/>
                  </a:lnTo>
                  <a:lnTo>
                    <a:pt x="461643" y="326608"/>
                  </a:lnTo>
                  <a:lnTo>
                    <a:pt x="461403" y="326781"/>
                  </a:lnTo>
                  <a:lnTo>
                    <a:pt x="461037" y="327096"/>
                  </a:lnTo>
                  <a:lnTo>
                    <a:pt x="460523" y="327343"/>
                  </a:lnTo>
                  <a:lnTo>
                    <a:pt x="460248" y="327504"/>
                  </a:lnTo>
                  <a:lnTo>
                    <a:pt x="459824" y="327765"/>
                  </a:lnTo>
                  <a:lnTo>
                    <a:pt x="459443" y="327962"/>
                  </a:lnTo>
                  <a:lnTo>
                    <a:pt x="459186" y="328138"/>
                  </a:lnTo>
                  <a:lnTo>
                    <a:pt x="459093" y="328291"/>
                  </a:lnTo>
                  <a:lnTo>
                    <a:pt x="458735" y="328862"/>
                  </a:lnTo>
                  <a:lnTo>
                    <a:pt x="458532" y="328982"/>
                  </a:lnTo>
                  <a:lnTo>
                    <a:pt x="458234" y="329123"/>
                  </a:lnTo>
                  <a:lnTo>
                    <a:pt x="457926" y="329099"/>
                  </a:lnTo>
                  <a:lnTo>
                    <a:pt x="457341" y="329409"/>
                  </a:lnTo>
                  <a:lnTo>
                    <a:pt x="456793" y="329439"/>
                  </a:lnTo>
                  <a:lnTo>
                    <a:pt x="456128" y="329669"/>
                  </a:lnTo>
                  <a:lnTo>
                    <a:pt x="455591" y="329995"/>
                  </a:lnTo>
                  <a:lnTo>
                    <a:pt x="456021" y="330223"/>
                  </a:lnTo>
                  <a:lnTo>
                    <a:pt x="455952" y="330924"/>
                  </a:lnTo>
                  <a:lnTo>
                    <a:pt x="456310" y="331208"/>
                  </a:lnTo>
                  <a:lnTo>
                    <a:pt x="456681" y="331048"/>
                  </a:lnTo>
                  <a:lnTo>
                    <a:pt x="456873" y="330962"/>
                  </a:lnTo>
                  <a:lnTo>
                    <a:pt x="457109" y="330876"/>
                  </a:lnTo>
                  <a:lnTo>
                    <a:pt x="457406" y="330813"/>
                  </a:lnTo>
                  <a:lnTo>
                    <a:pt x="457692" y="330665"/>
                  </a:lnTo>
                  <a:lnTo>
                    <a:pt x="457834" y="330608"/>
                  </a:lnTo>
                  <a:lnTo>
                    <a:pt x="458027" y="330557"/>
                  </a:lnTo>
                  <a:lnTo>
                    <a:pt x="458103" y="330760"/>
                  </a:lnTo>
                  <a:lnTo>
                    <a:pt x="458337" y="331407"/>
                  </a:lnTo>
                  <a:lnTo>
                    <a:pt x="458579" y="331814"/>
                  </a:lnTo>
                  <a:lnTo>
                    <a:pt x="458700" y="332551"/>
                  </a:lnTo>
                  <a:lnTo>
                    <a:pt x="458064" y="332763"/>
                  </a:lnTo>
                  <a:lnTo>
                    <a:pt x="457821" y="333472"/>
                  </a:lnTo>
                  <a:lnTo>
                    <a:pt x="457409" y="333869"/>
                  </a:lnTo>
                  <a:lnTo>
                    <a:pt x="457162" y="334363"/>
                  </a:lnTo>
                  <a:lnTo>
                    <a:pt x="457047" y="334744"/>
                  </a:lnTo>
                  <a:lnTo>
                    <a:pt x="456452" y="334883"/>
                  </a:lnTo>
                  <a:lnTo>
                    <a:pt x="456237" y="335123"/>
                  </a:lnTo>
                  <a:lnTo>
                    <a:pt x="455869" y="336157"/>
                  </a:lnTo>
                  <a:lnTo>
                    <a:pt x="455163" y="336523"/>
                  </a:lnTo>
                  <a:lnTo>
                    <a:pt x="455299" y="336930"/>
                  </a:lnTo>
                  <a:lnTo>
                    <a:pt x="455721" y="337286"/>
                  </a:lnTo>
                  <a:lnTo>
                    <a:pt x="455800" y="337489"/>
                  </a:lnTo>
                  <a:lnTo>
                    <a:pt x="455826" y="337752"/>
                  </a:lnTo>
                  <a:lnTo>
                    <a:pt x="455805" y="338031"/>
                  </a:lnTo>
                  <a:lnTo>
                    <a:pt x="455922" y="338761"/>
                  </a:lnTo>
                  <a:lnTo>
                    <a:pt x="456220" y="338780"/>
                  </a:lnTo>
                  <a:lnTo>
                    <a:pt x="456886" y="338991"/>
                  </a:lnTo>
                  <a:lnTo>
                    <a:pt x="457287" y="339369"/>
                  </a:lnTo>
                  <a:lnTo>
                    <a:pt x="456836" y="339845"/>
                  </a:lnTo>
                  <a:lnTo>
                    <a:pt x="456696" y="339843"/>
                  </a:lnTo>
                  <a:lnTo>
                    <a:pt x="456474" y="339915"/>
                  </a:lnTo>
                  <a:lnTo>
                    <a:pt x="456310" y="339979"/>
                  </a:lnTo>
                  <a:lnTo>
                    <a:pt x="455712" y="340398"/>
                  </a:lnTo>
                  <a:lnTo>
                    <a:pt x="455114" y="340623"/>
                  </a:lnTo>
                  <a:lnTo>
                    <a:pt x="454916" y="340632"/>
                  </a:lnTo>
                  <a:lnTo>
                    <a:pt x="454797" y="341042"/>
                  </a:lnTo>
                  <a:lnTo>
                    <a:pt x="454646" y="341442"/>
                  </a:lnTo>
                  <a:lnTo>
                    <a:pt x="454158" y="342433"/>
                  </a:lnTo>
                  <a:lnTo>
                    <a:pt x="453958" y="342665"/>
                  </a:lnTo>
                  <a:lnTo>
                    <a:pt x="453517" y="342670"/>
                  </a:lnTo>
                  <a:lnTo>
                    <a:pt x="452662" y="342459"/>
                  </a:lnTo>
                  <a:lnTo>
                    <a:pt x="452255" y="342429"/>
                  </a:lnTo>
                  <a:lnTo>
                    <a:pt x="452092" y="343347"/>
                  </a:lnTo>
                  <a:lnTo>
                    <a:pt x="452078" y="343704"/>
                  </a:lnTo>
                  <a:lnTo>
                    <a:pt x="452172" y="343984"/>
                  </a:lnTo>
                  <a:lnTo>
                    <a:pt x="452187" y="344282"/>
                  </a:lnTo>
                  <a:lnTo>
                    <a:pt x="452137" y="344511"/>
                  </a:lnTo>
                  <a:lnTo>
                    <a:pt x="452099" y="344680"/>
                  </a:lnTo>
                  <a:lnTo>
                    <a:pt x="452113" y="345311"/>
                  </a:lnTo>
                  <a:lnTo>
                    <a:pt x="452599" y="345811"/>
                  </a:lnTo>
                  <a:lnTo>
                    <a:pt x="452767" y="345801"/>
                  </a:lnTo>
                  <a:lnTo>
                    <a:pt x="453187" y="345852"/>
                  </a:lnTo>
                  <a:lnTo>
                    <a:pt x="453420" y="345906"/>
                  </a:lnTo>
                  <a:lnTo>
                    <a:pt x="453685" y="345967"/>
                  </a:lnTo>
                  <a:lnTo>
                    <a:pt x="453965" y="346032"/>
                  </a:lnTo>
                  <a:lnTo>
                    <a:pt x="454557" y="346218"/>
                  </a:lnTo>
                  <a:lnTo>
                    <a:pt x="454507" y="346393"/>
                  </a:lnTo>
                  <a:lnTo>
                    <a:pt x="454277" y="346594"/>
                  </a:lnTo>
                  <a:lnTo>
                    <a:pt x="454043" y="346690"/>
                  </a:lnTo>
                  <a:lnTo>
                    <a:pt x="453475" y="347056"/>
                  </a:lnTo>
                  <a:lnTo>
                    <a:pt x="452744" y="348058"/>
                  </a:lnTo>
                  <a:lnTo>
                    <a:pt x="452498" y="348235"/>
                  </a:lnTo>
                  <a:lnTo>
                    <a:pt x="452319" y="348357"/>
                  </a:lnTo>
                  <a:lnTo>
                    <a:pt x="451861" y="348547"/>
                  </a:lnTo>
                  <a:lnTo>
                    <a:pt x="451612" y="348727"/>
                  </a:lnTo>
                  <a:lnTo>
                    <a:pt x="451071" y="349199"/>
                  </a:lnTo>
                  <a:lnTo>
                    <a:pt x="450698" y="349488"/>
                  </a:lnTo>
                  <a:lnTo>
                    <a:pt x="450480" y="349653"/>
                  </a:lnTo>
                  <a:lnTo>
                    <a:pt x="450083" y="350183"/>
                  </a:lnTo>
                  <a:lnTo>
                    <a:pt x="449966" y="350388"/>
                  </a:lnTo>
                  <a:lnTo>
                    <a:pt x="449831" y="350567"/>
                  </a:lnTo>
                  <a:lnTo>
                    <a:pt x="449708" y="350724"/>
                  </a:lnTo>
                  <a:lnTo>
                    <a:pt x="448724" y="351602"/>
                  </a:lnTo>
                  <a:lnTo>
                    <a:pt x="448252" y="351859"/>
                  </a:lnTo>
                  <a:lnTo>
                    <a:pt x="447868" y="351721"/>
                  </a:lnTo>
                  <a:lnTo>
                    <a:pt x="447646" y="351587"/>
                  </a:lnTo>
                  <a:lnTo>
                    <a:pt x="446918" y="351375"/>
                  </a:lnTo>
                  <a:lnTo>
                    <a:pt x="446679" y="351221"/>
                  </a:lnTo>
                  <a:lnTo>
                    <a:pt x="446260" y="350920"/>
                  </a:lnTo>
                  <a:lnTo>
                    <a:pt x="446053" y="350746"/>
                  </a:lnTo>
                  <a:lnTo>
                    <a:pt x="445661" y="350562"/>
                  </a:lnTo>
                  <a:lnTo>
                    <a:pt x="445512" y="350547"/>
                  </a:lnTo>
                  <a:lnTo>
                    <a:pt x="444835" y="350735"/>
                  </a:lnTo>
                  <a:lnTo>
                    <a:pt x="444651" y="350645"/>
                  </a:lnTo>
                  <a:lnTo>
                    <a:pt x="444608" y="350465"/>
                  </a:lnTo>
                  <a:lnTo>
                    <a:pt x="444442" y="350144"/>
                  </a:lnTo>
                  <a:lnTo>
                    <a:pt x="444315" y="350022"/>
                  </a:lnTo>
                  <a:lnTo>
                    <a:pt x="444367" y="349682"/>
                  </a:lnTo>
                  <a:lnTo>
                    <a:pt x="444170" y="349207"/>
                  </a:lnTo>
                  <a:lnTo>
                    <a:pt x="444265" y="348865"/>
                  </a:lnTo>
                  <a:lnTo>
                    <a:pt x="444288" y="348437"/>
                  </a:lnTo>
                  <a:lnTo>
                    <a:pt x="444024" y="347923"/>
                  </a:lnTo>
                  <a:lnTo>
                    <a:pt x="443753" y="347472"/>
                  </a:lnTo>
                  <a:lnTo>
                    <a:pt x="443539" y="347376"/>
                  </a:lnTo>
                  <a:lnTo>
                    <a:pt x="442636" y="347129"/>
                  </a:lnTo>
                  <a:lnTo>
                    <a:pt x="442509" y="347485"/>
                  </a:lnTo>
                  <a:lnTo>
                    <a:pt x="442126" y="348042"/>
                  </a:lnTo>
                  <a:lnTo>
                    <a:pt x="441854" y="347909"/>
                  </a:lnTo>
                  <a:lnTo>
                    <a:pt x="441588" y="347956"/>
                  </a:lnTo>
                  <a:lnTo>
                    <a:pt x="441309" y="348218"/>
                  </a:lnTo>
                  <a:lnTo>
                    <a:pt x="441069" y="348587"/>
                  </a:lnTo>
                  <a:lnTo>
                    <a:pt x="440764" y="349061"/>
                  </a:lnTo>
                  <a:lnTo>
                    <a:pt x="440595" y="349294"/>
                  </a:lnTo>
                  <a:lnTo>
                    <a:pt x="440178" y="349819"/>
                  </a:lnTo>
                  <a:lnTo>
                    <a:pt x="439652" y="350319"/>
                  </a:lnTo>
                  <a:lnTo>
                    <a:pt x="439399" y="350689"/>
                  </a:lnTo>
                  <a:lnTo>
                    <a:pt x="439479" y="350900"/>
                  </a:lnTo>
                  <a:lnTo>
                    <a:pt x="439203" y="350855"/>
                  </a:lnTo>
                  <a:lnTo>
                    <a:pt x="438898" y="350612"/>
                  </a:lnTo>
                  <a:lnTo>
                    <a:pt x="438474" y="350227"/>
                  </a:lnTo>
                  <a:lnTo>
                    <a:pt x="438380" y="349965"/>
                  </a:lnTo>
                  <a:lnTo>
                    <a:pt x="438344" y="349757"/>
                  </a:lnTo>
                  <a:lnTo>
                    <a:pt x="438247" y="349569"/>
                  </a:lnTo>
                  <a:lnTo>
                    <a:pt x="438110" y="349420"/>
                  </a:lnTo>
                  <a:lnTo>
                    <a:pt x="437909" y="349517"/>
                  </a:lnTo>
                  <a:lnTo>
                    <a:pt x="437714" y="349681"/>
                  </a:lnTo>
                  <a:lnTo>
                    <a:pt x="437330" y="349607"/>
                  </a:lnTo>
                  <a:lnTo>
                    <a:pt x="437127" y="349544"/>
                  </a:lnTo>
                  <a:lnTo>
                    <a:pt x="436992" y="349467"/>
                  </a:lnTo>
                  <a:lnTo>
                    <a:pt x="436769" y="349339"/>
                  </a:lnTo>
                  <a:lnTo>
                    <a:pt x="436362" y="349144"/>
                  </a:lnTo>
                  <a:lnTo>
                    <a:pt x="435710" y="349229"/>
                  </a:lnTo>
                  <a:lnTo>
                    <a:pt x="435416" y="349132"/>
                  </a:lnTo>
                  <a:lnTo>
                    <a:pt x="434924" y="349151"/>
                  </a:lnTo>
                  <a:lnTo>
                    <a:pt x="434382" y="349297"/>
                  </a:lnTo>
                  <a:lnTo>
                    <a:pt x="434297" y="349127"/>
                  </a:lnTo>
                  <a:lnTo>
                    <a:pt x="434124" y="348775"/>
                  </a:lnTo>
                  <a:lnTo>
                    <a:pt x="433553" y="349198"/>
                  </a:lnTo>
                  <a:lnTo>
                    <a:pt x="432734" y="349647"/>
                  </a:lnTo>
                  <a:lnTo>
                    <a:pt x="433019" y="350595"/>
                  </a:lnTo>
                  <a:lnTo>
                    <a:pt x="433326" y="351026"/>
                  </a:lnTo>
                  <a:lnTo>
                    <a:pt x="433094" y="351124"/>
                  </a:lnTo>
                  <a:lnTo>
                    <a:pt x="432785" y="351338"/>
                  </a:lnTo>
                  <a:lnTo>
                    <a:pt x="432410" y="351888"/>
                  </a:lnTo>
                  <a:lnTo>
                    <a:pt x="432191" y="352192"/>
                  </a:lnTo>
                  <a:lnTo>
                    <a:pt x="431687" y="352236"/>
                  </a:lnTo>
                  <a:lnTo>
                    <a:pt x="431638" y="352795"/>
                  </a:lnTo>
                  <a:lnTo>
                    <a:pt x="431028" y="352807"/>
                  </a:lnTo>
                  <a:lnTo>
                    <a:pt x="430838" y="353612"/>
                  </a:lnTo>
                  <a:lnTo>
                    <a:pt x="431113" y="353814"/>
                  </a:lnTo>
                  <a:lnTo>
                    <a:pt x="430668" y="354138"/>
                  </a:lnTo>
                  <a:lnTo>
                    <a:pt x="430339" y="354118"/>
                  </a:lnTo>
                  <a:lnTo>
                    <a:pt x="430251" y="354542"/>
                  </a:lnTo>
                  <a:lnTo>
                    <a:pt x="430471" y="355027"/>
                  </a:lnTo>
                  <a:lnTo>
                    <a:pt x="430926" y="355545"/>
                  </a:lnTo>
                  <a:lnTo>
                    <a:pt x="431138" y="355720"/>
                  </a:lnTo>
                  <a:lnTo>
                    <a:pt x="431496" y="356208"/>
                  </a:lnTo>
                  <a:lnTo>
                    <a:pt x="431647" y="356415"/>
                  </a:lnTo>
                  <a:lnTo>
                    <a:pt x="431739" y="356702"/>
                  </a:lnTo>
                  <a:lnTo>
                    <a:pt x="431710" y="356981"/>
                  </a:lnTo>
                  <a:lnTo>
                    <a:pt x="431886" y="357360"/>
                  </a:lnTo>
                  <a:lnTo>
                    <a:pt x="432540" y="358052"/>
                  </a:lnTo>
                  <a:lnTo>
                    <a:pt x="432990" y="357973"/>
                  </a:lnTo>
                  <a:lnTo>
                    <a:pt x="433223" y="357987"/>
                  </a:lnTo>
                  <a:lnTo>
                    <a:pt x="433920" y="359312"/>
                  </a:lnTo>
                  <a:lnTo>
                    <a:pt x="433010" y="360627"/>
                  </a:lnTo>
                  <a:lnTo>
                    <a:pt x="432857" y="361085"/>
                  </a:lnTo>
                  <a:lnTo>
                    <a:pt x="432361" y="361526"/>
                  </a:lnTo>
                  <a:lnTo>
                    <a:pt x="431964" y="362147"/>
                  </a:lnTo>
                  <a:lnTo>
                    <a:pt x="431627" y="362541"/>
                  </a:lnTo>
                  <a:lnTo>
                    <a:pt x="430931" y="363160"/>
                  </a:lnTo>
                  <a:lnTo>
                    <a:pt x="430355" y="363763"/>
                  </a:lnTo>
                  <a:lnTo>
                    <a:pt x="430537" y="364062"/>
                  </a:lnTo>
                  <a:lnTo>
                    <a:pt x="430931" y="364408"/>
                  </a:lnTo>
                  <a:lnTo>
                    <a:pt x="430382" y="365089"/>
                  </a:lnTo>
                  <a:lnTo>
                    <a:pt x="429918" y="365210"/>
                  </a:lnTo>
                  <a:lnTo>
                    <a:pt x="429469" y="364990"/>
                  </a:lnTo>
                  <a:lnTo>
                    <a:pt x="429308" y="365141"/>
                  </a:lnTo>
                  <a:lnTo>
                    <a:pt x="429337" y="365441"/>
                  </a:lnTo>
                  <a:lnTo>
                    <a:pt x="429025" y="365777"/>
                  </a:lnTo>
                  <a:lnTo>
                    <a:pt x="428783" y="366074"/>
                  </a:lnTo>
                  <a:lnTo>
                    <a:pt x="428670" y="366211"/>
                  </a:lnTo>
                  <a:lnTo>
                    <a:pt x="428268" y="366786"/>
                  </a:lnTo>
                  <a:lnTo>
                    <a:pt x="427912" y="367168"/>
                  </a:lnTo>
                  <a:lnTo>
                    <a:pt x="427406" y="367959"/>
                  </a:lnTo>
                  <a:lnTo>
                    <a:pt x="426747" y="369720"/>
                  </a:lnTo>
                  <a:lnTo>
                    <a:pt x="426781" y="369968"/>
                  </a:lnTo>
                  <a:lnTo>
                    <a:pt x="426864" y="370156"/>
                  </a:lnTo>
                  <a:lnTo>
                    <a:pt x="426730" y="370740"/>
                  </a:lnTo>
                  <a:lnTo>
                    <a:pt x="426678" y="370959"/>
                  </a:lnTo>
                  <a:lnTo>
                    <a:pt x="426607" y="371156"/>
                  </a:lnTo>
                  <a:lnTo>
                    <a:pt x="426541" y="371340"/>
                  </a:lnTo>
                  <a:lnTo>
                    <a:pt x="426428" y="371928"/>
                  </a:lnTo>
                  <a:lnTo>
                    <a:pt x="426291" y="372106"/>
                  </a:lnTo>
                  <a:lnTo>
                    <a:pt x="425940" y="372343"/>
                  </a:lnTo>
                  <a:lnTo>
                    <a:pt x="425341" y="372936"/>
                  </a:lnTo>
                  <a:lnTo>
                    <a:pt x="425097" y="373087"/>
                  </a:lnTo>
                  <a:lnTo>
                    <a:pt x="424450" y="373845"/>
                  </a:lnTo>
                  <a:lnTo>
                    <a:pt x="424294" y="374111"/>
                  </a:lnTo>
                  <a:lnTo>
                    <a:pt x="424125" y="374401"/>
                  </a:lnTo>
                  <a:lnTo>
                    <a:pt x="424114" y="374547"/>
                  </a:lnTo>
                  <a:lnTo>
                    <a:pt x="424021" y="374805"/>
                  </a:lnTo>
                  <a:lnTo>
                    <a:pt x="423884" y="375172"/>
                  </a:lnTo>
                  <a:lnTo>
                    <a:pt x="423577" y="375671"/>
                  </a:lnTo>
                  <a:lnTo>
                    <a:pt x="423471" y="375924"/>
                  </a:lnTo>
                  <a:lnTo>
                    <a:pt x="423444" y="376084"/>
                  </a:lnTo>
                  <a:lnTo>
                    <a:pt x="423301" y="376333"/>
                  </a:lnTo>
                  <a:lnTo>
                    <a:pt x="423093" y="377146"/>
                  </a:lnTo>
                  <a:lnTo>
                    <a:pt x="423025" y="377327"/>
                  </a:lnTo>
                  <a:lnTo>
                    <a:pt x="422853" y="377661"/>
                  </a:lnTo>
                  <a:lnTo>
                    <a:pt x="422328" y="378640"/>
                  </a:lnTo>
                  <a:lnTo>
                    <a:pt x="421799" y="379402"/>
                  </a:lnTo>
                  <a:lnTo>
                    <a:pt x="421705" y="379548"/>
                  </a:lnTo>
                  <a:lnTo>
                    <a:pt x="421460" y="379898"/>
                  </a:lnTo>
                  <a:lnTo>
                    <a:pt x="420837" y="380671"/>
                  </a:lnTo>
                  <a:lnTo>
                    <a:pt x="420176" y="381360"/>
                  </a:lnTo>
                  <a:lnTo>
                    <a:pt x="420044" y="381472"/>
                  </a:lnTo>
                  <a:lnTo>
                    <a:pt x="419677" y="381862"/>
                  </a:lnTo>
                  <a:lnTo>
                    <a:pt x="419131" y="382414"/>
                  </a:lnTo>
                  <a:lnTo>
                    <a:pt x="418447" y="383086"/>
                  </a:lnTo>
                  <a:lnTo>
                    <a:pt x="418285" y="383217"/>
                  </a:lnTo>
                  <a:lnTo>
                    <a:pt x="418268" y="383430"/>
                  </a:lnTo>
                  <a:lnTo>
                    <a:pt x="418096" y="383785"/>
                  </a:lnTo>
                  <a:lnTo>
                    <a:pt x="417651" y="384397"/>
                  </a:lnTo>
                  <a:lnTo>
                    <a:pt x="417207" y="384619"/>
                  </a:lnTo>
                  <a:lnTo>
                    <a:pt x="416860" y="384549"/>
                  </a:lnTo>
                  <a:lnTo>
                    <a:pt x="416595" y="384672"/>
                  </a:lnTo>
                  <a:lnTo>
                    <a:pt x="416575" y="384917"/>
                  </a:lnTo>
                  <a:lnTo>
                    <a:pt x="416596" y="385452"/>
                  </a:lnTo>
                  <a:lnTo>
                    <a:pt x="416371" y="385703"/>
                  </a:lnTo>
                  <a:lnTo>
                    <a:pt x="416151" y="385820"/>
                  </a:lnTo>
                  <a:lnTo>
                    <a:pt x="415931" y="385688"/>
                  </a:lnTo>
                  <a:lnTo>
                    <a:pt x="415468" y="385536"/>
                  </a:lnTo>
                  <a:lnTo>
                    <a:pt x="415153" y="386319"/>
                  </a:lnTo>
                  <a:lnTo>
                    <a:pt x="415217" y="386639"/>
                  </a:lnTo>
                  <a:lnTo>
                    <a:pt x="415677" y="387156"/>
                  </a:lnTo>
                  <a:lnTo>
                    <a:pt x="414913" y="388048"/>
                  </a:lnTo>
                  <a:lnTo>
                    <a:pt x="414627" y="388181"/>
                  </a:lnTo>
                  <a:lnTo>
                    <a:pt x="414276" y="388118"/>
                  </a:lnTo>
                  <a:lnTo>
                    <a:pt x="414274" y="387710"/>
                  </a:lnTo>
                  <a:lnTo>
                    <a:pt x="414046" y="387577"/>
                  </a:lnTo>
                  <a:lnTo>
                    <a:pt x="413817" y="387618"/>
                  </a:lnTo>
                  <a:lnTo>
                    <a:pt x="413693" y="387899"/>
                  </a:lnTo>
                  <a:lnTo>
                    <a:pt x="413683" y="388190"/>
                  </a:lnTo>
                  <a:lnTo>
                    <a:pt x="413856" y="388350"/>
                  </a:lnTo>
                  <a:lnTo>
                    <a:pt x="413898" y="388583"/>
                  </a:lnTo>
                  <a:lnTo>
                    <a:pt x="413334" y="388647"/>
                  </a:lnTo>
                  <a:lnTo>
                    <a:pt x="413096" y="388593"/>
                  </a:lnTo>
                  <a:lnTo>
                    <a:pt x="412858" y="388355"/>
                  </a:lnTo>
                  <a:lnTo>
                    <a:pt x="412850" y="388146"/>
                  </a:lnTo>
                  <a:lnTo>
                    <a:pt x="412769" y="387902"/>
                  </a:lnTo>
                  <a:lnTo>
                    <a:pt x="412568" y="387764"/>
                  </a:lnTo>
                  <a:lnTo>
                    <a:pt x="412385" y="387721"/>
                  </a:lnTo>
                  <a:lnTo>
                    <a:pt x="412017" y="387422"/>
                  </a:lnTo>
                  <a:lnTo>
                    <a:pt x="412022" y="387258"/>
                  </a:lnTo>
                  <a:lnTo>
                    <a:pt x="411735" y="386676"/>
                  </a:lnTo>
                  <a:lnTo>
                    <a:pt x="411569" y="386363"/>
                  </a:lnTo>
                  <a:lnTo>
                    <a:pt x="411174" y="386124"/>
                  </a:lnTo>
                  <a:lnTo>
                    <a:pt x="410627" y="386415"/>
                  </a:lnTo>
                  <a:lnTo>
                    <a:pt x="410197" y="387015"/>
                  </a:lnTo>
                  <a:lnTo>
                    <a:pt x="410173" y="387341"/>
                  </a:lnTo>
                  <a:lnTo>
                    <a:pt x="410240" y="387478"/>
                  </a:lnTo>
                  <a:lnTo>
                    <a:pt x="410206" y="387670"/>
                  </a:lnTo>
                  <a:lnTo>
                    <a:pt x="409691" y="388450"/>
                  </a:lnTo>
                  <a:lnTo>
                    <a:pt x="409369" y="388328"/>
                  </a:lnTo>
                  <a:lnTo>
                    <a:pt x="409081" y="388444"/>
                  </a:lnTo>
                  <a:lnTo>
                    <a:pt x="408811" y="388554"/>
                  </a:lnTo>
                  <a:lnTo>
                    <a:pt x="408194" y="389045"/>
                  </a:lnTo>
                  <a:lnTo>
                    <a:pt x="408035" y="388936"/>
                  </a:lnTo>
                  <a:lnTo>
                    <a:pt x="407886" y="388658"/>
                  </a:lnTo>
                  <a:lnTo>
                    <a:pt x="407664" y="388697"/>
                  </a:lnTo>
                  <a:lnTo>
                    <a:pt x="407440" y="388764"/>
                  </a:lnTo>
                  <a:lnTo>
                    <a:pt x="407241" y="388566"/>
                  </a:lnTo>
                  <a:lnTo>
                    <a:pt x="406814" y="388752"/>
                  </a:lnTo>
                  <a:lnTo>
                    <a:pt x="406092" y="388748"/>
                  </a:lnTo>
                  <a:lnTo>
                    <a:pt x="405794" y="388404"/>
                  </a:lnTo>
                  <a:lnTo>
                    <a:pt x="405567" y="388147"/>
                  </a:lnTo>
                  <a:lnTo>
                    <a:pt x="405140" y="387837"/>
                  </a:lnTo>
                  <a:lnTo>
                    <a:pt x="405050" y="388190"/>
                  </a:lnTo>
                  <a:lnTo>
                    <a:pt x="404625" y="388733"/>
                  </a:lnTo>
                  <a:lnTo>
                    <a:pt x="404283" y="388783"/>
                  </a:lnTo>
                  <a:lnTo>
                    <a:pt x="403861" y="388836"/>
                  </a:lnTo>
                  <a:lnTo>
                    <a:pt x="403336" y="389186"/>
                  </a:lnTo>
                  <a:lnTo>
                    <a:pt x="403196" y="389279"/>
                  </a:lnTo>
                  <a:lnTo>
                    <a:pt x="402959" y="389414"/>
                  </a:lnTo>
                  <a:lnTo>
                    <a:pt x="402165" y="389464"/>
                  </a:lnTo>
                  <a:lnTo>
                    <a:pt x="401447" y="389271"/>
                  </a:lnTo>
                  <a:lnTo>
                    <a:pt x="401281" y="389150"/>
                  </a:lnTo>
                  <a:lnTo>
                    <a:pt x="400927" y="388991"/>
                  </a:lnTo>
                  <a:lnTo>
                    <a:pt x="400546" y="388910"/>
                  </a:lnTo>
                  <a:lnTo>
                    <a:pt x="400461" y="388696"/>
                  </a:lnTo>
                  <a:lnTo>
                    <a:pt x="400407" y="388561"/>
                  </a:lnTo>
                  <a:lnTo>
                    <a:pt x="400255" y="388060"/>
                  </a:lnTo>
                  <a:lnTo>
                    <a:pt x="400352" y="387915"/>
                  </a:lnTo>
                  <a:lnTo>
                    <a:pt x="400407" y="387489"/>
                  </a:lnTo>
                  <a:lnTo>
                    <a:pt x="399806" y="386908"/>
                  </a:lnTo>
                  <a:lnTo>
                    <a:pt x="399323" y="386836"/>
                  </a:lnTo>
                  <a:lnTo>
                    <a:pt x="399225" y="386667"/>
                  </a:lnTo>
                  <a:lnTo>
                    <a:pt x="399173" y="386462"/>
                  </a:lnTo>
                  <a:lnTo>
                    <a:pt x="399250" y="385542"/>
                  </a:lnTo>
                  <a:lnTo>
                    <a:pt x="399255" y="385152"/>
                  </a:lnTo>
                  <a:lnTo>
                    <a:pt x="399258" y="384882"/>
                  </a:lnTo>
                  <a:lnTo>
                    <a:pt x="399247" y="384644"/>
                  </a:lnTo>
                  <a:lnTo>
                    <a:pt x="398873" y="384517"/>
                  </a:lnTo>
                  <a:lnTo>
                    <a:pt x="398949" y="384357"/>
                  </a:lnTo>
                  <a:lnTo>
                    <a:pt x="398665" y="384237"/>
                  </a:lnTo>
                  <a:lnTo>
                    <a:pt x="398304" y="384308"/>
                  </a:lnTo>
                  <a:lnTo>
                    <a:pt x="398038" y="384199"/>
                  </a:lnTo>
                  <a:lnTo>
                    <a:pt x="398095" y="383985"/>
                  </a:lnTo>
                  <a:lnTo>
                    <a:pt x="398182" y="383223"/>
                  </a:lnTo>
                  <a:lnTo>
                    <a:pt x="398200" y="383067"/>
                  </a:lnTo>
                  <a:lnTo>
                    <a:pt x="398220" y="382451"/>
                  </a:lnTo>
                  <a:lnTo>
                    <a:pt x="397703" y="382160"/>
                  </a:lnTo>
                  <a:lnTo>
                    <a:pt x="397573" y="381977"/>
                  </a:lnTo>
                  <a:lnTo>
                    <a:pt x="397132" y="381672"/>
                  </a:lnTo>
                  <a:lnTo>
                    <a:pt x="396818" y="381685"/>
                  </a:lnTo>
                  <a:lnTo>
                    <a:pt x="396637" y="381550"/>
                  </a:lnTo>
                  <a:lnTo>
                    <a:pt x="396829" y="381259"/>
                  </a:lnTo>
                  <a:lnTo>
                    <a:pt x="397003" y="380945"/>
                  </a:lnTo>
                  <a:lnTo>
                    <a:pt x="396480" y="380806"/>
                  </a:lnTo>
                  <a:lnTo>
                    <a:pt x="396274" y="380675"/>
                  </a:lnTo>
                  <a:lnTo>
                    <a:pt x="396160" y="379965"/>
                  </a:lnTo>
                  <a:lnTo>
                    <a:pt x="396357" y="379652"/>
                  </a:lnTo>
                  <a:lnTo>
                    <a:pt x="396179" y="379424"/>
                  </a:lnTo>
                  <a:lnTo>
                    <a:pt x="396007" y="379204"/>
                  </a:lnTo>
                  <a:lnTo>
                    <a:pt x="395508" y="378835"/>
                  </a:lnTo>
                  <a:lnTo>
                    <a:pt x="395981" y="378522"/>
                  </a:lnTo>
                  <a:lnTo>
                    <a:pt x="396435" y="378316"/>
                  </a:lnTo>
                  <a:lnTo>
                    <a:pt x="396594" y="378301"/>
                  </a:lnTo>
                  <a:lnTo>
                    <a:pt x="396855" y="378170"/>
                  </a:lnTo>
                  <a:lnTo>
                    <a:pt x="396046" y="377306"/>
                  </a:lnTo>
                  <a:lnTo>
                    <a:pt x="395987" y="376911"/>
                  </a:lnTo>
                  <a:lnTo>
                    <a:pt x="395928" y="376509"/>
                  </a:lnTo>
                  <a:lnTo>
                    <a:pt x="395812" y="376374"/>
                  </a:lnTo>
                  <a:lnTo>
                    <a:pt x="395509" y="376036"/>
                  </a:lnTo>
                  <a:lnTo>
                    <a:pt x="394908" y="376084"/>
                  </a:lnTo>
                  <a:lnTo>
                    <a:pt x="394588" y="375977"/>
                  </a:lnTo>
                  <a:lnTo>
                    <a:pt x="394520" y="375748"/>
                  </a:lnTo>
                  <a:lnTo>
                    <a:pt x="394190" y="375526"/>
                  </a:lnTo>
                  <a:lnTo>
                    <a:pt x="393733" y="375375"/>
                  </a:lnTo>
                  <a:lnTo>
                    <a:pt x="392525" y="375837"/>
                  </a:lnTo>
                  <a:lnTo>
                    <a:pt x="392207" y="375732"/>
                  </a:lnTo>
                  <a:lnTo>
                    <a:pt x="392057" y="375682"/>
                  </a:lnTo>
                  <a:lnTo>
                    <a:pt x="391615" y="375684"/>
                  </a:lnTo>
                  <a:lnTo>
                    <a:pt x="391113" y="376236"/>
                  </a:lnTo>
                  <a:lnTo>
                    <a:pt x="390710" y="376181"/>
                  </a:lnTo>
                  <a:lnTo>
                    <a:pt x="390590" y="375872"/>
                  </a:lnTo>
                  <a:lnTo>
                    <a:pt x="390364" y="375781"/>
                  </a:lnTo>
                  <a:lnTo>
                    <a:pt x="389836" y="375604"/>
                  </a:lnTo>
                  <a:lnTo>
                    <a:pt x="389399" y="375783"/>
                  </a:lnTo>
                  <a:lnTo>
                    <a:pt x="389157" y="375683"/>
                  </a:lnTo>
                  <a:lnTo>
                    <a:pt x="388834" y="375632"/>
                  </a:lnTo>
                  <a:lnTo>
                    <a:pt x="388510" y="375690"/>
                  </a:lnTo>
                  <a:lnTo>
                    <a:pt x="388840" y="375419"/>
                  </a:lnTo>
                  <a:lnTo>
                    <a:pt x="388629" y="375322"/>
                  </a:lnTo>
                  <a:lnTo>
                    <a:pt x="388244" y="375751"/>
                  </a:lnTo>
                  <a:lnTo>
                    <a:pt x="388144" y="376247"/>
                  </a:lnTo>
                  <a:lnTo>
                    <a:pt x="388075" y="376097"/>
                  </a:lnTo>
                  <a:lnTo>
                    <a:pt x="387860" y="376363"/>
                  </a:lnTo>
                  <a:lnTo>
                    <a:pt x="387964" y="376683"/>
                  </a:lnTo>
                  <a:lnTo>
                    <a:pt x="387866" y="376836"/>
                  </a:lnTo>
                  <a:lnTo>
                    <a:pt x="387518" y="376856"/>
                  </a:lnTo>
                  <a:lnTo>
                    <a:pt x="387174" y="376751"/>
                  </a:lnTo>
                  <a:lnTo>
                    <a:pt x="386860" y="377028"/>
                  </a:lnTo>
                  <a:lnTo>
                    <a:pt x="387014" y="377180"/>
                  </a:lnTo>
                  <a:lnTo>
                    <a:pt x="387291" y="377414"/>
                  </a:lnTo>
                  <a:lnTo>
                    <a:pt x="387721" y="377762"/>
                  </a:lnTo>
                  <a:lnTo>
                    <a:pt x="387665" y="377966"/>
                  </a:lnTo>
                  <a:lnTo>
                    <a:pt x="387444" y="378020"/>
                  </a:lnTo>
                  <a:lnTo>
                    <a:pt x="387013" y="378463"/>
                  </a:lnTo>
                  <a:lnTo>
                    <a:pt x="386448" y="378440"/>
                  </a:lnTo>
                  <a:lnTo>
                    <a:pt x="386368" y="378305"/>
                  </a:lnTo>
                  <a:lnTo>
                    <a:pt x="386243" y="378145"/>
                  </a:lnTo>
                  <a:lnTo>
                    <a:pt x="385921" y="377873"/>
                  </a:lnTo>
                  <a:lnTo>
                    <a:pt x="385682" y="377904"/>
                  </a:lnTo>
                  <a:lnTo>
                    <a:pt x="385860" y="378142"/>
                  </a:lnTo>
                  <a:lnTo>
                    <a:pt x="385943" y="378271"/>
                  </a:lnTo>
                  <a:lnTo>
                    <a:pt x="385828" y="378455"/>
                  </a:lnTo>
                  <a:lnTo>
                    <a:pt x="385651" y="378351"/>
                  </a:lnTo>
                  <a:lnTo>
                    <a:pt x="385077" y="378363"/>
                  </a:lnTo>
                  <a:lnTo>
                    <a:pt x="384970" y="378495"/>
                  </a:lnTo>
                  <a:lnTo>
                    <a:pt x="384476" y="378503"/>
                  </a:lnTo>
                  <a:lnTo>
                    <a:pt x="384099" y="378636"/>
                  </a:lnTo>
                  <a:lnTo>
                    <a:pt x="383885" y="378711"/>
                  </a:lnTo>
                  <a:lnTo>
                    <a:pt x="383766" y="378998"/>
                  </a:lnTo>
                  <a:lnTo>
                    <a:pt x="383491" y="379287"/>
                  </a:lnTo>
                  <a:lnTo>
                    <a:pt x="383363" y="379235"/>
                  </a:lnTo>
                  <a:lnTo>
                    <a:pt x="383062" y="379106"/>
                  </a:lnTo>
                  <a:lnTo>
                    <a:pt x="382770" y="378850"/>
                  </a:lnTo>
                  <a:lnTo>
                    <a:pt x="382340" y="378707"/>
                  </a:lnTo>
                  <a:lnTo>
                    <a:pt x="382146" y="378729"/>
                  </a:lnTo>
                  <a:lnTo>
                    <a:pt x="382341" y="379082"/>
                  </a:lnTo>
                  <a:lnTo>
                    <a:pt x="382334" y="379381"/>
                  </a:lnTo>
                  <a:lnTo>
                    <a:pt x="382087" y="379502"/>
                  </a:lnTo>
                  <a:lnTo>
                    <a:pt x="381814" y="379660"/>
                  </a:lnTo>
                  <a:lnTo>
                    <a:pt x="381846" y="379899"/>
                  </a:lnTo>
                  <a:lnTo>
                    <a:pt x="381922" y="380172"/>
                  </a:lnTo>
                  <a:lnTo>
                    <a:pt x="381763" y="380379"/>
                  </a:lnTo>
                  <a:lnTo>
                    <a:pt x="381220" y="380766"/>
                  </a:lnTo>
                  <a:lnTo>
                    <a:pt x="381143" y="380013"/>
                  </a:lnTo>
                  <a:lnTo>
                    <a:pt x="380507" y="379927"/>
                  </a:lnTo>
                  <a:lnTo>
                    <a:pt x="380686" y="380131"/>
                  </a:lnTo>
                  <a:lnTo>
                    <a:pt x="380995" y="380489"/>
                  </a:lnTo>
                  <a:lnTo>
                    <a:pt x="380862" y="381312"/>
                  </a:lnTo>
                  <a:lnTo>
                    <a:pt x="380667" y="380997"/>
                  </a:lnTo>
                  <a:lnTo>
                    <a:pt x="380145" y="380609"/>
                  </a:lnTo>
                  <a:lnTo>
                    <a:pt x="379851" y="380849"/>
                  </a:lnTo>
                  <a:lnTo>
                    <a:pt x="380024" y="381131"/>
                  </a:lnTo>
                  <a:lnTo>
                    <a:pt x="379949" y="381505"/>
                  </a:lnTo>
                  <a:lnTo>
                    <a:pt x="379704" y="381584"/>
                  </a:lnTo>
                  <a:lnTo>
                    <a:pt x="379447" y="381271"/>
                  </a:lnTo>
                  <a:lnTo>
                    <a:pt x="379468" y="380833"/>
                  </a:lnTo>
                  <a:lnTo>
                    <a:pt x="379576" y="380670"/>
                  </a:lnTo>
                  <a:lnTo>
                    <a:pt x="379597" y="380438"/>
                  </a:lnTo>
                  <a:lnTo>
                    <a:pt x="378481" y="380441"/>
                  </a:lnTo>
                  <a:lnTo>
                    <a:pt x="378064" y="380337"/>
                  </a:lnTo>
                  <a:lnTo>
                    <a:pt x="377747" y="379555"/>
                  </a:lnTo>
                  <a:lnTo>
                    <a:pt x="377941" y="378898"/>
                  </a:lnTo>
                  <a:lnTo>
                    <a:pt x="377603" y="378975"/>
                  </a:lnTo>
                  <a:lnTo>
                    <a:pt x="377422" y="378993"/>
                  </a:lnTo>
                  <a:lnTo>
                    <a:pt x="377048" y="379023"/>
                  </a:lnTo>
                  <a:lnTo>
                    <a:pt x="376982" y="378574"/>
                  </a:lnTo>
                  <a:lnTo>
                    <a:pt x="376748" y="377962"/>
                  </a:lnTo>
                  <a:lnTo>
                    <a:pt x="376875" y="377835"/>
                  </a:lnTo>
                  <a:lnTo>
                    <a:pt x="377067" y="377582"/>
                  </a:lnTo>
                  <a:lnTo>
                    <a:pt x="377075" y="377419"/>
                  </a:lnTo>
                  <a:lnTo>
                    <a:pt x="377043" y="377042"/>
                  </a:lnTo>
                  <a:lnTo>
                    <a:pt x="376884" y="376929"/>
                  </a:lnTo>
                  <a:lnTo>
                    <a:pt x="376917" y="376693"/>
                  </a:lnTo>
                  <a:lnTo>
                    <a:pt x="376907" y="376464"/>
                  </a:lnTo>
                  <a:lnTo>
                    <a:pt x="376844" y="376208"/>
                  </a:lnTo>
                  <a:lnTo>
                    <a:pt x="376756" y="375848"/>
                  </a:lnTo>
                  <a:lnTo>
                    <a:pt x="376284" y="375162"/>
                  </a:lnTo>
                  <a:lnTo>
                    <a:pt x="376051" y="375039"/>
                  </a:lnTo>
                  <a:lnTo>
                    <a:pt x="375695" y="375024"/>
                  </a:lnTo>
                  <a:lnTo>
                    <a:pt x="375553" y="375020"/>
                  </a:lnTo>
                  <a:lnTo>
                    <a:pt x="375307" y="375013"/>
                  </a:lnTo>
                  <a:lnTo>
                    <a:pt x="375174" y="375090"/>
                  </a:lnTo>
                  <a:lnTo>
                    <a:pt x="375023" y="375056"/>
                  </a:lnTo>
                  <a:lnTo>
                    <a:pt x="375065" y="374865"/>
                  </a:lnTo>
                  <a:lnTo>
                    <a:pt x="374995" y="374520"/>
                  </a:lnTo>
                  <a:lnTo>
                    <a:pt x="374730" y="374719"/>
                  </a:lnTo>
                  <a:lnTo>
                    <a:pt x="374901" y="375013"/>
                  </a:lnTo>
                  <a:lnTo>
                    <a:pt x="375067" y="375268"/>
                  </a:lnTo>
                  <a:lnTo>
                    <a:pt x="375061" y="375405"/>
                  </a:lnTo>
                  <a:lnTo>
                    <a:pt x="374936" y="375637"/>
                  </a:lnTo>
                  <a:lnTo>
                    <a:pt x="374733" y="375605"/>
                  </a:lnTo>
                  <a:lnTo>
                    <a:pt x="374504" y="375041"/>
                  </a:lnTo>
                  <a:lnTo>
                    <a:pt x="374132" y="374892"/>
                  </a:lnTo>
                  <a:lnTo>
                    <a:pt x="373880" y="375178"/>
                  </a:lnTo>
                  <a:lnTo>
                    <a:pt x="373747" y="374675"/>
                  </a:lnTo>
                  <a:lnTo>
                    <a:pt x="373524" y="374581"/>
                  </a:lnTo>
                  <a:lnTo>
                    <a:pt x="373218" y="374397"/>
                  </a:lnTo>
                  <a:lnTo>
                    <a:pt x="373273" y="373994"/>
                  </a:lnTo>
                  <a:lnTo>
                    <a:pt x="373088" y="373472"/>
                  </a:lnTo>
                  <a:lnTo>
                    <a:pt x="372532" y="374015"/>
                  </a:lnTo>
                  <a:lnTo>
                    <a:pt x="372139" y="373697"/>
                  </a:lnTo>
                  <a:lnTo>
                    <a:pt x="371927" y="373628"/>
                  </a:lnTo>
                  <a:lnTo>
                    <a:pt x="371657" y="373390"/>
                  </a:lnTo>
                  <a:lnTo>
                    <a:pt x="371386" y="373162"/>
                  </a:lnTo>
                  <a:lnTo>
                    <a:pt x="371073" y="372795"/>
                  </a:lnTo>
                  <a:lnTo>
                    <a:pt x="370749" y="372408"/>
                  </a:lnTo>
                  <a:lnTo>
                    <a:pt x="370385" y="372233"/>
                  </a:lnTo>
                  <a:lnTo>
                    <a:pt x="369733" y="372037"/>
                  </a:lnTo>
                  <a:lnTo>
                    <a:pt x="369398" y="372023"/>
                  </a:lnTo>
                  <a:lnTo>
                    <a:pt x="368414" y="372246"/>
                  </a:lnTo>
                  <a:lnTo>
                    <a:pt x="368052" y="371967"/>
                  </a:lnTo>
                  <a:lnTo>
                    <a:pt x="366735" y="371862"/>
                  </a:lnTo>
                  <a:lnTo>
                    <a:pt x="366413" y="371556"/>
                  </a:lnTo>
                  <a:lnTo>
                    <a:pt x="366035" y="371199"/>
                  </a:lnTo>
                  <a:lnTo>
                    <a:pt x="365734" y="371086"/>
                  </a:lnTo>
                  <a:lnTo>
                    <a:pt x="365530" y="371252"/>
                  </a:lnTo>
                  <a:lnTo>
                    <a:pt x="365000" y="371183"/>
                  </a:lnTo>
                  <a:lnTo>
                    <a:pt x="365279" y="370993"/>
                  </a:lnTo>
                  <a:lnTo>
                    <a:pt x="365423" y="370736"/>
                  </a:lnTo>
                  <a:lnTo>
                    <a:pt x="365216" y="370583"/>
                  </a:lnTo>
                  <a:lnTo>
                    <a:pt x="365127" y="370710"/>
                  </a:lnTo>
                  <a:lnTo>
                    <a:pt x="364959" y="370611"/>
                  </a:lnTo>
                  <a:lnTo>
                    <a:pt x="364673" y="370350"/>
                  </a:lnTo>
                  <a:lnTo>
                    <a:pt x="364629" y="370844"/>
                  </a:lnTo>
                  <a:lnTo>
                    <a:pt x="364509" y="371305"/>
                  </a:lnTo>
                  <a:lnTo>
                    <a:pt x="363903" y="371364"/>
                  </a:lnTo>
                  <a:lnTo>
                    <a:pt x="363822" y="371209"/>
                  </a:lnTo>
                  <a:lnTo>
                    <a:pt x="363946" y="370792"/>
                  </a:lnTo>
                  <a:lnTo>
                    <a:pt x="363850" y="370526"/>
                  </a:lnTo>
                  <a:lnTo>
                    <a:pt x="363455" y="370375"/>
                  </a:lnTo>
                  <a:lnTo>
                    <a:pt x="363270" y="370692"/>
                  </a:lnTo>
                  <a:lnTo>
                    <a:pt x="363131" y="370936"/>
                  </a:lnTo>
                  <a:lnTo>
                    <a:pt x="362759" y="371268"/>
                  </a:lnTo>
                  <a:lnTo>
                    <a:pt x="362579" y="371120"/>
                  </a:lnTo>
                  <a:lnTo>
                    <a:pt x="362500" y="370955"/>
                  </a:lnTo>
                  <a:lnTo>
                    <a:pt x="362500" y="370567"/>
                  </a:lnTo>
                  <a:lnTo>
                    <a:pt x="362573" y="370185"/>
                  </a:lnTo>
                  <a:lnTo>
                    <a:pt x="362310" y="369943"/>
                  </a:lnTo>
                  <a:lnTo>
                    <a:pt x="362215" y="369590"/>
                  </a:lnTo>
                  <a:lnTo>
                    <a:pt x="362127" y="369287"/>
                  </a:lnTo>
                  <a:lnTo>
                    <a:pt x="361814" y="369055"/>
                  </a:lnTo>
                  <a:lnTo>
                    <a:pt x="361531" y="369065"/>
                  </a:lnTo>
                  <a:lnTo>
                    <a:pt x="361040" y="369395"/>
                  </a:lnTo>
                  <a:lnTo>
                    <a:pt x="360653" y="369376"/>
                  </a:lnTo>
                  <a:lnTo>
                    <a:pt x="360436" y="369612"/>
                  </a:lnTo>
                  <a:lnTo>
                    <a:pt x="360522" y="369747"/>
                  </a:lnTo>
                  <a:lnTo>
                    <a:pt x="360582" y="370040"/>
                  </a:lnTo>
                  <a:lnTo>
                    <a:pt x="360289" y="370445"/>
                  </a:lnTo>
                  <a:lnTo>
                    <a:pt x="360086" y="370458"/>
                  </a:lnTo>
                  <a:lnTo>
                    <a:pt x="359707" y="370428"/>
                  </a:lnTo>
                  <a:lnTo>
                    <a:pt x="359383" y="371032"/>
                  </a:lnTo>
                  <a:lnTo>
                    <a:pt x="359357" y="371365"/>
                  </a:lnTo>
                  <a:lnTo>
                    <a:pt x="359503" y="372053"/>
                  </a:lnTo>
                  <a:lnTo>
                    <a:pt x="358780" y="373011"/>
                  </a:lnTo>
                  <a:lnTo>
                    <a:pt x="358866" y="373201"/>
                  </a:lnTo>
                  <a:lnTo>
                    <a:pt x="358019" y="374141"/>
                  </a:lnTo>
                  <a:lnTo>
                    <a:pt x="357565" y="374634"/>
                  </a:lnTo>
                  <a:lnTo>
                    <a:pt x="357198" y="374601"/>
                  </a:lnTo>
                  <a:lnTo>
                    <a:pt x="357085" y="374796"/>
                  </a:lnTo>
                  <a:lnTo>
                    <a:pt x="357045" y="374935"/>
                  </a:lnTo>
                  <a:lnTo>
                    <a:pt x="356987" y="375503"/>
                  </a:lnTo>
                  <a:lnTo>
                    <a:pt x="357005" y="375741"/>
                  </a:lnTo>
                  <a:lnTo>
                    <a:pt x="357046" y="376291"/>
                  </a:lnTo>
                  <a:lnTo>
                    <a:pt x="357101" y="376456"/>
                  </a:lnTo>
                  <a:lnTo>
                    <a:pt x="357230" y="376652"/>
                  </a:lnTo>
                  <a:lnTo>
                    <a:pt x="357367" y="376736"/>
                  </a:lnTo>
                  <a:lnTo>
                    <a:pt x="357788" y="376761"/>
                  </a:lnTo>
                  <a:lnTo>
                    <a:pt x="358098" y="376905"/>
                  </a:lnTo>
                  <a:lnTo>
                    <a:pt x="358015" y="377161"/>
                  </a:lnTo>
                  <a:lnTo>
                    <a:pt x="357839" y="377352"/>
                  </a:lnTo>
                  <a:lnTo>
                    <a:pt x="357540" y="377697"/>
                  </a:lnTo>
                  <a:lnTo>
                    <a:pt x="357617" y="377881"/>
                  </a:lnTo>
                  <a:lnTo>
                    <a:pt x="357351" y="378030"/>
                  </a:lnTo>
                  <a:lnTo>
                    <a:pt x="357212" y="377935"/>
                  </a:lnTo>
                  <a:lnTo>
                    <a:pt x="356111" y="377882"/>
                  </a:lnTo>
                  <a:lnTo>
                    <a:pt x="355852" y="377989"/>
                  </a:lnTo>
                  <a:lnTo>
                    <a:pt x="355241" y="377936"/>
                  </a:lnTo>
                  <a:lnTo>
                    <a:pt x="355241" y="377709"/>
                  </a:lnTo>
                  <a:lnTo>
                    <a:pt x="354861" y="377443"/>
                  </a:lnTo>
                  <a:lnTo>
                    <a:pt x="354478" y="377174"/>
                  </a:lnTo>
                  <a:lnTo>
                    <a:pt x="354208" y="376974"/>
                  </a:lnTo>
                  <a:lnTo>
                    <a:pt x="353311" y="376917"/>
                  </a:lnTo>
                  <a:lnTo>
                    <a:pt x="353043" y="377735"/>
                  </a:lnTo>
                  <a:lnTo>
                    <a:pt x="353055" y="377939"/>
                  </a:lnTo>
                  <a:lnTo>
                    <a:pt x="353211" y="378530"/>
                  </a:lnTo>
                  <a:lnTo>
                    <a:pt x="353144" y="378885"/>
                  </a:lnTo>
                  <a:lnTo>
                    <a:pt x="353812" y="379617"/>
                  </a:lnTo>
                  <a:lnTo>
                    <a:pt x="354292" y="379633"/>
                  </a:lnTo>
                  <a:lnTo>
                    <a:pt x="354709" y="379466"/>
                  </a:lnTo>
                  <a:lnTo>
                    <a:pt x="354864" y="379736"/>
                  </a:lnTo>
                  <a:lnTo>
                    <a:pt x="354914" y="379998"/>
                  </a:lnTo>
                  <a:lnTo>
                    <a:pt x="354786" y="380175"/>
                  </a:lnTo>
                  <a:lnTo>
                    <a:pt x="354494" y="380145"/>
                  </a:lnTo>
                  <a:lnTo>
                    <a:pt x="354239" y="380191"/>
                  </a:lnTo>
                  <a:lnTo>
                    <a:pt x="354175" y="380370"/>
                  </a:lnTo>
                  <a:lnTo>
                    <a:pt x="354204" y="380875"/>
                  </a:lnTo>
                  <a:lnTo>
                    <a:pt x="354222" y="381087"/>
                  </a:lnTo>
                  <a:lnTo>
                    <a:pt x="354097" y="381249"/>
                  </a:lnTo>
                  <a:lnTo>
                    <a:pt x="353639" y="381356"/>
                  </a:lnTo>
                  <a:lnTo>
                    <a:pt x="353303" y="381190"/>
                  </a:lnTo>
                  <a:lnTo>
                    <a:pt x="353056" y="381219"/>
                  </a:lnTo>
                  <a:lnTo>
                    <a:pt x="352809" y="381529"/>
                  </a:lnTo>
                  <a:lnTo>
                    <a:pt x="352424" y="381599"/>
                  </a:lnTo>
                  <a:lnTo>
                    <a:pt x="352119" y="381309"/>
                  </a:lnTo>
                  <a:lnTo>
                    <a:pt x="351787" y="381465"/>
                  </a:lnTo>
                  <a:lnTo>
                    <a:pt x="351703" y="381802"/>
                  </a:lnTo>
                  <a:lnTo>
                    <a:pt x="351283" y="381873"/>
                  </a:lnTo>
                  <a:lnTo>
                    <a:pt x="350995" y="381371"/>
                  </a:lnTo>
                  <a:lnTo>
                    <a:pt x="350840" y="381313"/>
                  </a:lnTo>
                  <a:lnTo>
                    <a:pt x="350458" y="381463"/>
                  </a:lnTo>
                  <a:lnTo>
                    <a:pt x="350211" y="381606"/>
                  </a:lnTo>
                  <a:lnTo>
                    <a:pt x="349838" y="381925"/>
                  </a:lnTo>
                  <a:lnTo>
                    <a:pt x="349619" y="382147"/>
                  </a:lnTo>
                  <a:lnTo>
                    <a:pt x="349514" y="382499"/>
                  </a:lnTo>
                  <a:lnTo>
                    <a:pt x="349587" y="382860"/>
                  </a:lnTo>
                  <a:lnTo>
                    <a:pt x="349987" y="383135"/>
                  </a:lnTo>
                  <a:lnTo>
                    <a:pt x="350440" y="383184"/>
                  </a:lnTo>
                  <a:lnTo>
                    <a:pt x="350474" y="382958"/>
                  </a:lnTo>
                  <a:lnTo>
                    <a:pt x="350823" y="382623"/>
                  </a:lnTo>
                  <a:lnTo>
                    <a:pt x="351115" y="382407"/>
                  </a:lnTo>
                  <a:lnTo>
                    <a:pt x="351649" y="382341"/>
                  </a:lnTo>
                  <a:lnTo>
                    <a:pt x="351927" y="382440"/>
                  </a:lnTo>
                  <a:lnTo>
                    <a:pt x="352144" y="382847"/>
                  </a:lnTo>
                  <a:lnTo>
                    <a:pt x="351792" y="383247"/>
                  </a:lnTo>
                  <a:lnTo>
                    <a:pt x="351598" y="383284"/>
                  </a:lnTo>
                  <a:lnTo>
                    <a:pt x="351330" y="383425"/>
                  </a:lnTo>
                  <a:lnTo>
                    <a:pt x="351200" y="383615"/>
                  </a:lnTo>
                  <a:lnTo>
                    <a:pt x="351171" y="383819"/>
                  </a:lnTo>
                  <a:lnTo>
                    <a:pt x="351838" y="384516"/>
                  </a:lnTo>
                  <a:lnTo>
                    <a:pt x="351942" y="384716"/>
                  </a:lnTo>
                  <a:lnTo>
                    <a:pt x="352164" y="384971"/>
                  </a:lnTo>
                  <a:lnTo>
                    <a:pt x="352575" y="384946"/>
                  </a:lnTo>
                  <a:lnTo>
                    <a:pt x="352807" y="384977"/>
                  </a:lnTo>
                  <a:lnTo>
                    <a:pt x="353587" y="385170"/>
                  </a:lnTo>
                  <a:lnTo>
                    <a:pt x="353825" y="385237"/>
                  </a:lnTo>
                  <a:lnTo>
                    <a:pt x="354087" y="385435"/>
                  </a:lnTo>
                  <a:lnTo>
                    <a:pt x="353931" y="385593"/>
                  </a:lnTo>
                  <a:lnTo>
                    <a:pt x="353860" y="385735"/>
                  </a:lnTo>
                  <a:lnTo>
                    <a:pt x="353927" y="386545"/>
                  </a:lnTo>
                  <a:lnTo>
                    <a:pt x="354000" y="386704"/>
                  </a:lnTo>
                  <a:lnTo>
                    <a:pt x="354827" y="386983"/>
                  </a:lnTo>
                  <a:lnTo>
                    <a:pt x="355087" y="386953"/>
                  </a:lnTo>
                  <a:lnTo>
                    <a:pt x="355367" y="386689"/>
                  </a:lnTo>
                  <a:lnTo>
                    <a:pt x="355556" y="387477"/>
                  </a:lnTo>
                  <a:lnTo>
                    <a:pt x="355899" y="387930"/>
                  </a:lnTo>
                  <a:lnTo>
                    <a:pt x="356090" y="388395"/>
                  </a:lnTo>
                  <a:lnTo>
                    <a:pt x="356954" y="388514"/>
                  </a:lnTo>
                  <a:lnTo>
                    <a:pt x="357205" y="388359"/>
                  </a:lnTo>
                  <a:lnTo>
                    <a:pt x="357547" y="388353"/>
                  </a:lnTo>
                  <a:lnTo>
                    <a:pt x="357685" y="388735"/>
                  </a:lnTo>
                  <a:lnTo>
                    <a:pt x="357850" y="389030"/>
                  </a:lnTo>
                  <a:lnTo>
                    <a:pt x="358079" y="388850"/>
                  </a:lnTo>
                  <a:lnTo>
                    <a:pt x="358374" y="388642"/>
                  </a:lnTo>
                  <a:lnTo>
                    <a:pt x="358644" y="388616"/>
                  </a:lnTo>
                  <a:lnTo>
                    <a:pt x="358851" y="389072"/>
                  </a:lnTo>
                  <a:lnTo>
                    <a:pt x="358974" y="389582"/>
                  </a:lnTo>
                  <a:lnTo>
                    <a:pt x="358531" y="390153"/>
                  </a:lnTo>
                  <a:lnTo>
                    <a:pt x="358137" y="390258"/>
                  </a:lnTo>
                  <a:lnTo>
                    <a:pt x="357906" y="390383"/>
                  </a:lnTo>
                  <a:lnTo>
                    <a:pt x="357811" y="390561"/>
                  </a:lnTo>
                  <a:lnTo>
                    <a:pt x="357583" y="391059"/>
                  </a:lnTo>
                  <a:lnTo>
                    <a:pt x="357584" y="391487"/>
                  </a:lnTo>
                  <a:lnTo>
                    <a:pt x="357878" y="392036"/>
                  </a:lnTo>
                  <a:lnTo>
                    <a:pt x="357873" y="392345"/>
                  </a:lnTo>
                  <a:lnTo>
                    <a:pt x="357637" y="392621"/>
                  </a:lnTo>
                  <a:lnTo>
                    <a:pt x="357453" y="392766"/>
                  </a:lnTo>
                  <a:lnTo>
                    <a:pt x="357378" y="393337"/>
                  </a:lnTo>
                  <a:lnTo>
                    <a:pt x="357179" y="393654"/>
                  </a:lnTo>
                  <a:lnTo>
                    <a:pt x="356911" y="393715"/>
                  </a:lnTo>
                  <a:lnTo>
                    <a:pt x="356615" y="393734"/>
                  </a:lnTo>
                  <a:lnTo>
                    <a:pt x="356799" y="394016"/>
                  </a:lnTo>
                  <a:lnTo>
                    <a:pt x="356986" y="394230"/>
                  </a:lnTo>
                  <a:lnTo>
                    <a:pt x="357154" y="394320"/>
                  </a:lnTo>
                  <a:lnTo>
                    <a:pt x="357197" y="394538"/>
                  </a:lnTo>
                  <a:lnTo>
                    <a:pt x="357178" y="394919"/>
                  </a:lnTo>
                  <a:lnTo>
                    <a:pt x="357044" y="395116"/>
                  </a:lnTo>
                  <a:lnTo>
                    <a:pt x="357249" y="395316"/>
                  </a:lnTo>
                  <a:lnTo>
                    <a:pt x="357523" y="395445"/>
                  </a:lnTo>
                  <a:lnTo>
                    <a:pt x="357811" y="395461"/>
                  </a:lnTo>
                  <a:lnTo>
                    <a:pt x="357979" y="395755"/>
                  </a:lnTo>
                  <a:lnTo>
                    <a:pt x="358051" y="395946"/>
                  </a:lnTo>
                  <a:lnTo>
                    <a:pt x="358029" y="396171"/>
                  </a:lnTo>
                  <a:lnTo>
                    <a:pt x="358013" y="396332"/>
                  </a:lnTo>
                  <a:lnTo>
                    <a:pt x="357991" y="396545"/>
                  </a:lnTo>
                  <a:lnTo>
                    <a:pt x="357840" y="397009"/>
                  </a:lnTo>
                  <a:lnTo>
                    <a:pt x="357707" y="397048"/>
                  </a:lnTo>
                  <a:lnTo>
                    <a:pt x="357389" y="397232"/>
                  </a:lnTo>
                  <a:lnTo>
                    <a:pt x="357393" y="397381"/>
                  </a:lnTo>
                  <a:lnTo>
                    <a:pt x="356915" y="397971"/>
                  </a:lnTo>
                  <a:lnTo>
                    <a:pt x="356481" y="397870"/>
                  </a:lnTo>
                  <a:lnTo>
                    <a:pt x="356142" y="397415"/>
                  </a:lnTo>
                  <a:lnTo>
                    <a:pt x="355542" y="397341"/>
                  </a:lnTo>
                  <a:lnTo>
                    <a:pt x="355236" y="397809"/>
                  </a:lnTo>
                  <a:lnTo>
                    <a:pt x="354811" y="397901"/>
                  </a:lnTo>
                  <a:lnTo>
                    <a:pt x="354539" y="397916"/>
                  </a:lnTo>
                  <a:lnTo>
                    <a:pt x="354385" y="397954"/>
                  </a:lnTo>
                  <a:lnTo>
                    <a:pt x="354056" y="398120"/>
                  </a:lnTo>
                  <a:lnTo>
                    <a:pt x="353423" y="398139"/>
                  </a:lnTo>
                  <a:lnTo>
                    <a:pt x="352871" y="397942"/>
                  </a:lnTo>
                  <a:lnTo>
                    <a:pt x="352722" y="398303"/>
                  </a:lnTo>
                  <a:lnTo>
                    <a:pt x="352648" y="398481"/>
                  </a:lnTo>
                  <a:lnTo>
                    <a:pt x="352635" y="398923"/>
                  </a:lnTo>
                  <a:lnTo>
                    <a:pt x="351735" y="399360"/>
                  </a:lnTo>
                  <a:lnTo>
                    <a:pt x="351540" y="399875"/>
                  </a:lnTo>
                  <a:lnTo>
                    <a:pt x="351504" y="400038"/>
                  </a:lnTo>
                  <a:lnTo>
                    <a:pt x="351687" y="400729"/>
                  </a:lnTo>
                  <a:lnTo>
                    <a:pt x="351011" y="401662"/>
                  </a:lnTo>
                  <a:lnTo>
                    <a:pt x="351043" y="401876"/>
                  </a:lnTo>
                  <a:lnTo>
                    <a:pt x="351260" y="401951"/>
                  </a:lnTo>
                  <a:lnTo>
                    <a:pt x="351223" y="402644"/>
                  </a:lnTo>
                  <a:lnTo>
                    <a:pt x="350799" y="403159"/>
                  </a:lnTo>
                  <a:lnTo>
                    <a:pt x="350797" y="403584"/>
                  </a:lnTo>
                  <a:lnTo>
                    <a:pt x="350519" y="403480"/>
                  </a:lnTo>
                  <a:lnTo>
                    <a:pt x="350084" y="403054"/>
                  </a:lnTo>
                  <a:lnTo>
                    <a:pt x="349824" y="403259"/>
                  </a:lnTo>
                  <a:lnTo>
                    <a:pt x="349878" y="403525"/>
                  </a:lnTo>
                  <a:lnTo>
                    <a:pt x="349852" y="403950"/>
                  </a:lnTo>
                  <a:lnTo>
                    <a:pt x="349318" y="404498"/>
                  </a:lnTo>
                  <a:lnTo>
                    <a:pt x="349670" y="405087"/>
                  </a:lnTo>
                  <a:lnTo>
                    <a:pt x="349294" y="405069"/>
                  </a:lnTo>
                  <a:lnTo>
                    <a:pt x="349161" y="405024"/>
                  </a:lnTo>
                  <a:lnTo>
                    <a:pt x="349094" y="404891"/>
                  </a:lnTo>
                  <a:lnTo>
                    <a:pt x="348882" y="404594"/>
                  </a:lnTo>
                  <a:lnTo>
                    <a:pt x="348399" y="404518"/>
                  </a:lnTo>
                  <a:lnTo>
                    <a:pt x="347880" y="404096"/>
                  </a:lnTo>
                  <a:lnTo>
                    <a:pt x="347812" y="403948"/>
                  </a:lnTo>
                  <a:lnTo>
                    <a:pt x="347657" y="403792"/>
                  </a:lnTo>
                  <a:lnTo>
                    <a:pt x="347309" y="403914"/>
                  </a:lnTo>
                  <a:lnTo>
                    <a:pt x="347112" y="404023"/>
                  </a:lnTo>
                  <a:lnTo>
                    <a:pt x="346838" y="404673"/>
                  </a:lnTo>
                  <a:lnTo>
                    <a:pt x="346884" y="404931"/>
                  </a:lnTo>
                  <a:lnTo>
                    <a:pt x="347205" y="405591"/>
                  </a:lnTo>
                  <a:lnTo>
                    <a:pt x="347242" y="405854"/>
                  </a:lnTo>
                  <a:lnTo>
                    <a:pt x="347026" y="405998"/>
                  </a:lnTo>
                  <a:lnTo>
                    <a:pt x="346358" y="406031"/>
                  </a:lnTo>
                  <a:lnTo>
                    <a:pt x="346009" y="406007"/>
                  </a:lnTo>
                  <a:lnTo>
                    <a:pt x="345771" y="405990"/>
                  </a:lnTo>
                  <a:lnTo>
                    <a:pt x="345430" y="405967"/>
                  </a:lnTo>
                  <a:lnTo>
                    <a:pt x="345229" y="405950"/>
                  </a:lnTo>
                  <a:lnTo>
                    <a:pt x="344738" y="405378"/>
                  </a:lnTo>
                  <a:lnTo>
                    <a:pt x="344556" y="405410"/>
                  </a:lnTo>
                  <a:lnTo>
                    <a:pt x="344295" y="405609"/>
                  </a:lnTo>
                  <a:lnTo>
                    <a:pt x="344039" y="405974"/>
                  </a:lnTo>
                  <a:lnTo>
                    <a:pt x="343522" y="406014"/>
                  </a:lnTo>
                  <a:lnTo>
                    <a:pt x="343287" y="406011"/>
                  </a:lnTo>
                  <a:lnTo>
                    <a:pt x="343241" y="406256"/>
                  </a:lnTo>
                  <a:lnTo>
                    <a:pt x="343360" y="406790"/>
                  </a:lnTo>
                  <a:lnTo>
                    <a:pt x="343455" y="406969"/>
                  </a:lnTo>
                  <a:lnTo>
                    <a:pt x="343322" y="407302"/>
                  </a:lnTo>
                  <a:lnTo>
                    <a:pt x="343190" y="407377"/>
                  </a:lnTo>
                  <a:lnTo>
                    <a:pt x="342786" y="407518"/>
                  </a:lnTo>
                  <a:lnTo>
                    <a:pt x="342675" y="407702"/>
                  </a:lnTo>
                  <a:lnTo>
                    <a:pt x="342728" y="407871"/>
                  </a:lnTo>
                  <a:lnTo>
                    <a:pt x="341784" y="408377"/>
                  </a:lnTo>
                  <a:lnTo>
                    <a:pt x="341490" y="408658"/>
                  </a:lnTo>
                  <a:lnTo>
                    <a:pt x="341360" y="409059"/>
                  </a:lnTo>
                  <a:lnTo>
                    <a:pt x="341313" y="409329"/>
                  </a:lnTo>
                  <a:lnTo>
                    <a:pt x="341245" y="409546"/>
                  </a:lnTo>
                  <a:lnTo>
                    <a:pt x="341022" y="409812"/>
                  </a:lnTo>
                  <a:lnTo>
                    <a:pt x="340891" y="409821"/>
                  </a:lnTo>
                  <a:lnTo>
                    <a:pt x="340744" y="409406"/>
                  </a:lnTo>
                  <a:lnTo>
                    <a:pt x="340364" y="409204"/>
                  </a:lnTo>
                  <a:lnTo>
                    <a:pt x="340189" y="410359"/>
                  </a:lnTo>
                  <a:lnTo>
                    <a:pt x="340239" y="410603"/>
                  </a:lnTo>
                  <a:lnTo>
                    <a:pt x="340049" y="410950"/>
                  </a:lnTo>
                  <a:lnTo>
                    <a:pt x="339794" y="410799"/>
                  </a:lnTo>
                  <a:lnTo>
                    <a:pt x="339507" y="410878"/>
                  </a:lnTo>
                  <a:lnTo>
                    <a:pt x="339437" y="411094"/>
                  </a:lnTo>
                  <a:lnTo>
                    <a:pt x="339337" y="411401"/>
                  </a:lnTo>
                  <a:lnTo>
                    <a:pt x="339282" y="411774"/>
                  </a:lnTo>
                  <a:lnTo>
                    <a:pt x="339235" y="412087"/>
                  </a:lnTo>
                  <a:lnTo>
                    <a:pt x="339207" y="412281"/>
                  </a:lnTo>
                  <a:lnTo>
                    <a:pt x="339211" y="412622"/>
                  </a:lnTo>
                  <a:lnTo>
                    <a:pt x="339389" y="412841"/>
                  </a:lnTo>
                  <a:lnTo>
                    <a:pt x="339570" y="412911"/>
                  </a:lnTo>
                  <a:lnTo>
                    <a:pt x="339888" y="413231"/>
                  </a:lnTo>
                  <a:lnTo>
                    <a:pt x="340155" y="413639"/>
                  </a:lnTo>
                  <a:lnTo>
                    <a:pt x="340307" y="413822"/>
                  </a:lnTo>
                  <a:lnTo>
                    <a:pt x="340314" y="414149"/>
                  </a:lnTo>
                  <a:lnTo>
                    <a:pt x="340488" y="414758"/>
                  </a:lnTo>
                  <a:lnTo>
                    <a:pt x="340349" y="415273"/>
                  </a:lnTo>
                  <a:lnTo>
                    <a:pt x="340355" y="415523"/>
                  </a:lnTo>
                  <a:lnTo>
                    <a:pt x="340816" y="415866"/>
                  </a:lnTo>
                  <a:lnTo>
                    <a:pt x="341117" y="416245"/>
                  </a:lnTo>
                  <a:lnTo>
                    <a:pt x="341139" y="416466"/>
                  </a:lnTo>
                  <a:lnTo>
                    <a:pt x="340988" y="416752"/>
                  </a:lnTo>
                  <a:lnTo>
                    <a:pt x="340542" y="416876"/>
                  </a:lnTo>
                  <a:lnTo>
                    <a:pt x="340596" y="417082"/>
                  </a:lnTo>
                  <a:lnTo>
                    <a:pt x="340920" y="417301"/>
                  </a:lnTo>
                  <a:lnTo>
                    <a:pt x="341127" y="417424"/>
                  </a:lnTo>
                  <a:lnTo>
                    <a:pt x="341247" y="417230"/>
                  </a:lnTo>
                  <a:lnTo>
                    <a:pt x="341665" y="416947"/>
                  </a:lnTo>
                  <a:lnTo>
                    <a:pt x="341804" y="417074"/>
                  </a:lnTo>
                  <a:lnTo>
                    <a:pt x="342311" y="416480"/>
                  </a:lnTo>
                  <a:lnTo>
                    <a:pt x="343096" y="416692"/>
                  </a:lnTo>
                  <a:lnTo>
                    <a:pt x="343319" y="416857"/>
                  </a:lnTo>
                  <a:lnTo>
                    <a:pt x="343628" y="417318"/>
                  </a:lnTo>
                  <a:lnTo>
                    <a:pt x="343636" y="417533"/>
                  </a:lnTo>
                  <a:lnTo>
                    <a:pt x="343291" y="417747"/>
                  </a:lnTo>
                  <a:lnTo>
                    <a:pt x="342678" y="418068"/>
                  </a:lnTo>
                  <a:lnTo>
                    <a:pt x="342623" y="418269"/>
                  </a:lnTo>
                  <a:lnTo>
                    <a:pt x="342631" y="418496"/>
                  </a:lnTo>
                  <a:lnTo>
                    <a:pt x="343252" y="418239"/>
                  </a:lnTo>
                  <a:lnTo>
                    <a:pt x="343741" y="418219"/>
                  </a:lnTo>
                  <a:lnTo>
                    <a:pt x="344325" y="418326"/>
                  </a:lnTo>
                  <a:lnTo>
                    <a:pt x="344613" y="418379"/>
                  </a:lnTo>
                  <a:lnTo>
                    <a:pt x="344745" y="418403"/>
                  </a:lnTo>
                  <a:lnTo>
                    <a:pt x="344988" y="418528"/>
                  </a:lnTo>
                  <a:lnTo>
                    <a:pt x="345098" y="418885"/>
                  </a:lnTo>
                  <a:lnTo>
                    <a:pt x="345529" y="419519"/>
                  </a:lnTo>
                  <a:lnTo>
                    <a:pt x="345512" y="419729"/>
                  </a:lnTo>
                  <a:lnTo>
                    <a:pt x="345585" y="419923"/>
                  </a:lnTo>
                  <a:lnTo>
                    <a:pt x="345376" y="420089"/>
                  </a:lnTo>
                  <a:lnTo>
                    <a:pt x="345144" y="420519"/>
                  </a:lnTo>
                  <a:lnTo>
                    <a:pt x="345355" y="421080"/>
                  </a:lnTo>
                  <a:lnTo>
                    <a:pt x="345015" y="421237"/>
                  </a:lnTo>
                  <a:lnTo>
                    <a:pt x="344676" y="421440"/>
                  </a:lnTo>
                  <a:lnTo>
                    <a:pt x="344437" y="421809"/>
                  </a:lnTo>
                  <a:lnTo>
                    <a:pt x="344599" y="422073"/>
                  </a:lnTo>
                  <a:lnTo>
                    <a:pt x="344776" y="422764"/>
                  </a:lnTo>
                  <a:lnTo>
                    <a:pt x="344595" y="423475"/>
                  </a:lnTo>
                  <a:lnTo>
                    <a:pt x="344729" y="423721"/>
                  </a:lnTo>
                  <a:lnTo>
                    <a:pt x="344834" y="423472"/>
                  </a:lnTo>
                  <a:lnTo>
                    <a:pt x="345254" y="423251"/>
                  </a:lnTo>
                  <a:lnTo>
                    <a:pt x="345729" y="423231"/>
                  </a:lnTo>
                  <a:lnTo>
                    <a:pt x="346283" y="422830"/>
                  </a:lnTo>
                  <a:lnTo>
                    <a:pt x="346411" y="422930"/>
                  </a:lnTo>
                  <a:lnTo>
                    <a:pt x="346646" y="423245"/>
                  </a:lnTo>
                  <a:lnTo>
                    <a:pt x="346613" y="423387"/>
                  </a:lnTo>
                  <a:lnTo>
                    <a:pt x="346588" y="424789"/>
                  </a:lnTo>
                  <a:lnTo>
                    <a:pt x="346725" y="424855"/>
                  </a:lnTo>
                  <a:lnTo>
                    <a:pt x="346955" y="425228"/>
                  </a:lnTo>
                  <a:lnTo>
                    <a:pt x="347538" y="425251"/>
                  </a:lnTo>
                  <a:lnTo>
                    <a:pt x="347787" y="425094"/>
                  </a:lnTo>
                  <a:lnTo>
                    <a:pt x="348156" y="424920"/>
                  </a:lnTo>
                  <a:lnTo>
                    <a:pt x="348457" y="424857"/>
                  </a:lnTo>
                  <a:lnTo>
                    <a:pt x="348445" y="425282"/>
                  </a:lnTo>
                  <a:lnTo>
                    <a:pt x="348397" y="425523"/>
                  </a:lnTo>
                  <a:lnTo>
                    <a:pt x="348464" y="425659"/>
                  </a:lnTo>
                  <a:lnTo>
                    <a:pt x="348993" y="425897"/>
                  </a:lnTo>
                  <a:lnTo>
                    <a:pt x="349244" y="425665"/>
                  </a:lnTo>
                  <a:lnTo>
                    <a:pt x="349416" y="425585"/>
                  </a:lnTo>
                  <a:lnTo>
                    <a:pt x="349671" y="425467"/>
                  </a:lnTo>
                  <a:lnTo>
                    <a:pt x="350526" y="425229"/>
                  </a:lnTo>
                  <a:lnTo>
                    <a:pt x="350997" y="425421"/>
                  </a:lnTo>
                  <a:lnTo>
                    <a:pt x="351336" y="425597"/>
                  </a:lnTo>
                  <a:lnTo>
                    <a:pt x="351506" y="425605"/>
                  </a:lnTo>
                  <a:lnTo>
                    <a:pt x="352278" y="425527"/>
                  </a:lnTo>
                  <a:lnTo>
                    <a:pt x="352775" y="425586"/>
                  </a:lnTo>
                  <a:lnTo>
                    <a:pt x="352690" y="426136"/>
                  </a:lnTo>
                  <a:lnTo>
                    <a:pt x="352663" y="426375"/>
                  </a:lnTo>
                  <a:lnTo>
                    <a:pt x="352947" y="425611"/>
                  </a:lnTo>
                  <a:lnTo>
                    <a:pt x="353231" y="425535"/>
                  </a:lnTo>
                  <a:lnTo>
                    <a:pt x="353816" y="425131"/>
                  </a:lnTo>
                  <a:lnTo>
                    <a:pt x="354085" y="425735"/>
                  </a:lnTo>
                  <a:lnTo>
                    <a:pt x="353948" y="425985"/>
                  </a:lnTo>
                  <a:lnTo>
                    <a:pt x="354277" y="426341"/>
                  </a:lnTo>
                  <a:lnTo>
                    <a:pt x="354569" y="426465"/>
                  </a:lnTo>
                  <a:lnTo>
                    <a:pt x="354953" y="426480"/>
                  </a:lnTo>
                  <a:lnTo>
                    <a:pt x="355240" y="426391"/>
                  </a:lnTo>
                  <a:lnTo>
                    <a:pt x="355232" y="425863"/>
                  </a:lnTo>
                  <a:lnTo>
                    <a:pt x="355118" y="425340"/>
                  </a:lnTo>
                  <a:lnTo>
                    <a:pt x="355447" y="425384"/>
                  </a:lnTo>
                  <a:lnTo>
                    <a:pt x="355715" y="425193"/>
                  </a:lnTo>
                  <a:lnTo>
                    <a:pt x="355947" y="424746"/>
                  </a:lnTo>
                  <a:lnTo>
                    <a:pt x="356263" y="424441"/>
                  </a:lnTo>
                  <a:lnTo>
                    <a:pt x="356693" y="424242"/>
                  </a:lnTo>
                  <a:lnTo>
                    <a:pt x="357218" y="424376"/>
                  </a:lnTo>
                  <a:lnTo>
                    <a:pt x="357222" y="424663"/>
                  </a:lnTo>
                  <a:lnTo>
                    <a:pt x="356763" y="424685"/>
                  </a:lnTo>
                  <a:lnTo>
                    <a:pt x="356283" y="424817"/>
                  </a:lnTo>
                  <a:lnTo>
                    <a:pt x="356245" y="424996"/>
                  </a:lnTo>
                  <a:lnTo>
                    <a:pt x="356225" y="425126"/>
                  </a:lnTo>
                  <a:lnTo>
                    <a:pt x="356449" y="425805"/>
                  </a:lnTo>
                  <a:lnTo>
                    <a:pt x="356541" y="426169"/>
                  </a:lnTo>
                  <a:lnTo>
                    <a:pt x="356550" y="426512"/>
                  </a:lnTo>
                  <a:lnTo>
                    <a:pt x="356874" y="426986"/>
                  </a:lnTo>
                  <a:lnTo>
                    <a:pt x="356940" y="427171"/>
                  </a:lnTo>
                  <a:lnTo>
                    <a:pt x="356859" y="427625"/>
                  </a:lnTo>
                  <a:lnTo>
                    <a:pt x="356807" y="427886"/>
                  </a:lnTo>
                  <a:lnTo>
                    <a:pt x="357065" y="428149"/>
                  </a:lnTo>
                  <a:lnTo>
                    <a:pt x="356976" y="428438"/>
                  </a:lnTo>
                  <a:lnTo>
                    <a:pt x="357324" y="428888"/>
                  </a:lnTo>
                  <a:lnTo>
                    <a:pt x="357554" y="429251"/>
                  </a:lnTo>
                  <a:lnTo>
                    <a:pt x="357333" y="429651"/>
                  </a:lnTo>
                  <a:lnTo>
                    <a:pt x="357145" y="429768"/>
                  </a:lnTo>
                  <a:lnTo>
                    <a:pt x="357345" y="430315"/>
                  </a:lnTo>
                  <a:lnTo>
                    <a:pt x="357472" y="430460"/>
                  </a:lnTo>
                  <a:lnTo>
                    <a:pt x="357771" y="431010"/>
                  </a:lnTo>
                  <a:lnTo>
                    <a:pt x="357829" y="431301"/>
                  </a:lnTo>
                  <a:lnTo>
                    <a:pt x="357881" y="431616"/>
                  </a:lnTo>
                  <a:lnTo>
                    <a:pt x="357856" y="431782"/>
                  </a:lnTo>
                  <a:lnTo>
                    <a:pt x="358163" y="432434"/>
                  </a:lnTo>
                  <a:lnTo>
                    <a:pt x="358277" y="432192"/>
                  </a:lnTo>
                  <a:lnTo>
                    <a:pt x="358549" y="431942"/>
                  </a:lnTo>
                  <a:lnTo>
                    <a:pt x="358272" y="432478"/>
                  </a:lnTo>
                  <a:lnTo>
                    <a:pt x="357918" y="433365"/>
                  </a:lnTo>
                  <a:lnTo>
                    <a:pt x="357817" y="433548"/>
                  </a:lnTo>
                  <a:lnTo>
                    <a:pt x="357982" y="434031"/>
                  </a:lnTo>
                  <a:lnTo>
                    <a:pt x="358133" y="434099"/>
                  </a:lnTo>
                  <a:lnTo>
                    <a:pt x="358410" y="434499"/>
                  </a:lnTo>
                  <a:lnTo>
                    <a:pt x="358346" y="434919"/>
                  </a:lnTo>
                  <a:lnTo>
                    <a:pt x="358756" y="435158"/>
                  </a:lnTo>
                  <a:lnTo>
                    <a:pt x="359028" y="435332"/>
                  </a:lnTo>
                  <a:lnTo>
                    <a:pt x="358797" y="435986"/>
                  </a:lnTo>
                  <a:lnTo>
                    <a:pt x="358687" y="436230"/>
                  </a:lnTo>
                  <a:lnTo>
                    <a:pt x="358476" y="436434"/>
                  </a:lnTo>
                  <a:lnTo>
                    <a:pt x="358353" y="436805"/>
                  </a:lnTo>
                  <a:lnTo>
                    <a:pt x="358524" y="437013"/>
                  </a:lnTo>
                  <a:lnTo>
                    <a:pt x="358732" y="437136"/>
                  </a:lnTo>
                  <a:lnTo>
                    <a:pt x="359079" y="437666"/>
                  </a:lnTo>
                  <a:lnTo>
                    <a:pt x="359180" y="438525"/>
                  </a:lnTo>
                  <a:lnTo>
                    <a:pt x="359190" y="439225"/>
                  </a:lnTo>
                  <a:lnTo>
                    <a:pt x="359449" y="439429"/>
                  </a:lnTo>
                  <a:lnTo>
                    <a:pt x="359746" y="439527"/>
                  </a:lnTo>
                  <a:lnTo>
                    <a:pt x="360298" y="439795"/>
                  </a:lnTo>
                  <a:lnTo>
                    <a:pt x="360662" y="440601"/>
                  </a:lnTo>
                  <a:lnTo>
                    <a:pt x="360909" y="440827"/>
                  </a:lnTo>
                  <a:lnTo>
                    <a:pt x="361261" y="440802"/>
                  </a:lnTo>
                  <a:lnTo>
                    <a:pt x="361201" y="440961"/>
                  </a:lnTo>
                  <a:lnTo>
                    <a:pt x="360535" y="441262"/>
                  </a:lnTo>
                  <a:lnTo>
                    <a:pt x="360481" y="441477"/>
                  </a:lnTo>
                  <a:lnTo>
                    <a:pt x="360623" y="441744"/>
                  </a:lnTo>
                  <a:lnTo>
                    <a:pt x="360806" y="441876"/>
                  </a:lnTo>
                  <a:lnTo>
                    <a:pt x="361093" y="441653"/>
                  </a:lnTo>
                  <a:lnTo>
                    <a:pt x="361323" y="441536"/>
                  </a:lnTo>
                  <a:lnTo>
                    <a:pt x="361528" y="441537"/>
                  </a:lnTo>
                  <a:lnTo>
                    <a:pt x="362106" y="441359"/>
                  </a:lnTo>
                  <a:lnTo>
                    <a:pt x="362542" y="441773"/>
                  </a:lnTo>
                  <a:lnTo>
                    <a:pt x="362759" y="442099"/>
                  </a:lnTo>
                  <a:lnTo>
                    <a:pt x="363175" y="442228"/>
                  </a:lnTo>
                  <a:lnTo>
                    <a:pt x="363690" y="442046"/>
                  </a:lnTo>
                  <a:lnTo>
                    <a:pt x="364079" y="441837"/>
                  </a:lnTo>
                  <a:lnTo>
                    <a:pt x="364409" y="441926"/>
                  </a:lnTo>
                  <a:lnTo>
                    <a:pt x="364560" y="442109"/>
                  </a:lnTo>
                  <a:lnTo>
                    <a:pt x="364614" y="442379"/>
                  </a:lnTo>
                  <a:lnTo>
                    <a:pt x="364598" y="442750"/>
                  </a:lnTo>
                  <a:lnTo>
                    <a:pt x="364520" y="442947"/>
                  </a:lnTo>
                  <a:lnTo>
                    <a:pt x="364769" y="443169"/>
                  </a:lnTo>
                  <a:lnTo>
                    <a:pt x="365050" y="443141"/>
                  </a:lnTo>
                  <a:lnTo>
                    <a:pt x="365363" y="443530"/>
                  </a:lnTo>
                  <a:lnTo>
                    <a:pt x="365830" y="443322"/>
                  </a:lnTo>
                  <a:lnTo>
                    <a:pt x="365723" y="443033"/>
                  </a:lnTo>
                  <a:lnTo>
                    <a:pt x="365408" y="442617"/>
                  </a:lnTo>
                  <a:lnTo>
                    <a:pt x="366055" y="441997"/>
                  </a:lnTo>
                  <a:lnTo>
                    <a:pt x="366584" y="441822"/>
                  </a:lnTo>
                  <a:lnTo>
                    <a:pt x="366882" y="441681"/>
                  </a:lnTo>
                  <a:lnTo>
                    <a:pt x="367126" y="441545"/>
                  </a:lnTo>
                  <a:lnTo>
                    <a:pt x="367438" y="441189"/>
                  </a:lnTo>
                  <a:lnTo>
                    <a:pt x="367679" y="440885"/>
                  </a:lnTo>
                  <a:lnTo>
                    <a:pt x="367833" y="440480"/>
                  </a:lnTo>
                  <a:lnTo>
                    <a:pt x="368164" y="440301"/>
                  </a:lnTo>
                  <a:lnTo>
                    <a:pt x="368398" y="440596"/>
                  </a:lnTo>
                  <a:lnTo>
                    <a:pt x="368674" y="440569"/>
                  </a:lnTo>
                  <a:lnTo>
                    <a:pt x="368899" y="440539"/>
                  </a:lnTo>
                  <a:lnTo>
                    <a:pt x="368885" y="440216"/>
                  </a:lnTo>
                  <a:lnTo>
                    <a:pt x="368523" y="440110"/>
                  </a:lnTo>
                  <a:lnTo>
                    <a:pt x="368227" y="439979"/>
                  </a:lnTo>
                  <a:lnTo>
                    <a:pt x="368384" y="439841"/>
                  </a:lnTo>
                  <a:lnTo>
                    <a:pt x="368721" y="439638"/>
                  </a:lnTo>
                  <a:lnTo>
                    <a:pt x="369203" y="439851"/>
                  </a:lnTo>
                  <a:lnTo>
                    <a:pt x="369637" y="440342"/>
                  </a:lnTo>
                  <a:lnTo>
                    <a:pt x="369720" y="440509"/>
                  </a:lnTo>
                  <a:lnTo>
                    <a:pt x="370206" y="441066"/>
                  </a:lnTo>
                  <a:lnTo>
                    <a:pt x="370562" y="441062"/>
                  </a:lnTo>
                  <a:lnTo>
                    <a:pt x="370857" y="440885"/>
                  </a:lnTo>
                  <a:lnTo>
                    <a:pt x="371082" y="440871"/>
                  </a:lnTo>
                  <a:lnTo>
                    <a:pt x="371405" y="441121"/>
                  </a:lnTo>
                  <a:lnTo>
                    <a:pt x="371075" y="441597"/>
                  </a:lnTo>
                  <a:lnTo>
                    <a:pt x="371258" y="442003"/>
                  </a:lnTo>
                  <a:lnTo>
                    <a:pt x="371269" y="442300"/>
                  </a:lnTo>
                  <a:lnTo>
                    <a:pt x="371113" y="442491"/>
                  </a:lnTo>
                  <a:lnTo>
                    <a:pt x="371045" y="442685"/>
                  </a:lnTo>
                  <a:lnTo>
                    <a:pt x="370960" y="443044"/>
                  </a:lnTo>
                  <a:lnTo>
                    <a:pt x="371424" y="443265"/>
                  </a:lnTo>
                  <a:lnTo>
                    <a:pt x="371587" y="443228"/>
                  </a:lnTo>
                  <a:lnTo>
                    <a:pt x="371898" y="442998"/>
                  </a:lnTo>
                  <a:lnTo>
                    <a:pt x="371937" y="442750"/>
                  </a:lnTo>
                  <a:lnTo>
                    <a:pt x="372317" y="442601"/>
                  </a:lnTo>
                  <a:lnTo>
                    <a:pt x="372681" y="442953"/>
                  </a:lnTo>
                  <a:lnTo>
                    <a:pt x="373108" y="443409"/>
                  </a:lnTo>
                  <a:lnTo>
                    <a:pt x="373413" y="443605"/>
                  </a:lnTo>
                  <a:lnTo>
                    <a:pt x="373778" y="443674"/>
                  </a:lnTo>
                  <a:lnTo>
                    <a:pt x="374326" y="443460"/>
                  </a:lnTo>
                  <a:lnTo>
                    <a:pt x="374642" y="443392"/>
                  </a:lnTo>
                  <a:lnTo>
                    <a:pt x="375082" y="443318"/>
                  </a:lnTo>
                  <a:lnTo>
                    <a:pt x="375557" y="443396"/>
                  </a:lnTo>
                  <a:lnTo>
                    <a:pt x="375777" y="443369"/>
                  </a:lnTo>
                  <a:lnTo>
                    <a:pt x="376387" y="443118"/>
                  </a:lnTo>
                  <a:lnTo>
                    <a:pt x="376673" y="442920"/>
                  </a:lnTo>
                  <a:lnTo>
                    <a:pt x="376792" y="442555"/>
                  </a:lnTo>
                  <a:lnTo>
                    <a:pt x="377052" y="442738"/>
                  </a:lnTo>
                  <a:lnTo>
                    <a:pt x="377317" y="442953"/>
                  </a:lnTo>
                  <a:lnTo>
                    <a:pt x="377905" y="443217"/>
                  </a:lnTo>
                  <a:lnTo>
                    <a:pt x="378308" y="443631"/>
                  </a:lnTo>
                  <a:lnTo>
                    <a:pt x="378787" y="443962"/>
                  </a:lnTo>
                  <a:lnTo>
                    <a:pt x="379127" y="444068"/>
                  </a:lnTo>
                  <a:lnTo>
                    <a:pt x="379194" y="444460"/>
                  </a:lnTo>
                  <a:lnTo>
                    <a:pt x="379365" y="444774"/>
                  </a:lnTo>
                  <a:lnTo>
                    <a:pt x="379785" y="445111"/>
                  </a:lnTo>
                  <a:lnTo>
                    <a:pt x="380063" y="445134"/>
                  </a:lnTo>
                  <a:lnTo>
                    <a:pt x="380281" y="445394"/>
                  </a:lnTo>
                  <a:lnTo>
                    <a:pt x="380386" y="445782"/>
                  </a:lnTo>
                  <a:lnTo>
                    <a:pt x="380685" y="446093"/>
                  </a:lnTo>
                  <a:lnTo>
                    <a:pt x="380643" y="446225"/>
                  </a:lnTo>
                  <a:lnTo>
                    <a:pt x="380478" y="446358"/>
                  </a:lnTo>
                  <a:lnTo>
                    <a:pt x="380228" y="446537"/>
                  </a:lnTo>
                  <a:lnTo>
                    <a:pt x="380188" y="447036"/>
                  </a:lnTo>
                  <a:lnTo>
                    <a:pt x="380321" y="447587"/>
                  </a:lnTo>
                  <a:lnTo>
                    <a:pt x="380066" y="447796"/>
                  </a:lnTo>
                  <a:lnTo>
                    <a:pt x="379946" y="448210"/>
                  </a:lnTo>
                  <a:lnTo>
                    <a:pt x="379959" y="448445"/>
                  </a:lnTo>
                  <a:lnTo>
                    <a:pt x="379976" y="448711"/>
                  </a:lnTo>
                  <a:lnTo>
                    <a:pt x="380419" y="449089"/>
                  </a:lnTo>
                  <a:lnTo>
                    <a:pt x="380698" y="449178"/>
                  </a:lnTo>
                  <a:lnTo>
                    <a:pt x="381325" y="449868"/>
                  </a:lnTo>
                  <a:lnTo>
                    <a:pt x="381207" y="450085"/>
                  </a:lnTo>
                  <a:lnTo>
                    <a:pt x="380985" y="450323"/>
                  </a:lnTo>
                  <a:lnTo>
                    <a:pt x="380943" y="450704"/>
                  </a:lnTo>
                  <a:lnTo>
                    <a:pt x="381067" y="451375"/>
                  </a:lnTo>
                  <a:lnTo>
                    <a:pt x="381335" y="451499"/>
                  </a:lnTo>
                  <a:lnTo>
                    <a:pt x="381524" y="451600"/>
                  </a:lnTo>
                  <a:lnTo>
                    <a:pt x="381610" y="451774"/>
                  </a:lnTo>
                  <a:lnTo>
                    <a:pt x="381679" y="451911"/>
                  </a:lnTo>
                  <a:lnTo>
                    <a:pt x="381711" y="452189"/>
                  </a:lnTo>
                  <a:lnTo>
                    <a:pt x="381570" y="452369"/>
                  </a:lnTo>
                  <a:lnTo>
                    <a:pt x="381810" y="452567"/>
                  </a:lnTo>
                  <a:lnTo>
                    <a:pt x="382058" y="452601"/>
                  </a:lnTo>
                  <a:lnTo>
                    <a:pt x="382392" y="452836"/>
                  </a:lnTo>
                  <a:lnTo>
                    <a:pt x="382385" y="453116"/>
                  </a:lnTo>
                  <a:lnTo>
                    <a:pt x="382375" y="453519"/>
                  </a:lnTo>
                  <a:lnTo>
                    <a:pt x="382480" y="454533"/>
                  </a:lnTo>
                  <a:lnTo>
                    <a:pt x="382858" y="455121"/>
                  </a:lnTo>
                  <a:lnTo>
                    <a:pt x="382519" y="455284"/>
                  </a:lnTo>
                  <a:lnTo>
                    <a:pt x="382461" y="455529"/>
                  </a:lnTo>
                  <a:lnTo>
                    <a:pt x="382417" y="455713"/>
                  </a:lnTo>
                  <a:lnTo>
                    <a:pt x="382769" y="456235"/>
                  </a:lnTo>
                  <a:lnTo>
                    <a:pt x="383278" y="456250"/>
                  </a:lnTo>
                  <a:lnTo>
                    <a:pt x="383411" y="456331"/>
                  </a:lnTo>
                  <a:lnTo>
                    <a:pt x="383452" y="456597"/>
                  </a:lnTo>
                  <a:lnTo>
                    <a:pt x="383076" y="457102"/>
                  </a:lnTo>
                  <a:lnTo>
                    <a:pt x="383225" y="457412"/>
                  </a:lnTo>
                  <a:lnTo>
                    <a:pt x="383486" y="457909"/>
                  </a:lnTo>
                  <a:lnTo>
                    <a:pt x="383652" y="458019"/>
                  </a:lnTo>
                  <a:lnTo>
                    <a:pt x="383956" y="458227"/>
                  </a:lnTo>
                  <a:lnTo>
                    <a:pt x="384246" y="458945"/>
                  </a:lnTo>
                  <a:lnTo>
                    <a:pt x="384100" y="459764"/>
                  </a:lnTo>
                  <a:lnTo>
                    <a:pt x="383791" y="460151"/>
                  </a:lnTo>
                  <a:lnTo>
                    <a:pt x="383666" y="460489"/>
                  </a:lnTo>
                  <a:lnTo>
                    <a:pt x="383769" y="460960"/>
                  </a:lnTo>
                  <a:lnTo>
                    <a:pt x="383808" y="461137"/>
                  </a:lnTo>
                  <a:lnTo>
                    <a:pt x="383955" y="461391"/>
                  </a:lnTo>
                  <a:lnTo>
                    <a:pt x="384086" y="461330"/>
                  </a:lnTo>
                  <a:lnTo>
                    <a:pt x="384390" y="461036"/>
                  </a:lnTo>
                  <a:lnTo>
                    <a:pt x="384651" y="461211"/>
                  </a:lnTo>
                  <a:lnTo>
                    <a:pt x="384837" y="461625"/>
                  </a:lnTo>
                  <a:lnTo>
                    <a:pt x="385083" y="461774"/>
                  </a:lnTo>
                  <a:lnTo>
                    <a:pt x="385308" y="461765"/>
                  </a:lnTo>
                  <a:lnTo>
                    <a:pt x="385429" y="462071"/>
                  </a:lnTo>
                  <a:lnTo>
                    <a:pt x="385444" y="462676"/>
                  </a:lnTo>
                  <a:lnTo>
                    <a:pt x="385449" y="462851"/>
                  </a:lnTo>
                  <a:lnTo>
                    <a:pt x="385376" y="462997"/>
                  </a:lnTo>
                  <a:lnTo>
                    <a:pt x="385418" y="463290"/>
                  </a:lnTo>
                  <a:lnTo>
                    <a:pt x="385453" y="463538"/>
                  </a:lnTo>
                  <a:lnTo>
                    <a:pt x="385494" y="464026"/>
                  </a:lnTo>
                  <a:lnTo>
                    <a:pt x="385151" y="464119"/>
                  </a:lnTo>
                  <a:lnTo>
                    <a:pt x="384954" y="463937"/>
                  </a:lnTo>
                  <a:lnTo>
                    <a:pt x="384376" y="463964"/>
                  </a:lnTo>
                  <a:lnTo>
                    <a:pt x="384059" y="464001"/>
                  </a:lnTo>
                  <a:lnTo>
                    <a:pt x="383457" y="463846"/>
                  </a:lnTo>
                  <a:lnTo>
                    <a:pt x="383277" y="463680"/>
                  </a:lnTo>
                  <a:lnTo>
                    <a:pt x="382858" y="463156"/>
                  </a:lnTo>
                  <a:lnTo>
                    <a:pt x="382429" y="462827"/>
                  </a:lnTo>
                  <a:lnTo>
                    <a:pt x="382246" y="462332"/>
                  </a:lnTo>
                  <a:lnTo>
                    <a:pt x="382013" y="461700"/>
                  </a:lnTo>
                  <a:lnTo>
                    <a:pt x="381723" y="461092"/>
                  </a:lnTo>
                  <a:lnTo>
                    <a:pt x="381418" y="461058"/>
                  </a:lnTo>
                  <a:lnTo>
                    <a:pt x="381124" y="461342"/>
                  </a:lnTo>
                  <a:lnTo>
                    <a:pt x="380881" y="461069"/>
                  </a:lnTo>
                  <a:lnTo>
                    <a:pt x="380375" y="460907"/>
                  </a:lnTo>
                  <a:lnTo>
                    <a:pt x="379986" y="460754"/>
                  </a:lnTo>
                  <a:lnTo>
                    <a:pt x="379731" y="460371"/>
                  </a:lnTo>
                  <a:lnTo>
                    <a:pt x="379425" y="460144"/>
                  </a:lnTo>
                  <a:lnTo>
                    <a:pt x="379156" y="459949"/>
                  </a:lnTo>
                  <a:lnTo>
                    <a:pt x="378752" y="459399"/>
                  </a:lnTo>
                  <a:lnTo>
                    <a:pt x="378542" y="459387"/>
                  </a:lnTo>
                  <a:lnTo>
                    <a:pt x="378227" y="459527"/>
                  </a:lnTo>
                  <a:lnTo>
                    <a:pt x="377667" y="459309"/>
                  </a:lnTo>
                  <a:lnTo>
                    <a:pt x="377472" y="459133"/>
                  </a:lnTo>
                  <a:lnTo>
                    <a:pt x="377235" y="458377"/>
                  </a:lnTo>
                  <a:lnTo>
                    <a:pt x="377156" y="458024"/>
                  </a:lnTo>
                  <a:lnTo>
                    <a:pt x="376660" y="457465"/>
                  </a:lnTo>
                  <a:lnTo>
                    <a:pt x="376581" y="457036"/>
                  </a:lnTo>
                  <a:lnTo>
                    <a:pt x="376588" y="456707"/>
                  </a:lnTo>
                  <a:lnTo>
                    <a:pt x="376501" y="456488"/>
                  </a:lnTo>
                  <a:lnTo>
                    <a:pt x="376412" y="456351"/>
                  </a:lnTo>
                  <a:lnTo>
                    <a:pt x="376027" y="456215"/>
                  </a:lnTo>
                  <a:lnTo>
                    <a:pt x="375653" y="456083"/>
                  </a:lnTo>
                  <a:lnTo>
                    <a:pt x="375405" y="455996"/>
                  </a:lnTo>
                  <a:lnTo>
                    <a:pt x="374854" y="455998"/>
                  </a:lnTo>
                  <a:lnTo>
                    <a:pt x="374673" y="456272"/>
                  </a:lnTo>
                  <a:lnTo>
                    <a:pt x="374547" y="456535"/>
                  </a:lnTo>
                  <a:lnTo>
                    <a:pt x="373961" y="456610"/>
                  </a:lnTo>
                  <a:lnTo>
                    <a:pt x="373525" y="456153"/>
                  </a:lnTo>
                  <a:lnTo>
                    <a:pt x="373492" y="455921"/>
                  </a:lnTo>
                  <a:lnTo>
                    <a:pt x="373451" y="455633"/>
                  </a:lnTo>
                  <a:lnTo>
                    <a:pt x="373090" y="455389"/>
                  </a:lnTo>
                  <a:lnTo>
                    <a:pt x="372998" y="454380"/>
                  </a:lnTo>
                  <a:lnTo>
                    <a:pt x="373016" y="454175"/>
                  </a:lnTo>
                  <a:lnTo>
                    <a:pt x="372718" y="453906"/>
                  </a:lnTo>
                  <a:lnTo>
                    <a:pt x="372062" y="453995"/>
                  </a:lnTo>
                  <a:lnTo>
                    <a:pt x="371802" y="453915"/>
                  </a:lnTo>
                  <a:lnTo>
                    <a:pt x="371600" y="453710"/>
                  </a:lnTo>
                  <a:lnTo>
                    <a:pt x="371172" y="453585"/>
                  </a:lnTo>
                  <a:lnTo>
                    <a:pt x="370985" y="453759"/>
                  </a:lnTo>
                  <a:lnTo>
                    <a:pt x="370868" y="452934"/>
                  </a:lnTo>
                  <a:lnTo>
                    <a:pt x="370603" y="452525"/>
                  </a:lnTo>
                  <a:lnTo>
                    <a:pt x="370423" y="452241"/>
                  </a:lnTo>
                  <a:lnTo>
                    <a:pt x="370219" y="451924"/>
                  </a:lnTo>
                  <a:lnTo>
                    <a:pt x="370082" y="451758"/>
                  </a:lnTo>
                  <a:lnTo>
                    <a:pt x="369870" y="451507"/>
                  </a:lnTo>
                  <a:lnTo>
                    <a:pt x="369176" y="451183"/>
                  </a:lnTo>
                  <a:lnTo>
                    <a:pt x="368973" y="451265"/>
                  </a:lnTo>
                  <a:lnTo>
                    <a:pt x="368311" y="450699"/>
                  </a:lnTo>
                  <a:lnTo>
                    <a:pt x="368285" y="450565"/>
                  </a:lnTo>
                  <a:lnTo>
                    <a:pt x="367894" y="450315"/>
                  </a:lnTo>
                  <a:lnTo>
                    <a:pt x="367912" y="450791"/>
                  </a:lnTo>
                  <a:lnTo>
                    <a:pt x="367885" y="451158"/>
                  </a:lnTo>
                  <a:lnTo>
                    <a:pt x="367821" y="451543"/>
                  </a:lnTo>
                  <a:lnTo>
                    <a:pt x="367426" y="452106"/>
                  </a:lnTo>
                  <a:lnTo>
                    <a:pt x="367523" y="452550"/>
                  </a:lnTo>
                  <a:lnTo>
                    <a:pt x="366728" y="452985"/>
                  </a:lnTo>
                  <a:lnTo>
                    <a:pt x="366481" y="453157"/>
                  </a:lnTo>
                  <a:lnTo>
                    <a:pt x="366526" y="453381"/>
                  </a:lnTo>
                  <a:lnTo>
                    <a:pt x="366734" y="453791"/>
                  </a:lnTo>
                  <a:lnTo>
                    <a:pt x="366721" y="453926"/>
                  </a:lnTo>
                  <a:lnTo>
                    <a:pt x="366601" y="454179"/>
                  </a:lnTo>
                  <a:lnTo>
                    <a:pt x="366157" y="454316"/>
                  </a:lnTo>
                  <a:lnTo>
                    <a:pt x="365477" y="454637"/>
                  </a:lnTo>
                  <a:lnTo>
                    <a:pt x="365062" y="454729"/>
                  </a:lnTo>
                  <a:lnTo>
                    <a:pt x="364743" y="454789"/>
                  </a:lnTo>
                  <a:lnTo>
                    <a:pt x="364624" y="455317"/>
                  </a:lnTo>
                  <a:lnTo>
                    <a:pt x="364675" y="455662"/>
                  </a:lnTo>
                  <a:lnTo>
                    <a:pt x="364838" y="456022"/>
                  </a:lnTo>
                  <a:lnTo>
                    <a:pt x="364823" y="456222"/>
                  </a:lnTo>
                  <a:lnTo>
                    <a:pt x="364790" y="457008"/>
                  </a:lnTo>
                  <a:lnTo>
                    <a:pt x="365014" y="457247"/>
                  </a:lnTo>
                  <a:lnTo>
                    <a:pt x="365376" y="457589"/>
                  </a:lnTo>
                  <a:lnTo>
                    <a:pt x="365317" y="457962"/>
                  </a:lnTo>
                  <a:lnTo>
                    <a:pt x="365127" y="458012"/>
                  </a:lnTo>
                  <a:lnTo>
                    <a:pt x="364940" y="457941"/>
                  </a:lnTo>
                  <a:lnTo>
                    <a:pt x="363767" y="457962"/>
                  </a:lnTo>
                  <a:lnTo>
                    <a:pt x="363596" y="458034"/>
                  </a:lnTo>
                  <a:lnTo>
                    <a:pt x="363400" y="458116"/>
                  </a:lnTo>
                  <a:lnTo>
                    <a:pt x="362986" y="457783"/>
                  </a:lnTo>
                  <a:lnTo>
                    <a:pt x="362317" y="458069"/>
                  </a:lnTo>
                  <a:lnTo>
                    <a:pt x="362001" y="458016"/>
                  </a:lnTo>
                  <a:lnTo>
                    <a:pt x="361592" y="457974"/>
                  </a:lnTo>
                  <a:lnTo>
                    <a:pt x="361163" y="458082"/>
                  </a:lnTo>
                  <a:lnTo>
                    <a:pt x="360657" y="457911"/>
                  </a:lnTo>
                  <a:lnTo>
                    <a:pt x="360014" y="457825"/>
                  </a:lnTo>
                  <a:lnTo>
                    <a:pt x="359967" y="457983"/>
                  </a:lnTo>
                  <a:lnTo>
                    <a:pt x="359900" y="458235"/>
                  </a:lnTo>
                  <a:lnTo>
                    <a:pt x="359393" y="458474"/>
                  </a:lnTo>
                  <a:lnTo>
                    <a:pt x="358999" y="458558"/>
                  </a:lnTo>
                  <a:lnTo>
                    <a:pt x="358989" y="458054"/>
                  </a:lnTo>
                  <a:lnTo>
                    <a:pt x="358964" y="457888"/>
                  </a:lnTo>
                  <a:lnTo>
                    <a:pt x="358519" y="457306"/>
                  </a:lnTo>
                  <a:lnTo>
                    <a:pt x="358083" y="457717"/>
                  </a:lnTo>
                  <a:lnTo>
                    <a:pt x="357627" y="458167"/>
                  </a:lnTo>
                  <a:lnTo>
                    <a:pt x="356895" y="458674"/>
                  </a:lnTo>
                  <a:lnTo>
                    <a:pt x="356181" y="459813"/>
                  </a:lnTo>
                  <a:lnTo>
                    <a:pt x="355797" y="460782"/>
                  </a:lnTo>
                  <a:lnTo>
                    <a:pt x="355767" y="461250"/>
                  </a:lnTo>
                  <a:lnTo>
                    <a:pt x="355582" y="461209"/>
                  </a:lnTo>
                  <a:lnTo>
                    <a:pt x="355172" y="461391"/>
                  </a:lnTo>
                  <a:lnTo>
                    <a:pt x="355258" y="461628"/>
                  </a:lnTo>
                  <a:lnTo>
                    <a:pt x="354999" y="461800"/>
                  </a:lnTo>
                  <a:lnTo>
                    <a:pt x="354846" y="461775"/>
                  </a:lnTo>
                  <a:lnTo>
                    <a:pt x="354198" y="461990"/>
                  </a:lnTo>
                  <a:lnTo>
                    <a:pt x="354002" y="462046"/>
                  </a:lnTo>
                  <a:lnTo>
                    <a:pt x="353708" y="461915"/>
                  </a:lnTo>
                  <a:lnTo>
                    <a:pt x="353486" y="462265"/>
                  </a:lnTo>
                  <a:lnTo>
                    <a:pt x="353507" y="462452"/>
                  </a:lnTo>
                  <a:lnTo>
                    <a:pt x="353485" y="462636"/>
                  </a:lnTo>
                  <a:lnTo>
                    <a:pt x="353430" y="463106"/>
                  </a:lnTo>
                  <a:lnTo>
                    <a:pt x="353329" y="463345"/>
                  </a:lnTo>
                  <a:lnTo>
                    <a:pt x="352953" y="463761"/>
                  </a:lnTo>
                  <a:lnTo>
                    <a:pt x="352814" y="464005"/>
                  </a:lnTo>
                  <a:lnTo>
                    <a:pt x="352718" y="464229"/>
                  </a:lnTo>
                  <a:lnTo>
                    <a:pt x="352945" y="464388"/>
                  </a:lnTo>
                  <a:lnTo>
                    <a:pt x="352792" y="465406"/>
                  </a:lnTo>
                  <a:lnTo>
                    <a:pt x="352721" y="465755"/>
                  </a:lnTo>
                  <a:lnTo>
                    <a:pt x="352915" y="465895"/>
                  </a:lnTo>
                  <a:lnTo>
                    <a:pt x="353265" y="466095"/>
                  </a:lnTo>
                  <a:lnTo>
                    <a:pt x="354221" y="466340"/>
                  </a:lnTo>
                  <a:lnTo>
                    <a:pt x="354299" y="466603"/>
                  </a:lnTo>
                  <a:lnTo>
                    <a:pt x="354345" y="466767"/>
                  </a:lnTo>
                  <a:lnTo>
                    <a:pt x="354324" y="467363"/>
                  </a:lnTo>
                  <a:lnTo>
                    <a:pt x="354064" y="467875"/>
                  </a:lnTo>
                  <a:lnTo>
                    <a:pt x="354336" y="468125"/>
                  </a:lnTo>
                  <a:lnTo>
                    <a:pt x="354499" y="468401"/>
                  </a:lnTo>
                  <a:lnTo>
                    <a:pt x="354518" y="468746"/>
                  </a:lnTo>
                  <a:lnTo>
                    <a:pt x="354540" y="468974"/>
                  </a:lnTo>
                  <a:lnTo>
                    <a:pt x="354644" y="469196"/>
                  </a:lnTo>
                  <a:lnTo>
                    <a:pt x="354609" y="469622"/>
                  </a:lnTo>
                  <a:lnTo>
                    <a:pt x="354549" y="469823"/>
                  </a:lnTo>
                  <a:lnTo>
                    <a:pt x="354506" y="470115"/>
                  </a:lnTo>
                  <a:lnTo>
                    <a:pt x="354493" y="470363"/>
                  </a:lnTo>
                  <a:lnTo>
                    <a:pt x="354466" y="470618"/>
                  </a:lnTo>
                  <a:lnTo>
                    <a:pt x="354378" y="470855"/>
                  </a:lnTo>
                  <a:lnTo>
                    <a:pt x="354203" y="471187"/>
                  </a:lnTo>
                  <a:lnTo>
                    <a:pt x="353917" y="471539"/>
                  </a:lnTo>
                  <a:lnTo>
                    <a:pt x="354280" y="471996"/>
                  </a:lnTo>
                  <a:lnTo>
                    <a:pt x="354912" y="472092"/>
                  </a:lnTo>
                  <a:lnTo>
                    <a:pt x="355309" y="472114"/>
                  </a:lnTo>
                  <a:lnTo>
                    <a:pt x="355533" y="472445"/>
                  </a:lnTo>
                  <a:lnTo>
                    <a:pt x="355629" y="472603"/>
                  </a:lnTo>
                  <a:lnTo>
                    <a:pt x="355788" y="472866"/>
                  </a:lnTo>
                  <a:lnTo>
                    <a:pt x="355883" y="473024"/>
                  </a:lnTo>
                  <a:lnTo>
                    <a:pt x="355981" y="473187"/>
                  </a:lnTo>
                  <a:lnTo>
                    <a:pt x="356096" y="473411"/>
                  </a:lnTo>
                  <a:lnTo>
                    <a:pt x="356237" y="473485"/>
                  </a:lnTo>
                  <a:lnTo>
                    <a:pt x="356776" y="473637"/>
                  </a:lnTo>
                  <a:lnTo>
                    <a:pt x="357505" y="473880"/>
                  </a:lnTo>
                  <a:lnTo>
                    <a:pt x="358108" y="474066"/>
                  </a:lnTo>
                  <a:lnTo>
                    <a:pt x="358240" y="473779"/>
                  </a:lnTo>
                  <a:lnTo>
                    <a:pt x="358151" y="473565"/>
                  </a:lnTo>
                  <a:lnTo>
                    <a:pt x="358172" y="473245"/>
                  </a:lnTo>
                  <a:lnTo>
                    <a:pt x="358066" y="473056"/>
                  </a:lnTo>
                  <a:lnTo>
                    <a:pt x="358091" y="472666"/>
                  </a:lnTo>
                  <a:lnTo>
                    <a:pt x="358271" y="472375"/>
                  </a:lnTo>
                  <a:lnTo>
                    <a:pt x="358872" y="472246"/>
                  </a:lnTo>
                  <a:lnTo>
                    <a:pt x="359160" y="472199"/>
                  </a:lnTo>
                  <a:lnTo>
                    <a:pt x="359951" y="472182"/>
                  </a:lnTo>
                  <a:lnTo>
                    <a:pt x="359915" y="471957"/>
                  </a:lnTo>
                  <a:lnTo>
                    <a:pt x="359618" y="471729"/>
                  </a:lnTo>
                  <a:lnTo>
                    <a:pt x="359588" y="471368"/>
                  </a:lnTo>
                  <a:lnTo>
                    <a:pt x="359651" y="471113"/>
                  </a:lnTo>
                  <a:lnTo>
                    <a:pt x="360383" y="470973"/>
                  </a:lnTo>
                  <a:lnTo>
                    <a:pt x="360537" y="471345"/>
                  </a:lnTo>
                  <a:lnTo>
                    <a:pt x="360647" y="471725"/>
                  </a:lnTo>
                  <a:lnTo>
                    <a:pt x="360690" y="471873"/>
                  </a:lnTo>
                  <a:lnTo>
                    <a:pt x="360709" y="472036"/>
                  </a:lnTo>
                  <a:lnTo>
                    <a:pt x="360949" y="472229"/>
                  </a:lnTo>
                  <a:lnTo>
                    <a:pt x="361133" y="472297"/>
                  </a:lnTo>
                  <a:lnTo>
                    <a:pt x="361458" y="472285"/>
                  </a:lnTo>
                  <a:lnTo>
                    <a:pt x="361898" y="472424"/>
                  </a:lnTo>
                  <a:lnTo>
                    <a:pt x="361973" y="472570"/>
                  </a:lnTo>
                  <a:lnTo>
                    <a:pt x="362026" y="472765"/>
                  </a:lnTo>
                  <a:lnTo>
                    <a:pt x="362193" y="473253"/>
                  </a:lnTo>
                  <a:lnTo>
                    <a:pt x="362313" y="473590"/>
                  </a:lnTo>
                  <a:lnTo>
                    <a:pt x="362632" y="474308"/>
                  </a:lnTo>
                  <a:lnTo>
                    <a:pt x="362813" y="474676"/>
                  </a:lnTo>
                  <a:lnTo>
                    <a:pt x="363126" y="474973"/>
                  </a:lnTo>
                  <a:lnTo>
                    <a:pt x="363595" y="474964"/>
                  </a:lnTo>
                  <a:lnTo>
                    <a:pt x="364396" y="475484"/>
                  </a:lnTo>
                  <a:lnTo>
                    <a:pt x="364739" y="475711"/>
                  </a:lnTo>
                  <a:lnTo>
                    <a:pt x="364553" y="476041"/>
                  </a:lnTo>
                  <a:lnTo>
                    <a:pt x="364394" y="476806"/>
                  </a:lnTo>
                  <a:lnTo>
                    <a:pt x="364179" y="477150"/>
                  </a:lnTo>
                  <a:lnTo>
                    <a:pt x="363932" y="477304"/>
                  </a:lnTo>
                  <a:lnTo>
                    <a:pt x="363836" y="477601"/>
                  </a:lnTo>
                  <a:lnTo>
                    <a:pt x="363791" y="477947"/>
                  </a:lnTo>
                  <a:lnTo>
                    <a:pt x="363433" y="478874"/>
                  </a:lnTo>
                  <a:lnTo>
                    <a:pt x="363410" y="479118"/>
                  </a:lnTo>
                  <a:lnTo>
                    <a:pt x="363448" y="479486"/>
                  </a:lnTo>
                  <a:lnTo>
                    <a:pt x="363551" y="479782"/>
                  </a:lnTo>
                  <a:lnTo>
                    <a:pt x="363776" y="480093"/>
                  </a:lnTo>
                  <a:lnTo>
                    <a:pt x="364148" y="480649"/>
                  </a:lnTo>
                  <a:lnTo>
                    <a:pt x="364090" y="480933"/>
                  </a:lnTo>
                  <a:lnTo>
                    <a:pt x="364236" y="481259"/>
                  </a:lnTo>
                  <a:lnTo>
                    <a:pt x="365034" y="481313"/>
                  </a:lnTo>
                  <a:lnTo>
                    <a:pt x="365367" y="480858"/>
                  </a:lnTo>
                  <a:lnTo>
                    <a:pt x="365814" y="480589"/>
                  </a:lnTo>
                  <a:lnTo>
                    <a:pt x="366074" y="480505"/>
                  </a:lnTo>
                  <a:lnTo>
                    <a:pt x="366369" y="480732"/>
                  </a:lnTo>
                  <a:lnTo>
                    <a:pt x="366770" y="480680"/>
                  </a:lnTo>
                  <a:lnTo>
                    <a:pt x="366731" y="480278"/>
                  </a:lnTo>
                  <a:lnTo>
                    <a:pt x="366926" y="480190"/>
                  </a:lnTo>
                  <a:lnTo>
                    <a:pt x="367486" y="480336"/>
                  </a:lnTo>
                  <a:lnTo>
                    <a:pt x="367739" y="480470"/>
                  </a:lnTo>
                  <a:lnTo>
                    <a:pt x="368134" y="480811"/>
                  </a:lnTo>
                  <a:lnTo>
                    <a:pt x="368167" y="480946"/>
                  </a:lnTo>
                  <a:lnTo>
                    <a:pt x="368200" y="481236"/>
                  </a:lnTo>
                  <a:lnTo>
                    <a:pt x="368338" y="481655"/>
                  </a:lnTo>
                  <a:lnTo>
                    <a:pt x="368770" y="481911"/>
                  </a:lnTo>
                  <a:lnTo>
                    <a:pt x="369195" y="481567"/>
                  </a:lnTo>
                  <a:lnTo>
                    <a:pt x="369425" y="481527"/>
                  </a:lnTo>
                  <a:lnTo>
                    <a:pt x="369613" y="481456"/>
                  </a:lnTo>
                  <a:lnTo>
                    <a:pt x="369953" y="481377"/>
                  </a:lnTo>
                  <a:lnTo>
                    <a:pt x="370451" y="481968"/>
                  </a:lnTo>
                  <a:lnTo>
                    <a:pt x="370914" y="481731"/>
                  </a:lnTo>
                  <a:lnTo>
                    <a:pt x="370793" y="481460"/>
                  </a:lnTo>
                  <a:lnTo>
                    <a:pt x="370538" y="481042"/>
                  </a:lnTo>
                  <a:lnTo>
                    <a:pt x="371103" y="480491"/>
                  </a:lnTo>
                  <a:lnTo>
                    <a:pt x="371310" y="480476"/>
                  </a:lnTo>
                  <a:lnTo>
                    <a:pt x="372069" y="480211"/>
                  </a:lnTo>
                  <a:lnTo>
                    <a:pt x="372276" y="480021"/>
                  </a:lnTo>
                  <a:lnTo>
                    <a:pt x="372584" y="479771"/>
                  </a:lnTo>
                  <a:lnTo>
                    <a:pt x="373179" y="479353"/>
                  </a:lnTo>
                  <a:lnTo>
                    <a:pt x="373480" y="479285"/>
                  </a:lnTo>
                  <a:lnTo>
                    <a:pt x="373862" y="479275"/>
                  </a:lnTo>
                  <a:lnTo>
                    <a:pt x="374206" y="479231"/>
                  </a:lnTo>
                  <a:lnTo>
                    <a:pt x="374973" y="479218"/>
                  </a:lnTo>
                  <a:lnTo>
                    <a:pt x="375383" y="479318"/>
                  </a:lnTo>
                  <a:lnTo>
                    <a:pt x="375792" y="479418"/>
                  </a:lnTo>
                  <a:lnTo>
                    <a:pt x="376310" y="479718"/>
                  </a:lnTo>
                  <a:lnTo>
                    <a:pt x="376787" y="479966"/>
                  </a:lnTo>
                  <a:lnTo>
                    <a:pt x="377159" y="480222"/>
                  </a:lnTo>
                  <a:lnTo>
                    <a:pt x="377567" y="480549"/>
                  </a:lnTo>
                  <a:lnTo>
                    <a:pt x="377979" y="480647"/>
                  </a:lnTo>
                  <a:lnTo>
                    <a:pt x="378295" y="481205"/>
                  </a:lnTo>
                  <a:lnTo>
                    <a:pt x="378852" y="481520"/>
                  </a:lnTo>
                  <a:lnTo>
                    <a:pt x="379069" y="481969"/>
                  </a:lnTo>
                  <a:lnTo>
                    <a:pt x="379304" y="482448"/>
                  </a:lnTo>
                  <a:lnTo>
                    <a:pt x="379584" y="482516"/>
                  </a:lnTo>
                  <a:lnTo>
                    <a:pt x="379892" y="482592"/>
                  </a:lnTo>
                  <a:lnTo>
                    <a:pt x="380161" y="482921"/>
                  </a:lnTo>
                  <a:lnTo>
                    <a:pt x="380240" y="483164"/>
                  </a:lnTo>
                  <a:lnTo>
                    <a:pt x="380760" y="484074"/>
                  </a:lnTo>
                  <a:lnTo>
                    <a:pt x="380678" y="484450"/>
                  </a:lnTo>
                  <a:lnTo>
                    <a:pt x="380150" y="485314"/>
                  </a:lnTo>
                  <a:lnTo>
                    <a:pt x="379853" y="485559"/>
                  </a:lnTo>
                  <a:lnTo>
                    <a:pt x="379692" y="485827"/>
                  </a:lnTo>
                  <a:lnTo>
                    <a:pt x="379630" y="486090"/>
                  </a:lnTo>
                  <a:lnTo>
                    <a:pt x="379915" y="486671"/>
                  </a:lnTo>
                  <a:lnTo>
                    <a:pt x="380377" y="486865"/>
                  </a:lnTo>
                  <a:lnTo>
                    <a:pt x="380853" y="487004"/>
                  </a:lnTo>
                  <a:lnTo>
                    <a:pt x="381508" y="486881"/>
                  </a:lnTo>
                  <a:lnTo>
                    <a:pt x="381957" y="487044"/>
                  </a:lnTo>
                  <a:lnTo>
                    <a:pt x="382058" y="487221"/>
                  </a:lnTo>
                  <a:lnTo>
                    <a:pt x="382200" y="487613"/>
                  </a:lnTo>
                  <a:lnTo>
                    <a:pt x="382471" y="487813"/>
                  </a:lnTo>
                  <a:lnTo>
                    <a:pt x="382549" y="487943"/>
                  </a:lnTo>
                  <a:lnTo>
                    <a:pt x="382682" y="488121"/>
                  </a:lnTo>
                  <a:lnTo>
                    <a:pt x="382793" y="488319"/>
                  </a:lnTo>
                  <a:lnTo>
                    <a:pt x="382938" y="488603"/>
                  </a:lnTo>
                  <a:lnTo>
                    <a:pt x="382954" y="488846"/>
                  </a:lnTo>
                  <a:lnTo>
                    <a:pt x="383398" y="489199"/>
                  </a:lnTo>
                  <a:lnTo>
                    <a:pt x="383368" y="489498"/>
                  </a:lnTo>
                  <a:lnTo>
                    <a:pt x="382844" y="490034"/>
                  </a:lnTo>
                  <a:lnTo>
                    <a:pt x="382812" y="490206"/>
                  </a:lnTo>
                  <a:lnTo>
                    <a:pt x="382549" y="490581"/>
                  </a:lnTo>
                  <a:lnTo>
                    <a:pt x="382617" y="490759"/>
                  </a:lnTo>
                  <a:lnTo>
                    <a:pt x="382581" y="491223"/>
                  </a:lnTo>
                  <a:lnTo>
                    <a:pt x="382544" y="491471"/>
                  </a:lnTo>
                  <a:lnTo>
                    <a:pt x="382241" y="491632"/>
                  </a:lnTo>
                  <a:lnTo>
                    <a:pt x="382265" y="491801"/>
                  </a:lnTo>
                  <a:lnTo>
                    <a:pt x="383073" y="492220"/>
                  </a:lnTo>
                  <a:lnTo>
                    <a:pt x="383363" y="492283"/>
                  </a:lnTo>
                  <a:lnTo>
                    <a:pt x="383377" y="492435"/>
                  </a:lnTo>
                  <a:lnTo>
                    <a:pt x="383418" y="492577"/>
                  </a:lnTo>
                  <a:lnTo>
                    <a:pt x="383605" y="492770"/>
                  </a:lnTo>
                  <a:lnTo>
                    <a:pt x="383909" y="493540"/>
                  </a:lnTo>
                  <a:lnTo>
                    <a:pt x="383888" y="493803"/>
                  </a:lnTo>
                  <a:lnTo>
                    <a:pt x="383852" y="493968"/>
                  </a:lnTo>
                  <a:lnTo>
                    <a:pt x="383691" y="494206"/>
                  </a:lnTo>
                  <a:lnTo>
                    <a:pt x="383522" y="494425"/>
                  </a:lnTo>
                  <a:lnTo>
                    <a:pt x="383236" y="494690"/>
                  </a:lnTo>
                  <a:lnTo>
                    <a:pt x="383075" y="494849"/>
                  </a:lnTo>
                  <a:lnTo>
                    <a:pt x="382922" y="495304"/>
                  </a:lnTo>
                  <a:lnTo>
                    <a:pt x="383214" y="495496"/>
                  </a:lnTo>
                  <a:lnTo>
                    <a:pt x="383940" y="495942"/>
                  </a:lnTo>
                  <a:lnTo>
                    <a:pt x="383601" y="496164"/>
                  </a:lnTo>
                  <a:lnTo>
                    <a:pt x="383414" y="496278"/>
                  </a:lnTo>
                  <a:lnTo>
                    <a:pt x="383171" y="496414"/>
                  </a:lnTo>
                  <a:lnTo>
                    <a:pt x="382855" y="496366"/>
                  </a:lnTo>
                  <a:lnTo>
                    <a:pt x="382635" y="496392"/>
                  </a:lnTo>
                  <a:lnTo>
                    <a:pt x="382380" y="496527"/>
                  </a:lnTo>
                  <a:lnTo>
                    <a:pt x="381997" y="496746"/>
                  </a:lnTo>
                  <a:lnTo>
                    <a:pt x="381546" y="497209"/>
                  </a:lnTo>
                  <a:lnTo>
                    <a:pt x="381090" y="497560"/>
                  </a:lnTo>
                  <a:lnTo>
                    <a:pt x="380729" y="497838"/>
                  </a:lnTo>
                  <a:lnTo>
                    <a:pt x="380243" y="498091"/>
                  </a:lnTo>
                  <a:lnTo>
                    <a:pt x="379997" y="498334"/>
                  </a:lnTo>
                  <a:lnTo>
                    <a:pt x="379721" y="498473"/>
                  </a:lnTo>
                  <a:lnTo>
                    <a:pt x="379506" y="498420"/>
                  </a:lnTo>
                  <a:lnTo>
                    <a:pt x="379083" y="498594"/>
                  </a:lnTo>
                  <a:lnTo>
                    <a:pt x="378976" y="498770"/>
                  </a:lnTo>
                  <a:lnTo>
                    <a:pt x="378351" y="498622"/>
                  </a:lnTo>
                  <a:lnTo>
                    <a:pt x="378177" y="498702"/>
                  </a:lnTo>
                  <a:lnTo>
                    <a:pt x="377921" y="498958"/>
                  </a:lnTo>
                  <a:lnTo>
                    <a:pt x="377525" y="499049"/>
                  </a:lnTo>
                  <a:lnTo>
                    <a:pt x="377295" y="498932"/>
                  </a:lnTo>
                  <a:lnTo>
                    <a:pt x="376759" y="498713"/>
                  </a:lnTo>
                  <a:lnTo>
                    <a:pt x="376481" y="498690"/>
                  </a:lnTo>
                  <a:lnTo>
                    <a:pt x="376045" y="498438"/>
                  </a:lnTo>
                  <a:lnTo>
                    <a:pt x="375663" y="498224"/>
                  </a:lnTo>
                  <a:lnTo>
                    <a:pt x="375031" y="497993"/>
                  </a:lnTo>
                  <a:lnTo>
                    <a:pt x="374697" y="497897"/>
                  </a:lnTo>
                  <a:lnTo>
                    <a:pt x="374483" y="497886"/>
                  </a:lnTo>
                  <a:lnTo>
                    <a:pt x="374204" y="497963"/>
                  </a:lnTo>
                  <a:lnTo>
                    <a:pt x="373836" y="497858"/>
                  </a:lnTo>
                  <a:lnTo>
                    <a:pt x="373674" y="497878"/>
                  </a:lnTo>
                  <a:lnTo>
                    <a:pt x="373523" y="497896"/>
                  </a:lnTo>
                  <a:lnTo>
                    <a:pt x="373338" y="497919"/>
                  </a:lnTo>
                  <a:lnTo>
                    <a:pt x="373092" y="497990"/>
                  </a:lnTo>
                  <a:lnTo>
                    <a:pt x="372283" y="497995"/>
                  </a:lnTo>
                  <a:lnTo>
                    <a:pt x="372112" y="497975"/>
                  </a:lnTo>
                  <a:lnTo>
                    <a:pt x="371895" y="498323"/>
                  </a:lnTo>
                  <a:lnTo>
                    <a:pt x="372043" y="498669"/>
                  </a:lnTo>
                  <a:lnTo>
                    <a:pt x="371721" y="498875"/>
                  </a:lnTo>
                  <a:lnTo>
                    <a:pt x="371122" y="499069"/>
                  </a:lnTo>
                  <a:lnTo>
                    <a:pt x="370866" y="499157"/>
                  </a:lnTo>
                  <a:lnTo>
                    <a:pt x="370388" y="499440"/>
                  </a:lnTo>
                  <a:lnTo>
                    <a:pt x="370043" y="499505"/>
                  </a:lnTo>
                  <a:lnTo>
                    <a:pt x="369868" y="499467"/>
                  </a:lnTo>
                  <a:lnTo>
                    <a:pt x="369541" y="499465"/>
                  </a:lnTo>
                  <a:lnTo>
                    <a:pt x="369267" y="499330"/>
                  </a:lnTo>
                  <a:lnTo>
                    <a:pt x="368813" y="499295"/>
                  </a:lnTo>
                  <a:lnTo>
                    <a:pt x="368440" y="499512"/>
                  </a:lnTo>
                  <a:lnTo>
                    <a:pt x="368058" y="499753"/>
                  </a:lnTo>
                  <a:lnTo>
                    <a:pt x="367016" y="500182"/>
                  </a:lnTo>
                  <a:lnTo>
                    <a:pt x="366771" y="500263"/>
                  </a:lnTo>
                  <a:lnTo>
                    <a:pt x="366411" y="500348"/>
                  </a:lnTo>
                  <a:lnTo>
                    <a:pt x="366322" y="500193"/>
                  </a:lnTo>
                  <a:lnTo>
                    <a:pt x="365969" y="499456"/>
                  </a:lnTo>
                  <a:lnTo>
                    <a:pt x="365794" y="499517"/>
                  </a:lnTo>
                  <a:lnTo>
                    <a:pt x="365509" y="499488"/>
                  </a:lnTo>
                  <a:lnTo>
                    <a:pt x="365328" y="499536"/>
                  </a:lnTo>
                  <a:lnTo>
                    <a:pt x="364758" y="499975"/>
                  </a:lnTo>
                  <a:lnTo>
                    <a:pt x="364293" y="499844"/>
                  </a:lnTo>
                  <a:lnTo>
                    <a:pt x="364059" y="499938"/>
                  </a:lnTo>
                  <a:lnTo>
                    <a:pt x="363758" y="500148"/>
                  </a:lnTo>
                  <a:lnTo>
                    <a:pt x="363756" y="500443"/>
                  </a:lnTo>
                  <a:lnTo>
                    <a:pt x="363424" y="500915"/>
                  </a:lnTo>
                  <a:lnTo>
                    <a:pt x="363222" y="501104"/>
                  </a:lnTo>
                  <a:lnTo>
                    <a:pt x="362670" y="501459"/>
                  </a:lnTo>
                  <a:lnTo>
                    <a:pt x="362330" y="501381"/>
                  </a:lnTo>
                  <a:lnTo>
                    <a:pt x="362139" y="501228"/>
                  </a:lnTo>
                  <a:lnTo>
                    <a:pt x="361626" y="501215"/>
                  </a:lnTo>
                  <a:lnTo>
                    <a:pt x="361348" y="501111"/>
                  </a:lnTo>
                  <a:lnTo>
                    <a:pt x="361100" y="501068"/>
                  </a:lnTo>
                  <a:lnTo>
                    <a:pt x="360634" y="500927"/>
                  </a:lnTo>
                  <a:lnTo>
                    <a:pt x="360374" y="500889"/>
                  </a:lnTo>
                  <a:lnTo>
                    <a:pt x="360135" y="500809"/>
                  </a:lnTo>
                  <a:lnTo>
                    <a:pt x="359982" y="500801"/>
                  </a:lnTo>
                  <a:lnTo>
                    <a:pt x="359804" y="500835"/>
                  </a:lnTo>
                  <a:lnTo>
                    <a:pt x="359336" y="500852"/>
                  </a:lnTo>
                  <a:lnTo>
                    <a:pt x="359077" y="500934"/>
                  </a:lnTo>
                  <a:lnTo>
                    <a:pt x="358752" y="501097"/>
                  </a:lnTo>
                  <a:lnTo>
                    <a:pt x="358542" y="501143"/>
                  </a:lnTo>
                  <a:lnTo>
                    <a:pt x="358282" y="501145"/>
                  </a:lnTo>
                  <a:lnTo>
                    <a:pt x="357935" y="501264"/>
                  </a:lnTo>
                  <a:lnTo>
                    <a:pt x="357509" y="501497"/>
                  </a:lnTo>
                  <a:lnTo>
                    <a:pt x="357474" y="501656"/>
                  </a:lnTo>
                  <a:lnTo>
                    <a:pt x="357392" y="502080"/>
                  </a:lnTo>
                  <a:lnTo>
                    <a:pt x="357384" y="502238"/>
                  </a:lnTo>
                  <a:lnTo>
                    <a:pt x="357358" y="502579"/>
                  </a:lnTo>
                  <a:lnTo>
                    <a:pt x="357209" y="502659"/>
                  </a:lnTo>
                  <a:lnTo>
                    <a:pt x="356605" y="502850"/>
                  </a:lnTo>
                  <a:lnTo>
                    <a:pt x="355628" y="502537"/>
                  </a:lnTo>
                  <a:lnTo>
                    <a:pt x="355366" y="502461"/>
                  </a:lnTo>
                  <a:lnTo>
                    <a:pt x="355119" y="502481"/>
                  </a:lnTo>
                  <a:lnTo>
                    <a:pt x="354831" y="502645"/>
                  </a:lnTo>
                  <a:lnTo>
                    <a:pt x="354682" y="502791"/>
                  </a:lnTo>
                  <a:lnTo>
                    <a:pt x="354379" y="503323"/>
                  </a:lnTo>
                  <a:lnTo>
                    <a:pt x="354272" y="503521"/>
                  </a:lnTo>
                  <a:lnTo>
                    <a:pt x="354051" y="503703"/>
                  </a:lnTo>
                  <a:lnTo>
                    <a:pt x="353906" y="503711"/>
                  </a:lnTo>
                  <a:lnTo>
                    <a:pt x="353705" y="503651"/>
                  </a:lnTo>
                  <a:lnTo>
                    <a:pt x="353553" y="503619"/>
                  </a:lnTo>
                  <a:lnTo>
                    <a:pt x="353306" y="503279"/>
                  </a:lnTo>
                  <a:lnTo>
                    <a:pt x="353237" y="502822"/>
                  </a:lnTo>
                  <a:lnTo>
                    <a:pt x="353272" y="502642"/>
                  </a:lnTo>
                  <a:lnTo>
                    <a:pt x="353045" y="502261"/>
                  </a:lnTo>
                  <a:lnTo>
                    <a:pt x="352671" y="502017"/>
                  </a:lnTo>
                  <a:lnTo>
                    <a:pt x="352473" y="501652"/>
                  </a:lnTo>
                  <a:lnTo>
                    <a:pt x="352421" y="501440"/>
                  </a:lnTo>
                  <a:lnTo>
                    <a:pt x="352526" y="500947"/>
                  </a:lnTo>
                  <a:lnTo>
                    <a:pt x="352362" y="500863"/>
                  </a:lnTo>
                  <a:lnTo>
                    <a:pt x="351997" y="500782"/>
                  </a:lnTo>
                  <a:lnTo>
                    <a:pt x="351694" y="500716"/>
                  </a:lnTo>
                  <a:lnTo>
                    <a:pt x="351373" y="500649"/>
                  </a:lnTo>
                  <a:lnTo>
                    <a:pt x="351005" y="500748"/>
                  </a:lnTo>
                  <a:lnTo>
                    <a:pt x="350686" y="500759"/>
                  </a:lnTo>
                  <a:lnTo>
                    <a:pt x="350437" y="500636"/>
                  </a:lnTo>
                  <a:lnTo>
                    <a:pt x="350127" y="500358"/>
                  </a:lnTo>
                  <a:lnTo>
                    <a:pt x="349996" y="500156"/>
                  </a:lnTo>
                  <a:lnTo>
                    <a:pt x="349896" y="499884"/>
                  </a:lnTo>
                  <a:lnTo>
                    <a:pt x="349800" y="499562"/>
                  </a:lnTo>
                  <a:lnTo>
                    <a:pt x="349643" y="499374"/>
                  </a:lnTo>
                  <a:lnTo>
                    <a:pt x="349608" y="499099"/>
                  </a:lnTo>
                  <a:lnTo>
                    <a:pt x="349224" y="498994"/>
                  </a:lnTo>
                  <a:lnTo>
                    <a:pt x="348938" y="498814"/>
                  </a:lnTo>
                  <a:lnTo>
                    <a:pt x="348816" y="498591"/>
                  </a:lnTo>
                  <a:lnTo>
                    <a:pt x="348263" y="498404"/>
                  </a:lnTo>
                  <a:lnTo>
                    <a:pt x="348040" y="498402"/>
                  </a:lnTo>
                  <a:lnTo>
                    <a:pt x="347744" y="498194"/>
                  </a:lnTo>
                  <a:lnTo>
                    <a:pt x="347475" y="498157"/>
                  </a:lnTo>
                  <a:lnTo>
                    <a:pt x="347052" y="498098"/>
                  </a:lnTo>
                  <a:lnTo>
                    <a:pt x="346656" y="498202"/>
                  </a:lnTo>
                  <a:lnTo>
                    <a:pt x="346532" y="498398"/>
                  </a:lnTo>
                  <a:lnTo>
                    <a:pt x="345847" y="498083"/>
                  </a:lnTo>
                  <a:lnTo>
                    <a:pt x="345453" y="498114"/>
                  </a:lnTo>
                  <a:lnTo>
                    <a:pt x="345370" y="498378"/>
                  </a:lnTo>
                  <a:lnTo>
                    <a:pt x="344957" y="498557"/>
                  </a:lnTo>
                  <a:lnTo>
                    <a:pt x="344532" y="498519"/>
                  </a:lnTo>
                  <a:lnTo>
                    <a:pt x="343985" y="498563"/>
                  </a:lnTo>
                  <a:lnTo>
                    <a:pt x="343643" y="498676"/>
                  </a:lnTo>
                  <a:lnTo>
                    <a:pt x="343602" y="498951"/>
                  </a:lnTo>
                  <a:lnTo>
                    <a:pt x="343037" y="498947"/>
                  </a:lnTo>
                  <a:lnTo>
                    <a:pt x="342501" y="499194"/>
                  </a:lnTo>
                  <a:lnTo>
                    <a:pt x="342348" y="499299"/>
                  </a:lnTo>
                  <a:lnTo>
                    <a:pt x="341764" y="499387"/>
                  </a:lnTo>
                  <a:lnTo>
                    <a:pt x="341609" y="499574"/>
                  </a:lnTo>
                  <a:lnTo>
                    <a:pt x="341488" y="499862"/>
                  </a:lnTo>
                  <a:lnTo>
                    <a:pt x="341405" y="500055"/>
                  </a:lnTo>
                  <a:lnTo>
                    <a:pt x="341253" y="500290"/>
                  </a:lnTo>
                  <a:lnTo>
                    <a:pt x="340819" y="500447"/>
                  </a:lnTo>
                  <a:lnTo>
                    <a:pt x="340621" y="500431"/>
                  </a:lnTo>
                  <a:lnTo>
                    <a:pt x="340469" y="500638"/>
                  </a:lnTo>
                  <a:lnTo>
                    <a:pt x="340425" y="500831"/>
                  </a:lnTo>
                  <a:lnTo>
                    <a:pt x="340291" y="501046"/>
                  </a:lnTo>
                  <a:lnTo>
                    <a:pt x="339829" y="501439"/>
                  </a:lnTo>
                  <a:lnTo>
                    <a:pt x="339625" y="501270"/>
                  </a:lnTo>
                  <a:lnTo>
                    <a:pt x="339330" y="501233"/>
                  </a:lnTo>
                  <a:lnTo>
                    <a:pt x="339097" y="501067"/>
                  </a:lnTo>
                  <a:lnTo>
                    <a:pt x="339143" y="500730"/>
                  </a:lnTo>
                  <a:lnTo>
                    <a:pt x="339145" y="500483"/>
                  </a:lnTo>
                  <a:lnTo>
                    <a:pt x="339147" y="500350"/>
                  </a:lnTo>
                  <a:lnTo>
                    <a:pt x="339069" y="500088"/>
                  </a:lnTo>
                  <a:lnTo>
                    <a:pt x="338985" y="499857"/>
                  </a:lnTo>
                  <a:lnTo>
                    <a:pt x="338953" y="499728"/>
                  </a:lnTo>
                  <a:lnTo>
                    <a:pt x="338993" y="499497"/>
                  </a:lnTo>
                  <a:lnTo>
                    <a:pt x="339236" y="499411"/>
                  </a:lnTo>
                  <a:lnTo>
                    <a:pt x="339205" y="499179"/>
                  </a:lnTo>
                  <a:lnTo>
                    <a:pt x="339085" y="498998"/>
                  </a:lnTo>
                  <a:lnTo>
                    <a:pt x="339071" y="498593"/>
                  </a:lnTo>
                  <a:lnTo>
                    <a:pt x="339129" y="498259"/>
                  </a:lnTo>
                  <a:lnTo>
                    <a:pt x="338886" y="498145"/>
                  </a:lnTo>
                  <a:lnTo>
                    <a:pt x="338756" y="498065"/>
                  </a:lnTo>
                  <a:lnTo>
                    <a:pt x="338446" y="497651"/>
                  </a:lnTo>
                  <a:lnTo>
                    <a:pt x="338462" y="497330"/>
                  </a:lnTo>
                  <a:lnTo>
                    <a:pt x="338342" y="497101"/>
                  </a:lnTo>
                  <a:lnTo>
                    <a:pt x="338719" y="497094"/>
                  </a:lnTo>
                  <a:lnTo>
                    <a:pt x="338919" y="497038"/>
                  </a:lnTo>
                  <a:lnTo>
                    <a:pt x="339016" y="496896"/>
                  </a:lnTo>
                  <a:lnTo>
                    <a:pt x="338980" y="496682"/>
                  </a:lnTo>
                  <a:lnTo>
                    <a:pt x="338979" y="496537"/>
                  </a:lnTo>
                  <a:lnTo>
                    <a:pt x="339109" y="496472"/>
                  </a:lnTo>
                  <a:lnTo>
                    <a:pt x="339389" y="496413"/>
                  </a:lnTo>
                  <a:lnTo>
                    <a:pt x="339880" y="496381"/>
                  </a:lnTo>
                  <a:lnTo>
                    <a:pt x="340147" y="496155"/>
                  </a:lnTo>
                  <a:lnTo>
                    <a:pt x="339871" y="495952"/>
                  </a:lnTo>
                  <a:lnTo>
                    <a:pt x="339513" y="495922"/>
                  </a:lnTo>
                  <a:lnTo>
                    <a:pt x="338888" y="496087"/>
                  </a:lnTo>
                  <a:lnTo>
                    <a:pt x="338630" y="496053"/>
                  </a:lnTo>
                  <a:lnTo>
                    <a:pt x="338339" y="496013"/>
                  </a:lnTo>
                  <a:lnTo>
                    <a:pt x="338201" y="495967"/>
                  </a:lnTo>
                  <a:lnTo>
                    <a:pt x="337960" y="495886"/>
                  </a:lnTo>
                  <a:lnTo>
                    <a:pt x="337566" y="495567"/>
                  </a:lnTo>
                  <a:lnTo>
                    <a:pt x="337429" y="495617"/>
                  </a:lnTo>
                  <a:lnTo>
                    <a:pt x="336999" y="495680"/>
                  </a:lnTo>
                  <a:lnTo>
                    <a:pt x="336941" y="495429"/>
                  </a:lnTo>
                  <a:lnTo>
                    <a:pt x="337131" y="495286"/>
                  </a:lnTo>
                  <a:lnTo>
                    <a:pt x="337224" y="495150"/>
                  </a:lnTo>
                  <a:lnTo>
                    <a:pt x="337390" y="494909"/>
                  </a:lnTo>
                  <a:lnTo>
                    <a:pt x="337386" y="494747"/>
                  </a:lnTo>
                  <a:lnTo>
                    <a:pt x="337254" y="494213"/>
                  </a:lnTo>
                  <a:lnTo>
                    <a:pt x="337202" y="493912"/>
                  </a:lnTo>
                  <a:lnTo>
                    <a:pt x="337083" y="493421"/>
                  </a:lnTo>
                  <a:lnTo>
                    <a:pt x="336926" y="492719"/>
                  </a:lnTo>
                  <a:lnTo>
                    <a:pt x="336604" y="492337"/>
                  </a:lnTo>
                  <a:lnTo>
                    <a:pt x="336747" y="491897"/>
                  </a:lnTo>
                  <a:lnTo>
                    <a:pt x="337367" y="491422"/>
                  </a:lnTo>
                  <a:lnTo>
                    <a:pt x="337521" y="491360"/>
                  </a:lnTo>
                  <a:lnTo>
                    <a:pt x="337660" y="491377"/>
                  </a:lnTo>
                  <a:lnTo>
                    <a:pt x="338146" y="491370"/>
                  </a:lnTo>
                  <a:lnTo>
                    <a:pt x="338524" y="490761"/>
                  </a:lnTo>
                  <a:lnTo>
                    <a:pt x="338824" y="490286"/>
                  </a:lnTo>
                  <a:lnTo>
                    <a:pt x="338851" y="489895"/>
                  </a:lnTo>
                  <a:lnTo>
                    <a:pt x="338737" y="489607"/>
                  </a:lnTo>
                  <a:lnTo>
                    <a:pt x="338796" y="489125"/>
                  </a:lnTo>
                  <a:lnTo>
                    <a:pt x="338663" y="488866"/>
                  </a:lnTo>
                  <a:lnTo>
                    <a:pt x="338542" y="488578"/>
                  </a:lnTo>
                  <a:lnTo>
                    <a:pt x="338208" y="488097"/>
                  </a:lnTo>
                  <a:lnTo>
                    <a:pt x="338229" y="487807"/>
                  </a:lnTo>
                  <a:lnTo>
                    <a:pt x="338276" y="487523"/>
                  </a:lnTo>
                  <a:lnTo>
                    <a:pt x="338139" y="487265"/>
                  </a:lnTo>
                  <a:lnTo>
                    <a:pt x="337221" y="487067"/>
                  </a:lnTo>
                  <a:lnTo>
                    <a:pt x="337180" y="486772"/>
                  </a:lnTo>
                  <a:lnTo>
                    <a:pt x="336290" y="487457"/>
                  </a:lnTo>
                  <a:lnTo>
                    <a:pt x="336149" y="487644"/>
                  </a:lnTo>
                  <a:lnTo>
                    <a:pt x="335941" y="487672"/>
                  </a:lnTo>
                  <a:lnTo>
                    <a:pt x="335753" y="487601"/>
                  </a:lnTo>
                  <a:lnTo>
                    <a:pt x="335231" y="487546"/>
                  </a:lnTo>
                  <a:lnTo>
                    <a:pt x="335026" y="487492"/>
                  </a:lnTo>
                  <a:lnTo>
                    <a:pt x="334443" y="485283"/>
                  </a:lnTo>
                  <a:lnTo>
                    <a:pt x="334640" y="484735"/>
                  </a:lnTo>
                  <a:lnTo>
                    <a:pt x="334472" y="484275"/>
                  </a:lnTo>
                  <a:lnTo>
                    <a:pt x="334386" y="483936"/>
                  </a:lnTo>
                  <a:lnTo>
                    <a:pt x="334256" y="483957"/>
                  </a:lnTo>
                  <a:lnTo>
                    <a:pt x="333106" y="483916"/>
                  </a:lnTo>
                  <a:lnTo>
                    <a:pt x="332276" y="483786"/>
                  </a:lnTo>
                  <a:lnTo>
                    <a:pt x="331423" y="483362"/>
                  </a:lnTo>
                  <a:lnTo>
                    <a:pt x="331017" y="483221"/>
                  </a:lnTo>
                  <a:lnTo>
                    <a:pt x="330657" y="483066"/>
                  </a:lnTo>
                  <a:lnTo>
                    <a:pt x="330290" y="483075"/>
                  </a:lnTo>
                  <a:lnTo>
                    <a:pt x="329287" y="482580"/>
                  </a:lnTo>
                  <a:lnTo>
                    <a:pt x="329266" y="482414"/>
                  </a:lnTo>
                  <a:lnTo>
                    <a:pt x="328865" y="482434"/>
                  </a:lnTo>
                  <a:lnTo>
                    <a:pt x="327897" y="483484"/>
                  </a:lnTo>
                  <a:lnTo>
                    <a:pt x="327202" y="483938"/>
                  </a:lnTo>
                  <a:lnTo>
                    <a:pt x="326419" y="483982"/>
                  </a:lnTo>
                  <a:lnTo>
                    <a:pt x="326002" y="484106"/>
                  </a:lnTo>
                  <a:lnTo>
                    <a:pt x="325632" y="484845"/>
                  </a:lnTo>
                  <a:lnTo>
                    <a:pt x="325455" y="485610"/>
                  </a:lnTo>
                  <a:lnTo>
                    <a:pt x="325535" y="485808"/>
                  </a:lnTo>
                  <a:lnTo>
                    <a:pt x="325004" y="486652"/>
                  </a:lnTo>
                  <a:lnTo>
                    <a:pt x="324991" y="486849"/>
                  </a:lnTo>
                  <a:lnTo>
                    <a:pt x="324958" y="487008"/>
                  </a:lnTo>
                  <a:lnTo>
                    <a:pt x="324756" y="487161"/>
                  </a:lnTo>
                  <a:lnTo>
                    <a:pt x="324464" y="487529"/>
                  </a:lnTo>
                  <a:lnTo>
                    <a:pt x="324428" y="488132"/>
                  </a:lnTo>
                  <a:lnTo>
                    <a:pt x="324219" y="488078"/>
                  </a:lnTo>
                  <a:lnTo>
                    <a:pt x="324081" y="488093"/>
                  </a:lnTo>
                  <a:lnTo>
                    <a:pt x="323490" y="488132"/>
                  </a:lnTo>
                  <a:lnTo>
                    <a:pt x="322981" y="488737"/>
                  </a:lnTo>
                  <a:lnTo>
                    <a:pt x="322562" y="489036"/>
                  </a:lnTo>
                  <a:lnTo>
                    <a:pt x="322572" y="489415"/>
                  </a:lnTo>
                  <a:lnTo>
                    <a:pt x="322726" y="489610"/>
                  </a:lnTo>
                  <a:lnTo>
                    <a:pt x="322932" y="489592"/>
                  </a:lnTo>
                  <a:lnTo>
                    <a:pt x="323301" y="490087"/>
                  </a:lnTo>
                  <a:lnTo>
                    <a:pt x="323138" y="490126"/>
                  </a:lnTo>
                  <a:lnTo>
                    <a:pt x="322592" y="490259"/>
                  </a:lnTo>
                  <a:lnTo>
                    <a:pt x="322222" y="490321"/>
                  </a:lnTo>
                  <a:lnTo>
                    <a:pt x="321874" y="490679"/>
                  </a:lnTo>
                  <a:lnTo>
                    <a:pt x="321916" y="490892"/>
                  </a:lnTo>
                  <a:lnTo>
                    <a:pt x="321899" y="491090"/>
                  </a:lnTo>
                  <a:lnTo>
                    <a:pt x="321772" y="491453"/>
                  </a:lnTo>
                  <a:lnTo>
                    <a:pt x="321630" y="491487"/>
                  </a:lnTo>
                  <a:lnTo>
                    <a:pt x="321389" y="491716"/>
                  </a:lnTo>
                  <a:lnTo>
                    <a:pt x="321198" y="491722"/>
                  </a:lnTo>
                  <a:lnTo>
                    <a:pt x="321065" y="491771"/>
                  </a:lnTo>
                  <a:lnTo>
                    <a:pt x="320776" y="491854"/>
                  </a:lnTo>
                  <a:lnTo>
                    <a:pt x="320561" y="491938"/>
                  </a:lnTo>
                  <a:lnTo>
                    <a:pt x="320155" y="491983"/>
                  </a:lnTo>
                  <a:lnTo>
                    <a:pt x="319390" y="492055"/>
                  </a:lnTo>
                  <a:lnTo>
                    <a:pt x="319258" y="492055"/>
                  </a:lnTo>
                  <a:lnTo>
                    <a:pt x="319097" y="492092"/>
                  </a:lnTo>
                  <a:lnTo>
                    <a:pt x="318715" y="491960"/>
                  </a:lnTo>
                  <a:lnTo>
                    <a:pt x="318578" y="491988"/>
                  </a:lnTo>
                  <a:lnTo>
                    <a:pt x="318156" y="492073"/>
                  </a:lnTo>
                  <a:lnTo>
                    <a:pt x="318060" y="491911"/>
                  </a:lnTo>
                  <a:lnTo>
                    <a:pt x="317895" y="492128"/>
                  </a:lnTo>
                  <a:lnTo>
                    <a:pt x="317736" y="492299"/>
                  </a:lnTo>
                  <a:lnTo>
                    <a:pt x="317584" y="492362"/>
                  </a:lnTo>
                  <a:lnTo>
                    <a:pt x="317248" y="492505"/>
                  </a:lnTo>
                  <a:lnTo>
                    <a:pt x="317110" y="492514"/>
                  </a:lnTo>
                  <a:lnTo>
                    <a:pt x="316757" y="492835"/>
                  </a:lnTo>
                  <a:lnTo>
                    <a:pt x="316495" y="492805"/>
                  </a:lnTo>
                  <a:lnTo>
                    <a:pt x="315966" y="492540"/>
                  </a:lnTo>
                  <a:lnTo>
                    <a:pt x="316024" y="492245"/>
                  </a:lnTo>
                  <a:lnTo>
                    <a:pt x="316047" y="491911"/>
                  </a:lnTo>
                  <a:lnTo>
                    <a:pt x="315872" y="491925"/>
                  </a:lnTo>
                  <a:lnTo>
                    <a:pt x="315694" y="491965"/>
                  </a:lnTo>
                  <a:lnTo>
                    <a:pt x="315398" y="492132"/>
                  </a:lnTo>
                  <a:lnTo>
                    <a:pt x="315269" y="492114"/>
                  </a:lnTo>
                  <a:lnTo>
                    <a:pt x="314998" y="492241"/>
                  </a:lnTo>
                  <a:lnTo>
                    <a:pt x="314834" y="492269"/>
                  </a:lnTo>
                  <a:lnTo>
                    <a:pt x="314272" y="492481"/>
                  </a:lnTo>
                  <a:lnTo>
                    <a:pt x="314101" y="492638"/>
                  </a:lnTo>
                  <a:lnTo>
                    <a:pt x="313597" y="492795"/>
                  </a:lnTo>
                  <a:lnTo>
                    <a:pt x="313310" y="492771"/>
                  </a:lnTo>
                  <a:lnTo>
                    <a:pt x="313161" y="492847"/>
                  </a:lnTo>
                  <a:lnTo>
                    <a:pt x="313000" y="492889"/>
                  </a:lnTo>
                  <a:lnTo>
                    <a:pt x="312867" y="493051"/>
                  </a:lnTo>
                  <a:lnTo>
                    <a:pt x="312611" y="493240"/>
                  </a:lnTo>
                  <a:lnTo>
                    <a:pt x="312383" y="493374"/>
                  </a:lnTo>
                  <a:lnTo>
                    <a:pt x="312138" y="493612"/>
                  </a:lnTo>
                  <a:lnTo>
                    <a:pt x="311820" y="493898"/>
                  </a:lnTo>
                  <a:lnTo>
                    <a:pt x="311690" y="494007"/>
                  </a:lnTo>
                  <a:lnTo>
                    <a:pt x="310434" y="494067"/>
                  </a:lnTo>
                  <a:lnTo>
                    <a:pt x="310304" y="493996"/>
                  </a:lnTo>
                  <a:lnTo>
                    <a:pt x="309952" y="494066"/>
                  </a:lnTo>
                  <a:lnTo>
                    <a:pt x="309429" y="494445"/>
                  </a:lnTo>
                  <a:lnTo>
                    <a:pt x="308924" y="494693"/>
                  </a:lnTo>
                  <a:lnTo>
                    <a:pt x="308518" y="494867"/>
                  </a:lnTo>
                  <a:lnTo>
                    <a:pt x="308253" y="494670"/>
                  </a:lnTo>
                  <a:lnTo>
                    <a:pt x="307833" y="494157"/>
                  </a:lnTo>
                  <a:lnTo>
                    <a:pt x="307728" y="493470"/>
                  </a:lnTo>
                  <a:lnTo>
                    <a:pt x="307135" y="492795"/>
                  </a:lnTo>
                  <a:lnTo>
                    <a:pt x="306857" y="492683"/>
                  </a:lnTo>
                  <a:lnTo>
                    <a:pt x="306629" y="492622"/>
                  </a:lnTo>
                  <a:lnTo>
                    <a:pt x="306406" y="492628"/>
                  </a:lnTo>
                  <a:lnTo>
                    <a:pt x="306272" y="492883"/>
                  </a:lnTo>
                  <a:lnTo>
                    <a:pt x="305740" y="493071"/>
                  </a:lnTo>
                  <a:lnTo>
                    <a:pt x="305563" y="492912"/>
                  </a:lnTo>
                  <a:lnTo>
                    <a:pt x="305448" y="492711"/>
                  </a:lnTo>
                  <a:lnTo>
                    <a:pt x="305423" y="492568"/>
                  </a:lnTo>
                  <a:lnTo>
                    <a:pt x="305345" y="492435"/>
                  </a:lnTo>
                  <a:lnTo>
                    <a:pt x="305257" y="492217"/>
                  </a:lnTo>
                  <a:lnTo>
                    <a:pt x="304867" y="491955"/>
                  </a:lnTo>
                  <a:lnTo>
                    <a:pt x="304461" y="491974"/>
                  </a:lnTo>
                  <a:lnTo>
                    <a:pt x="304109" y="491496"/>
                  </a:lnTo>
                  <a:lnTo>
                    <a:pt x="303827" y="491437"/>
                  </a:lnTo>
                  <a:lnTo>
                    <a:pt x="303589" y="491113"/>
                  </a:lnTo>
                  <a:lnTo>
                    <a:pt x="303541" y="490956"/>
                  </a:lnTo>
                  <a:lnTo>
                    <a:pt x="303259" y="490628"/>
                  </a:lnTo>
                  <a:lnTo>
                    <a:pt x="302641" y="490488"/>
                  </a:lnTo>
                  <a:lnTo>
                    <a:pt x="302192" y="490199"/>
                  </a:lnTo>
                  <a:lnTo>
                    <a:pt x="301931" y="489877"/>
                  </a:lnTo>
                  <a:lnTo>
                    <a:pt x="301847" y="489698"/>
                  </a:lnTo>
                  <a:lnTo>
                    <a:pt x="301593" y="489479"/>
                  </a:lnTo>
                  <a:lnTo>
                    <a:pt x="301410" y="489498"/>
                  </a:lnTo>
                  <a:lnTo>
                    <a:pt x="300806" y="488986"/>
                  </a:lnTo>
                  <a:lnTo>
                    <a:pt x="300417" y="488762"/>
                  </a:lnTo>
                  <a:lnTo>
                    <a:pt x="300462" y="488570"/>
                  </a:lnTo>
                  <a:lnTo>
                    <a:pt x="300451" y="488299"/>
                  </a:lnTo>
                  <a:lnTo>
                    <a:pt x="300214" y="487495"/>
                  </a:lnTo>
                  <a:lnTo>
                    <a:pt x="300000" y="487240"/>
                  </a:lnTo>
                  <a:lnTo>
                    <a:pt x="299850" y="487072"/>
                  </a:lnTo>
                  <a:lnTo>
                    <a:pt x="299662" y="486853"/>
                  </a:lnTo>
                  <a:lnTo>
                    <a:pt x="299619" y="486615"/>
                  </a:lnTo>
                  <a:lnTo>
                    <a:pt x="299179" y="486206"/>
                  </a:lnTo>
                  <a:lnTo>
                    <a:pt x="298844" y="486140"/>
                  </a:lnTo>
                  <a:lnTo>
                    <a:pt x="298554" y="486047"/>
                  </a:lnTo>
                  <a:lnTo>
                    <a:pt x="298232" y="485968"/>
                  </a:lnTo>
                  <a:lnTo>
                    <a:pt x="297913" y="485789"/>
                  </a:lnTo>
                  <a:lnTo>
                    <a:pt x="297747" y="485689"/>
                  </a:lnTo>
                  <a:lnTo>
                    <a:pt x="297406" y="485484"/>
                  </a:lnTo>
                  <a:lnTo>
                    <a:pt x="297229" y="485378"/>
                  </a:lnTo>
                  <a:lnTo>
                    <a:pt x="296995" y="485211"/>
                  </a:lnTo>
                  <a:lnTo>
                    <a:pt x="296781" y="484904"/>
                  </a:lnTo>
                  <a:lnTo>
                    <a:pt x="297042" y="484640"/>
                  </a:lnTo>
                  <a:lnTo>
                    <a:pt x="297321" y="484539"/>
                  </a:lnTo>
                  <a:lnTo>
                    <a:pt x="297734" y="484497"/>
                  </a:lnTo>
                  <a:lnTo>
                    <a:pt x="298061" y="484524"/>
                  </a:lnTo>
                  <a:lnTo>
                    <a:pt x="298333" y="484491"/>
                  </a:lnTo>
                  <a:lnTo>
                    <a:pt x="298563" y="484390"/>
                  </a:lnTo>
                  <a:lnTo>
                    <a:pt x="298698" y="484388"/>
                  </a:lnTo>
                  <a:lnTo>
                    <a:pt x="299334" y="484512"/>
                  </a:lnTo>
                  <a:lnTo>
                    <a:pt x="299514" y="484609"/>
                  </a:lnTo>
                  <a:lnTo>
                    <a:pt x="299762" y="484659"/>
                  </a:lnTo>
                  <a:lnTo>
                    <a:pt x="300137" y="484600"/>
                  </a:lnTo>
                  <a:lnTo>
                    <a:pt x="300282" y="484418"/>
                  </a:lnTo>
                  <a:lnTo>
                    <a:pt x="300459" y="484233"/>
                  </a:lnTo>
                  <a:lnTo>
                    <a:pt x="300715" y="484221"/>
                  </a:lnTo>
                  <a:lnTo>
                    <a:pt x="300878" y="484132"/>
                  </a:lnTo>
                  <a:lnTo>
                    <a:pt x="301073" y="483702"/>
                  </a:lnTo>
                  <a:lnTo>
                    <a:pt x="301085" y="483245"/>
                  </a:lnTo>
                  <a:lnTo>
                    <a:pt x="301092" y="482687"/>
                  </a:lnTo>
                  <a:lnTo>
                    <a:pt x="301837" y="482487"/>
                  </a:lnTo>
                  <a:lnTo>
                    <a:pt x="302377" y="482305"/>
                  </a:lnTo>
                  <a:lnTo>
                    <a:pt x="302561" y="481965"/>
                  </a:lnTo>
                  <a:lnTo>
                    <a:pt x="302562" y="481567"/>
                  </a:lnTo>
                  <a:lnTo>
                    <a:pt x="302767" y="481592"/>
                  </a:lnTo>
                  <a:lnTo>
                    <a:pt x="303070" y="481667"/>
                  </a:lnTo>
                  <a:lnTo>
                    <a:pt x="303309" y="481431"/>
                  </a:lnTo>
                  <a:lnTo>
                    <a:pt x="303128" y="480627"/>
                  </a:lnTo>
                  <a:lnTo>
                    <a:pt x="302985" y="480425"/>
                  </a:lnTo>
                  <a:lnTo>
                    <a:pt x="302992" y="480185"/>
                  </a:lnTo>
                  <a:lnTo>
                    <a:pt x="303042" y="479884"/>
                  </a:lnTo>
                  <a:lnTo>
                    <a:pt x="303231" y="479497"/>
                  </a:lnTo>
                  <a:lnTo>
                    <a:pt x="303407" y="479135"/>
                  </a:lnTo>
                  <a:lnTo>
                    <a:pt x="303596" y="478924"/>
                  </a:lnTo>
                  <a:lnTo>
                    <a:pt x="302931" y="478916"/>
                  </a:lnTo>
                  <a:lnTo>
                    <a:pt x="302445" y="479028"/>
                  </a:lnTo>
                  <a:lnTo>
                    <a:pt x="302020" y="478950"/>
                  </a:lnTo>
                  <a:lnTo>
                    <a:pt x="301750" y="478796"/>
                  </a:lnTo>
                  <a:lnTo>
                    <a:pt x="301530" y="478669"/>
                  </a:lnTo>
                  <a:lnTo>
                    <a:pt x="301429" y="478453"/>
                  </a:lnTo>
                  <a:lnTo>
                    <a:pt x="301366" y="478095"/>
                  </a:lnTo>
                  <a:lnTo>
                    <a:pt x="301135" y="477735"/>
                  </a:lnTo>
                  <a:lnTo>
                    <a:pt x="301097" y="477563"/>
                  </a:lnTo>
                  <a:lnTo>
                    <a:pt x="301454" y="477319"/>
                  </a:lnTo>
                  <a:lnTo>
                    <a:pt x="301845" y="477107"/>
                  </a:lnTo>
                  <a:lnTo>
                    <a:pt x="302411" y="477044"/>
                  </a:lnTo>
                  <a:lnTo>
                    <a:pt x="302554" y="477082"/>
                  </a:lnTo>
                  <a:lnTo>
                    <a:pt x="302708" y="477043"/>
                  </a:lnTo>
                  <a:lnTo>
                    <a:pt x="302939" y="476930"/>
                  </a:lnTo>
                  <a:lnTo>
                    <a:pt x="303269" y="476500"/>
                  </a:lnTo>
                  <a:lnTo>
                    <a:pt x="303327" y="476051"/>
                  </a:lnTo>
                  <a:lnTo>
                    <a:pt x="303615" y="475683"/>
                  </a:lnTo>
                  <a:lnTo>
                    <a:pt x="303817" y="475492"/>
                  </a:lnTo>
                  <a:lnTo>
                    <a:pt x="303884" y="475252"/>
                  </a:lnTo>
                  <a:lnTo>
                    <a:pt x="303286" y="474934"/>
                  </a:lnTo>
                  <a:lnTo>
                    <a:pt x="302918" y="474651"/>
                  </a:lnTo>
                  <a:lnTo>
                    <a:pt x="303047" y="474340"/>
                  </a:lnTo>
                  <a:lnTo>
                    <a:pt x="303152" y="474084"/>
                  </a:lnTo>
                  <a:lnTo>
                    <a:pt x="302532" y="473890"/>
                  </a:lnTo>
                  <a:lnTo>
                    <a:pt x="302229" y="473960"/>
                  </a:lnTo>
                  <a:lnTo>
                    <a:pt x="301839" y="474090"/>
                  </a:lnTo>
                  <a:lnTo>
                    <a:pt x="301358" y="474055"/>
                  </a:lnTo>
                  <a:lnTo>
                    <a:pt x="301334" y="473899"/>
                  </a:lnTo>
                  <a:lnTo>
                    <a:pt x="301297" y="473651"/>
                  </a:lnTo>
                  <a:lnTo>
                    <a:pt x="301014" y="473171"/>
                  </a:lnTo>
                  <a:lnTo>
                    <a:pt x="300744" y="472806"/>
                  </a:lnTo>
                  <a:lnTo>
                    <a:pt x="300692" y="472435"/>
                  </a:lnTo>
                  <a:lnTo>
                    <a:pt x="300659" y="472201"/>
                  </a:lnTo>
                  <a:lnTo>
                    <a:pt x="300686" y="471850"/>
                  </a:lnTo>
                  <a:lnTo>
                    <a:pt x="300639" y="471715"/>
                  </a:lnTo>
                  <a:lnTo>
                    <a:pt x="300468" y="471370"/>
                  </a:lnTo>
                  <a:lnTo>
                    <a:pt x="300286" y="471125"/>
                  </a:lnTo>
                  <a:lnTo>
                    <a:pt x="299870" y="470892"/>
                  </a:lnTo>
                  <a:lnTo>
                    <a:pt x="299576" y="470882"/>
                  </a:lnTo>
                  <a:lnTo>
                    <a:pt x="299353" y="470861"/>
                  </a:lnTo>
                  <a:lnTo>
                    <a:pt x="299089" y="470899"/>
                  </a:lnTo>
                  <a:lnTo>
                    <a:pt x="298831" y="470885"/>
                  </a:lnTo>
                  <a:lnTo>
                    <a:pt x="298696" y="470980"/>
                  </a:lnTo>
                  <a:lnTo>
                    <a:pt x="298334" y="471267"/>
                  </a:lnTo>
                  <a:lnTo>
                    <a:pt x="298210" y="471423"/>
                  </a:lnTo>
                  <a:lnTo>
                    <a:pt x="297835" y="471982"/>
                  </a:lnTo>
                  <a:lnTo>
                    <a:pt x="297538" y="472278"/>
                  </a:lnTo>
                  <a:lnTo>
                    <a:pt x="297225" y="472323"/>
                  </a:lnTo>
                  <a:lnTo>
                    <a:pt x="297054" y="472326"/>
                  </a:lnTo>
                  <a:lnTo>
                    <a:pt x="296493" y="472126"/>
                  </a:lnTo>
                  <a:lnTo>
                    <a:pt x="296461" y="471894"/>
                  </a:lnTo>
                  <a:lnTo>
                    <a:pt x="296815" y="471187"/>
                  </a:lnTo>
                  <a:lnTo>
                    <a:pt x="296523" y="471089"/>
                  </a:lnTo>
                  <a:lnTo>
                    <a:pt x="296255" y="470760"/>
                  </a:lnTo>
                  <a:lnTo>
                    <a:pt x="296221" y="470542"/>
                  </a:lnTo>
                  <a:lnTo>
                    <a:pt x="295830" y="469839"/>
                  </a:lnTo>
                  <a:lnTo>
                    <a:pt x="295727" y="469527"/>
                  </a:lnTo>
                  <a:lnTo>
                    <a:pt x="295500" y="469013"/>
                  </a:lnTo>
                  <a:lnTo>
                    <a:pt x="295633" y="468199"/>
                  </a:lnTo>
                  <a:lnTo>
                    <a:pt x="294981" y="467916"/>
                  </a:lnTo>
                  <a:lnTo>
                    <a:pt x="294895" y="467593"/>
                  </a:lnTo>
                  <a:lnTo>
                    <a:pt x="295458" y="466715"/>
                  </a:lnTo>
                  <a:lnTo>
                    <a:pt x="295457" y="466501"/>
                  </a:lnTo>
                  <a:lnTo>
                    <a:pt x="295412" y="466291"/>
                  </a:lnTo>
                  <a:lnTo>
                    <a:pt x="295357" y="466160"/>
                  </a:lnTo>
                  <a:lnTo>
                    <a:pt x="295108" y="465620"/>
                  </a:lnTo>
                  <a:lnTo>
                    <a:pt x="295476" y="464729"/>
                  </a:lnTo>
                  <a:lnTo>
                    <a:pt x="295404" y="464251"/>
                  </a:lnTo>
                  <a:lnTo>
                    <a:pt x="295250" y="463930"/>
                  </a:lnTo>
                  <a:lnTo>
                    <a:pt x="295141" y="463634"/>
                  </a:lnTo>
                  <a:lnTo>
                    <a:pt x="295031" y="462723"/>
                  </a:lnTo>
                  <a:lnTo>
                    <a:pt x="294587" y="462349"/>
                  </a:lnTo>
                  <a:lnTo>
                    <a:pt x="294556" y="462161"/>
                  </a:lnTo>
                  <a:lnTo>
                    <a:pt x="294764" y="461418"/>
                  </a:lnTo>
                  <a:lnTo>
                    <a:pt x="295552" y="461166"/>
                  </a:lnTo>
                  <a:lnTo>
                    <a:pt x="295685" y="461207"/>
                  </a:lnTo>
                  <a:lnTo>
                    <a:pt x="296491" y="461185"/>
                  </a:lnTo>
                  <a:lnTo>
                    <a:pt x="296831" y="460977"/>
                  </a:lnTo>
                  <a:lnTo>
                    <a:pt x="297947" y="460431"/>
                  </a:lnTo>
                  <a:lnTo>
                    <a:pt x="298383" y="460039"/>
                  </a:lnTo>
                  <a:lnTo>
                    <a:pt x="298821" y="460240"/>
                  </a:lnTo>
                  <a:lnTo>
                    <a:pt x="299475" y="459531"/>
                  </a:lnTo>
                  <a:lnTo>
                    <a:pt x="299628" y="459190"/>
                  </a:lnTo>
                  <a:lnTo>
                    <a:pt x="299857" y="458589"/>
                  </a:lnTo>
                  <a:lnTo>
                    <a:pt x="300080" y="458336"/>
                  </a:lnTo>
                  <a:lnTo>
                    <a:pt x="300706" y="458129"/>
                  </a:lnTo>
                  <a:lnTo>
                    <a:pt x="301082" y="458190"/>
                  </a:lnTo>
                  <a:lnTo>
                    <a:pt x="301415" y="458238"/>
                  </a:lnTo>
                  <a:lnTo>
                    <a:pt x="301885" y="457741"/>
                  </a:lnTo>
                  <a:lnTo>
                    <a:pt x="302056" y="456737"/>
                  </a:lnTo>
                  <a:lnTo>
                    <a:pt x="301106" y="456134"/>
                  </a:lnTo>
                  <a:lnTo>
                    <a:pt x="300870" y="456156"/>
                  </a:lnTo>
                  <a:lnTo>
                    <a:pt x="299642" y="455815"/>
                  </a:lnTo>
                  <a:lnTo>
                    <a:pt x="299130" y="455937"/>
                  </a:lnTo>
                  <a:lnTo>
                    <a:pt x="298963" y="456003"/>
                  </a:lnTo>
                  <a:lnTo>
                    <a:pt x="298272" y="456434"/>
                  </a:lnTo>
                  <a:lnTo>
                    <a:pt x="298115" y="456698"/>
                  </a:lnTo>
                  <a:lnTo>
                    <a:pt x="297770" y="457178"/>
                  </a:lnTo>
                  <a:lnTo>
                    <a:pt x="296907" y="457023"/>
                  </a:lnTo>
                  <a:lnTo>
                    <a:pt x="296218" y="456477"/>
                  </a:lnTo>
                  <a:lnTo>
                    <a:pt x="296073" y="456545"/>
                  </a:lnTo>
                  <a:lnTo>
                    <a:pt x="295563" y="456426"/>
                  </a:lnTo>
                  <a:lnTo>
                    <a:pt x="295352" y="456115"/>
                  </a:lnTo>
                  <a:lnTo>
                    <a:pt x="295173" y="455841"/>
                  </a:lnTo>
                  <a:lnTo>
                    <a:pt x="295078" y="455694"/>
                  </a:lnTo>
                  <a:lnTo>
                    <a:pt x="294955" y="455292"/>
                  </a:lnTo>
                  <a:lnTo>
                    <a:pt x="294406" y="455611"/>
                  </a:lnTo>
                  <a:lnTo>
                    <a:pt x="294345" y="455949"/>
                  </a:lnTo>
                  <a:lnTo>
                    <a:pt x="294157" y="456238"/>
                  </a:lnTo>
                  <a:lnTo>
                    <a:pt x="293920" y="456355"/>
                  </a:lnTo>
                  <a:lnTo>
                    <a:pt x="293666" y="456346"/>
                  </a:lnTo>
                  <a:lnTo>
                    <a:pt x="293437" y="456287"/>
                  </a:lnTo>
                  <a:lnTo>
                    <a:pt x="293300" y="456251"/>
                  </a:lnTo>
                  <a:lnTo>
                    <a:pt x="293120" y="456250"/>
                  </a:lnTo>
                  <a:lnTo>
                    <a:pt x="292866" y="456285"/>
                  </a:lnTo>
                  <a:lnTo>
                    <a:pt x="292297" y="456437"/>
                  </a:lnTo>
                  <a:lnTo>
                    <a:pt x="292007" y="456376"/>
                  </a:lnTo>
                  <a:lnTo>
                    <a:pt x="291706" y="456279"/>
                  </a:lnTo>
                  <a:lnTo>
                    <a:pt x="291070" y="456134"/>
                  </a:lnTo>
                  <a:lnTo>
                    <a:pt x="290895" y="456186"/>
                  </a:lnTo>
                  <a:lnTo>
                    <a:pt x="290369" y="456221"/>
                  </a:lnTo>
                  <a:lnTo>
                    <a:pt x="290191" y="456277"/>
                  </a:lnTo>
                  <a:lnTo>
                    <a:pt x="290037" y="456290"/>
                  </a:lnTo>
                  <a:lnTo>
                    <a:pt x="289641" y="456243"/>
                  </a:lnTo>
                  <a:lnTo>
                    <a:pt x="289255" y="456345"/>
                  </a:lnTo>
                  <a:lnTo>
                    <a:pt x="288988" y="456542"/>
                  </a:lnTo>
                  <a:lnTo>
                    <a:pt x="288873" y="456734"/>
                  </a:lnTo>
                  <a:lnTo>
                    <a:pt x="288802" y="457006"/>
                  </a:lnTo>
                  <a:lnTo>
                    <a:pt x="288565" y="457686"/>
                  </a:lnTo>
                  <a:lnTo>
                    <a:pt x="287890" y="457924"/>
                  </a:lnTo>
                  <a:lnTo>
                    <a:pt x="287717" y="457828"/>
                  </a:lnTo>
                  <a:lnTo>
                    <a:pt x="287509" y="457559"/>
                  </a:lnTo>
                  <a:lnTo>
                    <a:pt x="287017" y="456994"/>
                  </a:lnTo>
                  <a:lnTo>
                    <a:pt x="286811" y="456814"/>
                  </a:lnTo>
                  <a:lnTo>
                    <a:pt x="286430" y="456764"/>
                  </a:lnTo>
                  <a:lnTo>
                    <a:pt x="286028" y="456803"/>
                  </a:lnTo>
                  <a:lnTo>
                    <a:pt x="285557" y="456940"/>
                  </a:lnTo>
                  <a:lnTo>
                    <a:pt x="285158" y="457027"/>
                  </a:lnTo>
                  <a:lnTo>
                    <a:pt x="284852" y="457122"/>
                  </a:lnTo>
                  <a:lnTo>
                    <a:pt x="284563" y="457157"/>
                  </a:lnTo>
                  <a:lnTo>
                    <a:pt x="284395" y="457214"/>
                  </a:lnTo>
                  <a:lnTo>
                    <a:pt x="283637" y="457536"/>
                  </a:lnTo>
                  <a:lnTo>
                    <a:pt x="283281" y="457536"/>
                  </a:lnTo>
                  <a:lnTo>
                    <a:pt x="282098" y="458018"/>
                  </a:lnTo>
                  <a:lnTo>
                    <a:pt x="281474" y="457779"/>
                  </a:lnTo>
                  <a:lnTo>
                    <a:pt x="281452" y="457594"/>
                  </a:lnTo>
                  <a:lnTo>
                    <a:pt x="281180" y="456877"/>
                  </a:lnTo>
                  <a:lnTo>
                    <a:pt x="280014" y="456725"/>
                  </a:lnTo>
                  <a:lnTo>
                    <a:pt x="279459" y="457106"/>
                  </a:lnTo>
                  <a:lnTo>
                    <a:pt x="279025" y="457009"/>
                  </a:lnTo>
                  <a:lnTo>
                    <a:pt x="278582" y="455383"/>
                  </a:lnTo>
                  <a:lnTo>
                    <a:pt x="278137" y="454815"/>
                  </a:lnTo>
                  <a:lnTo>
                    <a:pt x="277310" y="455373"/>
                  </a:lnTo>
                  <a:lnTo>
                    <a:pt x="277206" y="455730"/>
                  </a:lnTo>
                  <a:lnTo>
                    <a:pt x="277321" y="456198"/>
                  </a:lnTo>
                  <a:lnTo>
                    <a:pt x="276953" y="457119"/>
                  </a:lnTo>
                  <a:lnTo>
                    <a:pt x="276917" y="457501"/>
                  </a:lnTo>
                  <a:lnTo>
                    <a:pt x="277038" y="458905"/>
                  </a:lnTo>
                  <a:lnTo>
                    <a:pt x="276317" y="459531"/>
                  </a:lnTo>
                  <a:lnTo>
                    <a:pt x="276118" y="459669"/>
                  </a:lnTo>
                  <a:lnTo>
                    <a:pt x="275780" y="459778"/>
                  </a:lnTo>
                  <a:lnTo>
                    <a:pt x="275510" y="459993"/>
                  </a:lnTo>
                  <a:lnTo>
                    <a:pt x="275519" y="460291"/>
                  </a:lnTo>
                  <a:lnTo>
                    <a:pt x="275646" y="460652"/>
                  </a:lnTo>
                  <a:lnTo>
                    <a:pt x="275440" y="461447"/>
                  </a:lnTo>
                  <a:lnTo>
                    <a:pt x="275055" y="461594"/>
                  </a:lnTo>
                  <a:lnTo>
                    <a:pt x="274925" y="461640"/>
                  </a:lnTo>
                  <a:lnTo>
                    <a:pt x="274741" y="461853"/>
                  </a:lnTo>
                  <a:lnTo>
                    <a:pt x="275272" y="462627"/>
                  </a:lnTo>
                  <a:lnTo>
                    <a:pt x="275698" y="462968"/>
                  </a:lnTo>
                  <a:lnTo>
                    <a:pt x="276017" y="463294"/>
                  </a:lnTo>
                  <a:lnTo>
                    <a:pt x="276234" y="463812"/>
                  </a:lnTo>
                  <a:lnTo>
                    <a:pt x="276359" y="464064"/>
                  </a:lnTo>
                  <a:lnTo>
                    <a:pt x="276687" y="464655"/>
                  </a:lnTo>
                  <a:lnTo>
                    <a:pt x="276793" y="464998"/>
                  </a:lnTo>
                  <a:lnTo>
                    <a:pt x="276750" y="465476"/>
                  </a:lnTo>
                  <a:lnTo>
                    <a:pt x="276796" y="466078"/>
                  </a:lnTo>
                  <a:lnTo>
                    <a:pt x="276888" y="466266"/>
                  </a:lnTo>
                  <a:lnTo>
                    <a:pt x="277216" y="466906"/>
                  </a:lnTo>
                  <a:lnTo>
                    <a:pt x="277435" y="467192"/>
                  </a:lnTo>
                  <a:lnTo>
                    <a:pt x="277750" y="467574"/>
                  </a:lnTo>
                  <a:lnTo>
                    <a:pt x="277897" y="467919"/>
                  </a:lnTo>
                  <a:lnTo>
                    <a:pt x="277972" y="468183"/>
                  </a:lnTo>
                  <a:lnTo>
                    <a:pt x="278060" y="468560"/>
                  </a:lnTo>
                  <a:lnTo>
                    <a:pt x="278058" y="468741"/>
                  </a:lnTo>
                  <a:lnTo>
                    <a:pt x="277999" y="469189"/>
                  </a:lnTo>
                  <a:lnTo>
                    <a:pt x="277945" y="469320"/>
                  </a:lnTo>
                  <a:lnTo>
                    <a:pt x="277829" y="469725"/>
                  </a:lnTo>
                  <a:lnTo>
                    <a:pt x="277797" y="470072"/>
                  </a:lnTo>
                  <a:lnTo>
                    <a:pt x="277994" y="470450"/>
                  </a:lnTo>
                  <a:lnTo>
                    <a:pt x="278324" y="470874"/>
                  </a:lnTo>
                  <a:lnTo>
                    <a:pt x="278481" y="471100"/>
                  </a:lnTo>
                  <a:lnTo>
                    <a:pt x="278587" y="471262"/>
                  </a:lnTo>
                  <a:lnTo>
                    <a:pt x="278761" y="472150"/>
                  </a:lnTo>
                  <a:lnTo>
                    <a:pt x="278280" y="472703"/>
                  </a:lnTo>
                  <a:lnTo>
                    <a:pt x="278030" y="472821"/>
                  </a:lnTo>
                  <a:lnTo>
                    <a:pt x="277830" y="472939"/>
                  </a:lnTo>
                  <a:lnTo>
                    <a:pt x="277312" y="473337"/>
                  </a:lnTo>
                  <a:lnTo>
                    <a:pt x="276697" y="473418"/>
                  </a:lnTo>
                  <a:lnTo>
                    <a:pt x="276364" y="474004"/>
                  </a:lnTo>
                  <a:lnTo>
                    <a:pt x="276003" y="474353"/>
                  </a:lnTo>
                  <a:lnTo>
                    <a:pt x="275489" y="474520"/>
                  </a:lnTo>
                  <a:lnTo>
                    <a:pt x="275085" y="474728"/>
                  </a:lnTo>
                  <a:lnTo>
                    <a:pt x="274738" y="475262"/>
                  </a:lnTo>
                  <a:lnTo>
                    <a:pt x="274546" y="475564"/>
                  </a:lnTo>
                  <a:lnTo>
                    <a:pt x="274219" y="475887"/>
                  </a:lnTo>
                  <a:lnTo>
                    <a:pt x="273706" y="475839"/>
                  </a:lnTo>
                  <a:lnTo>
                    <a:pt x="273181" y="475710"/>
                  </a:lnTo>
                  <a:lnTo>
                    <a:pt x="272471" y="476248"/>
                  </a:lnTo>
                  <a:lnTo>
                    <a:pt x="272448" y="476380"/>
                  </a:lnTo>
                  <a:lnTo>
                    <a:pt x="272391" y="476762"/>
                  </a:lnTo>
                  <a:lnTo>
                    <a:pt x="272333" y="476892"/>
                  </a:lnTo>
                  <a:lnTo>
                    <a:pt x="272253" y="477077"/>
                  </a:lnTo>
                  <a:lnTo>
                    <a:pt x="271874" y="477558"/>
                  </a:lnTo>
                  <a:lnTo>
                    <a:pt x="271393" y="477563"/>
                  </a:lnTo>
                  <a:lnTo>
                    <a:pt x="271241" y="477460"/>
                  </a:lnTo>
                  <a:lnTo>
                    <a:pt x="271097" y="477264"/>
                  </a:lnTo>
                  <a:lnTo>
                    <a:pt x="270951" y="476781"/>
                  </a:lnTo>
                  <a:lnTo>
                    <a:pt x="270996" y="476274"/>
                  </a:lnTo>
                  <a:lnTo>
                    <a:pt x="269847" y="475323"/>
                  </a:lnTo>
                  <a:lnTo>
                    <a:pt x="269154" y="474795"/>
                  </a:lnTo>
                  <a:lnTo>
                    <a:pt x="269003" y="474660"/>
                  </a:lnTo>
                  <a:lnTo>
                    <a:pt x="268864" y="474573"/>
                  </a:lnTo>
                  <a:lnTo>
                    <a:pt x="268088" y="474775"/>
                  </a:lnTo>
                  <a:lnTo>
                    <a:pt x="267624" y="475417"/>
                  </a:lnTo>
                  <a:lnTo>
                    <a:pt x="267108" y="475648"/>
                  </a:lnTo>
                  <a:lnTo>
                    <a:pt x="266974" y="475665"/>
                  </a:lnTo>
                  <a:lnTo>
                    <a:pt x="266202" y="475879"/>
                  </a:lnTo>
                  <a:lnTo>
                    <a:pt x="265432" y="476480"/>
                  </a:lnTo>
                  <a:lnTo>
                    <a:pt x="265423" y="476917"/>
                  </a:lnTo>
                  <a:lnTo>
                    <a:pt x="265312" y="477114"/>
                  </a:lnTo>
                  <a:lnTo>
                    <a:pt x="264965" y="477794"/>
                  </a:lnTo>
                  <a:lnTo>
                    <a:pt x="264411" y="478484"/>
                  </a:lnTo>
                  <a:lnTo>
                    <a:pt x="264350" y="478679"/>
                  </a:lnTo>
                  <a:lnTo>
                    <a:pt x="264264" y="478811"/>
                  </a:lnTo>
                  <a:lnTo>
                    <a:pt x="263829" y="479215"/>
                  </a:lnTo>
                  <a:lnTo>
                    <a:pt x="263652" y="479332"/>
                  </a:lnTo>
                  <a:lnTo>
                    <a:pt x="262851" y="480096"/>
                  </a:lnTo>
                  <a:lnTo>
                    <a:pt x="262460" y="480364"/>
                  </a:lnTo>
                  <a:lnTo>
                    <a:pt x="262084" y="480513"/>
                  </a:lnTo>
                  <a:lnTo>
                    <a:pt x="261840" y="480700"/>
                  </a:lnTo>
                  <a:lnTo>
                    <a:pt x="261674" y="480871"/>
                  </a:lnTo>
                  <a:lnTo>
                    <a:pt x="261180" y="481277"/>
                  </a:lnTo>
                  <a:lnTo>
                    <a:pt x="260550" y="481334"/>
                  </a:lnTo>
                  <a:lnTo>
                    <a:pt x="260483" y="481538"/>
                  </a:lnTo>
                  <a:lnTo>
                    <a:pt x="260467" y="481887"/>
                  </a:lnTo>
                  <a:lnTo>
                    <a:pt x="260924" y="482245"/>
                  </a:lnTo>
                  <a:lnTo>
                    <a:pt x="260907" y="482419"/>
                  </a:lnTo>
                  <a:lnTo>
                    <a:pt x="260621" y="483047"/>
                  </a:lnTo>
                  <a:lnTo>
                    <a:pt x="260281" y="483346"/>
                  </a:lnTo>
                  <a:lnTo>
                    <a:pt x="259778" y="483742"/>
                  </a:lnTo>
                  <a:lnTo>
                    <a:pt x="259698" y="484203"/>
                  </a:lnTo>
                  <a:lnTo>
                    <a:pt x="259709" y="484523"/>
                  </a:lnTo>
                  <a:lnTo>
                    <a:pt x="259709" y="485005"/>
                  </a:lnTo>
                  <a:lnTo>
                    <a:pt x="259809" y="485234"/>
                  </a:lnTo>
                  <a:lnTo>
                    <a:pt x="261440" y="485660"/>
                  </a:lnTo>
                  <a:lnTo>
                    <a:pt x="261918" y="485534"/>
                  </a:lnTo>
                  <a:lnTo>
                    <a:pt x="262160" y="485611"/>
                  </a:lnTo>
                  <a:lnTo>
                    <a:pt x="262361" y="485854"/>
                  </a:lnTo>
                  <a:lnTo>
                    <a:pt x="262545" y="486308"/>
                  </a:lnTo>
                  <a:lnTo>
                    <a:pt x="262498" y="486491"/>
                  </a:lnTo>
                  <a:lnTo>
                    <a:pt x="262408" y="486949"/>
                  </a:lnTo>
                  <a:lnTo>
                    <a:pt x="262420" y="487127"/>
                  </a:lnTo>
                  <a:lnTo>
                    <a:pt x="262493" y="487350"/>
                  </a:lnTo>
                  <a:lnTo>
                    <a:pt x="262598" y="487795"/>
                  </a:lnTo>
                  <a:lnTo>
                    <a:pt x="262626" y="487973"/>
                  </a:lnTo>
                  <a:lnTo>
                    <a:pt x="262899" y="488452"/>
                  </a:lnTo>
                  <a:lnTo>
                    <a:pt x="263377" y="488857"/>
                  </a:lnTo>
                  <a:lnTo>
                    <a:pt x="264032" y="488892"/>
                  </a:lnTo>
                  <a:lnTo>
                    <a:pt x="264503" y="488742"/>
                  </a:lnTo>
                  <a:lnTo>
                    <a:pt x="264572" y="488610"/>
                  </a:lnTo>
                  <a:lnTo>
                    <a:pt x="264746" y="488436"/>
                  </a:lnTo>
                  <a:lnTo>
                    <a:pt x="265151" y="488176"/>
                  </a:lnTo>
                  <a:lnTo>
                    <a:pt x="265403" y="488287"/>
                  </a:lnTo>
                  <a:lnTo>
                    <a:pt x="265417" y="488445"/>
                  </a:lnTo>
                  <a:lnTo>
                    <a:pt x="265397" y="488665"/>
                  </a:lnTo>
                  <a:lnTo>
                    <a:pt x="265433" y="488926"/>
                  </a:lnTo>
                  <a:lnTo>
                    <a:pt x="265372" y="489068"/>
                  </a:lnTo>
                  <a:lnTo>
                    <a:pt x="264996" y="489377"/>
                  </a:lnTo>
                  <a:lnTo>
                    <a:pt x="264296" y="489560"/>
                  </a:lnTo>
                  <a:lnTo>
                    <a:pt x="263998" y="489900"/>
                  </a:lnTo>
                  <a:lnTo>
                    <a:pt x="263714" y="490229"/>
                  </a:lnTo>
                  <a:lnTo>
                    <a:pt x="263558" y="490582"/>
                  </a:lnTo>
                  <a:lnTo>
                    <a:pt x="263092" y="490981"/>
                  </a:lnTo>
                  <a:lnTo>
                    <a:pt x="262900" y="491276"/>
                  </a:lnTo>
                  <a:lnTo>
                    <a:pt x="262772" y="491520"/>
                  </a:lnTo>
                  <a:lnTo>
                    <a:pt x="262761" y="492052"/>
                  </a:lnTo>
                  <a:lnTo>
                    <a:pt x="262779" y="492696"/>
                  </a:lnTo>
                  <a:lnTo>
                    <a:pt x="262684" y="493114"/>
                  </a:lnTo>
                  <a:lnTo>
                    <a:pt x="262689" y="493437"/>
                  </a:lnTo>
                  <a:lnTo>
                    <a:pt x="262884" y="494465"/>
                  </a:lnTo>
                  <a:lnTo>
                    <a:pt x="263085" y="494742"/>
                  </a:lnTo>
                  <a:lnTo>
                    <a:pt x="263071" y="494912"/>
                  </a:lnTo>
                  <a:lnTo>
                    <a:pt x="262907" y="495426"/>
                  </a:lnTo>
                  <a:lnTo>
                    <a:pt x="262677" y="496102"/>
                  </a:lnTo>
                  <a:lnTo>
                    <a:pt x="262605" y="496311"/>
                  </a:lnTo>
                  <a:lnTo>
                    <a:pt x="262150" y="497107"/>
                  </a:lnTo>
                  <a:lnTo>
                    <a:pt x="261851" y="497385"/>
                  </a:lnTo>
                  <a:lnTo>
                    <a:pt x="261532" y="497499"/>
                  </a:lnTo>
                  <a:lnTo>
                    <a:pt x="261318" y="497623"/>
                  </a:lnTo>
                  <a:lnTo>
                    <a:pt x="260980" y="497908"/>
                  </a:lnTo>
                  <a:lnTo>
                    <a:pt x="260812" y="498373"/>
                  </a:lnTo>
                  <a:lnTo>
                    <a:pt x="260852" y="498525"/>
                  </a:lnTo>
                  <a:lnTo>
                    <a:pt x="260618" y="498885"/>
                  </a:lnTo>
                  <a:lnTo>
                    <a:pt x="260465" y="499052"/>
                  </a:lnTo>
                  <a:lnTo>
                    <a:pt x="260125" y="499184"/>
                  </a:lnTo>
                  <a:lnTo>
                    <a:pt x="259974" y="499408"/>
                  </a:lnTo>
                  <a:lnTo>
                    <a:pt x="259595" y="499460"/>
                  </a:lnTo>
                  <a:lnTo>
                    <a:pt x="259397" y="499556"/>
                  </a:lnTo>
                  <a:lnTo>
                    <a:pt x="259146" y="499810"/>
                  </a:lnTo>
                  <a:lnTo>
                    <a:pt x="258504" y="500589"/>
                  </a:lnTo>
                  <a:lnTo>
                    <a:pt x="258465" y="500757"/>
                  </a:lnTo>
                  <a:lnTo>
                    <a:pt x="258325" y="501094"/>
                  </a:lnTo>
                  <a:lnTo>
                    <a:pt x="257924" y="501202"/>
                  </a:lnTo>
                  <a:lnTo>
                    <a:pt x="257611" y="501158"/>
                  </a:lnTo>
                  <a:lnTo>
                    <a:pt x="257421" y="501192"/>
                  </a:lnTo>
                  <a:lnTo>
                    <a:pt x="257086" y="501326"/>
                  </a:lnTo>
                  <a:lnTo>
                    <a:pt x="256991" y="501492"/>
                  </a:lnTo>
                  <a:lnTo>
                    <a:pt x="256878" y="501773"/>
                  </a:lnTo>
                  <a:lnTo>
                    <a:pt x="256580" y="502071"/>
                  </a:lnTo>
                  <a:lnTo>
                    <a:pt x="256534" y="502322"/>
                  </a:lnTo>
                  <a:lnTo>
                    <a:pt x="256452" y="502548"/>
                  </a:lnTo>
                  <a:lnTo>
                    <a:pt x="256291" y="502712"/>
                  </a:lnTo>
                  <a:lnTo>
                    <a:pt x="256160" y="502799"/>
                  </a:lnTo>
                  <a:lnTo>
                    <a:pt x="255978" y="502922"/>
                  </a:lnTo>
                  <a:lnTo>
                    <a:pt x="255695" y="503028"/>
                  </a:lnTo>
                  <a:lnTo>
                    <a:pt x="255520" y="503244"/>
                  </a:lnTo>
                  <a:lnTo>
                    <a:pt x="255244" y="503525"/>
                  </a:lnTo>
                  <a:lnTo>
                    <a:pt x="254735" y="503932"/>
                  </a:lnTo>
                  <a:lnTo>
                    <a:pt x="254092" y="504614"/>
                  </a:lnTo>
                  <a:lnTo>
                    <a:pt x="253655" y="504958"/>
                  </a:lnTo>
                  <a:lnTo>
                    <a:pt x="253476" y="504867"/>
                  </a:lnTo>
                  <a:lnTo>
                    <a:pt x="253227" y="505057"/>
                  </a:lnTo>
                  <a:lnTo>
                    <a:pt x="253196" y="505321"/>
                  </a:lnTo>
                  <a:lnTo>
                    <a:pt x="253439" y="505843"/>
                  </a:lnTo>
                  <a:lnTo>
                    <a:pt x="253771" y="506092"/>
                  </a:lnTo>
                  <a:lnTo>
                    <a:pt x="253849" y="506225"/>
                  </a:lnTo>
                  <a:lnTo>
                    <a:pt x="254079" y="506536"/>
                  </a:lnTo>
                  <a:lnTo>
                    <a:pt x="254102" y="506703"/>
                  </a:lnTo>
                  <a:lnTo>
                    <a:pt x="254004" y="506942"/>
                  </a:lnTo>
                  <a:lnTo>
                    <a:pt x="253873" y="507418"/>
                  </a:lnTo>
                  <a:lnTo>
                    <a:pt x="253886" y="507651"/>
                  </a:lnTo>
                  <a:lnTo>
                    <a:pt x="253937" y="508058"/>
                  </a:lnTo>
                  <a:lnTo>
                    <a:pt x="253879" y="508274"/>
                  </a:lnTo>
                  <a:lnTo>
                    <a:pt x="253658" y="508400"/>
                  </a:lnTo>
                  <a:lnTo>
                    <a:pt x="253311" y="508429"/>
                  </a:lnTo>
                  <a:lnTo>
                    <a:pt x="253024" y="508375"/>
                  </a:lnTo>
                  <a:lnTo>
                    <a:pt x="252746" y="508282"/>
                  </a:lnTo>
                  <a:lnTo>
                    <a:pt x="252546" y="508115"/>
                  </a:lnTo>
                  <a:lnTo>
                    <a:pt x="252271" y="508077"/>
                  </a:lnTo>
                  <a:lnTo>
                    <a:pt x="251932" y="508086"/>
                  </a:lnTo>
                  <a:lnTo>
                    <a:pt x="251681" y="508056"/>
                  </a:lnTo>
                  <a:lnTo>
                    <a:pt x="251526" y="508012"/>
                  </a:lnTo>
                  <a:lnTo>
                    <a:pt x="251231" y="508042"/>
                  </a:lnTo>
                  <a:lnTo>
                    <a:pt x="250858" y="508179"/>
                  </a:lnTo>
                  <a:lnTo>
                    <a:pt x="250695" y="508330"/>
                  </a:lnTo>
                  <a:lnTo>
                    <a:pt x="250630" y="508511"/>
                  </a:lnTo>
                  <a:lnTo>
                    <a:pt x="250634" y="508798"/>
                  </a:lnTo>
                  <a:lnTo>
                    <a:pt x="250546" y="509028"/>
                  </a:lnTo>
                  <a:lnTo>
                    <a:pt x="250505" y="509263"/>
                  </a:lnTo>
                  <a:lnTo>
                    <a:pt x="250389" y="509477"/>
                  </a:lnTo>
                  <a:lnTo>
                    <a:pt x="250308" y="509674"/>
                  </a:lnTo>
                  <a:lnTo>
                    <a:pt x="250248" y="509821"/>
                  </a:lnTo>
                  <a:lnTo>
                    <a:pt x="250121" y="509969"/>
                  </a:lnTo>
                  <a:lnTo>
                    <a:pt x="249892" y="510090"/>
                  </a:lnTo>
                  <a:lnTo>
                    <a:pt x="249585" y="510198"/>
                  </a:lnTo>
                  <a:lnTo>
                    <a:pt x="249424" y="510307"/>
                  </a:lnTo>
                  <a:lnTo>
                    <a:pt x="249222" y="510614"/>
                  </a:lnTo>
                  <a:lnTo>
                    <a:pt x="249047" y="511051"/>
                  </a:lnTo>
                  <a:lnTo>
                    <a:pt x="248975" y="511271"/>
                  </a:lnTo>
                  <a:lnTo>
                    <a:pt x="248889" y="511676"/>
                  </a:lnTo>
                  <a:lnTo>
                    <a:pt x="248460" y="511983"/>
                  </a:lnTo>
                  <a:lnTo>
                    <a:pt x="248327" y="512230"/>
                  </a:lnTo>
                  <a:lnTo>
                    <a:pt x="248192" y="512481"/>
                  </a:lnTo>
                  <a:lnTo>
                    <a:pt x="247751" y="513200"/>
                  </a:lnTo>
                  <a:lnTo>
                    <a:pt x="247479" y="513870"/>
                  </a:lnTo>
                  <a:lnTo>
                    <a:pt x="247479" y="514154"/>
                  </a:lnTo>
                  <a:lnTo>
                    <a:pt x="247525" y="514744"/>
                  </a:lnTo>
                  <a:lnTo>
                    <a:pt x="247498" y="515023"/>
                  </a:lnTo>
                  <a:lnTo>
                    <a:pt x="247295" y="515325"/>
                  </a:lnTo>
                  <a:lnTo>
                    <a:pt x="247001" y="515492"/>
                  </a:lnTo>
                  <a:lnTo>
                    <a:pt x="246697" y="515667"/>
                  </a:lnTo>
                  <a:lnTo>
                    <a:pt x="246317" y="516017"/>
                  </a:lnTo>
                  <a:lnTo>
                    <a:pt x="246045" y="516270"/>
                  </a:lnTo>
                  <a:lnTo>
                    <a:pt x="245806" y="516346"/>
                  </a:lnTo>
                  <a:lnTo>
                    <a:pt x="245379" y="516372"/>
                  </a:lnTo>
                  <a:lnTo>
                    <a:pt x="245152" y="516339"/>
                  </a:lnTo>
                  <a:lnTo>
                    <a:pt x="244686" y="516397"/>
                  </a:lnTo>
                  <a:lnTo>
                    <a:pt x="243965" y="515755"/>
                  </a:lnTo>
                  <a:lnTo>
                    <a:pt x="243575" y="515919"/>
                  </a:lnTo>
                  <a:lnTo>
                    <a:pt x="243467" y="516065"/>
                  </a:lnTo>
                  <a:lnTo>
                    <a:pt x="243366" y="516201"/>
                  </a:lnTo>
                  <a:lnTo>
                    <a:pt x="243036" y="516562"/>
                  </a:lnTo>
                  <a:lnTo>
                    <a:pt x="242748" y="516855"/>
                  </a:lnTo>
                  <a:lnTo>
                    <a:pt x="242405" y="517146"/>
                  </a:lnTo>
                  <a:lnTo>
                    <a:pt x="242222" y="517250"/>
                  </a:lnTo>
                  <a:lnTo>
                    <a:pt x="241843" y="517360"/>
                  </a:lnTo>
                  <a:lnTo>
                    <a:pt x="240769" y="517847"/>
                  </a:lnTo>
                  <a:lnTo>
                    <a:pt x="240629" y="517822"/>
                  </a:lnTo>
                  <a:lnTo>
                    <a:pt x="240496" y="517742"/>
                  </a:lnTo>
                  <a:lnTo>
                    <a:pt x="240113" y="517369"/>
                  </a:lnTo>
                  <a:lnTo>
                    <a:pt x="239712" y="516659"/>
                  </a:lnTo>
                  <a:lnTo>
                    <a:pt x="239635" y="516458"/>
                  </a:lnTo>
                  <a:lnTo>
                    <a:pt x="239553" y="515982"/>
                  </a:lnTo>
                  <a:lnTo>
                    <a:pt x="238815" y="516069"/>
                  </a:lnTo>
                  <a:lnTo>
                    <a:pt x="238661" y="516536"/>
                  </a:lnTo>
                  <a:lnTo>
                    <a:pt x="238587" y="516748"/>
                  </a:lnTo>
                  <a:lnTo>
                    <a:pt x="238380" y="517172"/>
                  </a:lnTo>
                  <a:lnTo>
                    <a:pt x="238064" y="517652"/>
                  </a:lnTo>
                  <a:lnTo>
                    <a:pt x="238009" y="517930"/>
                  </a:lnTo>
                  <a:lnTo>
                    <a:pt x="237819" y="518248"/>
                  </a:lnTo>
                  <a:lnTo>
                    <a:pt x="237611" y="518640"/>
                  </a:lnTo>
                  <a:lnTo>
                    <a:pt x="237556" y="518799"/>
                  </a:lnTo>
                  <a:lnTo>
                    <a:pt x="237391" y="519281"/>
                  </a:lnTo>
                  <a:lnTo>
                    <a:pt x="237336" y="519443"/>
                  </a:lnTo>
                  <a:lnTo>
                    <a:pt x="237218" y="519746"/>
                  </a:lnTo>
                  <a:lnTo>
                    <a:pt x="237176" y="519884"/>
                  </a:lnTo>
                  <a:lnTo>
                    <a:pt x="237042" y="520323"/>
                  </a:lnTo>
                  <a:lnTo>
                    <a:pt x="236889" y="520634"/>
                  </a:lnTo>
                  <a:lnTo>
                    <a:pt x="236688" y="520916"/>
                  </a:lnTo>
                  <a:lnTo>
                    <a:pt x="236424" y="521133"/>
                  </a:lnTo>
                  <a:lnTo>
                    <a:pt x="236335" y="521261"/>
                  </a:lnTo>
                  <a:lnTo>
                    <a:pt x="236311" y="521468"/>
                  </a:lnTo>
                  <a:lnTo>
                    <a:pt x="236344" y="521647"/>
                  </a:lnTo>
                  <a:lnTo>
                    <a:pt x="236416" y="522048"/>
                  </a:lnTo>
                  <a:lnTo>
                    <a:pt x="236366" y="522353"/>
                  </a:lnTo>
                  <a:lnTo>
                    <a:pt x="236312" y="522517"/>
                  </a:lnTo>
                  <a:lnTo>
                    <a:pt x="236311" y="522664"/>
                  </a:lnTo>
                  <a:lnTo>
                    <a:pt x="236342" y="522838"/>
                  </a:lnTo>
                  <a:lnTo>
                    <a:pt x="236349" y="522980"/>
                  </a:lnTo>
                  <a:lnTo>
                    <a:pt x="236359" y="523168"/>
                  </a:lnTo>
                  <a:lnTo>
                    <a:pt x="236604" y="523781"/>
                  </a:lnTo>
                  <a:lnTo>
                    <a:pt x="236951" y="524030"/>
                  </a:lnTo>
                  <a:lnTo>
                    <a:pt x="237081" y="524163"/>
                  </a:lnTo>
                  <a:lnTo>
                    <a:pt x="237198" y="524414"/>
                  </a:lnTo>
                  <a:lnTo>
                    <a:pt x="237250" y="524641"/>
                  </a:lnTo>
                  <a:lnTo>
                    <a:pt x="237279" y="524961"/>
                  </a:lnTo>
                  <a:lnTo>
                    <a:pt x="237261" y="525406"/>
                  </a:lnTo>
                  <a:lnTo>
                    <a:pt x="237274" y="525895"/>
                  </a:lnTo>
                  <a:lnTo>
                    <a:pt x="237191" y="526074"/>
                  </a:lnTo>
                  <a:lnTo>
                    <a:pt x="237177" y="526268"/>
                  </a:lnTo>
                  <a:lnTo>
                    <a:pt x="237227" y="526470"/>
                  </a:lnTo>
                  <a:lnTo>
                    <a:pt x="237266" y="526628"/>
                  </a:lnTo>
                  <a:lnTo>
                    <a:pt x="237407" y="527149"/>
                  </a:lnTo>
                  <a:lnTo>
                    <a:pt x="237303" y="527392"/>
                  </a:lnTo>
                  <a:lnTo>
                    <a:pt x="237302" y="527539"/>
                  </a:lnTo>
                  <a:lnTo>
                    <a:pt x="237481" y="528196"/>
                  </a:lnTo>
                  <a:lnTo>
                    <a:pt x="237648" y="528862"/>
                  </a:lnTo>
                  <a:lnTo>
                    <a:pt x="237637" y="529190"/>
                  </a:lnTo>
                  <a:lnTo>
                    <a:pt x="237537" y="529692"/>
                  </a:lnTo>
                  <a:lnTo>
                    <a:pt x="237485" y="529858"/>
                  </a:lnTo>
                  <a:lnTo>
                    <a:pt x="237512" y="529992"/>
                  </a:lnTo>
                  <a:lnTo>
                    <a:pt x="237474" y="530164"/>
                  </a:lnTo>
                  <a:lnTo>
                    <a:pt x="237404" y="530370"/>
                  </a:lnTo>
                  <a:lnTo>
                    <a:pt x="237355" y="530518"/>
                  </a:lnTo>
                  <a:lnTo>
                    <a:pt x="237217" y="530810"/>
                  </a:lnTo>
                  <a:lnTo>
                    <a:pt x="237036" y="531234"/>
                  </a:lnTo>
                  <a:lnTo>
                    <a:pt x="237028" y="531506"/>
                  </a:lnTo>
                  <a:lnTo>
                    <a:pt x="236974" y="532099"/>
                  </a:lnTo>
                  <a:lnTo>
                    <a:pt x="236588" y="532509"/>
                  </a:lnTo>
                  <a:lnTo>
                    <a:pt x="236419" y="532864"/>
                  </a:lnTo>
                  <a:lnTo>
                    <a:pt x="236361" y="533153"/>
                  </a:lnTo>
                  <a:lnTo>
                    <a:pt x="236206" y="533735"/>
                  </a:lnTo>
                  <a:lnTo>
                    <a:pt x="236098" y="533917"/>
                  </a:lnTo>
                  <a:lnTo>
                    <a:pt x="235927" y="534141"/>
                  </a:lnTo>
                  <a:lnTo>
                    <a:pt x="235932" y="534585"/>
                  </a:lnTo>
                  <a:lnTo>
                    <a:pt x="236121" y="534756"/>
                  </a:lnTo>
                  <a:lnTo>
                    <a:pt x="236295" y="534912"/>
                  </a:lnTo>
                  <a:lnTo>
                    <a:pt x="236503" y="535065"/>
                  </a:lnTo>
                  <a:lnTo>
                    <a:pt x="236747" y="535342"/>
                  </a:lnTo>
                  <a:lnTo>
                    <a:pt x="236861" y="535604"/>
                  </a:lnTo>
                  <a:lnTo>
                    <a:pt x="236869" y="535826"/>
                  </a:lnTo>
                  <a:lnTo>
                    <a:pt x="236826" y="536088"/>
                  </a:lnTo>
                  <a:lnTo>
                    <a:pt x="236824" y="536280"/>
                  </a:lnTo>
                  <a:lnTo>
                    <a:pt x="236831" y="536452"/>
                  </a:lnTo>
                  <a:lnTo>
                    <a:pt x="236886" y="536769"/>
                  </a:lnTo>
                  <a:lnTo>
                    <a:pt x="236854" y="537031"/>
                  </a:lnTo>
                  <a:lnTo>
                    <a:pt x="236760" y="537332"/>
                  </a:lnTo>
                  <a:lnTo>
                    <a:pt x="236709" y="537533"/>
                  </a:lnTo>
                  <a:lnTo>
                    <a:pt x="236606" y="537840"/>
                  </a:lnTo>
                  <a:lnTo>
                    <a:pt x="236604" y="538021"/>
                  </a:lnTo>
                  <a:lnTo>
                    <a:pt x="236701" y="538540"/>
                  </a:lnTo>
                  <a:lnTo>
                    <a:pt x="236897" y="539037"/>
                  </a:lnTo>
                  <a:lnTo>
                    <a:pt x="236968" y="539574"/>
                  </a:lnTo>
                  <a:lnTo>
                    <a:pt x="236943" y="539762"/>
                  </a:lnTo>
                  <a:lnTo>
                    <a:pt x="237075" y="540133"/>
                  </a:lnTo>
                  <a:lnTo>
                    <a:pt x="237344" y="540329"/>
                  </a:lnTo>
                  <a:lnTo>
                    <a:pt x="237684" y="540873"/>
                  </a:lnTo>
                  <a:lnTo>
                    <a:pt x="237963" y="541445"/>
                  </a:lnTo>
                  <a:lnTo>
                    <a:pt x="238089" y="541680"/>
                  </a:lnTo>
                  <a:lnTo>
                    <a:pt x="238361" y="542095"/>
                  </a:lnTo>
                  <a:lnTo>
                    <a:pt x="238618" y="542328"/>
                  </a:lnTo>
                  <a:lnTo>
                    <a:pt x="238726" y="542468"/>
                  </a:lnTo>
                  <a:lnTo>
                    <a:pt x="238852" y="542743"/>
                  </a:lnTo>
                  <a:lnTo>
                    <a:pt x="238936" y="542924"/>
                  </a:lnTo>
                  <a:lnTo>
                    <a:pt x="239113" y="543235"/>
                  </a:lnTo>
                  <a:lnTo>
                    <a:pt x="239433" y="543348"/>
                  </a:lnTo>
                  <a:lnTo>
                    <a:pt x="239603" y="543351"/>
                  </a:lnTo>
                  <a:lnTo>
                    <a:pt x="239852" y="543485"/>
                  </a:lnTo>
                  <a:lnTo>
                    <a:pt x="240093" y="543838"/>
                  </a:lnTo>
                  <a:lnTo>
                    <a:pt x="239958" y="544253"/>
                  </a:lnTo>
                  <a:lnTo>
                    <a:pt x="240112" y="544604"/>
                  </a:lnTo>
                  <a:lnTo>
                    <a:pt x="240404" y="544900"/>
                  </a:lnTo>
                  <a:lnTo>
                    <a:pt x="240576" y="545365"/>
                  </a:lnTo>
                  <a:lnTo>
                    <a:pt x="240482" y="545784"/>
                  </a:lnTo>
                  <a:lnTo>
                    <a:pt x="240481" y="545922"/>
                  </a:lnTo>
                  <a:lnTo>
                    <a:pt x="240523" y="546065"/>
                  </a:lnTo>
                  <a:lnTo>
                    <a:pt x="240634" y="546239"/>
                  </a:lnTo>
                  <a:lnTo>
                    <a:pt x="240877" y="546832"/>
                  </a:lnTo>
                  <a:lnTo>
                    <a:pt x="240662" y="547009"/>
                  </a:lnTo>
                  <a:lnTo>
                    <a:pt x="240837" y="547359"/>
                  </a:lnTo>
                  <a:lnTo>
                    <a:pt x="240964" y="547726"/>
                  </a:lnTo>
                  <a:lnTo>
                    <a:pt x="241015" y="547943"/>
                  </a:lnTo>
                  <a:lnTo>
                    <a:pt x="241067" y="548159"/>
                  </a:lnTo>
                  <a:lnTo>
                    <a:pt x="241210" y="548399"/>
                  </a:lnTo>
                  <a:lnTo>
                    <a:pt x="241451" y="548665"/>
                  </a:lnTo>
                  <a:lnTo>
                    <a:pt x="241384" y="548895"/>
                  </a:lnTo>
                  <a:lnTo>
                    <a:pt x="241225" y="549159"/>
                  </a:lnTo>
                  <a:lnTo>
                    <a:pt x="241373" y="549403"/>
                  </a:lnTo>
                  <a:lnTo>
                    <a:pt x="241516" y="549486"/>
                  </a:lnTo>
                  <a:lnTo>
                    <a:pt x="241727" y="549757"/>
                  </a:lnTo>
                  <a:lnTo>
                    <a:pt x="241763" y="549884"/>
                  </a:lnTo>
                  <a:lnTo>
                    <a:pt x="241786" y="550193"/>
                  </a:lnTo>
                  <a:lnTo>
                    <a:pt x="241616" y="550368"/>
                  </a:lnTo>
                  <a:lnTo>
                    <a:pt x="241997" y="551589"/>
                  </a:lnTo>
                  <a:lnTo>
                    <a:pt x="242133" y="551680"/>
                  </a:lnTo>
                  <a:lnTo>
                    <a:pt x="242539" y="552117"/>
                  </a:lnTo>
                  <a:lnTo>
                    <a:pt x="242527" y="552357"/>
                  </a:lnTo>
                  <a:lnTo>
                    <a:pt x="242359" y="553133"/>
                  </a:lnTo>
                  <a:lnTo>
                    <a:pt x="242443" y="553468"/>
                  </a:lnTo>
                  <a:lnTo>
                    <a:pt x="242537" y="553703"/>
                  </a:lnTo>
                  <a:lnTo>
                    <a:pt x="242566" y="553831"/>
                  </a:lnTo>
                  <a:lnTo>
                    <a:pt x="242488" y="554270"/>
                  </a:lnTo>
                  <a:lnTo>
                    <a:pt x="242543" y="554610"/>
                  </a:lnTo>
                  <a:lnTo>
                    <a:pt x="242099" y="555447"/>
                  </a:lnTo>
                  <a:lnTo>
                    <a:pt x="242182" y="555626"/>
                  </a:lnTo>
                  <a:lnTo>
                    <a:pt x="242371" y="555857"/>
                  </a:lnTo>
                  <a:lnTo>
                    <a:pt x="242563" y="556192"/>
                  </a:lnTo>
                  <a:lnTo>
                    <a:pt x="242638" y="556390"/>
                  </a:lnTo>
                  <a:lnTo>
                    <a:pt x="242661" y="556726"/>
                  </a:lnTo>
                  <a:lnTo>
                    <a:pt x="242754" y="556993"/>
                  </a:lnTo>
                  <a:lnTo>
                    <a:pt x="242939" y="557255"/>
                  </a:lnTo>
                  <a:lnTo>
                    <a:pt x="243109" y="557249"/>
                  </a:lnTo>
                  <a:lnTo>
                    <a:pt x="243619" y="557320"/>
                  </a:lnTo>
                  <a:lnTo>
                    <a:pt x="243647" y="557951"/>
                  </a:lnTo>
                  <a:lnTo>
                    <a:pt x="243708" y="558177"/>
                  </a:lnTo>
                  <a:lnTo>
                    <a:pt x="243746" y="558411"/>
                  </a:lnTo>
                  <a:lnTo>
                    <a:pt x="243626" y="558998"/>
                  </a:lnTo>
                  <a:lnTo>
                    <a:pt x="243468" y="559216"/>
                  </a:lnTo>
                  <a:lnTo>
                    <a:pt x="243205" y="559341"/>
                  </a:lnTo>
                  <a:lnTo>
                    <a:pt x="243139" y="559550"/>
                  </a:lnTo>
                  <a:lnTo>
                    <a:pt x="243073" y="559944"/>
                  </a:lnTo>
                  <a:lnTo>
                    <a:pt x="242699" y="560567"/>
                  </a:lnTo>
                  <a:lnTo>
                    <a:pt x="242147" y="560754"/>
                  </a:lnTo>
                  <a:lnTo>
                    <a:pt x="241957" y="560749"/>
                  </a:lnTo>
                  <a:lnTo>
                    <a:pt x="241418" y="560608"/>
                  </a:lnTo>
                  <a:lnTo>
                    <a:pt x="240896" y="560860"/>
                  </a:lnTo>
                  <a:lnTo>
                    <a:pt x="240926" y="561137"/>
                  </a:lnTo>
                  <a:lnTo>
                    <a:pt x="241012" y="561309"/>
                  </a:lnTo>
                  <a:lnTo>
                    <a:pt x="241090" y="561465"/>
                  </a:lnTo>
                  <a:lnTo>
                    <a:pt x="241240" y="561857"/>
                  </a:lnTo>
                  <a:lnTo>
                    <a:pt x="241212" y="562566"/>
                  </a:lnTo>
                  <a:lnTo>
                    <a:pt x="241058" y="562863"/>
                  </a:lnTo>
                  <a:lnTo>
                    <a:pt x="240961" y="563179"/>
                  </a:lnTo>
                  <a:lnTo>
                    <a:pt x="240942" y="563308"/>
                  </a:lnTo>
                  <a:lnTo>
                    <a:pt x="240860" y="563999"/>
                  </a:lnTo>
                  <a:lnTo>
                    <a:pt x="240832" y="564340"/>
                  </a:lnTo>
                  <a:lnTo>
                    <a:pt x="240862" y="564545"/>
                  </a:lnTo>
                  <a:lnTo>
                    <a:pt x="241026" y="565125"/>
                  </a:lnTo>
                  <a:lnTo>
                    <a:pt x="241084" y="565463"/>
                  </a:lnTo>
                  <a:lnTo>
                    <a:pt x="241121" y="565675"/>
                  </a:lnTo>
                  <a:lnTo>
                    <a:pt x="241241" y="566130"/>
                  </a:lnTo>
                  <a:lnTo>
                    <a:pt x="241107" y="566298"/>
                  </a:lnTo>
                  <a:lnTo>
                    <a:pt x="240955" y="566605"/>
                  </a:lnTo>
                  <a:lnTo>
                    <a:pt x="240945" y="566862"/>
                  </a:lnTo>
                  <a:lnTo>
                    <a:pt x="240896" y="567117"/>
                  </a:lnTo>
                  <a:lnTo>
                    <a:pt x="240679" y="567396"/>
                  </a:lnTo>
                  <a:lnTo>
                    <a:pt x="240241" y="567614"/>
                  </a:lnTo>
                  <a:lnTo>
                    <a:pt x="240087" y="567635"/>
                  </a:lnTo>
                  <a:lnTo>
                    <a:pt x="239759" y="567642"/>
                  </a:lnTo>
                  <a:lnTo>
                    <a:pt x="239611" y="567645"/>
                  </a:lnTo>
                  <a:lnTo>
                    <a:pt x="238929" y="567630"/>
                  </a:lnTo>
                  <a:lnTo>
                    <a:pt x="238681" y="567720"/>
                  </a:lnTo>
                  <a:lnTo>
                    <a:pt x="238190" y="567913"/>
                  </a:lnTo>
                  <a:lnTo>
                    <a:pt x="237783" y="567562"/>
                  </a:lnTo>
                  <a:lnTo>
                    <a:pt x="237399" y="567601"/>
                  </a:lnTo>
                  <a:lnTo>
                    <a:pt x="237079" y="567687"/>
                  </a:lnTo>
                  <a:lnTo>
                    <a:pt x="236666" y="567581"/>
                  </a:lnTo>
                  <a:lnTo>
                    <a:pt x="236563" y="567443"/>
                  </a:lnTo>
                  <a:lnTo>
                    <a:pt x="236506" y="567288"/>
                  </a:lnTo>
                  <a:lnTo>
                    <a:pt x="236526" y="567153"/>
                  </a:lnTo>
                  <a:lnTo>
                    <a:pt x="236600" y="566988"/>
                  </a:lnTo>
                  <a:lnTo>
                    <a:pt x="236169" y="566506"/>
                  </a:lnTo>
                  <a:lnTo>
                    <a:pt x="236046" y="566812"/>
                  </a:lnTo>
                  <a:lnTo>
                    <a:pt x="235807" y="567185"/>
                  </a:lnTo>
                  <a:lnTo>
                    <a:pt x="235758" y="567401"/>
                  </a:lnTo>
                  <a:lnTo>
                    <a:pt x="235635" y="567736"/>
                  </a:lnTo>
                  <a:lnTo>
                    <a:pt x="235436" y="567948"/>
                  </a:lnTo>
                  <a:lnTo>
                    <a:pt x="235118" y="568218"/>
                  </a:lnTo>
                  <a:lnTo>
                    <a:pt x="235089" y="568390"/>
                  </a:lnTo>
                  <a:lnTo>
                    <a:pt x="234993" y="568575"/>
                  </a:lnTo>
                  <a:lnTo>
                    <a:pt x="234758" y="568764"/>
                  </a:lnTo>
                  <a:lnTo>
                    <a:pt x="234427" y="568937"/>
                  </a:lnTo>
                  <a:lnTo>
                    <a:pt x="234317" y="569100"/>
                  </a:lnTo>
                  <a:lnTo>
                    <a:pt x="234292" y="569251"/>
                  </a:lnTo>
                  <a:lnTo>
                    <a:pt x="233944" y="569370"/>
                  </a:lnTo>
                  <a:lnTo>
                    <a:pt x="233353" y="569315"/>
                  </a:lnTo>
                  <a:lnTo>
                    <a:pt x="233205" y="569376"/>
                  </a:lnTo>
                  <a:lnTo>
                    <a:pt x="232969" y="569474"/>
                  </a:lnTo>
                  <a:lnTo>
                    <a:pt x="232817" y="569475"/>
                  </a:lnTo>
                  <a:lnTo>
                    <a:pt x="232465" y="569574"/>
                  </a:lnTo>
                  <a:lnTo>
                    <a:pt x="232164" y="569673"/>
                  </a:lnTo>
                  <a:lnTo>
                    <a:pt x="231633" y="570082"/>
                  </a:lnTo>
                  <a:lnTo>
                    <a:pt x="231536" y="570222"/>
                  </a:lnTo>
                  <a:lnTo>
                    <a:pt x="231439" y="570433"/>
                  </a:lnTo>
                  <a:lnTo>
                    <a:pt x="231295" y="570676"/>
                  </a:lnTo>
                  <a:lnTo>
                    <a:pt x="231069" y="570839"/>
                  </a:lnTo>
                  <a:lnTo>
                    <a:pt x="230777" y="570860"/>
                  </a:lnTo>
                  <a:lnTo>
                    <a:pt x="230576" y="570878"/>
                  </a:lnTo>
                  <a:lnTo>
                    <a:pt x="230242" y="571082"/>
                  </a:lnTo>
                  <a:lnTo>
                    <a:pt x="230257" y="571235"/>
                  </a:lnTo>
                  <a:lnTo>
                    <a:pt x="230113" y="571496"/>
                  </a:lnTo>
                  <a:lnTo>
                    <a:pt x="229815" y="571770"/>
                  </a:lnTo>
                  <a:lnTo>
                    <a:pt x="229584" y="572157"/>
                  </a:lnTo>
                  <a:lnTo>
                    <a:pt x="229481" y="572410"/>
                  </a:lnTo>
                  <a:lnTo>
                    <a:pt x="229514" y="573082"/>
                  </a:lnTo>
                  <a:lnTo>
                    <a:pt x="229368" y="573411"/>
                  </a:lnTo>
                  <a:lnTo>
                    <a:pt x="228842" y="573960"/>
                  </a:lnTo>
                  <a:lnTo>
                    <a:pt x="228636" y="573948"/>
                  </a:lnTo>
                  <a:lnTo>
                    <a:pt x="228435" y="573729"/>
                  </a:lnTo>
                  <a:lnTo>
                    <a:pt x="228158" y="573900"/>
                  </a:lnTo>
                  <a:lnTo>
                    <a:pt x="227994" y="574053"/>
                  </a:lnTo>
                  <a:lnTo>
                    <a:pt x="227494" y="574187"/>
                  </a:lnTo>
                  <a:lnTo>
                    <a:pt x="227274" y="574147"/>
                  </a:lnTo>
                  <a:lnTo>
                    <a:pt x="226959" y="573965"/>
                  </a:lnTo>
                  <a:lnTo>
                    <a:pt x="226885" y="573618"/>
                  </a:lnTo>
                  <a:lnTo>
                    <a:pt x="226633" y="573260"/>
                  </a:lnTo>
                  <a:lnTo>
                    <a:pt x="226337" y="573107"/>
                  </a:lnTo>
                  <a:lnTo>
                    <a:pt x="226156" y="573050"/>
                  </a:lnTo>
                  <a:lnTo>
                    <a:pt x="225841" y="572898"/>
                  </a:lnTo>
                  <a:lnTo>
                    <a:pt x="225712" y="572808"/>
                  </a:lnTo>
                  <a:lnTo>
                    <a:pt x="225286" y="572489"/>
                  </a:lnTo>
                  <a:lnTo>
                    <a:pt x="224919" y="572230"/>
                  </a:lnTo>
                  <a:lnTo>
                    <a:pt x="224385" y="572063"/>
                  </a:lnTo>
                  <a:lnTo>
                    <a:pt x="224354" y="571872"/>
                  </a:lnTo>
                  <a:lnTo>
                    <a:pt x="224546" y="571463"/>
                  </a:lnTo>
                  <a:lnTo>
                    <a:pt x="224609" y="571190"/>
                  </a:lnTo>
                  <a:lnTo>
                    <a:pt x="224650" y="570746"/>
                  </a:lnTo>
                  <a:lnTo>
                    <a:pt x="224852" y="570313"/>
                  </a:lnTo>
                  <a:lnTo>
                    <a:pt x="225490" y="569646"/>
                  </a:lnTo>
                  <a:lnTo>
                    <a:pt x="225918" y="569176"/>
                  </a:lnTo>
                  <a:lnTo>
                    <a:pt x="225819" y="568678"/>
                  </a:lnTo>
                  <a:lnTo>
                    <a:pt x="225617" y="568057"/>
                  </a:lnTo>
                  <a:lnTo>
                    <a:pt x="225420" y="567670"/>
                  </a:lnTo>
                  <a:lnTo>
                    <a:pt x="225164" y="567486"/>
                  </a:lnTo>
                  <a:lnTo>
                    <a:pt x="225004" y="567446"/>
                  </a:lnTo>
                  <a:lnTo>
                    <a:pt x="224720" y="567463"/>
                  </a:lnTo>
                  <a:lnTo>
                    <a:pt x="224569" y="567408"/>
                  </a:lnTo>
                  <a:lnTo>
                    <a:pt x="223663" y="567001"/>
                  </a:lnTo>
                  <a:lnTo>
                    <a:pt x="223442" y="566876"/>
                  </a:lnTo>
                  <a:lnTo>
                    <a:pt x="222968" y="566523"/>
                  </a:lnTo>
                  <a:lnTo>
                    <a:pt x="222733" y="566508"/>
                  </a:lnTo>
                  <a:lnTo>
                    <a:pt x="222343" y="566525"/>
                  </a:lnTo>
                  <a:lnTo>
                    <a:pt x="222066" y="566671"/>
                  </a:lnTo>
                  <a:lnTo>
                    <a:pt x="221915" y="566862"/>
                  </a:lnTo>
                  <a:lnTo>
                    <a:pt x="221908" y="567008"/>
                  </a:lnTo>
                  <a:lnTo>
                    <a:pt x="221854" y="567469"/>
                  </a:lnTo>
                  <a:lnTo>
                    <a:pt x="221808" y="567681"/>
                  </a:lnTo>
                  <a:lnTo>
                    <a:pt x="221574" y="567847"/>
                  </a:lnTo>
                  <a:lnTo>
                    <a:pt x="221209" y="568056"/>
                  </a:lnTo>
                  <a:lnTo>
                    <a:pt x="220221" y="568408"/>
                  </a:lnTo>
                  <a:lnTo>
                    <a:pt x="220064" y="568433"/>
                  </a:lnTo>
                  <a:lnTo>
                    <a:pt x="219713" y="568423"/>
                  </a:lnTo>
                  <a:lnTo>
                    <a:pt x="219054" y="568790"/>
                  </a:lnTo>
                  <a:lnTo>
                    <a:pt x="218160" y="569231"/>
                  </a:lnTo>
                  <a:lnTo>
                    <a:pt x="217772" y="569413"/>
                  </a:lnTo>
                  <a:lnTo>
                    <a:pt x="217465" y="569550"/>
                  </a:lnTo>
                  <a:lnTo>
                    <a:pt x="217063" y="569640"/>
                  </a:lnTo>
                  <a:lnTo>
                    <a:pt x="216933" y="569630"/>
                  </a:lnTo>
                  <a:lnTo>
                    <a:pt x="216541" y="569599"/>
                  </a:lnTo>
                  <a:lnTo>
                    <a:pt x="216375" y="569606"/>
                  </a:lnTo>
                  <a:lnTo>
                    <a:pt x="215480" y="569732"/>
                  </a:lnTo>
                  <a:lnTo>
                    <a:pt x="215317" y="569831"/>
                  </a:lnTo>
                  <a:lnTo>
                    <a:pt x="215017" y="570158"/>
                  </a:lnTo>
                  <a:lnTo>
                    <a:pt x="214929" y="570452"/>
                  </a:lnTo>
                  <a:lnTo>
                    <a:pt x="214756" y="570796"/>
                  </a:lnTo>
                  <a:lnTo>
                    <a:pt x="214587" y="570966"/>
                  </a:lnTo>
                  <a:lnTo>
                    <a:pt x="214350" y="571218"/>
                  </a:lnTo>
                  <a:lnTo>
                    <a:pt x="214049" y="571676"/>
                  </a:lnTo>
                  <a:lnTo>
                    <a:pt x="213813" y="572024"/>
                  </a:lnTo>
                  <a:lnTo>
                    <a:pt x="213131" y="572469"/>
                  </a:lnTo>
                  <a:lnTo>
                    <a:pt x="212732" y="572632"/>
                  </a:lnTo>
                  <a:lnTo>
                    <a:pt x="212527" y="572759"/>
                  </a:lnTo>
                  <a:lnTo>
                    <a:pt x="212132" y="572935"/>
                  </a:lnTo>
                  <a:lnTo>
                    <a:pt x="211934" y="573161"/>
                  </a:lnTo>
                  <a:lnTo>
                    <a:pt x="211763" y="573113"/>
                  </a:lnTo>
                  <a:lnTo>
                    <a:pt x="211437" y="573268"/>
                  </a:lnTo>
                  <a:lnTo>
                    <a:pt x="211193" y="573363"/>
                  </a:lnTo>
                  <a:lnTo>
                    <a:pt x="210925" y="573440"/>
                  </a:lnTo>
                  <a:lnTo>
                    <a:pt x="210643" y="573463"/>
                  </a:lnTo>
                  <a:lnTo>
                    <a:pt x="210452" y="573479"/>
                  </a:lnTo>
                  <a:lnTo>
                    <a:pt x="210322" y="573472"/>
                  </a:lnTo>
                  <a:lnTo>
                    <a:pt x="210059" y="573458"/>
                  </a:lnTo>
                  <a:lnTo>
                    <a:pt x="209833" y="573418"/>
                  </a:lnTo>
                  <a:lnTo>
                    <a:pt x="209503" y="573536"/>
                  </a:lnTo>
                  <a:lnTo>
                    <a:pt x="209257" y="573707"/>
                  </a:lnTo>
                  <a:lnTo>
                    <a:pt x="209119" y="573846"/>
                  </a:lnTo>
                  <a:lnTo>
                    <a:pt x="209092" y="574016"/>
                  </a:lnTo>
                  <a:lnTo>
                    <a:pt x="209084" y="574262"/>
                  </a:lnTo>
                  <a:lnTo>
                    <a:pt x="209071" y="574655"/>
                  </a:lnTo>
                  <a:lnTo>
                    <a:pt x="209016" y="574853"/>
                  </a:lnTo>
                  <a:lnTo>
                    <a:pt x="208896" y="575097"/>
                  </a:lnTo>
                  <a:lnTo>
                    <a:pt x="208645" y="575246"/>
                  </a:lnTo>
                  <a:lnTo>
                    <a:pt x="208576" y="575389"/>
                  </a:lnTo>
                  <a:lnTo>
                    <a:pt x="208303" y="575630"/>
                  </a:lnTo>
                  <a:lnTo>
                    <a:pt x="208034" y="575761"/>
                  </a:lnTo>
                  <a:lnTo>
                    <a:pt x="207877" y="575863"/>
                  </a:lnTo>
                  <a:lnTo>
                    <a:pt x="207284" y="576386"/>
                  </a:lnTo>
                  <a:lnTo>
                    <a:pt x="207133" y="576470"/>
                  </a:lnTo>
                  <a:lnTo>
                    <a:pt x="207001" y="576497"/>
                  </a:lnTo>
                  <a:lnTo>
                    <a:pt x="206596" y="576575"/>
                  </a:lnTo>
                  <a:lnTo>
                    <a:pt x="206067" y="577058"/>
                  </a:lnTo>
                  <a:lnTo>
                    <a:pt x="205859" y="577391"/>
                  </a:lnTo>
                  <a:lnTo>
                    <a:pt x="205766" y="577638"/>
                  </a:lnTo>
                  <a:lnTo>
                    <a:pt x="205653" y="577850"/>
                  </a:lnTo>
                  <a:lnTo>
                    <a:pt x="205001" y="578869"/>
                  </a:lnTo>
                  <a:lnTo>
                    <a:pt x="204460" y="578953"/>
                  </a:lnTo>
                  <a:lnTo>
                    <a:pt x="204395" y="579099"/>
                  </a:lnTo>
                  <a:lnTo>
                    <a:pt x="204220" y="579532"/>
                  </a:lnTo>
                  <a:lnTo>
                    <a:pt x="204109" y="579998"/>
                  </a:lnTo>
                  <a:lnTo>
                    <a:pt x="203959" y="579980"/>
                  </a:lnTo>
                  <a:lnTo>
                    <a:pt x="203751" y="579955"/>
                  </a:lnTo>
                  <a:lnTo>
                    <a:pt x="203521" y="580068"/>
                  </a:lnTo>
                  <a:lnTo>
                    <a:pt x="203452" y="580198"/>
                  </a:lnTo>
                  <a:lnTo>
                    <a:pt x="203365" y="580535"/>
                  </a:lnTo>
                  <a:lnTo>
                    <a:pt x="203228" y="580741"/>
                  </a:lnTo>
                  <a:lnTo>
                    <a:pt x="203151" y="580883"/>
                  </a:lnTo>
                  <a:lnTo>
                    <a:pt x="202703" y="581125"/>
                  </a:lnTo>
                  <a:lnTo>
                    <a:pt x="202439" y="580944"/>
                  </a:lnTo>
                  <a:lnTo>
                    <a:pt x="202207" y="580963"/>
                  </a:lnTo>
                  <a:lnTo>
                    <a:pt x="201947" y="581067"/>
                  </a:lnTo>
                  <a:lnTo>
                    <a:pt x="201625" y="581010"/>
                  </a:lnTo>
                  <a:lnTo>
                    <a:pt x="201213" y="580802"/>
                  </a:lnTo>
                  <a:lnTo>
                    <a:pt x="200397" y="580324"/>
                  </a:lnTo>
                  <a:lnTo>
                    <a:pt x="200000" y="580010"/>
                  </a:lnTo>
                  <a:lnTo>
                    <a:pt x="199834" y="579712"/>
                  </a:lnTo>
                  <a:lnTo>
                    <a:pt x="199277" y="579578"/>
                  </a:lnTo>
                  <a:lnTo>
                    <a:pt x="198879" y="579727"/>
                  </a:lnTo>
                  <a:lnTo>
                    <a:pt x="198699" y="579760"/>
                  </a:lnTo>
                  <a:lnTo>
                    <a:pt x="198349" y="579845"/>
                  </a:lnTo>
                  <a:lnTo>
                    <a:pt x="198183" y="579879"/>
                  </a:lnTo>
                  <a:lnTo>
                    <a:pt x="197907" y="579864"/>
                  </a:lnTo>
                  <a:lnTo>
                    <a:pt x="196938" y="580017"/>
                  </a:lnTo>
                  <a:lnTo>
                    <a:pt x="196773" y="579986"/>
                  </a:lnTo>
                  <a:lnTo>
                    <a:pt x="196150" y="579428"/>
                  </a:lnTo>
                  <a:lnTo>
                    <a:pt x="196020" y="579246"/>
                  </a:lnTo>
                  <a:lnTo>
                    <a:pt x="195865" y="579149"/>
                  </a:lnTo>
                  <a:lnTo>
                    <a:pt x="195011" y="578853"/>
                  </a:lnTo>
                  <a:lnTo>
                    <a:pt x="194389" y="579116"/>
                  </a:lnTo>
                  <a:lnTo>
                    <a:pt x="194231" y="579243"/>
                  </a:lnTo>
                  <a:lnTo>
                    <a:pt x="193966" y="579665"/>
                  </a:lnTo>
                  <a:lnTo>
                    <a:pt x="193800" y="579971"/>
                  </a:lnTo>
                  <a:lnTo>
                    <a:pt x="193482" y="580505"/>
                  </a:lnTo>
                  <a:lnTo>
                    <a:pt x="193191" y="580887"/>
                  </a:lnTo>
                  <a:lnTo>
                    <a:pt x="192406" y="581663"/>
                  </a:lnTo>
                  <a:lnTo>
                    <a:pt x="192057" y="581597"/>
                  </a:lnTo>
                  <a:lnTo>
                    <a:pt x="191743" y="581833"/>
                  </a:lnTo>
                  <a:lnTo>
                    <a:pt x="191630" y="581978"/>
                  </a:lnTo>
                  <a:lnTo>
                    <a:pt x="191850" y="580941"/>
                  </a:lnTo>
                  <a:lnTo>
                    <a:pt x="191798" y="580121"/>
                  </a:lnTo>
                  <a:lnTo>
                    <a:pt x="191496" y="580126"/>
                  </a:lnTo>
                  <a:lnTo>
                    <a:pt x="191095" y="580005"/>
                  </a:lnTo>
                  <a:lnTo>
                    <a:pt x="190829" y="579768"/>
                  </a:lnTo>
                  <a:lnTo>
                    <a:pt x="190385" y="579213"/>
                  </a:lnTo>
                  <a:lnTo>
                    <a:pt x="190001" y="578641"/>
                  </a:lnTo>
                  <a:lnTo>
                    <a:pt x="190013" y="577319"/>
                  </a:lnTo>
                  <a:lnTo>
                    <a:pt x="190601" y="576629"/>
                  </a:lnTo>
                  <a:lnTo>
                    <a:pt x="190475" y="576297"/>
                  </a:lnTo>
                  <a:lnTo>
                    <a:pt x="190035" y="576092"/>
                  </a:lnTo>
                  <a:lnTo>
                    <a:pt x="189168" y="575675"/>
                  </a:lnTo>
                  <a:lnTo>
                    <a:pt x="188847" y="575467"/>
                  </a:lnTo>
                  <a:lnTo>
                    <a:pt x="188648" y="575068"/>
                  </a:lnTo>
                  <a:lnTo>
                    <a:pt x="188205" y="574334"/>
                  </a:lnTo>
                  <a:lnTo>
                    <a:pt x="188065" y="574165"/>
                  </a:lnTo>
                  <a:lnTo>
                    <a:pt x="187674" y="573709"/>
                  </a:lnTo>
                  <a:lnTo>
                    <a:pt x="187505" y="573575"/>
                  </a:lnTo>
                  <a:lnTo>
                    <a:pt x="187353" y="573480"/>
                  </a:lnTo>
                  <a:lnTo>
                    <a:pt x="186867" y="573312"/>
                  </a:lnTo>
                  <a:lnTo>
                    <a:pt x="186403" y="573302"/>
                  </a:lnTo>
                  <a:lnTo>
                    <a:pt x="185776" y="573105"/>
                  </a:lnTo>
                  <a:lnTo>
                    <a:pt x="185772" y="572968"/>
                  </a:lnTo>
                  <a:lnTo>
                    <a:pt x="185694" y="572702"/>
                  </a:lnTo>
                  <a:lnTo>
                    <a:pt x="185428" y="572440"/>
                  </a:lnTo>
                  <a:lnTo>
                    <a:pt x="184773" y="572877"/>
                  </a:lnTo>
                  <a:lnTo>
                    <a:pt x="183851" y="572797"/>
                  </a:lnTo>
                  <a:lnTo>
                    <a:pt x="183454" y="572918"/>
                  </a:lnTo>
                  <a:lnTo>
                    <a:pt x="183240" y="573173"/>
                  </a:lnTo>
                  <a:lnTo>
                    <a:pt x="182831" y="573265"/>
                  </a:lnTo>
                  <a:lnTo>
                    <a:pt x="182664" y="573112"/>
                  </a:lnTo>
                  <a:lnTo>
                    <a:pt x="182266" y="572483"/>
                  </a:lnTo>
                  <a:lnTo>
                    <a:pt x="182239" y="572151"/>
                  </a:lnTo>
                  <a:lnTo>
                    <a:pt x="182262" y="571983"/>
                  </a:lnTo>
                  <a:lnTo>
                    <a:pt x="181791" y="571587"/>
                  </a:lnTo>
                  <a:lnTo>
                    <a:pt x="181460" y="571335"/>
                  </a:lnTo>
                  <a:lnTo>
                    <a:pt x="181367" y="570648"/>
                  </a:lnTo>
                  <a:lnTo>
                    <a:pt x="180998" y="570396"/>
                  </a:lnTo>
                  <a:lnTo>
                    <a:pt x="181382" y="570131"/>
                  </a:lnTo>
                  <a:lnTo>
                    <a:pt x="181424" y="569376"/>
                  </a:lnTo>
                  <a:lnTo>
                    <a:pt x="181886" y="569097"/>
                  </a:lnTo>
                  <a:lnTo>
                    <a:pt x="182522" y="568857"/>
                  </a:lnTo>
                  <a:lnTo>
                    <a:pt x="182715" y="568805"/>
                  </a:lnTo>
                  <a:lnTo>
                    <a:pt x="182859" y="568924"/>
                  </a:lnTo>
                  <a:lnTo>
                    <a:pt x="183071" y="569095"/>
                  </a:lnTo>
                  <a:lnTo>
                    <a:pt x="183756" y="569384"/>
                  </a:lnTo>
                  <a:lnTo>
                    <a:pt x="184140" y="569079"/>
                  </a:lnTo>
                  <a:lnTo>
                    <a:pt x="183964" y="568989"/>
                  </a:lnTo>
                  <a:lnTo>
                    <a:pt x="183665" y="568889"/>
                  </a:lnTo>
                  <a:lnTo>
                    <a:pt x="183502" y="568832"/>
                  </a:lnTo>
                  <a:lnTo>
                    <a:pt x="183513" y="568241"/>
                  </a:lnTo>
                  <a:lnTo>
                    <a:pt x="183842" y="568129"/>
                  </a:lnTo>
                  <a:lnTo>
                    <a:pt x="184109" y="567643"/>
                  </a:lnTo>
                  <a:lnTo>
                    <a:pt x="184201" y="567392"/>
                  </a:lnTo>
                  <a:lnTo>
                    <a:pt x="184150" y="567174"/>
                  </a:lnTo>
                  <a:lnTo>
                    <a:pt x="183815" y="566977"/>
                  </a:lnTo>
                  <a:lnTo>
                    <a:pt x="183382" y="566860"/>
                  </a:lnTo>
                  <a:lnTo>
                    <a:pt x="183050" y="566856"/>
                  </a:lnTo>
                  <a:lnTo>
                    <a:pt x="182795" y="566785"/>
                  </a:lnTo>
                  <a:lnTo>
                    <a:pt x="182805" y="566299"/>
                  </a:lnTo>
                  <a:lnTo>
                    <a:pt x="182949" y="565804"/>
                  </a:lnTo>
                  <a:lnTo>
                    <a:pt x="183109" y="565472"/>
                  </a:lnTo>
                  <a:lnTo>
                    <a:pt x="182936" y="564901"/>
                  </a:lnTo>
                  <a:lnTo>
                    <a:pt x="182157" y="564106"/>
                  </a:lnTo>
                  <a:lnTo>
                    <a:pt x="181569" y="563727"/>
                  </a:lnTo>
                  <a:lnTo>
                    <a:pt x="180910" y="563320"/>
                  </a:lnTo>
                  <a:lnTo>
                    <a:pt x="180680" y="562886"/>
                  </a:lnTo>
                  <a:lnTo>
                    <a:pt x="180551" y="562709"/>
                  </a:lnTo>
                  <a:lnTo>
                    <a:pt x="180194" y="562325"/>
                  </a:lnTo>
                  <a:lnTo>
                    <a:pt x="179692" y="562111"/>
                  </a:lnTo>
                  <a:lnTo>
                    <a:pt x="179440" y="561983"/>
                  </a:lnTo>
                  <a:lnTo>
                    <a:pt x="179215" y="561579"/>
                  </a:lnTo>
                  <a:lnTo>
                    <a:pt x="178416" y="561324"/>
                  </a:lnTo>
                  <a:lnTo>
                    <a:pt x="178048" y="560643"/>
                  </a:lnTo>
                  <a:lnTo>
                    <a:pt x="177676" y="560034"/>
                  </a:lnTo>
                  <a:lnTo>
                    <a:pt x="177264" y="559977"/>
                  </a:lnTo>
                  <a:lnTo>
                    <a:pt x="177018" y="559961"/>
                  </a:lnTo>
                  <a:lnTo>
                    <a:pt x="176806" y="559971"/>
                  </a:lnTo>
                  <a:lnTo>
                    <a:pt x="176116" y="560041"/>
                  </a:lnTo>
                  <a:lnTo>
                    <a:pt x="175385" y="559997"/>
                  </a:lnTo>
                  <a:lnTo>
                    <a:pt x="174696" y="558917"/>
                  </a:lnTo>
                  <a:lnTo>
                    <a:pt x="174927" y="558488"/>
                  </a:lnTo>
                  <a:lnTo>
                    <a:pt x="174433" y="558243"/>
                  </a:lnTo>
                  <a:lnTo>
                    <a:pt x="174224" y="558369"/>
                  </a:lnTo>
                  <a:lnTo>
                    <a:pt x="173890" y="558293"/>
                  </a:lnTo>
                  <a:lnTo>
                    <a:pt x="173727" y="557794"/>
                  </a:lnTo>
                  <a:lnTo>
                    <a:pt x="173351" y="557718"/>
                  </a:lnTo>
                  <a:lnTo>
                    <a:pt x="172991" y="557908"/>
                  </a:lnTo>
                  <a:lnTo>
                    <a:pt x="173083" y="557651"/>
                  </a:lnTo>
                  <a:lnTo>
                    <a:pt x="173137" y="557185"/>
                  </a:lnTo>
                  <a:lnTo>
                    <a:pt x="172832" y="556817"/>
                  </a:lnTo>
                  <a:lnTo>
                    <a:pt x="172962" y="556077"/>
                  </a:lnTo>
                  <a:lnTo>
                    <a:pt x="172836" y="555412"/>
                  </a:lnTo>
                  <a:lnTo>
                    <a:pt x="173153" y="554801"/>
                  </a:lnTo>
                  <a:lnTo>
                    <a:pt x="173454" y="554901"/>
                  </a:lnTo>
                  <a:lnTo>
                    <a:pt x="173682" y="554958"/>
                  </a:lnTo>
                  <a:lnTo>
                    <a:pt x="173995" y="555022"/>
                  </a:lnTo>
                  <a:lnTo>
                    <a:pt x="174480" y="554831"/>
                  </a:lnTo>
                  <a:lnTo>
                    <a:pt x="174678" y="554872"/>
                  </a:lnTo>
                  <a:lnTo>
                    <a:pt x="174972" y="554986"/>
                  </a:lnTo>
                  <a:lnTo>
                    <a:pt x="175731" y="554552"/>
                  </a:lnTo>
                  <a:lnTo>
                    <a:pt x="175799" y="554244"/>
                  </a:lnTo>
                  <a:lnTo>
                    <a:pt x="175820" y="553838"/>
                  </a:lnTo>
                  <a:lnTo>
                    <a:pt x="175710" y="553475"/>
                  </a:lnTo>
                  <a:lnTo>
                    <a:pt x="175628" y="553016"/>
                  </a:lnTo>
                  <a:lnTo>
                    <a:pt x="176091" y="552437"/>
                  </a:lnTo>
                  <a:lnTo>
                    <a:pt x="176444" y="551528"/>
                  </a:lnTo>
                  <a:lnTo>
                    <a:pt x="176332" y="551362"/>
                  </a:lnTo>
                  <a:lnTo>
                    <a:pt x="176024" y="551097"/>
                  </a:lnTo>
                  <a:lnTo>
                    <a:pt x="175707" y="550941"/>
                  </a:lnTo>
                  <a:lnTo>
                    <a:pt x="175343" y="550648"/>
                  </a:lnTo>
                  <a:lnTo>
                    <a:pt x="175273" y="550407"/>
                  </a:lnTo>
                  <a:lnTo>
                    <a:pt x="175350" y="550013"/>
                  </a:lnTo>
                  <a:lnTo>
                    <a:pt x="175508" y="549868"/>
                  </a:lnTo>
                  <a:lnTo>
                    <a:pt x="176059" y="549311"/>
                  </a:lnTo>
                  <a:lnTo>
                    <a:pt x="176187" y="549105"/>
                  </a:lnTo>
                  <a:lnTo>
                    <a:pt x="176997" y="548817"/>
                  </a:lnTo>
                  <a:lnTo>
                    <a:pt x="176928" y="548059"/>
                  </a:lnTo>
                  <a:lnTo>
                    <a:pt x="176941" y="547894"/>
                  </a:lnTo>
                  <a:lnTo>
                    <a:pt x="177283" y="547433"/>
                  </a:lnTo>
                  <a:lnTo>
                    <a:pt x="177804" y="547406"/>
                  </a:lnTo>
                  <a:lnTo>
                    <a:pt x="177836" y="546774"/>
                  </a:lnTo>
                  <a:lnTo>
                    <a:pt x="177602" y="546757"/>
                  </a:lnTo>
                  <a:lnTo>
                    <a:pt x="177206" y="546829"/>
                  </a:lnTo>
                  <a:lnTo>
                    <a:pt x="176901" y="546650"/>
                  </a:lnTo>
                  <a:lnTo>
                    <a:pt x="176609" y="546379"/>
                  </a:lnTo>
                  <a:lnTo>
                    <a:pt x="176165" y="546174"/>
                  </a:lnTo>
                  <a:lnTo>
                    <a:pt x="175837" y="546049"/>
                  </a:lnTo>
                  <a:lnTo>
                    <a:pt x="175524" y="546096"/>
                  </a:lnTo>
                  <a:lnTo>
                    <a:pt x="174987" y="546515"/>
                  </a:lnTo>
                  <a:lnTo>
                    <a:pt x="175285" y="547163"/>
                  </a:lnTo>
                  <a:lnTo>
                    <a:pt x="175480" y="547659"/>
                  </a:lnTo>
                  <a:lnTo>
                    <a:pt x="175554" y="547999"/>
                  </a:lnTo>
                  <a:lnTo>
                    <a:pt x="175526" y="548193"/>
                  </a:lnTo>
                  <a:lnTo>
                    <a:pt x="175038" y="548611"/>
                  </a:lnTo>
                  <a:lnTo>
                    <a:pt x="174735" y="548428"/>
                  </a:lnTo>
                  <a:lnTo>
                    <a:pt x="174317" y="548268"/>
                  </a:lnTo>
                  <a:lnTo>
                    <a:pt x="174049" y="548445"/>
                  </a:lnTo>
                  <a:lnTo>
                    <a:pt x="173897" y="548720"/>
                  </a:lnTo>
                  <a:lnTo>
                    <a:pt x="173933" y="549015"/>
                  </a:lnTo>
                  <a:lnTo>
                    <a:pt x="173633" y="549181"/>
                  </a:lnTo>
                  <a:lnTo>
                    <a:pt x="172826" y="549179"/>
                  </a:lnTo>
                  <a:lnTo>
                    <a:pt x="172632" y="548963"/>
                  </a:lnTo>
                  <a:lnTo>
                    <a:pt x="172664" y="548728"/>
                  </a:lnTo>
                  <a:lnTo>
                    <a:pt x="172643" y="548385"/>
                  </a:lnTo>
                  <a:lnTo>
                    <a:pt x="172594" y="547874"/>
                  </a:lnTo>
                  <a:lnTo>
                    <a:pt x="171978" y="546223"/>
                  </a:lnTo>
                  <a:lnTo>
                    <a:pt x="172297" y="544804"/>
                  </a:lnTo>
                  <a:lnTo>
                    <a:pt x="172644" y="544118"/>
                  </a:lnTo>
                  <a:lnTo>
                    <a:pt x="172979" y="543632"/>
                  </a:lnTo>
                  <a:lnTo>
                    <a:pt x="172957" y="543253"/>
                  </a:lnTo>
                  <a:lnTo>
                    <a:pt x="172690" y="543037"/>
                  </a:lnTo>
                  <a:lnTo>
                    <a:pt x="172575" y="542876"/>
                  </a:lnTo>
                  <a:lnTo>
                    <a:pt x="172448" y="542618"/>
                  </a:lnTo>
                  <a:lnTo>
                    <a:pt x="171830" y="542134"/>
                  </a:lnTo>
                  <a:lnTo>
                    <a:pt x="171498" y="541265"/>
                  </a:lnTo>
                  <a:lnTo>
                    <a:pt x="170981" y="541191"/>
                  </a:lnTo>
                  <a:lnTo>
                    <a:pt x="170572" y="541231"/>
                  </a:lnTo>
                  <a:lnTo>
                    <a:pt x="170406" y="541219"/>
                  </a:lnTo>
                  <a:lnTo>
                    <a:pt x="169576" y="540808"/>
                  </a:lnTo>
                  <a:lnTo>
                    <a:pt x="168892" y="540513"/>
                  </a:lnTo>
                  <a:lnTo>
                    <a:pt x="168553" y="540671"/>
                  </a:lnTo>
                  <a:lnTo>
                    <a:pt x="167461" y="540414"/>
                  </a:lnTo>
                  <a:lnTo>
                    <a:pt x="167192" y="540189"/>
                  </a:lnTo>
                  <a:lnTo>
                    <a:pt x="167203" y="540026"/>
                  </a:lnTo>
                  <a:lnTo>
                    <a:pt x="167171" y="539831"/>
                  </a:lnTo>
                  <a:lnTo>
                    <a:pt x="167023" y="539704"/>
                  </a:lnTo>
                  <a:lnTo>
                    <a:pt x="166885" y="539494"/>
                  </a:lnTo>
                  <a:lnTo>
                    <a:pt x="166820" y="539234"/>
                  </a:lnTo>
                  <a:lnTo>
                    <a:pt x="166917" y="538857"/>
                  </a:lnTo>
                  <a:lnTo>
                    <a:pt x="167019" y="538595"/>
                  </a:lnTo>
                  <a:lnTo>
                    <a:pt x="167068" y="537806"/>
                  </a:lnTo>
                  <a:lnTo>
                    <a:pt x="166785" y="537884"/>
                  </a:lnTo>
                  <a:lnTo>
                    <a:pt x="166279" y="537906"/>
                  </a:lnTo>
                  <a:lnTo>
                    <a:pt x="166148" y="537909"/>
                  </a:lnTo>
                  <a:lnTo>
                    <a:pt x="165783" y="537861"/>
                  </a:lnTo>
                  <a:lnTo>
                    <a:pt x="165565" y="537540"/>
                  </a:lnTo>
                  <a:lnTo>
                    <a:pt x="165565" y="537292"/>
                  </a:lnTo>
                  <a:lnTo>
                    <a:pt x="165579" y="536967"/>
                  </a:lnTo>
                  <a:lnTo>
                    <a:pt x="165657" y="536738"/>
                  </a:lnTo>
                  <a:lnTo>
                    <a:pt x="165599" y="536397"/>
                  </a:lnTo>
                  <a:lnTo>
                    <a:pt x="165343" y="536182"/>
                  </a:lnTo>
                  <a:lnTo>
                    <a:pt x="165092" y="536035"/>
                  </a:lnTo>
                  <a:lnTo>
                    <a:pt x="164777" y="536058"/>
                  </a:lnTo>
                  <a:lnTo>
                    <a:pt x="164541" y="536012"/>
                  </a:lnTo>
                  <a:lnTo>
                    <a:pt x="163670" y="535415"/>
                  </a:lnTo>
                  <a:lnTo>
                    <a:pt x="163424" y="535349"/>
                  </a:lnTo>
                  <a:lnTo>
                    <a:pt x="162896" y="535226"/>
                  </a:lnTo>
                  <a:lnTo>
                    <a:pt x="162423" y="535037"/>
                  </a:lnTo>
                  <a:lnTo>
                    <a:pt x="161700" y="534530"/>
                  </a:lnTo>
                  <a:lnTo>
                    <a:pt x="161797" y="533880"/>
                  </a:lnTo>
                  <a:lnTo>
                    <a:pt x="162056" y="533524"/>
                  </a:lnTo>
                  <a:lnTo>
                    <a:pt x="162116" y="533302"/>
                  </a:lnTo>
                  <a:lnTo>
                    <a:pt x="162139" y="532688"/>
                  </a:lnTo>
                  <a:lnTo>
                    <a:pt x="162228" y="532045"/>
                  </a:lnTo>
                  <a:lnTo>
                    <a:pt x="162551" y="531751"/>
                  </a:lnTo>
                  <a:lnTo>
                    <a:pt x="162643" y="531219"/>
                  </a:lnTo>
                  <a:lnTo>
                    <a:pt x="162220" y="530716"/>
                  </a:lnTo>
                  <a:lnTo>
                    <a:pt x="162224" y="530363"/>
                  </a:lnTo>
                  <a:lnTo>
                    <a:pt x="162578" y="529372"/>
                  </a:lnTo>
                  <a:lnTo>
                    <a:pt x="162744" y="528874"/>
                  </a:lnTo>
                  <a:lnTo>
                    <a:pt x="162916" y="528158"/>
                  </a:lnTo>
                  <a:lnTo>
                    <a:pt x="163059" y="527804"/>
                  </a:lnTo>
                  <a:lnTo>
                    <a:pt x="163101" y="527657"/>
                  </a:lnTo>
                  <a:lnTo>
                    <a:pt x="163202" y="527177"/>
                  </a:lnTo>
                  <a:lnTo>
                    <a:pt x="163191" y="526415"/>
                  </a:lnTo>
                  <a:lnTo>
                    <a:pt x="162897" y="526060"/>
                  </a:lnTo>
                  <a:lnTo>
                    <a:pt x="162239" y="526047"/>
                  </a:lnTo>
                  <a:lnTo>
                    <a:pt x="161868" y="525801"/>
                  </a:lnTo>
                  <a:lnTo>
                    <a:pt x="161194" y="525666"/>
                  </a:lnTo>
                  <a:lnTo>
                    <a:pt x="160853" y="525643"/>
                  </a:lnTo>
                  <a:lnTo>
                    <a:pt x="160464" y="525684"/>
                  </a:lnTo>
                  <a:lnTo>
                    <a:pt x="160225" y="525762"/>
                  </a:lnTo>
                  <a:lnTo>
                    <a:pt x="159427" y="526221"/>
                  </a:lnTo>
                  <a:lnTo>
                    <a:pt x="159158" y="526305"/>
                  </a:lnTo>
                  <a:lnTo>
                    <a:pt x="158343" y="525882"/>
                  </a:lnTo>
                  <a:lnTo>
                    <a:pt x="158392" y="525642"/>
                  </a:lnTo>
                  <a:lnTo>
                    <a:pt x="158278" y="525293"/>
                  </a:lnTo>
                  <a:lnTo>
                    <a:pt x="158130" y="525278"/>
                  </a:lnTo>
                  <a:lnTo>
                    <a:pt x="157888" y="525204"/>
                  </a:lnTo>
                  <a:lnTo>
                    <a:pt x="157643" y="524799"/>
                  </a:lnTo>
                  <a:lnTo>
                    <a:pt x="157853" y="524107"/>
                  </a:lnTo>
                  <a:lnTo>
                    <a:pt x="157792" y="523790"/>
                  </a:lnTo>
                  <a:lnTo>
                    <a:pt x="157706" y="523575"/>
                  </a:lnTo>
                  <a:lnTo>
                    <a:pt x="157404" y="523131"/>
                  </a:lnTo>
                  <a:lnTo>
                    <a:pt x="157121" y="522366"/>
                  </a:lnTo>
                  <a:lnTo>
                    <a:pt x="157291" y="522047"/>
                  </a:lnTo>
                  <a:lnTo>
                    <a:pt x="157247" y="521335"/>
                  </a:lnTo>
                  <a:lnTo>
                    <a:pt x="156717" y="520750"/>
                  </a:lnTo>
                  <a:lnTo>
                    <a:pt x="156574" y="520672"/>
                  </a:lnTo>
                  <a:lnTo>
                    <a:pt x="156286" y="520569"/>
                  </a:lnTo>
                  <a:lnTo>
                    <a:pt x="156331" y="520441"/>
                  </a:lnTo>
                  <a:lnTo>
                    <a:pt x="156487" y="520104"/>
                  </a:lnTo>
                  <a:lnTo>
                    <a:pt x="156729" y="519732"/>
                  </a:lnTo>
                  <a:lnTo>
                    <a:pt x="156835" y="519588"/>
                  </a:lnTo>
                  <a:lnTo>
                    <a:pt x="156703" y="518976"/>
                  </a:lnTo>
                  <a:lnTo>
                    <a:pt x="156175" y="518808"/>
                  </a:lnTo>
                  <a:lnTo>
                    <a:pt x="156011" y="518683"/>
                  </a:lnTo>
                  <a:lnTo>
                    <a:pt x="155860" y="518541"/>
                  </a:lnTo>
                  <a:lnTo>
                    <a:pt x="155785" y="517994"/>
                  </a:lnTo>
                  <a:lnTo>
                    <a:pt x="155587" y="517567"/>
                  </a:lnTo>
                  <a:lnTo>
                    <a:pt x="155251" y="517252"/>
                  </a:lnTo>
                  <a:lnTo>
                    <a:pt x="155143" y="517113"/>
                  </a:lnTo>
                  <a:lnTo>
                    <a:pt x="154369" y="516157"/>
                  </a:lnTo>
                  <a:lnTo>
                    <a:pt x="154015" y="514565"/>
                  </a:lnTo>
                  <a:lnTo>
                    <a:pt x="154091" y="514223"/>
                  </a:lnTo>
                  <a:lnTo>
                    <a:pt x="154029" y="514070"/>
                  </a:lnTo>
                  <a:lnTo>
                    <a:pt x="153674" y="513417"/>
                  </a:lnTo>
                  <a:lnTo>
                    <a:pt x="153239" y="512909"/>
                  </a:lnTo>
                  <a:lnTo>
                    <a:pt x="152583" y="512805"/>
                  </a:lnTo>
                  <a:lnTo>
                    <a:pt x="152347" y="512993"/>
                  </a:lnTo>
                  <a:lnTo>
                    <a:pt x="152263" y="513181"/>
                  </a:lnTo>
                  <a:lnTo>
                    <a:pt x="152158" y="513403"/>
                  </a:lnTo>
                  <a:lnTo>
                    <a:pt x="151967" y="513557"/>
                  </a:lnTo>
                  <a:lnTo>
                    <a:pt x="151713" y="513640"/>
                  </a:lnTo>
                  <a:lnTo>
                    <a:pt x="151733" y="513427"/>
                  </a:lnTo>
                  <a:lnTo>
                    <a:pt x="151838" y="512411"/>
                  </a:lnTo>
                  <a:lnTo>
                    <a:pt x="152042" y="511774"/>
                  </a:lnTo>
                  <a:lnTo>
                    <a:pt x="152110" y="511539"/>
                  </a:lnTo>
                  <a:lnTo>
                    <a:pt x="152249" y="510611"/>
                  </a:lnTo>
                  <a:lnTo>
                    <a:pt x="152093" y="510227"/>
                  </a:lnTo>
                  <a:lnTo>
                    <a:pt x="151671" y="509693"/>
                  </a:lnTo>
                  <a:lnTo>
                    <a:pt x="151188" y="508631"/>
                  </a:lnTo>
                  <a:lnTo>
                    <a:pt x="151161" y="508487"/>
                  </a:lnTo>
                  <a:lnTo>
                    <a:pt x="150928" y="507938"/>
                  </a:lnTo>
                  <a:lnTo>
                    <a:pt x="150772" y="507691"/>
                  </a:lnTo>
                  <a:lnTo>
                    <a:pt x="149719" y="506745"/>
                  </a:lnTo>
                  <a:lnTo>
                    <a:pt x="149693" y="506530"/>
                  </a:lnTo>
                  <a:lnTo>
                    <a:pt x="149747" y="506264"/>
                  </a:lnTo>
                  <a:lnTo>
                    <a:pt x="149777" y="505751"/>
                  </a:lnTo>
                  <a:lnTo>
                    <a:pt x="149662" y="505411"/>
                  </a:lnTo>
                  <a:lnTo>
                    <a:pt x="149366" y="505589"/>
                  </a:lnTo>
                  <a:lnTo>
                    <a:pt x="149286" y="505793"/>
                  </a:lnTo>
                  <a:lnTo>
                    <a:pt x="148789" y="505965"/>
                  </a:lnTo>
                  <a:lnTo>
                    <a:pt x="148552" y="505883"/>
                  </a:lnTo>
                  <a:lnTo>
                    <a:pt x="148838" y="505323"/>
                  </a:lnTo>
                  <a:lnTo>
                    <a:pt x="149193" y="504782"/>
                  </a:lnTo>
                  <a:lnTo>
                    <a:pt x="149370" y="504695"/>
                  </a:lnTo>
                  <a:lnTo>
                    <a:pt x="148976" y="504285"/>
                  </a:lnTo>
                  <a:lnTo>
                    <a:pt x="148760" y="504115"/>
                  </a:lnTo>
                  <a:lnTo>
                    <a:pt x="148873" y="503633"/>
                  </a:lnTo>
                  <a:lnTo>
                    <a:pt x="148921" y="502634"/>
                  </a:lnTo>
                  <a:lnTo>
                    <a:pt x="148563" y="502528"/>
                  </a:lnTo>
                  <a:lnTo>
                    <a:pt x="147797" y="502542"/>
                  </a:lnTo>
                  <a:lnTo>
                    <a:pt x="147633" y="502552"/>
                  </a:lnTo>
                  <a:lnTo>
                    <a:pt x="147417" y="502563"/>
                  </a:lnTo>
                  <a:lnTo>
                    <a:pt x="146991" y="502547"/>
                  </a:lnTo>
                  <a:lnTo>
                    <a:pt x="146769" y="502284"/>
                  </a:lnTo>
                  <a:lnTo>
                    <a:pt x="146539" y="501836"/>
                  </a:lnTo>
                  <a:lnTo>
                    <a:pt x="146455" y="500996"/>
                  </a:lnTo>
                  <a:lnTo>
                    <a:pt x="146379" y="500201"/>
                  </a:lnTo>
                  <a:lnTo>
                    <a:pt x="146337" y="499790"/>
                  </a:lnTo>
                  <a:lnTo>
                    <a:pt x="146276" y="499629"/>
                  </a:lnTo>
                  <a:lnTo>
                    <a:pt x="146171" y="499420"/>
                  </a:lnTo>
                  <a:lnTo>
                    <a:pt x="145632" y="498605"/>
                  </a:lnTo>
                  <a:lnTo>
                    <a:pt x="145499" y="498353"/>
                  </a:lnTo>
                  <a:lnTo>
                    <a:pt x="145236" y="498186"/>
                  </a:lnTo>
                  <a:lnTo>
                    <a:pt x="145034" y="498134"/>
                  </a:lnTo>
                  <a:lnTo>
                    <a:pt x="144616" y="497911"/>
                  </a:lnTo>
                  <a:lnTo>
                    <a:pt x="144273" y="497484"/>
                  </a:lnTo>
                  <a:lnTo>
                    <a:pt x="143976" y="497265"/>
                  </a:lnTo>
                  <a:lnTo>
                    <a:pt x="143503" y="496969"/>
                  </a:lnTo>
                  <a:lnTo>
                    <a:pt x="143384" y="496777"/>
                  </a:lnTo>
                  <a:lnTo>
                    <a:pt x="143271" y="496257"/>
                  </a:lnTo>
                  <a:lnTo>
                    <a:pt x="143237" y="496094"/>
                  </a:lnTo>
                  <a:lnTo>
                    <a:pt x="143318" y="495790"/>
                  </a:lnTo>
                  <a:lnTo>
                    <a:pt x="143384" y="495477"/>
                  </a:lnTo>
                  <a:lnTo>
                    <a:pt x="143429" y="495178"/>
                  </a:lnTo>
                  <a:lnTo>
                    <a:pt x="143673" y="494772"/>
                  </a:lnTo>
                  <a:lnTo>
                    <a:pt x="143827" y="494533"/>
                  </a:lnTo>
                  <a:lnTo>
                    <a:pt x="144004" y="494060"/>
                  </a:lnTo>
                  <a:lnTo>
                    <a:pt x="143591" y="493831"/>
                  </a:lnTo>
                  <a:lnTo>
                    <a:pt x="143455" y="493767"/>
                  </a:lnTo>
                  <a:lnTo>
                    <a:pt x="143147" y="493524"/>
                  </a:lnTo>
                  <a:lnTo>
                    <a:pt x="143125" y="493283"/>
                  </a:lnTo>
                  <a:lnTo>
                    <a:pt x="143317" y="492907"/>
                  </a:lnTo>
                  <a:lnTo>
                    <a:pt x="143164" y="492511"/>
                  </a:lnTo>
                  <a:lnTo>
                    <a:pt x="142851" y="492046"/>
                  </a:lnTo>
                  <a:lnTo>
                    <a:pt x="142784" y="491772"/>
                  </a:lnTo>
                  <a:lnTo>
                    <a:pt x="142732" y="491586"/>
                  </a:lnTo>
                  <a:lnTo>
                    <a:pt x="142243" y="490908"/>
                  </a:lnTo>
                  <a:lnTo>
                    <a:pt x="141660" y="491067"/>
                  </a:lnTo>
                  <a:lnTo>
                    <a:pt x="140937" y="491359"/>
                  </a:lnTo>
                  <a:lnTo>
                    <a:pt x="140773" y="491325"/>
                  </a:lnTo>
                  <a:lnTo>
                    <a:pt x="139876" y="491977"/>
                  </a:lnTo>
                  <a:lnTo>
                    <a:pt x="139737" y="492230"/>
                  </a:lnTo>
                  <a:lnTo>
                    <a:pt x="139337" y="493730"/>
                  </a:lnTo>
                  <a:lnTo>
                    <a:pt x="139300" y="493961"/>
                  </a:lnTo>
                  <a:lnTo>
                    <a:pt x="138978" y="494291"/>
                  </a:lnTo>
                  <a:lnTo>
                    <a:pt x="138567" y="494542"/>
                  </a:lnTo>
                  <a:lnTo>
                    <a:pt x="138128" y="494926"/>
                  </a:lnTo>
                  <a:lnTo>
                    <a:pt x="137728" y="495279"/>
                  </a:lnTo>
                  <a:lnTo>
                    <a:pt x="136886" y="496195"/>
                  </a:lnTo>
                  <a:lnTo>
                    <a:pt x="136355" y="496101"/>
                  </a:lnTo>
                  <a:lnTo>
                    <a:pt x="136301" y="495935"/>
                  </a:lnTo>
                  <a:lnTo>
                    <a:pt x="135947" y="495679"/>
                  </a:lnTo>
                  <a:lnTo>
                    <a:pt x="135365" y="495865"/>
                  </a:lnTo>
                  <a:lnTo>
                    <a:pt x="135020" y="495489"/>
                  </a:lnTo>
                  <a:lnTo>
                    <a:pt x="134982" y="495108"/>
                  </a:lnTo>
                  <a:lnTo>
                    <a:pt x="134764" y="494390"/>
                  </a:lnTo>
                  <a:lnTo>
                    <a:pt x="134358" y="494688"/>
                  </a:lnTo>
                  <a:lnTo>
                    <a:pt x="133647" y="494077"/>
                  </a:lnTo>
                  <a:lnTo>
                    <a:pt x="133319" y="493954"/>
                  </a:lnTo>
                  <a:lnTo>
                    <a:pt x="132419" y="493740"/>
                  </a:lnTo>
                  <a:lnTo>
                    <a:pt x="132166" y="493713"/>
                  </a:lnTo>
                  <a:lnTo>
                    <a:pt x="131717" y="494096"/>
                  </a:lnTo>
                  <a:lnTo>
                    <a:pt x="131591" y="494496"/>
                  </a:lnTo>
                  <a:lnTo>
                    <a:pt x="131226" y="494748"/>
                  </a:lnTo>
                  <a:lnTo>
                    <a:pt x="130932" y="494928"/>
                  </a:lnTo>
                  <a:lnTo>
                    <a:pt x="130800" y="495294"/>
                  </a:lnTo>
                  <a:lnTo>
                    <a:pt x="130786" y="495627"/>
                  </a:lnTo>
                  <a:lnTo>
                    <a:pt x="130868" y="495909"/>
                  </a:lnTo>
                  <a:lnTo>
                    <a:pt x="130791" y="496146"/>
                  </a:lnTo>
                  <a:lnTo>
                    <a:pt x="130565" y="496678"/>
                  </a:lnTo>
                  <a:lnTo>
                    <a:pt x="129810" y="497683"/>
                  </a:lnTo>
                  <a:lnTo>
                    <a:pt x="129561" y="497878"/>
                  </a:lnTo>
                  <a:lnTo>
                    <a:pt x="129422" y="498376"/>
                  </a:lnTo>
                  <a:lnTo>
                    <a:pt x="129399" y="498527"/>
                  </a:lnTo>
                  <a:lnTo>
                    <a:pt x="129092" y="499053"/>
                  </a:lnTo>
                  <a:lnTo>
                    <a:pt x="128485" y="498887"/>
                  </a:lnTo>
                  <a:lnTo>
                    <a:pt x="128172" y="499068"/>
                  </a:lnTo>
                  <a:lnTo>
                    <a:pt x="127975" y="499554"/>
                  </a:lnTo>
                  <a:lnTo>
                    <a:pt x="127785" y="500318"/>
                  </a:lnTo>
                  <a:lnTo>
                    <a:pt x="127596" y="500543"/>
                  </a:lnTo>
                  <a:lnTo>
                    <a:pt x="127135" y="500735"/>
                  </a:lnTo>
                  <a:lnTo>
                    <a:pt x="126541" y="500536"/>
                  </a:lnTo>
                  <a:lnTo>
                    <a:pt x="126199" y="499955"/>
                  </a:lnTo>
                  <a:lnTo>
                    <a:pt x="126244" y="499678"/>
                  </a:lnTo>
                  <a:lnTo>
                    <a:pt x="126305" y="499482"/>
                  </a:lnTo>
                  <a:lnTo>
                    <a:pt x="126365" y="499143"/>
                  </a:lnTo>
                  <a:lnTo>
                    <a:pt x="126300" y="498627"/>
                  </a:lnTo>
                  <a:lnTo>
                    <a:pt x="126222" y="498395"/>
                  </a:lnTo>
                  <a:lnTo>
                    <a:pt x="126295" y="497703"/>
                  </a:lnTo>
                  <a:lnTo>
                    <a:pt x="125751" y="497110"/>
                  </a:lnTo>
                  <a:lnTo>
                    <a:pt x="125482" y="496666"/>
                  </a:lnTo>
                  <a:lnTo>
                    <a:pt x="125483" y="496379"/>
                  </a:lnTo>
                  <a:lnTo>
                    <a:pt x="125824" y="495884"/>
                  </a:lnTo>
                  <a:lnTo>
                    <a:pt x="126401" y="495251"/>
                  </a:lnTo>
                  <a:lnTo>
                    <a:pt x="126323" y="494757"/>
                  </a:lnTo>
                  <a:lnTo>
                    <a:pt x="126163" y="494544"/>
                  </a:lnTo>
                  <a:lnTo>
                    <a:pt x="126243" y="494315"/>
                  </a:lnTo>
                  <a:lnTo>
                    <a:pt x="126433" y="494025"/>
                  </a:lnTo>
                  <a:lnTo>
                    <a:pt x="126361" y="493853"/>
                  </a:lnTo>
                  <a:lnTo>
                    <a:pt x="125829" y="493533"/>
                  </a:lnTo>
                  <a:lnTo>
                    <a:pt x="125552" y="493627"/>
                  </a:lnTo>
                  <a:lnTo>
                    <a:pt x="125080" y="493582"/>
                  </a:lnTo>
                  <a:lnTo>
                    <a:pt x="124869" y="493472"/>
                  </a:lnTo>
                  <a:lnTo>
                    <a:pt x="124442" y="493638"/>
                  </a:lnTo>
                  <a:lnTo>
                    <a:pt x="123507" y="493519"/>
                  </a:lnTo>
                  <a:lnTo>
                    <a:pt x="123117" y="493373"/>
                  </a:lnTo>
                  <a:lnTo>
                    <a:pt x="122953" y="493194"/>
                  </a:lnTo>
                  <a:lnTo>
                    <a:pt x="122741" y="493059"/>
                  </a:lnTo>
                  <a:lnTo>
                    <a:pt x="122259" y="493133"/>
                  </a:lnTo>
                  <a:lnTo>
                    <a:pt x="121820" y="492789"/>
                  </a:lnTo>
                  <a:lnTo>
                    <a:pt x="120439" y="491915"/>
                  </a:lnTo>
                  <a:lnTo>
                    <a:pt x="120639" y="491483"/>
                  </a:lnTo>
                  <a:lnTo>
                    <a:pt x="121027" y="490927"/>
                  </a:lnTo>
                  <a:lnTo>
                    <a:pt x="121527" y="490381"/>
                  </a:lnTo>
                  <a:lnTo>
                    <a:pt x="121575" y="490174"/>
                  </a:lnTo>
                  <a:lnTo>
                    <a:pt x="121430" y="489787"/>
                  </a:lnTo>
                  <a:lnTo>
                    <a:pt x="121322" y="489599"/>
                  </a:lnTo>
                  <a:lnTo>
                    <a:pt x="120861" y="489271"/>
                  </a:lnTo>
                  <a:lnTo>
                    <a:pt x="120233" y="488608"/>
                  </a:lnTo>
                  <a:lnTo>
                    <a:pt x="119723" y="487979"/>
                  </a:lnTo>
                  <a:lnTo>
                    <a:pt x="119301" y="487566"/>
                  </a:lnTo>
                  <a:lnTo>
                    <a:pt x="119098" y="487350"/>
                  </a:lnTo>
                  <a:lnTo>
                    <a:pt x="118683" y="486641"/>
                  </a:lnTo>
                  <a:lnTo>
                    <a:pt x="118389" y="486281"/>
                  </a:lnTo>
                  <a:lnTo>
                    <a:pt x="118149" y="486157"/>
                  </a:lnTo>
                  <a:lnTo>
                    <a:pt x="117249" y="485845"/>
                  </a:lnTo>
                  <a:lnTo>
                    <a:pt x="117048" y="485776"/>
                  </a:lnTo>
                  <a:lnTo>
                    <a:pt x="116918" y="485704"/>
                  </a:lnTo>
                  <a:lnTo>
                    <a:pt x="116539" y="485121"/>
                  </a:lnTo>
                  <a:lnTo>
                    <a:pt x="116481" y="484816"/>
                  </a:lnTo>
                  <a:lnTo>
                    <a:pt x="116393" y="484641"/>
                  </a:lnTo>
                  <a:lnTo>
                    <a:pt x="116219" y="484244"/>
                  </a:lnTo>
                  <a:lnTo>
                    <a:pt x="115986" y="483702"/>
                  </a:lnTo>
                  <a:lnTo>
                    <a:pt x="115963" y="483559"/>
                  </a:lnTo>
                  <a:lnTo>
                    <a:pt x="115975" y="483387"/>
                  </a:lnTo>
                  <a:lnTo>
                    <a:pt x="115772" y="483038"/>
                  </a:lnTo>
                  <a:lnTo>
                    <a:pt x="115607" y="482393"/>
                  </a:lnTo>
                  <a:lnTo>
                    <a:pt x="115531" y="482175"/>
                  </a:lnTo>
                  <a:lnTo>
                    <a:pt x="115323" y="481934"/>
                  </a:lnTo>
                  <a:lnTo>
                    <a:pt x="115142" y="481497"/>
                  </a:lnTo>
                  <a:lnTo>
                    <a:pt x="115077" y="481296"/>
                  </a:lnTo>
                  <a:lnTo>
                    <a:pt x="115097" y="481131"/>
                  </a:lnTo>
                  <a:lnTo>
                    <a:pt x="114907" y="480843"/>
                  </a:lnTo>
                  <a:lnTo>
                    <a:pt x="114599" y="480729"/>
                  </a:lnTo>
                  <a:lnTo>
                    <a:pt x="114134" y="480025"/>
                  </a:lnTo>
                  <a:lnTo>
                    <a:pt x="114233" y="479468"/>
                  </a:lnTo>
                  <a:lnTo>
                    <a:pt x="114284" y="479308"/>
                  </a:lnTo>
                  <a:lnTo>
                    <a:pt x="114422" y="479085"/>
                  </a:lnTo>
                  <a:lnTo>
                    <a:pt x="114652" y="478216"/>
                  </a:lnTo>
                  <a:lnTo>
                    <a:pt x="114967" y="478257"/>
                  </a:lnTo>
                  <a:lnTo>
                    <a:pt x="115443" y="478223"/>
                  </a:lnTo>
                  <a:lnTo>
                    <a:pt x="115839" y="477821"/>
                  </a:lnTo>
                  <a:lnTo>
                    <a:pt x="116225" y="477930"/>
                  </a:lnTo>
                  <a:lnTo>
                    <a:pt x="116489" y="478129"/>
                  </a:lnTo>
                  <a:lnTo>
                    <a:pt x="116623" y="478373"/>
                  </a:lnTo>
                  <a:lnTo>
                    <a:pt x="117130" y="478313"/>
                  </a:lnTo>
                  <a:lnTo>
                    <a:pt x="117379" y="477882"/>
                  </a:lnTo>
                  <a:lnTo>
                    <a:pt x="117502" y="477486"/>
                  </a:lnTo>
                  <a:lnTo>
                    <a:pt x="117749" y="477332"/>
                  </a:lnTo>
                  <a:lnTo>
                    <a:pt x="118028" y="477417"/>
                  </a:lnTo>
                  <a:lnTo>
                    <a:pt x="118295" y="477430"/>
                  </a:lnTo>
                  <a:lnTo>
                    <a:pt x="118464" y="477388"/>
                  </a:lnTo>
                  <a:lnTo>
                    <a:pt x="118625" y="477285"/>
                  </a:lnTo>
                  <a:lnTo>
                    <a:pt x="118829" y="477219"/>
                  </a:lnTo>
                  <a:lnTo>
                    <a:pt x="119121" y="477187"/>
                  </a:lnTo>
                  <a:lnTo>
                    <a:pt x="119485" y="477206"/>
                  </a:lnTo>
                  <a:lnTo>
                    <a:pt x="119727" y="477175"/>
                  </a:lnTo>
                  <a:lnTo>
                    <a:pt x="120204" y="476694"/>
                  </a:lnTo>
                  <a:lnTo>
                    <a:pt x="120414" y="476239"/>
                  </a:lnTo>
                  <a:lnTo>
                    <a:pt x="120224" y="475883"/>
                  </a:lnTo>
                  <a:lnTo>
                    <a:pt x="120452" y="475620"/>
                  </a:lnTo>
                  <a:lnTo>
                    <a:pt x="120622" y="475511"/>
                  </a:lnTo>
                  <a:lnTo>
                    <a:pt x="121248" y="474933"/>
                  </a:lnTo>
                  <a:lnTo>
                    <a:pt x="121085" y="474741"/>
                  </a:lnTo>
                  <a:lnTo>
                    <a:pt x="120125" y="473869"/>
                  </a:lnTo>
                  <a:lnTo>
                    <a:pt x="119993" y="473943"/>
                  </a:lnTo>
                  <a:lnTo>
                    <a:pt x="119799" y="473773"/>
                  </a:lnTo>
                  <a:lnTo>
                    <a:pt x="119605" y="473469"/>
                  </a:lnTo>
                  <a:lnTo>
                    <a:pt x="119563" y="473108"/>
                  </a:lnTo>
                  <a:lnTo>
                    <a:pt x="119943" y="472884"/>
                  </a:lnTo>
                  <a:lnTo>
                    <a:pt x="120425" y="472814"/>
                  </a:lnTo>
                  <a:lnTo>
                    <a:pt x="120507" y="471965"/>
                  </a:lnTo>
                  <a:lnTo>
                    <a:pt x="120624" y="471533"/>
                  </a:lnTo>
                  <a:lnTo>
                    <a:pt x="120410" y="471236"/>
                  </a:lnTo>
                  <a:lnTo>
                    <a:pt x="119944" y="471101"/>
                  </a:lnTo>
                  <a:lnTo>
                    <a:pt x="119640" y="470769"/>
                  </a:lnTo>
                  <a:lnTo>
                    <a:pt x="118998" y="470126"/>
                  </a:lnTo>
                  <a:lnTo>
                    <a:pt x="118401" y="469978"/>
                  </a:lnTo>
                  <a:lnTo>
                    <a:pt x="117474" y="469759"/>
                  </a:lnTo>
                  <a:lnTo>
                    <a:pt x="117268" y="469527"/>
                  </a:lnTo>
                  <a:lnTo>
                    <a:pt x="116164" y="469316"/>
                  </a:lnTo>
                  <a:lnTo>
                    <a:pt x="115687" y="469284"/>
                  </a:lnTo>
                  <a:lnTo>
                    <a:pt x="115717" y="468637"/>
                  </a:lnTo>
                  <a:lnTo>
                    <a:pt x="115849" y="468350"/>
                  </a:lnTo>
                  <a:lnTo>
                    <a:pt x="116037" y="467685"/>
                  </a:lnTo>
                  <a:lnTo>
                    <a:pt x="115869" y="467473"/>
                  </a:lnTo>
                  <a:lnTo>
                    <a:pt x="116235" y="466917"/>
                  </a:lnTo>
                  <a:lnTo>
                    <a:pt x="116424" y="466552"/>
                  </a:lnTo>
                  <a:lnTo>
                    <a:pt x="116039" y="466138"/>
                  </a:lnTo>
                  <a:lnTo>
                    <a:pt x="116023" y="465908"/>
                  </a:lnTo>
                  <a:lnTo>
                    <a:pt x="115804" y="465419"/>
                  </a:lnTo>
                  <a:lnTo>
                    <a:pt x="115066" y="465525"/>
                  </a:lnTo>
                  <a:lnTo>
                    <a:pt x="114762" y="465299"/>
                  </a:lnTo>
                  <a:lnTo>
                    <a:pt x="113963" y="464852"/>
                  </a:lnTo>
                  <a:lnTo>
                    <a:pt x="113603" y="464687"/>
                  </a:lnTo>
                  <a:lnTo>
                    <a:pt x="113324" y="464680"/>
                  </a:lnTo>
                  <a:lnTo>
                    <a:pt x="113072" y="464485"/>
                  </a:lnTo>
                  <a:lnTo>
                    <a:pt x="112743" y="464030"/>
                  </a:lnTo>
                  <a:lnTo>
                    <a:pt x="112565" y="462729"/>
                  </a:lnTo>
                  <a:lnTo>
                    <a:pt x="112695" y="462303"/>
                  </a:lnTo>
                  <a:lnTo>
                    <a:pt x="112666" y="461604"/>
                  </a:lnTo>
                  <a:lnTo>
                    <a:pt x="112334" y="461199"/>
                  </a:lnTo>
                  <a:lnTo>
                    <a:pt x="111977" y="461374"/>
                  </a:lnTo>
                  <a:lnTo>
                    <a:pt x="111740" y="461125"/>
                  </a:lnTo>
                  <a:lnTo>
                    <a:pt x="111679" y="460918"/>
                  </a:lnTo>
                  <a:lnTo>
                    <a:pt x="111673" y="460588"/>
                  </a:lnTo>
                  <a:lnTo>
                    <a:pt x="111560" y="460026"/>
                  </a:lnTo>
                  <a:lnTo>
                    <a:pt x="111210" y="459364"/>
                  </a:lnTo>
                  <a:lnTo>
                    <a:pt x="111025" y="459128"/>
                  </a:lnTo>
                  <a:lnTo>
                    <a:pt x="110567" y="458869"/>
                  </a:lnTo>
                  <a:lnTo>
                    <a:pt x="110105" y="458495"/>
                  </a:lnTo>
                  <a:lnTo>
                    <a:pt x="109847" y="458245"/>
                  </a:lnTo>
                  <a:lnTo>
                    <a:pt x="109648" y="458140"/>
                  </a:lnTo>
                  <a:lnTo>
                    <a:pt x="109268" y="458002"/>
                  </a:lnTo>
                  <a:lnTo>
                    <a:pt x="108237" y="457747"/>
                  </a:lnTo>
                  <a:lnTo>
                    <a:pt x="107933" y="457525"/>
                  </a:lnTo>
                  <a:lnTo>
                    <a:pt x="107816" y="457068"/>
                  </a:lnTo>
                  <a:lnTo>
                    <a:pt x="107734" y="456459"/>
                  </a:lnTo>
                  <a:lnTo>
                    <a:pt x="107263" y="456364"/>
                  </a:lnTo>
                  <a:lnTo>
                    <a:pt x="107075" y="456413"/>
                  </a:lnTo>
                  <a:lnTo>
                    <a:pt x="106815" y="456634"/>
                  </a:lnTo>
                  <a:lnTo>
                    <a:pt x="106577" y="456761"/>
                  </a:lnTo>
                  <a:lnTo>
                    <a:pt x="106125" y="456790"/>
                  </a:lnTo>
                  <a:lnTo>
                    <a:pt x="106167" y="455834"/>
                  </a:lnTo>
                  <a:lnTo>
                    <a:pt x="106296" y="455585"/>
                  </a:lnTo>
                  <a:lnTo>
                    <a:pt x="106449" y="455548"/>
                  </a:lnTo>
                  <a:lnTo>
                    <a:pt x="106448" y="455334"/>
                  </a:lnTo>
                  <a:lnTo>
                    <a:pt x="106151" y="454910"/>
                  </a:lnTo>
                  <a:lnTo>
                    <a:pt x="106011" y="454773"/>
                  </a:lnTo>
                  <a:lnTo>
                    <a:pt x="105720" y="454705"/>
                  </a:lnTo>
                  <a:lnTo>
                    <a:pt x="105065" y="453857"/>
                  </a:lnTo>
                  <a:lnTo>
                    <a:pt x="104470" y="453332"/>
                  </a:lnTo>
                  <a:lnTo>
                    <a:pt x="103714" y="453274"/>
                  </a:lnTo>
                  <a:lnTo>
                    <a:pt x="103073" y="453288"/>
                  </a:lnTo>
                  <a:lnTo>
                    <a:pt x="102756" y="453121"/>
                  </a:lnTo>
                  <a:lnTo>
                    <a:pt x="102716" y="452882"/>
                  </a:lnTo>
                  <a:lnTo>
                    <a:pt x="101800" y="452221"/>
                  </a:lnTo>
                  <a:lnTo>
                    <a:pt x="101854" y="451906"/>
                  </a:lnTo>
                  <a:lnTo>
                    <a:pt x="101928" y="451739"/>
                  </a:lnTo>
                  <a:lnTo>
                    <a:pt x="101976" y="451541"/>
                  </a:lnTo>
                  <a:lnTo>
                    <a:pt x="101783" y="451188"/>
                  </a:lnTo>
                  <a:lnTo>
                    <a:pt x="101603" y="450994"/>
                  </a:lnTo>
                  <a:lnTo>
                    <a:pt x="101386" y="450562"/>
                  </a:lnTo>
                  <a:lnTo>
                    <a:pt x="101369" y="449719"/>
                  </a:lnTo>
                  <a:lnTo>
                    <a:pt x="101466" y="449125"/>
                  </a:lnTo>
                  <a:lnTo>
                    <a:pt x="101486" y="447977"/>
                  </a:lnTo>
                  <a:lnTo>
                    <a:pt x="101444" y="447666"/>
                  </a:lnTo>
                  <a:lnTo>
                    <a:pt x="101311" y="447011"/>
                  </a:lnTo>
                  <a:lnTo>
                    <a:pt x="101275" y="446365"/>
                  </a:lnTo>
                  <a:lnTo>
                    <a:pt x="101136" y="446257"/>
                  </a:lnTo>
                  <a:lnTo>
                    <a:pt x="100995" y="446606"/>
                  </a:lnTo>
                  <a:lnTo>
                    <a:pt x="100658" y="446750"/>
                  </a:lnTo>
                  <a:lnTo>
                    <a:pt x="100423" y="446801"/>
                  </a:lnTo>
                  <a:lnTo>
                    <a:pt x="100276" y="447047"/>
                  </a:lnTo>
                  <a:lnTo>
                    <a:pt x="100223" y="447239"/>
                  </a:lnTo>
                  <a:lnTo>
                    <a:pt x="100212" y="447442"/>
                  </a:lnTo>
                  <a:lnTo>
                    <a:pt x="100077" y="447671"/>
                  </a:lnTo>
                  <a:lnTo>
                    <a:pt x="99975" y="447800"/>
                  </a:lnTo>
                  <a:lnTo>
                    <a:pt x="99727" y="447893"/>
                  </a:lnTo>
                  <a:lnTo>
                    <a:pt x="98801" y="447794"/>
                  </a:lnTo>
                  <a:lnTo>
                    <a:pt x="98399" y="447726"/>
                  </a:lnTo>
                  <a:lnTo>
                    <a:pt x="97119" y="447905"/>
                  </a:lnTo>
                  <a:lnTo>
                    <a:pt x="97100" y="448037"/>
                  </a:lnTo>
                  <a:lnTo>
                    <a:pt x="97171" y="448418"/>
                  </a:lnTo>
                  <a:lnTo>
                    <a:pt x="97144" y="448583"/>
                  </a:lnTo>
                  <a:lnTo>
                    <a:pt x="96865" y="448931"/>
                  </a:lnTo>
                  <a:lnTo>
                    <a:pt x="96591" y="449030"/>
                  </a:lnTo>
                  <a:lnTo>
                    <a:pt x="96431" y="449487"/>
                  </a:lnTo>
                  <a:lnTo>
                    <a:pt x="96422" y="449777"/>
                  </a:lnTo>
                  <a:lnTo>
                    <a:pt x="96523" y="450659"/>
                  </a:lnTo>
                  <a:lnTo>
                    <a:pt x="96597" y="450798"/>
                  </a:lnTo>
                  <a:lnTo>
                    <a:pt x="96915" y="451255"/>
                  </a:lnTo>
                  <a:lnTo>
                    <a:pt x="96777" y="451367"/>
                  </a:lnTo>
                  <a:lnTo>
                    <a:pt x="96543" y="451416"/>
                  </a:lnTo>
                  <a:lnTo>
                    <a:pt x="96235" y="451638"/>
                  </a:lnTo>
                  <a:lnTo>
                    <a:pt x="96348" y="451871"/>
                  </a:lnTo>
                  <a:lnTo>
                    <a:pt x="96142" y="452028"/>
                  </a:lnTo>
                  <a:lnTo>
                    <a:pt x="95384" y="452381"/>
                  </a:lnTo>
                  <a:lnTo>
                    <a:pt x="94829" y="452554"/>
                  </a:lnTo>
                  <a:lnTo>
                    <a:pt x="94645" y="452380"/>
                  </a:lnTo>
                  <a:lnTo>
                    <a:pt x="94496" y="452399"/>
                  </a:lnTo>
                  <a:lnTo>
                    <a:pt x="94281" y="452637"/>
                  </a:lnTo>
                  <a:lnTo>
                    <a:pt x="94113" y="452911"/>
                  </a:lnTo>
                  <a:lnTo>
                    <a:pt x="94102" y="453123"/>
                  </a:lnTo>
                  <a:lnTo>
                    <a:pt x="94052" y="453433"/>
                  </a:lnTo>
                  <a:lnTo>
                    <a:pt x="93838" y="453663"/>
                  </a:lnTo>
                  <a:lnTo>
                    <a:pt x="93629" y="453773"/>
                  </a:lnTo>
                  <a:lnTo>
                    <a:pt x="93361" y="454366"/>
                  </a:lnTo>
                  <a:lnTo>
                    <a:pt x="93660" y="454552"/>
                  </a:lnTo>
                  <a:lnTo>
                    <a:pt x="93778" y="454938"/>
                  </a:lnTo>
                  <a:lnTo>
                    <a:pt x="93657" y="455669"/>
                  </a:lnTo>
                  <a:lnTo>
                    <a:pt x="93681" y="456833"/>
                  </a:lnTo>
                  <a:lnTo>
                    <a:pt x="93235" y="457282"/>
                  </a:lnTo>
                  <a:lnTo>
                    <a:pt x="92887" y="457411"/>
                  </a:lnTo>
                  <a:lnTo>
                    <a:pt x="92581" y="457398"/>
                  </a:lnTo>
                  <a:lnTo>
                    <a:pt x="92430" y="457216"/>
                  </a:lnTo>
                  <a:lnTo>
                    <a:pt x="92227" y="457138"/>
                  </a:lnTo>
                  <a:lnTo>
                    <a:pt x="91696" y="457424"/>
                  </a:lnTo>
                  <a:lnTo>
                    <a:pt x="91766" y="457737"/>
                  </a:lnTo>
                  <a:lnTo>
                    <a:pt x="91764" y="458059"/>
                  </a:lnTo>
                  <a:lnTo>
                    <a:pt x="91523" y="458284"/>
                  </a:lnTo>
                  <a:lnTo>
                    <a:pt x="91035" y="458519"/>
                  </a:lnTo>
                  <a:lnTo>
                    <a:pt x="90738" y="458880"/>
                  </a:lnTo>
                  <a:lnTo>
                    <a:pt x="90552" y="459054"/>
                  </a:lnTo>
                  <a:lnTo>
                    <a:pt x="90402" y="459094"/>
                  </a:lnTo>
                  <a:lnTo>
                    <a:pt x="90358" y="459234"/>
                  </a:lnTo>
                  <a:lnTo>
                    <a:pt x="90412" y="459457"/>
                  </a:lnTo>
                  <a:lnTo>
                    <a:pt x="90431" y="459845"/>
                  </a:lnTo>
                  <a:lnTo>
                    <a:pt x="90291" y="460573"/>
                  </a:lnTo>
                  <a:lnTo>
                    <a:pt x="89796" y="460485"/>
                  </a:lnTo>
                  <a:lnTo>
                    <a:pt x="89392" y="460286"/>
                  </a:lnTo>
                  <a:lnTo>
                    <a:pt x="88749" y="460230"/>
                  </a:lnTo>
                  <a:lnTo>
                    <a:pt x="88010" y="460531"/>
                  </a:lnTo>
                  <a:lnTo>
                    <a:pt x="87783" y="460652"/>
                  </a:lnTo>
                  <a:lnTo>
                    <a:pt x="87744" y="460789"/>
                  </a:lnTo>
                  <a:lnTo>
                    <a:pt x="87879" y="461348"/>
                  </a:lnTo>
                  <a:lnTo>
                    <a:pt x="87615" y="461609"/>
                  </a:lnTo>
                  <a:lnTo>
                    <a:pt x="87451" y="462783"/>
                  </a:lnTo>
                  <a:lnTo>
                    <a:pt x="87430" y="463322"/>
                  </a:lnTo>
                  <a:lnTo>
                    <a:pt x="87635" y="463514"/>
                  </a:lnTo>
                  <a:lnTo>
                    <a:pt x="87911" y="463665"/>
                  </a:lnTo>
                  <a:lnTo>
                    <a:pt x="88200" y="464028"/>
                  </a:lnTo>
                  <a:lnTo>
                    <a:pt x="88186" y="464224"/>
                  </a:lnTo>
                  <a:lnTo>
                    <a:pt x="88545" y="465047"/>
                  </a:lnTo>
                  <a:lnTo>
                    <a:pt x="88223" y="465418"/>
                  </a:lnTo>
                  <a:lnTo>
                    <a:pt x="87761" y="465688"/>
                  </a:lnTo>
                  <a:lnTo>
                    <a:pt x="87765" y="466139"/>
                  </a:lnTo>
                  <a:lnTo>
                    <a:pt x="87826" y="466281"/>
                  </a:lnTo>
                  <a:lnTo>
                    <a:pt x="88171" y="466888"/>
                  </a:lnTo>
                  <a:lnTo>
                    <a:pt x="88504" y="466984"/>
                  </a:lnTo>
                  <a:lnTo>
                    <a:pt x="88694" y="466889"/>
                  </a:lnTo>
                  <a:lnTo>
                    <a:pt x="88945" y="466975"/>
                  </a:lnTo>
                  <a:lnTo>
                    <a:pt x="89221" y="467408"/>
                  </a:lnTo>
                  <a:lnTo>
                    <a:pt x="89237" y="467798"/>
                  </a:lnTo>
                  <a:lnTo>
                    <a:pt x="89172" y="468024"/>
                  </a:lnTo>
                  <a:lnTo>
                    <a:pt x="88957" y="468319"/>
                  </a:lnTo>
                  <a:lnTo>
                    <a:pt x="88741" y="468415"/>
                  </a:lnTo>
                  <a:lnTo>
                    <a:pt x="88581" y="469054"/>
                  </a:lnTo>
                  <a:lnTo>
                    <a:pt x="88596" y="469301"/>
                  </a:lnTo>
                  <a:lnTo>
                    <a:pt x="88372" y="469561"/>
                  </a:lnTo>
                  <a:lnTo>
                    <a:pt x="88048" y="469842"/>
                  </a:lnTo>
                  <a:lnTo>
                    <a:pt x="87977" y="470209"/>
                  </a:lnTo>
                  <a:lnTo>
                    <a:pt x="87961" y="470727"/>
                  </a:lnTo>
                  <a:lnTo>
                    <a:pt x="88017" y="470886"/>
                  </a:lnTo>
                  <a:lnTo>
                    <a:pt x="87943" y="471281"/>
                  </a:lnTo>
                  <a:lnTo>
                    <a:pt x="87669" y="471592"/>
                  </a:lnTo>
                  <a:lnTo>
                    <a:pt x="87312" y="471716"/>
                  </a:lnTo>
                  <a:lnTo>
                    <a:pt x="87774" y="472593"/>
                  </a:lnTo>
                  <a:lnTo>
                    <a:pt x="87955" y="472688"/>
                  </a:lnTo>
                  <a:lnTo>
                    <a:pt x="88120" y="472913"/>
                  </a:lnTo>
                  <a:lnTo>
                    <a:pt x="88298" y="473229"/>
                  </a:lnTo>
                  <a:lnTo>
                    <a:pt x="88399" y="473777"/>
                  </a:lnTo>
                  <a:lnTo>
                    <a:pt x="88372" y="474128"/>
                  </a:lnTo>
                  <a:lnTo>
                    <a:pt x="88223" y="474314"/>
                  </a:lnTo>
                  <a:lnTo>
                    <a:pt x="87855" y="474566"/>
                  </a:lnTo>
                  <a:lnTo>
                    <a:pt x="87595" y="475172"/>
                  </a:lnTo>
                  <a:lnTo>
                    <a:pt x="87377" y="475763"/>
                  </a:lnTo>
                  <a:lnTo>
                    <a:pt x="87092" y="476784"/>
                  </a:lnTo>
                  <a:lnTo>
                    <a:pt x="87041" y="477032"/>
                  </a:lnTo>
                  <a:lnTo>
                    <a:pt x="87031" y="477348"/>
                  </a:lnTo>
                  <a:lnTo>
                    <a:pt x="87169" y="478400"/>
                  </a:lnTo>
                  <a:lnTo>
                    <a:pt x="87538" y="479064"/>
                  </a:lnTo>
                  <a:lnTo>
                    <a:pt x="87743" y="479475"/>
                  </a:lnTo>
                  <a:lnTo>
                    <a:pt x="87704" y="479900"/>
                  </a:lnTo>
                  <a:lnTo>
                    <a:pt x="87306" y="479509"/>
                  </a:lnTo>
                  <a:lnTo>
                    <a:pt x="87281" y="479157"/>
                  </a:lnTo>
                  <a:lnTo>
                    <a:pt x="86608" y="478424"/>
                  </a:lnTo>
                  <a:lnTo>
                    <a:pt x="86193" y="478237"/>
                  </a:lnTo>
                  <a:lnTo>
                    <a:pt x="85853" y="478093"/>
                  </a:lnTo>
                  <a:lnTo>
                    <a:pt x="85598" y="477683"/>
                  </a:lnTo>
                  <a:lnTo>
                    <a:pt x="85323" y="477273"/>
                  </a:lnTo>
                  <a:lnTo>
                    <a:pt x="85005" y="477102"/>
                  </a:lnTo>
                  <a:lnTo>
                    <a:pt x="84429" y="476847"/>
                  </a:lnTo>
                  <a:lnTo>
                    <a:pt x="84215" y="476674"/>
                  </a:lnTo>
                  <a:lnTo>
                    <a:pt x="83708" y="476197"/>
                  </a:lnTo>
                  <a:lnTo>
                    <a:pt x="83622" y="475964"/>
                  </a:lnTo>
                  <a:lnTo>
                    <a:pt x="83656" y="475611"/>
                  </a:lnTo>
                  <a:lnTo>
                    <a:pt x="83598" y="475267"/>
                  </a:lnTo>
                  <a:lnTo>
                    <a:pt x="83343" y="474718"/>
                  </a:lnTo>
                  <a:lnTo>
                    <a:pt x="82781" y="474675"/>
                  </a:lnTo>
                  <a:lnTo>
                    <a:pt x="82577" y="474546"/>
                  </a:lnTo>
                  <a:lnTo>
                    <a:pt x="82859" y="473941"/>
                  </a:lnTo>
                  <a:lnTo>
                    <a:pt x="82911" y="473296"/>
                  </a:lnTo>
                  <a:lnTo>
                    <a:pt x="82617" y="472761"/>
                  </a:lnTo>
                  <a:lnTo>
                    <a:pt x="82465" y="472675"/>
                  </a:lnTo>
                  <a:lnTo>
                    <a:pt x="82274" y="472635"/>
                  </a:lnTo>
                  <a:lnTo>
                    <a:pt x="82041" y="472538"/>
                  </a:lnTo>
                  <a:lnTo>
                    <a:pt x="81870" y="472522"/>
                  </a:lnTo>
                  <a:lnTo>
                    <a:pt x="81646" y="472458"/>
                  </a:lnTo>
                  <a:lnTo>
                    <a:pt x="81431" y="472269"/>
                  </a:lnTo>
                  <a:lnTo>
                    <a:pt x="80953" y="471904"/>
                  </a:lnTo>
                  <a:lnTo>
                    <a:pt x="80680" y="471657"/>
                  </a:lnTo>
                  <a:lnTo>
                    <a:pt x="80368" y="470810"/>
                  </a:lnTo>
                  <a:lnTo>
                    <a:pt x="80380" y="470359"/>
                  </a:lnTo>
                  <a:lnTo>
                    <a:pt x="80393" y="470207"/>
                  </a:lnTo>
                  <a:lnTo>
                    <a:pt x="80227" y="470144"/>
                  </a:lnTo>
                  <a:lnTo>
                    <a:pt x="79911" y="470116"/>
                  </a:lnTo>
                  <a:lnTo>
                    <a:pt x="79436" y="469582"/>
                  </a:lnTo>
                  <a:lnTo>
                    <a:pt x="79135" y="468681"/>
                  </a:lnTo>
                  <a:lnTo>
                    <a:pt x="78473" y="468118"/>
                  </a:lnTo>
                  <a:lnTo>
                    <a:pt x="78341" y="467915"/>
                  </a:lnTo>
                  <a:lnTo>
                    <a:pt x="77988" y="467640"/>
                  </a:lnTo>
                  <a:lnTo>
                    <a:pt x="77993" y="467467"/>
                  </a:lnTo>
                  <a:lnTo>
                    <a:pt x="78028" y="467216"/>
                  </a:lnTo>
                  <a:lnTo>
                    <a:pt x="77968" y="466960"/>
                  </a:lnTo>
                  <a:lnTo>
                    <a:pt x="77854" y="466814"/>
                  </a:lnTo>
                  <a:lnTo>
                    <a:pt x="77693" y="466731"/>
                  </a:lnTo>
                  <a:lnTo>
                    <a:pt x="77606" y="466502"/>
                  </a:lnTo>
                  <a:lnTo>
                    <a:pt x="77807" y="466315"/>
                  </a:lnTo>
                  <a:lnTo>
                    <a:pt x="78377" y="466058"/>
                  </a:lnTo>
                  <a:lnTo>
                    <a:pt x="78532" y="465848"/>
                  </a:lnTo>
                  <a:lnTo>
                    <a:pt x="78489" y="465633"/>
                  </a:lnTo>
                  <a:lnTo>
                    <a:pt x="78383" y="465331"/>
                  </a:lnTo>
                  <a:lnTo>
                    <a:pt x="78403" y="464497"/>
                  </a:lnTo>
                  <a:lnTo>
                    <a:pt x="78458" y="464120"/>
                  </a:lnTo>
                  <a:lnTo>
                    <a:pt x="78580" y="463785"/>
                  </a:lnTo>
                  <a:lnTo>
                    <a:pt x="78729" y="463160"/>
                  </a:lnTo>
                  <a:lnTo>
                    <a:pt x="78659" y="462779"/>
                  </a:lnTo>
                  <a:lnTo>
                    <a:pt x="78601" y="462582"/>
                  </a:lnTo>
                  <a:lnTo>
                    <a:pt x="78266" y="461827"/>
                  </a:lnTo>
                  <a:lnTo>
                    <a:pt x="77985" y="460903"/>
                  </a:lnTo>
                  <a:lnTo>
                    <a:pt x="78056" y="460449"/>
                  </a:lnTo>
                  <a:lnTo>
                    <a:pt x="77825" y="460127"/>
                  </a:lnTo>
                  <a:lnTo>
                    <a:pt x="77806" y="459751"/>
                  </a:lnTo>
                  <a:lnTo>
                    <a:pt x="77898" y="459580"/>
                  </a:lnTo>
                  <a:lnTo>
                    <a:pt x="78115" y="459176"/>
                  </a:lnTo>
                  <a:lnTo>
                    <a:pt x="78318" y="458835"/>
                  </a:lnTo>
                  <a:lnTo>
                    <a:pt x="78337" y="458544"/>
                  </a:lnTo>
                  <a:lnTo>
                    <a:pt x="78167" y="458408"/>
                  </a:lnTo>
                  <a:lnTo>
                    <a:pt x="77576" y="458195"/>
                  </a:lnTo>
                  <a:lnTo>
                    <a:pt x="77571" y="458066"/>
                  </a:lnTo>
                  <a:lnTo>
                    <a:pt x="77772" y="457259"/>
                  </a:lnTo>
                  <a:lnTo>
                    <a:pt x="77484" y="457128"/>
                  </a:lnTo>
                  <a:lnTo>
                    <a:pt x="77314" y="457007"/>
                  </a:lnTo>
                  <a:lnTo>
                    <a:pt x="77544" y="456608"/>
                  </a:lnTo>
                  <a:lnTo>
                    <a:pt x="77427" y="456348"/>
                  </a:lnTo>
                  <a:lnTo>
                    <a:pt x="77141" y="456265"/>
                  </a:lnTo>
                  <a:lnTo>
                    <a:pt x="76746" y="455937"/>
                  </a:lnTo>
                  <a:lnTo>
                    <a:pt x="76749" y="455772"/>
                  </a:lnTo>
                  <a:lnTo>
                    <a:pt x="76847" y="455312"/>
                  </a:lnTo>
                  <a:lnTo>
                    <a:pt x="76778" y="455170"/>
                  </a:lnTo>
                  <a:lnTo>
                    <a:pt x="76526" y="454960"/>
                  </a:lnTo>
                  <a:lnTo>
                    <a:pt x="76487" y="454820"/>
                  </a:lnTo>
                  <a:lnTo>
                    <a:pt x="76607" y="454436"/>
                  </a:lnTo>
                  <a:lnTo>
                    <a:pt x="76600" y="454235"/>
                  </a:lnTo>
                  <a:lnTo>
                    <a:pt x="76397" y="453920"/>
                  </a:lnTo>
                  <a:lnTo>
                    <a:pt x="76029" y="453563"/>
                  </a:lnTo>
                  <a:lnTo>
                    <a:pt x="75958" y="453257"/>
                  </a:lnTo>
                  <a:lnTo>
                    <a:pt x="76139" y="453078"/>
                  </a:lnTo>
                  <a:lnTo>
                    <a:pt x="76241" y="452827"/>
                  </a:lnTo>
                  <a:lnTo>
                    <a:pt x="76253" y="452689"/>
                  </a:lnTo>
                  <a:lnTo>
                    <a:pt x="76162" y="452428"/>
                  </a:lnTo>
                  <a:lnTo>
                    <a:pt x="76145" y="452298"/>
                  </a:lnTo>
                  <a:lnTo>
                    <a:pt x="76208" y="452100"/>
                  </a:lnTo>
                  <a:lnTo>
                    <a:pt x="76315" y="451967"/>
                  </a:lnTo>
                  <a:lnTo>
                    <a:pt x="76304" y="451762"/>
                  </a:lnTo>
                  <a:lnTo>
                    <a:pt x="76252" y="451602"/>
                  </a:lnTo>
                  <a:lnTo>
                    <a:pt x="75956" y="451107"/>
                  </a:lnTo>
                  <a:lnTo>
                    <a:pt x="75645" y="450683"/>
                  </a:lnTo>
                  <a:lnTo>
                    <a:pt x="75428" y="450245"/>
                  </a:lnTo>
                  <a:lnTo>
                    <a:pt x="75408" y="450064"/>
                  </a:lnTo>
                  <a:lnTo>
                    <a:pt x="75449" y="449824"/>
                  </a:lnTo>
                  <a:lnTo>
                    <a:pt x="75564" y="449411"/>
                  </a:lnTo>
                  <a:lnTo>
                    <a:pt x="75329" y="448840"/>
                  </a:lnTo>
                  <a:lnTo>
                    <a:pt x="75218" y="448622"/>
                  </a:lnTo>
                  <a:lnTo>
                    <a:pt x="74987" y="447751"/>
                  </a:lnTo>
                  <a:lnTo>
                    <a:pt x="75081" y="447176"/>
                  </a:lnTo>
                  <a:lnTo>
                    <a:pt x="74998" y="446331"/>
                  </a:lnTo>
                  <a:lnTo>
                    <a:pt x="75231" y="445450"/>
                  </a:lnTo>
                  <a:lnTo>
                    <a:pt x="75441" y="445017"/>
                  </a:lnTo>
                  <a:lnTo>
                    <a:pt x="75492" y="444832"/>
                  </a:lnTo>
                  <a:lnTo>
                    <a:pt x="75487" y="444594"/>
                  </a:lnTo>
                  <a:lnTo>
                    <a:pt x="75413" y="444296"/>
                  </a:lnTo>
                  <a:lnTo>
                    <a:pt x="75556" y="444244"/>
                  </a:lnTo>
                  <a:lnTo>
                    <a:pt x="75870" y="443948"/>
                  </a:lnTo>
                  <a:lnTo>
                    <a:pt x="75965" y="443662"/>
                  </a:lnTo>
                  <a:lnTo>
                    <a:pt x="76046" y="443214"/>
                  </a:lnTo>
                  <a:lnTo>
                    <a:pt x="76105" y="442719"/>
                  </a:lnTo>
                  <a:lnTo>
                    <a:pt x="75908" y="442053"/>
                  </a:lnTo>
                  <a:lnTo>
                    <a:pt x="75968" y="441678"/>
                  </a:lnTo>
                  <a:lnTo>
                    <a:pt x="76053" y="441435"/>
                  </a:lnTo>
                  <a:lnTo>
                    <a:pt x="76171" y="441209"/>
                  </a:lnTo>
                  <a:lnTo>
                    <a:pt x="76027" y="440981"/>
                  </a:lnTo>
                  <a:lnTo>
                    <a:pt x="75863" y="440755"/>
                  </a:lnTo>
                  <a:lnTo>
                    <a:pt x="75898" y="440521"/>
                  </a:lnTo>
                  <a:lnTo>
                    <a:pt x="76012" y="440149"/>
                  </a:lnTo>
                  <a:lnTo>
                    <a:pt x="76031" y="440014"/>
                  </a:lnTo>
                  <a:lnTo>
                    <a:pt x="75990" y="439882"/>
                  </a:lnTo>
                  <a:lnTo>
                    <a:pt x="75875" y="439670"/>
                  </a:lnTo>
                  <a:lnTo>
                    <a:pt x="75777" y="438875"/>
                  </a:lnTo>
                  <a:lnTo>
                    <a:pt x="75958" y="438205"/>
                  </a:lnTo>
                  <a:lnTo>
                    <a:pt x="75976" y="437815"/>
                  </a:lnTo>
                  <a:lnTo>
                    <a:pt x="75814" y="437398"/>
                  </a:lnTo>
                  <a:lnTo>
                    <a:pt x="75593" y="437127"/>
                  </a:lnTo>
                  <a:lnTo>
                    <a:pt x="75599" y="436076"/>
                  </a:lnTo>
                  <a:lnTo>
                    <a:pt x="75504" y="435583"/>
                  </a:lnTo>
                  <a:lnTo>
                    <a:pt x="75447" y="435379"/>
                  </a:lnTo>
                  <a:lnTo>
                    <a:pt x="75409" y="435050"/>
                  </a:lnTo>
                  <a:lnTo>
                    <a:pt x="75497" y="434428"/>
                  </a:lnTo>
                  <a:lnTo>
                    <a:pt x="75563" y="433750"/>
                  </a:lnTo>
                  <a:lnTo>
                    <a:pt x="75357" y="433377"/>
                  </a:lnTo>
                  <a:lnTo>
                    <a:pt x="75458" y="432530"/>
                  </a:lnTo>
                  <a:lnTo>
                    <a:pt x="75259" y="432197"/>
                  </a:lnTo>
                  <a:lnTo>
                    <a:pt x="75158" y="431947"/>
                  </a:lnTo>
                  <a:lnTo>
                    <a:pt x="75243" y="431769"/>
                  </a:lnTo>
                  <a:lnTo>
                    <a:pt x="75446" y="431582"/>
                  </a:lnTo>
                  <a:lnTo>
                    <a:pt x="75357" y="430102"/>
                  </a:lnTo>
                  <a:lnTo>
                    <a:pt x="75344" y="429887"/>
                  </a:lnTo>
                  <a:lnTo>
                    <a:pt x="75382" y="429490"/>
                  </a:lnTo>
                  <a:lnTo>
                    <a:pt x="75580" y="429201"/>
                  </a:lnTo>
                  <a:lnTo>
                    <a:pt x="75627" y="429042"/>
                  </a:lnTo>
                  <a:lnTo>
                    <a:pt x="75588" y="428820"/>
                  </a:lnTo>
                  <a:lnTo>
                    <a:pt x="75319" y="428498"/>
                  </a:lnTo>
                  <a:lnTo>
                    <a:pt x="75500" y="427709"/>
                  </a:lnTo>
                  <a:lnTo>
                    <a:pt x="75490" y="427163"/>
                  </a:lnTo>
                  <a:lnTo>
                    <a:pt x="75443" y="426967"/>
                  </a:lnTo>
                  <a:lnTo>
                    <a:pt x="75040" y="426491"/>
                  </a:lnTo>
                  <a:lnTo>
                    <a:pt x="74575" y="425822"/>
                  </a:lnTo>
                  <a:lnTo>
                    <a:pt x="74539" y="425637"/>
                  </a:lnTo>
                  <a:lnTo>
                    <a:pt x="74632" y="425312"/>
                  </a:lnTo>
                  <a:lnTo>
                    <a:pt x="74188" y="424648"/>
                  </a:lnTo>
                  <a:lnTo>
                    <a:pt x="73948" y="424521"/>
                  </a:lnTo>
                  <a:lnTo>
                    <a:pt x="73812" y="424500"/>
                  </a:lnTo>
                  <a:lnTo>
                    <a:pt x="73595" y="424385"/>
                  </a:lnTo>
                  <a:lnTo>
                    <a:pt x="73416" y="424089"/>
                  </a:lnTo>
                  <a:lnTo>
                    <a:pt x="73776" y="423409"/>
                  </a:lnTo>
                  <a:lnTo>
                    <a:pt x="73639" y="423073"/>
                  </a:lnTo>
                  <a:lnTo>
                    <a:pt x="73543" y="422913"/>
                  </a:lnTo>
                  <a:lnTo>
                    <a:pt x="73462" y="422627"/>
                  </a:lnTo>
                  <a:lnTo>
                    <a:pt x="73250" y="420508"/>
                  </a:lnTo>
                  <a:lnTo>
                    <a:pt x="73271" y="420352"/>
                  </a:lnTo>
                  <a:lnTo>
                    <a:pt x="73377" y="420092"/>
                  </a:lnTo>
                  <a:lnTo>
                    <a:pt x="73298" y="419694"/>
                  </a:lnTo>
                  <a:lnTo>
                    <a:pt x="73158" y="418735"/>
                  </a:lnTo>
                  <a:lnTo>
                    <a:pt x="73129" y="418553"/>
                  </a:lnTo>
                  <a:lnTo>
                    <a:pt x="73444" y="418185"/>
                  </a:lnTo>
                  <a:lnTo>
                    <a:pt x="73296" y="417982"/>
                  </a:lnTo>
                  <a:lnTo>
                    <a:pt x="73236" y="417296"/>
                  </a:lnTo>
                  <a:lnTo>
                    <a:pt x="73198" y="416944"/>
                  </a:lnTo>
                  <a:lnTo>
                    <a:pt x="72957" y="416628"/>
                  </a:lnTo>
                  <a:lnTo>
                    <a:pt x="73015" y="416198"/>
                  </a:lnTo>
                  <a:lnTo>
                    <a:pt x="73196" y="415835"/>
                  </a:lnTo>
                  <a:lnTo>
                    <a:pt x="73202" y="415648"/>
                  </a:lnTo>
                  <a:lnTo>
                    <a:pt x="73080" y="415422"/>
                  </a:lnTo>
                  <a:lnTo>
                    <a:pt x="72803" y="415179"/>
                  </a:lnTo>
                  <a:lnTo>
                    <a:pt x="72783" y="414741"/>
                  </a:lnTo>
                  <a:lnTo>
                    <a:pt x="72762" y="414233"/>
                  </a:lnTo>
                  <a:lnTo>
                    <a:pt x="72514" y="413292"/>
                  </a:lnTo>
                  <a:lnTo>
                    <a:pt x="72525" y="413056"/>
                  </a:lnTo>
                  <a:lnTo>
                    <a:pt x="72746" y="412288"/>
                  </a:lnTo>
                  <a:lnTo>
                    <a:pt x="72749" y="412078"/>
                  </a:lnTo>
                  <a:lnTo>
                    <a:pt x="72716" y="411314"/>
                  </a:lnTo>
                  <a:lnTo>
                    <a:pt x="72572" y="411204"/>
                  </a:lnTo>
                  <a:lnTo>
                    <a:pt x="72345" y="410912"/>
                  </a:lnTo>
                  <a:lnTo>
                    <a:pt x="72113" y="410313"/>
                  </a:lnTo>
                  <a:lnTo>
                    <a:pt x="71894" y="409988"/>
                  </a:lnTo>
                  <a:lnTo>
                    <a:pt x="71715" y="409791"/>
                  </a:lnTo>
                  <a:lnTo>
                    <a:pt x="71579" y="409644"/>
                  </a:lnTo>
                  <a:lnTo>
                    <a:pt x="71189" y="409297"/>
                  </a:lnTo>
                  <a:lnTo>
                    <a:pt x="71065" y="408915"/>
                  </a:lnTo>
                  <a:lnTo>
                    <a:pt x="71124" y="408581"/>
                  </a:lnTo>
                  <a:lnTo>
                    <a:pt x="71015" y="408237"/>
                  </a:lnTo>
                  <a:lnTo>
                    <a:pt x="70809" y="407837"/>
                  </a:lnTo>
                  <a:lnTo>
                    <a:pt x="70671" y="407670"/>
                  </a:lnTo>
                  <a:lnTo>
                    <a:pt x="70481" y="407516"/>
                  </a:lnTo>
                  <a:lnTo>
                    <a:pt x="70418" y="407272"/>
                  </a:lnTo>
                  <a:lnTo>
                    <a:pt x="70473" y="406944"/>
                  </a:lnTo>
                  <a:lnTo>
                    <a:pt x="70173" y="406651"/>
                  </a:lnTo>
                  <a:lnTo>
                    <a:pt x="70247" y="406011"/>
                  </a:lnTo>
                  <a:lnTo>
                    <a:pt x="70291" y="405863"/>
                  </a:lnTo>
                  <a:lnTo>
                    <a:pt x="70339" y="405702"/>
                  </a:lnTo>
                  <a:lnTo>
                    <a:pt x="70452" y="405321"/>
                  </a:lnTo>
                  <a:lnTo>
                    <a:pt x="70462" y="404790"/>
                  </a:lnTo>
                  <a:lnTo>
                    <a:pt x="70579" y="403600"/>
                  </a:lnTo>
                  <a:lnTo>
                    <a:pt x="70607" y="402972"/>
                  </a:lnTo>
                  <a:lnTo>
                    <a:pt x="70836" y="402629"/>
                  </a:lnTo>
                  <a:lnTo>
                    <a:pt x="70907" y="402426"/>
                  </a:lnTo>
                  <a:lnTo>
                    <a:pt x="70892" y="402158"/>
                  </a:lnTo>
                  <a:lnTo>
                    <a:pt x="71222" y="400842"/>
                  </a:lnTo>
                  <a:lnTo>
                    <a:pt x="71307" y="400596"/>
                  </a:lnTo>
                  <a:lnTo>
                    <a:pt x="71353" y="400382"/>
                  </a:lnTo>
                  <a:lnTo>
                    <a:pt x="71304" y="399984"/>
                  </a:lnTo>
                  <a:lnTo>
                    <a:pt x="71110" y="399348"/>
                  </a:lnTo>
                  <a:lnTo>
                    <a:pt x="71220" y="398941"/>
                  </a:lnTo>
                  <a:lnTo>
                    <a:pt x="71337" y="398797"/>
                  </a:lnTo>
                  <a:lnTo>
                    <a:pt x="71490" y="398483"/>
                  </a:lnTo>
                  <a:lnTo>
                    <a:pt x="71549" y="398223"/>
                  </a:lnTo>
                  <a:lnTo>
                    <a:pt x="71558" y="397601"/>
                  </a:lnTo>
                  <a:lnTo>
                    <a:pt x="71835" y="397401"/>
                  </a:lnTo>
                  <a:lnTo>
                    <a:pt x="72009" y="397225"/>
                  </a:lnTo>
                  <a:lnTo>
                    <a:pt x="72034" y="397085"/>
                  </a:lnTo>
                  <a:lnTo>
                    <a:pt x="72060" y="396933"/>
                  </a:lnTo>
                  <a:lnTo>
                    <a:pt x="72162" y="396406"/>
                  </a:lnTo>
                  <a:lnTo>
                    <a:pt x="72335" y="395899"/>
                  </a:lnTo>
                  <a:lnTo>
                    <a:pt x="72636" y="395643"/>
                  </a:lnTo>
                  <a:lnTo>
                    <a:pt x="72807" y="395358"/>
                  </a:lnTo>
                  <a:lnTo>
                    <a:pt x="72799" y="395138"/>
                  </a:lnTo>
                  <a:lnTo>
                    <a:pt x="72770" y="394944"/>
                  </a:lnTo>
                  <a:lnTo>
                    <a:pt x="72989" y="394554"/>
                  </a:lnTo>
                  <a:lnTo>
                    <a:pt x="73162" y="394006"/>
                  </a:lnTo>
                  <a:lnTo>
                    <a:pt x="73395" y="393538"/>
                  </a:lnTo>
                  <a:lnTo>
                    <a:pt x="73190" y="393506"/>
                  </a:lnTo>
                  <a:lnTo>
                    <a:pt x="72721" y="393077"/>
                  </a:lnTo>
                  <a:lnTo>
                    <a:pt x="72732" y="392902"/>
                  </a:lnTo>
                  <a:lnTo>
                    <a:pt x="72829" y="392502"/>
                  </a:lnTo>
                  <a:lnTo>
                    <a:pt x="72881" y="392284"/>
                  </a:lnTo>
                  <a:lnTo>
                    <a:pt x="72387" y="390363"/>
                  </a:lnTo>
                  <a:lnTo>
                    <a:pt x="72337" y="390168"/>
                  </a:lnTo>
                  <a:lnTo>
                    <a:pt x="72304" y="388339"/>
                  </a:lnTo>
                  <a:lnTo>
                    <a:pt x="72104" y="387765"/>
                  </a:lnTo>
                  <a:lnTo>
                    <a:pt x="72168" y="387452"/>
                  </a:lnTo>
                  <a:lnTo>
                    <a:pt x="72335" y="387075"/>
                  </a:lnTo>
                  <a:lnTo>
                    <a:pt x="72459" y="386417"/>
                  </a:lnTo>
                  <a:lnTo>
                    <a:pt x="72330" y="386158"/>
                  </a:lnTo>
                  <a:lnTo>
                    <a:pt x="72142" y="386028"/>
                  </a:lnTo>
                  <a:lnTo>
                    <a:pt x="71914" y="385777"/>
                  </a:lnTo>
                  <a:lnTo>
                    <a:pt x="71862" y="385602"/>
                  </a:lnTo>
                  <a:lnTo>
                    <a:pt x="71680" y="385190"/>
                  </a:lnTo>
                  <a:lnTo>
                    <a:pt x="71436" y="384994"/>
                  </a:lnTo>
                  <a:lnTo>
                    <a:pt x="71117" y="384537"/>
                  </a:lnTo>
                  <a:lnTo>
                    <a:pt x="70987" y="384418"/>
                  </a:lnTo>
                  <a:lnTo>
                    <a:pt x="70954" y="384159"/>
                  </a:lnTo>
                  <a:lnTo>
                    <a:pt x="71168" y="383669"/>
                  </a:lnTo>
                  <a:lnTo>
                    <a:pt x="71016" y="383325"/>
                  </a:lnTo>
                  <a:lnTo>
                    <a:pt x="70622" y="383007"/>
                  </a:lnTo>
                  <a:lnTo>
                    <a:pt x="70357" y="382988"/>
                  </a:lnTo>
                  <a:lnTo>
                    <a:pt x="70035" y="382803"/>
                  </a:lnTo>
                  <a:lnTo>
                    <a:pt x="69972" y="382471"/>
                  </a:lnTo>
                  <a:lnTo>
                    <a:pt x="70153" y="382154"/>
                  </a:lnTo>
                  <a:lnTo>
                    <a:pt x="69903" y="381808"/>
                  </a:lnTo>
                  <a:lnTo>
                    <a:pt x="69794" y="381635"/>
                  </a:lnTo>
                  <a:lnTo>
                    <a:pt x="69763" y="381494"/>
                  </a:lnTo>
                  <a:lnTo>
                    <a:pt x="69760" y="381319"/>
                  </a:lnTo>
                  <a:lnTo>
                    <a:pt x="69880" y="380978"/>
                  </a:lnTo>
                  <a:lnTo>
                    <a:pt x="69921" y="380794"/>
                  </a:lnTo>
                  <a:lnTo>
                    <a:pt x="70085" y="380487"/>
                  </a:lnTo>
                  <a:lnTo>
                    <a:pt x="70269" y="380219"/>
                  </a:lnTo>
                  <a:lnTo>
                    <a:pt x="70280" y="379918"/>
                  </a:lnTo>
                  <a:lnTo>
                    <a:pt x="70159" y="379722"/>
                  </a:lnTo>
                  <a:lnTo>
                    <a:pt x="69465" y="379070"/>
                  </a:lnTo>
                  <a:lnTo>
                    <a:pt x="69412" y="378938"/>
                  </a:lnTo>
                  <a:lnTo>
                    <a:pt x="69246" y="377807"/>
                  </a:lnTo>
                  <a:lnTo>
                    <a:pt x="69301" y="377606"/>
                  </a:lnTo>
                  <a:lnTo>
                    <a:pt x="69491" y="377495"/>
                  </a:lnTo>
                  <a:lnTo>
                    <a:pt x="69686" y="377264"/>
                  </a:lnTo>
                  <a:lnTo>
                    <a:pt x="69924" y="376833"/>
                  </a:lnTo>
                  <a:lnTo>
                    <a:pt x="69859" y="376448"/>
                  </a:lnTo>
                  <a:lnTo>
                    <a:pt x="69737" y="376297"/>
                  </a:lnTo>
                  <a:lnTo>
                    <a:pt x="69677" y="376095"/>
                  </a:lnTo>
                  <a:lnTo>
                    <a:pt x="69646" y="375501"/>
                  </a:lnTo>
                  <a:lnTo>
                    <a:pt x="69697" y="375311"/>
                  </a:lnTo>
                  <a:lnTo>
                    <a:pt x="69749" y="374647"/>
                  </a:lnTo>
                  <a:lnTo>
                    <a:pt x="69660" y="374510"/>
                  </a:lnTo>
                  <a:lnTo>
                    <a:pt x="69157" y="373967"/>
                  </a:lnTo>
                  <a:lnTo>
                    <a:pt x="69161" y="373825"/>
                  </a:lnTo>
                  <a:lnTo>
                    <a:pt x="69233" y="373565"/>
                  </a:lnTo>
                  <a:lnTo>
                    <a:pt x="69384" y="373315"/>
                  </a:lnTo>
                  <a:lnTo>
                    <a:pt x="69391" y="373065"/>
                  </a:lnTo>
                  <a:lnTo>
                    <a:pt x="69165" y="372766"/>
                  </a:lnTo>
                  <a:lnTo>
                    <a:pt x="69144" y="372563"/>
                  </a:lnTo>
                  <a:lnTo>
                    <a:pt x="69179" y="372226"/>
                  </a:lnTo>
                  <a:lnTo>
                    <a:pt x="69231" y="371935"/>
                  </a:lnTo>
                  <a:lnTo>
                    <a:pt x="69428" y="371738"/>
                  </a:lnTo>
                  <a:lnTo>
                    <a:pt x="69494" y="371280"/>
                  </a:lnTo>
                  <a:lnTo>
                    <a:pt x="69428" y="370902"/>
                  </a:lnTo>
                  <a:lnTo>
                    <a:pt x="69110" y="370484"/>
                  </a:lnTo>
                  <a:lnTo>
                    <a:pt x="68966" y="369708"/>
                  </a:lnTo>
                  <a:lnTo>
                    <a:pt x="68963" y="369495"/>
                  </a:lnTo>
                  <a:lnTo>
                    <a:pt x="69070" y="369259"/>
                  </a:lnTo>
                  <a:lnTo>
                    <a:pt x="69087" y="368971"/>
                  </a:lnTo>
                  <a:lnTo>
                    <a:pt x="69062" y="368376"/>
                  </a:lnTo>
                  <a:lnTo>
                    <a:pt x="68984" y="368206"/>
                  </a:lnTo>
                  <a:lnTo>
                    <a:pt x="68296" y="367106"/>
                  </a:lnTo>
                  <a:lnTo>
                    <a:pt x="68174" y="366827"/>
                  </a:lnTo>
                  <a:lnTo>
                    <a:pt x="68128" y="366518"/>
                  </a:lnTo>
                  <a:lnTo>
                    <a:pt x="68234" y="366181"/>
                  </a:lnTo>
                  <a:lnTo>
                    <a:pt x="68228" y="366000"/>
                  </a:lnTo>
                  <a:lnTo>
                    <a:pt x="68068" y="365713"/>
                  </a:lnTo>
                  <a:lnTo>
                    <a:pt x="67873" y="365499"/>
                  </a:lnTo>
                  <a:lnTo>
                    <a:pt x="67656" y="364998"/>
                  </a:lnTo>
                  <a:lnTo>
                    <a:pt x="67632" y="364607"/>
                  </a:lnTo>
                  <a:lnTo>
                    <a:pt x="67850" y="364006"/>
                  </a:lnTo>
                  <a:lnTo>
                    <a:pt x="67848" y="363524"/>
                  </a:lnTo>
                  <a:lnTo>
                    <a:pt x="67543" y="363307"/>
                  </a:lnTo>
                  <a:lnTo>
                    <a:pt x="67491" y="363019"/>
                  </a:lnTo>
                  <a:lnTo>
                    <a:pt x="67425" y="362554"/>
                  </a:lnTo>
                  <a:lnTo>
                    <a:pt x="67878" y="362080"/>
                  </a:lnTo>
                  <a:lnTo>
                    <a:pt x="68034" y="361822"/>
                  </a:lnTo>
                  <a:lnTo>
                    <a:pt x="68098" y="361574"/>
                  </a:lnTo>
                  <a:lnTo>
                    <a:pt x="67821" y="361123"/>
                  </a:lnTo>
                  <a:lnTo>
                    <a:pt x="67613" y="361093"/>
                  </a:lnTo>
                  <a:lnTo>
                    <a:pt x="67372" y="360861"/>
                  </a:lnTo>
                  <a:lnTo>
                    <a:pt x="67218" y="360712"/>
                  </a:lnTo>
                  <a:lnTo>
                    <a:pt x="67153" y="360364"/>
                  </a:lnTo>
                  <a:lnTo>
                    <a:pt x="67360" y="359982"/>
                  </a:lnTo>
                  <a:lnTo>
                    <a:pt x="67266" y="359171"/>
                  </a:lnTo>
                  <a:lnTo>
                    <a:pt x="66903" y="358641"/>
                  </a:lnTo>
                  <a:lnTo>
                    <a:pt x="66864" y="358459"/>
                  </a:lnTo>
                  <a:lnTo>
                    <a:pt x="66852" y="358301"/>
                  </a:lnTo>
                  <a:lnTo>
                    <a:pt x="66828" y="358000"/>
                  </a:lnTo>
                  <a:lnTo>
                    <a:pt x="66542" y="357133"/>
                  </a:lnTo>
                  <a:lnTo>
                    <a:pt x="66501" y="356907"/>
                  </a:lnTo>
                  <a:lnTo>
                    <a:pt x="66478" y="356642"/>
                  </a:lnTo>
                  <a:lnTo>
                    <a:pt x="66601" y="356399"/>
                  </a:lnTo>
                  <a:lnTo>
                    <a:pt x="67297" y="356171"/>
                  </a:lnTo>
                  <a:lnTo>
                    <a:pt x="67517" y="356169"/>
                  </a:lnTo>
                  <a:lnTo>
                    <a:pt x="67667" y="356116"/>
                  </a:lnTo>
                  <a:lnTo>
                    <a:pt x="67801" y="355996"/>
                  </a:lnTo>
                  <a:lnTo>
                    <a:pt x="67865" y="355859"/>
                  </a:lnTo>
                  <a:lnTo>
                    <a:pt x="67888" y="355713"/>
                  </a:lnTo>
                  <a:lnTo>
                    <a:pt x="67843" y="355550"/>
                  </a:lnTo>
                  <a:lnTo>
                    <a:pt x="67924" y="355418"/>
                  </a:lnTo>
                  <a:lnTo>
                    <a:pt x="68111" y="355336"/>
                  </a:lnTo>
                  <a:lnTo>
                    <a:pt x="68445" y="355321"/>
                  </a:lnTo>
                  <a:lnTo>
                    <a:pt x="68687" y="355252"/>
                  </a:lnTo>
                  <a:lnTo>
                    <a:pt x="68920" y="355085"/>
                  </a:lnTo>
                  <a:lnTo>
                    <a:pt x="68982" y="354940"/>
                  </a:lnTo>
                  <a:lnTo>
                    <a:pt x="68985" y="354600"/>
                  </a:lnTo>
                  <a:lnTo>
                    <a:pt x="68949" y="354427"/>
                  </a:lnTo>
                  <a:lnTo>
                    <a:pt x="68834" y="354165"/>
                  </a:lnTo>
                  <a:lnTo>
                    <a:pt x="68777" y="353570"/>
                  </a:lnTo>
                  <a:lnTo>
                    <a:pt x="68757" y="353182"/>
                  </a:lnTo>
                  <a:lnTo>
                    <a:pt x="68568" y="352962"/>
                  </a:lnTo>
                  <a:lnTo>
                    <a:pt x="67390" y="352536"/>
                  </a:lnTo>
                  <a:lnTo>
                    <a:pt x="66912" y="352396"/>
                  </a:lnTo>
                  <a:lnTo>
                    <a:pt x="66612" y="352360"/>
                  </a:lnTo>
                  <a:lnTo>
                    <a:pt x="66423" y="352251"/>
                  </a:lnTo>
                  <a:lnTo>
                    <a:pt x="66317" y="352117"/>
                  </a:lnTo>
                  <a:lnTo>
                    <a:pt x="66165" y="351858"/>
                  </a:lnTo>
                  <a:lnTo>
                    <a:pt x="65862" y="351550"/>
                  </a:lnTo>
                  <a:lnTo>
                    <a:pt x="65712" y="351458"/>
                  </a:lnTo>
                  <a:lnTo>
                    <a:pt x="65444" y="351309"/>
                  </a:lnTo>
                  <a:lnTo>
                    <a:pt x="65350" y="350932"/>
                  </a:lnTo>
                  <a:lnTo>
                    <a:pt x="65333" y="350326"/>
                  </a:lnTo>
                  <a:lnTo>
                    <a:pt x="65027" y="350101"/>
                  </a:lnTo>
                  <a:lnTo>
                    <a:pt x="64714" y="350111"/>
                  </a:lnTo>
                  <a:lnTo>
                    <a:pt x="64464" y="350025"/>
                  </a:lnTo>
                  <a:lnTo>
                    <a:pt x="64399" y="349855"/>
                  </a:lnTo>
                  <a:lnTo>
                    <a:pt x="64373" y="349618"/>
                  </a:lnTo>
                  <a:lnTo>
                    <a:pt x="64266" y="349350"/>
                  </a:lnTo>
                  <a:lnTo>
                    <a:pt x="64039" y="348986"/>
                  </a:lnTo>
                  <a:lnTo>
                    <a:pt x="63434" y="348645"/>
                  </a:lnTo>
                  <a:lnTo>
                    <a:pt x="62386" y="347875"/>
                  </a:lnTo>
                  <a:lnTo>
                    <a:pt x="62248" y="347813"/>
                  </a:lnTo>
                  <a:lnTo>
                    <a:pt x="62000" y="347703"/>
                  </a:lnTo>
                  <a:lnTo>
                    <a:pt x="61861" y="347613"/>
                  </a:lnTo>
                  <a:lnTo>
                    <a:pt x="61631" y="347389"/>
                  </a:lnTo>
                  <a:lnTo>
                    <a:pt x="61167" y="346938"/>
                  </a:lnTo>
                  <a:lnTo>
                    <a:pt x="61092" y="346767"/>
                  </a:lnTo>
                  <a:lnTo>
                    <a:pt x="60927" y="346186"/>
                  </a:lnTo>
                  <a:lnTo>
                    <a:pt x="61170" y="345421"/>
                  </a:lnTo>
                  <a:lnTo>
                    <a:pt x="61252" y="345281"/>
                  </a:lnTo>
                  <a:lnTo>
                    <a:pt x="61503" y="344968"/>
                  </a:lnTo>
                  <a:lnTo>
                    <a:pt x="61619" y="344809"/>
                  </a:lnTo>
                  <a:lnTo>
                    <a:pt x="61853" y="344389"/>
                  </a:lnTo>
                  <a:lnTo>
                    <a:pt x="61911" y="344102"/>
                  </a:lnTo>
                  <a:lnTo>
                    <a:pt x="61918" y="343892"/>
                  </a:lnTo>
                  <a:lnTo>
                    <a:pt x="61993" y="343378"/>
                  </a:lnTo>
                  <a:lnTo>
                    <a:pt x="62063" y="343190"/>
                  </a:lnTo>
                  <a:lnTo>
                    <a:pt x="62186" y="342999"/>
                  </a:lnTo>
                  <a:lnTo>
                    <a:pt x="62282" y="342759"/>
                  </a:lnTo>
                  <a:lnTo>
                    <a:pt x="62333" y="342324"/>
                  </a:lnTo>
                  <a:lnTo>
                    <a:pt x="62286" y="342002"/>
                  </a:lnTo>
                  <a:lnTo>
                    <a:pt x="61708" y="341098"/>
                  </a:lnTo>
                  <a:lnTo>
                    <a:pt x="61305" y="340868"/>
                  </a:lnTo>
                  <a:lnTo>
                    <a:pt x="60911" y="340253"/>
                  </a:lnTo>
                  <a:lnTo>
                    <a:pt x="60773" y="340202"/>
                  </a:lnTo>
                  <a:lnTo>
                    <a:pt x="60422" y="340129"/>
                  </a:lnTo>
                  <a:lnTo>
                    <a:pt x="60239" y="340167"/>
                  </a:lnTo>
                  <a:lnTo>
                    <a:pt x="59251" y="339325"/>
                  </a:lnTo>
                  <a:lnTo>
                    <a:pt x="59269" y="338685"/>
                  </a:lnTo>
                  <a:lnTo>
                    <a:pt x="59121" y="338491"/>
                  </a:lnTo>
                  <a:lnTo>
                    <a:pt x="58831" y="338391"/>
                  </a:lnTo>
                  <a:lnTo>
                    <a:pt x="58387" y="337957"/>
                  </a:lnTo>
                  <a:lnTo>
                    <a:pt x="58269" y="337767"/>
                  </a:lnTo>
                  <a:lnTo>
                    <a:pt x="58186" y="336063"/>
                  </a:lnTo>
                  <a:lnTo>
                    <a:pt x="57819" y="335687"/>
                  </a:lnTo>
                  <a:lnTo>
                    <a:pt x="57489" y="335400"/>
                  </a:lnTo>
                  <a:lnTo>
                    <a:pt x="57292" y="335348"/>
                  </a:lnTo>
                  <a:lnTo>
                    <a:pt x="56941" y="334856"/>
                  </a:lnTo>
                  <a:lnTo>
                    <a:pt x="56782" y="334558"/>
                  </a:lnTo>
                  <a:lnTo>
                    <a:pt x="56476" y="334212"/>
                  </a:lnTo>
                  <a:lnTo>
                    <a:pt x="56086" y="333914"/>
                  </a:lnTo>
                  <a:lnTo>
                    <a:pt x="55758" y="333712"/>
                  </a:lnTo>
                  <a:lnTo>
                    <a:pt x="55543" y="333624"/>
                  </a:lnTo>
                  <a:lnTo>
                    <a:pt x="55307" y="333459"/>
                  </a:lnTo>
                  <a:lnTo>
                    <a:pt x="55323" y="333314"/>
                  </a:lnTo>
                  <a:lnTo>
                    <a:pt x="55194" y="333128"/>
                  </a:lnTo>
                  <a:lnTo>
                    <a:pt x="55054" y="333077"/>
                  </a:lnTo>
                  <a:lnTo>
                    <a:pt x="54636" y="333071"/>
                  </a:lnTo>
                  <a:lnTo>
                    <a:pt x="54285" y="333101"/>
                  </a:lnTo>
                  <a:lnTo>
                    <a:pt x="54030" y="333031"/>
                  </a:lnTo>
                  <a:lnTo>
                    <a:pt x="53681" y="332847"/>
                  </a:lnTo>
                  <a:lnTo>
                    <a:pt x="53592" y="332701"/>
                  </a:lnTo>
                  <a:lnTo>
                    <a:pt x="53530" y="332502"/>
                  </a:lnTo>
                  <a:lnTo>
                    <a:pt x="53875" y="332398"/>
                  </a:lnTo>
                  <a:lnTo>
                    <a:pt x="54130" y="332275"/>
                  </a:lnTo>
                  <a:lnTo>
                    <a:pt x="54275" y="332099"/>
                  </a:lnTo>
                  <a:lnTo>
                    <a:pt x="54382" y="331886"/>
                  </a:lnTo>
                  <a:lnTo>
                    <a:pt x="54438" y="331473"/>
                  </a:lnTo>
                  <a:lnTo>
                    <a:pt x="54465" y="331025"/>
                  </a:lnTo>
                  <a:lnTo>
                    <a:pt x="54178" y="330725"/>
                  </a:lnTo>
                  <a:lnTo>
                    <a:pt x="53749" y="330647"/>
                  </a:lnTo>
                  <a:lnTo>
                    <a:pt x="53647" y="330303"/>
                  </a:lnTo>
                  <a:lnTo>
                    <a:pt x="53623" y="329349"/>
                  </a:lnTo>
                  <a:lnTo>
                    <a:pt x="53742" y="328854"/>
                  </a:lnTo>
                  <a:lnTo>
                    <a:pt x="53881" y="328534"/>
                  </a:lnTo>
                  <a:lnTo>
                    <a:pt x="54116" y="327699"/>
                  </a:lnTo>
                  <a:lnTo>
                    <a:pt x="54361" y="326781"/>
                  </a:lnTo>
                  <a:lnTo>
                    <a:pt x="54600" y="326358"/>
                  </a:lnTo>
                  <a:lnTo>
                    <a:pt x="54590" y="326141"/>
                  </a:lnTo>
                  <a:lnTo>
                    <a:pt x="54640" y="326011"/>
                  </a:lnTo>
                  <a:lnTo>
                    <a:pt x="54823" y="325730"/>
                  </a:lnTo>
                  <a:lnTo>
                    <a:pt x="55124" y="325466"/>
                  </a:lnTo>
                  <a:lnTo>
                    <a:pt x="55474" y="325341"/>
                  </a:lnTo>
                  <a:lnTo>
                    <a:pt x="55651" y="325357"/>
                  </a:lnTo>
                  <a:lnTo>
                    <a:pt x="56229" y="325408"/>
                  </a:lnTo>
                  <a:lnTo>
                    <a:pt x="56869" y="325588"/>
                  </a:lnTo>
                  <a:lnTo>
                    <a:pt x="57468" y="325688"/>
                  </a:lnTo>
                  <a:lnTo>
                    <a:pt x="57894" y="326172"/>
                  </a:lnTo>
                  <a:lnTo>
                    <a:pt x="58102" y="326554"/>
                  </a:lnTo>
                  <a:lnTo>
                    <a:pt x="58337" y="326989"/>
                  </a:lnTo>
                  <a:lnTo>
                    <a:pt x="58941" y="327502"/>
                  </a:lnTo>
                  <a:lnTo>
                    <a:pt x="59177" y="327735"/>
                  </a:lnTo>
                  <a:lnTo>
                    <a:pt x="59219" y="327950"/>
                  </a:lnTo>
                  <a:lnTo>
                    <a:pt x="59272" y="328232"/>
                  </a:lnTo>
                  <a:lnTo>
                    <a:pt x="59355" y="328446"/>
                  </a:lnTo>
                  <a:lnTo>
                    <a:pt x="59520" y="328793"/>
                  </a:lnTo>
                  <a:lnTo>
                    <a:pt x="59645" y="328924"/>
                  </a:lnTo>
                  <a:lnTo>
                    <a:pt x="59810" y="329042"/>
                  </a:lnTo>
                  <a:lnTo>
                    <a:pt x="60376" y="329298"/>
                  </a:lnTo>
                  <a:lnTo>
                    <a:pt x="60837" y="329692"/>
                  </a:lnTo>
                  <a:lnTo>
                    <a:pt x="61201" y="329535"/>
                  </a:lnTo>
                  <a:lnTo>
                    <a:pt x="61306" y="329234"/>
                  </a:lnTo>
                  <a:lnTo>
                    <a:pt x="61657" y="328908"/>
                  </a:lnTo>
                  <a:lnTo>
                    <a:pt x="62056" y="328499"/>
                  </a:lnTo>
                  <a:lnTo>
                    <a:pt x="62255" y="328264"/>
                  </a:lnTo>
                  <a:lnTo>
                    <a:pt x="62337" y="328073"/>
                  </a:lnTo>
                  <a:lnTo>
                    <a:pt x="62395" y="327862"/>
                  </a:lnTo>
                  <a:lnTo>
                    <a:pt x="62424" y="327038"/>
                  </a:lnTo>
                  <a:lnTo>
                    <a:pt x="62469" y="326895"/>
                  </a:lnTo>
                  <a:lnTo>
                    <a:pt x="62623" y="326652"/>
                  </a:lnTo>
                  <a:lnTo>
                    <a:pt x="63024" y="326284"/>
                  </a:lnTo>
                  <a:lnTo>
                    <a:pt x="63415" y="326061"/>
                  </a:lnTo>
                  <a:lnTo>
                    <a:pt x="63604" y="325681"/>
                  </a:lnTo>
                  <a:lnTo>
                    <a:pt x="63878" y="325416"/>
                  </a:lnTo>
                  <a:lnTo>
                    <a:pt x="64191" y="325328"/>
                  </a:lnTo>
                  <a:lnTo>
                    <a:pt x="64635" y="325058"/>
                  </a:lnTo>
                  <a:lnTo>
                    <a:pt x="64901" y="324512"/>
                  </a:lnTo>
                  <a:lnTo>
                    <a:pt x="65032" y="324412"/>
                  </a:lnTo>
                  <a:lnTo>
                    <a:pt x="65597" y="323876"/>
                  </a:lnTo>
                  <a:lnTo>
                    <a:pt x="65526" y="323400"/>
                  </a:lnTo>
                  <a:lnTo>
                    <a:pt x="65376" y="323270"/>
                  </a:lnTo>
                  <a:lnTo>
                    <a:pt x="65188" y="322932"/>
                  </a:lnTo>
                  <a:lnTo>
                    <a:pt x="64938" y="322585"/>
                  </a:lnTo>
                  <a:lnTo>
                    <a:pt x="64729" y="322317"/>
                  </a:lnTo>
                  <a:lnTo>
                    <a:pt x="64498" y="322079"/>
                  </a:lnTo>
                  <a:lnTo>
                    <a:pt x="64334" y="322009"/>
                  </a:lnTo>
                  <a:lnTo>
                    <a:pt x="64192" y="322004"/>
                  </a:lnTo>
                  <a:lnTo>
                    <a:pt x="63865" y="321684"/>
                  </a:lnTo>
                  <a:lnTo>
                    <a:pt x="64007" y="321287"/>
                  </a:lnTo>
                  <a:lnTo>
                    <a:pt x="63903" y="320916"/>
                  </a:lnTo>
                  <a:lnTo>
                    <a:pt x="63622" y="320620"/>
                  </a:lnTo>
                  <a:lnTo>
                    <a:pt x="63432" y="320528"/>
                  </a:lnTo>
                  <a:lnTo>
                    <a:pt x="63146" y="320466"/>
                  </a:lnTo>
                  <a:lnTo>
                    <a:pt x="62544" y="320169"/>
                  </a:lnTo>
                  <a:lnTo>
                    <a:pt x="61926" y="319610"/>
                  </a:lnTo>
                  <a:lnTo>
                    <a:pt x="61777" y="319309"/>
                  </a:lnTo>
                  <a:lnTo>
                    <a:pt x="61700" y="319010"/>
                  </a:lnTo>
                  <a:lnTo>
                    <a:pt x="61501" y="318827"/>
                  </a:lnTo>
                  <a:lnTo>
                    <a:pt x="60378" y="318264"/>
                  </a:lnTo>
                  <a:lnTo>
                    <a:pt x="59622" y="317949"/>
                  </a:lnTo>
                  <a:lnTo>
                    <a:pt x="58238" y="316804"/>
                  </a:lnTo>
                  <a:lnTo>
                    <a:pt x="57837" y="316276"/>
                  </a:lnTo>
                  <a:lnTo>
                    <a:pt x="57557" y="316009"/>
                  </a:lnTo>
                  <a:lnTo>
                    <a:pt x="57565" y="315873"/>
                  </a:lnTo>
                  <a:lnTo>
                    <a:pt x="57574" y="315578"/>
                  </a:lnTo>
                  <a:lnTo>
                    <a:pt x="57065" y="315072"/>
                  </a:lnTo>
                  <a:lnTo>
                    <a:pt x="56118" y="314300"/>
                  </a:lnTo>
                  <a:lnTo>
                    <a:pt x="55881" y="314247"/>
                  </a:lnTo>
                  <a:lnTo>
                    <a:pt x="55619" y="313879"/>
                  </a:lnTo>
                  <a:lnTo>
                    <a:pt x="55340" y="313578"/>
                  </a:lnTo>
                  <a:lnTo>
                    <a:pt x="55163" y="313306"/>
                  </a:lnTo>
                  <a:lnTo>
                    <a:pt x="54924" y="313140"/>
                  </a:lnTo>
                  <a:lnTo>
                    <a:pt x="54729" y="313099"/>
                  </a:lnTo>
                  <a:lnTo>
                    <a:pt x="54580" y="313162"/>
                  </a:lnTo>
                  <a:lnTo>
                    <a:pt x="54288" y="313101"/>
                  </a:lnTo>
                  <a:lnTo>
                    <a:pt x="54105" y="312849"/>
                  </a:lnTo>
                  <a:lnTo>
                    <a:pt x="53731" y="312336"/>
                  </a:lnTo>
                  <a:lnTo>
                    <a:pt x="53487" y="312126"/>
                  </a:lnTo>
                  <a:lnTo>
                    <a:pt x="53353" y="311899"/>
                  </a:lnTo>
                  <a:lnTo>
                    <a:pt x="53204" y="311662"/>
                  </a:lnTo>
                  <a:lnTo>
                    <a:pt x="52927" y="311396"/>
                  </a:lnTo>
                  <a:lnTo>
                    <a:pt x="52949" y="311138"/>
                  </a:lnTo>
                  <a:lnTo>
                    <a:pt x="52813" y="310980"/>
                  </a:lnTo>
                  <a:lnTo>
                    <a:pt x="52681" y="310929"/>
                  </a:lnTo>
                  <a:lnTo>
                    <a:pt x="52471" y="310806"/>
                  </a:lnTo>
                  <a:lnTo>
                    <a:pt x="52022" y="310500"/>
                  </a:lnTo>
                  <a:lnTo>
                    <a:pt x="51508" y="309936"/>
                  </a:lnTo>
                  <a:lnTo>
                    <a:pt x="51505" y="309802"/>
                  </a:lnTo>
                  <a:lnTo>
                    <a:pt x="51725" y="309103"/>
                  </a:lnTo>
                  <a:lnTo>
                    <a:pt x="51679" y="308975"/>
                  </a:lnTo>
                  <a:lnTo>
                    <a:pt x="51318" y="308568"/>
                  </a:lnTo>
                  <a:lnTo>
                    <a:pt x="51643" y="308326"/>
                  </a:lnTo>
                  <a:lnTo>
                    <a:pt x="51369" y="308115"/>
                  </a:lnTo>
                  <a:lnTo>
                    <a:pt x="51234" y="308038"/>
                  </a:lnTo>
                  <a:lnTo>
                    <a:pt x="51139" y="307910"/>
                  </a:lnTo>
                  <a:lnTo>
                    <a:pt x="51107" y="307617"/>
                  </a:lnTo>
                  <a:lnTo>
                    <a:pt x="51264" y="307160"/>
                  </a:lnTo>
                  <a:lnTo>
                    <a:pt x="50913" y="307001"/>
                  </a:lnTo>
                  <a:lnTo>
                    <a:pt x="50793" y="307171"/>
                  </a:lnTo>
                  <a:lnTo>
                    <a:pt x="50179" y="307084"/>
                  </a:lnTo>
                  <a:lnTo>
                    <a:pt x="50051" y="306848"/>
                  </a:lnTo>
                  <a:lnTo>
                    <a:pt x="49773" y="305928"/>
                  </a:lnTo>
                  <a:lnTo>
                    <a:pt x="49332" y="305014"/>
                  </a:lnTo>
                  <a:lnTo>
                    <a:pt x="48939" y="304381"/>
                  </a:lnTo>
                  <a:lnTo>
                    <a:pt x="48224" y="303860"/>
                  </a:lnTo>
                  <a:lnTo>
                    <a:pt x="47859" y="303924"/>
                  </a:lnTo>
                  <a:lnTo>
                    <a:pt x="47501" y="303895"/>
                  </a:lnTo>
                  <a:lnTo>
                    <a:pt x="47333" y="303527"/>
                  </a:lnTo>
                  <a:lnTo>
                    <a:pt x="47629" y="303226"/>
                  </a:lnTo>
                  <a:lnTo>
                    <a:pt x="47537" y="303001"/>
                  </a:lnTo>
                  <a:lnTo>
                    <a:pt x="47298" y="302853"/>
                  </a:lnTo>
                  <a:lnTo>
                    <a:pt x="46831" y="302622"/>
                  </a:lnTo>
                  <a:lnTo>
                    <a:pt x="46635" y="302322"/>
                  </a:lnTo>
                  <a:lnTo>
                    <a:pt x="46572" y="302162"/>
                  </a:lnTo>
                  <a:lnTo>
                    <a:pt x="46662" y="301901"/>
                  </a:lnTo>
                  <a:lnTo>
                    <a:pt x="46670" y="301605"/>
                  </a:lnTo>
                  <a:lnTo>
                    <a:pt x="46098" y="301543"/>
                  </a:lnTo>
                  <a:lnTo>
                    <a:pt x="45843" y="301538"/>
                  </a:lnTo>
                  <a:lnTo>
                    <a:pt x="45594" y="301550"/>
                  </a:lnTo>
                  <a:lnTo>
                    <a:pt x="45544" y="301412"/>
                  </a:lnTo>
                  <a:lnTo>
                    <a:pt x="45569" y="300895"/>
                  </a:lnTo>
                  <a:lnTo>
                    <a:pt x="45727" y="300593"/>
                  </a:lnTo>
                  <a:lnTo>
                    <a:pt x="45994" y="300401"/>
                  </a:lnTo>
                  <a:lnTo>
                    <a:pt x="45938" y="300172"/>
                  </a:lnTo>
                  <a:lnTo>
                    <a:pt x="45655" y="300066"/>
                  </a:lnTo>
                  <a:lnTo>
                    <a:pt x="45520" y="299807"/>
                  </a:lnTo>
                  <a:lnTo>
                    <a:pt x="45446" y="299586"/>
                  </a:lnTo>
                  <a:lnTo>
                    <a:pt x="45452" y="299343"/>
                  </a:lnTo>
                  <a:lnTo>
                    <a:pt x="45393" y="298904"/>
                  </a:lnTo>
                  <a:lnTo>
                    <a:pt x="45206" y="298639"/>
                  </a:lnTo>
                  <a:lnTo>
                    <a:pt x="44873" y="298164"/>
                  </a:lnTo>
                  <a:lnTo>
                    <a:pt x="45097" y="297614"/>
                  </a:lnTo>
                  <a:lnTo>
                    <a:pt x="45302" y="297540"/>
                  </a:lnTo>
                  <a:lnTo>
                    <a:pt x="45831" y="297348"/>
                  </a:lnTo>
                  <a:lnTo>
                    <a:pt x="46356" y="297013"/>
                  </a:lnTo>
                  <a:lnTo>
                    <a:pt x="46274" y="296316"/>
                  </a:lnTo>
                  <a:lnTo>
                    <a:pt x="45935" y="296234"/>
                  </a:lnTo>
                  <a:lnTo>
                    <a:pt x="45838" y="296068"/>
                  </a:lnTo>
                  <a:lnTo>
                    <a:pt x="45964" y="295626"/>
                  </a:lnTo>
                  <a:lnTo>
                    <a:pt x="46377" y="295276"/>
                  </a:lnTo>
                  <a:lnTo>
                    <a:pt x="46137" y="294379"/>
                  </a:lnTo>
                  <a:lnTo>
                    <a:pt x="46306" y="293902"/>
                  </a:lnTo>
                  <a:lnTo>
                    <a:pt x="46197" y="293417"/>
                  </a:lnTo>
                  <a:lnTo>
                    <a:pt x="46456" y="293282"/>
                  </a:lnTo>
                  <a:lnTo>
                    <a:pt x="46438" y="293034"/>
                  </a:lnTo>
                  <a:lnTo>
                    <a:pt x="46200" y="292714"/>
                  </a:lnTo>
                  <a:lnTo>
                    <a:pt x="45584" y="292271"/>
                  </a:lnTo>
                  <a:lnTo>
                    <a:pt x="45092" y="292134"/>
                  </a:lnTo>
                  <a:lnTo>
                    <a:pt x="45031" y="292007"/>
                  </a:lnTo>
                  <a:lnTo>
                    <a:pt x="44991" y="291627"/>
                  </a:lnTo>
                  <a:lnTo>
                    <a:pt x="45060" y="291440"/>
                  </a:lnTo>
                  <a:lnTo>
                    <a:pt x="45183" y="291211"/>
                  </a:lnTo>
                  <a:lnTo>
                    <a:pt x="45063" y="291041"/>
                  </a:lnTo>
                  <a:lnTo>
                    <a:pt x="44867" y="290883"/>
                  </a:lnTo>
                  <a:lnTo>
                    <a:pt x="44456" y="290518"/>
                  </a:lnTo>
                  <a:lnTo>
                    <a:pt x="44073" y="290141"/>
                  </a:lnTo>
                  <a:lnTo>
                    <a:pt x="43562" y="289715"/>
                  </a:lnTo>
                  <a:lnTo>
                    <a:pt x="43373" y="289527"/>
                  </a:lnTo>
                  <a:lnTo>
                    <a:pt x="43262" y="289369"/>
                  </a:lnTo>
                  <a:lnTo>
                    <a:pt x="43154" y="289105"/>
                  </a:lnTo>
                  <a:lnTo>
                    <a:pt x="43017" y="289044"/>
                  </a:lnTo>
                  <a:lnTo>
                    <a:pt x="42491" y="288940"/>
                  </a:lnTo>
                  <a:lnTo>
                    <a:pt x="42527" y="288615"/>
                  </a:lnTo>
                  <a:lnTo>
                    <a:pt x="41639" y="287972"/>
                  </a:lnTo>
                  <a:lnTo>
                    <a:pt x="41421" y="287958"/>
                  </a:lnTo>
                  <a:lnTo>
                    <a:pt x="41161" y="287896"/>
                  </a:lnTo>
                  <a:lnTo>
                    <a:pt x="41142" y="287704"/>
                  </a:lnTo>
                  <a:lnTo>
                    <a:pt x="41171" y="287508"/>
                  </a:lnTo>
                  <a:lnTo>
                    <a:pt x="41118" y="287238"/>
                  </a:lnTo>
                  <a:lnTo>
                    <a:pt x="40934" y="287367"/>
                  </a:lnTo>
                  <a:lnTo>
                    <a:pt x="40731" y="287323"/>
                  </a:lnTo>
                  <a:lnTo>
                    <a:pt x="40652" y="286697"/>
                  </a:lnTo>
                  <a:lnTo>
                    <a:pt x="40505" y="286460"/>
                  </a:lnTo>
                  <a:lnTo>
                    <a:pt x="40448" y="286326"/>
                  </a:lnTo>
                  <a:lnTo>
                    <a:pt x="40472" y="286187"/>
                  </a:lnTo>
                  <a:lnTo>
                    <a:pt x="40471" y="286026"/>
                  </a:lnTo>
                  <a:lnTo>
                    <a:pt x="40374" y="285850"/>
                  </a:lnTo>
                  <a:lnTo>
                    <a:pt x="40028" y="285374"/>
                  </a:lnTo>
                  <a:lnTo>
                    <a:pt x="39931" y="285198"/>
                  </a:lnTo>
                  <a:lnTo>
                    <a:pt x="39779" y="284925"/>
                  </a:lnTo>
                  <a:lnTo>
                    <a:pt x="39452" y="284377"/>
                  </a:lnTo>
                  <a:lnTo>
                    <a:pt x="39411" y="284233"/>
                  </a:lnTo>
                  <a:lnTo>
                    <a:pt x="39378" y="283981"/>
                  </a:lnTo>
                  <a:lnTo>
                    <a:pt x="39324" y="283844"/>
                  </a:lnTo>
                  <a:lnTo>
                    <a:pt x="38845" y="283072"/>
                  </a:lnTo>
                  <a:lnTo>
                    <a:pt x="38504" y="282813"/>
                  </a:lnTo>
                  <a:lnTo>
                    <a:pt x="38356" y="282544"/>
                  </a:lnTo>
                  <a:lnTo>
                    <a:pt x="38151" y="282318"/>
                  </a:lnTo>
                  <a:lnTo>
                    <a:pt x="37966" y="282265"/>
                  </a:lnTo>
                  <a:lnTo>
                    <a:pt x="37779" y="282260"/>
                  </a:lnTo>
                  <a:lnTo>
                    <a:pt x="37585" y="282205"/>
                  </a:lnTo>
                  <a:lnTo>
                    <a:pt x="37357" y="282030"/>
                  </a:lnTo>
                  <a:lnTo>
                    <a:pt x="37205" y="281855"/>
                  </a:lnTo>
                  <a:lnTo>
                    <a:pt x="37335" y="281566"/>
                  </a:lnTo>
                  <a:lnTo>
                    <a:pt x="37386" y="281276"/>
                  </a:lnTo>
                  <a:lnTo>
                    <a:pt x="37244" y="281025"/>
                  </a:lnTo>
                  <a:lnTo>
                    <a:pt x="37315" y="280765"/>
                  </a:lnTo>
                  <a:lnTo>
                    <a:pt x="37516" y="280700"/>
                  </a:lnTo>
                  <a:lnTo>
                    <a:pt x="37680" y="280594"/>
                  </a:lnTo>
                  <a:lnTo>
                    <a:pt x="37666" y="280347"/>
                  </a:lnTo>
                  <a:lnTo>
                    <a:pt x="37447" y="280039"/>
                  </a:lnTo>
                  <a:lnTo>
                    <a:pt x="37204" y="279500"/>
                  </a:lnTo>
                  <a:lnTo>
                    <a:pt x="36759" y="277822"/>
                  </a:lnTo>
                  <a:lnTo>
                    <a:pt x="36804" y="277505"/>
                  </a:lnTo>
                  <a:lnTo>
                    <a:pt x="36971" y="277316"/>
                  </a:lnTo>
                  <a:lnTo>
                    <a:pt x="37080" y="276603"/>
                  </a:lnTo>
                  <a:lnTo>
                    <a:pt x="36805" y="276579"/>
                  </a:lnTo>
                  <a:lnTo>
                    <a:pt x="36506" y="276433"/>
                  </a:lnTo>
                  <a:lnTo>
                    <a:pt x="36405" y="276276"/>
                  </a:lnTo>
                  <a:lnTo>
                    <a:pt x="36359" y="276033"/>
                  </a:lnTo>
                  <a:lnTo>
                    <a:pt x="36082" y="275863"/>
                  </a:lnTo>
                  <a:lnTo>
                    <a:pt x="35776" y="275896"/>
                  </a:lnTo>
                  <a:lnTo>
                    <a:pt x="35614" y="275545"/>
                  </a:lnTo>
                  <a:lnTo>
                    <a:pt x="35462" y="275438"/>
                  </a:lnTo>
                  <a:lnTo>
                    <a:pt x="35257" y="275292"/>
                  </a:lnTo>
                  <a:lnTo>
                    <a:pt x="34690" y="275113"/>
                  </a:lnTo>
                  <a:lnTo>
                    <a:pt x="34424" y="275181"/>
                  </a:lnTo>
                  <a:lnTo>
                    <a:pt x="34289" y="275176"/>
                  </a:lnTo>
                  <a:lnTo>
                    <a:pt x="34031" y="275081"/>
                  </a:lnTo>
                  <a:lnTo>
                    <a:pt x="33784" y="274927"/>
                  </a:lnTo>
                  <a:lnTo>
                    <a:pt x="33727" y="274577"/>
                  </a:lnTo>
                  <a:lnTo>
                    <a:pt x="33526" y="274450"/>
                  </a:lnTo>
                  <a:lnTo>
                    <a:pt x="33214" y="274271"/>
                  </a:lnTo>
                  <a:lnTo>
                    <a:pt x="33308" y="274082"/>
                  </a:lnTo>
                  <a:lnTo>
                    <a:pt x="33129" y="273885"/>
                  </a:lnTo>
                  <a:lnTo>
                    <a:pt x="32920" y="274141"/>
                  </a:lnTo>
                  <a:lnTo>
                    <a:pt x="32630" y="274313"/>
                  </a:lnTo>
                  <a:lnTo>
                    <a:pt x="32404" y="274324"/>
                  </a:lnTo>
                  <a:lnTo>
                    <a:pt x="32224" y="274151"/>
                  </a:lnTo>
                  <a:lnTo>
                    <a:pt x="31954" y="273788"/>
                  </a:lnTo>
                  <a:lnTo>
                    <a:pt x="31852" y="273950"/>
                  </a:lnTo>
                  <a:lnTo>
                    <a:pt x="31553" y="273993"/>
                  </a:lnTo>
                  <a:lnTo>
                    <a:pt x="31021" y="273615"/>
                  </a:lnTo>
                  <a:lnTo>
                    <a:pt x="31023" y="273328"/>
                  </a:lnTo>
                  <a:lnTo>
                    <a:pt x="31185" y="273094"/>
                  </a:lnTo>
                  <a:lnTo>
                    <a:pt x="31042" y="273070"/>
                  </a:lnTo>
                  <a:lnTo>
                    <a:pt x="30767" y="273122"/>
                  </a:lnTo>
                  <a:lnTo>
                    <a:pt x="30368" y="273033"/>
                  </a:lnTo>
                  <a:lnTo>
                    <a:pt x="30313" y="272874"/>
                  </a:lnTo>
                  <a:lnTo>
                    <a:pt x="30057" y="272548"/>
                  </a:lnTo>
                  <a:lnTo>
                    <a:pt x="29856" y="272528"/>
                  </a:lnTo>
                  <a:lnTo>
                    <a:pt x="29713" y="272554"/>
                  </a:lnTo>
                  <a:lnTo>
                    <a:pt x="29534" y="272585"/>
                  </a:lnTo>
                  <a:lnTo>
                    <a:pt x="29396" y="272517"/>
                  </a:lnTo>
                  <a:lnTo>
                    <a:pt x="29157" y="272043"/>
                  </a:lnTo>
                  <a:lnTo>
                    <a:pt x="28903" y="271748"/>
                  </a:lnTo>
                  <a:lnTo>
                    <a:pt x="28769" y="271354"/>
                  </a:lnTo>
                  <a:lnTo>
                    <a:pt x="28411" y="271464"/>
                  </a:lnTo>
                  <a:lnTo>
                    <a:pt x="27823" y="271145"/>
                  </a:lnTo>
                  <a:lnTo>
                    <a:pt x="27637" y="271015"/>
                  </a:lnTo>
                  <a:lnTo>
                    <a:pt x="27350" y="270773"/>
                  </a:lnTo>
                  <a:lnTo>
                    <a:pt x="27072" y="270782"/>
                  </a:lnTo>
                  <a:lnTo>
                    <a:pt x="26673" y="270481"/>
                  </a:lnTo>
                  <a:lnTo>
                    <a:pt x="26400" y="270488"/>
                  </a:lnTo>
                  <a:lnTo>
                    <a:pt x="26102" y="270636"/>
                  </a:lnTo>
                  <a:lnTo>
                    <a:pt x="25905" y="270568"/>
                  </a:lnTo>
                  <a:lnTo>
                    <a:pt x="25793" y="270400"/>
                  </a:lnTo>
                  <a:lnTo>
                    <a:pt x="25404" y="270247"/>
                  </a:lnTo>
                  <a:lnTo>
                    <a:pt x="25359" y="270070"/>
                  </a:lnTo>
                  <a:lnTo>
                    <a:pt x="25156" y="269943"/>
                  </a:lnTo>
                  <a:lnTo>
                    <a:pt x="24944" y="269898"/>
                  </a:lnTo>
                  <a:lnTo>
                    <a:pt x="24621" y="269708"/>
                  </a:lnTo>
                  <a:lnTo>
                    <a:pt x="24421" y="269821"/>
                  </a:lnTo>
                  <a:lnTo>
                    <a:pt x="24170" y="269714"/>
                  </a:lnTo>
                  <a:lnTo>
                    <a:pt x="24035" y="269623"/>
                  </a:lnTo>
                  <a:lnTo>
                    <a:pt x="23727" y="269571"/>
                  </a:lnTo>
                  <a:lnTo>
                    <a:pt x="22793" y="269760"/>
                  </a:lnTo>
                  <a:lnTo>
                    <a:pt x="22483" y="269624"/>
                  </a:lnTo>
                  <a:lnTo>
                    <a:pt x="22316" y="269484"/>
                  </a:lnTo>
                  <a:lnTo>
                    <a:pt x="21797" y="269381"/>
                  </a:lnTo>
                  <a:lnTo>
                    <a:pt x="21493" y="269208"/>
                  </a:lnTo>
                  <a:lnTo>
                    <a:pt x="21347" y="269152"/>
                  </a:lnTo>
                  <a:lnTo>
                    <a:pt x="20456" y="269074"/>
                  </a:lnTo>
                  <a:lnTo>
                    <a:pt x="20317" y="269054"/>
                  </a:lnTo>
                  <a:lnTo>
                    <a:pt x="19938" y="268971"/>
                  </a:lnTo>
                  <a:lnTo>
                    <a:pt x="19582" y="269028"/>
                  </a:lnTo>
                  <a:lnTo>
                    <a:pt x="19364" y="268290"/>
                  </a:lnTo>
                  <a:lnTo>
                    <a:pt x="19125" y="268027"/>
                  </a:lnTo>
                  <a:lnTo>
                    <a:pt x="18997" y="268026"/>
                  </a:lnTo>
                  <a:lnTo>
                    <a:pt x="18863" y="268110"/>
                  </a:lnTo>
                  <a:lnTo>
                    <a:pt x="18621" y="268060"/>
                  </a:lnTo>
                  <a:lnTo>
                    <a:pt x="18484" y="268107"/>
                  </a:lnTo>
                  <a:lnTo>
                    <a:pt x="18220" y="268242"/>
                  </a:lnTo>
                  <a:lnTo>
                    <a:pt x="17905" y="268074"/>
                  </a:lnTo>
                  <a:lnTo>
                    <a:pt x="17665" y="267613"/>
                  </a:lnTo>
                  <a:lnTo>
                    <a:pt x="17537" y="267568"/>
                  </a:lnTo>
                  <a:lnTo>
                    <a:pt x="17053" y="267602"/>
                  </a:lnTo>
                  <a:lnTo>
                    <a:pt x="16666" y="267783"/>
                  </a:lnTo>
                  <a:lnTo>
                    <a:pt x="16170" y="267648"/>
                  </a:lnTo>
                  <a:lnTo>
                    <a:pt x="15806" y="267634"/>
                  </a:lnTo>
                  <a:lnTo>
                    <a:pt x="15143" y="267398"/>
                  </a:lnTo>
                  <a:lnTo>
                    <a:pt x="14965" y="267254"/>
                  </a:lnTo>
                  <a:lnTo>
                    <a:pt x="14860" y="266932"/>
                  </a:lnTo>
                  <a:lnTo>
                    <a:pt x="14684" y="266867"/>
                  </a:lnTo>
                  <a:lnTo>
                    <a:pt x="14285" y="266816"/>
                  </a:lnTo>
                  <a:lnTo>
                    <a:pt x="13979" y="266739"/>
                  </a:lnTo>
                  <a:lnTo>
                    <a:pt x="13400" y="266116"/>
                  </a:lnTo>
                  <a:lnTo>
                    <a:pt x="13087" y="265995"/>
                  </a:lnTo>
                  <a:lnTo>
                    <a:pt x="12762" y="265785"/>
                  </a:lnTo>
                  <a:lnTo>
                    <a:pt x="12580" y="265589"/>
                  </a:lnTo>
                  <a:lnTo>
                    <a:pt x="12334" y="265310"/>
                  </a:lnTo>
                  <a:lnTo>
                    <a:pt x="11940" y="265284"/>
                  </a:lnTo>
                  <a:lnTo>
                    <a:pt x="11812" y="265109"/>
                  </a:lnTo>
                  <a:lnTo>
                    <a:pt x="11612" y="264966"/>
                  </a:lnTo>
                  <a:lnTo>
                    <a:pt x="11476" y="264816"/>
                  </a:lnTo>
                  <a:lnTo>
                    <a:pt x="11309" y="264533"/>
                  </a:lnTo>
                  <a:lnTo>
                    <a:pt x="11197" y="264308"/>
                  </a:lnTo>
                  <a:lnTo>
                    <a:pt x="11062" y="263477"/>
                  </a:lnTo>
                  <a:lnTo>
                    <a:pt x="10903" y="263413"/>
                  </a:lnTo>
                  <a:lnTo>
                    <a:pt x="10715" y="263417"/>
                  </a:lnTo>
                  <a:lnTo>
                    <a:pt x="10456" y="263548"/>
                  </a:lnTo>
                  <a:lnTo>
                    <a:pt x="10152" y="263668"/>
                  </a:lnTo>
                  <a:lnTo>
                    <a:pt x="9974" y="263396"/>
                  </a:lnTo>
                  <a:lnTo>
                    <a:pt x="9697" y="263339"/>
                  </a:lnTo>
                  <a:lnTo>
                    <a:pt x="9396" y="263319"/>
                  </a:lnTo>
                  <a:lnTo>
                    <a:pt x="9075" y="263161"/>
                  </a:lnTo>
                  <a:lnTo>
                    <a:pt x="8694" y="263259"/>
                  </a:lnTo>
                  <a:lnTo>
                    <a:pt x="8555" y="263256"/>
                  </a:lnTo>
                  <a:lnTo>
                    <a:pt x="8382" y="263159"/>
                  </a:lnTo>
                  <a:lnTo>
                    <a:pt x="8245" y="262947"/>
                  </a:lnTo>
                  <a:lnTo>
                    <a:pt x="8204" y="262662"/>
                  </a:lnTo>
                  <a:lnTo>
                    <a:pt x="7447" y="262543"/>
                  </a:lnTo>
                  <a:lnTo>
                    <a:pt x="7266" y="262331"/>
                  </a:lnTo>
                  <a:lnTo>
                    <a:pt x="7224" y="262029"/>
                  </a:lnTo>
                  <a:lnTo>
                    <a:pt x="6981" y="261854"/>
                  </a:lnTo>
                  <a:lnTo>
                    <a:pt x="6830" y="261917"/>
                  </a:lnTo>
                  <a:lnTo>
                    <a:pt x="6525" y="261949"/>
                  </a:lnTo>
                  <a:lnTo>
                    <a:pt x="6372" y="261905"/>
                  </a:lnTo>
                  <a:lnTo>
                    <a:pt x="6042" y="261696"/>
                  </a:lnTo>
                  <a:lnTo>
                    <a:pt x="5905" y="261677"/>
                  </a:lnTo>
                  <a:lnTo>
                    <a:pt x="5757" y="261599"/>
                  </a:lnTo>
                  <a:lnTo>
                    <a:pt x="5637" y="261272"/>
                  </a:lnTo>
                  <a:lnTo>
                    <a:pt x="5657" y="261104"/>
                  </a:lnTo>
                  <a:lnTo>
                    <a:pt x="5184" y="261078"/>
                  </a:lnTo>
                  <a:lnTo>
                    <a:pt x="5116" y="260885"/>
                  </a:lnTo>
                  <a:lnTo>
                    <a:pt x="4719" y="260492"/>
                  </a:lnTo>
                  <a:lnTo>
                    <a:pt x="4265" y="259955"/>
                  </a:lnTo>
                  <a:lnTo>
                    <a:pt x="3774" y="259541"/>
                  </a:lnTo>
                  <a:lnTo>
                    <a:pt x="3401" y="259364"/>
                  </a:lnTo>
                  <a:lnTo>
                    <a:pt x="3394" y="258603"/>
                  </a:lnTo>
                  <a:lnTo>
                    <a:pt x="3337" y="258385"/>
                  </a:lnTo>
                  <a:lnTo>
                    <a:pt x="3039" y="257815"/>
                  </a:lnTo>
                  <a:lnTo>
                    <a:pt x="2820" y="257659"/>
                  </a:lnTo>
                  <a:lnTo>
                    <a:pt x="2692" y="257426"/>
                  </a:lnTo>
                  <a:lnTo>
                    <a:pt x="2195" y="256522"/>
                  </a:lnTo>
                  <a:lnTo>
                    <a:pt x="2098" y="256244"/>
                  </a:lnTo>
                  <a:lnTo>
                    <a:pt x="1960" y="255976"/>
                  </a:lnTo>
                  <a:lnTo>
                    <a:pt x="1791" y="255711"/>
                  </a:lnTo>
                  <a:lnTo>
                    <a:pt x="1602" y="255483"/>
                  </a:lnTo>
                  <a:lnTo>
                    <a:pt x="1563" y="255039"/>
                  </a:lnTo>
                  <a:lnTo>
                    <a:pt x="1436" y="254871"/>
                  </a:lnTo>
                  <a:lnTo>
                    <a:pt x="1408" y="254727"/>
                  </a:lnTo>
                  <a:lnTo>
                    <a:pt x="1395" y="254262"/>
                  </a:lnTo>
                  <a:lnTo>
                    <a:pt x="1354" y="253851"/>
                  </a:lnTo>
                  <a:lnTo>
                    <a:pt x="1326" y="253574"/>
                  </a:lnTo>
                  <a:lnTo>
                    <a:pt x="1440" y="253223"/>
                  </a:lnTo>
                  <a:lnTo>
                    <a:pt x="1628" y="253196"/>
                  </a:lnTo>
                  <a:lnTo>
                    <a:pt x="1913" y="253144"/>
                  </a:lnTo>
                  <a:lnTo>
                    <a:pt x="1855" y="252787"/>
                  </a:lnTo>
                  <a:lnTo>
                    <a:pt x="1874" y="252438"/>
                  </a:lnTo>
                  <a:lnTo>
                    <a:pt x="1756" y="252186"/>
                  </a:lnTo>
                  <a:lnTo>
                    <a:pt x="1464" y="251839"/>
                  </a:lnTo>
                  <a:lnTo>
                    <a:pt x="1487" y="251642"/>
                  </a:lnTo>
                  <a:lnTo>
                    <a:pt x="1621" y="251286"/>
                  </a:lnTo>
                  <a:lnTo>
                    <a:pt x="1181" y="251152"/>
                  </a:lnTo>
                  <a:lnTo>
                    <a:pt x="1055" y="250907"/>
                  </a:lnTo>
                  <a:lnTo>
                    <a:pt x="1232" y="250714"/>
                  </a:lnTo>
                  <a:lnTo>
                    <a:pt x="1134" y="250340"/>
                  </a:lnTo>
                  <a:lnTo>
                    <a:pt x="773" y="250351"/>
                  </a:lnTo>
                  <a:lnTo>
                    <a:pt x="624" y="250356"/>
                  </a:lnTo>
                  <a:lnTo>
                    <a:pt x="225" y="250253"/>
                  </a:lnTo>
                  <a:lnTo>
                    <a:pt x="105" y="250115"/>
                  </a:lnTo>
                  <a:lnTo>
                    <a:pt x="0" y="249910"/>
                  </a:lnTo>
                  <a:lnTo>
                    <a:pt x="89" y="249479"/>
                  </a:lnTo>
                  <a:lnTo>
                    <a:pt x="351" y="249414"/>
                  </a:lnTo>
                  <a:lnTo>
                    <a:pt x="489" y="249180"/>
                  </a:lnTo>
                  <a:lnTo>
                    <a:pt x="440" y="248985"/>
                  </a:lnTo>
                  <a:lnTo>
                    <a:pt x="752" y="248514"/>
                  </a:lnTo>
                  <a:lnTo>
                    <a:pt x="884" y="248338"/>
                  </a:lnTo>
                  <a:lnTo>
                    <a:pt x="583" y="247459"/>
                  </a:lnTo>
                  <a:lnTo>
                    <a:pt x="690" y="247283"/>
                  </a:lnTo>
                  <a:lnTo>
                    <a:pt x="952" y="247057"/>
                  </a:lnTo>
                  <a:lnTo>
                    <a:pt x="1173" y="246953"/>
                  </a:lnTo>
                  <a:lnTo>
                    <a:pt x="1577" y="247029"/>
                  </a:lnTo>
                  <a:lnTo>
                    <a:pt x="2341" y="246840"/>
                  </a:lnTo>
                  <a:lnTo>
                    <a:pt x="2652" y="246732"/>
                  </a:lnTo>
                  <a:lnTo>
                    <a:pt x="2977" y="246263"/>
                  </a:lnTo>
                  <a:lnTo>
                    <a:pt x="3560" y="246172"/>
                  </a:lnTo>
                  <a:lnTo>
                    <a:pt x="3762" y="246010"/>
                  </a:lnTo>
                  <a:lnTo>
                    <a:pt x="4049" y="245941"/>
                  </a:lnTo>
                  <a:lnTo>
                    <a:pt x="4422" y="246028"/>
                  </a:lnTo>
                  <a:lnTo>
                    <a:pt x="5145" y="245998"/>
                  </a:lnTo>
                  <a:lnTo>
                    <a:pt x="5675" y="245773"/>
                  </a:lnTo>
                  <a:lnTo>
                    <a:pt x="5939" y="245875"/>
                  </a:lnTo>
                  <a:lnTo>
                    <a:pt x="6933" y="245622"/>
                  </a:lnTo>
                  <a:lnTo>
                    <a:pt x="7143" y="245500"/>
                  </a:lnTo>
                  <a:lnTo>
                    <a:pt x="7272" y="245466"/>
                  </a:lnTo>
                  <a:lnTo>
                    <a:pt x="7441" y="245316"/>
                  </a:lnTo>
                  <a:lnTo>
                    <a:pt x="7397" y="245173"/>
                  </a:lnTo>
                  <a:lnTo>
                    <a:pt x="7205" y="245053"/>
                  </a:lnTo>
                  <a:lnTo>
                    <a:pt x="6544" y="244404"/>
                  </a:lnTo>
                  <a:lnTo>
                    <a:pt x="6483" y="244212"/>
                  </a:lnTo>
                  <a:lnTo>
                    <a:pt x="6511" y="243834"/>
                  </a:lnTo>
                  <a:lnTo>
                    <a:pt x="6699" y="243814"/>
                  </a:lnTo>
                  <a:lnTo>
                    <a:pt x="7322" y="243737"/>
                  </a:lnTo>
                  <a:lnTo>
                    <a:pt x="7500" y="243567"/>
                  </a:lnTo>
                  <a:lnTo>
                    <a:pt x="8018" y="243362"/>
                  </a:lnTo>
                  <a:lnTo>
                    <a:pt x="8235" y="242895"/>
                  </a:lnTo>
                  <a:lnTo>
                    <a:pt x="8128" y="242309"/>
                  </a:lnTo>
                  <a:lnTo>
                    <a:pt x="8087" y="241979"/>
                  </a:lnTo>
                  <a:lnTo>
                    <a:pt x="7739" y="241578"/>
                  </a:lnTo>
                  <a:lnTo>
                    <a:pt x="7679" y="241234"/>
                  </a:lnTo>
                  <a:lnTo>
                    <a:pt x="7178" y="240282"/>
                  </a:lnTo>
                  <a:lnTo>
                    <a:pt x="6990" y="240207"/>
                  </a:lnTo>
                  <a:lnTo>
                    <a:pt x="6747" y="240180"/>
                  </a:lnTo>
                  <a:lnTo>
                    <a:pt x="6431" y="240058"/>
                  </a:lnTo>
                  <a:lnTo>
                    <a:pt x="6114" y="239865"/>
                  </a:lnTo>
                  <a:lnTo>
                    <a:pt x="6070" y="239262"/>
                  </a:lnTo>
                  <a:lnTo>
                    <a:pt x="6127" y="238763"/>
                  </a:lnTo>
                  <a:lnTo>
                    <a:pt x="6390" y="238445"/>
                  </a:lnTo>
                  <a:lnTo>
                    <a:pt x="6254" y="237987"/>
                  </a:lnTo>
                  <a:lnTo>
                    <a:pt x="6121" y="237916"/>
                  </a:lnTo>
                  <a:lnTo>
                    <a:pt x="5884" y="237670"/>
                  </a:lnTo>
                  <a:lnTo>
                    <a:pt x="5977" y="237348"/>
                  </a:lnTo>
                  <a:lnTo>
                    <a:pt x="6006" y="237206"/>
                  </a:lnTo>
                  <a:lnTo>
                    <a:pt x="5943" y="236682"/>
                  </a:lnTo>
                  <a:lnTo>
                    <a:pt x="6443" y="236502"/>
                  </a:lnTo>
                  <a:lnTo>
                    <a:pt x="6642" y="236457"/>
                  </a:lnTo>
                  <a:lnTo>
                    <a:pt x="6872" y="236397"/>
                  </a:lnTo>
                  <a:lnTo>
                    <a:pt x="7348" y="235654"/>
                  </a:lnTo>
                  <a:lnTo>
                    <a:pt x="7556" y="235518"/>
                  </a:lnTo>
                  <a:lnTo>
                    <a:pt x="7612" y="235308"/>
                  </a:lnTo>
                  <a:lnTo>
                    <a:pt x="7749" y="235005"/>
                  </a:lnTo>
                  <a:lnTo>
                    <a:pt x="8735" y="234731"/>
                  </a:lnTo>
                  <a:lnTo>
                    <a:pt x="8954" y="234476"/>
                  </a:lnTo>
                  <a:lnTo>
                    <a:pt x="9341" y="234277"/>
                  </a:lnTo>
                  <a:lnTo>
                    <a:pt x="9701" y="233841"/>
                  </a:lnTo>
                  <a:lnTo>
                    <a:pt x="9735" y="233574"/>
                  </a:lnTo>
                  <a:lnTo>
                    <a:pt x="10191" y="233143"/>
                  </a:lnTo>
                  <a:lnTo>
                    <a:pt x="10487" y="232695"/>
                  </a:lnTo>
                  <a:lnTo>
                    <a:pt x="10786" y="232367"/>
                  </a:lnTo>
                  <a:lnTo>
                    <a:pt x="11074" y="232130"/>
                  </a:lnTo>
                  <a:lnTo>
                    <a:pt x="11162" y="231724"/>
                  </a:lnTo>
                  <a:lnTo>
                    <a:pt x="11099" y="231452"/>
                  </a:lnTo>
                  <a:lnTo>
                    <a:pt x="11043" y="230909"/>
                  </a:lnTo>
                  <a:lnTo>
                    <a:pt x="11184" y="230627"/>
                  </a:lnTo>
                  <a:lnTo>
                    <a:pt x="11264" y="230482"/>
                  </a:lnTo>
                  <a:lnTo>
                    <a:pt x="11361" y="230297"/>
                  </a:lnTo>
                  <a:lnTo>
                    <a:pt x="11480" y="229955"/>
                  </a:lnTo>
                  <a:lnTo>
                    <a:pt x="11576" y="229459"/>
                  </a:lnTo>
                  <a:lnTo>
                    <a:pt x="11632" y="229118"/>
                  </a:lnTo>
                  <a:lnTo>
                    <a:pt x="11603" y="228677"/>
                  </a:lnTo>
                  <a:lnTo>
                    <a:pt x="11758" y="228372"/>
                  </a:lnTo>
                  <a:lnTo>
                    <a:pt x="12599" y="228204"/>
                  </a:lnTo>
                  <a:lnTo>
                    <a:pt x="12960" y="228310"/>
                  </a:lnTo>
                  <a:lnTo>
                    <a:pt x="14116" y="228225"/>
                  </a:lnTo>
                  <a:lnTo>
                    <a:pt x="14179" y="227419"/>
                  </a:lnTo>
                  <a:lnTo>
                    <a:pt x="14513" y="227290"/>
                  </a:lnTo>
                  <a:lnTo>
                    <a:pt x="14664" y="227377"/>
                  </a:lnTo>
                  <a:lnTo>
                    <a:pt x="15148" y="227377"/>
                  </a:lnTo>
                  <a:lnTo>
                    <a:pt x="15275" y="227133"/>
                  </a:lnTo>
                  <a:lnTo>
                    <a:pt x="15382" y="226771"/>
                  </a:lnTo>
                  <a:lnTo>
                    <a:pt x="16046" y="226064"/>
                  </a:lnTo>
                  <a:lnTo>
                    <a:pt x="16304" y="226100"/>
                  </a:lnTo>
                  <a:lnTo>
                    <a:pt x="16480" y="226072"/>
                  </a:lnTo>
                  <a:lnTo>
                    <a:pt x="16679" y="225936"/>
                  </a:lnTo>
                  <a:lnTo>
                    <a:pt x="16755" y="225734"/>
                  </a:lnTo>
                  <a:lnTo>
                    <a:pt x="16951" y="225650"/>
                  </a:lnTo>
                  <a:lnTo>
                    <a:pt x="17180" y="225496"/>
                  </a:lnTo>
                  <a:lnTo>
                    <a:pt x="17270" y="225195"/>
                  </a:lnTo>
                  <a:lnTo>
                    <a:pt x="17010" y="224924"/>
                  </a:lnTo>
                  <a:lnTo>
                    <a:pt x="16571" y="224773"/>
                  </a:lnTo>
                  <a:lnTo>
                    <a:pt x="16315" y="224601"/>
                  </a:lnTo>
                  <a:lnTo>
                    <a:pt x="15486" y="224117"/>
                  </a:lnTo>
                  <a:lnTo>
                    <a:pt x="15267" y="224036"/>
                  </a:lnTo>
                  <a:lnTo>
                    <a:pt x="15051" y="224045"/>
                  </a:lnTo>
                  <a:lnTo>
                    <a:pt x="14293" y="223817"/>
                  </a:lnTo>
                  <a:lnTo>
                    <a:pt x="13806" y="223274"/>
                  </a:lnTo>
                  <a:lnTo>
                    <a:pt x="13660" y="223188"/>
                  </a:lnTo>
                  <a:lnTo>
                    <a:pt x="13477" y="223140"/>
                  </a:lnTo>
                  <a:lnTo>
                    <a:pt x="13215" y="223135"/>
                  </a:lnTo>
                  <a:lnTo>
                    <a:pt x="12712" y="223077"/>
                  </a:lnTo>
                  <a:lnTo>
                    <a:pt x="11859" y="222464"/>
                  </a:lnTo>
                  <a:lnTo>
                    <a:pt x="11397" y="222549"/>
                  </a:lnTo>
                  <a:lnTo>
                    <a:pt x="10187" y="222365"/>
                  </a:lnTo>
                  <a:lnTo>
                    <a:pt x="10083" y="222156"/>
                  </a:lnTo>
                  <a:lnTo>
                    <a:pt x="9959" y="222026"/>
                  </a:lnTo>
                  <a:lnTo>
                    <a:pt x="9350" y="222275"/>
                  </a:lnTo>
                  <a:lnTo>
                    <a:pt x="8687" y="222180"/>
                  </a:lnTo>
                  <a:lnTo>
                    <a:pt x="8659" y="221786"/>
                  </a:lnTo>
                  <a:lnTo>
                    <a:pt x="8493" y="221507"/>
                  </a:lnTo>
                  <a:lnTo>
                    <a:pt x="8442" y="221355"/>
                  </a:lnTo>
                  <a:lnTo>
                    <a:pt x="8411" y="221228"/>
                  </a:lnTo>
                  <a:lnTo>
                    <a:pt x="8313" y="220872"/>
                  </a:lnTo>
                  <a:lnTo>
                    <a:pt x="8109" y="220780"/>
                  </a:lnTo>
                  <a:lnTo>
                    <a:pt x="7759" y="220586"/>
                  </a:lnTo>
                  <a:lnTo>
                    <a:pt x="7298" y="219872"/>
                  </a:lnTo>
                  <a:lnTo>
                    <a:pt x="6973" y="219528"/>
                  </a:lnTo>
                  <a:lnTo>
                    <a:pt x="7192" y="219178"/>
                  </a:lnTo>
                  <a:lnTo>
                    <a:pt x="7217" y="218750"/>
                  </a:lnTo>
                  <a:lnTo>
                    <a:pt x="7317" y="218190"/>
                  </a:lnTo>
                  <a:lnTo>
                    <a:pt x="7395" y="217930"/>
                  </a:lnTo>
                  <a:lnTo>
                    <a:pt x="7432" y="217655"/>
                  </a:lnTo>
                  <a:lnTo>
                    <a:pt x="7512" y="217212"/>
                  </a:lnTo>
                  <a:lnTo>
                    <a:pt x="7473" y="216823"/>
                  </a:lnTo>
                  <a:lnTo>
                    <a:pt x="6898" y="216602"/>
                  </a:lnTo>
                  <a:lnTo>
                    <a:pt x="6515" y="216552"/>
                  </a:lnTo>
                  <a:lnTo>
                    <a:pt x="6307" y="216527"/>
                  </a:lnTo>
                  <a:lnTo>
                    <a:pt x="6113" y="216465"/>
                  </a:lnTo>
                  <a:lnTo>
                    <a:pt x="5877" y="216386"/>
                  </a:lnTo>
                  <a:lnTo>
                    <a:pt x="5527" y="216410"/>
                  </a:lnTo>
                  <a:lnTo>
                    <a:pt x="4974" y="216548"/>
                  </a:lnTo>
                  <a:lnTo>
                    <a:pt x="4845" y="216616"/>
                  </a:lnTo>
                  <a:lnTo>
                    <a:pt x="4457" y="216748"/>
                  </a:lnTo>
                  <a:lnTo>
                    <a:pt x="4316" y="216521"/>
                  </a:lnTo>
                  <a:lnTo>
                    <a:pt x="4118" y="216114"/>
                  </a:lnTo>
                  <a:lnTo>
                    <a:pt x="3826" y="215862"/>
                  </a:lnTo>
                  <a:lnTo>
                    <a:pt x="3541" y="215737"/>
                  </a:lnTo>
                  <a:lnTo>
                    <a:pt x="3229" y="215672"/>
                  </a:lnTo>
                  <a:lnTo>
                    <a:pt x="2813" y="215374"/>
                  </a:lnTo>
                  <a:lnTo>
                    <a:pt x="2590" y="214943"/>
                  </a:lnTo>
                  <a:lnTo>
                    <a:pt x="2685" y="214188"/>
                  </a:lnTo>
                  <a:lnTo>
                    <a:pt x="2866" y="213995"/>
                  </a:lnTo>
                  <a:lnTo>
                    <a:pt x="3112" y="213385"/>
                  </a:lnTo>
                  <a:lnTo>
                    <a:pt x="3191" y="213116"/>
                  </a:lnTo>
                  <a:lnTo>
                    <a:pt x="3512" y="212418"/>
                  </a:lnTo>
                  <a:lnTo>
                    <a:pt x="3733" y="211838"/>
                  </a:lnTo>
                  <a:lnTo>
                    <a:pt x="3278" y="210941"/>
                  </a:lnTo>
                  <a:lnTo>
                    <a:pt x="3402" y="210185"/>
                  </a:lnTo>
                  <a:lnTo>
                    <a:pt x="2997" y="209423"/>
                  </a:lnTo>
                  <a:lnTo>
                    <a:pt x="3085" y="208426"/>
                  </a:lnTo>
                  <a:lnTo>
                    <a:pt x="3155" y="208177"/>
                  </a:lnTo>
                  <a:lnTo>
                    <a:pt x="2534" y="207030"/>
                  </a:lnTo>
                  <a:lnTo>
                    <a:pt x="2525" y="206728"/>
                  </a:lnTo>
                  <a:lnTo>
                    <a:pt x="2492" y="206353"/>
                  </a:lnTo>
                  <a:lnTo>
                    <a:pt x="2120" y="205722"/>
                  </a:lnTo>
                  <a:lnTo>
                    <a:pt x="1872" y="205722"/>
                  </a:lnTo>
                  <a:lnTo>
                    <a:pt x="1608" y="205491"/>
                  </a:lnTo>
                  <a:lnTo>
                    <a:pt x="1047" y="203972"/>
                  </a:lnTo>
                  <a:lnTo>
                    <a:pt x="1501" y="203785"/>
                  </a:lnTo>
                  <a:lnTo>
                    <a:pt x="1712" y="203787"/>
                  </a:lnTo>
                  <a:lnTo>
                    <a:pt x="1885" y="203777"/>
                  </a:lnTo>
                  <a:lnTo>
                    <a:pt x="2219" y="203590"/>
                  </a:lnTo>
                  <a:lnTo>
                    <a:pt x="2027" y="202572"/>
                  </a:lnTo>
                  <a:lnTo>
                    <a:pt x="1890" y="202376"/>
                  </a:lnTo>
                  <a:lnTo>
                    <a:pt x="1923" y="201736"/>
                  </a:lnTo>
                  <a:lnTo>
                    <a:pt x="2175" y="201789"/>
                  </a:lnTo>
                  <a:lnTo>
                    <a:pt x="2440" y="201907"/>
                  </a:lnTo>
                  <a:lnTo>
                    <a:pt x="2773" y="201961"/>
                  </a:lnTo>
                  <a:lnTo>
                    <a:pt x="3501" y="201872"/>
                  </a:lnTo>
                  <a:lnTo>
                    <a:pt x="3835" y="201811"/>
                  </a:lnTo>
                  <a:lnTo>
                    <a:pt x="4124" y="201782"/>
                  </a:lnTo>
                  <a:lnTo>
                    <a:pt x="4330" y="201777"/>
                  </a:lnTo>
                  <a:lnTo>
                    <a:pt x="4603" y="201806"/>
                  </a:lnTo>
                  <a:lnTo>
                    <a:pt x="4806" y="201812"/>
                  </a:lnTo>
                  <a:lnTo>
                    <a:pt x="4953" y="201189"/>
                  </a:lnTo>
                  <a:lnTo>
                    <a:pt x="6911" y="200725"/>
                  </a:lnTo>
                  <a:lnTo>
                    <a:pt x="7554" y="201153"/>
                  </a:lnTo>
                  <a:lnTo>
                    <a:pt x="8177" y="200807"/>
                  </a:lnTo>
                  <a:lnTo>
                    <a:pt x="9053" y="200481"/>
                  </a:lnTo>
                  <a:lnTo>
                    <a:pt x="9684" y="200295"/>
                  </a:lnTo>
                  <a:lnTo>
                    <a:pt x="10174" y="200051"/>
                  </a:lnTo>
                  <a:lnTo>
                    <a:pt x="10368" y="199937"/>
                  </a:lnTo>
                  <a:lnTo>
                    <a:pt x="10872" y="199731"/>
                  </a:lnTo>
                  <a:lnTo>
                    <a:pt x="11733" y="200143"/>
                  </a:lnTo>
                  <a:lnTo>
                    <a:pt x="12337" y="200263"/>
                  </a:lnTo>
                  <a:lnTo>
                    <a:pt x="12584" y="200019"/>
                  </a:lnTo>
                  <a:lnTo>
                    <a:pt x="12640" y="199536"/>
                  </a:lnTo>
                  <a:lnTo>
                    <a:pt x="13136" y="198861"/>
                  </a:lnTo>
                  <a:lnTo>
                    <a:pt x="13298" y="198128"/>
                  </a:lnTo>
                  <a:lnTo>
                    <a:pt x="13363" y="197541"/>
                  </a:lnTo>
                  <a:lnTo>
                    <a:pt x="13247" y="197280"/>
                  </a:lnTo>
                  <a:lnTo>
                    <a:pt x="13124" y="196943"/>
                  </a:lnTo>
                  <a:lnTo>
                    <a:pt x="13027" y="196472"/>
                  </a:lnTo>
                  <a:lnTo>
                    <a:pt x="13905" y="195836"/>
                  </a:lnTo>
                  <a:lnTo>
                    <a:pt x="14539" y="195568"/>
                  </a:lnTo>
                  <a:lnTo>
                    <a:pt x="15066" y="194690"/>
                  </a:lnTo>
                  <a:lnTo>
                    <a:pt x="15134" y="194449"/>
                  </a:lnTo>
                  <a:lnTo>
                    <a:pt x="15153" y="194301"/>
                  </a:lnTo>
                  <a:lnTo>
                    <a:pt x="15171" y="194096"/>
                  </a:lnTo>
                  <a:lnTo>
                    <a:pt x="15186" y="193824"/>
                  </a:lnTo>
                  <a:lnTo>
                    <a:pt x="14864" y="193110"/>
                  </a:lnTo>
                  <a:lnTo>
                    <a:pt x="14831" y="192627"/>
                  </a:lnTo>
                  <a:lnTo>
                    <a:pt x="14149" y="192045"/>
                  </a:lnTo>
                  <a:lnTo>
                    <a:pt x="14036" y="191808"/>
                  </a:lnTo>
                  <a:lnTo>
                    <a:pt x="13429" y="190751"/>
                  </a:lnTo>
                  <a:lnTo>
                    <a:pt x="13628" y="190179"/>
                  </a:lnTo>
                  <a:lnTo>
                    <a:pt x="14149" y="189967"/>
                  </a:lnTo>
                  <a:lnTo>
                    <a:pt x="14641" y="189959"/>
                  </a:lnTo>
                  <a:lnTo>
                    <a:pt x="15171" y="189651"/>
                  </a:lnTo>
                  <a:lnTo>
                    <a:pt x="15326" y="189542"/>
                  </a:lnTo>
                  <a:lnTo>
                    <a:pt x="15473" y="189546"/>
                  </a:lnTo>
                  <a:lnTo>
                    <a:pt x="16605" y="189089"/>
                  </a:lnTo>
                  <a:lnTo>
                    <a:pt x="16908" y="188834"/>
                  </a:lnTo>
                  <a:lnTo>
                    <a:pt x="17817" y="188691"/>
                  </a:lnTo>
                  <a:lnTo>
                    <a:pt x="18185" y="188516"/>
                  </a:lnTo>
                  <a:lnTo>
                    <a:pt x="18376" y="188388"/>
                  </a:lnTo>
                  <a:lnTo>
                    <a:pt x="18523" y="188290"/>
                  </a:lnTo>
                  <a:lnTo>
                    <a:pt x="18775" y="188085"/>
                  </a:lnTo>
                  <a:lnTo>
                    <a:pt x="18670" y="187882"/>
                  </a:lnTo>
                  <a:lnTo>
                    <a:pt x="19118" y="186921"/>
                  </a:lnTo>
                  <a:lnTo>
                    <a:pt x="19326" y="186632"/>
                  </a:lnTo>
                  <a:lnTo>
                    <a:pt x="19770" y="186307"/>
                  </a:lnTo>
                  <a:lnTo>
                    <a:pt x="19911" y="186367"/>
                  </a:lnTo>
                  <a:lnTo>
                    <a:pt x="20164" y="186297"/>
                  </a:lnTo>
                  <a:lnTo>
                    <a:pt x="20814" y="186270"/>
                  </a:lnTo>
                  <a:lnTo>
                    <a:pt x="21204" y="186299"/>
                  </a:lnTo>
                  <a:lnTo>
                    <a:pt x="22133" y="186440"/>
                  </a:lnTo>
                  <a:lnTo>
                    <a:pt x="22475" y="186353"/>
                  </a:lnTo>
                  <a:lnTo>
                    <a:pt x="22701" y="186385"/>
                  </a:lnTo>
                  <a:lnTo>
                    <a:pt x="23118" y="186448"/>
                  </a:lnTo>
                  <a:lnTo>
                    <a:pt x="23339" y="186244"/>
                  </a:lnTo>
                  <a:lnTo>
                    <a:pt x="23532" y="186192"/>
                  </a:lnTo>
                  <a:lnTo>
                    <a:pt x="23703" y="186222"/>
                  </a:lnTo>
                  <a:lnTo>
                    <a:pt x="24648" y="186665"/>
                  </a:lnTo>
                  <a:lnTo>
                    <a:pt x="24931" y="186798"/>
                  </a:lnTo>
                  <a:lnTo>
                    <a:pt x="25150" y="186817"/>
                  </a:lnTo>
                  <a:lnTo>
                    <a:pt x="25294" y="186779"/>
                  </a:lnTo>
                  <a:lnTo>
                    <a:pt x="25524" y="186843"/>
                  </a:lnTo>
                  <a:lnTo>
                    <a:pt x="25660" y="186941"/>
                  </a:lnTo>
                  <a:lnTo>
                    <a:pt x="25899" y="187288"/>
                  </a:lnTo>
                  <a:lnTo>
                    <a:pt x="26195" y="187509"/>
                  </a:lnTo>
                  <a:lnTo>
                    <a:pt x="26693" y="187946"/>
                  </a:lnTo>
                  <a:lnTo>
                    <a:pt x="26909" y="188191"/>
                  </a:lnTo>
                  <a:lnTo>
                    <a:pt x="27171" y="188402"/>
                  </a:lnTo>
                  <a:lnTo>
                    <a:pt x="27547" y="188609"/>
                  </a:lnTo>
                  <a:lnTo>
                    <a:pt x="27733" y="188886"/>
                  </a:lnTo>
                  <a:lnTo>
                    <a:pt x="27924" y="189012"/>
                  </a:lnTo>
                  <a:lnTo>
                    <a:pt x="28087" y="189030"/>
                  </a:lnTo>
                  <a:lnTo>
                    <a:pt x="28450" y="189363"/>
                  </a:lnTo>
                  <a:lnTo>
                    <a:pt x="28928" y="190158"/>
                  </a:lnTo>
                  <a:lnTo>
                    <a:pt x="29000" y="190372"/>
                  </a:lnTo>
                  <a:lnTo>
                    <a:pt x="29488" y="190605"/>
                  </a:lnTo>
                  <a:lnTo>
                    <a:pt x="29740" y="190760"/>
                  </a:lnTo>
                  <a:lnTo>
                    <a:pt x="30136" y="190597"/>
                  </a:lnTo>
                  <a:lnTo>
                    <a:pt x="30485" y="190522"/>
                  </a:lnTo>
                  <a:lnTo>
                    <a:pt x="30726" y="190560"/>
                  </a:lnTo>
                  <a:lnTo>
                    <a:pt x="30909" y="190635"/>
                  </a:lnTo>
                  <a:lnTo>
                    <a:pt x="31123" y="190648"/>
                  </a:lnTo>
                  <a:lnTo>
                    <a:pt x="31483" y="190365"/>
                  </a:lnTo>
                  <a:lnTo>
                    <a:pt x="32071" y="190405"/>
                  </a:lnTo>
                  <a:lnTo>
                    <a:pt x="32763" y="190706"/>
                  </a:lnTo>
                  <a:lnTo>
                    <a:pt x="33022" y="190912"/>
                  </a:lnTo>
                  <a:lnTo>
                    <a:pt x="33298" y="191097"/>
                  </a:lnTo>
                  <a:lnTo>
                    <a:pt x="33479" y="191189"/>
                  </a:lnTo>
                  <a:lnTo>
                    <a:pt x="34080" y="191184"/>
                  </a:lnTo>
                  <a:lnTo>
                    <a:pt x="34354" y="191119"/>
                  </a:lnTo>
                  <a:lnTo>
                    <a:pt x="34562" y="191169"/>
                  </a:lnTo>
                  <a:lnTo>
                    <a:pt x="34799" y="191340"/>
                  </a:lnTo>
                  <a:lnTo>
                    <a:pt x="34980" y="191506"/>
                  </a:lnTo>
                  <a:lnTo>
                    <a:pt x="35223" y="191639"/>
                  </a:lnTo>
                  <a:lnTo>
                    <a:pt x="36100" y="191930"/>
                  </a:lnTo>
                  <a:lnTo>
                    <a:pt x="36304" y="191911"/>
                  </a:lnTo>
                  <a:lnTo>
                    <a:pt x="36670" y="192355"/>
                  </a:lnTo>
                  <a:lnTo>
                    <a:pt x="36878" y="192542"/>
                  </a:lnTo>
                  <a:lnTo>
                    <a:pt x="37189" y="192422"/>
                  </a:lnTo>
                  <a:lnTo>
                    <a:pt x="37620" y="192190"/>
                  </a:lnTo>
                  <a:lnTo>
                    <a:pt x="37888" y="192315"/>
                  </a:lnTo>
                  <a:lnTo>
                    <a:pt x="38044" y="192373"/>
                  </a:lnTo>
                  <a:lnTo>
                    <a:pt x="38786" y="192338"/>
                  </a:lnTo>
                  <a:lnTo>
                    <a:pt x="38946" y="192308"/>
                  </a:lnTo>
                  <a:lnTo>
                    <a:pt x="39287" y="192201"/>
                  </a:lnTo>
                  <a:lnTo>
                    <a:pt x="39420" y="192075"/>
                  </a:lnTo>
                  <a:lnTo>
                    <a:pt x="39649" y="192098"/>
                  </a:lnTo>
                  <a:lnTo>
                    <a:pt x="39885" y="192214"/>
                  </a:lnTo>
                  <a:lnTo>
                    <a:pt x="41166" y="192092"/>
                  </a:lnTo>
                  <a:lnTo>
                    <a:pt x="41436" y="191969"/>
                  </a:lnTo>
                  <a:lnTo>
                    <a:pt x="41563" y="191900"/>
                  </a:lnTo>
                  <a:lnTo>
                    <a:pt x="41920" y="191675"/>
                  </a:lnTo>
                  <a:lnTo>
                    <a:pt x="42650" y="191804"/>
                  </a:lnTo>
                  <a:lnTo>
                    <a:pt x="43162" y="191899"/>
                  </a:lnTo>
                  <a:lnTo>
                    <a:pt x="43602" y="191945"/>
                  </a:lnTo>
                  <a:lnTo>
                    <a:pt x="44899" y="192466"/>
                  </a:lnTo>
                  <a:lnTo>
                    <a:pt x="44834" y="192916"/>
                  </a:lnTo>
                  <a:lnTo>
                    <a:pt x="44569" y="193631"/>
                  </a:lnTo>
                  <a:lnTo>
                    <a:pt x="44840" y="193800"/>
                  </a:lnTo>
                  <a:lnTo>
                    <a:pt x="45195" y="194094"/>
                  </a:lnTo>
                  <a:lnTo>
                    <a:pt x="45278" y="194244"/>
                  </a:lnTo>
                  <a:lnTo>
                    <a:pt x="45632" y="194550"/>
                  </a:lnTo>
                  <a:lnTo>
                    <a:pt x="45874" y="194695"/>
                  </a:lnTo>
                  <a:lnTo>
                    <a:pt x="46099" y="195037"/>
                  </a:lnTo>
                  <a:lnTo>
                    <a:pt x="46305" y="195409"/>
                  </a:lnTo>
                  <a:lnTo>
                    <a:pt x="46566" y="196079"/>
                  </a:lnTo>
                  <a:lnTo>
                    <a:pt x="46329" y="196519"/>
                  </a:lnTo>
                  <a:lnTo>
                    <a:pt x="46671" y="197072"/>
                  </a:lnTo>
                  <a:lnTo>
                    <a:pt x="46602" y="197545"/>
                  </a:lnTo>
                  <a:lnTo>
                    <a:pt x="46287" y="197749"/>
                  </a:lnTo>
                  <a:lnTo>
                    <a:pt x="45801" y="198391"/>
                  </a:lnTo>
                  <a:lnTo>
                    <a:pt x="45238" y="199334"/>
                  </a:lnTo>
                  <a:lnTo>
                    <a:pt x="45210" y="199552"/>
                  </a:lnTo>
                  <a:lnTo>
                    <a:pt x="45440" y="200154"/>
                  </a:lnTo>
                  <a:lnTo>
                    <a:pt x="45741" y="200307"/>
                  </a:lnTo>
                  <a:lnTo>
                    <a:pt x="46147" y="201361"/>
                  </a:lnTo>
                  <a:lnTo>
                    <a:pt x="46036" y="201494"/>
                  </a:lnTo>
                  <a:lnTo>
                    <a:pt x="45917" y="201635"/>
                  </a:lnTo>
                  <a:lnTo>
                    <a:pt x="45744" y="201820"/>
                  </a:lnTo>
                  <a:lnTo>
                    <a:pt x="45404" y="202212"/>
                  </a:lnTo>
                  <a:lnTo>
                    <a:pt x="45273" y="202858"/>
                  </a:lnTo>
                  <a:lnTo>
                    <a:pt x="45830" y="203146"/>
                  </a:lnTo>
                  <a:lnTo>
                    <a:pt x="46070" y="203476"/>
                  </a:lnTo>
                  <a:lnTo>
                    <a:pt x="46240" y="203718"/>
                  </a:lnTo>
                  <a:lnTo>
                    <a:pt x="46642" y="204079"/>
                  </a:lnTo>
                  <a:lnTo>
                    <a:pt x="46982" y="204040"/>
                  </a:lnTo>
                  <a:lnTo>
                    <a:pt x="47561" y="203694"/>
                  </a:lnTo>
                  <a:lnTo>
                    <a:pt x="47732" y="203891"/>
                  </a:lnTo>
                  <a:lnTo>
                    <a:pt x="48084" y="204372"/>
                  </a:lnTo>
                  <a:lnTo>
                    <a:pt x="48201" y="204581"/>
                  </a:lnTo>
                  <a:lnTo>
                    <a:pt x="48277" y="204724"/>
                  </a:lnTo>
                  <a:lnTo>
                    <a:pt x="48388" y="204964"/>
                  </a:lnTo>
                  <a:lnTo>
                    <a:pt x="48523" y="205364"/>
                  </a:lnTo>
                  <a:lnTo>
                    <a:pt x="48548" y="205538"/>
                  </a:lnTo>
                  <a:lnTo>
                    <a:pt x="48709" y="205994"/>
                  </a:lnTo>
                  <a:lnTo>
                    <a:pt x="48776" y="206624"/>
                  </a:lnTo>
                  <a:lnTo>
                    <a:pt x="48709" y="207278"/>
                  </a:lnTo>
                  <a:lnTo>
                    <a:pt x="49243" y="207496"/>
                  </a:lnTo>
                  <a:lnTo>
                    <a:pt x="49597" y="207373"/>
                  </a:lnTo>
                  <a:lnTo>
                    <a:pt x="50194" y="207493"/>
                  </a:lnTo>
                  <a:lnTo>
                    <a:pt x="50452" y="207790"/>
                  </a:lnTo>
                  <a:lnTo>
                    <a:pt x="50486" y="207998"/>
                  </a:lnTo>
                  <a:lnTo>
                    <a:pt x="51194" y="208733"/>
                  </a:lnTo>
                  <a:lnTo>
                    <a:pt x="51406" y="208806"/>
                  </a:lnTo>
                  <a:lnTo>
                    <a:pt x="52012" y="209072"/>
                  </a:lnTo>
                  <a:lnTo>
                    <a:pt x="52224" y="209131"/>
                  </a:lnTo>
                  <a:lnTo>
                    <a:pt x="52752" y="209360"/>
                  </a:lnTo>
                  <a:lnTo>
                    <a:pt x="53070" y="209709"/>
                  </a:lnTo>
                  <a:lnTo>
                    <a:pt x="53319" y="210025"/>
                  </a:lnTo>
                  <a:lnTo>
                    <a:pt x="53389" y="211097"/>
                  </a:lnTo>
                  <a:lnTo>
                    <a:pt x="53729" y="211463"/>
                  </a:lnTo>
                  <a:lnTo>
                    <a:pt x="53966" y="211663"/>
                  </a:lnTo>
                  <a:lnTo>
                    <a:pt x="54289" y="211864"/>
                  </a:lnTo>
                  <a:lnTo>
                    <a:pt x="54543" y="212282"/>
                  </a:lnTo>
                  <a:lnTo>
                    <a:pt x="54989" y="212363"/>
                  </a:lnTo>
                  <a:lnTo>
                    <a:pt x="55591" y="213039"/>
                  </a:lnTo>
                  <a:lnTo>
                    <a:pt x="55449" y="213248"/>
                  </a:lnTo>
                  <a:lnTo>
                    <a:pt x="55332" y="213450"/>
                  </a:lnTo>
                  <a:lnTo>
                    <a:pt x="55208" y="213701"/>
                  </a:lnTo>
                  <a:lnTo>
                    <a:pt x="54965" y="213787"/>
                  </a:lnTo>
                  <a:lnTo>
                    <a:pt x="54274" y="213890"/>
                  </a:lnTo>
                  <a:lnTo>
                    <a:pt x="53994" y="214124"/>
                  </a:lnTo>
                  <a:lnTo>
                    <a:pt x="54107" y="214296"/>
                  </a:lnTo>
                  <a:lnTo>
                    <a:pt x="54237" y="214496"/>
                  </a:lnTo>
                  <a:lnTo>
                    <a:pt x="54712" y="215306"/>
                  </a:lnTo>
                  <a:lnTo>
                    <a:pt x="55096" y="215500"/>
                  </a:lnTo>
                  <a:lnTo>
                    <a:pt x="55475" y="215751"/>
                  </a:lnTo>
                  <a:lnTo>
                    <a:pt x="55625" y="215847"/>
                  </a:lnTo>
                  <a:lnTo>
                    <a:pt x="55790" y="215998"/>
                  </a:lnTo>
                  <a:lnTo>
                    <a:pt x="56225" y="216515"/>
                  </a:lnTo>
                  <a:lnTo>
                    <a:pt x="56098" y="216788"/>
                  </a:lnTo>
                  <a:lnTo>
                    <a:pt x="56005" y="216946"/>
                  </a:lnTo>
                  <a:lnTo>
                    <a:pt x="55909" y="217081"/>
                  </a:lnTo>
                  <a:lnTo>
                    <a:pt x="55717" y="217306"/>
                  </a:lnTo>
                  <a:lnTo>
                    <a:pt x="55444" y="217672"/>
                  </a:lnTo>
                  <a:lnTo>
                    <a:pt x="55526" y="218215"/>
                  </a:lnTo>
                  <a:lnTo>
                    <a:pt x="56175" y="218349"/>
                  </a:lnTo>
                  <a:lnTo>
                    <a:pt x="56392" y="218401"/>
                  </a:lnTo>
                  <a:lnTo>
                    <a:pt x="56530" y="218503"/>
                  </a:lnTo>
                  <a:lnTo>
                    <a:pt x="56610" y="218779"/>
                  </a:lnTo>
                  <a:lnTo>
                    <a:pt x="56855" y="219270"/>
                  </a:lnTo>
                  <a:lnTo>
                    <a:pt x="56800" y="219405"/>
                  </a:lnTo>
                  <a:lnTo>
                    <a:pt x="57021" y="219536"/>
                  </a:lnTo>
                  <a:lnTo>
                    <a:pt x="57325" y="219612"/>
                  </a:lnTo>
                  <a:lnTo>
                    <a:pt x="57956" y="220024"/>
                  </a:lnTo>
                  <a:lnTo>
                    <a:pt x="58712" y="220807"/>
                  </a:lnTo>
                  <a:lnTo>
                    <a:pt x="58703" y="220976"/>
                  </a:lnTo>
                  <a:lnTo>
                    <a:pt x="59596" y="221712"/>
                  </a:lnTo>
                  <a:lnTo>
                    <a:pt x="59620" y="222762"/>
                  </a:lnTo>
                  <a:lnTo>
                    <a:pt x="59458" y="223464"/>
                  </a:lnTo>
                  <a:lnTo>
                    <a:pt x="59339" y="223858"/>
                  </a:lnTo>
                  <a:lnTo>
                    <a:pt x="59291" y="224136"/>
                  </a:lnTo>
                  <a:lnTo>
                    <a:pt x="59899" y="225387"/>
                  </a:lnTo>
                  <a:lnTo>
                    <a:pt x="60007" y="225811"/>
                  </a:lnTo>
                  <a:lnTo>
                    <a:pt x="60035" y="225974"/>
                  </a:lnTo>
                  <a:lnTo>
                    <a:pt x="60067" y="226116"/>
                  </a:lnTo>
                  <a:lnTo>
                    <a:pt x="60674" y="226496"/>
                  </a:lnTo>
                  <a:lnTo>
                    <a:pt x="60848" y="226589"/>
                  </a:lnTo>
                  <a:lnTo>
                    <a:pt x="61124" y="226991"/>
                  </a:lnTo>
                  <a:lnTo>
                    <a:pt x="61108" y="227134"/>
                  </a:lnTo>
                  <a:lnTo>
                    <a:pt x="61095" y="227306"/>
                  </a:lnTo>
                  <a:lnTo>
                    <a:pt x="61093" y="227460"/>
                  </a:lnTo>
                  <a:lnTo>
                    <a:pt x="61141" y="227872"/>
                  </a:lnTo>
                  <a:lnTo>
                    <a:pt x="61138" y="228176"/>
                  </a:lnTo>
                  <a:lnTo>
                    <a:pt x="60628" y="229061"/>
                  </a:lnTo>
                  <a:lnTo>
                    <a:pt x="60470" y="229312"/>
                  </a:lnTo>
                  <a:lnTo>
                    <a:pt x="60544" y="229498"/>
                  </a:lnTo>
                  <a:lnTo>
                    <a:pt x="60715" y="229745"/>
                  </a:lnTo>
                  <a:lnTo>
                    <a:pt x="60866" y="230159"/>
                  </a:lnTo>
                  <a:lnTo>
                    <a:pt x="60721" y="230559"/>
                  </a:lnTo>
                  <a:lnTo>
                    <a:pt x="60286" y="230828"/>
                  </a:lnTo>
                  <a:lnTo>
                    <a:pt x="60213" y="231238"/>
                  </a:lnTo>
                  <a:lnTo>
                    <a:pt x="60421" y="231374"/>
                  </a:lnTo>
                  <a:lnTo>
                    <a:pt x="60609" y="231435"/>
                  </a:lnTo>
                  <a:lnTo>
                    <a:pt x="61189" y="231354"/>
                  </a:lnTo>
                  <a:lnTo>
                    <a:pt x="61594" y="231650"/>
                  </a:lnTo>
                  <a:lnTo>
                    <a:pt x="61736" y="231654"/>
                  </a:lnTo>
                  <a:lnTo>
                    <a:pt x="61979" y="231665"/>
                  </a:lnTo>
                  <a:lnTo>
                    <a:pt x="62165" y="231732"/>
                  </a:lnTo>
                  <a:lnTo>
                    <a:pt x="62271" y="231912"/>
                  </a:lnTo>
                  <a:lnTo>
                    <a:pt x="62401" y="232322"/>
                  </a:lnTo>
                  <a:lnTo>
                    <a:pt x="62534" y="232753"/>
                  </a:lnTo>
                  <a:lnTo>
                    <a:pt x="62392" y="233069"/>
                  </a:lnTo>
                  <a:lnTo>
                    <a:pt x="62422" y="233270"/>
                  </a:lnTo>
                  <a:lnTo>
                    <a:pt x="62363" y="233627"/>
                  </a:lnTo>
                  <a:lnTo>
                    <a:pt x="62226" y="234030"/>
                  </a:lnTo>
                  <a:lnTo>
                    <a:pt x="62263" y="234246"/>
                  </a:lnTo>
                  <a:lnTo>
                    <a:pt x="62430" y="234629"/>
                  </a:lnTo>
                  <a:lnTo>
                    <a:pt x="62560" y="234810"/>
                  </a:lnTo>
                  <a:lnTo>
                    <a:pt x="63046" y="234980"/>
                  </a:lnTo>
                  <a:lnTo>
                    <a:pt x="63331" y="235413"/>
                  </a:lnTo>
                  <a:lnTo>
                    <a:pt x="63235" y="236097"/>
                  </a:lnTo>
                  <a:lnTo>
                    <a:pt x="63701" y="236551"/>
                  </a:lnTo>
                  <a:lnTo>
                    <a:pt x="63945" y="236801"/>
                  </a:lnTo>
                  <a:lnTo>
                    <a:pt x="64156" y="237054"/>
                  </a:lnTo>
                  <a:lnTo>
                    <a:pt x="64252" y="237221"/>
                  </a:lnTo>
                  <a:lnTo>
                    <a:pt x="64366" y="237413"/>
                  </a:lnTo>
                  <a:lnTo>
                    <a:pt x="64963" y="237554"/>
                  </a:lnTo>
                  <a:lnTo>
                    <a:pt x="65411" y="238032"/>
                  </a:lnTo>
                  <a:lnTo>
                    <a:pt x="65816" y="238075"/>
                  </a:lnTo>
                  <a:lnTo>
                    <a:pt x="66681" y="238874"/>
                  </a:lnTo>
                  <a:lnTo>
                    <a:pt x="67173" y="239042"/>
                  </a:lnTo>
                  <a:lnTo>
                    <a:pt x="68002" y="239258"/>
                  </a:lnTo>
                  <a:lnTo>
                    <a:pt x="68428" y="239119"/>
                  </a:lnTo>
                  <a:lnTo>
                    <a:pt x="68741" y="239093"/>
                  </a:lnTo>
                  <a:lnTo>
                    <a:pt x="69126" y="239763"/>
                  </a:lnTo>
                  <a:lnTo>
                    <a:pt x="69658" y="240210"/>
                  </a:lnTo>
                  <a:lnTo>
                    <a:pt x="70008" y="240385"/>
                  </a:lnTo>
                  <a:lnTo>
                    <a:pt x="70630" y="240896"/>
                  </a:lnTo>
                  <a:lnTo>
                    <a:pt x="71363" y="240530"/>
                  </a:lnTo>
                  <a:lnTo>
                    <a:pt x="71799" y="240295"/>
                  </a:lnTo>
                  <a:lnTo>
                    <a:pt x="72241" y="240772"/>
                  </a:lnTo>
                  <a:lnTo>
                    <a:pt x="72777" y="240709"/>
                  </a:lnTo>
                  <a:lnTo>
                    <a:pt x="73265" y="241026"/>
                  </a:lnTo>
                  <a:lnTo>
                    <a:pt x="73696" y="241183"/>
                  </a:lnTo>
                  <a:lnTo>
                    <a:pt x="73896" y="241142"/>
                  </a:lnTo>
                  <a:lnTo>
                    <a:pt x="74557" y="241340"/>
                  </a:lnTo>
                  <a:lnTo>
                    <a:pt x="75662" y="242385"/>
                  </a:lnTo>
                  <a:lnTo>
                    <a:pt x="76320" y="242389"/>
                  </a:lnTo>
                  <a:lnTo>
                    <a:pt x="77155" y="242483"/>
                  </a:lnTo>
                  <a:lnTo>
                    <a:pt x="77859" y="242654"/>
                  </a:lnTo>
                  <a:lnTo>
                    <a:pt x="78353" y="242923"/>
                  </a:lnTo>
                  <a:lnTo>
                    <a:pt x="78736" y="243123"/>
                  </a:lnTo>
                  <a:lnTo>
                    <a:pt x="78924" y="243210"/>
                  </a:lnTo>
                  <a:lnTo>
                    <a:pt x="79217" y="243583"/>
                  </a:lnTo>
                  <a:lnTo>
                    <a:pt x="79599" y="244530"/>
                  </a:lnTo>
                  <a:lnTo>
                    <a:pt x="80126" y="245217"/>
                  </a:lnTo>
                  <a:lnTo>
                    <a:pt x="80418" y="245832"/>
                  </a:lnTo>
                  <a:lnTo>
                    <a:pt x="80455" y="246429"/>
                  </a:lnTo>
                  <a:lnTo>
                    <a:pt x="80475" y="247000"/>
                  </a:lnTo>
                  <a:lnTo>
                    <a:pt x="80956" y="247022"/>
                  </a:lnTo>
                  <a:lnTo>
                    <a:pt x="81050" y="248212"/>
                  </a:lnTo>
                  <a:lnTo>
                    <a:pt x="81136" y="248618"/>
                  </a:lnTo>
                  <a:lnTo>
                    <a:pt x="81281" y="248805"/>
                  </a:lnTo>
                  <a:lnTo>
                    <a:pt x="81613" y="249437"/>
                  </a:lnTo>
                  <a:lnTo>
                    <a:pt x="81690" y="249688"/>
                  </a:lnTo>
                  <a:lnTo>
                    <a:pt x="81756" y="249885"/>
                  </a:lnTo>
                  <a:lnTo>
                    <a:pt x="81910" y="250223"/>
                  </a:lnTo>
                  <a:lnTo>
                    <a:pt x="82293" y="250486"/>
                  </a:lnTo>
                  <a:lnTo>
                    <a:pt x="83355" y="250382"/>
                  </a:lnTo>
                  <a:lnTo>
                    <a:pt x="83686" y="250713"/>
                  </a:lnTo>
                  <a:lnTo>
                    <a:pt x="84574" y="250488"/>
                  </a:lnTo>
                  <a:lnTo>
                    <a:pt x="84663" y="250266"/>
                  </a:lnTo>
                  <a:lnTo>
                    <a:pt x="84716" y="249975"/>
                  </a:lnTo>
                  <a:lnTo>
                    <a:pt x="85392" y="250237"/>
                  </a:lnTo>
                  <a:lnTo>
                    <a:pt x="86132" y="250055"/>
                  </a:lnTo>
                  <a:lnTo>
                    <a:pt x="86294" y="249914"/>
                  </a:lnTo>
                  <a:lnTo>
                    <a:pt x="87029" y="249700"/>
                  </a:lnTo>
                  <a:lnTo>
                    <a:pt x="87694" y="250258"/>
                  </a:lnTo>
                  <a:lnTo>
                    <a:pt x="87841" y="250234"/>
                  </a:lnTo>
                  <a:lnTo>
                    <a:pt x="88026" y="250306"/>
                  </a:lnTo>
                  <a:lnTo>
                    <a:pt x="88629" y="250694"/>
                  </a:lnTo>
                  <a:lnTo>
                    <a:pt x="88911" y="250725"/>
                  </a:lnTo>
                  <a:lnTo>
                    <a:pt x="89081" y="250873"/>
                  </a:lnTo>
                  <a:lnTo>
                    <a:pt x="89246" y="251080"/>
                  </a:lnTo>
                  <a:lnTo>
                    <a:pt x="89733" y="251467"/>
                  </a:lnTo>
                  <a:lnTo>
                    <a:pt x="89897" y="251518"/>
                  </a:lnTo>
                  <a:lnTo>
                    <a:pt x="90108" y="251540"/>
                  </a:lnTo>
                  <a:lnTo>
                    <a:pt x="90330" y="251593"/>
                  </a:lnTo>
                  <a:lnTo>
                    <a:pt x="90457" y="251623"/>
                  </a:lnTo>
                  <a:lnTo>
                    <a:pt x="90939" y="251738"/>
                  </a:lnTo>
                  <a:lnTo>
                    <a:pt x="91494" y="252048"/>
                  </a:lnTo>
                  <a:lnTo>
                    <a:pt x="91774" y="251986"/>
                  </a:lnTo>
                  <a:lnTo>
                    <a:pt x="92113" y="252046"/>
                  </a:lnTo>
                  <a:lnTo>
                    <a:pt x="92796" y="252265"/>
                  </a:lnTo>
                  <a:lnTo>
                    <a:pt x="93170" y="252182"/>
                  </a:lnTo>
                  <a:lnTo>
                    <a:pt x="93414" y="252240"/>
                  </a:lnTo>
                  <a:lnTo>
                    <a:pt x="93688" y="252368"/>
                  </a:lnTo>
                  <a:lnTo>
                    <a:pt x="94047" y="252347"/>
                  </a:lnTo>
                  <a:lnTo>
                    <a:pt x="94181" y="252424"/>
                  </a:lnTo>
                  <a:lnTo>
                    <a:pt x="94569" y="252753"/>
                  </a:lnTo>
                  <a:lnTo>
                    <a:pt x="94676" y="253110"/>
                  </a:lnTo>
                  <a:lnTo>
                    <a:pt x="94987" y="253499"/>
                  </a:lnTo>
                  <a:lnTo>
                    <a:pt x="95173" y="253800"/>
                  </a:lnTo>
                  <a:lnTo>
                    <a:pt x="95382" y="253992"/>
                  </a:lnTo>
                  <a:lnTo>
                    <a:pt x="95635" y="254334"/>
                  </a:lnTo>
                  <a:lnTo>
                    <a:pt x="95662" y="254483"/>
                  </a:lnTo>
                  <a:lnTo>
                    <a:pt x="95693" y="254993"/>
                  </a:lnTo>
                  <a:lnTo>
                    <a:pt x="95833" y="255033"/>
                  </a:lnTo>
                  <a:lnTo>
                    <a:pt x="96307" y="255437"/>
                  </a:lnTo>
                  <a:lnTo>
                    <a:pt x="96898" y="255270"/>
                  </a:lnTo>
                  <a:lnTo>
                    <a:pt x="97253" y="255348"/>
                  </a:lnTo>
                  <a:lnTo>
                    <a:pt x="97467" y="255147"/>
                  </a:lnTo>
                  <a:lnTo>
                    <a:pt x="97672" y="254927"/>
                  </a:lnTo>
                  <a:lnTo>
                    <a:pt x="97971" y="254918"/>
                  </a:lnTo>
                  <a:lnTo>
                    <a:pt x="98048" y="255348"/>
                  </a:lnTo>
                  <a:lnTo>
                    <a:pt x="98190" y="255795"/>
                  </a:lnTo>
                  <a:lnTo>
                    <a:pt x="98609" y="255649"/>
                  </a:lnTo>
                  <a:lnTo>
                    <a:pt x="98991" y="255508"/>
                  </a:lnTo>
                  <a:lnTo>
                    <a:pt x="99218" y="255970"/>
                  </a:lnTo>
                  <a:lnTo>
                    <a:pt x="99703" y="256081"/>
                  </a:lnTo>
                  <a:lnTo>
                    <a:pt x="100345" y="256052"/>
                  </a:lnTo>
                  <a:lnTo>
                    <a:pt x="100497" y="256131"/>
                  </a:lnTo>
                  <a:lnTo>
                    <a:pt x="100758" y="256406"/>
                  </a:lnTo>
                  <a:lnTo>
                    <a:pt x="100874" y="256569"/>
                  </a:lnTo>
                  <a:lnTo>
                    <a:pt x="101011" y="257128"/>
                  </a:lnTo>
                  <a:lnTo>
                    <a:pt x="100987" y="257266"/>
                  </a:lnTo>
                  <a:lnTo>
                    <a:pt x="101239" y="257827"/>
                  </a:lnTo>
                  <a:lnTo>
                    <a:pt x="101588" y="258125"/>
                  </a:lnTo>
                  <a:lnTo>
                    <a:pt x="101715" y="258119"/>
                  </a:lnTo>
                  <a:lnTo>
                    <a:pt x="102163" y="257803"/>
                  </a:lnTo>
                  <a:lnTo>
                    <a:pt x="102155" y="257451"/>
                  </a:lnTo>
                  <a:lnTo>
                    <a:pt x="102039" y="257299"/>
                  </a:lnTo>
                  <a:lnTo>
                    <a:pt x="102056" y="257087"/>
                  </a:lnTo>
                  <a:lnTo>
                    <a:pt x="102523" y="256669"/>
                  </a:lnTo>
                  <a:lnTo>
                    <a:pt x="102668" y="256487"/>
                  </a:lnTo>
                  <a:lnTo>
                    <a:pt x="103038" y="255910"/>
                  </a:lnTo>
                  <a:lnTo>
                    <a:pt x="103112" y="255213"/>
                  </a:lnTo>
                  <a:lnTo>
                    <a:pt x="103093" y="254831"/>
                  </a:lnTo>
                  <a:lnTo>
                    <a:pt x="103277" y="254056"/>
                  </a:lnTo>
                  <a:lnTo>
                    <a:pt x="103322" y="253548"/>
                  </a:lnTo>
                  <a:lnTo>
                    <a:pt x="103283" y="253206"/>
                  </a:lnTo>
                  <a:lnTo>
                    <a:pt x="103469" y="253008"/>
                  </a:lnTo>
                  <a:lnTo>
                    <a:pt x="103602" y="252754"/>
                  </a:lnTo>
                  <a:lnTo>
                    <a:pt x="103569" y="252315"/>
                  </a:lnTo>
                  <a:lnTo>
                    <a:pt x="103620" y="252128"/>
                  </a:lnTo>
                  <a:lnTo>
                    <a:pt x="103786" y="251838"/>
                  </a:lnTo>
                  <a:lnTo>
                    <a:pt x="104008" y="251620"/>
                  </a:lnTo>
                  <a:lnTo>
                    <a:pt x="104113" y="251486"/>
                  </a:lnTo>
                  <a:lnTo>
                    <a:pt x="104149" y="251057"/>
                  </a:lnTo>
                  <a:lnTo>
                    <a:pt x="104284" y="250687"/>
                  </a:lnTo>
                  <a:lnTo>
                    <a:pt x="104094" y="250077"/>
                  </a:lnTo>
                  <a:lnTo>
                    <a:pt x="104050" y="249765"/>
                  </a:lnTo>
                  <a:lnTo>
                    <a:pt x="104095" y="249366"/>
                  </a:lnTo>
                  <a:lnTo>
                    <a:pt x="103834" y="249147"/>
                  </a:lnTo>
                  <a:lnTo>
                    <a:pt x="103820" y="248943"/>
                  </a:lnTo>
                  <a:lnTo>
                    <a:pt x="103814" y="248669"/>
                  </a:lnTo>
                  <a:lnTo>
                    <a:pt x="103653" y="248492"/>
                  </a:lnTo>
                  <a:lnTo>
                    <a:pt x="103107" y="248346"/>
                  </a:lnTo>
                  <a:lnTo>
                    <a:pt x="103298" y="248127"/>
                  </a:lnTo>
                  <a:lnTo>
                    <a:pt x="103322" y="247930"/>
                  </a:lnTo>
                  <a:lnTo>
                    <a:pt x="103268" y="247703"/>
                  </a:lnTo>
                  <a:lnTo>
                    <a:pt x="103379" y="247513"/>
                  </a:lnTo>
                  <a:lnTo>
                    <a:pt x="103983" y="246934"/>
                  </a:lnTo>
                  <a:lnTo>
                    <a:pt x="104268" y="246983"/>
                  </a:lnTo>
                  <a:lnTo>
                    <a:pt x="104539" y="247309"/>
                  </a:lnTo>
                  <a:lnTo>
                    <a:pt x="105397" y="247613"/>
                  </a:lnTo>
                  <a:lnTo>
                    <a:pt x="105544" y="247501"/>
                  </a:lnTo>
                  <a:lnTo>
                    <a:pt x="105702" y="247352"/>
                  </a:lnTo>
                  <a:lnTo>
                    <a:pt x="106951" y="247565"/>
                  </a:lnTo>
                  <a:lnTo>
                    <a:pt x="107129" y="247302"/>
                  </a:lnTo>
                  <a:lnTo>
                    <a:pt x="107164" y="247171"/>
                  </a:lnTo>
                  <a:lnTo>
                    <a:pt x="107311" y="246352"/>
                  </a:lnTo>
                  <a:lnTo>
                    <a:pt x="107476" y="246151"/>
                  </a:lnTo>
                  <a:lnTo>
                    <a:pt x="107542" y="245910"/>
                  </a:lnTo>
                  <a:lnTo>
                    <a:pt x="107502" y="245719"/>
                  </a:lnTo>
                  <a:lnTo>
                    <a:pt x="107980" y="244829"/>
                  </a:lnTo>
                  <a:lnTo>
                    <a:pt x="108048" y="244606"/>
                  </a:lnTo>
                  <a:lnTo>
                    <a:pt x="108133" y="244479"/>
                  </a:lnTo>
                  <a:lnTo>
                    <a:pt x="108161" y="244274"/>
                  </a:lnTo>
                  <a:lnTo>
                    <a:pt x="108082" y="242953"/>
                  </a:lnTo>
                  <a:lnTo>
                    <a:pt x="108005" y="242610"/>
                  </a:lnTo>
                  <a:lnTo>
                    <a:pt x="108415" y="242529"/>
                  </a:lnTo>
                  <a:lnTo>
                    <a:pt x="108708" y="242594"/>
                  </a:lnTo>
                  <a:lnTo>
                    <a:pt x="109096" y="242547"/>
                  </a:lnTo>
                  <a:lnTo>
                    <a:pt x="109254" y="243043"/>
                  </a:lnTo>
                  <a:lnTo>
                    <a:pt x="109325" y="243747"/>
                  </a:lnTo>
                  <a:lnTo>
                    <a:pt x="109734" y="244018"/>
                  </a:lnTo>
                  <a:lnTo>
                    <a:pt x="109837" y="244419"/>
                  </a:lnTo>
                  <a:lnTo>
                    <a:pt x="110028" y="244657"/>
                  </a:lnTo>
                  <a:lnTo>
                    <a:pt x="110250" y="244735"/>
                  </a:lnTo>
                  <a:lnTo>
                    <a:pt x="110556" y="245100"/>
                  </a:lnTo>
                  <a:lnTo>
                    <a:pt x="111036" y="245403"/>
                  </a:lnTo>
                  <a:lnTo>
                    <a:pt x="111048" y="246077"/>
                  </a:lnTo>
                  <a:lnTo>
                    <a:pt x="111078" y="246351"/>
                  </a:lnTo>
                  <a:lnTo>
                    <a:pt x="111265" y="246769"/>
                  </a:lnTo>
                  <a:lnTo>
                    <a:pt x="111311" y="247231"/>
                  </a:lnTo>
                  <a:lnTo>
                    <a:pt x="111555" y="247501"/>
                  </a:lnTo>
                  <a:lnTo>
                    <a:pt x="111892" y="247698"/>
                  </a:lnTo>
                  <a:lnTo>
                    <a:pt x="112377" y="247768"/>
                  </a:lnTo>
                  <a:lnTo>
                    <a:pt x="112705" y="247692"/>
                  </a:lnTo>
                  <a:lnTo>
                    <a:pt x="113136" y="247742"/>
                  </a:lnTo>
                  <a:lnTo>
                    <a:pt x="113377" y="247686"/>
                  </a:lnTo>
                  <a:lnTo>
                    <a:pt x="113857" y="248089"/>
                  </a:lnTo>
                  <a:lnTo>
                    <a:pt x="114544" y="248090"/>
                  </a:lnTo>
                  <a:lnTo>
                    <a:pt x="114913" y="248332"/>
                  </a:lnTo>
                  <a:lnTo>
                    <a:pt x="114849" y="248713"/>
                  </a:lnTo>
                  <a:lnTo>
                    <a:pt x="114809" y="248863"/>
                  </a:lnTo>
                  <a:lnTo>
                    <a:pt x="114684" y="249160"/>
                  </a:lnTo>
                  <a:lnTo>
                    <a:pt x="115055" y="249744"/>
                  </a:lnTo>
                  <a:lnTo>
                    <a:pt x="115310" y="249852"/>
                  </a:lnTo>
                  <a:lnTo>
                    <a:pt x="115500" y="249931"/>
                  </a:lnTo>
                  <a:lnTo>
                    <a:pt x="115965" y="249909"/>
                  </a:lnTo>
                  <a:lnTo>
                    <a:pt x="116305" y="249997"/>
                  </a:lnTo>
                  <a:lnTo>
                    <a:pt x="116649" y="250385"/>
                  </a:lnTo>
                  <a:lnTo>
                    <a:pt x="116649" y="250748"/>
                  </a:lnTo>
                  <a:lnTo>
                    <a:pt x="116735" y="251013"/>
                  </a:lnTo>
                  <a:lnTo>
                    <a:pt x="117022" y="251366"/>
                  </a:lnTo>
                  <a:lnTo>
                    <a:pt x="117440" y="251269"/>
                  </a:lnTo>
                  <a:lnTo>
                    <a:pt x="117726" y="251423"/>
                  </a:lnTo>
                  <a:lnTo>
                    <a:pt x="117937" y="251734"/>
                  </a:lnTo>
                  <a:lnTo>
                    <a:pt x="117869" y="251953"/>
                  </a:lnTo>
                  <a:lnTo>
                    <a:pt x="117875" y="252243"/>
                  </a:lnTo>
                  <a:lnTo>
                    <a:pt x="118279" y="252636"/>
                  </a:lnTo>
                  <a:lnTo>
                    <a:pt x="118346" y="253018"/>
                  </a:lnTo>
                  <a:lnTo>
                    <a:pt x="118223" y="253582"/>
                  </a:lnTo>
                  <a:lnTo>
                    <a:pt x="118283" y="253795"/>
                  </a:lnTo>
                  <a:lnTo>
                    <a:pt x="118238" y="253939"/>
                  </a:lnTo>
                  <a:lnTo>
                    <a:pt x="118209" y="254085"/>
                  </a:lnTo>
                  <a:lnTo>
                    <a:pt x="118272" y="255053"/>
                  </a:lnTo>
                  <a:lnTo>
                    <a:pt x="118318" y="255413"/>
                  </a:lnTo>
                  <a:lnTo>
                    <a:pt x="118667" y="256382"/>
                  </a:lnTo>
                  <a:lnTo>
                    <a:pt x="118775" y="256663"/>
                  </a:lnTo>
                  <a:lnTo>
                    <a:pt x="118928" y="256944"/>
                  </a:lnTo>
                  <a:lnTo>
                    <a:pt x="119003" y="257347"/>
                  </a:lnTo>
                  <a:lnTo>
                    <a:pt x="119083" y="257885"/>
                  </a:lnTo>
                  <a:lnTo>
                    <a:pt x="119101" y="258340"/>
                  </a:lnTo>
                  <a:lnTo>
                    <a:pt x="119004" y="258625"/>
                  </a:lnTo>
                  <a:lnTo>
                    <a:pt x="118508" y="258661"/>
                  </a:lnTo>
                  <a:lnTo>
                    <a:pt x="118264" y="258964"/>
                  </a:lnTo>
                  <a:lnTo>
                    <a:pt x="118152" y="259418"/>
                  </a:lnTo>
                  <a:lnTo>
                    <a:pt x="117719" y="259845"/>
                  </a:lnTo>
                  <a:lnTo>
                    <a:pt x="117164" y="260234"/>
                  </a:lnTo>
                  <a:lnTo>
                    <a:pt x="117031" y="260915"/>
                  </a:lnTo>
                  <a:lnTo>
                    <a:pt x="117332" y="261089"/>
                  </a:lnTo>
                  <a:lnTo>
                    <a:pt x="117679" y="261362"/>
                  </a:lnTo>
                  <a:lnTo>
                    <a:pt x="117832" y="261585"/>
                  </a:lnTo>
                  <a:lnTo>
                    <a:pt x="118031" y="262171"/>
                  </a:lnTo>
                  <a:lnTo>
                    <a:pt x="118284" y="262263"/>
                  </a:lnTo>
                  <a:lnTo>
                    <a:pt x="118889" y="262692"/>
                  </a:lnTo>
                  <a:lnTo>
                    <a:pt x="119132" y="262659"/>
                  </a:lnTo>
                  <a:lnTo>
                    <a:pt x="119286" y="262545"/>
                  </a:lnTo>
                  <a:lnTo>
                    <a:pt x="119649" y="262549"/>
                  </a:lnTo>
                  <a:lnTo>
                    <a:pt x="120262" y="262779"/>
                  </a:lnTo>
                  <a:lnTo>
                    <a:pt x="120623" y="262935"/>
                  </a:lnTo>
                  <a:lnTo>
                    <a:pt x="121341" y="262737"/>
                  </a:lnTo>
                  <a:lnTo>
                    <a:pt x="121450" y="263046"/>
                  </a:lnTo>
                  <a:lnTo>
                    <a:pt x="121684" y="263667"/>
                  </a:lnTo>
                  <a:lnTo>
                    <a:pt x="122366" y="263443"/>
                  </a:lnTo>
                  <a:lnTo>
                    <a:pt x="122742" y="262885"/>
                  </a:lnTo>
                  <a:lnTo>
                    <a:pt x="122719" y="262747"/>
                  </a:lnTo>
                  <a:lnTo>
                    <a:pt x="122841" y="262409"/>
                  </a:lnTo>
                  <a:lnTo>
                    <a:pt x="122928" y="262215"/>
                  </a:lnTo>
                  <a:lnTo>
                    <a:pt x="123136" y="261610"/>
                  </a:lnTo>
                  <a:lnTo>
                    <a:pt x="123092" y="260884"/>
                  </a:lnTo>
                  <a:lnTo>
                    <a:pt x="123006" y="260736"/>
                  </a:lnTo>
                  <a:lnTo>
                    <a:pt x="123085" y="260015"/>
                  </a:lnTo>
                  <a:lnTo>
                    <a:pt x="123186" y="259479"/>
                  </a:lnTo>
                  <a:lnTo>
                    <a:pt x="123273" y="259285"/>
                  </a:lnTo>
                  <a:lnTo>
                    <a:pt x="123322" y="259144"/>
                  </a:lnTo>
                  <a:lnTo>
                    <a:pt x="123368" y="258984"/>
                  </a:lnTo>
                  <a:lnTo>
                    <a:pt x="123456" y="258527"/>
                  </a:lnTo>
                  <a:lnTo>
                    <a:pt x="123737" y="258289"/>
                  </a:lnTo>
                  <a:lnTo>
                    <a:pt x="124011" y="258285"/>
                  </a:lnTo>
                  <a:lnTo>
                    <a:pt x="124373" y="257897"/>
                  </a:lnTo>
                  <a:lnTo>
                    <a:pt x="124300" y="257672"/>
                  </a:lnTo>
                  <a:lnTo>
                    <a:pt x="124692" y="257389"/>
                  </a:lnTo>
                  <a:lnTo>
                    <a:pt x="124853" y="257478"/>
                  </a:lnTo>
                  <a:lnTo>
                    <a:pt x="125235" y="257682"/>
                  </a:lnTo>
                  <a:lnTo>
                    <a:pt x="125678" y="257772"/>
                  </a:lnTo>
                  <a:lnTo>
                    <a:pt x="125876" y="257805"/>
                  </a:lnTo>
                  <a:lnTo>
                    <a:pt x="126039" y="257910"/>
                  </a:lnTo>
                  <a:lnTo>
                    <a:pt x="126319" y="258030"/>
                  </a:lnTo>
                  <a:lnTo>
                    <a:pt x="127037" y="258096"/>
                  </a:lnTo>
                  <a:lnTo>
                    <a:pt x="127618" y="258481"/>
                  </a:lnTo>
                  <a:lnTo>
                    <a:pt x="128153" y="258058"/>
                  </a:lnTo>
                  <a:lnTo>
                    <a:pt x="128371" y="257949"/>
                  </a:lnTo>
                  <a:lnTo>
                    <a:pt x="128614" y="257808"/>
                  </a:lnTo>
                  <a:lnTo>
                    <a:pt x="129168" y="257274"/>
                  </a:lnTo>
                  <a:lnTo>
                    <a:pt x="129440" y="257194"/>
                  </a:lnTo>
                  <a:lnTo>
                    <a:pt x="129657" y="257135"/>
                  </a:lnTo>
                  <a:lnTo>
                    <a:pt x="130157" y="256763"/>
                  </a:lnTo>
                  <a:lnTo>
                    <a:pt x="130312" y="256994"/>
                  </a:lnTo>
                  <a:lnTo>
                    <a:pt x="130386" y="257173"/>
                  </a:lnTo>
                  <a:lnTo>
                    <a:pt x="130555" y="257321"/>
                  </a:lnTo>
                  <a:lnTo>
                    <a:pt x="130249" y="257545"/>
                  </a:lnTo>
                  <a:lnTo>
                    <a:pt x="130063" y="257897"/>
                  </a:lnTo>
                  <a:lnTo>
                    <a:pt x="130002" y="258191"/>
                  </a:lnTo>
                  <a:lnTo>
                    <a:pt x="129680" y="258803"/>
                  </a:lnTo>
                  <a:lnTo>
                    <a:pt x="129364" y="259311"/>
                  </a:lnTo>
                  <a:lnTo>
                    <a:pt x="129641" y="259596"/>
                  </a:lnTo>
                  <a:lnTo>
                    <a:pt x="130108" y="259170"/>
                  </a:lnTo>
                  <a:lnTo>
                    <a:pt x="130293" y="258833"/>
                  </a:lnTo>
                  <a:lnTo>
                    <a:pt x="130459" y="258663"/>
                  </a:lnTo>
                  <a:lnTo>
                    <a:pt x="130612" y="258467"/>
                  </a:lnTo>
                  <a:lnTo>
                    <a:pt x="131544" y="258159"/>
                  </a:lnTo>
                  <a:lnTo>
                    <a:pt x="131530" y="258286"/>
                  </a:lnTo>
                  <a:lnTo>
                    <a:pt x="131917" y="258670"/>
                  </a:lnTo>
                  <a:lnTo>
                    <a:pt x="131977" y="258865"/>
                  </a:lnTo>
                  <a:lnTo>
                    <a:pt x="132203" y="259596"/>
                  </a:lnTo>
                  <a:lnTo>
                    <a:pt x="132529" y="259588"/>
                  </a:lnTo>
                  <a:lnTo>
                    <a:pt x="132803" y="259319"/>
                  </a:lnTo>
                  <a:lnTo>
                    <a:pt x="133377" y="259755"/>
                  </a:lnTo>
                  <a:lnTo>
                    <a:pt x="133450" y="260234"/>
                  </a:lnTo>
                  <a:lnTo>
                    <a:pt x="133604" y="260755"/>
                  </a:lnTo>
                  <a:lnTo>
                    <a:pt x="133936" y="260964"/>
                  </a:lnTo>
                  <a:lnTo>
                    <a:pt x="134189" y="261220"/>
                  </a:lnTo>
                  <a:lnTo>
                    <a:pt x="134333" y="261437"/>
                  </a:lnTo>
                  <a:lnTo>
                    <a:pt x="134487" y="261477"/>
                  </a:lnTo>
                  <a:lnTo>
                    <a:pt x="134748" y="261977"/>
                  </a:lnTo>
                  <a:lnTo>
                    <a:pt x="135009" y="262327"/>
                  </a:lnTo>
                  <a:lnTo>
                    <a:pt x="135283" y="262773"/>
                  </a:lnTo>
                  <a:lnTo>
                    <a:pt x="134780" y="262888"/>
                  </a:lnTo>
                  <a:lnTo>
                    <a:pt x="134903" y="263082"/>
                  </a:lnTo>
                  <a:lnTo>
                    <a:pt x="135085" y="263144"/>
                  </a:lnTo>
                  <a:lnTo>
                    <a:pt x="135209" y="263447"/>
                  </a:lnTo>
                  <a:lnTo>
                    <a:pt x="135069" y="263763"/>
                  </a:lnTo>
                  <a:lnTo>
                    <a:pt x="135292" y="263679"/>
                  </a:lnTo>
                  <a:lnTo>
                    <a:pt x="135696" y="263701"/>
                  </a:lnTo>
                  <a:lnTo>
                    <a:pt x="135816" y="263881"/>
                  </a:lnTo>
                  <a:lnTo>
                    <a:pt x="135937" y="264064"/>
                  </a:lnTo>
                  <a:lnTo>
                    <a:pt x="135829" y="264713"/>
                  </a:lnTo>
                  <a:lnTo>
                    <a:pt x="135949" y="264577"/>
                  </a:lnTo>
                  <a:lnTo>
                    <a:pt x="136262" y="264627"/>
                  </a:lnTo>
                  <a:lnTo>
                    <a:pt x="136129" y="264721"/>
                  </a:lnTo>
                  <a:lnTo>
                    <a:pt x="136240" y="265099"/>
                  </a:lnTo>
                  <a:lnTo>
                    <a:pt x="136537" y="265221"/>
                  </a:lnTo>
                  <a:lnTo>
                    <a:pt x="136450" y="265401"/>
                  </a:lnTo>
                  <a:lnTo>
                    <a:pt x="136599" y="265677"/>
                  </a:lnTo>
                  <a:lnTo>
                    <a:pt x="136926" y="265754"/>
                  </a:lnTo>
                  <a:lnTo>
                    <a:pt x="137169" y="265817"/>
                  </a:lnTo>
                  <a:lnTo>
                    <a:pt x="137690" y="266002"/>
                  </a:lnTo>
                  <a:lnTo>
                    <a:pt x="137847" y="266175"/>
                  </a:lnTo>
                  <a:lnTo>
                    <a:pt x="137683" y="266433"/>
                  </a:lnTo>
                  <a:lnTo>
                    <a:pt x="138404" y="266269"/>
                  </a:lnTo>
                  <a:lnTo>
                    <a:pt x="138447" y="266596"/>
                  </a:lnTo>
                  <a:lnTo>
                    <a:pt x="138599" y="266582"/>
                  </a:lnTo>
                  <a:lnTo>
                    <a:pt x="138999" y="266520"/>
                  </a:lnTo>
                  <a:lnTo>
                    <a:pt x="138990" y="266839"/>
                  </a:lnTo>
                  <a:lnTo>
                    <a:pt x="139568" y="266938"/>
                  </a:lnTo>
                  <a:lnTo>
                    <a:pt x="139892" y="267109"/>
                  </a:lnTo>
                  <a:lnTo>
                    <a:pt x="140282" y="267418"/>
                  </a:lnTo>
                  <a:lnTo>
                    <a:pt x="140429" y="267388"/>
                  </a:lnTo>
                  <a:lnTo>
                    <a:pt x="140583" y="267432"/>
                  </a:lnTo>
                  <a:lnTo>
                    <a:pt x="140790" y="267636"/>
                  </a:lnTo>
                  <a:lnTo>
                    <a:pt x="140847" y="267818"/>
                  </a:lnTo>
                  <a:lnTo>
                    <a:pt x="141836" y="267864"/>
                  </a:lnTo>
                  <a:lnTo>
                    <a:pt x="141784" y="267727"/>
                  </a:lnTo>
                  <a:lnTo>
                    <a:pt x="141617" y="267325"/>
                  </a:lnTo>
                  <a:lnTo>
                    <a:pt x="141302" y="266687"/>
                  </a:lnTo>
                  <a:lnTo>
                    <a:pt x="141377" y="266414"/>
                  </a:lnTo>
                  <a:lnTo>
                    <a:pt x="141405" y="266207"/>
                  </a:lnTo>
                  <a:lnTo>
                    <a:pt x="141423" y="265888"/>
                  </a:lnTo>
                  <a:lnTo>
                    <a:pt x="141430" y="265477"/>
                  </a:lnTo>
                  <a:lnTo>
                    <a:pt x="141467" y="265034"/>
                  </a:lnTo>
                  <a:lnTo>
                    <a:pt x="141453" y="264756"/>
                  </a:lnTo>
                  <a:lnTo>
                    <a:pt x="141331" y="264365"/>
                  </a:lnTo>
                  <a:lnTo>
                    <a:pt x="141381" y="263810"/>
                  </a:lnTo>
                  <a:lnTo>
                    <a:pt x="141553" y="263289"/>
                  </a:lnTo>
                  <a:lnTo>
                    <a:pt x="141634" y="263110"/>
                  </a:lnTo>
                  <a:lnTo>
                    <a:pt x="141895" y="262828"/>
                  </a:lnTo>
                  <a:lnTo>
                    <a:pt x="142147" y="262887"/>
                  </a:lnTo>
                  <a:lnTo>
                    <a:pt x="142620" y="263183"/>
                  </a:lnTo>
                  <a:lnTo>
                    <a:pt x="143113" y="263560"/>
                  </a:lnTo>
                  <a:lnTo>
                    <a:pt x="143268" y="263651"/>
                  </a:lnTo>
                  <a:lnTo>
                    <a:pt x="143632" y="263658"/>
                  </a:lnTo>
                  <a:lnTo>
                    <a:pt x="143862" y="263461"/>
                  </a:lnTo>
                  <a:lnTo>
                    <a:pt x="143783" y="262839"/>
                  </a:lnTo>
                  <a:lnTo>
                    <a:pt x="143709" y="262507"/>
                  </a:lnTo>
                  <a:lnTo>
                    <a:pt x="143657" y="262125"/>
                  </a:lnTo>
                  <a:lnTo>
                    <a:pt x="143459" y="261764"/>
                  </a:lnTo>
                  <a:lnTo>
                    <a:pt x="143227" y="261455"/>
                  </a:lnTo>
                  <a:lnTo>
                    <a:pt x="142939" y="261152"/>
                  </a:lnTo>
                  <a:lnTo>
                    <a:pt x="142482" y="260492"/>
                  </a:lnTo>
                  <a:lnTo>
                    <a:pt x="143177" y="260493"/>
                  </a:lnTo>
                  <a:lnTo>
                    <a:pt x="143540" y="260657"/>
                  </a:lnTo>
                  <a:lnTo>
                    <a:pt x="143746" y="260966"/>
                  </a:lnTo>
                  <a:lnTo>
                    <a:pt x="144036" y="261120"/>
                  </a:lnTo>
                  <a:lnTo>
                    <a:pt x="144397" y="261363"/>
                  </a:lnTo>
                  <a:lnTo>
                    <a:pt x="144738" y="261475"/>
                  </a:lnTo>
                  <a:lnTo>
                    <a:pt x="145674" y="261520"/>
                  </a:lnTo>
                  <a:lnTo>
                    <a:pt x="146047" y="261199"/>
                  </a:lnTo>
                  <a:lnTo>
                    <a:pt x="146081" y="261954"/>
                  </a:lnTo>
                  <a:lnTo>
                    <a:pt x="146332" y="262264"/>
                  </a:lnTo>
                  <a:lnTo>
                    <a:pt x="146823" y="262158"/>
                  </a:lnTo>
                  <a:lnTo>
                    <a:pt x="147052" y="261845"/>
                  </a:lnTo>
                  <a:lnTo>
                    <a:pt x="147499" y="261704"/>
                  </a:lnTo>
                  <a:lnTo>
                    <a:pt x="147723" y="261954"/>
                  </a:lnTo>
                  <a:lnTo>
                    <a:pt x="148263" y="262034"/>
                  </a:lnTo>
                  <a:lnTo>
                    <a:pt x="148602" y="261942"/>
                  </a:lnTo>
                  <a:lnTo>
                    <a:pt x="148891" y="261831"/>
                  </a:lnTo>
                  <a:lnTo>
                    <a:pt x="149706" y="262253"/>
                  </a:lnTo>
                  <a:lnTo>
                    <a:pt x="150276" y="262369"/>
                  </a:lnTo>
                  <a:lnTo>
                    <a:pt x="150532" y="262678"/>
                  </a:lnTo>
                  <a:lnTo>
                    <a:pt x="150767" y="262569"/>
                  </a:lnTo>
                  <a:lnTo>
                    <a:pt x="151209" y="262618"/>
                  </a:lnTo>
                  <a:lnTo>
                    <a:pt x="151293" y="262843"/>
                  </a:lnTo>
                  <a:lnTo>
                    <a:pt x="151363" y="263055"/>
                  </a:lnTo>
                  <a:lnTo>
                    <a:pt x="151477" y="263305"/>
                  </a:lnTo>
                  <a:lnTo>
                    <a:pt x="152040" y="263257"/>
                  </a:lnTo>
                  <a:lnTo>
                    <a:pt x="152587" y="263596"/>
                  </a:lnTo>
                  <a:lnTo>
                    <a:pt x="152884" y="264222"/>
                  </a:lnTo>
                  <a:lnTo>
                    <a:pt x="153098" y="264125"/>
                  </a:lnTo>
                  <a:lnTo>
                    <a:pt x="153222" y="263982"/>
                  </a:lnTo>
                  <a:lnTo>
                    <a:pt x="153533" y="263720"/>
                  </a:lnTo>
                  <a:lnTo>
                    <a:pt x="153888" y="263424"/>
                  </a:lnTo>
                  <a:lnTo>
                    <a:pt x="154182" y="263208"/>
                  </a:lnTo>
                  <a:lnTo>
                    <a:pt x="154798" y="263065"/>
                  </a:lnTo>
                  <a:lnTo>
                    <a:pt x="154980" y="262997"/>
                  </a:lnTo>
                  <a:lnTo>
                    <a:pt x="155516" y="262941"/>
                  </a:lnTo>
                  <a:lnTo>
                    <a:pt x="156074" y="262567"/>
                  </a:lnTo>
                  <a:lnTo>
                    <a:pt x="156614" y="262261"/>
                  </a:lnTo>
                  <a:lnTo>
                    <a:pt x="156786" y="262073"/>
                  </a:lnTo>
                  <a:lnTo>
                    <a:pt x="157030" y="261667"/>
                  </a:lnTo>
                  <a:lnTo>
                    <a:pt x="157483" y="261230"/>
                  </a:lnTo>
                  <a:lnTo>
                    <a:pt x="158200" y="260653"/>
                  </a:lnTo>
                  <a:lnTo>
                    <a:pt x="158605" y="260429"/>
                  </a:lnTo>
                  <a:lnTo>
                    <a:pt x="158828" y="260415"/>
                  </a:lnTo>
                  <a:lnTo>
                    <a:pt x="159006" y="260276"/>
                  </a:lnTo>
                  <a:lnTo>
                    <a:pt x="159275" y="260481"/>
                  </a:lnTo>
                  <a:lnTo>
                    <a:pt x="159480" y="260720"/>
                  </a:lnTo>
                  <a:lnTo>
                    <a:pt x="159859" y="260882"/>
                  </a:lnTo>
                  <a:lnTo>
                    <a:pt x="160262" y="260991"/>
                  </a:lnTo>
                  <a:lnTo>
                    <a:pt x="160746" y="260807"/>
                  </a:lnTo>
                  <a:lnTo>
                    <a:pt x="160797" y="261039"/>
                  </a:lnTo>
                  <a:lnTo>
                    <a:pt x="160724" y="261268"/>
                  </a:lnTo>
                  <a:lnTo>
                    <a:pt x="160588" y="261596"/>
                  </a:lnTo>
                  <a:lnTo>
                    <a:pt x="160813" y="262546"/>
                  </a:lnTo>
                  <a:lnTo>
                    <a:pt x="160954" y="262287"/>
                  </a:lnTo>
                  <a:lnTo>
                    <a:pt x="161087" y="261623"/>
                  </a:lnTo>
                  <a:lnTo>
                    <a:pt x="161628" y="261293"/>
                  </a:lnTo>
                  <a:lnTo>
                    <a:pt x="162003" y="261279"/>
                  </a:lnTo>
                  <a:lnTo>
                    <a:pt x="162271" y="261377"/>
                  </a:lnTo>
                  <a:lnTo>
                    <a:pt x="162709" y="261336"/>
                  </a:lnTo>
                  <a:lnTo>
                    <a:pt x="163191" y="260681"/>
                  </a:lnTo>
                  <a:lnTo>
                    <a:pt x="163536" y="260296"/>
                  </a:lnTo>
                  <a:lnTo>
                    <a:pt x="163785" y="260254"/>
                  </a:lnTo>
                  <a:lnTo>
                    <a:pt x="163943" y="260171"/>
                  </a:lnTo>
                  <a:lnTo>
                    <a:pt x="164250" y="259990"/>
                  </a:lnTo>
                  <a:lnTo>
                    <a:pt x="164549" y="259517"/>
                  </a:lnTo>
                  <a:lnTo>
                    <a:pt x="164649" y="259201"/>
                  </a:lnTo>
                  <a:lnTo>
                    <a:pt x="164691" y="259056"/>
                  </a:lnTo>
                  <a:lnTo>
                    <a:pt x="165020" y="258869"/>
                  </a:lnTo>
                  <a:lnTo>
                    <a:pt x="165413" y="258325"/>
                  </a:lnTo>
                  <a:lnTo>
                    <a:pt x="165525" y="257905"/>
                  </a:lnTo>
                  <a:lnTo>
                    <a:pt x="165574" y="257684"/>
                  </a:lnTo>
                  <a:lnTo>
                    <a:pt x="165575" y="257203"/>
                  </a:lnTo>
                  <a:lnTo>
                    <a:pt x="165562" y="257061"/>
                  </a:lnTo>
                  <a:lnTo>
                    <a:pt x="165683" y="256653"/>
                  </a:lnTo>
                  <a:lnTo>
                    <a:pt x="165636" y="256240"/>
                  </a:lnTo>
                  <a:lnTo>
                    <a:pt x="165531" y="255851"/>
                  </a:lnTo>
                  <a:lnTo>
                    <a:pt x="165917" y="255443"/>
                  </a:lnTo>
                  <a:lnTo>
                    <a:pt x="165723" y="254986"/>
                  </a:lnTo>
                  <a:lnTo>
                    <a:pt x="165780" y="254399"/>
                  </a:lnTo>
                  <a:lnTo>
                    <a:pt x="165838" y="254234"/>
                  </a:lnTo>
                  <a:lnTo>
                    <a:pt x="165887" y="254094"/>
                  </a:lnTo>
                  <a:lnTo>
                    <a:pt x="165916" y="253922"/>
                  </a:lnTo>
                  <a:lnTo>
                    <a:pt x="165947" y="253621"/>
                  </a:lnTo>
                  <a:lnTo>
                    <a:pt x="166017" y="253422"/>
                  </a:lnTo>
                  <a:lnTo>
                    <a:pt x="166030" y="253125"/>
                  </a:lnTo>
                  <a:lnTo>
                    <a:pt x="165475" y="252718"/>
                  </a:lnTo>
                  <a:lnTo>
                    <a:pt x="165348" y="252482"/>
                  </a:lnTo>
                  <a:lnTo>
                    <a:pt x="165412" y="252300"/>
                  </a:lnTo>
                  <a:lnTo>
                    <a:pt x="165484" y="252040"/>
                  </a:lnTo>
                  <a:lnTo>
                    <a:pt x="165216" y="251427"/>
                  </a:lnTo>
                  <a:lnTo>
                    <a:pt x="165034" y="251365"/>
                  </a:lnTo>
                  <a:lnTo>
                    <a:pt x="164564" y="251041"/>
                  </a:lnTo>
                  <a:lnTo>
                    <a:pt x="164372" y="250793"/>
                  </a:lnTo>
                  <a:lnTo>
                    <a:pt x="163806" y="250365"/>
                  </a:lnTo>
                  <a:lnTo>
                    <a:pt x="162840" y="249616"/>
                  </a:lnTo>
                  <a:lnTo>
                    <a:pt x="162561" y="249587"/>
                  </a:lnTo>
                  <a:lnTo>
                    <a:pt x="161935" y="249536"/>
                  </a:lnTo>
                  <a:lnTo>
                    <a:pt x="161595" y="249573"/>
                  </a:lnTo>
                  <a:lnTo>
                    <a:pt x="161198" y="248961"/>
                  </a:lnTo>
                  <a:lnTo>
                    <a:pt x="161465" y="248148"/>
                  </a:lnTo>
                  <a:lnTo>
                    <a:pt x="161364" y="247873"/>
                  </a:lnTo>
                  <a:lnTo>
                    <a:pt x="161526" y="247603"/>
                  </a:lnTo>
                  <a:lnTo>
                    <a:pt x="161641" y="247190"/>
                  </a:lnTo>
                  <a:lnTo>
                    <a:pt x="161547" y="246877"/>
                  </a:lnTo>
                  <a:lnTo>
                    <a:pt x="161571" y="246579"/>
                  </a:lnTo>
                  <a:lnTo>
                    <a:pt x="161590" y="246450"/>
                  </a:lnTo>
                  <a:lnTo>
                    <a:pt x="161546" y="246221"/>
                  </a:lnTo>
                  <a:lnTo>
                    <a:pt x="161373" y="245639"/>
                  </a:lnTo>
                  <a:lnTo>
                    <a:pt x="161481" y="245332"/>
                  </a:lnTo>
                  <a:lnTo>
                    <a:pt x="161663" y="245351"/>
                  </a:lnTo>
                  <a:lnTo>
                    <a:pt x="161869" y="245432"/>
                  </a:lnTo>
                  <a:lnTo>
                    <a:pt x="162917" y="245648"/>
                  </a:lnTo>
                  <a:lnTo>
                    <a:pt x="163263" y="245649"/>
                  </a:lnTo>
                  <a:lnTo>
                    <a:pt x="163619" y="245570"/>
                  </a:lnTo>
                  <a:lnTo>
                    <a:pt x="163823" y="245452"/>
                  </a:lnTo>
                  <a:lnTo>
                    <a:pt x="163501" y="244812"/>
                  </a:lnTo>
                  <a:lnTo>
                    <a:pt x="163320" y="243848"/>
                  </a:lnTo>
                  <a:lnTo>
                    <a:pt x="163719" y="243518"/>
                  </a:lnTo>
                  <a:lnTo>
                    <a:pt x="163679" y="243192"/>
                  </a:lnTo>
                  <a:lnTo>
                    <a:pt x="163796" y="242797"/>
                  </a:lnTo>
                  <a:lnTo>
                    <a:pt x="163550" y="242571"/>
                  </a:lnTo>
                  <a:lnTo>
                    <a:pt x="163262" y="242605"/>
                  </a:lnTo>
                  <a:lnTo>
                    <a:pt x="163184" y="242313"/>
                  </a:lnTo>
                  <a:lnTo>
                    <a:pt x="162618" y="242104"/>
                  </a:lnTo>
                  <a:lnTo>
                    <a:pt x="162447" y="242107"/>
                  </a:lnTo>
                  <a:lnTo>
                    <a:pt x="162127" y="241854"/>
                  </a:lnTo>
                  <a:lnTo>
                    <a:pt x="162182" y="241365"/>
                  </a:lnTo>
                  <a:lnTo>
                    <a:pt x="162002" y="240887"/>
                  </a:lnTo>
                  <a:lnTo>
                    <a:pt x="162017" y="240686"/>
                  </a:lnTo>
                  <a:lnTo>
                    <a:pt x="162608" y="240283"/>
                  </a:lnTo>
                  <a:lnTo>
                    <a:pt x="162762" y="240257"/>
                  </a:lnTo>
                  <a:lnTo>
                    <a:pt x="163138" y="239862"/>
                  </a:lnTo>
                  <a:lnTo>
                    <a:pt x="163090" y="239556"/>
                  </a:lnTo>
                  <a:lnTo>
                    <a:pt x="163034" y="239349"/>
                  </a:lnTo>
                  <a:lnTo>
                    <a:pt x="162569" y="238915"/>
                  </a:lnTo>
                  <a:lnTo>
                    <a:pt x="162435" y="238472"/>
                  </a:lnTo>
                  <a:lnTo>
                    <a:pt x="162562" y="238285"/>
                  </a:lnTo>
                  <a:lnTo>
                    <a:pt x="162575" y="238037"/>
                  </a:lnTo>
                  <a:lnTo>
                    <a:pt x="162657" y="237910"/>
                  </a:lnTo>
                  <a:lnTo>
                    <a:pt x="162654" y="237644"/>
                  </a:lnTo>
                  <a:lnTo>
                    <a:pt x="162527" y="237551"/>
                  </a:lnTo>
                  <a:lnTo>
                    <a:pt x="162279" y="237524"/>
                  </a:lnTo>
                  <a:lnTo>
                    <a:pt x="162067" y="237522"/>
                  </a:lnTo>
                  <a:lnTo>
                    <a:pt x="162059" y="237246"/>
                  </a:lnTo>
                  <a:lnTo>
                    <a:pt x="161604" y="236845"/>
                  </a:lnTo>
                  <a:lnTo>
                    <a:pt x="161468" y="236624"/>
                  </a:lnTo>
                  <a:lnTo>
                    <a:pt x="161780" y="235893"/>
                  </a:lnTo>
                  <a:lnTo>
                    <a:pt x="161779" y="235723"/>
                  </a:lnTo>
                  <a:lnTo>
                    <a:pt x="161508" y="235701"/>
                  </a:lnTo>
                  <a:lnTo>
                    <a:pt x="161348" y="235729"/>
                  </a:lnTo>
                  <a:lnTo>
                    <a:pt x="161090" y="235702"/>
                  </a:lnTo>
                  <a:lnTo>
                    <a:pt x="160912" y="235293"/>
                  </a:lnTo>
                  <a:lnTo>
                    <a:pt x="161148" y="235023"/>
                  </a:lnTo>
                  <a:lnTo>
                    <a:pt x="161267" y="234466"/>
                  </a:lnTo>
                  <a:lnTo>
                    <a:pt x="161714" y="233891"/>
                  </a:lnTo>
                  <a:lnTo>
                    <a:pt x="162058" y="233640"/>
                  </a:lnTo>
                  <a:lnTo>
                    <a:pt x="162154" y="233472"/>
                  </a:lnTo>
                  <a:lnTo>
                    <a:pt x="162533" y="233485"/>
                  </a:lnTo>
                  <a:lnTo>
                    <a:pt x="162615" y="232800"/>
                  </a:lnTo>
                  <a:lnTo>
                    <a:pt x="163227" y="232814"/>
                  </a:lnTo>
                  <a:lnTo>
                    <a:pt x="163229" y="232517"/>
                  </a:lnTo>
                  <a:lnTo>
                    <a:pt x="163410" y="232058"/>
                  </a:lnTo>
                  <a:lnTo>
                    <a:pt x="163785" y="231736"/>
                  </a:lnTo>
                  <a:lnTo>
                    <a:pt x="164092" y="231728"/>
                  </a:lnTo>
                  <a:lnTo>
                    <a:pt x="164657" y="232230"/>
                  </a:lnTo>
                  <a:lnTo>
                    <a:pt x="164728" y="232447"/>
                  </a:lnTo>
                  <a:lnTo>
                    <a:pt x="165204" y="232278"/>
                  </a:lnTo>
                  <a:lnTo>
                    <a:pt x="165718" y="231811"/>
                  </a:lnTo>
                  <a:lnTo>
                    <a:pt x="165939" y="231875"/>
                  </a:lnTo>
                  <a:lnTo>
                    <a:pt x="166415" y="232091"/>
                  </a:lnTo>
                  <a:lnTo>
                    <a:pt x="166648" y="232093"/>
                  </a:lnTo>
                  <a:lnTo>
                    <a:pt x="166946" y="232060"/>
                  </a:lnTo>
                  <a:lnTo>
                    <a:pt x="167275" y="231987"/>
                  </a:lnTo>
                  <a:lnTo>
                    <a:pt x="167764" y="231989"/>
                  </a:lnTo>
                  <a:lnTo>
                    <a:pt x="167962" y="231999"/>
                  </a:lnTo>
                  <a:lnTo>
                    <a:pt x="168170" y="232004"/>
                  </a:lnTo>
                  <a:lnTo>
                    <a:pt x="168620" y="232147"/>
                  </a:lnTo>
                  <a:lnTo>
                    <a:pt x="168863" y="232352"/>
                  </a:lnTo>
                  <a:lnTo>
                    <a:pt x="169047" y="232679"/>
                  </a:lnTo>
                  <a:lnTo>
                    <a:pt x="169212" y="232979"/>
                  </a:lnTo>
                  <a:lnTo>
                    <a:pt x="169983" y="233423"/>
                  </a:lnTo>
                  <a:lnTo>
                    <a:pt x="169912" y="233682"/>
                  </a:lnTo>
                  <a:lnTo>
                    <a:pt x="170392" y="234308"/>
                  </a:lnTo>
                  <a:lnTo>
                    <a:pt x="170637" y="234791"/>
                  </a:lnTo>
                  <a:lnTo>
                    <a:pt x="170707" y="235041"/>
                  </a:lnTo>
                  <a:lnTo>
                    <a:pt x="170914" y="235180"/>
                  </a:lnTo>
                  <a:lnTo>
                    <a:pt x="171199" y="235469"/>
                  </a:lnTo>
                  <a:lnTo>
                    <a:pt x="171147" y="235839"/>
                  </a:lnTo>
                  <a:lnTo>
                    <a:pt x="171401" y="236203"/>
                  </a:lnTo>
                  <a:lnTo>
                    <a:pt x="171440" y="236401"/>
                  </a:lnTo>
                  <a:lnTo>
                    <a:pt x="171979" y="236948"/>
                  </a:lnTo>
                  <a:lnTo>
                    <a:pt x="172025" y="237137"/>
                  </a:lnTo>
                  <a:lnTo>
                    <a:pt x="172456" y="237365"/>
                  </a:lnTo>
                  <a:lnTo>
                    <a:pt x="172591" y="237224"/>
                  </a:lnTo>
                  <a:lnTo>
                    <a:pt x="172715" y="237095"/>
                  </a:lnTo>
                  <a:lnTo>
                    <a:pt x="172637" y="236426"/>
                  </a:lnTo>
                  <a:lnTo>
                    <a:pt x="172661" y="236082"/>
                  </a:lnTo>
                  <a:lnTo>
                    <a:pt x="172751" y="235533"/>
                  </a:lnTo>
                  <a:lnTo>
                    <a:pt x="172694" y="234564"/>
                  </a:lnTo>
                  <a:lnTo>
                    <a:pt x="172824" y="234267"/>
                  </a:lnTo>
                  <a:lnTo>
                    <a:pt x="173017" y="233961"/>
                  </a:lnTo>
                  <a:lnTo>
                    <a:pt x="173242" y="233865"/>
                  </a:lnTo>
                  <a:lnTo>
                    <a:pt x="173382" y="233895"/>
                  </a:lnTo>
                  <a:lnTo>
                    <a:pt x="173597" y="233895"/>
                  </a:lnTo>
                  <a:lnTo>
                    <a:pt x="174309" y="233670"/>
                  </a:lnTo>
                  <a:lnTo>
                    <a:pt x="174627" y="233749"/>
                  </a:lnTo>
                  <a:lnTo>
                    <a:pt x="174764" y="233805"/>
                  </a:lnTo>
                  <a:lnTo>
                    <a:pt x="176223" y="233944"/>
                  </a:lnTo>
                  <a:lnTo>
                    <a:pt x="176834" y="233880"/>
                  </a:lnTo>
                  <a:lnTo>
                    <a:pt x="177060" y="234093"/>
                  </a:lnTo>
                  <a:lnTo>
                    <a:pt x="177198" y="234381"/>
                  </a:lnTo>
                  <a:lnTo>
                    <a:pt x="177306" y="234666"/>
                  </a:lnTo>
                  <a:lnTo>
                    <a:pt x="177685" y="234903"/>
                  </a:lnTo>
                  <a:lnTo>
                    <a:pt x="177844" y="234948"/>
                  </a:lnTo>
                  <a:lnTo>
                    <a:pt x="177885" y="235183"/>
                  </a:lnTo>
                  <a:lnTo>
                    <a:pt x="178238" y="235638"/>
                  </a:lnTo>
                  <a:lnTo>
                    <a:pt x="178636" y="236138"/>
                  </a:lnTo>
                  <a:lnTo>
                    <a:pt x="178884" y="236184"/>
                  </a:lnTo>
                  <a:lnTo>
                    <a:pt x="179118" y="236329"/>
                  </a:lnTo>
                  <a:lnTo>
                    <a:pt x="179258" y="236450"/>
                  </a:lnTo>
                  <a:lnTo>
                    <a:pt x="179590" y="236640"/>
                  </a:lnTo>
                  <a:lnTo>
                    <a:pt x="179899" y="236950"/>
                  </a:lnTo>
                  <a:lnTo>
                    <a:pt x="179928" y="237110"/>
                  </a:lnTo>
                  <a:lnTo>
                    <a:pt x="180747" y="237686"/>
                  </a:lnTo>
                  <a:lnTo>
                    <a:pt x="180807" y="237869"/>
                  </a:lnTo>
                  <a:lnTo>
                    <a:pt x="180961" y="238071"/>
                  </a:lnTo>
                  <a:lnTo>
                    <a:pt x="181333" y="238458"/>
                  </a:lnTo>
                  <a:lnTo>
                    <a:pt x="181632" y="238851"/>
                  </a:lnTo>
                  <a:lnTo>
                    <a:pt x="181771" y="239000"/>
                  </a:lnTo>
                  <a:lnTo>
                    <a:pt x="181936" y="239035"/>
                  </a:lnTo>
                  <a:lnTo>
                    <a:pt x="182054" y="239304"/>
                  </a:lnTo>
                  <a:lnTo>
                    <a:pt x="182302" y="239435"/>
                  </a:lnTo>
                  <a:lnTo>
                    <a:pt x="182975" y="239903"/>
                  </a:lnTo>
                  <a:lnTo>
                    <a:pt x="183132" y="239609"/>
                  </a:lnTo>
                  <a:lnTo>
                    <a:pt x="183369" y="239213"/>
                  </a:lnTo>
                  <a:lnTo>
                    <a:pt x="183609" y="238800"/>
                  </a:lnTo>
                  <a:lnTo>
                    <a:pt x="183677" y="238601"/>
                  </a:lnTo>
                  <a:lnTo>
                    <a:pt x="183792" y="238426"/>
                  </a:lnTo>
                  <a:lnTo>
                    <a:pt x="183963" y="238319"/>
                  </a:lnTo>
                  <a:lnTo>
                    <a:pt x="184101" y="238254"/>
                  </a:lnTo>
                  <a:lnTo>
                    <a:pt x="184125" y="238089"/>
                  </a:lnTo>
                  <a:lnTo>
                    <a:pt x="184091" y="237420"/>
                  </a:lnTo>
                  <a:lnTo>
                    <a:pt x="183928" y="237108"/>
                  </a:lnTo>
                  <a:lnTo>
                    <a:pt x="183909" y="236915"/>
                  </a:lnTo>
                  <a:lnTo>
                    <a:pt x="184314" y="236811"/>
                  </a:lnTo>
                  <a:lnTo>
                    <a:pt x="184846" y="236475"/>
                  </a:lnTo>
                  <a:lnTo>
                    <a:pt x="185059" y="236268"/>
                  </a:lnTo>
                  <a:lnTo>
                    <a:pt x="185263" y="235982"/>
                  </a:lnTo>
                  <a:lnTo>
                    <a:pt x="185316" y="235810"/>
                  </a:lnTo>
                  <a:lnTo>
                    <a:pt x="185205" y="235594"/>
                  </a:lnTo>
                  <a:lnTo>
                    <a:pt x="185003" y="235278"/>
                  </a:lnTo>
                  <a:lnTo>
                    <a:pt x="184883" y="235084"/>
                  </a:lnTo>
                  <a:lnTo>
                    <a:pt x="185272" y="234962"/>
                  </a:lnTo>
                  <a:lnTo>
                    <a:pt x="185854" y="234684"/>
                  </a:lnTo>
                  <a:lnTo>
                    <a:pt x="186183" y="234512"/>
                  </a:lnTo>
                  <a:lnTo>
                    <a:pt x="186556" y="234129"/>
                  </a:lnTo>
                  <a:lnTo>
                    <a:pt x="186640" y="233954"/>
                  </a:lnTo>
                  <a:lnTo>
                    <a:pt x="186709" y="233722"/>
                  </a:lnTo>
                  <a:lnTo>
                    <a:pt x="186999" y="233163"/>
                  </a:lnTo>
                  <a:lnTo>
                    <a:pt x="187063" y="232374"/>
                  </a:lnTo>
                  <a:lnTo>
                    <a:pt x="187285" y="232173"/>
                  </a:lnTo>
                  <a:lnTo>
                    <a:pt x="187507" y="231705"/>
                  </a:lnTo>
                  <a:lnTo>
                    <a:pt x="187322" y="231300"/>
                  </a:lnTo>
                  <a:lnTo>
                    <a:pt x="187097" y="231051"/>
                  </a:lnTo>
                  <a:lnTo>
                    <a:pt x="186398" y="230564"/>
                  </a:lnTo>
                  <a:lnTo>
                    <a:pt x="186233" y="230385"/>
                  </a:lnTo>
                  <a:lnTo>
                    <a:pt x="185848" y="230349"/>
                  </a:lnTo>
                  <a:lnTo>
                    <a:pt x="185557" y="230344"/>
                  </a:lnTo>
                  <a:lnTo>
                    <a:pt x="185339" y="230348"/>
                  </a:lnTo>
                  <a:lnTo>
                    <a:pt x="185151" y="230359"/>
                  </a:lnTo>
                  <a:lnTo>
                    <a:pt x="184245" y="229890"/>
                  </a:lnTo>
                  <a:lnTo>
                    <a:pt x="184073" y="229778"/>
                  </a:lnTo>
                  <a:lnTo>
                    <a:pt x="183852" y="229513"/>
                  </a:lnTo>
                  <a:lnTo>
                    <a:pt x="183628" y="228996"/>
                  </a:lnTo>
                  <a:lnTo>
                    <a:pt x="183820" y="227911"/>
                  </a:lnTo>
                  <a:lnTo>
                    <a:pt x="183970" y="227398"/>
                  </a:lnTo>
                  <a:lnTo>
                    <a:pt x="184112" y="226981"/>
                  </a:lnTo>
                  <a:lnTo>
                    <a:pt x="184187" y="226525"/>
                  </a:lnTo>
                  <a:lnTo>
                    <a:pt x="184175" y="226246"/>
                  </a:lnTo>
                  <a:lnTo>
                    <a:pt x="184332" y="226102"/>
                  </a:lnTo>
                  <a:lnTo>
                    <a:pt x="184495" y="225990"/>
                  </a:lnTo>
                  <a:lnTo>
                    <a:pt x="184702" y="225716"/>
                  </a:lnTo>
                  <a:lnTo>
                    <a:pt x="184719" y="225523"/>
                  </a:lnTo>
                  <a:lnTo>
                    <a:pt x="184855" y="225332"/>
                  </a:lnTo>
                  <a:lnTo>
                    <a:pt x="185032" y="225092"/>
                  </a:lnTo>
                  <a:lnTo>
                    <a:pt x="185214" y="224764"/>
                  </a:lnTo>
                  <a:lnTo>
                    <a:pt x="185534" y="224287"/>
                  </a:lnTo>
                  <a:lnTo>
                    <a:pt x="185667" y="223756"/>
                  </a:lnTo>
                  <a:lnTo>
                    <a:pt x="185856" y="223636"/>
                  </a:lnTo>
                  <a:lnTo>
                    <a:pt x="186282" y="223473"/>
                  </a:lnTo>
                  <a:lnTo>
                    <a:pt x="186557" y="223386"/>
                  </a:lnTo>
                  <a:lnTo>
                    <a:pt x="186691" y="223345"/>
                  </a:lnTo>
                  <a:lnTo>
                    <a:pt x="187069" y="223282"/>
                  </a:lnTo>
                  <a:lnTo>
                    <a:pt x="187797" y="223300"/>
                  </a:lnTo>
                  <a:lnTo>
                    <a:pt x="188671" y="223184"/>
                  </a:lnTo>
                  <a:lnTo>
                    <a:pt x="188843" y="223120"/>
                  </a:lnTo>
                  <a:lnTo>
                    <a:pt x="188739" y="222579"/>
                  </a:lnTo>
                  <a:lnTo>
                    <a:pt x="188728" y="222320"/>
                  </a:lnTo>
                  <a:lnTo>
                    <a:pt x="188811" y="221738"/>
                  </a:lnTo>
                  <a:lnTo>
                    <a:pt x="188918" y="221343"/>
                  </a:lnTo>
                  <a:lnTo>
                    <a:pt x="189016" y="220947"/>
                  </a:lnTo>
                  <a:lnTo>
                    <a:pt x="189027" y="220687"/>
                  </a:lnTo>
                  <a:lnTo>
                    <a:pt x="188993" y="220408"/>
                  </a:lnTo>
                  <a:lnTo>
                    <a:pt x="188949" y="220156"/>
                  </a:lnTo>
                  <a:lnTo>
                    <a:pt x="188962" y="219854"/>
                  </a:lnTo>
                  <a:lnTo>
                    <a:pt x="189154" y="219608"/>
                  </a:lnTo>
                  <a:lnTo>
                    <a:pt x="189153" y="219349"/>
                  </a:lnTo>
                  <a:lnTo>
                    <a:pt x="188727" y="218703"/>
                  </a:lnTo>
                  <a:lnTo>
                    <a:pt x="188761" y="218487"/>
                  </a:lnTo>
                  <a:lnTo>
                    <a:pt x="188836" y="218341"/>
                  </a:lnTo>
                  <a:lnTo>
                    <a:pt x="188977" y="218258"/>
                  </a:lnTo>
                  <a:lnTo>
                    <a:pt x="189223" y="217965"/>
                  </a:lnTo>
                  <a:lnTo>
                    <a:pt x="189766" y="217874"/>
                  </a:lnTo>
                  <a:lnTo>
                    <a:pt x="190219" y="218028"/>
                  </a:lnTo>
                  <a:lnTo>
                    <a:pt x="190366" y="218279"/>
                  </a:lnTo>
                  <a:lnTo>
                    <a:pt x="190629" y="218217"/>
                  </a:lnTo>
                  <a:lnTo>
                    <a:pt x="191449" y="217922"/>
                  </a:lnTo>
                  <a:lnTo>
                    <a:pt x="191546" y="217354"/>
                  </a:lnTo>
                  <a:lnTo>
                    <a:pt x="191477" y="217022"/>
                  </a:lnTo>
                  <a:lnTo>
                    <a:pt x="191435" y="216646"/>
                  </a:lnTo>
                  <a:lnTo>
                    <a:pt x="192127" y="215700"/>
                  </a:lnTo>
                  <a:lnTo>
                    <a:pt x="192360" y="216057"/>
                  </a:lnTo>
                  <a:lnTo>
                    <a:pt x="192634" y="216427"/>
                  </a:lnTo>
                  <a:lnTo>
                    <a:pt x="192801" y="216435"/>
                  </a:lnTo>
                  <a:lnTo>
                    <a:pt x="193276" y="216713"/>
                  </a:lnTo>
                  <a:lnTo>
                    <a:pt x="193702" y="216869"/>
                  </a:lnTo>
                  <a:lnTo>
                    <a:pt x="193722" y="217528"/>
                  </a:lnTo>
                  <a:lnTo>
                    <a:pt x="193964" y="217605"/>
                  </a:lnTo>
                  <a:lnTo>
                    <a:pt x="194260" y="217744"/>
                  </a:lnTo>
                  <a:lnTo>
                    <a:pt x="194502" y="217993"/>
                  </a:lnTo>
                  <a:lnTo>
                    <a:pt x="194601" y="218358"/>
                  </a:lnTo>
                  <a:lnTo>
                    <a:pt x="194635" y="218768"/>
                  </a:lnTo>
                  <a:lnTo>
                    <a:pt x="194550" y="219077"/>
                  </a:lnTo>
                  <a:lnTo>
                    <a:pt x="194302" y="219563"/>
                  </a:lnTo>
                  <a:lnTo>
                    <a:pt x="194317" y="219893"/>
                  </a:lnTo>
                  <a:lnTo>
                    <a:pt x="194568" y="220173"/>
                  </a:lnTo>
                  <a:lnTo>
                    <a:pt x="194495" y="220403"/>
                  </a:lnTo>
                  <a:lnTo>
                    <a:pt x="194385" y="220627"/>
                  </a:lnTo>
                  <a:lnTo>
                    <a:pt x="194378" y="220840"/>
                  </a:lnTo>
                  <a:lnTo>
                    <a:pt x="194537" y="221311"/>
                  </a:lnTo>
                  <a:lnTo>
                    <a:pt x="194820" y="221666"/>
                  </a:lnTo>
                  <a:lnTo>
                    <a:pt x="194976" y="221731"/>
                  </a:lnTo>
                  <a:lnTo>
                    <a:pt x="195453" y="221844"/>
                  </a:lnTo>
                  <a:lnTo>
                    <a:pt x="195608" y="222136"/>
                  </a:lnTo>
                  <a:lnTo>
                    <a:pt x="195563" y="222431"/>
                  </a:lnTo>
                  <a:lnTo>
                    <a:pt x="195475" y="222687"/>
                  </a:lnTo>
                  <a:lnTo>
                    <a:pt x="195420" y="222897"/>
                  </a:lnTo>
                  <a:lnTo>
                    <a:pt x="195562" y="223211"/>
                  </a:lnTo>
                  <a:lnTo>
                    <a:pt x="195901" y="223323"/>
                  </a:lnTo>
                  <a:lnTo>
                    <a:pt x="196287" y="223492"/>
                  </a:lnTo>
                  <a:lnTo>
                    <a:pt x="195915" y="223664"/>
                  </a:lnTo>
                  <a:lnTo>
                    <a:pt x="195465" y="223756"/>
                  </a:lnTo>
                  <a:lnTo>
                    <a:pt x="195171" y="224438"/>
                  </a:lnTo>
                  <a:lnTo>
                    <a:pt x="194590" y="225349"/>
                  </a:lnTo>
                  <a:lnTo>
                    <a:pt x="194567" y="225507"/>
                  </a:lnTo>
                  <a:lnTo>
                    <a:pt x="194485" y="225647"/>
                  </a:lnTo>
                  <a:lnTo>
                    <a:pt x="194223" y="225741"/>
                  </a:lnTo>
                  <a:lnTo>
                    <a:pt x="193856" y="226143"/>
                  </a:lnTo>
                  <a:lnTo>
                    <a:pt x="193739" y="226346"/>
                  </a:lnTo>
                  <a:lnTo>
                    <a:pt x="193582" y="226766"/>
                  </a:lnTo>
                  <a:lnTo>
                    <a:pt x="193568" y="227069"/>
                  </a:lnTo>
                  <a:lnTo>
                    <a:pt x="193609" y="227406"/>
                  </a:lnTo>
                  <a:lnTo>
                    <a:pt x="193441" y="227636"/>
                  </a:lnTo>
                  <a:lnTo>
                    <a:pt x="193331" y="228064"/>
                  </a:lnTo>
                  <a:lnTo>
                    <a:pt x="193342" y="228228"/>
                  </a:lnTo>
                  <a:lnTo>
                    <a:pt x="193348" y="228456"/>
                  </a:lnTo>
                  <a:lnTo>
                    <a:pt x="193368" y="229240"/>
                  </a:lnTo>
                  <a:lnTo>
                    <a:pt x="193456" y="229392"/>
                  </a:lnTo>
                  <a:lnTo>
                    <a:pt x="193392" y="229579"/>
                  </a:lnTo>
                  <a:lnTo>
                    <a:pt x="193104" y="229629"/>
                  </a:lnTo>
                  <a:lnTo>
                    <a:pt x="192483" y="229841"/>
                  </a:lnTo>
                  <a:lnTo>
                    <a:pt x="192192" y="230389"/>
                  </a:lnTo>
                  <a:lnTo>
                    <a:pt x="191375" y="231103"/>
                  </a:lnTo>
                  <a:lnTo>
                    <a:pt x="191236" y="231456"/>
                  </a:lnTo>
                  <a:lnTo>
                    <a:pt x="191097" y="231696"/>
                  </a:lnTo>
                  <a:lnTo>
                    <a:pt x="190849" y="231374"/>
                  </a:lnTo>
                  <a:lnTo>
                    <a:pt x="190673" y="231065"/>
                  </a:lnTo>
                  <a:lnTo>
                    <a:pt x="190199" y="231246"/>
                  </a:lnTo>
                  <a:lnTo>
                    <a:pt x="189406" y="231650"/>
                  </a:lnTo>
                  <a:lnTo>
                    <a:pt x="189100" y="231747"/>
                  </a:lnTo>
                  <a:lnTo>
                    <a:pt x="188789" y="231893"/>
                  </a:lnTo>
                  <a:lnTo>
                    <a:pt x="188878" y="232189"/>
                  </a:lnTo>
                  <a:lnTo>
                    <a:pt x="189039" y="233100"/>
                  </a:lnTo>
                  <a:lnTo>
                    <a:pt x="189493" y="233511"/>
                  </a:lnTo>
                  <a:lnTo>
                    <a:pt x="189736" y="233673"/>
                  </a:lnTo>
                  <a:lnTo>
                    <a:pt x="189997" y="233547"/>
                  </a:lnTo>
                  <a:lnTo>
                    <a:pt x="190470" y="234013"/>
                  </a:lnTo>
                  <a:lnTo>
                    <a:pt x="190666" y="234209"/>
                  </a:lnTo>
                  <a:lnTo>
                    <a:pt x="190863" y="234251"/>
                  </a:lnTo>
                  <a:lnTo>
                    <a:pt x="191400" y="234727"/>
                  </a:lnTo>
                  <a:lnTo>
                    <a:pt x="191865" y="235726"/>
                  </a:lnTo>
                  <a:lnTo>
                    <a:pt x="191888" y="236059"/>
                  </a:lnTo>
                  <a:lnTo>
                    <a:pt x="191848" y="236194"/>
                  </a:lnTo>
                  <a:lnTo>
                    <a:pt x="191739" y="237124"/>
                  </a:lnTo>
                  <a:lnTo>
                    <a:pt x="191790" y="237660"/>
                  </a:lnTo>
                  <a:lnTo>
                    <a:pt x="191573" y="238162"/>
                  </a:lnTo>
                  <a:lnTo>
                    <a:pt x="191354" y="238244"/>
                  </a:lnTo>
                  <a:lnTo>
                    <a:pt x="191033" y="238491"/>
                  </a:lnTo>
                  <a:lnTo>
                    <a:pt x="191682" y="239188"/>
                  </a:lnTo>
                  <a:lnTo>
                    <a:pt x="191956" y="239435"/>
                  </a:lnTo>
                  <a:lnTo>
                    <a:pt x="193005" y="239768"/>
                  </a:lnTo>
                  <a:lnTo>
                    <a:pt x="193355" y="239338"/>
                  </a:lnTo>
                  <a:lnTo>
                    <a:pt x="193511" y="238772"/>
                  </a:lnTo>
                  <a:lnTo>
                    <a:pt x="193915" y="238235"/>
                  </a:lnTo>
                  <a:lnTo>
                    <a:pt x="194332" y="237910"/>
                  </a:lnTo>
                  <a:lnTo>
                    <a:pt x="194671" y="237748"/>
                  </a:lnTo>
                  <a:lnTo>
                    <a:pt x="194879" y="237737"/>
                  </a:lnTo>
                  <a:lnTo>
                    <a:pt x="195188" y="237500"/>
                  </a:lnTo>
                  <a:lnTo>
                    <a:pt x="195482" y="237112"/>
                  </a:lnTo>
                  <a:lnTo>
                    <a:pt x="195523" y="236948"/>
                  </a:lnTo>
                  <a:lnTo>
                    <a:pt x="196047" y="235747"/>
                  </a:lnTo>
                  <a:lnTo>
                    <a:pt x="196221" y="235769"/>
                  </a:lnTo>
                  <a:lnTo>
                    <a:pt x="196879" y="235775"/>
                  </a:lnTo>
                  <a:lnTo>
                    <a:pt x="197245" y="235645"/>
                  </a:lnTo>
                  <a:lnTo>
                    <a:pt x="197422" y="235565"/>
                  </a:lnTo>
                  <a:lnTo>
                    <a:pt x="197550" y="235364"/>
                  </a:lnTo>
                  <a:lnTo>
                    <a:pt x="197847" y="235061"/>
                  </a:lnTo>
                  <a:lnTo>
                    <a:pt x="198049" y="235049"/>
                  </a:lnTo>
                  <a:lnTo>
                    <a:pt x="198699" y="235087"/>
                  </a:lnTo>
                  <a:lnTo>
                    <a:pt x="199067" y="235291"/>
                  </a:lnTo>
                  <a:lnTo>
                    <a:pt x="199561" y="235315"/>
                  </a:lnTo>
                  <a:lnTo>
                    <a:pt x="200017" y="235372"/>
                  </a:lnTo>
                  <a:lnTo>
                    <a:pt x="200205" y="235269"/>
                  </a:lnTo>
                  <a:lnTo>
                    <a:pt x="200441" y="235246"/>
                  </a:lnTo>
                  <a:lnTo>
                    <a:pt x="200579" y="235279"/>
                  </a:lnTo>
                  <a:lnTo>
                    <a:pt x="201272" y="235369"/>
                  </a:lnTo>
                  <a:lnTo>
                    <a:pt x="201551" y="235151"/>
                  </a:lnTo>
                  <a:lnTo>
                    <a:pt x="201702" y="235166"/>
                  </a:lnTo>
                  <a:lnTo>
                    <a:pt x="202141" y="235444"/>
                  </a:lnTo>
                  <a:lnTo>
                    <a:pt x="202240" y="234884"/>
                  </a:lnTo>
                  <a:lnTo>
                    <a:pt x="202467" y="234875"/>
                  </a:lnTo>
                  <a:lnTo>
                    <a:pt x="202525" y="234717"/>
                  </a:lnTo>
                  <a:lnTo>
                    <a:pt x="202462" y="234138"/>
                  </a:lnTo>
                  <a:lnTo>
                    <a:pt x="202395" y="233855"/>
                  </a:lnTo>
                  <a:lnTo>
                    <a:pt x="202575" y="233773"/>
                  </a:lnTo>
                  <a:lnTo>
                    <a:pt x="203001" y="233240"/>
                  </a:lnTo>
                  <a:lnTo>
                    <a:pt x="202892" y="233028"/>
                  </a:lnTo>
                  <a:lnTo>
                    <a:pt x="202783" y="232787"/>
                  </a:lnTo>
                  <a:lnTo>
                    <a:pt x="203037" y="232565"/>
                  </a:lnTo>
                  <a:lnTo>
                    <a:pt x="203315" y="232301"/>
                  </a:lnTo>
                  <a:lnTo>
                    <a:pt x="203282" y="232012"/>
                  </a:lnTo>
                  <a:lnTo>
                    <a:pt x="203166" y="231885"/>
                  </a:lnTo>
                  <a:lnTo>
                    <a:pt x="203065" y="231527"/>
                  </a:lnTo>
                  <a:lnTo>
                    <a:pt x="203122" y="231369"/>
                  </a:lnTo>
                  <a:lnTo>
                    <a:pt x="203228" y="231132"/>
                  </a:lnTo>
                  <a:lnTo>
                    <a:pt x="203284" y="230702"/>
                  </a:lnTo>
                  <a:lnTo>
                    <a:pt x="203269" y="230502"/>
                  </a:lnTo>
                  <a:lnTo>
                    <a:pt x="203546" y="230654"/>
                  </a:lnTo>
                  <a:lnTo>
                    <a:pt x="203515" y="230816"/>
                  </a:lnTo>
                  <a:lnTo>
                    <a:pt x="203757" y="231147"/>
                  </a:lnTo>
                  <a:lnTo>
                    <a:pt x="204037" y="231283"/>
                  </a:lnTo>
                  <a:lnTo>
                    <a:pt x="204136" y="231444"/>
                  </a:lnTo>
                  <a:lnTo>
                    <a:pt x="204397" y="231466"/>
                  </a:lnTo>
                  <a:lnTo>
                    <a:pt x="204756" y="231552"/>
                  </a:lnTo>
                  <a:lnTo>
                    <a:pt x="205051" y="232057"/>
                  </a:lnTo>
                  <a:lnTo>
                    <a:pt x="205127" y="232548"/>
                  </a:lnTo>
                  <a:lnTo>
                    <a:pt x="205352" y="232899"/>
                  </a:lnTo>
                  <a:lnTo>
                    <a:pt x="205437" y="233032"/>
                  </a:lnTo>
                  <a:lnTo>
                    <a:pt x="205549" y="233161"/>
                  </a:lnTo>
                  <a:lnTo>
                    <a:pt x="205910" y="233410"/>
                  </a:lnTo>
                  <a:lnTo>
                    <a:pt x="206103" y="233520"/>
                  </a:lnTo>
                  <a:lnTo>
                    <a:pt x="206970" y="233725"/>
                  </a:lnTo>
                  <a:lnTo>
                    <a:pt x="207175" y="233994"/>
                  </a:lnTo>
                  <a:lnTo>
                    <a:pt x="207303" y="234016"/>
                  </a:lnTo>
                  <a:lnTo>
                    <a:pt x="207738" y="233709"/>
                  </a:lnTo>
                  <a:lnTo>
                    <a:pt x="207854" y="233440"/>
                  </a:lnTo>
                  <a:lnTo>
                    <a:pt x="207803" y="233025"/>
                  </a:lnTo>
                  <a:lnTo>
                    <a:pt x="207904" y="232781"/>
                  </a:lnTo>
                  <a:lnTo>
                    <a:pt x="207794" y="232378"/>
                  </a:lnTo>
                  <a:lnTo>
                    <a:pt x="207741" y="232186"/>
                  </a:lnTo>
                  <a:lnTo>
                    <a:pt x="207667" y="232008"/>
                  </a:lnTo>
                  <a:lnTo>
                    <a:pt x="207730" y="231737"/>
                  </a:lnTo>
                  <a:lnTo>
                    <a:pt x="207646" y="231409"/>
                  </a:lnTo>
                  <a:lnTo>
                    <a:pt x="207554" y="231218"/>
                  </a:lnTo>
                  <a:lnTo>
                    <a:pt x="207579" y="231066"/>
                  </a:lnTo>
                  <a:lnTo>
                    <a:pt x="207574" y="230716"/>
                  </a:lnTo>
                  <a:lnTo>
                    <a:pt x="207260" y="230240"/>
                  </a:lnTo>
                  <a:lnTo>
                    <a:pt x="207269" y="230079"/>
                  </a:lnTo>
                  <a:lnTo>
                    <a:pt x="207280" y="229885"/>
                  </a:lnTo>
                  <a:lnTo>
                    <a:pt x="207325" y="229556"/>
                  </a:lnTo>
                  <a:lnTo>
                    <a:pt x="207387" y="229336"/>
                  </a:lnTo>
                  <a:lnTo>
                    <a:pt x="206989" y="229166"/>
                  </a:lnTo>
                  <a:lnTo>
                    <a:pt x="206638" y="228823"/>
                  </a:lnTo>
                  <a:lnTo>
                    <a:pt x="208273" y="227275"/>
                  </a:lnTo>
                  <a:lnTo>
                    <a:pt x="208563" y="226248"/>
                  </a:lnTo>
                  <a:lnTo>
                    <a:pt x="209482" y="225710"/>
                  </a:lnTo>
                  <a:lnTo>
                    <a:pt x="209675" y="225309"/>
                  </a:lnTo>
                  <a:lnTo>
                    <a:pt x="209611" y="225155"/>
                  </a:lnTo>
                  <a:lnTo>
                    <a:pt x="209873" y="224694"/>
                  </a:lnTo>
                  <a:lnTo>
                    <a:pt x="210199" y="224514"/>
                  </a:lnTo>
                  <a:lnTo>
                    <a:pt x="210368" y="225057"/>
                  </a:lnTo>
                  <a:lnTo>
                    <a:pt x="210665" y="225136"/>
                  </a:lnTo>
                  <a:lnTo>
                    <a:pt x="210931" y="224966"/>
                  </a:lnTo>
                  <a:lnTo>
                    <a:pt x="211489" y="224900"/>
                  </a:lnTo>
                  <a:lnTo>
                    <a:pt x="211616" y="225121"/>
                  </a:lnTo>
                  <a:lnTo>
                    <a:pt x="211732" y="225324"/>
                  </a:lnTo>
                  <a:lnTo>
                    <a:pt x="212017" y="225591"/>
                  </a:lnTo>
                  <a:lnTo>
                    <a:pt x="212248" y="225575"/>
                  </a:lnTo>
                  <a:lnTo>
                    <a:pt x="212448" y="225508"/>
                  </a:lnTo>
                  <a:lnTo>
                    <a:pt x="212635" y="225464"/>
                  </a:lnTo>
                  <a:lnTo>
                    <a:pt x="212840" y="225388"/>
                  </a:lnTo>
                  <a:lnTo>
                    <a:pt x="213124" y="225097"/>
                  </a:lnTo>
                  <a:lnTo>
                    <a:pt x="213501" y="224916"/>
                  </a:lnTo>
                  <a:lnTo>
                    <a:pt x="213786" y="225316"/>
                  </a:lnTo>
                  <a:lnTo>
                    <a:pt x="213757" y="225518"/>
                  </a:lnTo>
                  <a:lnTo>
                    <a:pt x="213876" y="225766"/>
                  </a:lnTo>
                  <a:lnTo>
                    <a:pt x="214419" y="225773"/>
                  </a:lnTo>
                  <a:lnTo>
                    <a:pt x="214489" y="225505"/>
                  </a:lnTo>
                  <a:lnTo>
                    <a:pt x="214310" y="225205"/>
                  </a:lnTo>
                  <a:lnTo>
                    <a:pt x="214258" y="225062"/>
                  </a:lnTo>
                  <a:lnTo>
                    <a:pt x="214828" y="224878"/>
                  </a:lnTo>
                  <a:lnTo>
                    <a:pt x="214980" y="225037"/>
                  </a:lnTo>
                  <a:lnTo>
                    <a:pt x="215602" y="224682"/>
                  </a:lnTo>
                  <a:lnTo>
                    <a:pt x="216029" y="224097"/>
                  </a:lnTo>
                  <a:lnTo>
                    <a:pt x="216371" y="223989"/>
                  </a:lnTo>
                  <a:lnTo>
                    <a:pt x="216623" y="223723"/>
                  </a:lnTo>
                  <a:lnTo>
                    <a:pt x="217293" y="223349"/>
                  </a:lnTo>
                  <a:lnTo>
                    <a:pt x="217383" y="223037"/>
                  </a:lnTo>
                  <a:lnTo>
                    <a:pt x="217601" y="222828"/>
                  </a:lnTo>
                  <a:lnTo>
                    <a:pt x="217780" y="222785"/>
                  </a:lnTo>
                  <a:lnTo>
                    <a:pt x="217912" y="222793"/>
                  </a:lnTo>
                  <a:lnTo>
                    <a:pt x="218146" y="222908"/>
                  </a:lnTo>
                  <a:lnTo>
                    <a:pt x="218304" y="223021"/>
                  </a:lnTo>
                  <a:lnTo>
                    <a:pt x="218504" y="222613"/>
                  </a:lnTo>
                  <a:lnTo>
                    <a:pt x="218092" y="222518"/>
                  </a:lnTo>
                  <a:lnTo>
                    <a:pt x="218048" y="221988"/>
                  </a:lnTo>
                  <a:lnTo>
                    <a:pt x="218291" y="221974"/>
                  </a:lnTo>
                  <a:lnTo>
                    <a:pt x="218569" y="222264"/>
                  </a:lnTo>
                  <a:lnTo>
                    <a:pt x="218764" y="222636"/>
                  </a:lnTo>
                  <a:lnTo>
                    <a:pt x="219185" y="222881"/>
                  </a:lnTo>
                  <a:lnTo>
                    <a:pt x="218941" y="222233"/>
                  </a:lnTo>
                  <a:lnTo>
                    <a:pt x="218809" y="222145"/>
                  </a:lnTo>
                  <a:lnTo>
                    <a:pt x="218329" y="221664"/>
                  </a:lnTo>
                  <a:lnTo>
                    <a:pt x="218130" y="221517"/>
                  </a:lnTo>
                  <a:lnTo>
                    <a:pt x="217945" y="221391"/>
                  </a:lnTo>
                  <a:lnTo>
                    <a:pt x="217921" y="221259"/>
                  </a:lnTo>
                  <a:lnTo>
                    <a:pt x="217955" y="221026"/>
                  </a:lnTo>
                  <a:lnTo>
                    <a:pt x="218321" y="220534"/>
                  </a:lnTo>
                  <a:lnTo>
                    <a:pt x="218341" y="220306"/>
                  </a:lnTo>
                  <a:lnTo>
                    <a:pt x="218189" y="220019"/>
                  </a:lnTo>
                  <a:lnTo>
                    <a:pt x="217949" y="219799"/>
                  </a:lnTo>
                  <a:lnTo>
                    <a:pt x="217779" y="219517"/>
                  </a:lnTo>
                  <a:lnTo>
                    <a:pt x="217929" y="218942"/>
                  </a:lnTo>
                  <a:lnTo>
                    <a:pt x="218136" y="218962"/>
                  </a:lnTo>
                  <a:lnTo>
                    <a:pt x="218380" y="219110"/>
                  </a:lnTo>
                  <a:lnTo>
                    <a:pt x="218538" y="219186"/>
                  </a:lnTo>
                  <a:lnTo>
                    <a:pt x="218981" y="219035"/>
                  </a:lnTo>
                  <a:lnTo>
                    <a:pt x="219040" y="218806"/>
                  </a:lnTo>
                  <a:lnTo>
                    <a:pt x="218847" y="218306"/>
                  </a:lnTo>
                  <a:lnTo>
                    <a:pt x="218583" y="218219"/>
                  </a:lnTo>
                  <a:lnTo>
                    <a:pt x="218346" y="218141"/>
                  </a:lnTo>
                  <a:lnTo>
                    <a:pt x="218034" y="217939"/>
                  </a:lnTo>
                  <a:lnTo>
                    <a:pt x="217903" y="217618"/>
                  </a:lnTo>
                  <a:lnTo>
                    <a:pt x="217514" y="217027"/>
                  </a:lnTo>
                  <a:lnTo>
                    <a:pt x="217385" y="216982"/>
                  </a:lnTo>
                  <a:lnTo>
                    <a:pt x="217209" y="216952"/>
                  </a:lnTo>
                  <a:lnTo>
                    <a:pt x="216764" y="216936"/>
                  </a:lnTo>
                  <a:lnTo>
                    <a:pt x="216592" y="216915"/>
                  </a:lnTo>
                  <a:lnTo>
                    <a:pt x="216277" y="216823"/>
                  </a:lnTo>
                  <a:lnTo>
                    <a:pt x="216110" y="216744"/>
                  </a:lnTo>
                  <a:lnTo>
                    <a:pt x="215849" y="216548"/>
                  </a:lnTo>
                  <a:lnTo>
                    <a:pt x="215456" y="216120"/>
                  </a:lnTo>
                  <a:lnTo>
                    <a:pt x="215235" y="216066"/>
                  </a:lnTo>
                  <a:lnTo>
                    <a:pt x="214972" y="216003"/>
                  </a:lnTo>
                  <a:lnTo>
                    <a:pt x="214615" y="215834"/>
                  </a:lnTo>
                  <a:lnTo>
                    <a:pt x="214261" y="215725"/>
                  </a:lnTo>
                  <a:lnTo>
                    <a:pt x="213923" y="215646"/>
                  </a:lnTo>
                  <a:lnTo>
                    <a:pt x="213499" y="215522"/>
                  </a:lnTo>
                  <a:lnTo>
                    <a:pt x="213301" y="215399"/>
                  </a:lnTo>
                  <a:lnTo>
                    <a:pt x="213064" y="214500"/>
                  </a:lnTo>
                  <a:lnTo>
                    <a:pt x="213018" y="214229"/>
                  </a:lnTo>
                  <a:lnTo>
                    <a:pt x="212990" y="214066"/>
                  </a:lnTo>
                  <a:lnTo>
                    <a:pt x="212811" y="213622"/>
                  </a:lnTo>
                  <a:lnTo>
                    <a:pt x="212694" y="213480"/>
                  </a:lnTo>
                  <a:lnTo>
                    <a:pt x="212557" y="213324"/>
                  </a:lnTo>
                  <a:lnTo>
                    <a:pt x="212410" y="213126"/>
                  </a:lnTo>
                  <a:lnTo>
                    <a:pt x="212254" y="212839"/>
                  </a:lnTo>
                  <a:lnTo>
                    <a:pt x="212176" y="212668"/>
                  </a:lnTo>
                  <a:lnTo>
                    <a:pt x="212098" y="212421"/>
                  </a:lnTo>
                  <a:lnTo>
                    <a:pt x="212132" y="212135"/>
                  </a:lnTo>
                  <a:lnTo>
                    <a:pt x="212208" y="211973"/>
                  </a:lnTo>
                  <a:lnTo>
                    <a:pt x="212394" y="211495"/>
                  </a:lnTo>
                  <a:lnTo>
                    <a:pt x="212657" y="210819"/>
                  </a:lnTo>
                  <a:lnTo>
                    <a:pt x="212944" y="210262"/>
                  </a:lnTo>
                  <a:lnTo>
                    <a:pt x="213219" y="209878"/>
                  </a:lnTo>
                  <a:lnTo>
                    <a:pt x="213238" y="209662"/>
                  </a:lnTo>
                  <a:lnTo>
                    <a:pt x="213225" y="209505"/>
                  </a:lnTo>
                  <a:lnTo>
                    <a:pt x="213113" y="209334"/>
                  </a:lnTo>
                  <a:lnTo>
                    <a:pt x="212773" y="209216"/>
                  </a:lnTo>
                  <a:lnTo>
                    <a:pt x="212532" y="209272"/>
                  </a:lnTo>
                  <a:lnTo>
                    <a:pt x="212150" y="209797"/>
                  </a:lnTo>
                  <a:lnTo>
                    <a:pt x="212059" y="210031"/>
                  </a:lnTo>
                  <a:lnTo>
                    <a:pt x="211576" y="210416"/>
                  </a:lnTo>
                  <a:lnTo>
                    <a:pt x="211442" y="210387"/>
                  </a:lnTo>
                  <a:lnTo>
                    <a:pt x="211235" y="210282"/>
                  </a:lnTo>
                  <a:lnTo>
                    <a:pt x="210852" y="210122"/>
                  </a:lnTo>
                  <a:lnTo>
                    <a:pt x="210828" y="209994"/>
                  </a:lnTo>
                  <a:lnTo>
                    <a:pt x="210830" y="209709"/>
                  </a:lnTo>
                  <a:lnTo>
                    <a:pt x="210894" y="209474"/>
                  </a:lnTo>
                  <a:lnTo>
                    <a:pt x="210959" y="209316"/>
                  </a:lnTo>
                  <a:lnTo>
                    <a:pt x="211305" y="209123"/>
                  </a:lnTo>
                  <a:lnTo>
                    <a:pt x="211553" y="208983"/>
                  </a:lnTo>
                  <a:lnTo>
                    <a:pt x="211706" y="208916"/>
                  </a:lnTo>
                  <a:lnTo>
                    <a:pt x="212033" y="208713"/>
                  </a:lnTo>
                  <a:lnTo>
                    <a:pt x="212335" y="208115"/>
                  </a:lnTo>
                  <a:lnTo>
                    <a:pt x="212206" y="207921"/>
                  </a:lnTo>
                  <a:lnTo>
                    <a:pt x="211946" y="207596"/>
                  </a:lnTo>
                  <a:lnTo>
                    <a:pt x="211596" y="207199"/>
                  </a:lnTo>
                  <a:lnTo>
                    <a:pt x="211460" y="207126"/>
                  </a:lnTo>
                  <a:lnTo>
                    <a:pt x="211222" y="207045"/>
                  </a:lnTo>
                  <a:lnTo>
                    <a:pt x="210952" y="206961"/>
                  </a:lnTo>
                  <a:lnTo>
                    <a:pt x="210806" y="206750"/>
                  </a:lnTo>
                  <a:lnTo>
                    <a:pt x="210650" y="206718"/>
                  </a:lnTo>
                  <a:lnTo>
                    <a:pt x="210195" y="206645"/>
                  </a:lnTo>
                  <a:lnTo>
                    <a:pt x="209707" y="206678"/>
                  </a:lnTo>
                  <a:lnTo>
                    <a:pt x="209501" y="206691"/>
                  </a:lnTo>
                  <a:lnTo>
                    <a:pt x="209292" y="206695"/>
                  </a:lnTo>
                  <a:lnTo>
                    <a:pt x="209145" y="206691"/>
                  </a:lnTo>
                  <a:lnTo>
                    <a:pt x="208807" y="206532"/>
                  </a:lnTo>
                  <a:lnTo>
                    <a:pt x="208739" y="206364"/>
                  </a:lnTo>
                  <a:lnTo>
                    <a:pt x="208773" y="206187"/>
                  </a:lnTo>
                  <a:lnTo>
                    <a:pt x="208923" y="205866"/>
                  </a:lnTo>
                  <a:lnTo>
                    <a:pt x="209427" y="205598"/>
                  </a:lnTo>
                  <a:lnTo>
                    <a:pt x="209565" y="205464"/>
                  </a:lnTo>
                  <a:lnTo>
                    <a:pt x="209679" y="205295"/>
                  </a:lnTo>
                  <a:lnTo>
                    <a:pt x="209890" y="204935"/>
                  </a:lnTo>
                  <a:lnTo>
                    <a:pt x="209986" y="204724"/>
                  </a:lnTo>
                  <a:lnTo>
                    <a:pt x="210056" y="204435"/>
                  </a:lnTo>
                  <a:lnTo>
                    <a:pt x="210030" y="204189"/>
                  </a:lnTo>
                  <a:lnTo>
                    <a:pt x="209912" y="203899"/>
                  </a:lnTo>
                  <a:lnTo>
                    <a:pt x="209760" y="203737"/>
                  </a:lnTo>
                  <a:lnTo>
                    <a:pt x="209557" y="203554"/>
                  </a:lnTo>
                  <a:lnTo>
                    <a:pt x="209456" y="203356"/>
                  </a:lnTo>
                  <a:lnTo>
                    <a:pt x="209305" y="203115"/>
                  </a:lnTo>
                  <a:lnTo>
                    <a:pt x="209174" y="203057"/>
                  </a:lnTo>
                  <a:lnTo>
                    <a:pt x="208941" y="203002"/>
                  </a:lnTo>
                  <a:lnTo>
                    <a:pt x="208802" y="202946"/>
                  </a:lnTo>
                  <a:lnTo>
                    <a:pt x="208527" y="202690"/>
                  </a:lnTo>
                  <a:lnTo>
                    <a:pt x="208487" y="202562"/>
                  </a:lnTo>
                  <a:lnTo>
                    <a:pt x="208464" y="202410"/>
                  </a:lnTo>
                  <a:lnTo>
                    <a:pt x="208206" y="202186"/>
                  </a:lnTo>
                  <a:lnTo>
                    <a:pt x="207893" y="201757"/>
                  </a:lnTo>
                  <a:lnTo>
                    <a:pt x="207756" y="201573"/>
                  </a:lnTo>
                  <a:lnTo>
                    <a:pt x="207432" y="201113"/>
                  </a:lnTo>
                  <a:lnTo>
                    <a:pt x="207257" y="200808"/>
                  </a:lnTo>
                  <a:lnTo>
                    <a:pt x="206876" y="200144"/>
                  </a:lnTo>
                  <a:lnTo>
                    <a:pt x="206662" y="199775"/>
                  </a:lnTo>
                  <a:lnTo>
                    <a:pt x="206393" y="199629"/>
                  </a:lnTo>
                  <a:lnTo>
                    <a:pt x="206155" y="199504"/>
                  </a:lnTo>
                  <a:lnTo>
                    <a:pt x="205892" y="199295"/>
                  </a:lnTo>
                  <a:lnTo>
                    <a:pt x="205697" y="199134"/>
                  </a:lnTo>
                  <a:lnTo>
                    <a:pt x="205552" y="198950"/>
                  </a:lnTo>
                  <a:lnTo>
                    <a:pt x="205388" y="198628"/>
                  </a:lnTo>
                  <a:lnTo>
                    <a:pt x="205176" y="198397"/>
                  </a:lnTo>
                  <a:lnTo>
                    <a:pt x="204806" y="198263"/>
                  </a:lnTo>
                  <a:lnTo>
                    <a:pt x="204590" y="198184"/>
                  </a:lnTo>
                  <a:lnTo>
                    <a:pt x="204237" y="198004"/>
                  </a:lnTo>
                  <a:lnTo>
                    <a:pt x="204503" y="197958"/>
                  </a:lnTo>
                  <a:lnTo>
                    <a:pt x="204665" y="197749"/>
                  </a:lnTo>
                  <a:lnTo>
                    <a:pt x="204951" y="197475"/>
                  </a:lnTo>
                  <a:lnTo>
                    <a:pt x="205779" y="197189"/>
                  </a:lnTo>
                  <a:lnTo>
                    <a:pt x="206324" y="197479"/>
                  </a:lnTo>
                  <a:lnTo>
                    <a:pt x="206381" y="197744"/>
                  </a:lnTo>
                  <a:lnTo>
                    <a:pt x="206500" y="197412"/>
                  </a:lnTo>
                  <a:lnTo>
                    <a:pt x="207028" y="197401"/>
                  </a:lnTo>
                  <a:lnTo>
                    <a:pt x="207103" y="197528"/>
                  </a:lnTo>
                  <a:lnTo>
                    <a:pt x="207042" y="197701"/>
                  </a:lnTo>
                  <a:lnTo>
                    <a:pt x="207468" y="197978"/>
                  </a:lnTo>
                  <a:lnTo>
                    <a:pt x="207963" y="198240"/>
                  </a:lnTo>
                  <a:lnTo>
                    <a:pt x="208196" y="198145"/>
                  </a:lnTo>
                  <a:lnTo>
                    <a:pt x="208345" y="198146"/>
                  </a:lnTo>
                  <a:lnTo>
                    <a:pt x="208577" y="198148"/>
                  </a:lnTo>
                  <a:lnTo>
                    <a:pt x="208741" y="198015"/>
                  </a:lnTo>
                  <a:lnTo>
                    <a:pt x="208511" y="197809"/>
                  </a:lnTo>
                  <a:lnTo>
                    <a:pt x="208879" y="197850"/>
                  </a:lnTo>
                  <a:lnTo>
                    <a:pt x="209026" y="197118"/>
                  </a:lnTo>
                  <a:lnTo>
                    <a:pt x="209301" y="197042"/>
                  </a:lnTo>
                  <a:lnTo>
                    <a:pt x="209317" y="197767"/>
                  </a:lnTo>
                  <a:lnTo>
                    <a:pt x="209529" y="198000"/>
                  </a:lnTo>
                  <a:lnTo>
                    <a:pt x="209796" y="197866"/>
                  </a:lnTo>
                  <a:lnTo>
                    <a:pt x="209649" y="197717"/>
                  </a:lnTo>
                  <a:lnTo>
                    <a:pt x="209694" y="197482"/>
                  </a:lnTo>
                  <a:lnTo>
                    <a:pt x="210045" y="196872"/>
                  </a:lnTo>
                  <a:lnTo>
                    <a:pt x="210548" y="196930"/>
                  </a:lnTo>
                  <a:lnTo>
                    <a:pt x="210624" y="197066"/>
                  </a:lnTo>
                  <a:lnTo>
                    <a:pt x="211122" y="197444"/>
                  </a:lnTo>
                  <a:lnTo>
                    <a:pt x="211393" y="197195"/>
                  </a:lnTo>
                  <a:lnTo>
                    <a:pt x="211549" y="197051"/>
                  </a:lnTo>
                  <a:lnTo>
                    <a:pt x="211729" y="196636"/>
                  </a:lnTo>
                  <a:lnTo>
                    <a:pt x="212142" y="196703"/>
                  </a:lnTo>
                  <a:lnTo>
                    <a:pt x="212265" y="197001"/>
                  </a:lnTo>
                  <a:lnTo>
                    <a:pt x="211976" y="197201"/>
                  </a:lnTo>
                  <a:lnTo>
                    <a:pt x="211852" y="197789"/>
                  </a:lnTo>
                  <a:lnTo>
                    <a:pt x="212023" y="197985"/>
                  </a:lnTo>
                  <a:lnTo>
                    <a:pt x="212465" y="197428"/>
                  </a:lnTo>
                  <a:lnTo>
                    <a:pt x="212871" y="197390"/>
                  </a:lnTo>
                  <a:lnTo>
                    <a:pt x="212990" y="197559"/>
                  </a:lnTo>
                  <a:lnTo>
                    <a:pt x="213500" y="197703"/>
                  </a:lnTo>
                  <a:lnTo>
                    <a:pt x="213914" y="197435"/>
                  </a:lnTo>
                  <a:lnTo>
                    <a:pt x="213980" y="197605"/>
                  </a:lnTo>
                  <a:lnTo>
                    <a:pt x="214002" y="197776"/>
                  </a:lnTo>
                  <a:lnTo>
                    <a:pt x="214268" y="197905"/>
                  </a:lnTo>
                  <a:lnTo>
                    <a:pt x="214472" y="197878"/>
                  </a:lnTo>
                  <a:lnTo>
                    <a:pt x="214748" y="197629"/>
                  </a:lnTo>
                  <a:lnTo>
                    <a:pt x="215348" y="197820"/>
                  </a:lnTo>
                  <a:lnTo>
                    <a:pt x="215392" y="197552"/>
                  </a:lnTo>
                  <a:lnTo>
                    <a:pt x="215585" y="196370"/>
                  </a:lnTo>
                  <a:lnTo>
                    <a:pt x="215619" y="196120"/>
                  </a:lnTo>
                  <a:lnTo>
                    <a:pt x="215654" y="195653"/>
                  </a:lnTo>
                  <a:lnTo>
                    <a:pt x="215720" y="195462"/>
                  </a:lnTo>
                  <a:lnTo>
                    <a:pt x="215947" y="194805"/>
                  </a:lnTo>
                  <a:lnTo>
                    <a:pt x="216224" y="194578"/>
                  </a:lnTo>
                  <a:lnTo>
                    <a:pt x="216482" y="194286"/>
                  </a:lnTo>
                  <a:lnTo>
                    <a:pt x="216710" y="193743"/>
                  </a:lnTo>
                  <a:lnTo>
                    <a:pt x="216731" y="193572"/>
                  </a:lnTo>
                  <a:lnTo>
                    <a:pt x="216752" y="193406"/>
                  </a:lnTo>
                  <a:lnTo>
                    <a:pt x="216800" y="193176"/>
                  </a:lnTo>
                  <a:lnTo>
                    <a:pt x="216875" y="192816"/>
                  </a:lnTo>
                  <a:lnTo>
                    <a:pt x="217033" y="192780"/>
                  </a:lnTo>
                  <a:lnTo>
                    <a:pt x="217168" y="192634"/>
                  </a:lnTo>
                  <a:lnTo>
                    <a:pt x="217281" y="192381"/>
                  </a:lnTo>
                  <a:lnTo>
                    <a:pt x="217403" y="192175"/>
                  </a:lnTo>
                  <a:lnTo>
                    <a:pt x="217913" y="192338"/>
                  </a:lnTo>
                  <a:lnTo>
                    <a:pt x="218396" y="192610"/>
                  </a:lnTo>
                  <a:lnTo>
                    <a:pt x="218640" y="192833"/>
                  </a:lnTo>
                  <a:lnTo>
                    <a:pt x="218853" y="192786"/>
                  </a:lnTo>
                  <a:lnTo>
                    <a:pt x="219357" y="192699"/>
                  </a:lnTo>
                  <a:lnTo>
                    <a:pt x="219616" y="192744"/>
                  </a:lnTo>
                  <a:lnTo>
                    <a:pt x="219760" y="192754"/>
                  </a:lnTo>
                  <a:lnTo>
                    <a:pt x="220248" y="192472"/>
                  </a:lnTo>
                  <a:lnTo>
                    <a:pt x="220732" y="192282"/>
                  </a:lnTo>
                  <a:lnTo>
                    <a:pt x="220966" y="192274"/>
                  </a:lnTo>
                  <a:lnTo>
                    <a:pt x="221220" y="192218"/>
                  </a:lnTo>
                  <a:lnTo>
                    <a:pt x="221480" y="192158"/>
                  </a:lnTo>
                  <a:lnTo>
                    <a:pt x="222118" y="192184"/>
                  </a:lnTo>
                  <a:lnTo>
                    <a:pt x="222248" y="192142"/>
                  </a:lnTo>
                  <a:lnTo>
                    <a:pt x="222607" y="192082"/>
                  </a:lnTo>
                  <a:lnTo>
                    <a:pt x="222856" y="191807"/>
                  </a:lnTo>
                  <a:lnTo>
                    <a:pt x="222980" y="191581"/>
                  </a:lnTo>
                  <a:lnTo>
                    <a:pt x="223582" y="191454"/>
                  </a:lnTo>
                  <a:lnTo>
                    <a:pt x="223908" y="191558"/>
                  </a:lnTo>
                  <a:lnTo>
                    <a:pt x="224044" y="191515"/>
                  </a:lnTo>
                  <a:lnTo>
                    <a:pt x="224496" y="191488"/>
                  </a:lnTo>
                  <a:lnTo>
                    <a:pt x="224739" y="191533"/>
                  </a:lnTo>
                  <a:lnTo>
                    <a:pt x="225045" y="191751"/>
                  </a:lnTo>
                  <a:lnTo>
                    <a:pt x="225342" y="192014"/>
                  </a:lnTo>
                  <a:lnTo>
                    <a:pt x="225719" y="192095"/>
                  </a:lnTo>
                  <a:lnTo>
                    <a:pt x="225871" y="192127"/>
                  </a:lnTo>
                  <a:lnTo>
                    <a:pt x="226230" y="192297"/>
                  </a:lnTo>
                  <a:lnTo>
                    <a:pt x="226358" y="192494"/>
                  </a:lnTo>
                  <a:lnTo>
                    <a:pt x="226565" y="192730"/>
                  </a:lnTo>
                  <a:lnTo>
                    <a:pt x="226693" y="192442"/>
                  </a:lnTo>
                  <a:lnTo>
                    <a:pt x="226672" y="191983"/>
                  </a:lnTo>
                  <a:lnTo>
                    <a:pt x="226991" y="191895"/>
                  </a:lnTo>
                  <a:lnTo>
                    <a:pt x="227002" y="191492"/>
                  </a:lnTo>
                  <a:lnTo>
                    <a:pt x="226819" y="191257"/>
                  </a:lnTo>
                  <a:lnTo>
                    <a:pt x="226895" y="190852"/>
                  </a:lnTo>
                  <a:lnTo>
                    <a:pt x="226480" y="190635"/>
                  </a:lnTo>
                  <a:lnTo>
                    <a:pt x="225959" y="190871"/>
                  </a:lnTo>
                  <a:lnTo>
                    <a:pt x="225826" y="190496"/>
                  </a:lnTo>
                  <a:lnTo>
                    <a:pt x="225740" y="190224"/>
                  </a:lnTo>
                  <a:lnTo>
                    <a:pt x="225363" y="189930"/>
                  </a:lnTo>
                  <a:lnTo>
                    <a:pt x="225213" y="189864"/>
                  </a:lnTo>
                  <a:lnTo>
                    <a:pt x="224893" y="189732"/>
                  </a:lnTo>
                  <a:lnTo>
                    <a:pt x="224740" y="189676"/>
                  </a:lnTo>
                  <a:lnTo>
                    <a:pt x="224463" y="189457"/>
                  </a:lnTo>
                  <a:lnTo>
                    <a:pt x="224166" y="189033"/>
                  </a:lnTo>
                  <a:lnTo>
                    <a:pt x="224647" y="189000"/>
                  </a:lnTo>
                  <a:lnTo>
                    <a:pt x="224791" y="188924"/>
                  </a:lnTo>
                  <a:lnTo>
                    <a:pt x="224824" y="188769"/>
                  </a:lnTo>
                  <a:lnTo>
                    <a:pt x="225367" y="188582"/>
                  </a:lnTo>
                  <a:lnTo>
                    <a:pt x="225569" y="188453"/>
                  </a:lnTo>
                  <a:lnTo>
                    <a:pt x="226112" y="188235"/>
                  </a:lnTo>
                  <a:lnTo>
                    <a:pt x="226266" y="187983"/>
                  </a:lnTo>
                  <a:lnTo>
                    <a:pt x="226810" y="187088"/>
                  </a:lnTo>
                  <a:lnTo>
                    <a:pt x="227356" y="187129"/>
                  </a:lnTo>
                  <a:lnTo>
                    <a:pt x="227877" y="186814"/>
                  </a:lnTo>
                  <a:lnTo>
                    <a:pt x="228375" y="186765"/>
                  </a:lnTo>
                  <a:lnTo>
                    <a:pt x="228376" y="186471"/>
                  </a:lnTo>
                  <a:lnTo>
                    <a:pt x="228422" y="186133"/>
                  </a:lnTo>
                  <a:lnTo>
                    <a:pt x="228691" y="186066"/>
                  </a:lnTo>
                  <a:lnTo>
                    <a:pt x="228883" y="186018"/>
                  </a:lnTo>
                  <a:lnTo>
                    <a:pt x="229061" y="185995"/>
                  </a:lnTo>
                  <a:lnTo>
                    <a:pt x="229149" y="185763"/>
                  </a:lnTo>
                  <a:lnTo>
                    <a:pt x="229589" y="185353"/>
                  </a:lnTo>
                  <a:lnTo>
                    <a:pt x="229833" y="184883"/>
                  </a:lnTo>
                  <a:lnTo>
                    <a:pt x="230170" y="185011"/>
                  </a:lnTo>
                  <a:lnTo>
                    <a:pt x="230301" y="184988"/>
                  </a:lnTo>
                  <a:lnTo>
                    <a:pt x="230531" y="184873"/>
                  </a:lnTo>
                  <a:lnTo>
                    <a:pt x="231009" y="184868"/>
                  </a:lnTo>
                  <a:lnTo>
                    <a:pt x="231583" y="184882"/>
                  </a:lnTo>
                  <a:lnTo>
                    <a:pt x="231870" y="184844"/>
                  </a:lnTo>
                  <a:lnTo>
                    <a:pt x="232037" y="184050"/>
                  </a:lnTo>
                  <a:lnTo>
                    <a:pt x="232410" y="183700"/>
                  </a:lnTo>
                  <a:lnTo>
                    <a:pt x="232535" y="183416"/>
                  </a:lnTo>
                  <a:lnTo>
                    <a:pt x="232558" y="183288"/>
                  </a:lnTo>
                  <a:lnTo>
                    <a:pt x="232690" y="183132"/>
                  </a:lnTo>
                  <a:lnTo>
                    <a:pt x="232881" y="183109"/>
                  </a:lnTo>
                  <a:lnTo>
                    <a:pt x="233358" y="183096"/>
                  </a:lnTo>
                  <a:lnTo>
                    <a:pt x="234190" y="183071"/>
                  </a:lnTo>
                  <a:lnTo>
                    <a:pt x="234636" y="183276"/>
                  </a:lnTo>
                  <a:lnTo>
                    <a:pt x="235195" y="183210"/>
                  </a:lnTo>
                  <a:lnTo>
                    <a:pt x="235178" y="182981"/>
                  </a:lnTo>
                  <a:lnTo>
                    <a:pt x="235537" y="182613"/>
                  </a:lnTo>
                  <a:lnTo>
                    <a:pt x="235376" y="181627"/>
                  </a:lnTo>
                  <a:lnTo>
                    <a:pt x="235916" y="181311"/>
                  </a:lnTo>
                  <a:lnTo>
                    <a:pt x="236235" y="181199"/>
                  </a:lnTo>
                  <a:lnTo>
                    <a:pt x="237652" y="181213"/>
                  </a:lnTo>
                  <a:lnTo>
                    <a:pt x="237828" y="181315"/>
                  </a:lnTo>
                  <a:lnTo>
                    <a:pt x="238098" y="181482"/>
                  </a:lnTo>
                  <a:lnTo>
                    <a:pt x="238778" y="181744"/>
                  </a:lnTo>
                  <a:lnTo>
                    <a:pt x="239131" y="181895"/>
                  </a:lnTo>
                  <a:lnTo>
                    <a:pt x="239256" y="182646"/>
                  </a:lnTo>
                  <a:lnTo>
                    <a:pt x="239497" y="182763"/>
                  </a:lnTo>
                  <a:close/>
                </a:path>
              </a:pathLst>
            </a:custGeom>
            <a:solidFill>
              <a:srgbClr val="6E9AC8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9089133" y="2222000"/>
              <a:ext cx="183140" cy="182880"/>
            </a:xfrm>
            <a:custGeom>
              <a:avLst/>
              <a:pathLst>
                <a:path w="183140" h="182880">
                  <a:moveTo>
                    <a:pt x="182879" y="182880"/>
                  </a:moveTo>
                  <a:lnTo>
                    <a:pt x="183140" y="182670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9062595" y="2218841"/>
              <a:ext cx="183458" cy="183077"/>
            </a:xfrm>
            <a:custGeom>
              <a:avLst/>
              <a:pathLst>
                <a:path w="183458" h="183077">
                  <a:moveTo>
                    <a:pt x="182879" y="182880"/>
                  </a:moveTo>
                  <a:lnTo>
                    <a:pt x="182875" y="183077"/>
                  </a:lnTo>
                  <a:lnTo>
                    <a:pt x="182592" y="182894"/>
                  </a:lnTo>
                  <a:lnTo>
                    <a:pt x="182530" y="182699"/>
                  </a:lnTo>
                  <a:lnTo>
                    <a:pt x="182500" y="182540"/>
                  </a:lnTo>
                  <a:lnTo>
                    <a:pt x="182427" y="182251"/>
                  </a:lnTo>
                  <a:lnTo>
                    <a:pt x="182077" y="181777"/>
                  </a:lnTo>
                  <a:lnTo>
                    <a:pt x="182256" y="181710"/>
                  </a:lnTo>
                  <a:lnTo>
                    <a:pt x="182517" y="181664"/>
                  </a:lnTo>
                  <a:lnTo>
                    <a:pt x="182942" y="181534"/>
                  </a:lnTo>
                  <a:lnTo>
                    <a:pt x="183354" y="181473"/>
                  </a:lnTo>
                  <a:lnTo>
                    <a:pt x="183458" y="182291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9070773" y="2215975"/>
              <a:ext cx="182879" cy="182886"/>
            </a:xfrm>
            <a:custGeom>
              <a:avLst/>
              <a:pathLst>
                <a:path w="182879" h="182886">
                  <a:moveTo>
                    <a:pt x="182879" y="182880"/>
                  </a:moveTo>
                  <a:lnTo>
                    <a:pt x="182346" y="182886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9073229" y="2215523"/>
              <a:ext cx="182879" cy="183617"/>
            </a:xfrm>
            <a:custGeom>
              <a:avLst/>
              <a:pathLst>
                <a:path w="182879" h="183617">
                  <a:moveTo>
                    <a:pt x="182879" y="182880"/>
                  </a:moveTo>
                  <a:lnTo>
                    <a:pt x="182639" y="183528"/>
                  </a:lnTo>
                  <a:lnTo>
                    <a:pt x="182523" y="18361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9066402" y="2215541"/>
              <a:ext cx="182879" cy="183104"/>
            </a:xfrm>
            <a:custGeom>
              <a:avLst/>
              <a:pathLst>
                <a:path w="182879" h="183104">
                  <a:moveTo>
                    <a:pt x="182879" y="182880"/>
                  </a:moveTo>
                  <a:lnTo>
                    <a:pt x="182595" y="183104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9065927" y="221520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9066773" y="2210289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9065776" y="2209172"/>
              <a:ext cx="183101" cy="184610"/>
            </a:xfrm>
            <a:custGeom>
              <a:avLst/>
              <a:pathLst>
                <a:path w="183101" h="184610">
                  <a:moveTo>
                    <a:pt x="182879" y="182880"/>
                  </a:moveTo>
                  <a:lnTo>
                    <a:pt x="182998" y="183061"/>
                  </a:lnTo>
                  <a:lnTo>
                    <a:pt x="183061" y="183453"/>
                  </a:lnTo>
                  <a:lnTo>
                    <a:pt x="183058" y="183644"/>
                  </a:lnTo>
                  <a:lnTo>
                    <a:pt x="183039" y="184481"/>
                  </a:lnTo>
                  <a:lnTo>
                    <a:pt x="183101" y="184610"/>
                  </a:lnTo>
                  <a:lnTo>
                    <a:pt x="182475" y="184135"/>
                  </a:lnTo>
                  <a:lnTo>
                    <a:pt x="182454" y="183761"/>
                  </a:lnTo>
                  <a:lnTo>
                    <a:pt x="182434" y="183560"/>
                  </a:lnTo>
                  <a:lnTo>
                    <a:pt x="182507" y="183060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9057866" y="2208354"/>
              <a:ext cx="183393" cy="183331"/>
            </a:xfrm>
            <a:custGeom>
              <a:avLst/>
              <a:pathLst>
                <a:path w="183393" h="183331">
                  <a:moveTo>
                    <a:pt x="182879" y="182880"/>
                  </a:moveTo>
                  <a:lnTo>
                    <a:pt x="182969" y="182757"/>
                  </a:lnTo>
                  <a:lnTo>
                    <a:pt x="183393" y="183055"/>
                  </a:lnTo>
                  <a:lnTo>
                    <a:pt x="183135" y="183331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9066570" y="2204589"/>
              <a:ext cx="183297" cy="182880"/>
            </a:xfrm>
            <a:custGeom>
              <a:avLst/>
              <a:pathLst>
                <a:path w="183297" h="182880">
                  <a:moveTo>
                    <a:pt x="182879" y="182880"/>
                  </a:moveTo>
                  <a:lnTo>
                    <a:pt x="182913" y="182567"/>
                  </a:lnTo>
                  <a:lnTo>
                    <a:pt x="183297" y="182400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9090540" y="2203358"/>
              <a:ext cx="183363" cy="185416"/>
            </a:xfrm>
            <a:custGeom>
              <a:avLst/>
              <a:pathLst>
                <a:path w="183363" h="185416">
                  <a:moveTo>
                    <a:pt x="182879" y="182880"/>
                  </a:moveTo>
                  <a:lnTo>
                    <a:pt x="182599" y="183101"/>
                  </a:lnTo>
                  <a:lnTo>
                    <a:pt x="182175" y="183425"/>
                  </a:lnTo>
                  <a:lnTo>
                    <a:pt x="182306" y="183712"/>
                  </a:lnTo>
                  <a:lnTo>
                    <a:pt x="182090" y="183857"/>
                  </a:lnTo>
                  <a:lnTo>
                    <a:pt x="181961" y="183850"/>
                  </a:lnTo>
                  <a:lnTo>
                    <a:pt x="181785" y="183932"/>
                  </a:lnTo>
                  <a:lnTo>
                    <a:pt x="182041" y="184059"/>
                  </a:lnTo>
                  <a:lnTo>
                    <a:pt x="181806" y="184473"/>
                  </a:lnTo>
                  <a:lnTo>
                    <a:pt x="181768" y="184269"/>
                  </a:lnTo>
                  <a:lnTo>
                    <a:pt x="180787" y="184285"/>
                  </a:lnTo>
                  <a:lnTo>
                    <a:pt x="180361" y="184670"/>
                  </a:lnTo>
                  <a:lnTo>
                    <a:pt x="180328" y="185041"/>
                  </a:lnTo>
                  <a:lnTo>
                    <a:pt x="180352" y="185202"/>
                  </a:lnTo>
                  <a:lnTo>
                    <a:pt x="180311" y="185416"/>
                  </a:lnTo>
                  <a:lnTo>
                    <a:pt x="179902" y="185384"/>
                  </a:lnTo>
                  <a:lnTo>
                    <a:pt x="179965" y="185144"/>
                  </a:lnTo>
                  <a:lnTo>
                    <a:pt x="179830" y="185010"/>
                  </a:lnTo>
                  <a:lnTo>
                    <a:pt x="179719" y="185150"/>
                  </a:lnTo>
                  <a:lnTo>
                    <a:pt x="179353" y="185008"/>
                  </a:lnTo>
                  <a:lnTo>
                    <a:pt x="179488" y="184754"/>
                  </a:lnTo>
                  <a:lnTo>
                    <a:pt x="179694" y="184533"/>
                  </a:lnTo>
                  <a:lnTo>
                    <a:pt x="179994" y="184215"/>
                  </a:lnTo>
                  <a:lnTo>
                    <a:pt x="180476" y="183867"/>
                  </a:lnTo>
                  <a:lnTo>
                    <a:pt x="180680" y="183764"/>
                  </a:lnTo>
                  <a:lnTo>
                    <a:pt x="181168" y="183430"/>
                  </a:lnTo>
                  <a:lnTo>
                    <a:pt x="181539" y="183138"/>
                  </a:lnTo>
                  <a:lnTo>
                    <a:pt x="181828" y="182935"/>
                  </a:lnTo>
                  <a:lnTo>
                    <a:pt x="181996" y="182827"/>
                  </a:lnTo>
                  <a:lnTo>
                    <a:pt x="182165" y="182713"/>
                  </a:lnTo>
                  <a:lnTo>
                    <a:pt x="182565" y="182379"/>
                  </a:lnTo>
                  <a:lnTo>
                    <a:pt x="182808" y="182306"/>
                  </a:lnTo>
                  <a:lnTo>
                    <a:pt x="183050" y="182396"/>
                  </a:lnTo>
                  <a:lnTo>
                    <a:pt x="183363" y="182705"/>
                  </a:lnTo>
                  <a:lnTo>
                    <a:pt x="183224" y="18286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9072239" y="2199093"/>
              <a:ext cx="184488" cy="187073"/>
            </a:xfrm>
            <a:custGeom>
              <a:avLst/>
              <a:pathLst>
                <a:path w="184488" h="187073">
                  <a:moveTo>
                    <a:pt x="182879" y="182880"/>
                  </a:moveTo>
                  <a:lnTo>
                    <a:pt x="183235" y="183388"/>
                  </a:lnTo>
                  <a:lnTo>
                    <a:pt x="183641" y="183021"/>
                  </a:lnTo>
                  <a:lnTo>
                    <a:pt x="183796" y="183294"/>
                  </a:lnTo>
                  <a:lnTo>
                    <a:pt x="183972" y="183729"/>
                  </a:lnTo>
                  <a:lnTo>
                    <a:pt x="183921" y="184128"/>
                  </a:lnTo>
                  <a:lnTo>
                    <a:pt x="184488" y="184806"/>
                  </a:lnTo>
                  <a:lnTo>
                    <a:pt x="184443" y="185052"/>
                  </a:lnTo>
                  <a:lnTo>
                    <a:pt x="184122" y="185141"/>
                  </a:lnTo>
                  <a:lnTo>
                    <a:pt x="183752" y="184816"/>
                  </a:lnTo>
                  <a:lnTo>
                    <a:pt x="182195" y="184996"/>
                  </a:lnTo>
                  <a:lnTo>
                    <a:pt x="181646" y="185494"/>
                  </a:lnTo>
                  <a:lnTo>
                    <a:pt x="181387" y="185674"/>
                  </a:lnTo>
                  <a:lnTo>
                    <a:pt x="180829" y="186874"/>
                  </a:lnTo>
                  <a:lnTo>
                    <a:pt x="180339" y="187073"/>
                  </a:lnTo>
                  <a:lnTo>
                    <a:pt x="178596" y="186496"/>
                  </a:lnTo>
                  <a:lnTo>
                    <a:pt x="178520" y="186180"/>
                  </a:lnTo>
                  <a:lnTo>
                    <a:pt x="178074" y="185464"/>
                  </a:lnTo>
                  <a:lnTo>
                    <a:pt x="178323" y="185126"/>
                  </a:lnTo>
                  <a:lnTo>
                    <a:pt x="179302" y="186457"/>
                  </a:lnTo>
                  <a:lnTo>
                    <a:pt x="179636" y="186588"/>
                  </a:lnTo>
                  <a:lnTo>
                    <a:pt x="179762" y="186129"/>
                  </a:lnTo>
                  <a:lnTo>
                    <a:pt x="180036" y="186194"/>
                  </a:lnTo>
                  <a:lnTo>
                    <a:pt x="180333" y="186416"/>
                  </a:lnTo>
                  <a:lnTo>
                    <a:pt x="180469" y="185840"/>
                  </a:lnTo>
                  <a:lnTo>
                    <a:pt x="180630" y="185752"/>
                  </a:lnTo>
                  <a:lnTo>
                    <a:pt x="179803" y="185366"/>
                  </a:lnTo>
                  <a:lnTo>
                    <a:pt x="179498" y="185413"/>
                  </a:lnTo>
                  <a:lnTo>
                    <a:pt x="179163" y="185419"/>
                  </a:lnTo>
                  <a:lnTo>
                    <a:pt x="178898" y="185283"/>
                  </a:lnTo>
                  <a:lnTo>
                    <a:pt x="179120" y="185031"/>
                  </a:lnTo>
                  <a:lnTo>
                    <a:pt x="179336" y="185101"/>
                  </a:lnTo>
                  <a:lnTo>
                    <a:pt x="179468" y="185054"/>
                  </a:lnTo>
                  <a:lnTo>
                    <a:pt x="179408" y="184411"/>
                  </a:lnTo>
                  <a:lnTo>
                    <a:pt x="179040" y="184676"/>
                  </a:lnTo>
                  <a:lnTo>
                    <a:pt x="178811" y="184545"/>
                  </a:lnTo>
                  <a:lnTo>
                    <a:pt x="178907" y="184355"/>
                  </a:lnTo>
                  <a:lnTo>
                    <a:pt x="179016" y="183856"/>
                  </a:lnTo>
                  <a:lnTo>
                    <a:pt x="178879" y="183574"/>
                  </a:lnTo>
                  <a:lnTo>
                    <a:pt x="179221" y="183572"/>
                  </a:lnTo>
                  <a:lnTo>
                    <a:pt x="179516" y="183533"/>
                  </a:lnTo>
                  <a:lnTo>
                    <a:pt x="179757" y="183675"/>
                  </a:lnTo>
                  <a:lnTo>
                    <a:pt x="179766" y="183837"/>
                  </a:lnTo>
                  <a:lnTo>
                    <a:pt x="180067" y="184202"/>
                  </a:lnTo>
                  <a:lnTo>
                    <a:pt x="180264" y="184158"/>
                  </a:lnTo>
                  <a:lnTo>
                    <a:pt x="180450" y="183875"/>
                  </a:lnTo>
                  <a:lnTo>
                    <a:pt x="180617" y="183608"/>
                  </a:lnTo>
                  <a:lnTo>
                    <a:pt x="180802" y="183517"/>
                  </a:lnTo>
                  <a:lnTo>
                    <a:pt x="180834" y="183168"/>
                  </a:lnTo>
                  <a:lnTo>
                    <a:pt x="180746" y="182590"/>
                  </a:lnTo>
                  <a:lnTo>
                    <a:pt x="181043" y="182601"/>
                  </a:lnTo>
                  <a:lnTo>
                    <a:pt x="181592" y="182847"/>
                  </a:lnTo>
                  <a:lnTo>
                    <a:pt x="181554" y="183308"/>
                  </a:lnTo>
                  <a:lnTo>
                    <a:pt x="181544" y="183512"/>
                  </a:lnTo>
                  <a:lnTo>
                    <a:pt x="181850" y="183613"/>
                  </a:lnTo>
                  <a:lnTo>
                    <a:pt x="181920" y="183063"/>
                  </a:lnTo>
                  <a:lnTo>
                    <a:pt x="182132" y="183311"/>
                  </a:lnTo>
                  <a:lnTo>
                    <a:pt x="182566" y="182731"/>
                  </a:lnTo>
                  <a:lnTo>
                    <a:pt x="182692" y="182387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9067150" y="2197198"/>
              <a:ext cx="183120" cy="186504"/>
            </a:xfrm>
            <a:custGeom>
              <a:avLst/>
              <a:pathLst>
                <a:path w="183120" h="186504">
                  <a:moveTo>
                    <a:pt x="182879" y="182880"/>
                  </a:moveTo>
                  <a:lnTo>
                    <a:pt x="183120" y="182930"/>
                  </a:lnTo>
                  <a:lnTo>
                    <a:pt x="182527" y="183285"/>
                  </a:lnTo>
                  <a:lnTo>
                    <a:pt x="182056" y="183474"/>
                  </a:lnTo>
                  <a:lnTo>
                    <a:pt x="182217" y="183754"/>
                  </a:lnTo>
                  <a:lnTo>
                    <a:pt x="181822" y="185760"/>
                  </a:lnTo>
                  <a:lnTo>
                    <a:pt x="181841" y="185925"/>
                  </a:lnTo>
                  <a:lnTo>
                    <a:pt x="181954" y="186504"/>
                  </a:lnTo>
                  <a:lnTo>
                    <a:pt x="181507" y="186385"/>
                  </a:lnTo>
                  <a:lnTo>
                    <a:pt x="180627" y="185985"/>
                  </a:lnTo>
                  <a:lnTo>
                    <a:pt x="181146" y="186152"/>
                  </a:lnTo>
                  <a:lnTo>
                    <a:pt x="181346" y="185973"/>
                  </a:lnTo>
                  <a:lnTo>
                    <a:pt x="181481" y="185699"/>
                  </a:lnTo>
                  <a:lnTo>
                    <a:pt x="180995" y="185006"/>
                  </a:lnTo>
                  <a:lnTo>
                    <a:pt x="181629" y="184046"/>
                  </a:lnTo>
                  <a:lnTo>
                    <a:pt x="181639" y="183009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9069637" y="2195592"/>
              <a:ext cx="183528" cy="185195"/>
            </a:xfrm>
            <a:custGeom>
              <a:avLst/>
              <a:pathLst>
                <a:path w="183528" h="185195">
                  <a:moveTo>
                    <a:pt x="182879" y="182880"/>
                  </a:moveTo>
                  <a:lnTo>
                    <a:pt x="183083" y="182890"/>
                  </a:lnTo>
                  <a:lnTo>
                    <a:pt x="183256" y="183022"/>
                  </a:lnTo>
                  <a:lnTo>
                    <a:pt x="183359" y="183302"/>
                  </a:lnTo>
                  <a:lnTo>
                    <a:pt x="183528" y="184033"/>
                  </a:lnTo>
                  <a:lnTo>
                    <a:pt x="182987" y="184457"/>
                  </a:lnTo>
                  <a:lnTo>
                    <a:pt x="183200" y="184980"/>
                  </a:lnTo>
                  <a:lnTo>
                    <a:pt x="183196" y="185195"/>
                  </a:lnTo>
                  <a:lnTo>
                    <a:pt x="182638" y="185147"/>
                  </a:lnTo>
                  <a:lnTo>
                    <a:pt x="182920" y="184647"/>
                  </a:lnTo>
                  <a:lnTo>
                    <a:pt x="182840" y="184363"/>
                  </a:lnTo>
                  <a:lnTo>
                    <a:pt x="182531" y="184001"/>
                  </a:lnTo>
                  <a:lnTo>
                    <a:pt x="182381" y="183679"/>
                  </a:lnTo>
                  <a:lnTo>
                    <a:pt x="182362" y="183548"/>
                  </a:lnTo>
                  <a:lnTo>
                    <a:pt x="182145" y="183335"/>
                  </a:lnTo>
                  <a:lnTo>
                    <a:pt x="181502" y="183829"/>
                  </a:lnTo>
                  <a:lnTo>
                    <a:pt x="181334" y="183668"/>
                  </a:lnTo>
                  <a:lnTo>
                    <a:pt x="181006" y="183328"/>
                  </a:lnTo>
                  <a:lnTo>
                    <a:pt x="181198" y="183036"/>
                  </a:lnTo>
                  <a:lnTo>
                    <a:pt x="181746" y="182889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9066423" y="219667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750" y="182629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9070312" y="2192242"/>
              <a:ext cx="183256" cy="182880"/>
            </a:xfrm>
            <a:custGeom>
              <a:avLst/>
              <a:pathLst>
                <a:path w="183256" h="182880">
                  <a:moveTo>
                    <a:pt x="182879" y="182880"/>
                  </a:moveTo>
                  <a:lnTo>
                    <a:pt x="182547" y="182721"/>
                  </a:lnTo>
                  <a:lnTo>
                    <a:pt x="182929" y="182200"/>
                  </a:lnTo>
                  <a:lnTo>
                    <a:pt x="183256" y="182856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9155848" y="2279278"/>
              <a:ext cx="182918" cy="182880"/>
            </a:xfrm>
            <a:custGeom>
              <a:avLst/>
              <a:pathLst>
                <a:path w="182918" h="182880">
                  <a:moveTo>
                    <a:pt x="182879" y="182880"/>
                  </a:moveTo>
                  <a:lnTo>
                    <a:pt x="182562" y="182539"/>
                  </a:lnTo>
                  <a:lnTo>
                    <a:pt x="182918" y="182640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9151856" y="2272710"/>
              <a:ext cx="186319" cy="186645"/>
            </a:xfrm>
            <a:custGeom>
              <a:avLst/>
              <a:pathLst>
                <a:path w="186319" h="186645">
                  <a:moveTo>
                    <a:pt x="182879" y="182880"/>
                  </a:moveTo>
                  <a:lnTo>
                    <a:pt x="183140" y="182809"/>
                  </a:lnTo>
                  <a:lnTo>
                    <a:pt x="183546" y="182855"/>
                  </a:lnTo>
                  <a:lnTo>
                    <a:pt x="184114" y="182777"/>
                  </a:lnTo>
                  <a:lnTo>
                    <a:pt x="184935" y="183203"/>
                  </a:lnTo>
                  <a:lnTo>
                    <a:pt x="185188" y="183872"/>
                  </a:lnTo>
                  <a:lnTo>
                    <a:pt x="185029" y="183896"/>
                  </a:lnTo>
                  <a:lnTo>
                    <a:pt x="184834" y="184027"/>
                  </a:lnTo>
                  <a:lnTo>
                    <a:pt x="184781" y="184423"/>
                  </a:lnTo>
                  <a:lnTo>
                    <a:pt x="184855" y="184579"/>
                  </a:lnTo>
                  <a:lnTo>
                    <a:pt x="184963" y="184875"/>
                  </a:lnTo>
                  <a:lnTo>
                    <a:pt x="185337" y="185189"/>
                  </a:lnTo>
                  <a:lnTo>
                    <a:pt x="186002" y="185522"/>
                  </a:lnTo>
                  <a:lnTo>
                    <a:pt x="186319" y="185819"/>
                  </a:lnTo>
                  <a:lnTo>
                    <a:pt x="186157" y="186200"/>
                  </a:lnTo>
                  <a:lnTo>
                    <a:pt x="186127" y="186337"/>
                  </a:lnTo>
                  <a:lnTo>
                    <a:pt x="185346" y="186620"/>
                  </a:lnTo>
                  <a:lnTo>
                    <a:pt x="185087" y="186645"/>
                  </a:lnTo>
                  <a:lnTo>
                    <a:pt x="184939" y="186318"/>
                  </a:lnTo>
                  <a:lnTo>
                    <a:pt x="184796" y="186110"/>
                  </a:lnTo>
                  <a:lnTo>
                    <a:pt x="184694" y="185961"/>
                  </a:lnTo>
                  <a:lnTo>
                    <a:pt x="184440" y="185719"/>
                  </a:lnTo>
                  <a:lnTo>
                    <a:pt x="184110" y="185552"/>
                  </a:lnTo>
                  <a:lnTo>
                    <a:pt x="183487" y="185546"/>
                  </a:lnTo>
                  <a:lnTo>
                    <a:pt x="182860" y="184824"/>
                  </a:lnTo>
                  <a:lnTo>
                    <a:pt x="182474" y="184302"/>
                  </a:lnTo>
                  <a:lnTo>
                    <a:pt x="182430" y="183872"/>
                  </a:lnTo>
                  <a:lnTo>
                    <a:pt x="182494" y="183612"/>
                  </a:lnTo>
                  <a:lnTo>
                    <a:pt x="182200" y="183137"/>
                  </a:lnTo>
                  <a:lnTo>
                    <a:pt x="182670" y="182891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9102338" y="2260407"/>
              <a:ext cx="183866" cy="182880"/>
            </a:xfrm>
            <a:custGeom>
              <a:avLst/>
              <a:pathLst>
                <a:path w="183866" h="182880">
                  <a:moveTo>
                    <a:pt x="182879" y="182880"/>
                  </a:moveTo>
                  <a:lnTo>
                    <a:pt x="182936" y="182705"/>
                  </a:lnTo>
                  <a:lnTo>
                    <a:pt x="182901" y="182327"/>
                  </a:lnTo>
                  <a:lnTo>
                    <a:pt x="183264" y="182030"/>
                  </a:lnTo>
                  <a:lnTo>
                    <a:pt x="183784" y="181920"/>
                  </a:lnTo>
                  <a:lnTo>
                    <a:pt x="183866" y="182640"/>
                  </a:lnTo>
                  <a:lnTo>
                    <a:pt x="183689" y="182741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9098926" y="2247375"/>
              <a:ext cx="184237" cy="185271"/>
            </a:xfrm>
            <a:custGeom>
              <a:avLst/>
              <a:pathLst>
                <a:path w="184237" h="185271">
                  <a:moveTo>
                    <a:pt x="182879" y="182880"/>
                  </a:moveTo>
                  <a:lnTo>
                    <a:pt x="182960" y="183035"/>
                  </a:lnTo>
                  <a:lnTo>
                    <a:pt x="183083" y="183214"/>
                  </a:lnTo>
                  <a:lnTo>
                    <a:pt x="183198" y="183415"/>
                  </a:lnTo>
                  <a:lnTo>
                    <a:pt x="183301" y="183600"/>
                  </a:lnTo>
                  <a:lnTo>
                    <a:pt x="183401" y="183859"/>
                  </a:lnTo>
                  <a:lnTo>
                    <a:pt x="183657" y="184177"/>
                  </a:lnTo>
                  <a:lnTo>
                    <a:pt x="183810" y="184364"/>
                  </a:lnTo>
                  <a:lnTo>
                    <a:pt x="184237" y="185271"/>
                  </a:lnTo>
                  <a:lnTo>
                    <a:pt x="184018" y="185124"/>
                  </a:lnTo>
                  <a:lnTo>
                    <a:pt x="183884" y="184952"/>
                  </a:lnTo>
                  <a:lnTo>
                    <a:pt x="183779" y="184651"/>
                  </a:lnTo>
                  <a:lnTo>
                    <a:pt x="183103" y="183731"/>
                  </a:lnTo>
                  <a:lnTo>
                    <a:pt x="182978" y="183577"/>
                  </a:lnTo>
                  <a:lnTo>
                    <a:pt x="182764" y="183258"/>
                  </a:lnTo>
                  <a:lnTo>
                    <a:pt x="182477" y="182815"/>
                  </a:lnTo>
                  <a:lnTo>
                    <a:pt x="182263" y="182302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9151068" y="2243874"/>
              <a:ext cx="183222" cy="184865"/>
            </a:xfrm>
            <a:custGeom>
              <a:avLst/>
              <a:pathLst>
                <a:path w="183222" h="184865">
                  <a:moveTo>
                    <a:pt x="182879" y="182880"/>
                  </a:moveTo>
                  <a:lnTo>
                    <a:pt x="183211" y="182896"/>
                  </a:lnTo>
                  <a:lnTo>
                    <a:pt x="183222" y="183062"/>
                  </a:lnTo>
                  <a:lnTo>
                    <a:pt x="183148" y="183655"/>
                  </a:lnTo>
                  <a:lnTo>
                    <a:pt x="182793" y="184191"/>
                  </a:lnTo>
                  <a:lnTo>
                    <a:pt x="182889" y="184433"/>
                  </a:lnTo>
                  <a:lnTo>
                    <a:pt x="182886" y="184865"/>
                  </a:lnTo>
                  <a:lnTo>
                    <a:pt x="182511" y="184644"/>
                  </a:lnTo>
                  <a:lnTo>
                    <a:pt x="181880" y="184322"/>
                  </a:lnTo>
                  <a:lnTo>
                    <a:pt x="181730" y="184058"/>
                  </a:lnTo>
                  <a:lnTo>
                    <a:pt x="181759" y="183742"/>
                  </a:lnTo>
                  <a:lnTo>
                    <a:pt x="181618" y="183500"/>
                  </a:lnTo>
                  <a:lnTo>
                    <a:pt x="181732" y="182908"/>
                  </a:lnTo>
                  <a:lnTo>
                    <a:pt x="181980" y="182925"/>
                  </a:lnTo>
                  <a:lnTo>
                    <a:pt x="182533" y="182919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9090597" y="2216486"/>
              <a:ext cx="183250" cy="182880"/>
            </a:xfrm>
            <a:custGeom>
              <a:avLst/>
              <a:pathLst>
                <a:path w="183250" h="182880">
                  <a:moveTo>
                    <a:pt x="182879" y="182880"/>
                  </a:moveTo>
                  <a:lnTo>
                    <a:pt x="182952" y="182738"/>
                  </a:lnTo>
                  <a:lnTo>
                    <a:pt x="183063" y="182521"/>
                  </a:lnTo>
                  <a:lnTo>
                    <a:pt x="183250" y="182150"/>
                  </a:lnTo>
                  <a:lnTo>
                    <a:pt x="183187" y="182376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9093504" y="220301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9153941" y="2116817"/>
              <a:ext cx="201283" cy="347711"/>
            </a:xfrm>
            <a:custGeom>
              <a:avLst/>
              <a:pathLst>
                <a:path w="201283" h="347711">
                  <a:moveTo>
                    <a:pt x="182879" y="182880"/>
                  </a:moveTo>
                  <a:lnTo>
                    <a:pt x="183342" y="182869"/>
                  </a:lnTo>
                  <a:lnTo>
                    <a:pt x="183656" y="183116"/>
                  </a:lnTo>
                  <a:lnTo>
                    <a:pt x="184245" y="183324"/>
                  </a:lnTo>
                  <a:lnTo>
                    <a:pt x="184416" y="183440"/>
                  </a:lnTo>
                  <a:lnTo>
                    <a:pt x="185006" y="183850"/>
                  </a:lnTo>
                  <a:lnTo>
                    <a:pt x="185161" y="184012"/>
                  </a:lnTo>
                  <a:lnTo>
                    <a:pt x="185378" y="184246"/>
                  </a:lnTo>
                  <a:lnTo>
                    <a:pt x="185531" y="184473"/>
                  </a:lnTo>
                  <a:lnTo>
                    <a:pt x="185645" y="184729"/>
                  </a:lnTo>
                  <a:lnTo>
                    <a:pt x="185709" y="185153"/>
                  </a:lnTo>
                  <a:lnTo>
                    <a:pt x="185792" y="185828"/>
                  </a:lnTo>
                  <a:lnTo>
                    <a:pt x="186026" y="186052"/>
                  </a:lnTo>
                  <a:lnTo>
                    <a:pt x="186415" y="185972"/>
                  </a:lnTo>
                  <a:lnTo>
                    <a:pt x="186446" y="186153"/>
                  </a:lnTo>
                  <a:lnTo>
                    <a:pt x="186940" y="187253"/>
                  </a:lnTo>
                  <a:lnTo>
                    <a:pt x="187553" y="187492"/>
                  </a:lnTo>
                  <a:lnTo>
                    <a:pt x="187995" y="187260"/>
                  </a:lnTo>
                  <a:lnTo>
                    <a:pt x="188149" y="187170"/>
                  </a:lnTo>
                  <a:lnTo>
                    <a:pt x="188483" y="186944"/>
                  </a:lnTo>
                  <a:lnTo>
                    <a:pt x="188345" y="187163"/>
                  </a:lnTo>
                  <a:lnTo>
                    <a:pt x="188226" y="187452"/>
                  </a:lnTo>
                  <a:lnTo>
                    <a:pt x="188252" y="188499"/>
                  </a:lnTo>
                  <a:lnTo>
                    <a:pt x="188398" y="188488"/>
                  </a:lnTo>
                  <a:lnTo>
                    <a:pt x="188708" y="188687"/>
                  </a:lnTo>
                  <a:lnTo>
                    <a:pt x="188808" y="189090"/>
                  </a:lnTo>
                  <a:lnTo>
                    <a:pt x="188953" y="189310"/>
                  </a:lnTo>
                  <a:lnTo>
                    <a:pt x="189305" y="189288"/>
                  </a:lnTo>
                  <a:lnTo>
                    <a:pt x="189928" y="189599"/>
                  </a:lnTo>
                  <a:lnTo>
                    <a:pt x="190321" y="189664"/>
                  </a:lnTo>
                  <a:lnTo>
                    <a:pt x="190299" y="190439"/>
                  </a:lnTo>
                  <a:lnTo>
                    <a:pt x="190315" y="190891"/>
                  </a:lnTo>
                  <a:lnTo>
                    <a:pt x="190463" y="190637"/>
                  </a:lnTo>
                  <a:lnTo>
                    <a:pt x="190620" y="190528"/>
                  </a:lnTo>
                  <a:lnTo>
                    <a:pt x="190960" y="190310"/>
                  </a:lnTo>
                  <a:lnTo>
                    <a:pt x="191239" y="189940"/>
                  </a:lnTo>
                  <a:lnTo>
                    <a:pt x="191625" y="189752"/>
                  </a:lnTo>
                  <a:lnTo>
                    <a:pt x="191844" y="189944"/>
                  </a:lnTo>
                  <a:lnTo>
                    <a:pt x="191982" y="190053"/>
                  </a:lnTo>
                  <a:lnTo>
                    <a:pt x="192390" y="190326"/>
                  </a:lnTo>
                  <a:lnTo>
                    <a:pt x="192639" y="190106"/>
                  </a:lnTo>
                  <a:lnTo>
                    <a:pt x="193067" y="190148"/>
                  </a:lnTo>
                  <a:lnTo>
                    <a:pt x="192930" y="190717"/>
                  </a:lnTo>
                  <a:lnTo>
                    <a:pt x="193257" y="190822"/>
                  </a:lnTo>
                  <a:lnTo>
                    <a:pt x="194063" y="191151"/>
                  </a:lnTo>
                  <a:lnTo>
                    <a:pt x="194379" y="191069"/>
                  </a:lnTo>
                  <a:lnTo>
                    <a:pt x="194935" y="191134"/>
                  </a:lnTo>
                  <a:lnTo>
                    <a:pt x="195596" y="191342"/>
                  </a:lnTo>
                  <a:lnTo>
                    <a:pt x="196021" y="191291"/>
                  </a:lnTo>
                  <a:lnTo>
                    <a:pt x="196391" y="191290"/>
                  </a:lnTo>
                  <a:lnTo>
                    <a:pt x="196693" y="191448"/>
                  </a:lnTo>
                  <a:lnTo>
                    <a:pt x="196988" y="191466"/>
                  </a:lnTo>
                  <a:lnTo>
                    <a:pt x="197444" y="191332"/>
                  </a:lnTo>
                  <a:lnTo>
                    <a:pt x="197757" y="191103"/>
                  </a:lnTo>
                  <a:lnTo>
                    <a:pt x="198089" y="191043"/>
                  </a:lnTo>
                  <a:lnTo>
                    <a:pt x="197999" y="191285"/>
                  </a:lnTo>
                  <a:lnTo>
                    <a:pt x="197877" y="191447"/>
                  </a:lnTo>
                  <a:lnTo>
                    <a:pt x="198008" y="191915"/>
                  </a:lnTo>
                  <a:lnTo>
                    <a:pt x="197775" y="192458"/>
                  </a:lnTo>
                  <a:lnTo>
                    <a:pt x="197728" y="192602"/>
                  </a:lnTo>
                  <a:lnTo>
                    <a:pt x="197610" y="192961"/>
                  </a:lnTo>
                  <a:lnTo>
                    <a:pt x="197595" y="193149"/>
                  </a:lnTo>
                  <a:lnTo>
                    <a:pt x="197751" y="193628"/>
                  </a:lnTo>
                  <a:lnTo>
                    <a:pt x="198056" y="193831"/>
                  </a:lnTo>
                  <a:lnTo>
                    <a:pt x="198373" y="194289"/>
                  </a:lnTo>
                  <a:lnTo>
                    <a:pt x="198314" y="194602"/>
                  </a:lnTo>
                  <a:lnTo>
                    <a:pt x="198218" y="194863"/>
                  </a:lnTo>
                  <a:lnTo>
                    <a:pt x="198270" y="195377"/>
                  </a:lnTo>
                  <a:lnTo>
                    <a:pt x="198636" y="195985"/>
                  </a:lnTo>
                  <a:lnTo>
                    <a:pt x="198600" y="196195"/>
                  </a:lnTo>
                  <a:lnTo>
                    <a:pt x="199028" y="196328"/>
                  </a:lnTo>
                  <a:lnTo>
                    <a:pt x="199163" y="196319"/>
                  </a:lnTo>
                  <a:lnTo>
                    <a:pt x="199602" y="196223"/>
                  </a:lnTo>
                  <a:lnTo>
                    <a:pt x="199942" y="196108"/>
                  </a:lnTo>
                  <a:lnTo>
                    <a:pt x="200122" y="196039"/>
                  </a:lnTo>
                  <a:lnTo>
                    <a:pt x="200287" y="196035"/>
                  </a:lnTo>
                  <a:lnTo>
                    <a:pt x="200829" y="196415"/>
                  </a:lnTo>
                  <a:lnTo>
                    <a:pt x="201267" y="196571"/>
                  </a:lnTo>
                  <a:lnTo>
                    <a:pt x="201283" y="196842"/>
                  </a:lnTo>
                  <a:lnTo>
                    <a:pt x="201092" y="197176"/>
                  </a:lnTo>
                  <a:lnTo>
                    <a:pt x="200707" y="197441"/>
                  </a:lnTo>
                  <a:lnTo>
                    <a:pt x="200316" y="197659"/>
                  </a:lnTo>
                  <a:lnTo>
                    <a:pt x="200044" y="197925"/>
                  </a:lnTo>
                  <a:lnTo>
                    <a:pt x="199825" y="198046"/>
                  </a:lnTo>
                  <a:lnTo>
                    <a:pt x="199390" y="198123"/>
                  </a:lnTo>
                  <a:lnTo>
                    <a:pt x="199213" y="198214"/>
                  </a:lnTo>
                  <a:lnTo>
                    <a:pt x="198979" y="198335"/>
                  </a:lnTo>
                  <a:lnTo>
                    <a:pt x="198334" y="198637"/>
                  </a:lnTo>
                  <a:lnTo>
                    <a:pt x="197998" y="198964"/>
                  </a:lnTo>
                  <a:lnTo>
                    <a:pt x="197801" y="199329"/>
                  </a:lnTo>
                  <a:lnTo>
                    <a:pt x="197429" y="199698"/>
                  </a:lnTo>
                  <a:lnTo>
                    <a:pt x="197180" y="199979"/>
                  </a:lnTo>
                  <a:lnTo>
                    <a:pt x="196942" y="200080"/>
                  </a:lnTo>
                  <a:lnTo>
                    <a:pt x="196775" y="200151"/>
                  </a:lnTo>
                  <a:lnTo>
                    <a:pt x="196492" y="200816"/>
                  </a:lnTo>
                  <a:lnTo>
                    <a:pt x="196289" y="201353"/>
                  </a:lnTo>
                  <a:lnTo>
                    <a:pt x="196038" y="201610"/>
                  </a:lnTo>
                  <a:lnTo>
                    <a:pt x="195878" y="201772"/>
                  </a:lnTo>
                  <a:lnTo>
                    <a:pt x="194911" y="202601"/>
                  </a:lnTo>
                  <a:lnTo>
                    <a:pt x="194636" y="203065"/>
                  </a:lnTo>
                  <a:lnTo>
                    <a:pt x="194191" y="204133"/>
                  </a:lnTo>
                  <a:lnTo>
                    <a:pt x="193964" y="204742"/>
                  </a:lnTo>
                  <a:lnTo>
                    <a:pt x="193893" y="205043"/>
                  </a:lnTo>
                  <a:lnTo>
                    <a:pt x="193829" y="205350"/>
                  </a:lnTo>
                  <a:lnTo>
                    <a:pt x="193773" y="205611"/>
                  </a:lnTo>
                  <a:lnTo>
                    <a:pt x="193733" y="205847"/>
                  </a:lnTo>
                  <a:lnTo>
                    <a:pt x="193712" y="205992"/>
                  </a:lnTo>
                  <a:lnTo>
                    <a:pt x="193669" y="206287"/>
                  </a:lnTo>
                  <a:lnTo>
                    <a:pt x="193576" y="206994"/>
                  </a:lnTo>
                  <a:lnTo>
                    <a:pt x="193536" y="207417"/>
                  </a:lnTo>
                  <a:lnTo>
                    <a:pt x="193520" y="207792"/>
                  </a:lnTo>
                  <a:lnTo>
                    <a:pt x="193516" y="208038"/>
                  </a:lnTo>
                  <a:lnTo>
                    <a:pt x="193520" y="208277"/>
                  </a:lnTo>
                  <a:lnTo>
                    <a:pt x="193523" y="208437"/>
                  </a:lnTo>
                  <a:lnTo>
                    <a:pt x="193532" y="208622"/>
                  </a:lnTo>
                  <a:lnTo>
                    <a:pt x="193542" y="208765"/>
                  </a:lnTo>
                  <a:lnTo>
                    <a:pt x="193568" y="209024"/>
                  </a:lnTo>
                  <a:lnTo>
                    <a:pt x="193606" y="209303"/>
                  </a:lnTo>
                  <a:lnTo>
                    <a:pt x="193698" y="209771"/>
                  </a:lnTo>
                  <a:lnTo>
                    <a:pt x="193763" y="209988"/>
                  </a:lnTo>
                  <a:lnTo>
                    <a:pt x="193935" y="210411"/>
                  </a:lnTo>
                  <a:lnTo>
                    <a:pt x="194015" y="210585"/>
                  </a:lnTo>
                  <a:lnTo>
                    <a:pt x="194136" y="210842"/>
                  </a:lnTo>
                  <a:lnTo>
                    <a:pt x="194188" y="211051"/>
                  </a:lnTo>
                  <a:lnTo>
                    <a:pt x="193593" y="211350"/>
                  </a:lnTo>
                  <a:lnTo>
                    <a:pt x="194252" y="211512"/>
                  </a:lnTo>
                  <a:lnTo>
                    <a:pt x="194291" y="211870"/>
                  </a:lnTo>
                  <a:lnTo>
                    <a:pt x="194297" y="212161"/>
                  </a:lnTo>
                  <a:lnTo>
                    <a:pt x="194301" y="212321"/>
                  </a:lnTo>
                  <a:lnTo>
                    <a:pt x="194321" y="212674"/>
                  </a:lnTo>
                  <a:lnTo>
                    <a:pt x="194330" y="212825"/>
                  </a:lnTo>
                  <a:lnTo>
                    <a:pt x="194359" y="213144"/>
                  </a:lnTo>
                  <a:lnTo>
                    <a:pt x="194379" y="213287"/>
                  </a:lnTo>
                  <a:lnTo>
                    <a:pt x="194401" y="213433"/>
                  </a:lnTo>
                  <a:lnTo>
                    <a:pt x="194464" y="213775"/>
                  </a:lnTo>
                  <a:lnTo>
                    <a:pt x="194521" y="214043"/>
                  </a:lnTo>
                  <a:lnTo>
                    <a:pt x="194561" y="214190"/>
                  </a:lnTo>
                  <a:lnTo>
                    <a:pt x="194631" y="214441"/>
                  </a:lnTo>
                  <a:lnTo>
                    <a:pt x="194787" y="214883"/>
                  </a:lnTo>
                  <a:lnTo>
                    <a:pt x="194938" y="215275"/>
                  </a:lnTo>
                  <a:lnTo>
                    <a:pt x="195050" y="215503"/>
                  </a:lnTo>
                  <a:lnTo>
                    <a:pt x="195166" y="215731"/>
                  </a:lnTo>
                  <a:lnTo>
                    <a:pt x="195341" y="215997"/>
                  </a:lnTo>
                  <a:lnTo>
                    <a:pt x="195536" y="216227"/>
                  </a:lnTo>
                  <a:lnTo>
                    <a:pt x="196214" y="216424"/>
                  </a:lnTo>
                  <a:lnTo>
                    <a:pt x="196405" y="216687"/>
                  </a:lnTo>
                  <a:lnTo>
                    <a:pt x="196139" y="216705"/>
                  </a:lnTo>
                  <a:lnTo>
                    <a:pt x="195550" y="216424"/>
                  </a:lnTo>
                  <a:lnTo>
                    <a:pt x="195265" y="216510"/>
                  </a:lnTo>
                  <a:lnTo>
                    <a:pt x="195457" y="217110"/>
                  </a:lnTo>
                  <a:lnTo>
                    <a:pt x="195858" y="217356"/>
                  </a:lnTo>
                  <a:lnTo>
                    <a:pt x="196042" y="217671"/>
                  </a:lnTo>
                  <a:lnTo>
                    <a:pt x="195718" y="217914"/>
                  </a:lnTo>
                  <a:lnTo>
                    <a:pt x="195719" y="218070"/>
                  </a:lnTo>
                  <a:lnTo>
                    <a:pt x="195735" y="218343"/>
                  </a:lnTo>
                  <a:lnTo>
                    <a:pt x="195760" y="218757"/>
                  </a:lnTo>
                  <a:lnTo>
                    <a:pt x="195817" y="219140"/>
                  </a:lnTo>
                  <a:lnTo>
                    <a:pt x="195896" y="219832"/>
                  </a:lnTo>
                  <a:lnTo>
                    <a:pt x="195841" y="219984"/>
                  </a:lnTo>
                  <a:lnTo>
                    <a:pt x="195686" y="220151"/>
                  </a:lnTo>
                  <a:lnTo>
                    <a:pt x="195518" y="220175"/>
                  </a:lnTo>
                  <a:lnTo>
                    <a:pt x="194449" y="220721"/>
                  </a:lnTo>
                  <a:lnTo>
                    <a:pt x="194380" y="221198"/>
                  </a:lnTo>
                  <a:lnTo>
                    <a:pt x="194503" y="221629"/>
                  </a:lnTo>
                  <a:lnTo>
                    <a:pt x="194895" y="221771"/>
                  </a:lnTo>
                  <a:lnTo>
                    <a:pt x="194961" y="222292"/>
                  </a:lnTo>
                  <a:lnTo>
                    <a:pt x="194850" y="222486"/>
                  </a:lnTo>
                  <a:lnTo>
                    <a:pt x="194377" y="222895"/>
                  </a:lnTo>
                  <a:lnTo>
                    <a:pt x="193949" y="223132"/>
                  </a:lnTo>
                  <a:lnTo>
                    <a:pt x="193807" y="223196"/>
                  </a:lnTo>
                  <a:lnTo>
                    <a:pt x="193610" y="223522"/>
                  </a:lnTo>
                  <a:lnTo>
                    <a:pt x="193563" y="223763"/>
                  </a:lnTo>
                  <a:lnTo>
                    <a:pt x="192718" y="224804"/>
                  </a:lnTo>
                  <a:lnTo>
                    <a:pt x="192582" y="225133"/>
                  </a:lnTo>
                  <a:lnTo>
                    <a:pt x="192401" y="225681"/>
                  </a:lnTo>
                  <a:lnTo>
                    <a:pt x="192369" y="225837"/>
                  </a:lnTo>
                  <a:lnTo>
                    <a:pt x="192337" y="225996"/>
                  </a:lnTo>
                  <a:lnTo>
                    <a:pt x="192311" y="226133"/>
                  </a:lnTo>
                  <a:lnTo>
                    <a:pt x="192260" y="226511"/>
                  </a:lnTo>
                  <a:lnTo>
                    <a:pt x="192212" y="227150"/>
                  </a:lnTo>
                  <a:lnTo>
                    <a:pt x="192197" y="227449"/>
                  </a:lnTo>
                  <a:lnTo>
                    <a:pt x="192026" y="227980"/>
                  </a:lnTo>
                  <a:lnTo>
                    <a:pt x="191822" y="228481"/>
                  </a:lnTo>
                  <a:lnTo>
                    <a:pt x="191592" y="229109"/>
                  </a:lnTo>
                  <a:lnTo>
                    <a:pt x="191511" y="229689"/>
                  </a:lnTo>
                  <a:lnTo>
                    <a:pt x="191595" y="230599"/>
                  </a:lnTo>
                  <a:lnTo>
                    <a:pt x="190987" y="230928"/>
                  </a:lnTo>
                  <a:lnTo>
                    <a:pt x="190633" y="231928"/>
                  </a:lnTo>
                  <a:lnTo>
                    <a:pt x="190542" y="232147"/>
                  </a:lnTo>
                  <a:lnTo>
                    <a:pt x="190452" y="232450"/>
                  </a:lnTo>
                  <a:lnTo>
                    <a:pt x="190360" y="232942"/>
                  </a:lnTo>
                  <a:lnTo>
                    <a:pt x="190235" y="233206"/>
                  </a:lnTo>
                  <a:lnTo>
                    <a:pt x="189896" y="233589"/>
                  </a:lnTo>
                  <a:lnTo>
                    <a:pt x="188810" y="234619"/>
                  </a:lnTo>
                  <a:lnTo>
                    <a:pt x="188649" y="234874"/>
                  </a:lnTo>
                  <a:lnTo>
                    <a:pt x="188468" y="234966"/>
                  </a:lnTo>
                  <a:lnTo>
                    <a:pt x="188254" y="235133"/>
                  </a:lnTo>
                  <a:lnTo>
                    <a:pt x="187628" y="235539"/>
                  </a:lnTo>
                  <a:lnTo>
                    <a:pt x="187273" y="235782"/>
                  </a:lnTo>
                  <a:lnTo>
                    <a:pt x="186945" y="236326"/>
                  </a:lnTo>
                  <a:lnTo>
                    <a:pt x="186747" y="236882"/>
                  </a:lnTo>
                  <a:lnTo>
                    <a:pt x="186795" y="237904"/>
                  </a:lnTo>
                  <a:lnTo>
                    <a:pt x="186906" y="238135"/>
                  </a:lnTo>
                  <a:lnTo>
                    <a:pt x="186940" y="238264"/>
                  </a:lnTo>
                  <a:lnTo>
                    <a:pt x="186868" y="239246"/>
                  </a:lnTo>
                  <a:lnTo>
                    <a:pt x="184872" y="242411"/>
                  </a:lnTo>
                  <a:lnTo>
                    <a:pt x="184883" y="242569"/>
                  </a:lnTo>
                  <a:lnTo>
                    <a:pt x="184915" y="242821"/>
                  </a:lnTo>
                  <a:lnTo>
                    <a:pt x="185040" y="243283"/>
                  </a:lnTo>
                  <a:lnTo>
                    <a:pt x="185123" y="243507"/>
                  </a:lnTo>
                  <a:lnTo>
                    <a:pt x="186153" y="245059"/>
                  </a:lnTo>
                  <a:lnTo>
                    <a:pt x="186196" y="245436"/>
                  </a:lnTo>
                  <a:lnTo>
                    <a:pt x="186122" y="245583"/>
                  </a:lnTo>
                  <a:lnTo>
                    <a:pt x="186038" y="245749"/>
                  </a:lnTo>
                  <a:lnTo>
                    <a:pt x="185936" y="245937"/>
                  </a:lnTo>
                  <a:lnTo>
                    <a:pt x="185774" y="246083"/>
                  </a:lnTo>
                  <a:lnTo>
                    <a:pt x="185686" y="246291"/>
                  </a:lnTo>
                  <a:lnTo>
                    <a:pt x="185582" y="246434"/>
                  </a:lnTo>
                  <a:lnTo>
                    <a:pt x="185407" y="246561"/>
                  </a:lnTo>
                  <a:lnTo>
                    <a:pt x="185233" y="246715"/>
                  </a:lnTo>
                  <a:lnTo>
                    <a:pt x="184926" y="246985"/>
                  </a:lnTo>
                  <a:lnTo>
                    <a:pt x="184793" y="247193"/>
                  </a:lnTo>
                  <a:lnTo>
                    <a:pt x="184542" y="247619"/>
                  </a:lnTo>
                  <a:lnTo>
                    <a:pt x="184477" y="248079"/>
                  </a:lnTo>
                  <a:lnTo>
                    <a:pt x="184648" y="248526"/>
                  </a:lnTo>
                  <a:lnTo>
                    <a:pt x="184489" y="249684"/>
                  </a:lnTo>
                  <a:lnTo>
                    <a:pt x="184435" y="249879"/>
                  </a:lnTo>
                  <a:lnTo>
                    <a:pt x="184388" y="250416"/>
                  </a:lnTo>
                  <a:lnTo>
                    <a:pt x="184417" y="250691"/>
                  </a:lnTo>
                  <a:lnTo>
                    <a:pt x="184404" y="250831"/>
                  </a:lnTo>
                  <a:lnTo>
                    <a:pt x="184384" y="251043"/>
                  </a:lnTo>
                  <a:lnTo>
                    <a:pt x="184361" y="251291"/>
                  </a:lnTo>
                  <a:lnTo>
                    <a:pt x="184298" y="251671"/>
                  </a:lnTo>
                  <a:lnTo>
                    <a:pt x="184130" y="252510"/>
                  </a:lnTo>
                  <a:lnTo>
                    <a:pt x="184076" y="252715"/>
                  </a:lnTo>
                  <a:lnTo>
                    <a:pt x="184007" y="252957"/>
                  </a:lnTo>
                  <a:lnTo>
                    <a:pt x="183759" y="253623"/>
                  </a:lnTo>
                  <a:lnTo>
                    <a:pt x="183534" y="254245"/>
                  </a:lnTo>
                  <a:lnTo>
                    <a:pt x="183143" y="255016"/>
                  </a:lnTo>
                  <a:lnTo>
                    <a:pt x="183026" y="255427"/>
                  </a:lnTo>
                  <a:lnTo>
                    <a:pt x="182996" y="255648"/>
                  </a:lnTo>
                  <a:lnTo>
                    <a:pt x="182939" y="256672"/>
                  </a:lnTo>
                  <a:lnTo>
                    <a:pt x="182943" y="256883"/>
                  </a:lnTo>
                  <a:lnTo>
                    <a:pt x="183050" y="257389"/>
                  </a:lnTo>
                  <a:lnTo>
                    <a:pt x="183008" y="257561"/>
                  </a:lnTo>
                  <a:lnTo>
                    <a:pt x="182918" y="257817"/>
                  </a:lnTo>
                  <a:lnTo>
                    <a:pt x="182649" y="258438"/>
                  </a:lnTo>
                  <a:lnTo>
                    <a:pt x="182489" y="258869"/>
                  </a:lnTo>
                  <a:lnTo>
                    <a:pt x="182165" y="259177"/>
                  </a:lnTo>
                  <a:lnTo>
                    <a:pt x="182056" y="259421"/>
                  </a:lnTo>
                  <a:lnTo>
                    <a:pt x="182023" y="259830"/>
                  </a:lnTo>
                  <a:lnTo>
                    <a:pt x="182149" y="260327"/>
                  </a:lnTo>
                  <a:lnTo>
                    <a:pt x="182124" y="260595"/>
                  </a:lnTo>
                  <a:lnTo>
                    <a:pt x="182059" y="260818"/>
                  </a:lnTo>
                  <a:lnTo>
                    <a:pt x="181926" y="261595"/>
                  </a:lnTo>
                  <a:lnTo>
                    <a:pt x="181415" y="262954"/>
                  </a:lnTo>
                  <a:lnTo>
                    <a:pt x="181224" y="263870"/>
                  </a:lnTo>
                  <a:lnTo>
                    <a:pt x="181214" y="264049"/>
                  </a:lnTo>
                  <a:lnTo>
                    <a:pt x="181206" y="264190"/>
                  </a:lnTo>
                  <a:lnTo>
                    <a:pt x="181198" y="264447"/>
                  </a:lnTo>
                  <a:lnTo>
                    <a:pt x="181195" y="264816"/>
                  </a:lnTo>
                  <a:lnTo>
                    <a:pt x="181184" y="265401"/>
                  </a:lnTo>
                  <a:lnTo>
                    <a:pt x="181117" y="265667"/>
                  </a:lnTo>
                  <a:lnTo>
                    <a:pt x="181082" y="265812"/>
                  </a:lnTo>
                  <a:lnTo>
                    <a:pt x="181009" y="266326"/>
                  </a:lnTo>
                  <a:lnTo>
                    <a:pt x="180718" y="266859"/>
                  </a:lnTo>
                  <a:lnTo>
                    <a:pt x="180426" y="267404"/>
                  </a:lnTo>
                  <a:lnTo>
                    <a:pt x="180349" y="267762"/>
                  </a:lnTo>
                  <a:lnTo>
                    <a:pt x="180266" y="268136"/>
                  </a:lnTo>
                  <a:lnTo>
                    <a:pt x="180217" y="268323"/>
                  </a:lnTo>
                  <a:lnTo>
                    <a:pt x="180141" y="268564"/>
                  </a:lnTo>
                  <a:lnTo>
                    <a:pt x="180109" y="268723"/>
                  </a:lnTo>
                  <a:lnTo>
                    <a:pt x="180065" y="269166"/>
                  </a:lnTo>
                  <a:lnTo>
                    <a:pt x="180122" y="269530"/>
                  </a:lnTo>
                  <a:lnTo>
                    <a:pt x="180431" y="270348"/>
                  </a:lnTo>
                  <a:lnTo>
                    <a:pt x="180559" y="270535"/>
                  </a:lnTo>
                  <a:lnTo>
                    <a:pt x="180461" y="270764"/>
                  </a:lnTo>
                  <a:lnTo>
                    <a:pt x="180307" y="271011"/>
                  </a:lnTo>
                  <a:lnTo>
                    <a:pt x="180052" y="271636"/>
                  </a:lnTo>
                  <a:lnTo>
                    <a:pt x="179969" y="271888"/>
                  </a:lnTo>
                  <a:lnTo>
                    <a:pt x="179908" y="272128"/>
                  </a:lnTo>
                  <a:lnTo>
                    <a:pt x="179840" y="272441"/>
                  </a:lnTo>
                  <a:lnTo>
                    <a:pt x="179795" y="272846"/>
                  </a:lnTo>
                  <a:lnTo>
                    <a:pt x="179693" y="273126"/>
                  </a:lnTo>
                  <a:lnTo>
                    <a:pt x="179514" y="273617"/>
                  </a:lnTo>
                  <a:lnTo>
                    <a:pt x="179452" y="273788"/>
                  </a:lnTo>
                  <a:lnTo>
                    <a:pt x="179289" y="274234"/>
                  </a:lnTo>
                  <a:lnTo>
                    <a:pt x="179232" y="274391"/>
                  </a:lnTo>
                  <a:lnTo>
                    <a:pt x="179075" y="274823"/>
                  </a:lnTo>
                  <a:lnTo>
                    <a:pt x="179001" y="275024"/>
                  </a:lnTo>
                  <a:lnTo>
                    <a:pt x="178902" y="275297"/>
                  </a:lnTo>
                  <a:lnTo>
                    <a:pt x="178843" y="275502"/>
                  </a:lnTo>
                  <a:lnTo>
                    <a:pt x="178811" y="275810"/>
                  </a:lnTo>
                  <a:lnTo>
                    <a:pt x="178748" y="276101"/>
                  </a:lnTo>
                  <a:lnTo>
                    <a:pt x="178726" y="276307"/>
                  </a:lnTo>
                  <a:lnTo>
                    <a:pt x="178621" y="277296"/>
                  </a:lnTo>
                  <a:lnTo>
                    <a:pt x="178565" y="277819"/>
                  </a:lnTo>
                  <a:lnTo>
                    <a:pt x="178527" y="278178"/>
                  </a:lnTo>
                  <a:lnTo>
                    <a:pt x="178477" y="278634"/>
                  </a:lnTo>
                  <a:lnTo>
                    <a:pt x="178334" y="278895"/>
                  </a:lnTo>
                  <a:lnTo>
                    <a:pt x="177694" y="279197"/>
                  </a:lnTo>
                  <a:lnTo>
                    <a:pt x="177480" y="279465"/>
                  </a:lnTo>
                  <a:lnTo>
                    <a:pt x="177315" y="279715"/>
                  </a:lnTo>
                  <a:lnTo>
                    <a:pt x="177112" y="280096"/>
                  </a:lnTo>
                  <a:lnTo>
                    <a:pt x="176840" y="280679"/>
                  </a:lnTo>
                  <a:lnTo>
                    <a:pt x="176558" y="281714"/>
                  </a:lnTo>
                  <a:lnTo>
                    <a:pt x="176490" y="282129"/>
                  </a:lnTo>
                  <a:lnTo>
                    <a:pt x="176445" y="282402"/>
                  </a:lnTo>
                  <a:lnTo>
                    <a:pt x="176276" y="283005"/>
                  </a:lnTo>
                  <a:lnTo>
                    <a:pt x="176531" y="283278"/>
                  </a:lnTo>
                  <a:lnTo>
                    <a:pt x="176409" y="283469"/>
                  </a:lnTo>
                  <a:lnTo>
                    <a:pt x="175767" y="283959"/>
                  </a:lnTo>
                  <a:lnTo>
                    <a:pt x="175488" y="284438"/>
                  </a:lnTo>
                  <a:lnTo>
                    <a:pt x="175489" y="284802"/>
                  </a:lnTo>
                  <a:lnTo>
                    <a:pt x="175614" y="285369"/>
                  </a:lnTo>
                  <a:lnTo>
                    <a:pt x="175747" y="285673"/>
                  </a:lnTo>
                  <a:lnTo>
                    <a:pt x="175950" y="286296"/>
                  </a:lnTo>
                  <a:lnTo>
                    <a:pt x="175629" y="287084"/>
                  </a:lnTo>
                  <a:lnTo>
                    <a:pt x="175617" y="287453"/>
                  </a:lnTo>
                  <a:lnTo>
                    <a:pt x="175774" y="287996"/>
                  </a:lnTo>
                  <a:lnTo>
                    <a:pt x="176124" y="288317"/>
                  </a:lnTo>
                  <a:lnTo>
                    <a:pt x="175407" y="288730"/>
                  </a:lnTo>
                  <a:lnTo>
                    <a:pt x="175285" y="288966"/>
                  </a:lnTo>
                  <a:lnTo>
                    <a:pt x="174920" y="289535"/>
                  </a:lnTo>
                  <a:lnTo>
                    <a:pt x="174075" y="289684"/>
                  </a:lnTo>
                  <a:lnTo>
                    <a:pt x="173844" y="290112"/>
                  </a:lnTo>
                  <a:lnTo>
                    <a:pt x="173724" y="290400"/>
                  </a:lnTo>
                  <a:lnTo>
                    <a:pt x="173445" y="290982"/>
                  </a:lnTo>
                  <a:lnTo>
                    <a:pt x="173367" y="291322"/>
                  </a:lnTo>
                  <a:lnTo>
                    <a:pt x="173355" y="291750"/>
                  </a:lnTo>
                  <a:lnTo>
                    <a:pt x="173220" y="292125"/>
                  </a:lnTo>
                  <a:lnTo>
                    <a:pt x="173041" y="292627"/>
                  </a:lnTo>
                  <a:lnTo>
                    <a:pt x="172904" y="293008"/>
                  </a:lnTo>
                  <a:lnTo>
                    <a:pt x="172778" y="293362"/>
                  </a:lnTo>
                  <a:lnTo>
                    <a:pt x="172351" y="294555"/>
                  </a:lnTo>
                  <a:lnTo>
                    <a:pt x="172072" y="295158"/>
                  </a:lnTo>
                  <a:lnTo>
                    <a:pt x="171854" y="295557"/>
                  </a:lnTo>
                  <a:lnTo>
                    <a:pt x="171565" y="295887"/>
                  </a:lnTo>
                  <a:lnTo>
                    <a:pt x="171372" y="296181"/>
                  </a:lnTo>
                  <a:lnTo>
                    <a:pt x="170847" y="296517"/>
                  </a:lnTo>
                  <a:lnTo>
                    <a:pt x="170644" y="296813"/>
                  </a:lnTo>
                  <a:lnTo>
                    <a:pt x="170583" y="297002"/>
                  </a:lnTo>
                  <a:lnTo>
                    <a:pt x="170508" y="297337"/>
                  </a:lnTo>
                  <a:lnTo>
                    <a:pt x="169712" y="298823"/>
                  </a:lnTo>
                  <a:lnTo>
                    <a:pt x="169549" y="299201"/>
                  </a:lnTo>
                  <a:lnTo>
                    <a:pt x="169413" y="299509"/>
                  </a:lnTo>
                  <a:lnTo>
                    <a:pt x="169338" y="299653"/>
                  </a:lnTo>
                  <a:lnTo>
                    <a:pt x="168488" y="300787"/>
                  </a:lnTo>
                  <a:lnTo>
                    <a:pt x="168048" y="300671"/>
                  </a:lnTo>
                  <a:lnTo>
                    <a:pt x="167826" y="300749"/>
                  </a:lnTo>
                  <a:lnTo>
                    <a:pt x="167553" y="300795"/>
                  </a:lnTo>
                  <a:lnTo>
                    <a:pt x="167268" y="300988"/>
                  </a:lnTo>
                  <a:lnTo>
                    <a:pt x="167090" y="301113"/>
                  </a:lnTo>
                  <a:lnTo>
                    <a:pt x="166826" y="301382"/>
                  </a:lnTo>
                  <a:lnTo>
                    <a:pt x="166666" y="301624"/>
                  </a:lnTo>
                  <a:lnTo>
                    <a:pt x="166511" y="302312"/>
                  </a:lnTo>
                  <a:lnTo>
                    <a:pt x="166632" y="302590"/>
                  </a:lnTo>
                  <a:lnTo>
                    <a:pt x="166744" y="302791"/>
                  </a:lnTo>
                  <a:lnTo>
                    <a:pt x="166886" y="303102"/>
                  </a:lnTo>
                  <a:lnTo>
                    <a:pt x="166951" y="303291"/>
                  </a:lnTo>
                  <a:lnTo>
                    <a:pt x="167040" y="303586"/>
                  </a:lnTo>
                  <a:lnTo>
                    <a:pt x="166611" y="304336"/>
                  </a:lnTo>
                  <a:lnTo>
                    <a:pt x="166336" y="304647"/>
                  </a:lnTo>
                  <a:lnTo>
                    <a:pt x="166236" y="304991"/>
                  </a:lnTo>
                  <a:lnTo>
                    <a:pt x="166215" y="305438"/>
                  </a:lnTo>
                  <a:lnTo>
                    <a:pt x="166156" y="305712"/>
                  </a:lnTo>
                  <a:lnTo>
                    <a:pt x="165864" y="306126"/>
                  </a:lnTo>
                  <a:lnTo>
                    <a:pt x="165679" y="306236"/>
                  </a:lnTo>
                  <a:lnTo>
                    <a:pt x="165169" y="306579"/>
                  </a:lnTo>
                  <a:lnTo>
                    <a:pt x="164927" y="306859"/>
                  </a:lnTo>
                  <a:lnTo>
                    <a:pt x="164697" y="307064"/>
                  </a:lnTo>
                  <a:lnTo>
                    <a:pt x="164192" y="307667"/>
                  </a:lnTo>
                  <a:lnTo>
                    <a:pt x="163435" y="308169"/>
                  </a:lnTo>
                  <a:lnTo>
                    <a:pt x="163218" y="308316"/>
                  </a:lnTo>
                  <a:lnTo>
                    <a:pt x="162392" y="308668"/>
                  </a:lnTo>
                  <a:lnTo>
                    <a:pt x="161943" y="308925"/>
                  </a:lnTo>
                  <a:lnTo>
                    <a:pt x="161565" y="309297"/>
                  </a:lnTo>
                  <a:lnTo>
                    <a:pt x="160937" y="309887"/>
                  </a:lnTo>
                  <a:lnTo>
                    <a:pt x="160739" y="309990"/>
                  </a:lnTo>
                  <a:lnTo>
                    <a:pt x="160514" y="310092"/>
                  </a:lnTo>
                  <a:lnTo>
                    <a:pt x="159897" y="310562"/>
                  </a:lnTo>
                  <a:lnTo>
                    <a:pt x="159702" y="310851"/>
                  </a:lnTo>
                  <a:lnTo>
                    <a:pt x="159593" y="311079"/>
                  </a:lnTo>
                  <a:lnTo>
                    <a:pt x="159516" y="311260"/>
                  </a:lnTo>
                  <a:lnTo>
                    <a:pt x="159413" y="311546"/>
                  </a:lnTo>
                  <a:lnTo>
                    <a:pt x="159339" y="311750"/>
                  </a:lnTo>
                  <a:lnTo>
                    <a:pt x="159162" y="312424"/>
                  </a:lnTo>
                  <a:lnTo>
                    <a:pt x="159114" y="312630"/>
                  </a:lnTo>
                  <a:lnTo>
                    <a:pt x="159078" y="312805"/>
                  </a:lnTo>
                  <a:lnTo>
                    <a:pt x="159050" y="313064"/>
                  </a:lnTo>
                  <a:lnTo>
                    <a:pt x="159008" y="313454"/>
                  </a:lnTo>
                  <a:lnTo>
                    <a:pt x="158904" y="314119"/>
                  </a:lnTo>
                  <a:lnTo>
                    <a:pt x="158826" y="314255"/>
                  </a:lnTo>
                  <a:lnTo>
                    <a:pt x="158372" y="314747"/>
                  </a:lnTo>
                  <a:lnTo>
                    <a:pt x="157808" y="315340"/>
                  </a:lnTo>
                  <a:lnTo>
                    <a:pt x="157590" y="315864"/>
                  </a:lnTo>
                  <a:lnTo>
                    <a:pt x="157492" y="316160"/>
                  </a:lnTo>
                  <a:lnTo>
                    <a:pt x="157444" y="316320"/>
                  </a:lnTo>
                  <a:lnTo>
                    <a:pt x="157334" y="316727"/>
                  </a:lnTo>
                  <a:lnTo>
                    <a:pt x="157260" y="316987"/>
                  </a:lnTo>
                  <a:lnTo>
                    <a:pt x="157210" y="317150"/>
                  </a:lnTo>
                  <a:lnTo>
                    <a:pt x="157138" y="317383"/>
                  </a:lnTo>
                  <a:lnTo>
                    <a:pt x="156808" y="318284"/>
                  </a:lnTo>
                  <a:lnTo>
                    <a:pt x="156715" y="318673"/>
                  </a:lnTo>
                  <a:lnTo>
                    <a:pt x="156615" y="319067"/>
                  </a:lnTo>
                  <a:lnTo>
                    <a:pt x="156546" y="319337"/>
                  </a:lnTo>
                  <a:lnTo>
                    <a:pt x="156430" y="319784"/>
                  </a:lnTo>
                  <a:lnTo>
                    <a:pt x="156368" y="320058"/>
                  </a:lnTo>
                  <a:lnTo>
                    <a:pt x="156267" y="320505"/>
                  </a:lnTo>
                  <a:lnTo>
                    <a:pt x="156184" y="320787"/>
                  </a:lnTo>
                  <a:lnTo>
                    <a:pt x="155997" y="321273"/>
                  </a:lnTo>
                  <a:lnTo>
                    <a:pt x="155930" y="321480"/>
                  </a:lnTo>
                  <a:lnTo>
                    <a:pt x="155792" y="321894"/>
                  </a:lnTo>
                  <a:lnTo>
                    <a:pt x="155453" y="322623"/>
                  </a:lnTo>
                  <a:lnTo>
                    <a:pt x="155363" y="322898"/>
                  </a:lnTo>
                  <a:lnTo>
                    <a:pt x="155069" y="323703"/>
                  </a:lnTo>
                  <a:lnTo>
                    <a:pt x="154951" y="323947"/>
                  </a:lnTo>
                  <a:lnTo>
                    <a:pt x="154831" y="324389"/>
                  </a:lnTo>
                  <a:lnTo>
                    <a:pt x="154785" y="324618"/>
                  </a:lnTo>
                  <a:lnTo>
                    <a:pt x="154711" y="325004"/>
                  </a:lnTo>
                  <a:lnTo>
                    <a:pt x="154387" y="325661"/>
                  </a:lnTo>
                  <a:lnTo>
                    <a:pt x="154251" y="326015"/>
                  </a:lnTo>
                  <a:lnTo>
                    <a:pt x="154035" y="326633"/>
                  </a:lnTo>
                  <a:lnTo>
                    <a:pt x="153994" y="326961"/>
                  </a:lnTo>
                  <a:lnTo>
                    <a:pt x="153971" y="327239"/>
                  </a:lnTo>
                  <a:lnTo>
                    <a:pt x="153935" y="327907"/>
                  </a:lnTo>
                  <a:lnTo>
                    <a:pt x="153931" y="328134"/>
                  </a:lnTo>
                  <a:lnTo>
                    <a:pt x="153922" y="328680"/>
                  </a:lnTo>
                  <a:lnTo>
                    <a:pt x="153932" y="329201"/>
                  </a:lnTo>
                  <a:lnTo>
                    <a:pt x="153946" y="329405"/>
                  </a:lnTo>
                  <a:lnTo>
                    <a:pt x="153986" y="329965"/>
                  </a:lnTo>
                  <a:lnTo>
                    <a:pt x="153997" y="330814"/>
                  </a:lnTo>
                  <a:lnTo>
                    <a:pt x="154028" y="333105"/>
                  </a:lnTo>
                  <a:lnTo>
                    <a:pt x="154063" y="335699"/>
                  </a:lnTo>
                  <a:lnTo>
                    <a:pt x="154067" y="335985"/>
                  </a:lnTo>
                  <a:lnTo>
                    <a:pt x="153709" y="336557"/>
                  </a:lnTo>
                  <a:lnTo>
                    <a:pt x="153728" y="336733"/>
                  </a:lnTo>
                  <a:lnTo>
                    <a:pt x="153757" y="336865"/>
                  </a:lnTo>
                  <a:lnTo>
                    <a:pt x="153827" y="337162"/>
                  </a:lnTo>
                  <a:lnTo>
                    <a:pt x="154255" y="337785"/>
                  </a:lnTo>
                  <a:lnTo>
                    <a:pt x="153907" y="338521"/>
                  </a:lnTo>
                  <a:lnTo>
                    <a:pt x="153897" y="338905"/>
                  </a:lnTo>
                  <a:lnTo>
                    <a:pt x="153982" y="339197"/>
                  </a:lnTo>
                  <a:lnTo>
                    <a:pt x="153998" y="339342"/>
                  </a:lnTo>
                  <a:lnTo>
                    <a:pt x="154007" y="339948"/>
                  </a:lnTo>
                  <a:lnTo>
                    <a:pt x="154003" y="340255"/>
                  </a:lnTo>
                  <a:lnTo>
                    <a:pt x="154051" y="340453"/>
                  </a:lnTo>
                  <a:lnTo>
                    <a:pt x="154291" y="341079"/>
                  </a:lnTo>
                  <a:lnTo>
                    <a:pt x="153763" y="341630"/>
                  </a:lnTo>
                  <a:lnTo>
                    <a:pt x="153701" y="341889"/>
                  </a:lnTo>
                  <a:lnTo>
                    <a:pt x="153355" y="342397"/>
                  </a:lnTo>
                  <a:lnTo>
                    <a:pt x="152771" y="343008"/>
                  </a:lnTo>
                  <a:lnTo>
                    <a:pt x="152635" y="343082"/>
                  </a:lnTo>
                  <a:lnTo>
                    <a:pt x="151979" y="343360"/>
                  </a:lnTo>
                  <a:lnTo>
                    <a:pt x="151940" y="343494"/>
                  </a:lnTo>
                  <a:lnTo>
                    <a:pt x="151958" y="343865"/>
                  </a:lnTo>
                  <a:lnTo>
                    <a:pt x="151947" y="344063"/>
                  </a:lnTo>
                  <a:lnTo>
                    <a:pt x="151923" y="344227"/>
                  </a:lnTo>
                  <a:lnTo>
                    <a:pt x="151807" y="344550"/>
                  </a:lnTo>
                  <a:lnTo>
                    <a:pt x="151758" y="344796"/>
                  </a:lnTo>
                  <a:lnTo>
                    <a:pt x="151788" y="345148"/>
                  </a:lnTo>
                  <a:lnTo>
                    <a:pt x="151962" y="345622"/>
                  </a:lnTo>
                  <a:lnTo>
                    <a:pt x="152441" y="346420"/>
                  </a:lnTo>
                  <a:lnTo>
                    <a:pt x="152655" y="346747"/>
                  </a:lnTo>
                  <a:lnTo>
                    <a:pt x="152631" y="347125"/>
                  </a:lnTo>
                  <a:lnTo>
                    <a:pt x="152602" y="347711"/>
                  </a:lnTo>
                  <a:lnTo>
                    <a:pt x="152123" y="347524"/>
                  </a:lnTo>
                  <a:lnTo>
                    <a:pt x="152067" y="347232"/>
                  </a:lnTo>
                  <a:lnTo>
                    <a:pt x="151892" y="346840"/>
                  </a:lnTo>
                  <a:lnTo>
                    <a:pt x="151526" y="346642"/>
                  </a:lnTo>
                  <a:lnTo>
                    <a:pt x="151319" y="346293"/>
                  </a:lnTo>
                  <a:lnTo>
                    <a:pt x="150788" y="345901"/>
                  </a:lnTo>
                  <a:lnTo>
                    <a:pt x="150513" y="345894"/>
                  </a:lnTo>
                  <a:lnTo>
                    <a:pt x="150012" y="345731"/>
                  </a:lnTo>
                  <a:lnTo>
                    <a:pt x="149299" y="345368"/>
                  </a:lnTo>
                  <a:lnTo>
                    <a:pt x="148827" y="345028"/>
                  </a:lnTo>
                  <a:lnTo>
                    <a:pt x="148595" y="344689"/>
                  </a:lnTo>
                  <a:lnTo>
                    <a:pt x="148370" y="344710"/>
                  </a:lnTo>
                  <a:lnTo>
                    <a:pt x="148067" y="344866"/>
                  </a:lnTo>
                  <a:lnTo>
                    <a:pt x="147707" y="345275"/>
                  </a:lnTo>
                  <a:lnTo>
                    <a:pt x="147716" y="345651"/>
                  </a:lnTo>
                  <a:lnTo>
                    <a:pt x="147785" y="346026"/>
                  </a:lnTo>
                  <a:lnTo>
                    <a:pt x="147711" y="346301"/>
                  </a:lnTo>
                  <a:lnTo>
                    <a:pt x="147325" y="346628"/>
                  </a:lnTo>
                  <a:lnTo>
                    <a:pt x="146775" y="346512"/>
                  </a:lnTo>
                  <a:lnTo>
                    <a:pt x="146606" y="346215"/>
                  </a:lnTo>
                  <a:lnTo>
                    <a:pt x="146259" y="345879"/>
                  </a:lnTo>
                  <a:lnTo>
                    <a:pt x="146225" y="345618"/>
                  </a:lnTo>
                  <a:lnTo>
                    <a:pt x="146280" y="345283"/>
                  </a:lnTo>
                  <a:lnTo>
                    <a:pt x="146301" y="345041"/>
                  </a:lnTo>
                  <a:lnTo>
                    <a:pt x="146314" y="344793"/>
                  </a:lnTo>
                  <a:lnTo>
                    <a:pt x="146321" y="344581"/>
                  </a:lnTo>
                  <a:lnTo>
                    <a:pt x="146327" y="344365"/>
                  </a:lnTo>
                  <a:lnTo>
                    <a:pt x="146468" y="344068"/>
                  </a:lnTo>
                  <a:lnTo>
                    <a:pt x="146411" y="343733"/>
                  </a:lnTo>
                  <a:lnTo>
                    <a:pt x="146271" y="343439"/>
                  </a:lnTo>
                  <a:lnTo>
                    <a:pt x="146123" y="343252"/>
                  </a:lnTo>
                  <a:lnTo>
                    <a:pt x="145533" y="342461"/>
                  </a:lnTo>
                  <a:lnTo>
                    <a:pt x="145467" y="342263"/>
                  </a:lnTo>
                  <a:lnTo>
                    <a:pt x="145314" y="341877"/>
                  </a:lnTo>
                  <a:lnTo>
                    <a:pt x="145211" y="341648"/>
                  </a:lnTo>
                  <a:lnTo>
                    <a:pt x="145172" y="341405"/>
                  </a:lnTo>
                  <a:lnTo>
                    <a:pt x="145233" y="341145"/>
                  </a:lnTo>
                  <a:lnTo>
                    <a:pt x="145382" y="340918"/>
                  </a:lnTo>
                  <a:lnTo>
                    <a:pt x="146073" y="339935"/>
                  </a:lnTo>
                  <a:lnTo>
                    <a:pt x="146089" y="339515"/>
                  </a:lnTo>
                  <a:lnTo>
                    <a:pt x="146057" y="339335"/>
                  </a:lnTo>
                  <a:lnTo>
                    <a:pt x="146018" y="339204"/>
                  </a:lnTo>
                  <a:lnTo>
                    <a:pt x="145955" y="338995"/>
                  </a:lnTo>
                  <a:lnTo>
                    <a:pt x="145930" y="338549"/>
                  </a:lnTo>
                  <a:lnTo>
                    <a:pt x="146159" y="338476"/>
                  </a:lnTo>
                  <a:lnTo>
                    <a:pt x="146480" y="338303"/>
                  </a:lnTo>
                  <a:lnTo>
                    <a:pt x="146523" y="338121"/>
                  </a:lnTo>
                  <a:lnTo>
                    <a:pt x="146463" y="337878"/>
                  </a:lnTo>
                  <a:lnTo>
                    <a:pt x="146334" y="337352"/>
                  </a:lnTo>
                  <a:lnTo>
                    <a:pt x="146271" y="337092"/>
                  </a:lnTo>
                  <a:lnTo>
                    <a:pt x="146205" y="336824"/>
                  </a:lnTo>
                  <a:lnTo>
                    <a:pt x="146152" y="336609"/>
                  </a:lnTo>
                  <a:lnTo>
                    <a:pt x="145328" y="333248"/>
                  </a:lnTo>
                  <a:lnTo>
                    <a:pt x="145201" y="332731"/>
                  </a:lnTo>
                  <a:lnTo>
                    <a:pt x="145084" y="332412"/>
                  </a:lnTo>
                  <a:lnTo>
                    <a:pt x="144803" y="331935"/>
                  </a:lnTo>
                  <a:lnTo>
                    <a:pt x="144515" y="331277"/>
                  </a:lnTo>
                  <a:lnTo>
                    <a:pt x="144339" y="331044"/>
                  </a:lnTo>
                  <a:lnTo>
                    <a:pt x="143974" y="330666"/>
                  </a:lnTo>
                  <a:lnTo>
                    <a:pt x="143622" y="330248"/>
                  </a:lnTo>
                  <a:lnTo>
                    <a:pt x="143691" y="329574"/>
                  </a:lnTo>
                  <a:lnTo>
                    <a:pt x="143582" y="329170"/>
                  </a:lnTo>
                  <a:lnTo>
                    <a:pt x="143402" y="328754"/>
                  </a:lnTo>
                  <a:lnTo>
                    <a:pt x="143356" y="328582"/>
                  </a:lnTo>
                  <a:lnTo>
                    <a:pt x="143337" y="328296"/>
                  </a:lnTo>
                  <a:lnTo>
                    <a:pt x="143116" y="327700"/>
                  </a:lnTo>
                  <a:lnTo>
                    <a:pt x="143001" y="327469"/>
                  </a:lnTo>
                  <a:lnTo>
                    <a:pt x="142809" y="327229"/>
                  </a:lnTo>
                  <a:lnTo>
                    <a:pt x="142094" y="326535"/>
                  </a:lnTo>
                  <a:lnTo>
                    <a:pt x="141777" y="326206"/>
                  </a:lnTo>
                  <a:lnTo>
                    <a:pt x="141687" y="326015"/>
                  </a:lnTo>
                  <a:lnTo>
                    <a:pt x="141188" y="325024"/>
                  </a:lnTo>
                  <a:lnTo>
                    <a:pt x="141058" y="324867"/>
                  </a:lnTo>
                  <a:lnTo>
                    <a:pt x="140854" y="324659"/>
                  </a:lnTo>
                  <a:lnTo>
                    <a:pt x="140552" y="324411"/>
                  </a:lnTo>
                  <a:lnTo>
                    <a:pt x="140009" y="324000"/>
                  </a:lnTo>
                  <a:lnTo>
                    <a:pt x="139698" y="323770"/>
                  </a:lnTo>
                  <a:lnTo>
                    <a:pt x="139180" y="323422"/>
                  </a:lnTo>
                  <a:lnTo>
                    <a:pt x="138607" y="323091"/>
                  </a:lnTo>
                  <a:lnTo>
                    <a:pt x="138309" y="322920"/>
                  </a:lnTo>
                  <a:lnTo>
                    <a:pt x="137854" y="322663"/>
                  </a:lnTo>
                  <a:lnTo>
                    <a:pt x="137664" y="322572"/>
                  </a:lnTo>
                  <a:lnTo>
                    <a:pt x="137180" y="322236"/>
                  </a:lnTo>
                  <a:lnTo>
                    <a:pt x="136833" y="322043"/>
                  </a:lnTo>
                  <a:lnTo>
                    <a:pt x="136512" y="321874"/>
                  </a:lnTo>
                  <a:lnTo>
                    <a:pt x="136258" y="321720"/>
                  </a:lnTo>
                  <a:lnTo>
                    <a:pt x="135815" y="321429"/>
                  </a:lnTo>
                  <a:lnTo>
                    <a:pt x="135644" y="321308"/>
                  </a:lnTo>
                  <a:lnTo>
                    <a:pt x="134411" y="319824"/>
                  </a:lnTo>
                  <a:lnTo>
                    <a:pt x="134016" y="319544"/>
                  </a:lnTo>
                  <a:lnTo>
                    <a:pt x="133816" y="319491"/>
                  </a:lnTo>
                  <a:lnTo>
                    <a:pt x="133275" y="319563"/>
                  </a:lnTo>
                  <a:lnTo>
                    <a:pt x="132834" y="319350"/>
                  </a:lnTo>
                  <a:lnTo>
                    <a:pt x="132422" y="319021"/>
                  </a:lnTo>
                  <a:lnTo>
                    <a:pt x="132100" y="318764"/>
                  </a:lnTo>
                  <a:lnTo>
                    <a:pt x="131277" y="318101"/>
                  </a:lnTo>
                  <a:lnTo>
                    <a:pt x="130886" y="318067"/>
                  </a:lnTo>
                  <a:lnTo>
                    <a:pt x="130486" y="317689"/>
                  </a:lnTo>
                  <a:lnTo>
                    <a:pt x="130180" y="317400"/>
                  </a:lnTo>
                  <a:lnTo>
                    <a:pt x="129956" y="317196"/>
                  </a:lnTo>
                  <a:lnTo>
                    <a:pt x="129816" y="317026"/>
                  </a:lnTo>
                  <a:lnTo>
                    <a:pt x="129978" y="316809"/>
                  </a:lnTo>
                  <a:lnTo>
                    <a:pt x="129764" y="316630"/>
                  </a:lnTo>
                  <a:lnTo>
                    <a:pt x="129516" y="316435"/>
                  </a:lnTo>
                  <a:lnTo>
                    <a:pt x="129497" y="315996"/>
                  </a:lnTo>
                  <a:lnTo>
                    <a:pt x="129731" y="316137"/>
                  </a:lnTo>
                  <a:lnTo>
                    <a:pt x="129871" y="316344"/>
                  </a:lnTo>
                  <a:lnTo>
                    <a:pt x="130024" y="316619"/>
                  </a:lnTo>
                  <a:lnTo>
                    <a:pt x="130404" y="316312"/>
                  </a:lnTo>
                  <a:lnTo>
                    <a:pt x="129999" y="316002"/>
                  </a:lnTo>
                  <a:lnTo>
                    <a:pt x="129614" y="315706"/>
                  </a:lnTo>
                  <a:lnTo>
                    <a:pt x="129468" y="315512"/>
                  </a:lnTo>
                  <a:lnTo>
                    <a:pt x="129329" y="315327"/>
                  </a:lnTo>
                  <a:lnTo>
                    <a:pt x="129036" y="314928"/>
                  </a:lnTo>
                  <a:lnTo>
                    <a:pt x="128933" y="314790"/>
                  </a:lnTo>
                  <a:lnTo>
                    <a:pt x="128592" y="314385"/>
                  </a:lnTo>
                  <a:lnTo>
                    <a:pt x="128178" y="313605"/>
                  </a:lnTo>
                  <a:lnTo>
                    <a:pt x="127995" y="313278"/>
                  </a:lnTo>
                  <a:lnTo>
                    <a:pt x="127993" y="313097"/>
                  </a:lnTo>
                  <a:lnTo>
                    <a:pt x="128346" y="313283"/>
                  </a:lnTo>
                  <a:lnTo>
                    <a:pt x="128512" y="313168"/>
                  </a:lnTo>
                  <a:lnTo>
                    <a:pt x="128262" y="313038"/>
                  </a:lnTo>
                  <a:lnTo>
                    <a:pt x="128204" y="312837"/>
                  </a:lnTo>
                  <a:lnTo>
                    <a:pt x="127809" y="312658"/>
                  </a:lnTo>
                  <a:lnTo>
                    <a:pt x="127680" y="312703"/>
                  </a:lnTo>
                  <a:lnTo>
                    <a:pt x="127226" y="312573"/>
                  </a:lnTo>
                  <a:lnTo>
                    <a:pt x="127124" y="312270"/>
                  </a:lnTo>
                  <a:lnTo>
                    <a:pt x="126819" y="311857"/>
                  </a:lnTo>
                  <a:lnTo>
                    <a:pt x="126616" y="311349"/>
                  </a:lnTo>
                  <a:lnTo>
                    <a:pt x="126588" y="311074"/>
                  </a:lnTo>
                  <a:lnTo>
                    <a:pt x="126581" y="310851"/>
                  </a:lnTo>
                  <a:lnTo>
                    <a:pt x="126726" y="310441"/>
                  </a:lnTo>
                  <a:lnTo>
                    <a:pt x="127186" y="310018"/>
                  </a:lnTo>
                  <a:lnTo>
                    <a:pt x="127415" y="309784"/>
                  </a:lnTo>
                  <a:lnTo>
                    <a:pt x="127618" y="309557"/>
                  </a:lnTo>
                  <a:lnTo>
                    <a:pt x="127582" y="309228"/>
                  </a:lnTo>
                  <a:lnTo>
                    <a:pt x="127615" y="308981"/>
                  </a:lnTo>
                  <a:lnTo>
                    <a:pt x="127520" y="308402"/>
                  </a:lnTo>
                  <a:lnTo>
                    <a:pt x="127165" y="308387"/>
                  </a:lnTo>
                  <a:lnTo>
                    <a:pt x="127141" y="308546"/>
                  </a:lnTo>
                  <a:lnTo>
                    <a:pt x="127054" y="308698"/>
                  </a:lnTo>
                  <a:lnTo>
                    <a:pt x="126858" y="308073"/>
                  </a:lnTo>
                  <a:lnTo>
                    <a:pt x="126739" y="307754"/>
                  </a:lnTo>
                  <a:lnTo>
                    <a:pt x="126507" y="307309"/>
                  </a:lnTo>
                  <a:lnTo>
                    <a:pt x="126348" y="306818"/>
                  </a:lnTo>
                  <a:lnTo>
                    <a:pt x="126290" y="306684"/>
                  </a:lnTo>
                  <a:lnTo>
                    <a:pt x="126181" y="306467"/>
                  </a:lnTo>
                  <a:lnTo>
                    <a:pt x="126039" y="306193"/>
                  </a:lnTo>
                  <a:lnTo>
                    <a:pt x="125853" y="305692"/>
                  </a:lnTo>
                  <a:lnTo>
                    <a:pt x="125575" y="305000"/>
                  </a:lnTo>
                  <a:lnTo>
                    <a:pt x="125299" y="304336"/>
                  </a:lnTo>
                  <a:lnTo>
                    <a:pt x="125189" y="304094"/>
                  </a:lnTo>
                  <a:lnTo>
                    <a:pt x="124943" y="303558"/>
                  </a:lnTo>
                  <a:lnTo>
                    <a:pt x="124573" y="303591"/>
                  </a:lnTo>
                  <a:lnTo>
                    <a:pt x="124550" y="303289"/>
                  </a:lnTo>
                  <a:lnTo>
                    <a:pt x="124783" y="302954"/>
                  </a:lnTo>
                  <a:lnTo>
                    <a:pt x="124681" y="302680"/>
                  </a:lnTo>
                  <a:lnTo>
                    <a:pt x="124573" y="302320"/>
                  </a:lnTo>
                  <a:lnTo>
                    <a:pt x="124385" y="301769"/>
                  </a:lnTo>
                  <a:lnTo>
                    <a:pt x="124129" y="301582"/>
                  </a:lnTo>
                  <a:lnTo>
                    <a:pt x="124036" y="301090"/>
                  </a:lnTo>
                  <a:lnTo>
                    <a:pt x="124071" y="300603"/>
                  </a:lnTo>
                  <a:lnTo>
                    <a:pt x="123996" y="300345"/>
                  </a:lnTo>
                  <a:lnTo>
                    <a:pt x="123908" y="300067"/>
                  </a:lnTo>
                  <a:lnTo>
                    <a:pt x="123659" y="299421"/>
                  </a:lnTo>
                  <a:lnTo>
                    <a:pt x="123608" y="299291"/>
                  </a:lnTo>
                  <a:lnTo>
                    <a:pt x="123552" y="299145"/>
                  </a:lnTo>
                  <a:lnTo>
                    <a:pt x="123511" y="299000"/>
                  </a:lnTo>
                  <a:lnTo>
                    <a:pt x="123375" y="298499"/>
                  </a:lnTo>
                  <a:lnTo>
                    <a:pt x="123325" y="298265"/>
                  </a:lnTo>
                  <a:lnTo>
                    <a:pt x="123352" y="297999"/>
                  </a:lnTo>
                  <a:lnTo>
                    <a:pt x="123384" y="297781"/>
                  </a:lnTo>
                  <a:lnTo>
                    <a:pt x="123382" y="297425"/>
                  </a:lnTo>
                  <a:lnTo>
                    <a:pt x="123351" y="297230"/>
                  </a:lnTo>
                  <a:lnTo>
                    <a:pt x="123180" y="296536"/>
                  </a:lnTo>
                  <a:lnTo>
                    <a:pt x="123016" y="296182"/>
                  </a:lnTo>
                  <a:lnTo>
                    <a:pt x="122862" y="295885"/>
                  </a:lnTo>
                  <a:lnTo>
                    <a:pt x="122726" y="295612"/>
                  </a:lnTo>
                  <a:lnTo>
                    <a:pt x="122553" y="295260"/>
                  </a:lnTo>
                  <a:lnTo>
                    <a:pt x="122454" y="295128"/>
                  </a:lnTo>
                  <a:lnTo>
                    <a:pt x="122205" y="294809"/>
                  </a:lnTo>
                  <a:lnTo>
                    <a:pt x="121568" y="294181"/>
                  </a:lnTo>
                  <a:lnTo>
                    <a:pt x="121235" y="293893"/>
                  </a:lnTo>
                  <a:lnTo>
                    <a:pt x="120897" y="293599"/>
                  </a:lnTo>
                  <a:lnTo>
                    <a:pt x="120373" y="293171"/>
                  </a:lnTo>
                  <a:lnTo>
                    <a:pt x="119893" y="292855"/>
                  </a:lnTo>
                  <a:lnTo>
                    <a:pt x="119558" y="292634"/>
                  </a:lnTo>
                  <a:lnTo>
                    <a:pt x="119362" y="292505"/>
                  </a:lnTo>
                  <a:lnTo>
                    <a:pt x="119103" y="292349"/>
                  </a:lnTo>
                  <a:lnTo>
                    <a:pt x="118768" y="292138"/>
                  </a:lnTo>
                  <a:lnTo>
                    <a:pt x="118862" y="291895"/>
                  </a:lnTo>
                  <a:lnTo>
                    <a:pt x="118445" y="291881"/>
                  </a:lnTo>
                  <a:lnTo>
                    <a:pt x="118054" y="291494"/>
                  </a:lnTo>
                  <a:lnTo>
                    <a:pt x="117817" y="291362"/>
                  </a:lnTo>
                  <a:lnTo>
                    <a:pt x="117555" y="291510"/>
                  </a:lnTo>
                  <a:lnTo>
                    <a:pt x="117451" y="291028"/>
                  </a:lnTo>
                  <a:lnTo>
                    <a:pt x="117445" y="290845"/>
                  </a:lnTo>
                  <a:lnTo>
                    <a:pt x="117473" y="290279"/>
                  </a:lnTo>
                  <a:lnTo>
                    <a:pt x="117403" y="289755"/>
                  </a:lnTo>
                  <a:lnTo>
                    <a:pt x="117400" y="289534"/>
                  </a:lnTo>
                  <a:lnTo>
                    <a:pt x="117423" y="289251"/>
                  </a:lnTo>
                  <a:lnTo>
                    <a:pt x="117589" y="288928"/>
                  </a:lnTo>
                  <a:lnTo>
                    <a:pt x="117782" y="288575"/>
                  </a:lnTo>
                  <a:lnTo>
                    <a:pt x="117991" y="288523"/>
                  </a:lnTo>
                  <a:lnTo>
                    <a:pt x="117703" y="288820"/>
                  </a:lnTo>
                  <a:lnTo>
                    <a:pt x="117632" y="289111"/>
                  </a:lnTo>
                  <a:lnTo>
                    <a:pt x="118185" y="288690"/>
                  </a:lnTo>
                  <a:lnTo>
                    <a:pt x="119015" y="288261"/>
                  </a:lnTo>
                  <a:lnTo>
                    <a:pt x="119560" y="287596"/>
                  </a:lnTo>
                  <a:lnTo>
                    <a:pt x="119507" y="287228"/>
                  </a:lnTo>
                  <a:lnTo>
                    <a:pt x="119152" y="287235"/>
                  </a:lnTo>
                  <a:lnTo>
                    <a:pt x="119010" y="285809"/>
                  </a:lnTo>
                  <a:lnTo>
                    <a:pt x="118887" y="285592"/>
                  </a:lnTo>
                  <a:lnTo>
                    <a:pt x="118959" y="285119"/>
                  </a:lnTo>
                  <a:lnTo>
                    <a:pt x="119106" y="284801"/>
                  </a:lnTo>
                  <a:lnTo>
                    <a:pt x="119230" y="284532"/>
                  </a:lnTo>
                  <a:lnTo>
                    <a:pt x="119643" y="284136"/>
                  </a:lnTo>
                  <a:lnTo>
                    <a:pt x="119300" y="283795"/>
                  </a:lnTo>
                  <a:lnTo>
                    <a:pt x="119437" y="283485"/>
                  </a:lnTo>
                  <a:lnTo>
                    <a:pt x="119392" y="283117"/>
                  </a:lnTo>
                  <a:lnTo>
                    <a:pt x="119554" y="283010"/>
                  </a:lnTo>
                  <a:lnTo>
                    <a:pt x="119948" y="283625"/>
                  </a:lnTo>
                  <a:lnTo>
                    <a:pt x="119971" y="282769"/>
                  </a:lnTo>
                  <a:lnTo>
                    <a:pt x="120388" y="281635"/>
                  </a:lnTo>
                  <a:lnTo>
                    <a:pt x="120789" y="280946"/>
                  </a:lnTo>
                  <a:lnTo>
                    <a:pt x="120174" y="281172"/>
                  </a:lnTo>
                  <a:lnTo>
                    <a:pt x="119979" y="280930"/>
                  </a:lnTo>
                  <a:lnTo>
                    <a:pt x="119965" y="280632"/>
                  </a:lnTo>
                  <a:lnTo>
                    <a:pt x="120365" y="279987"/>
                  </a:lnTo>
                  <a:lnTo>
                    <a:pt x="120433" y="279567"/>
                  </a:lnTo>
                  <a:lnTo>
                    <a:pt x="120515" y="279422"/>
                  </a:lnTo>
                  <a:lnTo>
                    <a:pt x="120631" y="279205"/>
                  </a:lnTo>
                  <a:lnTo>
                    <a:pt x="120763" y="278878"/>
                  </a:lnTo>
                  <a:lnTo>
                    <a:pt x="120855" y="278492"/>
                  </a:lnTo>
                  <a:lnTo>
                    <a:pt x="121182" y="278269"/>
                  </a:lnTo>
                  <a:lnTo>
                    <a:pt x="121124" y="277610"/>
                  </a:lnTo>
                  <a:lnTo>
                    <a:pt x="120969" y="277523"/>
                  </a:lnTo>
                  <a:lnTo>
                    <a:pt x="121072" y="277257"/>
                  </a:lnTo>
                  <a:lnTo>
                    <a:pt x="121280" y="276928"/>
                  </a:lnTo>
                  <a:lnTo>
                    <a:pt x="121402" y="276623"/>
                  </a:lnTo>
                  <a:lnTo>
                    <a:pt x="121670" y="276315"/>
                  </a:lnTo>
                  <a:lnTo>
                    <a:pt x="121828" y="276180"/>
                  </a:lnTo>
                  <a:lnTo>
                    <a:pt x="121743" y="276468"/>
                  </a:lnTo>
                  <a:lnTo>
                    <a:pt x="121485" y="276810"/>
                  </a:lnTo>
                  <a:lnTo>
                    <a:pt x="121864" y="276486"/>
                  </a:lnTo>
                  <a:lnTo>
                    <a:pt x="122052" y="276554"/>
                  </a:lnTo>
                  <a:lnTo>
                    <a:pt x="122342" y="276874"/>
                  </a:lnTo>
                  <a:lnTo>
                    <a:pt x="122499" y="276641"/>
                  </a:lnTo>
                  <a:lnTo>
                    <a:pt x="122158" y="275873"/>
                  </a:lnTo>
                  <a:lnTo>
                    <a:pt x="121861" y="275874"/>
                  </a:lnTo>
                  <a:lnTo>
                    <a:pt x="121786" y="275703"/>
                  </a:lnTo>
                  <a:lnTo>
                    <a:pt x="121500" y="275592"/>
                  </a:lnTo>
                  <a:lnTo>
                    <a:pt x="122343" y="275587"/>
                  </a:lnTo>
                  <a:lnTo>
                    <a:pt x="122637" y="275572"/>
                  </a:lnTo>
                  <a:lnTo>
                    <a:pt x="122724" y="275420"/>
                  </a:lnTo>
                  <a:lnTo>
                    <a:pt x="122794" y="275081"/>
                  </a:lnTo>
                  <a:lnTo>
                    <a:pt x="122689" y="274547"/>
                  </a:lnTo>
                  <a:lnTo>
                    <a:pt x="122460" y="274628"/>
                  </a:lnTo>
                  <a:lnTo>
                    <a:pt x="122300" y="274696"/>
                  </a:lnTo>
                  <a:lnTo>
                    <a:pt x="122263" y="274540"/>
                  </a:lnTo>
                  <a:lnTo>
                    <a:pt x="122212" y="274107"/>
                  </a:lnTo>
                  <a:lnTo>
                    <a:pt x="122389" y="273485"/>
                  </a:lnTo>
                  <a:lnTo>
                    <a:pt x="122097" y="273450"/>
                  </a:lnTo>
                  <a:lnTo>
                    <a:pt x="122302" y="272784"/>
                  </a:lnTo>
                  <a:lnTo>
                    <a:pt x="122412" y="272485"/>
                  </a:lnTo>
                  <a:lnTo>
                    <a:pt x="121945" y="272355"/>
                  </a:lnTo>
                  <a:lnTo>
                    <a:pt x="121663" y="272522"/>
                  </a:lnTo>
                  <a:lnTo>
                    <a:pt x="121621" y="272221"/>
                  </a:lnTo>
                  <a:lnTo>
                    <a:pt x="121824" y="272024"/>
                  </a:lnTo>
                  <a:lnTo>
                    <a:pt x="122074" y="271925"/>
                  </a:lnTo>
                  <a:lnTo>
                    <a:pt x="122534" y="270760"/>
                  </a:lnTo>
                  <a:lnTo>
                    <a:pt x="122569" y="270591"/>
                  </a:lnTo>
                  <a:lnTo>
                    <a:pt x="122447" y="270283"/>
                  </a:lnTo>
                  <a:lnTo>
                    <a:pt x="121880" y="270455"/>
                  </a:lnTo>
                  <a:lnTo>
                    <a:pt x="121476" y="270566"/>
                  </a:lnTo>
                  <a:lnTo>
                    <a:pt x="121164" y="270493"/>
                  </a:lnTo>
                  <a:lnTo>
                    <a:pt x="120986" y="270193"/>
                  </a:lnTo>
                  <a:lnTo>
                    <a:pt x="120980" y="269816"/>
                  </a:lnTo>
                  <a:lnTo>
                    <a:pt x="121247" y="269013"/>
                  </a:lnTo>
                  <a:lnTo>
                    <a:pt x="121986" y="269095"/>
                  </a:lnTo>
                  <a:lnTo>
                    <a:pt x="122115" y="269096"/>
                  </a:lnTo>
                  <a:lnTo>
                    <a:pt x="122317" y="268608"/>
                  </a:lnTo>
                  <a:lnTo>
                    <a:pt x="122299" y="268408"/>
                  </a:lnTo>
                  <a:lnTo>
                    <a:pt x="122264" y="268223"/>
                  </a:lnTo>
                  <a:lnTo>
                    <a:pt x="122049" y="268023"/>
                  </a:lnTo>
                  <a:lnTo>
                    <a:pt x="121897" y="267744"/>
                  </a:lnTo>
                  <a:lnTo>
                    <a:pt x="121843" y="267571"/>
                  </a:lnTo>
                  <a:lnTo>
                    <a:pt x="121878" y="267206"/>
                  </a:lnTo>
                  <a:lnTo>
                    <a:pt x="121947" y="266890"/>
                  </a:lnTo>
                  <a:lnTo>
                    <a:pt x="121908" y="266427"/>
                  </a:lnTo>
                  <a:lnTo>
                    <a:pt x="121912" y="265914"/>
                  </a:lnTo>
                  <a:lnTo>
                    <a:pt x="121925" y="265220"/>
                  </a:lnTo>
                  <a:lnTo>
                    <a:pt x="121926" y="265011"/>
                  </a:lnTo>
                  <a:lnTo>
                    <a:pt x="121930" y="264760"/>
                  </a:lnTo>
                  <a:lnTo>
                    <a:pt x="121919" y="264529"/>
                  </a:lnTo>
                  <a:lnTo>
                    <a:pt x="121861" y="264116"/>
                  </a:lnTo>
                  <a:lnTo>
                    <a:pt x="121934" y="263751"/>
                  </a:lnTo>
                  <a:lnTo>
                    <a:pt x="121951" y="263081"/>
                  </a:lnTo>
                  <a:lnTo>
                    <a:pt x="122113" y="262604"/>
                  </a:lnTo>
                  <a:lnTo>
                    <a:pt x="122302" y="262273"/>
                  </a:lnTo>
                  <a:lnTo>
                    <a:pt x="122455" y="262052"/>
                  </a:lnTo>
                  <a:lnTo>
                    <a:pt x="122515" y="261846"/>
                  </a:lnTo>
                  <a:lnTo>
                    <a:pt x="122654" y="261570"/>
                  </a:lnTo>
                  <a:lnTo>
                    <a:pt x="123237" y="260598"/>
                  </a:lnTo>
                  <a:lnTo>
                    <a:pt x="123412" y="260354"/>
                  </a:lnTo>
                  <a:lnTo>
                    <a:pt x="123879" y="260157"/>
                  </a:lnTo>
                  <a:lnTo>
                    <a:pt x="123129" y="259952"/>
                  </a:lnTo>
                  <a:lnTo>
                    <a:pt x="123216" y="259215"/>
                  </a:lnTo>
                  <a:lnTo>
                    <a:pt x="123307" y="258495"/>
                  </a:lnTo>
                  <a:lnTo>
                    <a:pt x="123346" y="258310"/>
                  </a:lnTo>
                  <a:lnTo>
                    <a:pt x="123637" y="257577"/>
                  </a:lnTo>
                  <a:lnTo>
                    <a:pt x="124505" y="257437"/>
                  </a:lnTo>
                  <a:lnTo>
                    <a:pt x="124428" y="256944"/>
                  </a:lnTo>
                  <a:lnTo>
                    <a:pt x="124808" y="256320"/>
                  </a:lnTo>
                  <a:lnTo>
                    <a:pt x="124955" y="256138"/>
                  </a:lnTo>
                  <a:lnTo>
                    <a:pt x="125426" y="255798"/>
                  </a:lnTo>
                  <a:lnTo>
                    <a:pt x="124922" y="255921"/>
                  </a:lnTo>
                  <a:lnTo>
                    <a:pt x="124708" y="256183"/>
                  </a:lnTo>
                  <a:lnTo>
                    <a:pt x="124351" y="256667"/>
                  </a:lnTo>
                  <a:lnTo>
                    <a:pt x="124234" y="256861"/>
                  </a:lnTo>
                  <a:lnTo>
                    <a:pt x="123656" y="257435"/>
                  </a:lnTo>
                  <a:lnTo>
                    <a:pt x="123453" y="257448"/>
                  </a:lnTo>
                  <a:lnTo>
                    <a:pt x="123115" y="257417"/>
                  </a:lnTo>
                  <a:lnTo>
                    <a:pt x="123012" y="256930"/>
                  </a:lnTo>
                  <a:lnTo>
                    <a:pt x="123213" y="256627"/>
                  </a:lnTo>
                  <a:lnTo>
                    <a:pt x="123501" y="256061"/>
                  </a:lnTo>
                  <a:lnTo>
                    <a:pt x="123648" y="255510"/>
                  </a:lnTo>
                  <a:lnTo>
                    <a:pt x="123303" y="255430"/>
                  </a:lnTo>
                  <a:lnTo>
                    <a:pt x="123686" y="255053"/>
                  </a:lnTo>
                  <a:lnTo>
                    <a:pt x="124037" y="254784"/>
                  </a:lnTo>
                  <a:lnTo>
                    <a:pt x="124309" y="254613"/>
                  </a:lnTo>
                  <a:lnTo>
                    <a:pt x="124472" y="254510"/>
                  </a:lnTo>
                  <a:lnTo>
                    <a:pt x="124664" y="254389"/>
                  </a:lnTo>
                  <a:lnTo>
                    <a:pt x="125181" y="254501"/>
                  </a:lnTo>
                  <a:lnTo>
                    <a:pt x="125457" y="254434"/>
                  </a:lnTo>
                  <a:lnTo>
                    <a:pt x="125573" y="253917"/>
                  </a:lnTo>
                  <a:lnTo>
                    <a:pt x="126350" y="254315"/>
                  </a:lnTo>
                  <a:lnTo>
                    <a:pt x="126591" y="253787"/>
                  </a:lnTo>
                  <a:lnTo>
                    <a:pt x="127090" y="253616"/>
                  </a:lnTo>
                  <a:lnTo>
                    <a:pt x="127183" y="253440"/>
                  </a:lnTo>
                  <a:lnTo>
                    <a:pt x="126742" y="253017"/>
                  </a:lnTo>
                  <a:lnTo>
                    <a:pt x="126588" y="252688"/>
                  </a:lnTo>
                  <a:lnTo>
                    <a:pt x="126667" y="252481"/>
                  </a:lnTo>
                  <a:lnTo>
                    <a:pt x="126908" y="252602"/>
                  </a:lnTo>
                  <a:lnTo>
                    <a:pt x="127099" y="252473"/>
                  </a:lnTo>
                  <a:lnTo>
                    <a:pt x="127409" y="252285"/>
                  </a:lnTo>
                  <a:lnTo>
                    <a:pt x="127715" y="252189"/>
                  </a:lnTo>
                  <a:lnTo>
                    <a:pt x="127919" y="252001"/>
                  </a:lnTo>
                  <a:lnTo>
                    <a:pt x="128172" y="251674"/>
                  </a:lnTo>
                  <a:lnTo>
                    <a:pt x="128237" y="251468"/>
                  </a:lnTo>
                  <a:lnTo>
                    <a:pt x="128575" y="250791"/>
                  </a:lnTo>
                  <a:lnTo>
                    <a:pt x="128751" y="250508"/>
                  </a:lnTo>
                  <a:lnTo>
                    <a:pt x="128904" y="250233"/>
                  </a:lnTo>
                  <a:lnTo>
                    <a:pt x="129084" y="249796"/>
                  </a:lnTo>
                  <a:lnTo>
                    <a:pt x="129223" y="249448"/>
                  </a:lnTo>
                  <a:lnTo>
                    <a:pt x="129291" y="249289"/>
                  </a:lnTo>
                  <a:lnTo>
                    <a:pt x="129355" y="249144"/>
                  </a:lnTo>
                  <a:lnTo>
                    <a:pt x="129494" y="248849"/>
                  </a:lnTo>
                  <a:lnTo>
                    <a:pt x="128889" y="248633"/>
                  </a:lnTo>
                  <a:lnTo>
                    <a:pt x="129618" y="247408"/>
                  </a:lnTo>
                  <a:lnTo>
                    <a:pt x="129688" y="247184"/>
                  </a:lnTo>
                  <a:lnTo>
                    <a:pt x="129824" y="246778"/>
                  </a:lnTo>
                  <a:lnTo>
                    <a:pt x="129937" y="246444"/>
                  </a:lnTo>
                  <a:lnTo>
                    <a:pt x="130049" y="246248"/>
                  </a:lnTo>
                  <a:lnTo>
                    <a:pt x="130717" y="246103"/>
                  </a:lnTo>
                  <a:lnTo>
                    <a:pt x="130902" y="245471"/>
                  </a:lnTo>
                  <a:lnTo>
                    <a:pt x="131029" y="245182"/>
                  </a:lnTo>
                  <a:lnTo>
                    <a:pt x="131116" y="244983"/>
                  </a:lnTo>
                  <a:lnTo>
                    <a:pt x="131223" y="244746"/>
                  </a:lnTo>
                  <a:lnTo>
                    <a:pt x="131678" y="243970"/>
                  </a:lnTo>
                  <a:lnTo>
                    <a:pt x="131917" y="243734"/>
                  </a:lnTo>
                  <a:lnTo>
                    <a:pt x="132171" y="243598"/>
                  </a:lnTo>
                  <a:lnTo>
                    <a:pt x="132494" y="243424"/>
                  </a:lnTo>
                  <a:lnTo>
                    <a:pt x="132739" y="243284"/>
                  </a:lnTo>
                  <a:lnTo>
                    <a:pt x="133308" y="242628"/>
                  </a:lnTo>
                  <a:lnTo>
                    <a:pt x="133967" y="241636"/>
                  </a:lnTo>
                  <a:lnTo>
                    <a:pt x="134163" y="241611"/>
                  </a:lnTo>
                  <a:lnTo>
                    <a:pt x="134435" y="241384"/>
                  </a:lnTo>
                  <a:lnTo>
                    <a:pt x="134345" y="240890"/>
                  </a:lnTo>
                  <a:lnTo>
                    <a:pt x="134469" y="240317"/>
                  </a:lnTo>
                  <a:lnTo>
                    <a:pt x="134606" y="239754"/>
                  </a:lnTo>
                  <a:lnTo>
                    <a:pt x="134736" y="239678"/>
                  </a:lnTo>
                  <a:lnTo>
                    <a:pt x="134518" y="239672"/>
                  </a:lnTo>
                  <a:lnTo>
                    <a:pt x="134263" y="239680"/>
                  </a:lnTo>
                  <a:lnTo>
                    <a:pt x="133742" y="239735"/>
                  </a:lnTo>
                  <a:lnTo>
                    <a:pt x="133700" y="239920"/>
                  </a:lnTo>
                  <a:lnTo>
                    <a:pt x="133468" y="240745"/>
                  </a:lnTo>
                  <a:lnTo>
                    <a:pt x="132793" y="241271"/>
                  </a:lnTo>
                  <a:lnTo>
                    <a:pt x="132212" y="241001"/>
                  </a:lnTo>
                  <a:lnTo>
                    <a:pt x="133250" y="239675"/>
                  </a:lnTo>
                  <a:lnTo>
                    <a:pt x="133665" y="239326"/>
                  </a:lnTo>
                  <a:lnTo>
                    <a:pt x="133766" y="239184"/>
                  </a:lnTo>
                  <a:lnTo>
                    <a:pt x="133980" y="238838"/>
                  </a:lnTo>
                  <a:lnTo>
                    <a:pt x="133918" y="238519"/>
                  </a:lnTo>
                  <a:lnTo>
                    <a:pt x="134011" y="238384"/>
                  </a:lnTo>
                  <a:lnTo>
                    <a:pt x="134322" y="238061"/>
                  </a:lnTo>
                  <a:lnTo>
                    <a:pt x="134493" y="238059"/>
                  </a:lnTo>
                  <a:lnTo>
                    <a:pt x="134729" y="238055"/>
                  </a:lnTo>
                  <a:lnTo>
                    <a:pt x="135777" y="237675"/>
                  </a:lnTo>
                  <a:lnTo>
                    <a:pt x="135824" y="237301"/>
                  </a:lnTo>
                  <a:lnTo>
                    <a:pt x="136063" y="237047"/>
                  </a:lnTo>
                  <a:lnTo>
                    <a:pt x="136458" y="236389"/>
                  </a:lnTo>
                  <a:lnTo>
                    <a:pt x="136611" y="236144"/>
                  </a:lnTo>
                  <a:lnTo>
                    <a:pt x="136754" y="235796"/>
                  </a:lnTo>
                  <a:lnTo>
                    <a:pt x="136343" y="235631"/>
                  </a:lnTo>
                  <a:lnTo>
                    <a:pt x="136203" y="235574"/>
                  </a:lnTo>
                  <a:lnTo>
                    <a:pt x="135972" y="235184"/>
                  </a:lnTo>
                  <a:lnTo>
                    <a:pt x="136033" y="235023"/>
                  </a:lnTo>
                  <a:lnTo>
                    <a:pt x="136154" y="234705"/>
                  </a:lnTo>
                  <a:lnTo>
                    <a:pt x="136251" y="234444"/>
                  </a:lnTo>
                  <a:lnTo>
                    <a:pt x="136348" y="234200"/>
                  </a:lnTo>
                  <a:lnTo>
                    <a:pt x="136795" y="233250"/>
                  </a:lnTo>
                  <a:lnTo>
                    <a:pt x="136858" y="233082"/>
                  </a:lnTo>
                  <a:lnTo>
                    <a:pt x="137018" y="232669"/>
                  </a:lnTo>
                  <a:lnTo>
                    <a:pt x="137324" y="232606"/>
                  </a:lnTo>
                  <a:lnTo>
                    <a:pt x="137456" y="232311"/>
                  </a:lnTo>
                  <a:lnTo>
                    <a:pt x="137732" y="232055"/>
                  </a:lnTo>
                  <a:lnTo>
                    <a:pt x="137538" y="232704"/>
                  </a:lnTo>
                  <a:lnTo>
                    <a:pt x="137469" y="232894"/>
                  </a:lnTo>
                  <a:lnTo>
                    <a:pt x="137411" y="233053"/>
                  </a:lnTo>
                  <a:lnTo>
                    <a:pt x="137350" y="233219"/>
                  </a:lnTo>
                  <a:lnTo>
                    <a:pt x="137261" y="233459"/>
                  </a:lnTo>
                  <a:lnTo>
                    <a:pt x="137160" y="233651"/>
                  </a:lnTo>
                  <a:lnTo>
                    <a:pt x="136798" y="233613"/>
                  </a:lnTo>
                  <a:lnTo>
                    <a:pt x="136530" y="234338"/>
                  </a:lnTo>
                  <a:lnTo>
                    <a:pt x="136340" y="234957"/>
                  </a:lnTo>
                  <a:lnTo>
                    <a:pt x="136573" y="235023"/>
                  </a:lnTo>
                  <a:lnTo>
                    <a:pt x="136763" y="234503"/>
                  </a:lnTo>
                  <a:lnTo>
                    <a:pt x="137100" y="234229"/>
                  </a:lnTo>
                  <a:lnTo>
                    <a:pt x="137426" y="234442"/>
                  </a:lnTo>
                  <a:lnTo>
                    <a:pt x="137335" y="233956"/>
                  </a:lnTo>
                  <a:lnTo>
                    <a:pt x="137561" y="233357"/>
                  </a:lnTo>
                  <a:lnTo>
                    <a:pt x="137961" y="232301"/>
                  </a:lnTo>
                  <a:lnTo>
                    <a:pt x="138116" y="232364"/>
                  </a:lnTo>
                  <a:lnTo>
                    <a:pt x="138180" y="232561"/>
                  </a:lnTo>
                  <a:lnTo>
                    <a:pt x="138206" y="233044"/>
                  </a:lnTo>
                  <a:lnTo>
                    <a:pt x="138286" y="232814"/>
                  </a:lnTo>
                  <a:lnTo>
                    <a:pt x="138235" y="232002"/>
                  </a:lnTo>
                  <a:lnTo>
                    <a:pt x="138680" y="231942"/>
                  </a:lnTo>
                  <a:lnTo>
                    <a:pt x="138648" y="231793"/>
                  </a:lnTo>
                  <a:lnTo>
                    <a:pt x="138041" y="231668"/>
                  </a:lnTo>
                  <a:lnTo>
                    <a:pt x="138040" y="231480"/>
                  </a:lnTo>
                  <a:lnTo>
                    <a:pt x="137856" y="231376"/>
                  </a:lnTo>
                  <a:lnTo>
                    <a:pt x="137992" y="231249"/>
                  </a:lnTo>
                  <a:lnTo>
                    <a:pt x="138181" y="231071"/>
                  </a:lnTo>
                  <a:lnTo>
                    <a:pt x="138274" y="230859"/>
                  </a:lnTo>
                  <a:lnTo>
                    <a:pt x="138491" y="230591"/>
                  </a:lnTo>
                  <a:lnTo>
                    <a:pt x="138903" y="230836"/>
                  </a:lnTo>
                  <a:lnTo>
                    <a:pt x="139348" y="230860"/>
                  </a:lnTo>
                  <a:lnTo>
                    <a:pt x="139389" y="230677"/>
                  </a:lnTo>
                  <a:lnTo>
                    <a:pt x="139429" y="229832"/>
                  </a:lnTo>
                  <a:lnTo>
                    <a:pt x="139495" y="229682"/>
                  </a:lnTo>
                  <a:lnTo>
                    <a:pt x="139544" y="229554"/>
                  </a:lnTo>
                  <a:lnTo>
                    <a:pt x="139687" y="229269"/>
                  </a:lnTo>
                  <a:lnTo>
                    <a:pt x="140345" y="228372"/>
                  </a:lnTo>
                  <a:lnTo>
                    <a:pt x="140517" y="228192"/>
                  </a:lnTo>
                  <a:lnTo>
                    <a:pt x="140720" y="227488"/>
                  </a:lnTo>
                  <a:lnTo>
                    <a:pt x="140966" y="226959"/>
                  </a:lnTo>
                  <a:lnTo>
                    <a:pt x="141076" y="226604"/>
                  </a:lnTo>
                  <a:lnTo>
                    <a:pt x="141199" y="226442"/>
                  </a:lnTo>
                  <a:lnTo>
                    <a:pt x="141571" y="225874"/>
                  </a:lnTo>
                  <a:lnTo>
                    <a:pt x="141755" y="225528"/>
                  </a:lnTo>
                  <a:lnTo>
                    <a:pt x="142116" y="225164"/>
                  </a:lnTo>
                  <a:lnTo>
                    <a:pt x="142253" y="224886"/>
                  </a:lnTo>
                  <a:lnTo>
                    <a:pt x="142405" y="224579"/>
                  </a:lnTo>
                  <a:lnTo>
                    <a:pt x="142707" y="224237"/>
                  </a:lnTo>
                  <a:lnTo>
                    <a:pt x="142972" y="224151"/>
                  </a:lnTo>
                  <a:lnTo>
                    <a:pt x="143540" y="223398"/>
                  </a:lnTo>
                  <a:lnTo>
                    <a:pt x="143725" y="223113"/>
                  </a:lnTo>
                  <a:lnTo>
                    <a:pt x="144350" y="222038"/>
                  </a:lnTo>
                  <a:lnTo>
                    <a:pt x="144564" y="221611"/>
                  </a:lnTo>
                  <a:lnTo>
                    <a:pt x="144643" y="221463"/>
                  </a:lnTo>
                  <a:lnTo>
                    <a:pt x="145149" y="220516"/>
                  </a:lnTo>
                  <a:lnTo>
                    <a:pt x="145246" y="220334"/>
                  </a:lnTo>
                  <a:lnTo>
                    <a:pt x="145301" y="220183"/>
                  </a:lnTo>
                  <a:lnTo>
                    <a:pt x="145418" y="219860"/>
                  </a:lnTo>
                  <a:lnTo>
                    <a:pt x="145555" y="219328"/>
                  </a:lnTo>
                  <a:lnTo>
                    <a:pt x="145773" y="218794"/>
                  </a:lnTo>
                  <a:lnTo>
                    <a:pt x="145930" y="218451"/>
                  </a:lnTo>
                  <a:lnTo>
                    <a:pt x="146063" y="218102"/>
                  </a:lnTo>
                  <a:lnTo>
                    <a:pt x="146141" y="217895"/>
                  </a:lnTo>
                  <a:lnTo>
                    <a:pt x="146268" y="217333"/>
                  </a:lnTo>
                  <a:lnTo>
                    <a:pt x="146516" y="216834"/>
                  </a:lnTo>
                  <a:lnTo>
                    <a:pt x="146608" y="216661"/>
                  </a:lnTo>
                  <a:lnTo>
                    <a:pt x="146916" y="216267"/>
                  </a:lnTo>
                  <a:lnTo>
                    <a:pt x="147382" y="216109"/>
                  </a:lnTo>
                  <a:lnTo>
                    <a:pt x="147723" y="216066"/>
                  </a:lnTo>
                  <a:lnTo>
                    <a:pt x="148276" y="216014"/>
                  </a:lnTo>
                  <a:lnTo>
                    <a:pt x="148711" y="216287"/>
                  </a:lnTo>
                  <a:lnTo>
                    <a:pt x="148665" y="215895"/>
                  </a:lnTo>
                  <a:lnTo>
                    <a:pt x="148184" y="215412"/>
                  </a:lnTo>
                  <a:lnTo>
                    <a:pt x="148293" y="215225"/>
                  </a:lnTo>
                  <a:lnTo>
                    <a:pt x="148367" y="215063"/>
                  </a:lnTo>
                  <a:lnTo>
                    <a:pt x="148497" y="214633"/>
                  </a:lnTo>
                  <a:lnTo>
                    <a:pt x="148610" y="214478"/>
                  </a:lnTo>
                  <a:lnTo>
                    <a:pt x="150003" y="213533"/>
                  </a:lnTo>
                  <a:lnTo>
                    <a:pt x="150350" y="213440"/>
                  </a:lnTo>
                  <a:lnTo>
                    <a:pt x="150806" y="213311"/>
                  </a:lnTo>
                  <a:lnTo>
                    <a:pt x="151717" y="212595"/>
                  </a:lnTo>
                  <a:lnTo>
                    <a:pt x="152099" y="212239"/>
                  </a:lnTo>
                  <a:lnTo>
                    <a:pt x="152585" y="211749"/>
                  </a:lnTo>
                  <a:lnTo>
                    <a:pt x="152694" y="211345"/>
                  </a:lnTo>
                  <a:lnTo>
                    <a:pt x="152722" y="211104"/>
                  </a:lnTo>
                  <a:lnTo>
                    <a:pt x="152749" y="210924"/>
                  </a:lnTo>
                  <a:lnTo>
                    <a:pt x="153034" y="210474"/>
                  </a:lnTo>
                  <a:lnTo>
                    <a:pt x="153746" y="209828"/>
                  </a:lnTo>
                  <a:lnTo>
                    <a:pt x="154139" y="209552"/>
                  </a:lnTo>
                  <a:lnTo>
                    <a:pt x="154501" y="209389"/>
                  </a:lnTo>
                  <a:lnTo>
                    <a:pt x="154590" y="208940"/>
                  </a:lnTo>
                  <a:lnTo>
                    <a:pt x="154904" y="208330"/>
                  </a:lnTo>
                  <a:lnTo>
                    <a:pt x="154932" y="208053"/>
                  </a:lnTo>
                  <a:lnTo>
                    <a:pt x="154949" y="207883"/>
                  </a:lnTo>
                  <a:lnTo>
                    <a:pt x="155011" y="206873"/>
                  </a:lnTo>
                  <a:lnTo>
                    <a:pt x="154781" y="206869"/>
                  </a:lnTo>
                  <a:lnTo>
                    <a:pt x="154712" y="206486"/>
                  </a:lnTo>
                  <a:lnTo>
                    <a:pt x="154520" y="206268"/>
                  </a:lnTo>
                  <a:lnTo>
                    <a:pt x="154586" y="206084"/>
                  </a:lnTo>
                  <a:lnTo>
                    <a:pt x="154808" y="205574"/>
                  </a:lnTo>
                  <a:lnTo>
                    <a:pt x="154950" y="205331"/>
                  </a:lnTo>
                  <a:lnTo>
                    <a:pt x="155580" y="204635"/>
                  </a:lnTo>
                  <a:lnTo>
                    <a:pt x="155790" y="204870"/>
                  </a:lnTo>
                  <a:lnTo>
                    <a:pt x="156062" y="203824"/>
                  </a:lnTo>
                  <a:lnTo>
                    <a:pt x="156263" y="203527"/>
                  </a:lnTo>
                  <a:lnTo>
                    <a:pt x="156526" y="202929"/>
                  </a:lnTo>
                  <a:lnTo>
                    <a:pt x="156778" y="202447"/>
                  </a:lnTo>
                  <a:lnTo>
                    <a:pt x="157169" y="201812"/>
                  </a:lnTo>
                  <a:lnTo>
                    <a:pt x="157153" y="201574"/>
                  </a:lnTo>
                  <a:lnTo>
                    <a:pt x="157312" y="201111"/>
                  </a:lnTo>
                  <a:lnTo>
                    <a:pt x="157485" y="200779"/>
                  </a:lnTo>
                  <a:lnTo>
                    <a:pt x="158038" y="200222"/>
                  </a:lnTo>
                  <a:lnTo>
                    <a:pt x="158795" y="199078"/>
                  </a:lnTo>
                  <a:lnTo>
                    <a:pt x="159196" y="198597"/>
                  </a:lnTo>
                  <a:lnTo>
                    <a:pt x="159248" y="198404"/>
                  </a:lnTo>
                  <a:lnTo>
                    <a:pt x="159275" y="198085"/>
                  </a:lnTo>
                  <a:lnTo>
                    <a:pt x="159197" y="197826"/>
                  </a:lnTo>
                  <a:lnTo>
                    <a:pt x="159622" y="197015"/>
                  </a:lnTo>
                  <a:lnTo>
                    <a:pt x="159900" y="196678"/>
                  </a:lnTo>
                  <a:lnTo>
                    <a:pt x="160223" y="196055"/>
                  </a:lnTo>
                  <a:lnTo>
                    <a:pt x="160840" y="195368"/>
                  </a:lnTo>
                  <a:lnTo>
                    <a:pt x="161263" y="195183"/>
                  </a:lnTo>
                  <a:lnTo>
                    <a:pt x="161542" y="195112"/>
                  </a:lnTo>
                  <a:lnTo>
                    <a:pt x="161759" y="195039"/>
                  </a:lnTo>
                  <a:lnTo>
                    <a:pt x="162278" y="194642"/>
                  </a:lnTo>
                  <a:lnTo>
                    <a:pt x="162414" y="194517"/>
                  </a:lnTo>
                  <a:lnTo>
                    <a:pt x="162615" y="194358"/>
                  </a:lnTo>
                  <a:lnTo>
                    <a:pt x="162744" y="194275"/>
                  </a:lnTo>
                  <a:lnTo>
                    <a:pt x="162988" y="194062"/>
                  </a:lnTo>
                  <a:lnTo>
                    <a:pt x="163594" y="193819"/>
                  </a:lnTo>
                  <a:lnTo>
                    <a:pt x="164046" y="193657"/>
                  </a:lnTo>
                  <a:lnTo>
                    <a:pt x="164455" y="193561"/>
                  </a:lnTo>
                  <a:lnTo>
                    <a:pt x="164682" y="193510"/>
                  </a:lnTo>
                  <a:lnTo>
                    <a:pt x="164815" y="193480"/>
                  </a:lnTo>
                  <a:lnTo>
                    <a:pt x="165177" y="193408"/>
                  </a:lnTo>
                  <a:lnTo>
                    <a:pt x="165406" y="193328"/>
                  </a:lnTo>
                  <a:lnTo>
                    <a:pt x="165889" y="193128"/>
                  </a:lnTo>
                  <a:lnTo>
                    <a:pt x="166048" y="193081"/>
                  </a:lnTo>
                  <a:lnTo>
                    <a:pt x="166732" y="192619"/>
                  </a:lnTo>
                  <a:lnTo>
                    <a:pt x="167267" y="192231"/>
                  </a:lnTo>
                  <a:lnTo>
                    <a:pt x="167503" y="192101"/>
                  </a:lnTo>
                  <a:lnTo>
                    <a:pt x="167712" y="191979"/>
                  </a:lnTo>
                  <a:lnTo>
                    <a:pt x="168058" y="191904"/>
                  </a:lnTo>
                  <a:lnTo>
                    <a:pt x="168302" y="191855"/>
                  </a:lnTo>
                  <a:lnTo>
                    <a:pt x="168445" y="191819"/>
                  </a:lnTo>
                  <a:lnTo>
                    <a:pt x="168649" y="191751"/>
                  </a:lnTo>
                  <a:lnTo>
                    <a:pt x="169125" y="191562"/>
                  </a:lnTo>
                  <a:lnTo>
                    <a:pt x="169259" y="191503"/>
                  </a:lnTo>
                  <a:lnTo>
                    <a:pt x="169716" y="191360"/>
                  </a:lnTo>
                  <a:lnTo>
                    <a:pt x="170191" y="191521"/>
                  </a:lnTo>
                  <a:lnTo>
                    <a:pt x="171462" y="191274"/>
                  </a:lnTo>
                  <a:lnTo>
                    <a:pt x="171632" y="191157"/>
                  </a:lnTo>
                  <a:lnTo>
                    <a:pt x="171841" y="191298"/>
                  </a:lnTo>
                  <a:lnTo>
                    <a:pt x="172421" y="191276"/>
                  </a:lnTo>
                  <a:lnTo>
                    <a:pt x="172956" y="191176"/>
                  </a:lnTo>
                  <a:lnTo>
                    <a:pt x="173344" y="191037"/>
                  </a:lnTo>
                  <a:lnTo>
                    <a:pt x="173730" y="190879"/>
                  </a:lnTo>
                  <a:lnTo>
                    <a:pt x="173984" y="190757"/>
                  </a:lnTo>
                  <a:lnTo>
                    <a:pt x="174314" y="190592"/>
                  </a:lnTo>
                  <a:lnTo>
                    <a:pt x="174468" y="190482"/>
                  </a:lnTo>
                  <a:lnTo>
                    <a:pt x="174620" y="190374"/>
                  </a:lnTo>
                  <a:lnTo>
                    <a:pt x="175229" y="190126"/>
                  </a:lnTo>
                  <a:lnTo>
                    <a:pt x="175166" y="189913"/>
                  </a:lnTo>
                  <a:lnTo>
                    <a:pt x="175423" y="189578"/>
                  </a:lnTo>
                  <a:lnTo>
                    <a:pt x="176152" y="189191"/>
                  </a:lnTo>
                  <a:lnTo>
                    <a:pt x="176385" y="189065"/>
                  </a:lnTo>
                  <a:lnTo>
                    <a:pt x="176784" y="189367"/>
                  </a:lnTo>
                  <a:lnTo>
                    <a:pt x="177214" y="189595"/>
                  </a:lnTo>
                  <a:lnTo>
                    <a:pt x="177556" y="189997"/>
                  </a:lnTo>
                  <a:lnTo>
                    <a:pt x="177651" y="190152"/>
                  </a:lnTo>
                  <a:lnTo>
                    <a:pt x="177763" y="190425"/>
                  </a:lnTo>
                  <a:lnTo>
                    <a:pt x="177855" y="190768"/>
                  </a:lnTo>
                  <a:lnTo>
                    <a:pt x="178016" y="191251"/>
                  </a:lnTo>
                  <a:lnTo>
                    <a:pt x="178300" y="191342"/>
                  </a:lnTo>
                  <a:lnTo>
                    <a:pt x="178246" y="191115"/>
                  </a:lnTo>
                  <a:lnTo>
                    <a:pt x="178212" y="190953"/>
                  </a:lnTo>
                  <a:lnTo>
                    <a:pt x="178147" y="190648"/>
                  </a:lnTo>
                  <a:lnTo>
                    <a:pt x="178112" y="190272"/>
                  </a:lnTo>
                  <a:lnTo>
                    <a:pt x="177993" y="189812"/>
                  </a:lnTo>
                  <a:lnTo>
                    <a:pt x="177833" y="189494"/>
                  </a:lnTo>
                  <a:lnTo>
                    <a:pt x="177455" y="189066"/>
                  </a:lnTo>
                  <a:lnTo>
                    <a:pt x="176997" y="188778"/>
                  </a:lnTo>
                  <a:lnTo>
                    <a:pt x="176710" y="188657"/>
                  </a:lnTo>
                  <a:lnTo>
                    <a:pt x="176390" y="188514"/>
                  </a:lnTo>
                  <a:lnTo>
                    <a:pt x="176103" y="188127"/>
                  </a:lnTo>
                  <a:lnTo>
                    <a:pt x="176344" y="187811"/>
                  </a:lnTo>
                  <a:lnTo>
                    <a:pt x="176672" y="187462"/>
                  </a:lnTo>
                  <a:lnTo>
                    <a:pt x="176960" y="187048"/>
                  </a:lnTo>
                  <a:lnTo>
                    <a:pt x="177428" y="186502"/>
                  </a:lnTo>
                  <a:lnTo>
                    <a:pt x="177426" y="186352"/>
                  </a:lnTo>
                  <a:lnTo>
                    <a:pt x="177470" y="186221"/>
                  </a:lnTo>
                  <a:lnTo>
                    <a:pt x="177649" y="185738"/>
                  </a:lnTo>
                  <a:lnTo>
                    <a:pt x="178358" y="185169"/>
                  </a:lnTo>
                  <a:lnTo>
                    <a:pt x="178858" y="184736"/>
                  </a:lnTo>
                  <a:lnTo>
                    <a:pt x="179169" y="184226"/>
                  </a:lnTo>
                  <a:lnTo>
                    <a:pt x="179454" y="184046"/>
                  </a:lnTo>
                  <a:lnTo>
                    <a:pt x="179995" y="183773"/>
                  </a:lnTo>
                  <a:lnTo>
                    <a:pt x="180832" y="183474"/>
                  </a:lnTo>
                  <a:lnTo>
                    <a:pt x="181210" y="183391"/>
                  </a:lnTo>
                  <a:lnTo>
                    <a:pt x="181367" y="183274"/>
                  </a:lnTo>
                  <a:lnTo>
                    <a:pt x="181908" y="183132"/>
                  </a:lnTo>
                  <a:lnTo>
                    <a:pt x="182103" y="183164"/>
                  </a:lnTo>
                  <a:lnTo>
                    <a:pt x="182544" y="18313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9092773" y="2196608"/>
              <a:ext cx="183307" cy="182946"/>
            </a:xfrm>
            <a:custGeom>
              <a:avLst/>
              <a:pathLst>
                <a:path w="183307" h="182946">
                  <a:moveTo>
                    <a:pt x="182879" y="182880"/>
                  </a:moveTo>
                  <a:lnTo>
                    <a:pt x="182910" y="182404"/>
                  </a:lnTo>
                  <a:lnTo>
                    <a:pt x="182977" y="182116"/>
                  </a:lnTo>
                  <a:lnTo>
                    <a:pt x="183307" y="181588"/>
                  </a:lnTo>
                  <a:lnTo>
                    <a:pt x="183175" y="181841"/>
                  </a:lnTo>
                  <a:lnTo>
                    <a:pt x="183032" y="182394"/>
                  </a:lnTo>
                  <a:lnTo>
                    <a:pt x="183023" y="182596"/>
                  </a:lnTo>
                  <a:lnTo>
                    <a:pt x="182968" y="182946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9094062" y="2193137"/>
              <a:ext cx="182963" cy="183125"/>
            </a:xfrm>
            <a:custGeom>
              <a:avLst/>
              <a:pathLst>
                <a:path w="182963" h="183125">
                  <a:moveTo>
                    <a:pt x="182879" y="182880"/>
                  </a:moveTo>
                  <a:lnTo>
                    <a:pt x="182785" y="183125"/>
                  </a:lnTo>
                  <a:lnTo>
                    <a:pt x="182317" y="183121"/>
                  </a:lnTo>
                  <a:lnTo>
                    <a:pt x="182439" y="182108"/>
                  </a:lnTo>
                  <a:lnTo>
                    <a:pt x="182963" y="182179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9097192" y="218792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80" y="182788"/>
                  </a:lnTo>
                  <a:lnTo>
                    <a:pt x="182441" y="182673"/>
                  </a:lnTo>
                  <a:lnTo>
                    <a:pt x="182579" y="18244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9102555" y="2176757"/>
              <a:ext cx="185158" cy="182982"/>
            </a:xfrm>
            <a:custGeom>
              <a:avLst/>
              <a:pathLst>
                <a:path w="185158" h="182982">
                  <a:moveTo>
                    <a:pt x="182879" y="182880"/>
                  </a:moveTo>
                  <a:lnTo>
                    <a:pt x="183860" y="181664"/>
                  </a:lnTo>
                  <a:lnTo>
                    <a:pt x="184074" y="181660"/>
                  </a:lnTo>
                  <a:lnTo>
                    <a:pt x="184279" y="181656"/>
                  </a:lnTo>
                  <a:lnTo>
                    <a:pt x="184508" y="181651"/>
                  </a:lnTo>
                  <a:lnTo>
                    <a:pt x="184940" y="181643"/>
                  </a:lnTo>
                  <a:lnTo>
                    <a:pt x="185158" y="181691"/>
                  </a:lnTo>
                  <a:lnTo>
                    <a:pt x="184721" y="182366"/>
                  </a:lnTo>
                  <a:lnTo>
                    <a:pt x="184587" y="182728"/>
                  </a:lnTo>
                  <a:lnTo>
                    <a:pt x="183759" y="182982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9169862" y="2138709"/>
              <a:ext cx="183859" cy="183350"/>
            </a:xfrm>
            <a:custGeom>
              <a:avLst/>
              <a:pathLst>
                <a:path w="183859" h="183350">
                  <a:moveTo>
                    <a:pt x="182879" y="182880"/>
                  </a:moveTo>
                  <a:lnTo>
                    <a:pt x="183598" y="182766"/>
                  </a:lnTo>
                  <a:lnTo>
                    <a:pt x="183859" y="183137"/>
                  </a:lnTo>
                  <a:lnTo>
                    <a:pt x="183709" y="183350"/>
                  </a:lnTo>
                  <a:lnTo>
                    <a:pt x="183333" y="183320"/>
                  </a:lnTo>
                  <a:lnTo>
                    <a:pt x="183056" y="18329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9162000" y="2123402"/>
              <a:ext cx="183672" cy="183193"/>
            </a:xfrm>
            <a:custGeom>
              <a:avLst/>
              <a:pathLst>
                <a:path w="183672" h="183193">
                  <a:moveTo>
                    <a:pt x="182879" y="182880"/>
                  </a:moveTo>
                  <a:lnTo>
                    <a:pt x="183301" y="182805"/>
                  </a:lnTo>
                  <a:lnTo>
                    <a:pt x="183672" y="183026"/>
                  </a:lnTo>
                  <a:lnTo>
                    <a:pt x="182959" y="18319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9244853" y="2085722"/>
              <a:ext cx="182879" cy="183305"/>
            </a:xfrm>
            <a:custGeom>
              <a:avLst/>
              <a:pathLst>
                <a:path w="182879" h="183305">
                  <a:moveTo>
                    <a:pt x="182879" y="182880"/>
                  </a:moveTo>
                  <a:lnTo>
                    <a:pt x="182863" y="183305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8977773" y="1391791"/>
              <a:ext cx="209156" cy="265078"/>
            </a:xfrm>
            <a:custGeom>
              <a:avLst/>
              <a:pathLst>
                <a:path w="209156" h="265078">
                  <a:moveTo>
                    <a:pt x="182879" y="182880"/>
                  </a:moveTo>
                  <a:lnTo>
                    <a:pt x="183404" y="183115"/>
                  </a:lnTo>
                  <a:lnTo>
                    <a:pt x="183826" y="183323"/>
                  </a:lnTo>
                  <a:lnTo>
                    <a:pt x="184298" y="183625"/>
                  </a:lnTo>
                  <a:lnTo>
                    <a:pt x="184739" y="183854"/>
                  </a:lnTo>
                  <a:lnTo>
                    <a:pt x="185128" y="184021"/>
                  </a:lnTo>
                  <a:lnTo>
                    <a:pt x="185576" y="184075"/>
                  </a:lnTo>
                  <a:lnTo>
                    <a:pt x="186164" y="184007"/>
                  </a:lnTo>
                  <a:lnTo>
                    <a:pt x="186504" y="183952"/>
                  </a:lnTo>
                  <a:lnTo>
                    <a:pt x="187238" y="184055"/>
                  </a:lnTo>
                  <a:lnTo>
                    <a:pt x="187779" y="184014"/>
                  </a:lnTo>
                  <a:lnTo>
                    <a:pt x="187972" y="184197"/>
                  </a:lnTo>
                  <a:lnTo>
                    <a:pt x="188061" y="184523"/>
                  </a:lnTo>
                  <a:lnTo>
                    <a:pt x="187882" y="184763"/>
                  </a:lnTo>
                  <a:lnTo>
                    <a:pt x="187795" y="185154"/>
                  </a:lnTo>
                  <a:lnTo>
                    <a:pt x="188108" y="185667"/>
                  </a:lnTo>
                  <a:lnTo>
                    <a:pt x="188137" y="185896"/>
                  </a:lnTo>
                  <a:lnTo>
                    <a:pt x="188219" y="186243"/>
                  </a:lnTo>
                  <a:lnTo>
                    <a:pt x="188275" y="186445"/>
                  </a:lnTo>
                  <a:lnTo>
                    <a:pt x="188615" y="186787"/>
                  </a:lnTo>
                  <a:lnTo>
                    <a:pt x="189040" y="186829"/>
                  </a:lnTo>
                  <a:lnTo>
                    <a:pt x="189353" y="186818"/>
                  </a:lnTo>
                  <a:lnTo>
                    <a:pt x="189514" y="187043"/>
                  </a:lnTo>
                  <a:lnTo>
                    <a:pt x="189563" y="187193"/>
                  </a:lnTo>
                  <a:lnTo>
                    <a:pt x="189708" y="187295"/>
                  </a:lnTo>
                  <a:lnTo>
                    <a:pt x="189849" y="187339"/>
                  </a:lnTo>
                  <a:lnTo>
                    <a:pt x="190078" y="187462"/>
                  </a:lnTo>
                  <a:lnTo>
                    <a:pt x="190125" y="187688"/>
                  </a:lnTo>
                  <a:lnTo>
                    <a:pt x="190588" y="187937"/>
                  </a:lnTo>
                  <a:lnTo>
                    <a:pt x="190926" y="188732"/>
                  </a:lnTo>
                  <a:lnTo>
                    <a:pt x="191144" y="188800"/>
                  </a:lnTo>
                  <a:lnTo>
                    <a:pt x="191425" y="188890"/>
                  </a:lnTo>
                  <a:lnTo>
                    <a:pt x="191467" y="189044"/>
                  </a:lnTo>
                  <a:lnTo>
                    <a:pt x="191513" y="189600"/>
                  </a:lnTo>
                  <a:lnTo>
                    <a:pt x="191614" y="189945"/>
                  </a:lnTo>
                  <a:lnTo>
                    <a:pt x="191222" y="190400"/>
                  </a:lnTo>
                  <a:lnTo>
                    <a:pt x="191404" y="190679"/>
                  </a:lnTo>
                  <a:lnTo>
                    <a:pt x="191597" y="190703"/>
                  </a:lnTo>
                  <a:lnTo>
                    <a:pt x="191819" y="190392"/>
                  </a:lnTo>
                  <a:lnTo>
                    <a:pt x="192196" y="190262"/>
                  </a:lnTo>
                  <a:lnTo>
                    <a:pt x="192460" y="190688"/>
                  </a:lnTo>
                  <a:lnTo>
                    <a:pt x="192604" y="191125"/>
                  </a:lnTo>
                  <a:lnTo>
                    <a:pt x="193081" y="190795"/>
                  </a:lnTo>
                  <a:lnTo>
                    <a:pt x="193190" y="190531"/>
                  </a:lnTo>
                  <a:lnTo>
                    <a:pt x="193411" y="190505"/>
                  </a:lnTo>
                  <a:lnTo>
                    <a:pt x="193891" y="190556"/>
                  </a:lnTo>
                  <a:lnTo>
                    <a:pt x="194032" y="191100"/>
                  </a:lnTo>
                  <a:lnTo>
                    <a:pt x="194498" y="191240"/>
                  </a:lnTo>
                  <a:lnTo>
                    <a:pt x="194969" y="191332"/>
                  </a:lnTo>
                  <a:lnTo>
                    <a:pt x="195168" y="191326"/>
                  </a:lnTo>
                  <a:lnTo>
                    <a:pt x="195394" y="191305"/>
                  </a:lnTo>
                  <a:lnTo>
                    <a:pt x="195591" y="191148"/>
                  </a:lnTo>
                  <a:lnTo>
                    <a:pt x="195984" y="191553"/>
                  </a:lnTo>
                  <a:lnTo>
                    <a:pt x="195825" y="191556"/>
                  </a:lnTo>
                  <a:lnTo>
                    <a:pt x="195867" y="191785"/>
                  </a:lnTo>
                  <a:lnTo>
                    <a:pt x="196201" y="191924"/>
                  </a:lnTo>
                  <a:lnTo>
                    <a:pt x="196430" y="191912"/>
                  </a:lnTo>
                  <a:lnTo>
                    <a:pt x="196795" y="192241"/>
                  </a:lnTo>
                  <a:lnTo>
                    <a:pt x="196393" y="192795"/>
                  </a:lnTo>
                  <a:lnTo>
                    <a:pt x="196059" y="192967"/>
                  </a:lnTo>
                  <a:lnTo>
                    <a:pt x="195599" y="192851"/>
                  </a:lnTo>
                  <a:lnTo>
                    <a:pt x="195606" y="193178"/>
                  </a:lnTo>
                  <a:lnTo>
                    <a:pt x="195498" y="193578"/>
                  </a:lnTo>
                  <a:lnTo>
                    <a:pt x="195556" y="194274"/>
                  </a:lnTo>
                  <a:lnTo>
                    <a:pt x="195860" y="194550"/>
                  </a:lnTo>
                  <a:lnTo>
                    <a:pt x="196188" y="194107"/>
                  </a:lnTo>
                  <a:lnTo>
                    <a:pt x="196602" y="193968"/>
                  </a:lnTo>
                  <a:lnTo>
                    <a:pt x="197068" y="193970"/>
                  </a:lnTo>
                  <a:lnTo>
                    <a:pt x="197258" y="194236"/>
                  </a:lnTo>
                  <a:lnTo>
                    <a:pt x="197478" y="194354"/>
                  </a:lnTo>
                  <a:lnTo>
                    <a:pt x="197577" y="194572"/>
                  </a:lnTo>
                  <a:lnTo>
                    <a:pt x="197594" y="194719"/>
                  </a:lnTo>
                  <a:lnTo>
                    <a:pt x="197543" y="194880"/>
                  </a:lnTo>
                  <a:lnTo>
                    <a:pt x="197461" y="195408"/>
                  </a:lnTo>
                  <a:lnTo>
                    <a:pt x="197369" y="195571"/>
                  </a:lnTo>
                  <a:lnTo>
                    <a:pt x="197291" y="195839"/>
                  </a:lnTo>
                  <a:lnTo>
                    <a:pt x="197250" y="196018"/>
                  </a:lnTo>
                  <a:lnTo>
                    <a:pt x="197268" y="196179"/>
                  </a:lnTo>
                  <a:lnTo>
                    <a:pt x="197270" y="196398"/>
                  </a:lnTo>
                  <a:lnTo>
                    <a:pt x="196873" y="196634"/>
                  </a:lnTo>
                  <a:lnTo>
                    <a:pt x="195948" y="196802"/>
                  </a:lnTo>
                  <a:lnTo>
                    <a:pt x="195559" y="196540"/>
                  </a:lnTo>
                  <a:lnTo>
                    <a:pt x="194946" y="196500"/>
                  </a:lnTo>
                  <a:lnTo>
                    <a:pt x="194740" y="196460"/>
                  </a:lnTo>
                  <a:lnTo>
                    <a:pt x="194406" y="196092"/>
                  </a:lnTo>
                  <a:lnTo>
                    <a:pt x="194020" y="195839"/>
                  </a:lnTo>
                  <a:lnTo>
                    <a:pt x="193740" y="195781"/>
                  </a:lnTo>
                  <a:lnTo>
                    <a:pt x="193329" y="195801"/>
                  </a:lnTo>
                  <a:lnTo>
                    <a:pt x="193080" y="195881"/>
                  </a:lnTo>
                  <a:lnTo>
                    <a:pt x="192793" y="196076"/>
                  </a:lnTo>
                  <a:lnTo>
                    <a:pt x="192846" y="196280"/>
                  </a:lnTo>
                  <a:lnTo>
                    <a:pt x="192526" y="196634"/>
                  </a:lnTo>
                  <a:lnTo>
                    <a:pt x="192160" y="196715"/>
                  </a:lnTo>
                  <a:lnTo>
                    <a:pt x="191785" y="196634"/>
                  </a:lnTo>
                  <a:lnTo>
                    <a:pt x="191350" y="196450"/>
                  </a:lnTo>
                  <a:lnTo>
                    <a:pt x="191037" y="196452"/>
                  </a:lnTo>
                  <a:lnTo>
                    <a:pt x="190643" y="196616"/>
                  </a:lnTo>
                  <a:lnTo>
                    <a:pt x="190198" y="196538"/>
                  </a:lnTo>
                  <a:lnTo>
                    <a:pt x="189784" y="196188"/>
                  </a:lnTo>
                  <a:lnTo>
                    <a:pt x="189594" y="195812"/>
                  </a:lnTo>
                  <a:lnTo>
                    <a:pt x="189252" y="195394"/>
                  </a:lnTo>
                  <a:lnTo>
                    <a:pt x="188683" y="195358"/>
                  </a:lnTo>
                  <a:lnTo>
                    <a:pt x="188248" y="195275"/>
                  </a:lnTo>
                  <a:lnTo>
                    <a:pt x="187665" y="195392"/>
                  </a:lnTo>
                  <a:lnTo>
                    <a:pt x="187531" y="195265"/>
                  </a:lnTo>
                  <a:lnTo>
                    <a:pt x="186957" y="195237"/>
                  </a:lnTo>
                  <a:lnTo>
                    <a:pt x="186514" y="195311"/>
                  </a:lnTo>
                  <a:lnTo>
                    <a:pt x="186735" y="195687"/>
                  </a:lnTo>
                  <a:lnTo>
                    <a:pt x="187003" y="196037"/>
                  </a:lnTo>
                  <a:lnTo>
                    <a:pt x="186877" y="196356"/>
                  </a:lnTo>
                  <a:lnTo>
                    <a:pt x="186667" y="196555"/>
                  </a:lnTo>
                  <a:lnTo>
                    <a:pt x="186559" y="196793"/>
                  </a:lnTo>
                  <a:lnTo>
                    <a:pt x="186476" y="197024"/>
                  </a:lnTo>
                  <a:lnTo>
                    <a:pt x="186171" y="197418"/>
                  </a:lnTo>
                  <a:lnTo>
                    <a:pt x="185580" y="197818"/>
                  </a:lnTo>
                  <a:lnTo>
                    <a:pt x="185466" y="198003"/>
                  </a:lnTo>
                  <a:lnTo>
                    <a:pt x="185503" y="198310"/>
                  </a:lnTo>
                  <a:lnTo>
                    <a:pt x="185927" y="198458"/>
                  </a:lnTo>
                  <a:lnTo>
                    <a:pt x="186097" y="198520"/>
                  </a:lnTo>
                  <a:lnTo>
                    <a:pt x="185944" y="198955"/>
                  </a:lnTo>
                  <a:lnTo>
                    <a:pt x="185620" y="198917"/>
                  </a:lnTo>
                  <a:lnTo>
                    <a:pt x="185485" y="198925"/>
                  </a:lnTo>
                  <a:lnTo>
                    <a:pt x="185299" y="199226"/>
                  </a:lnTo>
                  <a:lnTo>
                    <a:pt x="185591" y="199227"/>
                  </a:lnTo>
                  <a:lnTo>
                    <a:pt x="185516" y="199586"/>
                  </a:lnTo>
                  <a:lnTo>
                    <a:pt x="185354" y="199876"/>
                  </a:lnTo>
                  <a:lnTo>
                    <a:pt x="185736" y="200207"/>
                  </a:lnTo>
                  <a:lnTo>
                    <a:pt x="185804" y="200354"/>
                  </a:lnTo>
                  <a:lnTo>
                    <a:pt x="185962" y="201407"/>
                  </a:lnTo>
                  <a:lnTo>
                    <a:pt x="186049" y="201537"/>
                  </a:lnTo>
                  <a:lnTo>
                    <a:pt x="186603" y="202237"/>
                  </a:lnTo>
                  <a:lnTo>
                    <a:pt x="186923" y="202641"/>
                  </a:lnTo>
                  <a:lnTo>
                    <a:pt x="186852" y="203070"/>
                  </a:lnTo>
                  <a:lnTo>
                    <a:pt x="187125" y="203651"/>
                  </a:lnTo>
                  <a:lnTo>
                    <a:pt x="187506" y="204220"/>
                  </a:lnTo>
                  <a:lnTo>
                    <a:pt x="187641" y="204672"/>
                  </a:lnTo>
                  <a:lnTo>
                    <a:pt x="187491" y="205019"/>
                  </a:lnTo>
                  <a:lnTo>
                    <a:pt x="187347" y="205417"/>
                  </a:lnTo>
                  <a:lnTo>
                    <a:pt x="187024" y="205951"/>
                  </a:lnTo>
                  <a:lnTo>
                    <a:pt x="187241" y="206043"/>
                  </a:lnTo>
                  <a:lnTo>
                    <a:pt x="187305" y="206291"/>
                  </a:lnTo>
                  <a:lnTo>
                    <a:pt x="187240" y="206431"/>
                  </a:lnTo>
                  <a:lnTo>
                    <a:pt x="187163" y="206595"/>
                  </a:lnTo>
                  <a:lnTo>
                    <a:pt x="186979" y="206563"/>
                  </a:lnTo>
                  <a:lnTo>
                    <a:pt x="187440" y="206688"/>
                  </a:lnTo>
                  <a:lnTo>
                    <a:pt x="188790" y="207322"/>
                  </a:lnTo>
                  <a:lnTo>
                    <a:pt x="188438" y="208552"/>
                  </a:lnTo>
                  <a:lnTo>
                    <a:pt x="188652" y="208565"/>
                  </a:lnTo>
                  <a:lnTo>
                    <a:pt x="189019" y="209144"/>
                  </a:lnTo>
                  <a:lnTo>
                    <a:pt x="189660" y="209372"/>
                  </a:lnTo>
                  <a:lnTo>
                    <a:pt x="189946" y="209357"/>
                  </a:lnTo>
                  <a:lnTo>
                    <a:pt x="190508" y="209494"/>
                  </a:lnTo>
                  <a:lnTo>
                    <a:pt x="191370" y="209898"/>
                  </a:lnTo>
                  <a:lnTo>
                    <a:pt x="191271" y="210047"/>
                  </a:lnTo>
                  <a:lnTo>
                    <a:pt x="191405" y="210341"/>
                  </a:lnTo>
                  <a:lnTo>
                    <a:pt x="191509" y="210513"/>
                  </a:lnTo>
                  <a:lnTo>
                    <a:pt x="191598" y="210665"/>
                  </a:lnTo>
                  <a:lnTo>
                    <a:pt x="191990" y="211754"/>
                  </a:lnTo>
                  <a:lnTo>
                    <a:pt x="192129" y="212081"/>
                  </a:lnTo>
                  <a:lnTo>
                    <a:pt x="191937" y="212732"/>
                  </a:lnTo>
                  <a:lnTo>
                    <a:pt x="191277" y="213121"/>
                  </a:lnTo>
                  <a:lnTo>
                    <a:pt x="191122" y="213198"/>
                  </a:lnTo>
                  <a:lnTo>
                    <a:pt x="190100" y="214365"/>
                  </a:lnTo>
                  <a:lnTo>
                    <a:pt x="190269" y="214870"/>
                  </a:lnTo>
                  <a:lnTo>
                    <a:pt x="191113" y="214852"/>
                  </a:lnTo>
                  <a:lnTo>
                    <a:pt x="191455" y="214750"/>
                  </a:lnTo>
                  <a:lnTo>
                    <a:pt x="192071" y="215586"/>
                  </a:lnTo>
                  <a:lnTo>
                    <a:pt x="192996" y="215120"/>
                  </a:lnTo>
                  <a:lnTo>
                    <a:pt x="193624" y="215561"/>
                  </a:lnTo>
                  <a:lnTo>
                    <a:pt x="192949" y="216241"/>
                  </a:lnTo>
                  <a:lnTo>
                    <a:pt x="193639" y="216752"/>
                  </a:lnTo>
                  <a:lnTo>
                    <a:pt x="193800" y="217077"/>
                  </a:lnTo>
                  <a:lnTo>
                    <a:pt x="194265" y="217869"/>
                  </a:lnTo>
                  <a:lnTo>
                    <a:pt x="194524" y="217639"/>
                  </a:lnTo>
                  <a:lnTo>
                    <a:pt x="194724" y="217651"/>
                  </a:lnTo>
                  <a:lnTo>
                    <a:pt x="194955" y="217587"/>
                  </a:lnTo>
                  <a:lnTo>
                    <a:pt x="195163" y="217384"/>
                  </a:lnTo>
                  <a:lnTo>
                    <a:pt x="195483" y="216990"/>
                  </a:lnTo>
                  <a:lnTo>
                    <a:pt x="195393" y="216827"/>
                  </a:lnTo>
                  <a:lnTo>
                    <a:pt x="195241" y="216644"/>
                  </a:lnTo>
                  <a:lnTo>
                    <a:pt x="195071" y="216211"/>
                  </a:lnTo>
                  <a:lnTo>
                    <a:pt x="195085" y="216071"/>
                  </a:lnTo>
                  <a:lnTo>
                    <a:pt x="195173" y="215760"/>
                  </a:lnTo>
                  <a:lnTo>
                    <a:pt x="195301" y="215753"/>
                  </a:lnTo>
                  <a:lnTo>
                    <a:pt x="195626" y="215741"/>
                  </a:lnTo>
                  <a:lnTo>
                    <a:pt x="195910" y="215410"/>
                  </a:lnTo>
                  <a:lnTo>
                    <a:pt x="195769" y="215299"/>
                  </a:lnTo>
                  <a:lnTo>
                    <a:pt x="195662" y="214974"/>
                  </a:lnTo>
                  <a:lnTo>
                    <a:pt x="196118" y="214727"/>
                  </a:lnTo>
                  <a:lnTo>
                    <a:pt x="196441" y="214549"/>
                  </a:lnTo>
                  <a:lnTo>
                    <a:pt x="196731" y="214646"/>
                  </a:lnTo>
                  <a:lnTo>
                    <a:pt x="197631" y="214441"/>
                  </a:lnTo>
                  <a:lnTo>
                    <a:pt x="197921" y="214419"/>
                  </a:lnTo>
                  <a:lnTo>
                    <a:pt x="198587" y="214731"/>
                  </a:lnTo>
                  <a:lnTo>
                    <a:pt x="198942" y="214939"/>
                  </a:lnTo>
                  <a:lnTo>
                    <a:pt x="199080" y="214974"/>
                  </a:lnTo>
                  <a:lnTo>
                    <a:pt x="199228" y="214982"/>
                  </a:lnTo>
                  <a:lnTo>
                    <a:pt x="199551" y="214986"/>
                  </a:lnTo>
                  <a:lnTo>
                    <a:pt x="200074" y="214898"/>
                  </a:lnTo>
                  <a:lnTo>
                    <a:pt x="200276" y="214860"/>
                  </a:lnTo>
                  <a:lnTo>
                    <a:pt x="200665" y="214492"/>
                  </a:lnTo>
                  <a:lnTo>
                    <a:pt x="201035" y="214642"/>
                  </a:lnTo>
                  <a:lnTo>
                    <a:pt x="201210" y="214883"/>
                  </a:lnTo>
                  <a:lnTo>
                    <a:pt x="201809" y="214941"/>
                  </a:lnTo>
                  <a:lnTo>
                    <a:pt x="202212" y="214938"/>
                  </a:lnTo>
                  <a:lnTo>
                    <a:pt x="202471" y="215028"/>
                  </a:lnTo>
                  <a:lnTo>
                    <a:pt x="203092" y="215434"/>
                  </a:lnTo>
                  <a:lnTo>
                    <a:pt x="203385" y="215551"/>
                  </a:lnTo>
                  <a:lnTo>
                    <a:pt x="203549" y="215761"/>
                  </a:lnTo>
                  <a:lnTo>
                    <a:pt x="203450" y="215990"/>
                  </a:lnTo>
                  <a:lnTo>
                    <a:pt x="203151" y="216267"/>
                  </a:lnTo>
                  <a:lnTo>
                    <a:pt x="202852" y="216770"/>
                  </a:lnTo>
                  <a:lnTo>
                    <a:pt x="202759" y="217042"/>
                  </a:lnTo>
                  <a:lnTo>
                    <a:pt x="202621" y="217283"/>
                  </a:lnTo>
                  <a:lnTo>
                    <a:pt x="202480" y="217421"/>
                  </a:lnTo>
                  <a:lnTo>
                    <a:pt x="202313" y="217708"/>
                  </a:lnTo>
                  <a:lnTo>
                    <a:pt x="202345" y="217854"/>
                  </a:lnTo>
                  <a:lnTo>
                    <a:pt x="202630" y="218349"/>
                  </a:lnTo>
                  <a:lnTo>
                    <a:pt x="202628" y="218557"/>
                  </a:lnTo>
                  <a:lnTo>
                    <a:pt x="202330" y="218814"/>
                  </a:lnTo>
                  <a:lnTo>
                    <a:pt x="202200" y="218839"/>
                  </a:lnTo>
                  <a:lnTo>
                    <a:pt x="202044" y="218902"/>
                  </a:lnTo>
                  <a:lnTo>
                    <a:pt x="202041" y="219060"/>
                  </a:lnTo>
                  <a:lnTo>
                    <a:pt x="202030" y="219222"/>
                  </a:lnTo>
                  <a:lnTo>
                    <a:pt x="201951" y="219859"/>
                  </a:lnTo>
                  <a:lnTo>
                    <a:pt x="202034" y="220329"/>
                  </a:lnTo>
                  <a:lnTo>
                    <a:pt x="201561" y="220893"/>
                  </a:lnTo>
                  <a:lnTo>
                    <a:pt x="201190" y="220933"/>
                  </a:lnTo>
                  <a:lnTo>
                    <a:pt x="201027" y="221527"/>
                  </a:lnTo>
                  <a:lnTo>
                    <a:pt x="200849" y="221581"/>
                  </a:lnTo>
                  <a:lnTo>
                    <a:pt x="200864" y="222258"/>
                  </a:lnTo>
                  <a:lnTo>
                    <a:pt x="200874" y="222590"/>
                  </a:lnTo>
                  <a:lnTo>
                    <a:pt x="200884" y="222992"/>
                  </a:lnTo>
                  <a:lnTo>
                    <a:pt x="200888" y="223179"/>
                  </a:lnTo>
                  <a:lnTo>
                    <a:pt x="200701" y="223654"/>
                  </a:lnTo>
                  <a:lnTo>
                    <a:pt x="200440" y="223695"/>
                  </a:lnTo>
                  <a:lnTo>
                    <a:pt x="199843" y="223791"/>
                  </a:lnTo>
                  <a:lnTo>
                    <a:pt x="199868" y="223969"/>
                  </a:lnTo>
                  <a:lnTo>
                    <a:pt x="199894" y="224129"/>
                  </a:lnTo>
                  <a:lnTo>
                    <a:pt x="200040" y="224109"/>
                  </a:lnTo>
                  <a:lnTo>
                    <a:pt x="200496" y="224348"/>
                  </a:lnTo>
                  <a:lnTo>
                    <a:pt x="200462" y="224579"/>
                  </a:lnTo>
                  <a:lnTo>
                    <a:pt x="200412" y="224929"/>
                  </a:lnTo>
                  <a:lnTo>
                    <a:pt x="200506" y="225336"/>
                  </a:lnTo>
                  <a:lnTo>
                    <a:pt x="200258" y="225392"/>
                  </a:lnTo>
                  <a:lnTo>
                    <a:pt x="199905" y="225199"/>
                  </a:lnTo>
                  <a:lnTo>
                    <a:pt x="199440" y="225279"/>
                  </a:lnTo>
                  <a:lnTo>
                    <a:pt x="199214" y="225287"/>
                  </a:lnTo>
                  <a:lnTo>
                    <a:pt x="198713" y="225312"/>
                  </a:lnTo>
                  <a:lnTo>
                    <a:pt x="198492" y="225352"/>
                  </a:lnTo>
                  <a:lnTo>
                    <a:pt x="198353" y="225393"/>
                  </a:lnTo>
                  <a:lnTo>
                    <a:pt x="198498" y="226422"/>
                  </a:lnTo>
                  <a:lnTo>
                    <a:pt x="199573" y="226463"/>
                  </a:lnTo>
                  <a:lnTo>
                    <a:pt x="199893" y="226238"/>
                  </a:lnTo>
                  <a:lnTo>
                    <a:pt x="200099" y="226091"/>
                  </a:lnTo>
                  <a:lnTo>
                    <a:pt x="200003" y="225931"/>
                  </a:lnTo>
                  <a:lnTo>
                    <a:pt x="199878" y="225779"/>
                  </a:lnTo>
                  <a:lnTo>
                    <a:pt x="200049" y="225660"/>
                  </a:lnTo>
                  <a:lnTo>
                    <a:pt x="200515" y="226011"/>
                  </a:lnTo>
                  <a:lnTo>
                    <a:pt x="200306" y="226276"/>
                  </a:lnTo>
                  <a:lnTo>
                    <a:pt x="199999" y="226795"/>
                  </a:lnTo>
                  <a:lnTo>
                    <a:pt x="199958" y="227005"/>
                  </a:lnTo>
                  <a:lnTo>
                    <a:pt x="200015" y="227697"/>
                  </a:lnTo>
                  <a:lnTo>
                    <a:pt x="200202" y="227487"/>
                  </a:lnTo>
                  <a:lnTo>
                    <a:pt x="200803" y="227556"/>
                  </a:lnTo>
                  <a:lnTo>
                    <a:pt x="200981" y="227519"/>
                  </a:lnTo>
                  <a:lnTo>
                    <a:pt x="201193" y="227478"/>
                  </a:lnTo>
                  <a:lnTo>
                    <a:pt x="202542" y="228160"/>
                  </a:lnTo>
                  <a:lnTo>
                    <a:pt x="202921" y="228105"/>
                  </a:lnTo>
                  <a:lnTo>
                    <a:pt x="203257" y="228087"/>
                  </a:lnTo>
                  <a:lnTo>
                    <a:pt x="203573" y="228115"/>
                  </a:lnTo>
                  <a:lnTo>
                    <a:pt x="204127" y="228166"/>
                  </a:lnTo>
                  <a:lnTo>
                    <a:pt x="204503" y="228228"/>
                  </a:lnTo>
                  <a:lnTo>
                    <a:pt x="205289" y="228395"/>
                  </a:lnTo>
                  <a:lnTo>
                    <a:pt x="205237" y="228672"/>
                  </a:lnTo>
                  <a:lnTo>
                    <a:pt x="205443" y="229068"/>
                  </a:lnTo>
                  <a:lnTo>
                    <a:pt x="206039" y="229202"/>
                  </a:lnTo>
                  <a:lnTo>
                    <a:pt x="206362" y="229565"/>
                  </a:lnTo>
                  <a:lnTo>
                    <a:pt x="206594" y="229584"/>
                  </a:lnTo>
                  <a:lnTo>
                    <a:pt x="206780" y="229624"/>
                  </a:lnTo>
                  <a:lnTo>
                    <a:pt x="207090" y="229809"/>
                  </a:lnTo>
                  <a:lnTo>
                    <a:pt x="207281" y="229627"/>
                  </a:lnTo>
                  <a:lnTo>
                    <a:pt x="207636" y="229859"/>
                  </a:lnTo>
                  <a:lnTo>
                    <a:pt x="207606" y="230122"/>
                  </a:lnTo>
                  <a:lnTo>
                    <a:pt x="207776" y="230227"/>
                  </a:lnTo>
                  <a:lnTo>
                    <a:pt x="207925" y="230685"/>
                  </a:lnTo>
                  <a:lnTo>
                    <a:pt x="208081" y="230790"/>
                  </a:lnTo>
                  <a:lnTo>
                    <a:pt x="208635" y="230984"/>
                  </a:lnTo>
                  <a:lnTo>
                    <a:pt x="209127" y="231184"/>
                  </a:lnTo>
                  <a:lnTo>
                    <a:pt x="209156" y="232194"/>
                  </a:lnTo>
                  <a:lnTo>
                    <a:pt x="208983" y="232387"/>
                  </a:lnTo>
                  <a:lnTo>
                    <a:pt x="208357" y="232404"/>
                  </a:lnTo>
                  <a:lnTo>
                    <a:pt x="208191" y="232407"/>
                  </a:lnTo>
                  <a:lnTo>
                    <a:pt x="207946" y="232448"/>
                  </a:lnTo>
                  <a:lnTo>
                    <a:pt x="207866" y="232796"/>
                  </a:lnTo>
                  <a:lnTo>
                    <a:pt x="207385" y="232800"/>
                  </a:lnTo>
                  <a:lnTo>
                    <a:pt x="207036" y="232803"/>
                  </a:lnTo>
                  <a:lnTo>
                    <a:pt x="206786" y="232806"/>
                  </a:lnTo>
                  <a:lnTo>
                    <a:pt x="206174" y="232853"/>
                  </a:lnTo>
                  <a:lnTo>
                    <a:pt x="205699" y="232896"/>
                  </a:lnTo>
                  <a:lnTo>
                    <a:pt x="205391" y="232952"/>
                  </a:lnTo>
                  <a:lnTo>
                    <a:pt x="205230" y="232983"/>
                  </a:lnTo>
                  <a:lnTo>
                    <a:pt x="204753" y="233090"/>
                  </a:lnTo>
                  <a:lnTo>
                    <a:pt x="204257" y="233369"/>
                  </a:lnTo>
                  <a:lnTo>
                    <a:pt x="204417" y="233860"/>
                  </a:lnTo>
                  <a:lnTo>
                    <a:pt x="204709" y="234752"/>
                  </a:lnTo>
                  <a:lnTo>
                    <a:pt x="204375" y="234835"/>
                  </a:lnTo>
                  <a:lnTo>
                    <a:pt x="203847" y="234958"/>
                  </a:lnTo>
                  <a:lnTo>
                    <a:pt x="203309" y="233377"/>
                  </a:lnTo>
                  <a:lnTo>
                    <a:pt x="202935" y="233518"/>
                  </a:lnTo>
                  <a:lnTo>
                    <a:pt x="201001" y="234246"/>
                  </a:lnTo>
                  <a:lnTo>
                    <a:pt x="201449" y="235050"/>
                  </a:lnTo>
                  <a:lnTo>
                    <a:pt x="201492" y="235182"/>
                  </a:lnTo>
                  <a:lnTo>
                    <a:pt x="201490" y="235331"/>
                  </a:lnTo>
                  <a:lnTo>
                    <a:pt x="201357" y="235592"/>
                  </a:lnTo>
                  <a:lnTo>
                    <a:pt x="201352" y="235087"/>
                  </a:lnTo>
                  <a:lnTo>
                    <a:pt x="201126" y="234685"/>
                  </a:lnTo>
                  <a:lnTo>
                    <a:pt x="200846" y="234964"/>
                  </a:lnTo>
                  <a:lnTo>
                    <a:pt x="201007" y="235070"/>
                  </a:lnTo>
                  <a:lnTo>
                    <a:pt x="201273" y="235365"/>
                  </a:lnTo>
                  <a:lnTo>
                    <a:pt x="201266" y="235558"/>
                  </a:lnTo>
                  <a:lnTo>
                    <a:pt x="200909" y="235253"/>
                  </a:lnTo>
                  <a:lnTo>
                    <a:pt x="200542" y="234696"/>
                  </a:lnTo>
                  <a:lnTo>
                    <a:pt x="200349" y="234781"/>
                  </a:lnTo>
                  <a:lnTo>
                    <a:pt x="200600" y="235251"/>
                  </a:lnTo>
                  <a:lnTo>
                    <a:pt x="200853" y="235726"/>
                  </a:lnTo>
                  <a:lnTo>
                    <a:pt x="200659" y="235700"/>
                  </a:lnTo>
                  <a:lnTo>
                    <a:pt x="200548" y="235514"/>
                  </a:lnTo>
                  <a:lnTo>
                    <a:pt x="200418" y="235295"/>
                  </a:lnTo>
                  <a:lnTo>
                    <a:pt x="199917" y="234845"/>
                  </a:lnTo>
                  <a:lnTo>
                    <a:pt x="199559" y="235033"/>
                  </a:lnTo>
                  <a:lnTo>
                    <a:pt x="199424" y="235088"/>
                  </a:lnTo>
                  <a:lnTo>
                    <a:pt x="199180" y="235352"/>
                  </a:lnTo>
                  <a:lnTo>
                    <a:pt x="199424" y="235395"/>
                  </a:lnTo>
                  <a:lnTo>
                    <a:pt x="199163" y="235597"/>
                  </a:lnTo>
                  <a:lnTo>
                    <a:pt x="198844" y="235669"/>
                  </a:lnTo>
                  <a:lnTo>
                    <a:pt x="198890" y="236061"/>
                  </a:lnTo>
                  <a:lnTo>
                    <a:pt x="198817" y="236193"/>
                  </a:lnTo>
                  <a:lnTo>
                    <a:pt x="198668" y="236321"/>
                  </a:lnTo>
                  <a:lnTo>
                    <a:pt x="198424" y="236404"/>
                  </a:lnTo>
                  <a:lnTo>
                    <a:pt x="198170" y="236381"/>
                  </a:lnTo>
                  <a:lnTo>
                    <a:pt x="197985" y="236295"/>
                  </a:lnTo>
                  <a:lnTo>
                    <a:pt x="197829" y="236410"/>
                  </a:lnTo>
                  <a:lnTo>
                    <a:pt x="197708" y="236586"/>
                  </a:lnTo>
                  <a:lnTo>
                    <a:pt x="197488" y="236994"/>
                  </a:lnTo>
                  <a:lnTo>
                    <a:pt x="198090" y="237388"/>
                  </a:lnTo>
                  <a:lnTo>
                    <a:pt x="199871" y="238556"/>
                  </a:lnTo>
                  <a:lnTo>
                    <a:pt x="199668" y="238847"/>
                  </a:lnTo>
                  <a:lnTo>
                    <a:pt x="198697" y="239987"/>
                  </a:lnTo>
                  <a:lnTo>
                    <a:pt x="198004" y="239724"/>
                  </a:lnTo>
                  <a:lnTo>
                    <a:pt x="197583" y="239565"/>
                  </a:lnTo>
                  <a:lnTo>
                    <a:pt x="196176" y="239032"/>
                  </a:lnTo>
                  <a:lnTo>
                    <a:pt x="196040" y="238981"/>
                  </a:lnTo>
                  <a:lnTo>
                    <a:pt x="195724" y="238861"/>
                  </a:lnTo>
                  <a:lnTo>
                    <a:pt x="195023" y="239328"/>
                  </a:lnTo>
                  <a:lnTo>
                    <a:pt x="195450" y="239610"/>
                  </a:lnTo>
                  <a:lnTo>
                    <a:pt x="196029" y="239863"/>
                  </a:lnTo>
                  <a:lnTo>
                    <a:pt x="196933" y="240173"/>
                  </a:lnTo>
                  <a:lnTo>
                    <a:pt x="197240" y="240278"/>
                  </a:lnTo>
                  <a:lnTo>
                    <a:pt x="197370" y="240323"/>
                  </a:lnTo>
                  <a:lnTo>
                    <a:pt x="198298" y="240697"/>
                  </a:lnTo>
                  <a:lnTo>
                    <a:pt x="198803" y="242708"/>
                  </a:lnTo>
                  <a:lnTo>
                    <a:pt x="198848" y="242886"/>
                  </a:lnTo>
                  <a:lnTo>
                    <a:pt x="199083" y="242898"/>
                  </a:lnTo>
                  <a:lnTo>
                    <a:pt x="199287" y="242978"/>
                  </a:lnTo>
                  <a:lnTo>
                    <a:pt x="199463" y="243132"/>
                  </a:lnTo>
                  <a:lnTo>
                    <a:pt x="199564" y="243351"/>
                  </a:lnTo>
                  <a:lnTo>
                    <a:pt x="199498" y="243697"/>
                  </a:lnTo>
                  <a:lnTo>
                    <a:pt x="199327" y="243857"/>
                  </a:lnTo>
                  <a:lnTo>
                    <a:pt x="199114" y="243940"/>
                  </a:lnTo>
                  <a:lnTo>
                    <a:pt x="199250" y="244482"/>
                  </a:lnTo>
                  <a:lnTo>
                    <a:pt x="199331" y="244806"/>
                  </a:lnTo>
                  <a:lnTo>
                    <a:pt x="198884" y="244722"/>
                  </a:lnTo>
                  <a:lnTo>
                    <a:pt x="198575" y="244689"/>
                  </a:lnTo>
                  <a:lnTo>
                    <a:pt x="198444" y="244738"/>
                  </a:lnTo>
                  <a:lnTo>
                    <a:pt x="197820" y="244282"/>
                  </a:lnTo>
                  <a:lnTo>
                    <a:pt x="197700" y="244106"/>
                  </a:lnTo>
                  <a:lnTo>
                    <a:pt x="197520" y="243411"/>
                  </a:lnTo>
                  <a:lnTo>
                    <a:pt x="197484" y="243274"/>
                  </a:lnTo>
                  <a:lnTo>
                    <a:pt x="197454" y="242984"/>
                  </a:lnTo>
                  <a:lnTo>
                    <a:pt x="196992" y="241268"/>
                  </a:lnTo>
                  <a:lnTo>
                    <a:pt x="196499" y="241357"/>
                  </a:lnTo>
                  <a:lnTo>
                    <a:pt x="196583" y="241692"/>
                  </a:lnTo>
                  <a:lnTo>
                    <a:pt x="196786" y="242484"/>
                  </a:lnTo>
                  <a:lnTo>
                    <a:pt x="196815" y="242640"/>
                  </a:lnTo>
                  <a:lnTo>
                    <a:pt x="196913" y="243015"/>
                  </a:lnTo>
                  <a:lnTo>
                    <a:pt x="197064" y="243618"/>
                  </a:lnTo>
                  <a:lnTo>
                    <a:pt x="197115" y="243822"/>
                  </a:lnTo>
                  <a:lnTo>
                    <a:pt x="197215" y="244220"/>
                  </a:lnTo>
                  <a:lnTo>
                    <a:pt x="197520" y="244810"/>
                  </a:lnTo>
                  <a:lnTo>
                    <a:pt x="196990" y="244636"/>
                  </a:lnTo>
                  <a:lnTo>
                    <a:pt x="196612" y="244504"/>
                  </a:lnTo>
                  <a:lnTo>
                    <a:pt x="196470" y="244424"/>
                  </a:lnTo>
                  <a:lnTo>
                    <a:pt x="196294" y="244354"/>
                  </a:lnTo>
                  <a:lnTo>
                    <a:pt x="196151" y="244297"/>
                  </a:lnTo>
                  <a:lnTo>
                    <a:pt x="195937" y="244214"/>
                  </a:lnTo>
                  <a:lnTo>
                    <a:pt x="195696" y="244121"/>
                  </a:lnTo>
                  <a:lnTo>
                    <a:pt x="195613" y="244298"/>
                  </a:lnTo>
                  <a:lnTo>
                    <a:pt x="194637" y="243868"/>
                  </a:lnTo>
                  <a:lnTo>
                    <a:pt x="194532" y="244163"/>
                  </a:lnTo>
                  <a:lnTo>
                    <a:pt x="194900" y="244393"/>
                  </a:lnTo>
                  <a:lnTo>
                    <a:pt x="195549" y="244621"/>
                  </a:lnTo>
                  <a:lnTo>
                    <a:pt x="195970" y="244769"/>
                  </a:lnTo>
                  <a:lnTo>
                    <a:pt x="196316" y="244913"/>
                  </a:lnTo>
                  <a:lnTo>
                    <a:pt x="196530" y="244944"/>
                  </a:lnTo>
                  <a:lnTo>
                    <a:pt x="196793" y="244983"/>
                  </a:lnTo>
                  <a:lnTo>
                    <a:pt x="197059" y="245032"/>
                  </a:lnTo>
                  <a:lnTo>
                    <a:pt x="197187" y="245055"/>
                  </a:lnTo>
                  <a:lnTo>
                    <a:pt x="197829" y="245174"/>
                  </a:lnTo>
                  <a:lnTo>
                    <a:pt x="198076" y="245219"/>
                  </a:lnTo>
                  <a:lnTo>
                    <a:pt x="198407" y="245486"/>
                  </a:lnTo>
                  <a:lnTo>
                    <a:pt x="198579" y="245518"/>
                  </a:lnTo>
                  <a:lnTo>
                    <a:pt x="199777" y="245743"/>
                  </a:lnTo>
                  <a:lnTo>
                    <a:pt x="199962" y="245900"/>
                  </a:lnTo>
                  <a:lnTo>
                    <a:pt x="201444" y="246168"/>
                  </a:lnTo>
                  <a:lnTo>
                    <a:pt x="201386" y="246398"/>
                  </a:lnTo>
                  <a:lnTo>
                    <a:pt x="201336" y="246599"/>
                  </a:lnTo>
                  <a:lnTo>
                    <a:pt x="201244" y="246969"/>
                  </a:lnTo>
                  <a:lnTo>
                    <a:pt x="198745" y="246261"/>
                  </a:lnTo>
                  <a:lnTo>
                    <a:pt x="195773" y="245376"/>
                  </a:lnTo>
                  <a:lnTo>
                    <a:pt x="195371" y="245276"/>
                  </a:lnTo>
                  <a:lnTo>
                    <a:pt x="194752" y="244936"/>
                  </a:lnTo>
                  <a:lnTo>
                    <a:pt x="194619" y="244809"/>
                  </a:lnTo>
                  <a:lnTo>
                    <a:pt x="194459" y="244584"/>
                  </a:lnTo>
                  <a:lnTo>
                    <a:pt x="194480" y="244389"/>
                  </a:lnTo>
                  <a:lnTo>
                    <a:pt x="194103" y="244346"/>
                  </a:lnTo>
                  <a:lnTo>
                    <a:pt x="194269" y="244700"/>
                  </a:lnTo>
                  <a:lnTo>
                    <a:pt x="194843" y="245381"/>
                  </a:lnTo>
                  <a:lnTo>
                    <a:pt x="195400" y="245778"/>
                  </a:lnTo>
                  <a:lnTo>
                    <a:pt x="196247" y="246049"/>
                  </a:lnTo>
                  <a:lnTo>
                    <a:pt x="196397" y="246096"/>
                  </a:lnTo>
                  <a:lnTo>
                    <a:pt x="196641" y="246173"/>
                  </a:lnTo>
                  <a:lnTo>
                    <a:pt x="196812" y="246228"/>
                  </a:lnTo>
                  <a:lnTo>
                    <a:pt x="196554" y="246978"/>
                  </a:lnTo>
                  <a:lnTo>
                    <a:pt x="197175" y="247173"/>
                  </a:lnTo>
                  <a:lnTo>
                    <a:pt x="197437" y="246468"/>
                  </a:lnTo>
                  <a:lnTo>
                    <a:pt x="198975" y="246968"/>
                  </a:lnTo>
                  <a:lnTo>
                    <a:pt x="198707" y="247665"/>
                  </a:lnTo>
                  <a:lnTo>
                    <a:pt x="199163" y="247809"/>
                  </a:lnTo>
                  <a:lnTo>
                    <a:pt x="199426" y="247110"/>
                  </a:lnTo>
                  <a:lnTo>
                    <a:pt x="200519" y="247469"/>
                  </a:lnTo>
                  <a:lnTo>
                    <a:pt x="199756" y="248731"/>
                  </a:lnTo>
                  <a:lnTo>
                    <a:pt x="199371" y="249368"/>
                  </a:lnTo>
                  <a:lnTo>
                    <a:pt x="199505" y="249433"/>
                  </a:lnTo>
                  <a:lnTo>
                    <a:pt x="199745" y="249547"/>
                  </a:lnTo>
                  <a:lnTo>
                    <a:pt x="200025" y="249680"/>
                  </a:lnTo>
                  <a:lnTo>
                    <a:pt x="199698" y="250226"/>
                  </a:lnTo>
                  <a:lnTo>
                    <a:pt x="198506" y="249662"/>
                  </a:lnTo>
                  <a:lnTo>
                    <a:pt x="198297" y="249563"/>
                  </a:lnTo>
                  <a:lnTo>
                    <a:pt x="197957" y="249419"/>
                  </a:lnTo>
                  <a:lnTo>
                    <a:pt x="197061" y="249130"/>
                  </a:lnTo>
                  <a:lnTo>
                    <a:pt x="195322" y="248570"/>
                  </a:lnTo>
                  <a:lnTo>
                    <a:pt x="195191" y="248935"/>
                  </a:lnTo>
                  <a:lnTo>
                    <a:pt x="194772" y="248816"/>
                  </a:lnTo>
                  <a:lnTo>
                    <a:pt x="194261" y="248806"/>
                  </a:lnTo>
                  <a:lnTo>
                    <a:pt x="194006" y="248734"/>
                  </a:lnTo>
                  <a:lnTo>
                    <a:pt x="193123" y="248488"/>
                  </a:lnTo>
                  <a:lnTo>
                    <a:pt x="193099" y="248848"/>
                  </a:lnTo>
                  <a:lnTo>
                    <a:pt x="193451" y="248938"/>
                  </a:lnTo>
                  <a:lnTo>
                    <a:pt x="193811" y="249037"/>
                  </a:lnTo>
                  <a:lnTo>
                    <a:pt x="194284" y="249172"/>
                  </a:lnTo>
                  <a:lnTo>
                    <a:pt x="194457" y="249221"/>
                  </a:lnTo>
                  <a:lnTo>
                    <a:pt x="194994" y="249375"/>
                  </a:lnTo>
                  <a:lnTo>
                    <a:pt x="195216" y="249438"/>
                  </a:lnTo>
                  <a:lnTo>
                    <a:pt x="195994" y="249660"/>
                  </a:lnTo>
                  <a:lnTo>
                    <a:pt x="196116" y="249907"/>
                  </a:lnTo>
                  <a:lnTo>
                    <a:pt x="195810" y="250489"/>
                  </a:lnTo>
                  <a:lnTo>
                    <a:pt x="195112" y="250288"/>
                  </a:lnTo>
                  <a:lnTo>
                    <a:pt x="193413" y="249800"/>
                  </a:lnTo>
                  <a:lnTo>
                    <a:pt x="193165" y="250460"/>
                  </a:lnTo>
                  <a:lnTo>
                    <a:pt x="195479" y="251120"/>
                  </a:lnTo>
                  <a:lnTo>
                    <a:pt x="194958" y="251854"/>
                  </a:lnTo>
                  <a:lnTo>
                    <a:pt x="193998" y="251585"/>
                  </a:lnTo>
                  <a:lnTo>
                    <a:pt x="192512" y="251169"/>
                  </a:lnTo>
                  <a:lnTo>
                    <a:pt x="191989" y="251022"/>
                  </a:lnTo>
                  <a:lnTo>
                    <a:pt x="191193" y="250508"/>
                  </a:lnTo>
                  <a:lnTo>
                    <a:pt x="190998" y="250786"/>
                  </a:lnTo>
                  <a:lnTo>
                    <a:pt x="190819" y="250988"/>
                  </a:lnTo>
                  <a:lnTo>
                    <a:pt x="190691" y="251036"/>
                  </a:lnTo>
                  <a:lnTo>
                    <a:pt x="190345" y="251224"/>
                  </a:lnTo>
                  <a:lnTo>
                    <a:pt x="189789" y="252292"/>
                  </a:lnTo>
                  <a:lnTo>
                    <a:pt x="189374" y="252646"/>
                  </a:lnTo>
                  <a:lnTo>
                    <a:pt x="189318" y="252807"/>
                  </a:lnTo>
                  <a:lnTo>
                    <a:pt x="189247" y="253045"/>
                  </a:lnTo>
                  <a:lnTo>
                    <a:pt x="189206" y="253183"/>
                  </a:lnTo>
                  <a:lnTo>
                    <a:pt x="189142" y="253357"/>
                  </a:lnTo>
                  <a:lnTo>
                    <a:pt x="188952" y="253844"/>
                  </a:lnTo>
                  <a:lnTo>
                    <a:pt x="189163" y="254449"/>
                  </a:lnTo>
                  <a:lnTo>
                    <a:pt x="189304" y="254559"/>
                  </a:lnTo>
                  <a:lnTo>
                    <a:pt x="188902" y="254962"/>
                  </a:lnTo>
                  <a:lnTo>
                    <a:pt x="188858" y="255123"/>
                  </a:lnTo>
                  <a:lnTo>
                    <a:pt x="189417" y="255262"/>
                  </a:lnTo>
                  <a:lnTo>
                    <a:pt x="189573" y="255267"/>
                  </a:lnTo>
                  <a:lnTo>
                    <a:pt x="189805" y="255270"/>
                  </a:lnTo>
                  <a:lnTo>
                    <a:pt x="189935" y="255272"/>
                  </a:lnTo>
                  <a:lnTo>
                    <a:pt x="189932" y="255932"/>
                  </a:lnTo>
                  <a:lnTo>
                    <a:pt x="189931" y="256348"/>
                  </a:lnTo>
                  <a:lnTo>
                    <a:pt x="189927" y="257372"/>
                  </a:lnTo>
                  <a:lnTo>
                    <a:pt x="190609" y="257379"/>
                  </a:lnTo>
                  <a:lnTo>
                    <a:pt x="190617" y="256424"/>
                  </a:lnTo>
                  <a:lnTo>
                    <a:pt x="190622" y="255901"/>
                  </a:lnTo>
                  <a:lnTo>
                    <a:pt x="191351" y="255258"/>
                  </a:lnTo>
                  <a:lnTo>
                    <a:pt x="193295" y="255266"/>
                  </a:lnTo>
                  <a:lnTo>
                    <a:pt x="193294" y="255625"/>
                  </a:lnTo>
                  <a:lnTo>
                    <a:pt x="193449" y="256930"/>
                  </a:lnTo>
                  <a:lnTo>
                    <a:pt x="193940" y="256937"/>
                  </a:lnTo>
                  <a:lnTo>
                    <a:pt x="194104" y="256939"/>
                  </a:lnTo>
                  <a:lnTo>
                    <a:pt x="194130" y="255528"/>
                  </a:lnTo>
                  <a:lnTo>
                    <a:pt x="194262" y="255531"/>
                  </a:lnTo>
                  <a:lnTo>
                    <a:pt x="194671" y="255541"/>
                  </a:lnTo>
                  <a:lnTo>
                    <a:pt x="194647" y="259516"/>
                  </a:lnTo>
                  <a:lnTo>
                    <a:pt x="194645" y="259790"/>
                  </a:lnTo>
                  <a:lnTo>
                    <a:pt x="189893" y="259781"/>
                  </a:lnTo>
                  <a:lnTo>
                    <a:pt x="189862" y="259346"/>
                  </a:lnTo>
                  <a:lnTo>
                    <a:pt x="188639" y="259341"/>
                  </a:lnTo>
                  <a:lnTo>
                    <a:pt x="188692" y="259753"/>
                  </a:lnTo>
                  <a:lnTo>
                    <a:pt x="188756" y="260074"/>
                  </a:lnTo>
                  <a:lnTo>
                    <a:pt x="188888" y="260275"/>
                  </a:lnTo>
                  <a:lnTo>
                    <a:pt x="189048" y="261114"/>
                  </a:lnTo>
                  <a:lnTo>
                    <a:pt x="189514" y="261057"/>
                  </a:lnTo>
                  <a:lnTo>
                    <a:pt x="189643" y="261325"/>
                  </a:lnTo>
                  <a:lnTo>
                    <a:pt x="189684" y="261458"/>
                  </a:lnTo>
                  <a:lnTo>
                    <a:pt x="189667" y="261883"/>
                  </a:lnTo>
                  <a:lnTo>
                    <a:pt x="189641" y="262100"/>
                  </a:lnTo>
                  <a:lnTo>
                    <a:pt x="189200" y="262134"/>
                  </a:lnTo>
                  <a:lnTo>
                    <a:pt x="188741" y="262168"/>
                  </a:lnTo>
                  <a:lnTo>
                    <a:pt x="187341" y="262158"/>
                  </a:lnTo>
                  <a:lnTo>
                    <a:pt x="187160" y="262116"/>
                  </a:lnTo>
                  <a:lnTo>
                    <a:pt x="186934" y="262152"/>
                  </a:lnTo>
                  <a:lnTo>
                    <a:pt x="186723" y="262630"/>
                  </a:lnTo>
                  <a:lnTo>
                    <a:pt x="186785" y="262780"/>
                  </a:lnTo>
                  <a:lnTo>
                    <a:pt x="186049" y="262899"/>
                  </a:lnTo>
                  <a:lnTo>
                    <a:pt x="185887" y="262340"/>
                  </a:lnTo>
                  <a:lnTo>
                    <a:pt x="185670" y="262415"/>
                  </a:lnTo>
                  <a:lnTo>
                    <a:pt x="185268" y="262148"/>
                  </a:lnTo>
                  <a:lnTo>
                    <a:pt x="185044" y="262155"/>
                  </a:lnTo>
                  <a:lnTo>
                    <a:pt x="184641" y="262175"/>
                  </a:lnTo>
                  <a:lnTo>
                    <a:pt x="184418" y="262153"/>
                  </a:lnTo>
                  <a:lnTo>
                    <a:pt x="184255" y="262138"/>
                  </a:lnTo>
                  <a:lnTo>
                    <a:pt x="184042" y="262447"/>
                  </a:lnTo>
                  <a:lnTo>
                    <a:pt x="183774" y="262425"/>
                  </a:lnTo>
                  <a:lnTo>
                    <a:pt x="183383" y="262536"/>
                  </a:lnTo>
                  <a:lnTo>
                    <a:pt x="182872" y="262681"/>
                  </a:lnTo>
                  <a:lnTo>
                    <a:pt x="182312" y="262850"/>
                  </a:lnTo>
                  <a:lnTo>
                    <a:pt x="182102" y="262914"/>
                  </a:lnTo>
                  <a:lnTo>
                    <a:pt x="181551" y="263295"/>
                  </a:lnTo>
                  <a:lnTo>
                    <a:pt x="181393" y="263422"/>
                  </a:lnTo>
                  <a:lnTo>
                    <a:pt x="181162" y="263264"/>
                  </a:lnTo>
                  <a:lnTo>
                    <a:pt x="181119" y="263685"/>
                  </a:lnTo>
                  <a:lnTo>
                    <a:pt x="180523" y="264257"/>
                  </a:lnTo>
                  <a:lnTo>
                    <a:pt x="180341" y="264300"/>
                  </a:lnTo>
                  <a:lnTo>
                    <a:pt x="179969" y="264451"/>
                  </a:lnTo>
                  <a:lnTo>
                    <a:pt x="179820" y="264511"/>
                  </a:lnTo>
                  <a:lnTo>
                    <a:pt x="179645" y="264582"/>
                  </a:lnTo>
                  <a:lnTo>
                    <a:pt x="179414" y="264675"/>
                  </a:lnTo>
                  <a:lnTo>
                    <a:pt x="179409" y="264328"/>
                  </a:lnTo>
                  <a:lnTo>
                    <a:pt x="179407" y="264099"/>
                  </a:lnTo>
                  <a:lnTo>
                    <a:pt x="179385" y="263821"/>
                  </a:lnTo>
                  <a:lnTo>
                    <a:pt x="179120" y="263857"/>
                  </a:lnTo>
                  <a:lnTo>
                    <a:pt x="178832" y="264056"/>
                  </a:lnTo>
                  <a:lnTo>
                    <a:pt x="178929" y="264399"/>
                  </a:lnTo>
                  <a:lnTo>
                    <a:pt x="178749" y="264535"/>
                  </a:lnTo>
                  <a:lnTo>
                    <a:pt x="178622" y="264820"/>
                  </a:lnTo>
                  <a:lnTo>
                    <a:pt x="178482" y="264824"/>
                  </a:lnTo>
                  <a:lnTo>
                    <a:pt x="178234" y="264679"/>
                  </a:lnTo>
                  <a:lnTo>
                    <a:pt x="177686" y="264655"/>
                  </a:lnTo>
                  <a:lnTo>
                    <a:pt x="177486" y="264738"/>
                  </a:lnTo>
                  <a:lnTo>
                    <a:pt x="177337" y="264866"/>
                  </a:lnTo>
                  <a:lnTo>
                    <a:pt x="177064" y="265036"/>
                  </a:lnTo>
                  <a:lnTo>
                    <a:pt x="176703" y="265030"/>
                  </a:lnTo>
                  <a:lnTo>
                    <a:pt x="176581" y="264557"/>
                  </a:lnTo>
                  <a:lnTo>
                    <a:pt x="176466" y="264344"/>
                  </a:lnTo>
                  <a:lnTo>
                    <a:pt x="176265" y="264315"/>
                  </a:lnTo>
                  <a:lnTo>
                    <a:pt x="176148" y="264781"/>
                  </a:lnTo>
                  <a:lnTo>
                    <a:pt x="175563" y="264897"/>
                  </a:lnTo>
                  <a:lnTo>
                    <a:pt x="175301" y="264968"/>
                  </a:lnTo>
                  <a:lnTo>
                    <a:pt x="174910" y="264789"/>
                  </a:lnTo>
                  <a:lnTo>
                    <a:pt x="174469" y="265078"/>
                  </a:lnTo>
                  <a:lnTo>
                    <a:pt x="174085" y="264465"/>
                  </a:lnTo>
                  <a:lnTo>
                    <a:pt x="173886" y="263992"/>
                  </a:lnTo>
                  <a:lnTo>
                    <a:pt x="174047" y="263978"/>
                  </a:lnTo>
                  <a:lnTo>
                    <a:pt x="174866" y="263748"/>
                  </a:lnTo>
                  <a:lnTo>
                    <a:pt x="174630" y="263649"/>
                  </a:lnTo>
                  <a:lnTo>
                    <a:pt x="174235" y="263760"/>
                  </a:lnTo>
                  <a:lnTo>
                    <a:pt x="173940" y="263850"/>
                  </a:lnTo>
                  <a:lnTo>
                    <a:pt x="173817" y="263674"/>
                  </a:lnTo>
                  <a:lnTo>
                    <a:pt x="174621" y="263039"/>
                  </a:lnTo>
                  <a:lnTo>
                    <a:pt x="174721" y="262783"/>
                  </a:lnTo>
                  <a:lnTo>
                    <a:pt x="174695" y="262656"/>
                  </a:lnTo>
                  <a:lnTo>
                    <a:pt x="174488" y="262213"/>
                  </a:lnTo>
                  <a:lnTo>
                    <a:pt x="174189" y="262055"/>
                  </a:lnTo>
                  <a:lnTo>
                    <a:pt x="174050" y="262051"/>
                  </a:lnTo>
                  <a:lnTo>
                    <a:pt x="173793" y="262030"/>
                  </a:lnTo>
                  <a:lnTo>
                    <a:pt x="173583" y="261909"/>
                  </a:lnTo>
                  <a:lnTo>
                    <a:pt x="173747" y="261442"/>
                  </a:lnTo>
                  <a:lnTo>
                    <a:pt x="173453" y="260879"/>
                  </a:lnTo>
                  <a:lnTo>
                    <a:pt x="173059" y="260841"/>
                  </a:lnTo>
                  <a:lnTo>
                    <a:pt x="172891" y="260899"/>
                  </a:lnTo>
                  <a:lnTo>
                    <a:pt x="172755" y="261037"/>
                  </a:lnTo>
                  <a:lnTo>
                    <a:pt x="172106" y="261927"/>
                  </a:lnTo>
                  <a:lnTo>
                    <a:pt x="171729" y="261992"/>
                  </a:lnTo>
                  <a:lnTo>
                    <a:pt x="170899" y="262198"/>
                  </a:lnTo>
                  <a:lnTo>
                    <a:pt x="170682" y="262065"/>
                  </a:lnTo>
                  <a:lnTo>
                    <a:pt x="170363" y="262115"/>
                  </a:lnTo>
                  <a:lnTo>
                    <a:pt x="170062" y="262209"/>
                  </a:lnTo>
                  <a:lnTo>
                    <a:pt x="170096" y="262515"/>
                  </a:lnTo>
                  <a:lnTo>
                    <a:pt x="169936" y="262653"/>
                  </a:lnTo>
                  <a:lnTo>
                    <a:pt x="169788" y="262703"/>
                  </a:lnTo>
                  <a:lnTo>
                    <a:pt x="169361" y="263013"/>
                  </a:lnTo>
                  <a:lnTo>
                    <a:pt x="169213" y="262995"/>
                  </a:lnTo>
                  <a:lnTo>
                    <a:pt x="168975" y="262971"/>
                  </a:lnTo>
                  <a:lnTo>
                    <a:pt x="168733" y="263400"/>
                  </a:lnTo>
                  <a:lnTo>
                    <a:pt x="168484" y="263486"/>
                  </a:lnTo>
                  <a:lnTo>
                    <a:pt x="168345" y="263702"/>
                  </a:lnTo>
                  <a:lnTo>
                    <a:pt x="168204" y="263675"/>
                  </a:lnTo>
                  <a:lnTo>
                    <a:pt x="167848" y="263603"/>
                  </a:lnTo>
                  <a:lnTo>
                    <a:pt x="167814" y="263395"/>
                  </a:lnTo>
                  <a:lnTo>
                    <a:pt x="167799" y="263186"/>
                  </a:lnTo>
                  <a:lnTo>
                    <a:pt x="167380" y="262992"/>
                  </a:lnTo>
                  <a:lnTo>
                    <a:pt x="167333" y="262801"/>
                  </a:lnTo>
                  <a:lnTo>
                    <a:pt x="167341" y="262659"/>
                  </a:lnTo>
                  <a:lnTo>
                    <a:pt x="166999" y="262562"/>
                  </a:lnTo>
                  <a:lnTo>
                    <a:pt x="166614" y="262110"/>
                  </a:lnTo>
                  <a:lnTo>
                    <a:pt x="166413" y="261549"/>
                  </a:lnTo>
                  <a:lnTo>
                    <a:pt x="166401" y="261235"/>
                  </a:lnTo>
                  <a:lnTo>
                    <a:pt x="166163" y="261031"/>
                  </a:lnTo>
                  <a:lnTo>
                    <a:pt x="166079" y="260759"/>
                  </a:lnTo>
                  <a:lnTo>
                    <a:pt x="166075" y="260592"/>
                  </a:lnTo>
                  <a:lnTo>
                    <a:pt x="166070" y="260465"/>
                  </a:lnTo>
                  <a:lnTo>
                    <a:pt x="166078" y="260201"/>
                  </a:lnTo>
                  <a:lnTo>
                    <a:pt x="166188" y="259690"/>
                  </a:lnTo>
                  <a:lnTo>
                    <a:pt x="166277" y="259389"/>
                  </a:lnTo>
                  <a:lnTo>
                    <a:pt x="166396" y="259246"/>
                  </a:lnTo>
                  <a:lnTo>
                    <a:pt x="166581" y="259075"/>
                  </a:lnTo>
                  <a:lnTo>
                    <a:pt x="165916" y="258763"/>
                  </a:lnTo>
                  <a:lnTo>
                    <a:pt x="165328" y="258560"/>
                  </a:lnTo>
                  <a:lnTo>
                    <a:pt x="165403" y="258288"/>
                  </a:lnTo>
                  <a:lnTo>
                    <a:pt x="165478" y="258146"/>
                  </a:lnTo>
                  <a:lnTo>
                    <a:pt x="165443" y="257788"/>
                  </a:lnTo>
                  <a:lnTo>
                    <a:pt x="164331" y="258070"/>
                  </a:lnTo>
                  <a:lnTo>
                    <a:pt x="164296" y="258423"/>
                  </a:lnTo>
                  <a:lnTo>
                    <a:pt x="164283" y="258602"/>
                  </a:lnTo>
                  <a:lnTo>
                    <a:pt x="163925" y="258585"/>
                  </a:lnTo>
                  <a:lnTo>
                    <a:pt x="163794" y="258578"/>
                  </a:lnTo>
                  <a:lnTo>
                    <a:pt x="163396" y="258294"/>
                  </a:lnTo>
                  <a:lnTo>
                    <a:pt x="162018" y="258526"/>
                  </a:lnTo>
                  <a:lnTo>
                    <a:pt x="161573" y="258592"/>
                  </a:lnTo>
                  <a:lnTo>
                    <a:pt x="161313" y="258787"/>
                  </a:lnTo>
                  <a:lnTo>
                    <a:pt x="160927" y="258789"/>
                  </a:lnTo>
                  <a:lnTo>
                    <a:pt x="160709" y="258748"/>
                  </a:lnTo>
                  <a:lnTo>
                    <a:pt x="160578" y="258907"/>
                  </a:lnTo>
                  <a:lnTo>
                    <a:pt x="160588" y="259070"/>
                  </a:lnTo>
                  <a:lnTo>
                    <a:pt x="160165" y="258707"/>
                  </a:lnTo>
                  <a:lnTo>
                    <a:pt x="159754" y="258836"/>
                  </a:lnTo>
                  <a:lnTo>
                    <a:pt x="159417" y="259003"/>
                  </a:lnTo>
                  <a:lnTo>
                    <a:pt x="159238" y="259053"/>
                  </a:lnTo>
                  <a:lnTo>
                    <a:pt x="158363" y="258842"/>
                  </a:lnTo>
                  <a:lnTo>
                    <a:pt x="158363" y="258651"/>
                  </a:lnTo>
                  <a:lnTo>
                    <a:pt x="158208" y="258017"/>
                  </a:lnTo>
                  <a:lnTo>
                    <a:pt x="158348" y="257487"/>
                  </a:lnTo>
                  <a:lnTo>
                    <a:pt x="158241" y="257349"/>
                  </a:lnTo>
                  <a:lnTo>
                    <a:pt x="157976" y="257282"/>
                  </a:lnTo>
                  <a:lnTo>
                    <a:pt x="158076" y="256512"/>
                  </a:lnTo>
                  <a:lnTo>
                    <a:pt x="157390" y="256083"/>
                  </a:lnTo>
                  <a:lnTo>
                    <a:pt x="157088" y="256059"/>
                  </a:lnTo>
                  <a:lnTo>
                    <a:pt x="156652" y="256029"/>
                  </a:lnTo>
                  <a:lnTo>
                    <a:pt x="156507" y="256052"/>
                  </a:lnTo>
                  <a:lnTo>
                    <a:pt x="155787" y="255971"/>
                  </a:lnTo>
                  <a:lnTo>
                    <a:pt x="155314" y="255905"/>
                  </a:lnTo>
                  <a:lnTo>
                    <a:pt x="154983" y="255849"/>
                  </a:lnTo>
                  <a:lnTo>
                    <a:pt x="154758" y="255928"/>
                  </a:lnTo>
                  <a:lnTo>
                    <a:pt x="154754" y="256176"/>
                  </a:lnTo>
                  <a:lnTo>
                    <a:pt x="154613" y="256267"/>
                  </a:lnTo>
                  <a:lnTo>
                    <a:pt x="154469" y="256149"/>
                  </a:lnTo>
                  <a:lnTo>
                    <a:pt x="154021" y="256043"/>
                  </a:lnTo>
                  <a:lnTo>
                    <a:pt x="153830" y="256065"/>
                  </a:lnTo>
                  <a:lnTo>
                    <a:pt x="153669" y="255865"/>
                  </a:lnTo>
                  <a:lnTo>
                    <a:pt x="153205" y="255481"/>
                  </a:lnTo>
                  <a:lnTo>
                    <a:pt x="153060" y="255504"/>
                  </a:lnTo>
                  <a:lnTo>
                    <a:pt x="152793" y="255436"/>
                  </a:lnTo>
                  <a:lnTo>
                    <a:pt x="152901" y="254945"/>
                  </a:lnTo>
                  <a:lnTo>
                    <a:pt x="152957" y="254715"/>
                  </a:lnTo>
                  <a:lnTo>
                    <a:pt x="153024" y="254439"/>
                  </a:lnTo>
                  <a:lnTo>
                    <a:pt x="153088" y="254237"/>
                  </a:lnTo>
                  <a:lnTo>
                    <a:pt x="152691" y="254063"/>
                  </a:lnTo>
                  <a:lnTo>
                    <a:pt x="152459" y="254019"/>
                  </a:lnTo>
                  <a:lnTo>
                    <a:pt x="152506" y="253808"/>
                  </a:lnTo>
                  <a:lnTo>
                    <a:pt x="152814" y="253473"/>
                  </a:lnTo>
                  <a:lnTo>
                    <a:pt x="152616" y="253269"/>
                  </a:lnTo>
                  <a:lnTo>
                    <a:pt x="152502" y="252925"/>
                  </a:lnTo>
                  <a:lnTo>
                    <a:pt x="152649" y="252710"/>
                  </a:lnTo>
                  <a:lnTo>
                    <a:pt x="152791" y="252453"/>
                  </a:lnTo>
                  <a:lnTo>
                    <a:pt x="152820" y="252235"/>
                  </a:lnTo>
                  <a:lnTo>
                    <a:pt x="152962" y="252057"/>
                  </a:lnTo>
                  <a:lnTo>
                    <a:pt x="152888" y="251805"/>
                  </a:lnTo>
                  <a:lnTo>
                    <a:pt x="152728" y="251738"/>
                  </a:lnTo>
                  <a:lnTo>
                    <a:pt x="152692" y="251575"/>
                  </a:lnTo>
                  <a:lnTo>
                    <a:pt x="152719" y="251347"/>
                  </a:lnTo>
                  <a:lnTo>
                    <a:pt x="152767" y="251049"/>
                  </a:lnTo>
                  <a:lnTo>
                    <a:pt x="152773" y="250775"/>
                  </a:lnTo>
                  <a:lnTo>
                    <a:pt x="151849" y="250689"/>
                  </a:lnTo>
                  <a:lnTo>
                    <a:pt x="151849" y="250507"/>
                  </a:lnTo>
                  <a:lnTo>
                    <a:pt x="151847" y="250344"/>
                  </a:lnTo>
                  <a:lnTo>
                    <a:pt x="151841" y="249800"/>
                  </a:lnTo>
                  <a:lnTo>
                    <a:pt x="151836" y="249649"/>
                  </a:lnTo>
                  <a:lnTo>
                    <a:pt x="151830" y="249079"/>
                  </a:lnTo>
                  <a:lnTo>
                    <a:pt x="151831" y="248924"/>
                  </a:lnTo>
                  <a:lnTo>
                    <a:pt x="151828" y="248787"/>
                  </a:lnTo>
                  <a:lnTo>
                    <a:pt x="151651" y="248557"/>
                  </a:lnTo>
                  <a:lnTo>
                    <a:pt x="151402" y="248562"/>
                  </a:lnTo>
                  <a:lnTo>
                    <a:pt x="151201" y="248565"/>
                  </a:lnTo>
                  <a:lnTo>
                    <a:pt x="151203" y="248201"/>
                  </a:lnTo>
                  <a:lnTo>
                    <a:pt x="151216" y="246935"/>
                  </a:lnTo>
                  <a:lnTo>
                    <a:pt x="151558" y="246531"/>
                  </a:lnTo>
                  <a:lnTo>
                    <a:pt x="151683" y="246138"/>
                  </a:lnTo>
                  <a:lnTo>
                    <a:pt x="151822" y="245660"/>
                  </a:lnTo>
                  <a:lnTo>
                    <a:pt x="151836" y="245440"/>
                  </a:lnTo>
                  <a:lnTo>
                    <a:pt x="151939" y="245209"/>
                  </a:lnTo>
                  <a:lnTo>
                    <a:pt x="152158" y="244775"/>
                  </a:lnTo>
                  <a:lnTo>
                    <a:pt x="152367" y="244561"/>
                  </a:lnTo>
                  <a:lnTo>
                    <a:pt x="152595" y="244505"/>
                  </a:lnTo>
                  <a:lnTo>
                    <a:pt x="152707" y="244314"/>
                  </a:lnTo>
                  <a:lnTo>
                    <a:pt x="152751" y="244150"/>
                  </a:lnTo>
                  <a:lnTo>
                    <a:pt x="153008" y="243871"/>
                  </a:lnTo>
                  <a:lnTo>
                    <a:pt x="153185" y="243411"/>
                  </a:lnTo>
                  <a:lnTo>
                    <a:pt x="153202" y="242907"/>
                  </a:lnTo>
                  <a:lnTo>
                    <a:pt x="153381" y="242550"/>
                  </a:lnTo>
                  <a:lnTo>
                    <a:pt x="153393" y="242041"/>
                  </a:lnTo>
                  <a:lnTo>
                    <a:pt x="153065" y="241898"/>
                  </a:lnTo>
                  <a:lnTo>
                    <a:pt x="153064" y="241683"/>
                  </a:lnTo>
                  <a:lnTo>
                    <a:pt x="153266" y="241139"/>
                  </a:lnTo>
                  <a:lnTo>
                    <a:pt x="153445" y="241123"/>
                  </a:lnTo>
                  <a:lnTo>
                    <a:pt x="153572" y="241168"/>
                  </a:lnTo>
                  <a:lnTo>
                    <a:pt x="153973" y="241305"/>
                  </a:lnTo>
                  <a:lnTo>
                    <a:pt x="154304" y="240914"/>
                  </a:lnTo>
                  <a:lnTo>
                    <a:pt x="154342" y="240741"/>
                  </a:lnTo>
                  <a:lnTo>
                    <a:pt x="154586" y="240578"/>
                  </a:lnTo>
                  <a:lnTo>
                    <a:pt x="154722" y="240574"/>
                  </a:lnTo>
                  <a:lnTo>
                    <a:pt x="154957" y="240835"/>
                  </a:lnTo>
                  <a:lnTo>
                    <a:pt x="154785" y="240842"/>
                  </a:lnTo>
                  <a:lnTo>
                    <a:pt x="154487" y="240883"/>
                  </a:lnTo>
                  <a:lnTo>
                    <a:pt x="154433" y="241019"/>
                  </a:lnTo>
                  <a:lnTo>
                    <a:pt x="154604" y="241066"/>
                  </a:lnTo>
                  <a:lnTo>
                    <a:pt x="154873" y="240995"/>
                  </a:lnTo>
                  <a:lnTo>
                    <a:pt x="155243" y="241109"/>
                  </a:lnTo>
                  <a:lnTo>
                    <a:pt x="155499" y="241091"/>
                  </a:lnTo>
                  <a:lnTo>
                    <a:pt x="155714" y="241071"/>
                  </a:lnTo>
                  <a:lnTo>
                    <a:pt x="155962" y="241256"/>
                  </a:lnTo>
                  <a:lnTo>
                    <a:pt x="156120" y="241281"/>
                  </a:lnTo>
                  <a:lnTo>
                    <a:pt x="156285" y="241266"/>
                  </a:lnTo>
                  <a:lnTo>
                    <a:pt x="156524" y="241158"/>
                  </a:lnTo>
                  <a:lnTo>
                    <a:pt x="156846" y="241160"/>
                  </a:lnTo>
                  <a:lnTo>
                    <a:pt x="156933" y="240986"/>
                  </a:lnTo>
                  <a:lnTo>
                    <a:pt x="157035" y="241173"/>
                  </a:lnTo>
                  <a:lnTo>
                    <a:pt x="157712" y="241030"/>
                  </a:lnTo>
                  <a:lnTo>
                    <a:pt x="157992" y="240944"/>
                  </a:lnTo>
                  <a:lnTo>
                    <a:pt x="158194" y="240922"/>
                  </a:lnTo>
                  <a:lnTo>
                    <a:pt x="158130" y="240684"/>
                  </a:lnTo>
                  <a:lnTo>
                    <a:pt x="158253" y="240122"/>
                  </a:lnTo>
                  <a:lnTo>
                    <a:pt x="158472" y="240056"/>
                  </a:lnTo>
                  <a:lnTo>
                    <a:pt x="158648" y="240030"/>
                  </a:lnTo>
                  <a:lnTo>
                    <a:pt x="158699" y="239797"/>
                  </a:lnTo>
                  <a:lnTo>
                    <a:pt x="158872" y="239740"/>
                  </a:lnTo>
                  <a:lnTo>
                    <a:pt x="159123" y="239479"/>
                  </a:lnTo>
                  <a:lnTo>
                    <a:pt x="159480" y="239165"/>
                  </a:lnTo>
                  <a:lnTo>
                    <a:pt x="159670" y="238535"/>
                  </a:lnTo>
                  <a:lnTo>
                    <a:pt x="159842" y="238399"/>
                  </a:lnTo>
                  <a:lnTo>
                    <a:pt x="159963" y="238204"/>
                  </a:lnTo>
                  <a:lnTo>
                    <a:pt x="160232" y="238276"/>
                  </a:lnTo>
                  <a:lnTo>
                    <a:pt x="160431" y="237775"/>
                  </a:lnTo>
                  <a:lnTo>
                    <a:pt x="160410" y="237558"/>
                  </a:lnTo>
                  <a:lnTo>
                    <a:pt x="160338" y="237312"/>
                  </a:lnTo>
                  <a:lnTo>
                    <a:pt x="160280" y="237121"/>
                  </a:lnTo>
                  <a:lnTo>
                    <a:pt x="159998" y="236639"/>
                  </a:lnTo>
                  <a:lnTo>
                    <a:pt x="159960" y="236458"/>
                  </a:lnTo>
                  <a:lnTo>
                    <a:pt x="159798" y="236255"/>
                  </a:lnTo>
                  <a:lnTo>
                    <a:pt x="159609" y="236196"/>
                  </a:lnTo>
                  <a:lnTo>
                    <a:pt x="158881" y="236068"/>
                  </a:lnTo>
                  <a:lnTo>
                    <a:pt x="158625" y="236077"/>
                  </a:lnTo>
                  <a:lnTo>
                    <a:pt x="157939" y="236002"/>
                  </a:lnTo>
                  <a:lnTo>
                    <a:pt x="157963" y="235706"/>
                  </a:lnTo>
                  <a:lnTo>
                    <a:pt x="157961" y="235507"/>
                  </a:lnTo>
                  <a:lnTo>
                    <a:pt x="157916" y="235240"/>
                  </a:lnTo>
                  <a:lnTo>
                    <a:pt x="157852" y="234987"/>
                  </a:lnTo>
                  <a:lnTo>
                    <a:pt x="157880" y="234747"/>
                  </a:lnTo>
                  <a:lnTo>
                    <a:pt x="157856" y="234568"/>
                  </a:lnTo>
                  <a:lnTo>
                    <a:pt x="157828" y="234279"/>
                  </a:lnTo>
                  <a:lnTo>
                    <a:pt x="157571" y="233606"/>
                  </a:lnTo>
                  <a:lnTo>
                    <a:pt x="157516" y="233120"/>
                  </a:lnTo>
                  <a:lnTo>
                    <a:pt x="157689" y="233089"/>
                  </a:lnTo>
                  <a:lnTo>
                    <a:pt x="158363" y="233067"/>
                  </a:lnTo>
                  <a:lnTo>
                    <a:pt x="158348" y="232686"/>
                  </a:lnTo>
                  <a:lnTo>
                    <a:pt x="158524" y="232419"/>
                  </a:lnTo>
                  <a:lnTo>
                    <a:pt x="158723" y="232663"/>
                  </a:lnTo>
                  <a:lnTo>
                    <a:pt x="158890" y="232696"/>
                  </a:lnTo>
                  <a:lnTo>
                    <a:pt x="159089" y="232717"/>
                  </a:lnTo>
                  <a:lnTo>
                    <a:pt x="159096" y="232565"/>
                  </a:lnTo>
                  <a:lnTo>
                    <a:pt x="159024" y="232360"/>
                  </a:lnTo>
                  <a:lnTo>
                    <a:pt x="158803" y="232266"/>
                  </a:lnTo>
                  <a:lnTo>
                    <a:pt x="158806" y="232125"/>
                  </a:lnTo>
                  <a:lnTo>
                    <a:pt x="158758" y="231902"/>
                  </a:lnTo>
                  <a:lnTo>
                    <a:pt x="158561" y="231948"/>
                  </a:lnTo>
                  <a:lnTo>
                    <a:pt x="158395" y="231870"/>
                  </a:lnTo>
                  <a:lnTo>
                    <a:pt x="158376" y="231698"/>
                  </a:lnTo>
                  <a:lnTo>
                    <a:pt x="158501" y="231195"/>
                  </a:lnTo>
                  <a:lnTo>
                    <a:pt x="158428" y="231035"/>
                  </a:lnTo>
                  <a:lnTo>
                    <a:pt x="158356" y="230882"/>
                  </a:lnTo>
                  <a:lnTo>
                    <a:pt x="158189" y="230521"/>
                  </a:lnTo>
                  <a:lnTo>
                    <a:pt x="158363" y="230329"/>
                  </a:lnTo>
                  <a:lnTo>
                    <a:pt x="158341" y="229842"/>
                  </a:lnTo>
                  <a:lnTo>
                    <a:pt x="158296" y="229712"/>
                  </a:lnTo>
                  <a:lnTo>
                    <a:pt x="158225" y="229455"/>
                  </a:lnTo>
                  <a:lnTo>
                    <a:pt x="158841" y="228711"/>
                  </a:lnTo>
                  <a:lnTo>
                    <a:pt x="158840" y="228515"/>
                  </a:lnTo>
                  <a:lnTo>
                    <a:pt x="158943" y="228084"/>
                  </a:lnTo>
                  <a:lnTo>
                    <a:pt x="158956" y="227907"/>
                  </a:lnTo>
                  <a:lnTo>
                    <a:pt x="158870" y="227519"/>
                  </a:lnTo>
                  <a:lnTo>
                    <a:pt x="158661" y="227104"/>
                  </a:lnTo>
                  <a:lnTo>
                    <a:pt x="158374" y="227132"/>
                  </a:lnTo>
                  <a:lnTo>
                    <a:pt x="158206" y="226991"/>
                  </a:lnTo>
                  <a:lnTo>
                    <a:pt x="158163" y="226759"/>
                  </a:lnTo>
                  <a:lnTo>
                    <a:pt x="158381" y="226474"/>
                  </a:lnTo>
                  <a:lnTo>
                    <a:pt x="158328" y="226321"/>
                  </a:lnTo>
                  <a:lnTo>
                    <a:pt x="158154" y="226247"/>
                  </a:lnTo>
                  <a:lnTo>
                    <a:pt x="157676" y="226301"/>
                  </a:lnTo>
                  <a:lnTo>
                    <a:pt x="157683" y="226646"/>
                  </a:lnTo>
                  <a:lnTo>
                    <a:pt x="157229" y="227112"/>
                  </a:lnTo>
                  <a:lnTo>
                    <a:pt x="156886" y="227073"/>
                  </a:lnTo>
                  <a:lnTo>
                    <a:pt x="156703" y="227116"/>
                  </a:lnTo>
                  <a:lnTo>
                    <a:pt x="156336" y="226982"/>
                  </a:lnTo>
                  <a:lnTo>
                    <a:pt x="156271" y="226720"/>
                  </a:lnTo>
                  <a:lnTo>
                    <a:pt x="156117" y="226231"/>
                  </a:lnTo>
                  <a:lnTo>
                    <a:pt x="156351" y="226157"/>
                  </a:lnTo>
                  <a:lnTo>
                    <a:pt x="156494" y="226121"/>
                  </a:lnTo>
                  <a:lnTo>
                    <a:pt x="156278" y="225954"/>
                  </a:lnTo>
                  <a:lnTo>
                    <a:pt x="155998" y="225784"/>
                  </a:lnTo>
                  <a:lnTo>
                    <a:pt x="155903" y="225474"/>
                  </a:lnTo>
                  <a:lnTo>
                    <a:pt x="156197" y="225485"/>
                  </a:lnTo>
                  <a:lnTo>
                    <a:pt x="156553" y="225458"/>
                  </a:lnTo>
                  <a:lnTo>
                    <a:pt x="156736" y="225444"/>
                  </a:lnTo>
                  <a:lnTo>
                    <a:pt x="156888" y="225084"/>
                  </a:lnTo>
                  <a:lnTo>
                    <a:pt x="156750" y="224620"/>
                  </a:lnTo>
                  <a:lnTo>
                    <a:pt x="156578" y="224212"/>
                  </a:lnTo>
                  <a:lnTo>
                    <a:pt x="156760" y="223684"/>
                  </a:lnTo>
                  <a:lnTo>
                    <a:pt x="157024" y="223582"/>
                  </a:lnTo>
                  <a:lnTo>
                    <a:pt x="157424" y="223304"/>
                  </a:lnTo>
                  <a:lnTo>
                    <a:pt x="157588" y="223150"/>
                  </a:lnTo>
                  <a:lnTo>
                    <a:pt x="157864" y="222896"/>
                  </a:lnTo>
                  <a:lnTo>
                    <a:pt x="158034" y="222797"/>
                  </a:lnTo>
                  <a:lnTo>
                    <a:pt x="158162" y="222864"/>
                  </a:lnTo>
                  <a:lnTo>
                    <a:pt x="158370" y="222514"/>
                  </a:lnTo>
                  <a:lnTo>
                    <a:pt x="158054" y="222294"/>
                  </a:lnTo>
                  <a:lnTo>
                    <a:pt x="157500" y="222085"/>
                  </a:lnTo>
                  <a:lnTo>
                    <a:pt x="157286" y="222142"/>
                  </a:lnTo>
                  <a:lnTo>
                    <a:pt x="157148" y="222313"/>
                  </a:lnTo>
                  <a:lnTo>
                    <a:pt x="156942" y="222330"/>
                  </a:lnTo>
                  <a:lnTo>
                    <a:pt x="156276" y="222271"/>
                  </a:lnTo>
                  <a:lnTo>
                    <a:pt x="156291" y="222108"/>
                  </a:lnTo>
                  <a:lnTo>
                    <a:pt x="156163" y="221900"/>
                  </a:lnTo>
                  <a:lnTo>
                    <a:pt x="155586" y="221866"/>
                  </a:lnTo>
                  <a:lnTo>
                    <a:pt x="155454" y="221972"/>
                  </a:lnTo>
                  <a:lnTo>
                    <a:pt x="155311" y="221891"/>
                  </a:lnTo>
                  <a:lnTo>
                    <a:pt x="155174" y="221812"/>
                  </a:lnTo>
                  <a:lnTo>
                    <a:pt x="154956" y="221922"/>
                  </a:lnTo>
                  <a:lnTo>
                    <a:pt x="154794" y="221566"/>
                  </a:lnTo>
                  <a:lnTo>
                    <a:pt x="155057" y="221635"/>
                  </a:lnTo>
                  <a:lnTo>
                    <a:pt x="154972" y="221326"/>
                  </a:lnTo>
                  <a:lnTo>
                    <a:pt x="154658" y="220753"/>
                  </a:lnTo>
                  <a:lnTo>
                    <a:pt x="154834" y="220627"/>
                  </a:lnTo>
                  <a:lnTo>
                    <a:pt x="155095" y="220517"/>
                  </a:lnTo>
                  <a:lnTo>
                    <a:pt x="155406" y="220455"/>
                  </a:lnTo>
                  <a:lnTo>
                    <a:pt x="155603" y="220408"/>
                  </a:lnTo>
                  <a:lnTo>
                    <a:pt x="156007" y="220285"/>
                  </a:lnTo>
                  <a:lnTo>
                    <a:pt x="156041" y="220003"/>
                  </a:lnTo>
                  <a:lnTo>
                    <a:pt x="155741" y="219277"/>
                  </a:lnTo>
                  <a:lnTo>
                    <a:pt x="155725" y="218847"/>
                  </a:lnTo>
                  <a:lnTo>
                    <a:pt x="155970" y="218778"/>
                  </a:lnTo>
                  <a:lnTo>
                    <a:pt x="156145" y="218759"/>
                  </a:lnTo>
                  <a:lnTo>
                    <a:pt x="156196" y="218503"/>
                  </a:lnTo>
                  <a:lnTo>
                    <a:pt x="156160" y="218301"/>
                  </a:lnTo>
                  <a:lnTo>
                    <a:pt x="156068" y="217674"/>
                  </a:lnTo>
                  <a:lnTo>
                    <a:pt x="155925" y="217802"/>
                  </a:lnTo>
                  <a:lnTo>
                    <a:pt x="155813" y="217937"/>
                  </a:lnTo>
                  <a:lnTo>
                    <a:pt x="155328" y="217842"/>
                  </a:lnTo>
                  <a:lnTo>
                    <a:pt x="155212" y="217572"/>
                  </a:lnTo>
                  <a:lnTo>
                    <a:pt x="154827" y="217133"/>
                  </a:lnTo>
                  <a:lnTo>
                    <a:pt x="154572" y="216840"/>
                  </a:lnTo>
                  <a:lnTo>
                    <a:pt x="154600" y="216702"/>
                  </a:lnTo>
                  <a:lnTo>
                    <a:pt x="154770" y="216449"/>
                  </a:lnTo>
                  <a:lnTo>
                    <a:pt x="155154" y="215998"/>
                  </a:lnTo>
                  <a:lnTo>
                    <a:pt x="155486" y="215837"/>
                  </a:lnTo>
                  <a:lnTo>
                    <a:pt x="155530" y="215512"/>
                  </a:lnTo>
                  <a:lnTo>
                    <a:pt x="155348" y="215324"/>
                  </a:lnTo>
                  <a:lnTo>
                    <a:pt x="155210" y="215183"/>
                  </a:lnTo>
                  <a:lnTo>
                    <a:pt x="155075" y="214933"/>
                  </a:lnTo>
                  <a:lnTo>
                    <a:pt x="155064" y="214627"/>
                  </a:lnTo>
                  <a:lnTo>
                    <a:pt x="155474" y="214606"/>
                  </a:lnTo>
                  <a:lnTo>
                    <a:pt x="155120" y="214306"/>
                  </a:lnTo>
                  <a:lnTo>
                    <a:pt x="155376" y="214147"/>
                  </a:lnTo>
                  <a:lnTo>
                    <a:pt x="155425" y="214312"/>
                  </a:lnTo>
                  <a:lnTo>
                    <a:pt x="155476" y="214477"/>
                  </a:lnTo>
                  <a:lnTo>
                    <a:pt x="155700" y="214483"/>
                  </a:lnTo>
                  <a:lnTo>
                    <a:pt x="155813" y="214229"/>
                  </a:lnTo>
                  <a:lnTo>
                    <a:pt x="155800" y="213624"/>
                  </a:lnTo>
                  <a:lnTo>
                    <a:pt x="156391" y="213755"/>
                  </a:lnTo>
                  <a:lnTo>
                    <a:pt x="156528" y="213667"/>
                  </a:lnTo>
                  <a:lnTo>
                    <a:pt x="157064" y="212050"/>
                  </a:lnTo>
                  <a:lnTo>
                    <a:pt x="157380" y="211216"/>
                  </a:lnTo>
                  <a:lnTo>
                    <a:pt x="157863" y="211078"/>
                  </a:lnTo>
                  <a:lnTo>
                    <a:pt x="158676" y="210835"/>
                  </a:lnTo>
                  <a:lnTo>
                    <a:pt x="159028" y="210901"/>
                  </a:lnTo>
                  <a:lnTo>
                    <a:pt x="159301" y="210845"/>
                  </a:lnTo>
                  <a:lnTo>
                    <a:pt x="159682" y="210728"/>
                  </a:lnTo>
                  <a:lnTo>
                    <a:pt x="159806" y="210471"/>
                  </a:lnTo>
                  <a:lnTo>
                    <a:pt x="159940" y="210167"/>
                  </a:lnTo>
                  <a:lnTo>
                    <a:pt x="160109" y="209649"/>
                  </a:lnTo>
                  <a:lnTo>
                    <a:pt x="160256" y="209316"/>
                  </a:lnTo>
                  <a:lnTo>
                    <a:pt x="161006" y="209333"/>
                  </a:lnTo>
                  <a:lnTo>
                    <a:pt x="161437" y="209313"/>
                  </a:lnTo>
                  <a:lnTo>
                    <a:pt x="161573" y="209315"/>
                  </a:lnTo>
                  <a:lnTo>
                    <a:pt x="161438" y="210041"/>
                  </a:lnTo>
                  <a:lnTo>
                    <a:pt x="161386" y="210497"/>
                  </a:lnTo>
                  <a:lnTo>
                    <a:pt x="161772" y="211673"/>
                  </a:lnTo>
                  <a:lnTo>
                    <a:pt x="161879" y="212047"/>
                  </a:lnTo>
                  <a:lnTo>
                    <a:pt x="162146" y="212374"/>
                  </a:lnTo>
                  <a:lnTo>
                    <a:pt x="162809" y="212658"/>
                  </a:lnTo>
                  <a:lnTo>
                    <a:pt x="163233" y="212488"/>
                  </a:lnTo>
                  <a:lnTo>
                    <a:pt x="163536" y="212415"/>
                  </a:lnTo>
                  <a:lnTo>
                    <a:pt x="163710" y="212374"/>
                  </a:lnTo>
                  <a:lnTo>
                    <a:pt x="163849" y="212344"/>
                  </a:lnTo>
                  <a:lnTo>
                    <a:pt x="164096" y="212147"/>
                  </a:lnTo>
                  <a:lnTo>
                    <a:pt x="164355" y="211885"/>
                  </a:lnTo>
                  <a:lnTo>
                    <a:pt x="164656" y="211934"/>
                  </a:lnTo>
                  <a:lnTo>
                    <a:pt x="165078" y="212054"/>
                  </a:lnTo>
                  <a:lnTo>
                    <a:pt x="165537" y="212221"/>
                  </a:lnTo>
                  <a:lnTo>
                    <a:pt x="166173" y="212367"/>
                  </a:lnTo>
                  <a:lnTo>
                    <a:pt x="166913" y="212633"/>
                  </a:lnTo>
                  <a:lnTo>
                    <a:pt x="167570" y="212946"/>
                  </a:lnTo>
                  <a:lnTo>
                    <a:pt x="168447" y="213326"/>
                  </a:lnTo>
                  <a:lnTo>
                    <a:pt x="168658" y="213507"/>
                  </a:lnTo>
                  <a:lnTo>
                    <a:pt x="168855" y="213675"/>
                  </a:lnTo>
                  <a:lnTo>
                    <a:pt x="169356" y="213644"/>
                  </a:lnTo>
                  <a:lnTo>
                    <a:pt x="169769" y="213680"/>
                  </a:lnTo>
                  <a:lnTo>
                    <a:pt x="170043" y="213106"/>
                  </a:lnTo>
                  <a:lnTo>
                    <a:pt x="170370" y="212781"/>
                  </a:lnTo>
                  <a:lnTo>
                    <a:pt x="170615" y="212759"/>
                  </a:lnTo>
                  <a:lnTo>
                    <a:pt x="170836" y="212748"/>
                  </a:lnTo>
                  <a:lnTo>
                    <a:pt x="171029" y="212724"/>
                  </a:lnTo>
                  <a:lnTo>
                    <a:pt x="171102" y="212437"/>
                  </a:lnTo>
                  <a:lnTo>
                    <a:pt x="171170" y="212275"/>
                  </a:lnTo>
                  <a:lnTo>
                    <a:pt x="170865" y="212190"/>
                  </a:lnTo>
                  <a:lnTo>
                    <a:pt x="170608" y="211816"/>
                  </a:lnTo>
                  <a:lnTo>
                    <a:pt x="170436" y="211537"/>
                  </a:lnTo>
                  <a:lnTo>
                    <a:pt x="170429" y="211406"/>
                  </a:lnTo>
                  <a:lnTo>
                    <a:pt x="170681" y="211206"/>
                  </a:lnTo>
                  <a:lnTo>
                    <a:pt x="170881" y="210687"/>
                  </a:lnTo>
                  <a:lnTo>
                    <a:pt x="170860" y="210547"/>
                  </a:lnTo>
                  <a:lnTo>
                    <a:pt x="170920" y="210125"/>
                  </a:lnTo>
                  <a:lnTo>
                    <a:pt x="170851" y="209488"/>
                  </a:lnTo>
                  <a:lnTo>
                    <a:pt x="170938" y="209256"/>
                  </a:lnTo>
                  <a:lnTo>
                    <a:pt x="170692" y="208767"/>
                  </a:lnTo>
                  <a:lnTo>
                    <a:pt x="170435" y="208528"/>
                  </a:lnTo>
                  <a:lnTo>
                    <a:pt x="170229" y="208377"/>
                  </a:lnTo>
                  <a:lnTo>
                    <a:pt x="170191" y="208033"/>
                  </a:lnTo>
                  <a:lnTo>
                    <a:pt x="170329" y="207897"/>
                  </a:lnTo>
                  <a:lnTo>
                    <a:pt x="170502" y="207891"/>
                  </a:lnTo>
                  <a:lnTo>
                    <a:pt x="170745" y="207810"/>
                  </a:lnTo>
                  <a:lnTo>
                    <a:pt x="170576" y="207422"/>
                  </a:lnTo>
                  <a:lnTo>
                    <a:pt x="170687" y="207210"/>
                  </a:lnTo>
                  <a:lnTo>
                    <a:pt x="171190" y="207130"/>
                  </a:lnTo>
                  <a:lnTo>
                    <a:pt x="171328" y="207136"/>
                  </a:lnTo>
                  <a:lnTo>
                    <a:pt x="171541" y="207141"/>
                  </a:lnTo>
                  <a:lnTo>
                    <a:pt x="171770" y="206977"/>
                  </a:lnTo>
                  <a:lnTo>
                    <a:pt x="172097" y="206791"/>
                  </a:lnTo>
                  <a:lnTo>
                    <a:pt x="172272" y="206747"/>
                  </a:lnTo>
                  <a:lnTo>
                    <a:pt x="172448" y="206558"/>
                  </a:lnTo>
                  <a:lnTo>
                    <a:pt x="172076" y="206180"/>
                  </a:lnTo>
                  <a:lnTo>
                    <a:pt x="171506" y="205784"/>
                  </a:lnTo>
                  <a:lnTo>
                    <a:pt x="171261" y="205033"/>
                  </a:lnTo>
                  <a:lnTo>
                    <a:pt x="170815" y="204827"/>
                  </a:lnTo>
                  <a:lnTo>
                    <a:pt x="170548" y="204960"/>
                  </a:lnTo>
                  <a:lnTo>
                    <a:pt x="170366" y="204845"/>
                  </a:lnTo>
                  <a:lnTo>
                    <a:pt x="170355" y="204700"/>
                  </a:lnTo>
                  <a:lnTo>
                    <a:pt x="170360" y="204484"/>
                  </a:lnTo>
                  <a:lnTo>
                    <a:pt x="170456" y="203759"/>
                  </a:lnTo>
                  <a:lnTo>
                    <a:pt x="170595" y="203943"/>
                  </a:lnTo>
                  <a:lnTo>
                    <a:pt x="170788" y="203660"/>
                  </a:lnTo>
                  <a:lnTo>
                    <a:pt x="170954" y="203631"/>
                  </a:lnTo>
                  <a:lnTo>
                    <a:pt x="171525" y="203561"/>
                  </a:lnTo>
                  <a:lnTo>
                    <a:pt x="171830" y="203589"/>
                  </a:lnTo>
                  <a:lnTo>
                    <a:pt x="171873" y="203199"/>
                  </a:lnTo>
                  <a:lnTo>
                    <a:pt x="172508" y="203111"/>
                  </a:lnTo>
                  <a:lnTo>
                    <a:pt x="172732" y="203241"/>
                  </a:lnTo>
                  <a:lnTo>
                    <a:pt x="173054" y="203321"/>
                  </a:lnTo>
                  <a:lnTo>
                    <a:pt x="173208" y="203424"/>
                  </a:lnTo>
                  <a:lnTo>
                    <a:pt x="173565" y="203185"/>
                  </a:lnTo>
                  <a:lnTo>
                    <a:pt x="173933" y="203185"/>
                  </a:lnTo>
                  <a:lnTo>
                    <a:pt x="174370" y="203286"/>
                  </a:lnTo>
                  <a:lnTo>
                    <a:pt x="174641" y="203348"/>
                  </a:lnTo>
                  <a:lnTo>
                    <a:pt x="174589" y="203214"/>
                  </a:lnTo>
                  <a:lnTo>
                    <a:pt x="174404" y="203154"/>
                  </a:lnTo>
                  <a:lnTo>
                    <a:pt x="174500" y="202883"/>
                  </a:lnTo>
                  <a:lnTo>
                    <a:pt x="174610" y="202713"/>
                  </a:lnTo>
                  <a:lnTo>
                    <a:pt x="174566" y="202371"/>
                  </a:lnTo>
                  <a:lnTo>
                    <a:pt x="174040" y="201853"/>
                  </a:lnTo>
                  <a:lnTo>
                    <a:pt x="173898" y="201876"/>
                  </a:lnTo>
                  <a:lnTo>
                    <a:pt x="173495" y="202074"/>
                  </a:lnTo>
                  <a:lnTo>
                    <a:pt x="173399" y="202239"/>
                  </a:lnTo>
                  <a:lnTo>
                    <a:pt x="173127" y="202096"/>
                  </a:lnTo>
                  <a:lnTo>
                    <a:pt x="172666" y="201899"/>
                  </a:lnTo>
                  <a:lnTo>
                    <a:pt x="172205" y="201789"/>
                  </a:lnTo>
                  <a:lnTo>
                    <a:pt x="171121" y="201584"/>
                  </a:lnTo>
                  <a:lnTo>
                    <a:pt x="170758" y="201480"/>
                  </a:lnTo>
                  <a:lnTo>
                    <a:pt x="170695" y="201288"/>
                  </a:lnTo>
                  <a:lnTo>
                    <a:pt x="170578" y="201079"/>
                  </a:lnTo>
                  <a:lnTo>
                    <a:pt x="170265" y="200820"/>
                  </a:lnTo>
                  <a:lnTo>
                    <a:pt x="170412" y="200473"/>
                  </a:lnTo>
                  <a:lnTo>
                    <a:pt x="169984" y="200066"/>
                  </a:lnTo>
                  <a:lnTo>
                    <a:pt x="170030" y="199891"/>
                  </a:lnTo>
                  <a:lnTo>
                    <a:pt x="170330" y="199448"/>
                  </a:lnTo>
                  <a:lnTo>
                    <a:pt x="170044" y="199465"/>
                  </a:lnTo>
                  <a:lnTo>
                    <a:pt x="169800" y="199325"/>
                  </a:lnTo>
                  <a:lnTo>
                    <a:pt x="169727" y="199038"/>
                  </a:lnTo>
                  <a:lnTo>
                    <a:pt x="169731" y="198893"/>
                  </a:lnTo>
                  <a:lnTo>
                    <a:pt x="169895" y="198355"/>
                  </a:lnTo>
                  <a:lnTo>
                    <a:pt x="170125" y="198222"/>
                  </a:lnTo>
                  <a:lnTo>
                    <a:pt x="170364" y="198205"/>
                  </a:lnTo>
                  <a:lnTo>
                    <a:pt x="170309" y="198052"/>
                  </a:lnTo>
                  <a:lnTo>
                    <a:pt x="170264" y="197617"/>
                  </a:lnTo>
                  <a:lnTo>
                    <a:pt x="170516" y="197461"/>
                  </a:lnTo>
                  <a:lnTo>
                    <a:pt x="170703" y="197121"/>
                  </a:lnTo>
                  <a:lnTo>
                    <a:pt x="171012" y="196905"/>
                  </a:lnTo>
                  <a:lnTo>
                    <a:pt x="171161" y="197096"/>
                  </a:lnTo>
                  <a:lnTo>
                    <a:pt x="171320" y="196785"/>
                  </a:lnTo>
                  <a:lnTo>
                    <a:pt x="171315" y="196526"/>
                  </a:lnTo>
                  <a:lnTo>
                    <a:pt x="171519" y="196176"/>
                  </a:lnTo>
                  <a:lnTo>
                    <a:pt x="171684" y="196140"/>
                  </a:lnTo>
                  <a:lnTo>
                    <a:pt x="171809" y="195912"/>
                  </a:lnTo>
                  <a:lnTo>
                    <a:pt x="171803" y="195770"/>
                  </a:lnTo>
                  <a:lnTo>
                    <a:pt x="172112" y="195454"/>
                  </a:lnTo>
                  <a:lnTo>
                    <a:pt x="172118" y="195324"/>
                  </a:lnTo>
                  <a:lnTo>
                    <a:pt x="172047" y="195049"/>
                  </a:lnTo>
                  <a:lnTo>
                    <a:pt x="172026" y="194907"/>
                  </a:lnTo>
                  <a:lnTo>
                    <a:pt x="171903" y="194312"/>
                  </a:lnTo>
                  <a:lnTo>
                    <a:pt x="171669" y="193851"/>
                  </a:lnTo>
                  <a:lnTo>
                    <a:pt x="171624" y="193295"/>
                  </a:lnTo>
                  <a:lnTo>
                    <a:pt x="171658" y="192856"/>
                  </a:lnTo>
                  <a:lnTo>
                    <a:pt x="171511" y="192465"/>
                  </a:lnTo>
                  <a:lnTo>
                    <a:pt x="171509" y="192080"/>
                  </a:lnTo>
                  <a:lnTo>
                    <a:pt x="171933" y="191881"/>
                  </a:lnTo>
                  <a:lnTo>
                    <a:pt x="172583" y="191925"/>
                  </a:lnTo>
                  <a:lnTo>
                    <a:pt x="173172" y="191881"/>
                  </a:lnTo>
                  <a:lnTo>
                    <a:pt x="173035" y="191663"/>
                  </a:lnTo>
                  <a:lnTo>
                    <a:pt x="172752" y="191271"/>
                  </a:lnTo>
                  <a:lnTo>
                    <a:pt x="172695" y="191000"/>
                  </a:lnTo>
                  <a:lnTo>
                    <a:pt x="172663" y="190710"/>
                  </a:lnTo>
                  <a:lnTo>
                    <a:pt x="172762" y="190416"/>
                  </a:lnTo>
                  <a:lnTo>
                    <a:pt x="172944" y="190442"/>
                  </a:lnTo>
                  <a:lnTo>
                    <a:pt x="173267" y="190449"/>
                  </a:lnTo>
                  <a:lnTo>
                    <a:pt x="173334" y="190302"/>
                  </a:lnTo>
                  <a:lnTo>
                    <a:pt x="173431" y="190152"/>
                  </a:lnTo>
                  <a:lnTo>
                    <a:pt x="173891" y="189640"/>
                  </a:lnTo>
                  <a:lnTo>
                    <a:pt x="174302" y="189463"/>
                  </a:lnTo>
                  <a:lnTo>
                    <a:pt x="174450" y="189497"/>
                  </a:lnTo>
                  <a:lnTo>
                    <a:pt x="174772" y="189575"/>
                  </a:lnTo>
                  <a:lnTo>
                    <a:pt x="175022" y="189671"/>
                  </a:lnTo>
                  <a:lnTo>
                    <a:pt x="175421" y="189627"/>
                  </a:lnTo>
                  <a:lnTo>
                    <a:pt x="175840" y="189228"/>
                  </a:lnTo>
                  <a:lnTo>
                    <a:pt x="176161" y="189313"/>
                  </a:lnTo>
                  <a:lnTo>
                    <a:pt x="176367" y="189337"/>
                  </a:lnTo>
                  <a:lnTo>
                    <a:pt x="176665" y="188885"/>
                  </a:lnTo>
                  <a:lnTo>
                    <a:pt x="176791" y="188466"/>
                  </a:lnTo>
                  <a:lnTo>
                    <a:pt x="177049" y="188327"/>
                  </a:lnTo>
                  <a:lnTo>
                    <a:pt x="177605" y="188453"/>
                  </a:lnTo>
                  <a:lnTo>
                    <a:pt x="177827" y="188613"/>
                  </a:lnTo>
                  <a:lnTo>
                    <a:pt x="177971" y="188618"/>
                  </a:lnTo>
                  <a:lnTo>
                    <a:pt x="178369" y="188584"/>
                  </a:lnTo>
                  <a:lnTo>
                    <a:pt x="178547" y="188501"/>
                  </a:lnTo>
                  <a:lnTo>
                    <a:pt x="178895" y="188091"/>
                  </a:lnTo>
                  <a:lnTo>
                    <a:pt x="178801" y="187939"/>
                  </a:lnTo>
                  <a:lnTo>
                    <a:pt x="179033" y="187480"/>
                  </a:lnTo>
                  <a:lnTo>
                    <a:pt x="178905" y="187227"/>
                  </a:lnTo>
                  <a:lnTo>
                    <a:pt x="178753" y="186984"/>
                  </a:lnTo>
                  <a:lnTo>
                    <a:pt x="178745" y="186696"/>
                  </a:lnTo>
                  <a:lnTo>
                    <a:pt x="179398" y="186635"/>
                  </a:lnTo>
                  <a:lnTo>
                    <a:pt x="179987" y="186586"/>
                  </a:lnTo>
                  <a:lnTo>
                    <a:pt x="180356" y="186482"/>
                  </a:lnTo>
                  <a:lnTo>
                    <a:pt x="181050" y="186027"/>
                  </a:lnTo>
                  <a:lnTo>
                    <a:pt x="180803" y="185858"/>
                  </a:lnTo>
                  <a:lnTo>
                    <a:pt x="180617" y="185769"/>
                  </a:lnTo>
                  <a:lnTo>
                    <a:pt x="180385" y="185880"/>
                  </a:lnTo>
                  <a:lnTo>
                    <a:pt x="180216" y="185994"/>
                  </a:lnTo>
                  <a:lnTo>
                    <a:pt x="180034" y="186007"/>
                  </a:lnTo>
                  <a:lnTo>
                    <a:pt x="180015" y="185308"/>
                  </a:lnTo>
                  <a:lnTo>
                    <a:pt x="180418" y="185199"/>
                  </a:lnTo>
                  <a:lnTo>
                    <a:pt x="179802" y="184923"/>
                  </a:lnTo>
                  <a:lnTo>
                    <a:pt x="179764" y="184521"/>
                  </a:lnTo>
                  <a:lnTo>
                    <a:pt x="180212" y="184457"/>
                  </a:lnTo>
                  <a:lnTo>
                    <a:pt x="180450" y="184376"/>
                  </a:lnTo>
                  <a:lnTo>
                    <a:pt x="180297" y="184069"/>
                  </a:lnTo>
                  <a:lnTo>
                    <a:pt x="180484" y="183883"/>
                  </a:lnTo>
                  <a:lnTo>
                    <a:pt x="180947" y="183966"/>
                  </a:lnTo>
                  <a:lnTo>
                    <a:pt x="181116" y="183851"/>
                  </a:lnTo>
                  <a:lnTo>
                    <a:pt x="181385" y="183586"/>
                  </a:lnTo>
                  <a:lnTo>
                    <a:pt x="181535" y="183048"/>
                  </a:lnTo>
                  <a:lnTo>
                    <a:pt x="181853" y="183086"/>
                  </a:lnTo>
                  <a:lnTo>
                    <a:pt x="182419" y="182843"/>
                  </a:lnTo>
                  <a:close/>
                </a:path>
              </a:pathLst>
            </a:custGeom>
            <a:solidFill>
              <a:srgbClr val="E8F5EC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7498047" y="1574959"/>
              <a:ext cx="879820" cy="649261"/>
            </a:xfrm>
            <a:custGeom>
              <a:avLst/>
              <a:pathLst>
                <a:path w="879820" h="649261">
                  <a:moveTo>
                    <a:pt x="422288" y="182880"/>
                  </a:moveTo>
                  <a:lnTo>
                    <a:pt x="422564" y="182925"/>
                  </a:lnTo>
                  <a:lnTo>
                    <a:pt x="423565" y="182627"/>
                  </a:lnTo>
                  <a:lnTo>
                    <a:pt x="424228" y="182664"/>
                  </a:lnTo>
                  <a:lnTo>
                    <a:pt x="424599" y="182608"/>
                  </a:lnTo>
                  <a:lnTo>
                    <a:pt x="424923" y="182546"/>
                  </a:lnTo>
                  <a:lnTo>
                    <a:pt x="425467" y="183557"/>
                  </a:lnTo>
                  <a:lnTo>
                    <a:pt x="425528" y="183702"/>
                  </a:lnTo>
                  <a:lnTo>
                    <a:pt x="426318" y="183874"/>
                  </a:lnTo>
                  <a:lnTo>
                    <a:pt x="427548" y="183832"/>
                  </a:lnTo>
                  <a:lnTo>
                    <a:pt x="427866" y="183932"/>
                  </a:lnTo>
                  <a:lnTo>
                    <a:pt x="429500" y="183394"/>
                  </a:lnTo>
                  <a:lnTo>
                    <a:pt x="429684" y="183422"/>
                  </a:lnTo>
                  <a:lnTo>
                    <a:pt x="431093" y="184874"/>
                  </a:lnTo>
                  <a:lnTo>
                    <a:pt x="431241" y="185933"/>
                  </a:lnTo>
                  <a:lnTo>
                    <a:pt x="431334" y="186222"/>
                  </a:lnTo>
                  <a:lnTo>
                    <a:pt x="431339" y="186357"/>
                  </a:lnTo>
                  <a:lnTo>
                    <a:pt x="431323" y="186586"/>
                  </a:lnTo>
                  <a:lnTo>
                    <a:pt x="431811" y="187019"/>
                  </a:lnTo>
                  <a:lnTo>
                    <a:pt x="432104" y="187081"/>
                  </a:lnTo>
                  <a:lnTo>
                    <a:pt x="432254" y="187139"/>
                  </a:lnTo>
                  <a:lnTo>
                    <a:pt x="434025" y="188097"/>
                  </a:lnTo>
                  <a:lnTo>
                    <a:pt x="434925" y="188368"/>
                  </a:lnTo>
                  <a:lnTo>
                    <a:pt x="436168" y="190526"/>
                  </a:lnTo>
                  <a:lnTo>
                    <a:pt x="436306" y="190598"/>
                  </a:lnTo>
                  <a:lnTo>
                    <a:pt x="436441" y="190631"/>
                  </a:lnTo>
                  <a:lnTo>
                    <a:pt x="436956" y="190772"/>
                  </a:lnTo>
                  <a:lnTo>
                    <a:pt x="437021" y="190901"/>
                  </a:lnTo>
                  <a:lnTo>
                    <a:pt x="437148" y="191167"/>
                  </a:lnTo>
                  <a:lnTo>
                    <a:pt x="437228" y="191307"/>
                  </a:lnTo>
                  <a:lnTo>
                    <a:pt x="438746" y="191271"/>
                  </a:lnTo>
                  <a:lnTo>
                    <a:pt x="438810" y="191096"/>
                  </a:lnTo>
                  <a:lnTo>
                    <a:pt x="438862" y="190961"/>
                  </a:lnTo>
                  <a:lnTo>
                    <a:pt x="439418" y="189336"/>
                  </a:lnTo>
                  <a:lnTo>
                    <a:pt x="439614" y="189276"/>
                  </a:lnTo>
                  <a:lnTo>
                    <a:pt x="439983" y="189152"/>
                  </a:lnTo>
                  <a:lnTo>
                    <a:pt x="440122" y="189106"/>
                  </a:lnTo>
                  <a:lnTo>
                    <a:pt x="440791" y="188634"/>
                  </a:lnTo>
                  <a:lnTo>
                    <a:pt x="441159" y="188360"/>
                  </a:lnTo>
                  <a:lnTo>
                    <a:pt x="441357" y="188482"/>
                  </a:lnTo>
                  <a:lnTo>
                    <a:pt x="441666" y="188716"/>
                  </a:lnTo>
                  <a:lnTo>
                    <a:pt x="441800" y="188798"/>
                  </a:lnTo>
                  <a:lnTo>
                    <a:pt x="441950" y="188863"/>
                  </a:lnTo>
                  <a:lnTo>
                    <a:pt x="442142" y="188888"/>
                  </a:lnTo>
                  <a:lnTo>
                    <a:pt x="442355" y="188845"/>
                  </a:lnTo>
                  <a:lnTo>
                    <a:pt x="442738" y="188699"/>
                  </a:lnTo>
                  <a:lnTo>
                    <a:pt x="442891" y="188621"/>
                  </a:lnTo>
                  <a:lnTo>
                    <a:pt x="443614" y="188252"/>
                  </a:lnTo>
                  <a:lnTo>
                    <a:pt x="444283" y="188220"/>
                  </a:lnTo>
                  <a:lnTo>
                    <a:pt x="444966" y="188784"/>
                  </a:lnTo>
                  <a:lnTo>
                    <a:pt x="451347" y="192043"/>
                  </a:lnTo>
                  <a:lnTo>
                    <a:pt x="452515" y="193208"/>
                  </a:lnTo>
                  <a:lnTo>
                    <a:pt x="453330" y="193600"/>
                  </a:lnTo>
                  <a:lnTo>
                    <a:pt x="455741" y="193228"/>
                  </a:lnTo>
                  <a:lnTo>
                    <a:pt x="455881" y="193235"/>
                  </a:lnTo>
                  <a:lnTo>
                    <a:pt x="459928" y="194217"/>
                  </a:lnTo>
                  <a:lnTo>
                    <a:pt x="460383" y="194682"/>
                  </a:lnTo>
                  <a:lnTo>
                    <a:pt x="460534" y="194697"/>
                  </a:lnTo>
                  <a:lnTo>
                    <a:pt x="470342" y="199119"/>
                  </a:lnTo>
                  <a:lnTo>
                    <a:pt x="470503" y="199133"/>
                  </a:lnTo>
                  <a:lnTo>
                    <a:pt x="470742" y="199215"/>
                  </a:lnTo>
                  <a:lnTo>
                    <a:pt x="470998" y="199228"/>
                  </a:lnTo>
                  <a:lnTo>
                    <a:pt x="471233" y="199165"/>
                  </a:lnTo>
                  <a:lnTo>
                    <a:pt x="471404" y="199121"/>
                  </a:lnTo>
                  <a:lnTo>
                    <a:pt x="471837" y="199051"/>
                  </a:lnTo>
                  <a:lnTo>
                    <a:pt x="471983" y="199166"/>
                  </a:lnTo>
                  <a:lnTo>
                    <a:pt x="477287" y="201070"/>
                  </a:lnTo>
                  <a:lnTo>
                    <a:pt x="476598" y="201862"/>
                  </a:lnTo>
                  <a:lnTo>
                    <a:pt x="475248" y="202432"/>
                  </a:lnTo>
                  <a:lnTo>
                    <a:pt x="475228" y="202759"/>
                  </a:lnTo>
                  <a:lnTo>
                    <a:pt x="474999" y="203396"/>
                  </a:lnTo>
                  <a:lnTo>
                    <a:pt x="474733" y="203465"/>
                  </a:lnTo>
                  <a:lnTo>
                    <a:pt x="474193" y="203442"/>
                  </a:lnTo>
                  <a:lnTo>
                    <a:pt x="474030" y="203748"/>
                  </a:lnTo>
                  <a:lnTo>
                    <a:pt x="473526" y="203921"/>
                  </a:lnTo>
                  <a:lnTo>
                    <a:pt x="473251" y="203978"/>
                  </a:lnTo>
                  <a:lnTo>
                    <a:pt x="472429" y="203943"/>
                  </a:lnTo>
                  <a:lnTo>
                    <a:pt x="471825" y="204044"/>
                  </a:lnTo>
                  <a:lnTo>
                    <a:pt x="471407" y="204325"/>
                  </a:lnTo>
                  <a:lnTo>
                    <a:pt x="465752" y="205516"/>
                  </a:lnTo>
                  <a:lnTo>
                    <a:pt x="465994" y="206372"/>
                  </a:lnTo>
                  <a:lnTo>
                    <a:pt x="466228" y="207858"/>
                  </a:lnTo>
                  <a:lnTo>
                    <a:pt x="466285" y="208115"/>
                  </a:lnTo>
                  <a:lnTo>
                    <a:pt x="465721" y="209132"/>
                  </a:lnTo>
                  <a:lnTo>
                    <a:pt x="465729" y="209401"/>
                  </a:lnTo>
                  <a:lnTo>
                    <a:pt x="465916" y="209806"/>
                  </a:lnTo>
                  <a:lnTo>
                    <a:pt x="466621" y="210019"/>
                  </a:lnTo>
                  <a:lnTo>
                    <a:pt x="468724" y="210522"/>
                  </a:lnTo>
                  <a:lnTo>
                    <a:pt x="469158" y="210706"/>
                  </a:lnTo>
                  <a:lnTo>
                    <a:pt x="469399" y="210861"/>
                  </a:lnTo>
                  <a:lnTo>
                    <a:pt x="469661" y="211001"/>
                  </a:lnTo>
                  <a:lnTo>
                    <a:pt x="469966" y="211108"/>
                  </a:lnTo>
                  <a:lnTo>
                    <a:pt x="470322" y="211233"/>
                  </a:lnTo>
                  <a:lnTo>
                    <a:pt x="471125" y="211935"/>
                  </a:lnTo>
                  <a:lnTo>
                    <a:pt x="470998" y="211910"/>
                  </a:lnTo>
                  <a:lnTo>
                    <a:pt x="470619" y="211853"/>
                  </a:lnTo>
                  <a:lnTo>
                    <a:pt x="471064" y="212490"/>
                  </a:lnTo>
                  <a:lnTo>
                    <a:pt x="471443" y="212560"/>
                  </a:lnTo>
                  <a:lnTo>
                    <a:pt x="471661" y="212499"/>
                  </a:lnTo>
                  <a:lnTo>
                    <a:pt x="472095" y="212528"/>
                  </a:lnTo>
                  <a:lnTo>
                    <a:pt x="472543" y="212569"/>
                  </a:lnTo>
                  <a:lnTo>
                    <a:pt x="472982" y="212766"/>
                  </a:lnTo>
                  <a:lnTo>
                    <a:pt x="473825" y="212586"/>
                  </a:lnTo>
                  <a:lnTo>
                    <a:pt x="474074" y="212617"/>
                  </a:lnTo>
                  <a:lnTo>
                    <a:pt x="474428" y="212606"/>
                  </a:lnTo>
                  <a:lnTo>
                    <a:pt x="475149" y="212830"/>
                  </a:lnTo>
                  <a:lnTo>
                    <a:pt x="476032" y="213029"/>
                  </a:lnTo>
                  <a:lnTo>
                    <a:pt x="476544" y="212924"/>
                  </a:lnTo>
                  <a:lnTo>
                    <a:pt x="476807" y="212991"/>
                  </a:lnTo>
                  <a:lnTo>
                    <a:pt x="476948" y="213057"/>
                  </a:lnTo>
                  <a:lnTo>
                    <a:pt x="477454" y="213079"/>
                  </a:lnTo>
                  <a:lnTo>
                    <a:pt x="478026" y="213105"/>
                  </a:lnTo>
                  <a:lnTo>
                    <a:pt x="478651" y="212930"/>
                  </a:lnTo>
                  <a:lnTo>
                    <a:pt x="478846" y="212743"/>
                  </a:lnTo>
                  <a:lnTo>
                    <a:pt x="479103" y="212603"/>
                  </a:lnTo>
                  <a:lnTo>
                    <a:pt x="479756" y="212828"/>
                  </a:lnTo>
                  <a:lnTo>
                    <a:pt x="479887" y="212781"/>
                  </a:lnTo>
                  <a:lnTo>
                    <a:pt x="480128" y="212719"/>
                  </a:lnTo>
                  <a:lnTo>
                    <a:pt x="480302" y="212684"/>
                  </a:lnTo>
                  <a:lnTo>
                    <a:pt x="480482" y="212620"/>
                  </a:lnTo>
                  <a:lnTo>
                    <a:pt x="480800" y="212508"/>
                  </a:lnTo>
                  <a:lnTo>
                    <a:pt x="480968" y="212484"/>
                  </a:lnTo>
                  <a:lnTo>
                    <a:pt x="481570" y="212695"/>
                  </a:lnTo>
                  <a:lnTo>
                    <a:pt x="481974" y="213209"/>
                  </a:lnTo>
                  <a:lnTo>
                    <a:pt x="481701" y="213559"/>
                  </a:lnTo>
                  <a:lnTo>
                    <a:pt x="481216" y="214493"/>
                  </a:lnTo>
                  <a:lnTo>
                    <a:pt x="481189" y="214630"/>
                  </a:lnTo>
                  <a:lnTo>
                    <a:pt x="481017" y="215197"/>
                  </a:lnTo>
                  <a:lnTo>
                    <a:pt x="480513" y="215472"/>
                  </a:lnTo>
                  <a:lnTo>
                    <a:pt x="480558" y="215734"/>
                  </a:lnTo>
                  <a:lnTo>
                    <a:pt x="480761" y="216149"/>
                  </a:lnTo>
                  <a:lnTo>
                    <a:pt x="481122" y="216849"/>
                  </a:lnTo>
                  <a:lnTo>
                    <a:pt x="480982" y="217349"/>
                  </a:lnTo>
                  <a:lnTo>
                    <a:pt x="480089" y="217405"/>
                  </a:lnTo>
                  <a:lnTo>
                    <a:pt x="479871" y="217477"/>
                  </a:lnTo>
                  <a:lnTo>
                    <a:pt x="479882" y="218494"/>
                  </a:lnTo>
                  <a:lnTo>
                    <a:pt x="479568" y="219274"/>
                  </a:lnTo>
                  <a:lnTo>
                    <a:pt x="479822" y="219797"/>
                  </a:lnTo>
                  <a:lnTo>
                    <a:pt x="479518" y="220318"/>
                  </a:lnTo>
                  <a:lnTo>
                    <a:pt x="479693" y="221431"/>
                  </a:lnTo>
                  <a:lnTo>
                    <a:pt x="479706" y="221698"/>
                  </a:lnTo>
                  <a:lnTo>
                    <a:pt x="479698" y="222041"/>
                  </a:lnTo>
                  <a:lnTo>
                    <a:pt x="479123" y="223222"/>
                  </a:lnTo>
                  <a:lnTo>
                    <a:pt x="479259" y="223455"/>
                  </a:lnTo>
                  <a:lnTo>
                    <a:pt x="479445" y="223934"/>
                  </a:lnTo>
                  <a:lnTo>
                    <a:pt x="480402" y="225192"/>
                  </a:lnTo>
                  <a:lnTo>
                    <a:pt x="479953" y="226056"/>
                  </a:lnTo>
                  <a:lnTo>
                    <a:pt x="479688" y="226146"/>
                  </a:lnTo>
                  <a:lnTo>
                    <a:pt x="479266" y="226176"/>
                  </a:lnTo>
                  <a:lnTo>
                    <a:pt x="478782" y="226030"/>
                  </a:lnTo>
                  <a:lnTo>
                    <a:pt x="478579" y="225982"/>
                  </a:lnTo>
                  <a:lnTo>
                    <a:pt x="477949" y="226722"/>
                  </a:lnTo>
                  <a:lnTo>
                    <a:pt x="477902" y="226998"/>
                  </a:lnTo>
                  <a:lnTo>
                    <a:pt x="477598" y="227736"/>
                  </a:lnTo>
                  <a:lnTo>
                    <a:pt x="477570" y="227928"/>
                  </a:lnTo>
                  <a:lnTo>
                    <a:pt x="477764" y="228686"/>
                  </a:lnTo>
                  <a:lnTo>
                    <a:pt x="478420" y="229795"/>
                  </a:lnTo>
                  <a:lnTo>
                    <a:pt x="478956" y="229800"/>
                  </a:lnTo>
                  <a:lnTo>
                    <a:pt x="479155" y="229756"/>
                  </a:lnTo>
                  <a:lnTo>
                    <a:pt x="479443" y="229710"/>
                  </a:lnTo>
                  <a:lnTo>
                    <a:pt x="479709" y="230040"/>
                  </a:lnTo>
                  <a:lnTo>
                    <a:pt x="479866" y="230327"/>
                  </a:lnTo>
                  <a:lnTo>
                    <a:pt x="480005" y="230499"/>
                  </a:lnTo>
                  <a:lnTo>
                    <a:pt x="480400" y="230885"/>
                  </a:lnTo>
                  <a:lnTo>
                    <a:pt x="480107" y="230922"/>
                  </a:lnTo>
                  <a:lnTo>
                    <a:pt x="479855" y="230950"/>
                  </a:lnTo>
                  <a:lnTo>
                    <a:pt x="478974" y="231518"/>
                  </a:lnTo>
                  <a:lnTo>
                    <a:pt x="478939" y="231865"/>
                  </a:lnTo>
                  <a:lnTo>
                    <a:pt x="478500" y="232414"/>
                  </a:lnTo>
                  <a:lnTo>
                    <a:pt x="478153" y="232792"/>
                  </a:lnTo>
                  <a:lnTo>
                    <a:pt x="477373" y="233637"/>
                  </a:lnTo>
                  <a:lnTo>
                    <a:pt x="476951" y="234057"/>
                  </a:lnTo>
                  <a:lnTo>
                    <a:pt x="476775" y="233978"/>
                  </a:lnTo>
                  <a:lnTo>
                    <a:pt x="476581" y="233879"/>
                  </a:lnTo>
                  <a:lnTo>
                    <a:pt x="476322" y="233762"/>
                  </a:lnTo>
                  <a:lnTo>
                    <a:pt x="475811" y="233599"/>
                  </a:lnTo>
                  <a:lnTo>
                    <a:pt x="475037" y="233895"/>
                  </a:lnTo>
                  <a:lnTo>
                    <a:pt x="474636" y="234070"/>
                  </a:lnTo>
                  <a:lnTo>
                    <a:pt x="474459" y="234119"/>
                  </a:lnTo>
                  <a:lnTo>
                    <a:pt x="474247" y="234222"/>
                  </a:lnTo>
                  <a:lnTo>
                    <a:pt x="473857" y="234587"/>
                  </a:lnTo>
                  <a:lnTo>
                    <a:pt x="473590" y="234803"/>
                  </a:lnTo>
                  <a:lnTo>
                    <a:pt x="473383" y="235217"/>
                  </a:lnTo>
                  <a:lnTo>
                    <a:pt x="472700" y="235687"/>
                  </a:lnTo>
                  <a:lnTo>
                    <a:pt x="472476" y="235718"/>
                  </a:lnTo>
                  <a:lnTo>
                    <a:pt x="472202" y="235698"/>
                  </a:lnTo>
                  <a:lnTo>
                    <a:pt x="471645" y="235918"/>
                  </a:lnTo>
                  <a:lnTo>
                    <a:pt x="471293" y="236004"/>
                  </a:lnTo>
                  <a:lnTo>
                    <a:pt x="470064" y="236269"/>
                  </a:lnTo>
                  <a:lnTo>
                    <a:pt x="469331" y="236261"/>
                  </a:lnTo>
                  <a:lnTo>
                    <a:pt x="468985" y="236807"/>
                  </a:lnTo>
                  <a:lnTo>
                    <a:pt x="469032" y="237041"/>
                  </a:lnTo>
                  <a:lnTo>
                    <a:pt x="469587" y="237417"/>
                  </a:lnTo>
                  <a:lnTo>
                    <a:pt x="469691" y="237662"/>
                  </a:lnTo>
                  <a:lnTo>
                    <a:pt x="469276" y="238734"/>
                  </a:lnTo>
                  <a:lnTo>
                    <a:pt x="469180" y="238994"/>
                  </a:lnTo>
                  <a:lnTo>
                    <a:pt x="469098" y="239286"/>
                  </a:lnTo>
                  <a:lnTo>
                    <a:pt x="468896" y="239704"/>
                  </a:lnTo>
                  <a:lnTo>
                    <a:pt x="468883" y="239947"/>
                  </a:lnTo>
                  <a:lnTo>
                    <a:pt x="469099" y="240373"/>
                  </a:lnTo>
                  <a:lnTo>
                    <a:pt x="469662" y="240455"/>
                  </a:lnTo>
                  <a:lnTo>
                    <a:pt x="470455" y="240494"/>
                  </a:lnTo>
                  <a:lnTo>
                    <a:pt x="469804" y="241275"/>
                  </a:lnTo>
                  <a:lnTo>
                    <a:pt x="469549" y="241413"/>
                  </a:lnTo>
                  <a:lnTo>
                    <a:pt x="469256" y="241557"/>
                  </a:lnTo>
                  <a:lnTo>
                    <a:pt x="468352" y="241943"/>
                  </a:lnTo>
                  <a:lnTo>
                    <a:pt x="468214" y="242093"/>
                  </a:lnTo>
                  <a:lnTo>
                    <a:pt x="467742" y="242449"/>
                  </a:lnTo>
                  <a:lnTo>
                    <a:pt x="467614" y="242514"/>
                  </a:lnTo>
                  <a:lnTo>
                    <a:pt x="467224" y="242781"/>
                  </a:lnTo>
                  <a:lnTo>
                    <a:pt x="467143" y="243491"/>
                  </a:lnTo>
                  <a:lnTo>
                    <a:pt x="467286" y="243556"/>
                  </a:lnTo>
                  <a:lnTo>
                    <a:pt x="467475" y="243649"/>
                  </a:lnTo>
                  <a:lnTo>
                    <a:pt x="468055" y="244217"/>
                  </a:lnTo>
                  <a:lnTo>
                    <a:pt x="468160" y="244452"/>
                  </a:lnTo>
                  <a:lnTo>
                    <a:pt x="468232" y="244615"/>
                  </a:lnTo>
                  <a:lnTo>
                    <a:pt x="468270" y="244796"/>
                  </a:lnTo>
                  <a:lnTo>
                    <a:pt x="468315" y="244944"/>
                  </a:lnTo>
                  <a:lnTo>
                    <a:pt x="468456" y="245275"/>
                  </a:lnTo>
                  <a:lnTo>
                    <a:pt x="469078" y="246005"/>
                  </a:lnTo>
                  <a:lnTo>
                    <a:pt x="469393" y="246670"/>
                  </a:lnTo>
                  <a:lnTo>
                    <a:pt x="469836" y="247682"/>
                  </a:lnTo>
                  <a:lnTo>
                    <a:pt x="470724" y="248309"/>
                  </a:lnTo>
                  <a:lnTo>
                    <a:pt x="471495" y="248462"/>
                  </a:lnTo>
                  <a:lnTo>
                    <a:pt x="471732" y="248389"/>
                  </a:lnTo>
                  <a:lnTo>
                    <a:pt x="472035" y="248330"/>
                  </a:lnTo>
                  <a:lnTo>
                    <a:pt x="473010" y="249075"/>
                  </a:lnTo>
                  <a:lnTo>
                    <a:pt x="473090" y="250125"/>
                  </a:lnTo>
                  <a:lnTo>
                    <a:pt x="473067" y="250506"/>
                  </a:lnTo>
                  <a:lnTo>
                    <a:pt x="473007" y="250926"/>
                  </a:lnTo>
                  <a:lnTo>
                    <a:pt x="472701" y="251435"/>
                  </a:lnTo>
                  <a:lnTo>
                    <a:pt x="472658" y="251853"/>
                  </a:lnTo>
                  <a:lnTo>
                    <a:pt x="472855" y="252264"/>
                  </a:lnTo>
                  <a:lnTo>
                    <a:pt x="472775" y="252745"/>
                  </a:lnTo>
                  <a:lnTo>
                    <a:pt x="472734" y="252917"/>
                  </a:lnTo>
                  <a:lnTo>
                    <a:pt x="472367" y="253408"/>
                  </a:lnTo>
                  <a:lnTo>
                    <a:pt x="472158" y="253465"/>
                  </a:lnTo>
                  <a:lnTo>
                    <a:pt x="472052" y="253914"/>
                  </a:lnTo>
                  <a:lnTo>
                    <a:pt x="472369" y="254243"/>
                  </a:lnTo>
                  <a:lnTo>
                    <a:pt x="472381" y="254485"/>
                  </a:lnTo>
                  <a:lnTo>
                    <a:pt x="472378" y="254823"/>
                  </a:lnTo>
                  <a:lnTo>
                    <a:pt x="472145" y="255466"/>
                  </a:lnTo>
                  <a:lnTo>
                    <a:pt x="472074" y="256186"/>
                  </a:lnTo>
                  <a:lnTo>
                    <a:pt x="472097" y="256401"/>
                  </a:lnTo>
                  <a:lnTo>
                    <a:pt x="471798" y="256864"/>
                  </a:lnTo>
                  <a:lnTo>
                    <a:pt x="471695" y="257273"/>
                  </a:lnTo>
                  <a:lnTo>
                    <a:pt x="471729" y="257642"/>
                  </a:lnTo>
                  <a:lnTo>
                    <a:pt x="471941" y="258035"/>
                  </a:lnTo>
                  <a:lnTo>
                    <a:pt x="472046" y="258266"/>
                  </a:lnTo>
                  <a:lnTo>
                    <a:pt x="472264" y="258403"/>
                  </a:lnTo>
                  <a:lnTo>
                    <a:pt x="472413" y="258475"/>
                  </a:lnTo>
                  <a:lnTo>
                    <a:pt x="472559" y="258519"/>
                  </a:lnTo>
                  <a:lnTo>
                    <a:pt x="472713" y="258686"/>
                  </a:lnTo>
                  <a:lnTo>
                    <a:pt x="472523" y="259361"/>
                  </a:lnTo>
                  <a:lnTo>
                    <a:pt x="473095" y="259307"/>
                  </a:lnTo>
                  <a:lnTo>
                    <a:pt x="473713" y="259343"/>
                  </a:lnTo>
                  <a:lnTo>
                    <a:pt x="474434" y="259504"/>
                  </a:lnTo>
                  <a:lnTo>
                    <a:pt x="474314" y="259797"/>
                  </a:lnTo>
                  <a:lnTo>
                    <a:pt x="474317" y="259961"/>
                  </a:lnTo>
                  <a:lnTo>
                    <a:pt x="474899" y="259931"/>
                  </a:lnTo>
                  <a:lnTo>
                    <a:pt x="475362" y="259745"/>
                  </a:lnTo>
                  <a:lnTo>
                    <a:pt x="475769" y="259692"/>
                  </a:lnTo>
                  <a:lnTo>
                    <a:pt x="476031" y="259634"/>
                  </a:lnTo>
                  <a:lnTo>
                    <a:pt x="476243" y="259643"/>
                  </a:lnTo>
                  <a:lnTo>
                    <a:pt x="476400" y="259527"/>
                  </a:lnTo>
                  <a:lnTo>
                    <a:pt x="476475" y="259272"/>
                  </a:lnTo>
                  <a:lnTo>
                    <a:pt x="477245" y="258998"/>
                  </a:lnTo>
                  <a:lnTo>
                    <a:pt x="477571" y="258799"/>
                  </a:lnTo>
                  <a:lnTo>
                    <a:pt x="477698" y="258620"/>
                  </a:lnTo>
                  <a:lnTo>
                    <a:pt x="477905" y="258137"/>
                  </a:lnTo>
                  <a:lnTo>
                    <a:pt x="478410" y="258342"/>
                  </a:lnTo>
                  <a:lnTo>
                    <a:pt x="478664" y="258483"/>
                  </a:lnTo>
                  <a:lnTo>
                    <a:pt x="479113" y="258747"/>
                  </a:lnTo>
                  <a:lnTo>
                    <a:pt x="479621" y="258936"/>
                  </a:lnTo>
                  <a:lnTo>
                    <a:pt x="480230" y="258393"/>
                  </a:lnTo>
                  <a:lnTo>
                    <a:pt x="480898" y="258252"/>
                  </a:lnTo>
                  <a:lnTo>
                    <a:pt x="481345" y="257998"/>
                  </a:lnTo>
                  <a:lnTo>
                    <a:pt x="481592" y="258092"/>
                  </a:lnTo>
                  <a:lnTo>
                    <a:pt x="482131" y="258342"/>
                  </a:lnTo>
                  <a:lnTo>
                    <a:pt x="482690" y="258899"/>
                  </a:lnTo>
                  <a:lnTo>
                    <a:pt x="482827" y="258909"/>
                  </a:lnTo>
                  <a:lnTo>
                    <a:pt x="482581" y="259297"/>
                  </a:lnTo>
                  <a:lnTo>
                    <a:pt x="482685" y="259612"/>
                  </a:lnTo>
                  <a:lnTo>
                    <a:pt x="482646" y="260547"/>
                  </a:lnTo>
                  <a:lnTo>
                    <a:pt x="482782" y="260539"/>
                  </a:lnTo>
                  <a:lnTo>
                    <a:pt x="482981" y="260561"/>
                  </a:lnTo>
                  <a:lnTo>
                    <a:pt x="483642" y="260833"/>
                  </a:lnTo>
                  <a:lnTo>
                    <a:pt x="483818" y="261428"/>
                  </a:lnTo>
                  <a:lnTo>
                    <a:pt x="483908" y="261659"/>
                  </a:lnTo>
                  <a:lnTo>
                    <a:pt x="484033" y="261906"/>
                  </a:lnTo>
                  <a:lnTo>
                    <a:pt x="484065" y="262085"/>
                  </a:lnTo>
                  <a:lnTo>
                    <a:pt x="484451" y="262963"/>
                  </a:lnTo>
                  <a:lnTo>
                    <a:pt x="484842" y="263142"/>
                  </a:lnTo>
                  <a:lnTo>
                    <a:pt x="483541" y="263727"/>
                  </a:lnTo>
                  <a:lnTo>
                    <a:pt x="483001" y="264088"/>
                  </a:lnTo>
                  <a:lnTo>
                    <a:pt x="483159" y="264519"/>
                  </a:lnTo>
                  <a:lnTo>
                    <a:pt x="482801" y="265017"/>
                  </a:lnTo>
                  <a:lnTo>
                    <a:pt x="482613" y="265137"/>
                  </a:lnTo>
                  <a:lnTo>
                    <a:pt x="482218" y="265628"/>
                  </a:lnTo>
                  <a:lnTo>
                    <a:pt x="482237" y="266296"/>
                  </a:lnTo>
                  <a:lnTo>
                    <a:pt x="481570" y="266625"/>
                  </a:lnTo>
                  <a:lnTo>
                    <a:pt x="481185" y="266510"/>
                  </a:lnTo>
                  <a:lnTo>
                    <a:pt x="480474" y="266516"/>
                  </a:lnTo>
                  <a:lnTo>
                    <a:pt x="480384" y="266836"/>
                  </a:lnTo>
                  <a:lnTo>
                    <a:pt x="480029" y="266860"/>
                  </a:lnTo>
                  <a:lnTo>
                    <a:pt x="479684" y="266914"/>
                  </a:lnTo>
                  <a:lnTo>
                    <a:pt x="479612" y="267118"/>
                  </a:lnTo>
                  <a:lnTo>
                    <a:pt x="479373" y="267117"/>
                  </a:lnTo>
                  <a:lnTo>
                    <a:pt x="478816" y="267604"/>
                  </a:lnTo>
                  <a:lnTo>
                    <a:pt x="478847" y="267799"/>
                  </a:lnTo>
                  <a:lnTo>
                    <a:pt x="478892" y="268208"/>
                  </a:lnTo>
                  <a:lnTo>
                    <a:pt x="478714" y="268345"/>
                  </a:lnTo>
                  <a:lnTo>
                    <a:pt x="479005" y="268977"/>
                  </a:lnTo>
                  <a:lnTo>
                    <a:pt x="479156" y="269314"/>
                  </a:lnTo>
                  <a:lnTo>
                    <a:pt x="479186" y="269698"/>
                  </a:lnTo>
                  <a:lnTo>
                    <a:pt x="479003" y="270264"/>
                  </a:lnTo>
                  <a:lnTo>
                    <a:pt x="479299" y="270930"/>
                  </a:lnTo>
                  <a:lnTo>
                    <a:pt x="479317" y="271231"/>
                  </a:lnTo>
                  <a:lnTo>
                    <a:pt x="479559" y="271512"/>
                  </a:lnTo>
                  <a:lnTo>
                    <a:pt x="479982" y="271661"/>
                  </a:lnTo>
                  <a:lnTo>
                    <a:pt x="480296" y="271663"/>
                  </a:lnTo>
                  <a:lnTo>
                    <a:pt x="480595" y="271722"/>
                  </a:lnTo>
                  <a:lnTo>
                    <a:pt x="480907" y="271651"/>
                  </a:lnTo>
                  <a:lnTo>
                    <a:pt x="481394" y="272061"/>
                  </a:lnTo>
                  <a:lnTo>
                    <a:pt x="481833" y="272298"/>
                  </a:lnTo>
                  <a:lnTo>
                    <a:pt x="481743" y="272540"/>
                  </a:lnTo>
                  <a:lnTo>
                    <a:pt x="481346" y="273572"/>
                  </a:lnTo>
                  <a:lnTo>
                    <a:pt x="481196" y="273640"/>
                  </a:lnTo>
                  <a:lnTo>
                    <a:pt x="480930" y="273855"/>
                  </a:lnTo>
                  <a:lnTo>
                    <a:pt x="480946" y="274801"/>
                  </a:lnTo>
                  <a:lnTo>
                    <a:pt x="481633" y="275278"/>
                  </a:lnTo>
                  <a:lnTo>
                    <a:pt x="481768" y="275430"/>
                  </a:lnTo>
                  <a:lnTo>
                    <a:pt x="482062" y="275687"/>
                  </a:lnTo>
                  <a:lnTo>
                    <a:pt x="482358" y="276444"/>
                  </a:lnTo>
                  <a:lnTo>
                    <a:pt x="482738" y="277430"/>
                  </a:lnTo>
                  <a:lnTo>
                    <a:pt x="482619" y="277817"/>
                  </a:lnTo>
                  <a:lnTo>
                    <a:pt x="482526" y="277945"/>
                  </a:lnTo>
                  <a:lnTo>
                    <a:pt x="482409" y="278316"/>
                  </a:lnTo>
                  <a:lnTo>
                    <a:pt x="482469" y="278618"/>
                  </a:lnTo>
                  <a:lnTo>
                    <a:pt x="482579" y="279934"/>
                  </a:lnTo>
                  <a:lnTo>
                    <a:pt x="482849" y="280541"/>
                  </a:lnTo>
                  <a:lnTo>
                    <a:pt x="482763" y="281539"/>
                  </a:lnTo>
                  <a:lnTo>
                    <a:pt x="482786" y="281777"/>
                  </a:lnTo>
                  <a:lnTo>
                    <a:pt x="482863" y="281993"/>
                  </a:lnTo>
                  <a:lnTo>
                    <a:pt x="482658" y="282384"/>
                  </a:lnTo>
                  <a:lnTo>
                    <a:pt x="482331" y="282628"/>
                  </a:lnTo>
                  <a:lnTo>
                    <a:pt x="482262" y="282825"/>
                  </a:lnTo>
                  <a:lnTo>
                    <a:pt x="482233" y="283090"/>
                  </a:lnTo>
                  <a:lnTo>
                    <a:pt x="482063" y="283289"/>
                  </a:lnTo>
                  <a:lnTo>
                    <a:pt x="482083" y="283758"/>
                  </a:lnTo>
                  <a:lnTo>
                    <a:pt x="482792" y="283969"/>
                  </a:lnTo>
                  <a:lnTo>
                    <a:pt x="482962" y="284037"/>
                  </a:lnTo>
                  <a:lnTo>
                    <a:pt x="482815" y="284870"/>
                  </a:lnTo>
                  <a:lnTo>
                    <a:pt x="482978" y="285059"/>
                  </a:lnTo>
                  <a:lnTo>
                    <a:pt x="483291" y="285279"/>
                  </a:lnTo>
                  <a:lnTo>
                    <a:pt x="483887" y="285336"/>
                  </a:lnTo>
                  <a:lnTo>
                    <a:pt x="484551" y="285396"/>
                  </a:lnTo>
                  <a:lnTo>
                    <a:pt x="484970" y="286069"/>
                  </a:lnTo>
                  <a:lnTo>
                    <a:pt x="484921" y="286641"/>
                  </a:lnTo>
                  <a:lnTo>
                    <a:pt x="484376" y="287237"/>
                  </a:lnTo>
                  <a:lnTo>
                    <a:pt x="483586" y="287946"/>
                  </a:lnTo>
                  <a:lnTo>
                    <a:pt x="483396" y="288098"/>
                  </a:lnTo>
                  <a:lnTo>
                    <a:pt x="482966" y="288466"/>
                  </a:lnTo>
                  <a:lnTo>
                    <a:pt x="483043" y="288765"/>
                  </a:lnTo>
                  <a:lnTo>
                    <a:pt x="483350" y="289485"/>
                  </a:lnTo>
                  <a:lnTo>
                    <a:pt x="483344" y="290429"/>
                  </a:lnTo>
                  <a:lnTo>
                    <a:pt x="483272" y="290801"/>
                  </a:lnTo>
                  <a:lnTo>
                    <a:pt x="483180" y="291223"/>
                  </a:lnTo>
                  <a:lnTo>
                    <a:pt x="483072" y="291391"/>
                  </a:lnTo>
                  <a:lnTo>
                    <a:pt x="482925" y="291575"/>
                  </a:lnTo>
                  <a:lnTo>
                    <a:pt x="482816" y="291866"/>
                  </a:lnTo>
                  <a:lnTo>
                    <a:pt x="482947" y="292186"/>
                  </a:lnTo>
                  <a:lnTo>
                    <a:pt x="482913" y="292396"/>
                  </a:lnTo>
                  <a:lnTo>
                    <a:pt x="482799" y="292907"/>
                  </a:lnTo>
                  <a:lnTo>
                    <a:pt x="482549" y="293051"/>
                  </a:lnTo>
                  <a:lnTo>
                    <a:pt x="482117" y="293650"/>
                  </a:lnTo>
                  <a:lnTo>
                    <a:pt x="482456" y="293898"/>
                  </a:lnTo>
                  <a:lnTo>
                    <a:pt x="482680" y="294219"/>
                  </a:lnTo>
                  <a:lnTo>
                    <a:pt x="482471" y="294599"/>
                  </a:lnTo>
                  <a:lnTo>
                    <a:pt x="481967" y="294964"/>
                  </a:lnTo>
                  <a:lnTo>
                    <a:pt x="481372" y="295396"/>
                  </a:lnTo>
                  <a:lnTo>
                    <a:pt x="481027" y="295380"/>
                  </a:lnTo>
                  <a:lnTo>
                    <a:pt x="480736" y="295307"/>
                  </a:lnTo>
                  <a:lnTo>
                    <a:pt x="479911" y="295925"/>
                  </a:lnTo>
                  <a:lnTo>
                    <a:pt x="480024" y="296344"/>
                  </a:lnTo>
                  <a:lnTo>
                    <a:pt x="480043" y="296502"/>
                  </a:lnTo>
                  <a:lnTo>
                    <a:pt x="479926" y="296741"/>
                  </a:lnTo>
                  <a:lnTo>
                    <a:pt x="479363" y="296507"/>
                  </a:lnTo>
                  <a:lnTo>
                    <a:pt x="479229" y="296506"/>
                  </a:lnTo>
                  <a:lnTo>
                    <a:pt x="479059" y="296503"/>
                  </a:lnTo>
                  <a:lnTo>
                    <a:pt x="477396" y="296416"/>
                  </a:lnTo>
                  <a:lnTo>
                    <a:pt x="477287" y="296678"/>
                  </a:lnTo>
                  <a:lnTo>
                    <a:pt x="477143" y="297050"/>
                  </a:lnTo>
                  <a:lnTo>
                    <a:pt x="476587" y="297717"/>
                  </a:lnTo>
                  <a:lnTo>
                    <a:pt x="475710" y="298155"/>
                  </a:lnTo>
                  <a:lnTo>
                    <a:pt x="475734" y="298336"/>
                  </a:lnTo>
                  <a:lnTo>
                    <a:pt x="475604" y="298522"/>
                  </a:lnTo>
                  <a:lnTo>
                    <a:pt x="475540" y="298756"/>
                  </a:lnTo>
                  <a:lnTo>
                    <a:pt x="475606" y="298950"/>
                  </a:lnTo>
                  <a:lnTo>
                    <a:pt x="475507" y="300136"/>
                  </a:lnTo>
                  <a:lnTo>
                    <a:pt x="475084" y="300158"/>
                  </a:lnTo>
                  <a:lnTo>
                    <a:pt x="474848" y="300363"/>
                  </a:lnTo>
                  <a:lnTo>
                    <a:pt x="475046" y="300720"/>
                  </a:lnTo>
                  <a:lnTo>
                    <a:pt x="475635" y="301515"/>
                  </a:lnTo>
                  <a:lnTo>
                    <a:pt x="476565" y="302574"/>
                  </a:lnTo>
                  <a:lnTo>
                    <a:pt x="476890" y="303667"/>
                  </a:lnTo>
                  <a:lnTo>
                    <a:pt x="476999" y="303820"/>
                  </a:lnTo>
                  <a:lnTo>
                    <a:pt x="477106" y="304259"/>
                  </a:lnTo>
                  <a:lnTo>
                    <a:pt x="477066" y="304443"/>
                  </a:lnTo>
                  <a:lnTo>
                    <a:pt x="477048" y="304716"/>
                  </a:lnTo>
                  <a:lnTo>
                    <a:pt x="477552" y="304653"/>
                  </a:lnTo>
                  <a:lnTo>
                    <a:pt x="477991" y="304883"/>
                  </a:lnTo>
                  <a:lnTo>
                    <a:pt x="478391" y="305257"/>
                  </a:lnTo>
                  <a:lnTo>
                    <a:pt x="478659" y="305957"/>
                  </a:lnTo>
                  <a:lnTo>
                    <a:pt x="478982" y="306267"/>
                  </a:lnTo>
                  <a:lnTo>
                    <a:pt x="479407" y="306772"/>
                  </a:lnTo>
                  <a:lnTo>
                    <a:pt x="479911" y="306949"/>
                  </a:lnTo>
                  <a:lnTo>
                    <a:pt x="480112" y="306967"/>
                  </a:lnTo>
                  <a:lnTo>
                    <a:pt x="480477" y="307907"/>
                  </a:lnTo>
                  <a:lnTo>
                    <a:pt x="481055" y="308248"/>
                  </a:lnTo>
                  <a:lnTo>
                    <a:pt x="481275" y="308763"/>
                  </a:lnTo>
                  <a:lnTo>
                    <a:pt x="481737" y="309285"/>
                  </a:lnTo>
                  <a:lnTo>
                    <a:pt x="482496" y="309346"/>
                  </a:lnTo>
                  <a:lnTo>
                    <a:pt x="482700" y="309250"/>
                  </a:lnTo>
                  <a:lnTo>
                    <a:pt x="482944" y="309132"/>
                  </a:lnTo>
                  <a:lnTo>
                    <a:pt x="483371" y="309041"/>
                  </a:lnTo>
                  <a:lnTo>
                    <a:pt x="483521" y="309051"/>
                  </a:lnTo>
                  <a:lnTo>
                    <a:pt x="484070" y="309403"/>
                  </a:lnTo>
                  <a:lnTo>
                    <a:pt x="484514" y="310033"/>
                  </a:lnTo>
                  <a:lnTo>
                    <a:pt x="484963" y="310684"/>
                  </a:lnTo>
                  <a:lnTo>
                    <a:pt x="485978" y="311287"/>
                  </a:lnTo>
                  <a:lnTo>
                    <a:pt x="486094" y="311630"/>
                  </a:lnTo>
                  <a:lnTo>
                    <a:pt x="486251" y="312013"/>
                  </a:lnTo>
                  <a:lnTo>
                    <a:pt x="486712" y="311939"/>
                  </a:lnTo>
                  <a:lnTo>
                    <a:pt x="487528" y="312010"/>
                  </a:lnTo>
                  <a:lnTo>
                    <a:pt x="487631" y="312548"/>
                  </a:lnTo>
                  <a:lnTo>
                    <a:pt x="487175" y="313318"/>
                  </a:lnTo>
                  <a:lnTo>
                    <a:pt x="487105" y="313495"/>
                  </a:lnTo>
                  <a:lnTo>
                    <a:pt x="487034" y="313649"/>
                  </a:lnTo>
                  <a:lnTo>
                    <a:pt x="486814" y="313992"/>
                  </a:lnTo>
                  <a:lnTo>
                    <a:pt x="486566" y="314172"/>
                  </a:lnTo>
                  <a:lnTo>
                    <a:pt x="486311" y="314529"/>
                  </a:lnTo>
                  <a:lnTo>
                    <a:pt x="486397" y="314720"/>
                  </a:lnTo>
                  <a:lnTo>
                    <a:pt x="486467" y="315063"/>
                  </a:lnTo>
                  <a:lnTo>
                    <a:pt x="486460" y="315322"/>
                  </a:lnTo>
                  <a:lnTo>
                    <a:pt x="486601" y="315320"/>
                  </a:lnTo>
                  <a:lnTo>
                    <a:pt x="486802" y="315296"/>
                  </a:lnTo>
                  <a:lnTo>
                    <a:pt x="486953" y="315237"/>
                  </a:lnTo>
                  <a:lnTo>
                    <a:pt x="487443" y="315190"/>
                  </a:lnTo>
                  <a:lnTo>
                    <a:pt x="488011" y="315314"/>
                  </a:lnTo>
                  <a:lnTo>
                    <a:pt x="488273" y="315456"/>
                  </a:lnTo>
                  <a:lnTo>
                    <a:pt x="488715" y="315639"/>
                  </a:lnTo>
                  <a:lnTo>
                    <a:pt x="489830" y="316960"/>
                  </a:lnTo>
                  <a:lnTo>
                    <a:pt x="489846" y="317116"/>
                  </a:lnTo>
                  <a:lnTo>
                    <a:pt x="490092" y="317285"/>
                  </a:lnTo>
                  <a:lnTo>
                    <a:pt x="490591" y="317517"/>
                  </a:lnTo>
                  <a:lnTo>
                    <a:pt x="490357" y="318342"/>
                  </a:lnTo>
                  <a:lnTo>
                    <a:pt x="490189" y="318844"/>
                  </a:lnTo>
                  <a:lnTo>
                    <a:pt x="490504" y="319448"/>
                  </a:lnTo>
                  <a:lnTo>
                    <a:pt x="489998" y="320161"/>
                  </a:lnTo>
                  <a:lnTo>
                    <a:pt x="489865" y="320726"/>
                  </a:lnTo>
                  <a:lnTo>
                    <a:pt x="489916" y="320967"/>
                  </a:lnTo>
                  <a:lnTo>
                    <a:pt x="489802" y="321622"/>
                  </a:lnTo>
                  <a:lnTo>
                    <a:pt x="489897" y="321845"/>
                  </a:lnTo>
                  <a:lnTo>
                    <a:pt x="490007" y="322104"/>
                  </a:lnTo>
                  <a:lnTo>
                    <a:pt x="489986" y="322336"/>
                  </a:lnTo>
                  <a:lnTo>
                    <a:pt x="489965" y="322518"/>
                  </a:lnTo>
                  <a:lnTo>
                    <a:pt x="489926" y="322770"/>
                  </a:lnTo>
                  <a:lnTo>
                    <a:pt x="490100" y="322977"/>
                  </a:lnTo>
                  <a:lnTo>
                    <a:pt x="490344" y="323172"/>
                  </a:lnTo>
                  <a:lnTo>
                    <a:pt x="491328" y="324523"/>
                  </a:lnTo>
                  <a:lnTo>
                    <a:pt x="494177" y="326691"/>
                  </a:lnTo>
                  <a:lnTo>
                    <a:pt x="494190" y="327023"/>
                  </a:lnTo>
                  <a:lnTo>
                    <a:pt x="494343" y="327467"/>
                  </a:lnTo>
                  <a:lnTo>
                    <a:pt x="494224" y="327788"/>
                  </a:lnTo>
                  <a:lnTo>
                    <a:pt x="496658" y="329248"/>
                  </a:lnTo>
                  <a:lnTo>
                    <a:pt x="498196" y="329710"/>
                  </a:lnTo>
                  <a:lnTo>
                    <a:pt x="500989" y="330667"/>
                  </a:lnTo>
                  <a:lnTo>
                    <a:pt x="501285" y="331103"/>
                  </a:lnTo>
                  <a:lnTo>
                    <a:pt x="501650" y="331632"/>
                  </a:lnTo>
                  <a:lnTo>
                    <a:pt x="501815" y="331879"/>
                  </a:lnTo>
                  <a:lnTo>
                    <a:pt x="502026" y="332194"/>
                  </a:lnTo>
                  <a:lnTo>
                    <a:pt x="502233" y="332502"/>
                  </a:lnTo>
                  <a:lnTo>
                    <a:pt x="502358" y="332692"/>
                  </a:lnTo>
                  <a:lnTo>
                    <a:pt x="502608" y="333056"/>
                  </a:lnTo>
                  <a:lnTo>
                    <a:pt x="502707" y="333206"/>
                  </a:lnTo>
                  <a:lnTo>
                    <a:pt x="502901" y="333488"/>
                  </a:lnTo>
                  <a:lnTo>
                    <a:pt x="503216" y="333956"/>
                  </a:lnTo>
                  <a:lnTo>
                    <a:pt x="503474" y="334351"/>
                  </a:lnTo>
                  <a:lnTo>
                    <a:pt x="503582" y="334511"/>
                  </a:lnTo>
                  <a:lnTo>
                    <a:pt x="504219" y="335497"/>
                  </a:lnTo>
                  <a:lnTo>
                    <a:pt x="506080" y="337850"/>
                  </a:lnTo>
                  <a:lnTo>
                    <a:pt x="507943" y="338531"/>
                  </a:lnTo>
                  <a:lnTo>
                    <a:pt x="508211" y="338510"/>
                  </a:lnTo>
                  <a:lnTo>
                    <a:pt x="508481" y="338488"/>
                  </a:lnTo>
                  <a:lnTo>
                    <a:pt x="509277" y="338419"/>
                  </a:lnTo>
                  <a:lnTo>
                    <a:pt x="509733" y="338381"/>
                  </a:lnTo>
                  <a:lnTo>
                    <a:pt x="510038" y="338356"/>
                  </a:lnTo>
                  <a:lnTo>
                    <a:pt x="510410" y="338326"/>
                  </a:lnTo>
                  <a:lnTo>
                    <a:pt x="510596" y="338310"/>
                  </a:lnTo>
                  <a:lnTo>
                    <a:pt x="514548" y="340310"/>
                  </a:lnTo>
                  <a:lnTo>
                    <a:pt x="514800" y="340524"/>
                  </a:lnTo>
                  <a:lnTo>
                    <a:pt x="515076" y="340751"/>
                  </a:lnTo>
                  <a:lnTo>
                    <a:pt x="515336" y="340908"/>
                  </a:lnTo>
                  <a:lnTo>
                    <a:pt x="515625" y="341008"/>
                  </a:lnTo>
                  <a:lnTo>
                    <a:pt x="515912" y="341126"/>
                  </a:lnTo>
                  <a:lnTo>
                    <a:pt x="516302" y="341373"/>
                  </a:lnTo>
                  <a:lnTo>
                    <a:pt x="516653" y="341829"/>
                  </a:lnTo>
                  <a:lnTo>
                    <a:pt x="517150" y="342266"/>
                  </a:lnTo>
                  <a:lnTo>
                    <a:pt x="517257" y="342475"/>
                  </a:lnTo>
                  <a:lnTo>
                    <a:pt x="517401" y="342574"/>
                  </a:lnTo>
                  <a:lnTo>
                    <a:pt x="517779" y="342688"/>
                  </a:lnTo>
                  <a:lnTo>
                    <a:pt x="518408" y="343261"/>
                  </a:lnTo>
                  <a:lnTo>
                    <a:pt x="518655" y="343408"/>
                  </a:lnTo>
                  <a:lnTo>
                    <a:pt x="519341" y="343795"/>
                  </a:lnTo>
                  <a:lnTo>
                    <a:pt x="519863" y="343998"/>
                  </a:lnTo>
                  <a:lnTo>
                    <a:pt x="520163" y="344176"/>
                  </a:lnTo>
                  <a:lnTo>
                    <a:pt x="520272" y="344353"/>
                  </a:lnTo>
                  <a:lnTo>
                    <a:pt x="520484" y="344558"/>
                  </a:lnTo>
                  <a:lnTo>
                    <a:pt x="520696" y="344497"/>
                  </a:lnTo>
                  <a:lnTo>
                    <a:pt x="521130" y="344440"/>
                  </a:lnTo>
                  <a:lnTo>
                    <a:pt x="521539" y="344472"/>
                  </a:lnTo>
                  <a:lnTo>
                    <a:pt x="521881" y="344365"/>
                  </a:lnTo>
                  <a:lnTo>
                    <a:pt x="522152" y="344234"/>
                  </a:lnTo>
                  <a:lnTo>
                    <a:pt x="522396" y="344252"/>
                  </a:lnTo>
                  <a:lnTo>
                    <a:pt x="523072" y="344546"/>
                  </a:lnTo>
                  <a:lnTo>
                    <a:pt x="523217" y="344660"/>
                  </a:lnTo>
                  <a:lnTo>
                    <a:pt x="523451" y="344949"/>
                  </a:lnTo>
                  <a:lnTo>
                    <a:pt x="524305" y="345323"/>
                  </a:lnTo>
                  <a:lnTo>
                    <a:pt x="524407" y="345480"/>
                  </a:lnTo>
                  <a:lnTo>
                    <a:pt x="524584" y="345575"/>
                  </a:lnTo>
                  <a:lnTo>
                    <a:pt x="524827" y="345615"/>
                  </a:lnTo>
                  <a:lnTo>
                    <a:pt x="525081" y="345501"/>
                  </a:lnTo>
                  <a:lnTo>
                    <a:pt x="525489" y="345465"/>
                  </a:lnTo>
                  <a:lnTo>
                    <a:pt x="525884" y="345544"/>
                  </a:lnTo>
                  <a:lnTo>
                    <a:pt x="526615" y="345742"/>
                  </a:lnTo>
                  <a:lnTo>
                    <a:pt x="527629" y="345368"/>
                  </a:lnTo>
                  <a:lnTo>
                    <a:pt x="528226" y="345533"/>
                  </a:lnTo>
                  <a:lnTo>
                    <a:pt x="528264" y="345681"/>
                  </a:lnTo>
                  <a:lnTo>
                    <a:pt x="528312" y="345872"/>
                  </a:lnTo>
                  <a:lnTo>
                    <a:pt x="533372" y="345303"/>
                  </a:lnTo>
                  <a:lnTo>
                    <a:pt x="537892" y="346849"/>
                  </a:lnTo>
                  <a:lnTo>
                    <a:pt x="539450" y="347661"/>
                  </a:lnTo>
                  <a:lnTo>
                    <a:pt x="539440" y="347255"/>
                  </a:lnTo>
                  <a:lnTo>
                    <a:pt x="539485" y="347110"/>
                  </a:lnTo>
                  <a:lnTo>
                    <a:pt x="540093" y="345843"/>
                  </a:lnTo>
                  <a:lnTo>
                    <a:pt x="540921" y="345945"/>
                  </a:lnTo>
                  <a:lnTo>
                    <a:pt x="546842" y="345940"/>
                  </a:lnTo>
                  <a:lnTo>
                    <a:pt x="547274" y="345958"/>
                  </a:lnTo>
                  <a:lnTo>
                    <a:pt x="548042" y="346168"/>
                  </a:lnTo>
                  <a:lnTo>
                    <a:pt x="549633" y="346563"/>
                  </a:lnTo>
                  <a:lnTo>
                    <a:pt x="550398" y="347150"/>
                  </a:lnTo>
                  <a:lnTo>
                    <a:pt x="550859" y="347155"/>
                  </a:lnTo>
                  <a:lnTo>
                    <a:pt x="554781" y="346245"/>
                  </a:lnTo>
                  <a:lnTo>
                    <a:pt x="556083" y="346332"/>
                  </a:lnTo>
                  <a:lnTo>
                    <a:pt x="556926" y="347103"/>
                  </a:lnTo>
                  <a:lnTo>
                    <a:pt x="556836" y="347770"/>
                  </a:lnTo>
                  <a:lnTo>
                    <a:pt x="557269" y="348539"/>
                  </a:lnTo>
                  <a:lnTo>
                    <a:pt x="557383" y="348751"/>
                  </a:lnTo>
                  <a:lnTo>
                    <a:pt x="557554" y="348790"/>
                  </a:lnTo>
                  <a:lnTo>
                    <a:pt x="557849" y="348885"/>
                  </a:lnTo>
                  <a:lnTo>
                    <a:pt x="558118" y="349304"/>
                  </a:lnTo>
                  <a:lnTo>
                    <a:pt x="558247" y="349332"/>
                  </a:lnTo>
                  <a:lnTo>
                    <a:pt x="558597" y="349420"/>
                  </a:lnTo>
                  <a:lnTo>
                    <a:pt x="559598" y="349785"/>
                  </a:lnTo>
                  <a:lnTo>
                    <a:pt x="560004" y="349960"/>
                  </a:lnTo>
                  <a:lnTo>
                    <a:pt x="560739" y="350442"/>
                  </a:lnTo>
                  <a:lnTo>
                    <a:pt x="561072" y="350534"/>
                  </a:lnTo>
                  <a:lnTo>
                    <a:pt x="561324" y="350580"/>
                  </a:lnTo>
                  <a:lnTo>
                    <a:pt x="561577" y="350633"/>
                  </a:lnTo>
                  <a:lnTo>
                    <a:pt x="561607" y="351038"/>
                  </a:lnTo>
                  <a:lnTo>
                    <a:pt x="561690" y="351190"/>
                  </a:lnTo>
                  <a:lnTo>
                    <a:pt x="561988" y="351360"/>
                  </a:lnTo>
                  <a:lnTo>
                    <a:pt x="562243" y="351564"/>
                  </a:lnTo>
                  <a:lnTo>
                    <a:pt x="562563" y="351698"/>
                  </a:lnTo>
                  <a:lnTo>
                    <a:pt x="563176" y="351794"/>
                  </a:lnTo>
                  <a:lnTo>
                    <a:pt x="563411" y="351831"/>
                  </a:lnTo>
                  <a:lnTo>
                    <a:pt x="563641" y="352034"/>
                  </a:lnTo>
                  <a:lnTo>
                    <a:pt x="563771" y="352050"/>
                  </a:lnTo>
                  <a:lnTo>
                    <a:pt x="563985" y="352055"/>
                  </a:lnTo>
                  <a:lnTo>
                    <a:pt x="564118" y="352123"/>
                  </a:lnTo>
                  <a:lnTo>
                    <a:pt x="564437" y="352591"/>
                  </a:lnTo>
                  <a:lnTo>
                    <a:pt x="565894" y="353191"/>
                  </a:lnTo>
                  <a:lnTo>
                    <a:pt x="566139" y="353375"/>
                  </a:lnTo>
                  <a:lnTo>
                    <a:pt x="566307" y="353545"/>
                  </a:lnTo>
                  <a:lnTo>
                    <a:pt x="566602" y="353811"/>
                  </a:lnTo>
                  <a:lnTo>
                    <a:pt x="567374" y="353645"/>
                  </a:lnTo>
                  <a:lnTo>
                    <a:pt x="568041" y="353443"/>
                  </a:lnTo>
                  <a:lnTo>
                    <a:pt x="569016" y="353805"/>
                  </a:lnTo>
                  <a:lnTo>
                    <a:pt x="569076" y="353988"/>
                  </a:lnTo>
                  <a:lnTo>
                    <a:pt x="569306" y="354350"/>
                  </a:lnTo>
                  <a:lnTo>
                    <a:pt x="569388" y="354690"/>
                  </a:lnTo>
                  <a:lnTo>
                    <a:pt x="569611" y="355019"/>
                  </a:lnTo>
                  <a:lnTo>
                    <a:pt x="569871" y="355184"/>
                  </a:lnTo>
                  <a:lnTo>
                    <a:pt x="569944" y="355878"/>
                  </a:lnTo>
                  <a:lnTo>
                    <a:pt x="570384" y="355771"/>
                  </a:lnTo>
                  <a:lnTo>
                    <a:pt x="571401" y="355688"/>
                  </a:lnTo>
                  <a:lnTo>
                    <a:pt x="571515" y="355884"/>
                  </a:lnTo>
                  <a:lnTo>
                    <a:pt x="571627" y="356915"/>
                  </a:lnTo>
                  <a:lnTo>
                    <a:pt x="571711" y="357082"/>
                  </a:lnTo>
                  <a:lnTo>
                    <a:pt x="572297" y="357266"/>
                  </a:lnTo>
                  <a:lnTo>
                    <a:pt x="572675" y="357588"/>
                  </a:lnTo>
                  <a:lnTo>
                    <a:pt x="573183" y="358702"/>
                  </a:lnTo>
                  <a:lnTo>
                    <a:pt x="573756" y="359487"/>
                  </a:lnTo>
                  <a:lnTo>
                    <a:pt x="574295" y="359853"/>
                  </a:lnTo>
                  <a:lnTo>
                    <a:pt x="574964" y="359752"/>
                  </a:lnTo>
                  <a:lnTo>
                    <a:pt x="575079" y="359600"/>
                  </a:lnTo>
                  <a:lnTo>
                    <a:pt x="575278" y="359654"/>
                  </a:lnTo>
                  <a:lnTo>
                    <a:pt x="575637" y="359468"/>
                  </a:lnTo>
                  <a:lnTo>
                    <a:pt x="575871" y="359120"/>
                  </a:lnTo>
                  <a:lnTo>
                    <a:pt x="576572" y="359412"/>
                  </a:lnTo>
                  <a:lnTo>
                    <a:pt x="576923" y="359396"/>
                  </a:lnTo>
                  <a:lnTo>
                    <a:pt x="577158" y="359340"/>
                  </a:lnTo>
                  <a:lnTo>
                    <a:pt x="576956" y="358611"/>
                  </a:lnTo>
                  <a:lnTo>
                    <a:pt x="577223" y="358196"/>
                  </a:lnTo>
                  <a:lnTo>
                    <a:pt x="577612" y="357889"/>
                  </a:lnTo>
                  <a:lnTo>
                    <a:pt x="578231" y="358039"/>
                  </a:lnTo>
                  <a:lnTo>
                    <a:pt x="578406" y="357975"/>
                  </a:lnTo>
                  <a:lnTo>
                    <a:pt x="578692" y="357893"/>
                  </a:lnTo>
                  <a:lnTo>
                    <a:pt x="579051" y="357973"/>
                  </a:lnTo>
                  <a:lnTo>
                    <a:pt x="579301" y="358005"/>
                  </a:lnTo>
                  <a:lnTo>
                    <a:pt x="579652" y="358037"/>
                  </a:lnTo>
                  <a:lnTo>
                    <a:pt x="579944" y="358030"/>
                  </a:lnTo>
                  <a:lnTo>
                    <a:pt x="580290" y="357959"/>
                  </a:lnTo>
                  <a:lnTo>
                    <a:pt x="580938" y="357124"/>
                  </a:lnTo>
                  <a:lnTo>
                    <a:pt x="581073" y="357095"/>
                  </a:lnTo>
                  <a:lnTo>
                    <a:pt x="581291" y="357052"/>
                  </a:lnTo>
                  <a:lnTo>
                    <a:pt x="581481" y="356927"/>
                  </a:lnTo>
                  <a:lnTo>
                    <a:pt x="581798" y="356754"/>
                  </a:lnTo>
                  <a:lnTo>
                    <a:pt x="582331" y="357194"/>
                  </a:lnTo>
                  <a:lnTo>
                    <a:pt x="582609" y="357373"/>
                  </a:lnTo>
                  <a:lnTo>
                    <a:pt x="582768" y="357358"/>
                  </a:lnTo>
                  <a:lnTo>
                    <a:pt x="583023" y="357360"/>
                  </a:lnTo>
                  <a:lnTo>
                    <a:pt x="583367" y="357505"/>
                  </a:lnTo>
                  <a:lnTo>
                    <a:pt x="583543" y="357530"/>
                  </a:lnTo>
                  <a:lnTo>
                    <a:pt x="583959" y="357581"/>
                  </a:lnTo>
                  <a:lnTo>
                    <a:pt x="584945" y="358278"/>
                  </a:lnTo>
                  <a:lnTo>
                    <a:pt x="585243" y="358537"/>
                  </a:lnTo>
                  <a:lnTo>
                    <a:pt x="585513" y="358779"/>
                  </a:lnTo>
                  <a:lnTo>
                    <a:pt x="585722" y="358836"/>
                  </a:lnTo>
                  <a:lnTo>
                    <a:pt x="585741" y="359040"/>
                  </a:lnTo>
                  <a:lnTo>
                    <a:pt x="585677" y="359209"/>
                  </a:lnTo>
                  <a:lnTo>
                    <a:pt x="585630" y="359358"/>
                  </a:lnTo>
                  <a:lnTo>
                    <a:pt x="585338" y="359849"/>
                  </a:lnTo>
                  <a:lnTo>
                    <a:pt x="585026" y="360049"/>
                  </a:lnTo>
                  <a:lnTo>
                    <a:pt x="584209" y="360733"/>
                  </a:lnTo>
                  <a:lnTo>
                    <a:pt x="584717" y="361166"/>
                  </a:lnTo>
                  <a:lnTo>
                    <a:pt x="584969" y="361584"/>
                  </a:lnTo>
                  <a:lnTo>
                    <a:pt x="584732" y="362173"/>
                  </a:lnTo>
                  <a:lnTo>
                    <a:pt x="584724" y="362348"/>
                  </a:lnTo>
                  <a:lnTo>
                    <a:pt x="584625" y="362725"/>
                  </a:lnTo>
                  <a:lnTo>
                    <a:pt x="584503" y="363197"/>
                  </a:lnTo>
                  <a:lnTo>
                    <a:pt x="584692" y="363307"/>
                  </a:lnTo>
                  <a:lnTo>
                    <a:pt x="584863" y="363348"/>
                  </a:lnTo>
                  <a:lnTo>
                    <a:pt x="584980" y="363571"/>
                  </a:lnTo>
                  <a:lnTo>
                    <a:pt x="585329" y="364051"/>
                  </a:lnTo>
                  <a:lnTo>
                    <a:pt x="585602" y="363991"/>
                  </a:lnTo>
                  <a:lnTo>
                    <a:pt x="585949" y="363968"/>
                  </a:lnTo>
                  <a:lnTo>
                    <a:pt x="586193" y="364222"/>
                  </a:lnTo>
                  <a:lnTo>
                    <a:pt x="586426" y="364335"/>
                  </a:lnTo>
                  <a:lnTo>
                    <a:pt x="586810" y="364617"/>
                  </a:lnTo>
                  <a:lnTo>
                    <a:pt x="587084" y="364596"/>
                  </a:lnTo>
                  <a:lnTo>
                    <a:pt x="587662" y="364296"/>
                  </a:lnTo>
                  <a:lnTo>
                    <a:pt x="588123" y="364211"/>
                  </a:lnTo>
                  <a:lnTo>
                    <a:pt x="588803" y="363217"/>
                  </a:lnTo>
                  <a:lnTo>
                    <a:pt x="589149" y="363178"/>
                  </a:lnTo>
                  <a:lnTo>
                    <a:pt x="589786" y="363274"/>
                  </a:lnTo>
                  <a:lnTo>
                    <a:pt x="590456" y="363804"/>
                  </a:lnTo>
                  <a:lnTo>
                    <a:pt x="591066" y="363653"/>
                  </a:lnTo>
                  <a:lnTo>
                    <a:pt x="591079" y="363008"/>
                  </a:lnTo>
                  <a:lnTo>
                    <a:pt x="591109" y="362657"/>
                  </a:lnTo>
                  <a:lnTo>
                    <a:pt x="591728" y="362818"/>
                  </a:lnTo>
                  <a:lnTo>
                    <a:pt x="592221" y="363074"/>
                  </a:lnTo>
                  <a:lnTo>
                    <a:pt x="592501" y="363165"/>
                  </a:lnTo>
                  <a:lnTo>
                    <a:pt x="592851" y="363253"/>
                  </a:lnTo>
                  <a:lnTo>
                    <a:pt x="593271" y="363389"/>
                  </a:lnTo>
                  <a:lnTo>
                    <a:pt x="593701" y="363158"/>
                  </a:lnTo>
                  <a:lnTo>
                    <a:pt x="593981" y="362982"/>
                  </a:lnTo>
                  <a:lnTo>
                    <a:pt x="594450" y="362725"/>
                  </a:lnTo>
                  <a:lnTo>
                    <a:pt x="594774" y="362704"/>
                  </a:lnTo>
                  <a:lnTo>
                    <a:pt x="595879" y="363139"/>
                  </a:lnTo>
                  <a:lnTo>
                    <a:pt x="596181" y="363271"/>
                  </a:lnTo>
                  <a:lnTo>
                    <a:pt x="596899" y="363577"/>
                  </a:lnTo>
                  <a:lnTo>
                    <a:pt x="597561" y="363473"/>
                  </a:lnTo>
                  <a:lnTo>
                    <a:pt x="598049" y="363706"/>
                  </a:lnTo>
                  <a:lnTo>
                    <a:pt x="598346" y="364069"/>
                  </a:lnTo>
                  <a:lnTo>
                    <a:pt x="598741" y="363959"/>
                  </a:lnTo>
                  <a:lnTo>
                    <a:pt x="599385" y="363981"/>
                  </a:lnTo>
                  <a:lnTo>
                    <a:pt x="599566" y="364233"/>
                  </a:lnTo>
                  <a:lnTo>
                    <a:pt x="599902" y="364169"/>
                  </a:lnTo>
                  <a:lnTo>
                    <a:pt x="600895" y="363875"/>
                  </a:lnTo>
                  <a:lnTo>
                    <a:pt x="601499" y="363613"/>
                  </a:lnTo>
                  <a:lnTo>
                    <a:pt x="601599" y="363894"/>
                  </a:lnTo>
                  <a:lnTo>
                    <a:pt x="601788" y="364212"/>
                  </a:lnTo>
                  <a:lnTo>
                    <a:pt x="602180" y="364378"/>
                  </a:lnTo>
                  <a:lnTo>
                    <a:pt x="602499" y="364153"/>
                  </a:lnTo>
                  <a:lnTo>
                    <a:pt x="602740" y="364153"/>
                  </a:lnTo>
                  <a:lnTo>
                    <a:pt x="602819" y="364550"/>
                  </a:lnTo>
                  <a:lnTo>
                    <a:pt x="603375" y="364673"/>
                  </a:lnTo>
                  <a:lnTo>
                    <a:pt x="603716" y="364671"/>
                  </a:lnTo>
                  <a:lnTo>
                    <a:pt x="604064" y="364417"/>
                  </a:lnTo>
                  <a:lnTo>
                    <a:pt x="604392" y="364231"/>
                  </a:lnTo>
                  <a:lnTo>
                    <a:pt x="604564" y="364017"/>
                  </a:lnTo>
                  <a:lnTo>
                    <a:pt x="604829" y="363517"/>
                  </a:lnTo>
                  <a:lnTo>
                    <a:pt x="604882" y="363332"/>
                  </a:lnTo>
                  <a:lnTo>
                    <a:pt x="604932" y="363067"/>
                  </a:lnTo>
                  <a:lnTo>
                    <a:pt x="604967" y="362777"/>
                  </a:lnTo>
                  <a:lnTo>
                    <a:pt x="605252" y="362527"/>
                  </a:lnTo>
                  <a:lnTo>
                    <a:pt x="605820" y="362747"/>
                  </a:lnTo>
                  <a:lnTo>
                    <a:pt x="606002" y="362886"/>
                  </a:lnTo>
                  <a:lnTo>
                    <a:pt x="607003" y="363301"/>
                  </a:lnTo>
                  <a:lnTo>
                    <a:pt x="607798" y="363669"/>
                  </a:lnTo>
                  <a:lnTo>
                    <a:pt x="607929" y="363584"/>
                  </a:lnTo>
                  <a:lnTo>
                    <a:pt x="608213" y="363704"/>
                  </a:lnTo>
                  <a:lnTo>
                    <a:pt x="608667" y="364183"/>
                  </a:lnTo>
                  <a:lnTo>
                    <a:pt x="609707" y="364689"/>
                  </a:lnTo>
                  <a:lnTo>
                    <a:pt x="609833" y="364420"/>
                  </a:lnTo>
                  <a:lnTo>
                    <a:pt x="610096" y="364350"/>
                  </a:lnTo>
                  <a:lnTo>
                    <a:pt x="610641" y="364268"/>
                  </a:lnTo>
                  <a:lnTo>
                    <a:pt x="611288" y="364524"/>
                  </a:lnTo>
                  <a:lnTo>
                    <a:pt x="611459" y="364703"/>
                  </a:lnTo>
                  <a:lnTo>
                    <a:pt x="611601" y="364821"/>
                  </a:lnTo>
                  <a:lnTo>
                    <a:pt x="611736" y="364917"/>
                  </a:lnTo>
                  <a:lnTo>
                    <a:pt x="612303" y="365191"/>
                  </a:lnTo>
                  <a:lnTo>
                    <a:pt x="612515" y="365409"/>
                  </a:lnTo>
                  <a:lnTo>
                    <a:pt x="612850" y="365853"/>
                  </a:lnTo>
                  <a:lnTo>
                    <a:pt x="613254" y="365793"/>
                  </a:lnTo>
                  <a:lnTo>
                    <a:pt x="613345" y="365530"/>
                  </a:lnTo>
                  <a:lnTo>
                    <a:pt x="614178" y="365079"/>
                  </a:lnTo>
                  <a:lnTo>
                    <a:pt x="614680" y="365339"/>
                  </a:lnTo>
                  <a:lnTo>
                    <a:pt x="614956" y="365483"/>
                  </a:lnTo>
                  <a:lnTo>
                    <a:pt x="615112" y="365255"/>
                  </a:lnTo>
                  <a:lnTo>
                    <a:pt x="615297" y="365203"/>
                  </a:lnTo>
                  <a:lnTo>
                    <a:pt x="615623" y="365133"/>
                  </a:lnTo>
                  <a:lnTo>
                    <a:pt x="615792" y="364750"/>
                  </a:lnTo>
                  <a:lnTo>
                    <a:pt x="616287" y="365004"/>
                  </a:lnTo>
                  <a:lnTo>
                    <a:pt x="616645" y="364931"/>
                  </a:lnTo>
                  <a:lnTo>
                    <a:pt x="617270" y="364828"/>
                  </a:lnTo>
                  <a:lnTo>
                    <a:pt x="617844" y="364693"/>
                  </a:lnTo>
                  <a:lnTo>
                    <a:pt x="617989" y="364411"/>
                  </a:lnTo>
                  <a:lnTo>
                    <a:pt x="618813" y="363758"/>
                  </a:lnTo>
                  <a:lnTo>
                    <a:pt x="619063" y="363776"/>
                  </a:lnTo>
                  <a:lnTo>
                    <a:pt x="619480" y="364034"/>
                  </a:lnTo>
                  <a:lnTo>
                    <a:pt x="619531" y="364226"/>
                  </a:lnTo>
                  <a:lnTo>
                    <a:pt x="619528" y="364491"/>
                  </a:lnTo>
                  <a:lnTo>
                    <a:pt x="619605" y="364882"/>
                  </a:lnTo>
                  <a:lnTo>
                    <a:pt x="619665" y="365407"/>
                  </a:lnTo>
                  <a:lnTo>
                    <a:pt x="619638" y="365665"/>
                  </a:lnTo>
                  <a:lnTo>
                    <a:pt x="620104" y="365815"/>
                  </a:lnTo>
                  <a:lnTo>
                    <a:pt x="620342" y="365866"/>
                  </a:lnTo>
                  <a:lnTo>
                    <a:pt x="620591" y="366101"/>
                  </a:lnTo>
                  <a:lnTo>
                    <a:pt x="620426" y="366506"/>
                  </a:lnTo>
                  <a:lnTo>
                    <a:pt x="620627" y="367212"/>
                  </a:lnTo>
                  <a:lnTo>
                    <a:pt x="620635" y="367550"/>
                  </a:lnTo>
                  <a:lnTo>
                    <a:pt x="620929" y="368494"/>
                  </a:lnTo>
                  <a:lnTo>
                    <a:pt x="621084" y="368751"/>
                  </a:lnTo>
                  <a:lnTo>
                    <a:pt x="621738" y="369268"/>
                  </a:lnTo>
                  <a:lnTo>
                    <a:pt x="622561" y="368771"/>
                  </a:lnTo>
                  <a:lnTo>
                    <a:pt x="622911" y="368764"/>
                  </a:lnTo>
                  <a:lnTo>
                    <a:pt x="623509" y="368534"/>
                  </a:lnTo>
                  <a:lnTo>
                    <a:pt x="623694" y="368315"/>
                  </a:lnTo>
                  <a:lnTo>
                    <a:pt x="624251" y="368535"/>
                  </a:lnTo>
                  <a:lnTo>
                    <a:pt x="624730" y="368525"/>
                  </a:lnTo>
                  <a:lnTo>
                    <a:pt x="624886" y="368457"/>
                  </a:lnTo>
                  <a:lnTo>
                    <a:pt x="625374" y="368364"/>
                  </a:lnTo>
                  <a:lnTo>
                    <a:pt x="625502" y="367894"/>
                  </a:lnTo>
                  <a:lnTo>
                    <a:pt x="625740" y="367339"/>
                  </a:lnTo>
                  <a:lnTo>
                    <a:pt x="626031" y="367180"/>
                  </a:lnTo>
                  <a:lnTo>
                    <a:pt x="626390" y="367282"/>
                  </a:lnTo>
                  <a:lnTo>
                    <a:pt x="626556" y="367346"/>
                  </a:lnTo>
                  <a:lnTo>
                    <a:pt x="627055" y="367515"/>
                  </a:lnTo>
                  <a:lnTo>
                    <a:pt x="627239" y="367662"/>
                  </a:lnTo>
                  <a:lnTo>
                    <a:pt x="628233" y="367877"/>
                  </a:lnTo>
                  <a:lnTo>
                    <a:pt x="628402" y="367815"/>
                  </a:lnTo>
                  <a:lnTo>
                    <a:pt x="628948" y="367492"/>
                  </a:lnTo>
                  <a:lnTo>
                    <a:pt x="629403" y="367868"/>
                  </a:lnTo>
                  <a:lnTo>
                    <a:pt x="629288" y="368319"/>
                  </a:lnTo>
                  <a:lnTo>
                    <a:pt x="629396" y="368538"/>
                  </a:lnTo>
                  <a:lnTo>
                    <a:pt x="629667" y="369135"/>
                  </a:lnTo>
                  <a:lnTo>
                    <a:pt x="629945" y="369386"/>
                  </a:lnTo>
                  <a:lnTo>
                    <a:pt x="631052" y="369647"/>
                  </a:lnTo>
                  <a:lnTo>
                    <a:pt x="631383" y="369627"/>
                  </a:lnTo>
                  <a:lnTo>
                    <a:pt x="631435" y="369974"/>
                  </a:lnTo>
                  <a:lnTo>
                    <a:pt x="632076" y="370599"/>
                  </a:lnTo>
                  <a:lnTo>
                    <a:pt x="632009" y="370820"/>
                  </a:lnTo>
                  <a:lnTo>
                    <a:pt x="631919" y="371235"/>
                  </a:lnTo>
                  <a:lnTo>
                    <a:pt x="632077" y="371732"/>
                  </a:lnTo>
                  <a:lnTo>
                    <a:pt x="632403" y="371754"/>
                  </a:lnTo>
                  <a:lnTo>
                    <a:pt x="632805" y="371887"/>
                  </a:lnTo>
                  <a:lnTo>
                    <a:pt x="633057" y="371974"/>
                  </a:lnTo>
                  <a:lnTo>
                    <a:pt x="633389" y="372310"/>
                  </a:lnTo>
                  <a:lnTo>
                    <a:pt x="633576" y="372460"/>
                  </a:lnTo>
                  <a:lnTo>
                    <a:pt x="633706" y="372567"/>
                  </a:lnTo>
                  <a:lnTo>
                    <a:pt x="634598" y="373615"/>
                  </a:lnTo>
                  <a:lnTo>
                    <a:pt x="634615" y="373749"/>
                  </a:lnTo>
                  <a:lnTo>
                    <a:pt x="634675" y="373994"/>
                  </a:lnTo>
                  <a:lnTo>
                    <a:pt x="635121" y="373856"/>
                  </a:lnTo>
                  <a:lnTo>
                    <a:pt x="635331" y="373597"/>
                  </a:lnTo>
                  <a:lnTo>
                    <a:pt x="635390" y="373419"/>
                  </a:lnTo>
                  <a:lnTo>
                    <a:pt x="635870" y="373266"/>
                  </a:lnTo>
                  <a:lnTo>
                    <a:pt x="636430" y="372685"/>
                  </a:lnTo>
                  <a:lnTo>
                    <a:pt x="636959" y="372665"/>
                  </a:lnTo>
                  <a:lnTo>
                    <a:pt x="637283" y="372601"/>
                  </a:lnTo>
                  <a:lnTo>
                    <a:pt x="637814" y="372511"/>
                  </a:lnTo>
                  <a:lnTo>
                    <a:pt x="638119" y="372550"/>
                  </a:lnTo>
                  <a:lnTo>
                    <a:pt x="638387" y="372771"/>
                  </a:lnTo>
                  <a:lnTo>
                    <a:pt x="638362" y="373010"/>
                  </a:lnTo>
                  <a:lnTo>
                    <a:pt x="638655" y="373703"/>
                  </a:lnTo>
                  <a:lnTo>
                    <a:pt x="638888" y="374038"/>
                  </a:lnTo>
                  <a:lnTo>
                    <a:pt x="638883" y="374456"/>
                  </a:lnTo>
                  <a:lnTo>
                    <a:pt x="638861" y="374654"/>
                  </a:lnTo>
                  <a:lnTo>
                    <a:pt x="638884" y="374906"/>
                  </a:lnTo>
                  <a:lnTo>
                    <a:pt x="638913" y="375071"/>
                  </a:lnTo>
                  <a:lnTo>
                    <a:pt x="639051" y="375364"/>
                  </a:lnTo>
                  <a:lnTo>
                    <a:pt x="639429" y="375387"/>
                  </a:lnTo>
                  <a:lnTo>
                    <a:pt x="639861" y="375254"/>
                  </a:lnTo>
                  <a:lnTo>
                    <a:pt x="640415" y="376010"/>
                  </a:lnTo>
                  <a:lnTo>
                    <a:pt x="640509" y="376281"/>
                  </a:lnTo>
                  <a:lnTo>
                    <a:pt x="641004" y="376657"/>
                  </a:lnTo>
                  <a:lnTo>
                    <a:pt x="641292" y="376405"/>
                  </a:lnTo>
                  <a:lnTo>
                    <a:pt x="641592" y="375935"/>
                  </a:lnTo>
                  <a:lnTo>
                    <a:pt x="642409" y="375986"/>
                  </a:lnTo>
                  <a:lnTo>
                    <a:pt x="642885" y="375337"/>
                  </a:lnTo>
                  <a:lnTo>
                    <a:pt x="643516" y="375075"/>
                  </a:lnTo>
                  <a:lnTo>
                    <a:pt x="644276" y="374665"/>
                  </a:lnTo>
                  <a:lnTo>
                    <a:pt x="644656" y="374315"/>
                  </a:lnTo>
                  <a:lnTo>
                    <a:pt x="645210" y="373773"/>
                  </a:lnTo>
                  <a:lnTo>
                    <a:pt x="645311" y="373645"/>
                  </a:lnTo>
                  <a:lnTo>
                    <a:pt x="645335" y="372859"/>
                  </a:lnTo>
                  <a:lnTo>
                    <a:pt x="645580" y="372882"/>
                  </a:lnTo>
                  <a:lnTo>
                    <a:pt x="646006" y="372701"/>
                  </a:lnTo>
                  <a:lnTo>
                    <a:pt x="646272" y="372008"/>
                  </a:lnTo>
                  <a:lnTo>
                    <a:pt x="646645" y="371789"/>
                  </a:lnTo>
                  <a:lnTo>
                    <a:pt x="647789" y="371953"/>
                  </a:lnTo>
                  <a:lnTo>
                    <a:pt x="648240" y="371837"/>
                  </a:lnTo>
                  <a:lnTo>
                    <a:pt x="648431" y="371729"/>
                  </a:lnTo>
                  <a:lnTo>
                    <a:pt x="648771" y="371647"/>
                  </a:lnTo>
                  <a:lnTo>
                    <a:pt x="649316" y="371615"/>
                  </a:lnTo>
                  <a:lnTo>
                    <a:pt x="649781" y="371761"/>
                  </a:lnTo>
                  <a:lnTo>
                    <a:pt x="650456" y="372087"/>
                  </a:lnTo>
                  <a:lnTo>
                    <a:pt x="650706" y="372324"/>
                  </a:lnTo>
                  <a:lnTo>
                    <a:pt x="651195" y="372106"/>
                  </a:lnTo>
                  <a:lnTo>
                    <a:pt x="651578" y="372448"/>
                  </a:lnTo>
                  <a:lnTo>
                    <a:pt x="651815" y="372568"/>
                  </a:lnTo>
                  <a:lnTo>
                    <a:pt x="652169" y="372666"/>
                  </a:lnTo>
                  <a:lnTo>
                    <a:pt x="652577" y="372657"/>
                  </a:lnTo>
                  <a:lnTo>
                    <a:pt x="653014" y="372727"/>
                  </a:lnTo>
                  <a:lnTo>
                    <a:pt x="653532" y="373009"/>
                  </a:lnTo>
                  <a:lnTo>
                    <a:pt x="653819" y="373291"/>
                  </a:lnTo>
                  <a:lnTo>
                    <a:pt x="654001" y="373910"/>
                  </a:lnTo>
                  <a:lnTo>
                    <a:pt x="653944" y="374142"/>
                  </a:lnTo>
                  <a:lnTo>
                    <a:pt x="653932" y="374450"/>
                  </a:lnTo>
                  <a:lnTo>
                    <a:pt x="654975" y="374917"/>
                  </a:lnTo>
                  <a:lnTo>
                    <a:pt x="655032" y="375228"/>
                  </a:lnTo>
                  <a:lnTo>
                    <a:pt x="655308" y="376091"/>
                  </a:lnTo>
                  <a:lnTo>
                    <a:pt x="655130" y="376640"/>
                  </a:lnTo>
                  <a:lnTo>
                    <a:pt x="655693" y="376697"/>
                  </a:lnTo>
                  <a:lnTo>
                    <a:pt x="657130" y="376854"/>
                  </a:lnTo>
                  <a:lnTo>
                    <a:pt x="657739" y="376846"/>
                  </a:lnTo>
                  <a:lnTo>
                    <a:pt x="657978" y="376681"/>
                  </a:lnTo>
                  <a:lnTo>
                    <a:pt x="658126" y="376610"/>
                  </a:lnTo>
                  <a:lnTo>
                    <a:pt x="659305" y="376219"/>
                  </a:lnTo>
                  <a:lnTo>
                    <a:pt x="659666" y="376160"/>
                  </a:lnTo>
                  <a:lnTo>
                    <a:pt x="659930" y="376492"/>
                  </a:lnTo>
                  <a:lnTo>
                    <a:pt x="660034" y="376752"/>
                  </a:lnTo>
                  <a:lnTo>
                    <a:pt x="660798" y="377225"/>
                  </a:lnTo>
                  <a:lnTo>
                    <a:pt x="661304" y="377421"/>
                  </a:lnTo>
                  <a:lnTo>
                    <a:pt x="661413" y="377603"/>
                  </a:lnTo>
                  <a:lnTo>
                    <a:pt x="661924" y="378026"/>
                  </a:lnTo>
                  <a:lnTo>
                    <a:pt x="662074" y="378008"/>
                  </a:lnTo>
                  <a:lnTo>
                    <a:pt x="662704" y="377826"/>
                  </a:lnTo>
                  <a:lnTo>
                    <a:pt x="662960" y="377413"/>
                  </a:lnTo>
                  <a:lnTo>
                    <a:pt x="663239" y="377294"/>
                  </a:lnTo>
                  <a:lnTo>
                    <a:pt x="663529" y="376846"/>
                  </a:lnTo>
                  <a:lnTo>
                    <a:pt x="663729" y="376857"/>
                  </a:lnTo>
                  <a:lnTo>
                    <a:pt x="664355" y="377042"/>
                  </a:lnTo>
                  <a:lnTo>
                    <a:pt x="665073" y="377137"/>
                  </a:lnTo>
                  <a:lnTo>
                    <a:pt x="665284" y="377241"/>
                  </a:lnTo>
                  <a:lnTo>
                    <a:pt x="665597" y="377785"/>
                  </a:lnTo>
                  <a:lnTo>
                    <a:pt x="665710" y="377987"/>
                  </a:lnTo>
                  <a:lnTo>
                    <a:pt x="666025" y="378141"/>
                  </a:lnTo>
                  <a:lnTo>
                    <a:pt x="666397" y="378166"/>
                  </a:lnTo>
                  <a:lnTo>
                    <a:pt x="666762" y="378415"/>
                  </a:lnTo>
                  <a:lnTo>
                    <a:pt x="667568" y="378411"/>
                  </a:lnTo>
                  <a:lnTo>
                    <a:pt x="667759" y="378183"/>
                  </a:lnTo>
                  <a:lnTo>
                    <a:pt x="667814" y="377944"/>
                  </a:lnTo>
                  <a:lnTo>
                    <a:pt x="667856" y="377784"/>
                  </a:lnTo>
                  <a:lnTo>
                    <a:pt x="667898" y="377623"/>
                  </a:lnTo>
                  <a:lnTo>
                    <a:pt x="668695" y="377686"/>
                  </a:lnTo>
                  <a:lnTo>
                    <a:pt x="669043" y="377562"/>
                  </a:lnTo>
                  <a:lnTo>
                    <a:pt x="669050" y="377174"/>
                  </a:lnTo>
                  <a:lnTo>
                    <a:pt x="669220" y="377010"/>
                  </a:lnTo>
                  <a:lnTo>
                    <a:pt x="669191" y="376797"/>
                  </a:lnTo>
                  <a:lnTo>
                    <a:pt x="668918" y="376174"/>
                  </a:lnTo>
                  <a:lnTo>
                    <a:pt x="668981" y="375788"/>
                  </a:lnTo>
                  <a:lnTo>
                    <a:pt x="669159" y="375372"/>
                  </a:lnTo>
                  <a:lnTo>
                    <a:pt x="669680" y="374860"/>
                  </a:lnTo>
                  <a:lnTo>
                    <a:pt x="669951" y="374754"/>
                  </a:lnTo>
                  <a:lnTo>
                    <a:pt x="670701" y="374912"/>
                  </a:lnTo>
                  <a:lnTo>
                    <a:pt x="671511" y="374749"/>
                  </a:lnTo>
                  <a:lnTo>
                    <a:pt x="671690" y="374603"/>
                  </a:lnTo>
                  <a:lnTo>
                    <a:pt x="672326" y="374811"/>
                  </a:lnTo>
                  <a:lnTo>
                    <a:pt x="672567" y="374894"/>
                  </a:lnTo>
                  <a:lnTo>
                    <a:pt x="672726" y="374943"/>
                  </a:lnTo>
                  <a:lnTo>
                    <a:pt x="673082" y="375030"/>
                  </a:lnTo>
                  <a:lnTo>
                    <a:pt x="673721" y="375260"/>
                  </a:lnTo>
                  <a:lnTo>
                    <a:pt x="673816" y="375076"/>
                  </a:lnTo>
                  <a:lnTo>
                    <a:pt x="673949" y="374452"/>
                  </a:lnTo>
                  <a:lnTo>
                    <a:pt x="674192" y="374301"/>
                  </a:lnTo>
                  <a:lnTo>
                    <a:pt x="674691" y="373978"/>
                  </a:lnTo>
                  <a:lnTo>
                    <a:pt x="674934" y="373907"/>
                  </a:lnTo>
                  <a:lnTo>
                    <a:pt x="675281" y="373920"/>
                  </a:lnTo>
                  <a:lnTo>
                    <a:pt x="675668" y="373984"/>
                  </a:lnTo>
                  <a:lnTo>
                    <a:pt x="675914" y="373835"/>
                  </a:lnTo>
                  <a:lnTo>
                    <a:pt x="676409" y="374103"/>
                  </a:lnTo>
                  <a:lnTo>
                    <a:pt x="676669" y="374474"/>
                  </a:lnTo>
                  <a:lnTo>
                    <a:pt x="677052" y="374380"/>
                  </a:lnTo>
                  <a:lnTo>
                    <a:pt x="677126" y="374180"/>
                  </a:lnTo>
                  <a:lnTo>
                    <a:pt x="677256" y="373755"/>
                  </a:lnTo>
                  <a:lnTo>
                    <a:pt x="677385" y="373663"/>
                  </a:lnTo>
                  <a:lnTo>
                    <a:pt x="677594" y="373481"/>
                  </a:lnTo>
                  <a:lnTo>
                    <a:pt x="677710" y="373272"/>
                  </a:lnTo>
                  <a:lnTo>
                    <a:pt x="677569" y="372747"/>
                  </a:lnTo>
                  <a:lnTo>
                    <a:pt x="677471" y="372199"/>
                  </a:lnTo>
                  <a:lnTo>
                    <a:pt x="677637" y="371962"/>
                  </a:lnTo>
                  <a:lnTo>
                    <a:pt x="677769" y="371728"/>
                  </a:lnTo>
                  <a:lnTo>
                    <a:pt x="677813" y="371412"/>
                  </a:lnTo>
                  <a:lnTo>
                    <a:pt x="677975" y="371195"/>
                  </a:lnTo>
                  <a:lnTo>
                    <a:pt x="678159" y="370681"/>
                  </a:lnTo>
                  <a:lnTo>
                    <a:pt x="678143" y="370407"/>
                  </a:lnTo>
                  <a:lnTo>
                    <a:pt x="678668" y="370667"/>
                  </a:lnTo>
                  <a:lnTo>
                    <a:pt x="678736" y="370821"/>
                  </a:lnTo>
                  <a:lnTo>
                    <a:pt x="679089" y="371540"/>
                  </a:lnTo>
                  <a:lnTo>
                    <a:pt x="679317" y="371718"/>
                  </a:lnTo>
                  <a:lnTo>
                    <a:pt x="679875" y="372414"/>
                  </a:lnTo>
                  <a:lnTo>
                    <a:pt x="680211" y="372245"/>
                  </a:lnTo>
                  <a:lnTo>
                    <a:pt x="681089" y="371664"/>
                  </a:lnTo>
                  <a:lnTo>
                    <a:pt x="681088" y="371188"/>
                  </a:lnTo>
                  <a:lnTo>
                    <a:pt x="680913" y="370549"/>
                  </a:lnTo>
                  <a:lnTo>
                    <a:pt x="681165" y="370227"/>
                  </a:lnTo>
                  <a:lnTo>
                    <a:pt x="681611" y="370098"/>
                  </a:lnTo>
                  <a:lnTo>
                    <a:pt x="682033" y="370579"/>
                  </a:lnTo>
                  <a:lnTo>
                    <a:pt x="682591" y="370418"/>
                  </a:lnTo>
                  <a:lnTo>
                    <a:pt x="682764" y="370365"/>
                  </a:lnTo>
                  <a:lnTo>
                    <a:pt x="683143" y="370556"/>
                  </a:lnTo>
                  <a:lnTo>
                    <a:pt x="683302" y="370632"/>
                  </a:lnTo>
                  <a:lnTo>
                    <a:pt x="683533" y="370641"/>
                  </a:lnTo>
                  <a:lnTo>
                    <a:pt x="684038" y="370665"/>
                  </a:lnTo>
                  <a:lnTo>
                    <a:pt x="684347" y="370518"/>
                  </a:lnTo>
                  <a:lnTo>
                    <a:pt x="684754" y="370163"/>
                  </a:lnTo>
                  <a:lnTo>
                    <a:pt x="684984" y="370046"/>
                  </a:lnTo>
                  <a:lnTo>
                    <a:pt x="685072" y="369885"/>
                  </a:lnTo>
                  <a:lnTo>
                    <a:pt x="685192" y="369609"/>
                  </a:lnTo>
                  <a:lnTo>
                    <a:pt x="685570" y="369121"/>
                  </a:lnTo>
                  <a:lnTo>
                    <a:pt x="685698" y="369113"/>
                  </a:lnTo>
                  <a:lnTo>
                    <a:pt x="686065" y="369154"/>
                  </a:lnTo>
                  <a:lnTo>
                    <a:pt x="686355" y="369127"/>
                  </a:lnTo>
                  <a:lnTo>
                    <a:pt x="686828" y="369035"/>
                  </a:lnTo>
                  <a:lnTo>
                    <a:pt x="686613" y="368440"/>
                  </a:lnTo>
                  <a:lnTo>
                    <a:pt x="687032" y="368010"/>
                  </a:lnTo>
                  <a:lnTo>
                    <a:pt x="687000" y="367870"/>
                  </a:lnTo>
                  <a:lnTo>
                    <a:pt x="686962" y="367558"/>
                  </a:lnTo>
                  <a:lnTo>
                    <a:pt x="686980" y="367419"/>
                  </a:lnTo>
                  <a:lnTo>
                    <a:pt x="687171" y="367141"/>
                  </a:lnTo>
                  <a:lnTo>
                    <a:pt x="687600" y="367066"/>
                  </a:lnTo>
                  <a:lnTo>
                    <a:pt x="687966" y="367419"/>
                  </a:lnTo>
                  <a:lnTo>
                    <a:pt x="688560" y="368140"/>
                  </a:lnTo>
                  <a:lnTo>
                    <a:pt x="688712" y="368464"/>
                  </a:lnTo>
                  <a:lnTo>
                    <a:pt x="689030" y="368675"/>
                  </a:lnTo>
                  <a:lnTo>
                    <a:pt x="689227" y="368889"/>
                  </a:lnTo>
                  <a:lnTo>
                    <a:pt x="689528" y="369126"/>
                  </a:lnTo>
                  <a:lnTo>
                    <a:pt x="689758" y="369269"/>
                  </a:lnTo>
                  <a:lnTo>
                    <a:pt x="690040" y="369477"/>
                  </a:lnTo>
                  <a:lnTo>
                    <a:pt x="690357" y="369681"/>
                  </a:lnTo>
                  <a:lnTo>
                    <a:pt x="690609" y="369758"/>
                  </a:lnTo>
                  <a:lnTo>
                    <a:pt x="690735" y="370002"/>
                  </a:lnTo>
                  <a:lnTo>
                    <a:pt x="690787" y="370357"/>
                  </a:lnTo>
                  <a:lnTo>
                    <a:pt x="691324" y="370646"/>
                  </a:lnTo>
                  <a:lnTo>
                    <a:pt x="691800" y="370392"/>
                  </a:lnTo>
                  <a:lnTo>
                    <a:pt x="692163" y="370413"/>
                  </a:lnTo>
                  <a:lnTo>
                    <a:pt x="692180" y="370545"/>
                  </a:lnTo>
                  <a:lnTo>
                    <a:pt x="692756" y="371078"/>
                  </a:lnTo>
                  <a:lnTo>
                    <a:pt x="692683" y="371469"/>
                  </a:lnTo>
                  <a:lnTo>
                    <a:pt x="693105" y="372386"/>
                  </a:lnTo>
                  <a:lnTo>
                    <a:pt x="693335" y="372580"/>
                  </a:lnTo>
                  <a:lnTo>
                    <a:pt x="694394" y="372793"/>
                  </a:lnTo>
                  <a:lnTo>
                    <a:pt x="694653" y="372986"/>
                  </a:lnTo>
                  <a:lnTo>
                    <a:pt x="694966" y="373243"/>
                  </a:lnTo>
                  <a:lnTo>
                    <a:pt x="695009" y="373572"/>
                  </a:lnTo>
                  <a:lnTo>
                    <a:pt x="694885" y="373715"/>
                  </a:lnTo>
                  <a:lnTo>
                    <a:pt x="694530" y="373735"/>
                  </a:lnTo>
                  <a:lnTo>
                    <a:pt x="693858" y="373789"/>
                  </a:lnTo>
                  <a:lnTo>
                    <a:pt x="693899" y="374092"/>
                  </a:lnTo>
                  <a:lnTo>
                    <a:pt x="694479" y="374188"/>
                  </a:lnTo>
                  <a:lnTo>
                    <a:pt x="694614" y="374215"/>
                  </a:lnTo>
                  <a:lnTo>
                    <a:pt x="695065" y="374656"/>
                  </a:lnTo>
                  <a:lnTo>
                    <a:pt x="695216" y="374760"/>
                  </a:lnTo>
                  <a:lnTo>
                    <a:pt x="695164" y="375081"/>
                  </a:lnTo>
                  <a:lnTo>
                    <a:pt x="695291" y="375491"/>
                  </a:lnTo>
                  <a:lnTo>
                    <a:pt x="695421" y="375636"/>
                  </a:lnTo>
                  <a:lnTo>
                    <a:pt x="695710" y="375869"/>
                  </a:lnTo>
                  <a:lnTo>
                    <a:pt x="696060" y="375989"/>
                  </a:lnTo>
                  <a:lnTo>
                    <a:pt x="696211" y="376022"/>
                  </a:lnTo>
                  <a:lnTo>
                    <a:pt x="696372" y="376110"/>
                  </a:lnTo>
                  <a:lnTo>
                    <a:pt x="696569" y="376296"/>
                  </a:lnTo>
                  <a:lnTo>
                    <a:pt x="697335" y="376694"/>
                  </a:lnTo>
                  <a:lnTo>
                    <a:pt x="697783" y="377192"/>
                  </a:lnTo>
                  <a:lnTo>
                    <a:pt x="697960" y="377084"/>
                  </a:lnTo>
                  <a:lnTo>
                    <a:pt x="698579" y="376851"/>
                  </a:lnTo>
                  <a:lnTo>
                    <a:pt x="698782" y="376886"/>
                  </a:lnTo>
                  <a:lnTo>
                    <a:pt x="698968" y="376919"/>
                  </a:lnTo>
                  <a:lnTo>
                    <a:pt x="699481" y="376847"/>
                  </a:lnTo>
                  <a:lnTo>
                    <a:pt x="699741" y="377384"/>
                  </a:lnTo>
                  <a:lnTo>
                    <a:pt x="699969" y="377749"/>
                  </a:lnTo>
                  <a:lnTo>
                    <a:pt x="699872" y="378021"/>
                  </a:lnTo>
                  <a:lnTo>
                    <a:pt x="699935" y="378222"/>
                  </a:lnTo>
                  <a:lnTo>
                    <a:pt x="700136" y="378708"/>
                  </a:lnTo>
                  <a:lnTo>
                    <a:pt x="700175" y="378988"/>
                  </a:lnTo>
                  <a:lnTo>
                    <a:pt x="700436" y="379583"/>
                  </a:lnTo>
                  <a:lnTo>
                    <a:pt x="700857" y="379787"/>
                  </a:lnTo>
                  <a:lnTo>
                    <a:pt x="701042" y="379793"/>
                  </a:lnTo>
                  <a:lnTo>
                    <a:pt x="701273" y="379804"/>
                  </a:lnTo>
                  <a:lnTo>
                    <a:pt x="701757" y="379985"/>
                  </a:lnTo>
                  <a:lnTo>
                    <a:pt x="701837" y="379827"/>
                  </a:lnTo>
                  <a:lnTo>
                    <a:pt x="702419" y="379847"/>
                  </a:lnTo>
                  <a:lnTo>
                    <a:pt x="702694" y="379882"/>
                  </a:lnTo>
                  <a:lnTo>
                    <a:pt x="703195" y="379779"/>
                  </a:lnTo>
                  <a:lnTo>
                    <a:pt x="703527" y="379135"/>
                  </a:lnTo>
                  <a:lnTo>
                    <a:pt x="703820" y="379294"/>
                  </a:lnTo>
                  <a:lnTo>
                    <a:pt x="704044" y="379401"/>
                  </a:lnTo>
                  <a:lnTo>
                    <a:pt x="704858" y="379832"/>
                  </a:lnTo>
                  <a:lnTo>
                    <a:pt x="705031" y="379803"/>
                  </a:lnTo>
                  <a:lnTo>
                    <a:pt x="705260" y="379889"/>
                  </a:lnTo>
                  <a:lnTo>
                    <a:pt x="705456" y="380107"/>
                  </a:lnTo>
                  <a:lnTo>
                    <a:pt x="705627" y="380187"/>
                  </a:lnTo>
                  <a:lnTo>
                    <a:pt x="706545" y="380824"/>
                  </a:lnTo>
                  <a:lnTo>
                    <a:pt x="706728" y="380930"/>
                  </a:lnTo>
                  <a:lnTo>
                    <a:pt x="707565" y="380948"/>
                  </a:lnTo>
                  <a:lnTo>
                    <a:pt x="707844" y="380827"/>
                  </a:lnTo>
                  <a:lnTo>
                    <a:pt x="708770" y="380897"/>
                  </a:lnTo>
                  <a:lnTo>
                    <a:pt x="709179" y="380999"/>
                  </a:lnTo>
                  <a:lnTo>
                    <a:pt x="709540" y="380536"/>
                  </a:lnTo>
                  <a:lnTo>
                    <a:pt x="709868" y="380366"/>
                  </a:lnTo>
                  <a:lnTo>
                    <a:pt x="710069" y="380398"/>
                  </a:lnTo>
                  <a:lnTo>
                    <a:pt x="710414" y="380228"/>
                  </a:lnTo>
                  <a:lnTo>
                    <a:pt x="710453" y="380614"/>
                  </a:lnTo>
                  <a:lnTo>
                    <a:pt x="710688" y="380955"/>
                  </a:lnTo>
                  <a:lnTo>
                    <a:pt x="711522" y="380559"/>
                  </a:lnTo>
                  <a:lnTo>
                    <a:pt x="712004" y="380754"/>
                  </a:lnTo>
                  <a:lnTo>
                    <a:pt x="712288" y="380878"/>
                  </a:lnTo>
                  <a:lnTo>
                    <a:pt x="712442" y="380837"/>
                  </a:lnTo>
                  <a:lnTo>
                    <a:pt x="712574" y="380830"/>
                  </a:lnTo>
                  <a:lnTo>
                    <a:pt x="713305" y="380469"/>
                  </a:lnTo>
                  <a:lnTo>
                    <a:pt x="713339" y="380602"/>
                  </a:lnTo>
                  <a:lnTo>
                    <a:pt x="713533" y="380968"/>
                  </a:lnTo>
                  <a:lnTo>
                    <a:pt x="713830" y="381693"/>
                  </a:lnTo>
                  <a:lnTo>
                    <a:pt x="714036" y="381920"/>
                  </a:lnTo>
                  <a:lnTo>
                    <a:pt x="714683" y="382204"/>
                  </a:lnTo>
                  <a:lnTo>
                    <a:pt x="715097" y="382705"/>
                  </a:lnTo>
                  <a:lnTo>
                    <a:pt x="714798" y="382882"/>
                  </a:lnTo>
                  <a:lnTo>
                    <a:pt x="714318" y="382905"/>
                  </a:lnTo>
                  <a:lnTo>
                    <a:pt x="713643" y="383003"/>
                  </a:lnTo>
                  <a:lnTo>
                    <a:pt x="713482" y="383057"/>
                  </a:lnTo>
                  <a:lnTo>
                    <a:pt x="713201" y="383151"/>
                  </a:lnTo>
                  <a:lnTo>
                    <a:pt x="712706" y="383365"/>
                  </a:lnTo>
                  <a:lnTo>
                    <a:pt x="712573" y="383449"/>
                  </a:lnTo>
                  <a:lnTo>
                    <a:pt x="712279" y="383542"/>
                  </a:lnTo>
                  <a:lnTo>
                    <a:pt x="712016" y="383477"/>
                  </a:lnTo>
                  <a:lnTo>
                    <a:pt x="711534" y="383458"/>
                  </a:lnTo>
                  <a:lnTo>
                    <a:pt x="711383" y="383464"/>
                  </a:lnTo>
                  <a:lnTo>
                    <a:pt x="711090" y="383536"/>
                  </a:lnTo>
                  <a:lnTo>
                    <a:pt x="710845" y="383540"/>
                  </a:lnTo>
                  <a:lnTo>
                    <a:pt x="710561" y="383513"/>
                  </a:lnTo>
                  <a:lnTo>
                    <a:pt x="710133" y="383692"/>
                  </a:lnTo>
                  <a:lnTo>
                    <a:pt x="710002" y="383763"/>
                  </a:lnTo>
                  <a:lnTo>
                    <a:pt x="709603" y="383877"/>
                  </a:lnTo>
                  <a:lnTo>
                    <a:pt x="709290" y="383945"/>
                  </a:lnTo>
                  <a:lnTo>
                    <a:pt x="709090" y="383966"/>
                  </a:lnTo>
                  <a:lnTo>
                    <a:pt x="708925" y="383962"/>
                  </a:lnTo>
                  <a:lnTo>
                    <a:pt x="708524" y="383967"/>
                  </a:lnTo>
                  <a:lnTo>
                    <a:pt x="708185" y="384181"/>
                  </a:lnTo>
                  <a:lnTo>
                    <a:pt x="708103" y="384422"/>
                  </a:lnTo>
                  <a:lnTo>
                    <a:pt x="707852" y="384644"/>
                  </a:lnTo>
                  <a:lnTo>
                    <a:pt x="707831" y="384852"/>
                  </a:lnTo>
                  <a:lnTo>
                    <a:pt x="707431" y="385280"/>
                  </a:lnTo>
                  <a:lnTo>
                    <a:pt x="707499" y="385716"/>
                  </a:lnTo>
                  <a:lnTo>
                    <a:pt x="707448" y="386110"/>
                  </a:lnTo>
                  <a:lnTo>
                    <a:pt x="707829" y="386414"/>
                  </a:lnTo>
                  <a:lnTo>
                    <a:pt x="708207" y="386721"/>
                  </a:lnTo>
                  <a:lnTo>
                    <a:pt x="708571" y="387070"/>
                  </a:lnTo>
                  <a:lnTo>
                    <a:pt x="709230" y="386761"/>
                  </a:lnTo>
                  <a:lnTo>
                    <a:pt x="709554" y="386758"/>
                  </a:lnTo>
                  <a:lnTo>
                    <a:pt x="709770" y="386513"/>
                  </a:lnTo>
                  <a:lnTo>
                    <a:pt x="710149" y="386328"/>
                  </a:lnTo>
                  <a:lnTo>
                    <a:pt x="711253" y="386038"/>
                  </a:lnTo>
                  <a:lnTo>
                    <a:pt x="711738" y="385867"/>
                  </a:lnTo>
                  <a:lnTo>
                    <a:pt x="712404" y="385409"/>
                  </a:lnTo>
                  <a:lnTo>
                    <a:pt x="712592" y="385359"/>
                  </a:lnTo>
                  <a:lnTo>
                    <a:pt x="712898" y="385032"/>
                  </a:lnTo>
                  <a:lnTo>
                    <a:pt x="713170" y="384489"/>
                  </a:lnTo>
                  <a:lnTo>
                    <a:pt x="713460" y="384046"/>
                  </a:lnTo>
                  <a:lnTo>
                    <a:pt x="713804" y="384197"/>
                  </a:lnTo>
                  <a:lnTo>
                    <a:pt x="714331" y="384103"/>
                  </a:lnTo>
                  <a:lnTo>
                    <a:pt x="714332" y="384341"/>
                  </a:lnTo>
                  <a:lnTo>
                    <a:pt x="714459" y="385122"/>
                  </a:lnTo>
                  <a:lnTo>
                    <a:pt x="714339" y="385558"/>
                  </a:lnTo>
                  <a:lnTo>
                    <a:pt x="714605" y="386180"/>
                  </a:lnTo>
                  <a:lnTo>
                    <a:pt x="714709" y="386555"/>
                  </a:lnTo>
                  <a:lnTo>
                    <a:pt x="714877" y="387060"/>
                  </a:lnTo>
                  <a:lnTo>
                    <a:pt x="714926" y="387638"/>
                  </a:lnTo>
                  <a:lnTo>
                    <a:pt x="715002" y="387897"/>
                  </a:lnTo>
                  <a:lnTo>
                    <a:pt x="714964" y="388268"/>
                  </a:lnTo>
                  <a:lnTo>
                    <a:pt x="715027" y="388456"/>
                  </a:lnTo>
                  <a:lnTo>
                    <a:pt x="715170" y="388685"/>
                  </a:lnTo>
                  <a:lnTo>
                    <a:pt x="715253" y="389363"/>
                  </a:lnTo>
                  <a:lnTo>
                    <a:pt x="715890" y="389905"/>
                  </a:lnTo>
                  <a:lnTo>
                    <a:pt x="715612" y="390004"/>
                  </a:lnTo>
                  <a:lnTo>
                    <a:pt x="715582" y="390229"/>
                  </a:lnTo>
                  <a:lnTo>
                    <a:pt x="715782" y="390478"/>
                  </a:lnTo>
                  <a:lnTo>
                    <a:pt x="716060" y="390927"/>
                  </a:lnTo>
                  <a:lnTo>
                    <a:pt x="716127" y="391086"/>
                  </a:lnTo>
                  <a:lnTo>
                    <a:pt x="716310" y="391325"/>
                  </a:lnTo>
                  <a:lnTo>
                    <a:pt x="716540" y="391446"/>
                  </a:lnTo>
                  <a:lnTo>
                    <a:pt x="717166" y="391688"/>
                  </a:lnTo>
                  <a:lnTo>
                    <a:pt x="717276" y="392100"/>
                  </a:lnTo>
                  <a:lnTo>
                    <a:pt x="717855" y="392250"/>
                  </a:lnTo>
                  <a:lnTo>
                    <a:pt x="718209" y="392390"/>
                  </a:lnTo>
                  <a:lnTo>
                    <a:pt x="718455" y="392184"/>
                  </a:lnTo>
                  <a:lnTo>
                    <a:pt x="719253" y="392565"/>
                  </a:lnTo>
                  <a:lnTo>
                    <a:pt x="719560" y="392463"/>
                  </a:lnTo>
                  <a:lnTo>
                    <a:pt x="719531" y="392077"/>
                  </a:lnTo>
                  <a:lnTo>
                    <a:pt x="719417" y="391905"/>
                  </a:lnTo>
                  <a:lnTo>
                    <a:pt x="719366" y="391624"/>
                  </a:lnTo>
                  <a:lnTo>
                    <a:pt x="719640" y="391058"/>
                  </a:lnTo>
                  <a:lnTo>
                    <a:pt x="719788" y="390894"/>
                  </a:lnTo>
                  <a:lnTo>
                    <a:pt x="720527" y="390761"/>
                  </a:lnTo>
                  <a:lnTo>
                    <a:pt x="720789" y="390767"/>
                  </a:lnTo>
                  <a:lnTo>
                    <a:pt x="721359" y="390776"/>
                  </a:lnTo>
                  <a:lnTo>
                    <a:pt x="722017" y="391543"/>
                  </a:lnTo>
                  <a:lnTo>
                    <a:pt x="722127" y="391934"/>
                  </a:lnTo>
                  <a:lnTo>
                    <a:pt x="722600" y="391857"/>
                  </a:lnTo>
                  <a:lnTo>
                    <a:pt x="722649" y="392424"/>
                  </a:lnTo>
                  <a:lnTo>
                    <a:pt x="722849" y="393001"/>
                  </a:lnTo>
                  <a:lnTo>
                    <a:pt x="722459" y="393626"/>
                  </a:lnTo>
                  <a:lnTo>
                    <a:pt x="722983" y="393951"/>
                  </a:lnTo>
                  <a:lnTo>
                    <a:pt x="723172" y="394243"/>
                  </a:lnTo>
                  <a:lnTo>
                    <a:pt x="723282" y="394537"/>
                  </a:lnTo>
                  <a:lnTo>
                    <a:pt x="723304" y="394731"/>
                  </a:lnTo>
                  <a:lnTo>
                    <a:pt x="723243" y="395555"/>
                  </a:lnTo>
                  <a:lnTo>
                    <a:pt x="723209" y="395811"/>
                  </a:lnTo>
                  <a:lnTo>
                    <a:pt x="723293" y="395960"/>
                  </a:lnTo>
                  <a:lnTo>
                    <a:pt x="723259" y="396633"/>
                  </a:lnTo>
                  <a:lnTo>
                    <a:pt x="722916" y="396778"/>
                  </a:lnTo>
                  <a:lnTo>
                    <a:pt x="722774" y="396719"/>
                  </a:lnTo>
                  <a:lnTo>
                    <a:pt x="722637" y="396776"/>
                  </a:lnTo>
                  <a:lnTo>
                    <a:pt x="722185" y="397162"/>
                  </a:lnTo>
                  <a:lnTo>
                    <a:pt x="721930" y="397498"/>
                  </a:lnTo>
                  <a:lnTo>
                    <a:pt x="721985" y="397951"/>
                  </a:lnTo>
                  <a:lnTo>
                    <a:pt x="722126" y="398176"/>
                  </a:lnTo>
                  <a:lnTo>
                    <a:pt x="722466" y="398530"/>
                  </a:lnTo>
                  <a:lnTo>
                    <a:pt x="722744" y="398736"/>
                  </a:lnTo>
                  <a:lnTo>
                    <a:pt x="722912" y="398828"/>
                  </a:lnTo>
                  <a:lnTo>
                    <a:pt x="723079" y="398911"/>
                  </a:lnTo>
                  <a:lnTo>
                    <a:pt x="722773" y="399606"/>
                  </a:lnTo>
                  <a:lnTo>
                    <a:pt x="721968" y="399478"/>
                  </a:lnTo>
                  <a:lnTo>
                    <a:pt x="721630" y="399577"/>
                  </a:lnTo>
                  <a:lnTo>
                    <a:pt x="721380" y="399517"/>
                  </a:lnTo>
                  <a:lnTo>
                    <a:pt x="721103" y="399493"/>
                  </a:lnTo>
                  <a:lnTo>
                    <a:pt x="720862" y="399742"/>
                  </a:lnTo>
                  <a:lnTo>
                    <a:pt x="720667" y="399995"/>
                  </a:lnTo>
                  <a:lnTo>
                    <a:pt x="720393" y="400235"/>
                  </a:lnTo>
                  <a:lnTo>
                    <a:pt x="720209" y="400448"/>
                  </a:lnTo>
                  <a:lnTo>
                    <a:pt x="720116" y="400591"/>
                  </a:lnTo>
                  <a:lnTo>
                    <a:pt x="720008" y="400748"/>
                  </a:lnTo>
                  <a:lnTo>
                    <a:pt x="719807" y="401300"/>
                  </a:lnTo>
                  <a:lnTo>
                    <a:pt x="719800" y="401659"/>
                  </a:lnTo>
                  <a:lnTo>
                    <a:pt x="719838" y="401982"/>
                  </a:lnTo>
                  <a:lnTo>
                    <a:pt x="719739" y="402391"/>
                  </a:lnTo>
                  <a:lnTo>
                    <a:pt x="719445" y="402678"/>
                  </a:lnTo>
                  <a:lnTo>
                    <a:pt x="719994" y="403231"/>
                  </a:lnTo>
                  <a:lnTo>
                    <a:pt x="720251" y="403222"/>
                  </a:lnTo>
                  <a:lnTo>
                    <a:pt x="720402" y="403232"/>
                  </a:lnTo>
                  <a:lnTo>
                    <a:pt x="720850" y="403542"/>
                  </a:lnTo>
                  <a:lnTo>
                    <a:pt x="720977" y="403581"/>
                  </a:lnTo>
                  <a:lnTo>
                    <a:pt x="721527" y="403739"/>
                  </a:lnTo>
                  <a:lnTo>
                    <a:pt x="721445" y="404008"/>
                  </a:lnTo>
                  <a:lnTo>
                    <a:pt x="721365" y="404219"/>
                  </a:lnTo>
                  <a:lnTo>
                    <a:pt x="721352" y="404439"/>
                  </a:lnTo>
                  <a:lnTo>
                    <a:pt x="721380" y="404572"/>
                  </a:lnTo>
                  <a:lnTo>
                    <a:pt x="721557" y="404788"/>
                  </a:lnTo>
                  <a:lnTo>
                    <a:pt x="721957" y="405192"/>
                  </a:lnTo>
                  <a:lnTo>
                    <a:pt x="722058" y="405384"/>
                  </a:lnTo>
                  <a:lnTo>
                    <a:pt x="722108" y="405525"/>
                  </a:lnTo>
                  <a:lnTo>
                    <a:pt x="721942" y="405880"/>
                  </a:lnTo>
                  <a:lnTo>
                    <a:pt x="722127" y="406383"/>
                  </a:lnTo>
                  <a:lnTo>
                    <a:pt x="722272" y="406693"/>
                  </a:lnTo>
                  <a:lnTo>
                    <a:pt x="722561" y="407293"/>
                  </a:lnTo>
                  <a:lnTo>
                    <a:pt x="722867" y="407864"/>
                  </a:lnTo>
                  <a:lnTo>
                    <a:pt x="723220" y="408014"/>
                  </a:lnTo>
                  <a:lnTo>
                    <a:pt x="723599" y="408882"/>
                  </a:lnTo>
                  <a:lnTo>
                    <a:pt x="723429" y="409034"/>
                  </a:lnTo>
                  <a:lnTo>
                    <a:pt x="723506" y="409299"/>
                  </a:lnTo>
                  <a:lnTo>
                    <a:pt x="723882" y="409509"/>
                  </a:lnTo>
                  <a:lnTo>
                    <a:pt x="724302" y="409638"/>
                  </a:lnTo>
                  <a:lnTo>
                    <a:pt x="724662" y="409778"/>
                  </a:lnTo>
                  <a:lnTo>
                    <a:pt x="724855" y="409906"/>
                  </a:lnTo>
                  <a:lnTo>
                    <a:pt x="724882" y="410046"/>
                  </a:lnTo>
                  <a:lnTo>
                    <a:pt x="724922" y="410326"/>
                  </a:lnTo>
                  <a:lnTo>
                    <a:pt x="725070" y="410468"/>
                  </a:lnTo>
                  <a:lnTo>
                    <a:pt x="725594" y="411000"/>
                  </a:lnTo>
                  <a:lnTo>
                    <a:pt x="725789" y="411197"/>
                  </a:lnTo>
                  <a:lnTo>
                    <a:pt x="726007" y="411844"/>
                  </a:lnTo>
                  <a:lnTo>
                    <a:pt x="726980" y="412225"/>
                  </a:lnTo>
                  <a:lnTo>
                    <a:pt x="727736" y="412312"/>
                  </a:lnTo>
                  <a:lnTo>
                    <a:pt x="728229" y="412250"/>
                  </a:lnTo>
                  <a:lnTo>
                    <a:pt x="728471" y="412125"/>
                  </a:lnTo>
                  <a:lnTo>
                    <a:pt x="728775" y="411872"/>
                  </a:lnTo>
                  <a:lnTo>
                    <a:pt x="728842" y="411540"/>
                  </a:lnTo>
                  <a:lnTo>
                    <a:pt x="728838" y="411049"/>
                  </a:lnTo>
                  <a:lnTo>
                    <a:pt x="728872" y="410876"/>
                  </a:lnTo>
                  <a:lnTo>
                    <a:pt x="729007" y="410835"/>
                  </a:lnTo>
                  <a:lnTo>
                    <a:pt x="729409" y="410902"/>
                  </a:lnTo>
                  <a:lnTo>
                    <a:pt x="729617" y="410921"/>
                  </a:lnTo>
                  <a:lnTo>
                    <a:pt x="729992" y="410842"/>
                  </a:lnTo>
                  <a:lnTo>
                    <a:pt x="730162" y="410586"/>
                  </a:lnTo>
                  <a:lnTo>
                    <a:pt x="730260" y="410198"/>
                  </a:lnTo>
                  <a:lnTo>
                    <a:pt x="730420" y="410108"/>
                  </a:lnTo>
                  <a:lnTo>
                    <a:pt x="734980" y="411122"/>
                  </a:lnTo>
                  <a:lnTo>
                    <a:pt x="735702" y="411189"/>
                  </a:lnTo>
                  <a:lnTo>
                    <a:pt x="736870" y="411590"/>
                  </a:lnTo>
                  <a:lnTo>
                    <a:pt x="736998" y="411635"/>
                  </a:lnTo>
                  <a:lnTo>
                    <a:pt x="737220" y="411740"/>
                  </a:lnTo>
                  <a:lnTo>
                    <a:pt x="737374" y="411894"/>
                  </a:lnTo>
                  <a:lnTo>
                    <a:pt x="737796" y="412446"/>
                  </a:lnTo>
                  <a:lnTo>
                    <a:pt x="737838" y="412647"/>
                  </a:lnTo>
                  <a:lnTo>
                    <a:pt x="737882" y="412876"/>
                  </a:lnTo>
                  <a:lnTo>
                    <a:pt x="737961" y="413210"/>
                  </a:lnTo>
                  <a:lnTo>
                    <a:pt x="738234" y="413970"/>
                  </a:lnTo>
                  <a:lnTo>
                    <a:pt x="738400" y="414312"/>
                  </a:lnTo>
                  <a:lnTo>
                    <a:pt x="738837" y="414830"/>
                  </a:lnTo>
                  <a:lnTo>
                    <a:pt x="739255" y="415102"/>
                  </a:lnTo>
                  <a:lnTo>
                    <a:pt x="739699" y="414816"/>
                  </a:lnTo>
                  <a:lnTo>
                    <a:pt x="740420" y="413807"/>
                  </a:lnTo>
                  <a:lnTo>
                    <a:pt x="740496" y="413346"/>
                  </a:lnTo>
                  <a:lnTo>
                    <a:pt x="740479" y="413199"/>
                  </a:lnTo>
                  <a:lnTo>
                    <a:pt x="740377" y="412649"/>
                  </a:lnTo>
                  <a:lnTo>
                    <a:pt x="740440" y="412303"/>
                  </a:lnTo>
                  <a:lnTo>
                    <a:pt x="740916" y="411150"/>
                  </a:lnTo>
                  <a:lnTo>
                    <a:pt x="741126" y="410659"/>
                  </a:lnTo>
                  <a:lnTo>
                    <a:pt x="741571" y="410099"/>
                  </a:lnTo>
                  <a:lnTo>
                    <a:pt x="742439" y="408517"/>
                  </a:lnTo>
                  <a:lnTo>
                    <a:pt x="742608" y="408445"/>
                  </a:lnTo>
                  <a:lnTo>
                    <a:pt x="743312" y="408324"/>
                  </a:lnTo>
                  <a:lnTo>
                    <a:pt x="743478" y="408328"/>
                  </a:lnTo>
                  <a:lnTo>
                    <a:pt x="744695" y="408403"/>
                  </a:lnTo>
                  <a:lnTo>
                    <a:pt x="745560" y="408456"/>
                  </a:lnTo>
                  <a:lnTo>
                    <a:pt x="746048" y="408538"/>
                  </a:lnTo>
                  <a:lnTo>
                    <a:pt x="746439" y="409063"/>
                  </a:lnTo>
                  <a:lnTo>
                    <a:pt x="746393" y="409493"/>
                  </a:lnTo>
                  <a:lnTo>
                    <a:pt x="746340" y="409692"/>
                  </a:lnTo>
                  <a:lnTo>
                    <a:pt x="746335" y="410101"/>
                  </a:lnTo>
                  <a:lnTo>
                    <a:pt x="746780" y="410651"/>
                  </a:lnTo>
                  <a:lnTo>
                    <a:pt x="746951" y="410863"/>
                  </a:lnTo>
                  <a:lnTo>
                    <a:pt x="748028" y="411983"/>
                  </a:lnTo>
                  <a:lnTo>
                    <a:pt x="748384" y="412433"/>
                  </a:lnTo>
                  <a:lnTo>
                    <a:pt x="748656" y="412638"/>
                  </a:lnTo>
                  <a:lnTo>
                    <a:pt x="748846" y="412687"/>
                  </a:lnTo>
                  <a:lnTo>
                    <a:pt x="749066" y="412684"/>
                  </a:lnTo>
                  <a:lnTo>
                    <a:pt x="749776" y="413169"/>
                  </a:lnTo>
                  <a:lnTo>
                    <a:pt x="750954" y="413577"/>
                  </a:lnTo>
                  <a:lnTo>
                    <a:pt x="751314" y="413876"/>
                  </a:lnTo>
                  <a:lnTo>
                    <a:pt x="751365" y="414137"/>
                  </a:lnTo>
                  <a:lnTo>
                    <a:pt x="751743" y="414300"/>
                  </a:lnTo>
                  <a:lnTo>
                    <a:pt x="751936" y="414345"/>
                  </a:lnTo>
                  <a:lnTo>
                    <a:pt x="752370" y="414346"/>
                  </a:lnTo>
                  <a:lnTo>
                    <a:pt x="752518" y="414317"/>
                  </a:lnTo>
                  <a:lnTo>
                    <a:pt x="752676" y="414385"/>
                  </a:lnTo>
                  <a:lnTo>
                    <a:pt x="752890" y="414561"/>
                  </a:lnTo>
                  <a:lnTo>
                    <a:pt x="753050" y="414793"/>
                  </a:lnTo>
                  <a:lnTo>
                    <a:pt x="753072" y="415139"/>
                  </a:lnTo>
                  <a:lnTo>
                    <a:pt x="753044" y="415395"/>
                  </a:lnTo>
                  <a:lnTo>
                    <a:pt x="753065" y="415564"/>
                  </a:lnTo>
                  <a:lnTo>
                    <a:pt x="753182" y="416180"/>
                  </a:lnTo>
                  <a:lnTo>
                    <a:pt x="753280" y="416452"/>
                  </a:lnTo>
                  <a:lnTo>
                    <a:pt x="753202" y="417377"/>
                  </a:lnTo>
                  <a:lnTo>
                    <a:pt x="753181" y="418241"/>
                  </a:lnTo>
                  <a:lnTo>
                    <a:pt x="753259" y="418605"/>
                  </a:lnTo>
                  <a:lnTo>
                    <a:pt x="753353" y="418858"/>
                  </a:lnTo>
                  <a:lnTo>
                    <a:pt x="753516" y="418993"/>
                  </a:lnTo>
                  <a:lnTo>
                    <a:pt x="753705" y="419037"/>
                  </a:lnTo>
                  <a:lnTo>
                    <a:pt x="754159" y="418973"/>
                  </a:lnTo>
                  <a:lnTo>
                    <a:pt x="754479" y="418837"/>
                  </a:lnTo>
                  <a:lnTo>
                    <a:pt x="754867" y="418745"/>
                  </a:lnTo>
                  <a:lnTo>
                    <a:pt x="755172" y="418760"/>
                  </a:lnTo>
                  <a:lnTo>
                    <a:pt x="755200" y="418948"/>
                  </a:lnTo>
                  <a:lnTo>
                    <a:pt x="755572" y="419104"/>
                  </a:lnTo>
                  <a:lnTo>
                    <a:pt x="755789" y="418937"/>
                  </a:lnTo>
                  <a:lnTo>
                    <a:pt x="755969" y="418508"/>
                  </a:lnTo>
                  <a:lnTo>
                    <a:pt x="755934" y="418245"/>
                  </a:lnTo>
                  <a:lnTo>
                    <a:pt x="756105" y="418021"/>
                  </a:lnTo>
                  <a:lnTo>
                    <a:pt x="756235" y="417921"/>
                  </a:lnTo>
                  <a:lnTo>
                    <a:pt x="756421" y="417801"/>
                  </a:lnTo>
                  <a:lnTo>
                    <a:pt x="756397" y="417290"/>
                  </a:lnTo>
                  <a:lnTo>
                    <a:pt x="756349" y="416948"/>
                  </a:lnTo>
                  <a:lnTo>
                    <a:pt x="756276" y="416628"/>
                  </a:lnTo>
                  <a:lnTo>
                    <a:pt x="756328" y="416437"/>
                  </a:lnTo>
                  <a:lnTo>
                    <a:pt x="756597" y="416253"/>
                  </a:lnTo>
                  <a:lnTo>
                    <a:pt x="756897" y="416245"/>
                  </a:lnTo>
                  <a:lnTo>
                    <a:pt x="757346" y="416148"/>
                  </a:lnTo>
                  <a:lnTo>
                    <a:pt x="757474" y="415786"/>
                  </a:lnTo>
                  <a:lnTo>
                    <a:pt x="757380" y="415636"/>
                  </a:lnTo>
                  <a:lnTo>
                    <a:pt x="757290" y="415236"/>
                  </a:lnTo>
                  <a:lnTo>
                    <a:pt x="757505" y="414892"/>
                  </a:lnTo>
                  <a:lnTo>
                    <a:pt x="757531" y="414321"/>
                  </a:lnTo>
                  <a:lnTo>
                    <a:pt x="757152" y="413798"/>
                  </a:lnTo>
                  <a:lnTo>
                    <a:pt x="756774" y="413398"/>
                  </a:lnTo>
                  <a:lnTo>
                    <a:pt x="756738" y="413071"/>
                  </a:lnTo>
                  <a:lnTo>
                    <a:pt x="756339" y="412747"/>
                  </a:lnTo>
                  <a:lnTo>
                    <a:pt x="756236" y="412494"/>
                  </a:lnTo>
                  <a:lnTo>
                    <a:pt x="756312" y="412136"/>
                  </a:lnTo>
                  <a:lnTo>
                    <a:pt x="756664" y="411827"/>
                  </a:lnTo>
                  <a:lnTo>
                    <a:pt x="755732" y="411117"/>
                  </a:lnTo>
                  <a:lnTo>
                    <a:pt x="755568" y="411021"/>
                  </a:lnTo>
                  <a:lnTo>
                    <a:pt x="754953" y="410730"/>
                  </a:lnTo>
                  <a:lnTo>
                    <a:pt x="754642" y="410635"/>
                  </a:lnTo>
                  <a:lnTo>
                    <a:pt x="754441" y="410638"/>
                  </a:lnTo>
                  <a:lnTo>
                    <a:pt x="754298" y="410521"/>
                  </a:lnTo>
                  <a:lnTo>
                    <a:pt x="754302" y="410363"/>
                  </a:lnTo>
                  <a:lnTo>
                    <a:pt x="754346" y="410163"/>
                  </a:lnTo>
                  <a:lnTo>
                    <a:pt x="754463" y="409901"/>
                  </a:lnTo>
                  <a:lnTo>
                    <a:pt x="754549" y="409585"/>
                  </a:lnTo>
                  <a:lnTo>
                    <a:pt x="754472" y="409017"/>
                  </a:lnTo>
                  <a:lnTo>
                    <a:pt x="754401" y="408723"/>
                  </a:lnTo>
                  <a:lnTo>
                    <a:pt x="754266" y="408365"/>
                  </a:lnTo>
                  <a:lnTo>
                    <a:pt x="754584" y="407602"/>
                  </a:lnTo>
                  <a:lnTo>
                    <a:pt x="755192" y="407414"/>
                  </a:lnTo>
                  <a:lnTo>
                    <a:pt x="755327" y="407458"/>
                  </a:lnTo>
                  <a:lnTo>
                    <a:pt x="755446" y="407282"/>
                  </a:lnTo>
                  <a:lnTo>
                    <a:pt x="755588" y="406929"/>
                  </a:lnTo>
                  <a:lnTo>
                    <a:pt x="755633" y="406625"/>
                  </a:lnTo>
                  <a:lnTo>
                    <a:pt x="755903" y="405610"/>
                  </a:lnTo>
                  <a:lnTo>
                    <a:pt x="755755" y="405564"/>
                  </a:lnTo>
                  <a:lnTo>
                    <a:pt x="755489" y="405523"/>
                  </a:lnTo>
                  <a:lnTo>
                    <a:pt x="755224" y="405234"/>
                  </a:lnTo>
                  <a:lnTo>
                    <a:pt x="754787" y="404307"/>
                  </a:lnTo>
                  <a:lnTo>
                    <a:pt x="754990" y="404191"/>
                  </a:lnTo>
                  <a:lnTo>
                    <a:pt x="755631" y="404294"/>
                  </a:lnTo>
                  <a:lnTo>
                    <a:pt x="756108" y="404214"/>
                  </a:lnTo>
                  <a:lnTo>
                    <a:pt x="756917" y="403632"/>
                  </a:lnTo>
                  <a:lnTo>
                    <a:pt x="757023" y="403228"/>
                  </a:lnTo>
                  <a:lnTo>
                    <a:pt x="757193" y="403104"/>
                  </a:lnTo>
                  <a:lnTo>
                    <a:pt x="757711" y="403142"/>
                  </a:lnTo>
                  <a:lnTo>
                    <a:pt x="758264" y="403449"/>
                  </a:lnTo>
                  <a:lnTo>
                    <a:pt x="758706" y="403516"/>
                  </a:lnTo>
                  <a:lnTo>
                    <a:pt x="759274" y="403551"/>
                  </a:lnTo>
                  <a:lnTo>
                    <a:pt x="761900" y="403698"/>
                  </a:lnTo>
                  <a:lnTo>
                    <a:pt x="762307" y="403462"/>
                  </a:lnTo>
                  <a:lnTo>
                    <a:pt x="762444" y="403278"/>
                  </a:lnTo>
                  <a:lnTo>
                    <a:pt x="763322" y="403404"/>
                  </a:lnTo>
                  <a:lnTo>
                    <a:pt x="763437" y="403630"/>
                  </a:lnTo>
                  <a:lnTo>
                    <a:pt x="763932" y="404967"/>
                  </a:lnTo>
                  <a:lnTo>
                    <a:pt x="763953" y="405110"/>
                  </a:lnTo>
                  <a:lnTo>
                    <a:pt x="763920" y="405272"/>
                  </a:lnTo>
                  <a:lnTo>
                    <a:pt x="763798" y="405474"/>
                  </a:lnTo>
                  <a:lnTo>
                    <a:pt x="763792" y="405611"/>
                  </a:lnTo>
                  <a:lnTo>
                    <a:pt x="763835" y="405745"/>
                  </a:lnTo>
                  <a:lnTo>
                    <a:pt x="764037" y="406115"/>
                  </a:lnTo>
                  <a:lnTo>
                    <a:pt x="764170" y="406697"/>
                  </a:lnTo>
                  <a:lnTo>
                    <a:pt x="764180" y="407116"/>
                  </a:lnTo>
                  <a:lnTo>
                    <a:pt x="764438" y="407752"/>
                  </a:lnTo>
                  <a:lnTo>
                    <a:pt x="764806" y="407880"/>
                  </a:lnTo>
                  <a:lnTo>
                    <a:pt x="764986" y="407916"/>
                  </a:lnTo>
                  <a:lnTo>
                    <a:pt x="765093" y="408063"/>
                  </a:lnTo>
                  <a:lnTo>
                    <a:pt x="765156" y="408201"/>
                  </a:lnTo>
                  <a:lnTo>
                    <a:pt x="765230" y="408491"/>
                  </a:lnTo>
                  <a:lnTo>
                    <a:pt x="765204" y="408904"/>
                  </a:lnTo>
                  <a:lnTo>
                    <a:pt x="765254" y="409246"/>
                  </a:lnTo>
                  <a:lnTo>
                    <a:pt x="765318" y="409414"/>
                  </a:lnTo>
                  <a:lnTo>
                    <a:pt x="765463" y="409589"/>
                  </a:lnTo>
                  <a:lnTo>
                    <a:pt x="766473" y="410319"/>
                  </a:lnTo>
                  <a:lnTo>
                    <a:pt x="766722" y="410616"/>
                  </a:lnTo>
                  <a:lnTo>
                    <a:pt x="767023" y="410850"/>
                  </a:lnTo>
                  <a:lnTo>
                    <a:pt x="767214" y="410883"/>
                  </a:lnTo>
                  <a:lnTo>
                    <a:pt x="767559" y="411013"/>
                  </a:lnTo>
                  <a:lnTo>
                    <a:pt x="767829" y="411171"/>
                  </a:lnTo>
                  <a:lnTo>
                    <a:pt x="767925" y="411317"/>
                  </a:lnTo>
                  <a:lnTo>
                    <a:pt x="768485" y="411686"/>
                  </a:lnTo>
                  <a:lnTo>
                    <a:pt x="768752" y="411758"/>
                  </a:lnTo>
                  <a:lnTo>
                    <a:pt x="769182" y="412085"/>
                  </a:lnTo>
                  <a:lnTo>
                    <a:pt x="769366" y="412459"/>
                  </a:lnTo>
                  <a:lnTo>
                    <a:pt x="769575" y="412548"/>
                  </a:lnTo>
                  <a:lnTo>
                    <a:pt x="770005" y="412793"/>
                  </a:lnTo>
                  <a:lnTo>
                    <a:pt x="770288" y="413009"/>
                  </a:lnTo>
                  <a:lnTo>
                    <a:pt x="770521" y="413279"/>
                  </a:lnTo>
                  <a:lnTo>
                    <a:pt x="771079" y="413594"/>
                  </a:lnTo>
                  <a:lnTo>
                    <a:pt x="771286" y="413525"/>
                  </a:lnTo>
                  <a:lnTo>
                    <a:pt x="772335" y="412859"/>
                  </a:lnTo>
                  <a:lnTo>
                    <a:pt x="772743" y="412584"/>
                  </a:lnTo>
                  <a:lnTo>
                    <a:pt x="773048" y="412377"/>
                  </a:lnTo>
                  <a:lnTo>
                    <a:pt x="773302" y="412610"/>
                  </a:lnTo>
                  <a:lnTo>
                    <a:pt x="773435" y="412928"/>
                  </a:lnTo>
                  <a:lnTo>
                    <a:pt x="773492" y="413056"/>
                  </a:lnTo>
                  <a:lnTo>
                    <a:pt x="773854" y="413394"/>
                  </a:lnTo>
                  <a:lnTo>
                    <a:pt x="774381" y="413749"/>
                  </a:lnTo>
                  <a:lnTo>
                    <a:pt x="774939" y="413910"/>
                  </a:lnTo>
                  <a:lnTo>
                    <a:pt x="775413" y="413499"/>
                  </a:lnTo>
                  <a:lnTo>
                    <a:pt x="775284" y="413219"/>
                  </a:lnTo>
                  <a:lnTo>
                    <a:pt x="775331" y="412876"/>
                  </a:lnTo>
                  <a:lnTo>
                    <a:pt x="775631" y="412809"/>
                  </a:lnTo>
                  <a:lnTo>
                    <a:pt x="775934" y="412935"/>
                  </a:lnTo>
                  <a:lnTo>
                    <a:pt x="776444" y="413198"/>
                  </a:lnTo>
                  <a:lnTo>
                    <a:pt x="776613" y="413403"/>
                  </a:lnTo>
                  <a:lnTo>
                    <a:pt x="776690" y="413608"/>
                  </a:lnTo>
                  <a:lnTo>
                    <a:pt x="776956" y="413939"/>
                  </a:lnTo>
                  <a:lnTo>
                    <a:pt x="777173" y="414106"/>
                  </a:lnTo>
                  <a:lnTo>
                    <a:pt x="777525" y="414746"/>
                  </a:lnTo>
                  <a:lnTo>
                    <a:pt x="777962" y="415137"/>
                  </a:lnTo>
                  <a:lnTo>
                    <a:pt x="778178" y="415272"/>
                  </a:lnTo>
                  <a:lnTo>
                    <a:pt x="778653" y="415460"/>
                  </a:lnTo>
                  <a:lnTo>
                    <a:pt x="779094" y="415406"/>
                  </a:lnTo>
                  <a:lnTo>
                    <a:pt x="779808" y="415464"/>
                  </a:lnTo>
                  <a:lnTo>
                    <a:pt x="780178" y="414907"/>
                  </a:lnTo>
                  <a:lnTo>
                    <a:pt x="780167" y="414716"/>
                  </a:lnTo>
                  <a:lnTo>
                    <a:pt x="780432" y="414271"/>
                  </a:lnTo>
                  <a:lnTo>
                    <a:pt x="780820" y="414059"/>
                  </a:lnTo>
                  <a:lnTo>
                    <a:pt x="781153" y="414033"/>
                  </a:lnTo>
                  <a:lnTo>
                    <a:pt x="781496" y="414120"/>
                  </a:lnTo>
                  <a:lnTo>
                    <a:pt x="781785" y="414139"/>
                  </a:lnTo>
                  <a:lnTo>
                    <a:pt x="782337" y="413643"/>
                  </a:lnTo>
                  <a:lnTo>
                    <a:pt x="782710" y="413036"/>
                  </a:lnTo>
                  <a:lnTo>
                    <a:pt x="782680" y="412842"/>
                  </a:lnTo>
                  <a:lnTo>
                    <a:pt x="782228" y="412162"/>
                  </a:lnTo>
                  <a:lnTo>
                    <a:pt x="781783" y="412085"/>
                  </a:lnTo>
                  <a:lnTo>
                    <a:pt x="781368" y="411080"/>
                  </a:lnTo>
                  <a:lnTo>
                    <a:pt x="780915" y="410732"/>
                  </a:lnTo>
                  <a:lnTo>
                    <a:pt x="780865" y="410129"/>
                  </a:lnTo>
                  <a:lnTo>
                    <a:pt x="780921" y="409810"/>
                  </a:lnTo>
                  <a:lnTo>
                    <a:pt x="780895" y="409679"/>
                  </a:lnTo>
                  <a:lnTo>
                    <a:pt x="780827" y="409507"/>
                  </a:lnTo>
                  <a:lnTo>
                    <a:pt x="780687" y="409427"/>
                  </a:lnTo>
                  <a:lnTo>
                    <a:pt x="779592" y="408599"/>
                  </a:lnTo>
                  <a:lnTo>
                    <a:pt x="779429" y="408325"/>
                  </a:lnTo>
                  <a:lnTo>
                    <a:pt x="779295" y="407572"/>
                  </a:lnTo>
                  <a:lnTo>
                    <a:pt x="779206" y="406691"/>
                  </a:lnTo>
                  <a:lnTo>
                    <a:pt x="779244" y="406357"/>
                  </a:lnTo>
                  <a:lnTo>
                    <a:pt x="779363" y="406050"/>
                  </a:lnTo>
                  <a:lnTo>
                    <a:pt x="779571" y="406000"/>
                  </a:lnTo>
                  <a:lnTo>
                    <a:pt x="780121" y="405980"/>
                  </a:lnTo>
                  <a:lnTo>
                    <a:pt x="780578" y="405990"/>
                  </a:lnTo>
                  <a:lnTo>
                    <a:pt x="780751" y="405965"/>
                  </a:lnTo>
                  <a:lnTo>
                    <a:pt x="780797" y="405712"/>
                  </a:lnTo>
                  <a:lnTo>
                    <a:pt x="780966" y="405315"/>
                  </a:lnTo>
                  <a:lnTo>
                    <a:pt x="781367" y="404899"/>
                  </a:lnTo>
                  <a:lnTo>
                    <a:pt x="781300" y="404429"/>
                  </a:lnTo>
                  <a:lnTo>
                    <a:pt x="780901" y="404146"/>
                  </a:lnTo>
                  <a:lnTo>
                    <a:pt x="780477" y="404036"/>
                  </a:lnTo>
                  <a:lnTo>
                    <a:pt x="780291" y="403881"/>
                  </a:lnTo>
                  <a:lnTo>
                    <a:pt x="779979" y="403265"/>
                  </a:lnTo>
                  <a:lnTo>
                    <a:pt x="780016" y="402952"/>
                  </a:lnTo>
                  <a:lnTo>
                    <a:pt x="779885" y="402664"/>
                  </a:lnTo>
                  <a:lnTo>
                    <a:pt x="779696" y="402504"/>
                  </a:lnTo>
                  <a:lnTo>
                    <a:pt x="779092" y="402352"/>
                  </a:lnTo>
                  <a:lnTo>
                    <a:pt x="778869" y="401597"/>
                  </a:lnTo>
                  <a:lnTo>
                    <a:pt x="778679" y="401152"/>
                  </a:lnTo>
                  <a:lnTo>
                    <a:pt x="778337" y="400651"/>
                  </a:lnTo>
                  <a:lnTo>
                    <a:pt x="778390" y="400090"/>
                  </a:lnTo>
                  <a:lnTo>
                    <a:pt x="778434" y="399903"/>
                  </a:lnTo>
                  <a:lnTo>
                    <a:pt x="778529" y="399680"/>
                  </a:lnTo>
                  <a:lnTo>
                    <a:pt x="778413" y="399489"/>
                  </a:lnTo>
                  <a:lnTo>
                    <a:pt x="778160" y="399335"/>
                  </a:lnTo>
                  <a:lnTo>
                    <a:pt x="777512" y="398748"/>
                  </a:lnTo>
                  <a:lnTo>
                    <a:pt x="777700" y="398457"/>
                  </a:lnTo>
                  <a:lnTo>
                    <a:pt x="778169" y="398451"/>
                  </a:lnTo>
                  <a:lnTo>
                    <a:pt x="778265" y="398582"/>
                  </a:lnTo>
                  <a:lnTo>
                    <a:pt x="778389" y="398741"/>
                  </a:lnTo>
                  <a:lnTo>
                    <a:pt x="778721" y="398974"/>
                  </a:lnTo>
                  <a:lnTo>
                    <a:pt x="778961" y="398918"/>
                  </a:lnTo>
                  <a:lnTo>
                    <a:pt x="779597" y="399093"/>
                  </a:lnTo>
                  <a:lnTo>
                    <a:pt x="779836" y="399082"/>
                  </a:lnTo>
                  <a:lnTo>
                    <a:pt x="780242" y="398968"/>
                  </a:lnTo>
                  <a:lnTo>
                    <a:pt x="780649" y="398643"/>
                  </a:lnTo>
                  <a:lnTo>
                    <a:pt x="781472" y="399045"/>
                  </a:lnTo>
                  <a:lnTo>
                    <a:pt x="782018" y="399402"/>
                  </a:lnTo>
                  <a:lnTo>
                    <a:pt x="782946" y="400156"/>
                  </a:lnTo>
                  <a:lnTo>
                    <a:pt x="782930" y="400491"/>
                  </a:lnTo>
                  <a:lnTo>
                    <a:pt x="782989" y="400726"/>
                  </a:lnTo>
                  <a:lnTo>
                    <a:pt x="783183" y="400972"/>
                  </a:lnTo>
                  <a:lnTo>
                    <a:pt x="783325" y="400955"/>
                  </a:lnTo>
                  <a:lnTo>
                    <a:pt x="783612" y="401126"/>
                  </a:lnTo>
                  <a:lnTo>
                    <a:pt x="783773" y="401312"/>
                  </a:lnTo>
                  <a:lnTo>
                    <a:pt x="783929" y="401001"/>
                  </a:lnTo>
                  <a:lnTo>
                    <a:pt x="783795" y="400664"/>
                  </a:lnTo>
                  <a:lnTo>
                    <a:pt x="783644" y="400159"/>
                  </a:lnTo>
                  <a:lnTo>
                    <a:pt x="783734" y="399768"/>
                  </a:lnTo>
                  <a:lnTo>
                    <a:pt x="783885" y="399815"/>
                  </a:lnTo>
                  <a:lnTo>
                    <a:pt x="784145" y="399807"/>
                  </a:lnTo>
                  <a:lnTo>
                    <a:pt x="784788" y="399427"/>
                  </a:lnTo>
                  <a:lnTo>
                    <a:pt x="784815" y="398994"/>
                  </a:lnTo>
                  <a:lnTo>
                    <a:pt x="784982" y="398889"/>
                  </a:lnTo>
                  <a:lnTo>
                    <a:pt x="785259" y="399134"/>
                  </a:lnTo>
                  <a:lnTo>
                    <a:pt x="785694" y="399509"/>
                  </a:lnTo>
                  <a:lnTo>
                    <a:pt x="786257" y="399832"/>
                  </a:lnTo>
                  <a:lnTo>
                    <a:pt x="787071" y="400164"/>
                  </a:lnTo>
                  <a:lnTo>
                    <a:pt x="787602" y="399907"/>
                  </a:lnTo>
                  <a:lnTo>
                    <a:pt x="787748" y="399499"/>
                  </a:lnTo>
                  <a:lnTo>
                    <a:pt x="788066" y="399178"/>
                  </a:lnTo>
                  <a:lnTo>
                    <a:pt x="788006" y="398881"/>
                  </a:lnTo>
                  <a:lnTo>
                    <a:pt x="787594" y="398598"/>
                  </a:lnTo>
                  <a:lnTo>
                    <a:pt x="787412" y="398546"/>
                  </a:lnTo>
                  <a:lnTo>
                    <a:pt x="787045" y="398299"/>
                  </a:lnTo>
                  <a:lnTo>
                    <a:pt x="786994" y="398118"/>
                  </a:lnTo>
                  <a:lnTo>
                    <a:pt x="786725" y="397691"/>
                  </a:lnTo>
                  <a:lnTo>
                    <a:pt x="786709" y="397560"/>
                  </a:lnTo>
                  <a:lnTo>
                    <a:pt x="786831" y="397172"/>
                  </a:lnTo>
                  <a:lnTo>
                    <a:pt x="787094" y="396937"/>
                  </a:lnTo>
                  <a:lnTo>
                    <a:pt x="787403" y="396678"/>
                  </a:lnTo>
                  <a:lnTo>
                    <a:pt x="787684" y="396568"/>
                  </a:lnTo>
                  <a:lnTo>
                    <a:pt x="788052" y="396451"/>
                  </a:lnTo>
                  <a:lnTo>
                    <a:pt x="788586" y="396448"/>
                  </a:lnTo>
                  <a:lnTo>
                    <a:pt x="789011" y="396509"/>
                  </a:lnTo>
                  <a:lnTo>
                    <a:pt x="789331" y="396423"/>
                  </a:lnTo>
                  <a:lnTo>
                    <a:pt x="789711" y="396297"/>
                  </a:lnTo>
                  <a:lnTo>
                    <a:pt x="790079" y="396697"/>
                  </a:lnTo>
                  <a:lnTo>
                    <a:pt x="790252" y="396984"/>
                  </a:lnTo>
                  <a:lnTo>
                    <a:pt x="790765" y="397258"/>
                  </a:lnTo>
                  <a:lnTo>
                    <a:pt x="791180" y="397284"/>
                  </a:lnTo>
                  <a:lnTo>
                    <a:pt x="791407" y="397253"/>
                  </a:lnTo>
                  <a:lnTo>
                    <a:pt x="791970" y="397455"/>
                  </a:lnTo>
                  <a:lnTo>
                    <a:pt x="792112" y="397449"/>
                  </a:lnTo>
                  <a:lnTo>
                    <a:pt x="792403" y="397433"/>
                  </a:lnTo>
                  <a:lnTo>
                    <a:pt x="792832" y="397300"/>
                  </a:lnTo>
                  <a:lnTo>
                    <a:pt x="793005" y="397440"/>
                  </a:lnTo>
                  <a:lnTo>
                    <a:pt x="793689" y="397803"/>
                  </a:lnTo>
                  <a:lnTo>
                    <a:pt x="794074" y="397744"/>
                  </a:lnTo>
                  <a:lnTo>
                    <a:pt x="794220" y="397576"/>
                  </a:lnTo>
                  <a:lnTo>
                    <a:pt x="794667" y="397512"/>
                  </a:lnTo>
                  <a:lnTo>
                    <a:pt x="795251" y="397642"/>
                  </a:lnTo>
                  <a:lnTo>
                    <a:pt x="795605" y="397689"/>
                  </a:lnTo>
                  <a:lnTo>
                    <a:pt x="796141" y="398101"/>
                  </a:lnTo>
                  <a:lnTo>
                    <a:pt x="796290" y="398221"/>
                  </a:lnTo>
                  <a:lnTo>
                    <a:pt x="796710" y="398207"/>
                  </a:lnTo>
                  <a:lnTo>
                    <a:pt x="796894" y="397828"/>
                  </a:lnTo>
                  <a:lnTo>
                    <a:pt x="797168" y="397516"/>
                  </a:lnTo>
                  <a:lnTo>
                    <a:pt x="797458" y="396947"/>
                  </a:lnTo>
                  <a:lnTo>
                    <a:pt x="797895" y="396981"/>
                  </a:lnTo>
                  <a:lnTo>
                    <a:pt x="798317" y="397360"/>
                  </a:lnTo>
                  <a:lnTo>
                    <a:pt x="798603" y="397576"/>
                  </a:lnTo>
                  <a:lnTo>
                    <a:pt x="798780" y="397561"/>
                  </a:lnTo>
                  <a:lnTo>
                    <a:pt x="799513" y="397387"/>
                  </a:lnTo>
                  <a:lnTo>
                    <a:pt x="799569" y="397149"/>
                  </a:lnTo>
                  <a:lnTo>
                    <a:pt x="799418" y="396437"/>
                  </a:lnTo>
                  <a:lnTo>
                    <a:pt x="799032" y="396064"/>
                  </a:lnTo>
                  <a:lnTo>
                    <a:pt x="798848" y="395939"/>
                  </a:lnTo>
                  <a:lnTo>
                    <a:pt x="798494" y="395717"/>
                  </a:lnTo>
                  <a:lnTo>
                    <a:pt x="798193" y="395383"/>
                  </a:lnTo>
                  <a:lnTo>
                    <a:pt x="798059" y="395234"/>
                  </a:lnTo>
                  <a:lnTo>
                    <a:pt x="798315" y="394908"/>
                  </a:lnTo>
                  <a:lnTo>
                    <a:pt x="798571" y="394890"/>
                  </a:lnTo>
                  <a:lnTo>
                    <a:pt x="798701" y="394634"/>
                  </a:lnTo>
                  <a:lnTo>
                    <a:pt x="798909" y="394375"/>
                  </a:lnTo>
                  <a:lnTo>
                    <a:pt x="799332" y="394648"/>
                  </a:lnTo>
                  <a:lnTo>
                    <a:pt x="799353" y="394804"/>
                  </a:lnTo>
                  <a:lnTo>
                    <a:pt x="799770" y="395552"/>
                  </a:lnTo>
                  <a:lnTo>
                    <a:pt x="799942" y="395546"/>
                  </a:lnTo>
                  <a:lnTo>
                    <a:pt x="800234" y="395927"/>
                  </a:lnTo>
                  <a:lnTo>
                    <a:pt x="800580" y="396104"/>
                  </a:lnTo>
                  <a:lnTo>
                    <a:pt x="801276" y="396166"/>
                  </a:lnTo>
                  <a:lnTo>
                    <a:pt x="801458" y="396106"/>
                  </a:lnTo>
                  <a:lnTo>
                    <a:pt x="802388" y="396118"/>
                  </a:lnTo>
                  <a:lnTo>
                    <a:pt x="802601" y="395806"/>
                  </a:lnTo>
                  <a:lnTo>
                    <a:pt x="802295" y="395351"/>
                  </a:lnTo>
                  <a:lnTo>
                    <a:pt x="802007" y="394794"/>
                  </a:lnTo>
                  <a:lnTo>
                    <a:pt x="802162" y="394376"/>
                  </a:lnTo>
                  <a:lnTo>
                    <a:pt x="802334" y="394072"/>
                  </a:lnTo>
                  <a:lnTo>
                    <a:pt x="802853" y="393277"/>
                  </a:lnTo>
                  <a:lnTo>
                    <a:pt x="802576" y="393205"/>
                  </a:lnTo>
                  <a:lnTo>
                    <a:pt x="801064" y="392828"/>
                  </a:lnTo>
                  <a:lnTo>
                    <a:pt x="800996" y="391869"/>
                  </a:lnTo>
                  <a:lnTo>
                    <a:pt x="800889" y="391511"/>
                  </a:lnTo>
                  <a:lnTo>
                    <a:pt x="800753" y="390706"/>
                  </a:lnTo>
                  <a:lnTo>
                    <a:pt x="800930" y="390250"/>
                  </a:lnTo>
                  <a:lnTo>
                    <a:pt x="801049" y="389955"/>
                  </a:lnTo>
                  <a:lnTo>
                    <a:pt x="801140" y="389760"/>
                  </a:lnTo>
                  <a:lnTo>
                    <a:pt x="801226" y="389590"/>
                  </a:lnTo>
                  <a:lnTo>
                    <a:pt x="801257" y="389165"/>
                  </a:lnTo>
                  <a:lnTo>
                    <a:pt x="801287" y="388970"/>
                  </a:lnTo>
                  <a:lnTo>
                    <a:pt x="801354" y="388590"/>
                  </a:lnTo>
                  <a:lnTo>
                    <a:pt x="801460" y="388367"/>
                  </a:lnTo>
                  <a:lnTo>
                    <a:pt x="801497" y="387890"/>
                  </a:lnTo>
                  <a:lnTo>
                    <a:pt x="801494" y="387754"/>
                  </a:lnTo>
                  <a:lnTo>
                    <a:pt x="801621" y="387370"/>
                  </a:lnTo>
                  <a:lnTo>
                    <a:pt x="801722" y="387079"/>
                  </a:lnTo>
                  <a:lnTo>
                    <a:pt x="801818" y="386642"/>
                  </a:lnTo>
                  <a:lnTo>
                    <a:pt x="801853" y="386472"/>
                  </a:lnTo>
                  <a:lnTo>
                    <a:pt x="801886" y="386275"/>
                  </a:lnTo>
                  <a:lnTo>
                    <a:pt x="801874" y="385972"/>
                  </a:lnTo>
                  <a:lnTo>
                    <a:pt x="802379" y="385310"/>
                  </a:lnTo>
                  <a:lnTo>
                    <a:pt x="802577" y="385295"/>
                  </a:lnTo>
                  <a:lnTo>
                    <a:pt x="803557" y="385011"/>
                  </a:lnTo>
                  <a:lnTo>
                    <a:pt x="803807" y="385100"/>
                  </a:lnTo>
                  <a:lnTo>
                    <a:pt x="804140" y="385499"/>
                  </a:lnTo>
                  <a:lnTo>
                    <a:pt x="804088" y="385674"/>
                  </a:lnTo>
                  <a:lnTo>
                    <a:pt x="804785" y="386210"/>
                  </a:lnTo>
                  <a:lnTo>
                    <a:pt x="805421" y="386343"/>
                  </a:lnTo>
                  <a:lnTo>
                    <a:pt x="805656" y="386115"/>
                  </a:lnTo>
                  <a:lnTo>
                    <a:pt x="805902" y="385982"/>
                  </a:lnTo>
                  <a:lnTo>
                    <a:pt x="806122" y="385886"/>
                  </a:lnTo>
                  <a:lnTo>
                    <a:pt x="806476" y="385453"/>
                  </a:lnTo>
                  <a:lnTo>
                    <a:pt x="807044" y="385433"/>
                  </a:lnTo>
                  <a:lnTo>
                    <a:pt x="807264" y="385176"/>
                  </a:lnTo>
                  <a:lnTo>
                    <a:pt x="807264" y="384559"/>
                  </a:lnTo>
                  <a:lnTo>
                    <a:pt x="807162" y="384275"/>
                  </a:lnTo>
                  <a:lnTo>
                    <a:pt x="807325" y="384216"/>
                  </a:lnTo>
                  <a:lnTo>
                    <a:pt x="807336" y="383851"/>
                  </a:lnTo>
                  <a:lnTo>
                    <a:pt x="807144" y="383066"/>
                  </a:lnTo>
                  <a:lnTo>
                    <a:pt x="807252" y="382365"/>
                  </a:lnTo>
                  <a:lnTo>
                    <a:pt x="807218" y="382088"/>
                  </a:lnTo>
                  <a:lnTo>
                    <a:pt x="807157" y="381927"/>
                  </a:lnTo>
                  <a:lnTo>
                    <a:pt x="807098" y="381313"/>
                  </a:lnTo>
                  <a:lnTo>
                    <a:pt x="806959" y="381267"/>
                  </a:lnTo>
                  <a:lnTo>
                    <a:pt x="806844" y="381081"/>
                  </a:lnTo>
                  <a:lnTo>
                    <a:pt x="806620" y="380598"/>
                  </a:lnTo>
                  <a:lnTo>
                    <a:pt x="806573" y="380349"/>
                  </a:lnTo>
                  <a:lnTo>
                    <a:pt x="806564" y="380131"/>
                  </a:lnTo>
                  <a:lnTo>
                    <a:pt x="806451" y="379943"/>
                  </a:lnTo>
                  <a:lnTo>
                    <a:pt x="806319" y="379865"/>
                  </a:lnTo>
                  <a:lnTo>
                    <a:pt x="806203" y="379230"/>
                  </a:lnTo>
                  <a:lnTo>
                    <a:pt x="805790" y="378860"/>
                  </a:lnTo>
                  <a:lnTo>
                    <a:pt x="805579" y="378865"/>
                  </a:lnTo>
                  <a:lnTo>
                    <a:pt x="804973" y="378562"/>
                  </a:lnTo>
                  <a:lnTo>
                    <a:pt x="804631" y="378668"/>
                  </a:lnTo>
                  <a:lnTo>
                    <a:pt x="804300" y="378668"/>
                  </a:lnTo>
                  <a:lnTo>
                    <a:pt x="804051" y="378348"/>
                  </a:lnTo>
                  <a:lnTo>
                    <a:pt x="804007" y="378128"/>
                  </a:lnTo>
                  <a:lnTo>
                    <a:pt x="804149" y="377956"/>
                  </a:lnTo>
                  <a:lnTo>
                    <a:pt x="804272" y="377669"/>
                  </a:lnTo>
                  <a:lnTo>
                    <a:pt x="804314" y="377161"/>
                  </a:lnTo>
                  <a:lnTo>
                    <a:pt x="804549" y="376986"/>
                  </a:lnTo>
                  <a:lnTo>
                    <a:pt x="804851" y="376778"/>
                  </a:lnTo>
                  <a:lnTo>
                    <a:pt x="805127" y="376573"/>
                  </a:lnTo>
                  <a:lnTo>
                    <a:pt x="805523" y="376180"/>
                  </a:lnTo>
                  <a:lnTo>
                    <a:pt x="805628" y="375981"/>
                  </a:lnTo>
                  <a:lnTo>
                    <a:pt x="805670" y="375759"/>
                  </a:lnTo>
                  <a:lnTo>
                    <a:pt x="806031" y="375285"/>
                  </a:lnTo>
                  <a:lnTo>
                    <a:pt x="805751" y="375266"/>
                  </a:lnTo>
                  <a:lnTo>
                    <a:pt x="805571" y="375208"/>
                  </a:lnTo>
                  <a:lnTo>
                    <a:pt x="805424" y="375153"/>
                  </a:lnTo>
                  <a:lnTo>
                    <a:pt x="805241" y="374892"/>
                  </a:lnTo>
                  <a:lnTo>
                    <a:pt x="804920" y="374820"/>
                  </a:lnTo>
                  <a:lnTo>
                    <a:pt x="804620" y="374676"/>
                  </a:lnTo>
                  <a:lnTo>
                    <a:pt x="804251" y="374682"/>
                  </a:lnTo>
                  <a:lnTo>
                    <a:pt x="803689" y="374213"/>
                  </a:lnTo>
                  <a:lnTo>
                    <a:pt x="803605" y="373548"/>
                  </a:lnTo>
                  <a:lnTo>
                    <a:pt x="803697" y="373297"/>
                  </a:lnTo>
                  <a:lnTo>
                    <a:pt x="803768" y="373142"/>
                  </a:lnTo>
                  <a:lnTo>
                    <a:pt x="804060" y="372604"/>
                  </a:lnTo>
                  <a:lnTo>
                    <a:pt x="804338" y="372361"/>
                  </a:lnTo>
                  <a:lnTo>
                    <a:pt x="804696" y="372297"/>
                  </a:lnTo>
                  <a:lnTo>
                    <a:pt x="804830" y="372517"/>
                  </a:lnTo>
                  <a:lnTo>
                    <a:pt x="805078" y="372945"/>
                  </a:lnTo>
                  <a:lnTo>
                    <a:pt x="805317" y="373073"/>
                  </a:lnTo>
                  <a:lnTo>
                    <a:pt x="805517" y="373128"/>
                  </a:lnTo>
                  <a:lnTo>
                    <a:pt x="806223" y="372734"/>
                  </a:lnTo>
                  <a:lnTo>
                    <a:pt x="806394" y="372566"/>
                  </a:lnTo>
                  <a:lnTo>
                    <a:pt x="806664" y="372364"/>
                  </a:lnTo>
                  <a:lnTo>
                    <a:pt x="806914" y="372311"/>
                  </a:lnTo>
                  <a:lnTo>
                    <a:pt x="807006" y="371966"/>
                  </a:lnTo>
                  <a:lnTo>
                    <a:pt x="807080" y="371735"/>
                  </a:lnTo>
                  <a:lnTo>
                    <a:pt x="807403" y="371585"/>
                  </a:lnTo>
                  <a:lnTo>
                    <a:pt x="807691" y="371459"/>
                  </a:lnTo>
                  <a:lnTo>
                    <a:pt x="807952" y="371389"/>
                  </a:lnTo>
                  <a:lnTo>
                    <a:pt x="808181" y="371288"/>
                  </a:lnTo>
                  <a:lnTo>
                    <a:pt x="808587" y="371179"/>
                  </a:lnTo>
                  <a:lnTo>
                    <a:pt x="808996" y="371674"/>
                  </a:lnTo>
                  <a:lnTo>
                    <a:pt x="809189" y="371959"/>
                  </a:lnTo>
                  <a:lnTo>
                    <a:pt x="809216" y="372089"/>
                  </a:lnTo>
                  <a:lnTo>
                    <a:pt x="809421" y="372873"/>
                  </a:lnTo>
                  <a:lnTo>
                    <a:pt x="809882" y="373291"/>
                  </a:lnTo>
                  <a:lnTo>
                    <a:pt x="810200" y="373386"/>
                  </a:lnTo>
                  <a:lnTo>
                    <a:pt x="810386" y="373559"/>
                  </a:lnTo>
                  <a:lnTo>
                    <a:pt x="811221" y="373746"/>
                  </a:lnTo>
                  <a:lnTo>
                    <a:pt x="811460" y="374064"/>
                  </a:lnTo>
                  <a:lnTo>
                    <a:pt x="811681" y="374132"/>
                  </a:lnTo>
                  <a:lnTo>
                    <a:pt x="812277" y="373975"/>
                  </a:lnTo>
                  <a:lnTo>
                    <a:pt x="812302" y="373838"/>
                  </a:lnTo>
                  <a:lnTo>
                    <a:pt x="812599" y="373575"/>
                  </a:lnTo>
                  <a:lnTo>
                    <a:pt x="812796" y="373674"/>
                  </a:lnTo>
                  <a:lnTo>
                    <a:pt x="813426" y="373889"/>
                  </a:lnTo>
                  <a:lnTo>
                    <a:pt x="813982" y="374187"/>
                  </a:lnTo>
                  <a:lnTo>
                    <a:pt x="814296" y="374224"/>
                  </a:lnTo>
                  <a:lnTo>
                    <a:pt x="814506" y="374237"/>
                  </a:lnTo>
                  <a:lnTo>
                    <a:pt x="814890" y="374050"/>
                  </a:lnTo>
                  <a:lnTo>
                    <a:pt x="815059" y="374149"/>
                  </a:lnTo>
                  <a:lnTo>
                    <a:pt x="815401" y="374186"/>
                  </a:lnTo>
                  <a:lnTo>
                    <a:pt x="816390" y="374192"/>
                  </a:lnTo>
                  <a:lnTo>
                    <a:pt x="816652" y="374184"/>
                  </a:lnTo>
                  <a:lnTo>
                    <a:pt x="816968" y="374261"/>
                  </a:lnTo>
                  <a:lnTo>
                    <a:pt x="817171" y="374337"/>
                  </a:lnTo>
                  <a:lnTo>
                    <a:pt x="817388" y="374394"/>
                  </a:lnTo>
                  <a:lnTo>
                    <a:pt x="817830" y="374480"/>
                  </a:lnTo>
                  <a:lnTo>
                    <a:pt x="818246" y="374422"/>
                  </a:lnTo>
                  <a:lnTo>
                    <a:pt x="818373" y="374279"/>
                  </a:lnTo>
                  <a:lnTo>
                    <a:pt x="818580" y="374048"/>
                  </a:lnTo>
                  <a:lnTo>
                    <a:pt x="819016" y="374081"/>
                  </a:lnTo>
                  <a:lnTo>
                    <a:pt x="819431" y="374268"/>
                  </a:lnTo>
                  <a:lnTo>
                    <a:pt x="820130" y="374234"/>
                  </a:lnTo>
                  <a:lnTo>
                    <a:pt x="820707" y="374066"/>
                  </a:lnTo>
                  <a:lnTo>
                    <a:pt x="820996" y="374108"/>
                  </a:lnTo>
                  <a:lnTo>
                    <a:pt x="821509" y="373918"/>
                  </a:lnTo>
                  <a:lnTo>
                    <a:pt x="821866" y="373893"/>
                  </a:lnTo>
                  <a:lnTo>
                    <a:pt x="822087" y="374016"/>
                  </a:lnTo>
                  <a:lnTo>
                    <a:pt x="822343" y="374513"/>
                  </a:lnTo>
                  <a:lnTo>
                    <a:pt x="822549" y="374567"/>
                  </a:lnTo>
                  <a:lnTo>
                    <a:pt x="822814" y="374432"/>
                  </a:lnTo>
                  <a:lnTo>
                    <a:pt x="822951" y="374385"/>
                  </a:lnTo>
                  <a:lnTo>
                    <a:pt x="823196" y="374433"/>
                  </a:lnTo>
                  <a:lnTo>
                    <a:pt x="823326" y="374351"/>
                  </a:lnTo>
                  <a:lnTo>
                    <a:pt x="823554" y="374402"/>
                  </a:lnTo>
                  <a:lnTo>
                    <a:pt x="823747" y="375036"/>
                  </a:lnTo>
                  <a:lnTo>
                    <a:pt x="824120" y="375418"/>
                  </a:lnTo>
                  <a:lnTo>
                    <a:pt x="824354" y="375298"/>
                  </a:lnTo>
                  <a:lnTo>
                    <a:pt x="824647" y="375380"/>
                  </a:lnTo>
                  <a:lnTo>
                    <a:pt x="825336" y="375203"/>
                  </a:lnTo>
                  <a:lnTo>
                    <a:pt x="825676" y="375477"/>
                  </a:lnTo>
                  <a:lnTo>
                    <a:pt x="825823" y="375533"/>
                  </a:lnTo>
                  <a:lnTo>
                    <a:pt x="826228" y="375786"/>
                  </a:lnTo>
                  <a:lnTo>
                    <a:pt x="826645" y="375810"/>
                  </a:lnTo>
                  <a:lnTo>
                    <a:pt x="826812" y="375949"/>
                  </a:lnTo>
                  <a:lnTo>
                    <a:pt x="827927" y="376007"/>
                  </a:lnTo>
                  <a:lnTo>
                    <a:pt x="828192" y="375878"/>
                  </a:lnTo>
                  <a:lnTo>
                    <a:pt x="828365" y="375948"/>
                  </a:lnTo>
                  <a:lnTo>
                    <a:pt x="828595" y="376141"/>
                  </a:lnTo>
                  <a:lnTo>
                    <a:pt x="828751" y="376147"/>
                  </a:lnTo>
                  <a:lnTo>
                    <a:pt x="829146" y="376191"/>
                  </a:lnTo>
                  <a:lnTo>
                    <a:pt x="829323" y="376236"/>
                  </a:lnTo>
                  <a:lnTo>
                    <a:pt x="829544" y="376303"/>
                  </a:lnTo>
                  <a:lnTo>
                    <a:pt x="829689" y="376395"/>
                  </a:lnTo>
                  <a:lnTo>
                    <a:pt x="829782" y="376628"/>
                  </a:lnTo>
                  <a:lnTo>
                    <a:pt x="830191" y="376745"/>
                  </a:lnTo>
                  <a:lnTo>
                    <a:pt x="830295" y="376914"/>
                  </a:lnTo>
                  <a:lnTo>
                    <a:pt x="830509" y="376963"/>
                  </a:lnTo>
                  <a:lnTo>
                    <a:pt x="830859" y="376766"/>
                  </a:lnTo>
                  <a:lnTo>
                    <a:pt x="831160" y="376872"/>
                  </a:lnTo>
                  <a:lnTo>
                    <a:pt x="831401" y="377107"/>
                  </a:lnTo>
                  <a:lnTo>
                    <a:pt x="831876" y="377180"/>
                  </a:lnTo>
                  <a:lnTo>
                    <a:pt x="832016" y="377428"/>
                  </a:lnTo>
                  <a:lnTo>
                    <a:pt x="832607" y="377775"/>
                  </a:lnTo>
                  <a:lnTo>
                    <a:pt x="832842" y="377777"/>
                  </a:lnTo>
                  <a:lnTo>
                    <a:pt x="833279" y="377873"/>
                  </a:lnTo>
                  <a:lnTo>
                    <a:pt x="833238" y="378143"/>
                  </a:lnTo>
                  <a:lnTo>
                    <a:pt x="833487" y="378368"/>
                  </a:lnTo>
                  <a:lnTo>
                    <a:pt x="833726" y="378842"/>
                  </a:lnTo>
                  <a:lnTo>
                    <a:pt x="833864" y="378910"/>
                  </a:lnTo>
                  <a:lnTo>
                    <a:pt x="834042" y="378879"/>
                  </a:lnTo>
                  <a:lnTo>
                    <a:pt x="834186" y="378854"/>
                  </a:lnTo>
                  <a:lnTo>
                    <a:pt x="834386" y="378873"/>
                  </a:lnTo>
                  <a:lnTo>
                    <a:pt x="834643" y="379199"/>
                  </a:lnTo>
                  <a:lnTo>
                    <a:pt x="834729" y="379375"/>
                  </a:lnTo>
                  <a:lnTo>
                    <a:pt x="835215" y="379440"/>
                  </a:lnTo>
                  <a:lnTo>
                    <a:pt x="835372" y="379395"/>
                  </a:lnTo>
                  <a:lnTo>
                    <a:pt x="835494" y="379583"/>
                  </a:lnTo>
                  <a:lnTo>
                    <a:pt x="835323" y="379709"/>
                  </a:lnTo>
                  <a:lnTo>
                    <a:pt x="835523" y="380156"/>
                  </a:lnTo>
                  <a:lnTo>
                    <a:pt x="835883" y="380318"/>
                  </a:lnTo>
                  <a:lnTo>
                    <a:pt x="836182" y="380275"/>
                  </a:lnTo>
                  <a:lnTo>
                    <a:pt x="836398" y="380140"/>
                  </a:lnTo>
                  <a:lnTo>
                    <a:pt x="836553" y="380476"/>
                  </a:lnTo>
                  <a:lnTo>
                    <a:pt x="836814" y="380675"/>
                  </a:lnTo>
                  <a:lnTo>
                    <a:pt x="836960" y="380638"/>
                  </a:lnTo>
                  <a:lnTo>
                    <a:pt x="837311" y="380344"/>
                  </a:lnTo>
                  <a:lnTo>
                    <a:pt x="837646" y="380255"/>
                  </a:lnTo>
                  <a:lnTo>
                    <a:pt x="837638" y="380407"/>
                  </a:lnTo>
                  <a:lnTo>
                    <a:pt x="837691" y="380766"/>
                  </a:lnTo>
                  <a:lnTo>
                    <a:pt x="837855" y="380775"/>
                  </a:lnTo>
                  <a:lnTo>
                    <a:pt x="838122" y="381002"/>
                  </a:lnTo>
                  <a:lnTo>
                    <a:pt x="838114" y="381252"/>
                  </a:lnTo>
                  <a:lnTo>
                    <a:pt x="838387" y="381416"/>
                  </a:lnTo>
                  <a:lnTo>
                    <a:pt x="838618" y="381501"/>
                  </a:lnTo>
                  <a:lnTo>
                    <a:pt x="838754" y="381506"/>
                  </a:lnTo>
                  <a:lnTo>
                    <a:pt x="839144" y="381435"/>
                  </a:lnTo>
                  <a:lnTo>
                    <a:pt x="839587" y="381617"/>
                  </a:lnTo>
                  <a:lnTo>
                    <a:pt x="839792" y="381763"/>
                  </a:lnTo>
                  <a:lnTo>
                    <a:pt x="840000" y="381959"/>
                  </a:lnTo>
                  <a:lnTo>
                    <a:pt x="840281" y="382267"/>
                  </a:lnTo>
                  <a:lnTo>
                    <a:pt x="840624" y="382211"/>
                  </a:lnTo>
                  <a:lnTo>
                    <a:pt x="840689" y="382358"/>
                  </a:lnTo>
                  <a:lnTo>
                    <a:pt x="840735" y="382601"/>
                  </a:lnTo>
                  <a:lnTo>
                    <a:pt x="840901" y="382816"/>
                  </a:lnTo>
                  <a:lnTo>
                    <a:pt x="841135" y="382904"/>
                  </a:lnTo>
                  <a:lnTo>
                    <a:pt x="841420" y="383250"/>
                  </a:lnTo>
                  <a:lnTo>
                    <a:pt x="841301" y="383641"/>
                  </a:lnTo>
                  <a:lnTo>
                    <a:pt x="841100" y="383957"/>
                  </a:lnTo>
                  <a:lnTo>
                    <a:pt x="841088" y="384147"/>
                  </a:lnTo>
                  <a:lnTo>
                    <a:pt x="841533" y="385825"/>
                  </a:lnTo>
                  <a:lnTo>
                    <a:pt x="841776" y="386364"/>
                  </a:lnTo>
                  <a:lnTo>
                    <a:pt x="841996" y="386672"/>
                  </a:lnTo>
                  <a:lnTo>
                    <a:pt x="842009" y="386919"/>
                  </a:lnTo>
                  <a:lnTo>
                    <a:pt x="841846" y="387025"/>
                  </a:lnTo>
                  <a:lnTo>
                    <a:pt x="841561" y="387203"/>
                  </a:lnTo>
                  <a:lnTo>
                    <a:pt x="841645" y="387439"/>
                  </a:lnTo>
                  <a:lnTo>
                    <a:pt x="841716" y="387601"/>
                  </a:lnTo>
                  <a:lnTo>
                    <a:pt x="841661" y="387913"/>
                  </a:lnTo>
                  <a:lnTo>
                    <a:pt x="841549" y="388284"/>
                  </a:lnTo>
                  <a:lnTo>
                    <a:pt x="841687" y="388355"/>
                  </a:lnTo>
                  <a:lnTo>
                    <a:pt x="841915" y="388530"/>
                  </a:lnTo>
                  <a:lnTo>
                    <a:pt x="842108" y="388585"/>
                  </a:lnTo>
                  <a:lnTo>
                    <a:pt x="842349" y="388591"/>
                  </a:lnTo>
                  <a:lnTo>
                    <a:pt x="842480" y="388643"/>
                  </a:lnTo>
                  <a:lnTo>
                    <a:pt x="842686" y="388869"/>
                  </a:lnTo>
                  <a:lnTo>
                    <a:pt x="842833" y="389138"/>
                  </a:lnTo>
                  <a:lnTo>
                    <a:pt x="843295" y="389524"/>
                  </a:lnTo>
                  <a:lnTo>
                    <a:pt x="843653" y="390169"/>
                  </a:lnTo>
                  <a:lnTo>
                    <a:pt x="843707" y="390306"/>
                  </a:lnTo>
                  <a:lnTo>
                    <a:pt x="843740" y="390558"/>
                  </a:lnTo>
                  <a:lnTo>
                    <a:pt x="844027" y="390869"/>
                  </a:lnTo>
                  <a:lnTo>
                    <a:pt x="844134" y="391295"/>
                  </a:lnTo>
                  <a:lnTo>
                    <a:pt x="844286" y="391570"/>
                  </a:lnTo>
                  <a:lnTo>
                    <a:pt x="844521" y="391996"/>
                  </a:lnTo>
                  <a:lnTo>
                    <a:pt x="844718" y="392201"/>
                  </a:lnTo>
                  <a:lnTo>
                    <a:pt x="844801" y="392351"/>
                  </a:lnTo>
                  <a:lnTo>
                    <a:pt x="844802" y="392512"/>
                  </a:lnTo>
                  <a:lnTo>
                    <a:pt x="844778" y="392651"/>
                  </a:lnTo>
                  <a:lnTo>
                    <a:pt x="844834" y="392785"/>
                  </a:lnTo>
                  <a:lnTo>
                    <a:pt x="844981" y="393022"/>
                  </a:lnTo>
                  <a:lnTo>
                    <a:pt x="845133" y="393739"/>
                  </a:lnTo>
                  <a:lnTo>
                    <a:pt x="845264" y="393692"/>
                  </a:lnTo>
                  <a:lnTo>
                    <a:pt x="845566" y="393633"/>
                  </a:lnTo>
                  <a:lnTo>
                    <a:pt x="845481" y="393894"/>
                  </a:lnTo>
                  <a:lnTo>
                    <a:pt x="845472" y="394029"/>
                  </a:lnTo>
                  <a:lnTo>
                    <a:pt x="845552" y="394271"/>
                  </a:lnTo>
                  <a:lnTo>
                    <a:pt x="845750" y="394283"/>
                  </a:lnTo>
                  <a:lnTo>
                    <a:pt x="846201" y="394358"/>
                  </a:lnTo>
                  <a:lnTo>
                    <a:pt x="846928" y="395119"/>
                  </a:lnTo>
                  <a:lnTo>
                    <a:pt x="846942" y="395410"/>
                  </a:lnTo>
                  <a:lnTo>
                    <a:pt x="847346" y="395369"/>
                  </a:lnTo>
                  <a:lnTo>
                    <a:pt x="847552" y="395522"/>
                  </a:lnTo>
                  <a:lnTo>
                    <a:pt x="847591" y="395694"/>
                  </a:lnTo>
                  <a:lnTo>
                    <a:pt x="847702" y="395852"/>
                  </a:lnTo>
                  <a:lnTo>
                    <a:pt x="848091" y="396129"/>
                  </a:lnTo>
                  <a:lnTo>
                    <a:pt x="848403" y="396466"/>
                  </a:lnTo>
                  <a:lnTo>
                    <a:pt x="849027" y="397072"/>
                  </a:lnTo>
                  <a:lnTo>
                    <a:pt x="849238" y="397241"/>
                  </a:lnTo>
                  <a:lnTo>
                    <a:pt x="849393" y="397367"/>
                  </a:lnTo>
                  <a:lnTo>
                    <a:pt x="849504" y="397620"/>
                  </a:lnTo>
                  <a:lnTo>
                    <a:pt x="849389" y="397765"/>
                  </a:lnTo>
                  <a:lnTo>
                    <a:pt x="849321" y="397952"/>
                  </a:lnTo>
                  <a:lnTo>
                    <a:pt x="849361" y="398332"/>
                  </a:lnTo>
                  <a:lnTo>
                    <a:pt x="849631" y="398502"/>
                  </a:lnTo>
                  <a:lnTo>
                    <a:pt x="850083" y="398869"/>
                  </a:lnTo>
                  <a:lnTo>
                    <a:pt x="850703" y="399227"/>
                  </a:lnTo>
                  <a:lnTo>
                    <a:pt x="850815" y="399476"/>
                  </a:lnTo>
                  <a:lnTo>
                    <a:pt x="850670" y="399694"/>
                  </a:lnTo>
                  <a:lnTo>
                    <a:pt x="850536" y="399965"/>
                  </a:lnTo>
                  <a:lnTo>
                    <a:pt x="850447" y="400560"/>
                  </a:lnTo>
                  <a:lnTo>
                    <a:pt x="850587" y="400867"/>
                  </a:lnTo>
                  <a:lnTo>
                    <a:pt x="850540" y="401722"/>
                  </a:lnTo>
                  <a:lnTo>
                    <a:pt x="850294" y="401951"/>
                  </a:lnTo>
                  <a:lnTo>
                    <a:pt x="850175" y="402406"/>
                  </a:lnTo>
                  <a:lnTo>
                    <a:pt x="850368" y="402618"/>
                  </a:lnTo>
                  <a:lnTo>
                    <a:pt x="850771" y="402838"/>
                  </a:lnTo>
                  <a:lnTo>
                    <a:pt x="850583" y="403427"/>
                  </a:lnTo>
                  <a:lnTo>
                    <a:pt x="850161" y="403673"/>
                  </a:lnTo>
                  <a:lnTo>
                    <a:pt x="849631" y="403865"/>
                  </a:lnTo>
                  <a:lnTo>
                    <a:pt x="849427" y="403939"/>
                  </a:lnTo>
                  <a:lnTo>
                    <a:pt x="849213" y="404669"/>
                  </a:lnTo>
                  <a:lnTo>
                    <a:pt x="849568" y="405009"/>
                  </a:lnTo>
                  <a:lnTo>
                    <a:pt x="849722" y="405230"/>
                  </a:lnTo>
                  <a:lnTo>
                    <a:pt x="849782" y="405668"/>
                  </a:lnTo>
                  <a:lnTo>
                    <a:pt x="849776" y="405911"/>
                  </a:lnTo>
                  <a:lnTo>
                    <a:pt x="849850" y="406132"/>
                  </a:lnTo>
                  <a:lnTo>
                    <a:pt x="849985" y="406391"/>
                  </a:lnTo>
                  <a:lnTo>
                    <a:pt x="850346" y="406594"/>
                  </a:lnTo>
                  <a:lnTo>
                    <a:pt x="850240" y="406805"/>
                  </a:lnTo>
                  <a:lnTo>
                    <a:pt x="850057" y="406918"/>
                  </a:lnTo>
                  <a:lnTo>
                    <a:pt x="849883" y="407272"/>
                  </a:lnTo>
                  <a:lnTo>
                    <a:pt x="849874" y="407737"/>
                  </a:lnTo>
                  <a:lnTo>
                    <a:pt x="850033" y="407926"/>
                  </a:lnTo>
                  <a:lnTo>
                    <a:pt x="850173" y="407863"/>
                  </a:lnTo>
                  <a:lnTo>
                    <a:pt x="850428" y="407868"/>
                  </a:lnTo>
                  <a:lnTo>
                    <a:pt x="851118" y="408019"/>
                  </a:lnTo>
                  <a:lnTo>
                    <a:pt x="850948" y="408352"/>
                  </a:lnTo>
                  <a:lnTo>
                    <a:pt x="850901" y="408487"/>
                  </a:lnTo>
                  <a:lnTo>
                    <a:pt x="850965" y="408647"/>
                  </a:lnTo>
                  <a:lnTo>
                    <a:pt x="851318" y="409110"/>
                  </a:lnTo>
                  <a:lnTo>
                    <a:pt x="851688" y="409215"/>
                  </a:lnTo>
                  <a:lnTo>
                    <a:pt x="851941" y="409402"/>
                  </a:lnTo>
                  <a:lnTo>
                    <a:pt x="851762" y="409634"/>
                  </a:lnTo>
                  <a:lnTo>
                    <a:pt x="851670" y="409924"/>
                  </a:lnTo>
                  <a:lnTo>
                    <a:pt x="851885" y="410246"/>
                  </a:lnTo>
                  <a:lnTo>
                    <a:pt x="852188" y="410249"/>
                  </a:lnTo>
                  <a:lnTo>
                    <a:pt x="852553" y="410185"/>
                  </a:lnTo>
                  <a:lnTo>
                    <a:pt x="853269" y="410707"/>
                  </a:lnTo>
                  <a:lnTo>
                    <a:pt x="853661" y="411340"/>
                  </a:lnTo>
                  <a:lnTo>
                    <a:pt x="854103" y="412253"/>
                  </a:lnTo>
                  <a:lnTo>
                    <a:pt x="854381" y="413173"/>
                  </a:lnTo>
                  <a:lnTo>
                    <a:pt x="854509" y="413409"/>
                  </a:lnTo>
                  <a:lnTo>
                    <a:pt x="855122" y="413496"/>
                  </a:lnTo>
                  <a:lnTo>
                    <a:pt x="855520" y="413347"/>
                  </a:lnTo>
                  <a:lnTo>
                    <a:pt x="855500" y="413799"/>
                  </a:lnTo>
                  <a:lnTo>
                    <a:pt x="855437" y="413942"/>
                  </a:lnTo>
                  <a:lnTo>
                    <a:pt x="855468" y="414235"/>
                  </a:lnTo>
                  <a:lnTo>
                    <a:pt x="855564" y="414363"/>
                  </a:lnTo>
                  <a:lnTo>
                    <a:pt x="855699" y="414440"/>
                  </a:lnTo>
                  <a:lnTo>
                    <a:pt x="855922" y="414858"/>
                  </a:lnTo>
                  <a:lnTo>
                    <a:pt x="855622" y="415087"/>
                  </a:lnTo>
                  <a:lnTo>
                    <a:pt x="856009" y="415300"/>
                  </a:lnTo>
                  <a:lnTo>
                    <a:pt x="855926" y="415695"/>
                  </a:lnTo>
                  <a:lnTo>
                    <a:pt x="855835" y="416127"/>
                  </a:lnTo>
                  <a:lnTo>
                    <a:pt x="855881" y="416339"/>
                  </a:lnTo>
                  <a:lnTo>
                    <a:pt x="856352" y="416825"/>
                  </a:lnTo>
                  <a:lnTo>
                    <a:pt x="856800" y="417131"/>
                  </a:lnTo>
                  <a:lnTo>
                    <a:pt x="857010" y="417254"/>
                  </a:lnTo>
                  <a:lnTo>
                    <a:pt x="857170" y="417316"/>
                  </a:lnTo>
                  <a:lnTo>
                    <a:pt x="857296" y="417565"/>
                  </a:lnTo>
                  <a:lnTo>
                    <a:pt x="857278" y="417787"/>
                  </a:lnTo>
                  <a:lnTo>
                    <a:pt x="857534" y="417987"/>
                  </a:lnTo>
                  <a:lnTo>
                    <a:pt x="857737" y="418313"/>
                  </a:lnTo>
                  <a:lnTo>
                    <a:pt x="857816" y="418451"/>
                  </a:lnTo>
                  <a:lnTo>
                    <a:pt x="858061" y="418661"/>
                  </a:lnTo>
                  <a:lnTo>
                    <a:pt x="858502" y="419266"/>
                  </a:lnTo>
                  <a:lnTo>
                    <a:pt x="858775" y="419518"/>
                  </a:lnTo>
                  <a:lnTo>
                    <a:pt x="858909" y="419487"/>
                  </a:lnTo>
                  <a:lnTo>
                    <a:pt x="859058" y="419424"/>
                  </a:lnTo>
                  <a:lnTo>
                    <a:pt x="859254" y="419465"/>
                  </a:lnTo>
                  <a:lnTo>
                    <a:pt x="859492" y="419631"/>
                  </a:lnTo>
                  <a:lnTo>
                    <a:pt x="859669" y="419903"/>
                  </a:lnTo>
                  <a:lnTo>
                    <a:pt x="859949" y="420204"/>
                  </a:lnTo>
                  <a:lnTo>
                    <a:pt x="860210" y="420572"/>
                  </a:lnTo>
                  <a:lnTo>
                    <a:pt x="860448" y="420626"/>
                  </a:lnTo>
                  <a:lnTo>
                    <a:pt x="861395" y="421397"/>
                  </a:lnTo>
                  <a:lnTo>
                    <a:pt x="861939" y="422068"/>
                  </a:lnTo>
                  <a:lnTo>
                    <a:pt x="861895" y="422199"/>
                  </a:lnTo>
                  <a:lnTo>
                    <a:pt x="862026" y="422516"/>
                  </a:lnTo>
                  <a:lnTo>
                    <a:pt x="862167" y="422601"/>
                  </a:lnTo>
                  <a:lnTo>
                    <a:pt x="862567" y="423129"/>
                  </a:lnTo>
                  <a:lnTo>
                    <a:pt x="863981" y="424299"/>
                  </a:lnTo>
                  <a:lnTo>
                    <a:pt x="864707" y="424589"/>
                  </a:lnTo>
                  <a:lnTo>
                    <a:pt x="865831" y="425152"/>
                  </a:lnTo>
                  <a:lnTo>
                    <a:pt x="866067" y="425396"/>
                  </a:lnTo>
                  <a:lnTo>
                    <a:pt x="866134" y="425691"/>
                  </a:lnTo>
                  <a:lnTo>
                    <a:pt x="866255" y="425935"/>
                  </a:lnTo>
                  <a:lnTo>
                    <a:pt x="866873" y="426494"/>
                  </a:lnTo>
                  <a:lnTo>
                    <a:pt x="867476" y="426791"/>
                  </a:lnTo>
                  <a:lnTo>
                    <a:pt x="867762" y="426853"/>
                  </a:lnTo>
                  <a:lnTo>
                    <a:pt x="868011" y="427008"/>
                  </a:lnTo>
                  <a:lnTo>
                    <a:pt x="868269" y="427311"/>
                  </a:lnTo>
                  <a:lnTo>
                    <a:pt x="868191" y="427849"/>
                  </a:lnTo>
                  <a:lnTo>
                    <a:pt x="868195" y="428009"/>
                  </a:lnTo>
                  <a:lnTo>
                    <a:pt x="868521" y="428329"/>
                  </a:lnTo>
                  <a:lnTo>
                    <a:pt x="868664" y="428334"/>
                  </a:lnTo>
                  <a:lnTo>
                    <a:pt x="868902" y="428480"/>
                  </a:lnTo>
                  <a:lnTo>
                    <a:pt x="869070" y="428654"/>
                  </a:lnTo>
                  <a:lnTo>
                    <a:pt x="869268" y="428910"/>
                  </a:lnTo>
                  <a:lnTo>
                    <a:pt x="869518" y="429258"/>
                  </a:lnTo>
                  <a:lnTo>
                    <a:pt x="869705" y="429595"/>
                  </a:lnTo>
                  <a:lnTo>
                    <a:pt x="870063" y="429925"/>
                  </a:lnTo>
                  <a:lnTo>
                    <a:pt x="869852" y="430272"/>
                  </a:lnTo>
                  <a:lnTo>
                    <a:pt x="869362" y="430737"/>
                  </a:lnTo>
                  <a:lnTo>
                    <a:pt x="869039" y="431086"/>
                  </a:lnTo>
                  <a:lnTo>
                    <a:pt x="868893" y="431494"/>
                  </a:lnTo>
                  <a:lnTo>
                    <a:pt x="868484" y="431669"/>
                  </a:lnTo>
                  <a:lnTo>
                    <a:pt x="868208" y="431741"/>
                  </a:lnTo>
                  <a:lnTo>
                    <a:pt x="867934" y="432006"/>
                  </a:lnTo>
                  <a:lnTo>
                    <a:pt x="867745" y="432386"/>
                  </a:lnTo>
                  <a:lnTo>
                    <a:pt x="867179" y="432702"/>
                  </a:lnTo>
                  <a:lnTo>
                    <a:pt x="866953" y="432978"/>
                  </a:lnTo>
                  <a:lnTo>
                    <a:pt x="866798" y="433220"/>
                  </a:lnTo>
                  <a:lnTo>
                    <a:pt x="866754" y="433363"/>
                  </a:lnTo>
                  <a:lnTo>
                    <a:pt x="866724" y="434187"/>
                  </a:lnTo>
                  <a:lnTo>
                    <a:pt x="866667" y="434398"/>
                  </a:lnTo>
                  <a:lnTo>
                    <a:pt x="866584" y="434589"/>
                  </a:lnTo>
                  <a:lnTo>
                    <a:pt x="866386" y="434824"/>
                  </a:lnTo>
                  <a:lnTo>
                    <a:pt x="865987" y="435233"/>
                  </a:lnTo>
                  <a:lnTo>
                    <a:pt x="865588" y="435629"/>
                  </a:lnTo>
                  <a:lnTo>
                    <a:pt x="865337" y="436058"/>
                  </a:lnTo>
                  <a:lnTo>
                    <a:pt x="865167" y="436017"/>
                  </a:lnTo>
                  <a:lnTo>
                    <a:pt x="864657" y="435601"/>
                  </a:lnTo>
                  <a:lnTo>
                    <a:pt x="864139" y="435367"/>
                  </a:lnTo>
                  <a:lnTo>
                    <a:pt x="863975" y="435249"/>
                  </a:lnTo>
                  <a:lnTo>
                    <a:pt x="863850" y="435118"/>
                  </a:lnTo>
                  <a:lnTo>
                    <a:pt x="863684" y="434771"/>
                  </a:lnTo>
                  <a:lnTo>
                    <a:pt x="863602" y="434557"/>
                  </a:lnTo>
                  <a:lnTo>
                    <a:pt x="863549" y="434276"/>
                  </a:lnTo>
                  <a:lnTo>
                    <a:pt x="863506" y="434060"/>
                  </a:lnTo>
                  <a:lnTo>
                    <a:pt x="863210" y="433767"/>
                  </a:lnTo>
                  <a:lnTo>
                    <a:pt x="862667" y="433314"/>
                  </a:lnTo>
                  <a:lnTo>
                    <a:pt x="862432" y="432879"/>
                  </a:lnTo>
                  <a:lnTo>
                    <a:pt x="862223" y="432497"/>
                  </a:lnTo>
                  <a:lnTo>
                    <a:pt x="861684" y="431967"/>
                  </a:lnTo>
                  <a:lnTo>
                    <a:pt x="861198" y="431913"/>
                  </a:lnTo>
                  <a:lnTo>
                    <a:pt x="860559" y="431733"/>
                  </a:lnTo>
                  <a:lnTo>
                    <a:pt x="859981" y="431682"/>
                  </a:lnTo>
                  <a:lnTo>
                    <a:pt x="859713" y="431679"/>
                  </a:lnTo>
                  <a:lnTo>
                    <a:pt x="859360" y="431870"/>
                  </a:lnTo>
                  <a:lnTo>
                    <a:pt x="859153" y="432055"/>
                  </a:lnTo>
                  <a:lnTo>
                    <a:pt x="858970" y="432336"/>
                  </a:lnTo>
                  <a:lnTo>
                    <a:pt x="858944" y="432529"/>
                  </a:lnTo>
                  <a:lnTo>
                    <a:pt x="858929" y="432683"/>
                  </a:lnTo>
                  <a:lnTo>
                    <a:pt x="858598" y="433221"/>
                  </a:lnTo>
                  <a:lnTo>
                    <a:pt x="858446" y="434024"/>
                  </a:lnTo>
                  <a:lnTo>
                    <a:pt x="858211" y="434859"/>
                  </a:lnTo>
                  <a:lnTo>
                    <a:pt x="858072" y="435179"/>
                  </a:lnTo>
                  <a:lnTo>
                    <a:pt x="857953" y="435674"/>
                  </a:lnTo>
                  <a:lnTo>
                    <a:pt x="857976" y="436628"/>
                  </a:lnTo>
                  <a:lnTo>
                    <a:pt x="858212" y="437069"/>
                  </a:lnTo>
                  <a:lnTo>
                    <a:pt x="858688" y="437140"/>
                  </a:lnTo>
                  <a:lnTo>
                    <a:pt x="858794" y="437350"/>
                  </a:lnTo>
                  <a:lnTo>
                    <a:pt x="858768" y="437798"/>
                  </a:lnTo>
                  <a:lnTo>
                    <a:pt x="858712" y="438211"/>
                  </a:lnTo>
                  <a:lnTo>
                    <a:pt x="858604" y="438425"/>
                  </a:lnTo>
                  <a:lnTo>
                    <a:pt x="858459" y="438600"/>
                  </a:lnTo>
                  <a:lnTo>
                    <a:pt x="858204" y="438723"/>
                  </a:lnTo>
                  <a:lnTo>
                    <a:pt x="857859" y="438827"/>
                  </a:lnTo>
                  <a:lnTo>
                    <a:pt x="857921" y="439026"/>
                  </a:lnTo>
                  <a:lnTo>
                    <a:pt x="858011" y="439172"/>
                  </a:lnTo>
                  <a:lnTo>
                    <a:pt x="858360" y="439356"/>
                  </a:lnTo>
                  <a:lnTo>
                    <a:pt x="858615" y="439426"/>
                  </a:lnTo>
                  <a:lnTo>
                    <a:pt x="858966" y="439396"/>
                  </a:lnTo>
                  <a:lnTo>
                    <a:pt x="859384" y="439402"/>
                  </a:lnTo>
                  <a:lnTo>
                    <a:pt x="859523" y="439453"/>
                  </a:lnTo>
                  <a:lnTo>
                    <a:pt x="859653" y="439639"/>
                  </a:lnTo>
                  <a:lnTo>
                    <a:pt x="859661" y="439862"/>
                  </a:lnTo>
                  <a:lnTo>
                    <a:pt x="859872" y="439949"/>
                  </a:lnTo>
                  <a:lnTo>
                    <a:pt x="860088" y="440037"/>
                  </a:lnTo>
                  <a:lnTo>
                    <a:pt x="860416" y="440239"/>
                  </a:lnTo>
                  <a:lnTo>
                    <a:pt x="860806" y="440537"/>
                  </a:lnTo>
                  <a:lnTo>
                    <a:pt x="861111" y="440883"/>
                  </a:lnTo>
                  <a:lnTo>
                    <a:pt x="861270" y="441181"/>
                  </a:lnTo>
                  <a:lnTo>
                    <a:pt x="861622" y="441673"/>
                  </a:lnTo>
                  <a:lnTo>
                    <a:pt x="861819" y="441725"/>
                  </a:lnTo>
                  <a:lnTo>
                    <a:pt x="862149" y="442012"/>
                  </a:lnTo>
                  <a:lnTo>
                    <a:pt x="862515" y="442388"/>
                  </a:lnTo>
                  <a:lnTo>
                    <a:pt x="862598" y="444092"/>
                  </a:lnTo>
                  <a:lnTo>
                    <a:pt x="862717" y="444282"/>
                  </a:lnTo>
                  <a:lnTo>
                    <a:pt x="863161" y="444716"/>
                  </a:lnTo>
                  <a:lnTo>
                    <a:pt x="863530" y="444879"/>
                  </a:lnTo>
                  <a:lnTo>
                    <a:pt x="863453" y="445380"/>
                  </a:lnTo>
                  <a:lnTo>
                    <a:pt x="863627" y="445709"/>
                  </a:lnTo>
                  <a:lnTo>
                    <a:pt x="864615" y="446504"/>
                  </a:lnTo>
                  <a:lnTo>
                    <a:pt x="864751" y="446454"/>
                  </a:lnTo>
                  <a:lnTo>
                    <a:pt x="865103" y="446527"/>
                  </a:lnTo>
                  <a:lnTo>
                    <a:pt x="865294" y="446661"/>
                  </a:lnTo>
                  <a:lnTo>
                    <a:pt x="865635" y="447193"/>
                  </a:lnTo>
                  <a:lnTo>
                    <a:pt x="866225" y="447561"/>
                  </a:lnTo>
                  <a:lnTo>
                    <a:pt x="866656" y="448443"/>
                  </a:lnTo>
                  <a:lnTo>
                    <a:pt x="866662" y="448649"/>
                  </a:lnTo>
                  <a:lnTo>
                    <a:pt x="866611" y="449084"/>
                  </a:lnTo>
                  <a:lnTo>
                    <a:pt x="866516" y="449324"/>
                  </a:lnTo>
                  <a:lnTo>
                    <a:pt x="866393" y="449515"/>
                  </a:lnTo>
                  <a:lnTo>
                    <a:pt x="866320" y="449723"/>
                  </a:lnTo>
                  <a:lnTo>
                    <a:pt x="866248" y="450217"/>
                  </a:lnTo>
                  <a:lnTo>
                    <a:pt x="866241" y="450427"/>
                  </a:lnTo>
                  <a:lnTo>
                    <a:pt x="866183" y="450714"/>
                  </a:lnTo>
                  <a:lnTo>
                    <a:pt x="865948" y="451135"/>
                  </a:lnTo>
                  <a:lnTo>
                    <a:pt x="865707" y="451417"/>
                  </a:lnTo>
                  <a:lnTo>
                    <a:pt x="865582" y="451606"/>
                  </a:lnTo>
                  <a:lnTo>
                    <a:pt x="865486" y="451872"/>
                  </a:lnTo>
                  <a:lnTo>
                    <a:pt x="865423" y="452796"/>
                  </a:lnTo>
                  <a:lnTo>
                    <a:pt x="865422" y="453092"/>
                  </a:lnTo>
                  <a:lnTo>
                    <a:pt x="865496" y="453263"/>
                  </a:lnTo>
                  <a:lnTo>
                    <a:pt x="865960" y="453714"/>
                  </a:lnTo>
                  <a:lnTo>
                    <a:pt x="866191" y="453938"/>
                  </a:lnTo>
                  <a:lnTo>
                    <a:pt x="866330" y="454028"/>
                  </a:lnTo>
                  <a:lnTo>
                    <a:pt x="866577" y="454138"/>
                  </a:lnTo>
                  <a:lnTo>
                    <a:pt x="866842" y="454233"/>
                  </a:lnTo>
                  <a:lnTo>
                    <a:pt x="867763" y="454970"/>
                  </a:lnTo>
                  <a:lnTo>
                    <a:pt x="868495" y="455425"/>
                  </a:lnTo>
                  <a:lnTo>
                    <a:pt x="868595" y="455676"/>
                  </a:lnTo>
                  <a:lnTo>
                    <a:pt x="868703" y="455943"/>
                  </a:lnTo>
                  <a:lnTo>
                    <a:pt x="868729" y="456180"/>
                  </a:lnTo>
                  <a:lnTo>
                    <a:pt x="868794" y="456350"/>
                  </a:lnTo>
                  <a:lnTo>
                    <a:pt x="869044" y="456436"/>
                  </a:lnTo>
                  <a:lnTo>
                    <a:pt x="869439" y="456447"/>
                  </a:lnTo>
                  <a:lnTo>
                    <a:pt x="869753" y="456872"/>
                  </a:lnTo>
                  <a:lnTo>
                    <a:pt x="869680" y="457257"/>
                  </a:lnTo>
                  <a:lnTo>
                    <a:pt x="869897" y="457796"/>
                  </a:lnTo>
                  <a:lnTo>
                    <a:pt x="870042" y="457783"/>
                  </a:lnTo>
                  <a:lnTo>
                    <a:pt x="870192" y="457875"/>
                  </a:lnTo>
                  <a:lnTo>
                    <a:pt x="870495" y="458183"/>
                  </a:lnTo>
                  <a:lnTo>
                    <a:pt x="870647" y="458442"/>
                  </a:lnTo>
                  <a:lnTo>
                    <a:pt x="870753" y="458576"/>
                  </a:lnTo>
                  <a:lnTo>
                    <a:pt x="870941" y="458685"/>
                  </a:lnTo>
                  <a:lnTo>
                    <a:pt x="871241" y="458721"/>
                  </a:lnTo>
                  <a:lnTo>
                    <a:pt x="871767" y="458878"/>
                  </a:lnTo>
                  <a:lnTo>
                    <a:pt x="872897" y="459287"/>
                  </a:lnTo>
                  <a:lnTo>
                    <a:pt x="873086" y="459507"/>
                  </a:lnTo>
                  <a:lnTo>
                    <a:pt x="873107" y="459895"/>
                  </a:lnTo>
                  <a:lnTo>
                    <a:pt x="873164" y="460490"/>
                  </a:lnTo>
                  <a:lnTo>
                    <a:pt x="873279" y="460752"/>
                  </a:lnTo>
                  <a:lnTo>
                    <a:pt x="873338" y="461035"/>
                  </a:lnTo>
                  <a:lnTo>
                    <a:pt x="873311" y="461265"/>
                  </a:lnTo>
                  <a:lnTo>
                    <a:pt x="873182" y="461484"/>
                  </a:lnTo>
                  <a:lnTo>
                    <a:pt x="873016" y="461577"/>
                  </a:lnTo>
                  <a:lnTo>
                    <a:pt x="872774" y="461646"/>
                  </a:lnTo>
                  <a:lnTo>
                    <a:pt x="872440" y="461661"/>
                  </a:lnTo>
                  <a:lnTo>
                    <a:pt x="872254" y="461743"/>
                  </a:lnTo>
                  <a:lnTo>
                    <a:pt x="872173" y="461875"/>
                  </a:lnTo>
                  <a:lnTo>
                    <a:pt x="872217" y="462039"/>
                  </a:lnTo>
                  <a:lnTo>
                    <a:pt x="872195" y="462184"/>
                  </a:lnTo>
                  <a:lnTo>
                    <a:pt x="872131" y="462321"/>
                  </a:lnTo>
                  <a:lnTo>
                    <a:pt x="871997" y="462441"/>
                  </a:lnTo>
                  <a:lnTo>
                    <a:pt x="871847" y="462494"/>
                  </a:lnTo>
                  <a:lnTo>
                    <a:pt x="871507" y="462523"/>
                  </a:lnTo>
                  <a:lnTo>
                    <a:pt x="870865" y="462803"/>
                  </a:lnTo>
                  <a:lnTo>
                    <a:pt x="870813" y="463028"/>
                  </a:lnTo>
                  <a:lnTo>
                    <a:pt x="870831" y="463232"/>
                  </a:lnTo>
                  <a:lnTo>
                    <a:pt x="870872" y="463459"/>
                  </a:lnTo>
                  <a:lnTo>
                    <a:pt x="871157" y="464325"/>
                  </a:lnTo>
                  <a:lnTo>
                    <a:pt x="871181" y="464626"/>
                  </a:lnTo>
                  <a:lnTo>
                    <a:pt x="871194" y="464784"/>
                  </a:lnTo>
                  <a:lnTo>
                    <a:pt x="871281" y="465063"/>
                  </a:lnTo>
                  <a:lnTo>
                    <a:pt x="871625" y="465567"/>
                  </a:lnTo>
                  <a:lnTo>
                    <a:pt x="871670" y="466396"/>
                  </a:lnTo>
                  <a:lnTo>
                    <a:pt x="871483" y="466689"/>
                  </a:lnTo>
                  <a:lnTo>
                    <a:pt x="871547" y="467037"/>
                  </a:lnTo>
                  <a:lnTo>
                    <a:pt x="871702" y="467187"/>
                  </a:lnTo>
                  <a:lnTo>
                    <a:pt x="871943" y="467418"/>
                  </a:lnTo>
                  <a:lnTo>
                    <a:pt x="872387" y="467667"/>
                  </a:lnTo>
                  <a:lnTo>
                    <a:pt x="872428" y="467899"/>
                  </a:lnTo>
                  <a:lnTo>
                    <a:pt x="872364" y="468147"/>
                  </a:lnTo>
                  <a:lnTo>
                    <a:pt x="872149" y="468503"/>
                  </a:lnTo>
                  <a:lnTo>
                    <a:pt x="871764" y="469028"/>
                  </a:lnTo>
                  <a:lnTo>
                    <a:pt x="871822" y="469352"/>
                  </a:lnTo>
                  <a:lnTo>
                    <a:pt x="871872" y="469632"/>
                  </a:lnTo>
                  <a:lnTo>
                    <a:pt x="872232" y="469961"/>
                  </a:lnTo>
                  <a:lnTo>
                    <a:pt x="872058" y="470592"/>
                  </a:lnTo>
                  <a:lnTo>
                    <a:pt x="871951" y="471037"/>
                  </a:lnTo>
                  <a:lnTo>
                    <a:pt x="872019" y="471430"/>
                  </a:lnTo>
                  <a:lnTo>
                    <a:pt x="872202" y="471825"/>
                  </a:lnTo>
                  <a:lnTo>
                    <a:pt x="872398" y="472038"/>
                  </a:lnTo>
                  <a:lnTo>
                    <a:pt x="872558" y="472325"/>
                  </a:lnTo>
                  <a:lnTo>
                    <a:pt x="872563" y="472506"/>
                  </a:lnTo>
                  <a:lnTo>
                    <a:pt x="872458" y="472843"/>
                  </a:lnTo>
                  <a:lnTo>
                    <a:pt x="872563" y="473299"/>
                  </a:lnTo>
                  <a:lnTo>
                    <a:pt x="872625" y="473431"/>
                  </a:lnTo>
                  <a:lnTo>
                    <a:pt x="873314" y="474531"/>
                  </a:lnTo>
                  <a:lnTo>
                    <a:pt x="873392" y="474701"/>
                  </a:lnTo>
                  <a:lnTo>
                    <a:pt x="873417" y="475296"/>
                  </a:lnTo>
                  <a:lnTo>
                    <a:pt x="873384" y="475687"/>
                  </a:lnTo>
                  <a:lnTo>
                    <a:pt x="873292" y="475820"/>
                  </a:lnTo>
                  <a:lnTo>
                    <a:pt x="873295" y="476033"/>
                  </a:lnTo>
                  <a:lnTo>
                    <a:pt x="873440" y="476809"/>
                  </a:lnTo>
                  <a:lnTo>
                    <a:pt x="873757" y="477227"/>
                  </a:lnTo>
                  <a:lnTo>
                    <a:pt x="873823" y="477605"/>
                  </a:lnTo>
                  <a:lnTo>
                    <a:pt x="873697" y="478211"/>
                  </a:lnTo>
                  <a:lnTo>
                    <a:pt x="873475" y="478346"/>
                  </a:lnTo>
                  <a:lnTo>
                    <a:pt x="873520" y="478625"/>
                  </a:lnTo>
                  <a:lnTo>
                    <a:pt x="873474" y="478888"/>
                  </a:lnTo>
                  <a:lnTo>
                    <a:pt x="873550" y="479203"/>
                  </a:lnTo>
                  <a:lnTo>
                    <a:pt x="873752" y="479482"/>
                  </a:lnTo>
                  <a:lnTo>
                    <a:pt x="873708" y="479665"/>
                  </a:lnTo>
                  <a:lnTo>
                    <a:pt x="873563" y="479890"/>
                  </a:lnTo>
                  <a:lnTo>
                    <a:pt x="873491" y="480150"/>
                  </a:lnTo>
                  <a:lnTo>
                    <a:pt x="873579" y="480458"/>
                  </a:lnTo>
                  <a:lnTo>
                    <a:pt x="873990" y="480835"/>
                  </a:lnTo>
                  <a:lnTo>
                    <a:pt x="874096" y="481046"/>
                  </a:lnTo>
                  <a:lnTo>
                    <a:pt x="874026" y="481636"/>
                  </a:lnTo>
                  <a:lnTo>
                    <a:pt x="874012" y="482252"/>
                  </a:lnTo>
                  <a:lnTo>
                    <a:pt x="874007" y="482420"/>
                  </a:lnTo>
                  <a:lnTo>
                    <a:pt x="874066" y="482622"/>
                  </a:lnTo>
                  <a:lnTo>
                    <a:pt x="874297" y="483013"/>
                  </a:lnTo>
                  <a:lnTo>
                    <a:pt x="874227" y="483270"/>
                  </a:lnTo>
                  <a:lnTo>
                    <a:pt x="873956" y="483680"/>
                  </a:lnTo>
                  <a:lnTo>
                    <a:pt x="873821" y="483820"/>
                  </a:lnTo>
                  <a:lnTo>
                    <a:pt x="873614" y="483994"/>
                  </a:lnTo>
                  <a:lnTo>
                    <a:pt x="873575" y="484132"/>
                  </a:lnTo>
                  <a:lnTo>
                    <a:pt x="873742" y="485263"/>
                  </a:lnTo>
                  <a:lnTo>
                    <a:pt x="873903" y="485573"/>
                  </a:lnTo>
                  <a:lnTo>
                    <a:pt x="874489" y="486048"/>
                  </a:lnTo>
                  <a:lnTo>
                    <a:pt x="874609" y="486243"/>
                  </a:lnTo>
                  <a:lnTo>
                    <a:pt x="874547" y="486652"/>
                  </a:lnTo>
                  <a:lnTo>
                    <a:pt x="874360" y="486878"/>
                  </a:lnTo>
                  <a:lnTo>
                    <a:pt x="874251" y="487119"/>
                  </a:lnTo>
                  <a:lnTo>
                    <a:pt x="874210" y="487303"/>
                  </a:lnTo>
                  <a:lnTo>
                    <a:pt x="874090" y="487644"/>
                  </a:lnTo>
                  <a:lnTo>
                    <a:pt x="874093" y="487819"/>
                  </a:lnTo>
                  <a:lnTo>
                    <a:pt x="874123" y="487960"/>
                  </a:lnTo>
                  <a:lnTo>
                    <a:pt x="874481" y="488313"/>
                  </a:lnTo>
                  <a:lnTo>
                    <a:pt x="874482" y="488479"/>
                  </a:lnTo>
                  <a:lnTo>
                    <a:pt x="874297" y="488972"/>
                  </a:lnTo>
                  <a:lnTo>
                    <a:pt x="874450" y="489245"/>
                  </a:lnTo>
                  <a:lnTo>
                    <a:pt x="874686" y="489313"/>
                  </a:lnTo>
                  <a:lnTo>
                    <a:pt x="875141" y="489413"/>
                  </a:lnTo>
                  <a:lnTo>
                    <a:pt x="875345" y="489650"/>
                  </a:lnTo>
                  <a:lnTo>
                    <a:pt x="875498" y="489994"/>
                  </a:lnTo>
                  <a:lnTo>
                    <a:pt x="875284" y="490484"/>
                  </a:lnTo>
                  <a:lnTo>
                    <a:pt x="875316" y="490743"/>
                  </a:lnTo>
                  <a:lnTo>
                    <a:pt x="875517" y="490960"/>
                  </a:lnTo>
                  <a:lnTo>
                    <a:pt x="875766" y="491319"/>
                  </a:lnTo>
                  <a:lnTo>
                    <a:pt x="876009" y="491515"/>
                  </a:lnTo>
                  <a:lnTo>
                    <a:pt x="876192" y="491927"/>
                  </a:lnTo>
                  <a:lnTo>
                    <a:pt x="876244" y="492102"/>
                  </a:lnTo>
                  <a:lnTo>
                    <a:pt x="876472" y="492353"/>
                  </a:lnTo>
                  <a:lnTo>
                    <a:pt x="876723" y="492569"/>
                  </a:lnTo>
                  <a:lnTo>
                    <a:pt x="876788" y="492742"/>
                  </a:lnTo>
                  <a:lnTo>
                    <a:pt x="876665" y="493400"/>
                  </a:lnTo>
                  <a:lnTo>
                    <a:pt x="876465" y="493898"/>
                  </a:lnTo>
                  <a:lnTo>
                    <a:pt x="876507" y="494330"/>
                  </a:lnTo>
                  <a:lnTo>
                    <a:pt x="876634" y="494664"/>
                  </a:lnTo>
                  <a:lnTo>
                    <a:pt x="876684" y="496559"/>
                  </a:lnTo>
                  <a:lnTo>
                    <a:pt x="876717" y="496688"/>
                  </a:lnTo>
                  <a:lnTo>
                    <a:pt x="877211" y="498610"/>
                  </a:lnTo>
                  <a:lnTo>
                    <a:pt x="877158" y="498827"/>
                  </a:lnTo>
                  <a:lnTo>
                    <a:pt x="877054" y="499257"/>
                  </a:lnTo>
                  <a:lnTo>
                    <a:pt x="877329" y="499763"/>
                  </a:lnTo>
                  <a:lnTo>
                    <a:pt x="877565" y="499838"/>
                  </a:lnTo>
                  <a:lnTo>
                    <a:pt x="877640" y="500342"/>
                  </a:lnTo>
                  <a:lnTo>
                    <a:pt x="877297" y="500435"/>
                  </a:lnTo>
                  <a:lnTo>
                    <a:pt x="877306" y="500948"/>
                  </a:lnTo>
                  <a:lnTo>
                    <a:pt x="877089" y="501286"/>
                  </a:lnTo>
                  <a:lnTo>
                    <a:pt x="877128" y="501464"/>
                  </a:lnTo>
                  <a:lnTo>
                    <a:pt x="877121" y="501762"/>
                  </a:lnTo>
                  <a:lnTo>
                    <a:pt x="876966" y="501968"/>
                  </a:lnTo>
                  <a:lnTo>
                    <a:pt x="876594" y="502438"/>
                  </a:lnTo>
                  <a:lnTo>
                    <a:pt x="876463" y="502816"/>
                  </a:lnTo>
                  <a:lnTo>
                    <a:pt x="876389" y="503258"/>
                  </a:lnTo>
                  <a:lnTo>
                    <a:pt x="876364" y="503410"/>
                  </a:lnTo>
                  <a:lnTo>
                    <a:pt x="876339" y="503550"/>
                  </a:lnTo>
                  <a:lnTo>
                    <a:pt x="876164" y="503726"/>
                  </a:lnTo>
                  <a:lnTo>
                    <a:pt x="875888" y="503926"/>
                  </a:lnTo>
                  <a:lnTo>
                    <a:pt x="875879" y="504548"/>
                  </a:lnTo>
                  <a:lnTo>
                    <a:pt x="875819" y="504808"/>
                  </a:lnTo>
                  <a:lnTo>
                    <a:pt x="875667" y="505122"/>
                  </a:lnTo>
                  <a:lnTo>
                    <a:pt x="875444" y="505417"/>
                  </a:lnTo>
                  <a:lnTo>
                    <a:pt x="875440" y="505689"/>
                  </a:lnTo>
                  <a:lnTo>
                    <a:pt x="875633" y="506309"/>
                  </a:lnTo>
                  <a:lnTo>
                    <a:pt x="875682" y="506708"/>
                  </a:lnTo>
                  <a:lnTo>
                    <a:pt x="875636" y="506921"/>
                  </a:lnTo>
                  <a:lnTo>
                    <a:pt x="875374" y="507362"/>
                  </a:lnTo>
                  <a:lnTo>
                    <a:pt x="875222" y="508483"/>
                  </a:lnTo>
                  <a:lnTo>
                    <a:pt x="875237" y="508751"/>
                  </a:lnTo>
                  <a:lnTo>
                    <a:pt x="875145" y="509011"/>
                  </a:lnTo>
                  <a:lnTo>
                    <a:pt x="874894" y="509415"/>
                  </a:lnTo>
                  <a:lnTo>
                    <a:pt x="874909" y="509925"/>
                  </a:lnTo>
                  <a:lnTo>
                    <a:pt x="874749" y="511262"/>
                  </a:lnTo>
                  <a:lnTo>
                    <a:pt x="874782" y="511646"/>
                  </a:lnTo>
                  <a:lnTo>
                    <a:pt x="874668" y="512027"/>
                  </a:lnTo>
                  <a:lnTo>
                    <a:pt x="874621" y="512188"/>
                  </a:lnTo>
                  <a:lnTo>
                    <a:pt x="874577" y="512336"/>
                  </a:lnTo>
                  <a:lnTo>
                    <a:pt x="874637" y="513218"/>
                  </a:lnTo>
                  <a:lnTo>
                    <a:pt x="874866" y="513432"/>
                  </a:lnTo>
                  <a:lnTo>
                    <a:pt x="874740" y="513687"/>
                  </a:lnTo>
                  <a:lnTo>
                    <a:pt x="874810" y="513841"/>
                  </a:lnTo>
                  <a:lnTo>
                    <a:pt x="875000" y="513995"/>
                  </a:lnTo>
                  <a:lnTo>
                    <a:pt x="875139" y="514162"/>
                  </a:lnTo>
                  <a:lnTo>
                    <a:pt x="875344" y="514562"/>
                  </a:lnTo>
                  <a:lnTo>
                    <a:pt x="875407" y="515067"/>
                  </a:lnTo>
                  <a:lnTo>
                    <a:pt x="875395" y="515240"/>
                  </a:lnTo>
                  <a:lnTo>
                    <a:pt x="875519" y="515622"/>
                  </a:lnTo>
                  <a:lnTo>
                    <a:pt x="875908" y="515969"/>
                  </a:lnTo>
                  <a:lnTo>
                    <a:pt x="876044" y="516116"/>
                  </a:lnTo>
                  <a:lnTo>
                    <a:pt x="876223" y="516313"/>
                  </a:lnTo>
                  <a:lnTo>
                    <a:pt x="876450" y="516752"/>
                  </a:lnTo>
                  <a:lnTo>
                    <a:pt x="876685" y="517405"/>
                  </a:lnTo>
                  <a:lnTo>
                    <a:pt x="876901" y="517529"/>
                  </a:lnTo>
                  <a:lnTo>
                    <a:pt x="877089" y="517794"/>
                  </a:lnTo>
                  <a:lnTo>
                    <a:pt x="877079" y="518403"/>
                  </a:lnTo>
                  <a:lnTo>
                    <a:pt x="877076" y="518614"/>
                  </a:lnTo>
                  <a:lnTo>
                    <a:pt x="876851" y="519445"/>
                  </a:lnTo>
                  <a:lnTo>
                    <a:pt x="876844" y="519617"/>
                  </a:lnTo>
                  <a:lnTo>
                    <a:pt x="877092" y="520558"/>
                  </a:lnTo>
                  <a:lnTo>
                    <a:pt x="877113" y="521066"/>
                  </a:lnTo>
                  <a:lnTo>
                    <a:pt x="877133" y="521505"/>
                  </a:lnTo>
                  <a:lnTo>
                    <a:pt x="877409" y="521748"/>
                  </a:lnTo>
                  <a:lnTo>
                    <a:pt x="877531" y="521973"/>
                  </a:lnTo>
                  <a:lnTo>
                    <a:pt x="877504" y="522239"/>
                  </a:lnTo>
                  <a:lnTo>
                    <a:pt x="877345" y="522523"/>
                  </a:lnTo>
                  <a:lnTo>
                    <a:pt x="877415" y="523121"/>
                  </a:lnTo>
                  <a:lnTo>
                    <a:pt x="877573" y="523376"/>
                  </a:lnTo>
                  <a:lnTo>
                    <a:pt x="877408" y="523874"/>
                  </a:lnTo>
                  <a:lnTo>
                    <a:pt x="877626" y="524307"/>
                  </a:lnTo>
                  <a:lnTo>
                    <a:pt x="877719" y="524697"/>
                  </a:lnTo>
                  <a:lnTo>
                    <a:pt x="877333" y="524965"/>
                  </a:lnTo>
                  <a:lnTo>
                    <a:pt x="877487" y="525060"/>
                  </a:lnTo>
                  <a:lnTo>
                    <a:pt x="877620" y="526020"/>
                  </a:lnTo>
                  <a:lnTo>
                    <a:pt x="877706" y="526481"/>
                  </a:lnTo>
                  <a:lnTo>
                    <a:pt x="877600" y="526677"/>
                  </a:lnTo>
                  <a:lnTo>
                    <a:pt x="877579" y="526833"/>
                  </a:lnTo>
                  <a:lnTo>
                    <a:pt x="877791" y="528953"/>
                  </a:lnTo>
                  <a:lnTo>
                    <a:pt x="877872" y="529238"/>
                  </a:lnTo>
                  <a:lnTo>
                    <a:pt x="877969" y="529398"/>
                  </a:lnTo>
                  <a:lnTo>
                    <a:pt x="878102" y="529781"/>
                  </a:lnTo>
                  <a:lnTo>
                    <a:pt x="877776" y="530599"/>
                  </a:lnTo>
                  <a:lnTo>
                    <a:pt x="877925" y="530710"/>
                  </a:lnTo>
                  <a:lnTo>
                    <a:pt x="878141" y="530825"/>
                  </a:lnTo>
                  <a:lnTo>
                    <a:pt x="878390" y="530891"/>
                  </a:lnTo>
                  <a:lnTo>
                    <a:pt x="878554" y="530997"/>
                  </a:lnTo>
                  <a:lnTo>
                    <a:pt x="878953" y="531757"/>
                  </a:lnTo>
                  <a:lnTo>
                    <a:pt x="878868" y="531962"/>
                  </a:lnTo>
                  <a:lnTo>
                    <a:pt x="878905" y="532147"/>
                  </a:lnTo>
                  <a:lnTo>
                    <a:pt x="879537" y="532939"/>
                  </a:lnTo>
                  <a:lnTo>
                    <a:pt x="879773" y="533293"/>
                  </a:lnTo>
                  <a:lnTo>
                    <a:pt x="879820" y="533488"/>
                  </a:lnTo>
                  <a:lnTo>
                    <a:pt x="879734" y="534319"/>
                  </a:lnTo>
                  <a:lnTo>
                    <a:pt x="878751" y="534270"/>
                  </a:lnTo>
                  <a:lnTo>
                    <a:pt x="878103" y="534833"/>
                  </a:lnTo>
                  <a:lnTo>
                    <a:pt x="876872" y="534994"/>
                  </a:lnTo>
                  <a:lnTo>
                    <a:pt x="876641" y="534948"/>
                  </a:lnTo>
                  <a:lnTo>
                    <a:pt x="876442" y="534970"/>
                  </a:lnTo>
                  <a:lnTo>
                    <a:pt x="875990" y="535292"/>
                  </a:lnTo>
                  <a:lnTo>
                    <a:pt x="875941" y="535499"/>
                  </a:lnTo>
                  <a:lnTo>
                    <a:pt x="875364" y="535478"/>
                  </a:lnTo>
                  <a:lnTo>
                    <a:pt x="874591" y="535233"/>
                  </a:lnTo>
                  <a:lnTo>
                    <a:pt x="874135" y="535155"/>
                  </a:lnTo>
                  <a:lnTo>
                    <a:pt x="873815" y="535124"/>
                  </a:lnTo>
                  <a:lnTo>
                    <a:pt x="873736" y="536313"/>
                  </a:lnTo>
                  <a:lnTo>
                    <a:pt x="873522" y="536389"/>
                  </a:lnTo>
                  <a:lnTo>
                    <a:pt x="873238" y="536637"/>
                  </a:lnTo>
                  <a:lnTo>
                    <a:pt x="873216" y="536979"/>
                  </a:lnTo>
                  <a:lnTo>
                    <a:pt x="873259" y="537947"/>
                  </a:lnTo>
                  <a:lnTo>
                    <a:pt x="873489" y="538739"/>
                  </a:lnTo>
                  <a:lnTo>
                    <a:pt x="873976" y="539359"/>
                  </a:lnTo>
                  <a:lnTo>
                    <a:pt x="874547" y="539950"/>
                  </a:lnTo>
                  <a:lnTo>
                    <a:pt x="874687" y="540225"/>
                  </a:lnTo>
                  <a:lnTo>
                    <a:pt x="875141" y="541250"/>
                  </a:lnTo>
                  <a:lnTo>
                    <a:pt x="875416" y="542140"/>
                  </a:lnTo>
                  <a:lnTo>
                    <a:pt x="875505" y="542493"/>
                  </a:lnTo>
                  <a:lnTo>
                    <a:pt x="875531" y="543106"/>
                  </a:lnTo>
                  <a:lnTo>
                    <a:pt x="875239" y="543503"/>
                  </a:lnTo>
                  <a:lnTo>
                    <a:pt x="874896" y="543692"/>
                  </a:lnTo>
                  <a:lnTo>
                    <a:pt x="874653" y="543714"/>
                  </a:lnTo>
                  <a:lnTo>
                    <a:pt x="873294" y="544659"/>
                  </a:lnTo>
                  <a:lnTo>
                    <a:pt x="873064" y="545206"/>
                  </a:lnTo>
                  <a:lnTo>
                    <a:pt x="872525" y="545782"/>
                  </a:lnTo>
                  <a:lnTo>
                    <a:pt x="872318" y="545770"/>
                  </a:lnTo>
                  <a:lnTo>
                    <a:pt x="872083" y="545798"/>
                  </a:lnTo>
                  <a:lnTo>
                    <a:pt x="871835" y="545955"/>
                  </a:lnTo>
                  <a:lnTo>
                    <a:pt x="871653" y="546268"/>
                  </a:lnTo>
                  <a:lnTo>
                    <a:pt x="871514" y="547558"/>
                  </a:lnTo>
                  <a:lnTo>
                    <a:pt x="871531" y="548212"/>
                  </a:lnTo>
                  <a:lnTo>
                    <a:pt x="871463" y="548928"/>
                  </a:lnTo>
                  <a:lnTo>
                    <a:pt x="871397" y="549097"/>
                  </a:lnTo>
                  <a:lnTo>
                    <a:pt x="871184" y="549511"/>
                  </a:lnTo>
                  <a:lnTo>
                    <a:pt x="871354" y="550497"/>
                  </a:lnTo>
                  <a:lnTo>
                    <a:pt x="872793" y="551254"/>
                  </a:lnTo>
                  <a:lnTo>
                    <a:pt x="873115" y="551289"/>
                  </a:lnTo>
                  <a:lnTo>
                    <a:pt x="873426" y="551142"/>
                  </a:lnTo>
                  <a:lnTo>
                    <a:pt x="873560" y="551245"/>
                  </a:lnTo>
                  <a:lnTo>
                    <a:pt x="873735" y="551467"/>
                  </a:lnTo>
                  <a:lnTo>
                    <a:pt x="873800" y="551786"/>
                  </a:lnTo>
                  <a:lnTo>
                    <a:pt x="873654" y="552068"/>
                  </a:lnTo>
                  <a:lnTo>
                    <a:pt x="873376" y="552245"/>
                  </a:lnTo>
                  <a:lnTo>
                    <a:pt x="873560" y="552743"/>
                  </a:lnTo>
                  <a:lnTo>
                    <a:pt x="873710" y="553172"/>
                  </a:lnTo>
                  <a:lnTo>
                    <a:pt x="873623" y="553353"/>
                  </a:lnTo>
                  <a:lnTo>
                    <a:pt x="873445" y="553395"/>
                  </a:lnTo>
                  <a:lnTo>
                    <a:pt x="872589" y="553495"/>
                  </a:lnTo>
                  <a:lnTo>
                    <a:pt x="872320" y="553531"/>
                  </a:lnTo>
                  <a:lnTo>
                    <a:pt x="872082" y="553479"/>
                  </a:lnTo>
                  <a:lnTo>
                    <a:pt x="871861" y="553608"/>
                  </a:lnTo>
                  <a:lnTo>
                    <a:pt x="871639" y="553753"/>
                  </a:lnTo>
                  <a:lnTo>
                    <a:pt x="871605" y="554118"/>
                  </a:lnTo>
                  <a:lnTo>
                    <a:pt x="871557" y="554364"/>
                  </a:lnTo>
                  <a:lnTo>
                    <a:pt x="871105" y="554717"/>
                  </a:lnTo>
                  <a:lnTo>
                    <a:pt x="870496" y="554715"/>
                  </a:lnTo>
                  <a:lnTo>
                    <a:pt x="870219" y="554509"/>
                  </a:lnTo>
                  <a:lnTo>
                    <a:pt x="869757" y="554355"/>
                  </a:lnTo>
                  <a:lnTo>
                    <a:pt x="869420" y="554284"/>
                  </a:lnTo>
                  <a:lnTo>
                    <a:pt x="869117" y="554456"/>
                  </a:lnTo>
                  <a:lnTo>
                    <a:pt x="868989" y="554563"/>
                  </a:lnTo>
                  <a:lnTo>
                    <a:pt x="868852" y="554734"/>
                  </a:lnTo>
                  <a:lnTo>
                    <a:pt x="868685" y="554801"/>
                  </a:lnTo>
                  <a:lnTo>
                    <a:pt x="868546" y="554802"/>
                  </a:lnTo>
                  <a:lnTo>
                    <a:pt x="868026" y="554618"/>
                  </a:lnTo>
                  <a:lnTo>
                    <a:pt x="867489" y="553671"/>
                  </a:lnTo>
                  <a:lnTo>
                    <a:pt x="867626" y="552908"/>
                  </a:lnTo>
                  <a:lnTo>
                    <a:pt x="867592" y="552507"/>
                  </a:lnTo>
                  <a:lnTo>
                    <a:pt x="867304" y="551524"/>
                  </a:lnTo>
                  <a:lnTo>
                    <a:pt x="867300" y="550955"/>
                  </a:lnTo>
                  <a:lnTo>
                    <a:pt x="867262" y="550441"/>
                  </a:lnTo>
                  <a:lnTo>
                    <a:pt x="867080" y="549464"/>
                  </a:lnTo>
                  <a:lnTo>
                    <a:pt x="866794" y="548481"/>
                  </a:lnTo>
                  <a:lnTo>
                    <a:pt x="866920" y="548156"/>
                  </a:lnTo>
                  <a:lnTo>
                    <a:pt x="867019" y="547596"/>
                  </a:lnTo>
                  <a:lnTo>
                    <a:pt x="866356" y="546420"/>
                  </a:lnTo>
                  <a:lnTo>
                    <a:pt x="865938" y="545497"/>
                  </a:lnTo>
                  <a:lnTo>
                    <a:pt x="865628" y="545075"/>
                  </a:lnTo>
                  <a:lnTo>
                    <a:pt x="864838" y="544763"/>
                  </a:lnTo>
                  <a:lnTo>
                    <a:pt x="864492" y="544895"/>
                  </a:lnTo>
                  <a:lnTo>
                    <a:pt x="864422" y="545046"/>
                  </a:lnTo>
                  <a:lnTo>
                    <a:pt x="864066" y="545421"/>
                  </a:lnTo>
                  <a:lnTo>
                    <a:pt x="863625" y="545632"/>
                  </a:lnTo>
                  <a:lnTo>
                    <a:pt x="863171" y="545882"/>
                  </a:lnTo>
                  <a:lnTo>
                    <a:pt x="862840" y="546105"/>
                  </a:lnTo>
                  <a:lnTo>
                    <a:pt x="862709" y="546440"/>
                  </a:lnTo>
                  <a:lnTo>
                    <a:pt x="862522" y="546639"/>
                  </a:lnTo>
                  <a:lnTo>
                    <a:pt x="862259" y="546810"/>
                  </a:lnTo>
                  <a:lnTo>
                    <a:pt x="861620" y="546604"/>
                  </a:lnTo>
                  <a:lnTo>
                    <a:pt x="861432" y="546524"/>
                  </a:lnTo>
                  <a:lnTo>
                    <a:pt x="860091" y="546211"/>
                  </a:lnTo>
                  <a:lnTo>
                    <a:pt x="859786" y="546224"/>
                  </a:lnTo>
                  <a:lnTo>
                    <a:pt x="859340" y="546279"/>
                  </a:lnTo>
                  <a:lnTo>
                    <a:pt x="859100" y="546420"/>
                  </a:lnTo>
                  <a:lnTo>
                    <a:pt x="859075" y="546604"/>
                  </a:lnTo>
                  <a:lnTo>
                    <a:pt x="859068" y="547049"/>
                  </a:lnTo>
                  <a:lnTo>
                    <a:pt x="859680" y="548154"/>
                  </a:lnTo>
                  <a:lnTo>
                    <a:pt x="860272" y="548418"/>
                  </a:lnTo>
                  <a:lnTo>
                    <a:pt x="860256" y="548565"/>
                  </a:lnTo>
                  <a:lnTo>
                    <a:pt x="859924" y="548981"/>
                  </a:lnTo>
                  <a:lnTo>
                    <a:pt x="859853" y="549136"/>
                  </a:lnTo>
                  <a:lnTo>
                    <a:pt x="859670" y="550241"/>
                  </a:lnTo>
                  <a:lnTo>
                    <a:pt x="859815" y="550713"/>
                  </a:lnTo>
                  <a:lnTo>
                    <a:pt x="860077" y="551928"/>
                  </a:lnTo>
                  <a:lnTo>
                    <a:pt x="860233" y="552190"/>
                  </a:lnTo>
                  <a:lnTo>
                    <a:pt x="860419" y="552898"/>
                  </a:lnTo>
                  <a:lnTo>
                    <a:pt x="860367" y="553188"/>
                  </a:lnTo>
                  <a:lnTo>
                    <a:pt x="860297" y="553427"/>
                  </a:lnTo>
                  <a:lnTo>
                    <a:pt x="860097" y="553758"/>
                  </a:lnTo>
                  <a:lnTo>
                    <a:pt x="860048" y="554165"/>
                  </a:lnTo>
                  <a:lnTo>
                    <a:pt x="860135" y="554461"/>
                  </a:lnTo>
                  <a:lnTo>
                    <a:pt x="860367" y="554791"/>
                  </a:lnTo>
                  <a:lnTo>
                    <a:pt x="860625" y="555441"/>
                  </a:lnTo>
                  <a:lnTo>
                    <a:pt x="860824" y="555577"/>
                  </a:lnTo>
                  <a:lnTo>
                    <a:pt x="861173" y="556119"/>
                  </a:lnTo>
                  <a:lnTo>
                    <a:pt x="861050" y="556540"/>
                  </a:lnTo>
                  <a:lnTo>
                    <a:pt x="861135" y="556916"/>
                  </a:lnTo>
                  <a:lnTo>
                    <a:pt x="861339" y="557050"/>
                  </a:lnTo>
                  <a:lnTo>
                    <a:pt x="861269" y="557708"/>
                  </a:lnTo>
                  <a:lnTo>
                    <a:pt x="861239" y="557886"/>
                  </a:lnTo>
                  <a:lnTo>
                    <a:pt x="861296" y="558165"/>
                  </a:lnTo>
                  <a:lnTo>
                    <a:pt x="861096" y="558453"/>
                  </a:lnTo>
                  <a:lnTo>
                    <a:pt x="860512" y="559031"/>
                  </a:lnTo>
                  <a:lnTo>
                    <a:pt x="860163" y="559308"/>
                  </a:lnTo>
                  <a:lnTo>
                    <a:pt x="859880" y="559373"/>
                  </a:lnTo>
                  <a:lnTo>
                    <a:pt x="859470" y="559628"/>
                  </a:lnTo>
                  <a:lnTo>
                    <a:pt x="859321" y="559802"/>
                  </a:lnTo>
                  <a:lnTo>
                    <a:pt x="859265" y="560063"/>
                  </a:lnTo>
                  <a:lnTo>
                    <a:pt x="859177" y="560281"/>
                  </a:lnTo>
                  <a:lnTo>
                    <a:pt x="858357" y="560523"/>
                  </a:lnTo>
                  <a:lnTo>
                    <a:pt x="858019" y="560381"/>
                  </a:lnTo>
                  <a:lnTo>
                    <a:pt x="857584" y="560529"/>
                  </a:lnTo>
                  <a:lnTo>
                    <a:pt x="857673" y="561075"/>
                  </a:lnTo>
                  <a:lnTo>
                    <a:pt x="857834" y="561589"/>
                  </a:lnTo>
                  <a:lnTo>
                    <a:pt x="858241" y="562720"/>
                  </a:lnTo>
                  <a:lnTo>
                    <a:pt x="858453" y="562955"/>
                  </a:lnTo>
                  <a:lnTo>
                    <a:pt x="858626" y="563249"/>
                  </a:lnTo>
                  <a:lnTo>
                    <a:pt x="858642" y="563521"/>
                  </a:lnTo>
                  <a:lnTo>
                    <a:pt x="858526" y="563711"/>
                  </a:lnTo>
                  <a:lnTo>
                    <a:pt x="858628" y="565039"/>
                  </a:lnTo>
                  <a:lnTo>
                    <a:pt x="858832" y="565508"/>
                  </a:lnTo>
                  <a:lnTo>
                    <a:pt x="859182" y="566895"/>
                  </a:lnTo>
                  <a:lnTo>
                    <a:pt x="859306" y="567634"/>
                  </a:lnTo>
                  <a:lnTo>
                    <a:pt x="858952" y="568384"/>
                  </a:lnTo>
                  <a:lnTo>
                    <a:pt x="858682" y="568724"/>
                  </a:lnTo>
                  <a:lnTo>
                    <a:pt x="858622" y="569293"/>
                  </a:lnTo>
                  <a:lnTo>
                    <a:pt x="858931" y="569678"/>
                  </a:lnTo>
                  <a:lnTo>
                    <a:pt x="859159" y="569868"/>
                  </a:lnTo>
                  <a:lnTo>
                    <a:pt x="859362" y="569926"/>
                  </a:lnTo>
                  <a:lnTo>
                    <a:pt x="859871" y="569945"/>
                  </a:lnTo>
                  <a:lnTo>
                    <a:pt x="861015" y="570508"/>
                  </a:lnTo>
                  <a:lnTo>
                    <a:pt x="861170" y="571158"/>
                  </a:lnTo>
                  <a:lnTo>
                    <a:pt x="861297" y="571361"/>
                  </a:lnTo>
                  <a:lnTo>
                    <a:pt x="861600" y="571730"/>
                  </a:lnTo>
                  <a:lnTo>
                    <a:pt x="861425" y="572375"/>
                  </a:lnTo>
                  <a:lnTo>
                    <a:pt x="861884" y="572681"/>
                  </a:lnTo>
                  <a:lnTo>
                    <a:pt x="862338" y="573312"/>
                  </a:lnTo>
                  <a:lnTo>
                    <a:pt x="862492" y="573703"/>
                  </a:lnTo>
                  <a:lnTo>
                    <a:pt x="862493" y="573884"/>
                  </a:lnTo>
                  <a:lnTo>
                    <a:pt x="862539" y="574171"/>
                  </a:lnTo>
                  <a:lnTo>
                    <a:pt x="862875" y="574855"/>
                  </a:lnTo>
                  <a:lnTo>
                    <a:pt x="863273" y="575267"/>
                  </a:lnTo>
                  <a:lnTo>
                    <a:pt x="863458" y="575534"/>
                  </a:lnTo>
                  <a:lnTo>
                    <a:pt x="863599" y="575901"/>
                  </a:lnTo>
                  <a:lnTo>
                    <a:pt x="863596" y="576362"/>
                  </a:lnTo>
                  <a:lnTo>
                    <a:pt x="864054" y="576774"/>
                  </a:lnTo>
                  <a:lnTo>
                    <a:pt x="864304" y="576998"/>
                  </a:lnTo>
                  <a:lnTo>
                    <a:pt x="864349" y="577130"/>
                  </a:lnTo>
                  <a:lnTo>
                    <a:pt x="864272" y="577415"/>
                  </a:lnTo>
                  <a:lnTo>
                    <a:pt x="864037" y="577911"/>
                  </a:lnTo>
                  <a:lnTo>
                    <a:pt x="863349" y="578209"/>
                  </a:lnTo>
                  <a:lnTo>
                    <a:pt x="863024" y="578328"/>
                  </a:lnTo>
                  <a:lnTo>
                    <a:pt x="862800" y="578523"/>
                  </a:lnTo>
                  <a:lnTo>
                    <a:pt x="862682" y="578692"/>
                  </a:lnTo>
                  <a:lnTo>
                    <a:pt x="862541" y="579613"/>
                  </a:lnTo>
                  <a:lnTo>
                    <a:pt x="862713" y="579858"/>
                  </a:lnTo>
                  <a:lnTo>
                    <a:pt x="862792" y="580134"/>
                  </a:lnTo>
                  <a:lnTo>
                    <a:pt x="862464" y="580980"/>
                  </a:lnTo>
                  <a:lnTo>
                    <a:pt x="862561" y="581592"/>
                  </a:lnTo>
                  <a:lnTo>
                    <a:pt x="862598" y="582269"/>
                  </a:lnTo>
                  <a:lnTo>
                    <a:pt x="862561" y="582403"/>
                  </a:lnTo>
                  <a:lnTo>
                    <a:pt x="861821" y="583108"/>
                  </a:lnTo>
                  <a:lnTo>
                    <a:pt x="861370" y="583384"/>
                  </a:lnTo>
                  <a:lnTo>
                    <a:pt x="860816" y="583315"/>
                  </a:lnTo>
                  <a:lnTo>
                    <a:pt x="860541" y="583297"/>
                  </a:lnTo>
                  <a:lnTo>
                    <a:pt x="859922" y="583796"/>
                  </a:lnTo>
                  <a:lnTo>
                    <a:pt x="859522" y="584270"/>
                  </a:lnTo>
                  <a:lnTo>
                    <a:pt x="859291" y="584613"/>
                  </a:lnTo>
                  <a:lnTo>
                    <a:pt x="859130" y="584951"/>
                  </a:lnTo>
                  <a:lnTo>
                    <a:pt x="859101" y="585273"/>
                  </a:lnTo>
                  <a:lnTo>
                    <a:pt x="858810" y="585467"/>
                  </a:lnTo>
                  <a:lnTo>
                    <a:pt x="858102" y="585224"/>
                  </a:lnTo>
                  <a:lnTo>
                    <a:pt x="857645" y="585002"/>
                  </a:lnTo>
                  <a:lnTo>
                    <a:pt x="856899" y="584733"/>
                  </a:lnTo>
                  <a:lnTo>
                    <a:pt x="856032" y="584603"/>
                  </a:lnTo>
                  <a:lnTo>
                    <a:pt x="855100" y="584910"/>
                  </a:lnTo>
                  <a:lnTo>
                    <a:pt x="854534" y="585358"/>
                  </a:lnTo>
                  <a:lnTo>
                    <a:pt x="854579" y="585544"/>
                  </a:lnTo>
                  <a:lnTo>
                    <a:pt x="854436" y="585754"/>
                  </a:lnTo>
                  <a:lnTo>
                    <a:pt x="853795" y="586528"/>
                  </a:lnTo>
                  <a:lnTo>
                    <a:pt x="853606" y="586631"/>
                  </a:lnTo>
                  <a:lnTo>
                    <a:pt x="853457" y="586667"/>
                  </a:lnTo>
                  <a:lnTo>
                    <a:pt x="853320" y="586649"/>
                  </a:lnTo>
                  <a:lnTo>
                    <a:pt x="852701" y="586223"/>
                  </a:lnTo>
                  <a:lnTo>
                    <a:pt x="852338" y="586174"/>
                  </a:lnTo>
                  <a:lnTo>
                    <a:pt x="852003" y="586204"/>
                  </a:lnTo>
                  <a:lnTo>
                    <a:pt x="851665" y="586503"/>
                  </a:lnTo>
                  <a:lnTo>
                    <a:pt x="851554" y="586728"/>
                  </a:lnTo>
                  <a:lnTo>
                    <a:pt x="851867" y="587032"/>
                  </a:lnTo>
                  <a:lnTo>
                    <a:pt x="851451" y="587411"/>
                  </a:lnTo>
                  <a:lnTo>
                    <a:pt x="850724" y="587932"/>
                  </a:lnTo>
                  <a:lnTo>
                    <a:pt x="850487" y="588479"/>
                  </a:lnTo>
                  <a:lnTo>
                    <a:pt x="849413" y="588442"/>
                  </a:lnTo>
                  <a:lnTo>
                    <a:pt x="849079" y="588399"/>
                  </a:lnTo>
                  <a:lnTo>
                    <a:pt x="848770" y="588055"/>
                  </a:lnTo>
                  <a:lnTo>
                    <a:pt x="848779" y="587923"/>
                  </a:lnTo>
                  <a:lnTo>
                    <a:pt x="848854" y="587731"/>
                  </a:lnTo>
                  <a:lnTo>
                    <a:pt x="848876" y="586223"/>
                  </a:lnTo>
                  <a:lnTo>
                    <a:pt x="848806" y="585403"/>
                  </a:lnTo>
                  <a:lnTo>
                    <a:pt x="848498" y="584819"/>
                  </a:lnTo>
                  <a:lnTo>
                    <a:pt x="848218" y="584806"/>
                  </a:lnTo>
                  <a:lnTo>
                    <a:pt x="847994" y="584629"/>
                  </a:lnTo>
                  <a:lnTo>
                    <a:pt x="848099" y="584038"/>
                  </a:lnTo>
                  <a:lnTo>
                    <a:pt x="848250" y="583555"/>
                  </a:lnTo>
                  <a:lnTo>
                    <a:pt x="848330" y="583409"/>
                  </a:lnTo>
                  <a:lnTo>
                    <a:pt x="848400" y="583169"/>
                  </a:lnTo>
                  <a:lnTo>
                    <a:pt x="848398" y="582302"/>
                  </a:lnTo>
                  <a:lnTo>
                    <a:pt x="848323" y="581571"/>
                  </a:lnTo>
                  <a:lnTo>
                    <a:pt x="847943" y="580695"/>
                  </a:lnTo>
                  <a:lnTo>
                    <a:pt x="847299" y="579703"/>
                  </a:lnTo>
                  <a:lnTo>
                    <a:pt x="845939" y="578194"/>
                  </a:lnTo>
                  <a:lnTo>
                    <a:pt x="845895" y="577677"/>
                  </a:lnTo>
                  <a:lnTo>
                    <a:pt x="846019" y="577297"/>
                  </a:lnTo>
                  <a:lnTo>
                    <a:pt x="845986" y="576826"/>
                  </a:lnTo>
                  <a:lnTo>
                    <a:pt x="845898" y="576628"/>
                  </a:lnTo>
                  <a:lnTo>
                    <a:pt x="845614" y="576331"/>
                  </a:lnTo>
                  <a:lnTo>
                    <a:pt x="845338" y="576164"/>
                  </a:lnTo>
                  <a:lnTo>
                    <a:pt x="845169" y="576105"/>
                  </a:lnTo>
                  <a:lnTo>
                    <a:pt x="844990" y="575543"/>
                  </a:lnTo>
                  <a:lnTo>
                    <a:pt x="845146" y="575175"/>
                  </a:lnTo>
                  <a:lnTo>
                    <a:pt x="845072" y="574829"/>
                  </a:lnTo>
                  <a:lnTo>
                    <a:pt x="844692" y="574496"/>
                  </a:lnTo>
                  <a:lnTo>
                    <a:pt x="844553" y="574431"/>
                  </a:lnTo>
                  <a:lnTo>
                    <a:pt x="844089" y="574607"/>
                  </a:lnTo>
                  <a:lnTo>
                    <a:pt x="844029" y="574840"/>
                  </a:lnTo>
                  <a:lnTo>
                    <a:pt x="843911" y="574977"/>
                  </a:lnTo>
                  <a:lnTo>
                    <a:pt x="843568" y="575202"/>
                  </a:lnTo>
                  <a:lnTo>
                    <a:pt x="843179" y="575272"/>
                  </a:lnTo>
                  <a:lnTo>
                    <a:pt x="843020" y="575246"/>
                  </a:lnTo>
                  <a:lnTo>
                    <a:pt x="842776" y="575293"/>
                  </a:lnTo>
                  <a:lnTo>
                    <a:pt x="842297" y="575571"/>
                  </a:lnTo>
                  <a:lnTo>
                    <a:pt x="842146" y="575779"/>
                  </a:lnTo>
                  <a:lnTo>
                    <a:pt x="841967" y="576396"/>
                  </a:lnTo>
                  <a:lnTo>
                    <a:pt x="841392" y="576191"/>
                  </a:lnTo>
                  <a:lnTo>
                    <a:pt x="841040" y="576157"/>
                  </a:lnTo>
                  <a:lnTo>
                    <a:pt x="840951" y="576300"/>
                  </a:lnTo>
                  <a:lnTo>
                    <a:pt x="840897" y="576576"/>
                  </a:lnTo>
                  <a:lnTo>
                    <a:pt x="840893" y="576827"/>
                  </a:lnTo>
                  <a:lnTo>
                    <a:pt x="840938" y="577150"/>
                  </a:lnTo>
                  <a:lnTo>
                    <a:pt x="840960" y="577301"/>
                  </a:lnTo>
                  <a:lnTo>
                    <a:pt x="841034" y="577505"/>
                  </a:lnTo>
                  <a:lnTo>
                    <a:pt x="841181" y="577699"/>
                  </a:lnTo>
                  <a:lnTo>
                    <a:pt x="841501" y="577954"/>
                  </a:lnTo>
                  <a:lnTo>
                    <a:pt x="841898" y="578129"/>
                  </a:lnTo>
                  <a:lnTo>
                    <a:pt x="842364" y="578881"/>
                  </a:lnTo>
                  <a:lnTo>
                    <a:pt x="842443" y="579494"/>
                  </a:lnTo>
                  <a:lnTo>
                    <a:pt x="842638" y="580104"/>
                  </a:lnTo>
                  <a:lnTo>
                    <a:pt x="843046" y="580517"/>
                  </a:lnTo>
                  <a:lnTo>
                    <a:pt x="843558" y="581423"/>
                  </a:lnTo>
                  <a:lnTo>
                    <a:pt x="843584" y="581676"/>
                  </a:lnTo>
                  <a:lnTo>
                    <a:pt x="843459" y="581920"/>
                  </a:lnTo>
                  <a:lnTo>
                    <a:pt x="843003" y="581960"/>
                  </a:lnTo>
                  <a:lnTo>
                    <a:pt x="842457" y="582205"/>
                  </a:lnTo>
                  <a:lnTo>
                    <a:pt x="841934" y="582568"/>
                  </a:lnTo>
                  <a:lnTo>
                    <a:pt x="840952" y="582884"/>
                  </a:lnTo>
                  <a:lnTo>
                    <a:pt x="840811" y="582844"/>
                  </a:lnTo>
                  <a:lnTo>
                    <a:pt x="839867" y="583000"/>
                  </a:lnTo>
                  <a:lnTo>
                    <a:pt x="839298" y="583440"/>
                  </a:lnTo>
                  <a:lnTo>
                    <a:pt x="839338" y="584769"/>
                  </a:lnTo>
                  <a:lnTo>
                    <a:pt x="839471" y="584944"/>
                  </a:lnTo>
                  <a:lnTo>
                    <a:pt x="839407" y="585704"/>
                  </a:lnTo>
                  <a:lnTo>
                    <a:pt x="838987" y="585747"/>
                  </a:lnTo>
                  <a:lnTo>
                    <a:pt x="838410" y="586351"/>
                  </a:lnTo>
                  <a:lnTo>
                    <a:pt x="837984" y="586675"/>
                  </a:lnTo>
                  <a:lnTo>
                    <a:pt x="837798" y="586233"/>
                  </a:lnTo>
                  <a:lnTo>
                    <a:pt x="837580" y="585977"/>
                  </a:lnTo>
                  <a:lnTo>
                    <a:pt x="837180" y="585733"/>
                  </a:lnTo>
                  <a:lnTo>
                    <a:pt x="836875" y="585614"/>
                  </a:lnTo>
                  <a:lnTo>
                    <a:pt x="836676" y="585572"/>
                  </a:lnTo>
                  <a:lnTo>
                    <a:pt x="836381" y="585476"/>
                  </a:lnTo>
                  <a:lnTo>
                    <a:pt x="836245" y="585226"/>
                  </a:lnTo>
                  <a:lnTo>
                    <a:pt x="836155" y="584790"/>
                  </a:lnTo>
                  <a:lnTo>
                    <a:pt x="836077" y="584259"/>
                  </a:lnTo>
                  <a:lnTo>
                    <a:pt x="835978" y="584050"/>
                  </a:lnTo>
                  <a:lnTo>
                    <a:pt x="835767" y="583901"/>
                  </a:lnTo>
                  <a:lnTo>
                    <a:pt x="835430" y="583770"/>
                  </a:lnTo>
                  <a:lnTo>
                    <a:pt x="835036" y="583794"/>
                  </a:lnTo>
                  <a:lnTo>
                    <a:pt x="834419" y="583933"/>
                  </a:lnTo>
                  <a:lnTo>
                    <a:pt x="834376" y="584066"/>
                  </a:lnTo>
                  <a:lnTo>
                    <a:pt x="834369" y="584283"/>
                  </a:lnTo>
                  <a:lnTo>
                    <a:pt x="834243" y="584468"/>
                  </a:lnTo>
                  <a:lnTo>
                    <a:pt x="833938" y="584522"/>
                  </a:lnTo>
                  <a:lnTo>
                    <a:pt x="833644" y="584486"/>
                  </a:lnTo>
                  <a:lnTo>
                    <a:pt x="833402" y="584409"/>
                  </a:lnTo>
                  <a:lnTo>
                    <a:pt x="833076" y="584182"/>
                  </a:lnTo>
                  <a:lnTo>
                    <a:pt x="832692" y="583764"/>
                  </a:lnTo>
                  <a:lnTo>
                    <a:pt x="832545" y="583436"/>
                  </a:lnTo>
                  <a:lnTo>
                    <a:pt x="832556" y="583066"/>
                  </a:lnTo>
                  <a:lnTo>
                    <a:pt x="832714" y="582552"/>
                  </a:lnTo>
                  <a:lnTo>
                    <a:pt x="832845" y="582165"/>
                  </a:lnTo>
                  <a:lnTo>
                    <a:pt x="833039" y="581694"/>
                  </a:lnTo>
                  <a:lnTo>
                    <a:pt x="833055" y="581408"/>
                  </a:lnTo>
                  <a:lnTo>
                    <a:pt x="832981" y="581080"/>
                  </a:lnTo>
                  <a:lnTo>
                    <a:pt x="832729" y="580686"/>
                  </a:lnTo>
                  <a:lnTo>
                    <a:pt x="832477" y="580400"/>
                  </a:lnTo>
                  <a:lnTo>
                    <a:pt x="832230" y="580131"/>
                  </a:lnTo>
                  <a:lnTo>
                    <a:pt x="831836" y="579642"/>
                  </a:lnTo>
                  <a:lnTo>
                    <a:pt x="831499" y="579475"/>
                  </a:lnTo>
                  <a:lnTo>
                    <a:pt x="831090" y="579421"/>
                  </a:lnTo>
                  <a:lnTo>
                    <a:pt x="830643" y="579314"/>
                  </a:lnTo>
                  <a:lnTo>
                    <a:pt x="830317" y="579165"/>
                  </a:lnTo>
                  <a:lnTo>
                    <a:pt x="830170" y="578956"/>
                  </a:lnTo>
                  <a:lnTo>
                    <a:pt x="830209" y="578813"/>
                  </a:lnTo>
                  <a:lnTo>
                    <a:pt x="830403" y="578718"/>
                  </a:lnTo>
                  <a:lnTo>
                    <a:pt x="830480" y="578461"/>
                  </a:lnTo>
                  <a:lnTo>
                    <a:pt x="830627" y="578210"/>
                  </a:lnTo>
                  <a:lnTo>
                    <a:pt x="830170" y="577921"/>
                  </a:lnTo>
                  <a:lnTo>
                    <a:pt x="830006" y="577910"/>
                  </a:lnTo>
                  <a:lnTo>
                    <a:pt x="829724" y="577727"/>
                  </a:lnTo>
                  <a:lnTo>
                    <a:pt x="829508" y="577285"/>
                  </a:lnTo>
                  <a:lnTo>
                    <a:pt x="829145" y="577041"/>
                  </a:lnTo>
                  <a:lnTo>
                    <a:pt x="828867" y="576665"/>
                  </a:lnTo>
                  <a:lnTo>
                    <a:pt x="828604" y="576212"/>
                  </a:lnTo>
                  <a:lnTo>
                    <a:pt x="828457" y="576045"/>
                  </a:lnTo>
                  <a:lnTo>
                    <a:pt x="828220" y="575913"/>
                  </a:lnTo>
                  <a:lnTo>
                    <a:pt x="827784" y="575919"/>
                  </a:lnTo>
                  <a:lnTo>
                    <a:pt x="827395" y="575935"/>
                  </a:lnTo>
                  <a:lnTo>
                    <a:pt x="827125" y="575932"/>
                  </a:lnTo>
                  <a:lnTo>
                    <a:pt x="826786" y="575979"/>
                  </a:lnTo>
                  <a:lnTo>
                    <a:pt x="826412" y="576152"/>
                  </a:lnTo>
                  <a:lnTo>
                    <a:pt x="825997" y="576474"/>
                  </a:lnTo>
                  <a:lnTo>
                    <a:pt x="825719" y="576796"/>
                  </a:lnTo>
                  <a:lnTo>
                    <a:pt x="825635" y="577190"/>
                  </a:lnTo>
                  <a:lnTo>
                    <a:pt x="825566" y="577655"/>
                  </a:lnTo>
                  <a:lnTo>
                    <a:pt x="825309" y="577679"/>
                  </a:lnTo>
                  <a:lnTo>
                    <a:pt x="825027" y="577633"/>
                  </a:lnTo>
                  <a:lnTo>
                    <a:pt x="824667" y="577535"/>
                  </a:lnTo>
                  <a:lnTo>
                    <a:pt x="824376" y="577515"/>
                  </a:lnTo>
                  <a:lnTo>
                    <a:pt x="823916" y="577685"/>
                  </a:lnTo>
                  <a:lnTo>
                    <a:pt x="823575" y="577685"/>
                  </a:lnTo>
                  <a:lnTo>
                    <a:pt x="823427" y="577548"/>
                  </a:lnTo>
                  <a:lnTo>
                    <a:pt x="823207" y="576826"/>
                  </a:lnTo>
                  <a:lnTo>
                    <a:pt x="823012" y="576259"/>
                  </a:lnTo>
                  <a:lnTo>
                    <a:pt x="822851" y="576000"/>
                  </a:lnTo>
                  <a:lnTo>
                    <a:pt x="822492" y="575537"/>
                  </a:lnTo>
                  <a:lnTo>
                    <a:pt x="822156" y="575257"/>
                  </a:lnTo>
                  <a:lnTo>
                    <a:pt x="821972" y="575263"/>
                  </a:lnTo>
                  <a:lnTo>
                    <a:pt x="821704" y="575329"/>
                  </a:lnTo>
                  <a:lnTo>
                    <a:pt x="821478" y="575215"/>
                  </a:lnTo>
                  <a:lnTo>
                    <a:pt x="821399" y="575066"/>
                  </a:lnTo>
                  <a:lnTo>
                    <a:pt x="821320" y="574762"/>
                  </a:lnTo>
                  <a:lnTo>
                    <a:pt x="821173" y="574499"/>
                  </a:lnTo>
                  <a:lnTo>
                    <a:pt x="821084" y="574350"/>
                  </a:lnTo>
                  <a:lnTo>
                    <a:pt x="821112" y="574021"/>
                  </a:lnTo>
                  <a:lnTo>
                    <a:pt x="821205" y="573855"/>
                  </a:lnTo>
                  <a:lnTo>
                    <a:pt x="821228" y="573678"/>
                  </a:lnTo>
                  <a:lnTo>
                    <a:pt x="821120" y="573485"/>
                  </a:lnTo>
                  <a:lnTo>
                    <a:pt x="820921" y="573276"/>
                  </a:lnTo>
                  <a:lnTo>
                    <a:pt x="820905" y="572990"/>
                  </a:lnTo>
                  <a:lnTo>
                    <a:pt x="820937" y="572680"/>
                  </a:lnTo>
                  <a:lnTo>
                    <a:pt x="821078" y="572292"/>
                  </a:lnTo>
                  <a:lnTo>
                    <a:pt x="821063" y="572018"/>
                  </a:lnTo>
                  <a:lnTo>
                    <a:pt x="820952" y="571827"/>
                  </a:lnTo>
                  <a:lnTo>
                    <a:pt x="820947" y="571481"/>
                  </a:lnTo>
                  <a:lnTo>
                    <a:pt x="820960" y="571122"/>
                  </a:lnTo>
                  <a:lnTo>
                    <a:pt x="820973" y="570860"/>
                  </a:lnTo>
                  <a:lnTo>
                    <a:pt x="820647" y="570449"/>
                  </a:lnTo>
                  <a:lnTo>
                    <a:pt x="820427" y="570013"/>
                  </a:lnTo>
                  <a:lnTo>
                    <a:pt x="820248" y="569661"/>
                  </a:lnTo>
                  <a:lnTo>
                    <a:pt x="819801" y="569363"/>
                  </a:lnTo>
                  <a:lnTo>
                    <a:pt x="819229" y="569273"/>
                  </a:lnTo>
                  <a:lnTo>
                    <a:pt x="819029" y="569142"/>
                  </a:lnTo>
                  <a:lnTo>
                    <a:pt x="818982" y="568898"/>
                  </a:lnTo>
                  <a:lnTo>
                    <a:pt x="818982" y="568690"/>
                  </a:lnTo>
                  <a:lnTo>
                    <a:pt x="818900" y="568561"/>
                  </a:lnTo>
                  <a:lnTo>
                    <a:pt x="818803" y="568408"/>
                  </a:lnTo>
                  <a:lnTo>
                    <a:pt x="818451" y="568355"/>
                  </a:lnTo>
                  <a:lnTo>
                    <a:pt x="818188" y="568337"/>
                  </a:lnTo>
                  <a:lnTo>
                    <a:pt x="818041" y="568188"/>
                  </a:lnTo>
                  <a:lnTo>
                    <a:pt x="817952" y="568009"/>
                  </a:lnTo>
                  <a:lnTo>
                    <a:pt x="817878" y="567788"/>
                  </a:lnTo>
                  <a:lnTo>
                    <a:pt x="817747" y="567752"/>
                  </a:lnTo>
                  <a:lnTo>
                    <a:pt x="817536" y="567758"/>
                  </a:lnTo>
                  <a:lnTo>
                    <a:pt x="816800" y="567740"/>
                  </a:lnTo>
                  <a:lnTo>
                    <a:pt x="816612" y="567746"/>
                  </a:lnTo>
                  <a:lnTo>
                    <a:pt x="816412" y="568033"/>
                  </a:lnTo>
                  <a:lnTo>
                    <a:pt x="816286" y="568301"/>
                  </a:lnTo>
                  <a:lnTo>
                    <a:pt x="816145" y="568520"/>
                  </a:lnTo>
                  <a:lnTo>
                    <a:pt x="815918" y="568558"/>
                  </a:lnTo>
                  <a:lnTo>
                    <a:pt x="815497" y="568575"/>
                  </a:lnTo>
                  <a:lnTo>
                    <a:pt x="815208" y="568546"/>
                  </a:lnTo>
                  <a:lnTo>
                    <a:pt x="815072" y="568474"/>
                  </a:lnTo>
                  <a:lnTo>
                    <a:pt x="815040" y="568343"/>
                  </a:lnTo>
                  <a:lnTo>
                    <a:pt x="815061" y="568134"/>
                  </a:lnTo>
                  <a:lnTo>
                    <a:pt x="815024" y="567895"/>
                  </a:lnTo>
                  <a:lnTo>
                    <a:pt x="814883" y="567681"/>
                  </a:lnTo>
                  <a:lnTo>
                    <a:pt x="814562" y="567341"/>
                  </a:lnTo>
                  <a:lnTo>
                    <a:pt x="814326" y="567203"/>
                  </a:lnTo>
                  <a:lnTo>
                    <a:pt x="814105" y="567193"/>
                  </a:lnTo>
                  <a:lnTo>
                    <a:pt x="813826" y="567305"/>
                  </a:lnTo>
                  <a:lnTo>
                    <a:pt x="813553" y="567597"/>
                  </a:lnTo>
                  <a:lnTo>
                    <a:pt x="813274" y="568038"/>
                  </a:lnTo>
                  <a:lnTo>
                    <a:pt x="813049" y="568158"/>
                  </a:lnTo>
                  <a:lnTo>
                    <a:pt x="812749" y="568349"/>
                  </a:lnTo>
                  <a:lnTo>
                    <a:pt x="812591" y="568641"/>
                  </a:lnTo>
                  <a:lnTo>
                    <a:pt x="812460" y="568880"/>
                  </a:lnTo>
                  <a:lnTo>
                    <a:pt x="811945" y="569256"/>
                  </a:lnTo>
                  <a:lnTo>
                    <a:pt x="811535" y="569584"/>
                  </a:lnTo>
                  <a:lnTo>
                    <a:pt x="811320" y="569584"/>
                  </a:lnTo>
                  <a:lnTo>
                    <a:pt x="811136" y="569751"/>
                  </a:lnTo>
                  <a:lnTo>
                    <a:pt x="811146" y="570001"/>
                  </a:lnTo>
                  <a:lnTo>
                    <a:pt x="811141" y="570532"/>
                  </a:lnTo>
                  <a:lnTo>
                    <a:pt x="811178" y="571036"/>
                  </a:lnTo>
                  <a:lnTo>
                    <a:pt x="811220" y="571212"/>
                  </a:lnTo>
                  <a:lnTo>
                    <a:pt x="811414" y="571493"/>
                  </a:lnTo>
                  <a:lnTo>
                    <a:pt x="811630" y="571707"/>
                  </a:lnTo>
                  <a:lnTo>
                    <a:pt x="811740" y="571916"/>
                  </a:lnTo>
                  <a:lnTo>
                    <a:pt x="811745" y="572065"/>
                  </a:lnTo>
                  <a:lnTo>
                    <a:pt x="811703" y="572197"/>
                  </a:lnTo>
                  <a:lnTo>
                    <a:pt x="811598" y="572364"/>
                  </a:lnTo>
                  <a:lnTo>
                    <a:pt x="811393" y="572555"/>
                  </a:lnTo>
                  <a:lnTo>
                    <a:pt x="811025" y="572704"/>
                  </a:lnTo>
                  <a:lnTo>
                    <a:pt x="810847" y="572841"/>
                  </a:lnTo>
                  <a:lnTo>
                    <a:pt x="810795" y="572976"/>
                  </a:lnTo>
                  <a:lnTo>
                    <a:pt x="810838" y="573139"/>
                  </a:lnTo>
                  <a:lnTo>
                    <a:pt x="811036" y="573330"/>
                  </a:lnTo>
                  <a:lnTo>
                    <a:pt x="811130" y="573521"/>
                  </a:lnTo>
                  <a:lnTo>
                    <a:pt x="811130" y="573688"/>
                  </a:lnTo>
                  <a:lnTo>
                    <a:pt x="811104" y="573897"/>
                  </a:lnTo>
                  <a:lnTo>
                    <a:pt x="810994" y="574195"/>
                  </a:lnTo>
                  <a:lnTo>
                    <a:pt x="810786" y="574398"/>
                  </a:lnTo>
                  <a:lnTo>
                    <a:pt x="810537" y="574559"/>
                  </a:lnTo>
                  <a:lnTo>
                    <a:pt x="810295" y="574732"/>
                  </a:lnTo>
                  <a:lnTo>
                    <a:pt x="810127" y="574935"/>
                  </a:lnTo>
                  <a:lnTo>
                    <a:pt x="810074" y="575138"/>
                  </a:lnTo>
                  <a:lnTo>
                    <a:pt x="810169" y="575490"/>
                  </a:lnTo>
                  <a:lnTo>
                    <a:pt x="810258" y="575710"/>
                  </a:lnTo>
                  <a:lnTo>
                    <a:pt x="810410" y="575913"/>
                  </a:lnTo>
                  <a:lnTo>
                    <a:pt x="810500" y="576104"/>
                  </a:lnTo>
                  <a:lnTo>
                    <a:pt x="810494" y="576277"/>
                  </a:lnTo>
                  <a:lnTo>
                    <a:pt x="810463" y="576528"/>
                  </a:lnTo>
                  <a:lnTo>
                    <a:pt x="810719" y="576932"/>
                  </a:lnTo>
                  <a:lnTo>
                    <a:pt x="810936" y="577100"/>
                  </a:lnTo>
                  <a:lnTo>
                    <a:pt x="811251" y="577268"/>
                  </a:lnTo>
                  <a:lnTo>
                    <a:pt x="811493" y="577417"/>
                  </a:lnTo>
                  <a:lnTo>
                    <a:pt x="811640" y="577637"/>
                  </a:lnTo>
                  <a:lnTo>
                    <a:pt x="811640" y="577769"/>
                  </a:lnTo>
                  <a:lnTo>
                    <a:pt x="811535" y="578025"/>
                  </a:lnTo>
                  <a:lnTo>
                    <a:pt x="811325" y="578258"/>
                  </a:lnTo>
                  <a:lnTo>
                    <a:pt x="811130" y="578347"/>
                  </a:lnTo>
                  <a:lnTo>
                    <a:pt x="810741" y="578359"/>
                  </a:lnTo>
                  <a:lnTo>
                    <a:pt x="810353" y="578359"/>
                  </a:lnTo>
                  <a:lnTo>
                    <a:pt x="810064" y="578455"/>
                  </a:lnTo>
                  <a:lnTo>
                    <a:pt x="809822" y="578526"/>
                  </a:lnTo>
                  <a:lnTo>
                    <a:pt x="809596" y="578675"/>
                  </a:lnTo>
                  <a:lnTo>
                    <a:pt x="809491" y="578866"/>
                  </a:lnTo>
                  <a:lnTo>
                    <a:pt x="809496" y="579129"/>
                  </a:lnTo>
                  <a:lnTo>
                    <a:pt x="809664" y="579415"/>
                  </a:lnTo>
                  <a:lnTo>
                    <a:pt x="809859" y="579749"/>
                  </a:lnTo>
                  <a:lnTo>
                    <a:pt x="809974" y="580018"/>
                  </a:lnTo>
                  <a:lnTo>
                    <a:pt x="809643" y="580244"/>
                  </a:lnTo>
                  <a:lnTo>
                    <a:pt x="809344" y="580513"/>
                  </a:lnTo>
                  <a:lnTo>
                    <a:pt x="809128" y="580513"/>
                  </a:lnTo>
                  <a:lnTo>
                    <a:pt x="808860" y="580388"/>
                  </a:lnTo>
                  <a:lnTo>
                    <a:pt x="808571" y="580209"/>
                  </a:lnTo>
                  <a:lnTo>
                    <a:pt x="808151" y="579791"/>
                  </a:lnTo>
                  <a:lnTo>
                    <a:pt x="807863" y="579484"/>
                  </a:lnTo>
                  <a:lnTo>
                    <a:pt x="807573" y="579338"/>
                  </a:lnTo>
                  <a:lnTo>
                    <a:pt x="807441" y="579320"/>
                  </a:lnTo>
                  <a:lnTo>
                    <a:pt x="807231" y="579439"/>
                  </a:lnTo>
                  <a:lnTo>
                    <a:pt x="806974" y="579648"/>
                  </a:lnTo>
                  <a:lnTo>
                    <a:pt x="806695" y="579946"/>
                  </a:lnTo>
                  <a:lnTo>
                    <a:pt x="806616" y="580149"/>
                  </a:lnTo>
                  <a:lnTo>
                    <a:pt x="806677" y="580462"/>
                  </a:lnTo>
                  <a:lnTo>
                    <a:pt x="806836" y="580685"/>
                  </a:lnTo>
                  <a:lnTo>
                    <a:pt x="806942" y="580889"/>
                  </a:lnTo>
                  <a:lnTo>
                    <a:pt x="807063" y="581127"/>
                  </a:lnTo>
                  <a:lnTo>
                    <a:pt x="807163" y="581366"/>
                  </a:lnTo>
                  <a:lnTo>
                    <a:pt x="807052" y="581563"/>
                  </a:lnTo>
                  <a:lnTo>
                    <a:pt x="806863" y="581700"/>
                  </a:lnTo>
                  <a:lnTo>
                    <a:pt x="806322" y="581933"/>
                  </a:lnTo>
                  <a:lnTo>
                    <a:pt x="805807" y="582147"/>
                  </a:lnTo>
                  <a:lnTo>
                    <a:pt x="805492" y="582153"/>
                  </a:lnTo>
                  <a:lnTo>
                    <a:pt x="805329" y="582022"/>
                  </a:lnTo>
                  <a:lnTo>
                    <a:pt x="805024" y="581974"/>
                  </a:lnTo>
                  <a:lnTo>
                    <a:pt x="804782" y="581963"/>
                  </a:lnTo>
                  <a:lnTo>
                    <a:pt x="804535" y="582064"/>
                  </a:lnTo>
                  <a:lnTo>
                    <a:pt x="804430" y="582249"/>
                  </a:lnTo>
                  <a:lnTo>
                    <a:pt x="804341" y="582511"/>
                  </a:lnTo>
                  <a:lnTo>
                    <a:pt x="804325" y="582959"/>
                  </a:lnTo>
                  <a:lnTo>
                    <a:pt x="804299" y="583197"/>
                  </a:lnTo>
                  <a:lnTo>
                    <a:pt x="804367" y="583448"/>
                  </a:lnTo>
                  <a:lnTo>
                    <a:pt x="804619" y="583633"/>
                  </a:lnTo>
                  <a:lnTo>
                    <a:pt x="804877" y="583824"/>
                  </a:lnTo>
                  <a:lnTo>
                    <a:pt x="804924" y="583985"/>
                  </a:lnTo>
                  <a:lnTo>
                    <a:pt x="804908" y="584289"/>
                  </a:lnTo>
                  <a:lnTo>
                    <a:pt x="804839" y="584680"/>
                  </a:lnTo>
                  <a:lnTo>
                    <a:pt x="804777" y="584891"/>
                  </a:lnTo>
                  <a:lnTo>
                    <a:pt x="804760" y="585085"/>
                  </a:lnTo>
                  <a:lnTo>
                    <a:pt x="804755" y="585320"/>
                  </a:lnTo>
                  <a:lnTo>
                    <a:pt x="804799" y="585611"/>
                  </a:lnTo>
                  <a:lnTo>
                    <a:pt x="804758" y="585824"/>
                  </a:lnTo>
                  <a:lnTo>
                    <a:pt x="804609" y="586004"/>
                  </a:lnTo>
                  <a:lnTo>
                    <a:pt x="804339" y="586399"/>
                  </a:lnTo>
                  <a:lnTo>
                    <a:pt x="803782" y="586574"/>
                  </a:lnTo>
                  <a:lnTo>
                    <a:pt x="803484" y="586898"/>
                  </a:lnTo>
                  <a:lnTo>
                    <a:pt x="803540" y="587042"/>
                  </a:lnTo>
                  <a:lnTo>
                    <a:pt x="803606" y="587181"/>
                  </a:lnTo>
                  <a:lnTo>
                    <a:pt x="803945" y="587499"/>
                  </a:lnTo>
                  <a:lnTo>
                    <a:pt x="804148" y="587698"/>
                  </a:lnTo>
                  <a:lnTo>
                    <a:pt x="804175" y="587920"/>
                  </a:lnTo>
                  <a:lnTo>
                    <a:pt x="804119" y="588205"/>
                  </a:lnTo>
                  <a:lnTo>
                    <a:pt x="803909" y="588360"/>
                  </a:lnTo>
                  <a:lnTo>
                    <a:pt x="803589" y="588576"/>
                  </a:lnTo>
                  <a:lnTo>
                    <a:pt x="803026" y="588952"/>
                  </a:lnTo>
                  <a:lnTo>
                    <a:pt x="802741" y="589163"/>
                  </a:lnTo>
                  <a:lnTo>
                    <a:pt x="802623" y="589404"/>
                  </a:lnTo>
                  <a:lnTo>
                    <a:pt x="802577" y="589659"/>
                  </a:lnTo>
                  <a:lnTo>
                    <a:pt x="802580" y="590196"/>
                  </a:lnTo>
                  <a:lnTo>
                    <a:pt x="802623" y="590414"/>
                  </a:lnTo>
                  <a:lnTo>
                    <a:pt x="802689" y="590578"/>
                  </a:lnTo>
                  <a:lnTo>
                    <a:pt x="802860" y="590736"/>
                  </a:lnTo>
                  <a:lnTo>
                    <a:pt x="803180" y="590846"/>
                  </a:lnTo>
                  <a:lnTo>
                    <a:pt x="803575" y="590821"/>
                  </a:lnTo>
                  <a:lnTo>
                    <a:pt x="803997" y="590738"/>
                  </a:lnTo>
                  <a:lnTo>
                    <a:pt x="804328" y="590680"/>
                  </a:lnTo>
                  <a:lnTo>
                    <a:pt x="804789" y="590558"/>
                  </a:lnTo>
                  <a:lnTo>
                    <a:pt x="805297" y="590450"/>
                  </a:lnTo>
                  <a:lnTo>
                    <a:pt x="805629" y="590558"/>
                  </a:lnTo>
                  <a:lnTo>
                    <a:pt x="805570" y="590791"/>
                  </a:lnTo>
                  <a:lnTo>
                    <a:pt x="805470" y="591048"/>
                  </a:lnTo>
                  <a:lnTo>
                    <a:pt x="805404" y="591303"/>
                  </a:lnTo>
                  <a:lnTo>
                    <a:pt x="805394" y="591525"/>
                  </a:lnTo>
                  <a:lnTo>
                    <a:pt x="805457" y="591721"/>
                  </a:lnTo>
                  <a:lnTo>
                    <a:pt x="805545" y="591876"/>
                  </a:lnTo>
                  <a:lnTo>
                    <a:pt x="805799" y="592081"/>
                  </a:lnTo>
                  <a:lnTo>
                    <a:pt x="806043" y="592123"/>
                  </a:lnTo>
                  <a:lnTo>
                    <a:pt x="806187" y="592095"/>
                  </a:lnTo>
                  <a:lnTo>
                    <a:pt x="806316" y="592123"/>
                  </a:lnTo>
                  <a:lnTo>
                    <a:pt x="806494" y="592208"/>
                  </a:lnTo>
                  <a:lnTo>
                    <a:pt x="806794" y="592477"/>
                  </a:lnTo>
                  <a:lnTo>
                    <a:pt x="806928" y="592607"/>
                  </a:lnTo>
                  <a:lnTo>
                    <a:pt x="807014" y="592779"/>
                  </a:lnTo>
                  <a:lnTo>
                    <a:pt x="807023" y="592942"/>
                  </a:lnTo>
                  <a:lnTo>
                    <a:pt x="806989" y="593081"/>
                  </a:lnTo>
                  <a:lnTo>
                    <a:pt x="806889" y="593233"/>
                  </a:lnTo>
                  <a:lnTo>
                    <a:pt x="806638" y="593471"/>
                  </a:lnTo>
                  <a:lnTo>
                    <a:pt x="806452" y="593675"/>
                  </a:lnTo>
                  <a:lnTo>
                    <a:pt x="806321" y="593750"/>
                  </a:lnTo>
                  <a:lnTo>
                    <a:pt x="806119" y="593926"/>
                  </a:lnTo>
                  <a:lnTo>
                    <a:pt x="806075" y="594055"/>
                  </a:lnTo>
                  <a:lnTo>
                    <a:pt x="805987" y="594431"/>
                  </a:lnTo>
                  <a:lnTo>
                    <a:pt x="805697" y="594936"/>
                  </a:lnTo>
                  <a:lnTo>
                    <a:pt x="805557" y="595405"/>
                  </a:lnTo>
                  <a:lnTo>
                    <a:pt x="805531" y="595664"/>
                  </a:lnTo>
                  <a:lnTo>
                    <a:pt x="805540" y="595809"/>
                  </a:lnTo>
                  <a:lnTo>
                    <a:pt x="805548" y="596311"/>
                  </a:lnTo>
                  <a:lnTo>
                    <a:pt x="805470" y="596485"/>
                  </a:lnTo>
                  <a:lnTo>
                    <a:pt x="805398" y="596706"/>
                  </a:lnTo>
                  <a:lnTo>
                    <a:pt x="805643" y="597216"/>
                  </a:lnTo>
                  <a:lnTo>
                    <a:pt x="806049" y="597660"/>
                  </a:lnTo>
                  <a:lnTo>
                    <a:pt x="805856" y="597765"/>
                  </a:lnTo>
                  <a:lnTo>
                    <a:pt x="805728" y="597845"/>
                  </a:lnTo>
                  <a:lnTo>
                    <a:pt x="805563" y="597932"/>
                  </a:lnTo>
                  <a:lnTo>
                    <a:pt x="805364" y="598148"/>
                  </a:lnTo>
                  <a:lnTo>
                    <a:pt x="805501" y="598333"/>
                  </a:lnTo>
                  <a:lnTo>
                    <a:pt x="805690" y="598621"/>
                  </a:lnTo>
                  <a:lnTo>
                    <a:pt x="805882" y="598899"/>
                  </a:lnTo>
                  <a:lnTo>
                    <a:pt x="805888" y="599309"/>
                  </a:lnTo>
                  <a:lnTo>
                    <a:pt x="805559" y="599558"/>
                  </a:lnTo>
                  <a:lnTo>
                    <a:pt x="805431" y="599605"/>
                  </a:lnTo>
                  <a:lnTo>
                    <a:pt x="805146" y="599732"/>
                  </a:lnTo>
                  <a:lnTo>
                    <a:pt x="805010" y="599738"/>
                  </a:lnTo>
                  <a:lnTo>
                    <a:pt x="804548" y="599538"/>
                  </a:lnTo>
                  <a:lnTo>
                    <a:pt x="804409" y="599461"/>
                  </a:lnTo>
                  <a:lnTo>
                    <a:pt x="804218" y="599388"/>
                  </a:lnTo>
                  <a:lnTo>
                    <a:pt x="804080" y="599362"/>
                  </a:lnTo>
                  <a:lnTo>
                    <a:pt x="803845" y="599363"/>
                  </a:lnTo>
                  <a:lnTo>
                    <a:pt x="803316" y="599107"/>
                  </a:lnTo>
                  <a:lnTo>
                    <a:pt x="803336" y="598924"/>
                  </a:lnTo>
                  <a:lnTo>
                    <a:pt x="803348" y="598783"/>
                  </a:lnTo>
                  <a:lnTo>
                    <a:pt x="803315" y="598598"/>
                  </a:lnTo>
                  <a:lnTo>
                    <a:pt x="803254" y="598447"/>
                  </a:lnTo>
                  <a:lnTo>
                    <a:pt x="803133" y="598298"/>
                  </a:lnTo>
                  <a:lnTo>
                    <a:pt x="802990" y="598177"/>
                  </a:lnTo>
                  <a:lnTo>
                    <a:pt x="802907" y="598045"/>
                  </a:lnTo>
                  <a:lnTo>
                    <a:pt x="802603" y="597735"/>
                  </a:lnTo>
                  <a:lnTo>
                    <a:pt x="802444" y="597762"/>
                  </a:lnTo>
                  <a:lnTo>
                    <a:pt x="802108" y="597873"/>
                  </a:lnTo>
                  <a:lnTo>
                    <a:pt x="801737" y="598007"/>
                  </a:lnTo>
                  <a:lnTo>
                    <a:pt x="801273" y="598281"/>
                  </a:lnTo>
                  <a:lnTo>
                    <a:pt x="801046" y="598402"/>
                  </a:lnTo>
                  <a:lnTo>
                    <a:pt x="800786" y="598493"/>
                  </a:lnTo>
                  <a:lnTo>
                    <a:pt x="799885" y="599141"/>
                  </a:lnTo>
                  <a:lnTo>
                    <a:pt x="799427" y="599589"/>
                  </a:lnTo>
                  <a:lnTo>
                    <a:pt x="798031" y="600983"/>
                  </a:lnTo>
                  <a:lnTo>
                    <a:pt x="797862" y="601182"/>
                  </a:lnTo>
                  <a:lnTo>
                    <a:pt x="797686" y="601455"/>
                  </a:lnTo>
                  <a:lnTo>
                    <a:pt x="797439" y="601842"/>
                  </a:lnTo>
                  <a:lnTo>
                    <a:pt x="796813" y="602198"/>
                  </a:lnTo>
                  <a:lnTo>
                    <a:pt x="796776" y="602365"/>
                  </a:lnTo>
                  <a:lnTo>
                    <a:pt x="796370" y="602887"/>
                  </a:lnTo>
                  <a:lnTo>
                    <a:pt x="796125" y="602979"/>
                  </a:lnTo>
                  <a:lnTo>
                    <a:pt x="795752" y="603059"/>
                  </a:lnTo>
                  <a:lnTo>
                    <a:pt x="795230" y="603680"/>
                  </a:lnTo>
                  <a:lnTo>
                    <a:pt x="794883" y="603913"/>
                  </a:lnTo>
                  <a:lnTo>
                    <a:pt x="794566" y="603988"/>
                  </a:lnTo>
                  <a:lnTo>
                    <a:pt x="794307" y="604034"/>
                  </a:lnTo>
                  <a:lnTo>
                    <a:pt x="794058" y="604147"/>
                  </a:lnTo>
                  <a:lnTo>
                    <a:pt x="793886" y="604189"/>
                  </a:lnTo>
                  <a:lnTo>
                    <a:pt x="793643" y="604491"/>
                  </a:lnTo>
                  <a:lnTo>
                    <a:pt x="793656" y="604656"/>
                  </a:lnTo>
                  <a:lnTo>
                    <a:pt x="793699" y="604932"/>
                  </a:lnTo>
                  <a:lnTo>
                    <a:pt x="793706" y="605074"/>
                  </a:lnTo>
                  <a:lnTo>
                    <a:pt x="793708" y="605331"/>
                  </a:lnTo>
                  <a:lnTo>
                    <a:pt x="793718" y="605583"/>
                  </a:lnTo>
                  <a:lnTo>
                    <a:pt x="793402" y="606312"/>
                  </a:lnTo>
                  <a:lnTo>
                    <a:pt x="793476" y="605960"/>
                  </a:lnTo>
                  <a:lnTo>
                    <a:pt x="793405" y="605735"/>
                  </a:lnTo>
                  <a:lnTo>
                    <a:pt x="793170" y="605217"/>
                  </a:lnTo>
                  <a:lnTo>
                    <a:pt x="792983" y="604751"/>
                  </a:lnTo>
                  <a:lnTo>
                    <a:pt x="792718" y="604004"/>
                  </a:lnTo>
                  <a:lnTo>
                    <a:pt x="791550" y="602338"/>
                  </a:lnTo>
                  <a:lnTo>
                    <a:pt x="791389" y="602323"/>
                  </a:lnTo>
                  <a:lnTo>
                    <a:pt x="789949" y="602751"/>
                  </a:lnTo>
                  <a:lnTo>
                    <a:pt x="789304" y="602833"/>
                  </a:lnTo>
                  <a:lnTo>
                    <a:pt x="789242" y="602700"/>
                  </a:lnTo>
                  <a:lnTo>
                    <a:pt x="789201" y="602551"/>
                  </a:lnTo>
                  <a:lnTo>
                    <a:pt x="789160" y="602414"/>
                  </a:lnTo>
                  <a:lnTo>
                    <a:pt x="789077" y="602266"/>
                  </a:lnTo>
                  <a:lnTo>
                    <a:pt x="788874" y="602024"/>
                  </a:lnTo>
                  <a:lnTo>
                    <a:pt x="788643" y="601638"/>
                  </a:lnTo>
                  <a:lnTo>
                    <a:pt x="788617" y="601424"/>
                  </a:lnTo>
                  <a:lnTo>
                    <a:pt x="788528" y="601268"/>
                  </a:lnTo>
                  <a:lnTo>
                    <a:pt x="788423" y="601073"/>
                  </a:lnTo>
                  <a:lnTo>
                    <a:pt x="788330" y="600904"/>
                  </a:lnTo>
                  <a:lnTo>
                    <a:pt x="787742" y="600273"/>
                  </a:lnTo>
                  <a:lnTo>
                    <a:pt x="787525" y="600220"/>
                  </a:lnTo>
                  <a:lnTo>
                    <a:pt x="787352" y="600168"/>
                  </a:lnTo>
                  <a:lnTo>
                    <a:pt x="787189" y="600093"/>
                  </a:lnTo>
                  <a:lnTo>
                    <a:pt x="786211" y="599514"/>
                  </a:lnTo>
                  <a:lnTo>
                    <a:pt x="784350" y="599768"/>
                  </a:lnTo>
                  <a:lnTo>
                    <a:pt x="783982" y="599643"/>
                  </a:lnTo>
                  <a:lnTo>
                    <a:pt x="783480" y="599687"/>
                  </a:lnTo>
                  <a:lnTo>
                    <a:pt x="783246" y="599614"/>
                  </a:lnTo>
                  <a:lnTo>
                    <a:pt x="782513" y="599050"/>
                  </a:lnTo>
                  <a:lnTo>
                    <a:pt x="781777" y="598837"/>
                  </a:lnTo>
                  <a:lnTo>
                    <a:pt x="781669" y="598616"/>
                  </a:lnTo>
                  <a:lnTo>
                    <a:pt x="781424" y="598226"/>
                  </a:lnTo>
                  <a:lnTo>
                    <a:pt x="781027" y="597892"/>
                  </a:lnTo>
                  <a:lnTo>
                    <a:pt x="780995" y="597663"/>
                  </a:lnTo>
                  <a:lnTo>
                    <a:pt x="780960" y="597528"/>
                  </a:lnTo>
                  <a:lnTo>
                    <a:pt x="780761" y="597147"/>
                  </a:lnTo>
                  <a:lnTo>
                    <a:pt x="780609" y="597080"/>
                  </a:lnTo>
                  <a:lnTo>
                    <a:pt x="780432" y="597039"/>
                  </a:lnTo>
                  <a:lnTo>
                    <a:pt x="780247" y="597002"/>
                  </a:lnTo>
                  <a:lnTo>
                    <a:pt x="779951" y="596957"/>
                  </a:lnTo>
                  <a:lnTo>
                    <a:pt x="779783" y="596959"/>
                  </a:lnTo>
                  <a:lnTo>
                    <a:pt x="779495" y="596927"/>
                  </a:lnTo>
                  <a:lnTo>
                    <a:pt x="779366" y="596846"/>
                  </a:lnTo>
                  <a:lnTo>
                    <a:pt x="779128" y="596645"/>
                  </a:lnTo>
                  <a:lnTo>
                    <a:pt x="778719" y="596254"/>
                  </a:lnTo>
                  <a:lnTo>
                    <a:pt x="778556" y="596200"/>
                  </a:lnTo>
                  <a:lnTo>
                    <a:pt x="778335" y="596175"/>
                  </a:lnTo>
                  <a:lnTo>
                    <a:pt x="778176" y="596143"/>
                  </a:lnTo>
                  <a:lnTo>
                    <a:pt x="777895" y="596058"/>
                  </a:lnTo>
                  <a:lnTo>
                    <a:pt x="777034" y="595558"/>
                  </a:lnTo>
                  <a:lnTo>
                    <a:pt x="776155" y="595966"/>
                  </a:lnTo>
                  <a:lnTo>
                    <a:pt x="774970" y="595114"/>
                  </a:lnTo>
                  <a:lnTo>
                    <a:pt x="774861" y="594985"/>
                  </a:lnTo>
                  <a:lnTo>
                    <a:pt x="774611" y="594569"/>
                  </a:lnTo>
                  <a:lnTo>
                    <a:pt x="774330" y="594148"/>
                  </a:lnTo>
                  <a:lnTo>
                    <a:pt x="774037" y="593968"/>
                  </a:lnTo>
                  <a:lnTo>
                    <a:pt x="773977" y="593650"/>
                  </a:lnTo>
                  <a:lnTo>
                    <a:pt x="773941" y="593420"/>
                  </a:lnTo>
                  <a:lnTo>
                    <a:pt x="773852" y="593041"/>
                  </a:lnTo>
                  <a:lnTo>
                    <a:pt x="773730" y="592691"/>
                  </a:lnTo>
                  <a:lnTo>
                    <a:pt x="773486" y="592266"/>
                  </a:lnTo>
                  <a:lnTo>
                    <a:pt x="773161" y="591952"/>
                  </a:lnTo>
                  <a:lnTo>
                    <a:pt x="772697" y="591537"/>
                  </a:lnTo>
                  <a:lnTo>
                    <a:pt x="772461" y="591435"/>
                  </a:lnTo>
                  <a:lnTo>
                    <a:pt x="772136" y="591417"/>
                  </a:lnTo>
                  <a:lnTo>
                    <a:pt x="771909" y="591325"/>
                  </a:lnTo>
                  <a:lnTo>
                    <a:pt x="771730" y="591149"/>
                  </a:lnTo>
                  <a:lnTo>
                    <a:pt x="771632" y="590771"/>
                  </a:lnTo>
                  <a:lnTo>
                    <a:pt x="771429" y="590586"/>
                  </a:lnTo>
                  <a:lnTo>
                    <a:pt x="771201" y="590476"/>
                  </a:lnTo>
                  <a:lnTo>
                    <a:pt x="770852" y="590448"/>
                  </a:lnTo>
                  <a:lnTo>
                    <a:pt x="770286" y="590432"/>
                  </a:lnTo>
                  <a:lnTo>
                    <a:pt x="770163" y="590241"/>
                  </a:lnTo>
                  <a:lnTo>
                    <a:pt x="770015" y="590030"/>
                  </a:lnTo>
                  <a:lnTo>
                    <a:pt x="769780" y="589942"/>
                  </a:lnTo>
                  <a:lnTo>
                    <a:pt x="769458" y="589877"/>
                  </a:lnTo>
                  <a:lnTo>
                    <a:pt x="769153" y="589839"/>
                  </a:lnTo>
                  <a:lnTo>
                    <a:pt x="768779" y="589839"/>
                  </a:lnTo>
                  <a:lnTo>
                    <a:pt x="768515" y="590073"/>
                  </a:lnTo>
                  <a:lnTo>
                    <a:pt x="768183" y="590199"/>
                  </a:lnTo>
                  <a:lnTo>
                    <a:pt x="768065" y="590037"/>
                  </a:lnTo>
                  <a:lnTo>
                    <a:pt x="767939" y="589875"/>
                  </a:lnTo>
                  <a:lnTo>
                    <a:pt x="767563" y="588950"/>
                  </a:lnTo>
                  <a:lnTo>
                    <a:pt x="767554" y="588801"/>
                  </a:lnTo>
                  <a:lnTo>
                    <a:pt x="767505" y="588303"/>
                  </a:lnTo>
                  <a:lnTo>
                    <a:pt x="767440" y="587999"/>
                  </a:lnTo>
                  <a:lnTo>
                    <a:pt x="767221" y="587676"/>
                  </a:lnTo>
                  <a:lnTo>
                    <a:pt x="766822" y="586937"/>
                  </a:lnTo>
                  <a:lnTo>
                    <a:pt x="766253" y="586273"/>
                  </a:lnTo>
                  <a:lnTo>
                    <a:pt x="766041" y="586123"/>
                  </a:lnTo>
                  <a:lnTo>
                    <a:pt x="765849" y="586030"/>
                  </a:lnTo>
                  <a:lnTo>
                    <a:pt x="765263" y="585809"/>
                  </a:lnTo>
                  <a:lnTo>
                    <a:pt x="765131" y="585784"/>
                  </a:lnTo>
                  <a:lnTo>
                    <a:pt x="764709" y="585821"/>
                  </a:lnTo>
                  <a:lnTo>
                    <a:pt x="764327" y="585968"/>
                  </a:lnTo>
                  <a:lnTo>
                    <a:pt x="763953" y="586144"/>
                  </a:lnTo>
                  <a:lnTo>
                    <a:pt x="763659" y="586547"/>
                  </a:lnTo>
                  <a:lnTo>
                    <a:pt x="763888" y="587077"/>
                  </a:lnTo>
                  <a:lnTo>
                    <a:pt x="763863" y="587224"/>
                  </a:lnTo>
                  <a:lnTo>
                    <a:pt x="763782" y="587500"/>
                  </a:lnTo>
                  <a:lnTo>
                    <a:pt x="763676" y="587630"/>
                  </a:lnTo>
                  <a:lnTo>
                    <a:pt x="763091" y="587676"/>
                  </a:lnTo>
                  <a:lnTo>
                    <a:pt x="762449" y="587676"/>
                  </a:lnTo>
                  <a:lnTo>
                    <a:pt x="762099" y="587602"/>
                  </a:lnTo>
                  <a:lnTo>
                    <a:pt x="761959" y="587532"/>
                  </a:lnTo>
                  <a:lnTo>
                    <a:pt x="761752" y="587394"/>
                  </a:lnTo>
                  <a:lnTo>
                    <a:pt x="761611" y="587330"/>
                  </a:lnTo>
                  <a:lnTo>
                    <a:pt x="761298" y="587288"/>
                  </a:lnTo>
                  <a:lnTo>
                    <a:pt x="761026" y="587302"/>
                  </a:lnTo>
                  <a:lnTo>
                    <a:pt x="760803" y="587262"/>
                  </a:lnTo>
                  <a:lnTo>
                    <a:pt x="760424" y="587110"/>
                  </a:lnTo>
                  <a:lnTo>
                    <a:pt x="760137" y="586932"/>
                  </a:lnTo>
                  <a:lnTo>
                    <a:pt x="759938" y="586840"/>
                  </a:lnTo>
                  <a:lnTo>
                    <a:pt x="759739" y="586793"/>
                  </a:lnTo>
                  <a:lnTo>
                    <a:pt x="759469" y="586691"/>
                  </a:lnTo>
                  <a:lnTo>
                    <a:pt x="759367" y="586553"/>
                  </a:lnTo>
                  <a:lnTo>
                    <a:pt x="759245" y="586286"/>
                  </a:lnTo>
                  <a:lnTo>
                    <a:pt x="759087" y="585557"/>
                  </a:lnTo>
                  <a:lnTo>
                    <a:pt x="758977" y="585276"/>
                  </a:lnTo>
                  <a:lnTo>
                    <a:pt x="758806" y="584649"/>
                  </a:lnTo>
                  <a:lnTo>
                    <a:pt x="758823" y="583855"/>
                  </a:lnTo>
                  <a:lnTo>
                    <a:pt x="758855" y="583181"/>
                  </a:lnTo>
                  <a:lnTo>
                    <a:pt x="758628" y="582720"/>
                  </a:lnTo>
                  <a:lnTo>
                    <a:pt x="758384" y="582434"/>
                  </a:lnTo>
                  <a:lnTo>
                    <a:pt x="758153" y="582414"/>
                  </a:lnTo>
                  <a:lnTo>
                    <a:pt x="757207" y="582374"/>
                  </a:lnTo>
                  <a:lnTo>
                    <a:pt x="756549" y="582459"/>
                  </a:lnTo>
                  <a:lnTo>
                    <a:pt x="756370" y="582504"/>
                  </a:lnTo>
                  <a:lnTo>
                    <a:pt x="756056" y="582636"/>
                  </a:lnTo>
                  <a:lnTo>
                    <a:pt x="755899" y="582751"/>
                  </a:lnTo>
                  <a:lnTo>
                    <a:pt x="755546" y="582895"/>
                  </a:lnTo>
                  <a:lnTo>
                    <a:pt x="755075" y="583034"/>
                  </a:lnTo>
                  <a:lnTo>
                    <a:pt x="754059" y="583126"/>
                  </a:lnTo>
                  <a:lnTo>
                    <a:pt x="753457" y="583227"/>
                  </a:lnTo>
                  <a:lnTo>
                    <a:pt x="752587" y="583274"/>
                  </a:lnTo>
                  <a:lnTo>
                    <a:pt x="751930" y="583272"/>
                  </a:lnTo>
                  <a:lnTo>
                    <a:pt x="751732" y="583218"/>
                  </a:lnTo>
                  <a:lnTo>
                    <a:pt x="751376" y="583190"/>
                  </a:lnTo>
                  <a:lnTo>
                    <a:pt x="750937" y="583200"/>
                  </a:lnTo>
                  <a:lnTo>
                    <a:pt x="750677" y="583255"/>
                  </a:lnTo>
                  <a:lnTo>
                    <a:pt x="750416" y="583421"/>
                  </a:lnTo>
                  <a:lnTo>
                    <a:pt x="750091" y="583809"/>
                  </a:lnTo>
                  <a:lnTo>
                    <a:pt x="749717" y="584030"/>
                  </a:lnTo>
                  <a:lnTo>
                    <a:pt x="749376" y="584132"/>
                  </a:lnTo>
                  <a:lnTo>
                    <a:pt x="748604" y="584178"/>
                  </a:lnTo>
                  <a:lnTo>
                    <a:pt x="747660" y="584215"/>
                  </a:lnTo>
                  <a:lnTo>
                    <a:pt x="746325" y="584070"/>
                  </a:lnTo>
                  <a:lnTo>
                    <a:pt x="746113" y="584009"/>
                  </a:lnTo>
                  <a:lnTo>
                    <a:pt x="745856" y="583839"/>
                  </a:lnTo>
                  <a:lnTo>
                    <a:pt x="745779" y="583712"/>
                  </a:lnTo>
                  <a:lnTo>
                    <a:pt x="745227" y="583156"/>
                  </a:lnTo>
                  <a:lnTo>
                    <a:pt x="744877" y="582687"/>
                  </a:lnTo>
                  <a:lnTo>
                    <a:pt x="744679" y="582476"/>
                  </a:lnTo>
                  <a:lnTo>
                    <a:pt x="744529" y="582328"/>
                  </a:lnTo>
                  <a:lnTo>
                    <a:pt x="744267" y="582101"/>
                  </a:lnTo>
                  <a:lnTo>
                    <a:pt x="744122" y="582070"/>
                  </a:lnTo>
                  <a:lnTo>
                    <a:pt x="743932" y="582033"/>
                  </a:lnTo>
                  <a:lnTo>
                    <a:pt x="743705" y="582018"/>
                  </a:lnTo>
                  <a:lnTo>
                    <a:pt x="743531" y="581993"/>
                  </a:lnTo>
                  <a:lnTo>
                    <a:pt x="743359" y="581990"/>
                  </a:lnTo>
                  <a:lnTo>
                    <a:pt x="743187" y="581994"/>
                  </a:lnTo>
                  <a:lnTo>
                    <a:pt x="742669" y="581639"/>
                  </a:lnTo>
                  <a:lnTo>
                    <a:pt x="742604" y="581466"/>
                  </a:lnTo>
                  <a:lnTo>
                    <a:pt x="742569" y="581247"/>
                  </a:lnTo>
                  <a:lnTo>
                    <a:pt x="742544" y="581061"/>
                  </a:lnTo>
                  <a:lnTo>
                    <a:pt x="742527" y="580862"/>
                  </a:lnTo>
                  <a:lnTo>
                    <a:pt x="742498" y="580645"/>
                  </a:lnTo>
                  <a:lnTo>
                    <a:pt x="742507" y="580515"/>
                  </a:lnTo>
                  <a:lnTo>
                    <a:pt x="742271" y="579893"/>
                  </a:lnTo>
                  <a:lnTo>
                    <a:pt x="742136" y="579838"/>
                  </a:lnTo>
                  <a:lnTo>
                    <a:pt x="741738" y="579632"/>
                  </a:lnTo>
                  <a:lnTo>
                    <a:pt x="741651" y="579499"/>
                  </a:lnTo>
                  <a:lnTo>
                    <a:pt x="740919" y="579300"/>
                  </a:lnTo>
                  <a:lnTo>
                    <a:pt x="740773" y="579370"/>
                  </a:lnTo>
                  <a:lnTo>
                    <a:pt x="740276" y="579604"/>
                  </a:lnTo>
                  <a:lnTo>
                    <a:pt x="739986" y="579483"/>
                  </a:lnTo>
                  <a:lnTo>
                    <a:pt x="739691" y="579400"/>
                  </a:lnTo>
                  <a:lnTo>
                    <a:pt x="739422" y="579314"/>
                  </a:lnTo>
                  <a:lnTo>
                    <a:pt x="739181" y="579318"/>
                  </a:lnTo>
                  <a:lnTo>
                    <a:pt x="739047" y="579425"/>
                  </a:lnTo>
                  <a:lnTo>
                    <a:pt x="738880" y="579571"/>
                  </a:lnTo>
                  <a:lnTo>
                    <a:pt x="738549" y="579839"/>
                  </a:lnTo>
                  <a:lnTo>
                    <a:pt x="738403" y="579932"/>
                  </a:lnTo>
                  <a:lnTo>
                    <a:pt x="738264" y="580041"/>
                  </a:lnTo>
                  <a:lnTo>
                    <a:pt x="738128" y="580135"/>
                  </a:lnTo>
                  <a:lnTo>
                    <a:pt x="737146" y="580458"/>
                  </a:lnTo>
                  <a:lnTo>
                    <a:pt x="736394" y="580176"/>
                  </a:lnTo>
                  <a:lnTo>
                    <a:pt x="736025" y="580262"/>
                  </a:lnTo>
                  <a:lnTo>
                    <a:pt x="735859" y="580254"/>
                  </a:lnTo>
                  <a:lnTo>
                    <a:pt x="735067" y="580445"/>
                  </a:lnTo>
                  <a:lnTo>
                    <a:pt x="734876" y="580574"/>
                  </a:lnTo>
                  <a:lnTo>
                    <a:pt x="734737" y="580629"/>
                  </a:lnTo>
                  <a:lnTo>
                    <a:pt x="734543" y="580705"/>
                  </a:lnTo>
                  <a:lnTo>
                    <a:pt x="734272" y="580789"/>
                  </a:lnTo>
                  <a:lnTo>
                    <a:pt x="734139" y="580861"/>
                  </a:lnTo>
                  <a:lnTo>
                    <a:pt x="733900" y="580956"/>
                  </a:lnTo>
                  <a:lnTo>
                    <a:pt x="733599" y="581012"/>
                  </a:lnTo>
                  <a:lnTo>
                    <a:pt x="733444" y="581020"/>
                  </a:lnTo>
                  <a:lnTo>
                    <a:pt x="733292" y="581034"/>
                  </a:lnTo>
                  <a:lnTo>
                    <a:pt x="732509" y="581334"/>
                  </a:lnTo>
                  <a:lnTo>
                    <a:pt x="732362" y="581409"/>
                  </a:lnTo>
                  <a:lnTo>
                    <a:pt x="731774" y="581830"/>
                  </a:lnTo>
                  <a:lnTo>
                    <a:pt x="731412" y="582105"/>
                  </a:lnTo>
                  <a:lnTo>
                    <a:pt x="731163" y="582256"/>
                  </a:lnTo>
                  <a:lnTo>
                    <a:pt x="730800" y="582514"/>
                  </a:lnTo>
                  <a:lnTo>
                    <a:pt x="730305" y="582803"/>
                  </a:lnTo>
                  <a:lnTo>
                    <a:pt x="730074" y="582953"/>
                  </a:lnTo>
                  <a:lnTo>
                    <a:pt x="729880" y="583048"/>
                  </a:lnTo>
                  <a:lnTo>
                    <a:pt x="729593" y="583182"/>
                  </a:lnTo>
                  <a:lnTo>
                    <a:pt x="729374" y="583300"/>
                  </a:lnTo>
                  <a:lnTo>
                    <a:pt x="729196" y="583398"/>
                  </a:lnTo>
                  <a:lnTo>
                    <a:pt x="729027" y="583497"/>
                  </a:lnTo>
                  <a:lnTo>
                    <a:pt x="728857" y="583590"/>
                  </a:lnTo>
                  <a:lnTo>
                    <a:pt x="728697" y="583692"/>
                  </a:lnTo>
                  <a:lnTo>
                    <a:pt x="728328" y="583845"/>
                  </a:lnTo>
                  <a:lnTo>
                    <a:pt x="728180" y="583933"/>
                  </a:lnTo>
                  <a:lnTo>
                    <a:pt x="728053" y="583998"/>
                  </a:lnTo>
                  <a:lnTo>
                    <a:pt x="727734" y="584188"/>
                  </a:lnTo>
                  <a:lnTo>
                    <a:pt x="727560" y="584297"/>
                  </a:lnTo>
                  <a:lnTo>
                    <a:pt x="727364" y="584417"/>
                  </a:lnTo>
                  <a:lnTo>
                    <a:pt x="726725" y="584676"/>
                  </a:lnTo>
                  <a:lnTo>
                    <a:pt x="726583" y="584721"/>
                  </a:lnTo>
                  <a:lnTo>
                    <a:pt x="726289" y="584826"/>
                  </a:lnTo>
                  <a:lnTo>
                    <a:pt x="726152" y="584853"/>
                  </a:lnTo>
                  <a:lnTo>
                    <a:pt x="726014" y="584878"/>
                  </a:lnTo>
                  <a:lnTo>
                    <a:pt x="725852" y="584903"/>
                  </a:lnTo>
                  <a:lnTo>
                    <a:pt x="725429" y="585053"/>
                  </a:lnTo>
                  <a:lnTo>
                    <a:pt x="725294" y="585061"/>
                  </a:lnTo>
                  <a:lnTo>
                    <a:pt x="724993" y="585108"/>
                  </a:lnTo>
                  <a:lnTo>
                    <a:pt x="724802" y="585178"/>
                  </a:lnTo>
                  <a:lnTo>
                    <a:pt x="724663" y="585230"/>
                  </a:lnTo>
                  <a:lnTo>
                    <a:pt x="724276" y="585344"/>
                  </a:lnTo>
                  <a:lnTo>
                    <a:pt x="724015" y="585414"/>
                  </a:lnTo>
                  <a:lnTo>
                    <a:pt x="723707" y="585494"/>
                  </a:lnTo>
                  <a:lnTo>
                    <a:pt x="723527" y="585523"/>
                  </a:lnTo>
                  <a:lnTo>
                    <a:pt x="723312" y="585545"/>
                  </a:lnTo>
                  <a:lnTo>
                    <a:pt x="723077" y="585546"/>
                  </a:lnTo>
                  <a:lnTo>
                    <a:pt x="722946" y="585556"/>
                  </a:lnTo>
                  <a:lnTo>
                    <a:pt x="722796" y="585598"/>
                  </a:lnTo>
                  <a:lnTo>
                    <a:pt x="722521" y="585746"/>
                  </a:lnTo>
                  <a:lnTo>
                    <a:pt x="722241" y="585941"/>
                  </a:lnTo>
                  <a:lnTo>
                    <a:pt x="721865" y="586204"/>
                  </a:lnTo>
                  <a:lnTo>
                    <a:pt x="721625" y="586283"/>
                  </a:lnTo>
                  <a:lnTo>
                    <a:pt x="721409" y="586343"/>
                  </a:lnTo>
                  <a:lnTo>
                    <a:pt x="721127" y="586483"/>
                  </a:lnTo>
                  <a:lnTo>
                    <a:pt x="720963" y="586664"/>
                  </a:lnTo>
                  <a:lnTo>
                    <a:pt x="720798" y="586836"/>
                  </a:lnTo>
                  <a:lnTo>
                    <a:pt x="720581" y="587008"/>
                  </a:lnTo>
                  <a:lnTo>
                    <a:pt x="720437" y="587096"/>
                  </a:lnTo>
                  <a:lnTo>
                    <a:pt x="720330" y="587226"/>
                  </a:lnTo>
                  <a:lnTo>
                    <a:pt x="720229" y="587383"/>
                  </a:lnTo>
                  <a:lnTo>
                    <a:pt x="720098" y="587619"/>
                  </a:lnTo>
                  <a:lnTo>
                    <a:pt x="719985" y="587855"/>
                  </a:lnTo>
                  <a:lnTo>
                    <a:pt x="719846" y="588182"/>
                  </a:lnTo>
                  <a:lnTo>
                    <a:pt x="719704" y="588700"/>
                  </a:lnTo>
                  <a:lnTo>
                    <a:pt x="719688" y="588894"/>
                  </a:lnTo>
                  <a:lnTo>
                    <a:pt x="719659" y="589118"/>
                  </a:lnTo>
                  <a:lnTo>
                    <a:pt x="719631" y="589278"/>
                  </a:lnTo>
                  <a:lnTo>
                    <a:pt x="719584" y="589451"/>
                  </a:lnTo>
                  <a:lnTo>
                    <a:pt x="719496" y="589616"/>
                  </a:lnTo>
                  <a:lnTo>
                    <a:pt x="719414" y="589818"/>
                  </a:lnTo>
                  <a:lnTo>
                    <a:pt x="719326" y="589981"/>
                  </a:lnTo>
                  <a:lnTo>
                    <a:pt x="719149" y="590438"/>
                  </a:lnTo>
                  <a:lnTo>
                    <a:pt x="719220" y="590794"/>
                  </a:lnTo>
                  <a:lnTo>
                    <a:pt x="719212" y="590926"/>
                  </a:lnTo>
                  <a:lnTo>
                    <a:pt x="719190" y="591078"/>
                  </a:lnTo>
                  <a:lnTo>
                    <a:pt x="719143" y="591226"/>
                  </a:lnTo>
                  <a:lnTo>
                    <a:pt x="719052" y="591440"/>
                  </a:lnTo>
                  <a:lnTo>
                    <a:pt x="718947" y="591666"/>
                  </a:lnTo>
                  <a:lnTo>
                    <a:pt x="718784" y="591947"/>
                  </a:lnTo>
                  <a:lnTo>
                    <a:pt x="718584" y="592171"/>
                  </a:lnTo>
                  <a:lnTo>
                    <a:pt x="718441" y="592290"/>
                  </a:lnTo>
                  <a:lnTo>
                    <a:pt x="718258" y="592428"/>
                  </a:lnTo>
                  <a:lnTo>
                    <a:pt x="717612" y="592752"/>
                  </a:lnTo>
                  <a:lnTo>
                    <a:pt x="717305" y="593067"/>
                  </a:lnTo>
                  <a:lnTo>
                    <a:pt x="717190" y="593267"/>
                  </a:lnTo>
                  <a:lnTo>
                    <a:pt x="716597" y="594114"/>
                  </a:lnTo>
                  <a:lnTo>
                    <a:pt x="716351" y="594463"/>
                  </a:lnTo>
                  <a:lnTo>
                    <a:pt x="716259" y="594676"/>
                  </a:lnTo>
                  <a:lnTo>
                    <a:pt x="716162" y="594805"/>
                  </a:lnTo>
                  <a:lnTo>
                    <a:pt x="715814" y="595339"/>
                  </a:lnTo>
                  <a:lnTo>
                    <a:pt x="715732" y="595513"/>
                  </a:lnTo>
                  <a:lnTo>
                    <a:pt x="715615" y="595776"/>
                  </a:lnTo>
                  <a:lnTo>
                    <a:pt x="715148" y="596430"/>
                  </a:lnTo>
                  <a:lnTo>
                    <a:pt x="714969" y="596676"/>
                  </a:lnTo>
                  <a:lnTo>
                    <a:pt x="714749" y="596981"/>
                  </a:lnTo>
                  <a:lnTo>
                    <a:pt x="714568" y="597227"/>
                  </a:lnTo>
                  <a:lnTo>
                    <a:pt x="714279" y="597554"/>
                  </a:lnTo>
                  <a:lnTo>
                    <a:pt x="714113" y="597662"/>
                  </a:lnTo>
                  <a:lnTo>
                    <a:pt x="713925" y="597760"/>
                  </a:lnTo>
                  <a:lnTo>
                    <a:pt x="713392" y="598020"/>
                  </a:lnTo>
                  <a:lnTo>
                    <a:pt x="713237" y="598089"/>
                  </a:lnTo>
                  <a:lnTo>
                    <a:pt x="713078" y="598138"/>
                  </a:lnTo>
                  <a:lnTo>
                    <a:pt x="712944" y="598199"/>
                  </a:lnTo>
                  <a:lnTo>
                    <a:pt x="712676" y="598328"/>
                  </a:lnTo>
                  <a:lnTo>
                    <a:pt x="712465" y="598406"/>
                  </a:lnTo>
                  <a:lnTo>
                    <a:pt x="712310" y="598450"/>
                  </a:lnTo>
                  <a:lnTo>
                    <a:pt x="712037" y="598524"/>
                  </a:lnTo>
                  <a:lnTo>
                    <a:pt x="711886" y="598592"/>
                  </a:lnTo>
                  <a:lnTo>
                    <a:pt x="711679" y="598674"/>
                  </a:lnTo>
                  <a:lnTo>
                    <a:pt x="711497" y="598765"/>
                  </a:lnTo>
                  <a:lnTo>
                    <a:pt x="711245" y="598869"/>
                  </a:lnTo>
                  <a:lnTo>
                    <a:pt x="711081" y="598963"/>
                  </a:lnTo>
                  <a:lnTo>
                    <a:pt x="710944" y="599061"/>
                  </a:lnTo>
                  <a:lnTo>
                    <a:pt x="710681" y="599208"/>
                  </a:lnTo>
                  <a:lnTo>
                    <a:pt x="710411" y="599347"/>
                  </a:lnTo>
                  <a:lnTo>
                    <a:pt x="710274" y="599441"/>
                  </a:lnTo>
                  <a:lnTo>
                    <a:pt x="710115" y="599532"/>
                  </a:lnTo>
                  <a:lnTo>
                    <a:pt x="709891" y="599652"/>
                  </a:lnTo>
                  <a:lnTo>
                    <a:pt x="709522" y="599865"/>
                  </a:lnTo>
                  <a:lnTo>
                    <a:pt x="709327" y="599997"/>
                  </a:lnTo>
                  <a:lnTo>
                    <a:pt x="709092" y="600136"/>
                  </a:lnTo>
                  <a:lnTo>
                    <a:pt x="708686" y="600369"/>
                  </a:lnTo>
                  <a:lnTo>
                    <a:pt x="708428" y="600495"/>
                  </a:lnTo>
                  <a:lnTo>
                    <a:pt x="708279" y="600541"/>
                  </a:lnTo>
                  <a:lnTo>
                    <a:pt x="708058" y="600665"/>
                  </a:lnTo>
                  <a:lnTo>
                    <a:pt x="707889" y="600788"/>
                  </a:lnTo>
                  <a:lnTo>
                    <a:pt x="707715" y="600877"/>
                  </a:lnTo>
                  <a:lnTo>
                    <a:pt x="707429" y="601072"/>
                  </a:lnTo>
                  <a:lnTo>
                    <a:pt x="707158" y="601212"/>
                  </a:lnTo>
                  <a:lnTo>
                    <a:pt x="707014" y="601271"/>
                  </a:lnTo>
                  <a:lnTo>
                    <a:pt x="706884" y="601319"/>
                  </a:lnTo>
                  <a:lnTo>
                    <a:pt x="706622" y="601430"/>
                  </a:lnTo>
                  <a:lnTo>
                    <a:pt x="706451" y="601483"/>
                  </a:lnTo>
                  <a:lnTo>
                    <a:pt x="706295" y="601511"/>
                  </a:lnTo>
                  <a:lnTo>
                    <a:pt x="706017" y="601602"/>
                  </a:lnTo>
                  <a:lnTo>
                    <a:pt x="705568" y="601756"/>
                  </a:lnTo>
                  <a:lnTo>
                    <a:pt x="705425" y="601783"/>
                  </a:lnTo>
                  <a:lnTo>
                    <a:pt x="705254" y="601818"/>
                  </a:lnTo>
                  <a:lnTo>
                    <a:pt x="704766" y="601879"/>
                  </a:lnTo>
                  <a:lnTo>
                    <a:pt x="704582" y="601922"/>
                  </a:lnTo>
                  <a:lnTo>
                    <a:pt x="704399" y="601971"/>
                  </a:lnTo>
                  <a:lnTo>
                    <a:pt x="703703" y="602491"/>
                  </a:lnTo>
                  <a:lnTo>
                    <a:pt x="703394" y="602760"/>
                  </a:lnTo>
                  <a:lnTo>
                    <a:pt x="703088" y="602892"/>
                  </a:lnTo>
                  <a:lnTo>
                    <a:pt x="702415" y="603087"/>
                  </a:lnTo>
                  <a:lnTo>
                    <a:pt x="701933" y="603183"/>
                  </a:lnTo>
                  <a:lnTo>
                    <a:pt x="700341" y="604025"/>
                  </a:lnTo>
                  <a:lnTo>
                    <a:pt x="699512" y="604180"/>
                  </a:lnTo>
                  <a:lnTo>
                    <a:pt x="699272" y="604153"/>
                  </a:lnTo>
                  <a:lnTo>
                    <a:pt x="698946" y="604126"/>
                  </a:lnTo>
                  <a:lnTo>
                    <a:pt x="698250" y="603995"/>
                  </a:lnTo>
                  <a:lnTo>
                    <a:pt x="697910" y="603912"/>
                  </a:lnTo>
                  <a:lnTo>
                    <a:pt x="697683" y="603898"/>
                  </a:lnTo>
                  <a:lnTo>
                    <a:pt x="697548" y="603908"/>
                  </a:lnTo>
                  <a:lnTo>
                    <a:pt x="697378" y="603909"/>
                  </a:lnTo>
                  <a:lnTo>
                    <a:pt x="697240" y="603908"/>
                  </a:lnTo>
                  <a:lnTo>
                    <a:pt x="694483" y="604648"/>
                  </a:lnTo>
                  <a:lnTo>
                    <a:pt x="694257" y="604564"/>
                  </a:lnTo>
                  <a:lnTo>
                    <a:pt x="694010" y="604417"/>
                  </a:lnTo>
                  <a:lnTo>
                    <a:pt x="693368" y="603416"/>
                  </a:lnTo>
                  <a:lnTo>
                    <a:pt x="693229" y="603380"/>
                  </a:lnTo>
                  <a:lnTo>
                    <a:pt x="693098" y="603374"/>
                  </a:lnTo>
                  <a:lnTo>
                    <a:pt x="692731" y="603332"/>
                  </a:lnTo>
                  <a:lnTo>
                    <a:pt x="692392" y="603307"/>
                  </a:lnTo>
                  <a:lnTo>
                    <a:pt x="692199" y="603278"/>
                  </a:lnTo>
                  <a:lnTo>
                    <a:pt x="692070" y="603268"/>
                  </a:lnTo>
                  <a:lnTo>
                    <a:pt x="691732" y="603275"/>
                  </a:lnTo>
                  <a:lnTo>
                    <a:pt x="691062" y="603634"/>
                  </a:lnTo>
                  <a:lnTo>
                    <a:pt x="690666" y="604562"/>
                  </a:lnTo>
                  <a:lnTo>
                    <a:pt x="689165" y="604950"/>
                  </a:lnTo>
                  <a:lnTo>
                    <a:pt x="687832" y="605322"/>
                  </a:lnTo>
                  <a:lnTo>
                    <a:pt x="687541" y="605527"/>
                  </a:lnTo>
                  <a:lnTo>
                    <a:pt x="686824" y="605865"/>
                  </a:lnTo>
                  <a:lnTo>
                    <a:pt x="686519" y="605868"/>
                  </a:lnTo>
                  <a:lnTo>
                    <a:pt x="686073" y="606098"/>
                  </a:lnTo>
                  <a:lnTo>
                    <a:pt x="685635" y="606662"/>
                  </a:lnTo>
                  <a:lnTo>
                    <a:pt x="685289" y="606894"/>
                  </a:lnTo>
                  <a:lnTo>
                    <a:pt x="684680" y="607132"/>
                  </a:lnTo>
                  <a:lnTo>
                    <a:pt x="683670" y="607582"/>
                  </a:lnTo>
                  <a:lnTo>
                    <a:pt x="683368" y="607606"/>
                  </a:lnTo>
                  <a:lnTo>
                    <a:pt x="683090" y="607618"/>
                  </a:lnTo>
                  <a:lnTo>
                    <a:pt x="682386" y="607666"/>
                  </a:lnTo>
                  <a:lnTo>
                    <a:pt x="682245" y="607706"/>
                  </a:lnTo>
                  <a:lnTo>
                    <a:pt x="682070" y="607747"/>
                  </a:lnTo>
                  <a:lnTo>
                    <a:pt x="681933" y="607790"/>
                  </a:lnTo>
                  <a:lnTo>
                    <a:pt x="681685" y="608152"/>
                  </a:lnTo>
                  <a:lnTo>
                    <a:pt x="681719" y="608350"/>
                  </a:lnTo>
                  <a:lnTo>
                    <a:pt x="681785" y="608697"/>
                  </a:lnTo>
                  <a:lnTo>
                    <a:pt x="681765" y="608842"/>
                  </a:lnTo>
                  <a:lnTo>
                    <a:pt x="681488" y="609268"/>
                  </a:lnTo>
                  <a:lnTo>
                    <a:pt x="681265" y="609374"/>
                  </a:lnTo>
                  <a:lnTo>
                    <a:pt x="681113" y="609446"/>
                  </a:lnTo>
                  <a:lnTo>
                    <a:pt x="680893" y="609520"/>
                  </a:lnTo>
                  <a:lnTo>
                    <a:pt x="680764" y="609580"/>
                  </a:lnTo>
                  <a:lnTo>
                    <a:pt x="680173" y="609964"/>
                  </a:lnTo>
                  <a:lnTo>
                    <a:pt x="680001" y="610302"/>
                  </a:lnTo>
                  <a:lnTo>
                    <a:pt x="679852" y="610492"/>
                  </a:lnTo>
                  <a:lnTo>
                    <a:pt x="679704" y="610743"/>
                  </a:lnTo>
                  <a:lnTo>
                    <a:pt x="679599" y="610879"/>
                  </a:lnTo>
                  <a:lnTo>
                    <a:pt x="679345" y="611132"/>
                  </a:lnTo>
                  <a:lnTo>
                    <a:pt x="678999" y="611529"/>
                  </a:lnTo>
                  <a:lnTo>
                    <a:pt x="678831" y="611749"/>
                  </a:lnTo>
                  <a:lnTo>
                    <a:pt x="678495" y="612091"/>
                  </a:lnTo>
                  <a:lnTo>
                    <a:pt x="677839" y="612481"/>
                  </a:lnTo>
                  <a:lnTo>
                    <a:pt x="677649" y="612543"/>
                  </a:lnTo>
                  <a:lnTo>
                    <a:pt x="677514" y="612578"/>
                  </a:lnTo>
                  <a:lnTo>
                    <a:pt x="677359" y="612610"/>
                  </a:lnTo>
                  <a:lnTo>
                    <a:pt x="677225" y="612639"/>
                  </a:lnTo>
                  <a:lnTo>
                    <a:pt x="676924" y="612736"/>
                  </a:lnTo>
                  <a:lnTo>
                    <a:pt x="676684" y="612811"/>
                  </a:lnTo>
                  <a:lnTo>
                    <a:pt x="676507" y="612855"/>
                  </a:lnTo>
                  <a:lnTo>
                    <a:pt x="676040" y="613014"/>
                  </a:lnTo>
                  <a:lnTo>
                    <a:pt x="675759" y="613144"/>
                  </a:lnTo>
                  <a:lnTo>
                    <a:pt x="675555" y="613236"/>
                  </a:lnTo>
                  <a:lnTo>
                    <a:pt x="675358" y="613306"/>
                  </a:lnTo>
                  <a:lnTo>
                    <a:pt x="675205" y="613364"/>
                  </a:lnTo>
                  <a:lnTo>
                    <a:pt x="674792" y="613507"/>
                  </a:lnTo>
                  <a:lnTo>
                    <a:pt x="674543" y="613632"/>
                  </a:lnTo>
                  <a:lnTo>
                    <a:pt x="673963" y="613916"/>
                  </a:lnTo>
                  <a:lnTo>
                    <a:pt x="673634" y="614085"/>
                  </a:lnTo>
                  <a:lnTo>
                    <a:pt x="673419" y="614208"/>
                  </a:lnTo>
                  <a:lnTo>
                    <a:pt x="673126" y="614480"/>
                  </a:lnTo>
                  <a:lnTo>
                    <a:pt x="672819" y="614783"/>
                  </a:lnTo>
                  <a:lnTo>
                    <a:pt x="671657" y="615880"/>
                  </a:lnTo>
                  <a:lnTo>
                    <a:pt x="671258" y="616196"/>
                  </a:lnTo>
                  <a:lnTo>
                    <a:pt x="671073" y="616229"/>
                  </a:lnTo>
                  <a:lnTo>
                    <a:pt x="670854" y="616311"/>
                  </a:lnTo>
                  <a:lnTo>
                    <a:pt x="670574" y="616448"/>
                  </a:lnTo>
                  <a:lnTo>
                    <a:pt x="670442" y="616546"/>
                  </a:lnTo>
                  <a:lnTo>
                    <a:pt x="670189" y="616778"/>
                  </a:lnTo>
                  <a:lnTo>
                    <a:pt x="669826" y="617152"/>
                  </a:lnTo>
                  <a:lnTo>
                    <a:pt x="669626" y="617392"/>
                  </a:lnTo>
                  <a:lnTo>
                    <a:pt x="669476" y="617559"/>
                  </a:lnTo>
                  <a:lnTo>
                    <a:pt x="669339" y="617718"/>
                  </a:lnTo>
                  <a:lnTo>
                    <a:pt x="669106" y="617972"/>
                  </a:lnTo>
                  <a:lnTo>
                    <a:pt x="668971" y="618113"/>
                  </a:lnTo>
                  <a:lnTo>
                    <a:pt x="668860" y="618247"/>
                  </a:lnTo>
                  <a:lnTo>
                    <a:pt x="668570" y="618544"/>
                  </a:lnTo>
                  <a:lnTo>
                    <a:pt x="668437" y="618658"/>
                  </a:lnTo>
                  <a:lnTo>
                    <a:pt x="668299" y="618829"/>
                  </a:lnTo>
                  <a:lnTo>
                    <a:pt x="667884" y="619310"/>
                  </a:lnTo>
                  <a:lnTo>
                    <a:pt x="667747" y="619418"/>
                  </a:lnTo>
                  <a:lnTo>
                    <a:pt x="667303" y="619818"/>
                  </a:lnTo>
                  <a:lnTo>
                    <a:pt x="667161" y="619953"/>
                  </a:lnTo>
                  <a:lnTo>
                    <a:pt x="666860" y="620147"/>
                  </a:lnTo>
                  <a:lnTo>
                    <a:pt x="666711" y="620246"/>
                  </a:lnTo>
                  <a:lnTo>
                    <a:pt x="666514" y="620366"/>
                  </a:lnTo>
                  <a:lnTo>
                    <a:pt x="666227" y="620562"/>
                  </a:lnTo>
                  <a:lnTo>
                    <a:pt x="666086" y="620713"/>
                  </a:lnTo>
                  <a:lnTo>
                    <a:pt x="665873" y="620914"/>
                  </a:lnTo>
                  <a:lnTo>
                    <a:pt x="665365" y="621421"/>
                  </a:lnTo>
                  <a:lnTo>
                    <a:pt x="665187" y="621679"/>
                  </a:lnTo>
                  <a:lnTo>
                    <a:pt x="664890" y="621998"/>
                  </a:lnTo>
                  <a:lnTo>
                    <a:pt x="664581" y="622275"/>
                  </a:lnTo>
                  <a:lnTo>
                    <a:pt x="664413" y="622417"/>
                  </a:lnTo>
                  <a:lnTo>
                    <a:pt x="664138" y="622737"/>
                  </a:lnTo>
                  <a:lnTo>
                    <a:pt x="663870" y="623067"/>
                  </a:lnTo>
                  <a:lnTo>
                    <a:pt x="663666" y="623317"/>
                  </a:lnTo>
                  <a:lnTo>
                    <a:pt x="663545" y="623460"/>
                  </a:lnTo>
                  <a:lnTo>
                    <a:pt x="663224" y="623840"/>
                  </a:lnTo>
                  <a:lnTo>
                    <a:pt x="663136" y="623968"/>
                  </a:lnTo>
                  <a:lnTo>
                    <a:pt x="662841" y="624306"/>
                  </a:lnTo>
                  <a:lnTo>
                    <a:pt x="662571" y="624600"/>
                  </a:lnTo>
                  <a:lnTo>
                    <a:pt x="662269" y="624897"/>
                  </a:lnTo>
                  <a:lnTo>
                    <a:pt x="662076" y="625068"/>
                  </a:lnTo>
                  <a:lnTo>
                    <a:pt x="661784" y="625431"/>
                  </a:lnTo>
                  <a:lnTo>
                    <a:pt x="661647" y="625621"/>
                  </a:lnTo>
                  <a:lnTo>
                    <a:pt x="661222" y="626155"/>
                  </a:lnTo>
                  <a:lnTo>
                    <a:pt x="661080" y="626327"/>
                  </a:lnTo>
                  <a:lnTo>
                    <a:pt x="660930" y="626503"/>
                  </a:lnTo>
                  <a:lnTo>
                    <a:pt x="660708" y="626748"/>
                  </a:lnTo>
                  <a:lnTo>
                    <a:pt x="660609" y="626896"/>
                  </a:lnTo>
                  <a:lnTo>
                    <a:pt x="660441" y="627125"/>
                  </a:lnTo>
                  <a:lnTo>
                    <a:pt x="660350" y="627260"/>
                  </a:lnTo>
                  <a:lnTo>
                    <a:pt x="660162" y="627541"/>
                  </a:lnTo>
                  <a:lnTo>
                    <a:pt x="660075" y="627669"/>
                  </a:lnTo>
                  <a:lnTo>
                    <a:pt x="659834" y="627971"/>
                  </a:lnTo>
                  <a:lnTo>
                    <a:pt x="659515" y="628330"/>
                  </a:lnTo>
                  <a:lnTo>
                    <a:pt x="659131" y="628708"/>
                  </a:lnTo>
                  <a:lnTo>
                    <a:pt x="658986" y="628855"/>
                  </a:lnTo>
                  <a:lnTo>
                    <a:pt x="658847" y="628970"/>
                  </a:lnTo>
                  <a:lnTo>
                    <a:pt x="658525" y="629330"/>
                  </a:lnTo>
                  <a:lnTo>
                    <a:pt x="658394" y="629452"/>
                  </a:lnTo>
                  <a:lnTo>
                    <a:pt x="658250" y="629615"/>
                  </a:lnTo>
                  <a:lnTo>
                    <a:pt x="658003" y="629876"/>
                  </a:lnTo>
                  <a:lnTo>
                    <a:pt x="657886" y="630021"/>
                  </a:lnTo>
                  <a:lnTo>
                    <a:pt x="657745" y="630211"/>
                  </a:lnTo>
                  <a:lnTo>
                    <a:pt x="657413" y="630628"/>
                  </a:lnTo>
                  <a:lnTo>
                    <a:pt x="657281" y="630821"/>
                  </a:lnTo>
                  <a:lnTo>
                    <a:pt x="657181" y="630984"/>
                  </a:lnTo>
                  <a:lnTo>
                    <a:pt x="656796" y="631499"/>
                  </a:lnTo>
                  <a:lnTo>
                    <a:pt x="656663" y="631703"/>
                  </a:lnTo>
                  <a:lnTo>
                    <a:pt x="656378" y="632036"/>
                  </a:lnTo>
                  <a:lnTo>
                    <a:pt x="656226" y="632235"/>
                  </a:lnTo>
                  <a:lnTo>
                    <a:pt x="656095" y="632396"/>
                  </a:lnTo>
                  <a:lnTo>
                    <a:pt x="655831" y="632734"/>
                  </a:lnTo>
                  <a:lnTo>
                    <a:pt x="655717" y="632920"/>
                  </a:lnTo>
                  <a:lnTo>
                    <a:pt x="655599" y="633117"/>
                  </a:lnTo>
                  <a:lnTo>
                    <a:pt x="655332" y="633517"/>
                  </a:lnTo>
                  <a:lnTo>
                    <a:pt x="655230" y="633648"/>
                  </a:lnTo>
                  <a:lnTo>
                    <a:pt x="655097" y="633832"/>
                  </a:lnTo>
                  <a:lnTo>
                    <a:pt x="654943" y="634083"/>
                  </a:lnTo>
                  <a:lnTo>
                    <a:pt x="654775" y="634374"/>
                  </a:lnTo>
                  <a:lnTo>
                    <a:pt x="654641" y="634665"/>
                  </a:lnTo>
                  <a:lnTo>
                    <a:pt x="654593" y="634803"/>
                  </a:lnTo>
                  <a:lnTo>
                    <a:pt x="654535" y="635129"/>
                  </a:lnTo>
                  <a:lnTo>
                    <a:pt x="654522" y="635418"/>
                  </a:lnTo>
                  <a:lnTo>
                    <a:pt x="654563" y="635569"/>
                  </a:lnTo>
                  <a:lnTo>
                    <a:pt x="654669" y="635832"/>
                  </a:lnTo>
                  <a:lnTo>
                    <a:pt x="654838" y="636318"/>
                  </a:lnTo>
                  <a:lnTo>
                    <a:pt x="654843" y="636647"/>
                  </a:lnTo>
                  <a:lnTo>
                    <a:pt x="654834" y="636956"/>
                  </a:lnTo>
                  <a:lnTo>
                    <a:pt x="654796" y="637321"/>
                  </a:lnTo>
                  <a:lnTo>
                    <a:pt x="654796" y="637695"/>
                  </a:lnTo>
                  <a:lnTo>
                    <a:pt x="654753" y="638053"/>
                  </a:lnTo>
                  <a:lnTo>
                    <a:pt x="654729" y="638312"/>
                  </a:lnTo>
                  <a:lnTo>
                    <a:pt x="654631" y="638831"/>
                  </a:lnTo>
                  <a:lnTo>
                    <a:pt x="654578" y="639131"/>
                  </a:lnTo>
                  <a:lnTo>
                    <a:pt x="654447" y="639662"/>
                  </a:lnTo>
                  <a:lnTo>
                    <a:pt x="654376" y="639939"/>
                  </a:lnTo>
                  <a:lnTo>
                    <a:pt x="654116" y="640566"/>
                  </a:lnTo>
                  <a:lnTo>
                    <a:pt x="654013" y="640699"/>
                  </a:lnTo>
                  <a:lnTo>
                    <a:pt x="653839" y="640866"/>
                  </a:lnTo>
                  <a:lnTo>
                    <a:pt x="653706" y="640949"/>
                  </a:lnTo>
                  <a:lnTo>
                    <a:pt x="653513" y="641039"/>
                  </a:lnTo>
                  <a:lnTo>
                    <a:pt x="653141" y="641154"/>
                  </a:lnTo>
                  <a:lnTo>
                    <a:pt x="652931" y="641191"/>
                  </a:lnTo>
                  <a:lnTo>
                    <a:pt x="652563" y="641254"/>
                  </a:lnTo>
                  <a:lnTo>
                    <a:pt x="652341" y="641289"/>
                  </a:lnTo>
                  <a:lnTo>
                    <a:pt x="652196" y="641313"/>
                  </a:lnTo>
                  <a:lnTo>
                    <a:pt x="651750" y="641377"/>
                  </a:lnTo>
                  <a:lnTo>
                    <a:pt x="651548" y="641405"/>
                  </a:lnTo>
                  <a:lnTo>
                    <a:pt x="651149" y="641477"/>
                  </a:lnTo>
                  <a:lnTo>
                    <a:pt x="650878" y="641523"/>
                  </a:lnTo>
                  <a:lnTo>
                    <a:pt x="650688" y="641562"/>
                  </a:lnTo>
                  <a:lnTo>
                    <a:pt x="650345" y="641632"/>
                  </a:lnTo>
                  <a:lnTo>
                    <a:pt x="649778" y="641769"/>
                  </a:lnTo>
                  <a:lnTo>
                    <a:pt x="649554" y="641845"/>
                  </a:lnTo>
                  <a:lnTo>
                    <a:pt x="648955" y="642226"/>
                  </a:lnTo>
                  <a:lnTo>
                    <a:pt x="648760" y="642362"/>
                  </a:lnTo>
                  <a:lnTo>
                    <a:pt x="648064" y="642853"/>
                  </a:lnTo>
                  <a:lnTo>
                    <a:pt x="647911" y="642939"/>
                  </a:lnTo>
                  <a:lnTo>
                    <a:pt x="647491" y="643192"/>
                  </a:lnTo>
                  <a:lnTo>
                    <a:pt x="647291" y="643306"/>
                  </a:lnTo>
                  <a:lnTo>
                    <a:pt x="647161" y="643389"/>
                  </a:lnTo>
                  <a:lnTo>
                    <a:pt x="647010" y="643469"/>
                  </a:lnTo>
                  <a:lnTo>
                    <a:pt x="646861" y="643542"/>
                  </a:lnTo>
                  <a:lnTo>
                    <a:pt x="646709" y="643645"/>
                  </a:lnTo>
                  <a:lnTo>
                    <a:pt x="646435" y="643786"/>
                  </a:lnTo>
                  <a:lnTo>
                    <a:pt x="646239" y="643856"/>
                  </a:lnTo>
                  <a:lnTo>
                    <a:pt x="646044" y="643934"/>
                  </a:lnTo>
                  <a:lnTo>
                    <a:pt x="645900" y="643994"/>
                  </a:lnTo>
                  <a:lnTo>
                    <a:pt x="645756" y="644051"/>
                  </a:lnTo>
                  <a:lnTo>
                    <a:pt x="645595" y="644122"/>
                  </a:lnTo>
                  <a:lnTo>
                    <a:pt x="645295" y="644252"/>
                  </a:lnTo>
                  <a:lnTo>
                    <a:pt x="645115" y="644331"/>
                  </a:lnTo>
                  <a:lnTo>
                    <a:pt x="644987" y="644391"/>
                  </a:lnTo>
                  <a:lnTo>
                    <a:pt x="644635" y="644530"/>
                  </a:lnTo>
                  <a:lnTo>
                    <a:pt x="644458" y="644581"/>
                  </a:lnTo>
                  <a:lnTo>
                    <a:pt x="644304" y="644624"/>
                  </a:lnTo>
                  <a:lnTo>
                    <a:pt x="643876" y="644714"/>
                  </a:lnTo>
                  <a:lnTo>
                    <a:pt x="643624" y="644794"/>
                  </a:lnTo>
                  <a:lnTo>
                    <a:pt x="643317" y="644856"/>
                  </a:lnTo>
                  <a:lnTo>
                    <a:pt x="643144" y="644889"/>
                  </a:lnTo>
                  <a:lnTo>
                    <a:pt x="642968" y="644917"/>
                  </a:lnTo>
                  <a:lnTo>
                    <a:pt x="642545" y="644983"/>
                  </a:lnTo>
                  <a:lnTo>
                    <a:pt x="642394" y="645004"/>
                  </a:lnTo>
                  <a:lnTo>
                    <a:pt x="642261" y="645026"/>
                  </a:lnTo>
                  <a:lnTo>
                    <a:pt x="641866" y="645134"/>
                  </a:lnTo>
                  <a:lnTo>
                    <a:pt x="641707" y="645173"/>
                  </a:lnTo>
                  <a:lnTo>
                    <a:pt x="641497" y="645209"/>
                  </a:lnTo>
                  <a:lnTo>
                    <a:pt x="641210" y="645260"/>
                  </a:lnTo>
                  <a:lnTo>
                    <a:pt x="641040" y="645272"/>
                  </a:lnTo>
                  <a:lnTo>
                    <a:pt x="640792" y="645283"/>
                  </a:lnTo>
                  <a:lnTo>
                    <a:pt x="640596" y="645295"/>
                  </a:lnTo>
                  <a:lnTo>
                    <a:pt x="640468" y="645316"/>
                  </a:lnTo>
                  <a:lnTo>
                    <a:pt x="640314" y="645347"/>
                  </a:lnTo>
                  <a:lnTo>
                    <a:pt x="639834" y="645441"/>
                  </a:lnTo>
                  <a:lnTo>
                    <a:pt x="639487" y="645528"/>
                  </a:lnTo>
                  <a:lnTo>
                    <a:pt x="639290" y="645539"/>
                  </a:lnTo>
                  <a:lnTo>
                    <a:pt x="638901" y="645556"/>
                  </a:lnTo>
                  <a:lnTo>
                    <a:pt x="638682" y="645591"/>
                  </a:lnTo>
                  <a:lnTo>
                    <a:pt x="638509" y="645615"/>
                  </a:lnTo>
                  <a:lnTo>
                    <a:pt x="638375" y="645628"/>
                  </a:lnTo>
                  <a:lnTo>
                    <a:pt x="638131" y="645678"/>
                  </a:lnTo>
                  <a:lnTo>
                    <a:pt x="637878" y="645685"/>
                  </a:lnTo>
                  <a:lnTo>
                    <a:pt x="637726" y="645681"/>
                  </a:lnTo>
                  <a:lnTo>
                    <a:pt x="637558" y="645682"/>
                  </a:lnTo>
                  <a:lnTo>
                    <a:pt x="637387" y="645675"/>
                  </a:lnTo>
                  <a:lnTo>
                    <a:pt x="637258" y="645681"/>
                  </a:lnTo>
                  <a:lnTo>
                    <a:pt x="636978" y="645703"/>
                  </a:lnTo>
                  <a:lnTo>
                    <a:pt x="636653" y="645761"/>
                  </a:lnTo>
                  <a:lnTo>
                    <a:pt x="636516" y="645761"/>
                  </a:lnTo>
                  <a:lnTo>
                    <a:pt x="636351" y="645745"/>
                  </a:lnTo>
                  <a:lnTo>
                    <a:pt x="636208" y="645737"/>
                  </a:lnTo>
                  <a:lnTo>
                    <a:pt x="635988" y="645710"/>
                  </a:lnTo>
                  <a:lnTo>
                    <a:pt x="635805" y="645693"/>
                  </a:lnTo>
                  <a:lnTo>
                    <a:pt x="635616" y="645676"/>
                  </a:lnTo>
                  <a:lnTo>
                    <a:pt x="635285" y="645647"/>
                  </a:lnTo>
                  <a:lnTo>
                    <a:pt x="635109" y="645635"/>
                  </a:lnTo>
                  <a:lnTo>
                    <a:pt x="634893" y="645627"/>
                  </a:lnTo>
                  <a:lnTo>
                    <a:pt x="634535" y="645630"/>
                  </a:lnTo>
                  <a:lnTo>
                    <a:pt x="634337" y="645627"/>
                  </a:lnTo>
                  <a:lnTo>
                    <a:pt x="634025" y="645649"/>
                  </a:lnTo>
                  <a:lnTo>
                    <a:pt x="633817" y="645669"/>
                  </a:lnTo>
                  <a:lnTo>
                    <a:pt x="633667" y="645683"/>
                  </a:lnTo>
                  <a:lnTo>
                    <a:pt x="633297" y="645715"/>
                  </a:lnTo>
                  <a:lnTo>
                    <a:pt x="633081" y="645750"/>
                  </a:lnTo>
                  <a:lnTo>
                    <a:pt x="632850" y="645789"/>
                  </a:lnTo>
                  <a:lnTo>
                    <a:pt x="632597" y="645839"/>
                  </a:lnTo>
                  <a:lnTo>
                    <a:pt x="632468" y="645859"/>
                  </a:lnTo>
                  <a:lnTo>
                    <a:pt x="632311" y="645886"/>
                  </a:lnTo>
                  <a:lnTo>
                    <a:pt x="632177" y="645909"/>
                  </a:lnTo>
                  <a:lnTo>
                    <a:pt x="631898" y="645939"/>
                  </a:lnTo>
                  <a:lnTo>
                    <a:pt x="631764" y="645965"/>
                  </a:lnTo>
                  <a:lnTo>
                    <a:pt x="631631" y="645988"/>
                  </a:lnTo>
                  <a:lnTo>
                    <a:pt x="631486" y="646012"/>
                  </a:lnTo>
                  <a:lnTo>
                    <a:pt x="631234" y="646044"/>
                  </a:lnTo>
                  <a:lnTo>
                    <a:pt x="631013" y="646077"/>
                  </a:lnTo>
                  <a:lnTo>
                    <a:pt x="630728" y="646092"/>
                  </a:lnTo>
                  <a:lnTo>
                    <a:pt x="630416" y="646134"/>
                  </a:lnTo>
                  <a:lnTo>
                    <a:pt x="630236" y="646152"/>
                  </a:lnTo>
                  <a:lnTo>
                    <a:pt x="630108" y="646162"/>
                  </a:lnTo>
                  <a:lnTo>
                    <a:pt x="629834" y="646179"/>
                  </a:lnTo>
                  <a:lnTo>
                    <a:pt x="629645" y="646189"/>
                  </a:lnTo>
                  <a:lnTo>
                    <a:pt x="629262" y="646255"/>
                  </a:lnTo>
                  <a:lnTo>
                    <a:pt x="629117" y="646283"/>
                  </a:lnTo>
                  <a:lnTo>
                    <a:pt x="628932" y="646317"/>
                  </a:lnTo>
                  <a:lnTo>
                    <a:pt x="628523" y="646385"/>
                  </a:lnTo>
                  <a:lnTo>
                    <a:pt x="628186" y="646445"/>
                  </a:lnTo>
                  <a:lnTo>
                    <a:pt x="627873" y="646525"/>
                  </a:lnTo>
                  <a:lnTo>
                    <a:pt x="627710" y="646551"/>
                  </a:lnTo>
                  <a:lnTo>
                    <a:pt x="627552" y="646582"/>
                  </a:lnTo>
                  <a:lnTo>
                    <a:pt x="627140" y="646652"/>
                  </a:lnTo>
                  <a:lnTo>
                    <a:pt x="626981" y="646678"/>
                  </a:lnTo>
                  <a:lnTo>
                    <a:pt x="626771" y="646709"/>
                  </a:lnTo>
                  <a:lnTo>
                    <a:pt x="626230" y="646810"/>
                  </a:lnTo>
                  <a:lnTo>
                    <a:pt x="625916" y="646857"/>
                  </a:lnTo>
                  <a:lnTo>
                    <a:pt x="625637" y="646880"/>
                  </a:lnTo>
                  <a:lnTo>
                    <a:pt x="625509" y="646894"/>
                  </a:lnTo>
                  <a:lnTo>
                    <a:pt x="625262" y="646943"/>
                  </a:lnTo>
                  <a:lnTo>
                    <a:pt x="625075" y="646991"/>
                  </a:lnTo>
                  <a:lnTo>
                    <a:pt x="624896" y="647031"/>
                  </a:lnTo>
                  <a:lnTo>
                    <a:pt x="624633" y="647087"/>
                  </a:lnTo>
                  <a:lnTo>
                    <a:pt x="624228" y="647116"/>
                  </a:lnTo>
                  <a:lnTo>
                    <a:pt x="623867" y="647147"/>
                  </a:lnTo>
                  <a:lnTo>
                    <a:pt x="623659" y="647183"/>
                  </a:lnTo>
                  <a:lnTo>
                    <a:pt x="623468" y="647232"/>
                  </a:lnTo>
                  <a:lnTo>
                    <a:pt x="623175" y="647292"/>
                  </a:lnTo>
                  <a:lnTo>
                    <a:pt x="622918" y="647333"/>
                  </a:lnTo>
                  <a:lnTo>
                    <a:pt x="622487" y="647430"/>
                  </a:lnTo>
                  <a:lnTo>
                    <a:pt x="622278" y="647459"/>
                  </a:lnTo>
                  <a:lnTo>
                    <a:pt x="621944" y="647513"/>
                  </a:lnTo>
                  <a:lnTo>
                    <a:pt x="621770" y="647526"/>
                  </a:lnTo>
                  <a:lnTo>
                    <a:pt x="621618" y="647534"/>
                  </a:lnTo>
                  <a:lnTo>
                    <a:pt x="621129" y="647529"/>
                  </a:lnTo>
                  <a:lnTo>
                    <a:pt x="620908" y="647480"/>
                  </a:lnTo>
                  <a:lnTo>
                    <a:pt x="620615" y="647366"/>
                  </a:lnTo>
                  <a:lnTo>
                    <a:pt x="620366" y="647264"/>
                  </a:lnTo>
                  <a:lnTo>
                    <a:pt x="619931" y="647079"/>
                  </a:lnTo>
                  <a:lnTo>
                    <a:pt x="619742" y="647006"/>
                  </a:lnTo>
                  <a:lnTo>
                    <a:pt x="619418" y="646869"/>
                  </a:lnTo>
                  <a:lnTo>
                    <a:pt x="619252" y="646809"/>
                  </a:lnTo>
                  <a:lnTo>
                    <a:pt x="619024" y="646731"/>
                  </a:lnTo>
                  <a:lnTo>
                    <a:pt x="618873" y="646675"/>
                  </a:lnTo>
                  <a:lnTo>
                    <a:pt x="618581" y="646549"/>
                  </a:lnTo>
                  <a:lnTo>
                    <a:pt x="618398" y="646477"/>
                  </a:lnTo>
                  <a:lnTo>
                    <a:pt x="617881" y="646292"/>
                  </a:lnTo>
                  <a:lnTo>
                    <a:pt x="617691" y="646239"/>
                  </a:lnTo>
                  <a:lnTo>
                    <a:pt x="617290" y="646134"/>
                  </a:lnTo>
                  <a:lnTo>
                    <a:pt x="616843" y="646054"/>
                  </a:lnTo>
                  <a:lnTo>
                    <a:pt x="616665" y="646050"/>
                  </a:lnTo>
                  <a:lnTo>
                    <a:pt x="616427" y="646043"/>
                  </a:lnTo>
                  <a:lnTo>
                    <a:pt x="616279" y="646037"/>
                  </a:lnTo>
                  <a:lnTo>
                    <a:pt x="615975" y="645977"/>
                  </a:lnTo>
                  <a:lnTo>
                    <a:pt x="615737" y="645951"/>
                  </a:lnTo>
                  <a:lnTo>
                    <a:pt x="615471" y="645905"/>
                  </a:lnTo>
                  <a:lnTo>
                    <a:pt x="615234" y="645874"/>
                  </a:lnTo>
                  <a:lnTo>
                    <a:pt x="615062" y="645849"/>
                  </a:lnTo>
                  <a:lnTo>
                    <a:pt x="614818" y="645805"/>
                  </a:lnTo>
                  <a:lnTo>
                    <a:pt x="614527" y="645774"/>
                  </a:lnTo>
                  <a:lnTo>
                    <a:pt x="614391" y="645772"/>
                  </a:lnTo>
                  <a:lnTo>
                    <a:pt x="614145" y="645771"/>
                  </a:lnTo>
                  <a:lnTo>
                    <a:pt x="613917" y="645768"/>
                  </a:lnTo>
                  <a:lnTo>
                    <a:pt x="613737" y="645765"/>
                  </a:lnTo>
                  <a:lnTo>
                    <a:pt x="613454" y="645806"/>
                  </a:lnTo>
                  <a:lnTo>
                    <a:pt x="613296" y="645828"/>
                  </a:lnTo>
                  <a:lnTo>
                    <a:pt x="613092" y="645891"/>
                  </a:lnTo>
                  <a:lnTo>
                    <a:pt x="612831" y="645958"/>
                  </a:lnTo>
                  <a:lnTo>
                    <a:pt x="612666" y="646026"/>
                  </a:lnTo>
                  <a:lnTo>
                    <a:pt x="612421" y="646135"/>
                  </a:lnTo>
                  <a:lnTo>
                    <a:pt x="612187" y="646221"/>
                  </a:lnTo>
                  <a:lnTo>
                    <a:pt x="611993" y="646275"/>
                  </a:lnTo>
                  <a:lnTo>
                    <a:pt x="611687" y="646369"/>
                  </a:lnTo>
                  <a:lnTo>
                    <a:pt x="611277" y="646566"/>
                  </a:lnTo>
                  <a:lnTo>
                    <a:pt x="611110" y="646659"/>
                  </a:lnTo>
                  <a:lnTo>
                    <a:pt x="610936" y="646792"/>
                  </a:lnTo>
                  <a:lnTo>
                    <a:pt x="610690" y="646921"/>
                  </a:lnTo>
                  <a:lnTo>
                    <a:pt x="610460" y="646987"/>
                  </a:lnTo>
                  <a:lnTo>
                    <a:pt x="610085" y="647045"/>
                  </a:lnTo>
                  <a:lnTo>
                    <a:pt x="609516" y="646957"/>
                  </a:lnTo>
                  <a:lnTo>
                    <a:pt x="609361" y="646892"/>
                  </a:lnTo>
                  <a:lnTo>
                    <a:pt x="609165" y="646785"/>
                  </a:lnTo>
                  <a:lnTo>
                    <a:pt x="608942" y="646668"/>
                  </a:lnTo>
                  <a:lnTo>
                    <a:pt x="608724" y="646553"/>
                  </a:lnTo>
                  <a:lnTo>
                    <a:pt x="608596" y="646478"/>
                  </a:lnTo>
                  <a:lnTo>
                    <a:pt x="608379" y="646381"/>
                  </a:lnTo>
                  <a:lnTo>
                    <a:pt x="608166" y="646257"/>
                  </a:lnTo>
                  <a:lnTo>
                    <a:pt x="607970" y="646171"/>
                  </a:lnTo>
                  <a:lnTo>
                    <a:pt x="607768" y="646065"/>
                  </a:lnTo>
                  <a:lnTo>
                    <a:pt x="607556" y="645971"/>
                  </a:lnTo>
                  <a:lnTo>
                    <a:pt x="607353" y="645897"/>
                  </a:lnTo>
                  <a:lnTo>
                    <a:pt x="607083" y="645776"/>
                  </a:lnTo>
                  <a:lnTo>
                    <a:pt x="606720" y="645602"/>
                  </a:lnTo>
                  <a:lnTo>
                    <a:pt x="606520" y="645506"/>
                  </a:lnTo>
                  <a:lnTo>
                    <a:pt x="606331" y="645415"/>
                  </a:lnTo>
                  <a:lnTo>
                    <a:pt x="606125" y="645300"/>
                  </a:lnTo>
                  <a:lnTo>
                    <a:pt x="605921" y="645179"/>
                  </a:lnTo>
                  <a:lnTo>
                    <a:pt x="605678" y="645049"/>
                  </a:lnTo>
                  <a:lnTo>
                    <a:pt x="605526" y="644959"/>
                  </a:lnTo>
                  <a:lnTo>
                    <a:pt x="605378" y="644854"/>
                  </a:lnTo>
                  <a:lnTo>
                    <a:pt x="605245" y="644790"/>
                  </a:lnTo>
                  <a:lnTo>
                    <a:pt x="605062" y="644696"/>
                  </a:lnTo>
                  <a:lnTo>
                    <a:pt x="604885" y="644574"/>
                  </a:lnTo>
                  <a:lnTo>
                    <a:pt x="604726" y="644453"/>
                  </a:lnTo>
                  <a:lnTo>
                    <a:pt x="604509" y="644339"/>
                  </a:lnTo>
                  <a:lnTo>
                    <a:pt x="604351" y="644299"/>
                  </a:lnTo>
                  <a:lnTo>
                    <a:pt x="604094" y="644257"/>
                  </a:lnTo>
                  <a:lnTo>
                    <a:pt x="603922" y="644238"/>
                  </a:lnTo>
                  <a:lnTo>
                    <a:pt x="603618" y="644224"/>
                  </a:lnTo>
                  <a:lnTo>
                    <a:pt x="603453" y="644228"/>
                  </a:lnTo>
                  <a:lnTo>
                    <a:pt x="603266" y="644243"/>
                  </a:lnTo>
                  <a:lnTo>
                    <a:pt x="602930" y="644302"/>
                  </a:lnTo>
                  <a:lnTo>
                    <a:pt x="602802" y="644311"/>
                  </a:lnTo>
                  <a:lnTo>
                    <a:pt x="602581" y="644337"/>
                  </a:lnTo>
                  <a:lnTo>
                    <a:pt x="602335" y="644365"/>
                  </a:lnTo>
                  <a:lnTo>
                    <a:pt x="602165" y="644383"/>
                  </a:lnTo>
                  <a:lnTo>
                    <a:pt x="601960" y="644418"/>
                  </a:lnTo>
                  <a:lnTo>
                    <a:pt x="601598" y="644454"/>
                  </a:lnTo>
                  <a:lnTo>
                    <a:pt x="601413" y="644478"/>
                  </a:lnTo>
                  <a:lnTo>
                    <a:pt x="601251" y="644494"/>
                  </a:lnTo>
                  <a:lnTo>
                    <a:pt x="600866" y="644530"/>
                  </a:lnTo>
                  <a:lnTo>
                    <a:pt x="600685" y="644548"/>
                  </a:lnTo>
                  <a:lnTo>
                    <a:pt x="600546" y="644568"/>
                  </a:lnTo>
                  <a:lnTo>
                    <a:pt x="600224" y="644629"/>
                  </a:lnTo>
                  <a:lnTo>
                    <a:pt x="600054" y="644666"/>
                  </a:lnTo>
                  <a:lnTo>
                    <a:pt x="599738" y="644726"/>
                  </a:lnTo>
                  <a:lnTo>
                    <a:pt x="599546" y="644784"/>
                  </a:lnTo>
                  <a:lnTo>
                    <a:pt x="599410" y="644833"/>
                  </a:lnTo>
                  <a:lnTo>
                    <a:pt x="599266" y="644884"/>
                  </a:lnTo>
                  <a:lnTo>
                    <a:pt x="599034" y="644969"/>
                  </a:lnTo>
                  <a:lnTo>
                    <a:pt x="598891" y="645016"/>
                  </a:lnTo>
                  <a:lnTo>
                    <a:pt x="598745" y="645060"/>
                  </a:lnTo>
                  <a:lnTo>
                    <a:pt x="598563" y="645118"/>
                  </a:lnTo>
                  <a:lnTo>
                    <a:pt x="598367" y="645182"/>
                  </a:lnTo>
                  <a:lnTo>
                    <a:pt x="598224" y="645236"/>
                  </a:lnTo>
                  <a:lnTo>
                    <a:pt x="597961" y="645349"/>
                  </a:lnTo>
                  <a:lnTo>
                    <a:pt x="597704" y="645509"/>
                  </a:lnTo>
                  <a:lnTo>
                    <a:pt x="596863" y="645836"/>
                  </a:lnTo>
                  <a:lnTo>
                    <a:pt x="595816" y="646164"/>
                  </a:lnTo>
                  <a:lnTo>
                    <a:pt x="595520" y="646245"/>
                  </a:lnTo>
                  <a:lnTo>
                    <a:pt x="595314" y="646299"/>
                  </a:lnTo>
                  <a:lnTo>
                    <a:pt x="595114" y="646351"/>
                  </a:lnTo>
                  <a:lnTo>
                    <a:pt x="594825" y="646405"/>
                  </a:lnTo>
                  <a:lnTo>
                    <a:pt x="594449" y="646483"/>
                  </a:lnTo>
                  <a:lnTo>
                    <a:pt x="594095" y="646543"/>
                  </a:lnTo>
                  <a:lnTo>
                    <a:pt x="593733" y="646628"/>
                  </a:lnTo>
                  <a:lnTo>
                    <a:pt x="593377" y="646716"/>
                  </a:lnTo>
                  <a:lnTo>
                    <a:pt x="593096" y="646768"/>
                  </a:lnTo>
                  <a:lnTo>
                    <a:pt x="592754" y="646838"/>
                  </a:lnTo>
                  <a:lnTo>
                    <a:pt x="592450" y="646882"/>
                  </a:lnTo>
                  <a:lnTo>
                    <a:pt x="592180" y="646925"/>
                  </a:lnTo>
                  <a:lnTo>
                    <a:pt x="591926" y="646974"/>
                  </a:lnTo>
                  <a:lnTo>
                    <a:pt x="591796" y="646990"/>
                  </a:lnTo>
                  <a:lnTo>
                    <a:pt x="591574" y="647041"/>
                  </a:lnTo>
                  <a:lnTo>
                    <a:pt x="591445" y="647074"/>
                  </a:lnTo>
                  <a:lnTo>
                    <a:pt x="591185" y="647158"/>
                  </a:lnTo>
                  <a:lnTo>
                    <a:pt x="590820" y="647210"/>
                  </a:lnTo>
                  <a:lnTo>
                    <a:pt x="590529" y="647263"/>
                  </a:lnTo>
                  <a:lnTo>
                    <a:pt x="590172" y="647355"/>
                  </a:lnTo>
                  <a:lnTo>
                    <a:pt x="589892" y="647433"/>
                  </a:lnTo>
                  <a:lnTo>
                    <a:pt x="589491" y="647520"/>
                  </a:lnTo>
                  <a:lnTo>
                    <a:pt x="589175" y="647550"/>
                  </a:lnTo>
                  <a:lnTo>
                    <a:pt x="588861" y="647601"/>
                  </a:lnTo>
                  <a:lnTo>
                    <a:pt x="588625" y="647650"/>
                  </a:lnTo>
                  <a:lnTo>
                    <a:pt x="588415" y="647696"/>
                  </a:lnTo>
                  <a:lnTo>
                    <a:pt x="588284" y="647722"/>
                  </a:lnTo>
                  <a:lnTo>
                    <a:pt x="587700" y="647887"/>
                  </a:lnTo>
                  <a:lnTo>
                    <a:pt x="587372" y="647965"/>
                  </a:lnTo>
                  <a:lnTo>
                    <a:pt x="587020" y="648050"/>
                  </a:lnTo>
                  <a:lnTo>
                    <a:pt x="586625" y="648155"/>
                  </a:lnTo>
                  <a:lnTo>
                    <a:pt x="586341" y="648230"/>
                  </a:lnTo>
                  <a:lnTo>
                    <a:pt x="585985" y="648400"/>
                  </a:lnTo>
                  <a:lnTo>
                    <a:pt x="585683" y="648522"/>
                  </a:lnTo>
                  <a:lnTo>
                    <a:pt x="585368" y="648614"/>
                  </a:lnTo>
                  <a:lnTo>
                    <a:pt x="585045" y="648675"/>
                  </a:lnTo>
                  <a:lnTo>
                    <a:pt x="584720" y="648737"/>
                  </a:lnTo>
                  <a:lnTo>
                    <a:pt x="584311" y="648895"/>
                  </a:lnTo>
                  <a:lnTo>
                    <a:pt x="584094" y="648941"/>
                  </a:lnTo>
                  <a:lnTo>
                    <a:pt x="583784" y="648983"/>
                  </a:lnTo>
                  <a:lnTo>
                    <a:pt x="583305" y="649126"/>
                  </a:lnTo>
                  <a:lnTo>
                    <a:pt x="582937" y="649206"/>
                  </a:lnTo>
                  <a:lnTo>
                    <a:pt x="582623" y="649193"/>
                  </a:lnTo>
                  <a:lnTo>
                    <a:pt x="582347" y="649216"/>
                  </a:lnTo>
                  <a:lnTo>
                    <a:pt x="582075" y="649212"/>
                  </a:lnTo>
                  <a:lnTo>
                    <a:pt x="581726" y="649239"/>
                  </a:lnTo>
                  <a:lnTo>
                    <a:pt x="581588" y="649257"/>
                  </a:lnTo>
                  <a:lnTo>
                    <a:pt x="581446" y="649259"/>
                  </a:lnTo>
                  <a:lnTo>
                    <a:pt x="581052" y="649261"/>
                  </a:lnTo>
                  <a:lnTo>
                    <a:pt x="580620" y="649241"/>
                  </a:lnTo>
                  <a:lnTo>
                    <a:pt x="580447" y="649226"/>
                  </a:lnTo>
                  <a:lnTo>
                    <a:pt x="580194" y="649216"/>
                  </a:lnTo>
                  <a:lnTo>
                    <a:pt x="579822" y="649179"/>
                  </a:lnTo>
                  <a:lnTo>
                    <a:pt x="580460" y="648006"/>
                  </a:lnTo>
                  <a:lnTo>
                    <a:pt x="580553" y="647716"/>
                  </a:lnTo>
                  <a:lnTo>
                    <a:pt x="580612" y="647447"/>
                  </a:lnTo>
                  <a:lnTo>
                    <a:pt x="580665" y="647040"/>
                  </a:lnTo>
                  <a:lnTo>
                    <a:pt x="580711" y="646849"/>
                  </a:lnTo>
                  <a:lnTo>
                    <a:pt x="580734" y="646719"/>
                  </a:lnTo>
                  <a:lnTo>
                    <a:pt x="580779" y="646541"/>
                  </a:lnTo>
                  <a:lnTo>
                    <a:pt x="580803" y="646397"/>
                  </a:lnTo>
                  <a:lnTo>
                    <a:pt x="580831" y="646236"/>
                  </a:lnTo>
                  <a:lnTo>
                    <a:pt x="580843" y="646108"/>
                  </a:lnTo>
                  <a:lnTo>
                    <a:pt x="580873" y="645884"/>
                  </a:lnTo>
                  <a:lnTo>
                    <a:pt x="580877" y="645732"/>
                  </a:lnTo>
                  <a:lnTo>
                    <a:pt x="580895" y="645541"/>
                  </a:lnTo>
                  <a:lnTo>
                    <a:pt x="580886" y="645395"/>
                  </a:lnTo>
                  <a:lnTo>
                    <a:pt x="580891" y="645210"/>
                  </a:lnTo>
                  <a:lnTo>
                    <a:pt x="580891" y="645082"/>
                  </a:lnTo>
                  <a:lnTo>
                    <a:pt x="580950" y="644709"/>
                  </a:lnTo>
                  <a:lnTo>
                    <a:pt x="581041" y="644393"/>
                  </a:lnTo>
                  <a:lnTo>
                    <a:pt x="581168" y="644000"/>
                  </a:lnTo>
                  <a:lnTo>
                    <a:pt x="581180" y="643712"/>
                  </a:lnTo>
                  <a:lnTo>
                    <a:pt x="580922" y="643310"/>
                  </a:lnTo>
                  <a:lnTo>
                    <a:pt x="580441" y="642396"/>
                  </a:lnTo>
                  <a:lnTo>
                    <a:pt x="579503" y="641252"/>
                  </a:lnTo>
                  <a:lnTo>
                    <a:pt x="578905" y="639919"/>
                  </a:lnTo>
                  <a:lnTo>
                    <a:pt x="577698" y="639213"/>
                  </a:lnTo>
                  <a:lnTo>
                    <a:pt x="577542" y="638975"/>
                  </a:lnTo>
                  <a:lnTo>
                    <a:pt x="577436" y="638537"/>
                  </a:lnTo>
                  <a:lnTo>
                    <a:pt x="577370" y="638408"/>
                  </a:lnTo>
                  <a:lnTo>
                    <a:pt x="577285" y="638038"/>
                  </a:lnTo>
                  <a:lnTo>
                    <a:pt x="577137" y="637150"/>
                  </a:lnTo>
                  <a:lnTo>
                    <a:pt x="577045" y="637022"/>
                  </a:lnTo>
                  <a:lnTo>
                    <a:pt x="577042" y="636523"/>
                  </a:lnTo>
                  <a:lnTo>
                    <a:pt x="577436" y="635918"/>
                  </a:lnTo>
                  <a:lnTo>
                    <a:pt x="577487" y="635123"/>
                  </a:lnTo>
                  <a:lnTo>
                    <a:pt x="577307" y="633780"/>
                  </a:lnTo>
                  <a:lnTo>
                    <a:pt x="578624" y="632075"/>
                  </a:lnTo>
                  <a:lnTo>
                    <a:pt x="578995" y="631496"/>
                  </a:lnTo>
                  <a:lnTo>
                    <a:pt x="578984" y="631368"/>
                  </a:lnTo>
                  <a:lnTo>
                    <a:pt x="578991" y="631231"/>
                  </a:lnTo>
                  <a:lnTo>
                    <a:pt x="579031" y="630591"/>
                  </a:lnTo>
                  <a:lnTo>
                    <a:pt x="578132" y="629898"/>
                  </a:lnTo>
                  <a:lnTo>
                    <a:pt x="581129" y="628172"/>
                  </a:lnTo>
                  <a:lnTo>
                    <a:pt x="581005" y="627922"/>
                  </a:lnTo>
                  <a:lnTo>
                    <a:pt x="580873" y="627641"/>
                  </a:lnTo>
                  <a:lnTo>
                    <a:pt x="580774" y="627444"/>
                  </a:lnTo>
                  <a:lnTo>
                    <a:pt x="580712" y="627311"/>
                  </a:lnTo>
                  <a:lnTo>
                    <a:pt x="580618" y="627114"/>
                  </a:lnTo>
                  <a:lnTo>
                    <a:pt x="580543" y="626953"/>
                  </a:lnTo>
                  <a:lnTo>
                    <a:pt x="580324" y="626493"/>
                  </a:lnTo>
                  <a:lnTo>
                    <a:pt x="580159" y="626191"/>
                  </a:lnTo>
                  <a:lnTo>
                    <a:pt x="580000" y="625869"/>
                  </a:lnTo>
                  <a:lnTo>
                    <a:pt x="579918" y="625731"/>
                  </a:lnTo>
                  <a:lnTo>
                    <a:pt x="579847" y="625576"/>
                  </a:lnTo>
                  <a:lnTo>
                    <a:pt x="579729" y="625356"/>
                  </a:lnTo>
                  <a:lnTo>
                    <a:pt x="579658" y="625194"/>
                  </a:lnTo>
                  <a:lnTo>
                    <a:pt x="579530" y="624941"/>
                  </a:lnTo>
                  <a:lnTo>
                    <a:pt x="579462" y="624805"/>
                  </a:lnTo>
                  <a:lnTo>
                    <a:pt x="579393" y="624670"/>
                  </a:lnTo>
                  <a:lnTo>
                    <a:pt x="579204" y="624265"/>
                  </a:lnTo>
                  <a:lnTo>
                    <a:pt x="579146" y="624133"/>
                  </a:lnTo>
                  <a:lnTo>
                    <a:pt x="579072" y="624005"/>
                  </a:lnTo>
                  <a:lnTo>
                    <a:pt x="578914" y="623678"/>
                  </a:lnTo>
                  <a:lnTo>
                    <a:pt x="578795" y="623413"/>
                  </a:lnTo>
                  <a:lnTo>
                    <a:pt x="578669" y="623133"/>
                  </a:lnTo>
                  <a:lnTo>
                    <a:pt x="578229" y="622249"/>
                  </a:lnTo>
                  <a:lnTo>
                    <a:pt x="578105" y="621986"/>
                  </a:lnTo>
                  <a:lnTo>
                    <a:pt x="577983" y="621722"/>
                  </a:lnTo>
                  <a:lnTo>
                    <a:pt x="577612" y="621005"/>
                  </a:lnTo>
                  <a:lnTo>
                    <a:pt x="576963" y="620720"/>
                  </a:lnTo>
                  <a:lnTo>
                    <a:pt x="576777" y="620193"/>
                  </a:lnTo>
                  <a:lnTo>
                    <a:pt x="576219" y="618984"/>
                  </a:lnTo>
                  <a:lnTo>
                    <a:pt x="575827" y="619524"/>
                  </a:lnTo>
                  <a:lnTo>
                    <a:pt x="575694" y="619598"/>
                  </a:lnTo>
                  <a:lnTo>
                    <a:pt x="575524" y="619707"/>
                  </a:lnTo>
                  <a:lnTo>
                    <a:pt x="575232" y="619840"/>
                  </a:lnTo>
                  <a:lnTo>
                    <a:pt x="574957" y="620024"/>
                  </a:lnTo>
                  <a:lnTo>
                    <a:pt x="574355" y="620416"/>
                  </a:lnTo>
                  <a:lnTo>
                    <a:pt x="573943" y="620607"/>
                  </a:lnTo>
                  <a:lnTo>
                    <a:pt x="573542" y="620709"/>
                  </a:lnTo>
                  <a:lnTo>
                    <a:pt x="573090" y="620756"/>
                  </a:lnTo>
                  <a:lnTo>
                    <a:pt x="572912" y="620761"/>
                  </a:lnTo>
                  <a:lnTo>
                    <a:pt x="572729" y="620730"/>
                  </a:lnTo>
                  <a:lnTo>
                    <a:pt x="572067" y="620390"/>
                  </a:lnTo>
                  <a:lnTo>
                    <a:pt x="571937" y="620364"/>
                  </a:lnTo>
                  <a:lnTo>
                    <a:pt x="571784" y="620371"/>
                  </a:lnTo>
                  <a:lnTo>
                    <a:pt x="571578" y="620471"/>
                  </a:lnTo>
                  <a:lnTo>
                    <a:pt x="571215" y="620688"/>
                  </a:lnTo>
                  <a:lnTo>
                    <a:pt x="570859" y="620896"/>
                  </a:lnTo>
                  <a:lnTo>
                    <a:pt x="570476" y="620980"/>
                  </a:lnTo>
                  <a:lnTo>
                    <a:pt x="570090" y="621045"/>
                  </a:lnTo>
                  <a:lnTo>
                    <a:pt x="569502" y="621152"/>
                  </a:lnTo>
                  <a:lnTo>
                    <a:pt x="569242" y="621209"/>
                  </a:lnTo>
                  <a:lnTo>
                    <a:pt x="568916" y="621342"/>
                  </a:lnTo>
                  <a:lnTo>
                    <a:pt x="568358" y="621563"/>
                  </a:lnTo>
                  <a:lnTo>
                    <a:pt x="568230" y="621672"/>
                  </a:lnTo>
                  <a:lnTo>
                    <a:pt x="568081" y="621849"/>
                  </a:lnTo>
                  <a:lnTo>
                    <a:pt x="567940" y="621958"/>
                  </a:lnTo>
                  <a:lnTo>
                    <a:pt x="567757" y="622068"/>
                  </a:lnTo>
                  <a:lnTo>
                    <a:pt x="567498" y="622115"/>
                  </a:lnTo>
                  <a:lnTo>
                    <a:pt x="567311" y="622083"/>
                  </a:lnTo>
                  <a:lnTo>
                    <a:pt x="566944" y="621900"/>
                  </a:lnTo>
                  <a:lnTo>
                    <a:pt x="566774" y="621885"/>
                  </a:lnTo>
                  <a:lnTo>
                    <a:pt x="566623" y="621903"/>
                  </a:lnTo>
                  <a:lnTo>
                    <a:pt x="566344" y="621935"/>
                  </a:lnTo>
                  <a:lnTo>
                    <a:pt x="566074" y="621787"/>
                  </a:lnTo>
                  <a:lnTo>
                    <a:pt x="566311" y="621698"/>
                  </a:lnTo>
                  <a:lnTo>
                    <a:pt x="566528" y="621513"/>
                  </a:lnTo>
                  <a:lnTo>
                    <a:pt x="566898" y="621088"/>
                  </a:lnTo>
                  <a:lnTo>
                    <a:pt x="567055" y="620752"/>
                  </a:lnTo>
                  <a:lnTo>
                    <a:pt x="566631" y="620595"/>
                  </a:lnTo>
                  <a:lnTo>
                    <a:pt x="566063" y="620326"/>
                  </a:lnTo>
                  <a:lnTo>
                    <a:pt x="565669" y="620128"/>
                  </a:lnTo>
                  <a:lnTo>
                    <a:pt x="565271" y="619796"/>
                  </a:lnTo>
                  <a:lnTo>
                    <a:pt x="564948" y="619601"/>
                  </a:lnTo>
                  <a:lnTo>
                    <a:pt x="564449" y="619300"/>
                  </a:lnTo>
                  <a:lnTo>
                    <a:pt x="564116" y="619092"/>
                  </a:lnTo>
                  <a:lnTo>
                    <a:pt x="563944" y="619078"/>
                  </a:lnTo>
                  <a:lnTo>
                    <a:pt x="563683" y="619085"/>
                  </a:lnTo>
                  <a:lnTo>
                    <a:pt x="563405" y="619045"/>
                  </a:lnTo>
                  <a:lnTo>
                    <a:pt x="563151" y="619085"/>
                  </a:lnTo>
                  <a:lnTo>
                    <a:pt x="563008" y="619102"/>
                  </a:lnTo>
                  <a:lnTo>
                    <a:pt x="562860" y="619085"/>
                  </a:lnTo>
                  <a:lnTo>
                    <a:pt x="562608" y="618975"/>
                  </a:lnTo>
                  <a:lnTo>
                    <a:pt x="562244" y="618832"/>
                  </a:lnTo>
                  <a:lnTo>
                    <a:pt x="562022" y="618638"/>
                  </a:lnTo>
                  <a:lnTo>
                    <a:pt x="561853" y="618536"/>
                  </a:lnTo>
                  <a:lnTo>
                    <a:pt x="561584" y="618297"/>
                  </a:lnTo>
                  <a:lnTo>
                    <a:pt x="561324" y="617906"/>
                  </a:lnTo>
                  <a:lnTo>
                    <a:pt x="561132" y="617624"/>
                  </a:lnTo>
                  <a:lnTo>
                    <a:pt x="560775" y="617289"/>
                  </a:lnTo>
                  <a:lnTo>
                    <a:pt x="560444" y="617280"/>
                  </a:lnTo>
                  <a:lnTo>
                    <a:pt x="560150" y="617238"/>
                  </a:lnTo>
                  <a:lnTo>
                    <a:pt x="559920" y="617151"/>
                  </a:lnTo>
                  <a:lnTo>
                    <a:pt x="559731" y="616850"/>
                  </a:lnTo>
                  <a:lnTo>
                    <a:pt x="559659" y="616615"/>
                  </a:lnTo>
                  <a:lnTo>
                    <a:pt x="559450" y="616266"/>
                  </a:lnTo>
                  <a:lnTo>
                    <a:pt x="559244" y="615966"/>
                  </a:lnTo>
                  <a:lnTo>
                    <a:pt x="558828" y="616082"/>
                  </a:lnTo>
                  <a:lnTo>
                    <a:pt x="558602" y="615958"/>
                  </a:lnTo>
                  <a:lnTo>
                    <a:pt x="558516" y="615727"/>
                  </a:lnTo>
                  <a:lnTo>
                    <a:pt x="558404" y="615525"/>
                  </a:lnTo>
                  <a:lnTo>
                    <a:pt x="558095" y="615300"/>
                  </a:lnTo>
                  <a:lnTo>
                    <a:pt x="558168" y="615130"/>
                  </a:lnTo>
                  <a:lnTo>
                    <a:pt x="558049" y="614737"/>
                  </a:lnTo>
                  <a:lnTo>
                    <a:pt x="557825" y="614600"/>
                  </a:lnTo>
                  <a:lnTo>
                    <a:pt x="557667" y="614203"/>
                  </a:lnTo>
                  <a:lnTo>
                    <a:pt x="557424" y="614006"/>
                  </a:lnTo>
                  <a:lnTo>
                    <a:pt x="557453" y="613822"/>
                  </a:lnTo>
                  <a:lnTo>
                    <a:pt x="557570" y="613607"/>
                  </a:lnTo>
                  <a:lnTo>
                    <a:pt x="557702" y="613324"/>
                  </a:lnTo>
                  <a:lnTo>
                    <a:pt x="557866" y="613206"/>
                  </a:lnTo>
                  <a:lnTo>
                    <a:pt x="558032" y="613077"/>
                  </a:lnTo>
                  <a:lnTo>
                    <a:pt x="558141" y="612700"/>
                  </a:lnTo>
                  <a:lnTo>
                    <a:pt x="558007" y="612578"/>
                  </a:lnTo>
                  <a:lnTo>
                    <a:pt x="557758" y="612276"/>
                  </a:lnTo>
                  <a:lnTo>
                    <a:pt x="557391" y="611992"/>
                  </a:lnTo>
                  <a:lnTo>
                    <a:pt x="557309" y="611829"/>
                  </a:lnTo>
                  <a:lnTo>
                    <a:pt x="557304" y="611590"/>
                  </a:lnTo>
                  <a:lnTo>
                    <a:pt x="557316" y="611261"/>
                  </a:lnTo>
                  <a:lnTo>
                    <a:pt x="557456" y="611039"/>
                  </a:lnTo>
                  <a:lnTo>
                    <a:pt x="557619" y="610657"/>
                  </a:lnTo>
                  <a:lnTo>
                    <a:pt x="557868" y="610240"/>
                  </a:lnTo>
                  <a:lnTo>
                    <a:pt x="558134" y="610063"/>
                  </a:lnTo>
                  <a:lnTo>
                    <a:pt x="560134" y="607974"/>
                  </a:lnTo>
                  <a:lnTo>
                    <a:pt x="559998" y="607462"/>
                  </a:lnTo>
                  <a:lnTo>
                    <a:pt x="560335" y="603583"/>
                  </a:lnTo>
                  <a:lnTo>
                    <a:pt x="559937" y="602733"/>
                  </a:lnTo>
                  <a:lnTo>
                    <a:pt x="559378" y="602305"/>
                  </a:lnTo>
                  <a:lnTo>
                    <a:pt x="558679" y="602494"/>
                  </a:lnTo>
                  <a:lnTo>
                    <a:pt x="557251" y="602472"/>
                  </a:lnTo>
                  <a:lnTo>
                    <a:pt x="556871" y="600877"/>
                  </a:lnTo>
                  <a:lnTo>
                    <a:pt x="557128" y="600581"/>
                  </a:lnTo>
                  <a:lnTo>
                    <a:pt x="557820" y="600272"/>
                  </a:lnTo>
                  <a:lnTo>
                    <a:pt x="558019" y="600315"/>
                  </a:lnTo>
                  <a:lnTo>
                    <a:pt x="559753" y="599547"/>
                  </a:lnTo>
                  <a:lnTo>
                    <a:pt x="558378" y="598169"/>
                  </a:lnTo>
                  <a:lnTo>
                    <a:pt x="556909" y="598540"/>
                  </a:lnTo>
                  <a:lnTo>
                    <a:pt x="556636" y="597584"/>
                  </a:lnTo>
                  <a:lnTo>
                    <a:pt x="554132" y="596524"/>
                  </a:lnTo>
                  <a:lnTo>
                    <a:pt x="553955" y="596106"/>
                  </a:lnTo>
                  <a:lnTo>
                    <a:pt x="554066" y="595854"/>
                  </a:lnTo>
                  <a:lnTo>
                    <a:pt x="554109" y="595698"/>
                  </a:lnTo>
                  <a:lnTo>
                    <a:pt x="554138" y="595181"/>
                  </a:lnTo>
                  <a:lnTo>
                    <a:pt x="554028" y="594892"/>
                  </a:lnTo>
                  <a:lnTo>
                    <a:pt x="553511" y="594650"/>
                  </a:lnTo>
                  <a:lnTo>
                    <a:pt x="553395" y="594330"/>
                  </a:lnTo>
                  <a:lnTo>
                    <a:pt x="541625" y="594318"/>
                  </a:lnTo>
                  <a:lnTo>
                    <a:pt x="540696" y="594933"/>
                  </a:lnTo>
                  <a:lnTo>
                    <a:pt x="540436" y="594948"/>
                  </a:lnTo>
                  <a:lnTo>
                    <a:pt x="540080" y="595136"/>
                  </a:lnTo>
                  <a:lnTo>
                    <a:pt x="540146" y="595274"/>
                  </a:lnTo>
                  <a:lnTo>
                    <a:pt x="540203" y="595405"/>
                  </a:lnTo>
                  <a:lnTo>
                    <a:pt x="540350" y="596117"/>
                  </a:lnTo>
                  <a:lnTo>
                    <a:pt x="540299" y="596276"/>
                  </a:lnTo>
                  <a:lnTo>
                    <a:pt x="540074" y="596602"/>
                  </a:lnTo>
                  <a:lnTo>
                    <a:pt x="539328" y="597107"/>
                  </a:lnTo>
                  <a:lnTo>
                    <a:pt x="539164" y="597185"/>
                  </a:lnTo>
                  <a:lnTo>
                    <a:pt x="538794" y="597440"/>
                  </a:lnTo>
                  <a:lnTo>
                    <a:pt x="538721" y="597631"/>
                  </a:lnTo>
                  <a:lnTo>
                    <a:pt x="538391" y="598144"/>
                  </a:lnTo>
                  <a:lnTo>
                    <a:pt x="537214" y="598709"/>
                  </a:lnTo>
                  <a:lnTo>
                    <a:pt x="536537" y="599297"/>
                  </a:lnTo>
                  <a:lnTo>
                    <a:pt x="536485" y="599455"/>
                  </a:lnTo>
                  <a:lnTo>
                    <a:pt x="536280" y="600162"/>
                  </a:lnTo>
                  <a:lnTo>
                    <a:pt x="536187" y="600413"/>
                  </a:lnTo>
                  <a:lnTo>
                    <a:pt x="536034" y="600644"/>
                  </a:lnTo>
                  <a:lnTo>
                    <a:pt x="535889" y="600654"/>
                  </a:lnTo>
                  <a:lnTo>
                    <a:pt x="535340" y="600639"/>
                  </a:lnTo>
                  <a:lnTo>
                    <a:pt x="535113" y="600558"/>
                  </a:lnTo>
                  <a:lnTo>
                    <a:pt x="534373" y="600653"/>
                  </a:lnTo>
                  <a:lnTo>
                    <a:pt x="534236" y="600764"/>
                  </a:lnTo>
                  <a:lnTo>
                    <a:pt x="534063" y="600934"/>
                  </a:lnTo>
                  <a:lnTo>
                    <a:pt x="533857" y="601110"/>
                  </a:lnTo>
                  <a:lnTo>
                    <a:pt x="533726" y="601190"/>
                  </a:lnTo>
                  <a:lnTo>
                    <a:pt x="524947" y="593546"/>
                  </a:lnTo>
                  <a:lnTo>
                    <a:pt x="525036" y="593279"/>
                  </a:lnTo>
                  <a:lnTo>
                    <a:pt x="524677" y="592828"/>
                  </a:lnTo>
                  <a:lnTo>
                    <a:pt x="524761" y="591660"/>
                  </a:lnTo>
                  <a:lnTo>
                    <a:pt x="524325" y="591509"/>
                  </a:lnTo>
                  <a:lnTo>
                    <a:pt x="521242" y="590310"/>
                  </a:lnTo>
                  <a:lnTo>
                    <a:pt x="513189" y="590966"/>
                  </a:lnTo>
                  <a:lnTo>
                    <a:pt x="500457" y="586509"/>
                  </a:lnTo>
                  <a:lnTo>
                    <a:pt x="459722" y="601842"/>
                  </a:lnTo>
                  <a:lnTo>
                    <a:pt x="459730" y="601984"/>
                  </a:lnTo>
                  <a:lnTo>
                    <a:pt x="459597" y="602374"/>
                  </a:lnTo>
                  <a:lnTo>
                    <a:pt x="452069" y="617879"/>
                  </a:lnTo>
                  <a:lnTo>
                    <a:pt x="452641" y="618320"/>
                  </a:lnTo>
                  <a:lnTo>
                    <a:pt x="452732" y="618682"/>
                  </a:lnTo>
                  <a:lnTo>
                    <a:pt x="452801" y="618912"/>
                  </a:lnTo>
                  <a:lnTo>
                    <a:pt x="452892" y="619143"/>
                  </a:lnTo>
                  <a:lnTo>
                    <a:pt x="452957" y="619292"/>
                  </a:lnTo>
                  <a:lnTo>
                    <a:pt x="453030" y="619485"/>
                  </a:lnTo>
                  <a:lnTo>
                    <a:pt x="453058" y="619719"/>
                  </a:lnTo>
                  <a:lnTo>
                    <a:pt x="452997" y="619957"/>
                  </a:lnTo>
                  <a:lnTo>
                    <a:pt x="452999" y="620098"/>
                  </a:lnTo>
                  <a:lnTo>
                    <a:pt x="453000" y="620265"/>
                  </a:lnTo>
                  <a:lnTo>
                    <a:pt x="453270" y="621260"/>
                  </a:lnTo>
                  <a:lnTo>
                    <a:pt x="453530" y="621425"/>
                  </a:lnTo>
                  <a:lnTo>
                    <a:pt x="453938" y="622017"/>
                  </a:lnTo>
                  <a:lnTo>
                    <a:pt x="453911" y="622320"/>
                  </a:lnTo>
                  <a:lnTo>
                    <a:pt x="450682" y="628495"/>
                  </a:lnTo>
                  <a:lnTo>
                    <a:pt x="449338" y="629362"/>
                  </a:lnTo>
                  <a:lnTo>
                    <a:pt x="448767" y="629978"/>
                  </a:lnTo>
                  <a:lnTo>
                    <a:pt x="448689" y="630652"/>
                  </a:lnTo>
                  <a:lnTo>
                    <a:pt x="448679" y="630942"/>
                  </a:lnTo>
                  <a:lnTo>
                    <a:pt x="448357" y="631873"/>
                  </a:lnTo>
                  <a:lnTo>
                    <a:pt x="444228" y="628472"/>
                  </a:lnTo>
                  <a:lnTo>
                    <a:pt x="444370" y="628125"/>
                  </a:lnTo>
                  <a:lnTo>
                    <a:pt x="444557" y="627589"/>
                  </a:lnTo>
                  <a:lnTo>
                    <a:pt x="443560" y="626022"/>
                  </a:lnTo>
                  <a:lnTo>
                    <a:pt x="441091" y="595446"/>
                  </a:lnTo>
                  <a:lnTo>
                    <a:pt x="440799" y="593270"/>
                  </a:lnTo>
                  <a:lnTo>
                    <a:pt x="437000" y="589920"/>
                  </a:lnTo>
                  <a:lnTo>
                    <a:pt x="436853" y="589975"/>
                  </a:lnTo>
                  <a:lnTo>
                    <a:pt x="436703" y="589989"/>
                  </a:lnTo>
                  <a:lnTo>
                    <a:pt x="436352" y="590127"/>
                  </a:lnTo>
                  <a:lnTo>
                    <a:pt x="436170" y="590069"/>
                  </a:lnTo>
                  <a:lnTo>
                    <a:pt x="435757" y="589955"/>
                  </a:lnTo>
                  <a:lnTo>
                    <a:pt x="435302" y="589915"/>
                  </a:lnTo>
                  <a:lnTo>
                    <a:pt x="435015" y="589940"/>
                  </a:lnTo>
                  <a:lnTo>
                    <a:pt x="434810" y="589924"/>
                  </a:lnTo>
                  <a:lnTo>
                    <a:pt x="433582" y="589923"/>
                  </a:lnTo>
                  <a:lnTo>
                    <a:pt x="432698" y="588760"/>
                  </a:lnTo>
                  <a:lnTo>
                    <a:pt x="432620" y="588496"/>
                  </a:lnTo>
                  <a:lnTo>
                    <a:pt x="432561" y="588368"/>
                  </a:lnTo>
                  <a:lnTo>
                    <a:pt x="431882" y="588245"/>
                  </a:lnTo>
                  <a:lnTo>
                    <a:pt x="431632" y="588609"/>
                  </a:lnTo>
                  <a:lnTo>
                    <a:pt x="431555" y="588922"/>
                  </a:lnTo>
                  <a:lnTo>
                    <a:pt x="431356" y="588914"/>
                  </a:lnTo>
                  <a:lnTo>
                    <a:pt x="430738" y="589375"/>
                  </a:lnTo>
                  <a:lnTo>
                    <a:pt x="430404" y="589376"/>
                  </a:lnTo>
                  <a:lnTo>
                    <a:pt x="428881" y="590166"/>
                  </a:lnTo>
                  <a:lnTo>
                    <a:pt x="428275" y="592044"/>
                  </a:lnTo>
                  <a:lnTo>
                    <a:pt x="427442" y="591845"/>
                  </a:lnTo>
                  <a:lnTo>
                    <a:pt x="427144" y="591600"/>
                  </a:lnTo>
                  <a:lnTo>
                    <a:pt x="425456" y="591763"/>
                  </a:lnTo>
                  <a:lnTo>
                    <a:pt x="424384" y="593059"/>
                  </a:lnTo>
                  <a:lnTo>
                    <a:pt x="415785" y="596123"/>
                  </a:lnTo>
                  <a:lnTo>
                    <a:pt x="415411" y="595469"/>
                  </a:lnTo>
                  <a:lnTo>
                    <a:pt x="414604" y="595635"/>
                  </a:lnTo>
                  <a:lnTo>
                    <a:pt x="411941" y="595707"/>
                  </a:lnTo>
                  <a:lnTo>
                    <a:pt x="384785" y="601261"/>
                  </a:lnTo>
                  <a:lnTo>
                    <a:pt x="344856" y="588622"/>
                  </a:lnTo>
                  <a:lnTo>
                    <a:pt x="327427" y="586881"/>
                  </a:lnTo>
                  <a:lnTo>
                    <a:pt x="306191" y="575147"/>
                  </a:lnTo>
                  <a:lnTo>
                    <a:pt x="289332" y="579730"/>
                  </a:lnTo>
                  <a:lnTo>
                    <a:pt x="288853" y="579737"/>
                  </a:lnTo>
                  <a:lnTo>
                    <a:pt x="252995" y="556399"/>
                  </a:lnTo>
                  <a:lnTo>
                    <a:pt x="252928" y="556195"/>
                  </a:lnTo>
                  <a:lnTo>
                    <a:pt x="241165" y="533483"/>
                  </a:lnTo>
                  <a:lnTo>
                    <a:pt x="233690" y="529543"/>
                  </a:lnTo>
                  <a:lnTo>
                    <a:pt x="233252" y="529279"/>
                  </a:lnTo>
                  <a:lnTo>
                    <a:pt x="96923" y="479536"/>
                  </a:lnTo>
                  <a:lnTo>
                    <a:pt x="71542" y="468505"/>
                  </a:lnTo>
                  <a:lnTo>
                    <a:pt x="69892" y="469030"/>
                  </a:lnTo>
                  <a:lnTo>
                    <a:pt x="68923" y="469609"/>
                  </a:lnTo>
                  <a:lnTo>
                    <a:pt x="67797" y="468964"/>
                  </a:lnTo>
                  <a:lnTo>
                    <a:pt x="67578" y="468945"/>
                  </a:lnTo>
                  <a:lnTo>
                    <a:pt x="66674" y="467850"/>
                  </a:lnTo>
                  <a:lnTo>
                    <a:pt x="66312" y="467808"/>
                  </a:lnTo>
                  <a:lnTo>
                    <a:pt x="65951" y="467757"/>
                  </a:lnTo>
                  <a:lnTo>
                    <a:pt x="64866" y="465684"/>
                  </a:lnTo>
                  <a:lnTo>
                    <a:pt x="59033" y="457081"/>
                  </a:lnTo>
                  <a:lnTo>
                    <a:pt x="28401" y="447417"/>
                  </a:lnTo>
                  <a:lnTo>
                    <a:pt x="4062" y="398637"/>
                  </a:lnTo>
                  <a:lnTo>
                    <a:pt x="3441" y="397927"/>
                  </a:lnTo>
                  <a:lnTo>
                    <a:pt x="2387" y="396827"/>
                  </a:lnTo>
                  <a:lnTo>
                    <a:pt x="0" y="370541"/>
                  </a:lnTo>
                  <a:lnTo>
                    <a:pt x="54" y="370356"/>
                  </a:lnTo>
                  <a:lnTo>
                    <a:pt x="20995" y="381407"/>
                  </a:lnTo>
                  <a:lnTo>
                    <a:pt x="22846" y="381133"/>
                  </a:lnTo>
                  <a:lnTo>
                    <a:pt x="26038" y="377434"/>
                  </a:lnTo>
                  <a:lnTo>
                    <a:pt x="28374" y="375670"/>
                  </a:lnTo>
                  <a:lnTo>
                    <a:pt x="33414" y="370652"/>
                  </a:lnTo>
                  <a:lnTo>
                    <a:pt x="31038" y="354811"/>
                  </a:lnTo>
                  <a:lnTo>
                    <a:pt x="31139" y="354631"/>
                  </a:lnTo>
                  <a:lnTo>
                    <a:pt x="31230" y="354475"/>
                  </a:lnTo>
                  <a:lnTo>
                    <a:pt x="27601" y="350538"/>
                  </a:lnTo>
                  <a:lnTo>
                    <a:pt x="27571" y="350382"/>
                  </a:lnTo>
                  <a:lnTo>
                    <a:pt x="27530" y="350174"/>
                  </a:lnTo>
                  <a:lnTo>
                    <a:pt x="27488" y="349959"/>
                  </a:lnTo>
                  <a:lnTo>
                    <a:pt x="27450" y="349769"/>
                  </a:lnTo>
                  <a:lnTo>
                    <a:pt x="27408" y="349557"/>
                  </a:lnTo>
                  <a:lnTo>
                    <a:pt x="27365" y="349341"/>
                  </a:lnTo>
                  <a:lnTo>
                    <a:pt x="27318" y="349104"/>
                  </a:lnTo>
                  <a:lnTo>
                    <a:pt x="27272" y="348880"/>
                  </a:lnTo>
                  <a:lnTo>
                    <a:pt x="27233" y="348688"/>
                  </a:lnTo>
                  <a:lnTo>
                    <a:pt x="27187" y="348443"/>
                  </a:lnTo>
                  <a:lnTo>
                    <a:pt x="27153" y="348286"/>
                  </a:lnTo>
                  <a:lnTo>
                    <a:pt x="27112" y="348083"/>
                  </a:lnTo>
                  <a:lnTo>
                    <a:pt x="27074" y="347892"/>
                  </a:lnTo>
                  <a:lnTo>
                    <a:pt x="27036" y="347719"/>
                  </a:lnTo>
                  <a:lnTo>
                    <a:pt x="26993" y="347479"/>
                  </a:lnTo>
                  <a:lnTo>
                    <a:pt x="26958" y="347301"/>
                  </a:lnTo>
                  <a:lnTo>
                    <a:pt x="26915" y="347084"/>
                  </a:lnTo>
                  <a:lnTo>
                    <a:pt x="26857" y="346808"/>
                  </a:lnTo>
                  <a:lnTo>
                    <a:pt x="26825" y="346651"/>
                  </a:lnTo>
                  <a:lnTo>
                    <a:pt x="26781" y="346415"/>
                  </a:lnTo>
                  <a:lnTo>
                    <a:pt x="11462" y="316522"/>
                  </a:lnTo>
                  <a:lnTo>
                    <a:pt x="11698" y="316339"/>
                  </a:lnTo>
                  <a:lnTo>
                    <a:pt x="8349" y="301908"/>
                  </a:lnTo>
                  <a:lnTo>
                    <a:pt x="7730" y="298302"/>
                  </a:lnTo>
                  <a:lnTo>
                    <a:pt x="7880" y="298250"/>
                  </a:lnTo>
                  <a:lnTo>
                    <a:pt x="22570" y="286347"/>
                  </a:lnTo>
                  <a:lnTo>
                    <a:pt x="22722" y="285893"/>
                  </a:lnTo>
                  <a:lnTo>
                    <a:pt x="22971" y="285659"/>
                  </a:lnTo>
                  <a:lnTo>
                    <a:pt x="23068" y="285202"/>
                  </a:lnTo>
                  <a:lnTo>
                    <a:pt x="23075" y="284235"/>
                  </a:lnTo>
                  <a:lnTo>
                    <a:pt x="23306" y="283585"/>
                  </a:lnTo>
                  <a:lnTo>
                    <a:pt x="23597" y="282697"/>
                  </a:lnTo>
                  <a:lnTo>
                    <a:pt x="24286" y="282600"/>
                  </a:lnTo>
                  <a:lnTo>
                    <a:pt x="24868" y="282080"/>
                  </a:lnTo>
                  <a:lnTo>
                    <a:pt x="24998" y="282031"/>
                  </a:lnTo>
                  <a:lnTo>
                    <a:pt x="25151" y="281985"/>
                  </a:lnTo>
                  <a:lnTo>
                    <a:pt x="25798" y="281908"/>
                  </a:lnTo>
                  <a:lnTo>
                    <a:pt x="26934" y="281389"/>
                  </a:lnTo>
                  <a:lnTo>
                    <a:pt x="26989" y="281257"/>
                  </a:lnTo>
                  <a:lnTo>
                    <a:pt x="27043" y="281128"/>
                  </a:lnTo>
                  <a:lnTo>
                    <a:pt x="27465" y="281008"/>
                  </a:lnTo>
                  <a:lnTo>
                    <a:pt x="28210" y="281852"/>
                  </a:lnTo>
                  <a:lnTo>
                    <a:pt x="28338" y="281850"/>
                  </a:lnTo>
                  <a:lnTo>
                    <a:pt x="28493" y="281869"/>
                  </a:lnTo>
                  <a:lnTo>
                    <a:pt x="28796" y="282159"/>
                  </a:lnTo>
                  <a:lnTo>
                    <a:pt x="28831" y="282374"/>
                  </a:lnTo>
                  <a:lnTo>
                    <a:pt x="29106" y="282525"/>
                  </a:lnTo>
                  <a:lnTo>
                    <a:pt x="29756" y="282524"/>
                  </a:lnTo>
                  <a:lnTo>
                    <a:pt x="30119" y="282368"/>
                  </a:lnTo>
                  <a:lnTo>
                    <a:pt x="30655" y="282397"/>
                  </a:lnTo>
                  <a:lnTo>
                    <a:pt x="31364" y="282458"/>
                  </a:lnTo>
                  <a:lnTo>
                    <a:pt x="32079" y="281952"/>
                  </a:lnTo>
                  <a:lnTo>
                    <a:pt x="32058" y="281527"/>
                  </a:lnTo>
                  <a:lnTo>
                    <a:pt x="32186" y="281455"/>
                  </a:lnTo>
                  <a:lnTo>
                    <a:pt x="32430" y="281399"/>
                  </a:lnTo>
                  <a:lnTo>
                    <a:pt x="32806" y="281322"/>
                  </a:lnTo>
                  <a:lnTo>
                    <a:pt x="34129" y="281416"/>
                  </a:lnTo>
                  <a:lnTo>
                    <a:pt x="34708" y="281312"/>
                  </a:lnTo>
                  <a:lnTo>
                    <a:pt x="34964" y="281305"/>
                  </a:lnTo>
                  <a:lnTo>
                    <a:pt x="35135" y="281319"/>
                  </a:lnTo>
                  <a:lnTo>
                    <a:pt x="35576" y="281511"/>
                  </a:lnTo>
                  <a:lnTo>
                    <a:pt x="35824" y="281865"/>
                  </a:lnTo>
                  <a:lnTo>
                    <a:pt x="36207" y="281844"/>
                  </a:lnTo>
                  <a:lnTo>
                    <a:pt x="36527" y="281634"/>
                  </a:lnTo>
                  <a:lnTo>
                    <a:pt x="36984" y="281578"/>
                  </a:lnTo>
                  <a:lnTo>
                    <a:pt x="37465" y="281641"/>
                  </a:lnTo>
                  <a:lnTo>
                    <a:pt x="38055" y="281073"/>
                  </a:lnTo>
                  <a:lnTo>
                    <a:pt x="38563" y="280941"/>
                  </a:lnTo>
                  <a:lnTo>
                    <a:pt x="39172" y="281078"/>
                  </a:lnTo>
                  <a:lnTo>
                    <a:pt x="39878" y="281239"/>
                  </a:lnTo>
                  <a:lnTo>
                    <a:pt x="40404" y="280778"/>
                  </a:lnTo>
                  <a:lnTo>
                    <a:pt x="41310" y="281094"/>
                  </a:lnTo>
                  <a:lnTo>
                    <a:pt x="41524" y="281101"/>
                  </a:lnTo>
                  <a:lnTo>
                    <a:pt x="43169" y="280459"/>
                  </a:lnTo>
                  <a:lnTo>
                    <a:pt x="43611" y="279903"/>
                  </a:lnTo>
                  <a:lnTo>
                    <a:pt x="43715" y="279499"/>
                  </a:lnTo>
                  <a:lnTo>
                    <a:pt x="44155" y="279742"/>
                  </a:lnTo>
                  <a:lnTo>
                    <a:pt x="44303" y="280127"/>
                  </a:lnTo>
                  <a:lnTo>
                    <a:pt x="44774" y="280628"/>
                  </a:lnTo>
                  <a:lnTo>
                    <a:pt x="45125" y="280587"/>
                  </a:lnTo>
                  <a:lnTo>
                    <a:pt x="45378" y="280554"/>
                  </a:lnTo>
                  <a:lnTo>
                    <a:pt x="46154" y="280165"/>
                  </a:lnTo>
                  <a:lnTo>
                    <a:pt x="46665" y="280309"/>
                  </a:lnTo>
                  <a:lnTo>
                    <a:pt x="46873" y="280580"/>
                  </a:lnTo>
                  <a:lnTo>
                    <a:pt x="46981" y="280790"/>
                  </a:lnTo>
                  <a:lnTo>
                    <a:pt x="47721" y="280802"/>
                  </a:lnTo>
                  <a:lnTo>
                    <a:pt x="48365" y="280705"/>
                  </a:lnTo>
                  <a:lnTo>
                    <a:pt x="48786" y="280864"/>
                  </a:lnTo>
                  <a:lnTo>
                    <a:pt x="49581" y="280683"/>
                  </a:lnTo>
                  <a:lnTo>
                    <a:pt x="49881" y="280379"/>
                  </a:lnTo>
                  <a:lnTo>
                    <a:pt x="50041" y="279899"/>
                  </a:lnTo>
                  <a:lnTo>
                    <a:pt x="50004" y="279699"/>
                  </a:lnTo>
                  <a:lnTo>
                    <a:pt x="50738" y="279279"/>
                  </a:lnTo>
                  <a:lnTo>
                    <a:pt x="50894" y="279254"/>
                  </a:lnTo>
                  <a:lnTo>
                    <a:pt x="51148" y="279449"/>
                  </a:lnTo>
                  <a:lnTo>
                    <a:pt x="51920" y="279873"/>
                  </a:lnTo>
                  <a:lnTo>
                    <a:pt x="52186" y="279753"/>
                  </a:lnTo>
                  <a:lnTo>
                    <a:pt x="52717" y="279603"/>
                  </a:lnTo>
                  <a:lnTo>
                    <a:pt x="53703" y="279557"/>
                  </a:lnTo>
                  <a:lnTo>
                    <a:pt x="54630" y="279491"/>
                  </a:lnTo>
                  <a:lnTo>
                    <a:pt x="55008" y="279059"/>
                  </a:lnTo>
                  <a:lnTo>
                    <a:pt x="55203" y="278886"/>
                  </a:lnTo>
                  <a:lnTo>
                    <a:pt x="55570" y="278871"/>
                  </a:lnTo>
                  <a:lnTo>
                    <a:pt x="55768" y="278818"/>
                  </a:lnTo>
                  <a:lnTo>
                    <a:pt x="55932" y="278229"/>
                  </a:lnTo>
                  <a:lnTo>
                    <a:pt x="55915" y="277737"/>
                  </a:lnTo>
                  <a:lnTo>
                    <a:pt x="56761" y="277669"/>
                  </a:lnTo>
                  <a:lnTo>
                    <a:pt x="56904" y="277247"/>
                  </a:lnTo>
                  <a:lnTo>
                    <a:pt x="56666" y="276831"/>
                  </a:lnTo>
                  <a:lnTo>
                    <a:pt x="56935" y="276676"/>
                  </a:lnTo>
                  <a:lnTo>
                    <a:pt x="57103" y="276736"/>
                  </a:lnTo>
                  <a:lnTo>
                    <a:pt x="57420" y="276866"/>
                  </a:lnTo>
                  <a:lnTo>
                    <a:pt x="57270" y="276398"/>
                  </a:lnTo>
                  <a:lnTo>
                    <a:pt x="56705" y="276123"/>
                  </a:lnTo>
                  <a:lnTo>
                    <a:pt x="56539" y="276069"/>
                  </a:lnTo>
                  <a:lnTo>
                    <a:pt x="56565" y="275694"/>
                  </a:lnTo>
                  <a:lnTo>
                    <a:pt x="56762" y="275082"/>
                  </a:lnTo>
                  <a:lnTo>
                    <a:pt x="57033" y="274900"/>
                  </a:lnTo>
                  <a:lnTo>
                    <a:pt x="57361" y="274296"/>
                  </a:lnTo>
                  <a:lnTo>
                    <a:pt x="57055" y="274108"/>
                  </a:lnTo>
                  <a:lnTo>
                    <a:pt x="57302" y="273884"/>
                  </a:lnTo>
                  <a:lnTo>
                    <a:pt x="57497" y="273604"/>
                  </a:lnTo>
                  <a:lnTo>
                    <a:pt x="57659" y="273173"/>
                  </a:lnTo>
                  <a:lnTo>
                    <a:pt x="57668" y="272869"/>
                  </a:lnTo>
                  <a:lnTo>
                    <a:pt x="57685" y="272708"/>
                  </a:lnTo>
                  <a:lnTo>
                    <a:pt x="58096" y="272622"/>
                  </a:lnTo>
                  <a:lnTo>
                    <a:pt x="58328" y="272575"/>
                  </a:lnTo>
                  <a:lnTo>
                    <a:pt x="58657" y="272069"/>
                  </a:lnTo>
                  <a:lnTo>
                    <a:pt x="58695" y="271578"/>
                  </a:lnTo>
                  <a:lnTo>
                    <a:pt x="58756" y="271243"/>
                  </a:lnTo>
                  <a:lnTo>
                    <a:pt x="58560" y="271128"/>
                  </a:lnTo>
                  <a:lnTo>
                    <a:pt x="58175" y="270991"/>
                  </a:lnTo>
                  <a:lnTo>
                    <a:pt x="57955" y="270928"/>
                  </a:lnTo>
                  <a:lnTo>
                    <a:pt x="57709" y="270655"/>
                  </a:lnTo>
                  <a:lnTo>
                    <a:pt x="57703" y="270160"/>
                  </a:lnTo>
                  <a:lnTo>
                    <a:pt x="58381" y="269830"/>
                  </a:lnTo>
                  <a:lnTo>
                    <a:pt x="58647" y="269744"/>
                  </a:lnTo>
                  <a:lnTo>
                    <a:pt x="58977" y="269654"/>
                  </a:lnTo>
                  <a:lnTo>
                    <a:pt x="59415" y="269527"/>
                  </a:lnTo>
                  <a:lnTo>
                    <a:pt x="59301" y="269093"/>
                  </a:lnTo>
                  <a:lnTo>
                    <a:pt x="59218" y="268200"/>
                  </a:lnTo>
                  <a:lnTo>
                    <a:pt x="59153" y="267718"/>
                  </a:lnTo>
                  <a:lnTo>
                    <a:pt x="59025" y="267194"/>
                  </a:lnTo>
                  <a:lnTo>
                    <a:pt x="59459" y="266386"/>
                  </a:lnTo>
                  <a:lnTo>
                    <a:pt x="59901" y="265718"/>
                  </a:lnTo>
                  <a:lnTo>
                    <a:pt x="60309" y="265088"/>
                  </a:lnTo>
                  <a:lnTo>
                    <a:pt x="60326" y="264746"/>
                  </a:lnTo>
                  <a:lnTo>
                    <a:pt x="60328" y="264554"/>
                  </a:lnTo>
                  <a:lnTo>
                    <a:pt x="60658" y="264025"/>
                  </a:lnTo>
                  <a:lnTo>
                    <a:pt x="60831" y="263572"/>
                  </a:lnTo>
                  <a:lnTo>
                    <a:pt x="60953" y="263176"/>
                  </a:lnTo>
                  <a:lnTo>
                    <a:pt x="60595" y="262474"/>
                  </a:lnTo>
                  <a:lnTo>
                    <a:pt x="60196" y="261443"/>
                  </a:lnTo>
                  <a:lnTo>
                    <a:pt x="60331" y="261301"/>
                  </a:lnTo>
                  <a:lnTo>
                    <a:pt x="60618" y="261023"/>
                  </a:lnTo>
                  <a:lnTo>
                    <a:pt x="61591" y="260860"/>
                  </a:lnTo>
                  <a:lnTo>
                    <a:pt x="61881" y="260884"/>
                  </a:lnTo>
                  <a:lnTo>
                    <a:pt x="62529" y="261018"/>
                  </a:lnTo>
                  <a:lnTo>
                    <a:pt x="62954" y="261146"/>
                  </a:lnTo>
                  <a:lnTo>
                    <a:pt x="63297" y="260757"/>
                  </a:lnTo>
                  <a:lnTo>
                    <a:pt x="63305" y="260028"/>
                  </a:lnTo>
                  <a:lnTo>
                    <a:pt x="63430" y="259572"/>
                  </a:lnTo>
                  <a:lnTo>
                    <a:pt x="63546" y="259300"/>
                  </a:lnTo>
                  <a:lnTo>
                    <a:pt x="63852" y="259119"/>
                  </a:lnTo>
                  <a:lnTo>
                    <a:pt x="64288" y="259022"/>
                  </a:lnTo>
                  <a:lnTo>
                    <a:pt x="64517" y="258998"/>
                  </a:lnTo>
                  <a:lnTo>
                    <a:pt x="64938" y="258908"/>
                  </a:lnTo>
                  <a:lnTo>
                    <a:pt x="64954" y="258474"/>
                  </a:lnTo>
                  <a:lnTo>
                    <a:pt x="64876" y="258181"/>
                  </a:lnTo>
                  <a:lnTo>
                    <a:pt x="64881" y="257818"/>
                  </a:lnTo>
                  <a:lnTo>
                    <a:pt x="65068" y="257595"/>
                  </a:lnTo>
                  <a:lnTo>
                    <a:pt x="65175" y="257236"/>
                  </a:lnTo>
                  <a:lnTo>
                    <a:pt x="65163" y="257052"/>
                  </a:lnTo>
                  <a:lnTo>
                    <a:pt x="64670" y="256771"/>
                  </a:lnTo>
                  <a:lnTo>
                    <a:pt x="64495" y="256511"/>
                  </a:lnTo>
                  <a:lnTo>
                    <a:pt x="64438" y="255879"/>
                  </a:lnTo>
                  <a:lnTo>
                    <a:pt x="64427" y="255601"/>
                  </a:lnTo>
                  <a:lnTo>
                    <a:pt x="64616" y="255289"/>
                  </a:lnTo>
                  <a:lnTo>
                    <a:pt x="64954" y="254744"/>
                  </a:lnTo>
                  <a:lnTo>
                    <a:pt x="64746" y="254693"/>
                  </a:lnTo>
                  <a:lnTo>
                    <a:pt x="64601" y="254402"/>
                  </a:lnTo>
                  <a:lnTo>
                    <a:pt x="65087" y="253839"/>
                  </a:lnTo>
                  <a:lnTo>
                    <a:pt x="65197" y="253062"/>
                  </a:lnTo>
                  <a:lnTo>
                    <a:pt x="64663" y="252360"/>
                  </a:lnTo>
                  <a:lnTo>
                    <a:pt x="65454" y="251605"/>
                  </a:lnTo>
                  <a:lnTo>
                    <a:pt x="65628" y="251397"/>
                  </a:lnTo>
                  <a:lnTo>
                    <a:pt x="65754" y="251248"/>
                  </a:lnTo>
                  <a:lnTo>
                    <a:pt x="66628" y="250518"/>
                  </a:lnTo>
                  <a:lnTo>
                    <a:pt x="66886" y="250626"/>
                  </a:lnTo>
                  <a:lnTo>
                    <a:pt x="67193" y="250768"/>
                  </a:lnTo>
                  <a:lnTo>
                    <a:pt x="67416" y="250880"/>
                  </a:lnTo>
                  <a:lnTo>
                    <a:pt x="67798" y="251015"/>
                  </a:lnTo>
                  <a:lnTo>
                    <a:pt x="68202" y="251038"/>
                  </a:lnTo>
                  <a:lnTo>
                    <a:pt x="68494" y="250926"/>
                  </a:lnTo>
                  <a:lnTo>
                    <a:pt x="69604" y="250091"/>
                  </a:lnTo>
                  <a:lnTo>
                    <a:pt x="69737" y="249990"/>
                  </a:lnTo>
                  <a:lnTo>
                    <a:pt x="71410" y="248725"/>
                  </a:lnTo>
                  <a:lnTo>
                    <a:pt x="72424" y="248126"/>
                  </a:lnTo>
                  <a:lnTo>
                    <a:pt x="72841" y="247461"/>
                  </a:lnTo>
                  <a:lnTo>
                    <a:pt x="73111" y="247272"/>
                  </a:lnTo>
                  <a:lnTo>
                    <a:pt x="73504" y="246803"/>
                  </a:lnTo>
                  <a:lnTo>
                    <a:pt x="73128" y="246475"/>
                  </a:lnTo>
                  <a:lnTo>
                    <a:pt x="72950" y="246276"/>
                  </a:lnTo>
                  <a:lnTo>
                    <a:pt x="72887" y="245663"/>
                  </a:lnTo>
                  <a:lnTo>
                    <a:pt x="73023" y="245608"/>
                  </a:lnTo>
                  <a:lnTo>
                    <a:pt x="73842" y="245339"/>
                  </a:lnTo>
                  <a:lnTo>
                    <a:pt x="74257" y="244843"/>
                  </a:lnTo>
                  <a:lnTo>
                    <a:pt x="74546" y="244373"/>
                  </a:lnTo>
                  <a:lnTo>
                    <a:pt x="74873" y="244412"/>
                  </a:lnTo>
                  <a:lnTo>
                    <a:pt x="75498" y="244459"/>
                  </a:lnTo>
                  <a:lnTo>
                    <a:pt x="75586" y="244083"/>
                  </a:lnTo>
                  <a:lnTo>
                    <a:pt x="75985" y="244116"/>
                  </a:lnTo>
                  <a:lnTo>
                    <a:pt x="76266" y="244191"/>
                  </a:lnTo>
                  <a:lnTo>
                    <a:pt x="76588" y="244368"/>
                  </a:lnTo>
                  <a:lnTo>
                    <a:pt x="76835" y="244438"/>
                  </a:lnTo>
                  <a:lnTo>
                    <a:pt x="77477" y="244387"/>
                  </a:lnTo>
                  <a:lnTo>
                    <a:pt x="77720" y="244365"/>
                  </a:lnTo>
                  <a:lnTo>
                    <a:pt x="78346" y="244355"/>
                  </a:lnTo>
                  <a:lnTo>
                    <a:pt x="78795" y="244393"/>
                  </a:lnTo>
                  <a:lnTo>
                    <a:pt x="78626" y="243966"/>
                  </a:lnTo>
                  <a:lnTo>
                    <a:pt x="78077" y="243670"/>
                  </a:lnTo>
                  <a:lnTo>
                    <a:pt x="77543" y="243357"/>
                  </a:lnTo>
                  <a:lnTo>
                    <a:pt x="77533" y="243009"/>
                  </a:lnTo>
                  <a:lnTo>
                    <a:pt x="77543" y="242872"/>
                  </a:lnTo>
                  <a:lnTo>
                    <a:pt x="77521" y="242619"/>
                  </a:lnTo>
                  <a:lnTo>
                    <a:pt x="76654" y="241641"/>
                  </a:lnTo>
                  <a:lnTo>
                    <a:pt x="76518" y="241593"/>
                  </a:lnTo>
                  <a:lnTo>
                    <a:pt x="76359" y="241522"/>
                  </a:lnTo>
                  <a:lnTo>
                    <a:pt x="76084" y="241347"/>
                  </a:lnTo>
                  <a:lnTo>
                    <a:pt x="75422" y="240655"/>
                  </a:lnTo>
                  <a:lnTo>
                    <a:pt x="75002" y="240086"/>
                  </a:lnTo>
                  <a:lnTo>
                    <a:pt x="75169" y="239104"/>
                  </a:lnTo>
                  <a:lnTo>
                    <a:pt x="75441" y="238104"/>
                  </a:lnTo>
                  <a:lnTo>
                    <a:pt x="75465" y="237976"/>
                  </a:lnTo>
                  <a:lnTo>
                    <a:pt x="75486" y="237805"/>
                  </a:lnTo>
                  <a:lnTo>
                    <a:pt x="75508" y="237629"/>
                  </a:lnTo>
                  <a:lnTo>
                    <a:pt x="75554" y="237373"/>
                  </a:lnTo>
                  <a:lnTo>
                    <a:pt x="75965" y="236743"/>
                  </a:lnTo>
                  <a:lnTo>
                    <a:pt x="76091" y="236591"/>
                  </a:lnTo>
                  <a:lnTo>
                    <a:pt x="76665" y="235644"/>
                  </a:lnTo>
                  <a:lnTo>
                    <a:pt x="76914" y="235533"/>
                  </a:lnTo>
                  <a:lnTo>
                    <a:pt x="77372" y="235506"/>
                  </a:lnTo>
                  <a:lnTo>
                    <a:pt x="77655" y="235507"/>
                  </a:lnTo>
                  <a:lnTo>
                    <a:pt x="77897" y="235521"/>
                  </a:lnTo>
                  <a:lnTo>
                    <a:pt x="78416" y="235518"/>
                  </a:lnTo>
                  <a:lnTo>
                    <a:pt x="79710" y="235077"/>
                  </a:lnTo>
                  <a:lnTo>
                    <a:pt x="79862" y="234771"/>
                  </a:lnTo>
                  <a:lnTo>
                    <a:pt x="80080" y="234432"/>
                  </a:lnTo>
                  <a:lnTo>
                    <a:pt x="80745" y="233760"/>
                  </a:lnTo>
                  <a:lnTo>
                    <a:pt x="80875" y="233713"/>
                  </a:lnTo>
                  <a:lnTo>
                    <a:pt x="81097" y="233116"/>
                  </a:lnTo>
                  <a:lnTo>
                    <a:pt x="81259" y="232823"/>
                  </a:lnTo>
                  <a:lnTo>
                    <a:pt x="82204" y="232610"/>
                  </a:lnTo>
                  <a:lnTo>
                    <a:pt x="82177" y="233212"/>
                  </a:lnTo>
                  <a:lnTo>
                    <a:pt x="82156" y="233768"/>
                  </a:lnTo>
                  <a:lnTo>
                    <a:pt x="82337" y="234033"/>
                  </a:lnTo>
                  <a:lnTo>
                    <a:pt x="82952" y="234123"/>
                  </a:lnTo>
                  <a:lnTo>
                    <a:pt x="83110" y="234156"/>
                  </a:lnTo>
                  <a:lnTo>
                    <a:pt x="83591" y="234297"/>
                  </a:lnTo>
                  <a:lnTo>
                    <a:pt x="84458" y="234581"/>
                  </a:lnTo>
                  <a:lnTo>
                    <a:pt x="84840" y="234813"/>
                  </a:lnTo>
                  <a:lnTo>
                    <a:pt x="84874" y="235085"/>
                  </a:lnTo>
                  <a:lnTo>
                    <a:pt x="85421" y="235231"/>
                  </a:lnTo>
                  <a:lnTo>
                    <a:pt x="85994" y="234749"/>
                  </a:lnTo>
                  <a:lnTo>
                    <a:pt x="86090" y="234616"/>
                  </a:lnTo>
                  <a:lnTo>
                    <a:pt x="86631" y="234721"/>
                  </a:lnTo>
                  <a:lnTo>
                    <a:pt x="87391" y="235210"/>
                  </a:lnTo>
                  <a:lnTo>
                    <a:pt x="87737" y="235212"/>
                  </a:lnTo>
                  <a:lnTo>
                    <a:pt x="88620" y="234698"/>
                  </a:lnTo>
                  <a:lnTo>
                    <a:pt x="88808" y="234505"/>
                  </a:lnTo>
                  <a:lnTo>
                    <a:pt x="89238" y="234567"/>
                  </a:lnTo>
                  <a:lnTo>
                    <a:pt x="89607" y="234693"/>
                  </a:lnTo>
                  <a:lnTo>
                    <a:pt x="89986" y="235145"/>
                  </a:lnTo>
                  <a:lnTo>
                    <a:pt x="90492" y="235289"/>
                  </a:lnTo>
                  <a:lnTo>
                    <a:pt x="91080" y="235090"/>
                  </a:lnTo>
                  <a:lnTo>
                    <a:pt x="91423" y="235063"/>
                  </a:lnTo>
                  <a:lnTo>
                    <a:pt x="91625" y="235239"/>
                  </a:lnTo>
                  <a:lnTo>
                    <a:pt x="91377" y="235804"/>
                  </a:lnTo>
                  <a:lnTo>
                    <a:pt x="91437" y="236172"/>
                  </a:lnTo>
                  <a:lnTo>
                    <a:pt x="91919" y="236419"/>
                  </a:lnTo>
                  <a:lnTo>
                    <a:pt x="92508" y="236545"/>
                  </a:lnTo>
                  <a:lnTo>
                    <a:pt x="92726" y="236823"/>
                  </a:lnTo>
                  <a:lnTo>
                    <a:pt x="92726" y="237166"/>
                  </a:lnTo>
                  <a:lnTo>
                    <a:pt x="92541" y="237764"/>
                  </a:lnTo>
                  <a:lnTo>
                    <a:pt x="92906" y="237918"/>
                  </a:lnTo>
                  <a:lnTo>
                    <a:pt x="93155" y="237900"/>
                  </a:lnTo>
                  <a:lnTo>
                    <a:pt x="94279" y="238034"/>
                  </a:lnTo>
                  <a:lnTo>
                    <a:pt x="94470" y="237981"/>
                  </a:lnTo>
                  <a:lnTo>
                    <a:pt x="95911" y="237928"/>
                  </a:lnTo>
                  <a:lnTo>
                    <a:pt x="97068" y="237735"/>
                  </a:lnTo>
                  <a:lnTo>
                    <a:pt x="98544" y="237619"/>
                  </a:lnTo>
                  <a:lnTo>
                    <a:pt x="98754" y="237668"/>
                  </a:lnTo>
                  <a:lnTo>
                    <a:pt x="99007" y="237717"/>
                  </a:lnTo>
                  <a:lnTo>
                    <a:pt x="99502" y="237707"/>
                  </a:lnTo>
                  <a:lnTo>
                    <a:pt x="100212" y="237745"/>
                  </a:lnTo>
                  <a:lnTo>
                    <a:pt x="101051" y="238275"/>
                  </a:lnTo>
                  <a:lnTo>
                    <a:pt x="101369" y="238654"/>
                  </a:lnTo>
                  <a:lnTo>
                    <a:pt x="102607" y="238354"/>
                  </a:lnTo>
                  <a:lnTo>
                    <a:pt x="103065" y="238230"/>
                  </a:lnTo>
                  <a:lnTo>
                    <a:pt x="103507" y="238791"/>
                  </a:lnTo>
                  <a:lnTo>
                    <a:pt x="103880" y="239039"/>
                  </a:lnTo>
                  <a:lnTo>
                    <a:pt x="104788" y="239215"/>
                  </a:lnTo>
                  <a:lnTo>
                    <a:pt x="105023" y="239220"/>
                  </a:lnTo>
                  <a:lnTo>
                    <a:pt x="105783" y="239094"/>
                  </a:lnTo>
                  <a:lnTo>
                    <a:pt x="106523" y="239311"/>
                  </a:lnTo>
                  <a:lnTo>
                    <a:pt x="106877" y="238962"/>
                  </a:lnTo>
                  <a:lnTo>
                    <a:pt x="106256" y="238269"/>
                  </a:lnTo>
                  <a:lnTo>
                    <a:pt x="106445" y="237983"/>
                  </a:lnTo>
                  <a:lnTo>
                    <a:pt x="106610" y="237987"/>
                  </a:lnTo>
                  <a:lnTo>
                    <a:pt x="106791" y="237989"/>
                  </a:lnTo>
                  <a:lnTo>
                    <a:pt x="107062" y="237980"/>
                  </a:lnTo>
                  <a:lnTo>
                    <a:pt x="107471" y="237707"/>
                  </a:lnTo>
                  <a:lnTo>
                    <a:pt x="107588" y="237269"/>
                  </a:lnTo>
                  <a:lnTo>
                    <a:pt x="107638" y="236425"/>
                  </a:lnTo>
                  <a:lnTo>
                    <a:pt x="107339" y="236241"/>
                  </a:lnTo>
                  <a:lnTo>
                    <a:pt x="107352" y="235936"/>
                  </a:lnTo>
                  <a:lnTo>
                    <a:pt x="107457" y="235663"/>
                  </a:lnTo>
                  <a:lnTo>
                    <a:pt x="108022" y="234948"/>
                  </a:lnTo>
                  <a:lnTo>
                    <a:pt x="108337" y="234666"/>
                  </a:lnTo>
                  <a:lnTo>
                    <a:pt x="108495" y="234750"/>
                  </a:lnTo>
                  <a:lnTo>
                    <a:pt x="108704" y="234868"/>
                  </a:lnTo>
                  <a:lnTo>
                    <a:pt x="109266" y="234872"/>
                  </a:lnTo>
                  <a:lnTo>
                    <a:pt x="109942" y="234377"/>
                  </a:lnTo>
                  <a:lnTo>
                    <a:pt x="110355" y="234586"/>
                  </a:lnTo>
                  <a:lnTo>
                    <a:pt x="110413" y="234735"/>
                  </a:lnTo>
                  <a:lnTo>
                    <a:pt x="110381" y="234912"/>
                  </a:lnTo>
                  <a:lnTo>
                    <a:pt x="110262" y="235133"/>
                  </a:lnTo>
                  <a:lnTo>
                    <a:pt x="110133" y="235320"/>
                  </a:lnTo>
                  <a:lnTo>
                    <a:pt x="110364" y="235663"/>
                  </a:lnTo>
                  <a:lnTo>
                    <a:pt x="110706" y="235524"/>
                  </a:lnTo>
                  <a:lnTo>
                    <a:pt x="110960" y="235495"/>
                  </a:lnTo>
                  <a:lnTo>
                    <a:pt x="111382" y="235782"/>
                  </a:lnTo>
                  <a:lnTo>
                    <a:pt x="111605" y="236307"/>
                  </a:lnTo>
                  <a:lnTo>
                    <a:pt x="112661" y="236697"/>
                  </a:lnTo>
                  <a:lnTo>
                    <a:pt x="113794" y="236275"/>
                  </a:lnTo>
                  <a:lnTo>
                    <a:pt x="114174" y="236455"/>
                  </a:lnTo>
                  <a:lnTo>
                    <a:pt x="114380" y="236599"/>
                  </a:lnTo>
                  <a:lnTo>
                    <a:pt x="114524" y="237041"/>
                  </a:lnTo>
                  <a:lnTo>
                    <a:pt x="114731" y="237470"/>
                  </a:lnTo>
                  <a:lnTo>
                    <a:pt x="115508" y="238553"/>
                  </a:lnTo>
                  <a:lnTo>
                    <a:pt x="115665" y="238494"/>
                  </a:lnTo>
                  <a:lnTo>
                    <a:pt x="115867" y="238335"/>
                  </a:lnTo>
                  <a:lnTo>
                    <a:pt x="116171" y="238116"/>
                  </a:lnTo>
                  <a:lnTo>
                    <a:pt x="116588" y="238196"/>
                  </a:lnTo>
                  <a:lnTo>
                    <a:pt x="116853" y="238394"/>
                  </a:lnTo>
                  <a:lnTo>
                    <a:pt x="117056" y="238513"/>
                  </a:lnTo>
                  <a:lnTo>
                    <a:pt x="117266" y="238215"/>
                  </a:lnTo>
                  <a:lnTo>
                    <a:pt x="117384" y="237969"/>
                  </a:lnTo>
                  <a:lnTo>
                    <a:pt x="117556" y="237632"/>
                  </a:lnTo>
                  <a:lnTo>
                    <a:pt x="117868" y="237427"/>
                  </a:lnTo>
                  <a:lnTo>
                    <a:pt x="118929" y="237582"/>
                  </a:lnTo>
                  <a:lnTo>
                    <a:pt x="119252" y="237722"/>
                  </a:lnTo>
                  <a:lnTo>
                    <a:pt x="119436" y="237872"/>
                  </a:lnTo>
                  <a:lnTo>
                    <a:pt x="120182" y="237317"/>
                  </a:lnTo>
                  <a:lnTo>
                    <a:pt x="120451" y="237306"/>
                  </a:lnTo>
                  <a:lnTo>
                    <a:pt x="120667" y="237421"/>
                  </a:lnTo>
                  <a:lnTo>
                    <a:pt x="121088" y="237589"/>
                  </a:lnTo>
                  <a:lnTo>
                    <a:pt x="121327" y="237271"/>
                  </a:lnTo>
                  <a:lnTo>
                    <a:pt x="121681" y="237126"/>
                  </a:lnTo>
                  <a:lnTo>
                    <a:pt x="121805" y="237390"/>
                  </a:lnTo>
                  <a:lnTo>
                    <a:pt x="121979" y="237591"/>
                  </a:lnTo>
                  <a:lnTo>
                    <a:pt x="122538" y="237781"/>
                  </a:lnTo>
                  <a:lnTo>
                    <a:pt x="122907" y="237795"/>
                  </a:lnTo>
                  <a:lnTo>
                    <a:pt x="123283" y="237760"/>
                  </a:lnTo>
                  <a:lnTo>
                    <a:pt x="123643" y="237958"/>
                  </a:lnTo>
                  <a:lnTo>
                    <a:pt x="123953" y="237979"/>
                  </a:lnTo>
                  <a:lnTo>
                    <a:pt x="124297" y="238003"/>
                  </a:lnTo>
                  <a:lnTo>
                    <a:pt x="124977" y="238126"/>
                  </a:lnTo>
                  <a:lnTo>
                    <a:pt x="125223" y="238916"/>
                  </a:lnTo>
                  <a:lnTo>
                    <a:pt x="125405" y="239107"/>
                  </a:lnTo>
                  <a:lnTo>
                    <a:pt x="126862" y="240087"/>
                  </a:lnTo>
                  <a:lnTo>
                    <a:pt x="127260" y="240195"/>
                  </a:lnTo>
                  <a:lnTo>
                    <a:pt x="127609" y="240824"/>
                  </a:lnTo>
                  <a:lnTo>
                    <a:pt x="127539" y="241183"/>
                  </a:lnTo>
                  <a:lnTo>
                    <a:pt x="127378" y="241786"/>
                  </a:lnTo>
                  <a:lnTo>
                    <a:pt x="127481" y="242198"/>
                  </a:lnTo>
                  <a:lnTo>
                    <a:pt x="127709" y="242512"/>
                  </a:lnTo>
                  <a:lnTo>
                    <a:pt x="128411" y="242741"/>
                  </a:lnTo>
                  <a:lnTo>
                    <a:pt x="129212" y="242568"/>
                  </a:lnTo>
                  <a:lnTo>
                    <a:pt x="129759" y="242708"/>
                  </a:lnTo>
                  <a:lnTo>
                    <a:pt x="130023" y="242794"/>
                  </a:lnTo>
                  <a:lnTo>
                    <a:pt x="130489" y="242818"/>
                  </a:lnTo>
                  <a:lnTo>
                    <a:pt x="130800" y="242832"/>
                  </a:lnTo>
                  <a:lnTo>
                    <a:pt x="131283" y="242822"/>
                  </a:lnTo>
                  <a:lnTo>
                    <a:pt x="131948" y="242793"/>
                  </a:lnTo>
                  <a:lnTo>
                    <a:pt x="132718" y="242864"/>
                  </a:lnTo>
                  <a:lnTo>
                    <a:pt x="132980" y="242925"/>
                  </a:lnTo>
                  <a:lnTo>
                    <a:pt x="133942" y="243005"/>
                  </a:lnTo>
                  <a:lnTo>
                    <a:pt x="135249" y="242866"/>
                  </a:lnTo>
                  <a:lnTo>
                    <a:pt x="135881" y="242461"/>
                  </a:lnTo>
                  <a:lnTo>
                    <a:pt x="136220" y="242159"/>
                  </a:lnTo>
                  <a:lnTo>
                    <a:pt x="136404" y="242030"/>
                  </a:lnTo>
                  <a:lnTo>
                    <a:pt x="136797" y="241776"/>
                  </a:lnTo>
                  <a:lnTo>
                    <a:pt x="137373" y="241567"/>
                  </a:lnTo>
                  <a:lnTo>
                    <a:pt x="137585" y="241662"/>
                  </a:lnTo>
                  <a:lnTo>
                    <a:pt x="138864" y="241394"/>
                  </a:lnTo>
                  <a:lnTo>
                    <a:pt x="139621" y="241124"/>
                  </a:lnTo>
                  <a:lnTo>
                    <a:pt x="140326" y="240952"/>
                  </a:lnTo>
                  <a:lnTo>
                    <a:pt x="140442" y="241097"/>
                  </a:lnTo>
                  <a:lnTo>
                    <a:pt x="140781" y="241234"/>
                  </a:lnTo>
                  <a:lnTo>
                    <a:pt x="141161" y="241354"/>
                  </a:lnTo>
                  <a:lnTo>
                    <a:pt x="141514" y="241433"/>
                  </a:lnTo>
                  <a:lnTo>
                    <a:pt x="142849" y="241631"/>
                  </a:lnTo>
                  <a:lnTo>
                    <a:pt x="143280" y="241350"/>
                  </a:lnTo>
                  <a:lnTo>
                    <a:pt x="144621" y="240995"/>
                  </a:lnTo>
                  <a:lnTo>
                    <a:pt x="145241" y="241004"/>
                  </a:lnTo>
                  <a:lnTo>
                    <a:pt x="145836" y="241047"/>
                  </a:lnTo>
                  <a:lnTo>
                    <a:pt x="146116" y="240695"/>
                  </a:lnTo>
                  <a:lnTo>
                    <a:pt x="146152" y="240438"/>
                  </a:lnTo>
                  <a:lnTo>
                    <a:pt x="146191" y="240247"/>
                  </a:lnTo>
                  <a:lnTo>
                    <a:pt x="146353" y="239843"/>
                  </a:lnTo>
                  <a:lnTo>
                    <a:pt x="147032" y="239241"/>
                  </a:lnTo>
                  <a:lnTo>
                    <a:pt x="147716" y="239133"/>
                  </a:lnTo>
                  <a:lnTo>
                    <a:pt x="148393" y="239432"/>
                  </a:lnTo>
                  <a:lnTo>
                    <a:pt x="149106" y="239263"/>
                  </a:lnTo>
                  <a:lnTo>
                    <a:pt x="149549" y="238774"/>
                  </a:lnTo>
                  <a:lnTo>
                    <a:pt x="150619" y="238159"/>
                  </a:lnTo>
                  <a:lnTo>
                    <a:pt x="150689" y="237851"/>
                  </a:lnTo>
                  <a:lnTo>
                    <a:pt x="150993" y="237361"/>
                  </a:lnTo>
                  <a:lnTo>
                    <a:pt x="150999" y="236781"/>
                  </a:lnTo>
                  <a:lnTo>
                    <a:pt x="150906" y="236629"/>
                  </a:lnTo>
                  <a:lnTo>
                    <a:pt x="150825" y="236379"/>
                  </a:lnTo>
                  <a:lnTo>
                    <a:pt x="150646" y="235649"/>
                  </a:lnTo>
                  <a:lnTo>
                    <a:pt x="150354" y="234631"/>
                  </a:lnTo>
                  <a:lnTo>
                    <a:pt x="150253" y="234394"/>
                  </a:lnTo>
                  <a:lnTo>
                    <a:pt x="150136" y="234106"/>
                  </a:lnTo>
                  <a:lnTo>
                    <a:pt x="149946" y="233334"/>
                  </a:lnTo>
                  <a:lnTo>
                    <a:pt x="150317" y="232233"/>
                  </a:lnTo>
                  <a:lnTo>
                    <a:pt x="150906" y="232418"/>
                  </a:lnTo>
                  <a:lnTo>
                    <a:pt x="151981" y="232436"/>
                  </a:lnTo>
                  <a:lnTo>
                    <a:pt x="152250" y="232320"/>
                  </a:lnTo>
                  <a:lnTo>
                    <a:pt x="152562" y="231736"/>
                  </a:lnTo>
                  <a:lnTo>
                    <a:pt x="153018" y="231443"/>
                  </a:lnTo>
                  <a:lnTo>
                    <a:pt x="153488" y="231297"/>
                  </a:lnTo>
                  <a:lnTo>
                    <a:pt x="154410" y="231019"/>
                  </a:lnTo>
                  <a:lnTo>
                    <a:pt x="154852" y="230868"/>
                  </a:lnTo>
                  <a:lnTo>
                    <a:pt x="155283" y="230195"/>
                  </a:lnTo>
                  <a:lnTo>
                    <a:pt x="155962" y="230529"/>
                  </a:lnTo>
                  <a:lnTo>
                    <a:pt x="156145" y="230703"/>
                  </a:lnTo>
                  <a:lnTo>
                    <a:pt x="156482" y="230660"/>
                  </a:lnTo>
                  <a:lnTo>
                    <a:pt x="156662" y="230375"/>
                  </a:lnTo>
                  <a:lnTo>
                    <a:pt x="156959" y="229257"/>
                  </a:lnTo>
                  <a:lnTo>
                    <a:pt x="157109" y="229157"/>
                  </a:lnTo>
                  <a:lnTo>
                    <a:pt x="157551" y="229023"/>
                  </a:lnTo>
                  <a:lnTo>
                    <a:pt x="158199" y="229055"/>
                  </a:lnTo>
                  <a:lnTo>
                    <a:pt x="158947" y="228988"/>
                  </a:lnTo>
                  <a:lnTo>
                    <a:pt x="159216" y="228947"/>
                  </a:lnTo>
                  <a:lnTo>
                    <a:pt x="159698" y="228546"/>
                  </a:lnTo>
                  <a:lnTo>
                    <a:pt x="159834" y="228039"/>
                  </a:lnTo>
                  <a:lnTo>
                    <a:pt x="159983" y="227752"/>
                  </a:lnTo>
                  <a:lnTo>
                    <a:pt x="160468" y="227621"/>
                  </a:lnTo>
                  <a:lnTo>
                    <a:pt x="160627" y="227807"/>
                  </a:lnTo>
                  <a:lnTo>
                    <a:pt x="160852" y="228039"/>
                  </a:lnTo>
                  <a:lnTo>
                    <a:pt x="161006" y="228096"/>
                  </a:lnTo>
                  <a:lnTo>
                    <a:pt x="161848" y="228046"/>
                  </a:lnTo>
                  <a:lnTo>
                    <a:pt x="162141" y="227964"/>
                  </a:lnTo>
                  <a:lnTo>
                    <a:pt x="162317" y="227803"/>
                  </a:lnTo>
                  <a:lnTo>
                    <a:pt x="162664" y="227364"/>
                  </a:lnTo>
                  <a:lnTo>
                    <a:pt x="162853" y="227093"/>
                  </a:lnTo>
                  <a:lnTo>
                    <a:pt x="163050" y="226444"/>
                  </a:lnTo>
                  <a:lnTo>
                    <a:pt x="162893" y="226271"/>
                  </a:lnTo>
                  <a:lnTo>
                    <a:pt x="162885" y="226024"/>
                  </a:lnTo>
                  <a:lnTo>
                    <a:pt x="162912" y="225628"/>
                  </a:lnTo>
                  <a:lnTo>
                    <a:pt x="163045" y="225526"/>
                  </a:lnTo>
                  <a:lnTo>
                    <a:pt x="163288" y="225292"/>
                  </a:lnTo>
                  <a:lnTo>
                    <a:pt x="163687" y="224786"/>
                  </a:lnTo>
                  <a:lnTo>
                    <a:pt x="163841" y="224554"/>
                  </a:lnTo>
                  <a:lnTo>
                    <a:pt x="163093" y="223097"/>
                  </a:lnTo>
                  <a:lnTo>
                    <a:pt x="163185" y="222519"/>
                  </a:lnTo>
                  <a:lnTo>
                    <a:pt x="163791" y="222470"/>
                  </a:lnTo>
                  <a:lnTo>
                    <a:pt x="164280" y="222702"/>
                  </a:lnTo>
                  <a:lnTo>
                    <a:pt x="164484" y="222725"/>
                  </a:lnTo>
                  <a:lnTo>
                    <a:pt x="165666" y="222544"/>
                  </a:lnTo>
                  <a:lnTo>
                    <a:pt x="165867" y="222413"/>
                  </a:lnTo>
                  <a:lnTo>
                    <a:pt x="166045" y="222087"/>
                  </a:lnTo>
                  <a:lnTo>
                    <a:pt x="166068" y="221631"/>
                  </a:lnTo>
                  <a:lnTo>
                    <a:pt x="166070" y="221502"/>
                  </a:lnTo>
                  <a:lnTo>
                    <a:pt x="165890" y="221057"/>
                  </a:lnTo>
                  <a:lnTo>
                    <a:pt x="166051" y="220594"/>
                  </a:lnTo>
                  <a:lnTo>
                    <a:pt x="166360" y="220069"/>
                  </a:lnTo>
                  <a:lnTo>
                    <a:pt x="166503" y="219885"/>
                  </a:lnTo>
                  <a:lnTo>
                    <a:pt x="166735" y="219853"/>
                  </a:lnTo>
                  <a:lnTo>
                    <a:pt x="167033" y="219840"/>
                  </a:lnTo>
                  <a:lnTo>
                    <a:pt x="167934" y="219712"/>
                  </a:lnTo>
                  <a:lnTo>
                    <a:pt x="168632" y="219613"/>
                  </a:lnTo>
                  <a:lnTo>
                    <a:pt x="169257" y="219701"/>
                  </a:lnTo>
                  <a:lnTo>
                    <a:pt x="170185" y="220107"/>
                  </a:lnTo>
                  <a:lnTo>
                    <a:pt x="170685" y="220456"/>
                  </a:lnTo>
                  <a:lnTo>
                    <a:pt x="170871" y="220445"/>
                  </a:lnTo>
                  <a:lnTo>
                    <a:pt x="171390" y="220396"/>
                  </a:lnTo>
                  <a:lnTo>
                    <a:pt x="171754" y="220182"/>
                  </a:lnTo>
                  <a:lnTo>
                    <a:pt x="172122" y="219937"/>
                  </a:lnTo>
                  <a:lnTo>
                    <a:pt x="172656" y="220100"/>
                  </a:lnTo>
                  <a:lnTo>
                    <a:pt x="173087" y="220275"/>
                  </a:lnTo>
                  <a:lnTo>
                    <a:pt x="173286" y="220416"/>
                  </a:lnTo>
                  <a:lnTo>
                    <a:pt x="173903" y="220602"/>
                  </a:lnTo>
                  <a:lnTo>
                    <a:pt x="174213" y="220592"/>
                  </a:lnTo>
                  <a:lnTo>
                    <a:pt x="174918" y="220478"/>
                  </a:lnTo>
                  <a:lnTo>
                    <a:pt x="175050" y="220531"/>
                  </a:lnTo>
                  <a:lnTo>
                    <a:pt x="175629" y="220971"/>
                  </a:lnTo>
                  <a:lnTo>
                    <a:pt x="176313" y="220967"/>
                  </a:lnTo>
                  <a:lnTo>
                    <a:pt x="176622" y="221166"/>
                  </a:lnTo>
                  <a:lnTo>
                    <a:pt x="176697" y="221383"/>
                  </a:lnTo>
                  <a:lnTo>
                    <a:pt x="176844" y="221841"/>
                  </a:lnTo>
                  <a:lnTo>
                    <a:pt x="177972" y="221877"/>
                  </a:lnTo>
                  <a:lnTo>
                    <a:pt x="178381" y="222017"/>
                  </a:lnTo>
                  <a:lnTo>
                    <a:pt x="178570" y="222152"/>
                  </a:lnTo>
                  <a:lnTo>
                    <a:pt x="178742" y="222363"/>
                  </a:lnTo>
                  <a:lnTo>
                    <a:pt x="178980" y="222641"/>
                  </a:lnTo>
                  <a:lnTo>
                    <a:pt x="179709" y="223243"/>
                  </a:lnTo>
                  <a:lnTo>
                    <a:pt x="180126" y="223357"/>
                  </a:lnTo>
                  <a:lnTo>
                    <a:pt x="180309" y="223155"/>
                  </a:lnTo>
                  <a:lnTo>
                    <a:pt x="180484" y="222954"/>
                  </a:lnTo>
                  <a:lnTo>
                    <a:pt x="181050" y="222585"/>
                  </a:lnTo>
                  <a:lnTo>
                    <a:pt x="181447" y="222433"/>
                  </a:lnTo>
                  <a:lnTo>
                    <a:pt x="181752" y="222364"/>
                  </a:lnTo>
                  <a:lnTo>
                    <a:pt x="182103" y="222014"/>
                  </a:lnTo>
                  <a:lnTo>
                    <a:pt x="182121" y="221769"/>
                  </a:lnTo>
                  <a:lnTo>
                    <a:pt x="182907" y="220861"/>
                  </a:lnTo>
                  <a:lnTo>
                    <a:pt x="183200" y="221034"/>
                  </a:lnTo>
                  <a:lnTo>
                    <a:pt x="184506" y="221367"/>
                  </a:lnTo>
                  <a:lnTo>
                    <a:pt x="184780" y="221230"/>
                  </a:lnTo>
                  <a:lnTo>
                    <a:pt x="185058" y="221081"/>
                  </a:lnTo>
                  <a:lnTo>
                    <a:pt x="185206" y="221009"/>
                  </a:lnTo>
                  <a:lnTo>
                    <a:pt x="185546" y="220852"/>
                  </a:lnTo>
                  <a:lnTo>
                    <a:pt x="186033" y="220812"/>
                  </a:lnTo>
                  <a:lnTo>
                    <a:pt x="186204" y="221167"/>
                  </a:lnTo>
                  <a:lnTo>
                    <a:pt x="186609" y="221543"/>
                  </a:lnTo>
                  <a:lnTo>
                    <a:pt x="187245" y="221389"/>
                  </a:lnTo>
                  <a:lnTo>
                    <a:pt x="188959" y="221356"/>
                  </a:lnTo>
                  <a:lnTo>
                    <a:pt x="189420" y="221369"/>
                  </a:lnTo>
                  <a:lnTo>
                    <a:pt x="190114" y="221751"/>
                  </a:lnTo>
                  <a:lnTo>
                    <a:pt x="190167" y="222152"/>
                  </a:lnTo>
                  <a:lnTo>
                    <a:pt x="189846" y="222378"/>
                  </a:lnTo>
                  <a:lnTo>
                    <a:pt x="189688" y="222776"/>
                  </a:lnTo>
                  <a:lnTo>
                    <a:pt x="189780" y="222943"/>
                  </a:lnTo>
                  <a:lnTo>
                    <a:pt x="189739" y="223282"/>
                  </a:lnTo>
                  <a:lnTo>
                    <a:pt x="189691" y="223481"/>
                  </a:lnTo>
                  <a:lnTo>
                    <a:pt x="189672" y="223614"/>
                  </a:lnTo>
                  <a:lnTo>
                    <a:pt x="189725" y="223799"/>
                  </a:lnTo>
                  <a:lnTo>
                    <a:pt x="189876" y="224039"/>
                  </a:lnTo>
                  <a:lnTo>
                    <a:pt x="190086" y="224142"/>
                  </a:lnTo>
                  <a:lnTo>
                    <a:pt x="190412" y="224334"/>
                  </a:lnTo>
                  <a:lnTo>
                    <a:pt x="190755" y="224780"/>
                  </a:lnTo>
                  <a:lnTo>
                    <a:pt x="190633" y="225377"/>
                  </a:lnTo>
                  <a:lnTo>
                    <a:pt x="190596" y="225609"/>
                  </a:lnTo>
                  <a:lnTo>
                    <a:pt x="190912" y="225976"/>
                  </a:lnTo>
                  <a:lnTo>
                    <a:pt x="190632" y="226571"/>
                  </a:lnTo>
                  <a:lnTo>
                    <a:pt x="190878" y="227399"/>
                  </a:lnTo>
                  <a:lnTo>
                    <a:pt x="190450" y="227769"/>
                  </a:lnTo>
                  <a:lnTo>
                    <a:pt x="190394" y="228208"/>
                  </a:lnTo>
                  <a:lnTo>
                    <a:pt x="190722" y="228605"/>
                  </a:lnTo>
                  <a:lnTo>
                    <a:pt x="190830" y="228797"/>
                  </a:lnTo>
                  <a:lnTo>
                    <a:pt x="190903" y="229013"/>
                  </a:lnTo>
                  <a:lnTo>
                    <a:pt x="190903" y="229363"/>
                  </a:lnTo>
                  <a:lnTo>
                    <a:pt x="190803" y="229789"/>
                  </a:lnTo>
                  <a:lnTo>
                    <a:pt x="191242" y="229984"/>
                  </a:lnTo>
                  <a:lnTo>
                    <a:pt x="191411" y="230055"/>
                  </a:lnTo>
                  <a:lnTo>
                    <a:pt x="191414" y="230412"/>
                  </a:lnTo>
                  <a:lnTo>
                    <a:pt x="192231" y="230936"/>
                  </a:lnTo>
                  <a:lnTo>
                    <a:pt x="192788" y="230986"/>
                  </a:lnTo>
                  <a:lnTo>
                    <a:pt x="193477" y="231123"/>
                  </a:lnTo>
                  <a:lnTo>
                    <a:pt x="193777" y="231238"/>
                  </a:lnTo>
                  <a:lnTo>
                    <a:pt x="194329" y="231942"/>
                  </a:lnTo>
                  <a:lnTo>
                    <a:pt x="194802" y="232485"/>
                  </a:lnTo>
                  <a:lnTo>
                    <a:pt x="195078" y="233564"/>
                  </a:lnTo>
                  <a:lnTo>
                    <a:pt x="195775" y="234044"/>
                  </a:lnTo>
                  <a:lnTo>
                    <a:pt x="196002" y="234573"/>
                  </a:lnTo>
                  <a:lnTo>
                    <a:pt x="196535" y="234871"/>
                  </a:lnTo>
                  <a:lnTo>
                    <a:pt x="197123" y="234945"/>
                  </a:lnTo>
                  <a:lnTo>
                    <a:pt x="197302" y="234937"/>
                  </a:lnTo>
                  <a:lnTo>
                    <a:pt x="197770" y="234952"/>
                  </a:lnTo>
                  <a:lnTo>
                    <a:pt x="197966" y="234984"/>
                  </a:lnTo>
                  <a:lnTo>
                    <a:pt x="198243" y="235063"/>
                  </a:lnTo>
                  <a:lnTo>
                    <a:pt x="198643" y="235221"/>
                  </a:lnTo>
                  <a:lnTo>
                    <a:pt x="198812" y="235315"/>
                  </a:lnTo>
                  <a:lnTo>
                    <a:pt x="199165" y="235410"/>
                  </a:lnTo>
                  <a:lnTo>
                    <a:pt x="200276" y="235002"/>
                  </a:lnTo>
                  <a:lnTo>
                    <a:pt x="200456" y="234820"/>
                  </a:lnTo>
                  <a:lnTo>
                    <a:pt x="201165" y="234425"/>
                  </a:lnTo>
                  <a:lnTo>
                    <a:pt x="201437" y="234101"/>
                  </a:lnTo>
                  <a:lnTo>
                    <a:pt x="201787" y="233720"/>
                  </a:lnTo>
                  <a:lnTo>
                    <a:pt x="202101" y="233949"/>
                  </a:lnTo>
                  <a:lnTo>
                    <a:pt x="202504" y="234349"/>
                  </a:lnTo>
                  <a:lnTo>
                    <a:pt x="202832" y="234503"/>
                  </a:lnTo>
                  <a:lnTo>
                    <a:pt x="203047" y="234480"/>
                  </a:lnTo>
                  <a:lnTo>
                    <a:pt x="203275" y="234500"/>
                  </a:lnTo>
                  <a:lnTo>
                    <a:pt x="204051" y="234978"/>
                  </a:lnTo>
                  <a:lnTo>
                    <a:pt x="204211" y="235015"/>
                  </a:lnTo>
                  <a:lnTo>
                    <a:pt x="205033" y="235132"/>
                  </a:lnTo>
                  <a:lnTo>
                    <a:pt x="205511" y="235052"/>
                  </a:lnTo>
                  <a:lnTo>
                    <a:pt x="205669" y="235035"/>
                  </a:lnTo>
                  <a:lnTo>
                    <a:pt x="206344" y="234998"/>
                  </a:lnTo>
                  <a:lnTo>
                    <a:pt x="206974" y="235080"/>
                  </a:lnTo>
                  <a:lnTo>
                    <a:pt x="207010" y="235327"/>
                  </a:lnTo>
                  <a:lnTo>
                    <a:pt x="206807" y="235669"/>
                  </a:lnTo>
                  <a:lnTo>
                    <a:pt x="206894" y="235960"/>
                  </a:lnTo>
                  <a:lnTo>
                    <a:pt x="207581" y="236025"/>
                  </a:lnTo>
                  <a:lnTo>
                    <a:pt x="208321" y="235896"/>
                  </a:lnTo>
                  <a:lnTo>
                    <a:pt x="208827" y="235801"/>
                  </a:lnTo>
                  <a:lnTo>
                    <a:pt x="209263" y="235708"/>
                  </a:lnTo>
                  <a:lnTo>
                    <a:pt x="209754" y="235815"/>
                  </a:lnTo>
                  <a:lnTo>
                    <a:pt x="209965" y="235770"/>
                  </a:lnTo>
                  <a:lnTo>
                    <a:pt x="210220" y="235716"/>
                  </a:lnTo>
                  <a:lnTo>
                    <a:pt x="210737" y="235742"/>
                  </a:lnTo>
                  <a:lnTo>
                    <a:pt x="211111" y="236221"/>
                  </a:lnTo>
                  <a:lnTo>
                    <a:pt x="211352" y="236245"/>
                  </a:lnTo>
                  <a:lnTo>
                    <a:pt x="211797" y="236154"/>
                  </a:lnTo>
                  <a:lnTo>
                    <a:pt x="212132" y="236591"/>
                  </a:lnTo>
                  <a:lnTo>
                    <a:pt x="212651" y="236803"/>
                  </a:lnTo>
                  <a:lnTo>
                    <a:pt x="213074" y="236751"/>
                  </a:lnTo>
                  <a:lnTo>
                    <a:pt x="213644" y="236470"/>
                  </a:lnTo>
                  <a:lnTo>
                    <a:pt x="213958" y="236431"/>
                  </a:lnTo>
                  <a:lnTo>
                    <a:pt x="214466" y="237578"/>
                  </a:lnTo>
                  <a:lnTo>
                    <a:pt x="214812" y="237455"/>
                  </a:lnTo>
                  <a:lnTo>
                    <a:pt x="215131" y="237354"/>
                  </a:lnTo>
                  <a:lnTo>
                    <a:pt x="216176" y="237237"/>
                  </a:lnTo>
                  <a:lnTo>
                    <a:pt x="217560" y="237581"/>
                  </a:lnTo>
                  <a:lnTo>
                    <a:pt x="217864" y="237985"/>
                  </a:lnTo>
                  <a:lnTo>
                    <a:pt x="218525" y="237777"/>
                  </a:lnTo>
                  <a:lnTo>
                    <a:pt x="218690" y="237712"/>
                  </a:lnTo>
                  <a:lnTo>
                    <a:pt x="219014" y="237579"/>
                  </a:lnTo>
                  <a:lnTo>
                    <a:pt x="219873" y="237077"/>
                  </a:lnTo>
                  <a:lnTo>
                    <a:pt x="220711" y="236625"/>
                  </a:lnTo>
                  <a:lnTo>
                    <a:pt x="221127" y="236573"/>
                  </a:lnTo>
                  <a:lnTo>
                    <a:pt x="222511" y="236452"/>
                  </a:lnTo>
                  <a:lnTo>
                    <a:pt x="223016" y="236528"/>
                  </a:lnTo>
                  <a:lnTo>
                    <a:pt x="223622" y="236631"/>
                  </a:lnTo>
                  <a:lnTo>
                    <a:pt x="224185" y="236628"/>
                  </a:lnTo>
                  <a:lnTo>
                    <a:pt x="224740" y="236545"/>
                  </a:lnTo>
                  <a:lnTo>
                    <a:pt x="225164" y="236639"/>
                  </a:lnTo>
                  <a:lnTo>
                    <a:pt x="225234" y="236961"/>
                  </a:lnTo>
                  <a:lnTo>
                    <a:pt x="225837" y="237142"/>
                  </a:lnTo>
                  <a:lnTo>
                    <a:pt x="226397" y="236976"/>
                  </a:lnTo>
                  <a:lnTo>
                    <a:pt x="226773" y="236761"/>
                  </a:lnTo>
                  <a:lnTo>
                    <a:pt x="227008" y="236748"/>
                  </a:lnTo>
                  <a:lnTo>
                    <a:pt x="227337" y="236773"/>
                  </a:lnTo>
                  <a:lnTo>
                    <a:pt x="227553" y="236822"/>
                  </a:lnTo>
                  <a:lnTo>
                    <a:pt x="228094" y="236867"/>
                  </a:lnTo>
                  <a:lnTo>
                    <a:pt x="228992" y="236577"/>
                  </a:lnTo>
                  <a:lnTo>
                    <a:pt x="229139" y="236488"/>
                  </a:lnTo>
                  <a:lnTo>
                    <a:pt x="229581" y="235359"/>
                  </a:lnTo>
                  <a:lnTo>
                    <a:pt x="230099" y="234692"/>
                  </a:lnTo>
                  <a:lnTo>
                    <a:pt x="230443" y="234482"/>
                  </a:lnTo>
                  <a:lnTo>
                    <a:pt x="231280" y="234554"/>
                  </a:lnTo>
                  <a:lnTo>
                    <a:pt x="231511" y="234541"/>
                  </a:lnTo>
                  <a:lnTo>
                    <a:pt x="231946" y="234373"/>
                  </a:lnTo>
                  <a:lnTo>
                    <a:pt x="232817" y="234265"/>
                  </a:lnTo>
                  <a:lnTo>
                    <a:pt x="234112" y="233935"/>
                  </a:lnTo>
                  <a:lnTo>
                    <a:pt x="234459" y="233833"/>
                  </a:lnTo>
                  <a:lnTo>
                    <a:pt x="234696" y="234017"/>
                  </a:lnTo>
                  <a:lnTo>
                    <a:pt x="234757" y="234168"/>
                  </a:lnTo>
                  <a:lnTo>
                    <a:pt x="235000" y="234203"/>
                  </a:lnTo>
                  <a:lnTo>
                    <a:pt x="235530" y="234406"/>
                  </a:lnTo>
                  <a:lnTo>
                    <a:pt x="235853" y="234331"/>
                  </a:lnTo>
                  <a:lnTo>
                    <a:pt x="236119" y="234169"/>
                  </a:lnTo>
                  <a:lnTo>
                    <a:pt x="236282" y="234052"/>
                  </a:lnTo>
                  <a:lnTo>
                    <a:pt x="236582" y="234278"/>
                  </a:lnTo>
                  <a:lnTo>
                    <a:pt x="236990" y="234388"/>
                  </a:lnTo>
                  <a:lnTo>
                    <a:pt x="237204" y="234647"/>
                  </a:lnTo>
                  <a:lnTo>
                    <a:pt x="237565" y="235218"/>
                  </a:lnTo>
                  <a:lnTo>
                    <a:pt x="238045" y="235962"/>
                  </a:lnTo>
                  <a:lnTo>
                    <a:pt x="238127" y="236285"/>
                  </a:lnTo>
                  <a:lnTo>
                    <a:pt x="238555" y="236648"/>
                  </a:lnTo>
                  <a:lnTo>
                    <a:pt x="238801" y="236459"/>
                  </a:lnTo>
                  <a:lnTo>
                    <a:pt x="239098" y="236241"/>
                  </a:lnTo>
                  <a:lnTo>
                    <a:pt x="239694" y="236100"/>
                  </a:lnTo>
                  <a:lnTo>
                    <a:pt x="240220" y="235919"/>
                  </a:lnTo>
                  <a:lnTo>
                    <a:pt x="240368" y="236049"/>
                  </a:lnTo>
                  <a:lnTo>
                    <a:pt x="241017" y="236863"/>
                  </a:lnTo>
                  <a:lnTo>
                    <a:pt x="241423" y="236914"/>
                  </a:lnTo>
                  <a:lnTo>
                    <a:pt x="241664" y="236909"/>
                  </a:lnTo>
                  <a:lnTo>
                    <a:pt x="242087" y="236629"/>
                  </a:lnTo>
                  <a:lnTo>
                    <a:pt x="242275" y="236367"/>
                  </a:lnTo>
                  <a:lnTo>
                    <a:pt x="242465" y="236114"/>
                  </a:lnTo>
                  <a:lnTo>
                    <a:pt x="242919" y="235684"/>
                  </a:lnTo>
                  <a:lnTo>
                    <a:pt x="243246" y="235603"/>
                  </a:lnTo>
                  <a:lnTo>
                    <a:pt x="243841" y="235385"/>
                  </a:lnTo>
                  <a:lnTo>
                    <a:pt x="244508" y="235161"/>
                  </a:lnTo>
                  <a:lnTo>
                    <a:pt x="244799" y="234860"/>
                  </a:lnTo>
                  <a:lnTo>
                    <a:pt x="245111" y="234673"/>
                  </a:lnTo>
                  <a:lnTo>
                    <a:pt x="245812" y="234625"/>
                  </a:lnTo>
                  <a:lnTo>
                    <a:pt x="246084" y="234620"/>
                  </a:lnTo>
                  <a:lnTo>
                    <a:pt x="246551" y="234566"/>
                  </a:lnTo>
                  <a:lnTo>
                    <a:pt x="246938" y="234447"/>
                  </a:lnTo>
                  <a:lnTo>
                    <a:pt x="247430" y="234308"/>
                  </a:lnTo>
                  <a:lnTo>
                    <a:pt x="247634" y="234318"/>
                  </a:lnTo>
                  <a:lnTo>
                    <a:pt x="247943" y="234268"/>
                  </a:lnTo>
                  <a:lnTo>
                    <a:pt x="248336" y="234171"/>
                  </a:lnTo>
                  <a:lnTo>
                    <a:pt x="249064" y="233597"/>
                  </a:lnTo>
                  <a:lnTo>
                    <a:pt x="249403" y="233338"/>
                  </a:lnTo>
                  <a:lnTo>
                    <a:pt x="249640" y="233192"/>
                  </a:lnTo>
                  <a:lnTo>
                    <a:pt x="249977" y="233095"/>
                  </a:lnTo>
                  <a:lnTo>
                    <a:pt x="250405" y="232835"/>
                  </a:lnTo>
                  <a:lnTo>
                    <a:pt x="251344" y="232264"/>
                  </a:lnTo>
                  <a:lnTo>
                    <a:pt x="251516" y="232112"/>
                  </a:lnTo>
                  <a:lnTo>
                    <a:pt x="251950" y="231835"/>
                  </a:lnTo>
                  <a:lnTo>
                    <a:pt x="252515" y="231560"/>
                  </a:lnTo>
                  <a:lnTo>
                    <a:pt x="252898" y="231465"/>
                  </a:lnTo>
                  <a:lnTo>
                    <a:pt x="253531" y="231106"/>
                  </a:lnTo>
                  <a:lnTo>
                    <a:pt x="253467" y="230904"/>
                  </a:lnTo>
                  <a:lnTo>
                    <a:pt x="253640" y="230743"/>
                  </a:lnTo>
                  <a:lnTo>
                    <a:pt x="253981" y="230250"/>
                  </a:lnTo>
                  <a:lnTo>
                    <a:pt x="254009" y="229774"/>
                  </a:lnTo>
                  <a:lnTo>
                    <a:pt x="254215" y="229415"/>
                  </a:lnTo>
                  <a:lnTo>
                    <a:pt x="254560" y="229179"/>
                  </a:lnTo>
                  <a:lnTo>
                    <a:pt x="254352" y="228698"/>
                  </a:lnTo>
                  <a:lnTo>
                    <a:pt x="254057" y="228722"/>
                  </a:lnTo>
                  <a:lnTo>
                    <a:pt x="253251" y="228220"/>
                  </a:lnTo>
                  <a:lnTo>
                    <a:pt x="254018" y="227307"/>
                  </a:lnTo>
                  <a:lnTo>
                    <a:pt x="254307" y="227284"/>
                  </a:lnTo>
                  <a:lnTo>
                    <a:pt x="254833" y="227115"/>
                  </a:lnTo>
                  <a:lnTo>
                    <a:pt x="255050" y="227010"/>
                  </a:lnTo>
                  <a:lnTo>
                    <a:pt x="255535" y="226816"/>
                  </a:lnTo>
                  <a:lnTo>
                    <a:pt x="255972" y="226903"/>
                  </a:lnTo>
                  <a:lnTo>
                    <a:pt x="256230" y="226879"/>
                  </a:lnTo>
                  <a:lnTo>
                    <a:pt x="256737" y="226633"/>
                  </a:lnTo>
                  <a:lnTo>
                    <a:pt x="257046" y="226474"/>
                  </a:lnTo>
                  <a:lnTo>
                    <a:pt x="257409" y="226267"/>
                  </a:lnTo>
                  <a:lnTo>
                    <a:pt x="257764" y="226128"/>
                  </a:lnTo>
                  <a:lnTo>
                    <a:pt x="257978" y="226058"/>
                  </a:lnTo>
                  <a:lnTo>
                    <a:pt x="258274" y="225830"/>
                  </a:lnTo>
                  <a:lnTo>
                    <a:pt x="258661" y="225700"/>
                  </a:lnTo>
                  <a:lnTo>
                    <a:pt x="258936" y="225658"/>
                  </a:lnTo>
                  <a:lnTo>
                    <a:pt x="259316" y="225698"/>
                  </a:lnTo>
                  <a:lnTo>
                    <a:pt x="260119" y="225631"/>
                  </a:lnTo>
                  <a:lnTo>
                    <a:pt x="260317" y="225565"/>
                  </a:lnTo>
                  <a:lnTo>
                    <a:pt x="260643" y="225508"/>
                  </a:lnTo>
                  <a:lnTo>
                    <a:pt x="261241" y="225391"/>
                  </a:lnTo>
                  <a:lnTo>
                    <a:pt x="261426" y="225304"/>
                  </a:lnTo>
                  <a:lnTo>
                    <a:pt x="261726" y="225137"/>
                  </a:lnTo>
                  <a:lnTo>
                    <a:pt x="262080" y="224988"/>
                  </a:lnTo>
                  <a:lnTo>
                    <a:pt x="262485" y="224838"/>
                  </a:lnTo>
                  <a:lnTo>
                    <a:pt x="262747" y="224719"/>
                  </a:lnTo>
                  <a:lnTo>
                    <a:pt x="263084" y="224639"/>
                  </a:lnTo>
                  <a:lnTo>
                    <a:pt x="263242" y="224622"/>
                  </a:lnTo>
                  <a:lnTo>
                    <a:pt x="263732" y="224446"/>
                  </a:lnTo>
                  <a:lnTo>
                    <a:pt x="264188" y="224344"/>
                  </a:lnTo>
                  <a:lnTo>
                    <a:pt x="264383" y="224425"/>
                  </a:lnTo>
                  <a:lnTo>
                    <a:pt x="264676" y="224550"/>
                  </a:lnTo>
                  <a:lnTo>
                    <a:pt x="265057" y="224556"/>
                  </a:lnTo>
                  <a:lnTo>
                    <a:pt x="265204" y="224554"/>
                  </a:lnTo>
                  <a:lnTo>
                    <a:pt x="265452" y="224480"/>
                  </a:lnTo>
                  <a:lnTo>
                    <a:pt x="265862" y="224229"/>
                  </a:lnTo>
                  <a:lnTo>
                    <a:pt x="266265" y="224039"/>
                  </a:lnTo>
                  <a:lnTo>
                    <a:pt x="266440" y="224011"/>
                  </a:lnTo>
                  <a:lnTo>
                    <a:pt x="266753" y="224030"/>
                  </a:lnTo>
                  <a:lnTo>
                    <a:pt x="266930" y="223783"/>
                  </a:lnTo>
                  <a:lnTo>
                    <a:pt x="267511" y="223434"/>
                  </a:lnTo>
                  <a:lnTo>
                    <a:pt x="267944" y="223077"/>
                  </a:lnTo>
                  <a:lnTo>
                    <a:pt x="268600" y="222910"/>
                  </a:lnTo>
                  <a:lnTo>
                    <a:pt x="269273" y="222722"/>
                  </a:lnTo>
                  <a:lnTo>
                    <a:pt x="269495" y="222677"/>
                  </a:lnTo>
                  <a:lnTo>
                    <a:pt x="269811" y="222577"/>
                  </a:lnTo>
                  <a:lnTo>
                    <a:pt x="269934" y="222362"/>
                  </a:lnTo>
                  <a:lnTo>
                    <a:pt x="270384" y="221896"/>
                  </a:lnTo>
                  <a:lnTo>
                    <a:pt x="271063" y="221486"/>
                  </a:lnTo>
                  <a:lnTo>
                    <a:pt x="271726" y="221286"/>
                  </a:lnTo>
                  <a:lnTo>
                    <a:pt x="272075" y="221180"/>
                  </a:lnTo>
                  <a:lnTo>
                    <a:pt x="272428" y="221076"/>
                  </a:lnTo>
                  <a:lnTo>
                    <a:pt x="273134" y="220863"/>
                  </a:lnTo>
                  <a:lnTo>
                    <a:pt x="273542" y="220730"/>
                  </a:lnTo>
                  <a:lnTo>
                    <a:pt x="274240" y="220418"/>
                  </a:lnTo>
                  <a:lnTo>
                    <a:pt x="274718" y="220232"/>
                  </a:lnTo>
                  <a:lnTo>
                    <a:pt x="275232" y="220116"/>
                  </a:lnTo>
                  <a:lnTo>
                    <a:pt x="275570" y="219976"/>
                  </a:lnTo>
                  <a:lnTo>
                    <a:pt x="275790" y="219861"/>
                  </a:lnTo>
                  <a:lnTo>
                    <a:pt x="276114" y="219397"/>
                  </a:lnTo>
                  <a:lnTo>
                    <a:pt x="276308" y="219101"/>
                  </a:lnTo>
                  <a:lnTo>
                    <a:pt x="276792" y="218405"/>
                  </a:lnTo>
                  <a:lnTo>
                    <a:pt x="277424" y="218232"/>
                  </a:lnTo>
                  <a:lnTo>
                    <a:pt x="277845" y="218125"/>
                  </a:lnTo>
                  <a:lnTo>
                    <a:pt x="278496" y="217884"/>
                  </a:lnTo>
                  <a:lnTo>
                    <a:pt x="278666" y="217846"/>
                  </a:lnTo>
                  <a:lnTo>
                    <a:pt x="279495" y="217896"/>
                  </a:lnTo>
                  <a:lnTo>
                    <a:pt x="279976" y="217958"/>
                  </a:lnTo>
                  <a:lnTo>
                    <a:pt x="280160" y="218004"/>
                  </a:lnTo>
                  <a:lnTo>
                    <a:pt x="280479" y="218111"/>
                  </a:lnTo>
                  <a:lnTo>
                    <a:pt x="280842" y="218155"/>
                  </a:lnTo>
                  <a:lnTo>
                    <a:pt x="281147" y="218179"/>
                  </a:lnTo>
                  <a:lnTo>
                    <a:pt x="281724" y="218219"/>
                  </a:lnTo>
                  <a:lnTo>
                    <a:pt x="282087" y="218202"/>
                  </a:lnTo>
                  <a:lnTo>
                    <a:pt x="282489" y="218172"/>
                  </a:lnTo>
                  <a:lnTo>
                    <a:pt x="282840" y="218256"/>
                  </a:lnTo>
                  <a:lnTo>
                    <a:pt x="283266" y="218229"/>
                  </a:lnTo>
                  <a:lnTo>
                    <a:pt x="283889" y="217949"/>
                  </a:lnTo>
                  <a:lnTo>
                    <a:pt x="284151" y="217793"/>
                  </a:lnTo>
                  <a:lnTo>
                    <a:pt x="284455" y="217671"/>
                  </a:lnTo>
                  <a:lnTo>
                    <a:pt x="284624" y="217640"/>
                  </a:lnTo>
                  <a:lnTo>
                    <a:pt x="284831" y="217603"/>
                  </a:lnTo>
                  <a:lnTo>
                    <a:pt x="285243" y="217519"/>
                  </a:lnTo>
                  <a:lnTo>
                    <a:pt x="286034" y="217213"/>
                  </a:lnTo>
                  <a:lnTo>
                    <a:pt x="286257" y="217120"/>
                  </a:lnTo>
                  <a:lnTo>
                    <a:pt x="286594" y="216487"/>
                  </a:lnTo>
                  <a:lnTo>
                    <a:pt x="287173" y="216500"/>
                  </a:lnTo>
                  <a:lnTo>
                    <a:pt x="287824" y="216267"/>
                  </a:lnTo>
                  <a:lnTo>
                    <a:pt x="288262" y="216021"/>
                  </a:lnTo>
                  <a:lnTo>
                    <a:pt x="288413" y="216010"/>
                  </a:lnTo>
                  <a:lnTo>
                    <a:pt x="288936" y="216660"/>
                  </a:lnTo>
                  <a:lnTo>
                    <a:pt x="289472" y="216907"/>
                  </a:lnTo>
                  <a:lnTo>
                    <a:pt x="289791" y="217032"/>
                  </a:lnTo>
                  <a:lnTo>
                    <a:pt x="290448" y="217193"/>
                  </a:lnTo>
                  <a:lnTo>
                    <a:pt x="290812" y="217387"/>
                  </a:lnTo>
                  <a:lnTo>
                    <a:pt x="291014" y="217521"/>
                  </a:lnTo>
                  <a:lnTo>
                    <a:pt x="291634" y="217859"/>
                  </a:lnTo>
                  <a:lnTo>
                    <a:pt x="292168" y="218415"/>
                  </a:lnTo>
                  <a:lnTo>
                    <a:pt x="292441" y="218813"/>
                  </a:lnTo>
                  <a:lnTo>
                    <a:pt x="292576" y="219001"/>
                  </a:lnTo>
                  <a:lnTo>
                    <a:pt x="292648" y="219651"/>
                  </a:lnTo>
                  <a:lnTo>
                    <a:pt x="292688" y="220071"/>
                  </a:lnTo>
                  <a:lnTo>
                    <a:pt x="293250" y="220255"/>
                  </a:lnTo>
                  <a:lnTo>
                    <a:pt x="293757" y="220352"/>
                  </a:lnTo>
                  <a:lnTo>
                    <a:pt x="294054" y="220445"/>
                  </a:lnTo>
                  <a:lnTo>
                    <a:pt x="294537" y="220576"/>
                  </a:lnTo>
                  <a:lnTo>
                    <a:pt x="295203" y="220751"/>
                  </a:lnTo>
                  <a:lnTo>
                    <a:pt x="295718" y="220886"/>
                  </a:lnTo>
                  <a:lnTo>
                    <a:pt x="296358" y="220932"/>
                  </a:lnTo>
                  <a:lnTo>
                    <a:pt x="296871" y="221080"/>
                  </a:lnTo>
                  <a:lnTo>
                    <a:pt x="297678" y="221191"/>
                  </a:lnTo>
                  <a:lnTo>
                    <a:pt x="298102" y="221108"/>
                  </a:lnTo>
                  <a:lnTo>
                    <a:pt x="298386" y="221092"/>
                  </a:lnTo>
                  <a:lnTo>
                    <a:pt x="298620" y="221080"/>
                  </a:lnTo>
                  <a:lnTo>
                    <a:pt x="299128" y="221588"/>
                  </a:lnTo>
                  <a:lnTo>
                    <a:pt x="299266" y="221976"/>
                  </a:lnTo>
                  <a:lnTo>
                    <a:pt x="299561" y="222261"/>
                  </a:lnTo>
                  <a:lnTo>
                    <a:pt x="299994" y="222415"/>
                  </a:lnTo>
                  <a:lnTo>
                    <a:pt x="300945" y="223115"/>
                  </a:lnTo>
                  <a:lnTo>
                    <a:pt x="301378" y="223232"/>
                  </a:lnTo>
                  <a:lnTo>
                    <a:pt x="301678" y="222984"/>
                  </a:lnTo>
                  <a:lnTo>
                    <a:pt x="302145" y="223041"/>
                  </a:lnTo>
                  <a:lnTo>
                    <a:pt x="302626" y="222739"/>
                  </a:lnTo>
                  <a:lnTo>
                    <a:pt x="303125" y="222475"/>
                  </a:lnTo>
                  <a:lnTo>
                    <a:pt x="303365" y="222133"/>
                  </a:lnTo>
                  <a:lnTo>
                    <a:pt x="303445" y="221587"/>
                  </a:lnTo>
                  <a:lnTo>
                    <a:pt x="303608" y="221466"/>
                  </a:lnTo>
                  <a:lnTo>
                    <a:pt x="303797" y="221296"/>
                  </a:lnTo>
                  <a:lnTo>
                    <a:pt x="303758" y="221145"/>
                  </a:lnTo>
                  <a:lnTo>
                    <a:pt x="303748" y="220922"/>
                  </a:lnTo>
                  <a:lnTo>
                    <a:pt x="304337" y="219957"/>
                  </a:lnTo>
                  <a:lnTo>
                    <a:pt x="304455" y="219647"/>
                  </a:lnTo>
                  <a:lnTo>
                    <a:pt x="304475" y="219478"/>
                  </a:lnTo>
                  <a:lnTo>
                    <a:pt x="304803" y="218845"/>
                  </a:lnTo>
                  <a:lnTo>
                    <a:pt x="305341" y="218702"/>
                  </a:lnTo>
                  <a:lnTo>
                    <a:pt x="305595" y="218660"/>
                  </a:lnTo>
                  <a:lnTo>
                    <a:pt x="305835" y="218448"/>
                  </a:lnTo>
                  <a:lnTo>
                    <a:pt x="305988" y="218211"/>
                  </a:lnTo>
                  <a:lnTo>
                    <a:pt x="306212" y="218007"/>
                  </a:lnTo>
                  <a:lnTo>
                    <a:pt x="306828" y="217870"/>
                  </a:lnTo>
                  <a:lnTo>
                    <a:pt x="307213" y="217819"/>
                  </a:lnTo>
                  <a:lnTo>
                    <a:pt x="307940" y="217649"/>
                  </a:lnTo>
                  <a:lnTo>
                    <a:pt x="308276" y="217473"/>
                  </a:lnTo>
                  <a:lnTo>
                    <a:pt x="308546" y="217158"/>
                  </a:lnTo>
                  <a:lnTo>
                    <a:pt x="308832" y="217171"/>
                  </a:lnTo>
                  <a:lnTo>
                    <a:pt x="309541" y="216889"/>
                  </a:lnTo>
                  <a:lnTo>
                    <a:pt x="310341" y="216953"/>
                  </a:lnTo>
                  <a:lnTo>
                    <a:pt x="310512" y="216920"/>
                  </a:lnTo>
                  <a:lnTo>
                    <a:pt x="310926" y="216713"/>
                  </a:lnTo>
                  <a:lnTo>
                    <a:pt x="311122" y="216564"/>
                  </a:lnTo>
                  <a:lnTo>
                    <a:pt x="311594" y="216499"/>
                  </a:lnTo>
                  <a:lnTo>
                    <a:pt x="312160" y="216732"/>
                  </a:lnTo>
                  <a:lnTo>
                    <a:pt x="312673" y="216835"/>
                  </a:lnTo>
                  <a:lnTo>
                    <a:pt x="313462" y="216450"/>
                  </a:lnTo>
                  <a:lnTo>
                    <a:pt x="314321" y="216404"/>
                  </a:lnTo>
                  <a:lnTo>
                    <a:pt x="314649" y="216398"/>
                  </a:lnTo>
                  <a:lnTo>
                    <a:pt x="315215" y="216288"/>
                  </a:lnTo>
                  <a:lnTo>
                    <a:pt x="315749" y="216195"/>
                  </a:lnTo>
                  <a:lnTo>
                    <a:pt x="315928" y="216336"/>
                  </a:lnTo>
                  <a:lnTo>
                    <a:pt x="316548" y="216412"/>
                  </a:lnTo>
                  <a:lnTo>
                    <a:pt x="317042" y="216445"/>
                  </a:lnTo>
                  <a:lnTo>
                    <a:pt x="317429" y="216521"/>
                  </a:lnTo>
                  <a:lnTo>
                    <a:pt x="317779" y="216110"/>
                  </a:lnTo>
                  <a:lnTo>
                    <a:pt x="318251" y="216018"/>
                  </a:lnTo>
                  <a:lnTo>
                    <a:pt x="318374" y="215793"/>
                  </a:lnTo>
                  <a:lnTo>
                    <a:pt x="318426" y="215588"/>
                  </a:lnTo>
                  <a:lnTo>
                    <a:pt x="318678" y="215444"/>
                  </a:lnTo>
                  <a:lnTo>
                    <a:pt x="318937" y="215212"/>
                  </a:lnTo>
                  <a:lnTo>
                    <a:pt x="319226" y="214698"/>
                  </a:lnTo>
                  <a:lnTo>
                    <a:pt x="319514" y="214642"/>
                  </a:lnTo>
                  <a:lnTo>
                    <a:pt x="319759" y="214407"/>
                  </a:lnTo>
                  <a:lnTo>
                    <a:pt x="319926" y="214170"/>
                  </a:lnTo>
                  <a:lnTo>
                    <a:pt x="320123" y="213888"/>
                  </a:lnTo>
                  <a:lnTo>
                    <a:pt x="320401" y="213817"/>
                  </a:lnTo>
                  <a:lnTo>
                    <a:pt x="320612" y="213635"/>
                  </a:lnTo>
                  <a:lnTo>
                    <a:pt x="320874" y="213612"/>
                  </a:lnTo>
                  <a:lnTo>
                    <a:pt x="320966" y="213419"/>
                  </a:lnTo>
                  <a:lnTo>
                    <a:pt x="321354" y="213174"/>
                  </a:lnTo>
                  <a:lnTo>
                    <a:pt x="322115" y="213270"/>
                  </a:lnTo>
                  <a:lnTo>
                    <a:pt x="322170" y="213086"/>
                  </a:lnTo>
                  <a:lnTo>
                    <a:pt x="322317" y="212782"/>
                  </a:lnTo>
                  <a:lnTo>
                    <a:pt x="322614" y="212620"/>
                  </a:lnTo>
                  <a:lnTo>
                    <a:pt x="322910" y="212564"/>
                  </a:lnTo>
                  <a:lnTo>
                    <a:pt x="323047" y="212490"/>
                  </a:lnTo>
                  <a:lnTo>
                    <a:pt x="323101" y="212321"/>
                  </a:lnTo>
                  <a:lnTo>
                    <a:pt x="323138" y="212066"/>
                  </a:lnTo>
                  <a:lnTo>
                    <a:pt x="323347" y="211832"/>
                  </a:lnTo>
                  <a:lnTo>
                    <a:pt x="323567" y="211262"/>
                  </a:lnTo>
                  <a:lnTo>
                    <a:pt x="323478" y="210974"/>
                  </a:lnTo>
                  <a:lnTo>
                    <a:pt x="323637" y="210528"/>
                  </a:lnTo>
                  <a:lnTo>
                    <a:pt x="323625" y="210214"/>
                  </a:lnTo>
                  <a:lnTo>
                    <a:pt x="323979" y="209647"/>
                  </a:lnTo>
                  <a:lnTo>
                    <a:pt x="324212" y="209291"/>
                  </a:lnTo>
                  <a:lnTo>
                    <a:pt x="324481" y="209356"/>
                  </a:lnTo>
                  <a:lnTo>
                    <a:pt x="324700" y="209298"/>
                  </a:lnTo>
                  <a:lnTo>
                    <a:pt x="324847" y="208975"/>
                  </a:lnTo>
                  <a:lnTo>
                    <a:pt x="324915" y="208736"/>
                  </a:lnTo>
                  <a:lnTo>
                    <a:pt x="325080" y="208616"/>
                  </a:lnTo>
                  <a:lnTo>
                    <a:pt x="325157" y="208032"/>
                  </a:lnTo>
                  <a:lnTo>
                    <a:pt x="325182" y="207728"/>
                  </a:lnTo>
                  <a:lnTo>
                    <a:pt x="325200" y="207370"/>
                  </a:lnTo>
                  <a:lnTo>
                    <a:pt x="325156" y="207213"/>
                  </a:lnTo>
                  <a:lnTo>
                    <a:pt x="325182" y="207008"/>
                  </a:lnTo>
                  <a:lnTo>
                    <a:pt x="325249" y="206845"/>
                  </a:lnTo>
                  <a:lnTo>
                    <a:pt x="325415" y="206599"/>
                  </a:lnTo>
                  <a:lnTo>
                    <a:pt x="325539" y="206430"/>
                  </a:lnTo>
                  <a:lnTo>
                    <a:pt x="325674" y="206140"/>
                  </a:lnTo>
                  <a:lnTo>
                    <a:pt x="327021" y="204805"/>
                  </a:lnTo>
                  <a:lnTo>
                    <a:pt x="327510" y="204331"/>
                  </a:lnTo>
                  <a:lnTo>
                    <a:pt x="327639" y="204312"/>
                  </a:lnTo>
                  <a:lnTo>
                    <a:pt x="327631" y="203008"/>
                  </a:lnTo>
                  <a:lnTo>
                    <a:pt x="327466" y="201836"/>
                  </a:lnTo>
                  <a:lnTo>
                    <a:pt x="327503" y="201478"/>
                  </a:lnTo>
                  <a:lnTo>
                    <a:pt x="327418" y="201309"/>
                  </a:lnTo>
                  <a:lnTo>
                    <a:pt x="327423" y="201126"/>
                  </a:lnTo>
                  <a:lnTo>
                    <a:pt x="327564" y="200905"/>
                  </a:lnTo>
                  <a:lnTo>
                    <a:pt x="327570" y="200744"/>
                  </a:lnTo>
                  <a:lnTo>
                    <a:pt x="327568" y="200554"/>
                  </a:lnTo>
                  <a:lnTo>
                    <a:pt x="327566" y="200290"/>
                  </a:lnTo>
                  <a:lnTo>
                    <a:pt x="327563" y="200048"/>
                  </a:lnTo>
                  <a:lnTo>
                    <a:pt x="329182" y="198999"/>
                  </a:lnTo>
                  <a:lnTo>
                    <a:pt x="331221" y="198107"/>
                  </a:lnTo>
                  <a:lnTo>
                    <a:pt x="332304" y="197605"/>
                  </a:lnTo>
                  <a:lnTo>
                    <a:pt x="333787" y="197971"/>
                  </a:lnTo>
                  <a:lnTo>
                    <a:pt x="339505" y="195345"/>
                  </a:lnTo>
                  <a:lnTo>
                    <a:pt x="339894" y="195583"/>
                  </a:lnTo>
                  <a:lnTo>
                    <a:pt x="340035" y="195665"/>
                  </a:lnTo>
                  <a:lnTo>
                    <a:pt x="341664" y="196042"/>
                  </a:lnTo>
                  <a:lnTo>
                    <a:pt x="344139" y="195119"/>
                  </a:lnTo>
                  <a:lnTo>
                    <a:pt x="344311" y="195197"/>
                  </a:lnTo>
                  <a:lnTo>
                    <a:pt x="346198" y="194889"/>
                  </a:lnTo>
                  <a:lnTo>
                    <a:pt x="346491" y="194785"/>
                  </a:lnTo>
                  <a:lnTo>
                    <a:pt x="346694" y="194718"/>
                  </a:lnTo>
                  <a:lnTo>
                    <a:pt x="346947" y="194641"/>
                  </a:lnTo>
                  <a:lnTo>
                    <a:pt x="347940" y="193865"/>
                  </a:lnTo>
                  <a:lnTo>
                    <a:pt x="348337" y="193976"/>
                  </a:lnTo>
                  <a:lnTo>
                    <a:pt x="349809" y="192984"/>
                  </a:lnTo>
                  <a:lnTo>
                    <a:pt x="352793" y="191438"/>
                  </a:lnTo>
                  <a:lnTo>
                    <a:pt x="353027" y="191430"/>
                  </a:lnTo>
                  <a:lnTo>
                    <a:pt x="353178" y="191398"/>
                  </a:lnTo>
                  <a:lnTo>
                    <a:pt x="354935" y="191718"/>
                  </a:lnTo>
                  <a:lnTo>
                    <a:pt x="356450" y="191439"/>
                  </a:lnTo>
                  <a:lnTo>
                    <a:pt x="357512" y="192886"/>
                  </a:lnTo>
                  <a:lnTo>
                    <a:pt x="360174" y="191746"/>
                  </a:lnTo>
                  <a:lnTo>
                    <a:pt x="360552" y="191760"/>
                  </a:lnTo>
                  <a:lnTo>
                    <a:pt x="361729" y="191558"/>
                  </a:lnTo>
                  <a:lnTo>
                    <a:pt x="361869" y="191569"/>
                  </a:lnTo>
                  <a:lnTo>
                    <a:pt x="363713" y="191376"/>
                  </a:lnTo>
                  <a:lnTo>
                    <a:pt x="365035" y="191223"/>
                  </a:lnTo>
                  <a:lnTo>
                    <a:pt x="365549" y="190960"/>
                  </a:lnTo>
                  <a:lnTo>
                    <a:pt x="366077" y="191062"/>
                  </a:lnTo>
                  <a:lnTo>
                    <a:pt x="366918" y="191448"/>
                  </a:lnTo>
                  <a:lnTo>
                    <a:pt x="368092" y="191486"/>
                  </a:lnTo>
                  <a:lnTo>
                    <a:pt x="368963" y="191331"/>
                  </a:lnTo>
                  <a:lnTo>
                    <a:pt x="369684" y="189851"/>
                  </a:lnTo>
                  <a:lnTo>
                    <a:pt x="370002" y="189502"/>
                  </a:lnTo>
                  <a:lnTo>
                    <a:pt x="370116" y="189370"/>
                  </a:lnTo>
                  <a:lnTo>
                    <a:pt x="370240" y="189232"/>
                  </a:lnTo>
                  <a:lnTo>
                    <a:pt x="370430" y="188995"/>
                  </a:lnTo>
                  <a:lnTo>
                    <a:pt x="370800" y="188690"/>
                  </a:lnTo>
                  <a:lnTo>
                    <a:pt x="373234" y="188366"/>
                  </a:lnTo>
                  <a:lnTo>
                    <a:pt x="375590" y="188067"/>
                  </a:lnTo>
                  <a:lnTo>
                    <a:pt x="378338" y="185565"/>
                  </a:lnTo>
                  <a:lnTo>
                    <a:pt x="378834" y="185676"/>
                  </a:lnTo>
                  <a:lnTo>
                    <a:pt x="380292" y="185187"/>
                  </a:lnTo>
                  <a:lnTo>
                    <a:pt x="380950" y="185698"/>
                  </a:lnTo>
                  <a:lnTo>
                    <a:pt x="381089" y="185722"/>
                  </a:lnTo>
                  <a:lnTo>
                    <a:pt x="381880" y="186239"/>
                  </a:lnTo>
                  <a:lnTo>
                    <a:pt x="381765" y="186978"/>
                  </a:lnTo>
                  <a:lnTo>
                    <a:pt x="381897" y="187333"/>
                  </a:lnTo>
                  <a:lnTo>
                    <a:pt x="382079" y="187878"/>
                  </a:lnTo>
                  <a:lnTo>
                    <a:pt x="382097" y="188063"/>
                  </a:lnTo>
                  <a:lnTo>
                    <a:pt x="382123" y="188201"/>
                  </a:lnTo>
                  <a:lnTo>
                    <a:pt x="382850" y="188700"/>
                  </a:lnTo>
                  <a:lnTo>
                    <a:pt x="385384" y="188900"/>
                  </a:lnTo>
                  <a:lnTo>
                    <a:pt x="389604" y="188310"/>
                  </a:lnTo>
                  <a:lnTo>
                    <a:pt x="389821" y="188115"/>
                  </a:lnTo>
                  <a:lnTo>
                    <a:pt x="390801" y="187955"/>
                  </a:lnTo>
                  <a:lnTo>
                    <a:pt x="391043" y="187904"/>
                  </a:lnTo>
                  <a:lnTo>
                    <a:pt x="391322" y="187906"/>
                  </a:lnTo>
                  <a:lnTo>
                    <a:pt x="391549" y="187901"/>
                  </a:lnTo>
                  <a:lnTo>
                    <a:pt x="392043" y="187722"/>
                  </a:lnTo>
                  <a:lnTo>
                    <a:pt x="392792" y="187225"/>
                  </a:lnTo>
                  <a:lnTo>
                    <a:pt x="393005" y="187179"/>
                  </a:lnTo>
                  <a:lnTo>
                    <a:pt x="393391" y="187137"/>
                  </a:lnTo>
                  <a:lnTo>
                    <a:pt x="393704" y="187174"/>
                  </a:lnTo>
                  <a:lnTo>
                    <a:pt x="393953" y="187255"/>
                  </a:lnTo>
                  <a:lnTo>
                    <a:pt x="394270" y="187299"/>
                  </a:lnTo>
                  <a:lnTo>
                    <a:pt x="394515" y="187353"/>
                  </a:lnTo>
                  <a:lnTo>
                    <a:pt x="394677" y="187392"/>
                  </a:lnTo>
                  <a:lnTo>
                    <a:pt x="394975" y="187461"/>
                  </a:lnTo>
                  <a:lnTo>
                    <a:pt x="396553" y="187276"/>
                  </a:lnTo>
                  <a:lnTo>
                    <a:pt x="396610" y="187099"/>
                  </a:lnTo>
                  <a:lnTo>
                    <a:pt x="398883" y="186847"/>
                  </a:lnTo>
                  <a:lnTo>
                    <a:pt x="399020" y="186817"/>
                  </a:lnTo>
                  <a:lnTo>
                    <a:pt x="400422" y="186863"/>
                  </a:lnTo>
                  <a:lnTo>
                    <a:pt x="401552" y="186681"/>
                  </a:lnTo>
                  <a:lnTo>
                    <a:pt x="402565" y="186373"/>
                  </a:lnTo>
                  <a:lnTo>
                    <a:pt x="402765" y="186375"/>
                  </a:lnTo>
                  <a:lnTo>
                    <a:pt x="402954" y="186373"/>
                  </a:lnTo>
                  <a:lnTo>
                    <a:pt x="405654" y="184950"/>
                  </a:lnTo>
                  <a:lnTo>
                    <a:pt x="405806" y="184906"/>
                  </a:lnTo>
                  <a:lnTo>
                    <a:pt x="406010" y="184905"/>
                  </a:lnTo>
                  <a:lnTo>
                    <a:pt x="406668" y="184932"/>
                  </a:lnTo>
                  <a:lnTo>
                    <a:pt x="408487" y="184875"/>
                  </a:lnTo>
                  <a:lnTo>
                    <a:pt x="408694" y="184915"/>
                  </a:lnTo>
                  <a:lnTo>
                    <a:pt x="408917" y="184942"/>
                  </a:lnTo>
                  <a:lnTo>
                    <a:pt x="410290" y="185027"/>
                  </a:lnTo>
                  <a:lnTo>
                    <a:pt x="410653" y="185002"/>
                  </a:lnTo>
                  <a:lnTo>
                    <a:pt x="410946" y="184992"/>
                  </a:lnTo>
                  <a:lnTo>
                    <a:pt x="412227" y="184532"/>
                  </a:lnTo>
                  <a:lnTo>
                    <a:pt x="413436" y="183929"/>
                  </a:lnTo>
                  <a:lnTo>
                    <a:pt x="414734" y="183727"/>
                  </a:lnTo>
                  <a:lnTo>
                    <a:pt x="414863" y="183562"/>
                  </a:lnTo>
                  <a:lnTo>
                    <a:pt x="415006" y="183423"/>
                  </a:lnTo>
                  <a:lnTo>
                    <a:pt x="415141" y="183167"/>
                  </a:lnTo>
                  <a:lnTo>
                    <a:pt x="416280" y="182939"/>
                  </a:lnTo>
                  <a:lnTo>
                    <a:pt x="416953" y="183246"/>
                  </a:lnTo>
                  <a:lnTo>
                    <a:pt x="417096" y="183272"/>
                  </a:lnTo>
                  <a:lnTo>
                    <a:pt x="419611" y="183503"/>
                  </a:lnTo>
                  <a:lnTo>
                    <a:pt x="419913" y="183603"/>
                  </a:lnTo>
                  <a:lnTo>
                    <a:pt x="420324" y="183618"/>
                  </a:lnTo>
                  <a:lnTo>
                    <a:pt x="421209" y="182324"/>
                  </a:lnTo>
                  <a:close/>
                </a:path>
              </a:pathLst>
            </a:custGeom>
            <a:solidFill>
              <a:srgbClr val="FFBF79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7283944" y="1141617"/>
              <a:ext cx="977317" cy="719235"/>
            </a:xfrm>
            <a:custGeom>
              <a:avLst/>
              <a:pathLst>
                <a:path w="977317" h="719235">
                  <a:moveTo>
                    <a:pt x="977317" y="313090"/>
                  </a:moveTo>
                  <a:lnTo>
                    <a:pt x="975392" y="314294"/>
                  </a:lnTo>
                  <a:lnTo>
                    <a:pt x="974506" y="314719"/>
                  </a:lnTo>
                  <a:lnTo>
                    <a:pt x="974350" y="314781"/>
                  </a:lnTo>
                  <a:lnTo>
                    <a:pt x="974208" y="314850"/>
                  </a:lnTo>
                  <a:lnTo>
                    <a:pt x="973996" y="314958"/>
                  </a:lnTo>
                  <a:lnTo>
                    <a:pt x="973796" y="315082"/>
                  </a:lnTo>
                  <a:lnTo>
                    <a:pt x="973588" y="315191"/>
                  </a:lnTo>
                  <a:lnTo>
                    <a:pt x="973378" y="315272"/>
                  </a:lnTo>
                  <a:lnTo>
                    <a:pt x="972710" y="315561"/>
                  </a:lnTo>
                  <a:lnTo>
                    <a:pt x="972449" y="315709"/>
                  </a:lnTo>
                  <a:lnTo>
                    <a:pt x="972029" y="315934"/>
                  </a:lnTo>
                  <a:lnTo>
                    <a:pt x="971560" y="316181"/>
                  </a:lnTo>
                  <a:lnTo>
                    <a:pt x="971219" y="316361"/>
                  </a:lnTo>
                  <a:lnTo>
                    <a:pt x="970383" y="316795"/>
                  </a:lnTo>
                  <a:lnTo>
                    <a:pt x="970050" y="317062"/>
                  </a:lnTo>
                  <a:lnTo>
                    <a:pt x="968608" y="317632"/>
                  </a:lnTo>
                  <a:lnTo>
                    <a:pt x="968332" y="317672"/>
                  </a:lnTo>
                  <a:lnTo>
                    <a:pt x="967994" y="317810"/>
                  </a:lnTo>
                  <a:lnTo>
                    <a:pt x="967593" y="318285"/>
                  </a:lnTo>
                  <a:lnTo>
                    <a:pt x="966463" y="318638"/>
                  </a:lnTo>
                  <a:lnTo>
                    <a:pt x="966161" y="318751"/>
                  </a:lnTo>
                  <a:lnTo>
                    <a:pt x="965203" y="319116"/>
                  </a:lnTo>
                  <a:lnTo>
                    <a:pt x="963623" y="320927"/>
                  </a:lnTo>
                  <a:lnTo>
                    <a:pt x="963341" y="321124"/>
                  </a:lnTo>
                  <a:lnTo>
                    <a:pt x="963044" y="321295"/>
                  </a:lnTo>
                  <a:lnTo>
                    <a:pt x="962325" y="321736"/>
                  </a:lnTo>
                  <a:lnTo>
                    <a:pt x="961849" y="322112"/>
                  </a:lnTo>
                  <a:lnTo>
                    <a:pt x="961676" y="324015"/>
                  </a:lnTo>
                  <a:lnTo>
                    <a:pt x="961592" y="324962"/>
                  </a:lnTo>
                  <a:lnTo>
                    <a:pt x="960883" y="325912"/>
                  </a:lnTo>
                  <a:lnTo>
                    <a:pt x="960592" y="326313"/>
                  </a:lnTo>
                  <a:lnTo>
                    <a:pt x="959939" y="327155"/>
                  </a:lnTo>
                  <a:lnTo>
                    <a:pt x="960935" y="327464"/>
                  </a:lnTo>
                  <a:lnTo>
                    <a:pt x="963662" y="328243"/>
                  </a:lnTo>
                  <a:lnTo>
                    <a:pt x="962636" y="331230"/>
                  </a:lnTo>
                  <a:lnTo>
                    <a:pt x="962606" y="332094"/>
                  </a:lnTo>
                  <a:lnTo>
                    <a:pt x="962594" y="332507"/>
                  </a:lnTo>
                  <a:lnTo>
                    <a:pt x="968467" y="337769"/>
                  </a:lnTo>
                  <a:lnTo>
                    <a:pt x="966642" y="339140"/>
                  </a:lnTo>
                  <a:lnTo>
                    <a:pt x="965327" y="340160"/>
                  </a:lnTo>
                  <a:lnTo>
                    <a:pt x="964135" y="341086"/>
                  </a:lnTo>
                  <a:lnTo>
                    <a:pt x="966775" y="345715"/>
                  </a:lnTo>
                  <a:lnTo>
                    <a:pt x="965935" y="348481"/>
                  </a:lnTo>
                  <a:lnTo>
                    <a:pt x="965913" y="348653"/>
                  </a:lnTo>
                  <a:lnTo>
                    <a:pt x="965665" y="349214"/>
                  </a:lnTo>
                  <a:lnTo>
                    <a:pt x="965277" y="349547"/>
                  </a:lnTo>
                  <a:lnTo>
                    <a:pt x="965055" y="349740"/>
                  </a:lnTo>
                  <a:lnTo>
                    <a:pt x="964607" y="350112"/>
                  </a:lnTo>
                  <a:lnTo>
                    <a:pt x="964387" y="350292"/>
                  </a:lnTo>
                  <a:lnTo>
                    <a:pt x="964148" y="350493"/>
                  </a:lnTo>
                  <a:lnTo>
                    <a:pt x="963847" y="350755"/>
                  </a:lnTo>
                  <a:lnTo>
                    <a:pt x="963636" y="350984"/>
                  </a:lnTo>
                  <a:lnTo>
                    <a:pt x="962940" y="351638"/>
                  </a:lnTo>
                  <a:lnTo>
                    <a:pt x="962799" y="351755"/>
                  </a:lnTo>
                  <a:lnTo>
                    <a:pt x="962661" y="351865"/>
                  </a:lnTo>
                  <a:lnTo>
                    <a:pt x="962123" y="352195"/>
                  </a:lnTo>
                  <a:lnTo>
                    <a:pt x="960883" y="352871"/>
                  </a:lnTo>
                  <a:lnTo>
                    <a:pt x="960601" y="352935"/>
                  </a:lnTo>
                  <a:lnTo>
                    <a:pt x="960169" y="353098"/>
                  </a:lnTo>
                  <a:lnTo>
                    <a:pt x="959165" y="353547"/>
                  </a:lnTo>
                  <a:lnTo>
                    <a:pt x="958965" y="353715"/>
                  </a:lnTo>
                  <a:lnTo>
                    <a:pt x="958796" y="353800"/>
                  </a:lnTo>
                  <a:lnTo>
                    <a:pt x="958091" y="354007"/>
                  </a:lnTo>
                  <a:lnTo>
                    <a:pt x="957159" y="354460"/>
                  </a:lnTo>
                  <a:lnTo>
                    <a:pt x="956438" y="354594"/>
                  </a:lnTo>
                  <a:lnTo>
                    <a:pt x="955891" y="354767"/>
                  </a:lnTo>
                  <a:lnTo>
                    <a:pt x="955354" y="355172"/>
                  </a:lnTo>
                  <a:lnTo>
                    <a:pt x="955106" y="355346"/>
                  </a:lnTo>
                  <a:lnTo>
                    <a:pt x="954780" y="355573"/>
                  </a:lnTo>
                  <a:lnTo>
                    <a:pt x="954503" y="355680"/>
                  </a:lnTo>
                  <a:lnTo>
                    <a:pt x="953892" y="355717"/>
                  </a:lnTo>
                  <a:lnTo>
                    <a:pt x="953300" y="355604"/>
                  </a:lnTo>
                  <a:lnTo>
                    <a:pt x="953049" y="355614"/>
                  </a:lnTo>
                  <a:lnTo>
                    <a:pt x="952632" y="355644"/>
                  </a:lnTo>
                  <a:lnTo>
                    <a:pt x="952370" y="355703"/>
                  </a:lnTo>
                  <a:lnTo>
                    <a:pt x="951723" y="356034"/>
                  </a:lnTo>
                  <a:lnTo>
                    <a:pt x="950992" y="356213"/>
                  </a:lnTo>
                  <a:lnTo>
                    <a:pt x="950733" y="356275"/>
                  </a:lnTo>
                  <a:lnTo>
                    <a:pt x="950536" y="356293"/>
                  </a:lnTo>
                  <a:lnTo>
                    <a:pt x="950051" y="356335"/>
                  </a:lnTo>
                  <a:lnTo>
                    <a:pt x="948865" y="356394"/>
                  </a:lnTo>
                  <a:lnTo>
                    <a:pt x="948735" y="356386"/>
                  </a:lnTo>
                  <a:lnTo>
                    <a:pt x="948415" y="356476"/>
                  </a:lnTo>
                  <a:lnTo>
                    <a:pt x="947948" y="356618"/>
                  </a:lnTo>
                  <a:lnTo>
                    <a:pt x="947074" y="356594"/>
                  </a:lnTo>
                  <a:lnTo>
                    <a:pt x="946855" y="356630"/>
                  </a:lnTo>
                  <a:lnTo>
                    <a:pt x="945981" y="356877"/>
                  </a:lnTo>
                  <a:lnTo>
                    <a:pt x="945503" y="357207"/>
                  </a:lnTo>
                  <a:lnTo>
                    <a:pt x="945143" y="357363"/>
                  </a:lnTo>
                  <a:lnTo>
                    <a:pt x="944856" y="357503"/>
                  </a:lnTo>
                  <a:lnTo>
                    <a:pt x="944562" y="357679"/>
                  </a:lnTo>
                  <a:lnTo>
                    <a:pt x="944288" y="357811"/>
                  </a:lnTo>
                  <a:lnTo>
                    <a:pt x="943789" y="357937"/>
                  </a:lnTo>
                  <a:lnTo>
                    <a:pt x="943541" y="357990"/>
                  </a:lnTo>
                  <a:lnTo>
                    <a:pt x="942818" y="358178"/>
                  </a:lnTo>
                  <a:lnTo>
                    <a:pt x="942521" y="358255"/>
                  </a:lnTo>
                  <a:lnTo>
                    <a:pt x="942333" y="358555"/>
                  </a:lnTo>
                  <a:lnTo>
                    <a:pt x="942112" y="358777"/>
                  </a:lnTo>
                  <a:lnTo>
                    <a:pt x="941863" y="358964"/>
                  </a:lnTo>
                  <a:lnTo>
                    <a:pt x="941585" y="359030"/>
                  </a:lnTo>
                  <a:lnTo>
                    <a:pt x="940925" y="359335"/>
                  </a:lnTo>
                  <a:lnTo>
                    <a:pt x="940213" y="359957"/>
                  </a:lnTo>
                  <a:lnTo>
                    <a:pt x="940016" y="360112"/>
                  </a:lnTo>
                  <a:lnTo>
                    <a:pt x="939711" y="360244"/>
                  </a:lnTo>
                  <a:lnTo>
                    <a:pt x="939406" y="360410"/>
                  </a:lnTo>
                  <a:lnTo>
                    <a:pt x="938939" y="360719"/>
                  </a:lnTo>
                  <a:lnTo>
                    <a:pt x="938739" y="360852"/>
                  </a:lnTo>
                  <a:lnTo>
                    <a:pt x="938230" y="361189"/>
                  </a:lnTo>
                  <a:lnTo>
                    <a:pt x="936966" y="362055"/>
                  </a:lnTo>
                  <a:lnTo>
                    <a:pt x="936430" y="362348"/>
                  </a:lnTo>
                  <a:lnTo>
                    <a:pt x="936064" y="362535"/>
                  </a:lnTo>
                  <a:lnTo>
                    <a:pt x="935333" y="363016"/>
                  </a:lnTo>
                  <a:lnTo>
                    <a:pt x="935067" y="363157"/>
                  </a:lnTo>
                  <a:lnTo>
                    <a:pt x="934494" y="363605"/>
                  </a:lnTo>
                  <a:lnTo>
                    <a:pt x="933994" y="363996"/>
                  </a:lnTo>
                  <a:lnTo>
                    <a:pt x="933715" y="364214"/>
                  </a:lnTo>
                  <a:lnTo>
                    <a:pt x="933555" y="364339"/>
                  </a:lnTo>
                  <a:lnTo>
                    <a:pt x="933009" y="364935"/>
                  </a:lnTo>
                  <a:lnTo>
                    <a:pt x="932843" y="365078"/>
                  </a:lnTo>
                  <a:lnTo>
                    <a:pt x="932624" y="365266"/>
                  </a:lnTo>
                  <a:lnTo>
                    <a:pt x="932362" y="365756"/>
                  </a:lnTo>
                  <a:lnTo>
                    <a:pt x="932326" y="365885"/>
                  </a:lnTo>
                  <a:lnTo>
                    <a:pt x="932252" y="366146"/>
                  </a:lnTo>
                  <a:lnTo>
                    <a:pt x="932210" y="366278"/>
                  </a:lnTo>
                  <a:lnTo>
                    <a:pt x="932106" y="366605"/>
                  </a:lnTo>
                  <a:lnTo>
                    <a:pt x="931998" y="366840"/>
                  </a:lnTo>
                  <a:lnTo>
                    <a:pt x="931788" y="367298"/>
                  </a:lnTo>
                  <a:lnTo>
                    <a:pt x="931589" y="367788"/>
                  </a:lnTo>
                  <a:lnTo>
                    <a:pt x="931529" y="368000"/>
                  </a:lnTo>
                  <a:lnTo>
                    <a:pt x="931489" y="368143"/>
                  </a:lnTo>
                  <a:lnTo>
                    <a:pt x="931471" y="368450"/>
                  </a:lnTo>
                  <a:lnTo>
                    <a:pt x="931365" y="368753"/>
                  </a:lnTo>
                  <a:lnTo>
                    <a:pt x="931195" y="369115"/>
                  </a:lnTo>
                  <a:lnTo>
                    <a:pt x="930908" y="369450"/>
                  </a:lnTo>
                  <a:lnTo>
                    <a:pt x="930550" y="369094"/>
                  </a:lnTo>
                  <a:lnTo>
                    <a:pt x="930358" y="368902"/>
                  </a:lnTo>
                  <a:lnTo>
                    <a:pt x="928963" y="367516"/>
                  </a:lnTo>
                  <a:lnTo>
                    <a:pt x="928745" y="367251"/>
                  </a:lnTo>
                  <a:lnTo>
                    <a:pt x="927946" y="365676"/>
                  </a:lnTo>
                  <a:lnTo>
                    <a:pt x="927771" y="365280"/>
                  </a:lnTo>
                  <a:lnTo>
                    <a:pt x="927669" y="364933"/>
                  </a:lnTo>
                  <a:lnTo>
                    <a:pt x="927540" y="364713"/>
                  </a:lnTo>
                  <a:lnTo>
                    <a:pt x="927211" y="364354"/>
                  </a:lnTo>
                  <a:lnTo>
                    <a:pt x="927114" y="364008"/>
                  </a:lnTo>
                  <a:lnTo>
                    <a:pt x="926994" y="363855"/>
                  </a:lnTo>
                  <a:lnTo>
                    <a:pt x="926386" y="363151"/>
                  </a:lnTo>
                  <a:lnTo>
                    <a:pt x="926341" y="362676"/>
                  </a:lnTo>
                  <a:lnTo>
                    <a:pt x="926493" y="362488"/>
                  </a:lnTo>
                  <a:lnTo>
                    <a:pt x="926543" y="362270"/>
                  </a:lnTo>
                  <a:lnTo>
                    <a:pt x="926537" y="361836"/>
                  </a:lnTo>
                  <a:lnTo>
                    <a:pt x="925848" y="361533"/>
                  </a:lnTo>
                  <a:lnTo>
                    <a:pt x="925458" y="361305"/>
                  </a:lnTo>
                  <a:lnTo>
                    <a:pt x="924962" y="360668"/>
                  </a:lnTo>
                  <a:lnTo>
                    <a:pt x="924697" y="360443"/>
                  </a:lnTo>
                  <a:lnTo>
                    <a:pt x="924105" y="359883"/>
                  </a:lnTo>
                  <a:lnTo>
                    <a:pt x="924073" y="359751"/>
                  </a:lnTo>
                  <a:lnTo>
                    <a:pt x="923884" y="359363"/>
                  </a:lnTo>
                  <a:lnTo>
                    <a:pt x="922836" y="359572"/>
                  </a:lnTo>
                  <a:lnTo>
                    <a:pt x="918600" y="361603"/>
                  </a:lnTo>
                  <a:lnTo>
                    <a:pt x="916793" y="361964"/>
                  </a:lnTo>
                  <a:lnTo>
                    <a:pt x="912241" y="364394"/>
                  </a:lnTo>
                  <a:lnTo>
                    <a:pt x="910646" y="366120"/>
                  </a:lnTo>
                  <a:lnTo>
                    <a:pt x="910003" y="366787"/>
                  </a:lnTo>
                  <a:lnTo>
                    <a:pt x="908515" y="369039"/>
                  </a:lnTo>
                  <a:lnTo>
                    <a:pt x="907450" y="370715"/>
                  </a:lnTo>
                  <a:lnTo>
                    <a:pt x="905537" y="371078"/>
                  </a:lnTo>
                  <a:lnTo>
                    <a:pt x="898232" y="372278"/>
                  </a:lnTo>
                  <a:lnTo>
                    <a:pt x="887418" y="380564"/>
                  </a:lnTo>
                  <a:lnTo>
                    <a:pt x="883268" y="383790"/>
                  </a:lnTo>
                  <a:lnTo>
                    <a:pt x="875865" y="391236"/>
                  </a:lnTo>
                  <a:lnTo>
                    <a:pt x="875465" y="391752"/>
                  </a:lnTo>
                  <a:lnTo>
                    <a:pt x="871494" y="397592"/>
                  </a:lnTo>
                  <a:lnTo>
                    <a:pt x="867290" y="402637"/>
                  </a:lnTo>
                  <a:lnTo>
                    <a:pt x="867766" y="406785"/>
                  </a:lnTo>
                  <a:lnTo>
                    <a:pt x="865265" y="412881"/>
                  </a:lnTo>
                  <a:lnTo>
                    <a:pt x="865186" y="413031"/>
                  </a:lnTo>
                  <a:lnTo>
                    <a:pt x="854319" y="413827"/>
                  </a:lnTo>
                  <a:lnTo>
                    <a:pt x="854110" y="413877"/>
                  </a:lnTo>
                  <a:lnTo>
                    <a:pt x="847166" y="414891"/>
                  </a:lnTo>
                  <a:lnTo>
                    <a:pt x="832810" y="417025"/>
                  </a:lnTo>
                  <a:lnTo>
                    <a:pt x="829656" y="417490"/>
                  </a:lnTo>
                  <a:lnTo>
                    <a:pt x="829630" y="418160"/>
                  </a:lnTo>
                  <a:lnTo>
                    <a:pt x="829364" y="425112"/>
                  </a:lnTo>
                  <a:lnTo>
                    <a:pt x="829321" y="426253"/>
                  </a:lnTo>
                  <a:lnTo>
                    <a:pt x="828736" y="430189"/>
                  </a:lnTo>
                  <a:lnTo>
                    <a:pt x="827102" y="432819"/>
                  </a:lnTo>
                  <a:lnTo>
                    <a:pt x="825399" y="435566"/>
                  </a:lnTo>
                  <a:lnTo>
                    <a:pt x="824017" y="437796"/>
                  </a:lnTo>
                  <a:lnTo>
                    <a:pt x="822939" y="445222"/>
                  </a:lnTo>
                  <a:lnTo>
                    <a:pt x="822132" y="449829"/>
                  </a:lnTo>
                  <a:lnTo>
                    <a:pt x="822082" y="450139"/>
                  </a:lnTo>
                  <a:lnTo>
                    <a:pt x="821839" y="451643"/>
                  </a:lnTo>
                  <a:lnTo>
                    <a:pt x="821438" y="453302"/>
                  </a:lnTo>
                  <a:lnTo>
                    <a:pt x="821196" y="454304"/>
                  </a:lnTo>
                  <a:lnTo>
                    <a:pt x="820048" y="459056"/>
                  </a:lnTo>
                  <a:lnTo>
                    <a:pt x="819488" y="461381"/>
                  </a:lnTo>
                  <a:lnTo>
                    <a:pt x="819372" y="461864"/>
                  </a:lnTo>
                  <a:lnTo>
                    <a:pt x="817334" y="468794"/>
                  </a:lnTo>
                  <a:lnTo>
                    <a:pt x="816881" y="469447"/>
                  </a:lnTo>
                  <a:lnTo>
                    <a:pt x="812452" y="475869"/>
                  </a:lnTo>
                  <a:lnTo>
                    <a:pt x="812211" y="475975"/>
                  </a:lnTo>
                  <a:lnTo>
                    <a:pt x="809506" y="478285"/>
                  </a:lnTo>
                  <a:lnTo>
                    <a:pt x="806586" y="480785"/>
                  </a:lnTo>
                  <a:lnTo>
                    <a:pt x="806298" y="481166"/>
                  </a:lnTo>
                  <a:lnTo>
                    <a:pt x="806027" y="481235"/>
                  </a:lnTo>
                  <a:lnTo>
                    <a:pt x="805379" y="481600"/>
                  </a:lnTo>
                  <a:lnTo>
                    <a:pt x="805077" y="481841"/>
                  </a:lnTo>
                  <a:lnTo>
                    <a:pt x="804501" y="482232"/>
                  </a:lnTo>
                  <a:lnTo>
                    <a:pt x="804703" y="483024"/>
                  </a:lnTo>
                  <a:lnTo>
                    <a:pt x="804720" y="483205"/>
                  </a:lnTo>
                  <a:lnTo>
                    <a:pt x="804817" y="483959"/>
                  </a:lnTo>
                  <a:lnTo>
                    <a:pt x="804589" y="484490"/>
                  </a:lnTo>
                  <a:lnTo>
                    <a:pt x="804578" y="484911"/>
                  </a:lnTo>
                  <a:lnTo>
                    <a:pt x="804581" y="485102"/>
                  </a:lnTo>
                  <a:lnTo>
                    <a:pt x="804645" y="485648"/>
                  </a:lnTo>
                  <a:lnTo>
                    <a:pt x="804689" y="486173"/>
                  </a:lnTo>
                  <a:lnTo>
                    <a:pt x="804678" y="486336"/>
                  </a:lnTo>
                  <a:lnTo>
                    <a:pt x="804684" y="486645"/>
                  </a:lnTo>
                  <a:lnTo>
                    <a:pt x="804913" y="486984"/>
                  </a:lnTo>
                  <a:lnTo>
                    <a:pt x="805047" y="487297"/>
                  </a:lnTo>
                  <a:lnTo>
                    <a:pt x="805110" y="487460"/>
                  </a:lnTo>
                  <a:lnTo>
                    <a:pt x="805433" y="488541"/>
                  </a:lnTo>
                  <a:lnTo>
                    <a:pt x="805574" y="488775"/>
                  </a:lnTo>
                  <a:lnTo>
                    <a:pt x="805597" y="489145"/>
                  </a:lnTo>
                  <a:lnTo>
                    <a:pt x="805387" y="489303"/>
                  </a:lnTo>
                  <a:lnTo>
                    <a:pt x="805256" y="489360"/>
                  </a:lnTo>
                  <a:lnTo>
                    <a:pt x="804982" y="489732"/>
                  </a:lnTo>
                  <a:lnTo>
                    <a:pt x="805082" y="489935"/>
                  </a:lnTo>
                  <a:lnTo>
                    <a:pt x="805243" y="490622"/>
                  </a:lnTo>
                  <a:lnTo>
                    <a:pt x="805761" y="490905"/>
                  </a:lnTo>
                  <a:lnTo>
                    <a:pt x="805944" y="490933"/>
                  </a:lnTo>
                  <a:lnTo>
                    <a:pt x="806678" y="490880"/>
                  </a:lnTo>
                  <a:lnTo>
                    <a:pt x="806935" y="491228"/>
                  </a:lnTo>
                  <a:lnTo>
                    <a:pt x="807190" y="491609"/>
                  </a:lnTo>
                  <a:lnTo>
                    <a:pt x="807373" y="492140"/>
                  </a:lnTo>
                  <a:lnTo>
                    <a:pt x="807517" y="492366"/>
                  </a:lnTo>
                  <a:lnTo>
                    <a:pt x="807610" y="492636"/>
                  </a:lnTo>
                  <a:lnTo>
                    <a:pt x="807493" y="493102"/>
                  </a:lnTo>
                  <a:lnTo>
                    <a:pt x="806765" y="493437"/>
                  </a:lnTo>
                  <a:lnTo>
                    <a:pt x="806195" y="493797"/>
                  </a:lnTo>
                  <a:lnTo>
                    <a:pt x="805605" y="493767"/>
                  </a:lnTo>
                  <a:lnTo>
                    <a:pt x="805351" y="493786"/>
                  </a:lnTo>
                  <a:lnTo>
                    <a:pt x="805159" y="493811"/>
                  </a:lnTo>
                  <a:lnTo>
                    <a:pt x="805030" y="493831"/>
                  </a:lnTo>
                  <a:lnTo>
                    <a:pt x="804515" y="493762"/>
                  </a:lnTo>
                  <a:lnTo>
                    <a:pt x="804365" y="493736"/>
                  </a:lnTo>
                  <a:lnTo>
                    <a:pt x="803776" y="493577"/>
                  </a:lnTo>
                  <a:lnTo>
                    <a:pt x="803525" y="493573"/>
                  </a:lnTo>
                  <a:lnTo>
                    <a:pt x="803236" y="493588"/>
                  </a:lnTo>
                  <a:lnTo>
                    <a:pt x="802897" y="493606"/>
                  </a:lnTo>
                  <a:lnTo>
                    <a:pt x="802345" y="493625"/>
                  </a:lnTo>
                  <a:lnTo>
                    <a:pt x="802037" y="493633"/>
                  </a:lnTo>
                  <a:lnTo>
                    <a:pt x="801838" y="493636"/>
                  </a:lnTo>
                  <a:lnTo>
                    <a:pt x="800384" y="493913"/>
                  </a:lnTo>
                  <a:lnTo>
                    <a:pt x="800129" y="494034"/>
                  </a:lnTo>
                  <a:lnTo>
                    <a:pt x="799725" y="494165"/>
                  </a:lnTo>
                  <a:lnTo>
                    <a:pt x="799416" y="494229"/>
                  </a:lnTo>
                  <a:lnTo>
                    <a:pt x="798726" y="494514"/>
                  </a:lnTo>
                  <a:lnTo>
                    <a:pt x="798579" y="494524"/>
                  </a:lnTo>
                  <a:lnTo>
                    <a:pt x="798222" y="494616"/>
                  </a:lnTo>
                  <a:lnTo>
                    <a:pt x="797921" y="494816"/>
                  </a:lnTo>
                  <a:lnTo>
                    <a:pt x="797775" y="495074"/>
                  </a:lnTo>
                  <a:lnTo>
                    <a:pt x="797697" y="495262"/>
                  </a:lnTo>
                  <a:lnTo>
                    <a:pt x="797124" y="495507"/>
                  </a:lnTo>
                  <a:lnTo>
                    <a:pt x="796921" y="495463"/>
                  </a:lnTo>
                  <a:lnTo>
                    <a:pt x="796540" y="495507"/>
                  </a:lnTo>
                  <a:lnTo>
                    <a:pt x="796361" y="495626"/>
                  </a:lnTo>
                  <a:lnTo>
                    <a:pt x="795963" y="495502"/>
                  </a:lnTo>
                  <a:lnTo>
                    <a:pt x="795367" y="495523"/>
                  </a:lnTo>
                  <a:lnTo>
                    <a:pt x="794833" y="495483"/>
                  </a:lnTo>
                  <a:lnTo>
                    <a:pt x="794603" y="495491"/>
                  </a:lnTo>
                  <a:lnTo>
                    <a:pt x="794066" y="495803"/>
                  </a:lnTo>
                  <a:lnTo>
                    <a:pt x="793876" y="495899"/>
                  </a:lnTo>
                  <a:lnTo>
                    <a:pt x="793719" y="495925"/>
                  </a:lnTo>
                  <a:lnTo>
                    <a:pt x="793418" y="495944"/>
                  </a:lnTo>
                  <a:lnTo>
                    <a:pt x="792861" y="495880"/>
                  </a:lnTo>
                  <a:lnTo>
                    <a:pt x="792592" y="495951"/>
                  </a:lnTo>
                  <a:lnTo>
                    <a:pt x="792369" y="496109"/>
                  </a:lnTo>
                  <a:lnTo>
                    <a:pt x="792142" y="496183"/>
                  </a:lnTo>
                  <a:lnTo>
                    <a:pt x="791666" y="496098"/>
                  </a:lnTo>
                  <a:lnTo>
                    <a:pt x="791215" y="496297"/>
                  </a:lnTo>
                  <a:lnTo>
                    <a:pt x="791001" y="496530"/>
                  </a:lnTo>
                  <a:lnTo>
                    <a:pt x="790561" y="496457"/>
                  </a:lnTo>
                  <a:lnTo>
                    <a:pt x="790291" y="496584"/>
                  </a:lnTo>
                  <a:lnTo>
                    <a:pt x="790160" y="496661"/>
                  </a:lnTo>
                  <a:lnTo>
                    <a:pt x="789650" y="496633"/>
                  </a:lnTo>
                  <a:lnTo>
                    <a:pt x="789440" y="496760"/>
                  </a:lnTo>
                  <a:lnTo>
                    <a:pt x="789270" y="496907"/>
                  </a:lnTo>
                  <a:lnTo>
                    <a:pt x="789010" y="496894"/>
                  </a:lnTo>
                  <a:lnTo>
                    <a:pt x="788805" y="496939"/>
                  </a:lnTo>
                  <a:lnTo>
                    <a:pt x="788065" y="497393"/>
                  </a:lnTo>
                  <a:lnTo>
                    <a:pt x="787857" y="497427"/>
                  </a:lnTo>
                  <a:lnTo>
                    <a:pt x="787653" y="497514"/>
                  </a:lnTo>
                  <a:lnTo>
                    <a:pt x="787456" y="497613"/>
                  </a:lnTo>
                  <a:lnTo>
                    <a:pt x="786897" y="497816"/>
                  </a:lnTo>
                  <a:lnTo>
                    <a:pt x="786599" y="498149"/>
                  </a:lnTo>
                  <a:lnTo>
                    <a:pt x="786402" y="498179"/>
                  </a:lnTo>
                  <a:lnTo>
                    <a:pt x="786151" y="498225"/>
                  </a:lnTo>
                  <a:lnTo>
                    <a:pt x="785870" y="498362"/>
                  </a:lnTo>
                  <a:lnTo>
                    <a:pt x="785607" y="498490"/>
                  </a:lnTo>
                  <a:lnTo>
                    <a:pt x="785430" y="498504"/>
                  </a:lnTo>
                  <a:lnTo>
                    <a:pt x="784833" y="498678"/>
                  </a:lnTo>
                  <a:lnTo>
                    <a:pt x="784778" y="498911"/>
                  </a:lnTo>
                  <a:lnTo>
                    <a:pt x="784693" y="499455"/>
                  </a:lnTo>
                  <a:lnTo>
                    <a:pt x="784360" y="499495"/>
                  </a:lnTo>
                  <a:lnTo>
                    <a:pt x="784110" y="499603"/>
                  </a:lnTo>
                  <a:lnTo>
                    <a:pt x="783786" y="499710"/>
                  </a:lnTo>
                  <a:lnTo>
                    <a:pt x="783644" y="499721"/>
                  </a:lnTo>
                  <a:lnTo>
                    <a:pt x="783468" y="499704"/>
                  </a:lnTo>
                  <a:lnTo>
                    <a:pt x="783339" y="499687"/>
                  </a:lnTo>
                  <a:lnTo>
                    <a:pt x="782935" y="499805"/>
                  </a:lnTo>
                  <a:lnTo>
                    <a:pt x="782239" y="499759"/>
                  </a:lnTo>
                  <a:lnTo>
                    <a:pt x="781972" y="499773"/>
                  </a:lnTo>
                  <a:lnTo>
                    <a:pt x="781692" y="499867"/>
                  </a:lnTo>
                  <a:lnTo>
                    <a:pt x="781512" y="499992"/>
                  </a:lnTo>
                  <a:lnTo>
                    <a:pt x="781310" y="500034"/>
                  </a:lnTo>
                  <a:lnTo>
                    <a:pt x="780987" y="500226"/>
                  </a:lnTo>
                  <a:lnTo>
                    <a:pt x="780720" y="500318"/>
                  </a:lnTo>
                  <a:lnTo>
                    <a:pt x="780586" y="500351"/>
                  </a:lnTo>
                  <a:lnTo>
                    <a:pt x="780371" y="500328"/>
                  </a:lnTo>
                  <a:lnTo>
                    <a:pt x="780207" y="500239"/>
                  </a:lnTo>
                  <a:lnTo>
                    <a:pt x="779751" y="500094"/>
                  </a:lnTo>
                  <a:lnTo>
                    <a:pt x="779422" y="500069"/>
                  </a:lnTo>
                  <a:lnTo>
                    <a:pt x="779214" y="500055"/>
                  </a:lnTo>
                  <a:lnTo>
                    <a:pt x="778721" y="500157"/>
                  </a:lnTo>
                  <a:lnTo>
                    <a:pt x="778309" y="500252"/>
                  </a:lnTo>
                  <a:lnTo>
                    <a:pt x="778084" y="500160"/>
                  </a:lnTo>
                  <a:lnTo>
                    <a:pt x="777957" y="500098"/>
                  </a:lnTo>
                  <a:lnTo>
                    <a:pt x="777716" y="500059"/>
                  </a:lnTo>
                  <a:lnTo>
                    <a:pt x="777048" y="500183"/>
                  </a:lnTo>
                  <a:lnTo>
                    <a:pt x="776417" y="500515"/>
                  </a:lnTo>
                  <a:lnTo>
                    <a:pt x="776328" y="500852"/>
                  </a:lnTo>
                  <a:lnTo>
                    <a:pt x="776034" y="500802"/>
                  </a:lnTo>
                  <a:lnTo>
                    <a:pt x="775161" y="500806"/>
                  </a:lnTo>
                  <a:lnTo>
                    <a:pt x="774777" y="500637"/>
                  </a:lnTo>
                  <a:lnTo>
                    <a:pt x="774508" y="500827"/>
                  </a:lnTo>
                  <a:lnTo>
                    <a:pt x="773786" y="501329"/>
                  </a:lnTo>
                  <a:lnTo>
                    <a:pt x="773528" y="501464"/>
                  </a:lnTo>
                  <a:lnTo>
                    <a:pt x="773228" y="501578"/>
                  </a:lnTo>
                  <a:lnTo>
                    <a:pt x="773034" y="501515"/>
                  </a:lnTo>
                  <a:lnTo>
                    <a:pt x="772678" y="501629"/>
                  </a:lnTo>
                  <a:lnTo>
                    <a:pt x="771612" y="501854"/>
                  </a:lnTo>
                  <a:lnTo>
                    <a:pt x="771269" y="501945"/>
                  </a:lnTo>
                  <a:lnTo>
                    <a:pt x="770681" y="502200"/>
                  </a:lnTo>
                  <a:lnTo>
                    <a:pt x="770524" y="502173"/>
                  </a:lnTo>
                  <a:lnTo>
                    <a:pt x="770188" y="502081"/>
                  </a:lnTo>
                  <a:lnTo>
                    <a:pt x="769785" y="502249"/>
                  </a:lnTo>
                  <a:lnTo>
                    <a:pt x="769273" y="502472"/>
                  </a:lnTo>
                  <a:lnTo>
                    <a:pt x="768284" y="502664"/>
                  </a:lnTo>
                  <a:lnTo>
                    <a:pt x="767990" y="502730"/>
                  </a:lnTo>
                  <a:lnTo>
                    <a:pt x="767766" y="502728"/>
                  </a:lnTo>
                  <a:lnTo>
                    <a:pt x="767548" y="502697"/>
                  </a:lnTo>
                  <a:lnTo>
                    <a:pt x="767396" y="502646"/>
                  </a:lnTo>
                  <a:lnTo>
                    <a:pt x="766862" y="502746"/>
                  </a:lnTo>
                  <a:lnTo>
                    <a:pt x="766445" y="502761"/>
                  </a:lnTo>
                  <a:lnTo>
                    <a:pt x="766070" y="503009"/>
                  </a:lnTo>
                  <a:lnTo>
                    <a:pt x="765463" y="503203"/>
                  </a:lnTo>
                  <a:lnTo>
                    <a:pt x="764689" y="503719"/>
                  </a:lnTo>
                  <a:lnTo>
                    <a:pt x="763697" y="503968"/>
                  </a:lnTo>
                  <a:lnTo>
                    <a:pt x="763344" y="504153"/>
                  </a:lnTo>
                  <a:lnTo>
                    <a:pt x="763192" y="504228"/>
                  </a:lnTo>
                  <a:lnTo>
                    <a:pt x="762902" y="504363"/>
                  </a:lnTo>
                  <a:lnTo>
                    <a:pt x="762677" y="504604"/>
                  </a:lnTo>
                  <a:lnTo>
                    <a:pt x="762153" y="504884"/>
                  </a:lnTo>
                  <a:lnTo>
                    <a:pt x="761988" y="504862"/>
                  </a:lnTo>
                  <a:lnTo>
                    <a:pt x="761629" y="504905"/>
                  </a:lnTo>
                  <a:lnTo>
                    <a:pt x="760626" y="505599"/>
                  </a:lnTo>
                  <a:lnTo>
                    <a:pt x="760310" y="505903"/>
                  </a:lnTo>
                  <a:lnTo>
                    <a:pt x="760056" y="505991"/>
                  </a:lnTo>
                  <a:lnTo>
                    <a:pt x="759347" y="505988"/>
                  </a:lnTo>
                  <a:lnTo>
                    <a:pt x="758568" y="505942"/>
                  </a:lnTo>
                  <a:lnTo>
                    <a:pt x="758226" y="505840"/>
                  </a:lnTo>
                  <a:lnTo>
                    <a:pt x="758026" y="505786"/>
                  </a:lnTo>
                  <a:lnTo>
                    <a:pt x="757807" y="505755"/>
                  </a:lnTo>
                  <a:lnTo>
                    <a:pt x="757384" y="505830"/>
                  </a:lnTo>
                  <a:lnTo>
                    <a:pt x="757121" y="506129"/>
                  </a:lnTo>
                  <a:lnTo>
                    <a:pt x="756589" y="506097"/>
                  </a:lnTo>
                  <a:lnTo>
                    <a:pt x="756182" y="506295"/>
                  </a:lnTo>
                  <a:lnTo>
                    <a:pt x="755742" y="506563"/>
                  </a:lnTo>
                  <a:lnTo>
                    <a:pt x="755388" y="506713"/>
                  </a:lnTo>
                  <a:lnTo>
                    <a:pt x="755189" y="506777"/>
                  </a:lnTo>
                  <a:lnTo>
                    <a:pt x="754521" y="506957"/>
                  </a:lnTo>
                  <a:lnTo>
                    <a:pt x="754050" y="507064"/>
                  </a:lnTo>
                  <a:lnTo>
                    <a:pt x="753671" y="507158"/>
                  </a:lnTo>
                  <a:lnTo>
                    <a:pt x="753274" y="507264"/>
                  </a:lnTo>
                  <a:lnTo>
                    <a:pt x="752415" y="507804"/>
                  </a:lnTo>
                  <a:lnTo>
                    <a:pt x="752096" y="507912"/>
                  </a:lnTo>
                  <a:lnTo>
                    <a:pt x="751614" y="507902"/>
                  </a:lnTo>
                  <a:lnTo>
                    <a:pt x="751113" y="507806"/>
                  </a:lnTo>
                  <a:lnTo>
                    <a:pt x="750914" y="507795"/>
                  </a:lnTo>
                  <a:lnTo>
                    <a:pt x="750774" y="507813"/>
                  </a:lnTo>
                  <a:lnTo>
                    <a:pt x="750356" y="507934"/>
                  </a:lnTo>
                  <a:lnTo>
                    <a:pt x="749901" y="507964"/>
                  </a:lnTo>
                  <a:lnTo>
                    <a:pt x="749601" y="507981"/>
                  </a:lnTo>
                  <a:lnTo>
                    <a:pt x="748993" y="508079"/>
                  </a:lnTo>
                  <a:lnTo>
                    <a:pt x="748567" y="508260"/>
                  </a:lnTo>
                  <a:lnTo>
                    <a:pt x="748362" y="508383"/>
                  </a:lnTo>
                  <a:lnTo>
                    <a:pt x="748064" y="508429"/>
                  </a:lnTo>
                  <a:lnTo>
                    <a:pt x="747697" y="508436"/>
                  </a:lnTo>
                  <a:lnTo>
                    <a:pt x="747193" y="508542"/>
                  </a:lnTo>
                  <a:lnTo>
                    <a:pt x="746962" y="508554"/>
                  </a:lnTo>
                  <a:lnTo>
                    <a:pt x="746805" y="508510"/>
                  </a:lnTo>
                  <a:lnTo>
                    <a:pt x="746335" y="508409"/>
                  </a:lnTo>
                  <a:lnTo>
                    <a:pt x="746144" y="508389"/>
                  </a:lnTo>
                  <a:lnTo>
                    <a:pt x="745903" y="508393"/>
                  </a:lnTo>
                  <a:lnTo>
                    <a:pt x="745601" y="508474"/>
                  </a:lnTo>
                  <a:lnTo>
                    <a:pt x="745352" y="508552"/>
                  </a:lnTo>
                  <a:lnTo>
                    <a:pt x="745040" y="508692"/>
                  </a:lnTo>
                  <a:lnTo>
                    <a:pt x="744711" y="508789"/>
                  </a:lnTo>
                  <a:lnTo>
                    <a:pt x="744578" y="508818"/>
                  </a:lnTo>
                  <a:lnTo>
                    <a:pt x="744393" y="508829"/>
                  </a:lnTo>
                  <a:lnTo>
                    <a:pt x="744195" y="508835"/>
                  </a:lnTo>
                  <a:lnTo>
                    <a:pt x="743976" y="508858"/>
                  </a:lnTo>
                  <a:lnTo>
                    <a:pt x="743832" y="508939"/>
                  </a:lnTo>
                  <a:lnTo>
                    <a:pt x="743268" y="509066"/>
                  </a:lnTo>
                  <a:lnTo>
                    <a:pt x="743071" y="509181"/>
                  </a:lnTo>
                  <a:lnTo>
                    <a:pt x="742768" y="509288"/>
                  </a:lnTo>
                  <a:lnTo>
                    <a:pt x="742638" y="509291"/>
                  </a:lnTo>
                  <a:lnTo>
                    <a:pt x="742044" y="509421"/>
                  </a:lnTo>
                  <a:lnTo>
                    <a:pt x="741779" y="509466"/>
                  </a:lnTo>
                  <a:lnTo>
                    <a:pt x="741615" y="509485"/>
                  </a:lnTo>
                  <a:lnTo>
                    <a:pt x="741241" y="509552"/>
                  </a:lnTo>
                  <a:lnTo>
                    <a:pt x="741077" y="509598"/>
                  </a:lnTo>
                  <a:lnTo>
                    <a:pt x="740729" y="509680"/>
                  </a:lnTo>
                  <a:lnTo>
                    <a:pt x="740560" y="509688"/>
                  </a:lnTo>
                  <a:lnTo>
                    <a:pt x="739982" y="509881"/>
                  </a:lnTo>
                  <a:lnTo>
                    <a:pt x="739806" y="510006"/>
                  </a:lnTo>
                  <a:lnTo>
                    <a:pt x="738885" y="509888"/>
                  </a:lnTo>
                  <a:lnTo>
                    <a:pt x="738377" y="509918"/>
                  </a:lnTo>
                  <a:lnTo>
                    <a:pt x="738147" y="509980"/>
                  </a:lnTo>
                  <a:lnTo>
                    <a:pt x="737902" y="510057"/>
                  </a:lnTo>
                  <a:lnTo>
                    <a:pt x="737194" y="510215"/>
                  </a:lnTo>
                  <a:lnTo>
                    <a:pt x="736903" y="510181"/>
                  </a:lnTo>
                  <a:lnTo>
                    <a:pt x="736592" y="510147"/>
                  </a:lnTo>
                  <a:lnTo>
                    <a:pt x="736371" y="510194"/>
                  </a:lnTo>
                  <a:lnTo>
                    <a:pt x="735952" y="510295"/>
                  </a:lnTo>
                  <a:lnTo>
                    <a:pt x="735423" y="510301"/>
                  </a:lnTo>
                  <a:lnTo>
                    <a:pt x="735177" y="510146"/>
                  </a:lnTo>
                  <a:lnTo>
                    <a:pt x="734917" y="510036"/>
                  </a:lnTo>
                  <a:lnTo>
                    <a:pt x="734782" y="509988"/>
                  </a:lnTo>
                  <a:lnTo>
                    <a:pt x="734293" y="509844"/>
                  </a:lnTo>
                  <a:lnTo>
                    <a:pt x="733963" y="509800"/>
                  </a:lnTo>
                  <a:lnTo>
                    <a:pt x="733313" y="509808"/>
                  </a:lnTo>
                  <a:lnTo>
                    <a:pt x="733090" y="509709"/>
                  </a:lnTo>
                  <a:lnTo>
                    <a:pt x="732693" y="509609"/>
                  </a:lnTo>
                  <a:lnTo>
                    <a:pt x="732356" y="509583"/>
                  </a:lnTo>
                  <a:lnTo>
                    <a:pt x="731812" y="509780"/>
                  </a:lnTo>
                  <a:lnTo>
                    <a:pt x="731667" y="509809"/>
                  </a:lnTo>
                  <a:lnTo>
                    <a:pt x="731332" y="509850"/>
                  </a:lnTo>
                  <a:lnTo>
                    <a:pt x="731165" y="509886"/>
                  </a:lnTo>
                  <a:lnTo>
                    <a:pt x="731057" y="510038"/>
                  </a:lnTo>
                  <a:lnTo>
                    <a:pt x="731323" y="510286"/>
                  </a:lnTo>
                  <a:lnTo>
                    <a:pt x="731605" y="510649"/>
                  </a:lnTo>
                  <a:lnTo>
                    <a:pt x="731836" y="510910"/>
                  </a:lnTo>
                  <a:lnTo>
                    <a:pt x="732031" y="511144"/>
                  </a:lnTo>
                  <a:lnTo>
                    <a:pt x="732172" y="511456"/>
                  </a:lnTo>
                  <a:lnTo>
                    <a:pt x="731953" y="511561"/>
                  </a:lnTo>
                  <a:lnTo>
                    <a:pt x="731629" y="511626"/>
                  </a:lnTo>
                  <a:lnTo>
                    <a:pt x="731477" y="511703"/>
                  </a:lnTo>
                  <a:lnTo>
                    <a:pt x="731196" y="511880"/>
                  </a:lnTo>
                  <a:lnTo>
                    <a:pt x="731057" y="512046"/>
                  </a:lnTo>
                  <a:lnTo>
                    <a:pt x="730604" y="512460"/>
                  </a:lnTo>
                  <a:lnTo>
                    <a:pt x="730482" y="512726"/>
                  </a:lnTo>
                  <a:lnTo>
                    <a:pt x="730542" y="512893"/>
                  </a:lnTo>
                  <a:lnTo>
                    <a:pt x="730634" y="513111"/>
                  </a:lnTo>
                  <a:lnTo>
                    <a:pt x="730676" y="513281"/>
                  </a:lnTo>
                  <a:lnTo>
                    <a:pt x="730542" y="513290"/>
                  </a:lnTo>
                  <a:lnTo>
                    <a:pt x="730036" y="513415"/>
                  </a:lnTo>
                  <a:lnTo>
                    <a:pt x="729044" y="513481"/>
                  </a:lnTo>
                  <a:lnTo>
                    <a:pt x="728891" y="513431"/>
                  </a:lnTo>
                  <a:lnTo>
                    <a:pt x="728520" y="513364"/>
                  </a:lnTo>
                  <a:lnTo>
                    <a:pt x="728228" y="513594"/>
                  </a:lnTo>
                  <a:lnTo>
                    <a:pt x="727548" y="513992"/>
                  </a:lnTo>
                  <a:lnTo>
                    <a:pt x="727246" y="514172"/>
                  </a:lnTo>
                  <a:lnTo>
                    <a:pt x="727376" y="514763"/>
                  </a:lnTo>
                  <a:lnTo>
                    <a:pt x="726809" y="514994"/>
                  </a:lnTo>
                  <a:lnTo>
                    <a:pt x="725823" y="515257"/>
                  </a:lnTo>
                  <a:lnTo>
                    <a:pt x="725338" y="515231"/>
                  </a:lnTo>
                  <a:lnTo>
                    <a:pt x="724988" y="515194"/>
                  </a:lnTo>
                  <a:lnTo>
                    <a:pt x="724625" y="515247"/>
                  </a:lnTo>
                  <a:lnTo>
                    <a:pt x="724395" y="515308"/>
                  </a:lnTo>
                  <a:lnTo>
                    <a:pt x="724069" y="515588"/>
                  </a:lnTo>
                  <a:lnTo>
                    <a:pt x="724251" y="515867"/>
                  </a:lnTo>
                  <a:lnTo>
                    <a:pt x="724350" y="517021"/>
                  </a:lnTo>
                  <a:lnTo>
                    <a:pt x="723687" y="517365"/>
                  </a:lnTo>
                  <a:lnTo>
                    <a:pt x="723520" y="517424"/>
                  </a:lnTo>
                  <a:lnTo>
                    <a:pt x="723122" y="517587"/>
                  </a:lnTo>
                  <a:lnTo>
                    <a:pt x="722517" y="518383"/>
                  </a:lnTo>
                  <a:lnTo>
                    <a:pt x="722374" y="518351"/>
                  </a:lnTo>
                  <a:lnTo>
                    <a:pt x="722105" y="518339"/>
                  </a:lnTo>
                  <a:lnTo>
                    <a:pt x="720351" y="518676"/>
                  </a:lnTo>
                  <a:lnTo>
                    <a:pt x="719942" y="518781"/>
                  </a:lnTo>
                  <a:lnTo>
                    <a:pt x="719742" y="518838"/>
                  </a:lnTo>
                  <a:lnTo>
                    <a:pt x="719087" y="518528"/>
                  </a:lnTo>
                  <a:lnTo>
                    <a:pt x="717885" y="518388"/>
                  </a:lnTo>
                  <a:lnTo>
                    <a:pt x="717950" y="517886"/>
                  </a:lnTo>
                  <a:lnTo>
                    <a:pt x="717411" y="517907"/>
                  </a:lnTo>
                  <a:lnTo>
                    <a:pt x="716984" y="517925"/>
                  </a:lnTo>
                  <a:lnTo>
                    <a:pt x="716553" y="517944"/>
                  </a:lnTo>
                  <a:lnTo>
                    <a:pt x="716374" y="517957"/>
                  </a:lnTo>
                  <a:lnTo>
                    <a:pt x="716063" y="518037"/>
                  </a:lnTo>
                  <a:lnTo>
                    <a:pt x="715888" y="518180"/>
                  </a:lnTo>
                  <a:lnTo>
                    <a:pt x="715542" y="518348"/>
                  </a:lnTo>
                  <a:lnTo>
                    <a:pt x="715317" y="518310"/>
                  </a:lnTo>
                  <a:lnTo>
                    <a:pt x="715049" y="518302"/>
                  </a:lnTo>
                  <a:lnTo>
                    <a:pt x="714743" y="518166"/>
                  </a:lnTo>
                  <a:lnTo>
                    <a:pt x="714289" y="518164"/>
                  </a:lnTo>
                  <a:lnTo>
                    <a:pt x="713986" y="518202"/>
                  </a:lnTo>
                  <a:lnTo>
                    <a:pt x="713782" y="518294"/>
                  </a:lnTo>
                  <a:lnTo>
                    <a:pt x="713359" y="518371"/>
                  </a:lnTo>
                  <a:lnTo>
                    <a:pt x="713053" y="518376"/>
                  </a:lnTo>
                  <a:lnTo>
                    <a:pt x="712812" y="518329"/>
                  </a:lnTo>
                  <a:lnTo>
                    <a:pt x="712577" y="518254"/>
                  </a:lnTo>
                  <a:lnTo>
                    <a:pt x="712429" y="518243"/>
                  </a:lnTo>
                  <a:lnTo>
                    <a:pt x="711994" y="518269"/>
                  </a:lnTo>
                  <a:lnTo>
                    <a:pt x="710873" y="518433"/>
                  </a:lnTo>
                  <a:lnTo>
                    <a:pt x="710685" y="518386"/>
                  </a:lnTo>
                  <a:lnTo>
                    <a:pt x="709867" y="518510"/>
                  </a:lnTo>
                  <a:lnTo>
                    <a:pt x="709728" y="518646"/>
                  </a:lnTo>
                  <a:lnTo>
                    <a:pt x="709370" y="518835"/>
                  </a:lnTo>
                  <a:lnTo>
                    <a:pt x="709318" y="519092"/>
                  </a:lnTo>
                  <a:lnTo>
                    <a:pt x="709305" y="519361"/>
                  </a:lnTo>
                  <a:lnTo>
                    <a:pt x="709303" y="520427"/>
                  </a:lnTo>
                  <a:lnTo>
                    <a:pt x="709316" y="520741"/>
                  </a:lnTo>
                  <a:lnTo>
                    <a:pt x="709281" y="521092"/>
                  </a:lnTo>
                  <a:lnTo>
                    <a:pt x="709241" y="521464"/>
                  </a:lnTo>
                  <a:lnTo>
                    <a:pt x="709321" y="521784"/>
                  </a:lnTo>
                  <a:lnTo>
                    <a:pt x="709371" y="521964"/>
                  </a:lnTo>
                  <a:lnTo>
                    <a:pt x="709474" y="522191"/>
                  </a:lnTo>
                  <a:lnTo>
                    <a:pt x="710171" y="522744"/>
                  </a:lnTo>
                  <a:lnTo>
                    <a:pt x="710464" y="522616"/>
                  </a:lnTo>
                  <a:lnTo>
                    <a:pt x="711290" y="522734"/>
                  </a:lnTo>
                  <a:lnTo>
                    <a:pt x="711947" y="522810"/>
                  </a:lnTo>
                  <a:lnTo>
                    <a:pt x="712202" y="522950"/>
                  </a:lnTo>
                  <a:lnTo>
                    <a:pt x="712126" y="523126"/>
                  </a:lnTo>
                  <a:lnTo>
                    <a:pt x="712021" y="523435"/>
                  </a:lnTo>
                  <a:lnTo>
                    <a:pt x="711888" y="523845"/>
                  </a:lnTo>
                  <a:lnTo>
                    <a:pt x="711840" y="523987"/>
                  </a:lnTo>
                  <a:lnTo>
                    <a:pt x="711772" y="524148"/>
                  </a:lnTo>
                  <a:lnTo>
                    <a:pt x="711681" y="524317"/>
                  </a:lnTo>
                  <a:lnTo>
                    <a:pt x="711205" y="524672"/>
                  </a:lnTo>
                  <a:lnTo>
                    <a:pt x="710584" y="524796"/>
                  </a:lnTo>
                  <a:lnTo>
                    <a:pt x="710576" y="524959"/>
                  </a:lnTo>
                  <a:lnTo>
                    <a:pt x="710625" y="525113"/>
                  </a:lnTo>
                  <a:lnTo>
                    <a:pt x="711061" y="525247"/>
                  </a:lnTo>
                  <a:lnTo>
                    <a:pt x="710913" y="525277"/>
                  </a:lnTo>
                  <a:lnTo>
                    <a:pt x="710427" y="525689"/>
                  </a:lnTo>
                  <a:lnTo>
                    <a:pt x="710867" y="526146"/>
                  </a:lnTo>
                  <a:lnTo>
                    <a:pt x="712764" y="527720"/>
                  </a:lnTo>
                  <a:lnTo>
                    <a:pt x="713018" y="527923"/>
                  </a:lnTo>
                  <a:lnTo>
                    <a:pt x="713411" y="528236"/>
                  </a:lnTo>
                  <a:lnTo>
                    <a:pt x="713787" y="528530"/>
                  </a:lnTo>
                  <a:lnTo>
                    <a:pt x="714213" y="528856"/>
                  </a:lnTo>
                  <a:lnTo>
                    <a:pt x="714453" y="529037"/>
                  </a:lnTo>
                  <a:lnTo>
                    <a:pt x="715899" y="530148"/>
                  </a:lnTo>
                  <a:lnTo>
                    <a:pt x="716157" y="530348"/>
                  </a:lnTo>
                  <a:lnTo>
                    <a:pt x="716548" y="530653"/>
                  </a:lnTo>
                  <a:lnTo>
                    <a:pt x="717937" y="530761"/>
                  </a:lnTo>
                  <a:lnTo>
                    <a:pt x="718535" y="530802"/>
                  </a:lnTo>
                  <a:lnTo>
                    <a:pt x="718834" y="530824"/>
                  </a:lnTo>
                  <a:lnTo>
                    <a:pt x="719444" y="530869"/>
                  </a:lnTo>
                  <a:lnTo>
                    <a:pt x="719623" y="530881"/>
                  </a:lnTo>
                  <a:lnTo>
                    <a:pt x="719653" y="530655"/>
                  </a:lnTo>
                  <a:lnTo>
                    <a:pt x="719699" y="530231"/>
                  </a:lnTo>
                  <a:lnTo>
                    <a:pt x="719838" y="528954"/>
                  </a:lnTo>
                  <a:lnTo>
                    <a:pt x="719906" y="528313"/>
                  </a:lnTo>
                  <a:lnTo>
                    <a:pt x="719958" y="527886"/>
                  </a:lnTo>
                  <a:lnTo>
                    <a:pt x="720108" y="527621"/>
                  </a:lnTo>
                  <a:lnTo>
                    <a:pt x="720283" y="527573"/>
                  </a:lnTo>
                  <a:lnTo>
                    <a:pt x="720518" y="527501"/>
                  </a:lnTo>
                  <a:lnTo>
                    <a:pt x="720877" y="527391"/>
                  </a:lnTo>
                  <a:lnTo>
                    <a:pt x="721071" y="527331"/>
                  </a:lnTo>
                  <a:lnTo>
                    <a:pt x="721488" y="527198"/>
                  </a:lnTo>
                  <a:lnTo>
                    <a:pt x="721790" y="527103"/>
                  </a:lnTo>
                  <a:lnTo>
                    <a:pt x="722092" y="527088"/>
                  </a:lnTo>
                  <a:lnTo>
                    <a:pt x="722394" y="527063"/>
                  </a:lnTo>
                  <a:lnTo>
                    <a:pt x="723007" y="527004"/>
                  </a:lnTo>
                  <a:lnTo>
                    <a:pt x="723610" y="526946"/>
                  </a:lnTo>
                  <a:lnTo>
                    <a:pt x="724832" y="526834"/>
                  </a:lnTo>
                  <a:lnTo>
                    <a:pt x="725427" y="526800"/>
                  </a:lnTo>
                  <a:lnTo>
                    <a:pt x="725981" y="526766"/>
                  </a:lnTo>
                  <a:lnTo>
                    <a:pt x="726659" y="526725"/>
                  </a:lnTo>
                  <a:lnTo>
                    <a:pt x="727244" y="526692"/>
                  </a:lnTo>
                  <a:lnTo>
                    <a:pt x="727154" y="527433"/>
                  </a:lnTo>
                  <a:lnTo>
                    <a:pt x="727047" y="528354"/>
                  </a:lnTo>
                  <a:lnTo>
                    <a:pt x="727022" y="528574"/>
                  </a:lnTo>
                  <a:lnTo>
                    <a:pt x="726992" y="528842"/>
                  </a:lnTo>
                  <a:lnTo>
                    <a:pt x="726978" y="528988"/>
                  </a:lnTo>
                  <a:lnTo>
                    <a:pt x="726950" y="529263"/>
                  </a:lnTo>
                  <a:lnTo>
                    <a:pt x="726849" y="530124"/>
                  </a:lnTo>
                  <a:lnTo>
                    <a:pt x="726742" y="531095"/>
                  </a:lnTo>
                  <a:lnTo>
                    <a:pt x="726727" y="531228"/>
                  </a:lnTo>
                  <a:lnTo>
                    <a:pt x="726671" y="531727"/>
                  </a:lnTo>
                  <a:lnTo>
                    <a:pt x="726641" y="531999"/>
                  </a:lnTo>
                  <a:lnTo>
                    <a:pt x="726622" y="532144"/>
                  </a:lnTo>
                  <a:lnTo>
                    <a:pt x="726618" y="532282"/>
                  </a:lnTo>
                  <a:lnTo>
                    <a:pt x="726616" y="532422"/>
                  </a:lnTo>
                  <a:lnTo>
                    <a:pt x="726615" y="532562"/>
                  </a:lnTo>
                  <a:lnTo>
                    <a:pt x="726616" y="532858"/>
                  </a:lnTo>
                  <a:lnTo>
                    <a:pt x="726618" y="533236"/>
                  </a:lnTo>
                  <a:lnTo>
                    <a:pt x="726624" y="534341"/>
                  </a:lnTo>
                  <a:lnTo>
                    <a:pt x="726633" y="535844"/>
                  </a:lnTo>
                  <a:lnTo>
                    <a:pt x="726645" y="537762"/>
                  </a:lnTo>
                  <a:lnTo>
                    <a:pt x="726649" y="538736"/>
                  </a:lnTo>
                  <a:lnTo>
                    <a:pt x="726659" y="540256"/>
                  </a:lnTo>
                  <a:lnTo>
                    <a:pt x="726668" y="541374"/>
                  </a:lnTo>
                  <a:lnTo>
                    <a:pt x="726674" y="542188"/>
                  </a:lnTo>
                  <a:lnTo>
                    <a:pt x="726687" y="542699"/>
                  </a:lnTo>
                  <a:lnTo>
                    <a:pt x="726691" y="543356"/>
                  </a:lnTo>
                  <a:lnTo>
                    <a:pt x="726692" y="543833"/>
                  </a:lnTo>
                  <a:lnTo>
                    <a:pt x="726695" y="544315"/>
                  </a:lnTo>
                  <a:lnTo>
                    <a:pt x="726702" y="544804"/>
                  </a:lnTo>
                  <a:lnTo>
                    <a:pt x="726708" y="545777"/>
                  </a:lnTo>
                  <a:lnTo>
                    <a:pt x="726713" y="546265"/>
                  </a:lnTo>
                  <a:lnTo>
                    <a:pt x="726721" y="547248"/>
                  </a:lnTo>
                  <a:lnTo>
                    <a:pt x="726724" y="547725"/>
                  </a:lnTo>
                  <a:lnTo>
                    <a:pt x="726722" y="548236"/>
                  </a:lnTo>
                  <a:lnTo>
                    <a:pt x="726730" y="548701"/>
                  </a:lnTo>
                  <a:lnTo>
                    <a:pt x="726742" y="550269"/>
                  </a:lnTo>
                  <a:lnTo>
                    <a:pt x="726744" y="550633"/>
                  </a:lnTo>
                  <a:lnTo>
                    <a:pt x="726748" y="551603"/>
                  </a:lnTo>
                  <a:lnTo>
                    <a:pt x="726753" y="552578"/>
                  </a:lnTo>
                  <a:lnTo>
                    <a:pt x="726756" y="553067"/>
                  </a:lnTo>
                  <a:lnTo>
                    <a:pt x="726761" y="554539"/>
                  </a:lnTo>
                  <a:lnTo>
                    <a:pt x="726762" y="555027"/>
                  </a:lnTo>
                  <a:lnTo>
                    <a:pt x="727132" y="555311"/>
                  </a:lnTo>
                  <a:lnTo>
                    <a:pt x="727431" y="555342"/>
                  </a:lnTo>
                  <a:lnTo>
                    <a:pt x="727836" y="555355"/>
                  </a:lnTo>
                  <a:lnTo>
                    <a:pt x="728448" y="555526"/>
                  </a:lnTo>
                  <a:lnTo>
                    <a:pt x="728688" y="555599"/>
                  </a:lnTo>
                  <a:lnTo>
                    <a:pt x="728979" y="555607"/>
                  </a:lnTo>
                  <a:lnTo>
                    <a:pt x="729195" y="555630"/>
                  </a:lnTo>
                  <a:lnTo>
                    <a:pt x="729309" y="555773"/>
                  </a:lnTo>
                  <a:lnTo>
                    <a:pt x="729301" y="555956"/>
                  </a:lnTo>
                  <a:lnTo>
                    <a:pt x="729412" y="556311"/>
                  </a:lnTo>
                  <a:lnTo>
                    <a:pt x="729516" y="556516"/>
                  </a:lnTo>
                  <a:lnTo>
                    <a:pt x="729888" y="556529"/>
                  </a:lnTo>
                  <a:lnTo>
                    <a:pt x="730094" y="556527"/>
                  </a:lnTo>
                  <a:lnTo>
                    <a:pt x="730539" y="556720"/>
                  </a:lnTo>
                  <a:lnTo>
                    <a:pt x="730801" y="556823"/>
                  </a:lnTo>
                  <a:lnTo>
                    <a:pt x="731185" y="556770"/>
                  </a:lnTo>
                  <a:lnTo>
                    <a:pt x="731349" y="556728"/>
                  </a:lnTo>
                  <a:lnTo>
                    <a:pt x="731763" y="556726"/>
                  </a:lnTo>
                  <a:lnTo>
                    <a:pt x="732813" y="556898"/>
                  </a:lnTo>
                  <a:lnTo>
                    <a:pt x="733377" y="556874"/>
                  </a:lnTo>
                  <a:lnTo>
                    <a:pt x="733491" y="557587"/>
                  </a:lnTo>
                  <a:lnTo>
                    <a:pt x="733880" y="557614"/>
                  </a:lnTo>
                  <a:lnTo>
                    <a:pt x="734495" y="557807"/>
                  </a:lnTo>
                  <a:lnTo>
                    <a:pt x="735277" y="557980"/>
                  </a:lnTo>
                  <a:lnTo>
                    <a:pt x="735583" y="558205"/>
                  </a:lnTo>
                  <a:lnTo>
                    <a:pt x="735808" y="558335"/>
                  </a:lnTo>
                  <a:lnTo>
                    <a:pt x="736309" y="558893"/>
                  </a:lnTo>
                  <a:lnTo>
                    <a:pt x="736533" y="558981"/>
                  </a:lnTo>
                  <a:lnTo>
                    <a:pt x="736899" y="558996"/>
                  </a:lnTo>
                  <a:lnTo>
                    <a:pt x="737307" y="559097"/>
                  </a:lnTo>
                  <a:lnTo>
                    <a:pt x="737837" y="559305"/>
                  </a:lnTo>
                  <a:lnTo>
                    <a:pt x="738214" y="559505"/>
                  </a:lnTo>
                  <a:lnTo>
                    <a:pt x="738352" y="559766"/>
                  </a:lnTo>
                  <a:lnTo>
                    <a:pt x="738516" y="560121"/>
                  </a:lnTo>
                  <a:lnTo>
                    <a:pt x="738906" y="560053"/>
                  </a:lnTo>
                  <a:lnTo>
                    <a:pt x="739127" y="560195"/>
                  </a:lnTo>
                  <a:lnTo>
                    <a:pt x="739268" y="560295"/>
                  </a:lnTo>
                  <a:lnTo>
                    <a:pt x="739776" y="561092"/>
                  </a:lnTo>
                  <a:lnTo>
                    <a:pt x="740070" y="561200"/>
                  </a:lnTo>
                  <a:lnTo>
                    <a:pt x="740751" y="561357"/>
                  </a:lnTo>
                  <a:lnTo>
                    <a:pt x="741048" y="561503"/>
                  </a:lnTo>
                  <a:lnTo>
                    <a:pt x="741056" y="561691"/>
                  </a:lnTo>
                  <a:lnTo>
                    <a:pt x="741218" y="561916"/>
                  </a:lnTo>
                  <a:lnTo>
                    <a:pt x="741367" y="561972"/>
                  </a:lnTo>
                  <a:lnTo>
                    <a:pt x="741903" y="562305"/>
                  </a:lnTo>
                  <a:lnTo>
                    <a:pt x="742164" y="562697"/>
                  </a:lnTo>
                  <a:lnTo>
                    <a:pt x="742308" y="562873"/>
                  </a:lnTo>
                  <a:lnTo>
                    <a:pt x="741746" y="563407"/>
                  </a:lnTo>
                  <a:lnTo>
                    <a:pt x="741474" y="564271"/>
                  </a:lnTo>
                  <a:lnTo>
                    <a:pt x="741735" y="564982"/>
                  </a:lnTo>
                  <a:lnTo>
                    <a:pt x="741921" y="564976"/>
                  </a:lnTo>
                  <a:lnTo>
                    <a:pt x="742256" y="565014"/>
                  </a:lnTo>
                  <a:lnTo>
                    <a:pt x="742628" y="565212"/>
                  </a:lnTo>
                  <a:lnTo>
                    <a:pt x="742778" y="565333"/>
                  </a:lnTo>
                  <a:lnTo>
                    <a:pt x="742953" y="565455"/>
                  </a:lnTo>
                  <a:lnTo>
                    <a:pt x="743099" y="565533"/>
                  </a:lnTo>
                  <a:lnTo>
                    <a:pt x="743765" y="565891"/>
                  </a:lnTo>
                  <a:lnTo>
                    <a:pt x="743958" y="566117"/>
                  </a:lnTo>
                  <a:lnTo>
                    <a:pt x="744142" y="566268"/>
                  </a:lnTo>
                  <a:lnTo>
                    <a:pt x="744316" y="566268"/>
                  </a:lnTo>
                  <a:lnTo>
                    <a:pt x="744470" y="566287"/>
                  </a:lnTo>
                  <a:lnTo>
                    <a:pt x="744725" y="566430"/>
                  </a:lnTo>
                  <a:lnTo>
                    <a:pt x="744810" y="566563"/>
                  </a:lnTo>
                  <a:lnTo>
                    <a:pt x="744586" y="567010"/>
                  </a:lnTo>
                  <a:lnTo>
                    <a:pt x="744596" y="567315"/>
                  </a:lnTo>
                  <a:lnTo>
                    <a:pt x="744825" y="567383"/>
                  </a:lnTo>
                  <a:lnTo>
                    <a:pt x="745154" y="567442"/>
                  </a:lnTo>
                  <a:lnTo>
                    <a:pt x="745617" y="567424"/>
                  </a:lnTo>
                  <a:lnTo>
                    <a:pt x="745852" y="567264"/>
                  </a:lnTo>
                  <a:lnTo>
                    <a:pt x="746232" y="567124"/>
                  </a:lnTo>
                  <a:lnTo>
                    <a:pt x="746460" y="567103"/>
                  </a:lnTo>
                  <a:lnTo>
                    <a:pt x="746629" y="567141"/>
                  </a:lnTo>
                  <a:lnTo>
                    <a:pt x="747048" y="566851"/>
                  </a:lnTo>
                  <a:lnTo>
                    <a:pt x="747390" y="566712"/>
                  </a:lnTo>
                  <a:lnTo>
                    <a:pt x="747720" y="566800"/>
                  </a:lnTo>
                  <a:lnTo>
                    <a:pt x="747866" y="566731"/>
                  </a:lnTo>
                  <a:lnTo>
                    <a:pt x="748095" y="566761"/>
                  </a:lnTo>
                  <a:lnTo>
                    <a:pt x="748251" y="566788"/>
                  </a:lnTo>
                  <a:lnTo>
                    <a:pt x="748778" y="566968"/>
                  </a:lnTo>
                  <a:lnTo>
                    <a:pt x="748952" y="567041"/>
                  </a:lnTo>
                  <a:lnTo>
                    <a:pt x="749106" y="567088"/>
                  </a:lnTo>
                  <a:lnTo>
                    <a:pt x="749720" y="567223"/>
                  </a:lnTo>
                  <a:lnTo>
                    <a:pt x="749919" y="567352"/>
                  </a:lnTo>
                  <a:lnTo>
                    <a:pt x="750184" y="567510"/>
                  </a:lnTo>
                  <a:lnTo>
                    <a:pt x="750726" y="568233"/>
                  </a:lnTo>
                  <a:lnTo>
                    <a:pt x="751496" y="568944"/>
                  </a:lnTo>
                  <a:lnTo>
                    <a:pt x="751597" y="569100"/>
                  </a:lnTo>
                  <a:lnTo>
                    <a:pt x="751876" y="569720"/>
                  </a:lnTo>
                  <a:lnTo>
                    <a:pt x="751938" y="569912"/>
                  </a:lnTo>
                  <a:lnTo>
                    <a:pt x="751948" y="570039"/>
                  </a:lnTo>
                  <a:lnTo>
                    <a:pt x="751959" y="570518"/>
                  </a:lnTo>
                  <a:lnTo>
                    <a:pt x="751960" y="570777"/>
                  </a:lnTo>
                  <a:lnTo>
                    <a:pt x="751947" y="571020"/>
                  </a:lnTo>
                  <a:lnTo>
                    <a:pt x="751985" y="571359"/>
                  </a:lnTo>
                  <a:lnTo>
                    <a:pt x="752038" y="571752"/>
                  </a:lnTo>
                  <a:lnTo>
                    <a:pt x="752160" y="572225"/>
                  </a:lnTo>
                  <a:lnTo>
                    <a:pt x="752426" y="572413"/>
                  </a:lnTo>
                  <a:lnTo>
                    <a:pt x="752606" y="573108"/>
                  </a:lnTo>
                  <a:lnTo>
                    <a:pt x="752819" y="573177"/>
                  </a:lnTo>
                  <a:lnTo>
                    <a:pt x="752956" y="573891"/>
                  </a:lnTo>
                  <a:lnTo>
                    <a:pt x="753030" y="574045"/>
                  </a:lnTo>
                  <a:lnTo>
                    <a:pt x="753078" y="574303"/>
                  </a:lnTo>
                  <a:lnTo>
                    <a:pt x="753092" y="575102"/>
                  </a:lnTo>
                  <a:lnTo>
                    <a:pt x="754028" y="575498"/>
                  </a:lnTo>
                  <a:lnTo>
                    <a:pt x="754171" y="575630"/>
                  </a:lnTo>
                  <a:lnTo>
                    <a:pt x="754298" y="575804"/>
                  </a:lnTo>
                  <a:lnTo>
                    <a:pt x="754549" y="576014"/>
                  </a:lnTo>
                  <a:lnTo>
                    <a:pt x="754507" y="576838"/>
                  </a:lnTo>
                  <a:lnTo>
                    <a:pt x="754661" y="576989"/>
                  </a:lnTo>
                  <a:lnTo>
                    <a:pt x="755496" y="577485"/>
                  </a:lnTo>
                  <a:lnTo>
                    <a:pt x="755295" y="577730"/>
                  </a:lnTo>
                  <a:lnTo>
                    <a:pt x="755345" y="578266"/>
                  </a:lnTo>
                  <a:lnTo>
                    <a:pt x="755301" y="578572"/>
                  </a:lnTo>
                  <a:lnTo>
                    <a:pt x="755439" y="578859"/>
                  </a:lnTo>
                  <a:lnTo>
                    <a:pt x="755543" y="579327"/>
                  </a:lnTo>
                  <a:lnTo>
                    <a:pt x="755431" y="579585"/>
                  </a:lnTo>
                  <a:lnTo>
                    <a:pt x="755618" y="580132"/>
                  </a:lnTo>
                  <a:lnTo>
                    <a:pt x="755676" y="580295"/>
                  </a:lnTo>
                  <a:lnTo>
                    <a:pt x="755537" y="580533"/>
                  </a:lnTo>
                  <a:lnTo>
                    <a:pt x="755529" y="580835"/>
                  </a:lnTo>
                  <a:lnTo>
                    <a:pt x="756084" y="580999"/>
                  </a:lnTo>
                  <a:lnTo>
                    <a:pt x="757103" y="581520"/>
                  </a:lnTo>
                  <a:lnTo>
                    <a:pt x="757295" y="581945"/>
                  </a:lnTo>
                  <a:lnTo>
                    <a:pt x="757831" y="581976"/>
                  </a:lnTo>
                  <a:lnTo>
                    <a:pt x="758038" y="581981"/>
                  </a:lnTo>
                  <a:lnTo>
                    <a:pt x="758278" y="582094"/>
                  </a:lnTo>
                  <a:lnTo>
                    <a:pt x="758851" y="582667"/>
                  </a:lnTo>
                  <a:lnTo>
                    <a:pt x="759113" y="582732"/>
                  </a:lnTo>
                  <a:lnTo>
                    <a:pt x="759148" y="583179"/>
                  </a:lnTo>
                  <a:lnTo>
                    <a:pt x="759144" y="583572"/>
                  </a:lnTo>
                  <a:lnTo>
                    <a:pt x="759285" y="583751"/>
                  </a:lnTo>
                  <a:lnTo>
                    <a:pt x="759286" y="583946"/>
                  </a:lnTo>
                  <a:lnTo>
                    <a:pt x="759272" y="584141"/>
                  </a:lnTo>
                  <a:lnTo>
                    <a:pt x="759303" y="584396"/>
                  </a:lnTo>
                  <a:lnTo>
                    <a:pt x="759391" y="584666"/>
                  </a:lnTo>
                  <a:lnTo>
                    <a:pt x="759388" y="585129"/>
                  </a:lnTo>
                  <a:lnTo>
                    <a:pt x="760010" y="586139"/>
                  </a:lnTo>
                  <a:lnTo>
                    <a:pt x="760153" y="586396"/>
                  </a:lnTo>
                  <a:lnTo>
                    <a:pt x="760224" y="586718"/>
                  </a:lnTo>
                  <a:lnTo>
                    <a:pt x="760199" y="587026"/>
                  </a:lnTo>
                  <a:lnTo>
                    <a:pt x="760176" y="587375"/>
                  </a:lnTo>
                  <a:lnTo>
                    <a:pt x="760004" y="587878"/>
                  </a:lnTo>
                  <a:lnTo>
                    <a:pt x="759741" y="588188"/>
                  </a:lnTo>
                  <a:lnTo>
                    <a:pt x="759661" y="588383"/>
                  </a:lnTo>
                  <a:lnTo>
                    <a:pt x="760001" y="588850"/>
                  </a:lnTo>
                  <a:lnTo>
                    <a:pt x="760520" y="589287"/>
                  </a:lnTo>
                  <a:lnTo>
                    <a:pt x="759954" y="590029"/>
                  </a:lnTo>
                  <a:lnTo>
                    <a:pt x="759686" y="590045"/>
                  </a:lnTo>
                  <a:lnTo>
                    <a:pt x="759031" y="590112"/>
                  </a:lnTo>
                  <a:lnTo>
                    <a:pt x="758790" y="590085"/>
                  </a:lnTo>
                  <a:lnTo>
                    <a:pt x="758433" y="590037"/>
                  </a:lnTo>
                  <a:lnTo>
                    <a:pt x="757416" y="590154"/>
                  </a:lnTo>
                  <a:lnTo>
                    <a:pt x="757160" y="590198"/>
                  </a:lnTo>
                  <a:lnTo>
                    <a:pt x="756442" y="590193"/>
                  </a:lnTo>
                  <a:lnTo>
                    <a:pt x="756014" y="589939"/>
                  </a:lnTo>
                  <a:lnTo>
                    <a:pt x="755867" y="589844"/>
                  </a:lnTo>
                  <a:lnTo>
                    <a:pt x="755607" y="589657"/>
                  </a:lnTo>
                  <a:lnTo>
                    <a:pt x="755181" y="589417"/>
                  </a:lnTo>
                  <a:lnTo>
                    <a:pt x="754472" y="589685"/>
                  </a:lnTo>
                  <a:lnTo>
                    <a:pt x="753945" y="589887"/>
                  </a:lnTo>
                  <a:lnTo>
                    <a:pt x="753420" y="590208"/>
                  </a:lnTo>
                  <a:lnTo>
                    <a:pt x="753208" y="590237"/>
                  </a:lnTo>
                  <a:lnTo>
                    <a:pt x="752865" y="590538"/>
                  </a:lnTo>
                  <a:lnTo>
                    <a:pt x="752862" y="591271"/>
                  </a:lnTo>
                  <a:lnTo>
                    <a:pt x="752646" y="591795"/>
                  </a:lnTo>
                  <a:lnTo>
                    <a:pt x="752102" y="592142"/>
                  </a:lnTo>
                  <a:lnTo>
                    <a:pt x="751584" y="592166"/>
                  </a:lnTo>
                  <a:lnTo>
                    <a:pt x="751298" y="592172"/>
                  </a:lnTo>
                  <a:lnTo>
                    <a:pt x="751129" y="592175"/>
                  </a:lnTo>
                  <a:lnTo>
                    <a:pt x="750835" y="592180"/>
                  </a:lnTo>
                  <a:lnTo>
                    <a:pt x="750631" y="592178"/>
                  </a:lnTo>
                  <a:lnTo>
                    <a:pt x="750294" y="592200"/>
                  </a:lnTo>
                  <a:lnTo>
                    <a:pt x="749838" y="592236"/>
                  </a:lnTo>
                  <a:lnTo>
                    <a:pt x="749285" y="592441"/>
                  </a:lnTo>
                  <a:lnTo>
                    <a:pt x="749192" y="592866"/>
                  </a:lnTo>
                  <a:lnTo>
                    <a:pt x="749180" y="593099"/>
                  </a:lnTo>
                  <a:lnTo>
                    <a:pt x="749024" y="593577"/>
                  </a:lnTo>
                  <a:lnTo>
                    <a:pt x="748607" y="594156"/>
                  </a:lnTo>
                  <a:lnTo>
                    <a:pt x="748342" y="594246"/>
                  </a:lnTo>
                  <a:lnTo>
                    <a:pt x="747768" y="594487"/>
                  </a:lnTo>
                  <a:lnTo>
                    <a:pt x="747310" y="594684"/>
                  </a:lnTo>
                  <a:lnTo>
                    <a:pt x="746858" y="594826"/>
                  </a:lnTo>
                  <a:lnTo>
                    <a:pt x="746437" y="594864"/>
                  </a:lnTo>
                  <a:lnTo>
                    <a:pt x="746066" y="594733"/>
                  </a:lnTo>
                  <a:lnTo>
                    <a:pt x="745762" y="594583"/>
                  </a:lnTo>
                  <a:lnTo>
                    <a:pt x="745594" y="594622"/>
                  </a:lnTo>
                  <a:lnTo>
                    <a:pt x="745044" y="594639"/>
                  </a:lnTo>
                  <a:lnTo>
                    <a:pt x="744337" y="594533"/>
                  </a:lnTo>
                  <a:lnTo>
                    <a:pt x="743957" y="594535"/>
                  </a:lnTo>
                  <a:lnTo>
                    <a:pt x="742681" y="594645"/>
                  </a:lnTo>
                  <a:lnTo>
                    <a:pt x="742401" y="594631"/>
                  </a:lnTo>
                  <a:lnTo>
                    <a:pt x="741788" y="594520"/>
                  </a:lnTo>
                  <a:lnTo>
                    <a:pt x="741588" y="594544"/>
                  </a:lnTo>
                  <a:lnTo>
                    <a:pt x="741037" y="594788"/>
                  </a:lnTo>
                  <a:lnTo>
                    <a:pt x="740701" y="595121"/>
                  </a:lnTo>
                  <a:lnTo>
                    <a:pt x="740316" y="595510"/>
                  </a:lnTo>
                  <a:lnTo>
                    <a:pt x="739761" y="596012"/>
                  </a:lnTo>
                  <a:lnTo>
                    <a:pt x="739350" y="596426"/>
                  </a:lnTo>
                  <a:lnTo>
                    <a:pt x="739272" y="596656"/>
                  </a:lnTo>
                  <a:lnTo>
                    <a:pt x="738912" y="597015"/>
                  </a:lnTo>
                  <a:lnTo>
                    <a:pt x="738751" y="597150"/>
                  </a:lnTo>
                  <a:lnTo>
                    <a:pt x="738545" y="597380"/>
                  </a:lnTo>
                  <a:lnTo>
                    <a:pt x="738450" y="597922"/>
                  </a:lnTo>
                  <a:lnTo>
                    <a:pt x="737847" y="598623"/>
                  </a:lnTo>
                  <a:lnTo>
                    <a:pt x="737651" y="598679"/>
                  </a:lnTo>
                  <a:lnTo>
                    <a:pt x="736999" y="599121"/>
                  </a:lnTo>
                  <a:lnTo>
                    <a:pt x="736581" y="599182"/>
                  </a:lnTo>
                  <a:lnTo>
                    <a:pt x="735742" y="599633"/>
                  </a:lnTo>
                  <a:lnTo>
                    <a:pt x="735728" y="599981"/>
                  </a:lnTo>
                  <a:lnTo>
                    <a:pt x="735424" y="600559"/>
                  </a:lnTo>
                  <a:lnTo>
                    <a:pt x="735455" y="600842"/>
                  </a:lnTo>
                  <a:lnTo>
                    <a:pt x="735483" y="601218"/>
                  </a:lnTo>
                  <a:lnTo>
                    <a:pt x="735829" y="601936"/>
                  </a:lnTo>
                  <a:lnTo>
                    <a:pt x="735628" y="602560"/>
                  </a:lnTo>
                  <a:lnTo>
                    <a:pt x="736004" y="602931"/>
                  </a:lnTo>
                  <a:lnTo>
                    <a:pt x="736438" y="603521"/>
                  </a:lnTo>
                  <a:lnTo>
                    <a:pt x="736758" y="603681"/>
                  </a:lnTo>
                  <a:lnTo>
                    <a:pt x="736803" y="604246"/>
                  </a:lnTo>
                  <a:lnTo>
                    <a:pt x="736666" y="604329"/>
                  </a:lnTo>
                  <a:lnTo>
                    <a:pt x="736130" y="604675"/>
                  </a:lnTo>
                  <a:lnTo>
                    <a:pt x="735788" y="604735"/>
                  </a:lnTo>
                  <a:lnTo>
                    <a:pt x="735281" y="605329"/>
                  </a:lnTo>
                  <a:lnTo>
                    <a:pt x="735272" y="605745"/>
                  </a:lnTo>
                  <a:lnTo>
                    <a:pt x="734925" y="606019"/>
                  </a:lnTo>
                  <a:lnTo>
                    <a:pt x="735049" y="606675"/>
                  </a:lnTo>
                  <a:lnTo>
                    <a:pt x="735402" y="607104"/>
                  </a:lnTo>
                  <a:lnTo>
                    <a:pt x="735605" y="607198"/>
                  </a:lnTo>
                  <a:lnTo>
                    <a:pt x="735790" y="607452"/>
                  </a:lnTo>
                  <a:lnTo>
                    <a:pt x="735768" y="607873"/>
                  </a:lnTo>
                  <a:lnTo>
                    <a:pt x="735946" y="608212"/>
                  </a:lnTo>
                  <a:lnTo>
                    <a:pt x="735990" y="608710"/>
                  </a:lnTo>
                  <a:lnTo>
                    <a:pt x="735866" y="609041"/>
                  </a:lnTo>
                  <a:lnTo>
                    <a:pt x="735599" y="609055"/>
                  </a:lnTo>
                  <a:lnTo>
                    <a:pt x="735445" y="609208"/>
                  </a:lnTo>
                  <a:lnTo>
                    <a:pt x="735523" y="609536"/>
                  </a:lnTo>
                  <a:lnTo>
                    <a:pt x="735635" y="609857"/>
                  </a:lnTo>
                  <a:lnTo>
                    <a:pt x="735858" y="610188"/>
                  </a:lnTo>
                  <a:lnTo>
                    <a:pt x="736219" y="610760"/>
                  </a:lnTo>
                  <a:lnTo>
                    <a:pt x="736906" y="610732"/>
                  </a:lnTo>
                  <a:lnTo>
                    <a:pt x="737110" y="610706"/>
                  </a:lnTo>
                  <a:lnTo>
                    <a:pt x="737406" y="610725"/>
                  </a:lnTo>
                  <a:lnTo>
                    <a:pt x="737769" y="610910"/>
                  </a:lnTo>
                  <a:lnTo>
                    <a:pt x="738475" y="610897"/>
                  </a:lnTo>
                  <a:lnTo>
                    <a:pt x="739318" y="610804"/>
                  </a:lnTo>
                  <a:lnTo>
                    <a:pt x="739449" y="610899"/>
                  </a:lnTo>
                  <a:lnTo>
                    <a:pt x="739682" y="611010"/>
                  </a:lnTo>
                  <a:lnTo>
                    <a:pt x="739868" y="611152"/>
                  </a:lnTo>
                  <a:lnTo>
                    <a:pt x="739530" y="611610"/>
                  </a:lnTo>
                  <a:lnTo>
                    <a:pt x="739666" y="611978"/>
                  </a:lnTo>
                  <a:lnTo>
                    <a:pt x="739815" y="611945"/>
                  </a:lnTo>
                  <a:lnTo>
                    <a:pt x="740024" y="612012"/>
                  </a:lnTo>
                  <a:lnTo>
                    <a:pt x="740372" y="611968"/>
                  </a:lnTo>
                  <a:lnTo>
                    <a:pt x="740732" y="611925"/>
                  </a:lnTo>
                  <a:lnTo>
                    <a:pt x="740960" y="611960"/>
                  </a:lnTo>
                  <a:lnTo>
                    <a:pt x="741137" y="612023"/>
                  </a:lnTo>
                  <a:lnTo>
                    <a:pt x="741280" y="612114"/>
                  </a:lnTo>
                  <a:lnTo>
                    <a:pt x="741784" y="612117"/>
                  </a:lnTo>
                  <a:lnTo>
                    <a:pt x="742127" y="612034"/>
                  </a:lnTo>
                  <a:lnTo>
                    <a:pt x="742659" y="612078"/>
                  </a:lnTo>
                  <a:lnTo>
                    <a:pt x="742815" y="612009"/>
                  </a:lnTo>
                  <a:lnTo>
                    <a:pt x="743055" y="611961"/>
                  </a:lnTo>
                  <a:lnTo>
                    <a:pt x="743477" y="612324"/>
                  </a:lnTo>
                  <a:lnTo>
                    <a:pt x="743642" y="612407"/>
                  </a:lnTo>
                  <a:lnTo>
                    <a:pt x="744434" y="612269"/>
                  </a:lnTo>
                  <a:lnTo>
                    <a:pt x="744599" y="612279"/>
                  </a:lnTo>
                  <a:lnTo>
                    <a:pt x="744911" y="612317"/>
                  </a:lnTo>
                  <a:lnTo>
                    <a:pt x="745232" y="612394"/>
                  </a:lnTo>
                  <a:lnTo>
                    <a:pt x="745415" y="612483"/>
                  </a:lnTo>
                  <a:lnTo>
                    <a:pt x="746136" y="612585"/>
                  </a:lnTo>
                  <a:lnTo>
                    <a:pt x="746355" y="612668"/>
                  </a:lnTo>
                  <a:lnTo>
                    <a:pt x="746491" y="612726"/>
                  </a:lnTo>
                  <a:lnTo>
                    <a:pt x="746880" y="612817"/>
                  </a:lnTo>
                  <a:lnTo>
                    <a:pt x="747032" y="612811"/>
                  </a:lnTo>
                  <a:lnTo>
                    <a:pt x="747389" y="612866"/>
                  </a:lnTo>
                  <a:lnTo>
                    <a:pt x="748074" y="613327"/>
                  </a:lnTo>
                  <a:lnTo>
                    <a:pt x="748409" y="613326"/>
                  </a:lnTo>
                  <a:lnTo>
                    <a:pt x="748781" y="613474"/>
                  </a:lnTo>
                  <a:lnTo>
                    <a:pt x="748749" y="613603"/>
                  </a:lnTo>
                  <a:lnTo>
                    <a:pt x="748665" y="613806"/>
                  </a:lnTo>
                  <a:lnTo>
                    <a:pt x="748547" y="614087"/>
                  </a:lnTo>
                  <a:lnTo>
                    <a:pt x="748660" y="616663"/>
                  </a:lnTo>
                  <a:lnTo>
                    <a:pt x="748527" y="616980"/>
                  </a:lnTo>
                  <a:lnTo>
                    <a:pt x="748489" y="617379"/>
                  </a:lnTo>
                  <a:lnTo>
                    <a:pt x="748880" y="618053"/>
                  </a:lnTo>
                  <a:lnTo>
                    <a:pt x="749080" y="618067"/>
                  </a:lnTo>
                  <a:lnTo>
                    <a:pt x="749535" y="618301"/>
                  </a:lnTo>
                  <a:lnTo>
                    <a:pt x="749361" y="618685"/>
                  </a:lnTo>
                  <a:lnTo>
                    <a:pt x="748788" y="621141"/>
                  </a:lnTo>
                  <a:lnTo>
                    <a:pt x="748667" y="621352"/>
                  </a:lnTo>
                  <a:lnTo>
                    <a:pt x="748535" y="621902"/>
                  </a:lnTo>
                  <a:lnTo>
                    <a:pt x="748588" y="622088"/>
                  </a:lnTo>
                  <a:lnTo>
                    <a:pt x="748730" y="622717"/>
                  </a:lnTo>
                  <a:lnTo>
                    <a:pt x="748583" y="622850"/>
                  </a:lnTo>
                  <a:lnTo>
                    <a:pt x="749070" y="623937"/>
                  </a:lnTo>
                  <a:lnTo>
                    <a:pt x="749323" y="624062"/>
                  </a:lnTo>
                  <a:lnTo>
                    <a:pt x="750401" y="625302"/>
                  </a:lnTo>
                  <a:lnTo>
                    <a:pt x="750202" y="625470"/>
                  </a:lnTo>
                  <a:lnTo>
                    <a:pt x="749610" y="626036"/>
                  </a:lnTo>
                  <a:lnTo>
                    <a:pt x="749443" y="626412"/>
                  </a:lnTo>
                  <a:lnTo>
                    <a:pt x="749378" y="626576"/>
                  </a:lnTo>
                  <a:lnTo>
                    <a:pt x="749263" y="627028"/>
                  </a:lnTo>
                  <a:lnTo>
                    <a:pt x="749273" y="627342"/>
                  </a:lnTo>
                  <a:lnTo>
                    <a:pt x="749486" y="627585"/>
                  </a:lnTo>
                  <a:lnTo>
                    <a:pt x="749864" y="627817"/>
                  </a:lnTo>
                  <a:lnTo>
                    <a:pt x="750135" y="627943"/>
                  </a:lnTo>
                  <a:lnTo>
                    <a:pt x="750525" y="628134"/>
                  </a:lnTo>
                  <a:lnTo>
                    <a:pt x="750856" y="628315"/>
                  </a:lnTo>
                  <a:lnTo>
                    <a:pt x="751307" y="628478"/>
                  </a:lnTo>
                  <a:lnTo>
                    <a:pt x="751478" y="628622"/>
                  </a:lnTo>
                  <a:lnTo>
                    <a:pt x="751323" y="629038"/>
                  </a:lnTo>
                  <a:lnTo>
                    <a:pt x="751346" y="629558"/>
                  </a:lnTo>
                  <a:lnTo>
                    <a:pt x="751376" y="630319"/>
                  </a:lnTo>
                  <a:lnTo>
                    <a:pt x="751556" y="630450"/>
                  </a:lnTo>
                  <a:lnTo>
                    <a:pt x="751429" y="630996"/>
                  </a:lnTo>
                  <a:lnTo>
                    <a:pt x="751276" y="631148"/>
                  </a:lnTo>
                  <a:lnTo>
                    <a:pt x="751409" y="631301"/>
                  </a:lnTo>
                  <a:lnTo>
                    <a:pt x="751715" y="631525"/>
                  </a:lnTo>
                  <a:lnTo>
                    <a:pt x="752231" y="632235"/>
                  </a:lnTo>
                  <a:lnTo>
                    <a:pt x="752274" y="632554"/>
                  </a:lnTo>
                  <a:lnTo>
                    <a:pt x="752262" y="632694"/>
                  </a:lnTo>
                  <a:lnTo>
                    <a:pt x="752365" y="633272"/>
                  </a:lnTo>
                  <a:lnTo>
                    <a:pt x="752606" y="633788"/>
                  </a:lnTo>
                  <a:lnTo>
                    <a:pt x="752401" y="634121"/>
                  </a:lnTo>
                  <a:lnTo>
                    <a:pt x="751805" y="634641"/>
                  </a:lnTo>
                  <a:lnTo>
                    <a:pt x="751112" y="634797"/>
                  </a:lnTo>
                  <a:lnTo>
                    <a:pt x="750678" y="634867"/>
                  </a:lnTo>
                  <a:lnTo>
                    <a:pt x="750495" y="634806"/>
                  </a:lnTo>
                  <a:lnTo>
                    <a:pt x="750260" y="634724"/>
                  </a:lnTo>
                  <a:lnTo>
                    <a:pt x="749594" y="634529"/>
                  </a:lnTo>
                  <a:lnTo>
                    <a:pt x="748877" y="634493"/>
                  </a:lnTo>
                  <a:lnTo>
                    <a:pt x="748613" y="634229"/>
                  </a:lnTo>
                  <a:lnTo>
                    <a:pt x="748160" y="634155"/>
                  </a:lnTo>
                  <a:lnTo>
                    <a:pt x="747806" y="634110"/>
                  </a:lnTo>
                  <a:lnTo>
                    <a:pt x="747219" y="633954"/>
                  </a:lnTo>
                  <a:lnTo>
                    <a:pt x="745744" y="634530"/>
                  </a:lnTo>
                  <a:lnTo>
                    <a:pt x="745563" y="634843"/>
                  </a:lnTo>
                  <a:lnTo>
                    <a:pt x="745505" y="635039"/>
                  </a:lnTo>
                  <a:lnTo>
                    <a:pt x="745343" y="635604"/>
                  </a:lnTo>
                  <a:lnTo>
                    <a:pt x="745241" y="635983"/>
                  </a:lnTo>
                  <a:lnTo>
                    <a:pt x="745141" y="636269"/>
                  </a:lnTo>
                  <a:lnTo>
                    <a:pt x="744608" y="637005"/>
                  </a:lnTo>
                  <a:lnTo>
                    <a:pt x="744347" y="637310"/>
                  </a:lnTo>
                  <a:lnTo>
                    <a:pt x="743504" y="637609"/>
                  </a:lnTo>
                  <a:lnTo>
                    <a:pt x="743175" y="637645"/>
                  </a:lnTo>
                  <a:lnTo>
                    <a:pt x="742090" y="637826"/>
                  </a:lnTo>
                  <a:lnTo>
                    <a:pt x="741678" y="637918"/>
                  </a:lnTo>
                  <a:lnTo>
                    <a:pt x="741402" y="638139"/>
                  </a:lnTo>
                  <a:lnTo>
                    <a:pt x="741022" y="638262"/>
                  </a:lnTo>
                  <a:lnTo>
                    <a:pt x="740802" y="638284"/>
                  </a:lnTo>
                  <a:lnTo>
                    <a:pt x="740492" y="638253"/>
                  </a:lnTo>
                  <a:lnTo>
                    <a:pt x="740199" y="637998"/>
                  </a:lnTo>
                  <a:lnTo>
                    <a:pt x="740098" y="637864"/>
                  </a:lnTo>
                  <a:lnTo>
                    <a:pt x="739763" y="637632"/>
                  </a:lnTo>
                  <a:lnTo>
                    <a:pt x="739417" y="637383"/>
                  </a:lnTo>
                  <a:lnTo>
                    <a:pt x="739604" y="637144"/>
                  </a:lnTo>
                  <a:lnTo>
                    <a:pt x="738933" y="636970"/>
                  </a:lnTo>
                  <a:lnTo>
                    <a:pt x="738540" y="636559"/>
                  </a:lnTo>
                  <a:lnTo>
                    <a:pt x="738426" y="636400"/>
                  </a:lnTo>
                  <a:lnTo>
                    <a:pt x="738191" y="635968"/>
                  </a:lnTo>
                  <a:lnTo>
                    <a:pt x="738028" y="635640"/>
                  </a:lnTo>
                  <a:lnTo>
                    <a:pt x="737874" y="635308"/>
                  </a:lnTo>
                  <a:lnTo>
                    <a:pt x="737776" y="635057"/>
                  </a:lnTo>
                  <a:lnTo>
                    <a:pt x="737592" y="634861"/>
                  </a:lnTo>
                  <a:lnTo>
                    <a:pt x="737465" y="634822"/>
                  </a:lnTo>
                  <a:lnTo>
                    <a:pt x="737247" y="634746"/>
                  </a:lnTo>
                  <a:lnTo>
                    <a:pt x="736990" y="634597"/>
                  </a:lnTo>
                  <a:lnTo>
                    <a:pt x="736769" y="634538"/>
                  </a:lnTo>
                  <a:lnTo>
                    <a:pt x="736096" y="634313"/>
                  </a:lnTo>
                  <a:lnTo>
                    <a:pt x="735770" y="634152"/>
                  </a:lnTo>
                  <a:lnTo>
                    <a:pt x="735512" y="633987"/>
                  </a:lnTo>
                  <a:lnTo>
                    <a:pt x="735259" y="633703"/>
                  </a:lnTo>
                  <a:lnTo>
                    <a:pt x="735052" y="633536"/>
                  </a:lnTo>
                  <a:lnTo>
                    <a:pt x="734425" y="633212"/>
                  </a:lnTo>
                  <a:lnTo>
                    <a:pt x="734290" y="633166"/>
                  </a:lnTo>
                  <a:lnTo>
                    <a:pt x="733816" y="632944"/>
                  </a:lnTo>
                  <a:lnTo>
                    <a:pt x="733346" y="632780"/>
                  </a:lnTo>
                  <a:lnTo>
                    <a:pt x="732674" y="632571"/>
                  </a:lnTo>
                  <a:lnTo>
                    <a:pt x="731387" y="632733"/>
                  </a:lnTo>
                  <a:lnTo>
                    <a:pt x="730875" y="632970"/>
                  </a:lnTo>
                  <a:lnTo>
                    <a:pt x="730228" y="632836"/>
                  </a:lnTo>
                  <a:lnTo>
                    <a:pt x="729835" y="632663"/>
                  </a:lnTo>
                  <a:lnTo>
                    <a:pt x="728696" y="632415"/>
                  </a:lnTo>
                  <a:lnTo>
                    <a:pt x="728139" y="632082"/>
                  </a:lnTo>
                  <a:lnTo>
                    <a:pt x="727541" y="631983"/>
                  </a:lnTo>
                  <a:lnTo>
                    <a:pt x="727164" y="631930"/>
                  </a:lnTo>
                  <a:lnTo>
                    <a:pt x="726993" y="631933"/>
                  </a:lnTo>
                  <a:lnTo>
                    <a:pt x="726686" y="631968"/>
                  </a:lnTo>
                  <a:lnTo>
                    <a:pt x="725921" y="632156"/>
                  </a:lnTo>
                  <a:lnTo>
                    <a:pt x="725368" y="632411"/>
                  </a:lnTo>
                  <a:lnTo>
                    <a:pt x="725273" y="632591"/>
                  </a:lnTo>
                  <a:lnTo>
                    <a:pt x="725061" y="632779"/>
                  </a:lnTo>
                  <a:lnTo>
                    <a:pt x="724854" y="632788"/>
                  </a:lnTo>
                  <a:lnTo>
                    <a:pt x="724227" y="632662"/>
                  </a:lnTo>
                  <a:lnTo>
                    <a:pt x="723605" y="632674"/>
                  </a:lnTo>
                  <a:lnTo>
                    <a:pt x="723358" y="632651"/>
                  </a:lnTo>
                  <a:lnTo>
                    <a:pt x="722995" y="632617"/>
                  </a:lnTo>
                  <a:lnTo>
                    <a:pt x="722515" y="632526"/>
                  </a:lnTo>
                  <a:lnTo>
                    <a:pt x="722062" y="632359"/>
                  </a:lnTo>
                  <a:lnTo>
                    <a:pt x="721782" y="632310"/>
                  </a:lnTo>
                  <a:lnTo>
                    <a:pt x="721450" y="632299"/>
                  </a:lnTo>
                  <a:lnTo>
                    <a:pt x="720918" y="632170"/>
                  </a:lnTo>
                  <a:lnTo>
                    <a:pt x="720688" y="632051"/>
                  </a:lnTo>
                  <a:lnTo>
                    <a:pt x="720340" y="631961"/>
                  </a:lnTo>
                  <a:lnTo>
                    <a:pt x="719955" y="632172"/>
                  </a:lnTo>
                  <a:lnTo>
                    <a:pt x="719587" y="632175"/>
                  </a:lnTo>
                  <a:lnTo>
                    <a:pt x="719228" y="632101"/>
                  </a:lnTo>
                  <a:lnTo>
                    <a:pt x="718974" y="631965"/>
                  </a:lnTo>
                  <a:lnTo>
                    <a:pt x="718765" y="631622"/>
                  </a:lnTo>
                  <a:lnTo>
                    <a:pt x="718469" y="631413"/>
                  </a:lnTo>
                  <a:lnTo>
                    <a:pt x="718103" y="631387"/>
                  </a:lnTo>
                  <a:lnTo>
                    <a:pt x="717799" y="631368"/>
                  </a:lnTo>
                  <a:lnTo>
                    <a:pt x="717437" y="631388"/>
                  </a:lnTo>
                  <a:lnTo>
                    <a:pt x="716852" y="631441"/>
                  </a:lnTo>
                  <a:lnTo>
                    <a:pt x="716423" y="631358"/>
                  </a:lnTo>
                  <a:lnTo>
                    <a:pt x="716006" y="631296"/>
                  </a:lnTo>
                  <a:lnTo>
                    <a:pt x="715343" y="631481"/>
                  </a:lnTo>
                  <a:lnTo>
                    <a:pt x="714936" y="631373"/>
                  </a:lnTo>
                  <a:lnTo>
                    <a:pt x="714354" y="631004"/>
                  </a:lnTo>
                  <a:lnTo>
                    <a:pt x="713913" y="630723"/>
                  </a:lnTo>
                  <a:lnTo>
                    <a:pt x="713760" y="630628"/>
                  </a:lnTo>
                  <a:lnTo>
                    <a:pt x="713471" y="630417"/>
                  </a:lnTo>
                  <a:lnTo>
                    <a:pt x="713224" y="630190"/>
                  </a:lnTo>
                  <a:lnTo>
                    <a:pt x="712890" y="629937"/>
                  </a:lnTo>
                  <a:lnTo>
                    <a:pt x="712569" y="629992"/>
                  </a:lnTo>
                  <a:lnTo>
                    <a:pt x="711698" y="629772"/>
                  </a:lnTo>
                  <a:lnTo>
                    <a:pt x="711205" y="629713"/>
                  </a:lnTo>
                  <a:lnTo>
                    <a:pt x="710614" y="629256"/>
                  </a:lnTo>
                  <a:lnTo>
                    <a:pt x="710370" y="629182"/>
                  </a:lnTo>
                  <a:lnTo>
                    <a:pt x="710007" y="628791"/>
                  </a:lnTo>
                  <a:lnTo>
                    <a:pt x="710068" y="628526"/>
                  </a:lnTo>
                  <a:lnTo>
                    <a:pt x="710122" y="628324"/>
                  </a:lnTo>
                  <a:lnTo>
                    <a:pt x="710453" y="627819"/>
                  </a:lnTo>
                  <a:lnTo>
                    <a:pt x="710409" y="627394"/>
                  </a:lnTo>
                  <a:lnTo>
                    <a:pt x="710195" y="627294"/>
                  </a:lnTo>
                  <a:lnTo>
                    <a:pt x="710053" y="627236"/>
                  </a:lnTo>
                  <a:lnTo>
                    <a:pt x="709848" y="627179"/>
                  </a:lnTo>
                  <a:lnTo>
                    <a:pt x="709125" y="627051"/>
                  </a:lnTo>
                  <a:lnTo>
                    <a:pt x="708967" y="627021"/>
                  </a:lnTo>
                  <a:lnTo>
                    <a:pt x="708645" y="627007"/>
                  </a:lnTo>
                  <a:lnTo>
                    <a:pt x="708014" y="626697"/>
                  </a:lnTo>
                  <a:lnTo>
                    <a:pt x="707257" y="626838"/>
                  </a:lnTo>
                  <a:lnTo>
                    <a:pt x="706947" y="626638"/>
                  </a:lnTo>
                  <a:lnTo>
                    <a:pt x="706810" y="626545"/>
                  </a:lnTo>
                  <a:lnTo>
                    <a:pt x="706536" y="625899"/>
                  </a:lnTo>
                  <a:lnTo>
                    <a:pt x="706278" y="625778"/>
                  </a:lnTo>
                  <a:lnTo>
                    <a:pt x="705719" y="625799"/>
                  </a:lnTo>
                  <a:lnTo>
                    <a:pt x="705132" y="625775"/>
                  </a:lnTo>
                  <a:lnTo>
                    <a:pt x="704685" y="625891"/>
                  </a:lnTo>
                  <a:lnTo>
                    <a:pt x="705101" y="626260"/>
                  </a:lnTo>
                  <a:lnTo>
                    <a:pt x="705657" y="626452"/>
                  </a:lnTo>
                  <a:lnTo>
                    <a:pt x="705736" y="626684"/>
                  </a:lnTo>
                  <a:lnTo>
                    <a:pt x="705761" y="626875"/>
                  </a:lnTo>
                  <a:lnTo>
                    <a:pt x="705706" y="627059"/>
                  </a:lnTo>
                  <a:lnTo>
                    <a:pt x="705555" y="627333"/>
                  </a:lnTo>
                  <a:lnTo>
                    <a:pt x="705536" y="627507"/>
                  </a:lnTo>
                  <a:lnTo>
                    <a:pt x="705554" y="627846"/>
                  </a:lnTo>
                  <a:lnTo>
                    <a:pt x="705455" y="628298"/>
                  </a:lnTo>
                  <a:lnTo>
                    <a:pt x="705348" y="628848"/>
                  </a:lnTo>
                  <a:lnTo>
                    <a:pt x="705217" y="629172"/>
                  </a:lnTo>
                  <a:lnTo>
                    <a:pt x="702982" y="631949"/>
                  </a:lnTo>
                  <a:lnTo>
                    <a:pt x="701957" y="632963"/>
                  </a:lnTo>
                  <a:lnTo>
                    <a:pt x="702047" y="633396"/>
                  </a:lnTo>
                  <a:lnTo>
                    <a:pt x="702290" y="633835"/>
                  </a:lnTo>
                  <a:lnTo>
                    <a:pt x="699708" y="635398"/>
                  </a:lnTo>
                  <a:lnTo>
                    <a:pt x="699457" y="635363"/>
                  </a:lnTo>
                  <a:lnTo>
                    <a:pt x="697188" y="635391"/>
                  </a:lnTo>
                  <a:lnTo>
                    <a:pt x="692904" y="634886"/>
                  </a:lnTo>
                  <a:lnTo>
                    <a:pt x="691530" y="634384"/>
                  </a:lnTo>
                  <a:lnTo>
                    <a:pt x="686305" y="632604"/>
                  </a:lnTo>
                  <a:lnTo>
                    <a:pt x="686086" y="632508"/>
                  </a:lnTo>
                  <a:lnTo>
                    <a:pt x="685659" y="632397"/>
                  </a:lnTo>
                  <a:lnTo>
                    <a:pt x="685507" y="632462"/>
                  </a:lnTo>
                  <a:lnTo>
                    <a:pt x="685336" y="632507"/>
                  </a:lnTo>
                  <a:lnTo>
                    <a:pt x="684990" y="632602"/>
                  </a:lnTo>
                  <a:lnTo>
                    <a:pt x="684845" y="632557"/>
                  </a:lnTo>
                  <a:lnTo>
                    <a:pt x="684606" y="632474"/>
                  </a:lnTo>
                  <a:lnTo>
                    <a:pt x="674821" y="628030"/>
                  </a:lnTo>
                  <a:lnTo>
                    <a:pt x="674637" y="628039"/>
                  </a:lnTo>
                  <a:lnTo>
                    <a:pt x="674130" y="627713"/>
                  </a:lnTo>
                  <a:lnTo>
                    <a:pt x="670406" y="626520"/>
                  </a:lnTo>
                  <a:lnTo>
                    <a:pt x="669984" y="626576"/>
                  </a:lnTo>
                  <a:lnTo>
                    <a:pt x="667982" y="626732"/>
                  </a:lnTo>
                  <a:lnTo>
                    <a:pt x="667221" y="626920"/>
                  </a:lnTo>
                  <a:lnTo>
                    <a:pt x="665599" y="625412"/>
                  </a:lnTo>
                  <a:lnTo>
                    <a:pt x="659122" y="622266"/>
                  </a:lnTo>
                  <a:lnTo>
                    <a:pt x="658516" y="621525"/>
                  </a:lnTo>
                  <a:lnTo>
                    <a:pt x="657846" y="621562"/>
                  </a:lnTo>
                  <a:lnTo>
                    <a:pt x="657221" y="621823"/>
                  </a:lnTo>
                  <a:lnTo>
                    <a:pt x="656994" y="621963"/>
                  </a:lnTo>
                  <a:lnTo>
                    <a:pt x="656608" y="622146"/>
                  </a:lnTo>
                  <a:lnTo>
                    <a:pt x="656430" y="622186"/>
                  </a:lnTo>
                  <a:lnTo>
                    <a:pt x="656245" y="622229"/>
                  </a:lnTo>
                  <a:lnTo>
                    <a:pt x="656053" y="622205"/>
                  </a:lnTo>
                  <a:lnTo>
                    <a:pt x="655903" y="622140"/>
                  </a:lnTo>
                  <a:lnTo>
                    <a:pt x="655663" y="621970"/>
                  </a:lnTo>
                  <a:lnTo>
                    <a:pt x="655460" y="621824"/>
                  </a:lnTo>
                  <a:lnTo>
                    <a:pt x="655034" y="621867"/>
                  </a:lnTo>
                  <a:lnTo>
                    <a:pt x="654776" y="622085"/>
                  </a:lnTo>
                  <a:lnTo>
                    <a:pt x="654225" y="622448"/>
                  </a:lnTo>
                  <a:lnTo>
                    <a:pt x="653857" y="622567"/>
                  </a:lnTo>
                  <a:lnTo>
                    <a:pt x="653717" y="622617"/>
                  </a:lnTo>
                  <a:lnTo>
                    <a:pt x="653005" y="624175"/>
                  </a:lnTo>
                  <a:lnTo>
                    <a:pt x="652965" y="624303"/>
                  </a:lnTo>
                  <a:lnTo>
                    <a:pt x="652913" y="624437"/>
                  </a:lnTo>
                  <a:lnTo>
                    <a:pt x="651581" y="624785"/>
                  </a:lnTo>
                  <a:lnTo>
                    <a:pt x="651331" y="624649"/>
                  </a:lnTo>
                  <a:lnTo>
                    <a:pt x="651185" y="624383"/>
                  </a:lnTo>
                  <a:lnTo>
                    <a:pt x="651124" y="624243"/>
                  </a:lnTo>
                  <a:lnTo>
                    <a:pt x="650796" y="624012"/>
                  </a:lnTo>
                  <a:lnTo>
                    <a:pt x="650544" y="623973"/>
                  </a:lnTo>
                  <a:lnTo>
                    <a:pt x="650409" y="623940"/>
                  </a:lnTo>
                  <a:lnTo>
                    <a:pt x="649735" y="621916"/>
                  </a:lnTo>
                  <a:lnTo>
                    <a:pt x="649028" y="621709"/>
                  </a:lnTo>
                  <a:lnTo>
                    <a:pt x="646500" y="620525"/>
                  </a:lnTo>
                  <a:lnTo>
                    <a:pt x="646357" y="620480"/>
                  </a:lnTo>
                  <a:lnTo>
                    <a:pt x="646090" y="620407"/>
                  </a:lnTo>
                  <a:lnTo>
                    <a:pt x="645431" y="620105"/>
                  </a:lnTo>
                  <a:lnTo>
                    <a:pt x="645426" y="619928"/>
                  </a:lnTo>
                  <a:lnTo>
                    <a:pt x="645442" y="619699"/>
                  </a:lnTo>
                  <a:lnTo>
                    <a:pt x="645383" y="619403"/>
                  </a:lnTo>
                  <a:lnTo>
                    <a:pt x="645237" y="618357"/>
                  </a:lnTo>
                  <a:lnTo>
                    <a:pt x="643961" y="616797"/>
                  </a:lnTo>
                  <a:lnTo>
                    <a:pt x="643787" y="616764"/>
                  </a:lnTo>
                  <a:lnTo>
                    <a:pt x="642545" y="617434"/>
                  </a:lnTo>
                  <a:lnTo>
                    <a:pt x="641831" y="617250"/>
                  </a:lnTo>
                  <a:lnTo>
                    <a:pt x="640718" y="617270"/>
                  </a:lnTo>
                  <a:lnTo>
                    <a:pt x="639898" y="617130"/>
                  </a:lnTo>
                  <a:lnTo>
                    <a:pt x="639631" y="617044"/>
                  </a:lnTo>
                  <a:lnTo>
                    <a:pt x="639210" y="615810"/>
                  </a:lnTo>
                  <a:lnTo>
                    <a:pt x="639026" y="615887"/>
                  </a:lnTo>
                  <a:lnTo>
                    <a:pt x="638489" y="615986"/>
                  </a:lnTo>
                  <a:lnTo>
                    <a:pt x="637842" y="615952"/>
                  </a:lnTo>
                  <a:lnTo>
                    <a:pt x="636809" y="616269"/>
                  </a:lnTo>
                  <a:lnTo>
                    <a:pt x="636565" y="616265"/>
                  </a:lnTo>
                  <a:lnTo>
                    <a:pt x="635659" y="615733"/>
                  </a:lnTo>
                  <a:lnTo>
                    <a:pt x="634580" y="616941"/>
                  </a:lnTo>
                  <a:lnTo>
                    <a:pt x="634235" y="616937"/>
                  </a:lnTo>
                  <a:lnTo>
                    <a:pt x="633846" y="616909"/>
                  </a:lnTo>
                  <a:lnTo>
                    <a:pt x="631332" y="616609"/>
                  </a:lnTo>
                  <a:lnTo>
                    <a:pt x="631199" y="616614"/>
                  </a:lnTo>
                  <a:lnTo>
                    <a:pt x="630528" y="616328"/>
                  </a:lnTo>
                  <a:lnTo>
                    <a:pt x="629460" y="616346"/>
                  </a:lnTo>
                  <a:lnTo>
                    <a:pt x="629244" y="616509"/>
                  </a:lnTo>
                  <a:lnTo>
                    <a:pt x="629109" y="616765"/>
                  </a:lnTo>
                  <a:lnTo>
                    <a:pt x="628966" y="616904"/>
                  </a:lnTo>
                  <a:lnTo>
                    <a:pt x="627675" y="617214"/>
                  </a:lnTo>
                  <a:lnTo>
                    <a:pt x="626516" y="617626"/>
                  </a:lnTo>
                  <a:lnTo>
                    <a:pt x="625862" y="618129"/>
                  </a:lnTo>
                  <a:lnTo>
                    <a:pt x="624958" y="618340"/>
                  </a:lnTo>
                  <a:lnTo>
                    <a:pt x="624756" y="618343"/>
                  </a:lnTo>
                  <a:lnTo>
                    <a:pt x="623378" y="618329"/>
                  </a:lnTo>
                  <a:lnTo>
                    <a:pt x="623020" y="618284"/>
                  </a:lnTo>
                  <a:lnTo>
                    <a:pt x="622797" y="618257"/>
                  </a:lnTo>
                  <a:lnTo>
                    <a:pt x="620933" y="618283"/>
                  </a:lnTo>
                  <a:lnTo>
                    <a:pt x="620676" y="618273"/>
                  </a:lnTo>
                  <a:lnTo>
                    <a:pt x="620113" y="618246"/>
                  </a:lnTo>
                  <a:lnTo>
                    <a:pt x="619909" y="618248"/>
                  </a:lnTo>
                  <a:lnTo>
                    <a:pt x="617251" y="619644"/>
                  </a:lnTo>
                  <a:lnTo>
                    <a:pt x="617057" y="619715"/>
                  </a:lnTo>
                  <a:lnTo>
                    <a:pt x="616868" y="619717"/>
                  </a:lnTo>
                  <a:lnTo>
                    <a:pt x="615910" y="619902"/>
                  </a:lnTo>
                  <a:lnTo>
                    <a:pt x="615450" y="620074"/>
                  </a:lnTo>
                  <a:lnTo>
                    <a:pt x="613346" y="620115"/>
                  </a:lnTo>
                  <a:lnTo>
                    <a:pt x="613123" y="620158"/>
                  </a:lnTo>
                  <a:lnTo>
                    <a:pt x="610730" y="620298"/>
                  </a:lnTo>
                  <a:lnTo>
                    <a:pt x="610713" y="620440"/>
                  </a:lnTo>
                  <a:lnTo>
                    <a:pt x="609330" y="620891"/>
                  </a:lnTo>
                  <a:lnTo>
                    <a:pt x="609018" y="620757"/>
                  </a:lnTo>
                  <a:lnTo>
                    <a:pt x="608780" y="620734"/>
                  </a:lnTo>
                  <a:lnTo>
                    <a:pt x="608539" y="620670"/>
                  </a:lnTo>
                  <a:lnTo>
                    <a:pt x="608373" y="620641"/>
                  </a:lnTo>
                  <a:lnTo>
                    <a:pt x="607939" y="620562"/>
                  </a:lnTo>
                  <a:lnTo>
                    <a:pt x="607702" y="620484"/>
                  </a:lnTo>
                  <a:lnTo>
                    <a:pt x="607373" y="620488"/>
                  </a:lnTo>
                  <a:lnTo>
                    <a:pt x="607108" y="620521"/>
                  </a:lnTo>
                  <a:lnTo>
                    <a:pt x="606456" y="620879"/>
                  </a:lnTo>
                  <a:lnTo>
                    <a:pt x="606106" y="621089"/>
                  </a:lnTo>
                  <a:lnTo>
                    <a:pt x="605652" y="621243"/>
                  </a:lnTo>
                  <a:lnTo>
                    <a:pt x="605425" y="621248"/>
                  </a:lnTo>
                  <a:lnTo>
                    <a:pt x="605146" y="621246"/>
                  </a:lnTo>
                  <a:lnTo>
                    <a:pt x="603970" y="621322"/>
                  </a:lnTo>
                  <a:lnTo>
                    <a:pt x="603878" y="621522"/>
                  </a:lnTo>
                  <a:lnTo>
                    <a:pt x="600086" y="622516"/>
                  </a:lnTo>
                  <a:lnTo>
                    <a:pt x="597182" y="622022"/>
                  </a:lnTo>
                  <a:lnTo>
                    <a:pt x="596288" y="621714"/>
                  </a:lnTo>
                  <a:lnTo>
                    <a:pt x="596226" y="621543"/>
                  </a:lnTo>
                  <a:lnTo>
                    <a:pt x="596200" y="621404"/>
                  </a:lnTo>
                  <a:lnTo>
                    <a:pt x="596168" y="621186"/>
                  </a:lnTo>
                  <a:lnTo>
                    <a:pt x="596000" y="620675"/>
                  </a:lnTo>
                  <a:lnTo>
                    <a:pt x="595868" y="620320"/>
                  </a:lnTo>
                  <a:lnTo>
                    <a:pt x="595340" y="619085"/>
                  </a:lnTo>
                  <a:lnTo>
                    <a:pt x="595191" y="619064"/>
                  </a:lnTo>
                  <a:lnTo>
                    <a:pt x="594538" y="618488"/>
                  </a:lnTo>
                  <a:lnTo>
                    <a:pt x="593408" y="618978"/>
                  </a:lnTo>
                  <a:lnTo>
                    <a:pt x="592937" y="619017"/>
                  </a:lnTo>
                  <a:lnTo>
                    <a:pt x="590409" y="620585"/>
                  </a:lnTo>
                  <a:lnTo>
                    <a:pt x="587686" y="621860"/>
                  </a:lnTo>
                  <a:lnTo>
                    <a:pt x="585444" y="621978"/>
                  </a:lnTo>
                  <a:lnTo>
                    <a:pt x="584699" y="622239"/>
                  </a:lnTo>
                  <a:lnTo>
                    <a:pt x="584420" y="622440"/>
                  </a:lnTo>
                  <a:lnTo>
                    <a:pt x="584343" y="622574"/>
                  </a:lnTo>
                  <a:lnTo>
                    <a:pt x="584219" y="622712"/>
                  </a:lnTo>
                  <a:lnTo>
                    <a:pt x="583908" y="623038"/>
                  </a:lnTo>
                  <a:lnTo>
                    <a:pt x="583289" y="624503"/>
                  </a:lnTo>
                  <a:lnTo>
                    <a:pt x="582361" y="624894"/>
                  </a:lnTo>
                  <a:lnTo>
                    <a:pt x="581701" y="624815"/>
                  </a:lnTo>
                  <a:lnTo>
                    <a:pt x="580311" y="624493"/>
                  </a:lnTo>
                  <a:lnTo>
                    <a:pt x="579655" y="624173"/>
                  </a:lnTo>
                  <a:lnTo>
                    <a:pt x="579268" y="624521"/>
                  </a:lnTo>
                  <a:lnTo>
                    <a:pt x="577977" y="624781"/>
                  </a:lnTo>
                  <a:lnTo>
                    <a:pt x="576111" y="624890"/>
                  </a:lnTo>
                  <a:lnTo>
                    <a:pt x="575972" y="624910"/>
                  </a:lnTo>
                  <a:lnTo>
                    <a:pt x="574836" y="625157"/>
                  </a:lnTo>
                  <a:lnTo>
                    <a:pt x="574560" y="625070"/>
                  </a:lnTo>
                  <a:lnTo>
                    <a:pt x="571825" y="626441"/>
                  </a:lnTo>
                  <a:lnTo>
                    <a:pt x="570669" y="625118"/>
                  </a:lnTo>
                  <a:lnTo>
                    <a:pt x="569181" y="625035"/>
                  </a:lnTo>
                  <a:lnTo>
                    <a:pt x="567420" y="624761"/>
                  </a:lnTo>
                  <a:lnTo>
                    <a:pt x="567281" y="624740"/>
                  </a:lnTo>
                  <a:lnTo>
                    <a:pt x="567130" y="624771"/>
                  </a:lnTo>
                  <a:lnTo>
                    <a:pt x="564275" y="626368"/>
                  </a:lnTo>
                  <a:lnTo>
                    <a:pt x="562767" y="627339"/>
                  </a:lnTo>
                  <a:lnTo>
                    <a:pt x="562440" y="627318"/>
                  </a:lnTo>
                  <a:lnTo>
                    <a:pt x="561215" y="627963"/>
                  </a:lnTo>
                  <a:lnTo>
                    <a:pt x="560956" y="628028"/>
                  </a:lnTo>
                  <a:lnTo>
                    <a:pt x="560797" y="628060"/>
                  </a:lnTo>
                  <a:lnTo>
                    <a:pt x="560594" y="628126"/>
                  </a:lnTo>
                  <a:lnTo>
                    <a:pt x="558561" y="628573"/>
                  </a:lnTo>
                  <a:lnTo>
                    <a:pt x="558414" y="628539"/>
                  </a:lnTo>
                  <a:lnTo>
                    <a:pt x="555956" y="629379"/>
                  </a:lnTo>
                  <a:lnTo>
                    <a:pt x="554316" y="629102"/>
                  </a:lnTo>
                  <a:lnTo>
                    <a:pt x="554138" y="629007"/>
                  </a:lnTo>
                  <a:lnTo>
                    <a:pt x="553997" y="628925"/>
                  </a:lnTo>
                  <a:lnTo>
                    <a:pt x="548021" y="631339"/>
                  </a:lnTo>
                  <a:lnTo>
                    <a:pt x="546547" y="630975"/>
                  </a:lnTo>
                  <a:lnTo>
                    <a:pt x="545514" y="631433"/>
                  </a:lnTo>
                  <a:lnTo>
                    <a:pt x="543525" y="632337"/>
                  </a:lnTo>
                  <a:lnTo>
                    <a:pt x="541675" y="633170"/>
                  </a:lnTo>
                  <a:lnTo>
                    <a:pt x="541666" y="633390"/>
                  </a:lnTo>
                  <a:lnTo>
                    <a:pt x="541669" y="633632"/>
                  </a:lnTo>
                  <a:lnTo>
                    <a:pt x="541671" y="633895"/>
                  </a:lnTo>
                  <a:lnTo>
                    <a:pt x="541673" y="634086"/>
                  </a:lnTo>
                  <a:lnTo>
                    <a:pt x="541620" y="634321"/>
                  </a:lnTo>
                  <a:lnTo>
                    <a:pt x="541526" y="634468"/>
                  </a:lnTo>
                  <a:lnTo>
                    <a:pt x="541541" y="634679"/>
                  </a:lnTo>
                  <a:lnTo>
                    <a:pt x="541584" y="635037"/>
                  </a:lnTo>
                  <a:lnTo>
                    <a:pt x="541714" y="636209"/>
                  </a:lnTo>
                  <a:lnTo>
                    <a:pt x="541886" y="637647"/>
                  </a:lnTo>
                  <a:lnTo>
                    <a:pt x="541742" y="637654"/>
                  </a:lnTo>
                  <a:lnTo>
                    <a:pt x="541257" y="637836"/>
                  </a:lnTo>
                  <a:lnTo>
                    <a:pt x="539887" y="639271"/>
                  </a:lnTo>
                  <a:lnTo>
                    <a:pt x="539736" y="639606"/>
                  </a:lnTo>
                  <a:lnTo>
                    <a:pt x="539626" y="639794"/>
                  </a:lnTo>
                  <a:lnTo>
                    <a:pt x="539437" y="640051"/>
                  </a:lnTo>
                  <a:lnTo>
                    <a:pt x="539352" y="640187"/>
                  </a:lnTo>
                  <a:lnTo>
                    <a:pt x="539285" y="640350"/>
                  </a:lnTo>
                  <a:lnTo>
                    <a:pt x="539261" y="640562"/>
                  </a:lnTo>
                  <a:lnTo>
                    <a:pt x="539303" y="640712"/>
                  </a:lnTo>
                  <a:lnTo>
                    <a:pt x="539285" y="641070"/>
                  </a:lnTo>
                  <a:lnTo>
                    <a:pt x="539260" y="641374"/>
                  </a:lnTo>
                  <a:lnTo>
                    <a:pt x="539183" y="641958"/>
                  </a:lnTo>
                  <a:lnTo>
                    <a:pt x="539018" y="642078"/>
                  </a:lnTo>
                  <a:lnTo>
                    <a:pt x="538950" y="642316"/>
                  </a:lnTo>
                  <a:lnTo>
                    <a:pt x="538768" y="642660"/>
                  </a:lnTo>
                  <a:lnTo>
                    <a:pt x="538445" y="642658"/>
                  </a:lnTo>
                  <a:lnTo>
                    <a:pt x="538241" y="642672"/>
                  </a:lnTo>
                  <a:lnTo>
                    <a:pt x="538082" y="642989"/>
                  </a:lnTo>
                  <a:lnTo>
                    <a:pt x="537728" y="643555"/>
                  </a:lnTo>
                  <a:lnTo>
                    <a:pt x="537740" y="643870"/>
                  </a:lnTo>
                  <a:lnTo>
                    <a:pt x="537593" y="644355"/>
                  </a:lnTo>
                  <a:lnTo>
                    <a:pt x="537655" y="644642"/>
                  </a:lnTo>
                  <a:lnTo>
                    <a:pt x="537450" y="645174"/>
                  </a:lnTo>
                  <a:lnTo>
                    <a:pt x="537225" y="645427"/>
                  </a:lnTo>
                  <a:lnTo>
                    <a:pt x="537201" y="645691"/>
                  </a:lnTo>
                  <a:lnTo>
                    <a:pt x="537150" y="645832"/>
                  </a:lnTo>
                  <a:lnTo>
                    <a:pt x="536887" y="645896"/>
                  </a:lnTo>
                  <a:lnTo>
                    <a:pt x="536712" y="645964"/>
                  </a:lnTo>
                  <a:lnTo>
                    <a:pt x="536324" y="646238"/>
                  </a:lnTo>
                  <a:lnTo>
                    <a:pt x="536273" y="646428"/>
                  </a:lnTo>
                  <a:lnTo>
                    <a:pt x="535725" y="646582"/>
                  </a:lnTo>
                  <a:lnTo>
                    <a:pt x="535296" y="646546"/>
                  </a:lnTo>
                  <a:lnTo>
                    <a:pt x="535069" y="646760"/>
                  </a:lnTo>
                  <a:lnTo>
                    <a:pt x="534977" y="646954"/>
                  </a:lnTo>
                  <a:lnTo>
                    <a:pt x="534634" y="647075"/>
                  </a:lnTo>
                  <a:lnTo>
                    <a:pt x="534384" y="647191"/>
                  </a:lnTo>
                  <a:lnTo>
                    <a:pt x="534226" y="647230"/>
                  </a:lnTo>
                  <a:lnTo>
                    <a:pt x="533983" y="647576"/>
                  </a:lnTo>
                  <a:lnTo>
                    <a:pt x="533788" y="647896"/>
                  </a:lnTo>
                  <a:lnTo>
                    <a:pt x="533511" y="647957"/>
                  </a:lnTo>
                  <a:lnTo>
                    <a:pt x="533273" y="648165"/>
                  </a:lnTo>
                  <a:lnTo>
                    <a:pt x="533040" y="648554"/>
                  </a:lnTo>
                  <a:lnTo>
                    <a:pt x="532780" y="648786"/>
                  </a:lnTo>
                  <a:lnTo>
                    <a:pt x="532528" y="648930"/>
                  </a:lnTo>
                  <a:lnTo>
                    <a:pt x="532447" y="649190"/>
                  </a:lnTo>
                  <a:lnTo>
                    <a:pt x="532254" y="649423"/>
                  </a:lnTo>
                  <a:lnTo>
                    <a:pt x="531736" y="649710"/>
                  </a:lnTo>
                  <a:lnTo>
                    <a:pt x="531276" y="649816"/>
                  </a:lnTo>
                  <a:lnTo>
                    <a:pt x="530931" y="649738"/>
                  </a:lnTo>
                  <a:lnTo>
                    <a:pt x="530651" y="649754"/>
                  </a:lnTo>
                  <a:lnTo>
                    <a:pt x="530031" y="649677"/>
                  </a:lnTo>
                  <a:lnTo>
                    <a:pt x="529732" y="649510"/>
                  </a:lnTo>
                  <a:lnTo>
                    <a:pt x="529318" y="649630"/>
                  </a:lnTo>
                  <a:lnTo>
                    <a:pt x="528752" y="649740"/>
                  </a:lnTo>
                  <a:lnTo>
                    <a:pt x="528424" y="649745"/>
                  </a:lnTo>
                  <a:lnTo>
                    <a:pt x="527346" y="649972"/>
                  </a:lnTo>
                  <a:lnTo>
                    <a:pt x="526776" y="650176"/>
                  </a:lnTo>
                  <a:lnTo>
                    <a:pt x="525922" y="649950"/>
                  </a:lnTo>
                  <a:lnTo>
                    <a:pt x="525371" y="649859"/>
                  </a:lnTo>
                  <a:lnTo>
                    <a:pt x="525175" y="649929"/>
                  </a:lnTo>
                  <a:lnTo>
                    <a:pt x="524879" y="650173"/>
                  </a:lnTo>
                  <a:lnTo>
                    <a:pt x="524615" y="650262"/>
                  </a:lnTo>
                  <a:lnTo>
                    <a:pt x="524023" y="650272"/>
                  </a:lnTo>
                  <a:lnTo>
                    <a:pt x="523078" y="650480"/>
                  </a:lnTo>
                  <a:lnTo>
                    <a:pt x="522811" y="650487"/>
                  </a:lnTo>
                  <a:lnTo>
                    <a:pt x="522551" y="650616"/>
                  </a:lnTo>
                  <a:lnTo>
                    <a:pt x="522207" y="650934"/>
                  </a:lnTo>
                  <a:lnTo>
                    <a:pt x="521989" y="651007"/>
                  </a:lnTo>
                  <a:lnTo>
                    <a:pt x="521307" y="651162"/>
                  </a:lnTo>
                  <a:lnTo>
                    <a:pt x="520463" y="651219"/>
                  </a:lnTo>
                  <a:lnTo>
                    <a:pt x="520315" y="651349"/>
                  </a:lnTo>
                  <a:lnTo>
                    <a:pt x="520072" y="651596"/>
                  </a:lnTo>
                  <a:lnTo>
                    <a:pt x="519856" y="651865"/>
                  </a:lnTo>
                  <a:lnTo>
                    <a:pt x="519648" y="652025"/>
                  </a:lnTo>
                  <a:lnTo>
                    <a:pt x="519302" y="652054"/>
                  </a:lnTo>
                  <a:lnTo>
                    <a:pt x="518706" y="652668"/>
                  </a:lnTo>
                  <a:lnTo>
                    <a:pt x="518578" y="652820"/>
                  </a:lnTo>
                  <a:lnTo>
                    <a:pt x="518558" y="652989"/>
                  </a:lnTo>
                  <a:lnTo>
                    <a:pt x="517877" y="653821"/>
                  </a:lnTo>
                  <a:lnTo>
                    <a:pt x="517851" y="654264"/>
                  </a:lnTo>
                  <a:lnTo>
                    <a:pt x="517861" y="654486"/>
                  </a:lnTo>
                  <a:lnTo>
                    <a:pt x="517881" y="654681"/>
                  </a:lnTo>
                  <a:lnTo>
                    <a:pt x="517711" y="654808"/>
                  </a:lnTo>
                  <a:lnTo>
                    <a:pt x="517534" y="655312"/>
                  </a:lnTo>
                  <a:lnTo>
                    <a:pt x="517226" y="655612"/>
                  </a:lnTo>
                  <a:lnTo>
                    <a:pt x="516880" y="655975"/>
                  </a:lnTo>
                  <a:lnTo>
                    <a:pt x="516562" y="656325"/>
                  </a:lnTo>
                  <a:lnTo>
                    <a:pt x="515981" y="656287"/>
                  </a:lnTo>
                  <a:lnTo>
                    <a:pt x="515625" y="656469"/>
                  </a:lnTo>
                  <a:lnTo>
                    <a:pt x="515183" y="656516"/>
                  </a:lnTo>
                  <a:lnTo>
                    <a:pt x="514459" y="655900"/>
                  </a:lnTo>
                  <a:lnTo>
                    <a:pt x="513878" y="655699"/>
                  </a:lnTo>
                  <a:lnTo>
                    <a:pt x="513500" y="655482"/>
                  </a:lnTo>
                  <a:lnTo>
                    <a:pt x="513268" y="655117"/>
                  </a:lnTo>
                  <a:lnTo>
                    <a:pt x="513151" y="654624"/>
                  </a:lnTo>
                  <a:lnTo>
                    <a:pt x="512673" y="654425"/>
                  </a:lnTo>
                  <a:lnTo>
                    <a:pt x="512489" y="654434"/>
                  </a:lnTo>
                  <a:lnTo>
                    <a:pt x="512205" y="654450"/>
                  </a:lnTo>
                  <a:lnTo>
                    <a:pt x="511780" y="654533"/>
                  </a:lnTo>
                  <a:lnTo>
                    <a:pt x="510848" y="654374"/>
                  </a:lnTo>
                  <a:lnTo>
                    <a:pt x="510461" y="654274"/>
                  </a:lnTo>
                  <a:lnTo>
                    <a:pt x="509570" y="654135"/>
                  </a:lnTo>
                  <a:lnTo>
                    <a:pt x="509214" y="654065"/>
                  </a:lnTo>
                  <a:lnTo>
                    <a:pt x="508640" y="653918"/>
                  </a:lnTo>
                  <a:lnTo>
                    <a:pt x="508008" y="653737"/>
                  </a:lnTo>
                  <a:lnTo>
                    <a:pt x="507620" y="653641"/>
                  </a:lnTo>
                  <a:lnTo>
                    <a:pt x="506862" y="653584"/>
                  </a:lnTo>
                  <a:lnTo>
                    <a:pt x="506781" y="653326"/>
                  </a:lnTo>
                  <a:lnTo>
                    <a:pt x="506751" y="652993"/>
                  </a:lnTo>
                  <a:lnTo>
                    <a:pt x="506666" y="652309"/>
                  </a:lnTo>
                  <a:lnTo>
                    <a:pt x="506544" y="652155"/>
                  </a:lnTo>
                  <a:lnTo>
                    <a:pt x="506160" y="651603"/>
                  </a:lnTo>
                  <a:lnTo>
                    <a:pt x="505526" y="651073"/>
                  </a:lnTo>
                  <a:lnTo>
                    <a:pt x="505117" y="650863"/>
                  </a:lnTo>
                  <a:lnTo>
                    <a:pt x="504915" y="650728"/>
                  </a:lnTo>
                  <a:lnTo>
                    <a:pt x="504032" y="650411"/>
                  </a:lnTo>
                  <a:lnTo>
                    <a:pt x="503881" y="650370"/>
                  </a:lnTo>
                  <a:lnTo>
                    <a:pt x="503575" y="650249"/>
                  </a:lnTo>
                  <a:lnTo>
                    <a:pt x="503106" y="649434"/>
                  </a:lnTo>
                  <a:lnTo>
                    <a:pt x="502492" y="649351"/>
                  </a:lnTo>
                  <a:lnTo>
                    <a:pt x="502294" y="649386"/>
                  </a:lnTo>
                  <a:lnTo>
                    <a:pt x="501759" y="649727"/>
                  </a:lnTo>
                  <a:lnTo>
                    <a:pt x="501150" y="649865"/>
                  </a:lnTo>
                  <a:lnTo>
                    <a:pt x="500635" y="650294"/>
                  </a:lnTo>
                  <a:lnTo>
                    <a:pt x="500335" y="650473"/>
                  </a:lnTo>
                  <a:lnTo>
                    <a:pt x="499588" y="650762"/>
                  </a:lnTo>
                  <a:lnTo>
                    <a:pt x="499346" y="650861"/>
                  </a:lnTo>
                  <a:lnTo>
                    <a:pt x="498934" y="650945"/>
                  </a:lnTo>
                  <a:lnTo>
                    <a:pt x="498727" y="650982"/>
                  </a:lnTo>
                  <a:lnTo>
                    <a:pt x="498389" y="651065"/>
                  </a:lnTo>
                  <a:lnTo>
                    <a:pt x="498254" y="651135"/>
                  </a:lnTo>
                  <a:lnTo>
                    <a:pt x="497926" y="651390"/>
                  </a:lnTo>
                  <a:lnTo>
                    <a:pt x="497346" y="651576"/>
                  </a:lnTo>
                  <a:lnTo>
                    <a:pt x="496806" y="651533"/>
                  </a:lnTo>
                  <a:lnTo>
                    <a:pt x="496526" y="651517"/>
                  </a:lnTo>
                  <a:lnTo>
                    <a:pt x="496143" y="651559"/>
                  </a:lnTo>
                  <a:lnTo>
                    <a:pt x="495827" y="651561"/>
                  </a:lnTo>
                  <a:lnTo>
                    <a:pt x="495217" y="651518"/>
                  </a:lnTo>
                  <a:lnTo>
                    <a:pt x="494921" y="651495"/>
                  </a:lnTo>
                  <a:lnTo>
                    <a:pt x="494400" y="651393"/>
                  </a:lnTo>
                  <a:lnTo>
                    <a:pt x="494263" y="651346"/>
                  </a:lnTo>
                  <a:lnTo>
                    <a:pt x="493787" y="651292"/>
                  </a:lnTo>
                  <a:lnTo>
                    <a:pt x="493348" y="651130"/>
                  </a:lnTo>
                  <a:lnTo>
                    <a:pt x="492769" y="651188"/>
                  </a:lnTo>
                  <a:lnTo>
                    <a:pt x="492244" y="651394"/>
                  </a:lnTo>
                  <a:lnTo>
                    <a:pt x="491896" y="651478"/>
                  </a:lnTo>
                  <a:lnTo>
                    <a:pt x="491527" y="651574"/>
                  </a:lnTo>
                  <a:lnTo>
                    <a:pt x="490895" y="651747"/>
                  </a:lnTo>
                  <a:lnTo>
                    <a:pt x="490356" y="652540"/>
                  </a:lnTo>
                  <a:lnTo>
                    <a:pt x="490193" y="652774"/>
                  </a:lnTo>
                  <a:lnTo>
                    <a:pt x="489855" y="653232"/>
                  </a:lnTo>
                  <a:lnTo>
                    <a:pt x="489650" y="653328"/>
                  </a:lnTo>
                  <a:lnTo>
                    <a:pt x="488997" y="653521"/>
                  </a:lnTo>
                  <a:lnTo>
                    <a:pt x="488723" y="653609"/>
                  </a:lnTo>
                  <a:lnTo>
                    <a:pt x="488343" y="653760"/>
                  </a:lnTo>
                  <a:lnTo>
                    <a:pt x="487589" y="654093"/>
                  </a:lnTo>
                  <a:lnTo>
                    <a:pt x="487237" y="654205"/>
                  </a:lnTo>
                  <a:lnTo>
                    <a:pt x="486531" y="654418"/>
                  </a:lnTo>
                  <a:lnTo>
                    <a:pt x="486178" y="654522"/>
                  </a:lnTo>
                  <a:lnTo>
                    <a:pt x="485829" y="654627"/>
                  </a:lnTo>
                  <a:lnTo>
                    <a:pt x="484674" y="655218"/>
                  </a:lnTo>
                  <a:lnTo>
                    <a:pt x="484134" y="655508"/>
                  </a:lnTo>
                  <a:lnTo>
                    <a:pt x="484037" y="655703"/>
                  </a:lnTo>
                  <a:lnTo>
                    <a:pt x="483855" y="655956"/>
                  </a:lnTo>
                  <a:lnTo>
                    <a:pt x="483598" y="656019"/>
                  </a:lnTo>
                  <a:lnTo>
                    <a:pt x="482936" y="656272"/>
                  </a:lnTo>
                  <a:lnTo>
                    <a:pt x="482359" y="656223"/>
                  </a:lnTo>
                  <a:lnTo>
                    <a:pt x="481840" y="656696"/>
                  </a:lnTo>
                  <a:lnTo>
                    <a:pt x="481264" y="656879"/>
                  </a:lnTo>
                  <a:lnTo>
                    <a:pt x="480949" y="657243"/>
                  </a:lnTo>
                  <a:lnTo>
                    <a:pt x="480698" y="657334"/>
                  </a:lnTo>
                  <a:lnTo>
                    <a:pt x="480543" y="657353"/>
                  </a:lnTo>
                  <a:lnTo>
                    <a:pt x="480368" y="657381"/>
                  </a:lnTo>
                  <a:lnTo>
                    <a:pt x="479858" y="657718"/>
                  </a:lnTo>
                  <a:lnTo>
                    <a:pt x="479555" y="657822"/>
                  </a:lnTo>
                  <a:lnTo>
                    <a:pt x="479288" y="657898"/>
                  </a:lnTo>
                  <a:lnTo>
                    <a:pt x="479160" y="657898"/>
                  </a:lnTo>
                  <a:lnTo>
                    <a:pt x="478624" y="657844"/>
                  </a:lnTo>
                  <a:lnTo>
                    <a:pt x="478428" y="657736"/>
                  </a:lnTo>
                  <a:lnTo>
                    <a:pt x="478001" y="657792"/>
                  </a:lnTo>
                  <a:lnTo>
                    <a:pt x="477835" y="657788"/>
                  </a:lnTo>
                  <a:lnTo>
                    <a:pt x="477345" y="657964"/>
                  </a:lnTo>
                  <a:lnTo>
                    <a:pt x="477187" y="657980"/>
                  </a:lnTo>
                  <a:lnTo>
                    <a:pt x="476850" y="658061"/>
                  </a:lnTo>
                  <a:lnTo>
                    <a:pt x="476588" y="658180"/>
                  </a:lnTo>
                  <a:lnTo>
                    <a:pt x="476183" y="658329"/>
                  </a:lnTo>
                  <a:lnTo>
                    <a:pt x="475829" y="658478"/>
                  </a:lnTo>
                  <a:lnTo>
                    <a:pt x="475529" y="658646"/>
                  </a:lnTo>
                  <a:lnTo>
                    <a:pt x="475224" y="658759"/>
                  </a:lnTo>
                  <a:lnTo>
                    <a:pt x="474746" y="658850"/>
                  </a:lnTo>
                  <a:lnTo>
                    <a:pt x="474419" y="658907"/>
                  </a:lnTo>
                  <a:lnTo>
                    <a:pt x="474035" y="659014"/>
                  </a:lnTo>
                  <a:lnTo>
                    <a:pt x="473173" y="658985"/>
                  </a:lnTo>
                  <a:lnTo>
                    <a:pt x="473039" y="659000"/>
                  </a:lnTo>
                  <a:lnTo>
                    <a:pt x="472579" y="659089"/>
                  </a:lnTo>
                  <a:lnTo>
                    <a:pt x="472226" y="659287"/>
                  </a:lnTo>
                  <a:lnTo>
                    <a:pt x="472068" y="659407"/>
                  </a:lnTo>
                  <a:lnTo>
                    <a:pt x="471754" y="659488"/>
                  </a:lnTo>
                  <a:lnTo>
                    <a:pt x="471512" y="659609"/>
                  </a:lnTo>
                  <a:lnTo>
                    <a:pt x="471149" y="659816"/>
                  </a:lnTo>
                  <a:lnTo>
                    <a:pt x="470579" y="660181"/>
                  </a:lnTo>
                  <a:lnTo>
                    <a:pt x="470271" y="660229"/>
                  </a:lnTo>
                  <a:lnTo>
                    <a:pt x="469922" y="660180"/>
                  </a:lnTo>
                  <a:lnTo>
                    <a:pt x="469533" y="660191"/>
                  </a:lnTo>
                  <a:lnTo>
                    <a:pt x="469152" y="660352"/>
                  </a:lnTo>
                  <a:lnTo>
                    <a:pt x="468763" y="660536"/>
                  </a:lnTo>
                  <a:lnTo>
                    <a:pt x="468253" y="660647"/>
                  </a:lnTo>
                  <a:lnTo>
                    <a:pt x="467341" y="661131"/>
                  </a:lnTo>
                  <a:lnTo>
                    <a:pt x="467969" y="662063"/>
                  </a:lnTo>
                  <a:lnTo>
                    <a:pt x="468322" y="662028"/>
                  </a:lnTo>
                  <a:lnTo>
                    <a:pt x="468593" y="662178"/>
                  </a:lnTo>
                  <a:lnTo>
                    <a:pt x="468489" y="662699"/>
                  </a:lnTo>
                  <a:lnTo>
                    <a:pt x="468170" y="662834"/>
                  </a:lnTo>
                  <a:lnTo>
                    <a:pt x="468123" y="663460"/>
                  </a:lnTo>
                  <a:lnTo>
                    <a:pt x="468028" y="663676"/>
                  </a:lnTo>
                  <a:lnTo>
                    <a:pt x="467743" y="664084"/>
                  </a:lnTo>
                  <a:lnTo>
                    <a:pt x="467549" y="664305"/>
                  </a:lnTo>
                  <a:lnTo>
                    <a:pt x="467545" y="664664"/>
                  </a:lnTo>
                  <a:lnTo>
                    <a:pt x="467001" y="664807"/>
                  </a:lnTo>
                  <a:lnTo>
                    <a:pt x="466399" y="664993"/>
                  </a:lnTo>
                  <a:lnTo>
                    <a:pt x="466052" y="665177"/>
                  </a:lnTo>
                  <a:lnTo>
                    <a:pt x="465589" y="665476"/>
                  </a:lnTo>
                  <a:lnTo>
                    <a:pt x="464690" y="666096"/>
                  </a:lnTo>
                  <a:lnTo>
                    <a:pt x="464348" y="666283"/>
                  </a:lnTo>
                  <a:lnTo>
                    <a:pt x="463892" y="666472"/>
                  </a:lnTo>
                  <a:lnTo>
                    <a:pt x="463701" y="666555"/>
                  </a:lnTo>
                  <a:lnTo>
                    <a:pt x="463506" y="666680"/>
                  </a:lnTo>
                  <a:lnTo>
                    <a:pt x="462571" y="667476"/>
                  </a:lnTo>
                  <a:lnTo>
                    <a:pt x="462439" y="667512"/>
                  </a:lnTo>
                  <a:lnTo>
                    <a:pt x="462046" y="667610"/>
                  </a:lnTo>
                  <a:lnTo>
                    <a:pt x="461667" y="667654"/>
                  </a:lnTo>
                  <a:lnTo>
                    <a:pt x="461514" y="667651"/>
                  </a:lnTo>
                  <a:lnTo>
                    <a:pt x="461041" y="667789"/>
                  </a:lnTo>
                  <a:lnTo>
                    <a:pt x="460609" y="667919"/>
                  </a:lnTo>
                  <a:lnTo>
                    <a:pt x="460187" y="667962"/>
                  </a:lnTo>
                  <a:lnTo>
                    <a:pt x="459866" y="667954"/>
                  </a:lnTo>
                  <a:lnTo>
                    <a:pt x="459175" y="668029"/>
                  </a:lnTo>
                  <a:lnTo>
                    <a:pt x="458764" y="668542"/>
                  </a:lnTo>
                  <a:lnTo>
                    <a:pt x="458099" y="668591"/>
                  </a:lnTo>
                  <a:lnTo>
                    <a:pt x="457696" y="668865"/>
                  </a:lnTo>
                  <a:lnTo>
                    <a:pt x="457349" y="668945"/>
                  </a:lnTo>
                  <a:lnTo>
                    <a:pt x="456825" y="669169"/>
                  </a:lnTo>
                  <a:lnTo>
                    <a:pt x="456568" y="669456"/>
                  </a:lnTo>
                  <a:lnTo>
                    <a:pt x="456378" y="669709"/>
                  </a:lnTo>
                  <a:lnTo>
                    <a:pt x="456032" y="670091"/>
                  </a:lnTo>
                  <a:lnTo>
                    <a:pt x="455741" y="670257"/>
                  </a:lnTo>
                  <a:lnTo>
                    <a:pt x="455514" y="670256"/>
                  </a:lnTo>
                  <a:lnTo>
                    <a:pt x="455066" y="670027"/>
                  </a:lnTo>
                  <a:lnTo>
                    <a:pt x="454453" y="669372"/>
                  </a:lnTo>
                  <a:lnTo>
                    <a:pt x="453941" y="669458"/>
                  </a:lnTo>
                  <a:lnTo>
                    <a:pt x="453499" y="669437"/>
                  </a:lnTo>
                  <a:lnTo>
                    <a:pt x="453201" y="669583"/>
                  </a:lnTo>
                  <a:lnTo>
                    <a:pt x="452904" y="669801"/>
                  </a:lnTo>
                  <a:lnTo>
                    <a:pt x="452246" y="669776"/>
                  </a:lnTo>
                  <a:lnTo>
                    <a:pt x="452230" y="669627"/>
                  </a:lnTo>
                  <a:lnTo>
                    <a:pt x="451804" y="668775"/>
                  </a:lnTo>
                  <a:lnTo>
                    <a:pt x="451489" y="668159"/>
                  </a:lnTo>
                  <a:lnTo>
                    <a:pt x="451307" y="667989"/>
                  </a:lnTo>
                  <a:lnTo>
                    <a:pt x="450890" y="667668"/>
                  </a:lnTo>
                  <a:lnTo>
                    <a:pt x="450592" y="667492"/>
                  </a:lnTo>
                  <a:lnTo>
                    <a:pt x="450373" y="667398"/>
                  </a:lnTo>
                  <a:lnTo>
                    <a:pt x="450128" y="667605"/>
                  </a:lnTo>
                  <a:lnTo>
                    <a:pt x="449934" y="667681"/>
                  </a:lnTo>
                  <a:lnTo>
                    <a:pt x="449411" y="667490"/>
                  </a:lnTo>
                  <a:lnTo>
                    <a:pt x="449103" y="667545"/>
                  </a:lnTo>
                  <a:lnTo>
                    <a:pt x="448860" y="667509"/>
                  </a:lnTo>
                  <a:lnTo>
                    <a:pt x="448777" y="667326"/>
                  </a:lnTo>
                  <a:lnTo>
                    <a:pt x="448386" y="667173"/>
                  </a:lnTo>
                  <a:lnTo>
                    <a:pt x="448215" y="667277"/>
                  </a:lnTo>
                  <a:lnTo>
                    <a:pt x="446920" y="667607"/>
                  </a:lnTo>
                  <a:lnTo>
                    <a:pt x="445917" y="667791"/>
                  </a:lnTo>
                  <a:lnTo>
                    <a:pt x="445581" y="667887"/>
                  </a:lnTo>
                  <a:lnTo>
                    <a:pt x="444922" y="667686"/>
                  </a:lnTo>
                  <a:lnTo>
                    <a:pt x="444546" y="667824"/>
                  </a:lnTo>
                  <a:lnTo>
                    <a:pt x="444202" y="668034"/>
                  </a:lnTo>
                  <a:lnTo>
                    <a:pt x="443624" y="669277"/>
                  </a:lnTo>
                  <a:lnTo>
                    <a:pt x="443242" y="669830"/>
                  </a:lnTo>
                  <a:lnTo>
                    <a:pt x="443087" y="669923"/>
                  </a:lnTo>
                  <a:lnTo>
                    <a:pt x="442158" y="670207"/>
                  </a:lnTo>
                  <a:lnTo>
                    <a:pt x="441656" y="670164"/>
                  </a:lnTo>
                  <a:lnTo>
                    <a:pt x="441338" y="670103"/>
                  </a:lnTo>
                  <a:lnTo>
                    <a:pt x="441111" y="670090"/>
                  </a:lnTo>
                  <a:lnTo>
                    <a:pt x="440634" y="670269"/>
                  </a:lnTo>
                  <a:lnTo>
                    <a:pt x="440450" y="670333"/>
                  </a:lnTo>
                  <a:lnTo>
                    <a:pt x="439511" y="670476"/>
                  </a:lnTo>
                  <a:lnTo>
                    <a:pt x="439306" y="670115"/>
                  </a:lnTo>
                  <a:lnTo>
                    <a:pt x="439045" y="669855"/>
                  </a:lnTo>
                  <a:lnTo>
                    <a:pt x="438571" y="669964"/>
                  </a:lnTo>
                  <a:lnTo>
                    <a:pt x="438287" y="669969"/>
                  </a:lnTo>
                  <a:lnTo>
                    <a:pt x="437689" y="669970"/>
                  </a:lnTo>
                  <a:lnTo>
                    <a:pt x="436867" y="669774"/>
                  </a:lnTo>
                  <a:lnTo>
                    <a:pt x="436614" y="669794"/>
                  </a:lnTo>
                  <a:lnTo>
                    <a:pt x="435195" y="669919"/>
                  </a:lnTo>
                  <a:lnTo>
                    <a:pt x="434677" y="670003"/>
                  </a:lnTo>
                  <a:lnTo>
                    <a:pt x="433976" y="670419"/>
                  </a:lnTo>
                  <a:lnTo>
                    <a:pt x="433062" y="670946"/>
                  </a:lnTo>
                  <a:lnTo>
                    <a:pt x="432793" y="671054"/>
                  </a:lnTo>
                  <a:lnTo>
                    <a:pt x="432628" y="671119"/>
                  </a:lnTo>
                  <a:lnTo>
                    <a:pt x="431660" y="671078"/>
                  </a:lnTo>
                  <a:lnTo>
                    <a:pt x="431618" y="670739"/>
                  </a:lnTo>
                  <a:lnTo>
                    <a:pt x="430107" y="670530"/>
                  </a:lnTo>
                  <a:lnTo>
                    <a:pt x="429234" y="670696"/>
                  </a:lnTo>
                  <a:lnTo>
                    <a:pt x="428915" y="670797"/>
                  </a:lnTo>
                  <a:lnTo>
                    <a:pt x="428608" y="669926"/>
                  </a:lnTo>
                  <a:lnTo>
                    <a:pt x="428061" y="669773"/>
                  </a:lnTo>
                  <a:lnTo>
                    <a:pt x="427682" y="669867"/>
                  </a:lnTo>
                  <a:lnTo>
                    <a:pt x="427089" y="670117"/>
                  </a:lnTo>
                  <a:lnTo>
                    <a:pt x="426410" y="670069"/>
                  </a:lnTo>
                  <a:lnTo>
                    <a:pt x="426037" y="669569"/>
                  </a:lnTo>
                  <a:lnTo>
                    <a:pt x="425651" y="669549"/>
                  </a:lnTo>
                  <a:lnTo>
                    <a:pt x="425422" y="669588"/>
                  </a:lnTo>
                  <a:lnTo>
                    <a:pt x="424949" y="669233"/>
                  </a:lnTo>
                  <a:lnTo>
                    <a:pt x="424805" y="669058"/>
                  </a:lnTo>
                  <a:lnTo>
                    <a:pt x="424228" y="669070"/>
                  </a:lnTo>
                  <a:lnTo>
                    <a:pt x="424068" y="669112"/>
                  </a:lnTo>
                  <a:lnTo>
                    <a:pt x="423581" y="669113"/>
                  </a:lnTo>
                  <a:lnTo>
                    <a:pt x="423366" y="669050"/>
                  </a:lnTo>
                  <a:lnTo>
                    <a:pt x="422905" y="669148"/>
                  </a:lnTo>
                  <a:lnTo>
                    <a:pt x="422424" y="669238"/>
                  </a:lnTo>
                  <a:lnTo>
                    <a:pt x="421663" y="669367"/>
                  </a:lnTo>
                  <a:lnTo>
                    <a:pt x="420922" y="669236"/>
                  </a:lnTo>
                  <a:lnTo>
                    <a:pt x="420921" y="668967"/>
                  </a:lnTo>
                  <a:lnTo>
                    <a:pt x="421112" y="668669"/>
                  </a:lnTo>
                  <a:lnTo>
                    <a:pt x="421077" y="668421"/>
                  </a:lnTo>
                  <a:lnTo>
                    <a:pt x="420344" y="668333"/>
                  </a:lnTo>
                  <a:lnTo>
                    <a:pt x="419772" y="668377"/>
                  </a:lnTo>
                  <a:lnTo>
                    <a:pt x="419270" y="668471"/>
                  </a:lnTo>
                  <a:lnTo>
                    <a:pt x="419078" y="668470"/>
                  </a:lnTo>
                  <a:lnTo>
                    <a:pt x="418314" y="668357"/>
                  </a:lnTo>
                  <a:lnTo>
                    <a:pt x="417700" y="667967"/>
                  </a:lnTo>
                  <a:lnTo>
                    <a:pt x="417277" y="667819"/>
                  </a:lnTo>
                  <a:lnTo>
                    <a:pt x="417150" y="667821"/>
                  </a:lnTo>
                  <a:lnTo>
                    <a:pt x="416749" y="667788"/>
                  </a:lnTo>
                  <a:lnTo>
                    <a:pt x="416520" y="667577"/>
                  </a:lnTo>
                  <a:lnTo>
                    <a:pt x="416204" y="667290"/>
                  </a:lnTo>
                  <a:lnTo>
                    <a:pt x="415614" y="667315"/>
                  </a:lnTo>
                  <a:lnTo>
                    <a:pt x="415437" y="667600"/>
                  </a:lnTo>
                  <a:lnTo>
                    <a:pt x="415243" y="667789"/>
                  </a:lnTo>
                  <a:lnTo>
                    <a:pt x="414559" y="668162"/>
                  </a:lnTo>
                  <a:lnTo>
                    <a:pt x="414186" y="668424"/>
                  </a:lnTo>
                  <a:lnTo>
                    <a:pt x="413072" y="668730"/>
                  </a:lnTo>
                  <a:lnTo>
                    <a:pt x="412874" y="668628"/>
                  </a:lnTo>
                  <a:lnTo>
                    <a:pt x="412746" y="668563"/>
                  </a:lnTo>
                  <a:lnTo>
                    <a:pt x="412262" y="668380"/>
                  </a:lnTo>
                  <a:lnTo>
                    <a:pt x="412035" y="668317"/>
                  </a:lnTo>
                  <a:lnTo>
                    <a:pt x="411594" y="668275"/>
                  </a:lnTo>
                  <a:lnTo>
                    <a:pt x="411404" y="668278"/>
                  </a:lnTo>
                  <a:lnTo>
                    <a:pt x="411118" y="668285"/>
                  </a:lnTo>
                  <a:lnTo>
                    <a:pt x="410608" y="668202"/>
                  </a:lnTo>
                  <a:lnTo>
                    <a:pt x="409911" y="667542"/>
                  </a:lnTo>
                  <a:lnTo>
                    <a:pt x="409367" y="666976"/>
                  </a:lnTo>
                  <a:lnTo>
                    <a:pt x="408998" y="666325"/>
                  </a:lnTo>
                  <a:lnTo>
                    <a:pt x="408891" y="665805"/>
                  </a:lnTo>
                  <a:lnTo>
                    <a:pt x="408432" y="665283"/>
                  </a:lnTo>
                  <a:lnTo>
                    <a:pt x="407840" y="664528"/>
                  </a:lnTo>
                  <a:lnTo>
                    <a:pt x="407580" y="664465"/>
                  </a:lnTo>
                  <a:lnTo>
                    <a:pt x="406872" y="664325"/>
                  </a:lnTo>
                  <a:lnTo>
                    <a:pt x="405746" y="664290"/>
                  </a:lnTo>
                  <a:lnTo>
                    <a:pt x="405514" y="663744"/>
                  </a:lnTo>
                  <a:lnTo>
                    <a:pt x="405514" y="663397"/>
                  </a:lnTo>
                  <a:lnTo>
                    <a:pt x="405345" y="663326"/>
                  </a:lnTo>
                  <a:lnTo>
                    <a:pt x="404902" y="663116"/>
                  </a:lnTo>
                  <a:lnTo>
                    <a:pt x="405006" y="662705"/>
                  </a:lnTo>
                  <a:lnTo>
                    <a:pt x="405006" y="662355"/>
                  </a:lnTo>
                  <a:lnTo>
                    <a:pt x="404933" y="662139"/>
                  </a:lnTo>
                  <a:lnTo>
                    <a:pt x="404825" y="661947"/>
                  </a:lnTo>
                  <a:lnTo>
                    <a:pt x="404339" y="661338"/>
                  </a:lnTo>
                  <a:lnTo>
                    <a:pt x="404859" y="660977"/>
                  </a:lnTo>
                  <a:lnTo>
                    <a:pt x="404916" y="660615"/>
                  </a:lnTo>
                  <a:lnTo>
                    <a:pt x="404974" y="659611"/>
                  </a:lnTo>
                  <a:lnTo>
                    <a:pt x="404830" y="659106"/>
                  </a:lnTo>
                  <a:lnTo>
                    <a:pt x="404691" y="658925"/>
                  </a:lnTo>
                  <a:lnTo>
                    <a:pt x="404770" y="658626"/>
                  </a:lnTo>
                  <a:lnTo>
                    <a:pt x="404855" y="658100"/>
                  </a:lnTo>
                  <a:lnTo>
                    <a:pt x="404435" y="657623"/>
                  </a:lnTo>
                  <a:lnTo>
                    <a:pt x="404189" y="657483"/>
                  </a:lnTo>
                  <a:lnTo>
                    <a:pt x="403890" y="657331"/>
                  </a:lnTo>
                  <a:lnTo>
                    <a:pt x="403828" y="657141"/>
                  </a:lnTo>
                  <a:lnTo>
                    <a:pt x="403775" y="656955"/>
                  </a:lnTo>
                  <a:lnTo>
                    <a:pt x="403794" y="656823"/>
                  </a:lnTo>
                  <a:lnTo>
                    <a:pt x="403842" y="656624"/>
                  </a:lnTo>
                  <a:lnTo>
                    <a:pt x="403883" y="656284"/>
                  </a:lnTo>
                  <a:lnTo>
                    <a:pt x="403781" y="656002"/>
                  </a:lnTo>
                  <a:lnTo>
                    <a:pt x="404134" y="655721"/>
                  </a:lnTo>
                  <a:lnTo>
                    <a:pt x="404266" y="655372"/>
                  </a:lnTo>
                  <a:lnTo>
                    <a:pt x="404185" y="655047"/>
                  </a:lnTo>
                  <a:lnTo>
                    <a:pt x="403471" y="654703"/>
                  </a:lnTo>
                  <a:lnTo>
                    <a:pt x="403062" y="654698"/>
                  </a:lnTo>
                  <a:lnTo>
                    <a:pt x="401348" y="654730"/>
                  </a:lnTo>
                  <a:lnTo>
                    <a:pt x="400712" y="654885"/>
                  </a:lnTo>
                  <a:lnTo>
                    <a:pt x="400325" y="654176"/>
                  </a:lnTo>
                  <a:lnTo>
                    <a:pt x="400112" y="654153"/>
                  </a:lnTo>
                  <a:lnTo>
                    <a:pt x="399649" y="654194"/>
                  </a:lnTo>
                  <a:lnTo>
                    <a:pt x="399309" y="654350"/>
                  </a:lnTo>
                  <a:lnTo>
                    <a:pt x="399036" y="654488"/>
                  </a:lnTo>
                  <a:lnTo>
                    <a:pt x="398883" y="654572"/>
                  </a:lnTo>
                  <a:lnTo>
                    <a:pt x="398471" y="654728"/>
                  </a:lnTo>
                  <a:lnTo>
                    <a:pt x="397179" y="654292"/>
                  </a:lnTo>
                  <a:lnTo>
                    <a:pt x="396457" y="654435"/>
                  </a:lnTo>
                  <a:lnTo>
                    <a:pt x="396224" y="655111"/>
                  </a:lnTo>
                  <a:lnTo>
                    <a:pt x="396206" y="655356"/>
                  </a:lnTo>
                  <a:lnTo>
                    <a:pt x="395855" y="655706"/>
                  </a:lnTo>
                  <a:lnTo>
                    <a:pt x="395550" y="655774"/>
                  </a:lnTo>
                  <a:lnTo>
                    <a:pt x="394980" y="656023"/>
                  </a:lnTo>
                  <a:lnTo>
                    <a:pt x="394568" y="656312"/>
                  </a:lnTo>
                  <a:lnTo>
                    <a:pt x="394405" y="656684"/>
                  </a:lnTo>
                  <a:lnTo>
                    <a:pt x="394215" y="656699"/>
                  </a:lnTo>
                  <a:lnTo>
                    <a:pt x="393729" y="656554"/>
                  </a:lnTo>
                  <a:lnTo>
                    <a:pt x="393083" y="655983"/>
                  </a:lnTo>
                  <a:lnTo>
                    <a:pt x="392845" y="655705"/>
                  </a:lnTo>
                  <a:lnTo>
                    <a:pt x="392673" y="655494"/>
                  </a:lnTo>
                  <a:lnTo>
                    <a:pt x="392484" y="655359"/>
                  </a:lnTo>
                  <a:lnTo>
                    <a:pt x="391485" y="655305"/>
                  </a:lnTo>
                  <a:lnTo>
                    <a:pt x="390833" y="654874"/>
                  </a:lnTo>
                  <a:lnTo>
                    <a:pt x="390800" y="654725"/>
                  </a:lnTo>
                  <a:lnTo>
                    <a:pt x="390571" y="654378"/>
                  </a:lnTo>
                  <a:lnTo>
                    <a:pt x="389936" y="654392"/>
                  </a:lnTo>
                  <a:lnTo>
                    <a:pt x="389529" y="654042"/>
                  </a:lnTo>
                  <a:lnTo>
                    <a:pt x="389153" y="653873"/>
                  </a:lnTo>
                  <a:lnTo>
                    <a:pt x="388680" y="653916"/>
                  </a:lnTo>
                  <a:lnTo>
                    <a:pt x="388216" y="653938"/>
                  </a:lnTo>
                  <a:lnTo>
                    <a:pt x="387977" y="653940"/>
                  </a:lnTo>
                  <a:lnTo>
                    <a:pt x="387389" y="653757"/>
                  </a:lnTo>
                  <a:lnTo>
                    <a:pt x="387189" y="653617"/>
                  </a:lnTo>
                  <a:lnTo>
                    <a:pt x="386759" y="653442"/>
                  </a:lnTo>
                  <a:lnTo>
                    <a:pt x="386068" y="653338"/>
                  </a:lnTo>
                  <a:lnTo>
                    <a:pt x="385798" y="653583"/>
                  </a:lnTo>
                  <a:lnTo>
                    <a:pt x="385493" y="653738"/>
                  </a:lnTo>
                  <a:lnTo>
                    <a:pt x="384974" y="653786"/>
                  </a:lnTo>
                  <a:lnTo>
                    <a:pt x="384480" y="653570"/>
                  </a:lnTo>
                  <a:lnTo>
                    <a:pt x="384120" y="653369"/>
                  </a:lnTo>
                  <a:lnTo>
                    <a:pt x="383360" y="653043"/>
                  </a:lnTo>
                  <a:lnTo>
                    <a:pt x="382686" y="652954"/>
                  </a:lnTo>
                  <a:lnTo>
                    <a:pt x="382037" y="653054"/>
                  </a:lnTo>
                  <a:lnTo>
                    <a:pt x="381058" y="653180"/>
                  </a:lnTo>
                  <a:lnTo>
                    <a:pt x="380838" y="653195"/>
                  </a:lnTo>
                  <a:lnTo>
                    <a:pt x="380590" y="653233"/>
                  </a:lnTo>
                  <a:lnTo>
                    <a:pt x="380422" y="653471"/>
                  </a:lnTo>
                  <a:lnTo>
                    <a:pt x="380153" y="653936"/>
                  </a:lnTo>
                  <a:lnTo>
                    <a:pt x="380153" y="654573"/>
                  </a:lnTo>
                  <a:lnTo>
                    <a:pt x="380173" y="654843"/>
                  </a:lnTo>
                  <a:lnTo>
                    <a:pt x="380171" y="654972"/>
                  </a:lnTo>
                  <a:lnTo>
                    <a:pt x="380088" y="655605"/>
                  </a:lnTo>
                  <a:lnTo>
                    <a:pt x="379943" y="655775"/>
                  </a:lnTo>
                  <a:lnTo>
                    <a:pt x="379720" y="655895"/>
                  </a:lnTo>
                  <a:lnTo>
                    <a:pt x="378587" y="656067"/>
                  </a:lnTo>
                  <a:lnTo>
                    <a:pt x="378188" y="655912"/>
                  </a:lnTo>
                  <a:lnTo>
                    <a:pt x="377864" y="655808"/>
                  </a:lnTo>
                  <a:lnTo>
                    <a:pt x="377227" y="655917"/>
                  </a:lnTo>
                  <a:lnTo>
                    <a:pt x="377668" y="657011"/>
                  </a:lnTo>
                  <a:lnTo>
                    <a:pt x="377924" y="657955"/>
                  </a:lnTo>
                  <a:lnTo>
                    <a:pt x="377790" y="658128"/>
                  </a:lnTo>
                  <a:lnTo>
                    <a:pt x="377391" y="658634"/>
                  </a:lnTo>
                  <a:lnTo>
                    <a:pt x="377148" y="658868"/>
                  </a:lnTo>
                  <a:lnTo>
                    <a:pt x="377014" y="658970"/>
                  </a:lnTo>
                  <a:lnTo>
                    <a:pt x="376987" y="659366"/>
                  </a:lnTo>
                  <a:lnTo>
                    <a:pt x="376996" y="659613"/>
                  </a:lnTo>
                  <a:lnTo>
                    <a:pt x="377317" y="659868"/>
                  </a:lnTo>
                  <a:lnTo>
                    <a:pt x="376956" y="660434"/>
                  </a:lnTo>
                  <a:lnTo>
                    <a:pt x="376767" y="660706"/>
                  </a:lnTo>
                  <a:lnTo>
                    <a:pt x="376392" y="661172"/>
                  </a:lnTo>
                  <a:lnTo>
                    <a:pt x="376230" y="661314"/>
                  </a:lnTo>
                  <a:lnTo>
                    <a:pt x="375938" y="661390"/>
                  </a:lnTo>
                  <a:lnTo>
                    <a:pt x="375099" y="661437"/>
                  </a:lnTo>
                  <a:lnTo>
                    <a:pt x="374902" y="661339"/>
                  </a:lnTo>
                  <a:lnTo>
                    <a:pt x="374730" y="661149"/>
                  </a:lnTo>
                  <a:lnTo>
                    <a:pt x="374425" y="660866"/>
                  </a:lnTo>
                  <a:lnTo>
                    <a:pt x="374036" y="661134"/>
                  </a:lnTo>
                  <a:lnTo>
                    <a:pt x="373918" y="661439"/>
                  </a:lnTo>
                  <a:lnTo>
                    <a:pt x="373801" y="661888"/>
                  </a:lnTo>
                  <a:lnTo>
                    <a:pt x="373239" y="662309"/>
                  </a:lnTo>
                  <a:lnTo>
                    <a:pt x="373027" y="662333"/>
                  </a:lnTo>
                  <a:lnTo>
                    <a:pt x="371952" y="662324"/>
                  </a:lnTo>
                  <a:lnTo>
                    <a:pt x="371654" y="662365"/>
                  </a:lnTo>
                  <a:lnTo>
                    <a:pt x="371212" y="662498"/>
                  </a:lnTo>
                  <a:lnTo>
                    <a:pt x="370823" y="662895"/>
                  </a:lnTo>
                  <a:lnTo>
                    <a:pt x="370755" y="663876"/>
                  </a:lnTo>
                  <a:lnTo>
                    <a:pt x="370557" y="664014"/>
                  </a:lnTo>
                  <a:lnTo>
                    <a:pt x="370213" y="664037"/>
                  </a:lnTo>
                  <a:lnTo>
                    <a:pt x="369699" y="663432"/>
                  </a:lnTo>
                  <a:lnTo>
                    <a:pt x="369183" y="663996"/>
                  </a:lnTo>
                  <a:lnTo>
                    <a:pt x="368922" y="664234"/>
                  </a:lnTo>
                  <a:lnTo>
                    <a:pt x="368440" y="664377"/>
                  </a:lnTo>
                  <a:lnTo>
                    <a:pt x="367591" y="664639"/>
                  </a:lnTo>
                  <a:lnTo>
                    <a:pt x="367121" y="664785"/>
                  </a:lnTo>
                  <a:lnTo>
                    <a:pt x="366626" y="665198"/>
                  </a:lnTo>
                  <a:lnTo>
                    <a:pt x="366212" y="665756"/>
                  </a:lnTo>
                  <a:lnTo>
                    <a:pt x="366019" y="665784"/>
                  </a:lnTo>
                  <a:lnTo>
                    <a:pt x="364581" y="665603"/>
                  </a:lnTo>
                  <a:lnTo>
                    <a:pt x="364172" y="665822"/>
                  </a:lnTo>
                  <a:lnTo>
                    <a:pt x="364079" y="666946"/>
                  </a:lnTo>
                  <a:lnTo>
                    <a:pt x="364239" y="667448"/>
                  </a:lnTo>
                  <a:lnTo>
                    <a:pt x="364356" y="667735"/>
                  </a:lnTo>
                  <a:lnTo>
                    <a:pt x="364457" y="667973"/>
                  </a:lnTo>
                  <a:lnTo>
                    <a:pt x="364749" y="668990"/>
                  </a:lnTo>
                  <a:lnTo>
                    <a:pt x="364931" y="669734"/>
                  </a:lnTo>
                  <a:lnTo>
                    <a:pt x="365009" y="669971"/>
                  </a:lnTo>
                  <a:lnTo>
                    <a:pt x="365102" y="670123"/>
                  </a:lnTo>
                  <a:lnTo>
                    <a:pt x="365096" y="670703"/>
                  </a:lnTo>
                  <a:lnTo>
                    <a:pt x="364792" y="671193"/>
                  </a:lnTo>
                  <a:lnTo>
                    <a:pt x="364441" y="671749"/>
                  </a:lnTo>
                  <a:lnTo>
                    <a:pt x="363421" y="672542"/>
                  </a:lnTo>
                  <a:lnTo>
                    <a:pt x="363209" y="672605"/>
                  </a:lnTo>
                  <a:lnTo>
                    <a:pt x="362233" y="672726"/>
                  </a:lnTo>
                  <a:lnTo>
                    <a:pt x="361567" y="672422"/>
                  </a:lnTo>
                  <a:lnTo>
                    <a:pt x="360924" y="672702"/>
                  </a:lnTo>
                  <a:lnTo>
                    <a:pt x="360361" y="673357"/>
                  </a:lnTo>
                  <a:lnTo>
                    <a:pt x="360294" y="673589"/>
                  </a:lnTo>
                  <a:lnTo>
                    <a:pt x="360255" y="673780"/>
                  </a:lnTo>
                  <a:lnTo>
                    <a:pt x="360136" y="674175"/>
                  </a:lnTo>
                  <a:lnTo>
                    <a:pt x="359507" y="674383"/>
                  </a:lnTo>
                  <a:lnTo>
                    <a:pt x="359106" y="674328"/>
                  </a:lnTo>
                  <a:lnTo>
                    <a:pt x="358490" y="674367"/>
                  </a:lnTo>
                  <a:lnTo>
                    <a:pt x="357102" y="674939"/>
                  </a:lnTo>
                  <a:lnTo>
                    <a:pt x="356857" y="674977"/>
                  </a:lnTo>
                  <a:lnTo>
                    <a:pt x="355617" y="674774"/>
                  </a:lnTo>
                  <a:lnTo>
                    <a:pt x="355264" y="674696"/>
                  </a:lnTo>
                  <a:lnTo>
                    <a:pt x="354884" y="674576"/>
                  </a:lnTo>
                  <a:lnTo>
                    <a:pt x="354545" y="674439"/>
                  </a:lnTo>
                  <a:lnTo>
                    <a:pt x="354269" y="674261"/>
                  </a:lnTo>
                  <a:lnTo>
                    <a:pt x="353724" y="674465"/>
                  </a:lnTo>
                  <a:lnTo>
                    <a:pt x="351900" y="674919"/>
                  </a:lnTo>
                  <a:lnTo>
                    <a:pt x="351636" y="674992"/>
                  </a:lnTo>
                  <a:lnTo>
                    <a:pt x="351065" y="675019"/>
                  </a:lnTo>
                  <a:lnTo>
                    <a:pt x="350900" y="675118"/>
                  </a:lnTo>
                  <a:lnTo>
                    <a:pt x="350507" y="675371"/>
                  </a:lnTo>
                  <a:lnTo>
                    <a:pt x="350228" y="675574"/>
                  </a:lnTo>
                  <a:lnTo>
                    <a:pt x="349858" y="675984"/>
                  </a:lnTo>
                  <a:lnTo>
                    <a:pt x="349305" y="676220"/>
                  </a:lnTo>
                  <a:lnTo>
                    <a:pt x="347926" y="676341"/>
                  </a:lnTo>
                  <a:lnTo>
                    <a:pt x="347017" y="676260"/>
                  </a:lnTo>
                  <a:lnTo>
                    <a:pt x="346544" y="676060"/>
                  </a:lnTo>
                  <a:lnTo>
                    <a:pt x="346051" y="676134"/>
                  </a:lnTo>
                  <a:lnTo>
                    <a:pt x="345386" y="676164"/>
                  </a:lnTo>
                  <a:lnTo>
                    <a:pt x="344903" y="676174"/>
                  </a:lnTo>
                  <a:lnTo>
                    <a:pt x="344527" y="676157"/>
                  </a:lnTo>
                  <a:lnTo>
                    <a:pt x="344126" y="676136"/>
                  </a:lnTo>
                  <a:lnTo>
                    <a:pt x="343633" y="675926"/>
                  </a:lnTo>
                  <a:lnTo>
                    <a:pt x="343280" y="675912"/>
                  </a:lnTo>
                  <a:lnTo>
                    <a:pt x="342048" y="676151"/>
                  </a:lnTo>
                  <a:lnTo>
                    <a:pt x="341721" y="675728"/>
                  </a:lnTo>
                  <a:lnTo>
                    <a:pt x="341480" y="675273"/>
                  </a:lnTo>
                  <a:lnTo>
                    <a:pt x="341583" y="674822"/>
                  </a:lnTo>
                  <a:lnTo>
                    <a:pt x="341642" y="674525"/>
                  </a:lnTo>
                  <a:lnTo>
                    <a:pt x="341488" y="673680"/>
                  </a:lnTo>
                  <a:lnTo>
                    <a:pt x="341099" y="673434"/>
                  </a:lnTo>
                  <a:lnTo>
                    <a:pt x="340681" y="673339"/>
                  </a:lnTo>
                  <a:lnTo>
                    <a:pt x="339508" y="672449"/>
                  </a:lnTo>
                  <a:lnTo>
                    <a:pt x="339217" y="671692"/>
                  </a:lnTo>
                  <a:lnTo>
                    <a:pt x="339080" y="671468"/>
                  </a:lnTo>
                  <a:lnTo>
                    <a:pt x="338400" y="671345"/>
                  </a:lnTo>
                  <a:lnTo>
                    <a:pt x="338056" y="671321"/>
                  </a:lnTo>
                  <a:lnTo>
                    <a:pt x="337515" y="671185"/>
                  </a:lnTo>
                  <a:lnTo>
                    <a:pt x="337358" y="671092"/>
                  </a:lnTo>
                  <a:lnTo>
                    <a:pt x="337010" y="671137"/>
                  </a:lnTo>
                  <a:lnTo>
                    <a:pt x="336641" y="671123"/>
                  </a:lnTo>
                  <a:lnTo>
                    <a:pt x="336033" y="670885"/>
                  </a:lnTo>
                  <a:lnTo>
                    <a:pt x="335844" y="670618"/>
                  </a:lnTo>
                  <a:lnTo>
                    <a:pt x="335784" y="670468"/>
                  </a:lnTo>
                  <a:lnTo>
                    <a:pt x="335314" y="670796"/>
                  </a:lnTo>
                  <a:lnTo>
                    <a:pt x="334903" y="670891"/>
                  </a:lnTo>
                  <a:lnTo>
                    <a:pt x="334744" y="670741"/>
                  </a:lnTo>
                  <a:lnTo>
                    <a:pt x="334535" y="670646"/>
                  </a:lnTo>
                  <a:lnTo>
                    <a:pt x="334048" y="671199"/>
                  </a:lnTo>
                  <a:lnTo>
                    <a:pt x="333528" y="671203"/>
                  </a:lnTo>
                  <a:lnTo>
                    <a:pt x="333264" y="671019"/>
                  </a:lnTo>
                  <a:lnTo>
                    <a:pt x="333014" y="670920"/>
                  </a:lnTo>
                  <a:lnTo>
                    <a:pt x="331815" y="670797"/>
                  </a:lnTo>
                  <a:lnTo>
                    <a:pt x="331645" y="670999"/>
                  </a:lnTo>
                  <a:lnTo>
                    <a:pt x="331487" y="671311"/>
                  </a:lnTo>
                  <a:lnTo>
                    <a:pt x="331310" y="671864"/>
                  </a:lnTo>
                  <a:lnTo>
                    <a:pt x="331100" y="671837"/>
                  </a:lnTo>
                  <a:lnTo>
                    <a:pt x="330947" y="671729"/>
                  </a:lnTo>
                  <a:lnTo>
                    <a:pt x="330557" y="671403"/>
                  </a:lnTo>
                  <a:lnTo>
                    <a:pt x="330212" y="671475"/>
                  </a:lnTo>
                  <a:lnTo>
                    <a:pt x="329970" y="671677"/>
                  </a:lnTo>
                  <a:lnTo>
                    <a:pt x="329768" y="671836"/>
                  </a:lnTo>
                  <a:lnTo>
                    <a:pt x="329385" y="671897"/>
                  </a:lnTo>
                  <a:lnTo>
                    <a:pt x="328834" y="670812"/>
                  </a:lnTo>
                  <a:lnTo>
                    <a:pt x="328627" y="670383"/>
                  </a:lnTo>
                  <a:lnTo>
                    <a:pt x="328434" y="669883"/>
                  </a:lnTo>
                  <a:lnTo>
                    <a:pt x="328276" y="669797"/>
                  </a:lnTo>
                  <a:lnTo>
                    <a:pt x="327776" y="669696"/>
                  </a:lnTo>
                  <a:lnTo>
                    <a:pt x="326675" y="670023"/>
                  </a:lnTo>
                  <a:lnTo>
                    <a:pt x="325617" y="669533"/>
                  </a:lnTo>
                  <a:lnTo>
                    <a:pt x="325382" y="668863"/>
                  </a:lnTo>
                  <a:lnTo>
                    <a:pt x="324962" y="668841"/>
                  </a:lnTo>
                  <a:lnTo>
                    <a:pt x="324680" y="668982"/>
                  </a:lnTo>
                  <a:lnTo>
                    <a:pt x="324281" y="668878"/>
                  </a:lnTo>
                  <a:lnTo>
                    <a:pt x="324237" y="668627"/>
                  </a:lnTo>
                  <a:lnTo>
                    <a:pt x="324365" y="668475"/>
                  </a:lnTo>
                  <a:lnTo>
                    <a:pt x="324491" y="668230"/>
                  </a:lnTo>
                  <a:lnTo>
                    <a:pt x="324515" y="668071"/>
                  </a:lnTo>
                  <a:lnTo>
                    <a:pt x="324430" y="667907"/>
                  </a:lnTo>
                  <a:lnTo>
                    <a:pt x="324015" y="667769"/>
                  </a:lnTo>
                  <a:lnTo>
                    <a:pt x="323187" y="668250"/>
                  </a:lnTo>
                  <a:lnTo>
                    <a:pt x="322729" y="668171"/>
                  </a:lnTo>
                  <a:lnTo>
                    <a:pt x="322598" y="668092"/>
                  </a:lnTo>
                  <a:lnTo>
                    <a:pt x="322250" y="668140"/>
                  </a:lnTo>
                  <a:lnTo>
                    <a:pt x="322089" y="668333"/>
                  </a:lnTo>
                  <a:lnTo>
                    <a:pt x="321553" y="669016"/>
                  </a:lnTo>
                  <a:lnTo>
                    <a:pt x="321454" y="669283"/>
                  </a:lnTo>
                  <a:lnTo>
                    <a:pt x="321442" y="669583"/>
                  </a:lnTo>
                  <a:lnTo>
                    <a:pt x="321843" y="669924"/>
                  </a:lnTo>
                  <a:lnTo>
                    <a:pt x="321691" y="670611"/>
                  </a:lnTo>
                  <a:lnTo>
                    <a:pt x="321404" y="671255"/>
                  </a:lnTo>
                  <a:lnTo>
                    <a:pt x="321082" y="671332"/>
                  </a:lnTo>
                  <a:lnTo>
                    <a:pt x="320894" y="671331"/>
                  </a:lnTo>
                  <a:lnTo>
                    <a:pt x="320713" y="671329"/>
                  </a:lnTo>
                  <a:lnTo>
                    <a:pt x="320280" y="671380"/>
                  </a:lnTo>
                  <a:lnTo>
                    <a:pt x="320451" y="671719"/>
                  </a:lnTo>
                  <a:lnTo>
                    <a:pt x="321127" y="672589"/>
                  </a:lnTo>
                  <a:lnTo>
                    <a:pt x="320423" y="672500"/>
                  </a:lnTo>
                  <a:lnTo>
                    <a:pt x="319738" y="672513"/>
                  </a:lnTo>
                  <a:lnTo>
                    <a:pt x="319103" y="672563"/>
                  </a:lnTo>
                  <a:lnTo>
                    <a:pt x="318743" y="672538"/>
                  </a:lnTo>
                  <a:lnTo>
                    <a:pt x="317764" y="672265"/>
                  </a:lnTo>
                  <a:lnTo>
                    <a:pt x="317432" y="671790"/>
                  </a:lnTo>
                  <a:lnTo>
                    <a:pt x="316933" y="671576"/>
                  </a:lnTo>
                  <a:lnTo>
                    <a:pt x="316260" y="671913"/>
                  </a:lnTo>
                  <a:lnTo>
                    <a:pt x="315260" y="671818"/>
                  </a:lnTo>
                  <a:lnTo>
                    <a:pt x="315021" y="671518"/>
                  </a:lnTo>
                  <a:lnTo>
                    <a:pt x="314019" y="671036"/>
                  </a:lnTo>
                  <a:lnTo>
                    <a:pt x="313605" y="671049"/>
                  </a:lnTo>
                  <a:lnTo>
                    <a:pt x="313102" y="671059"/>
                  </a:lnTo>
                  <a:lnTo>
                    <a:pt x="312792" y="670995"/>
                  </a:lnTo>
                  <a:lnTo>
                    <a:pt x="312647" y="670961"/>
                  </a:lnTo>
                  <a:lnTo>
                    <a:pt x="311171" y="671076"/>
                  </a:lnTo>
                  <a:lnTo>
                    <a:pt x="309550" y="671382"/>
                  </a:lnTo>
                  <a:lnTo>
                    <a:pt x="308572" y="671322"/>
                  </a:lnTo>
                  <a:lnTo>
                    <a:pt x="308239" y="671389"/>
                  </a:lnTo>
                  <a:lnTo>
                    <a:pt x="307258" y="671241"/>
                  </a:lnTo>
                  <a:lnTo>
                    <a:pt x="306880" y="671235"/>
                  </a:lnTo>
                  <a:lnTo>
                    <a:pt x="306744" y="670837"/>
                  </a:lnTo>
                  <a:lnTo>
                    <a:pt x="306829" y="670508"/>
                  </a:lnTo>
                  <a:lnTo>
                    <a:pt x="306829" y="670165"/>
                  </a:lnTo>
                  <a:lnTo>
                    <a:pt x="306489" y="669876"/>
                  </a:lnTo>
                  <a:lnTo>
                    <a:pt x="305988" y="669747"/>
                  </a:lnTo>
                  <a:lnTo>
                    <a:pt x="305489" y="669381"/>
                  </a:lnTo>
                  <a:lnTo>
                    <a:pt x="305782" y="668818"/>
                  </a:lnTo>
                  <a:lnTo>
                    <a:pt x="305724" y="668576"/>
                  </a:lnTo>
                  <a:lnTo>
                    <a:pt x="305345" y="668352"/>
                  </a:lnTo>
                  <a:lnTo>
                    <a:pt x="305148" y="668446"/>
                  </a:lnTo>
                  <a:lnTo>
                    <a:pt x="304558" y="668634"/>
                  </a:lnTo>
                  <a:lnTo>
                    <a:pt x="303970" y="668392"/>
                  </a:lnTo>
                  <a:lnTo>
                    <a:pt x="303710" y="668035"/>
                  </a:lnTo>
                  <a:lnTo>
                    <a:pt x="303340" y="667909"/>
                  </a:lnTo>
                  <a:lnTo>
                    <a:pt x="302911" y="667847"/>
                  </a:lnTo>
                  <a:lnTo>
                    <a:pt x="302617" y="668128"/>
                  </a:lnTo>
                  <a:lnTo>
                    <a:pt x="301650" y="668587"/>
                  </a:lnTo>
                  <a:lnTo>
                    <a:pt x="301291" y="668359"/>
                  </a:lnTo>
                  <a:lnTo>
                    <a:pt x="300396" y="667965"/>
                  </a:lnTo>
                  <a:lnTo>
                    <a:pt x="300179" y="667960"/>
                  </a:lnTo>
                  <a:lnTo>
                    <a:pt x="299977" y="668331"/>
                  </a:lnTo>
                  <a:lnTo>
                    <a:pt x="299419" y="668621"/>
                  </a:lnTo>
                  <a:lnTo>
                    <a:pt x="298959" y="668321"/>
                  </a:lnTo>
                  <a:lnTo>
                    <a:pt x="298942" y="668138"/>
                  </a:lnTo>
                  <a:lnTo>
                    <a:pt x="298561" y="667923"/>
                  </a:lnTo>
                  <a:lnTo>
                    <a:pt x="297693" y="667639"/>
                  </a:lnTo>
                  <a:lnTo>
                    <a:pt x="297212" y="667497"/>
                  </a:lnTo>
                  <a:lnTo>
                    <a:pt x="296783" y="667455"/>
                  </a:lnTo>
                  <a:lnTo>
                    <a:pt x="296335" y="667259"/>
                  </a:lnTo>
                  <a:lnTo>
                    <a:pt x="296219" y="666750"/>
                  </a:lnTo>
                  <a:lnTo>
                    <a:pt x="296280" y="666554"/>
                  </a:lnTo>
                  <a:lnTo>
                    <a:pt x="295759" y="665903"/>
                  </a:lnTo>
                  <a:lnTo>
                    <a:pt x="295355" y="666172"/>
                  </a:lnTo>
                  <a:lnTo>
                    <a:pt x="295200" y="666458"/>
                  </a:lnTo>
                  <a:lnTo>
                    <a:pt x="294978" y="667055"/>
                  </a:lnTo>
                  <a:lnTo>
                    <a:pt x="294754" y="667175"/>
                  </a:lnTo>
                  <a:lnTo>
                    <a:pt x="294183" y="667773"/>
                  </a:lnTo>
                  <a:lnTo>
                    <a:pt x="293929" y="668194"/>
                  </a:lnTo>
                  <a:lnTo>
                    <a:pt x="293218" y="668842"/>
                  </a:lnTo>
                  <a:lnTo>
                    <a:pt x="292519" y="668860"/>
                  </a:lnTo>
                  <a:lnTo>
                    <a:pt x="291999" y="668863"/>
                  </a:lnTo>
                  <a:lnTo>
                    <a:pt x="291758" y="668849"/>
                  </a:lnTo>
                  <a:lnTo>
                    <a:pt x="291404" y="668851"/>
                  </a:lnTo>
                  <a:lnTo>
                    <a:pt x="290936" y="668896"/>
                  </a:lnTo>
                  <a:lnTo>
                    <a:pt x="290418" y="669623"/>
                  </a:lnTo>
                  <a:lnTo>
                    <a:pt x="290194" y="669932"/>
                  </a:lnTo>
                  <a:lnTo>
                    <a:pt x="289741" y="670458"/>
                  </a:lnTo>
                  <a:lnTo>
                    <a:pt x="289636" y="670813"/>
                  </a:lnTo>
                  <a:lnTo>
                    <a:pt x="289611" y="670970"/>
                  </a:lnTo>
                  <a:lnTo>
                    <a:pt x="289589" y="671147"/>
                  </a:lnTo>
                  <a:lnTo>
                    <a:pt x="289568" y="671318"/>
                  </a:lnTo>
                  <a:lnTo>
                    <a:pt x="289312" y="671715"/>
                  </a:lnTo>
                  <a:lnTo>
                    <a:pt x="289272" y="672446"/>
                  </a:lnTo>
                  <a:lnTo>
                    <a:pt x="289105" y="673428"/>
                  </a:lnTo>
                  <a:lnTo>
                    <a:pt x="289555" y="674036"/>
                  </a:lnTo>
                  <a:lnTo>
                    <a:pt x="290187" y="674689"/>
                  </a:lnTo>
                  <a:lnTo>
                    <a:pt x="290462" y="674864"/>
                  </a:lnTo>
                  <a:lnTo>
                    <a:pt x="290621" y="674935"/>
                  </a:lnTo>
                  <a:lnTo>
                    <a:pt x="290917" y="675088"/>
                  </a:lnTo>
                  <a:lnTo>
                    <a:pt x="291638" y="675996"/>
                  </a:lnTo>
                  <a:lnTo>
                    <a:pt x="291646" y="676214"/>
                  </a:lnTo>
                  <a:lnTo>
                    <a:pt x="291637" y="676439"/>
                  </a:lnTo>
                  <a:lnTo>
                    <a:pt x="291678" y="676777"/>
                  </a:lnTo>
                  <a:lnTo>
                    <a:pt x="292180" y="677012"/>
                  </a:lnTo>
                  <a:lnTo>
                    <a:pt x="292953" y="677535"/>
                  </a:lnTo>
                  <a:lnTo>
                    <a:pt x="292656" y="677730"/>
                  </a:lnTo>
                  <a:lnTo>
                    <a:pt x="292187" y="677681"/>
                  </a:lnTo>
                  <a:lnTo>
                    <a:pt x="291749" y="677713"/>
                  </a:lnTo>
                  <a:lnTo>
                    <a:pt x="291253" y="677845"/>
                  </a:lnTo>
                  <a:lnTo>
                    <a:pt x="290938" y="677780"/>
                  </a:lnTo>
                  <a:lnTo>
                    <a:pt x="290517" y="677613"/>
                  </a:lnTo>
                  <a:lnTo>
                    <a:pt x="290267" y="677492"/>
                  </a:lnTo>
                  <a:lnTo>
                    <a:pt x="290088" y="677458"/>
                  </a:lnTo>
                  <a:lnTo>
                    <a:pt x="289661" y="677629"/>
                  </a:lnTo>
                  <a:lnTo>
                    <a:pt x="289552" y="677825"/>
                  </a:lnTo>
                  <a:lnTo>
                    <a:pt x="288798" y="677711"/>
                  </a:lnTo>
                  <a:lnTo>
                    <a:pt x="288357" y="678049"/>
                  </a:lnTo>
                  <a:lnTo>
                    <a:pt x="288100" y="678567"/>
                  </a:lnTo>
                  <a:lnTo>
                    <a:pt x="287562" y="678783"/>
                  </a:lnTo>
                  <a:lnTo>
                    <a:pt x="287126" y="678949"/>
                  </a:lnTo>
                  <a:lnTo>
                    <a:pt x="286938" y="679043"/>
                  </a:lnTo>
                  <a:lnTo>
                    <a:pt x="287053" y="679618"/>
                  </a:lnTo>
                  <a:lnTo>
                    <a:pt x="287461" y="679983"/>
                  </a:lnTo>
                  <a:lnTo>
                    <a:pt x="287492" y="680426"/>
                  </a:lnTo>
                  <a:lnTo>
                    <a:pt x="287214" y="680613"/>
                  </a:lnTo>
                  <a:lnTo>
                    <a:pt x="286607" y="681308"/>
                  </a:lnTo>
                  <a:lnTo>
                    <a:pt x="286437" y="681593"/>
                  </a:lnTo>
                  <a:lnTo>
                    <a:pt x="285513" y="682067"/>
                  </a:lnTo>
                  <a:lnTo>
                    <a:pt x="283840" y="683332"/>
                  </a:lnTo>
                  <a:lnTo>
                    <a:pt x="283707" y="683432"/>
                  </a:lnTo>
                  <a:lnTo>
                    <a:pt x="282597" y="684267"/>
                  </a:lnTo>
                  <a:lnTo>
                    <a:pt x="282305" y="684380"/>
                  </a:lnTo>
                  <a:lnTo>
                    <a:pt x="281777" y="684328"/>
                  </a:lnTo>
                  <a:lnTo>
                    <a:pt x="281519" y="684222"/>
                  </a:lnTo>
                  <a:lnTo>
                    <a:pt x="281296" y="684110"/>
                  </a:lnTo>
                  <a:lnTo>
                    <a:pt x="280989" y="683968"/>
                  </a:lnTo>
                  <a:lnTo>
                    <a:pt x="280668" y="683860"/>
                  </a:lnTo>
                  <a:lnTo>
                    <a:pt x="279857" y="684590"/>
                  </a:lnTo>
                  <a:lnTo>
                    <a:pt x="279731" y="684738"/>
                  </a:lnTo>
                  <a:lnTo>
                    <a:pt x="279557" y="684947"/>
                  </a:lnTo>
                  <a:lnTo>
                    <a:pt x="279167" y="686271"/>
                  </a:lnTo>
                  <a:lnTo>
                    <a:pt x="279293" y="686560"/>
                  </a:lnTo>
                  <a:lnTo>
                    <a:pt x="278696" y="687557"/>
                  </a:lnTo>
                  <a:lnTo>
                    <a:pt x="278730" y="687854"/>
                  </a:lnTo>
                  <a:lnTo>
                    <a:pt x="278868" y="688041"/>
                  </a:lnTo>
                  <a:lnTo>
                    <a:pt x="279084" y="688522"/>
                  </a:lnTo>
                  <a:lnTo>
                    <a:pt x="278719" y="688631"/>
                  </a:lnTo>
                  <a:lnTo>
                    <a:pt x="278529" y="688943"/>
                  </a:lnTo>
                  <a:lnTo>
                    <a:pt x="278542" y="689248"/>
                  </a:lnTo>
                  <a:lnTo>
                    <a:pt x="278653" y="689980"/>
                  </a:lnTo>
                  <a:lnTo>
                    <a:pt x="279187" y="690248"/>
                  </a:lnTo>
                  <a:lnTo>
                    <a:pt x="279274" y="690446"/>
                  </a:lnTo>
                  <a:lnTo>
                    <a:pt x="279276" y="690592"/>
                  </a:lnTo>
                  <a:lnTo>
                    <a:pt x="279122" y="691038"/>
                  </a:lnTo>
                  <a:lnTo>
                    <a:pt x="278903" y="691291"/>
                  </a:lnTo>
                  <a:lnTo>
                    <a:pt x="279016" y="691631"/>
                  </a:lnTo>
                  <a:lnTo>
                    <a:pt x="279057" y="691816"/>
                  </a:lnTo>
                  <a:lnTo>
                    <a:pt x="278901" y="692292"/>
                  </a:lnTo>
                  <a:lnTo>
                    <a:pt x="278528" y="692353"/>
                  </a:lnTo>
                  <a:lnTo>
                    <a:pt x="278106" y="692387"/>
                  </a:lnTo>
                  <a:lnTo>
                    <a:pt x="277804" y="692548"/>
                  </a:lnTo>
                  <a:lnTo>
                    <a:pt x="277649" y="692642"/>
                  </a:lnTo>
                  <a:lnTo>
                    <a:pt x="277455" y="693142"/>
                  </a:lnTo>
                  <a:lnTo>
                    <a:pt x="277383" y="693684"/>
                  </a:lnTo>
                  <a:lnTo>
                    <a:pt x="277425" y="694166"/>
                  </a:lnTo>
                  <a:lnTo>
                    <a:pt x="277057" y="694488"/>
                  </a:lnTo>
                  <a:lnTo>
                    <a:pt x="276632" y="694360"/>
                  </a:lnTo>
                  <a:lnTo>
                    <a:pt x="275902" y="694213"/>
                  </a:lnTo>
                  <a:lnTo>
                    <a:pt x="275677" y="694204"/>
                  </a:lnTo>
                  <a:lnTo>
                    <a:pt x="274721" y="694365"/>
                  </a:lnTo>
                  <a:lnTo>
                    <a:pt x="274433" y="694643"/>
                  </a:lnTo>
                  <a:lnTo>
                    <a:pt x="274298" y="694790"/>
                  </a:lnTo>
                  <a:lnTo>
                    <a:pt x="274995" y="696045"/>
                  </a:lnTo>
                  <a:lnTo>
                    <a:pt x="275056" y="696518"/>
                  </a:lnTo>
                  <a:lnTo>
                    <a:pt x="274934" y="696914"/>
                  </a:lnTo>
                  <a:lnTo>
                    <a:pt x="274733" y="697400"/>
                  </a:lnTo>
                  <a:lnTo>
                    <a:pt x="274431" y="697896"/>
                  </a:lnTo>
                  <a:lnTo>
                    <a:pt x="274428" y="698088"/>
                  </a:lnTo>
                  <a:lnTo>
                    <a:pt x="274369" y="698536"/>
                  </a:lnTo>
                  <a:lnTo>
                    <a:pt x="274004" y="699060"/>
                  </a:lnTo>
                  <a:lnTo>
                    <a:pt x="273562" y="699728"/>
                  </a:lnTo>
                  <a:lnTo>
                    <a:pt x="273187" y="700725"/>
                  </a:lnTo>
                  <a:lnTo>
                    <a:pt x="273256" y="701060"/>
                  </a:lnTo>
                  <a:lnTo>
                    <a:pt x="273322" y="701775"/>
                  </a:lnTo>
                  <a:lnTo>
                    <a:pt x="273404" y="702435"/>
                  </a:lnTo>
                  <a:lnTo>
                    <a:pt x="273492" y="702883"/>
                  </a:lnTo>
                  <a:lnTo>
                    <a:pt x="273080" y="702996"/>
                  </a:lnTo>
                  <a:lnTo>
                    <a:pt x="272750" y="703086"/>
                  </a:lnTo>
                  <a:lnTo>
                    <a:pt x="272484" y="703171"/>
                  </a:lnTo>
                  <a:lnTo>
                    <a:pt x="271791" y="703526"/>
                  </a:lnTo>
                  <a:lnTo>
                    <a:pt x="271879" y="704246"/>
                  </a:lnTo>
                  <a:lnTo>
                    <a:pt x="272058" y="704270"/>
                  </a:lnTo>
                  <a:lnTo>
                    <a:pt x="272278" y="704332"/>
                  </a:lnTo>
                  <a:lnTo>
                    <a:pt x="272663" y="704470"/>
                  </a:lnTo>
                  <a:lnTo>
                    <a:pt x="272838" y="704774"/>
                  </a:lnTo>
                  <a:lnTo>
                    <a:pt x="272773" y="705085"/>
                  </a:lnTo>
                  <a:lnTo>
                    <a:pt x="272702" y="705856"/>
                  </a:lnTo>
                  <a:lnTo>
                    <a:pt x="272431" y="705916"/>
                  </a:lnTo>
                  <a:lnTo>
                    <a:pt x="272199" y="705964"/>
                  </a:lnTo>
                  <a:lnTo>
                    <a:pt x="271787" y="706050"/>
                  </a:lnTo>
                  <a:lnTo>
                    <a:pt x="271771" y="706211"/>
                  </a:lnTo>
                  <a:lnTo>
                    <a:pt x="271762" y="706515"/>
                  </a:lnTo>
                  <a:lnTo>
                    <a:pt x="271569" y="707012"/>
                  </a:lnTo>
                  <a:lnTo>
                    <a:pt x="271258" y="707306"/>
                  </a:lnTo>
                  <a:lnTo>
                    <a:pt x="271274" y="707554"/>
                  </a:lnTo>
                  <a:lnTo>
                    <a:pt x="271553" y="707933"/>
                  </a:lnTo>
                  <a:lnTo>
                    <a:pt x="271135" y="708242"/>
                  </a:lnTo>
                  <a:lnTo>
                    <a:pt x="270752" y="708596"/>
                  </a:lnTo>
                  <a:lnTo>
                    <a:pt x="270668" y="709036"/>
                  </a:lnTo>
                  <a:lnTo>
                    <a:pt x="270642" y="709411"/>
                  </a:lnTo>
                  <a:lnTo>
                    <a:pt x="270972" y="709531"/>
                  </a:lnTo>
                  <a:lnTo>
                    <a:pt x="271563" y="710048"/>
                  </a:lnTo>
                  <a:lnTo>
                    <a:pt x="271377" y="710143"/>
                  </a:lnTo>
                  <a:lnTo>
                    <a:pt x="271206" y="710077"/>
                  </a:lnTo>
                  <a:lnTo>
                    <a:pt x="270853" y="710022"/>
                  </a:lnTo>
                  <a:lnTo>
                    <a:pt x="271004" y="710363"/>
                  </a:lnTo>
                  <a:lnTo>
                    <a:pt x="270957" y="710793"/>
                  </a:lnTo>
                  <a:lnTo>
                    <a:pt x="270457" y="710975"/>
                  </a:lnTo>
                  <a:lnTo>
                    <a:pt x="269996" y="711231"/>
                  </a:lnTo>
                  <a:lnTo>
                    <a:pt x="270035" y="711571"/>
                  </a:lnTo>
                  <a:lnTo>
                    <a:pt x="269805" y="712207"/>
                  </a:lnTo>
                  <a:lnTo>
                    <a:pt x="269574" y="712211"/>
                  </a:lnTo>
                  <a:lnTo>
                    <a:pt x="269306" y="712228"/>
                  </a:lnTo>
                  <a:lnTo>
                    <a:pt x="268887" y="712698"/>
                  </a:lnTo>
                  <a:lnTo>
                    <a:pt x="268124" y="712884"/>
                  </a:lnTo>
                  <a:lnTo>
                    <a:pt x="267806" y="712898"/>
                  </a:lnTo>
                  <a:lnTo>
                    <a:pt x="266820" y="712945"/>
                  </a:lnTo>
                  <a:lnTo>
                    <a:pt x="266289" y="713094"/>
                  </a:lnTo>
                  <a:lnTo>
                    <a:pt x="265413" y="713009"/>
                  </a:lnTo>
                  <a:lnTo>
                    <a:pt x="265251" y="712791"/>
                  </a:lnTo>
                  <a:lnTo>
                    <a:pt x="264997" y="712595"/>
                  </a:lnTo>
                  <a:lnTo>
                    <a:pt x="264841" y="712621"/>
                  </a:lnTo>
                  <a:lnTo>
                    <a:pt x="264111" y="713061"/>
                  </a:lnTo>
                  <a:lnTo>
                    <a:pt x="264143" y="713310"/>
                  </a:lnTo>
                  <a:lnTo>
                    <a:pt x="263906" y="713843"/>
                  </a:lnTo>
                  <a:lnTo>
                    <a:pt x="263591" y="714075"/>
                  </a:lnTo>
                  <a:lnTo>
                    <a:pt x="262649" y="714087"/>
                  </a:lnTo>
                  <a:lnTo>
                    <a:pt x="262275" y="714067"/>
                  </a:lnTo>
                  <a:lnTo>
                    <a:pt x="261423" y="714276"/>
                  </a:lnTo>
                  <a:lnTo>
                    <a:pt x="260999" y="714083"/>
                  </a:lnTo>
                  <a:lnTo>
                    <a:pt x="260976" y="713922"/>
                  </a:lnTo>
                  <a:lnTo>
                    <a:pt x="260539" y="713526"/>
                  </a:lnTo>
                  <a:lnTo>
                    <a:pt x="259885" y="713795"/>
                  </a:lnTo>
                  <a:lnTo>
                    <a:pt x="259458" y="713901"/>
                  </a:lnTo>
                  <a:lnTo>
                    <a:pt x="259228" y="713929"/>
                  </a:lnTo>
                  <a:lnTo>
                    <a:pt x="258734" y="713878"/>
                  </a:lnTo>
                  <a:lnTo>
                    <a:pt x="258352" y="713300"/>
                  </a:lnTo>
                  <a:lnTo>
                    <a:pt x="258131" y="712947"/>
                  </a:lnTo>
                  <a:lnTo>
                    <a:pt x="257747" y="713096"/>
                  </a:lnTo>
                  <a:lnTo>
                    <a:pt x="257666" y="713354"/>
                  </a:lnTo>
                  <a:lnTo>
                    <a:pt x="257202" y="713855"/>
                  </a:lnTo>
                  <a:lnTo>
                    <a:pt x="255576" y="714456"/>
                  </a:lnTo>
                  <a:lnTo>
                    <a:pt x="255096" y="714269"/>
                  </a:lnTo>
                  <a:lnTo>
                    <a:pt x="254232" y="714491"/>
                  </a:lnTo>
                  <a:lnTo>
                    <a:pt x="253794" y="714570"/>
                  </a:lnTo>
                  <a:lnTo>
                    <a:pt x="253275" y="714420"/>
                  </a:lnTo>
                  <a:lnTo>
                    <a:pt x="252595" y="714294"/>
                  </a:lnTo>
                  <a:lnTo>
                    <a:pt x="251989" y="714581"/>
                  </a:lnTo>
                  <a:lnTo>
                    <a:pt x="251568" y="714983"/>
                  </a:lnTo>
                  <a:lnTo>
                    <a:pt x="251087" y="714919"/>
                  </a:lnTo>
                  <a:lnTo>
                    <a:pt x="250430" y="715055"/>
                  </a:lnTo>
                  <a:lnTo>
                    <a:pt x="250155" y="715231"/>
                  </a:lnTo>
                  <a:lnTo>
                    <a:pt x="249797" y="714998"/>
                  </a:lnTo>
                  <a:lnTo>
                    <a:pt x="249473" y="714718"/>
                  </a:lnTo>
                  <a:lnTo>
                    <a:pt x="249238" y="714661"/>
                  </a:lnTo>
                  <a:lnTo>
                    <a:pt x="249066" y="714647"/>
                  </a:lnTo>
                  <a:lnTo>
                    <a:pt x="248395" y="714750"/>
                  </a:lnTo>
                  <a:lnTo>
                    <a:pt x="247775" y="714641"/>
                  </a:lnTo>
                  <a:lnTo>
                    <a:pt x="246878" y="714668"/>
                  </a:lnTo>
                  <a:lnTo>
                    <a:pt x="246533" y="714741"/>
                  </a:lnTo>
                  <a:lnTo>
                    <a:pt x="246289" y="714797"/>
                  </a:lnTo>
                  <a:lnTo>
                    <a:pt x="246104" y="714999"/>
                  </a:lnTo>
                  <a:lnTo>
                    <a:pt x="246152" y="715493"/>
                  </a:lnTo>
                  <a:lnTo>
                    <a:pt x="245408" y="715800"/>
                  </a:lnTo>
                  <a:lnTo>
                    <a:pt x="244383" y="715626"/>
                  </a:lnTo>
                  <a:lnTo>
                    <a:pt x="244072" y="715824"/>
                  </a:lnTo>
                  <a:lnTo>
                    <a:pt x="243770" y="715873"/>
                  </a:lnTo>
                  <a:lnTo>
                    <a:pt x="243102" y="715847"/>
                  </a:lnTo>
                  <a:lnTo>
                    <a:pt x="242929" y="715702"/>
                  </a:lnTo>
                  <a:lnTo>
                    <a:pt x="242743" y="715231"/>
                  </a:lnTo>
                  <a:lnTo>
                    <a:pt x="242596" y="715211"/>
                  </a:lnTo>
                  <a:lnTo>
                    <a:pt x="242441" y="715191"/>
                  </a:lnTo>
                  <a:lnTo>
                    <a:pt x="241712" y="714509"/>
                  </a:lnTo>
                  <a:lnTo>
                    <a:pt x="241400" y="714360"/>
                  </a:lnTo>
                  <a:lnTo>
                    <a:pt x="241146" y="714470"/>
                  </a:lnTo>
                  <a:lnTo>
                    <a:pt x="241092" y="714599"/>
                  </a:lnTo>
                  <a:lnTo>
                    <a:pt x="240869" y="714952"/>
                  </a:lnTo>
                  <a:lnTo>
                    <a:pt x="239901" y="715250"/>
                  </a:lnTo>
                  <a:lnTo>
                    <a:pt x="239254" y="715326"/>
                  </a:lnTo>
                  <a:lnTo>
                    <a:pt x="239101" y="715372"/>
                  </a:lnTo>
                  <a:lnTo>
                    <a:pt x="238971" y="715422"/>
                  </a:lnTo>
                  <a:lnTo>
                    <a:pt x="238389" y="715942"/>
                  </a:lnTo>
                  <a:lnTo>
                    <a:pt x="237699" y="716039"/>
                  </a:lnTo>
                  <a:lnTo>
                    <a:pt x="237409" y="716926"/>
                  </a:lnTo>
                  <a:lnTo>
                    <a:pt x="237178" y="717577"/>
                  </a:lnTo>
                  <a:lnTo>
                    <a:pt x="237171" y="718544"/>
                  </a:lnTo>
                  <a:lnTo>
                    <a:pt x="237025" y="719002"/>
                  </a:lnTo>
                  <a:lnTo>
                    <a:pt x="236825" y="719235"/>
                  </a:lnTo>
                  <a:lnTo>
                    <a:pt x="205146" y="706324"/>
                  </a:lnTo>
                  <a:lnTo>
                    <a:pt x="199416" y="688297"/>
                  </a:lnTo>
                  <a:lnTo>
                    <a:pt x="198223" y="687237"/>
                  </a:lnTo>
                  <a:lnTo>
                    <a:pt x="197888" y="685241"/>
                  </a:lnTo>
                  <a:lnTo>
                    <a:pt x="197667" y="682797"/>
                  </a:lnTo>
                  <a:lnTo>
                    <a:pt x="197505" y="682745"/>
                  </a:lnTo>
                  <a:lnTo>
                    <a:pt x="196958" y="682551"/>
                  </a:lnTo>
                  <a:lnTo>
                    <a:pt x="196830" y="682534"/>
                  </a:lnTo>
                  <a:lnTo>
                    <a:pt x="195853" y="682641"/>
                  </a:lnTo>
                  <a:lnTo>
                    <a:pt x="194898" y="682805"/>
                  </a:lnTo>
                  <a:lnTo>
                    <a:pt x="194748" y="682636"/>
                  </a:lnTo>
                  <a:lnTo>
                    <a:pt x="194240" y="682081"/>
                  </a:lnTo>
                  <a:lnTo>
                    <a:pt x="194447" y="680166"/>
                  </a:lnTo>
                  <a:lnTo>
                    <a:pt x="194612" y="679500"/>
                  </a:lnTo>
                  <a:lnTo>
                    <a:pt x="193889" y="678176"/>
                  </a:lnTo>
                  <a:lnTo>
                    <a:pt x="192262" y="675937"/>
                  </a:lnTo>
                  <a:lnTo>
                    <a:pt x="192291" y="675562"/>
                  </a:lnTo>
                  <a:lnTo>
                    <a:pt x="192316" y="675362"/>
                  </a:lnTo>
                  <a:lnTo>
                    <a:pt x="192316" y="675132"/>
                  </a:lnTo>
                  <a:lnTo>
                    <a:pt x="192451" y="673570"/>
                  </a:lnTo>
                  <a:lnTo>
                    <a:pt x="192648" y="671800"/>
                  </a:lnTo>
                  <a:lnTo>
                    <a:pt x="192644" y="671645"/>
                  </a:lnTo>
                  <a:lnTo>
                    <a:pt x="192694" y="671116"/>
                  </a:lnTo>
                  <a:lnTo>
                    <a:pt x="192678" y="670965"/>
                  </a:lnTo>
                  <a:lnTo>
                    <a:pt x="192673" y="670757"/>
                  </a:lnTo>
                  <a:lnTo>
                    <a:pt x="192660" y="670602"/>
                  </a:lnTo>
                  <a:lnTo>
                    <a:pt x="192750" y="670026"/>
                  </a:lnTo>
                  <a:lnTo>
                    <a:pt x="192898" y="669894"/>
                  </a:lnTo>
                  <a:lnTo>
                    <a:pt x="193120" y="669768"/>
                  </a:lnTo>
                  <a:lnTo>
                    <a:pt x="193381" y="669676"/>
                  </a:lnTo>
                  <a:lnTo>
                    <a:pt x="193529" y="669579"/>
                  </a:lnTo>
                  <a:lnTo>
                    <a:pt x="193996" y="669161"/>
                  </a:lnTo>
                  <a:lnTo>
                    <a:pt x="194156" y="668745"/>
                  </a:lnTo>
                  <a:lnTo>
                    <a:pt x="194296" y="668502"/>
                  </a:lnTo>
                  <a:lnTo>
                    <a:pt x="194607" y="668168"/>
                  </a:lnTo>
                  <a:lnTo>
                    <a:pt x="195007" y="667834"/>
                  </a:lnTo>
                  <a:lnTo>
                    <a:pt x="195155" y="667730"/>
                  </a:lnTo>
                  <a:lnTo>
                    <a:pt x="195362" y="667473"/>
                  </a:lnTo>
                  <a:lnTo>
                    <a:pt x="195510" y="667361"/>
                  </a:lnTo>
                  <a:lnTo>
                    <a:pt x="195883" y="667200"/>
                  </a:lnTo>
                  <a:lnTo>
                    <a:pt x="196135" y="667047"/>
                  </a:lnTo>
                  <a:lnTo>
                    <a:pt x="196409" y="666776"/>
                  </a:lnTo>
                  <a:lnTo>
                    <a:pt x="196683" y="666394"/>
                  </a:lnTo>
                  <a:lnTo>
                    <a:pt x="196666" y="666221"/>
                  </a:lnTo>
                  <a:lnTo>
                    <a:pt x="196610" y="665771"/>
                  </a:lnTo>
                  <a:lnTo>
                    <a:pt x="196735" y="665425"/>
                  </a:lnTo>
                  <a:lnTo>
                    <a:pt x="196844" y="665119"/>
                  </a:lnTo>
                  <a:lnTo>
                    <a:pt x="196954" y="664773"/>
                  </a:lnTo>
                  <a:lnTo>
                    <a:pt x="197094" y="664641"/>
                  </a:lnTo>
                  <a:lnTo>
                    <a:pt x="197339" y="664460"/>
                  </a:lnTo>
                  <a:lnTo>
                    <a:pt x="197622" y="664230"/>
                  </a:lnTo>
                  <a:lnTo>
                    <a:pt x="192003" y="663699"/>
                  </a:lnTo>
                  <a:lnTo>
                    <a:pt x="191746" y="663797"/>
                  </a:lnTo>
                  <a:lnTo>
                    <a:pt x="191446" y="663806"/>
                  </a:lnTo>
                  <a:lnTo>
                    <a:pt x="191114" y="663808"/>
                  </a:lnTo>
                  <a:lnTo>
                    <a:pt x="190837" y="663925"/>
                  </a:lnTo>
                  <a:lnTo>
                    <a:pt x="190599" y="664137"/>
                  </a:lnTo>
                  <a:lnTo>
                    <a:pt x="190412" y="664247"/>
                  </a:lnTo>
                  <a:lnTo>
                    <a:pt x="190129" y="664290"/>
                  </a:lnTo>
                  <a:lnTo>
                    <a:pt x="189781" y="664247"/>
                  </a:lnTo>
                  <a:lnTo>
                    <a:pt x="189472" y="664093"/>
                  </a:lnTo>
                  <a:lnTo>
                    <a:pt x="189228" y="663859"/>
                  </a:lnTo>
                  <a:lnTo>
                    <a:pt x="188912" y="663633"/>
                  </a:lnTo>
                  <a:lnTo>
                    <a:pt x="188706" y="663581"/>
                  </a:lnTo>
                  <a:lnTo>
                    <a:pt x="188506" y="663698"/>
                  </a:lnTo>
                  <a:lnTo>
                    <a:pt x="188506" y="663852"/>
                  </a:lnTo>
                  <a:lnTo>
                    <a:pt x="188551" y="664064"/>
                  </a:lnTo>
                  <a:lnTo>
                    <a:pt x="188551" y="664305"/>
                  </a:lnTo>
                  <a:lnTo>
                    <a:pt x="188545" y="664561"/>
                  </a:lnTo>
                  <a:lnTo>
                    <a:pt x="188429" y="664861"/>
                  </a:lnTo>
                  <a:lnTo>
                    <a:pt x="188197" y="664992"/>
                  </a:lnTo>
                  <a:lnTo>
                    <a:pt x="187985" y="665014"/>
                  </a:lnTo>
                  <a:lnTo>
                    <a:pt x="187716" y="664902"/>
                  </a:lnTo>
                  <a:lnTo>
                    <a:pt x="187259" y="664476"/>
                  </a:lnTo>
                  <a:lnTo>
                    <a:pt x="186903" y="663980"/>
                  </a:lnTo>
                  <a:lnTo>
                    <a:pt x="186588" y="663610"/>
                  </a:lnTo>
                  <a:lnTo>
                    <a:pt x="186375" y="663460"/>
                  </a:lnTo>
                  <a:lnTo>
                    <a:pt x="186202" y="663460"/>
                  </a:lnTo>
                  <a:lnTo>
                    <a:pt x="186029" y="663657"/>
                  </a:lnTo>
                  <a:lnTo>
                    <a:pt x="185765" y="663864"/>
                  </a:lnTo>
                  <a:lnTo>
                    <a:pt x="185359" y="663495"/>
                  </a:lnTo>
                  <a:lnTo>
                    <a:pt x="184759" y="663022"/>
                  </a:lnTo>
                  <a:lnTo>
                    <a:pt x="184583" y="662717"/>
                  </a:lnTo>
                  <a:lnTo>
                    <a:pt x="184312" y="662399"/>
                  </a:lnTo>
                  <a:lnTo>
                    <a:pt x="184167" y="662378"/>
                  </a:lnTo>
                  <a:lnTo>
                    <a:pt x="184018" y="662399"/>
                  </a:lnTo>
                  <a:lnTo>
                    <a:pt x="183884" y="662523"/>
                  </a:lnTo>
                  <a:lnTo>
                    <a:pt x="183793" y="662759"/>
                  </a:lnTo>
                  <a:lnTo>
                    <a:pt x="183714" y="662987"/>
                  </a:lnTo>
                  <a:lnTo>
                    <a:pt x="183628" y="663243"/>
                  </a:lnTo>
                  <a:lnTo>
                    <a:pt x="183573" y="663499"/>
                  </a:lnTo>
                  <a:lnTo>
                    <a:pt x="183360" y="663707"/>
                  </a:lnTo>
                  <a:lnTo>
                    <a:pt x="183006" y="663741"/>
                  </a:lnTo>
                  <a:lnTo>
                    <a:pt x="182439" y="663624"/>
                  </a:lnTo>
                  <a:lnTo>
                    <a:pt x="181898" y="663486"/>
                  </a:lnTo>
                  <a:lnTo>
                    <a:pt x="181733" y="663508"/>
                  </a:lnTo>
                  <a:lnTo>
                    <a:pt x="181568" y="663616"/>
                  </a:lnTo>
                  <a:lnTo>
                    <a:pt x="181301" y="663905"/>
                  </a:lnTo>
                  <a:lnTo>
                    <a:pt x="180996" y="664121"/>
                  </a:lnTo>
                  <a:lnTo>
                    <a:pt x="180806" y="664294"/>
                  </a:lnTo>
                  <a:lnTo>
                    <a:pt x="180692" y="664467"/>
                  </a:lnTo>
                  <a:lnTo>
                    <a:pt x="180673" y="664626"/>
                  </a:lnTo>
                  <a:lnTo>
                    <a:pt x="180658" y="664990"/>
                  </a:lnTo>
                  <a:lnTo>
                    <a:pt x="180552" y="665246"/>
                  </a:lnTo>
                  <a:lnTo>
                    <a:pt x="180323" y="665347"/>
                  </a:lnTo>
                  <a:lnTo>
                    <a:pt x="180075" y="665412"/>
                  </a:lnTo>
                  <a:lnTo>
                    <a:pt x="179599" y="665376"/>
                  </a:lnTo>
                  <a:lnTo>
                    <a:pt x="179313" y="665455"/>
                  </a:lnTo>
                  <a:lnTo>
                    <a:pt x="179093" y="665637"/>
                  </a:lnTo>
                  <a:lnTo>
                    <a:pt x="178900" y="665799"/>
                  </a:lnTo>
                  <a:lnTo>
                    <a:pt x="178768" y="665787"/>
                  </a:lnTo>
                  <a:lnTo>
                    <a:pt x="178453" y="665383"/>
                  </a:lnTo>
                  <a:lnTo>
                    <a:pt x="178046" y="664956"/>
                  </a:lnTo>
                  <a:lnTo>
                    <a:pt x="177681" y="664633"/>
                  </a:lnTo>
                  <a:lnTo>
                    <a:pt x="177386" y="664483"/>
                  </a:lnTo>
                  <a:lnTo>
                    <a:pt x="177213" y="664449"/>
                  </a:lnTo>
                  <a:lnTo>
                    <a:pt x="176969" y="664449"/>
                  </a:lnTo>
                  <a:lnTo>
                    <a:pt x="176817" y="664530"/>
                  </a:lnTo>
                  <a:lnTo>
                    <a:pt x="176786" y="664691"/>
                  </a:lnTo>
                  <a:lnTo>
                    <a:pt x="176776" y="665279"/>
                  </a:lnTo>
                  <a:lnTo>
                    <a:pt x="176685" y="665441"/>
                  </a:lnTo>
                  <a:lnTo>
                    <a:pt x="176492" y="665453"/>
                  </a:lnTo>
                  <a:lnTo>
                    <a:pt x="176024" y="665291"/>
                  </a:lnTo>
                  <a:lnTo>
                    <a:pt x="175404" y="665049"/>
                  </a:lnTo>
                  <a:lnTo>
                    <a:pt x="175018" y="665049"/>
                  </a:lnTo>
                  <a:lnTo>
                    <a:pt x="174754" y="665118"/>
                  </a:lnTo>
                  <a:lnTo>
                    <a:pt x="174490" y="665245"/>
                  </a:lnTo>
                  <a:lnTo>
                    <a:pt x="174358" y="665233"/>
                  </a:lnTo>
                  <a:lnTo>
                    <a:pt x="174286" y="665083"/>
                  </a:lnTo>
                  <a:lnTo>
                    <a:pt x="174297" y="664610"/>
                  </a:lnTo>
                  <a:lnTo>
                    <a:pt x="174236" y="664460"/>
                  </a:lnTo>
                  <a:lnTo>
                    <a:pt x="174002" y="664414"/>
                  </a:lnTo>
                  <a:lnTo>
                    <a:pt x="173189" y="664322"/>
                  </a:lnTo>
                  <a:lnTo>
                    <a:pt x="172254" y="664207"/>
                  </a:lnTo>
                  <a:lnTo>
                    <a:pt x="171888" y="664172"/>
                  </a:lnTo>
                  <a:lnTo>
                    <a:pt x="171451" y="664184"/>
                  </a:lnTo>
                  <a:lnTo>
                    <a:pt x="171050" y="664235"/>
                  </a:lnTo>
                  <a:lnTo>
                    <a:pt x="170465" y="664421"/>
                  </a:lnTo>
                  <a:lnTo>
                    <a:pt x="170186" y="664496"/>
                  </a:lnTo>
                  <a:lnTo>
                    <a:pt x="169649" y="664727"/>
                  </a:lnTo>
                  <a:lnTo>
                    <a:pt x="169348" y="664829"/>
                  </a:lnTo>
                  <a:lnTo>
                    <a:pt x="168901" y="664995"/>
                  </a:lnTo>
                  <a:lnTo>
                    <a:pt x="168560" y="665142"/>
                  </a:lnTo>
                  <a:lnTo>
                    <a:pt x="168259" y="665198"/>
                  </a:lnTo>
                  <a:lnTo>
                    <a:pt x="167999" y="665207"/>
                  </a:lnTo>
                  <a:lnTo>
                    <a:pt x="167722" y="665142"/>
                  </a:lnTo>
                  <a:lnTo>
                    <a:pt x="167373" y="664949"/>
                  </a:lnTo>
                  <a:lnTo>
                    <a:pt x="167129" y="664893"/>
                  </a:lnTo>
                  <a:lnTo>
                    <a:pt x="166706" y="664866"/>
                  </a:lnTo>
                  <a:lnTo>
                    <a:pt x="166261" y="664836"/>
                  </a:lnTo>
                  <a:lnTo>
                    <a:pt x="165893" y="664783"/>
                  </a:lnTo>
                  <a:lnTo>
                    <a:pt x="165625" y="664598"/>
                  </a:lnTo>
                  <a:lnTo>
                    <a:pt x="165479" y="664349"/>
                  </a:lnTo>
                  <a:lnTo>
                    <a:pt x="165373" y="664007"/>
                  </a:lnTo>
                  <a:lnTo>
                    <a:pt x="165357" y="663601"/>
                  </a:lnTo>
                  <a:lnTo>
                    <a:pt x="165194" y="663574"/>
                  </a:lnTo>
                  <a:lnTo>
                    <a:pt x="164828" y="663620"/>
                  </a:lnTo>
                  <a:lnTo>
                    <a:pt x="164552" y="663666"/>
                  </a:lnTo>
                  <a:lnTo>
                    <a:pt x="164422" y="663638"/>
                  </a:lnTo>
                  <a:lnTo>
                    <a:pt x="164235" y="663481"/>
                  </a:lnTo>
                  <a:lnTo>
                    <a:pt x="164015" y="663038"/>
                  </a:lnTo>
                  <a:lnTo>
                    <a:pt x="163885" y="662623"/>
                  </a:lnTo>
                  <a:lnTo>
                    <a:pt x="163747" y="662235"/>
                  </a:lnTo>
                  <a:lnTo>
                    <a:pt x="163560" y="662014"/>
                  </a:lnTo>
                  <a:lnTo>
                    <a:pt x="163097" y="661682"/>
                  </a:lnTo>
                  <a:lnTo>
                    <a:pt x="162641" y="661469"/>
                  </a:lnTo>
                  <a:lnTo>
                    <a:pt x="162178" y="661294"/>
                  </a:lnTo>
                  <a:lnTo>
                    <a:pt x="161901" y="661377"/>
                  </a:lnTo>
                  <a:lnTo>
                    <a:pt x="161609" y="661479"/>
                  </a:lnTo>
                  <a:lnTo>
                    <a:pt x="161316" y="661525"/>
                  </a:lnTo>
                  <a:lnTo>
                    <a:pt x="161121" y="661534"/>
                  </a:lnTo>
                  <a:lnTo>
                    <a:pt x="160763" y="661506"/>
                  </a:lnTo>
                  <a:lnTo>
                    <a:pt x="160568" y="661571"/>
                  </a:lnTo>
                  <a:lnTo>
                    <a:pt x="160194" y="661802"/>
                  </a:lnTo>
                  <a:lnTo>
                    <a:pt x="159739" y="661922"/>
                  </a:lnTo>
                  <a:lnTo>
                    <a:pt x="159381" y="662060"/>
                  </a:lnTo>
                  <a:lnTo>
                    <a:pt x="159032" y="662263"/>
                  </a:lnTo>
                  <a:lnTo>
                    <a:pt x="158715" y="662448"/>
                  </a:lnTo>
                  <a:lnTo>
                    <a:pt x="158454" y="662540"/>
                  </a:lnTo>
                  <a:lnTo>
                    <a:pt x="157910" y="662540"/>
                  </a:lnTo>
                  <a:lnTo>
                    <a:pt x="157503" y="662466"/>
                  </a:lnTo>
                  <a:lnTo>
                    <a:pt x="157170" y="662300"/>
                  </a:lnTo>
                  <a:lnTo>
                    <a:pt x="156877" y="661986"/>
                  </a:lnTo>
                  <a:lnTo>
                    <a:pt x="156617" y="661755"/>
                  </a:lnTo>
                  <a:lnTo>
                    <a:pt x="156398" y="661645"/>
                  </a:lnTo>
                  <a:lnTo>
                    <a:pt x="155942" y="661562"/>
                  </a:lnTo>
                  <a:lnTo>
                    <a:pt x="155682" y="661488"/>
                  </a:lnTo>
                  <a:lnTo>
                    <a:pt x="155446" y="661239"/>
                  </a:lnTo>
                  <a:lnTo>
                    <a:pt x="155137" y="660897"/>
                  </a:lnTo>
                  <a:lnTo>
                    <a:pt x="154698" y="660749"/>
                  </a:lnTo>
                  <a:lnTo>
                    <a:pt x="154186" y="660491"/>
                  </a:lnTo>
                  <a:lnTo>
                    <a:pt x="153739" y="660343"/>
                  </a:lnTo>
                  <a:lnTo>
                    <a:pt x="153414" y="660186"/>
                  </a:lnTo>
                  <a:lnTo>
                    <a:pt x="153032" y="659771"/>
                  </a:lnTo>
                  <a:lnTo>
                    <a:pt x="152715" y="659393"/>
                  </a:lnTo>
                  <a:lnTo>
                    <a:pt x="152398" y="658996"/>
                  </a:lnTo>
                  <a:lnTo>
                    <a:pt x="152048" y="658756"/>
                  </a:lnTo>
                  <a:lnTo>
                    <a:pt x="151703" y="658704"/>
                  </a:lnTo>
                  <a:lnTo>
                    <a:pt x="151484" y="658682"/>
                  </a:lnTo>
                  <a:lnTo>
                    <a:pt x="151220" y="658674"/>
                  </a:lnTo>
                  <a:lnTo>
                    <a:pt x="150988" y="658609"/>
                  </a:lnTo>
                  <a:lnTo>
                    <a:pt x="150476" y="658323"/>
                  </a:lnTo>
                  <a:lnTo>
                    <a:pt x="150146" y="658135"/>
                  </a:lnTo>
                  <a:lnTo>
                    <a:pt x="149803" y="658006"/>
                  </a:lnTo>
                  <a:lnTo>
                    <a:pt x="149435" y="658020"/>
                  </a:lnTo>
                  <a:lnTo>
                    <a:pt x="149231" y="658135"/>
                  </a:lnTo>
                  <a:lnTo>
                    <a:pt x="149092" y="658352"/>
                  </a:lnTo>
                  <a:lnTo>
                    <a:pt x="148888" y="658510"/>
                  </a:lnTo>
                  <a:lnTo>
                    <a:pt x="148609" y="658568"/>
                  </a:lnTo>
                  <a:lnTo>
                    <a:pt x="148392" y="658548"/>
                  </a:lnTo>
                  <a:lnTo>
                    <a:pt x="148132" y="658622"/>
                  </a:lnTo>
                  <a:lnTo>
                    <a:pt x="147799" y="658963"/>
                  </a:lnTo>
                  <a:lnTo>
                    <a:pt x="147604" y="658889"/>
                  </a:lnTo>
                  <a:lnTo>
                    <a:pt x="147360" y="658640"/>
                  </a:lnTo>
                  <a:lnTo>
                    <a:pt x="147027" y="658474"/>
                  </a:lnTo>
                  <a:lnTo>
                    <a:pt x="146579" y="658271"/>
                  </a:lnTo>
                  <a:lnTo>
                    <a:pt x="146010" y="658114"/>
                  </a:lnTo>
                  <a:lnTo>
                    <a:pt x="145344" y="657930"/>
                  </a:lnTo>
                  <a:lnTo>
                    <a:pt x="144962" y="657607"/>
                  </a:lnTo>
                  <a:lnTo>
                    <a:pt x="144815" y="657293"/>
                  </a:lnTo>
                  <a:lnTo>
                    <a:pt x="144685" y="657071"/>
                  </a:lnTo>
                  <a:lnTo>
                    <a:pt x="144165" y="656684"/>
                  </a:lnTo>
                  <a:lnTo>
                    <a:pt x="143799" y="656398"/>
                  </a:lnTo>
                  <a:lnTo>
                    <a:pt x="143409" y="656047"/>
                  </a:lnTo>
                  <a:lnTo>
                    <a:pt x="143067" y="655558"/>
                  </a:lnTo>
                  <a:lnTo>
                    <a:pt x="142945" y="655299"/>
                  </a:lnTo>
                  <a:lnTo>
                    <a:pt x="142815" y="655198"/>
                  </a:lnTo>
                  <a:lnTo>
                    <a:pt x="142645" y="655207"/>
                  </a:lnTo>
                  <a:lnTo>
                    <a:pt x="142222" y="655392"/>
                  </a:lnTo>
                  <a:lnTo>
                    <a:pt x="141775" y="655401"/>
                  </a:lnTo>
                  <a:lnTo>
                    <a:pt x="141441" y="655493"/>
                  </a:lnTo>
                  <a:lnTo>
                    <a:pt x="141027" y="655604"/>
                  </a:lnTo>
                  <a:lnTo>
                    <a:pt x="140165" y="655816"/>
                  </a:lnTo>
                  <a:lnTo>
                    <a:pt x="139694" y="655918"/>
                  </a:lnTo>
                  <a:lnTo>
                    <a:pt x="139507" y="655918"/>
                  </a:lnTo>
                  <a:lnTo>
                    <a:pt x="139271" y="655807"/>
                  </a:lnTo>
                  <a:lnTo>
                    <a:pt x="139136" y="655627"/>
                  </a:lnTo>
                  <a:lnTo>
                    <a:pt x="139024" y="655338"/>
                  </a:lnTo>
                  <a:lnTo>
                    <a:pt x="138973" y="654889"/>
                  </a:lnTo>
                  <a:lnTo>
                    <a:pt x="138800" y="654542"/>
                  </a:lnTo>
                  <a:lnTo>
                    <a:pt x="138536" y="654323"/>
                  </a:lnTo>
                  <a:lnTo>
                    <a:pt x="138079" y="653804"/>
                  </a:lnTo>
                  <a:lnTo>
                    <a:pt x="137784" y="653481"/>
                  </a:lnTo>
                  <a:lnTo>
                    <a:pt x="137611" y="653285"/>
                  </a:lnTo>
                  <a:lnTo>
                    <a:pt x="137306" y="653020"/>
                  </a:lnTo>
                  <a:lnTo>
                    <a:pt x="136849" y="652743"/>
                  </a:lnTo>
                  <a:lnTo>
                    <a:pt x="136666" y="652651"/>
                  </a:lnTo>
                  <a:lnTo>
                    <a:pt x="136565" y="652351"/>
                  </a:lnTo>
                  <a:lnTo>
                    <a:pt x="136504" y="651958"/>
                  </a:lnTo>
                  <a:lnTo>
                    <a:pt x="136310" y="651462"/>
                  </a:lnTo>
                  <a:lnTo>
                    <a:pt x="136067" y="651278"/>
                  </a:lnTo>
                  <a:lnTo>
                    <a:pt x="135538" y="651174"/>
                  </a:lnTo>
                  <a:lnTo>
                    <a:pt x="135101" y="651128"/>
                  </a:lnTo>
                  <a:lnTo>
                    <a:pt x="134542" y="650966"/>
                  </a:lnTo>
                  <a:lnTo>
                    <a:pt x="134400" y="650793"/>
                  </a:lnTo>
                  <a:lnTo>
                    <a:pt x="134339" y="650551"/>
                  </a:lnTo>
                  <a:lnTo>
                    <a:pt x="134187" y="650412"/>
                  </a:lnTo>
                  <a:lnTo>
                    <a:pt x="133994" y="650378"/>
                  </a:lnTo>
                  <a:lnTo>
                    <a:pt x="133739" y="650436"/>
                  </a:lnTo>
                  <a:lnTo>
                    <a:pt x="133485" y="650586"/>
                  </a:lnTo>
                  <a:lnTo>
                    <a:pt x="133221" y="650735"/>
                  </a:lnTo>
                  <a:lnTo>
                    <a:pt x="132886" y="650678"/>
                  </a:lnTo>
                  <a:lnTo>
                    <a:pt x="132347" y="650459"/>
                  </a:lnTo>
                  <a:lnTo>
                    <a:pt x="132012" y="650228"/>
                  </a:lnTo>
                  <a:lnTo>
                    <a:pt x="131900" y="650032"/>
                  </a:lnTo>
                  <a:lnTo>
                    <a:pt x="131788" y="649766"/>
                  </a:lnTo>
                  <a:lnTo>
                    <a:pt x="131737" y="649328"/>
                  </a:lnTo>
                  <a:lnTo>
                    <a:pt x="131656" y="649097"/>
                  </a:lnTo>
                  <a:lnTo>
                    <a:pt x="131219" y="648694"/>
                  </a:lnTo>
                  <a:lnTo>
                    <a:pt x="130991" y="648364"/>
                  </a:lnTo>
                  <a:lnTo>
                    <a:pt x="130904" y="648048"/>
                  </a:lnTo>
                  <a:lnTo>
                    <a:pt x="130935" y="647748"/>
                  </a:lnTo>
                  <a:lnTo>
                    <a:pt x="131229" y="647355"/>
                  </a:lnTo>
                  <a:lnTo>
                    <a:pt x="131605" y="647044"/>
                  </a:lnTo>
                  <a:lnTo>
                    <a:pt x="131880" y="646709"/>
                  </a:lnTo>
                  <a:lnTo>
                    <a:pt x="131798" y="646432"/>
                  </a:lnTo>
                  <a:lnTo>
                    <a:pt x="131636" y="645971"/>
                  </a:lnTo>
                  <a:lnTo>
                    <a:pt x="131583" y="645607"/>
                  </a:lnTo>
                  <a:lnTo>
                    <a:pt x="131607" y="645261"/>
                  </a:lnTo>
                  <a:lnTo>
                    <a:pt x="131908" y="644777"/>
                  </a:lnTo>
                  <a:lnTo>
                    <a:pt x="132111" y="644396"/>
                  </a:lnTo>
                  <a:lnTo>
                    <a:pt x="132132" y="644154"/>
                  </a:lnTo>
                  <a:lnTo>
                    <a:pt x="132081" y="643923"/>
                  </a:lnTo>
                  <a:lnTo>
                    <a:pt x="131888" y="643565"/>
                  </a:lnTo>
                  <a:lnTo>
                    <a:pt x="131573" y="643196"/>
                  </a:lnTo>
                  <a:lnTo>
                    <a:pt x="131359" y="642942"/>
                  </a:lnTo>
                  <a:lnTo>
                    <a:pt x="131054" y="642850"/>
                  </a:lnTo>
                  <a:lnTo>
                    <a:pt x="130750" y="642792"/>
                  </a:lnTo>
                  <a:lnTo>
                    <a:pt x="130445" y="642792"/>
                  </a:lnTo>
                  <a:lnTo>
                    <a:pt x="130191" y="642896"/>
                  </a:lnTo>
                  <a:lnTo>
                    <a:pt x="130058" y="643035"/>
                  </a:lnTo>
                  <a:lnTo>
                    <a:pt x="129967" y="643323"/>
                  </a:lnTo>
                  <a:lnTo>
                    <a:pt x="129987" y="643704"/>
                  </a:lnTo>
                  <a:lnTo>
                    <a:pt x="129987" y="643854"/>
                  </a:lnTo>
                  <a:lnTo>
                    <a:pt x="129886" y="643992"/>
                  </a:lnTo>
                  <a:lnTo>
                    <a:pt x="129500" y="644177"/>
                  </a:lnTo>
                  <a:lnTo>
                    <a:pt x="129144" y="644431"/>
                  </a:lnTo>
                  <a:lnTo>
                    <a:pt x="128754" y="644911"/>
                  </a:lnTo>
                  <a:lnTo>
                    <a:pt x="128595" y="644904"/>
                  </a:lnTo>
                  <a:lnTo>
                    <a:pt x="128331" y="644719"/>
                  </a:lnTo>
                  <a:lnTo>
                    <a:pt x="127996" y="644558"/>
                  </a:lnTo>
                  <a:lnTo>
                    <a:pt x="127571" y="644454"/>
                  </a:lnTo>
                  <a:lnTo>
                    <a:pt x="127094" y="644523"/>
                  </a:lnTo>
                  <a:lnTo>
                    <a:pt x="126687" y="644661"/>
                  </a:lnTo>
                  <a:lnTo>
                    <a:pt x="126311" y="644788"/>
                  </a:lnTo>
                  <a:lnTo>
                    <a:pt x="126037" y="644996"/>
                  </a:lnTo>
                  <a:lnTo>
                    <a:pt x="125864" y="645261"/>
                  </a:lnTo>
                  <a:lnTo>
                    <a:pt x="125640" y="645688"/>
                  </a:lnTo>
                  <a:lnTo>
                    <a:pt x="125315" y="646057"/>
                  </a:lnTo>
                  <a:lnTo>
                    <a:pt x="125061" y="646369"/>
                  </a:lnTo>
                  <a:lnTo>
                    <a:pt x="124716" y="646253"/>
                  </a:lnTo>
                  <a:lnTo>
                    <a:pt x="124096" y="646184"/>
                  </a:lnTo>
                  <a:lnTo>
                    <a:pt x="123273" y="646011"/>
                  </a:lnTo>
                  <a:lnTo>
                    <a:pt x="122907" y="646000"/>
                  </a:lnTo>
                  <a:lnTo>
                    <a:pt x="122450" y="645896"/>
                  </a:lnTo>
                  <a:lnTo>
                    <a:pt x="122206" y="645930"/>
                  </a:lnTo>
                  <a:lnTo>
                    <a:pt x="122053" y="646069"/>
                  </a:lnTo>
                  <a:lnTo>
                    <a:pt x="122023" y="646288"/>
                  </a:lnTo>
                  <a:lnTo>
                    <a:pt x="122053" y="646680"/>
                  </a:lnTo>
                  <a:lnTo>
                    <a:pt x="122134" y="646992"/>
                  </a:lnTo>
                  <a:lnTo>
                    <a:pt x="122378" y="647522"/>
                  </a:lnTo>
                  <a:lnTo>
                    <a:pt x="122246" y="647707"/>
                  </a:lnTo>
                  <a:lnTo>
                    <a:pt x="121870" y="647522"/>
                  </a:lnTo>
                  <a:lnTo>
                    <a:pt x="121393" y="647372"/>
                  </a:lnTo>
                  <a:lnTo>
                    <a:pt x="120844" y="647246"/>
                  </a:lnTo>
                  <a:lnTo>
                    <a:pt x="120580" y="647199"/>
                  </a:lnTo>
                  <a:lnTo>
                    <a:pt x="120295" y="647234"/>
                  </a:lnTo>
                  <a:lnTo>
                    <a:pt x="120031" y="647269"/>
                  </a:lnTo>
                  <a:lnTo>
                    <a:pt x="119899" y="647234"/>
                  </a:lnTo>
                  <a:lnTo>
                    <a:pt x="119635" y="646876"/>
                  </a:lnTo>
                  <a:lnTo>
                    <a:pt x="119401" y="646842"/>
                  </a:lnTo>
                  <a:lnTo>
                    <a:pt x="118761" y="646876"/>
                  </a:lnTo>
                  <a:lnTo>
                    <a:pt x="118181" y="647003"/>
                  </a:lnTo>
                  <a:lnTo>
                    <a:pt x="117724" y="647049"/>
                  </a:lnTo>
                  <a:lnTo>
                    <a:pt x="117084" y="646980"/>
                  </a:lnTo>
                  <a:lnTo>
                    <a:pt x="116545" y="647003"/>
                  </a:lnTo>
                  <a:lnTo>
                    <a:pt x="116332" y="647084"/>
                  </a:lnTo>
                  <a:lnTo>
                    <a:pt x="116230" y="647476"/>
                  </a:lnTo>
                  <a:lnTo>
                    <a:pt x="116007" y="647580"/>
                  </a:lnTo>
                  <a:lnTo>
                    <a:pt x="115702" y="647684"/>
                  </a:lnTo>
                  <a:lnTo>
                    <a:pt x="115285" y="647695"/>
                  </a:lnTo>
                  <a:lnTo>
                    <a:pt x="114818" y="647684"/>
                  </a:lnTo>
                  <a:lnTo>
                    <a:pt x="114147" y="647684"/>
                  </a:lnTo>
                  <a:lnTo>
                    <a:pt x="113812" y="647672"/>
                  </a:lnTo>
                  <a:lnTo>
                    <a:pt x="113527" y="647545"/>
                  </a:lnTo>
                  <a:lnTo>
                    <a:pt x="113171" y="647292"/>
                  </a:lnTo>
                  <a:lnTo>
                    <a:pt x="112988" y="647107"/>
                  </a:lnTo>
                  <a:lnTo>
                    <a:pt x="112938" y="646819"/>
                  </a:lnTo>
                  <a:lnTo>
                    <a:pt x="113100" y="646346"/>
                  </a:lnTo>
                  <a:lnTo>
                    <a:pt x="113314" y="645850"/>
                  </a:lnTo>
                  <a:lnTo>
                    <a:pt x="113344" y="645538"/>
                  </a:lnTo>
                  <a:lnTo>
                    <a:pt x="113283" y="644777"/>
                  </a:lnTo>
                  <a:lnTo>
                    <a:pt x="113405" y="644188"/>
                  </a:lnTo>
                  <a:lnTo>
                    <a:pt x="113578" y="643727"/>
                  </a:lnTo>
                  <a:lnTo>
                    <a:pt x="113649" y="643473"/>
                  </a:lnTo>
                  <a:lnTo>
                    <a:pt x="113578" y="643104"/>
                  </a:lnTo>
                  <a:lnTo>
                    <a:pt x="113314" y="642654"/>
                  </a:lnTo>
                  <a:lnTo>
                    <a:pt x="113019" y="642089"/>
                  </a:lnTo>
                  <a:lnTo>
                    <a:pt x="112816" y="641789"/>
                  </a:lnTo>
                  <a:lnTo>
                    <a:pt x="112430" y="641270"/>
                  </a:lnTo>
                  <a:lnTo>
                    <a:pt x="111779" y="640451"/>
                  </a:lnTo>
                  <a:lnTo>
                    <a:pt x="111281" y="639758"/>
                  </a:lnTo>
                  <a:lnTo>
                    <a:pt x="111119" y="639505"/>
                  </a:lnTo>
                  <a:lnTo>
                    <a:pt x="111077" y="639307"/>
                  </a:lnTo>
                  <a:lnTo>
                    <a:pt x="111071" y="639154"/>
                  </a:lnTo>
                  <a:lnTo>
                    <a:pt x="111074" y="638930"/>
                  </a:lnTo>
                  <a:lnTo>
                    <a:pt x="111088" y="638773"/>
                  </a:lnTo>
                  <a:lnTo>
                    <a:pt x="111085" y="638567"/>
                  </a:lnTo>
                  <a:lnTo>
                    <a:pt x="110909" y="638200"/>
                  </a:lnTo>
                  <a:lnTo>
                    <a:pt x="110647" y="638070"/>
                  </a:lnTo>
                  <a:lnTo>
                    <a:pt x="110251" y="637997"/>
                  </a:lnTo>
                  <a:lnTo>
                    <a:pt x="109906" y="637954"/>
                  </a:lnTo>
                  <a:lnTo>
                    <a:pt x="109465" y="637888"/>
                  </a:lnTo>
                  <a:lnTo>
                    <a:pt x="108915" y="637874"/>
                  </a:lnTo>
                  <a:lnTo>
                    <a:pt x="108596" y="637852"/>
                  </a:lnTo>
                  <a:lnTo>
                    <a:pt x="108247" y="638058"/>
                  </a:lnTo>
                  <a:lnTo>
                    <a:pt x="107909" y="638318"/>
                  </a:lnTo>
                  <a:lnTo>
                    <a:pt x="107401" y="638440"/>
                  </a:lnTo>
                  <a:lnTo>
                    <a:pt x="107126" y="638396"/>
                  </a:lnTo>
                  <a:lnTo>
                    <a:pt x="106846" y="638346"/>
                  </a:lnTo>
                  <a:lnTo>
                    <a:pt x="106641" y="638193"/>
                  </a:lnTo>
                  <a:lnTo>
                    <a:pt x="106475" y="638012"/>
                  </a:lnTo>
                  <a:lnTo>
                    <a:pt x="106211" y="637844"/>
                  </a:lnTo>
                  <a:lnTo>
                    <a:pt x="105893" y="637642"/>
                  </a:lnTo>
                  <a:lnTo>
                    <a:pt x="105273" y="637141"/>
                  </a:lnTo>
                  <a:lnTo>
                    <a:pt x="105018" y="636779"/>
                  </a:lnTo>
                  <a:lnTo>
                    <a:pt x="104807" y="636387"/>
                  </a:lnTo>
                  <a:lnTo>
                    <a:pt x="104794" y="636235"/>
                  </a:lnTo>
                  <a:lnTo>
                    <a:pt x="104794" y="635836"/>
                  </a:lnTo>
                  <a:lnTo>
                    <a:pt x="104628" y="635538"/>
                  </a:lnTo>
                  <a:lnTo>
                    <a:pt x="104737" y="635234"/>
                  </a:lnTo>
                  <a:lnTo>
                    <a:pt x="104487" y="634893"/>
                  </a:lnTo>
                  <a:lnTo>
                    <a:pt x="104386" y="634644"/>
                  </a:lnTo>
                  <a:lnTo>
                    <a:pt x="104251" y="634225"/>
                  </a:lnTo>
                  <a:lnTo>
                    <a:pt x="104270" y="634066"/>
                  </a:lnTo>
                  <a:lnTo>
                    <a:pt x="104334" y="633928"/>
                  </a:lnTo>
                  <a:lnTo>
                    <a:pt x="104513" y="633689"/>
                  </a:lnTo>
                  <a:lnTo>
                    <a:pt x="104494" y="633529"/>
                  </a:lnTo>
                  <a:lnTo>
                    <a:pt x="104392" y="633384"/>
                  </a:lnTo>
                  <a:lnTo>
                    <a:pt x="104257" y="633261"/>
                  </a:lnTo>
                  <a:lnTo>
                    <a:pt x="103836" y="632898"/>
                  </a:lnTo>
                  <a:lnTo>
                    <a:pt x="103842" y="632767"/>
                  </a:lnTo>
                  <a:lnTo>
                    <a:pt x="103976" y="632528"/>
                  </a:lnTo>
                  <a:lnTo>
                    <a:pt x="104424" y="632455"/>
                  </a:lnTo>
                  <a:lnTo>
                    <a:pt x="104788" y="632325"/>
                  </a:lnTo>
                  <a:lnTo>
                    <a:pt x="105496" y="631810"/>
                  </a:lnTo>
                  <a:lnTo>
                    <a:pt x="105291" y="631462"/>
                  </a:lnTo>
                  <a:lnTo>
                    <a:pt x="105419" y="631375"/>
                  </a:lnTo>
                  <a:lnTo>
                    <a:pt x="105624" y="631297"/>
                  </a:lnTo>
                  <a:lnTo>
                    <a:pt x="106087" y="631273"/>
                  </a:lnTo>
                  <a:lnTo>
                    <a:pt x="106373" y="631259"/>
                  </a:lnTo>
                  <a:lnTo>
                    <a:pt x="106663" y="631254"/>
                  </a:lnTo>
                  <a:lnTo>
                    <a:pt x="106996" y="631204"/>
                  </a:lnTo>
                  <a:lnTo>
                    <a:pt x="107264" y="631138"/>
                  </a:lnTo>
                  <a:lnTo>
                    <a:pt x="107296" y="631008"/>
                  </a:lnTo>
                  <a:lnTo>
                    <a:pt x="107276" y="630843"/>
                  </a:lnTo>
                  <a:lnTo>
                    <a:pt x="107251" y="630614"/>
                  </a:lnTo>
                  <a:lnTo>
                    <a:pt x="107232" y="629637"/>
                  </a:lnTo>
                  <a:lnTo>
                    <a:pt x="107140" y="628778"/>
                  </a:lnTo>
                  <a:lnTo>
                    <a:pt x="107105" y="628573"/>
                  </a:lnTo>
                  <a:lnTo>
                    <a:pt x="107085" y="628293"/>
                  </a:lnTo>
                  <a:lnTo>
                    <a:pt x="107057" y="628019"/>
                  </a:lnTo>
                  <a:lnTo>
                    <a:pt x="107208" y="627907"/>
                  </a:lnTo>
                  <a:lnTo>
                    <a:pt x="107529" y="627811"/>
                  </a:lnTo>
                  <a:lnTo>
                    <a:pt x="108123" y="627865"/>
                  </a:lnTo>
                  <a:lnTo>
                    <a:pt x="108519" y="628041"/>
                  </a:lnTo>
                  <a:lnTo>
                    <a:pt x="109084" y="628201"/>
                  </a:lnTo>
                  <a:lnTo>
                    <a:pt x="109326" y="628224"/>
                  </a:lnTo>
                  <a:lnTo>
                    <a:pt x="109528" y="628109"/>
                  </a:lnTo>
                  <a:lnTo>
                    <a:pt x="109589" y="627788"/>
                  </a:lnTo>
                  <a:lnTo>
                    <a:pt x="109407" y="627307"/>
                  </a:lnTo>
                  <a:lnTo>
                    <a:pt x="108902" y="626848"/>
                  </a:lnTo>
                  <a:lnTo>
                    <a:pt x="108599" y="626573"/>
                  </a:lnTo>
                  <a:lnTo>
                    <a:pt x="108330" y="626307"/>
                  </a:lnTo>
                  <a:lnTo>
                    <a:pt x="108135" y="626115"/>
                  </a:lnTo>
                  <a:lnTo>
                    <a:pt x="107913" y="625886"/>
                  </a:lnTo>
                  <a:lnTo>
                    <a:pt x="107792" y="625244"/>
                  </a:lnTo>
                  <a:lnTo>
                    <a:pt x="107751" y="624969"/>
                  </a:lnTo>
                  <a:lnTo>
                    <a:pt x="107388" y="624510"/>
                  </a:lnTo>
                  <a:lnTo>
                    <a:pt x="106944" y="624304"/>
                  </a:lnTo>
                  <a:lnTo>
                    <a:pt x="106661" y="624120"/>
                  </a:lnTo>
                  <a:lnTo>
                    <a:pt x="106459" y="623754"/>
                  </a:lnTo>
                  <a:lnTo>
                    <a:pt x="106176" y="623203"/>
                  </a:lnTo>
                  <a:lnTo>
                    <a:pt x="106095" y="622814"/>
                  </a:lnTo>
                  <a:lnTo>
                    <a:pt x="106116" y="622649"/>
                  </a:lnTo>
                  <a:lnTo>
                    <a:pt x="106133" y="622504"/>
                  </a:lnTo>
                  <a:lnTo>
                    <a:pt x="106278" y="622020"/>
                  </a:lnTo>
                  <a:lnTo>
                    <a:pt x="106421" y="621765"/>
                  </a:lnTo>
                  <a:lnTo>
                    <a:pt x="106662" y="621416"/>
                  </a:lnTo>
                  <a:lnTo>
                    <a:pt x="106754" y="621284"/>
                  </a:lnTo>
                  <a:lnTo>
                    <a:pt x="106997" y="620768"/>
                  </a:lnTo>
                  <a:lnTo>
                    <a:pt x="107315" y="620458"/>
                  </a:lnTo>
                  <a:lnTo>
                    <a:pt x="107739" y="620252"/>
                  </a:lnTo>
                  <a:lnTo>
                    <a:pt x="107996" y="620028"/>
                  </a:lnTo>
                  <a:lnTo>
                    <a:pt x="108087" y="619513"/>
                  </a:lnTo>
                  <a:lnTo>
                    <a:pt x="108005" y="618991"/>
                  </a:lnTo>
                  <a:lnTo>
                    <a:pt x="107966" y="618739"/>
                  </a:lnTo>
                  <a:lnTo>
                    <a:pt x="107809" y="618328"/>
                  </a:lnTo>
                  <a:lnTo>
                    <a:pt x="107742" y="618137"/>
                  </a:lnTo>
                  <a:lnTo>
                    <a:pt x="107608" y="617918"/>
                  </a:lnTo>
                  <a:lnTo>
                    <a:pt x="107347" y="617583"/>
                  </a:lnTo>
                  <a:lnTo>
                    <a:pt x="107120" y="617222"/>
                  </a:lnTo>
                  <a:lnTo>
                    <a:pt x="107211" y="616629"/>
                  </a:lnTo>
                  <a:lnTo>
                    <a:pt x="107279" y="616500"/>
                  </a:lnTo>
                  <a:lnTo>
                    <a:pt x="107143" y="616126"/>
                  </a:lnTo>
                  <a:lnTo>
                    <a:pt x="106915" y="616062"/>
                  </a:lnTo>
                  <a:lnTo>
                    <a:pt x="106495" y="615798"/>
                  </a:lnTo>
                  <a:lnTo>
                    <a:pt x="106449" y="615580"/>
                  </a:lnTo>
                  <a:lnTo>
                    <a:pt x="106474" y="615080"/>
                  </a:lnTo>
                  <a:lnTo>
                    <a:pt x="106321" y="614877"/>
                  </a:lnTo>
                  <a:lnTo>
                    <a:pt x="106091" y="614770"/>
                  </a:lnTo>
                  <a:lnTo>
                    <a:pt x="105961" y="614695"/>
                  </a:lnTo>
                  <a:lnTo>
                    <a:pt x="105634" y="614396"/>
                  </a:lnTo>
                  <a:lnTo>
                    <a:pt x="105438" y="614183"/>
                  </a:lnTo>
                  <a:lnTo>
                    <a:pt x="105148" y="613844"/>
                  </a:lnTo>
                  <a:lnTo>
                    <a:pt x="104918" y="613419"/>
                  </a:lnTo>
                  <a:lnTo>
                    <a:pt x="104847" y="613188"/>
                  </a:lnTo>
                  <a:lnTo>
                    <a:pt x="104825" y="612916"/>
                  </a:lnTo>
                  <a:lnTo>
                    <a:pt x="104680" y="612529"/>
                  </a:lnTo>
                  <a:lnTo>
                    <a:pt x="104364" y="612036"/>
                  </a:lnTo>
                  <a:lnTo>
                    <a:pt x="104075" y="611717"/>
                  </a:lnTo>
                  <a:lnTo>
                    <a:pt x="103853" y="611475"/>
                  </a:lnTo>
                  <a:lnTo>
                    <a:pt x="103839" y="611046"/>
                  </a:lnTo>
                  <a:lnTo>
                    <a:pt x="103904" y="610643"/>
                  </a:lnTo>
                  <a:lnTo>
                    <a:pt x="104058" y="610343"/>
                  </a:lnTo>
                  <a:lnTo>
                    <a:pt x="104175" y="610023"/>
                  </a:lnTo>
                  <a:lnTo>
                    <a:pt x="103998" y="609795"/>
                  </a:lnTo>
                  <a:lnTo>
                    <a:pt x="103754" y="609611"/>
                  </a:lnTo>
                  <a:lnTo>
                    <a:pt x="103246" y="609034"/>
                  </a:lnTo>
                  <a:lnTo>
                    <a:pt x="102949" y="608754"/>
                  </a:lnTo>
                  <a:lnTo>
                    <a:pt x="102395" y="608405"/>
                  </a:lnTo>
                  <a:lnTo>
                    <a:pt x="102199" y="608346"/>
                  </a:lnTo>
                  <a:lnTo>
                    <a:pt x="101844" y="608024"/>
                  </a:lnTo>
                  <a:lnTo>
                    <a:pt x="101381" y="607413"/>
                  </a:lnTo>
                  <a:lnTo>
                    <a:pt x="101282" y="607264"/>
                  </a:lnTo>
                  <a:lnTo>
                    <a:pt x="100712" y="606646"/>
                  </a:lnTo>
                  <a:lnTo>
                    <a:pt x="99843" y="605972"/>
                  </a:lnTo>
                  <a:lnTo>
                    <a:pt x="99239" y="605516"/>
                  </a:lnTo>
                  <a:lnTo>
                    <a:pt x="98654" y="605395"/>
                  </a:lnTo>
                  <a:lnTo>
                    <a:pt x="98451" y="605199"/>
                  </a:lnTo>
                  <a:lnTo>
                    <a:pt x="98363" y="605045"/>
                  </a:lnTo>
                  <a:lnTo>
                    <a:pt x="98076" y="604738"/>
                  </a:lnTo>
                  <a:lnTo>
                    <a:pt x="97847" y="604637"/>
                  </a:lnTo>
                  <a:lnTo>
                    <a:pt x="97662" y="604341"/>
                  </a:lnTo>
                  <a:lnTo>
                    <a:pt x="97643" y="604197"/>
                  </a:lnTo>
                  <a:lnTo>
                    <a:pt x="97412" y="604125"/>
                  </a:lnTo>
                  <a:lnTo>
                    <a:pt x="97184" y="604107"/>
                  </a:lnTo>
                  <a:lnTo>
                    <a:pt x="96963" y="604037"/>
                  </a:lnTo>
                  <a:lnTo>
                    <a:pt x="96797" y="604007"/>
                  </a:lnTo>
                  <a:lnTo>
                    <a:pt x="96634" y="603936"/>
                  </a:lnTo>
                  <a:lnTo>
                    <a:pt x="96451" y="603770"/>
                  </a:lnTo>
                  <a:lnTo>
                    <a:pt x="96099" y="603486"/>
                  </a:lnTo>
                  <a:lnTo>
                    <a:pt x="95613" y="603141"/>
                  </a:lnTo>
                  <a:lnTo>
                    <a:pt x="95462" y="603035"/>
                  </a:lnTo>
                  <a:lnTo>
                    <a:pt x="95314" y="602943"/>
                  </a:lnTo>
                  <a:lnTo>
                    <a:pt x="94707" y="602730"/>
                  </a:lnTo>
                  <a:lnTo>
                    <a:pt x="94508" y="602828"/>
                  </a:lnTo>
                  <a:lnTo>
                    <a:pt x="94168" y="602957"/>
                  </a:lnTo>
                  <a:lnTo>
                    <a:pt x="93781" y="602906"/>
                  </a:lnTo>
                  <a:lnTo>
                    <a:pt x="93531" y="602519"/>
                  </a:lnTo>
                  <a:lnTo>
                    <a:pt x="93172" y="602245"/>
                  </a:lnTo>
                  <a:lnTo>
                    <a:pt x="92761" y="602035"/>
                  </a:lnTo>
                  <a:lnTo>
                    <a:pt x="92339" y="601939"/>
                  </a:lnTo>
                  <a:lnTo>
                    <a:pt x="91907" y="601823"/>
                  </a:lnTo>
                  <a:lnTo>
                    <a:pt x="91419" y="601732"/>
                  </a:lnTo>
                  <a:lnTo>
                    <a:pt x="91066" y="601732"/>
                  </a:lnTo>
                  <a:lnTo>
                    <a:pt x="90533" y="601810"/>
                  </a:lnTo>
                  <a:lnTo>
                    <a:pt x="90044" y="601874"/>
                  </a:lnTo>
                  <a:lnTo>
                    <a:pt x="89858" y="601918"/>
                  </a:lnTo>
                  <a:lnTo>
                    <a:pt x="89590" y="601977"/>
                  </a:lnTo>
                  <a:lnTo>
                    <a:pt x="89340" y="602145"/>
                  </a:lnTo>
                  <a:lnTo>
                    <a:pt x="89113" y="602209"/>
                  </a:lnTo>
                  <a:lnTo>
                    <a:pt x="88885" y="602209"/>
                  </a:lnTo>
                  <a:lnTo>
                    <a:pt x="88607" y="602003"/>
                  </a:lnTo>
                  <a:lnTo>
                    <a:pt x="88272" y="601745"/>
                  </a:lnTo>
                  <a:lnTo>
                    <a:pt x="87894" y="601733"/>
                  </a:lnTo>
                  <a:lnTo>
                    <a:pt x="87568" y="601745"/>
                  </a:lnTo>
                  <a:lnTo>
                    <a:pt x="87182" y="601719"/>
                  </a:lnTo>
                  <a:lnTo>
                    <a:pt x="86809" y="601847"/>
                  </a:lnTo>
                  <a:lnTo>
                    <a:pt x="86773" y="602042"/>
                  </a:lnTo>
                  <a:lnTo>
                    <a:pt x="86708" y="602364"/>
                  </a:lnTo>
                  <a:lnTo>
                    <a:pt x="86659" y="602558"/>
                  </a:lnTo>
                  <a:lnTo>
                    <a:pt x="86704" y="602764"/>
                  </a:lnTo>
                  <a:lnTo>
                    <a:pt x="86773" y="603293"/>
                  </a:lnTo>
                  <a:lnTo>
                    <a:pt x="86704" y="603641"/>
                  </a:lnTo>
                  <a:lnTo>
                    <a:pt x="86602" y="603847"/>
                  </a:lnTo>
                  <a:lnTo>
                    <a:pt x="86409" y="603912"/>
                  </a:lnTo>
                  <a:lnTo>
                    <a:pt x="86182" y="603886"/>
                  </a:lnTo>
                  <a:lnTo>
                    <a:pt x="85864" y="603744"/>
                  </a:lnTo>
                  <a:lnTo>
                    <a:pt x="85569" y="603473"/>
                  </a:lnTo>
                  <a:lnTo>
                    <a:pt x="85530" y="603253"/>
                  </a:lnTo>
                  <a:lnTo>
                    <a:pt x="85446" y="603071"/>
                  </a:lnTo>
                  <a:lnTo>
                    <a:pt x="85103" y="603138"/>
                  </a:lnTo>
                  <a:lnTo>
                    <a:pt x="84785" y="603318"/>
                  </a:lnTo>
                  <a:lnTo>
                    <a:pt x="84399" y="603692"/>
                  </a:lnTo>
                  <a:lnTo>
                    <a:pt x="84126" y="604002"/>
                  </a:lnTo>
                  <a:lnTo>
                    <a:pt x="83910" y="604118"/>
                  </a:lnTo>
                  <a:lnTo>
                    <a:pt x="83592" y="604092"/>
                  </a:lnTo>
                  <a:lnTo>
                    <a:pt x="83282" y="603972"/>
                  </a:lnTo>
                  <a:lnTo>
                    <a:pt x="83115" y="603744"/>
                  </a:lnTo>
                  <a:lnTo>
                    <a:pt x="82888" y="603267"/>
                  </a:lnTo>
                  <a:lnTo>
                    <a:pt x="82801" y="602934"/>
                  </a:lnTo>
                  <a:lnTo>
                    <a:pt x="82763" y="602790"/>
                  </a:lnTo>
                  <a:lnTo>
                    <a:pt x="82536" y="602326"/>
                  </a:lnTo>
                  <a:lnTo>
                    <a:pt x="82297" y="601874"/>
                  </a:lnTo>
                  <a:lnTo>
                    <a:pt x="82061" y="601336"/>
                  </a:lnTo>
                  <a:lnTo>
                    <a:pt x="82004" y="601108"/>
                  </a:lnTo>
                  <a:lnTo>
                    <a:pt x="81993" y="600618"/>
                  </a:lnTo>
                  <a:lnTo>
                    <a:pt x="82016" y="600257"/>
                  </a:lnTo>
                  <a:lnTo>
                    <a:pt x="82084" y="599831"/>
                  </a:lnTo>
                  <a:lnTo>
                    <a:pt x="82181" y="599618"/>
                  </a:lnTo>
                  <a:lnTo>
                    <a:pt x="82319" y="599155"/>
                  </a:lnTo>
                  <a:lnTo>
                    <a:pt x="82379" y="598954"/>
                  </a:lnTo>
                  <a:lnTo>
                    <a:pt x="82411" y="598647"/>
                  </a:lnTo>
                  <a:lnTo>
                    <a:pt x="82425" y="598516"/>
                  </a:lnTo>
                  <a:lnTo>
                    <a:pt x="82434" y="598206"/>
                  </a:lnTo>
                  <a:lnTo>
                    <a:pt x="82455" y="598071"/>
                  </a:lnTo>
                  <a:lnTo>
                    <a:pt x="82304" y="597604"/>
                  </a:lnTo>
                  <a:lnTo>
                    <a:pt x="82271" y="597444"/>
                  </a:lnTo>
                  <a:lnTo>
                    <a:pt x="82209" y="596878"/>
                  </a:lnTo>
                  <a:lnTo>
                    <a:pt x="82118" y="596543"/>
                  </a:lnTo>
                  <a:lnTo>
                    <a:pt x="81947" y="596233"/>
                  </a:lnTo>
                  <a:lnTo>
                    <a:pt x="81595" y="595846"/>
                  </a:lnTo>
                  <a:lnTo>
                    <a:pt x="80937" y="595369"/>
                  </a:lnTo>
                  <a:lnTo>
                    <a:pt x="80789" y="595227"/>
                  </a:lnTo>
                  <a:lnTo>
                    <a:pt x="80721" y="595060"/>
                  </a:lnTo>
                  <a:lnTo>
                    <a:pt x="80721" y="594750"/>
                  </a:lnTo>
                  <a:lnTo>
                    <a:pt x="80732" y="594505"/>
                  </a:lnTo>
                  <a:lnTo>
                    <a:pt x="80812" y="594157"/>
                  </a:lnTo>
                  <a:lnTo>
                    <a:pt x="80914" y="593990"/>
                  </a:lnTo>
                  <a:lnTo>
                    <a:pt x="81107" y="593912"/>
                  </a:lnTo>
                  <a:lnTo>
                    <a:pt x="81266" y="593899"/>
                  </a:lnTo>
                  <a:lnTo>
                    <a:pt x="81508" y="593741"/>
                  </a:lnTo>
                  <a:lnTo>
                    <a:pt x="81716" y="593574"/>
                  </a:lnTo>
                  <a:lnTo>
                    <a:pt x="81596" y="593203"/>
                  </a:lnTo>
                  <a:lnTo>
                    <a:pt x="81459" y="593035"/>
                  </a:lnTo>
                  <a:lnTo>
                    <a:pt x="81357" y="592881"/>
                  </a:lnTo>
                  <a:lnTo>
                    <a:pt x="81107" y="592790"/>
                  </a:lnTo>
                  <a:lnTo>
                    <a:pt x="80747" y="592867"/>
                  </a:lnTo>
                  <a:lnTo>
                    <a:pt x="80342" y="592896"/>
                  </a:lnTo>
                  <a:lnTo>
                    <a:pt x="79919" y="592752"/>
                  </a:lnTo>
                  <a:lnTo>
                    <a:pt x="79336" y="592551"/>
                  </a:lnTo>
                  <a:lnTo>
                    <a:pt x="78905" y="592551"/>
                  </a:lnTo>
                  <a:lnTo>
                    <a:pt x="78407" y="592464"/>
                  </a:lnTo>
                  <a:lnTo>
                    <a:pt x="77807" y="592215"/>
                  </a:lnTo>
                  <a:lnTo>
                    <a:pt x="77325" y="592017"/>
                  </a:lnTo>
                  <a:lnTo>
                    <a:pt x="77158" y="591991"/>
                  </a:lnTo>
                  <a:lnTo>
                    <a:pt x="76955" y="591991"/>
                  </a:lnTo>
                  <a:lnTo>
                    <a:pt x="76814" y="592007"/>
                  </a:lnTo>
                  <a:lnTo>
                    <a:pt x="76369" y="591914"/>
                  </a:lnTo>
                  <a:lnTo>
                    <a:pt x="76148" y="591874"/>
                  </a:lnTo>
                  <a:lnTo>
                    <a:pt x="75585" y="591956"/>
                  </a:lnTo>
                  <a:lnTo>
                    <a:pt x="75289" y="592013"/>
                  </a:lnTo>
                  <a:lnTo>
                    <a:pt x="74689" y="592320"/>
                  </a:lnTo>
                  <a:lnTo>
                    <a:pt x="74351" y="592426"/>
                  </a:lnTo>
                  <a:lnTo>
                    <a:pt x="74047" y="592378"/>
                  </a:lnTo>
                  <a:lnTo>
                    <a:pt x="73819" y="592177"/>
                  </a:lnTo>
                  <a:lnTo>
                    <a:pt x="73650" y="591946"/>
                  </a:lnTo>
                  <a:lnTo>
                    <a:pt x="73388" y="591850"/>
                  </a:lnTo>
                  <a:lnTo>
                    <a:pt x="72881" y="591774"/>
                  </a:lnTo>
                  <a:lnTo>
                    <a:pt x="72256" y="591601"/>
                  </a:lnTo>
                  <a:lnTo>
                    <a:pt x="71563" y="591428"/>
                  </a:lnTo>
                  <a:lnTo>
                    <a:pt x="71217" y="591208"/>
                  </a:lnTo>
                  <a:lnTo>
                    <a:pt x="71115" y="590997"/>
                  </a:lnTo>
                  <a:lnTo>
                    <a:pt x="71124" y="590719"/>
                  </a:lnTo>
                  <a:lnTo>
                    <a:pt x="71284" y="590162"/>
                  </a:lnTo>
                  <a:lnTo>
                    <a:pt x="71259" y="589894"/>
                  </a:lnTo>
                  <a:lnTo>
                    <a:pt x="71124" y="589779"/>
                  </a:lnTo>
                  <a:lnTo>
                    <a:pt x="70811" y="589692"/>
                  </a:lnTo>
                  <a:lnTo>
                    <a:pt x="70439" y="589408"/>
                  </a:lnTo>
                  <a:lnTo>
                    <a:pt x="70262" y="589357"/>
                  </a:lnTo>
                  <a:lnTo>
                    <a:pt x="69916" y="589347"/>
                  </a:lnTo>
                  <a:lnTo>
                    <a:pt x="69772" y="589453"/>
                  </a:lnTo>
                  <a:lnTo>
                    <a:pt x="69654" y="589596"/>
                  </a:lnTo>
                  <a:lnTo>
                    <a:pt x="69654" y="589740"/>
                  </a:lnTo>
                  <a:lnTo>
                    <a:pt x="69544" y="590038"/>
                  </a:lnTo>
                  <a:lnTo>
                    <a:pt x="68984" y="590122"/>
                  </a:lnTo>
                  <a:lnTo>
                    <a:pt x="68826" y="590134"/>
                  </a:lnTo>
                  <a:lnTo>
                    <a:pt x="68572" y="590172"/>
                  </a:lnTo>
                  <a:lnTo>
                    <a:pt x="68112" y="590123"/>
                  </a:lnTo>
                  <a:lnTo>
                    <a:pt x="67854" y="590143"/>
                  </a:lnTo>
                  <a:lnTo>
                    <a:pt x="67432" y="590305"/>
                  </a:lnTo>
                  <a:lnTo>
                    <a:pt x="67136" y="590383"/>
                  </a:lnTo>
                  <a:lnTo>
                    <a:pt x="66840" y="590383"/>
                  </a:lnTo>
                  <a:lnTo>
                    <a:pt x="66477" y="590306"/>
                  </a:lnTo>
                  <a:lnTo>
                    <a:pt x="66139" y="590086"/>
                  </a:lnTo>
                  <a:lnTo>
                    <a:pt x="65801" y="589951"/>
                  </a:lnTo>
                  <a:lnTo>
                    <a:pt x="65471" y="589865"/>
                  </a:lnTo>
                  <a:lnTo>
                    <a:pt x="65269" y="589865"/>
                  </a:lnTo>
                  <a:lnTo>
                    <a:pt x="64835" y="590258"/>
                  </a:lnTo>
                  <a:lnTo>
                    <a:pt x="64643" y="590469"/>
                  </a:lnTo>
                  <a:lnTo>
                    <a:pt x="64437" y="590640"/>
                  </a:lnTo>
                  <a:lnTo>
                    <a:pt x="64238" y="590805"/>
                  </a:lnTo>
                  <a:lnTo>
                    <a:pt x="63938" y="590923"/>
                  </a:lnTo>
                  <a:lnTo>
                    <a:pt x="63731" y="590930"/>
                  </a:lnTo>
                  <a:lnTo>
                    <a:pt x="63477" y="590901"/>
                  </a:lnTo>
                  <a:lnTo>
                    <a:pt x="63325" y="590834"/>
                  </a:lnTo>
                  <a:lnTo>
                    <a:pt x="62987" y="590834"/>
                  </a:lnTo>
                  <a:lnTo>
                    <a:pt x="62658" y="590997"/>
                  </a:lnTo>
                  <a:lnTo>
                    <a:pt x="62320" y="591131"/>
                  </a:lnTo>
                  <a:lnTo>
                    <a:pt x="62050" y="591169"/>
                  </a:lnTo>
                  <a:lnTo>
                    <a:pt x="61896" y="591218"/>
                  </a:lnTo>
                  <a:lnTo>
                    <a:pt x="61538" y="591326"/>
                  </a:lnTo>
                  <a:lnTo>
                    <a:pt x="61287" y="591454"/>
                  </a:lnTo>
                  <a:lnTo>
                    <a:pt x="61027" y="591591"/>
                  </a:lnTo>
                  <a:lnTo>
                    <a:pt x="60884" y="591802"/>
                  </a:lnTo>
                  <a:lnTo>
                    <a:pt x="60841" y="592071"/>
                  </a:lnTo>
                  <a:lnTo>
                    <a:pt x="60841" y="592301"/>
                  </a:lnTo>
                  <a:lnTo>
                    <a:pt x="60934" y="592512"/>
                  </a:lnTo>
                  <a:lnTo>
                    <a:pt x="61095" y="592714"/>
                  </a:lnTo>
                  <a:lnTo>
                    <a:pt x="61264" y="593088"/>
                  </a:lnTo>
                  <a:lnTo>
                    <a:pt x="60985" y="593328"/>
                  </a:lnTo>
                  <a:lnTo>
                    <a:pt x="60791" y="593280"/>
                  </a:lnTo>
                  <a:lnTo>
                    <a:pt x="60512" y="593404"/>
                  </a:lnTo>
                  <a:lnTo>
                    <a:pt x="60562" y="593625"/>
                  </a:lnTo>
                  <a:lnTo>
                    <a:pt x="60571" y="593759"/>
                  </a:lnTo>
                  <a:lnTo>
                    <a:pt x="60427" y="593826"/>
                  </a:lnTo>
                  <a:lnTo>
                    <a:pt x="60047" y="593836"/>
                  </a:lnTo>
                  <a:lnTo>
                    <a:pt x="59692" y="593788"/>
                  </a:lnTo>
                  <a:lnTo>
                    <a:pt x="59540" y="593721"/>
                  </a:lnTo>
                  <a:lnTo>
                    <a:pt x="59380" y="593471"/>
                  </a:lnTo>
                  <a:lnTo>
                    <a:pt x="59151" y="593097"/>
                  </a:lnTo>
                  <a:lnTo>
                    <a:pt x="58945" y="592598"/>
                  </a:lnTo>
                  <a:lnTo>
                    <a:pt x="58881" y="592445"/>
                  </a:lnTo>
                  <a:lnTo>
                    <a:pt x="58724" y="592087"/>
                  </a:lnTo>
                  <a:lnTo>
                    <a:pt x="58359" y="591256"/>
                  </a:lnTo>
                  <a:lnTo>
                    <a:pt x="57895" y="590469"/>
                  </a:lnTo>
                  <a:lnTo>
                    <a:pt x="57784" y="590182"/>
                  </a:lnTo>
                  <a:lnTo>
                    <a:pt x="57638" y="589798"/>
                  </a:lnTo>
                  <a:lnTo>
                    <a:pt x="57581" y="589274"/>
                  </a:lnTo>
                  <a:lnTo>
                    <a:pt x="57581" y="588903"/>
                  </a:lnTo>
                  <a:lnTo>
                    <a:pt x="57496" y="588531"/>
                  </a:lnTo>
                  <a:lnTo>
                    <a:pt x="57507" y="588238"/>
                  </a:lnTo>
                  <a:lnTo>
                    <a:pt x="57575" y="587951"/>
                  </a:lnTo>
                  <a:lnTo>
                    <a:pt x="57400" y="587951"/>
                  </a:lnTo>
                  <a:lnTo>
                    <a:pt x="57221" y="587956"/>
                  </a:lnTo>
                  <a:lnTo>
                    <a:pt x="56624" y="587969"/>
                  </a:lnTo>
                  <a:lnTo>
                    <a:pt x="55711" y="587995"/>
                  </a:lnTo>
                  <a:lnTo>
                    <a:pt x="55441" y="588059"/>
                  </a:lnTo>
                  <a:lnTo>
                    <a:pt x="55272" y="588250"/>
                  </a:lnTo>
                  <a:lnTo>
                    <a:pt x="55159" y="588545"/>
                  </a:lnTo>
                  <a:lnTo>
                    <a:pt x="55178" y="588908"/>
                  </a:lnTo>
                  <a:lnTo>
                    <a:pt x="55171" y="589094"/>
                  </a:lnTo>
                  <a:lnTo>
                    <a:pt x="55080" y="589235"/>
                  </a:lnTo>
                  <a:lnTo>
                    <a:pt x="54833" y="589325"/>
                  </a:lnTo>
                  <a:lnTo>
                    <a:pt x="54691" y="589339"/>
                  </a:lnTo>
                  <a:lnTo>
                    <a:pt x="54213" y="589389"/>
                  </a:lnTo>
                  <a:lnTo>
                    <a:pt x="54003" y="589411"/>
                  </a:lnTo>
                  <a:lnTo>
                    <a:pt x="53740" y="589440"/>
                  </a:lnTo>
                  <a:lnTo>
                    <a:pt x="53244" y="589414"/>
                  </a:lnTo>
                  <a:lnTo>
                    <a:pt x="52749" y="589299"/>
                  </a:lnTo>
                  <a:lnTo>
                    <a:pt x="52343" y="588967"/>
                  </a:lnTo>
                  <a:lnTo>
                    <a:pt x="52084" y="588532"/>
                  </a:lnTo>
                  <a:lnTo>
                    <a:pt x="52011" y="588188"/>
                  </a:lnTo>
                  <a:lnTo>
                    <a:pt x="52085" y="587827"/>
                  </a:lnTo>
                  <a:lnTo>
                    <a:pt x="52106" y="587637"/>
                  </a:lnTo>
                  <a:lnTo>
                    <a:pt x="52050" y="587509"/>
                  </a:lnTo>
                  <a:lnTo>
                    <a:pt x="51836" y="587406"/>
                  </a:lnTo>
                  <a:lnTo>
                    <a:pt x="51588" y="587087"/>
                  </a:lnTo>
                  <a:lnTo>
                    <a:pt x="51543" y="586869"/>
                  </a:lnTo>
                  <a:lnTo>
                    <a:pt x="51464" y="586422"/>
                  </a:lnTo>
                  <a:lnTo>
                    <a:pt x="51352" y="586230"/>
                  </a:lnTo>
                  <a:lnTo>
                    <a:pt x="51205" y="586204"/>
                  </a:lnTo>
                  <a:lnTo>
                    <a:pt x="51025" y="586230"/>
                  </a:lnTo>
                  <a:lnTo>
                    <a:pt x="50656" y="586397"/>
                  </a:lnTo>
                  <a:lnTo>
                    <a:pt x="50360" y="586575"/>
                  </a:lnTo>
                  <a:lnTo>
                    <a:pt x="50160" y="586744"/>
                  </a:lnTo>
                  <a:lnTo>
                    <a:pt x="49662" y="586959"/>
                  </a:lnTo>
                  <a:lnTo>
                    <a:pt x="49211" y="587125"/>
                  </a:lnTo>
                  <a:lnTo>
                    <a:pt x="48851" y="587215"/>
                  </a:lnTo>
                  <a:lnTo>
                    <a:pt x="48524" y="587291"/>
                  </a:lnTo>
                  <a:lnTo>
                    <a:pt x="48265" y="587458"/>
                  </a:lnTo>
                  <a:lnTo>
                    <a:pt x="48036" y="587706"/>
                  </a:lnTo>
                  <a:lnTo>
                    <a:pt x="47882" y="587956"/>
                  </a:lnTo>
                  <a:lnTo>
                    <a:pt x="47758" y="588238"/>
                  </a:lnTo>
                  <a:lnTo>
                    <a:pt x="47454" y="588481"/>
                  </a:lnTo>
                  <a:lnTo>
                    <a:pt x="47105" y="588647"/>
                  </a:lnTo>
                  <a:lnTo>
                    <a:pt x="46553" y="588775"/>
                  </a:lnTo>
                  <a:lnTo>
                    <a:pt x="45822" y="588955"/>
                  </a:lnTo>
                  <a:lnTo>
                    <a:pt x="45609" y="589111"/>
                  </a:lnTo>
                  <a:lnTo>
                    <a:pt x="45368" y="588777"/>
                  </a:lnTo>
                  <a:lnTo>
                    <a:pt x="44821" y="588202"/>
                  </a:lnTo>
                  <a:lnTo>
                    <a:pt x="44647" y="588050"/>
                  </a:lnTo>
                  <a:lnTo>
                    <a:pt x="44530" y="587902"/>
                  </a:lnTo>
                  <a:lnTo>
                    <a:pt x="44373" y="587677"/>
                  </a:lnTo>
                  <a:lnTo>
                    <a:pt x="44235" y="587235"/>
                  </a:lnTo>
                  <a:lnTo>
                    <a:pt x="44215" y="587101"/>
                  </a:lnTo>
                  <a:lnTo>
                    <a:pt x="44078" y="586836"/>
                  </a:lnTo>
                  <a:lnTo>
                    <a:pt x="43906" y="586696"/>
                  </a:lnTo>
                  <a:lnTo>
                    <a:pt x="43571" y="586620"/>
                  </a:lnTo>
                  <a:lnTo>
                    <a:pt x="43394" y="586695"/>
                  </a:lnTo>
                  <a:lnTo>
                    <a:pt x="43239" y="586913"/>
                  </a:lnTo>
                  <a:lnTo>
                    <a:pt x="43070" y="587264"/>
                  </a:lnTo>
                  <a:lnTo>
                    <a:pt x="42827" y="587481"/>
                  </a:lnTo>
                  <a:lnTo>
                    <a:pt x="42613" y="587331"/>
                  </a:lnTo>
                  <a:lnTo>
                    <a:pt x="42518" y="587189"/>
                  </a:lnTo>
                  <a:lnTo>
                    <a:pt x="42435" y="586977"/>
                  </a:lnTo>
                  <a:lnTo>
                    <a:pt x="42408" y="586620"/>
                  </a:lnTo>
                  <a:lnTo>
                    <a:pt x="42408" y="586366"/>
                  </a:lnTo>
                  <a:lnTo>
                    <a:pt x="42402" y="585875"/>
                  </a:lnTo>
                  <a:lnTo>
                    <a:pt x="42408" y="585595"/>
                  </a:lnTo>
                  <a:lnTo>
                    <a:pt x="42369" y="585208"/>
                  </a:lnTo>
                  <a:lnTo>
                    <a:pt x="42278" y="585015"/>
                  </a:lnTo>
                  <a:lnTo>
                    <a:pt x="42029" y="584807"/>
                  </a:lnTo>
                  <a:lnTo>
                    <a:pt x="41505" y="584614"/>
                  </a:lnTo>
                  <a:lnTo>
                    <a:pt x="41029" y="584247"/>
                  </a:lnTo>
                  <a:lnTo>
                    <a:pt x="40955" y="584035"/>
                  </a:lnTo>
                  <a:lnTo>
                    <a:pt x="40955" y="583826"/>
                  </a:lnTo>
                  <a:lnTo>
                    <a:pt x="41007" y="583558"/>
                  </a:lnTo>
                  <a:lnTo>
                    <a:pt x="41269" y="583246"/>
                  </a:lnTo>
                  <a:lnTo>
                    <a:pt x="41623" y="582994"/>
                  </a:lnTo>
                  <a:lnTo>
                    <a:pt x="41819" y="582889"/>
                  </a:lnTo>
                  <a:lnTo>
                    <a:pt x="42215" y="582789"/>
                  </a:lnTo>
                  <a:lnTo>
                    <a:pt x="42240" y="582479"/>
                  </a:lnTo>
                  <a:lnTo>
                    <a:pt x="42281" y="582197"/>
                  </a:lnTo>
                  <a:lnTo>
                    <a:pt x="42260" y="581977"/>
                  </a:lnTo>
                  <a:lnTo>
                    <a:pt x="42160" y="581760"/>
                  </a:lnTo>
                  <a:lnTo>
                    <a:pt x="41754" y="581403"/>
                  </a:lnTo>
                  <a:lnTo>
                    <a:pt x="41597" y="581240"/>
                  </a:lnTo>
                  <a:lnTo>
                    <a:pt x="41544" y="581061"/>
                  </a:lnTo>
                  <a:lnTo>
                    <a:pt x="41659" y="580768"/>
                  </a:lnTo>
                  <a:lnTo>
                    <a:pt x="41911" y="580586"/>
                  </a:lnTo>
                  <a:lnTo>
                    <a:pt x="42605" y="580125"/>
                  </a:lnTo>
                  <a:lnTo>
                    <a:pt x="42749" y="579738"/>
                  </a:lnTo>
                  <a:lnTo>
                    <a:pt x="43001" y="579162"/>
                  </a:lnTo>
                  <a:lnTo>
                    <a:pt x="43325" y="578832"/>
                  </a:lnTo>
                  <a:lnTo>
                    <a:pt x="43705" y="578728"/>
                  </a:lnTo>
                  <a:lnTo>
                    <a:pt x="44359" y="578683"/>
                  </a:lnTo>
                  <a:lnTo>
                    <a:pt x="44792" y="578698"/>
                  </a:lnTo>
                  <a:lnTo>
                    <a:pt x="45066" y="578802"/>
                  </a:lnTo>
                  <a:lnTo>
                    <a:pt x="45368" y="578951"/>
                  </a:lnTo>
                  <a:lnTo>
                    <a:pt x="45577" y="579055"/>
                  </a:lnTo>
                  <a:lnTo>
                    <a:pt x="45721" y="579233"/>
                  </a:lnTo>
                  <a:lnTo>
                    <a:pt x="45878" y="579352"/>
                  </a:lnTo>
                  <a:lnTo>
                    <a:pt x="46075" y="579382"/>
                  </a:lnTo>
                  <a:lnTo>
                    <a:pt x="46297" y="579367"/>
                  </a:lnTo>
                  <a:lnTo>
                    <a:pt x="46559" y="579218"/>
                  </a:lnTo>
                  <a:lnTo>
                    <a:pt x="46703" y="578936"/>
                  </a:lnTo>
                  <a:lnTo>
                    <a:pt x="46742" y="578519"/>
                  </a:lnTo>
                  <a:lnTo>
                    <a:pt x="46834" y="578029"/>
                  </a:lnTo>
                  <a:lnTo>
                    <a:pt x="47030" y="578014"/>
                  </a:lnTo>
                  <a:lnTo>
                    <a:pt x="47266" y="578044"/>
                  </a:lnTo>
                  <a:lnTo>
                    <a:pt x="47502" y="578178"/>
                  </a:lnTo>
                  <a:lnTo>
                    <a:pt x="47790" y="578237"/>
                  </a:lnTo>
                  <a:lnTo>
                    <a:pt x="47868" y="578103"/>
                  </a:lnTo>
                  <a:lnTo>
                    <a:pt x="47973" y="577851"/>
                  </a:lnTo>
                  <a:lnTo>
                    <a:pt x="48143" y="577747"/>
                  </a:lnTo>
                  <a:lnTo>
                    <a:pt x="48353" y="577747"/>
                  </a:lnTo>
                  <a:lnTo>
                    <a:pt x="48536" y="577865"/>
                  </a:lnTo>
                  <a:lnTo>
                    <a:pt x="48733" y="578118"/>
                  </a:lnTo>
                  <a:lnTo>
                    <a:pt x="48912" y="578494"/>
                  </a:lnTo>
                  <a:lnTo>
                    <a:pt x="49047" y="578698"/>
                  </a:lnTo>
                  <a:lnTo>
                    <a:pt x="49165" y="578936"/>
                  </a:lnTo>
                  <a:lnTo>
                    <a:pt x="49335" y="579084"/>
                  </a:lnTo>
                  <a:lnTo>
                    <a:pt x="49612" y="579114"/>
                  </a:lnTo>
                  <a:lnTo>
                    <a:pt x="49846" y="578925"/>
                  </a:lnTo>
                  <a:lnTo>
                    <a:pt x="50113" y="578648"/>
                  </a:lnTo>
                  <a:lnTo>
                    <a:pt x="50437" y="578171"/>
                  </a:lnTo>
                  <a:lnTo>
                    <a:pt x="50923" y="577720"/>
                  </a:lnTo>
                  <a:lnTo>
                    <a:pt x="51409" y="577360"/>
                  </a:lnTo>
                  <a:lnTo>
                    <a:pt x="51677" y="577191"/>
                  </a:lnTo>
                  <a:lnTo>
                    <a:pt x="51807" y="577109"/>
                  </a:lnTo>
                  <a:lnTo>
                    <a:pt x="51989" y="577017"/>
                  </a:lnTo>
                  <a:lnTo>
                    <a:pt x="52352" y="576833"/>
                  </a:lnTo>
                  <a:lnTo>
                    <a:pt x="52698" y="576733"/>
                  </a:lnTo>
                  <a:lnTo>
                    <a:pt x="52985" y="576783"/>
                  </a:lnTo>
                  <a:lnTo>
                    <a:pt x="53193" y="576891"/>
                  </a:lnTo>
                  <a:lnTo>
                    <a:pt x="53442" y="577093"/>
                  </a:lnTo>
                  <a:lnTo>
                    <a:pt x="53657" y="577319"/>
                  </a:lnTo>
                  <a:lnTo>
                    <a:pt x="54138" y="577736"/>
                  </a:lnTo>
                  <a:lnTo>
                    <a:pt x="54403" y="577949"/>
                  </a:lnTo>
                  <a:lnTo>
                    <a:pt x="54543" y="578143"/>
                  </a:lnTo>
                  <a:lnTo>
                    <a:pt x="54784" y="578382"/>
                  </a:lnTo>
                  <a:lnTo>
                    <a:pt x="55104" y="578470"/>
                  </a:lnTo>
                  <a:lnTo>
                    <a:pt x="55306" y="578638"/>
                  </a:lnTo>
                  <a:lnTo>
                    <a:pt x="55423" y="578860"/>
                  </a:lnTo>
                  <a:lnTo>
                    <a:pt x="55556" y="579196"/>
                  </a:lnTo>
                  <a:lnTo>
                    <a:pt x="55680" y="579487"/>
                  </a:lnTo>
                  <a:lnTo>
                    <a:pt x="55758" y="579735"/>
                  </a:lnTo>
                  <a:lnTo>
                    <a:pt x="55898" y="579992"/>
                  </a:lnTo>
                  <a:lnTo>
                    <a:pt x="56085" y="580115"/>
                  </a:lnTo>
                  <a:lnTo>
                    <a:pt x="56265" y="580124"/>
                  </a:lnTo>
                  <a:lnTo>
                    <a:pt x="56568" y="580089"/>
                  </a:lnTo>
                  <a:lnTo>
                    <a:pt x="57176" y="579983"/>
                  </a:lnTo>
                  <a:lnTo>
                    <a:pt x="57628" y="579956"/>
                  </a:lnTo>
                  <a:lnTo>
                    <a:pt x="57889" y="579914"/>
                  </a:lnTo>
                  <a:lnTo>
                    <a:pt x="58177" y="579867"/>
                  </a:lnTo>
                  <a:lnTo>
                    <a:pt x="58605" y="579796"/>
                  </a:lnTo>
                  <a:lnTo>
                    <a:pt x="58898" y="579744"/>
                  </a:lnTo>
                  <a:lnTo>
                    <a:pt x="59294" y="579501"/>
                  </a:lnTo>
                  <a:lnTo>
                    <a:pt x="59421" y="579389"/>
                  </a:lnTo>
                  <a:lnTo>
                    <a:pt x="59837" y="579320"/>
                  </a:lnTo>
                  <a:lnTo>
                    <a:pt x="60102" y="579224"/>
                  </a:lnTo>
                  <a:lnTo>
                    <a:pt x="60270" y="579113"/>
                  </a:lnTo>
                  <a:lnTo>
                    <a:pt x="60354" y="578700"/>
                  </a:lnTo>
                  <a:lnTo>
                    <a:pt x="60634" y="578065"/>
                  </a:lnTo>
                  <a:lnTo>
                    <a:pt x="60782" y="577439"/>
                  </a:lnTo>
                  <a:lnTo>
                    <a:pt x="60942" y="577197"/>
                  </a:lnTo>
                  <a:lnTo>
                    <a:pt x="61148" y="576985"/>
                  </a:lnTo>
                  <a:lnTo>
                    <a:pt x="61726" y="576879"/>
                  </a:lnTo>
                  <a:lnTo>
                    <a:pt x="62323" y="576858"/>
                  </a:lnTo>
                  <a:lnTo>
                    <a:pt x="63023" y="576793"/>
                  </a:lnTo>
                  <a:lnTo>
                    <a:pt x="63506" y="576723"/>
                  </a:lnTo>
                  <a:lnTo>
                    <a:pt x="63740" y="576689"/>
                  </a:lnTo>
                  <a:lnTo>
                    <a:pt x="63883" y="576638"/>
                  </a:lnTo>
                  <a:lnTo>
                    <a:pt x="64046" y="576581"/>
                  </a:lnTo>
                  <a:lnTo>
                    <a:pt x="64281" y="576498"/>
                  </a:lnTo>
                  <a:lnTo>
                    <a:pt x="64903" y="576298"/>
                  </a:lnTo>
                  <a:lnTo>
                    <a:pt x="65224" y="576173"/>
                  </a:lnTo>
                  <a:lnTo>
                    <a:pt x="65447" y="576050"/>
                  </a:lnTo>
                  <a:lnTo>
                    <a:pt x="66014" y="575854"/>
                  </a:lnTo>
                  <a:lnTo>
                    <a:pt x="66167" y="575801"/>
                  </a:lnTo>
                  <a:lnTo>
                    <a:pt x="66931" y="575424"/>
                  </a:lnTo>
                  <a:lnTo>
                    <a:pt x="67264" y="575254"/>
                  </a:lnTo>
                  <a:lnTo>
                    <a:pt x="67480" y="575216"/>
                  </a:lnTo>
                  <a:lnTo>
                    <a:pt x="67935" y="575313"/>
                  </a:lnTo>
                  <a:lnTo>
                    <a:pt x="68245" y="575386"/>
                  </a:lnTo>
                  <a:lnTo>
                    <a:pt x="68450" y="575377"/>
                  </a:lnTo>
                  <a:lnTo>
                    <a:pt x="68677" y="575367"/>
                  </a:lnTo>
                  <a:lnTo>
                    <a:pt x="68935" y="575345"/>
                  </a:lnTo>
                  <a:lnTo>
                    <a:pt x="69108" y="575268"/>
                  </a:lnTo>
                  <a:lnTo>
                    <a:pt x="69245" y="575027"/>
                  </a:lnTo>
                  <a:lnTo>
                    <a:pt x="69307" y="574631"/>
                  </a:lnTo>
                  <a:lnTo>
                    <a:pt x="69419" y="574263"/>
                  </a:lnTo>
                  <a:lnTo>
                    <a:pt x="69594" y="573923"/>
                  </a:lnTo>
                  <a:lnTo>
                    <a:pt x="69837" y="573597"/>
                  </a:lnTo>
                  <a:lnTo>
                    <a:pt x="69935" y="573389"/>
                  </a:lnTo>
                  <a:lnTo>
                    <a:pt x="69921" y="572946"/>
                  </a:lnTo>
                  <a:lnTo>
                    <a:pt x="69818" y="572776"/>
                  </a:lnTo>
                  <a:lnTo>
                    <a:pt x="69594" y="572507"/>
                  </a:lnTo>
                  <a:lnTo>
                    <a:pt x="69557" y="572239"/>
                  </a:lnTo>
                  <a:lnTo>
                    <a:pt x="69628" y="571595"/>
                  </a:lnTo>
                  <a:lnTo>
                    <a:pt x="69787" y="571493"/>
                  </a:lnTo>
                  <a:lnTo>
                    <a:pt x="70479" y="570930"/>
                  </a:lnTo>
                  <a:lnTo>
                    <a:pt x="70541" y="570687"/>
                  </a:lnTo>
                  <a:lnTo>
                    <a:pt x="70474" y="570159"/>
                  </a:lnTo>
                  <a:lnTo>
                    <a:pt x="69676" y="568624"/>
                  </a:lnTo>
                  <a:lnTo>
                    <a:pt x="69410" y="568296"/>
                  </a:lnTo>
                  <a:lnTo>
                    <a:pt x="68706" y="567759"/>
                  </a:lnTo>
                  <a:lnTo>
                    <a:pt x="68035" y="567160"/>
                  </a:lnTo>
                  <a:lnTo>
                    <a:pt x="67814" y="566962"/>
                  </a:lnTo>
                  <a:lnTo>
                    <a:pt x="67573" y="566589"/>
                  </a:lnTo>
                  <a:lnTo>
                    <a:pt x="67499" y="566315"/>
                  </a:lnTo>
                  <a:lnTo>
                    <a:pt x="67437" y="566082"/>
                  </a:lnTo>
                  <a:lnTo>
                    <a:pt x="67259" y="565905"/>
                  </a:lnTo>
                  <a:lnTo>
                    <a:pt x="66949" y="565805"/>
                  </a:lnTo>
                  <a:lnTo>
                    <a:pt x="66639" y="565805"/>
                  </a:lnTo>
                  <a:lnTo>
                    <a:pt x="66129" y="566031"/>
                  </a:lnTo>
                  <a:lnTo>
                    <a:pt x="65619" y="566258"/>
                  </a:lnTo>
                  <a:lnTo>
                    <a:pt x="65264" y="566308"/>
                  </a:lnTo>
                  <a:lnTo>
                    <a:pt x="64643" y="566132"/>
                  </a:lnTo>
                  <a:lnTo>
                    <a:pt x="64155" y="565956"/>
                  </a:lnTo>
                  <a:lnTo>
                    <a:pt x="64155" y="565201"/>
                  </a:lnTo>
                  <a:lnTo>
                    <a:pt x="64155" y="565024"/>
                  </a:lnTo>
                  <a:lnTo>
                    <a:pt x="63912" y="564873"/>
                  </a:lnTo>
                  <a:lnTo>
                    <a:pt x="63446" y="564571"/>
                  </a:lnTo>
                  <a:lnTo>
                    <a:pt x="62182" y="563993"/>
                  </a:lnTo>
                  <a:lnTo>
                    <a:pt x="61908" y="563875"/>
                  </a:lnTo>
                  <a:lnTo>
                    <a:pt x="61539" y="563716"/>
                  </a:lnTo>
                  <a:lnTo>
                    <a:pt x="61435" y="563514"/>
                  </a:lnTo>
                  <a:lnTo>
                    <a:pt x="61294" y="563356"/>
                  </a:lnTo>
                  <a:lnTo>
                    <a:pt x="61104" y="563097"/>
                  </a:lnTo>
                  <a:lnTo>
                    <a:pt x="61007" y="562860"/>
                  </a:lnTo>
                  <a:lnTo>
                    <a:pt x="60874" y="562357"/>
                  </a:lnTo>
                  <a:lnTo>
                    <a:pt x="60750" y="561487"/>
                  </a:lnTo>
                  <a:lnTo>
                    <a:pt x="60719" y="561274"/>
                  </a:lnTo>
                  <a:lnTo>
                    <a:pt x="60564" y="560771"/>
                  </a:lnTo>
                  <a:lnTo>
                    <a:pt x="60364" y="560167"/>
                  </a:lnTo>
                  <a:lnTo>
                    <a:pt x="60042" y="559758"/>
                  </a:lnTo>
                  <a:lnTo>
                    <a:pt x="59544" y="558959"/>
                  </a:lnTo>
                  <a:lnTo>
                    <a:pt x="59433" y="558682"/>
                  </a:lnTo>
                  <a:lnTo>
                    <a:pt x="59500" y="558430"/>
                  </a:lnTo>
                  <a:lnTo>
                    <a:pt x="59705" y="558061"/>
                  </a:lnTo>
                  <a:lnTo>
                    <a:pt x="59907" y="557883"/>
                  </a:lnTo>
                  <a:lnTo>
                    <a:pt x="60306" y="557713"/>
                  </a:lnTo>
                  <a:lnTo>
                    <a:pt x="60541" y="557481"/>
                  </a:lnTo>
                  <a:lnTo>
                    <a:pt x="60655" y="557128"/>
                  </a:lnTo>
                  <a:lnTo>
                    <a:pt x="60605" y="556241"/>
                  </a:lnTo>
                  <a:lnTo>
                    <a:pt x="60622" y="556014"/>
                  </a:lnTo>
                  <a:lnTo>
                    <a:pt x="60755" y="555882"/>
                  </a:lnTo>
                  <a:lnTo>
                    <a:pt x="60938" y="555807"/>
                  </a:lnTo>
                  <a:lnTo>
                    <a:pt x="61229" y="555763"/>
                  </a:lnTo>
                  <a:lnTo>
                    <a:pt x="61517" y="555737"/>
                  </a:lnTo>
                  <a:lnTo>
                    <a:pt x="61828" y="555511"/>
                  </a:lnTo>
                  <a:lnTo>
                    <a:pt x="62315" y="554982"/>
                  </a:lnTo>
                  <a:lnTo>
                    <a:pt x="62497" y="554703"/>
                  </a:lnTo>
                  <a:lnTo>
                    <a:pt x="62626" y="554504"/>
                  </a:lnTo>
                  <a:lnTo>
                    <a:pt x="62980" y="554202"/>
                  </a:lnTo>
                  <a:lnTo>
                    <a:pt x="63469" y="553872"/>
                  </a:lnTo>
                  <a:lnTo>
                    <a:pt x="63700" y="553716"/>
                  </a:lnTo>
                  <a:lnTo>
                    <a:pt x="64003" y="553486"/>
                  </a:lnTo>
                  <a:lnTo>
                    <a:pt x="64130" y="553366"/>
                  </a:lnTo>
                  <a:lnTo>
                    <a:pt x="64311" y="553195"/>
                  </a:lnTo>
                  <a:lnTo>
                    <a:pt x="64427" y="552974"/>
                  </a:lnTo>
                  <a:lnTo>
                    <a:pt x="64377" y="552692"/>
                  </a:lnTo>
                  <a:lnTo>
                    <a:pt x="64133" y="552340"/>
                  </a:lnTo>
                  <a:lnTo>
                    <a:pt x="63934" y="552138"/>
                  </a:lnTo>
                  <a:lnTo>
                    <a:pt x="63691" y="551988"/>
                  </a:lnTo>
                  <a:lnTo>
                    <a:pt x="63446" y="551836"/>
                  </a:lnTo>
                  <a:lnTo>
                    <a:pt x="63030" y="551555"/>
                  </a:lnTo>
                  <a:lnTo>
                    <a:pt x="62360" y="551081"/>
                  </a:lnTo>
                  <a:lnTo>
                    <a:pt x="61428" y="550578"/>
                  </a:lnTo>
                  <a:lnTo>
                    <a:pt x="60830" y="550276"/>
                  </a:lnTo>
                  <a:lnTo>
                    <a:pt x="60564" y="550024"/>
                  </a:lnTo>
                  <a:lnTo>
                    <a:pt x="60497" y="549773"/>
                  </a:lnTo>
                  <a:lnTo>
                    <a:pt x="60497" y="549604"/>
                  </a:lnTo>
                  <a:lnTo>
                    <a:pt x="60497" y="549445"/>
                  </a:lnTo>
                  <a:lnTo>
                    <a:pt x="60630" y="549118"/>
                  </a:lnTo>
                  <a:lnTo>
                    <a:pt x="60874" y="548791"/>
                  </a:lnTo>
                  <a:lnTo>
                    <a:pt x="61273" y="547910"/>
                  </a:lnTo>
                  <a:lnTo>
                    <a:pt x="61140" y="547558"/>
                  </a:lnTo>
                  <a:lnTo>
                    <a:pt x="60752" y="546897"/>
                  </a:lnTo>
                  <a:lnTo>
                    <a:pt x="60475" y="546425"/>
                  </a:lnTo>
                  <a:lnTo>
                    <a:pt x="60453" y="546148"/>
                  </a:lnTo>
                  <a:lnTo>
                    <a:pt x="60493" y="545756"/>
                  </a:lnTo>
                  <a:lnTo>
                    <a:pt x="60529" y="545153"/>
                  </a:lnTo>
                  <a:lnTo>
                    <a:pt x="60279" y="544374"/>
                  </a:lnTo>
                  <a:lnTo>
                    <a:pt x="60217" y="543935"/>
                  </a:lnTo>
                  <a:lnTo>
                    <a:pt x="60307" y="543456"/>
                  </a:lnTo>
                  <a:lnTo>
                    <a:pt x="60486" y="543022"/>
                  </a:lnTo>
                  <a:lnTo>
                    <a:pt x="60785" y="542274"/>
                  </a:lnTo>
                  <a:lnTo>
                    <a:pt x="60808" y="541870"/>
                  </a:lnTo>
                  <a:lnTo>
                    <a:pt x="60853" y="541554"/>
                  </a:lnTo>
                  <a:lnTo>
                    <a:pt x="60830" y="541215"/>
                  </a:lnTo>
                  <a:lnTo>
                    <a:pt x="60763" y="540838"/>
                  </a:lnTo>
                  <a:lnTo>
                    <a:pt x="60564" y="540662"/>
                  </a:lnTo>
                  <a:lnTo>
                    <a:pt x="60342" y="540586"/>
                  </a:lnTo>
                  <a:lnTo>
                    <a:pt x="59943" y="540636"/>
                  </a:lnTo>
                  <a:lnTo>
                    <a:pt x="59389" y="540838"/>
                  </a:lnTo>
                  <a:lnTo>
                    <a:pt x="59208" y="540816"/>
                  </a:lnTo>
                  <a:lnTo>
                    <a:pt x="58968" y="540787"/>
                  </a:lnTo>
                  <a:lnTo>
                    <a:pt x="58657" y="540687"/>
                  </a:lnTo>
                  <a:lnTo>
                    <a:pt x="58192" y="540158"/>
                  </a:lnTo>
                  <a:lnTo>
                    <a:pt x="58147" y="539907"/>
                  </a:lnTo>
                  <a:lnTo>
                    <a:pt x="57924" y="539280"/>
                  </a:lnTo>
                  <a:lnTo>
                    <a:pt x="57704" y="539000"/>
                  </a:lnTo>
                  <a:lnTo>
                    <a:pt x="57279" y="538595"/>
                  </a:lnTo>
                  <a:lnTo>
                    <a:pt x="57052" y="538371"/>
                  </a:lnTo>
                  <a:lnTo>
                    <a:pt x="56378" y="537451"/>
                  </a:lnTo>
                  <a:lnTo>
                    <a:pt x="56254" y="537026"/>
                  </a:lnTo>
                  <a:lnTo>
                    <a:pt x="56179" y="536630"/>
                  </a:lnTo>
                  <a:lnTo>
                    <a:pt x="56123" y="535792"/>
                  </a:lnTo>
                  <a:lnTo>
                    <a:pt x="56066" y="534940"/>
                  </a:lnTo>
                  <a:lnTo>
                    <a:pt x="55917" y="534549"/>
                  </a:lnTo>
                  <a:lnTo>
                    <a:pt x="55917" y="533600"/>
                  </a:lnTo>
                  <a:lnTo>
                    <a:pt x="56104" y="532609"/>
                  </a:lnTo>
                  <a:lnTo>
                    <a:pt x="56108" y="532194"/>
                  </a:lnTo>
                  <a:lnTo>
                    <a:pt x="56111" y="531898"/>
                  </a:lnTo>
                  <a:lnTo>
                    <a:pt x="56117" y="531321"/>
                  </a:lnTo>
                  <a:lnTo>
                    <a:pt x="55693" y="530344"/>
                  </a:lnTo>
                  <a:lnTo>
                    <a:pt x="55327" y="529576"/>
                  </a:lnTo>
                  <a:lnTo>
                    <a:pt x="55219" y="529282"/>
                  </a:lnTo>
                  <a:lnTo>
                    <a:pt x="55210" y="528981"/>
                  </a:lnTo>
                  <a:lnTo>
                    <a:pt x="55365" y="528738"/>
                  </a:lnTo>
                  <a:lnTo>
                    <a:pt x="55526" y="528525"/>
                  </a:lnTo>
                  <a:lnTo>
                    <a:pt x="55700" y="528347"/>
                  </a:lnTo>
                  <a:lnTo>
                    <a:pt x="55655" y="528121"/>
                  </a:lnTo>
                  <a:lnTo>
                    <a:pt x="55582" y="527932"/>
                  </a:lnTo>
                  <a:lnTo>
                    <a:pt x="55547" y="527783"/>
                  </a:lnTo>
                  <a:lnTo>
                    <a:pt x="55278" y="526989"/>
                  </a:lnTo>
                  <a:lnTo>
                    <a:pt x="55205" y="526774"/>
                  </a:lnTo>
                  <a:lnTo>
                    <a:pt x="55072" y="526221"/>
                  </a:lnTo>
                  <a:lnTo>
                    <a:pt x="55087" y="525886"/>
                  </a:lnTo>
                  <a:lnTo>
                    <a:pt x="55308" y="525601"/>
                  </a:lnTo>
                  <a:lnTo>
                    <a:pt x="55854" y="524948"/>
                  </a:lnTo>
                  <a:lnTo>
                    <a:pt x="56268" y="524602"/>
                  </a:lnTo>
                  <a:lnTo>
                    <a:pt x="56415" y="524479"/>
                  </a:lnTo>
                  <a:lnTo>
                    <a:pt x="56917" y="524462"/>
                  </a:lnTo>
                  <a:lnTo>
                    <a:pt x="57035" y="524194"/>
                  </a:lnTo>
                  <a:lnTo>
                    <a:pt x="57375" y="523792"/>
                  </a:lnTo>
                  <a:lnTo>
                    <a:pt x="57891" y="522954"/>
                  </a:lnTo>
                  <a:lnTo>
                    <a:pt x="58260" y="522267"/>
                  </a:lnTo>
                  <a:lnTo>
                    <a:pt x="58378" y="521697"/>
                  </a:lnTo>
                  <a:lnTo>
                    <a:pt x="58393" y="521544"/>
                  </a:lnTo>
                  <a:lnTo>
                    <a:pt x="58423" y="521245"/>
                  </a:lnTo>
                  <a:lnTo>
                    <a:pt x="58369" y="520887"/>
                  </a:lnTo>
                  <a:lnTo>
                    <a:pt x="58328" y="520603"/>
                  </a:lnTo>
                  <a:lnTo>
                    <a:pt x="58262" y="520025"/>
                  </a:lnTo>
                  <a:lnTo>
                    <a:pt x="58172" y="519234"/>
                  </a:lnTo>
                  <a:lnTo>
                    <a:pt x="58119" y="519006"/>
                  </a:lnTo>
                  <a:lnTo>
                    <a:pt x="58039" y="518643"/>
                  </a:lnTo>
                  <a:lnTo>
                    <a:pt x="57831" y="518353"/>
                  </a:lnTo>
                  <a:lnTo>
                    <a:pt x="57639" y="518226"/>
                  </a:lnTo>
                  <a:lnTo>
                    <a:pt x="57456" y="518207"/>
                  </a:lnTo>
                  <a:lnTo>
                    <a:pt x="57176" y="518292"/>
                  </a:lnTo>
                  <a:lnTo>
                    <a:pt x="57001" y="518317"/>
                  </a:lnTo>
                  <a:lnTo>
                    <a:pt x="56736" y="518356"/>
                  </a:lnTo>
                  <a:lnTo>
                    <a:pt x="56437" y="518356"/>
                  </a:lnTo>
                  <a:lnTo>
                    <a:pt x="56271" y="518280"/>
                  </a:lnTo>
                  <a:lnTo>
                    <a:pt x="56068" y="517826"/>
                  </a:lnTo>
                  <a:lnTo>
                    <a:pt x="55906" y="517426"/>
                  </a:lnTo>
                  <a:lnTo>
                    <a:pt x="55751" y="516973"/>
                  </a:lnTo>
                  <a:lnTo>
                    <a:pt x="55363" y="516471"/>
                  </a:lnTo>
                  <a:lnTo>
                    <a:pt x="54887" y="516081"/>
                  </a:lnTo>
                  <a:lnTo>
                    <a:pt x="54577" y="516031"/>
                  </a:lnTo>
                  <a:lnTo>
                    <a:pt x="54201" y="516056"/>
                  </a:lnTo>
                  <a:lnTo>
                    <a:pt x="53614" y="516194"/>
                  </a:lnTo>
                  <a:lnTo>
                    <a:pt x="53272" y="516246"/>
                  </a:lnTo>
                  <a:lnTo>
                    <a:pt x="52950" y="516295"/>
                  </a:lnTo>
                  <a:lnTo>
                    <a:pt x="52686" y="516249"/>
                  </a:lnTo>
                  <a:lnTo>
                    <a:pt x="52518" y="516219"/>
                  </a:lnTo>
                  <a:lnTo>
                    <a:pt x="52042" y="515993"/>
                  </a:lnTo>
                  <a:lnTo>
                    <a:pt x="51776" y="515792"/>
                  </a:lnTo>
                  <a:lnTo>
                    <a:pt x="51222" y="515269"/>
                  </a:lnTo>
                  <a:lnTo>
                    <a:pt x="51057" y="515113"/>
                  </a:lnTo>
                  <a:lnTo>
                    <a:pt x="50725" y="514882"/>
                  </a:lnTo>
                  <a:lnTo>
                    <a:pt x="50514" y="514736"/>
                  </a:lnTo>
                  <a:lnTo>
                    <a:pt x="49728" y="514066"/>
                  </a:lnTo>
                  <a:lnTo>
                    <a:pt x="49457" y="513828"/>
                  </a:lnTo>
                  <a:lnTo>
                    <a:pt x="48711" y="513271"/>
                  </a:lnTo>
                  <a:lnTo>
                    <a:pt x="48549" y="513140"/>
                  </a:lnTo>
                  <a:lnTo>
                    <a:pt x="48240" y="512855"/>
                  </a:lnTo>
                  <a:lnTo>
                    <a:pt x="47738" y="512956"/>
                  </a:lnTo>
                  <a:lnTo>
                    <a:pt x="47325" y="513279"/>
                  </a:lnTo>
                  <a:lnTo>
                    <a:pt x="47088" y="513291"/>
                  </a:lnTo>
                  <a:lnTo>
                    <a:pt x="46827" y="513176"/>
                  </a:lnTo>
                  <a:lnTo>
                    <a:pt x="46631" y="513090"/>
                  </a:lnTo>
                  <a:lnTo>
                    <a:pt x="46376" y="513000"/>
                  </a:lnTo>
                  <a:lnTo>
                    <a:pt x="46218" y="512956"/>
                  </a:lnTo>
                  <a:lnTo>
                    <a:pt x="45495" y="512772"/>
                  </a:lnTo>
                  <a:lnTo>
                    <a:pt x="45067" y="512755"/>
                  </a:lnTo>
                  <a:lnTo>
                    <a:pt x="44785" y="512652"/>
                  </a:lnTo>
                  <a:lnTo>
                    <a:pt x="44412" y="512467"/>
                  </a:lnTo>
                  <a:lnTo>
                    <a:pt x="44270" y="512370"/>
                  </a:lnTo>
                  <a:lnTo>
                    <a:pt x="43924" y="511935"/>
                  </a:lnTo>
                  <a:lnTo>
                    <a:pt x="43394" y="511580"/>
                  </a:lnTo>
                  <a:lnTo>
                    <a:pt x="43237" y="511515"/>
                  </a:lnTo>
                  <a:lnTo>
                    <a:pt x="42786" y="511435"/>
                  </a:lnTo>
                  <a:lnTo>
                    <a:pt x="42189" y="511348"/>
                  </a:lnTo>
                  <a:lnTo>
                    <a:pt x="41645" y="511428"/>
                  </a:lnTo>
                  <a:lnTo>
                    <a:pt x="41391" y="511465"/>
                  </a:lnTo>
                  <a:lnTo>
                    <a:pt x="40919" y="511482"/>
                  </a:lnTo>
                  <a:lnTo>
                    <a:pt x="40718" y="511428"/>
                  </a:lnTo>
                  <a:lnTo>
                    <a:pt x="40358" y="511331"/>
                  </a:lnTo>
                  <a:lnTo>
                    <a:pt x="39797" y="511046"/>
                  </a:lnTo>
                  <a:lnTo>
                    <a:pt x="39148" y="510745"/>
                  </a:lnTo>
                  <a:lnTo>
                    <a:pt x="38983" y="510713"/>
                  </a:lnTo>
                  <a:lnTo>
                    <a:pt x="38794" y="510678"/>
                  </a:lnTo>
                  <a:lnTo>
                    <a:pt x="38129" y="510627"/>
                  </a:lnTo>
                  <a:lnTo>
                    <a:pt x="37647" y="510545"/>
                  </a:lnTo>
                  <a:lnTo>
                    <a:pt x="37413" y="510505"/>
                  </a:lnTo>
                  <a:lnTo>
                    <a:pt x="36370" y="510419"/>
                  </a:lnTo>
                  <a:lnTo>
                    <a:pt x="35367" y="510419"/>
                  </a:lnTo>
                  <a:lnTo>
                    <a:pt x="34823" y="510527"/>
                  </a:lnTo>
                  <a:lnTo>
                    <a:pt x="34580" y="510575"/>
                  </a:lnTo>
                  <a:lnTo>
                    <a:pt x="34388" y="510558"/>
                  </a:lnTo>
                  <a:lnTo>
                    <a:pt x="34087" y="510531"/>
                  </a:lnTo>
                  <a:lnTo>
                    <a:pt x="33603" y="510385"/>
                  </a:lnTo>
                  <a:lnTo>
                    <a:pt x="33418" y="510329"/>
                  </a:lnTo>
                  <a:lnTo>
                    <a:pt x="32769" y="510195"/>
                  </a:lnTo>
                  <a:lnTo>
                    <a:pt x="32354" y="510221"/>
                  </a:lnTo>
                  <a:lnTo>
                    <a:pt x="31879" y="510250"/>
                  </a:lnTo>
                  <a:lnTo>
                    <a:pt x="31667" y="510262"/>
                  </a:lnTo>
                  <a:lnTo>
                    <a:pt x="30781" y="510218"/>
                  </a:lnTo>
                  <a:lnTo>
                    <a:pt x="30287" y="510142"/>
                  </a:lnTo>
                  <a:lnTo>
                    <a:pt x="30053" y="510106"/>
                  </a:lnTo>
                  <a:lnTo>
                    <a:pt x="29541" y="509950"/>
                  </a:lnTo>
                  <a:lnTo>
                    <a:pt x="28636" y="509771"/>
                  </a:lnTo>
                  <a:lnTo>
                    <a:pt x="28223" y="509704"/>
                  </a:lnTo>
                  <a:lnTo>
                    <a:pt x="27888" y="509547"/>
                  </a:lnTo>
                  <a:lnTo>
                    <a:pt x="27475" y="509413"/>
                  </a:lnTo>
                  <a:lnTo>
                    <a:pt x="27219" y="509436"/>
                  </a:lnTo>
                  <a:lnTo>
                    <a:pt x="27067" y="509652"/>
                  </a:lnTo>
                  <a:lnTo>
                    <a:pt x="26913" y="509789"/>
                  </a:lnTo>
                  <a:lnTo>
                    <a:pt x="26470" y="510392"/>
                  </a:lnTo>
                  <a:lnTo>
                    <a:pt x="26315" y="510882"/>
                  </a:lnTo>
                  <a:lnTo>
                    <a:pt x="26304" y="511272"/>
                  </a:lnTo>
                  <a:lnTo>
                    <a:pt x="26249" y="511988"/>
                  </a:lnTo>
                  <a:lnTo>
                    <a:pt x="26160" y="512277"/>
                  </a:lnTo>
                  <a:lnTo>
                    <a:pt x="25917" y="512428"/>
                  </a:lnTo>
                  <a:lnTo>
                    <a:pt x="25731" y="512455"/>
                  </a:lnTo>
                  <a:lnTo>
                    <a:pt x="25365" y="512494"/>
                  </a:lnTo>
                  <a:lnTo>
                    <a:pt x="25235" y="512498"/>
                  </a:lnTo>
                  <a:lnTo>
                    <a:pt x="25008" y="512504"/>
                  </a:lnTo>
                  <a:lnTo>
                    <a:pt x="24800" y="512570"/>
                  </a:lnTo>
                  <a:lnTo>
                    <a:pt x="24626" y="512758"/>
                  </a:lnTo>
                  <a:lnTo>
                    <a:pt x="24482" y="513011"/>
                  </a:lnTo>
                  <a:lnTo>
                    <a:pt x="24385" y="513182"/>
                  </a:lnTo>
                  <a:lnTo>
                    <a:pt x="24146" y="513536"/>
                  </a:lnTo>
                  <a:lnTo>
                    <a:pt x="23976" y="513796"/>
                  </a:lnTo>
                  <a:lnTo>
                    <a:pt x="23970" y="513928"/>
                  </a:lnTo>
                  <a:lnTo>
                    <a:pt x="24045" y="514153"/>
                  </a:lnTo>
                  <a:lnTo>
                    <a:pt x="24360" y="514605"/>
                  </a:lnTo>
                  <a:lnTo>
                    <a:pt x="24780" y="515433"/>
                  </a:lnTo>
                  <a:lnTo>
                    <a:pt x="24858" y="515652"/>
                  </a:lnTo>
                  <a:lnTo>
                    <a:pt x="24868" y="515851"/>
                  </a:lnTo>
                  <a:lnTo>
                    <a:pt x="24668" y="515902"/>
                  </a:lnTo>
                  <a:lnTo>
                    <a:pt x="24060" y="515876"/>
                  </a:lnTo>
                  <a:lnTo>
                    <a:pt x="23329" y="515826"/>
                  </a:lnTo>
                  <a:lnTo>
                    <a:pt x="23116" y="515834"/>
                  </a:lnTo>
                  <a:lnTo>
                    <a:pt x="22914" y="515846"/>
                  </a:lnTo>
                  <a:lnTo>
                    <a:pt x="22654" y="515901"/>
                  </a:lnTo>
                  <a:lnTo>
                    <a:pt x="22377" y="516052"/>
                  </a:lnTo>
                  <a:lnTo>
                    <a:pt x="21978" y="516392"/>
                  </a:lnTo>
                  <a:lnTo>
                    <a:pt x="21569" y="516631"/>
                  </a:lnTo>
                  <a:lnTo>
                    <a:pt x="21237" y="516731"/>
                  </a:lnTo>
                  <a:lnTo>
                    <a:pt x="20727" y="516643"/>
                  </a:lnTo>
                  <a:lnTo>
                    <a:pt x="20473" y="516417"/>
                  </a:lnTo>
                  <a:lnTo>
                    <a:pt x="20088" y="516258"/>
                  </a:lnTo>
                  <a:lnTo>
                    <a:pt x="19831" y="516228"/>
                  </a:lnTo>
                  <a:lnTo>
                    <a:pt x="19615" y="516310"/>
                  </a:lnTo>
                  <a:lnTo>
                    <a:pt x="19221" y="516382"/>
                  </a:lnTo>
                  <a:lnTo>
                    <a:pt x="18602" y="516279"/>
                  </a:lnTo>
                  <a:lnTo>
                    <a:pt x="18137" y="516216"/>
                  </a:lnTo>
                  <a:lnTo>
                    <a:pt x="17794" y="516178"/>
                  </a:lnTo>
                  <a:lnTo>
                    <a:pt x="17617" y="515977"/>
                  </a:lnTo>
                  <a:lnTo>
                    <a:pt x="17373" y="515638"/>
                  </a:lnTo>
                  <a:lnTo>
                    <a:pt x="17185" y="515210"/>
                  </a:lnTo>
                  <a:lnTo>
                    <a:pt x="17035" y="514592"/>
                  </a:lnTo>
                  <a:lnTo>
                    <a:pt x="16969" y="514419"/>
                  </a:lnTo>
                  <a:lnTo>
                    <a:pt x="16792" y="514176"/>
                  </a:lnTo>
                  <a:lnTo>
                    <a:pt x="16606" y="514102"/>
                  </a:lnTo>
                  <a:lnTo>
                    <a:pt x="16402" y="514102"/>
                  </a:lnTo>
                  <a:lnTo>
                    <a:pt x="16011" y="514165"/>
                  </a:lnTo>
                  <a:lnTo>
                    <a:pt x="15781" y="514147"/>
                  </a:lnTo>
                  <a:lnTo>
                    <a:pt x="15463" y="514092"/>
                  </a:lnTo>
                  <a:lnTo>
                    <a:pt x="15322" y="514050"/>
                  </a:lnTo>
                  <a:lnTo>
                    <a:pt x="15035" y="513965"/>
                  </a:lnTo>
                  <a:lnTo>
                    <a:pt x="14404" y="513635"/>
                  </a:lnTo>
                  <a:lnTo>
                    <a:pt x="14043" y="513492"/>
                  </a:lnTo>
                  <a:lnTo>
                    <a:pt x="13386" y="513112"/>
                  </a:lnTo>
                  <a:lnTo>
                    <a:pt x="12990" y="512859"/>
                  </a:lnTo>
                  <a:lnTo>
                    <a:pt x="12816" y="512662"/>
                  </a:lnTo>
                  <a:lnTo>
                    <a:pt x="12827" y="512406"/>
                  </a:lnTo>
                  <a:lnTo>
                    <a:pt x="12928" y="512000"/>
                  </a:lnTo>
                  <a:lnTo>
                    <a:pt x="13056" y="511443"/>
                  </a:lnTo>
                  <a:lnTo>
                    <a:pt x="12914" y="511117"/>
                  </a:lnTo>
                  <a:lnTo>
                    <a:pt x="12578" y="510715"/>
                  </a:lnTo>
                  <a:lnTo>
                    <a:pt x="12525" y="510385"/>
                  </a:lnTo>
                  <a:lnTo>
                    <a:pt x="12412" y="510171"/>
                  </a:lnTo>
                  <a:lnTo>
                    <a:pt x="12142" y="509945"/>
                  </a:lnTo>
                  <a:lnTo>
                    <a:pt x="11743" y="509590"/>
                  </a:lnTo>
                  <a:lnTo>
                    <a:pt x="11572" y="509283"/>
                  </a:lnTo>
                  <a:lnTo>
                    <a:pt x="11487" y="508781"/>
                  </a:lnTo>
                  <a:lnTo>
                    <a:pt x="11314" y="507887"/>
                  </a:lnTo>
                  <a:lnTo>
                    <a:pt x="11259" y="507650"/>
                  </a:lnTo>
                  <a:lnTo>
                    <a:pt x="11074" y="507488"/>
                  </a:lnTo>
                  <a:lnTo>
                    <a:pt x="10832" y="507391"/>
                  </a:lnTo>
                  <a:lnTo>
                    <a:pt x="10661" y="507230"/>
                  </a:lnTo>
                  <a:lnTo>
                    <a:pt x="10647" y="507004"/>
                  </a:lnTo>
                  <a:lnTo>
                    <a:pt x="10650" y="506581"/>
                  </a:lnTo>
                  <a:lnTo>
                    <a:pt x="10698" y="506078"/>
                  </a:lnTo>
                  <a:lnTo>
                    <a:pt x="10698" y="505816"/>
                  </a:lnTo>
                  <a:lnTo>
                    <a:pt x="10756" y="505322"/>
                  </a:lnTo>
                  <a:lnTo>
                    <a:pt x="10887" y="505141"/>
                  </a:lnTo>
                  <a:lnTo>
                    <a:pt x="11104" y="504992"/>
                  </a:lnTo>
                  <a:lnTo>
                    <a:pt x="11235" y="504696"/>
                  </a:lnTo>
                  <a:lnTo>
                    <a:pt x="11162" y="504400"/>
                  </a:lnTo>
                  <a:lnTo>
                    <a:pt x="10624" y="503797"/>
                  </a:lnTo>
                  <a:lnTo>
                    <a:pt x="10518" y="503630"/>
                  </a:lnTo>
                  <a:lnTo>
                    <a:pt x="10484" y="503324"/>
                  </a:lnTo>
                  <a:lnTo>
                    <a:pt x="10408" y="503066"/>
                  </a:lnTo>
                  <a:lnTo>
                    <a:pt x="10277" y="502803"/>
                  </a:lnTo>
                  <a:lnTo>
                    <a:pt x="10045" y="502490"/>
                  </a:lnTo>
                  <a:lnTo>
                    <a:pt x="9784" y="502259"/>
                  </a:lnTo>
                  <a:lnTo>
                    <a:pt x="9567" y="502029"/>
                  </a:lnTo>
                  <a:lnTo>
                    <a:pt x="9538" y="501864"/>
                  </a:lnTo>
                  <a:lnTo>
                    <a:pt x="9523" y="501617"/>
                  </a:lnTo>
                  <a:lnTo>
                    <a:pt x="9392" y="501414"/>
                  </a:lnTo>
                  <a:lnTo>
                    <a:pt x="8974" y="501136"/>
                  </a:lnTo>
                  <a:lnTo>
                    <a:pt x="8328" y="500631"/>
                  </a:lnTo>
                  <a:lnTo>
                    <a:pt x="8310" y="500161"/>
                  </a:lnTo>
                  <a:lnTo>
                    <a:pt x="8572" y="499080"/>
                  </a:lnTo>
                  <a:lnTo>
                    <a:pt x="8961" y="498439"/>
                  </a:lnTo>
                  <a:lnTo>
                    <a:pt x="9102" y="498354"/>
                  </a:lnTo>
                  <a:lnTo>
                    <a:pt x="9482" y="498127"/>
                  </a:lnTo>
                  <a:lnTo>
                    <a:pt x="9487" y="497992"/>
                  </a:lnTo>
                  <a:lnTo>
                    <a:pt x="9552" y="497704"/>
                  </a:lnTo>
                  <a:lnTo>
                    <a:pt x="9768" y="497332"/>
                  </a:lnTo>
                  <a:lnTo>
                    <a:pt x="10021" y="497044"/>
                  </a:lnTo>
                  <a:lnTo>
                    <a:pt x="10237" y="496863"/>
                  </a:lnTo>
                  <a:lnTo>
                    <a:pt x="10403" y="496816"/>
                  </a:lnTo>
                  <a:lnTo>
                    <a:pt x="10585" y="496847"/>
                  </a:lnTo>
                  <a:lnTo>
                    <a:pt x="10745" y="496857"/>
                  </a:lnTo>
                  <a:lnTo>
                    <a:pt x="10886" y="496825"/>
                  </a:lnTo>
                  <a:lnTo>
                    <a:pt x="11195" y="496452"/>
                  </a:lnTo>
                  <a:lnTo>
                    <a:pt x="11383" y="496463"/>
                  </a:lnTo>
                  <a:lnTo>
                    <a:pt x="11588" y="496563"/>
                  </a:lnTo>
                  <a:lnTo>
                    <a:pt x="11720" y="496676"/>
                  </a:lnTo>
                  <a:lnTo>
                    <a:pt x="11964" y="496857"/>
                  </a:lnTo>
                  <a:lnTo>
                    <a:pt x="12208" y="496889"/>
                  </a:lnTo>
                  <a:lnTo>
                    <a:pt x="12574" y="496868"/>
                  </a:lnTo>
                  <a:lnTo>
                    <a:pt x="12780" y="496857"/>
                  </a:lnTo>
                  <a:lnTo>
                    <a:pt x="13061" y="497146"/>
                  </a:lnTo>
                  <a:lnTo>
                    <a:pt x="13189" y="497423"/>
                  </a:lnTo>
                  <a:lnTo>
                    <a:pt x="13356" y="497642"/>
                  </a:lnTo>
                  <a:lnTo>
                    <a:pt x="13716" y="497554"/>
                  </a:lnTo>
                  <a:lnTo>
                    <a:pt x="13921" y="497233"/>
                  </a:lnTo>
                  <a:lnTo>
                    <a:pt x="14487" y="496475"/>
                  </a:lnTo>
                  <a:lnTo>
                    <a:pt x="14584" y="496255"/>
                  </a:lnTo>
                  <a:lnTo>
                    <a:pt x="14608" y="496062"/>
                  </a:lnTo>
                  <a:lnTo>
                    <a:pt x="14608" y="495889"/>
                  </a:lnTo>
                  <a:lnTo>
                    <a:pt x="14541" y="495294"/>
                  </a:lnTo>
                  <a:lnTo>
                    <a:pt x="14401" y="494588"/>
                  </a:lnTo>
                  <a:lnTo>
                    <a:pt x="14395" y="494364"/>
                  </a:lnTo>
                  <a:lnTo>
                    <a:pt x="14345" y="493967"/>
                  </a:lnTo>
                  <a:lnTo>
                    <a:pt x="14322" y="493481"/>
                  </a:lnTo>
                  <a:lnTo>
                    <a:pt x="14224" y="493211"/>
                  </a:lnTo>
                  <a:lnTo>
                    <a:pt x="14096" y="493031"/>
                  </a:lnTo>
                  <a:lnTo>
                    <a:pt x="13809" y="492595"/>
                  </a:lnTo>
                  <a:lnTo>
                    <a:pt x="13590" y="492152"/>
                  </a:lnTo>
                  <a:lnTo>
                    <a:pt x="13266" y="491721"/>
                  </a:lnTo>
                  <a:lnTo>
                    <a:pt x="12996" y="491721"/>
                  </a:lnTo>
                  <a:lnTo>
                    <a:pt x="12619" y="491780"/>
                  </a:lnTo>
                  <a:lnTo>
                    <a:pt x="12225" y="491909"/>
                  </a:lnTo>
                  <a:lnTo>
                    <a:pt x="12123" y="492237"/>
                  </a:lnTo>
                  <a:lnTo>
                    <a:pt x="11853" y="492438"/>
                  </a:lnTo>
                  <a:lnTo>
                    <a:pt x="11499" y="492373"/>
                  </a:lnTo>
                  <a:lnTo>
                    <a:pt x="11291" y="492373"/>
                  </a:lnTo>
                  <a:lnTo>
                    <a:pt x="10958" y="492567"/>
                  </a:lnTo>
                  <a:lnTo>
                    <a:pt x="10547" y="492657"/>
                  </a:lnTo>
                  <a:lnTo>
                    <a:pt x="10105" y="492651"/>
                  </a:lnTo>
                  <a:lnTo>
                    <a:pt x="9957" y="492499"/>
                  </a:lnTo>
                  <a:lnTo>
                    <a:pt x="9899" y="492149"/>
                  </a:lnTo>
                  <a:lnTo>
                    <a:pt x="9918" y="491821"/>
                  </a:lnTo>
                  <a:lnTo>
                    <a:pt x="9880" y="491471"/>
                  </a:lnTo>
                  <a:lnTo>
                    <a:pt x="9716" y="491012"/>
                  </a:lnTo>
                  <a:lnTo>
                    <a:pt x="9437" y="490531"/>
                  </a:lnTo>
                  <a:lnTo>
                    <a:pt x="8993" y="490082"/>
                  </a:lnTo>
                  <a:lnTo>
                    <a:pt x="8973" y="489827"/>
                  </a:lnTo>
                  <a:lnTo>
                    <a:pt x="9014" y="489671"/>
                  </a:lnTo>
                  <a:lnTo>
                    <a:pt x="9014" y="489339"/>
                  </a:lnTo>
                  <a:lnTo>
                    <a:pt x="9077" y="488416"/>
                  </a:lnTo>
                  <a:lnTo>
                    <a:pt x="9063" y="488207"/>
                  </a:lnTo>
                  <a:lnTo>
                    <a:pt x="8979" y="487981"/>
                  </a:lnTo>
                  <a:lnTo>
                    <a:pt x="8737" y="487362"/>
                  </a:lnTo>
                  <a:lnTo>
                    <a:pt x="8583" y="487172"/>
                  </a:lnTo>
                  <a:lnTo>
                    <a:pt x="8403" y="487099"/>
                  </a:lnTo>
                  <a:lnTo>
                    <a:pt x="8183" y="487059"/>
                  </a:lnTo>
                  <a:lnTo>
                    <a:pt x="8048" y="486895"/>
                  </a:lnTo>
                  <a:lnTo>
                    <a:pt x="8018" y="486687"/>
                  </a:lnTo>
                  <a:lnTo>
                    <a:pt x="7981" y="486436"/>
                  </a:lnTo>
                  <a:lnTo>
                    <a:pt x="7942" y="486206"/>
                  </a:lnTo>
                  <a:lnTo>
                    <a:pt x="7778" y="486130"/>
                  </a:lnTo>
                  <a:lnTo>
                    <a:pt x="7643" y="486130"/>
                  </a:lnTo>
                  <a:lnTo>
                    <a:pt x="7325" y="486250"/>
                  </a:lnTo>
                  <a:lnTo>
                    <a:pt x="6913" y="486268"/>
                  </a:lnTo>
                  <a:lnTo>
                    <a:pt x="6553" y="486020"/>
                  </a:lnTo>
                  <a:lnTo>
                    <a:pt x="6359" y="485814"/>
                  </a:lnTo>
                  <a:lnTo>
                    <a:pt x="6343" y="485648"/>
                  </a:lnTo>
                  <a:lnTo>
                    <a:pt x="6439" y="485287"/>
                  </a:lnTo>
                  <a:lnTo>
                    <a:pt x="6478" y="484938"/>
                  </a:lnTo>
                  <a:lnTo>
                    <a:pt x="6394" y="484520"/>
                  </a:lnTo>
                  <a:lnTo>
                    <a:pt x="6237" y="484467"/>
                  </a:lnTo>
                  <a:lnTo>
                    <a:pt x="6044" y="484423"/>
                  </a:lnTo>
                  <a:lnTo>
                    <a:pt x="5872" y="484124"/>
                  </a:lnTo>
                  <a:lnTo>
                    <a:pt x="5819" y="483784"/>
                  </a:lnTo>
                  <a:lnTo>
                    <a:pt x="5733" y="483279"/>
                  </a:lnTo>
                  <a:lnTo>
                    <a:pt x="5563" y="482839"/>
                  </a:lnTo>
                  <a:lnTo>
                    <a:pt x="5471" y="482708"/>
                  </a:lnTo>
                  <a:lnTo>
                    <a:pt x="5084" y="482269"/>
                  </a:lnTo>
                  <a:lnTo>
                    <a:pt x="4951" y="482097"/>
                  </a:lnTo>
                  <a:lnTo>
                    <a:pt x="4737" y="482014"/>
                  </a:lnTo>
                  <a:lnTo>
                    <a:pt x="4502" y="482022"/>
                  </a:lnTo>
                  <a:lnTo>
                    <a:pt x="4067" y="482164"/>
                  </a:lnTo>
                  <a:lnTo>
                    <a:pt x="3448" y="482231"/>
                  </a:lnTo>
                  <a:lnTo>
                    <a:pt x="3146" y="482131"/>
                  </a:lnTo>
                  <a:lnTo>
                    <a:pt x="2940" y="481972"/>
                  </a:lnTo>
                  <a:lnTo>
                    <a:pt x="2814" y="481779"/>
                  </a:lnTo>
                  <a:lnTo>
                    <a:pt x="2778" y="481503"/>
                  </a:lnTo>
                  <a:lnTo>
                    <a:pt x="2763" y="481077"/>
                  </a:lnTo>
                  <a:lnTo>
                    <a:pt x="2719" y="480784"/>
                  </a:lnTo>
                  <a:lnTo>
                    <a:pt x="2453" y="480642"/>
                  </a:lnTo>
                  <a:lnTo>
                    <a:pt x="1702" y="480633"/>
                  </a:lnTo>
                  <a:lnTo>
                    <a:pt x="1680" y="480500"/>
                  </a:lnTo>
                  <a:lnTo>
                    <a:pt x="1761" y="480249"/>
                  </a:lnTo>
                  <a:lnTo>
                    <a:pt x="2063" y="479939"/>
                  </a:lnTo>
                  <a:lnTo>
                    <a:pt x="2203" y="479621"/>
                  </a:lnTo>
                  <a:lnTo>
                    <a:pt x="2210" y="479404"/>
                  </a:lnTo>
                  <a:lnTo>
                    <a:pt x="2189" y="479253"/>
                  </a:lnTo>
                  <a:lnTo>
                    <a:pt x="2166" y="479095"/>
                  </a:lnTo>
                  <a:lnTo>
                    <a:pt x="1960" y="478810"/>
                  </a:lnTo>
                  <a:lnTo>
                    <a:pt x="1709" y="478501"/>
                  </a:lnTo>
                  <a:lnTo>
                    <a:pt x="1702" y="478283"/>
                  </a:lnTo>
                  <a:lnTo>
                    <a:pt x="1739" y="478099"/>
                  </a:lnTo>
                  <a:lnTo>
                    <a:pt x="1842" y="477890"/>
                  </a:lnTo>
                  <a:lnTo>
                    <a:pt x="1995" y="477579"/>
                  </a:lnTo>
                  <a:lnTo>
                    <a:pt x="2048" y="477419"/>
                  </a:lnTo>
                  <a:lnTo>
                    <a:pt x="2159" y="476900"/>
                  </a:lnTo>
                  <a:lnTo>
                    <a:pt x="2154" y="476752"/>
                  </a:lnTo>
                  <a:lnTo>
                    <a:pt x="2114" y="476591"/>
                  </a:lnTo>
                  <a:lnTo>
                    <a:pt x="1167" y="475906"/>
                  </a:lnTo>
                  <a:lnTo>
                    <a:pt x="310" y="475467"/>
                  </a:lnTo>
                  <a:lnTo>
                    <a:pt x="0" y="475326"/>
                  </a:lnTo>
                  <a:lnTo>
                    <a:pt x="76" y="475117"/>
                  </a:lnTo>
                  <a:lnTo>
                    <a:pt x="273" y="475074"/>
                  </a:lnTo>
                  <a:lnTo>
                    <a:pt x="804" y="475010"/>
                  </a:lnTo>
                  <a:lnTo>
                    <a:pt x="1562" y="474813"/>
                  </a:lnTo>
                  <a:lnTo>
                    <a:pt x="2228" y="474776"/>
                  </a:lnTo>
                  <a:lnTo>
                    <a:pt x="3226" y="474474"/>
                  </a:lnTo>
                  <a:lnTo>
                    <a:pt x="3569" y="474128"/>
                  </a:lnTo>
                  <a:lnTo>
                    <a:pt x="3837" y="473406"/>
                  </a:lnTo>
                  <a:lnTo>
                    <a:pt x="3956" y="472552"/>
                  </a:lnTo>
                  <a:lnTo>
                    <a:pt x="4098" y="471967"/>
                  </a:lnTo>
                  <a:lnTo>
                    <a:pt x="4220" y="471660"/>
                  </a:lnTo>
                  <a:lnTo>
                    <a:pt x="4611" y="471465"/>
                  </a:lnTo>
                  <a:lnTo>
                    <a:pt x="5000" y="471046"/>
                  </a:lnTo>
                  <a:lnTo>
                    <a:pt x="5379" y="470885"/>
                  </a:lnTo>
                  <a:lnTo>
                    <a:pt x="6162" y="470874"/>
                  </a:lnTo>
                  <a:lnTo>
                    <a:pt x="6498" y="470994"/>
                  </a:lnTo>
                  <a:lnTo>
                    <a:pt x="7477" y="471129"/>
                  </a:lnTo>
                  <a:lnTo>
                    <a:pt x="8378" y="471246"/>
                  </a:lnTo>
                  <a:lnTo>
                    <a:pt x="9170" y="471443"/>
                  </a:lnTo>
                  <a:lnTo>
                    <a:pt x="9872" y="471472"/>
                  </a:lnTo>
                  <a:lnTo>
                    <a:pt x="10415" y="471464"/>
                  </a:lnTo>
                  <a:lnTo>
                    <a:pt x="10745" y="471425"/>
                  </a:lnTo>
                  <a:lnTo>
                    <a:pt x="11720" y="471099"/>
                  </a:lnTo>
                  <a:lnTo>
                    <a:pt x="12280" y="471063"/>
                  </a:lnTo>
                  <a:lnTo>
                    <a:pt x="13291" y="471129"/>
                  </a:lnTo>
                  <a:lnTo>
                    <a:pt x="14006" y="470924"/>
                  </a:lnTo>
                  <a:lnTo>
                    <a:pt x="14794" y="470745"/>
                  </a:lnTo>
                  <a:lnTo>
                    <a:pt x="14949" y="470681"/>
                  </a:lnTo>
                  <a:lnTo>
                    <a:pt x="15120" y="470659"/>
                  </a:lnTo>
                  <a:lnTo>
                    <a:pt x="15627" y="470383"/>
                  </a:lnTo>
                  <a:lnTo>
                    <a:pt x="15647" y="470190"/>
                  </a:lnTo>
                  <a:lnTo>
                    <a:pt x="15686" y="469872"/>
                  </a:lnTo>
                  <a:lnTo>
                    <a:pt x="15798" y="469669"/>
                  </a:lnTo>
                  <a:lnTo>
                    <a:pt x="15849" y="469542"/>
                  </a:lnTo>
                  <a:lnTo>
                    <a:pt x="15954" y="469369"/>
                  </a:lnTo>
                  <a:lnTo>
                    <a:pt x="16217" y="468780"/>
                  </a:lnTo>
                  <a:lnTo>
                    <a:pt x="16602" y="468451"/>
                  </a:lnTo>
                  <a:lnTo>
                    <a:pt x="16696" y="468313"/>
                  </a:lnTo>
                  <a:lnTo>
                    <a:pt x="16709" y="468030"/>
                  </a:lnTo>
                  <a:lnTo>
                    <a:pt x="16692" y="467893"/>
                  </a:lnTo>
                  <a:lnTo>
                    <a:pt x="16329" y="467493"/>
                  </a:lnTo>
                  <a:lnTo>
                    <a:pt x="16442" y="467313"/>
                  </a:lnTo>
                  <a:lnTo>
                    <a:pt x="16703" y="467058"/>
                  </a:lnTo>
                  <a:lnTo>
                    <a:pt x="16972" y="466752"/>
                  </a:lnTo>
                  <a:lnTo>
                    <a:pt x="17148" y="466707"/>
                  </a:lnTo>
                  <a:lnTo>
                    <a:pt x="17404" y="466640"/>
                  </a:lnTo>
                  <a:lnTo>
                    <a:pt x="17673" y="466405"/>
                  </a:lnTo>
                  <a:lnTo>
                    <a:pt x="17826" y="466181"/>
                  </a:lnTo>
                  <a:lnTo>
                    <a:pt x="17826" y="465956"/>
                  </a:lnTo>
                  <a:lnTo>
                    <a:pt x="17718" y="465691"/>
                  </a:lnTo>
                  <a:lnTo>
                    <a:pt x="17718" y="465507"/>
                  </a:lnTo>
                  <a:lnTo>
                    <a:pt x="17801" y="465171"/>
                  </a:lnTo>
                  <a:lnTo>
                    <a:pt x="18097" y="465161"/>
                  </a:lnTo>
                  <a:lnTo>
                    <a:pt x="18488" y="465161"/>
                  </a:lnTo>
                  <a:lnTo>
                    <a:pt x="18818" y="465072"/>
                  </a:lnTo>
                  <a:lnTo>
                    <a:pt x="19114" y="464885"/>
                  </a:lnTo>
                  <a:lnTo>
                    <a:pt x="19244" y="464569"/>
                  </a:lnTo>
                  <a:lnTo>
                    <a:pt x="19296" y="464098"/>
                  </a:lnTo>
                  <a:lnTo>
                    <a:pt x="19221" y="463502"/>
                  </a:lnTo>
                  <a:lnTo>
                    <a:pt x="19070" y="462963"/>
                  </a:lnTo>
                  <a:lnTo>
                    <a:pt x="18989" y="462450"/>
                  </a:lnTo>
                  <a:lnTo>
                    <a:pt x="18931" y="462042"/>
                  </a:lnTo>
                  <a:lnTo>
                    <a:pt x="18826" y="461779"/>
                  </a:lnTo>
                  <a:lnTo>
                    <a:pt x="18636" y="461465"/>
                  </a:lnTo>
                  <a:lnTo>
                    <a:pt x="18409" y="460916"/>
                  </a:lnTo>
                  <a:lnTo>
                    <a:pt x="18325" y="460616"/>
                  </a:lnTo>
                  <a:lnTo>
                    <a:pt x="18324" y="460137"/>
                  </a:lnTo>
                  <a:lnTo>
                    <a:pt x="18290" y="459857"/>
                  </a:lnTo>
                  <a:lnTo>
                    <a:pt x="18119" y="459537"/>
                  </a:lnTo>
                  <a:lnTo>
                    <a:pt x="18002" y="459407"/>
                  </a:lnTo>
                  <a:lnTo>
                    <a:pt x="17904" y="458621"/>
                  </a:lnTo>
                  <a:lnTo>
                    <a:pt x="17535" y="458297"/>
                  </a:lnTo>
                  <a:lnTo>
                    <a:pt x="17506" y="458071"/>
                  </a:lnTo>
                  <a:lnTo>
                    <a:pt x="17250" y="457680"/>
                  </a:lnTo>
                  <a:lnTo>
                    <a:pt x="17020" y="457632"/>
                  </a:lnTo>
                  <a:lnTo>
                    <a:pt x="16816" y="457613"/>
                  </a:lnTo>
                  <a:lnTo>
                    <a:pt x="16552" y="457613"/>
                  </a:lnTo>
                  <a:lnTo>
                    <a:pt x="16305" y="457593"/>
                  </a:lnTo>
                  <a:lnTo>
                    <a:pt x="15998" y="457506"/>
                  </a:lnTo>
                  <a:lnTo>
                    <a:pt x="15904" y="457342"/>
                  </a:lnTo>
                  <a:lnTo>
                    <a:pt x="15759" y="457119"/>
                  </a:lnTo>
                  <a:lnTo>
                    <a:pt x="15623" y="456984"/>
                  </a:lnTo>
                  <a:lnTo>
                    <a:pt x="15461" y="456955"/>
                  </a:lnTo>
                  <a:lnTo>
                    <a:pt x="15257" y="456966"/>
                  </a:lnTo>
                  <a:lnTo>
                    <a:pt x="15078" y="457042"/>
                  </a:lnTo>
                  <a:lnTo>
                    <a:pt x="14660" y="457264"/>
                  </a:lnTo>
                  <a:lnTo>
                    <a:pt x="14549" y="457118"/>
                  </a:lnTo>
                  <a:lnTo>
                    <a:pt x="14524" y="456800"/>
                  </a:lnTo>
                  <a:lnTo>
                    <a:pt x="14541" y="456046"/>
                  </a:lnTo>
                  <a:lnTo>
                    <a:pt x="14643" y="455098"/>
                  </a:lnTo>
                  <a:lnTo>
                    <a:pt x="14643" y="454614"/>
                  </a:lnTo>
                  <a:lnTo>
                    <a:pt x="14660" y="454227"/>
                  </a:lnTo>
                  <a:lnTo>
                    <a:pt x="14831" y="453763"/>
                  </a:lnTo>
                  <a:lnTo>
                    <a:pt x="15231" y="452960"/>
                  </a:lnTo>
                  <a:lnTo>
                    <a:pt x="15768" y="452564"/>
                  </a:lnTo>
                  <a:lnTo>
                    <a:pt x="16424" y="452273"/>
                  </a:lnTo>
                  <a:lnTo>
                    <a:pt x="16782" y="452037"/>
                  </a:lnTo>
                  <a:lnTo>
                    <a:pt x="17045" y="451922"/>
                  </a:lnTo>
                  <a:lnTo>
                    <a:pt x="17318" y="451674"/>
                  </a:lnTo>
                  <a:lnTo>
                    <a:pt x="17600" y="451461"/>
                  </a:lnTo>
                  <a:lnTo>
                    <a:pt x="17753" y="451200"/>
                  </a:lnTo>
                  <a:lnTo>
                    <a:pt x="17813" y="450910"/>
                  </a:lnTo>
                  <a:lnTo>
                    <a:pt x="17796" y="450455"/>
                  </a:lnTo>
                  <a:lnTo>
                    <a:pt x="17745" y="450277"/>
                  </a:lnTo>
                  <a:lnTo>
                    <a:pt x="17728" y="449902"/>
                  </a:lnTo>
                  <a:lnTo>
                    <a:pt x="17581" y="449539"/>
                  </a:lnTo>
                  <a:lnTo>
                    <a:pt x="17498" y="449155"/>
                  </a:lnTo>
                  <a:lnTo>
                    <a:pt x="17504" y="448974"/>
                  </a:lnTo>
                  <a:lnTo>
                    <a:pt x="17562" y="448785"/>
                  </a:lnTo>
                  <a:lnTo>
                    <a:pt x="17990" y="448241"/>
                  </a:lnTo>
                  <a:lnTo>
                    <a:pt x="18290" y="447755"/>
                  </a:lnTo>
                  <a:lnTo>
                    <a:pt x="18486" y="447445"/>
                  </a:lnTo>
                  <a:lnTo>
                    <a:pt x="18871" y="447092"/>
                  </a:lnTo>
                  <a:lnTo>
                    <a:pt x="19177" y="446796"/>
                  </a:lnTo>
                  <a:lnTo>
                    <a:pt x="19349" y="446518"/>
                  </a:lnTo>
                  <a:lnTo>
                    <a:pt x="19796" y="445782"/>
                  </a:lnTo>
                  <a:lnTo>
                    <a:pt x="19950" y="445583"/>
                  </a:lnTo>
                  <a:lnTo>
                    <a:pt x="20120" y="445429"/>
                  </a:lnTo>
                  <a:lnTo>
                    <a:pt x="20161" y="445111"/>
                  </a:lnTo>
                  <a:lnTo>
                    <a:pt x="20137" y="444880"/>
                  </a:lnTo>
                  <a:lnTo>
                    <a:pt x="19914" y="444677"/>
                  </a:lnTo>
                  <a:lnTo>
                    <a:pt x="19708" y="444567"/>
                  </a:lnTo>
                  <a:lnTo>
                    <a:pt x="19499" y="444557"/>
                  </a:lnTo>
                  <a:lnTo>
                    <a:pt x="19247" y="444528"/>
                  </a:lnTo>
                  <a:lnTo>
                    <a:pt x="18781" y="444327"/>
                  </a:lnTo>
                  <a:lnTo>
                    <a:pt x="18807" y="444164"/>
                  </a:lnTo>
                  <a:lnTo>
                    <a:pt x="19013" y="443970"/>
                  </a:lnTo>
                  <a:lnTo>
                    <a:pt x="19519" y="443791"/>
                  </a:lnTo>
                  <a:lnTo>
                    <a:pt x="20863" y="443270"/>
                  </a:lnTo>
                  <a:lnTo>
                    <a:pt x="21272" y="443021"/>
                  </a:lnTo>
                  <a:lnTo>
                    <a:pt x="21473" y="442758"/>
                  </a:lnTo>
                  <a:lnTo>
                    <a:pt x="21536" y="442438"/>
                  </a:lnTo>
                  <a:lnTo>
                    <a:pt x="21711" y="441921"/>
                  </a:lnTo>
                  <a:lnTo>
                    <a:pt x="21857" y="441388"/>
                  </a:lnTo>
                  <a:lnTo>
                    <a:pt x="22308" y="440931"/>
                  </a:lnTo>
                  <a:lnTo>
                    <a:pt x="22966" y="440622"/>
                  </a:lnTo>
                  <a:lnTo>
                    <a:pt x="23418" y="440727"/>
                  </a:lnTo>
                  <a:lnTo>
                    <a:pt x="24012" y="441042"/>
                  </a:lnTo>
                  <a:lnTo>
                    <a:pt x="24634" y="441346"/>
                  </a:lnTo>
                  <a:lnTo>
                    <a:pt x="24854" y="441370"/>
                  </a:lnTo>
                  <a:lnTo>
                    <a:pt x="25058" y="441367"/>
                  </a:lnTo>
                  <a:lnTo>
                    <a:pt x="25534" y="441246"/>
                  </a:lnTo>
                  <a:lnTo>
                    <a:pt x="25875" y="441056"/>
                  </a:lnTo>
                  <a:lnTo>
                    <a:pt x="26314" y="440346"/>
                  </a:lnTo>
                  <a:lnTo>
                    <a:pt x="26598" y="440128"/>
                  </a:lnTo>
                  <a:lnTo>
                    <a:pt x="27290" y="440028"/>
                  </a:lnTo>
                  <a:lnTo>
                    <a:pt x="28040" y="439848"/>
                  </a:lnTo>
                  <a:lnTo>
                    <a:pt x="29052" y="439602"/>
                  </a:lnTo>
                  <a:lnTo>
                    <a:pt x="29701" y="439474"/>
                  </a:lnTo>
                  <a:lnTo>
                    <a:pt x="30283" y="439304"/>
                  </a:lnTo>
                  <a:lnTo>
                    <a:pt x="31250" y="439297"/>
                  </a:lnTo>
                  <a:lnTo>
                    <a:pt x="32088" y="439100"/>
                  </a:lnTo>
                  <a:lnTo>
                    <a:pt x="32552" y="439110"/>
                  </a:lnTo>
                  <a:lnTo>
                    <a:pt x="32771" y="439277"/>
                  </a:lnTo>
                  <a:lnTo>
                    <a:pt x="32905" y="439727"/>
                  </a:lnTo>
                  <a:lnTo>
                    <a:pt x="32985" y="440045"/>
                  </a:lnTo>
                  <a:lnTo>
                    <a:pt x="33113" y="440263"/>
                  </a:lnTo>
                  <a:lnTo>
                    <a:pt x="33292" y="440394"/>
                  </a:lnTo>
                  <a:lnTo>
                    <a:pt x="33521" y="440412"/>
                  </a:lnTo>
                  <a:lnTo>
                    <a:pt x="33835" y="440249"/>
                  </a:lnTo>
                  <a:lnTo>
                    <a:pt x="34110" y="440055"/>
                  </a:lnTo>
                  <a:lnTo>
                    <a:pt x="34323" y="439972"/>
                  </a:lnTo>
                  <a:lnTo>
                    <a:pt x="34625" y="440059"/>
                  </a:lnTo>
                  <a:lnTo>
                    <a:pt x="34817" y="440154"/>
                  </a:lnTo>
                  <a:lnTo>
                    <a:pt x="35121" y="440251"/>
                  </a:lnTo>
                  <a:lnTo>
                    <a:pt x="35616" y="440571"/>
                  </a:lnTo>
                  <a:lnTo>
                    <a:pt x="35771" y="440713"/>
                  </a:lnTo>
                  <a:lnTo>
                    <a:pt x="36092" y="440828"/>
                  </a:lnTo>
                  <a:lnTo>
                    <a:pt x="36300" y="440796"/>
                  </a:lnTo>
                  <a:lnTo>
                    <a:pt x="36893" y="440547"/>
                  </a:lnTo>
                  <a:lnTo>
                    <a:pt x="38121" y="439532"/>
                  </a:lnTo>
                  <a:lnTo>
                    <a:pt x="39157" y="438946"/>
                  </a:lnTo>
                  <a:lnTo>
                    <a:pt x="40113" y="438475"/>
                  </a:lnTo>
                  <a:lnTo>
                    <a:pt x="40588" y="437976"/>
                  </a:lnTo>
                  <a:lnTo>
                    <a:pt x="41157" y="437114"/>
                  </a:lnTo>
                  <a:lnTo>
                    <a:pt x="42080" y="436292"/>
                  </a:lnTo>
                  <a:lnTo>
                    <a:pt x="42848" y="435545"/>
                  </a:lnTo>
                  <a:lnTo>
                    <a:pt x="44057" y="435104"/>
                  </a:lnTo>
                  <a:lnTo>
                    <a:pt x="44340" y="434728"/>
                  </a:lnTo>
                  <a:lnTo>
                    <a:pt x="44705" y="434495"/>
                  </a:lnTo>
                  <a:lnTo>
                    <a:pt x="45111" y="433817"/>
                  </a:lnTo>
                  <a:lnTo>
                    <a:pt x="45569" y="432973"/>
                  </a:lnTo>
                  <a:lnTo>
                    <a:pt x="46245" y="432132"/>
                  </a:lnTo>
                  <a:lnTo>
                    <a:pt x="46998" y="431745"/>
                  </a:lnTo>
                  <a:lnTo>
                    <a:pt x="47655" y="431613"/>
                  </a:lnTo>
                  <a:lnTo>
                    <a:pt x="48228" y="431679"/>
                  </a:lnTo>
                  <a:lnTo>
                    <a:pt x="48711" y="431905"/>
                  </a:lnTo>
                  <a:lnTo>
                    <a:pt x="49072" y="432139"/>
                  </a:lnTo>
                  <a:lnTo>
                    <a:pt x="49484" y="432139"/>
                  </a:lnTo>
                  <a:lnTo>
                    <a:pt x="49768" y="431986"/>
                  </a:lnTo>
                  <a:lnTo>
                    <a:pt x="50435" y="431387"/>
                  </a:lnTo>
                  <a:lnTo>
                    <a:pt x="50694" y="431302"/>
                  </a:lnTo>
                  <a:lnTo>
                    <a:pt x="50711" y="431132"/>
                  </a:lnTo>
                  <a:lnTo>
                    <a:pt x="50612" y="430930"/>
                  </a:lnTo>
                  <a:lnTo>
                    <a:pt x="50905" y="430331"/>
                  </a:lnTo>
                  <a:lnTo>
                    <a:pt x="51260" y="429517"/>
                  </a:lnTo>
                  <a:lnTo>
                    <a:pt x="51165" y="428774"/>
                  </a:lnTo>
                  <a:lnTo>
                    <a:pt x="51404" y="428350"/>
                  </a:lnTo>
                  <a:lnTo>
                    <a:pt x="51851" y="428399"/>
                  </a:lnTo>
                  <a:lnTo>
                    <a:pt x="53248" y="428435"/>
                  </a:lnTo>
                  <a:lnTo>
                    <a:pt x="54010" y="428377"/>
                  </a:lnTo>
                  <a:lnTo>
                    <a:pt x="54862" y="428262"/>
                  </a:lnTo>
                  <a:lnTo>
                    <a:pt x="55789" y="428334"/>
                  </a:lnTo>
                  <a:lnTo>
                    <a:pt x="56475" y="428500"/>
                  </a:lnTo>
                  <a:lnTo>
                    <a:pt x="57351" y="428976"/>
                  </a:lnTo>
                  <a:lnTo>
                    <a:pt x="58063" y="429322"/>
                  </a:lnTo>
                  <a:lnTo>
                    <a:pt x="58526" y="429322"/>
                  </a:lnTo>
                  <a:lnTo>
                    <a:pt x="58831" y="429322"/>
                  </a:lnTo>
                  <a:lnTo>
                    <a:pt x="59308" y="428947"/>
                  </a:lnTo>
                  <a:lnTo>
                    <a:pt x="59485" y="428933"/>
                  </a:lnTo>
                  <a:lnTo>
                    <a:pt x="59860" y="428889"/>
                  </a:lnTo>
                  <a:lnTo>
                    <a:pt x="60069" y="428624"/>
                  </a:lnTo>
                  <a:lnTo>
                    <a:pt x="60129" y="428406"/>
                  </a:lnTo>
                  <a:lnTo>
                    <a:pt x="60114" y="428278"/>
                  </a:lnTo>
                  <a:lnTo>
                    <a:pt x="59829" y="427995"/>
                  </a:lnTo>
                  <a:lnTo>
                    <a:pt x="59215" y="427690"/>
                  </a:lnTo>
                  <a:lnTo>
                    <a:pt x="58900" y="427437"/>
                  </a:lnTo>
                  <a:lnTo>
                    <a:pt x="58647" y="427188"/>
                  </a:lnTo>
                  <a:lnTo>
                    <a:pt x="58272" y="426820"/>
                  </a:lnTo>
                  <a:lnTo>
                    <a:pt x="57936" y="426310"/>
                  </a:lnTo>
                  <a:lnTo>
                    <a:pt x="57557" y="425968"/>
                  </a:lnTo>
                  <a:lnTo>
                    <a:pt x="57233" y="425629"/>
                  </a:lnTo>
                  <a:lnTo>
                    <a:pt x="56719" y="425211"/>
                  </a:lnTo>
                  <a:lnTo>
                    <a:pt x="55855" y="424374"/>
                  </a:lnTo>
                  <a:lnTo>
                    <a:pt x="55372" y="423999"/>
                  </a:lnTo>
                  <a:lnTo>
                    <a:pt x="55188" y="423747"/>
                  </a:lnTo>
                  <a:lnTo>
                    <a:pt x="55175" y="423581"/>
                  </a:lnTo>
                  <a:lnTo>
                    <a:pt x="55287" y="423295"/>
                  </a:lnTo>
                  <a:lnTo>
                    <a:pt x="55582" y="423235"/>
                  </a:lnTo>
                  <a:lnTo>
                    <a:pt x="55918" y="423062"/>
                  </a:lnTo>
                  <a:lnTo>
                    <a:pt x="56033" y="422839"/>
                  </a:lnTo>
                  <a:lnTo>
                    <a:pt x="56122" y="422413"/>
                  </a:lnTo>
                  <a:lnTo>
                    <a:pt x="56179" y="421411"/>
                  </a:lnTo>
                  <a:lnTo>
                    <a:pt x="56209" y="420679"/>
                  </a:lnTo>
                  <a:lnTo>
                    <a:pt x="56613" y="420317"/>
                  </a:lnTo>
                  <a:lnTo>
                    <a:pt x="56806" y="420139"/>
                  </a:lnTo>
                  <a:lnTo>
                    <a:pt x="57066" y="419973"/>
                  </a:lnTo>
                  <a:lnTo>
                    <a:pt x="57469" y="419973"/>
                  </a:lnTo>
                  <a:lnTo>
                    <a:pt x="57999" y="420174"/>
                  </a:lnTo>
                  <a:lnTo>
                    <a:pt x="58221" y="420301"/>
                  </a:lnTo>
                  <a:lnTo>
                    <a:pt x="58802" y="420444"/>
                  </a:lnTo>
                  <a:lnTo>
                    <a:pt x="59461" y="420665"/>
                  </a:lnTo>
                  <a:lnTo>
                    <a:pt x="59928" y="420910"/>
                  </a:lnTo>
                  <a:lnTo>
                    <a:pt x="60351" y="421260"/>
                  </a:lnTo>
                  <a:lnTo>
                    <a:pt x="60766" y="421616"/>
                  </a:lnTo>
                  <a:lnTo>
                    <a:pt x="61627" y="422142"/>
                  </a:lnTo>
                  <a:lnTo>
                    <a:pt x="62156" y="422534"/>
                  </a:lnTo>
                  <a:lnTo>
                    <a:pt x="62504" y="422805"/>
                  </a:lnTo>
                  <a:lnTo>
                    <a:pt x="63034" y="423032"/>
                  </a:lnTo>
                  <a:lnTo>
                    <a:pt x="63391" y="423111"/>
                  </a:lnTo>
                  <a:lnTo>
                    <a:pt x="63656" y="423127"/>
                  </a:lnTo>
                  <a:lnTo>
                    <a:pt x="64140" y="422997"/>
                  </a:lnTo>
                  <a:lnTo>
                    <a:pt x="64841" y="422630"/>
                  </a:lnTo>
                  <a:lnTo>
                    <a:pt x="65701" y="423066"/>
                  </a:lnTo>
                  <a:lnTo>
                    <a:pt x="66274" y="423475"/>
                  </a:lnTo>
                  <a:lnTo>
                    <a:pt x="67048" y="423662"/>
                  </a:lnTo>
                  <a:lnTo>
                    <a:pt x="68087" y="423803"/>
                  </a:lnTo>
                  <a:lnTo>
                    <a:pt x="68407" y="423769"/>
                  </a:lnTo>
                  <a:lnTo>
                    <a:pt x="68758" y="423534"/>
                  </a:lnTo>
                  <a:lnTo>
                    <a:pt x="69157" y="423146"/>
                  </a:lnTo>
                  <a:lnTo>
                    <a:pt x="69526" y="422831"/>
                  </a:lnTo>
                  <a:lnTo>
                    <a:pt x="69843" y="422814"/>
                  </a:lnTo>
                  <a:lnTo>
                    <a:pt x="70236" y="422897"/>
                  </a:lnTo>
                  <a:lnTo>
                    <a:pt x="70694" y="423004"/>
                  </a:lnTo>
                  <a:lnTo>
                    <a:pt x="71081" y="423034"/>
                  </a:lnTo>
                  <a:lnTo>
                    <a:pt x="71733" y="423249"/>
                  </a:lnTo>
                  <a:lnTo>
                    <a:pt x="72434" y="423436"/>
                  </a:lnTo>
                  <a:lnTo>
                    <a:pt x="72747" y="423513"/>
                  </a:lnTo>
                  <a:lnTo>
                    <a:pt x="73575" y="423519"/>
                  </a:lnTo>
                  <a:lnTo>
                    <a:pt x="74172" y="423394"/>
                  </a:lnTo>
                  <a:lnTo>
                    <a:pt x="74508" y="422771"/>
                  </a:lnTo>
                  <a:lnTo>
                    <a:pt x="74750" y="422540"/>
                  </a:lnTo>
                  <a:lnTo>
                    <a:pt x="75111" y="422307"/>
                  </a:lnTo>
                  <a:lnTo>
                    <a:pt x="75239" y="422114"/>
                  </a:lnTo>
                  <a:lnTo>
                    <a:pt x="75355" y="421816"/>
                  </a:lnTo>
                  <a:lnTo>
                    <a:pt x="75562" y="421733"/>
                  </a:lnTo>
                  <a:lnTo>
                    <a:pt x="76300" y="421719"/>
                  </a:lnTo>
                  <a:lnTo>
                    <a:pt x="76776" y="421442"/>
                  </a:lnTo>
                  <a:lnTo>
                    <a:pt x="76879" y="421117"/>
                  </a:lnTo>
                  <a:lnTo>
                    <a:pt x="77105" y="420598"/>
                  </a:lnTo>
                  <a:lnTo>
                    <a:pt x="77782" y="420099"/>
                  </a:lnTo>
                  <a:lnTo>
                    <a:pt x="78623" y="419456"/>
                  </a:lnTo>
                  <a:lnTo>
                    <a:pt x="78822" y="419305"/>
                  </a:lnTo>
                  <a:lnTo>
                    <a:pt x="79697" y="418878"/>
                  </a:lnTo>
                  <a:lnTo>
                    <a:pt x="79984" y="418757"/>
                  </a:lnTo>
                  <a:lnTo>
                    <a:pt x="80402" y="418531"/>
                  </a:lnTo>
                  <a:lnTo>
                    <a:pt x="81141" y="418448"/>
                  </a:lnTo>
                  <a:lnTo>
                    <a:pt x="81634" y="418298"/>
                  </a:lnTo>
                  <a:lnTo>
                    <a:pt x="81828" y="418236"/>
                  </a:lnTo>
                  <a:lnTo>
                    <a:pt x="82377" y="417793"/>
                  </a:lnTo>
                  <a:lnTo>
                    <a:pt x="82666" y="417438"/>
                  </a:lnTo>
                  <a:lnTo>
                    <a:pt x="82999" y="417086"/>
                  </a:lnTo>
                  <a:lnTo>
                    <a:pt x="83377" y="416920"/>
                  </a:lnTo>
                  <a:lnTo>
                    <a:pt x="83639" y="416712"/>
                  </a:lnTo>
                  <a:lnTo>
                    <a:pt x="83822" y="416456"/>
                  </a:lnTo>
                  <a:lnTo>
                    <a:pt x="83944" y="416172"/>
                  </a:lnTo>
                  <a:lnTo>
                    <a:pt x="84206" y="415971"/>
                  </a:lnTo>
                  <a:lnTo>
                    <a:pt x="85127" y="415390"/>
                  </a:lnTo>
                  <a:lnTo>
                    <a:pt x="86181" y="414615"/>
                  </a:lnTo>
                  <a:lnTo>
                    <a:pt x="87096" y="413950"/>
                  </a:lnTo>
                  <a:lnTo>
                    <a:pt x="87553" y="413680"/>
                  </a:lnTo>
                  <a:lnTo>
                    <a:pt x="88163" y="413410"/>
                  </a:lnTo>
                  <a:lnTo>
                    <a:pt x="88721" y="413212"/>
                  </a:lnTo>
                  <a:lnTo>
                    <a:pt x="88986" y="413217"/>
                  </a:lnTo>
                  <a:lnTo>
                    <a:pt x="89370" y="413244"/>
                  </a:lnTo>
                  <a:lnTo>
                    <a:pt x="89596" y="413390"/>
                  </a:lnTo>
                  <a:lnTo>
                    <a:pt x="89693" y="413673"/>
                  </a:lnTo>
                  <a:lnTo>
                    <a:pt x="89919" y="413805"/>
                  </a:lnTo>
                  <a:lnTo>
                    <a:pt x="90212" y="413971"/>
                  </a:lnTo>
                  <a:lnTo>
                    <a:pt x="90285" y="414331"/>
                  </a:lnTo>
                  <a:lnTo>
                    <a:pt x="90626" y="414656"/>
                  </a:lnTo>
                  <a:lnTo>
                    <a:pt x="90834" y="414788"/>
                  </a:lnTo>
                  <a:lnTo>
                    <a:pt x="91059" y="415072"/>
                  </a:lnTo>
                  <a:lnTo>
                    <a:pt x="91017" y="415252"/>
                  </a:lnTo>
                  <a:lnTo>
                    <a:pt x="90758" y="415539"/>
                  </a:lnTo>
                  <a:lnTo>
                    <a:pt x="90687" y="415701"/>
                  </a:lnTo>
                  <a:lnTo>
                    <a:pt x="90651" y="416276"/>
                  </a:lnTo>
                  <a:lnTo>
                    <a:pt x="90699" y="416927"/>
                  </a:lnTo>
                  <a:lnTo>
                    <a:pt x="90767" y="418138"/>
                  </a:lnTo>
                  <a:lnTo>
                    <a:pt x="90815" y="418602"/>
                  </a:lnTo>
                  <a:lnTo>
                    <a:pt x="90858" y="418830"/>
                  </a:lnTo>
                  <a:lnTo>
                    <a:pt x="91254" y="419259"/>
                  </a:lnTo>
                  <a:lnTo>
                    <a:pt x="91395" y="419591"/>
                  </a:lnTo>
                  <a:lnTo>
                    <a:pt x="91486" y="419972"/>
                  </a:lnTo>
                  <a:lnTo>
                    <a:pt x="91651" y="420339"/>
                  </a:lnTo>
                  <a:lnTo>
                    <a:pt x="92023" y="420706"/>
                  </a:lnTo>
                  <a:lnTo>
                    <a:pt x="92532" y="420935"/>
                  </a:lnTo>
                  <a:lnTo>
                    <a:pt x="92779" y="420955"/>
                  </a:lnTo>
                  <a:lnTo>
                    <a:pt x="93230" y="421045"/>
                  </a:lnTo>
                  <a:lnTo>
                    <a:pt x="93541" y="421239"/>
                  </a:lnTo>
                  <a:lnTo>
                    <a:pt x="93773" y="421467"/>
                  </a:lnTo>
                  <a:lnTo>
                    <a:pt x="94132" y="421682"/>
                  </a:lnTo>
                  <a:lnTo>
                    <a:pt x="94614" y="421855"/>
                  </a:lnTo>
                  <a:lnTo>
                    <a:pt x="94894" y="422042"/>
                  </a:lnTo>
                  <a:lnTo>
                    <a:pt x="95071" y="422194"/>
                  </a:lnTo>
                  <a:lnTo>
                    <a:pt x="95138" y="422339"/>
                  </a:lnTo>
                  <a:lnTo>
                    <a:pt x="95096" y="422478"/>
                  </a:lnTo>
                  <a:lnTo>
                    <a:pt x="94855" y="422747"/>
                  </a:lnTo>
                  <a:lnTo>
                    <a:pt x="94718" y="422942"/>
                  </a:lnTo>
                  <a:lnTo>
                    <a:pt x="94565" y="423163"/>
                  </a:lnTo>
                  <a:lnTo>
                    <a:pt x="94535" y="423364"/>
                  </a:lnTo>
                  <a:lnTo>
                    <a:pt x="94480" y="423731"/>
                  </a:lnTo>
                  <a:lnTo>
                    <a:pt x="94132" y="424098"/>
                  </a:lnTo>
                  <a:lnTo>
                    <a:pt x="93669" y="424401"/>
                  </a:lnTo>
                  <a:lnTo>
                    <a:pt x="93425" y="424603"/>
                  </a:lnTo>
                  <a:lnTo>
                    <a:pt x="93224" y="424880"/>
                  </a:lnTo>
                  <a:lnTo>
                    <a:pt x="93023" y="425260"/>
                  </a:lnTo>
                  <a:lnTo>
                    <a:pt x="93036" y="425666"/>
                  </a:lnTo>
                  <a:lnTo>
                    <a:pt x="92825" y="425801"/>
                  </a:lnTo>
                  <a:lnTo>
                    <a:pt x="92755" y="426080"/>
                  </a:lnTo>
                  <a:lnTo>
                    <a:pt x="92791" y="426340"/>
                  </a:lnTo>
                  <a:lnTo>
                    <a:pt x="92797" y="426624"/>
                  </a:lnTo>
                  <a:lnTo>
                    <a:pt x="92797" y="426832"/>
                  </a:lnTo>
                  <a:lnTo>
                    <a:pt x="92571" y="427323"/>
                  </a:lnTo>
                  <a:lnTo>
                    <a:pt x="92490" y="427656"/>
                  </a:lnTo>
                  <a:lnTo>
                    <a:pt x="92559" y="427925"/>
                  </a:lnTo>
                  <a:lnTo>
                    <a:pt x="93016" y="428348"/>
                  </a:lnTo>
                  <a:lnTo>
                    <a:pt x="93230" y="428562"/>
                  </a:lnTo>
                  <a:lnTo>
                    <a:pt x="93334" y="428881"/>
                  </a:lnTo>
                  <a:lnTo>
                    <a:pt x="93712" y="429690"/>
                  </a:lnTo>
                  <a:lnTo>
                    <a:pt x="93888" y="429912"/>
                  </a:lnTo>
                  <a:lnTo>
                    <a:pt x="94053" y="430140"/>
                  </a:lnTo>
                  <a:lnTo>
                    <a:pt x="93992" y="430493"/>
                  </a:lnTo>
                  <a:lnTo>
                    <a:pt x="93840" y="430736"/>
                  </a:lnTo>
                  <a:lnTo>
                    <a:pt x="93760" y="430916"/>
                  </a:lnTo>
                  <a:lnTo>
                    <a:pt x="93748" y="431061"/>
                  </a:lnTo>
                  <a:lnTo>
                    <a:pt x="93779" y="431234"/>
                  </a:lnTo>
                  <a:lnTo>
                    <a:pt x="93852" y="431421"/>
                  </a:lnTo>
                  <a:lnTo>
                    <a:pt x="94132" y="431573"/>
                  </a:lnTo>
                  <a:lnTo>
                    <a:pt x="94388" y="431552"/>
                  </a:lnTo>
                  <a:lnTo>
                    <a:pt x="94614" y="431435"/>
                  </a:lnTo>
                  <a:lnTo>
                    <a:pt x="94876" y="431386"/>
                  </a:lnTo>
                  <a:lnTo>
                    <a:pt x="95041" y="431054"/>
                  </a:lnTo>
                  <a:lnTo>
                    <a:pt x="95372" y="430763"/>
                  </a:lnTo>
                  <a:lnTo>
                    <a:pt x="95547" y="430791"/>
                  </a:lnTo>
                  <a:lnTo>
                    <a:pt x="95919" y="430826"/>
                  </a:lnTo>
                  <a:lnTo>
                    <a:pt x="96205" y="430722"/>
                  </a:lnTo>
                  <a:lnTo>
                    <a:pt x="96522" y="430507"/>
                  </a:lnTo>
                  <a:lnTo>
                    <a:pt x="96852" y="430542"/>
                  </a:lnTo>
                  <a:lnTo>
                    <a:pt x="97077" y="430729"/>
                  </a:lnTo>
                  <a:lnTo>
                    <a:pt x="97218" y="430736"/>
                  </a:lnTo>
                  <a:lnTo>
                    <a:pt x="97431" y="430646"/>
                  </a:lnTo>
                  <a:lnTo>
                    <a:pt x="97998" y="430279"/>
                  </a:lnTo>
                  <a:lnTo>
                    <a:pt x="98693" y="429801"/>
                  </a:lnTo>
                  <a:lnTo>
                    <a:pt x="98955" y="429545"/>
                  </a:lnTo>
                  <a:lnTo>
                    <a:pt x="99187" y="429379"/>
                  </a:lnTo>
                  <a:lnTo>
                    <a:pt x="99376" y="429386"/>
                  </a:lnTo>
                  <a:lnTo>
                    <a:pt x="99462" y="429561"/>
                  </a:lnTo>
                  <a:lnTo>
                    <a:pt x="99480" y="429690"/>
                  </a:lnTo>
                  <a:lnTo>
                    <a:pt x="99736" y="430030"/>
                  </a:lnTo>
                  <a:lnTo>
                    <a:pt x="100126" y="430154"/>
                  </a:lnTo>
                  <a:lnTo>
                    <a:pt x="100577" y="430182"/>
                  </a:lnTo>
                  <a:lnTo>
                    <a:pt x="101230" y="430113"/>
                  </a:lnTo>
                  <a:lnTo>
                    <a:pt x="101602" y="430237"/>
                  </a:lnTo>
                  <a:lnTo>
                    <a:pt x="102108" y="430403"/>
                  </a:lnTo>
                  <a:lnTo>
                    <a:pt x="102461" y="430473"/>
                  </a:lnTo>
                  <a:lnTo>
                    <a:pt x="102784" y="430569"/>
                  </a:lnTo>
                  <a:lnTo>
                    <a:pt x="103090" y="431015"/>
                  </a:lnTo>
                  <a:lnTo>
                    <a:pt x="103340" y="430991"/>
                  </a:lnTo>
                  <a:lnTo>
                    <a:pt x="103474" y="430940"/>
                  </a:lnTo>
                  <a:lnTo>
                    <a:pt x="103565" y="430811"/>
                  </a:lnTo>
                  <a:lnTo>
                    <a:pt x="103645" y="430382"/>
                  </a:lnTo>
                  <a:lnTo>
                    <a:pt x="103710" y="430038"/>
                  </a:lnTo>
                  <a:lnTo>
                    <a:pt x="103679" y="429860"/>
                  </a:lnTo>
                  <a:lnTo>
                    <a:pt x="103614" y="429648"/>
                  </a:lnTo>
                  <a:lnTo>
                    <a:pt x="103545" y="429161"/>
                  </a:lnTo>
                  <a:lnTo>
                    <a:pt x="103800" y="428814"/>
                  </a:lnTo>
                  <a:lnTo>
                    <a:pt x="104156" y="428684"/>
                  </a:lnTo>
                  <a:lnTo>
                    <a:pt x="104314" y="428540"/>
                  </a:lnTo>
                  <a:lnTo>
                    <a:pt x="104562" y="428136"/>
                  </a:lnTo>
                  <a:lnTo>
                    <a:pt x="104804" y="427862"/>
                  </a:lnTo>
                  <a:lnTo>
                    <a:pt x="104784" y="427386"/>
                  </a:lnTo>
                  <a:lnTo>
                    <a:pt x="104957" y="427015"/>
                  </a:lnTo>
                  <a:lnTo>
                    <a:pt x="105432" y="426831"/>
                  </a:lnTo>
                  <a:lnTo>
                    <a:pt x="105782" y="426709"/>
                  </a:lnTo>
                  <a:lnTo>
                    <a:pt x="106233" y="426817"/>
                  </a:lnTo>
                  <a:lnTo>
                    <a:pt x="106449" y="426990"/>
                  </a:lnTo>
                  <a:lnTo>
                    <a:pt x="106607" y="427192"/>
                  </a:lnTo>
                  <a:lnTo>
                    <a:pt x="107154" y="427502"/>
                  </a:lnTo>
                  <a:lnTo>
                    <a:pt x="107306" y="427667"/>
                  </a:lnTo>
                  <a:lnTo>
                    <a:pt x="107470" y="427831"/>
                  </a:lnTo>
                  <a:lnTo>
                    <a:pt x="107722" y="427972"/>
                  </a:lnTo>
                  <a:lnTo>
                    <a:pt x="108011" y="428000"/>
                  </a:lnTo>
                  <a:lnTo>
                    <a:pt x="108482" y="427986"/>
                  </a:lnTo>
                  <a:lnTo>
                    <a:pt x="108620" y="427953"/>
                  </a:lnTo>
                  <a:lnTo>
                    <a:pt x="108738" y="427815"/>
                  </a:lnTo>
                  <a:lnTo>
                    <a:pt x="108677" y="427686"/>
                  </a:lnTo>
                  <a:lnTo>
                    <a:pt x="108523" y="427294"/>
                  </a:lnTo>
                  <a:lnTo>
                    <a:pt x="108417" y="426851"/>
                  </a:lnTo>
                  <a:lnTo>
                    <a:pt x="108494" y="426528"/>
                  </a:lnTo>
                  <a:lnTo>
                    <a:pt x="108718" y="426301"/>
                  </a:lnTo>
                  <a:lnTo>
                    <a:pt x="109124" y="426228"/>
                  </a:lnTo>
                  <a:lnTo>
                    <a:pt x="109364" y="426172"/>
                  </a:lnTo>
                  <a:lnTo>
                    <a:pt x="109563" y="426039"/>
                  </a:lnTo>
                  <a:lnTo>
                    <a:pt x="109958" y="426043"/>
                  </a:lnTo>
                  <a:lnTo>
                    <a:pt x="110417" y="426140"/>
                  </a:lnTo>
                  <a:lnTo>
                    <a:pt x="110722" y="426278"/>
                  </a:lnTo>
                  <a:lnTo>
                    <a:pt x="110901" y="426278"/>
                  </a:lnTo>
                  <a:lnTo>
                    <a:pt x="111263" y="426052"/>
                  </a:lnTo>
                  <a:lnTo>
                    <a:pt x="111567" y="425960"/>
                  </a:lnTo>
                  <a:lnTo>
                    <a:pt x="112348" y="426140"/>
                  </a:lnTo>
                  <a:lnTo>
                    <a:pt x="112872" y="426246"/>
                  </a:lnTo>
                  <a:lnTo>
                    <a:pt x="113702" y="426634"/>
                  </a:lnTo>
                  <a:lnTo>
                    <a:pt x="114088" y="426721"/>
                  </a:lnTo>
                  <a:lnTo>
                    <a:pt x="114340" y="426684"/>
                  </a:lnTo>
                  <a:lnTo>
                    <a:pt x="114795" y="426528"/>
                  </a:lnTo>
                  <a:lnTo>
                    <a:pt x="115604" y="426108"/>
                  </a:lnTo>
                  <a:lnTo>
                    <a:pt x="116136" y="425683"/>
                  </a:lnTo>
                  <a:lnTo>
                    <a:pt x="116514" y="425259"/>
                  </a:lnTo>
                  <a:lnTo>
                    <a:pt x="116685" y="425065"/>
                  </a:lnTo>
                  <a:lnTo>
                    <a:pt x="117348" y="424839"/>
                  </a:lnTo>
                  <a:lnTo>
                    <a:pt x="117543" y="424774"/>
                  </a:lnTo>
                  <a:lnTo>
                    <a:pt x="117872" y="424511"/>
                  </a:lnTo>
                  <a:lnTo>
                    <a:pt x="118177" y="424123"/>
                  </a:lnTo>
                  <a:lnTo>
                    <a:pt x="118425" y="423962"/>
                  </a:lnTo>
                  <a:lnTo>
                    <a:pt x="118596" y="424026"/>
                  </a:lnTo>
                  <a:lnTo>
                    <a:pt x="118733" y="424169"/>
                  </a:lnTo>
                  <a:lnTo>
                    <a:pt x="118819" y="424308"/>
                  </a:lnTo>
                  <a:lnTo>
                    <a:pt x="118799" y="424539"/>
                  </a:lnTo>
                  <a:lnTo>
                    <a:pt x="118669" y="424908"/>
                  </a:lnTo>
                  <a:lnTo>
                    <a:pt x="118657" y="425314"/>
                  </a:lnTo>
                  <a:lnTo>
                    <a:pt x="118811" y="425480"/>
                  </a:lnTo>
                  <a:lnTo>
                    <a:pt x="119108" y="425531"/>
                  </a:lnTo>
                  <a:lnTo>
                    <a:pt x="119302" y="425564"/>
                  </a:lnTo>
                  <a:lnTo>
                    <a:pt x="119555" y="425558"/>
                  </a:lnTo>
                  <a:lnTo>
                    <a:pt x="119913" y="425623"/>
                  </a:lnTo>
                  <a:lnTo>
                    <a:pt x="120075" y="425734"/>
                  </a:lnTo>
                  <a:lnTo>
                    <a:pt x="120148" y="425886"/>
                  </a:lnTo>
                  <a:lnTo>
                    <a:pt x="120209" y="426043"/>
                  </a:lnTo>
                  <a:lnTo>
                    <a:pt x="120364" y="426214"/>
                  </a:lnTo>
                  <a:lnTo>
                    <a:pt x="120510" y="426320"/>
                  </a:lnTo>
                  <a:lnTo>
                    <a:pt x="120567" y="426500"/>
                  </a:lnTo>
                  <a:lnTo>
                    <a:pt x="120457" y="427067"/>
                  </a:lnTo>
                  <a:lnTo>
                    <a:pt x="120421" y="427423"/>
                  </a:lnTo>
                  <a:lnTo>
                    <a:pt x="120457" y="427764"/>
                  </a:lnTo>
                  <a:lnTo>
                    <a:pt x="120518" y="428023"/>
                  </a:lnTo>
                  <a:lnTo>
                    <a:pt x="120640" y="428281"/>
                  </a:lnTo>
                  <a:lnTo>
                    <a:pt x="120778" y="428438"/>
                  </a:lnTo>
                  <a:lnTo>
                    <a:pt x="121181" y="428701"/>
                  </a:lnTo>
                  <a:lnTo>
                    <a:pt x="121278" y="428563"/>
                  </a:lnTo>
                  <a:lnTo>
                    <a:pt x="121368" y="428281"/>
                  </a:lnTo>
                  <a:lnTo>
                    <a:pt x="121410" y="427894"/>
                  </a:lnTo>
                  <a:lnTo>
                    <a:pt x="121615" y="427723"/>
                  </a:lnTo>
                  <a:lnTo>
                    <a:pt x="121770" y="427590"/>
                  </a:lnTo>
                  <a:lnTo>
                    <a:pt x="121788" y="427456"/>
                  </a:lnTo>
                  <a:lnTo>
                    <a:pt x="121923" y="427062"/>
                  </a:lnTo>
                  <a:lnTo>
                    <a:pt x="122263" y="426686"/>
                  </a:lnTo>
                  <a:lnTo>
                    <a:pt x="122531" y="426475"/>
                  </a:lnTo>
                  <a:lnTo>
                    <a:pt x="122957" y="426519"/>
                  </a:lnTo>
                  <a:lnTo>
                    <a:pt x="123007" y="426721"/>
                  </a:lnTo>
                  <a:lnTo>
                    <a:pt x="123103" y="426894"/>
                  </a:lnTo>
                  <a:lnTo>
                    <a:pt x="123319" y="426987"/>
                  </a:lnTo>
                  <a:lnTo>
                    <a:pt x="123566" y="426944"/>
                  </a:lnTo>
                  <a:lnTo>
                    <a:pt x="123833" y="426757"/>
                  </a:lnTo>
                  <a:lnTo>
                    <a:pt x="124309" y="426483"/>
                  </a:lnTo>
                  <a:lnTo>
                    <a:pt x="124824" y="426483"/>
                  </a:lnTo>
                  <a:lnTo>
                    <a:pt x="125135" y="426461"/>
                  </a:lnTo>
                  <a:lnTo>
                    <a:pt x="125376" y="426274"/>
                  </a:lnTo>
                  <a:lnTo>
                    <a:pt x="125509" y="426027"/>
                  </a:lnTo>
                  <a:lnTo>
                    <a:pt x="126196" y="425401"/>
                  </a:lnTo>
                  <a:lnTo>
                    <a:pt x="126344" y="425112"/>
                  </a:lnTo>
                  <a:lnTo>
                    <a:pt x="126685" y="424695"/>
                  </a:lnTo>
                  <a:lnTo>
                    <a:pt x="126839" y="424555"/>
                  </a:lnTo>
                  <a:lnTo>
                    <a:pt x="127441" y="424529"/>
                  </a:lnTo>
                  <a:lnTo>
                    <a:pt x="127847" y="424536"/>
                  </a:lnTo>
                  <a:lnTo>
                    <a:pt x="128184" y="424485"/>
                  </a:lnTo>
                  <a:lnTo>
                    <a:pt x="128311" y="424348"/>
                  </a:lnTo>
                  <a:lnTo>
                    <a:pt x="128425" y="423764"/>
                  </a:lnTo>
                  <a:lnTo>
                    <a:pt x="128536" y="423508"/>
                  </a:lnTo>
                  <a:lnTo>
                    <a:pt x="129124" y="423101"/>
                  </a:lnTo>
                  <a:lnTo>
                    <a:pt x="129600" y="422841"/>
                  </a:lnTo>
                  <a:lnTo>
                    <a:pt x="129702" y="422697"/>
                  </a:lnTo>
                  <a:lnTo>
                    <a:pt x="129752" y="422315"/>
                  </a:lnTo>
                  <a:lnTo>
                    <a:pt x="129795" y="421450"/>
                  </a:lnTo>
                  <a:lnTo>
                    <a:pt x="129708" y="420844"/>
                  </a:lnTo>
                  <a:lnTo>
                    <a:pt x="129645" y="420599"/>
                  </a:lnTo>
                  <a:lnTo>
                    <a:pt x="129689" y="420340"/>
                  </a:lnTo>
                  <a:lnTo>
                    <a:pt x="130057" y="419662"/>
                  </a:lnTo>
                  <a:lnTo>
                    <a:pt x="130330" y="418935"/>
                  </a:lnTo>
                  <a:lnTo>
                    <a:pt x="130978" y="418054"/>
                  </a:lnTo>
                  <a:lnTo>
                    <a:pt x="131448" y="417686"/>
                  </a:lnTo>
                  <a:lnTo>
                    <a:pt x="131944" y="417333"/>
                  </a:lnTo>
                  <a:lnTo>
                    <a:pt x="132255" y="417109"/>
                  </a:lnTo>
                  <a:lnTo>
                    <a:pt x="132555" y="416367"/>
                  </a:lnTo>
                  <a:lnTo>
                    <a:pt x="132631" y="416135"/>
                  </a:lnTo>
                  <a:lnTo>
                    <a:pt x="133002" y="415741"/>
                  </a:lnTo>
                  <a:lnTo>
                    <a:pt x="133587" y="415520"/>
                  </a:lnTo>
                  <a:lnTo>
                    <a:pt x="134105" y="415381"/>
                  </a:lnTo>
                  <a:lnTo>
                    <a:pt x="134623" y="415070"/>
                  </a:lnTo>
                  <a:lnTo>
                    <a:pt x="134703" y="414911"/>
                  </a:lnTo>
                  <a:lnTo>
                    <a:pt x="134770" y="414613"/>
                  </a:lnTo>
                  <a:lnTo>
                    <a:pt x="134538" y="414163"/>
                  </a:lnTo>
                  <a:lnTo>
                    <a:pt x="134459" y="413852"/>
                  </a:lnTo>
                  <a:lnTo>
                    <a:pt x="134465" y="413561"/>
                  </a:lnTo>
                  <a:lnTo>
                    <a:pt x="134546" y="413407"/>
                  </a:lnTo>
                  <a:lnTo>
                    <a:pt x="134727" y="413229"/>
                  </a:lnTo>
                  <a:lnTo>
                    <a:pt x="134800" y="413097"/>
                  </a:lnTo>
                  <a:lnTo>
                    <a:pt x="134788" y="412627"/>
                  </a:lnTo>
                  <a:lnTo>
                    <a:pt x="134709" y="412294"/>
                  </a:lnTo>
                  <a:lnTo>
                    <a:pt x="134812" y="412080"/>
                  </a:lnTo>
                  <a:lnTo>
                    <a:pt x="135129" y="411914"/>
                  </a:lnTo>
                  <a:lnTo>
                    <a:pt x="135373" y="411748"/>
                  </a:lnTo>
                  <a:lnTo>
                    <a:pt x="135420" y="411546"/>
                  </a:lnTo>
                  <a:lnTo>
                    <a:pt x="135111" y="410882"/>
                  </a:lnTo>
                  <a:lnTo>
                    <a:pt x="134648" y="410405"/>
                  </a:lnTo>
                  <a:lnTo>
                    <a:pt x="134373" y="410045"/>
                  </a:lnTo>
                  <a:lnTo>
                    <a:pt x="134264" y="409706"/>
                  </a:lnTo>
                  <a:lnTo>
                    <a:pt x="134142" y="409387"/>
                  </a:lnTo>
                  <a:lnTo>
                    <a:pt x="134137" y="409102"/>
                  </a:lnTo>
                  <a:lnTo>
                    <a:pt x="134110" y="408742"/>
                  </a:lnTo>
                  <a:lnTo>
                    <a:pt x="134146" y="408484"/>
                  </a:lnTo>
                  <a:lnTo>
                    <a:pt x="134249" y="408277"/>
                  </a:lnTo>
                  <a:lnTo>
                    <a:pt x="134578" y="408110"/>
                  </a:lnTo>
                  <a:lnTo>
                    <a:pt x="134889" y="407993"/>
                  </a:lnTo>
                  <a:lnTo>
                    <a:pt x="135036" y="407723"/>
                  </a:lnTo>
                  <a:lnTo>
                    <a:pt x="135121" y="407543"/>
                  </a:lnTo>
                  <a:lnTo>
                    <a:pt x="135243" y="407377"/>
                  </a:lnTo>
                  <a:lnTo>
                    <a:pt x="135377" y="407328"/>
                  </a:lnTo>
                  <a:lnTo>
                    <a:pt x="135700" y="407398"/>
                  </a:lnTo>
                  <a:lnTo>
                    <a:pt x="135950" y="407467"/>
                  </a:lnTo>
                  <a:lnTo>
                    <a:pt x="136200" y="407432"/>
                  </a:lnTo>
                  <a:lnTo>
                    <a:pt x="136464" y="407150"/>
                  </a:lnTo>
                  <a:lnTo>
                    <a:pt x="136670" y="406865"/>
                  </a:lnTo>
                  <a:lnTo>
                    <a:pt x="136917" y="406541"/>
                  </a:lnTo>
                  <a:lnTo>
                    <a:pt x="137078" y="406276"/>
                  </a:lnTo>
                  <a:lnTo>
                    <a:pt x="137163" y="406066"/>
                  </a:lnTo>
                  <a:lnTo>
                    <a:pt x="137377" y="405702"/>
                  </a:lnTo>
                  <a:lnTo>
                    <a:pt x="137761" y="405459"/>
                  </a:lnTo>
                  <a:lnTo>
                    <a:pt x="137749" y="405217"/>
                  </a:lnTo>
                  <a:lnTo>
                    <a:pt x="137328" y="404726"/>
                  </a:lnTo>
                  <a:lnTo>
                    <a:pt x="137328" y="404449"/>
                  </a:lnTo>
                  <a:lnTo>
                    <a:pt x="137456" y="404338"/>
                  </a:lnTo>
                  <a:lnTo>
                    <a:pt x="137595" y="404285"/>
                  </a:lnTo>
                  <a:lnTo>
                    <a:pt x="137893" y="404156"/>
                  </a:lnTo>
                  <a:lnTo>
                    <a:pt x="137897" y="403962"/>
                  </a:lnTo>
                  <a:lnTo>
                    <a:pt x="137763" y="403713"/>
                  </a:lnTo>
                  <a:lnTo>
                    <a:pt x="137788" y="403491"/>
                  </a:lnTo>
                  <a:lnTo>
                    <a:pt x="137845" y="403274"/>
                  </a:lnTo>
                  <a:lnTo>
                    <a:pt x="137979" y="402979"/>
                  </a:lnTo>
                  <a:lnTo>
                    <a:pt x="137979" y="402628"/>
                  </a:lnTo>
                  <a:lnTo>
                    <a:pt x="137952" y="402203"/>
                  </a:lnTo>
                  <a:lnTo>
                    <a:pt x="137999" y="401955"/>
                  </a:lnTo>
                  <a:lnTo>
                    <a:pt x="138003" y="401595"/>
                  </a:lnTo>
                  <a:lnTo>
                    <a:pt x="138113" y="401166"/>
                  </a:lnTo>
                  <a:lnTo>
                    <a:pt x="138170" y="400953"/>
                  </a:lnTo>
                  <a:lnTo>
                    <a:pt x="138282" y="400772"/>
                  </a:lnTo>
                  <a:lnTo>
                    <a:pt x="138662" y="400363"/>
                  </a:lnTo>
                  <a:lnTo>
                    <a:pt x="138800" y="399998"/>
                  </a:lnTo>
                  <a:lnTo>
                    <a:pt x="138926" y="399555"/>
                  </a:lnTo>
                  <a:lnTo>
                    <a:pt x="139044" y="399057"/>
                  </a:lnTo>
                  <a:lnTo>
                    <a:pt x="139174" y="398877"/>
                  </a:lnTo>
                  <a:lnTo>
                    <a:pt x="139479" y="398734"/>
                  </a:lnTo>
                  <a:lnTo>
                    <a:pt x="139914" y="398692"/>
                  </a:lnTo>
                  <a:lnTo>
                    <a:pt x="140300" y="398775"/>
                  </a:lnTo>
                  <a:lnTo>
                    <a:pt x="140536" y="398877"/>
                  </a:lnTo>
                  <a:lnTo>
                    <a:pt x="140666" y="398821"/>
                  </a:lnTo>
                  <a:lnTo>
                    <a:pt x="140804" y="398480"/>
                  </a:lnTo>
                  <a:lnTo>
                    <a:pt x="140832" y="398277"/>
                  </a:lnTo>
                  <a:lnTo>
                    <a:pt x="141288" y="398065"/>
                  </a:lnTo>
                  <a:lnTo>
                    <a:pt x="141775" y="397963"/>
                  </a:lnTo>
                  <a:lnTo>
                    <a:pt x="142186" y="397880"/>
                  </a:lnTo>
                  <a:lnTo>
                    <a:pt x="142507" y="397871"/>
                  </a:lnTo>
                  <a:lnTo>
                    <a:pt x="142881" y="397899"/>
                  </a:lnTo>
                  <a:lnTo>
                    <a:pt x="142976" y="397689"/>
                  </a:lnTo>
                  <a:lnTo>
                    <a:pt x="143041" y="397445"/>
                  </a:lnTo>
                  <a:lnTo>
                    <a:pt x="143033" y="397240"/>
                  </a:lnTo>
                  <a:lnTo>
                    <a:pt x="143116" y="396914"/>
                  </a:lnTo>
                  <a:lnTo>
                    <a:pt x="143229" y="396633"/>
                  </a:lnTo>
                  <a:lnTo>
                    <a:pt x="143518" y="396284"/>
                  </a:lnTo>
                  <a:lnTo>
                    <a:pt x="143768" y="395931"/>
                  </a:lnTo>
                  <a:lnTo>
                    <a:pt x="143915" y="395654"/>
                  </a:lnTo>
                  <a:lnTo>
                    <a:pt x="144183" y="395422"/>
                  </a:lnTo>
                  <a:lnTo>
                    <a:pt x="144317" y="395356"/>
                  </a:lnTo>
                  <a:lnTo>
                    <a:pt x="144518" y="395453"/>
                  </a:lnTo>
                  <a:lnTo>
                    <a:pt x="144768" y="395630"/>
                  </a:lnTo>
                  <a:lnTo>
                    <a:pt x="145003" y="395754"/>
                  </a:lnTo>
                  <a:lnTo>
                    <a:pt x="145335" y="395809"/>
                  </a:lnTo>
                  <a:lnTo>
                    <a:pt x="145698" y="395723"/>
                  </a:lnTo>
                  <a:lnTo>
                    <a:pt x="146031" y="395609"/>
                  </a:lnTo>
                  <a:lnTo>
                    <a:pt x="146689" y="395380"/>
                  </a:lnTo>
                  <a:lnTo>
                    <a:pt x="147223" y="394986"/>
                  </a:lnTo>
                  <a:lnTo>
                    <a:pt x="147518" y="394657"/>
                  </a:lnTo>
                  <a:lnTo>
                    <a:pt x="147808" y="394263"/>
                  </a:lnTo>
                  <a:lnTo>
                    <a:pt x="148152" y="393917"/>
                  </a:lnTo>
                  <a:lnTo>
                    <a:pt x="148607" y="393564"/>
                  </a:lnTo>
                  <a:lnTo>
                    <a:pt x="148960" y="393311"/>
                  </a:lnTo>
                  <a:lnTo>
                    <a:pt x="149372" y="393255"/>
                  </a:lnTo>
                  <a:lnTo>
                    <a:pt x="149514" y="393312"/>
                  </a:lnTo>
                  <a:lnTo>
                    <a:pt x="149774" y="393626"/>
                  </a:lnTo>
                  <a:lnTo>
                    <a:pt x="149951" y="393920"/>
                  </a:lnTo>
                  <a:lnTo>
                    <a:pt x="150125" y="394103"/>
                  </a:lnTo>
                  <a:lnTo>
                    <a:pt x="150594" y="393965"/>
                  </a:lnTo>
                  <a:lnTo>
                    <a:pt x="151637" y="393854"/>
                  </a:lnTo>
                  <a:lnTo>
                    <a:pt x="152648" y="393745"/>
                  </a:lnTo>
                  <a:lnTo>
                    <a:pt x="153093" y="393745"/>
                  </a:lnTo>
                  <a:lnTo>
                    <a:pt x="153658" y="393983"/>
                  </a:lnTo>
                  <a:lnTo>
                    <a:pt x="153950" y="394192"/>
                  </a:lnTo>
                  <a:lnTo>
                    <a:pt x="154064" y="394343"/>
                  </a:lnTo>
                  <a:lnTo>
                    <a:pt x="154064" y="394524"/>
                  </a:lnTo>
                  <a:lnTo>
                    <a:pt x="153963" y="394776"/>
                  </a:lnTo>
                  <a:lnTo>
                    <a:pt x="153937" y="394927"/>
                  </a:lnTo>
                  <a:lnTo>
                    <a:pt x="153975" y="395079"/>
                  </a:lnTo>
                  <a:lnTo>
                    <a:pt x="154141" y="395209"/>
                  </a:lnTo>
                  <a:lnTo>
                    <a:pt x="154490" y="395288"/>
                  </a:lnTo>
                  <a:lnTo>
                    <a:pt x="154884" y="395317"/>
                  </a:lnTo>
                  <a:lnTo>
                    <a:pt x="155085" y="395569"/>
                  </a:lnTo>
                  <a:lnTo>
                    <a:pt x="155399" y="395723"/>
                  </a:lnTo>
                  <a:lnTo>
                    <a:pt x="155844" y="395865"/>
                  </a:lnTo>
                  <a:lnTo>
                    <a:pt x="156178" y="396085"/>
                  </a:lnTo>
                  <a:lnTo>
                    <a:pt x="156478" y="396327"/>
                  </a:lnTo>
                  <a:lnTo>
                    <a:pt x="156676" y="396327"/>
                  </a:lnTo>
                  <a:lnTo>
                    <a:pt x="157285" y="396182"/>
                  </a:lnTo>
                  <a:lnTo>
                    <a:pt x="157424" y="396038"/>
                  </a:lnTo>
                  <a:lnTo>
                    <a:pt x="157621" y="395807"/>
                  </a:lnTo>
                  <a:lnTo>
                    <a:pt x="158262" y="395786"/>
                  </a:lnTo>
                  <a:lnTo>
                    <a:pt x="158440" y="395706"/>
                  </a:lnTo>
                  <a:lnTo>
                    <a:pt x="158828" y="395526"/>
                  </a:lnTo>
                  <a:lnTo>
                    <a:pt x="159158" y="395475"/>
                  </a:lnTo>
                  <a:lnTo>
                    <a:pt x="159405" y="395513"/>
                  </a:lnTo>
                  <a:lnTo>
                    <a:pt x="159793" y="395519"/>
                  </a:lnTo>
                  <a:lnTo>
                    <a:pt x="159997" y="395562"/>
                  </a:lnTo>
                  <a:lnTo>
                    <a:pt x="160124" y="395742"/>
                  </a:lnTo>
                  <a:lnTo>
                    <a:pt x="160181" y="395879"/>
                  </a:lnTo>
                  <a:lnTo>
                    <a:pt x="160359" y="395930"/>
                  </a:lnTo>
                  <a:lnTo>
                    <a:pt x="160740" y="396067"/>
                  </a:lnTo>
                  <a:lnTo>
                    <a:pt x="160771" y="396240"/>
                  </a:lnTo>
                  <a:lnTo>
                    <a:pt x="160943" y="396528"/>
                  </a:lnTo>
                  <a:lnTo>
                    <a:pt x="161114" y="396550"/>
                  </a:lnTo>
                  <a:lnTo>
                    <a:pt x="161750" y="396615"/>
                  </a:lnTo>
                  <a:lnTo>
                    <a:pt x="162347" y="396442"/>
                  </a:lnTo>
                  <a:lnTo>
                    <a:pt x="162899" y="396038"/>
                  </a:lnTo>
                  <a:lnTo>
                    <a:pt x="163344" y="395670"/>
                  </a:lnTo>
                  <a:lnTo>
                    <a:pt x="164004" y="395447"/>
                  </a:lnTo>
                  <a:lnTo>
                    <a:pt x="164627" y="395187"/>
                  </a:lnTo>
                  <a:lnTo>
                    <a:pt x="164774" y="394779"/>
                  </a:lnTo>
                  <a:lnTo>
                    <a:pt x="164919" y="394649"/>
                  </a:lnTo>
                  <a:lnTo>
                    <a:pt x="165293" y="394916"/>
                  </a:lnTo>
                  <a:lnTo>
                    <a:pt x="165753" y="394905"/>
                  </a:lnTo>
                  <a:lnTo>
                    <a:pt x="165839" y="395197"/>
                  </a:lnTo>
                  <a:lnTo>
                    <a:pt x="166049" y="395324"/>
                  </a:lnTo>
                  <a:lnTo>
                    <a:pt x="166392" y="395216"/>
                  </a:lnTo>
                  <a:lnTo>
                    <a:pt x="166520" y="395112"/>
                  </a:lnTo>
                  <a:lnTo>
                    <a:pt x="167068" y="395192"/>
                  </a:lnTo>
                  <a:lnTo>
                    <a:pt x="167155" y="395367"/>
                  </a:lnTo>
                  <a:lnTo>
                    <a:pt x="167390" y="395483"/>
                  </a:lnTo>
                  <a:lnTo>
                    <a:pt x="167637" y="395533"/>
                  </a:lnTo>
                  <a:lnTo>
                    <a:pt x="167923" y="395728"/>
                  </a:lnTo>
                  <a:lnTo>
                    <a:pt x="168063" y="395778"/>
                  </a:lnTo>
                  <a:lnTo>
                    <a:pt x="168425" y="395764"/>
                  </a:lnTo>
                  <a:lnTo>
                    <a:pt x="169041" y="395677"/>
                  </a:lnTo>
                  <a:lnTo>
                    <a:pt x="169460" y="395814"/>
                  </a:lnTo>
                  <a:lnTo>
                    <a:pt x="169454" y="396016"/>
                  </a:lnTo>
                  <a:lnTo>
                    <a:pt x="169390" y="396254"/>
                  </a:lnTo>
                  <a:lnTo>
                    <a:pt x="169333" y="396478"/>
                  </a:lnTo>
                  <a:lnTo>
                    <a:pt x="169320" y="396708"/>
                  </a:lnTo>
                  <a:lnTo>
                    <a:pt x="169371" y="396838"/>
                  </a:lnTo>
                  <a:lnTo>
                    <a:pt x="169594" y="396968"/>
                  </a:lnTo>
                  <a:lnTo>
                    <a:pt x="170248" y="397033"/>
                  </a:lnTo>
                  <a:lnTo>
                    <a:pt x="170783" y="396871"/>
                  </a:lnTo>
                  <a:lnTo>
                    <a:pt x="171084" y="396814"/>
                  </a:lnTo>
                  <a:lnTo>
                    <a:pt x="171816" y="396616"/>
                  </a:lnTo>
                  <a:lnTo>
                    <a:pt x="172015" y="396616"/>
                  </a:lnTo>
                  <a:lnTo>
                    <a:pt x="172158" y="396583"/>
                  </a:lnTo>
                  <a:lnTo>
                    <a:pt x="172308" y="396703"/>
                  </a:lnTo>
                  <a:lnTo>
                    <a:pt x="172560" y="396837"/>
                  </a:lnTo>
                  <a:lnTo>
                    <a:pt x="172983" y="396689"/>
                  </a:lnTo>
                  <a:lnTo>
                    <a:pt x="173218" y="396685"/>
                  </a:lnTo>
                  <a:lnTo>
                    <a:pt x="173535" y="396817"/>
                  </a:lnTo>
                  <a:lnTo>
                    <a:pt x="173844" y="396832"/>
                  </a:lnTo>
                  <a:lnTo>
                    <a:pt x="174117" y="396805"/>
                  </a:lnTo>
                  <a:lnTo>
                    <a:pt x="174466" y="396671"/>
                  </a:lnTo>
                  <a:lnTo>
                    <a:pt x="174946" y="396537"/>
                  </a:lnTo>
                  <a:lnTo>
                    <a:pt x="175511" y="396391"/>
                  </a:lnTo>
                  <a:lnTo>
                    <a:pt x="176039" y="396339"/>
                  </a:lnTo>
                  <a:lnTo>
                    <a:pt x="176621" y="396177"/>
                  </a:lnTo>
                  <a:lnTo>
                    <a:pt x="176983" y="396025"/>
                  </a:lnTo>
                  <a:lnTo>
                    <a:pt x="177275" y="396090"/>
                  </a:lnTo>
                  <a:lnTo>
                    <a:pt x="177617" y="396302"/>
                  </a:lnTo>
                  <a:lnTo>
                    <a:pt x="178190" y="396413"/>
                  </a:lnTo>
                  <a:lnTo>
                    <a:pt x="178893" y="396362"/>
                  </a:lnTo>
                  <a:lnTo>
                    <a:pt x="179450" y="396085"/>
                  </a:lnTo>
                  <a:lnTo>
                    <a:pt x="179816" y="396007"/>
                  </a:lnTo>
                  <a:lnTo>
                    <a:pt x="180206" y="395974"/>
                  </a:lnTo>
                  <a:lnTo>
                    <a:pt x="180413" y="395882"/>
                  </a:lnTo>
                  <a:lnTo>
                    <a:pt x="180523" y="395739"/>
                  </a:lnTo>
                  <a:lnTo>
                    <a:pt x="180596" y="395582"/>
                  </a:lnTo>
                  <a:lnTo>
                    <a:pt x="180881" y="395236"/>
                  </a:lnTo>
                  <a:lnTo>
                    <a:pt x="181637" y="395702"/>
                  </a:lnTo>
                  <a:lnTo>
                    <a:pt x="181934" y="395785"/>
                  </a:lnTo>
                  <a:lnTo>
                    <a:pt x="182141" y="395785"/>
                  </a:lnTo>
                  <a:lnTo>
                    <a:pt x="182375" y="395676"/>
                  </a:lnTo>
                  <a:lnTo>
                    <a:pt x="182531" y="395485"/>
                  </a:lnTo>
                  <a:lnTo>
                    <a:pt x="182718" y="395167"/>
                  </a:lnTo>
                  <a:lnTo>
                    <a:pt x="182881" y="394774"/>
                  </a:lnTo>
                  <a:lnTo>
                    <a:pt x="183161" y="394433"/>
                  </a:lnTo>
                  <a:lnTo>
                    <a:pt x="183413" y="394382"/>
                  </a:lnTo>
                  <a:lnTo>
                    <a:pt x="183868" y="394502"/>
                  </a:lnTo>
                  <a:lnTo>
                    <a:pt x="184459" y="394290"/>
                  </a:lnTo>
                  <a:lnTo>
                    <a:pt x="184580" y="394082"/>
                  </a:lnTo>
                  <a:lnTo>
                    <a:pt x="184544" y="393757"/>
                  </a:lnTo>
                  <a:lnTo>
                    <a:pt x="184471" y="393605"/>
                  </a:lnTo>
                  <a:lnTo>
                    <a:pt x="184239" y="393348"/>
                  </a:lnTo>
                  <a:lnTo>
                    <a:pt x="184001" y="393072"/>
                  </a:lnTo>
                  <a:lnTo>
                    <a:pt x="183806" y="392670"/>
                  </a:lnTo>
                  <a:lnTo>
                    <a:pt x="183660" y="392116"/>
                  </a:lnTo>
                  <a:lnTo>
                    <a:pt x="183562" y="391826"/>
                  </a:lnTo>
                  <a:lnTo>
                    <a:pt x="183587" y="391435"/>
                  </a:lnTo>
                  <a:lnTo>
                    <a:pt x="183699" y="391281"/>
                  </a:lnTo>
                  <a:lnTo>
                    <a:pt x="183744" y="391022"/>
                  </a:lnTo>
                  <a:lnTo>
                    <a:pt x="183769" y="390880"/>
                  </a:lnTo>
                  <a:lnTo>
                    <a:pt x="183864" y="390687"/>
                  </a:lnTo>
                  <a:lnTo>
                    <a:pt x="184060" y="390342"/>
                  </a:lnTo>
                  <a:lnTo>
                    <a:pt x="184236" y="390126"/>
                  </a:lnTo>
                  <a:lnTo>
                    <a:pt x="184367" y="389895"/>
                  </a:lnTo>
                  <a:lnTo>
                    <a:pt x="184982" y="389420"/>
                  </a:lnTo>
                  <a:lnTo>
                    <a:pt x="185250" y="389255"/>
                  </a:lnTo>
                  <a:lnTo>
                    <a:pt x="185425" y="389213"/>
                  </a:lnTo>
                  <a:lnTo>
                    <a:pt x="186106" y="388896"/>
                  </a:lnTo>
                  <a:lnTo>
                    <a:pt x="186758" y="388609"/>
                  </a:lnTo>
                  <a:lnTo>
                    <a:pt x="187067" y="388338"/>
                  </a:lnTo>
                  <a:lnTo>
                    <a:pt x="187181" y="388188"/>
                  </a:lnTo>
                  <a:lnTo>
                    <a:pt x="187530" y="388021"/>
                  </a:lnTo>
                  <a:lnTo>
                    <a:pt x="187764" y="387910"/>
                  </a:lnTo>
                  <a:lnTo>
                    <a:pt x="187926" y="387833"/>
                  </a:lnTo>
                  <a:lnTo>
                    <a:pt x="188121" y="387832"/>
                  </a:lnTo>
                  <a:lnTo>
                    <a:pt x="188630" y="387705"/>
                  </a:lnTo>
                  <a:lnTo>
                    <a:pt x="188902" y="387643"/>
                  </a:lnTo>
                  <a:lnTo>
                    <a:pt x="190364" y="387544"/>
                  </a:lnTo>
                  <a:lnTo>
                    <a:pt x="190585" y="387595"/>
                  </a:lnTo>
                  <a:lnTo>
                    <a:pt x="190879" y="387723"/>
                  </a:lnTo>
                  <a:lnTo>
                    <a:pt x="191177" y="387690"/>
                  </a:lnTo>
                  <a:lnTo>
                    <a:pt x="191365" y="387627"/>
                  </a:lnTo>
                  <a:lnTo>
                    <a:pt x="191831" y="387521"/>
                  </a:lnTo>
                  <a:lnTo>
                    <a:pt x="192334" y="387478"/>
                  </a:lnTo>
                  <a:lnTo>
                    <a:pt x="192485" y="387504"/>
                  </a:lnTo>
                  <a:lnTo>
                    <a:pt x="192765" y="387469"/>
                  </a:lnTo>
                  <a:lnTo>
                    <a:pt x="193284" y="387298"/>
                  </a:lnTo>
                  <a:lnTo>
                    <a:pt x="193975" y="387160"/>
                  </a:lnTo>
                  <a:lnTo>
                    <a:pt x="194958" y="386587"/>
                  </a:lnTo>
                  <a:lnTo>
                    <a:pt x="195348" y="386412"/>
                  </a:lnTo>
                  <a:lnTo>
                    <a:pt x="195804" y="386216"/>
                  </a:lnTo>
                  <a:lnTo>
                    <a:pt x="196383" y="386221"/>
                  </a:lnTo>
                  <a:lnTo>
                    <a:pt x="196631" y="386221"/>
                  </a:lnTo>
                  <a:lnTo>
                    <a:pt x="196907" y="386110"/>
                  </a:lnTo>
                  <a:lnTo>
                    <a:pt x="197180" y="385995"/>
                  </a:lnTo>
                  <a:lnTo>
                    <a:pt x="197709" y="385450"/>
                  </a:lnTo>
                  <a:lnTo>
                    <a:pt x="197777" y="385204"/>
                  </a:lnTo>
                  <a:lnTo>
                    <a:pt x="197838" y="384757"/>
                  </a:lnTo>
                  <a:lnTo>
                    <a:pt x="197880" y="384488"/>
                  </a:lnTo>
                  <a:lnTo>
                    <a:pt x="198216" y="382273"/>
                  </a:lnTo>
                  <a:lnTo>
                    <a:pt x="198277" y="381692"/>
                  </a:lnTo>
                  <a:lnTo>
                    <a:pt x="198368" y="381429"/>
                  </a:lnTo>
                  <a:lnTo>
                    <a:pt x="198819" y="380827"/>
                  </a:lnTo>
                  <a:lnTo>
                    <a:pt x="198960" y="380578"/>
                  </a:lnTo>
                  <a:lnTo>
                    <a:pt x="198987" y="380407"/>
                  </a:lnTo>
                  <a:lnTo>
                    <a:pt x="198771" y="379768"/>
                  </a:lnTo>
                  <a:lnTo>
                    <a:pt x="198722" y="379560"/>
                  </a:lnTo>
                  <a:lnTo>
                    <a:pt x="198667" y="379200"/>
                  </a:lnTo>
                  <a:lnTo>
                    <a:pt x="198740" y="378709"/>
                  </a:lnTo>
                  <a:lnTo>
                    <a:pt x="198929" y="378404"/>
                  </a:lnTo>
                  <a:lnTo>
                    <a:pt x="199661" y="378051"/>
                  </a:lnTo>
                  <a:lnTo>
                    <a:pt x="200947" y="377733"/>
                  </a:lnTo>
                  <a:lnTo>
                    <a:pt x="201838" y="377518"/>
                  </a:lnTo>
                  <a:lnTo>
                    <a:pt x="202263" y="377525"/>
                  </a:lnTo>
                  <a:lnTo>
                    <a:pt x="203527" y="377726"/>
                  </a:lnTo>
                  <a:lnTo>
                    <a:pt x="204039" y="377927"/>
                  </a:lnTo>
                  <a:lnTo>
                    <a:pt x="204392" y="377809"/>
                  </a:lnTo>
                  <a:lnTo>
                    <a:pt x="204661" y="377698"/>
                  </a:lnTo>
                  <a:lnTo>
                    <a:pt x="204972" y="377698"/>
                  </a:lnTo>
                  <a:lnTo>
                    <a:pt x="205142" y="377747"/>
                  </a:lnTo>
                  <a:lnTo>
                    <a:pt x="205465" y="377670"/>
                  </a:lnTo>
                  <a:lnTo>
                    <a:pt x="205636" y="377809"/>
                  </a:lnTo>
                  <a:lnTo>
                    <a:pt x="205880" y="378044"/>
                  </a:lnTo>
                  <a:lnTo>
                    <a:pt x="206057" y="378044"/>
                  </a:lnTo>
                  <a:lnTo>
                    <a:pt x="206302" y="377864"/>
                  </a:lnTo>
                  <a:lnTo>
                    <a:pt x="206636" y="377546"/>
                  </a:lnTo>
                  <a:lnTo>
                    <a:pt x="206965" y="377532"/>
                  </a:lnTo>
                  <a:lnTo>
                    <a:pt x="207606" y="377684"/>
                  </a:lnTo>
                  <a:lnTo>
                    <a:pt x="207996" y="377705"/>
                  </a:lnTo>
                  <a:lnTo>
                    <a:pt x="208435" y="377705"/>
                  </a:lnTo>
                  <a:lnTo>
                    <a:pt x="208697" y="377525"/>
                  </a:lnTo>
                  <a:lnTo>
                    <a:pt x="208782" y="377297"/>
                  </a:lnTo>
                  <a:lnTo>
                    <a:pt x="208789" y="377013"/>
                  </a:lnTo>
                  <a:lnTo>
                    <a:pt x="209045" y="376914"/>
                  </a:lnTo>
                  <a:lnTo>
                    <a:pt x="209713" y="376800"/>
                  </a:lnTo>
                  <a:lnTo>
                    <a:pt x="209852" y="376760"/>
                  </a:lnTo>
                  <a:lnTo>
                    <a:pt x="210261" y="376783"/>
                  </a:lnTo>
                  <a:lnTo>
                    <a:pt x="210465" y="376814"/>
                  </a:lnTo>
                  <a:lnTo>
                    <a:pt x="211099" y="376803"/>
                  </a:lnTo>
                  <a:lnTo>
                    <a:pt x="211383" y="376766"/>
                  </a:lnTo>
                  <a:lnTo>
                    <a:pt x="211733" y="376540"/>
                  </a:lnTo>
                  <a:lnTo>
                    <a:pt x="212217" y="376253"/>
                  </a:lnTo>
                  <a:lnTo>
                    <a:pt x="212761" y="376161"/>
                  </a:lnTo>
                  <a:lnTo>
                    <a:pt x="213668" y="375838"/>
                  </a:lnTo>
                  <a:lnTo>
                    <a:pt x="214282" y="375450"/>
                  </a:lnTo>
                  <a:lnTo>
                    <a:pt x="214692" y="375220"/>
                  </a:lnTo>
                  <a:lnTo>
                    <a:pt x="214877" y="374897"/>
                  </a:lnTo>
                  <a:lnTo>
                    <a:pt x="215257" y="374338"/>
                  </a:lnTo>
                  <a:lnTo>
                    <a:pt x="215794" y="373858"/>
                  </a:lnTo>
                  <a:lnTo>
                    <a:pt x="216212" y="373546"/>
                  </a:lnTo>
                  <a:lnTo>
                    <a:pt x="216558" y="373448"/>
                  </a:lnTo>
                  <a:lnTo>
                    <a:pt x="216745" y="373397"/>
                  </a:lnTo>
                  <a:lnTo>
                    <a:pt x="216883" y="373485"/>
                  </a:lnTo>
                  <a:lnTo>
                    <a:pt x="217030" y="373706"/>
                  </a:lnTo>
                  <a:lnTo>
                    <a:pt x="217196" y="373863"/>
                  </a:lnTo>
                  <a:lnTo>
                    <a:pt x="217485" y="373974"/>
                  </a:lnTo>
                  <a:lnTo>
                    <a:pt x="217761" y="373969"/>
                  </a:lnTo>
                  <a:lnTo>
                    <a:pt x="218070" y="373803"/>
                  </a:lnTo>
                  <a:lnTo>
                    <a:pt x="218383" y="373683"/>
                  </a:lnTo>
                  <a:lnTo>
                    <a:pt x="218684" y="373632"/>
                  </a:lnTo>
                  <a:lnTo>
                    <a:pt x="219091" y="373748"/>
                  </a:lnTo>
                  <a:lnTo>
                    <a:pt x="219391" y="373923"/>
                  </a:lnTo>
                  <a:lnTo>
                    <a:pt x="219717" y="374057"/>
                  </a:lnTo>
                  <a:lnTo>
                    <a:pt x="219822" y="373918"/>
                  </a:lnTo>
                  <a:lnTo>
                    <a:pt x="219936" y="373499"/>
                  </a:lnTo>
                  <a:lnTo>
                    <a:pt x="220302" y="372959"/>
                  </a:lnTo>
                  <a:lnTo>
                    <a:pt x="220696" y="372571"/>
                  </a:lnTo>
                  <a:lnTo>
                    <a:pt x="221241" y="372146"/>
                  </a:lnTo>
                  <a:lnTo>
                    <a:pt x="221781" y="371828"/>
                  </a:lnTo>
                  <a:lnTo>
                    <a:pt x="221989" y="371671"/>
                  </a:lnTo>
                  <a:lnTo>
                    <a:pt x="222082" y="371524"/>
                  </a:lnTo>
                  <a:lnTo>
                    <a:pt x="222099" y="371362"/>
                  </a:lnTo>
                  <a:lnTo>
                    <a:pt x="221944" y="371039"/>
                  </a:lnTo>
                  <a:lnTo>
                    <a:pt x="221737" y="370605"/>
                  </a:lnTo>
                  <a:lnTo>
                    <a:pt x="221757" y="370444"/>
                  </a:lnTo>
                  <a:lnTo>
                    <a:pt x="222176" y="370093"/>
                  </a:lnTo>
                  <a:lnTo>
                    <a:pt x="222509" y="370056"/>
                  </a:lnTo>
                  <a:lnTo>
                    <a:pt x="223066" y="369899"/>
                  </a:lnTo>
                  <a:lnTo>
                    <a:pt x="223952" y="369719"/>
                  </a:lnTo>
                  <a:lnTo>
                    <a:pt x="224708" y="369645"/>
                  </a:lnTo>
                  <a:lnTo>
                    <a:pt x="225310" y="369645"/>
                  </a:lnTo>
                  <a:lnTo>
                    <a:pt x="225537" y="369558"/>
                  </a:lnTo>
                  <a:lnTo>
                    <a:pt x="225773" y="369493"/>
                  </a:lnTo>
                  <a:lnTo>
                    <a:pt x="225997" y="369281"/>
                  </a:lnTo>
                  <a:lnTo>
                    <a:pt x="226271" y="369331"/>
                  </a:lnTo>
                  <a:lnTo>
                    <a:pt x="226505" y="369558"/>
                  </a:lnTo>
                  <a:lnTo>
                    <a:pt x="226672" y="369609"/>
                  </a:lnTo>
                  <a:lnTo>
                    <a:pt x="226956" y="369516"/>
                  </a:lnTo>
                  <a:lnTo>
                    <a:pt x="227505" y="369175"/>
                  </a:lnTo>
                  <a:lnTo>
                    <a:pt x="228269" y="368759"/>
                  </a:lnTo>
                  <a:lnTo>
                    <a:pt x="228371" y="368469"/>
                  </a:lnTo>
                  <a:lnTo>
                    <a:pt x="228399" y="368289"/>
                  </a:lnTo>
                  <a:lnTo>
                    <a:pt x="228667" y="368016"/>
                  </a:lnTo>
                  <a:lnTo>
                    <a:pt x="229001" y="367961"/>
                  </a:lnTo>
                  <a:lnTo>
                    <a:pt x="229225" y="367961"/>
                  </a:lnTo>
                  <a:lnTo>
                    <a:pt x="229395" y="368049"/>
                  </a:lnTo>
                  <a:lnTo>
                    <a:pt x="229639" y="368007"/>
                  </a:lnTo>
                  <a:lnTo>
                    <a:pt x="230159" y="367657"/>
                  </a:lnTo>
                  <a:lnTo>
                    <a:pt x="230842" y="367117"/>
                  </a:lnTo>
                  <a:lnTo>
                    <a:pt x="231142" y="366713"/>
                  </a:lnTo>
                  <a:lnTo>
                    <a:pt x="231371" y="366609"/>
                  </a:lnTo>
                  <a:lnTo>
                    <a:pt x="231663" y="366388"/>
                  </a:lnTo>
                  <a:lnTo>
                    <a:pt x="231696" y="366258"/>
                  </a:lnTo>
                  <a:lnTo>
                    <a:pt x="231708" y="366046"/>
                  </a:lnTo>
                  <a:lnTo>
                    <a:pt x="231806" y="365917"/>
                  </a:lnTo>
                  <a:lnTo>
                    <a:pt x="231968" y="365894"/>
                  </a:lnTo>
                  <a:lnTo>
                    <a:pt x="232143" y="365894"/>
                  </a:lnTo>
                  <a:lnTo>
                    <a:pt x="232301" y="365829"/>
                  </a:lnTo>
                  <a:lnTo>
                    <a:pt x="232358" y="365672"/>
                  </a:lnTo>
                  <a:lnTo>
                    <a:pt x="232435" y="365520"/>
                  </a:lnTo>
                  <a:lnTo>
                    <a:pt x="232716" y="365262"/>
                  </a:lnTo>
                  <a:lnTo>
                    <a:pt x="233131" y="365095"/>
                  </a:lnTo>
                  <a:lnTo>
                    <a:pt x="233452" y="365031"/>
                  </a:lnTo>
                  <a:lnTo>
                    <a:pt x="233988" y="364842"/>
                  </a:lnTo>
                  <a:lnTo>
                    <a:pt x="234366" y="364634"/>
                  </a:lnTo>
                  <a:lnTo>
                    <a:pt x="234582" y="364579"/>
                  </a:lnTo>
                  <a:lnTo>
                    <a:pt x="234866" y="364643"/>
                  </a:lnTo>
                  <a:lnTo>
                    <a:pt x="235094" y="364768"/>
                  </a:lnTo>
                  <a:lnTo>
                    <a:pt x="235370" y="364860"/>
                  </a:lnTo>
                  <a:lnTo>
                    <a:pt x="235598" y="364911"/>
                  </a:lnTo>
                  <a:lnTo>
                    <a:pt x="235777" y="364906"/>
                  </a:lnTo>
                  <a:lnTo>
                    <a:pt x="236011" y="364737"/>
                  </a:lnTo>
                  <a:lnTo>
                    <a:pt x="236183" y="364260"/>
                  </a:lnTo>
                  <a:lnTo>
                    <a:pt x="236253" y="364108"/>
                  </a:lnTo>
                  <a:lnTo>
                    <a:pt x="236307" y="363933"/>
                  </a:lnTo>
                  <a:lnTo>
                    <a:pt x="236476" y="363794"/>
                  </a:lnTo>
                  <a:lnTo>
                    <a:pt x="236687" y="363707"/>
                  </a:lnTo>
                  <a:lnTo>
                    <a:pt x="237179" y="363540"/>
                  </a:lnTo>
                  <a:lnTo>
                    <a:pt x="237691" y="363384"/>
                  </a:lnTo>
                  <a:lnTo>
                    <a:pt x="238713" y="363154"/>
                  </a:lnTo>
                  <a:lnTo>
                    <a:pt x="238969" y="363073"/>
                  </a:lnTo>
                  <a:lnTo>
                    <a:pt x="239287" y="362919"/>
                  </a:lnTo>
                  <a:lnTo>
                    <a:pt x="239818" y="362564"/>
                  </a:lnTo>
                  <a:lnTo>
                    <a:pt x="239892" y="362352"/>
                  </a:lnTo>
                  <a:lnTo>
                    <a:pt x="240120" y="361892"/>
                  </a:lnTo>
                  <a:lnTo>
                    <a:pt x="240645" y="361629"/>
                  </a:lnTo>
                  <a:lnTo>
                    <a:pt x="241422" y="361612"/>
                  </a:lnTo>
                  <a:lnTo>
                    <a:pt x="242334" y="361588"/>
                  </a:lnTo>
                  <a:lnTo>
                    <a:pt x="242995" y="361678"/>
                  </a:lnTo>
                  <a:lnTo>
                    <a:pt x="243507" y="361674"/>
                  </a:lnTo>
                  <a:lnTo>
                    <a:pt x="243846" y="361560"/>
                  </a:lnTo>
                  <a:lnTo>
                    <a:pt x="244324" y="361280"/>
                  </a:lnTo>
                  <a:lnTo>
                    <a:pt x="244623" y="361131"/>
                  </a:lnTo>
                  <a:lnTo>
                    <a:pt x="244749" y="361003"/>
                  </a:lnTo>
                  <a:lnTo>
                    <a:pt x="244928" y="360775"/>
                  </a:lnTo>
                  <a:lnTo>
                    <a:pt x="245495" y="360083"/>
                  </a:lnTo>
                  <a:lnTo>
                    <a:pt x="245728" y="359876"/>
                  </a:lnTo>
                  <a:lnTo>
                    <a:pt x="246211" y="359677"/>
                  </a:lnTo>
                  <a:lnTo>
                    <a:pt x="246365" y="359475"/>
                  </a:lnTo>
                  <a:lnTo>
                    <a:pt x="246389" y="359333"/>
                  </a:lnTo>
                  <a:lnTo>
                    <a:pt x="246353" y="359114"/>
                  </a:lnTo>
                  <a:lnTo>
                    <a:pt x="246341" y="358878"/>
                  </a:lnTo>
                  <a:lnTo>
                    <a:pt x="246536" y="358794"/>
                  </a:lnTo>
                  <a:lnTo>
                    <a:pt x="247133" y="358552"/>
                  </a:lnTo>
                  <a:lnTo>
                    <a:pt x="247680" y="358206"/>
                  </a:lnTo>
                  <a:lnTo>
                    <a:pt x="248152" y="357989"/>
                  </a:lnTo>
                  <a:lnTo>
                    <a:pt x="248452" y="357712"/>
                  </a:lnTo>
                  <a:lnTo>
                    <a:pt x="248586" y="357502"/>
                  </a:lnTo>
                  <a:lnTo>
                    <a:pt x="248716" y="357464"/>
                  </a:lnTo>
                  <a:lnTo>
                    <a:pt x="248912" y="357534"/>
                  </a:lnTo>
                  <a:lnTo>
                    <a:pt x="249046" y="357724"/>
                  </a:lnTo>
                  <a:lnTo>
                    <a:pt x="249388" y="357941"/>
                  </a:lnTo>
                  <a:lnTo>
                    <a:pt x="249560" y="358122"/>
                  </a:lnTo>
                  <a:lnTo>
                    <a:pt x="249793" y="358284"/>
                  </a:lnTo>
                  <a:lnTo>
                    <a:pt x="250004" y="358298"/>
                  </a:lnTo>
                  <a:lnTo>
                    <a:pt x="250266" y="357943"/>
                  </a:lnTo>
                  <a:lnTo>
                    <a:pt x="250449" y="357681"/>
                  </a:lnTo>
                  <a:lnTo>
                    <a:pt x="251010" y="357251"/>
                  </a:lnTo>
                  <a:lnTo>
                    <a:pt x="251483" y="356827"/>
                  </a:lnTo>
                  <a:lnTo>
                    <a:pt x="252057" y="356345"/>
                  </a:lnTo>
                  <a:lnTo>
                    <a:pt x="252504" y="356103"/>
                  </a:lnTo>
                  <a:lnTo>
                    <a:pt x="253111" y="356022"/>
                  </a:lnTo>
                  <a:lnTo>
                    <a:pt x="253678" y="355826"/>
                  </a:lnTo>
                  <a:lnTo>
                    <a:pt x="254239" y="355653"/>
                  </a:lnTo>
                  <a:lnTo>
                    <a:pt x="254672" y="355538"/>
                  </a:lnTo>
                  <a:lnTo>
                    <a:pt x="255020" y="355622"/>
                  </a:lnTo>
                  <a:lnTo>
                    <a:pt x="255291" y="355680"/>
                  </a:lnTo>
                  <a:lnTo>
                    <a:pt x="255453" y="355816"/>
                  </a:lnTo>
                  <a:lnTo>
                    <a:pt x="255655" y="356148"/>
                  </a:lnTo>
                  <a:lnTo>
                    <a:pt x="256021" y="356217"/>
                  </a:lnTo>
                  <a:lnTo>
                    <a:pt x="256552" y="356292"/>
                  </a:lnTo>
                  <a:lnTo>
                    <a:pt x="257482" y="356289"/>
                  </a:lnTo>
                  <a:lnTo>
                    <a:pt x="258199" y="356306"/>
                  </a:lnTo>
                  <a:lnTo>
                    <a:pt x="258996" y="356082"/>
                  </a:lnTo>
                  <a:lnTo>
                    <a:pt x="259701" y="355841"/>
                  </a:lnTo>
                  <a:lnTo>
                    <a:pt x="260460" y="355531"/>
                  </a:lnTo>
                  <a:lnTo>
                    <a:pt x="260733" y="355401"/>
                  </a:lnTo>
                  <a:lnTo>
                    <a:pt x="261030" y="355182"/>
                  </a:lnTo>
                  <a:lnTo>
                    <a:pt x="261106" y="355027"/>
                  </a:lnTo>
                  <a:lnTo>
                    <a:pt x="261411" y="354492"/>
                  </a:lnTo>
                  <a:lnTo>
                    <a:pt x="261862" y="353966"/>
                  </a:lnTo>
                  <a:lnTo>
                    <a:pt x="262216" y="353753"/>
                  </a:lnTo>
                  <a:lnTo>
                    <a:pt x="262864" y="353712"/>
                  </a:lnTo>
                  <a:lnTo>
                    <a:pt x="263855" y="353651"/>
                  </a:lnTo>
                  <a:lnTo>
                    <a:pt x="264542" y="353529"/>
                  </a:lnTo>
                  <a:lnTo>
                    <a:pt x="265029" y="353403"/>
                  </a:lnTo>
                  <a:lnTo>
                    <a:pt x="265562" y="353255"/>
                  </a:lnTo>
                  <a:lnTo>
                    <a:pt x="266259" y="353114"/>
                  </a:lnTo>
                  <a:lnTo>
                    <a:pt x="266667" y="353177"/>
                  </a:lnTo>
                  <a:lnTo>
                    <a:pt x="267138" y="353278"/>
                  </a:lnTo>
                  <a:lnTo>
                    <a:pt x="267393" y="353415"/>
                  </a:lnTo>
                  <a:lnTo>
                    <a:pt x="267854" y="353388"/>
                  </a:lnTo>
                  <a:lnTo>
                    <a:pt x="268014" y="353095"/>
                  </a:lnTo>
                  <a:lnTo>
                    <a:pt x="268146" y="352956"/>
                  </a:lnTo>
                  <a:lnTo>
                    <a:pt x="268509" y="352548"/>
                  </a:lnTo>
                  <a:lnTo>
                    <a:pt x="268799" y="352181"/>
                  </a:lnTo>
                  <a:lnTo>
                    <a:pt x="268988" y="351835"/>
                  </a:lnTo>
                  <a:lnTo>
                    <a:pt x="269115" y="351456"/>
                  </a:lnTo>
                  <a:lnTo>
                    <a:pt x="269232" y="351226"/>
                  </a:lnTo>
                  <a:lnTo>
                    <a:pt x="269314" y="350793"/>
                  </a:lnTo>
                  <a:lnTo>
                    <a:pt x="269347" y="350485"/>
                  </a:lnTo>
                  <a:lnTo>
                    <a:pt x="269504" y="350263"/>
                  </a:lnTo>
                  <a:lnTo>
                    <a:pt x="270003" y="349938"/>
                  </a:lnTo>
                  <a:lnTo>
                    <a:pt x="270469" y="349648"/>
                  </a:lnTo>
                  <a:lnTo>
                    <a:pt x="271052" y="349243"/>
                  </a:lnTo>
                  <a:lnTo>
                    <a:pt x="271171" y="349097"/>
                  </a:lnTo>
                  <a:lnTo>
                    <a:pt x="271280" y="348910"/>
                  </a:lnTo>
                  <a:lnTo>
                    <a:pt x="271131" y="348478"/>
                  </a:lnTo>
                  <a:lnTo>
                    <a:pt x="271073" y="348118"/>
                  </a:lnTo>
                  <a:lnTo>
                    <a:pt x="271088" y="347734"/>
                  </a:lnTo>
                  <a:lnTo>
                    <a:pt x="271128" y="347571"/>
                  </a:lnTo>
                  <a:lnTo>
                    <a:pt x="271296" y="347398"/>
                  </a:lnTo>
                  <a:lnTo>
                    <a:pt x="271674" y="347142"/>
                  </a:lnTo>
                  <a:lnTo>
                    <a:pt x="272183" y="346945"/>
                  </a:lnTo>
                  <a:lnTo>
                    <a:pt x="272337" y="346854"/>
                  </a:lnTo>
                  <a:lnTo>
                    <a:pt x="272817" y="346671"/>
                  </a:lnTo>
                  <a:lnTo>
                    <a:pt x="273378" y="346408"/>
                  </a:lnTo>
                  <a:lnTo>
                    <a:pt x="273939" y="346190"/>
                  </a:lnTo>
                  <a:lnTo>
                    <a:pt x="274369" y="346176"/>
                  </a:lnTo>
                  <a:lnTo>
                    <a:pt x="274911" y="346176"/>
                  </a:lnTo>
                  <a:lnTo>
                    <a:pt x="275426" y="346156"/>
                  </a:lnTo>
                  <a:lnTo>
                    <a:pt x="275966" y="346256"/>
                  </a:lnTo>
                  <a:lnTo>
                    <a:pt x="276442" y="346253"/>
                  </a:lnTo>
                  <a:lnTo>
                    <a:pt x="276881" y="346232"/>
                  </a:lnTo>
                  <a:lnTo>
                    <a:pt x="277109" y="346230"/>
                  </a:lnTo>
                  <a:lnTo>
                    <a:pt x="277414" y="346253"/>
                  </a:lnTo>
                  <a:lnTo>
                    <a:pt x="277981" y="346194"/>
                  </a:lnTo>
                  <a:lnTo>
                    <a:pt x="278856" y="346073"/>
                  </a:lnTo>
                  <a:lnTo>
                    <a:pt x="279646" y="346066"/>
                  </a:lnTo>
                  <a:lnTo>
                    <a:pt x="280362" y="346055"/>
                  </a:lnTo>
                  <a:lnTo>
                    <a:pt x="280817" y="346055"/>
                  </a:lnTo>
                  <a:lnTo>
                    <a:pt x="281277" y="346100"/>
                  </a:lnTo>
                  <a:lnTo>
                    <a:pt x="281586" y="346198"/>
                  </a:lnTo>
                  <a:lnTo>
                    <a:pt x="282237" y="346367"/>
                  </a:lnTo>
                  <a:lnTo>
                    <a:pt x="283038" y="346648"/>
                  </a:lnTo>
                  <a:lnTo>
                    <a:pt x="283716" y="346561"/>
                  </a:lnTo>
                  <a:lnTo>
                    <a:pt x="283970" y="346540"/>
                  </a:lnTo>
                  <a:lnTo>
                    <a:pt x="284249" y="346383"/>
                  </a:lnTo>
                  <a:lnTo>
                    <a:pt x="284258" y="346251"/>
                  </a:lnTo>
                  <a:lnTo>
                    <a:pt x="284196" y="346075"/>
                  </a:lnTo>
                  <a:lnTo>
                    <a:pt x="284285" y="345693"/>
                  </a:lnTo>
                  <a:lnTo>
                    <a:pt x="284553" y="345351"/>
                  </a:lnTo>
                  <a:lnTo>
                    <a:pt x="285252" y="344668"/>
                  </a:lnTo>
                  <a:lnTo>
                    <a:pt x="285613" y="344260"/>
                  </a:lnTo>
                  <a:lnTo>
                    <a:pt x="285462" y="344019"/>
                  </a:lnTo>
                  <a:lnTo>
                    <a:pt x="285124" y="343829"/>
                  </a:lnTo>
                  <a:lnTo>
                    <a:pt x="284618" y="343531"/>
                  </a:lnTo>
                  <a:lnTo>
                    <a:pt x="284365" y="342995"/>
                  </a:lnTo>
                  <a:lnTo>
                    <a:pt x="283959" y="342188"/>
                  </a:lnTo>
                  <a:lnTo>
                    <a:pt x="283562" y="341360"/>
                  </a:lnTo>
                  <a:lnTo>
                    <a:pt x="283450" y="341195"/>
                  </a:lnTo>
                  <a:lnTo>
                    <a:pt x="283352" y="340918"/>
                  </a:lnTo>
                  <a:lnTo>
                    <a:pt x="283612" y="340890"/>
                  </a:lnTo>
                  <a:lnTo>
                    <a:pt x="284182" y="340967"/>
                  </a:lnTo>
                  <a:lnTo>
                    <a:pt x="284352" y="340915"/>
                  </a:lnTo>
                  <a:lnTo>
                    <a:pt x="284392" y="340735"/>
                  </a:lnTo>
                  <a:lnTo>
                    <a:pt x="284450" y="340146"/>
                  </a:lnTo>
                  <a:lnTo>
                    <a:pt x="284511" y="338997"/>
                  </a:lnTo>
                  <a:lnTo>
                    <a:pt x="284718" y="338409"/>
                  </a:lnTo>
                  <a:lnTo>
                    <a:pt x="285060" y="338303"/>
                  </a:lnTo>
                  <a:lnTo>
                    <a:pt x="285678" y="338200"/>
                  </a:lnTo>
                  <a:lnTo>
                    <a:pt x="286451" y="338200"/>
                  </a:lnTo>
                  <a:lnTo>
                    <a:pt x="287442" y="337997"/>
                  </a:lnTo>
                  <a:lnTo>
                    <a:pt x="288097" y="337660"/>
                  </a:lnTo>
                  <a:lnTo>
                    <a:pt x="288703" y="337378"/>
                  </a:lnTo>
                  <a:lnTo>
                    <a:pt x="289341" y="337198"/>
                  </a:lnTo>
                  <a:lnTo>
                    <a:pt x="289590" y="337065"/>
                  </a:lnTo>
                  <a:lnTo>
                    <a:pt x="289768" y="336663"/>
                  </a:lnTo>
                  <a:lnTo>
                    <a:pt x="289833" y="335915"/>
                  </a:lnTo>
                  <a:lnTo>
                    <a:pt x="289829" y="335482"/>
                  </a:lnTo>
                  <a:lnTo>
                    <a:pt x="289637" y="335131"/>
                  </a:lnTo>
                  <a:lnTo>
                    <a:pt x="289077" y="334591"/>
                  </a:lnTo>
                  <a:lnTo>
                    <a:pt x="289028" y="334402"/>
                  </a:lnTo>
                  <a:lnTo>
                    <a:pt x="289012" y="334051"/>
                  </a:lnTo>
                  <a:lnTo>
                    <a:pt x="289077" y="333770"/>
                  </a:lnTo>
                  <a:lnTo>
                    <a:pt x="289211" y="333511"/>
                  </a:lnTo>
                  <a:lnTo>
                    <a:pt x="289422" y="333230"/>
                  </a:lnTo>
                  <a:lnTo>
                    <a:pt x="289448" y="332858"/>
                  </a:lnTo>
                  <a:lnTo>
                    <a:pt x="289161" y="332625"/>
                  </a:lnTo>
                  <a:lnTo>
                    <a:pt x="288692" y="332181"/>
                  </a:lnTo>
                  <a:lnTo>
                    <a:pt x="287815" y="331539"/>
                  </a:lnTo>
                  <a:lnTo>
                    <a:pt x="287532" y="331352"/>
                  </a:lnTo>
                  <a:lnTo>
                    <a:pt x="287339" y="330919"/>
                  </a:lnTo>
                  <a:lnTo>
                    <a:pt x="287364" y="330313"/>
                  </a:lnTo>
                  <a:lnTo>
                    <a:pt x="287460" y="329232"/>
                  </a:lnTo>
                  <a:lnTo>
                    <a:pt x="287136" y="328612"/>
                  </a:lnTo>
                  <a:lnTo>
                    <a:pt x="286507" y="327898"/>
                  </a:lnTo>
                  <a:lnTo>
                    <a:pt x="286318" y="327525"/>
                  </a:lnTo>
                  <a:lnTo>
                    <a:pt x="286289" y="327193"/>
                  </a:lnTo>
                  <a:lnTo>
                    <a:pt x="286451" y="326309"/>
                  </a:lnTo>
                  <a:lnTo>
                    <a:pt x="286557" y="325626"/>
                  </a:lnTo>
                  <a:lnTo>
                    <a:pt x="286898" y="325026"/>
                  </a:lnTo>
                  <a:lnTo>
                    <a:pt x="287581" y="324537"/>
                  </a:lnTo>
                  <a:lnTo>
                    <a:pt x="289346" y="323745"/>
                  </a:lnTo>
                  <a:lnTo>
                    <a:pt x="289328" y="323467"/>
                  </a:lnTo>
                  <a:lnTo>
                    <a:pt x="289133" y="323457"/>
                  </a:lnTo>
                  <a:lnTo>
                    <a:pt x="288751" y="323499"/>
                  </a:lnTo>
                  <a:lnTo>
                    <a:pt x="288466" y="323494"/>
                  </a:lnTo>
                  <a:lnTo>
                    <a:pt x="288230" y="323337"/>
                  </a:lnTo>
                  <a:lnTo>
                    <a:pt x="288194" y="323171"/>
                  </a:lnTo>
                  <a:lnTo>
                    <a:pt x="287882" y="322988"/>
                  </a:lnTo>
                  <a:lnTo>
                    <a:pt x="287683" y="322982"/>
                  </a:lnTo>
                  <a:lnTo>
                    <a:pt x="287389" y="322832"/>
                  </a:lnTo>
                  <a:lnTo>
                    <a:pt x="286991" y="322410"/>
                  </a:lnTo>
                  <a:lnTo>
                    <a:pt x="286672" y="322003"/>
                  </a:lnTo>
                  <a:lnTo>
                    <a:pt x="286472" y="321665"/>
                  </a:lnTo>
                  <a:lnTo>
                    <a:pt x="286322" y="321373"/>
                  </a:lnTo>
                  <a:lnTo>
                    <a:pt x="285721" y="320487"/>
                  </a:lnTo>
                  <a:lnTo>
                    <a:pt x="285326" y="319883"/>
                  </a:lnTo>
                  <a:lnTo>
                    <a:pt x="285135" y="319472"/>
                  </a:lnTo>
                  <a:lnTo>
                    <a:pt x="284562" y="318568"/>
                  </a:lnTo>
                  <a:lnTo>
                    <a:pt x="284501" y="317931"/>
                  </a:lnTo>
                  <a:lnTo>
                    <a:pt x="284570" y="317506"/>
                  </a:lnTo>
                  <a:lnTo>
                    <a:pt x="284684" y="317283"/>
                  </a:lnTo>
                  <a:lnTo>
                    <a:pt x="284967" y="316423"/>
                  </a:lnTo>
                  <a:lnTo>
                    <a:pt x="285043" y="315928"/>
                  </a:lnTo>
                  <a:lnTo>
                    <a:pt x="285059" y="315684"/>
                  </a:lnTo>
                  <a:lnTo>
                    <a:pt x="285237" y="315522"/>
                  </a:lnTo>
                  <a:lnTo>
                    <a:pt x="286234" y="314952"/>
                  </a:lnTo>
                  <a:lnTo>
                    <a:pt x="287275" y="314609"/>
                  </a:lnTo>
                  <a:lnTo>
                    <a:pt x="286775" y="313675"/>
                  </a:lnTo>
                  <a:lnTo>
                    <a:pt x="288662" y="310430"/>
                  </a:lnTo>
                  <a:lnTo>
                    <a:pt x="288699" y="308210"/>
                  </a:lnTo>
                  <a:lnTo>
                    <a:pt x="289059" y="307850"/>
                  </a:lnTo>
                  <a:lnTo>
                    <a:pt x="289294" y="307753"/>
                  </a:lnTo>
                  <a:lnTo>
                    <a:pt x="289480" y="307757"/>
                  </a:lnTo>
                  <a:lnTo>
                    <a:pt x="289672" y="307909"/>
                  </a:lnTo>
                  <a:lnTo>
                    <a:pt x="289818" y="307988"/>
                  </a:lnTo>
                  <a:lnTo>
                    <a:pt x="289989" y="307999"/>
                  </a:lnTo>
                  <a:lnTo>
                    <a:pt x="290261" y="307910"/>
                  </a:lnTo>
                  <a:lnTo>
                    <a:pt x="290547" y="307847"/>
                  </a:lnTo>
                  <a:lnTo>
                    <a:pt x="290867" y="307705"/>
                  </a:lnTo>
                  <a:lnTo>
                    <a:pt x="291111" y="307667"/>
                  </a:lnTo>
                  <a:lnTo>
                    <a:pt x="291327" y="307674"/>
                  </a:lnTo>
                  <a:lnTo>
                    <a:pt x="291425" y="307940"/>
                  </a:lnTo>
                  <a:lnTo>
                    <a:pt x="291525" y="308220"/>
                  </a:lnTo>
                  <a:lnTo>
                    <a:pt x="291775" y="308252"/>
                  </a:lnTo>
                  <a:lnTo>
                    <a:pt x="292367" y="308245"/>
                  </a:lnTo>
                  <a:lnTo>
                    <a:pt x="292628" y="308185"/>
                  </a:lnTo>
                  <a:lnTo>
                    <a:pt x="293275" y="308127"/>
                  </a:lnTo>
                  <a:lnTo>
                    <a:pt x="293416" y="308106"/>
                  </a:lnTo>
                  <a:lnTo>
                    <a:pt x="293585" y="307976"/>
                  </a:lnTo>
                  <a:lnTo>
                    <a:pt x="293687" y="307795"/>
                  </a:lnTo>
                  <a:lnTo>
                    <a:pt x="293995" y="307584"/>
                  </a:lnTo>
                  <a:lnTo>
                    <a:pt x="294455" y="307943"/>
                  </a:lnTo>
                  <a:lnTo>
                    <a:pt x="294705" y="307933"/>
                  </a:lnTo>
                  <a:lnTo>
                    <a:pt x="294980" y="307767"/>
                  </a:lnTo>
                  <a:lnTo>
                    <a:pt x="295193" y="307660"/>
                  </a:lnTo>
                  <a:lnTo>
                    <a:pt x="295341" y="307540"/>
                  </a:lnTo>
                  <a:lnTo>
                    <a:pt x="295419" y="307289"/>
                  </a:lnTo>
                  <a:lnTo>
                    <a:pt x="295556" y="307058"/>
                  </a:lnTo>
                  <a:lnTo>
                    <a:pt x="296132" y="306767"/>
                  </a:lnTo>
                  <a:lnTo>
                    <a:pt x="296510" y="306662"/>
                  </a:lnTo>
                  <a:lnTo>
                    <a:pt x="296833" y="306725"/>
                  </a:lnTo>
                  <a:lnTo>
                    <a:pt x="297025" y="306663"/>
                  </a:lnTo>
                  <a:lnTo>
                    <a:pt x="297205" y="306573"/>
                  </a:lnTo>
                  <a:lnTo>
                    <a:pt x="297354" y="306462"/>
                  </a:lnTo>
                  <a:lnTo>
                    <a:pt x="297623" y="306268"/>
                  </a:lnTo>
                  <a:lnTo>
                    <a:pt x="297845" y="306206"/>
                  </a:lnTo>
                  <a:lnTo>
                    <a:pt x="298083" y="306144"/>
                  </a:lnTo>
                  <a:lnTo>
                    <a:pt x="298361" y="306071"/>
                  </a:lnTo>
                  <a:lnTo>
                    <a:pt x="298531" y="306019"/>
                  </a:lnTo>
                  <a:lnTo>
                    <a:pt x="298834" y="305780"/>
                  </a:lnTo>
                  <a:lnTo>
                    <a:pt x="299003" y="305730"/>
                  </a:lnTo>
                  <a:lnTo>
                    <a:pt x="299145" y="305799"/>
                  </a:lnTo>
                  <a:lnTo>
                    <a:pt x="299443" y="305913"/>
                  </a:lnTo>
                  <a:lnTo>
                    <a:pt x="299690" y="305864"/>
                  </a:lnTo>
                  <a:lnTo>
                    <a:pt x="299971" y="305657"/>
                  </a:lnTo>
                  <a:lnTo>
                    <a:pt x="300236" y="305532"/>
                  </a:lnTo>
                  <a:lnTo>
                    <a:pt x="300416" y="305521"/>
                  </a:lnTo>
                  <a:lnTo>
                    <a:pt x="300589" y="305521"/>
                  </a:lnTo>
                  <a:lnTo>
                    <a:pt x="301019" y="305618"/>
                  </a:lnTo>
                  <a:lnTo>
                    <a:pt x="301148" y="305257"/>
                  </a:lnTo>
                  <a:lnTo>
                    <a:pt x="301329" y="305242"/>
                  </a:lnTo>
                  <a:lnTo>
                    <a:pt x="301535" y="305306"/>
                  </a:lnTo>
                  <a:lnTo>
                    <a:pt x="301956" y="305069"/>
                  </a:lnTo>
                  <a:lnTo>
                    <a:pt x="302160" y="305069"/>
                  </a:lnTo>
                  <a:lnTo>
                    <a:pt x="302299" y="305144"/>
                  </a:lnTo>
                  <a:lnTo>
                    <a:pt x="302571" y="305237"/>
                  </a:lnTo>
                  <a:lnTo>
                    <a:pt x="302734" y="305205"/>
                  </a:lnTo>
                  <a:lnTo>
                    <a:pt x="302878" y="305127"/>
                  </a:lnTo>
                  <a:lnTo>
                    <a:pt x="303008" y="304562"/>
                  </a:lnTo>
                  <a:lnTo>
                    <a:pt x="302894" y="304331"/>
                  </a:lnTo>
                  <a:lnTo>
                    <a:pt x="302543" y="303985"/>
                  </a:lnTo>
                  <a:lnTo>
                    <a:pt x="302299" y="303743"/>
                  </a:lnTo>
                  <a:lnTo>
                    <a:pt x="301982" y="303443"/>
                  </a:lnTo>
                  <a:lnTo>
                    <a:pt x="301496" y="303212"/>
                  </a:lnTo>
                  <a:lnTo>
                    <a:pt x="300783" y="302958"/>
                  </a:lnTo>
                  <a:lnTo>
                    <a:pt x="300414" y="302837"/>
                  </a:lnTo>
                  <a:lnTo>
                    <a:pt x="300081" y="302788"/>
                  </a:lnTo>
                  <a:lnTo>
                    <a:pt x="299586" y="302750"/>
                  </a:lnTo>
                  <a:lnTo>
                    <a:pt x="298923" y="302667"/>
                  </a:lnTo>
                  <a:lnTo>
                    <a:pt x="298559" y="302598"/>
                  </a:lnTo>
                  <a:lnTo>
                    <a:pt x="298227" y="302548"/>
                  </a:lnTo>
                  <a:lnTo>
                    <a:pt x="297910" y="302429"/>
                  </a:lnTo>
                  <a:lnTo>
                    <a:pt x="297537" y="302210"/>
                  </a:lnTo>
                  <a:lnTo>
                    <a:pt x="296927" y="301723"/>
                  </a:lnTo>
                  <a:lnTo>
                    <a:pt x="296656" y="301599"/>
                  </a:lnTo>
                  <a:lnTo>
                    <a:pt x="296388" y="301421"/>
                  </a:lnTo>
                  <a:lnTo>
                    <a:pt x="295863" y="301105"/>
                  </a:lnTo>
                  <a:lnTo>
                    <a:pt x="295345" y="300735"/>
                  </a:lnTo>
                  <a:lnTo>
                    <a:pt x="294531" y="300128"/>
                  </a:lnTo>
                  <a:lnTo>
                    <a:pt x="294139" y="299659"/>
                  </a:lnTo>
                  <a:lnTo>
                    <a:pt x="294082" y="299500"/>
                  </a:lnTo>
                  <a:lnTo>
                    <a:pt x="293731" y="299089"/>
                  </a:lnTo>
                  <a:lnTo>
                    <a:pt x="293624" y="298939"/>
                  </a:lnTo>
                  <a:lnTo>
                    <a:pt x="293530" y="298613"/>
                  </a:lnTo>
                  <a:lnTo>
                    <a:pt x="293682" y="298358"/>
                  </a:lnTo>
                  <a:lnTo>
                    <a:pt x="293843" y="298142"/>
                  </a:lnTo>
                  <a:lnTo>
                    <a:pt x="294395" y="297545"/>
                  </a:lnTo>
                  <a:lnTo>
                    <a:pt x="295071" y="297109"/>
                  </a:lnTo>
                  <a:lnTo>
                    <a:pt x="295944" y="296753"/>
                  </a:lnTo>
                  <a:lnTo>
                    <a:pt x="296425" y="296638"/>
                  </a:lnTo>
                  <a:lnTo>
                    <a:pt x="297297" y="296500"/>
                  </a:lnTo>
                  <a:lnTo>
                    <a:pt x="298065" y="296375"/>
                  </a:lnTo>
                  <a:lnTo>
                    <a:pt x="299199" y="295835"/>
                  </a:lnTo>
                  <a:lnTo>
                    <a:pt x="300059" y="295309"/>
                  </a:lnTo>
                  <a:lnTo>
                    <a:pt x="300468" y="295150"/>
                  </a:lnTo>
                  <a:lnTo>
                    <a:pt x="301126" y="294866"/>
                  </a:lnTo>
                  <a:lnTo>
                    <a:pt x="301852" y="294202"/>
                  </a:lnTo>
                  <a:lnTo>
                    <a:pt x="302163" y="293973"/>
                  </a:lnTo>
                  <a:lnTo>
                    <a:pt x="302486" y="293586"/>
                  </a:lnTo>
                  <a:lnTo>
                    <a:pt x="302809" y="293371"/>
                  </a:lnTo>
                  <a:lnTo>
                    <a:pt x="303339" y="293309"/>
                  </a:lnTo>
                  <a:lnTo>
                    <a:pt x="303949" y="293053"/>
                  </a:lnTo>
                  <a:lnTo>
                    <a:pt x="304504" y="292845"/>
                  </a:lnTo>
                  <a:lnTo>
                    <a:pt x="305242" y="292700"/>
                  </a:lnTo>
                  <a:lnTo>
                    <a:pt x="305861" y="292706"/>
                  </a:lnTo>
                  <a:lnTo>
                    <a:pt x="306333" y="292817"/>
                  </a:lnTo>
                  <a:lnTo>
                    <a:pt x="307303" y="292880"/>
                  </a:lnTo>
                  <a:lnTo>
                    <a:pt x="307760" y="293032"/>
                  </a:lnTo>
                  <a:lnTo>
                    <a:pt x="308016" y="293267"/>
                  </a:lnTo>
                  <a:lnTo>
                    <a:pt x="308394" y="293523"/>
                  </a:lnTo>
                  <a:lnTo>
                    <a:pt x="308668" y="293530"/>
                  </a:lnTo>
                  <a:lnTo>
                    <a:pt x="309047" y="292977"/>
                  </a:lnTo>
                  <a:lnTo>
                    <a:pt x="309377" y="292691"/>
                  </a:lnTo>
                  <a:lnTo>
                    <a:pt x="309766" y="292734"/>
                  </a:lnTo>
                  <a:lnTo>
                    <a:pt x="310370" y="293039"/>
                  </a:lnTo>
                  <a:lnTo>
                    <a:pt x="310668" y="293164"/>
                  </a:lnTo>
                  <a:lnTo>
                    <a:pt x="310961" y="293233"/>
                  </a:lnTo>
                  <a:lnTo>
                    <a:pt x="311120" y="293219"/>
                  </a:lnTo>
                  <a:lnTo>
                    <a:pt x="311321" y="293074"/>
                  </a:lnTo>
                  <a:lnTo>
                    <a:pt x="311357" y="292921"/>
                  </a:lnTo>
                  <a:lnTo>
                    <a:pt x="311357" y="292466"/>
                  </a:lnTo>
                  <a:lnTo>
                    <a:pt x="311411" y="292232"/>
                  </a:lnTo>
                  <a:lnTo>
                    <a:pt x="311580" y="291704"/>
                  </a:lnTo>
                  <a:lnTo>
                    <a:pt x="311663" y="291343"/>
                  </a:lnTo>
                  <a:lnTo>
                    <a:pt x="311587" y="290975"/>
                  </a:lnTo>
                  <a:lnTo>
                    <a:pt x="311307" y="290608"/>
                  </a:lnTo>
                  <a:lnTo>
                    <a:pt x="311186" y="290226"/>
                  </a:lnTo>
                  <a:lnTo>
                    <a:pt x="311034" y="289699"/>
                  </a:lnTo>
                  <a:lnTo>
                    <a:pt x="311015" y="289281"/>
                  </a:lnTo>
                  <a:lnTo>
                    <a:pt x="310996" y="288156"/>
                  </a:lnTo>
                  <a:lnTo>
                    <a:pt x="310869" y="287882"/>
                  </a:lnTo>
                  <a:lnTo>
                    <a:pt x="310500" y="287507"/>
                  </a:lnTo>
                  <a:lnTo>
                    <a:pt x="310297" y="287183"/>
                  </a:lnTo>
                  <a:lnTo>
                    <a:pt x="310265" y="286931"/>
                  </a:lnTo>
                  <a:lnTo>
                    <a:pt x="310285" y="286642"/>
                  </a:lnTo>
                  <a:lnTo>
                    <a:pt x="310354" y="286383"/>
                  </a:lnTo>
                  <a:lnTo>
                    <a:pt x="310469" y="285928"/>
                  </a:lnTo>
                  <a:lnTo>
                    <a:pt x="310652" y="285372"/>
                  </a:lnTo>
                  <a:lnTo>
                    <a:pt x="310545" y="284919"/>
                  </a:lnTo>
                  <a:lnTo>
                    <a:pt x="310373" y="284731"/>
                  </a:lnTo>
                  <a:lnTo>
                    <a:pt x="309948" y="284580"/>
                  </a:lnTo>
                  <a:lnTo>
                    <a:pt x="309212" y="284637"/>
                  </a:lnTo>
                  <a:lnTo>
                    <a:pt x="308870" y="284727"/>
                  </a:lnTo>
                  <a:lnTo>
                    <a:pt x="308351" y="284706"/>
                  </a:lnTo>
                  <a:lnTo>
                    <a:pt x="307522" y="284568"/>
                  </a:lnTo>
                  <a:lnTo>
                    <a:pt x="307156" y="284484"/>
                  </a:lnTo>
                  <a:lnTo>
                    <a:pt x="306967" y="284291"/>
                  </a:lnTo>
                  <a:lnTo>
                    <a:pt x="306815" y="284048"/>
                  </a:lnTo>
                  <a:lnTo>
                    <a:pt x="306742" y="283777"/>
                  </a:lnTo>
                  <a:lnTo>
                    <a:pt x="307168" y="283142"/>
                  </a:lnTo>
                  <a:lnTo>
                    <a:pt x="307449" y="282671"/>
                  </a:lnTo>
                  <a:lnTo>
                    <a:pt x="307687" y="282366"/>
                  </a:lnTo>
                  <a:lnTo>
                    <a:pt x="308333" y="281605"/>
                  </a:lnTo>
                  <a:lnTo>
                    <a:pt x="308595" y="281390"/>
                  </a:lnTo>
                  <a:lnTo>
                    <a:pt x="308821" y="281003"/>
                  </a:lnTo>
                  <a:lnTo>
                    <a:pt x="308851" y="280435"/>
                  </a:lnTo>
                  <a:lnTo>
                    <a:pt x="308917" y="279897"/>
                  </a:lnTo>
                  <a:lnTo>
                    <a:pt x="309022" y="279355"/>
                  </a:lnTo>
                  <a:lnTo>
                    <a:pt x="309132" y="278989"/>
                  </a:lnTo>
                  <a:lnTo>
                    <a:pt x="309193" y="278788"/>
                  </a:lnTo>
                  <a:lnTo>
                    <a:pt x="309315" y="278636"/>
                  </a:lnTo>
                  <a:lnTo>
                    <a:pt x="309528" y="278449"/>
                  </a:lnTo>
                  <a:lnTo>
                    <a:pt x="309729" y="278296"/>
                  </a:lnTo>
                  <a:lnTo>
                    <a:pt x="309863" y="278075"/>
                  </a:lnTo>
                  <a:lnTo>
                    <a:pt x="309659" y="275983"/>
                  </a:lnTo>
                  <a:lnTo>
                    <a:pt x="306915" y="271766"/>
                  </a:lnTo>
                  <a:lnTo>
                    <a:pt x="303633" y="266541"/>
                  </a:lnTo>
                  <a:lnTo>
                    <a:pt x="299711" y="260310"/>
                  </a:lnTo>
                  <a:lnTo>
                    <a:pt x="299776" y="259855"/>
                  </a:lnTo>
                  <a:lnTo>
                    <a:pt x="299766" y="259695"/>
                  </a:lnTo>
                  <a:lnTo>
                    <a:pt x="299673" y="259282"/>
                  </a:lnTo>
                  <a:lnTo>
                    <a:pt x="299640" y="259038"/>
                  </a:lnTo>
                  <a:lnTo>
                    <a:pt x="299705" y="258701"/>
                  </a:lnTo>
                  <a:lnTo>
                    <a:pt x="299656" y="258488"/>
                  </a:lnTo>
                  <a:lnTo>
                    <a:pt x="299277" y="257705"/>
                  </a:lnTo>
                  <a:lnTo>
                    <a:pt x="299262" y="257535"/>
                  </a:lnTo>
                  <a:lnTo>
                    <a:pt x="299317" y="257184"/>
                  </a:lnTo>
                  <a:lnTo>
                    <a:pt x="299340" y="257007"/>
                  </a:lnTo>
                  <a:lnTo>
                    <a:pt x="299330" y="256710"/>
                  </a:lnTo>
                  <a:lnTo>
                    <a:pt x="299330" y="256560"/>
                  </a:lnTo>
                  <a:lnTo>
                    <a:pt x="299320" y="256326"/>
                  </a:lnTo>
                  <a:lnTo>
                    <a:pt x="299261" y="256180"/>
                  </a:lnTo>
                  <a:lnTo>
                    <a:pt x="299142" y="255966"/>
                  </a:lnTo>
                  <a:lnTo>
                    <a:pt x="298932" y="255800"/>
                  </a:lnTo>
                  <a:lnTo>
                    <a:pt x="298801" y="255682"/>
                  </a:lnTo>
                  <a:lnTo>
                    <a:pt x="298652" y="255512"/>
                  </a:lnTo>
                  <a:lnTo>
                    <a:pt x="298574" y="255366"/>
                  </a:lnTo>
                  <a:lnTo>
                    <a:pt x="298364" y="255000"/>
                  </a:lnTo>
                  <a:lnTo>
                    <a:pt x="298184" y="254788"/>
                  </a:lnTo>
                  <a:lnTo>
                    <a:pt x="297983" y="254640"/>
                  </a:lnTo>
                  <a:lnTo>
                    <a:pt x="297888" y="254463"/>
                  </a:lnTo>
                  <a:lnTo>
                    <a:pt x="297849" y="254297"/>
                  </a:lnTo>
                  <a:lnTo>
                    <a:pt x="297861" y="254131"/>
                  </a:lnTo>
                  <a:lnTo>
                    <a:pt x="297961" y="253923"/>
                  </a:lnTo>
                  <a:lnTo>
                    <a:pt x="298220" y="253404"/>
                  </a:lnTo>
                  <a:lnTo>
                    <a:pt x="297955" y="253265"/>
                  </a:lnTo>
                  <a:lnTo>
                    <a:pt x="297852" y="253127"/>
                  </a:lnTo>
                  <a:lnTo>
                    <a:pt x="297696" y="252999"/>
                  </a:lnTo>
                  <a:lnTo>
                    <a:pt x="297467" y="252875"/>
                  </a:lnTo>
                  <a:lnTo>
                    <a:pt x="297220" y="252625"/>
                  </a:lnTo>
                  <a:lnTo>
                    <a:pt x="297168" y="252434"/>
                  </a:lnTo>
                  <a:lnTo>
                    <a:pt x="297038" y="251984"/>
                  </a:lnTo>
                  <a:lnTo>
                    <a:pt x="296977" y="251488"/>
                  </a:lnTo>
                  <a:lnTo>
                    <a:pt x="296943" y="251291"/>
                  </a:lnTo>
                  <a:lnTo>
                    <a:pt x="296910" y="251006"/>
                  </a:lnTo>
                  <a:lnTo>
                    <a:pt x="296915" y="250581"/>
                  </a:lnTo>
                  <a:lnTo>
                    <a:pt x="296982" y="249805"/>
                  </a:lnTo>
                  <a:lnTo>
                    <a:pt x="296942" y="249563"/>
                  </a:lnTo>
                  <a:lnTo>
                    <a:pt x="296896" y="249269"/>
                  </a:lnTo>
                  <a:lnTo>
                    <a:pt x="296846" y="248940"/>
                  </a:lnTo>
                  <a:lnTo>
                    <a:pt x="296561" y="247909"/>
                  </a:lnTo>
                  <a:lnTo>
                    <a:pt x="296580" y="247644"/>
                  </a:lnTo>
                  <a:lnTo>
                    <a:pt x="296481" y="247330"/>
                  </a:lnTo>
                  <a:lnTo>
                    <a:pt x="296302" y="247178"/>
                  </a:lnTo>
                  <a:lnTo>
                    <a:pt x="296120" y="247023"/>
                  </a:lnTo>
                  <a:lnTo>
                    <a:pt x="295457" y="246621"/>
                  </a:lnTo>
                  <a:lnTo>
                    <a:pt x="294807" y="246246"/>
                  </a:lnTo>
                  <a:lnTo>
                    <a:pt x="294462" y="246065"/>
                  </a:lnTo>
                  <a:lnTo>
                    <a:pt x="294290" y="245861"/>
                  </a:lnTo>
                  <a:lnTo>
                    <a:pt x="294240" y="245671"/>
                  </a:lnTo>
                  <a:lnTo>
                    <a:pt x="294214" y="245437"/>
                  </a:lnTo>
                  <a:lnTo>
                    <a:pt x="294324" y="245218"/>
                  </a:lnTo>
                  <a:lnTo>
                    <a:pt x="294620" y="244830"/>
                  </a:lnTo>
                  <a:lnTo>
                    <a:pt x="294708" y="244584"/>
                  </a:lnTo>
                  <a:lnTo>
                    <a:pt x="294665" y="243646"/>
                  </a:lnTo>
                  <a:lnTo>
                    <a:pt x="294595" y="241828"/>
                  </a:lnTo>
                  <a:lnTo>
                    <a:pt x="294669" y="240995"/>
                  </a:lnTo>
                  <a:lnTo>
                    <a:pt x="294792" y="240180"/>
                  </a:lnTo>
                  <a:lnTo>
                    <a:pt x="294866" y="239739"/>
                  </a:lnTo>
                  <a:lnTo>
                    <a:pt x="294922" y="239105"/>
                  </a:lnTo>
                  <a:lnTo>
                    <a:pt x="294922" y="238473"/>
                  </a:lnTo>
                  <a:lnTo>
                    <a:pt x="294839" y="237673"/>
                  </a:lnTo>
                  <a:lnTo>
                    <a:pt x="294770" y="237160"/>
                  </a:lnTo>
                  <a:lnTo>
                    <a:pt x="294554" y="236612"/>
                  </a:lnTo>
                  <a:lnTo>
                    <a:pt x="294297" y="236264"/>
                  </a:lnTo>
                  <a:lnTo>
                    <a:pt x="294007" y="234620"/>
                  </a:lnTo>
                  <a:lnTo>
                    <a:pt x="293926" y="233213"/>
                  </a:lnTo>
                  <a:lnTo>
                    <a:pt x="293769" y="231990"/>
                  </a:lnTo>
                  <a:lnTo>
                    <a:pt x="293606" y="231078"/>
                  </a:lnTo>
                  <a:lnTo>
                    <a:pt x="293108" y="229711"/>
                  </a:lnTo>
                  <a:lnTo>
                    <a:pt x="292536" y="228824"/>
                  </a:lnTo>
                  <a:lnTo>
                    <a:pt x="292384" y="228277"/>
                  </a:lnTo>
                  <a:lnTo>
                    <a:pt x="292359" y="228007"/>
                  </a:lnTo>
                  <a:lnTo>
                    <a:pt x="292623" y="227563"/>
                  </a:lnTo>
                  <a:lnTo>
                    <a:pt x="293048" y="227080"/>
                  </a:lnTo>
                  <a:lnTo>
                    <a:pt x="293384" y="226381"/>
                  </a:lnTo>
                  <a:lnTo>
                    <a:pt x="293481" y="225446"/>
                  </a:lnTo>
                  <a:lnTo>
                    <a:pt x="293804" y="224685"/>
                  </a:lnTo>
                  <a:lnTo>
                    <a:pt x="294134" y="224034"/>
                  </a:lnTo>
                  <a:lnTo>
                    <a:pt x="294323" y="223328"/>
                  </a:lnTo>
                  <a:lnTo>
                    <a:pt x="294451" y="222505"/>
                  </a:lnTo>
                  <a:lnTo>
                    <a:pt x="294859" y="221754"/>
                  </a:lnTo>
                  <a:lnTo>
                    <a:pt x="294879" y="221385"/>
                  </a:lnTo>
                  <a:lnTo>
                    <a:pt x="294762" y="221068"/>
                  </a:lnTo>
                  <a:lnTo>
                    <a:pt x="294173" y="220404"/>
                  </a:lnTo>
                  <a:lnTo>
                    <a:pt x="293322" y="219371"/>
                  </a:lnTo>
                  <a:lnTo>
                    <a:pt x="292310" y="218127"/>
                  </a:lnTo>
                  <a:lnTo>
                    <a:pt x="292189" y="217916"/>
                  </a:lnTo>
                  <a:lnTo>
                    <a:pt x="291573" y="217417"/>
                  </a:lnTo>
                  <a:lnTo>
                    <a:pt x="290905" y="217071"/>
                  </a:lnTo>
                  <a:lnTo>
                    <a:pt x="290677" y="216988"/>
                  </a:lnTo>
                  <a:lnTo>
                    <a:pt x="289823" y="216671"/>
                  </a:lnTo>
                  <a:lnTo>
                    <a:pt x="288945" y="216357"/>
                  </a:lnTo>
                  <a:lnTo>
                    <a:pt x="288332" y="216251"/>
                  </a:lnTo>
                  <a:lnTo>
                    <a:pt x="287795" y="216122"/>
                  </a:lnTo>
                  <a:lnTo>
                    <a:pt x="287315" y="215785"/>
                  </a:lnTo>
                  <a:lnTo>
                    <a:pt x="286815" y="215462"/>
                  </a:lnTo>
                  <a:lnTo>
                    <a:pt x="286214" y="214816"/>
                  </a:lnTo>
                  <a:lnTo>
                    <a:pt x="286051" y="214586"/>
                  </a:lnTo>
                  <a:lnTo>
                    <a:pt x="286053" y="214210"/>
                  </a:lnTo>
                  <a:lnTo>
                    <a:pt x="286065" y="214017"/>
                  </a:lnTo>
                  <a:lnTo>
                    <a:pt x="285943" y="213719"/>
                  </a:lnTo>
                  <a:lnTo>
                    <a:pt x="285620" y="213328"/>
                  </a:lnTo>
                  <a:lnTo>
                    <a:pt x="285285" y="212964"/>
                  </a:lnTo>
                  <a:lnTo>
                    <a:pt x="285213" y="212435"/>
                  </a:lnTo>
                  <a:lnTo>
                    <a:pt x="285300" y="212235"/>
                  </a:lnTo>
                  <a:lnTo>
                    <a:pt x="285430" y="211765"/>
                  </a:lnTo>
                  <a:lnTo>
                    <a:pt x="285466" y="211575"/>
                  </a:lnTo>
                  <a:lnTo>
                    <a:pt x="285379" y="211358"/>
                  </a:lnTo>
                  <a:lnTo>
                    <a:pt x="285195" y="210983"/>
                  </a:lnTo>
                  <a:lnTo>
                    <a:pt x="284666" y="210302"/>
                  </a:lnTo>
                  <a:lnTo>
                    <a:pt x="284483" y="210251"/>
                  </a:lnTo>
                  <a:lnTo>
                    <a:pt x="284243" y="210251"/>
                  </a:lnTo>
                  <a:lnTo>
                    <a:pt x="284154" y="210417"/>
                  </a:lnTo>
                  <a:lnTo>
                    <a:pt x="284106" y="210584"/>
                  </a:lnTo>
                  <a:lnTo>
                    <a:pt x="284074" y="210737"/>
                  </a:lnTo>
                  <a:lnTo>
                    <a:pt x="283955" y="211089"/>
                  </a:lnTo>
                  <a:lnTo>
                    <a:pt x="283537" y="211362"/>
                  </a:lnTo>
                  <a:lnTo>
                    <a:pt x="283157" y="211574"/>
                  </a:lnTo>
                  <a:lnTo>
                    <a:pt x="282751" y="211750"/>
                  </a:lnTo>
                  <a:lnTo>
                    <a:pt x="282011" y="211735"/>
                  </a:lnTo>
                  <a:lnTo>
                    <a:pt x="281618" y="211655"/>
                  </a:lnTo>
                  <a:lnTo>
                    <a:pt x="280227" y="211808"/>
                  </a:lnTo>
                  <a:lnTo>
                    <a:pt x="279429" y="212210"/>
                  </a:lnTo>
                  <a:lnTo>
                    <a:pt x="278553" y="212371"/>
                  </a:lnTo>
                  <a:lnTo>
                    <a:pt x="278315" y="212408"/>
                  </a:lnTo>
                  <a:lnTo>
                    <a:pt x="278006" y="212685"/>
                  </a:lnTo>
                  <a:lnTo>
                    <a:pt x="277613" y="212788"/>
                  </a:lnTo>
                  <a:lnTo>
                    <a:pt x="277369" y="212678"/>
                  </a:lnTo>
                  <a:lnTo>
                    <a:pt x="277266" y="212459"/>
                  </a:lnTo>
                  <a:lnTo>
                    <a:pt x="277298" y="212291"/>
                  </a:lnTo>
                  <a:lnTo>
                    <a:pt x="277433" y="211918"/>
                  </a:lnTo>
                  <a:lnTo>
                    <a:pt x="277433" y="211549"/>
                  </a:lnTo>
                  <a:lnTo>
                    <a:pt x="277433" y="211421"/>
                  </a:lnTo>
                  <a:lnTo>
                    <a:pt x="277330" y="211187"/>
                  </a:lnTo>
                  <a:lnTo>
                    <a:pt x="276696" y="210770"/>
                  </a:lnTo>
                  <a:lnTo>
                    <a:pt x="276548" y="210662"/>
                  </a:lnTo>
                  <a:lnTo>
                    <a:pt x="275582" y="210114"/>
                  </a:lnTo>
                  <a:lnTo>
                    <a:pt x="275389" y="209887"/>
                  </a:lnTo>
                  <a:lnTo>
                    <a:pt x="275325" y="209639"/>
                  </a:lnTo>
                  <a:lnTo>
                    <a:pt x="275357" y="209383"/>
                  </a:lnTo>
                  <a:lnTo>
                    <a:pt x="275460" y="209164"/>
                  </a:lnTo>
                  <a:lnTo>
                    <a:pt x="275679" y="208996"/>
                  </a:lnTo>
                  <a:lnTo>
                    <a:pt x="276001" y="208842"/>
                  </a:lnTo>
                  <a:lnTo>
                    <a:pt x="276059" y="208652"/>
                  </a:lnTo>
                  <a:lnTo>
                    <a:pt x="275898" y="208535"/>
                  </a:lnTo>
                  <a:lnTo>
                    <a:pt x="275241" y="208301"/>
                  </a:lnTo>
                  <a:lnTo>
                    <a:pt x="274613" y="208074"/>
                  </a:lnTo>
                  <a:lnTo>
                    <a:pt x="274230" y="207870"/>
                  </a:lnTo>
                  <a:lnTo>
                    <a:pt x="273896" y="207768"/>
                  </a:lnTo>
                  <a:lnTo>
                    <a:pt x="273252" y="207826"/>
                  </a:lnTo>
                  <a:lnTo>
                    <a:pt x="272788" y="207621"/>
                  </a:lnTo>
                  <a:lnTo>
                    <a:pt x="272691" y="207468"/>
                  </a:lnTo>
                  <a:lnTo>
                    <a:pt x="272698" y="207315"/>
                  </a:lnTo>
                  <a:lnTo>
                    <a:pt x="272898" y="207015"/>
                  </a:lnTo>
                  <a:lnTo>
                    <a:pt x="273245" y="206803"/>
                  </a:lnTo>
                  <a:lnTo>
                    <a:pt x="273644" y="206554"/>
                  </a:lnTo>
                  <a:lnTo>
                    <a:pt x="274465" y="206110"/>
                  </a:lnTo>
                  <a:lnTo>
                    <a:pt x="274797" y="206042"/>
                  </a:lnTo>
                  <a:lnTo>
                    <a:pt x="275057" y="205854"/>
                  </a:lnTo>
                  <a:lnTo>
                    <a:pt x="275183" y="205319"/>
                  </a:lnTo>
                  <a:lnTo>
                    <a:pt x="275234" y="205096"/>
                  </a:lnTo>
                  <a:lnTo>
                    <a:pt x="275481" y="204779"/>
                  </a:lnTo>
                  <a:lnTo>
                    <a:pt x="276040" y="204512"/>
                  </a:lnTo>
                  <a:lnTo>
                    <a:pt x="276599" y="204512"/>
                  </a:lnTo>
                  <a:lnTo>
                    <a:pt x="276764" y="204440"/>
                  </a:lnTo>
                  <a:lnTo>
                    <a:pt x="277387" y="203964"/>
                  </a:lnTo>
                  <a:lnTo>
                    <a:pt x="277650" y="203607"/>
                  </a:lnTo>
                  <a:lnTo>
                    <a:pt x="278397" y="203322"/>
                  </a:lnTo>
                  <a:lnTo>
                    <a:pt x="278981" y="202962"/>
                  </a:lnTo>
                  <a:lnTo>
                    <a:pt x="279540" y="202500"/>
                  </a:lnTo>
                  <a:lnTo>
                    <a:pt x="279871" y="201966"/>
                  </a:lnTo>
                  <a:lnTo>
                    <a:pt x="280199" y="201336"/>
                  </a:lnTo>
                  <a:lnTo>
                    <a:pt x="280569" y="201057"/>
                  </a:lnTo>
                  <a:lnTo>
                    <a:pt x="281282" y="200816"/>
                  </a:lnTo>
                  <a:lnTo>
                    <a:pt x="281641" y="200412"/>
                  </a:lnTo>
                  <a:lnTo>
                    <a:pt x="282037" y="200204"/>
                  </a:lnTo>
                  <a:lnTo>
                    <a:pt x="282409" y="200273"/>
                  </a:lnTo>
                  <a:lnTo>
                    <a:pt x="282827" y="200461"/>
                  </a:lnTo>
                  <a:lnTo>
                    <a:pt x="283243" y="200663"/>
                  </a:lnTo>
                  <a:lnTo>
                    <a:pt x="283502" y="200493"/>
                  </a:lnTo>
                  <a:lnTo>
                    <a:pt x="283605" y="199913"/>
                  </a:lnTo>
                  <a:lnTo>
                    <a:pt x="283779" y="199826"/>
                  </a:lnTo>
                  <a:lnTo>
                    <a:pt x="284092" y="199853"/>
                  </a:lnTo>
                  <a:lnTo>
                    <a:pt x="284328" y="199978"/>
                  </a:lnTo>
                  <a:lnTo>
                    <a:pt x="284585" y="200162"/>
                  </a:lnTo>
                  <a:lnTo>
                    <a:pt x="285759" y="201250"/>
                  </a:lnTo>
                  <a:lnTo>
                    <a:pt x="286364" y="201406"/>
                  </a:lnTo>
                  <a:lnTo>
                    <a:pt x="287241" y="201309"/>
                  </a:lnTo>
                  <a:lnTo>
                    <a:pt x="288173" y="201072"/>
                  </a:lnTo>
                  <a:lnTo>
                    <a:pt x="288598" y="200699"/>
                  </a:lnTo>
                  <a:lnTo>
                    <a:pt x="288920" y="200085"/>
                  </a:lnTo>
                  <a:lnTo>
                    <a:pt x="289499" y="199734"/>
                  </a:lnTo>
                  <a:lnTo>
                    <a:pt x="290310" y="199420"/>
                  </a:lnTo>
                  <a:lnTo>
                    <a:pt x="291070" y="199303"/>
                  </a:lnTo>
                  <a:lnTo>
                    <a:pt x="291585" y="199398"/>
                  </a:lnTo>
                  <a:lnTo>
                    <a:pt x="291675" y="199588"/>
                  </a:lnTo>
                  <a:lnTo>
                    <a:pt x="291849" y="200063"/>
                  </a:lnTo>
                  <a:lnTo>
                    <a:pt x="292133" y="200443"/>
                  </a:lnTo>
                  <a:lnTo>
                    <a:pt x="292648" y="200684"/>
                  </a:lnTo>
                  <a:lnTo>
                    <a:pt x="293575" y="200699"/>
                  </a:lnTo>
                  <a:lnTo>
                    <a:pt x="294373" y="200516"/>
                  </a:lnTo>
                  <a:lnTo>
                    <a:pt x="294875" y="200055"/>
                  </a:lnTo>
                  <a:lnTo>
                    <a:pt x="295706" y="199500"/>
                  </a:lnTo>
                  <a:lnTo>
                    <a:pt x="296215" y="199115"/>
                  </a:lnTo>
                  <a:lnTo>
                    <a:pt x="296401" y="198842"/>
                  </a:lnTo>
                  <a:lnTo>
                    <a:pt x="296472" y="198148"/>
                  </a:lnTo>
                  <a:lnTo>
                    <a:pt x="296544" y="197875"/>
                  </a:lnTo>
                  <a:lnTo>
                    <a:pt x="297387" y="197263"/>
                  </a:lnTo>
                  <a:lnTo>
                    <a:pt x="298225" y="196631"/>
                  </a:lnTo>
                  <a:lnTo>
                    <a:pt x="298404" y="196584"/>
                  </a:lnTo>
                  <a:lnTo>
                    <a:pt x="298603" y="196584"/>
                  </a:lnTo>
                  <a:lnTo>
                    <a:pt x="298803" y="196722"/>
                  </a:lnTo>
                  <a:lnTo>
                    <a:pt x="298964" y="196934"/>
                  </a:lnTo>
                  <a:lnTo>
                    <a:pt x="299054" y="197110"/>
                  </a:lnTo>
                  <a:lnTo>
                    <a:pt x="299177" y="197249"/>
                  </a:lnTo>
                  <a:lnTo>
                    <a:pt x="299486" y="197402"/>
                  </a:lnTo>
                  <a:lnTo>
                    <a:pt x="299860" y="197458"/>
                  </a:lnTo>
                  <a:lnTo>
                    <a:pt x="300760" y="197293"/>
                  </a:lnTo>
                  <a:lnTo>
                    <a:pt x="301160" y="197271"/>
                  </a:lnTo>
                  <a:lnTo>
                    <a:pt x="301778" y="197373"/>
                  </a:lnTo>
                  <a:lnTo>
                    <a:pt x="302531" y="197702"/>
                  </a:lnTo>
                  <a:lnTo>
                    <a:pt x="302754" y="197724"/>
                  </a:lnTo>
                  <a:lnTo>
                    <a:pt x="303078" y="197636"/>
                  </a:lnTo>
                  <a:lnTo>
                    <a:pt x="303500" y="197540"/>
                  </a:lnTo>
                  <a:lnTo>
                    <a:pt x="304244" y="197132"/>
                  </a:lnTo>
                  <a:lnTo>
                    <a:pt x="305120" y="196898"/>
                  </a:lnTo>
                  <a:lnTo>
                    <a:pt x="306858" y="196364"/>
                  </a:lnTo>
                  <a:lnTo>
                    <a:pt x="307302" y="196211"/>
                  </a:lnTo>
                  <a:lnTo>
                    <a:pt x="307669" y="195959"/>
                  </a:lnTo>
                  <a:lnTo>
                    <a:pt x="308303" y="195521"/>
                  </a:lnTo>
                  <a:lnTo>
                    <a:pt x="308564" y="195260"/>
                  </a:lnTo>
                  <a:lnTo>
                    <a:pt x="308576" y="195052"/>
                  </a:lnTo>
                  <a:lnTo>
                    <a:pt x="308448" y="194879"/>
                  </a:lnTo>
                  <a:lnTo>
                    <a:pt x="308051" y="194598"/>
                  </a:lnTo>
                  <a:lnTo>
                    <a:pt x="308018" y="194413"/>
                  </a:lnTo>
                  <a:lnTo>
                    <a:pt x="308191" y="194216"/>
                  </a:lnTo>
                  <a:lnTo>
                    <a:pt x="308432" y="194166"/>
                  </a:lnTo>
                  <a:lnTo>
                    <a:pt x="308735" y="194235"/>
                  </a:lnTo>
                  <a:lnTo>
                    <a:pt x="309028" y="194477"/>
                  </a:lnTo>
                  <a:lnTo>
                    <a:pt x="309333" y="194700"/>
                  </a:lnTo>
                  <a:lnTo>
                    <a:pt x="309745" y="195082"/>
                  </a:lnTo>
                  <a:lnTo>
                    <a:pt x="310256" y="195262"/>
                  </a:lnTo>
                  <a:lnTo>
                    <a:pt x="310393" y="195329"/>
                  </a:lnTo>
                  <a:lnTo>
                    <a:pt x="310879" y="195350"/>
                  </a:lnTo>
                  <a:lnTo>
                    <a:pt x="311651" y="195320"/>
                  </a:lnTo>
                  <a:lnTo>
                    <a:pt x="312305" y="195392"/>
                  </a:lnTo>
                  <a:lnTo>
                    <a:pt x="312972" y="195594"/>
                  </a:lnTo>
                  <a:lnTo>
                    <a:pt x="313194" y="195803"/>
                  </a:lnTo>
                  <a:lnTo>
                    <a:pt x="313645" y="196401"/>
                  </a:lnTo>
                  <a:lnTo>
                    <a:pt x="313829" y="196574"/>
                  </a:lnTo>
                  <a:lnTo>
                    <a:pt x="314140" y="196617"/>
                  </a:lnTo>
                  <a:lnTo>
                    <a:pt x="314782" y="196589"/>
                  </a:lnTo>
                  <a:lnTo>
                    <a:pt x="315442" y="196589"/>
                  </a:lnTo>
                  <a:lnTo>
                    <a:pt x="315868" y="196508"/>
                  </a:lnTo>
                  <a:lnTo>
                    <a:pt x="316472" y="195998"/>
                  </a:lnTo>
                  <a:lnTo>
                    <a:pt x="316852" y="195637"/>
                  </a:lnTo>
                  <a:lnTo>
                    <a:pt x="317293" y="195126"/>
                  </a:lnTo>
                  <a:lnTo>
                    <a:pt x="317797" y="194890"/>
                  </a:lnTo>
                  <a:lnTo>
                    <a:pt x="318431" y="194720"/>
                  </a:lnTo>
                  <a:lnTo>
                    <a:pt x="318980" y="194674"/>
                  </a:lnTo>
                  <a:lnTo>
                    <a:pt x="319488" y="194962"/>
                  </a:lnTo>
                  <a:lnTo>
                    <a:pt x="320129" y="194924"/>
                  </a:lnTo>
                  <a:lnTo>
                    <a:pt x="321298" y="194705"/>
                  </a:lnTo>
                  <a:lnTo>
                    <a:pt x="322182" y="194364"/>
                  </a:lnTo>
                  <a:lnTo>
                    <a:pt x="322330" y="194322"/>
                  </a:lnTo>
                  <a:lnTo>
                    <a:pt x="322848" y="194232"/>
                  </a:lnTo>
                  <a:lnTo>
                    <a:pt x="323605" y="193920"/>
                  </a:lnTo>
                  <a:lnTo>
                    <a:pt x="323793" y="193401"/>
                  </a:lnTo>
                  <a:lnTo>
                    <a:pt x="323980" y="193224"/>
                  </a:lnTo>
                  <a:lnTo>
                    <a:pt x="324565" y="192986"/>
                  </a:lnTo>
                  <a:lnTo>
                    <a:pt x="324722" y="192749"/>
                  </a:lnTo>
                  <a:lnTo>
                    <a:pt x="324712" y="192438"/>
                  </a:lnTo>
                  <a:lnTo>
                    <a:pt x="324829" y="192132"/>
                  </a:lnTo>
                  <a:lnTo>
                    <a:pt x="325119" y="192074"/>
                  </a:lnTo>
                  <a:lnTo>
                    <a:pt x="325510" y="192074"/>
                  </a:lnTo>
                  <a:lnTo>
                    <a:pt x="325856" y="192115"/>
                  </a:lnTo>
                  <a:lnTo>
                    <a:pt x="326099" y="192201"/>
                  </a:lnTo>
                  <a:lnTo>
                    <a:pt x="326348" y="192363"/>
                  </a:lnTo>
                  <a:lnTo>
                    <a:pt x="326577" y="192513"/>
                  </a:lnTo>
                  <a:lnTo>
                    <a:pt x="326902" y="192634"/>
                  </a:lnTo>
                  <a:lnTo>
                    <a:pt x="327375" y="192478"/>
                  </a:lnTo>
                  <a:lnTo>
                    <a:pt x="327449" y="192211"/>
                  </a:lnTo>
                  <a:lnTo>
                    <a:pt x="327466" y="191907"/>
                  </a:lnTo>
                  <a:lnTo>
                    <a:pt x="327583" y="191711"/>
                  </a:lnTo>
                  <a:lnTo>
                    <a:pt x="328061" y="191532"/>
                  </a:lnTo>
                  <a:lnTo>
                    <a:pt x="329036" y="191336"/>
                  </a:lnTo>
                  <a:lnTo>
                    <a:pt x="329600" y="191278"/>
                  </a:lnTo>
                  <a:lnTo>
                    <a:pt x="329804" y="191013"/>
                  </a:lnTo>
                  <a:lnTo>
                    <a:pt x="329976" y="190857"/>
                  </a:lnTo>
                  <a:lnTo>
                    <a:pt x="330210" y="190852"/>
                  </a:lnTo>
                  <a:lnTo>
                    <a:pt x="330474" y="190932"/>
                  </a:lnTo>
                  <a:lnTo>
                    <a:pt x="330810" y="191059"/>
                  </a:lnTo>
                  <a:lnTo>
                    <a:pt x="331286" y="191293"/>
                  </a:lnTo>
                  <a:lnTo>
                    <a:pt x="331963" y="191348"/>
                  </a:lnTo>
                  <a:lnTo>
                    <a:pt x="332466" y="191071"/>
                  </a:lnTo>
                  <a:lnTo>
                    <a:pt x="333442" y="190517"/>
                  </a:lnTo>
                  <a:lnTo>
                    <a:pt x="334057" y="190217"/>
                  </a:lnTo>
                  <a:lnTo>
                    <a:pt x="334737" y="190038"/>
                  </a:lnTo>
                  <a:lnTo>
                    <a:pt x="335483" y="190038"/>
                  </a:lnTo>
                  <a:lnTo>
                    <a:pt x="336079" y="190292"/>
                  </a:lnTo>
                  <a:lnTo>
                    <a:pt x="336348" y="190315"/>
                  </a:lnTo>
                  <a:lnTo>
                    <a:pt x="336506" y="190177"/>
                  </a:lnTo>
                  <a:lnTo>
                    <a:pt x="336719" y="189796"/>
                  </a:lnTo>
                  <a:lnTo>
                    <a:pt x="337100" y="189525"/>
                  </a:lnTo>
                  <a:lnTo>
                    <a:pt x="337560" y="189300"/>
                  </a:lnTo>
                  <a:lnTo>
                    <a:pt x="337959" y="189231"/>
                  </a:lnTo>
                  <a:lnTo>
                    <a:pt x="338431" y="189138"/>
                  </a:lnTo>
                  <a:lnTo>
                    <a:pt x="338741" y="189138"/>
                  </a:lnTo>
                  <a:lnTo>
                    <a:pt x="338884" y="189248"/>
                  </a:lnTo>
                  <a:lnTo>
                    <a:pt x="339052" y="189535"/>
                  </a:lnTo>
                  <a:lnTo>
                    <a:pt x="339321" y="189906"/>
                  </a:lnTo>
                  <a:lnTo>
                    <a:pt x="339473" y="189934"/>
                  </a:lnTo>
                  <a:lnTo>
                    <a:pt x="339996" y="189969"/>
                  </a:lnTo>
                  <a:lnTo>
                    <a:pt x="340626" y="189715"/>
                  </a:lnTo>
                  <a:lnTo>
                    <a:pt x="341368" y="189271"/>
                  </a:lnTo>
                  <a:lnTo>
                    <a:pt x="341601" y="189139"/>
                  </a:lnTo>
                  <a:lnTo>
                    <a:pt x="342359" y="189213"/>
                  </a:lnTo>
                  <a:lnTo>
                    <a:pt x="342689" y="188983"/>
                  </a:lnTo>
                  <a:lnTo>
                    <a:pt x="342796" y="188712"/>
                  </a:lnTo>
                  <a:lnTo>
                    <a:pt x="343009" y="187979"/>
                  </a:lnTo>
                  <a:lnTo>
                    <a:pt x="343335" y="187869"/>
                  </a:lnTo>
                  <a:lnTo>
                    <a:pt x="344664" y="187751"/>
                  </a:lnTo>
                  <a:lnTo>
                    <a:pt x="344697" y="187354"/>
                  </a:lnTo>
                  <a:lnTo>
                    <a:pt x="344709" y="187198"/>
                  </a:lnTo>
                  <a:lnTo>
                    <a:pt x="344750" y="186915"/>
                  </a:lnTo>
                  <a:lnTo>
                    <a:pt x="344848" y="186631"/>
                  </a:lnTo>
                  <a:lnTo>
                    <a:pt x="345022" y="186493"/>
                  </a:lnTo>
                  <a:lnTo>
                    <a:pt x="345922" y="186130"/>
                  </a:lnTo>
                  <a:lnTo>
                    <a:pt x="346786" y="185663"/>
                  </a:lnTo>
                  <a:lnTo>
                    <a:pt x="347385" y="185403"/>
                  </a:lnTo>
                  <a:lnTo>
                    <a:pt x="348015" y="185426"/>
                  </a:lnTo>
                  <a:lnTo>
                    <a:pt x="348701" y="185588"/>
                  </a:lnTo>
                  <a:lnTo>
                    <a:pt x="348874" y="185588"/>
                  </a:lnTo>
                  <a:lnTo>
                    <a:pt x="349346" y="185334"/>
                  </a:lnTo>
                  <a:lnTo>
                    <a:pt x="349795" y="185041"/>
                  </a:lnTo>
                  <a:lnTo>
                    <a:pt x="350063" y="184936"/>
                  </a:lnTo>
                  <a:lnTo>
                    <a:pt x="350322" y="184994"/>
                  </a:lnTo>
                  <a:lnTo>
                    <a:pt x="350764" y="185172"/>
                  </a:lnTo>
                  <a:lnTo>
                    <a:pt x="351125" y="185213"/>
                  </a:lnTo>
                  <a:lnTo>
                    <a:pt x="351293" y="185213"/>
                  </a:lnTo>
                  <a:lnTo>
                    <a:pt x="351618" y="184855"/>
                  </a:lnTo>
                  <a:lnTo>
                    <a:pt x="351890" y="184703"/>
                  </a:lnTo>
                  <a:lnTo>
                    <a:pt x="352126" y="184538"/>
                  </a:lnTo>
                  <a:lnTo>
                    <a:pt x="352542" y="184475"/>
                  </a:lnTo>
                  <a:lnTo>
                    <a:pt x="353183" y="184405"/>
                  </a:lnTo>
                  <a:lnTo>
                    <a:pt x="353438" y="184110"/>
                  </a:lnTo>
                  <a:lnTo>
                    <a:pt x="353657" y="184143"/>
                  </a:lnTo>
                  <a:lnTo>
                    <a:pt x="354070" y="184510"/>
                  </a:lnTo>
                  <a:lnTo>
                    <a:pt x="354344" y="184961"/>
                  </a:lnTo>
                  <a:lnTo>
                    <a:pt x="354685" y="185331"/>
                  </a:lnTo>
                  <a:lnTo>
                    <a:pt x="355038" y="185620"/>
                  </a:lnTo>
                  <a:lnTo>
                    <a:pt x="355608" y="186445"/>
                  </a:lnTo>
                  <a:lnTo>
                    <a:pt x="355751" y="187111"/>
                  </a:lnTo>
                  <a:lnTo>
                    <a:pt x="356771" y="188253"/>
                  </a:lnTo>
                  <a:lnTo>
                    <a:pt x="357240" y="188701"/>
                  </a:lnTo>
                  <a:lnTo>
                    <a:pt x="357968" y="189253"/>
                  </a:lnTo>
                  <a:lnTo>
                    <a:pt x="358244" y="189497"/>
                  </a:lnTo>
                  <a:lnTo>
                    <a:pt x="358746" y="189951"/>
                  </a:lnTo>
                  <a:lnTo>
                    <a:pt x="359260" y="190679"/>
                  </a:lnTo>
                  <a:lnTo>
                    <a:pt x="359432" y="191133"/>
                  </a:lnTo>
                  <a:lnTo>
                    <a:pt x="359943" y="191452"/>
                  </a:lnTo>
                  <a:lnTo>
                    <a:pt x="360149" y="191402"/>
                  </a:lnTo>
                  <a:lnTo>
                    <a:pt x="360796" y="191272"/>
                  </a:lnTo>
                  <a:lnTo>
                    <a:pt x="361603" y="191229"/>
                  </a:lnTo>
                  <a:lnTo>
                    <a:pt x="362359" y="191193"/>
                  </a:lnTo>
                  <a:lnTo>
                    <a:pt x="362540" y="191229"/>
                  </a:lnTo>
                  <a:lnTo>
                    <a:pt x="363229" y="191070"/>
                  </a:lnTo>
                  <a:lnTo>
                    <a:pt x="363648" y="190811"/>
                  </a:lnTo>
                  <a:lnTo>
                    <a:pt x="364010" y="190818"/>
                  </a:lnTo>
                  <a:lnTo>
                    <a:pt x="364328" y="190767"/>
                  </a:lnTo>
                  <a:lnTo>
                    <a:pt x="364550" y="190616"/>
                  </a:lnTo>
                  <a:lnTo>
                    <a:pt x="365077" y="190400"/>
                  </a:lnTo>
                  <a:lnTo>
                    <a:pt x="365560" y="190443"/>
                  </a:lnTo>
                  <a:lnTo>
                    <a:pt x="366430" y="190602"/>
                  </a:lnTo>
                  <a:lnTo>
                    <a:pt x="366805" y="190746"/>
                  </a:lnTo>
                  <a:lnTo>
                    <a:pt x="366811" y="191049"/>
                  </a:lnTo>
                  <a:lnTo>
                    <a:pt x="366671" y="191445"/>
                  </a:lnTo>
                  <a:lnTo>
                    <a:pt x="366633" y="191676"/>
                  </a:lnTo>
                  <a:lnTo>
                    <a:pt x="366633" y="191849"/>
                  </a:lnTo>
                  <a:lnTo>
                    <a:pt x="366708" y="192025"/>
                  </a:lnTo>
                  <a:lnTo>
                    <a:pt x="366945" y="192253"/>
                  </a:lnTo>
                  <a:lnTo>
                    <a:pt x="367256" y="192476"/>
                  </a:lnTo>
                  <a:lnTo>
                    <a:pt x="367561" y="192592"/>
                  </a:lnTo>
                  <a:lnTo>
                    <a:pt x="367897" y="192599"/>
                  </a:lnTo>
                  <a:lnTo>
                    <a:pt x="368355" y="192426"/>
                  </a:lnTo>
                  <a:lnTo>
                    <a:pt x="368812" y="192130"/>
                  </a:lnTo>
                  <a:lnTo>
                    <a:pt x="369422" y="191964"/>
                  </a:lnTo>
                  <a:lnTo>
                    <a:pt x="369866" y="191921"/>
                  </a:lnTo>
                  <a:lnTo>
                    <a:pt x="370393" y="191921"/>
                  </a:lnTo>
                  <a:lnTo>
                    <a:pt x="370730" y="191834"/>
                  </a:lnTo>
                  <a:lnTo>
                    <a:pt x="371187" y="191640"/>
                  </a:lnTo>
                  <a:lnTo>
                    <a:pt x="371733" y="191431"/>
                  </a:lnTo>
                  <a:lnTo>
                    <a:pt x="372635" y="191308"/>
                  </a:lnTo>
                  <a:lnTo>
                    <a:pt x="373626" y="191200"/>
                  </a:lnTo>
                  <a:lnTo>
                    <a:pt x="374211" y="191066"/>
                  </a:lnTo>
                  <a:lnTo>
                    <a:pt x="374458" y="191037"/>
                  </a:lnTo>
                  <a:lnTo>
                    <a:pt x="374614" y="191019"/>
                  </a:lnTo>
                  <a:lnTo>
                    <a:pt x="374968" y="190954"/>
                  </a:lnTo>
                  <a:lnTo>
                    <a:pt x="375192" y="190964"/>
                  </a:lnTo>
                  <a:lnTo>
                    <a:pt x="375392" y="190964"/>
                  </a:lnTo>
                  <a:lnTo>
                    <a:pt x="378151" y="192501"/>
                  </a:lnTo>
                  <a:lnTo>
                    <a:pt x="380001" y="193015"/>
                  </a:lnTo>
                  <a:lnTo>
                    <a:pt x="383439" y="194151"/>
                  </a:lnTo>
                  <a:lnTo>
                    <a:pt x="386432" y="193125"/>
                  </a:lnTo>
                  <a:lnTo>
                    <a:pt x="387934" y="192005"/>
                  </a:lnTo>
                  <a:lnTo>
                    <a:pt x="388460" y="185994"/>
                  </a:lnTo>
                  <a:lnTo>
                    <a:pt x="386926" y="183555"/>
                  </a:lnTo>
                  <a:lnTo>
                    <a:pt x="386231" y="182214"/>
                  </a:lnTo>
                  <a:lnTo>
                    <a:pt x="381882" y="180463"/>
                  </a:lnTo>
                  <a:lnTo>
                    <a:pt x="374836" y="176690"/>
                  </a:lnTo>
                  <a:lnTo>
                    <a:pt x="374846" y="176006"/>
                  </a:lnTo>
                  <a:lnTo>
                    <a:pt x="374191" y="172833"/>
                  </a:lnTo>
                  <a:lnTo>
                    <a:pt x="375025" y="171566"/>
                  </a:lnTo>
                  <a:lnTo>
                    <a:pt x="375160" y="170848"/>
                  </a:lnTo>
                  <a:lnTo>
                    <a:pt x="375197" y="168875"/>
                  </a:lnTo>
                  <a:lnTo>
                    <a:pt x="375227" y="168058"/>
                  </a:lnTo>
                  <a:lnTo>
                    <a:pt x="375398" y="167581"/>
                  </a:lnTo>
                  <a:lnTo>
                    <a:pt x="376428" y="166390"/>
                  </a:lnTo>
                  <a:lnTo>
                    <a:pt x="376865" y="165860"/>
                  </a:lnTo>
                  <a:lnTo>
                    <a:pt x="377135" y="165601"/>
                  </a:lnTo>
                  <a:lnTo>
                    <a:pt x="377404" y="164826"/>
                  </a:lnTo>
                  <a:lnTo>
                    <a:pt x="377608" y="163278"/>
                  </a:lnTo>
                  <a:lnTo>
                    <a:pt x="377697" y="162813"/>
                  </a:lnTo>
                  <a:lnTo>
                    <a:pt x="377684" y="162147"/>
                  </a:lnTo>
                  <a:lnTo>
                    <a:pt x="377514" y="161545"/>
                  </a:lnTo>
                  <a:lnTo>
                    <a:pt x="377331" y="161021"/>
                  </a:lnTo>
                  <a:lnTo>
                    <a:pt x="377166" y="160666"/>
                  </a:lnTo>
                  <a:lnTo>
                    <a:pt x="377105" y="160368"/>
                  </a:lnTo>
                  <a:lnTo>
                    <a:pt x="377221" y="159870"/>
                  </a:lnTo>
                  <a:lnTo>
                    <a:pt x="377410" y="159565"/>
                  </a:lnTo>
                  <a:lnTo>
                    <a:pt x="377507" y="158998"/>
                  </a:lnTo>
                  <a:lnTo>
                    <a:pt x="377434" y="157419"/>
                  </a:lnTo>
                  <a:lnTo>
                    <a:pt x="377560" y="157178"/>
                  </a:lnTo>
                  <a:lnTo>
                    <a:pt x="378993" y="156238"/>
                  </a:lnTo>
                  <a:lnTo>
                    <a:pt x="379774" y="155698"/>
                  </a:lnTo>
                  <a:lnTo>
                    <a:pt x="380444" y="155629"/>
                  </a:lnTo>
                  <a:lnTo>
                    <a:pt x="381395" y="155861"/>
                  </a:lnTo>
                  <a:lnTo>
                    <a:pt x="382431" y="155429"/>
                  </a:lnTo>
                  <a:lnTo>
                    <a:pt x="385086" y="146551"/>
                  </a:lnTo>
                  <a:lnTo>
                    <a:pt x="388777" y="140164"/>
                  </a:lnTo>
                  <a:lnTo>
                    <a:pt x="393930" y="130427"/>
                  </a:lnTo>
                  <a:lnTo>
                    <a:pt x="395960" y="125282"/>
                  </a:lnTo>
                  <a:lnTo>
                    <a:pt x="396463" y="121432"/>
                  </a:lnTo>
                  <a:lnTo>
                    <a:pt x="398166" y="116812"/>
                  </a:lnTo>
                  <a:lnTo>
                    <a:pt x="400321" y="115658"/>
                  </a:lnTo>
                  <a:lnTo>
                    <a:pt x="400221" y="114438"/>
                  </a:lnTo>
                  <a:lnTo>
                    <a:pt x="402310" y="108595"/>
                  </a:lnTo>
                  <a:lnTo>
                    <a:pt x="402698" y="107333"/>
                  </a:lnTo>
                  <a:lnTo>
                    <a:pt x="402777" y="106177"/>
                  </a:lnTo>
                  <a:lnTo>
                    <a:pt x="402911" y="105381"/>
                  </a:lnTo>
                  <a:lnTo>
                    <a:pt x="403014" y="105180"/>
                  </a:lnTo>
                  <a:lnTo>
                    <a:pt x="403106" y="104997"/>
                  </a:lnTo>
                  <a:lnTo>
                    <a:pt x="403830" y="104318"/>
                  </a:lnTo>
                  <a:lnTo>
                    <a:pt x="404456" y="103658"/>
                  </a:lnTo>
                  <a:lnTo>
                    <a:pt x="405102" y="102842"/>
                  </a:lnTo>
                  <a:lnTo>
                    <a:pt x="405237" y="102659"/>
                  </a:lnTo>
                  <a:lnTo>
                    <a:pt x="405398" y="102106"/>
                  </a:lnTo>
                  <a:lnTo>
                    <a:pt x="405531" y="101488"/>
                  </a:lnTo>
                  <a:lnTo>
                    <a:pt x="405981" y="100539"/>
                  </a:lnTo>
                  <a:lnTo>
                    <a:pt x="406100" y="100310"/>
                  </a:lnTo>
                  <a:lnTo>
                    <a:pt x="406204" y="99695"/>
                  </a:lnTo>
                  <a:lnTo>
                    <a:pt x="406343" y="99422"/>
                  </a:lnTo>
                  <a:lnTo>
                    <a:pt x="406481" y="98942"/>
                  </a:lnTo>
                  <a:lnTo>
                    <a:pt x="406623" y="98296"/>
                  </a:lnTo>
                  <a:lnTo>
                    <a:pt x="406762" y="97687"/>
                  </a:lnTo>
                  <a:lnTo>
                    <a:pt x="406778" y="97226"/>
                  </a:lnTo>
                  <a:lnTo>
                    <a:pt x="406743" y="97018"/>
                  </a:lnTo>
                  <a:lnTo>
                    <a:pt x="406713" y="96072"/>
                  </a:lnTo>
                  <a:lnTo>
                    <a:pt x="406672" y="95500"/>
                  </a:lnTo>
                  <a:lnTo>
                    <a:pt x="406701" y="95237"/>
                  </a:lnTo>
                  <a:lnTo>
                    <a:pt x="406753" y="95089"/>
                  </a:lnTo>
                  <a:lnTo>
                    <a:pt x="407122" y="95115"/>
                  </a:lnTo>
                  <a:lnTo>
                    <a:pt x="407367" y="95159"/>
                  </a:lnTo>
                  <a:lnTo>
                    <a:pt x="407649" y="95208"/>
                  </a:lnTo>
                  <a:lnTo>
                    <a:pt x="407918" y="95111"/>
                  </a:lnTo>
                  <a:lnTo>
                    <a:pt x="408365" y="94964"/>
                  </a:lnTo>
                  <a:lnTo>
                    <a:pt x="408742" y="94802"/>
                  </a:lnTo>
                  <a:lnTo>
                    <a:pt x="409513" y="94838"/>
                  </a:lnTo>
                  <a:lnTo>
                    <a:pt x="409971" y="95011"/>
                  </a:lnTo>
                  <a:lnTo>
                    <a:pt x="410526" y="94880"/>
                  </a:lnTo>
                  <a:lnTo>
                    <a:pt x="411001" y="94693"/>
                  </a:lnTo>
                  <a:lnTo>
                    <a:pt x="411655" y="94315"/>
                  </a:lnTo>
                  <a:lnTo>
                    <a:pt x="411958" y="94347"/>
                  </a:lnTo>
                  <a:lnTo>
                    <a:pt x="412257" y="94478"/>
                  </a:lnTo>
                  <a:lnTo>
                    <a:pt x="412818" y="94956"/>
                  </a:lnTo>
                  <a:lnTo>
                    <a:pt x="413404" y="95205"/>
                  </a:lnTo>
                  <a:lnTo>
                    <a:pt x="414202" y="95371"/>
                  </a:lnTo>
                  <a:lnTo>
                    <a:pt x="414404" y="95509"/>
                  </a:lnTo>
                  <a:lnTo>
                    <a:pt x="414623" y="95890"/>
                  </a:lnTo>
                  <a:lnTo>
                    <a:pt x="414812" y="96347"/>
                  </a:lnTo>
                  <a:lnTo>
                    <a:pt x="414989" y="96631"/>
                  </a:lnTo>
                  <a:lnTo>
                    <a:pt x="415233" y="96707"/>
                  </a:lnTo>
                  <a:lnTo>
                    <a:pt x="415562" y="96735"/>
                  </a:lnTo>
                  <a:lnTo>
                    <a:pt x="415787" y="96846"/>
                  </a:lnTo>
                  <a:lnTo>
                    <a:pt x="416141" y="97233"/>
                  </a:lnTo>
                  <a:lnTo>
                    <a:pt x="416641" y="97378"/>
                  </a:lnTo>
                  <a:lnTo>
                    <a:pt x="417739" y="97268"/>
                  </a:lnTo>
                  <a:lnTo>
                    <a:pt x="418409" y="97108"/>
                  </a:lnTo>
                  <a:lnTo>
                    <a:pt x="418994" y="97262"/>
                  </a:lnTo>
                  <a:lnTo>
                    <a:pt x="419202" y="97441"/>
                  </a:lnTo>
                  <a:lnTo>
                    <a:pt x="419385" y="97551"/>
                  </a:lnTo>
                  <a:lnTo>
                    <a:pt x="419544" y="97579"/>
                  </a:lnTo>
                  <a:lnTo>
                    <a:pt x="419897" y="97579"/>
                  </a:lnTo>
                  <a:lnTo>
                    <a:pt x="420330" y="97371"/>
                  </a:lnTo>
                  <a:lnTo>
                    <a:pt x="420611" y="97281"/>
                  </a:lnTo>
                  <a:lnTo>
                    <a:pt x="420903" y="97233"/>
                  </a:lnTo>
                  <a:lnTo>
                    <a:pt x="421231" y="97232"/>
                  </a:lnTo>
                  <a:lnTo>
                    <a:pt x="421321" y="97508"/>
                  </a:lnTo>
                  <a:lnTo>
                    <a:pt x="421337" y="97742"/>
                  </a:lnTo>
                  <a:lnTo>
                    <a:pt x="421534" y="97994"/>
                  </a:lnTo>
                  <a:lnTo>
                    <a:pt x="421947" y="98261"/>
                  </a:lnTo>
                  <a:lnTo>
                    <a:pt x="422449" y="98664"/>
                  </a:lnTo>
                  <a:lnTo>
                    <a:pt x="422715" y="99104"/>
                  </a:lnTo>
                  <a:lnTo>
                    <a:pt x="422982" y="99486"/>
                  </a:lnTo>
                  <a:lnTo>
                    <a:pt x="423268" y="99789"/>
                  </a:lnTo>
                  <a:lnTo>
                    <a:pt x="423389" y="99977"/>
                  </a:lnTo>
                  <a:lnTo>
                    <a:pt x="423624" y="100049"/>
                  </a:lnTo>
                  <a:lnTo>
                    <a:pt x="423910" y="99997"/>
                  </a:lnTo>
                  <a:lnTo>
                    <a:pt x="424424" y="99719"/>
                  </a:lnTo>
                  <a:lnTo>
                    <a:pt x="424977" y="99431"/>
                  </a:lnTo>
                  <a:lnTo>
                    <a:pt x="425358" y="99431"/>
                  </a:lnTo>
                  <a:lnTo>
                    <a:pt x="425535" y="99647"/>
                  </a:lnTo>
                  <a:lnTo>
                    <a:pt x="425669" y="99827"/>
                  </a:lnTo>
                  <a:lnTo>
                    <a:pt x="426013" y="100015"/>
                  </a:lnTo>
                  <a:lnTo>
                    <a:pt x="426149" y="100164"/>
                  </a:lnTo>
                  <a:lnTo>
                    <a:pt x="426515" y="100588"/>
                  </a:lnTo>
                  <a:lnTo>
                    <a:pt x="426963" y="100521"/>
                  </a:lnTo>
                  <a:lnTo>
                    <a:pt x="427250" y="100566"/>
                  </a:lnTo>
                  <a:lnTo>
                    <a:pt x="427436" y="100663"/>
                  </a:lnTo>
                  <a:lnTo>
                    <a:pt x="427576" y="100787"/>
                  </a:lnTo>
                  <a:lnTo>
                    <a:pt x="427741" y="101010"/>
                  </a:lnTo>
                  <a:lnTo>
                    <a:pt x="428091" y="101331"/>
                  </a:lnTo>
                  <a:lnTo>
                    <a:pt x="428348" y="101608"/>
                  </a:lnTo>
                  <a:lnTo>
                    <a:pt x="428640" y="101801"/>
                  </a:lnTo>
                  <a:lnTo>
                    <a:pt x="429024" y="101891"/>
                  </a:lnTo>
                  <a:lnTo>
                    <a:pt x="429561" y="101878"/>
                  </a:lnTo>
                  <a:lnTo>
                    <a:pt x="429951" y="102009"/>
                  </a:lnTo>
                  <a:lnTo>
                    <a:pt x="429988" y="102218"/>
                  </a:lnTo>
                  <a:lnTo>
                    <a:pt x="429878" y="102597"/>
                  </a:lnTo>
                  <a:lnTo>
                    <a:pt x="429908" y="102770"/>
                  </a:lnTo>
                  <a:lnTo>
                    <a:pt x="430043" y="102874"/>
                  </a:lnTo>
                  <a:lnTo>
                    <a:pt x="430433" y="102930"/>
                  </a:lnTo>
                  <a:lnTo>
                    <a:pt x="430811" y="102916"/>
                  </a:lnTo>
                  <a:lnTo>
                    <a:pt x="431219" y="103006"/>
                  </a:lnTo>
                  <a:lnTo>
                    <a:pt x="431860" y="103393"/>
                  </a:lnTo>
                  <a:lnTo>
                    <a:pt x="432630" y="103580"/>
                  </a:lnTo>
                  <a:lnTo>
                    <a:pt x="432928" y="103631"/>
                  </a:lnTo>
                  <a:lnTo>
                    <a:pt x="433354" y="103702"/>
                  </a:lnTo>
                  <a:lnTo>
                    <a:pt x="433993" y="103762"/>
                  </a:lnTo>
                  <a:lnTo>
                    <a:pt x="434867" y="104012"/>
                  </a:lnTo>
                  <a:lnTo>
                    <a:pt x="435310" y="104159"/>
                  </a:lnTo>
                  <a:lnTo>
                    <a:pt x="435391" y="104293"/>
                  </a:lnTo>
                  <a:lnTo>
                    <a:pt x="435394" y="104509"/>
                  </a:lnTo>
                  <a:lnTo>
                    <a:pt x="435346" y="104893"/>
                  </a:lnTo>
                  <a:lnTo>
                    <a:pt x="435480" y="105124"/>
                  </a:lnTo>
                  <a:lnTo>
                    <a:pt x="435757" y="105064"/>
                  </a:lnTo>
                  <a:lnTo>
                    <a:pt x="436021" y="104921"/>
                  </a:lnTo>
                  <a:lnTo>
                    <a:pt x="436331" y="104698"/>
                  </a:lnTo>
                  <a:lnTo>
                    <a:pt x="436877" y="104522"/>
                  </a:lnTo>
                  <a:lnTo>
                    <a:pt x="437255" y="104458"/>
                  </a:lnTo>
                  <a:lnTo>
                    <a:pt x="437683" y="104456"/>
                  </a:lnTo>
                  <a:lnTo>
                    <a:pt x="438082" y="104513"/>
                  </a:lnTo>
                  <a:lnTo>
                    <a:pt x="438524" y="104594"/>
                  </a:lnTo>
                  <a:lnTo>
                    <a:pt x="438675" y="104618"/>
                  </a:lnTo>
                  <a:lnTo>
                    <a:pt x="439177" y="104921"/>
                  </a:lnTo>
                  <a:lnTo>
                    <a:pt x="439479" y="105105"/>
                  </a:lnTo>
                  <a:lnTo>
                    <a:pt x="440259" y="105278"/>
                  </a:lnTo>
                  <a:lnTo>
                    <a:pt x="440857" y="105447"/>
                  </a:lnTo>
                  <a:lnTo>
                    <a:pt x="441399" y="105785"/>
                  </a:lnTo>
                  <a:lnTo>
                    <a:pt x="441805" y="105971"/>
                  </a:lnTo>
                  <a:lnTo>
                    <a:pt x="442144" y="106060"/>
                  </a:lnTo>
                  <a:lnTo>
                    <a:pt x="442674" y="106060"/>
                  </a:lnTo>
                  <a:lnTo>
                    <a:pt x="442985" y="106147"/>
                  </a:lnTo>
                  <a:lnTo>
                    <a:pt x="443119" y="106258"/>
                  </a:lnTo>
                  <a:lnTo>
                    <a:pt x="443351" y="106638"/>
                  </a:lnTo>
                  <a:lnTo>
                    <a:pt x="443674" y="106659"/>
                  </a:lnTo>
                  <a:lnTo>
                    <a:pt x="444156" y="106542"/>
                  </a:lnTo>
                  <a:lnTo>
                    <a:pt x="444415" y="106587"/>
                  </a:lnTo>
                  <a:lnTo>
                    <a:pt x="444516" y="106732"/>
                  </a:lnTo>
                  <a:lnTo>
                    <a:pt x="444619" y="107081"/>
                  </a:lnTo>
                  <a:lnTo>
                    <a:pt x="444875" y="107383"/>
                  </a:lnTo>
                  <a:lnTo>
                    <a:pt x="445003" y="107391"/>
                  </a:lnTo>
                  <a:lnTo>
                    <a:pt x="445281" y="107320"/>
                  </a:lnTo>
                  <a:lnTo>
                    <a:pt x="445534" y="107047"/>
                  </a:lnTo>
                  <a:lnTo>
                    <a:pt x="445863" y="106629"/>
                  </a:lnTo>
                  <a:lnTo>
                    <a:pt x="446177" y="106476"/>
                  </a:lnTo>
                  <a:lnTo>
                    <a:pt x="446491" y="106452"/>
                  </a:lnTo>
                  <a:lnTo>
                    <a:pt x="446652" y="106469"/>
                  </a:lnTo>
                  <a:lnTo>
                    <a:pt x="446808" y="106552"/>
                  </a:lnTo>
                  <a:lnTo>
                    <a:pt x="446975" y="106607"/>
                  </a:lnTo>
                  <a:lnTo>
                    <a:pt x="447116" y="106656"/>
                  </a:lnTo>
                  <a:lnTo>
                    <a:pt x="447314" y="106652"/>
                  </a:lnTo>
                  <a:lnTo>
                    <a:pt x="447649" y="106493"/>
                  </a:lnTo>
                  <a:lnTo>
                    <a:pt x="448091" y="106258"/>
                  </a:lnTo>
                  <a:lnTo>
                    <a:pt x="448759" y="106490"/>
                  </a:lnTo>
                  <a:lnTo>
                    <a:pt x="449611" y="106840"/>
                  </a:lnTo>
                  <a:lnTo>
                    <a:pt x="450861" y="107325"/>
                  </a:lnTo>
                  <a:lnTo>
                    <a:pt x="452380" y="107470"/>
                  </a:lnTo>
                  <a:lnTo>
                    <a:pt x="453928" y="107242"/>
                  </a:lnTo>
                  <a:lnTo>
                    <a:pt x="454861" y="106840"/>
                  </a:lnTo>
                  <a:lnTo>
                    <a:pt x="455764" y="106280"/>
                  </a:lnTo>
                  <a:lnTo>
                    <a:pt x="456623" y="105677"/>
                  </a:lnTo>
                  <a:lnTo>
                    <a:pt x="457081" y="105684"/>
                  </a:lnTo>
                  <a:lnTo>
                    <a:pt x="457666" y="105781"/>
                  </a:lnTo>
                  <a:lnTo>
                    <a:pt x="458483" y="105795"/>
                  </a:lnTo>
                  <a:lnTo>
                    <a:pt x="458764" y="105975"/>
                  </a:lnTo>
                  <a:lnTo>
                    <a:pt x="458995" y="106017"/>
                  </a:lnTo>
                  <a:lnTo>
                    <a:pt x="459605" y="105733"/>
                  </a:lnTo>
                  <a:lnTo>
                    <a:pt x="459885" y="105774"/>
                  </a:lnTo>
                  <a:lnTo>
                    <a:pt x="460294" y="105892"/>
                  </a:lnTo>
                  <a:lnTo>
                    <a:pt x="460770" y="106072"/>
                  </a:lnTo>
                  <a:lnTo>
                    <a:pt x="461355" y="106044"/>
                  </a:lnTo>
                  <a:lnTo>
                    <a:pt x="461916" y="105885"/>
                  </a:lnTo>
                  <a:lnTo>
                    <a:pt x="462459" y="105608"/>
                  </a:lnTo>
                  <a:lnTo>
                    <a:pt x="462751" y="105622"/>
                  </a:lnTo>
                  <a:lnTo>
                    <a:pt x="463206" y="106028"/>
                  </a:lnTo>
                  <a:lnTo>
                    <a:pt x="463516" y="106070"/>
                  </a:lnTo>
                  <a:lnTo>
                    <a:pt x="463666" y="106058"/>
                  </a:lnTo>
                  <a:lnTo>
                    <a:pt x="464471" y="106065"/>
                  </a:lnTo>
                  <a:lnTo>
                    <a:pt x="465086" y="105864"/>
                  </a:lnTo>
                  <a:lnTo>
                    <a:pt x="466166" y="105574"/>
                  </a:lnTo>
                  <a:lnTo>
                    <a:pt x="466721" y="105491"/>
                  </a:lnTo>
                  <a:lnTo>
                    <a:pt x="467245" y="105497"/>
                  </a:lnTo>
                  <a:lnTo>
                    <a:pt x="467519" y="105615"/>
                  </a:lnTo>
                  <a:lnTo>
                    <a:pt x="467641" y="105774"/>
                  </a:lnTo>
                  <a:lnTo>
                    <a:pt x="467981" y="106130"/>
                  </a:lnTo>
                  <a:lnTo>
                    <a:pt x="468381" y="106288"/>
                  </a:lnTo>
                  <a:lnTo>
                    <a:pt x="468978" y="106548"/>
                  </a:lnTo>
                  <a:lnTo>
                    <a:pt x="469747" y="106995"/>
                  </a:lnTo>
                  <a:lnTo>
                    <a:pt x="470210" y="107197"/>
                  </a:lnTo>
                  <a:lnTo>
                    <a:pt x="470979" y="106771"/>
                  </a:lnTo>
                  <a:lnTo>
                    <a:pt x="471830" y="106375"/>
                  </a:lnTo>
                  <a:lnTo>
                    <a:pt x="472516" y="106173"/>
                  </a:lnTo>
                  <a:lnTo>
                    <a:pt x="473447" y="105975"/>
                  </a:lnTo>
                  <a:lnTo>
                    <a:pt x="474353" y="105993"/>
                  </a:lnTo>
                  <a:lnTo>
                    <a:pt x="475242" y="106094"/>
                  </a:lnTo>
                  <a:lnTo>
                    <a:pt x="475560" y="106094"/>
                  </a:lnTo>
                  <a:lnTo>
                    <a:pt x="476125" y="105863"/>
                  </a:lnTo>
                  <a:lnTo>
                    <a:pt x="476379" y="105798"/>
                  </a:lnTo>
                  <a:lnTo>
                    <a:pt x="476563" y="105878"/>
                  </a:lnTo>
                  <a:lnTo>
                    <a:pt x="476748" y="106051"/>
                  </a:lnTo>
                  <a:lnTo>
                    <a:pt x="476881" y="106036"/>
                  </a:lnTo>
                  <a:lnTo>
                    <a:pt x="477249" y="105647"/>
                  </a:lnTo>
                  <a:lnTo>
                    <a:pt x="477624" y="105474"/>
                  </a:lnTo>
                  <a:lnTo>
                    <a:pt x="479136" y="105416"/>
                  </a:lnTo>
                  <a:lnTo>
                    <a:pt x="480304" y="105445"/>
                  </a:lnTo>
                  <a:lnTo>
                    <a:pt x="480489" y="105553"/>
                  </a:lnTo>
                  <a:lnTo>
                    <a:pt x="480914" y="106137"/>
                  </a:lnTo>
                  <a:lnTo>
                    <a:pt x="481422" y="106757"/>
                  </a:lnTo>
                  <a:lnTo>
                    <a:pt x="482242" y="107161"/>
                  </a:lnTo>
                  <a:lnTo>
                    <a:pt x="483114" y="107385"/>
                  </a:lnTo>
                  <a:lnTo>
                    <a:pt x="484162" y="107781"/>
                  </a:lnTo>
                  <a:lnTo>
                    <a:pt x="484560" y="108019"/>
                  </a:lnTo>
                  <a:lnTo>
                    <a:pt x="484674" y="108517"/>
                  </a:lnTo>
                  <a:lnTo>
                    <a:pt x="484858" y="108949"/>
                  </a:lnTo>
                  <a:lnTo>
                    <a:pt x="485290" y="109483"/>
                  </a:lnTo>
                  <a:lnTo>
                    <a:pt x="486865" y="110860"/>
                  </a:lnTo>
                  <a:lnTo>
                    <a:pt x="487278" y="111184"/>
                  </a:lnTo>
                  <a:lnTo>
                    <a:pt x="487685" y="112028"/>
                  </a:lnTo>
                  <a:lnTo>
                    <a:pt x="488066" y="112482"/>
                  </a:lnTo>
                  <a:lnTo>
                    <a:pt x="488417" y="112418"/>
                  </a:lnTo>
                  <a:lnTo>
                    <a:pt x="488856" y="112471"/>
                  </a:lnTo>
                  <a:lnTo>
                    <a:pt x="489462" y="111957"/>
                  </a:lnTo>
                  <a:lnTo>
                    <a:pt x="489899" y="111614"/>
                  </a:lnTo>
                  <a:lnTo>
                    <a:pt x="489996" y="111468"/>
                  </a:lnTo>
                  <a:lnTo>
                    <a:pt x="489932" y="110817"/>
                  </a:lnTo>
                  <a:lnTo>
                    <a:pt x="489912" y="110510"/>
                  </a:lnTo>
                  <a:lnTo>
                    <a:pt x="490312" y="109947"/>
                  </a:lnTo>
                  <a:lnTo>
                    <a:pt x="490659" y="109677"/>
                  </a:lnTo>
                  <a:lnTo>
                    <a:pt x="491182" y="109480"/>
                  </a:lnTo>
                  <a:lnTo>
                    <a:pt x="491509" y="109319"/>
                  </a:lnTo>
                  <a:lnTo>
                    <a:pt x="492320" y="109304"/>
                  </a:lnTo>
                  <a:lnTo>
                    <a:pt x="492990" y="109268"/>
                  </a:lnTo>
                  <a:lnTo>
                    <a:pt x="493788" y="109202"/>
                  </a:lnTo>
                  <a:lnTo>
                    <a:pt x="494162" y="109092"/>
                  </a:lnTo>
                  <a:lnTo>
                    <a:pt x="494484" y="108639"/>
                  </a:lnTo>
                  <a:lnTo>
                    <a:pt x="494641" y="108373"/>
                  </a:lnTo>
                  <a:lnTo>
                    <a:pt x="494896" y="107782"/>
                  </a:lnTo>
                  <a:lnTo>
                    <a:pt x="495760" y="107169"/>
                  </a:lnTo>
                  <a:lnTo>
                    <a:pt x="496548" y="106606"/>
                  </a:lnTo>
                  <a:lnTo>
                    <a:pt x="496948" y="106361"/>
                  </a:lnTo>
                  <a:lnTo>
                    <a:pt x="497628" y="106210"/>
                  </a:lnTo>
                  <a:lnTo>
                    <a:pt x="498269" y="106044"/>
                  </a:lnTo>
                  <a:lnTo>
                    <a:pt x="498676" y="105525"/>
                  </a:lnTo>
                  <a:lnTo>
                    <a:pt x="499204" y="104637"/>
                  </a:lnTo>
                  <a:lnTo>
                    <a:pt x="499269" y="104479"/>
                  </a:lnTo>
                  <a:lnTo>
                    <a:pt x="499714" y="103704"/>
                  </a:lnTo>
                  <a:lnTo>
                    <a:pt x="500092" y="103358"/>
                  </a:lnTo>
                  <a:lnTo>
                    <a:pt x="500275" y="103254"/>
                  </a:lnTo>
                  <a:lnTo>
                    <a:pt x="501162" y="103128"/>
                  </a:lnTo>
                  <a:lnTo>
                    <a:pt x="502104" y="103219"/>
                  </a:lnTo>
                  <a:lnTo>
                    <a:pt x="502510" y="103136"/>
                  </a:lnTo>
                  <a:lnTo>
                    <a:pt x="502586" y="102991"/>
                  </a:lnTo>
                  <a:lnTo>
                    <a:pt x="502623" y="102596"/>
                  </a:lnTo>
                  <a:lnTo>
                    <a:pt x="502757" y="102548"/>
                  </a:lnTo>
                  <a:lnTo>
                    <a:pt x="503031" y="102548"/>
                  </a:lnTo>
                  <a:lnTo>
                    <a:pt x="503629" y="102880"/>
                  </a:lnTo>
                  <a:lnTo>
                    <a:pt x="504104" y="103185"/>
                  </a:lnTo>
                  <a:lnTo>
                    <a:pt x="504580" y="103517"/>
                  </a:lnTo>
                  <a:lnTo>
                    <a:pt x="504897" y="103697"/>
                  </a:lnTo>
                  <a:lnTo>
                    <a:pt x="505104" y="103662"/>
                  </a:lnTo>
                  <a:lnTo>
                    <a:pt x="505562" y="103544"/>
                  </a:lnTo>
                  <a:lnTo>
                    <a:pt x="506104" y="103330"/>
                  </a:lnTo>
                  <a:lnTo>
                    <a:pt x="506920" y="103359"/>
                  </a:lnTo>
                  <a:lnTo>
                    <a:pt x="507324" y="103468"/>
                  </a:lnTo>
                  <a:lnTo>
                    <a:pt x="507720" y="103351"/>
                  </a:lnTo>
                  <a:lnTo>
                    <a:pt x="508342" y="103136"/>
                  </a:lnTo>
                  <a:lnTo>
                    <a:pt x="509251" y="102901"/>
                  </a:lnTo>
                  <a:lnTo>
                    <a:pt x="510013" y="102845"/>
                  </a:lnTo>
                  <a:lnTo>
                    <a:pt x="510549" y="102837"/>
                  </a:lnTo>
                  <a:lnTo>
                    <a:pt x="510763" y="102852"/>
                  </a:lnTo>
                  <a:lnTo>
                    <a:pt x="511543" y="103081"/>
                  </a:lnTo>
                  <a:lnTo>
                    <a:pt x="512403" y="103108"/>
                  </a:lnTo>
                  <a:lnTo>
                    <a:pt x="513256" y="103150"/>
                  </a:lnTo>
                  <a:lnTo>
                    <a:pt x="514033" y="103149"/>
                  </a:lnTo>
                  <a:lnTo>
                    <a:pt x="514197" y="102926"/>
                  </a:lnTo>
                  <a:lnTo>
                    <a:pt x="514153" y="102737"/>
                  </a:lnTo>
                  <a:lnTo>
                    <a:pt x="514131" y="101548"/>
                  </a:lnTo>
                  <a:lnTo>
                    <a:pt x="514187" y="101158"/>
                  </a:lnTo>
                  <a:lnTo>
                    <a:pt x="514547" y="100224"/>
                  </a:lnTo>
                  <a:lnTo>
                    <a:pt x="515211" y="99518"/>
                  </a:lnTo>
                  <a:lnTo>
                    <a:pt x="515675" y="99169"/>
                  </a:lnTo>
                  <a:lnTo>
                    <a:pt x="516034" y="98749"/>
                  </a:lnTo>
                  <a:lnTo>
                    <a:pt x="517303" y="97476"/>
                  </a:lnTo>
                  <a:lnTo>
                    <a:pt x="518516" y="96244"/>
                  </a:lnTo>
                  <a:lnTo>
                    <a:pt x="519162" y="95414"/>
                  </a:lnTo>
                  <a:lnTo>
                    <a:pt x="519504" y="95199"/>
                  </a:lnTo>
                  <a:lnTo>
                    <a:pt x="520229" y="94569"/>
                  </a:lnTo>
                  <a:lnTo>
                    <a:pt x="520467" y="94250"/>
                  </a:lnTo>
                  <a:lnTo>
                    <a:pt x="520565" y="93946"/>
                  </a:lnTo>
                  <a:lnTo>
                    <a:pt x="520467" y="93399"/>
                  </a:lnTo>
                  <a:lnTo>
                    <a:pt x="520473" y="93074"/>
                  </a:lnTo>
                  <a:lnTo>
                    <a:pt x="520620" y="92700"/>
                  </a:lnTo>
                  <a:lnTo>
                    <a:pt x="520748" y="92426"/>
                  </a:lnTo>
                  <a:lnTo>
                    <a:pt x="520846" y="92179"/>
                  </a:lnTo>
                  <a:lnTo>
                    <a:pt x="520839" y="91864"/>
                  </a:lnTo>
                  <a:lnTo>
                    <a:pt x="520839" y="91695"/>
                  </a:lnTo>
                  <a:lnTo>
                    <a:pt x="520694" y="91359"/>
                  </a:lnTo>
                  <a:lnTo>
                    <a:pt x="520280" y="90955"/>
                  </a:lnTo>
                  <a:lnTo>
                    <a:pt x="519830" y="90520"/>
                  </a:lnTo>
                  <a:lnTo>
                    <a:pt x="519714" y="90227"/>
                  </a:lnTo>
                  <a:lnTo>
                    <a:pt x="519778" y="90067"/>
                  </a:lnTo>
                  <a:lnTo>
                    <a:pt x="519878" y="89809"/>
                  </a:lnTo>
                  <a:lnTo>
                    <a:pt x="520061" y="89530"/>
                  </a:lnTo>
                  <a:lnTo>
                    <a:pt x="520277" y="89214"/>
                  </a:lnTo>
                  <a:lnTo>
                    <a:pt x="520343" y="88950"/>
                  </a:lnTo>
                  <a:lnTo>
                    <a:pt x="520382" y="88573"/>
                  </a:lnTo>
                  <a:lnTo>
                    <a:pt x="520524" y="88191"/>
                  </a:lnTo>
                  <a:lnTo>
                    <a:pt x="520819" y="87874"/>
                  </a:lnTo>
                  <a:lnTo>
                    <a:pt x="520953" y="87657"/>
                  </a:lnTo>
                  <a:lnTo>
                    <a:pt x="520992" y="87289"/>
                  </a:lnTo>
                  <a:lnTo>
                    <a:pt x="520911" y="86779"/>
                  </a:lnTo>
                  <a:lnTo>
                    <a:pt x="520811" y="86530"/>
                  </a:lnTo>
                  <a:lnTo>
                    <a:pt x="520477" y="85777"/>
                  </a:lnTo>
                  <a:lnTo>
                    <a:pt x="520485" y="85126"/>
                  </a:lnTo>
                  <a:lnTo>
                    <a:pt x="520404" y="84611"/>
                  </a:lnTo>
                  <a:lnTo>
                    <a:pt x="520282" y="84420"/>
                  </a:lnTo>
                  <a:lnTo>
                    <a:pt x="519902" y="84148"/>
                  </a:lnTo>
                  <a:lnTo>
                    <a:pt x="519733" y="84002"/>
                  </a:lnTo>
                  <a:lnTo>
                    <a:pt x="518902" y="83521"/>
                  </a:lnTo>
                  <a:lnTo>
                    <a:pt x="518492" y="83091"/>
                  </a:lnTo>
                  <a:lnTo>
                    <a:pt x="518231" y="82582"/>
                  </a:lnTo>
                  <a:lnTo>
                    <a:pt x="518155" y="82197"/>
                  </a:lnTo>
                  <a:lnTo>
                    <a:pt x="518070" y="81984"/>
                  </a:lnTo>
                  <a:lnTo>
                    <a:pt x="517744" y="81677"/>
                  </a:lnTo>
                  <a:lnTo>
                    <a:pt x="517595" y="81606"/>
                  </a:lnTo>
                  <a:lnTo>
                    <a:pt x="517343" y="81443"/>
                  </a:lnTo>
                  <a:lnTo>
                    <a:pt x="517272" y="81157"/>
                  </a:lnTo>
                  <a:lnTo>
                    <a:pt x="517306" y="80572"/>
                  </a:lnTo>
                  <a:lnTo>
                    <a:pt x="517473" y="79638"/>
                  </a:lnTo>
                  <a:lnTo>
                    <a:pt x="517409" y="79475"/>
                  </a:lnTo>
                  <a:lnTo>
                    <a:pt x="517291" y="78352"/>
                  </a:lnTo>
                  <a:lnTo>
                    <a:pt x="517135" y="77037"/>
                  </a:lnTo>
                  <a:lnTo>
                    <a:pt x="516983" y="76110"/>
                  </a:lnTo>
                  <a:lnTo>
                    <a:pt x="516840" y="75047"/>
                  </a:lnTo>
                  <a:lnTo>
                    <a:pt x="515560" y="65567"/>
                  </a:lnTo>
                  <a:lnTo>
                    <a:pt x="514818" y="59984"/>
                  </a:lnTo>
                  <a:lnTo>
                    <a:pt x="514747" y="59723"/>
                  </a:lnTo>
                  <a:lnTo>
                    <a:pt x="514678" y="59001"/>
                  </a:lnTo>
                  <a:lnTo>
                    <a:pt x="514577" y="58346"/>
                  </a:lnTo>
                  <a:lnTo>
                    <a:pt x="514151" y="57534"/>
                  </a:lnTo>
                  <a:lnTo>
                    <a:pt x="514277" y="57253"/>
                  </a:lnTo>
                  <a:lnTo>
                    <a:pt x="514309" y="57062"/>
                  </a:lnTo>
                  <a:lnTo>
                    <a:pt x="514266" y="56659"/>
                  </a:lnTo>
                  <a:lnTo>
                    <a:pt x="514000" y="56286"/>
                  </a:lnTo>
                  <a:lnTo>
                    <a:pt x="513717" y="56168"/>
                  </a:lnTo>
                  <a:lnTo>
                    <a:pt x="513591" y="56107"/>
                  </a:lnTo>
                  <a:lnTo>
                    <a:pt x="513718" y="55961"/>
                  </a:lnTo>
                  <a:lnTo>
                    <a:pt x="513825" y="55647"/>
                  </a:lnTo>
                  <a:lnTo>
                    <a:pt x="513865" y="55451"/>
                  </a:lnTo>
                  <a:lnTo>
                    <a:pt x="514246" y="54747"/>
                  </a:lnTo>
                  <a:lnTo>
                    <a:pt x="514312" y="54597"/>
                  </a:lnTo>
                  <a:lnTo>
                    <a:pt x="514302" y="54436"/>
                  </a:lnTo>
                  <a:lnTo>
                    <a:pt x="514241" y="54165"/>
                  </a:lnTo>
                  <a:lnTo>
                    <a:pt x="514200" y="53980"/>
                  </a:lnTo>
                  <a:lnTo>
                    <a:pt x="514190" y="53830"/>
                  </a:lnTo>
                  <a:lnTo>
                    <a:pt x="514209" y="53648"/>
                  </a:lnTo>
                  <a:lnTo>
                    <a:pt x="514561" y="53438"/>
                  </a:lnTo>
                  <a:lnTo>
                    <a:pt x="514307" y="53242"/>
                  </a:lnTo>
                  <a:lnTo>
                    <a:pt x="514525" y="52844"/>
                  </a:lnTo>
                  <a:lnTo>
                    <a:pt x="514561" y="52654"/>
                  </a:lnTo>
                  <a:lnTo>
                    <a:pt x="514561" y="52452"/>
                  </a:lnTo>
                  <a:lnTo>
                    <a:pt x="514667" y="52186"/>
                  </a:lnTo>
                  <a:lnTo>
                    <a:pt x="514810" y="51961"/>
                  </a:lnTo>
                  <a:lnTo>
                    <a:pt x="514647" y="51863"/>
                  </a:lnTo>
                  <a:lnTo>
                    <a:pt x="514723" y="51431"/>
                  </a:lnTo>
                  <a:lnTo>
                    <a:pt x="514820" y="51171"/>
                  </a:lnTo>
                  <a:lnTo>
                    <a:pt x="515267" y="50837"/>
                  </a:lnTo>
                  <a:lnTo>
                    <a:pt x="515144" y="50508"/>
                  </a:lnTo>
                  <a:lnTo>
                    <a:pt x="515247" y="49937"/>
                  </a:lnTo>
                  <a:lnTo>
                    <a:pt x="515616" y="49644"/>
                  </a:lnTo>
                  <a:lnTo>
                    <a:pt x="515758" y="49416"/>
                  </a:lnTo>
                  <a:lnTo>
                    <a:pt x="515995" y="48967"/>
                  </a:lnTo>
                  <a:lnTo>
                    <a:pt x="516039" y="48725"/>
                  </a:lnTo>
                  <a:lnTo>
                    <a:pt x="516309" y="48391"/>
                  </a:lnTo>
                  <a:lnTo>
                    <a:pt x="516334" y="48143"/>
                  </a:lnTo>
                  <a:lnTo>
                    <a:pt x="516359" y="47929"/>
                  </a:lnTo>
                  <a:lnTo>
                    <a:pt x="516461" y="47664"/>
                  </a:lnTo>
                  <a:lnTo>
                    <a:pt x="516644" y="47595"/>
                  </a:lnTo>
                  <a:lnTo>
                    <a:pt x="516954" y="47485"/>
                  </a:lnTo>
                  <a:lnTo>
                    <a:pt x="517218" y="47255"/>
                  </a:lnTo>
                  <a:lnTo>
                    <a:pt x="517813" y="47301"/>
                  </a:lnTo>
                  <a:lnTo>
                    <a:pt x="517909" y="47116"/>
                  </a:lnTo>
                  <a:lnTo>
                    <a:pt x="517909" y="46932"/>
                  </a:lnTo>
                  <a:lnTo>
                    <a:pt x="517937" y="46702"/>
                  </a:lnTo>
                  <a:lnTo>
                    <a:pt x="518046" y="46529"/>
                  </a:lnTo>
                  <a:lnTo>
                    <a:pt x="518265" y="46309"/>
                  </a:lnTo>
                  <a:lnTo>
                    <a:pt x="518377" y="46026"/>
                  </a:lnTo>
                  <a:lnTo>
                    <a:pt x="518604" y="45912"/>
                  </a:lnTo>
                  <a:lnTo>
                    <a:pt x="518758" y="45738"/>
                  </a:lnTo>
                  <a:lnTo>
                    <a:pt x="518915" y="45599"/>
                  </a:lnTo>
                  <a:lnTo>
                    <a:pt x="519154" y="45495"/>
                  </a:lnTo>
                  <a:lnTo>
                    <a:pt x="519397" y="45311"/>
                  </a:lnTo>
                  <a:lnTo>
                    <a:pt x="519601" y="45149"/>
                  </a:lnTo>
                  <a:lnTo>
                    <a:pt x="519637" y="44993"/>
                  </a:lnTo>
                  <a:lnTo>
                    <a:pt x="519657" y="44815"/>
                  </a:lnTo>
                  <a:lnTo>
                    <a:pt x="519743" y="44665"/>
                  </a:lnTo>
                  <a:lnTo>
                    <a:pt x="520003" y="44422"/>
                  </a:lnTo>
                  <a:lnTo>
                    <a:pt x="520053" y="44140"/>
                  </a:lnTo>
                  <a:lnTo>
                    <a:pt x="520429" y="43828"/>
                  </a:lnTo>
                  <a:lnTo>
                    <a:pt x="520401" y="43570"/>
                  </a:lnTo>
                  <a:lnTo>
                    <a:pt x="520348" y="43442"/>
                  </a:lnTo>
                  <a:lnTo>
                    <a:pt x="520450" y="43205"/>
                  </a:lnTo>
                  <a:lnTo>
                    <a:pt x="520490" y="42911"/>
                  </a:lnTo>
                  <a:lnTo>
                    <a:pt x="520529" y="42715"/>
                  </a:lnTo>
                  <a:lnTo>
                    <a:pt x="520749" y="42305"/>
                  </a:lnTo>
                  <a:lnTo>
                    <a:pt x="520765" y="42121"/>
                  </a:lnTo>
                  <a:lnTo>
                    <a:pt x="520875" y="41904"/>
                  </a:lnTo>
                  <a:lnTo>
                    <a:pt x="520790" y="41588"/>
                  </a:lnTo>
                  <a:lnTo>
                    <a:pt x="520790" y="41447"/>
                  </a:lnTo>
                  <a:lnTo>
                    <a:pt x="520871" y="41192"/>
                  </a:lnTo>
                  <a:lnTo>
                    <a:pt x="521359" y="40540"/>
                  </a:lnTo>
                  <a:lnTo>
                    <a:pt x="521649" y="40131"/>
                  </a:lnTo>
                  <a:lnTo>
                    <a:pt x="521858" y="39641"/>
                  </a:lnTo>
                  <a:lnTo>
                    <a:pt x="522394" y="39191"/>
                  </a:lnTo>
                  <a:lnTo>
                    <a:pt x="522980" y="38643"/>
                  </a:lnTo>
                  <a:lnTo>
                    <a:pt x="523466" y="37937"/>
                  </a:lnTo>
                  <a:lnTo>
                    <a:pt x="523940" y="37605"/>
                  </a:lnTo>
                  <a:lnTo>
                    <a:pt x="524485" y="37315"/>
                  </a:lnTo>
                  <a:lnTo>
                    <a:pt x="525011" y="37109"/>
                  </a:lnTo>
                  <a:lnTo>
                    <a:pt x="525223" y="37148"/>
                  </a:lnTo>
                  <a:lnTo>
                    <a:pt x="525736" y="37006"/>
                  </a:lnTo>
                  <a:lnTo>
                    <a:pt x="526329" y="36684"/>
                  </a:lnTo>
                  <a:lnTo>
                    <a:pt x="527214" y="36610"/>
                  </a:lnTo>
                  <a:lnTo>
                    <a:pt x="527548" y="36516"/>
                  </a:lnTo>
                  <a:lnTo>
                    <a:pt x="527766" y="36478"/>
                  </a:lnTo>
                  <a:lnTo>
                    <a:pt x="528238" y="36484"/>
                  </a:lnTo>
                  <a:lnTo>
                    <a:pt x="528461" y="36551"/>
                  </a:lnTo>
                  <a:lnTo>
                    <a:pt x="528709" y="36554"/>
                  </a:lnTo>
                  <a:lnTo>
                    <a:pt x="529010" y="36533"/>
                  </a:lnTo>
                  <a:lnTo>
                    <a:pt x="529242" y="36495"/>
                  </a:lnTo>
                  <a:lnTo>
                    <a:pt x="529449" y="36461"/>
                  </a:lnTo>
                  <a:lnTo>
                    <a:pt x="529973" y="36226"/>
                  </a:lnTo>
                  <a:lnTo>
                    <a:pt x="530162" y="36197"/>
                  </a:lnTo>
                  <a:lnTo>
                    <a:pt x="536540" y="35977"/>
                  </a:lnTo>
                  <a:lnTo>
                    <a:pt x="543381" y="36417"/>
                  </a:lnTo>
                  <a:lnTo>
                    <a:pt x="543525" y="36314"/>
                  </a:lnTo>
                  <a:lnTo>
                    <a:pt x="543687" y="36203"/>
                  </a:lnTo>
                  <a:lnTo>
                    <a:pt x="543842" y="36130"/>
                  </a:lnTo>
                  <a:lnTo>
                    <a:pt x="544068" y="36037"/>
                  </a:lnTo>
                  <a:lnTo>
                    <a:pt x="544318" y="35936"/>
                  </a:lnTo>
                  <a:lnTo>
                    <a:pt x="544485" y="35729"/>
                  </a:lnTo>
                  <a:lnTo>
                    <a:pt x="544735" y="35510"/>
                  </a:lnTo>
                  <a:lnTo>
                    <a:pt x="545076" y="35348"/>
                  </a:lnTo>
                  <a:lnTo>
                    <a:pt x="545519" y="35191"/>
                  </a:lnTo>
                  <a:lnTo>
                    <a:pt x="545787" y="34868"/>
                  </a:lnTo>
                  <a:lnTo>
                    <a:pt x="545914" y="34600"/>
                  </a:lnTo>
                  <a:lnTo>
                    <a:pt x="546310" y="34309"/>
                  </a:lnTo>
                  <a:lnTo>
                    <a:pt x="546900" y="33788"/>
                  </a:lnTo>
                  <a:lnTo>
                    <a:pt x="547048" y="33621"/>
                  </a:lnTo>
                  <a:lnTo>
                    <a:pt x="547452" y="33625"/>
                  </a:lnTo>
                  <a:lnTo>
                    <a:pt x="547821" y="33643"/>
                  </a:lnTo>
                  <a:lnTo>
                    <a:pt x="548181" y="33515"/>
                  </a:lnTo>
                  <a:lnTo>
                    <a:pt x="548574" y="33501"/>
                  </a:lnTo>
                  <a:lnTo>
                    <a:pt x="548940" y="33483"/>
                  </a:lnTo>
                  <a:lnTo>
                    <a:pt x="549178" y="33445"/>
                  </a:lnTo>
                  <a:lnTo>
                    <a:pt x="549333" y="33355"/>
                  </a:lnTo>
                  <a:lnTo>
                    <a:pt x="549644" y="33063"/>
                  </a:lnTo>
                  <a:lnTo>
                    <a:pt x="549864" y="32978"/>
                  </a:lnTo>
                  <a:lnTo>
                    <a:pt x="550004" y="33047"/>
                  </a:lnTo>
                  <a:lnTo>
                    <a:pt x="550086" y="33193"/>
                  </a:lnTo>
                  <a:lnTo>
                    <a:pt x="550175" y="33355"/>
                  </a:lnTo>
                  <a:lnTo>
                    <a:pt x="550287" y="33483"/>
                  </a:lnTo>
                  <a:lnTo>
                    <a:pt x="550470" y="33705"/>
                  </a:lnTo>
                  <a:lnTo>
                    <a:pt x="550803" y="33965"/>
                  </a:lnTo>
                  <a:lnTo>
                    <a:pt x="551166" y="34161"/>
                  </a:lnTo>
                  <a:lnTo>
                    <a:pt x="558721" y="31162"/>
                  </a:lnTo>
                  <a:lnTo>
                    <a:pt x="558969" y="31045"/>
                  </a:lnTo>
                  <a:lnTo>
                    <a:pt x="559176" y="30944"/>
                  </a:lnTo>
                  <a:lnTo>
                    <a:pt x="559432" y="30501"/>
                  </a:lnTo>
                  <a:lnTo>
                    <a:pt x="559499" y="30256"/>
                  </a:lnTo>
                  <a:lnTo>
                    <a:pt x="559490" y="30090"/>
                  </a:lnTo>
                  <a:lnTo>
                    <a:pt x="559407" y="29840"/>
                  </a:lnTo>
                  <a:lnTo>
                    <a:pt x="559379" y="29535"/>
                  </a:lnTo>
                  <a:lnTo>
                    <a:pt x="559410" y="29321"/>
                  </a:lnTo>
                  <a:lnTo>
                    <a:pt x="559496" y="29131"/>
                  </a:lnTo>
                  <a:lnTo>
                    <a:pt x="559606" y="28965"/>
                  </a:lnTo>
                  <a:lnTo>
                    <a:pt x="559773" y="28830"/>
                  </a:lnTo>
                  <a:lnTo>
                    <a:pt x="559904" y="28740"/>
                  </a:lnTo>
                  <a:lnTo>
                    <a:pt x="560032" y="28594"/>
                  </a:lnTo>
                  <a:lnTo>
                    <a:pt x="560269" y="28319"/>
                  </a:lnTo>
                  <a:lnTo>
                    <a:pt x="560418" y="28217"/>
                  </a:lnTo>
                  <a:lnTo>
                    <a:pt x="560584" y="28151"/>
                  </a:lnTo>
                  <a:lnTo>
                    <a:pt x="560734" y="27989"/>
                  </a:lnTo>
                  <a:lnTo>
                    <a:pt x="560849" y="27805"/>
                  </a:lnTo>
                  <a:lnTo>
                    <a:pt x="560929" y="27227"/>
                  </a:lnTo>
                  <a:lnTo>
                    <a:pt x="561191" y="26985"/>
                  </a:lnTo>
                  <a:lnTo>
                    <a:pt x="561689" y="26818"/>
                  </a:lnTo>
                  <a:lnTo>
                    <a:pt x="562553" y="26605"/>
                  </a:lnTo>
                  <a:lnTo>
                    <a:pt x="563100" y="26392"/>
                  </a:lnTo>
                  <a:lnTo>
                    <a:pt x="563421" y="26032"/>
                  </a:lnTo>
                  <a:lnTo>
                    <a:pt x="563816" y="25602"/>
                  </a:lnTo>
                  <a:lnTo>
                    <a:pt x="563816" y="25294"/>
                  </a:lnTo>
                  <a:lnTo>
                    <a:pt x="563832" y="24888"/>
                  </a:lnTo>
                  <a:lnTo>
                    <a:pt x="564214" y="24568"/>
                  </a:lnTo>
                  <a:lnTo>
                    <a:pt x="565106" y="24216"/>
                  </a:lnTo>
                  <a:lnTo>
                    <a:pt x="566051" y="23434"/>
                  </a:lnTo>
                  <a:lnTo>
                    <a:pt x="566630" y="22740"/>
                  </a:lnTo>
                  <a:lnTo>
                    <a:pt x="566823" y="22382"/>
                  </a:lnTo>
                  <a:lnTo>
                    <a:pt x="567032" y="22054"/>
                  </a:lnTo>
                  <a:lnTo>
                    <a:pt x="567154" y="21712"/>
                  </a:lnTo>
                  <a:lnTo>
                    <a:pt x="567138" y="21226"/>
                  </a:lnTo>
                  <a:lnTo>
                    <a:pt x="566978" y="20833"/>
                  </a:lnTo>
                  <a:lnTo>
                    <a:pt x="566575" y="20455"/>
                  </a:lnTo>
                  <a:lnTo>
                    <a:pt x="566301" y="19978"/>
                  </a:lnTo>
                  <a:lnTo>
                    <a:pt x="566303" y="19717"/>
                  </a:lnTo>
                  <a:lnTo>
                    <a:pt x="566378" y="18834"/>
                  </a:lnTo>
                  <a:lnTo>
                    <a:pt x="566358" y="18566"/>
                  </a:lnTo>
                  <a:lnTo>
                    <a:pt x="566361" y="18361"/>
                  </a:lnTo>
                  <a:lnTo>
                    <a:pt x="566449" y="18222"/>
                  </a:lnTo>
                  <a:lnTo>
                    <a:pt x="566629" y="18121"/>
                  </a:lnTo>
                  <a:lnTo>
                    <a:pt x="566917" y="18026"/>
                  </a:lnTo>
                  <a:lnTo>
                    <a:pt x="567992" y="17500"/>
                  </a:lnTo>
                  <a:lnTo>
                    <a:pt x="568731" y="16963"/>
                  </a:lnTo>
                  <a:lnTo>
                    <a:pt x="568776" y="16826"/>
                  </a:lnTo>
                  <a:lnTo>
                    <a:pt x="568809" y="16562"/>
                  </a:lnTo>
                  <a:lnTo>
                    <a:pt x="568824" y="16247"/>
                  </a:lnTo>
                  <a:lnTo>
                    <a:pt x="568763" y="16069"/>
                  </a:lnTo>
                  <a:lnTo>
                    <a:pt x="568450" y="15643"/>
                  </a:lnTo>
                  <a:lnTo>
                    <a:pt x="568050" y="15313"/>
                  </a:lnTo>
                  <a:lnTo>
                    <a:pt x="567876" y="15059"/>
                  </a:lnTo>
                  <a:lnTo>
                    <a:pt x="566829" y="14234"/>
                  </a:lnTo>
                  <a:lnTo>
                    <a:pt x="566594" y="14102"/>
                  </a:lnTo>
                  <a:lnTo>
                    <a:pt x="566316" y="13868"/>
                  </a:lnTo>
                  <a:lnTo>
                    <a:pt x="565411" y="12770"/>
                  </a:lnTo>
                  <a:lnTo>
                    <a:pt x="565446" y="12415"/>
                  </a:lnTo>
                  <a:lnTo>
                    <a:pt x="565379" y="12079"/>
                  </a:lnTo>
                  <a:lnTo>
                    <a:pt x="565096" y="11488"/>
                  </a:lnTo>
                  <a:lnTo>
                    <a:pt x="564989" y="11016"/>
                  </a:lnTo>
                  <a:lnTo>
                    <a:pt x="564995" y="10861"/>
                  </a:lnTo>
                  <a:lnTo>
                    <a:pt x="565108" y="10266"/>
                  </a:lnTo>
                  <a:lnTo>
                    <a:pt x="565071" y="9646"/>
                  </a:lnTo>
                  <a:lnTo>
                    <a:pt x="565100" y="9249"/>
                  </a:lnTo>
                  <a:lnTo>
                    <a:pt x="565642" y="8521"/>
                  </a:lnTo>
                  <a:lnTo>
                    <a:pt x="565956" y="8130"/>
                  </a:lnTo>
                  <a:lnTo>
                    <a:pt x="566264" y="7822"/>
                  </a:lnTo>
                  <a:lnTo>
                    <a:pt x="566814" y="7544"/>
                  </a:lnTo>
                  <a:lnTo>
                    <a:pt x="567200" y="7520"/>
                  </a:lnTo>
                  <a:lnTo>
                    <a:pt x="567657" y="7101"/>
                  </a:lnTo>
                  <a:lnTo>
                    <a:pt x="568007" y="6979"/>
                  </a:lnTo>
                  <a:lnTo>
                    <a:pt x="568252" y="6879"/>
                  </a:lnTo>
                  <a:lnTo>
                    <a:pt x="569616" y="6064"/>
                  </a:lnTo>
                  <a:lnTo>
                    <a:pt x="569992" y="5674"/>
                  </a:lnTo>
                  <a:lnTo>
                    <a:pt x="569868" y="5338"/>
                  </a:lnTo>
                  <a:lnTo>
                    <a:pt x="569861" y="5025"/>
                  </a:lnTo>
                  <a:lnTo>
                    <a:pt x="569789" y="4681"/>
                  </a:lnTo>
                  <a:lnTo>
                    <a:pt x="569804" y="4301"/>
                  </a:lnTo>
                  <a:lnTo>
                    <a:pt x="569993" y="3844"/>
                  </a:lnTo>
                  <a:lnTo>
                    <a:pt x="570099" y="3708"/>
                  </a:lnTo>
                  <a:lnTo>
                    <a:pt x="570888" y="3103"/>
                  </a:lnTo>
                  <a:lnTo>
                    <a:pt x="571381" y="2643"/>
                  </a:lnTo>
                  <a:lnTo>
                    <a:pt x="571703" y="2479"/>
                  </a:lnTo>
                  <a:lnTo>
                    <a:pt x="572006" y="2399"/>
                  </a:lnTo>
                  <a:lnTo>
                    <a:pt x="572573" y="2326"/>
                  </a:lnTo>
                  <a:lnTo>
                    <a:pt x="573024" y="2385"/>
                  </a:lnTo>
                  <a:lnTo>
                    <a:pt x="573782" y="2534"/>
                  </a:lnTo>
                  <a:lnTo>
                    <a:pt x="574250" y="2492"/>
                  </a:lnTo>
                  <a:lnTo>
                    <a:pt x="574700" y="2430"/>
                  </a:lnTo>
                  <a:lnTo>
                    <a:pt x="575447" y="2294"/>
                  </a:lnTo>
                  <a:lnTo>
                    <a:pt x="575624" y="2208"/>
                  </a:lnTo>
                  <a:lnTo>
                    <a:pt x="575787" y="2146"/>
                  </a:lnTo>
                  <a:lnTo>
                    <a:pt x="576579" y="1948"/>
                  </a:lnTo>
                  <a:lnTo>
                    <a:pt x="577213" y="2055"/>
                  </a:lnTo>
                  <a:lnTo>
                    <a:pt x="577890" y="2292"/>
                  </a:lnTo>
                  <a:lnTo>
                    <a:pt x="578396" y="2515"/>
                  </a:lnTo>
                  <a:lnTo>
                    <a:pt x="578720" y="2298"/>
                  </a:lnTo>
                  <a:lnTo>
                    <a:pt x="578981" y="2235"/>
                  </a:lnTo>
                  <a:lnTo>
                    <a:pt x="579110" y="2223"/>
                  </a:lnTo>
                  <a:lnTo>
                    <a:pt x="579699" y="2298"/>
                  </a:lnTo>
                  <a:lnTo>
                    <a:pt x="580049" y="2395"/>
                  </a:lnTo>
                  <a:lnTo>
                    <a:pt x="580338" y="2224"/>
                  </a:lnTo>
                  <a:lnTo>
                    <a:pt x="580825" y="1828"/>
                  </a:lnTo>
                  <a:lnTo>
                    <a:pt x="581079" y="1348"/>
                  </a:lnTo>
                  <a:lnTo>
                    <a:pt x="581220" y="1313"/>
                  </a:lnTo>
                  <a:lnTo>
                    <a:pt x="582419" y="1385"/>
                  </a:lnTo>
                  <a:lnTo>
                    <a:pt x="583102" y="1694"/>
                  </a:lnTo>
                  <a:lnTo>
                    <a:pt x="583309" y="1864"/>
                  </a:lnTo>
                  <a:lnTo>
                    <a:pt x="585012" y="2044"/>
                  </a:lnTo>
                  <a:lnTo>
                    <a:pt x="585347" y="2210"/>
                  </a:lnTo>
                  <a:lnTo>
                    <a:pt x="586407" y="3323"/>
                  </a:lnTo>
                  <a:lnTo>
                    <a:pt x="588339" y="3199"/>
                  </a:lnTo>
                  <a:lnTo>
                    <a:pt x="588934" y="3082"/>
                  </a:lnTo>
                  <a:lnTo>
                    <a:pt x="589721" y="3661"/>
                  </a:lnTo>
                  <a:lnTo>
                    <a:pt x="590600" y="3668"/>
                  </a:lnTo>
                  <a:lnTo>
                    <a:pt x="592407" y="3966"/>
                  </a:lnTo>
                  <a:lnTo>
                    <a:pt x="592750" y="4113"/>
                  </a:lnTo>
                  <a:lnTo>
                    <a:pt x="593221" y="4436"/>
                  </a:lnTo>
                  <a:lnTo>
                    <a:pt x="593770" y="4789"/>
                  </a:lnTo>
                  <a:lnTo>
                    <a:pt x="594224" y="5044"/>
                  </a:lnTo>
                  <a:lnTo>
                    <a:pt x="594996" y="5172"/>
                  </a:lnTo>
                  <a:lnTo>
                    <a:pt x="595467" y="4988"/>
                  </a:lnTo>
                  <a:lnTo>
                    <a:pt x="596339" y="4599"/>
                  </a:lnTo>
                  <a:lnTo>
                    <a:pt x="596731" y="4637"/>
                  </a:lnTo>
                  <a:lnTo>
                    <a:pt x="597123" y="4556"/>
                  </a:lnTo>
                  <a:lnTo>
                    <a:pt x="597890" y="4118"/>
                  </a:lnTo>
                  <a:lnTo>
                    <a:pt x="598164" y="3991"/>
                  </a:lnTo>
                  <a:lnTo>
                    <a:pt x="598317" y="3778"/>
                  </a:lnTo>
                  <a:lnTo>
                    <a:pt x="598312" y="3573"/>
                  </a:lnTo>
                  <a:lnTo>
                    <a:pt x="598042" y="3172"/>
                  </a:lnTo>
                  <a:lnTo>
                    <a:pt x="597463" y="2566"/>
                  </a:lnTo>
                  <a:lnTo>
                    <a:pt x="597494" y="2157"/>
                  </a:lnTo>
                  <a:lnTo>
                    <a:pt x="597707" y="1978"/>
                  </a:lnTo>
                  <a:lnTo>
                    <a:pt x="598083" y="1886"/>
                  </a:lnTo>
                  <a:lnTo>
                    <a:pt x="599526" y="1834"/>
                  </a:lnTo>
                  <a:lnTo>
                    <a:pt x="600349" y="1955"/>
                  </a:lnTo>
                  <a:lnTo>
                    <a:pt x="600817" y="1926"/>
                  </a:lnTo>
                  <a:lnTo>
                    <a:pt x="601543" y="1603"/>
                  </a:lnTo>
                  <a:lnTo>
                    <a:pt x="602102" y="1436"/>
                  </a:lnTo>
                  <a:lnTo>
                    <a:pt x="602626" y="1488"/>
                  </a:lnTo>
                  <a:lnTo>
                    <a:pt x="603078" y="1586"/>
                  </a:lnTo>
                  <a:lnTo>
                    <a:pt x="603459" y="1574"/>
                  </a:lnTo>
                  <a:lnTo>
                    <a:pt x="603937" y="1390"/>
                  </a:lnTo>
                  <a:lnTo>
                    <a:pt x="604155" y="1361"/>
                  </a:lnTo>
                  <a:lnTo>
                    <a:pt x="604785" y="1361"/>
                  </a:lnTo>
                  <a:lnTo>
                    <a:pt x="604991" y="1324"/>
                  </a:lnTo>
                  <a:lnTo>
                    <a:pt x="605263" y="1292"/>
                  </a:lnTo>
                  <a:lnTo>
                    <a:pt x="605603" y="1044"/>
                  </a:lnTo>
                  <a:lnTo>
                    <a:pt x="605966" y="512"/>
                  </a:lnTo>
                  <a:lnTo>
                    <a:pt x="606394" y="305"/>
                  </a:lnTo>
                  <a:lnTo>
                    <a:pt x="606990" y="115"/>
                  </a:lnTo>
                  <a:lnTo>
                    <a:pt x="607869" y="46"/>
                  </a:lnTo>
                  <a:lnTo>
                    <a:pt x="608398" y="271"/>
                  </a:lnTo>
                  <a:lnTo>
                    <a:pt x="608936" y="438"/>
                  </a:lnTo>
                  <a:lnTo>
                    <a:pt x="609287" y="455"/>
                  </a:lnTo>
                  <a:lnTo>
                    <a:pt x="609739" y="328"/>
                  </a:lnTo>
                  <a:lnTo>
                    <a:pt x="609973" y="74"/>
                  </a:lnTo>
                  <a:lnTo>
                    <a:pt x="610263" y="0"/>
                  </a:lnTo>
                  <a:lnTo>
                    <a:pt x="610557" y="121"/>
                  </a:lnTo>
                  <a:lnTo>
                    <a:pt x="611495" y="504"/>
                  </a:lnTo>
                  <a:lnTo>
                    <a:pt x="611442" y="1436"/>
                  </a:lnTo>
                  <a:lnTo>
                    <a:pt x="611576" y="1670"/>
                  </a:lnTo>
                  <a:lnTo>
                    <a:pt x="612259" y="1674"/>
                  </a:lnTo>
                  <a:lnTo>
                    <a:pt x="612440" y="1772"/>
                  </a:lnTo>
                  <a:lnTo>
                    <a:pt x="612721" y="2042"/>
                  </a:lnTo>
                  <a:lnTo>
                    <a:pt x="612934" y="2422"/>
                  </a:lnTo>
                  <a:lnTo>
                    <a:pt x="613288" y="2886"/>
                  </a:lnTo>
                  <a:lnTo>
                    <a:pt x="613465" y="3225"/>
                  </a:lnTo>
                  <a:lnTo>
                    <a:pt x="613526" y="3481"/>
                  </a:lnTo>
                  <a:lnTo>
                    <a:pt x="613488" y="3629"/>
                  </a:lnTo>
                  <a:lnTo>
                    <a:pt x="613437" y="3758"/>
                  </a:lnTo>
                  <a:lnTo>
                    <a:pt x="613189" y="3967"/>
                  </a:lnTo>
                  <a:lnTo>
                    <a:pt x="612808" y="4104"/>
                  </a:lnTo>
                  <a:lnTo>
                    <a:pt x="612547" y="4306"/>
                  </a:lnTo>
                  <a:lnTo>
                    <a:pt x="612533" y="4669"/>
                  </a:lnTo>
                  <a:lnTo>
                    <a:pt x="612615" y="4964"/>
                  </a:lnTo>
                  <a:lnTo>
                    <a:pt x="612747" y="5137"/>
                  </a:lnTo>
                  <a:lnTo>
                    <a:pt x="612869" y="5379"/>
                  </a:lnTo>
                  <a:lnTo>
                    <a:pt x="612823" y="5586"/>
                  </a:lnTo>
                  <a:lnTo>
                    <a:pt x="612493" y="5840"/>
                  </a:lnTo>
                  <a:lnTo>
                    <a:pt x="612366" y="5938"/>
                  </a:lnTo>
                  <a:lnTo>
                    <a:pt x="612112" y="6123"/>
                  </a:lnTo>
                  <a:lnTo>
                    <a:pt x="612046" y="6261"/>
                  </a:lnTo>
                  <a:lnTo>
                    <a:pt x="612061" y="6457"/>
                  </a:lnTo>
                  <a:lnTo>
                    <a:pt x="612147" y="6677"/>
                  </a:lnTo>
                  <a:lnTo>
                    <a:pt x="612297" y="6906"/>
                  </a:lnTo>
                  <a:lnTo>
                    <a:pt x="612774" y="7160"/>
                  </a:lnTo>
                  <a:lnTo>
                    <a:pt x="613180" y="7212"/>
                  </a:lnTo>
                  <a:lnTo>
                    <a:pt x="613678" y="7281"/>
                  </a:lnTo>
                  <a:lnTo>
                    <a:pt x="613988" y="7390"/>
                  </a:lnTo>
                  <a:lnTo>
                    <a:pt x="614085" y="7667"/>
                  </a:lnTo>
                  <a:lnTo>
                    <a:pt x="614085" y="7858"/>
                  </a:lnTo>
                  <a:lnTo>
                    <a:pt x="614044" y="8411"/>
                  </a:lnTo>
                  <a:lnTo>
                    <a:pt x="614090" y="8873"/>
                  </a:lnTo>
                  <a:lnTo>
                    <a:pt x="614192" y="9098"/>
                  </a:lnTo>
                  <a:lnTo>
                    <a:pt x="614443" y="9275"/>
                  </a:lnTo>
                  <a:lnTo>
                    <a:pt x="614976" y="9414"/>
                  </a:lnTo>
                  <a:lnTo>
                    <a:pt x="615230" y="9601"/>
                  </a:lnTo>
                  <a:lnTo>
                    <a:pt x="615281" y="9738"/>
                  </a:lnTo>
                  <a:lnTo>
                    <a:pt x="615228" y="9939"/>
                  </a:lnTo>
                  <a:lnTo>
                    <a:pt x="614443" y="10157"/>
                  </a:lnTo>
                  <a:lnTo>
                    <a:pt x="613991" y="10296"/>
                  </a:lnTo>
                  <a:lnTo>
                    <a:pt x="613716" y="10665"/>
                  </a:lnTo>
                  <a:lnTo>
                    <a:pt x="613750" y="11051"/>
                  </a:lnTo>
                  <a:lnTo>
                    <a:pt x="613801" y="11231"/>
                  </a:lnTo>
                  <a:lnTo>
                    <a:pt x="613763" y="11397"/>
                  </a:lnTo>
                  <a:lnTo>
                    <a:pt x="613617" y="11541"/>
                  </a:lnTo>
                  <a:lnTo>
                    <a:pt x="613344" y="11591"/>
                  </a:lnTo>
                  <a:lnTo>
                    <a:pt x="612480" y="11519"/>
                  </a:lnTo>
                  <a:lnTo>
                    <a:pt x="611788" y="11418"/>
                  </a:lnTo>
                  <a:lnTo>
                    <a:pt x="611362" y="11339"/>
                  </a:lnTo>
                  <a:lnTo>
                    <a:pt x="611172" y="11505"/>
                  </a:lnTo>
                  <a:lnTo>
                    <a:pt x="611013" y="11865"/>
                  </a:lnTo>
                  <a:lnTo>
                    <a:pt x="610765" y="12147"/>
                  </a:lnTo>
                  <a:lnTo>
                    <a:pt x="610557" y="12216"/>
                  </a:lnTo>
                  <a:lnTo>
                    <a:pt x="610357" y="12404"/>
                  </a:lnTo>
                  <a:lnTo>
                    <a:pt x="609995" y="12457"/>
                  </a:lnTo>
                  <a:lnTo>
                    <a:pt x="609654" y="12452"/>
                  </a:lnTo>
                  <a:lnTo>
                    <a:pt x="609097" y="12406"/>
                  </a:lnTo>
                  <a:lnTo>
                    <a:pt x="608766" y="12560"/>
                  </a:lnTo>
                  <a:lnTo>
                    <a:pt x="608800" y="12900"/>
                  </a:lnTo>
                  <a:lnTo>
                    <a:pt x="608813" y="13186"/>
                  </a:lnTo>
                  <a:lnTo>
                    <a:pt x="608703" y="13449"/>
                  </a:lnTo>
                  <a:lnTo>
                    <a:pt x="608349" y="14021"/>
                  </a:lnTo>
                  <a:lnTo>
                    <a:pt x="608028" y="14626"/>
                  </a:lnTo>
                  <a:lnTo>
                    <a:pt x="608024" y="14796"/>
                  </a:lnTo>
                  <a:lnTo>
                    <a:pt x="608117" y="15027"/>
                  </a:lnTo>
                  <a:lnTo>
                    <a:pt x="608345" y="15170"/>
                  </a:lnTo>
                  <a:lnTo>
                    <a:pt x="608666" y="15258"/>
                  </a:lnTo>
                  <a:lnTo>
                    <a:pt x="609061" y="15221"/>
                  </a:lnTo>
                  <a:lnTo>
                    <a:pt x="609709" y="15195"/>
                  </a:lnTo>
                  <a:lnTo>
                    <a:pt x="609924" y="15231"/>
                  </a:lnTo>
                  <a:lnTo>
                    <a:pt x="610162" y="15564"/>
                  </a:lnTo>
                  <a:lnTo>
                    <a:pt x="610203" y="15842"/>
                  </a:lnTo>
                  <a:lnTo>
                    <a:pt x="610276" y="16165"/>
                  </a:lnTo>
                  <a:lnTo>
                    <a:pt x="610414" y="16359"/>
                  </a:lnTo>
                  <a:lnTo>
                    <a:pt x="610999" y="16534"/>
                  </a:lnTo>
                  <a:lnTo>
                    <a:pt x="611503" y="16885"/>
                  </a:lnTo>
                  <a:lnTo>
                    <a:pt x="611756" y="17152"/>
                  </a:lnTo>
                  <a:lnTo>
                    <a:pt x="611747" y="17309"/>
                  </a:lnTo>
                  <a:lnTo>
                    <a:pt x="611560" y="17383"/>
                  </a:lnTo>
                  <a:lnTo>
                    <a:pt x="611016" y="17420"/>
                  </a:lnTo>
                  <a:lnTo>
                    <a:pt x="610772" y="17429"/>
                  </a:lnTo>
                  <a:lnTo>
                    <a:pt x="610585" y="17632"/>
                  </a:lnTo>
                  <a:lnTo>
                    <a:pt x="611225" y="18101"/>
                  </a:lnTo>
                  <a:lnTo>
                    <a:pt x="611482" y="18441"/>
                  </a:lnTo>
                  <a:lnTo>
                    <a:pt x="611726" y="18625"/>
                  </a:lnTo>
                  <a:lnTo>
                    <a:pt x="611924" y="18648"/>
                  </a:lnTo>
                  <a:lnTo>
                    <a:pt x="612509" y="18539"/>
                  </a:lnTo>
                  <a:lnTo>
                    <a:pt x="613154" y="18429"/>
                  </a:lnTo>
                  <a:lnTo>
                    <a:pt x="613728" y="18625"/>
                  </a:lnTo>
                  <a:lnTo>
                    <a:pt x="614475" y="19208"/>
                  </a:lnTo>
                  <a:lnTo>
                    <a:pt x="615324" y="19773"/>
                  </a:lnTo>
                  <a:lnTo>
                    <a:pt x="616035" y="20339"/>
                  </a:lnTo>
                  <a:lnTo>
                    <a:pt x="616634" y="20598"/>
                  </a:lnTo>
                  <a:lnTo>
                    <a:pt x="616985" y="20229"/>
                  </a:lnTo>
                  <a:lnTo>
                    <a:pt x="617427" y="19964"/>
                  </a:lnTo>
                  <a:lnTo>
                    <a:pt x="617742" y="19912"/>
                  </a:lnTo>
                  <a:lnTo>
                    <a:pt x="618291" y="20079"/>
                  </a:lnTo>
                  <a:lnTo>
                    <a:pt x="619277" y="20523"/>
                  </a:lnTo>
                  <a:lnTo>
                    <a:pt x="620176" y="20950"/>
                  </a:lnTo>
                  <a:lnTo>
                    <a:pt x="620811" y="21331"/>
                  </a:lnTo>
                  <a:lnTo>
                    <a:pt x="621269" y="21642"/>
                  </a:lnTo>
                  <a:lnTo>
                    <a:pt x="621604" y="21965"/>
                  </a:lnTo>
                  <a:lnTo>
                    <a:pt x="621599" y="22167"/>
                  </a:lnTo>
                  <a:lnTo>
                    <a:pt x="621594" y="22513"/>
                  </a:lnTo>
                  <a:lnTo>
                    <a:pt x="621942" y="22782"/>
                  </a:lnTo>
                  <a:lnTo>
                    <a:pt x="622200" y="22737"/>
                  </a:lnTo>
                  <a:lnTo>
                    <a:pt x="622785" y="22571"/>
                  </a:lnTo>
                  <a:lnTo>
                    <a:pt x="622927" y="22571"/>
                  </a:lnTo>
                  <a:lnTo>
                    <a:pt x="623131" y="22621"/>
                  </a:lnTo>
                  <a:lnTo>
                    <a:pt x="623372" y="22779"/>
                  </a:lnTo>
                  <a:lnTo>
                    <a:pt x="623240" y="23069"/>
                  </a:lnTo>
                  <a:lnTo>
                    <a:pt x="623078" y="23397"/>
                  </a:lnTo>
                  <a:lnTo>
                    <a:pt x="622554" y="23946"/>
                  </a:lnTo>
                  <a:lnTo>
                    <a:pt x="621858" y="24499"/>
                  </a:lnTo>
                  <a:lnTo>
                    <a:pt x="621596" y="24693"/>
                  </a:lnTo>
                  <a:lnTo>
                    <a:pt x="621427" y="24867"/>
                  </a:lnTo>
                  <a:lnTo>
                    <a:pt x="620431" y="25553"/>
                  </a:lnTo>
                  <a:lnTo>
                    <a:pt x="620248" y="25795"/>
                  </a:lnTo>
                  <a:lnTo>
                    <a:pt x="620151" y="26090"/>
                  </a:lnTo>
                  <a:lnTo>
                    <a:pt x="620402" y="26437"/>
                  </a:lnTo>
                  <a:lnTo>
                    <a:pt x="620434" y="26631"/>
                  </a:lnTo>
                  <a:lnTo>
                    <a:pt x="620339" y="26869"/>
                  </a:lnTo>
                  <a:lnTo>
                    <a:pt x="619799" y="27179"/>
                  </a:lnTo>
                  <a:lnTo>
                    <a:pt x="619085" y="27608"/>
                  </a:lnTo>
                  <a:lnTo>
                    <a:pt x="618402" y="27743"/>
                  </a:lnTo>
                  <a:lnTo>
                    <a:pt x="618016" y="27928"/>
                  </a:lnTo>
                  <a:lnTo>
                    <a:pt x="617618" y="28182"/>
                  </a:lnTo>
                  <a:lnTo>
                    <a:pt x="617423" y="28358"/>
                  </a:lnTo>
                  <a:lnTo>
                    <a:pt x="617446" y="28675"/>
                  </a:lnTo>
                  <a:lnTo>
                    <a:pt x="617654" y="29097"/>
                  </a:lnTo>
                  <a:lnTo>
                    <a:pt x="618000" y="29431"/>
                  </a:lnTo>
                  <a:lnTo>
                    <a:pt x="618864" y="29852"/>
                  </a:lnTo>
                  <a:lnTo>
                    <a:pt x="619418" y="29966"/>
                  </a:lnTo>
                  <a:lnTo>
                    <a:pt x="619966" y="30280"/>
                  </a:lnTo>
                  <a:lnTo>
                    <a:pt x="620230" y="30469"/>
                  </a:lnTo>
                  <a:lnTo>
                    <a:pt x="620431" y="30597"/>
                  </a:lnTo>
                  <a:lnTo>
                    <a:pt x="620819" y="30744"/>
                  </a:lnTo>
                  <a:lnTo>
                    <a:pt x="621083" y="30795"/>
                  </a:lnTo>
                  <a:lnTo>
                    <a:pt x="621376" y="30813"/>
                  </a:lnTo>
                  <a:lnTo>
                    <a:pt x="621705" y="30924"/>
                  </a:lnTo>
                  <a:lnTo>
                    <a:pt x="621929" y="30915"/>
                  </a:lnTo>
                  <a:lnTo>
                    <a:pt x="622185" y="30767"/>
                  </a:lnTo>
                  <a:lnTo>
                    <a:pt x="622575" y="30716"/>
                  </a:lnTo>
                  <a:lnTo>
                    <a:pt x="622785" y="30750"/>
                  </a:lnTo>
                  <a:lnTo>
                    <a:pt x="623311" y="30753"/>
                  </a:lnTo>
                  <a:lnTo>
                    <a:pt x="623713" y="30887"/>
                  </a:lnTo>
                  <a:lnTo>
                    <a:pt x="623867" y="31021"/>
                  </a:lnTo>
                  <a:lnTo>
                    <a:pt x="624042" y="31358"/>
                  </a:lnTo>
                  <a:lnTo>
                    <a:pt x="624172" y="31584"/>
                  </a:lnTo>
                  <a:lnTo>
                    <a:pt x="624591" y="31990"/>
                  </a:lnTo>
                  <a:lnTo>
                    <a:pt x="624815" y="31907"/>
                  </a:lnTo>
                  <a:lnTo>
                    <a:pt x="625162" y="31799"/>
                  </a:lnTo>
                  <a:lnTo>
                    <a:pt x="625323" y="31750"/>
                  </a:lnTo>
                  <a:lnTo>
                    <a:pt x="625612" y="31877"/>
                  </a:lnTo>
                  <a:lnTo>
                    <a:pt x="626781" y="32927"/>
                  </a:lnTo>
                  <a:lnTo>
                    <a:pt x="627101" y="33209"/>
                  </a:lnTo>
                  <a:lnTo>
                    <a:pt x="627620" y="33505"/>
                  </a:lnTo>
                  <a:lnTo>
                    <a:pt x="628117" y="33215"/>
                  </a:lnTo>
                  <a:lnTo>
                    <a:pt x="628463" y="33054"/>
                  </a:lnTo>
                  <a:lnTo>
                    <a:pt x="628683" y="33064"/>
                  </a:lnTo>
                  <a:lnTo>
                    <a:pt x="629262" y="33244"/>
                  </a:lnTo>
                  <a:lnTo>
                    <a:pt x="629908" y="33223"/>
                  </a:lnTo>
                  <a:lnTo>
                    <a:pt x="630451" y="33479"/>
                  </a:lnTo>
                  <a:lnTo>
                    <a:pt x="631884" y="33922"/>
                  </a:lnTo>
                  <a:lnTo>
                    <a:pt x="632622" y="34150"/>
                  </a:lnTo>
                  <a:lnTo>
                    <a:pt x="633719" y="34573"/>
                  </a:lnTo>
                  <a:lnTo>
                    <a:pt x="634329" y="34870"/>
                  </a:lnTo>
                  <a:lnTo>
                    <a:pt x="634469" y="35111"/>
                  </a:lnTo>
                  <a:lnTo>
                    <a:pt x="634305" y="35562"/>
                  </a:lnTo>
                  <a:lnTo>
                    <a:pt x="634250" y="35784"/>
                  </a:lnTo>
                  <a:lnTo>
                    <a:pt x="634244" y="35957"/>
                  </a:lnTo>
                  <a:lnTo>
                    <a:pt x="634317" y="36116"/>
                  </a:lnTo>
                  <a:lnTo>
                    <a:pt x="634469" y="36275"/>
                  </a:lnTo>
                  <a:lnTo>
                    <a:pt x="634725" y="36476"/>
                  </a:lnTo>
                  <a:lnTo>
                    <a:pt x="635603" y="36926"/>
                  </a:lnTo>
                  <a:lnTo>
                    <a:pt x="636317" y="37272"/>
                  </a:lnTo>
                  <a:lnTo>
                    <a:pt x="637024" y="37577"/>
                  </a:lnTo>
                  <a:lnTo>
                    <a:pt x="637536" y="37881"/>
                  </a:lnTo>
                  <a:lnTo>
                    <a:pt x="637914" y="38290"/>
                  </a:lnTo>
                  <a:lnTo>
                    <a:pt x="638274" y="38450"/>
                  </a:lnTo>
                  <a:lnTo>
                    <a:pt x="638869" y="38306"/>
                  </a:lnTo>
                  <a:lnTo>
                    <a:pt x="639656" y="37815"/>
                  </a:lnTo>
                  <a:lnTo>
                    <a:pt x="640158" y="37513"/>
                  </a:lnTo>
                  <a:lnTo>
                    <a:pt x="640704" y="37368"/>
                  </a:lnTo>
                  <a:lnTo>
                    <a:pt x="641105" y="37462"/>
                  </a:lnTo>
                  <a:lnTo>
                    <a:pt x="641429" y="37707"/>
                  </a:lnTo>
                  <a:lnTo>
                    <a:pt x="641467" y="37952"/>
                  </a:lnTo>
                  <a:lnTo>
                    <a:pt x="641457" y="38206"/>
                  </a:lnTo>
                  <a:lnTo>
                    <a:pt x="641530" y="38911"/>
                  </a:lnTo>
                  <a:lnTo>
                    <a:pt x="641651" y="39128"/>
                  </a:lnTo>
                  <a:lnTo>
                    <a:pt x="641892" y="39466"/>
                  </a:lnTo>
                  <a:lnTo>
                    <a:pt x="642065" y="39562"/>
                  </a:lnTo>
                  <a:lnTo>
                    <a:pt x="642699" y="39567"/>
                  </a:lnTo>
                  <a:lnTo>
                    <a:pt x="643371" y="39492"/>
                  </a:lnTo>
                  <a:lnTo>
                    <a:pt x="643569" y="39531"/>
                  </a:lnTo>
                  <a:lnTo>
                    <a:pt x="643620" y="39687"/>
                  </a:lnTo>
                  <a:lnTo>
                    <a:pt x="643539" y="40114"/>
                  </a:lnTo>
                  <a:lnTo>
                    <a:pt x="643696" y="40391"/>
                  </a:lnTo>
                  <a:lnTo>
                    <a:pt x="644103" y="40645"/>
                  </a:lnTo>
                  <a:lnTo>
                    <a:pt x="644687" y="40789"/>
                  </a:lnTo>
                  <a:lnTo>
                    <a:pt x="645095" y="41091"/>
                  </a:lnTo>
                  <a:lnTo>
                    <a:pt x="645110" y="41245"/>
                  </a:lnTo>
                  <a:lnTo>
                    <a:pt x="644849" y="41879"/>
                  </a:lnTo>
                  <a:lnTo>
                    <a:pt x="644107" y="42744"/>
                  </a:lnTo>
                  <a:lnTo>
                    <a:pt x="643813" y="43125"/>
                  </a:lnTo>
                  <a:lnTo>
                    <a:pt x="643650" y="43644"/>
                  </a:lnTo>
                  <a:lnTo>
                    <a:pt x="643752" y="43967"/>
                  </a:lnTo>
                  <a:lnTo>
                    <a:pt x="643985" y="44129"/>
                  </a:lnTo>
                  <a:lnTo>
                    <a:pt x="644229" y="44354"/>
                  </a:lnTo>
                  <a:lnTo>
                    <a:pt x="644361" y="44578"/>
                  </a:lnTo>
                  <a:lnTo>
                    <a:pt x="644504" y="44896"/>
                  </a:lnTo>
                  <a:lnTo>
                    <a:pt x="644664" y="45452"/>
                  </a:lnTo>
                  <a:lnTo>
                    <a:pt x="644646" y="45957"/>
                  </a:lnTo>
                  <a:lnTo>
                    <a:pt x="644651" y="46211"/>
                  </a:lnTo>
                  <a:lnTo>
                    <a:pt x="644692" y="46540"/>
                  </a:lnTo>
                  <a:lnTo>
                    <a:pt x="644758" y="46678"/>
                  </a:lnTo>
                  <a:lnTo>
                    <a:pt x="644885" y="46840"/>
                  </a:lnTo>
                  <a:lnTo>
                    <a:pt x="645213" y="47008"/>
                  </a:lnTo>
                  <a:lnTo>
                    <a:pt x="645536" y="47083"/>
                  </a:lnTo>
                  <a:lnTo>
                    <a:pt x="645992" y="47353"/>
                  </a:lnTo>
                  <a:lnTo>
                    <a:pt x="646124" y="47520"/>
                  </a:lnTo>
                  <a:lnTo>
                    <a:pt x="646201" y="47745"/>
                  </a:lnTo>
                  <a:lnTo>
                    <a:pt x="646211" y="47964"/>
                  </a:lnTo>
                  <a:lnTo>
                    <a:pt x="646241" y="48166"/>
                  </a:lnTo>
                  <a:lnTo>
                    <a:pt x="646512" y="48606"/>
                  </a:lnTo>
                  <a:lnTo>
                    <a:pt x="646725" y="48741"/>
                  </a:lnTo>
                  <a:lnTo>
                    <a:pt x="647320" y="48930"/>
                  </a:lnTo>
                  <a:lnTo>
                    <a:pt x="647958" y="49040"/>
                  </a:lnTo>
                  <a:lnTo>
                    <a:pt x="648395" y="48887"/>
                  </a:lnTo>
                  <a:lnTo>
                    <a:pt x="648781" y="48659"/>
                  </a:lnTo>
                  <a:lnTo>
                    <a:pt x="648970" y="48606"/>
                  </a:lnTo>
                  <a:lnTo>
                    <a:pt x="649271" y="48653"/>
                  </a:lnTo>
                  <a:lnTo>
                    <a:pt x="649400" y="48733"/>
                  </a:lnTo>
                  <a:lnTo>
                    <a:pt x="649619" y="48872"/>
                  </a:lnTo>
                  <a:lnTo>
                    <a:pt x="650031" y="49544"/>
                  </a:lnTo>
                  <a:lnTo>
                    <a:pt x="650190" y="49622"/>
                  </a:lnTo>
                  <a:lnTo>
                    <a:pt x="651113" y="49961"/>
                  </a:lnTo>
                  <a:lnTo>
                    <a:pt x="651357" y="50129"/>
                  </a:lnTo>
                  <a:lnTo>
                    <a:pt x="651769" y="50363"/>
                  </a:lnTo>
                  <a:lnTo>
                    <a:pt x="652059" y="50538"/>
                  </a:lnTo>
                  <a:lnTo>
                    <a:pt x="652265" y="50677"/>
                  </a:lnTo>
                  <a:lnTo>
                    <a:pt x="652774" y="50831"/>
                  </a:lnTo>
                  <a:lnTo>
                    <a:pt x="653443" y="51145"/>
                  </a:lnTo>
                  <a:lnTo>
                    <a:pt x="653630" y="51328"/>
                  </a:lnTo>
                  <a:lnTo>
                    <a:pt x="653926" y="51904"/>
                  </a:lnTo>
                  <a:lnTo>
                    <a:pt x="654216" y="52160"/>
                  </a:lnTo>
                  <a:lnTo>
                    <a:pt x="654596" y="52211"/>
                  </a:lnTo>
                  <a:lnTo>
                    <a:pt x="654956" y="52072"/>
                  </a:lnTo>
                  <a:lnTo>
                    <a:pt x="655272" y="51955"/>
                  </a:lnTo>
                  <a:lnTo>
                    <a:pt x="655875" y="51955"/>
                  </a:lnTo>
                  <a:lnTo>
                    <a:pt x="656521" y="51999"/>
                  </a:lnTo>
                  <a:lnTo>
                    <a:pt x="657532" y="51933"/>
                  </a:lnTo>
                  <a:lnTo>
                    <a:pt x="658246" y="51933"/>
                  </a:lnTo>
                  <a:lnTo>
                    <a:pt x="658884" y="52058"/>
                  </a:lnTo>
                  <a:lnTo>
                    <a:pt x="659129" y="52080"/>
                  </a:lnTo>
                  <a:lnTo>
                    <a:pt x="659306" y="52166"/>
                  </a:lnTo>
                  <a:lnTo>
                    <a:pt x="659337" y="52477"/>
                  </a:lnTo>
                  <a:lnTo>
                    <a:pt x="659920" y="53002"/>
                  </a:lnTo>
                  <a:lnTo>
                    <a:pt x="661404" y="53838"/>
                  </a:lnTo>
                  <a:lnTo>
                    <a:pt x="662464" y="54422"/>
                  </a:lnTo>
                  <a:lnTo>
                    <a:pt x="663335" y="55363"/>
                  </a:lnTo>
                  <a:lnTo>
                    <a:pt x="663543" y="55880"/>
                  </a:lnTo>
                  <a:lnTo>
                    <a:pt x="663514" y="56508"/>
                  </a:lnTo>
                  <a:lnTo>
                    <a:pt x="663841" y="56951"/>
                  </a:lnTo>
                  <a:lnTo>
                    <a:pt x="664816" y="57960"/>
                  </a:lnTo>
                  <a:lnTo>
                    <a:pt x="665203" y="58013"/>
                  </a:lnTo>
                  <a:lnTo>
                    <a:pt x="666061" y="58082"/>
                  </a:lnTo>
                  <a:lnTo>
                    <a:pt x="667108" y="57932"/>
                  </a:lnTo>
                  <a:lnTo>
                    <a:pt x="667992" y="57731"/>
                  </a:lnTo>
                  <a:lnTo>
                    <a:pt x="668165" y="57724"/>
                  </a:lnTo>
                  <a:lnTo>
                    <a:pt x="668470" y="57667"/>
                  </a:lnTo>
                  <a:lnTo>
                    <a:pt x="669034" y="57708"/>
                  </a:lnTo>
                  <a:lnTo>
                    <a:pt x="669598" y="57944"/>
                  </a:lnTo>
                  <a:lnTo>
                    <a:pt x="670233" y="58163"/>
                  </a:lnTo>
                  <a:lnTo>
                    <a:pt x="670731" y="58336"/>
                  </a:lnTo>
                  <a:lnTo>
                    <a:pt x="671330" y="58342"/>
                  </a:lnTo>
                  <a:lnTo>
                    <a:pt x="672316" y="58013"/>
                  </a:lnTo>
                  <a:lnTo>
                    <a:pt x="672733" y="57846"/>
                  </a:lnTo>
                  <a:lnTo>
                    <a:pt x="673409" y="57858"/>
                  </a:lnTo>
                  <a:lnTo>
                    <a:pt x="673918" y="57648"/>
                  </a:lnTo>
                  <a:lnTo>
                    <a:pt x="674247" y="57133"/>
                  </a:lnTo>
                  <a:lnTo>
                    <a:pt x="674302" y="56579"/>
                  </a:lnTo>
                  <a:lnTo>
                    <a:pt x="674573" y="56413"/>
                  </a:lnTo>
                  <a:lnTo>
                    <a:pt x="675941" y="56111"/>
                  </a:lnTo>
                  <a:lnTo>
                    <a:pt x="676766" y="56117"/>
                  </a:lnTo>
                  <a:lnTo>
                    <a:pt x="677353" y="55988"/>
                  </a:lnTo>
                  <a:lnTo>
                    <a:pt x="677695" y="55550"/>
                  </a:lnTo>
                  <a:lnTo>
                    <a:pt x="678116" y="55181"/>
                  </a:lnTo>
                  <a:lnTo>
                    <a:pt x="678393" y="55315"/>
                  </a:lnTo>
                  <a:lnTo>
                    <a:pt x="678954" y="55618"/>
                  </a:lnTo>
                  <a:lnTo>
                    <a:pt x="680887" y="55680"/>
                  </a:lnTo>
                  <a:lnTo>
                    <a:pt x="681940" y="56020"/>
                  </a:lnTo>
                  <a:lnTo>
                    <a:pt x="682458" y="56072"/>
                  </a:lnTo>
                  <a:lnTo>
                    <a:pt x="682614" y="56100"/>
                  </a:lnTo>
                  <a:lnTo>
                    <a:pt x="684385" y="55636"/>
                  </a:lnTo>
                  <a:lnTo>
                    <a:pt x="685191" y="55496"/>
                  </a:lnTo>
                  <a:lnTo>
                    <a:pt x="685906" y="55559"/>
                  </a:lnTo>
                  <a:lnTo>
                    <a:pt x="686707" y="55857"/>
                  </a:lnTo>
                  <a:lnTo>
                    <a:pt x="687186" y="56452"/>
                  </a:lnTo>
                  <a:lnTo>
                    <a:pt x="687308" y="56854"/>
                  </a:lnTo>
                  <a:lnTo>
                    <a:pt x="687111" y="57357"/>
                  </a:lnTo>
                  <a:lnTo>
                    <a:pt x="687080" y="57960"/>
                  </a:lnTo>
                  <a:lnTo>
                    <a:pt x="687050" y="58163"/>
                  </a:lnTo>
                  <a:lnTo>
                    <a:pt x="687127" y="58841"/>
                  </a:lnTo>
                  <a:lnTo>
                    <a:pt x="687359" y="59127"/>
                  </a:lnTo>
                  <a:lnTo>
                    <a:pt x="687847" y="59487"/>
                  </a:lnTo>
                  <a:lnTo>
                    <a:pt x="688091" y="59626"/>
                  </a:lnTo>
                  <a:lnTo>
                    <a:pt x="688598" y="59780"/>
                  </a:lnTo>
                  <a:lnTo>
                    <a:pt x="689152" y="59912"/>
                  </a:lnTo>
                  <a:lnTo>
                    <a:pt x="689472" y="60183"/>
                  </a:lnTo>
                  <a:lnTo>
                    <a:pt x="689387" y="61019"/>
                  </a:lnTo>
                  <a:lnTo>
                    <a:pt x="689395" y="61375"/>
                  </a:lnTo>
                  <a:lnTo>
                    <a:pt x="689485" y="61601"/>
                  </a:lnTo>
                  <a:lnTo>
                    <a:pt x="689830" y="61702"/>
                  </a:lnTo>
                  <a:lnTo>
                    <a:pt x="690997" y="61845"/>
                  </a:lnTo>
                  <a:lnTo>
                    <a:pt x="691442" y="61953"/>
                  </a:lnTo>
                  <a:lnTo>
                    <a:pt x="692338" y="62118"/>
                  </a:lnTo>
                  <a:lnTo>
                    <a:pt x="692928" y="62288"/>
                  </a:lnTo>
                  <a:lnTo>
                    <a:pt x="693551" y="62694"/>
                  </a:lnTo>
                  <a:lnTo>
                    <a:pt x="693753" y="62980"/>
                  </a:lnTo>
                  <a:lnTo>
                    <a:pt x="693859" y="63294"/>
                  </a:lnTo>
                  <a:lnTo>
                    <a:pt x="693838" y="63931"/>
                  </a:lnTo>
                  <a:lnTo>
                    <a:pt x="693940" y="64323"/>
                  </a:lnTo>
                  <a:lnTo>
                    <a:pt x="693996" y="64493"/>
                  </a:lnTo>
                  <a:lnTo>
                    <a:pt x="694080" y="64873"/>
                  </a:lnTo>
                  <a:lnTo>
                    <a:pt x="694222" y="65190"/>
                  </a:lnTo>
                  <a:lnTo>
                    <a:pt x="694380" y="65421"/>
                  </a:lnTo>
                  <a:lnTo>
                    <a:pt x="694502" y="65591"/>
                  </a:lnTo>
                  <a:lnTo>
                    <a:pt x="694654" y="65654"/>
                  </a:lnTo>
                  <a:lnTo>
                    <a:pt x="695155" y="65565"/>
                  </a:lnTo>
                  <a:lnTo>
                    <a:pt x="695853" y="65363"/>
                  </a:lnTo>
                  <a:lnTo>
                    <a:pt x="696495" y="65363"/>
                  </a:lnTo>
                  <a:lnTo>
                    <a:pt x="697187" y="65421"/>
                  </a:lnTo>
                  <a:lnTo>
                    <a:pt x="698009" y="65561"/>
                  </a:lnTo>
                  <a:lnTo>
                    <a:pt x="698680" y="65665"/>
                  </a:lnTo>
                  <a:lnTo>
                    <a:pt x="698967" y="65633"/>
                  </a:lnTo>
                  <a:lnTo>
                    <a:pt x="699190" y="65495"/>
                  </a:lnTo>
                  <a:lnTo>
                    <a:pt x="699482" y="65291"/>
                  </a:lnTo>
                  <a:lnTo>
                    <a:pt x="699891" y="65190"/>
                  </a:lnTo>
                  <a:lnTo>
                    <a:pt x="700165" y="65166"/>
                  </a:lnTo>
                  <a:lnTo>
                    <a:pt x="700616" y="65201"/>
                  </a:lnTo>
                  <a:lnTo>
                    <a:pt x="700869" y="65313"/>
                  </a:lnTo>
                  <a:lnTo>
                    <a:pt x="701867" y="65479"/>
                  </a:lnTo>
                  <a:lnTo>
                    <a:pt x="702343" y="65479"/>
                  </a:lnTo>
                  <a:lnTo>
                    <a:pt x="702629" y="65393"/>
                  </a:lnTo>
                  <a:lnTo>
                    <a:pt x="702838" y="65191"/>
                  </a:lnTo>
                  <a:lnTo>
                    <a:pt x="702889" y="64924"/>
                  </a:lnTo>
                  <a:lnTo>
                    <a:pt x="702864" y="64398"/>
                  </a:lnTo>
                  <a:lnTo>
                    <a:pt x="702781" y="63742"/>
                  </a:lnTo>
                  <a:lnTo>
                    <a:pt x="702883" y="63107"/>
                  </a:lnTo>
                  <a:lnTo>
                    <a:pt x="702934" y="62949"/>
                  </a:lnTo>
                  <a:lnTo>
                    <a:pt x="703073" y="62920"/>
                  </a:lnTo>
                  <a:lnTo>
                    <a:pt x="703236" y="62993"/>
                  </a:lnTo>
                  <a:lnTo>
                    <a:pt x="704026" y="63158"/>
                  </a:lnTo>
                  <a:lnTo>
                    <a:pt x="704635" y="63170"/>
                  </a:lnTo>
                  <a:lnTo>
                    <a:pt x="704890" y="63189"/>
                  </a:lnTo>
                  <a:lnTo>
                    <a:pt x="705541" y="63378"/>
                  </a:lnTo>
                  <a:lnTo>
                    <a:pt x="706015" y="63441"/>
                  </a:lnTo>
                  <a:lnTo>
                    <a:pt x="706333" y="63439"/>
                  </a:lnTo>
                  <a:lnTo>
                    <a:pt x="706706" y="63283"/>
                  </a:lnTo>
                  <a:lnTo>
                    <a:pt x="707265" y="63024"/>
                  </a:lnTo>
                  <a:lnTo>
                    <a:pt x="707512" y="63087"/>
                  </a:lnTo>
                  <a:lnTo>
                    <a:pt x="707845" y="63396"/>
                  </a:lnTo>
                  <a:lnTo>
                    <a:pt x="708157" y="63664"/>
                  </a:lnTo>
                  <a:lnTo>
                    <a:pt x="708191" y="63996"/>
                  </a:lnTo>
                  <a:lnTo>
                    <a:pt x="708108" y="64732"/>
                  </a:lnTo>
                  <a:lnTo>
                    <a:pt x="707940" y="65494"/>
                  </a:lnTo>
                  <a:lnTo>
                    <a:pt x="707752" y="65996"/>
                  </a:lnTo>
                  <a:lnTo>
                    <a:pt x="707703" y="66849"/>
                  </a:lnTo>
                  <a:lnTo>
                    <a:pt x="707732" y="67464"/>
                  </a:lnTo>
                  <a:lnTo>
                    <a:pt x="707871" y="67911"/>
                  </a:lnTo>
                  <a:lnTo>
                    <a:pt x="708139" y="68388"/>
                  </a:lnTo>
                  <a:lnTo>
                    <a:pt x="708308" y="68652"/>
                  </a:lnTo>
                  <a:lnTo>
                    <a:pt x="708935" y="69335"/>
                  </a:lnTo>
                  <a:lnTo>
                    <a:pt x="709375" y="69655"/>
                  </a:lnTo>
                  <a:lnTo>
                    <a:pt x="710199" y="70630"/>
                  </a:lnTo>
                  <a:lnTo>
                    <a:pt x="710889" y="70874"/>
                  </a:lnTo>
                  <a:lnTo>
                    <a:pt x="712115" y="70792"/>
                  </a:lnTo>
                  <a:lnTo>
                    <a:pt x="712921" y="70826"/>
                  </a:lnTo>
                  <a:lnTo>
                    <a:pt x="713228" y="71077"/>
                  </a:lnTo>
                  <a:lnTo>
                    <a:pt x="713665" y="71547"/>
                  </a:lnTo>
                  <a:lnTo>
                    <a:pt x="714063" y="71765"/>
                  </a:lnTo>
                  <a:lnTo>
                    <a:pt x="714293" y="71849"/>
                  </a:lnTo>
                  <a:lnTo>
                    <a:pt x="714651" y="71763"/>
                  </a:lnTo>
                  <a:lnTo>
                    <a:pt x="714969" y="71602"/>
                  </a:lnTo>
                  <a:lnTo>
                    <a:pt x="715185" y="71597"/>
                  </a:lnTo>
                  <a:lnTo>
                    <a:pt x="715333" y="71662"/>
                  </a:lnTo>
                  <a:lnTo>
                    <a:pt x="716069" y="72155"/>
                  </a:lnTo>
                  <a:lnTo>
                    <a:pt x="717330" y="72461"/>
                  </a:lnTo>
                  <a:lnTo>
                    <a:pt x="718272" y="72721"/>
                  </a:lnTo>
                  <a:lnTo>
                    <a:pt x="719533" y="73255"/>
                  </a:lnTo>
                  <a:lnTo>
                    <a:pt x="719916" y="73558"/>
                  </a:lnTo>
                  <a:lnTo>
                    <a:pt x="720415" y="73910"/>
                  </a:lnTo>
                  <a:lnTo>
                    <a:pt x="720716" y="74178"/>
                  </a:lnTo>
                  <a:lnTo>
                    <a:pt x="721365" y="74560"/>
                  </a:lnTo>
                  <a:lnTo>
                    <a:pt x="721317" y="74688"/>
                  </a:lnTo>
                  <a:lnTo>
                    <a:pt x="720130" y="74543"/>
                  </a:lnTo>
                  <a:lnTo>
                    <a:pt x="719816" y="74579"/>
                  </a:lnTo>
                  <a:lnTo>
                    <a:pt x="719571" y="74765"/>
                  </a:lnTo>
                  <a:lnTo>
                    <a:pt x="719463" y="74976"/>
                  </a:lnTo>
                  <a:lnTo>
                    <a:pt x="719464" y="75218"/>
                  </a:lnTo>
                  <a:lnTo>
                    <a:pt x="719565" y="75465"/>
                  </a:lnTo>
                  <a:lnTo>
                    <a:pt x="719691" y="75669"/>
                  </a:lnTo>
                  <a:lnTo>
                    <a:pt x="720775" y="76743"/>
                  </a:lnTo>
                  <a:lnTo>
                    <a:pt x="721162" y="77786"/>
                  </a:lnTo>
                  <a:lnTo>
                    <a:pt x="721510" y="78539"/>
                  </a:lnTo>
                  <a:lnTo>
                    <a:pt x="721670" y="79110"/>
                  </a:lnTo>
                  <a:lnTo>
                    <a:pt x="721738" y="79447"/>
                  </a:lnTo>
                  <a:lnTo>
                    <a:pt x="722097" y="79833"/>
                  </a:lnTo>
                  <a:lnTo>
                    <a:pt x="723268" y="80483"/>
                  </a:lnTo>
                  <a:lnTo>
                    <a:pt x="724111" y="81252"/>
                  </a:lnTo>
                  <a:lnTo>
                    <a:pt x="724616" y="81717"/>
                  </a:lnTo>
                  <a:lnTo>
                    <a:pt x="724685" y="82512"/>
                  </a:lnTo>
                  <a:lnTo>
                    <a:pt x="724768" y="83211"/>
                  </a:lnTo>
                  <a:lnTo>
                    <a:pt x="724852" y="83583"/>
                  </a:lnTo>
                  <a:lnTo>
                    <a:pt x="724801" y="83788"/>
                  </a:lnTo>
                  <a:lnTo>
                    <a:pt x="724655" y="84031"/>
                  </a:lnTo>
                  <a:lnTo>
                    <a:pt x="724494" y="84211"/>
                  </a:lnTo>
                  <a:lnTo>
                    <a:pt x="724328" y="84386"/>
                  </a:lnTo>
                  <a:lnTo>
                    <a:pt x="724172" y="84673"/>
                  </a:lnTo>
                  <a:lnTo>
                    <a:pt x="724206" y="84915"/>
                  </a:lnTo>
                  <a:lnTo>
                    <a:pt x="724310" y="85259"/>
                  </a:lnTo>
                  <a:lnTo>
                    <a:pt x="724312" y="85610"/>
                  </a:lnTo>
                  <a:lnTo>
                    <a:pt x="724308" y="85938"/>
                  </a:lnTo>
                  <a:lnTo>
                    <a:pt x="724435" y="86110"/>
                  </a:lnTo>
                  <a:lnTo>
                    <a:pt x="724602" y="86235"/>
                  </a:lnTo>
                  <a:lnTo>
                    <a:pt x="725037" y="86321"/>
                  </a:lnTo>
                  <a:lnTo>
                    <a:pt x="725742" y="86420"/>
                  </a:lnTo>
                  <a:lnTo>
                    <a:pt x="726122" y="86484"/>
                  </a:lnTo>
                  <a:lnTo>
                    <a:pt x="726313" y="86628"/>
                  </a:lnTo>
                  <a:lnTo>
                    <a:pt x="726662" y="86952"/>
                  </a:lnTo>
                  <a:lnTo>
                    <a:pt x="726935" y="87338"/>
                  </a:lnTo>
                  <a:lnTo>
                    <a:pt x="726949" y="87536"/>
                  </a:lnTo>
                  <a:lnTo>
                    <a:pt x="726882" y="87814"/>
                  </a:lnTo>
                  <a:lnTo>
                    <a:pt x="726594" y="88085"/>
                  </a:lnTo>
                  <a:lnTo>
                    <a:pt x="726111" y="88567"/>
                  </a:lnTo>
                  <a:lnTo>
                    <a:pt x="726011" y="88921"/>
                  </a:lnTo>
                  <a:lnTo>
                    <a:pt x="726151" y="89120"/>
                  </a:lnTo>
                  <a:lnTo>
                    <a:pt x="726289" y="89408"/>
                  </a:lnTo>
                  <a:lnTo>
                    <a:pt x="726239" y="89663"/>
                  </a:lnTo>
                  <a:lnTo>
                    <a:pt x="725754" y="89998"/>
                  </a:lnTo>
                  <a:lnTo>
                    <a:pt x="725453" y="90361"/>
                  </a:lnTo>
                  <a:lnTo>
                    <a:pt x="725605" y="90679"/>
                  </a:lnTo>
                  <a:lnTo>
                    <a:pt x="726587" y="91533"/>
                  </a:lnTo>
                  <a:lnTo>
                    <a:pt x="727123" y="92603"/>
                  </a:lnTo>
                  <a:lnTo>
                    <a:pt x="727635" y="94054"/>
                  </a:lnTo>
                  <a:lnTo>
                    <a:pt x="727835" y="94312"/>
                  </a:lnTo>
                  <a:lnTo>
                    <a:pt x="728329" y="94600"/>
                  </a:lnTo>
                  <a:lnTo>
                    <a:pt x="728543" y="94749"/>
                  </a:lnTo>
                  <a:lnTo>
                    <a:pt x="728527" y="95320"/>
                  </a:lnTo>
                  <a:lnTo>
                    <a:pt x="728596" y="95859"/>
                  </a:lnTo>
                  <a:lnTo>
                    <a:pt x="729667" y="96653"/>
                  </a:lnTo>
                  <a:lnTo>
                    <a:pt x="729886" y="97168"/>
                  </a:lnTo>
                  <a:lnTo>
                    <a:pt x="730132" y="97667"/>
                  </a:lnTo>
                  <a:lnTo>
                    <a:pt x="730513" y="97972"/>
                  </a:lnTo>
                  <a:lnTo>
                    <a:pt x="730927" y="98275"/>
                  </a:lnTo>
                  <a:lnTo>
                    <a:pt x="731196" y="98556"/>
                  </a:lnTo>
                  <a:lnTo>
                    <a:pt x="731611" y="99228"/>
                  </a:lnTo>
                  <a:lnTo>
                    <a:pt x="731842" y="99376"/>
                  </a:lnTo>
                  <a:lnTo>
                    <a:pt x="732218" y="99454"/>
                  </a:lnTo>
                  <a:lnTo>
                    <a:pt x="732538" y="99563"/>
                  </a:lnTo>
                  <a:lnTo>
                    <a:pt x="732621" y="99777"/>
                  </a:lnTo>
                  <a:lnTo>
                    <a:pt x="732581" y="100189"/>
                  </a:lnTo>
                  <a:lnTo>
                    <a:pt x="732564" y="100486"/>
                  </a:lnTo>
                  <a:lnTo>
                    <a:pt x="732673" y="100642"/>
                  </a:lnTo>
                  <a:lnTo>
                    <a:pt x="733083" y="101212"/>
                  </a:lnTo>
                  <a:lnTo>
                    <a:pt x="733242" y="101430"/>
                  </a:lnTo>
                  <a:lnTo>
                    <a:pt x="733938" y="101869"/>
                  </a:lnTo>
                  <a:lnTo>
                    <a:pt x="734171" y="102138"/>
                  </a:lnTo>
                  <a:lnTo>
                    <a:pt x="734577" y="102771"/>
                  </a:lnTo>
                  <a:lnTo>
                    <a:pt x="735034" y="103309"/>
                  </a:lnTo>
                  <a:lnTo>
                    <a:pt x="735540" y="103918"/>
                  </a:lnTo>
                  <a:lnTo>
                    <a:pt x="736055" y="104542"/>
                  </a:lnTo>
                  <a:lnTo>
                    <a:pt x="736581" y="104927"/>
                  </a:lnTo>
                  <a:lnTo>
                    <a:pt x="736939" y="105323"/>
                  </a:lnTo>
                  <a:lnTo>
                    <a:pt x="737000" y="105473"/>
                  </a:lnTo>
                  <a:lnTo>
                    <a:pt x="737092" y="105962"/>
                  </a:lnTo>
                  <a:lnTo>
                    <a:pt x="737167" y="106227"/>
                  </a:lnTo>
                  <a:lnTo>
                    <a:pt x="737401" y="106280"/>
                  </a:lnTo>
                  <a:lnTo>
                    <a:pt x="737846" y="106263"/>
                  </a:lnTo>
                  <a:lnTo>
                    <a:pt x="738566" y="106118"/>
                  </a:lnTo>
                  <a:lnTo>
                    <a:pt x="739094" y="106081"/>
                  </a:lnTo>
                  <a:lnTo>
                    <a:pt x="739902" y="106131"/>
                  </a:lnTo>
                  <a:lnTo>
                    <a:pt x="740742" y="106471"/>
                  </a:lnTo>
                  <a:lnTo>
                    <a:pt x="741032" y="106670"/>
                  </a:lnTo>
                  <a:lnTo>
                    <a:pt x="741673" y="107242"/>
                  </a:lnTo>
                  <a:lnTo>
                    <a:pt x="742230" y="107552"/>
                  </a:lnTo>
                  <a:lnTo>
                    <a:pt x="742722" y="107652"/>
                  </a:lnTo>
                  <a:lnTo>
                    <a:pt x="742979" y="107817"/>
                  </a:lnTo>
                  <a:lnTo>
                    <a:pt x="743232" y="107956"/>
                  </a:lnTo>
                  <a:lnTo>
                    <a:pt x="743355" y="108268"/>
                  </a:lnTo>
                  <a:lnTo>
                    <a:pt x="743793" y="108705"/>
                  </a:lnTo>
                  <a:lnTo>
                    <a:pt x="743892" y="109127"/>
                  </a:lnTo>
                  <a:lnTo>
                    <a:pt x="743906" y="109529"/>
                  </a:lnTo>
                  <a:lnTo>
                    <a:pt x="743866" y="109742"/>
                  </a:lnTo>
                  <a:lnTo>
                    <a:pt x="743816" y="109956"/>
                  </a:lnTo>
                  <a:lnTo>
                    <a:pt x="743813" y="110124"/>
                  </a:lnTo>
                  <a:lnTo>
                    <a:pt x="743887" y="110364"/>
                  </a:lnTo>
                  <a:lnTo>
                    <a:pt x="744018" y="110624"/>
                  </a:lnTo>
                  <a:lnTo>
                    <a:pt x="744291" y="111011"/>
                  </a:lnTo>
                  <a:lnTo>
                    <a:pt x="744384" y="111188"/>
                  </a:lnTo>
                  <a:lnTo>
                    <a:pt x="744663" y="111365"/>
                  </a:lnTo>
                  <a:lnTo>
                    <a:pt x="745270" y="111550"/>
                  </a:lnTo>
                  <a:lnTo>
                    <a:pt x="745398" y="111730"/>
                  </a:lnTo>
                  <a:lnTo>
                    <a:pt x="745344" y="112938"/>
                  </a:lnTo>
                  <a:lnTo>
                    <a:pt x="745088" y="113434"/>
                  </a:lnTo>
                  <a:lnTo>
                    <a:pt x="744834" y="113973"/>
                  </a:lnTo>
                  <a:lnTo>
                    <a:pt x="744816" y="114340"/>
                  </a:lnTo>
                  <a:lnTo>
                    <a:pt x="746044" y="115526"/>
                  </a:lnTo>
                  <a:lnTo>
                    <a:pt x="746645" y="115802"/>
                  </a:lnTo>
                  <a:lnTo>
                    <a:pt x="746846" y="116001"/>
                  </a:lnTo>
                  <a:lnTo>
                    <a:pt x="746874" y="116289"/>
                  </a:lnTo>
                  <a:lnTo>
                    <a:pt x="747047" y="116783"/>
                  </a:lnTo>
                  <a:lnTo>
                    <a:pt x="747211" y="116975"/>
                  </a:lnTo>
                  <a:lnTo>
                    <a:pt x="747633" y="117161"/>
                  </a:lnTo>
                  <a:lnTo>
                    <a:pt x="747866" y="117287"/>
                  </a:lnTo>
                  <a:lnTo>
                    <a:pt x="748224" y="117431"/>
                  </a:lnTo>
                  <a:lnTo>
                    <a:pt x="748333" y="117660"/>
                  </a:lnTo>
                  <a:lnTo>
                    <a:pt x="748355" y="118049"/>
                  </a:lnTo>
                  <a:lnTo>
                    <a:pt x="749188" y="119260"/>
                  </a:lnTo>
                  <a:lnTo>
                    <a:pt x="749602" y="119660"/>
                  </a:lnTo>
                  <a:lnTo>
                    <a:pt x="748832" y="121927"/>
                  </a:lnTo>
                  <a:lnTo>
                    <a:pt x="748210" y="124746"/>
                  </a:lnTo>
                  <a:lnTo>
                    <a:pt x="748077" y="126109"/>
                  </a:lnTo>
                  <a:lnTo>
                    <a:pt x="748222" y="126236"/>
                  </a:lnTo>
                  <a:lnTo>
                    <a:pt x="750183" y="126377"/>
                  </a:lnTo>
                  <a:lnTo>
                    <a:pt x="750335" y="126653"/>
                  </a:lnTo>
                  <a:lnTo>
                    <a:pt x="750426" y="126944"/>
                  </a:lnTo>
                  <a:lnTo>
                    <a:pt x="750462" y="127154"/>
                  </a:lnTo>
                  <a:lnTo>
                    <a:pt x="750496" y="127461"/>
                  </a:lnTo>
                  <a:lnTo>
                    <a:pt x="750385" y="127784"/>
                  </a:lnTo>
                  <a:lnTo>
                    <a:pt x="750259" y="127936"/>
                  </a:lnTo>
                  <a:lnTo>
                    <a:pt x="749996" y="128235"/>
                  </a:lnTo>
                  <a:lnTo>
                    <a:pt x="749851" y="128482"/>
                  </a:lnTo>
                  <a:lnTo>
                    <a:pt x="749806" y="128959"/>
                  </a:lnTo>
                  <a:lnTo>
                    <a:pt x="749493" y="129783"/>
                  </a:lnTo>
                  <a:lnTo>
                    <a:pt x="748816" y="130131"/>
                  </a:lnTo>
                  <a:lnTo>
                    <a:pt x="748781" y="130331"/>
                  </a:lnTo>
                  <a:lnTo>
                    <a:pt x="748822" y="130691"/>
                  </a:lnTo>
                  <a:lnTo>
                    <a:pt x="748477" y="131298"/>
                  </a:lnTo>
                  <a:lnTo>
                    <a:pt x="748229" y="131733"/>
                  </a:lnTo>
                  <a:lnTo>
                    <a:pt x="748116" y="131943"/>
                  </a:lnTo>
                  <a:lnTo>
                    <a:pt x="748215" y="132999"/>
                  </a:lnTo>
                  <a:lnTo>
                    <a:pt x="747306" y="133599"/>
                  </a:lnTo>
                  <a:lnTo>
                    <a:pt x="747111" y="133834"/>
                  </a:lnTo>
                  <a:lnTo>
                    <a:pt x="747041" y="134056"/>
                  </a:lnTo>
                  <a:lnTo>
                    <a:pt x="746959" y="134318"/>
                  </a:lnTo>
                  <a:lnTo>
                    <a:pt x="746811" y="134765"/>
                  </a:lnTo>
                  <a:lnTo>
                    <a:pt x="746629" y="135661"/>
                  </a:lnTo>
                  <a:lnTo>
                    <a:pt x="746387" y="136188"/>
                  </a:lnTo>
                  <a:lnTo>
                    <a:pt x="745987" y="136709"/>
                  </a:lnTo>
                  <a:lnTo>
                    <a:pt x="745065" y="137457"/>
                  </a:lnTo>
                  <a:lnTo>
                    <a:pt x="744321" y="138059"/>
                  </a:lnTo>
                  <a:lnTo>
                    <a:pt x="743855" y="138475"/>
                  </a:lnTo>
                  <a:lnTo>
                    <a:pt x="743649" y="138617"/>
                  </a:lnTo>
                  <a:lnTo>
                    <a:pt x="743569" y="138801"/>
                  </a:lnTo>
                  <a:lnTo>
                    <a:pt x="743425" y="139109"/>
                  </a:lnTo>
                  <a:lnTo>
                    <a:pt x="743208" y="139193"/>
                  </a:lnTo>
                  <a:lnTo>
                    <a:pt x="742905" y="139266"/>
                  </a:lnTo>
                  <a:lnTo>
                    <a:pt x="743003" y="139805"/>
                  </a:lnTo>
                  <a:lnTo>
                    <a:pt x="743548" y="140672"/>
                  </a:lnTo>
                  <a:lnTo>
                    <a:pt x="744023" y="141383"/>
                  </a:lnTo>
                  <a:lnTo>
                    <a:pt x="745195" y="143046"/>
                  </a:lnTo>
                  <a:lnTo>
                    <a:pt x="744937" y="143751"/>
                  </a:lnTo>
                  <a:lnTo>
                    <a:pt x="746570" y="146856"/>
                  </a:lnTo>
                  <a:lnTo>
                    <a:pt x="747943" y="148229"/>
                  </a:lnTo>
                  <a:lnTo>
                    <a:pt x="747944" y="150391"/>
                  </a:lnTo>
                  <a:lnTo>
                    <a:pt x="747947" y="150559"/>
                  </a:lnTo>
                  <a:lnTo>
                    <a:pt x="747761" y="150979"/>
                  </a:lnTo>
                  <a:lnTo>
                    <a:pt x="747784" y="151163"/>
                  </a:lnTo>
                  <a:lnTo>
                    <a:pt x="748092" y="151494"/>
                  </a:lnTo>
                  <a:lnTo>
                    <a:pt x="748269" y="151708"/>
                  </a:lnTo>
                  <a:lnTo>
                    <a:pt x="748305" y="151920"/>
                  </a:lnTo>
                  <a:lnTo>
                    <a:pt x="748374" y="152450"/>
                  </a:lnTo>
                  <a:lnTo>
                    <a:pt x="748352" y="152866"/>
                  </a:lnTo>
                  <a:lnTo>
                    <a:pt x="748294" y="153182"/>
                  </a:lnTo>
                  <a:lnTo>
                    <a:pt x="747959" y="153562"/>
                  </a:lnTo>
                  <a:lnTo>
                    <a:pt x="747418" y="154173"/>
                  </a:lnTo>
                  <a:lnTo>
                    <a:pt x="746839" y="154478"/>
                  </a:lnTo>
                  <a:lnTo>
                    <a:pt x="744595" y="156459"/>
                  </a:lnTo>
                  <a:lnTo>
                    <a:pt x="743357" y="157555"/>
                  </a:lnTo>
                  <a:lnTo>
                    <a:pt x="742480" y="158330"/>
                  </a:lnTo>
                  <a:lnTo>
                    <a:pt x="740804" y="159819"/>
                  </a:lnTo>
                  <a:lnTo>
                    <a:pt x="737639" y="163893"/>
                  </a:lnTo>
                  <a:lnTo>
                    <a:pt x="735131" y="167602"/>
                  </a:lnTo>
                  <a:lnTo>
                    <a:pt x="733541" y="173626"/>
                  </a:lnTo>
                  <a:lnTo>
                    <a:pt x="733106" y="176570"/>
                  </a:lnTo>
                  <a:lnTo>
                    <a:pt x="733207" y="177891"/>
                  </a:lnTo>
                  <a:lnTo>
                    <a:pt x="733272" y="179213"/>
                  </a:lnTo>
                  <a:lnTo>
                    <a:pt x="733966" y="179986"/>
                  </a:lnTo>
                  <a:lnTo>
                    <a:pt x="734383" y="180306"/>
                  </a:lnTo>
                  <a:lnTo>
                    <a:pt x="735277" y="180644"/>
                  </a:lnTo>
                  <a:lnTo>
                    <a:pt x="736315" y="181284"/>
                  </a:lnTo>
                  <a:lnTo>
                    <a:pt x="737059" y="181865"/>
                  </a:lnTo>
                  <a:lnTo>
                    <a:pt x="737465" y="182036"/>
                  </a:lnTo>
                  <a:lnTo>
                    <a:pt x="737592" y="183201"/>
                  </a:lnTo>
                  <a:lnTo>
                    <a:pt x="737815" y="183806"/>
                  </a:lnTo>
                  <a:lnTo>
                    <a:pt x="738361" y="185288"/>
                  </a:lnTo>
                  <a:lnTo>
                    <a:pt x="739163" y="187096"/>
                  </a:lnTo>
                  <a:lnTo>
                    <a:pt x="739101" y="188044"/>
                  </a:lnTo>
                  <a:lnTo>
                    <a:pt x="738973" y="188759"/>
                  </a:lnTo>
                  <a:lnTo>
                    <a:pt x="740197" y="188390"/>
                  </a:lnTo>
                  <a:lnTo>
                    <a:pt x="742014" y="189305"/>
                  </a:lnTo>
                  <a:lnTo>
                    <a:pt x="742817" y="190799"/>
                  </a:lnTo>
                  <a:lnTo>
                    <a:pt x="741593" y="192942"/>
                  </a:lnTo>
                  <a:lnTo>
                    <a:pt x="742377" y="193366"/>
                  </a:lnTo>
                  <a:lnTo>
                    <a:pt x="742197" y="193626"/>
                  </a:lnTo>
                  <a:lnTo>
                    <a:pt x="745692" y="193165"/>
                  </a:lnTo>
                  <a:lnTo>
                    <a:pt x="747052" y="192333"/>
                  </a:lnTo>
                  <a:lnTo>
                    <a:pt x="748022" y="192401"/>
                  </a:lnTo>
                  <a:lnTo>
                    <a:pt x="749443" y="192795"/>
                  </a:lnTo>
                  <a:lnTo>
                    <a:pt x="750749" y="192386"/>
                  </a:lnTo>
                  <a:lnTo>
                    <a:pt x="751345" y="192384"/>
                  </a:lnTo>
                  <a:lnTo>
                    <a:pt x="752047" y="192628"/>
                  </a:lnTo>
                  <a:lnTo>
                    <a:pt x="752624" y="192423"/>
                  </a:lnTo>
                  <a:lnTo>
                    <a:pt x="753203" y="192716"/>
                  </a:lnTo>
                  <a:lnTo>
                    <a:pt x="754499" y="193224"/>
                  </a:lnTo>
                  <a:lnTo>
                    <a:pt x="754540" y="193851"/>
                  </a:lnTo>
                  <a:lnTo>
                    <a:pt x="754688" y="194195"/>
                  </a:lnTo>
                  <a:lnTo>
                    <a:pt x="754866" y="194395"/>
                  </a:lnTo>
                  <a:lnTo>
                    <a:pt x="755416" y="194911"/>
                  </a:lnTo>
                  <a:lnTo>
                    <a:pt x="755616" y="195106"/>
                  </a:lnTo>
                  <a:lnTo>
                    <a:pt x="756274" y="195293"/>
                  </a:lnTo>
                  <a:lnTo>
                    <a:pt x="756816" y="195357"/>
                  </a:lnTo>
                  <a:lnTo>
                    <a:pt x="757135" y="195559"/>
                  </a:lnTo>
                  <a:lnTo>
                    <a:pt x="757420" y="196059"/>
                  </a:lnTo>
                  <a:lnTo>
                    <a:pt x="757504" y="196201"/>
                  </a:lnTo>
                  <a:lnTo>
                    <a:pt x="757680" y="196336"/>
                  </a:lnTo>
                  <a:lnTo>
                    <a:pt x="758180" y="196340"/>
                  </a:lnTo>
                  <a:lnTo>
                    <a:pt x="759033" y="196410"/>
                  </a:lnTo>
                  <a:lnTo>
                    <a:pt x="760158" y="196570"/>
                  </a:lnTo>
                  <a:lnTo>
                    <a:pt x="761464" y="196594"/>
                  </a:lnTo>
                  <a:lnTo>
                    <a:pt x="762310" y="197079"/>
                  </a:lnTo>
                  <a:lnTo>
                    <a:pt x="763280" y="197524"/>
                  </a:lnTo>
                  <a:lnTo>
                    <a:pt x="763861" y="197382"/>
                  </a:lnTo>
                  <a:lnTo>
                    <a:pt x="763810" y="196773"/>
                  </a:lnTo>
                  <a:lnTo>
                    <a:pt x="765729" y="195306"/>
                  </a:lnTo>
                  <a:lnTo>
                    <a:pt x="766388" y="195304"/>
                  </a:lnTo>
                  <a:lnTo>
                    <a:pt x="766779" y="195543"/>
                  </a:lnTo>
                  <a:lnTo>
                    <a:pt x="767540" y="196334"/>
                  </a:lnTo>
                  <a:lnTo>
                    <a:pt x="768111" y="196889"/>
                  </a:lnTo>
                  <a:lnTo>
                    <a:pt x="768549" y="197826"/>
                  </a:lnTo>
                  <a:lnTo>
                    <a:pt x="768698" y="197961"/>
                  </a:lnTo>
                  <a:lnTo>
                    <a:pt x="770147" y="198512"/>
                  </a:lnTo>
                  <a:lnTo>
                    <a:pt x="771246" y="199403"/>
                  </a:lnTo>
                  <a:lnTo>
                    <a:pt x="771755" y="199009"/>
                  </a:lnTo>
                  <a:lnTo>
                    <a:pt x="772173" y="198930"/>
                  </a:lnTo>
                  <a:lnTo>
                    <a:pt x="773695" y="199607"/>
                  </a:lnTo>
                  <a:lnTo>
                    <a:pt x="775956" y="199606"/>
                  </a:lnTo>
                  <a:lnTo>
                    <a:pt x="776422" y="199709"/>
                  </a:lnTo>
                  <a:lnTo>
                    <a:pt x="777409" y="199623"/>
                  </a:lnTo>
                  <a:lnTo>
                    <a:pt x="777764" y="199483"/>
                  </a:lnTo>
                  <a:lnTo>
                    <a:pt x="781647" y="198880"/>
                  </a:lnTo>
                  <a:lnTo>
                    <a:pt x="785395" y="199005"/>
                  </a:lnTo>
                  <a:lnTo>
                    <a:pt x="787389" y="198945"/>
                  </a:lnTo>
                  <a:lnTo>
                    <a:pt x="788503" y="198914"/>
                  </a:lnTo>
                  <a:lnTo>
                    <a:pt x="789393" y="198889"/>
                  </a:lnTo>
                  <a:lnTo>
                    <a:pt x="790051" y="198869"/>
                  </a:lnTo>
                  <a:lnTo>
                    <a:pt x="792269" y="198802"/>
                  </a:lnTo>
                  <a:lnTo>
                    <a:pt x="794170" y="198954"/>
                  </a:lnTo>
                  <a:lnTo>
                    <a:pt x="796149" y="200064"/>
                  </a:lnTo>
                  <a:lnTo>
                    <a:pt x="798503" y="201240"/>
                  </a:lnTo>
                  <a:lnTo>
                    <a:pt x="800300" y="202178"/>
                  </a:lnTo>
                  <a:lnTo>
                    <a:pt x="800653" y="201756"/>
                  </a:lnTo>
                  <a:lnTo>
                    <a:pt x="800853" y="201694"/>
                  </a:lnTo>
                  <a:lnTo>
                    <a:pt x="801370" y="201905"/>
                  </a:lnTo>
                  <a:lnTo>
                    <a:pt x="803508" y="201515"/>
                  </a:lnTo>
                  <a:lnTo>
                    <a:pt x="804706" y="202207"/>
                  </a:lnTo>
                  <a:lnTo>
                    <a:pt x="807694" y="202007"/>
                  </a:lnTo>
                  <a:lnTo>
                    <a:pt x="810850" y="202807"/>
                  </a:lnTo>
                  <a:lnTo>
                    <a:pt x="812181" y="202593"/>
                  </a:lnTo>
                  <a:lnTo>
                    <a:pt x="813172" y="201920"/>
                  </a:lnTo>
                  <a:lnTo>
                    <a:pt x="814327" y="201994"/>
                  </a:lnTo>
                  <a:lnTo>
                    <a:pt x="815308" y="202004"/>
                  </a:lnTo>
                  <a:lnTo>
                    <a:pt x="816167" y="201910"/>
                  </a:lnTo>
                  <a:lnTo>
                    <a:pt x="817896" y="201786"/>
                  </a:lnTo>
                  <a:lnTo>
                    <a:pt x="819375" y="201559"/>
                  </a:lnTo>
                  <a:lnTo>
                    <a:pt x="820520" y="201242"/>
                  </a:lnTo>
                  <a:lnTo>
                    <a:pt x="820942" y="201151"/>
                  </a:lnTo>
                  <a:lnTo>
                    <a:pt x="821228" y="201039"/>
                  </a:lnTo>
                  <a:lnTo>
                    <a:pt x="822107" y="200727"/>
                  </a:lnTo>
                  <a:lnTo>
                    <a:pt x="823217" y="200628"/>
                  </a:lnTo>
                  <a:lnTo>
                    <a:pt x="826091" y="201060"/>
                  </a:lnTo>
                  <a:lnTo>
                    <a:pt x="827421" y="200638"/>
                  </a:lnTo>
                  <a:lnTo>
                    <a:pt x="827786" y="200623"/>
                  </a:lnTo>
                  <a:lnTo>
                    <a:pt x="828306" y="200901"/>
                  </a:lnTo>
                  <a:lnTo>
                    <a:pt x="828656" y="201053"/>
                  </a:lnTo>
                  <a:lnTo>
                    <a:pt x="829430" y="201144"/>
                  </a:lnTo>
                  <a:lnTo>
                    <a:pt x="829661" y="201754"/>
                  </a:lnTo>
                  <a:lnTo>
                    <a:pt x="829798" y="201971"/>
                  </a:lnTo>
                  <a:lnTo>
                    <a:pt x="829971" y="201994"/>
                  </a:lnTo>
                  <a:lnTo>
                    <a:pt x="831221" y="202048"/>
                  </a:lnTo>
                  <a:lnTo>
                    <a:pt x="831447" y="202067"/>
                  </a:lnTo>
                  <a:lnTo>
                    <a:pt x="831635" y="202216"/>
                  </a:lnTo>
                  <a:lnTo>
                    <a:pt x="831863" y="202515"/>
                  </a:lnTo>
                  <a:lnTo>
                    <a:pt x="832035" y="202750"/>
                  </a:lnTo>
                  <a:lnTo>
                    <a:pt x="832270" y="202750"/>
                  </a:lnTo>
                  <a:lnTo>
                    <a:pt x="832442" y="202588"/>
                  </a:lnTo>
                  <a:lnTo>
                    <a:pt x="832758" y="202473"/>
                  </a:lnTo>
                  <a:lnTo>
                    <a:pt x="833268" y="202348"/>
                  </a:lnTo>
                  <a:lnTo>
                    <a:pt x="833433" y="202289"/>
                  </a:lnTo>
                  <a:lnTo>
                    <a:pt x="833589" y="202251"/>
                  </a:lnTo>
                  <a:lnTo>
                    <a:pt x="834387" y="202108"/>
                  </a:lnTo>
                  <a:lnTo>
                    <a:pt x="834799" y="202042"/>
                  </a:lnTo>
                  <a:lnTo>
                    <a:pt x="835293" y="202109"/>
                  </a:lnTo>
                  <a:lnTo>
                    <a:pt x="836384" y="202463"/>
                  </a:lnTo>
                  <a:lnTo>
                    <a:pt x="836825" y="202562"/>
                  </a:lnTo>
                  <a:lnTo>
                    <a:pt x="838897" y="202184"/>
                  </a:lnTo>
                  <a:lnTo>
                    <a:pt x="839450" y="202281"/>
                  </a:lnTo>
                  <a:lnTo>
                    <a:pt x="839942" y="202158"/>
                  </a:lnTo>
                  <a:lnTo>
                    <a:pt x="842855" y="203018"/>
                  </a:lnTo>
                  <a:lnTo>
                    <a:pt x="843436" y="203229"/>
                  </a:lnTo>
                  <a:lnTo>
                    <a:pt x="844032" y="203378"/>
                  </a:lnTo>
                  <a:lnTo>
                    <a:pt x="845063" y="203699"/>
                  </a:lnTo>
                  <a:lnTo>
                    <a:pt x="845876" y="203789"/>
                  </a:lnTo>
                  <a:lnTo>
                    <a:pt x="846037" y="203655"/>
                  </a:lnTo>
                  <a:lnTo>
                    <a:pt x="846303" y="203199"/>
                  </a:lnTo>
                  <a:lnTo>
                    <a:pt x="846813" y="203349"/>
                  </a:lnTo>
                  <a:lnTo>
                    <a:pt x="847396" y="203526"/>
                  </a:lnTo>
                  <a:lnTo>
                    <a:pt x="848124" y="203552"/>
                  </a:lnTo>
                  <a:lnTo>
                    <a:pt x="848341" y="203554"/>
                  </a:lnTo>
                  <a:lnTo>
                    <a:pt x="848685" y="203692"/>
                  </a:lnTo>
                  <a:lnTo>
                    <a:pt x="849160" y="203888"/>
                  </a:lnTo>
                  <a:lnTo>
                    <a:pt x="849750" y="203983"/>
                  </a:lnTo>
                  <a:lnTo>
                    <a:pt x="850035" y="204150"/>
                  </a:lnTo>
                  <a:lnTo>
                    <a:pt x="850182" y="204266"/>
                  </a:lnTo>
                  <a:lnTo>
                    <a:pt x="850382" y="204460"/>
                  </a:lnTo>
                  <a:lnTo>
                    <a:pt x="850986" y="204953"/>
                  </a:lnTo>
                  <a:lnTo>
                    <a:pt x="851152" y="205032"/>
                  </a:lnTo>
                  <a:lnTo>
                    <a:pt x="851364" y="205079"/>
                  </a:lnTo>
                  <a:lnTo>
                    <a:pt x="851886" y="204989"/>
                  </a:lnTo>
                  <a:lnTo>
                    <a:pt x="852585" y="204946"/>
                  </a:lnTo>
                  <a:lnTo>
                    <a:pt x="853217" y="204690"/>
                  </a:lnTo>
                  <a:lnTo>
                    <a:pt x="853583" y="204747"/>
                  </a:lnTo>
                  <a:lnTo>
                    <a:pt x="853977" y="205013"/>
                  </a:lnTo>
                  <a:lnTo>
                    <a:pt x="854310" y="204931"/>
                  </a:lnTo>
                  <a:lnTo>
                    <a:pt x="854354" y="204784"/>
                  </a:lnTo>
                  <a:lnTo>
                    <a:pt x="854469" y="204322"/>
                  </a:lnTo>
                  <a:lnTo>
                    <a:pt x="855124" y="204857"/>
                  </a:lnTo>
                  <a:lnTo>
                    <a:pt x="856185" y="205329"/>
                  </a:lnTo>
                  <a:lnTo>
                    <a:pt x="857362" y="205705"/>
                  </a:lnTo>
                  <a:lnTo>
                    <a:pt x="857978" y="206000"/>
                  </a:lnTo>
                  <a:lnTo>
                    <a:pt x="858987" y="206445"/>
                  </a:lnTo>
                  <a:lnTo>
                    <a:pt x="860191" y="206804"/>
                  </a:lnTo>
                  <a:lnTo>
                    <a:pt x="860549" y="206973"/>
                  </a:lnTo>
                  <a:lnTo>
                    <a:pt x="861430" y="207308"/>
                  </a:lnTo>
                  <a:lnTo>
                    <a:pt x="862014" y="207744"/>
                  </a:lnTo>
                  <a:lnTo>
                    <a:pt x="862194" y="207798"/>
                  </a:lnTo>
                  <a:lnTo>
                    <a:pt x="863227" y="207926"/>
                  </a:lnTo>
                  <a:lnTo>
                    <a:pt x="863264" y="208408"/>
                  </a:lnTo>
                  <a:lnTo>
                    <a:pt x="863343" y="209077"/>
                  </a:lnTo>
                  <a:lnTo>
                    <a:pt x="863644" y="209360"/>
                  </a:lnTo>
                  <a:lnTo>
                    <a:pt x="864092" y="209609"/>
                  </a:lnTo>
                  <a:lnTo>
                    <a:pt x="865218" y="210099"/>
                  </a:lnTo>
                  <a:lnTo>
                    <a:pt x="867334" y="211013"/>
                  </a:lnTo>
                  <a:lnTo>
                    <a:pt x="868038" y="211274"/>
                  </a:lnTo>
                  <a:lnTo>
                    <a:pt x="871190" y="212668"/>
                  </a:lnTo>
                  <a:lnTo>
                    <a:pt x="873187" y="213557"/>
                  </a:lnTo>
                  <a:lnTo>
                    <a:pt x="874731" y="214245"/>
                  </a:lnTo>
                  <a:lnTo>
                    <a:pt x="876463" y="215030"/>
                  </a:lnTo>
                  <a:lnTo>
                    <a:pt x="878125" y="215785"/>
                  </a:lnTo>
                  <a:lnTo>
                    <a:pt x="881923" y="218158"/>
                  </a:lnTo>
                  <a:lnTo>
                    <a:pt x="883309" y="218475"/>
                  </a:lnTo>
                  <a:lnTo>
                    <a:pt x="884644" y="218931"/>
                  </a:lnTo>
                  <a:lnTo>
                    <a:pt x="884999" y="219453"/>
                  </a:lnTo>
                  <a:lnTo>
                    <a:pt x="885115" y="219980"/>
                  </a:lnTo>
                  <a:lnTo>
                    <a:pt x="886626" y="221357"/>
                  </a:lnTo>
                  <a:lnTo>
                    <a:pt x="887468" y="221978"/>
                  </a:lnTo>
                  <a:lnTo>
                    <a:pt x="889363" y="222908"/>
                  </a:lnTo>
                  <a:lnTo>
                    <a:pt x="889631" y="223152"/>
                  </a:lnTo>
                  <a:lnTo>
                    <a:pt x="890048" y="223906"/>
                  </a:lnTo>
                  <a:lnTo>
                    <a:pt x="890458" y="224992"/>
                  </a:lnTo>
                  <a:lnTo>
                    <a:pt x="890472" y="225399"/>
                  </a:lnTo>
                  <a:lnTo>
                    <a:pt x="890349" y="225840"/>
                  </a:lnTo>
                  <a:lnTo>
                    <a:pt x="890501" y="226156"/>
                  </a:lnTo>
                  <a:lnTo>
                    <a:pt x="890839" y="226318"/>
                  </a:lnTo>
                  <a:lnTo>
                    <a:pt x="891927" y="225945"/>
                  </a:lnTo>
                  <a:lnTo>
                    <a:pt x="892652" y="226094"/>
                  </a:lnTo>
                  <a:lnTo>
                    <a:pt x="894205" y="226329"/>
                  </a:lnTo>
                  <a:lnTo>
                    <a:pt x="896262" y="226877"/>
                  </a:lnTo>
                  <a:lnTo>
                    <a:pt x="898329" y="228387"/>
                  </a:lnTo>
                  <a:lnTo>
                    <a:pt x="901385" y="229485"/>
                  </a:lnTo>
                  <a:lnTo>
                    <a:pt x="904303" y="232192"/>
                  </a:lnTo>
                  <a:lnTo>
                    <a:pt x="904826" y="232735"/>
                  </a:lnTo>
                  <a:lnTo>
                    <a:pt x="906017" y="234335"/>
                  </a:lnTo>
                  <a:lnTo>
                    <a:pt x="906624" y="234852"/>
                  </a:lnTo>
                  <a:lnTo>
                    <a:pt x="907498" y="234823"/>
                  </a:lnTo>
                  <a:lnTo>
                    <a:pt x="908177" y="234808"/>
                  </a:lnTo>
                  <a:lnTo>
                    <a:pt x="908633" y="234763"/>
                  </a:lnTo>
                  <a:lnTo>
                    <a:pt x="909271" y="235093"/>
                  </a:lnTo>
                  <a:lnTo>
                    <a:pt x="909860" y="235312"/>
                  </a:lnTo>
                  <a:lnTo>
                    <a:pt x="910149" y="235455"/>
                  </a:lnTo>
                  <a:lnTo>
                    <a:pt x="910825" y="235762"/>
                  </a:lnTo>
                  <a:lnTo>
                    <a:pt x="911415" y="235922"/>
                  </a:lnTo>
                  <a:lnTo>
                    <a:pt x="912189" y="236044"/>
                  </a:lnTo>
                  <a:lnTo>
                    <a:pt x="913090" y="236244"/>
                  </a:lnTo>
                  <a:lnTo>
                    <a:pt x="913365" y="236277"/>
                  </a:lnTo>
                  <a:lnTo>
                    <a:pt x="913513" y="236338"/>
                  </a:lnTo>
                  <a:lnTo>
                    <a:pt x="913764" y="236487"/>
                  </a:lnTo>
                  <a:lnTo>
                    <a:pt x="914082" y="236654"/>
                  </a:lnTo>
                  <a:lnTo>
                    <a:pt x="914294" y="236608"/>
                  </a:lnTo>
                  <a:lnTo>
                    <a:pt x="914508" y="236582"/>
                  </a:lnTo>
                  <a:lnTo>
                    <a:pt x="914985" y="236780"/>
                  </a:lnTo>
                  <a:lnTo>
                    <a:pt x="915547" y="237084"/>
                  </a:lnTo>
                  <a:lnTo>
                    <a:pt x="915821" y="237253"/>
                  </a:lnTo>
                  <a:lnTo>
                    <a:pt x="915973" y="237608"/>
                  </a:lnTo>
                  <a:lnTo>
                    <a:pt x="916296" y="237891"/>
                  </a:lnTo>
                  <a:lnTo>
                    <a:pt x="917157" y="238445"/>
                  </a:lnTo>
                  <a:lnTo>
                    <a:pt x="918070" y="239128"/>
                  </a:lnTo>
                  <a:lnTo>
                    <a:pt x="919451" y="238850"/>
                  </a:lnTo>
                  <a:lnTo>
                    <a:pt x="923451" y="238348"/>
                  </a:lnTo>
                  <a:lnTo>
                    <a:pt x="926222" y="238200"/>
                  </a:lnTo>
                  <a:lnTo>
                    <a:pt x="931524" y="237508"/>
                  </a:lnTo>
                  <a:lnTo>
                    <a:pt x="935678" y="237041"/>
                  </a:lnTo>
                  <a:lnTo>
                    <a:pt x="936471" y="237621"/>
                  </a:lnTo>
                  <a:lnTo>
                    <a:pt x="936223" y="238452"/>
                  </a:lnTo>
                  <a:lnTo>
                    <a:pt x="935427" y="239529"/>
                  </a:lnTo>
                  <a:lnTo>
                    <a:pt x="934045" y="240369"/>
                  </a:lnTo>
                  <a:lnTo>
                    <a:pt x="933229" y="243214"/>
                  </a:lnTo>
                  <a:lnTo>
                    <a:pt x="933054" y="247067"/>
                  </a:lnTo>
                  <a:lnTo>
                    <a:pt x="931976" y="250035"/>
                  </a:lnTo>
                  <a:lnTo>
                    <a:pt x="934177" y="250085"/>
                  </a:lnTo>
                  <a:lnTo>
                    <a:pt x="936391" y="251013"/>
                  </a:lnTo>
                  <a:lnTo>
                    <a:pt x="938353" y="250993"/>
                  </a:lnTo>
                  <a:lnTo>
                    <a:pt x="940503" y="251046"/>
                  </a:lnTo>
                  <a:lnTo>
                    <a:pt x="940641" y="251291"/>
                  </a:lnTo>
                  <a:lnTo>
                    <a:pt x="941616" y="253030"/>
                  </a:lnTo>
                  <a:lnTo>
                    <a:pt x="942185" y="254046"/>
                  </a:lnTo>
                  <a:lnTo>
                    <a:pt x="942653" y="254883"/>
                  </a:lnTo>
                  <a:lnTo>
                    <a:pt x="943181" y="255773"/>
                  </a:lnTo>
                  <a:lnTo>
                    <a:pt x="943877" y="256947"/>
                  </a:lnTo>
                  <a:lnTo>
                    <a:pt x="944740" y="258473"/>
                  </a:lnTo>
                  <a:lnTo>
                    <a:pt x="945825" y="262127"/>
                  </a:lnTo>
                  <a:lnTo>
                    <a:pt x="946975" y="264757"/>
                  </a:lnTo>
                  <a:lnTo>
                    <a:pt x="948267" y="267450"/>
                  </a:lnTo>
                  <a:lnTo>
                    <a:pt x="948568" y="268108"/>
                  </a:lnTo>
                  <a:lnTo>
                    <a:pt x="949255" y="269997"/>
                  </a:lnTo>
                  <a:lnTo>
                    <a:pt x="949517" y="270937"/>
                  </a:lnTo>
                  <a:lnTo>
                    <a:pt x="952962" y="276795"/>
                  </a:lnTo>
                  <a:lnTo>
                    <a:pt x="954718" y="279681"/>
                  </a:lnTo>
                  <a:lnTo>
                    <a:pt x="955583" y="286250"/>
                  </a:lnTo>
                  <a:lnTo>
                    <a:pt x="956997" y="288238"/>
                  </a:lnTo>
                  <a:lnTo>
                    <a:pt x="958089" y="289283"/>
                  </a:lnTo>
                  <a:lnTo>
                    <a:pt x="961013" y="291693"/>
                  </a:lnTo>
                  <a:lnTo>
                    <a:pt x="965698" y="295737"/>
                  </a:lnTo>
                  <a:lnTo>
                    <a:pt x="976288" y="304737"/>
                  </a:lnTo>
                  <a:close/>
                </a:path>
              </a:pathLst>
            </a:custGeom>
            <a:solidFill>
              <a:srgbClr val="5785B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8194787" y="1926625"/>
              <a:ext cx="485531" cy="548254"/>
            </a:xfrm>
            <a:custGeom>
              <a:avLst/>
              <a:pathLst>
                <a:path w="485531" h="548254">
                  <a:moveTo>
                    <a:pt x="182879" y="182880"/>
                  </a:moveTo>
                  <a:lnTo>
                    <a:pt x="182980" y="183272"/>
                  </a:lnTo>
                  <a:lnTo>
                    <a:pt x="183203" y="183541"/>
                  </a:lnTo>
                  <a:lnTo>
                    <a:pt x="183217" y="183701"/>
                  </a:lnTo>
                  <a:lnTo>
                    <a:pt x="183170" y="183860"/>
                  </a:lnTo>
                  <a:lnTo>
                    <a:pt x="182945" y="184212"/>
                  </a:lnTo>
                  <a:lnTo>
                    <a:pt x="182934" y="184546"/>
                  </a:lnTo>
                  <a:lnTo>
                    <a:pt x="182946" y="184761"/>
                  </a:lnTo>
                  <a:lnTo>
                    <a:pt x="182992" y="186331"/>
                  </a:lnTo>
                  <a:lnTo>
                    <a:pt x="182833" y="186428"/>
                  </a:lnTo>
                  <a:lnTo>
                    <a:pt x="182747" y="186606"/>
                  </a:lnTo>
                  <a:lnTo>
                    <a:pt x="183024" y="187008"/>
                  </a:lnTo>
                  <a:lnTo>
                    <a:pt x="182946" y="187490"/>
                  </a:lnTo>
                  <a:lnTo>
                    <a:pt x="183041" y="188193"/>
                  </a:lnTo>
                  <a:lnTo>
                    <a:pt x="183165" y="188471"/>
                  </a:lnTo>
                  <a:lnTo>
                    <a:pt x="183086" y="189087"/>
                  </a:lnTo>
                  <a:lnTo>
                    <a:pt x="182981" y="189835"/>
                  </a:lnTo>
                  <a:lnTo>
                    <a:pt x="183037" y="190038"/>
                  </a:lnTo>
                  <a:lnTo>
                    <a:pt x="183094" y="190242"/>
                  </a:lnTo>
                  <a:lnTo>
                    <a:pt x="183189" y="190735"/>
                  </a:lnTo>
                  <a:lnTo>
                    <a:pt x="183215" y="191859"/>
                  </a:lnTo>
                  <a:lnTo>
                    <a:pt x="183403" y="192057"/>
                  </a:lnTo>
                  <a:lnTo>
                    <a:pt x="183566" y="192474"/>
                  </a:lnTo>
                  <a:lnTo>
                    <a:pt x="183547" y="192864"/>
                  </a:lnTo>
                  <a:lnTo>
                    <a:pt x="183367" y="193534"/>
                  </a:lnTo>
                  <a:lnTo>
                    <a:pt x="183465" y="194329"/>
                  </a:lnTo>
                  <a:lnTo>
                    <a:pt x="183580" y="194541"/>
                  </a:lnTo>
                  <a:lnTo>
                    <a:pt x="183621" y="194673"/>
                  </a:lnTo>
                  <a:lnTo>
                    <a:pt x="183602" y="194808"/>
                  </a:lnTo>
                  <a:lnTo>
                    <a:pt x="183488" y="195180"/>
                  </a:lnTo>
                  <a:lnTo>
                    <a:pt x="183472" y="195512"/>
                  </a:lnTo>
                  <a:lnTo>
                    <a:pt x="183616" y="195640"/>
                  </a:lnTo>
                  <a:lnTo>
                    <a:pt x="183738" y="195965"/>
                  </a:lnTo>
                  <a:lnTo>
                    <a:pt x="183643" y="196094"/>
                  </a:lnTo>
                  <a:lnTo>
                    <a:pt x="183558" y="196337"/>
                  </a:lnTo>
                  <a:lnTo>
                    <a:pt x="183505" y="196800"/>
                  </a:lnTo>
                  <a:lnTo>
                    <a:pt x="183694" y="197378"/>
                  </a:lnTo>
                  <a:lnTo>
                    <a:pt x="183636" y="197873"/>
                  </a:lnTo>
                  <a:lnTo>
                    <a:pt x="183555" y="198321"/>
                  </a:lnTo>
                  <a:lnTo>
                    <a:pt x="183380" y="198735"/>
                  </a:lnTo>
                  <a:lnTo>
                    <a:pt x="183146" y="198903"/>
                  </a:lnTo>
                  <a:lnTo>
                    <a:pt x="182974" y="199046"/>
                  </a:lnTo>
                  <a:lnTo>
                    <a:pt x="183077" y="199253"/>
                  </a:lnTo>
                  <a:lnTo>
                    <a:pt x="183082" y="199491"/>
                  </a:lnTo>
                  <a:lnTo>
                    <a:pt x="183022" y="199709"/>
                  </a:lnTo>
                  <a:lnTo>
                    <a:pt x="182802" y="200145"/>
                  </a:lnTo>
                  <a:lnTo>
                    <a:pt x="182697" y="201339"/>
                  </a:lnTo>
                  <a:lnTo>
                    <a:pt x="182671" y="201835"/>
                  </a:lnTo>
                  <a:lnTo>
                    <a:pt x="182577" y="202410"/>
                  </a:lnTo>
                  <a:lnTo>
                    <a:pt x="182808" y="203281"/>
                  </a:lnTo>
                  <a:lnTo>
                    <a:pt x="182918" y="203499"/>
                  </a:lnTo>
                  <a:lnTo>
                    <a:pt x="183150" y="204158"/>
                  </a:lnTo>
                  <a:lnTo>
                    <a:pt x="183038" y="204483"/>
                  </a:lnTo>
                  <a:lnTo>
                    <a:pt x="182998" y="204723"/>
                  </a:lnTo>
                  <a:lnTo>
                    <a:pt x="183041" y="204965"/>
                  </a:lnTo>
                  <a:lnTo>
                    <a:pt x="183235" y="205342"/>
                  </a:lnTo>
                  <a:lnTo>
                    <a:pt x="183546" y="205766"/>
                  </a:lnTo>
                  <a:lnTo>
                    <a:pt x="183841" y="206261"/>
                  </a:lnTo>
                  <a:lnTo>
                    <a:pt x="183900" y="206438"/>
                  </a:lnTo>
                  <a:lnTo>
                    <a:pt x="183904" y="206626"/>
                  </a:lnTo>
                  <a:lnTo>
                    <a:pt x="183798" y="206759"/>
                  </a:lnTo>
                  <a:lnTo>
                    <a:pt x="183735" y="206957"/>
                  </a:lnTo>
                  <a:lnTo>
                    <a:pt x="183752" y="207087"/>
                  </a:lnTo>
                  <a:lnTo>
                    <a:pt x="183843" y="207348"/>
                  </a:lnTo>
                  <a:lnTo>
                    <a:pt x="183831" y="207486"/>
                  </a:lnTo>
                  <a:lnTo>
                    <a:pt x="183729" y="207737"/>
                  </a:lnTo>
                  <a:lnTo>
                    <a:pt x="183529" y="207991"/>
                  </a:lnTo>
                  <a:lnTo>
                    <a:pt x="183619" y="208222"/>
                  </a:lnTo>
                  <a:lnTo>
                    <a:pt x="184121" y="208752"/>
                  </a:lnTo>
                  <a:lnTo>
                    <a:pt x="184190" y="208894"/>
                  </a:lnTo>
                  <a:lnTo>
                    <a:pt x="184110" y="209292"/>
                  </a:lnTo>
                  <a:lnTo>
                    <a:pt x="184077" y="209479"/>
                  </a:lnTo>
                  <a:lnTo>
                    <a:pt x="184234" y="209690"/>
                  </a:lnTo>
                  <a:lnTo>
                    <a:pt x="184368" y="209829"/>
                  </a:lnTo>
                  <a:lnTo>
                    <a:pt x="184439" y="210044"/>
                  </a:lnTo>
                  <a:lnTo>
                    <a:pt x="184338" y="210431"/>
                  </a:lnTo>
                  <a:lnTo>
                    <a:pt x="184503" y="210830"/>
                  </a:lnTo>
                  <a:lnTo>
                    <a:pt x="184731" y="210924"/>
                  </a:lnTo>
                  <a:lnTo>
                    <a:pt x="185133" y="211103"/>
                  </a:lnTo>
                  <a:lnTo>
                    <a:pt x="184936" y="211509"/>
                  </a:lnTo>
                  <a:lnTo>
                    <a:pt x="184928" y="211747"/>
                  </a:lnTo>
                  <a:lnTo>
                    <a:pt x="185126" y="211801"/>
                  </a:lnTo>
                  <a:lnTo>
                    <a:pt x="185470" y="212433"/>
                  </a:lnTo>
                  <a:lnTo>
                    <a:pt x="185161" y="212725"/>
                  </a:lnTo>
                  <a:lnTo>
                    <a:pt x="185274" y="213002"/>
                  </a:lnTo>
                  <a:lnTo>
                    <a:pt x="185757" y="213067"/>
                  </a:lnTo>
                  <a:lnTo>
                    <a:pt x="185970" y="213284"/>
                  </a:lnTo>
                  <a:lnTo>
                    <a:pt x="185908" y="213494"/>
                  </a:lnTo>
                  <a:lnTo>
                    <a:pt x="185705" y="213835"/>
                  </a:lnTo>
                  <a:lnTo>
                    <a:pt x="185488" y="214239"/>
                  </a:lnTo>
                  <a:lnTo>
                    <a:pt x="185382" y="214468"/>
                  </a:lnTo>
                  <a:lnTo>
                    <a:pt x="185415" y="214786"/>
                  </a:lnTo>
                  <a:lnTo>
                    <a:pt x="185645" y="215108"/>
                  </a:lnTo>
                  <a:lnTo>
                    <a:pt x="185574" y="215562"/>
                  </a:lnTo>
                  <a:lnTo>
                    <a:pt x="185908" y="216604"/>
                  </a:lnTo>
                  <a:lnTo>
                    <a:pt x="186191" y="217241"/>
                  </a:lnTo>
                  <a:lnTo>
                    <a:pt x="186249" y="217438"/>
                  </a:lnTo>
                  <a:lnTo>
                    <a:pt x="186313" y="217913"/>
                  </a:lnTo>
                  <a:lnTo>
                    <a:pt x="186170" y="218444"/>
                  </a:lnTo>
                  <a:lnTo>
                    <a:pt x="186048" y="218779"/>
                  </a:lnTo>
                  <a:lnTo>
                    <a:pt x="185992" y="219156"/>
                  </a:lnTo>
                  <a:lnTo>
                    <a:pt x="185973" y="219990"/>
                  </a:lnTo>
                  <a:lnTo>
                    <a:pt x="186078" y="220292"/>
                  </a:lnTo>
                  <a:lnTo>
                    <a:pt x="186122" y="220507"/>
                  </a:lnTo>
                  <a:lnTo>
                    <a:pt x="185874" y="220800"/>
                  </a:lnTo>
                  <a:lnTo>
                    <a:pt x="185326" y="221040"/>
                  </a:lnTo>
                  <a:lnTo>
                    <a:pt x="185181" y="221241"/>
                  </a:lnTo>
                  <a:lnTo>
                    <a:pt x="185283" y="221390"/>
                  </a:lnTo>
                  <a:lnTo>
                    <a:pt x="185443" y="221473"/>
                  </a:lnTo>
                  <a:lnTo>
                    <a:pt x="185558" y="221619"/>
                  </a:lnTo>
                  <a:lnTo>
                    <a:pt x="185629" y="221920"/>
                  </a:lnTo>
                  <a:lnTo>
                    <a:pt x="185583" y="222126"/>
                  </a:lnTo>
                  <a:lnTo>
                    <a:pt x="185783" y="222474"/>
                  </a:lnTo>
                  <a:lnTo>
                    <a:pt x="185931" y="222574"/>
                  </a:lnTo>
                  <a:lnTo>
                    <a:pt x="186062" y="222777"/>
                  </a:lnTo>
                  <a:lnTo>
                    <a:pt x="186725" y="223340"/>
                  </a:lnTo>
                  <a:lnTo>
                    <a:pt x="187025" y="224241"/>
                  </a:lnTo>
                  <a:lnTo>
                    <a:pt x="187589" y="224784"/>
                  </a:lnTo>
                  <a:lnTo>
                    <a:pt x="187817" y="224803"/>
                  </a:lnTo>
                  <a:lnTo>
                    <a:pt x="187983" y="224866"/>
                  </a:lnTo>
                  <a:lnTo>
                    <a:pt x="187952" y="225209"/>
                  </a:lnTo>
                  <a:lnTo>
                    <a:pt x="187958" y="225469"/>
                  </a:lnTo>
                  <a:lnTo>
                    <a:pt x="188347" y="226473"/>
                  </a:lnTo>
                  <a:lnTo>
                    <a:pt x="188543" y="226563"/>
                  </a:lnTo>
                  <a:lnTo>
                    <a:pt x="189100" y="226997"/>
                  </a:lnTo>
                  <a:lnTo>
                    <a:pt x="189236" y="227117"/>
                  </a:lnTo>
                  <a:lnTo>
                    <a:pt x="189460" y="227181"/>
                  </a:lnTo>
                  <a:lnTo>
                    <a:pt x="189630" y="227197"/>
                  </a:lnTo>
                  <a:lnTo>
                    <a:pt x="189864" y="227294"/>
                  </a:lnTo>
                  <a:lnTo>
                    <a:pt x="190055" y="227334"/>
                  </a:lnTo>
                  <a:lnTo>
                    <a:pt x="190437" y="227803"/>
                  </a:lnTo>
                  <a:lnTo>
                    <a:pt x="190501" y="227955"/>
                  </a:lnTo>
                  <a:lnTo>
                    <a:pt x="190139" y="228972"/>
                  </a:lnTo>
                  <a:lnTo>
                    <a:pt x="190226" y="229270"/>
                  </a:lnTo>
                  <a:lnTo>
                    <a:pt x="190556" y="229323"/>
                  </a:lnTo>
                  <a:lnTo>
                    <a:pt x="190933" y="229377"/>
                  </a:lnTo>
                  <a:lnTo>
                    <a:pt x="191202" y="229960"/>
                  </a:lnTo>
                  <a:lnTo>
                    <a:pt x="191245" y="230270"/>
                  </a:lnTo>
                  <a:lnTo>
                    <a:pt x="191204" y="230697"/>
                  </a:lnTo>
                  <a:lnTo>
                    <a:pt x="191298" y="230856"/>
                  </a:lnTo>
                  <a:lnTo>
                    <a:pt x="191805" y="231333"/>
                  </a:lnTo>
                  <a:lnTo>
                    <a:pt x="192019" y="231506"/>
                  </a:lnTo>
                  <a:lnTo>
                    <a:pt x="192704" y="231780"/>
                  </a:lnTo>
                  <a:lnTo>
                    <a:pt x="193006" y="232048"/>
                  </a:lnTo>
                  <a:lnTo>
                    <a:pt x="193188" y="232342"/>
                  </a:lnTo>
                  <a:lnTo>
                    <a:pt x="193443" y="232752"/>
                  </a:lnTo>
                  <a:lnTo>
                    <a:pt x="193781" y="232900"/>
                  </a:lnTo>
                  <a:lnTo>
                    <a:pt x="194197" y="233083"/>
                  </a:lnTo>
                  <a:lnTo>
                    <a:pt x="194902" y="233975"/>
                  </a:lnTo>
                  <a:lnTo>
                    <a:pt x="194989" y="234325"/>
                  </a:lnTo>
                  <a:lnTo>
                    <a:pt x="195296" y="234529"/>
                  </a:lnTo>
                  <a:lnTo>
                    <a:pt x="195312" y="234093"/>
                  </a:lnTo>
                  <a:lnTo>
                    <a:pt x="195128" y="233723"/>
                  </a:lnTo>
                  <a:lnTo>
                    <a:pt x="194722" y="232994"/>
                  </a:lnTo>
                  <a:lnTo>
                    <a:pt x="194621" y="232007"/>
                  </a:lnTo>
                  <a:lnTo>
                    <a:pt x="194630" y="231691"/>
                  </a:lnTo>
                  <a:lnTo>
                    <a:pt x="194690" y="231406"/>
                  </a:lnTo>
                  <a:lnTo>
                    <a:pt x="194967" y="230422"/>
                  </a:lnTo>
                  <a:lnTo>
                    <a:pt x="195185" y="229831"/>
                  </a:lnTo>
                  <a:lnTo>
                    <a:pt x="195445" y="229225"/>
                  </a:lnTo>
                  <a:lnTo>
                    <a:pt x="195901" y="228947"/>
                  </a:lnTo>
                  <a:lnTo>
                    <a:pt x="195962" y="228787"/>
                  </a:lnTo>
                  <a:lnTo>
                    <a:pt x="195989" y="228436"/>
                  </a:lnTo>
                  <a:lnTo>
                    <a:pt x="195887" y="227888"/>
                  </a:lnTo>
                  <a:lnTo>
                    <a:pt x="195710" y="227572"/>
                  </a:lnTo>
                  <a:lnTo>
                    <a:pt x="195545" y="227347"/>
                  </a:lnTo>
                  <a:lnTo>
                    <a:pt x="195269" y="227163"/>
                  </a:lnTo>
                  <a:lnTo>
                    <a:pt x="195039" y="226302"/>
                  </a:lnTo>
                  <a:lnTo>
                    <a:pt x="195259" y="226251"/>
                  </a:lnTo>
                  <a:lnTo>
                    <a:pt x="195533" y="225940"/>
                  </a:lnTo>
                  <a:lnTo>
                    <a:pt x="195607" y="225545"/>
                  </a:lnTo>
                  <a:lnTo>
                    <a:pt x="195551" y="225386"/>
                  </a:lnTo>
                  <a:lnTo>
                    <a:pt x="195566" y="224868"/>
                  </a:lnTo>
                  <a:lnTo>
                    <a:pt x="195638" y="224501"/>
                  </a:lnTo>
                  <a:lnTo>
                    <a:pt x="195962" y="224220"/>
                  </a:lnTo>
                  <a:lnTo>
                    <a:pt x="196186" y="223960"/>
                  </a:lnTo>
                  <a:lnTo>
                    <a:pt x="196149" y="223649"/>
                  </a:lnTo>
                  <a:lnTo>
                    <a:pt x="196331" y="223074"/>
                  </a:lnTo>
                  <a:lnTo>
                    <a:pt x="196547" y="222978"/>
                  </a:lnTo>
                  <a:lnTo>
                    <a:pt x="196762" y="222683"/>
                  </a:lnTo>
                  <a:lnTo>
                    <a:pt x="196827" y="222457"/>
                  </a:lnTo>
                  <a:lnTo>
                    <a:pt x="196811" y="222067"/>
                  </a:lnTo>
                  <a:lnTo>
                    <a:pt x="196535" y="221634"/>
                  </a:lnTo>
                  <a:lnTo>
                    <a:pt x="196284" y="221548"/>
                  </a:lnTo>
                  <a:lnTo>
                    <a:pt x="196029" y="221645"/>
                  </a:lnTo>
                  <a:lnTo>
                    <a:pt x="195761" y="221547"/>
                  </a:lnTo>
                  <a:lnTo>
                    <a:pt x="195415" y="220940"/>
                  </a:lnTo>
                  <a:lnTo>
                    <a:pt x="195354" y="220798"/>
                  </a:lnTo>
                  <a:lnTo>
                    <a:pt x="195380" y="220307"/>
                  </a:lnTo>
                  <a:lnTo>
                    <a:pt x="195813" y="220077"/>
                  </a:lnTo>
                  <a:lnTo>
                    <a:pt x="196042" y="219600"/>
                  </a:lnTo>
                  <a:lnTo>
                    <a:pt x="195776" y="218883"/>
                  </a:lnTo>
                  <a:lnTo>
                    <a:pt x="195790" y="218687"/>
                  </a:lnTo>
                  <a:lnTo>
                    <a:pt x="195501" y="218324"/>
                  </a:lnTo>
                  <a:lnTo>
                    <a:pt x="195224" y="218173"/>
                  </a:lnTo>
                  <a:lnTo>
                    <a:pt x="195019" y="217981"/>
                  </a:lnTo>
                  <a:lnTo>
                    <a:pt x="195041" y="217442"/>
                  </a:lnTo>
                  <a:lnTo>
                    <a:pt x="195320" y="216189"/>
                  </a:lnTo>
                  <a:lnTo>
                    <a:pt x="195490" y="215825"/>
                  </a:lnTo>
                  <a:lnTo>
                    <a:pt x="195334" y="215448"/>
                  </a:lnTo>
                  <a:lnTo>
                    <a:pt x="195373" y="215311"/>
                  </a:lnTo>
                  <a:lnTo>
                    <a:pt x="195600" y="215190"/>
                  </a:lnTo>
                  <a:lnTo>
                    <a:pt x="196339" y="214889"/>
                  </a:lnTo>
                  <a:lnTo>
                    <a:pt x="197018" y="215007"/>
                  </a:lnTo>
                  <a:lnTo>
                    <a:pt x="197386" y="215144"/>
                  </a:lnTo>
                  <a:lnTo>
                    <a:pt x="197941" y="215147"/>
                  </a:lnTo>
                  <a:lnTo>
                    <a:pt x="198021" y="214504"/>
                  </a:lnTo>
                  <a:lnTo>
                    <a:pt x="198002" y="214116"/>
                  </a:lnTo>
                  <a:lnTo>
                    <a:pt x="197948" y="213893"/>
                  </a:lnTo>
                  <a:lnTo>
                    <a:pt x="197992" y="213753"/>
                  </a:lnTo>
                  <a:lnTo>
                    <a:pt x="198142" y="213713"/>
                  </a:lnTo>
                  <a:lnTo>
                    <a:pt x="198327" y="213539"/>
                  </a:lnTo>
                  <a:lnTo>
                    <a:pt x="198713" y="213104"/>
                  </a:lnTo>
                  <a:lnTo>
                    <a:pt x="199113" y="212943"/>
                  </a:lnTo>
                  <a:lnTo>
                    <a:pt x="199371" y="212679"/>
                  </a:lnTo>
                  <a:lnTo>
                    <a:pt x="199355" y="212396"/>
                  </a:lnTo>
                  <a:lnTo>
                    <a:pt x="199380" y="211914"/>
                  </a:lnTo>
                  <a:lnTo>
                    <a:pt x="199817" y="211797"/>
                  </a:lnTo>
                  <a:lnTo>
                    <a:pt x="200020" y="211875"/>
                  </a:lnTo>
                  <a:lnTo>
                    <a:pt x="200171" y="212057"/>
                  </a:lnTo>
                  <a:lnTo>
                    <a:pt x="200477" y="212070"/>
                  </a:lnTo>
                  <a:lnTo>
                    <a:pt x="200825" y="211941"/>
                  </a:lnTo>
                  <a:lnTo>
                    <a:pt x="201244" y="211388"/>
                  </a:lnTo>
                  <a:lnTo>
                    <a:pt x="201246" y="210328"/>
                  </a:lnTo>
                  <a:lnTo>
                    <a:pt x="201368" y="209597"/>
                  </a:lnTo>
                  <a:lnTo>
                    <a:pt x="201204" y="209161"/>
                  </a:lnTo>
                  <a:lnTo>
                    <a:pt x="200831" y="208845"/>
                  </a:lnTo>
                  <a:lnTo>
                    <a:pt x="201218" y="208432"/>
                  </a:lnTo>
                  <a:lnTo>
                    <a:pt x="201428" y="208322"/>
                  </a:lnTo>
                  <a:lnTo>
                    <a:pt x="201642" y="208092"/>
                  </a:lnTo>
                  <a:lnTo>
                    <a:pt x="201692" y="207782"/>
                  </a:lnTo>
                  <a:lnTo>
                    <a:pt x="201703" y="207570"/>
                  </a:lnTo>
                  <a:lnTo>
                    <a:pt x="201870" y="207296"/>
                  </a:lnTo>
                  <a:lnTo>
                    <a:pt x="202086" y="207058"/>
                  </a:lnTo>
                  <a:lnTo>
                    <a:pt x="202262" y="207035"/>
                  </a:lnTo>
                  <a:lnTo>
                    <a:pt x="202486" y="207225"/>
                  </a:lnTo>
                  <a:lnTo>
                    <a:pt x="202974" y="207040"/>
                  </a:lnTo>
                  <a:lnTo>
                    <a:pt x="203732" y="206687"/>
                  </a:lnTo>
                  <a:lnTo>
                    <a:pt x="203965" y="206466"/>
                  </a:lnTo>
                  <a:lnTo>
                    <a:pt x="203821" y="206205"/>
                  </a:lnTo>
                  <a:lnTo>
                    <a:pt x="204133" y="206075"/>
                  </a:lnTo>
                  <a:lnTo>
                    <a:pt x="204367" y="206026"/>
                  </a:lnTo>
                  <a:lnTo>
                    <a:pt x="204505" y="205858"/>
                  </a:lnTo>
                  <a:lnTo>
                    <a:pt x="204187" y="205457"/>
                  </a:lnTo>
                  <a:lnTo>
                    <a:pt x="204113" y="205318"/>
                  </a:lnTo>
                  <a:lnTo>
                    <a:pt x="204012" y="204436"/>
                  </a:lnTo>
                  <a:lnTo>
                    <a:pt x="204021" y="204146"/>
                  </a:lnTo>
                  <a:lnTo>
                    <a:pt x="204181" y="203689"/>
                  </a:lnTo>
                  <a:lnTo>
                    <a:pt x="204455" y="203590"/>
                  </a:lnTo>
                  <a:lnTo>
                    <a:pt x="204734" y="203242"/>
                  </a:lnTo>
                  <a:lnTo>
                    <a:pt x="204760" y="203077"/>
                  </a:lnTo>
                  <a:lnTo>
                    <a:pt x="204690" y="202696"/>
                  </a:lnTo>
                  <a:lnTo>
                    <a:pt x="204848" y="202424"/>
                  </a:lnTo>
                  <a:lnTo>
                    <a:pt x="205989" y="202385"/>
                  </a:lnTo>
                  <a:lnTo>
                    <a:pt x="206391" y="202453"/>
                  </a:lnTo>
                  <a:lnTo>
                    <a:pt x="207316" y="202552"/>
                  </a:lnTo>
                  <a:lnTo>
                    <a:pt x="207565" y="202459"/>
                  </a:lnTo>
                  <a:lnTo>
                    <a:pt x="207666" y="202330"/>
                  </a:lnTo>
                  <a:lnTo>
                    <a:pt x="207802" y="202101"/>
                  </a:lnTo>
                  <a:lnTo>
                    <a:pt x="207813" y="201898"/>
                  </a:lnTo>
                  <a:lnTo>
                    <a:pt x="207866" y="201706"/>
                  </a:lnTo>
                  <a:lnTo>
                    <a:pt x="208080" y="201420"/>
                  </a:lnTo>
                  <a:lnTo>
                    <a:pt x="208248" y="201409"/>
                  </a:lnTo>
                  <a:lnTo>
                    <a:pt x="208584" y="201265"/>
                  </a:lnTo>
                  <a:lnTo>
                    <a:pt x="208822" y="200866"/>
                  </a:lnTo>
                  <a:lnTo>
                    <a:pt x="208865" y="201024"/>
                  </a:lnTo>
                  <a:lnTo>
                    <a:pt x="208901" y="201670"/>
                  </a:lnTo>
                  <a:lnTo>
                    <a:pt x="209034" y="202325"/>
                  </a:lnTo>
                  <a:lnTo>
                    <a:pt x="209075" y="202636"/>
                  </a:lnTo>
                  <a:lnTo>
                    <a:pt x="209055" y="203784"/>
                  </a:lnTo>
                  <a:lnTo>
                    <a:pt x="208959" y="204378"/>
                  </a:lnTo>
                  <a:lnTo>
                    <a:pt x="208975" y="205221"/>
                  </a:lnTo>
                  <a:lnTo>
                    <a:pt x="209193" y="205653"/>
                  </a:lnTo>
                  <a:lnTo>
                    <a:pt x="209372" y="205847"/>
                  </a:lnTo>
                  <a:lnTo>
                    <a:pt x="209566" y="206200"/>
                  </a:lnTo>
                  <a:lnTo>
                    <a:pt x="209518" y="206398"/>
                  </a:lnTo>
                  <a:lnTo>
                    <a:pt x="209443" y="206565"/>
                  </a:lnTo>
                  <a:lnTo>
                    <a:pt x="209431" y="206959"/>
                  </a:lnTo>
                  <a:lnTo>
                    <a:pt x="210306" y="207541"/>
                  </a:lnTo>
                  <a:lnTo>
                    <a:pt x="210390" y="207892"/>
                  </a:lnTo>
                  <a:lnTo>
                    <a:pt x="210663" y="207947"/>
                  </a:lnTo>
                  <a:lnTo>
                    <a:pt x="211304" y="207933"/>
                  </a:lnTo>
                  <a:lnTo>
                    <a:pt x="212059" y="207991"/>
                  </a:lnTo>
                  <a:lnTo>
                    <a:pt x="212655" y="208516"/>
                  </a:lnTo>
                  <a:lnTo>
                    <a:pt x="213310" y="209364"/>
                  </a:lnTo>
                  <a:lnTo>
                    <a:pt x="213601" y="209432"/>
                  </a:lnTo>
                  <a:lnTo>
                    <a:pt x="213740" y="209569"/>
                  </a:lnTo>
                  <a:lnTo>
                    <a:pt x="214038" y="209993"/>
                  </a:lnTo>
                  <a:lnTo>
                    <a:pt x="214039" y="210207"/>
                  </a:lnTo>
                  <a:lnTo>
                    <a:pt x="213886" y="210244"/>
                  </a:lnTo>
                  <a:lnTo>
                    <a:pt x="213757" y="210493"/>
                  </a:lnTo>
                  <a:lnTo>
                    <a:pt x="213765" y="211463"/>
                  </a:lnTo>
                  <a:lnTo>
                    <a:pt x="214167" y="211420"/>
                  </a:lnTo>
                  <a:lnTo>
                    <a:pt x="214405" y="211293"/>
                  </a:lnTo>
                  <a:lnTo>
                    <a:pt x="214664" y="211072"/>
                  </a:lnTo>
                  <a:lnTo>
                    <a:pt x="214927" y="211022"/>
                  </a:lnTo>
                  <a:lnTo>
                    <a:pt x="215445" y="211265"/>
                  </a:lnTo>
                  <a:lnTo>
                    <a:pt x="215406" y="211727"/>
                  </a:lnTo>
                  <a:lnTo>
                    <a:pt x="215609" y="212281"/>
                  </a:lnTo>
                  <a:lnTo>
                    <a:pt x="215826" y="212406"/>
                  </a:lnTo>
                  <a:lnTo>
                    <a:pt x="216858" y="212661"/>
                  </a:lnTo>
                  <a:lnTo>
                    <a:pt x="217238" y="212799"/>
                  </a:lnTo>
                  <a:lnTo>
                    <a:pt x="217437" y="212904"/>
                  </a:lnTo>
                  <a:lnTo>
                    <a:pt x="217695" y="213154"/>
                  </a:lnTo>
                  <a:lnTo>
                    <a:pt x="218157" y="213528"/>
                  </a:lnTo>
                  <a:lnTo>
                    <a:pt x="218615" y="213787"/>
                  </a:lnTo>
                  <a:lnTo>
                    <a:pt x="218800" y="214023"/>
                  </a:lnTo>
                  <a:lnTo>
                    <a:pt x="219150" y="214685"/>
                  </a:lnTo>
                  <a:lnTo>
                    <a:pt x="219263" y="215247"/>
                  </a:lnTo>
                  <a:lnTo>
                    <a:pt x="219269" y="215577"/>
                  </a:lnTo>
                  <a:lnTo>
                    <a:pt x="219330" y="215784"/>
                  </a:lnTo>
                  <a:lnTo>
                    <a:pt x="219747" y="215894"/>
                  </a:lnTo>
                  <a:lnTo>
                    <a:pt x="219924" y="215858"/>
                  </a:lnTo>
                  <a:lnTo>
                    <a:pt x="220255" y="216263"/>
                  </a:lnTo>
                  <a:lnTo>
                    <a:pt x="220284" y="216962"/>
                  </a:lnTo>
                  <a:lnTo>
                    <a:pt x="220155" y="217388"/>
                  </a:lnTo>
                  <a:lnTo>
                    <a:pt x="220365" y="218740"/>
                  </a:lnTo>
                  <a:lnTo>
                    <a:pt x="220661" y="219144"/>
                  </a:lnTo>
                  <a:lnTo>
                    <a:pt x="220993" y="219375"/>
                  </a:lnTo>
                  <a:lnTo>
                    <a:pt x="221193" y="219346"/>
                  </a:lnTo>
                  <a:lnTo>
                    <a:pt x="221552" y="219511"/>
                  </a:lnTo>
                  <a:lnTo>
                    <a:pt x="222351" y="219958"/>
                  </a:lnTo>
                  <a:lnTo>
                    <a:pt x="222655" y="220184"/>
                  </a:lnTo>
                  <a:lnTo>
                    <a:pt x="223394" y="220078"/>
                  </a:lnTo>
                  <a:lnTo>
                    <a:pt x="223612" y="220567"/>
                  </a:lnTo>
                  <a:lnTo>
                    <a:pt x="223654" y="220881"/>
                  </a:lnTo>
                  <a:lnTo>
                    <a:pt x="224014" y="221211"/>
                  </a:lnTo>
                  <a:lnTo>
                    <a:pt x="223825" y="221576"/>
                  </a:lnTo>
                  <a:lnTo>
                    <a:pt x="223460" y="222229"/>
                  </a:lnTo>
                  <a:lnTo>
                    <a:pt x="223652" y="222454"/>
                  </a:lnTo>
                  <a:lnTo>
                    <a:pt x="223439" y="223009"/>
                  </a:lnTo>
                  <a:lnTo>
                    <a:pt x="223217" y="223393"/>
                  </a:lnTo>
                  <a:lnTo>
                    <a:pt x="223277" y="223943"/>
                  </a:lnTo>
                  <a:lnTo>
                    <a:pt x="223754" y="223975"/>
                  </a:lnTo>
                  <a:lnTo>
                    <a:pt x="224858" y="224186"/>
                  </a:lnTo>
                  <a:lnTo>
                    <a:pt x="225149" y="224462"/>
                  </a:lnTo>
                  <a:lnTo>
                    <a:pt x="225991" y="224637"/>
                  </a:lnTo>
                  <a:lnTo>
                    <a:pt x="226588" y="224785"/>
                  </a:lnTo>
                  <a:lnTo>
                    <a:pt x="227230" y="225428"/>
                  </a:lnTo>
                  <a:lnTo>
                    <a:pt x="227534" y="225760"/>
                  </a:lnTo>
                  <a:lnTo>
                    <a:pt x="227999" y="225895"/>
                  </a:lnTo>
                  <a:lnTo>
                    <a:pt x="228185" y="226239"/>
                  </a:lnTo>
                  <a:lnTo>
                    <a:pt x="228097" y="226624"/>
                  </a:lnTo>
                  <a:lnTo>
                    <a:pt x="227879" y="227569"/>
                  </a:lnTo>
                  <a:lnTo>
                    <a:pt x="227533" y="227543"/>
                  </a:lnTo>
                  <a:lnTo>
                    <a:pt x="227131" y="227917"/>
                  </a:lnTo>
                  <a:lnTo>
                    <a:pt x="227195" y="228128"/>
                  </a:lnTo>
                  <a:lnTo>
                    <a:pt x="227388" y="228432"/>
                  </a:lnTo>
                  <a:lnTo>
                    <a:pt x="227583" y="228602"/>
                  </a:lnTo>
                  <a:lnTo>
                    <a:pt x="227858" y="228574"/>
                  </a:lnTo>
                  <a:lnTo>
                    <a:pt x="228675" y="229400"/>
                  </a:lnTo>
                  <a:lnTo>
                    <a:pt x="228728" y="229744"/>
                  </a:lnTo>
                  <a:lnTo>
                    <a:pt x="228211" y="230170"/>
                  </a:lnTo>
                  <a:lnTo>
                    <a:pt x="228042" y="230279"/>
                  </a:lnTo>
                  <a:lnTo>
                    <a:pt x="227840" y="230735"/>
                  </a:lnTo>
                  <a:lnTo>
                    <a:pt x="227990" y="231074"/>
                  </a:lnTo>
                  <a:lnTo>
                    <a:pt x="227794" y="231353"/>
                  </a:lnTo>
                  <a:lnTo>
                    <a:pt x="227317" y="231834"/>
                  </a:lnTo>
                  <a:lnTo>
                    <a:pt x="227074" y="231865"/>
                  </a:lnTo>
                  <a:lnTo>
                    <a:pt x="226710" y="231846"/>
                  </a:lnTo>
                  <a:lnTo>
                    <a:pt x="226419" y="231878"/>
                  </a:lnTo>
                  <a:lnTo>
                    <a:pt x="226215" y="231944"/>
                  </a:lnTo>
                  <a:lnTo>
                    <a:pt x="226054" y="232047"/>
                  </a:lnTo>
                  <a:lnTo>
                    <a:pt x="225884" y="232089"/>
                  </a:lnTo>
                  <a:lnTo>
                    <a:pt x="225618" y="232076"/>
                  </a:lnTo>
                  <a:lnTo>
                    <a:pt x="225339" y="231991"/>
                  </a:lnTo>
                  <a:lnTo>
                    <a:pt x="225009" y="232246"/>
                  </a:lnTo>
                  <a:lnTo>
                    <a:pt x="224969" y="232541"/>
                  </a:lnTo>
                  <a:lnTo>
                    <a:pt x="224574" y="233130"/>
                  </a:lnTo>
                  <a:lnTo>
                    <a:pt x="224174" y="232989"/>
                  </a:lnTo>
                  <a:lnTo>
                    <a:pt x="224079" y="232788"/>
                  </a:lnTo>
                  <a:lnTo>
                    <a:pt x="223815" y="232589"/>
                  </a:lnTo>
                  <a:lnTo>
                    <a:pt x="223394" y="232486"/>
                  </a:lnTo>
                  <a:lnTo>
                    <a:pt x="223032" y="232882"/>
                  </a:lnTo>
                  <a:lnTo>
                    <a:pt x="222557" y="232916"/>
                  </a:lnTo>
                  <a:lnTo>
                    <a:pt x="222103" y="232987"/>
                  </a:lnTo>
                  <a:lnTo>
                    <a:pt x="222012" y="233744"/>
                  </a:lnTo>
                  <a:lnTo>
                    <a:pt x="221874" y="233967"/>
                  </a:lnTo>
                  <a:lnTo>
                    <a:pt x="221823" y="234127"/>
                  </a:lnTo>
                  <a:lnTo>
                    <a:pt x="221767" y="234889"/>
                  </a:lnTo>
                  <a:lnTo>
                    <a:pt x="222188" y="235388"/>
                  </a:lnTo>
                  <a:lnTo>
                    <a:pt x="222497" y="235502"/>
                  </a:lnTo>
                  <a:lnTo>
                    <a:pt x="222687" y="235790"/>
                  </a:lnTo>
                  <a:lnTo>
                    <a:pt x="222667" y="235955"/>
                  </a:lnTo>
                  <a:lnTo>
                    <a:pt x="222731" y="236156"/>
                  </a:lnTo>
                  <a:lnTo>
                    <a:pt x="223036" y="236684"/>
                  </a:lnTo>
                  <a:lnTo>
                    <a:pt x="223120" y="236834"/>
                  </a:lnTo>
                  <a:lnTo>
                    <a:pt x="223197" y="237052"/>
                  </a:lnTo>
                  <a:lnTo>
                    <a:pt x="223490" y="237888"/>
                  </a:lnTo>
                  <a:lnTo>
                    <a:pt x="223564" y="238046"/>
                  </a:lnTo>
                  <a:lnTo>
                    <a:pt x="223552" y="238218"/>
                  </a:lnTo>
                  <a:lnTo>
                    <a:pt x="223674" y="238413"/>
                  </a:lnTo>
                  <a:lnTo>
                    <a:pt x="223800" y="239022"/>
                  </a:lnTo>
                  <a:lnTo>
                    <a:pt x="223983" y="239300"/>
                  </a:lnTo>
                  <a:lnTo>
                    <a:pt x="224071" y="239475"/>
                  </a:lnTo>
                  <a:lnTo>
                    <a:pt x="224129" y="239780"/>
                  </a:lnTo>
                  <a:lnTo>
                    <a:pt x="224508" y="240363"/>
                  </a:lnTo>
                  <a:lnTo>
                    <a:pt x="224638" y="240435"/>
                  </a:lnTo>
                  <a:lnTo>
                    <a:pt x="224839" y="240504"/>
                  </a:lnTo>
                  <a:lnTo>
                    <a:pt x="225738" y="240816"/>
                  </a:lnTo>
                  <a:lnTo>
                    <a:pt x="226059" y="241011"/>
                  </a:lnTo>
                  <a:lnTo>
                    <a:pt x="226272" y="241300"/>
                  </a:lnTo>
                  <a:lnTo>
                    <a:pt x="226687" y="242009"/>
                  </a:lnTo>
                  <a:lnTo>
                    <a:pt x="227001" y="242247"/>
                  </a:lnTo>
                  <a:lnTo>
                    <a:pt x="227313" y="242638"/>
                  </a:lnTo>
                  <a:lnTo>
                    <a:pt x="227822" y="243267"/>
                  </a:lnTo>
                  <a:lnTo>
                    <a:pt x="228833" y="244120"/>
                  </a:lnTo>
                  <a:lnTo>
                    <a:pt x="228912" y="244258"/>
                  </a:lnTo>
                  <a:lnTo>
                    <a:pt x="229025" y="244459"/>
                  </a:lnTo>
                  <a:lnTo>
                    <a:pt x="229165" y="244833"/>
                  </a:lnTo>
                  <a:lnTo>
                    <a:pt x="229021" y="245087"/>
                  </a:lnTo>
                  <a:lnTo>
                    <a:pt x="228617" y="245586"/>
                  </a:lnTo>
                  <a:lnTo>
                    <a:pt x="228216" y="246164"/>
                  </a:lnTo>
                  <a:lnTo>
                    <a:pt x="228596" y="246773"/>
                  </a:lnTo>
                  <a:lnTo>
                    <a:pt x="229689" y="247742"/>
                  </a:lnTo>
                  <a:lnTo>
                    <a:pt x="230009" y="247751"/>
                  </a:lnTo>
                  <a:lnTo>
                    <a:pt x="230352" y="247722"/>
                  </a:lnTo>
                  <a:lnTo>
                    <a:pt x="230576" y="247885"/>
                  </a:lnTo>
                  <a:lnTo>
                    <a:pt x="230809" y="248180"/>
                  </a:lnTo>
                  <a:lnTo>
                    <a:pt x="231097" y="248178"/>
                  </a:lnTo>
                  <a:lnTo>
                    <a:pt x="232311" y="248138"/>
                  </a:lnTo>
                  <a:lnTo>
                    <a:pt x="232514" y="248138"/>
                  </a:lnTo>
                  <a:lnTo>
                    <a:pt x="232684" y="248252"/>
                  </a:lnTo>
                  <a:lnTo>
                    <a:pt x="233142" y="248286"/>
                  </a:lnTo>
                  <a:lnTo>
                    <a:pt x="233470" y="248207"/>
                  </a:lnTo>
                  <a:lnTo>
                    <a:pt x="233962" y="248532"/>
                  </a:lnTo>
                  <a:lnTo>
                    <a:pt x="233940" y="248818"/>
                  </a:lnTo>
                  <a:lnTo>
                    <a:pt x="233833" y="248974"/>
                  </a:lnTo>
                  <a:lnTo>
                    <a:pt x="233763" y="249310"/>
                  </a:lnTo>
                  <a:lnTo>
                    <a:pt x="233913" y="249416"/>
                  </a:lnTo>
                  <a:lnTo>
                    <a:pt x="233938" y="250088"/>
                  </a:lnTo>
                  <a:lnTo>
                    <a:pt x="233152" y="250744"/>
                  </a:lnTo>
                  <a:lnTo>
                    <a:pt x="233061" y="251107"/>
                  </a:lnTo>
                  <a:lnTo>
                    <a:pt x="233174" y="251528"/>
                  </a:lnTo>
                  <a:lnTo>
                    <a:pt x="233873" y="252007"/>
                  </a:lnTo>
                  <a:lnTo>
                    <a:pt x="233885" y="252362"/>
                  </a:lnTo>
                  <a:lnTo>
                    <a:pt x="233812" y="253054"/>
                  </a:lnTo>
                  <a:lnTo>
                    <a:pt x="233892" y="253295"/>
                  </a:lnTo>
                  <a:lnTo>
                    <a:pt x="233943" y="253926"/>
                  </a:lnTo>
                  <a:lnTo>
                    <a:pt x="233895" y="254141"/>
                  </a:lnTo>
                  <a:lnTo>
                    <a:pt x="233834" y="254337"/>
                  </a:lnTo>
                  <a:lnTo>
                    <a:pt x="233789" y="254614"/>
                  </a:lnTo>
                  <a:lnTo>
                    <a:pt x="234463" y="255379"/>
                  </a:lnTo>
                  <a:lnTo>
                    <a:pt x="234950" y="255352"/>
                  </a:lnTo>
                  <a:lnTo>
                    <a:pt x="235274" y="255107"/>
                  </a:lnTo>
                  <a:lnTo>
                    <a:pt x="235532" y="254375"/>
                  </a:lnTo>
                  <a:lnTo>
                    <a:pt x="235574" y="254185"/>
                  </a:lnTo>
                  <a:lnTo>
                    <a:pt x="235862" y="253633"/>
                  </a:lnTo>
                  <a:lnTo>
                    <a:pt x="236493" y="253651"/>
                  </a:lnTo>
                  <a:lnTo>
                    <a:pt x="236886" y="253761"/>
                  </a:lnTo>
                  <a:lnTo>
                    <a:pt x="236989" y="253186"/>
                  </a:lnTo>
                  <a:lnTo>
                    <a:pt x="236986" y="252876"/>
                  </a:lnTo>
                  <a:lnTo>
                    <a:pt x="237151" y="252537"/>
                  </a:lnTo>
                  <a:lnTo>
                    <a:pt x="237589" y="252155"/>
                  </a:lnTo>
                  <a:lnTo>
                    <a:pt x="238162" y="251326"/>
                  </a:lnTo>
                  <a:lnTo>
                    <a:pt x="238409" y="250732"/>
                  </a:lnTo>
                  <a:lnTo>
                    <a:pt x="238384" y="250424"/>
                  </a:lnTo>
                  <a:lnTo>
                    <a:pt x="238373" y="250185"/>
                  </a:lnTo>
                  <a:lnTo>
                    <a:pt x="238401" y="249885"/>
                  </a:lnTo>
                  <a:lnTo>
                    <a:pt x="238584" y="249527"/>
                  </a:lnTo>
                  <a:lnTo>
                    <a:pt x="238914" y="249382"/>
                  </a:lnTo>
                  <a:lnTo>
                    <a:pt x="239228" y="249027"/>
                  </a:lnTo>
                  <a:lnTo>
                    <a:pt x="239613" y="248364"/>
                  </a:lnTo>
                  <a:lnTo>
                    <a:pt x="239756" y="248372"/>
                  </a:lnTo>
                  <a:lnTo>
                    <a:pt x="240048" y="248405"/>
                  </a:lnTo>
                  <a:lnTo>
                    <a:pt x="240913" y="248615"/>
                  </a:lnTo>
                  <a:lnTo>
                    <a:pt x="241699" y="249172"/>
                  </a:lnTo>
                  <a:lnTo>
                    <a:pt x="242129" y="249154"/>
                  </a:lnTo>
                  <a:lnTo>
                    <a:pt x="242463" y="249115"/>
                  </a:lnTo>
                  <a:lnTo>
                    <a:pt x="242575" y="249790"/>
                  </a:lnTo>
                  <a:lnTo>
                    <a:pt x="242650" y="250283"/>
                  </a:lnTo>
                  <a:lnTo>
                    <a:pt x="243369" y="250366"/>
                  </a:lnTo>
                  <a:lnTo>
                    <a:pt x="243785" y="250451"/>
                  </a:lnTo>
                  <a:lnTo>
                    <a:pt x="243906" y="250620"/>
                  </a:lnTo>
                  <a:lnTo>
                    <a:pt x="244165" y="251108"/>
                  </a:lnTo>
                  <a:lnTo>
                    <a:pt x="244727" y="250352"/>
                  </a:lnTo>
                  <a:lnTo>
                    <a:pt x="245318" y="249938"/>
                  </a:lnTo>
                  <a:lnTo>
                    <a:pt x="245718" y="249585"/>
                  </a:lnTo>
                  <a:lnTo>
                    <a:pt x="246248" y="249142"/>
                  </a:lnTo>
                  <a:lnTo>
                    <a:pt x="246785" y="248801"/>
                  </a:lnTo>
                  <a:lnTo>
                    <a:pt x="246900" y="248593"/>
                  </a:lnTo>
                  <a:lnTo>
                    <a:pt x="246831" y="247812"/>
                  </a:lnTo>
                  <a:lnTo>
                    <a:pt x="247327" y="246889"/>
                  </a:lnTo>
                  <a:lnTo>
                    <a:pt x="248079" y="245944"/>
                  </a:lnTo>
                  <a:lnTo>
                    <a:pt x="248363" y="245984"/>
                  </a:lnTo>
                  <a:lnTo>
                    <a:pt x="249078" y="245787"/>
                  </a:lnTo>
                  <a:lnTo>
                    <a:pt x="249288" y="245716"/>
                  </a:lnTo>
                  <a:lnTo>
                    <a:pt x="249852" y="245577"/>
                  </a:lnTo>
                  <a:lnTo>
                    <a:pt x="250329" y="246262"/>
                  </a:lnTo>
                  <a:lnTo>
                    <a:pt x="250374" y="246431"/>
                  </a:lnTo>
                  <a:lnTo>
                    <a:pt x="250441" y="246705"/>
                  </a:lnTo>
                  <a:lnTo>
                    <a:pt x="250891" y="247325"/>
                  </a:lnTo>
                  <a:lnTo>
                    <a:pt x="250844" y="247731"/>
                  </a:lnTo>
                  <a:lnTo>
                    <a:pt x="250670" y="248007"/>
                  </a:lnTo>
                  <a:lnTo>
                    <a:pt x="250776" y="248244"/>
                  </a:lnTo>
                  <a:lnTo>
                    <a:pt x="251045" y="248426"/>
                  </a:lnTo>
                  <a:lnTo>
                    <a:pt x="251181" y="248490"/>
                  </a:lnTo>
                  <a:lnTo>
                    <a:pt x="251597" y="248751"/>
                  </a:lnTo>
                  <a:lnTo>
                    <a:pt x="251407" y="249212"/>
                  </a:lnTo>
                  <a:lnTo>
                    <a:pt x="251009" y="249647"/>
                  </a:lnTo>
                  <a:lnTo>
                    <a:pt x="251018" y="249837"/>
                  </a:lnTo>
                  <a:lnTo>
                    <a:pt x="250974" y="250136"/>
                  </a:lnTo>
                  <a:lnTo>
                    <a:pt x="250847" y="250535"/>
                  </a:lnTo>
                  <a:lnTo>
                    <a:pt x="250827" y="250753"/>
                  </a:lnTo>
                  <a:lnTo>
                    <a:pt x="250860" y="250916"/>
                  </a:lnTo>
                  <a:lnTo>
                    <a:pt x="250978" y="251448"/>
                  </a:lnTo>
                  <a:lnTo>
                    <a:pt x="251133" y="251650"/>
                  </a:lnTo>
                  <a:lnTo>
                    <a:pt x="251566" y="251924"/>
                  </a:lnTo>
                  <a:lnTo>
                    <a:pt x="251863" y="252143"/>
                  </a:lnTo>
                  <a:lnTo>
                    <a:pt x="252205" y="252570"/>
                  </a:lnTo>
                  <a:lnTo>
                    <a:pt x="252692" y="252808"/>
                  </a:lnTo>
                  <a:lnTo>
                    <a:pt x="252839" y="252852"/>
                  </a:lnTo>
                  <a:lnTo>
                    <a:pt x="253111" y="253033"/>
                  </a:lnTo>
                  <a:lnTo>
                    <a:pt x="253222" y="253264"/>
                  </a:lnTo>
                  <a:lnTo>
                    <a:pt x="253761" y="254079"/>
                  </a:lnTo>
                  <a:lnTo>
                    <a:pt x="253866" y="254288"/>
                  </a:lnTo>
                  <a:lnTo>
                    <a:pt x="253949" y="254565"/>
                  </a:lnTo>
                  <a:lnTo>
                    <a:pt x="253969" y="254860"/>
                  </a:lnTo>
                  <a:lnTo>
                    <a:pt x="254045" y="255655"/>
                  </a:lnTo>
                  <a:lnTo>
                    <a:pt x="254257" y="256803"/>
                  </a:lnTo>
                  <a:lnTo>
                    <a:pt x="254451" y="257059"/>
                  </a:lnTo>
                  <a:lnTo>
                    <a:pt x="254872" y="257225"/>
                  </a:lnTo>
                  <a:lnTo>
                    <a:pt x="255086" y="257218"/>
                  </a:lnTo>
                  <a:lnTo>
                    <a:pt x="255223" y="257211"/>
                  </a:lnTo>
                  <a:lnTo>
                    <a:pt x="255668" y="257143"/>
                  </a:lnTo>
                  <a:lnTo>
                    <a:pt x="256368" y="257224"/>
                  </a:lnTo>
                  <a:lnTo>
                    <a:pt x="256685" y="258090"/>
                  </a:lnTo>
                  <a:lnTo>
                    <a:pt x="256342" y="258616"/>
                  </a:lnTo>
                  <a:lnTo>
                    <a:pt x="256431" y="258848"/>
                  </a:lnTo>
                  <a:lnTo>
                    <a:pt x="257114" y="259278"/>
                  </a:lnTo>
                  <a:lnTo>
                    <a:pt x="256960" y="259354"/>
                  </a:lnTo>
                  <a:lnTo>
                    <a:pt x="256716" y="259498"/>
                  </a:lnTo>
                  <a:lnTo>
                    <a:pt x="256428" y="259982"/>
                  </a:lnTo>
                  <a:lnTo>
                    <a:pt x="256142" y="260552"/>
                  </a:lnTo>
                  <a:lnTo>
                    <a:pt x="256417" y="260624"/>
                  </a:lnTo>
                  <a:lnTo>
                    <a:pt x="256876" y="260452"/>
                  </a:lnTo>
                  <a:lnTo>
                    <a:pt x="257112" y="260096"/>
                  </a:lnTo>
                  <a:lnTo>
                    <a:pt x="257364" y="260137"/>
                  </a:lnTo>
                  <a:lnTo>
                    <a:pt x="257365" y="260438"/>
                  </a:lnTo>
                  <a:lnTo>
                    <a:pt x="257337" y="260923"/>
                  </a:lnTo>
                  <a:lnTo>
                    <a:pt x="257283" y="261189"/>
                  </a:lnTo>
                  <a:lnTo>
                    <a:pt x="257648" y="261442"/>
                  </a:lnTo>
                  <a:lnTo>
                    <a:pt x="258409" y="262414"/>
                  </a:lnTo>
                  <a:lnTo>
                    <a:pt x="258574" y="262695"/>
                  </a:lnTo>
                  <a:lnTo>
                    <a:pt x="258751" y="263146"/>
                  </a:lnTo>
                  <a:lnTo>
                    <a:pt x="258769" y="263367"/>
                  </a:lnTo>
                  <a:lnTo>
                    <a:pt x="259594" y="264724"/>
                  </a:lnTo>
                  <a:lnTo>
                    <a:pt x="259729" y="264999"/>
                  </a:lnTo>
                  <a:lnTo>
                    <a:pt x="259853" y="265356"/>
                  </a:lnTo>
                  <a:lnTo>
                    <a:pt x="259700" y="266198"/>
                  </a:lnTo>
                  <a:lnTo>
                    <a:pt x="259584" y="266507"/>
                  </a:lnTo>
                  <a:lnTo>
                    <a:pt x="259428" y="267070"/>
                  </a:lnTo>
                  <a:lnTo>
                    <a:pt x="259323" y="268086"/>
                  </a:lnTo>
                  <a:lnTo>
                    <a:pt x="259357" y="268324"/>
                  </a:lnTo>
                  <a:lnTo>
                    <a:pt x="259566" y="268210"/>
                  </a:lnTo>
                  <a:lnTo>
                    <a:pt x="259796" y="267980"/>
                  </a:lnTo>
                  <a:lnTo>
                    <a:pt x="259853" y="267840"/>
                  </a:lnTo>
                  <a:lnTo>
                    <a:pt x="260041" y="267518"/>
                  </a:lnTo>
                  <a:lnTo>
                    <a:pt x="260308" y="267451"/>
                  </a:lnTo>
                  <a:lnTo>
                    <a:pt x="260829" y="267568"/>
                  </a:lnTo>
                  <a:lnTo>
                    <a:pt x="261270" y="268088"/>
                  </a:lnTo>
                  <a:lnTo>
                    <a:pt x="261619" y="268729"/>
                  </a:lnTo>
                  <a:lnTo>
                    <a:pt x="261694" y="268943"/>
                  </a:lnTo>
                  <a:lnTo>
                    <a:pt x="261433" y="269480"/>
                  </a:lnTo>
                  <a:lnTo>
                    <a:pt x="262184" y="270991"/>
                  </a:lnTo>
                  <a:lnTo>
                    <a:pt x="262732" y="271772"/>
                  </a:lnTo>
                  <a:lnTo>
                    <a:pt x="262967" y="271994"/>
                  </a:lnTo>
                  <a:lnTo>
                    <a:pt x="263265" y="272352"/>
                  </a:lnTo>
                  <a:lnTo>
                    <a:pt x="263390" y="273026"/>
                  </a:lnTo>
                  <a:lnTo>
                    <a:pt x="263469" y="273230"/>
                  </a:lnTo>
                  <a:lnTo>
                    <a:pt x="263616" y="273355"/>
                  </a:lnTo>
                  <a:lnTo>
                    <a:pt x="264129" y="273558"/>
                  </a:lnTo>
                  <a:lnTo>
                    <a:pt x="264390" y="273698"/>
                  </a:lnTo>
                  <a:lnTo>
                    <a:pt x="264424" y="274247"/>
                  </a:lnTo>
                  <a:lnTo>
                    <a:pt x="264229" y="274507"/>
                  </a:lnTo>
                  <a:lnTo>
                    <a:pt x="264076" y="274763"/>
                  </a:lnTo>
                  <a:lnTo>
                    <a:pt x="263921" y="275100"/>
                  </a:lnTo>
                  <a:lnTo>
                    <a:pt x="263977" y="275237"/>
                  </a:lnTo>
                  <a:lnTo>
                    <a:pt x="264163" y="275331"/>
                  </a:lnTo>
                  <a:lnTo>
                    <a:pt x="264321" y="275421"/>
                  </a:lnTo>
                  <a:lnTo>
                    <a:pt x="264837" y="275994"/>
                  </a:lnTo>
                  <a:lnTo>
                    <a:pt x="264850" y="276784"/>
                  </a:lnTo>
                  <a:lnTo>
                    <a:pt x="264618" y="277129"/>
                  </a:lnTo>
                  <a:lnTo>
                    <a:pt x="264994" y="277790"/>
                  </a:lnTo>
                  <a:lnTo>
                    <a:pt x="265329" y="278290"/>
                  </a:lnTo>
                  <a:lnTo>
                    <a:pt x="265386" y="278465"/>
                  </a:lnTo>
                  <a:lnTo>
                    <a:pt x="265162" y="278961"/>
                  </a:lnTo>
                  <a:lnTo>
                    <a:pt x="265295" y="279617"/>
                  </a:lnTo>
                  <a:lnTo>
                    <a:pt x="265574" y="279922"/>
                  </a:lnTo>
                  <a:lnTo>
                    <a:pt x="265719" y="279937"/>
                  </a:lnTo>
                  <a:lnTo>
                    <a:pt x="265941" y="280040"/>
                  </a:lnTo>
                  <a:lnTo>
                    <a:pt x="265982" y="280301"/>
                  </a:lnTo>
                  <a:lnTo>
                    <a:pt x="266054" y="280701"/>
                  </a:lnTo>
                  <a:lnTo>
                    <a:pt x="266836" y="280990"/>
                  </a:lnTo>
                  <a:lnTo>
                    <a:pt x="267341" y="280624"/>
                  </a:lnTo>
                  <a:lnTo>
                    <a:pt x="267814" y="280421"/>
                  </a:lnTo>
                  <a:lnTo>
                    <a:pt x="268054" y="280343"/>
                  </a:lnTo>
                  <a:lnTo>
                    <a:pt x="268443" y="280302"/>
                  </a:lnTo>
                  <a:lnTo>
                    <a:pt x="268784" y="280325"/>
                  </a:lnTo>
                  <a:lnTo>
                    <a:pt x="269679" y="280594"/>
                  </a:lnTo>
                  <a:lnTo>
                    <a:pt x="270055" y="280744"/>
                  </a:lnTo>
                  <a:lnTo>
                    <a:pt x="270522" y="280703"/>
                  </a:lnTo>
                  <a:lnTo>
                    <a:pt x="270781" y="281074"/>
                  </a:lnTo>
                  <a:lnTo>
                    <a:pt x="270790" y="281970"/>
                  </a:lnTo>
                  <a:lnTo>
                    <a:pt x="270691" y="282316"/>
                  </a:lnTo>
                  <a:lnTo>
                    <a:pt x="270649" y="282463"/>
                  </a:lnTo>
                  <a:lnTo>
                    <a:pt x="270506" y="282817"/>
                  </a:lnTo>
                  <a:lnTo>
                    <a:pt x="270334" y="283533"/>
                  </a:lnTo>
                  <a:lnTo>
                    <a:pt x="270175" y="284286"/>
                  </a:lnTo>
                  <a:lnTo>
                    <a:pt x="269700" y="285197"/>
                  </a:lnTo>
                  <a:lnTo>
                    <a:pt x="270234" y="285703"/>
                  </a:lnTo>
                  <a:lnTo>
                    <a:pt x="270232" y="285883"/>
                  </a:lnTo>
                  <a:lnTo>
                    <a:pt x="270052" y="286542"/>
                  </a:lnTo>
                  <a:lnTo>
                    <a:pt x="269715" y="287199"/>
                  </a:lnTo>
                  <a:lnTo>
                    <a:pt x="269762" y="287443"/>
                  </a:lnTo>
                  <a:lnTo>
                    <a:pt x="269705" y="287970"/>
                  </a:lnTo>
                  <a:lnTo>
                    <a:pt x="269512" y="288380"/>
                  </a:lnTo>
                  <a:lnTo>
                    <a:pt x="269358" y="288576"/>
                  </a:lnTo>
                  <a:lnTo>
                    <a:pt x="269299" y="289211"/>
                  </a:lnTo>
                  <a:lnTo>
                    <a:pt x="270346" y="289855"/>
                  </a:lnTo>
                  <a:lnTo>
                    <a:pt x="270486" y="289885"/>
                  </a:lnTo>
                  <a:lnTo>
                    <a:pt x="271014" y="290008"/>
                  </a:lnTo>
                  <a:lnTo>
                    <a:pt x="271608" y="290399"/>
                  </a:lnTo>
                  <a:lnTo>
                    <a:pt x="272136" y="290672"/>
                  </a:lnTo>
                  <a:lnTo>
                    <a:pt x="272535" y="290644"/>
                  </a:lnTo>
                  <a:lnTo>
                    <a:pt x="272682" y="290694"/>
                  </a:lnTo>
                  <a:lnTo>
                    <a:pt x="272980" y="290874"/>
                  </a:lnTo>
                  <a:lnTo>
                    <a:pt x="273257" y="291205"/>
                  </a:lnTo>
                  <a:lnTo>
                    <a:pt x="273183" y="291486"/>
                  </a:lnTo>
                  <a:lnTo>
                    <a:pt x="273169" y="291626"/>
                  </a:lnTo>
                  <a:lnTo>
                    <a:pt x="273155" y="291951"/>
                  </a:lnTo>
                  <a:lnTo>
                    <a:pt x="273182" y="292291"/>
                  </a:lnTo>
                  <a:lnTo>
                    <a:pt x="273481" y="292570"/>
                  </a:lnTo>
                  <a:lnTo>
                    <a:pt x="273738" y="292568"/>
                  </a:lnTo>
                  <a:lnTo>
                    <a:pt x="273970" y="292561"/>
                  </a:lnTo>
                  <a:lnTo>
                    <a:pt x="274502" y="292495"/>
                  </a:lnTo>
                  <a:lnTo>
                    <a:pt x="274747" y="292944"/>
                  </a:lnTo>
                  <a:lnTo>
                    <a:pt x="274609" y="293254"/>
                  </a:lnTo>
                  <a:lnTo>
                    <a:pt x="274507" y="293516"/>
                  </a:lnTo>
                  <a:lnTo>
                    <a:pt x="274396" y="294000"/>
                  </a:lnTo>
                  <a:lnTo>
                    <a:pt x="274474" y="294152"/>
                  </a:lnTo>
                  <a:lnTo>
                    <a:pt x="274612" y="294363"/>
                  </a:lnTo>
                  <a:lnTo>
                    <a:pt x="274760" y="294490"/>
                  </a:lnTo>
                  <a:lnTo>
                    <a:pt x="274793" y="294685"/>
                  </a:lnTo>
                  <a:lnTo>
                    <a:pt x="274888" y="295007"/>
                  </a:lnTo>
                  <a:lnTo>
                    <a:pt x="275854" y="295394"/>
                  </a:lnTo>
                  <a:lnTo>
                    <a:pt x="276143" y="295330"/>
                  </a:lnTo>
                  <a:lnTo>
                    <a:pt x="276831" y="295043"/>
                  </a:lnTo>
                  <a:lnTo>
                    <a:pt x="277309" y="295794"/>
                  </a:lnTo>
                  <a:lnTo>
                    <a:pt x="278017" y="295879"/>
                  </a:lnTo>
                  <a:lnTo>
                    <a:pt x="278162" y="295890"/>
                  </a:lnTo>
                  <a:lnTo>
                    <a:pt x="278571" y="295850"/>
                  </a:lnTo>
                  <a:lnTo>
                    <a:pt x="279186" y="296335"/>
                  </a:lnTo>
                  <a:lnTo>
                    <a:pt x="279484" y="296873"/>
                  </a:lnTo>
                  <a:lnTo>
                    <a:pt x="280038" y="297277"/>
                  </a:lnTo>
                  <a:lnTo>
                    <a:pt x="280165" y="297535"/>
                  </a:lnTo>
                  <a:lnTo>
                    <a:pt x="280279" y="297696"/>
                  </a:lnTo>
                  <a:lnTo>
                    <a:pt x="280600" y="298045"/>
                  </a:lnTo>
                  <a:lnTo>
                    <a:pt x="280389" y="298487"/>
                  </a:lnTo>
                  <a:lnTo>
                    <a:pt x="280234" y="298777"/>
                  </a:lnTo>
                  <a:lnTo>
                    <a:pt x="279670" y="300718"/>
                  </a:lnTo>
                  <a:lnTo>
                    <a:pt x="280126" y="302318"/>
                  </a:lnTo>
                  <a:lnTo>
                    <a:pt x="280187" y="302550"/>
                  </a:lnTo>
                  <a:lnTo>
                    <a:pt x="280233" y="303044"/>
                  </a:lnTo>
                  <a:lnTo>
                    <a:pt x="280244" y="303481"/>
                  </a:lnTo>
                  <a:lnTo>
                    <a:pt x="280226" y="303805"/>
                  </a:lnTo>
                  <a:lnTo>
                    <a:pt x="280471" y="303845"/>
                  </a:lnTo>
                  <a:lnTo>
                    <a:pt x="281326" y="303809"/>
                  </a:lnTo>
                  <a:lnTo>
                    <a:pt x="281463" y="303544"/>
                  </a:lnTo>
                  <a:lnTo>
                    <a:pt x="281529" y="303298"/>
                  </a:lnTo>
                  <a:lnTo>
                    <a:pt x="281675" y="303056"/>
                  </a:lnTo>
                  <a:lnTo>
                    <a:pt x="282150" y="302923"/>
                  </a:lnTo>
                  <a:lnTo>
                    <a:pt x="282356" y="303117"/>
                  </a:lnTo>
                  <a:lnTo>
                    <a:pt x="283036" y="303313"/>
                  </a:lnTo>
                  <a:lnTo>
                    <a:pt x="283115" y="302852"/>
                  </a:lnTo>
                  <a:lnTo>
                    <a:pt x="283144" y="302530"/>
                  </a:lnTo>
                  <a:lnTo>
                    <a:pt x="283070" y="302318"/>
                  </a:lnTo>
                  <a:lnTo>
                    <a:pt x="282562" y="301409"/>
                  </a:lnTo>
                  <a:lnTo>
                    <a:pt x="282773" y="300862"/>
                  </a:lnTo>
                  <a:lnTo>
                    <a:pt x="283114" y="300755"/>
                  </a:lnTo>
                  <a:lnTo>
                    <a:pt x="283426" y="300708"/>
                  </a:lnTo>
                  <a:lnTo>
                    <a:pt x="283851" y="300876"/>
                  </a:lnTo>
                  <a:lnTo>
                    <a:pt x="284265" y="301147"/>
                  </a:lnTo>
                  <a:lnTo>
                    <a:pt x="284524" y="301330"/>
                  </a:lnTo>
                  <a:lnTo>
                    <a:pt x="284980" y="301464"/>
                  </a:lnTo>
                  <a:lnTo>
                    <a:pt x="285192" y="301416"/>
                  </a:lnTo>
                  <a:lnTo>
                    <a:pt x="285456" y="301691"/>
                  </a:lnTo>
                  <a:lnTo>
                    <a:pt x="285000" y="302113"/>
                  </a:lnTo>
                  <a:lnTo>
                    <a:pt x="284770" y="302141"/>
                  </a:lnTo>
                  <a:lnTo>
                    <a:pt x="284527" y="302577"/>
                  </a:lnTo>
                  <a:lnTo>
                    <a:pt x="284869" y="303240"/>
                  </a:lnTo>
                  <a:lnTo>
                    <a:pt x="284519" y="303467"/>
                  </a:lnTo>
                  <a:lnTo>
                    <a:pt x="283718" y="303827"/>
                  </a:lnTo>
                  <a:lnTo>
                    <a:pt x="283553" y="304344"/>
                  </a:lnTo>
                  <a:lnTo>
                    <a:pt x="283004" y="304527"/>
                  </a:lnTo>
                  <a:lnTo>
                    <a:pt x="282929" y="304705"/>
                  </a:lnTo>
                  <a:lnTo>
                    <a:pt x="282868" y="305111"/>
                  </a:lnTo>
                  <a:lnTo>
                    <a:pt x="283126" y="305512"/>
                  </a:lnTo>
                  <a:lnTo>
                    <a:pt x="283314" y="305604"/>
                  </a:lnTo>
                  <a:lnTo>
                    <a:pt x="283614" y="305756"/>
                  </a:lnTo>
                  <a:lnTo>
                    <a:pt x="283921" y="306021"/>
                  </a:lnTo>
                  <a:lnTo>
                    <a:pt x="284033" y="306187"/>
                  </a:lnTo>
                  <a:lnTo>
                    <a:pt x="283680" y="307096"/>
                  </a:lnTo>
                  <a:lnTo>
                    <a:pt x="283208" y="307881"/>
                  </a:lnTo>
                  <a:lnTo>
                    <a:pt x="283385" y="308295"/>
                  </a:lnTo>
                  <a:lnTo>
                    <a:pt x="283409" y="308551"/>
                  </a:lnTo>
                  <a:lnTo>
                    <a:pt x="283384" y="308941"/>
                  </a:lnTo>
                  <a:lnTo>
                    <a:pt x="282748" y="309702"/>
                  </a:lnTo>
                  <a:lnTo>
                    <a:pt x="282447" y="309577"/>
                  </a:lnTo>
                  <a:lnTo>
                    <a:pt x="282268" y="309531"/>
                  </a:lnTo>
                  <a:lnTo>
                    <a:pt x="281884" y="309684"/>
                  </a:lnTo>
                  <a:lnTo>
                    <a:pt x="281530" y="309677"/>
                  </a:lnTo>
                  <a:lnTo>
                    <a:pt x="281272" y="309617"/>
                  </a:lnTo>
                  <a:lnTo>
                    <a:pt x="280955" y="309524"/>
                  </a:lnTo>
                  <a:lnTo>
                    <a:pt x="280490" y="309683"/>
                  </a:lnTo>
                  <a:lnTo>
                    <a:pt x="280424" y="310082"/>
                  </a:lnTo>
                  <a:lnTo>
                    <a:pt x="280552" y="310736"/>
                  </a:lnTo>
                  <a:lnTo>
                    <a:pt x="280422" y="311476"/>
                  </a:lnTo>
                  <a:lnTo>
                    <a:pt x="280726" y="311844"/>
                  </a:lnTo>
                  <a:lnTo>
                    <a:pt x="280498" y="312394"/>
                  </a:lnTo>
                  <a:lnTo>
                    <a:pt x="280700" y="312574"/>
                  </a:lnTo>
                  <a:lnTo>
                    <a:pt x="281397" y="312160"/>
                  </a:lnTo>
                  <a:lnTo>
                    <a:pt x="281274" y="312567"/>
                  </a:lnTo>
                  <a:lnTo>
                    <a:pt x="281580" y="313077"/>
                  </a:lnTo>
                  <a:lnTo>
                    <a:pt x="281837" y="313015"/>
                  </a:lnTo>
                  <a:lnTo>
                    <a:pt x="282278" y="312697"/>
                  </a:lnTo>
                  <a:lnTo>
                    <a:pt x="282352" y="313428"/>
                  </a:lnTo>
                  <a:lnTo>
                    <a:pt x="282311" y="313977"/>
                  </a:lnTo>
                  <a:lnTo>
                    <a:pt x="283105" y="314767"/>
                  </a:lnTo>
                  <a:lnTo>
                    <a:pt x="283706" y="314700"/>
                  </a:lnTo>
                  <a:lnTo>
                    <a:pt x="284480" y="314624"/>
                  </a:lnTo>
                  <a:lnTo>
                    <a:pt x="284608" y="314620"/>
                  </a:lnTo>
                  <a:lnTo>
                    <a:pt x="284907" y="314644"/>
                  </a:lnTo>
                  <a:lnTo>
                    <a:pt x="285315" y="314728"/>
                  </a:lnTo>
                  <a:lnTo>
                    <a:pt x="285638" y="315302"/>
                  </a:lnTo>
                  <a:lnTo>
                    <a:pt x="286059" y="316162"/>
                  </a:lnTo>
                  <a:lnTo>
                    <a:pt x="286870" y="316359"/>
                  </a:lnTo>
                  <a:lnTo>
                    <a:pt x="287030" y="316642"/>
                  </a:lnTo>
                  <a:lnTo>
                    <a:pt x="287302" y="316776"/>
                  </a:lnTo>
                  <a:lnTo>
                    <a:pt x="287783" y="316984"/>
                  </a:lnTo>
                  <a:lnTo>
                    <a:pt x="288140" y="317368"/>
                  </a:lnTo>
                  <a:lnTo>
                    <a:pt x="288269" y="317545"/>
                  </a:lnTo>
                  <a:lnTo>
                    <a:pt x="288499" y="317979"/>
                  </a:lnTo>
                  <a:lnTo>
                    <a:pt x="289159" y="318386"/>
                  </a:lnTo>
                  <a:lnTo>
                    <a:pt x="289747" y="318765"/>
                  </a:lnTo>
                  <a:lnTo>
                    <a:pt x="290747" y="319660"/>
                  </a:lnTo>
                  <a:lnTo>
                    <a:pt x="290645" y="320200"/>
                  </a:lnTo>
                  <a:lnTo>
                    <a:pt x="290533" y="320481"/>
                  </a:lnTo>
                  <a:lnTo>
                    <a:pt x="290395" y="320958"/>
                  </a:lnTo>
                  <a:lnTo>
                    <a:pt x="290385" y="321444"/>
                  </a:lnTo>
                  <a:lnTo>
                    <a:pt x="290774" y="321471"/>
                  </a:lnTo>
                  <a:lnTo>
                    <a:pt x="290971" y="321519"/>
                  </a:lnTo>
                  <a:lnTo>
                    <a:pt x="291405" y="321636"/>
                  </a:lnTo>
                  <a:lnTo>
                    <a:pt x="291818" y="321900"/>
                  </a:lnTo>
                  <a:lnTo>
                    <a:pt x="291789" y="322059"/>
                  </a:lnTo>
                  <a:lnTo>
                    <a:pt x="291665" y="322374"/>
                  </a:lnTo>
                  <a:lnTo>
                    <a:pt x="291432" y="322788"/>
                  </a:lnTo>
                  <a:lnTo>
                    <a:pt x="290865" y="323389"/>
                  </a:lnTo>
                  <a:lnTo>
                    <a:pt x="291091" y="323491"/>
                  </a:lnTo>
                  <a:lnTo>
                    <a:pt x="291358" y="323573"/>
                  </a:lnTo>
                  <a:lnTo>
                    <a:pt x="291554" y="323648"/>
                  </a:lnTo>
                  <a:lnTo>
                    <a:pt x="291648" y="323986"/>
                  </a:lnTo>
                  <a:lnTo>
                    <a:pt x="291175" y="324057"/>
                  </a:lnTo>
                  <a:lnTo>
                    <a:pt x="290661" y="323754"/>
                  </a:lnTo>
                  <a:lnTo>
                    <a:pt x="290449" y="323583"/>
                  </a:lnTo>
                  <a:lnTo>
                    <a:pt x="290284" y="323462"/>
                  </a:lnTo>
                  <a:lnTo>
                    <a:pt x="290112" y="323516"/>
                  </a:lnTo>
                  <a:lnTo>
                    <a:pt x="289476" y="323756"/>
                  </a:lnTo>
                  <a:lnTo>
                    <a:pt x="289004" y="324044"/>
                  </a:lnTo>
                  <a:lnTo>
                    <a:pt x="288711" y="324917"/>
                  </a:lnTo>
                  <a:lnTo>
                    <a:pt x="288707" y="325220"/>
                  </a:lnTo>
                  <a:lnTo>
                    <a:pt x="289091" y="325427"/>
                  </a:lnTo>
                  <a:lnTo>
                    <a:pt x="289048" y="326006"/>
                  </a:lnTo>
                  <a:lnTo>
                    <a:pt x="289593" y="326367"/>
                  </a:lnTo>
                  <a:lnTo>
                    <a:pt x="289853" y="326664"/>
                  </a:lnTo>
                  <a:lnTo>
                    <a:pt x="289796" y="327007"/>
                  </a:lnTo>
                  <a:lnTo>
                    <a:pt x="289916" y="327250"/>
                  </a:lnTo>
                  <a:lnTo>
                    <a:pt x="290268" y="327788"/>
                  </a:lnTo>
                  <a:lnTo>
                    <a:pt x="290533" y="327924"/>
                  </a:lnTo>
                  <a:lnTo>
                    <a:pt x="290901" y="327703"/>
                  </a:lnTo>
                  <a:lnTo>
                    <a:pt x="291145" y="327531"/>
                  </a:lnTo>
                  <a:lnTo>
                    <a:pt x="292093" y="327638"/>
                  </a:lnTo>
                  <a:lnTo>
                    <a:pt x="292392" y="327522"/>
                  </a:lnTo>
                  <a:lnTo>
                    <a:pt x="293117" y="326989"/>
                  </a:lnTo>
                  <a:lnTo>
                    <a:pt x="293284" y="327361"/>
                  </a:lnTo>
                  <a:lnTo>
                    <a:pt x="293362" y="327627"/>
                  </a:lnTo>
                  <a:lnTo>
                    <a:pt x="293583" y="327966"/>
                  </a:lnTo>
                  <a:lnTo>
                    <a:pt x="294102" y="327900"/>
                  </a:lnTo>
                  <a:lnTo>
                    <a:pt x="294499" y="327984"/>
                  </a:lnTo>
                  <a:lnTo>
                    <a:pt x="294942" y="328139"/>
                  </a:lnTo>
                  <a:lnTo>
                    <a:pt x="295102" y="328240"/>
                  </a:lnTo>
                  <a:lnTo>
                    <a:pt x="295264" y="328368"/>
                  </a:lnTo>
                  <a:lnTo>
                    <a:pt x="295655" y="328824"/>
                  </a:lnTo>
                  <a:lnTo>
                    <a:pt x="295798" y="328999"/>
                  </a:lnTo>
                  <a:lnTo>
                    <a:pt x="296259" y="329878"/>
                  </a:lnTo>
                  <a:lnTo>
                    <a:pt x="296453" y="330142"/>
                  </a:lnTo>
                  <a:lnTo>
                    <a:pt x="296758" y="330334"/>
                  </a:lnTo>
                  <a:lnTo>
                    <a:pt x="297625" y="330751"/>
                  </a:lnTo>
                  <a:lnTo>
                    <a:pt x="298215" y="330894"/>
                  </a:lnTo>
                  <a:lnTo>
                    <a:pt x="297648" y="331798"/>
                  </a:lnTo>
                  <a:lnTo>
                    <a:pt x="297603" y="331978"/>
                  </a:lnTo>
                  <a:lnTo>
                    <a:pt x="297615" y="333389"/>
                  </a:lnTo>
                  <a:lnTo>
                    <a:pt x="297974" y="333872"/>
                  </a:lnTo>
                  <a:lnTo>
                    <a:pt x="298418" y="334427"/>
                  </a:lnTo>
                  <a:lnTo>
                    <a:pt x="298930" y="334788"/>
                  </a:lnTo>
                  <a:lnTo>
                    <a:pt x="299086" y="334785"/>
                  </a:lnTo>
                  <a:lnTo>
                    <a:pt x="299417" y="334881"/>
                  </a:lnTo>
                  <a:lnTo>
                    <a:pt x="299114" y="336399"/>
                  </a:lnTo>
                  <a:lnTo>
                    <a:pt x="299220" y="336637"/>
                  </a:lnTo>
                  <a:lnTo>
                    <a:pt x="299347" y="336479"/>
                  </a:lnTo>
                  <a:lnTo>
                    <a:pt x="299739" y="336254"/>
                  </a:lnTo>
                  <a:lnTo>
                    <a:pt x="300492" y="336090"/>
                  </a:lnTo>
                  <a:lnTo>
                    <a:pt x="300780" y="335546"/>
                  </a:lnTo>
                  <a:lnTo>
                    <a:pt x="301072" y="335164"/>
                  </a:lnTo>
                  <a:lnTo>
                    <a:pt x="301389" y="334630"/>
                  </a:lnTo>
                  <a:lnTo>
                    <a:pt x="301555" y="334324"/>
                  </a:lnTo>
                  <a:lnTo>
                    <a:pt x="301837" y="333886"/>
                  </a:lnTo>
                  <a:lnTo>
                    <a:pt x="302009" y="333760"/>
                  </a:lnTo>
                  <a:lnTo>
                    <a:pt x="302731" y="333507"/>
                  </a:lnTo>
                  <a:lnTo>
                    <a:pt x="303454" y="333808"/>
                  </a:lnTo>
                  <a:lnTo>
                    <a:pt x="303633" y="333939"/>
                  </a:lnTo>
                  <a:lnTo>
                    <a:pt x="303763" y="334113"/>
                  </a:lnTo>
                  <a:lnTo>
                    <a:pt x="304396" y="334658"/>
                  </a:lnTo>
                  <a:lnTo>
                    <a:pt x="304532" y="334676"/>
                  </a:lnTo>
                  <a:lnTo>
                    <a:pt x="305497" y="334523"/>
                  </a:lnTo>
                  <a:lnTo>
                    <a:pt x="305773" y="334538"/>
                  </a:lnTo>
                  <a:lnTo>
                    <a:pt x="305949" y="334502"/>
                  </a:lnTo>
                  <a:lnTo>
                    <a:pt x="306331" y="334431"/>
                  </a:lnTo>
                  <a:lnTo>
                    <a:pt x="306469" y="334386"/>
                  </a:lnTo>
                  <a:lnTo>
                    <a:pt x="307415" y="334229"/>
                  </a:lnTo>
                  <a:lnTo>
                    <a:pt x="307445" y="334432"/>
                  </a:lnTo>
                  <a:lnTo>
                    <a:pt x="307590" y="334669"/>
                  </a:lnTo>
                  <a:lnTo>
                    <a:pt x="307986" y="334983"/>
                  </a:lnTo>
                  <a:lnTo>
                    <a:pt x="308803" y="335461"/>
                  </a:lnTo>
                  <a:lnTo>
                    <a:pt x="309215" y="335669"/>
                  </a:lnTo>
                  <a:lnTo>
                    <a:pt x="309606" y="335721"/>
                  </a:lnTo>
                  <a:lnTo>
                    <a:pt x="309797" y="335622"/>
                  </a:lnTo>
                  <a:lnTo>
                    <a:pt x="310111" y="335671"/>
                  </a:lnTo>
                  <a:lnTo>
                    <a:pt x="310478" y="335609"/>
                  </a:lnTo>
                  <a:lnTo>
                    <a:pt x="310813" y="335545"/>
                  </a:lnTo>
                  <a:lnTo>
                    <a:pt x="310818" y="335400"/>
                  </a:lnTo>
                  <a:lnTo>
                    <a:pt x="311010" y="335047"/>
                  </a:lnTo>
                  <a:lnTo>
                    <a:pt x="311042" y="334857"/>
                  </a:lnTo>
                  <a:lnTo>
                    <a:pt x="311177" y="334653"/>
                  </a:lnTo>
                  <a:lnTo>
                    <a:pt x="311341" y="334614"/>
                  </a:lnTo>
                  <a:lnTo>
                    <a:pt x="311549" y="334639"/>
                  </a:lnTo>
                  <a:lnTo>
                    <a:pt x="311830" y="334447"/>
                  </a:lnTo>
                  <a:lnTo>
                    <a:pt x="311948" y="333963"/>
                  </a:lnTo>
                  <a:lnTo>
                    <a:pt x="311985" y="333758"/>
                  </a:lnTo>
                  <a:lnTo>
                    <a:pt x="312351" y="333459"/>
                  </a:lnTo>
                  <a:lnTo>
                    <a:pt x="312873" y="333085"/>
                  </a:lnTo>
                  <a:lnTo>
                    <a:pt x="313243" y="332509"/>
                  </a:lnTo>
                  <a:lnTo>
                    <a:pt x="313356" y="332297"/>
                  </a:lnTo>
                  <a:lnTo>
                    <a:pt x="313449" y="332050"/>
                  </a:lnTo>
                  <a:lnTo>
                    <a:pt x="313673" y="331692"/>
                  </a:lnTo>
                  <a:lnTo>
                    <a:pt x="314421" y="331145"/>
                  </a:lnTo>
                  <a:lnTo>
                    <a:pt x="314590" y="331156"/>
                  </a:lnTo>
                  <a:lnTo>
                    <a:pt x="314722" y="331129"/>
                  </a:lnTo>
                  <a:lnTo>
                    <a:pt x="314874" y="331045"/>
                  </a:lnTo>
                  <a:lnTo>
                    <a:pt x="315467" y="330522"/>
                  </a:lnTo>
                  <a:lnTo>
                    <a:pt x="315755" y="330380"/>
                  </a:lnTo>
                  <a:lnTo>
                    <a:pt x="315893" y="330289"/>
                  </a:lnTo>
                  <a:lnTo>
                    <a:pt x="316166" y="330048"/>
                  </a:lnTo>
                  <a:lnTo>
                    <a:pt x="316308" y="329817"/>
                  </a:lnTo>
                  <a:lnTo>
                    <a:pt x="316550" y="329666"/>
                  </a:lnTo>
                  <a:lnTo>
                    <a:pt x="316606" y="329512"/>
                  </a:lnTo>
                  <a:lnTo>
                    <a:pt x="316661" y="329314"/>
                  </a:lnTo>
                  <a:lnTo>
                    <a:pt x="316677" y="328836"/>
                  </a:lnTo>
                  <a:lnTo>
                    <a:pt x="316682" y="328675"/>
                  </a:lnTo>
                  <a:lnTo>
                    <a:pt x="316708" y="328505"/>
                  </a:lnTo>
                  <a:lnTo>
                    <a:pt x="316847" y="328366"/>
                  </a:lnTo>
                  <a:lnTo>
                    <a:pt x="317181" y="328132"/>
                  </a:lnTo>
                  <a:lnTo>
                    <a:pt x="317423" y="328077"/>
                  </a:lnTo>
                  <a:lnTo>
                    <a:pt x="317674" y="328119"/>
                  </a:lnTo>
                  <a:lnTo>
                    <a:pt x="317911" y="328131"/>
                  </a:lnTo>
                  <a:lnTo>
                    <a:pt x="318041" y="328138"/>
                  </a:lnTo>
                  <a:lnTo>
                    <a:pt x="318232" y="328122"/>
                  </a:lnTo>
                  <a:lnTo>
                    <a:pt x="318515" y="328099"/>
                  </a:lnTo>
                  <a:lnTo>
                    <a:pt x="318783" y="328022"/>
                  </a:lnTo>
                  <a:lnTo>
                    <a:pt x="319123" y="327796"/>
                  </a:lnTo>
                  <a:lnTo>
                    <a:pt x="319353" y="327772"/>
                  </a:lnTo>
                  <a:lnTo>
                    <a:pt x="319638" y="327755"/>
                  </a:lnTo>
                  <a:lnTo>
                    <a:pt x="319783" y="327540"/>
                  </a:lnTo>
                  <a:lnTo>
                    <a:pt x="320117" y="327418"/>
                  </a:lnTo>
                  <a:lnTo>
                    <a:pt x="320490" y="327278"/>
                  </a:lnTo>
                  <a:lnTo>
                    <a:pt x="321158" y="326948"/>
                  </a:lnTo>
                  <a:lnTo>
                    <a:pt x="321403" y="326683"/>
                  </a:lnTo>
                  <a:lnTo>
                    <a:pt x="321775" y="326151"/>
                  </a:lnTo>
                  <a:lnTo>
                    <a:pt x="322056" y="325753"/>
                  </a:lnTo>
                  <a:lnTo>
                    <a:pt x="322226" y="325582"/>
                  </a:lnTo>
                  <a:lnTo>
                    <a:pt x="322388" y="325379"/>
                  </a:lnTo>
                  <a:lnTo>
                    <a:pt x="322518" y="325111"/>
                  </a:lnTo>
                  <a:lnTo>
                    <a:pt x="322716" y="324691"/>
                  </a:lnTo>
                  <a:lnTo>
                    <a:pt x="322906" y="324490"/>
                  </a:lnTo>
                  <a:lnTo>
                    <a:pt x="323070" y="324391"/>
                  </a:lnTo>
                  <a:lnTo>
                    <a:pt x="323964" y="324265"/>
                  </a:lnTo>
                  <a:lnTo>
                    <a:pt x="324145" y="324259"/>
                  </a:lnTo>
                  <a:lnTo>
                    <a:pt x="324522" y="324289"/>
                  </a:lnTo>
                  <a:lnTo>
                    <a:pt x="324653" y="324299"/>
                  </a:lnTo>
                  <a:lnTo>
                    <a:pt x="325168" y="324158"/>
                  </a:lnTo>
                  <a:lnTo>
                    <a:pt x="325361" y="324072"/>
                  </a:lnTo>
                  <a:lnTo>
                    <a:pt x="325750" y="323890"/>
                  </a:lnTo>
                  <a:lnTo>
                    <a:pt x="326704" y="323416"/>
                  </a:lnTo>
                  <a:lnTo>
                    <a:pt x="327302" y="323082"/>
                  </a:lnTo>
                  <a:lnTo>
                    <a:pt x="327653" y="323092"/>
                  </a:lnTo>
                  <a:lnTo>
                    <a:pt x="327960" y="322973"/>
                  </a:lnTo>
                  <a:lnTo>
                    <a:pt x="328979" y="322631"/>
                  </a:lnTo>
                  <a:lnTo>
                    <a:pt x="329247" y="322470"/>
                  </a:lnTo>
                  <a:lnTo>
                    <a:pt x="329398" y="322340"/>
                  </a:lnTo>
                  <a:lnTo>
                    <a:pt x="329483" y="321942"/>
                  </a:lnTo>
                  <a:lnTo>
                    <a:pt x="329497" y="321667"/>
                  </a:lnTo>
                  <a:lnTo>
                    <a:pt x="329505" y="321521"/>
                  </a:lnTo>
                  <a:lnTo>
                    <a:pt x="329778" y="321228"/>
                  </a:lnTo>
                  <a:lnTo>
                    <a:pt x="329953" y="321184"/>
                  </a:lnTo>
                  <a:lnTo>
                    <a:pt x="330387" y="321164"/>
                  </a:lnTo>
                  <a:lnTo>
                    <a:pt x="330693" y="321249"/>
                  </a:lnTo>
                  <a:lnTo>
                    <a:pt x="331083" y="321564"/>
                  </a:lnTo>
                  <a:lnTo>
                    <a:pt x="331626" y="321874"/>
                  </a:lnTo>
                  <a:lnTo>
                    <a:pt x="332158" y="322067"/>
                  </a:lnTo>
                  <a:lnTo>
                    <a:pt x="332310" y="322122"/>
                  </a:lnTo>
                  <a:lnTo>
                    <a:pt x="332594" y="322105"/>
                  </a:lnTo>
                  <a:lnTo>
                    <a:pt x="332753" y="322145"/>
                  </a:lnTo>
                  <a:lnTo>
                    <a:pt x="333104" y="322465"/>
                  </a:lnTo>
                  <a:lnTo>
                    <a:pt x="333219" y="322756"/>
                  </a:lnTo>
                  <a:lnTo>
                    <a:pt x="333409" y="323337"/>
                  </a:lnTo>
                  <a:lnTo>
                    <a:pt x="333276" y="324139"/>
                  </a:lnTo>
                  <a:lnTo>
                    <a:pt x="333080" y="324305"/>
                  </a:lnTo>
                  <a:lnTo>
                    <a:pt x="332296" y="325210"/>
                  </a:lnTo>
                  <a:lnTo>
                    <a:pt x="332240" y="325405"/>
                  </a:lnTo>
                  <a:lnTo>
                    <a:pt x="332198" y="325849"/>
                  </a:lnTo>
                  <a:lnTo>
                    <a:pt x="332005" y="326323"/>
                  </a:lnTo>
                  <a:lnTo>
                    <a:pt x="331946" y="326546"/>
                  </a:lnTo>
                  <a:lnTo>
                    <a:pt x="332232" y="326896"/>
                  </a:lnTo>
                  <a:lnTo>
                    <a:pt x="332764" y="326903"/>
                  </a:lnTo>
                  <a:lnTo>
                    <a:pt x="332876" y="327148"/>
                  </a:lnTo>
                  <a:lnTo>
                    <a:pt x="333302" y="327467"/>
                  </a:lnTo>
                  <a:lnTo>
                    <a:pt x="333431" y="327557"/>
                  </a:lnTo>
                  <a:lnTo>
                    <a:pt x="333746" y="327709"/>
                  </a:lnTo>
                  <a:lnTo>
                    <a:pt x="333927" y="327766"/>
                  </a:lnTo>
                  <a:lnTo>
                    <a:pt x="334403" y="328099"/>
                  </a:lnTo>
                  <a:lnTo>
                    <a:pt x="334475" y="328277"/>
                  </a:lnTo>
                  <a:lnTo>
                    <a:pt x="334639" y="328691"/>
                  </a:lnTo>
                  <a:lnTo>
                    <a:pt x="334944" y="328822"/>
                  </a:lnTo>
                  <a:lnTo>
                    <a:pt x="335084" y="328846"/>
                  </a:lnTo>
                  <a:lnTo>
                    <a:pt x="335584" y="328712"/>
                  </a:lnTo>
                  <a:lnTo>
                    <a:pt x="335747" y="328559"/>
                  </a:lnTo>
                  <a:lnTo>
                    <a:pt x="336162" y="328462"/>
                  </a:lnTo>
                  <a:lnTo>
                    <a:pt x="336226" y="328607"/>
                  </a:lnTo>
                  <a:lnTo>
                    <a:pt x="336755" y="328419"/>
                  </a:lnTo>
                  <a:lnTo>
                    <a:pt x="336958" y="328070"/>
                  </a:lnTo>
                  <a:lnTo>
                    <a:pt x="337076" y="327545"/>
                  </a:lnTo>
                  <a:lnTo>
                    <a:pt x="337071" y="327069"/>
                  </a:lnTo>
                  <a:lnTo>
                    <a:pt x="337197" y="326765"/>
                  </a:lnTo>
                  <a:lnTo>
                    <a:pt x="337503" y="326338"/>
                  </a:lnTo>
                  <a:lnTo>
                    <a:pt x="337783" y="326052"/>
                  </a:lnTo>
                  <a:lnTo>
                    <a:pt x="337847" y="325894"/>
                  </a:lnTo>
                  <a:lnTo>
                    <a:pt x="337890" y="325667"/>
                  </a:lnTo>
                  <a:lnTo>
                    <a:pt x="338166" y="325537"/>
                  </a:lnTo>
                  <a:lnTo>
                    <a:pt x="338523" y="325539"/>
                  </a:lnTo>
                  <a:lnTo>
                    <a:pt x="338753" y="325444"/>
                  </a:lnTo>
                  <a:lnTo>
                    <a:pt x="338885" y="325335"/>
                  </a:lnTo>
                  <a:lnTo>
                    <a:pt x="339029" y="325092"/>
                  </a:lnTo>
                  <a:lnTo>
                    <a:pt x="339126" y="324881"/>
                  </a:lnTo>
                  <a:lnTo>
                    <a:pt x="339387" y="324579"/>
                  </a:lnTo>
                  <a:lnTo>
                    <a:pt x="339818" y="324300"/>
                  </a:lnTo>
                  <a:lnTo>
                    <a:pt x="340054" y="324233"/>
                  </a:lnTo>
                  <a:lnTo>
                    <a:pt x="340407" y="324134"/>
                  </a:lnTo>
                  <a:lnTo>
                    <a:pt x="340559" y="324133"/>
                  </a:lnTo>
                  <a:lnTo>
                    <a:pt x="340794" y="324035"/>
                  </a:lnTo>
                  <a:lnTo>
                    <a:pt x="340942" y="323974"/>
                  </a:lnTo>
                  <a:lnTo>
                    <a:pt x="341533" y="324029"/>
                  </a:lnTo>
                  <a:lnTo>
                    <a:pt x="341882" y="323910"/>
                  </a:lnTo>
                  <a:lnTo>
                    <a:pt x="341907" y="323759"/>
                  </a:lnTo>
                  <a:lnTo>
                    <a:pt x="342085" y="323544"/>
                  </a:lnTo>
                  <a:lnTo>
                    <a:pt x="342429" y="323357"/>
                  </a:lnTo>
                  <a:lnTo>
                    <a:pt x="342583" y="323234"/>
                  </a:lnTo>
                  <a:lnTo>
                    <a:pt x="342678" y="323049"/>
                  </a:lnTo>
                  <a:lnTo>
                    <a:pt x="342708" y="322877"/>
                  </a:lnTo>
                  <a:lnTo>
                    <a:pt x="343026" y="322607"/>
                  </a:lnTo>
                  <a:lnTo>
                    <a:pt x="343299" y="322288"/>
                  </a:lnTo>
                  <a:lnTo>
                    <a:pt x="343348" y="322060"/>
                  </a:lnTo>
                  <a:lnTo>
                    <a:pt x="343396" y="321844"/>
                  </a:lnTo>
                  <a:lnTo>
                    <a:pt x="343636" y="321471"/>
                  </a:lnTo>
                  <a:lnTo>
                    <a:pt x="344268" y="321475"/>
                  </a:lnTo>
                  <a:lnTo>
                    <a:pt x="344190" y="321647"/>
                  </a:lnTo>
                  <a:lnTo>
                    <a:pt x="344116" y="321812"/>
                  </a:lnTo>
                  <a:lnTo>
                    <a:pt x="344096" y="321947"/>
                  </a:lnTo>
                  <a:lnTo>
                    <a:pt x="344153" y="322102"/>
                  </a:lnTo>
                  <a:lnTo>
                    <a:pt x="344428" y="322387"/>
                  </a:lnTo>
                  <a:lnTo>
                    <a:pt x="344840" y="322300"/>
                  </a:lnTo>
                  <a:lnTo>
                    <a:pt x="344989" y="322260"/>
                  </a:lnTo>
                  <a:lnTo>
                    <a:pt x="345527" y="322284"/>
                  </a:lnTo>
                  <a:lnTo>
                    <a:pt x="346001" y="322453"/>
                  </a:lnTo>
                  <a:lnTo>
                    <a:pt x="346360" y="322323"/>
                  </a:lnTo>
                  <a:lnTo>
                    <a:pt x="346640" y="322264"/>
                  </a:lnTo>
                  <a:lnTo>
                    <a:pt x="347201" y="322304"/>
                  </a:lnTo>
                  <a:lnTo>
                    <a:pt x="347349" y="322301"/>
                  </a:lnTo>
                  <a:lnTo>
                    <a:pt x="347676" y="322294"/>
                  </a:lnTo>
                  <a:lnTo>
                    <a:pt x="348049" y="322205"/>
                  </a:lnTo>
                  <a:lnTo>
                    <a:pt x="348269" y="322055"/>
                  </a:lnTo>
                  <a:lnTo>
                    <a:pt x="348485" y="321776"/>
                  </a:lnTo>
                  <a:lnTo>
                    <a:pt x="348535" y="321521"/>
                  </a:lnTo>
                  <a:lnTo>
                    <a:pt x="348567" y="321164"/>
                  </a:lnTo>
                  <a:lnTo>
                    <a:pt x="348696" y="320957"/>
                  </a:lnTo>
                  <a:lnTo>
                    <a:pt x="348861" y="320683"/>
                  </a:lnTo>
                  <a:lnTo>
                    <a:pt x="348711" y="320334"/>
                  </a:lnTo>
                  <a:lnTo>
                    <a:pt x="348674" y="320122"/>
                  </a:lnTo>
                  <a:lnTo>
                    <a:pt x="348616" y="319784"/>
                  </a:lnTo>
                  <a:lnTo>
                    <a:pt x="348452" y="319204"/>
                  </a:lnTo>
                  <a:lnTo>
                    <a:pt x="348422" y="318999"/>
                  </a:lnTo>
                  <a:lnTo>
                    <a:pt x="348450" y="318658"/>
                  </a:lnTo>
                  <a:lnTo>
                    <a:pt x="348531" y="317967"/>
                  </a:lnTo>
                  <a:lnTo>
                    <a:pt x="348551" y="317838"/>
                  </a:lnTo>
                  <a:lnTo>
                    <a:pt x="348648" y="317522"/>
                  </a:lnTo>
                  <a:lnTo>
                    <a:pt x="348856" y="316969"/>
                  </a:lnTo>
                  <a:lnTo>
                    <a:pt x="348791" y="316442"/>
                  </a:lnTo>
                  <a:lnTo>
                    <a:pt x="348680" y="316124"/>
                  </a:lnTo>
                  <a:lnTo>
                    <a:pt x="348601" y="315968"/>
                  </a:lnTo>
                  <a:lnTo>
                    <a:pt x="348516" y="315796"/>
                  </a:lnTo>
                  <a:lnTo>
                    <a:pt x="348674" y="315367"/>
                  </a:lnTo>
                  <a:lnTo>
                    <a:pt x="349224" y="315357"/>
                  </a:lnTo>
                  <a:lnTo>
                    <a:pt x="349547" y="315408"/>
                  </a:lnTo>
                  <a:lnTo>
                    <a:pt x="349862" y="315373"/>
                  </a:lnTo>
                  <a:lnTo>
                    <a:pt x="350376" y="315138"/>
                  </a:lnTo>
                  <a:lnTo>
                    <a:pt x="350722" y="314496"/>
                  </a:lnTo>
                  <a:lnTo>
                    <a:pt x="350729" y="314209"/>
                  </a:lnTo>
                  <a:lnTo>
                    <a:pt x="350874" y="313946"/>
                  </a:lnTo>
                  <a:lnTo>
                    <a:pt x="351149" y="313808"/>
                  </a:lnTo>
                  <a:lnTo>
                    <a:pt x="351286" y="313449"/>
                  </a:lnTo>
                  <a:lnTo>
                    <a:pt x="351333" y="312966"/>
                  </a:lnTo>
                  <a:lnTo>
                    <a:pt x="351298" y="312836"/>
                  </a:lnTo>
                  <a:lnTo>
                    <a:pt x="351330" y="312296"/>
                  </a:lnTo>
                  <a:lnTo>
                    <a:pt x="350946" y="311831"/>
                  </a:lnTo>
                  <a:lnTo>
                    <a:pt x="350699" y="311908"/>
                  </a:lnTo>
                  <a:lnTo>
                    <a:pt x="350443" y="311859"/>
                  </a:lnTo>
                  <a:lnTo>
                    <a:pt x="350316" y="311573"/>
                  </a:lnTo>
                  <a:lnTo>
                    <a:pt x="350251" y="311385"/>
                  </a:lnTo>
                  <a:lnTo>
                    <a:pt x="350228" y="311049"/>
                  </a:lnTo>
                  <a:lnTo>
                    <a:pt x="350152" y="310851"/>
                  </a:lnTo>
                  <a:lnTo>
                    <a:pt x="349961" y="310516"/>
                  </a:lnTo>
                  <a:lnTo>
                    <a:pt x="349772" y="310285"/>
                  </a:lnTo>
                  <a:lnTo>
                    <a:pt x="350202" y="309513"/>
                  </a:lnTo>
                  <a:lnTo>
                    <a:pt x="350133" y="309269"/>
                  </a:lnTo>
                  <a:lnTo>
                    <a:pt x="350076" y="308880"/>
                  </a:lnTo>
                  <a:lnTo>
                    <a:pt x="350156" y="308490"/>
                  </a:lnTo>
                  <a:lnTo>
                    <a:pt x="350126" y="308362"/>
                  </a:lnTo>
                  <a:lnTo>
                    <a:pt x="350032" y="308127"/>
                  </a:lnTo>
                  <a:lnTo>
                    <a:pt x="350100" y="307373"/>
                  </a:lnTo>
                  <a:lnTo>
                    <a:pt x="350117" y="307016"/>
                  </a:lnTo>
                  <a:lnTo>
                    <a:pt x="350115" y="306681"/>
                  </a:lnTo>
                  <a:lnTo>
                    <a:pt x="349715" y="306334"/>
                  </a:lnTo>
                  <a:lnTo>
                    <a:pt x="349153" y="305878"/>
                  </a:lnTo>
                  <a:lnTo>
                    <a:pt x="349241" y="304948"/>
                  </a:lnTo>
                  <a:lnTo>
                    <a:pt x="349367" y="304738"/>
                  </a:lnTo>
                  <a:lnTo>
                    <a:pt x="349352" y="304543"/>
                  </a:lnTo>
                  <a:lnTo>
                    <a:pt x="349267" y="304333"/>
                  </a:lnTo>
                  <a:lnTo>
                    <a:pt x="349105" y="304145"/>
                  </a:lnTo>
                  <a:lnTo>
                    <a:pt x="348881" y="303963"/>
                  </a:lnTo>
                  <a:lnTo>
                    <a:pt x="348799" y="303615"/>
                  </a:lnTo>
                  <a:lnTo>
                    <a:pt x="349021" y="303507"/>
                  </a:lnTo>
                  <a:lnTo>
                    <a:pt x="348982" y="303084"/>
                  </a:lnTo>
                  <a:lnTo>
                    <a:pt x="348690" y="302961"/>
                  </a:lnTo>
                  <a:lnTo>
                    <a:pt x="348640" y="302748"/>
                  </a:lnTo>
                  <a:lnTo>
                    <a:pt x="348605" y="302602"/>
                  </a:lnTo>
                  <a:lnTo>
                    <a:pt x="348553" y="302385"/>
                  </a:lnTo>
                  <a:lnTo>
                    <a:pt x="348387" y="301940"/>
                  </a:lnTo>
                  <a:lnTo>
                    <a:pt x="348279" y="301595"/>
                  </a:lnTo>
                  <a:lnTo>
                    <a:pt x="348531" y="301155"/>
                  </a:lnTo>
                  <a:lnTo>
                    <a:pt x="348209" y="300875"/>
                  </a:lnTo>
                  <a:lnTo>
                    <a:pt x="348113" y="300724"/>
                  </a:lnTo>
                  <a:lnTo>
                    <a:pt x="348071" y="300581"/>
                  </a:lnTo>
                  <a:lnTo>
                    <a:pt x="348072" y="300443"/>
                  </a:lnTo>
                  <a:lnTo>
                    <a:pt x="348110" y="299727"/>
                  </a:lnTo>
                  <a:lnTo>
                    <a:pt x="347957" y="299507"/>
                  </a:lnTo>
                  <a:lnTo>
                    <a:pt x="347702" y="299263"/>
                  </a:lnTo>
                  <a:lnTo>
                    <a:pt x="347674" y="298628"/>
                  </a:lnTo>
                  <a:lnTo>
                    <a:pt x="347599" y="298352"/>
                  </a:lnTo>
                  <a:lnTo>
                    <a:pt x="347343" y="298063"/>
                  </a:lnTo>
                  <a:lnTo>
                    <a:pt x="347192" y="298010"/>
                  </a:lnTo>
                  <a:lnTo>
                    <a:pt x="346915" y="297983"/>
                  </a:lnTo>
                  <a:lnTo>
                    <a:pt x="346703" y="297894"/>
                  </a:lnTo>
                  <a:lnTo>
                    <a:pt x="346526" y="297583"/>
                  </a:lnTo>
                  <a:lnTo>
                    <a:pt x="346442" y="297402"/>
                  </a:lnTo>
                  <a:lnTo>
                    <a:pt x="346316" y="297127"/>
                  </a:lnTo>
                  <a:lnTo>
                    <a:pt x="346208" y="296987"/>
                  </a:lnTo>
                  <a:lnTo>
                    <a:pt x="345951" y="296754"/>
                  </a:lnTo>
                  <a:lnTo>
                    <a:pt x="345679" y="296339"/>
                  </a:lnTo>
                  <a:lnTo>
                    <a:pt x="345511" y="295984"/>
                  </a:lnTo>
                  <a:lnTo>
                    <a:pt x="345221" y="295434"/>
                  </a:lnTo>
                  <a:lnTo>
                    <a:pt x="344861" y="294916"/>
                  </a:lnTo>
                  <a:lnTo>
                    <a:pt x="344513" y="294560"/>
                  </a:lnTo>
                  <a:lnTo>
                    <a:pt x="344532" y="294421"/>
                  </a:lnTo>
                  <a:lnTo>
                    <a:pt x="344558" y="294233"/>
                  </a:lnTo>
                  <a:lnTo>
                    <a:pt x="344425" y="293413"/>
                  </a:lnTo>
                  <a:lnTo>
                    <a:pt x="344228" y="293076"/>
                  </a:lnTo>
                  <a:lnTo>
                    <a:pt x="344194" y="292644"/>
                  </a:lnTo>
                  <a:lnTo>
                    <a:pt x="344251" y="292379"/>
                  </a:lnTo>
                  <a:lnTo>
                    <a:pt x="344305" y="292169"/>
                  </a:lnTo>
                  <a:lnTo>
                    <a:pt x="344350" y="291991"/>
                  </a:lnTo>
                  <a:lnTo>
                    <a:pt x="344452" y="291620"/>
                  </a:lnTo>
                  <a:lnTo>
                    <a:pt x="344475" y="291428"/>
                  </a:lnTo>
                  <a:lnTo>
                    <a:pt x="344421" y="291111"/>
                  </a:lnTo>
                  <a:lnTo>
                    <a:pt x="344413" y="290939"/>
                  </a:lnTo>
                  <a:lnTo>
                    <a:pt x="344421" y="290717"/>
                  </a:lnTo>
                  <a:lnTo>
                    <a:pt x="344457" y="290445"/>
                  </a:lnTo>
                  <a:lnTo>
                    <a:pt x="344451" y="290263"/>
                  </a:lnTo>
                  <a:lnTo>
                    <a:pt x="344337" y="290001"/>
                  </a:lnTo>
                  <a:lnTo>
                    <a:pt x="344093" y="289724"/>
                  </a:lnTo>
                  <a:lnTo>
                    <a:pt x="343844" y="289534"/>
                  </a:lnTo>
                  <a:lnTo>
                    <a:pt x="343711" y="289415"/>
                  </a:lnTo>
                  <a:lnTo>
                    <a:pt x="343447" y="288927"/>
                  </a:lnTo>
                  <a:lnTo>
                    <a:pt x="343562" y="288740"/>
                  </a:lnTo>
                  <a:lnTo>
                    <a:pt x="343716" y="288540"/>
                  </a:lnTo>
                  <a:lnTo>
                    <a:pt x="343795" y="288394"/>
                  </a:lnTo>
                  <a:lnTo>
                    <a:pt x="343972" y="287720"/>
                  </a:lnTo>
                  <a:lnTo>
                    <a:pt x="344016" y="287433"/>
                  </a:lnTo>
                  <a:lnTo>
                    <a:pt x="344412" y="286949"/>
                  </a:lnTo>
                  <a:lnTo>
                    <a:pt x="344620" y="286528"/>
                  </a:lnTo>
                  <a:lnTo>
                    <a:pt x="344618" y="286165"/>
                  </a:lnTo>
                  <a:lnTo>
                    <a:pt x="344654" y="285809"/>
                  </a:lnTo>
                  <a:lnTo>
                    <a:pt x="344835" y="285411"/>
                  </a:lnTo>
                  <a:lnTo>
                    <a:pt x="344945" y="285177"/>
                  </a:lnTo>
                  <a:lnTo>
                    <a:pt x="344994" y="285029"/>
                  </a:lnTo>
                  <a:lnTo>
                    <a:pt x="345064" y="284823"/>
                  </a:lnTo>
                  <a:lnTo>
                    <a:pt x="345101" y="284651"/>
                  </a:lnTo>
                  <a:lnTo>
                    <a:pt x="345075" y="284517"/>
                  </a:lnTo>
                  <a:lnTo>
                    <a:pt x="345127" y="284351"/>
                  </a:lnTo>
                  <a:lnTo>
                    <a:pt x="345227" y="283849"/>
                  </a:lnTo>
                  <a:lnTo>
                    <a:pt x="345224" y="283466"/>
                  </a:lnTo>
                  <a:lnTo>
                    <a:pt x="345071" y="282855"/>
                  </a:lnTo>
                  <a:lnTo>
                    <a:pt x="344891" y="282198"/>
                  </a:lnTo>
                  <a:lnTo>
                    <a:pt x="344896" y="282042"/>
                  </a:lnTo>
                  <a:lnTo>
                    <a:pt x="345012" y="281586"/>
                  </a:lnTo>
                  <a:lnTo>
                    <a:pt x="344856" y="281287"/>
                  </a:lnTo>
                  <a:lnTo>
                    <a:pt x="344817" y="281129"/>
                  </a:lnTo>
                  <a:lnTo>
                    <a:pt x="344767" y="280927"/>
                  </a:lnTo>
                  <a:lnTo>
                    <a:pt x="344781" y="280733"/>
                  </a:lnTo>
                  <a:lnTo>
                    <a:pt x="344864" y="280542"/>
                  </a:lnTo>
                  <a:lnTo>
                    <a:pt x="344850" y="280065"/>
                  </a:lnTo>
                  <a:lnTo>
                    <a:pt x="344869" y="279620"/>
                  </a:lnTo>
                  <a:lnTo>
                    <a:pt x="344840" y="279300"/>
                  </a:lnTo>
                  <a:lnTo>
                    <a:pt x="344777" y="279049"/>
                  </a:lnTo>
                  <a:lnTo>
                    <a:pt x="344670" y="278822"/>
                  </a:lnTo>
                  <a:lnTo>
                    <a:pt x="344541" y="278689"/>
                  </a:lnTo>
                  <a:lnTo>
                    <a:pt x="344124" y="278358"/>
                  </a:lnTo>
                  <a:lnTo>
                    <a:pt x="343948" y="277827"/>
                  </a:lnTo>
                  <a:lnTo>
                    <a:pt x="343939" y="277639"/>
                  </a:lnTo>
                  <a:lnTo>
                    <a:pt x="343932" y="277497"/>
                  </a:lnTo>
                  <a:lnTo>
                    <a:pt x="343901" y="277323"/>
                  </a:lnTo>
                  <a:lnTo>
                    <a:pt x="343902" y="277176"/>
                  </a:lnTo>
                  <a:lnTo>
                    <a:pt x="343975" y="276892"/>
                  </a:lnTo>
                  <a:lnTo>
                    <a:pt x="344005" y="276707"/>
                  </a:lnTo>
                  <a:lnTo>
                    <a:pt x="343933" y="276306"/>
                  </a:lnTo>
                  <a:lnTo>
                    <a:pt x="343901" y="276127"/>
                  </a:lnTo>
                  <a:lnTo>
                    <a:pt x="343924" y="275920"/>
                  </a:lnTo>
                  <a:lnTo>
                    <a:pt x="344014" y="275792"/>
                  </a:lnTo>
                  <a:lnTo>
                    <a:pt x="344348" y="275490"/>
                  </a:lnTo>
                  <a:lnTo>
                    <a:pt x="344540" y="275169"/>
                  </a:lnTo>
                  <a:lnTo>
                    <a:pt x="344632" y="274982"/>
                  </a:lnTo>
                  <a:lnTo>
                    <a:pt x="344765" y="274543"/>
                  </a:lnTo>
                  <a:lnTo>
                    <a:pt x="344863" y="274258"/>
                  </a:lnTo>
                  <a:lnTo>
                    <a:pt x="344926" y="274102"/>
                  </a:lnTo>
                  <a:lnTo>
                    <a:pt x="345007" y="273865"/>
                  </a:lnTo>
                  <a:lnTo>
                    <a:pt x="345146" y="273458"/>
                  </a:lnTo>
                  <a:lnTo>
                    <a:pt x="345200" y="273299"/>
                  </a:lnTo>
                  <a:lnTo>
                    <a:pt x="345409" y="272907"/>
                  </a:lnTo>
                  <a:lnTo>
                    <a:pt x="345631" y="272495"/>
                  </a:lnTo>
                  <a:lnTo>
                    <a:pt x="345663" y="272228"/>
                  </a:lnTo>
                  <a:lnTo>
                    <a:pt x="345970" y="271831"/>
                  </a:lnTo>
                  <a:lnTo>
                    <a:pt x="346177" y="271407"/>
                  </a:lnTo>
                  <a:lnTo>
                    <a:pt x="346270" y="271073"/>
                  </a:lnTo>
                  <a:lnTo>
                    <a:pt x="347054" y="270450"/>
                  </a:lnTo>
                  <a:lnTo>
                    <a:pt x="347175" y="270737"/>
                  </a:lnTo>
                  <a:lnTo>
                    <a:pt x="347242" y="271164"/>
                  </a:lnTo>
                  <a:lnTo>
                    <a:pt x="347384" y="271492"/>
                  </a:lnTo>
                  <a:lnTo>
                    <a:pt x="347756" y="272084"/>
                  </a:lnTo>
                  <a:lnTo>
                    <a:pt x="348086" y="272401"/>
                  </a:lnTo>
                  <a:lnTo>
                    <a:pt x="348219" y="272481"/>
                  </a:lnTo>
                  <a:lnTo>
                    <a:pt x="349104" y="272164"/>
                  </a:lnTo>
                  <a:lnTo>
                    <a:pt x="349433" y="272019"/>
                  </a:lnTo>
                  <a:lnTo>
                    <a:pt x="349811" y="271909"/>
                  </a:lnTo>
                  <a:lnTo>
                    <a:pt x="349995" y="271805"/>
                  </a:lnTo>
                  <a:lnTo>
                    <a:pt x="350337" y="271514"/>
                  </a:lnTo>
                  <a:lnTo>
                    <a:pt x="350626" y="271221"/>
                  </a:lnTo>
                  <a:lnTo>
                    <a:pt x="350956" y="270860"/>
                  </a:lnTo>
                  <a:lnTo>
                    <a:pt x="351057" y="270724"/>
                  </a:lnTo>
                  <a:lnTo>
                    <a:pt x="351265" y="270489"/>
                  </a:lnTo>
                  <a:lnTo>
                    <a:pt x="351997" y="270600"/>
                  </a:lnTo>
                  <a:lnTo>
                    <a:pt x="352552" y="271014"/>
                  </a:lnTo>
                  <a:lnTo>
                    <a:pt x="352742" y="270998"/>
                  </a:lnTo>
                  <a:lnTo>
                    <a:pt x="353235" y="271044"/>
                  </a:lnTo>
                  <a:lnTo>
                    <a:pt x="353395" y="271005"/>
                  </a:lnTo>
                  <a:lnTo>
                    <a:pt x="353679" y="270888"/>
                  </a:lnTo>
                  <a:lnTo>
                    <a:pt x="353914" y="270669"/>
                  </a:lnTo>
                  <a:lnTo>
                    <a:pt x="354287" y="270326"/>
                  </a:lnTo>
                  <a:lnTo>
                    <a:pt x="354600" y="270146"/>
                  </a:lnTo>
                  <a:lnTo>
                    <a:pt x="355002" y="269876"/>
                  </a:lnTo>
                  <a:lnTo>
                    <a:pt x="355096" y="269603"/>
                  </a:lnTo>
                  <a:lnTo>
                    <a:pt x="355114" y="269403"/>
                  </a:lnTo>
                  <a:lnTo>
                    <a:pt x="355069" y="268703"/>
                  </a:lnTo>
                  <a:lnTo>
                    <a:pt x="355069" y="268529"/>
                  </a:lnTo>
                  <a:lnTo>
                    <a:pt x="355341" y="267859"/>
                  </a:lnTo>
                  <a:lnTo>
                    <a:pt x="355782" y="267140"/>
                  </a:lnTo>
                  <a:lnTo>
                    <a:pt x="355917" y="266889"/>
                  </a:lnTo>
                  <a:lnTo>
                    <a:pt x="356198" y="266477"/>
                  </a:lnTo>
                  <a:lnTo>
                    <a:pt x="356556" y="266262"/>
                  </a:lnTo>
                  <a:lnTo>
                    <a:pt x="356565" y="265930"/>
                  </a:lnTo>
                  <a:lnTo>
                    <a:pt x="356636" y="265710"/>
                  </a:lnTo>
                  <a:lnTo>
                    <a:pt x="356812" y="265273"/>
                  </a:lnTo>
                  <a:lnTo>
                    <a:pt x="357014" y="264966"/>
                  </a:lnTo>
                  <a:lnTo>
                    <a:pt x="357175" y="264857"/>
                  </a:lnTo>
                  <a:lnTo>
                    <a:pt x="357481" y="264749"/>
                  </a:lnTo>
                  <a:lnTo>
                    <a:pt x="357711" y="264628"/>
                  </a:lnTo>
                  <a:lnTo>
                    <a:pt x="357838" y="264480"/>
                  </a:lnTo>
                  <a:lnTo>
                    <a:pt x="357898" y="264333"/>
                  </a:lnTo>
                  <a:lnTo>
                    <a:pt x="357978" y="264136"/>
                  </a:lnTo>
                  <a:lnTo>
                    <a:pt x="358094" y="263922"/>
                  </a:lnTo>
                  <a:lnTo>
                    <a:pt x="358136" y="263687"/>
                  </a:lnTo>
                  <a:lnTo>
                    <a:pt x="358207" y="263340"/>
                  </a:lnTo>
                  <a:lnTo>
                    <a:pt x="358220" y="263170"/>
                  </a:lnTo>
                  <a:lnTo>
                    <a:pt x="358284" y="262989"/>
                  </a:lnTo>
                  <a:lnTo>
                    <a:pt x="358553" y="262815"/>
                  </a:lnTo>
                  <a:lnTo>
                    <a:pt x="358984" y="262684"/>
                  </a:lnTo>
                  <a:lnTo>
                    <a:pt x="359116" y="262671"/>
                  </a:lnTo>
                  <a:lnTo>
                    <a:pt x="359314" y="262720"/>
                  </a:lnTo>
                  <a:lnTo>
                    <a:pt x="359521" y="262745"/>
                  </a:lnTo>
                  <a:lnTo>
                    <a:pt x="359965" y="262750"/>
                  </a:lnTo>
                  <a:lnTo>
                    <a:pt x="360157" y="262792"/>
                  </a:lnTo>
                  <a:lnTo>
                    <a:pt x="360336" y="262941"/>
                  </a:lnTo>
                  <a:lnTo>
                    <a:pt x="360701" y="263061"/>
                  </a:lnTo>
                  <a:lnTo>
                    <a:pt x="360901" y="263088"/>
                  </a:lnTo>
                  <a:lnTo>
                    <a:pt x="361248" y="263059"/>
                  </a:lnTo>
                  <a:lnTo>
                    <a:pt x="361516" y="262865"/>
                  </a:lnTo>
                  <a:lnTo>
                    <a:pt x="361526" y="262717"/>
                  </a:lnTo>
                  <a:lnTo>
                    <a:pt x="361486" y="262216"/>
                  </a:lnTo>
                  <a:lnTo>
                    <a:pt x="361564" y="261788"/>
                  </a:lnTo>
                  <a:lnTo>
                    <a:pt x="361660" y="261508"/>
                  </a:lnTo>
                  <a:lnTo>
                    <a:pt x="361691" y="261362"/>
                  </a:lnTo>
                  <a:lnTo>
                    <a:pt x="361594" y="261073"/>
                  </a:lnTo>
                  <a:lnTo>
                    <a:pt x="361439" y="260884"/>
                  </a:lnTo>
                  <a:lnTo>
                    <a:pt x="361361" y="260751"/>
                  </a:lnTo>
                  <a:lnTo>
                    <a:pt x="360856" y="260271"/>
                  </a:lnTo>
                  <a:lnTo>
                    <a:pt x="360786" y="259980"/>
                  </a:lnTo>
                  <a:lnTo>
                    <a:pt x="360844" y="259659"/>
                  </a:lnTo>
                  <a:lnTo>
                    <a:pt x="361113" y="259534"/>
                  </a:lnTo>
                  <a:lnTo>
                    <a:pt x="361423" y="259623"/>
                  </a:lnTo>
                  <a:lnTo>
                    <a:pt x="361682" y="259273"/>
                  </a:lnTo>
                  <a:lnTo>
                    <a:pt x="362325" y="258591"/>
                  </a:lnTo>
                  <a:lnTo>
                    <a:pt x="362833" y="258184"/>
                  </a:lnTo>
                  <a:lnTo>
                    <a:pt x="363109" y="257903"/>
                  </a:lnTo>
                  <a:lnTo>
                    <a:pt x="363402" y="257624"/>
                  </a:lnTo>
                  <a:lnTo>
                    <a:pt x="363584" y="257570"/>
                  </a:lnTo>
                  <a:lnTo>
                    <a:pt x="363750" y="257458"/>
                  </a:lnTo>
                  <a:lnTo>
                    <a:pt x="363881" y="257371"/>
                  </a:lnTo>
                  <a:lnTo>
                    <a:pt x="364042" y="257207"/>
                  </a:lnTo>
                  <a:lnTo>
                    <a:pt x="364125" y="256859"/>
                  </a:lnTo>
                  <a:lnTo>
                    <a:pt x="364170" y="256730"/>
                  </a:lnTo>
                  <a:lnTo>
                    <a:pt x="364468" y="256432"/>
                  </a:lnTo>
                  <a:lnTo>
                    <a:pt x="364581" y="256151"/>
                  </a:lnTo>
                  <a:lnTo>
                    <a:pt x="364727" y="255956"/>
                  </a:lnTo>
                  <a:lnTo>
                    <a:pt x="365011" y="255851"/>
                  </a:lnTo>
                  <a:lnTo>
                    <a:pt x="365201" y="255817"/>
                  </a:lnTo>
                  <a:lnTo>
                    <a:pt x="365701" y="255945"/>
                  </a:lnTo>
                  <a:lnTo>
                    <a:pt x="365951" y="255676"/>
                  </a:lnTo>
                  <a:lnTo>
                    <a:pt x="366059" y="255406"/>
                  </a:lnTo>
                  <a:lnTo>
                    <a:pt x="366106" y="255209"/>
                  </a:lnTo>
                  <a:lnTo>
                    <a:pt x="366735" y="254469"/>
                  </a:lnTo>
                  <a:lnTo>
                    <a:pt x="366987" y="254215"/>
                  </a:lnTo>
                  <a:lnTo>
                    <a:pt x="367185" y="254119"/>
                  </a:lnTo>
                  <a:lnTo>
                    <a:pt x="367650" y="253985"/>
                  </a:lnTo>
                  <a:lnTo>
                    <a:pt x="367824" y="253726"/>
                  </a:lnTo>
                  <a:lnTo>
                    <a:pt x="368055" y="253711"/>
                  </a:lnTo>
                  <a:lnTo>
                    <a:pt x="368208" y="253544"/>
                  </a:lnTo>
                  <a:lnTo>
                    <a:pt x="368441" y="253184"/>
                  </a:lnTo>
                  <a:lnTo>
                    <a:pt x="368406" y="252956"/>
                  </a:lnTo>
                  <a:lnTo>
                    <a:pt x="368656" y="252468"/>
                  </a:lnTo>
                  <a:lnTo>
                    <a:pt x="368907" y="252282"/>
                  </a:lnTo>
                  <a:lnTo>
                    <a:pt x="369122" y="252158"/>
                  </a:lnTo>
                  <a:lnTo>
                    <a:pt x="369489" y="252011"/>
                  </a:lnTo>
                  <a:lnTo>
                    <a:pt x="369806" y="251687"/>
                  </a:lnTo>
                  <a:lnTo>
                    <a:pt x="370194" y="250970"/>
                  </a:lnTo>
                  <a:lnTo>
                    <a:pt x="370267" y="250761"/>
                  </a:lnTo>
                  <a:lnTo>
                    <a:pt x="370497" y="250085"/>
                  </a:lnTo>
                  <a:lnTo>
                    <a:pt x="370661" y="249571"/>
                  </a:lnTo>
                  <a:lnTo>
                    <a:pt x="370618" y="249323"/>
                  </a:lnTo>
                  <a:lnTo>
                    <a:pt x="370411" y="248872"/>
                  </a:lnTo>
                  <a:lnTo>
                    <a:pt x="370278" y="248060"/>
                  </a:lnTo>
                  <a:lnTo>
                    <a:pt x="370337" y="247674"/>
                  </a:lnTo>
                  <a:lnTo>
                    <a:pt x="370369" y="247355"/>
                  </a:lnTo>
                  <a:lnTo>
                    <a:pt x="370351" y="246711"/>
                  </a:lnTo>
                  <a:lnTo>
                    <a:pt x="370362" y="246179"/>
                  </a:lnTo>
                  <a:lnTo>
                    <a:pt x="370490" y="245935"/>
                  </a:lnTo>
                  <a:lnTo>
                    <a:pt x="370774" y="245538"/>
                  </a:lnTo>
                  <a:lnTo>
                    <a:pt x="371148" y="245240"/>
                  </a:lnTo>
                  <a:lnTo>
                    <a:pt x="371424" y="244683"/>
                  </a:lnTo>
                  <a:lnTo>
                    <a:pt x="371588" y="244559"/>
                  </a:lnTo>
                  <a:lnTo>
                    <a:pt x="372122" y="244074"/>
                  </a:lnTo>
                  <a:lnTo>
                    <a:pt x="372803" y="243913"/>
                  </a:lnTo>
                  <a:lnTo>
                    <a:pt x="372962" y="243727"/>
                  </a:lnTo>
                  <a:lnTo>
                    <a:pt x="373038" y="243496"/>
                  </a:lnTo>
                  <a:lnTo>
                    <a:pt x="372992" y="243261"/>
                  </a:lnTo>
                  <a:lnTo>
                    <a:pt x="373007" y="243104"/>
                  </a:lnTo>
                  <a:lnTo>
                    <a:pt x="372878" y="242855"/>
                  </a:lnTo>
                  <a:lnTo>
                    <a:pt x="372650" y="242854"/>
                  </a:lnTo>
                  <a:lnTo>
                    <a:pt x="372336" y="243095"/>
                  </a:lnTo>
                  <a:lnTo>
                    <a:pt x="372162" y="243269"/>
                  </a:lnTo>
                  <a:lnTo>
                    <a:pt x="371970" y="243507"/>
                  </a:lnTo>
                  <a:lnTo>
                    <a:pt x="371622" y="243551"/>
                  </a:lnTo>
                  <a:lnTo>
                    <a:pt x="370874" y="243465"/>
                  </a:lnTo>
                  <a:lnTo>
                    <a:pt x="370399" y="242854"/>
                  </a:lnTo>
                  <a:lnTo>
                    <a:pt x="370216" y="242632"/>
                  </a:lnTo>
                  <a:lnTo>
                    <a:pt x="370172" y="242353"/>
                  </a:lnTo>
                  <a:lnTo>
                    <a:pt x="370055" y="241925"/>
                  </a:lnTo>
                  <a:lnTo>
                    <a:pt x="370009" y="241786"/>
                  </a:lnTo>
                  <a:lnTo>
                    <a:pt x="370064" y="241317"/>
                  </a:lnTo>
                  <a:lnTo>
                    <a:pt x="370088" y="241150"/>
                  </a:lnTo>
                  <a:lnTo>
                    <a:pt x="370049" y="240649"/>
                  </a:lnTo>
                  <a:lnTo>
                    <a:pt x="369871" y="240403"/>
                  </a:lnTo>
                  <a:lnTo>
                    <a:pt x="369665" y="240226"/>
                  </a:lnTo>
                  <a:lnTo>
                    <a:pt x="369401" y="240199"/>
                  </a:lnTo>
                  <a:lnTo>
                    <a:pt x="367499" y="240034"/>
                  </a:lnTo>
                  <a:lnTo>
                    <a:pt x="367399" y="239893"/>
                  </a:lnTo>
                  <a:lnTo>
                    <a:pt x="367289" y="239395"/>
                  </a:lnTo>
                  <a:lnTo>
                    <a:pt x="367297" y="239130"/>
                  </a:lnTo>
                  <a:lnTo>
                    <a:pt x="367288" y="238862"/>
                  </a:lnTo>
                  <a:lnTo>
                    <a:pt x="367670" y="238110"/>
                  </a:lnTo>
                  <a:lnTo>
                    <a:pt x="368004" y="237943"/>
                  </a:lnTo>
                  <a:lnTo>
                    <a:pt x="368267" y="237637"/>
                  </a:lnTo>
                  <a:lnTo>
                    <a:pt x="368498" y="237071"/>
                  </a:lnTo>
                  <a:lnTo>
                    <a:pt x="368284" y="236716"/>
                  </a:lnTo>
                  <a:lnTo>
                    <a:pt x="368042" y="236496"/>
                  </a:lnTo>
                  <a:lnTo>
                    <a:pt x="368089" y="236141"/>
                  </a:lnTo>
                  <a:lnTo>
                    <a:pt x="368558" y="235898"/>
                  </a:lnTo>
                  <a:lnTo>
                    <a:pt x="369140" y="235706"/>
                  </a:lnTo>
                  <a:lnTo>
                    <a:pt x="369290" y="235502"/>
                  </a:lnTo>
                  <a:lnTo>
                    <a:pt x="369536" y="235274"/>
                  </a:lnTo>
                  <a:lnTo>
                    <a:pt x="369794" y="235109"/>
                  </a:lnTo>
                  <a:lnTo>
                    <a:pt x="370352" y="234906"/>
                  </a:lnTo>
                  <a:lnTo>
                    <a:pt x="371044" y="234127"/>
                  </a:lnTo>
                  <a:lnTo>
                    <a:pt x="371242" y="233991"/>
                  </a:lnTo>
                  <a:lnTo>
                    <a:pt x="371688" y="233671"/>
                  </a:lnTo>
                  <a:lnTo>
                    <a:pt x="371854" y="233470"/>
                  </a:lnTo>
                  <a:lnTo>
                    <a:pt x="371970" y="233284"/>
                  </a:lnTo>
                  <a:lnTo>
                    <a:pt x="372460" y="232659"/>
                  </a:lnTo>
                  <a:lnTo>
                    <a:pt x="372658" y="232252"/>
                  </a:lnTo>
                  <a:lnTo>
                    <a:pt x="372902" y="231773"/>
                  </a:lnTo>
                  <a:lnTo>
                    <a:pt x="373017" y="231289"/>
                  </a:lnTo>
                  <a:lnTo>
                    <a:pt x="373642" y="230571"/>
                  </a:lnTo>
                  <a:lnTo>
                    <a:pt x="373943" y="230498"/>
                  </a:lnTo>
                  <a:lnTo>
                    <a:pt x="374564" y="230324"/>
                  </a:lnTo>
                  <a:lnTo>
                    <a:pt x="374920" y="230231"/>
                  </a:lnTo>
                  <a:lnTo>
                    <a:pt x="375453" y="229638"/>
                  </a:lnTo>
                  <a:lnTo>
                    <a:pt x="376323" y="229169"/>
                  </a:lnTo>
                  <a:lnTo>
                    <a:pt x="376454" y="229232"/>
                  </a:lnTo>
                  <a:lnTo>
                    <a:pt x="376593" y="229319"/>
                  </a:lnTo>
                  <a:lnTo>
                    <a:pt x="377100" y="229752"/>
                  </a:lnTo>
                  <a:lnTo>
                    <a:pt x="378568" y="230789"/>
                  </a:lnTo>
                  <a:lnTo>
                    <a:pt x="378564" y="231272"/>
                  </a:lnTo>
                  <a:lnTo>
                    <a:pt x="378565" y="231724"/>
                  </a:lnTo>
                  <a:lnTo>
                    <a:pt x="378733" y="231989"/>
                  </a:lnTo>
                  <a:lnTo>
                    <a:pt x="378845" y="232131"/>
                  </a:lnTo>
                  <a:lnTo>
                    <a:pt x="379316" y="232282"/>
                  </a:lnTo>
                  <a:lnTo>
                    <a:pt x="379752" y="231931"/>
                  </a:lnTo>
                  <a:lnTo>
                    <a:pt x="379842" y="231736"/>
                  </a:lnTo>
                  <a:lnTo>
                    <a:pt x="379923" y="231551"/>
                  </a:lnTo>
                  <a:lnTo>
                    <a:pt x="380002" y="231237"/>
                  </a:lnTo>
                  <a:lnTo>
                    <a:pt x="380038" y="231039"/>
                  </a:lnTo>
                  <a:lnTo>
                    <a:pt x="380627" y="230376"/>
                  </a:lnTo>
                  <a:lnTo>
                    <a:pt x="381132" y="230471"/>
                  </a:lnTo>
                  <a:lnTo>
                    <a:pt x="381655" y="230530"/>
                  </a:lnTo>
                  <a:lnTo>
                    <a:pt x="382019" y="230382"/>
                  </a:lnTo>
                  <a:lnTo>
                    <a:pt x="382136" y="230223"/>
                  </a:lnTo>
                  <a:lnTo>
                    <a:pt x="382463" y="229525"/>
                  </a:lnTo>
                  <a:lnTo>
                    <a:pt x="382682" y="229382"/>
                  </a:lnTo>
                  <a:lnTo>
                    <a:pt x="383425" y="229057"/>
                  </a:lnTo>
                  <a:lnTo>
                    <a:pt x="383751" y="228877"/>
                  </a:lnTo>
                  <a:lnTo>
                    <a:pt x="384054" y="228547"/>
                  </a:lnTo>
                  <a:lnTo>
                    <a:pt x="384361" y="228030"/>
                  </a:lnTo>
                  <a:lnTo>
                    <a:pt x="385122" y="227862"/>
                  </a:lnTo>
                  <a:lnTo>
                    <a:pt x="385430" y="227590"/>
                  </a:lnTo>
                  <a:lnTo>
                    <a:pt x="385738" y="227424"/>
                  </a:lnTo>
                  <a:lnTo>
                    <a:pt x="386270" y="226993"/>
                  </a:lnTo>
                  <a:lnTo>
                    <a:pt x="386319" y="226203"/>
                  </a:lnTo>
                  <a:lnTo>
                    <a:pt x="386177" y="225921"/>
                  </a:lnTo>
                  <a:lnTo>
                    <a:pt x="386070" y="225759"/>
                  </a:lnTo>
                  <a:lnTo>
                    <a:pt x="385662" y="225249"/>
                  </a:lnTo>
                  <a:lnTo>
                    <a:pt x="385505" y="224966"/>
                  </a:lnTo>
                  <a:lnTo>
                    <a:pt x="385384" y="224518"/>
                  </a:lnTo>
                  <a:lnTo>
                    <a:pt x="385419" y="224384"/>
                  </a:lnTo>
                  <a:lnTo>
                    <a:pt x="385535" y="223979"/>
                  </a:lnTo>
                  <a:lnTo>
                    <a:pt x="385639" y="223551"/>
                  </a:lnTo>
                  <a:lnTo>
                    <a:pt x="385648" y="223400"/>
                  </a:lnTo>
                  <a:lnTo>
                    <a:pt x="385649" y="223219"/>
                  </a:lnTo>
                  <a:lnTo>
                    <a:pt x="385554" y="222814"/>
                  </a:lnTo>
                  <a:lnTo>
                    <a:pt x="385440" y="222454"/>
                  </a:lnTo>
                  <a:lnTo>
                    <a:pt x="385137" y="221992"/>
                  </a:lnTo>
                  <a:lnTo>
                    <a:pt x="385025" y="221851"/>
                  </a:lnTo>
                  <a:lnTo>
                    <a:pt x="384713" y="221404"/>
                  </a:lnTo>
                  <a:lnTo>
                    <a:pt x="384477" y="220925"/>
                  </a:lnTo>
                  <a:lnTo>
                    <a:pt x="384330" y="220420"/>
                  </a:lnTo>
                  <a:lnTo>
                    <a:pt x="384366" y="219918"/>
                  </a:lnTo>
                  <a:lnTo>
                    <a:pt x="384362" y="219517"/>
                  </a:lnTo>
                  <a:lnTo>
                    <a:pt x="384139" y="219074"/>
                  </a:lnTo>
                  <a:lnTo>
                    <a:pt x="383905" y="218642"/>
                  </a:lnTo>
                  <a:lnTo>
                    <a:pt x="383681" y="218096"/>
                  </a:lnTo>
                  <a:lnTo>
                    <a:pt x="383441" y="217754"/>
                  </a:lnTo>
                  <a:lnTo>
                    <a:pt x="383092" y="217471"/>
                  </a:lnTo>
                  <a:lnTo>
                    <a:pt x="382706" y="217110"/>
                  </a:lnTo>
                  <a:lnTo>
                    <a:pt x="382367" y="216351"/>
                  </a:lnTo>
                  <a:lnTo>
                    <a:pt x="382515" y="216299"/>
                  </a:lnTo>
                  <a:lnTo>
                    <a:pt x="382644" y="216253"/>
                  </a:lnTo>
                  <a:lnTo>
                    <a:pt x="383251" y="215517"/>
                  </a:lnTo>
                  <a:lnTo>
                    <a:pt x="383226" y="215186"/>
                  </a:lnTo>
                  <a:lnTo>
                    <a:pt x="383082" y="214892"/>
                  </a:lnTo>
                  <a:lnTo>
                    <a:pt x="383157" y="214575"/>
                  </a:lnTo>
                  <a:lnTo>
                    <a:pt x="383564" y="214367"/>
                  </a:lnTo>
                  <a:lnTo>
                    <a:pt x="383735" y="214312"/>
                  </a:lnTo>
                  <a:lnTo>
                    <a:pt x="384488" y="213697"/>
                  </a:lnTo>
                  <a:lnTo>
                    <a:pt x="384499" y="212366"/>
                  </a:lnTo>
                  <a:lnTo>
                    <a:pt x="384507" y="212160"/>
                  </a:lnTo>
                  <a:lnTo>
                    <a:pt x="384940" y="211021"/>
                  </a:lnTo>
                  <a:lnTo>
                    <a:pt x="384785" y="210527"/>
                  </a:lnTo>
                  <a:lnTo>
                    <a:pt x="384813" y="210287"/>
                  </a:lnTo>
                  <a:lnTo>
                    <a:pt x="385563" y="209438"/>
                  </a:lnTo>
                  <a:lnTo>
                    <a:pt x="385970" y="209715"/>
                  </a:lnTo>
                  <a:lnTo>
                    <a:pt x="386478" y="211602"/>
                  </a:lnTo>
                  <a:lnTo>
                    <a:pt x="386850" y="211752"/>
                  </a:lnTo>
                  <a:lnTo>
                    <a:pt x="387550" y="211516"/>
                  </a:lnTo>
                  <a:lnTo>
                    <a:pt x="388637" y="211507"/>
                  </a:lnTo>
                  <a:lnTo>
                    <a:pt x="389023" y="212062"/>
                  </a:lnTo>
                  <a:lnTo>
                    <a:pt x="389042" y="212253"/>
                  </a:lnTo>
                  <a:lnTo>
                    <a:pt x="389500" y="212661"/>
                  </a:lnTo>
                  <a:lnTo>
                    <a:pt x="390210" y="212390"/>
                  </a:lnTo>
                  <a:lnTo>
                    <a:pt x="390923" y="212180"/>
                  </a:lnTo>
                  <a:lnTo>
                    <a:pt x="391754" y="211975"/>
                  </a:lnTo>
                  <a:lnTo>
                    <a:pt x="392001" y="211867"/>
                  </a:lnTo>
                  <a:lnTo>
                    <a:pt x="392153" y="211816"/>
                  </a:lnTo>
                  <a:lnTo>
                    <a:pt x="392483" y="211775"/>
                  </a:lnTo>
                  <a:lnTo>
                    <a:pt x="392748" y="211686"/>
                  </a:lnTo>
                  <a:lnTo>
                    <a:pt x="393420" y="211550"/>
                  </a:lnTo>
                  <a:lnTo>
                    <a:pt x="393822" y="211477"/>
                  </a:lnTo>
                  <a:lnTo>
                    <a:pt x="394240" y="211422"/>
                  </a:lnTo>
                  <a:lnTo>
                    <a:pt x="394457" y="211505"/>
                  </a:lnTo>
                  <a:lnTo>
                    <a:pt x="395060" y="212068"/>
                  </a:lnTo>
                  <a:lnTo>
                    <a:pt x="395124" y="212355"/>
                  </a:lnTo>
                  <a:lnTo>
                    <a:pt x="395307" y="212487"/>
                  </a:lnTo>
                  <a:lnTo>
                    <a:pt x="395911" y="212525"/>
                  </a:lnTo>
                  <a:lnTo>
                    <a:pt x="396332" y="211895"/>
                  </a:lnTo>
                  <a:lnTo>
                    <a:pt x="396392" y="211665"/>
                  </a:lnTo>
                  <a:lnTo>
                    <a:pt x="396463" y="211393"/>
                  </a:lnTo>
                  <a:lnTo>
                    <a:pt x="396672" y="211107"/>
                  </a:lnTo>
                  <a:lnTo>
                    <a:pt x="396975" y="210953"/>
                  </a:lnTo>
                  <a:lnTo>
                    <a:pt x="397231" y="210902"/>
                  </a:lnTo>
                  <a:lnTo>
                    <a:pt x="397627" y="210949"/>
                  </a:lnTo>
                  <a:lnTo>
                    <a:pt x="397781" y="210936"/>
                  </a:lnTo>
                  <a:lnTo>
                    <a:pt x="398207" y="210823"/>
                  </a:lnTo>
                  <a:lnTo>
                    <a:pt x="398484" y="210844"/>
                  </a:lnTo>
                  <a:lnTo>
                    <a:pt x="399127" y="210827"/>
                  </a:lnTo>
                  <a:lnTo>
                    <a:pt x="399296" y="210938"/>
                  </a:lnTo>
                  <a:lnTo>
                    <a:pt x="399597" y="211035"/>
                  </a:lnTo>
                  <a:lnTo>
                    <a:pt x="400048" y="211088"/>
                  </a:lnTo>
                  <a:lnTo>
                    <a:pt x="400456" y="210944"/>
                  </a:lnTo>
                  <a:lnTo>
                    <a:pt x="400710" y="210909"/>
                  </a:lnTo>
                  <a:lnTo>
                    <a:pt x="400889" y="210910"/>
                  </a:lnTo>
                  <a:lnTo>
                    <a:pt x="401027" y="210946"/>
                  </a:lnTo>
                  <a:lnTo>
                    <a:pt x="401256" y="211005"/>
                  </a:lnTo>
                  <a:lnTo>
                    <a:pt x="401594" y="210992"/>
                  </a:lnTo>
                  <a:lnTo>
                    <a:pt x="401747" y="210897"/>
                  </a:lnTo>
                  <a:lnTo>
                    <a:pt x="401961" y="210517"/>
                  </a:lnTo>
                  <a:lnTo>
                    <a:pt x="402341" y="209727"/>
                  </a:lnTo>
                  <a:lnTo>
                    <a:pt x="402561" y="210174"/>
                  </a:lnTo>
                  <a:lnTo>
                    <a:pt x="402668" y="210353"/>
                  </a:lnTo>
                  <a:lnTo>
                    <a:pt x="402763" y="210500"/>
                  </a:lnTo>
                  <a:lnTo>
                    <a:pt x="402941" y="210774"/>
                  </a:lnTo>
                  <a:lnTo>
                    <a:pt x="403508" y="211249"/>
                  </a:lnTo>
                  <a:lnTo>
                    <a:pt x="403663" y="211204"/>
                  </a:lnTo>
                  <a:lnTo>
                    <a:pt x="404539" y="211537"/>
                  </a:lnTo>
                  <a:lnTo>
                    <a:pt x="405037" y="212014"/>
                  </a:lnTo>
                  <a:lnTo>
                    <a:pt x="405604" y="211528"/>
                  </a:lnTo>
                  <a:lnTo>
                    <a:pt x="405704" y="211357"/>
                  </a:lnTo>
                  <a:lnTo>
                    <a:pt x="406245" y="210807"/>
                  </a:lnTo>
                  <a:lnTo>
                    <a:pt x="406553" y="210662"/>
                  </a:lnTo>
                  <a:lnTo>
                    <a:pt x="407080" y="210520"/>
                  </a:lnTo>
                  <a:lnTo>
                    <a:pt x="408237" y="210732"/>
                  </a:lnTo>
                  <a:lnTo>
                    <a:pt x="408459" y="210815"/>
                  </a:lnTo>
                  <a:lnTo>
                    <a:pt x="409505" y="211272"/>
                  </a:lnTo>
                  <a:lnTo>
                    <a:pt x="409544" y="211951"/>
                  </a:lnTo>
                  <a:lnTo>
                    <a:pt x="409229" y="212919"/>
                  </a:lnTo>
                  <a:lnTo>
                    <a:pt x="409005" y="212897"/>
                  </a:lnTo>
                  <a:lnTo>
                    <a:pt x="408426" y="212802"/>
                  </a:lnTo>
                  <a:lnTo>
                    <a:pt x="407829" y="212933"/>
                  </a:lnTo>
                  <a:lnTo>
                    <a:pt x="407608" y="213038"/>
                  </a:lnTo>
                  <a:lnTo>
                    <a:pt x="407305" y="213506"/>
                  </a:lnTo>
                  <a:lnTo>
                    <a:pt x="407200" y="213889"/>
                  </a:lnTo>
                  <a:lnTo>
                    <a:pt x="406549" y="214910"/>
                  </a:lnTo>
                  <a:lnTo>
                    <a:pt x="406116" y="214771"/>
                  </a:lnTo>
                  <a:lnTo>
                    <a:pt x="405621" y="214878"/>
                  </a:lnTo>
                  <a:lnTo>
                    <a:pt x="404750" y="215649"/>
                  </a:lnTo>
                  <a:lnTo>
                    <a:pt x="404269" y="215694"/>
                  </a:lnTo>
                  <a:lnTo>
                    <a:pt x="403773" y="216000"/>
                  </a:lnTo>
                  <a:lnTo>
                    <a:pt x="403275" y="215866"/>
                  </a:lnTo>
                  <a:lnTo>
                    <a:pt x="402705" y="215861"/>
                  </a:lnTo>
                  <a:lnTo>
                    <a:pt x="402143" y="216470"/>
                  </a:lnTo>
                  <a:lnTo>
                    <a:pt x="402145" y="216820"/>
                  </a:lnTo>
                  <a:lnTo>
                    <a:pt x="402350" y="217231"/>
                  </a:lnTo>
                  <a:lnTo>
                    <a:pt x="402718" y="218157"/>
                  </a:lnTo>
                  <a:lnTo>
                    <a:pt x="402763" y="218399"/>
                  </a:lnTo>
                  <a:lnTo>
                    <a:pt x="402890" y="218694"/>
                  </a:lnTo>
                  <a:lnTo>
                    <a:pt x="403154" y="219206"/>
                  </a:lnTo>
                  <a:lnTo>
                    <a:pt x="402643" y="220106"/>
                  </a:lnTo>
                  <a:lnTo>
                    <a:pt x="402846" y="220626"/>
                  </a:lnTo>
                  <a:lnTo>
                    <a:pt x="402947" y="220819"/>
                  </a:lnTo>
                  <a:lnTo>
                    <a:pt x="403016" y="221014"/>
                  </a:lnTo>
                  <a:lnTo>
                    <a:pt x="403046" y="221160"/>
                  </a:lnTo>
                  <a:lnTo>
                    <a:pt x="402472" y="222068"/>
                  </a:lnTo>
                  <a:lnTo>
                    <a:pt x="402506" y="222431"/>
                  </a:lnTo>
                  <a:lnTo>
                    <a:pt x="402949" y="222881"/>
                  </a:lnTo>
                  <a:lnTo>
                    <a:pt x="403072" y="223524"/>
                  </a:lnTo>
                  <a:lnTo>
                    <a:pt x="403221" y="223943"/>
                  </a:lnTo>
                  <a:lnTo>
                    <a:pt x="403317" y="224186"/>
                  </a:lnTo>
                  <a:lnTo>
                    <a:pt x="403460" y="224608"/>
                  </a:lnTo>
                  <a:lnTo>
                    <a:pt x="403856" y="225277"/>
                  </a:lnTo>
                  <a:lnTo>
                    <a:pt x="403833" y="225554"/>
                  </a:lnTo>
                  <a:lnTo>
                    <a:pt x="404112" y="225748"/>
                  </a:lnTo>
                  <a:lnTo>
                    <a:pt x="404320" y="226191"/>
                  </a:lnTo>
                  <a:lnTo>
                    <a:pt x="403926" y="226672"/>
                  </a:lnTo>
                  <a:lnTo>
                    <a:pt x="404177" y="226842"/>
                  </a:lnTo>
                  <a:lnTo>
                    <a:pt x="404667" y="226993"/>
                  </a:lnTo>
                  <a:lnTo>
                    <a:pt x="404871" y="226977"/>
                  </a:lnTo>
                  <a:lnTo>
                    <a:pt x="405212" y="226880"/>
                  </a:lnTo>
                  <a:lnTo>
                    <a:pt x="405500" y="226481"/>
                  </a:lnTo>
                  <a:lnTo>
                    <a:pt x="405799" y="226082"/>
                  </a:lnTo>
                  <a:lnTo>
                    <a:pt x="406051" y="225818"/>
                  </a:lnTo>
                  <a:lnTo>
                    <a:pt x="406285" y="225639"/>
                  </a:lnTo>
                  <a:lnTo>
                    <a:pt x="406459" y="225533"/>
                  </a:lnTo>
                  <a:lnTo>
                    <a:pt x="406782" y="225466"/>
                  </a:lnTo>
                  <a:lnTo>
                    <a:pt x="406943" y="225520"/>
                  </a:lnTo>
                  <a:lnTo>
                    <a:pt x="407198" y="225544"/>
                  </a:lnTo>
                  <a:lnTo>
                    <a:pt x="407515" y="225582"/>
                  </a:lnTo>
                  <a:lnTo>
                    <a:pt x="407944" y="225832"/>
                  </a:lnTo>
                  <a:lnTo>
                    <a:pt x="408058" y="226029"/>
                  </a:lnTo>
                  <a:lnTo>
                    <a:pt x="408229" y="226374"/>
                  </a:lnTo>
                  <a:lnTo>
                    <a:pt x="408274" y="226531"/>
                  </a:lnTo>
                  <a:lnTo>
                    <a:pt x="408249" y="226860"/>
                  </a:lnTo>
                  <a:lnTo>
                    <a:pt x="408282" y="227094"/>
                  </a:lnTo>
                  <a:lnTo>
                    <a:pt x="408334" y="227465"/>
                  </a:lnTo>
                  <a:lnTo>
                    <a:pt x="408654" y="227882"/>
                  </a:lnTo>
                  <a:lnTo>
                    <a:pt x="408887" y="228310"/>
                  </a:lnTo>
                  <a:lnTo>
                    <a:pt x="408924" y="228558"/>
                  </a:lnTo>
                  <a:lnTo>
                    <a:pt x="409066" y="228768"/>
                  </a:lnTo>
                  <a:lnTo>
                    <a:pt x="409531" y="228722"/>
                  </a:lnTo>
                  <a:lnTo>
                    <a:pt x="409839" y="228612"/>
                  </a:lnTo>
                  <a:lnTo>
                    <a:pt x="410121" y="228549"/>
                  </a:lnTo>
                  <a:lnTo>
                    <a:pt x="410741" y="228743"/>
                  </a:lnTo>
                  <a:lnTo>
                    <a:pt x="410552" y="229126"/>
                  </a:lnTo>
                  <a:lnTo>
                    <a:pt x="410560" y="229439"/>
                  </a:lnTo>
                  <a:lnTo>
                    <a:pt x="410875" y="229593"/>
                  </a:lnTo>
                  <a:lnTo>
                    <a:pt x="411484" y="229950"/>
                  </a:lnTo>
                  <a:lnTo>
                    <a:pt x="411395" y="230166"/>
                  </a:lnTo>
                  <a:lnTo>
                    <a:pt x="411197" y="230348"/>
                  </a:lnTo>
                  <a:lnTo>
                    <a:pt x="410915" y="230755"/>
                  </a:lnTo>
                  <a:lnTo>
                    <a:pt x="410685" y="231404"/>
                  </a:lnTo>
                  <a:lnTo>
                    <a:pt x="410461" y="231622"/>
                  </a:lnTo>
                  <a:lnTo>
                    <a:pt x="410298" y="231702"/>
                  </a:lnTo>
                  <a:lnTo>
                    <a:pt x="410144" y="231741"/>
                  </a:lnTo>
                  <a:lnTo>
                    <a:pt x="409785" y="231680"/>
                  </a:lnTo>
                  <a:lnTo>
                    <a:pt x="409232" y="231971"/>
                  </a:lnTo>
                  <a:lnTo>
                    <a:pt x="408769" y="232083"/>
                  </a:lnTo>
                  <a:lnTo>
                    <a:pt x="408681" y="232233"/>
                  </a:lnTo>
                  <a:lnTo>
                    <a:pt x="408854" y="232505"/>
                  </a:lnTo>
                  <a:lnTo>
                    <a:pt x="408956" y="232754"/>
                  </a:lnTo>
                  <a:lnTo>
                    <a:pt x="408999" y="233152"/>
                  </a:lnTo>
                  <a:lnTo>
                    <a:pt x="409120" y="233328"/>
                  </a:lnTo>
                  <a:lnTo>
                    <a:pt x="409339" y="233455"/>
                  </a:lnTo>
                  <a:lnTo>
                    <a:pt x="409610" y="233609"/>
                  </a:lnTo>
                  <a:lnTo>
                    <a:pt x="410334" y="233653"/>
                  </a:lnTo>
                  <a:lnTo>
                    <a:pt x="410911" y="233396"/>
                  </a:lnTo>
                  <a:lnTo>
                    <a:pt x="411205" y="233664"/>
                  </a:lnTo>
                  <a:lnTo>
                    <a:pt x="410997" y="233794"/>
                  </a:lnTo>
                  <a:lnTo>
                    <a:pt x="410820" y="234156"/>
                  </a:lnTo>
                  <a:lnTo>
                    <a:pt x="410608" y="234686"/>
                  </a:lnTo>
                  <a:lnTo>
                    <a:pt x="410582" y="234844"/>
                  </a:lnTo>
                  <a:lnTo>
                    <a:pt x="410603" y="235137"/>
                  </a:lnTo>
                  <a:lnTo>
                    <a:pt x="410912" y="235606"/>
                  </a:lnTo>
                  <a:lnTo>
                    <a:pt x="410790" y="236236"/>
                  </a:lnTo>
                  <a:lnTo>
                    <a:pt x="410550" y="236314"/>
                  </a:lnTo>
                  <a:lnTo>
                    <a:pt x="410320" y="236247"/>
                  </a:lnTo>
                  <a:lnTo>
                    <a:pt x="410086" y="236330"/>
                  </a:lnTo>
                  <a:lnTo>
                    <a:pt x="410138" y="236647"/>
                  </a:lnTo>
                  <a:lnTo>
                    <a:pt x="409881" y="237005"/>
                  </a:lnTo>
                  <a:lnTo>
                    <a:pt x="408951" y="237206"/>
                  </a:lnTo>
                  <a:lnTo>
                    <a:pt x="408544" y="237574"/>
                  </a:lnTo>
                  <a:lnTo>
                    <a:pt x="408675" y="237904"/>
                  </a:lnTo>
                  <a:lnTo>
                    <a:pt x="408661" y="238402"/>
                  </a:lnTo>
                  <a:lnTo>
                    <a:pt x="408440" y="238806"/>
                  </a:lnTo>
                  <a:lnTo>
                    <a:pt x="408205" y="238768"/>
                  </a:lnTo>
                  <a:lnTo>
                    <a:pt x="408048" y="238892"/>
                  </a:lnTo>
                  <a:lnTo>
                    <a:pt x="407872" y="239077"/>
                  </a:lnTo>
                  <a:lnTo>
                    <a:pt x="407609" y="239316"/>
                  </a:lnTo>
                  <a:lnTo>
                    <a:pt x="407235" y="239311"/>
                  </a:lnTo>
                  <a:lnTo>
                    <a:pt x="407055" y="239251"/>
                  </a:lnTo>
                  <a:lnTo>
                    <a:pt x="406901" y="239157"/>
                  </a:lnTo>
                  <a:lnTo>
                    <a:pt x="406288" y="239047"/>
                  </a:lnTo>
                  <a:lnTo>
                    <a:pt x="406137" y="239056"/>
                  </a:lnTo>
                  <a:lnTo>
                    <a:pt x="405853" y="239174"/>
                  </a:lnTo>
                  <a:lnTo>
                    <a:pt x="405615" y="239185"/>
                  </a:lnTo>
                  <a:lnTo>
                    <a:pt x="405151" y="239128"/>
                  </a:lnTo>
                  <a:lnTo>
                    <a:pt x="404911" y="239198"/>
                  </a:lnTo>
                  <a:lnTo>
                    <a:pt x="404525" y="239384"/>
                  </a:lnTo>
                  <a:lnTo>
                    <a:pt x="404451" y="239775"/>
                  </a:lnTo>
                  <a:lnTo>
                    <a:pt x="404585" y="239870"/>
                  </a:lnTo>
                  <a:lnTo>
                    <a:pt x="404819" y="240037"/>
                  </a:lnTo>
                  <a:lnTo>
                    <a:pt x="404995" y="240143"/>
                  </a:lnTo>
                  <a:lnTo>
                    <a:pt x="405337" y="240348"/>
                  </a:lnTo>
                  <a:lnTo>
                    <a:pt x="405503" y="240448"/>
                  </a:lnTo>
                  <a:lnTo>
                    <a:pt x="405839" y="240633"/>
                  </a:lnTo>
                  <a:lnTo>
                    <a:pt x="406144" y="240706"/>
                  </a:lnTo>
                  <a:lnTo>
                    <a:pt x="406541" y="240921"/>
                  </a:lnTo>
                  <a:lnTo>
                    <a:pt x="406785" y="240879"/>
                  </a:lnTo>
                  <a:lnTo>
                    <a:pt x="407244" y="241347"/>
                  </a:lnTo>
                  <a:lnTo>
                    <a:pt x="407251" y="241512"/>
                  </a:lnTo>
                  <a:lnTo>
                    <a:pt x="407440" y="241731"/>
                  </a:lnTo>
                  <a:lnTo>
                    <a:pt x="407688" y="242009"/>
                  </a:lnTo>
                  <a:lnTo>
                    <a:pt x="407870" y="242773"/>
                  </a:lnTo>
                  <a:lnTo>
                    <a:pt x="408181" y="243057"/>
                  </a:lnTo>
                  <a:lnTo>
                    <a:pt x="408052" y="243229"/>
                  </a:lnTo>
                  <a:lnTo>
                    <a:pt x="408252" y="243535"/>
                  </a:lnTo>
                  <a:lnTo>
                    <a:pt x="408836" y="244129"/>
                  </a:lnTo>
                  <a:lnTo>
                    <a:pt x="409000" y="244157"/>
                  </a:lnTo>
                  <a:lnTo>
                    <a:pt x="409182" y="244138"/>
                  </a:lnTo>
                  <a:lnTo>
                    <a:pt x="409437" y="244357"/>
                  </a:lnTo>
                  <a:lnTo>
                    <a:pt x="409626" y="244693"/>
                  </a:lnTo>
                  <a:lnTo>
                    <a:pt x="410191" y="244981"/>
                  </a:lnTo>
                  <a:lnTo>
                    <a:pt x="410598" y="245383"/>
                  </a:lnTo>
                  <a:lnTo>
                    <a:pt x="410989" y="245608"/>
                  </a:lnTo>
                  <a:lnTo>
                    <a:pt x="411131" y="245615"/>
                  </a:lnTo>
                  <a:lnTo>
                    <a:pt x="411248" y="245883"/>
                  </a:lnTo>
                  <a:lnTo>
                    <a:pt x="411520" y="246145"/>
                  </a:lnTo>
                  <a:lnTo>
                    <a:pt x="411914" y="246524"/>
                  </a:lnTo>
                  <a:lnTo>
                    <a:pt x="412258" y="246582"/>
                  </a:lnTo>
                  <a:lnTo>
                    <a:pt x="412648" y="246871"/>
                  </a:lnTo>
                  <a:lnTo>
                    <a:pt x="412916" y="246951"/>
                  </a:lnTo>
                  <a:lnTo>
                    <a:pt x="412935" y="247094"/>
                  </a:lnTo>
                  <a:lnTo>
                    <a:pt x="413013" y="247227"/>
                  </a:lnTo>
                  <a:lnTo>
                    <a:pt x="413061" y="247426"/>
                  </a:lnTo>
                  <a:lnTo>
                    <a:pt x="413153" y="247571"/>
                  </a:lnTo>
                  <a:lnTo>
                    <a:pt x="413710" y="247688"/>
                  </a:lnTo>
                  <a:lnTo>
                    <a:pt x="413862" y="247542"/>
                  </a:lnTo>
                  <a:lnTo>
                    <a:pt x="414036" y="247244"/>
                  </a:lnTo>
                  <a:lnTo>
                    <a:pt x="414311" y="247272"/>
                  </a:lnTo>
                  <a:lnTo>
                    <a:pt x="414600" y="247293"/>
                  </a:lnTo>
                  <a:lnTo>
                    <a:pt x="415263" y="247991"/>
                  </a:lnTo>
                  <a:lnTo>
                    <a:pt x="415397" y="248499"/>
                  </a:lnTo>
                  <a:lnTo>
                    <a:pt x="415867" y="249138"/>
                  </a:lnTo>
                  <a:lnTo>
                    <a:pt x="415952" y="249511"/>
                  </a:lnTo>
                  <a:lnTo>
                    <a:pt x="416403" y="249529"/>
                  </a:lnTo>
                  <a:lnTo>
                    <a:pt x="416870" y="249165"/>
                  </a:lnTo>
                  <a:lnTo>
                    <a:pt x="417336" y="248864"/>
                  </a:lnTo>
                  <a:lnTo>
                    <a:pt x="417696" y="248721"/>
                  </a:lnTo>
                  <a:lnTo>
                    <a:pt x="417894" y="248655"/>
                  </a:lnTo>
                  <a:lnTo>
                    <a:pt x="419000" y="248797"/>
                  </a:lnTo>
                  <a:lnTo>
                    <a:pt x="419280" y="248666"/>
                  </a:lnTo>
                  <a:lnTo>
                    <a:pt x="419462" y="248484"/>
                  </a:lnTo>
                  <a:lnTo>
                    <a:pt x="419728" y="248271"/>
                  </a:lnTo>
                  <a:lnTo>
                    <a:pt x="420041" y="248004"/>
                  </a:lnTo>
                  <a:lnTo>
                    <a:pt x="420201" y="247899"/>
                  </a:lnTo>
                  <a:lnTo>
                    <a:pt x="420456" y="247710"/>
                  </a:lnTo>
                  <a:lnTo>
                    <a:pt x="420590" y="247548"/>
                  </a:lnTo>
                  <a:lnTo>
                    <a:pt x="420750" y="247506"/>
                  </a:lnTo>
                  <a:lnTo>
                    <a:pt x="421057" y="247496"/>
                  </a:lnTo>
                  <a:lnTo>
                    <a:pt x="421303" y="247449"/>
                  </a:lnTo>
                  <a:lnTo>
                    <a:pt x="421691" y="247297"/>
                  </a:lnTo>
                  <a:lnTo>
                    <a:pt x="421862" y="247140"/>
                  </a:lnTo>
                  <a:lnTo>
                    <a:pt x="422424" y="246928"/>
                  </a:lnTo>
                  <a:lnTo>
                    <a:pt x="422587" y="246900"/>
                  </a:lnTo>
                  <a:lnTo>
                    <a:pt x="422859" y="246773"/>
                  </a:lnTo>
                  <a:lnTo>
                    <a:pt x="422988" y="246791"/>
                  </a:lnTo>
                  <a:lnTo>
                    <a:pt x="423284" y="246624"/>
                  </a:lnTo>
                  <a:lnTo>
                    <a:pt x="423462" y="246584"/>
                  </a:lnTo>
                  <a:lnTo>
                    <a:pt x="423700" y="246773"/>
                  </a:lnTo>
                  <a:lnTo>
                    <a:pt x="423634" y="247061"/>
                  </a:lnTo>
                  <a:lnTo>
                    <a:pt x="423852" y="247413"/>
                  </a:lnTo>
                  <a:lnTo>
                    <a:pt x="424085" y="247464"/>
                  </a:lnTo>
                  <a:lnTo>
                    <a:pt x="424547" y="247252"/>
                  </a:lnTo>
                  <a:lnTo>
                    <a:pt x="424699" y="247173"/>
                  </a:lnTo>
                  <a:lnTo>
                    <a:pt x="424956" y="247055"/>
                  </a:lnTo>
                  <a:lnTo>
                    <a:pt x="425174" y="247021"/>
                  </a:lnTo>
                  <a:lnTo>
                    <a:pt x="425326" y="246958"/>
                  </a:lnTo>
                  <a:lnTo>
                    <a:pt x="425564" y="246702"/>
                  </a:lnTo>
                  <a:lnTo>
                    <a:pt x="425650" y="246570"/>
                  </a:lnTo>
                  <a:lnTo>
                    <a:pt x="425843" y="246668"/>
                  </a:lnTo>
                  <a:lnTo>
                    <a:pt x="426168" y="246647"/>
                  </a:lnTo>
                  <a:lnTo>
                    <a:pt x="426418" y="246724"/>
                  </a:lnTo>
                  <a:lnTo>
                    <a:pt x="426687" y="246751"/>
                  </a:lnTo>
                  <a:lnTo>
                    <a:pt x="426848" y="246714"/>
                  </a:lnTo>
                  <a:lnTo>
                    <a:pt x="427552" y="246663"/>
                  </a:lnTo>
                  <a:lnTo>
                    <a:pt x="428010" y="246583"/>
                  </a:lnTo>
                  <a:lnTo>
                    <a:pt x="428207" y="246587"/>
                  </a:lnTo>
                  <a:lnTo>
                    <a:pt x="428480" y="246450"/>
                  </a:lnTo>
                  <a:lnTo>
                    <a:pt x="428655" y="246430"/>
                  </a:lnTo>
                  <a:lnTo>
                    <a:pt x="428788" y="246381"/>
                  </a:lnTo>
                  <a:lnTo>
                    <a:pt x="429067" y="246276"/>
                  </a:lnTo>
                  <a:lnTo>
                    <a:pt x="429219" y="246146"/>
                  </a:lnTo>
                  <a:lnTo>
                    <a:pt x="429514" y="246046"/>
                  </a:lnTo>
                  <a:lnTo>
                    <a:pt x="429489" y="245749"/>
                  </a:lnTo>
                  <a:lnTo>
                    <a:pt x="429506" y="245551"/>
                  </a:lnTo>
                  <a:lnTo>
                    <a:pt x="429658" y="245131"/>
                  </a:lnTo>
                  <a:lnTo>
                    <a:pt x="429812" y="244980"/>
                  </a:lnTo>
                  <a:lnTo>
                    <a:pt x="430526" y="244818"/>
                  </a:lnTo>
                  <a:lnTo>
                    <a:pt x="430728" y="244785"/>
                  </a:lnTo>
                  <a:lnTo>
                    <a:pt x="430678" y="244263"/>
                  </a:lnTo>
                  <a:lnTo>
                    <a:pt x="430447" y="244273"/>
                  </a:lnTo>
                  <a:lnTo>
                    <a:pt x="430166" y="244299"/>
                  </a:lnTo>
                  <a:lnTo>
                    <a:pt x="430156" y="243865"/>
                  </a:lnTo>
                  <a:lnTo>
                    <a:pt x="430404" y="243477"/>
                  </a:lnTo>
                  <a:lnTo>
                    <a:pt x="431019" y="242967"/>
                  </a:lnTo>
                  <a:lnTo>
                    <a:pt x="431298" y="242473"/>
                  </a:lnTo>
                  <a:lnTo>
                    <a:pt x="431670" y="242752"/>
                  </a:lnTo>
                  <a:lnTo>
                    <a:pt x="431873" y="242771"/>
                  </a:lnTo>
                  <a:lnTo>
                    <a:pt x="431957" y="242484"/>
                  </a:lnTo>
                  <a:lnTo>
                    <a:pt x="432203" y="241929"/>
                  </a:lnTo>
                  <a:lnTo>
                    <a:pt x="432346" y="241820"/>
                  </a:lnTo>
                  <a:lnTo>
                    <a:pt x="432548" y="241667"/>
                  </a:lnTo>
                  <a:lnTo>
                    <a:pt x="432581" y="241508"/>
                  </a:lnTo>
                  <a:lnTo>
                    <a:pt x="433172" y="240622"/>
                  </a:lnTo>
                  <a:lnTo>
                    <a:pt x="433120" y="240455"/>
                  </a:lnTo>
                  <a:lnTo>
                    <a:pt x="433204" y="239700"/>
                  </a:lnTo>
                  <a:lnTo>
                    <a:pt x="433465" y="238745"/>
                  </a:lnTo>
                  <a:lnTo>
                    <a:pt x="433823" y="238682"/>
                  </a:lnTo>
                  <a:lnTo>
                    <a:pt x="434550" y="238675"/>
                  </a:lnTo>
                  <a:lnTo>
                    <a:pt x="435318" y="238198"/>
                  </a:lnTo>
                  <a:lnTo>
                    <a:pt x="436317" y="237051"/>
                  </a:lnTo>
                  <a:lnTo>
                    <a:pt x="436707" y="237082"/>
                  </a:lnTo>
                  <a:lnTo>
                    <a:pt x="436879" y="237085"/>
                  </a:lnTo>
                  <a:lnTo>
                    <a:pt x="437747" y="237736"/>
                  </a:lnTo>
                  <a:lnTo>
                    <a:pt x="438085" y="237698"/>
                  </a:lnTo>
                  <a:lnTo>
                    <a:pt x="438408" y="237858"/>
                  </a:lnTo>
                  <a:lnTo>
                    <a:pt x="438779" y="237913"/>
                  </a:lnTo>
                  <a:lnTo>
                    <a:pt x="439737" y="238466"/>
                  </a:lnTo>
                  <a:lnTo>
                    <a:pt x="440555" y="238621"/>
                  </a:lnTo>
                  <a:lnTo>
                    <a:pt x="441660" y="238646"/>
                  </a:lnTo>
                  <a:lnTo>
                    <a:pt x="441846" y="238616"/>
                  </a:lnTo>
                  <a:lnTo>
                    <a:pt x="441957" y="238806"/>
                  </a:lnTo>
                  <a:lnTo>
                    <a:pt x="442239" y="239232"/>
                  </a:lnTo>
                  <a:lnTo>
                    <a:pt x="442166" y="239828"/>
                  </a:lnTo>
                  <a:lnTo>
                    <a:pt x="442288" y="242084"/>
                  </a:lnTo>
                  <a:lnTo>
                    <a:pt x="442677" y="242151"/>
                  </a:lnTo>
                  <a:lnTo>
                    <a:pt x="443155" y="242214"/>
                  </a:lnTo>
                  <a:lnTo>
                    <a:pt x="443398" y="242261"/>
                  </a:lnTo>
                  <a:lnTo>
                    <a:pt x="443531" y="242331"/>
                  </a:lnTo>
                  <a:lnTo>
                    <a:pt x="443775" y="242282"/>
                  </a:lnTo>
                  <a:lnTo>
                    <a:pt x="444603" y="241531"/>
                  </a:lnTo>
                  <a:lnTo>
                    <a:pt x="444884" y="241585"/>
                  </a:lnTo>
                  <a:lnTo>
                    <a:pt x="445589" y="241877"/>
                  </a:lnTo>
                  <a:lnTo>
                    <a:pt x="445816" y="242009"/>
                  </a:lnTo>
                  <a:lnTo>
                    <a:pt x="445866" y="242182"/>
                  </a:lnTo>
                  <a:lnTo>
                    <a:pt x="445797" y="242526"/>
                  </a:lnTo>
                  <a:lnTo>
                    <a:pt x="446044" y="243107"/>
                  </a:lnTo>
                  <a:lnTo>
                    <a:pt x="446264" y="243389"/>
                  </a:lnTo>
                  <a:lnTo>
                    <a:pt x="446324" y="243629"/>
                  </a:lnTo>
                  <a:lnTo>
                    <a:pt x="446297" y="244119"/>
                  </a:lnTo>
                  <a:lnTo>
                    <a:pt x="446327" y="244266"/>
                  </a:lnTo>
                  <a:lnTo>
                    <a:pt x="446441" y="244554"/>
                  </a:lnTo>
                  <a:lnTo>
                    <a:pt x="446253" y="245352"/>
                  </a:lnTo>
                  <a:lnTo>
                    <a:pt x="445788" y="245892"/>
                  </a:lnTo>
                  <a:lnTo>
                    <a:pt x="445550" y="246139"/>
                  </a:lnTo>
                  <a:lnTo>
                    <a:pt x="445249" y="246036"/>
                  </a:lnTo>
                  <a:lnTo>
                    <a:pt x="445111" y="246019"/>
                  </a:lnTo>
                  <a:lnTo>
                    <a:pt x="444625" y="246433"/>
                  </a:lnTo>
                  <a:lnTo>
                    <a:pt x="444312" y="246867"/>
                  </a:lnTo>
                  <a:lnTo>
                    <a:pt x="444323" y="247166"/>
                  </a:lnTo>
                  <a:lnTo>
                    <a:pt x="444675" y="247864"/>
                  </a:lnTo>
                  <a:lnTo>
                    <a:pt x="444743" y="248389"/>
                  </a:lnTo>
                  <a:lnTo>
                    <a:pt x="444891" y="248698"/>
                  </a:lnTo>
                  <a:lnTo>
                    <a:pt x="444893" y="249241"/>
                  </a:lnTo>
                  <a:lnTo>
                    <a:pt x="444976" y="249406"/>
                  </a:lnTo>
                  <a:lnTo>
                    <a:pt x="444980" y="249568"/>
                  </a:lnTo>
                  <a:lnTo>
                    <a:pt x="444814" y="249809"/>
                  </a:lnTo>
                  <a:lnTo>
                    <a:pt x="444720" y="249945"/>
                  </a:lnTo>
                  <a:lnTo>
                    <a:pt x="444508" y="250175"/>
                  </a:lnTo>
                  <a:lnTo>
                    <a:pt x="444792" y="250418"/>
                  </a:lnTo>
                  <a:lnTo>
                    <a:pt x="445019" y="250276"/>
                  </a:lnTo>
                  <a:lnTo>
                    <a:pt x="445458" y="250269"/>
                  </a:lnTo>
                  <a:lnTo>
                    <a:pt x="445550" y="250545"/>
                  </a:lnTo>
                  <a:lnTo>
                    <a:pt x="445791" y="250626"/>
                  </a:lnTo>
                  <a:lnTo>
                    <a:pt x="445929" y="250672"/>
                  </a:lnTo>
                  <a:lnTo>
                    <a:pt x="446220" y="250712"/>
                  </a:lnTo>
                  <a:lnTo>
                    <a:pt x="446478" y="250746"/>
                  </a:lnTo>
                  <a:lnTo>
                    <a:pt x="447103" y="250581"/>
                  </a:lnTo>
                  <a:lnTo>
                    <a:pt x="447743" y="250633"/>
                  </a:lnTo>
                  <a:lnTo>
                    <a:pt x="447719" y="250986"/>
                  </a:lnTo>
                  <a:lnTo>
                    <a:pt x="447148" y="251036"/>
                  </a:lnTo>
                  <a:lnTo>
                    <a:pt x="446978" y="251072"/>
                  </a:lnTo>
                  <a:lnTo>
                    <a:pt x="446699" y="251131"/>
                  </a:lnTo>
                  <a:lnTo>
                    <a:pt x="446568" y="251196"/>
                  </a:lnTo>
                  <a:lnTo>
                    <a:pt x="446569" y="251341"/>
                  </a:lnTo>
                  <a:lnTo>
                    <a:pt x="446606" y="251555"/>
                  </a:lnTo>
                  <a:lnTo>
                    <a:pt x="446508" y="251697"/>
                  </a:lnTo>
                  <a:lnTo>
                    <a:pt x="446142" y="251685"/>
                  </a:lnTo>
                  <a:lnTo>
                    <a:pt x="445968" y="251856"/>
                  </a:lnTo>
                  <a:lnTo>
                    <a:pt x="446043" y="252171"/>
                  </a:lnTo>
                  <a:lnTo>
                    <a:pt x="446036" y="252310"/>
                  </a:lnTo>
                  <a:lnTo>
                    <a:pt x="446346" y="252724"/>
                  </a:lnTo>
                  <a:lnTo>
                    <a:pt x="446475" y="252804"/>
                  </a:lnTo>
                  <a:lnTo>
                    <a:pt x="446810" y="253154"/>
                  </a:lnTo>
                  <a:lnTo>
                    <a:pt x="446671" y="253433"/>
                  </a:lnTo>
                  <a:lnTo>
                    <a:pt x="446686" y="253701"/>
                  </a:lnTo>
                  <a:lnTo>
                    <a:pt x="446828" y="253926"/>
                  </a:lnTo>
                  <a:lnTo>
                    <a:pt x="446825" y="254070"/>
                  </a:lnTo>
                  <a:lnTo>
                    <a:pt x="446583" y="254156"/>
                  </a:lnTo>
                  <a:lnTo>
                    <a:pt x="446543" y="254387"/>
                  </a:lnTo>
                  <a:lnTo>
                    <a:pt x="446614" y="254579"/>
                  </a:lnTo>
                  <a:lnTo>
                    <a:pt x="446711" y="254855"/>
                  </a:lnTo>
                  <a:lnTo>
                    <a:pt x="446737" y="255009"/>
                  </a:lnTo>
                  <a:lnTo>
                    <a:pt x="446734" y="255231"/>
                  </a:lnTo>
                  <a:lnTo>
                    <a:pt x="446683" y="255481"/>
                  </a:lnTo>
                  <a:lnTo>
                    <a:pt x="446675" y="255825"/>
                  </a:lnTo>
                  <a:lnTo>
                    <a:pt x="446920" y="255892"/>
                  </a:lnTo>
                  <a:lnTo>
                    <a:pt x="447309" y="255940"/>
                  </a:lnTo>
                  <a:lnTo>
                    <a:pt x="447292" y="256254"/>
                  </a:lnTo>
                  <a:lnTo>
                    <a:pt x="447154" y="256545"/>
                  </a:lnTo>
                  <a:lnTo>
                    <a:pt x="447107" y="257066"/>
                  </a:lnTo>
                  <a:lnTo>
                    <a:pt x="447333" y="257666"/>
                  </a:lnTo>
                  <a:lnTo>
                    <a:pt x="447455" y="258086"/>
                  </a:lnTo>
                  <a:lnTo>
                    <a:pt x="447460" y="258224"/>
                  </a:lnTo>
                  <a:lnTo>
                    <a:pt x="447467" y="258411"/>
                  </a:lnTo>
                  <a:lnTo>
                    <a:pt x="447463" y="258733"/>
                  </a:lnTo>
                  <a:lnTo>
                    <a:pt x="447348" y="259054"/>
                  </a:lnTo>
                  <a:lnTo>
                    <a:pt x="447276" y="259257"/>
                  </a:lnTo>
                  <a:lnTo>
                    <a:pt x="447061" y="259782"/>
                  </a:lnTo>
                  <a:lnTo>
                    <a:pt x="447228" y="259999"/>
                  </a:lnTo>
                  <a:lnTo>
                    <a:pt x="447307" y="260489"/>
                  </a:lnTo>
                  <a:lnTo>
                    <a:pt x="447229" y="260717"/>
                  </a:lnTo>
                  <a:lnTo>
                    <a:pt x="446939" y="260908"/>
                  </a:lnTo>
                  <a:lnTo>
                    <a:pt x="446558" y="261220"/>
                  </a:lnTo>
                  <a:lnTo>
                    <a:pt x="446093" y="261656"/>
                  </a:lnTo>
                  <a:lnTo>
                    <a:pt x="445962" y="261778"/>
                  </a:lnTo>
                  <a:lnTo>
                    <a:pt x="445416" y="261968"/>
                  </a:lnTo>
                  <a:lnTo>
                    <a:pt x="444718" y="262597"/>
                  </a:lnTo>
                  <a:lnTo>
                    <a:pt x="444861" y="262759"/>
                  </a:lnTo>
                  <a:lnTo>
                    <a:pt x="444818" y="263034"/>
                  </a:lnTo>
                  <a:lnTo>
                    <a:pt x="444759" y="263185"/>
                  </a:lnTo>
                  <a:lnTo>
                    <a:pt x="444640" y="263492"/>
                  </a:lnTo>
                  <a:lnTo>
                    <a:pt x="444565" y="263684"/>
                  </a:lnTo>
                  <a:lnTo>
                    <a:pt x="444327" y="264070"/>
                  </a:lnTo>
                  <a:lnTo>
                    <a:pt x="444492" y="264107"/>
                  </a:lnTo>
                  <a:lnTo>
                    <a:pt x="444806" y="263934"/>
                  </a:lnTo>
                  <a:lnTo>
                    <a:pt x="444972" y="264009"/>
                  </a:lnTo>
                  <a:lnTo>
                    <a:pt x="445140" y="264455"/>
                  </a:lnTo>
                  <a:lnTo>
                    <a:pt x="445238" y="264630"/>
                  </a:lnTo>
                  <a:lnTo>
                    <a:pt x="445391" y="264969"/>
                  </a:lnTo>
                  <a:lnTo>
                    <a:pt x="445425" y="265406"/>
                  </a:lnTo>
                  <a:lnTo>
                    <a:pt x="445286" y="265658"/>
                  </a:lnTo>
                  <a:lnTo>
                    <a:pt x="445176" y="265856"/>
                  </a:lnTo>
                  <a:lnTo>
                    <a:pt x="444760" y="266502"/>
                  </a:lnTo>
                  <a:lnTo>
                    <a:pt x="444381" y="266831"/>
                  </a:lnTo>
                  <a:lnTo>
                    <a:pt x="444389" y="266982"/>
                  </a:lnTo>
                  <a:lnTo>
                    <a:pt x="444296" y="267191"/>
                  </a:lnTo>
                  <a:lnTo>
                    <a:pt x="444444" y="267480"/>
                  </a:lnTo>
                  <a:lnTo>
                    <a:pt x="444483" y="267703"/>
                  </a:lnTo>
                  <a:lnTo>
                    <a:pt x="444335" y="268017"/>
                  </a:lnTo>
                  <a:lnTo>
                    <a:pt x="444102" y="268513"/>
                  </a:lnTo>
                  <a:lnTo>
                    <a:pt x="443905" y="268826"/>
                  </a:lnTo>
                  <a:lnTo>
                    <a:pt x="443991" y="268970"/>
                  </a:lnTo>
                  <a:lnTo>
                    <a:pt x="444257" y="269189"/>
                  </a:lnTo>
                  <a:lnTo>
                    <a:pt x="444122" y="269593"/>
                  </a:lnTo>
                  <a:lnTo>
                    <a:pt x="443978" y="269846"/>
                  </a:lnTo>
                  <a:lnTo>
                    <a:pt x="443853" y="270065"/>
                  </a:lnTo>
                  <a:lnTo>
                    <a:pt x="443555" y="270590"/>
                  </a:lnTo>
                  <a:lnTo>
                    <a:pt x="443397" y="270869"/>
                  </a:lnTo>
                  <a:lnTo>
                    <a:pt x="442562" y="271757"/>
                  </a:lnTo>
                  <a:lnTo>
                    <a:pt x="442524" y="272096"/>
                  </a:lnTo>
                  <a:lnTo>
                    <a:pt x="442207" y="272425"/>
                  </a:lnTo>
                  <a:lnTo>
                    <a:pt x="442029" y="272303"/>
                  </a:lnTo>
                  <a:lnTo>
                    <a:pt x="442103" y="271934"/>
                  </a:lnTo>
                  <a:lnTo>
                    <a:pt x="442111" y="271384"/>
                  </a:lnTo>
                  <a:lnTo>
                    <a:pt x="442054" y="271161"/>
                  </a:lnTo>
                  <a:lnTo>
                    <a:pt x="441699" y="271116"/>
                  </a:lnTo>
                  <a:lnTo>
                    <a:pt x="441581" y="270962"/>
                  </a:lnTo>
                  <a:lnTo>
                    <a:pt x="441528" y="270748"/>
                  </a:lnTo>
                  <a:lnTo>
                    <a:pt x="441435" y="270578"/>
                  </a:lnTo>
                  <a:lnTo>
                    <a:pt x="441250" y="270443"/>
                  </a:lnTo>
                  <a:lnTo>
                    <a:pt x="441122" y="270524"/>
                  </a:lnTo>
                  <a:lnTo>
                    <a:pt x="440743" y="270717"/>
                  </a:lnTo>
                  <a:lnTo>
                    <a:pt x="440637" y="270471"/>
                  </a:lnTo>
                  <a:lnTo>
                    <a:pt x="440094" y="270169"/>
                  </a:lnTo>
                  <a:lnTo>
                    <a:pt x="439761" y="270146"/>
                  </a:lnTo>
                  <a:lnTo>
                    <a:pt x="439584" y="270134"/>
                  </a:lnTo>
                  <a:lnTo>
                    <a:pt x="439380" y="270120"/>
                  </a:lnTo>
                  <a:lnTo>
                    <a:pt x="438986" y="270170"/>
                  </a:lnTo>
                  <a:lnTo>
                    <a:pt x="438652" y="270342"/>
                  </a:lnTo>
                  <a:lnTo>
                    <a:pt x="438442" y="270445"/>
                  </a:lnTo>
                  <a:lnTo>
                    <a:pt x="438080" y="270023"/>
                  </a:lnTo>
                  <a:lnTo>
                    <a:pt x="437753" y="270017"/>
                  </a:lnTo>
                  <a:lnTo>
                    <a:pt x="437478" y="269998"/>
                  </a:lnTo>
                  <a:lnTo>
                    <a:pt x="437318" y="269987"/>
                  </a:lnTo>
                  <a:lnTo>
                    <a:pt x="436959" y="270319"/>
                  </a:lnTo>
                  <a:lnTo>
                    <a:pt x="436720" y="270540"/>
                  </a:lnTo>
                  <a:lnTo>
                    <a:pt x="436485" y="270564"/>
                  </a:lnTo>
                  <a:lnTo>
                    <a:pt x="436353" y="271056"/>
                  </a:lnTo>
                  <a:lnTo>
                    <a:pt x="436132" y="271148"/>
                  </a:lnTo>
                  <a:lnTo>
                    <a:pt x="436082" y="271018"/>
                  </a:lnTo>
                  <a:lnTo>
                    <a:pt x="435863" y="270889"/>
                  </a:lnTo>
                  <a:lnTo>
                    <a:pt x="435519" y="271125"/>
                  </a:lnTo>
                  <a:lnTo>
                    <a:pt x="434852" y="271804"/>
                  </a:lnTo>
                  <a:lnTo>
                    <a:pt x="434580" y="272017"/>
                  </a:lnTo>
                  <a:lnTo>
                    <a:pt x="434343" y="272202"/>
                  </a:lnTo>
                  <a:lnTo>
                    <a:pt x="434125" y="272372"/>
                  </a:lnTo>
                  <a:lnTo>
                    <a:pt x="433890" y="272556"/>
                  </a:lnTo>
                  <a:lnTo>
                    <a:pt x="432798" y="272963"/>
                  </a:lnTo>
                  <a:lnTo>
                    <a:pt x="432644" y="273005"/>
                  </a:lnTo>
                  <a:lnTo>
                    <a:pt x="432377" y="273313"/>
                  </a:lnTo>
                  <a:lnTo>
                    <a:pt x="432096" y="273451"/>
                  </a:lnTo>
                  <a:lnTo>
                    <a:pt x="431873" y="273561"/>
                  </a:lnTo>
                  <a:lnTo>
                    <a:pt x="431746" y="273760"/>
                  </a:lnTo>
                  <a:lnTo>
                    <a:pt x="431642" y="273923"/>
                  </a:lnTo>
                  <a:lnTo>
                    <a:pt x="431517" y="274118"/>
                  </a:lnTo>
                  <a:lnTo>
                    <a:pt x="431192" y="274235"/>
                  </a:lnTo>
                  <a:lnTo>
                    <a:pt x="431046" y="274288"/>
                  </a:lnTo>
                  <a:lnTo>
                    <a:pt x="430892" y="274343"/>
                  </a:lnTo>
                  <a:lnTo>
                    <a:pt x="430498" y="274649"/>
                  </a:lnTo>
                  <a:lnTo>
                    <a:pt x="430435" y="274832"/>
                  </a:lnTo>
                  <a:lnTo>
                    <a:pt x="430352" y="275071"/>
                  </a:lnTo>
                  <a:lnTo>
                    <a:pt x="430008" y="275563"/>
                  </a:lnTo>
                  <a:lnTo>
                    <a:pt x="429765" y="275545"/>
                  </a:lnTo>
                  <a:lnTo>
                    <a:pt x="429646" y="275807"/>
                  </a:lnTo>
                  <a:lnTo>
                    <a:pt x="429466" y="275893"/>
                  </a:lnTo>
                  <a:lnTo>
                    <a:pt x="428633" y="276100"/>
                  </a:lnTo>
                  <a:lnTo>
                    <a:pt x="428034" y="275662"/>
                  </a:lnTo>
                  <a:lnTo>
                    <a:pt x="428006" y="275432"/>
                  </a:lnTo>
                  <a:lnTo>
                    <a:pt x="427994" y="274911"/>
                  </a:lnTo>
                  <a:lnTo>
                    <a:pt x="428017" y="274483"/>
                  </a:lnTo>
                  <a:lnTo>
                    <a:pt x="428011" y="274164"/>
                  </a:lnTo>
                  <a:lnTo>
                    <a:pt x="427890" y="273956"/>
                  </a:lnTo>
                  <a:lnTo>
                    <a:pt x="427462" y="273731"/>
                  </a:lnTo>
                  <a:lnTo>
                    <a:pt x="427117" y="273573"/>
                  </a:lnTo>
                  <a:lnTo>
                    <a:pt x="426790" y="273263"/>
                  </a:lnTo>
                  <a:lnTo>
                    <a:pt x="426112" y="273228"/>
                  </a:lnTo>
                  <a:lnTo>
                    <a:pt x="425954" y="273606"/>
                  </a:lnTo>
                  <a:lnTo>
                    <a:pt x="425187" y="274846"/>
                  </a:lnTo>
                  <a:lnTo>
                    <a:pt x="424666" y="274924"/>
                  </a:lnTo>
                  <a:lnTo>
                    <a:pt x="424479" y="274842"/>
                  </a:lnTo>
                  <a:lnTo>
                    <a:pt x="424267" y="274179"/>
                  </a:lnTo>
                  <a:lnTo>
                    <a:pt x="423717" y="273564"/>
                  </a:lnTo>
                  <a:lnTo>
                    <a:pt x="423530" y="273635"/>
                  </a:lnTo>
                  <a:lnTo>
                    <a:pt x="423308" y="273937"/>
                  </a:lnTo>
                  <a:lnTo>
                    <a:pt x="422934" y="273996"/>
                  </a:lnTo>
                  <a:lnTo>
                    <a:pt x="422785" y="273996"/>
                  </a:lnTo>
                  <a:lnTo>
                    <a:pt x="422479" y="273744"/>
                  </a:lnTo>
                  <a:lnTo>
                    <a:pt x="421778" y="273900"/>
                  </a:lnTo>
                  <a:lnTo>
                    <a:pt x="420961" y="274198"/>
                  </a:lnTo>
                  <a:lnTo>
                    <a:pt x="420469" y="274857"/>
                  </a:lnTo>
                  <a:lnTo>
                    <a:pt x="419981" y="274892"/>
                  </a:lnTo>
                  <a:lnTo>
                    <a:pt x="419839" y="274886"/>
                  </a:lnTo>
                  <a:lnTo>
                    <a:pt x="419630" y="274748"/>
                  </a:lnTo>
                  <a:lnTo>
                    <a:pt x="419464" y="274689"/>
                  </a:lnTo>
                  <a:lnTo>
                    <a:pt x="418637" y="274859"/>
                  </a:lnTo>
                  <a:lnTo>
                    <a:pt x="417706" y="275413"/>
                  </a:lnTo>
                  <a:lnTo>
                    <a:pt x="417516" y="275294"/>
                  </a:lnTo>
                  <a:lnTo>
                    <a:pt x="416833" y="274918"/>
                  </a:lnTo>
                  <a:lnTo>
                    <a:pt x="416573" y="274707"/>
                  </a:lnTo>
                  <a:lnTo>
                    <a:pt x="416203" y="274317"/>
                  </a:lnTo>
                  <a:lnTo>
                    <a:pt x="415974" y="274202"/>
                  </a:lnTo>
                  <a:lnTo>
                    <a:pt x="415756" y="274228"/>
                  </a:lnTo>
                  <a:lnTo>
                    <a:pt x="415597" y="274274"/>
                  </a:lnTo>
                  <a:lnTo>
                    <a:pt x="414859" y="274342"/>
                  </a:lnTo>
                  <a:lnTo>
                    <a:pt x="414763" y="274556"/>
                  </a:lnTo>
                  <a:lnTo>
                    <a:pt x="414633" y="274486"/>
                  </a:lnTo>
                  <a:lnTo>
                    <a:pt x="414721" y="274226"/>
                  </a:lnTo>
                  <a:lnTo>
                    <a:pt x="414636" y="273967"/>
                  </a:lnTo>
                  <a:lnTo>
                    <a:pt x="414295" y="273592"/>
                  </a:lnTo>
                  <a:lnTo>
                    <a:pt x="414106" y="273421"/>
                  </a:lnTo>
                  <a:lnTo>
                    <a:pt x="413341" y="271629"/>
                  </a:lnTo>
                  <a:lnTo>
                    <a:pt x="413365" y="271445"/>
                  </a:lnTo>
                  <a:lnTo>
                    <a:pt x="413271" y="270954"/>
                  </a:lnTo>
                  <a:lnTo>
                    <a:pt x="413006" y="271040"/>
                  </a:lnTo>
                  <a:lnTo>
                    <a:pt x="412784" y="270914"/>
                  </a:lnTo>
                  <a:lnTo>
                    <a:pt x="412557" y="270791"/>
                  </a:lnTo>
                  <a:lnTo>
                    <a:pt x="412847" y="270249"/>
                  </a:lnTo>
                  <a:lnTo>
                    <a:pt x="412348" y="270317"/>
                  </a:lnTo>
                  <a:lnTo>
                    <a:pt x="411263" y="270002"/>
                  </a:lnTo>
                  <a:lnTo>
                    <a:pt x="410102" y="269593"/>
                  </a:lnTo>
                  <a:lnTo>
                    <a:pt x="410051" y="269423"/>
                  </a:lnTo>
                  <a:lnTo>
                    <a:pt x="409923" y="269280"/>
                  </a:lnTo>
                  <a:lnTo>
                    <a:pt x="409396" y="269253"/>
                  </a:lnTo>
                  <a:lnTo>
                    <a:pt x="409070" y="268662"/>
                  </a:lnTo>
                  <a:lnTo>
                    <a:pt x="408811" y="268278"/>
                  </a:lnTo>
                  <a:lnTo>
                    <a:pt x="408581" y="268086"/>
                  </a:lnTo>
                  <a:lnTo>
                    <a:pt x="408167" y="268011"/>
                  </a:lnTo>
                  <a:lnTo>
                    <a:pt x="407901" y="267848"/>
                  </a:lnTo>
                  <a:lnTo>
                    <a:pt x="407643" y="267837"/>
                  </a:lnTo>
                  <a:lnTo>
                    <a:pt x="407419" y="267942"/>
                  </a:lnTo>
                  <a:lnTo>
                    <a:pt x="407285" y="267800"/>
                  </a:lnTo>
                  <a:lnTo>
                    <a:pt x="407084" y="267620"/>
                  </a:lnTo>
                  <a:lnTo>
                    <a:pt x="406952" y="267683"/>
                  </a:lnTo>
                  <a:lnTo>
                    <a:pt x="406482" y="267819"/>
                  </a:lnTo>
                  <a:lnTo>
                    <a:pt x="406286" y="268178"/>
                  </a:lnTo>
                  <a:lnTo>
                    <a:pt x="406096" y="268540"/>
                  </a:lnTo>
                  <a:lnTo>
                    <a:pt x="405980" y="268990"/>
                  </a:lnTo>
                  <a:lnTo>
                    <a:pt x="406213" y="269178"/>
                  </a:lnTo>
                  <a:lnTo>
                    <a:pt x="406214" y="269354"/>
                  </a:lnTo>
                  <a:lnTo>
                    <a:pt x="405962" y="269544"/>
                  </a:lnTo>
                  <a:lnTo>
                    <a:pt x="405420" y="270465"/>
                  </a:lnTo>
                  <a:lnTo>
                    <a:pt x="404959" y="270653"/>
                  </a:lnTo>
                  <a:lnTo>
                    <a:pt x="404782" y="270806"/>
                  </a:lnTo>
                  <a:lnTo>
                    <a:pt x="404536" y="271048"/>
                  </a:lnTo>
                  <a:lnTo>
                    <a:pt x="404471" y="271430"/>
                  </a:lnTo>
                  <a:lnTo>
                    <a:pt x="403972" y="272343"/>
                  </a:lnTo>
                  <a:lnTo>
                    <a:pt x="403163" y="272965"/>
                  </a:lnTo>
                  <a:lnTo>
                    <a:pt x="403032" y="273015"/>
                  </a:lnTo>
                  <a:lnTo>
                    <a:pt x="402698" y="273321"/>
                  </a:lnTo>
                  <a:lnTo>
                    <a:pt x="402433" y="273762"/>
                  </a:lnTo>
                  <a:lnTo>
                    <a:pt x="402265" y="273946"/>
                  </a:lnTo>
                  <a:lnTo>
                    <a:pt x="402127" y="274196"/>
                  </a:lnTo>
                  <a:lnTo>
                    <a:pt x="402212" y="274575"/>
                  </a:lnTo>
                  <a:lnTo>
                    <a:pt x="402668" y="275340"/>
                  </a:lnTo>
                  <a:lnTo>
                    <a:pt x="402549" y="275617"/>
                  </a:lnTo>
                  <a:lnTo>
                    <a:pt x="402399" y="275853"/>
                  </a:lnTo>
                  <a:lnTo>
                    <a:pt x="401962" y="276060"/>
                  </a:lnTo>
                  <a:lnTo>
                    <a:pt x="401393" y="276156"/>
                  </a:lnTo>
                  <a:lnTo>
                    <a:pt x="401055" y="275757"/>
                  </a:lnTo>
                  <a:lnTo>
                    <a:pt x="400735" y="275773"/>
                  </a:lnTo>
                  <a:lnTo>
                    <a:pt x="400737" y="276002"/>
                  </a:lnTo>
                  <a:lnTo>
                    <a:pt x="400976" y="276375"/>
                  </a:lnTo>
                  <a:lnTo>
                    <a:pt x="400822" y="276677"/>
                  </a:lnTo>
                  <a:lnTo>
                    <a:pt x="400636" y="276738"/>
                  </a:lnTo>
                  <a:lnTo>
                    <a:pt x="400279" y="276757"/>
                  </a:lnTo>
                  <a:lnTo>
                    <a:pt x="400033" y="276385"/>
                  </a:lnTo>
                  <a:lnTo>
                    <a:pt x="399728" y="276455"/>
                  </a:lnTo>
                  <a:lnTo>
                    <a:pt x="399601" y="277022"/>
                  </a:lnTo>
                  <a:lnTo>
                    <a:pt x="399341" y="277265"/>
                  </a:lnTo>
                  <a:lnTo>
                    <a:pt x="399198" y="277370"/>
                  </a:lnTo>
                  <a:lnTo>
                    <a:pt x="398903" y="277449"/>
                  </a:lnTo>
                  <a:lnTo>
                    <a:pt x="398572" y="277104"/>
                  </a:lnTo>
                  <a:lnTo>
                    <a:pt x="397975" y="276558"/>
                  </a:lnTo>
                  <a:lnTo>
                    <a:pt x="397805" y="276338"/>
                  </a:lnTo>
                  <a:lnTo>
                    <a:pt x="397714" y="276145"/>
                  </a:lnTo>
                  <a:lnTo>
                    <a:pt x="397511" y="275846"/>
                  </a:lnTo>
                  <a:lnTo>
                    <a:pt x="397336" y="275631"/>
                  </a:lnTo>
                  <a:lnTo>
                    <a:pt x="397205" y="275299"/>
                  </a:lnTo>
                  <a:lnTo>
                    <a:pt x="397235" y="275020"/>
                  </a:lnTo>
                  <a:lnTo>
                    <a:pt x="397336" y="274884"/>
                  </a:lnTo>
                  <a:lnTo>
                    <a:pt x="397340" y="274746"/>
                  </a:lnTo>
                  <a:lnTo>
                    <a:pt x="397161" y="274484"/>
                  </a:lnTo>
                  <a:lnTo>
                    <a:pt x="396608" y="274257"/>
                  </a:lnTo>
                  <a:lnTo>
                    <a:pt x="396443" y="273936"/>
                  </a:lnTo>
                  <a:lnTo>
                    <a:pt x="396096" y="273992"/>
                  </a:lnTo>
                  <a:lnTo>
                    <a:pt x="395893" y="274063"/>
                  </a:lnTo>
                  <a:lnTo>
                    <a:pt x="395669" y="274191"/>
                  </a:lnTo>
                  <a:lnTo>
                    <a:pt x="395377" y="274277"/>
                  </a:lnTo>
                  <a:lnTo>
                    <a:pt x="395135" y="274207"/>
                  </a:lnTo>
                  <a:lnTo>
                    <a:pt x="394910" y="273820"/>
                  </a:lnTo>
                  <a:lnTo>
                    <a:pt x="394735" y="273731"/>
                  </a:lnTo>
                  <a:lnTo>
                    <a:pt x="394297" y="273505"/>
                  </a:lnTo>
                  <a:lnTo>
                    <a:pt x="394058" y="273077"/>
                  </a:lnTo>
                  <a:lnTo>
                    <a:pt x="393562" y="272815"/>
                  </a:lnTo>
                  <a:lnTo>
                    <a:pt x="393321" y="272758"/>
                  </a:lnTo>
                  <a:lnTo>
                    <a:pt x="392754" y="272372"/>
                  </a:lnTo>
                  <a:lnTo>
                    <a:pt x="392468" y="272050"/>
                  </a:lnTo>
                  <a:lnTo>
                    <a:pt x="392358" y="271718"/>
                  </a:lnTo>
                  <a:lnTo>
                    <a:pt x="392451" y="271452"/>
                  </a:lnTo>
                  <a:lnTo>
                    <a:pt x="392477" y="270708"/>
                  </a:lnTo>
                  <a:lnTo>
                    <a:pt x="392297" y="270307"/>
                  </a:lnTo>
                  <a:lnTo>
                    <a:pt x="392327" y="269815"/>
                  </a:lnTo>
                  <a:lnTo>
                    <a:pt x="392271" y="269513"/>
                  </a:lnTo>
                  <a:lnTo>
                    <a:pt x="392120" y="269483"/>
                  </a:lnTo>
                  <a:lnTo>
                    <a:pt x="391876" y="269471"/>
                  </a:lnTo>
                  <a:lnTo>
                    <a:pt x="391609" y="269622"/>
                  </a:lnTo>
                  <a:lnTo>
                    <a:pt x="390918" y="270046"/>
                  </a:lnTo>
                  <a:lnTo>
                    <a:pt x="390257" y="269811"/>
                  </a:lnTo>
                  <a:lnTo>
                    <a:pt x="389714" y="269609"/>
                  </a:lnTo>
                  <a:lnTo>
                    <a:pt x="389743" y="269293"/>
                  </a:lnTo>
                  <a:lnTo>
                    <a:pt x="389341" y="269326"/>
                  </a:lnTo>
                  <a:lnTo>
                    <a:pt x="389124" y="269110"/>
                  </a:lnTo>
                  <a:lnTo>
                    <a:pt x="389001" y="268974"/>
                  </a:lnTo>
                  <a:lnTo>
                    <a:pt x="388748" y="268772"/>
                  </a:lnTo>
                  <a:lnTo>
                    <a:pt x="388656" y="269151"/>
                  </a:lnTo>
                  <a:lnTo>
                    <a:pt x="388534" y="269434"/>
                  </a:lnTo>
                  <a:lnTo>
                    <a:pt x="388472" y="270041"/>
                  </a:lnTo>
                  <a:lnTo>
                    <a:pt x="387961" y="271157"/>
                  </a:lnTo>
                  <a:lnTo>
                    <a:pt x="387888" y="271513"/>
                  </a:lnTo>
                  <a:lnTo>
                    <a:pt x="387626" y="271543"/>
                  </a:lnTo>
                  <a:lnTo>
                    <a:pt x="387550" y="271745"/>
                  </a:lnTo>
                  <a:lnTo>
                    <a:pt x="387533" y="272256"/>
                  </a:lnTo>
                  <a:lnTo>
                    <a:pt x="387512" y="272877"/>
                  </a:lnTo>
                  <a:lnTo>
                    <a:pt x="387509" y="273039"/>
                  </a:lnTo>
                  <a:lnTo>
                    <a:pt x="387076" y="273759"/>
                  </a:lnTo>
                  <a:lnTo>
                    <a:pt x="386924" y="273914"/>
                  </a:lnTo>
                  <a:lnTo>
                    <a:pt x="386495" y="274091"/>
                  </a:lnTo>
                  <a:lnTo>
                    <a:pt x="386232" y="274362"/>
                  </a:lnTo>
                  <a:lnTo>
                    <a:pt x="386190" y="275176"/>
                  </a:lnTo>
                  <a:lnTo>
                    <a:pt x="385947" y="275532"/>
                  </a:lnTo>
                  <a:lnTo>
                    <a:pt x="385865" y="275669"/>
                  </a:lnTo>
                  <a:lnTo>
                    <a:pt x="385810" y="276296"/>
                  </a:lnTo>
                  <a:lnTo>
                    <a:pt x="385582" y="276491"/>
                  </a:lnTo>
                  <a:lnTo>
                    <a:pt x="385021" y="276395"/>
                  </a:lnTo>
                  <a:lnTo>
                    <a:pt x="384873" y="276558"/>
                  </a:lnTo>
                  <a:lnTo>
                    <a:pt x="384847" y="276740"/>
                  </a:lnTo>
                  <a:lnTo>
                    <a:pt x="384788" y="277157"/>
                  </a:lnTo>
                  <a:lnTo>
                    <a:pt x="384570" y="277372"/>
                  </a:lnTo>
                  <a:lnTo>
                    <a:pt x="384022" y="277540"/>
                  </a:lnTo>
                  <a:lnTo>
                    <a:pt x="383230" y="277365"/>
                  </a:lnTo>
                  <a:lnTo>
                    <a:pt x="383102" y="277518"/>
                  </a:lnTo>
                  <a:lnTo>
                    <a:pt x="383186" y="278127"/>
                  </a:lnTo>
                  <a:lnTo>
                    <a:pt x="382981" y="278335"/>
                  </a:lnTo>
                  <a:lnTo>
                    <a:pt x="382616" y="278161"/>
                  </a:lnTo>
                  <a:lnTo>
                    <a:pt x="382689" y="278487"/>
                  </a:lnTo>
                  <a:lnTo>
                    <a:pt x="382634" y="278699"/>
                  </a:lnTo>
                  <a:lnTo>
                    <a:pt x="382376" y="278862"/>
                  </a:lnTo>
                  <a:lnTo>
                    <a:pt x="382052" y="279283"/>
                  </a:lnTo>
                  <a:lnTo>
                    <a:pt x="381614" y="279850"/>
                  </a:lnTo>
                  <a:lnTo>
                    <a:pt x="381095" y="280076"/>
                  </a:lnTo>
                  <a:lnTo>
                    <a:pt x="380861" y="280167"/>
                  </a:lnTo>
                  <a:lnTo>
                    <a:pt x="380832" y="280325"/>
                  </a:lnTo>
                  <a:lnTo>
                    <a:pt x="380856" y="280510"/>
                  </a:lnTo>
                  <a:lnTo>
                    <a:pt x="380494" y="280859"/>
                  </a:lnTo>
                  <a:lnTo>
                    <a:pt x="380450" y="280993"/>
                  </a:lnTo>
                  <a:lnTo>
                    <a:pt x="380402" y="281419"/>
                  </a:lnTo>
                  <a:lnTo>
                    <a:pt x="380190" y="281480"/>
                  </a:lnTo>
                  <a:lnTo>
                    <a:pt x="379990" y="281707"/>
                  </a:lnTo>
                  <a:lnTo>
                    <a:pt x="379845" y="282189"/>
                  </a:lnTo>
                  <a:lnTo>
                    <a:pt x="379733" y="282410"/>
                  </a:lnTo>
                  <a:lnTo>
                    <a:pt x="379090" y="282679"/>
                  </a:lnTo>
                  <a:lnTo>
                    <a:pt x="379235" y="283090"/>
                  </a:lnTo>
                  <a:lnTo>
                    <a:pt x="378855" y="283770"/>
                  </a:lnTo>
                  <a:lnTo>
                    <a:pt x="378738" y="284025"/>
                  </a:lnTo>
                  <a:lnTo>
                    <a:pt x="378511" y="284070"/>
                  </a:lnTo>
                  <a:lnTo>
                    <a:pt x="377957" y="283958"/>
                  </a:lnTo>
                  <a:lnTo>
                    <a:pt x="377620" y="284030"/>
                  </a:lnTo>
                  <a:lnTo>
                    <a:pt x="376944" y="284279"/>
                  </a:lnTo>
                  <a:lnTo>
                    <a:pt x="376773" y="284195"/>
                  </a:lnTo>
                  <a:lnTo>
                    <a:pt x="375717" y="284641"/>
                  </a:lnTo>
                  <a:lnTo>
                    <a:pt x="375623" y="284839"/>
                  </a:lnTo>
                  <a:lnTo>
                    <a:pt x="375557" y="284992"/>
                  </a:lnTo>
                  <a:lnTo>
                    <a:pt x="375558" y="285131"/>
                  </a:lnTo>
                  <a:lnTo>
                    <a:pt x="375417" y="285622"/>
                  </a:lnTo>
                  <a:lnTo>
                    <a:pt x="375576" y="285633"/>
                  </a:lnTo>
                  <a:lnTo>
                    <a:pt x="375770" y="285708"/>
                  </a:lnTo>
                  <a:lnTo>
                    <a:pt x="375992" y="285889"/>
                  </a:lnTo>
                  <a:lnTo>
                    <a:pt x="376432" y="285932"/>
                  </a:lnTo>
                  <a:lnTo>
                    <a:pt x="376671" y="285837"/>
                  </a:lnTo>
                  <a:lnTo>
                    <a:pt x="376812" y="285835"/>
                  </a:lnTo>
                  <a:lnTo>
                    <a:pt x="376956" y="286385"/>
                  </a:lnTo>
                  <a:lnTo>
                    <a:pt x="377071" y="287009"/>
                  </a:lnTo>
                  <a:lnTo>
                    <a:pt x="376961" y="287127"/>
                  </a:lnTo>
                  <a:lnTo>
                    <a:pt x="376448" y="287167"/>
                  </a:lnTo>
                  <a:lnTo>
                    <a:pt x="375836" y="286878"/>
                  </a:lnTo>
                  <a:lnTo>
                    <a:pt x="375652" y="286785"/>
                  </a:lnTo>
                  <a:lnTo>
                    <a:pt x="375313" y="286439"/>
                  </a:lnTo>
                  <a:lnTo>
                    <a:pt x="375057" y="286656"/>
                  </a:lnTo>
                  <a:lnTo>
                    <a:pt x="374972" y="286802"/>
                  </a:lnTo>
                  <a:lnTo>
                    <a:pt x="374809" y="287261"/>
                  </a:lnTo>
                  <a:lnTo>
                    <a:pt x="374607" y="287419"/>
                  </a:lnTo>
                  <a:lnTo>
                    <a:pt x="374792" y="287677"/>
                  </a:lnTo>
                  <a:lnTo>
                    <a:pt x="374846" y="288043"/>
                  </a:lnTo>
                  <a:lnTo>
                    <a:pt x="375115" y="288363"/>
                  </a:lnTo>
                  <a:lnTo>
                    <a:pt x="375332" y="288628"/>
                  </a:lnTo>
                  <a:lnTo>
                    <a:pt x="375587" y="288690"/>
                  </a:lnTo>
                  <a:lnTo>
                    <a:pt x="375582" y="288945"/>
                  </a:lnTo>
                  <a:lnTo>
                    <a:pt x="375646" y="289189"/>
                  </a:lnTo>
                  <a:lnTo>
                    <a:pt x="375565" y="289554"/>
                  </a:lnTo>
                  <a:lnTo>
                    <a:pt x="375180" y="290024"/>
                  </a:lnTo>
                  <a:lnTo>
                    <a:pt x="375340" y="289951"/>
                  </a:lnTo>
                  <a:lnTo>
                    <a:pt x="375518" y="289978"/>
                  </a:lnTo>
                  <a:lnTo>
                    <a:pt x="375715" y="289799"/>
                  </a:lnTo>
                  <a:lnTo>
                    <a:pt x="375978" y="289652"/>
                  </a:lnTo>
                  <a:lnTo>
                    <a:pt x="376320" y="289514"/>
                  </a:lnTo>
                  <a:lnTo>
                    <a:pt x="376908" y="289060"/>
                  </a:lnTo>
                  <a:lnTo>
                    <a:pt x="377042" y="288617"/>
                  </a:lnTo>
                  <a:lnTo>
                    <a:pt x="377352" y="288353"/>
                  </a:lnTo>
                  <a:lnTo>
                    <a:pt x="377546" y="288017"/>
                  </a:lnTo>
                  <a:lnTo>
                    <a:pt x="377724" y="287837"/>
                  </a:lnTo>
                  <a:lnTo>
                    <a:pt x="377911" y="287817"/>
                  </a:lnTo>
                  <a:lnTo>
                    <a:pt x="378318" y="287828"/>
                  </a:lnTo>
                  <a:lnTo>
                    <a:pt x="378585" y="287861"/>
                  </a:lnTo>
                  <a:lnTo>
                    <a:pt x="379137" y="288039"/>
                  </a:lnTo>
                  <a:lnTo>
                    <a:pt x="379244" y="288172"/>
                  </a:lnTo>
                  <a:lnTo>
                    <a:pt x="379291" y="288432"/>
                  </a:lnTo>
                  <a:lnTo>
                    <a:pt x="379476" y="288618"/>
                  </a:lnTo>
                  <a:lnTo>
                    <a:pt x="379684" y="288766"/>
                  </a:lnTo>
                  <a:lnTo>
                    <a:pt x="380180" y="289532"/>
                  </a:lnTo>
                  <a:lnTo>
                    <a:pt x="380139" y="289693"/>
                  </a:lnTo>
                  <a:lnTo>
                    <a:pt x="380277" y="290099"/>
                  </a:lnTo>
                  <a:lnTo>
                    <a:pt x="380625" y="290519"/>
                  </a:lnTo>
                  <a:lnTo>
                    <a:pt x="380725" y="290691"/>
                  </a:lnTo>
                  <a:lnTo>
                    <a:pt x="380792" y="290877"/>
                  </a:lnTo>
                  <a:lnTo>
                    <a:pt x="380833" y="291085"/>
                  </a:lnTo>
                  <a:lnTo>
                    <a:pt x="380893" y="291223"/>
                  </a:lnTo>
                  <a:lnTo>
                    <a:pt x="381087" y="291626"/>
                  </a:lnTo>
                  <a:lnTo>
                    <a:pt x="381115" y="291805"/>
                  </a:lnTo>
                  <a:lnTo>
                    <a:pt x="381115" y="292110"/>
                  </a:lnTo>
                  <a:lnTo>
                    <a:pt x="381413" y="292300"/>
                  </a:lnTo>
                  <a:lnTo>
                    <a:pt x="381836" y="292563"/>
                  </a:lnTo>
                  <a:lnTo>
                    <a:pt x="382037" y="292761"/>
                  </a:lnTo>
                  <a:lnTo>
                    <a:pt x="382135" y="293052"/>
                  </a:lnTo>
                  <a:lnTo>
                    <a:pt x="382134" y="293277"/>
                  </a:lnTo>
                  <a:lnTo>
                    <a:pt x="382074" y="293555"/>
                  </a:lnTo>
                  <a:lnTo>
                    <a:pt x="381820" y="294003"/>
                  </a:lnTo>
                  <a:lnTo>
                    <a:pt x="381603" y="294334"/>
                  </a:lnTo>
                  <a:lnTo>
                    <a:pt x="381543" y="294565"/>
                  </a:lnTo>
                  <a:lnTo>
                    <a:pt x="381517" y="294875"/>
                  </a:lnTo>
                  <a:lnTo>
                    <a:pt x="381665" y="295166"/>
                  </a:lnTo>
                  <a:lnTo>
                    <a:pt x="381694" y="295498"/>
                  </a:lnTo>
                  <a:lnTo>
                    <a:pt x="381755" y="295727"/>
                  </a:lnTo>
                  <a:lnTo>
                    <a:pt x="381915" y="296010"/>
                  </a:lnTo>
                  <a:lnTo>
                    <a:pt x="382106" y="296162"/>
                  </a:lnTo>
                  <a:lnTo>
                    <a:pt x="382188" y="296422"/>
                  </a:lnTo>
                  <a:lnTo>
                    <a:pt x="381749" y="296840"/>
                  </a:lnTo>
                  <a:lnTo>
                    <a:pt x="381408" y="296819"/>
                  </a:lnTo>
                  <a:lnTo>
                    <a:pt x="381065" y="297095"/>
                  </a:lnTo>
                  <a:lnTo>
                    <a:pt x="380675" y="297234"/>
                  </a:lnTo>
                  <a:lnTo>
                    <a:pt x="380519" y="297272"/>
                  </a:lnTo>
                  <a:lnTo>
                    <a:pt x="380275" y="297290"/>
                  </a:lnTo>
                  <a:lnTo>
                    <a:pt x="380065" y="297339"/>
                  </a:lnTo>
                  <a:lnTo>
                    <a:pt x="379742" y="297555"/>
                  </a:lnTo>
                  <a:lnTo>
                    <a:pt x="379802" y="297774"/>
                  </a:lnTo>
                  <a:lnTo>
                    <a:pt x="379834" y="298030"/>
                  </a:lnTo>
                  <a:lnTo>
                    <a:pt x="379768" y="298190"/>
                  </a:lnTo>
                  <a:lnTo>
                    <a:pt x="379350" y="298560"/>
                  </a:lnTo>
                  <a:lnTo>
                    <a:pt x="379109" y="298649"/>
                  </a:lnTo>
                  <a:lnTo>
                    <a:pt x="378929" y="299352"/>
                  </a:lnTo>
                  <a:lnTo>
                    <a:pt x="378948" y="299596"/>
                  </a:lnTo>
                  <a:lnTo>
                    <a:pt x="379003" y="299978"/>
                  </a:lnTo>
                  <a:lnTo>
                    <a:pt x="379062" y="300212"/>
                  </a:lnTo>
                  <a:lnTo>
                    <a:pt x="379333" y="300811"/>
                  </a:lnTo>
                  <a:lnTo>
                    <a:pt x="379615" y="301159"/>
                  </a:lnTo>
                  <a:lnTo>
                    <a:pt x="379686" y="301377"/>
                  </a:lnTo>
                  <a:lnTo>
                    <a:pt x="379659" y="301726"/>
                  </a:lnTo>
                  <a:lnTo>
                    <a:pt x="379613" y="301916"/>
                  </a:lnTo>
                  <a:lnTo>
                    <a:pt x="379877" y="302248"/>
                  </a:lnTo>
                  <a:lnTo>
                    <a:pt x="379876" y="302471"/>
                  </a:lnTo>
                  <a:lnTo>
                    <a:pt x="379929" y="302857"/>
                  </a:lnTo>
                  <a:lnTo>
                    <a:pt x="380127" y="303150"/>
                  </a:lnTo>
                  <a:lnTo>
                    <a:pt x="380484" y="303520"/>
                  </a:lnTo>
                  <a:lnTo>
                    <a:pt x="380944" y="303596"/>
                  </a:lnTo>
                  <a:lnTo>
                    <a:pt x="381235" y="303217"/>
                  </a:lnTo>
                  <a:lnTo>
                    <a:pt x="381516" y="303033"/>
                  </a:lnTo>
                  <a:lnTo>
                    <a:pt x="381755" y="303247"/>
                  </a:lnTo>
                  <a:lnTo>
                    <a:pt x="381851" y="303535"/>
                  </a:lnTo>
                  <a:lnTo>
                    <a:pt x="381901" y="303813"/>
                  </a:lnTo>
                  <a:lnTo>
                    <a:pt x="381888" y="304142"/>
                  </a:lnTo>
                  <a:lnTo>
                    <a:pt x="381784" y="304340"/>
                  </a:lnTo>
                  <a:lnTo>
                    <a:pt x="381732" y="304658"/>
                  </a:lnTo>
                  <a:lnTo>
                    <a:pt x="381727" y="304871"/>
                  </a:lnTo>
                  <a:lnTo>
                    <a:pt x="381654" y="305028"/>
                  </a:lnTo>
                  <a:lnTo>
                    <a:pt x="381461" y="305188"/>
                  </a:lnTo>
                  <a:lnTo>
                    <a:pt x="381329" y="305489"/>
                  </a:lnTo>
                  <a:lnTo>
                    <a:pt x="381374" y="305972"/>
                  </a:lnTo>
                  <a:lnTo>
                    <a:pt x="381341" y="306253"/>
                  </a:lnTo>
                  <a:lnTo>
                    <a:pt x="381310" y="306550"/>
                  </a:lnTo>
                  <a:lnTo>
                    <a:pt x="381416" y="306773"/>
                  </a:lnTo>
                  <a:lnTo>
                    <a:pt x="381420" y="307149"/>
                  </a:lnTo>
                  <a:lnTo>
                    <a:pt x="381417" y="307328"/>
                  </a:lnTo>
                  <a:lnTo>
                    <a:pt x="381056" y="307881"/>
                  </a:lnTo>
                  <a:lnTo>
                    <a:pt x="380909" y="308258"/>
                  </a:lnTo>
                  <a:lnTo>
                    <a:pt x="380883" y="308566"/>
                  </a:lnTo>
                  <a:lnTo>
                    <a:pt x="380967" y="308701"/>
                  </a:lnTo>
                  <a:lnTo>
                    <a:pt x="381222" y="308882"/>
                  </a:lnTo>
                  <a:lnTo>
                    <a:pt x="381517" y="309177"/>
                  </a:lnTo>
                  <a:lnTo>
                    <a:pt x="381774" y="309510"/>
                  </a:lnTo>
                  <a:lnTo>
                    <a:pt x="381831" y="309878"/>
                  </a:lnTo>
                  <a:lnTo>
                    <a:pt x="381548" y="310401"/>
                  </a:lnTo>
                  <a:lnTo>
                    <a:pt x="381686" y="310587"/>
                  </a:lnTo>
                  <a:lnTo>
                    <a:pt x="382188" y="310979"/>
                  </a:lnTo>
                  <a:lnTo>
                    <a:pt x="382431" y="311035"/>
                  </a:lnTo>
                  <a:lnTo>
                    <a:pt x="382731" y="311135"/>
                  </a:lnTo>
                  <a:lnTo>
                    <a:pt x="383203" y="311427"/>
                  </a:lnTo>
                  <a:lnTo>
                    <a:pt x="383294" y="311564"/>
                  </a:lnTo>
                  <a:lnTo>
                    <a:pt x="383502" y="311805"/>
                  </a:lnTo>
                  <a:lnTo>
                    <a:pt x="383746" y="312039"/>
                  </a:lnTo>
                  <a:lnTo>
                    <a:pt x="383671" y="312210"/>
                  </a:lnTo>
                  <a:lnTo>
                    <a:pt x="383629" y="312540"/>
                  </a:lnTo>
                  <a:lnTo>
                    <a:pt x="383737" y="312962"/>
                  </a:lnTo>
                  <a:lnTo>
                    <a:pt x="383885" y="313092"/>
                  </a:lnTo>
                  <a:lnTo>
                    <a:pt x="384051" y="313136"/>
                  </a:lnTo>
                  <a:lnTo>
                    <a:pt x="384349" y="313170"/>
                  </a:lnTo>
                  <a:lnTo>
                    <a:pt x="384493" y="313156"/>
                  </a:lnTo>
                  <a:lnTo>
                    <a:pt x="384911" y="313055"/>
                  </a:lnTo>
                  <a:lnTo>
                    <a:pt x="385106" y="313189"/>
                  </a:lnTo>
                  <a:lnTo>
                    <a:pt x="385201" y="313427"/>
                  </a:lnTo>
                  <a:lnTo>
                    <a:pt x="385528" y="313533"/>
                  </a:lnTo>
                  <a:lnTo>
                    <a:pt x="385657" y="313723"/>
                  </a:lnTo>
                  <a:lnTo>
                    <a:pt x="385867" y="313962"/>
                  </a:lnTo>
                  <a:lnTo>
                    <a:pt x="386011" y="313923"/>
                  </a:lnTo>
                  <a:lnTo>
                    <a:pt x="386253" y="313856"/>
                  </a:lnTo>
                  <a:lnTo>
                    <a:pt x="386614" y="313757"/>
                  </a:lnTo>
                  <a:lnTo>
                    <a:pt x="386990" y="313793"/>
                  </a:lnTo>
                  <a:lnTo>
                    <a:pt x="387212" y="313813"/>
                  </a:lnTo>
                  <a:lnTo>
                    <a:pt x="387818" y="313944"/>
                  </a:lnTo>
                  <a:lnTo>
                    <a:pt x="388141" y="313890"/>
                  </a:lnTo>
                  <a:lnTo>
                    <a:pt x="388965" y="313721"/>
                  </a:lnTo>
                  <a:lnTo>
                    <a:pt x="389222" y="313665"/>
                  </a:lnTo>
                  <a:lnTo>
                    <a:pt x="389578" y="313587"/>
                  </a:lnTo>
                  <a:lnTo>
                    <a:pt x="389977" y="313591"/>
                  </a:lnTo>
                  <a:lnTo>
                    <a:pt x="390166" y="313627"/>
                  </a:lnTo>
                  <a:lnTo>
                    <a:pt x="390606" y="313708"/>
                  </a:lnTo>
                  <a:lnTo>
                    <a:pt x="390851" y="313759"/>
                  </a:lnTo>
                  <a:lnTo>
                    <a:pt x="391012" y="313798"/>
                  </a:lnTo>
                  <a:lnTo>
                    <a:pt x="391372" y="313567"/>
                  </a:lnTo>
                  <a:lnTo>
                    <a:pt x="392034" y="313940"/>
                  </a:lnTo>
                  <a:lnTo>
                    <a:pt x="392293" y="313854"/>
                  </a:lnTo>
                  <a:lnTo>
                    <a:pt x="392584" y="313946"/>
                  </a:lnTo>
                  <a:lnTo>
                    <a:pt x="392800" y="313814"/>
                  </a:lnTo>
                  <a:lnTo>
                    <a:pt x="393584" y="314044"/>
                  </a:lnTo>
                  <a:lnTo>
                    <a:pt x="393775" y="314296"/>
                  </a:lnTo>
                  <a:lnTo>
                    <a:pt x="394048" y="314064"/>
                  </a:lnTo>
                  <a:lnTo>
                    <a:pt x="394245" y="314012"/>
                  </a:lnTo>
                  <a:lnTo>
                    <a:pt x="394407" y="313849"/>
                  </a:lnTo>
                  <a:lnTo>
                    <a:pt x="394568" y="313671"/>
                  </a:lnTo>
                  <a:lnTo>
                    <a:pt x="394654" y="313280"/>
                  </a:lnTo>
                  <a:lnTo>
                    <a:pt x="394606" y="312762"/>
                  </a:lnTo>
                  <a:lnTo>
                    <a:pt x="394648" y="312601"/>
                  </a:lnTo>
                  <a:lnTo>
                    <a:pt x="394447" y="312079"/>
                  </a:lnTo>
                  <a:lnTo>
                    <a:pt x="394364" y="311653"/>
                  </a:lnTo>
                  <a:lnTo>
                    <a:pt x="394596" y="310904"/>
                  </a:lnTo>
                  <a:lnTo>
                    <a:pt x="394734" y="310887"/>
                  </a:lnTo>
                  <a:lnTo>
                    <a:pt x="395073" y="310650"/>
                  </a:lnTo>
                  <a:lnTo>
                    <a:pt x="395445" y="310155"/>
                  </a:lnTo>
                  <a:lnTo>
                    <a:pt x="395604" y="309921"/>
                  </a:lnTo>
                  <a:lnTo>
                    <a:pt x="395705" y="309726"/>
                  </a:lnTo>
                  <a:lnTo>
                    <a:pt x="396066" y="309102"/>
                  </a:lnTo>
                  <a:lnTo>
                    <a:pt x="396137" y="308961"/>
                  </a:lnTo>
                  <a:lnTo>
                    <a:pt x="396326" y="308700"/>
                  </a:lnTo>
                  <a:lnTo>
                    <a:pt x="396465" y="308500"/>
                  </a:lnTo>
                  <a:lnTo>
                    <a:pt x="396629" y="308120"/>
                  </a:lnTo>
                  <a:lnTo>
                    <a:pt x="396782" y="307874"/>
                  </a:lnTo>
                  <a:lnTo>
                    <a:pt x="397085" y="307585"/>
                  </a:lnTo>
                  <a:lnTo>
                    <a:pt x="397310" y="307663"/>
                  </a:lnTo>
                  <a:lnTo>
                    <a:pt x="397592" y="307705"/>
                  </a:lnTo>
                  <a:lnTo>
                    <a:pt x="397956" y="307630"/>
                  </a:lnTo>
                  <a:lnTo>
                    <a:pt x="398147" y="307435"/>
                  </a:lnTo>
                  <a:lnTo>
                    <a:pt x="398439" y="307465"/>
                  </a:lnTo>
                  <a:lnTo>
                    <a:pt x="398828" y="307721"/>
                  </a:lnTo>
                  <a:lnTo>
                    <a:pt x="399030" y="308008"/>
                  </a:lnTo>
                  <a:lnTo>
                    <a:pt x="399442" y="308020"/>
                  </a:lnTo>
                  <a:lnTo>
                    <a:pt x="399531" y="307890"/>
                  </a:lnTo>
                  <a:lnTo>
                    <a:pt x="399803" y="308075"/>
                  </a:lnTo>
                  <a:lnTo>
                    <a:pt x="400408" y="308459"/>
                  </a:lnTo>
                  <a:lnTo>
                    <a:pt x="400864" y="308550"/>
                  </a:lnTo>
                  <a:lnTo>
                    <a:pt x="401444" y="308744"/>
                  </a:lnTo>
                  <a:lnTo>
                    <a:pt x="401618" y="308486"/>
                  </a:lnTo>
                  <a:lnTo>
                    <a:pt x="401790" y="308387"/>
                  </a:lnTo>
                  <a:lnTo>
                    <a:pt x="401960" y="308362"/>
                  </a:lnTo>
                  <a:lnTo>
                    <a:pt x="402491" y="308634"/>
                  </a:lnTo>
                  <a:lnTo>
                    <a:pt x="403223" y="308627"/>
                  </a:lnTo>
                  <a:lnTo>
                    <a:pt x="403203" y="308186"/>
                  </a:lnTo>
                  <a:lnTo>
                    <a:pt x="403349" y="308111"/>
                  </a:lnTo>
                  <a:lnTo>
                    <a:pt x="403662" y="308093"/>
                  </a:lnTo>
                  <a:lnTo>
                    <a:pt x="403873" y="308123"/>
                  </a:lnTo>
                  <a:lnTo>
                    <a:pt x="404146" y="308162"/>
                  </a:lnTo>
                  <a:lnTo>
                    <a:pt x="404395" y="308274"/>
                  </a:lnTo>
                  <a:lnTo>
                    <a:pt x="404593" y="308410"/>
                  </a:lnTo>
                  <a:lnTo>
                    <a:pt x="404817" y="308721"/>
                  </a:lnTo>
                  <a:lnTo>
                    <a:pt x="404737" y="309066"/>
                  </a:lnTo>
                  <a:lnTo>
                    <a:pt x="404955" y="309103"/>
                  </a:lnTo>
                  <a:lnTo>
                    <a:pt x="405155" y="309041"/>
                  </a:lnTo>
                  <a:lnTo>
                    <a:pt x="405464" y="308888"/>
                  </a:lnTo>
                  <a:lnTo>
                    <a:pt x="405692" y="308766"/>
                  </a:lnTo>
                  <a:lnTo>
                    <a:pt x="406051" y="308702"/>
                  </a:lnTo>
                  <a:lnTo>
                    <a:pt x="406293" y="308745"/>
                  </a:lnTo>
                  <a:lnTo>
                    <a:pt x="406494" y="308766"/>
                  </a:lnTo>
                  <a:lnTo>
                    <a:pt x="406732" y="308624"/>
                  </a:lnTo>
                  <a:lnTo>
                    <a:pt x="406901" y="308446"/>
                  </a:lnTo>
                  <a:lnTo>
                    <a:pt x="407147" y="308093"/>
                  </a:lnTo>
                  <a:lnTo>
                    <a:pt x="407162" y="307834"/>
                  </a:lnTo>
                  <a:lnTo>
                    <a:pt x="407410" y="307543"/>
                  </a:lnTo>
                  <a:lnTo>
                    <a:pt x="407876" y="307284"/>
                  </a:lnTo>
                  <a:lnTo>
                    <a:pt x="407887" y="306760"/>
                  </a:lnTo>
                  <a:lnTo>
                    <a:pt x="407909" y="306612"/>
                  </a:lnTo>
                  <a:lnTo>
                    <a:pt x="408316" y="305934"/>
                  </a:lnTo>
                  <a:lnTo>
                    <a:pt x="408435" y="305737"/>
                  </a:lnTo>
                  <a:lnTo>
                    <a:pt x="408615" y="305527"/>
                  </a:lnTo>
                  <a:lnTo>
                    <a:pt x="408601" y="305087"/>
                  </a:lnTo>
                  <a:lnTo>
                    <a:pt x="408593" y="304759"/>
                  </a:lnTo>
                  <a:lnTo>
                    <a:pt x="409050" y="304335"/>
                  </a:lnTo>
                  <a:lnTo>
                    <a:pt x="409682" y="304395"/>
                  </a:lnTo>
                  <a:lnTo>
                    <a:pt x="409731" y="304531"/>
                  </a:lnTo>
                  <a:lnTo>
                    <a:pt x="409693" y="304712"/>
                  </a:lnTo>
                  <a:lnTo>
                    <a:pt x="410137" y="304968"/>
                  </a:lnTo>
                  <a:lnTo>
                    <a:pt x="410492" y="305589"/>
                  </a:lnTo>
                  <a:lnTo>
                    <a:pt x="410531" y="305750"/>
                  </a:lnTo>
                  <a:lnTo>
                    <a:pt x="410445" y="306003"/>
                  </a:lnTo>
                  <a:lnTo>
                    <a:pt x="410496" y="306212"/>
                  </a:lnTo>
                  <a:lnTo>
                    <a:pt x="410632" y="306319"/>
                  </a:lnTo>
                  <a:lnTo>
                    <a:pt x="410828" y="306420"/>
                  </a:lnTo>
                  <a:lnTo>
                    <a:pt x="411128" y="306630"/>
                  </a:lnTo>
                  <a:lnTo>
                    <a:pt x="411585" y="307260"/>
                  </a:lnTo>
                  <a:lnTo>
                    <a:pt x="411583" y="307561"/>
                  </a:lnTo>
                  <a:lnTo>
                    <a:pt x="411531" y="307774"/>
                  </a:lnTo>
                  <a:lnTo>
                    <a:pt x="411407" y="308116"/>
                  </a:lnTo>
                  <a:lnTo>
                    <a:pt x="411291" y="308362"/>
                  </a:lnTo>
                  <a:lnTo>
                    <a:pt x="411281" y="308543"/>
                  </a:lnTo>
                  <a:lnTo>
                    <a:pt x="411205" y="309066"/>
                  </a:lnTo>
                  <a:lnTo>
                    <a:pt x="411176" y="309207"/>
                  </a:lnTo>
                  <a:lnTo>
                    <a:pt x="411224" y="309338"/>
                  </a:lnTo>
                  <a:lnTo>
                    <a:pt x="411235" y="309600"/>
                  </a:lnTo>
                  <a:lnTo>
                    <a:pt x="411490" y="310018"/>
                  </a:lnTo>
                  <a:lnTo>
                    <a:pt x="411664" y="310164"/>
                  </a:lnTo>
                  <a:lnTo>
                    <a:pt x="411804" y="310315"/>
                  </a:lnTo>
                  <a:lnTo>
                    <a:pt x="412426" y="310717"/>
                  </a:lnTo>
                  <a:lnTo>
                    <a:pt x="412821" y="310323"/>
                  </a:lnTo>
                  <a:lnTo>
                    <a:pt x="412974" y="310233"/>
                  </a:lnTo>
                  <a:lnTo>
                    <a:pt x="413345" y="310365"/>
                  </a:lnTo>
                  <a:lnTo>
                    <a:pt x="413500" y="310315"/>
                  </a:lnTo>
                  <a:lnTo>
                    <a:pt x="413677" y="310306"/>
                  </a:lnTo>
                  <a:lnTo>
                    <a:pt x="414278" y="310348"/>
                  </a:lnTo>
                  <a:lnTo>
                    <a:pt x="414473" y="310416"/>
                  </a:lnTo>
                  <a:lnTo>
                    <a:pt x="414804" y="310447"/>
                  </a:lnTo>
                  <a:lnTo>
                    <a:pt x="415148" y="310233"/>
                  </a:lnTo>
                  <a:lnTo>
                    <a:pt x="415357" y="310160"/>
                  </a:lnTo>
                  <a:lnTo>
                    <a:pt x="415708" y="310371"/>
                  </a:lnTo>
                  <a:lnTo>
                    <a:pt x="416008" y="310739"/>
                  </a:lnTo>
                  <a:lnTo>
                    <a:pt x="416080" y="310948"/>
                  </a:lnTo>
                  <a:lnTo>
                    <a:pt x="416055" y="311198"/>
                  </a:lnTo>
                  <a:lnTo>
                    <a:pt x="416382" y="311366"/>
                  </a:lnTo>
                  <a:lnTo>
                    <a:pt x="416319" y="311962"/>
                  </a:lnTo>
                  <a:lnTo>
                    <a:pt x="416081" y="312371"/>
                  </a:lnTo>
                  <a:lnTo>
                    <a:pt x="415929" y="312659"/>
                  </a:lnTo>
                  <a:lnTo>
                    <a:pt x="415947" y="313160"/>
                  </a:lnTo>
                  <a:lnTo>
                    <a:pt x="415997" y="313350"/>
                  </a:lnTo>
                  <a:lnTo>
                    <a:pt x="416355" y="313305"/>
                  </a:lnTo>
                  <a:lnTo>
                    <a:pt x="416941" y="313443"/>
                  </a:lnTo>
                  <a:lnTo>
                    <a:pt x="417233" y="313576"/>
                  </a:lnTo>
                  <a:lnTo>
                    <a:pt x="417417" y="313734"/>
                  </a:lnTo>
                  <a:lnTo>
                    <a:pt x="417524" y="313930"/>
                  </a:lnTo>
                  <a:lnTo>
                    <a:pt x="417749" y="314111"/>
                  </a:lnTo>
                  <a:lnTo>
                    <a:pt x="417882" y="314144"/>
                  </a:lnTo>
                  <a:lnTo>
                    <a:pt x="417966" y="314394"/>
                  </a:lnTo>
                  <a:lnTo>
                    <a:pt x="418126" y="314690"/>
                  </a:lnTo>
                  <a:lnTo>
                    <a:pt x="418520" y="315028"/>
                  </a:lnTo>
                  <a:lnTo>
                    <a:pt x="418662" y="315235"/>
                  </a:lnTo>
                  <a:lnTo>
                    <a:pt x="418881" y="315691"/>
                  </a:lnTo>
                  <a:lnTo>
                    <a:pt x="418592" y="316402"/>
                  </a:lnTo>
                  <a:lnTo>
                    <a:pt x="418639" y="316936"/>
                  </a:lnTo>
                  <a:lnTo>
                    <a:pt x="419069" y="317499"/>
                  </a:lnTo>
                  <a:lnTo>
                    <a:pt x="419335" y="317519"/>
                  </a:lnTo>
                  <a:lnTo>
                    <a:pt x="419744" y="317605"/>
                  </a:lnTo>
                  <a:lnTo>
                    <a:pt x="420040" y="317811"/>
                  </a:lnTo>
                  <a:lnTo>
                    <a:pt x="420032" y="318091"/>
                  </a:lnTo>
                  <a:lnTo>
                    <a:pt x="420098" y="318675"/>
                  </a:lnTo>
                  <a:lnTo>
                    <a:pt x="420168" y="318986"/>
                  </a:lnTo>
                  <a:lnTo>
                    <a:pt x="420142" y="319113"/>
                  </a:lnTo>
                  <a:lnTo>
                    <a:pt x="419957" y="319370"/>
                  </a:lnTo>
                  <a:lnTo>
                    <a:pt x="420008" y="319547"/>
                  </a:lnTo>
                  <a:lnTo>
                    <a:pt x="420276" y="320072"/>
                  </a:lnTo>
                  <a:lnTo>
                    <a:pt x="420685" y="320417"/>
                  </a:lnTo>
                  <a:lnTo>
                    <a:pt x="420766" y="320603"/>
                  </a:lnTo>
                  <a:lnTo>
                    <a:pt x="420811" y="320910"/>
                  </a:lnTo>
                  <a:lnTo>
                    <a:pt x="420480" y="321194"/>
                  </a:lnTo>
                  <a:lnTo>
                    <a:pt x="420070" y="321186"/>
                  </a:lnTo>
                  <a:lnTo>
                    <a:pt x="419783" y="321503"/>
                  </a:lnTo>
                  <a:lnTo>
                    <a:pt x="419706" y="321753"/>
                  </a:lnTo>
                  <a:lnTo>
                    <a:pt x="419781" y="322204"/>
                  </a:lnTo>
                  <a:lnTo>
                    <a:pt x="419664" y="322596"/>
                  </a:lnTo>
                  <a:lnTo>
                    <a:pt x="419291" y="322764"/>
                  </a:lnTo>
                  <a:lnTo>
                    <a:pt x="418686" y="322891"/>
                  </a:lnTo>
                  <a:lnTo>
                    <a:pt x="418379" y="322881"/>
                  </a:lnTo>
                  <a:lnTo>
                    <a:pt x="417973" y="323041"/>
                  </a:lnTo>
                  <a:lnTo>
                    <a:pt x="417763" y="323163"/>
                  </a:lnTo>
                  <a:lnTo>
                    <a:pt x="417515" y="323203"/>
                  </a:lnTo>
                  <a:lnTo>
                    <a:pt x="417281" y="323214"/>
                  </a:lnTo>
                  <a:lnTo>
                    <a:pt x="417044" y="323322"/>
                  </a:lnTo>
                  <a:lnTo>
                    <a:pt x="416907" y="323411"/>
                  </a:lnTo>
                  <a:lnTo>
                    <a:pt x="416496" y="324121"/>
                  </a:lnTo>
                  <a:lnTo>
                    <a:pt x="416468" y="324431"/>
                  </a:lnTo>
                  <a:lnTo>
                    <a:pt x="416408" y="324577"/>
                  </a:lnTo>
                  <a:lnTo>
                    <a:pt x="416224" y="324722"/>
                  </a:lnTo>
                  <a:lnTo>
                    <a:pt x="416024" y="324935"/>
                  </a:lnTo>
                  <a:lnTo>
                    <a:pt x="415389" y="325459"/>
                  </a:lnTo>
                  <a:lnTo>
                    <a:pt x="415231" y="325736"/>
                  </a:lnTo>
                  <a:lnTo>
                    <a:pt x="415126" y="326009"/>
                  </a:lnTo>
                  <a:lnTo>
                    <a:pt x="414995" y="326245"/>
                  </a:lnTo>
                  <a:lnTo>
                    <a:pt x="414754" y="326563"/>
                  </a:lnTo>
                  <a:lnTo>
                    <a:pt x="414805" y="327063"/>
                  </a:lnTo>
                  <a:lnTo>
                    <a:pt x="414940" y="327438"/>
                  </a:lnTo>
                  <a:lnTo>
                    <a:pt x="415045" y="327766"/>
                  </a:lnTo>
                  <a:lnTo>
                    <a:pt x="415015" y="328354"/>
                  </a:lnTo>
                  <a:lnTo>
                    <a:pt x="414619" y="328757"/>
                  </a:lnTo>
                  <a:lnTo>
                    <a:pt x="414698" y="329008"/>
                  </a:lnTo>
                  <a:lnTo>
                    <a:pt x="414642" y="329259"/>
                  </a:lnTo>
                  <a:lnTo>
                    <a:pt x="414503" y="329485"/>
                  </a:lnTo>
                  <a:lnTo>
                    <a:pt x="414374" y="329773"/>
                  </a:lnTo>
                  <a:lnTo>
                    <a:pt x="414347" y="329944"/>
                  </a:lnTo>
                  <a:lnTo>
                    <a:pt x="413792" y="330661"/>
                  </a:lnTo>
                  <a:lnTo>
                    <a:pt x="413762" y="330807"/>
                  </a:lnTo>
                  <a:lnTo>
                    <a:pt x="413783" y="331122"/>
                  </a:lnTo>
                  <a:lnTo>
                    <a:pt x="413739" y="331320"/>
                  </a:lnTo>
                  <a:lnTo>
                    <a:pt x="413728" y="332005"/>
                  </a:lnTo>
                  <a:lnTo>
                    <a:pt x="413775" y="332351"/>
                  </a:lnTo>
                  <a:lnTo>
                    <a:pt x="413961" y="332721"/>
                  </a:lnTo>
                  <a:lnTo>
                    <a:pt x="414095" y="332887"/>
                  </a:lnTo>
                  <a:lnTo>
                    <a:pt x="414181" y="333297"/>
                  </a:lnTo>
                  <a:lnTo>
                    <a:pt x="414174" y="333506"/>
                  </a:lnTo>
                  <a:lnTo>
                    <a:pt x="414104" y="333946"/>
                  </a:lnTo>
                  <a:lnTo>
                    <a:pt x="414019" y="334131"/>
                  </a:lnTo>
                  <a:lnTo>
                    <a:pt x="413887" y="334396"/>
                  </a:lnTo>
                  <a:lnTo>
                    <a:pt x="413809" y="334529"/>
                  </a:lnTo>
                  <a:lnTo>
                    <a:pt x="413535" y="334711"/>
                  </a:lnTo>
                  <a:lnTo>
                    <a:pt x="413377" y="334753"/>
                  </a:lnTo>
                  <a:lnTo>
                    <a:pt x="413153" y="335083"/>
                  </a:lnTo>
                  <a:lnTo>
                    <a:pt x="412644" y="335375"/>
                  </a:lnTo>
                  <a:lnTo>
                    <a:pt x="412363" y="335152"/>
                  </a:lnTo>
                  <a:lnTo>
                    <a:pt x="411886" y="334771"/>
                  </a:lnTo>
                  <a:lnTo>
                    <a:pt x="411688" y="334612"/>
                  </a:lnTo>
                  <a:lnTo>
                    <a:pt x="411452" y="334595"/>
                  </a:lnTo>
                  <a:lnTo>
                    <a:pt x="411143" y="334707"/>
                  </a:lnTo>
                  <a:lnTo>
                    <a:pt x="411073" y="334991"/>
                  </a:lnTo>
                  <a:lnTo>
                    <a:pt x="411072" y="335194"/>
                  </a:lnTo>
                  <a:lnTo>
                    <a:pt x="411328" y="335503"/>
                  </a:lnTo>
                  <a:lnTo>
                    <a:pt x="411610" y="335855"/>
                  </a:lnTo>
                  <a:lnTo>
                    <a:pt x="411772" y="336470"/>
                  </a:lnTo>
                  <a:lnTo>
                    <a:pt x="411652" y="337082"/>
                  </a:lnTo>
                  <a:lnTo>
                    <a:pt x="411488" y="337296"/>
                  </a:lnTo>
                  <a:lnTo>
                    <a:pt x="411337" y="337424"/>
                  </a:lnTo>
                  <a:lnTo>
                    <a:pt x="411378" y="337694"/>
                  </a:lnTo>
                  <a:lnTo>
                    <a:pt x="411437" y="337958"/>
                  </a:lnTo>
                  <a:lnTo>
                    <a:pt x="411563" y="338147"/>
                  </a:lnTo>
                  <a:lnTo>
                    <a:pt x="411607" y="338334"/>
                  </a:lnTo>
                  <a:lnTo>
                    <a:pt x="411462" y="338409"/>
                  </a:lnTo>
                  <a:lnTo>
                    <a:pt x="411357" y="338975"/>
                  </a:lnTo>
                  <a:lnTo>
                    <a:pt x="411354" y="339336"/>
                  </a:lnTo>
                  <a:lnTo>
                    <a:pt x="411350" y="339509"/>
                  </a:lnTo>
                  <a:lnTo>
                    <a:pt x="411193" y="339885"/>
                  </a:lnTo>
                  <a:lnTo>
                    <a:pt x="410759" y="340408"/>
                  </a:lnTo>
                  <a:lnTo>
                    <a:pt x="410572" y="340761"/>
                  </a:lnTo>
                  <a:lnTo>
                    <a:pt x="410538" y="341089"/>
                  </a:lnTo>
                  <a:lnTo>
                    <a:pt x="410569" y="341405"/>
                  </a:lnTo>
                  <a:lnTo>
                    <a:pt x="410652" y="341730"/>
                  </a:lnTo>
                  <a:lnTo>
                    <a:pt x="410384" y="341780"/>
                  </a:lnTo>
                  <a:lnTo>
                    <a:pt x="410269" y="342374"/>
                  </a:lnTo>
                  <a:lnTo>
                    <a:pt x="410044" y="342527"/>
                  </a:lnTo>
                  <a:lnTo>
                    <a:pt x="409839" y="342660"/>
                  </a:lnTo>
                  <a:lnTo>
                    <a:pt x="409321" y="343075"/>
                  </a:lnTo>
                  <a:lnTo>
                    <a:pt x="409440" y="343607"/>
                  </a:lnTo>
                  <a:lnTo>
                    <a:pt x="409457" y="344040"/>
                  </a:lnTo>
                  <a:lnTo>
                    <a:pt x="409718" y="344008"/>
                  </a:lnTo>
                  <a:lnTo>
                    <a:pt x="409995" y="343887"/>
                  </a:lnTo>
                  <a:lnTo>
                    <a:pt x="410156" y="343956"/>
                  </a:lnTo>
                  <a:lnTo>
                    <a:pt x="410236" y="344445"/>
                  </a:lnTo>
                  <a:lnTo>
                    <a:pt x="410255" y="344604"/>
                  </a:lnTo>
                  <a:lnTo>
                    <a:pt x="410293" y="344734"/>
                  </a:lnTo>
                  <a:lnTo>
                    <a:pt x="410454" y="345208"/>
                  </a:lnTo>
                  <a:lnTo>
                    <a:pt x="410179" y="345435"/>
                  </a:lnTo>
                  <a:lnTo>
                    <a:pt x="410130" y="345574"/>
                  </a:lnTo>
                  <a:lnTo>
                    <a:pt x="410052" y="345717"/>
                  </a:lnTo>
                  <a:lnTo>
                    <a:pt x="409995" y="345864"/>
                  </a:lnTo>
                  <a:lnTo>
                    <a:pt x="409925" y="346047"/>
                  </a:lnTo>
                  <a:lnTo>
                    <a:pt x="409845" y="346256"/>
                  </a:lnTo>
                  <a:lnTo>
                    <a:pt x="409820" y="346723"/>
                  </a:lnTo>
                  <a:lnTo>
                    <a:pt x="409868" y="346907"/>
                  </a:lnTo>
                  <a:lnTo>
                    <a:pt x="409928" y="347050"/>
                  </a:lnTo>
                  <a:lnTo>
                    <a:pt x="409957" y="347313"/>
                  </a:lnTo>
                  <a:lnTo>
                    <a:pt x="409954" y="347622"/>
                  </a:lnTo>
                  <a:lnTo>
                    <a:pt x="409826" y="347603"/>
                  </a:lnTo>
                  <a:lnTo>
                    <a:pt x="409496" y="347801"/>
                  </a:lnTo>
                  <a:lnTo>
                    <a:pt x="409238" y="348247"/>
                  </a:lnTo>
                  <a:lnTo>
                    <a:pt x="409007" y="348656"/>
                  </a:lnTo>
                  <a:lnTo>
                    <a:pt x="408766" y="348603"/>
                  </a:lnTo>
                  <a:lnTo>
                    <a:pt x="408904" y="349257"/>
                  </a:lnTo>
                  <a:lnTo>
                    <a:pt x="408666" y="349677"/>
                  </a:lnTo>
                  <a:lnTo>
                    <a:pt x="408672" y="349971"/>
                  </a:lnTo>
                  <a:lnTo>
                    <a:pt x="408480" y="350472"/>
                  </a:lnTo>
                  <a:lnTo>
                    <a:pt x="408164" y="350778"/>
                  </a:lnTo>
                  <a:lnTo>
                    <a:pt x="408131" y="350948"/>
                  </a:lnTo>
                  <a:lnTo>
                    <a:pt x="408023" y="351094"/>
                  </a:lnTo>
                  <a:lnTo>
                    <a:pt x="407834" y="351532"/>
                  </a:lnTo>
                  <a:lnTo>
                    <a:pt x="407467" y="351848"/>
                  </a:lnTo>
                  <a:lnTo>
                    <a:pt x="407055" y="351801"/>
                  </a:lnTo>
                  <a:lnTo>
                    <a:pt x="406594" y="351335"/>
                  </a:lnTo>
                  <a:lnTo>
                    <a:pt x="406475" y="351127"/>
                  </a:lnTo>
                  <a:lnTo>
                    <a:pt x="406052" y="350794"/>
                  </a:lnTo>
                  <a:lnTo>
                    <a:pt x="405934" y="350490"/>
                  </a:lnTo>
                  <a:lnTo>
                    <a:pt x="405600" y="350419"/>
                  </a:lnTo>
                  <a:lnTo>
                    <a:pt x="405517" y="350704"/>
                  </a:lnTo>
                  <a:lnTo>
                    <a:pt x="405475" y="350849"/>
                  </a:lnTo>
                  <a:lnTo>
                    <a:pt x="405436" y="350984"/>
                  </a:lnTo>
                  <a:lnTo>
                    <a:pt x="405596" y="351378"/>
                  </a:lnTo>
                  <a:lnTo>
                    <a:pt x="405335" y="351918"/>
                  </a:lnTo>
                  <a:lnTo>
                    <a:pt x="405445" y="352172"/>
                  </a:lnTo>
                  <a:lnTo>
                    <a:pt x="405297" y="352404"/>
                  </a:lnTo>
                  <a:lnTo>
                    <a:pt x="405316" y="352619"/>
                  </a:lnTo>
                  <a:lnTo>
                    <a:pt x="405336" y="352763"/>
                  </a:lnTo>
                  <a:lnTo>
                    <a:pt x="405418" y="353068"/>
                  </a:lnTo>
                  <a:lnTo>
                    <a:pt x="405295" y="353455"/>
                  </a:lnTo>
                  <a:lnTo>
                    <a:pt x="405170" y="353706"/>
                  </a:lnTo>
                  <a:lnTo>
                    <a:pt x="405092" y="354786"/>
                  </a:lnTo>
                  <a:lnTo>
                    <a:pt x="404907" y="355291"/>
                  </a:lnTo>
                  <a:lnTo>
                    <a:pt x="404960" y="355627"/>
                  </a:lnTo>
                  <a:lnTo>
                    <a:pt x="405448" y="356233"/>
                  </a:lnTo>
                  <a:lnTo>
                    <a:pt x="405405" y="356412"/>
                  </a:lnTo>
                  <a:lnTo>
                    <a:pt x="405129" y="356711"/>
                  </a:lnTo>
                  <a:lnTo>
                    <a:pt x="405157" y="356923"/>
                  </a:lnTo>
                  <a:lnTo>
                    <a:pt x="405306" y="357078"/>
                  </a:lnTo>
                  <a:lnTo>
                    <a:pt x="405496" y="357099"/>
                  </a:lnTo>
                  <a:lnTo>
                    <a:pt x="405656" y="357248"/>
                  </a:lnTo>
                  <a:lnTo>
                    <a:pt x="405980" y="358157"/>
                  </a:lnTo>
                  <a:lnTo>
                    <a:pt x="406212" y="358340"/>
                  </a:lnTo>
                  <a:lnTo>
                    <a:pt x="406464" y="358323"/>
                  </a:lnTo>
                  <a:lnTo>
                    <a:pt x="407099" y="358211"/>
                  </a:lnTo>
                  <a:lnTo>
                    <a:pt x="407134" y="358429"/>
                  </a:lnTo>
                  <a:lnTo>
                    <a:pt x="407138" y="359206"/>
                  </a:lnTo>
                  <a:lnTo>
                    <a:pt x="407230" y="359385"/>
                  </a:lnTo>
                  <a:lnTo>
                    <a:pt x="407368" y="359302"/>
                  </a:lnTo>
                  <a:lnTo>
                    <a:pt x="407554" y="359043"/>
                  </a:lnTo>
                  <a:lnTo>
                    <a:pt x="408043" y="358800"/>
                  </a:lnTo>
                  <a:lnTo>
                    <a:pt x="408133" y="358591"/>
                  </a:lnTo>
                  <a:lnTo>
                    <a:pt x="408425" y="358586"/>
                  </a:lnTo>
                  <a:lnTo>
                    <a:pt x="408714" y="358574"/>
                  </a:lnTo>
                  <a:lnTo>
                    <a:pt x="409105" y="358706"/>
                  </a:lnTo>
                  <a:lnTo>
                    <a:pt x="409189" y="358906"/>
                  </a:lnTo>
                  <a:lnTo>
                    <a:pt x="409378" y="358955"/>
                  </a:lnTo>
                  <a:lnTo>
                    <a:pt x="409551" y="358955"/>
                  </a:lnTo>
                  <a:lnTo>
                    <a:pt x="409763" y="359253"/>
                  </a:lnTo>
                  <a:lnTo>
                    <a:pt x="409776" y="359696"/>
                  </a:lnTo>
                  <a:lnTo>
                    <a:pt x="409872" y="360165"/>
                  </a:lnTo>
                  <a:lnTo>
                    <a:pt x="410017" y="360284"/>
                  </a:lnTo>
                  <a:lnTo>
                    <a:pt x="410141" y="361137"/>
                  </a:lnTo>
                  <a:lnTo>
                    <a:pt x="410211" y="361305"/>
                  </a:lnTo>
                  <a:lnTo>
                    <a:pt x="410148" y="361536"/>
                  </a:lnTo>
                  <a:lnTo>
                    <a:pt x="410167" y="361668"/>
                  </a:lnTo>
                  <a:lnTo>
                    <a:pt x="410208" y="361958"/>
                  </a:lnTo>
                  <a:lnTo>
                    <a:pt x="410240" y="362190"/>
                  </a:lnTo>
                  <a:lnTo>
                    <a:pt x="410192" y="362375"/>
                  </a:lnTo>
                  <a:lnTo>
                    <a:pt x="410082" y="362809"/>
                  </a:lnTo>
                  <a:lnTo>
                    <a:pt x="409952" y="362828"/>
                  </a:lnTo>
                  <a:lnTo>
                    <a:pt x="409630" y="362954"/>
                  </a:lnTo>
                  <a:lnTo>
                    <a:pt x="409512" y="363091"/>
                  </a:lnTo>
                  <a:lnTo>
                    <a:pt x="409557" y="363369"/>
                  </a:lnTo>
                  <a:lnTo>
                    <a:pt x="409921" y="363627"/>
                  </a:lnTo>
                  <a:lnTo>
                    <a:pt x="410146" y="363831"/>
                  </a:lnTo>
                  <a:lnTo>
                    <a:pt x="410190" y="364107"/>
                  </a:lnTo>
                  <a:lnTo>
                    <a:pt x="410348" y="364398"/>
                  </a:lnTo>
                  <a:lnTo>
                    <a:pt x="410602" y="364391"/>
                  </a:lnTo>
                  <a:lnTo>
                    <a:pt x="410758" y="364253"/>
                  </a:lnTo>
                  <a:lnTo>
                    <a:pt x="410765" y="364121"/>
                  </a:lnTo>
                  <a:lnTo>
                    <a:pt x="410782" y="363776"/>
                  </a:lnTo>
                  <a:lnTo>
                    <a:pt x="410789" y="363644"/>
                  </a:lnTo>
                  <a:lnTo>
                    <a:pt x="410995" y="363288"/>
                  </a:lnTo>
                  <a:lnTo>
                    <a:pt x="411314" y="363312"/>
                  </a:lnTo>
                  <a:lnTo>
                    <a:pt x="411476" y="363325"/>
                  </a:lnTo>
                  <a:lnTo>
                    <a:pt x="411724" y="363344"/>
                  </a:lnTo>
                  <a:lnTo>
                    <a:pt x="412185" y="363404"/>
                  </a:lnTo>
                  <a:lnTo>
                    <a:pt x="412320" y="363354"/>
                  </a:lnTo>
                  <a:lnTo>
                    <a:pt x="412739" y="362935"/>
                  </a:lnTo>
                  <a:lnTo>
                    <a:pt x="412897" y="362777"/>
                  </a:lnTo>
                  <a:lnTo>
                    <a:pt x="413183" y="362729"/>
                  </a:lnTo>
                  <a:lnTo>
                    <a:pt x="413309" y="362562"/>
                  </a:lnTo>
                  <a:lnTo>
                    <a:pt x="413464" y="362357"/>
                  </a:lnTo>
                  <a:lnTo>
                    <a:pt x="413970" y="361786"/>
                  </a:lnTo>
                  <a:lnTo>
                    <a:pt x="414258" y="362047"/>
                  </a:lnTo>
                  <a:lnTo>
                    <a:pt x="414704" y="362252"/>
                  </a:lnTo>
                  <a:lnTo>
                    <a:pt x="415133" y="362500"/>
                  </a:lnTo>
                  <a:lnTo>
                    <a:pt x="414978" y="362133"/>
                  </a:lnTo>
                  <a:lnTo>
                    <a:pt x="414825" y="362064"/>
                  </a:lnTo>
                  <a:lnTo>
                    <a:pt x="414866" y="361876"/>
                  </a:lnTo>
                  <a:lnTo>
                    <a:pt x="415079" y="361602"/>
                  </a:lnTo>
                  <a:lnTo>
                    <a:pt x="415227" y="361715"/>
                  </a:lnTo>
                  <a:lnTo>
                    <a:pt x="415355" y="361831"/>
                  </a:lnTo>
                  <a:lnTo>
                    <a:pt x="415265" y="362032"/>
                  </a:lnTo>
                  <a:lnTo>
                    <a:pt x="415219" y="362355"/>
                  </a:lnTo>
                  <a:lnTo>
                    <a:pt x="415362" y="362470"/>
                  </a:lnTo>
                  <a:lnTo>
                    <a:pt x="415257" y="363078"/>
                  </a:lnTo>
                  <a:lnTo>
                    <a:pt x="415172" y="363864"/>
                  </a:lnTo>
                  <a:lnTo>
                    <a:pt x="415132" y="364065"/>
                  </a:lnTo>
                  <a:lnTo>
                    <a:pt x="415095" y="364528"/>
                  </a:lnTo>
                  <a:lnTo>
                    <a:pt x="414841" y="364747"/>
                  </a:lnTo>
                  <a:lnTo>
                    <a:pt x="414836" y="364896"/>
                  </a:lnTo>
                  <a:lnTo>
                    <a:pt x="414740" y="365106"/>
                  </a:lnTo>
                  <a:lnTo>
                    <a:pt x="414873" y="366082"/>
                  </a:lnTo>
                  <a:lnTo>
                    <a:pt x="414836" y="366763"/>
                  </a:lnTo>
                  <a:lnTo>
                    <a:pt x="414799" y="366916"/>
                  </a:lnTo>
                  <a:lnTo>
                    <a:pt x="414937" y="367942"/>
                  </a:lnTo>
                  <a:lnTo>
                    <a:pt x="415158" y="368192"/>
                  </a:lnTo>
                  <a:lnTo>
                    <a:pt x="415357" y="368217"/>
                  </a:lnTo>
                  <a:lnTo>
                    <a:pt x="415585" y="368270"/>
                  </a:lnTo>
                  <a:lnTo>
                    <a:pt x="415676" y="367948"/>
                  </a:lnTo>
                  <a:lnTo>
                    <a:pt x="415911" y="367778"/>
                  </a:lnTo>
                  <a:lnTo>
                    <a:pt x="416154" y="367803"/>
                  </a:lnTo>
                  <a:lnTo>
                    <a:pt x="416312" y="367928"/>
                  </a:lnTo>
                  <a:lnTo>
                    <a:pt x="416739" y="368266"/>
                  </a:lnTo>
                  <a:lnTo>
                    <a:pt x="416953" y="368493"/>
                  </a:lnTo>
                  <a:lnTo>
                    <a:pt x="417012" y="368846"/>
                  </a:lnTo>
                  <a:lnTo>
                    <a:pt x="417204" y="369049"/>
                  </a:lnTo>
                  <a:lnTo>
                    <a:pt x="417442" y="369238"/>
                  </a:lnTo>
                  <a:lnTo>
                    <a:pt x="417660" y="369411"/>
                  </a:lnTo>
                  <a:lnTo>
                    <a:pt x="417888" y="369637"/>
                  </a:lnTo>
                  <a:lnTo>
                    <a:pt x="418390" y="369615"/>
                  </a:lnTo>
                  <a:lnTo>
                    <a:pt x="419049" y="370173"/>
                  </a:lnTo>
                  <a:lnTo>
                    <a:pt x="419168" y="370420"/>
                  </a:lnTo>
                  <a:lnTo>
                    <a:pt x="419253" y="370724"/>
                  </a:lnTo>
                  <a:lnTo>
                    <a:pt x="419207" y="371073"/>
                  </a:lnTo>
                  <a:lnTo>
                    <a:pt x="419273" y="371386"/>
                  </a:lnTo>
                  <a:lnTo>
                    <a:pt x="419207" y="371695"/>
                  </a:lnTo>
                  <a:lnTo>
                    <a:pt x="419383" y="372390"/>
                  </a:lnTo>
                  <a:lnTo>
                    <a:pt x="419377" y="372596"/>
                  </a:lnTo>
                  <a:lnTo>
                    <a:pt x="419011" y="372741"/>
                  </a:lnTo>
                  <a:lnTo>
                    <a:pt x="419117" y="373085"/>
                  </a:lnTo>
                  <a:lnTo>
                    <a:pt x="419437" y="373158"/>
                  </a:lnTo>
                  <a:lnTo>
                    <a:pt x="419779" y="373478"/>
                  </a:lnTo>
                  <a:lnTo>
                    <a:pt x="420048" y="373580"/>
                  </a:lnTo>
                  <a:lnTo>
                    <a:pt x="420749" y="373084"/>
                  </a:lnTo>
                  <a:lnTo>
                    <a:pt x="421009" y="373006"/>
                  </a:lnTo>
                  <a:lnTo>
                    <a:pt x="421241" y="372964"/>
                  </a:lnTo>
                  <a:lnTo>
                    <a:pt x="421510" y="373124"/>
                  </a:lnTo>
                  <a:lnTo>
                    <a:pt x="421598" y="372967"/>
                  </a:lnTo>
                  <a:lnTo>
                    <a:pt x="421827" y="372921"/>
                  </a:lnTo>
                  <a:lnTo>
                    <a:pt x="421915" y="373383"/>
                  </a:lnTo>
                  <a:lnTo>
                    <a:pt x="422106" y="373694"/>
                  </a:lnTo>
                  <a:lnTo>
                    <a:pt x="422571" y="373910"/>
                  </a:lnTo>
                  <a:lnTo>
                    <a:pt x="422743" y="373976"/>
                  </a:lnTo>
                  <a:lnTo>
                    <a:pt x="422745" y="374137"/>
                  </a:lnTo>
                  <a:lnTo>
                    <a:pt x="423014" y="374213"/>
                  </a:lnTo>
                  <a:lnTo>
                    <a:pt x="423226" y="374419"/>
                  </a:lnTo>
                  <a:lnTo>
                    <a:pt x="423403" y="374466"/>
                  </a:lnTo>
                  <a:lnTo>
                    <a:pt x="423894" y="374559"/>
                  </a:lnTo>
                  <a:lnTo>
                    <a:pt x="423898" y="374110"/>
                  </a:lnTo>
                  <a:lnTo>
                    <a:pt x="424179" y="373901"/>
                  </a:lnTo>
                  <a:lnTo>
                    <a:pt x="424633" y="374094"/>
                  </a:lnTo>
                  <a:lnTo>
                    <a:pt x="424949" y="374282"/>
                  </a:lnTo>
                  <a:lnTo>
                    <a:pt x="425078" y="374491"/>
                  </a:lnTo>
                  <a:lnTo>
                    <a:pt x="425230" y="374679"/>
                  </a:lnTo>
                  <a:lnTo>
                    <a:pt x="425366" y="374853"/>
                  </a:lnTo>
                  <a:lnTo>
                    <a:pt x="425685" y="375005"/>
                  </a:lnTo>
                  <a:lnTo>
                    <a:pt x="426071" y="374540"/>
                  </a:lnTo>
                  <a:lnTo>
                    <a:pt x="426212" y="374516"/>
                  </a:lnTo>
                  <a:lnTo>
                    <a:pt x="426397" y="374420"/>
                  </a:lnTo>
                  <a:lnTo>
                    <a:pt x="426568" y="374609"/>
                  </a:lnTo>
                  <a:lnTo>
                    <a:pt x="426624" y="374881"/>
                  </a:lnTo>
                  <a:lnTo>
                    <a:pt x="426701" y="375138"/>
                  </a:lnTo>
                  <a:lnTo>
                    <a:pt x="427040" y="375832"/>
                  </a:lnTo>
                  <a:lnTo>
                    <a:pt x="426767" y="375964"/>
                  </a:lnTo>
                  <a:lnTo>
                    <a:pt x="426095" y="376563"/>
                  </a:lnTo>
                  <a:lnTo>
                    <a:pt x="426237" y="377149"/>
                  </a:lnTo>
                  <a:lnTo>
                    <a:pt x="426247" y="377281"/>
                  </a:lnTo>
                  <a:lnTo>
                    <a:pt x="426407" y="377567"/>
                  </a:lnTo>
                  <a:lnTo>
                    <a:pt x="426527" y="377717"/>
                  </a:lnTo>
                  <a:lnTo>
                    <a:pt x="426370" y="377780"/>
                  </a:lnTo>
                  <a:lnTo>
                    <a:pt x="426218" y="378218"/>
                  </a:lnTo>
                  <a:lnTo>
                    <a:pt x="426207" y="378351"/>
                  </a:lnTo>
                  <a:lnTo>
                    <a:pt x="426479" y="378742"/>
                  </a:lnTo>
                  <a:lnTo>
                    <a:pt x="426570" y="379076"/>
                  </a:lnTo>
                  <a:lnTo>
                    <a:pt x="426577" y="379208"/>
                  </a:lnTo>
                  <a:lnTo>
                    <a:pt x="426430" y="379479"/>
                  </a:lnTo>
                  <a:lnTo>
                    <a:pt x="426218" y="379497"/>
                  </a:lnTo>
                  <a:lnTo>
                    <a:pt x="426080" y="379508"/>
                  </a:lnTo>
                  <a:lnTo>
                    <a:pt x="425821" y="379418"/>
                  </a:lnTo>
                  <a:lnTo>
                    <a:pt x="425588" y="379304"/>
                  </a:lnTo>
                  <a:lnTo>
                    <a:pt x="424887" y="378433"/>
                  </a:lnTo>
                  <a:lnTo>
                    <a:pt x="424607" y="377947"/>
                  </a:lnTo>
                  <a:lnTo>
                    <a:pt x="424449" y="377613"/>
                  </a:lnTo>
                  <a:lnTo>
                    <a:pt x="424001" y="377274"/>
                  </a:lnTo>
                  <a:lnTo>
                    <a:pt x="423812" y="377180"/>
                  </a:lnTo>
                  <a:lnTo>
                    <a:pt x="423607" y="377139"/>
                  </a:lnTo>
                  <a:lnTo>
                    <a:pt x="423479" y="377132"/>
                  </a:lnTo>
                  <a:lnTo>
                    <a:pt x="423284" y="377226"/>
                  </a:lnTo>
                  <a:lnTo>
                    <a:pt x="423002" y="377442"/>
                  </a:lnTo>
                  <a:lnTo>
                    <a:pt x="422577" y="377866"/>
                  </a:lnTo>
                  <a:lnTo>
                    <a:pt x="422496" y="378004"/>
                  </a:lnTo>
                  <a:lnTo>
                    <a:pt x="422773" y="378147"/>
                  </a:lnTo>
                  <a:lnTo>
                    <a:pt x="422914" y="378290"/>
                  </a:lnTo>
                  <a:lnTo>
                    <a:pt x="422979" y="378454"/>
                  </a:lnTo>
                  <a:lnTo>
                    <a:pt x="422964" y="378973"/>
                  </a:lnTo>
                  <a:lnTo>
                    <a:pt x="422905" y="379140"/>
                  </a:lnTo>
                  <a:lnTo>
                    <a:pt x="422598" y="379521"/>
                  </a:lnTo>
                  <a:lnTo>
                    <a:pt x="422298" y="379945"/>
                  </a:lnTo>
                  <a:lnTo>
                    <a:pt x="422246" y="380503"/>
                  </a:lnTo>
                  <a:lnTo>
                    <a:pt x="422031" y="380740"/>
                  </a:lnTo>
                  <a:lnTo>
                    <a:pt x="421668" y="380997"/>
                  </a:lnTo>
                  <a:lnTo>
                    <a:pt x="421319" y="381361"/>
                  </a:lnTo>
                  <a:lnTo>
                    <a:pt x="421277" y="381748"/>
                  </a:lnTo>
                  <a:lnTo>
                    <a:pt x="421214" y="382293"/>
                  </a:lnTo>
                  <a:lnTo>
                    <a:pt x="421139" y="382438"/>
                  </a:lnTo>
                  <a:lnTo>
                    <a:pt x="420908" y="382724"/>
                  </a:lnTo>
                  <a:lnTo>
                    <a:pt x="420869" y="383203"/>
                  </a:lnTo>
                  <a:lnTo>
                    <a:pt x="420443" y="383935"/>
                  </a:lnTo>
                  <a:lnTo>
                    <a:pt x="420259" y="384057"/>
                  </a:lnTo>
                  <a:lnTo>
                    <a:pt x="419676" y="384222"/>
                  </a:lnTo>
                  <a:lnTo>
                    <a:pt x="419114" y="384363"/>
                  </a:lnTo>
                  <a:lnTo>
                    <a:pt x="418814" y="384375"/>
                  </a:lnTo>
                  <a:lnTo>
                    <a:pt x="418273" y="384348"/>
                  </a:lnTo>
                  <a:lnTo>
                    <a:pt x="418081" y="384508"/>
                  </a:lnTo>
                  <a:lnTo>
                    <a:pt x="418568" y="384621"/>
                  </a:lnTo>
                  <a:lnTo>
                    <a:pt x="418776" y="384658"/>
                  </a:lnTo>
                  <a:lnTo>
                    <a:pt x="419134" y="384608"/>
                  </a:lnTo>
                  <a:lnTo>
                    <a:pt x="419294" y="384508"/>
                  </a:lnTo>
                  <a:lnTo>
                    <a:pt x="419565" y="384439"/>
                  </a:lnTo>
                  <a:lnTo>
                    <a:pt x="420137" y="384434"/>
                  </a:lnTo>
                  <a:lnTo>
                    <a:pt x="420413" y="384478"/>
                  </a:lnTo>
                  <a:lnTo>
                    <a:pt x="420569" y="384573"/>
                  </a:lnTo>
                  <a:lnTo>
                    <a:pt x="420847" y="384669"/>
                  </a:lnTo>
                  <a:lnTo>
                    <a:pt x="421019" y="384966"/>
                  </a:lnTo>
                  <a:lnTo>
                    <a:pt x="421280" y="385183"/>
                  </a:lnTo>
                  <a:lnTo>
                    <a:pt x="421533" y="385558"/>
                  </a:lnTo>
                  <a:lnTo>
                    <a:pt x="421515" y="385772"/>
                  </a:lnTo>
                  <a:lnTo>
                    <a:pt x="421709" y="386124"/>
                  </a:lnTo>
                  <a:lnTo>
                    <a:pt x="421709" y="386465"/>
                  </a:lnTo>
                  <a:lnTo>
                    <a:pt x="421801" y="386834"/>
                  </a:lnTo>
                  <a:lnTo>
                    <a:pt x="421989" y="387089"/>
                  </a:lnTo>
                  <a:lnTo>
                    <a:pt x="422075" y="387258"/>
                  </a:lnTo>
                  <a:lnTo>
                    <a:pt x="422018" y="387509"/>
                  </a:lnTo>
                  <a:lnTo>
                    <a:pt x="421783" y="387612"/>
                  </a:lnTo>
                  <a:lnTo>
                    <a:pt x="421539" y="387552"/>
                  </a:lnTo>
                  <a:lnTo>
                    <a:pt x="421091" y="387832"/>
                  </a:lnTo>
                  <a:lnTo>
                    <a:pt x="420963" y="387918"/>
                  </a:lnTo>
                  <a:lnTo>
                    <a:pt x="420973" y="388502"/>
                  </a:lnTo>
                  <a:lnTo>
                    <a:pt x="420653" y="388653"/>
                  </a:lnTo>
                  <a:lnTo>
                    <a:pt x="420434" y="388696"/>
                  </a:lnTo>
                  <a:lnTo>
                    <a:pt x="419933" y="389138"/>
                  </a:lnTo>
                  <a:lnTo>
                    <a:pt x="420010" y="389426"/>
                  </a:lnTo>
                  <a:lnTo>
                    <a:pt x="419934" y="389706"/>
                  </a:lnTo>
                  <a:lnTo>
                    <a:pt x="419738" y="389874"/>
                  </a:lnTo>
                  <a:lnTo>
                    <a:pt x="419580" y="390043"/>
                  </a:lnTo>
                  <a:lnTo>
                    <a:pt x="419447" y="390148"/>
                  </a:lnTo>
                  <a:lnTo>
                    <a:pt x="419465" y="390342"/>
                  </a:lnTo>
                  <a:lnTo>
                    <a:pt x="419409" y="390526"/>
                  </a:lnTo>
                  <a:lnTo>
                    <a:pt x="419291" y="390735"/>
                  </a:lnTo>
                  <a:lnTo>
                    <a:pt x="419078" y="390990"/>
                  </a:lnTo>
                  <a:lnTo>
                    <a:pt x="418888" y="391278"/>
                  </a:lnTo>
                  <a:lnTo>
                    <a:pt x="418842" y="391430"/>
                  </a:lnTo>
                  <a:lnTo>
                    <a:pt x="418805" y="391716"/>
                  </a:lnTo>
                  <a:lnTo>
                    <a:pt x="418617" y="392076"/>
                  </a:lnTo>
                  <a:lnTo>
                    <a:pt x="418405" y="392234"/>
                  </a:lnTo>
                  <a:lnTo>
                    <a:pt x="418278" y="392330"/>
                  </a:lnTo>
                  <a:lnTo>
                    <a:pt x="418113" y="392414"/>
                  </a:lnTo>
                  <a:lnTo>
                    <a:pt x="417621" y="392460"/>
                  </a:lnTo>
                  <a:lnTo>
                    <a:pt x="417407" y="392705"/>
                  </a:lnTo>
                  <a:lnTo>
                    <a:pt x="417097" y="392882"/>
                  </a:lnTo>
                  <a:lnTo>
                    <a:pt x="416662" y="393550"/>
                  </a:lnTo>
                  <a:lnTo>
                    <a:pt x="416339" y="394149"/>
                  </a:lnTo>
                  <a:lnTo>
                    <a:pt x="416190" y="394519"/>
                  </a:lnTo>
                  <a:lnTo>
                    <a:pt x="416009" y="394824"/>
                  </a:lnTo>
                  <a:lnTo>
                    <a:pt x="415528" y="395320"/>
                  </a:lnTo>
                  <a:lnTo>
                    <a:pt x="415199" y="395715"/>
                  </a:lnTo>
                  <a:lnTo>
                    <a:pt x="414972" y="395844"/>
                  </a:lnTo>
                  <a:lnTo>
                    <a:pt x="414671" y="396388"/>
                  </a:lnTo>
                  <a:lnTo>
                    <a:pt x="414619" y="396818"/>
                  </a:lnTo>
                  <a:lnTo>
                    <a:pt x="414587" y="397080"/>
                  </a:lnTo>
                  <a:lnTo>
                    <a:pt x="414686" y="397467"/>
                  </a:lnTo>
                  <a:lnTo>
                    <a:pt x="414747" y="397605"/>
                  </a:lnTo>
                  <a:lnTo>
                    <a:pt x="414853" y="397944"/>
                  </a:lnTo>
                  <a:lnTo>
                    <a:pt x="414903" y="398199"/>
                  </a:lnTo>
                  <a:lnTo>
                    <a:pt x="414678" y="398577"/>
                  </a:lnTo>
                  <a:lnTo>
                    <a:pt x="414700" y="398756"/>
                  </a:lnTo>
                  <a:lnTo>
                    <a:pt x="414769" y="398988"/>
                  </a:lnTo>
                  <a:lnTo>
                    <a:pt x="414759" y="399149"/>
                  </a:lnTo>
                  <a:lnTo>
                    <a:pt x="414431" y="399556"/>
                  </a:lnTo>
                  <a:lnTo>
                    <a:pt x="414238" y="400317"/>
                  </a:lnTo>
                  <a:lnTo>
                    <a:pt x="413742" y="400598"/>
                  </a:lnTo>
                  <a:lnTo>
                    <a:pt x="413761" y="400914"/>
                  </a:lnTo>
                  <a:lnTo>
                    <a:pt x="413592" y="401259"/>
                  </a:lnTo>
                  <a:lnTo>
                    <a:pt x="413538" y="401647"/>
                  </a:lnTo>
                  <a:lnTo>
                    <a:pt x="413357" y="402026"/>
                  </a:lnTo>
                  <a:lnTo>
                    <a:pt x="413106" y="402388"/>
                  </a:lnTo>
                  <a:lnTo>
                    <a:pt x="413113" y="402700"/>
                  </a:lnTo>
                  <a:lnTo>
                    <a:pt x="412968" y="403287"/>
                  </a:lnTo>
                  <a:lnTo>
                    <a:pt x="412406" y="404125"/>
                  </a:lnTo>
                  <a:lnTo>
                    <a:pt x="412099" y="404145"/>
                  </a:lnTo>
                  <a:lnTo>
                    <a:pt x="411835" y="404395"/>
                  </a:lnTo>
                  <a:lnTo>
                    <a:pt x="411596" y="404699"/>
                  </a:lnTo>
                  <a:lnTo>
                    <a:pt x="411355" y="404723"/>
                  </a:lnTo>
                  <a:lnTo>
                    <a:pt x="410916" y="404765"/>
                  </a:lnTo>
                  <a:lnTo>
                    <a:pt x="411868" y="404776"/>
                  </a:lnTo>
                  <a:lnTo>
                    <a:pt x="412114" y="404491"/>
                  </a:lnTo>
                  <a:lnTo>
                    <a:pt x="412365" y="404480"/>
                  </a:lnTo>
                  <a:lnTo>
                    <a:pt x="412530" y="404931"/>
                  </a:lnTo>
                  <a:lnTo>
                    <a:pt x="412673" y="404980"/>
                  </a:lnTo>
                  <a:lnTo>
                    <a:pt x="412868" y="405099"/>
                  </a:lnTo>
                  <a:lnTo>
                    <a:pt x="413044" y="405207"/>
                  </a:lnTo>
                  <a:lnTo>
                    <a:pt x="413207" y="405371"/>
                  </a:lnTo>
                  <a:lnTo>
                    <a:pt x="413146" y="405744"/>
                  </a:lnTo>
                  <a:lnTo>
                    <a:pt x="413116" y="406161"/>
                  </a:lnTo>
                  <a:lnTo>
                    <a:pt x="413071" y="406949"/>
                  </a:lnTo>
                  <a:lnTo>
                    <a:pt x="413235" y="407304"/>
                  </a:lnTo>
                  <a:lnTo>
                    <a:pt x="413280" y="407566"/>
                  </a:lnTo>
                  <a:lnTo>
                    <a:pt x="413304" y="407985"/>
                  </a:lnTo>
                  <a:lnTo>
                    <a:pt x="413468" y="408157"/>
                  </a:lnTo>
                  <a:lnTo>
                    <a:pt x="413619" y="408391"/>
                  </a:lnTo>
                  <a:lnTo>
                    <a:pt x="413644" y="408867"/>
                  </a:lnTo>
                  <a:lnTo>
                    <a:pt x="413685" y="409163"/>
                  </a:lnTo>
                  <a:lnTo>
                    <a:pt x="413707" y="409320"/>
                  </a:lnTo>
                  <a:lnTo>
                    <a:pt x="413832" y="409825"/>
                  </a:lnTo>
                  <a:lnTo>
                    <a:pt x="414071" y="410008"/>
                  </a:lnTo>
                  <a:lnTo>
                    <a:pt x="414310" y="410015"/>
                  </a:lnTo>
                  <a:lnTo>
                    <a:pt x="414437" y="409844"/>
                  </a:lnTo>
                  <a:lnTo>
                    <a:pt x="414670" y="410220"/>
                  </a:lnTo>
                  <a:lnTo>
                    <a:pt x="414772" y="410429"/>
                  </a:lnTo>
                  <a:lnTo>
                    <a:pt x="415091" y="410583"/>
                  </a:lnTo>
                  <a:lnTo>
                    <a:pt x="415099" y="410775"/>
                  </a:lnTo>
                  <a:lnTo>
                    <a:pt x="415016" y="411093"/>
                  </a:lnTo>
                  <a:lnTo>
                    <a:pt x="414736" y="411255"/>
                  </a:lnTo>
                  <a:lnTo>
                    <a:pt x="414933" y="411519"/>
                  </a:lnTo>
                  <a:lnTo>
                    <a:pt x="414968" y="412027"/>
                  </a:lnTo>
                  <a:lnTo>
                    <a:pt x="415222" y="412522"/>
                  </a:lnTo>
                  <a:lnTo>
                    <a:pt x="415859" y="412987"/>
                  </a:lnTo>
                  <a:lnTo>
                    <a:pt x="415817" y="413367"/>
                  </a:lnTo>
                  <a:lnTo>
                    <a:pt x="415869" y="413514"/>
                  </a:lnTo>
                  <a:lnTo>
                    <a:pt x="416043" y="413771"/>
                  </a:lnTo>
                  <a:lnTo>
                    <a:pt x="415991" y="414469"/>
                  </a:lnTo>
                  <a:lnTo>
                    <a:pt x="416070" y="414613"/>
                  </a:lnTo>
                  <a:lnTo>
                    <a:pt x="416152" y="414940"/>
                  </a:lnTo>
                  <a:lnTo>
                    <a:pt x="416201" y="415308"/>
                  </a:lnTo>
                  <a:lnTo>
                    <a:pt x="416548" y="415464"/>
                  </a:lnTo>
                  <a:lnTo>
                    <a:pt x="416866" y="415301"/>
                  </a:lnTo>
                  <a:lnTo>
                    <a:pt x="417091" y="415327"/>
                  </a:lnTo>
                  <a:lnTo>
                    <a:pt x="417362" y="415417"/>
                  </a:lnTo>
                  <a:lnTo>
                    <a:pt x="417785" y="415416"/>
                  </a:lnTo>
                  <a:lnTo>
                    <a:pt x="418143" y="415683"/>
                  </a:lnTo>
                  <a:lnTo>
                    <a:pt x="418439" y="416414"/>
                  </a:lnTo>
                  <a:lnTo>
                    <a:pt x="417962" y="416873"/>
                  </a:lnTo>
                  <a:lnTo>
                    <a:pt x="417874" y="417172"/>
                  </a:lnTo>
                  <a:lnTo>
                    <a:pt x="417833" y="417304"/>
                  </a:lnTo>
                  <a:lnTo>
                    <a:pt x="417607" y="417603"/>
                  </a:lnTo>
                  <a:lnTo>
                    <a:pt x="417885" y="417600"/>
                  </a:lnTo>
                  <a:lnTo>
                    <a:pt x="418257" y="417733"/>
                  </a:lnTo>
                  <a:lnTo>
                    <a:pt x="418484" y="417876"/>
                  </a:lnTo>
                  <a:lnTo>
                    <a:pt x="418703" y="417932"/>
                  </a:lnTo>
                  <a:lnTo>
                    <a:pt x="419055" y="417982"/>
                  </a:lnTo>
                  <a:lnTo>
                    <a:pt x="419507" y="418343"/>
                  </a:lnTo>
                  <a:lnTo>
                    <a:pt x="419778" y="418687"/>
                  </a:lnTo>
                  <a:lnTo>
                    <a:pt x="419953" y="418909"/>
                  </a:lnTo>
                  <a:lnTo>
                    <a:pt x="420199" y="419030"/>
                  </a:lnTo>
                  <a:lnTo>
                    <a:pt x="420405" y="419113"/>
                  </a:lnTo>
                  <a:lnTo>
                    <a:pt x="420538" y="419511"/>
                  </a:lnTo>
                  <a:lnTo>
                    <a:pt x="420754" y="419641"/>
                  </a:lnTo>
                  <a:lnTo>
                    <a:pt x="420896" y="419992"/>
                  </a:lnTo>
                  <a:lnTo>
                    <a:pt x="421294" y="420242"/>
                  </a:lnTo>
                  <a:lnTo>
                    <a:pt x="421476" y="420416"/>
                  </a:lnTo>
                  <a:lnTo>
                    <a:pt x="421885" y="420116"/>
                  </a:lnTo>
                  <a:lnTo>
                    <a:pt x="422536" y="419423"/>
                  </a:lnTo>
                  <a:lnTo>
                    <a:pt x="422516" y="418971"/>
                  </a:lnTo>
                  <a:lnTo>
                    <a:pt x="422098" y="418332"/>
                  </a:lnTo>
                  <a:lnTo>
                    <a:pt x="422213" y="418193"/>
                  </a:lnTo>
                  <a:lnTo>
                    <a:pt x="422236" y="417683"/>
                  </a:lnTo>
                  <a:lnTo>
                    <a:pt x="422116" y="417459"/>
                  </a:lnTo>
                  <a:lnTo>
                    <a:pt x="422017" y="417276"/>
                  </a:lnTo>
                  <a:lnTo>
                    <a:pt x="421980" y="416978"/>
                  </a:lnTo>
                  <a:lnTo>
                    <a:pt x="421952" y="416749"/>
                  </a:lnTo>
                  <a:lnTo>
                    <a:pt x="421895" y="416209"/>
                  </a:lnTo>
                  <a:lnTo>
                    <a:pt x="421702" y="415606"/>
                  </a:lnTo>
                  <a:lnTo>
                    <a:pt x="421724" y="415278"/>
                  </a:lnTo>
                  <a:lnTo>
                    <a:pt x="421845" y="415046"/>
                  </a:lnTo>
                  <a:lnTo>
                    <a:pt x="422036" y="414680"/>
                  </a:lnTo>
                  <a:lnTo>
                    <a:pt x="422089" y="414540"/>
                  </a:lnTo>
                  <a:lnTo>
                    <a:pt x="422181" y="414325"/>
                  </a:lnTo>
                  <a:lnTo>
                    <a:pt x="422461" y="414352"/>
                  </a:lnTo>
                  <a:lnTo>
                    <a:pt x="422858" y="414299"/>
                  </a:lnTo>
                  <a:lnTo>
                    <a:pt x="422993" y="414350"/>
                  </a:lnTo>
                  <a:lnTo>
                    <a:pt x="423409" y="414606"/>
                  </a:lnTo>
                  <a:lnTo>
                    <a:pt x="423746" y="414701"/>
                  </a:lnTo>
                  <a:lnTo>
                    <a:pt x="423875" y="413626"/>
                  </a:lnTo>
                  <a:lnTo>
                    <a:pt x="424091" y="413574"/>
                  </a:lnTo>
                  <a:lnTo>
                    <a:pt x="424664" y="413834"/>
                  </a:lnTo>
                  <a:lnTo>
                    <a:pt x="424676" y="414064"/>
                  </a:lnTo>
                  <a:lnTo>
                    <a:pt x="425026" y="414353"/>
                  </a:lnTo>
                  <a:lnTo>
                    <a:pt x="425400" y="414367"/>
                  </a:lnTo>
                  <a:lnTo>
                    <a:pt x="425621" y="414376"/>
                  </a:lnTo>
                  <a:lnTo>
                    <a:pt x="425975" y="414447"/>
                  </a:lnTo>
                  <a:lnTo>
                    <a:pt x="426327" y="414660"/>
                  </a:lnTo>
                  <a:lnTo>
                    <a:pt x="426489" y="414611"/>
                  </a:lnTo>
                  <a:lnTo>
                    <a:pt x="426737" y="414538"/>
                  </a:lnTo>
                  <a:lnTo>
                    <a:pt x="427084" y="414222"/>
                  </a:lnTo>
                  <a:lnTo>
                    <a:pt x="427358" y="414087"/>
                  </a:lnTo>
                  <a:lnTo>
                    <a:pt x="427716" y="414125"/>
                  </a:lnTo>
                  <a:lnTo>
                    <a:pt x="427786" y="414298"/>
                  </a:lnTo>
                  <a:lnTo>
                    <a:pt x="428361" y="414561"/>
                  </a:lnTo>
                  <a:lnTo>
                    <a:pt x="428710" y="414929"/>
                  </a:lnTo>
                  <a:lnTo>
                    <a:pt x="428930" y="414895"/>
                  </a:lnTo>
                  <a:lnTo>
                    <a:pt x="429168" y="414858"/>
                  </a:lnTo>
                  <a:lnTo>
                    <a:pt x="429406" y="414896"/>
                  </a:lnTo>
                  <a:lnTo>
                    <a:pt x="429710" y="414944"/>
                  </a:lnTo>
                  <a:lnTo>
                    <a:pt x="430084" y="415003"/>
                  </a:lnTo>
                  <a:lnTo>
                    <a:pt x="430608" y="415217"/>
                  </a:lnTo>
                  <a:lnTo>
                    <a:pt x="430881" y="415373"/>
                  </a:lnTo>
                  <a:lnTo>
                    <a:pt x="431050" y="415469"/>
                  </a:lnTo>
                  <a:lnTo>
                    <a:pt x="431135" y="416044"/>
                  </a:lnTo>
                  <a:lnTo>
                    <a:pt x="431314" y="416079"/>
                  </a:lnTo>
                  <a:lnTo>
                    <a:pt x="431675" y="416029"/>
                  </a:lnTo>
                  <a:lnTo>
                    <a:pt x="431937" y="416115"/>
                  </a:lnTo>
                  <a:lnTo>
                    <a:pt x="432422" y="415897"/>
                  </a:lnTo>
                  <a:lnTo>
                    <a:pt x="432712" y="415936"/>
                  </a:lnTo>
                  <a:lnTo>
                    <a:pt x="432905" y="416065"/>
                  </a:lnTo>
                  <a:lnTo>
                    <a:pt x="433080" y="416005"/>
                  </a:lnTo>
                  <a:lnTo>
                    <a:pt x="433383" y="415825"/>
                  </a:lnTo>
                  <a:lnTo>
                    <a:pt x="433537" y="415669"/>
                  </a:lnTo>
                  <a:lnTo>
                    <a:pt x="433728" y="415476"/>
                  </a:lnTo>
                  <a:lnTo>
                    <a:pt x="433752" y="415234"/>
                  </a:lnTo>
                  <a:lnTo>
                    <a:pt x="434156" y="415037"/>
                  </a:lnTo>
                  <a:lnTo>
                    <a:pt x="434366" y="414934"/>
                  </a:lnTo>
                  <a:lnTo>
                    <a:pt x="434527" y="414907"/>
                  </a:lnTo>
                  <a:lnTo>
                    <a:pt x="435119" y="414805"/>
                  </a:lnTo>
                  <a:lnTo>
                    <a:pt x="435255" y="414782"/>
                  </a:lnTo>
                  <a:lnTo>
                    <a:pt x="435410" y="414696"/>
                  </a:lnTo>
                  <a:lnTo>
                    <a:pt x="435552" y="414618"/>
                  </a:lnTo>
                  <a:lnTo>
                    <a:pt x="435823" y="414468"/>
                  </a:lnTo>
                  <a:lnTo>
                    <a:pt x="436124" y="414409"/>
                  </a:lnTo>
                  <a:lnTo>
                    <a:pt x="436645" y="414450"/>
                  </a:lnTo>
                  <a:lnTo>
                    <a:pt x="436615" y="414877"/>
                  </a:lnTo>
                  <a:lnTo>
                    <a:pt x="436970" y="415023"/>
                  </a:lnTo>
                  <a:lnTo>
                    <a:pt x="437098" y="414993"/>
                  </a:lnTo>
                  <a:lnTo>
                    <a:pt x="437266" y="414911"/>
                  </a:lnTo>
                  <a:lnTo>
                    <a:pt x="437480" y="415052"/>
                  </a:lnTo>
                  <a:lnTo>
                    <a:pt x="437640" y="415161"/>
                  </a:lnTo>
                  <a:lnTo>
                    <a:pt x="437809" y="415275"/>
                  </a:lnTo>
                  <a:lnTo>
                    <a:pt x="438310" y="415486"/>
                  </a:lnTo>
                  <a:lnTo>
                    <a:pt x="438481" y="415562"/>
                  </a:lnTo>
                  <a:lnTo>
                    <a:pt x="438650" y="415666"/>
                  </a:lnTo>
                  <a:lnTo>
                    <a:pt x="438852" y="416123"/>
                  </a:lnTo>
                  <a:lnTo>
                    <a:pt x="439029" y="416647"/>
                  </a:lnTo>
                  <a:lnTo>
                    <a:pt x="438648" y="416876"/>
                  </a:lnTo>
                  <a:lnTo>
                    <a:pt x="438523" y="417133"/>
                  </a:lnTo>
                  <a:lnTo>
                    <a:pt x="438723" y="417379"/>
                  </a:lnTo>
                  <a:lnTo>
                    <a:pt x="438910" y="417554"/>
                  </a:lnTo>
                  <a:lnTo>
                    <a:pt x="438984" y="417769"/>
                  </a:lnTo>
                  <a:lnTo>
                    <a:pt x="439012" y="417918"/>
                  </a:lnTo>
                  <a:lnTo>
                    <a:pt x="439214" y="418108"/>
                  </a:lnTo>
                  <a:lnTo>
                    <a:pt x="439389" y="417999"/>
                  </a:lnTo>
                  <a:lnTo>
                    <a:pt x="439906" y="417998"/>
                  </a:lnTo>
                  <a:lnTo>
                    <a:pt x="440443" y="417929"/>
                  </a:lnTo>
                  <a:lnTo>
                    <a:pt x="440655" y="418088"/>
                  </a:lnTo>
                  <a:lnTo>
                    <a:pt x="440805" y="418376"/>
                  </a:lnTo>
                  <a:lnTo>
                    <a:pt x="440939" y="418448"/>
                  </a:lnTo>
                  <a:lnTo>
                    <a:pt x="441392" y="418676"/>
                  </a:lnTo>
                  <a:lnTo>
                    <a:pt x="441455" y="418849"/>
                  </a:lnTo>
                  <a:lnTo>
                    <a:pt x="441656" y="419060"/>
                  </a:lnTo>
                  <a:lnTo>
                    <a:pt x="441813" y="419170"/>
                  </a:lnTo>
                  <a:lnTo>
                    <a:pt x="442048" y="419267"/>
                  </a:lnTo>
                  <a:lnTo>
                    <a:pt x="442505" y="419296"/>
                  </a:lnTo>
                  <a:lnTo>
                    <a:pt x="442721" y="419549"/>
                  </a:lnTo>
                  <a:lnTo>
                    <a:pt x="442804" y="419866"/>
                  </a:lnTo>
                  <a:lnTo>
                    <a:pt x="442677" y="420147"/>
                  </a:lnTo>
                  <a:lnTo>
                    <a:pt x="441960" y="420767"/>
                  </a:lnTo>
                  <a:lnTo>
                    <a:pt x="441820" y="420875"/>
                  </a:lnTo>
                  <a:lnTo>
                    <a:pt x="441621" y="421135"/>
                  </a:lnTo>
                  <a:lnTo>
                    <a:pt x="441621" y="421279"/>
                  </a:lnTo>
                  <a:lnTo>
                    <a:pt x="441936" y="421731"/>
                  </a:lnTo>
                  <a:lnTo>
                    <a:pt x="441767" y="421956"/>
                  </a:lnTo>
                  <a:lnTo>
                    <a:pt x="441312" y="421847"/>
                  </a:lnTo>
                  <a:lnTo>
                    <a:pt x="441222" y="422261"/>
                  </a:lnTo>
                  <a:lnTo>
                    <a:pt x="441596" y="422513"/>
                  </a:lnTo>
                  <a:lnTo>
                    <a:pt x="441865" y="422836"/>
                  </a:lnTo>
                  <a:lnTo>
                    <a:pt x="442036" y="423609"/>
                  </a:lnTo>
                  <a:lnTo>
                    <a:pt x="442248" y="423602"/>
                  </a:lnTo>
                  <a:lnTo>
                    <a:pt x="442408" y="423547"/>
                  </a:lnTo>
                  <a:lnTo>
                    <a:pt x="442945" y="423817"/>
                  </a:lnTo>
                  <a:lnTo>
                    <a:pt x="442990" y="424008"/>
                  </a:lnTo>
                  <a:lnTo>
                    <a:pt x="443022" y="424225"/>
                  </a:lnTo>
                  <a:lnTo>
                    <a:pt x="443028" y="424551"/>
                  </a:lnTo>
                  <a:lnTo>
                    <a:pt x="443215" y="424948"/>
                  </a:lnTo>
                  <a:lnTo>
                    <a:pt x="443307" y="425123"/>
                  </a:lnTo>
                  <a:lnTo>
                    <a:pt x="444726" y="425974"/>
                  </a:lnTo>
                  <a:lnTo>
                    <a:pt x="444619" y="426166"/>
                  </a:lnTo>
                  <a:lnTo>
                    <a:pt x="444535" y="426454"/>
                  </a:lnTo>
                  <a:lnTo>
                    <a:pt x="444287" y="427185"/>
                  </a:lnTo>
                  <a:lnTo>
                    <a:pt x="444074" y="427379"/>
                  </a:lnTo>
                  <a:lnTo>
                    <a:pt x="444095" y="427604"/>
                  </a:lnTo>
                  <a:lnTo>
                    <a:pt x="443508" y="427975"/>
                  </a:lnTo>
                  <a:lnTo>
                    <a:pt x="443247" y="428196"/>
                  </a:lnTo>
                  <a:lnTo>
                    <a:pt x="443243" y="427961"/>
                  </a:lnTo>
                  <a:lnTo>
                    <a:pt x="442689" y="427729"/>
                  </a:lnTo>
                  <a:lnTo>
                    <a:pt x="442546" y="427679"/>
                  </a:lnTo>
                  <a:lnTo>
                    <a:pt x="442107" y="427832"/>
                  </a:lnTo>
                  <a:lnTo>
                    <a:pt x="441866" y="428299"/>
                  </a:lnTo>
                  <a:lnTo>
                    <a:pt x="442025" y="429031"/>
                  </a:lnTo>
                  <a:lnTo>
                    <a:pt x="442023" y="429204"/>
                  </a:lnTo>
                  <a:lnTo>
                    <a:pt x="442069" y="429376"/>
                  </a:lnTo>
                  <a:lnTo>
                    <a:pt x="442145" y="429512"/>
                  </a:lnTo>
                  <a:lnTo>
                    <a:pt x="442325" y="429628"/>
                  </a:lnTo>
                  <a:lnTo>
                    <a:pt x="442551" y="429794"/>
                  </a:lnTo>
                  <a:lnTo>
                    <a:pt x="442628" y="429995"/>
                  </a:lnTo>
                  <a:lnTo>
                    <a:pt x="442743" y="430341"/>
                  </a:lnTo>
                  <a:lnTo>
                    <a:pt x="442933" y="430802"/>
                  </a:lnTo>
                  <a:lnTo>
                    <a:pt x="443371" y="431199"/>
                  </a:lnTo>
                  <a:lnTo>
                    <a:pt x="443981" y="431603"/>
                  </a:lnTo>
                  <a:lnTo>
                    <a:pt x="444083" y="431805"/>
                  </a:lnTo>
                  <a:lnTo>
                    <a:pt x="444210" y="432050"/>
                  </a:lnTo>
                  <a:lnTo>
                    <a:pt x="444381" y="432172"/>
                  </a:lnTo>
                  <a:lnTo>
                    <a:pt x="444775" y="432244"/>
                  </a:lnTo>
                  <a:lnTo>
                    <a:pt x="444921" y="432367"/>
                  </a:lnTo>
                  <a:lnTo>
                    <a:pt x="445634" y="432727"/>
                  </a:lnTo>
                  <a:lnTo>
                    <a:pt x="445857" y="432757"/>
                  </a:lnTo>
                  <a:lnTo>
                    <a:pt x="446093" y="432798"/>
                  </a:lnTo>
                  <a:lnTo>
                    <a:pt x="446471" y="432585"/>
                  </a:lnTo>
                  <a:lnTo>
                    <a:pt x="446738" y="432194"/>
                  </a:lnTo>
                  <a:lnTo>
                    <a:pt x="446808" y="432007"/>
                  </a:lnTo>
                  <a:lnTo>
                    <a:pt x="446706" y="431870"/>
                  </a:lnTo>
                  <a:lnTo>
                    <a:pt x="446344" y="431539"/>
                  </a:lnTo>
                  <a:lnTo>
                    <a:pt x="446206" y="431477"/>
                  </a:lnTo>
                  <a:lnTo>
                    <a:pt x="445938" y="431314"/>
                  </a:lnTo>
                  <a:lnTo>
                    <a:pt x="445926" y="431186"/>
                  </a:lnTo>
                  <a:lnTo>
                    <a:pt x="446011" y="430892"/>
                  </a:lnTo>
                  <a:lnTo>
                    <a:pt x="446511" y="430996"/>
                  </a:lnTo>
                  <a:lnTo>
                    <a:pt x="446614" y="430686"/>
                  </a:lnTo>
                  <a:lnTo>
                    <a:pt x="447161" y="430406"/>
                  </a:lnTo>
                  <a:lnTo>
                    <a:pt x="447291" y="430409"/>
                  </a:lnTo>
                  <a:lnTo>
                    <a:pt x="447425" y="430345"/>
                  </a:lnTo>
                  <a:lnTo>
                    <a:pt x="448347" y="430859"/>
                  </a:lnTo>
                  <a:lnTo>
                    <a:pt x="448395" y="430995"/>
                  </a:lnTo>
                  <a:lnTo>
                    <a:pt x="448897" y="431185"/>
                  </a:lnTo>
                  <a:lnTo>
                    <a:pt x="449108" y="431490"/>
                  </a:lnTo>
                  <a:lnTo>
                    <a:pt x="450004" y="432084"/>
                  </a:lnTo>
                  <a:lnTo>
                    <a:pt x="450331" y="432148"/>
                  </a:lnTo>
                  <a:lnTo>
                    <a:pt x="450616" y="432569"/>
                  </a:lnTo>
                  <a:lnTo>
                    <a:pt x="451294" y="432779"/>
                  </a:lnTo>
                  <a:lnTo>
                    <a:pt x="451439" y="433446"/>
                  </a:lnTo>
                  <a:lnTo>
                    <a:pt x="451571" y="433681"/>
                  </a:lnTo>
                  <a:lnTo>
                    <a:pt x="451622" y="433854"/>
                  </a:lnTo>
                  <a:lnTo>
                    <a:pt x="451683" y="433996"/>
                  </a:lnTo>
                  <a:lnTo>
                    <a:pt x="451820" y="434145"/>
                  </a:lnTo>
                  <a:lnTo>
                    <a:pt x="452016" y="434418"/>
                  </a:lnTo>
                  <a:lnTo>
                    <a:pt x="452156" y="434449"/>
                  </a:lnTo>
                  <a:lnTo>
                    <a:pt x="452375" y="434449"/>
                  </a:lnTo>
                  <a:lnTo>
                    <a:pt x="452509" y="434418"/>
                  </a:lnTo>
                  <a:lnTo>
                    <a:pt x="452860" y="434204"/>
                  </a:lnTo>
                  <a:lnTo>
                    <a:pt x="453116" y="434152"/>
                  </a:lnTo>
                  <a:lnTo>
                    <a:pt x="453594" y="434404"/>
                  </a:lnTo>
                  <a:lnTo>
                    <a:pt x="453732" y="434424"/>
                  </a:lnTo>
                  <a:lnTo>
                    <a:pt x="454079" y="434480"/>
                  </a:lnTo>
                  <a:lnTo>
                    <a:pt x="454308" y="434601"/>
                  </a:lnTo>
                  <a:lnTo>
                    <a:pt x="454457" y="434678"/>
                  </a:lnTo>
                  <a:lnTo>
                    <a:pt x="454931" y="434888"/>
                  </a:lnTo>
                  <a:lnTo>
                    <a:pt x="455156" y="434941"/>
                  </a:lnTo>
                  <a:lnTo>
                    <a:pt x="455475" y="434858"/>
                  </a:lnTo>
                  <a:lnTo>
                    <a:pt x="455714" y="434595"/>
                  </a:lnTo>
                  <a:lnTo>
                    <a:pt x="456084" y="434444"/>
                  </a:lnTo>
                  <a:lnTo>
                    <a:pt x="456069" y="434132"/>
                  </a:lnTo>
                  <a:lnTo>
                    <a:pt x="455996" y="433991"/>
                  </a:lnTo>
                  <a:lnTo>
                    <a:pt x="455843" y="433626"/>
                  </a:lnTo>
                  <a:lnTo>
                    <a:pt x="455950" y="433286"/>
                  </a:lnTo>
                  <a:lnTo>
                    <a:pt x="456026" y="432845"/>
                  </a:lnTo>
                  <a:lnTo>
                    <a:pt x="456143" y="432626"/>
                  </a:lnTo>
                  <a:lnTo>
                    <a:pt x="456305" y="432406"/>
                  </a:lnTo>
                  <a:lnTo>
                    <a:pt x="456405" y="432112"/>
                  </a:lnTo>
                  <a:lnTo>
                    <a:pt x="456431" y="431912"/>
                  </a:lnTo>
                  <a:lnTo>
                    <a:pt x="456381" y="431550"/>
                  </a:lnTo>
                  <a:lnTo>
                    <a:pt x="456386" y="431382"/>
                  </a:lnTo>
                  <a:lnTo>
                    <a:pt x="456394" y="431100"/>
                  </a:lnTo>
                  <a:lnTo>
                    <a:pt x="456506" y="430767"/>
                  </a:lnTo>
                  <a:lnTo>
                    <a:pt x="456722" y="430498"/>
                  </a:lnTo>
                  <a:lnTo>
                    <a:pt x="456970" y="430121"/>
                  </a:lnTo>
                  <a:lnTo>
                    <a:pt x="456940" y="429519"/>
                  </a:lnTo>
                  <a:lnTo>
                    <a:pt x="457077" y="429499"/>
                  </a:lnTo>
                  <a:lnTo>
                    <a:pt x="457797" y="429749"/>
                  </a:lnTo>
                  <a:lnTo>
                    <a:pt x="458088" y="429536"/>
                  </a:lnTo>
                  <a:lnTo>
                    <a:pt x="458641" y="429410"/>
                  </a:lnTo>
                  <a:lnTo>
                    <a:pt x="458943" y="429427"/>
                  </a:lnTo>
                  <a:lnTo>
                    <a:pt x="459158" y="429525"/>
                  </a:lnTo>
                  <a:lnTo>
                    <a:pt x="459381" y="429472"/>
                  </a:lnTo>
                  <a:lnTo>
                    <a:pt x="459457" y="429342"/>
                  </a:lnTo>
                  <a:lnTo>
                    <a:pt x="459754" y="429098"/>
                  </a:lnTo>
                  <a:lnTo>
                    <a:pt x="460026" y="429119"/>
                  </a:lnTo>
                  <a:lnTo>
                    <a:pt x="460484" y="429265"/>
                  </a:lnTo>
                  <a:lnTo>
                    <a:pt x="460634" y="429234"/>
                  </a:lnTo>
                  <a:lnTo>
                    <a:pt x="461101" y="429658"/>
                  </a:lnTo>
                  <a:lnTo>
                    <a:pt x="461105" y="429881"/>
                  </a:lnTo>
                  <a:lnTo>
                    <a:pt x="461109" y="430130"/>
                  </a:lnTo>
                  <a:lnTo>
                    <a:pt x="461180" y="430359"/>
                  </a:lnTo>
                  <a:lnTo>
                    <a:pt x="461305" y="431217"/>
                  </a:lnTo>
                  <a:lnTo>
                    <a:pt x="461467" y="431567"/>
                  </a:lnTo>
                  <a:lnTo>
                    <a:pt x="461610" y="431523"/>
                  </a:lnTo>
                  <a:lnTo>
                    <a:pt x="461846" y="431628"/>
                  </a:lnTo>
                  <a:lnTo>
                    <a:pt x="461793" y="432017"/>
                  </a:lnTo>
                  <a:lnTo>
                    <a:pt x="461740" y="432606"/>
                  </a:lnTo>
                  <a:lnTo>
                    <a:pt x="461712" y="432752"/>
                  </a:lnTo>
                  <a:lnTo>
                    <a:pt x="461604" y="433000"/>
                  </a:lnTo>
                  <a:lnTo>
                    <a:pt x="461582" y="433305"/>
                  </a:lnTo>
                  <a:lnTo>
                    <a:pt x="461810" y="434012"/>
                  </a:lnTo>
                  <a:lnTo>
                    <a:pt x="461909" y="434298"/>
                  </a:lnTo>
                  <a:lnTo>
                    <a:pt x="462086" y="434362"/>
                  </a:lnTo>
                  <a:lnTo>
                    <a:pt x="462592" y="433909"/>
                  </a:lnTo>
                  <a:lnTo>
                    <a:pt x="462907" y="433974"/>
                  </a:lnTo>
                  <a:lnTo>
                    <a:pt x="463059" y="433944"/>
                  </a:lnTo>
                  <a:lnTo>
                    <a:pt x="463341" y="433722"/>
                  </a:lnTo>
                  <a:lnTo>
                    <a:pt x="463571" y="433542"/>
                  </a:lnTo>
                  <a:lnTo>
                    <a:pt x="463765" y="433389"/>
                  </a:lnTo>
                  <a:lnTo>
                    <a:pt x="464177" y="432874"/>
                  </a:lnTo>
                  <a:lnTo>
                    <a:pt x="464589" y="432754"/>
                  </a:lnTo>
                  <a:lnTo>
                    <a:pt x="464681" y="432890"/>
                  </a:lnTo>
                  <a:lnTo>
                    <a:pt x="465208" y="432846"/>
                  </a:lnTo>
                  <a:lnTo>
                    <a:pt x="465860" y="433114"/>
                  </a:lnTo>
                  <a:lnTo>
                    <a:pt x="466156" y="432957"/>
                  </a:lnTo>
                  <a:lnTo>
                    <a:pt x="466226" y="432790"/>
                  </a:lnTo>
                  <a:lnTo>
                    <a:pt x="466304" y="432604"/>
                  </a:lnTo>
                  <a:lnTo>
                    <a:pt x="466811" y="432350"/>
                  </a:lnTo>
                  <a:lnTo>
                    <a:pt x="467191" y="432532"/>
                  </a:lnTo>
                  <a:lnTo>
                    <a:pt x="467530" y="432567"/>
                  </a:lnTo>
                  <a:lnTo>
                    <a:pt x="468069" y="432723"/>
                  </a:lnTo>
                  <a:lnTo>
                    <a:pt x="468299" y="433035"/>
                  </a:lnTo>
                  <a:lnTo>
                    <a:pt x="468435" y="433366"/>
                  </a:lnTo>
                  <a:lnTo>
                    <a:pt x="468377" y="433559"/>
                  </a:lnTo>
                  <a:lnTo>
                    <a:pt x="467917" y="434351"/>
                  </a:lnTo>
                  <a:lnTo>
                    <a:pt x="468375" y="434664"/>
                  </a:lnTo>
                  <a:lnTo>
                    <a:pt x="468512" y="434552"/>
                  </a:lnTo>
                  <a:lnTo>
                    <a:pt x="468992" y="434416"/>
                  </a:lnTo>
                  <a:lnTo>
                    <a:pt x="469440" y="434289"/>
                  </a:lnTo>
                  <a:lnTo>
                    <a:pt x="469621" y="434409"/>
                  </a:lnTo>
                  <a:lnTo>
                    <a:pt x="469896" y="434356"/>
                  </a:lnTo>
                  <a:lnTo>
                    <a:pt x="470107" y="434343"/>
                  </a:lnTo>
                  <a:lnTo>
                    <a:pt x="470287" y="434322"/>
                  </a:lnTo>
                  <a:lnTo>
                    <a:pt x="470389" y="434066"/>
                  </a:lnTo>
                  <a:lnTo>
                    <a:pt x="470406" y="433839"/>
                  </a:lnTo>
                  <a:lnTo>
                    <a:pt x="470471" y="433659"/>
                  </a:lnTo>
                  <a:lnTo>
                    <a:pt x="470581" y="433086"/>
                  </a:lnTo>
                  <a:lnTo>
                    <a:pt x="470928" y="433086"/>
                  </a:lnTo>
                  <a:lnTo>
                    <a:pt x="471114" y="433247"/>
                  </a:lnTo>
                  <a:lnTo>
                    <a:pt x="471534" y="433420"/>
                  </a:lnTo>
                  <a:lnTo>
                    <a:pt x="471729" y="433500"/>
                  </a:lnTo>
                  <a:lnTo>
                    <a:pt x="472552" y="433807"/>
                  </a:lnTo>
                  <a:lnTo>
                    <a:pt x="472663" y="433639"/>
                  </a:lnTo>
                  <a:lnTo>
                    <a:pt x="472909" y="432835"/>
                  </a:lnTo>
                  <a:lnTo>
                    <a:pt x="472909" y="432205"/>
                  </a:lnTo>
                  <a:lnTo>
                    <a:pt x="472511" y="431807"/>
                  </a:lnTo>
                  <a:lnTo>
                    <a:pt x="472572" y="431542"/>
                  </a:lnTo>
                  <a:lnTo>
                    <a:pt x="472693" y="431016"/>
                  </a:lnTo>
                  <a:lnTo>
                    <a:pt x="472870" y="430426"/>
                  </a:lnTo>
                  <a:lnTo>
                    <a:pt x="473638" y="429937"/>
                  </a:lnTo>
                  <a:lnTo>
                    <a:pt x="474229" y="430036"/>
                  </a:lnTo>
                  <a:lnTo>
                    <a:pt x="474606" y="430236"/>
                  </a:lnTo>
                  <a:lnTo>
                    <a:pt x="475054" y="430333"/>
                  </a:lnTo>
                  <a:lnTo>
                    <a:pt x="475221" y="430370"/>
                  </a:lnTo>
                  <a:lnTo>
                    <a:pt x="475935" y="430187"/>
                  </a:lnTo>
                  <a:lnTo>
                    <a:pt x="476147" y="430133"/>
                  </a:lnTo>
                  <a:lnTo>
                    <a:pt x="476560" y="429973"/>
                  </a:lnTo>
                  <a:lnTo>
                    <a:pt x="476877" y="430042"/>
                  </a:lnTo>
                  <a:lnTo>
                    <a:pt x="476967" y="430198"/>
                  </a:lnTo>
                  <a:lnTo>
                    <a:pt x="477286" y="430744"/>
                  </a:lnTo>
                  <a:lnTo>
                    <a:pt x="477550" y="430994"/>
                  </a:lnTo>
                  <a:lnTo>
                    <a:pt x="477693" y="430967"/>
                  </a:lnTo>
                  <a:lnTo>
                    <a:pt x="478097" y="430878"/>
                  </a:lnTo>
                  <a:lnTo>
                    <a:pt x="478240" y="430969"/>
                  </a:lnTo>
                  <a:lnTo>
                    <a:pt x="478406" y="431075"/>
                  </a:lnTo>
                  <a:lnTo>
                    <a:pt x="478707" y="431267"/>
                  </a:lnTo>
                  <a:lnTo>
                    <a:pt x="478843" y="431370"/>
                  </a:lnTo>
                  <a:lnTo>
                    <a:pt x="479067" y="431537"/>
                  </a:lnTo>
                  <a:lnTo>
                    <a:pt x="479158" y="431798"/>
                  </a:lnTo>
                  <a:lnTo>
                    <a:pt x="479226" y="432367"/>
                  </a:lnTo>
                  <a:lnTo>
                    <a:pt x="479296" y="432755"/>
                  </a:lnTo>
                  <a:lnTo>
                    <a:pt x="479220" y="433143"/>
                  </a:lnTo>
                  <a:lnTo>
                    <a:pt x="479360" y="433614"/>
                  </a:lnTo>
                  <a:lnTo>
                    <a:pt x="479727" y="433848"/>
                  </a:lnTo>
                  <a:lnTo>
                    <a:pt x="480122" y="434117"/>
                  </a:lnTo>
                  <a:lnTo>
                    <a:pt x="479998" y="434358"/>
                  </a:lnTo>
                  <a:lnTo>
                    <a:pt x="480499" y="434302"/>
                  </a:lnTo>
                  <a:lnTo>
                    <a:pt x="480676" y="434251"/>
                  </a:lnTo>
                  <a:lnTo>
                    <a:pt x="480965" y="434445"/>
                  </a:lnTo>
                  <a:lnTo>
                    <a:pt x="481148" y="434663"/>
                  </a:lnTo>
                  <a:lnTo>
                    <a:pt x="480847" y="435854"/>
                  </a:lnTo>
                  <a:lnTo>
                    <a:pt x="480559" y="435940"/>
                  </a:lnTo>
                  <a:lnTo>
                    <a:pt x="480476" y="436181"/>
                  </a:lnTo>
                  <a:lnTo>
                    <a:pt x="481097" y="436332"/>
                  </a:lnTo>
                  <a:lnTo>
                    <a:pt x="481212" y="436501"/>
                  </a:lnTo>
                  <a:lnTo>
                    <a:pt x="481393" y="436704"/>
                  </a:lnTo>
                  <a:lnTo>
                    <a:pt x="481630" y="437139"/>
                  </a:lnTo>
                  <a:lnTo>
                    <a:pt x="481808" y="437407"/>
                  </a:lnTo>
                  <a:lnTo>
                    <a:pt x="482111" y="437604"/>
                  </a:lnTo>
                  <a:lnTo>
                    <a:pt x="482710" y="437765"/>
                  </a:lnTo>
                  <a:lnTo>
                    <a:pt x="482871" y="438006"/>
                  </a:lnTo>
                  <a:lnTo>
                    <a:pt x="482902" y="438606"/>
                  </a:lnTo>
                  <a:lnTo>
                    <a:pt x="482911" y="438896"/>
                  </a:lnTo>
                  <a:lnTo>
                    <a:pt x="483300" y="439977"/>
                  </a:lnTo>
                  <a:lnTo>
                    <a:pt x="483583" y="440285"/>
                  </a:lnTo>
                  <a:lnTo>
                    <a:pt x="483665" y="440805"/>
                  </a:lnTo>
                  <a:lnTo>
                    <a:pt x="483773" y="441000"/>
                  </a:lnTo>
                  <a:lnTo>
                    <a:pt x="483874" y="441442"/>
                  </a:lnTo>
                  <a:lnTo>
                    <a:pt x="484152" y="441467"/>
                  </a:lnTo>
                  <a:lnTo>
                    <a:pt x="484405" y="441611"/>
                  </a:lnTo>
                  <a:lnTo>
                    <a:pt x="484939" y="441453"/>
                  </a:lnTo>
                  <a:lnTo>
                    <a:pt x="485262" y="441520"/>
                  </a:lnTo>
                  <a:lnTo>
                    <a:pt x="485411" y="441675"/>
                  </a:lnTo>
                  <a:lnTo>
                    <a:pt x="485531" y="442120"/>
                  </a:lnTo>
                  <a:lnTo>
                    <a:pt x="485482" y="442302"/>
                  </a:lnTo>
                  <a:lnTo>
                    <a:pt x="484710" y="442424"/>
                  </a:lnTo>
                  <a:lnTo>
                    <a:pt x="484516" y="442407"/>
                  </a:lnTo>
                  <a:lnTo>
                    <a:pt x="484360" y="442482"/>
                  </a:lnTo>
                  <a:lnTo>
                    <a:pt x="484460" y="442888"/>
                  </a:lnTo>
                  <a:lnTo>
                    <a:pt x="484660" y="443293"/>
                  </a:lnTo>
                  <a:lnTo>
                    <a:pt x="484839" y="443334"/>
                  </a:lnTo>
                  <a:lnTo>
                    <a:pt x="484990" y="443373"/>
                  </a:lnTo>
                  <a:lnTo>
                    <a:pt x="485404" y="443712"/>
                  </a:lnTo>
                  <a:lnTo>
                    <a:pt x="485448" y="444125"/>
                  </a:lnTo>
                  <a:lnTo>
                    <a:pt x="485179" y="444573"/>
                  </a:lnTo>
                  <a:lnTo>
                    <a:pt x="484930" y="444751"/>
                  </a:lnTo>
                  <a:lnTo>
                    <a:pt x="484758" y="444774"/>
                  </a:lnTo>
                  <a:lnTo>
                    <a:pt x="483858" y="444732"/>
                  </a:lnTo>
                  <a:lnTo>
                    <a:pt x="483682" y="444875"/>
                  </a:lnTo>
                  <a:lnTo>
                    <a:pt x="483045" y="445983"/>
                  </a:lnTo>
                  <a:lnTo>
                    <a:pt x="483044" y="446298"/>
                  </a:lnTo>
                  <a:lnTo>
                    <a:pt x="483044" y="446543"/>
                  </a:lnTo>
                  <a:lnTo>
                    <a:pt x="483136" y="446802"/>
                  </a:lnTo>
                  <a:lnTo>
                    <a:pt x="483265" y="447040"/>
                  </a:lnTo>
                  <a:lnTo>
                    <a:pt x="483184" y="447636"/>
                  </a:lnTo>
                  <a:lnTo>
                    <a:pt x="483116" y="447852"/>
                  </a:lnTo>
                  <a:lnTo>
                    <a:pt x="483149" y="448012"/>
                  </a:lnTo>
                  <a:lnTo>
                    <a:pt x="483331" y="448840"/>
                  </a:lnTo>
                  <a:lnTo>
                    <a:pt x="483532" y="449072"/>
                  </a:lnTo>
                  <a:lnTo>
                    <a:pt x="483847" y="449177"/>
                  </a:lnTo>
                  <a:lnTo>
                    <a:pt x="483949" y="449396"/>
                  </a:lnTo>
                  <a:lnTo>
                    <a:pt x="483907" y="449703"/>
                  </a:lnTo>
                  <a:lnTo>
                    <a:pt x="483699" y="450058"/>
                  </a:lnTo>
                  <a:lnTo>
                    <a:pt x="483756" y="450568"/>
                  </a:lnTo>
                  <a:lnTo>
                    <a:pt x="483423" y="451185"/>
                  </a:lnTo>
                  <a:lnTo>
                    <a:pt x="483506" y="451334"/>
                  </a:lnTo>
                  <a:lnTo>
                    <a:pt x="483529" y="451656"/>
                  </a:lnTo>
                  <a:lnTo>
                    <a:pt x="483561" y="452120"/>
                  </a:lnTo>
                  <a:lnTo>
                    <a:pt x="483567" y="452354"/>
                  </a:lnTo>
                  <a:lnTo>
                    <a:pt x="483324" y="452743"/>
                  </a:lnTo>
                  <a:lnTo>
                    <a:pt x="483138" y="453017"/>
                  </a:lnTo>
                  <a:lnTo>
                    <a:pt x="483060" y="453239"/>
                  </a:lnTo>
                  <a:lnTo>
                    <a:pt x="483104" y="453431"/>
                  </a:lnTo>
                  <a:lnTo>
                    <a:pt x="483086" y="453678"/>
                  </a:lnTo>
                  <a:lnTo>
                    <a:pt x="482804" y="454370"/>
                  </a:lnTo>
                  <a:lnTo>
                    <a:pt x="482641" y="454469"/>
                  </a:lnTo>
                  <a:lnTo>
                    <a:pt x="482459" y="454577"/>
                  </a:lnTo>
                  <a:lnTo>
                    <a:pt x="482218" y="454829"/>
                  </a:lnTo>
                  <a:lnTo>
                    <a:pt x="482070" y="455265"/>
                  </a:lnTo>
                  <a:lnTo>
                    <a:pt x="482133" y="455637"/>
                  </a:lnTo>
                  <a:lnTo>
                    <a:pt x="482374" y="456015"/>
                  </a:lnTo>
                  <a:lnTo>
                    <a:pt x="482509" y="456107"/>
                  </a:lnTo>
                  <a:lnTo>
                    <a:pt x="482687" y="456988"/>
                  </a:lnTo>
                  <a:lnTo>
                    <a:pt x="482455" y="457396"/>
                  </a:lnTo>
                  <a:lnTo>
                    <a:pt x="482206" y="457978"/>
                  </a:lnTo>
                  <a:lnTo>
                    <a:pt x="481946" y="458173"/>
                  </a:lnTo>
                  <a:lnTo>
                    <a:pt x="481551" y="458461"/>
                  </a:lnTo>
                  <a:lnTo>
                    <a:pt x="481566" y="458724"/>
                  </a:lnTo>
                  <a:lnTo>
                    <a:pt x="480693" y="458637"/>
                  </a:lnTo>
                  <a:lnTo>
                    <a:pt x="480547" y="459028"/>
                  </a:lnTo>
                  <a:lnTo>
                    <a:pt x="480539" y="459164"/>
                  </a:lnTo>
                  <a:lnTo>
                    <a:pt x="480272" y="459578"/>
                  </a:lnTo>
                  <a:lnTo>
                    <a:pt x="480382" y="460039"/>
                  </a:lnTo>
                  <a:lnTo>
                    <a:pt x="480099" y="460251"/>
                  </a:lnTo>
                  <a:lnTo>
                    <a:pt x="480116" y="460382"/>
                  </a:lnTo>
                  <a:lnTo>
                    <a:pt x="480015" y="460647"/>
                  </a:lnTo>
                  <a:lnTo>
                    <a:pt x="479570" y="460644"/>
                  </a:lnTo>
                  <a:lnTo>
                    <a:pt x="479143" y="461060"/>
                  </a:lnTo>
                  <a:lnTo>
                    <a:pt x="478542" y="460887"/>
                  </a:lnTo>
                  <a:lnTo>
                    <a:pt x="478426" y="461110"/>
                  </a:lnTo>
                  <a:lnTo>
                    <a:pt x="478007" y="461545"/>
                  </a:lnTo>
                  <a:lnTo>
                    <a:pt x="477866" y="461826"/>
                  </a:lnTo>
                  <a:lnTo>
                    <a:pt x="477713" y="461887"/>
                  </a:lnTo>
                  <a:lnTo>
                    <a:pt x="477649" y="462081"/>
                  </a:lnTo>
                  <a:lnTo>
                    <a:pt x="477355" y="462501"/>
                  </a:lnTo>
                  <a:lnTo>
                    <a:pt x="476691" y="462405"/>
                  </a:lnTo>
                  <a:lnTo>
                    <a:pt x="476387" y="462187"/>
                  </a:lnTo>
                  <a:lnTo>
                    <a:pt x="476883" y="461559"/>
                  </a:lnTo>
                  <a:lnTo>
                    <a:pt x="476900" y="461097"/>
                  </a:lnTo>
                  <a:lnTo>
                    <a:pt x="476760" y="460692"/>
                  </a:lnTo>
                  <a:lnTo>
                    <a:pt x="476657" y="460472"/>
                  </a:lnTo>
                  <a:lnTo>
                    <a:pt x="476138" y="460523"/>
                  </a:lnTo>
                  <a:lnTo>
                    <a:pt x="475625" y="460355"/>
                  </a:lnTo>
                  <a:lnTo>
                    <a:pt x="475316" y="460429"/>
                  </a:lnTo>
                  <a:lnTo>
                    <a:pt x="474908" y="460463"/>
                  </a:lnTo>
                  <a:lnTo>
                    <a:pt x="474750" y="460470"/>
                  </a:lnTo>
                  <a:lnTo>
                    <a:pt x="474600" y="460250"/>
                  </a:lnTo>
                  <a:lnTo>
                    <a:pt x="474491" y="460051"/>
                  </a:lnTo>
                  <a:lnTo>
                    <a:pt x="474293" y="459831"/>
                  </a:lnTo>
                  <a:lnTo>
                    <a:pt x="473365" y="460042"/>
                  </a:lnTo>
                  <a:lnTo>
                    <a:pt x="472951" y="459713"/>
                  </a:lnTo>
                  <a:lnTo>
                    <a:pt x="472864" y="459117"/>
                  </a:lnTo>
                  <a:lnTo>
                    <a:pt x="472326" y="458688"/>
                  </a:lnTo>
                  <a:lnTo>
                    <a:pt x="472157" y="458587"/>
                  </a:lnTo>
                  <a:lnTo>
                    <a:pt x="471710" y="458498"/>
                  </a:lnTo>
                  <a:lnTo>
                    <a:pt x="471210" y="458639"/>
                  </a:lnTo>
                  <a:lnTo>
                    <a:pt x="470621" y="458657"/>
                  </a:lnTo>
                  <a:lnTo>
                    <a:pt x="470076" y="458860"/>
                  </a:lnTo>
                  <a:lnTo>
                    <a:pt x="469819" y="459146"/>
                  </a:lnTo>
                  <a:lnTo>
                    <a:pt x="469110" y="459985"/>
                  </a:lnTo>
                  <a:lnTo>
                    <a:pt x="469121" y="460142"/>
                  </a:lnTo>
                  <a:lnTo>
                    <a:pt x="469167" y="460275"/>
                  </a:lnTo>
                  <a:lnTo>
                    <a:pt x="469219" y="460706"/>
                  </a:lnTo>
                  <a:lnTo>
                    <a:pt x="469274" y="461093"/>
                  </a:lnTo>
                  <a:lnTo>
                    <a:pt x="469047" y="461501"/>
                  </a:lnTo>
                  <a:lnTo>
                    <a:pt x="468454" y="461475"/>
                  </a:lnTo>
                  <a:lnTo>
                    <a:pt x="468103" y="461533"/>
                  </a:lnTo>
                  <a:lnTo>
                    <a:pt x="467625" y="461813"/>
                  </a:lnTo>
                  <a:lnTo>
                    <a:pt x="467458" y="461881"/>
                  </a:lnTo>
                  <a:lnTo>
                    <a:pt x="467059" y="461891"/>
                  </a:lnTo>
                  <a:lnTo>
                    <a:pt x="466725" y="461957"/>
                  </a:lnTo>
                  <a:lnTo>
                    <a:pt x="466473" y="462190"/>
                  </a:lnTo>
                  <a:lnTo>
                    <a:pt x="466407" y="462455"/>
                  </a:lnTo>
                  <a:lnTo>
                    <a:pt x="466449" y="462694"/>
                  </a:lnTo>
                  <a:lnTo>
                    <a:pt x="466411" y="462872"/>
                  </a:lnTo>
                  <a:lnTo>
                    <a:pt x="466198" y="463229"/>
                  </a:lnTo>
                  <a:lnTo>
                    <a:pt x="465563" y="463466"/>
                  </a:lnTo>
                  <a:lnTo>
                    <a:pt x="465444" y="463605"/>
                  </a:lnTo>
                  <a:lnTo>
                    <a:pt x="465146" y="463957"/>
                  </a:lnTo>
                  <a:lnTo>
                    <a:pt x="464959" y="464255"/>
                  </a:lnTo>
                  <a:lnTo>
                    <a:pt x="464825" y="464492"/>
                  </a:lnTo>
                  <a:lnTo>
                    <a:pt x="464519" y="464744"/>
                  </a:lnTo>
                  <a:lnTo>
                    <a:pt x="464152" y="464999"/>
                  </a:lnTo>
                  <a:lnTo>
                    <a:pt x="463943" y="465076"/>
                  </a:lnTo>
                  <a:lnTo>
                    <a:pt x="463679" y="465036"/>
                  </a:lnTo>
                  <a:lnTo>
                    <a:pt x="463510" y="464793"/>
                  </a:lnTo>
                  <a:lnTo>
                    <a:pt x="463258" y="464564"/>
                  </a:lnTo>
                  <a:lnTo>
                    <a:pt x="462551" y="464772"/>
                  </a:lnTo>
                  <a:lnTo>
                    <a:pt x="462332" y="464728"/>
                  </a:lnTo>
                  <a:lnTo>
                    <a:pt x="461617" y="464672"/>
                  </a:lnTo>
                  <a:lnTo>
                    <a:pt x="461346" y="464716"/>
                  </a:lnTo>
                  <a:lnTo>
                    <a:pt x="461227" y="464872"/>
                  </a:lnTo>
                  <a:lnTo>
                    <a:pt x="461705" y="464957"/>
                  </a:lnTo>
                  <a:lnTo>
                    <a:pt x="462050" y="465023"/>
                  </a:lnTo>
                  <a:lnTo>
                    <a:pt x="462342" y="465258"/>
                  </a:lnTo>
                  <a:lnTo>
                    <a:pt x="462526" y="465356"/>
                  </a:lnTo>
                  <a:lnTo>
                    <a:pt x="462840" y="465441"/>
                  </a:lnTo>
                  <a:lnTo>
                    <a:pt x="463108" y="465936"/>
                  </a:lnTo>
                  <a:lnTo>
                    <a:pt x="463314" y="466172"/>
                  </a:lnTo>
                  <a:lnTo>
                    <a:pt x="463537" y="466233"/>
                  </a:lnTo>
                  <a:lnTo>
                    <a:pt x="463750" y="466326"/>
                  </a:lnTo>
                  <a:lnTo>
                    <a:pt x="463959" y="466628"/>
                  </a:lnTo>
                  <a:lnTo>
                    <a:pt x="463806" y="466901"/>
                  </a:lnTo>
                  <a:lnTo>
                    <a:pt x="463681" y="467041"/>
                  </a:lnTo>
                  <a:lnTo>
                    <a:pt x="463426" y="467056"/>
                  </a:lnTo>
                  <a:lnTo>
                    <a:pt x="463221" y="466994"/>
                  </a:lnTo>
                  <a:lnTo>
                    <a:pt x="463338" y="467332"/>
                  </a:lnTo>
                  <a:lnTo>
                    <a:pt x="463630" y="467499"/>
                  </a:lnTo>
                  <a:lnTo>
                    <a:pt x="464048" y="467942"/>
                  </a:lnTo>
                  <a:lnTo>
                    <a:pt x="464108" y="468446"/>
                  </a:lnTo>
                  <a:lnTo>
                    <a:pt x="463904" y="468547"/>
                  </a:lnTo>
                  <a:lnTo>
                    <a:pt x="463302" y="468693"/>
                  </a:lnTo>
                  <a:lnTo>
                    <a:pt x="463073" y="468568"/>
                  </a:lnTo>
                  <a:lnTo>
                    <a:pt x="463030" y="467779"/>
                  </a:lnTo>
                  <a:lnTo>
                    <a:pt x="462810" y="467603"/>
                  </a:lnTo>
                  <a:lnTo>
                    <a:pt x="462696" y="467417"/>
                  </a:lnTo>
                  <a:lnTo>
                    <a:pt x="462334" y="467419"/>
                  </a:lnTo>
                  <a:lnTo>
                    <a:pt x="461981" y="467831"/>
                  </a:lnTo>
                  <a:lnTo>
                    <a:pt x="461523" y="467962"/>
                  </a:lnTo>
                  <a:lnTo>
                    <a:pt x="461176" y="468351"/>
                  </a:lnTo>
                  <a:lnTo>
                    <a:pt x="460494" y="468689"/>
                  </a:lnTo>
                  <a:lnTo>
                    <a:pt x="460242" y="469009"/>
                  </a:lnTo>
                  <a:lnTo>
                    <a:pt x="459534" y="469188"/>
                  </a:lnTo>
                  <a:lnTo>
                    <a:pt x="459344" y="469507"/>
                  </a:lnTo>
                  <a:lnTo>
                    <a:pt x="459413" y="469663"/>
                  </a:lnTo>
                  <a:lnTo>
                    <a:pt x="459507" y="469935"/>
                  </a:lnTo>
                  <a:lnTo>
                    <a:pt x="458999" y="470265"/>
                  </a:lnTo>
                  <a:lnTo>
                    <a:pt x="458760" y="470350"/>
                  </a:lnTo>
                  <a:lnTo>
                    <a:pt x="458563" y="470807"/>
                  </a:lnTo>
                  <a:lnTo>
                    <a:pt x="458561" y="471163"/>
                  </a:lnTo>
                  <a:lnTo>
                    <a:pt x="458602" y="471352"/>
                  </a:lnTo>
                  <a:lnTo>
                    <a:pt x="458457" y="471870"/>
                  </a:lnTo>
                  <a:lnTo>
                    <a:pt x="457901" y="472295"/>
                  </a:lnTo>
                  <a:lnTo>
                    <a:pt x="457578" y="472270"/>
                  </a:lnTo>
                  <a:lnTo>
                    <a:pt x="457313" y="472402"/>
                  </a:lnTo>
                  <a:lnTo>
                    <a:pt x="457083" y="472534"/>
                  </a:lnTo>
                  <a:lnTo>
                    <a:pt x="457033" y="473299"/>
                  </a:lnTo>
                  <a:lnTo>
                    <a:pt x="456984" y="473654"/>
                  </a:lnTo>
                  <a:lnTo>
                    <a:pt x="457222" y="473939"/>
                  </a:lnTo>
                  <a:lnTo>
                    <a:pt x="457335" y="474070"/>
                  </a:lnTo>
                  <a:lnTo>
                    <a:pt x="457486" y="474292"/>
                  </a:lnTo>
                  <a:lnTo>
                    <a:pt x="457464" y="475093"/>
                  </a:lnTo>
                  <a:lnTo>
                    <a:pt x="457047" y="475223"/>
                  </a:lnTo>
                  <a:lnTo>
                    <a:pt x="451541" y="470016"/>
                  </a:lnTo>
                  <a:lnTo>
                    <a:pt x="451357" y="469778"/>
                  </a:lnTo>
                  <a:lnTo>
                    <a:pt x="451166" y="469528"/>
                  </a:lnTo>
                  <a:lnTo>
                    <a:pt x="447562" y="465910"/>
                  </a:lnTo>
                  <a:lnTo>
                    <a:pt x="445335" y="468642"/>
                  </a:lnTo>
                  <a:lnTo>
                    <a:pt x="441141" y="471265"/>
                  </a:lnTo>
                  <a:lnTo>
                    <a:pt x="432971" y="474748"/>
                  </a:lnTo>
                  <a:lnTo>
                    <a:pt x="432219" y="476382"/>
                  </a:lnTo>
                  <a:lnTo>
                    <a:pt x="430658" y="475751"/>
                  </a:lnTo>
                  <a:lnTo>
                    <a:pt x="427559" y="478708"/>
                  </a:lnTo>
                  <a:lnTo>
                    <a:pt x="426160" y="480355"/>
                  </a:lnTo>
                  <a:lnTo>
                    <a:pt x="392958" y="502569"/>
                  </a:lnTo>
                  <a:lnTo>
                    <a:pt x="387730" y="506158"/>
                  </a:lnTo>
                  <a:lnTo>
                    <a:pt x="384973" y="503723"/>
                  </a:lnTo>
                  <a:lnTo>
                    <a:pt x="384023" y="502660"/>
                  </a:lnTo>
                  <a:lnTo>
                    <a:pt x="317272" y="511127"/>
                  </a:lnTo>
                  <a:lnTo>
                    <a:pt x="298887" y="510978"/>
                  </a:lnTo>
                  <a:lnTo>
                    <a:pt x="268507" y="545939"/>
                  </a:lnTo>
                  <a:lnTo>
                    <a:pt x="222213" y="548254"/>
                  </a:lnTo>
                  <a:lnTo>
                    <a:pt x="222293" y="547874"/>
                  </a:lnTo>
                  <a:lnTo>
                    <a:pt x="186000" y="524862"/>
                  </a:lnTo>
                  <a:lnTo>
                    <a:pt x="170404" y="450381"/>
                  </a:lnTo>
                  <a:lnTo>
                    <a:pt x="170376" y="449902"/>
                  </a:lnTo>
                  <a:lnTo>
                    <a:pt x="123831" y="426781"/>
                  </a:lnTo>
                  <a:lnTo>
                    <a:pt x="123776" y="426391"/>
                  </a:lnTo>
                  <a:lnTo>
                    <a:pt x="123738" y="426107"/>
                  </a:lnTo>
                  <a:lnTo>
                    <a:pt x="123763" y="425862"/>
                  </a:lnTo>
                  <a:lnTo>
                    <a:pt x="123817" y="425399"/>
                  </a:lnTo>
                  <a:lnTo>
                    <a:pt x="123885" y="424790"/>
                  </a:lnTo>
                  <a:lnTo>
                    <a:pt x="124027" y="424592"/>
                  </a:lnTo>
                  <a:lnTo>
                    <a:pt x="124182" y="424373"/>
                  </a:lnTo>
                  <a:lnTo>
                    <a:pt x="124354" y="424129"/>
                  </a:lnTo>
                  <a:lnTo>
                    <a:pt x="124641" y="423818"/>
                  </a:lnTo>
                  <a:lnTo>
                    <a:pt x="124881" y="423678"/>
                  </a:lnTo>
                  <a:lnTo>
                    <a:pt x="125109" y="423551"/>
                  </a:lnTo>
                  <a:lnTo>
                    <a:pt x="125274" y="423410"/>
                  </a:lnTo>
                  <a:lnTo>
                    <a:pt x="121104" y="421386"/>
                  </a:lnTo>
                  <a:lnTo>
                    <a:pt x="121277" y="418999"/>
                  </a:lnTo>
                  <a:lnTo>
                    <a:pt x="160904" y="335716"/>
                  </a:lnTo>
                  <a:lnTo>
                    <a:pt x="165943" y="327920"/>
                  </a:lnTo>
                  <a:lnTo>
                    <a:pt x="141335" y="241985"/>
                  </a:lnTo>
                  <a:lnTo>
                    <a:pt x="141481" y="241536"/>
                  </a:lnTo>
                  <a:lnTo>
                    <a:pt x="141554" y="241005"/>
                  </a:lnTo>
                  <a:lnTo>
                    <a:pt x="141497" y="240408"/>
                  </a:lnTo>
                  <a:lnTo>
                    <a:pt x="141449" y="240027"/>
                  </a:lnTo>
                  <a:lnTo>
                    <a:pt x="141489" y="239764"/>
                  </a:lnTo>
                  <a:lnTo>
                    <a:pt x="141707" y="239370"/>
                  </a:lnTo>
                  <a:lnTo>
                    <a:pt x="141836" y="239162"/>
                  </a:lnTo>
                  <a:lnTo>
                    <a:pt x="142038" y="238720"/>
                  </a:lnTo>
                  <a:lnTo>
                    <a:pt x="142138" y="238368"/>
                  </a:lnTo>
                  <a:lnTo>
                    <a:pt x="142253" y="237807"/>
                  </a:lnTo>
                  <a:lnTo>
                    <a:pt x="142232" y="237241"/>
                  </a:lnTo>
                  <a:lnTo>
                    <a:pt x="142148" y="236865"/>
                  </a:lnTo>
                  <a:lnTo>
                    <a:pt x="142000" y="236577"/>
                  </a:lnTo>
                  <a:lnTo>
                    <a:pt x="141822" y="236155"/>
                  </a:lnTo>
                  <a:lnTo>
                    <a:pt x="141707" y="235755"/>
                  </a:lnTo>
                  <a:lnTo>
                    <a:pt x="141524" y="235412"/>
                  </a:lnTo>
                  <a:lnTo>
                    <a:pt x="141418" y="235236"/>
                  </a:lnTo>
                  <a:lnTo>
                    <a:pt x="141244" y="235009"/>
                  </a:lnTo>
                  <a:lnTo>
                    <a:pt x="141670" y="234685"/>
                  </a:lnTo>
                  <a:lnTo>
                    <a:pt x="142247" y="234080"/>
                  </a:lnTo>
                  <a:lnTo>
                    <a:pt x="142667" y="234038"/>
                  </a:lnTo>
                  <a:lnTo>
                    <a:pt x="142731" y="233277"/>
                  </a:lnTo>
                  <a:lnTo>
                    <a:pt x="142598" y="233103"/>
                  </a:lnTo>
                  <a:lnTo>
                    <a:pt x="142591" y="231703"/>
                  </a:lnTo>
                  <a:lnTo>
                    <a:pt x="143206" y="231309"/>
                  </a:lnTo>
                  <a:lnTo>
                    <a:pt x="144071" y="231178"/>
                  </a:lnTo>
                  <a:lnTo>
                    <a:pt x="144395" y="231362"/>
                  </a:lnTo>
                  <a:lnTo>
                    <a:pt x="145194" y="230902"/>
                  </a:lnTo>
                  <a:lnTo>
                    <a:pt x="145717" y="230539"/>
                  </a:lnTo>
                  <a:lnTo>
                    <a:pt x="146379" y="230317"/>
                  </a:lnTo>
                  <a:lnTo>
                    <a:pt x="146781" y="230209"/>
                  </a:lnTo>
                  <a:lnTo>
                    <a:pt x="146844" y="230010"/>
                  </a:lnTo>
                  <a:lnTo>
                    <a:pt x="146818" y="229756"/>
                  </a:lnTo>
                  <a:lnTo>
                    <a:pt x="146306" y="228850"/>
                  </a:lnTo>
                  <a:lnTo>
                    <a:pt x="145898" y="228438"/>
                  </a:lnTo>
                  <a:lnTo>
                    <a:pt x="145704" y="227828"/>
                  </a:lnTo>
                  <a:lnTo>
                    <a:pt x="145625" y="227215"/>
                  </a:lnTo>
                  <a:lnTo>
                    <a:pt x="145158" y="226463"/>
                  </a:lnTo>
                  <a:lnTo>
                    <a:pt x="144761" y="226288"/>
                  </a:lnTo>
                  <a:lnTo>
                    <a:pt x="144441" y="226033"/>
                  </a:lnTo>
                  <a:lnTo>
                    <a:pt x="144295" y="225839"/>
                  </a:lnTo>
                  <a:lnTo>
                    <a:pt x="144220" y="225635"/>
                  </a:lnTo>
                  <a:lnTo>
                    <a:pt x="144198" y="225484"/>
                  </a:lnTo>
                  <a:lnTo>
                    <a:pt x="144153" y="225161"/>
                  </a:lnTo>
                  <a:lnTo>
                    <a:pt x="144157" y="224910"/>
                  </a:lnTo>
                  <a:lnTo>
                    <a:pt x="144211" y="224634"/>
                  </a:lnTo>
                  <a:lnTo>
                    <a:pt x="144483" y="224464"/>
                  </a:lnTo>
                  <a:lnTo>
                    <a:pt x="144750" y="224598"/>
                  </a:lnTo>
                  <a:lnTo>
                    <a:pt x="145227" y="224730"/>
                  </a:lnTo>
                  <a:lnTo>
                    <a:pt x="145406" y="224113"/>
                  </a:lnTo>
                  <a:lnTo>
                    <a:pt x="145557" y="223905"/>
                  </a:lnTo>
                  <a:lnTo>
                    <a:pt x="146036" y="223627"/>
                  </a:lnTo>
                  <a:lnTo>
                    <a:pt x="146280" y="223579"/>
                  </a:lnTo>
                  <a:lnTo>
                    <a:pt x="146439" y="223606"/>
                  </a:lnTo>
                  <a:lnTo>
                    <a:pt x="146828" y="223536"/>
                  </a:lnTo>
                  <a:lnTo>
                    <a:pt x="147171" y="223311"/>
                  </a:lnTo>
                  <a:lnTo>
                    <a:pt x="147324" y="223109"/>
                  </a:lnTo>
                  <a:lnTo>
                    <a:pt x="147370" y="222737"/>
                  </a:lnTo>
                  <a:lnTo>
                    <a:pt x="147813" y="222765"/>
                  </a:lnTo>
                  <a:lnTo>
                    <a:pt x="147952" y="222830"/>
                  </a:lnTo>
                  <a:lnTo>
                    <a:pt x="148332" y="223163"/>
                  </a:lnTo>
                  <a:lnTo>
                    <a:pt x="148260" y="223695"/>
                  </a:lnTo>
                  <a:lnTo>
                    <a:pt x="148260" y="223956"/>
                  </a:lnTo>
                  <a:lnTo>
                    <a:pt x="148429" y="224439"/>
                  </a:lnTo>
                  <a:lnTo>
                    <a:pt x="148598" y="224498"/>
                  </a:lnTo>
                  <a:lnTo>
                    <a:pt x="148874" y="224665"/>
                  </a:lnTo>
                  <a:lnTo>
                    <a:pt x="149158" y="224962"/>
                  </a:lnTo>
                  <a:lnTo>
                    <a:pt x="149246" y="225160"/>
                  </a:lnTo>
                  <a:lnTo>
                    <a:pt x="149279" y="225631"/>
                  </a:lnTo>
                  <a:lnTo>
                    <a:pt x="149155" y="226011"/>
                  </a:lnTo>
                  <a:lnTo>
                    <a:pt x="149199" y="226528"/>
                  </a:lnTo>
                  <a:lnTo>
                    <a:pt x="150559" y="228037"/>
                  </a:lnTo>
                  <a:lnTo>
                    <a:pt x="151203" y="229029"/>
                  </a:lnTo>
                  <a:lnTo>
                    <a:pt x="151583" y="229905"/>
                  </a:lnTo>
                  <a:lnTo>
                    <a:pt x="151658" y="230636"/>
                  </a:lnTo>
                  <a:lnTo>
                    <a:pt x="151660" y="231503"/>
                  </a:lnTo>
                  <a:lnTo>
                    <a:pt x="151590" y="231743"/>
                  </a:lnTo>
                  <a:lnTo>
                    <a:pt x="151511" y="231888"/>
                  </a:lnTo>
                  <a:lnTo>
                    <a:pt x="151359" y="232372"/>
                  </a:lnTo>
                  <a:lnTo>
                    <a:pt x="151254" y="232962"/>
                  </a:lnTo>
                  <a:lnTo>
                    <a:pt x="151591" y="233160"/>
                  </a:lnTo>
                  <a:lnTo>
                    <a:pt x="151758" y="233152"/>
                  </a:lnTo>
                  <a:lnTo>
                    <a:pt x="152066" y="233737"/>
                  </a:lnTo>
                  <a:lnTo>
                    <a:pt x="152136" y="234557"/>
                  </a:lnTo>
                  <a:lnTo>
                    <a:pt x="152114" y="236065"/>
                  </a:lnTo>
                  <a:lnTo>
                    <a:pt x="152039" y="236257"/>
                  </a:lnTo>
                  <a:lnTo>
                    <a:pt x="152030" y="236389"/>
                  </a:lnTo>
                  <a:lnTo>
                    <a:pt x="152339" y="236732"/>
                  </a:lnTo>
                  <a:lnTo>
                    <a:pt x="152673" y="236776"/>
                  </a:lnTo>
                  <a:lnTo>
                    <a:pt x="153747" y="236813"/>
                  </a:lnTo>
                  <a:lnTo>
                    <a:pt x="153984" y="236266"/>
                  </a:lnTo>
                  <a:lnTo>
                    <a:pt x="154711" y="235745"/>
                  </a:lnTo>
                  <a:lnTo>
                    <a:pt x="155049" y="235251"/>
                  </a:lnTo>
                  <a:lnTo>
                    <a:pt x="154814" y="235062"/>
                  </a:lnTo>
                  <a:lnTo>
                    <a:pt x="154925" y="234837"/>
                  </a:lnTo>
                  <a:lnTo>
                    <a:pt x="155454" y="234586"/>
                  </a:lnTo>
                  <a:lnTo>
                    <a:pt x="155702" y="234504"/>
                  </a:lnTo>
                  <a:lnTo>
                    <a:pt x="156151" y="234714"/>
                  </a:lnTo>
                  <a:lnTo>
                    <a:pt x="156580" y="234983"/>
                  </a:lnTo>
                  <a:lnTo>
                    <a:pt x="156717" y="235001"/>
                  </a:lnTo>
                  <a:lnTo>
                    <a:pt x="156866" y="234965"/>
                  </a:lnTo>
                  <a:lnTo>
                    <a:pt x="157178" y="234750"/>
                  </a:lnTo>
                  <a:lnTo>
                    <a:pt x="157696" y="234088"/>
                  </a:lnTo>
                  <a:lnTo>
                    <a:pt x="157839" y="233878"/>
                  </a:lnTo>
                  <a:lnTo>
                    <a:pt x="157832" y="233627"/>
                  </a:lnTo>
                  <a:lnTo>
                    <a:pt x="158360" y="233244"/>
                  </a:lnTo>
                  <a:lnTo>
                    <a:pt x="159292" y="232937"/>
                  </a:lnTo>
                  <a:lnTo>
                    <a:pt x="160159" y="233067"/>
                  </a:lnTo>
                  <a:lnTo>
                    <a:pt x="160905" y="233336"/>
                  </a:lnTo>
                  <a:lnTo>
                    <a:pt x="161362" y="233558"/>
                  </a:lnTo>
                  <a:lnTo>
                    <a:pt x="162193" y="233809"/>
                  </a:lnTo>
                  <a:lnTo>
                    <a:pt x="162361" y="233607"/>
                  </a:lnTo>
                  <a:lnTo>
                    <a:pt x="162390" y="233285"/>
                  </a:lnTo>
                  <a:lnTo>
                    <a:pt x="162551" y="232947"/>
                  </a:lnTo>
                  <a:lnTo>
                    <a:pt x="162782" y="232604"/>
                  </a:lnTo>
                  <a:lnTo>
                    <a:pt x="163182" y="232130"/>
                  </a:lnTo>
                  <a:lnTo>
                    <a:pt x="163801" y="231631"/>
                  </a:lnTo>
                  <a:lnTo>
                    <a:pt x="164312" y="231773"/>
                  </a:lnTo>
                  <a:lnTo>
                    <a:pt x="164630" y="231718"/>
                  </a:lnTo>
                  <a:lnTo>
                    <a:pt x="165150" y="231376"/>
                  </a:lnTo>
                  <a:lnTo>
                    <a:pt x="165821" y="230737"/>
                  </a:lnTo>
                  <a:lnTo>
                    <a:pt x="165858" y="230603"/>
                  </a:lnTo>
                  <a:lnTo>
                    <a:pt x="165821" y="229925"/>
                  </a:lnTo>
                  <a:lnTo>
                    <a:pt x="165724" y="229314"/>
                  </a:lnTo>
                  <a:lnTo>
                    <a:pt x="166052" y="228468"/>
                  </a:lnTo>
                  <a:lnTo>
                    <a:pt x="165901" y="228119"/>
                  </a:lnTo>
                  <a:lnTo>
                    <a:pt x="165801" y="227947"/>
                  </a:lnTo>
                  <a:lnTo>
                    <a:pt x="165943" y="227026"/>
                  </a:lnTo>
                  <a:lnTo>
                    <a:pt x="166060" y="226857"/>
                  </a:lnTo>
                  <a:lnTo>
                    <a:pt x="166284" y="226662"/>
                  </a:lnTo>
                  <a:lnTo>
                    <a:pt x="166745" y="226533"/>
                  </a:lnTo>
                  <a:lnTo>
                    <a:pt x="167297" y="226245"/>
                  </a:lnTo>
                  <a:lnTo>
                    <a:pt x="167532" y="225749"/>
                  </a:lnTo>
                  <a:lnTo>
                    <a:pt x="167609" y="225464"/>
                  </a:lnTo>
                  <a:lnTo>
                    <a:pt x="167503" y="225261"/>
                  </a:lnTo>
                  <a:lnTo>
                    <a:pt x="167158" y="225045"/>
                  </a:lnTo>
                  <a:lnTo>
                    <a:pt x="166856" y="224696"/>
                  </a:lnTo>
                  <a:lnTo>
                    <a:pt x="166859" y="224235"/>
                  </a:lnTo>
                  <a:lnTo>
                    <a:pt x="166719" y="223867"/>
                  </a:lnTo>
                  <a:lnTo>
                    <a:pt x="166416" y="223516"/>
                  </a:lnTo>
                  <a:lnTo>
                    <a:pt x="166135" y="223189"/>
                  </a:lnTo>
                  <a:lnTo>
                    <a:pt x="165799" y="222505"/>
                  </a:lnTo>
                  <a:lnTo>
                    <a:pt x="165753" y="222218"/>
                  </a:lnTo>
                  <a:lnTo>
                    <a:pt x="165752" y="222037"/>
                  </a:lnTo>
                  <a:lnTo>
                    <a:pt x="165598" y="221645"/>
                  </a:lnTo>
                  <a:lnTo>
                    <a:pt x="165144" y="221015"/>
                  </a:lnTo>
                  <a:lnTo>
                    <a:pt x="164685" y="220709"/>
                  </a:lnTo>
                  <a:lnTo>
                    <a:pt x="164860" y="220064"/>
                  </a:lnTo>
                  <a:lnTo>
                    <a:pt x="164557" y="219695"/>
                  </a:lnTo>
                  <a:lnTo>
                    <a:pt x="164431" y="219492"/>
                  </a:lnTo>
                  <a:lnTo>
                    <a:pt x="164275" y="218842"/>
                  </a:lnTo>
                  <a:lnTo>
                    <a:pt x="163131" y="218279"/>
                  </a:lnTo>
                  <a:lnTo>
                    <a:pt x="162622" y="218260"/>
                  </a:lnTo>
                  <a:lnTo>
                    <a:pt x="162419" y="218202"/>
                  </a:lnTo>
                  <a:lnTo>
                    <a:pt x="162191" y="218012"/>
                  </a:lnTo>
                  <a:lnTo>
                    <a:pt x="161882" y="217627"/>
                  </a:lnTo>
                  <a:lnTo>
                    <a:pt x="161942" y="217058"/>
                  </a:lnTo>
                  <a:lnTo>
                    <a:pt x="162212" y="216718"/>
                  </a:lnTo>
                  <a:lnTo>
                    <a:pt x="162564" y="215886"/>
                  </a:lnTo>
                  <a:lnTo>
                    <a:pt x="162442" y="215229"/>
                  </a:lnTo>
                  <a:lnTo>
                    <a:pt x="162093" y="213842"/>
                  </a:lnTo>
                  <a:lnTo>
                    <a:pt x="161888" y="213372"/>
                  </a:lnTo>
                  <a:lnTo>
                    <a:pt x="161786" y="212045"/>
                  </a:lnTo>
                  <a:lnTo>
                    <a:pt x="161920" y="211738"/>
                  </a:lnTo>
                  <a:lnTo>
                    <a:pt x="161886" y="211583"/>
                  </a:lnTo>
                  <a:lnTo>
                    <a:pt x="161713" y="211288"/>
                  </a:lnTo>
                  <a:lnTo>
                    <a:pt x="161501" y="211054"/>
                  </a:lnTo>
                  <a:lnTo>
                    <a:pt x="161094" y="209923"/>
                  </a:lnTo>
                  <a:lnTo>
                    <a:pt x="160933" y="209409"/>
                  </a:lnTo>
                  <a:lnTo>
                    <a:pt x="160908" y="208761"/>
                  </a:lnTo>
                  <a:lnTo>
                    <a:pt x="161279" y="208715"/>
                  </a:lnTo>
                  <a:lnTo>
                    <a:pt x="161726" y="208857"/>
                  </a:lnTo>
                  <a:lnTo>
                    <a:pt x="162524" y="208570"/>
                  </a:lnTo>
                  <a:lnTo>
                    <a:pt x="162525" y="208396"/>
                  </a:lnTo>
                  <a:lnTo>
                    <a:pt x="162581" y="208136"/>
                  </a:lnTo>
                  <a:lnTo>
                    <a:pt x="162730" y="207962"/>
                  </a:lnTo>
                  <a:lnTo>
                    <a:pt x="163140" y="207707"/>
                  </a:lnTo>
                  <a:lnTo>
                    <a:pt x="163423" y="207642"/>
                  </a:lnTo>
                  <a:lnTo>
                    <a:pt x="163772" y="207365"/>
                  </a:lnTo>
                  <a:lnTo>
                    <a:pt x="164356" y="206787"/>
                  </a:lnTo>
                  <a:lnTo>
                    <a:pt x="164515" y="206357"/>
                  </a:lnTo>
                  <a:lnTo>
                    <a:pt x="164499" y="206220"/>
                  </a:lnTo>
                  <a:lnTo>
                    <a:pt x="164619" y="205814"/>
                  </a:lnTo>
                  <a:lnTo>
                    <a:pt x="164544" y="205305"/>
                  </a:lnTo>
                  <a:lnTo>
                    <a:pt x="164282" y="205058"/>
                  </a:lnTo>
                  <a:lnTo>
                    <a:pt x="164310" y="204873"/>
                  </a:lnTo>
                  <a:lnTo>
                    <a:pt x="164396" y="204255"/>
                  </a:lnTo>
                  <a:lnTo>
                    <a:pt x="164084" y="203911"/>
                  </a:lnTo>
                  <a:lnTo>
                    <a:pt x="163870" y="203744"/>
                  </a:lnTo>
                  <a:lnTo>
                    <a:pt x="163627" y="203125"/>
                  </a:lnTo>
                  <a:lnTo>
                    <a:pt x="163396" y="202795"/>
                  </a:lnTo>
                  <a:lnTo>
                    <a:pt x="163320" y="202300"/>
                  </a:lnTo>
                  <a:lnTo>
                    <a:pt x="163357" y="202091"/>
                  </a:lnTo>
                  <a:lnTo>
                    <a:pt x="163557" y="201761"/>
                  </a:lnTo>
                  <a:lnTo>
                    <a:pt x="163627" y="201522"/>
                  </a:lnTo>
                  <a:lnTo>
                    <a:pt x="163760" y="201114"/>
                  </a:lnTo>
                  <a:lnTo>
                    <a:pt x="163493" y="200524"/>
                  </a:lnTo>
                  <a:lnTo>
                    <a:pt x="163292" y="200145"/>
                  </a:lnTo>
                  <a:lnTo>
                    <a:pt x="163075" y="199047"/>
                  </a:lnTo>
                  <a:lnTo>
                    <a:pt x="162930" y="198575"/>
                  </a:lnTo>
                  <a:lnTo>
                    <a:pt x="163113" y="197470"/>
                  </a:lnTo>
                  <a:lnTo>
                    <a:pt x="163379" y="197035"/>
                  </a:lnTo>
                  <a:lnTo>
                    <a:pt x="163516" y="196899"/>
                  </a:lnTo>
                  <a:lnTo>
                    <a:pt x="162987" y="196625"/>
                  </a:lnTo>
                  <a:lnTo>
                    <a:pt x="162919" y="196431"/>
                  </a:lnTo>
                  <a:lnTo>
                    <a:pt x="162329" y="195383"/>
                  </a:lnTo>
                  <a:lnTo>
                    <a:pt x="162335" y="194938"/>
                  </a:lnTo>
                  <a:lnTo>
                    <a:pt x="162473" y="194630"/>
                  </a:lnTo>
                  <a:lnTo>
                    <a:pt x="162747" y="194694"/>
                  </a:lnTo>
                  <a:lnTo>
                    <a:pt x="163046" y="194558"/>
                  </a:lnTo>
                  <a:lnTo>
                    <a:pt x="163561" y="194486"/>
                  </a:lnTo>
                  <a:lnTo>
                    <a:pt x="164692" y="194858"/>
                  </a:lnTo>
                  <a:lnTo>
                    <a:pt x="164917" y="195012"/>
                  </a:lnTo>
                  <a:lnTo>
                    <a:pt x="165574" y="195130"/>
                  </a:lnTo>
                  <a:lnTo>
                    <a:pt x="165782" y="194973"/>
                  </a:lnTo>
                  <a:lnTo>
                    <a:pt x="165969" y="194774"/>
                  </a:lnTo>
                  <a:lnTo>
                    <a:pt x="166100" y="194438"/>
                  </a:lnTo>
                  <a:lnTo>
                    <a:pt x="166520" y="194175"/>
                  </a:lnTo>
                  <a:lnTo>
                    <a:pt x="166885" y="193966"/>
                  </a:lnTo>
                  <a:lnTo>
                    <a:pt x="167326" y="193755"/>
                  </a:lnTo>
                  <a:lnTo>
                    <a:pt x="167682" y="193380"/>
                  </a:lnTo>
                  <a:lnTo>
                    <a:pt x="167752" y="193229"/>
                  </a:lnTo>
                  <a:lnTo>
                    <a:pt x="168212" y="193079"/>
                  </a:lnTo>
                  <a:lnTo>
                    <a:pt x="168888" y="193409"/>
                  </a:lnTo>
                  <a:lnTo>
                    <a:pt x="169198" y="193831"/>
                  </a:lnTo>
                  <a:lnTo>
                    <a:pt x="169616" y="194754"/>
                  </a:lnTo>
                  <a:lnTo>
                    <a:pt x="170279" y="195930"/>
                  </a:lnTo>
                  <a:lnTo>
                    <a:pt x="170101" y="196560"/>
                  </a:lnTo>
                  <a:lnTo>
                    <a:pt x="170054" y="196815"/>
                  </a:lnTo>
                  <a:lnTo>
                    <a:pt x="170340" y="197798"/>
                  </a:lnTo>
                  <a:lnTo>
                    <a:pt x="170522" y="198775"/>
                  </a:lnTo>
                  <a:lnTo>
                    <a:pt x="170560" y="199289"/>
                  </a:lnTo>
                  <a:lnTo>
                    <a:pt x="170564" y="199858"/>
                  </a:lnTo>
                  <a:lnTo>
                    <a:pt x="170852" y="200841"/>
                  </a:lnTo>
                  <a:lnTo>
                    <a:pt x="170886" y="201242"/>
                  </a:lnTo>
                  <a:lnTo>
                    <a:pt x="170749" y="202004"/>
                  </a:lnTo>
                  <a:lnTo>
                    <a:pt x="171287" y="202952"/>
                  </a:lnTo>
                  <a:lnTo>
                    <a:pt x="171806" y="203136"/>
                  </a:lnTo>
                  <a:lnTo>
                    <a:pt x="171945" y="203135"/>
                  </a:lnTo>
                  <a:lnTo>
                    <a:pt x="172112" y="203067"/>
                  </a:lnTo>
                  <a:lnTo>
                    <a:pt x="172249" y="202897"/>
                  </a:lnTo>
                  <a:lnTo>
                    <a:pt x="172377" y="202790"/>
                  </a:lnTo>
                  <a:lnTo>
                    <a:pt x="172680" y="202618"/>
                  </a:lnTo>
                  <a:lnTo>
                    <a:pt x="173017" y="202689"/>
                  </a:lnTo>
                  <a:lnTo>
                    <a:pt x="173479" y="202843"/>
                  </a:lnTo>
                  <a:lnTo>
                    <a:pt x="173756" y="203049"/>
                  </a:lnTo>
                  <a:lnTo>
                    <a:pt x="174365" y="203051"/>
                  </a:lnTo>
                  <a:lnTo>
                    <a:pt x="174818" y="202698"/>
                  </a:lnTo>
                  <a:lnTo>
                    <a:pt x="174865" y="202451"/>
                  </a:lnTo>
                  <a:lnTo>
                    <a:pt x="174899" y="202087"/>
                  </a:lnTo>
                  <a:lnTo>
                    <a:pt x="175122" y="201942"/>
                  </a:lnTo>
                  <a:lnTo>
                    <a:pt x="175422" y="201846"/>
                  </a:lnTo>
                  <a:lnTo>
                    <a:pt x="175643" y="201804"/>
                  </a:lnTo>
                  <a:lnTo>
                    <a:pt x="175849" y="201829"/>
                  </a:lnTo>
                  <a:lnTo>
                    <a:pt x="176705" y="201729"/>
                  </a:lnTo>
                  <a:lnTo>
                    <a:pt x="176883" y="201686"/>
                  </a:lnTo>
                  <a:lnTo>
                    <a:pt x="176979" y="201422"/>
                  </a:lnTo>
                  <a:lnTo>
                    <a:pt x="176820" y="201077"/>
                  </a:lnTo>
                  <a:lnTo>
                    <a:pt x="176636" y="200579"/>
                  </a:lnTo>
                  <a:lnTo>
                    <a:pt x="176914" y="200402"/>
                  </a:lnTo>
                  <a:lnTo>
                    <a:pt x="177060" y="200120"/>
                  </a:lnTo>
                  <a:lnTo>
                    <a:pt x="176995" y="199801"/>
                  </a:lnTo>
                  <a:lnTo>
                    <a:pt x="176820" y="199579"/>
                  </a:lnTo>
                  <a:lnTo>
                    <a:pt x="176686" y="199476"/>
                  </a:lnTo>
                  <a:lnTo>
                    <a:pt x="176375" y="199623"/>
                  </a:lnTo>
                  <a:lnTo>
                    <a:pt x="176053" y="199588"/>
                  </a:lnTo>
                  <a:lnTo>
                    <a:pt x="174614" y="198831"/>
                  </a:lnTo>
                  <a:lnTo>
                    <a:pt x="174444" y="197845"/>
                  </a:lnTo>
                  <a:lnTo>
                    <a:pt x="174657" y="197431"/>
                  </a:lnTo>
                  <a:lnTo>
                    <a:pt x="174723" y="197261"/>
                  </a:lnTo>
                  <a:lnTo>
                    <a:pt x="174791" y="196546"/>
                  </a:lnTo>
                  <a:lnTo>
                    <a:pt x="174774" y="195892"/>
                  </a:lnTo>
                  <a:lnTo>
                    <a:pt x="174951" y="194482"/>
                  </a:lnTo>
                  <a:lnTo>
                    <a:pt x="175095" y="194289"/>
                  </a:lnTo>
                  <a:lnTo>
                    <a:pt x="175343" y="194132"/>
                  </a:lnTo>
                  <a:lnTo>
                    <a:pt x="175578" y="194104"/>
                  </a:lnTo>
                  <a:lnTo>
                    <a:pt x="175785" y="194116"/>
                  </a:lnTo>
                  <a:lnTo>
                    <a:pt x="176324" y="193540"/>
                  </a:lnTo>
                  <a:lnTo>
                    <a:pt x="176587" y="192961"/>
                  </a:lnTo>
                  <a:lnTo>
                    <a:pt x="177995" y="192019"/>
                  </a:lnTo>
                  <a:lnTo>
                    <a:pt x="178277" y="191978"/>
                  </a:lnTo>
                  <a:lnTo>
                    <a:pt x="178499" y="191837"/>
                  </a:lnTo>
                  <a:lnTo>
                    <a:pt x="178791" y="191440"/>
                  </a:lnTo>
                  <a:lnTo>
                    <a:pt x="178766" y="190827"/>
                  </a:lnTo>
                  <a:lnTo>
                    <a:pt x="178676" y="190474"/>
                  </a:lnTo>
                  <a:lnTo>
                    <a:pt x="178401" y="189584"/>
                  </a:lnTo>
                  <a:lnTo>
                    <a:pt x="177947" y="188559"/>
                  </a:lnTo>
                  <a:lnTo>
                    <a:pt x="177736" y="188238"/>
                  </a:lnTo>
                  <a:lnTo>
                    <a:pt x="177236" y="187693"/>
                  </a:lnTo>
                  <a:lnTo>
                    <a:pt x="176749" y="187073"/>
                  </a:lnTo>
                  <a:lnTo>
                    <a:pt x="176519" y="186281"/>
                  </a:lnTo>
                  <a:lnTo>
                    <a:pt x="176476" y="185313"/>
                  </a:lnTo>
                  <a:lnTo>
                    <a:pt x="176528" y="184903"/>
                  </a:lnTo>
                  <a:lnTo>
                    <a:pt x="176782" y="184723"/>
                  </a:lnTo>
                  <a:lnTo>
                    <a:pt x="177035" y="184613"/>
                  </a:lnTo>
                  <a:lnTo>
                    <a:pt x="177075" y="183458"/>
                  </a:lnTo>
                  <a:lnTo>
                    <a:pt x="177395" y="183489"/>
                  </a:lnTo>
                  <a:lnTo>
                    <a:pt x="177851" y="183567"/>
                  </a:lnTo>
                  <a:lnTo>
                    <a:pt x="178624" y="183812"/>
                  </a:lnTo>
                  <a:lnTo>
                    <a:pt x="179201" y="183833"/>
                  </a:lnTo>
                  <a:lnTo>
                    <a:pt x="179250" y="183626"/>
                  </a:lnTo>
                  <a:lnTo>
                    <a:pt x="179702" y="183304"/>
                  </a:lnTo>
                  <a:lnTo>
                    <a:pt x="179901" y="183282"/>
                  </a:lnTo>
                  <a:lnTo>
                    <a:pt x="180132" y="183328"/>
                  </a:lnTo>
                  <a:lnTo>
                    <a:pt x="181434" y="183048"/>
                  </a:lnTo>
                  <a:lnTo>
                    <a:pt x="182011" y="182604"/>
                  </a:lnTo>
                  <a:close/>
                </a:path>
              </a:pathLst>
            </a:custGeom>
            <a:solidFill>
              <a:srgbClr val="C7E2EF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9107200" y="2026910"/>
              <a:ext cx="183192" cy="182882"/>
            </a:xfrm>
            <a:custGeom>
              <a:avLst/>
              <a:pathLst>
                <a:path w="183192" h="182882">
                  <a:moveTo>
                    <a:pt x="182879" y="182880"/>
                  </a:moveTo>
                  <a:lnTo>
                    <a:pt x="182503" y="182825"/>
                  </a:lnTo>
                  <a:lnTo>
                    <a:pt x="182463" y="182601"/>
                  </a:lnTo>
                  <a:lnTo>
                    <a:pt x="182437" y="182397"/>
                  </a:lnTo>
                  <a:lnTo>
                    <a:pt x="182830" y="182464"/>
                  </a:lnTo>
                  <a:lnTo>
                    <a:pt x="183192" y="18288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9109563" y="2026596"/>
              <a:ext cx="183101" cy="183284"/>
            </a:xfrm>
            <a:custGeom>
              <a:avLst/>
              <a:pathLst>
                <a:path w="183101" h="183284">
                  <a:moveTo>
                    <a:pt x="182879" y="182880"/>
                  </a:moveTo>
                  <a:lnTo>
                    <a:pt x="182598" y="183284"/>
                  </a:lnTo>
                  <a:lnTo>
                    <a:pt x="182172" y="182972"/>
                  </a:lnTo>
                  <a:lnTo>
                    <a:pt x="182160" y="182603"/>
                  </a:lnTo>
                  <a:lnTo>
                    <a:pt x="182446" y="182378"/>
                  </a:lnTo>
                  <a:lnTo>
                    <a:pt x="182494" y="181963"/>
                  </a:lnTo>
                  <a:lnTo>
                    <a:pt x="182668" y="181642"/>
                  </a:lnTo>
                  <a:lnTo>
                    <a:pt x="182864" y="181746"/>
                  </a:lnTo>
                  <a:lnTo>
                    <a:pt x="183101" y="182123"/>
                  </a:lnTo>
                  <a:lnTo>
                    <a:pt x="182849" y="182341"/>
                  </a:lnTo>
                  <a:lnTo>
                    <a:pt x="182780" y="18266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9110974" y="2022365"/>
              <a:ext cx="182879" cy="182977"/>
            </a:xfrm>
            <a:custGeom>
              <a:avLst/>
              <a:pathLst>
                <a:path w="182879" h="182977">
                  <a:moveTo>
                    <a:pt x="182879" y="182880"/>
                  </a:moveTo>
                  <a:lnTo>
                    <a:pt x="182340" y="182977"/>
                  </a:lnTo>
                  <a:lnTo>
                    <a:pt x="182335" y="18274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9111987" y="2017936"/>
              <a:ext cx="183412" cy="182880"/>
            </a:xfrm>
            <a:custGeom>
              <a:avLst/>
              <a:pathLst>
                <a:path w="183412" h="182880">
                  <a:moveTo>
                    <a:pt x="182879" y="182880"/>
                  </a:moveTo>
                  <a:lnTo>
                    <a:pt x="182699" y="182805"/>
                  </a:lnTo>
                  <a:lnTo>
                    <a:pt x="182622" y="182379"/>
                  </a:lnTo>
                  <a:lnTo>
                    <a:pt x="183014" y="182210"/>
                  </a:lnTo>
                  <a:lnTo>
                    <a:pt x="183143" y="182130"/>
                  </a:lnTo>
                  <a:lnTo>
                    <a:pt x="183412" y="182253"/>
                  </a:lnTo>
                  <a:lnTo>
                    <a:pt x="182994" y="18253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9132776" y="2013075"/>
              <a:ext cx="183386" cy="183293"/>
            </a:xfrm>
            <a:custGeom>
              <a:avLst/>
              <a:pathLst>
                <a:path w="183386" h="183293">
                  <a:moveTo>
                    <a:pt x="182879" y="182880"/>
                  </a:moveTo>
                  <a:lnTo>
                    <a:pt x="183386" y="183277"/>
                  </a:lnTo>
                  <a:lnTo>
                    <a:pt x="183165" y="18329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9132635" y="2011075"/>
              <a:ext cx="184371" cy="184358"/>
            </a:xfrm>
            <a:custGeom>
              <a:avLst/>
              <a:pathLst>
                <a:path w="184371" h="184358">
                  <a:moveTo>
                    <a:pt x="182879" y="182880"/>
                  </a:moveTo>
                  <a:lnTo>
                    <a:pt x="183089" y="182937"/>
                  </a:lnTo>
                  <a:lnTo>
                    <a:pt x="183355" y="183072"/>
                  </a:lnTo>
                  <a:lnTo>
                    <a:pt x="183502" y="183373"/>
                  </a:lnTo>
                  <a:lnTo>
                    <a:pt x="184070" y="183712"/>
                  </a:lnTo>
                  <a:lnTo>
                    <a:pt x="184131" y="183989"/>
                  </a:lnTo>
                  <a:lnTo>
                    <a:pt x="184267" y="184183"/>
                  </a:lnTo>
                  <a:lnTo>
                    <a:pt x="184371" y="184358"/>
                  </a:lnTo>
                  <a:lnTo>
                    <a:pt x="184200" y="184320"/>
                  </a:lnTo>
                  <a:lnTo>
                    <a:pt x="184023" y="184161"/>
                  </a:lnTo>
                  <a:lnTo>
                    <a:pt x="183528" y="183704"/>
                  </a:lnTo>
                  <a:lnTo>
                    <a:pt x="183326" y="183577"/>
                  </a:lnTo>
                  <a:lnTo>
                    <a:pt x="183494" y="183788"/>
                  </a:lnTo>
                  <a:lnTo>
                    <a:pt x="183553" y="184018"/>
                  </a:lnTo>
                  <a:lnTo>
                    <a:pt x="182896" y="183683"/>
                  </a:lnTo>
                  <a:lnTo>
                    <a:pt x="182480" y="183483"/>
                  </a:lnTo>
                  <a:lnTo>
                    <a:pt x="182376" y="183669"/>
                  </a:lnTo>
                  <a:lnTo>
                    <a:pt x="182575" y="183958"/>
                  </a:lnTo>
                  <a:lnTo>
                    <a:pt x="182691" y="184118"/>
                  </a:lnTo>
                  <a:lnTo>
                    <a:pt x="182627" y="184328"/>
                  </a:lnTo>
                  <a:lnTo>
                    <a:pt x="182393" y="184068"/>
                  </a:lnTo>
                  <a:lnTo>
                    <a:pt x="182162" y="183855"/>
                  </a:lnTo>
                  <a:lnTo>
                    <a:pt x="182021" y="183434"/>
                  </a:lnTo>
                  <a:lnTo>
                    <a:pt x="182277" y="183364"/>
                  </a:lnTo>
                  <a:lnTo>
                    <a:pt x="182192" y="183178"/>
                  </a:lnTo>
                  <a:lnTo>
                    <a:pt x="182153" y="182882"/>
                  </a:lnTo>
                  <a:lnTo>
                    <a:pt x="182372" y="182925"/>
                  </a:lnTo>
                  <a:lnTo>
                    <a:pt x="182530" y="182679"/>
                  </a:lnTo>
                  <a:lnTo>
                    <a:pt x="182176" y="18243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9134220" y="2011154"/>
              <a:ext cx="183321" cy="183256"/>
            </a:xfrm>
            <a:custGeom>
              <a:avLst/>
              <a:pathLst>
                <a:path w="183321" h="183256">
                  <a:moveTo>
                    <a:pt x="182879" y="182880"/>
                  </a:moveTo>
                  <a:lnTo>
                    <a:pt x="183232" y="183076"/>
                  </a:lnTo>
                  <a:lnTo>
                    <a:pt x="183321" y="183256"/>
                  </a:lnTo>
                  <a:lnTo>
                    <a:pt x="182828" y="18324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9135133" y="201146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15" y="18256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9133564" y="2010282"/>
              <a:ext cx="182879" cy="183088"/>
            </a:xfrm>
            <a:custGeom>
              <a:avLst/>
              <a:pathLst>
                <a:path w="182879" h="183088">
                  <a:moveTo>
                    <a:pt x="182879" y="182880"/>
                  </a:moveTo>
                  <a:lnTo>
                    <a:pt x="182786" y="183088"/>
                  </a:lnTo>
                  <a:lnTo>
                    <a:pt x="182592" y="182990"/>
                  </a:lnTo>
                  <a:lnTo>
                    <a:pt x="182563" y="18276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9139054" y="2004138"/>
              <a:ext cx="183052" cy="183399"/>
            </a:xfrm>
            <a:custGeom>
              <a:avLst/>
              <a:pathLst>
                <a:path w="183052" h="183399">
                  <a:moveTo>
                    <a:pt x="182879" y="182880"/>
                  </a:moveTo>
                  <a:lnTo>
                    <a:pt x="183052" y="182951"/>
                  </a:lnTo>
                  <a:lnTo>
                    <a:pt x="182796" y="183399"/>
                  </a:lnTo>
                  <a:lnTo>
                    <a:pt x="182597" y="18308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9138722" y="2004069"/>
              <a:ext cx="182879" cy="183328"/>
            </a:xfrm>
            <a:custGeom>
              <a:avLst/>
              <a:pathLst>
                <a:path w="182879" h="183328">
                  <a:moveTo>
                    <a:pt x="182879" y="182880"/>
                  </a:moveTo>
                  <a:lnTo>
                    <a:pt x="182773" y="183100"/>
                  </a:lnTo>
                  <a:lnTo>
                    <a:pt x="182375" y="183328"/>
                  </a:lnTo>
                  <a:lnTo>
                    <a:pt x="182587" y="182908"/>
                  </a:lnTo>
                  <a:lnTo>
                    <a:pt x="182730" y="18283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9138263" y="2003614"/>
              <a:ext cx="183506" cy="183529"/>
            </a:xfrm>
            <a:custGeom>
              <a:avLst/>
              <a:pathLst>
                <a:path w="183506" h="183529">
                  <a:moveTo>
                    <a:pt x="182879" y="182880"/>
                  </a:moveTo>
                  <a:lnTo>
                    <a:pt x="183109" y="182662"/>
                  </a:lnTo>
                  <a:lnTo>
                    <a:pt x="183506" y="182757"/>
                  </a:lnTo>
                  <a:lnTo>
                    <a:pt x="183254" y="183109"/>
                  </a:lnTo>
                  <a:lnTo>
                    <a:pt x="182964" y="183375"/>
                  </a:lnTo>
                  <a:lnTo>
                    <a:pt x="182724" y="183501"/>
                  </a:lnTo>
                  <a:lnTo>
                    <a:pt x="182532" y="183529"/>
                  </a:lnTo>
                  <a:lnTo>
                    <a:pt x="182594" y="183080"/>
                  </a:lnTo>
                  <a:lnTo>
                    <a:pt x="182838" y="18301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9137070" y="200364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9121933" y="2003163"/>
              <a:ext cx="183349" cy="182880"/>
            </a:xfrm>
            <a:custGeom>
              <a:avLst/>
              <a:pathLst>
                <a:path w="183349" h="182880">
                  <a:moveTo>
                    <a:pt x="182879" y="182880"/>
                  </a:moveTo>
                  <a:lnTo>
                    <a:pt x="182962" y="182497"/>
                  </a:lnTo>
                  <a:lnTo>
                    <a:pt x="183185" y="182359"/>
                  </a:lnTo>
                  <a:lnTo>
                    <a:pt x="183349" y="182309"/>
                  </a:lnTo>
                  <a:lnTo>
                    <a:pt x="183095" y="18269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9128341" y="2002610"/>
              <a:ext cx="183455" cy="182880"/>
            </a:xfrm>
            <a:custGeom>
              <a:avLst/>
              <a:pathLst>
                <a:path w="183455" h="182880">
                  <a:moveTo>
                    <a:pt x="182879" y="182880"/>
                  </a:moveTo>
                  <a:lnTo>
                    <a:pt x="182731" y="182613"/>
                  </a:lnTo>
                  <a:lnTo>
                    <a:pt x="182666" y="182421"/>
                  </a:lnTo>
                  <a:lnTo>
                    <a:pt x="182853" y="182211"/>
                  </a:lnTo>
                  <a:lnTo>
                    <a:pt x="182995" y="182230"/>
                  </a:lnTo>
                  <a:lnTo>
                    <a:pt x="183159" y="182067"/>
                  </a:lnTo>
                  <a:lnTo>
                    <a:pt x="183452" y="182214"/>
                  </a:lnTo>
                  <a:lnTo>
                    <a:pt x="183455" y="182344"/>
                  </a:lnTo>
                  <a:lnTo>
                    <a:pt x="183422" y="182576"/>
                  </a:lnTo>
                  <a:lnTo>
                    <a:pt x="183344" y="18270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9122541" y="2000888"/>
              <a:ext cx="183055" cy="183362"/>
            </a:xfrm>
            <a:custGeom>
              <a:avLst/>
              <a:pathLst>
                <a:path w="183055" h="183362">
                  <a:moveTo>
                    <a:pt x="182879" y="182880"/>
                  </a:moveTo>
                  <a:lnTo>
                    <a:pt x="183046" y="183063"/>
                  </a:lnTo>
                  <a:lnTo>
                    <a:pt x="183055" y="183319"/>
                  </a:lnTo>
                  <a:lnTo>
                    <a:pt x="182880" y="183362"/>
                  </a:lnTo>
                  <a:lnTo>
                    <a:pt x="182715" y="183171"/>
                  </a:lnTo>
                  <a:lnTo>
                    <a:pt x="182671" y="18276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9121663" y="200041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9125542" y="2000140"/>
              <a:ext cx="182994" cy="183326"/>
            </a:xfrm>
            <a:custGeom>
              <a:avLst/>
              <a:pathLst>
                <a:path w="182994" h="183326">
                  <a:moveTo>
                    <a:pt x="182879" y="182880"/>
                  </a:moveTo>
                  <a:lnTo>
                    <a:pt x="182994" y="183001"/>
                  </a:lnTo>
                  <a:lnTo>
                    <a:pt x="182978" y="183326"/>
                  </a:lnTo>
                  <a:lnTo>
                    <a:pt x="182698" y="18306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9124965" y="1999896"/>
              <a:ext cx="182978" cy="182880"/>
            </a:xfrm>
            <a:custGeom>
              <a:avLst/>
              <a:pathLst>
                <a:path w="182978" h="182880">
                  <a:moveTo>
                    <a:pt x="182879" y="182880"/>
                  </a:moveTo>
                  <a:lnTo>
                    <a:pt x="182682" y="182698"/>
                  </a:lnTo>
                  <a:lnTo>
                    <a:pt x="182978" y="18258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9135810" y="1997129"/>
              <a:ext cx="183130" cy="183261"/>
            </a:xfrm>
            <a:custGeom>
              <a:avLst/>
              <a:pathLst>
                <a:path w="183130" h="183261">
                  <a:moveTo>
                    <a:pt x="182879" y="182880"/>
                  </a:moveTo>
                  <a:lnTo>
                    <a:pt x="183130" y="182934"/>
                  </a:lnTo>
                  <a:lnTo>
                    <a:pt x="182959" y="183220"/>
                  </a:lnTo>
                  <a:lnTo>
                    <a:pt x="182798" y="18326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9135410" y="1997012"/>
              <a:ext cx="183097" cy="183329"/>
            </a:xfrm>
            <a:custGeom>
              <a:avLst/>
              <a:pathLst>
                <a:path w="183097" h="183329">
                  <a:moveTo>
                    <a:pt x="182879" y="182880"/>
                  </a:moveTo>
                  <a:lnTo>
                    <a:pt x="183097" y="183173"/>
                  </a:lnTo>
                  <a:lnTo>
                    <a:pt x="182896" y="183329"/>
                  </a:lnTo>
                  <a:lnTo>
                    <a:pt x="182526" y="183282"/>
                  </a:lnTo>
                  <a:lnTo>
                    <a:pt x="182641" y="18296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9135368" y="1996456"/>
              <a:ext cx="183295" cy="183317"/>
            </a:xfrm>
            <a:custGeom>
              <a:avLst/>
              <a:pathLst>
                <a:path w="183295" h="183317">
                  <a:moveTo>
                    <a:pt x="182879" y="182880"/>
                  </a:moveTo>
                  <a:lnTo>
                    <a:pt x="183161" y="182989"/>
                  </a:lnTo>
                  <a:lnTo>
                    <a:pt x="183295" y="183238"/>
                  </a:lnTo>
                  <a:lnTo>
                    <a:pt x="182830" y="183317"/>
                  </a:lnTo>
                  <a:lnTo>
                    <a:pt x="182577" y="18328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9132968" y="1996099"/>
              <a:ext cx="183468" cy="183248"/>
            </a:xfrm>
            <a:custGeom>
              <a:avLst/>
              <a:pathLst>
                <a:path w="183468" h="183248">
                  <a:moveTo>
                    <a:pt x="182879" y="182880"/>
                  </a:moveTo>
                  <a:lnTo>
                    <a:pt x="182958" y="182503"/>
                  </a:lnTo>
                  <a:lnTo>
                    <a:pt x="183259" y="182442"/>
                  </a:lnTo>
                  <a:lnTo>
                    <a:pt x="183468" y="182866"/>
                  </a:lnTo>
                  <a:lnTo>
                    <a:pt x="183168" y="183246"/>
                  </a:lnTo>
                  <a:lnTo>
                    <a:pt x="182863" y="18324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9135177" y="1995539"/>
              <a:ext cx="183695" cy="183178"/>
            </a:xfrm>
            <a:custGeom>
              <a:avLst/>
              <a:pathLst>
                <a:path w="183695" h="183178">
                  <a:moveTo>
                    <a:pt x="182879" y="182880"/>
                  </a:moveTo>
                  <a:lnTo>
                    <a:pt x="182871" y="182684"/>
                  </a:lnTo>
                  <a:lnTo>
                    <a:pt x="183188" y="182578"/>
                  </a:lnTo>
                  <a:lnTo>
                    <a:pt x="183493" y="182171"/>
                  </a:lnTo>
                  <a:lnTo>
                    <a:pt x="183656" y="181993"/>
                  </a:lnTo>
                  <a:lnTo>
                    <a:pt x="183695" y="182102"/>
                  </a:lnTo>
                  <a:lnTo>
                    <a:pt x="183559" y="182577"/>
                  </a:lnTo>
                  <a:lnTo>
                    <a:pt x="183252" y="183065"/>
                  </a:lnTo>
                  <a:lnTo>
                    <a:pt x="182788" y="18317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9138839" y="1994445"/>
              <a:ext cx="182879" cy="182906"/>
            </a:xfrm>
            <a:custGeom>
              <a:avLst/>
              <a:pathLst>
                <a:path w="182879" h="182906">
                  <a:moveTo>
                    <a:pt x="182879" y="182880"/>
                  </a:moveTo>
                  <a:lnTo>
                    <a:pt x="182673" y="182906"/>
                  </a:lnTo>
                  <a:lnTo>
                    <a:pt x="182656" y="182729"/>
                  </a:lnTo>
                  <a:lnTo>
                    <a:pt x="182817" y="18271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9137756" y="1993105"/>
              <a:ext cx="182980" cy="184491"/>
            </a:xfrm>
            <a:custGeom>
              <a:avLst/>
              <a:pathLst>
                <a:path w="182980" h="184491">
                  <a:moveTo>
                    <a:pt x="182879" y="182880"/>
                  </a:moveTo>
                  <a:lnTo>
                    <a:pt x="182457" y="183167"/>
                  </a:lnTo>
                  <a:lnTo>
                    <a:pt x="182218" y="182941"/>
                  </a:lnTo>
                  <a:lnTo>
                    <a:pt x="181958" y="183060"/>
                  </a:lnTo>
                  <a:lnTo>
                    <a:pt x="182036" y="183585"/>
                  </a:lnTo>
                  <a:lnTo>
                    <a:pt x="182126" y="184168"/>
                  </a:lnTo>
                  <a:lnTo>
                    <a:pt x="182364" y="184220"/>
                  </a:lnTo>
                  <a:lnTo>
                    <a:pt x="182153" y="184416"/>
                  </a:lnTo>
                  <a:lnTo>
                    <a:pt x="181881" y="184491"/>
                  </a:lnTo>
                  <a:lnTo>
                    <a:pt x="181555" y="184228"/>
                  </a:lnTo>
                  <a:lnTo>
                    <a:pt x="181446" y="184010"/>
                  </a:lnTo>
                  <a:lnTo>
                    <a:pt x="180987" y="184160"/>
                  </a:lnTo>
                  <a:lnTo>
                    <a:pt x="180526" y="184387"/>
                  </a:lnTo>
                  <a:lnTo>
                    <a:pt x="180127" y="184389"/>
                  </a:lnTo>
                  <a:lnTo>
                    <a:pt x="179878" y="184362"/>
                  </a:lnTo>
                  <a:lnTo>
                    <a:pt x="179559" y="184209"/>
                  </a:lnTo>
                  <a:lnTo>
                    <a:pt x="179378" y="184258"/>
                  </a:lnTo>
                  <a:lnTo>
                    <a:pt x="179249" y="184317"/>
                  </a:lnTo>
                  <a:lnTo>
                    <a:pt x="179008" y="184250"/>
                  </a:lnTo>
                  <a:lnTo>
                    <a:pt x="178534" y="184177"/>
                  </a:lnTo>
                  <a:lnTo>
                    <a:pt x="178699" y="183737"/>
                  </a:lnTo>
                  <a:lnTo>
                    <a:pt x="179107" y="183636"/>
                  </a:lnTo>
                  <a:lnTo>
                    <a:pt x="179318" y="183593"/>
                  </a:lnTo>
                  <a:lnTo>
                    <a:pt x="179581" y="183242"/>
                  </a:lnTo>
                  <a:lnTo>
                    <a:pt x="179998" y="182757"/>
                  </a:lnTo>
                  <a:lnTo>
                    <a:pt x="180227" y="182643"/>
                  </a:lnTo>
                  <a:lnTo>
                    <a:pt x="180652" y="182474"/>
                  </a:lnTo>
                  <a:lnTo>
                    <a:pt x="181327" y="182550"/>
                  </a:lnTo>
                  <a:lnTo>
                    <a:pt x="181539" y="182340"/>
                  </a:lnTo>
                  <a:lnTo>
                    <a:pt x="181896" y="182249"/>
                  </a:lnTo>
                  <a:lnTo>
                    <a:pt x="182586" y="182420"/>
                  </a:lnTo>
                  <a:lnTo>
                    <a:pt x="182846" y="182373"/>
                  </a:lnTo>
                  <a:lnTo>
                    <a:pt x="182980" y="18272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9131709" y="1991948"/>
              <a:ext cx="184434" cy="184451"/>
            </a:xfrm>
            <a:custGeom>
              <a:avLst/>
              <a:pathLst>
                <a:path w="184434" h="184451">
                  <a:moveTo>
                    <a:pt x="182879" y="182880"/>
                  </a:moveTo>
                  <a:lnTo>
                    <a:pt x="183050" y="183199"/>
                  </a:lnTo>
                  <a:lnTo>
                    <a:pt x="183382" y="183354"/>
                  </a:lnTo>
                  <a:lnTo>
                    <a:pt x="183758" y="183240"/>
                  </a:lnTo>
                  <a:lnTo>
                    <a:pt x="183928" y="183133"/>
                  </a:lnTo>
                  <a:lnTo>
                    <a:pt x="184434" y="183094"/>
                  </a:lnTo>
                  <a:lnTo>
                    <a:pt x="183991" y="183545"/>
                  </a:lnTo>
                  <a:lnTo>
                    <a:pt x="183727" y="183946"/>
                  </a:lnTo>
                  <a:lnTo>
                    <a:pt x="183653" y="184097"/>
                  </a:lnTo>
                  <a:lnTo>
                    <a:pt x="183381" y="184193"/>
                  </a:lnTo>
                  <a:lnTo>
                    <a:pt x="183355" y="183949"/>
                  </a:lnTo>
                  <a:lnTo>
                    <a:pt x="183141" y="183932"/>
                  </a:lnTo>
                  <a:lnTo>
                    <a:pt x="182720" y="183776"/>
                  </a:lnTo>
                  <a:lnTo>
                    <a:pt x="182487" y="183839"/>
                  </a:lnTo>
                  <a:lnTo>
                    <a:pt x="182100" y="183992"/>
                  </a:lnTo>
                  <a:lnTo>
                    <a:pt x="181937" y="184209"/>
                  </a:lnTo>
                  <a:lnTo>
                    <a:pt x="181818" y="184451"/>
                  </a:lnTo>
                  <a:lnTo>
                    <a:pt x="181824" y="183930"/>
                  </a:lnTo>
                  <a:lnTo>
                    <a:pt x="181897" y="183569"/>
                  </a:lnTo>
                  <a:lnTo>
                    <a:pt x="181827" y="183323"/>
                  </a:lnTo>
                  <a:lnTo>
                    <a:pt x="182045" y="183153"/>
                  </a:lnTo>
                  <a:lnTo>
                    <a:pt x="182186" y="183116"/>
                  </a:lnTo>
                  <a:lnTo>
                    <a:pt x="182241" y="182890"/>
                  </a:lnTo>
                  <a:lnTo>
                    <a:pt x="182362" y="18264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9136080" y="1992182"/>
              <a:ext cx="183827" cy="183144"/>
            </a:xfrm>
            <a:custGeom>
              <a:avLst/>
              <a:pathLst>
                <a:path w="183827" h="183144">
                  <a:moveTo>
                    <a:pt x="182879" y="182880"/>
                  </a:moveTo>
                  <a:lnTo>
                    <a:pt x="183010" y="182589"/>
                  </a:lnTo>
                  <a:lnTo>
                    <a:pt x="183156" y="182542"/>
                  </a:lnTo>
                  <a:lnTo>
                    <a:pt x="183554" y="182512"/>
                  </a:lnTo>
                  <a:lnTo>
                    <a:pt x="183827" y="182632"/>
                  </a:lnTo>
                  <a:lnTo>
                    <a:pt x="183632" y="182826"/>
                  </a:lnTo>
                  <a:lnTo>
                    <a:pt x="183018" y="183120"/>
                  </a:lnTo>
                  <a:lnTo>
                    <a:pt x="182620" y="18314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9135534" y="1991691"/>
              <a:ext cx="183240" cy="183329"/>
            </a:xfrm>
            <a:custGeom>
              <a:avLst/>
              <a:pathLst>
                <a:path w="183240" h="183329">
                  <a:moveTo>
                    <a:pt x="182879" y="182880"/>
                  </a:moveTo>
                  <a:lnTo>
                    <a:pt x="181538" y="183329"/>
                  </a:lnTo>
                  <a:lnTo>
                    <a:pt x="181375" y="183262"/>
                  </a:lnTo>
                  <a:lnTo>
                    <a:pt x="181309" y="183117"/>
                  </a:lnTo>
                  <a:lnTo>
                    <a:pt x="181411" y="182944"/>
                  </a:lnTo>
                  <a:lnTo>
                    <a:pt x="181752" y="182606"/>
                  </a:lnTo>
                  <a:lnTo>
                    <a:pt x="182055" y="182279"/>
                  </a:lnTo>
                  <a:lnTo>
                    <a:pt x="181917" y="182049"/>
                  </a:lnTo>
                  <a:lnTo>
                    <a:pt x="182228" y="181833"/>
                  </a:lnTo>
                  <a:lnTo>
                    <a:pt x="182721" y="181460"/>
                  </a:lnTo>
                  <a:lnTo>
                    <a:pt x="182979" y="181482"/>
                  </a:lnTo>
                  <a:lnTo>
                    <a:pt x="183084" y="181730"/>
                  </a:lnTo>
                  <a:lnTo>
                    <a:pt x="183240" y="181790"/>
                  </a:lnTo>
                  <a:lnTo>
                    <a:pt x="183045" y="182169"/>
                  </a:lnTo>
                  <a:lnTo>
                    <a:pt x="183017" y="18242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9134746" y="1989515"/>
              <a:ext cx="182879" cy="183319"/>
            </a:xfrm>
            <a:custGeom>
              <a:avLst/>
              <a:pathLst>
                <a:path w="182879" h="183319">
                  <a:moveTo>
                    <a:pt x="182879" y="182880"/>
                  </a:moveTo>
                  <a:lnTo>
                    <a:pt x="182743" y="183282"/>
                  </a:lnTo>
                  <a:lnTo>
                    <a:pt x="182237" y="183319"/>
                  </a:lnTo>
                  <a:lnTo>
                    <a:pt x="182491" y="18291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9134128" y="1986633"/>
              <a:ext cx="184159" cy="184822"/>
            </a:xfrm>
            <a:custGeom>
              <a:avLst/>
              <a:pathLst>
                <a:path w="184159" h="184822">
                  <a:moveTo>
                    <a:pt x="182879" y="182880"/>
                  </a:moveTo>
                  <a:lnTo>
                    <a:pt x="183054" y="182767"/>
                  </a:lnTo>
                  <a:lnTo>
                    <a:pt x="183287" y="182695"/>
                  </a:lnTo>
                  <a:lnTo>
                    <a:pt x="183456" y="182727"/>
                  </a:lnTo>
                  <a:lnTo>
                    <a:pt x="183487" y="182988"/>
                  </a:lnTo>
                  <a:lnTo>
                    <a:pt x="183726" y="183394"/>
                  </a:lnTo>
                  <a:lnTo>
                    <a:pt x="184159" y="183554"/>
                  </a:lnTo>
                  <a:lnTo>
                    <a:pt x="184105" y="183833"/>
                  </a:lnTo>
                  <a:lnTo>
                    <a:pt x="183796" y="184253"/>
                  </a:lnTo>
                  <a:lnTo>
                    <a:pt x="183631" y="184321"/>
                  </a:lnTo>
                  <a:lnTo>
                    <a:pt x="183464" y="184454"/>
                  </a:lnTo>
                  <a:lnTo>
                    <a:pt x="183081" y="184563"/>
                  </a:lnTo>
                  <a:lnTo>
                    <a:pt x="182473" y="184671"/>
                  </a:lnTo>
                  <a:lnTo>
                    <a:pt x="182342" y="184822"/>
                  </a:lnTo>
                  <a:lnTo>
                    <a:pt x="182072" y="184391"/>
                  </a:lnTo>
                  <a:lnTo>
                    <a:pt x="181441" y="184112"/>
                  </a:lnTo>
                  <a:lnTo>
                    <a:pt x="181010" y="184120"/>
                  </a:lnTo>
                  <a:lnTo>
                    <a:pt x="180633" y="184211"/>
                  </a:lnTo>
                  <a:lnTo>
                    <a:pt x="180457" y="184405"/>
                  </a:lnTo>
                  <a:lnTo>
                    <a:pt x="180311" y="184462"/>
                  </a:lnTo>
                  <a:lnTo>
                    <a:pt x="180056" y="184386"/>
                  </a:lnTo>
                  <a:lnTo>
                    <a:pt x="179934" y="183915"/>
                  </a:lnTo>
                  <a:lnTo>
                    <a:pt x="180071" y="183651"/>
                  </a:lnTo>
                  <a:lnTo>
                    <a:pt x="180214" y="183518"/>
                  </a:lnTo>
                  <a:lnTo>
                    <a:pt x="180538" y="183366"/>
                  </a:lnTo>
                  <a:lnTo>
                    <a:pt x="180830" y="183158"/>
                  </a:lnTo>
                  <a:lnTo>
                    <a:pt x="181113" y="182932"/>
                  </a:lnTo>
                  <a:lnTo>
                    <a:pt x="181147" y="182780"/>
                  </a:lnTo>
                  <a:lnTo>
                    <a:pt x="181434" y="182819"/>
                  </a:lnTo>
                  <a:lnTo>
                    <a:pt x="181537" y="183106"/>
                  </a:lnTo>
                  <a:lnTo>
                    <a:pt x="181885" y="183029"/>
                  </a:lnTo>
                  <a:lnTo>
                    <a:pt x="182095" y="182931"/>
                  </a:lnTo>
                  <a:lnTo>
                    <a:pt x="182263" y="18286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9138550" y="1986017"/>
              <a:ext cx="183937" cy="184097"/>
            </a:xfrm>
            <a:custGeom>
              <a:avLst/>
              <a:pathLst>
                <a:path w="183937" h="184097">
                  <a:moveTo>
                    <a:pt x="182879" y="182880"/>
                  </a:moveTo>
                  <a:lnTo>
                    <a:pt x="183030" y="182969"/>
                  </a:lnTo>
                  <a:lnTo>
                    <a:pt x="183271" y="183017"/>
                  </a:lnTo>
                  <a:lnTo>
                    <a:pt x="183511" y="182963"/>
                  </a:lnTo>
                  <a:lnTo>
                    <a:pt x="183708" y="182841"/>
                  </a:lnTo>
                  <a:lnTo>
                    <a:pt x="183937" y="182960"/>
                  </a:lnTo>
                  <a:lnTo>
                    <a:pt x="183037" y="183206"/>
                  </a:lnTo>
                  <a:lnTo>
                    <a:pt x="182779" y="183456"/>
                  </a:lnTo>
                  <a:lnTo>
                    <a:pt x="182385" y="183430"/>
                  </a:lnTo>
                  <a:lnTo>
                    <a:pt x="182098" y="183777"/>
                  </a:lnTo>
                  <a:lnTo>
                    <a:pt x="182017" y="183970"/>
                  </a:lnTo>
                  <a:lnTo>
                    <a:pt x="181649" y="184097"/>
                  </a:lnTo>
                  <a:lnTo>
                    <a:pt x="181623" y="183707"/>
                  </a:lnTo>
                  <a:lnTo>
                    <a:pt x="181461" y="182969"/>
                  </a:lnTo>
                  <a:lnTo>
                    <a:pt x="181686" y="182836"/>
                  </a:lnTo>
                  <a:lnTo>
                    <a:pt x="181891" y="182726"/>
                  </a:lnTo>
                  <a:lnTo>
                    <a:pt x="182110" y="182775"/>
                  </a:lnTo>
                  <a:lnTo>
                    <a:pt x="182447" y="18278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9133213" y="1985653"/>
              <a:ext cx="182879" cy="183689"/>
            </a:xfrm>
            <a:custGeom>
              <a:avLst/>
              <a:pathLst>
                <a:path w="182879" h="183689">
                  <a:moveTo>
                    <a:pt x="182879" y="182880"/>
                  </a:moveTo>
                  <a:lnTo>
                    <a:pt x="182689" y="182982"/>
                  </a:lnTo>
                  <a:lnTo>
                    <a:pt x="182435" y="183122"/>
                  </a:lnTo>
                  <a:lnTo>
                    <a:pt x="182041" y="183405"/>
                  </a:lnTo>
                  <a:lnTo>
                    <a:pt x="181911" y="183422"/>
                  </a:lnTo>
                  <a:lnTo>
                    <a:pt x="181629" y="183475"/>
                  </a:lnTo>
                  <a:lnTo>
                    <a:pt x="181348" y="183645"/>
                  </a:lnTo>
                  <a:lnTo>
                    <a:pt x="181125" y="183689"/>
                  </a:lnTo>
                  <a:lnTo>
                    <a:pt x="180937" y="183669"/>
                  </a:lnTo>
                  <a:lnTo>
                    <a:pt x="181049" y="183345"/>
                  </a:lnTo>
                  <a:lnTo>
                    <a:pt x="181440" y="183147"/>
                  </a:lnTo>
                  <a:lnTo>
                    <a:pt x="181672" y="182982"/>
                  </a:lnTo>
                  <a:lnTo>
                    <a:pt x="182174" y="182672"/>
                  </a:lnTo>
                  <a:lnTo>
                    <a:pt x="182430" y="182478"/>
                  </a:lnTo>
                  <a:lnTo>
                    <a:pt x="182784" y="18255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9135728" y="1984869"/>
              <a:ext cx="183370" cy="182880"/>
            </a:xfrm>
            <a:custGeom>
              <a:avLst/>
              <a:pathLst>
                <a:path w="183370" h="182880">
                  <a:moveTo>
                    <a:pt x="182879" y="182880"/>
                  </a:moveTo>
                  <a:lnTo>
                    <a:pt x="183041" y="182695"/>
                  </a:lnTo>
                  <a:lnTo>
                    <a:pt x="183370" y="182780"/>
                  </a:lnTo>
                  <a:lnTo>
                    <a:pt x="183232" y="18281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9140362" y="1983189"/>
              <a:ext cx="183127" cy="183232"/>
            </a:xfrm>
            <a:custGeom>
              <a:avLst/>
              <a:pathLst>
                <a:path w="183127" h="183232">
                  <a:moveTo>
                    <a:pt x="182879" y="182880"/>
                  </a:moveTo>
                  <a:lnTo>
                    <a:pt x="183127" y="182893"/>
                  </a:lnTo>
                  <a:lnTo>
                    <a:pt x="183064" y="183232"/>
                  </a:lnTo>
                  <a:lnTo>
                    <a:pt x="182710" y="18315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9141752" y="1982527"/>
              <a:ext cx="183118" cy="183074"/>
            </a:xfrm>
            <a:custGeom>
              <a:avLst/>
              <a:pathLst>
                <a:path w="183118" h="183074">
                  <a:moveTo>
                    <a:pt x="182879" y="182880"/>
                  </a:moveTo>
                  <a:lnTo>
                    <a:pt x="183118" y="182981"/>
                  </a:lnTo>
                  <a:lnTo>
                    <a:pt x="182960" y="18307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9136108" y="1977120"/>
              <a:ext cx="183008" cy="183539"/>
            </a:xfrm>
            <a:custGeom>
              <a:avLst/>
              <a:pathLst>
                <a:path w="183008" h="183539">
                  <a:moveTo>
                    <a:pt x="182879" y="182880"/>
                  </a:moveTo>
                  <a:lnTo>
                    <a:pt x="182986" y="183071"/>
                  </a:lnTo>
                  <a:lnTo>
                    <a:pt x="183008" y="183275"/>
                  </a:lnTo>
                  <a:lnTo>
                    <a:pt x="182808" y="183539"/>
                  </a:lnTo>
                  <a:lnTo>
                    <a:pt x="182534" y="183482"/>
                  </a:lnTo>
                  <a:lnTo>
                    <a:pt x="182585" y="18319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9136091" y="1974634"/>
              <a:ext cx="184071" cy="183794"/>
            </a:xfrm>
            <a:custGeom>
              <a:avLst/>
              <a:pathLst>
                <a:path w="184071" h="183794">
                  <a:moveTo>
                    <a:pt x="182879" y="182880"/>
                  </a:moveTo>
                  <a:lnTo>
                    <a:pt x="183451" y="182478"/>
                  </a:lnTo>
                  <a:lnTo>
                    <a:pt x="183621" y="182392"/>
                  </a:lnTo>
                  <a:lnTo>
                    <a:pt x="184071" y="182428"/>
                  </a:lnTo>
                  <a:lnTo>
                    <a:pt x="183828" y="183248"/>
                  </a:lnTo>
                  <a:lnTo>
                    <a:pt x="183595" y="183644"/>
                  </a:lnTo>
                  <a:lnTo>
                    <a:pt x="183094" y="183794"/>
                  </a:lnTo>
                  <a:lnTo>
                    <a:pt x="183054" y="183662"/>
                  </a:lnTo>
                  <a:lnTo>
                    <a:pt x="182990" y="18319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9136842" y="1973416"/>
              <a:ext cx="182885" cy="183280"/>
            </a:xfrm>
            <a:custGeom>
              <a:avLst/>
              <a:pathLst>
                <a:path w="182885" h="183280">
                  <a:moveTo>
                    <a:pt x="182879" y="182880"/>
                  </a:moveTo>
                  <a:lnTo>
                    <a:pt x="182885" y="183269"/>
                  </a:lnTo>
                  <a:lnTo>
                    <a:pt x="182546" y="183280"/>
                  </a:lnTo>
                  <a:lnTo>
                    <a:pt x="182578" y="183005"/>
                  </a:lnTo>
                  <a:lnTo>
                    <a:pt x="182649" y="18283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9135259" y="1973245"/>
              <a:ext cx="183182" cy="182880"/>
            </a:xfrm>
            <a:custGeom>
              <a:avLst/>
              <a:pathLst>
                <a:path w="183182" h="182880">
                  <a:moveTo>
                    <a:pt x="182879" y="182880"/>
                  </a:moveTo>
                  <a:lnTo>
                    <a:pt x="182987" y="182483"/>
                  </a:lnTo>
                  <a:lnTo>
                    <a:pt x="183182" y="182598"/>
                  </a:lnTo>
                  <a:lnTo>
                    <a:pt x="183072" y="18278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9136222" y="1972694"/>
              <a:ext cx="183262" cy="183413"/>
            </a:xfrm>
            <a:custGeom>
              <a:avLst/>
              <a:pathLst>
                <a:path w="183262" h="183413">
                  <a:moveTo>
                    <a:pt x="182879" y="182880"/>
                  </a:moveTo>
                  <a:lnTo>
                    <a:pt x="183199" y="183158"/>
                  </a:lnTo>
                  <a:lnTo>
                    <a:pt x="183262" y="183345"/>
                  </a:lnTo>
                  <a:lnTo>
                    <a:pt x="183072" y="183413"/>
                  </a:lnTo>
                  <a:lnTo>
                    <a:pt x="182860" y="183400"/>
                  </a:lnTo>
                  <a:lnTo>
                    <a:pt x="182645" y="183106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9137142" y="1968862"/>
              <a:ext cx="184027" cy="184160"/>
            </a:xfrm>
            <a:custGeom>
              <a:avLst/>
              <a:pathLst>
                <a:path w="184027" h="184160">
                  <a:moveTo>
                    <a:pt x="182879" y="182880"/>
                  </a:moveTo>
                  <a:lnTo>
                    <a:pt x="183641" y="182872"/>
                  </a:lnTo>
                  <a:lnTo>
                    <a:pt x="183721" y="183034"/>
                  </a:lnTo>
                  <a:lnTo>
                    <a:pt x="183911" y="183400"/>
                  </a:lnTo>
                  <a:lnTo>
                    <a:pt x="184027" y="183833"/>
                  </a:lnTo>
                  <a:lnTo>
                    <a:pt x="183612" y="184160"/>
                  </a:lnTo>
                  <a:lnTo>
                    <a:pt x="183305" y="184148"/>
                  </a:lnTo>
                  <a:lnTo>
                    <a:pt x="183147" y="184020"/>
                  </a:lnTo>
                  <a:lnTo>
                    <a:pt x="182630" y="183356"/>
                  </a:lnTo>
                  <a:lnTo>
                    <a:pt x="182684" y="18320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9138286" y="1968967"/>
              <a:ext cx="183105" cy="183011"/>
            </a:xfrm>
            <a:custGeom>
              <a:avLst/>
              <a:pathLst>
                <a:path w="183105" h="183011">
                  <a:moveTo>
                    <a:pt x="182879" y="182880"/>
                  </a:moveTo>
                  <a:lnTo>
                    <a:pt x="182781" y="182670"/>
                  </a:lnTo>
                  <a:lnTo>
                    <a:pt x="182633" y="182693"/>
                  </a:lnTo>
                  <a:lnTo>
                    <a:pt x="182744" y="182045"/>
                  </a:lnTo>
                  <a:lnTo>
                    <a:pt x="183079" y="182383"/>
                  </a:lnTo>
                  <a:lnTo>
                    <a:pt x="183105" y="182615"/>
                  </a:lnTo>
                  <a:lnTo>
                    <a:pt x="182873" y="18301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9077733" y="1832397"/>
              <a:ext cx="283412" cy="376649"/>
            </a:xfrm>
            <a:custGeom>
              <a:avLst/>
              <a:pathLst>
                <a:path w="283412" h="376649">
                  <a:moveTo>
                    <a:pt x="182879" y="182880"/>
                  </a:moveTo>
                  <a:lnTo>
                    <a:pt x="183065" y="183085"/>
                  </a:lnTo>
                  <a:lnTo>
                    <a:pt x="183463" y="183139"/>
                  </a:lnTo>
                  <a:lnTo>
                    <a:pt x="183665" y="183504"/>
                  </a:lnTo>
                  <a:lnTo>
                    <a:pt x="183938" y="183429"/>
                  </a:lnTo>
                  <a:lnTo>
                    <a:pt x="184075" y="183320"/>
                  </a:lnTo>
                  <a:lnTo>
                    <a:pt x="184414" y="183256"/>
                  </a:lnTo>
                  <a:lnTo>
                    <a:pt x="184685" y="182823"/>
                  </a:lnTo>
                  <a:lnTo>
                    <a:pt x="184437" y="182686"/>
                  </a:lnTo>
                  <a:lnTo>
                    <a:pt x="184263" y="182865"/>
                  </a:lnTo>
                  <a:lnTo>
                    <a:pt x="184155" y="182536"/>
                  </a:lnTo>
                  <a:lnTo>
                    <a:pt x="184292" y="182462"/>
                  </a:lnTo>
                  <a:lnTo>
                    <a:pt x="184473" y="182475"/>
                  </a:lnTo>
                  <a:lnTo>
                    <a:pt x="184641" y="182341"/>
                  </a:lnTo>
                  <a:lnTo>
                    <a:pt x="184923" y="182298"/>
                  </a:lnTo>
                  <a:lnTo>
                    <a:pt x="185294" y="182558"/>
                  </a:lnTo>
                  <a:lnTo>
                    <a:pt x="185501" y="182592"/>
                  </a:lnTo>
                  <a:lnTo>
                    <a:pt x="185753" y="182361"/>
                  </a:lnTo>
                  <a:lnTo>
                    <a:pt x="185956" y="182552"/>
                  </a:lnTo>
                  <a:lnTo>
                    <a:pt x="186319" y="182790"/>
                  </a:lnTo>
                  <a:lnTo>
                    <a:pt x="186779" y="182800"/>
                  </a:lnTo>
                  <a:lnTo>
                    <a:pt x="186980" y="182800"/>
                  </a:lnTo>
                  <a:lnTo>
                    <a:pt x="187489" y="182564"/>
                  </a:lnTo>
                  <a:lnTo>
                    <a:pt x="187748" y="182470"/>
                  </a:lnTo>
                  <a:lnTo>
                    <a:pt x="187989" y="182486"/>
                  </a:lnTo>
                  <a:lnTo>
                    <a:pt x="188528" y="182456"/>
                  </a:lnTo>
                  <a:lnTo>
                    <a:pt x="188518" y="182621"/>
                  </a:lnTo>
                  <a:lnTo>
                    <a:pt x="188551" y="182884"/>
                  </a:lnTo>
                  <a:lnTo>
                    <a:pt x="188648" y="183033"/>
                  </a:lnTo>
                  <a:lnTo>
                    <a:pt x="188829" y="183237"/>
                  </a:lnTo>
                  <a:lnTo>
                    <a:pt x="189225" y="183589"/>
                  </a:lnTo>
                  <a:lnTo>
                    <a:pt x="189348" y="183804"/>
                  </a:lnTo>
                  <a:lnTo>
                    <a:pt x="189376" y="183954"/>
                  </a:lnTo>
                  <a:lnTo>
                    <a:pt x="189346" y="184105"/>
                  </a:lnTo>
                  <a:lnTo>
                    <a:pt x="189354" y="184415"/>
                  </a:lnTo>
                  <a:lnTo>
                    <a:pt x="189480" y="184896"/>
                  </a:lnTo>
                  <a:lnTo>
                    <a:pt x="189598" y="185141"/>
                  </a:lnTo>
                  <a:lnTo>
                    <a:pt x="189640" y="185308"/>
                  </a:lnTo>
                  <a:lnTo>
                    <a:pt x="189618" y="185579"/>
                  </a:lnTo>
                  <a:lnTo>
                    <a:pt x="189897" y="186024"/>
                  </a:lnTo>
                  <a:lnTo>
                    <a:pt x="190220" y="186422"/>
                  </a:lnTo>
                  <a:lnTo>
                    <a:pt x="190619" y="187178"/>
                  </a:lnTo>
                  <a:lnTo>
                    <a:pt x="190801" y="187397"/>
                  </a:lnTo>
                  <a:lnTo>
                    <a:pt x="191126" y="187641"/>
                  </a:lnTo>
                  <a:lnTo>
                    <a:pt x="191265" y="187825"/>
                  </a:lnTo>
                  <a:lnTo>
                    <a:pt x="191407" y="188400"/>
                  </a:lnTo>
                  <a:lnTo>
                    <a:pt x="191636" y="188888"/>
                  </a:lnTo>
                  <a:lnTo>
                    <a:pt x="191647" y="189119"/>
                  </a:lnTo>
                  <a:lnTo>
                    <a:pt x="191901" y="189356"/>
                  </a:lnTo>
                  <a:lnTo>
                    <a:pt x="192090" y="189486"/>
                  </a:lnTo>
                  <a:lnTo>
                    <a:pt x="192366" y="189659"/>
                  </a:lnTo>
                  <a:lnTo>
                    <a:pt x="192794" y="189918"/>
                  </a:lnTo>
                  <a:lnTo>
                    <a:pt x="193189" y="190085"/>
                  </a:lnTo>
                  <a:lnTo>
                    <a:pt x="193518" y="190199"/>
                  </a:lnTo>
                  <a:lnTo>
                    <a:pt x="193838" y="190302"/>
                  </a:lnTo>
                  <a:lnTo>
                    <a:pt x="194148" y="190437"/>
                  </a:lnTo>
                  <a:lnTo>
                    <a:pt x="194600" y="190885"/>
                  </a:lnTo>
                  <a:lnTo>
                    <a:pt x="195599" y="191742"/>
                  </a:lnTo>
                  <a:lnTo>
                    <a:pt x="195935" y="192117"/>
                  </a:lnTo>
                  <a:lnTo>
                    <a:pt x="196263" y="192428"/>
                  </a:lnTo>
                  <a:lnTo>
                    <a:pt x="196415" y="192587"/>
                  </a:lnTo>
                  <a:lnTo>
                    <a:pt x="196535" y="192755"/>
                  </a:lnTo>
                  <a:lnTo>
                    <a:pt x="197329" y="193281"/>
                  </a:lnTo>
                  <a:lnTo>
                    <a:pt x="197531" y="193410"/>
                  </a:lnTo>
                  <a:lnTo>
                    <a:pt x="198279" y="193727"/>
                  </a:lnTo>
                  <a:lnTo>
                    <a:pt x="198565" y="193775"/>
                  </a:lnTo>
                  <a:lnTo>
                    <a:pt x="198794" y="193813"/>
                  </a:lnTo>
                  <a:lnTo>
                    <a:pt x="199009" y="193844"/>
                  </a:lnTo>
                  <a:lnTo>
                    <a:pt x="199411" y="193898"/>
                  </a:lnTo>
                  <a:lnTo>
                    <a:pt x="199915" y="193974"/>
                  </a:lnTo>
                  <a:lnTo>
                    <a:pt x="200709" y="194094"/>
                  </a:lnTo>
                  <a:lnTo>
                    <a:pt x="201199" y="194187"/>
                  </a:lnTo>
                  <a:lnTo>
                    <a:pt x="201508" y="194248"/>
                  </a:lnTo>
                  <a:lnTo>
                    <a:pt x="201820" y="194261"/>
                  </a:lnTo>
                  <a:lnTo>
                    <a:pt x="202536" y="194259"/>
                  </a:lnTo>
                  <a:lnTo>
                    <a:pt x="202820" y="194254"/>
                  </a:lnTo>
                  <a:lnTo>
                    <a:pt x="203073" y="194213"/>
                  </a:lnTo>
                  <a:lnTo>
                    <a:pt x="203252" y="194183"/>
                  </a:lnTo>
                  <a:lnTo>
                    <a:pt x="203392" y="194172"/>
                  </a:lnTo>
                  <a:lnTo>
                    <a:pt x="203658" y="194167"/>
                  </a:lnTo>
                  <a:lnTo>
                    <a:pt x="203963" y="194114"/>
                  </a:lnTo>
                  <a:lnTo>
                    <a:pt x="204295" y="194061"/>
                  </a:lnTo>
                  <a:lnTo>
                    <a:pt x="204937" y="194023"/>
                  </a:lnTo>
                  <a:lnTo>
                    <a:pt x="205384" y="193920"/>
                  </a:lnTo>
                  <a:lnTo>
                    <a:pt x="205731" y="193821"/>
                  </a:lnTo>
                  <a:lnTo>
                    <a:pt x="206258" y="193685"/>
                  </a:lnTo>
                  <a:lnTo>
                    <a:pt x="206723" y="193553"/>
                  </a:lnTo>
                  <a:lnTo>
                    <a:pt x="207025" y="193455"/>
                  </a:lnTo>
                  <a:lnTo>
                    <a:pt x="207354" y="193332"/>
                  </a:lnTo>
                  <a:lnTo>
                    <a:pt x="207803" y="193376"/>
                  </a:lnTo>
                  <a:lnTo>
                    <a:pt x="207732" y="193513"/>
                  </a:lnTo>
                  <a:lnTo>
                    <a:pt x="207609" y="193669"/>
                  </a:lnTo>
                  <a:lnTo>
                    <a:pt x="207414" y="193803"/>
                  </a:lnTo>
                  <a:lnTo>
                    <a:pt x="207266" y="193888"/>
                  </a:lnTo>
                  <a:lnTo>
                    <a:pt x="207380" y="194217"/>
                  </a:lnTo>
                  <a:lnTo>
                    <a:pt x="207165" y="194971"/>
                  </a:lnTo>
                  <a:lnTo>
                    <a:pt x="207008" y="195064"/>
                  </a:lnTo>
                  <a:lnTo>
                    <a:pt x="207103" y="195238"/>
                  </a:lnTo>
                  <a:lnTo>
                    <a:pt x="207200" y="195933"/>
                  </a:lnTo>
                  <a:lnTo>
                    <a:pt x="207254" y="196281"/>
                  </a:lnTo>
                  <a:lnTo>
                    <a:pt x="207550" y="196491"/>
                  </a:lnTo>
                  <a:lnTo>
                    <a:pt x="207799" y="196414"/>
                  </a:lnTo>
                  <a:lnTo>
                    <a:pt x="208107" y="195979"/>
                  </a:lnTo>
                  <a:lnTo>
                    <a:pt x="208737" y="195990"/>
                  </a:lnTo>
                  <a:lnTo>
                    <a:pt x="209205" y="195733"/>
                  </a:lnTo>
                  <a:lnTo>
                    <a:pt x="209349" y="195696"/>
                  </a:lnTo>
                  <a:lnTo>
                    <a:pt x="209671" y="195511"/>
                  </a:lnTo>
                  <a:lnTo>
                    <a:pt x="209825" y="195477"/>
                  </a:lnTo>
                  <a:lnTo>
                    <a:pt x="209998" y="195463"/>
                  </a:lnTo>
                  <a:lnTo>
                    <a:pt x="209906" y="195063"/>
                  </a:lnTo>
                  <a:lnTo>
                    <a:pt x="209868" y="194908"/>
                  </a:lnTo>
                  <a:lnTo>
                    <a:pt x="209805" y="194643"/>
                  </a:lnTo>
                  <a:lnTo>
                    <a:pt x="210237" y="194377"/>
                  </a:lnTo>
                  <a:lnTo>
                    <a:pt x="210552" y="194477"/>
                  </a:lnTo>
                  <a:lnTo>
                    <a:pt x="210390" y="195109"/>
                  </a:lnTo>
                  <a:lnTo>
                    <a:pt x="210612" y="195596"/>
                  </a:lnTo>
                  <a:lnTo>
                    <a:pt x="210477" y="195874"/>
                  </a:lnTo>
                  <a:lnTo>
                    <a:pt x="210487" y="196038"/>
                  </a:lnTo>
                  <a:lnTo>
                    <a:pt x="210720" y="196314"/>
                  </a:lnTo>
                  <a:lnTo>
                    <a:pt x="210817" y="196582"/>
                  </a:lnTo>
                  <a:lnTo>
                    <a:pt x="211105" y="196928"/>
                  </a:lnTo>
                  <a:lnTo>
                    <a:pt x="211195" y="197083"/>
                  </a:lnTo>
                  <a:lnTo>
                    <a:pt x="211019" y="197197"/>
                  </a:lnTo>
                  <a:lnTo>
                    <a:pt x="210699" y="197568"/>
                  </a:lnTo>
                  <a:lnTo>
                    <a:pt x="210807" y="197818"/>
                  </a:lnTo>
                  <a:lnTo>
                    <a:pt x="211300" y="197948"/>
                  </a:lnTo>
                  <a:lnTo>
                    <a:pt x="211353" y="198328"/>
                  </a:lnTo>
                  <a:lnTo>
                    <a:pt x="211537" y="198579"/>
                  </a:lnTo>
                  <a:lnTo>
                    <a:pt x="211414" y="199225"/>
                  </a:lnTo>
                  <a:lnTo>
                    <a:pt x="211434" y="199383"/>
                  </a:lnTo>
                  <a:lnTo>
                    <a:pt x="211487" y="199631"/>
                  </a:lnTo>
                  <a:lnTo>
                    <a:pt x="211737" y="199944"/>
                  </a:lnTo>
                  <a:lnTo>
                    <a:pt x="212260" y="200132"/>
                  </a:lnTo>
                  <a:lnTo>
                    <a:pt x="212289" y="200334"/>
                  </a:lnTo>
                  <a:lnTo>
                    <a:pt x="212242" y="200549"/>
                  </a:lnTo>
                  <a:lnTo>
                    <a:pt x="212234" y="200864"/>
                  </a:lnTo>
                  <a:lnTo>
                    <a:pt x="212285" y="201090"/>
                  </a:lnTo>
                  <a:lnTo>
                    <a:pt x="212826" y="202158"/>
                  </a:lnTo>
                  <a:lnTo>
                    <a:pt x="213066" y="202265"/>
                  </a:lnTo>
                  <a:lnTo>
                    <a:pt x="213459" y="202401"/>
                  </a:lnTo>
                  <a:lnTo>
                    <a:pt x="213890" y="201867"/>
                  </a:lnTo>
                  <a:lnTo>
                    <a:pt x="214202" y="201397"/>
                  </a:lnTo>
                  <a:lnTo>
                    <a:pt x="214475" y="200974"/>
                  </a:lnTo>
                  <a:lnTo>
                    <a:pt x="214611" y="200774"/>
                  </a:lnTo>
                  <a:lnTo>
                    <a:pt x="214694" y="200637"/>
                  </a:lnTo>
                  <a:lnTo>
                    <a:pt x="214940" y="200246"/>
                  </a:lnTo>
                  <a:lnTo>
                    <a:pt x="215046" y="200085"/>
                  </a:lnTo>
                  <a:lnTo>
                    <a:pt x="215369" y="199528"/>
                  </a:lnTo>
                  <a:lnTo>
                    <a:pt x="215583" y="199216"/>
                  </a:lnTo>
                  <a:lnTo>
                    <a:pt x="215686" y="198913"/>
                  </a:lnTo>
                  <a:lnTo>
                    <a:pt x="215985" y="198654"/>
                  </a:lnTo>
                  <a:lnTo>
                    <a:pt x="216517" y="198297"/>
                  </a:lnTo>
                  <a:lnTo>
                    <a:pt x="216753" y="197865"/>
                  </a:lnTo>
                  <a:lnTo>
                    <a:pt x="217142" y="197646"/>
                  </a:lnTo>
                  <a:lnTo>
                    <a:pt x="217514" y="197942"/>
                  </a:lnTo>
                  <a:lnTo>
                    <a:pt x="217705" y="197999"/>
                  </a:lnTo>
                  <a:lnTo>
                    <a:pt x="217943" y="198019"/>
                  </a:lnTo>
                  <a:lnTo>
                    <a:pt x="218748" y="197660"/>
                  </a:lnTo>
                  <a:lnTo>
                    <a:pt x="219428" y="197882"/>
                  </a:lnTo>
                  <a:lnTo>
                    <a:pt x="219679" y="198036"/>
                  </a:lnTo>
                  <a:lnTo>
                    <a:pt x="219898" y="197978"/>
                  </a:lnTo>
                  <a:lnTo>
                    <a:pt x="219886" y="197846"/>
                  </a:lnTo>
                  <a:lnTo>
                    <a:pt x="220014" y="197525"/>
                  </a:lnTo>
                  <a:lnTo>
                    <a:pt x="220235" y="197401"/>
                  </a:lnTo>
                  <a:lnTo>
                    <a:pt x="220410" y="197355"/>
                  </a:lnTo>
                  <a:lnTo>
                    <a:pt x="220536" y="197017"/>
                  </a:lnTo>
                  <a:lnTo>
                    <a:pt x="220543" y="196889"/>
                  </a:lnTo>
                  <a:lnTo>
                    <a:pt x="220621" y="196661"/>
                  </a:lnTo>
                  <a:lnTo>
                    <a:pt x="220953" y="196474"/>
                  </a:lnTo>
                  <a:lnTo>
                    <a:pt x="221169" y="196292"/>
                  </a:lnTo>
                  <a:lnTo>
                    <a:pt x="221239" y="196424"/>
                  </a:lnTo>
                  <a:lnTo>
                    <a:pt x="221287" y="196563"/>
                  </a:lnTo>
                  <a:lnTo>
                    <a:pt x="221546" y="197009"/>
                  </a:lnTo>
                  <a:lnTo>
                    <a:pt x="221902" y="196647"/>
                  </a:lnTo>
                  <a:lnTo>
                    <a:pt x="221937" y="196302"/>
                  </a:lnTo>
                  <a:lnTo>
                    <a:pt x="222320" y="195890"/>
                  </a:lnTo>
                  <a:lnTo>
                    <a:pt x="222291" y="195689"/>
                  </a:lnTo>
                  <a:lnTo>
                    <a:pt x="222303" y="194982"/>
                  </a:lnTo>
                  <a:lnTo>
                    <a:pt x="222322" y="194788"/>
                  </a:lnTo>
                  <a:lnTo>
                    <a:pt x="222338" y="194542"/>
                  </a:lnTo>
                  <a:lnTo>
                    <a:pt x="222311" y="194361"/>
                  </a:lnTo>
                  <a:lnTo>
                    <a:pt x="222202" y="193902"/>
                  </a:lnTo>
                  <a:lnTo>
                    <a:pt x="222059" y="193576"/>
                  </a:lnTo>
                  <a:lnTo>
                    <a:pt x="221323" y="192970"/>
                  </a:lnTo>
                  <a:lnTo>
                    <a:pt x="221481" y="192351"/>
                  </a:lnTo>
                  <a:lnTo>
                    <a:pt x="221978" y="192368"/>
                  </a:lnTo>
                  <a:lnTo>
                    <a:pt x="222198" y="192051"/>
                  </a:lnTo>
                  <a:lnTo>
                    <a:pt x="222787" y="192065"/>
                  </a:lnTo>
                  <a:lnTo>
                    <a:pt x="223254" y="192158"/>
                  </a:lnTo>
                  <a:lnTo>
                    <a:pt x="223758" y="192473"/>
                  </a:lnTo>
                  <a:lnTo>
                    <a:pt x="223845" y="192210"/>
                  </a:lnTo>
                  <a:lnTo>
                    <a:pt x="224806" y="191723"/>
                  </a:lnTo>
                  <a:lnTo>
                    <a:pt x="224665" y="191288"/>
                  </a:lnTo>
                  <a:lnTo>
                    <a:pt x="224664" y="191091"/>
                  </a:lnTo>
                  <a:lnTo>
                    <a:pt x="224757" y="190844"/>
                  </a:lnTo>
                  <a:lnTo>
                    <a:pt x="224896" y="190803"/>
                  </a:lnTo>
                  <a:lnTo>
                    <a:pt x="224943" y="190940"/>
                  </a:lnTo>
                  <a:lnTo>
                    <a:pt x="224945" y="190610"/>
                  </a:lnTo>
                  <a:lnTo>
                    <a:pt x="225261" y="190584"/>
                  </a:lnTo>
                  <a:lnTo>
                    <a:pt x="225522" y="190550"/>
                  </a:lnTo>
                  <a:lnTo>
                    <a:pt x="226029" y="190483"/>
                  </a:lnTo>
                  <a:lnTo>
                    <a:pt x="226258" y="190453"/>
                  </a:lnTo>
                  <a:lnTo>
                    <a:pt x="226632" y="190415"/>
                  </a:lnTo>
                  <a:lnTo>
                    <a:pt x="227027" y="190392"/>
                  </a:lnTo>
                  <a:lnTo>
                    <a:pt x="227587" y="190609"/>
                  </a:lnTo>
                  <a:lnTo>
                    <a:pt x="227752" y="190682"/>
                  </a:lnTo>
                  <a:lnTo>
                    <a:pt x="227801" y="190850"/>
                  </a:lnTo>
                  <a:lnTo>
                    <a:pt x="227869" y="191066"/>
                  </a:lnTo>
                  <a:lnTo>
                    <a:pt x="228330" y="191040"/>
                  </a:lnTo>
                  <a:lnTo>
                    <a:pt x="228660" y="191135"/>
                  </a:lnTo>
                  <a:lnTo>
                    <a:pt x="228970" y="191005"/>
                  </a:lnTo>
                  <a:lnTo>
                    <a:pt x="229320" y="190812"/>
                  </a:lnTo>
                  <a:lnTo>
                    <a:pt x="229793" y="190609"/>
                  </a:lnTo>
                  <a:lnTo>
                    <a:pt x="230047" y="190345"/>
                  </a:lnTo>
                  <a:lnTo>
                    <a:pt x="230005" y="190149"/>
                  </a:lnTo>
                  <a:lnTo>
                    <a:pt x="230238" y="189829"/>
                  </a:lnTo>
                  <a:lnTo>
                    <a:pt x="230428" y="189835"/>
                  </a:lnTo>
                  <a:lnTo>
                    <a:pt x="231138" y="190072"/>
                  </a:lnTo>
                  <a:lnTo>
                    <a:pt x="231534" y="190099"/>
                  </a:lnTo>
                  <a:lnTo>
                    <a:pt x="232036" y="190117"/>
                  </a:lnTo>
                  <a:lnTo>
                    <a:pt x="231884" y="189842"/>
                  </a:lnTo>
                  <a:lnTo>
                    <a:pt x="232482" y="189820"/>
                  </a:lnTo>
                  <a:lnTo>
                    <a:pt x="232424" y="189466"/>
                  </a:lnTo>
                  <a:lnTo>
                    <a:pt x="232431" y="189217"/>
                  </a:lnTo>
                  <a:lnTo>
                    <a:pt x="232693" y="189229"/>
                  </a:lnTo>
                  <a:lnTo>
                    <a:pt x="232830" y="189282"/>
                  </a:lnTo>
                  <a:lnTo>
                    <a:pt x="232889" y="189514"/>
                  </a:lnTo>
                  <a:lnTo>
                    <a:pt x="232916" y="189651"/>
                  </a:lnTo>
                  <a:lnTo>
                    <a:pt x="233071" y="189891"/>
                  </a:lnTo>
                  <a:lnTo>
                    <a:pt x="233230" y="189903"/>
                  </a:lnTo>
                  <a:lnTo>
                    <a:pt x="233893" y="189913"/>
                  </a:lnTo>
                  <a:lnTo>
                    <a:pt x="234160" y="190067"/>
                  </a:lnTo>
                  <a:lnTo>
                    <a:pt x="234291" y="190299"/>
                  </a:lnTo>
                  <a:lnTo>
                    <a:pt x="234292" y="190725"/>
                  </a:lnTo>
                  <a:lnTo>
                    <a:pt x="234403" y="190922"/>
                  </a:lnTo>
                  <a:lnTo>
                    <a:pt x="234531" y="191323"/>
                  </a:lnTo>
                  <a:lnTo>
                    <a:pt x="234725" y="191771"/>
                  </a:lnTo>
                  <a:lnTo>
                    <a:pt x="234264" y="192215"/>
                  </a:lnTo>
                  <a:lnTo>
                    <a:pt x="234336" y="192480"/>
                  </a:lnTo>
                  <a:lnTo>
                    <a:pt x="234289" y="192699"/>
                  </a:lnTo>
                  <a:lnTo>
                    <a:pt x="234427" y="192928"/>
                  </a:lnTo>
                  <a:lnTo>
                    <a:pt x="234509" y="193174"/>
                  </a:lnTo>
                  <a:lnTo>
                    <a:pt x="234610" y="193944"/>
                  </a:lnTo>
                  <a:lnTo>
                    <a:pt x="234598" y="194451"/>
                  </a:lnTo>
                  <a:lnTo>
                    <a:pt x="234593" y="194768"/>
                  </a:lnTo>
                  <a:lnTo>
                    <a:pt x="234589" y="195060"/>
                  </a:lnTo>
                  <a:lnTo>
                    <a:pt x="234741" y="195277"/>
                  </a:lnTo>
                  <a:lnTo>
                    <a:pt x="234572" y="195240"/>
                  </a:lnTo>
                  <a:lnTo>
                    <a:pt x="234306" y="195430"/>
                  </a:lnTo>
                  <a:lnTo>
                    <a:pt x="234208" y="195734"/>
                  </a:lnTo>
                  <a:lnTo>
                    <a:pt x="234319" y="196013"/>
                  </a:lnTo>
                  <a:lnTo>
                    <a:pt x="234662" y="196042"/>
                  </a:lnTo>
                  <a:lnTo>
                    <a:pt x="234916" y="196328"/>
                  </a:lnTo>
                  <a:lnTo>
                    <a:pt x="235377" y="196366"/>
                  </a:lnTo>
                  <a:lnTo>
                    <a:pt x="235490" y="196582"/>
                  </a:lnTo>
                  <a:lnTo>
                    <a:pt x="235476" y="196868"/>
                  </a:lnTo>
                  <a:lnTo>
                    <a:pt x="235307" y="196949"/>
                  </a:lnTo>
                  <a:lnTo>
                    <a:pt x="235318" y="197108"/>
                  </a:lnTo>
                  <a:lnTo>
                    <a:pt x="235280" y="197449"/>
                  </a:lnTo>
                  <a:lnTo>
                    <a:pt x="234943" y="197922"/>
                  </a:lnTo>
                  <a:lnTo>
                    <a:pt x="234654" y="198188"/>
                  </a:lnTo>
                  <a:lnTo>
                    <a:pt x="234468" y="198387"/>
                  </a:lnTo>
                  <a:lnTo>
                    <a:pt x="234249" y="198581"/>
                  </a:lnTo>
                  <a:lnTo>
                    <a:pt x="234149" y="198749"/>
                  </a:lnTo>
                  <a:lnTo>
                    <a:pt x="234189" y="199236"/>
                  </a:lnTo>
                  <a:lnTo>
                    <a:pt x="234369" y="199341"/>
                  </a:lnTo>
                  <a:lnTo>
                    <a:pt x="234547" y="199087"/>
                  </a:lnTo>
                  <a:lnTo>
                    <a:pt x="234830" y="199005"/>
                  </a:lnTo>
                  <a:lnTo>
                    <a:pt x="234972" y="198822"/>
                  </a:lnTo>
                  <a:lnTo>
                    <a:pt x="235232" y="198630"/>
                  </a:lnTo>
                  <a:lnTo>
                    <a:pt x="235561" y="198845"/>
                  </a:lnTo>
                  <a:lnTo>
                    <a:pt x="235873" y="198968"/>
                  </a:lnTo>
                  <a:lnTo>
                    <a:pt x="235989" y="199145"/>
                  </a:lnTo>
                  <a:lnTo>
                    <a:pt x="236157" y="199515"/>
                  </a:lnTo>
                  <a:lnTo>
                    <a:pt x="236361" y="199655"/>
                  </a:lnTo>
                  <a:lnTo>
                    <a:pt x="236521" y="199574"/>
                  </a:lnTo>
                  <a:lnTo>
                    <a:pt x="236413" y="199413"/>
                  </a:lnTo>
                  <a:lnTo>
                    <a:pt x="236223" y="199371"/>
                  </a:lnTo>
                  <a:lnTo>
                    <a:pt x="236335" y="199074"/>
                  </a:lnTo>
                  <a:lnTo>
                    <a:pt x="236514" y="199093"/>
                  </a:lnTo>
                  <a:lnTo>
                    <a:pt x="236751" y="198804"/>
                  </a:lnTo>
                  <a:lnTo>
                    <a:pt x="237198" y="198436"/>
                  </a:lnTo>
                  <a:lnTo>
                    <a:pt x="237230" y="198166"/>
                  </a:lnTo>
                  <a:lnTo>
                    <a:pt x="237471" y="198018"/>
                  </a:lnTo>
                  <a:lnTo>
                    <a:pt x="237889" y="198014"/>
                  </a:lnTo>
                  <a:lnTo>
                    <a:pt x="238188" y="197946"/>
                  </a:lnTo>
                  <a:lnTo>
                    <a:pt x="238316" y="197869"/>
                  </a:lnTo>
                  <a:lnTo>
                    <a:pt x="238802" y="197688"/>
                  </a:lnTo>
                  <a:lnTo>
                    <a:pt x="238946" y="197954"/>
                  </a:lnTo>
                  <a:lnTo>
                    <a:pt x="239100" y="197974"/>
                  </a:lnTo>
                  <a:lnTo>
                    <a:pt x="239353" y="197877"/>
                  </a:lnTo>
                  <a:lnTo>
                    <a:pt x="239485" y="197853"/>
                  </a:lnTo>
                  <a:lnTo>
                    <a:pt x="239746" y="197980"/>
                  </a:lnTo>
                  <a:lnTo>
                    <a:pt x="239828" y="198156"/>
                  </a:lnTo>
                  <a:lnTo>
                    <a:pt x="239725" y="198340"/>
                  </a:lnTo>
                  <a:lnTo>
                    <a:pt x="239743" y="198622"/>
                  </a:lnTo>
                  <a:lnTo>
                    <a:pt x="239977" y="198629"/>
                  </a:lnTo>
                  <a:lnTo>
                    <a:pt x="240237" y="198642"/>
                  </a:lnTo>
                  <a:lnTo>
                    <a:pt x="240474" y="198904"/>
                  </a:lnTo>
                  <a:lnTo>
                    <a:pt x="240445" y="199187"/>
                  </a:lnTo>
                  <a:lnTo>
                    <a:pt x="240260" y="199441"/>
                  </a:lnTo>
                  <a:lnTo>
                    <a:pt x="240150" y="199667"/>
                  </a:lnTo>
                  <a:lnTo>
                    <a:pt x="240103" y="199855"/>
                  </a:lnTo>
                  <a:lnTo>
                    <a:pt x="240029" y="200264"/>
                  </a:lnTo>
                  <a:lnTo>
                    <a:pt x="239992" y="200682"/>
                  </a:lnTo>
                  <a:lnTo>
                    <a:pt x="239993" y="200935"/>
                  </a:lnTo>
                  <a:lnTo>
                    <a:pt x="240003" y="201081"/>
                  </a:lnTo>
                  <a:lnTo>
                    <a:pt x="240252" y="201480"/>
                  </a:lnTo>
                  <a:lnTo>
                    <a:pt x="240860" y="201377"/>
                  </a:lnTo>
                  <a:lnTo>
                    <a:pt x="241559" y="201599"/>
                  </a:lnTo>
                  <a:lnTo>
                    <a:pt x="241831" y="201542"/>
                  </a:lnTo>
                  <a:lnTo>
                    <a:pt x="242052" y="201681"/>
                  </a:lnTo>
                  <a:lnTo>
                    <a:pt x="242586" y="201376"/>
                  </a:lnTo>
                  <a:lnTo>
                    <a:pt x="242784" y="201374"/>
                  </a:lnTo>
                  <a:lnTo>
                    <a:pt x="242873" y="201519"/>
                  </a:lnTo>
                  <a:lnTo>
                    <a:pt x="243016" y="201663"/>
                  </a:lnTo>
                  <a:lnTo>
                    <a:pt x="243116" y="201314"/>
                  </a:lnTo>
                  <a:lnTo>
                    <a:pt x="243253" y="201111"/>
                  </a:lnTo>
                  <a:lnTo>
                    <a:pt x="243409" y="201054"/>
                  </a:lnTo>
                  <a:lnTo>
                    <a:pt x="243955" y="201055"/>
                  </a:lnTo>
                  <a:lnTo>
                    <a:pt x="244020" y="201186"/>
                  </a:lnTo>
                  <a:lnTo>
                    <a:pt x="244014" y="201324"/>
                  </a:lnTo>
                  <a:lnTo>
                    <a:pt x="244243" y="201540"/>
                  </a:lnTo>
                  <a:lnTo>
                    <a:pt x="244354" y="201725"/>
                  </a:lnTo>
                  <a:lnTo>
                    <a:pt x="244403" y="201950"/>
                  </a:lnTo>
                  <a:lnTo>
                    <a:pt x="244544" y="202526"/>
                  </a:lnTo>
                  <a:lnTo>
                    <a:pt x="244674" y="202598"/>
                  </a:lnTo>
                  <a:lnTo>
                    <a:pt x="245038" y="202787"/>
                  </a:lnTo>
                  <a:lnTo>
                    <a:pt x="245784" y="203384"/>
                  </a:lnTo>
                  <a:lnTo>
                    <a:pt x="246138" y="203692"/>
                  </a:lnTo>
                  <a:lnTo>
                    <a:pt x="246199" y="203928"/>
                  </a:lnTo>
                  <a:lnTo>
                    <a:pt x="246215" y="204075"/>
                  </a:lnTo>
                  <a:lnTo>
                    <a:pt x="246110" y="204392"/>
                  </a:lnTo>
                  <a:lnTo>
                    <a:pt x="246145" y="205126"/>
                  </a:lnTo>
                  <a:lnTo>
                    <a:pt x="246199" y="205357"/>
                  </a:lnTo>
                  <a:lnTo>
                    <a:pt x="246140" y="205794"/>
                  </a:lnTo>
                  <a:lnTo>
                    <a:pt x="245773" y="206043"/>
                  </a:lnTo>
                  <a:lnTo>
                    <a:pt x="245688" y="206952"/>
                  </a:lnTo>
                  <a:lnTo>
                    <a:pt x="245045" y="215032"/>
                  </a:lnTo>
                  <a:lnTo>
                    <a:pt x="245024" y="215284"/>
                  </a:lnTo>
                  <a:lnTo>
                    <a:pt x="244854" y="217314"/>
                  </a:lnTo>
                  <a:lnTo>
                    <a:pt x="244785" y="218139"/>
                  </a:lnTo>
                  <a:lnTo>
                    <a:pt x="244507" y="221470"/>
                  </a:lnTo>
                  <a:lnTo>
                    <a:pt x="246148" y="221369"/>
                  </a:lnTo>
                  <a:lnTo>
                    <a:pt x="246370" y="219664"/>
                  </a:lnTo>
                  <a:lnTo>
                    <a:pt x="247729" y="220049"/>
                  </a:lnTo>
                  <a:lnTo>
                    <a:pt x="249049" y="220697"/>
                  </a:lnTo>
                  <a:lnTo>
                    <a:pt x="250766" y="221899"/>
                  </a:lnTo>
                  <a:lnTo>
                    <a:pt x="250269" y="222684"/>
                  </a:lnTo>
                  <a:lnTo>
                    <a:pt x="251879" y="223738"/>
                  </a:lnTo>
                  <a:lnTo>
                    <a:pt x="252440" y="224161"/>
                  </a:lnTo>
                  <a:lnTo>
                    <a:pt x="253536" y="224970"/>
                  </a:lnTo>
                  <a:lnTo>
                    <a:pt x="254655" y="225972"/>
                  </a:lnTo>
                  <a:lnTo>
                    <a:pt x="255470" y="227314"/>
                  </a:lnTo>
                  <a:lnTo>
                    <a:pt x="256922" y="228628"/>
                  </a:lnTo>
                  <a:lnTo>
                    <a:pt x="257588" y="229751"/>
                  </a:lnTo>
                  <a:lnTo>
                    <a:pt x="258312" y="231062"/>
                  </a:lnTo>
                  <a:lnTo>
                    <a:pt x="258938" y="232112"/>
                  </a:lnTo>
                  <a:lnTo>
                    <a:pt x="260106" y="234071"/>
                  </a:lnTo>
                  <a:lnTo>
                    <a:pt x="260232" y="234273"/>
                  </a:lnTo>
                  <a:lnTo>
                    <a:pt x="261235" y="235884"/>
                  </a:lnTo>
                  <a:lnTo>
                    <a:pt x="261688" y="236570"/>
                  </a:lnTo>
                  <a:lnTo>
                    <a:pt x="261861" y="236445"/>
                  </a:lnTo>
                  <a:lnTo>
                    <a:pt x="262536" y="235959"/>
                  </a:lnTo>
                  <a:lnTo>
                    <a:pt x="263753" y="238493"/>
                  </a:lnTo>
                  <a:lnTo>
                    <a:pt x="263309" y="238848"/>
                  </a:lnTo>
                  <a:lnTo>
                    <a:pt x="263485" y="239054"/>
                  </a:lnTo>
                  <a:lnTo>
                    <a:pt x="263630" y="239209"/>
                  </a:lnTo>
                  <a:lnTo>
                    <a:pt x="263945" y="239413"/>
                  </a:lnTo>
                  <a:lnTo>
                    <a:pt x="264328" y="239661"/>
                  </a:lnTo>
                  <a:lnTo>
                    <a:pt x="264834" y="239955"/>
                  </a:lnTo>
                  <a:lnTo>
                    <a:pt x="265122" y="240093"/>
                  </a:lnTo>
                  <a:lnTo>
                    <a:pt x="265490" y="240225"/>
                  </a:lnTo>
                  <a:lnTo>
                    <a:pt x="265749" y="240293"/>
                  </a:lnTo>
                  <a:lnTo>
                    <a:pt x="266094" y="240276"/>
                  </a:lnTo>
                  <a:lnTo>
                    <a:pt x="266519" y="240200"/>
                  </a:lnTo>
                  <a:lnTo>
                    <a:pt x="266678" y="240199"/>
                  </a:lnTo>
                  <a:lnTo>
                    <a:pt x="267062" y="240526"/>
                  </a:lnTo>
                  <a:lnTo>
                    <a:pt x="267321" y="240504"/>
                  </a:lnTo>
                  <a:lnTo>
                    <a:pt x="267545" y="240517"/>
                  </a:lnTo>
                  <a:lnTo>
                    <a:pt x="267721" y="240577"/>
                  </a:lnTo>
                  <a:lnTo>
                    <a:pt x="267960" y="240692"/>
                  </a:lnTo>
                  <a:lnTo>
                    <a:pt x="268988" y="241187"/>
                  </a:lnTo>
                  <a:lnTo>
                    <a:pt x="269117" y="241249"/>
                  </a:lnTo>
                  <a:lnTo>
                    <a:pt x="269850" y="241794"/>
                  </a:lnTo>
                  <a:lnTo>
                    <a:pt x="270212" y="242010"/>
                  </a:lnTo>
                  <a:lnTo>
                    <a:pt x="270440" y="242033"/>
                  </a:lnTo>
                  <a:lnTo>
                    <a:pt x="271001" y="242305"/>
                  </a:lnTo>
                  <a:lnTo>
                    <a:pt x="271182" y="242372"/>
                  </a:lnTo>
                  <a:lnTo>
                    <a:pt x="272220" y="242715"/>
                  </a:lnTo>
                  <a:lnTo>
                    <a:pt x="272624" y="242822"/>
                  </a:lnTo>
                  <a:lnTo>
                    <a:pt x="273574" y="242957"/>
                  </a:lnTo>
                  <a:lnTo>
                    <a:pt x="273803" y="243034"/>
                  </a:lnTo>
                  <a:lnTo>
                    <a:pt x="274384" y="243863"/>
                  </a:lnTo>
                  <a:lnTo>
                    <a:pt x="274665" y="244295"/>
                  </a:lnTo>
                  <a:lnTo>
                    <a:pt x="274483" y="244551"/>
                  </a:lnTo>
                  <a:lnTo>
                    <a:pt x="274719" y="244574"/>
                  </a:lnTo>
                  <a:lnTo>
                    <a:pt x="275117" y="244613"/>
                  </a:lnTo>
                  <a:lnTo>
                    <a:pt x="275478" y="244666"/>
                  </a:lnTo>
                  <a:lnTo>
                    <a:pt x="275815" y="244674"/>
                  </a:lnTo>
                  <a:lnTo>
                    <a:pt x="275973" y="244647"/>
                  </a:lnTo>
                  <a:lnTo>
                    <a:pt x="276421" y="244649"/>
                  </a:lnTo>
                  <a:lnTo>
                    <a:pt x="276856" y="244661"/>
                  </a:lnTo>
                  <a:lnTo>
                    <a:pt x="277342" y="244604"/>
                  </a:lnTo>
                  <a:lnTo>
                    <a:pt x="277855" y="244555"/>
                  </a:lnTo>
                  <a:lnTo>
                    <a:pt x="277840" y="244743"/>
                  </a:lnTo>
                  <a:lnTo>
                    <a:pt x="278050" y="245239"/>
                  </a:lnTo>
                  <a:lnTo>
                    <a:pt x="278422" y="244898"/>
                  </a:lnTo>
                  <a:lnTo>
                    <a:pt x="278487" y="244746"/>
                  </a:lnTo>
                  <a:lnTo>
                    <a:pt x="278660" y="244419"/>
                  </a:lnTo>
                  <a:lnTo>
                    <a:pt x="278917" y="244513"/>
                  </a:lnTo>
                  <a:lnTo>
                    <a:pt x="279147" y="244597"/>
                  </a:lnTo>
                  <a:lnTo>
                    <a:pt x="279389" y="244674"/>
                  </a:lnTo>
                  <a:lnTo>
                    <a:pt x="279996" y="244726"/>
                  </a:lnTo>
                  <a:lnTo>
                    <a:pt x="280307" y="244672"/>
                  </a:lnTo>
                  <a:lnTo>
                    <a:pt x="280797" y="244575"/>
                  </a:lnTo>
                  <a:lnTo>
                    <a:pt x="281215" y="244408"/>
                  </a:lnTo>
                  <a:lnTo>
                    <a:pt x="281489" y="244237"/>
                  </a:lnTo>
                  <a:lnTo>
                    <a:pt x="281732" y="244016"/>
                  </a:lnTo>
                  <a:lnTo>
                    <a:pt x="282283" y="243776"/>
                  </a:lnTo>
                  <a:lnTo>
                    <a:pt x="282537" y="243799"/>
                  </a:lnTo>
                  <a:lnTo>
                    <a:pt x="282996" y="243931"/>
                  </a:lnTo>
                  <a:lnTo>
                    <a:pt x="283238" y="244127"/>
                  </a:lnTo>
                  <a:lnTo>
                    <a:pt x="283412" y="244625"/>
                  </a:lnTo>
                  <a:lnTo>
                    <a:pt x="283363" y="245080"/>
                  </a:lnTo>
                  <a:lnTo>
                    <a:pt x="283176" y="245188"/>
                  </a:lnTo>
                  <a:lnTo>
                    <a:pt x="282648" y="245390"/>
                  </a:lnTo>
                  <a:lnTo>
                    <a:pt x="282375" y="245418"/>
                  </a:lnTo>
                  <a:lnTo>
                    <a:pt x="282233" y="245463"/>
                  </a:lnTo>
                  <a:lnTo>
                    <a:pt x="281752" y="245886"/>
                  </a:lnTo>
                  <a:lnTo>
                    <a:pt x="281235" y="246057"/>
                  </a:lnTo>
                  <a:lnTo>
                    <a:pt x="280640" y="246365"/>
                  </a:lnTo>
                  <a:lnTo>
                    <a:pt x="280441" y="246467"/>
                  </a:lnTo>
                  <a:lnTo>
                    <a:pt x="280118" y="246540"/>
                  </a:lnTo>
                  <a:lnTo>
                    <a:pt x="279600" y="246941"/>
                  </a:lnTo>
                  <a:lnTo>
                    <a:pt x="279271" y="247214"/>
                  </a:lnTo>
                  <a:lnTo>
                    <a:pt x="279058" y="247314"/>
                  </a:lnTo>
                  <a:lnTo>
                    <a:pt x="278665" y="247460"/>
                  </a:lnTo>
                  <a:lnTo>
                    <a:pt x="278264" y="247582"/>
                  </a:lnTo>
                  <a:lnTo>
                    <a:pt x="277635" y="247792"/>
                  </a:lnTo>
                  <a:lnTo>
                    <a:pt x="277411" y="247866"/>
                  </a:lnTo>
                  <a:lnTo>
                    <a:pt x="277205" y="247953"/>
                  </a:lnTo>
                  <a:lnTo>
                    <a:pt x="276814" y="248153"/>
                  </a:lnTo>
                  <a:lnTo>
                    <a:pt x="276680" y="248261"/>
                  </a:lnTo>
                  <a:lnTo>
                    <a:pt x="276221" y="248630"/>
                  </a:lnTo>
                  <a:lnTo>
                    <a:pt x="275971" y="248892"/>
                  </a:lnTo>
                  <a:lnTo>
                    <a:pt x="275181" y="249412"/>
                  </a:lnTo>
                  <a:lnTo>
                    <a:pt x="274784" y="249526"/>
                  </a:lnTo>
                  <a:lnTo>
                    <a:pt x="274637" y="249598"/>
                  </a:lnTo>
                  <a:lnTo>
                    <a:pt x="274634" y="249885"/>
                  </a:lnTo>
                  <a:lnTo>
                    <a:pt x="274277" y="250326"/>
                  </a:lnTo>
                  <a:lnTo>
                    <a:pt x="273746" y="250919"/>
                  </a:lnTo>
                  <a:lnTo>
                    <a:pt x="273595" y="251226"/>
                  </a:lnTo>
                  <a:lnTo>
                    <a:pt x="273445" y="251289"/>
                  </a:lnTo>
                  <a:lnTo>
                    <a:pt x="273264" y="251417"/>
                  </a:lnTo>
                  <a:lnTo>
                    <a:pt x="272971" y="251829"/>
                  </a:lnTo>
                  <a:lnTo>
                    <a:pt x="272772" y="251803"/>
                  </a:lnTo>
                  <a:lnTo>
                    <a:pt x="272874" y="252296"/>
                  </a:lnTo>
                  <a:lnTo>
                    <a:pt x="272649" y="252990"/>
                  </a:lnTo>
                  <a:lnTo>
                    <a:pt x="272486" y="253158"/>
                  </a:lnTo>
                  <a:lnTo>
                    <a:pt x="271738" y="253929"/>
                  </a:lnTo>
                  <a:lnTo>
                    <a:pt x="271309" y="254205"/>
                  </a:lnTo>
                  <a:lnTo>
                    <a:pt x="271117" y="254329"/>
                  </a:lnTo>
                  <a:lnTo>
                    <a:pt x="270886" y="254334"/>
                  </a:lnTo>
                  <a:lnTo>
                    <a:pt x="270461" y="254490"/>
                  </a:lnTo>
                  <a:lnTo>
                    <a:pt x="270222" y="254672"/>
                  </a:lnTo>
                  <a:lnTo>
                    <a:pt x="270010" y="254798"/>
                  </a:lnTo>
                  <a:lnTo>
                    <a:pt x="269874" y="254864"/>
                  </a:lnTo>
                  <a:lnTo>
                    <a:pt x="269719" y="254904"/>
                  </a:lnTo>
                  <a:lnTo>
                    <a:pt x="268909" y="255343"/>
                  </a:lnTo>
                  <a:lnTo>
                    <a:pt x="268493" y="255663"/>
                  </a:lnTo>
                  <a:lnTo>
                    <a:pt x="268160" y="255919"/>
                  </a:lnTo>
                  <a:lnTo>
                    <a:pt x="267920" y="256139"/>
                  </a:lnTo>
                  <a:lnTo>
                    <a:pt x="267827" y="256312"/>
                  </a:lnTo>
                  <a:lnTo>
                    <a:pt x="267607" y="256804"/>
                  </a:lnTo>
                  <a:lnTo>
                    <a:pt x="267384" y="257000"/>
                  </a:lnTo>
                  <a:lnTo>
                    <a:pt x="267141" y="257275"/>
                  </a:lnTo>
                  <a:lnTo>
                    <a:pt x="266758" y="257953"/>
                  </a:lnTo>
                  <a:lnTo>
                    <a:pt x="266683" y="258101"/>
                  </a:lnTo>
                  <a:lnTo>
                    <a:pt x="266546" y="258284"/>
                  </a:lnTo>
                  <a:lnTo>
                    <a:pt x="266174" y="258695"/>
                  </a:lnTo>
                  <a:lnTo>
                    <a:pt x="265936" y="258896"/>
                  </a:lnTo>
                  <a:lnTo>
                    <a:pt x="265802" y="259009"/>
                  </a:lnTo>
                  <a:lnTo>
                    <a:pt x="265527" y="259163"/>
                  </a:lnTo>
                  <a:lnTo>
                    <a:pt x="265356" y="259215"/>
                  </a:lnTo>
                  <a:lnTo>
                    <a:pt x="265048" y="260079"/>
                  </a:lnTo>
                  <a:lnTo>
                    <a:pt x="264986" y="260272"/>
                  </a:lnTo>
                  <a:lnTo>
                    <a:pt x="264642" y="260559"/>
                  </a:lnTo>
                  <a:lnTo>
                    <a:pt x="264489" y="260543"/>
                  </a:lnTo>
                  <a:lnTo>
                    <a:pt x="264295" y="260339"/>
                  </a:lnTo>
                  <a:lnTo>
                    <a:pt x="264167" y="260332"/>
                  </a:lnTo>
                  <a:lnTo>
                    <a:pt x="263893" y="260489"/>
                  </a:lnTo>
                  <a:lnTo>
                    <a:pt x="263528" y="260815"/>
                  </a:lnTo>
                  <a:lnTo>
                    <a:pt x="262405" y="261055"/>
                  </a:lnTo>
                  <a:lnTo>
                    <a:pt x="262176" y="261262"/>
                  </a:lnTo>
                  <a:lnTo>
                    <a:pt x="261664" y="261216"/>
                  </a:lnTo>
                  <a:lnTo>
                    <a:pt x="261520" y="261248"/>
                  </a:lnTo>
                  <a:lnTo>
                    <a:pt x="261130" y="261122"/>
                  </a:lnTo>
                  <a:lnTo>
                    <a:pt x="260938" y="261380"/>
                  </a:lnTo>
                  <a:lnTo>
                    <a:pt x="260595" y="261525"/>
                  </a:lnTo>
                  <a:lnTo>
                    <a:pt x="260055" y="261546"/>
                  </a:lnTo>
                  <a:lnTo>
                    <a:pt x="259862" y="261437"/>
                  </a:lnTo>
                  <a:lnTo>
                    <a:pt x="259587" y="261172"/>
                  </a:lnTo>
                  <a:lnTo>
                    <a:pt x="258891" y="261266"/>
                  </a:lnTo>
                  <a:lnTo>
                    <a:pt x="258760" y="261815"/>
                  </a:lnTo>
                  <a:lnTo>
                    <a:pt x="258397" y="262085"/>
                  </a:lnTo>
                  <a:lnTo>
                    <a:pt x="258185" y="262105"/>
                  </a:lnTo>
                  <a:lnTo>
                    <a:pt x="258254" y="262237"/>
                  </a:lnTo>
                  <a:lnTo>
                    <a:pt x="257890" y="262337"/>
                  </a:lnTo>
                  <a:lnTo>
                    <a:pt x="257816" y="262670"/>
                  </a:lnTo>
                  <a:lnTo>
                    <a:pt x="257513" y="262945"/>
                  </a:lnTo>
                  <a:lnTo>
                    <a:pt x="257252" y="263134"/>
                  </a:lnTo>
                  <a:lnTo>
                    <a:pt x="256800" y="263138"/>
                  </a:lnTo>
                  <a:lnTo>
                    <a:pt x="257096" y="262740"/>
                  </a:lnTo>
                  <a:lnTo>
                    <a:pt x="256904" y="262132"/>
                  </a:lnTo>
                  <a:lnTo>
                    <a:pt x="254767" y="262711"/>
                  </a:lnTo>
                  <a:lnTo>
                    <a:pt x="254242" y="262851"/>
                  </a:lnTo>
                  <a:lnTo>
                    <a:pt x="254030" y="263232"/>
                  </a:lnTo>
                  <a:lnTo>
                    <a:pt x="254112" y="263381"/>
                  </a:lnTo>
                  <a:lnTo>
                    <a:pt x="254501" y="263570"/>
                  </a:lnTo>
                  <a:lnTo>
                    <a:pt x="254396" y="263907"/>
                  </a:lnTo>
                  <a:lnTo>
                    <a:pt x="254252" y="263942"/>
                  </a:lnTo>
                  <a:lnTo>
                    <a:pt x="253458" y="264713"/>
                  </a:lnTo>
                  <a:lnTo>
                    <a:pt x="253203" y="264832"/>
                  </a:lnTo>
                  <a:lnTo>
                    <a:pt x="253042" y="265130"/>
                  </a:lnTo>
                  <a:lnTo>
                    <a:pt x="253052" y="265413"/>
                  </a:lnTo>
                  <a:lnTo>
                    <a:pt x="253133" y="265560"/>
                  </a:lnTo>
                  <a:lnTo>
                    <a:pt x="253385" y="265621"/>
                  </a:lnTo>
                  <a:lnTo>
                    <a:pt x="253604" y="265581"/>
                  </a:lnTo>
                  <a:lnTo>
                    <a:pt x="253608" y="265743"/>
                  </a:lnTo>
                  <a:lnTo>
                    <a:pt x="253587" y="265898"/>
                  </a:lnTo>
                  <a:lnTo>
                    <a:pt x="253705" y="266097"/>
                  </a:lnTo>
                  <a:lnTo>
                    <a:pt x="253839" y="266518"/>
                  </a:lnTo>
                  <a:lnTo>
                    <a:pt x="253512" y="267065"/>
                  </a:lnTo>
                  <a:lnTo>
                    <a:pt x="253541" y="267299"/>
                  </a:lnTo>
                  <a:lnTo>
                    <a:pt x="253599" y="267486"/>
                  </a:lnTo>
                  <a:lnTo>
                    <a:pt x="253428" y="267829"/>
                  </a:lnTo>
                  <a:lnTo>
                    <a:pt x="253627" y="267791"/>
                  </a:lnTo>
                  <a:lnTo>
                    <a:pt x="254129" y="267658"/>
                  </a:lnTo>
                  <a:lnTo>
                    <a:pt x="254659" y="267435"/>
                  </a:lnTo>
                  <a:lnTo>
                    <a:pt x="254711" y="266999"/>
                  </a:lnTo>
                  <a:lnTo>
                    <a:pt x="254717" y="266726"/>
                  </a:lnTo>
                  <a:lnTo>
                    <a:pt x="254806" y="266325"/>
                  </a:lnTo>
                  <a:lnTo>
                    <a:pt x="255035" y="265878"/>
                  </a:lnTo>
                  <a:lnTo>
                    <a:pt x="255143" y="265371"/>
                  </a:lnTo>
                  <a:lnTo>
                    <a:pt x="255244" y="264964"/>
                  </a:lnTo>
                  <a:lnTo>
                    <a:pt x="255376" y="264836"/>
                  </a:lnTo>
                  <a:lnTo>
                    <a:pt x="255681" y="264631"/>
                  </a:lnTo>
                  <a:lnTo>
                    <a:pt x="256055" y="264512"/>
                  </a:lnTo>
                  <a:lnTo>
                    <a:pt x="256278" y="263904"/>
                  </a:lnTo>
                  <a:lnTo>
                    <a:pt x="256571" y="263926"/>
                  </a:lnTo>
                  <a:lnTo>
                    <a:pt x="257131" y="264529"/>
                  </a:lnTo>
                  <a:lnTo>
                    <a:pt x="257078" y="264826"/>
                  </a:lnTo>
                  <a:lnTo>
                    <a:pt x="257389" y="265026"/>
                  </a:lnTo>
                  <a:lnTo>
                    <a:pt x="257526" y="265199"/>
                  </a:lnTo>
                  <a:lnTo>
                    <a:pt x="257417" y="265400"/>
                  </a:lnTo>
                  <a:lnTo>
                    <a:pt x="257149" y="265532"/>
                  </a:lnTo>
                  <a:lnTo>
                    <a:pt x="257187" y="265840"/>
                  </a:lnTo>
                  <a:lnTo>
                    <a:pt x="257167" y="265974"/>
                  </a:lnTo>
                  <a:lnTo>
                    <a:pt x="256895" y="265990"/>
                  </a:lnTo>
                  <a:lnTo>
                    <a:pt x="256698" y="266141"/>
                  </a:lnTo>
                  <a:lnTo>
                    <a:pt x="256779" y="266451"/>
                  </a:lnTo>
                  <a:lnTo>
                    <a:pt x="256710" y="266690"/>
                  </a:lnTo>
                  <a:lnTo>
                    <a:pt x="256690" y="267079"/>
                  </a:lnTo>
                  <a:lnTo>
                    <a:pt x="256341" y="267391"/>
                  </a:lnTo>
                  <a:lnTo>
                    <a:pt x="256137" y="267348"/>
                  </a:lnTo>
                  <a:lnTo>
                    <a:pt x="255623" y="267815"/>
                  </a:lnTo>
                  <a:lnTo>
                    <a:pt x="255575" y="267972"/>
                  </a:lnTo>
                  <a:lnTo>
                    <a:pt x="255560" y="268240"/>
                  </a:lnTo>
                  <a:lnTo>
                    <a:pt x="255563" y="268487"/>
                  </a:lnTo>
                  <a:lnTo>
                    <a:pt x="255572" y="268742"/>
                  </a:lnTo>
                  <a:lnTo>
                    <a:pt x="255684" y="268704"/>
                  </a:lnTo>
                  <a:lnTo>
                    <a:pt x="255930" y="268496"/>
                  </a:lnTo>
                  <a:lnTo>
                    <a:pt x="256319" y="268435"/>
                  </a:lnTo>
                  <a:lnTo>
                    <a:pt x="256508" y="268395"/>
                  </a:lnTo>
                  <a:lnTo>
                    <a:pt x="256741" y="268289"/>
                  </a:lnTo>
                  <a:lnTo>
                    <a:pt x="256926" y="267901"/>
                  </a:lnTo>
                  <a:lnTo>
                    <a:pt x="257181" y="267760"/>
                  </a:lnTo>
                  <a:lnTo>
                    <a:pt x="257380" y="267507"/>
                  </a:lnTo>
                  <a:lnTo>
                    <a:pt x="257506" y="267199"/>
                  </a:lnTo>
                  <a:lnTo>
                    <a:pt x="257892" y="266636"/>
                  </a:lnTo>
                  <a:lnTo>
                    <a:pt x="258130" y="266439"/>
                  </a:lnTo>
                  <a:lnTo>
                    <a:pt x="257994" y="266260"/>
                  </a:lnTo>
                  <a:lnTo>
                    <a:pt x="258045" y="265754"/>
                  </a:lnTo>
                  <a:lnTo>
                    <a:pt x="258291" y="265702"/>
                  </a:lnTo>
                  <a:lnTo>
                    <a:pt x="258509" y="265564"/>
                  </a:lnTo>
                  <a:lnTo>
                    <a:pt x="258639" y="265418"/>
                  </a:lnTo>
                  <a:lnTo>
                    <a:pt x="258808" y="265203"/>
                  </a:lnTo>
                  <a:lnTo>
                    <a:pt x="258818" y="264994"/>
                  </a:lnTo>
                  <a:lnTo>
                    <a:pt x="258999" y="264733"/>
                  </a:lnTo>
                  <a:lnTo>
                    <a:pt x="259488" y="264575"/>
                  </a:lnTo>
                  <a:lnTo>
                    <a:pt x="259955" y="264446"/>
                  </a:lnTo>
                  <a:lnTo>
                    <a:pt x="261609" y="263856"/>
                  </a:lnTo>
                  <a:lnTo>
                    <a:pt x="262039" y="263726"/>
                  </a:lnTo>
                  <a:lnTo>
                    <a:pt x="262250" y="263663"/>
                  </a:lnTo>
                  <a:lnTo>
                    <a:pt x="262416" y="263562"/>
                  </a:lnTo>
                  <a:lnTo>
                    <a:pt x="262826" y="263285"/>
                  </a:lnTo>
                  <a:lnTo>
                    <a:pt x="263406" y="262759"/>
                  </a:lnTo>
                  <a:lnTo>
                    <a:pt x="263533" y="262594"/>
                  </a:lnTo>
                  <a:lnTo>
                    <a:pt x="264022" y="262313"/>
                  </a:lnTo>
                  <a:lnTo>
                    <a:pt x="264253" y="262067"/>
                  </a:lnTo>
                  <a:lnTo>
                    <a:pt x="264446" y="262068"/>
                  </a:lnTo>
                  <a:lnTo>
                    <a:pt x="264585" y="262071"/>
                  </a:lnTo>
                  <a:lnTo>
                    <a:pt x="264803" y="261996"/>
                  </a:lnTo>
                  <a:lnTo>
                    <a:pt x="265186" y="261793"/>
                  </a:lnTo>
                  <a:lnTo>
                    <a:pt x="265406" y="261651"/>
                  </a:lnTo>
                  <a:lnTo>
                    <a:pt x="265754" y="261509"/>
                  </a:lnTo>
                  <a:lnTo>
                    <a:pt x="265964" y="261536"/>
                  </a:lnTo>
                  <a:lnTo>
                    <a:pt x="266175" y="261735"/>
                  </a:lnTo>
                  <a:lnTo>
                    <a:pt x="266327" y="261946"/>
                  </a:lnTo>
                  <a:lnTo>
                    <a:pt x="266693" y="262121"/>
                  </a:lnTo>
                  <a:lnTo>
                    <a:pt x="266979" y="262157"/>
                  </a:lnTo>
                  <a:lnTo>
                    <a:pt x="267359" y="261874"/>
                  </a:lnTo>
                  <a:lnTo>
                    <a:pt x="267398" y="261727"/>
                  </a:lnTo>
                  <a:lnTo>
                    <a:pt x="267859" y="261699"/>
                  </a:lnTo>
                  <a:lnTo>
                    <a:pt x="267923" y="262020"/>
                  </a:lnTo>
                  <a:lnTo>
                    <a:pt x="267735" y="262314"/>
                  </a:lnTo>
                  <a:lnTo>
                    <a:pt x="267475" y="262642"/>
                  </a:lnTo>
                  <a:lnTo>
                    <a:pt x="267327" y="262980"/>
                  </a:lnTo>
                  <a:lnTo>
                    <a:pt x="267260" y="263375"/>
                  </a:lnTo>
                  <a:lnTo>
                    <a:pt x="267232" y="263612"/>
                  </a:lnTo>
                  <a:lnTo>
                    <a:pt x="267249" y="263956"/>
                  </a:lnTo>
                  <a:lnTo>
                    <a:pt x="267329" y="264282"/>
                  </a:lnTo>
                  <a:lnTo>
                    <a:pt x="267422" y="264595"/>
                  </a:lnTo>
                  <a:lnTo>
                    <a:pt x="267651" y="264907"/>
                  </a:lnTo>
                  <a:lnTo>
                    <a:pt x="267963" y="265012"/>
                  </a:lnTo>
                  <a:lnTo>
                    <a:pt x="268302" y="264891"/>
                  </a:lnTo>
                  <a:lnTo>
                    <a:pt x="268503" y="264649"/>
                  </a:lnTo>
                  <a:lnTo>
                    <a:pt x="268786" y="264603"/>
                  </a:lnTo>
                  <a:lnTo>
                    <a:pt x="269045" y="264691"/>
                  </a:lnTo>
                  <a:lnTo>
                    <a:pt x="269270" y="264358"/>
                  </a:lnTo>
                  <a:lnTo>
                    <a:pt x="269390" y="264160"/>
                  </a:lnTo>
                  <a:lnTo>
                    <a:pt x="269689" y="263963"/>
                  </a:lnTo>
                  <a:lnTo>
                    <a:pt x="269701" y="263525"/>
                  </a:lnTo>
                  <a:lnTo>
                    <a:pt x="269695" y="263303"/>
                  </a:lnTo>
                  <a:lnTo>
                    <a:pt x="269771" y="262969"/>
                  </a:lnTo>
                  <a:lnTo>
                    <a:pt x="269952" y="262737"/>
                  </a:lnTo>
                  <a:lnTo>
                    <a:pt x="270107" y="262366"/>
                  </a:lnTo>
                  <a:lnTo>
                    <a:pt x="270248" y="261987"/>
                  </a:lnTo>
                  <a:lnTo>
                    <a:pt x="270703" y="261992"/>
                  </a:lnTo>
                  <a:lnTo>
                    <a:pt x="270734" y="261641"/>
                  </a:lnTo>
                  <a:lnTo>
                    <a:pt x="270499" y="261574"/>
                  </a:lnTo>
                  <a:lnTo>
                    <a:pt x="270089" y="261225"/>
                  </a:lnTo>
                  <a:lnTo>
                    <a:pt x="269722" y="261179"/>
                  </a:lnTo>
                  <a:lnTo>
                    <a:pt x="268891" y="261141"/>
                  </a:lnTo>
                  <a:lnTo>
                    <a:pt x="268643" y="261242"/>
                  </a:lnTo>
                  <a:lnTo>
                    <a:pt x="268092" y="261172"/>
                  </a:lnTo>
                  <a:lnTo>
                    <a:pt x="267500" y="261301"/>
                  </a:lnTo>
                  <a:lnTo>
                    <a:pt x="267360" y="261292"/>
                  </a:lnTo>
                  <a:lnTo>
                    <a:pt x="267232" y="261262"/>
                  </a:lnTo>
                  <a:lnTo>
                    <a:pt x="267105" y="261250"/>
                  </a:lnTo>
                  <a:lnTo>
                    <a:pt x="266929" y="261330"/>
                  </a:lnTo>
                  <a:lnTo>
                    <a:pt x="266650" y="261424"/>
                  </a:lnTo>
                  <a:lnTo>
                    <a:pt x="266547" y="261173"/>
                  </a:lnTo>
                  <a:lnTo>
                    <a:pt x="266609" y="260680"/>
                  </a:lnTo>
                  <a:lnTo>
                    <a:pt x="266793" y="260594"/>
                  </a:lnTo>
                  <a:lnTo>
                    <a:pt x="267037" y="260543"/>
                  </a:lnTo>
                  <a:lnTo>
                    <a:pt x="267309" y="260197"/>
                  </a:lnTo>
                  <a:lnTo>
                    <a:pt x="267530" y="260137"/>
                  </a:lnTo>
                  <a:lnTo>
                    <a:pt x="267922" y="259870"/>
                  </a:lnTo>
                  <a:lnTo>
                    <a:pt x="267994" y="259611"/>
                  </a:lnTo>
                  <a:lnTo>
                    <a:pt x="268527" y="259006"/>
                  </a:lnTo>
                  <a:lnTo>
                    <a:pt x="268555" y="258864"/>
                  </a:lnTo>
                  <a:lnTo>
                    <a:pt x="268530" y="258689"/>
                  </a:lnTo>
                  <a:lnTo>
                    <a:pt x="268800" y="258429"/>
                  </a:lnTo>
                  <a:lnTo>
                    <a:pt x="268942" y="258436"/>
                  </a:lnTo>
                  <a:lnTo>
                    <a:pt x="269171" y="258423"/>
                  </a:lnTo>
                  <a:lnTo>
                    <a:pt x="269716" y="258289"/>
                  </a:lnTo>
                  <a:lnTo>
                    <a:pt x="269884" y="258025"/>
                  </a:lnTo>
                  <a:lnTo>
                    <a:pt x="270528" y="257896"/>
                  </a:lnTo>
                  <a:lnTo>
                    <a:pt x="271264" y="257812"/>
                  </a:lnTo>
                  <a:lnTo>
                    <a:pt x="271577" y="257611"/>
                  </a:lnTo>
                  <a:lnTo>
                    <a:pt x="271847" y="257508"/>
                  </a:lnTo>
                  <a:lnTo>
                    <a:pt x="272335" y="257874"/>
                  </a:lnTo>
                  <a:lnTo>
                    <a:pt x="272621" y="257597"/>
                  </a:lnTo>
                  <a:lnTo>
                    <a:pt x="272934" y="257578"/>
                  </a:lnTo>
                  <a:lnTo>
                    <a:pt x="273338" y="257444"/>
                  </a:lnTo>
                  <a:lnTo>
                    <a:pt x="273717" y="257100"/>
                  </a:lnTo>
                  <a:lnTo>
                    <a:pt x="273766" y="256966"/>
                  </a:lnTo>
                  <a:lnTo>
                    <a:pt x="273719" y="256788"/>
                  </a:lnTo>
                  <a:lnTo>
                    <a:pt x="273702" y="256606"/>
                  </a:lnTo>
                  <a:lnTo>
                    <a:pt x="274136" y="256575"/>
                  </a:lnTo>
                  <a:lnTo>
                    <a:pt x="274595" y="256921"/>
                  </a:lnTo>
                  <a:lnTo>
                    <a:pt x="275018" y="256865"/>
                  </a:lnTo>
                  <a:lnTo>
                    <a:pt x="275470" y="256987"/>
                  </a:lnTo>
                  <a:lnTo>
                    <a:pt x="275594" y="257161"/>
                  </a:lnTo>
                  <a:lnTo>
                    <a:pt x="275538" y="257690"/>
                  </a:lnTo>
                  <a:lnTo>
                    <a:pt x="276170" y="257740"/>
                  </a:lnTo>
                  <a:lnTo>
                    <a:pt x="276424" y="257960"/>
                  </a:lnTo>
                  <a:lnTo>
                    <a:pt x="276354" y="258173"/>
                  </a:lnTo>
                  <a:lnTo>
                    <a:pt x="276680" y="258755"/>
                  </a:lnTo>
                  <a:lnTo>
                    <a:pt x="276811" y="258709"/>
                  </a:lnTo>
                  <a:lnTo>
                    <a:pt x="277014" y="258703"/>
                  </a:lnTo>
                  <a:lnTo>
                    <a:pt x="277110" y="258896"/>
                  </a:lnTo>
                  <a:lnTo>
                    <a:pt x="277089" y="259428"/>
                  </a:lnTo>
                  <a:lnTo>
                    <a:pt x="276845" y="259510"/>
                  </a:lnTo>
                  <a:lnTo>
                    <a:pt x="276640" y="259884"/>
                  </a:lnTo>
                  <a:lnTo>
                    <a:pt x="276671" y="260306"/>
                  </a:lnTo>
                  <a:lnTo>
                    <a:pt x="277149" y="261032"/>
                  </a:lnTo>
                  <a:lnTo>
                    <a:pt x="277037" y="261191"/>
                  </a:lnTo>
                  <a:lnTo>
                    <a:pt x="276577" y="261416"/>
                  </a:lnTo>
                  <a:lnTo>
                    <a:pt x="275561" y="263056"/>
                  </a:lnTo>
                  <a:lnTo>
                    <a:pt x="275549" y="263402"/>
                  </a:lnTo>
                  <a:lnTo>
                    <a:pt x="275634" y="264602"/>
                  </a:lnTo>
                  <a:lnTo>
                    <a:pt x="275873" y="264852"/>
                  </a:lnTo>
                  <a:lnTo>
                    <a:pt x="276153" y="265004"/>
                  </a:lnTo>
                  <a:lnTo>
                    <a:pt x="276348" y="265045"/>
                  </a:lnTo>
                  <a:lnTo>
                    <a:pt x="276575" y="265309"/>
                  </a:lnTo>
                  <a:lnTo>
                    <a:pt x="276744" y="265505"/>
                  </a:lnTo>
                  <a:lnTo>
                    <a:pt x="276841" y="265691"/>
                  </a:lnTo>
                  <a:lnTo>
                    <a:pt x="276752" y="266067"/>
                  </a:lnTo>
                  <a:lnTo>
                    <a:pt x="276523" y="265854"/>
                  </a:lnTo>
                  <a:lnTo>
                    <a:pt x="276333" y="266427"/>
                  </a:lnTo>
                  <a:lnTo>
                    <a:pt x="276126" y="266935"/>
                  </a:lnTo>
                  <a:lnTo>
                    <a:pt x="275824" y="267038"/>
                  </a:lnTo>
                  <a:lnTo>
                    <a:pt x="275971" y="267386"/>
                  </a:lnTo>
                  <a:lnTo>
                    <a:pt x="274905" y="268319"/>
                  </a:lnTo>
                  <a:lnTo>
                    <a:pt x="274857" y="268504"/>
                  </a:lnTo>
                  <a:lnTo>
                    <a:pt x="274584" y="268891"/>
                  </a:lnTo>
                  <a:lnTo>
                    <a:pt x="274325" y="269036"/>
                  </a:lnTo>
                  <a:lnTo>
                    <a:pt x="274462" y="269780"/>
                  </a:lnTo>
                  <a:lnTo>
                    <a:pt x="274440" y="269940"/>
                  </a:lnTo>
                  <a:lnTo>
                    <a:pt x="274047" y="270369"/>
                  </a:lnTo>
                  <a:lnTo>
                    <a:pt x="274263" y="270546"/>
                  </a:lnTo>
                  <a:lnTo>
                    <a:pt x="274698" y="271158"/>
                  </a:lnTo>
                  <a:lnTo>
                    <a:pt x="275168" y="271442"/>
                  </a:lnTo>
                  <a:lnTo>
                    <a:pt x="274901" y="271830"/>
                  </a:lnTo>
                  <a:lnTo>
                    <a:pt x="274762" y="272020"/>
                  </a:lnTo>
                  <a:lnTo>
                    <a:pt x="274451" y="272082"/>
                  </a:lnTo>
                  <a:lnTo>
                    <a:pt x="274172" y="272605"/>
                  </a:lnTo>
                  <a:lnTo>
                    <a:pt x="274328" y="272715"/>
                  </a:lnTo>
                  <a:lnTo>
                    <a:pt x="274464" y="272851"/>
                  </a:lnTo>
                  <a:lnTo>
                    <a:pt x="274452" y="273396"/>
                  </a:lnTo>
                  <a:lnTo>
                    <a:pt x="274390" y="273617"/>
                  </a:lnTo>
                  <a:lnTo>
                    <a:pt x="274300" y="273894"/>
                  </a:lnTo>
                  <a:lnTo>
                    <a:pt x="275508" y="273990"/>
                  </a:lnTo>
                  <a:lnTo>
                    <a:pt x="275937" y="274321"/>
                  </a:lnTo>
                  <a:lnTo>
                    <a:pt x="276452" y="274323"/>
                  </a:lnTo>
                  <a:lnTo>
                    <a:pt x="276705" y="273895"/>
                  </a:lnTo>
                  <a:lnTo>
                    <a:pt x="276943" y="273951"/>
                  </a:lnTo>
                  <a:lnTo>
                    <a:pt x="277104" y="274284"/>
                  </a:lnTo>
                  <a:lnTo>
                    <a:pt x="277032" y="274460"/>
                  </a:lnTo>
                  <a:lnTo>
                    <a:pt x="276565" y="274758"/>
                  </a:lnTo>
                  <a:lnTo>
                    <a:pt x="275732" y="275572"/>
                  </a:lnTo>
                  <a:lnTo>
                    <a:pt x="275726" y="275876"/>
                  </a:lnTo>
                  <a:lnTo>
                    <a:pt x="276057" y="276239"/>
                  </a:lnTo>
                  <a:lnTo>
                    <a:pt x="276149" y="276418"/>
                  </a:lnTo>
                  <a:lnTo>
                    <a:pt x="276359" y="276966"/>
                  </a:lnTo>
                  <a:lnTo>
                    <a:pt x="276021" y="277252"/>
                  </a:lnTo>
                  <a:lnTo>
                    <a:pt x="275820" y="277171"/>
                  </a:lnTo>
                  <a:lnTo>
                    <a:pt x="275793" y="276976"/>
                  </a:lnTo>
                  <a:lnTo>
                    <a:pt x="275551" y="276723"/>
                  </a:lnTo>
                  <a:lnTo>
                    <a:pt x="275239" y="276936"/>
                  </a:lnTo>
                  <a:lnTo>
                    <a:pt x="275130" y="277402"/>
                  </a:lnTo>
                  <a:lnTo>
                    <a:pt x="275100" y="277599"/>
                  </a:lnTo>
                  <a:lnTo>
                    <a:pt x="275073" y="277757"/>
                  </a:lnTo>
                  <a:lnTo>
                    <a:pt x="274959" y="278051"/>
                  </a:lnTo>
                  <a:lnTo>
                    <a:pt x="274627" y="278293"/>
                  </a:lnTo>
                  <a:lnTo>
                    <a:pt x="274343" y="278350"/>
                  </a:lnTo>
                  <a:lnTo>
                    <a:pt x="274003" y="278419"/>
                  </a:lnTo>
                  <a:lnTo>
                    <a:pt x="273723" y="278498"/>
                  </a:lnTo>
                  <a:lnTo>
                    <a:pt x="273244" y="278699"/>
                  </a:lnTo>
                  <a:lnTo>
                    <a:pt x="272645" y="279103"/>
                  </a:lnTo>
                  <a:lnTo>
                    <a:pt x="272168" y="279591"/>
                  </a:lnTo>
                  <a:lnTo>
                    <a:pt x="271768" y="279468"/>
                  </a:lnTo>
                  <a:lnTo>
                    <a:pt x="271551" y="279482"/>
                  </a:lnTo>
                  <a:lnTo>
                    <a:pt x="271139" y="279843"/>
                  </a:lnTo>
                  <a:lnTo>
                    <a:pt x="270904" y="279958"/>
                  </a:lnTo>
                  <a:lnTo>
                    <a:pt x="270655" y="280014"/>
                  </a:lnTo>
                  <a:lnTo>
                    <a:pt x="269752" y="280119"/>
                  </a:lnTo>
                  <a:lnTo>
                    <a:pt x="269481" y="280113"/>
                  </a:lnTo>
                  <a:lnTo>
                    <a:pt x="268993" y="279747"/>
                  </a:lnTo>
                  <a:lnTo>
                    <a:pt x="268788" y="279636"/>
                  </a:lnTo>
                  <a:lnTo>
                    <a:pt x="268513" y="279615"/>
                  </a:lnTo>
                  <a:lnTo>
                    <a:pt x="268366" y="279451"/>
                  </a:lnTo>
                  <a:lnTo>
                    <a:pt x="268218" y="279197"/>
                  </a:lnTo>
                  <a:lnTo>
                    <a:pt x="268223" y="278972"/>
                  </a:lnTo>
                  <a:lnTo>
                    <a:pt x="268307" y="278202"/>
                  </a:lnTo>
                  <a:lnTo>
                    <a:pt x="268432" y="277893"/>
                  </a:lnTo>
                  <a:lnTo>
                    <a:pt x="268663" y="276835"/>
                  </a:lnTo>
                  <a:lnTo>
                    <a:pt x="268694" y="276542"/>
                  </a:lnTo>
                  <a:lnTo>
                    <a:pt x="268653" y="276275"/>
                  </a:lnTo>
                  <a:lnTo>
                    <a:pt x="268869" y="275576"/>
                  </a:lnTo>
                  <a:lnTo>
                    <a:pt x="268834" y="275308"/>
                  </a:lnTo>
                  <a:lnTo>
                    <a:pt x="268759" y="275002"/>
                  </a:lnTo>
                  <a:lnTo>
                    <a:pt x="268766" y="274573"/>
                  </a:lnTo>
                  <a:lnTo>
                    <a:pt x="269076" y="273908"/>
                  </a:lnTo>
                  <a:lnTo>
                    <a:pt x="269223" y="273776"/>
                  </a:lnTo>
                  <a:lnTo>
                    <a:pt x="269208" y="273390"/>
                  </a:lnTo>
                  <a:lnTo>
                    <a:pt x="269155" y="272976"/>
                  </a:lnTo>
                  <a:lnTo>
                    <a:pt x="269516" y="272571"/>
                  </a:lnTo>
                  <a:lnTo>
                    <a:pt x="269766" y="272686"/>
                  </a:lnTo>
                  <a:lnTo>
                    <a:pt x="270013" y="272395"/>
                  </a:lnTo>
                  <a:lnTo>
                    <a:pt x="269932" y="272156"/>
                  </a:lnTo>
                  <a:lnTo>
                    <a:pt x="270483" y="272126"/>
                  </a:lnTo>
                  <a:lnTo>
                    <a:pt x="270646" y="272047"/>
                  </a:lnTo>
                  <a:lnTo>
                    <a:pt x="270554" y="271743"/>
                  </a:lnTo>
                  <a:lnTo>
                    <a:pt x="270160" y="271630"/>
                  </a:lnTo>
                  <a:lnTo>
                    <a:pt x="270026" y="271640"/>
                  </a:lnTo>
                  <a:lnTo>
                    <a:pt x="269497" y="271326"/>
                  </a:lnTo>
                  <a:lnTo>
                    <a:pt x="269148" y="271490"/>
                  </a:lnTo>
                  <a:lnTo>
                    <a:pt x="269027" y="271659"/>
                  </a:lnTo>
                  <a:lnTo>
                    <a:pt x="269131" y="272192"/>
                  </a:lnTo>
                  <a:lnTo>
                    <a:pt x="268958" y="272217"/>
                  </a:lnTo>
                  <a:lnTo>
                    <a:pt x="268644" y="272238"/>
                  </a:lnTo>
                  <a:lnTo>
                    <a:pt x="268550" y="271994"/>
                  </a:lnTo>
                  <a:lnTo>
                    <a:pt x="268939" y="270829"/>
                  </a:lnTo>
                  <a:lnTo>
                    <a:pt x="269012" y="270269"/>
                  </a:lnTo>
                  <a:lnTo>
                    <a:pt x="268826" y="270291"/>
                  </a:lnTo>
                  <a:lnTo>
                    <a:pt x="268626" y="270237"/>
                  </a:lnTo>
                  <a:lnTo>
                    <a:pt x="268542" y="270092"/>
                  </a:lnTo>
                  <a:lnTo>
                    <a:pt x="268861" y="269879"/>
                  </a:lnTo>
                  <a:lnTo>
                    <a:pt x="269203" y="269757"/>
                  </a:lnTo>
                  <a:lnTo>
                    <a:pt x="269292" y="269572"/>
                  </a:lnTo>
                  <a:lnTo>
                    <a:pt x="269280" y="269372"/>
                  </a:lnTo>
                  <a:lnTo>
                    <a:pt x="269135" y="269410"/>
                  </a:lnTo>
                  <a:lnTo>
                    <a:pt x="268695" y="269688"/>
                  </a:lnTo>
                  <a:lnTo>
                    <a:pt x="268403" y="269802"/>
                  </a:lnTo>
                  <a:lnTo>
                    <a:pt x="268163" y="269805"/>
                  </a:lnTo>
                  <a:lnTo>
                    <a:pt x="267981" y="270136"/>
                  </a:lnTo>
                  <a:lnTo>
                    <a:pt x="267823" y="270122"/>
                  </a:lnTo>
                  <a:lnTo>
                    <a:pt x="267590" y="270416"/>
                  </a:lnTo>
                  <a:lnTo>
                    <a:pt x="267710" y="270591"/>
                  </a:lnTo>
                  <a:lnTo>
                    <a:pt x="268028" y="270631"/>
                  </a:lnTo>
                  <a:lnTo>
                    <a:pt x="268253" y="270718"/>
                  </a:lnTo>
                  <a:lnTo>
                    <a:pt x="268456" y="270962"/>
                  </a:lnTo>
                  <a:lnTo>
                    <a:pt x="268059" y="271436"/>
                  </a:lnTo>
                  <a:lnTo>
                    <a:pt x="268022" y="271646"/>
                  </a:lnTo>
                  <a:lnTo>
                    <a:pt x="267997" y="271883"/>
                  </a:lnTo>
                  <a:lnTo>
                    <a:pt x="268227" y="272000"/>
                  </a:lnTo>
                  <a:lnTo>
                    <a:pt x="268306" y="272212"/>
                  </a:lnTo>
                  <a:lnTo>
                    <a:pt x="268264" y="272416"/>
                  </a:lnTo>
                  <a:lnTo>
                    <a:pt x="268182" y="272561"/>
                  </a:lnTo>
                  <a:lnTo>
                    <a:pt x="268145" y="272804"/>
                  </a:lnTo>
                  <a:lnTo>
                    <a:pt x="268132" y="272948"/>
                  </a:lnTo>
                  <a:lnTo>
                    <a:pt x="268102" y="273289"/>
                  </a:lnTo>
                  <a:lnTo>
                    <a:pt x="268183" y="273793"/>
                  </a:lnTo>
                  <a:lnTo>
                    <a:pt x="268223" y="274047"/>
                  </a:lnTo>
                  <a:lnTo>
                    <a:pt x="268250" y="274425"/>
                  </a:lnTo>
                  <a:lnTo>
                    <a:pt x="268261" y="274585"/>
                  </a:lnTo>
                  <a:lnTo>
                    <a:pt x="268259" y="274807"/>
                  </a:lnTo>
                  <a:lnTo>
                    <a:pt x="268027" y="275719"/>
                  </a:lnTo>
                  <a:lnTo>
                    <a:pt x="267909" y="276092"/>
                  </a:lnTo>
                  <a:lnTo>
                    <a:pt x="267636" y="276862"/>
                  </a:lnTo>
                  <a:lnTo>
                    <a:pt x="267487" y="277197"/>
                  </a:lnTo>
                  <a:lnTo>
                    <a:pt x="267439" y="277332"/>
                  </a:lnTo>
                  <a:lnTo>
                    <a:pt x="267277" y="277785"/>
                  </a:lnTo>
                  <a:lnTo>
                    <a:pt x="267232" y="278314"/>
                  </a:lnTo>
                  <a:lnTo>
                    <a:pt x="267220" y="278445"/>
                  </a:lnTo>
                  <a:lnTo>
                    <a:pt x="267182" y="278902"/>
                  </a:lnTo>
                  <a:lnTo>
                    <a:pt x="267166" y="279114"/>
                  </a:lnTo>
                  <a:lnTo>
                    <a:pt x="267149" y="279348"/>
                  </a:lnTo>
                  <a:lnTo>
                    <a:pt x="267117" y="279780"/>
                  </a:lnTo>
                  <a:lnTo>
                    <a:pt x="267093" y="279965"/>
                  </a:lnTo>
                  <a:lnTo>
                    <a:pt x="266596" y="280534"/>
                  </a:lnTo>
                  <a:lnTo>
                    <a:pt x="266452" y="280603"/>
                  </a:lnTo>
                  <a:lnTo>
                    <a:pt x="265949" y="280846"/>
                  </a:lnTo>
                  <a:lnTo>
                    <a:pt x="265581" y="281023"/>
                  </a:lnTo>
                  <a:lnTo>
                    <a:pt x="264887" y="281356"/>
                  </a:lnTo>
                  <a:lnTo>
                    <a:pt x="264415" y="281098"/>
                  </a:lnTo>
                  <a:lnTo>
                    <a:pt x="264267" y="281043"/>
                  </a:lnTo>
                  <a:lnTo>
                    <a:pt x="263084" y="279728"/>
                  </a:lnTo>
                  <a:lnTo>
                    <a:pt x="262138" y="279043"/>
                  </a:lnTo>
                  <a:lnTo>
                    <a:pt x="261908" y="278869"/>
                  </a:lnTo>
                  <a:lnTo>
                    <a:pt x="261551" y="278492"/>
                  </a:lnTo>
                  <a:lnTo>
                    <a:pt x="261234" y="277800"/>
                  </a:lnTo>
                  <a:lnTo>
                    <a:pt x="261098" y="277437"/>
                  </a:lnTo>
                  <a:lnTo>
                    <a:pt x="260987" y="277174"/>
                  </a:lnTo>
                  <a:lnTo>
                    <a:pt x="260775" y="276797"/>
                  </a:lnTo>
                  <a:lnTo>
                    <a:pt x="260654" y="276583"/>
                  </a:lnTo>
                  <a:lnTo>
                    <a:pt x="260506" y="276219"/>
                  </a:lnTo>
                  <a:lnTo>
                    <a:pt x="260442" y="275966"/>
                  </a:lnTo>
                  <a:lnTo>
                    <a:pt x="260500" y="275355"/>
                  </a:lnTo>
                  <a:lnTo>
                    <a:pt x="260405" y="274725"/>
                  </a:lnTo>
                  <a:lnTo>
                    <a:pt x="259937" y="275000"/>
                  </a:lnTo>
                  <a:lnTo>
                    <a:pt x="259776" y="275106"/>
                  </a:lnTo>
                  <a:lnTo>
                    <a:pt x="259485" y="275079"/>
                  </a:lnTo>
                  <a:lnTo>
                    <a:pt x="258741" y="274777"/>
                  </a:lnTo>
                  <a:lnTo>
                    <a:pt x="258517" y="274593"/>
                  </a:lnTo>
                  <a:lnTo>
                    <a:pt x="257781" y="274287"/>
                  </a:lnTo>
                  <a:lnTo>
                    <a:pt x="257337" y="274534"/>
                  </a:lnTo>
                  <a:lnTo>
                    <a:pt x="257272" y="274679"/>
                  </a:lnTo>
                  <a:lnTo>
                    <a:pt x="256887" y="274649"/>
                  </a:lnTo>
                  <a:lnTo>
                    <a:pt x="257104" y="274754"/>
                  </a:lnTo>
                  <a:lnTo>
                    <a:pt x="257241" y="274785"/>
                  </a:lnTo>
                  <a:lnTo>
                    <a:pt x="257830" y="274443"/>
                  </a:lnTo>
                  <a:lnTo>
                    <a:pt x="258314" y="274884"/>
                  </a:lnTo>
                  <a:lnTo>
                    <a:pt x="258328" y="275023"/>
                  </a:lnTo>
                  <a:lnTo>
                    <a:pt x="258654" y="275219"/>
                  </a:lnTo>
                  <a:lnTo>
                    <a:pt x="259476" y="276061"/>
                  </a:lnTo>
                  <a:lnTo>
                    <a:pt x="259363" y="276288"/>
                  </a:lnTo>
                  <a:lnTo>
                    <a:pt x="259566" y="276423"/>
                  </a:lnTo>
                  <a:lnTo>
                    <a:pt x="259588" y="276737"/>
                  </a:lnTo>
                  <a:lnTo>
                    <a:pt x="259354" y="277003"/>
                  </a:lnTo>
                  <a:lnTo>
                    <a:pt x="258977" y="276714"/>
                  </a:lnTo>
                  <a:lnTo>
                    <a:pt x="258775" y="276747"/>
                  </a:lnTo>
                  <a:lnTo>
                    <a:pt x="258244" y="276955"/>
                  </a:lnTo>
                  <a:lnTo>
                    <a:pt x="258074" y="276978"/>
                  </a:lnTo>
                  <a:lnTo>
                    <a:pt x="257556" y="277118"/>
                  </a:lnTo>
                  <a:lnTo>
                    <a:pt x="257110" y="277979"/>
                  </a:lnTo>
                  <a:lnTo>
                    <a:pt x="257294" y="278611"/>
                  </a:lnTo>
                  <a:lnTo>
                    <a:pt x="257430" y="278604"/>
                  </a:lnTo>
                  <a:lnTo>
                    <a:pt x="257653" y="278807"/>
                  </a:lnTo>
                  <a:lnTo>
                    <a:pt x="257660" y="278993"/>
                  </a:lnTo>
                  <a:lnTo>
                    <a:pt x="258592" y="279381"/>
                  </a:lnTo>
                  <a:lnTo>
                    <a:pt x="259259" y="279523"/>
                  </a:lnTo>
                  <a:lnTo>
                    <a:pt x="259214" y="279725"/>
                  </a:lnTo>
                  <a:lnTo>
                    <a:pt x="259153" y="280093"/>
                  </a:lnTo>
                  <a:lnTo>
                    <a:pt x="259907" y="280115"/>
                  </a:lnTo>
                  <a:lnTo>
                    <a:pt x="260298" y="280302"/>
                  </a:lnTo>
                  <a:lnTo>
                    <a:pt x="260372" y="280610"/>
                  </a:lnTo>
                  <a:lnTo>
                    <a:pt x="260306" y="280888"/>
                  </a:lnTo>
                  <a:lnTo>
                    <a:pt x="259186" y="281164"/>
                  </a:lnTo>
                  <a:lnTo>
                    <a:pt x="259007" y="281152"/>
                  </a:lnTo>
                  <a:lnTo>
                    <a:pt x="258505" y="281030"/>
                  </a:lnTo>
                  <a:lnTo>
                    <a:pt x="258227" y="280963"/>
                  </a:lnTo>
                  <a:lnTo>
                    <a:pt x="257987" y="280769"/>
                  </a:lnTo>
                  <a:lnTo>
                    <a:pt x="257774" y="280769"/>
                  </a:lnTo>
                  <a:lnTo>
                    <a:pt x="257576" y="280731"/>
                  </a:lnTo>
                  <a:lnTo>
                    <a:pt x="256552" y="280524"/>
                  </a:lnTo>
                  <a:lnTo>
                    <a:pt x="255897" y="279951"/>
                  </a:lnTo>
                  <a:lnTo>
                    <a:pt x="255859" y="279723"/>
                  </a:lnTo>
                  <a:lnTo>
                    <a:pt x="255685" y="279665"/>
                  </a:lnTo>
                  <a:lnTo>
                    <a:pt x="255216" y="279910"/>
                  </a:lnTo>
                  <a:lnTo>
                    <a:pt x="254572" y="280184"/>
                  </a:lnTo>
                  <a:lnTo>
                    <a:pt x="254527" y="280045"/>
                  </a:lnTo>
                  <a:lnTo>
                    <a:pt x="254443" y="279914"/>
                  </a:lnTo>
                  <a:lnTo>
                    <a:pt x="254125" y="279614"/>
                  </a:lnTo>
                  <a:lnTo>
                    <a:pt x="253572" y="279698"/>
                  </a:lnTo>
                  <a:lnTo>
                    <a:pt x="253616" y="280015"/>
                  </a:lnTo>
                  <a:lnTo>
                    <a:pt x="253756" y="280032"/>
                  </a:lnTo>
                  <a:lnTo>
                    <a:pt x="253956" y="280095"/>
                  </a:lnTo>
                  <a:lnTo>
                    <a:pt x="254408" y="280404"/>
                  </a:lnTo>
                  <a:lnTo>
                    <a:pt x="254438" y="280655"/>
                  </a:lnTo>
                  <a:lnTo>
                    <a:pt x="254706" y="280977"/>
                  </a:lnTo>
                  <a:lnTo>
                    <a:pt x="254868" y="280791"/>
                  </a:lnTo>
                  <a:lnTo>
                    <a:pt x="255622" y="281001"/>
                  </a:lnTo>
                  <a:lnTo>
                    <a:pt x="255820" y="281032"/>
                  </a:lnTo>
                  <a:lnTo>
                    <a:pt x="256106" y="281092"/>
                  </a:lnTo>
                  <a:lnTo>
                    <a:pt x="256193" y="281743"/>
                  </a:lnTo>
                  <a:lnTo>
                    <a:pt x="256557" y="281863"/>
                  </a:lnTo>
                  <a:lnTo>
                    <a:pt x="256860" y="281825"/>
                  </a:lnTo>
                  <a:lnTo>
                    <a:pt x="257060" y="281785"/>
                  </a:lnTo>
                  <a:lnTo>
                    <a:pt x="257520" y="281676"/>
                  </a:lnTo>
                  <a:lnTo>
                    <a:pt x="258404" y="282221"/>
                  </a:lnTo>
                  <a:lnTo>
                    <a:pt x="258852" y="282122"/>
                  </a:lnTo>
                  <a:lnTo>
                    <a:pt x="259068" y="282047"/>
                  </a:lnTo>
                  <a:lnTo>
                    <a:pt x="259239" y="282033"/>
                  </a:lnTo>
                  <a:lnTo>
                    <a:pt x="259551" y="282073"/>
                  </a:lnTo>
                  <a:lnTo>
                    <a:pt x="259816" y="282156"/>
                  </a:lnTo>
                  <a:lnTo>
                    <a:pt x="260376" y="282413"/>
                  </a:lnTo>
                  <a:lnTo>
                    <a:pt x="260694" y="282596"/>
                  </a:lnTo>
                  <a:lnTo>
                    <a:pt x="260879" y="282655"/>
                  </a:lnTo>
                  <a:lnTo>
                    <a:pt x="261097" y="282692"/>
                  </a:lnTo>
                  <a:lnTo>
                    <a:pt x="261419" y="282616"/>
                  </a:lnTo>
                  <a:lnTo>
                    <a:pt x="262076" y="282706"/>
                  </a:lnTo>
                  <a:lnTo>
                    <a:pt x="262546" y="282755"/>
                  </a:lnTo>
                  <a:lnTo>
                    <a:pt x="262299" y="283007"/>
                  </a:lnTo>
                  <a:lnTo>
                    <a:pt x="261860" y="283217"/>
                  </a:lnTo>
                  <a:lnTo>
                    <a:pt x="261652" y="284071"/>
                  </a:lnTo>
                  <a:lnTo>
                    <a:pt x="261767" y="284260"/>
                  </a:lnTo>
                  <a:lnTo>
                    <a:pt x="261765" y="284500"/>
                  </a:lnTo>
                  <a:lnTo>
                    <a:pt x="261682" y="284795"/>
                  </a:lnTo>
                  <a:lnTo>
                    <a:pt x="262035" y="285100"/>
                  </a:lnTo>
                  <a:lnTo>
                    <a:pt x="261878" y="285468"/>
                  </a:lnTo>
                  <a:lnTo>
                    <a:pt x="261685" y="285720"/>
                  </a:lnTo>
                  <a:lnTo>
                    <a:pt x="261449" y="285720"/>
                  </a:lnTo>
                  <a:lnTo>
                    <a:pt x="261122" y="285709"/>
                  </a:lnTo>
                  <a:lnTo>
                    <a:pt x="260845" y="285582"/>
                  </a:lnTo>
                  <a:lnTo>
                    <a:pt x="260529" y="285656"/>
                  </a:lnTo>
                  <a:lnTo>
                    <a:pt x="260116" y="285752"/>
                  </a:lnTo>
                  <a:lnTo>
                    <a:pt x="259791" y="285511"/>
                  </a:lnTo>
                  <a:lnTo>
                    <a:pt x="259399" y="285074"/>
                  </a:lnTo>
                  <a:lnTo>
                    <a:pt x="258661" y="285078"/>
                  </a:lnTo>
                  <a:lnTo>
                    <a:pt x="257934" y="285286"/>
                  </a:lnTo>
                  <a:lnTo>
                    <a:pt x="257838" y="285657"/>
                  </a:lnTo>
                  <a:lnTo>
                    <a:pt x="258043" y="285912"/>
                  </a:lnTo>
                  <a:lnTo>
                    <a:pt x="258058" y="286150"/>
                  </a:lnTo>
                  <a:lnTo>
                    <a:pt x="257527" y="286759"/>
                  </a:lnTo>
                  <a:lnTo>
                    <a:pt x="257395" y="287088"/>
                  </a:lnTo>
                  <a:lnTo>
                    <a:pt x="257535" y="287721"/>
                  </a:lnTo>
                  <a:lnTo>
                    <a:pt x="258487" y="287245"/>
                  </a:lnTo>
                  <a:lnTo>
                    <a:pt x="258676" y="287013"/>
                  </a:lnTo>
                  <a:lnTo>
                    <a:pt x="258425" y="286822"/>
                  </a:lnTo>
                  <a:lnTo>
                    <a:pt x="258171" y="286592"/>
                  </a:lnTo>
                  <a:lnTo>
                    <a:pt x="258248" y="286455"/>
                  </a:lnTo>
                  <a:lnTo>
                    <a:pt x="258266" y="286295"/>
                  </a:lnTo>
                  <a:lnTo>
                    <a:pt x="258265" y="286005"/>
                  </a:lnTo>
                  <a:lnTo>
                    <a:pt x="258319" y="285519"/>
                  </a:lnTo>
                  <a:lnTo>
                    <a:pt x="258657" y="285324"/>
                  </a:lnTo>
                  <a:lnTo>
                    <a:pt x="259141" y="285330"/>
                  </a:lnTo>
                  <a:lnTo>
                    <a:pt x="259364" y="285418"/>
                  </a:lnTo>
                  <a:lnTo>
                    <a:pt x="259859" y="285934"/>
                  </a:lnTo>
                  <a:lnTo>
                    <a:pt x="260206" y="286042"/>
                  </a:lnTo>
                  <a:lnTo>
                    <a:pt x="260375" y="286027"/>
                  </a:lnTo>
                  <a:lnTo>
                    <a:pt x="260609" y="285940"/>
                  </a:lnTo>
                  <a:lnTo>
                    <a:pt x="260742" y="285830"/>
                  </a:lnTo>
                  <a:lnTo>
                    <a:pt x="261372" y="285960"/>
                  </a:lnTo>
                  <a:lnTo>
                    <a:pt x="261576" y="285946"/>
                  </a:lnTo>
                  <a:lnTo>
                    <a:pt x="261752" y="285902"/>
                  </a:lnTo>
                  <a:lnTo>
                    <a:pt x="261882" y="285836"/>
                  </a:lnTo>
                  <a:lnTo>
                    <a:pt x="262010" y="285746"/>
                  </a:lnTo>
                  <a:lnTo>
                    <a:pt x="262481" y="285238"/>
                  </a:lnTo>
                  <a:lnTo>
                    <a:pt x="262614" y="285198"/>
                  </a:lnTo>
                  <a:lnTo>
                    <a:pt x="262939" y="285141"/>
                  </a:lnTo>
                  <a:lnTo>
                    <a:pt x="263114" y="285185"/>
                  </a:lnTo>
                  <a:lnTo>
                    <a:pt x="263798" y="286071"/>
                  </a:lnTo>
                  <a:lnTo>
                    <a:pt x="264559" y="286775"/>
                  </a:lnTo>
                  <a:lnTo>
                    <a:pt x="264712" y="287051"/>
                  </a:lnTo>
                  <a:lnTo>
                    <a:pt x="264501" y="287075"/>
                  </a:lnTo>
                  <a:lnTo>
                    <a:pt x="264239" y="286951"/>
                  </a:lnTo>
                  <a:lnTo>
                    <a:pt x="264068" y="286914"/>
                  </a:lnTo>
                  <a:lnTo>
                    <a:pt x="263712" y="287232"/>
                  </a:lnTo>
                  <a:lnTo>
                    <a:pt x="263827" y="287446"/>
                  </a:lnTo>
                  <a:lnTo>
                    <a:pt x="263930" y="288246"/>
                  </a:lnTo>
                  <a:lnTo>
                    <a:pt x="263752" y="288291"/>
                  </a:lnTo>
                  <a:lnTo>
                    <a:pt x="263429" y="288481"/>
                  </a:lnTo>
                  <a:lnTo>
                    <a:pt x="263241" y="288886"/>
                  </a:lnTo>
                  <a:lnTo>
                    <a:pt x="263821" y="289374"/>
                  </a:lnTo>
                  <a:lnTo>
                    <a:pt x="264281" y="289396"/>
                  </a:lnTo>
                  <a:lnTo>
                    <a:pt x="264472" y="289167"/>
                  </a:lnTo>
                  <a:lnTo>
                    <a:pt x="264538" y="289452"/>
                  </a:lnTo>
                  <a:lnTo>
                    <a:pt x="264582" y="289608"/>
                  </a:lnTo>
                  <a:lnTo>
                    <a:pt x="264876" y="289796"/>
                  </a:lnTo>
                  <a:lnTo>
                    <a:pt x="265118" y="289886"/>
                  </a:lnTo>
                  <a:lnTo>
                    <a:pt x="264851" y="290198"/>
                  </a:lnTo>
                  <a:lnTo>
                    <a:pt x="264948" y="290437"/>
                  </a:lnTo>
                  <a:lnTo>
                    <a:pt x="265880" y="290532"/>
                  </a:lnTo>
                  <a:lnTo>
                    <a:pt x="265583" y="290741"/>
                  </a:lnTo>
                  <a:lnTo>
                    <a:pt x="265343" y="290856"/>
                  </a:lnTo>
                  <a:lnTo>
                    <a:pt x="265048" y="291100"/>
                  </a:lnTo>
                  <a:lnTo>
                    <a:pt x="264875" y="291328"/>
                  </a:lnTo>
                  <a:lnTo>
                    <a:pt x="264335" y="291717"/>
                  </a:lnTo>
                  <a:lnTo>
                    <a:pt x="263869" y="291835"/>
                  </a:lnTo>
                  <a:lnTo>
                    <a:pt x="263938" y="292096"/>
                  </a:lnTo>
                  <a:lnTo>
                    <a:pt x="263411" y="292313"/>
                  </a:lnTo>
                  <a:lnTo>
                    <a:pt x="262888" y="292489"/>
                  </a:lnTo>
                  <a:lnTo>
                    <a:pt x="262844" y="292303"/>
                  </a:lnTo>
                  <a:lnTo>
                    <a:pt x="262704" y="292102"/>
                  </a:lnTo>
                  <a:lnTo>
                    <a:pt x="262469" y="292108"/>
                  </a:lnTo>
                  <a:lnTo>
                    <a:pt x="262079" y="292292"/>
                  </a:lnTo>
                  <a:lnTo>
                    <a:pt x="261329" y="291918"/>
                  </a:lnTo>
                  <a:lnTo>
                    <a:pt x="260815" y="291637"/>
                  </a:lnTo>
                  <a:lnTo>
                    <a:pt x="260382" y="291410"/>
                  </a:lnTo>
                  <a:lnTo>
                    <a:pt x="260211" y="291416"/>
                  </a:lnTo>
                  <a:lnTo>
                    <a:pt x="259775" y="291359"/>
                  </a:lnTo>
                  <a:lnTo>
                    <a:pt x="259538" y="291319"/>
                  </a:lnTo>
                  <a:lnTo>
                    <a:pt x="258999" y="291067"/>
                  </a:lnTo>
                  <a:lnTo>
                    <a:pt x="258778" y="290856"/>
                  </a:lnTo>
                  <a:lnTo>
                    <a:pt x="258635" y="290701"/>
                  </a:lnTo>
                  <a:lnTo>
                    <a:pt x="258496" y="290329"/>
                  </a:lnTo>
                  <a:lnTo>
                    <a:pt x="258178" y="289929"/>
                  </a:lnTo>
                  <a:lnTo>
                    <a:pt x="257776" y="289940"/>
                  </a:lnTo>
                  <a:lnTo>
                    <a:pt x="257624" y="289985"/>
                  </a:lnTo>
                  <a:lnTo>
                    <a:pt x="257013" y="290382"/>
                  </a:lnTo>
                  <a:lnTo>
                    <a:pt x="256755" y="290619"/>
                  </a:lnTo>
                  <a:lnTo>
                    <a:pt x="257039" y="290758"/>
                  </a:lnTo>
                  <a:lnTo>
                    <a:pt x="257177" y="290715"/>
                  </a:lnTo>
                  <a:lnTo>
                    <a:pt x="257392" y="290900"/>
                  </a:lnTo>
                  <a:lnTo>
                    <a:pt x="257566" y="290996"/>
                  </a:lnTo>
                  <a:lnTo>
                    <a:pt x="257854" y="291009"/>
                  </a:lnTo>
                  <a:lnTo>
                    <a:pt x="258021" y="291069"/>
                  </a:lnTo>
                  <a:lnTo>
                    <a:pt x="258193" y="291131"/>
                  </a:lnTo>
                  <a:lnTo>
                    <a:pt x="258719" y="291396"/>
                  </a:lnTo>
                  <a:lnTo>
                    <a:pt x="258295" y="291528"/>
                  </a:lnTo>
                  <a:lnTo>
                    <a:pt x="258307" y="291697"/>
                  </a:lnTo>
                  <a:lnTo>
                    <a:pt x="258296" y="292090"/>
                  </a:lnTo>
                  <a:lnTo>
                    <a:pt x="258276" y="292391"/>
                  </a:lnTo>
                  <a:lnTo>
                    <a:pt x="258501" y="292425"/>
                  </a:lnTo>
                  <a:lnTo>
                    <a:pt x="258888" y="292355"/>
                  </a:lnTo>
                  <a:lnTo>
                    <a:pt x="259073" y="292207"/>
                  </a:lnTo>
                  <a:lnTo>
                    <a:pt x="259428" y="292124"/>
                  </a:lnTo>
                  <a:lnTo>
                    <a:pt x="259777" y="292099"/>
                  </a:lnTo>
                  <a:lnTo>
                    <a:pt x="260049" y="292485"/>
                  </a:lnTo>
                  <a:lnTo>
                    <a:pt x="260150" y="292631"/>
                  </a:lnTo>
                  <a:lnTo>
                    <a:pt x="260543" y="292626"/>
                  </a:lnTo>
                  <a:lnTo>
                    <a:pt x="260803" y="292520"/>
                  </a:lnTo>
                  <a:lnTo>
                    <a:pt x="261317" y="292607"/>
                  </a:lnTo>
                  <a:lnTo>
                    <a:pt x="261785" y="292880"/>
                  </a:lnTo>
                  <a:lnTo>
                    <a:pt x="262149" y="293120"/>
                  </a:lnTo>
                  <a:lnTo>
                    <a:pt x="262342" y="293396"/>
                  </a:lnTo>
                  <a:lnTo>
                    <a:pt x="262328" y="293590"/>
                  </a:lnTo>
                  <a:lnTo>
                    <a:pt x="262294" y="293766"/>
                  </a:lnTo>
                  <a:lnTo>
                    <a:pt x="262268" y="294518"/>
                  </a:lnTo>
                  <a:lnTo>
                    <a:pt x="263175" y="294438"/>
                  </a:lnTo>
                  <a:lnTo>
                    <a:pt x="263693" y="294409"/>
                  </a:lnTo>
                  <a:lnTo>
                    <a:pt x="263607" y="294679"/>
                  </a:lnTo>
                  <a:lnTo>
                    <a:pt x="263484" y="294951"/>
                  </a:lnTo>
                  <a:lnTo>
                    <a:pt x="263144" y="295695"/>
                  </a:lnTo>
                  <a:lnTo>
                    <a:pt x="263282" y="295839"/>
                  </a:lnTo>
                  <a:lnTo>
                    <a:pt x="263568" y="295837"/>
                  </a:lnTo>
                  <a:lnTo>
                    <a:pt x="264005" y="296402"/>
                  </a:lnTo>
                  <a:lnTo>
                    <a:pt x="264131" y="297180"/>
                  </a:lnTo>
                  <a:lnTo>
                    <a:pt x="263728" y="298211"/>
                  </a:lnTo>
                  <a:lnTo>
                    <a:pt x="263224" y="300712"/>
                  </a:lnTo>
                  <a:lnTo>
                    <a:pt x="262764" y="301472"/>
                  </a:lnTo>
                  <a:lnTo>
                    <a:pt x="261967" y="301707"/>
                  </a:lnTo>
                  <a:lnTo>
                    <a:pt x="261886" y="301416"/>
                  </a:lnTo>
                  <a:lnTo>
                    <a:pt x="261694" y="301245"/>
                  </a:lnTo>
                  <a:lnTo>
                    <a:pt x="261497" y="301235"/>
                  </a:lnTo>
                  <a:lnTo>
                    <a:pt x="261157" y="301554"/>
                  </a:lnTo>
                  <a:lnTo>
                    <a:pt x="261198" y="302107"/>
                  </a:lnTo>
                  <a:lnTo>
                    <a:pt x="260839" y="302203"/>
                  </a:lnTo>
                  <a:lnTo>
                    <a:pt x="260482" y="302295"/>
                  </a:lnTo>
                  <a:lnTo>
                    <a:pt x="260139" y="302393"/>
                  </a:lnTo>
                  <a:lnTo>
                    <a:pt x="259798" y="302486"/>
                  </a:lnTo>
                  <a:lnTo>
                    <a:pt x="259421" y="302588"/>
                  </a:lnTo>
                  <a:lnTo>
                    <a:pt x="259051" y="302691"/>
                  </a:lnTo>
                  <a:lnTo>
                    <a:pt x="258825" y="302686"/>
                  </a:lnTo>
                  <a:lnTo>
                    <a:pt x="257944" y="302659"/>
                  </a:lnTo>
                  <a:lnTo>
                    <a:pt x="257723" y="302648"/>
                  </a:lnTo>
                  <a:lnTo>
                    <a:pt x="257134" y="302592"/>
                  </a:lnTo>
                  <a:lnTo>
                    <a:pt x="256959" y="302559"/>
                  </a:lnTo>
                  <a:lnTo>
                    <a:pt x="256695" y="302535"/>
                  </a:lnTo>
                  <a:lnTo>
                    <a:pt x="256412" y="302509"/>
                  </a:lnTo>
                  <a:lnTo>
                    <a:pt x="256139" y="302484"/>
                  </a:lnTo>
                  <a:lnTo>
                    <a:pt x="255788" y="302529"/>
                  </a:lnTo>
                  <a:lnTo>
                    <a:pt x="255551" y="303092"/>
                  </a:lnTo>
                  <a:lnTo>
                    <a:pt x="255438" y="303575"/>
                  </a:lnTo>
                  <a:lnTo>
                    <a:pt x="256023" y="303765"/>
                  </a:lnTo>
                  <a:lnTo>
                    <a:pt x="256204" y="303831"/>
                  </a:lnTo>
                  <a:lnTo>
                    <a:pt x="256374" y="303918"/>
                  </a:lnTo>
                  <a:lnTo>
                    <a:pt x="256937" y="303918"/>
                  </a:lnTo>
                  <a:lnTo>
                    <a:pt x="257427" y="304023"/>
                  </a:lnTo>
                  <a:lnTo>
                    <a:pt x="258202" y="304347"/>
                  </a:lnTo>
                  <a:lnTo>
                    <a:pt x="258518" y="305157"/>
                  </a:lnTo>
                  <a:lnTo>
                    <a:pt x="259051" y="306528"/>
                  </a:lnTo>
                  <a:lnTo>
                    <a:pt x="259255" y="307053"/>
                  </a:lnTo>
                  <a:lnTo>
                    <a:pt x="259549" y="307588"/>
                  </a:lnTo>
                  <a:lnTo>
                    <a:pt x="260032" y="308472"/>
                  </a:lnTo>
                  <a:lnTo>
                    <a:pt x="260290" y="309055"/>
                  </a:lnTo>
                  <a:lnTo>
                    <a:pt x="260437" y="309388"/>
                  </a:lnTo>
                  <a:lnTo>
                    <a:pt x="260362" y="309528"/>
                  </a:lnTo>
                  <a:lnTo>
                    <a:pt x="260363" y="309669"/>
                  </a:lnTo>
                  <a:lnTo>
                    <a:pt x="260365" y="310196"/>
                  </a:lnTo>
                  <a:lnTo>
                    <a:pt x="260510" y="310238"/>
                  </a:lnTo>
                  <a:lnTo>
                    <a:pt x="260582" y="310015"/>
                  </a:lnTo>
                  <a:lnTo>
                    <a:pt x="260888" y="310013"/>
                  </a:lnTo>
                  <a:lnTo>
                    <a:pt x="261318" y="310359"/>
                  </a:lnTo>
                  <a:lnTo>
                    <a:pt x="261307" y="310552"/>
                  </a:lnTo>
                  <a:lnTo>
                    <a:pt x="261500" y="310928"/>
                  </a:lnTo>
                  <a:lnTo>
                    <a:pt x="261715" y="311113"/>
                  </a:lnTo>
                  <a:lnTo>
                    <a:pt x="261413" y="311196"/>
                  </a:lnTo>
                  <a:lnTo>
                    <a:pt x="260864" y="312136"/>
                  </a:lnTo>
                  <a:lnTo>
                    <a:pt x="260772" y="312348"/>
                  </a:lnTo>
                  <a:lnTo>
                    <a:pt x="260635" y="312237"/>
                  </a:lnTo>
                  <a:lnTo>
                    <a:pt x="260227" y="312407"/>
                  </a:lnTo>
                  <a:lnTo>
                    <a:pt x="259520" y="312289"/>
                  </a:lnTo>
                  <a:lnTo>
                    <a:pt x="259773" y="312740"/>
                  </a:lnTo>
                  <a:lnTo>
                    <a:pt x="260087" y="312798"/>
                  </a:lnTo>
                  <a:lnTo>
                    <a:pt x="260234" y="312825"/>
                  </a:lnTo>
                  <a:lnTo>
                    <a:pt x="260678" y="312866"/>
                  </a:lnTo>
                  <a:lnTo>
                    <a:pt x="260818" y="313121"/>
                  </a:lnTo>
                  <a:lnTo>
                    <a:pt x="260751" y="313440"/>
                  </a:lnTo>
                  <a:lnTo>
                    <a:pt x="260438" y="313788"/>
                  </a:lnTo>
                  <a:lnTo>
                    <a:pt x="260380" y="314242"/>
                  </a:lnTo>
                  <a:lnTo>
                    <a:pt x="260246" y="315452"/>
                  </a:lnTo>
                  <a:lnTo>
                    <a:pt x="260649" y="315709"/>
                  </a:lnTo>
                  <a:lnTo>
                    <a:pt x="260869" y="315764"/>
                  </a:lnTo>
                  <a:lnTo>
                    <a:pt x="262061" y="316183"/>
                  </a:lnTo>
                  <a:lnTo>
                    <a:pt x="262205" y="316067"/>
                  </a:lnTo>
                  <a:lnTo>
                    <a:pt x="262390" y="316049"/>
                  </a:lnTo>
                  <a:lnTo>
                    <a:pt x="262716" y="316453"/>
                  </a:lnTo>
                  <a:lnTo>
                    <a:pt x="262849" y="316804"/>
                  </a:lnTo>
                  <a:lnTo>
                    <a:pt x="262639" y="316901"/>
                  </a:lnTo>
                  <a:lnTo>
                    <a:pt x="262343" y="317005"/>
                  </a:lnTo>
                  <a:lnTo>
                    <a:pt x="262029" y="317645"/>
                  </a:lnTo>
                  <a:lnTo>
                    <a:pt x="262289" y="317875"/>
                  </a:lnTo>
                  <a:lnTo>
                    <a:pt x="262546" y="317829"/>
                  </a:lnTo>
                  <a:lnTo>
                    <a:pt x="262475" y="317990"/>
                  </a:lnTo>
                  <a:lnTo>
                    <a:pt x="262329" y="318239"/>
                  </a:lnTo>
                  <a:lnTo>
                    <a:pt x="262044" y="318459"/>
                  </a:lnTo>
                  <a:lnTo>
                    <a:pt x="261640" y="318654"/>
                  </a:lnTo>
                  <a:lnTo>
                    <a:pt x="261341" y="319086"/>
                  </a:lnTo>
                  <a:lnTo>
                    <a:pt x="261162" y="319349"/>
                  </a:lnTo>
                  <a:lnTo>
                    <a:pt x="261699" y="319542"/>
                  </a:lnTo>
                  <a:lnTo>
                    <a:pt x="262251" y="319154"/>
                  </a:lnTo>
                  <a:lnTo>
                    <a:pt x="262477" y="319097"/>
                  </a:lnTo>
                  <a:lnTo>
                    <a:pt x="262493" y="319565"/>
                  </a:lnTo>
                  <a:lnTo>
                    <a:pt x="262962" y="319375"/>
                  </a:lnTo>
                  <a:lnTo>
                    <a:pt x="263054" y="319556"/>
                  </a:lnTo>
                  <a:lnTo>
                    <a:pt x="262408" y="320170"/>
                  </a:lnTo>
                  <a:lnTo>
                    <a:pt x="262470" y="320703"/>
                  </a:lnTo>
                  <a:lnTo>
                    <a:pt x="262240" y="321164"/>
                  </a:lnTo>
                  <a:lnTo>
                    <a:pt x="262307" y="321318"/>
                  </a:lnTo>
                  <a:lnTo>
                    <a:pt x="262219" y="321583"/>
                  </a:lnTo>
                  <a:lnTo>
                    <a:pt x="261952" y="321797"/>
                  </a:lnTo>
                  <a:lnTo>
                    <a:pt x="261790" y="322002"/>
                  </a:lnTo>
                  <a:lnTo>
                    <a:pt x="261657" y="322411"/>
                  </a:lnTo>
                  <a:lnTo>
                    <a:pt x="261516" y="322688"/>
                  </a:lnTo>
                  <a:lnTo>
                    <a:pt x="261041" y="323160"/>
                  </a:lnTo>
                  <a:lnTo>
                    <a:pt x="261167" y="323339"/>
                  </a:lnTo>
                  <a:lnTo>
                    <a:pt x="261004" y="323849"/>
                  </a:lnTo>
                  <a:lnTo>
                    <a:pt x="260174" y="324038"/>
                  </a:lnTo>
                  <a:lnTo>
                    <a:pt x="260018" y="324116"/>
                  </a:lnTo>
                  <a:lnTo>
                    <a:pt x="259668" y="324080"/>
                  </a:lnTo>
                  <a:lnTo>
                    <a:pt x="259782" y="323610"/>
                  </a:lnTo>
                  <a:lnTo>
                    <a:pt x="259927" y="323476"/>
                  </a:lnTo>
                  <a:lnTo>
                    <a:pt x="260094" y="323199"/>
                  </a:lnTo>
                  <a:lnTo>
                    <a:pt x="260048" y="322953"/>
                  </a:lnTo>
                  <a:lnTo>
                    <a:pt x="259745" y="323060"/>
                  </a:lnTo>
                  <a:lnTo>
                    <a:pt x="259714" y="323245"/>
                  </a:lnTo>
                  <a:lnTo>
                    <a:pt x="259466" y="323228"/>
                  </a:lnTo>
                  <a:lnTo>
                    <a:pt x="259179" y="323049"/>
                  </a:lnTo>
                  <a:lnTo>
                    <a:pt x="259476" y="322692"/>
                  </a:lnTo>
                  <a:lnTo>
                    <a:pt x="259571" y="322061"/>
                  </a:lnTo>
                  <a:lnTo>
                    <a:pt x="259485" y="321611"/>
                  </a:lnTo>
                  <a:lnTo>
                    <a:pt x="258864" y="321245"/>
                  </a:lnTo>
                  <a:lnTo>
                    <a:pt x="258130" y="321063"/>
                  </a:lnTo>
                  <a:lnTo>
                    <a:pt x="258151" y="320822"/>
                  </a:lnTo>
                  <a:lnTo>
                    <a:pt x="257260" y="320431"/>
                  </a:lnTo>
                  <a:lnTo>
                    <a:pt x="256914" y="320289"/>
                  </a:lnTo>
                  <a:lnTo>
                    <a:pt x="256725" y="320226"/>
                  </a:lnTo>
                  <a:lnTo>
                    <a:pt x="256578" y="320194"/>
                  </a:lnTo>
                  <a:lnTo>
                    <a:pt x="256026" y="320155"/>
                  </a:lnTo>
                  <a:lnTo>
                    <a:pt x="255814" y="320140"/>
                  </a:lnTo>
                  <a:lnTo>
                    <a:pt x="255276" y="320128"/>
                  </a:lnTo>
                  <a:lnTo>
                    <a:pt x="255080" y="320147"/>
                  </a:lnTo>
                  <a:lnTo>
                    <a:pt x="254752" y="320218"/>
                  </a:lnTo>
                  <a:lnTo>
                    <a:pt x="254447" y="320381"/>
                  </a:lnTo>
                  <a:lnTo>
                    <a:pt x="254498" y="320864"/>
                  </a:lnTo>
                  <a:lnTo>
                    <a:pt x="254321" y="321372"/>
                  </a:lnTo>
                  <a:lnTo>
                    <a:pt x="254139" y="321320"/>
                  </a:lnTo>
                  <a:lnTo>
                    <a:pt x="253690" y="322014"/>
                  </a:lnTo>
                  <a:lnTo>
                    <a:pt x="253655" y="322318"/>
                  </a:lnTo>
                  <a:lnTo>
                    <a:pt x="253622" y="322597"/>
                  </a:lnTo>
                  <a:lnTo>
                    <a:pt x="253592" y="322858"/>
                  </a:lnTo>
                  <a:lnTo>
                    <a:pt x="253531" y="323323"/>
                  </a:lnTo>
                  <a:lnTo>
                    <a:pt x="253301" y="323501"/>
                  </a:lnTo>
                  <a:lnTo>
                    <a:pt x="253046" y="323581"/>
                  </a:lnTo>
                  <a:lnTo>
                    <a:pt x="252808" y="323742"/>
                  </a:lnTo>
                  <a:lnTo>
                    <a:pt x="253021" y="324153"/>
                  </a:lnTo>
                  <a:lnTo>
                    <a:pt x="252683" y="324579"/>
                  </a:lnTo>
                  <a:lnTo>
                    <a:pt x="252479" y="324763"/>
                  </a:lnTo>
                  <a:lnTo>
                    <a:pt x="252173" y="324985"/>
                  </a:lnTo>
                  <a:lnTo>
                    <a:pt x="252006" y="325292"/>
                  </a:lnTo>
                  <a:lnTo>
                    <a:pt x="252008" y="325598"/>
                  </a:lnTo>
                  <a:lnTo>
                    <a:pt x="251929" y="325949"/>
                  </a:lnTo>
                  <a:lnTo>
                    <a:pt x="251519" y="326175"/>
                  </a:lnTo>
                  <a:lnTo>
                    <a:pt x="251341" y="326077"/>
                  </a:lnTo>
                  <a:lnTo>
                    <a:pt x="251259" y="325924"/>
                  </a:lnTo>
                  <a:lnTo>
                    <a:pt x="251352" y="325743"/>
                  </a:lnTo>
                  <a:lnTo>
                    <a:pt x="251307" y="325587"/>
                  </a:lnTo>
                  <a:lnTo>
                    <a:pt x="250971" y="325400"/>
                  </a:lnTo>
                  <a:lnTo>
                    <a:pt x="250398" y="325397"/>
                  </a:lnTo>
                  <a:lnTo>
                    <a:pt x="250311" y="325921"/>
                  </a:lnTo>
                  <a:lnTo>
                    <a:pt x="250499" y="326086"/>
                  </a:lnTo>
                  <a:lnTo>
                    <a:pt x="250737" y="326127"/>
                  </a:lnTo>
                  <a:lnTo>
                    <a:pt x="250810" y="326645"/>
                  </a:lnTo>
                  <a:lnTo>
                    <a:pt x="250564" y="326833"/>
                  </a:lnTo>
                  <a:lnTo>
                    <a:pt x="251464" y="326812"/>
                  </a:lnTo>
                  <a:lnTo>
                    <a:pt x="251598" y="327154"/>
                  </a:lnTo>
                  <a:lnTo>
                    <a:pt x="251545" y="327380"/>
                  </a:lnTo>
                  <a:lnTo>
                    <a:pt x="251237" y="327731"/>
                  </a:lnTo>
                  <a:lnTo>
                    <a:pt x="251220" y="327968"/>
                  </a:lnTo>
                  <a:lnTo>
                    <a:pt x="251157" y="328363"/>
                  </a:lnTo>
                  <a:lnTo>
                    <a:pt x="250728" y="328385"/>
                  </a:lnTo>
                  <a:lnTo>
                    <a:pt x="250349" y="329074"/>
                  </a:lnTo>
                  <a:lnTo>
                    <a:pt x="249837" y="329150"/>
                  </a:lnTo>
                  <a:lnTo>
                    <a:pt x="249648" y="329264"/>
                  </a:lnTo>
                  <a:lnTo>
                    <a:pt x="249324" y="329344"/>
                  </a:lnTo>
                  <a:lnTo>
                    <a:pt x="249246" y="329120"/>
                  </a:lnTo>
                  <a:lnTo>
                    <a:pt x="248952" y="328709"/>
                  </a:lnTo>
                  <a:lnTo>
                    <a:pt x="248576" y="328811"/>
                  </a:lnTo>
                  <a:lnTo>
                    <a:pt x="248331" y="328692"/>
                  </a:lnTo>
                  <a:lnTo>
                    <a:pt x="246923" y="328769"/>
                  </a:lnTo>
                  <a:lnTo>
                    <a:pt x="246630" y="329215"/>
                  </a:lnTo>
                  <a:lnTo>
                    <a:pt x="246593" y="329513"/>
                  </a:lnTo>
                  <a:lnTo>
                    <a:pt x="246557" y="329835"/>
                  </a:lnTo>
                  <a:lnTo>
                    <a:pt x="246578" y="330009"/>
                  </a:lnTo>
                  <a:lnTo>
                    <a:pt x="246564" y="330212"/>
                  </a:lnTo>
                  <a:lnTo>
                    <a:pt x="246185" y="330324"/>
                  </a:lnTo>
                  <a:lnTo>
                    <a:pt x="246502" y="330921"/>
                  </a:lnTo>
                  <a:lnTo>
                    <a:pt x="247079" y="331089"/>
                  </a:lnTo>
                  <a:lnTo>
                    <a:pt x="247276" y="331156"/>
                  </a:lnTo>
                  <a:lnTo>
                    <a:pt x="246635" y="332265"/>
                  </a:lnTo>
                  <a:lnTo>
                    <a:pt x="247091" y="332751"/>
                  </a:lnTo>
                  <a:lnTo>
                    <a:pt x="246726" y="332562"/>
                  </a:lnTo>
                  <a:lnTo>
                    <a:pt x="246188" y="332571"/>
                  </a:lnTo>
                  <a:lnTo>
                    <a:pt x="245995" y="332229"/>
                  </a:lnTo>
                  <a:lnTo>
                    <a:pt x="245823" y="332272"/>
                  </a:lnTo>
                  <a:lnTo>
                    <a:pt x="245526" y="332134"/>
                  </a:lnTo>
                  <a:lnTo>
                    <a:pt x="245009" y="332285"/>
                  </a:lnTo>
                  <a:lnTo>
                    <a:pt x="244641" y="332639"/>
                  </a:lnTo>
                  <a:lnTo>
                    <a:pt x="244991" y="332685"/>
                  </a:lnTo>
                  <a:lnTo>
                    <a:pt x="245067" y="333022"/>
                  </a:lnTo>
                  <a:lnTo>
                    <a:pt x="244626" y="333013"/>
                  </a:lnTo>
                  <a:lnTo>
                    <a:pt x="244451" y="332916"/>
                  </a:lnTo>
                  <a:lnTo>
                    <a:pt x="244148" y="333115"/>
                  </a:lnTo>
                  <a:lnTo>
                    <a:pt x="243966" y="333124"/>
                  </a:lnTo>
                  <a:lnTo>
                    <a:pt x="243701" y="333313"/>
                  </a:lnTo>
                  <a:lnTo>
                    <a:pt x="244161" y="333333"/>
                  </a:lnTo>
                  <a:lnTo>
                    <a:pt x="244353" y="333493"/>
                  </a:lnTo>
                  <a:lnTo>
                    <a:pt x="243194" y="333746"/>
                  </a:lnTo>
                  <a:lnTo>
                    <a:pt x="242670" y="334080"/>
                  </a:lnTo>
                  <a:lnTo>
                    <a:pt x="242404" y="334057"/>
                  </a:lnTo>
                  <a:lnTo>
                    <a:pt x="242247" y="333931"/>
                  </a:lnTo>
                  <a:lnTo>
                    <a:pt x="241467" y="333959"/>
                  </a:lnTo>
                  <a:lnTo>
                    <a:pt x="241207" y="333602"/>
                  </a:lnTo>
                  <a:lnTo>
                    <a:pt x="240940" y="333375"/>
                  </a:lnTo>
                  <a:lnTo>
                    <a:pt x="241091" y="333367"/>
                  </a:lnTo>
                  <a:lnTo>
                    <a:pt x="241231" y="333397"/>
                  </a:lnTo>
                  <a:lnTo>
                    <a:pt x="241410" y="333144"/>
                  </a:lnTo>
                  <a:lnTo>
                    <a:pt x="241490" y="332877"/>
                  </a:lnTo>
                  <a:lnTo>
                    <a:pt x="241374" y="332619"/>
                  </a:lnTo>
                  <a:lnTo>
                    <a:pt x="240716" y="331770"/>
                  </a:lnTo>
                  <a:lnTo>
                    <a:pt x="240535" y="331364"/>
                  </a:lnTo>
                  <a:lnTo>
                    <a:pt x="240575" y="330955"/>
                  </a:lnTo>
                  <a:lnTo>
                    <a:pt x="240548" y="330564"/>
                  </a:lnTo>
                  <a:lnTo>
                    <a:pt x="240445" y="330190"/>
                  </a:lnTo>
                  <a:lnTo>
                    <a:pt x="240359" y="330022"/>
                  </a:lnTo>
                  <a:lnTo>
                    <a:pt x="240338" y="329611"/>
                  </a:lnTo>
                  <a:lnTo>
                    <a:pt x="240484" y="329529"/>
                  </a:lnTo>
                  <a:lnTo>
                    <a:pt x="241119" y="329280"/>
                  </a:lnTo>
                  <a:lnTo>
                    <a:pt x="241236" y="329523"/>
                  </a:lnTo>
                  <a:lnTo>
                    <a:pt x="241411" y="329611"/>
                  </a:lnTo>
                  <a:lnTo>
                    <a:pt x="241576" y="329444"/>
                  </a:lnTo>
                  <a:lnTo>
                    <a:pt x="241560" y="329285"/>
                  </a:lnTo>
                  <a:lnTo>
                    <a:pt x="241805" y="329010"/>
                  </a:lnTo>
                  <a:lnTo>
                    <a:pt x="242021" y="329010"/>
                  </a:lnTo>
                  <a:lnTo>
                    <a:pt x="242296" y="328790"/>
                  </a:lnTo>
                  <a:lnTo>
                    <a:pt x="242534" y="328586"/>
                  </a:lnTo>
                  <a:lnTo>
                    <a:pt x="242895" y="328126"/>
                  </a:lnTo>
                  <a:lnTo>
                    <a:pt x="243174" y="327997"/>
                  </a:lnTo>
                  <a:lnTo>
                    <a:pt x="243486" y="327974"/>
                  </a:lnTo>
                  <a:lnTo>
                    <a:pt x="243491" y="327771"/>
                  </a:lnTo>
                  <a:lnTo>
                    <a:pt x="243458" y="327503"/>
                  </a:lnTo>
                  <a:lnTo>
                    <a:pt x="243412" y="327323"/>
                  </a:lnTo>
                  <a:lnTo>
                    <a:pt x="243722" y="326706"/>
                  </a:lnTo>
                  <a:lnTo>
                    <a:pt x="243583" y="326364"/>
                  </a:lnTo>
                  <a:lnTo>
                    <a:pt x="243183" y="325977"/>
                  </a:lnTo>
                  <a:lnTo>
                    <a:pt x="243090" y="325689"/>
                  </a:lnTo>
                  <a:lnTo>
                    <a:pt x="243826" y="323698"/>
                  </a:lnTo>
                  <a:lnTo>
                    <a:pt x="244128" y="323478"/>
                  </a:lnTo>
                  <a:lnTo>
                    <a:pt x="244282" y="323452"/>
                  </a:lnTo>
                  <a:lnTo>
                    <a:pt x="244550" y="323423"/>
                  </a:lnTo>
                  <a:lnTo>
                    <a:pt x="244725" y="323277"/>
                  </a:lnTo>
                  <a:lnTo>
                    <a:pt x="244864" y="323115"/>
                  </a:lnTo>
                  <a:lnTo>
                    <a:pt x="244961" y="322933"/>
                  </a:lnTo>
                  <a:lnTo>
                    <a:pt x="244966" y="322646"/>
                  </a:lnTo>
                  <a:lnTo>
                    <a:pt x="245191" y="322118"/>
                  </a:lnTo>
                  <a:lnTo>
                    <a:pt x="244773" y="321575"/>
                  </a:lnTo>
                  <a:lnTo>
                    <a:pt x="244657" y="321254"/>
                  </a:lnTo>
                  <a:lnTo>
                    <a:pt x="244514" y="321171"/>
                  </a:lnTo>
                  <a:lnTo>
                    <a:pt x="244336" y="321163"/>
                  </a:lnTo>
                  <a:lnTo>
                    <a:pt x="243962" y="320683"/>
                  </a:lnTo>
                  <a:lnTo>
                    <a:pt x="243962" y="320477"/>
                  </a:lnTo>
                  <a:lnTo>
                    <a:pt x="243961" y="320285"/>
                  </a:lnTo>
                  <a:lnTo>
                    <a:pt x="244010" y="320095"/>
                  </a:lnTo>
                  <a:lnTo>
                    <a:pt x="244078" y="319872"/>
                  </a:lnTo>
                  <a:lnTo>
                    <a:pt x="244426" y="319645"/>
                  </a:lnTo>
                  <a:lnTo>
                    <a:pt x="244807" y="319621"/>
                  </a:lnTo>
                  <a:lnTo>
                    <a:pt x="245057" y="319625"/>
                  </a:lnTo>
                  <a:lnTo>
                    <a:pt x="244802" y="319381"/>
                  </a:lnTo>
                  <a:lnTo>
                    <a:pt x="244649" y="319396"/>
                  </a:lnTo>
                  <a:lnTo>
                    <a:pt x="244149" y="319468"/>
                  </a:lnTo>
                  <a:lnTo>
                    <a:pt x="243962" y="319377"/>
                  </a:lnTo>
                  <a:lnTo>
                    <a:pt x="244021" y="318854"/>
                  </a:lnTo>
                  <a:lnTo>
                    <a:pt x="243821" y="318589"/>
                  </a:lnTo>
                  <a:lnTo>
                    <a:pt x="243521" y="318128"/>
                  </a:lnTo>
                  <a:lnTo>
                    <a:pt x="243380" y="317863"/>
                  </a:lnTo>
                  <a:lnTo>
                    <a:pt x="243493" y="317581"/>
                  </a:lnTo>
                  <a:lnTo>
                    <a:pt x="243453" y="317285"/>
                  </a:lnTo>
                  <a:lnTo>
                    <a:pt x="243229" y="317230"/>
                  </a:lnTo>
                  <a:lnTo>
                    <a:pt x="242936" y="317239"/>
                  </a:lnTo>
                  <a:lnTo>
                    <a:pt x="242540" y="317437"/>
                  </a:lnTo>
                  <a:lnTo>
                    <a:pt x="242320" y="317897"/>
                  </a:lnTo>
                  <a:lnTo>
                    <a:pt x="242239" y="317747"/>
                  </a:lnTo>
                  <a:lnTo>
                    <a:pt x="242217" y="317605"/>
                  </a:lnTo>
                  <a:lnTo>
                    <a:pt x="242010" y="317374"/>
                  </a:lnTo>
                  <a:lnTo>
                    <a:pt x="242246" y="318127"/>
                  </a:lnTo>
                  <a:lnTo>
                    <a:pt x="242492" y="318236"/>
                  </a:lnTo>
                  <a:lnTo>
                    <a:pt x="242717" y="318505"/>
                  </a:lnTo>
                  <a:lnTo>
                    <a:pt x="242715" y="318754"/>
                  </a:lnTo>
                  <a:lnTo>
                    <a:pt x="242498" y="319017"/>
                  </a:lnTo>
                  <a:lnTo>
                    <a:pt x="241475" y="319207"/>
                  </a:lnTo>
                  <a:lnTo>
                    <a:pt x="241285" y="319604"/>
                  </a:lnTo>
                  <a:lnTo>
                    <a:pt x="241079" y="319635"/>
                  </a:lnTo>
                  <a:lnTo>
                    <a:pt x="241038" y="320212"/>
                  </a:lnTo>
                  <a:lnTo>
                    <a:pt x="241088" y="320492"/>
                  </a:lnTo>
                  <a:lnTo>
                    <a:pt x="240985" y="320750"/>
                  </a:lnTo>
                  <a:lnTo>
                    <a:pt x="240349" y="321170"/>
                  </a:lnTo>
                  <a:lnTo>
                    <a:pt x="240275" y="321351"/>
                  </a:lnTo>
                  <a:lnTo>
                    <a:pt x="240515" y="321442"/>
                  </a:lnTo>
                  <a:lnTo>
                    <a:pt x="240469" y="321860"/>
                  </a:lnTo>
                  <a:lnTo>
                    <a:pt x="240310" y="321885"/>
                  </a:lnTo>
                  <a:lnTo>
                    <a:pt x="240098" y="321951"/>
                  </a:lnTo>
                  <a:lnTo>
                    <a:pt x="239997" y="322209"/>
                  </a:lnTo>
                  <a:lnTo>
                    <a:pt x="239863" y="322431"/>
                  </a:lnTo>
                  <a:lnTo>
                    <a:pt x="239573" y="322376"/>
                  </a:lnTo>
                  <a:lnTo>
                    <a:pt x="239379" y="322357"/>
                  </a:lnTo>
                  <a:lnTo>
                    <a:pt x="239134" y="322396"/>
                  </a:lnTo>
                  <a:lnTo>
                    <a:pt x="238913" y="322459"/>
                  </a:lnTo>
                  <a:lnTo>
                    <a:pt x="238545" y="322525"/>
                  </a:lnTo>
                  <a:lnTo>
                    <a:pt x="238203" y="322293"/>
                  </a:lnTo>
                  <a:lnTo>
                    <a:pt x="237662" y="322440"/>
                  </a:lnTo>
                  <a:lnTo>
                    <a:pt x="237797" y="322512"/>
                  </a:lnTo>
                  <a:lnTo>
                    <a:pt x="238320" y="322753"/>
                  </a:lnTo>
                  <a:lnTo>
                    <a:pt x="238927" y="322768"/>
                  </a:lnTo>
                  <a:lnTo>
                    <a:pt x="239060" y="322728"/>
                  </a:lnTo>
                  <a:lnTo>
                    <a:pt x="239419" y="322682"/>
                  </a:lnTo>
                  <a:lnTo>
                    <a:pt x="239691" y="322802"/>
                  </a:lnTo>
                  <a:lnTo>
                    <a:pt x="239792" y="323074"/>
                  </a:lnTo>
                  <a:lnTo>
                    <a:pt x="239933" y="323536"/>
                  </a:lnTo>
                  <a:lnTo>
                    <a:pt x="240022" y="323707"/>
                  </a:lnTo>
                  <a:lnTo>
                    <a:pt x="240378" y="324245"/>
                  </a:lnTo>
                  <a:lnTo>
                    <a:pt x="240346" y="324541"/>
                  </a:lnTo>
                  <a:lnTo>
                    <a:pt x="239963" y="325847"/>
                  </a:lnTo>
                  <a:lnTo>
                    <a:pt x="239959" y="325995"/>
                  </a:lnTo>
                  <a:lnTo>
                    <a:pt x="239820" y="326079"/>
                  </a:lnTo>
                  <a:lnTo>
                    <a:pt x="239347" y="326410"/>
                  </a:lnTo>
                  <a:lnTo>
                    <a:pt x="239027" y="326884"/>
                  </a:lnTo>
                  <a:lnTo>
                    <a:pt x="239061" y="327106"/>
                  </a:lnTo>
                  <a:lnTo>
                    <a:pt x="239175" y="327267"/>
                  </a:lnTo>
                  <a:lnTo>
                    <a:pt x="239094" y="327498"/>
                  </a:lnTo>
                  <a:lnTo>
                    <a:pt x="238946" y="327727"/>
                  </a:lnTo>
                  <a:lnTo>
                    <a:pt x="238982" y="328358"/>
                  </a:lnTo>
                  <a:lnTo>
                    <a:pt x="238703" y="329172"/>
                  </a:lnTo>
                  <a:lnTo>
                    <a:pt x="238508" y="329111"/>
                  </a:lnTo>
                  <a:lnTo>
                    <a:pt x="238068" y="328749"/>
                  </a:lnTo>
                  <a:lnTo>
                    <a:pt x="237793" y="328523"/>
                  </a:lnTo>
                  <a:lnTo>
                    <a:pt x="237605" y="328500"/>
                  </a:lnTo>
                  <a:lnTo>
                    <a:pt x="237988" y="328781"/>
                  </a:lnTo>
                  <a:lnTo>
                    <a:pt x="237520" y="329440"/>
                  </a:lnTo>
                  <a:lnTo>
                    <a:pt x="235769" y="330853"/>
                  </a:lnTo>
                  <a:lnTo>
                    <a:pt x="235548" y="330770"/>
                  </a:lnTo>
                  <a:lnTo>
                    <a:pt x="235408" y="331052"/>
                  </a:lnTo>
                  <a:lnTo>
                    <a:pt x="235043" y="331862"/>
                  </a:lnTo>
                  <a:lnTo>
                    <a:pt x="234902" y="332008"/>
                  </a:lnTo>
                  <a:lnTo>
                    <a:pt x="235376" y="332250"/>
                  </a:lnTo>
                  <a:lnTo>
                    <a:pt x="235225" y="332779"/>
                  </a:lnTo>
                  <a:lnTo>
                    <a:pt x="235241" y="334493"/>
                  </a:lnTo>
                  <a:lnTo>
                    <a:pt x="234944" y="334729"/>
                  </a:lnTo>
                  <a:lnTo>
                    <a:pt x="234863" y="335004"/>
                  </a:lnTo>
                  <a:lnTo>
                    <a:pt x="234605" y="335117"/>
                  </a:lnTo>
                  <a:lnTo>
                    <a:pt x="234898" y="335222"/>
                  </a:lnTo>
                  <a:lnTo>
                    <a:pt x="234829" y="335429"/>
                  </a:lnTo>
                  <a:lnTo>
                    <a:pt x="234826" y="335773"/>
                  </a:lnTo>
                  <a:lnTo>
                    <a:pt x="234656" y="335974"/>
                  </a:lnTo>
                  <a:lnTo>
                    <a:pt x="234286" y="336370"/>
                  </a:lnTo>
                  <a:lnTo>
                    <a:pt x="233810" y="336671"/>
                  </a:lnTo>
                  <a:lnTo>
                    <a:pt x="233270" y="337018"/>
                  </a:lnTo>
                  <a:lnTo>
                    <a:pt x="232961" y="337164"/>
                  </a:lnTo>
                  <a:lnTo>
                    <a:pt x="232917" y="337428"/>
                  </a:lnTo>
                  <a:lnTo>
                    <a:pt x="232881" y="337644"/>
                  </a:lnTo>
                  <a:lnTo>
                    <a:pt x="232786" y="338211"/>
                  </a:lnTo>
                  <a:lnTo>
                    <a:pt x="232699" y="338493"/>
                  </a:lnTo>
                  <a:lnTo>
                    <a:pt x="233326" y="339479"/>
                  </a:lnTo>
                  <a:lnTo>
                    <a:pt x="232961" y="339968"/>
                  </a:lnTo>
                  <a:lnTo>
                    <a:pt x="231938" y="340556"/>
                  </a:lnTo>
                  <a:lnTo>
                    <a:pt x="231269" y="339923"/>
                  </a:lnTo>
                  <a:lnTo>
                    <a:pt x="231121" y="340004"/>
                  </a:lnTo>
                  <a:lnTo>
                    <a:pt x="230262" y="340217"/>
                  </a:lnTo>
                  <a:lnTo>
                    <a:pt x="229770" y="340351"/>
                  </a:lnTo>
                  <a:lnTo>
                    <a:pt x="229560" y="341346"/>
                  </a:lnTo>
                  <a:lnTo>
                    <a:pt x="229406" y="341467"/>
                  </a:lnTo>
                  <a:lnTo>
                    <a:pt x="229304" y="342412"/>
                  </a:lnTo>
                  <a:lnTo>
                    <a:pt x="229001" y="342754"/>
                  </a:lnTo>
                  <a:lnTo>
                    <a:pt x="228654" y="343102"/>
                  </a:lnTo>
                  <a:lnTo>
                    <a:pt x="228438" y="343316"/>
                  </a:lnTo>
                  <a:lnTo>
                    <a:pt x="228128" y="343619"/>
                  </a:lnTo>
                  <a:lnTo>
                    <a:pt x="227922" y="343805"/>
                  </a:lnTo>
                  <a:lnTo>
                    <a:pt x="226706" y="344869"/>
                  </a:lnTo>
                  <a:lnTo>
                    <a:pt x="226593" y="345030"/>
                  </a:lnTo>
                  <a:lnTo>
                    <a:pt x="226430" y="345263"/>
                  </a:lnTo>
                  <a:lnTo>
                    <a:pt x="226288" y="345466"/>
                  </a:lnTo>
                  <a:lnTo>
                    <a:pt x="225976" y="345888"/>
                  </a:lnTo>
                  <a:lnTo>
                    <a:pt x="225451" y="346057"/>
                  </a:lnTo>
                  <a:lnTo>
                    <a:pt x="224899" y="346109"/>
                  </a:lnTo>
                  <a:lnTo>
                    <a:pt x="224705" y="346402"/>
                  </a:lnTo>
                  <a:lnTo>
                    <a:pt x="224591" y="346630"/>
                  </a:lnTo>
                  <a:lnTo>
                    <a:pt x="224440" y="346929"/>
                  </a:lnTo>
                  <a:lnTo>
                    <a:pt x="224253" y="347335"/>
                  </a:lnTo>
                  <a:lnTo>
                    <a:pt x="224149" y="347561"/>
                  </a:lnTo>
                  <a:lnTo>
                    <a:pt x="223874" y="348294"/>
                  </a:lnTo>
                  <a:lnTo>
                    <a:pt x="223779" y="348534"/>
                  </a:lnTo>
                  <a:lnTo>
                    <a:pt x="223615" y="348867"/>
                  </a:lnTo>
                  <a:lnTo>
                    <a:pt x="224233" y="349371"/>
                  </a:lnTo>
                  <a:lnTo>
                    <a:pt x="224014" y="349664"/>
                  </a:lnTo>
                  <a:lnTo>
                    <a:pt x="223615" y="349927"/>
                  </a:lnTo>
                  <a:lnTo>
                    <a:pt x="222888" y="350409"/>
                  </a:lnTo>
                  <a:lnTo>
                    <a:pt x="222179" y="350117"/>
                  </a:lnTo>
                  <a:lnTo>
                    <a:pt x="221983" y="349962"/>
                  </a:lnTo>
                  <a:lnTo>
                    <a:pt x="221603" y="349918"/>
                  </a:lnTo>
                  <a:lnTo>
                    <a:pt x="221232" y="350380"/>
                  </a:lnTo>
                  <a:lnTo>
                    <a:pt x="221149" y="350767"/>
                  </a:lnTo>
                  <a:lnTo>
                    <a:pt x="221626" y="351498"/>
                  </a:lnTo>
                  <a:lnTo>
                    <a:pt x="221499" y="351863"/>
                  </a:lnTo>
                  <a:lnTo>
                    <a:pt x="220936" y="353416"/>
                  </a:lnTo>
                  <a:lnTo>
                    <a:pt x="220526" y="353894"/>
                  </a:lnTo>
                  <a:lnTo>
                    <a:pt x="220391" y="353980"/>
                  </a:lnTo>
                  <a:lnTo>
                    <a:pt x="220412" y="354369"/>
                  </a:lnTo>
                  <a:lnTo>
                    <a:pt x="220275" y="354857"/>
                  </a:lnTo>
                  <a:lnTo>
                    <a:pt x="219547" y="354979"/>
                  </a:lnTo>
                  <a:lnTo>
                    <a:pt x="219498" y="355550"/>
                  </a:lnTo>
                  <a:lnTo>
                    <a:pt x="219744" y="356062"/>
                  </a:lnTo>
                  <a:lnTo>
                    <a:pt x="219550" y="356081"/>
                  </a:lnTo>
                  <a:lnTo>
                    <a:pt x="218934" y="356410"/>
                  </a:lnTo>
                  <a:lnTo>
                    <a:pt x="217841" y="355909"/>
                  </a:lnTo>
                  <a:lnTo>
                    <a:pt x="217674" y="356377"/>
                  </a:lnTo>
                  <a:lnTo>
                    <a:pt x="217900" y="356684"/>
                  </a:lnTo>
                  <a:lnTo>
                    <a:pt x="219144" y="357533"/>
                  </a:lnTo>
                  <a:lnTo>
                    <a:pt x="219347" y="357717"/>
                  </a:lnTo>
                  <a:lnTo>
                    <a:pt x="220128" y="359517"/>
                  </a:lnTo>
                  <a:lnTo>
                    <a:pt x="220272" y="359891"/>
                  </a:lnTo>
                  <a:lnTo>
                    <a:pt x="220405" y="359930"/>
                  </a:lnTo>
                  <a:lnTo>
                    <a:pt x="220721" y="360051"/>
                  </a:lnTo>
                  <a:lnTo>
                    <a:pt x="220204" y="360143"/>
                  </a:lnTo>
                  <a:lnTo>
                    <a:pt x="220185" y="359979"/>
                  </a:lnTo>
                  <a:lnTo>
                    <a:pt x="219518" y="360089"/>
                  </a:lnTo>
                  <a:lnTo>
                    <a:pt x="219356" y="360246"/>
                  </a:lnTo>
                  <a:lnTo>
                    <a:pt x="219041" y="360718"/>
                  </a:lnTo>
                  <a:lnTo>
                    <a:pt x="219240" y="360661"/>
                  </a:lnTo>
                  <a:lnTo>
                    <a:pt x="219352" y="360496"/>
                  </a:lnTo>
                  <a:lnTo>
                    <a:pt x="219570" y="360532"/>
                  </a:lnTo>
                  <a:lnTo>
                    <a:pt x="220040" y="360414"/>
                  </a:lnTo>
                  <a:lnTo>
                    <a:pt x="220455" y="360657"/>
                  </a:lnTo>
                  <a:lnTo>
                    <a:pt x="220453" y="360817"/>
                  </a:lnTo>
                  <a:lnTo>
                    <a:pt x="220830" y="361424"/>
                  </a:lnTo>
                  <a:lnTo>
                    <a:pt x="221031" y="361553"/>
                  </a:lnTo>
                  <a:lnTo>
                    <a:pt x="221169" y="361496"/>
                  </a:lnTo>
                  <a:lnTo>
                    <a:pt x="221477" y="361630"/>
                  </a:lnTo>
                  <a:lnTo>
                    <a:pt x="221290" y="361831"/>
                  </a:lnTo>
                  <a:lnTo>
                    <a:pt x="221138" y="362095"/>
                  </a:lnTo>
                  <a:lnTo>
                    <a:pt x="220563" y="362638"/>
                  </a:lnTo>
                  <a:lnTo>
                    <a:pt x="220175" y="363051"/>
                  </a:lnTo>
                  <a:lnTo>
                    <a:pt x="220041" y="362853"/>
                  </a:lnTo>
                  <a:lnTo>
                    <a:pt x="219779" y="363013"/>
                  </a:lnTo>
                  <a:lnTo>
                    <a:pt x="219770" y="363397"/>
                  </a:lnTo>
                  <a:lnTo>
                    <a:pt x="219452" y="364010"/>
                  </a:lnTo>
                  <a:lnTo>
                    <a:pt x="219421" y="364138"/>
                  </a:lnTo>
                  <a:lnTo>
                    <a:pt x="219524" y="364544"/>
                  </a:lnTo>
                  <a:lnTo>
                    <a:pt x="219742" y="365029"/>
                  </a:lnTo>
                  <a:lnTo>
                    <a:pt x="219881" y="365656"/>
                  </a:lnTo>
                  <a:lnTo>
                    <a:pt x="219862" y="366097"/>
                  </a:lnTo>
                  <a:lnTo>
                    <a:pt x="219719" y="366118"/>
                  </a:lnTo>
                  <a:lnTo>
                    <a:pt x="219788" y="366469"/>
                  </a:lnTo>
                  <a:lnTo>
                    <a:pt x="219536" y="367034"/>
                  </a:lnTo>
                  <a:lnTo>
                    <a:pt x="219326" y="366910"/>
                  </a:lnTo>
                  <a:lnTo>
                    <a:pt x="218951" y="367061"/>
                  </a:lnTo>
                  <a:lnTo>
                    <a:pt x="218651" y="367076"/>
                  </a:lnTo>
                  <a:lnTo>
                    <a:pt x="218537" y="366274"/>
                  </a:lnTo>
                  <a:lnTo>
                    <a:pt x="218314" y="366282"/>
                  </a:lnTo>
                  <a:lnTo>
                    <a:pt x="218258" y="365879"/>
                  </a:lnTo>
                  <a:lnTo>
                    <a:pt x="218249" y="365695"/>
                  </a:lnTo>
                  <a:lnTo>
                    <a:pt x="217745" y="366042"/>
                  </a:lnTo>
                  <a:lnTo>
                    <a:pt x="217460" y="366245"/>
                  </a:lnTo>
                  <a:lnTo>
                    <a:pt x="217310" y="366191"/>
                  </a:lnTo>
                  <a:lnTo>
                    <a:pt x="216839" y="365871"/>
                  </a:lnTo>
                  <a:lnTo>
                    <a:pt x="216615" y="365483"/>
                  </a:lnTo>
                  <a:lnTo>
                    <a:pt x="216484" y="365402"/>
                  </a:lnTo>
                  <a:lnTo>
                    <a:pt x="216121" y="365177"/>
                  </a:lnTo>
                  <a:lnTo>
                    <a:pt x="215921" y="365128"/>
                  </a:lnTo>
                  <a:lnTo>
                    <a:pt x="215442" y="365535"/>
                  </a:lnTo>
                  <a:lnTo>
                    <a:pt x="215582" y="365760"/>
                  </a:lnTo>
                  <a:lnTo>
                    <a:pt x="215395" y="365719"/>
                  </a:lnTo>
                  <a:lnTo>
                    <a:pt x="215211" y="365644"/>
                  </a:lnTo>
                  <a:lnTo>
                    <a:pt x="215037" y="366155"/>
                  </a:lnTo>
                  <a:lnTo>
                    <a:pt x="215541" y="366197"/>
                  </a:lnTo>
                  <a:lnTo>
                    <a:pt x="215694" y="366098"/>
                  </a:lnTo>
                  <a:lnTo>
                    <a:pt x="215950" y="366395"/>
                  </a:lnTo>
                  <a:lnTo>
                    <a:pt x="215659" y="366942"/>
                  </a:lnTo>
                  <a:lnTo>
                    <a:pt x="215300" y="367209"/>
                  </a:lnTo>
                  <a:lnTo>
                    <a:pt x="214766" y="367482"/>
                  </a:lnTo>
                  <a:lnTo>
                    <a:pt x="214733" y="367891"/>
                  </a:lnTo>
                  <a:lnTo>
                    <a:pt x="215041" y="368061"/>
                  </a:lnTo>
                  <a:lnTo>
                    <a:pt x="214973" y="368327"/>
                  </a:lnTo>
                  <a:lnTo>
                    <a:pt x="214819" y="368247"/>
                  </a:lnTo>
                  <a:lnTo>
                    <a:pt x="214534" y="368324"/>
                  </a:lnTo>
                  <a:lnTo>
                    <a:pt x="214042" y="368233"/>
                  </a:lnTo>
                  <a:lnTo>
                    <a:pt x="214068" y="368617"/>
                  </a:lnTo>
                  <a:lnTo>
                    <a:pt x="214564" y="368902"/>
                  </a:lnTo>
                  <a:lnTo>
                    <a:pt x="215179" y="368709"/>
                  </a:lnTo>
                  <a:lnTo>
                    <a:pt x="215377" y="369285"/>
                  </a:lnTo>
                  <a:lnTo>
                    <a:pt x="215612" y="369118"/>
                  </a:lnTo>
                  <a:lnTo>
                    <a:pt x="215834" y="369289"/>
                  </a:lnTo>
                  <a:lnTo>
                    <a:pt x="215869" y="369470"/>
                  </a:lnTo>
                  <a:lnTo>
                    <a:pt x="215416" y="369860"/>
                  </a:lnTo>
                  <a:lnTo>
                    <a:pt x="215190" y="370218"/>
                  </a:lnTo>
                  <a:lnTo>
                    <a:pt x="215602" y="370044"/>
                  </a:lnTo>
                  <a:lnTo>
                    <a:pt x="215857" y="370085"/>
                  </a:lnTo>
                  <a:lnTo>
                    <a:pt x="215884" y="370404"/>
                  </a:lnTo>
                  <a:lnTo>
                    <a:pt x="215719" y="370330"/>
                  </a:lnTo>
                  <a:lnTo>
                    <a:pt x="215606" y="370798"/>
                  </a:lnTo>
                  <a:lnTo>
                    <a:pt x="215593" y="370933"/>
                  </a:lnTo>
                  <a:lnTo>
                    <a:pt x="215171" y="371189"/>
                  </a:lnTo>
                  <a:lnTo>
                    <a:pt x="214944" y="371286"/>
                  </a:lnTo>
                  <a:lnTo>
                    <a:pt x="214558" y="371298"/>
                  </a:lnTo>
                  <a:lnTo>
                    <a:pt x="214203" y="371270"/>
                  </a:lnTo>
                  <a:lnTo>
                    <a:pt x="214199" y="371460"/>
                  </a:lnTo>
                  <a:lnTo>
                    <a:pt x="214466" y="371927"/>
                  </a:lnTo>
                  <a:lnTo>
                    <a:pt x="214143" y="372096"/>
                  </a:lnTo>
                  <a:lnTo>
                    <a:pt x="214113" y="372311"/>
                  </a:lnTo>
                  <a:lnTo>
                    <a:pt x="214300" y="372736"/>
                  </a:lnTo>
                  <a:lnTo>
                    <a:pt x="214457" y="372795"/>
                  </a:lnTo>
                  <a:lnTo>
                    <a:pt x="214693" y="372805"/>
                  </a:lnTo>
                  <a:lnTo>
                    <a:pt x="214929" y="372790"/>
                  </a:lnTo>
                  <a:lnTo>
                    <a:pt x="215031" y="372919"/>
                  </a:lnTo>
                  <a:lnTo>
                    <a:pt x="214917" y="373206"/>
                  </a:lnTo>
                  <a:lnTo>
                    <a:pt x="214792" y="373808"/>
                  </a:lnTo>
                  <a:lnTo>
                    <a:pt x="214594" y="373840"/>
                  </a:lnTo>
                  <a:lnTo>
                    <a:pt x="214097" y="373849"/>
                  </a:lnTo>
                  <a:lnTo>
                    <a:pt x="214061" y="374071"/>
                  </a:lnTo>
                  <a:lnTo>
                    <a:pt x="213852" y="374309"/>
                  </a:lnTo>
                  <a:lnTo>
                    <a:pt x="213886" y="374787"/>
                  </a:lnTo>
                  <a:lnTo>
                    <a:pt x="214034" y="374795"/>
                  </a:lnTo>
                  <a:lnTo>
                    <a:pt x="214270" y="374849"/>
                  </a:lnTo>
                  <a:lnTo>
                    <a:pt x="214306" y="375058"/>
                  </a:lnTo>
                  <a:lnTo>
                    <a:pt x="214264" y="375219"/>
                  </a:lnTo>
                  <a:lnTo>
                    <a:pt x="213816" y="375407"/>
                  </a:lnTo>
                  <a:lnTo>
                    <a:pt x="213495" y="375429"/>
                  </a:lnTo>
                  <a:lnTo>
                    <a:pt x="213295" y="375431"/>
                  </a:lnTo>
                  <a:lnTo>
                    <a:pt x="213166" y="375612"/>
                  </a:lnTo>
                  <a:lnTo>
                    <a:pt x="213154" y="375752"/>
                  </a:lnTo>
                  <a:lnTo>
                    <a:pt x="212915" y="375972"/>
                  </a:lnTo>
                  <a:lnTo>
                    <a:pt x="212725" y="376233"/>
                  </a:lnTo>
                  <a:lnTo>
                    <a:pt x="212721" y="376448"/>
                  </a:lnTo>
                  <a:lnTo>
                    <a:pt x="212580" y="376649"/>
                  </a:lnTo>
                  <a:lnTo>
                    <a:pt x="212343" y="376591"/>
                  </a:lnTo>
                  <a:lnTo>
                    <a:pt x="211841" y="376132"/>
                  </a:lnTo>
                  <a:lnTo>
                    <a:pt x="212030" y="375153"/>
                  </a:lnTo>
                  <a:lnTo>
                    <a:pt x="211883" y="375015"/>
                  </a:lnTo>
                  <a:lnTo>
                    <a:pt x="211207" y="374109"/>
                  </a:lnTo>
                  <a:lnTo>
                    <a:pt x="210745" y="374279"/>
                  </a:lnTo>
                  <a:lnTo>
                    <a:pt x="210488" y="374360"/>
                  </a:lnTo>
                  <a:lnTo>
                    <a:pt x="210475" y="374507"/>
                  </a:lnTo>
                  <a:lnTo>
                    <a:pt x="210447" y="374847"/>
                  </a:lnTo>
                  <a:lnTo>
                    <a:pt x="210262" y="375185"/>
                  </a:lnTo>
                  <a:lnTo>
                    <a:pt x="210478" y="375834"/>
                  </a:lnTo>
                  <a:lnTo>
                    <a:pt x="210671" y="376155"/>
                  </a:lnTo>
                  <a:lnTo>
                    <a:pt x="210454" y="376368"/>
                  </a:lnTo>
                  <a:lnTo>
                    <a:pt x="210318" y="376274"/>
                  </a:lnTo>
                  <a:lnTo>
                    <a:pt x="210097" y="376190"/>
                  </a:lnTo>
                  <a:lnTo>
                    <a:pt x="209988" y="375839"/>
                  </a:lnTo>
                  <a:lnTo>
                    <a:pt x="209915" y="375543"/>
                  </a:lnTo>
                  <a:lnTo>
                    <a:pt x="209643" y="375305"/>
                  </a:lnTo>
                  <a:lnTo>
                    <a:pt x="209463" y="375063"/>
                  </a:lnTo>
                  <a:lnTo>
                    <a:pt x="209288" y="374426"/>
                  </a:lnTo>
                  <a:lnTo>
                    <a:pt x="209269" y="373830"/>
                  </a:lnTo>
                  <a:lnTo>
                    <a:pt x="209417" y="373793"/>
                  </a:lnTo>
                  <a:lnTo>
                    <a:pt x="209587" y="373316"/>
                  </a:lnTo>
                  <a:lnTo>
                    <a:pt x="209249" y="373005"/>
                  </a:lnTo>
                  <a:lnTo>
                    <a:pt x="208795" y="372711"/>
                  </a:lnTo>
                  <a:lnTo>
                    <a:pt x="209007" y="372380"/>
                  </a:lnTo>
                  <a:lnTo>
                    <a:pt x="209975" y="372404"/>
                  </a:lnTo>
                  <a:lnTo>
                    <a:pt x="210305" y="372106"/>
                  </a:lnTo>
                  <a:lnTo>
                    <a:pt x="210247" y="371971"/>
                  </a:lnTo>
                  <a:lnTo>
                    <a:pt x="210035" y="371572"/>
                  </a:lnTo>
                  <a:lnTo>
                    <a:pt x="209674" y="371592"/>
                  </a:lnTo>
                  <a:lnTo>
                    <a:pt x="209447" y="371383"/>
                  </a:lnTo>
                  <a:lnTo>
                    <a:pt x="209233" y="371077"/>
                  </a:lnTo>
                  <a:lnTo>
                    <a:pt x="209203" y="370875"/>
                  </a:lnTo>
                  <a:lnTo>
                    <a:pt x="209317" y="370533"/>
                  </a:lnTo>
                  <a:lnTo>
                    <a:pt x="209119" y="370208"/>
                  </a:lnTo>
                  <a:lnTo>
                    <a:pt x="208827" y="369671"/>
                  </a:lnTo>
                  <a:lnTo>
                    <a:pt x="208454" y="369617"/>
                  </a:lnTo>
                  <a:lnTo>
                    <a:pt x="208273" y="369436"/>
                  </a:lnTo>
                  <a:lnTo>
                    <a:pt x="208067" y="369135"/>
                  </a:lnTo>
                  <a:lnTo>
                    <a:pt x="208021" y="368836"/>
                  </a:lnTo>
                  <a:lnTo>
                    <a:pt x="207801" y="368591"/>
                  </a:lnTo>
                  <a:lnTo>
                    <a:pt x="207558" y="368452"/>
                  </a:lnTo>
                  <a:lnTo>
                    <a:pt x="207194" y="368107"/>
                  </a:lnTo>
                  <a:lnTo>
                    <a:pt x="206972" y="367885"/>
                  </a:lnTo>
                  <a:lnTo>
                    <a:pt x="206697" y="367008"/>
                  </a:lnTo>
                  <a:lnTo>
                    <a:pt x="206604" y="366859"/>
                  </a:lnTo>
                  <a:lnTo>
                    <a:pt x="206729" y="366610"/>
                  </a:lnTo>
                  <a:lnTo>
                    <a:pt x="206814" y="366231"/>
                  </a:lnTo>
                  <a:lnTo>
                    <a:pt x="206892" y="365855"/>
                  </a:lnTo>
                  <a:lnTo>
                    <a:pt x="206632" y="365335"/>
                  </a:lnTo>
                  <a:lnTo>
                    <a:pt x="206444" y="365237"/>
                  </a:lnTo>
                  <a:lnTo>
                    <a:pt x="206241" y="365277"/>
                  </a:lnTo>
                  <a:lnTo>
                    <a:pt x="205795" y="365332"/>
                  </a:lnTo>
                  <a:lnTo>
                    <a:pt x="205687" y="365028"/>
                  </a:lnTo>
                  <a:lnTo>
                    <a:pt x="205445" y="364772"/>
                  </a:lnTo>
                  <a:lnTo>
                    <a:pt x="205197" y="365388"/>
                  </a:lnTo>
                  <a:lnTo>
                    <a:pt x="204528" y="365356"/>
                  </a:lnTo>
                  <a:lnTo>
                    <a:pt x="203987" y="365655"/>
                  </a:lnTo>
                  <a:lnTo>
                    <a:pt x="203559" y="365760"/>
                  </a:lnTo>
                  <a:lnTo>
                    <a:pt x="203331" y="365300"/>
                  </a:lnTo>
                  <a:lnTo>
                    <a:pt x="203286" y="365120"/>
                  </a:lnTo>
                  <a:lnTo>
                    <a:pt x="202883" y="364662"/>
                  </a:lnTo>
                  <a:lnTo>
                    <a:pt x="203248" y="364138"/>
                  </a:lnTo>
                  <a:lnTo>
                    <a:pt x="203183" y="363819"/>
                  </a:lnTo>
                  <a:lnTo>
                    <a:pt x="203096" y="363659"/>
                  </a:lnTo>
                  <a:lnTo>
                    <a:pt x="202983" y="363502"/>
                  </a:lnTo>
                  <a:lnTo>
                    <a:pt x="202689" y="363295"/>
                  </a:lnTo>
                  <a:lnTo>
                    <a:pt x="202421" y="363606"/>
                  </a:lnTo>
                  <a:lnTo>
                    <a:pt x="202237" y="363727"/>
                  </a:lnTo>
                  <a:lnTo>
                    <a:pt x="201688" y="363900"/>
                  </a:lnTo>
                  <a:lnTo>
                    <a:pt x="201533" y="364036"/>
                  </a:lnTo>
                  <a:lnTo>
                    <a:pt x="201202" y="364285"/>
                  </a:lnTo>
                  <a:lnTo>
                    <a:pt x="200880" y="364233"/>
                  </a:lnTo>
                  <a:lnTo>
                    <a:pt x="200793" y="364014"/>
                  </a:lnTo>
                  <a:lnTo>
                    <a:pt x="200650" y="363789"/>
                  </a:lnTo>
                  <a:lnTo>
                    <a:pt x="200475" y="363795"/>
                  </a:lnTo>
                  <a:lnTo>
                    <a:pt x="200001" y="363933"/>
                  </a:lnTo>
                  <a:lnTo>
                    <a:pt x="199735" y="364132"/>
                  </a:lnTo>
                  <a:lnTo>
                    <a:pt x="199464" y="364179"/>
                  </a:lnTo>
                  <a:lnTo>
                    <a:pt x="199225" y="364083"/>
                  </a:lnTo>
                  <a:lnTo>
                    <a:pt x="198615" y="363984"/>
                  </a:lnTo>
                  <a:lnTo>
                    <a:pt x="198465" y="364034"/>
                  </a:lnTo>
                  <a:lnTo>
                    <a:pt x="198232" y="364077"/>
                  </a:lnTo>
                  <a:lnTo>
                    <a:pt x="197669" y="364091"/>
                  </a:lnTo>
                  <a:lnTo>
                    <a:pt x="197528" y="364265"/>
                  </a:lnTo>
                  <a:lnTo>
                    <a:pt x="197397" y="364514"/>
                  </a:lnTo>
                  <a:lnTo>
                    <a:pt x="197750" y="364815"/>
                  </a:lnTo>
                  <a:lnTo>
                    <a:pt x="197801" y="365204"/>
                  </a:lnTo>
                  <a:lnTo>
                    <a:pt x="197349" y="365569"/>
                  </a:lnTo>
                  <a:lnTo>
                    <a:pt x="197219" y="365503"/>
                  </a:lnTo>
                  <a:lnTo>
                    <a:pt x="196931" y="365394"/>
                  </a:lnTo>
                  <a:lnTo>
                    <a:pt x="196617" y="365365"/>
                  </a:lnTo>
                  <a:lnTo>
                    <a:pt x="196389" y="365367"/>
                  </a:lnTo>
                  <a:lnTo>
                    <a:pt x="196015" y="365653"/>
                  </a:lnTo>
                  <a:lnTo>
                    <a:pt x="196068" y="366045"/>
                  </a:lnTo>
                  <a:lnTo>
                    <a:pt x="195944" y="366265"/>
                  </a:lnTo>
                  <a:lnTo>
                    <a:pt x="195598" y="366391"/>
                  </a:lnTo>
                  <a:lnTo>
                    <a:pt x="195293" y="366591"/>
                  </a:lnTo>
                  <a:lnTo>
                    <a:pt x="195124" y="366879"/>
                  </a:lnTo>
                  <a:lnTo>
                    <a:pt x="194899" y="367117"/>
                  </a:lnTo>
                  <a:lnTo>
                    <a:pt x="194646" y="367466"/>
                  </a:lnTo>
                  <a:lnTo>
                    <a:pt x="194383" y="367694"/>
                  </a:lnTo>
                  <a:lnTo>
                    <a:pt x="194057" y="368216"/>
                  </a:lnTo>
                  <a:lnTo>
                    <a:pt x="193499" y="367975"/>
                  </a:lnTo>
                  <a:lnTo>
                    <a:pt x="193280" y="367889"/>
                  </a:lnTo>
                  <a:lnTo>
                    <a:pt x="193032" y="367491"/>
                  </a:lnTo>
                  <a:lnTo>
                    <a:pt x="192602" y="367047"/>
                  </a:lnTo>
                  <a:lnTo>
                    <a:pt x="192217" y="366742"/>
                  </a:lnTo>
                  <a:lnTo>
                    <a:pt x="191897" y="366171"/>
                  </a:lnTo>
                  <a:lnTo>
                    <a:pt x="191663" y="366143"/>
                  </a:lnTo>
                  <a:lnTo>
                    <a:pt x="191351" y="366612"/>
                  </a:lnTo>
                  <a:lnTo>
                    <a:pt x="191164" y="366556"/>
                  </a:lnTo>
                  <a:lnTo>
                    <a:pt x="190994" y="366553"/>
                  </a:lnTo>
                  <a:lnTo>
                    <a:pt x="190792" y="366632"/>
                  </a:lnTo>
                  <a:lnTo>
                    <a:pt x="190464" y="366707"/>
                  </a:lnTo>
                  <a:lnTo>
                    <a:pt x="190262" y="366752"/>
                  </a:lnTo>
                  <a:lnTo>
                    <a:pt x="190019" y="366914"/>
                  </a:lnTo>
                  <a:lnTo>
                    <a:pt x="190143" y="367139"/>
                  </a:lnTo>
                  <a:lnTo>
                    <a:pt x="190301" y="367085"/>
                  </a:lnTo>
                  <a:lnTo>
                    <a:pt x="190374" y="367244"/>
                  </a:lnTo>
                  <a:lnTo>
                    <a:pt x="190017" y="367618"/>
                  </a:lnTo>
                  <a:lnTo>
                    <a:pt x="189659" y="368109"/>
                  </a:lnTo>
                  <a:lnTo>
                    <a:pt x="189529" y="368167"/>
                  </a:lnTo>
                  <a:lnTo>
                    <a:pt x="189508" y="368308"/>
                  </a:lnTo>
                  <a:lnTo>
                    <a:pt x="189271" y="368581"/>
                  </a:lnTo>
                  <a:lnTo>
                    <a:pt x="189508" y="368916"/>
                  </a:lnTo>
                  <a:lnTo>
                    <a:pt x="189528" y="369324"/>
                  </a:lnTo>
                  <a:lnTo>
                    <a:pt x="189377" y="369246"/>
                  </a:lnTo>
                  <a:lnTo>
                    <a:pt x="189194" y="369218"/>
                  </a:lnTo>
                  <a:lnTo>
                    <a:pt x="188975" y="369212"/>
                  </a:lnTo>
                  <a:lnTo>
                    <a:pt x="188832" y="369212"/>
                  </a:lnTo>
                  <a:lnTo>
                    <a:pt x="188542" y="369212"/>
                  </a:lnTo>
                  <a:lnTo>
                    <a:pt x="188216" y="369156"/>
                  </a:lnTo>
                  <a:lnTo>
                    <a:pt x="188024" y="369115"/>
                  </a:lnTo>
                  <a:lnTo>
                    <a:pt x="187878" y="369114"/>
                  </a:lnTo>
                  <a:lnTo>
                    <a:pt x="187604" y="369298"/>
                  </a:lnTo>
                  <a:lnTo>
                    <a:pt x="187556" y="369482"/>
                  </a:lnTo>
                  <a:lnTo>
                    <a:pt x="187295" y="369501"/>
                  </a:lnTo>
                  <a:lnTo>
                    <a:pt x="187072" y="369354"/>
                  </a:lnTo>
                  <a:lnTo>
                    <a:pt x="186730" y="369572"/>
                  </a:lnTo>
                  <a:lnTo>
                    <a:pt x="186701" y="369729"/>
                  </a:lnTo>
                  <a:lnTo>
                    <a:pt x="186497" y="369896"/>
                  </a:lnTo>
                  <a:lnTo>
                    <a:pt x="186130" y="369573"/>
                  </a:lnTo>
                  <a:lnTo>
                    <a:pt x="186421" y="369269"/>
                  </a:lnTo>
                  <a:lnTo>
                    <a:pt x="186123" y="369258"/>
                  </a:lnTo>
                  <a:lnTo>
                    <a:pt x="185879" y="369226"/>
                  </a:lnTo>
                  <a:lnTo>
                    <a:pt x="185695" y="369202"/>
                  </a:lnTo>
                  <a:lnTo>
                    <a:pt x="185256" y="368872"/>
                  </a:lnTo>
                  <a:lnTo>
                    <a:pt x="185031" y="369120"/>
                  </a:lnTo>
                  <a:lnTo>
                    <a:pt x="184917" y="369526"/>
                  </a:lnTo>
                  <a:lnTo>
                    <a:pt x="185056" y="369647"/>
                  </a:lnTo>
                  <a:lnTo>
                    <a:pt x="185275" y="369700"/>
                  </a:lnTo>
                  <a:lnTo>
                    <a:pt x="184949" y="369982"/>
                  </a:lnTo>
                  <a:lnTo>
                    <a:pt x="184821" y="369944"/>
                  </a:lnTo>
                  <a:lnTo>
                    <a:pt x="184537" y="369924"/>
                  </a:lnTo>
                  <a:lnTo>
                    <a:pt x="184299" y="369953"/>
                  </a:lnTo>
                  <a:lnTo>
                    <a:pt x="184143" y="370196"/>
                  </a:lnTo>
                  <a:lnTo>
                    <a:pt x="183836" y="369956"/>
                  </a:lnTo>
                  <a:lnTo>
                    <a:pt x="183735" y="369772"/>
                  </a:lnTo>
                  <a:lnTo>
                    <a:pt x="183601" y="369706"/>
                  </a:lnTo>
                  <a:lnTo>
                    <a:pt x="183062" y="369513"/>
                  </a:lnTo>
                  <a:lnTo>
                    <a:pt x="182912" y="369905"/>
                  </a:lnTo>
                  <a:lnTo>
                    <a:pt x="182090" y="369739"/>
                  </a:lnTo>
                  <a:lnTo>
                    <a:pt x="182000" y="369597"/>
                  </a:lnTo>
                  <a:lnTo>
                    <a:pt x="182113" y="369187"/>
                  </a:lnTo>
                  <a:lnTo>
                    <a:pt x="182242" y="368747"/>
                  </a:lnTo>
                  <a:lnTo>
                    <a:pt x="182469" y="369035"/>
                  </a:lnTo>
                  <a:lnTo>
                    <a:pt x="182709" y="368861"/>
                  </a:lnTo>
                  <a:lnTo>
                    <a:pt x="182717" y="368732"/>
                  </a:lnTo>
                  <a:lnTo>
                    <a:pt x="182531" y="368520"/>
                  </a:lnTo>
                  <a:lnTo>
                    <a:pt x="182373" y="368478"/>
                  </a:lnTo>
                  <a:lnTo>
                    <a:pt x="181983" y="368062"/>
                  </a:lnTo>
                  <a:lnTo>
                    <a:pt x="182048" y="367933"/>
                  </a:lnTo>
                  <a:lnTo>
                    <a:pt x="181903" y="367707"/>
                  </a:lnTo>
                  <a:lnTo>
                    <a:pt x="181569" y="367715"/>
                  </a:lnTo>
                  <a:lnTo>
                    <a:pt x="181169" y="367414"/>
                  </a:lnTo>
                  <a:lnTo>
                    <a:pt x="181106" y="367107"/>
                  </a:lnTo>
                  <a:lnTo>
                    <a:pt x="180788" y="366961"/>
                  </a:lnTo>
                  <a:lnTo>
                    <a:pt x="181018" y="366639"/>
                  </a:lnTo>
                  <a:lnTo>
                    <a:pt x="180957" y="366273"/>
                  </a:lnTo>
                  <a:lnTo>
                    <a:pt x="180819" y="366362"/>
                  </a:lnTo>
                  <a:lnTo>
                    <a:pt x="180232" y="365318"/>
                  </a:lnTo>
                  <a:lnTo>
                    <a:pt x="180122" y="365082"/>
                  </a:lnTo>
                  <a:lnTo>
                    <a:pt x="179970" y="365018"/>
                  </a:lnTo>
                  <a:lnTo>
                    <a:pt x="179816" y="365006"/>
                  </a:lnTo>
                  <a:lnTo>
                    <a:pt x="179474" y="364889"/>
                  </a:lnTo>
                  <a:lnTo>
                    <a:pt x="179523" y="364635"/>
                  </a:lnTo>
                  <a:lnTo>
                    <a:pt x="179316" y="364253"/>
                  </a:lnTo>
                  <a:lnTo>
                    <a:pt x="178965" y="363849"/>
                  </a:lnTo>
                  <a:lnTo>
                    <a:pt x="178659" y="363698"/>
                  </a:lnTo>
                  <a:lnTo>
                    <a:pt x="178559" y="363524"/>
                  </a:lnTo>
                  <a:lnTo>
                    <a:pt x="178604" y="363187"/>
                  </a:lnTo>
                  <a:lnTo>
                    <a:pt x="178822" y="363284"/>
                  </a:lnTo>
                  <a:lnTo>
                    <a:pt x="179228" y="362867"/>
                  </a:lnTo>
                  <a:lnTo>
                    <a:pt x="179251" y="362330"/>
                  </a:lnTo>
                  <a:lnTo>
                    <a:pt x="179483" y="362156"/>
                  </a:lnTo>
                  <a:lnTo>
                    <a:pt x="179439" y="361949"/>
                  </a:lnTo>
                  <a:lnTo>
                    <a:pt x="179366" y="361698"/>
                  </a:lnTo>
                  <a:lnTo>
                    <a:pt x="179445" y="361407"/>
                  </a:lnTo>
                  <a:lnTo>
                    <a:pt x="179368" y="361108"/>
                  </a:lnTo>
                  <a:lnTo>
                    <a:pt x="179533" y="360841"/>
                  </a:lnTo>
                  <a:lnTo>
                    <a:pt x="179487" y="360470"/>
                  </a:lnTo>
                  <a:lnTo>
                    <a:pt x="179198" y="360327"/>
                  </a:lnTo>
                  <a:lnTo>
                    <a:pt x="179447" y="359759"/>
                  </a:lnTo>
                  <a:lnTo>
                    <a:pt x="179371" y="359539"/>
                  </a:lnTo>
                  <a:lnTo>
                    <a:pt x="179166" y="359482"/>
                  </a:lnTo>
                  <a:lnTo>
                    <a:pt x="179091" y="359252"/>
                  </a:lnTo>
                  <a:lnTo>
                    <a:pt x="179049" y="359076"/>
                  </a:lnTo>
                  <a:lnTo>
                    <a:pt x="178532" y="358466"/>
                  </a:lnTo>
                  <a:lnTo>
                    <a:pt x="178196" y="358476"/>
                  </a:lnTo>
                  <a:lnTo>
                    <a:pt x="177633" y="358615"/>
                  </a:lnTo>
                  <a:lnTo>
                    <a:pt x="177364" y="358207"/>
                  </a:lnTo>
                  <a:lnTo>
                    <a:pt x="177575" y="357731"/>
                  </a:lnTo>
                  <a:lnTo>
                    <a:pt x="177776" y="357540"/>
                  </a:lnTo>
                  <a:lnTo>
                    <a:pt x="177855" y="357365"/>
                  </a:lnTo>
                  <a:lnTo>
                    <a:pt x="178084" y="356746"/>
                  </a:lnTo>
                  <a:lnTo>
                    <a:pt x="177956" y="356656"/>
                  </a:lnTo>
                  <a:lnTo>
                    <a:pt x="177781" y="356648"/>
                  </a:lnTo>
                  <a:lnTo>
                    <a:pt x="177485" y="356611"/>
                  </a:lnTo>
                  <a:lnTo>
                    <a:pt x="177159" y="356536"/>
                  </a:lnTo>
                  <a:lnTo>
                    <a:pt x="176716" y="356431"/>
                  </a:lnTo>
                  <a:lnTo>
                    <a:pt x="176563" y="356361"/>
                  </a:lnTo>
                  <a:lnTo>
                    <a:pt x="176127" y="356222"/>
                  </a:lnTo>
                  <a:lnTo>
                    <a:pt x="176123" y="355751"/>
                  </a:lnTo>
                  <a:lnTo>
                    <a:pt x="176053" y="355505"/>
                  </a:lnTo>
                  <a:lnTo>
                    <a:pt x="176067" y="355363"/>
                  </a:lnTo>
                  <a:lnTo>
                    <a:pt x="175912" y="354882"/>
                  </a:lnTo>
                  <a:lnTo>
                    <a:pt x="175867" y="354717"/>
                  </a:lnTo>
                  <a:lnTo>
                    <a:pt x="176013" y="354375"/>
                  </a:lnTo>
                  <a:lnTo>
                    <a:pt x="176602" y="354131"/>
                  </a:lnTo>
                  <a:lnTo>
                    <a:pt x="176844" y="353761"/>
                  </a:lnTo>
                  <a:lnTo>
                    <a:pt x="176742" y="353419"/>
                  </a:lnTo>
                  <a:lnTo>
                    <a:pt x="176603" y="352803"/>
                  </a:lnTo>
                  <a:lnTo>
                    <a:pt x="176716" y="352508"/>
                  </a:lnTo>
                  <a:lnTo>
                    <a:pt x="176354" y="352181"/>
                  </a:lnTo>
                  <a:lnTo>
                    <a:pt x="176215" y="352085"/>
                  </a:lnTo>
                  <a:lnTo>
                    <a:pt x="176067" y="352119"/>
                  </a:lnTo>
                  <a:lnTo>
                    <a:pt x="175709" y="352047"/>
                  </a:lnTo>
                  <a:lnTo>
                    <a:pt x="175666" y="351906"/>
                  </a:lnTo>
                  <a:lnTo>
                    <a:pt x="175504" y="351878"/>
                  </a:lnTo>
                  <a:lnTo>
                    <a:pt x="175143" y="351872"/>
                  </a:lnTo>
                  <a:lnTo>
                    <a:pt x="174720" y="352016"/>
                  </a:lnTo>
                  <a:lnTo>
                    <a:pt x="174575" y="352234"/>
                  </a:lnTo>
                  <a:lnTo>
                    <a:pt x="174224" y="352393"/>
                  </a:lnTo>
                  <a:lnTo>
                    <a:pt x="173969" y="352226"/>
                  </a:lnTo>
                  <a:lnTo>
                    <a:pt x="173743" y="352124"/>
                  </a:lnTo>
                  <a:lnTo>
                    <a:pt x="173641" y="352271"/>
                  </a:lnTo>
                  <a:lnTo>
                    <a:pt x="173212" y="352292"/>
                  </a:lnTo>
                  <a:lnTo>
                    <a:pt x="172984" y="352445"/>
                  </a:lnTo>
                  <a:lnTo>
                    <a:pt x="172689" y="352251"/>
                  </a:lnTo>
                  <a:lnTo>
                    <a:pt x="172705" y="352091"/>
                  </a:lnTo>
                  <a:lnTo>
                    <a:pt x="172354" y="351775"/>
                  </a:lnTo>
                  <a:lnTo>
                    <a:pt x="172219" y="351814"/>
                  </a:lnTo>
                  <a:lnTo>
                    <a:pt x="172323" y="352054"/>
                  </a:lnTo>
                  <a:lnTo>
                    <a:pt x="172362" y="352272"/>
                  </a:lnTo>
                  <a:lnTo>
                    <a:pt x="172162" y="352654"/>
                  </a:lnTo>
                  <a:lnTo>
                    <a:pt x="171884" y="352600"/>
                  </a:lnTo>
                  <a:lnTo>
                    <a:pt x="171566" y="352620"/>
                  </a:lnTo>
                  <a:lnTo>
                    <a:pt x="170961" y="352956"/>
                  </a:lnTo>
                  <a:lnTo>
                    <a:pt x="170579" y="353132"/>
                  </a:lnTo>
                  <a:lnTo>
                    <a:pt x="170551" y="353362"/>
                  </a:lnTo>
                  <a:lnTo>
                    <a:pt x="170574" y="353518"/>
                  </a:lnTo>
                  <a:lnTo>
                    <a:pt x="170565" y="353807"/>
                  </a:lnTo>
                  <a:lnTo>
                    <a:pt x="170531" y="354026"/>
                  </a:lnTo>
                  <a:lnTo>
                    <a:pt x="170428" y="354209"/>
                  </a:lnTo>
                  <a:lnTo>
                    <a:pt x="170719" y="354925"/>
                  </a:lnTo>
                  <a:lnTo>
                    <a:pt x="170619" y="355096"/>
                  </a:lnTo>
                  <a:lnTo>
                    <a:pt x="170463" y="355158"/>
                  </a:lnTo>
                  <a:lnTo>
                    <a:pt x="170082" y="355560"/>
                  </a:lnTo>
                  <a:lnTo>
                    <a:pt x="169964" y="355855"/>
                  </a:lnTo>
                  <a:lnTo>
                    <a:pt x="170063" y="356240"/>
                  </a:lnTo>
                  <a:lnTo>
                    <a:pt x="169950" y="356581"/>
                  </a:lnTo>
                  <a:lnTo>
                    <a:pt x="170196" y="357094"/>
                  </a:lnTo>
                  <a:lnTo>
                    <a:pt x="170088" y="357366"/>
                  </a:lnTo>
                  <a:lnTo>
                    <a:pt x="169942" y="357586"/>
                  </a:lnTo>
                  <a:lnTo>
                    <a:pt x="169756" y="357976"/>
                  </a:lnTo>
                  <a:lnTo>
                    <a:pt x="169584" y="358114"/>
                  </a:lnTo>
                  <a:lnTo>
                    <a:pt x="169397" y="358460"/>
                  </a:lnTo>
                  <a:lnTo>
                    <a:pt x="169126" y="359212"/>
                  </a:lnTo>
                  <a:lnTo>
                    <a:pt x="168708" y="359410"/>
                  </a:lnTo>
                  <a:lnTo>
                    <a:pt x="168343" y="359807"/>
                  </a:lnTo>
                  <a:lnTo>
                    <a:pt x="167949" y="359947"/>
                  </a:lnTo>
                  <a:lnTo>
                    <a:pt x="167602" y="359702"/>
                  </a:lnTo>
                  <a:lnTo>
                    <a:pt x="167607" y="359489"/>
                  </a:lnTo>
                  <a:lnTo>
                    <a:pt x="167666" y="359333"/>
                  </a:lnTo>
                  <a:lnTo>
                    <a:pt x="167576" y="359048"/>
                  </a:lnTo>
                  <a:lnTo>
                    <a:pt x="167188" y="358698"/>
                  </a:lnTo>
                  <a:lnTo>
                    <a:pt x="166779" y="358653"/>
                  </a:lnTo>
                  <a:lnTo>
                    <a:pt x="166454" y="358655"/>
                  </a:lnTo>
                  <a:lnTo>
                    <a:pt x="166101" y="358623"/>
                  </a:lnTo>
                  <a:lnTo>
                    <a:pt x="165652" y="358696"/>
                  </a:lnTo>
                  <a:lnTo>
                    <a:pt x="165234" y="358836"/>
                  </a:lnTo>
                  <a:lnTo>
                    <a:pt x="164958" y="358849"/>
                  </a:lnTo>
                  <a:lnTo>
                    <a:pt x="164658" y="359127"/>
                  </a:lnTo>
                  <a:lnTo>
                    <a:pt x="164412" y="359361"/>
                  </a:lnTo>
                  <a:lnTo>
                    <a:pt x="164259" y="359417"/>
                  </a:lnTo>
                  <a:lnTo>
                    <a:pt x="164068" y="359320"/>
                  </a:lnTo>
                  <a:lnTo>
                    <a:pt x="163861" y="359383"/>
                  </a:lnTo>
                  <a:lnTo>
                    <a:pt x="163805" y="359517"/>
                  </a:lnTo>
                  <a:lnTo>
                    <a:pt x="163695" y="360016"/>
                  </a:lnTo>
                  <a:lnTo>
                    <a:pt x="163874" y="360161"/>
                  </a:lnTo>
                  <a:lnTo>
                    <a:pt x="164000" y="360496"/>
                  </a:lnTo>
                  <a:lnTo>
                    <a:pt x="164024" y="360659"/>
                  </a:lnTo>
                  <a:lnTo>
                    <a:pt x="163829" y="360931"/>
                  </a:lnTo>
                  <a:lnTo>
                    <a:pt x="163686" y="360913"/>
                  </a:lnTo>
                  <a:lnTo>
                    <a:pt x="163527" y="361270"/>
                  </a:lnTo>
                  <a:lnTo>
                    <a:pt x="162901" y="361176"/>
                  </a:lnTo>
                  <a:lnTo>
                    <a:pt x="162878" y="361331"/>
                  </a:lnTo>
                  <a:lnTo>
                    <a:pt x="162881" y="361541"/>
                  </a:lnTo>
                  <a:lnTo>
                    <a:pt x="162591" y="362006"/>
                  </a:lnTo>
                  <a:lnTo>
                    <a:pt x="162352" y="362044"/>
                  </a:lnTo>
                  <a:lnTo>
                    <a:pt x="162033" y="361958"/>
                  </a:lnTo>
                  <a:lnTo>
                    <a:pt x="161624" y="362143"/>
                  </a:lnTo>
                  <a:lnTo>
                    <a:pt x="161562" y="362337"/>
                  </a:lnTo>
                  <a:lnTo>
                    <a:pt x="161092" y="362628"/>
                  </a:lnTo>
                  <a:lnTo>
                    <a:pt x="161055" y="362982"/>
                  </a:lnTo>
                  <a:lnTo>
                    <a:pt x="161044" y="363310"/>
                  </a:lnTo>
                  <a:lnTo>
                    <a:pt x="160961" y="363497"/>
                  </a:lnTo>
                  <a:lnTo>
                    <a:pt x="160856" y="363690"/>
                  </a:lnTo>
                  <a:lnTo>
                    <a:pt x="160611" y="364144"/>
                  </a:lnTo>
                  <a:lnTo>
                    <a:pt x="160296" y="364148"/>
                  </a:lnTo>
                  <a:lnTo>
                    <a:pt x="159751" y="364283"/>
                  </a:lnTo>
                  <a:lnTo>
                    <a:pt x="159706" y="364131"/>
                  </a:lnTo>
                  <a:lnTo>
                    <a:pt x="159742" y="363998"/>
                  </a:lnTo>
                  <a:lnTo>
                    <a:pt x="159784" y="363852"/>
                  </a:lnTo>
                  <a:lnTo>
                    <a:pt x="159620" y="364007"/>
                  </a:lnTo>
                  <a:lnTo>
                    <a:pt x="159627" y="364234"/>
                  </a:lnTo>
                  <a:lnTo>
                    <a:pt x="159194" y="364168"/>
                  </a:lnTo>
                  <a:lnTo>
                    <a:pt x="158657" y="364272"/>
                  </a:lnTo>
                  <a:lnTo>
                    <a:pt x="158492" y="364198"/>
                  </a:lnTo>
                  <a:lnTo>
                    <a:pt x="158174" y="364104"/>
                  </a:lnTo>
                  <a:lnTo>
                    <a:pt x="157704" y="364219"/>
                  </a:lnTo>
                  <a:lnTo>
                    <a:pt x="157409" y="364150"/>
                  </a:lnTo>
                  <a:lnTo>
                    <a:pt x="157162" y="364008"/>
                  </a:lnTo>
                  <a:lnTo>
                    <a:pt x="156919" y="363896"/>
                  </a:lnTo>
                  <a:lnTo>
                    <a:pt x="156755" y="363885"/>
                  </a:lnTo>
                  <a:lnTo>
                    <a:pt x="156325" y="363923"/>
                  </a:lnTo>
                  <a:lnTo>
                    <a:pt x="156101" y="363909"/>
                  </a:lnTo>
                  <a:lnTo>
                    <a:pt x="155848" y="363796"/>
                  </a:lnTo>
                  <a:lnTo>
                    <a:pt x="155686" y="363788"/>
                  </a:lnTo>
                  <a:lnTo>
                    <a:pt x="155350" y="363617"/>
                  </a:lnTo>
                  <a:lnTo>
                    <a:pt x="155087" y="363497"/>
                  </a:lnTo>
                  <a:lnTo>
                    <a:pt x="154702" y="363636"/>
                  </a:lnTo>
                  <a:lnTo>
                    <a:pt x="154565" y="363573"/>
                  </a:lnTo>
                  <a:lnTo>
                    <a:pt x="154371" y="363421"/>
                  </a:lnTo>
                  <a:lnTo>
                    <a:pt x="154440" y="362988"/>
                  </a:lnTo>
                  <a:lnTo>
                    <a:pt x="154561" y="362501"/>
                  </a:lnTo>
                  <a:lnTo>
                    <a:pt x="154423" y="362390"/>
                  </a:lnTo>
                  <a:lnTo>
                    <a:pt x="154279" y="362161"/>
                  </a:lnTo>
                  <a:lnTo>
                    <a:pt x="154795" y="362056"/>
                  </a:lnTo>
                  <a:lnTo>
                    <a:pt x="154776" y="361713"/>
                  </a:lnTo>
                  <a:lnTo>
                    <a:pt x="154746" y="361579"/>
                  </a:lnTo>
                  <a:lnTo>
                    <a:pt x="154567" y="361260"/>
                  </a:lnTo>
                  <a:lnTo>
                    <a:pt x="154087" y="361089"/>
                  </a:lnTo>
                  <a:lnTo>
                    <a:pt x="153791" y="361364"/>
                  </a:lnTo>
                  <a:lnTo>
                    <a:pt x="153170" y="361866"/>
                  </a:lnTo>
                  <a:lnTo>
                    <a:pt x="152947" y="362064"/>
                  </a:lnTo>
                  <a:lnTo>
                    <a:pt x="152619" y="361867"/>
                  </a:lnTo>
                  <a:lnTo>
                    <a:pt x="152460" y="361681"/>
                  </a:lnTo>
                  <a:lnTo>
                    <a:pt x="152259" y="361718"/>
                  </a:lnTo>
                  <a:lnTo>
                    <a:pt x="151987" y="361924"/>
                  </a:lnTo>
                  <a:lnTo>
                    <a:pt x="151568" y="361634"/>
                  </a:lnTo>
                  <a:lnTo>
                    <a:pt x="151534" y="361348"/>
                  </a:lnTo>
                  <a:lnTo>
                    <a:pt x="151190" y="361231"/>
                  </a:lnTo>
                  <a:lnTo>
                    <a:pt x="150999" y="361213"/>
                  </a:lnTo>
                  <a:lnTo>
                    <a:pt x="150812" y="361338"/>
                  </a:lnTo>
                  <a:lnTo>
                    <a:pt x="150608" y="361085"/>
                  </a:lnTo>
                  <a:lnTo>
                    <a:pt x="149854" y="360355"/>
                  </a:lnTo>
                  <a:lnTo>
                    <a:pt x="149699" y="360524"/>
                  </a:lnTo>
                  <a:lnTo>
                    <a:pt x="149439" y="360485"/>
                  </a:lnTo>
                  <a:lnTo>
                    <a:pt x="148864" y="360318"/>
                  </a:lnTo>
                  <a:lnTo>
                    <a:pt x="148779" y="360164"/>
                  </a:lnTo>
                  <a:lnTo>
                    <a:pt x="148414" y="360434"/>
                  </a:lnTo>
                  <a:lnTo>
                    <a:pt x="148707" y="360655"/>
                  </a:lnTo>
                  <a:lnTo>
                    <a:pt x="148791" y="360975"/>
                  </a:lnTo>
                  <a:lnTo>
                    <a:pt x="148734" y="361374"/>
                  </a:lnTo>
                  <a:lnTo>
                    <a:pt x="148190" y="361466"/>
                  </a:lnTo>
                  <a:lnTo>
                    <a:pt x="147716" y="361634"/>
                  </a:lnTo>
                  <a:lnTo>
                    <a:pt x="147529" y="361844"/>
                  </a:lnTo>
                  <a:lnTo>
                    <a:pt x="147487" y="362412"/>
                  </a:lnTo>
                  <a:lnTo>
                    <a:pt x="147471" y="362581"/>
                  </a:lnTo>
                  <a:lnTo>
                    <a:pt x="147346" y="362789"/>
                  </a:lnTo>
                  <a:lnTo>
                    <a:pt x="147212" y="362750"/>
                  </a:lnTo>
                  <a:lnTo>
                    <a:pt x="146972" y="362407"/>
                  </a:lnTo>
                  <a:lnTo>
                    <a:pt x="146763" y="362339"/>
                  </a:lnTo>
                  <a:lnTo>
                    <a:pt x="146536" y="362135"/>
                  </a:lnTo>
                  <a:lnTo>
                    <a:pt x="146274" y="362075"/>
                  </a:lnTo>
                  <a:lnTo>
                    <a:pt x="145634" y="362135"/>
                  </a:lnTo>
                  <a:lnTo>
                    <a:pt x="145473" y="362234"/>
                  </a:lnTo>
                  <a:lnTo>
                    <a:pt x="145305" y="362217"/>
                  </a:lnTo>
                  <a:lnTo>
                    <a:pt x="145063" y="362168"/>
                  </a:lnTo>
                  <a:lnTo>
                    <a:pt x="145040" y="361773"/>
                  </a:lnTo>
                  <a:lnTo>
                    <a:pt x="145000" y="361616"/>
                  </a:lnTo>
                  <a:lnTo>
                    <a:pt x="144545" y="360777"/>
                  </a:lnTo>
                  <a:lnTo>
                    <a:pt x="144485" y="360552"/>
                  </a:lnTo>
                  <a:lnTo>
                    <a:pt x="144358" y="360370"/>
                  </a:lnTo>
                  <a:lnTo>
                    <a:pt x="144088" y="360346"/>
                  </a:lnTo>
                  <a:lnTo>
                    <a:pt x="144040" y="360211"/>
                  </a:lnTo>
                  <a:lnTo>
                    <a:pt x="143953" y="359929"/>
                  </a:lnTo>
                  <a:lnTo>
                    <a:pt x="143920" y="359678"/>
                  </a:lnTo>
                  <a:lnTo>
                    <a:pt x="143821" y="359457"/>
                  </a:lnTo>
                  <a:lnTo>
                    <a:pt x="143181" y="359620"/>
                  </a:lnTo>
                  <a:lnTo>
                    <a:pt x="143122" y="359403"/>
                  </a:lnTo>
                  <a:lnTo>
                    <a:pt x="143140" y="359187"/>
                  </a:lnTo>
                  <a:lnTo>
                    <a:pt x="143403" y="358919"/>
                  </a:lnTo>
                  <a:lnTo>
                    <a:pt x="143456" y="358665"/>
                  </a:lnTo>
                  <a:lnTo>
                    <a:pt x="143758" y="358273"/>
                  </a:lnTo>
                  <a:lnTo>
                    <a:pt x="144243" y="358188"/>
                  </a:lnTo>
                  <a:lnTo>
                    <a:pt x="144489" y="357948"/>
                  </a:lnTo>
                  <a:lnTo>
                    <a:pt x="144743" y="357391"/>
                  </a:lnTo>
                  <a:lnTo>
                    <a:pt x="145048" y="356596"/>
                  </a:lnTo>
                  <a:lnTo>
                    <a:pt x="145063" y="356232"/>
                  </a:lnTo>
                  <a:lnTo>
                    <a:pt x="145112" y="355821"/>
                  </a:lnTo>
                  <a:lnTo>
                    <a:pt x="145222" y="355468"/>
                  </a:lnTo>
                  <a:lnTo>
                    <a:pt x="145267" y="355205"/>
                  </a:lnTo>
                  <a:lnTo>
                    <a:pt x="145332" y="355031"/>
                  </a:lnTo>
                  <a:lnTo>
                    <a:pt x="145652" y="354824"/>
                  </a:lnTo>
                  <a:lnTo>
                    <a:pt x="145063" y="354258"/>
                  </a:lnTo>
                  <a:lnTo>
                    <a:pt x="145089" y="354103"/>
                  </a:lnTo>
                  <a:lnTo>
                    <a:pt x="144992" y="353710"/>
                  </a:lnTo>
                  <a:lnTo>
                    <a:pt x="145064" y="353547"/>
                  </a:lnTo>
                  <a:lnTo>
                    <a:pt x="144704" y="352723"/>
                  </a:lnTo>
                  <a:lnTo>
                    <a:pt x="144457" y="352618"/>
                  </a:lnTo>
                  <a:lnTo>
                    <a:pt x="144325" y="352514"/>
                  </a:lnTo>
                  <a:lnTo>
                    <a:pt x="144073" y="351882"/>
                  </a:lnTo>
                  <a:lnTo>
                    <a:pt x="143854" y="351657"/>
                  </a:lnTo>
                  <a:lnTo>
                    <a:pt x="143833" y="351434"/>
                  </a:lnTo>
                  <a:lnTo>
                    <a:pt x="144115" y="351080"/>
                  </a:lnTo>
                  <a:lnTo>
                    <a:pt x="144086" y="350828"/>
                  </a:lnTo>
                  <a:lnTo>
                    <a:pt x="143839" y="350653"/>
                  </a:lnTo>
                  <a:lnTo>
                    <a:pt x="143886" y="350409"/>
                  </a:lnTo>
                  <a:lnTo>
                    <a:pt x="144346" y="350338"/>
                  </a:lnTo>
                  <a:lnTo>
                    <a:pt x="144683" y="350377"/>
                  </a:lnTo>
                  <a:lnTo>
                    <a:pt x="144853" y="350063"/>
                  </a:lnTo>
                  <a:lnTo>
                    <a:pt x="144541" y="349761"/>
                  </a:lnTo>
                  <a:lnTo>
                    <a:pt x="144234" y="349461"/>
                  </a:lnTo>
                  <a:lnTo>
                    <a:pt x="143923" y="349028"/>
                  </a:lnTo>
                  <a:lnTo>
                    <a:pt x="143630" y="348776"/>
                  </a:lnTo>
                  <a:lnTo>
                    <a:pt x="143600" y="348614"/>
                  </a:lnTo>
                  <a:lnTo>
                    <a:pt x="143467" y="348246"/>
                  </a:lnTo>
                  <a:lnTo>
                    <a:pt x="143319" y="347788"/>
                  </a:lnTo>
                  <a:lnTo>
                    <a:pt x="143000" y="347525"/>
                  </a:lnTo>
                  <a:lnTo>
                    <a:pt x="143040" y="347207"/>
                  </a:lnTo>
                  <a:lnTo>
                    <a:pt x="142897" y="346977"/>
                  </a:lnTo>
                  <a:lnTo>
                    <a:pt x="142710" y="346958"/>
                  </a:lnTo>
                  <a:lnTo>
                    <a:pt x="142468" y="346846"/>
                  </a:lnTo>
                  <a:lnTo>
                    <a:pt x="142357" y="346627"/>
                  </a:lnTo>
                  <a:lnTo>
                    <a:pt x="142337" y="346268"/>
                  </a:lnTo>
                  <a:lnTo>
                    <a:pt x="142710" y="345632"/>
                  </a:lnTo>
                  <a:lnTo>
                    <a:pt x="142566" y="345082"/>
                  </a:lnTo>
                  <a:lnTo>
                    <a:pt x="142287" y="344619"/>
                  </a:lnTo>
                  <a:lnTo>
                    <a:pt x="142160" y="344319"/>
                  </a:lnTo>
                  <a:lnTo>
                    <a:pt x="142250" y="344160"/>
                  </a:lnTo>
                  <a:lnTo>
                    <a:pt x="142167" y="343867"/>
                  </a:lnTo>
                  <a:lnTo>
                    <a:pt x="141910" y="343596"/>
                  </a:lnTo>
                  <a:lnTo>
                    <a:pt x="141773" y="343500"/>
                  </a:lnTo>
                  <a:lnTo>
                    <a:pt x="141947" y="343395"/>
                  </a:lnTo>
                  <a:lnTo>
                    <a:pt x="142035" y="343154"/>
                  </a:lnTo>
                  <a:lnTo>
                    <a:pt x="142166" y="342808"/>
                  </a:lnTo>
                  <a:lnTo>
                    <a:pt x="142251" y="342650"/>
                  </a:lnTo>
                  <a:lnTo>
                    <a:pt x="142195" y="342517"/>
                  </a:lnTo>
                  <a:lnTo>
                    <a:pt x="141815" y="342064"/>
                  </a:lnTo>
                  <a:lnTo>
                    <a:pt x="141920" y="341654"/>
                  </a:lnTo>
                  <a:lnTo>
                    <a:pt x="142058" y="341528"/>
                  </a:lnTo>
                  <a:lnTo>
                    <a:pt x="141873" y="341450"/>
                  </a:lnTo>
                  <a:lnTo>
                    <a:pt x="141715" y="341446"/>
                  </a:lnTo>
                  <a:lnTo>
                    <a:pt x="141495" y="341150"/>
                  </a:lnTo>
                  <a:lnTo>
                    <a:pt x="141387" y="340316"/>
                  </a:lnTo>
                  <a:lnTo>
                    <a:pt x="141440" y="340091"/>
                  </a:lnTo>
                  <a:lnTo>
                    <a:pt x="140944" y="339809"/>
                  </a:lnTo>
                  <a:lnTo>
                    <a:pt x="140530" y="339427"/>
                  </a:lnTo>
                  <a:lnTo>
                    <a:pt x="140224" y="339228"/>
                  </a:lnTo>
                  <a:lnTo>
                    <a:pt x="140013" y="339129"/>
                  </a:lnTo>
                  <a:lnTo>
                    <a:pt x="139883" y="339102"/>
                  </a:lnTo>
                  <a:lnTo>
                    <a:pt x="139601" y="339110"/>
                  </a:lnTo>
                  <a:lnTo>
                    <a:pt x="139332" y="338938"/>
                  </a:lnTo>
                  <a:lnTo>
                    <a:pt x="139001" y="338850"/>
                  </a:lnTo>
                  <a:lnTo>
                    <a:pt x="138587" y="338840"/>
                  </a:lnTo>
                  <a:lnTo>
                    <a:pt x="138496" y="338352"/>
                  </a:lnTo>
                  <a:lnTo>
                    <a:pt x="138292" y="338155"/>
                  </a:lnTo>
                  <a:lnTo>
                    <a:pt x="137602" y="337501"/>
                  </a:lnTo>
                  <a:lnTo>
                    <a:pt x="137603" y="337305"/>
                  </a:lnTo>
                  <a:lnTo>
                    <a:pt x="137756" y="337245"/>
                  </a:lnTo>
                  <a:lnTo>
                    <a:pt x="137783" y="336999"/>
                  </a:lnTo>
                  <a:lnTo>
                    <a:pt x="137736" y="336551"/>
                  </a:lnTo>
                  <a:lnTo>
                    <a:pt x="137589" y="336179"/>
                  </a:lnTo>
                  <a:lnTo>
                    <a:pt x="137465" y="336039"/>
                  </a:lnTo>
                  <a:lnTo>
                    <a:pt x="137498" y="335364"/>
                  </a:lnTo>
                  <a:lnTo>
                    <a:pt x="137587" y="335209"/>
                  </a:lnTo>
                  <a:lnTo>
                    <a:pt x="137828" y="334724"/>
                  </a:lnTo>
                  <a:lnTo>
                    <a:pt x="137808" y="334514"/>
                  </a:lnTo>
                  <a:lnTo>
                    <a:pt x="137667" y="334193"/>
                  </a:lnTo>
                  <a:lnTo>
                    <a:pt x="137258" y="334563"/>
                  </a:lnTo>
                  <a:lnTo>
                    <a:pt x="137120" y="334522"/>
                  </a:lnTo>
                  <a:lnTo>
                    <a:pt x="137120" y="334380"/>
                  </a:lnTo>
                  <a:lnTo>
                    <a:pt x="137149" y="334060"/>
                  </a:lnTo>
                  <a:lnTo>
                    <a:pt x="137203" y="333746"/>
                  </a:lnTo>
                  <a:lnTo>
                    <a:pt x="137173" y="333363"/>
                  </a:lnTo>
                  <a:lnTo>
                    <a:pt x="137141" y="333136"/>
                  </a:lnTo>
                  <a:lnTo>
                    <a:pt x="137093" y="332942"/>
                  </a:lnTo>
                  <a:lnTo>
                    <a:pt x="137443" y="332688"/>
                  </a:lnTo>
                  <a:lnTo>
                    <a:pt x="137560" y="332555"/>
                  </a:lnTo>
                  <a:lnTo>
                    <a:pt x="138120" y="332056"/>
                  </a:lnTo>
                  <a:lnTo>
                    <a:pt x="138241" y="331788"/>
                  </a:lnTo>
                  <a:lnTo>
                    <a:pt x="138622" y="331582"/>
                  </a:lnTo>
                  <a:lnTo>
                    <a:pt x="138806" y="331637"/>
                  </a:lnTo>
                  <a:lnTo>
                    <a:pt x="139114" y="331290"/>
                  </a:lnTo>
                  <a:lnTo>
                    <a:pt x="139207" y="331043"/>
                  </a:lnTo>
                  <a:lnTo>
                    <a:pt x="139308" y="330909"/>
                  </a:lnTo>
                  <a:lnTo>
                    <a:pt x="139405" y="330725"/>
                  </a:lnTo>
                  <a:lnTo>
                    <a:pt x="139453" y="330551"/>
                  </a:lnTo>
                  <a:lnTo>
                    <a:pt x="139625" y="330615"/>
                  </a:lnTo>
                  <a:lnTo>
                    <a:pt x="139802" y="330565"/>
                  </a:lnTo>
                  <a:lnTo>
                    <a:pt x="140059" y="330529"/>
                  </a:lnTo>
                  <a:lnTo>
                    <a:pt x="140320" y="330587"/>
                  </a:lnTo>
                  <a:lnTo>
                    <a:pt x="140484" y="330602"/>
                  </a:lnTo>
                  <a:lnTo>
                    <a:pt x="140636" y="330548"/>
                  </a:lnTo>
                  <a:lnTo>
                    <a:pt x="140691" y="330153"/>
                  </a:lnTo>
                  <a:lnTo>
                    <a:pt x="140759" y="329927"/>
                  </a:lnTo>
                  <a:lnTo>
                    <a:pt x="140651" y="329621"/>
                  </a:lnTo>
                  <a:lnTo>
                    <a:pt x="140645" y="329465"/>
                  </a:lnTo>
                  <a:lnTo>
                    <a:pt x="140656" y="329335"/>
                  </a:lnTo>
                  <a:lnTo>
                    <a:pt x="141047" y="329199"/>
                  </a:lnTo>
                  <a:lnTo>
                    <a:pt x="141074" y="328858"/>
                  </a:lnTo>
                  <a:lnTo>
                    <a:pt x="140852" y="328522"/>
                  </a:lnTo>
                  <a:lnTo>
                    <a:pt x="140690" y="328297"/>
                  </a:lnTo>
                  <a:lnTo>
                    <a:pt x="140499" y="328167"/>
                  </a:lnTo>
                  <a:lnTo>
                    <a:pt x="140295" y="327932"/>
                  </a:lnTo>
                  <a:lnTo>
                    <a:pt x="140040" y="327771"/>
                  </a:lnTo>
                  <a:lnTo>
                    <a:pt x="139693" y="327874"/>
                  </a:lnTo>
                  <a:lnTo>
                    <a:pt x="139361" y="327992"/>
                  </a:lnTo>
                  <a:lnTo>
                    <a:pt x="139001" y="327961"/>
                  </a:lnTo>
                  <a:lnTo>
                    <a:pt x="138969" y="327813"/>
                  </a:lnTo>
                  <a:lnTo>
                    <a:pt x="139118" y="327617"/>
                  </a:lnTo>
                  <a:lnTo>
                    <a:pt x="139129" y="327402"/>
                  </a:lnTo>
                  <a:lnTo>
                    <a:pt x="139314" y="327152"/>
                  </a:lnTo>
                  <a:lnTo>
                    <a:pt x="139763" y="326809"/>
                  </a:lnTo>
                  <a:lnTo>
                    <a:pt x="139997" y="326695"/>
                  </a:lnTo>
                  <a:lnTo>
                    <a:pt x="140088" y="326484"/>
                  </a:lnTo>
                  <a:lnTo>
                    <a:pt x="140498" y="325959"/>
                  </a:lnTo>
                  <a:lnTo>
                    <a:pt x="140829" y="325940"/>
                  </a:lnTo>
                  <a:lnTo>
                    <a:pt x="140866" y="325732"/>
                  </a:lnTo>
                  <a:lnTo>
                    <a:pt x="140978" y="325476"/>
                  </a:lnTo>
                  <a:lnTo>
                    <a:pt x="141101" y="325276"/>
                  </a:lnTo>
                  <a:lnTo>
                    <a:pt x="140989" y="324883"/>
                  </a:lnTo>
                  <a:lnTo>
                    <a:pt x="140862" y="324658"/>
                  </a:lnTo>
                  <a:lnTo>
                    <a:pt x="140665" y="324338"/>
                  </a:lnTo>
                  <a:lnTo>
                    <a:pt x="140242" y="324280"/>
                  </a:lnTo>
                  <a:lnTo>
                    <a:pt x="140053" y="324292"/>
                  </a:lnTo>
                  <a:lnTo>
                    <a:pt x="139424" y="324542"/>
                  </a:lnTo>
                  <a:lnTo>
                    <a:pt x="139142" y="324565"/>
                  </a:lnTo>
                  <a:lnTo>
                    <a:pt x="138686" y="324159"/>
                  </a:lnTo>
                  <a:lnTo>
                    <a:pt x="138682" y="323842"/>
                  </a:lnTo>
                  <a:lnTo>
                    <a:pt x="138553" y="323818"/>
                  </a:lnTo>
                  <a:lnTo>
                    <a:pt x="138276" y="323686"/>
                  </a:lnTo>
                  <a:lnTo>
                    <a:pt x="138050" y="323643"/>
                  </a:lnTo>
                  <a:lnTo>
                    <a:pt x="137817" y="323757"/>
                  </a:lnTo>
                  <a:lnTo>
                    <a:pt x="137579" y="323715"/>
                  </a:lnTo>
                  <a:lnTo>
                    <a:pt x="137733" y="323644"/>
                  </a:lnTo>
                  <a:lnTo>
                    <a:pt x="137850" y="323485"/>
                  </a:lnTo>
                  <a:lnTo>
                    <a:pt x="138126" y="323026"/>
                  </a:lnTo>
                  <a:lnTo>
                    <a:pt x="138064" y="322616"/>
                  </a:lnTo>
                  <a:lnTo>
                    <a:pt x="137755" y="322503"/>
                  </a:lnTo>
                  <a:lnTo>
                    <a:pt x="137516" y="322388"/>
                  </a:lnTo>
                  <a:lnTo>
                    <a:pt x="137519" y="321916"/>
                  </a:lnTo>
                  <a:lnTo>
                    <a:pt x="137447" y="321672"/>
                  </a:lnTo>
                  <a:lnTo>
                    <a:pt x="137623" y="321490"/>
                  </a:lnTo>
                  <a:lnTo>
                    <a:pt x="137584" y="321218"/>
                  </a:lnTo>
                  <a:lnTo>
                    <a:pt x="137486" y="321067"/>
                  </a:lnTo>
                  <a:lnTo>
                    <a:pt x="136995" y="320882"/>
                  </a:lnTo>
                  <a:lnTo>
                    <a:pt x="136723" y="321004"/>
                  </a:lnTo>
                  <a:lnTo>
                    <a:pt x="136338" y="321070"/>
                  </a:lnTo>
                  <a:lnTo>
                    <a:pt x="136117" y="321400"/>
                  </a:lnTo>
                  <a:lnTo>
                    <a:pt x="136120" y="321542"/>
                  </a:lnTo>
                  <a:lnTo>
                    <a:pt x="136023" y="322021"/>
                  </a:lnTo>
                  <a:lnTo>
                    <a:pt x="135878" y="322139"/>
                  </a:lnTo>
                  <a:lnTo>
                    <a:pt x="135813" y="322268"/>
                  </a:lnTo>
                  <a:lnTo>
                    <a:pt x="135715" y="322522"/>
                  </a:lnTo>
                  <a:lnTo>
                    <a:pt x="135662" y="322662"/>
                  </a:lnTo>
                  <a:lnTo>
                    <a:pt x="135350" y="322958"/>
                  </a:lnTo>
                  <a:lnTo>
                    <a:pt x="135173" y="322966"/>
                  </a:lnTo>
                  <a:lnTo>
                    <a:pt x="134947" y="322939"/>
                  </a:lnTo>
                  <a:lnTo>
                    <a:pt x="134537" y="322729"/>
                  </a:lnTo>
                  <a:lnTo>
                    <a:pt x="134261" y="322649"/>
                  </a:lnTo>
                  <a:lnTo>
                    <a:pt x="133953" y="322766"/>
                  </a:lnTo>
                  <a:lnTo>
                    <a:pt x="133819" y="322800"/>
                  </a:lnTo>
                  <a:lnTo>
                    <a:pt x="133506" y="323402"/>
                  </a:lnTo>
                  <a:lnTo>
                    <a:pt x="132905" y="323632"/>
                  </a:lnTo>
                  <a:lnTo>
                    <a:pt x="132673" y="323383"/>
                  </a:lnTo>
                  <a:lnTo>
                    <a:pt x="132736" y="323172"/>
                  </a:lnTo>
                  <a:lnTo>
                    <a:pt x="132660" y="322958"/>
                  </a:lnTo>
                  <a:lnTo>
                    <a:pt x="132472" y="323372"/>
                  </a:lnTo>
                  <a:lnTo>
                    <a:pt x="132390" y="323620"/>
                  </a:lnTo>
                  <a:lnTo>
                    <a:pt x="132170" y="323770"/>
                  </a:lnTo>
                  <a:lnTo>
                    <a:pt x="131895" y="323585"/>
                  </a:lnTo>
                  <a:lnTo>
                    <a:pt x="131890" y="323440"/>
                  </a:lnTo>
                  <a:lnTo>
                    <a:pt x="132000" y="322892"/>
                  </a:lnTo>
                  <a:lnTo>
                    <a:pt x="131644" y="322463"/>
                  </a:lnTo>
                  <a:lnTo>
                    <a:pt x="131500" y="322332"/>
                  </a:lnTo>
                  <a:lnTo>
                    <a:pt x="131056" y="322198"/>
                  </a:lnTo>
                  <a:lnTo>
                    <a:pt x="130915" y="322108"/>
                  </a:lnTo>
                  <a:lnTo>
                    <a:pt x="130583" y="322343"/>
                  </a:lnTo>
                  <a:lnTo>
                    <a:pt x="130400" y="322550"/>
                  </a:lnTo>
                  <a:lnTo>
                    <a:pt x="129832" y="322479"/>
                  </a:lnTo>
                  <a:lnTo>
                    <a:pt x="129799" y="322806"/>
                  </a:lnTo>
                  <a:lnTo>
                    <a:pt x="129449" y="322914"/>
                  </a:lnTo>
                  <a:lnTo>
                    <a:pt x="129272" y="322921"/>
                  </a:lnTo>
                  <a:lnTo>
                    <a:pt x="129005" y="322739"/>
                  </a:lnTo>
                  <a:lnTo>
                    <a:pt x="128411" y="322713"/>
                  </a:lnTo>
                  <a:lnTo>
                    <a:pt x="128079" y="322514"/>
                  </a:lnTo>
                  <a:lnTo>
                    <a:pt x="127949" y="322522"/>
                  </a:lnTo>
                  <a:lnTo>
                    <a:pt x="127582" y="322780"/>
                  </a:lnTo>
                  <a:lnTo>
                    <a:pt x="127550" y="323108"/>
                  </a:lnTo>
                  <a:lnTo>
                    <a:pt x="127535" y="323381"/>
                  </a:lnTo>
                  <a:lnTo>
                    <a:pt x="127859" y="323633"/>
                  </a:lnTo>
                  <a:lnTo>
                    <a:pt x="127928" y="323952"/>
                  </a:lnTo>
                  <a:lnTo>
                    <a:pt x="127579" y="324305"/>
                  </a:lnTo>
                  <a:lnTo>
                    <a:pt x="127330" y="324472"/>
                  </a:lnTo>
                  <a:lnTo>
                    <a:pt x="127200" y="324321"/>
                  </a:lnTo>
                  <a:lnTo>
                    <a:pt x="126974" y="324118"/>
                  </a:lnTo>
                  <a:lnTo>
                    <a:pt x="126689" y="324190"/>
                  </a:lnTo>
                  <a:lnTo>
                    <a:pt x="126271" y="324297"/>
                  </a:lnTo>
                  <a:lnTo>
                    <a:pt x="126089" y="324273"/>
                  </a:lnTo>
                  <a:lnTo>
                    <a:pt x="125898" y="324164"/>
                  </a:lnTo>
                  <a:lnTo>
                    <a:pt x="125634" y="323915"/>
                  </a:lnTo>
                  <a:lnTo>
                    <a:pt x="125395" y="323937"/>
                  </a:lnTo>
                  <a:lnTo>
                    <a:pt x="125349" y="323438"/>
                  </a:lnTo>
                  <a:lnTo>
                    <a:pt x="125269" y="323032"/>
                  </a:lnTo>
                  <a:lnTo>
                    <a:pt x="125024" y="323089"/>
                  </a:lnTo>
                  <a:lnTo>
                    <a:pt x="124952" y="322836"/>
                  </a:lnTo>
                  <a:lnTo>
                    <a:pt x="124817" y="322531"/>
                  </a:lnTo>
                  <a:lnTo>
                    <a:pt x="125017" y="322089"/>
                  </a:lnTo>
                  <a:lnTo>
                    <a:pt x="125512" y="321868"/>
                  </a:lnTo>
                  <a:lnTo>
                    <a:pt x="125938" y="321582"/>
                  </a:lnTo>
                  <a:lnTo>
                    <a:pt x="126099" y="321454"/>
                  </a:lnTo>
                  <a:lnTo>
                    <a:pt x="126378" y="321223"/>
                  </a:lnTo>
                  <a:lnTo>
                    <a:pt x="126627" y="320655"/>
                  </a:lnTo>
                  <a:lnTo>
                    <a:pt x="126858" y="320590"/>
                  </a:lnTo>
                  <a:lnTo>
                    <a:pt x="126986" y="320625"/>
                  </a:lnTo>
                  <a:lnTo>
                    <a:pt x="127184" y="320328"/>
                  </a:lnTo>
                  <a:lnTo>
                    <a:pt x="127256" y="320093"/>
                  </a:lnTo>
                  <a:lnTo>
                    <a:pt x="127023" y="320031"/>
                  </a:lnTo>
                  <a:lnTo>
                    <a:pt x="126971" y="320206"/>
                  </a:lnTo>
                  <a:lnTo>
                    <a:pt x="126745" y="320344"/>
                  </a:lnTo>
                  <a:lnTo>
                    <a:pt x="126662" y="319881"/>
                  </a:lnTo>
                  <a:lnTo>
                    <a:pt x="126720" y="319696"/>
                  </a:lnTo>
                  <a:lnTo>
                    <a:pt x="126539" y="319417"/>
                  </a:lnTo>
                  <a:lnTo>
                    <a:pt x="126511" y="319071"/>
                  </a:lnTo>
                  <a:lnTo>
                    <a:pt x="126249" y="318645"/>
                  </a:lnTo>
                  <a:lnTo>
                    <a:pt x="126264" y="318366"/>
                  </a:lnTo>
                  <a:lnTo>
                    <a:pt x="126085" y="317996"/>
                  </a:lnTo>
                  <a:lnTo>
                    <a:pt x="126006" y="317687"/>
                  </a:lnTo>
                  <a:lnTo>
                    <a:pt x="125616" y="317304"/>
                  </a:lnTo>
                  <a:lnTo>
                    <a:pt x="125448" y="317218"/>
                  </a:lnTo>
                  <a:lnTo>
                    <a:pt x="125295" y="316945"/>
                  </a:lnTo>
                  <a:lnTo>
                    <a:pt x="124832" y="316770"/>
                  </a:lnTo>
                  <a:lnTo>
                    <a:pt x="124885" y="316597"/>
                  </a:lnTo>
                  <a:lnTo>
                    <a:pt x="125064" y="316519"/>
                  </a:lnTo>
                  <a:lnTo>
                    <a:pt x="125226" y="316391"/>
                  </a:lnTo>
                  <a:lnTo>
                    <a:pt x="125246" y="316110"/>
                  </a:lnTo>
                  <a:lnTo>
                    <a:pt x="125736" y="316036"/>
                  </a:lnTo>
                  <a:lnTo>
                    <a:pt x="125940" y="315852"/>
                  </a:lnTo>
                  <a:lnTo>
                    <a:pt x="125675" y="315809"/>
                  </a:lnTo>
                  <a:lnTo>
                    <a:pt x="125974" y="315477"/>
                  </a:lnTo>
                  <a:lnTo>
                    <a:pt x="126082" y="315223"/>
                  </a:lnTo>
                  <a:lnTo>
                    <a:pt x="126069" y="315088"/>
                  </a:lnTo>
                  <a:lnTo>
                    <a:pt x="126103" y="314933"/>
                  </a:lnTo>
                  <a:lnTo>
                    <a:pt x="126267" y="314615"/>
                  </a:lnTo>
                  <a:lnTo>
                    <a:pt x="126296" y="314256"/>
                  </a:lnTo>
                  <a:lnTo>
                    <a:pt x="126242" y="313983"/>
                  </a:lnTo>
                  <a:lnTo>
                    <a:pt x="126531" y="314215"/>
                  </a:lnTo>
                  <a:lnTo>
                    <a:pt x="126536" y="314044"/>
                  </a:lnTo>
                  <a:lnTo>
                    <a:pt x="126521" y="313688"/>
                  </a:lnTo>
                  <a:lnTo>
                    <a:pt x="126779" y="313423"/>
                  </a:lnTo>
                  <a:lnTo>
                    <a:pt x="126945" y="313503"/>
                  </a:lnTo>
                  <a:lnTo>
                    <a:pt x="126795" y="312956"/>
                  </a:lnTo>
                  <a:lnTo>
                    <a:pt x="126597" y="312737"/>
                  </a:lnTo>
                  <a:lnTo>
                    <a:pt x="126390" y="312725"/>
                  </a:lnTo>
                  <a:lnTo>
                    <a:pt x="125752" y="312911"/>
                  </a:lnTo>
                  <a:lnTo>
                    <a:pt x="125618" y="312667"/>
                  </a:lnTo>
                  <a:lnTo>
                    <a:pt x="125390" y="312457"/>
                  </a:lnTo>
                  <a:lnTo>
                    <a:pt x="125115" y="312282"/>
                  </a:lnTo>
                  <a:lnTo>
                    <a:pt x="124841" y="312243"/>
                  </a:lnTo>
                  <a:lnTo>
                    <a:pt x="124174" y="311910"/>
                  </a:lnTo>
                  <a:lnTo>
                    <a:pt x="124426" y="311796"/>
                  </a:lnTo>
                  <a:lnTo>
                    <a:pt x="124623" y="311848"/>
                  </a:lnTo>
                  <a:lnTo>
                    <a:pt x="124853" y="311770"/>
                  </a:lnTo>
                  <a:lnTo>
                    <a:pt x="125061" y="311648"/>
                  </a:lnTo>
                  <a:lnTo>
                    <a:pt x="125333" y="311482"/>
                  </a:lnTo>
                  <a:lnTo>
                    <a:pt x="125494" y="311098"/>
                  </a:lnTo>
                  <a:lnTo>
                    <a:pt x="125183" y="310857"/>
                  </a:lnTo>
                  <a:lnTo>
                    <a:pt x="125036" y="310901"/>
                  </a:lnTo>
                  <a:lnTo>
                    <a:pt x="124886" y="310898"/>
                  </a:lnTo>
                  <a:lnTo>
                    <a:pt x="124605" y="310656"/>
                  </a:lnTo>
                  <a:lnTo>
                    <a:pt x="124633" y="310466"/>
                  </a:lnTo>
                  <a:lnTo>
                    <a:pt x="124473" y="309916"/>
                  </a:lnTo>
                  <a:lnTo>
                    <a:pt x="124466" y="309625"/>
                  </a:lnTo>
                  <a:lnTo>
                    <a:pt x="124621" y="309532"/>
                  </a:lnTo>
                  <a:lnTo>
                    <a:pt x="124363" y="309424"/>
                  </a:lnTo>
                  <a:lnTo>
                    <a:pt x="123971" y="308669"/>
                  </a:lnTo>
                  <a:lnTo>
                    <a:pt x="123956" y="308538"/>
                  </a:lnTo>
                  <a:lnTo>
                    <a:pt x="124142" y="308316"/>
                  </a:lnTo>
                  <a:lnTo>
                    <a:pt x="124213" y="308117"/>
                  </a:lnTo>
                  <a:lnTo>
                    <a:pt x="124225" y="307989"/>
                  </a:lnTo>
                  <a:lnTo>
                    <a:pt x="124636" y="307618"/>
                  </a:lnTo>
                  <a:lnTo>
                    <a:pt x="124425" y="307307"/>
                  </a:lnTo>
                  <a:lnTo>
                    <a:pt x="124102" y="307146"/>
                  </a:lnTo>
                  <a:lnTo>
                    <a:pt x="124169" y="306505"/>
                  </a:lnTo>
                  <a:lnTo>
                    <a:pt x="124296" y="306634"/>
                  </a:lnTo>
                  <a:lnTo>
                    <a:pt x="124618" y="306453"/>
                  </a:lnTo>
                  <a:lnTo>
                    <a:pt x="124851" y="306136"/>
                  </a:lnTo>
                  <a:lnTo>
                    <a:pt x="124773" y="305542"/>
                  </a:lnTo>
                  <a:lnTo>
                    <a:pt x="124493" y="304882"/>
                  </a:lnTo>
                  <a:lnTo>
                    <a:pt x="124690" y="304660"/>
                  </a:lnTo>
                  <a:lnTo>
                    <a:pt x="124726" y="304443"/>
                  </a:lnTo>
                  <a:lnTo>
                    <a:pt x="124862" y="304241"/>
                  </a:lnTo>
                  <a:lnTo>
                    <a:pt x="124937" y="303896"/>
                  </a:lnTo>
                  <a:lnTo>
                    <a:pt x="124838" y="303633"/>
                  </a:lnTo>
                  <a:lnTo>
                    <a:pt x="124875" y="303131"/>
                  </a:lnTo>
                  <a:lnTo>
                    <a:pt x="124737" y="303057"/>
                  </a:lnTo>
                  <a:lnTo>
                    <a:pt x="124451" y="303143"/>
                  </a:lnTo>
                  <a:lnTo>
                    <a:pt x="124163" y="302802"/>
                  </a:lnTo>
                  <a:lnTo>
                    <a:pt x="124256" y="302478"/>
                  </a:lnTo>
                  <a:lnTo>
                    <a:pt x="124067" y="302300"/>
                  </a:lnTo>
                  <a:lnTo>
                    <a:pt x="123873" y="302253"/>
                  </a:lnTo>
                  <a:lnTo>
                    <a:pt x="123647" y="301996"/>
                  </a:lnTo>
                  <a:lnTo>
                    <a:pt x="123147" y="302135"/>
                  </a:lnTo>
                  <a:lnTo>
                    <a:pt x="123134" y="301880"/>
                  </a:lnTo>
                  <a:lnTo>
                    <a:pt x="123623" y="301459"/>
                  </a:lnTo>
                  <a:lnTo>
                    <a:pt x="123565" y="300974"/>
                  </a:lnTo>
                  <a:lnTo>
                    <a:pt x="123527" y="300809"/>
                  </a:lnTo>
                  <a:lnTo>
                    <a:pt x="123505" y="300375"/>
                  </a:lnTo>
                  <a:lnTo>
                    <a:pt x="123266" y="300267"/>
                  </a:lnTo>
                  <a:lnTo>
                    <a:pt x="123083" y="299897"/>
                  </a:lnTo>
                  <a:lnTo>
                    <a:pt x="123253" y="299710"/>
                  </a:lnTo>
                  <a:lnTo>
                    <a:pt x="123229" y="299534"/>
                  </a:lnTo>
                  <a:lnTo>
                    <a:pt x="122959" y="299369"/>
                  </a:lnTo>
                  <a:lnTo>
                    <a:pt x="122912" y="299172"/>
                  </a:lnTo>
                  <a:lnTo>
                    <a:pt x="122902" y="299016"/>
                  </a:lnTo>
                  <a:lnTo>
                    <a:pt x="122903" y="298837"/>
                  </a:lnTo>
                  <a:lnTo>
                    <a:pt x="122656" y="298514"/>
                  </a:lnTo>
                  <a:lnTo>
                    <a:pt x="122775" y="297821"/>
                  </a:lnTo>
                  <a:lnTo>
                    <a:pt x="122584" y="297637"/>
                  </a:lnTo>
                  <a:lnTo>
                    <a:pt x="122411" y="297496"/>
                  </a:lnTo>
                  <a:lnTo>
                    <a:pt x="122396" y="297108"/>
                  </a:lnTo>
                  <a:lnTo>
                    <a:pt x="122184" y="296768"/>
                  </a:lnTo>
                  <a:lnTo>
                    <a:pt x="122015" y="296665"/>
                  </a:lnTo>
                  <a:lnTo>
                    <a:pt x="121544" y="296646"/>
                  </a:lnTo>
                  <a:lnTo>
                    <a:pt x="121283" y="296654"/>
                  </a:lnTo>
                  <a:lnTo>
                    <a:pt x="121143" y="296616"/>
                  </a:lnTo>
                  <a:lnTo>
                    <a:pt x="120861" y="296608"/>
                  </a:lnTo>
                  <a:lnTo>
                    <a:pt x="120630" y="296591"/>
                  </a:lnTo>
                  <a:lnTo>
                    <a:pt x="120383" y="296383"/>
                  </a:lnTo>
                  <a:lnTo>
                    <a:pt x="120207" y="296377"/>
                  </a:lnTo>
                  <a:lnTo>
                    <a:pt x="119746" y="296267"/>
                  </a:lnTo>
                  <a:lnTo>
                    <a:pt x="119517" y="296156"/>
                  </a:lnTo>
                  <a:lnTo>
                    <a:pt x="119133" y="295700"/>
                  </a:lnTo>
                  <a:lnTo>
                    <a:pt x="119188" y="295557"/>
                  </a:lnTo>
                  <a:lnTo>
                    <a:pt x="119486" y="295335"/>
                  </a:lnTo>
                  <a:lnTo>
                    <a:pt x="119144" y="294964"/>
                  </a:lnTo>
                  <a:lnTo>
                    <a:pt x="119075" y="294627"/>
                  </a:lnTo>
                  <a:lnTo>
                    <a:pt x="118875" y="294219"/>
                  </a:lnTo>
                  <a:lnTo>
                    <a:pt x="118739" y="293791"/>
                  </a:lnTo>
                  <a:lnTo>
                    <a:pt x="118582" y="293463"/>
                  </a:lnTo>
                  <a:lnTo>
                    <a:pt x="118325" y="292679"/>
                  </a:lnTo>
                  <a:lnTo>
                    <a:pt x="118262" y="292538"/>
                  </a:lnTo>
                  <a:lnTo>
                    <a:pt x="118172" y="292237"/>
                  </a:lnTo>
                  <a:lnTo>
                    <a:pt x="118123" y="291941"/>
                  </a:lnTo>
                  <a:lnTo>
                    <a:pt x="117854" y="291541"/>
                  </a:lnTo>
                  <a:lnTo>
                    <a:pt x="117097" y="291499"/>
                  </a:lnTo>
                  <a:lnTo>
                    <a:pt x="116779" y="291484"/>
                  </a:lnTo>
                  <a:lnTo>
                    <a:pt x="116521" y="291637"/>
                  </a:lnTo>
                  <a:lnTo>
                    <a:pt x="116393" y="291724"/>
                  </a:lnTo>
                  <a:lnTo>
                    <a:pt x="115989" y="291904"/>
                  </a:lnTo>
                  <a:lnTo>
                    <a:pt x="115526" y="292087"/>
                  </a:lnTo>
                  <a:lnTo>
                    <a:pt x="114785" y="292226"/>
                  </a:lnTo>
                  <a:lnTo>
                    <a:pt x="114718" y="292005"/>
                  </a:lnTo>
                  <a:lnTo>
                    <a:pt x="114866" y="291657"/>
                  </a:lnTo>
                  <a:lnTo>
                    <a:pt x="115159" y="291562"/>
                  </a:lnTo>
                  <a:lnTo>
                    <a:pt x="115427" y="291249"/>
                  </a:lnTo>
                  <a:lnTo>
                    <a:pt x="115772" y="290907"/>
                  </a:lnTo>
                  <a:lnTo>
                    <a:pt x="116018" y="290677"/>
                  </a:lnTo>
                  <a:lnTo>
                    <a:pt x="115809" y="290093"/>
                  </a:lnTo>
                  <a:lnTo>
                    <a:pt x="115657" y="290149"/>
                  </a:lnTo>
                  <a:lnTo>
                    <a:pt x="115486" y="290061"/>
                  </a:lnTo>
                  <a:lnTo>
                    <a:pt x="115189" y="289911"/>
                  </a:lnTo>
                  <a:lnTo>
                    <a:pt x="114947" y="289592"/>
                  </a:lnTo>
                  <a:lnTo>
                    <a:pt x="114835" y="289309"/>
                  </a:lnTo>
                  <a:lnTo>
                    <a:pt x="114658" y="289101"/>
                  </a:lnTo>
                  <a:lnTo>
                    <a:pt x="114429" y="288723"/>
                  </a:lnTo>
                  <a:lnTo>
                    <a:pt x="114272" y="288714"/>
                  </a:lnTo>
                  <a:lnTo>
                    <a:pt x="114049" y="288565"/>
                  </a:lnTo>
                  <a:lnTo>
                    <a:pt x="113433" y="288292"/>
                  </a:lnTo>
                  <a:lnTo>
                    <a:pt x="113078" y="288223"/>
                  </a:lnTo>
                  <a:lnTo>
                    <a:pt x="112702" y="288450"/>
                  </a:lnTo>
                  <a:lnTo>
                    <a:pt x="112694" y="288623"/>
                  </a:lnTo>
                  <a:lnTo>
                    <a:pt x="112437" y="288570"/>
                  </a:lnTo>
                  <a:lnTo>
                    <a:pt x="112154" y="288408"/>
                  </a:lnTo>
                  <a:lnTo>
                    <a:pt x="111877" y="287745"/>
                  </a:lnTo>
                  <a:lnTo>
                    <a:pt x="111984" y="287576"/>
                  </a:lnTo>
                  <a:lnTo>
                    <a:pt x="112104" y="287218"/>
                  </a:lnTo>
                  <a:lnTo>
                    <a:pt x="111340" y="287167"/>
                  </a:lnTo>
                  <a:lnTo>
                    <a:pt x="111188" y="287449"/>
                  </a:lnTo>
                  <a:lnTo>
                    <a:pt x="111173" y="287735"/>
                  </a:lnTo>
                  <a:lnTo>
                    <a:pt x="111153" y="288029"/>
                  </a:lnTo>
                  <a:lnTo>
                    <a:pt x="110777" y="287977"/>
                  </a:lnTo>
                  <a:lnTo>
                    <a:pt x="110990" y="287714"/>
                  </a:lnTo>
                  <a:lnTo>
                    <a:pt x="111105" y="287441"/>
                  </a:lnTo>
                  <a:lnTo>
                    <a:pt x="111099" y="287274"/>
                  </a:lnTo>
                  <a:lnTo>
                    <a:pt x="111013" y="287043"/>
                  </a:lnTo>
                  <a:lnTo>
                    <a:pt x="110871" y="287113"/>
                  </a:lnTo>
                  <a:lnTo>
                    <a:pt x="110801" y="287347"/>
                  </a:lnTo>
                  <a:lnTo>
                    <a:pt x="110753" y="287515"/>
                  </a:lnTo>
                  <a:lnTo>
                    <a:pt x="110583" y="287691"/>
                  </a:lnTo>
                  <a:lnTo>
                    <a:pt x="110396" y="287425"/>
                  </a:lnTo>
                  <a:lnTo>
                    <a:pt x="110316" y="287271"/>
                  </a:lnTo>
                  <a:lnTo>
                    <a:pt x="110213" y="286991"/>
                  </a:lnTo>
                  <a:lnTo>
                    <a:pt x="110263" y="286862"/>
                  </a:lnTo>
                  <a:lnTo>
                    <a:pt x="110245" y="286322"/>
                  </a:lnTo>
                  <a:lnTo>
                    <a:pt x="110032" y="286098"/>
                  </a:lnTo>
                  <a:lnTo>
                    <a:pt x="109940" y="285969"/>
                  </a:lnTo>
                  <a:lnTo>
                    <a:pt x="109840" y="285796"/>
                  </a:lnTo>
                  <a:lnTo>
                    <a:pt x="109696" y="285885"/>
                  </a:lnTo>
                  <a:lnTo>
                    <a:pt x="109261" y="285211"/>
                  </a:lnTo>
                  <a:lnTo>
                    <a:pt x="109242" y="285006"/>
                  </a:lnTo>
                  <a:lnTo>
                    <a:pt x="109560" y="284686"/>
                  </a:lnTo>
                  <a:lnTo>
                    <a:pt x="109581" y="284355"/>
                  </a:lnTo>
                  <a:lnTo>
                    <a:pt x="109650" y="283939"/>
                  </a:lnTo>
                  <a:lnTo>
                    <a:pt x="109145" y="283673"/>
                  </a:lnTo>
                  <a:lnTo>
                    <a:pt x="108840" y="283457"/>
                  </a:lnTo>
                  <a:lnTo>
                    <a:pt x="108223" y="283250"/>
                  </a:lnTo>
                  <a:lnTo>
                    <a:pt x="108037" y="283013"/>
                  </a:lnTo>
                  <a:lnTo>
                    <a:pt x="107991" y="282839"/>
                  </a:lnTo>
                  <a:lnTo>
                    <a:pt x="108072" y="282630"/>
                  </a:lnTo>
                  <a:lnTo>
                    <a:pt x="108167" y="282396"/>
                  </a:lnTo>
                  <a:lnTo>
                    <a:pt x="108413" y="282248"/>
                  </a:lnTo>
                  <a:lnTo>
                    <a:pt x="108744" y="282147"/>
                  </a:lnTo>
                  <a:lnTo>
                    <a:pt x="108669" y="281900"/>
                  </a:lnTo>
                  <a:lnTo>
                    <a:pt x="108410" y="281699"/>
                  </a:lnTo>
                  <a:lnTo>
                    <a:pt x="108245" y="281639"/>
                  </a:lnTo>
                  <a:lnTo>
                    <a:pt x="108111" y="281549"/>
                  </a:lnTo>
                  <a:lnTo>
                    <a:pt x="108179" y="281285"/>
                  </a:lnTo>
                  <a:lnTo>
                    <a:pt x="108320" y="280873"/>
                  </a:lnTo>
                  <a:lnTo>
                    <a:pt x="108303" y="280708"/>
                  </a:lnTo>
                  <a:lnTo>
                    <a:pt x="108282" y="280448"/>
                  </a:lnTo>
                  <a:lnTo>
                    <a:pt x="108309" y="280294"/>
                  </a:lnTo>
                  <a:lnTo>
                    <a:pt x="108314" y="279974"/>
                  </a:lnTo>
                  <a:lnTo>
                    <a:pt x="108196" y="279805"/>
                  </a:lnTo>
                  <a:lnTo>
                    <a:pt x="108061" y="279750"/>
                  </a:lnTo>
                  <a:lnTo>
                    <a:pt x="107932" y="279698"/>
                  </a:lnTo>
                  <a:lnTo>
                    <a:pt x="107890" y="278992"/>
                  </a:lnTo>
                  <a:lnTo>
                    <a:pt x="107856" y="278752"/>
                  </a:lnTo>
                  <a:lnTo>
                    <a:pt x="108016" y="278372"/>
                  </a:lnTo>
                  <a:lnTo>
                    <a:pt x="108128" y="277810"/>
                  </a:lnTo>
                  <a:lnTo>
                    <a:pt x="108231" y="277386"/>
                  </a:lnTo>
                  <a:lnTo>
                    <a:pt x="108858" y="277227"/>
                  </a:lnTo>
                  <a:lnTo>
                    <a:pt x="109268" y="277158"/>
                  </a:lnTo>
                  <a:lnTo>
                    <a:pt x="109687" y="277084"/>
                  </a:lnTo>
                  <a:lnTo>
                    <a:pt x="109928" y="276839"/>
                  </a:lnTo>
                  <a:lnTo>
                    <a:pt x="109862" y="276688"/>
                  </a:lnTo>
                  <a:lnTo>
                    <a:pt x="109859" y="276380"/>
                  </a:lnTo>
                  <a:lnTo>
                    <a:pt x="109965" y="276198"/>
                  </a:lnTo>
                  <a:lnTo>
                    <a:pt x="109967" y="276015"/>
                  </a:lnTo>
                  <a:lnTo>
                    <a:pt x="109881" y="275803"/>
                  </a:lnTo>
                  <a:lnTo>
                    <a:pt x="109676" y="275595"/>
                  </a:lnTo>
                  <a:lnTo>
                    <a:pt x="109687" y="275352"/>
                  </a:lnTo>
                  <a:lnTo>
                    <a:pt x="109778" y="275221"/>
                  </a:lnTo>
                  <a:lnTo>
                    <a:pt x="109819" y="275082"/>
                  </a:lnTo>
                  <a:lnTo>
                    <a:pt x="109824" y="274919"/>
                  </a:lnTo>
                  <a:lnTo>
                    <a:pt x="109824" y="274735"/>
                  </a:lnTo>
                  <a:lnTo>
                    <a:pt x="109793" y="274257"/>
                  </a:lnTo>
                  <a:lnTo>
                    <a:pt x="109773" y="273512"/>
                  </a:lnTo>
                  <a:lnTo>
                    <a:pt x="110219" y="273675"/>
                  </a:lnTo>
                  <a:lnTo>
                    <a:pt x="110658" y="273827"/>
                  </a:lnTo>
                  <a:lnTo>
                    <a:pt x="111122" y="273560"/>
                  </a:lnTo>
                  <a:lnTo>
                    <a:pt x="111397" y="273441"/>
                  </a:lnTo>
                  <a:lnTo>
                    <a:pt x="111528" y="273566"/>
                  </a:lnTo>
                  <a:lnTo>
                    <a:pt x="112003" y="273788"/>
                  </a:lnTo>
                  <a:lnTo>
                    <a:pt x="112460" y="273743"/>
                  </a:lnTo>
                  <a:lnTo>
                    <a:pt x="112593" y="273689"/>
                  </a:lnTo>
                  <a:lnTo>
                    <a:pt x="112808" y="273701"/>
                  </a:lnTo>
                  <a:lnTo>
                    <a:pt x="113119" y="273871"/>
                  </a:lnTo>
                  <a:lnTo>
                    <a:pt x="113285" y="273946"/>
                  </a:lnTo>
                  <a:lnTo>
                    <a:pt x="113679" y="273739"/>
                  </a:lnTo>
                  <a:lnTo>
                    <a:pt x="113597" y="273485"/>
                  </a:lnTo>
                  <a:lnTo>
                    <a:pt x="113855" y="273304"/>
                  </a:lnTo>
                  <a:lnTo>
                    <a:pt x="114109" y="273123"/>
                  </a:lnTo>
                  <a:lnTo>
                    <a:pt x="113923" y="272696"/>
                  </a:lnTo>
                  <a:lnTo>
                    <a:pt x="113754" y="272603"/>
                  </a:lnTo>
                  <a:lnTo>
                    <a:pt x="113738" y="272319"/>
                  </a:lnTo>
                  <a:lnTo>
                    <a:pt x="113867" y="272243"/>
                  </a:lnTo>
                  <a:lnTo>
                    <a:pt x="114120" y="272046"/>
                  </a:lnTo>
                  <a:lnTo>
                    <a:pt x="114357" y="271451"/>
                  </a:lnTo>
                  <a:lnTo>
                    <a:pt x="114720" y="271128"/>
                  </a:lnTo>
                  <a:lnTo>
                    <a:pt x="114944" y="271088"/>
                  </a:lnTo>
                  <a:lnTo>
                    <a:pt x="115294" y="270964"/>
                  </a:lnTo>
                  <a:lnTo>
                    <a:pt x="115383" y="270767"/>
                  </a:lnTo>
                  <a:lnTo>
                    <a:pt x="115357" y="270192"/>
                  </a:lnTo>
                  <a:lnTo>
                    <a:pt x="115268" y="270052"/>
                  </a:lnTo>
                  <a:lnTo>
                    <a:pt x="115276" y="269645"/>
                  </a:lnTo>
                  <a:lnTo>
                    <a:pt x="115223" y="269230"/>
                  </a:lnTo>
                  <a:lnTo>
                    <a:pt x="114970" y="269062"/>
                  </a:lnTo>
                  <a:lnTo>
                    <a:pt x="115003" y="268594"/>
                  </a:lnTo>
                  <a:lnTo>
                    <a:pt x="115197" y="268436"/>
                  </a:lnTo>
                  <a:lnTo>
                    <a:pt x="115307" y="268074"/>
                  </a:lnTo>
                  <a:lnTo>
                    <a:pt x="115528" y="267734"/>
                  </a:lnTo>
                  <a:lnTo>
                    <a:pt x="115669" y="267360"/>
                  </a:lnTo>
                  <a:lnTo>
                    <a:pt x="115828" y="267179"/>
                  </a:lnTo>
                  <a:lnTo>
                    <a:pt x="116309" y="267073"/>
                  </a:lnTo>
                  <a:lnTo>
                    <a:pt x="116509" y="267047"/>
                  </a:lnTo>
                  <a:lnTo>
                    <a:pt x="116646" y="266985"/>
                  </a:lnTo>
                  <a:lnTo>
                    <a:pt x="116881" y="266857"/>
                  </a:lnTo>
                  <a:lnTo>
                    <a:pt x="117066" y="266741"/>
                  </a:lnTo>
                  <a:lnTo>
                    <a:pt x="117560" y="266961"/>
                  </a:lnTo>
                  <a:lnTo>
                    <a:pt x="117710" y="266923"/>
                  </a:lnTo>
                  <a:lnTo>
                    <a:pt x="118276" y="267094"/>
                  </a:lnTo>
                  <a:lnTo>
                    <a:pt x="118515" y="266974"/>
                  </a:lnTo>
                  <a:lnTo>
                    <a:pt x="118675" y="266947"/>
                  </a:lnTo>
                  <a:lnTo>
                    <a:pt x="118890" y="267115"/>
                  </a:lnTo>
                  <a:lnTo>
                    <a:pt x="118922" y="267285"/>
                  </a:lnTo>
                  <a:lnTo>
                    <a:pt x="119213" y="267361"/>
                  </a:lnTo>
                  <a:lnTo>
                    <a:pt x="119594" y="267265"/>
                  </a:lnTo>
                  <a:lnTo>
                    <a:pt x="119730" y="267224"/>
                  </a:lnTo>
                  <a:lnTo>
                    <a:pt x="119923" y="267021"/>
                  </a:lnTo>
                  <a:lnTo>
                    <a:pt x="119911" y="266545"/>
                  </a:lnTo>
                  <a:lnTo>
                    <a:pt x="119883" y="266356"/>
                  </a:lnTo>
                  <a:lnTo>
                    <a:pt x="119896" y="265698"/>
                  </a:lnTo>
                  <a:lnTo>
                    <a:pt x="119832" y="265489"/>
                  </a:lnTo>
                  <a:lnTo>
                    <a:pt x="119821" y="265212"/>
                  </a:lnTo>
                  <a:lnTo>
                    <a:pt x="119660" y="264789"/>
                  </a:lnTo>
                  <a:lnTo>
                    <a:pt x="119583" y="264494"/>
                  </a:lnTo>
                  <a:lnTo>
                    <a:pt x="119558" y="264348"/>
                  </a:lnTo>
                  <a:lnTo>
                    <a:pt x="119522" y="263797"/>
                  </a:lnTo>
                  <a:lnTo>
                    <a:pt x="120249" y="263515"/>
                  </a:lnTo>
                  <a:lnTo>
                    <a:pt x="120386" y="263531"/>
                  </a:lnTo>
                  <a:lnTo>
                    <a:pt x="120597" y="263703"/>
                  </a:lnTo>
                  <a:lnTo>
                    <a:pt x="120621" y="263850"/>
                  </a:lnTo>
                  <a:lnTo>
                    <a:pt x="120806" y="264221"/>
                  </a:lnTo>
                  <a:lnTo>
                    <a:pt x="121635" y="264377"/>
                  </a:lnTo>
                  <a:lnTo>
                    <a:pt x="121791" y="264388"/>
                  </a:lnTo>
                  <a:lnTo>
                    <a:pt x="121898" y="264255"/>
                  </a:lnTo>
                  <a:lnTo>
                    <a:pt x="122035" y="263980"/>
                  </a:lnTo>
                  <a:lnTo>
                    <a:pt x="122302" y="263726"/>
                  </a:lnTo>
                  <a:lnTo>
                    <a:pt x="122751" y="263206"/>
                  </a:lnTo>
                  <a:lnTo>
                    <a:pt x="122737" y="263072"/>
                  </a:lnTo>
                  <a:lnTo>
                    <a:pt x="122827" y="262899"/>
                  </a:lnTo>
                  <a:lnTo>
                    <a:pt x="122958" y="262944"/>
                  </a:lnTo>
                  <a:lnTo>
                    <a:pt x="124193" y="262898"/>
                  </a:lnTo>
                  <a:lnTo>
                    <a:pt x="124332" y="263036"/>
                  </a:lnTo>
                  <a:lnTo>
                    <a:pt x="124995" y="263127"/>
                  </a:lnTo>
                  <a:lnTo>
                    <a:pt x="125099" y="262937"/>
                  </a:lnTo>
                  <a:lnTo>
                    <a:pt x="125283" y="262642"/>
                  </a:lnTo>
                  <a:lnTo>
                    <a:pt x="125453" y="262763"/>
                  </a:lnTo>
                  <a:lnTo>
                    <a:pt x="125903" y="263025"/>
                  </a:lnTo>
                  <a:lnTo>
                    <a:pt x="126081" y="263045"/>
                  </a:lnTo>
                  <a:lnTo>
                    <a:pt x="126077" y="262872"/>
                  </a:lnTo>
                  <a:lnTo>
                    <a:pt x="126051" y="262745"/>
                  </a:lnTo>
                  <a:lnTo>
                    <a:pt x="126690" y="262951"/>
                  </a:lnTo>
                  <a:lnTo>
                    <a:pt x="126904" y="262952"/>
                  </a:lnTo>
                  <a:lnTo>
                    <a:pt x="127181" y="262639"/>
                  </a:lnTo>
                  <a:lnTo>
                    <a:pt x="127583" y="262182"/>
                  </a:lnTo>
                  <a:lnTo>
                    <a:pt x="127577" y="262001"/>
                  </a:lnTo>
                  <a:lnTo>
                    <a:pt x="127599" y="261870"/>
                  </a:lnTo>
                  <a:lnTo>
                    <a:pt x="127663" y="261574"/>
                  </a:lnTo>
                  <a:lnTo>
                    <a:pt x="127688" y="261241"/>
                  </a:lnTo>
                  <a:lnTo>
                    <a:pt x="127544" y="260926"/>
                  </a:lnTo>
                  <a:lnTo>
                    <a:pt x="127599" y="260703"/>
                  </a:lnTo>
                  <a:lnTo>
                    <a:pt x="127689" y="260570"/>
                  </a:lnTo>
                  <a:lnTo>
                    <a:pt x="127734" y="260417"/>
                  </a:lnTo>
                  <a:lnTo>
                    <a:pt x="127768" y="259966"/>
                  </a:lnTo>
                  <a:lnTo>
                    <a:pt x="127945" y="259652"/>
                  </a:lnTo>
                  <a:lnTo>
                    <a:pt x="128288" y="259470"/>
                  </a:lnTo>
                  <a:lnTo>
                    <a:pt x="128434" y="259346"/>
                  </a:lnTo>
                  <a:lnTo>
                    <a:pt x="128794" y="259189"/>
                  </a:lnTo>
                  <a:lnTo>
                    <a:pt x="129416" y="258738"/>
                  </a:lnTo>
                  <a:lnTo>
                    <a:pt x="129589" y="258440"/>
                  </a:lnTo>
                  <a:lnTo>
                    <a:pt x="130163" y="257852"/>
                  </a:lnTo>
                  <a:lnTo>
                    <a:pt x="130304" y="257803"/>
                  </a:lnTo>
                  <a:lnTo>
                    <a:pt x="130409" y="257497"/>
                  </a:lnTo>
                  <a:lnTo>
                    <a:pt x="130615" y="257280"/>
                  </a:lnTo>
                  <a:lnTo>
                    <a:pt x="130719" y="257112"/>
                  </a:lnTo>
                  <a:lnTo>
                    <a:pt x="130817" y="256831"/>
                  </a:lnTo>
                  <a:lnTo>
                    <a:pt x="130966" y="256713"/>
                  </a:lnTo>
                  <a:lnTo>
                    <a:pt x="131178" y="256635"/>
                  </a:lnTo>
                  <a:lnTo>
                    <a:pt x="131395" y="256562"/>
                  </a:lnTo>
                  <a:lnTo>
                    <a:pt x="131798" y="256379"/>
                  </a:lnTo>
                  <a:lnTo>
                    <a:pt x="131991" y="256370"/>
                  </a:lnTo>
                  <a:lnTo>
                    <a:pt x="132181" y="256435"/>
                  </a:lnTo>
                  <a:lnTo>
                    <a:pt x="132366" y="256315"/>
                  </a:lnTo>
                  <a:lnTo>
                    <a:pt x="132528" y="256126"/>
                  </a:lnTo>
                  <a:lnTo>
                    <a:pt x="132766" y="256005"/>
                  </a:lnTo>
                  <a:lnTo>
                    <a:pt x="132970" y="255903"/>
                  </a:lnTo>
                  <a:lnTo>
                    <a:pt x="133217" y="256006"/>
                  </a:lnTo>
                  <a:lnTo>
                    <a:pt x="133348" y="256067"/>
                  </a:lnTo>
                  <a:lnTo>
                    <a:pt x="133672" y="256410"/>
                  </a:lnTo>
                  <a:lnTo>
                    <a:pt x="133960" y="256514"/>
                  </a:lnTo>
                  <a:lnTo>
                    <a:pt x="134267" y="256293"/>
                  </a:lnTo>
                  <a:lnTo>
                    <a:pt x="134545" y="255859"/>
                  </a:lnTo>
                  <a:lnTo>
                    <a:pt x="134808" y="255580"/>
                  </a:lnTo>
                  <a:lnTo>
                    <a:pt x="135057" y="255354"/>
                  </a:lnTo>
                  <a:lnTo>
                    <a:pt x="135343" y="254864"/>
                  </a:lnTo>
                  <a:lnTo>
                    <a:pt x="135764" y="254149"/>
                  </a:lnTo>
                  <a:lnTo>
                    <a:pt x="136038" y="253978"/>
                  </a:lnTo>
                  <a:lnTo>
                    <a:pt x="136031" y="253841"/>
                  </a:lnTo>
                  <a:lnTo>
                    <a:pt x="136059" y="253651"/>
                  </a:lnTo>
                  <a:lnTo>
                    <a:pt x="136400" y="253362"/>
                  </a:lnTo>
                  <a:lnTo>
                    <a:pt x="136583" y="253385"/>
                  </a:lnTo>
                  <a:lnTo>
                    <a:pt x="136875" y="253380"/>
                  </a:lnTo>
                  <a:lnTo>
                    <a:pt x="137203" y="253272"/>
                  </a:lnTo>
                  <a:lnTo>
                    <a:pt x="137362" y="252939"/>
                  </a:lnTo>
                  <a:lnTo>
                    <a:pt x="137563" y="252427"/>
                  </a:lnTo>
                  <a:lnTo>
                    <a:pt x="137872" y="252144"/>
                  </a:lnTo>
                  <a:lnTo>
                    <a:pt x="138073" y="251882"/>
                  </a:lnTo>
                  <a:lnTo>
                    <a:pt x="138305" y="251559"/>
                  </a:lnTo>
                  <a:lnTo>
                    <a:pt x="138445" y="251174"/>
                  </a:lnTo>
                  <a:lnTo>
                    <a:pt x="138471" y="250901"/>
                  </a:lnTo>
                  <a:lnTo>
                    <a:pt x="138341" y="250548"/>
                  </a:lnTo>
                  <a:lnTo>
                    <a:pt x="138280" y="250419"/>
                  </a:lnTo>
                  <a:lnTo>
                    <a:pt x="138385" y="250092"/>
                  </a:lnTo>
                  <a:lnTo>
                    <a:pt x="138163" y="249723"/>
                  </a:lnTo>
                  <a:lnTo>
                    <a:pt x="137957" y="249586"/>
                  </a:lnTo>
                  <a:lnTo>
                    <a:pt x="137900" y="249390"/>
                  </a:lnTo>
                  <a:lnTo>
                    <a:pt x="137968" y="249003"/>
                  </a:lnTo>
                  <a:lnTo>
                    <a:pt x="137991" y="248774"/>
                  </a:lnTo>
                  <a:lnTo>
                    <a:pt x="138063" y="248142"/>
                  </a:lnTo>
                  <a:lnTo>
                    <a:pt x="138258" y="247968"/>
                  </a:lnTo>
                  <a:lnTo>
                    <a:pt x="138407" y="247930"/>
                  </a:lnTo>
                  <a:lnTo>
                    <a:pt x="138829" y="247973"/>
                  </a:lnTo>
                  <a:lnTo>
                    <a:pt x="138995" y="247880"/>
                  </a:lnTo>
                  <a:lnTo>
                    <a:pt x="138848" y="247383"/>
                  </a:lnTo>
                  <a:lnTo>
                    <a:pt x="138684" y="247303"/>
                  </a:lnTo>
                  <a:lnTo>
                    <a:pt x="138652" y="247066"/>
                  </a:lnTo>
                  <a:lnTo>
                    <a:pt x="138697" y="246663"/>
                  </a:lnTo>
                  <a:lnTo>
                    <a:pt x="138862" y="246547"/>
                  </a:lnTo>
                  <a:lnTo>
                    <a:pt x="139249" y="246453"/>
                  </a:lnTo>
                  <a:lnTo>
                    <a:pt x="139811" y="246802"/>
                  </a:lnTo>
                  <a:lnTo>
                    <a:pt x="140002" y="246701"/>
                  </a:lnTo>
                  <a:lnTo>
                    <a:pt x="140332" y="246145"/>
                  </a:lnTo>
                  <a:lnTo>
                    <a:pt x="140555" y="246008"/>
                  </a:lnTo>
                  <a:lnTo>
                    <a:pt x="140751" y="245844"/>
                  </a:lnTo>
                  <a:lnTo>
                    <a:pt x="140925" y="245604"/>
                  </a:lnTo>
                  <a:lnTo>
                    <a:pt x="141053" y="245432"/>
                  </a:lnTo>
                  <a:lnTo>
                    <a:pt x="141451" y="245207"/>
                  </a:lnTo>
                  <a:lnTo>
                    <a:pt x="141699" y="245028"/>
                  </a:lnTo>
                  <a:lnTo>
                    <a:pt x="141927" y="244821"/>
                  </a:lnTo>
                  <a:lnTo>
                    <a:pt x="142111" y="244644"/>
                  </a:lnTo>
                  <a:lnTo>
                    <a:pt x="142509" y="244292"/>
                  </a:lnTo>
                  <a:lnTo>
                    <a:pt x="142553" y="244165"/>
                  </a:lnTo>
                  <a:lnTo>
                    <a:pt x="142571" y="243905"/>
                  </a:lnTo>
                  <a:lnTo>
                    <a:pt x="142561" y="243432"/>
                  </a:lnTo>
                  <a:lnTo>
                    <a:pt x="142535" y="242952"/>
                  </a:lnTo>
                  <a:lnTo>
                    <a:pt x="142430" y="242704"/>
                  </a:lnTo>
                  <a:lnTo>
                    <a:pt x="142365" y="242470"/>
                  </a:lnTo>
                  <a:lnTo>
                    <a:pt x="142457" y="242340"/>
                  </a:lnTo>
                  <a:lnTo>
                    <a:pt x="143007" y="242108"/>
                  </a:lnTo>
                  <a:lnTo>
                    <a:pt x="143486" y="242008"/>
                  </a:lnTo>
                  <a:lnTo>
                    <a:pt x="143560" y="241851"/>
                  </a:lnTo>
                  <a:lnTo>
                    <a:pt x="143725" y="241672"/>
                  </a:lnTo>
                  <a:lnTo>
                    <a:pt x="143880" y="241744"/>
                  </a:lnTo>
                  <a:lnTo>
                    <a:pt x="144150" y="242003"/>
                  </a:lnTo>
                  <a:lnTo>
                    <a:pt x="144581" y="242275"/>
                  </a:lnTo>
                  <a:lnTo>
                    <a:pt x="144624" y="241932"/>
                  </a:lnTo>
                  <a:lnTo>
                    <a:pt x="144621" y="241705"/>
                  </a:lnTo>
                  <a:lnTo>
                    <a:pt x="144632" y="241325"/>
                  </a:lnTo>
                  <a:lnTo>
                    <a:pt x="144527" y="240940"/>
                  </a:lnTo>
                  <a:lnTo>
                    <a:pt x="144553" y="240768"/>
                  </a:lnTo>
                  <a:lnTo>
                    <a:pt x="144582" y="240629"/>
                  </a:lnTo>
                  <a:lnTo>
                    <a:pt x="144704" y="240343"/>
                  </a:lnTo>
                  <a:lnTo>
                    <a:pt x="144802" y="240177"/>
                  </a:lnTo>
                  <a:lnTo>
                    <a:pt x="144856" y="239885"/>
                  </a:lnTo>
                  <a:lnTo>
                    <a:pt x="144738" y="239733"/>
                  </a:lnTo>
                  <a:lnTo>
                    <a:pt x="144661" y="238982"/>
                  </a:lnTo>
                  <a:lnTo>
                    <a:pt x="144587" y="238798"/>
                  </a:lnTo>
                  <a:lnTo>
                    <a:pt x="144705" y="238520"/>
                  </a:lnTo>
                  <a:lnTo>
                    <a:pt x="144847" y="238273"/>
                  </a:lnTo>
                  <a:lnTo>
                    <a:pt x="144977" y="237957"/>
                  </a:lnTo>
                  <a:lnTo>
                    <a:pt x="144940" y="237775"/>
                  </a:lnTo>
                  <a:lnTo>
                    <a:pt x="144772" y="237701"/>
                  </a:lnTo>
                  <a:lnTo>
                    <a:pt x="144577" y="237546"/>
                  </a:lnTo>
                  <a:lnTo>
                    <a:pt x="144518" y="237367"/>
                  </a:lnTo>
                  <a:lnTo>
                    <a:pt x="144568" y="237045"/>
                  </a:lnTo>
                  <a:lnTo>
                    <a:pt x="144596" y="236802"/>
                  </a:lnTo>
                  <a:lnTo>
                    <a:pt x="144606" y="236507"/>
                  </a:lnTo>
                  <a:lnTo>
                    <a:pt x="144542" y="236375"/>
                  </a:lnTo>
                  <a:lnTo>
                    <a:pt x="144558" y="236056"/>
                  </a:lnTo>
                  <a:lnTo>
                    <a:pt x="144422" y="235793"/>
                  </a:lnTo>
                  <a:lnTo>
                    <a:pt x="144435" y="235611"/>
                  </a:lnTo>
                  <a:lnTo>
                    <a:pt x="144461" y="235472"/>
                  </a:lnTo>
                  <a:lnTo>
                    <a:pt x="144400" y="235344"/>
                  </a:lnTo>
                  <a:lnTo>
                    <a:pt x="144262" y="235165"/>
                  </a:lnTo>
                  <a:lnTo>
                    <a:pt x="144195" y="234992"/>
                  </a:lnTo>
                  <a:lnTo>
                    <a:pt x="144201" y="234744"/>
                  </a:lnTo>
                  <a:lnTo>
                    <a:pt x="144068" y="234206"/>
                  </a:lnTo>
                  <a:lnTo>
                    <a:pt x="143632" y="234424"/>
                  </a:lnTo>
                  <a:lnTo>
                    <a:pt x="143482" y="234275"/>
                  </a:lnTo>
                  <a:lnTo>
                    <a:pt x="143309" y="233851"/>
                  </a:lnTo>
                  <a:lnTo>
                    <a:pt x="143406" y="233257"/>
                  </a:lnTo>
                  <a:lnTo>
                    <a:pt x="143099" y="233234"/>
                  </a:lnTo>
                  <a:lnTo>
                    <a:pt x="143183" y="232828"/>
                  </a:lnTo>
                  <a:lnTo>
                    <a:pt x="143415" y="232652"/>
                  </a:lnTo>
                  <a:lnTo>
                    <a:pt x="143597" y="232735"/>
                  </a:lnTo>
                  <a:lnTo>
                    <a:pt x="143929" y="232969"/>
                  </a:lnTo>
                  <a:lnTo>
                    <a:pt x="144128" y="233112"/>
                  </a:lnTo>
                  <a:lnTo>
                    <a:pt x="144593" y="232898"/>
                  </a:lnTo>
                  <a:lnTo>
                    <a:pt x="144761" y="232673"/>
                  </a:lnTo>
                  <a:lnTo>
                    <a:pt x="144824" y="232529"/>
                  </a:lnTo>
                  <a:lnTo>
                    <a:pt x="144853" y="232246"/>
                  </a:lnTo>
                  <a:lnTo>
                    <a:pt x="144568" y="231894"/>
                  </a:lnTo>
                  <a:lnTo>
                    <a:pt x="144425" y="231885"/>
                  </a:lnTo>
                  <a:lnTo>
                    <a:pt x="144237" y="232356"/>
                  </a:lnTo>
                  <a:lnTo>
                    <a:pt x="143966" y="232598"/>
                  </a:lnTo>
                  <a:lnTo>
                    <a:pt x="143766" y="232383"/>
                  </a:lnTo>
                  <a:lnTo>
                    <a:pt x="143540" y="232419"/>
                  </a:lnTo>
                  <a:lnTo>
                    <a:pt x="143378" y="232462"/>
                  </a:lnTo>
                  <a:lnTo>
                    <a:pt x="143057" y="232302"/>
                  </a:lnTo>
                  <a:lnTo>
                    <a:pt x="143078" y="232174"/>
                  </a:lnTo>
                  <a:lnTo>
                    <a:pt x="143077" y="231982"/>
                  </a:lnTo>
                  <a:lnTo>
                    <a:pt x="142857" y="231727"/>
                  </a:lnTo>
                  <a:lnTo>
                    <a:pt x="142595" y="231688"/>
                  </a:lnTo>
                  <a:lnTo>
                    <a:pt x="142614" y="231527"/>
                  </a:lnTo>
                  <a:lnTo>
                    <a:pt x="142778" y="231182"/>
                  </a:lnTo>
                  <a:lnTo>
                    <a:pt x="143519" y="230931"/>
                  </a:lnTo>
                  <a:lnTo>
                    <a:pt x="144180" y="230672"/>
                  </a:lnTo>
                  <a:lnTo>
                    <a:pt x="144490" y="230524"/>
                  </a:lnTo>
                  <a:lnTo>
                    <a:pt x="144687" y="230387"/>
                  </a:lnTo>
                  <a:lnTo>
                    <a:pt x="144897" y="230426"/>
                  </a:lnTo>
                  <a:lnTo>
                    <a:pt x="145036" y="230298"/>
                  </a:lnTo>
                  <a:lnTo>
                    <a:pt x="145219" y="229916"/>
                  </a:lnTo>
                  <a:lnTo>
                    <a:pt x="145743" y="229500"/>
                  </a:lnTo>
                  <a:lnTo>
                    <a:pt x="145878" y="229468"/>
                  </a:lnTo>
                  <a:lnTo>
                    <a:pt x="146064" y="229385"/>
                  </a:lnTo>
                  <a:lnTo>
                    <a:pt x="146260" y="229180"/>
                  </a:lnTo>
                  <a:lnTo>
                    <a:pt x="145555" y="228833"/>
                  </a:lnTo>
                  <a:lnTo>
                    <a:pt x="145238" y="228487"/>
                  </a:lnTo>
                  <a:lnTo>
                    <a:pt x="145103" y="228346"/>
                  </a:lnTo>
                  <a:lnTo>
                    <a:pt x="144942" y="228262"/>
                  </a:lnTo>
                  <a:lnTo>
                    <a:pt x="144809" y="228126"/>
                  </a:lnTo>
                  <a:lnTo>
                    <a:pt x="144714" y="227998"/>
                  </a:lnTo>
                  <a:lnTo>
                    <a:pt x="144395" y="227671"/>
                  </a:lnTo>
                  <a:lnTo>
                    <a:pt x="144235" y="227484"/>
                  </a:lnTo>
                  <a:lnTo>
                    <a:pt x="144125" y="227253"/>
                  </a:lnTo>
                  <a:lnTo>
                    <a:pt x="144137" y="227041"/>
                  </a:lnTo>
                  <a:lnTo>
                    <a:pt x="144598" y="226803"/>
                  </a:lnTo>
                  <a:lnTo>
                    <a:pt x="144691" y="226657"/>
                  </a:lnTo>
                  <a:lnTo>
                    <a:pt x="144449" y="226146"/>
                  </a:lnTo>
                  <a:lnTo>
                    <a:pt x="144306" y="226041"/>
                  </a:lnTo>
                  <a:lnTo>
                    <a:pt x="143956" y="225419"/>
                  </a:lnTo>
                  <a:lnTo>
                    <a:pt x="144176" y="224817"/>
                  </a:lnTo>
                  <a:lnTo>
                    <a:pt x="144211" y="224510"/>
                  </a:lnTo>
                  <a:lnTo>
                    <a:pt x="144081" y="224099"/>
                  </a:lnTo>
                  <a:lnTo>
                    <a:pt x="144486" y="223826"/>
                  </a:lnTo>
                  <a:lnTo>
                    <a:pt x="145001" y="223387"/>
                  </a:lnTo>
                  <a:lnTo>
                    <a:pt x="145151" y="223220"/>
                  </a:lnTo>
                  <a:lnTo>
                    <a:pt x="145489" y="223000"/>
                  </a:lnTo>
                  <a:lnTo>
                    <a:pt x="145719" y="222963"/>
                  </a:lnTo>
                  <a:lnTo>
                    <a:pt x="145861" y="222725"/>
                  </a:lnTo>
                  <a:lnTo>
                    <a:pt x="146022" y="222577"/>
                  </a:lnTo>
                  <a:lnTo>
                    <a:pt x="146411" y="222535"/>
                  </a:lnTo>
                  <a:lnTo>
                    <a:pt x="146666" y="222012"/>
                  </a:lnTo>
                  <a:lnTo>
                    <a:pt x="146872" y="221918"/>
                  </a:lnTo>
                  <a:lnTo>
                    <a:pt x="147281" y="221785"/>
                  </a:lnTo>
                  <a:lnTo>
                    <a:pt x="147372" y="222055"/>
                  </a:lnTo>
                  <a:lnTo>
                    <a:pt x="147612" y="222191"/>
                  </a:lnTo>
                  <a:lnTo>
                    <a:pt x="147914" y="222137"/>
                  </a:lnTo>
                  <a:lnTo>
                    <a:pt x="148101" y="222400"/>
                  </a:lnTo>
                  <a:lnTo>
                    <a:pt x="148697" y="222370"/>
                  </a:lnTo>
                  <a:lnTo>
                    <a:pt x="148696" y="222780"/>
                  </a:lnTo>
                  <a:lnTo>
                    <a:pt x="148714" y="223098"/>
                  </a:lnTo>
                  <a:lnTo>
                    <a:pt x="149135" y="223265"/>
                  </a:lnTo>
                  <a:lnTo>
                    <a:pt x="149581" y="223317"/>
                  </a:lnTo>
                  <a:lnTo>
                    <a:pt x="149630" y="223165"/>
                  </a:lnTo>
                  <a:lnTo>
                    <a:pt x="150101" y="223220"/>
                  </a:lnTo>
                  <a:lnTo>
                    <a:pt x="150278" y="223220"/>
                  </a:lnTo>
                  <a:lnTo>
                    <a:pt x="150509" y="223256"/>
                  </a:lnTo>
                  <a:lnTo>
                    <a:pt x="150500" y="223498"/>
                  </a:lnTo>
                  <a:lnTo>
                    <a:pt x="150526" y="223742"/>
                  </a:lnTo>
                  <a:lnTo>
                    <a:pt x="150766" y="224068"/>
                  </a:lnTo>
                  <a:lnTo>
                    <a:pt x="151092" y="224008"/>
                  </a:lnTo>
                  <a:lnTo>
                    <a:pt x="151347" y="224290"/>
                  </a:lnTo>
                  <a:lnTo>
                    <a:pt x="151622" y="224476"/>
                  </a:lnTo>
                  <a:lnTo>
                    <a:pt x="152028" y="224246"/>
                  </a:lnTo>
                  <a:lnTo>
                    <a:pt x="152243" y="223992"/>
                  </a:lnTo>
                  <a:lnTo>
                    <a:pt x="152595" y="223724"/>
                  </a:lnTo>
                  <a:lnTo>
                    <a:pt x="152869" y="223528"/>
                  </a:lnTo>
                  <a:lnTo>
                    <a:pt x="153045" y="223489"/>
                  </a:lnTo>
                  <a:lnTo>
                    <a:pt x="153183" y="223565"/>
                  </a:lnTo>
                  <a:lnTo>
                    <a:pt x="153392" y="223758"/>
                  </a:lnTo>
                  <a:lnTo>
                    <a:pt x="153547" y="223757"/>
                  </a:lnTo>
                  <a:lnTo>
                    <a:pt x="153881" y="224063"/>
                  </a:lnTo>
                  <a:lnTo>
                    <a:pt x="154127" y="224130"/>
                  </a:lnTo>
                  <a:lnTo>
                    <a:pt x="154591" y="224387"/>
                  </a:lnTo>
                  <a:lnTo>
                    <a:pt x="154860" y="224464"/>
                  </a:lnTo>
                  <a:lnTo>
                    <a:pt x="155054" y="224412"/>
                  </a:lnTo>
                  <a:lnTo>
                    <a:pt x="155265" y="224358"/>
                  </a:lnTo>
                  <a:lnTo>
                    <a:pt x="155419" y="224397"/>
                  </a:lnTo>
                  <a:lnTo>
                    <a:pt x="155582" y="224442"/>
                  </a:lnTo>
                  <a:lnTo>
                    <a:pt x="156794" y="224784"/>
                  </a:lnTo>
                  <a:lnTo>
                    <a:pt x="157149" y="225015"/>
                  </a:lnTo>
                  <a:lnTo>
                    <a:pt x="157489" y="225036"/>
                  </a:lnTo>
                  <a:lnTo>
                    <a:pt x="157860" y="225080"/>
                  </a:lnTo>
                  <a:lnTo>
                    <a:pt x="158172" y="224867"/>
                  </a:lnTo>
                  <a:lnTo>
                    <a:pt x="158035" y="224561"/>
                  </a:lnTo>
                  <a:lnTo>
                    <a:pt x="158501" y="224801"/>
                  </a:lnTo>
                  <a:lnTo>
                    <a:pt x="158736" y="224605"/>
                  </a:lnTo>
                  <a:lnTo>
                    <a:pt x="158737" y="224911"/>
                  </a:lnTo>
                  <a:lnTo>
                    <a:pt x="158929" y="225149"/>
                  </a:lnTo>
                  <a:lnTo>
                    <a:pt x="159307" y="224857"/>
                  </a:lnTo>
                  <a:lnTo>
                    <a:pt x="159360" y="224649"/>
                  </a:lnTo>
                  <a:lnTo>
                    <a:pt x="159458" y="224439"/>
                  </a:lnTo>
                  <a:lnTo>
                    <a:pt x="159513" y="224282"/>
                  </a:lnTo>
                  <a:lnTo>
                    <a:pt x="159622" y="223847"/>
                  </a:lnTo>
                  <a:lnTo>
                    <a:pt x="159651" y="223663"/>
                  </a:lnTo>
                  <a:lnTo>
                    <a:pt x="159665" y="223396"/>
                  </a:lnTo>
                  <a:lnTo>
                    <a:pt x="159573" y="223243"/>
                  </a:lnTo>
                  <a:lnTo>
                    <a:pt x="159580" y="222974"/>
                  </a:lnTo>
                  <a:lnTo>
                    <a:pt x="159811" y="222594"/>
                  </a:lnTo>
                  <a:lnTo>
                    <a:pt x="160202" y="222794"/>
                  </a:lnTo>
                  <a:lnTo>
                    <a:pt x="160537" y="222741"/>
                  </a:lnTo>
                  <a:lnTo>
                    <a:pt x="160809" y="222546"/>
                  </a:lnTo>
                  <a:lnTo>
                    <a:pt x="161170" y="222496"/>
                  </a:lnTo>
                  <a:lnTo>
                    <a:pt x="161333" y="222364"/>
                  </a:lnTo>
                  <a:lnTo>
                    <a:pt x="161690" y="222100"/>
                  </a:lnTo>
                  <a:lnTo>
                    <a:pt x="161852" y="221846"/>
                  </a:lnTo>
                  <a:lnTo>
                    <a:pt x="162094" y="221499"/>
                  </a:lnTo>
                  <a:lnTo>
                    <a:pt x="162449" y="221406"/>
                  </a:lnTo>
                  <a:lnTo>
                    <a:pt x="162726" y="221281"/>
                  </a:lnTo>
                  <a:lnTo>
                    <a:pt x="163133" y="221127"/>
                  </a:lnTo>
                  <a:lnTo>
                    <a:pt x="163298" y="221200"/>
                  </a:lnTo>
                  <a:lnTo>
                    <a:pt x="163502" y="221399"/>
                  </a:lnTo>
                  <a:lnTo>
                    <a:pt x="163647" y="221435"/>
                  </a:lnTo>
                  <a:lnTo>
                    <a:pt x="163837" y="221522"/>
                  </a:lnTo>
                  <a:lnTo>
                    <a:pt x="163840" y="221680"/>
                  </a:lnTo>
                  <a:lnTo>
                    <a:pt x="163902" y="221925"/>
                  </a:lnTo>
                  <a:lnTo>
                    <a:pt x="164085" y="222274"/>
                  </a:lnTo>
                  <a:lnTo>
                    <a:pt x="164374" y="222161"/>
                  </a:lnTo>
                  <a:lnTo>
                    <a:pt x="164673" y="222160"/>
                  </a:lnTo>
                  <a:lnTo>
                    <a:pt x="164907" y="222042"/>
                  </a:lnTo>
                  <a:lnTo>
                    <a:pt x="165147" y="221951"/>
                  </a:lnTo>
                  <a:lnTo>
                    <a:pt x="165303" y="221925"/>
                  </a:lnTo>
                  <a:lnTo>
                    <a:pt x="165740" y="221455"/>
                  </a:lnTo>
                  <a:lnTo>
                    <a:pt x="165894" y="221427"/>
                  </a:lnTo>
                  <a:lnTo>
                    <a:pt x="166183" y="221434"/>
                  </a:lnTo>
                  <a:lnTo>
                    <a:pt x="166407" y="221003"/>
                  </a:lnTo>
                  <a:lnTo>
                    <a:pt x="166378" y="220771"/>
                  </a:lnTo>
                  <a:lnTo>
                    <a:pt x="165878" y="220541"/>
                  </a:lnTo>
                  <a:lnTo>
                    <a:pt x="165116" y="220556"/>
                  </a:lnTo>
                  <a:lnTo>
                    <a:pt x="164889" y="220178"/>
                  </a:lnTo>
                  <a:lnTo>
                    <a:pt x="164588" y="219895"/>
                  </a:lnTo>
                  <a:lnTo>
                    <a:pt x="164350" y="218887"/>
                  </a:lnTo>
                  <a:lnTo>
                    <a:pt x="164215" y="218797"/>
                  </a:lnTo>
                  <a:lnTo>
                    <a:pt x="164217" y="218383"/>
                  </a:lnTo>
                  <a:lnTo>
                    <a:pt x="164104" y="218065"/>
                  </a:lnTo>
                  <a:lnTo>
                    <a:pt x="164011" y="217872"/>
                  </a:lnTo>
                  <a:lnTo>
                    <a:pt x="163615" y="217581"/>
                  </a:lnTo>
                  <a:lnTo>
                    <a:pt x="163614" y="217190"/>
                  </a:lnTo>
                  <a:lnTo>
                    <a:pt x="163544" y="216759"/>
                  </a:lnTo>
                  <a:lnTo>
                    <a:pt x="163552" y="216293"/>
                  </a:lnTo>
                  <a:lnTo>
                    <a:pt x="163413" y="215984"/>
                  </a:lnTo>
                  <a:lnTo>
                    <a:pt x="163194" y="215697"/>
                  </a:lnTo>
                  <a:lnTo>
                    <a:pt x="163379" y="215321"/>
                  </a:lnTo>
                  <a:lnTo>
                    <a:pt x="163413" y="215138"/>
                  </a:lnTo>
                  <a:lnTo>
                    <a:pt x="163393" y="214924"/>
                  </a:lnTo>
                  <a:lnTo>
                    <a:pt x="163591" y="214708"/>
                  </a:lnTo>
                  <a:lnTo>
                    <a:pt x="163543" y="214395"/>
                  </a:lnTo>
                  <a:lnTo>
                    <a:pt x="163416" y="214180"/>
                  </a:lnTo>
                  <a:lnTo>
                    <a:pt x="163305" y="214016"/>
                  </a:lnTo>
                  <a:lnTo>
                    <a:pt x="163187" y="213769"/>
                  </a:lnTo>
                  <a:lnTo>
                    <a:pt x="163229" y="213525"/>
                  </a:lnTo>
                  <a:lnTo>
                    <a:pt x="163284" y="213295"/>
                  </a:lnTo>
                  <a:lnTo>
                    <a:pt x="162749" y="213329"/>
                  </a:lnTo>
                  <a:lnTo>
                    <a:pt x="162502" y="213440"/>
                  </a:lnTo>
                  <a:lnTo>
                    <a:pt x="162021" y="213977"/>
                  </a:lnTo>
                  <a:lnTo>
                    <a:pt x="161809" y="214068"/>
                  </a:lnTo>
                  <a:lnTo>
                    <a:pt x="161509" y="214316"/>
                  </a:lnTo>
                  <a:lnTo>
                    <a:pt x="161343" y="214388"/>
                  </a:lnTo>
                  <a:lnTo>
                    <a:pt x="161145" y="214431"/>
                  </a:lnTo>
                  <a:lnTo>
                    <a:pt x="160742" y="214442"/>
                  </a:lnTo>
                  <a:lnTo>
                    <a:pt x="160304" y="213991"/>
                  </a:lnTo>
                  <a:lnTo>
                    <a:pt x="160388" y="213766"/>
                  </a:lnTo>
                  <a:lnTo>
                    <a:pt x="160356" y="213603"/>
                  </a:lnTo>
                  <a:lnTo>
                    <a:pt x="159692" y="213660"/>
                  </a:lnTo>
                  <a:lnTo>
                    <a:pt x="159502" y="213272"/>
                  </a:lnTo>
                  <a:lnTo>
                    <a:pt x="159456" y="212962"/>
                  </a:lnTo>
                  <a:lnTo>
                    <a:pt x="159367" y="212829"/>
                  </a:lnTo>
                  <a:lnTo>
                    <a:pt x="159605" y="212415"/>
                  </a:lnTo>
                  <a:lnTo>
                    <a:pt x="159688" y="211974"/>
                  </a:lnTo>
                  <a:lnTo>
                    <a:pt x="159775" y="211836"/>
                  </a:lnTo>
                  <a:lnTo>
                    <a:pt x="159944" y="211714"/>
                  </a:lnTo>
                  <a:lnTo>
                    <a:pt x="160458" y="211400"/>
                  </a:lnTo>
                  <a:lnTo>
                    <a:pt x="160598" y="211318"/>
                  </a:lnTo>
                  <a:lnTo>
                    <a:pt x="160484" y="210956"/>
                  </a:lnTo>
                  <a:lnTo>
                    <a:pt x="159811" y="210158"/>
                  </a:lnTo>
                  <a:lnTo>
                    <a:pt x="159634" y="210028"/>
                  </a:lnTo>
                  <a:lnTo>
                    <a:pt x="159382" y="209768"/>
                  </a:lnTo>
                  <a:lnTo>
                    <a:pt x="159462" y="209522"/>
                  </a:lnTo>
                  <a:lnTo>
                    <a:pt x="160114" y="209405"/>
                  </a:lnTo>
                  <a:lnTo>
                    <a:pt x="160509" y="209328"/>
                  </a:lnTo>
                  <a:lnTo>
                    <a:pt x="160862" y="209223"/>
                  </a:lnTo>
                  <a:lnTo>
                    <a:pt x="161505" y="209321"/>
                  </a:lnTo>
                  <a:lnTo>
                    <a:pt x="161707" y="209232"/>
                  </a:lnTo>
                  <a:lnTo>
                    <a:pt x="161720" y="209065"/>
                  </a:lnTo>
                  <a:lnTo>
                    <a:pt x="161985" y="209151"/>
                  </a:lnTo>
                  <a:lnTo>
                    <a:pt x="162244" y="209134"/>
                  </a:lnTo>
                  <a:lnTo>
                    <a:pt x="162911" y="208746"/>
                  </a:lnTo>
                  <a:lnTo>
                    <a:pt x="163071" y="208477"/>
                  </a:lnTo>
                  <a:lnTo>
                    <a:pt x="163073" y="208123"/>
                  </a:lnTo>
                  <a:lnTo>
                    <a:pt x="163337" y="207906"/>
                  </a:lnTo>
                  <a:lnTo>
                    <a:pt x="163407" y="207493"/>
                  </a:lnTo>
                  <a:lnTo>
                    <a:pt x="164057" y="206823"/>
                  </a:lnTo>
                  <a:lnTo>
                    <a:pt x="164420" y="206812"/>
                  </a:lnTo>
                  <a:lnTo>
                    <a:pt x="164643" y="206474"/>
                  </a:lnTo>
                  <a:lnTo>
                    <a:pt x="165151" y="206115"/>
                  </a:lnTo>
                  <a:lnTo>
                    <a:pt x="165552" y="206133"/>
                  </a:lnTo>
                  <a:lnTo>
                    <a:pt x="165853" y="205768"/>
                  </a:lnTo>
                  <a:lnTo>
                    <a:pt x="166002" y="206080"/>
                  </a:lnTo>
                  <a:lnTo>
                    <a:pt x="166080" y="206325"/>
                  </a:lnTo>
                  <a:lnTo>
                    <a:pt x="166199" y="206585"/>
                  </a:lnTo>
                  <a:lnTo>
                    <a:pt x="166265" y="206898"/>
                  </a:lnTo>
                  <a:lnTo>
                    <a:pt x="166282" y="207207"/>
                  </a:lnTo>
                  <a:lnTo>
                    <a:pt x="166394" y="207517"/>
                  </a:lnTo>
                  <a:lnTo>
                    <a:pt x="166534" y="207701"/>
                  </a:lnTo>
                  <a:lnTo>
                    <a:pt x="166707" y="207965"/>
                  </a:lnTo>
                  <a:lnTo>
                    <a:pt x="166930" y="208026"/>
                  </a:lnTo>
                  <a:lnTo>
                    <a:pt x="167067" y="208035"/>
                  </a:lnTo>
                  <a:lnTo>
                    <a:pt x="167285" y="207994"/>
                  </a:lnTo>
                  <a:lnTo>
                    <a:pt x="167574" y="207898"/>
                  </a:lnTo>
                  <a:lnTo>
                    <a:pt x="167705" y="207794"/>
                  </a:lnTo>
                  <a:lnTo>
                    <a:pt x="168058" y="207681"/>
                  </a:lnTo>
                  <a:lnTo>
                    <a:pt x="168163" y="207542"/>
                  </a:lnTo>
                  <a:lnTo>
                    <a:pt x="168155" y="207254"/>
                  </a:lnTo>
                  <a:lnTo>
                    <a:pt x="168164" y="206864"/>
                  </a:lnTo>
                  <a:lnTo>
                    <a:pt x="168348" y="206601"/>
                  </a:lnTo>
                  <a:lnTo>
                    <a:pt x="168530" y="206486"/>
                  </a:lnTo>
                  <a:lnTo>
                    <a:pt x="168678" y="206420"/>
                  </a:lnTo>
                  <a:lnTo>
                    <a:pt x="168935" y="206152"/>
                  </a:lnTo>
                  <a:lnTo>
                    <a:pt x="169217" y="205436"/>
                  </a:lnTo>
                  <a:lnTo>
                    <a:pt x="169410" y="205301"/>
                  </a:lnTo>
                  <a:lnTo>
                    <a:pt x="169639" y="205242"/>
                  </a:lnTo>
                  <a:lnTo>
                    <a:pt x="169889" y="205038"/>
                  </a:lnTo>
                  <a:lnTo>
                    <a:pt x="169899" y="204827"/>
                  </a:lnTo>
                  <a:lnTo>
                    <a:pt x="169941" y="204603"/>
                  </a:lnTo>
                  <a:lnTo>
                    <a:pt x="170089" y="204302"/>
                  </a:lnTo>
                  <a:lnTo>
                    <a:pt x="169925" y="204014"/>
                  </a:lnTo>
                  <a:lnTo>
                    <a:pt x="169762" y="203288"/>
                  </a:lnTo>
                  <a:lnTo>
                    <a:pt x="169619" y="202617"/>
                  </a:lnTo>
                  <a:lnTo>
                    <a:pt x="169750" y="202284"/>
                  </a:lnTo>
                  <a:lnTo>
                    <a:pt x="169778" y="202039"/>
                  </a:lnTo>
                  <a:lnTo>
                    <a:pt x="169674" y="201756"/>
                  </a:lnTo>
                  <a:lnTo>
                    <a:pt x="169765" y="201596"/>
                  </a:lnTo>
                  <a:lnTo>
                    <a:pt x="170425" y="201671"/>
                  </a:lnTo>
                  <a:lnTo>
                    <a:pt x="170731" y="201803"/>
                  </a:lnTo>
                  <a:lnTo>
                    <a:pt x="170971" y="201753"/>
                  </a:lnTo>
                  <a:lnTo>
                    <a:pt x="171140" y="201650"/>
                  </a:lnTo>
                  <a:lnTo>
                    <a:pt x="171352" y="201629"/>
                  </a:lnTo>
                  <a:lnTo>
                    <a:pt x="171743" y="201429"/>
                  </a:lnTo>
                  <a:lnTo>
                    <a:pt x="171800" y="201247"/>
                  </a:lnTo>
                  <a:lnTo>
                    <a:pt x="171762" y="201028"/>
                  </a:lnTo>
                  <a:lnTo>
                    <a:pt x="171832" y="200865"/>
                  </a:lnTo>
                  <a:lnTo>
                    <a:pt x="172149" y="200518"/>
                  </a:lnTo>
                  <a:lnTo>
                    <a:pt x="172268" y="200389"/>
                  </a:lnTo>
                  <a:lnTo>
                    <a:pt x="172390" y="200091"/>
                  </a:lnTo>
                  <a:lnTo>
                    <a:pt x="172450" y="199886"/>
                  </a:lnTo>
                  <a:lnTo>
                    <a:pt x="172505" y="199735"/>
                  </a:lnTo>
                  <a:lnTo>
                    <a:pt x="172679" y="199494"/>
                  </a:lnTo>
                  <a:lnTo>
                    <a:pt x="172729" y="199319"/>
                  </a:lnTo>
                  <a:lnTo>
                    <a:pt x="173018" y="199042"/>
                  </a:lnTo>
                  <a:lnTo>
                    <a:pt x="173311" y="198956"/>
                  </a:lnTo>
                  <a:lnTo>
                    <a:pt x="173722" y="199073"/>
                  </a:lnTo>
                  <a:lnTo>
                    <a:pt x="173884" y="198964"/>
                  </a:lnTo>
                  <a:lnTo>
                    <a:pt x="173909" y="198665"/>
                  </a:lnTo>
                  <a:lnTo>
                    <a:pt x="173729" y="198051"/>
                  </a:lnTo>
                  <a:lnTo>
                    <a:pt x="173731" y="197704"/>
                  </a:lnTo>
                  <a:lnTo>
                    <a:pt x="173675" y="197465"/>
                  </a:lnTo>
                  <a:lnTo>
                    <a:pt x="173485" y="197451"/>
                  </a:lnTo>
                  <a:lnTo>
                    <a:pt x="173328" y="197499"/>
                  </a:lnTo>
                  <a:lnTo>
                    <a:pt x="173150" y="197461"/>
                  </a:lnTo>
                  <a:lnTo>
                    <a:pt x="173080" y="197249"/>
                  </a:lnTo>
                  <a:lnTo>
                    <a:pt x="172978" y="196713"/>
                  </a:lnTo>
                  <a:lnTo>
                    <a:pt x="173022" y="196341"/>
                  </a:lnTo>
                  <a:lnTo>
                    <a:pt x="173035" y="196176"/>
                  </a:lnTo>
                  <a:lnTo>
                    <a:pt x="172967" y="195937"/>
                  </a:lnTo>
                  <a:lnTo>
                    <a:pt x="172788" y="195496"/>
                  </a:lnTo>
                  <a:lnTo>
                    <a:pt x="172956" y="195259"/>
                  </a:lnTo>
                  <a:lnTo>
                    <a:pt x="173272" y="194778"/>
                  </a:lnTo>
                  <a:lnTo>
                    <a:pt x="173431" y="194715"/>
                  </a:lnTo>
                  <a:lnTo>
                    <a:pt x="173634" y="194505"/>
                  </a:lnTo>
                  <a:lnTo>
                    <a:pt x="173983" y="193911"/>
                  </a:lnTo>
                  <a:lnTo>
                    <a:pt x="173931" y="193602"/>
                  </a:lnTo>
                  <a:lnTo>
                    <a:pt x="174205" y="193337"/>
                  </a:lnTo>
                  <a:lnTo>
                    <a:pt x="174449" y="193259"/>
                  </a:lnTo>
                  <a:lnTo>
                    <a:pt x="174367" y="192953"/>
                  </a:lnTo>
                  <a:lnTo>
                    <a:pt x="174194" y="192894"/>
                  </a:lnTo>
                  <a:lnTo>
                    <a:pt x="174026" y="192753"/>
                  </a:lnTo>
                  <a:lnTo>
                    <a:pt x="173932" y="192463"/>
                  </a:lnTo>
                  <a:lnTo>
                    <a:pt x="174143" y="192424"/>
                  </a:lnTo>
                  <a:lnTo>
                    <a:pt x="174271" y="192418"/>
                  </a:lnTo>
                  <a:lnTo>
                    <a:pt x="174571" y="192109"/>
                  </a:lnTo>
                  <a:lnTo>
                    <a:pt x="174615" y="191622"/>
                  </a:lnTo>
                  <a:lnTo>
                    <a:pt x="174685" y="191387"/>
                  </a:lnTo>
                  <a:lnTo>
                    <a:pt x="174998" y="191196"/>
                  </a:lnTo>
                  <a:lnTo>
                    <a:pt x="175361" y="190953"/>
                  </a:lnTo>
                  <a:lnTo>
                    <a:pt x="175424" y="190755"/>
                  </a:lnTo>
                  <a:lnTo>
                    <a:pt x="175570" y="190552"/>
                  </a:lnTo>
                  <a:lnTo>
                    <a:pt x="175755" y="190458"/>
                  </a:lnTo>
                  <a:lnTo>
                    <a:pt x="175926" y="190389"/>
                  </a:lnTo>
                  <a:lnTo>
                    <a:pt x="176174" y="190210"/>
                  </a:lnTo>
                  <a:lnTo>
                    <a:pt x="176104" y="189972"/>
                  </a:lnTo>
                  <a:lnTo>
                    <a:pt x="176268" y="189554"/>
                  </a:lnTo>
                  <a:lnTo>
                    <a:pt x="176022" y="189228"/>
                  </a:lnTo>
                  <a:lnTo>
                    <a:pt x="175986" y="188801"/>
                  </a:lnTo>
                  <a:lnTo>
                    <a:pt x="176195" y="188388"/>
                  </a:lnTo>
                  <a:lnTo>
                    <a:pt x="176161" y="187675"/>
                  </a:lnTo>
                  <a:lnTo>
                    <a:pt x="175986" y="187346"/>
                  </a:lnTo>
                  <a:lnTo>
                    <a:pt x="175942" y="186968"/>
                  </a:lnTo>
                  <a:lnTo>
                    <a:pt x="175891" y="186762"/>
                  </a:lnTo>
                  <a:lnTo>
                    <a:pt x="176144" y="186384"/>
                  </a:lnTo>
                  <a:lnTo>
                    <a:pt x="176250" y="186238"/>
                  </a:lnTo>
                  <a:lnTo>
                    <a:pt x="176332" y="185947"/>
                  </a:lnTo>
                  <a:lnTo>
                    <a:pt x="176584" y="185669"/>
                  </a:lnTo>
                  <a:lnTo>
                    <a:pt x="176936" y="185682"/>
                  </a:lnTo>
                  <a:lnTo>
                    <a:pt x="176733" y="185488"/>
                  </a:lnTo>
                  <a:lnTo>
                    <a:pt x="176512" y="185373"/>
                  </a:lnTo>
                  <a:lnTo>
                    <a:pt x="176576" y="185131"/>
                  </a:lnTo>
                  <a:lnTo>
                    <a:pt x="176380" y="185094"/>
                  </a:lnTo>
                  <a:lnTo>
                    <a:pt x="176036" y="185292"/>
                  </a:lnTo>
                  <a:lnTo>
                    <a:pt x="175838" y="185115"/>
                  </a:lnTo>
                  <a:lnTo>
                    <a:pt x="175841" y="184867"/>
                  </a:lnTo>
                  <a:lnTo>
                    <a:pt x="175740" y="184621"/>
                  </a:lnTo>
                  <a:lnTo>
                    <a:pt x="175975" y="184509"/>
                  </a:lnTo>
                  <a:lnTo>
                    <a:pt x="176250" y="184234"/>
                  </a:lnTo>
                  <a:lnTo>
                    <a:pt x="176701" y="184186"/>
                  </a:lnTo>
                  <a:lnTo>
                    <a:pt x="176747" y="184318"/>
                  </a:lnTo>
                  <a:lnTo>
                    <a:pt x="177044" y="184330"/>
                  </a:lnTo>
                  <a:lnTo>
                    <a:pt x="177079" y="184184"/>
                  </a:lnTo>
                  <a:lnTo>
                    <a:pt x="176995" y="183899"/>
                  </a:lnTo>
                  <a:lnTo>
                    <a:pt x="176787" y="184022"/>
                  </a:lnTo>
                  <a:lnTo>
                    <a:pt x="176639" y="184175"/>
                  </a:lnTo>
                  <a:lnTo>
                    <a:pt x="176512" y="184067"/>
                  </a:lnTo>
                  <a:lnTo>
                    <a:pt x="176671" y="183898"/>
                  </a:lnTo>
                  <a:lnTo>
                    <a:pt x="176554" y="183670"/>
                  </a:lnTo>
                  <a:lnTo>
                    <a:pt x="176569" y="183500"/>
                  </a:lnTo>
                  <a:lnTo>
                    <a:pt x="177240" y="183259"/>
                  </a:lnTo>
                  <a:lnTo>
                    <a:pt x="177299" y="183114"/>
                  </a:lnTo>
                  <a:lnTo>
                    <a:pt x="177501" y="182848"/>
                  </a:lnTo>
                  <a:lnTo>
                    <a:pt x="178288" y="182909"/>
                  </a:lnTo>
                  <a:lnTo>
                    <a:pt x="178550" y="183005"/>
                  </a:lnTo>
                  <a:lnTo>
                    <a:pt x="178679" y="182996"/>
                  </a:lnTo>
                  <a:lnTo>
                    <a:pt x="178929" y="183143"/>
                  </a:lnTo>
                  <a:lnTo>
                    <a:pt x="179197" y="183348"/>
                  </a:lnTo>
                  <a:lnTo>
                    <a:pt x="179380" y="183161"/>
                  </a:lnTo>
                  <a:lnTo>
                    <a:pt x="179523" y="182980"/>
                  </a:lnTo>
                  <a:lnTo>
                    <a:pt x="179720" y="182426"/>
                  </a:lnTo>
                  <a:lnTo>
                    <a:pt x="179992" y="182371"/>
                  </a:lnTo>
                  <a:lnTo>
                    <a:pt x="180376" y="182463"/>
                  </a:lnTo>
                  <a:lnTo>
                    <a:pt x="180947" y="182509"/>
                  </a:lnTo>
                  <a:lnTo>
                    <a:pt x="181630" y="182372"/>
                  </a:lnTo>
                  <a:lnTo>
                    <a:pt x="181795" y="182277"/>
                  </a:lnTo>
                  <a:lnTo>
                    <a:pt x="181939" y="181993"/>
                  </a:lnTo>
                  <a:lnTo>
                    <a:pt x="182082" y="182136"/>
                  </a:lnTo>
                  <a:lnTo>
                    <a:pt x="182494" y="181943"/>
                  </a:lnTo>
                  <a:lnTo>
                    <a:pt x="182836" y="18226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9147308" y="1982872"/>
              <a:ext cx="182879" cy="183192"/>
            </a:xfrm>
            <a:custGeom>
              <a:avLst/>
              <a:pathLst>
                <a:path w="182879" h="183192">
                  <a:moveTo>
                    <a:pt x="182879" y="182880"/>
                  </a:moveTo>
                  <a:lnTo>
                    <a:pt x="182790" y="183175"/>
                  </a:lnTo>
                  <a:lnTo>
                    <a:pt x="182529" y="183192"/>
                  </a:lnTo>
                  <a:lnTo>
                    <a:pt x="182479" y="183048"/>
                  </a:lnTo>
                  <a:lnTo>
                    <a:pt x="182659" y="18296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9151438" y="1981344"/>
              <a:ext cx="183629" cy="183521"/>
            </a:xfrm>
            <a:custGeom>
              <a:avLst/>
              <a:pathLst>
                <a:path w="183629" h="183521">
                  <a:moveTo>
                    <a:pt x="182879" y="182880"/>
                  </a:moveTo>
                  <a:lnTo>
                    <a:pt x="182678" y="183395"/>
                  </a:lnTo>
                  <a:lnTo>
                    <a:pt x="182351" y="183521"/>
                  </a:lnTo>
                  <a:lnTo>
                    <a:pt x="182354" y="183368"/>
                  </a:lnTo>
                  <a:lnTo>
                    <a:pt x="182437" y="183146"/>
                  </a:lnTo>
                  <a:lnTo>
                    <a:pt x="182506" y="183005"/>
                  </a:lnTo>
                  <a:lnTo>
                    <a:pt x="182839" y="182746"/>
                  </a:lnTo>
                  <a:lnTo>
                    <a:pt x="183135" y="182599"/>
                  </a:lnTo>
                  <a:lnTo>
                    <a:pt x="183425" y="182208"/>
                  </a:lnTo>
                  <a:lnTo>
                    <a:pt x="183629" y="182552"/>
                  </a:lnTo>
                  <a:lnTo>
                    <a:pt x="183469" y="182784"/>
                  </a:lnTo>
                  <a:lnTo>
                    <a:pt x="183309" y="182943"/>
                  </a:lnTo>
                  <a:lnTo>
                    <a:pt x="183132" y="18280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9146804" y="1980843"/>
              <a:ext cx="183202" cy="183667"/>
            </a:xfrm>
            <a:custGeom>
              <a:avLst/>
              <a:pathLst>
                <a:path w="183202" h="183667">
                  <a:moveTo>
                    <a:pt x="182879" y="182880"/>
                  </a:moveTo>
                  <a:lnTo>
                    <a:pt x="183040" y="182836"/>
                  </a:lnTo>
                  <a:lnTo>
                    <a:pt x="183061" y="182985"/>
                  </a:lnTo>
                  <a:lnTo>
                    <a:pt x="183089" y="183175"/>
                  </a:lnTo>
                  <a:lnTo>
                    <a:pt x="183202" y="183447"/>
                  </a:lnTo>
                  <a:lnTo>
                    <a:pt x="182757" y="183667"/>
                  </a:lnTo>
                  <a:lnTo>
                    <a:pt x="182781" y="183362"/>
                  </a:lnTo>
                  <a:lnTo>
                    <a:pt x="182715" y="18308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9144265" y="1981008"/>
              <a:ext cx="184023" cy="183178"/>
            </a:xfrm>
            <a:custGeom>
              <a:avLst/>
              <a:pathLst>
                <a:path w="184023" h="183178">
                  <a:moveTo>
                    <a:pt x="182879" y="182880"/>
                  </a:moveTo>
                  <a:lnTo>
                    <a:pt x="183337" y="182835"/>
                  </a:lnTo>
                  <a:lnTo>
                    <a:pt x="183517" y="182762"/>
                  </a:lnTo>
                  <a:lnTo>
                    <a:pt x="183853" y="182361"/>
                  </a:lnTo>
                  <a:lnTo>
                    <a:pt x="184023" y="182302"/>
                  </a:lnTo>
                  <a:lnTo>
                    <a:pt x="183880" y="182727"/>
                  </a:lnTo>
                  <a:lnTo>
                    <a:pt x="183188" y="183135"/>
                  </a:lnTo>
                  <a:lnTo>
                    <a:pt x="182858" y="18317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9146276" y="1979661"/>
              <a:ext cx="183301" cy="182939"/>
            </a:xfrm>
            <a:custGeom>
              <a:avLst/>
              <a:pathLst>
                <a:path w="183301" h="182939">
                  <a:moveTo>
                    <a:pt x="182879" y="182880"/>
                  </a:moveTo>
                  <a:lnTo>
                    <a:pt x="183301" y="182592"/>
                  </a:lnTo>
                  <a:lnTo>
                    <a:pt x="183170" y="182764"/>
                  </a:lnTo>
                  <a:lnTo>
                    <a:pt x="183024" y="18293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9156588" y="1974502"/>
              <a:ext cx="183374" cy="183209"/>
            </a:xfrm>
            <a:custGeom>
              <a:avLst/>
              <a:pathLst>
                <a:path w="183374" h="183209">
                  <a:moveTo>
                    <a:pt x="182879" y="182880"/>
                  </a:moveTo>
                  <a:lnTo>
                    <a:pt x="183374" y="182761"/>
                  </a:lnTo>
                  <a:lnTo>
                    <a:pt x="183264" y="183159"/>
                  </a:lnTo>
                  <a:lnTo>
                    <a:pt x="182778" y="18320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9158840" y="1971626"/>
              <a:ext cx="182966" cy="183600"/>
            </a:xfrm>
            <a:custGeom>
              <a:avLst/>
              <a:pathLst>
                <a:path w="182966" h="183600">
                  <a:moveTo>
                    <a:pt x="182879" y="182880"/>
                  </a:moveTo>
                  <a:lnTo>
                    <a:pt x="182966" y="183222"/>
                  </a:lnTo>
                  <a:lnTo>
                    <a:pt x="182881" y="183600"/>
                  </a:lnTo>
                  <a:lnTo>
                    <a:pt x="182540" y="183435"/>
                  </a:lnTo>
                  <a:lnTo>
                    <a:pt x="182472" y="183262"/>
                  </a:lnTo>
                  <a:lnTo>
                    <a:pt x="182504" y="18298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9157847" y="1971257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9157428" y="1971207"/>
              <a:ext cx="182879" cy="183083"/>
            </a:xfrm>
            <a:custGeom>
              <a:avLst/>
              <a:pathLst>
                <a:path w="182879" h="183083">
                  <a:moveTo>
                    <a:pt x="182879" y="182880"/>
                  </a:moveTo>
                  <a:lnTo>
                    <a:pt x="182511" y="183083"/>
                  </a:lnTo>
                  <a:lnTo>
                    <a:pt x="182555" y="18292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9157615" y="1967906"/>
              <a:ext cx="182879" cy="183590"/>
            </a:xfrm>
            <a:custGeom>
              <a:avLst/>
              <a:pathLst>
                <a:path w="182879" h="183590">
                  <a:moveTo>
                    <a:pt x="182879" y="182880"/>
                  </a:moveTo>
                  <a:lnTo>
                    <a:pt x="182704" y="183370"/>
                  </a:lnTo>
                  <a:lnTo>
                    <a:pt x="182493" y="183536"/>
                  </a:lnTo>
                  <a:lnTo>
                    <a:pt x="182203" y="183590"/>
                  </a:lnTo>
                  <a:lnTo>
                    <a:pt x="182393" y="18350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9158879" y="1967524"/>
              <a:ext cx="182879" cy="183113"/>
            </a:xfrm>
            <a:custGeom>
              <a:avLst/>
              <a:pathLst>
                <a:path w="182879" h="183113">
                  <a:moveTo>
                    <a:pt x="182879" y="182880"/>
                  </a:moveTo>
                  <a:lnTo>
                    <a:pt x="182668" y="183113"/>
                  </a:lnTo>
                  <a:lnTo>
                    <a:pt x="182433" y="182932"/>
                  </a:lnTo>
                  <a:lnTo>
                    <a:pt x="182629" y="18283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9158967" y="1966947"/>
              <a:ext cx="182969" cy="183271"/>
            </a:xfrm>
            <a:custGeom>
              <a:avLst/>
              <a:pathLst>
                <a:path w="182969" h="183271">
                  <a:moveTo>
                    <a:pt x="182879" y="182880"/>
                  </a:moveTo>
                  <a:lnTo>
                    <a:pt x="182969" y="183271"/>
                  </a:lnTo>
                  <a:lnTo>
                    <a:pt x="182815" y="183155"/>
                  </a:lnTo>
                  <a:lnTo>
                    <a:pt x="182884" y="18301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9158197" y="1965603"/>
              <a:ext cx="182879" cy="183078"/>
            </a:xfrm>
            <a:custGeom>
              <a:avLst/>
              <a:pathLst>
                <a:path w="182879" h="183078">
                  <a:moveTo>
                    <a:pt x="182879" y="182880"/>
                  </a:moveTo>
                  <a:lnTo>
                    <a:pt x="182423" y="18307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9158683" y="1965886"/>
              <a:ext cx="183101" cy="183005"/>
            </a:xfrm>
            <a:custGeom>
              <a:avLst/>
              <a:pathLst>
                <a:path w="183101" h="183005">
                  <a:moveTo>
                    <a:pt x="182879" y="182880"/>
                  </a:moveTo>
                  <a:lnTo>
                    <a:pt x="182686" y="182799"/>
                  </a:lnTo>
                  <a:lnTo>
                    <a:pt x="182520" y="182573"/>
                  </a:lnTo>
                  <a:lnTo>
                    <a:pt x="182739" y="182498"/>
                  </a:lnTo>
                  <a:lnTo>
                    <a:pt x="183101" y="18300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9157470" y="1965204"/>
              <a:ext cx="183567" cy="183100"/>
            </a:xfrm>
            <a:custGeom>
              <a:avLst/>
              <a:pathLst>
                <a:path w="183567" h="183100">
                  <a:moveTo>
                    <a:pt x="182879" y="182880"/>
                  </a:moveTo>
                  <a:lnTo>
                    <a:pt x="183330" y="182745"/>
                  </a:lnTo>
                  <a:lnTo>
                    <a:pt x="183504" y="182824"/>
                  </a:lnTo>
                  <a:lnTo>
                    <a:pt x="183567" y="183028"/>
                  </a:lnTo>
                  <a:lnTo>
                    <a:pt x="183296" y="18310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9157870" y="1964841"/>
              <a:ext cx="183092" cy="183024"/>
            </a:xfrm>
            <a:custGeom>
              <a:avLst/>
              <a:pathLst>
                <a:path w="183092" h="183024">
                  <a:moveTo>
                    <a:pt x="182879" y="182880"/>
                  </a:moveTo>
                  <a:lnTo>
                    <a:pt x="182077" y="183024"/>
                  </a:lnTo>
                  <a:lnTo>
                    <a:pt x="181785" y="182880"/>
                  </a:lnTo>
                  <a:lnTo>
                    <a:pt x="181856" y="182664"/>
                  </a:lnTo>
                  <a:lnTo>
                    <a:pt x="182105" y="182713"/>
                  </a:lnTo>
                  <a:lnTo>
                    <a:pt x="182410" y="182800"/>
                  </a:lnTo>
                  <a:lnTo>
                    <a:pt x="182670" y="182808"/>
                  </a:lnTo>
                  <a:lnTo>
                    <a:pt x="182831" y="182801"/>
                  </a:lnTo>
                  <a:lnTo>
                    <a:pt x="183092" y="18277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9157299" y="1963457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75" y="182842"/>
                  </a:lnTo>
                  <a:lnTo>
                    <a:pt x="181695" y="182538"/>
                  </a:lnTo>
                  <a:lnTo>
                    <a:pt x="181572" y="181925"/>
                  </a:lnTo>
                  <a:lnTo>
                    <a:pt x="181402" y="181308"/>
                  </a:lnTo>
                  <a:lnTo>
                    <a:pt x="181887" y="181223"/>
                  </a:lnTo>
                  <a:lnTo>
                    <a:pt x="182131" y="181372"/>
                  </a:lnTo>
                  <a:lnTo>
                    <a:pt x="182422" y="18157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9164522" y="1956524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9163873" y="1956466"/>
              <a:ext cx="183502" cy="182880"/>
            </a:xfrm>
            <a:custGeom>
              <a:avLst/>
              <a:pathLst>
                <a:path w="183502" h="182880">
                  <a:moveTo>
                    <a:pt x="182879" y="182880"/>
                  </a:moveTo>
                  <a:lnTo>
                    <a:pt x="183007" y="182683"/>
                  </a:lnTo>
                  <a:lnTo>
                    <a:pt x="183319" y="182397"/>
                  </a:lnTo>
                  <a:lnTo>
                    <a:pt x="183502" y="182431"/>
                  </a:lnTo>
                  <a:lnTo>
                    <a:pt x="183310" y="182715"/>
                  </a:lnTo>
                  <a:lnTo>
                    <a:pt x="183116" y="18286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9163510" y="1952377"/>
              <a:ext cx="183303" cy="183164"/>
            </a:xfrm>
            <a:custGeom>
              <a:avLst/>
              <a:pathLst>
                <a:path w="183303" h="183164">
                  <a:moveTo>
                    <a:pt x="182879" y="182880"/>
                  </a:moveTo>
                  <a:lnTo>
                    <a:pt x="182708" y="183150"/>
                  </a:lnTo>
                  <a:lnTo>
                    <a:pt x="182431" y="183164"/>
                  </a:lnTo>
                  <a:lnTo>
                    <a:pt x="182236" y="182933"/>
                  </a:lnTo>
                  <a:lnTo>
                    <a:pt x="182123" y="182738"/>
                  </a:lnTo>
                  <a:lnTo>
                    <a:pt x="181500" y="182560"/>
                  </a:lnTo>
                  <a:lnTo>
                    <a:pt x="181469" y="182332"/>
                  </a:lnTo>
                  <a:lnTo>
                    <a:pt x="181569" y="181946"/>
                  </a:lnTo>
                  <a:lnTo>
                    <a:pt x="181822" y="181997"/>
                  </a:lnTo>
                  <a:lnTo>
                    <a:pt x="182083" y="182254"/>
                  </a:lnTo>
                  <a:lnTo>
                    <a:pt x="181918" y="182452"/>
                  </a:lnTo>
                  <a:lnTo>
                    <a:pt x="182649" y="182686"/>
                  </a:lnTo>
                  <a:lnTo>
                    <a:pt x="182816" y="182405"/>
                  </a:lnTo>
                  <a:lnTo>
                    <a:pt x="183104" y="182135"/>
                  </a:lnTo>
                  <a:lnTo>
                    <a:pt x="183303" y="181882"/>
                  </a:lnTo>
                  <a:lnTo>
                    <a:pt x="183249" y="182212"/>
                  </a:lnTo>
                  <a:lnTo>
                    <a:pt x="182995" y="18238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9166405" y="1949896"/>
              <a:ext cx="183552" cy="183515"/>
            </a:xfrm>
            <a:custGeom>
              <a:avLst/>
              <a:pathLst>
                <a:path w="183552" h="183515">
                  <a:moveTo>
                    <a:pt x="182879" y="182880"/>
                  </a:moveTo>
                  <a:lnTo>
                    <a:pt x="183173" y="183060"/>
                  </a:lnTo>
                  <a:lnTo>
                    <a:pt x="183216" y="183288"/>
                  </a:lnTo>
                  <a:lnTo>
                    <a:pt x="182774" y="183515"/>
                  </a:lnTo>
                  <a:lnTo>
                    <a:pt x="182717" y="183237"/>
                  </a:lnTo>
                  <a:lnTo>
                    <a:pt x="182153" y="183265"/>
                  </a:lnTo>
                  <a:lnTo>
                    <a:pt x="182375" y="183028"/>
                  </a:lnTo>
                  <a:lnTo>
                    <a:pt x="182538" y="182730"/>
                  </a:lnTo>
                  <a:lnTo>
                    <a:pt x="182333" y="182542"/>
                  </a:lnTo>
                  <a:lnTo>
                    <a:pt x="182165" y="182525"/>
                  </a:lnTo>
                  <a:lnTo>
                    <a:pt x="182455" y="182260"/>
                  </a:lnTo>
                  <a:lnTo>
                    <a:pt x="182656" y="182313"/>
                  </a:lnTo>
                  <a:lnTo>
                    <a:pt x="182795" y="182413"/>
                  </a:lnTo>
                  <a:lnTo>
                    <a:pt x="183175" y="182330"/>
                  </a:lnTo>
                  <a:lnTo>
                    <a:pt x="183552" y="182221"/>
                  </a:lnTo>
                  <a:lnTo>
                    <a:pt x="183495" y="182368"/>
                  </a:lnTo>
                  <a:lnTo>
                    <a:pt x="183055" y="18262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9164907" y="1948400"/>
              <a:ext cx="182879" cy="183324"/>
            </a:xfrm>
            <a:custGeom>
              <a:avLst/>
              <a:pathLst>
                <a:path w="182879" h="183324">
                  <a:moveTo>
                    <a:pt x="182879" y="182880"/>
                  </a:moveTo>
                  <a:lnTo>
                    <a:pt x="182651" y="183324"/>
                  </a:lnTo>
                  <a:lnTo>
                    <a:pt x="182529" y="18293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9166350" y="1946915"/>
              <a:ext cx="183274" cy="184023"/>
            </a:xfrm>
            <a:custGeom>
              <a:avLst/>
              <a:pathLst>
                <a:path w="183274" h="184023">
                  <a:moveTo>
                    <a:pt x="182879" y="182880"/>
                  </a:moveTo>
                  <a:lnTo>
                    <a:pt x="182841" y="183611"/>
                  </a:lnTo>
                  <a:lnTo>
                    <a:pt x="182600" y="183803"/>
                  </a:lnTo>
                  <a:lnTo>
                    <a:pt x="182021" y="184023"/>
                  </a:lnTo>
                  <a:lnTo>
                    <a:pt x="182273" y="183793"/>
                  </a:lnTo>
                  <a:lnTo>
                    <a:pt x="182599" y="183058"/>
                  </a:lnTo>
                  <a:lnTo>
                    <a:pt x="182515" y="182562"/>
                  </a:lnTo>
                  <a:lnTo>
                    <a:pt x="182347" y="182429"/>
                  </a:lnTo>
                  <a:lnTo>
                    <a:pt x="182846" y="182146"/>
                  </a:lnTo>
                  <a:lnTo>
                    <a:pt x="183055" y="182182"/>
                  </a:lnTo>
                  <a:lnTo>
                    <a:pt x="183199" y="182390"/>
                  </a:lnTo>
                  <a:lnTo>
                    <a:pt x="183274" y="18283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9158340" y="1942571"/>
              <a:ext cx="184121" cy="183143"/>
            </a:xfrm>
            <a:custGeom>
              <a:avLst/>
              <a:pathLst>
                <a:path w="184121" h="183143">
                  <a:moveTo>
                    <a:pt x="182879" y="182880"/>
                  </a:moveTo>
                  <a:lnTo>
                    <a:pt x="182843" y="183055"/>
                  </a:lnTo>
                  <a:lnTo>
                    <a:pt x="182693" y="183037"/>
                  </a:lnTo>
                  <a:lnTo>
                    <a:pt x="182308" y="182788"/>
                  </a:lnTo>
                  <a:lnTo>
                    <a:pt x="182512" y="182470"/>
                  </a:lnTo>
                  <a:lnTo>
                    <a:pt x="182649" y="182428"/>
                  </a:lnTo>
                  <a:lnTo>
                    <a:pt x="182896" y="182327"/>
                  </a:lnTo>
                  <a:lnTo>
                    <a:pt x="183244" y="182132"/>
                  </a:lnTo>
                  <a:lnTo>
                    <a:pt x="183643" y="182163"/>
                  </a:lnTo>
                  <a:lnTo>
                    <a:pt x="183960" y="182241"/>
                  </a:lnTo>
                  <a:lnTo>
                    <a:pt x="184109" y="182379"/>
                  </a:lnTo>
                  <a:lnTo>
                    <a:pt x="184121" y="182899"/>
                  </a:lnTo>
                  <a:lnTo>
                    <a:pt x="183765" y="183049"/>
                  </a:lnTo>
                  <a:lnTo>
                    <a:pt x="183544" y="183143"/>
                  </a:lnTo>
                  <a:lnTo>
                    <a:pt x="183424" y="182797"/>
                  </a:lnTo>
                  <a:lnTo>
                    <a:pt x="183090" y="182636"/>
                  </a:lnTo>
                  <a:lnTo>
                    <a:pt x="182917" y="18272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9157594" y="1934026"/>
              <a:ext cx="183778" cy="183361"/>
            </a:xfrm>
            <a:custGeom>
              <a:avLst/>
              <a:pathLst>
                <a:path w="183778" h="183361">
                  <a:moveTo>
                    <a:pt x="182879" y="182880"/>
                  </a:moveTo>
                  <a:lnTo>
                    <a:pt x="183219" y="182878"/>
                  </a:lnTo>
                  <a:lnTo>
                    <a:pt x="183392" y="182891"/>
                  </a:lnTo>
                  <a:lnTo>
                    <a:pt x="183778" y="183081"/>
                  </a:lnTo>
                  <a:lnTo>
                    <a:pt x="183586" y="183361"/>
                  </a:lnTo>
                  <a:lnTo>
                    <a:pt x="183447" y="183328"/>
                  </a:lnTo>
                  <a:lnTo>
                    <a:pt x="183246" y="18316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9165220" y="1933071"/>
              <a:ext cx="183060" cy="184449"/>
            </a:xfrm>
            <a:custGeom>
              <a:avLst/>
              <a:pathLst>
                <a:path w="183060" h="184449">
                  <a:moveTo>
                    <a:pt x="182879" y="182880"/>
                  </a:moveTo>
                  <a:lnTo>
                    <a:pt x="182736" y="182842"/>
                  </a:lnTo>
                  <a:lnTo>
                    <a:pt x="182507" y="182952"/>
                  </a:lnTo>
                  <a:lnTo>
                    <a:pt x="182800" y="183274"/>
                  </a:lnTo>
                  <a:lnTo>
                    <a:pt x="183060" y="183404"/>
                  </a:lnTo>
                  <a:lnTo>
                    <a:pt x="182650" y="183702"/>
                  </a:lnTo>
                  <a:lnTo>
                    <a:pt x="182684" y="183947"/>
                  </a:lnTo>
                  <a:lnTo>
                    <a:pt x="182797" y="184104"/>
                  </a:lnTo>
                  <a:lnTo>
                    <a:pt x="182867" y="184293"/>
                  </a:lnTo>
                  <a:lnTo>
                    <a:pt x="182595" y="184449"/>
                  </a:lnTo>
                  <a:lnTo>
                    <a:pt x="182324" y="184440"/>
                  </a:lnTo>
                  <a:lnTo>
                    <a:pt x="182128" y="184316"/>
                  </a:lnTo>
                  <a:lnTo>
                    <a:pt x="182033" y="183850"/>
                  </a:lnTo>
                  <a:lnTo>
                    <a:pt x="181594" y="183943"/>
                  </a:lnTo>
                  <a:lnTo>
                    <a:pt x="181223" y="183501"/>
                  </a:lnTo>
                  <a:lnTo>
                    <a:pt x="181071" y="183442"/>
                  </a:lnTo>
                  <a:lnTo>
                    <a:pt x="180908" y="183283"/>
                  </a:lnTo>
                  <a:lnTo>
                    <a:pt x="180982" y="183116"/>
                  </a:lnTo>
                  <a:lnTo>
                    <a:pt x="180997" y="182240"/>
                  </a:lnTo>
                  <a:lnTo>
                    <a:pt x="181712" y="182217"/>
                  </a:lnTo>
                  <a:lnTo>
                    <a:pt x="181886" y="182262"/>
                  </a:lnTo>
                  <a:lnTo>
                    <a:pt x="182171" y="182172"/>
                  </a:lnTo>
                  <a:lnTo>
                    <a:pt x="182509" y="182325"/>
                  </a:lnTo>
                  <a:lnTo>
                    <a:pt x="182686" y="18244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9159573" y="193306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711" y="182539"/>
                  </a:lnTo>
                  <a:lnTo>
                    <a:pt x="182866" y="18279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9158682" y="1931819"/>
              <a:ext cx="183427" cy="183671"/>
            </a:xfrm>
            <a:custGeom>
              <a:avLst/>
              <a:pathLst>
                <a:path w="183427" h="183671">
                  <a:moveTo>
                    <a:pt x="182879" y="182880"/>
                  </a:moveTo>
                  <a:lnTo>
                    <a:pt x="183176" y="182895"/>
                  </a:lnTo>
                  <a:lnTo>
                    <a:pt x="183328" y="183067"/>
                  </a:lnTo>
                  <a:lnTo>
                    <a:pt x="183427" y="183346"/>
                  </a:lnTo>
                  <a:lnTo>
                    <a:pt x="183242" y="183671"/>
                  </a:lnTo>
                  <a:lnTo>
                    <a:pt x="183028" y="183501"/>
                  </a:lnTo>
                  <a:lnTo>
                    <a:pt x="182855" y="18311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9166750" y="1930460"/>
              <a:ext cx="183553" cy="185418"/>
            </a:xfrm>
            <a:custGeom>
              <a:avLst/>
              <a:pathLst>
                <a:path w="183553" h="185418">
                  <a:moveTo>
                    <a:pt x="182879" y="182880"/>
                  </a:moveTo>
                  <a:lnTo>
                    <a:pt x="182789" y="183086"/>
                  </a:lnTo>
                  <a:lnTo>
                    <a:pt x="182676" y="183401"/>
                  </a:lnTo>
                  <a:lnTo>
                    <a:pt x="182929" y="183646"/>
                  </a:lnTo>
                  <a:lnTo>
                    <a:pt x="183104" y="183673"/>
                  </a:lnTo>
                  <a:lnTo>
                    <a:pt x="183553" y="183839"/>
                  </a:lnTo>
                  <a:lnTo>
                    <a:pt x="183203" y="184733"/>
                  </a:lnTo>
                  <a:lnTo>
                    <a:pt x="182967" y="185335"/>
                  </a:lnTo>
                  <a:lnTo>
                    <a:pt x="182711" y="185418"/>
                  </a:lnTo>
                  <a:lnTo>
                    <a:pt x="182382" y="185294"/>
                  </a:lnTo>
                  <a:lnTo>
                    <a:pt x="182410" y="185154"/>
                  </a:lnTo>
                  <a:lnTo>
                    <a:pt x="182225" y="185165"/>
                  </a:lnTo>
                  <a:lnTo>
                    <a:pt x="181692" y="185180"/>
                  </a:lnTo>
                  <a:lnTo>
                    <a:pt x="181387" y="185087"/>
                  </a:lnTo>
                  <a:lnTo>
                    <a:pt x="180908" y="184403"/>
                  </a:lnTo>
                  <a:lnTo>
                    <a:pt x="180429" y="184185"/>
                  </a:lnTo>
                  <a:lnTo>
                    <a:pt x="180281" y="184121"/>
                  </a:lnTo>
                  <a:lnTo>
                    <a:pt x="180050" y="184078"/>
                  </a:lnTo>
                  <a:lnTo>
                    <a:pt x="179582" y="184036"/>
                  </a:lnTo>
                  <a:lnTo>
                    <a:pt x="179417" y="184079"/>
                  </a:lnTo>
                  <a:lnTo>
                    <a:pt x="179230" y="184171"/>
                  </a:lnTo>
                  <a:lnTo>
                    <a:pt x="179182" y="184024"/>
                  </a:lnTo>
                  <a:lnTo>
                    <a:pt x="179076" y="183394"/>
                  </a:lnTo>
                  <a:lnTo>
                    <a:pt x="179150" y="183251"/>
                  </a:lnTo>
                  <a:lnTo>
                    <a:pt x="179142" y="183056"/>
                  </a:lnTo>
                  <a:lnTo>
                    <a:pt x="179318" y="182438"/>
                  </a:lnTo>
                  <a:lnTo>
                    <a:pt x="179979" y="182293"/>
                  </a:lnTo>
                  <a:lnTo>
                    <a:pt x="180425" y="182408"/>
                  </a:lnTo>
                  <a:lnTo>
                    <a:pt x="180645" y="182696"/>
                  </a:lnTo>
                  <a:lnTo>
                    <a:pt x="180808" y="182756"/>
                  </a:lnTo>
                  <a:lnTo>
                    <a:pt x="181072" y="182829"/>
                  </a:lnTo>
                  <a:lnTo>
                    <a:pt x="181220" y="182862"/>
                  </a:lnTo>
                  <a:lnTo>
                    <a:pt x="181465" y="182860"/>
                  </a:lnTo>
                  <a:lnTo>
                    <a:pt x="181769" y="182821"/>
                  </a:lnTo>
                  <a:lnTo>
                    <a:pt x="182174" y="182760"/>
                  </a:lnTo>
                  <a:lnTo>
                    <a:pt x="182531" y="18270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9166501" y="1929076"/>
              <a:ext cx="183279" cy="183262"/>
            </a:xfrm>
            <a:custGeom>
              <a:avLst/>
              <a:pathLst>
                <a:path w="183279" h="183262">
                  <a:moveTo>
                    <a:pt x="182879" y="182880"/>
                  </a:moveTo>
                  <a:lnTo>
                    <a:pt x="183012" y="182884"/>
                  </a:lnTo>
                  <a:lnTo>
                    <a:pt x="183279" y="183227"/>
                  </a:lnTo>
                  <a:lnTo>
                    <a:pt x="183084" y="183262"/>
                  </a:lnTo>
                  <a:lnTo>
                    <a:pt x="182837" y="183254"/>
                  </a:lnTo>
                  <a:lnTo>
                    <a:pt x="182506" y="183166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9155091" y="1927760"/>
              <a:ext cx="182879" cy="183073"/>
            </a:xfrm>
            <a:custGeom>
              <a:avLst/>
              <a:pathLst>
                <a:path w="182879" h="183073">
                  <a:moveTo>
                    <a:pt x="182879" y="182880"/>
                  </a:moveTo>
                  <a:lnTo>
                    <a:pt x="182671" y="183073"/>
                  </a:lnTo>
                  <a:lnTo>
                    <a:pt x="182586" y="18290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9163265" y="1922834"/>
              <a:ext cx="183397" cy="183513"/>
            </a:xfrm>
            <a:custGeom>
              <a:avLst/>
              <a:pathLst>
                <a:path w="183397" h="183513">
                  <a:moveTo>
                    <a:pt x="182879" y="182880"/>
                  </a:moveTo>
                  <a:lnTo>
                    <a:pt x="183033" y="182642"/>
                  </a:lnTo>
                  <a:lnTo>
                    <a:pt x="183105" y="182469"/>
                  </a:lnTo>
                  <a:lnTo>
                    <a:pt x="183144" y="182237"/>
                  </a:lnTo>
                  <a:lnTo>
                    <a:pt x="183253" y="182000"/>
                  </a:lnTo>
                  <a:lnTo>
                    <a:pt x="183280" y="182706"/>
                  </a:lnTo>
                  <a:lnTo>
                    <a:pt x="183397" y="183079"/>
                  </a:lnTo>
                  <a:lnTo>
                    <a:pt x="183060" y="183513"/>
                  </a:lnTo>
                  <a:lnTo>
                    <a:pt x="183050" y="183343"/>
                  </a:lnTo>
                  <a:lnTo>
                    <a:pt x="183016" y="18320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9154672" y="1913313"/>
              <a:ext cx="182879" cy="182892"/>
            </a:xfrm>
            <a:custGeom>
              <a:avLst/>
              <a:pathLst>
                <a:path w="182879" h="182892">
                  <a:moveTo>
                    <a:pt x="182879" y="182880"/>
                  </a:moveTo>
                  <a:lnTo>
                    <a:pt x="182481" y="182892"/>
                  </a:lnTo>
                  <a:lnTo>
                    <a:pt x="182760" y="18272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9155065" y="1912768"/>
              <a:ext cx="183378" cy="183160"/>
            </a:xfrm>
            <a:custGeom>
              <a:avLst/>
              <a:pathLst>
                <a:path w="183378" h="183160">
                  <a:moveTo>
                    <a:pt x="182879" y="182880"/>
                  </a:moveTo>
                  <a:lnTo>
                    <a:pt x="183117" y="182663"/>
                  </a:lnTo>
                  <a:lnTo>
                    <a:pt x="183378" y="182849"/>
                  </a:lnTo>
                  <a:lnTo>
                    <a:pt x="182600" y="18316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9154513" y="1912079"/>
              <a:ext cx="183008" cy="182880"/>
            </a:xfrm>
            <a:custGeom>
              <a:avLst/>
              <a:pathLst>
                <a:path w="183008" h="182880">
                  <a:moveTo>
                    <a:pt x="182879" y="182880"/>
                  </a:moveTo>
                  <a:lnTo>
                    <a:pt x="182616" y="182809"/>
                  </a:lnTo>
                  <a:lnTo>
                    <a:pt x="182432" y="182690"/>
                  </a:lnTo>
                  <a:lnTo>
                    <a:pt x="181866" y="182388"/>
                  </a:lnTo>
                  <a:lnTo>
                    <a:pt x="181995" y="182246"/>
                  </a:lnTo>
                  <a:lnTo>
                    <a:pt x="182212" y="182217"/>
                  </a:lnTo>
                  <a:lnTo>
                    <a:pt x="182535" y="182234"/>
                  </a:lnTo>
                  <a:lnTo>
                    <a:pt x="182558" y="182434"/>
                  </a:lnTo>
                  <a:lnTo>
                    <a:pt x="183008" y="18260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9154328" y="1911257"/>
              <a:ext cx="183008" cy="182880"/>
            </a:xfrm>
            <a:custGeom>
              <a:avLst/>
              <a:pathLst>
                <a:path w="183008" h="182880">
                  <a:moveTo>
                    <a:pt x="182879" y="182880"/>
                  </a:moveTo>
                  <a:lnTo>
                    <a:pt x="183008" y="18272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9157876" y="1911093"/>
              <a:ext cx="182879" cy="183021"/>
            </a:xfrm>
            <a:custGeom>
              <a:avLst/>
              <a:pathLst>
                <a:path w="182879" h="183021">
                  <a:moveTo>
                    <a:pt x="182879" y="182880"/>
                  </a:moveTo>
                  <a:lnTo>
                    <a:pt x="182667" y="18302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9156183" y="1911279"/>
              <a:ext cx="182879" cy="182900"/>
            </a:xfrm>
            <a:custGeom>
              <a:avLst/>
              <a:pathLst>
                <a:path w="182879" h="182900">
                  <a:moveTo>
                    <a:pt x="182879" y="182880"/>
                  </a:moveTo>
                  <a:lnTo>
                    <a:pt x="182730" y="182900"/>
                  </a:lnTo>
                  <a:lnTo>
                    <a:pt x="182411" y="182877"/>
                  </a:lnTo>
                  <a:lnTo>
                    <a:pt x="182539" y="18264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9158534" y="1910999"/>
              <a:ext cx="183640" cy="182880"/>
            </a:xfrm>
            <a:custGeom>
              <a:avLst/>
              <a:pathLst>
                <a:path w="183640" h="182880">
                  <a:moveTo>
                    <a:pt x="182879" y="182880"/>
                  </a:moveTo>
                  <a:lnTo>
                    <a:pt x="182579" y="182822"/>
                  </a:lnTo>
                  <a:lnTo>
                    <a:pt x="182409" y="182589"/>
                  </a:lnTo>
                  <a:lnTo>
                    <a:pt x="182571" y="182474"/>
                  </a:lnTo>
                  <a:lnTo>
                    <a:pt x="183611" y="182326"/>
                  </a:lnTo>
                  <a:lnTo>
                    <a:pt x="183640" y="182472"/>
                  </a:lnTo>
                  <a:lnTo>
                    <a:pt x="183388" y="18278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9161270" y="1908051"/>
              <a:ext cx="183093" cy="182989"/>
            </a:xfrm>
            <a:custGeom>
              <a:avLst/>
              <a:pathLst>
                <a:path w="183093" h="182989">
                  <a:moveTo>
                    <a:pt x="182879" y="182880"/>
                  </a:moveTo>
                  <a:lnTo>
                    <a:pt x="183026" y="182808"/>
                  </a:lnTo>
                  <a:lnTo>
                    <a:pt x="183093" y="18298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9164685" y="1884861"/>
              <a:ext cx="184061" cy="183685"/>
            </a:xfrm>
            <a:custGeom>
              <a:avLst/>
              <a:pathLst>
                <a:path w="184061" h="183685">
                  <a:moveTo>
                    <a:pt x="182879" y="182880"/>
                  </a:moveTo>
                  <a:lnTo>
                    <a:pt x="182800" y="182723"/>
                  </a:lnTo>
                  <a:lnTo>
                    <a:pt x="182955" y="182643"/>
                  </a:lnTo>
                  <a:lnTo>
                    <a:pt x="183238" y="182699"/>
                  </a:lnTo>
                  <a:lnTo>
                    <a:pt x="183542" y="182854"/>
                  </a:lnTo>
                  <a:lnTo>
                    <a:pt x="183820" y="183019"/>
                  </a:lnTo>
                  <a:lnTo>
                    <a:pt x="184061" y="183494"/>
                  </a:lnTo>
                  <a:lnTo>
                    <a:pt x="183919" y="183685"/>
                  </a:lnTo>
                  <a:lnTo>
                    <a:pt x="183781" y="183670"/>
                  </a:lnTo>
                  <a:lnTo>
                    <a:pt x="183603" y="183643"/>
                  </a:lnTo>
                  <a:lnTo>
                    <a:pt x="183249" y="183398"/>
                  </a:lnTo>
                  <a:lnTo>
                    <a:pt x="183082" y="18322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9166386" y="1883018"/>
              <a:ext cx="183107" cy="183377"/>
            </a:xfrm>
            <a:custGeom>
              <a:avLst/>
              <a:pathLst>
                <a:path w="183107" h="183377">
                  <a:moveTo>
                    <a:pt x="182879" y="182880"/>
                  </a:moveTo>
                  <a:lnTo>
                    <a:pt x="183073" y="182981"/>
                  </a:lnTo>
                  <a:lnTo>
                    <a:pt x="183107" y="183377"/>
                  </a:lnTo>
                  <a:lnTo>
                    <a:pt x="182761" y="18323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9156654" y="1859154"/>
              <a:ext cx="182879" cy="182968"/>
            </a:xfrm>
            <a:custGeom>
              <a:avLst/>
              <a:pathLst>
                <a:path w="182879" h="182968">
                  <a:moveTo>
                    <a:pt x="182879" y="182880"/>
                  </a:moveTo>
                  <a:lnTo>
                    <a:pt x="182614" y="182922"/>
                  </a:lnTo>
                  <a:lnTo>
                    <a:pt x="182474" y="182941"/>
                  </a:lnTo>
                  <a:lnTo>
                    <a:pt x="182319" y="18296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9168798" y="1966424"/>
              <a:ext cx="182879" cy="183146"/>
            </a:xfrm>
            <a:custGeom>
              <a:avLst/>
              <a:pathLst>
                <a:path w="182879" h="183146">
                  <a:moveTo>
                    <a:pt x="182879" y="182880"/>
                  </a:moveTo>
                  <a:lnTo>
                    <a:pt x="182441" y="183146"/>
                  </a:lnTo>
                  <a:lnTo>
                    <a:pt x="182693" y="18282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9167831" y="1964414"/>
              <a:ext cx="183857" cy="183201"/>
            </a:xfrm>
            <a:custGeom>
              <a:avLst/>
              <a:pathLst>
                <a:path w="183857" h="183201">
                  <a:moveTo>
                    <a:pt x="182879" y="182880"/>
                  </a:moveTo>
                  <a:lnTo>
                    <a:pt x="182732" y="183067"/>
                  </a:lnTo>
                  <a:lnTo>
                    <a:pt x="182318" y="182927"/>
                  </a:lnTo>
                  <a:lnTo>
                    <a:pt x="181937" y="183201"/>
                  </a:lnTo>
                  <a:lnTo>
                    <a:pt x="182066" y="183097"/>
                  </a:lnTo>
                  <a:lnTo>
                    <a:pt x="182157" y="182924"/>
                  </a:lnTo>
                  <a:lnTo>
                    <a:pt x="182145" y="182655"/>
                  </a:lnTo>
                  <a:lnTo>
                    <a:pt x="182319" y="182498"/>
                  </a:lnTo>
                  <a:lnTo>
                    <a:pt x="182541" y="182319"/>
                  </a:lnTo>
                  <a:lnTo>
                    <a:pt x="183021" y="182226"/>
                  </a:lnTo>
                  <a:lnTo>
                    <a:pt x="183449" y="182202"/>
                  </a:lnTo>
                  <a:lnTo>
                    <a:pt x="183658" y="181769"/>
                  </a:lnTo>
                  <a:lnTo>
                    <a:pt x="183857" y="181663"/>
                  </a:lnTo>
                  <a:lnTo>
                    <a:pt x="183837" y="181989"/>
                  </a:lnTo>
                  <a:lnTo>
                    <a:pt x="183815" y="182162"/>
                  </a:lnTo>
                  <a:lnTo>
                    <a:pt x="183593" y="182487"/>
                  </a:lnTo>
                  <a:lnTo>
                    <a:pt x="183390" y="182621"/>
                  </a:lnTo>
                  <a:lnTo>
                    <a:pt x="183225" y="182640"/>
                  </a:lnTo>
                  <a:lnTo>
                    <a:pt x="183074" y="18268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9168260" y="1961401"/>
              <a:ext cx="183261" cy="184122"/>
            </a:xfrm>
            <a:custGeom>
              <a:avLst/>
              <a:pathLst>
                <a:path w="183261" h="184122">
                  <a:moveTo>
                    <a:pt x="182879" y="182880"/>
                  </a:moveTo>
                  <a:lnTo>
                    <a:pt x="183013" y="182923"/>
                  </a:lnTo>
                  <a:lnTo>
                    <a:pt x="183261" y="183027"/>
                  </a:lnTo>
                  <a:lnTo>
                    <a:pt x="182922" y="183424"/>
                  </a:lnTo>
                  <a:lnTo>
                    <a:pt x="182653" y="183691"/>
                  </a:lnTo>
                  <a:lnTo>
                    <a:pt x="182305" y="183953"/>
                  </a:lnTo>
                  <a:lnTo>
                    <a:pt x="181738" y="184122"/>
                  </a:lnTo>
                  <a:lnTo>
                    <a:pt x="181483" y="183946"/>
                  </a:lnTo>
                  <a:lnTo>
                    <a:pt x="181959" y="183591"/>
                  </a:lnTo>
                  <a:lnTo>
                    <a:pt x="182033" y="183441"/>
                  </a:lnTo>
                  <a:lnTo>
                    <a:pt x="181903" y="183217"/>
                  </a:lnTo>
                  <a:lnTo>
                    <a:pt x="182097" y="182919"/>
                  </a:lnTo>
                  <a:lnTo>
                    <a:pt x="181695" y="182954"/>
                  </a:lnTo>
                  <a:lnTo>
                    <a:pt x="181553" y="183027"/>
                  </a:lnTo>
                  <a:lnTo>
                    <a:pt x="181354" y="183085"/>
                  </a:lnTo>
                  <a:lnTo>
                    <a:pt x="181385" y="182807"/>
                  </a:lnTo>
                  <a:lnTo>
                    <a:pt x="181787" y="182853"/>
                  </a:lnTo>
                  <a:lnTo>
                    <a:pt x="182033" y="182318"/>
                  </a:lnTo>
                  <a:lnTo>
                    <a:pt x="182358" y="182353"/>
                  </a:lnTo>
                  <a:lnTo>
                    <a:pt x="182219" y="182516"/>
                  </a:lnTo>
                  <a:lnTo>
                    <a:pt x="182549" y="18296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9168641" y="1950829"/>
              <a:ext cx="183884" cy="183390"/>
            </a:xfrm>
            <a:custGeom>
              <a:avLst/>
              <a:pathLst>
                <a:path w="183884" h="183390">
                  <a:moveTo>
                    <a:pt x="182879" y="182880"/>
                  </a:moveTo>
                  <a:lnTo>
                    <a:pt x="183087" y="182847"/>
                  </a:lnTo>
                  <a:lnTo>
                    <a:pt x="183594" y="182738"/>
                  </a:lnTo>
                  <a:lnTo>
                    <a:pt x="183884" y="182846"/>
                  </a:lnTo>
                  <a:lnTo>
                    <a:pt x="183592" y="183088"/>
                  </a:lnTo>
                  <a:lnTo>
                    <a:pt x="183258" y="183320"/>
                  </a:lnTo>
                  <a:lnTo>
                    <a:pt x="183018" y="183390"/>
                  </a:lnTo>
                  <a:lnTo>
                    <a:pt x="182741" y="18300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9167386" y="1949060"/>
              <a:ext cx="183535" cy="182962"/>
            </a:xfrm>
            <a:custGeom>
              <a:avLst/>
              <a:pathLst>
                <a:path w="183535" h="182962">
                  <a:moveTo>
                    <a:pt x="182879" y="182880"/>
                  </a:moveTo>
                  <a:lnTo>
                    <a:pt x="183251" y="182511"/>
                  </a:lnTo>
                  <a:lnTo>
                    <a:pt x="183535" y="182634"/>
                  </a:lnTo>
                  <a:lnTo>
                    <a:pt x="183139" y="182849"/>
                  </a:lnTo>
                  <a:lnTo>
                    <a:pt x="182974" y="18296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9169228" y="1935317"/>
              <a:ext cx="183831" cy="183013"/>
            </a:xfrm>
            <a:custGeom>
              <a:avLst/>
              <a:pathLst>
                <a:path w="183831" h="183013">
                  <a:moveTo>
                    <a:pt x="182879" y="182880"/>
                  </a:moveTo>
                  <a:lnTo>
                    <a:pt x="182892" y="182719"/>
                  </a:lnTo>
                  <a:lnTo>
                    <a:pt x="183831" y="182571"/>
                  </a:lnTo>
                  <a:lnTo>
                    <a:pt x="183443" y="182757"/>
                  </a:lnTo>
                  <a:lnTo>
                    <a:pt x="183309" y="18301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9171171" y="1930071"/>
              <a:ext cx="183329" cy="187378"/>
            </a:xfrm>
            <a:custGeom>
              <a:avLst/>
              <a:pathLst>
                <a:path w="183329" h="187378">
                  <a:moveTo>
                    <a:pt x="182879" y="182880"/>
                  </a:moveTo>
                  <a:lnTo>
                    <a:pt x="182847" y="183302"/>
                  </a:lnTo>
                  <a:lnTo>
                    <a:pt x="182956" y="183472"/>
                  </a:lnTo>
                  <a:lnTo>
                    <a:pt x="183088" y="183482"/>
                  </a:lnTo>
                  <a:lnTo>
                    <a:pt x="183184" y="183670"/>
                  </a:lnTo>
                  <a:lnTo>
                    <a:pt x="182981" y="183904"/>
                  </a:lnTo>
                  <a:lnTo>
                    <a:pt x="183212" y="184166"/>
                  </a:lnTo>
                  <a:lnTo>
                    <a:pt x="183329" y="184533"/>
                  </a:lnTo>
                  <a:lnTo>
                    <a:pt x="183285" y="184845"/>
                  </a:lnTo>
                  <a:lnTo>
                    <a:pt x="182903" y="184986"/>
                  </a:lnTo>
                  <a:lnTo>
                    <a:pt x="182610" y="185165"/>
                  </a:lnTo>
                  <a:lnTo>
                    <a:pt x="182283" y="185402"/>
                  </a:lnTo>
                  <a:lnTo>
                    <a:pt x="182492" y="185582"/>
                  </a:lnTo>
                  <a:lnTo>
                    <a:pt x="182889" y="185524"/>
                  </a:lnTo>
                  <a:lnTo>
                    <a:pt x="183131" y="185559"/>
                  </a:lnTo>
                  <a:lnTo>
                    <a:pt x="183158" y="185783"/>
                  </a:lnTo>
                  <a:lnTo>
                    <a:pt x="182541" y="186035"/>
                  </a:lnTo>
                  <a:lnTo>
                    <a:pt x="182376" y="186294"/>
                  </a:lnTo>
                  <a:lnTo>
                    <a:pt x="182410" y="186451"/>
                  </a:lnTo>
                  <a:lnTo>
                    <a:pt x="182336" y="186691"/>
                  </a:lnTo>
                  <a:lnTo>
                    <a:pt x="182191" y="186745"/>
                  </a:lnTo>
                  <a:lnTo>
                    <a:pt x="182185" y="186888"/>
                  </a:lnTo>
                  <a:lnTo>
                    <a:pt x="182255" y="187290"/>
                  </a:lnTo>
                  <a:lnTo>
                    <a:pt x="181770" y="187253"/>
                  </a:lnTo>
                  <a:lnTo>
                    <a:pt x="181342" y="187378"/>
                  </a:lnTo>
                  <a:lnTo>
                    <a:pt x="181159" y="186979"/>
                  </a:lnTo>
                  <a:lnTo>
                    <a:pt x="180873" y="186288"/>
                  </a:lnTo>
                  <a:lnTo>
                    <a:pt x="180247" y="186169"/>
                  </a:lnTo>
                  <a:lnTo>
                    <a:pt x="180081" y="186374"/>
                  </a:lnTo>
                  <a:lnTo>
                    <a:pt x="179777" y="186374"/>
                  </a:lnTo>
                  <a:lnTo>
                    <a:pt x="179958" y="186202"/>
                  </a:lnTo>
                  <a:lnTo>
                    <a:pt x="180068" y="186066"/>
                  </a:lnTo>
                  <a:lnTo>
                    <a:pt x="179821" y="185481"/>
                  </a:lnTo>
                  <a:lnTo>
                    <a:pt x="179343" y="184673"/>
                  </a:lnTo>
                  <a:lnTo>
                    <a:pt x="179430" y="184314"/>
                  </a:lnTo>
                  <a:lnTo>
                    <a:pt x="179322" y="184139"/>
                  </a:lnTo>
                  <a:lnTo>
                    <a:pt x="179022" y="183893"/>
                  </a:lnTo>
                  <a:lnTo>
                    <a:pt x="178803" y="183823"/>
                  </a:lnTo>
                  <a:lnTo>
                    <a:pt x="178400" y="183726"/>
                  </a:lnTo>
                  <a:lnTo>
                    <a:pt x="178622" y="183459"/>
                  </a:lnTo>
                  <a:lnTo>
                    <a:pt x="178659" y="183307"/>
                  </a:lnTo>
                  <a:lnTo>
                    <a:pt x="178817" y="182943"/>
                  </a:lnTo>
                  <a:lnTo>
                    <a:pt x="179263" y="182669"/>
                  </a:lnTo>
                  <a:lnTo>
                    <a:pt x="179751" y="182425"/>
                  </a:lnTo>
                  <a:lnTo>
                    <a:pt x="179896" y="182357"/>
                  </a:lnTo>
                  <a:lnTo>
                    <a:pt x="180221" y="182213"/>
                  </a:lnTo>
                  <a:lnTo>
                    <a:pt x="180471" y="182061"/>
                  </a:lnTo>
                  <a:lnTo>
                    <a:pt x="180765" y="181838"/>
                  </a:lnTo>
                  <a:lnTo>
                    <a:pt x="180898" y="181647"/>
                  </a:lnTo>
                  <a:lnTo>
                    <a:pt x="181040" y="181322"/>
                  </a:lnTo>
                  <a:lnTo>
                    <a:pt x="181435" y="181111"/>
                  </a:lnTo>
                  <a:lnTo>
                    <a:pt x="181670" y="181118"/>
                  </a:lnTo>
                  <a:lnTo>
                    <a:pt x="181816" y="181351"/>
                  </a:lnTo>
                  <a:lnTo>
                    <a:pt x="181912" y="181503"/>
                  </a:lnTo>
                  <a:lnTo>
                    <a:pt x="182046" y="181697"/>
                  </a:lnTo>
                  <a:lnTo>
                    <a:pt x="182213" y="181935"/>
                  </a:lnTo>
                  <a:lnTo>
                    <a:pt x="182377" y="182080"/>
                  </a:lnTo>
                  <a:lnTo>
                    <a:pt x="182719" y="182334"/>
                  </a:lnTo>
                  <a:lnTo>
                    <a:pt x="183030" y="18258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9168188" y="1929100"/>
              <a:ext cx="182879" cy="183146"/>
            </a:xfrm>
            <a:custGeom>
              <a:avLst/>
              <a:pathLst>
                <a:path w="182879" h="183146">
                  <a:moveTo>
                    <a:pt x="182879" y="182880"/>
                  </a:moveTo>
                  <a:lnTo>
                    <a:pt x="182423" y="183091"/>
                  </a:lnTo>
                  <a:lnTo>
                    <a:pt x="182166" y="183146"/>
                  </a:lnTo>
                  <a:lnTo>
                    <a:pt x="182013" y="183056"/>
                  </a:lnTo>
                  <a:lnTo>
                    <a:pt x="182327" y="182865"/>
                  </a:lnTo>
                  <a:lnTo>
                    <a:pt x="182549" y="18284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9170984" y="1929164"/>
              <a:ext cx="183278" cy="182880"/>
            </a:xfrm>
            <a:custGeom>
              <a:avLst/>
              <a:pathLst>
                <a:path w="183278" h="182880">
                  <a:moveTo>
                    <a:pt x="182879" y="182880"/>
                  </a:moveTo>
                  <a:lnTo>
                    <a:pt x="182699" y="182740"/>
                  </a:lnTo>
                  <a:lnTo>
                    <a:pt x="182506" y="182497"/>
                  </a:lnTo>
                  <a:lnTo>
                    <a:pt x="182212" y="182073"/>
                  </a:lnTo>
                  <a:lnTo>
                    <a:pt x="182119" y="181782"/>
                  </a:lnTo>
                  <a:lnTo>
                    <a:pt x="182282" y="181714"/>
                  </a:lnTo>
                  <a:lnTo>
                    <a:pt x="182422" y="181656"/>
                  </a:lnTo>
                  <a:lnTo>
                    <a:pt x="182673" y="181590"/>
                  </a:lnTo>
                  <a:lnTo>
                    <a:pt x="182837" y="181929"/>
                  </a:lnTo>
                  <a:lnTo>
                    <a:pt x="183127" y="182332"/>
                  </a:lnTo>
                  <a:lnTo>
                    <a:pt x="183278" y="18234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9174099" y="1928577"/>
              <a:ext cx="184055" cy="184060"/>
            </a:xfrm>
            <a:custGeom>
              <a:avLst/>
              <a:pathLst>
                <a:path w="184055" h="184060">
                  <a:moveTo>
                    <a:pt x="182879" y="182880"/>
                  </a:moveTo>
                  <a:lnTo>
                    <a:pt x="183153" y="183106"/>
                  </a:lnTo>
                  <a:lnTo>
                    <a:pt x="183363" y="183095"/>
                  </a:lnTo>
                  <a:lnTo>
                    <a:pt x="183602" y="183021"/>
                  </a:lnTo>
                  <a:lnTo>
                    <a:pt x="183823" y="182952"/>
                  </a:lnTo>
                  <a:lnTo>
                    <a:pt x="184055" y="183023"/>
                  </a:lnTo>
                  <a:lnTo>
                    <a:pt x="183762" y="183410"/>
                  </a:lnTo>
                  <a:lnTo>
                    <a:pt x="183589" y="183567"/>
                  </a:lnTo>
                  <a:lnTo>
                    <a:pt x="183372" y="183727"/>
                  </a:lnTo>
                  <a:lnTo>
                    <a:pt x="183086" y="183501"/>
                  </a:lnTo>
                  <a:lnTo>
                    <a:pt x="183048" y="183365"/>
                  </a:lnTo>
                  <a:lnTo>
                    <a:pt x="182746" y="183301"/>
                  </a:lnTo>
                  <a:lnTo>
                    <a:pt x="182603" y="183577"/>
                  </a:lnTo>
                  <a:lnTo>
                    <a:pt x="182649" y="183737"/>
                  </a:lnTo>
                  <a:lnTo>
                    <a:pt x="182510" y="184013"/>
                  </a:lnTo>
                  <a:lnTo>
                    <a:pt x="181643" y="184060"/>
                  </a:lnTo>
                  <a:lnTo>
                    <a:pt x="181734" y="183781"/>
                  </a:lnTo>
                  <a:lnTo>
                    <a:pt x="181785" y="183418"/>
                  </a:lnTo>
                  <a:lnTo>
                    <a:pt x="181983" y="183227"/>
                  </a:lnTo>
                  <a:lnTo>
                    <a:pt x="182246" y="183139"/>
                  </a:lnTo>
                  <a:lnTo>
                    <a:pt x="182647" y="182844"/>
                  </a:lnTo>
                  <a:lnTo>
                    <a:pt x="182641" y="182488"/>
                  </a:lnTo>
                  <a:lnTo>
                    <a:pt x="182346" y="182332"/>
                  </a:lnTo>
                  <a:lnTo>
                    <a:pt x="182478" y="181903"/>
                  </a:lnTo>
                  <a:lnTo>
                    <a:pt x="182483" y="181630"/>
                  </a:lnTo>
                  <a:lnTo>
                    <a:pt x="182643" y="181440"/>
                  </a:lnTo>
                  <a:lnTo>
                    <a:pt x="182869" y="181677"/>
                  </a:lnTo>
                  <a:lnTo>
                    <a:pt x="182995" y="181810"/>
                  </a:lnTo>
                  <a:lnTo>
                    <a:pt x="183232" y="182342"/>
                  </a:lnTo>
                  <a:lnTo>
                    <a:pt x="182826" y="182696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9170755" y="1927645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51" y="182875"/>
                  </a:lnTo>
                  <a:lnTo>
                    <a:pt x="182298" y="182851"/>
                  </a:lnTo>
                  <a:lnTo>
                    <a:pt x="182704" y="182149"/>
                  </a:lnTo>
                  <a:lnTo>
                    <a:pt x="182692" y="182332"/>
                  </a:lnTo>
                  <a:lnTo>
                    <a:pt x="182679" y="18252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9171626" y="1926056"/>
              <a:ext cx="183234" cy="183242"/>
            </a:xfrm>
            <a:custGeom>
              <a:avLst/>
              <a:pathLst>
                <a:path w="183234" h="183242">
                  <a:moveTo>
                    <a:pt x="182879" y="182880"/>
                  </a:moveTo>
                  <a:lnTo>
                    <a:pt x="183234" y="182953"/>
                  </a:lnTo>
                  <a:lnTo>
                    <a:pt x="183085" y="18324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9172541" y="1925805"/>
              <a:ext cx="183063" cy="183388"/>
            </a:xfrm>
            <a:custGeom>
              <a:avLst/>
              <a:pathLst>
                <a:path w="183063" h="183388">
                  <a:moveTo>
                    <a:pt x="182879" y="182880"/>
                  </a:moveTo>
                  <a:lnTo>
                    <a:pt x="183063" y="183077"/>
                  </a:lnTo>
                  <a:lnTo>
                    <a:pt x="182888" y="183388"/>
                  </a:lnTo>
                  <a:lnTo>
                    <a:pt x="182715" y="183303"/>
                  </a:lnTo>
                  <a:lnTo>
                    <a:pt x="182636" y="18297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9171577" y="1920339"/>
              <a:ext cx="182879" cy="183475"/>
            </a:xfrm>
            <a:custGeom>
              <a:avLst/>
              <a:pathLst>
                <a:path w="182879" h="183475">
                  <a:moveTo>
                    <a:pt x="182879" y="182880"/>
                  </a:moveTo>
                  <a:lnTo>
                    <a:pt x="182535" y="183228"/>
                  </a:lnTo>
                  <a:lnTo>
                    <a:pt x="182678" y="183301"/>
                  </a:lnTo>
                  <a:lnTo>
                    <a:pt x="182843" y="183361"/>
                  </a:lnTo>
                  <a:lnTo>
                    <a:pt x="182503" y="183475"/>
                  </a:lnTo>
                  <a:lnTo>
                    <a:pt x="182273" y="183173"/>
                  </a:lnTo>
                  <a:lnTo>
                    <a:pt x="182474" y="18294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9172448" y="1917155"/>
              <a:ext cx="183400" cy="183245"/>
            </a:xfrm>
            <a:custGeom>
              <a:avLst/>
              <a:pathLst>
                <a:path w="183400" h="183245">
                  <a:moveTo>
                    <a:pt x="182879" y="182880"/>
                  </a:moveTo>
                  <a:lnTo>
                    <a:pt x="183051" y="182893"/>
                  </a:lnTo>
                  <a:lnTo>
                    <a:pt x="183400" y="183039"/>
                  </a:lnTo>
                  <a:lnTo>
                    <a:pt x="183275" y="183245"/>
                  </a:lnTo>
                  <a:lnTo>
                    <a:pt x="182802" y="18321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9171643" y="1914121"/>
              <a:ext cx="182879" cy="183169"/>
            </a:xfrm>
            <a:custGeom>
              <a:avLst/>
              <a:pathLst>
                <a:path w="182879" h="183169">
                  <a:moveTo>
                    <a:pt x="182879" y="182880"/>
                  </a:moveTo>
                  <a:lnTo>
                    <a:pt x="182838" y="183169"/>
                  </a:lnTo>
                  <a:lnTo>
                    <a:pt x="182676" y="183061"/>
                  </a:lnTo>
                  <a:lnTo>
                    <a:pt x="182664" y="18281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9171464" y="1912706"/>
              <a:ext cx="183306" cy="183253"/>
            </a:xfrm>
            <a:custGeom>
              <a:avLst/>
              <a:pathLst>
                <a:path w="183306" h="183253">
                  <a:moveTo>
                    <a:pt x="182879" y="182880"/>
                  </a:moveTo>
                  <a:lnTo>
                    <a:pt x="182776" y="183253"/>
                  </a:lnTo>
                  <a:lnTo>
                    <a:pt x="182601" y="183046"/>
                  </a:lnTo>
                  <a:lnTo>
                    <a:pt x="182605" y="182861"/>
                  </a:lnTo>
                  <a:lnTo>
                    <a:pt x="183033" y="182664"/>
                  </a:lnTo>
                  <a:lnTo>
                    <a:pt x="183306" y="182924"/>
                  </a:lnTo>
                  <a:lnTo>
                    <a:pt x="183087" y="18286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9173469" y="1906872"/>
              <a:ext cx="183079" cy="183640"/>
            </a:xfrm>
            <a:custGeom>
              <a:avLst/>
              <a:pathLst>
                <a:path w="183079" h="183640">
                  <a:moveTo>
                    <a:pt x="182879" y="182880"/>
                  </a:moveTo>
                  <a:lnTo>
                    <a:pt x="183063" y="182992"/>
                  </a:lnTo>
                  <a:lnTo>
                    <a:pt x="183079" y="183406"/>
                  </a:lnTo>
                  <a:lnTo>
                    <a:pt x="182511" y="183640"/>
                  </a:lnTo>
                  <a:lnTo>
                    <a:pt x="182584" y="18311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9172987" y="1902501"/>
              <a:ext cx="183898" cy="182880"/>
            </a:xfrm>
            <a:custGeom>
              <a:avLst/>
              <a:pathLst>
                <a:path w="183898" h="182880">
                  <a:moveTo>
                    <a:pt x="182879" y="182880"/>
                  </a:moveTo>
                  <a:lnTo>
                    <a:pt x="182750" y="182578"/>
                  </a:lnTo>
                  <a:lnTo>
                    <a:pt x="182765" y="182335"/>
                  </a:lnTo>
                  <a:lnTo>
                    <a:pt x="182784" y="182190"/>
                  </a:lnTo>
                  <a:lnTo>
                    <a:pt x="182681" y="181742"/>
                  </a:lnTo>
                  <a:lnTo>
                    <a:pt x="182595" y="181574"/>
                  </a:lnTo>
                  <a:lnTo>
                    <a:pt x="182649" y="181416"/>
                  </a:lnTo>
                  <a:lnTo>
                    <a:pt x="182856" y="181156"/>
                  </a:lnTo>
                  <a:lnTo>
                    <a:pt x="183203" y="180903"/>
                  </a:lnTo>
                  <a:lnTo>
                    <a:pt x="183653" y="180753"/>
                  </a:lnTo>
                  <a:lnTo>
                    <a:pt x="183898" y="181019"/>
                  </a:lnTo>
                  <a:lnTo>
                    <a:pt x="183716" y="181528"/>
                  </a:lnTo>
                  <a:lnTo>
                    <a:pt x="183351" y="182044"/>
                  </a:lnTo>
                  <a:lnTo>
                    <a:pt x="183128" y="182272"/>
                  </a:lnTo>
                  <a:lnTo>
                    <a:pt x="183181" y="18277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9172588" y="1899660"/>
              <a:ext cx="183972" cy="184148"/>
            </a:xfrm>
            <a:custGeom>
              <a:avLst/>
              <a:pathLst>
                <a:path w="183972" h="184148">
                  <a:moveTo>
                    <a:pt x="182879" y="182880"/>
                  </a:moveTo>
                  <a:lnTo>
                    <a:pt x="182703" y="183104"/>
                  </a:lnTo>
                  <a:lnTo>
                    <a:pt x="182273" y="183450"/>
                  </a:lnTo>
                  <a:lnTo>
                    <a:pt x="179265" y="184148"/>
                  </a:lnTo>
                  <a:lnTo>
                    <a:pt x="179463" y="183854"/>
                  </a:lnTo>
                  <a:lnTo>
                    <a:pt x="179712" y="183490"/>
                  </a:lnTo>
                  <a:lnTo>
                    <a:pt x="180142" y="182878"/>
                  </a:lnTo>
                  <a:lnTo>
                    <a:pt x="180353" y="182804"/>
                  </a:lnTo>
                  <a:lnTo>
                    <a:pt x="180995" y="182121"/>
                  </a:lnTo>
                  <a:lnTo>
                    <a:pt x="181435" y="181642"/>
                  </a:lnTo>
                  <a:lnTo>
                    <a:pt x="181813" y="181349"/>
                  </a:lnTo>
                  <a:lnTo>
                    <a:pt x="182099" y="181161"/>
                  </a:lnTo>
                  <a:lnTo>
                    <a:pt x="182426" y="180987"/>
                  </a:lnTo>
                  <a:lnTo>
                    <a:pt x="182941" y="180749"/>
                  </a:lnTo>
                  <a:lnTo>
                    <a:pt x="183102" y="180689"/>
                  </a:lnTo>
                  <a:lnTo>
                    <a:pt x="183279" y="180622"/>
                  </a:lnTo>
                  <a:lnTo>
                    <a:pt x="183874" y="180699"/>
                  </a:lnTo>
                  <a:lnTo>
                    <a:pt x="183972" y="180938"/>
                  </a:lnTo>
                  <a:lnTo>
                    <a:pt x="183821" y="181397"/>
                  </a:lnTo>
                  <a:lnTo>
                    <a:pt x="183701" y="181534"/>
                  </a:lnTo>
                  <a:lnTo>
                    <a:pt x="183447" y="181956"/>
                  </a:lnTo>
                  <a:lnTo>
                    <a:pt x="183299" y="182055"/>
                  </a:lnTo>
                  <a:lnTo>
                    <a:pt x="182986" y="18268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9172821" y="1894613"/>
              <a:ext cx="183322" cy="182880"/>
            </a:xfrm>
            <a:custGeom>
              <a:avLst/>
              <a:pathLst>
                <a:path w="183322" h="182880">
                  <a:moveTo>
                    <a:pt x="182879" y="182880"/>
                  </a:moveTo>
                  <a:lnTo>
                    <a:pt x="182841" y="182627"/>
                  </a:lnTo>
                  <a:lnTo>
                    <a:pt x="182822" y="182437"/>
                  </a:lnTo>
                  <a:lnTo>
                    <a:pt x="183009" y="182287"/>
                  </a:lnTo>
                  <a:lnTo>
                    <a:pt x="183322" y="182383"/>
                  </a:lnTo>
                  <a:lnTo>
                    <a:pt x="183311" y="182521"/>
                  </a:lnTo>
                  <a:lnTo>
                    <a:pt x="183192" y="18277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9172237" y="1893737"/>
              <a:ext cx="182879" cy="183139"/>
            </a:xfrm>
            <a:custGeom>
              <a:avLst/>
              <a:pathLst>
                <a:path w="182879" h="183139">
                  <a:moveTo>
                    <a:pt x="182879" y="182880"/>
                  </a:moveTo>
                  <a:lnTo>
                    <a:pt x="182817" y="183112"/>
                  </a:lnTo>
                  <a:lnTo>
                    <a:pt x="182667" y="183139"/>
                  </a:lnTo>
                  <a:lnTo>
                    <a:pt x="182596" y="18285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9172501" y="1893805"/>
              <a:ext cx="183308" cy="182919"/>
            </a:xfrm>
            <a:custGeom>
              <a:avLst/>
              <a:pathLst>
                <a:path w="183308" h="182919">
                  <a:moveTo>
                    <a:pt x="182879" y="182880"/>
                  </a:moveTo>
                  <a:lnTo>
                    <a:pt x="183308" y="182600"/>
                  </a:lnTo>
                  <a:lnTo>
                    <a:pt x="183308" y="182745"/>
                  </a:lnTo>
                  <a:lnTo>
                    <a:pt x="183148" y="18291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9172447" y="1892901"/>
              <a:ext cx="183532" cy="183420"/>
            </a:xfrm>
            <a:custGeom>
              <a:avLst/>
              <a:pathLst>
                <a:path w="183532" h="183420">
                  <a:moveTo>
                    <a:pt x="182879" y="182880"/>
                  </a:moveTo>
                  <a:lnTo>
                    <a:pt x="183153" y="182734"/>
                  </a:lnTo>
                  <a:lnTo>
                    <a:pt x="183474" y="182901"/>
                  </a:lnTo>
                  <a:lnTo>
                    <a:pt x="183532" y="183382"/>
                  </a:lnTo>
                  <a:lnTo>
                    <a:pt x="183329" y="183420"/>
                  </a:lnTo>
                  <a:lnTo>
                    <a:pt x="183179" y="183394"/>
                  </a:lnTo>
                  <a:lnTo>
                    <a:pt x="182867" y="18302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9170261" y="1893904"/>
              <a:ext cx="184883" cy="182915"/>
            </a:xfrm>
            <a:custGeom>
              <a:avLst/>
              <a:pathLst>
                <a:path w="184883" h="182915">
                  <a:moveTo>
                    <a:pt x="182879" y="182880"/>
                  </a:moveTo>
                  <a:lnTo>
                    <a:pt x="182570" y="182915"/>
                  </a:lnTo>
                  <a:lnTo>
                    <a:pt x="182343" y="182627"/>
                  </a:lnTo>
                  <a:lnTo>
                    <a:pt x="182084" y="182285"/>
                  </a:lnTo>
                  <a:lnTo>
                    <a:pt x="181920" y="181875"/>
                  </a:lnTo>
                  <a:lnTo>
                    <a:pt x="181803" y="181554"/>
                  </a:lnTo>
                  <a:lnTo>
                    <a:pt x="181659" y="181121"/>
                  </a:lnTo>
                  <a:lnTo>
                    <a:pt x="182365" y="180660"/>
                  </a:lnTo>
                  <a:lnTo>
                    <a:pt x="182521" y="180568"/>
                  </a:lnTo>
                  <a:lnTo>
                    <a:pt x="182694" y="180466"/>
                  </a:lnTo>
                  <a:lnTo>
                    <a:pt x="183356" y="179993"/>
                  </a:lnTo>
                  <a:lnTo>
                    <a:pt x="183554" y="180105"/>
                  </a:lnTo>
                  <a:lnTo>
                    <a:pt x="183889" y="180463"/>
                  </a:lnTo>
                  <a:lnTo>
                    <a:pt x="183999" y="180665"/>
                  </a:lnTo>
                  <a:lnTo>
                    <a:pt x="184098" y="180887"/>
                  </a:lnTo>
                  <a:lnTo>
                    <a:pt x="184329" y="181144"/>
                  </a:lnTo>
                  <a:lnTo>
                    <a:pt x="184466" y="181235"/>
                  </a:lnTo>
                  <a:lnTo>
                    <a:pt x="184669" y="181402"/>
                  </a:lnTo>
                  <a:lnTo>
                    <a:pt x="184883" y="181668"/>
                  </a:lnTo>
                  <a:lnTo>
                    <a:pt x="184742" y="182035"/>
                  </a:lnTo>
                  <a:lnTo>
                    <a:pt x="184701" y="182238"/>
                  </a:lnTo>
                  <a:lnTo>
                    <a:pt x="184559" y="182515"/>
                  </a:lnTo>
                  <a:lnTo>
                    <a:pt x="183849" y="182696"/>
                  </a:lnTo>
                  <a:lnTo>
                    <a:pt x="183613" y="18268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9174841" y="1891332"/>
              <a:ext cx="182879" cy="182985"/>
            </a:xfrm>
            <a:custGeom>
              <a:avLst/>
              <a:pathLst>
                <a:path w="182879" h="182985">
                  <a:moveTo>
                    <a:pt x="182879" y="182880"/>
                  </a:moveTo>
                  <a:lnTo>
                    <a:pt x="182569" y="18298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9175694" y="1891658"/>
              <a:ext cx="183463" cy="182880"/>
            </a:xfrm>
            <a:custGeom>
              <a:avLst/>
              <a:pathLst>
                <a:path w="183463" h="182880">
                  <a:moveTo>
                    <a:pt x="182879" y="182880"/>
                  </a:moveTo>
                  <a:lnTo>
                    <a:pt x="182778" y="182621"/>
                  </a:lnTo>
                  <a:lnTo>
                    <a:pt x="182892" y="182152"/>
                  </a:lnTo>
                  <a:lnTo>
                    <a:pt x="183188" y="182042"/>
                  </a:lnTo>
                  <a:lnTo>
                    <a:pt x="183367" y="182268"/>
                  </a:lnTo>
                  <a:lnTo>
                    <a:pt x="183463" y="18283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9173521" y="1890848"/>
              <a:ext cx="184002" cy="184091"/>
            </a:xfrm>
            <a:custGeom>
              <a:avLst/>
              <a:pathLst>
                <a:path w="184002" h="184091">
                  <a:moveTo>
                    <a:pt x="182879" y="182880"/>
                  </a:moveTo>
                  <a:lnTo>
                    <a:pt x="183453" y="182443"/>
                  </a:lnTo>
                  <a:lnTo>
                    <a:pt x="183770" y="182524"/>
                  </a:lnTo>
                  <a:lnTo>
                    <a:pt x="183978" y="182806"/>
                  </a:lnTo>
                  <a:lnTo>
                    <a:pt x="184002" y="182950"/>
                  </a:lnTo>
                  <a:lnTo>
                    <a:pt x="183876" y="183300"/>
                  </a:lnTo>
                  <a:lnTo>
                    <a:pt x="183775" y="183468"/>
                  </a:lnTo>
                  <a:lnTo>
                    <a:pt x="183599" y="183707"/>
                  </a:lnTo>
                  <a:lnTo>
                    <a:pt x="183194" y="184091"/>
                  </a:lnTo>
                  <a:lnTo>
                    <a:pt x="182858" y="183592"/>
                  </a:lnTo>
                  <a:lnTo>
                    <a:pt x="182838" y="18318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9175268" y="1890649"/>
              <a:ext cx="183086" cy="183178"/>
            </a:xfrm>
            <a:custGeom>
              <a:avLst/>
              <a:pathLst>
                <a:path w="183086" h="183178">
                  <a:moveTo>
                    <a:pt x="182879" y="182880"/>
                  </a:moveTo>
                  <a:lnTo>
                    <a:pt x="182948" y="182687"/>
                  </a:lnTo>
                  <a:lnTo>
                    <a:pt x="183086" y="182700"/>
                  </a:lnTo>
                  <a:lnTo>
                    <a:pt x="183086" y="183068"/>
                  </a:lnTo>
                  <a:lnTo>
                    <a:pt x="182910" y="18317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9174478" y="1889295"/>
              <a:ext cx="182879" cy="183323"/>
            </a:xfrm>
            <a:custGeom>
              <a:avLst/>
              <a:pathLst>
                <a:path w="182879" h="183323">
                  <a:moveTo>
                    <a:pt x="182879" y="182880"/>
                  </a:moveTo>
                  <a:lnTo>
                    <a:pt x="182736" y="183323"/>
                  </a:lnTo>
                  <a:lnTo>
                    <a:pt x="182442" y="18305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9175905" y="1889657"/>
              <a:ext cx="183217" cy="183192"/>
            </a:xfrm>
            <a:custGeom>
              <a:avLst/>
              <a:pathLst>
                <a:path w="183217" h="183192">
                  <a:moveTo>
                    <a:pt x="182879" y="182880"/>
                  </a:moveTo>
                  <a:lnTo>
                    <a:pt x="182532" y="183053"/>
                  </a:lnTo>
                  <a:lnTo>
                    <a:pt x="182256" y="183192"/>
                  </a:lnTo>
                  <a:lnTo>
                    <a:pt x="182191" y="182589"/>
                  </a:lnTo>
                  <a:lnTo>
                    <a:pt x="182158" y="182143"/>
                  </a:lnTo>
                  <a:lnTo>
                    <a:pt x="182406" y="181898"/>
                  </a:lnTo>
                  <a:lnTo>
                    <a:pt x="182577" y="182008"/>
                  </a:lnTo>
                  <a:lnTo>
                    <a:pt x="183169" y="182692"/>
                  </a:lnTo>
                  <a:lnTo>
                    <a:pt x="183217" y="18309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9176759" y="1888686"/>
              <a:ext cx="182879" cy="183105"/>
            </a:xfrm>
            <a:custGeom>
              <a:avLst/>
              <a:pathLst>
                <a:path w="182879" h="183105">
                  <a:moveTo>
                    <a:pt x="182879" y="182880"/>
                  </a:moveTo>
                  <a:lnTo>
                    <a:pt x="182696" y="18310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9166293" y="1883955"/>
              <a:ext cx="185888" cy="189181"/>
            </a:xfrm>
            <a:custGeom>
              <a:avLst/>
              <a:pathLst>
                <a:path w="185888" h="189181">
                  <a:moveTo>
                    <a:pt x="182879" y="182880"/>
                  </a:moveTo>
                  <a:lnTo>
                    <a:pt x="183099" y="182962"/>
                  </a:lnTo>
                  <a:lnTo>
                    <a:pt x="183494" y="183111"/>
                  </a:lnTo>
                  <a:lnTo>
                    <a:pt x="183599" y="183463"/>
                  </a:lnTo>
                  <a:lnTo>
                    <a:pt x="184118" y="183754"/>
                  </a:lnTo>
                  <a:lnTo>
                    <a:pt x="184032" y="183970"/>
                  </a:lnTo>
                  <a:lnTo>
                    <a:pt x="184351" y="184364"/>
                  </a:lnTo>
                  <a:lnTo>
                    <a:pt x="184625" y="184799"/>
                  </a:lnTo>
                  <a:lnTo>
                    <a:pt x="184817" y="185033"/>
                  </a:lnTo>
                  <a:lnTo>
                    <a:pt x="185016" y="184980"/>
                  </a:lnTo>
                  <a:lnTo>
                    <a:pt x="185191" y="184970"/>
                  </a:lnTo>
                  <a:lnTo>
                    <a:pt x="185348" y="185073"/>
                  </a:lnTo>
                  <a:lnTo>
                    <a:pt x="185495" y="185241"/>
                  </a:lnTo>
                  <a:lnTo>
                    <a:pt x="185417" y="185565"/>
                  </a:lnTo>
                  <a:lnTo>
                    <a:pt x="185436" y="185753"/>
                  </a:lnTo>
                  <a:lnTo>
                    <a:pt x="185539" y="186197"/>
                  </a:lnTo>
                  <a:lnTo>
                    <a:pt x="185685" y="186748"/>
                  </a:lnTo>
                  <a:lnTo>
                    <a:pt x="185755" y="186977"/>
                  </a:lnTo>
                  <a:lnTo>
                    <a:pt x="185826" y="187150"/>
                  </a:lnTo>
                  <a:lnTo>
                    <a:pt x="185888" y="187298"/>
                  </a:lnTo>
                  <a:lnTo>
                    <a:pt x="185728" y="187808"/>
                  </a:lnTo>
                  <a:lnTo>
                    <a:pt x="185446" y="187981"/>
                  </a:lnTo>
                  <a:lnTo>
                    <a:pt x="184893" y="188320"/>
                  </a:lnTo>
                  <a:lnTo>
                    <a:pt x="184623" y="188409"/>
                  </a:lnTo>
                  <a:lnTo>
                    <a:pt x="184218" y="188557"/>
                  </a:lnTo>
                  <a:lnTo>
                    <a:pt x="184008" y="188728"/>
                  </a:lnTo>
                  <a:lnTo>
                    <a:pt x="183833" y="188870"/>
                  </a:lnTo>
                  <a:lnTo>
                    <a:pt x="183602" y="189077"/>
                  </a:lnTo>
                  <a:lnTo>
                    <a:pt x="183319" y="189181"/>
                  </a:lnTo>
                  <a:lnTo>
                    <a:pt x="183140" y="189159"/>
                  </a:lnTo>
                  <a:lnTo>
                    <a:pt x="182917" y="189097"/>
                  </a:lnTo>
                  <a:lnTo>
                    <a:pt x="182780" y="189046"/>
                  </a:lnTo>
                  <a:lnTo>
                    <a:pt x="182452" y="189010"/>
                  </a:lnTo>
                  <a:lnTo>
                    <a:pt x="182482" y="188548"/>
                  </a:lnTo>
                  <a:lnTo>
                    <a:pt x="182236" y="188166"/>
                  </a:lnTo>
                  <a:lnTo>
                    <a:pt x="181916" y="187995"/>
                  </a:lnTo>
                  <a:lnTo>
                    <a:pt x="181955" y="187678"/>
                  </a:lnTo>
                  <a:lnTo>
                    <a:pt x="182263" y="187302"/>
                  </a:lnTo>
                  <a:lnTo>
                    <a:pt x="182398" y="187251"/>
                  </a:lnTo>
                  <a:lnTo>
                    <a:pt x="182379" y="186817"/>
                  </a:lnTo>
                  <a:lnTo>
                    <a:pt x="182094" y="185895"/>
                  </a:lnTo>
                  <a:lnTo>
                    <a:pt x="182023" y="185605"/>
                  </a:lnTo>
                  <a:lnTo>
                    <a:pt x="182008" y="185338"/>
                  </a:lnTo>
                  <a:lnTo>
                    <a:pt x="182132" y="185011"/>
                  </a:lnTo>
                  <a:lnTo>
                    <a:pt x="182570" y="184116"/>
                  </a:lnTo>
                  <a:lnTo>
                    <a:pt x="182449" y="183940"/>
                  </a:lnTo>
                  <a:lnTo>
                    <a:pt x="182489" y="183640"/>
                  </a:lnTo>
                  <a:lnTo>
                    <a:pt x="182665" y="18270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9171064" y="1885700"/>
              <a:ext cx="182879" cy="183325"/>
            </a:xfrm>
            <a:custGeom>
              <a:avLst/>
              <a:pathLst>
                <a:path w="182879" h="183325">
                  <a:moveTo>
                    <a:pt x="182879" y="182880"/>
                  </a:moveTo>
                  <a:lnTo>
                    <a:pt x="182870" y="183140"/>
                  </a:lnTo>
                  <a:lnTo>
                    <a:pt x="182522" y="183325"/>
                  </a:lnTo>
                  <a:lnTo>
                    <a:pt x="182499" y="18316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9171168" y="1885042"/>
              <a:ext cx="183449" cy="183167"/>
            </a:xfrm>
            <a:custGeom>
              <a:avLst/>
              <a:pathLst>
                <a:path w="183449" h="183167">
                  <a:moveTo>
                    <a:pt x="182879" y="182880"/>
                  </a:moveTo>
                  <a:lnTo>
                    <a:pt x="182994" y="182706"/>
                  </a:lnTo>
                  <a:lnTo>
                    <a:pt x="183449" y="183085"/>
                  </a:lnTo>
                  <a:lnTo>
                    <a:pt x="183314" y="18316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9169820" y="1885463"/>
              <a:ext cx="183625" cy="182880"/>
            </a:xfrm>
            <a:custGeom>
              <a:avLst/>
              <a:pathLst>
                <a:path w="183625" h="182880">
                  <a:moveTo>
                    <a:pt x="182879" y="182880"/>
                  </a:moveTo>
                  <a:lnTo>
                    <a:pt x="182286" y="182704"/>
                  </a:lnTo>
                  <a:lnTo>
                    <a:pt x="182459" y="182570"/>
                  </a:lnTo>
                  <a:lnTo>
                    <a:pt x="182463" y="182303"/>
                  </a:lnTo>
                  <a:lnTo>
                    <a:pt x="182178" y="182011"/>
                  </a:lnTo>
                  <a:lnTo>
                    <a:pt x="181872" y="181912"/>
                  </a:lnTo>
                  <a:lnTo>
                    <a:pt x="181638" y="181810"/>
                  </a:lnTo>
                  <a:lnTo>
                    <a:pt x="181471" y="181669"/>
                  </a:lnTo>
                  <a:lnTo>
                    <a:pt x="181537" y="181424"/>
                  </a:lnTo>
                  <a:lnTo>
                    <a:pt x="181904" y="181015"/>
                  </a:lnTo>
                  <a:lnTo>
                    <a:pt x="182791" y="180582"/>
                  </a:lnTo>
                  <a:lnTo>
                    <a:pt x="183113" y="180648"/>
                  </a:lnTo>
                  <a:lnTo>
                    <a:pt x="183289" y="180872"/>
                  </a:lnTo>
                  <a:lnTo>
                    <a:pt x="183429" y="180904"/>
                  </a:lnTo>
                  <a:lnTo>
                    <a:pt x="183623" y="180987"/>
                  </a:lnTo>
                  <a:lnTo>
                    <a:pt x="183625" y="181169"/>
                  </a:lnTo>
                  <a:lnTo>
                    <a:pt x="183172" y="18215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9171170" y="1883857"/>
              <a:ext cx="183000" cy="183391"/>
            </a:xfrm>
            <a:custGeom>
              <a:avLst/>
              <a:pathLst>
                <a:path w="183000" h="183391">
                  <a:moveTo>
                    <a:pt x="182879" y="182880"/>
                  </a:moveTo>
                  <a:lnTo>
                    <a:pt x="183000" y="183347"/>
                  </a:lnTo>
                  <a:lnTo>
                    <a:pt x="182734" y="183391"/>
                  </a:lnTo>
                  <a:lnTo>
                    <a:pt x="182641" y="18298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9173764" y="1880705"/>
              <a:ext cx="184018" cy="182985"/>
            </a:xfrm>
            <a:custGeom>
              <a:avLst/>
              <a:pathLst>
                <a:path w="184018" h="182985">
                  <a:moveTo>
                    <a:pt x="182879" y="182880"/>
                  </a:moveTo>
                  <a:lnTo>
                    <a:pt x="182612" y="182985"/>
                  </a:lnTo>
                  <a:lnTo>
                    <a:pt x="182397" y="182747"/>
                  </a:lnTo>
                  <a:lnTo>
                    <a:pt x="182058" y="182084"/>
                  </a:lnTo>
                  <a:lnTo>
                    <a:pt x="182148" y="181793"/>
                  </a:lnTo>
                  <a:lnTo>
                    <a:pt x="182327" y="181823"/>
                  </a:lnTo>
                  <a:lnTo>
                    <a:pt x="182519" y="181793"/>
                  </a:lnTo>
                  <a:lnTo>
                    <a:pt x="182668" y="181548"/>
                  </a:lnTo>
                  <a:lnTo>
                    <a:pt x="182897" y="181365"/>
                  </a:lnTo>
                  <a:lnTo>
                    <a:pt x="183244" y="181276"/>
                  </a:lnTo>
                  <a:lnTo>
                    <a:pt x="183460" y="181223"/>
                  </a:lnTo>
                  <a:lnTo>
                    <a:pt x="183672" y="181385"/>
                  </a:lnTo>
                  <a:lnTo>
                    <a:pt x="184018" y="181854"/>
                  </a:lnTo>
                  <a:lnTo>
                    <a:pt x="183896" y="18216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9169312" y="1873690"/>
              <a:ext cx="183033" cy="182991"/>
            </a:xfrm>
            <a:custGeom>
              <a:avLst/>
              <a:pathLst>
                <a:path w="183033" h="182991">
                  <a:moveTo>
                    <a:pt x="182879" y="182880"/>
                  </a:moveTo>
                  <a:lnTo>
                    <a:pt x="182654" y="182991"/>
                  </a:lnTo>
                  <a:lnTo>
                    <a:pt x="182508" y="182776"/>
                  </a:lnTo>
                  <a:lnTo>
                    <a:pt x="183033" y="18259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9170967" y="1873859"/>
              <a:ext cx="183592" cy="183514"/>
            </a:xfrm>
            <a:custGeom>
              <a:avLst/>
              <a:pathLst>
                <a:path w="183592" h="183514">
                  <a:moveTo>
                    <a:pt x="182879" y="182880"/>
                  </a:moveTo>
                  <a:lnTo>
                    <a:pt x="182823" y="183104"/>
                  </a:lnTo>
                  <a:lnTo>
                    <a:pt x="182682" y="183211"/>
                  </a:lnTo>
                  <a:lnTo>
                    <a:pt x="182371" y="183514"/>
                  </a:lnTo>
                  <a:lnTo>
                    <a:pt x="182242" y="183430"/>
                  </a:lnTo>
                  <a:lnTo>
                    <a:pt x="182337" y="182768"/>
                  </a:lnTo>
                  <a:lnTo>
                    <a:pt x="182314" y="182556"/>
                  </a:lnTo>
                  <a:lnTo>
                    <a:pt x="182630" y="182293"/>
                  </a:lnTo>
                  <a:lnTo>
                    <a:pt x="182501" y="181916"/>
                  </a:lnTo>
                  <a:lnTo>
                    <a:pt x="182635" y="181684"/>
                  </a:lnTo>
                  <a:lnTo>
                    <a:pt x="183063" y="181694"/>
                  </a:lnTo>
                  <a:lnTo>
                    <a:pt x="183154" y="181325"/>
                  </a:lnTo>
                  <a:lnTo>
                    <a:pt x="183208" y="181180"/>
                  </a:lnTo>
                  <a:lnTo>
                    <a:pt x="183360" y="181130"/>
                  </a:lnTo>
                  <a:lnTo>
                    <a:pt x="183592" y="181295"/>
                  </a:lnTo>
                  <a:lnTo>
                    <a:pt x="183334" y="181814"/>
                  </a:lnTo>
                  <a:lnTo>
                    <a:pt x="183069" y="182004"/>
                  </a:lnTo>
                  <a:lnTo>
                    <a:pt x="182975" y="182270"/>
                  </a:lnTo>
                  <a:lnTo>
                    <a:pt x="182904" y="18247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9174539" y="1860148"/>
              <a:ext cx="184237" cy="183596"/>
            </a:xfrm>
            <a:custGeom>
              <a:avLst/>
              <a:pathLst>
                <a:path w="184237" h="183596">
                  <a:moveTo>
                    <a:pt x="182879" y="182880"/>
                  </a:moveTo>
                  <a:lnTo>
                    <a:pt x="183002" y="182649"/>
                  </a:lnTo>
                  <a:lnTo>
                    <a:pt x="183691" y="182568"/>
                  </a:lnTo>
                  <a:lnTo>
                    <a:pt x="183905" y="182561"/>
                  </a:lnTo>
                  <a:lnTo>
                    <a:pt x="184081" y="182567"/>
                  </a:lnTo>
                  <a:lnTo>
                    <a:pt x="184237" y="182825"/>
                  </a:lnTo>
                  <a:lnTo>
                    <a:pt x="183951" y="183048"/>
                  </a:lnTo>
                  <a:lnTo>
                    <a:pt x="184084" y="183325"/>
                  </a:lnTo>
                  <a:lnTo>
                    <a:pt x="183853" y="183596"/>
                  </a:lnTo>
                  <a:lnTo>
                    <a:pt x="183432" y="183435"/>
                  </a:lnTo>
                  <a:lnTo>
                    <a:pt x="183119" y="183116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9176471" y="1859090"/>
              <a:ext cx="183292" cy="183275"/>
            </a:xfrm>
            <a:custGeom>
              <a:avLst/>
              <a:pathLst>
                <a:path w="183292" h="183275">
                  <a:moveTo>
                    <a:pt x="182879" y="182880"/>
                  </a:moveTo>
                  <a:lnTo>
                    <a:pt x="182589" y="183275"/>
                  </a:lnTo>
                  <a:lnTo>
                    <a:pt x="181597" y="182587"/>
                  </a:lnTo>
                  <a:lnTo>
                    <a:pt x="180903" y="182015"/>
                  </a:lnTo>
                  <a:lnTo>
                    <a:pt x="180575" y="181745"/>
                  </a:lnTo>
                  <a:lnTo>
                    <a:pt x="180385" y="181399"/>
                  </a:lnTo>
                  <a:lnTo>
                    <a:pt x="180579" y="181358"/>
                  </a:lnTo>
                  <a:lnTo>
                    <a:pt x="180915" y="181327"/>
                  </a:lnTo>
                  <a:lnTo>
                    <a:pt x="181173" y="181248"/>
                  </a:lnTo>
                  <a:lnTo>
                    <a:pt x="181311" y="181170"/>
                  </a:lnTo>
                  <a:lnTo>
                    <a:pt x="181697" y="181238"/>
                  </a:lnTo>
                  <a:lnTo>
                    <a:pt x="181939" y="181496"/>
                  </a:lnTo>
                  <a:lnTo>
                    <a:pt x="182025" y="181755"/>
                  </a:lnTo>
                  <a:lnTo>
                    <a:pt x="182510" y="181992"/>
                  </a:lnTo>
                  <a:lnTo>
                    <a:pt x="183292" y="18239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9173791" y="1857257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1858" y="18259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9182117" y="1943862"/>
              <a:ext cx="183345" cy="183247"/>
            </a:xfrm>
            <a:custGeom>
              <a:avLst/>
              <a:pathLst>
                <a:path w="183345" h="183247">
                  <a:moveTo>
                    <a:pt x="182879" y="182880"/>
                  </a:moveTo>
                  <a:lnTo>
                    <a:pt x="183345" y="182863"/>
                  </a:lnTo>
                  <a:lnTo>
                    <a:pt x="183134" y="183247"/>
                  </a:lnTo>
                  <a:lnTo>
                    <a:pt x="182882" y="18323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9183577" y="1942691"/>
              <a:ext cx="182879" cy="183137"/>
            </a:xfrm>
            <a:custGeom>
              <a:avLst/>
              <a:pathLst>
                <a:path w="182879" h="183137">
                  <a:moveTo>
                    <a:pt x="182879" y="182880"/>
                  </a:moveTo>
                  <a:lnTo>
                    <a:pt x="182818" y="183137"/>
                  </a:lnTo>
                  <a:lnTo>
                    <a:pt x="182593" y="18301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9181903" y="1919013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9180036" y="1917582"/>
              <a:ext cx="182914" cy="183056"/>
            </a:xfrm>
            <a:custGeom>
              <a:avLst/>
              <a:pathLst>
                <a:path w="182914" h="183056">
                  <a:moveTo>
                    <a:pt x="182879" y="182880"/>
                  </a:moveTo>
                  <a:lnTo>
                    <a:pt x="182914" y="183053"/>
                  </a:lnTo>
                  <a:lnTo>
                    <a:pt x="182708" y="183056"/>
                  </a:lnTo>
                  <a:lnTo>
                    <a:pt x="182496" y="18289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9181784" y="1916332"/>
              <a:ext cx="182956" cy="183783"/>
            </a:xfrm>
            <a:custGeom>
              <a:avLst/>
              <a:pathLst>
                <a:path w="182956" h="183783">
                  <a:moveTo>
                    <a:pt x="182879" y="182880"/>
                  </a:moveTo>
                  <a:lnTo>
                    <a:pt x="182125" y="182785"/>
                  </a:lnTo>
                  <a:lnTo>
                    <a:pt x="182056" y="183217"/>
                  </a:lnTo>
                  <a:lnTo>
                    <a:pt x="181426" y="183522"/>
                  </a:lnTo>
                  <a:lnTo>
                    <a:pt x="181256" y="183505"/>
                  </a:lnTo>
                  <a:lnTo>
                    <a:pt x="181156" y="183709"/>
                  </a:lnTo>
                  <a:lnTo>
                    <a:pt x="180945" y="183783"/>
                  </a:lnTo>
                  <a:lnTo>
                    <a:pt x="180899" y="183326"/>
                  </a:lnTo>
                  <a:lnTo>
                    <a:pt x="180985" y="183119"/>
                  </a:lnTo>
                  <a:lnTo>
                    <a:pt x="181351" y="183292"/>
                  </a:lnTo>
                  <a:lnTo>
                    <a:pt x="181747" y="183111"/>
                  </a:lnTo>
                  <a:lnTo>
                    <a:pt x="181826" y="182756"/>
                  </a:lnTo>
                  <a:lnTo>
                    <a:pt x="181779" y="182578"/>
                  </a:lnTo>
                  <a:lnTo>
                    <a:pt x="182347" y="182404"/>
                  </a:lnTo>
                  <a:lnTo>
                    <a:pt x="182956" y="18269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9180326" y="1914648"/>
              <a:ext cx="183157" cy="183394"/>
            </a:xfrm>
            <a:custGeom>
              <a:avLst/>
              <a:pathLst>
                <a:path w="183157" h="183394">
                  <a:moveTo>
                    <a:pt x="182879" y="182880"/>
                  </a:moveTo>
                  <a:lnTo>
                    <a:pt x="183008" y="182854"/>
                  </a:lnTo>
                  <a:lnTo>
                    <a:pt x="183157" y="182990"/>
                  </a:lnTo>
                  <a:lnTo>
                    <a:pt x="183034" y="183378"/>
                  </a:lnTo>
                  <a:lnTo>
                    <a:pt x="182810" y="183394"/>
                  </a:lnTo>
                  <a:lnTo>
                    <a:pt x="182564" y="183234"/>
                  </a:lnTo>
                  <a:lnTo>
                    <a:pt x="182659" y="18301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9179013" y="1907236"/>
              <a:ext cx="182879" cy="183294"/>
            </a:xfrm>
            <a:custGeom>
              <a:avLst/>
              <a:pathLst>
                <a:path w="182879" h="183294">
                  <a:moveTo>
                    <a:pt x="182879" y="182880"/>
                  </a:moveTo>
                  <a:lnTo>
                    <a:pt x="182685" y="183294"/>
                  </a:lnTo>
                  <a:lnTo>
                    <a:pt x="182293" y="18321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9181588" y="1906142"/>
              <a:ext cx="183311" cy="183309"/>
            </a:xfrm>
            <a:custGeom>
              <a:avLst/>
              <a:pathLst>
                <a:path w="183311" h="183309">
                  <a:moveTo>
                    <a:pt x="182879" y="182880"/>
                  </a:moveTo>
                  <a:lnTo>
                    <a:pt x="183311" y="183201"/>
                  </a:lnTo>
                  <a:lnTo>
                    <a:pt x="182710" y="183309"/>
                  </a:lnTo>
                  <a:lnTo>
                    <a:pt x="182673" y="18295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9182094" y="1904979"/>
              <a:ext cx="183403" cy="183296"/>
            </a:xfrm>
            <a:custGeom>
              <a:avLst/>
              <a:pathLst>
                <a:path w="183403" h="183296">
                  <a:moveTo>
                    <a:pt x="182879" y="182880"/>
                  </a:moveTo>
                  <a:lnTo>
                    <a:pt x="183373" y="183039"/>
                  </a:lnTo>
                  <a:lnTo>
                    <a:pt x="183403" y="183296"/>
                  </a:lnTo>
                  <a:lnTo>
                    <a:pt x="183222" y="18320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9182253" y="1904228"/>
              <a:ext cx="183156" cy="183224"/>
            </a:xfrm>
            <a:custGeom>
              <a:avLst/>
              <a:pathLst>
                <a:path w="183156" h="183224">
                  <a:moveTo>
                    <a:pt x="182879" y="182880"/>
                  </a:moveTo>
                  <a:lnTo>
                    <a:pt x="183156" y="183224"/>
                  </a:lnTo>
                  <a:lnTo>
                    <a:pt x="182786" y="183046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9181440" y="1903969"/>
              <a:ext cx="183141" cy="182880"/>
            </a:xfrm>
            <a:custGeom>
              <a:avLst/>
              <a:pathLst>
                <a:path w="183141" h="182880">
                  <a:moveTo>
                    <a:pt x="182879" y="182880"/>
                  </a:moveTo>
                  <a:lnTo>
                    <a:pt x="182773" y="182660"/>
                  </a:lnTo>
                  <a:lnTo>
                    <a:pt x="182966" y="182571"/>
                  </a:lnTo>
                  <a:lnTo>
                    <a:pt x="183141" y="182786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9183354" y="1903798"/>
              <a:ext cx="183592" cy="183270"/>
            </a:xfrm>
            <a:custGeom>
              <a:avLst/>
              <a:pathLst>
                <a:path w="183592" h="183270">
                  <a:moveTo>
                    <a:pt x="182879" y="182880"/>
                  </a:moveTo>
                  <a:lnTo>
                    <a:pt x="183213" y="182842"/>
                  </a:lnTo>
                  <a:lnTo>
                    <a:pt x="183460" y="182831"/>
                  </a:lnTo>
                  <a:lnTo>
                    <a:pt x="183592" y="182973"/>
                  </a:lnTo>
                  <a:lnTo>
                    <a:pt x="183568" y="183149"/>
                  </a:lnTo>
                  <a:lnTo>
                    <a:pt x="183447" y="183270"/>
                  </a:lnTo>
                  <a:lnTo>
                    <a:pt x="183287" y="182989"/>
                  </a:lnTo>
                  <a:lnTo>
                    <a:pt x="183111" y="182976"/>
                  </a:lnTo>
                  <a:lnTo>
                    <a:pt x="182941" y="183023"/>
                  </a:lnTo>
                  <a:lnTo>
                    <a:pt x="182477" y="182910"/>
                  </a:lnTo>
                  <a:lnTo>
                    <a:pt x="181989" y="182974"/>
                  </a:lnTo>
                  <a:lnTo>
                    <a:pt x="181729" y="182758"/>
                  </a:lnTo>
                  <a:lnTo>
                    <a:pt x="181587" y="182636"/>
                  </a:lnTo>
                  <a:lnTo>
                    <a:pt x="181125" y="182468"/>
                  </a:lnTo>
                  <a:lnTo>
                    <a:pt x="180713" y="182177"/>
                  </a:lnTo>
                  <a:lnTo>
                    <a:pt x="180632" y="181988"/>
                  </a:lnTo>
                  <a:lnTo>
                    <a:pt x="180657" y="181595"/>
                  </a:lnTo>
                  <a:lnTo>
                    <a:pt x="181031" y="181816"/>
                  </a:lnTo>
                  <a:lnTo>
                    <a:pt x="181777" y="181715"/>
                  </a:lnTo>
                  <a:lnTo>
                    <a:pt x="181475" y="181884"/>
                  </a:lnTo>
                  <a:lnTo>
                    <a:pt x="181509" y="182113"/>
                  </a:lnTo>
                  <a:lnTo>
                    <a:pt x="181537" y="182250"/>
                  </a:lnTo>
                  <a:lnTo>
                    <a:pt x="181778" y="182430"/>
                  </a:lnTo>
                  <a:lnTo>
                    <a:pt x="182085" y="182533"/>
                  </a:lnTo>
                  <a:lnTo>
                    <a:pt x="182422" y="18265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9177826" y="1900264"/>
              <a:ext cx="185886" cy="188116"/>
            </a:xfrm>
            <a:custGeom>
              <a:avLst/>
              <a:pathLst>
                <a:path w="185886" h="188116">
                  <a:moveTo>
                    <a:pt x="182879" y="182880"/>
                  </a:moveTo>
                  <a:lnTo>
                    <a:pt x="182891" y="183189"/>
                  </a:lnTo>
                  <a:lnTo>
                    <a:pt x="183308" y="183667"/>
                  </a:lnTo>
                  <a:lnTo>
                    <a:pt x="183423" y="183894"/>
                  </a:lnTo>
                  <a:lnTo>
                    <a:pt x="183760" y="184368"/>
                  </a:lnTo>
                  <a:lnTo>
                    <a:pt x="184053" y="184419"/>
                  </a:lnTo>
                  <a:lnTo>
                    <a:pt x="184607" y="184619"/>
                  </a:lnTo>
                  <a:lnTo>
                    <a:pt x="184839" y="184520"/>
                  </a:lnTo>
                  <a:lnTo>
                    <a:pt x="185096" y="184772"/>
                  </a:lnTo>
                  <a:lnTo>
                    <a:pt x="185285" y="184954"/>
                  </a:lnTo>
                  <a:lnTo>
                    <a:pt x="185229" y="185096"/>
                  </a:lnTo>
                  <a:lnTo>
                    <a:pt x="185525" y="185247"/>
                  </a:lnTo>
                  <a:lnTo>
                    <a:pt x="185760" y="185331"/>
                  </a:lnTo>
                  <a:lnTo>
                    <a:pt x="185802" y="185497"/>
                  </a:lnTo>
                  <a:lnTo>
                    <a:pt x="185863" y="185739"/>
                  </a:lnTo>
                  <a:lnTo>
                    <a:pt x="185865" y="185869"/>
                  </a:lnTo>
                  <a:lnTo>
                    <a:pt x="185886" y="186337"/>
                  </a:lnTo>
                  <a:lnTo>
                    <a:pt x="185773" y="186548"/>
                  </a:lnTo>
                  <a:lnTo>
                    <a:pt x="185784" y="186884"/>
                  </a:lnTo>
                  <a:lnTo>
                    <a:pt x="185778" y="187066"/>
                  </a:lnTo>
                  <a:lnTo>
                    <a:pt x="185660" y="187291"/>
                  </a:lnTo>
                  <a:lnTo>
                    <a:pt x="185532" y="187467"/>
                  </a:lnTo>
                  <a:lnTo>
                    <a:pt x="185390" y="187663"/>
                  </a:lnTo>
                  <a:lnTo>
                    <a:pt x="185203" y="187941"/>
                  </a:lnTo>
                  <a:lnTo>
                    <a:pt x="185149" y="188116"/>
                  </a:lnTo>
                  <a:lnTo>
                    <a:pt x="184855" y="187773"/>
                  </a:lnTo>
                  <a:lnTo>
                    <a:pt x="184986" y="187541"/>
                  </a:lnTo>
                  <a:lnTo>
                    <a:pt x="185075" y="187410"/>
                  </a:lnTo>
                  <a:lnTo>
                    <a:pt x="184914" y="187191"/>
                  </a:lnTo>
                  <a:lnTo>
                    <a:pt x="184584" y="187334"/>
                  </a:lnTo>
                  <a:lnTo>
                    <a:pt x="184426" y="187485"/>
                  </a:lnTo>
                  <a:lnTo>
                    <a:pt x="184115" y="187810"/>
                  </a:lnTo>
                  <a:lnTo>
                    <a:pt x="184044" y="187624"/>
                  </a:lnTo>
                  <a:lnTo>
                    <a:pt x="184087" y="187495"/>
                  </a:lnTo>
                  <a:lnTo>
                    <a:pt x="183819" y="187177"/>
                  </a:lnTo>
                  <a:lnTo>
                    <a:pt x="183645" y="187256"/>
                  </a:lnTo>
                  <a:lnTo>
                    <a:pt x="183534" y="187482"/>
                  </a:lnTo>
                  <a:lnTo>
                    <a:pt x="183287" y="187265"/>
                  </a:lnTo>
                  <a:lnTo>
                    <a:pt x="183116" y="186804"/>
                  </a:lnTo>
                  <a:lnTo>
                    <a:pt x="182725" y="185989"/>
                  </a:lnTo>
                  <a:lnTo>
                    <a:pt x="182537" y="185855"/>
                  </a:lnTo>
                  <a:lnTo>
                    <a:pt x="182398" y="185853"/>
                  </a:lnTo>
                  <a:lnTo>
                    <a:pt x="182065" y="185798"/>
                  </a:lnTo>
                  <a:lnTo>
                    <a:pt x="182080" y="185575"/>
                  </a:lnTo>
                  <a:lnTo>
                    <a:pt x="181958" y="184933"/>
                  </a:lnTo>
                  <a:lnTo>
                    <a:pt x="181424" y="184785"/>
                  </a:lnTo>
                  <a:lnTo>
                    <a:pt x="181197" y="184925"/>
                  </a:lnTo>
                  <a:lnTo>
                    <a:pt x="180734" y="185383"/>
                  </a:lnTo>
                  <a:lnTo>
                    <a:pt x="180448" y="185624"/>
                  </a:lnTo>
                  <a:lnTo>
                    <a:pt x="180242" y="185401"/>
                  </a:lnTo>
                  <a:lnTo>
                    <a:pt x="179733" y="185227"/>
                  </a:lnTo>
                  <a:lnTo>
                    <a:pt x="179434" y="185047"/>
                  </a:lnTo>
                  <a:lnTo>
                    <a:pt x="179456" y="184845"/>
                  </a:lnTo>
                  <a:lnTo>
                    <a:pt x="179604" y="184610"/>
                  </a:lnTo>
                  <a:lnTo>
                    <a:pt x="179783" y="184263"/>
                  </a:lnTo>
                  <a:lnTo>
                    <a:pt x="179828" y="184103"/>
                  </a:lnTo>
                  <a:lnTo>
                    <a:pt x="179888" y="183942"/>
                  </a:lnTo>
                  <a:lnTo>
                    <a:pt x="180202" y="183280"/>
                  </a:lnTo>
                  <a:lnTo>
                    <a:pt x="180249" y="183109"/>
                  </a:lnTo>
                  <a:lnTo>
                    <a:pt x="180343" y="182593"/>
                  </a:lnTo>
                  <a:lnTo>
                    <a:pt x="180389" y="182237"/>
                  </a:lnTo>
                  <a:lnTo>
                    <a:pt x="180656" y="182023"/>
                  </a:lnTo>
                  <a:lnTo>
                    <a:pt x="180842" y="181949"/>
                  </a:lnTo>
                  <a:lnTo>
                    <a:pt x="180971" y="182003"/>
                  </a:lnTo>
                  <a:lnTo>
                    <a:pt x="181233" y="182041"/>
                  </a:lnTo>
                  <a:lnTo>
                    <a:pt x="181494" y="182013"/>
                  </a:lnTo>
                  <a:lnTo>
                    <a:pt x="182089" y="181798"/>
                  </a:lnTo>
                  <a:lnTo>
                    <a:pt x="182346" y="181485"/>
                  </a:lnTo>
                  <a:lnTo>
                    <a:pt x="182739" y="181518"/>
                  </a:lnTo>
                  <a:lnTo>
                    <a:pt x="182977" y="182099"/>
                  </a:lnTo>
                  <a:lnTo>
                    <a:pt x="182943" y="18256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9180979" y="1901950"/>
              <a:ext cx="183354" cy="183285"/>
            </a:xfrm>
            <a:custGeom>
              <a:avLst/>
              <a:pathLst>
                <a:path w="183354" h="183285">
                  <a:moveTo>
                    <a:pt x="182879" y="182880"/>
                  </a:moveTo>
                  <a:lnTo>
                    <a:pt x="183107" y="182917"/>
                  </a:lnTo>
                  <a:lnTo>
                    <a:pt x="183245" y="182921"/>
                  </a:lnTo>
                  <a:lnTo>
                    <a:pt x="183354" y="183285"/>
                  </a:lnTo>
                  <a:lnTo>
                    <a:pt x="183027" y="18318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9181964" y="1901259"/>
              <a:ext cx="183338" cy="183380"/>
            </a:xfrm>
            <a:custGeom>
              <a:avLst/>
              <a:pathLst>
                <a:path w="183338" h="183380">
                  <a:moveTo>
                    <a:pt x="182879" y="182880"/>
                  </a:moveTo>
                  <a:lnTo>
                    <a:pt x="183174" y="183025"/>
                  </a:lnTo>
                  <a:lnTo>
                    <a:pt x="183338" y="183380"/>
                  </a:lnTo>
                  <a:lnTo>
                    <a:pt x="183205" y="183309"/>
                  </a:lnTo>
                  <a:lnTo>
                    <a:pt x="183003" y="18322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9184683" y="1901107"/>
              <a:ext cx="183707" cy="183587"/>
            </a:xfrm>
            <a:custGeom>
              <a:avLst/>
              <a:pathLst>
                <a:path w="183707" h="183587">
                  <a:moveTo>
                    <a:pt x="182879" y="182880"/>
                  </a:moveTo>
                  <a:lnTo>
                    <a:pt x="183143" y="182837"/>
                  </a:lnTo>
                  <a:lnTo>
                    <a:pt x="183319" y="182863"/>
                  </a:lnTo>
                  <a:lnTo>
                    <a:pt x="183569" y="182946"/>
                  </a:lnTo>
                  <a:lnTo>
                    <a:pt x="183707" y="183187"/>
                  </a:lnTo>
                  <a:lnTo>
                    <a:pt x="183603" y="183496"/>
                  </a:lnTo>
                  <a:lnTo>
                    <a:pt x="183475" y="183485"/>
                  </a:lnTo>
                  <a:lnTo>
                    <a:pt x="183174" y="183441"/>
                  </a:lnTo>
                  <a:lnTo>
                    <a:pt x="182947" y="183346"/>
                  </a:lnTo>
                  <a:lnTo>
                    <a:pt x="182797" y="183427"/>
                  </a:lnTo>
                  <a:lnTo>
                    <a:pt x="182655" y="183587"/>
                  </a:lnTo>
                  <a:lnTo>
                    <a:pt x="182226" y="183425"/>
                  </a:lnTo>
                  <a:lnTo>
                    <a:pt x="181876" y="183240"/>
                  </a:lnTo>
                  <a:lnTo>
                    <a:pt x="181451" y="183399"/>
                  </a:lnTo>
                  <a:lnTo>
                    <a:pt x="180922" y="182992"/>
                  </a:lnTo>
                  <a:lnTo>
                    <a:pt x="180057" y="182144"/>
                  </a:lnTo>
                  <a:lnTo>
                    <a:pt x="179662" y="181587"/>
                  </a:lnTo>
                  <a:lnTo>
                    <a:pt x="179806" y="181347"/>
                  </a:lnTo>
                  <a:lnTo>
                    <a:pt x="180040" y="181200"/>
                  </a:lnTo>
                  <a:lnTo>
                    <a:pt x="180401" y="181042"/>
                  </a:lnTo>
                  <a:lnTo>
                    <a:pt x="180551" y="180987"/>
                  </a:lnTo>
                  <a:lnTo>
                    <a:pt x="180918" y="181142"/>
                  </a:lnTo>
                  <a:lnTo>
                    <a:pt x="180949" y="181296"/>
                  </a:lnTo>
                  <a:lnTo>
                    <a:pt x="181200" y="181345"/>
                  </a:lnTo>
                  <a:lnTo>
                    <a:pt x="181492" y="181478"/>
                  </a:lnTo>
                  <a:lnTo>
                    <a:pt x="181456" y="181727"/>
                  </a:lnTo>
                  <a:lnTo>
                    <a:pt x="181205" y="181898"/>
                  </a:lnTo>
                  <a:lnTo>
                    <a:pt x="181015" y="182138"/>
                  </a:lnTo>
                  <a:lnTo>
                    <a:pt x="181022" y="182386"/>
                  </a:lnTo>
                  <a:lnTo>
                    <a:pt x="181298" y="182598"/>
                  </a:lnTo>
                  <a:lnTo>
                    <a:pt x="181476" y="182723"/>
                  </a:lnTo>
                  <a:lnTo>
                    <a:pt x="181717" y="182708"/>
                  </a:lnTo>
                  <a:lnTo>
                    <a:pt x="181992" y="182712"/>
                  </a:lnTo>
                  <a:lnTo>
                    <a:pt x="182507" y="182885"/>
                  </a:lnTo>
                  <a:lnTo>
                    <a:pt x="182686" y="182959"/>
                  </a:lnTo>
                  <a:lnTo>
                    <a:pt x="182819" y="18301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9180741" y="1900126"/>
              <a:ext cx="182933" cy="183236"/>
            </a:xfrm>
            <a:custGeom>
              <a:avLst/>
              <a:pathLst>
                <a:path w="182933" h="183236">
                  <a:moveTo>
                    <a:pt x="182879" y="182880"/>
                  </a:moveTo>
                  <a:lnTo>
                    <a:pt x="182933" y="183102"/>
                  </a:lnTo>
                  <a:lnTo>
                    <a:pt x="182786" y="183206"/>
                  </a:lnTo>
                  <a:lnTo>
                    <a:pt x="182419" y="183236"/>
                  </a:lnTo>
                  <a:lnTo>
                    <a:pt x="182603" y="18283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9180729" y="1898851"/>
              <a:ext cx="182879" cy="183096"/>
            </a:xfrm>
            <a:custGeom>
              <a:avLst/>
              <a:pathLst>
                <a:path w="182879" h="183096">
                  <a:moveTo>
                    <a:pt x="182879" y="182880"/>
                  </a:moveTo>
                  <a:lnTo>
                    <a:pt x="182707" y="183096"/>
                  </a:lnTo>
                  <a:lnTo>
                    <a:pt x="182539" y="183057"/>
                  </a:lnTo>
                  <a:lnTo>
                    <a:pt x="182154" y="182966"/>
                  </a:lnTo>
                  <a:lnTo>
                    <a:pt x="181877" y="182583"/>
                  </a:lnTo>
                  <a:lnTo>
                    <a:pt x="182239" y="182680"/>
                  </a:lnTo>
                  <a:lnTo>
                    <a:pt x="182689" y="18263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9179586" y="1898160"/>
              <a:ext cx="183097" cy="183255"/>
            </a:xfrm>
            <a:custGeom>
              <a:avLst/>
              <a:pathLst>
                <a:path w="183097" h="183255">
                  <a:moveTo>
                    <a:pt x="182879" y="182880"/>
                  </a:moveTo>
                  <a:lnTo>
                    <a:pt x="183097" y="183057"/>
                  </a:lnTo>
                  <a:lnTo>
                    <a:pt x="182737" y="183255"/>
                  </a:lnTo>
                  <a:lnTo>
                    <a:pt x="182394" y="182919"/>
                  </a:lnTo>
                  <a:lnTo>
                    <a:pt x="182539" y="18282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9181968" y="1897958"/>
              <a:ext cx="183255" cy="183321"/>
            </a:xfrm>
            <a:custGeom>
              <a:avLst/>
              <a:pathLst>
                <a:path w="183255" h="183321">
                  <a:moveTo>
                    <a:pt x="182879" y="182880"/>
                  </a:moveTo>
                  <a:lnTo>
                    <a:pt x="183096" y="182990"/>
                  </a:lnTo>
                  <a:lnTo>
                    <a:pt x="183255" y="18332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9184750" y="1896507"/>
              <a:ext cx="184310" cy="186245"/>
            </a:xfrm>
            <a:custGeom>
              <a:avLst/>
              <a:pathLst>
                <a:path w="184310" h="186245">
                  <a:moveTo>
                    <a:pt x="182879" y="182880"/>
                  </a:moveTo>
                  <a:lnTo>
                    <a:pt x="183170" y="183151"/>
                  </a:lnTo>
                  <a:lnTo>
                    <a:pt x="183324" y="183243"/>
                  </a:lnTo>
                  <a:lnTo>
                    <a:pt x="183516" y="183312"/>
                  </a:lnTo>
                  <a:lnTo>
                    <a:pt x="183910" y="183358"/>
                  </a:lnTo>
                  <a:lnTo>
                    <a:pt x="183762" y="183700"/>
                  </a:lnTo>
                  <a:lnTo>
                    <a:pt x="183537" y="183559"/>
                  </a:lnTo>
                  <a:lnTo>
                    <a:pt x="183026" y="183799"/>
                  </a:lnTo>
                  <a:lnTo>
                    <a:pt x="182909" y="184045"/>
                  </a:lnTo>
                  <a:lnTo>
                    <a:pt x="183013" y="184261"/>
                  </a:lnTo>
                  <a:lnTo>
                    <a:pt x="183239" y="184231"/>
                  </a:lnTo>
                  <a:lnTo>
                    <a:pt x="183689" y="184493"/>
                  </a:lnTo>
                  <a:lnTo>
                    <a:pt x="183607" y="184746"/>
                  </a:lnTo>
                  <a:lnTo>
                    <a:pt x="183355" y="184774"/>
                  </a:lnTo>
                  <a:lnTo>
                    <a:pt x="183432" y="185087"/>
                  </a:lnTo>
                  <a:lnTo>
                    <a:pt x="183998" y="185589"/>
                  </a:lnTo>
                  <a:lnTo>
                    <a:pt x="184310" y="185826"/>
                  </a:lnTo>
                  <a:lnTo>
                    <a:pt x="184215" y="185962"/>
                  </a:lnTo>
                  <a:lnTo>
                    <a:pt x="183547" y="186245"/>
                  </a:lnTo>
                  <a:lnTo>
                    <a:pt x="183091" y="185817"/>
                  </a:lnTo>
                  <a:lnTo>
                    <a:pt x="182673" y="185726"/>
                  </a:lnTo>
                  <a:lnTo>
                    <a:pt x="182206" y="185435"/>
                  </a:lnTo>
                  <a:lnTo>
                    <a:pt x="181813" y="185088"/>
                  </a:lnTo>
                  <a:lnTo>
                    <a:pt x="181476" y="184824"/>
                  </a:lnTo>
                  <a:lnTo>
                    <a:pt x="181034" y="184362"/>
                  </a:lnTo>
                  <a:lnTo>
                    <a:pt x="180964" y="184162"/>
                  </a:lnTo>
                  <a:lnTo>
                    <a:pt x="180888" y="183947"/>
                  </a:lnTo>
                  <a:lnTo>
                    <a:pt x="180543" y="183597"/>
                  </a:lnTo>
                  <a:lnTo>
                    <a:pt x="180218" y="183587"/>
                  </a:lnTo>
                  <a:lnTo>
                    <a:pt x="179873" y="183195"/>
                  </a:lnTo>
                  <a:lnTo>
                    <a:pt x="179843" y="183024"/>
                  </a:lnTo>
                  <a:lnTo>
                    <a:pt x="180076" y="182777"/>
                  </a:lnTo>
                  <a:lnTo>
                    <a:pt x="180367" y="182589"/>
                  </a:lnTo>
                  <a:lnTo>
                    <a:pt x="180501" y="182533"/>
                  </a:lnTo>
                  <a:lnTo>
                    <a:pt x="180818" y="182477"/>
                  </a:lnTo>
                  <a:lnTo>
                    <a:pt x="181404" y="182506"/>
                  </a:lnTo>
                  <a:lnTo>
                    <a:pt x="181599" y="182597"/>
                  </a:lnTo>
                  <a:lnTo>
                    <a:pt x="182337" y="182620"/>
                  </a:lnTo>
                  <a:lnTo>
                    <a:pt x="182472" y="18262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9180348" y="1897528"/>
              <a:ext cx="183336" cy="183412"/>
            </a:xfrm>
            <a:custGeom>
              <a:avLst/>
              <a:pathLst>
                <a:path w="183336" h="183412">
                  <a:moveTo>
                    <a:pt x="182879" y="182880"/>
                  </a:moveTo>
                  <a:lnTo>
                    <a:pt x="183017" y="182848"/>
                  </a:lnTo>
                  <a:lnTo>
                    <a:pt x="183336" y="183205"/>
                  </a:lnTo>
                  <a:lnTo>
                    <a:pt x="183112" y="183412"/>
                  </a:lnTo>
                  <a:lnTo>
                    <a:pt x="182857" y="183267"/>
                  </a:lnTo>
                  <a:lnTo>
                    <a:pt x="182695" y="18310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9183586" y="1894719"/>
              <a:ext cx="183324" cy="183515"/>
            </a:xfrm>
            <a:custGeom>
              <a:avLst/>
              <a:pathLst>
                <a:path w="183324" h="183515">
                  <a:moveTo>
                    <a:pt x="182879" y="182880"/>
                  </a:moveTo>
                  <a:lnTo>
                    <a:pt x="183059" y="183022"/>
                  </a:lnTo>
                  <a:lnTo>
                    <a:pt x="183324" y="183272"/>
                  </a:lnTo>
                  <a:lnTo>
                    <a:pt x="183141" y="183452"/>
                  </a:lnTo>
                  <a:lnTo>
                    <a:pt x="182813" y="183498"/>
                  </a:lnTo>
                  <a:lnTo>
                    <a:pt x="182575" y="183515"/>
                  </a:lnTo>
                  <a:lnTo>
                    <a:pt x="182385" y="183191"/>
                  </a:lnTo>
                  <a:lnTo>
                    <a:pt x="182458" y="182866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9184525" y="1891788"/>
              <a:ext cx="183981" cy="183507"/>
            </a:xfrm>
            <a:custGeom>
              <a:avLst/>
              <a:pathLst>
                <a:path w="183981" h="183507">
                  <a:moveTo>
                    <a:pt x="182879" y="182880"/>
                  </a:moveTo>
                  <a:lnTo>
                    <a:pt x="183393" y="182626"/>
                  </a:lnTo>
                  <a:lnTo>
                    <a:pt x="183677" y="182576"/>
                  </a:lnTo>
                  <a:lnTo>
                    <a:pt x="183914" y="182704"/>
                  </a:lnTo>
                  <a:lnTo>
                    <a:pt x="183965" y="182876"/>
                  </a:lnTo>
                  <a:lnTo>
                    <a:pt x="183981" y="183094"/>
                  </a:lnTo>
                  <a:lnTo>
                    <a:pt x="183825" y="183365"/>
                  </a:lnTo>
                  <a:lnTo>
                    <a:pt x="183555" y="183507"/>
                  </a:lnTo>
                  <a:lnTo>
                    <a:pt x="183369" y="183487"/>
                  </a:lnTo>
                  <a:lnTo>
                    <a:pt x="182991" y="18329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9181974" y="1890939"/>
              <a:ext cx="183930" cy="183314"/>
            </a:xfrm>
            <a:custGeom>
              <a:avLst/>
              <a:pathLst>
                <a:path w="183930" h="183314">
                  <a:moveTo>
                    <a:pt x="182879" y="182880"/>
                  </a:moveTo>
                  <a:lnTo>
                    <a:pt x="182588" y="182674"/>
                  </a:lnTo>
                  <a:lnTo>
                    <a:pt x="182406" y="182402"/>
                  </a:lnTo>
                  <a:lnTo>
                    <a:pt x="182752" y="182439"/>
                  </a:lnTo>
                  <a:lnTo>
                    <a:pt x="183194" y="182600"/>
                  </a:lnTo>
                  <a:lnTo>
                    <a:pt x="183365" y="182704"/>
                  </a:lnTo>
                  <a:lnTo>
                    <a:pt x="183726" y="182910"/>
                  </a:lnTo>
                  <a:lnTo>
                    <a:pt x="183930" y="183054"/>
                  </a:lnTo>
                  <a:lnTo>
                    <a:pt x="183862" y="183314"/>
                  </a:lnTo>
                  <a:lnTo>
                    <a:pt x="183385" y="183223"/>
                  </a:lnTo>
                  <a:lnTo>
                    <a:pt x="183112" y="18313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9178128" y="1890620"/>
              <a:ext cx="184169" cy="183599"/>
            </a:xfrm>
            <a:custGeom>
              <a:avLst/>
              <a:pathLst>
                <a:path w="184169" h="183599">
                  <a:moveTo>
                    <a:pt x="182879" y="182880"/>
                  </a:moveTo>
                  <a:lnTo>
                    <a:pt x="183437" y="182680"/>
                  </a:lnTo>
                  <a:lnTo>
                    <a:pt x="183628" y="182612"/>
                  </a:lnTo>
                  <a:lnTo>
                    <a:pt x="183858" y="182622"/>
                  </a:lnTo>
                  <a:lnTo>
                    <a:pt x="183952" y="182753"/>
                  </a:lnTo>
                  <a:lnTo>
                    <a:pt x="184169" y="183145"/>
                  </a:lnTo>
                  <a:lnTo>
                    <a:pt x="183996" y="183362"/>
                  </a:lnTo>
                  <a:lnTo>
                    <a:pt x="183526" y="183555"/>
                  </a:lnTo>
                  <a:lnTo>
                    <a:pt x="182906" y="183599"/>
                  </a:lnTo>
                  <a:lnTo>
                    <a:pt x="182621" y="183234"/>
                  </a:lnTo>
                  <a:lnTo>
                    <a:pt x="182700" y="18299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9177918" y="1890213"/>
              <a:ext cx="183340" cy="183220"/>
            </a:xfrm>
            <a:custGeom>
              <a:avLst/>
              <a:pathLst>
                <a:path w="183340" h="183220">
                  <a:moveTo>
                    <a:pt x="182879" y="182880"/>
                  </a:moveTo>
                  <a:lnTo>
                    <a:pt x="183151" y="182936"/>
                  </a:lnTo>
                  <a:lnTo>
                    <a:pt x="183340" y="183072"/>
                  </a:lnTo>
                  <a:lnTo>
                    <a:pt x="182912" y="183220"/>
                  </a:lnTo>
                  <a:lnTo>
                    <a:pt x="182639" y="183200"/>
                  </a:lnTo>
                  <a:lnTo>
                    <a:pt x="182701" y="18289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9177304" y="1889698"/>
              <a:ext cx="183205" cy="183832"/>
            </a:xfrm>
            <a:custGeom>
              <a:avLst/>
              <a:pathLst>
                <a:path w="183205" h="183832">
                  <a:moveTo>
                    <a:pt x="182879" y="182880"/>
                  </a:moveTo>
                  <a:lnTo>
                    <a:pt x="183141" y="182976"/>
                  </a:lnTo>
                  <a:lnTo>
                    <a:pt x="183205" y="183138"/>
                  </a:lnTo>
                  <a:lnTo>
                    <a:pt x="183185" y="183314"/>
                  </a:lnTo>
                  <a:lnTo>
                    <a:pt x="182942" y="183807"/>
                  </a:lnTo>
                  <a:lnTo>
                    <a:pt x="182758" y="183832"/>
                  </a:lnTo>
                  <a:lnTo>
                    <a:pt x="182423" y="183472"/>
                  </a:lnTo>
                  <a:lnTo>
                    <a:pt x="182478" y="18316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9180342" y="1890772"/>
              <a:ext cx="183030" cy="182880"/>
            </a:xfrm>
            <a:custGeom>
              <a:avLst/>
              <a:pathLst>
                <a:path w="183030" h="182880">
                  <a:moveTo>
                    <a:pt x="182879" y="182880"/>
                  </a:moveTo>
                  <a:lnTo>
                    <a:pt x="182213" y="182497"/>
                  </a:lnTo>
                  <a:lnTo>
                    <a:pt x="182018" y="182378"/>
                  </a:lnTo>
                  <a:lnTo>
                    <a:pt x="181802" y="182293"/>
                  </a:lnTo>
                  <a:lnTo>
                    <a:pt x="181634" y="182228"/>
                  </a:lnTo>
                  <a:lnTo>
                    <a:pt x="181288" y="182154"/>
                  </a:lnTo>
                  <a:lnTo>
                    <a:pt x="180940" y="181990"/>
                  </a:lnTo>
                  <a:lnTo>
                    <a:pt x="181075" y="181926"/>
                  </a:lnTo>
                  <a:lnTo>
                    <a:pt x="181285" y="181825"/>
                  </a:lnTo>
                  <a:lnTo>
                    <a:pt x="181435" y="181713"/>
                  </a:lnTo>
                  <a:lnTo>
                    <a:pt x="181724" y="181374"/>
                  </a:lnTo>
                  <a:lnTo>
                    <a:pt x="182058" y="181532"/>
                  </a:lnTo>
                  <a:lnTo>
                    <a:pt x="182549" y="182004"/>
                  </a:lnTo>
                  <a:lnTo>
                    <a:pt x="182966" y="182527"/>
                  </a:lnTo>
                  <a:lnTo>
                    <a:pt x="183030" y="18280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9178387" y="1889414"/>
              <a:ext cx="182879" cy="183159"/>
            </a:xfrm>
            <a:custGeom>
              <a:avLst/>
              <a:pathLst>
                <a:path w="182879" h="183159">
                  <a:moveTo>
                    <a:pt x="182879" y="182880"/>
                  </a:moveTo>
                  <a:lnTo>
                    <a:pt x="182658" y="183159"/>
                  </a:lnTo>
                  <a:lnTo>
                    <a:pt x="182383" y="18293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9171821" y="1880873"/>
              <a:ext cx="197890" cy="193653"/>
            </a:xfrm>
            <a:custGeom>
              <a:avLst/>
              <a:pathLst>
                <a:path w="197890" h="193653">
                  <a:moveTo>
                    <a:pt x="182879" y="182880"/>
                  </a:moveTo>
                  <a:lnTo>
                    <a:pt x="183101" y="182997"/>
                  </a:lnTo>
                  <a:lnTo>
                    <a:pt x="183269" y="183048"/>
                  </a:lnTo>
                  <a:lnTo>
                    <a:pt x="183649" y="183113"/>
                  </a:lnTo>
                  <a:lnTo>
                    <a:pt x="184052" y="183251"/>
                  </a:lnTo>
                  <a:lnTo>
                    <a:pt x="184327" y="183441"/>
                  </a:lnTo>
                  <a:lnTo>
                    <a:pt x="184631" y="183592"/>
                  </a:lnTo>
                  <a:lnTo>
                    <a:pt x="185385" y="183658"/>
                  </a:lnTo>
                  <a:lnTo>
                    <a:pt x="185720" y="183564"/>
                  </a:lnTo>
                  <a:lnTo>
                    <a:pt x="186227" y="183422"/>
                  </a:lnTo>
                  <a:lnTo>
                    <a:pt x="186539" y="183335"/>
                  </a:lnTo>
                  <a:lnTo>
                    <a:pt x="186782" y="183264"/>
                  </a:lnTo>
                  <a:lnTo>
                    <a:pt x="186995" y="183202"/>
                  </a:lnTo>
                  <a:lnTo>
                    <a:pt x="187285" y="183145"/>
                  </a:lnTo>
                  <a:lnTo>
                    <a:pt x="187695" y="183142"/>
                  </a:lnTo>
                  <a:lnTo>
                    <a:pt x="187949" y="183245"/>
                  </a:lnTo>
                  <a:lnTo>
                    <a:pt x="188307" y="183729"/>
                  </a:lnTo>
                  <a:lnTo>
                    <a:pt x="188522" y="184102"/>
                  </a:lnTo>
                  <a:lnTo>
                    <a:pt x="188827" y="184321"/>
                  </a:lnTo>
                  <a:lnTo>
                    <a:pt x="189064" y="184588"/>
                  </a:lnTo>
                  <a:lnTo>
                    <a:pt x="189466" y="185116"/>
                  </a:lnTo>
                  <a:lnTo>
                    <a:pt x="189672" y="185246"/>
                  </a:lnTo>
                  <a:lnTo>
                    <a:pt x="189882" y="185349"/>
                  </a:lnTo>
                  <a:lnTo>
                    <a:pt x="190501" y="185351"/>
                  </a:lnTo>
                  <a:lnTo>
                    <a:pt x="190820" y="185413"/>
                  </a:lnTo>
                  <a:lnTo>
                    <a:pt x="191304" y="185466"/>
                  </a:lnTo>
                  <a:lnTo>
                    <a:pt x="191805" y="185472"/>
                  </a:lnTo>
                  <a:lnTo>
                    <a:pt x="192259" y="185498"/>
                  </a:lnTo>
                  <a:lnTo>
                    <a:pt x="193129" y="185436"/>
                  </a:lnTo>
                  <a:lnTo>
                    <a:pt x="193567" y="185500"/>
                  </a:lnTo>
                  <a:lnTo>
                    <a:pt x="193793" y="185650"/>
                  </a:lnTo>
                  <a:lnTo>
                    <a:pt x="194315" y="185946"/>
                  </a:lnTo>
                  <a:lnTo>
                    <a:pt x="194601" y="185885"/>
                  </a:lnTo>
                  <a:lnTo>
                    <a:pt x="195084" y="185782"/>
                  </a:lnTo>
                  <a:lnTo>
                    <a:pt x="195316" y="185780"/>
                  </a:lnTo>
                  <a:lnTo>
                    <a:pt x="195930" y="186040"/>
                  </a:lnTo>
                  <a:lnTo>
                    <a:pt x="196120" y="186333"/>
                  </a:lnTo>
                  <a:lnTo>
                    <a:pt x="196106" y="186475"/>
                  </a:lnTo>
                  <a:lnTo>
                    <a:pt x="196035" y="187011"/>
                  </a:lnTo>
                  <a:lnTo>
                    <a:pt x="195343" y="187057"/>
                  </a:lnTo>
                  <a:lnTo>
                    <a:pt x="195401" y="186867"/>
                  </a:lnTo>
                  <a:lnTo>
                    <a:pt x="194868" y="186893"/>
                  </a:lnTo>
                  <a:lnTo>
                    <a:pt x="194134" y="187208"/>
                  </a:lnTo>
                  <a:lnTo>
                    <a:pt x="194098" y="187343"/>
                  </a:lnTo>
                  <a:lnTo>
                    <a:pt x="194169" y="187585"/>
                  </a:lnTo>
                  <a:lnTo>
                    <a:pt x="194324" y="187651"/>
                  </a:lnTo>
                  <a:lnTo>
                    <a:pt x="194555" y="187720"/>
                  </a:lnTo>
                  <a:lnTo>
                    <a:pt x="194996" y="187635"/>
                  </a:lnTo>
                  <a:lnTo>
                    <a:pt x="195207" y="187628"/>
                  </a:lnTo>
                  <a:lnTo>
                    <a:pt x="195684" y="187612"/>
                  </a:lnTo>
                  <a:lnTo>
                    <a:pt x="195815" y="187884"/>
                  </a:lnTo>
                  <a:lnTo>
                    <a:pt x="195899" y="188054"/>
                  </a:lnTo>
                  <a:lnTo>
                    <a:pt x="196287" y="188631"/>
                  </a:lnTo>
                  <a:lnTo>
                    <a:pt x="196494" y="188922"/>
                  </a:lnTo>
                  <a:lnTo>
                    <a:pt x="196859" y="189035"/>
                  </a:lnTo>
                  <a:lnTo>
                    <a:pt x="197094" y="189224"/>
                  </a:lnTo>
                  <a:lnTo>
                    <a:pt x="197684" y="189896"/>
                  </a:lnTo>
                  <a:lnTo>
                    <a:pt x="197866" y="189847"/>
                  </a:lnTo>
                  <a:lnTo>
                    <a:pt x="197890" y="190027"/>
                  </a:lnTo>
                  <a:lnTo>
                    <a:pt x="197546" y="190180"/>
                  </a:lnTo>
                  <a:lnTo>
                    <a:pt x="197469" y="190372"/>
                  </a:lnTo>
                  <a:lnTo>
                    <a:pt x="197485" y="190677"/>
                  </a:lnTo>
                  <a:lnTo>
                    <a:pt x="197785" y="190848"/>
                  </a:lnTo>
                  <a:lnTo>
                    <a:pt x="197242" y="192228"/>
                  </a:lnTo>
                  <a:lnTo>
                    <a:pt x="197009" y="192820"/>
                  </a:lnTo>
                  <a:lnTo>
                    <a:pt x="196987" y="193122"/>
                  </a:lnTo>
                  <a:lnTo>
                    <a:pt x="196776" y="193444"/>
                  </a:lnTo>
                  <a:lnTo>
                    <a:pt x="196437" y="193392"/>
                  </a:lnTo>
                  <a:lnTo>
                    <a:pt x="196171" y="193424"/>
                  </a:lnTo>
                  <a:lnTo>
                    <a:pt x="195921" y="193492"/>
                  </a:lnTo>
                  <a:lnTo>
                    <a:pt x="195752" y="193578"/>
                  </a:lnTo>
                  <a:lnTo>
                    <a:pt x="195621" y="193624"/>
                  </a:lnTo>
                  <a:lnTo>
                    <a:pt x="195449" y="193653"/>
                  </a:lnTo>
                  <a:lnTo>
                    <a:pt x="195292" y="193633"/>
                  </a:lnTo>
                  <a:lnTo>
                    <a:pt x="195084" y="193547"/>
                  </a:lnTo>
                  <a:lnTo>
                    <a:pt x="194926" y="193422"/>
                  </a:lnTo>
                  <a:lnTo>
                    <a:pt x="194649" y="193203"/>
                  </a:lnTo>
                  <a:lnTo>
                    <a:pt x="194082" y="192773"/>
                  </a:lnTo>
                  <a:lnTo>
                    <a:pt x="193947" y="192689"/>
                  </a:lnTo>
                  <a:lnTo>
                    <a:pt x="193662" y="192512"/>
                  </a:lnTo>
                  <a:lnTo>
                    <a:pt x="193422" y="192375"/>
                  </a:lnTo>
                  <a:lnTo>
                    <a:pt x="193205" y="192286"/>
                  </a:lnTo>
                  <a:lnTo>
                    <a:pt x="192650" y="192057"/>
                  </a:lnTo>
                  <a:lnTo>
                    <a:pt x="192517" y="192005"/>
                  </a:lnTo>
                  <a:lnTo>
                    <a:pt x="192369" y="191947"/>
                  </a:lnTo>
                  <a:lnTo>
                    <a:pt x="191630" y="191692"/>
                  </a:lnTo>
                  <a:lnTo>
                    <a:pt x="191485" y="191649"/>
                  </a:lnTo>
                  <a:lnTo>
                    <a:pt x="190999" y="191395"/>
                  </a:lnTo>
                  <a:lnTo>
                    <a:pt x="190863" y="191256"/>
                  </a:lnTo>
                  <a:lnTo>
                    <a:pt x="190697" y="191146"/>
                  </a:lnTo>
                  <a:lnTo>
                    <a:pt x="190370" y="191061"/>
                  </a:lnTo>
                  <a:lnTo>
                    <a:pt x="190238" y="191095"/>
                  </a:lnTo>
                  <a:lnTo>
                    <a:pt x="189904" y="191195"/>
                  </a:lnTo>
                  <a:lnTo>
                    <a:pt x="189549" y="191246"/>
                  </a:lnTo>
                  <a:lnTo>
                    <a:pt x="189407" y="191201"/>
                  </a:lnTo>
                  <a:lnTo>
                    <a:pt x="189259" y="191191"/>
                  </a:lnTo>
                  <a:lnTo>
                    <a:pt x="189088" y="191211"/>
                  </a:lnTo>
                  <a:lnTo>
                    <a:pt x="188679" y="191281"/>
                  </a:lnTo>
                  <a:lnTo>
                    <a:pt x="188400" y="191159"/>
                  </a:lnTo>
                  <a:lnTo>
                    <a:pt x="188160" y="190694"/>
                  </a:lnTo>
                  <a:lnTo>
                    <a:pt x="187794" y="190380"/>
                  </a:lnTo>
                  <a:lnTo>
                    <a:pt x="187608" y="190333"/>
                  </a:lnTo>
                  <a:lnTo>
                    <a:pt x="187197" y="190334"/>
                  </a:lnTo>
                  <a:lnTo>
                    <a:pt x="186619" y="190254"/>
                  </a:lnTo>
                  <a:lnTo>
                    <a:pt x="186192" y="190271"/>
                  </a:lnTo>
                  <a:lnTo>
                    <a:pt x="186048" y="190318"/>
                  </a:lnTo>
                  <a:lnTo>
                    <a:pt x="185551" y="190769"/>
                  </a:lnTo>
                  <a:lnTo>
                    <a:pt x="185422" y="190831"/>
                  </a:lnTo>
                  <a:lnTo>
                    <a:pt x="185240" y="190881"/>
                  </a:lnTo>
                  <a:lnTo>
                    <a:pt x="184993" y="190979"/>
                  </a:lnTo>
                  <a:lnTo>
                    <a:pt x="184789" y="191133"/>
                  </a:lnTo>
                  <a:lnTo>
                    <a:pt x="184530" y="191089"/>
                  </a:lnTo>
                  <a:lnTo>
                    <a:pt x="184374" y="190822"/>
                  </a:lnTo>
                  <a:lnTo>
                    <a:pt x="184142" y="190173"/>
                  </a:lnTo>
                  <a:lnTo>
                    <a:pt x="183780" y="189532"/>
                  </a:lnTo>
                  <a:lnTo>
                    <a:pt x="183220" y="188787"/>
                  </a:lnTo>
                  <a:lnTo>
                    <a:pt x="182946" y="188565"/>
                  </a:lnTo>
                  <a:lnTo>
                    <a:pt x="182617" y="188324"/>
                  </a:lnTo>
                  <a:lnTo>
                    <a:pt x="182516" y="188183"/>
                  </a:lnTo>
                  <a:lnTo>
                    <a:pt x="182415" y="188017"/>
                  </a:lnTo>
                  <a:lnTo>
                    <a:pt x="182595" y="187448"/>
                  </a:lnTo>
                  <a:lnTo>
                    <a:pt x="182834" y="186613"/>
                  </a:lnTo>
                  <a:lnTo>
                    <a:pt x="182823" y="186055"/>
                  </a:lnTo>
                  <a:lnTo>
                    <a:pt x="182742" y="185752"/>
                  </a:lnTo>
                  <a:lnTo>
                    <a:pt x="182417" y="185311"/>
                  </a:lnTo>
                  <a:lnTo>
                    <a:pt x="182103" y="184931"/>
                  </a:lnTo>
                  <a:lnTo>
                    <a:pt x="181746" y="184511"/>
                  </a:lnTo>
                  <a:lnTo>
                    <a:pt x="181384" y="183637"/>
                  </a:lnTo>
                  <a:lnTo>
                    <a:pt x="181146" y="183302"/>
                  </a:lnTo>
                  <a:lnTo>
                    <a:pt x="180932" y="183092"/>
                  </a:lnTo>
                  <a:lnTo>
                    <a:pt x="180657" y="182921"/>
                  </a:lnTo>
                  <a:lnTo>
                    <a:pt x="180621" y="182675"/>
                  </a:lnTo>
                  <a:lnTo>
                    <a:pt x="180736" y="182408"/>
                  </a:lnTo>
                  <a:lnTo>
                    <a:pt x="181012" y="182170"/>
                  </a:lnTo>
                  <a:lnTo>
                    <a:pt x="181363" y="181871"/>
                  </a:lnTo>
                  <a:lnTo>
                    <a:pt x="182254" y="182314"/>
                  </a:lnTo>
                  <a:lnTo>
                    <a:pt x="182385" y="182494"/>
                  </a:lnTo>
                  <a:lnTo>
                    <a:pt x="182384" y="182786"/>
                  </a:lnTo>
                  <a:lnTo>
                    <a:pt x="182584" y="18264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9178628" y="1882617"/>
              <a:ext cx="183188" cy="183287"/>
            </a:xfrm>
            <a:custGeom>
              <a:avLst/>
              <a:pathLst>
                <a:path w="183188" h="183287">
                  <a:moveTo>
                    <a:pt x="182879" y="182880"/>
                  </a:moveTo>
                  <a:lnTo>
                    <a:pt x="183181" y="183052"/>
                  </a:lnTo>
                  <a:lnTo>
                    <a:pt x="183188" y="18328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9180546" y="1879400"/>
              <a:ext cx="183531" cy="185374"/>
            </a:xfrm>
            <a:custGeom>
              <a:avLst/>
              <a:pathLst>
                <a:path w="183531" h="185374">
                  <a:moveTo>
                    <a:pt x="182879" y="182880"/>
                  </a:moveTo>
                  <a:lnTo>
                    <a:pt x="183474" y="183035"/>
                  </a:lnTo>
                  <a:lnTo>
                    <a:pt x="183531" y="183334"/>
                  </a:lnTo>
                  <a:lnTo>
                    <a:pt x="182753" y="183664"/>
                  </a:lnTo>
                  <a:lnTo>
                    <a:pt x="182499" y="183923"/>
                  </a:lnTo>
                  <a:lnTo>
                    <a:pt x="182504" y="184339"/>
                  </a:lnTo>
                  <a:lnTo>
                    <a:pt x="182361" y="184617"/>
                  </a:lnTo>
                  <a:lnTo>
                    <a:pt x="182013" y="184872"/>
                  </a:lnTo>
                  <a:lnTo>
                    <a:pt x="181749" y="185353"/>
                  </a:lnTo>
                  <a:lnTo>
                    <a:pt x="181366" y="185374"/>
                  </a:lnTo>
                  <a:lnTo>
                    <a:pt x="181023" y="185057"/>
                  </a:lnTo>
                  <a:lnTo>
                    <a:pt x="180787" y="184585"/>
                  </a:lnTo>
                  <a:lnTo>
                    <a:pt x="180703" y="184266"/>
                  </a:lnTo>
                  <a:lnTo>
                    <a:pt x="180665" y="184098"/>
                  </a:lnTo>
                  <a:lnTo>
                    <a:pt x="180754" y="183613"/>
                  </a:lnTo>
                  <a:lnTo>
                    <a:pt x="180986" y="182962"/>
                  </a:lnTo>
                  <a:lnTo>
                    <a:pt x="181699" y="182602"/>
                  </a:lnTo>
                  <a:lnTo>
                    <a:pt x="182052" y="182670"/>
                  </a:lnTo>
                  <a:lnTo>
                    <a:pt x="182172" y="182923"/>
                  </a:lnTo>
                  <a:lnTo>
                    <a:pt x="182337" y="182867"/>
                  </a:lnTo>
                  <a:lnTo>
                    <a:pt x="182510" y="182824"/>
                  </a:lnTo>
                  <a:lnTo>
                    <a:pt x="182638" y="18282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9177725" y="1878080"/>
              <a:ext cx="183685" cy="183391"/>
            </a:xfrm>
            <a:custGeom>
              <a:avLst/>
              <a:pathLst>
                <a:path w="183685" h="183391">
                  <a:moveTo>
                    <a:pt x="182879" y="182880"/>
                  </a:moveTo>
                  <a:lnTo>
                    <a:pt x="183098" y="182738"/>
                  </a:lnTo>
                  <a:lnTo>
                    <a:pt x="183348" y="182713"/>
                  </a:lnTo>
                  <a:lnTo>
                    <a:pt x="183565" y="182800"/>
                  </a:lnTo>
                  <a:lnTo>
                    <a:pt x="183685" y="182971"/>
                  </a:lnTo>
                  <a:lnTo>
                    <a:pt x="183175" y="183258"/>
                  </a:lnTo>
                  <a:lnTo>
                    <a:pt x="182745" y="18339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9180150" y="1878068"/>
              <a:ext cx="183610" cy="183165"/>
            </a:xfrm>
            <a:custGeom>
              <a:avLst/>
              <a:pathLst>
                <a:path w="183610" h="183165">
                  <a:moveTo>
                    <a:pt x="182879" y="182880"/>
                  </a:moveTo>
                  <a:lnTo>
                    <a:pt x="182592" y="182980"/>
                  </a:lnTo>
                  <a:lnTo>
                    <a:pt x="182688" y="182406"/>
                  </a:lnTo>
                  <a:lnTo>
                    <a:pt x="182894" y="182343"/>
                  </a:lnTo>
                  <a:lnTo>
                    <a:pt x="183095" y="182342"/>
                  </a:lnTo>
                  <a:lnTo>
                    <a:pt x="183474" y="182546"/>
                  </a:lnTo>
                  <a:lnTo>
                    <a:pt x="183605" y="182829"/>
                  </a:lnTo>
                  <a:lnTo>
                    <a:pt x="183610" y="183081"/>
                  </a:lnTo>
                  <a:lnTo>
                    <a:pt x="183426" y="183120"/>
                  </a:lnTo>
                  <a:lnTo>
                    <a:pt x="183211" y="18316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9181905" y="1877564"/>
              <a:ext cx="183554" cy="183437"/>
            </a:xfrm>
            <a:custGeom>
              <a:avLst/>
              <a:pathLst>
                <a:path w="183554" h="183437">
                  <a:moveTo>
                    <a:pt x="182879" y="182880"/>
                  </a:moveTo>
                  <a:lnTo>
                    <a:pt x="183090" y="182716"/>
                  </a:lnTo>
                  <a:lnTo>
                    <a:pt x="183281" y="182737"/>
                  </a:lnTo>
                  <a:lnTo>
                    <a:pt x="183554" y="183102"/>
                  </a:lnTo>
                  <a:lnTo>
                    <a:pt x="183492" y="183437"/>
                  </a:lnTo>
                  <a:lnTo>
                    <a:pt x="183284" y="183331"/>
                  </a:lnTo>
                  <a:lnTo>
                    <a:pt x="182899" y="183262"/>
                  </a:lnTo>
                  <a:lnTo>
                    <a:pt x="182795" y="18310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9185494" y="1875894"/>
              <a:ext cx="183097" cy="184240"/>
            </a:xfrm>
            <a:custGeom>
              <a:avLst/>
              <a:pathLst>
                <a:path w="183097" h="184240">
                  <a:moveTo>
                    <a:pt x="182879" y="182880"/>
                  </a:moveTo>
                  <a:lnTo>
                    <a:pt x="183097" y="183182"/>
                  </a:lnTo>
                  <a:lnTo>
                    <a:pt x="182974" y="183526"/>
                  </a:lnTo>
                  <a:lnTo>
                    <a:pt x="182649" y="183545"/>
                  </a:lnTo>
                  <a:lnTo>
                    <a:pt x="182406" y="183539"/>
                  </a:lnTo>
                  <a:lnTo>
                    <a:pt x="182186" y="183558"/>
                  </a:lnTo>
                  <a:lnTo>
                    <a:pt x="182036" y="183571"/>
                  </a:lnTo>
                  <a:lnTo>
                    <a:pt x="181554" y="183659"/>
                  </a:lnTo>
                  <a:lnTo>
                    <a:pt x="181216" y="183830"/>
                  </a:lnTo>
                  <a:lnTo>
                    <a:pt x="180956" y="184107"/>
                  </a:lnTo>
                  <a:lnTo>
                    <a:pt x="180720" y="184240"/>
                  </a:lnTo>
                  <a:lnTo>
                    <a:pt x="180539" y="184219"/>
                  </a:lnTo>
                  <a:lnTo>
                    <a:pt x="180458" y="184050"/>
                  </a:lnTo>
                  <a:lnTo>
                    <a:pt x="180479" y="183472"/>
                  </a:lnTo>
                  <a:lnTo>
                    <a:pt x="180492" y="183314"/>
                  </a:lnTo>
                  <a:lnTo>
                    <a:pt x="180565" y="183096"/>
                  </a:lnTo>
                  <a:lnTo>
                    <a:pt x="180855" y="182629"/>
                  </a:lnTo>
                  <a:lnTo>
                    <a:pt x="181094" y="182611"/>
                  </a:lnTo>
                  <a:lnTo>
                    <a:pt x="181268" y="182597"/>
                  </a:lnTo>
                  <a:lnTo>
                    <a:pt x="181433" y="182602"/>
                  </a:lnTo>
                  <a:lnTo>
                    <a:pt x="182375" y="182674"/>
                  </a:lnTo>
                  <a:lnTo>
                    <a:pt x="182649" y="18293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9180770" y="1872654"/>
              <a:ext cx="184762" cy="187659"/>
            </a:xfrm>
            <a:custGeom>
              <a:avLst/>
              <a:pathLst>
                <a:path w="184762" h="187659">
                  <a:moveTo>
                    <a:pt x="182879" y="182880"/>
                  </a:moveTo>
                  <a:lnTo>
                    <a:pt x="183074" y="182816"/>
                  </a:lnTo>
                  <a:lnTo>
                    <a:pt x="183493" y="182769"/>
                  </a:lnTo>
                  <a:lnTo>
                    <a:pt x="183790" y="182798"/>
                  </a:lnTo>
                  <a:lnTo>
                    <a:pt x="183701" y="183161"/>
                  </a:lnTo>
                  <a:lnTo>
                    <a:pt x="183697" y="183335"/>
                  </a:lnTo>
                  <a:lnTo>
                    <a:pt x="183796" y="183660"/>
                  </a:lnTo>
                  <a:lnTo>
                    <a:pt x="183941" y="183875"/>
                  </a:lnTo>
                  <a:lnTo>
                    <a:pt x="184247" y="184167"/>
                  </a:lnTo>
                  <a:lnTo>
                    <a:pt x="184762" y="184080"/>
                  </a:lnTo>
                  <a:lnTo>
                    <a:pt x="184755" y="184238"/>
                  </a:lnTo>
                  <a:lnTo>
                    <a:pt x="184385" y="184543"/>
                  </a:lnTo>
                  <a:lnTo>
                    <a:pt x="183917" y="184651"/>
                  </a:lnTo>
                  <a:lnTo>
                    <a:pt x="183752" y="184827"/>
                  </a:lnTo>
                  <a:lnTo>
                    <a:pt x="184398" y="185670"/>
                  </a:lnTo>
                  <a:lnTo>
                    <a:pt x="184129" y="185969"/>
                  </a:lnTo>
                  <a:lnTo>
                    <a:pt x="184035" y="186303"/>
                  </a:lnTo>
                  <a:lnTo>
                    <a:pt x="183989" y="186840"/>
                  </a:lnTo>
                  <a:lnTo>
                    <a:pt x="184002" y="187070"/>
                  </a:lnTo>
                  <a:lnTo>
                    <a:pt x="184090" y="187591"/>
                  </a:lnTo>
                  <a:lnTo>
                    <a:pt x="183928" y="187659"/>
                  </a:lnTo>
                  <a:lnTo>
                    <a:pt x="183383" y="187377"/>
                  </a:lnTo>
                  <a:lnTo>
                    <a:pt x="183136" y="187428"/>
                  </a:lnTo>
                  <a:lnTo>
                    <a:pt x="183003" y="187446"/>
                  </a:lnTo>
                  <a:lnTo>
                    <a:pt x="182891" y="187224"/>
                  </a:lnTo>
                  <a:lnTo>
                    <a:pt x="182529" y="187025"/>
                  </a:lnTo>
                  <a:lnTo>
                    <a:pt x="182196" y="187004"/>
                  </a:lnTo>
                  <a:lnTo>
                    <a:pt x="182008" y="186992"/>
                  </a:lnTo>
                  <a:lnTo>
                    <a:pt x="181278" y="186954"/>
                  </a:lnTo>
                  <a:lnTo>
                    <a:pt x="180812" y="186820"/>
                  </a:lnTo>
                  <a:lnTo>
                    <a:pt x="180355" y="186689"/>
                  </a:lnTo>
                  <a:lnTo>
                    <a:pt x="180113" y="186576"/>
                  </a:lnTo>
                  <a:lnTo>
                    <a:pt x="179964" y="186491"/>
                  </a:lnTo>
                  <a:lnTo>
                    <a:pt x="179179" y="185820"/>
                  </a:lnTo>
                  <a:lnTo>
                    <a:pt x="178705" y="185486"/>
                  </a:lnTo>
                  <a:lnTo>
                    <a:pt x="178553" y="185486"/>
                  </a:lnTo>
                  <a:lnTo>
                    <a:pt x="177683" y="185049"/>
                  </a:lnTo>
                  <a:lnTo>
                    <a:pt x="177411" y="184855"/>
                  </a:lnTo>
                  <a:lnTo>
                    <a:pt x="177210" y="184844"/>
                  </a:lnTo>
                  <a:lnTo>
                    <a:pt x="176930" y="184714"/>
                  </a:lnTo>
                  <a:lnTo>
                    <a:pt x="176769" y="184595"/>
                  </a:lnTo>
                  <a:lnTo>
                    <a:pt x="176601" y="184259"/>
                  </a:lnTo>
                  <a:lnTo>
                    <a:pt x="176881" y="184233"/>
                  </a:lnTo>
                  <a:lnTo>
                    <a:pt x="177227" y="184287"/>
                  </a:lnTo>
                  <a:lnTo>
                    <a:pt x="177589" y="184137"/>
                  </a:lnTo>
                  <a:lnTo>
                    <a:pt x="178209" y="184183"/>
                  </a:lnTo>
                  <a:lnTo>
                    <a:pt x="178689" y="184241"/>
                  </a:lnTo>
                  <a:lnTo>
                    <a:pt x="178829" y="184032"/>
                  </a:lnTo>
                  <a:lnTo>
                    <a:pt x="179070" y="183815"/>
                  </a:lnTo>
                  <a:lnTo>
                    <a:pt x="179466" y="183545"/>
                  </a:lnTo>
                  <a:lnTo>
                    <a:pt x="179600" y="183578"/>
                  </a:lnTo>
                  <a:lnTo>
                    <a:pt x="180024" y="183679"/>
                  </a:lnTo>
                  <a:lnTo>
                    <a:pt x="180426" y="183664"/>
                  </a:lnTo>
                  <a:lnTo>
                    <a:pt x="181025" y="183172"/>
                  </a:lnTo>
                  <a:lnTo>
                    <a:pt x="181615" y="182688"/>
                  </a:lnTo>
                  <a:lnTo>
                    <a:pt x="181858" y="182480"/>
                  </a:lnTo>
                  <a:lnTo>
                    <a:pt x="182188" y="182568"/>
                  </a:lnTo>
                  <a:lnTo>
                    <a:pt x="182425" y="18299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9185569" y="1864802"/>
              <a:ext cx="183209" cy="182880"/>
            </a:xfrm>
            <a:custGeom>
              <a:avLst/>
              <a:pathLst>
                <a:path w="183209" h="182880">
                  <a:moveTo>
                    <a:pt x="182879" y="182880"/>
                  </a:moveTo>
                  <a:lnTo>
                    <a:pt x="182745" y="182803"/>
                  </a:lnTo>
                  <a:lnTo>
                    <a:pt x="183209" y="18275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9183184" y="1863813"/>
              <a:ext cx="183397" cy="182880"/>
            </a:xfrm>
            <a:custGeom>
              <a:avLst/>
              <a:pathLst>
                <a:path w="183397" h="182880">
                  <a:moveTo>
                    <a:pt x="182879" y="182880"/>
                  </a:moveTo>
                  <a:lnTo>
                    <a:pt x="182936" y="182598"/>
                  </a:lnTo>
                  <a:lnTo>
                    <a:pt x="183115" y="182424"/>
                  </a:lnTo>
                  <a:lnTo>
                    <a:pt x="183397" y="18223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9177662" y="1859706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71" y="182822"/>
                  </a:lnTo>
                  <a:lnTo>
                    <a:pt x="182344" y="182785"/>
                  </a:lnTo>
                  <a:lnTo>
                    <a:pt x="182083" y="182788"/>
                  </a:lnTo>
                  <a:lnTo>
                    <a:pt x="181769" y="182657"/>
                  </a:lnTo>
                  <a:lnTo>
                    <a:pt x="181838" y="182492"/>
                  </a:lnTo>
                  <a:lnTo>
                    <a:pt x="182093" y="182562"/>
                  </a:lnTo>
                  <a:lnTo>
                    <a:pt x="182276" y="182204"/>
                  </a:lnTo>
                  <a:lnTo>
                    <a:pt x="182862" y="18237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9178207" y="1858868"/>
              <a:ext cx="183119" cy="183062"/>
            </a:xfrm>
            <a:custGeom>
              <a:avLst/>
              <a:pathLst>
                <a:path w="183119" h="183062">
                  <a:moveTo>
                    <a:pt x="182879" y="182880"/>
                  </a:moveTo>
                  <a:lnTo>
                    <a:pt x="183107" y="182742"/>
                  </a:lnTo>
                  <a:lnTo>
                    <a:pt x="183119" y="182878"/>
                  </a:lnTo>
                  <a:lnTo>
                    <a:pt x="183100" y="183062"/>
                  </a:lnTo>
                  <a:lnTo>
                    <a:pt x="182877" y="183047"/>
                  </a:lnTo>
                  <a:lnTo>
                    <a:pt x="182723" y="18303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9184137" y="1857569"/>
              <a:ext cx="183589" cy="182880"/>
            </a:xfrm>
            <a:custGeom>
              <a:avLst/>
              <a:pathLst>
                <a:path w="183589" h="182880">
                  <a:moveTo>
                    <a:pt x="182879" y="182880"/>
                  </a:moveTo>
                  <a:lnTo>
                    <a:pt x="183126" y="182554"/>
                  </a:lnTo>
                  <a:lnTo>
                    <a:pt x="183432" y="182473"/>
                  </a:lnTo>
                  <a:lnTo>
                    <a:pt x="183589" y="18273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9186110" y="1896577"/>
              <a:ext cx="183074" cy="183310"/>
            </a:xfrm>
            <a:custGeom>
              <a:avLst/>
              <a:pathLst>
                <a:path w="183074" h="183310">
                  <a:moveTo>
                    <a:pt x="182879" y="182880"/>
                  </a:moveTo>
                  <a:lnTo>
                    <a:pt x="183074" y="183177"/>
                  </a:lnTo>
                  <a:lnTo>
                    <a:pt x="183041" y="183310"/>
                  </a:lnTo>
                  <a:lnTo>
                    <a:pt x="182794" y="18322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9188073" y="1896309"/>
              <a:ext cx="183181" cy="183660"/>
            </a:xfrm>
            <a:custGeom>
              <a:avLst/>
              <a:pathLst>
                <a:path w="183181" h="183660">
                  <a:moveTo>
                    <a:pt x="182879" y="182880"/>
                  </a:moveTo>
                  <a:lnTo>
                    <a:pt x="183056" y="182940"/>
                  </a:lnTo>
                  <a:lnTo>
                    <a:pt x="183181" y="183353"/>
                  </a:lnTo>
                  <a:lnTo>
                    <a:pt x="183026" y="183660"/>
                  </a:lnTo>
                  <a:lnTo>
                    <a:pt x="182768" y="183574"/>
                  </a:lnTo>
                  <a:lnTo>
                    <a:pt x="182353" y="183142"/>
                  </a:lnTo>
                  <a:lnTo>
                    <a:pt x="182502" y="182965"/>
                  </a:lnTo>
                  <a:lnTo>
                    <a:pt x="182656" y="18291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9186753" y="1894414"/>
              <a:ext cx="183192" cy="184393"/>
            </a:xfrm>
            <a:custGeom>
              <a:avLst/>
              <a:pathLst>
                <a:path w="183192" h="184393">
                  <a:moveTo>
                    <a:pt x="182879" y="182880"/>
                  </a:moveTo>
                  <a:lnTo>
                    <a:pt x="183192" y="183124"/>
                  </a:lnTo>
                  <a:lnTo>
                    <a:pt x="182880" y="183316"/>
                  </a:lnTo>
                  <a:lnTo>
                    <a:pt x="182775" y="183545"/>
                  </a:lnTo>
                  <a:lnTo>
                    <a:pt x="182889" y="183688"/>
                  </a:lnTo>
                  <a:lnTo>
                    <a:pt x="182729" y="183916"/>
                  </a:lnTo>
                  <a:lnTo>
                    <a:pt x="182283" y="183976"/>
                  </a:lnTo>
                  <a:lnTo>
                    <a:pt x="182215" y="184131"/>
                  </a:lnTo>
                  <a:lnTo>
                    <a:pt x="181916" y="184210"/>
                  </a:lnTo>
                  <a:lnTo>
                    <a:pt x="181775" y="184216"/>
                  </a:lnTo>
                  <a:lnTo>
                    <a:pt x="181400" y="184393"/>
                  </a:lnTo>
                  <a:lnTo>
                    <a:pt x="180996" y="184290"/>
                  </a:lnTo>
                  <a:lnTo>
                    <a:pt x="180542" y="184027"/>
                  </a:lnTo>
                  <a:lnTo>
                    <a:pt x="180434" y="183830"/>
                  </a:lnTo>
                  <a:lnTo>
                    <a:pt x="180415" y="183291"/>
                  </a:lnTo>
                  <a:lnTo>
                    <a:pt x="180606" y="183164"/>
                  </a:lnTo>
                  <a:lnTo>
                    <a:pt x="181209" y="182808"/>
                  </a:lnTo>
                  <a:lnTo>
                    <a:pt x="181872" y="183058"/>
                  </a:lnTo>
                  <a:lnTo>
                    <a:pt x="182109" y="183150"/>
                  </a:lnTo>
                  <a:lnTo>
                    <a:pt x="182654" y="18294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9188106" y="1891133"/>
              <a:ext cx="185550" cy="188705"/>
            </a:xfrm>
            <a:custGeom>
              <a:avLst/>
              <a:pathLst>
                <a:path w="185550" h="188705">
                  <a:moveTo>
                    <a:pt x="182879" y="182880"/>
                  </a:moveTo>
                  <a:lnTo>
                    <a:pt x="183656" y="183323"/>
                  </a:lnTo>
                  <a:lnTo>
                    <a:pt x="183689" y="183472"/>
                  </a:lnTo>
                  <a:lnTo>
                    <a:pt x="183970" y="183392"/>
                  </a:lnTo>
                  <a:lnTo>
                    <a:pt x="184761" y="183041"/>
                  </a:lnTo>
                  <a:lnTo>
                    <a:pt x="184949" y="183015"/>
                  </a:lnTo>
                  <a:lnTo>
                    <a:pt x="184848" y="183411"/>
                  </a:lnTo>
                  <a:lnTo>
                    <a:pt x="184852" y="183669"/>
                  </a:lnTo>
                  <a:lnTo>
                    <a:pt x="185332" y="184164"/>
                  </a:lnTo>
                  <a:lnTo>
                    <a:pt x="185336" y="184397"/>
                  </a:lnTo>
                  <a:lnTo>
                    <a:pt x="184874" y="184337"/>
                  </a:lnTo>
                  <a:lnTo>
                    <a:pt x="184330" y="184280"/>
                  </a:lnTo>
                  <a:lnTo>
                    <a:pt x="184269" y="184464"/>
                  </a:lnTo>
                  <a:lnTo>
                    <a:pt x="184464" y="184698"/>
                  </a:lnTo>
                  <a:lnTo>
                    <a:pt x="184865" y="184746"/>
                  </a:lnTo>
                  <a:lnTo>
                    <a:pt x="185116" y="185399"/>
                  </a:lnTo>
                  <a:lnTo>
                    <a:pt x="185440" y="185675"/>
                  </a:lnTo>
                  <a:lnTo>
                    <a:pt x="185550" y="185888"/>
                  </a:lnTo>
                  <a:lnTo>
                    <a:pt x="185446" y="186021"/>
                  </a:lnTo>
                  <a:lnTo>
                    <a:pt x="184796" y="186082"/>
                  </a:lnTo>
                  <a:lnTo>
                    <a:pt x="184741" y="186251"/>
                  </a:lnTo>
                  <a:lnTo>
                    <a:pt x="184307" y="186491"/>
                  </a:lnTo>
                  <a:lnTo>
                    <a:pt x="183958" y="186752"/>
                  </a:lnTo>
                  <a:lnTo>
                    <a:pt x="183855" y="186958"/>
                  </a:lnTo>
                  <a:lnTo>
                    <a:pt x="183820" y="187408"/>
                  </a:lnTo>
                  <a:lnTo>
                    <a:pt x="183916" y="187620"/>
                  </a:lnTo>
                  <a:lnTo>
                    <a:pt x="184251" y="187702"/>
                  </a:lnTo>
                  <a:lnTo>
                    <a:pt x="184696" y="187957"/>
                  </a:lnTo>
                  <a:lnTo>
                    <a:pt x="184635" y="188394"/>
                  </a:lnTo>
                  <a:lnTo>
                    <a:pt x="184665" y="188697"/>
                  </a:lnTo>
                  <a:lnTo>
                    <a:pt x="184495" y="188705"/>
                  </a:lnTo>
                  <a:lnTo>
                    <a:pt x="184145" y="188524"/>
                  </a:lnTo>
                  <a:lnTo>
                    <a:pt x="183964" y="188508"/>
                  </a:lnTo>
                  <a:lnTo>
                    <a:pt x="183679" y="188528"/>
                  </a:lnTo>
                  <a:lnTo>
                    <a:pt x="183456" y="188382"/>
                  </a:lnTo>
                  <a:lnTo>
                    <a:pt x="183057" y="187745"/>
                  </a:lnTo>
                  <a:lnTo>
                    <a:pt x="182972" y="187522"/>
                  </a:lnTo>
                  <a:lnTo>
                    <a:pt x="183036" y="186878"/>
                  </a:lnTo>
                  <a:lnTo>
                    <a:pt x="183225" y="186422"/>
                  </a:lnTo>
                  <a:lnTo>
                    <a:pt x="183223" y="186156"/>
                  </a:lnTo>
                  <a:lnTo>
                    <a:pt x="183075" y="185924"/>
                  </a:lnTo>
                  <a:lnTo>
                    <a:pt x="182765" y="185038"/>
                  </a:lnTo>
                  <a:lnTo>
                    <a:pt x="182183" y="184886"/>
                  </a:lnTo>
                  <a:lnTo>
                    <a:pt x="182083" y="184618"/>
                  </a:lnTo>
                  <a:lnTo>
                    <a:pt x="181812" y="184544"/>
                  </a:lnTo>
                  <a:lnTo>
                    <a:pt x="181584" y="184489"/>
                  </a:lnTo>
                  <a:lnTo>
                    <a:pt x="181428" y="184343"/>
                  </a:lnTo>
                  <a:lnTo>
                    <a:pt x="181144" y="183917"/>
                  </a:lnTo>
                  <a:lnTo>
                    <a:pt x="181140" y="183497"/>
                  </a:lnTo>
                  <a:lnTo>
                    <a:pt x="181955" y="182595"/>
                  </a:lnTo>
                  <a:lnTo>
                    <a:pt x="182145" y="18294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9191530" y="1891340"/>
              <a:ext cx="183274" cy="183783"/>
            </a:xfrm>
            <a:custGeom>
              <a:avLst/>
              <a:pathLst>
                <a:path w="183274" h="183783">
                  <a:moveTo>
                    <a:pt x="182879" y="182880"/>
                  </a:moveTo>
                  <a:lnTo>
                    <a:pt x="183167" y="182738"/>
                  </a:lnTo>
                  <a:lnTo>
                    <a:pt x="183274" y="182991"/>
                  </a:lnTo>
                  <a:lnTo>
                    <a:pt x="183210" y="183327"/>
                  </a:lnTo>
                  <a:lnTo>
                    <a:pt x="183149" y="183579"/>
                  </a:lnTo>
                  <a:lnTo>
                    <a:pt x="183027" y="183783"/>
                  </a:lnTo>
                  <a:lnTo>
                    <a:pt x="182879" y="183555"/>
                  </a:lnTo>
                  <a:lnTo>
                    <a:pt x="182811" y="18308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9191730" y="1891080"/>
              <a:ext cx="182879" cy="182927"/>
            </a:xfrm>
            <a:custGeom>
              <a:avLst/>
              <a:pathLst>
                <a:path w="182879" h="182927">
                  <a:moveTo>
                    <a:pt x="182879" y="182880"/>
                  </a:moveTo>
                  <a:lnTo>
                    <a:pt x="182432" y="182927"/>
                  </a:lnTo>
                  <a:lnTo>
                    <a:pt x="182403" y="182637"/>
                  </a:lnTo>
                  <a:lnTo>
                    <a:pt x="182589" y="18254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9191543" y="1890105"/>
              <a:ext cx="182879" cy="183188"/>
            </a:xfrm>
            <a:custGeom>
              <a:avLst/>
              <a:pathLst>
                <a:path w="182879" h="183188">
                  <a:moveTo>
                    <a:pt x="182879" y="182880"/>
                  </a:moveTo>
                  <a:lnTo>
                    <a:pt x="182711" y="183188"/>
                  </a:lnTo>
                  <a:lnTo>
                    <a:pt x="182507" y="183020"/>
                  </a:lnTo>
                  <a:lnTo>
                    <a:pt x="182601" y="18285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9189766" y="1888430"/>
              <a:ext cx="183178" cy="184427"/>
            </a:xfrm>
            <a:custGeom>
              <a:avLst/>
              <a:pathLst>
                <a:path w="183178" h="184427">
                  <a:moveTo>
                    <a:pt x="182879" y="182880"/>
                  </a:moveTo>
                  <a:lnTo>
                    <a:pt x="183019" y="182887"/>
                  </a:lnTo>
                  <a:lnTo>
                    <a:pt x="183178" y="182930"/>
                  </a:lnTo>
                  <a:lnTo>
                    <a:pt x="182890" y="183191"/>
                  </a:lnTo>
                  <a:lnTo>
                    <a:pt x="182556" y="183048"/>
                  </a:lnTo>
                  <a:lnTo>
                    <a:pt x="182212" y="183108"/>
                  </a:lnTo>
                  <a:lnTo>
                    <a:pt x="182113" y="183302"/>
                  </a:lnTo>
                  <a:lnTo>
                    <a:pt x="181944" y="183743"/>
                  </a:lnTo>
                  <a:lnTo>
                    <a:pt x="181990" y="184017"/>
                  </a:lnTo>
                  <a:lnTo>
                    <a:pt x="182004" y="184269"/>
                  </a:lnTo>
                  <a:lnTo>
                    <a:pt x="181750" y="184427"/>
                  </a:lnTo>
                  <a:lnTo>
                    <a:pt x="181592" y="184394"/>
                  </a:lnTo>
                  <a:lnTo>
                    <a:pt x="181388" y="184307"/>
                  </a:lnTo>
                  <a:lnTo>
                    <a:pt x="181179" y="184116"/>
                  </a:lnTo>
                  <a:lnTo>
                    <a:pt x="181249" y="183983"/>
                  </a:lnTo>
                  <a:lnTo>
                    <a:pt x="181338" y="183450"/>
                  </a:lnTo>
                  <a:lnTo>
                    <a:pt x="181405" y="183027"/>
                  </a:lnTo>
                  <a:lnTo>
                    <a:pt x="181616" y="182741"/>
                  </a:lnTo>
                  <a:lnTo>
                    <a:pt x="181675" y="182187"/>
                  </a:lnTo>
                  <a:lnTo>
                    <a:pt x="181597" y="182024"/>
                  </a:lnTo>
                  <a:lnTo>
                    <a:pt x="182130" y="182035"/>
                  </a:lnTo>
                  <a:lnTo>
                    <a:pt x="182702" y="181618"/>
                  </a:lnTo>
                  <a:lnTo>
                    <a:pt x="182544" y="181946"/>
                  </a:lnTo>
                  <a:lnTo>
                    <a:pt x="182393" y="182512"/>
                  </a:lnTo>
                  <a:lnTo>
                    <a:pt x="182506" y="18276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9190480" y="1886712"/>
              <a:ext cx="183162" cy="183776"/>
            </a:xfrm>
            <a:custGeom>
              <a:avLst/>
              <a:pathLst>
                <a:path w="183162" h="183776">
                  <a:moveTo>
                    <a:pt x="182879" y="182880"/>
                  </a:moveTo>
                  <a:lnTo>
                    <a:pt x="183018" y="183224"/>
                  </a:lnTo>
                  <a:lnTo>
                    <a:pt x="183162" y="183369"/>
                  </a:lnTo>
                  <a:lnTo>
                    <a:pt x="183086" y="183776"/>
                  </a:lnTo>
                  <a:lnTo>
                    <a:pt x="182848" y="183632"/>
                  </a:lnTo>
                  <a:lnTo>
                    <a:pt x="182877" y="183282"/>
                  </a:lnTo>
                  <a:lnTo>
                    <a:pt x="182688" y="18315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9204856" y="1882593"/>
              <a:ext cx="183817" cy="182880"/>
            </a:xfrm>
            <a:custGeom>
              <a:avLst/>
              <a:pathLst>
                <a:path w="183817" h="182880">
                  <a:moveTo>
                    <a:pt x="182879" y="182880"/>
                  </a:moveTo>
                  <a:lnTo>
                    <a:pt x="182649" y="182451"/>
                  </a:lnTo>
                  <a:lnTo>
                    <a:pt x="182786" y="182083"/>
                  </a:lnTo>
                  <a:lnTo>
                    <a:pt x="183195" y="182240"/>
                  </a:lnTo>
                  <a:lnTo>
                    <a:pt x="183440" y="182381"/>
                  </a:lnTo>
                  <a:lnTo>
                    <a:pt x="183817" y="182804"/>
                  </a:lnTo>
                  <a:lnTo>
                    <a:pt x="183262" y="18280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9203050" y="1880006"/>
              <a:ext cx="183071" cy="183387"/>
            </a:xfrm>
            <a:custGeom>
              <a:avLst/>
              <a:pathLst>
                <a:path w="183071" h="183387">
                  <a:moveTo>
                    <a:pt x="182879" y="182880"/>
                  </a:moveTo>
                  <a:lnTo>
                    <a:pt x="183071" y="183201"/>
                  </a:lnTo>
                  <a:lnTo>
                    <a:pt x="182708" y="183387"/>
                  </a:lnTo>
                  <a:lnTo>
                    <a:pt x="182618" y="183201"/>
                  </a:lnTo>
                  <a:lnTo>
                    <a:pt x="182591" y="18306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9200958" y="1878540"/>
              <a:ext cx="183747" cy="184270"/>
            </a:xfrm>
            <a:custGeom>
              <a:avLst/>
              <a:pathLst>
                <a:path w="183747" h="184270">
                  <a:moveTo>
                    <a:pt x="182879" y="182880"/>
                  </a:moveTo>
                  <a:lnTo>
                    <a:pt x="183230" y="182956"/>
                  </a:lnTo>
                  <a:lnTo>
                    <a:pt x="183416" y="183013"/>
                  </a:lnTo>
                  <a:lnTo>
                    <a:pt x="183646" y="183311"/>
                  </a:lnTo>
                  <a:lnTo>
                    <a:pt x="183747" y="183886"/>
                  </a:lnTo>
                  <a:lnTo>
                    <a:pt x="183561" y="184270"/>
                  </a:lnTo>
                  <a:lnTo>
                    <a:pt x="183487" y="183920"/>
                  </a:lnTo>
                  <a:lnTo>
                    <a:pt x="183243" y="183788"/>
                  </a:lnTo>
                  <a:lnTo>
                    <a:pt x="182887" y="18319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9202356" y="1878638"/>
              <a:ext cx="183213" cy="183810"/>
            </a:xfrm>
            <a:custGeom>
              <a:avLst/>
              <a:pathLst>
                <a:path w="183213" h="183810">
                  <a:moveTo>
                    <a:pt x="182879" y="182880"/>
                  </a:moveTo>
                  <a:lnTo>
                    <a:pt x="183161" y="182813"/>
                  </a:lnTo>
                  <a:lnTo>
                    <a:pt x="183164" y="183016"/>
                  </a:lnTo>
                  <a:lnTo>
                    <a:pt x="183091" y="183221"/>
                  </a:lnTo>
                  <a:lnTo>
                    <a:pt x="183213" y="183656"/>
                  </a:lnTo>
                  <a:lnTo>
                    <a:pt x="183142" y="183810"/>
                  </a:lnTo>
                  <a:lnTo>
                    <a:pt x="182950" y="183804"/>
                  </a:lnTo>
                  <a:lnTo>
                    <a:pt x="182738" y="18348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9199393" y="1878656"/>
              <a:ext cx="183601" cy="183899"/>
            </a:xfrm>
            <a:custGeom>
              <a:avLst/>
              <a:pathLst>
                <a:path w="183601" h="183899">
                  <a:moveTo>
                    <a:pt x="182879" y="182880"/>
                  </a:moveTo>
                  <a:lnTo>
                    <a:pt x="183079" y="182686"/>
                  </a:lnTo>
                  <a:lnTo>
                    <a:pt x="183248" y="182687"/>
                  </a:lnTo>
                  <a:lnTo>
                    <a:pt x="183454" y="182694"/>
                  </a:lnTo>
                  <a:lnTo>
                    <a:pt x="183484" y="182837"/>
                  </a:lnTo>
                  <a:lnTo>
                    <a:pt x="183570" y="183385"/>
                  </a:lnTo>
                  <a:lnTo>
                    <a:pt x="183601" y="183719"/>
                  </a:lnTo>
                  <a:lnTo>
                    <a:pt x="183567" y="183899"/>
                  </a:lnTo>
                  <a:lnTo>
                    <a:pt x="183293" y="183819"/>
                  </a:lnTo>
                  <a:lnTo>
                    <a:pt x="183139" y="18339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9197525" y="1878739"/>
              <a:ext cx="182879" cy="183401"/>
            </a:xfrm>
            <a:custGeom>
              <a:avLst/>
              <a:pathLst>
                <a:path w="182879" h="183401">
                  <a:moveTo>
                    <a:pt x="182879" y="182880"/>
                  </a:moveTo>
                  <a:lnTo>
                    <a:pt x="182692" y="183401"/>
                  </a:lnTo>
                  <a:lnTo>
                    <a:pt x="182624" y="183165"/>
                  </a:lnTo>
                  <a:lnTo>
                    <a:pt x="182596" y="18303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9192541" y="1877554"/>
              <a:ext cx="184024" cy="183533"/>
            </a:xfrm>
            <a:custGeom>
              <a:avLst/>
              <a:pathLst>
                <a:path w="184024" h="183533">
                  <a:moveTo>
                    <a:pt x="182879" y="182880"/>
                  </a:moveTo>
                  <a:lnTo>
                    <a:pt x="183114" y="182809"/>
                  </a:lnTo>
                  <a:lnTo>
                    <a:pt x="183623" y="182874"/>
                  </a:lnTo>
                  <a:lnTo>
                    <a:pt x="184024" y="183136"/>
                  </a:lnTo>
                  <a:lnTo>
                    <a:pt x="184004" y="183360"/>
                  </a:lnTo>
                  <a:lnTo>
                    <a:pt x="183837" y="183533"/>
                  </a:lnTo>
                  <a:lnTo>
                    <a:pt x="183271" y="183389"/>
                  </a:lnTo>
                  <a:lnTo>
                    <a:pt x="182753" y="18304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9186517" y="1877641"/>
              <a:ext cx="182879" cy="183210"/>
            </a:xfrm>
            <a:custGeom>
              <a:avLst/>
              <a:pathLst>
                <a:path w="182879" h="183210">
                  <a:moveTo>
                    <a:pt x="182879" y="182880"/>
                  </a:moveTo>
                  <a:lnTo>
                    <a:pt x="182725" y="183210"/>
                  </a:lnTo>
                  <a:lnTo>
                    <a:pt x="182585" y="183163"/>
                  </a:lnTo>
                  <a:lnTo>
                    <a:pt x="182432" y="18291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9194595" y="1877647"/>
              <a:ext cx="183082" cy="182880"/>
            </a:xfrm>
            <a:custGeom>
              <a:avLst/>
              <a:pathLst>
                <a:path w="183082" h="182880">
                  <a:moveTo>
                    <a:pt x="182879" y="182880"/>
                  </a:moveTo>
                  <a:lnTo>
                    <a:pt x="182598" y="182684"/>
                  </a:lnTo>
                  <a:lnTo>
                    <a:pt x="182887" y="182719"/>
                  </a:lnTo>
                  <a:lnTo>
                    <a:pt x="183082" y="18279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9190138" y="1876740"/>
              <a:ext cx="182879" cy="183879"/>
            </a:xfrm>
            <a:custGeom>
              <a:avLst/>
              <a:pathLst>
                <a:path w="182879" h="183879">
                  <a:moveTo>
                    <a:pt x="182879" y="182880"/>
                  </a:moveTo>
                  <a:lnTo>
                    <a:pt x="182715" y="183064"/>
                  </a:lnTo>
                  <a:lnTo>
                    <a:pt x="182516" y="183280"/>
                  </a:lnTo>
                  <a:lnTo>
                    <a:pt x="182391" y="183562"/>
                  </a:lnTo>
                  <a:lnTo>
                    <a:pt x="182287" y="183766"/>
                  </a:lnTo>
                  <a:lnTo>
                    <a:pt x="181911" y="183879"/>
                  </a:lnTo>
                  <a:lnTo>
                    <a:pt x="181979" y="183333"/>
                  </a:lnTo>
                  <a:lnTo>
                    <a:pt x="181794" y="183131"/>
                  </a:lnTo>
                  <a:lnTo>
                    <a:pt x="181195" y="183583"/>
                  </a:lnTo>
                  <a:lnTo>
                    <a:pt x="180205" y="183326"/>
                  </a:lnTo>
                  <a:lnTo>
                    <a:pt x="179744" y="183489"/>
                  </a:lnTo>
                  <a:lnTo>
                    <a:pt x="179123" y="183632"/>
                  </a:lnTo>
                  <a:lnTo>
                    <a:pt x="178959" y="183614"/>
                  </a:lnTo>
                  <a:lnTo>
                    <a:pt x="178685" y="183376"/>
                  </a:lnTo>
                  <a:lnTo>
                    <a:pt x="178573" y="183217"/>
                  </a:lnTo>
                  <a:lnTo>
                    <a:pt x="178273" y="183152"/>
                  </a:lnTo>
                  <a:lnTo>
                    <a:pt x="177842" y="183608"/>
                  </a:lnTo>
                  <a:lnTo>
                    <a:pt x="177059" y="183748"/>
                  </a:lnTo>
                  <a:lnTo>
                    <a:pt x="176738" y="183363"/>
                  </a:lnTo>
                  <a:lnTo>
                    <a:pt x="176783" y="183225"/>
                  </a:lnTo>
                  <a:lnTo>
                    <a:pt x="176931" y="183109"/>
                  </a:lnTo>
                  <a:lnTo>
                    <a:pt x="177257" y="183052"/>
                  </a:lnTo>
                  <a:lnTo>
                    <a:pt x="177472" y="183034"/>
                  </a:lnTo>
                  <a:lnTo>
                    <a:pt x="178557" y="182603"/>
                  </a:lnTo>
                  <a:lnTo>
                    <a:pt x="178909" y="181970"/>
                  </a:lnTo>
                  <a:lnTo>
                    <a:pt x="179092" y="181869"/>
                  </a:lnTo>
                  <a:lnTo>
                    <a:pt x="179252" y="181782"/>
                  </a:lnTo>
                  <a:lnTo>
                    <a:pt x="179614" y="181860"/>
                  </a:lnTo>
                  <a:lnTo>
                    <a:pt x="179782" y="181883"/>
                  </a:lnTo>
                  <a:lnTo>
                    <a:pt x="179928" y="181867"/>
                  </a:lnTo>
                  <a:lnTo>
                    <a:pt x="180202" y="181750"/>
                  </a:lnTo>
                  <a:lnTo>
                    <a:pt x="180509" y="181701"/>
                  </a:lnTo>
                  <a:lnTo>
                    <a:pt x="181005" y="181687"/>
                  </a:lnTo>
                  <a:lnTo>
                    <a:pt x="181251" y="181827"/>
                  </a:lnTo>
                  <a:lnTo>
                    <a:pt x="181572" y="181735"/>
                  </a:lnTo>
                  <a:lnTo>
                    <a:pt x="181835" y="181627"/>
                  </a:lnTo>
                  <a:lnTo>
                    <a:pt x="182050" y="181604"/>
                  </a:lnTo>
                  <a:lnTo>
                    <a:pt x="182299" y="181635"/>
                  </a:lnTo>
                  <a:lnTo>
                    <a:pt x="182400" y="182221"/>
                  </a:lnTo>
                  <a:lnTo>
                    <a:pt x="182601" y="182555"/>
                  </a:lnTo>
                  <a:lnTo>
                    <a:pt x="182873" y="182672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9187903" y="1875173"/>
              <a:ext cx="183166" cy="183029"/>
            </a:xfrm>
            <a:custGeom>
              <a:avLst/>
              <a:pathLst>
                <a:path w="183166" h="183029">
                  <a:moveTo>
                    <a:pt x="182879" y="182880"/>
                  </a:moveTo>
                  <a:lnTo>
                    <a:pt x="183037" y="182823"/>
                  </a:lnTo>
                  <a:lnTo>
                    <a:pt x="183166" y="182883"/>
                  </a:lnTo>
                  <a:lnTo>
                    <a:pt x="182968" y="182949"/>
                  </a:lnTo>
                  <a:lnTo>
                    <a:pt x="182682" y="18302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9192219" y="1868843"/>
              <a:ext cx="183248" cy="183138"/>
            </a:xfrm>
            <a:custGeom>
              <a:avLst/>
              <a:pathLst>
                <a:path w="183248" h="183138">
                  <a:moveTo>
                    <a:pt x="182879" y="182880"/>
                  </a:moveTo>
                  <a:lnTo>
                    <a:pt x="183248" y="182880"/>
                  </a:lnTo>
                  <a:lnTo>
                    <a:pt x="183090" y="183138"/>
                  </a:lnTo>
                  <a:lnTo>
                    <a:pt x="182855" y="183077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9192926" y="1868478"/>
              <a:ext cx="182879" cy="183027"/>
            </a:xfrm>
            <a:custGeom>
              <a:avLst/>
              <a:pathLst>
                <a:path w="182879" h="183027">
                  <a:moveTo>
                    <a:pt x="182879" y="182880"/>
                  </a:moveTo>
                  <a:lnTo>
                    <a:pt x="182656" y="183027"/>
                  </a:lnTo>
                  <a:lnTo>
                    <a:pt x="182343" y="182826"/>
                  </a:lnTo>
                  <a:lnTo>
                    <a:pt x="182177" y="182941"/>
                  </a:lnTo>
                  <a:lnTo>
                    <a:pt x="181896" y="182653"/>
                  </a:lnTo>
                  <a:lnTo>
                    <a:pt x="181761" y="182513"/>
                  </a:lnTo>
                  <a:lnTo>
                    <a:pt x="181463" y="182644"/>
                  </a:lnTo>
                  <a:lnTo>
                    <a:pt x="181526" y="182442"/>
                  </a:lnTo>
                  <a:lnTo>
                    <a:pt x="181823" y="182378"/>
                  </a:lnTo>
                  <a:lnTo>
                    <a:pt x="181820" y="182192"/>
                  </a:lnTo>
                  <a:lnTo>
                    <a:pt x="182036" y="181912"/>
                  </a:lnTo>
                  <a:lnTo>
                    <a:pt x="182214" y="181794"/>
                  </a:lnTo>
                  <a:lnTo>
                    <a:pt x="182355" y="18227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9188158" y="1865980"/>
              <a:ext cx="185624" cy="185738"/>
            </a:xfrm>
            <a:custGeom>
              <a:avLst/>
              <a:pathLst>
                <a:path w="185624" h="185738">
                  <a:moveTo>
                    <a:pt x="182879" y="182880"/>
                  </a:moveTo>
                  <a:lnTo>
                    <a:pt x="183035" y="183569"/>
                  </a:lnTo>
                  <a:lnTo>
                    <a:pt x="184128" y="183629"/>
                  </a:lnTo>
                  <a:lnTo>
                    <a:pt x="184554" y="183794"/>
                  </a:lnTo>
                  <a:lnTo>
                    <a:pt x="184834" y="183862"/>
                  </a:lnTo>
                  <a:lnTo>
                    <a:pt x="185138" y="184231"/>
                  </a:lnTo>
                  <a:lnTo>
                    <a:pt x="185162" y="184392"/>
                  </a:lnTo>
                  <a:lnTo>
                    <a:pt x="185040" y="184754"/>
                  </a:lnTo>
                  <a:lnTo>
                    <a:pt x="184745" y="184690"/>
                  </a:lnTo>
                  <a:lnTo>
                    <a:pt x="184759" y="184859"/>
                  </a:lnTo>
                  <a:lnTo>
                    <a:pt x="185624" y="185608"/>
                  </a:lnTo>
                  <a:lnTo>
                    <a:pt x="185238" y="185738"/>
                  </a:lnTo>
                  <a:lnTo>
                    <a:pt x="185041" y="185664"/>
                  </a:lnTo>
                  <a:lnTo>
                    <a:pt x="184486" y="185493"/>
                  </a:lnTo>
                  <a:lnTo>
                    <a:pt x="184338" y="185412"/>
                  </a:lnTo>
                  <a:lnTo>
                    <a:pt x="183812" y="184993"/>
                  </a:lnTo>
                  <a:lnTo>
                    <a:pt x="183210" y="185065"/>
                  </a:lnTo>
                  <a:lnTo>
                    <a:pt x="182930" y="185145"/>
                  </a:lnTo>
                  <a:lnTo>
                    <a:pt x="181751" y="184749"/>
                  </a:lnTo>
                  <a:lnTo>
                    <a:pt x="181693" y="185497"/>
                  </a:lnTo>
                  <a:lnTo>
                    <a:pt x="180886" y="185623"/>
                  </a:lnTo>
                  <a:lnTo>
                    <a:pt x="180101" y="185401"/>
                  </a:lnTo>
                  <a:lnTo>
                    <a:pt x="179471" y="185285"/>
                  </a:lnTo>
                  <a:lnTo>
                    <a:pt x="179047" y="185110"/>
                  </a:lnTo>
                  <a:lnTo>
                    <a:pt x="179156" y="184958"/>
                  </a:lnTo>
                  <a:lnTo>
                    <a:pt x="179229" y="184769"/>
                  </a:lnTo>
                  <a:lnTo>
                    <a:pt x="179091" y="184488"/>
                  </a:lnTo>
                  <a:lnTo>
                    <a:pt x="178997" y="184242"/>
                  </a:lnTo>
                  <a:lnTo>
                    <a:pt x="178948" y="184113"/>
                  </a:lnTo>
                  <a:lnTo>
                    <a:pt x="178966" y="183888"/>
                  </a:lnTo>
                  <a:lnTo>
                    <a:pt x="179072" y="183696"/>
                  </a:lnTo>
                  <a:lnTo>
                    <a:pt x="179235" y="183438"/>
                  </a:lnTo>
                  <a:lnTo>
                    <a:pt x="179072" y="183155"/>
                  </a:lnTo>
                  <a:lnTo>
                    <a:pt x="178912" y="182643"/>
                  </a:lnTo>
                  <a:lnTo>
                    <a:pt x="179339" y="182774"/>
                  </a:lnTo>
                  <a:lnTo>
                    <a:pt x="179633" y="183035"/>
                  </a:lnTo>
                  <a:lnTo>
                    <a:pt x="179974" y="183154"/>
                  </a:lnTo>
                  <a:lnTo>
                    <a:pt x="180285" y="183157"/>
                  </a:lnTo>
                  <a:lnTo>
                    <a:pt x="180365" y="183020"/>
                  </a:lnTo>
                  <a:lnTo>
                    <a:pt x="180499" y="182931"/>
                  </a:lnTo>
                  <a:lnTo>
                    <a:pt x="180744" y="182968"/>
                  </a:lnTo>
                  <a:lnTo>
                    <a:pt x="181111" y="183235"/>
                  </a:lnTo>
                  <a:lnTo>
                    <a:pt x="181494" y="183285"/>
                  </a:lnTo>
                  <a:lnTo>
                    <a:pt x="181697" y="183342"/>
                  </a:lnTo>
                  <a:lnTo>
                    <a:pt x="182067" y="183406"/>
                  </a:lnTo>
                  <a:lnTo>
                    <a:pt x="182372" y="183190"/>
                  </a:lnTo>
                  <a:lnTo>
                    <a:pt x="182639" y="182983"/>
                  </a:lnTo>
                  <a:lnTo>
                    <a:pt x="182745" y="182769"/>
                  </a:lnTo>
                  <a:lnTo>
                    <a:pt x="182883" y="182534"/>
                  </a:lnTo>
                  <a:lnTo>
                    <a:pt x="183088" y="182610"/>
                  </a:lnTo>
                  <a:lnTo>
                    <a:pt x="183116" y="18282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9186335" y="1863931"/>
              <a:ext cx="183525" cy="182880"/>
            </a:xfrm>
            <a:custGeom>
              <a:avLst/>
              <a:pathLst>
                <a:path w="183525" h="182880">
                  <a:moveTo>
                    <a:pt x="182879" y="182880"/>
                  </a:moveTo>
                  <a:lnTo>
                    <a:pt x="182700" y="182689"/>
                  </a:lnTo>
                  <a:lnTo>
                    <a:pt x="182465" y="182385"/>
                  </a:lnTo>
                  <a:lnTo>
                    <a:pt x="182696" y="182568"/>
                  </a:lnTo>
                  <a:lnTo>
                    <a:pt x="183257" y="182320"/>
                  </a:lnTo>
                  <a:lnTo>
                    <a:pt x="183509" y="182113"/>
                  </a:lnTo>
                  <a:lnTo>
                    <a:pt x="183525" y="182317"/>
                  </a:lnTo>
                  <a:lnTo>
                    <a:pt x="183475" y="18274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9187559" y="1859634"/>
              <a:ext cx="183382" cy="183443"/>
            </a:xfrm>
            <a:custGeom>
              <a:avLst/>
              <a:pathLst>
                <a:path w="183382" h="183443">
                  <a:moveTo>
                    <a:pt x="182879" y="182880"/>
                  </a:moveTo>
                  <a:lnTo>
                    <a:pt x="183198" y="183100"/>
                  </a:lnTo>
                  <a:lnTo>
                    <a:pt x="183382" y="183443"/>
                  </a:lnTo>
                  <a:lnTo>
                    <a:pt x="182752" y="183156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9186535" y="1859715"/>
              <a:ext cx="182933" cy="183118"/>
            </a:xfrm>
            <a:custGeom>
              <a:avLst/>
              <a:pathLst>
                <a:path w="182933" h="183118">
                  <a:moveTo>
                    <a:pt x="182879" y="182880"/>
                  </a:moveTo>
                  <a:lnTo>
                    <a:pt x="182933" y="18311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9190622" y="1858729"/>
              <a:ext cx="182879" cy="183116"/>
            </a:xfrm>
            <a:custGeom>
              <a:avLst/>
              <a:pathLst>
                <a:path w="182879" h="183116">
                  <a:moveTo>
                    <a:pt x="182879" y="182880"/>
                  </a:moveTo>
                  <a:lnTo>
                    <a:pt x="182543" y="183116"/>
                  </a:lnTo>
                  <a:lnTo>
                    <a:pt x="182671" y="18264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9194433" y="1857638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589" y="182691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9197289" y="1856512"/>
              <a:ext cx="182879" cy="183754"/>
            </a:xfrm>
            <a:custGeom>
              <a:avLst/>
              <a:pathLst>
                <a:path w="182879" h="183754">
                  <a:moveTo>
                    <a:pt x="182879" y="182880"/>
                  </a:moveTo>
                  <a:lnTo>
                    <a:pt x="182632" y="183179"/>
                  </a:lnTo>
                  <a:lnTo>
                    <a:pt x="182414" y="183254"/>
                  </a:lnTo>
                  <a:lnTo>
                    <a:pt x="182255" y="183261"/>
                  </a:lnTo>
                  <a:lnTo>
                    <a:pt x="181846" y="183362"/>
                  </a:lnTo>
                  <a:lnTo>
                    <a:pt x="182100" y="183614"/>
                  </a:lnTo>
                  <a:lnTo>
                    <a:pt x="182138" y="183754"/>
                  </a:lnTo>
                  <a:lnTo>
                    <a:pt x="181831" y="183583"/>
                  </a:lnTo>
                  <a:lnTo>
                    <a:pt x="181437" y="183507"/>
                  </a:lnTo>
                  <a:lnTo>
                    <a:pt x="181556" y="182449"/>
                  </a:lnTo>
                  <a:lnTo>
                    <a:pt x="181776" y="182330"/>
                  </a:lnTo>
                  <a:lnTo>
                    <a:pt x="182108" y="182694"/>
                  </a:lnTo>
                  <a:lnTo>
                    <a:pt x="182631" y="18281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9195365" y="1856751"/>
              <a:ext cx="182879" cy="182880"/>
            </a:xfrm>
            <a:custGeom>
              <a:avLst/>
              <a:pathLst>
                <a:path w="182879" h="182880">
                  <a:moveTo>
                    <a:pt x="182879" y="182880"/>
                  </a:moveTo>
                  <a:lnTo>
                    <a:pt x="182651" y="182690"/>
                  </a:lnTo>
                  <a:lnTo>
                    <a:pt x="182366" y="182693"/>
                  </a:lnTo>
                  <a:lnTo>
                    <a:pt x="182230" y="182559"/>
                  </a:lnTo>
                  <a:lnTo>
                    <a:pt x="182088" y="182264"/>
                  </a:lnTo>
                  <a:lnTo>
                    <a:pt x="182510" y="182312"/>
                  </a:lnTo>
                  <a:lnTo>
                    <a:pt x="182655" y="182560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9190742" y="1856037"/>
              <a:ext cx="182879" cy="183078"/>
            </a:xfrm>
            <a:custGeom>
              <a:avLst/>
              <a:pathLst>
                <a:path w="182879" h="183078">
                  <a:moveTo>
                    <a:pt x="182879" y="182880"/>
                  </a:moveTo>
                  <a:lnTo>
                    <a:pt x="182716" y="182978"/>
                  </a:lnTo>
                  <a:lnTo>
                    <a:pt x="182457" y="183078"/>
                  </a:lnTo>
                  <a:lnTo>
                    <a:pt x="181993" y="182778"/>
                  </a:lnTo>
                  <a:lnTo>
                    <a:pt x="182026" y="182511"/>
                  </a:lnTo>
                  <a:lnTo>
                    <a:pt x="182633" y="18260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9205914" y="1853732"/>
              <a:ext cx="183208" cy="184114"/>
            </a:xfrm>
            <a:custGeom>
              <a:avLst/>
              <a:pathLst>
                <a:path w="183208" h="184114">
                  <a:moveTo>
                    <a:pt x="182879" y="182880"/>
                  </a:moveTo>
                  <a:lnTo>
                    <a:pt x="182668" y="183027"/>
                  </a:lnTo>
                  <a:lnTo>
                    <a:pt x="182567" y="183259"/>
                  </a:lnTo>
                  <a:lnTo>
                    <a:pt x="182838" y="183735"/>
                  </a:lnTo>
                  <a:lnTo>
                    <a:pt x="182863" y="184021"/>
                  </a:lnTo>
                  <a:lnTo>
                    <a:pt x="182655" y="184114"/>
                  </a:lnTo>
                  <a:lnTo>
                    <a:pt x="182389" y="183973"/>
                  </a:lnTo>
                  <a:lnTo>
                    <a:pt x="182449" y="183829"/>
                  </a:lnTo>
                  <a:lnTo>
                    <a:pt x="182132" y="183464"/>
                  </a:lnTo>
                  <a:lnTo>
                    <a:pt x="181935" y="183503"/>
                  </a:lnTo>
                  <a:lnTo>
                    <a:pt x="181571" y="183763"/>
                  </a:lnTo>
                  <a:lnTo>
                    <a:pt x="181460" y="183558"/>
                  </a:lnTo>
                  <a:lnTo>
                    <a:pt x="181521" y="183276"/>
                  </a:lnTo>
                  <a:lnTo>
                    <a:pt x="182322" y="182867"/>
                  </a:lnTo>
                  <a:lnTo>
                    <a:pt x="182342" y="182625"/>
                  </a:lnTo>
                  <a:lnTo>
                    <a:pt x="182534" y="182536"/>
                  </a:lnTo>
                  <a:lnTo>
                    <a:pt x="182981" y="182534"/>
                  </a:lnTo>
                  <a:lnTo>
                    <a:pt x="183208" y="182875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9193891" y="1853777"/>
              <a:ext cx="184154" cy="184571"/>
            </a:xfrm>
            <a:custGeom>
              <a:avLst/>
              <a:pathLst>
                <a:path w="184154" h="184571">
                  <a:moveTo>
                    <a:pt x="182879" y="182880"/>
                  </a:moveTo>
                  <a:lnTo>
                    <a:pt x="183408" y="182998"/>
                  </a:lnTo>
                  <a:lnTo>
                    <a:pt x="183778" y="182670"/>
                  </a:lnTo>
                  <a:lnTo>
                    <a:pt x="184023" y="182964"/>
                  </a:lnTo>
                  <a:lnTo>
                    <a:pt x="183584" y="183108"/>
                  </a:lnTo>
                  <a:lnTo>
                    <a:pt x="183660" y="183331"/>
                  </a:lnTo>
                  <a:lnTo>
                    <a:pt x="183747" y="183507"/>
                  </a:lnTo>
                  <a:lnTo>
                    <a:pt x="184154" y="183680"/>
                  </a:lnTo>
                  <a:lnTo>
                    <a:pt x="183965" y="183900"/>
                  </a:lnTo>
                  <a:lnTo>
                    <a:pt x="183788" y="183775"/>
                  </a:lnTo>
                  <a:lnTo>
                    <a:pt x="183448" y="183622"/>
                  </a:lnTo>
                  <a:lnTo>
                    <a:pt x="182973" y="183765"/>
                  </a:lnTo>
                  <a:lnTo>
                    <a:pt x="182684" y="183847"/>
                  </a:lnTo>
                  <a:lnTo>
                    <a:pt x="182421" y="183758"/>
                  </a:lnTo>
                  <a:lnTo>
                    <a:pt x="182023" y="183671"/>
                  </a:lnTo>
                  <a:lnTo>
                    <a:pt x="181824" y="183670"/>
                  </a:lnTo>
                  <a:lnTo>
                    <a:pt x="181292" y="183848"/>
                  </a:lnTo>
                  <a:lnTo>
                    <a:pt x="181001" y="184118"/>
                  </a:lnTo>
                  <a:lnTo>
                    <a:pt x="180777" y="184106"/>
                  </a:lnTo>
                  <a:lnTo>
                    <a:pt x="180522" y="184017"/>
                  </a:lnTo>
                  <a:lnTo>
                    <a:pt x="180074" y="183916"/>
                  </a:lnTo>
                  <a:lnTo>
                    <a:pt x="179697" y="184122"/>
                  </a:lnTo>
                  <a:lnTo>
                    <a:pt x="179428" y="184571"/>
                  </a:lnTo>
                  <a:lnTo>
                    <a:pt x="179369" y="184284"/>
                  </a:lnTo>
                  <a:lnTo>
                    <a:pt x="179427" y="183923"/>
                  </a:lnTo>
                  <a:lnTo>
                    <a:pt x="179681" y="183626"/>
                  </a:lnTo>
                  <a:lnTo>
                    <a:pt x="180003" y="183430"/>
                  </a:lnTo>
                  <a:lnTo>
                    <a:pt x="180145" y="183078"/>
                  </a:lnTo>
                  <a:lnTo>
                    <a:pt x="180162" y="182361"/>
                  </a:lnTo>
                  <a:lnTo>
                    <a:pt x="180053" y="182177"/>
                  </a:lnTo>
                  <a:lnTo>
                    <a:pt x="179770" y="182014"/>
                  </a:lnTo>
                  <a:lnTo>
                    <a:pt x="179761" y="181811"/>
                  </a:lnTo>
                  <a:lnTo>
                    <a:pt x="180432" y="181858"/>
                  </a:lnTo>
                  <a:lnTo>
                    <a:pt x="180611" y="182124"/>
                  </a:lnTo>
                  <a:lnTo>
                    <a:pt x="180852" y="182435"/>
                  </a:lnTo>
                  <a:lnTo>
                    <a:pt x="181047" y="182628"/>
                  </a:lnTo>
                  <a:lnTo>
                    <a:pt x="181291" y="183121"/>
                  </a:lnTo>
                  <a:lnTo>
                    <a:pt x="181428" y="183201"/>
                  </a:lnTo>
                  <a:lnTo>
                    <a:pt x="181886" y="183375"/>
                  </a:lnTo>
                  <a:lnTo>
                    <a:pt x="182050" y="183377"/>
                  </a:lnTo>
                  <a:lnTo>
                    <a:pt x="182315" y="183379"/>
                  </a:lnTo>
                  <a:lnTo>
                    <a:pt x="182603" y="18325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9207842" y="1853777"/>
              <a:ext cx="183022" cy="183824"/>
            </a:xfrm>
            <a:custGeom>
              <a:avLst/>
              <a:pathLst>
                <a:path w="183022" h="183824">
                  <a:moveTo>
                    <a:pt x="182879" y="182880"/>
                  </a:moveTo>
                  <a:lnTo>
                    <a:pt x="182925" y="183056"/>
                  </a:lnTo>
                  <a:lnTo>
                    <a:pt x="183022" y="183648"/>
                  </a:lnTo>
                  <a:lnTo>
                    <a:pt x="182809" y="183824"/>
                  </a:lnTo>
                  <a:lnTo>
                    <a:pt x="182678" y="183517"/>
                  </a:lnTo>
                  <a:lnTo>
                    <a:pt x="182655" y="183348"/>
                  </a:lnTo>
                  <a:lnTo>
                    <a:pt x="182505" y="183107"/>
                  </a:lnTo>
                  <a:lnTo>
                    <a:pt x="182152" y="183129"/>
                  </a:lnTo>
                  <a:lnTo>
                    <a:pt x="181955" y="183162"/>
                  </a:lnTo>
                  <a:lnTo>
                    <a:pt x="181700" y="182949"/>
                  </a:lnTo>
                  <a:lnTo>
                    <a:pt x="181783" y="182685"/>
                  </a:lnTo>
                  <a:lnTo>
                    <a:pt x="182160" y="182452"/>
                  </a:lnTo>
                  <a:lnTo>
                    <a:pt x="182671" y="182474"/>
                  </a:lnTo>
                  <a:lnTo>
                    <a:pt x="182769" y="18262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9192213" y="1852272"/>
              <a:ext cx="182916" cy="183266"/>
            </a:xfrm>
            <a:custGeom>
              <a:avLst/>
              <a:pathLst>
                <a:path w="182916" h="183266">
                  <a:moveTo>
                    <a:pt x="182879" y="182880"/>
                  </a:moveTo>
                  <a:lnTo>
                    <a:pt x="182916" y="183027"/>
                  </a:lnTo>
                  <a:lnTo>
                    <a:pt x="182731" y="183257"/>
                  </a:lnTo>
                  <a:lnTo>
                    <a:pt x="182389" y="183263"/>
                  </a:lnTo>
                  <a:lnTo>
                    <a:pt x="182231" y="183266"/>
                  </a:lnTo>
                  <a:lnTo>
                    <a:pt x="182131" y="182999"/>
                  </a:lnTo>
                  <a:lnTo>
                    <a:pt x="182291" y="182678"/>
                  </a:lnTo>
                  <a:lnTo>
                    <a:pt x="182734" y="18270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9188780" y="1852038"/>
              <a:ext cx="183151" cy="183124"/>
            </a:xfrm>
            <a:custGeom>
              <a:avLst/>
              <a:pathLst>
                <a:path w="183151" h="183124">
                  <a:moveTo>
                    <a:pt x="182879" y="182880"/>
                  </a:moveTo>
                  <a:lnTo>
                    <a:pt x="182813" y="182687"/>
                  </a:lnTo>
                  <a:lnTo>
                    <a:pt x="183139" y="182649"/>
                  </a:lnTo>
                  <a:lnTo>
                    <a:pt x="183151" y="182894"/>
                  </a:lnTo>
                  <a:lnTo>
                    <a:pt x="183128" y="183116"/>
                  </a:lnTo>
                  <a:lnTo>
                    <a:pt x="183039" y="183124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9205981" y="1850473"/>
              <a:ext cx="182981" cy="183491"/>
            </a:xfrm>
            <a:custGeom>
              <a:avLst/>
              <a:pathLst>
                <a:path w="182981" h="183491">
                  <a:moveTo>
                    <a:pt x="182879" y="182880"/>
                  </a:moveTo>
                  <a:lnTo>
                    <a:pt x="182981" y="183491"/>
                  </a:lnTo>
                  <a:lnTo>
                    <a:pt x="182281" y="182846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9205110" y="1850342"/>
              <a:ext cx="182879" cy="182899"/>
            </a:xfrm>
            <a:custGeom>
              <a:avLst/>
              <a:pathLst>
                <a:path w="182879" h="182899">
                  <a:moveTo>
                    <a:pt x="182879" y="182880"/>
                  </a:moveTo>
                  <a:lnTo>
                    <a:pt x="182541" y="18289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9199005" y="1849056"/>
              <a:ext cx="183314" cy="183043"/>
            </a:xfrm>
            <a:custGeom>
              <a:avLst/>
              <a:pathLst>
                <a:path w="183314" h="183043">
                  <a:moveTo>
                    <a:pt x="182879" y="182880"/>
                  </a:moveTo>
                  <a:lnTo>
                    <a:pt x="182729" y="182769"/>
                  </a:lnTo>
                  <a:lnTo>
                    <a:pt x="182335" y="182819"/>
                  </a:lnTo>
                  <a:lnTo>
                    <a:pt x="182081" y="182733"/>
                  </a:lnTo>
                  <a:lnTo>
                    <a:pt x="182417" y="182487"/>
                  </a:lnTo>
                  <a:lnTo>
                    <a:pt x="182649" y="182464"/>
                  </a:lnTo>
                  <a:lnTo>
                    <a:pt x="183056" y="182642"/>
                  </a:lnTo>
                  <a:lnTo>
                    <a:pt x="183223" y="182742"/>
                  </a:lnTo>
                  <a:lnTo>
                    <a:pt x="183314" y="182976"/>
                  </a:lnTo>
                  <a:lnTo>
                    <a:pt x="183136" y="183043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9199770" y="1848589"/>
              <a:ext cx="183251" cy="183474"/>
            </a:xfrm>
            <a:custGeom>
              <a:avLst/>
              <a:pathLst>
                <a:path w="183251" h="183474">
                  <a:moveTo>
                    <a:pt x="182879" y="182880"/>
                  </a:moveTo>
                  <a:lnTo>
                    <a:pt x="183098" y="183041"/>
                  </a:lnTo>
                  <a:lnTo>
                    <a:pt x="183251" y="183303"/>
                  </a:lnTo>
                  <a:lnTo>
                    <a:pt x="182839" y="183474"/>
                  </a:lnTo>
                  <a:lnTo>
                    <a:pt x="182746" y="183243"/>
                  </a:lnTo>
                  <a:lnTo>
                    <a:pt x="182906" y="183238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9201927" y="1847741"/>
              <a:ext cx="183060" cy="183132"/>
            </a:xfrm>
            <a:custGeom>
              <a:avLst/>
              <a:pathLst>
                <a:path w="183060" h="183132">
                  <a:moveTo>
                    <a:pt x="182879" y="182880"/>
                  </a:moveTo>
                  <a:lnTo>
                    <a:pt x="182782" y="183132"/>
                  </a:lnTo>
                  <a:lnTo>
                    <a:pt x="182226" y="183044"/>
                  </a:lnTo>
                  <a:lnTo>
                    <a:pt x="181988" y="182982"/>
                  </a:lnTo>
                  <a:lnTo>
                    <a:pt x="181640" y="182638"/>
                  </a:lnTo>
                  <a:lnTo>
                    <a:pt x="181770" y="182632"/>
                  </a:lnTo>
                  <a:lnTo>
                    <a:pt x="181981" y="182487"/>
                  </a:lnTo>
                  <a:lnTo>
                    <a:pt x="181908" y="182280"/>
                  </a:lnTo>
                  <a:lnTo>
                    <a:pt x="182149" y="182143"/>
                  </a:lnTo>
                  <a:lnTo>
                    <a:pt x="182848" y="182515"/>
                  </a:lnTo>
                  <a:lnTo>
                    <a:pt x="183060" y="182509"/>
                  </a:lnTo>
                  <a:close/>
                </a:path>
              </a:pathLst>
            </a:custGeom>
            <a:solidFill>
              <a:srgbClr val="E1F3F7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9271089" y="1406454"/>
              <a:ext cx="255861" cy="189763"/>
            </a:xfrm>
            <a:custGeom>
              <a:avLst/>
              <a:pathLst>
                <a:path w="255861" h="189763">
                  <a:moveTo>
                    <a:pt x="182879" y="182880"/>
                  </a:moveTo>
                  <a:lnTo>
                    <a:pt x="185015" y="178955"/>
                  </a:lnTo>
                  <a:lnTo>
                    <a:pt x="184890" y="178729"/>
                  </a:lnTo>
                  <a:lnTo>
                    <a:pt x="189432" y="171845"/>
                  </a:lnTo>
                  <a:lnTo>
                    <a:pt x="195912" y="166339"/>
                  </a:lnTo>
                  <a:lnTo>
                    <a:pt x="196393" y="166243"/>
                  </a:lnTo>
                  <a:lnTo>
                    <a:pt x="196565" y="166216"/>
                  </a:lnTo>
                  <a:lnTo>
                    <a:pt x="197268" y="166091"/>
                  </a:lnTo>
                  <a:lnTo>
                    <a:pt x="199118" y="165291"/>
                  </a:lnTo>
                  <a:lnTo>
                    <a:pt x="199267" y="165290"/>
                  </a:lnTo>
                  <a:lnTo>
                    <a:pt x="201206" y="162114"/>
                  </a:lnTo>
                  <a:lnTo>
                    <a:pt x="204197" y="160335"/>
                  </a:lnTo>
                  <a:lnTo>
                    <a:pt x="204392" y="160229"/>
                  </a:lnTo>
                  <a:lnTo>
                    <a:pt x="206190" y="159033"/>
                  </a:lnTo>
                  <a:lnTo>
                    <a:pt x="206416" y="158718"/>
                  </a:lnTo>
                  <a:lnTo>
                    <a:pt x="206873" y="158223"/>
                  </a:lnTo>
                  <a:lnTo>
                    <a:pt x="207170" y="157762"/>
                  </a:lnTo>
                  <a:lnTo>
                    <a:pt x="207347" y="157462"/>
                  </a:lnTo>
                  <a:lnTo>
                    <a:pt x="207636" y="157054"/>
                  </a:lnTo>
                  <a:lnTo>
                    <a:pt x="208214" y="156879"/>
                  </a:lnTo>
                  <a:lnTo>
                    <a:pt x="208534" y="157269"/>
                  </a:lnTo>
                  <a:lnTo>
                    <a:pt x="208485" y="157509"/>
                  </a:lnTo>
                  <a:lnTo>
                    <a:pt x="208685" y="158183"/>
                  </a:lnTo>
                  <a:lnTo>
                    <a:pt x="209032" y="158259"/>
                  </a:lnTo>
                  <a:lnTo>
                    <a:pt x="210383" y="158032"/>
                  </a:lnTo>
                  <a:lnTo>
                    <a:pt x="211073" y="157508"/>
                  </a:lnTo>
                  <a:lnTo>
                    <a:pt x="212778" y="157647"/>
                  </a:lnTo>
                  <a:lnTo>
                    <a:pt x="212888" y="157757"/>
                  </a:lnTo>
                  <a:lnTo>
                    <a:pt x="213369" y="158059"/>
                  </a:lnTo>
                  <a:lnTo>
                    <a:pt x="213647" y="157159"/>
                  </a:lnTo>
                  <a:lnTo>
                    <a:pt x="213419" y="156936"/>
                  </a:lnTo>
                  <a:lnTo>
                    <a:pt x="212014" y="156529"/>
                  </a:lnTo>
                  <a:lnTo>
                    <a:pt x="212032" y="156144"/>
                  </a:lnTo>
                  <a:lnTo>
                    <a:pt x="212071" y="155535"/>
                  </a:lnTo>
                  <a:lnTo>
                    <a:pt x="212374" y="154736"/>
                  </a:lnTo>
                  <a:lnTo>
                    <a:pt x="213305" y="154127"/>
                  </a:lnTo>
                  <a:lnTo>
                    <a:pt x="213890" y="153761"/>
                  </a:lnTo>
                  <a:lnTo>
                    <a:pt x="213552" y="153465"/>
                  </a:lnTo>
                  <a:lnTo>
                    <a:pt x="213540" y="153266"/>
                  </a:lnTo>
                  <a:lnTo>
                    <a:pt x="213399" y="153117"/>
                  </a:lnTo>
                  <a:lnTo>
                    <a:pt x="213348" y="152869"/>
                  </a:lnTo>
                  <a:lnTo>
                    <a:pt x="213728" y="153167"/>
                  </a:lnTo>
                  <a:lnTo>
                    <a:pt x="214533" y="153555"/>
                  </a:lnTo>
                  <a:lnTo>
                    <a:pt x="214908" y="153403"/>
                  </a:lnTo>
                  <a:lnTo>
                    <a:pt x="214748" y="152737"/>
                  </a:lnTo>
                  <a:lnTo>
                    <a:pt x="214620" y="152477"/>
                  </a:lnTo>
                  <a:lnTo>
                    <a:pt x="214848" y="152033"/>
                  </a:lnTo>
                  <a:lnTo>
                    <a:pt x="214887" y="151856"/>
                  </a:lnTo>
                  <a:lnTo>
                    <a:pt x="214988" y="151548"/>
                  </a:lnTo>
                  <a:lnTo>
                    <a:pt x="215059" y="151232"/>
                  </a:lnTo>
                  <a:lnTo>
                    <a:pt x="215211" y="151564"/>
                  </a:lnTo>
                  <a:lnTo>
                    <a:pt x="214980" y="152396"/>
                  </a:lnTo>
                  <a:lnTo>
                    <a:pt x="214965" y="152555"/>
                  </a:lnTo>
                  <a:lnTo>
                    <a:pt x="215291" y="152682"/>
                  </a:lnTo>
                  <a:lnTo>
                    <a:pt x="215558" y="152978"/>
                  </a:lnTo>
                  <a:lnTo>
                    <a:pt x="215611" y="153115"/>
                  </a:lnTo>
                  <a:lnTo>
                    <a:pt x="215819" y="153186"/>
                  </a:lnTo>
                  <a:lnTo>
                    <a:pt x="215981" y="153112"/>
                  </a:lnTo>
                  <a:lnTo>
                    <a:pt x="216142" y="153054"/>
                  </a:lnTo>
                  <a:lnTo>
                    <a:pt x="216312" y="153036"/>
                  </a:lnTo>
                  <a:lnTo>
                    <a:pt x="216636" y="152890"/>
                  </a:lnTo>
                  <a:lnTo>
                    <a:pt x="217285" y="152485"/>
                  </a:lnTo>
                  <a:lnTo>
                    <a:pt x="217153" y="152232"/>
                  </a:lnTo>
                  <a:lnTo>
                    <a:pt x="217197" y="151900"/>
                  </a:lnTo>
                  <a:lnTo>
                    <a:pt x="217366" y="152189"/>
                  </a:lnTo>
                  <a:lnTo>
                    <a:pt x="217637" y="152267"/>
                  </a:lnTo>
                  <a:lnTo>
                    <a:pt x="219020" y="151281"/>
                  </a:lnTo>
                  <a:lnTo>
                    <a:pt x="220208" y="150582"/>
                  </a:lnTo>
                  <a:lnTo>
                    <a:pt x="220104" y="150335"/>
                  </a:lnTo>
                  <a:lnTo>
                    <a:pt x="219922" y="149902"/>
                  </a:lnTo>
                  <a:lnTo>
                    <a:pt x="219780" y="149685"/>
                  </a:lnTo>
                  <a:lnTo>
                    <a:pt x="219435" y="149260"/>
                  </a:lnTo>
                  <a:lnTo>
                    <a:pt x="219213" y="149014"/>
                  </a:lnTo>
                  <a:lnTo>
                    <a:pt x="219417" y="148912"/>
                  </a:lnTo>
                  <a:lnTo>
                    <a:pt x="219810" y="148618"/>
                  </a:lnTo>
                  <a:lnTo>
                    <a:pt x="219885" y="148394"/>
                  </a:lnTo>
                  <a:lnTo>
                    <a:pt x="220037" y="148695"/>
                  </a:lnTo>
                  <a:lnTo>
                    <a:pt x="219708" y="149219"/>
                  </a:lnTo>
                  <a:lnTo>
                    <a:pt x="219857" y="149364"/>
                  </a:lnTo>
                  <a:lnTo>
                    <a:pt x="220071" y="149575"/>
                  </a:lnTo>
                  <a:lnTo>
                    <a:pt x="220157" y="149964"/>
                  </a:lnTo>
                  <a:lnTo>
                    <a:pt x="220262" y="150243"/>
                  </a:lnTo>
                  <a:lnTo>
                    <a:pt x="220578" y="150235"/>
                  </a:lnTo>
                  <a:lnTo>
                    <a:pt x="220582" y="150513"/>
                  </a:lnTo>
                  <a:lnTo>
                    <a:pt x="220977" y="150322"/>
                  </a:lnTo>
                  <a:lnTo>
                    <a:pt x="221326" y="150367"/>
                  </a:lnTo>
                  <a:lnTo>
                    <a:pt x="221885" y="150569"/>
                  </a:lnTo>
                  <a:lnTo>
                    <a:pt x="222262" y="150481"/>
                  </a:lnTo>
                  <a:lnTo>
                    <a:pt x="224291" y="148438"/>
                  </a:lnTo>
                  <a:lnTo>
                    <a:pt x="224696" y="148429"/>
                  </a:lnTo>
                  <a:lnTo>
                    <a:pt x="225348" y="148639"/>
                  </a:lnTo>
                  <a:lnTo>
                    <a:pt x="230868" y="147400"/>
                  </a:lnTo>
                  <a:lnTo>
                    <a:pt x="230737" y="147286"/>
                  </a:lnTo>
                  <a:lnTo>
                    <a:pt x="230611" y="147149"/>
                  </a:lnTo>
                  <a:lnTo>
                    <a:pt x="230639" y="146961"/>
                  </a:lnTo>
                  <a:lnTo>
                    <a:pt x="231025" y="147487"/>
                  </a:lnTo>
                  <a:lnTo>
                    <a:pt x="231268" y="147764"/>
                  </a:lnTo>
                  <a:lnTo>
                    <a:pt x="231316" y="147501"/>
                  </a:lnTo>
                  <a:lnTo>
                    <a:pt x="231339" y="147344"/>
                  </a:lnTo>
                  <a:lnTo>
                    <a:pt x="231385" y="146883"/>
                  </a:lnTo>
                  <a:lnTo>
                    <a:pt x="231403" y="146533"/>
                  </a:lnTo>
                  <a:lnTo>
                    <a:pt x="231482" y="146315"/>
                  </a:lnTo>
                  <a:lnTo>
                    <a:pt x="232293" y="145583"/>
                  </a:lnTo>
                  <a:lnTo>
                    <a:pt x="233315" y="144900"/>
                  </a:lnTo>
                  <a:lnTo>
                    <a:pt x="234358" y="145409"/>
                  </a:lnTo>
                  <a:lnTo>
                    <a:pt x="234924" y="145144"/>
                  </a:lnTo>
                  <a:lnTo>
                    <a:pt x="234700" y="144438"/>
                  </a:lnTo>
                  <a:lnTo>
                    <a:pt x="234918" y="144379"/>
                  </a:lnTo>
                  <a:lnTo>
                    <a:pt x="235048" y="144676"/>
                  </a:lnTo>
                  <a:lnTo>
                    <a:pt x="235139" y="144972"/>
                  </a:lnTo>
                  <a:lnTo>
                    <a:pt x="235401" y="143415"/>
                  </a:lnTo>
                  <a:lnTo>
                    <a:pt x="236413" y="142432"/>
                  </a:lnTo>
                  <a:lnTo>
                    <a:pt x="236829" y="142277"/>
                  </a:lnTo>
                  <a:lnTo>
                    <a:pt x="237509" y="142554"/>
                  </a:lnTo>
                  <a:lnTo>
                    <a:pt x="237762" y="142643"/>
                  </a:lnTo>
                  <a:lnTo>
                    <a:pt x="237617" y="143158"/>
                  </a:lnTo>
                  <a:lnTo>
                    <a:pt x="237970" y="143404"/>
                  </a:lnTo>
                  <a:lnTo>
                    <a:pt x="238518" y="143517"/>
                  </a:lnTo>
                  <a:lnTo>
                    <a:pt x="238758" y="143481"/>
                  </a:lnTo>
                  <a:lnTo>
                    <a:pt x="239014" y="143370"/>
                  </a:lnTo>
                  <a:lnTo>
                    <a:pt x="239431" y="143227"/>
                  </a:lnTo>
                  <a:lnTo>
                    <a:pt x="240646" y="143294"/>
                  </a:lnTo>
                  <a:lnTo>
                    <a:pt x="241071" y="142545"/>
                  </a:lnTo>
                  <a:lnTo>
                    <a:pt x="240273" y="142166"/>
                  </a:lnTo>
                  <a:lnTo>
                    <a:pt x="239989" y="142121"/>
                  </a:lnTo>
                  <a:lnTo>
                    <a:pt x="239668" y="142050"/>
                  </a:lnTo>
                  <a:lnTo>
                    <a:pt x="239518" y="141966"/>
                  </a:lnTo>
                  <a:lnTo>
                    <a:pt x="239040" y="141551"/>
                  </a:lnTo>
                  <a:lnTo>
                    <a:pt x="239067" y="141378"/>
                  </a:lnTo>
                  <a:lnTo>
                    <a:pt x="239199" y="140840"/>
                  </a:lnTo>
                  <a:lnTo>
                    <a:pt x="239665" y="140415"/>
                  </a:lnTo>
                  <a:lnTo>
                    <a:pt x="239836" y="140310"/>
                  </a:lnTo>
                  <a:lnTo>
                    <a:pt x="240016" y="140200"/>
                  </a:lnTo>
                  <a:lnTo>
                    <a:pt x="240380" y="140052"/>
                  </a:lnTo>
                  <a:lnTo>
                    <a:pt x="241056" y="139678"/>
                  </a:lnTo>
                  <a:lnTo>
                    <a:pt x="241231" y="139466"/>
                  </a:lnTo>
                  <a:lnTo>
                    <a:pt x="241567" y="139026"/>
                  </a:lnTo>
                  <a:lnTo>
                    <a:pt x="242529" y="138252"/>
                  </a:lnTo>
                  <a:lnTo>
                    <a:pt x="242768" y="138142"/>
                  </a:lnTo>
                  <a:lnTo>
                    <a:pt x="243729" y="138136"/>
                  </a:lnTo>
                  <a:lnTo>
                    <a:pt x="244464" y="137535"/>
                  </a:lnTo>
                  <a:lnTo>
                    <a:pt x="244907" y="137119"/>
                  </a:lnTo>
                  <a:lnTo>
                    <a:pt x="245605" y="137124"/>
                  </a:lnTo>
                  <a:lnTo>
                    <a:pt x="246521" y="138430"/>
                  </a:lnTo>
                  <a:lnTo>
                    <a:pt x="247811" y="137890"/>
                  </a:lnTo>
                  <a:lnTo>
                    <a:pt x="248101" y="137791"/>
                  </a:lnTo>
                  <a:lnTo>
                    <a:pt x="248803" y="137495"/>
                  </a:lnTo>
                  <a:lnTo>
                    <a:pt x="248912" y="137363"/>
                  </a:lnTo>
                  <a:lnTo>
                    <a:pt x="250324" y="136877"/>
                  </a:lnTo>
                  <a:lnTo>
                    <a:pt x="251512" y="137680"/>
                  </a:lnTo>
                  <a:lnTo>
                    <a:pt x="251749" y="137744"/>
                  </a:lnTo>
                  <a:lnTo>
                    <a:pt x="252017" y="137796"/>
                  </a:lnTo>
                  <a:lnTo>
                    <a:pt x="252202" y="137810"/>
                  </a:lnTo>
                  <a:lnTo>
                    <a:pt x="252942" y="137704"/>
                  </a:lnTo>
                  <a:lnTo>
                    <a:pt x="253326" y="136977"/>
                  </a:lnTo>
                  <a:lnTo>
                    <a:pt x="254982" y="136879"/>
                  </a:lnTo>
                  <a:lnTo>
                    <a:pt x="255315" y="136723"/>
                  </a:lnTo>
                  <a:lnTo>
                    <a:pt x="255733" y="136603"/>
                  </a:lnTo>
                  <a:lnTo>
                    <a:pt x="255861" y="136870"/>
                  </a:lnTo>
                  <a:lnTo>
                    <a:pt x="255522" y="137037"/>
                  </a:lnTo>
                  <a:lnTo>
                    <a:pt x="248692" y="137675"/>
                  </a:lnTo>
                  <a:lnTo>
                    <a:pt x="248015" y="137939"/>
                  </a:lnTo>
                  <a:lnTo>
                    <a:pt x="247854" y="137996"/>
                  </a:lnTo>
                  <a:lnTo>
                    <a:pt x="246596" y="138613"/>
                  </a:lnTo>
                  <a:lnTo>
                    <a:pt x="243995" y="138387"/>
                  </a:lnTo>
                  <a:lnTo>
                    <a:pt x="243574" y="138470"/>
                  </a:lnTo>
                  <a:lnTo>
                    <a:pt x="243311" y="138537"/>
                  </a:lnTo>
                  <a:lnTo>
                    <a:pt x="241948" y="139610"/>
                  </a:lnTo>
                  <a:lnTo>
                    <a:pt x="241796" y="139696"/>
                  </a:lnTo>
                  <a:lnTo>
                    <a:pt x="241584" y="139848"/>
                  </a:lnTo>
                  <a:lnTo>
                    <a:pt x="241127" y="140082"/>
                  </a:lnTo>
                  <a:lnTo>
                    <a:pt x="240624" y="140356"/>
                  </a:lnTo>
                  <a:lnTo>
                    <a:pt x="240474" y="140685"/>
                  </a:lnTo>
                  <a:lnTo>
                    <a:pt x="239716" y="141116"/>
                  </a:lnTo>
                  <a:lnTo>
                    <a:pt x="239745" y="141295"/>
                  </a:lnTo>
                  <a:lnTo>
                    <a:pt x="240608" y="141894"/>
                  </a:lnTo>
                  <a:lnTo>
                    <a:pt x="241647" y="142582"/>
                  </a:lnTo>
                  <a:lnTo>
                    <a:pt x="241486" y="143396"/>
                  </a:lnTo>
                  <a:lnTo>
                    <a:pt x="240712" y="143561"/>
                  </a:lnTo>
                  <a:lnTo>
                    <a:pt x="240313" y="143494"/>
                  </a:lnTo>
                  <a:lnTo>
                    <a:pt x="239505" y="143523"/>
                  </a:lnTo>
                  <a:lnTo>
                    <a:pt x="239211" y="143570"/>
                  </a:lnTo>
                  <a:lnTo>
                    <a:pt x="238537" y="143763"/>
                  </a:lnTo>
                  <a:lnTo>
                    <a:pt x="238170" y="143844"/>
                  </a:lnTo>
                  <a:lnTo>
                    <a:pt x="237888" y="143891"/>
                  </a:lnTo>
                  <a:lnTo>
                    <a:pt x="237324" y="143566"/>
                  </a:lnTo>
                  <a:lnTo>
                    <a:pt x="236669" y="143252"/>
                  </a:lnTo>
                  <a:lnTo>
                    <a:pt x="236541" y="143281"/>
                  </a:lnTo>
                  <a:lnTo>
                    <a:pt x="236012" y="143524"/>
                  </a:lnTo>
                  <a:lnTo>
                    <a:pt x="236025" y="143757"/>
                  </a:lnTo>
                  <a:lnTo>
                    <a:pt x="236011" y="143993"/>
                  </a:lnTo>
                  <a:lnTo>
                    <a:pt x="234839" y="145814"/>
                  </a:lnTo>
                  <a:lnTo>
                    <a:pt x="234667" y="145832"/>
                  </a:lnTo>
                  <a:lnTo>
                    <a:pt x="234518" y="145816"/>
                  </a:lnTo>
                  <a:lnTo>
                    <a:pt x="233180" y="145605"/>
                  </a:lnTo>
                  <a:lnTo>
                    <a:pt x="232802" y="145677"/>
                  </a:lnTo>
                  <a:lnTo>
                    <a:pt x="231799" y="147482"/>
                  </a:lnTo>
                  <a:lnTo>
                    <a:pt x="231791" y="147649"/>
                  </a:lnTo>
                  <a:lnTo>
                    <a:pt x="231740" y="147782"/>
                  </a:lnTo>
                  <a:lnTo>
                    <a:pt x="231089" y="148336"/>
                  </a:lnTo>
                  <a:lnTo>
                    <a:pt x="230463" y="148076"/>
                  </a:lnTo>
                  <a:lnTo>
                    <a:pt x="229914" y="148247"/>
                  </a:lnTo>
                  <a:lnTo>
                    <a:pt x="230288" y="149355"/>
                  </a:lnTo>
                  <a:lnTo>
                    <a:pt x="230311" y="149724"/>
                  </a:lnTo>
                  <a:lnTo>
                    <a:pt x="227543" y="149098"/>
                  </a:lnTo>
                  <a:lnTo>
                    <a:pt x="227288" y="149176"/>
                  </a:lnTo>
                  <a:lnTo>
                    <a:pt x="227014" y="149335"/>
                  </a:lnTo>
                  <a:lnTo>
                    <a:pt x="226771" y="149485"/>
                  </a:lnTo>
                  <a:lnTo>
                    <a:pt x="226443" y="149643"/>
                  </a:lnTo>
                  <a:lnTo>
                    <a:pt x="223841" y="149397"/>
                  </a:lnTo>
                  <a:lnTo>
                    <a:pt x="223842" y="149646"/>
                  </a:lnTo>
                  <a:lnTo>
                    <a:pt x="223223" y="150984"/>
                  </a:lnTo>
                  <a:lnTo>
                    <a:pt x="223393" y="151226"/>
                  </a:lnTo>
                  <a:lnTo>
                    <a:pt x="223363" y="151398"/>
                  </a:lnTo>
                  <a:lnTo>
                    <a:pt x="223071" y="151438"/>
                  </a:lnTo>
                  <a:lnTo>
                    <a:pt x="222931" y="151314"/>
                  </a:lnTo>
                  <a:lnTo>
                    <a:pt x="222898" y="151160"/>
                  </a:lnTo>
                  <a:lnTo>
                    <a:pt x="221890" y="151005"/>
                  </a:lnTo>
                  <a:lnTo>
                    <a:pt x="221470" y="151137"/>
                  </a:lnTo>
                  <a:lnTo>
                    <a:pt x="220924" y="151343"/>
                  </a:lnTo>
                  <a:lnTo>
                    <a:pt x="220394" y="151495"/>
                  </a:lnTo>
                  <a:lnTo>
                    <a:pt x="220145" y="151534"/>
                  </a:lnTo>
                  <a:lnTo>
                    <a:pt x="219646" y="151694"/>
                  </a:lnTo>
                  <a:lnTo>
                    <a:pt x="219498" y="151736"/>
                  </a:lnTo>
                  <a:lnTo>
                    <a:pt x="219054" y="151865"/>
                  </a:lnTo>
                  <a:lnTo>
                    <a:pt x="218696" y="152241"/>
                  </a:lnTo>
                  <a:lnTo>
                    <a:pt x="218275" y="152478"/>
                  </a:lnTo>
                  <a:lnTo>
                    <a:pt x="217122" y="153375"/>
                  </a:lnTo>
                  <a:lnTo>
                    <a:pt x="217488" y="153405"/>
                  </a:lnTo>
                  <a:lnTo>
                    <a:pt x="217639" y="153509"/>
                  </a:lnTo>
                  <a:lnTo>
                    <a:pt x="217832" y="153769"/>
                  </a:lnTo>
                  <a:lnTo>
                    <a:pt x="217667" y="153692"/>
                  </a:lnTo>
                  <a:lnTo>
                    <a:pt x="217506" y="153571"/>
                  </a:lnTo>
                  <a:lnTo>
                    <a:pt x="217372" y="153529"/>
                  </a:lnTo>
                  <a:lnTo>
                    <a:pt x="216858" y="153559"/>
                  </a:lnTo>
                  <a:lnTo>
                    <a:pt x="216639" y="153483"/>
                  </a:lnTo>
                  <a:lnTo>
                    <a:pt x="216102" y="153657"/>
                  </a:lnTo>
                  <a:lnTo>
                    <a:pt x="215941" y="153718"/>
                  </a:lnTo>
                  <a:lnTo>
                    <a:pt x="215088" y="154345"/>
                  </a:lnTo>
                  <a:lnTo>
                    <a:pt x="215272" y="154415"/>
                  </a:lnTo>
                  <a:lnTo>
                    <a:pt x="215525" y="154481"/>
                  </a:lnTo>
                  <a:lnTo>
                    <a:pt x="215822" y="154815"/>
                  </a:lnTo>
                  <a:lnTo>
                    <a:pt x="215640" y="154719"/>
                  </a:lnTo>
                  <a:lnTo>
                    <a:pt x="215501" y="154672"/>
                  </a:lnTo>
                  <a:lnTo>
                    <a:pt x="214964" y="154578"/>
                  </a:lnTo>
                  <a:lnTo>
                    <a:pt x="214807" y="154576"/>
                  </a:lnTo>
                  <a:lnTo>
                    <a:pt x="214572" y="154414"/>
                  </a:lnTo>
                  <a:lnTo>
                    <a:pt x="214325" y="154395"/>
                  </a:lnTo>
                  <a:lnTo>
                    <a:pt x="213638" y="154602"/>
                  </a:lnTo>
                  <a:lnTo>
                    <a:pt x="213330" y="154718"/>
                  </a:lnTo>
                  <a:lnTo>
                    <a:pt x="212643" y="155332"/>
                  </a:lnTo>
                  <a:lnTo>
                    <a:pt x="212709" y="155629"/>
                  </a:lnTo>
                  <a:lnTo>
                    <a:pt x="212802" y="155973"/>
                  </a:lnTo>
                  <a:lnTo>
                    <a:pt x="213200" y="156144"/>
                  </a:lnTo>
                  <a:lnTo>
                    <a:pt x="213698" y="156293"/>
                  </a:lnTo>
                  <a:lnTo>
                    <a:pt x="214075" y="156408"/>
                  </a:lnTo>
                  <a:lnTo>
                    <a:pt x="214451" y="156517"/>
                  </a:lnTo>
                  <a:lnTo>
                    <a:pt x="214640" y="156509"/>
                  </a:lnTo>
                  <a:lnTo>
                    <a:pt x="215094" y="156954"/>
                  </a:lnTo>
                  <a:lnTo>
                    <a:pt x="215378" y="157219"/>
                  </a:lnTo>
                  <a:lnTo>
                    <a:pt x="215099" y="157218"/>
                  </a:lnTo>
                  <a:lnTo>
                    <a:pt x="214846" y="157434"/>
                  </a:lnTo>
                  <a:lnTo>
                    <a:pt x="214725" y="157647"/>
                  </a:lnTo>
                  <a:lnTo>
                    <a:pt x="214513" y="157946"/>
                  </a:lnTo>
                  <a:lnTo>
                    <a:pt x="214378" y="158055"/>
                  </a:lnTo>
                  <a:lnTo>
                    <a:pt x="214026" y="158315"/>
                  </a:lnTo>
                  <a:lnTo>
                    <a:pt x="213653" y="158431"/>
                  </a:lnTo>
                  <a:lnTo>
                    <a:pt x="213008" y="158442"/>
                  </a:lnTo>
                  <a:lnTo>
                    <a:pt x="212650" y="158351"/>
                  </a:lnTo>
                  <a:lnTo>
                    <a:pt x="212044" y="157962"/>
                  </a:lnTo>
                  <a:lnTo>
                    <a:pt x="211127" y="157999"/>
                  </a:lnTo>
                  <a:lnTo>
                    <a:pt x="209850" y="158456"/>
                  </a:lnTo>
                  <a:lnTo>
                    <a:pt x="208949" y="158407"/>
                  </a:lnTo>
                  <a:lnTo>
                    <a:pt x="207516" y="157763"/>
                  </a:lnTo>
                  <a:lnTo>
                    <a:pt x="207030" y="158618"/>
                  </a:lnTo>
                  <a:lnTo>
                    <a:pt x="206855" y="158840"/>
                  </a:lnTo>
                  <a:lnTo>
                    <a:pt x="206624" y="159170"/>
                  </a:lnTo>
                  <a:lnTo>
                    <a:pt x="205348" y="160324"/>
                  </a:lnTo>
                  <a:lnTo>
                    <a:pt x="204802" y="160675"/>
                  </a:lnTo>
                  <a:lnTo>
                    <a:pt x="204669" y="160771"/>
                  </a:lnTo>
                  <a:lnTo>
                    <a:pt x="201252" y="163303"/>
                  </a:lnTo>
                  <a:lnTo>
                    <a:pt x="198110" y="165946"/>
                  </a:lnTo>
                  <a:lnTo>
                    <a:pt x="192507" y="169982"/>
                  </a:lnTo>
                  <a:lnTo>
                    <a:pt x="191605" y="172431"/>
                  </a:lnTo>
                  <a:lnTo>
                    <a:pt x="191638" y="171158"/>
                  </a:lnTo>
                  <a:lnTo>
                    <a:pt x="186779" y="174112"/>
                  </a:lnTo>
                  <a:lnTo>
                    <a:pt x="186709" y="174283"/>
                  </a:lnTo>
                  <a:lnTo>
                    <a:pt x="189524" y="173409"/>
                  </a:lnTo>
                  <a:lnTo>
                    <a:pt x="189499" y="173544"/>
                  </a:lnTo>
                  <a:lnTo>
                    <a:pt x="189281" y="174001"/>
                  </a:lnTo>
                  <a:lnTo>
                    <a:pt x="188795" y="174276"/>
                  </a:lnTo>
                  <a:lnTo>
                    <a:pt x="186411" y="174995"/>
                  </a:lnTo>
                  <a:lnTo>
                    <a:pt x="185487" y="175731"/>
                  </a:lnTo>
                  <a:lnTo>
                    <a:pt x="185725" y="178916"/>
                  </a:lnTo>
                  <a:lnTo>
                    <a:pt x="183472" y="183727"/>
                  </a:lnTo>
                  <a:lnTo>
                    <a:pt x="182861" y="184763"/>
                  </a:lnTo>
                  <a:lnTo>
                    <a:pt x="184307" y="186489"/>
                  </a:lnTo>
                  <a:lnTo>
                    <a:pt x="185383" y="187853"/>
                  </a:lnTo>
                  <a:lnTo>
                    <a:pt x="185107" y="187535"/>
                  </a:lnTo>
                  <a:lnTo>
                    <a:pt x="185051" y="186798"/>
                  </a:lnTo>
                  <a:lnTo>
                    <a:pt x="184997" y="186278"/>
                  </a:lnTo>
                  <a:lnTo>
                    <a:pt x="187132" y="188563"/>
                  </a:lnTo>
                  <a:lnTo>
                    <a:pt x="187184" y="189384"/>
                  </a:lnTo>
                  <a:lnTo>
                    <a:pt x="187054" y="189763"/>
                  </a:lnTo>
                  <a:lnTo>
                    <a:pt x="186196" y="189671"/>
                  </a:lnTo>
                  <a:lnTo>
                    <a:pt x="185887" y="189640"/>
                  </a:lnTo>
                  <a:lnTo>
                    <a:pt x="185595" y="189609"/>
                  </a:lnTo>
                  <a:lnTo>
                    <a:pt x="185151" y="189564"/>
                  </a:lnTo>
                  <a:lnTo>
                    <a:pt x="184741" y="189521"/>
                  </a:lnTo>
                  <a:lnTo>
                    <a:pt x="184278" y="189474"/>
                  </a:lnTo>
                  <a:lnTo>
                    <a:pt x="183872" y="189435"/>
                  </a:lnTo>
                  <a:lnTo>
                    <a:pt x="183657" y="189411"/>
                  </a:lnTo>
                  <a:lnTo>
                    <a:pt x="183506" y="189395"/>
                  </a:lnTo>
                  <a:lnTo>
                    <a:pt x="183169" y="189360"/>
                  </a:lnTo>
                  <a:lnTo>
                    <a:pt x="182707" y="189313"/>
                  </a:lnTo>
                  <a:lnTo>
                    <a:pt x="182194" y="189260"/>
                  </a:lnTo>
                  <a:lnTo>
                    <a:pt x="181542" y="189193"/>
                  </a:lnTo>
                  <a:lnTo>
                    <a:pt x="181035" y="189091"/>
                  </a:lnTo>
                  <a:lnTo>
                    <a:pt x="180963" y="186755"/>
                  </a:lnTo>
                  <a:lnTo>
                    <a:pt x="181013" y="186470"/>
                  </a:lnTo>
                  <a:lnTo>
                    <a:pt x="181330" y="185180"/>
                  </a:lnTo>
                  <a:lnTo>
                    <a:pt x="179784" y="183898"/>
                  </a:lnTo>
                  <a:lnTo>
                    <a:pt x="179540" y="184029"/>
                  </a:lnTo>
                  <a:lnTo>
                    <a:pt x="179045" y="184803"/>
                  </a:lnTo>
                  <a:lnTo>
                    <a:pt x="179043" y="184961"/>
                  </a:lnTo>
                  <a:lnTo>
                    <a:pt x="178848" y="185925"/>
                  </a:lnTo>
                  <a:lnTo>
                    <a:pt x="178044" y="188468"/>
                  </a:lnTo>
                  <a:lnTo>
                    <a:pt x="177460" y="188776"/>
                  </a:lnTo>
                  <a:lnTo>
                    <a:pt x="176793" y="188709"/>
                  </a:lnTo>
                  <a:lnTo>
                    <a:pt x="176375" y="188667"/>
                  </a:lnTo>
                  <a:lnTo>
                    <a:pt x="177876" y="187542"/>
                  </a:lnTo>
                  <a:lnTo>
                    <a:pt x="178136" y="187328"/>
                  </a:lnTo>
                  <a:lnTo>
                    <a:pt x="179097" y="184475"/>
                  </a:lnTo>
                  <a:lnTo>
                    <a:pt x="179193" y="184322"/>
                  </a:lnTo>
                  <a:close/>
                  <a:moveTo>
                    <a:pt x="184572" y="188185"/>
                  </a:moveTo>
                  <a:lnTo>
                    <a:pt x="184481" y="187969"/>
                  </a:lnTo>
                  <a:lnTo>
                    <a:pt x="184191" y="187621"/>
                  </a:lnTo>
                  <a:lnTo>
                    <a:pt x="184042" y="187856"/>
                  </a:lnTo>
                  <a:lnTo>
                    <a:pt x="184356" y="188241"/>
                  </a:lnTo>
                  <a:close/>
                  <a:moveTo>
                    <a:pt x="182287" y="184615"/>
                  </a:moveTo>
                  <a:lnTo>
                    <a:pt x="182470" y="184577"/>
                  </a:lnTo>
                  <a:lnTo>
                    <a:pt x="182784" y="184220"/>
                  </a:lnTo>
                  <a:lnTo>
                    <a:pt x="182744" y="183865"/>
                  </a:lnTo>
                  <a:lnTo>
                    <a:pt x="182552" y="183948"/>
                  </a:lnTo>
                  <a:lnTo>
                    <a:pt x="182254" y="184173"/>
                  </a:lnTo>
                  <a:lnTo>
                    <a:pt x="182196" y="184361"/>
                  </a:lnTo>
                  <a:close/>
                  <a:moveTo>
                    <a:pt x="185297" y="176934"/>
                  </a:moveTo>
                  <a:lnTo>
                    <a:pt x="185292" y="177084"/>
                  </a:lnTo>
                  <a:close/>
                  <a:moveTo>
                    <a:pt x="206210" y="159110"/>
                  </a:move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9374733" y="1319514"/>
              <a:ext cx="183366" cy="200471"/>
            </a:xfrm>
            <a:custGeom>
              <a:avLst/>
              <a:pathLst>
                <a:path w="183366" h="200471">
                  <a:moveTo>
                    <a:pt x="182879" y="182880"/>
                  </a:moveTo>
                  <a:lnTo>
                    <a:pt x="183258" y="183435"/>
                  </a:lnTo>
                  <a:lnTo>
                    <a:pt x="183366" y="183745"/>
                  </a:lnTo>
                  <a:lnTo>
                    <a:pt x="183187" y="183659"/>
                  </a:lnTo>
                  <a:lnTo>
                    <a:pt x="182911" y="183461"/>
                  </a:lnTo>
                  <a:lnTo>
                    <a:pt x="182751" y="183336"/>
                  </a:lnTo>
                  <a:lnTo>
                    <a:pt x="182479" y="183108"/>
                  </a:lnTo>
                  <a:lnTo>
                    <a:pt x="181975" y="182819"/>
                  </a:lnTo>
                  <a:lnTo>
                    <a:pt x="181340" y="182653"/>
                  </a:lnTo>
                  <a:lnTo>
                    <a:pt x="181010" y="182718"/>
                  </a:lnTo>
                  <a:lnTo>
                    <a:pt x="180886" y="183232"/>
                  </a:lnTo>
                  <a:lnTo>
                    <a:pt x="181030" y="183117"/>
                  </a:lnTo>
                  <a:lnTo>
                    <a:pt x="181241" y="183165"/>
                  </a:lnTo>
                  <a:lnTo>
                    <a:pt x="181356" y="183392"/>
                  </a:lnTo>
                  <a:lnTo>
                    <a:pt x="181560" y="183473"/>
                  </a:lnTo>
                  <a:lnTo>
                    <a:pt x="182000" y="183568"/>
                  </a:lnTo>
                  <a:lnTo>
                    <a:pt x="182308" y="183635"/>
                  </a:lnTo>
                  <a:lnTo>
                    <a:pt x="182494" y="183778"/>
                  </a:lnTo>
                  <a:lnTo>
                    <a:pt x="182643" y="183961"/>
                  </a:lnTo>
                  <a:lnTo>
                    <a:pt x="182738" y="184152"/>
                  </a:lnTo>
                  <a:lnTo>
                    <a:pt x="182636" y="184350"/>
                  </a:lnTo>
                  <a:lnTo>
                    <a:pt x="182541" y="184494"/>
                  </a:lnTo>
                  <a:lnTo>
                    <a:pt x="182329" y="184759"/>
                  </a:lnTo>
                  <a:lnTo>
                    <a:pt x="182135" y="184910"/>
                  </a:lnTo>
                  <a:lnTo>
                    <a:pt x="181894" y="185138"/>
                  </a:lnTo>
                  <a:lnTo>
                    <a:pt x="181562" y="185460"/>
                  </a:lnTo>
                  <a:lnTo>
                    <a:pt x="181364" y="185576"/>
                  </a:lnTo>
                  <a:lnTo>
                    <a:pt x="181103" y="185688"/>
                  </a:lnTo>
                  <a:lnTo>
                    <a:pt x="180792" y="185856"/>
                  </a:lnTo>
                  <a:lnTo>
                    <a:pt x="180720" y="186011"/>
                  </a:lnTo>
                  <a:lnTo>
                    <a:pt x="180994" y="186083"/>
                  </a:lnTo>
                  <a:lnTo>
                    <a:pt x="181094" y="186213"/>
                  </a:lnTo>
                  <a:lnTo>
                    <a:pt x="181140" y="186530"/>
                  </a:lnTo>
                  <a:lnTo>
                    <a:pt x="180999" y="186710"/>
                  </a:lnTo>
                  <a:lnTo>
                    <a:pt x="180580" y="186822"/>
                  </a:lnTo>
                  <a:lnTo>
                    <a:pt x="180328" y="186802"/>
                  </a:lnTo>
                  <a:lnTo>
                    <a:pt x="179513" y="187260"/>
                  </a:lnTo>
                  <a:lnTo>
                    <a:pt x="179239" y="187313"/>
                  </a:lnTo>
                  <a:lnTo>
                    <a:pt x="178871" y="187254"/>
                  </a:lnTo>
                  <a:lnTo>
                    <a:pt x="178539" y="187156"/>
                  </a:lnTo>
                  <a:lnTo>
                    <a:pt x="178298" y="187002"/>
                  </a:lnTo>
                  <a:lnTo>
                    <a:pt x="178046" y="186725"/>
                  </a:lnTo>
                  <a:lnTo>
                    <a:pt x="177807" y="186609"/>
                  </a:lnTo>
                  <a:lnTo>
                    <a:pt x="177576" y="186577"/>
                  </a:lnTo>
                  <a:lnTo>
                    <a:pt x="177380" y="186794"/>
                  </a:lnTo>
                  <a:lnTo>
                    <a:pt x="177373" y="187031"/>
                  </a:lnTo>
                  <a:lnTo>
                    <a:pt x="177618" y="187814"/>
                  </a:lnTo>
                  <a:lnTo>
                    <a:pt x="177351" y="188077"/>
                  </a:lnTo>
                  <a:lnTo>
                    <a:pt x="176738" y="188564"/>
                  </a:lnTo>
                  <a:lnTo>
                    <a:pt x="176737" y="188790"/>
                  </a:lnTo>
                  <a:lnTo>
                    <a:pt x="176643" y="189049"/>
                  </a:lnTo>
                  <a:lnTo>
                    <a:pt x="176409" y="189137"/>
                  </a:lnTo>
                  <a:lnTo>
                    <a:pt x="176225" y="189173"/>
                  </a:lnTo>
                  <a:lnTo>
                    <a:pt x="175795" y="189125"/>
                  </a:lnTo>
                  <a:lnTo>
                    <a:pt x="175546" y="189426"/>
                  </a:lnTo>
                  <a:lnTo>
                    <a:pt x="175721" y="189929"/>
                  </a:lnTo>
                  <a:lnTo>
                    <a:pt x="175788" y="190092"/>
                  </a:lnTo>
                  <a:lnTo>
                    <a:pt x="175891" y="190338"/>
                  </a:lnTo>
                  <a:lnTo>
                    <a:pt x="176205" y="190682"/>
                  </a:lnTo>
                  <a:lnTo>
                    <a:pt x="176695" y="191393"/>
                  </a:lnTo>
                  <a:lnTo>
                    <a:pt x="176631" y="191686"/>
                  </a:lnTo>
                  <a:lnTo>
                    <a:pt x="176516" y="191966"/>
                  </a:lnTo>
                  <a:lnTo>
                    <a:pt x="176502" y="192116"/>
                  </a:lnTo>
                  <a:lnTo>
                    <a:pt x="176431" y="192292"/>
                  </a:lnTo>
                  <a:lnTo>
                    <a:pt x="176064" y="192424"/>
                  </a:lnTo>
                  <a:lnTo>
                    <a:pt x="175669" y="192728"/>
                  </a:lnTo>
                  <a:lnTo>
                    <a:pt x="175654" y="193141"/>
                  </a:lnTo>
                  <a:lnTo>
                    <a:pt x="175604" y="193358"/>
                  </a:lnTo>
                  <a:lnTo>
                    <a:pt x="175446" y="193645"/>
                  </a:lnTo>
                  <a:lnTo>
                    <a:pt x="175428" y="194151"/>
                  </a:lnTo>
                  <a:lnTo>
                    <a:pt x="175319" y="194326"/>
                  </a:lnTo>
                  <a:lnTo>
                    <a:pt x="174981" y="194463"/>
                  </a:lnTo>
                  <a:lnTo>
                    <a:pt x="175230" y="195213"/>
                  </a:lnTo>
                  <a:lnTo>
                    <a:pt x="174778" y="195545"/>
                  </a:lnTo>
                  <a:lnTo>
                    <a:pt x="174623" y="195648"/>
                  </a:lnTo>
                  <a:lnTo>
                    <a:pt x="174446" y="195778"/>
                  </a:lnTo>
                  <a:lnTo>
                    <a:pt x="174180" y="196021"/>
                  </a:lnTo>
                  <a:lnTo>
                    <a:pt x="173938" y="196434"/>
                  </a:lnTo>
                  <a:lnTo>
                    <a:pt x="173879" y="196575"/>
                  </a:lnTo>
                  <a:lnTo>
                    <a:pt x="173822" y="196789"/>
                  </a:lnTo>
                  <a:lnTo>
                    <a:pt x="173763" y="196922"/>
                  </a:lnTo>
                  <a:lnTo>
                    <a:pt x="173617" y="197129"/>
                  </a:lnTo>
                  <a:lnTo>
                    <a:pt x="173169" y="197577"/>
                  </a:lnTo>
                  <a:lnTo>
                    <a:pt x="172985" y="197822"/>
                  </a:lnTo>
                  <a:lnTo>
                    <a:pt x="173383" y="197853"/>
                  </a:lnTo>
                  <a:lnTo>
                    <a:pt x="173544" y="197872"/>
                  </a:lnTo>
                  <a:lnTo>
                    <a:pt x="173886" y="198059"/>
                  </a:lnTo>
                  <a:lnTo>
                    <a:pt x="173704" y="198194"/>
                  </a:lnTo>
                  <a:lnTo>
                    <a:pt x="173362" y="198488"/>
                  </a:lnTo>
                  <a:lnTo>
                    <a:pt x="173237" y="199190"/>
                  </a:lnTo>
                  <a:lnTo>
                    <a:pt x="173385" y="199541"/>
                  </a:lnTo>
                  <a:lnTo>
                    <a:pt x="173711" y="199425"/>
                  </a:lnTo>
                  <a:lnTo>
                    <a:pt x="173873" y="199612"/>
                  </a:lnTo>
                  <a:lnTo>
                    <a:pt x="173521" y="199738"/>
                  </a:lnTo>
                  <a:lnTo>
                    <a:pt x="173434" y="200212"/>
                  </a:lnTo>
                  <a:lnTo>
                    <a:pt x="173146" y="200471"/>
                  </a:lnTo>
                  <a:lnTo>
                    <a:pt x="172912" y="200345"/>
                  </a:lnTo>
                  <a:lnTo>
                    <a:pt x="172776" y="200192"/>
                  </a:lnTo>
                  <a:lnTo>
                    <a:pt x="172491" y="199825"/>
                  </a:lnTo>
                  <a:lnTo>
                    <a:pt x="172451" y="199669"/>
                  </a:lnTo>
                  <a:lnTo>
                    <a:pt x="172380" y="199346"/>
                  </a:lnTo>
                  <a:lnTo>
                    <a:pt x="172467" y="199002"/>
                  </a:lnTo>
                  <a:lnTo>
                    <a:pt x="172517" y="198777"/>
                  </a:lnTo>
                  <a:lnTo>
                    <a:pt x="172625" y="198437"/>
                  </a:lnTo>
                  <a:lnTo>
                    <a:pt x="172629" y="198146"/>
                  </a:lnTo>
                  <a:lnTo>
                    <a:pt x="172659" y="197759"/>
                  </a:lnTo>
                  <a:lnTo>
                    <a:pt x="172837" y="197605"/>
                  </a:lnTo>
                  <a:lnTo>
                    <a:pt x="173184" y="197029"/>
                  </a:lnTo>
                  <a:lnTo>
                    <a:pt x="173304" y="196818"/>
                  </a:lnTo>
                  <a:lnTo>
                    <a:pt x="173400" y="196679"/>
                  </a:lnTo>
                  <a:lnTo>
                    <a:pt x="173516" y="196492"/>
                  </a:lnTo>
                  <a:lnTo>
                    <a:pt x="173642" y="196221"/>
                  </a:lnTo>
                  <a:lnTo>
                    <a:pt x="173733" y="195954"/>
                  </a:lnTo>
                  <a:lnTo>
                    <a:pt x="173836" y="195762"/>
                  </a:lnTo>
                  <a:lnTo>
                    <a:pt x="174035" y="195579"/>
                  </a:lnTo>
                  <a:lnTo>
                    <a:pt x="174512" y="195331"/>
                  </a:lnTo>
                  <a:lnTo>
                    <a:pt x="174378" y="195186"/>
                  </a:lnTo>
                  <a:lnTo>
                    <a:pt x="174190" y="194902"/>
                  </a:lnTo>
                  <a:lnTo>
                    <a:pt x="174203" y="194630"/>
                  </a:lnTo>
                  <a:lnTo>
                    <a:pt x="174279" y="194332"/>
                  </a:lnTo>
                  <a:lnTo>
                    <a:pt x="174662" y="193989"/>
                  </a:lnTo>
                  <a:lnTo>
                    <a:pt x="174441" y="193702"/>
                  </a:lnTo>
                  <a:lnTo>
                    <a:pt x="174447" y="193502"/>
                  </a:lnTo>
                  <a:lnTo>
                    <a:pt x="174483" y="193362"/>
                  </a:lnTo>
                  <a:lnTo>
                    <a:pt x="174725" y="193021"/>
                  </a:lnTo>
                  <a:lnTo>
                    <a:pt x="175476" y="192089"/>
                  </a:lnTo>
                  <a:lnTo>
                    <a:pt x="175985" y="192034"/>
                  </a:lnTo>
                  <a:lnTo>
                    <a:pt x="175953" y="191850"/>
                  </a:lnTo>
                  <a:lnTo>
                    <a:pt x="176054" y="191519"/>
                  </a:lnTo>
                  <a:lnTo>
                    <a:pt x="176006" y="191186"/>
                  </a:lnTo>
                  <a:lnTo>
                    <a:pt x="175956" y="190986"/>
                  </a:lnTo>
                  <a:lnTo>
                    <a:pt x="175788" y="190719"/>
                  </a:lnTo>
                  <a:lnTo>
                    <a:pt x="175627" y="190470"/>
                  </a:lnTo>
                  <a:lnTo>
                    <a:pt x="175499" y="190492"/>
                  </a:lnTo>
                  <a:lnTo>
                    <a:pt x="175364" y="190059"/>
                  </a:lnTo>
                  <a:lnTo>
                    <a:pt x="175282" y="189788"/>
                  </a:lnTo>
                  <a:lnTo>
                    <a:pt x="175240" y="189594"/>
                  </a:lnTo>
                  <a:lnTo>
                    <a:pt x="175210" y="189427"/>
                  </a:lnTo>
                  <a:lnTo>
                    <a:pt x="175476" y="188762"/>
                  </a:lnTo>
                  <a:lnTo>
                    <a:pt x="175664" y="188752"/>
                  </a:lnTo>
                  <a:lnTo>
                    <a:pt x="176118" y="188554"/>
                  </a:lnTo>
                  <a:lnTo>
                    <a:pt x="177161" y="187713"/>
                  </a:lnTo>
                  <a:lnTo>
                    <a:pt x="177174" y="187586"/>
                  </a:lnTo>
                  <a:lnTo>
                    <a:pt x="177020" y="187058"/>
                  </a:lnTo>
                  <a:lnTo>
                    <a:pt x="176993" y="186900"/>
                  </a:lnTo>
                  <a:lnTo>
                    <a:pt x="177029" y="186710"/>
                  </a:lnTo>
                  <a:lnTo>
                    <a:pt x="177229" y="186345"/>
                  </a:lnTo>
                  <a:lnTo>
                    <a:pt x="177547" y="186131"/>
                  </a:lnTo>
                  <a:lnTo>
                    <a:pt x="177894" y="186146"/>
                  </a:lnTo>
                  <a:lnTo>
                    <a:pt x="178182" y="186404"/>
                  </a:lnTo>
                  <a:lnTo>
                    <a:pt x="178291" y="186546"/>
                  </a:lnTo>
                  <a:lnTo>
                    <a:pt x="178776" y="186983"/>
                  </a:lnTo>
                  <a:lnTo>
                    <a:pt x="179005" y="186992"/>
                  </a:lnTo>
                  <a:lnTo>
                    <a:pt x="179352" y="186794"/>
                  </a:lnTo>
                  <a:lnTo>
                    <a:pt x="180127" y="186413"/>
                  </a:lnTo>
                  <a:lnTo>
                    <a:pt x="180563" y="185788"/>
                  </a:lnTo>
                  <a:lnTo>
                    <a:pt x="180719" y="185629"/>
                  </a:lnTo>
                  <a:lnTo>
                    <a:pt x="180877" y="185516"/>
                  </a:lnTo>
                  <a:lnTo>
                    <a:pt x="181026" y="185484"/>
                  </a:lnTo>
                  <a:lnTo>
                    <a:pt x="181369" y="185271"/>
                  </a:lnTo>
                  <a:lnTo>
                    <a:pt x="181718" y="184853"/>
                  </a:lnTo>
                  <a:lnTo>
                    <a:pt x="181918" y="184704"/>
                  </a:lnTo>
                  <a:lnTo>
                    <a:pt x="182144" y="184371"/>
                  </a:lnTo>
                  <a:lnTo>
                    <a:pt x="181920" y="184088"/>
                  </a:lnTo>
                  <a:lnTo>
                    <a:pt x="181678" y="183989"/>
                  </a:lnTo>
                  <a:lnTo>
                    <a:pt x="181340" y="183938"/>
                  </a:lnTo>
                  <a:lnTo>
                    <a:pt x="181091" y="183881"/>
                  </a:lnTo>
                  <a:lnTo>
                    <a:pt x="180723" y="183738"/>
                  </a:lnTo>
                  <a:lnTo>
                    <a:pt x="180573" y="183639"/>
                  </a:lnTo>
                  <a:lnTo>
                    <a:pt x="180382" y="183352"/>
                  </a:lnTo>
                  <a:lnTo>
                    <a:pt x="180378" y="183223"/>
                  </a:lnTo>
                  <a:lnTo>
                    <a:pt x="180393" y="183015"/>
                  </a:lnTo>
                  <a:lnTo>
                    <a:pt x="180466" y="182887"/>
                  </a:lnTo>
                  <a:lnTo>
                    <a:pt x="180715" y="182551"/>
                  </a:lnTo>
                  <a:lnTo>
                    <a:pt x="180969" y="182411"/>
                  </a:lnTo>
                  <a:lnTo>
                    <a:pt x="181124" y="182356"/>
                  </a:lnTo>
                  <a:lnTo>
                    <a:pt x="181347" y="182299"/>
                  </a:lnTo>
                  <a:lnTo>
                    <a:pt x="181856" y="182349"/>
                  </a:lnTo>
                  <a:lnTo>
                    <a:pt x="182146" y="182485"/>
                  </a:lnTo>
                  <a:lnTo>
                    <a:pt x="182285" y="182588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9524875" y="1265876"/>
              <a:ext cx="198928" cy="203560"/>
            </a:xfrm>
            <a:custGeom>
              <a:avLst/>
              <a:pathLst>
                <a:path w="198928" h="203560">
                  <a:moveTo>
                    <a:pt x="182879" y="182880"/>
                  </a:moveTo>
                  <a:lnTo>
                    <a:pt x="182918" y="183381"/>
                  </a:lnTo>
                  <a:lnTo>
                    <a:pt x="182686" y="183667"/>
                  </a:lnTo>
                  <a:lnTo>
                    <a:pt x="182575" y="183816"/>
                  </a:lnTo>
                  <a:lnTo>
                    <a:pt x="182497" y="183954"/>
                  </a:lnTo>
                  <a:lnTo>
                    <a:pt x="182500" y="184251"/>
                  </a:lnTo>
                  <a:lnTo>
                    <a:pt x="182447" y="184504"/>
                  </a:lnTo>
                  <a:lnTo>
                    <a:pt x="182333" y="184831"/>
                  </a:lnTo>
                  <a:lnTo>
                    <a:pt x="182289" y="185047"/>
                  </a:lnTo>
                  <a:lnTo>
                    <a:pt x="182033" y="185384"/>
                  </a:lnTo>
                  <a:lnTo>
                    <a:pt x="181912" y="185539"/>
                  </a:lnTo>
                  <a:lnTo>
                    <a:pt x="181963" y="186124"/>
                  </a:lnTo>
                  <a:lnTo>
                    <a:pt x="182487" y="186681"/>
                  </a:lnTo>
                  <a:lnTo>
                    <a:pt x="182510" y="187047"/>
                  </a:lnTo>
                  <a:lnTo>
                    <a:pt x="182485" y="187192"/>
                  </a:lnTo>
                  <a:lnTo>
                    <a:pt x="182380" y="187526"/>
                  </a:lnTo>
                  <a:lnTo>
                    <a:pt x="182233" y="187828"/>
                  </a:lnTo>
                  <a:lnTo>
                    <a:pt x="182245" y="188035"/>
                  </a:lnTo>
                  <a:lnTo>
                    <a:pt x="182252" y="188505"/>
                  </a:lnTo>
                  <a:lnTo>
                    <a:pt x="182725" y="188984"/>
                  </a:lnTo>
                  <a:lnTo>
                    <a:pt x="182771" y="189307"/>
                  </a:lnTo>
                  <a:lnTo>
                    <a:pt x="182877" y="189470"/>
                  </a:lnTo>
                  <a:lnTo>
                    <a:pt x="182805" y="189759"/>
                  </a:lnTo>
                  <a:lnTo>
                    <a:pt x="183038" y="189816"/>
                  </a:lnTo>
                  <a:lnTo>
                    <a:pt x="183339" y="189847"/>
                  </a:lnTo>
                  <a:lnTo>
                    <a:pt x="183520" y="189858"/>
                  </a:lnTo>
                  <a:lnTo>
                    <a:pt x="183779" y="189867"/>
                  </a:lnTo>
                  <a:lnTo>
                    <a:pt x="184171" y="189954"/>
                  </a:lnTo>
                  <a:lnTo>
                    <a:pt x="184378" y="190003"/>
                  </a:lnTo>
                  <a:lnTo>
                    <a:pt x="184676" y="190417"/>
                  </a:lnTo>
                  <a:lnTo>
                    <a:pt x="184748" y="190591"/>
                  </a:lnTo>
                  <a:lnTo>
                    <a:pt x="184874" y="191019"/>
                  </a:lnTo>
                  <a:lnTo>
                    <a:pt x="184894" y="191308"/>
                  </a:lnTo>
                  <a:lnTo>
                    <a:pt x="185747" y="192427"/>
                  </a:lnTo>
                  <a:lnTo>
                    <a:pt x="186051" y="192604"/>
                  </a:lnTo>
                  <a:lnTo>
                    <a:pt x="186288" y="192655"/>
                  </a:lnTo>
                  <a:lnTo>
                    <a:pt x="186687" y="192789"/>
                  </a:lnTo>
                  <a:lnTo>
                    <a:pt x="186912" y="192899"/>
                  </a:lnTo>
                  <a:lnTo>
                    <a:pt x="187518" y="193463"/>
                  </a:lnTo>
                  <a:lnTo>
                    <a:pt x="187725" y="193744"/>
                  </a:lnTo>
                  <a:lnTo>
                    <a:pt x="187895" y="193984"/>
                  </a:lnTo>
                  <a:lnTo>
                    <a:pt x="188079" y="194033"/>
                  </a:lnTo>
                  <a:lnTo>
                    <a:pt x="188166" y="194170"/>
                  </a:lnTo>
                  <a:lnTo>
                    <a:pt x="188214" y="194345"/>
                  </a:lnTo>
                  <a:lnTo>
                    <a:pt x="188236" y="194916"/>
                  </a:lnTo>
                  <a:lnTo>
                    <a:pt x="188624" y="194880"/>
                  </a:lnTo>
                  <a:lnTo>
                    <a:pt x="188976" y="194827"/>
                  </a:lnTo>
                  <a:lnTo>
                    <a:pt x="189098" y="194696"/>
                  </a:lnTo>
                  <a:lnTo>
                    <a:pt x="189226" y="194541"/>
                  </a:lnTo>
                  <a:lnTo>
                    <a:pt x="189423" y="194291"/>
                  </a:lnTo>
                  <a:lnTo>
                    <a:pt x="189593" y="194225"/>
                  </a:lnTo>
                  <a:lnTo>
                    <a:pt x="189801" y="194169"/>
                  </a:lnTo>
                  <a:lnTo>
                    <a:pt x="190060" y="194183"/>
                  </a:lnTo>
                  <a:lnTo>
                    <a:pt x="190525" y="194598"/>
                  </a:lnTo>
                  <a:lnTo>
                    <a:pt x="190728" y="195056"/>
                  </a:lnTo>
                  <a:lnTo>
                    <a:pt x="190597" y="195188"/>
                  </a:lnTo>
                  <a:lnTo>
                    <a:pt x="190203" y="195751"/>
                  </a:lnTo>
                  <a:lnTo>
                    <a:pt x="190034" y="195903"/>
                  </a:lnTo>
                  <a:lnTo>
                    <a:pt x="189795" y="196339"/>
                  </a:lnTo>
                  <a:lnTo>
                    <a:pt x="190009" y="196501"/>
                  </a:lnTo>
                  <a:lnTo>
                    <a:pt x="190076" y="196695"/>
                  </a:lnTo>
                  <a:lnTo>
                    <a:pt x="190150" y="196836"/>
                  </a:lnTo>
                  <a:lnTo>
                    <a:pt x="190308" y="197005"/>
                  </a:lnTo>
                  <a:lnTo>
                    <a:pt x="190701" y="197247"/>
                  </a:lnTo>
                  <a:lnTo>
                    <a:pt x="191066" y="197342"/>
                  </a:lnTo>
                  <a:lnTo>
                    <a:pt x="191774" y="197359"/>
                  </a:lnTo>
                  <a:lnTo>
                    <a:pt x="192001" y="197140"/>
                  </a:lnTo>
                  <a:lnTo>
                    <a:pt x="192423" y="196738"/>
                  </a:lnTo>
                  <a:lnTo>
                    <a:pt x="192460" y="196467"/>
                  </a:lnTo>
                  <a:lnTo>
                    <a:pt x="192130" y="196114"/>
                  </a:lnTo>
                  <a:lnTo>
                    <a:pt x="191979" y="195764"/>
                  </a:lnTo>
                  <a:lnTo>
                    <a:pt x="191778" y="195583"/>
                  </a:lnTo>
                  <a:lnTo>
                    <a:pt x="191584" y="195168"/>
                  </a:lnTo>
                  <a:lnTo>
                    <a:pt x="191578" y="195019"/>
                  </a:lnTo>
                  <a:lnTo>
                    <a:pt x="191651" y="194784"/>
                  </a:lnTo>
                  <a:lnTo>
                    <a:pt x="191815" y="194523"/>
                  </a:lnTo>
                  <a:lnTo>
                    <a:pt x="192200" y="194102"/>
                  </a:lnTo>
                  <a:lnTo>
                    <a:pt x="192459" y="193947"/>
                  </a:lnTo>
                  <a:lnTo>
                    <a:pt x="192636" y="193892"/>
                  </a:lnTo>
                  <a:lnTo>
                    <a:pt x="192871" y="193826"/>
                  </a:lnTo>
                  <a:lnTo>
                    <a:pt x="193015" y="193797"/>
                  </a:lnTo>
                  <a:lnTo>
                    <a:pt x="193248" y="193788"/>
                  </a:lnTo>
                  <a:lnTo>
                    <a:pt x="193401" y="193809"/>
                  </a:lnTo>
                  <a:lnTo>
                    <a:pt x="193580" y="193848"/>
                  </a:lnTo>
                  <a:lnTo>
                    <a:pt x="193926" y="194012"/>
                  </a:lnTo>
                  <a:lnTo>
                    <a:pt x="194398" y="194539"/>
                  </a:lnTo>
                  <a:lnTo>
                    <a:pt x="194417" y="194756"/>
                  </a:lnTo>
                  <a:lnTo>
                    <a:pt x="194360" y="194953"/>
                  </a:lnTo>
                  <a:lnTo>
                    <a:pt x="194034" y="195349"/>
                  </a:lnTo>
                  <a:lnTo>
                    <a:pt x="193994" y="195924"/>
                  </a:lnTo>
                  <a:lnTo>
                    <a:pt x="194259" y="196184"/>
                  </a:lnTo>
                  <a:lnTo>
                    <a:pt x="194407" y="196347"/>
                  </a:lnTo>
                  <a:lnTo>
                    <a:pt x="194500" y="196511"/>
                  </a:lnTo>
                  <a:lnTo>
                    <a:pt x="194526" y="196853"/>
                  </a:lnTo>
                  <a:lnTo>
                    <a:pt x="194503" y="197010"/>
                  </a:lnTo>
                  <a:lnTo>
                    <a:pt x="194525" y="197528"/>
                  </a:lnTo>
                  <a:lnTo>
                    <a:pt x="194706" y="197807"/>
                  </a:lnTo>
                  <a:lnTo>
                    <a:pt x="195077" y="198123"/>
                  </a:lnTo>
                  <a:lnTo>
                    <a:pt x="195233" y="198248"/>
                  </a:lnTo>
                  <a:lnTo>
                    <a:pt x="195591" y="198923"/>
                  </a:lnTo>
                  <a:lnTo>
                    <a:pt x="195641" y="199217"/>
                  </a:lnTo>
                  <a:lnTo>
                    <a:pt x="195561" y="199480"/>
                  </a:lnTo>
                  <a:lnTo>
                    <a:pt x="195560" y="199766"/>
                  </a:lnTo>
                  <a:lnTo>
                    <a:pt x="195784" y="200207"/>
                  </a:lnTo>
                  <a:lnTo>
                    <a:pt x="196022" y="200327"/>
                  </a:lnTo>
                  <a:lnTo>
                    <a:pt x="196370" y="200397"/>
                  </a:lnTo>
                  <a:lnTo>
                    <a:pt x="196554" y="200411"/>
                  </a:lnTo>
                  <a:lnTo>
                    <a:pt x="196758" y="200472"/>
                  </a:lnTo>
                  <a:lnTo>
                    <a:pt x="196993" y="200601"/>
                  </a:lnTo>
                  <a:lnTo>
                    <a:pt x="196627" y="201180"/>
                  </a:lnTo>
                  <a:lnTo>
                    <a:pt x="196410" y="201913"/>
                  </a:lnTo>
                  <a:lnTo>
                    <a:pt x="196269" y="202500"/>
                  </a:lnTo>
                  <a:lnTo>
                    <a:pt x="196363" y="202805"/>
                  </a:lnTo>
                  <a:lnTo>
                    <a:pt x="196474" y="202942"/>
                  </a:lnTo>
                  <a:lnTo>
                    <a:pt x="196794" y="203102"/>
                  </a:lnTo>
                  <a:lnTo>
                    <a:pt x="197185" y="203050"/>
                  </a:lnTo>
                  <a:lnTo>
                    <a:pt x="197579" y="202976"/>
                  </a:lnTo>
                  <a:lnTo>
                    <a:pt x="197847" y="202972"/>
                  </a:lnTo>
                  <a:lnTo>
                    <a:pt x="198269" y="203097"/>
                  </a:lnTo>
                  <a:lnTo>
                    <a:pt x="198643" y="203271"/>
                  </a:lnTo>
                  <a:lnTo>
                    <a:pt x="198821" y="203382"/>
                  </a:lnTo>
                  <a:lnTo>
                    <a:pt x="198928" y="203560"/>
                  </a:lnTo>
                  <a:lnTo>
                    <a:pt x="198610" y="203382"/>
                  </a:lnTo>
                  <a:lnTo>
                    <a:pt x="198397" y="203280"/>
                  </a:lnTo>
                  <a:lnTo>
                    <a:pt x="198192" y="203207"/>
                  </a:lnTo>
                  <a:lnTo>
                    <a:pt x="198028" y="203161"/>
                  </a:lnTo>
                  <a:lnTo>
                    <a:pt x="197713" y="203116"/>
                  </a:lnTo>
                  <a:lnTo>
                    <a:pt x="197563" y="203154"/>
                  </a:lnTo>
                  <a:lnTo>
                    <a:pt x="197318" y="203199"/>
                  </a:lnTo>
                  <a:lnTo>
                    <a:pt x="196605" y="203162"/>
                  </a:lnTo>
                  <a:lnTo>
                    <a:pt x="196303" y="202946"/>
                  </a:lnTo>
                  <a:lnTo>
                    <a:pt x="196174" y="202790"/>
                  </a:lnTo>
                  <a:lnTo>
                    <a:pt x="196089" y="202634"/>
                  </a:lnTo>
                  <a:lnTo>
                    <a:pt x="196028" y="202415"/>
                  </a:lnTo>
                  <a:lnTo>
                    <a:pt x="195927" y="202168"/>
                  </a:lnTo>
                  <a:lnTo>
                    <a:pt x="195912" y="201793"/>
                  </a:lnTo>
                  <a:lnTo>
                    <a:pt x="196052" y="201224"/>
                  </a:lnTo>
                  <a:lnTo>
                    <a:pt x="196081" y="200922"/>
                  </a:lnTo>
                  <a:lnTo>
                    <a:pt x="195819" y="200412"/>
                  </a:lnTo>
                  <a:lnTo>
                    <a:pt x="195410" y="199993"/>
                  </a:lnTo>
                  <a:lnTo>
                    <a:pt x="195324" y="199766"/>
                  </a:lnTo>
                  <a:lnTo>
                    <a:pt x="195278" y="199255"/>
                  </a:lnTo>
                  <a:lnTo>
                    <a:pt x="195212" y="199045"/>
                  </a:lnTo>
                  <a:lnTo>
                    <a:pt x="195125" y="198787"/>
                  </a:lnTo>
                  <a:lnTo>
                    <a:pt x="195024" y="198527"/>
                  </a:lnTo>
                  <a:lnTo>
                    <a:pt x="194824" y="198172"/>
                  </a:lnTo>
                  <a:lnTo>
                    <a:pt x="194392" y="197752"/>
                  </a:lnTo>
                  <a:lnTo>
                    <a:pt x="194443" y="197586"/>
                  </a:lnTo>
                  <a:lnTo>
                    <a:pt x="194405" y="197416"/>
                  </a:lnTo>
                  <a:lnTo>
                    <a:pt x="194337" y="197237"/>
                  </a:lnTo>
                  <a:lnTo>
                    <a:pt x="194381" y="196984"/>
                  </a:lnTo>
                  <a:lnTo>
                    <a:pt x="194280" y="196496"/>
                  </a:lnTo>
                  <a:lnTo>
                    <a:pt x="194169" y="196306"/>
                  </a:lnTo>
                  <a:lnTo>
                    <a:pt x="194071" y="196164"/>
                  </a:lnTo>
                  <a:lnTo>
                    <a:pt x="193850" y="196004"/>
                  </a:lnTo>
                  <a:lnTo>
                    <a:pt x="193741" y="195752"/>
                  </a:lnTo>
                  <a:lnTo>
                    <a:pt x="193737" y="195620"/>
                  </a:lnTo>
                  <a:lnTo>
                    <a:pt x="193804" y="195441"/>
                  </a:lnTo>
                  <a:lnTo>
                    <a:pt x="193904" y="195271"/>
                  </a:lnTo>
                  <a:lnTo>
                    <a:pt x="194081" y="195046"/>
                  </a:lnTo>
                  <a:lnTo>
                    <a:pt x="194189" y="194866"/>
                  </a:lnTo>
                  <a:lnTo>
                    <a:pt x="194051" y="194309"/>
                  </a:lnTo>
                  <a:lnTo>
                    <a:pt x="193891" y="194217"/>
                  </a:lnTo>
                  <a:lnTo>
                    <a:pt x="193580" y="194105"/>
                  </a:lnTo>
                  <a:lnTo>
                    <a:pt x="193452" y="194086"/>
                  </a:lnTo>
                  <a:lnTo>
                    <a:pt x="193262" y="194080"/>
                  </a:lnTo>
                  <a:lnTo>
                    <a:pt x="192368" y="194300"/>
                  </a:lnTo>
                  <a:lnTo>
                    <a:pt x="192236" y="194422"/>
                  </a:lnTo>
                  <a:lnTo>
                    <a:pt x="192110" y="194577"/>
                  </a:lnTo>
                  <a:lnTo>
                    <a:pt x="192014" y="194735"/>
                  </a:lnTo>
                  <a:lnTo>
                    <a:pt x="192011" y="195582"/>
                  </a:lnTo>
                  <a:lnTo>
                    <a:pt x="192422" y="196018"/>
                  </a:lnTo>
                  <a:lnTo>
                    <a:pt x="192571" y="196389"/>
                  </a:lnTo>
                  <a:lnTo>
                    <a:pt x="192575" y="196582"/>
                  </a:lnTo>
                  <a:lnTo>
                    <a:pt x="192531" y="196745"/>
                  </a:lnTo>
                  <a:lnTo>
                    <a:pt x="192404" y="196938"/>
                  </a:lnTo>
                  <a:lnTo>
                    <a:pt x="192275" y="197126"/>
                  </a:lnTo>
                  <a:lnTo>
                    <a:pt x="192180" y="197290"/>
                  </a:lnTo>
                  <a:lnTo>
                    <a:pt x="191672" y="197537"/>
                  </a:lnTo>
                  <a:lnTo>
                    <a:pt x="191323" y="197595"/>
                  </a:lnTo>
                  <a:lnTo>
                    <a:pt x="191188" y="197591"/>
                  </a:lnTo>
                  <a:lnTo>
                    <a:pt x="190845" y="197547"/>
                  </a:lnTo>
                  <a:lnTo>
                    <a:pt x="190671" y="197500"/>
                  </a:lnTo>
                  <a:lnTo>
                    <a:pt x="190393" y="197374"/>
                  </a:lnTo>
                  <a:lnTo>
                    <a:pt x="190162" y="197159"/>
                  </a:lnTo>
                  <a:lnTo>
                    <a:pt x="189961" y="196873"/>
                  </a:lnTo>
                  <a:lnTo>
                    <a:pt x="189764" y="196570"/>
                  </a:lnTo>
                  <a:lnTo>
                    <a:pt x="189702" y="196409"/>
                  </a:lnTo>
                  <a:lnTo>
                    <a:pt x="189698" y="196126"/>
                  </a:lnTo>
                  <a:lnTo>
                    <a:pt x="190069" y="195675"/>
                  </a:lnTo>
                  <a:lnTo>
                    <a:pt x="190281" y="195470"/>
                  </a:lnTo>
                  <a:lnTo>
                    <a:pt x="190477" y="195172"/>
                  </a:lnTo>
                  <a:lnTo>
                    <a:pt x="190553" y="194791"/>
                  </a:lnTo>
                  <a:lnTo>
                    <a:pt x="190417" y="194601"/>
                  </a:lnTo>
                  <a:lnTo>
                    <a:pt x="190258" y="194487"/>
                  </a:lnTo>
                  <a:lnTo>
                    <a:pt x="190124" y="194439"/>
                  </a:lnTo>
                  <a:lnTo>
                    <a:pt x="189860" y="194253"/>
                  </a:lnTo>
                  <a:lnTo>
                    <a:pt x="188856" y="195033"/>
                  </a:lnTo>
                  <a:lnTo>
                    <a:pt x="188581" y="195041"/>
                  </a:lnTo>
                  <a:lnTo>
                    <a:pt x="188227" y="194986"/>
                  </a:lnTo>
                  <a:lnTo>
                    <a:pt x="188087" y="194470"/>
                  </a:lnTo>
                  <a:lnTo>
                    <a:pt x="187938" y="194373"/>
                  </a:lnTo>
                  <a:lnTo>
                    <a:pt x="187827" y="194242"/>
                  </a:lnTo>
                  <a:lnTo>
                    <a:pt x="187745" y="194053"/>
                  </a:lnTo>
                  <a:lnTo>
                    <a:pt x="187498" y="193720"/>
                  </a:lnTo>
                  <a:lnTo>
                    <a:pt x="186930" y="193273"/>
                  </a:lnTo>
                  <a:lnTo>
                    <a:pt x="186746" y="193126"/>
                  </a:lnTo>
                  <a:lnTo>
                    <a:pt x="186469" y="192976"/>
                  </a:lnTo>
                  <a:lnTo>
                    <a:pt x="186027" y="192704"/>
                  </a:lnTo>
                  <a:lnTo>
                    <a:pt x="185864" y="192648"/>
                  </a:lnTo>
                  <a:lnTo>
                    <a:pt x="185271" y="192166"/>
                  </a:lnTo>
                  <a:lnTo>
                    <a:pt x="185103" y="192016"/>
                  </a:lnTo>
                  <a:lnTo>
                    <a:pt x="185058" y="191846"/>
                  </a:lnTo>
                  <a:lnTo>
                    <a:pt x="184904" y="191604"/>
                  </a:lnTo>
                  <a:lnTo>
                    <a:pt x="184731" y="191312"/>
                  </a:lnTo>
                  <a:lnTo>
                    <a:pt x="184571" y="190781"/>
                  </a:lnTo>
                  <a:lnTo>
                    <a:pt x="184496" y="190400"/>
                  </a:lnTo>
                  <a:lnTo>
                    <a:pt x="184288" y="190187"/>
                  </a:lnTo>
                  <a:lnTo>
                    <a:pt x="184075" y="189963"/>
                  </a:lnTo>
                  <a:lnTo>
                    <a:pt x="183756" y="190046"/>
                  </a:lnTo>
                  <a:lnTo>
                    <a:pt x="183419" y="189957"/>
                  </a:lnTo>
                  <a:lnTo>
                    <a:pt x="183029" y="189926"/>
                  </a:lnTo>
                  <a:lnTo>
                    <a:pt x="182698" y="189385"/>
                  </a:lnTo>
                  <a:lnTo>
                    <a:pt x="182327" y="188916"/>
                  </a:lnTo>
                  <a:lnTo>
                    <a:pt x="182060" y="188560"/>
                  </a:lnTo>
                  <a:lnTo>
                    <a:pt x="181964" y="188200"/>
                  </a:lnTo>
                  <a:lnTo>
                    <a:pt x="181988" y="187867"/>
                  </a:lnTo>
                  <a:lnTo>
                    <a:pt x="182141" y="187652"/>
                  </a:lnTo>
                  <a:lnTo>
                    <a:pt x="182249" y="187367"/>
                  </a:lnTo>
                  <a:lnTo>
                    <a:pt x="182333" y="187212"/>
                  </a:lnTo>
                  <a:lnTo>
                    <a:pt x="182391" y="186994"/>
                  </a:lnTo>
                  <a:lnTo>
                    <a:pt x="182362" y="186823"/>
                  </a:lnTo>
                  <a:lnTo>
                    <a:pt x="181905" y="186271"/>
                  </a:lnTo>
                  <a:lnTo>
                    <a:pt x="181771" y="186053"/>
                  </a:lnTo>
                  <a:lnTo>
                    <a:pt x="181912" y="185269"/>
                  </a:lnTo>
                  <a:lnTo>
                    <a:pt x="182023" y="184819"/>
                  </a:lnTo>
                  <a:lnTo>
                    <a:pt x="182050" y="184500"/>
                  </a:lnTo>
                  <a:lnTo>
                    <a:pt x="182442" y="183564"/>
                  </a:lnTo>
                  <a:lnTo>
                    <a:pt x="182503" y="183426"/>
                  </a:lnTo>
                  <a:lnTo>
                    <a:pt x="182598" y="183236"/>
                  </a:lnTo>
                  <a:lnTo>
                    <a:pt x="182446" y="183031"/>
                  </a:lnTo>
                  <a:lnTo>
                    <a:pt x="182361" y="182856"/>
                  </a:lnTo>
                  <a:lnTo>
                    <a:pt x="182416" y="182563"/>
                  </a:lnTo>
                  <a:lnTo>
                    <a:pt x="182546" y="182433"/>
                  </a:lnTo>
                  <a:lnTo>
                    <a:pt x="182727" y="182287"/>
                  </a:lnTo>
                  <a:lnTo>
                    <a:pt x="182962" y="182163"/>
                  </a:lnTo>
                  <a:lnTo>
                    <a:pt x="183297" y="181794"/>
                  </a:lnTo>
                  <a:lnTo>
                    <a:pt x="183392" y="181509"/>
                  </a:lnTo>
                  <a:lnTo>
                    <a:pt x="183484" y="181274"/>
                  </a:lnTo>
                  <a:lnTo>
                    <a:pt x="183429" y="180845"/>
                  </a:lnTo>
                  <a:lnTo>
                    <a:pt x="183582" y="181106"/>
                  </a:lnTo>
                  <a:lnTo>
                    <a:pt x="183467" y="181621"/>
                  </a:lnTo>
                  <a:lnTo>
                    <a:pt x="183351" y="181863"/>
                  </a:lnTo>
                  <a:lnTo>
                    <a:pt x="183114" y="182120"/>
                  </a:lnTo>
                  <a:close/>
                  <a:moveTo>
                    <a:pt x="196182" y="202178"/>
                  </a:moveTo>
                  <a:lnTo>
                    <a:pt x="196254" y="202001"/>
                  </a:lnTo>
                  <a:lnTo>
                    <a:pt x="196386" y="201667"/>
                  </a:lnTo>
                  <a:lnTo>
                    <a:pt x="196182" y="201578"/>
                  </a:lnTo>
                  <a:lnTo>
                    <a:pt x="196109" y="201765"/>
                  </a:lnTo>
                  <a:lnTo>
                    <a:pt x="196064" y="201949"/>
                  </a:lnTo>
                  <a:close/>
                  <a:moveTo>
                    <a:pt x="196420" y="201143"/>
                  </a:moveTo>
                  <a:lnTo>
                    <a:pt x="196877" y="200923"/>
                  </a:lnTo>
                  <a:lnTo>
                    <a:pt x="196866" y="200790"/>
                  </a:lnTo>
                  <a:lnTo>
                    <a:pt x="196739" y="200603"/>
                  </a:lnTo>
                  <a:lnTo>
                    <a:pt x="196527" y="200522"/>
                  </a:lnTo>
                  <a:lnTo>
                    <a:pt x="196292" y="200657"/>
                  </a:lnTo>
                  <a:lnTo>
                    <a:pt x="196263" y="201222"/>
                  </a:lnTo>
                  <a:close/>
                  <a:moveTo>
                    <a:pt x="195403" y="199325"/>
                  </a:moveTo>
                  <a:lnTo>
                    <a:pt x="195484" y="199128"/>
                  </a:lnTo>
                  <a:lnTo>
                    <a:pt x="195469" y="198825"/>
                  </a:lnTo>
                  <a:lnTo>
                    <a:pt x="195116" y="198256"/>
                  </a:lnTo>
                  <a:lnTo>
                    <a:pt x="194889" y="198216"/>
                  </a:lnTo>
                  <a:lnTo>
                    <a:pt x="194967" y="198360"/>
                  </a:lnTo>
                  <a:lnTo>
                    <a:pt x="195237" y="199012"/>
                  </a:lnTo>
                  <a:lnTo>
                    <a:pt x="195284" y="199156"/>
                  </a:lnTo>
                  <a:close/>
                  <a:moveTo>
                    <a:pt x="193191" y="193842"/>
                  </a:moveTo>
                  <a:lnTo>
                    <a:pt x="193040" y="193930"/>
                  </a:lnTo>
                  <a:lnTo>
                    <a:pt x="193262" y="193966"/>
                  </a:lnTo>
                  <a:lnTo>
                    <a:pt x="193459" y="193976"/>
                  </a:lnTo>
                  <a:lnTo>
                    <a:pt x="193518" y="193865"/>
                  </a:lnTo>
                  <a:lnTo>
                    <a:pt x="193346" y="193841"/>
                  </a:lnTo>
                  <a:close/>
                  <a:moveTo>
                    <a:pt x="182308" y="187531"/>
                  </a:moveTo>
                  <a:lnTo>
                    <a:pt x="182288" y="187348"/>
                  </a:lnTo>
                  <a:close/>
                  <a:moveTo>
                    <a:pt x="182447" y="183995"/>
                  </a:moveTo>
                  <a:lnTo>
                    <a:pt x="182177" y="184283"/>
                  </a:lnTo>
                  <a:close/>
                </a:path>
              </a:pathLst>
            </a:custGeom>
            <a:solidFill>
              <a:srgbClr val="EDEDED">
                <a:alpha val="100000"/>
              </a:srgbClr>
            </a:solidFill>
            <a:ln w="2710" cap="flat">
              <a:solidFill>
                <a:srgbClr val="7373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8980557" y="3219204"/>
              <a:ext cx="431" cy="373"/>
            </a:xfrm>
            <a:custGeom>
              <a:avLst/>
              <a:pathLst>
                <a:path w="431" h="373">
                  <a:moveTo>
                    <a:pt x="130" y="363"/>
                  </a:moveTo>
                  <a:lnTo>
                    <a:pt x="49" y="373"/>
                  </a:lnTo>
                  <a:lnTo>
                    <a:pt x="8" y="355"/>
                  </a:lnTo>
                  <a:lnTo>
                    <a:pt x="0" y="299"/>
                  </a:lnTo>
                  <a:lnTo>
                    <a:pt x="40" y="206"/>
                  </a:lnTo>
                  <a:lnTo>
                    <a:pt x="161" y="94"/>
                  </a:lnTo>
                  <a:lnTo>
                    <a:pt x="324" y="0"/>
                  </a:lnTo>
                  <a:lnTo>
                    <a:pt x="365" y="0"/>
                  </a:lnTo>
                  <a:lnTo>
                    <a:pt x="406" y="27"/>
                  </a:lnTo>
                  <a:lnTo>
                    <a:pt x="431" y="73"/>
                  </a:lnTo>
                  <a:lnTo>
                    <a:pt x="422" y="120"/>
                  </a:lnTo>
                  <a:lnTo>
                    <a:pt x="374" y="213"/>
                  </a:lnTo>
                  <a:lnTo>
                    <a:pt x="252" y="316"/>
                  </a:lnTo>
                  <a:lnTo>
                    <a:pt x="130" y="3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8981336" y="3218419"/>
              <a:ext cx="365" cy="456"/>
            </a:xfrm>
            <a:custGeom>
              <a:avLst/>
              <a:pathLst>
                <a:path w="365" h="456">
                  <a:moveTo>
                    <a:pt x="130" y="455"/>
                  </a:moveTo>
                  <a:lnTo>
                    <a:pt x="49" y="456"/>
                  </a:lnTo>
                  <a:lnTo>
                    <a:pt x="41" y="449"/>
                  </a:lnTo>
                  <a:lnTo>
                    <a:pt x="8" y="419"/>
                  </a:lnTo>
                  <a:lnTo>
                    <a:pt x="0" y="373"/>
                  </a:lnTo>
                  <a:lnTo>
                    <a:pt x="7" y="327"/>
                  </a:lnTo>
                  <a:lnTo>
                    <a:pt x="104" y="140"/>
                  </a:lnTo>
                  <a:lnTo>
                    <a:pt x="226" y="28"/>
                  </a:lnTo>
                  <a:lnTo>
                    <a:pt x="307" y="0"/>
                  </a:lnTo>
                  <a:lnTo>
                    <a:pt x="348" y="36"/>
                  </a:lnTo>
                  <a:lnTo>
                    <a:pt x="365" y="83"/>
                  </a:lnTo>
                  <a:lnTo>
                    <a:pt x="365" y="129"/>
                  </a:lnTo>
                  <a:lnTo>
                    <a:pt x="341" y="222"/>
                  </a:lnTo>
                  <a:lnTo>
                    <a:pt x="252" y="362"/>
                  </a:lnTo>
                  <a:lnTo>
                    <a:pt x="239" y="373"/>
                  </a:lnTo>
                  <a:lnTo>
                    <a:pt x="171" y="427"/>
                  </a:lnTo>
                  <a:lnTo>
                    <a:pt x="130" y="4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8986204" y="3123357"/>
              <a:ext cx="299" cy="291"/>
            </a:xfrm>
            <a:custGeom>
              <a:avLst/>
              <a:pathLst>
                <a:path w="299" h="291">
                  <a:moveTo>
                    <a:pt x="289" y="291"/>
                  </a:moveTo>
                  <a:lnTo>
                    <a:pt x="200" y="290"/>
                  </a:lnTo>
                  <a:lnTo>
                    <a:pt x="131" y="278"/>
                  </a:lnTo>
                  <a:lnTo>
                    <a:pt x="82" y="233"/>
                  </a:lnTo>
                  <a:lnTo>
                    <a:pt x="34" y="206"/>
                  </a:lnTo>
                  <a:lnTo>
                    <a:pt x="0" y="73"/>
                  </a:lnTo>
                  <a:lnTo>
                    <a:pt x="114" y="0"/>
                  </a:lnTo>
                  <a:lnTo>
                    <a:pt x="202" y="11"/>
                  </a:lnTo>
                  <a:lnTo>
                    <a:pt x="280" y="101"/>
                  </a:lnTo>
                  <a:lnTo>
                    <a:pt x="299" y="213"/>
                  </a:lnTo>
                  <a:lnTo>
                    <a:pt x="289" y="29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9001066" y="3090780"/>
              <a:ext cx="291" cy="376"/>
            </a:xfrm>
            <a:custGeom>
              <a:avLst/>
              <a:pathLst>
                <a:path w="291" h="376">
                  <a:moveTo>
                    <a:pt x="155" y="350"/>
                  </a:moveTo>
                  <a:lnTo>
                    <a:pt x="111" y="376"/>
                  </a:lnTo>
                  <a:lnTo>
                    <a:pt x="65" y="363"/>
                  </a:lnTo>
                  <a:lnTo>
                    <a:pt x="25" y="330"/>
                  </a:lnTo>
                  <a:lnTo>
                    <a:pt x="0" y="280"/>
                  </a:lnTo>
                  <a:lnTo>
                    <a:pt x="0" y="226"/>
                  </a:lnTo>
                  <a:lnTo>
                    <a:pt x="13" y="170"/>
                  </a:lnTo>
                  <a:lnTo>
                    <a:pt x="38" y="122"/>
                  </a:lnTo>
                  <a:lnTo>
                    <a:pt x="71" y="80"/>
                  </a:lnTo>
                  <a:lnTo>
                    <a:pt x="107" y="43"/>
                  </a:lnTo>
                  <a:lnTo>
                    <a:pt x="150" y="14"/>
                  </a:lnTo>
                  <a:lnTo>
                    <a:pt x="198" y="0"/>
                  </a:lnTo>
                  <a:lnTo>
                    <a:pt x="245" y="4"/>
                  </a:lnTo>
                  <a:lnTo>
                    <a:pt x="291" y="27"/>
                  </a:lnTo>
                  <a:lnTo>
                    <a:pt x="270" y="116"/>
                  </a:lnTo>
                  <a:lnTo>
                    <a:pt x="253" y="168"/>
                  </a:lnTo>
                  <a:lnTo>
                    <a:pt x="237" y="220"/>
                  </a:lnTo>
                  <a:lnTo>
                    <a:pt x="225" y="275"/>
                  </a:lnTo>
                  <a:lnTo>
                    <a:pt x="198" y="319"/>
                  </a:lnTo>
                  <a:lnTo>
                    <a:pt x="155" y="35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9029028" y="3022899"/>
              <a:ext cx="396" cy="304"/>
            </a:xfrm>
            <a:custGeom>
              <a:avLst/>
              <a:pathLst>
                <a:path w="396" h="304">
                  <a:moveTo>
                    <a:pt x="155" y="295"/>
                  </a:moveTo>
                  <a:lnTo>
                    <a:pt x="81" y="304"/>
                  </a:lnTo>
                  <a:lnTo>
                    <a:pt x="15" y="285"/>
                  </a:lnTo>
                  <a:lnTo>
                    <a:pt x="0" y="201"/>
                  </a:lnTo>
                  <a:lnTo>
                    <a:pt x="25" y="146"/>
                  </a:lnTo>
                  <a:lnTo>
                    <a:pt x="149" y="45"/>
                  </a:lnTo>
                  <a:lnTo>
                    <a:pt x="306" y="0"/>
                  </a:lnTo>
                  <a:lnTo>
                    <a:pt x="372" y="18"/>
                  </a:lnTo>
                  <a:lnTo>
                    <a:pt x="396" y="111"/>
                  </a:lnTo>
                  <a:lnTo>
                    <a:pt x="329" y="231"/>
                  </a:lnTo>
                  <a:lnTo>
                    <a:pt x="279" y="249"/>
                  </a:lnTo>
                  <a:lnTo>
                    <a:pt x="155" y="29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9025511" y="2989939"/>
              <a:ext cx="287" cy="403"/>
            </a:xfrm>
            <a:custGeom>
              <a:avLst/>
              <a:pathLst>
                <a:path w="287" h="403">
                  <a:moveTo>
                    <a:pt x="163" y="380"/>
                  </a:moveTo>
                  <a:lnTo>
                    <a:pt x="96" y="403"/>
                  </a:lnTo>
                  <a:lnTo>
                    <a:pt x="40" y="393"/>
                  </a:lnTo>
                  <a:lnTo>
                    <a:pt x="5" y="327"/>
                  </a:lnTo>
                  <a:lnTo>
                    <a:pt x="0" y="244"/>
                  </a:lnTo>
                  <a:lnTo>
                    <a:pt x="26" y="150"/>
                  </a:lnTo>
                  <a:lnTo>
                    <a:pt x="60" y="79"/>
                  </a:lnTo>
                  <a:lnTo>
                    <a:pt x="112" y="30"/>
                  </a:lnTo>
                  <a:lnTo>
                    <a:pt x="137" y="18"/>
                  </a:lnTo>
                  <a:lnTo>
                    <a:pt x="176" y="0"/>
                  </a:lnTo>
                  <a:lnTo>
                    <a:pt x="227" y="20"/>
                  </a:lnTo>
                  <a:lnTo>
                    <a:pt x="270" y="58"/>
                  </a:lnTo>
                  <a:lnTo>
                    <a:pt x="287" y="98"/>
                  </a:lnTo>
                  <a:lnTo>
                    <a:pt x="285" y="157"/>
                  </a:lnTo>
                  <a:lnTo>
                    <a:pt x="255" y="273"/>
                  </a:lnTo>
                  <a:lnTo>
                    <a:pt x="210" y="343"/>
                  </a:lnTo>
                  <a:lnTo>
                    <a:pt x="163" y="38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9172947" y="2793210"/>
              <a:ext cx="277" cy="229"/>
            </a:xfrm>
            <a:custGeom>
              <a:avLst/>
              <a:pathLst>
                <a:path w="277" h="229">
                  <a:moveTo>
                    <a:pt x="251" y="188"/>
                  </a:moveTo>
                  <a:lnTo>
                    <a:pt x="157" y="229"/>
                  </a:lnTo>
                  <a:lnTo>
                    <a:pt x="50" y="201"/>
                  </a:lnTo>
                  <a:lnTo>
                    <a:pt x="0" y="132"/>
                  </a:lnTo>
                  <a:lnTo>
                    <a:pt x="18" y="62"/>
                  </a:lnTo>
                  <a:lnTo>
                    <a:pt x="126" y="0"/>
                  </a:lnTo>
                  <a:lnTo>
                    <a:pt x="195" y="14"/>
                  </a:lnTo>
                  <a:lnTo>
                    <a:pt x="277" y="111"/>
                  </a:lnTo>
                  <a:lnTo>
                    <a:pt x="251" y="18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9174579" y="2793309"/>
              <a:ext cx="276" cy="174"/>
            </a:xfrm>
            <a:custGeom>
              <a:avLst/>
              <a:pathLst>
                <a:path w="276" h="174">
                  <a:moveTo>
                    <a:pt x="188" y="174"/>
                  </a:moveTo>
                  <a:lnTo>
                    <a:pt x="44" y="153"/>
                  </a:lnTo>
                  <a:lnTo>
                    <a:pt x="0" y="83"/>
                  </a:lnTo>
                  <a:lnTo>
                    <a:pt x="31" y="0"/>
                  </a:lnTo>
                  <a:lnTo>
                    <a:pt x="226" y="21"/>
                  </a:lnTo>
                  <a:lnTo>
                    <a:pt x="276" y="97"/>
                  </a:lnTo>
                  <a:lnTo>
                    <a:pt x="245" y="160"/>
                  </a:lnTo>
                  <a:lnTo>
                    <a:pt x="205" y="170"/>
                  </a:lnTo>
                  <a:lnTo>
                    <a:pt x="188" y="17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9176402" y="2793458"/>
              <a:ext cx="239" cy="166"/>
            </a:xfrm>
            <a:custGeom>
              <a:avLst/>
              <a:pathLst>
                <a:path w="239" h="166">
                  <a:moveTo>
                    <a:pt x="226" y="83"/>
                  </a:moveTo>
                  <a:lnTo>
                    <a:pt x="100" y="166"/>
                  </a:lnTo>
                  <a:lnTo>
                    <a:pt x="12" y="139"/>
                  </a:lnTo>
                  <a:lnTo>
                    <a:pt x="0" y="111"/>
                  </a:lnTo>
                  <a:lnTo>
                    <a:pt x="1" y="103"/>
                  </a:lnTo>
                  <a:lnTo>
                    <a:pt x="5" y="76"/>
                  </a:lnTo>
                  <a:lnTo>
                    <a:pt x="5" y="70"/>
                  </a:lnTo>
                  <a:lnTo>
                    <a:pt x="69" y="27"/>
                  </a:lnTo>
                  <a:lnTo>
                    <a:pt x="163" y="0"/>
                  </a:lnTo>
                  <a:lnTo>
                    <a:pt x="199" y="16"/>
                  </a:lnTo>
                  <a:lnTo>
                    <a:pt x="239" y="34"/>
                  </a:lnTo>
                  <a:lnTo>
                    <a:pt x="226" y="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8893482" y="2759961"/>
              <a:ext cx="1573" cy="1472"/>
            </a:xfrm>
            <a:custGeom>
              <a:avLst/>
              <a:pathLst>
                <a:path w="1573" h="1472">
                  <a:moveTo>
                    <a:pt x="738" y="1443"/>
                  </a:moveTo>
                  <a:lnTo>
                    <a:pt x="382" y="1472"/>
                  </a:lnTo>
                  <a:lnTo>
                    <a:pt x="125" y="1375"/>
                  </a:lnTo>
                  <a:lnTo>
                    <a:pt x="0" y="1146"/>
                  </a:lnTo>
                  <a:lnTo>
                    <a:pt x="5" y="901"/>
                  </a:lnTo>
                  <a:lnTo>
                    <a:pt x="150" y="576"/>
                  </a:lnTo>
                  <a:lnTo>
                    <a:pt x="567" y="302"/>
                  </a:lnTo>
                  <a:lnTo>
                    <a:pt x="1196" y="0"/>
                  </a:lnTo>
                  <a:lnTo>
                    <a:pt x="1397" y="39"/>
                  </a:lnTo>
                  <a:lnTo>
                    <a:pt x="1543" y="268"/>
                  </a:lnTo>
                  <a:lnTo>
                    <a:pt x="1573" y="713"/>
                  </a:lnTo>
                  <a:lnTo>
                    <a:pt x="1412" y="1038"/>
                  </a:lnTo>
                  <a:lnTo>
                    <a:pt x="1010" y="1375"/>
                  </a:lnTo>
                  <a:lnTo>
                    <a:pt x="738" y="14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9177448" y="2792212"/>
              <a:ext cx="245" cy="306"/>
            </a:xfrm>
            <a:custGeom>
              <a:avLst/>
              <a:pathLst>
                <a:path w="245" h="306">
                  <a:moveTo>
                    <a:pt x="163" y="292"/>
                  </a:moveTo>
                  <a:lnTo>
                    <a:pt x="125" y="306"/>
                  </a:lnTo>
                  <a:lnTo>
                    <a:pt x="24" y="264"/>
                  </a:lnTo>
                  <a:lnTo>
                    <a:pt x="0" y="194"/>
                  </a:lnTo>
                  <a:lnTo>
                    <a:pt x="0" y="83"/>
                  </a:lnTo>
                  <a:lnTo>
                    <a:pt x="44" y="6"/>
                  </a:lnTo>
                  <a:lnTo>
                    <a:pt x="101" y="0"/>
                  </a:lnTo>
                  <a:lnTo>
                    <a:pt x="207" y="41"/>
                  </a:lnTo>
                  <a:lnTo>
                    <a:pt x="239" y="104"/>
                  </a:lnTo>
                  <a:lnTo>
                    <a:pt x="245" y="215"/>
                  </a:lnTo>
                  <a:lnTo>
                    <a:pt x="163" y="29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8936648" y="2762803"/>
              <a:ext cx="2404" cy="2404"/>
            </a:xfrm>
            <a:custGeom>
              <a:avLst/>
              <a:pathLst>
                <a:path w="2404" h="2404">
                  <a:moveTo>
                    <a:pt x="1175" y="2341"/>
                  </a:moveTo>
                  <a:lnTo>
                    <a:pt x="726" y="2404"/>
                  </a:lnTo>
                  <a:lnTo>
                    <a:pt x="221" y="2309"/>
                  </a:lnTo>
                  <a:lnTo>
                    <a:pt x="3" y="1875"/>
                  </a:lnTo>
                  <a:lnTo>
                    <a:pt x="0" y="1400"/>
                  </a:lnTo>
                  <a:lnTo>
                    <a:pt x="285" y="1082"/>
                  </a:lnTo>
                  <a:lnTo>
                    <a:pt x="983" y="502"/>
                  </a:lnTo>
                  <a:lnTo>
                    <a:pt x="1575" y="102"/>
                  </a:lnTo>
                  <a:lnTo>
                    <a:pt x="2060" y="0"/>
                  </a:lnTo>
                  <a:lnTo>
                    <a:pt x="2404" y="393"/>
                  </a:lnTo>
                  <a:lnTo>
                    <a:pt x="2336" y="987"/>
                  </a:lnTo>
                  <a:lnTo>
                    <a:pt x="2160" y="1522"/>
                  </a:lnTo>
                  <a:lnTo>
                    <a:pt x="1283" y="2281"/>
                  </a:lnTo>
                  <a:lnTo>
                    <a:pt x="1175" y="23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9172967" y="2788408"/>
              <a:ext cx="290" cy="271"/>
            </a:xfrm>
            <a:custGeom>
              <a:avLst/>
              <a:pathLst>
                <a:path w="290" h="271">
                  <a:moveTo>
                    <a:pt x="271" y="215"/>
                  </a:moveTo>
                  <a:lnTo>
                    <a:pt x="170" y="271"/>
                  </a:lnTo>
                  <a:lnTo>
                    <a:pt x="69" y="250"/>
                  </a:lnTo>
                  <a:lnTo>
                    <a:pt x="0" y="139"/>
                  </a:lnTo>
                  <a:lnTo>
                    <a:pt x="0" y="83"/>
                  </a:lnTo>
                  <a:lnTo>
                    <a:pt x="43" y="13"/>
                  </a:lnTo>
                  <a:lnTo>
                    <a:pt x="132" y="0"/>
                  </a:lnTo>
                  <a:lnTo>
                    <a:pt x="258" y="48"/>
                  </a:lnTo>
                  <a:lnTo>
                    <a:pt x="290" y="97"/>
                  </a:lnTo>
                  <a:lnTo>
                    <a:pt x="289" y="174"/>
                  </a:lnTo>
                  <a:lnTo>
                    <a:pt x="271" y="2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8917543" y="2746795"/>
              <a:ext cx="3278" cy="2178"/>
            </a:xfrm>
            <a:custGeom>
              <a:avLst/>
              <a:pathLst>
                <a:path w="3278" h="2178">
                  <a:moveTo>
                    <a:pt x="1499" y="2145"/>
                  </a:moveTo>
                  <a:lnTo>
                    <a:pt x="1162" y="2178"/>
                  </a:lnTo>
                  <a:lnTo>
                    <a:pt x="872" y="2101"/>
                  </a:lnTo>
                  <a:lnTo>
                    <a:pt x="564" y="1822"/>
                  </a:lnTo>
                  <a:lnTo>
                    <a:pt x="202" y="1521"/>
                  </a:lnTo>
                  <a:lnTo>
                    <a:pt x="38" y="1242"/>
                  </a:lnTo>
                  <a:lnTo>
                    <a:pt x="0" y="897"/>
                  </a:lnTo>
                  <a:lnTo>
                    <a:pt x="67" y="667"/>
                  </a:lnTo>
                  <a:lnTo>
                    <a:pt x="231" y="552"/>
                  </a:lnTo>
                  <a:lnTo>
                    <a:pt x="1060" y="344"/>
                  </a:lnTo>
                  <a:lnTo>
                    <a:pt x="1692" y="153"/>
                  </a:lnTo>
                  <a:lnTo>
                    <a:pt x="2545" y="0"/>
                  </a:lnTo>
                  <a:lnTo>
                    <a:pt x="2878" y="5"/>
                  </a:lnTo>
                  <a:lnTo>
                    <a:pt x="3134" y="98"/>
                  </a:lnTo>
                  <a:lnTo>
                    <a:pt x="3240" y="262"/>
                  </a:lnTo>
                  <a:lnTo>
                    <a:pt x="3278" y="536"/>
                  </a:lnTo>
                  <a:lnTo>
                    <a:pt x="3230" y="864"/>
                  </a:lnTo>
                  <a:lnTo>
                    <a:pt x="3086" y="1149"/>
                  </a:lnTo>
                  <a:lnTo>
                    <a:pt x="2801" y="1373"/>
                  </a:lnTo>
                  <a:lnTo>
                    <a:pt x="2184" y="1850"/>
                  </a:lnTo>
                  <a:lnTo>
                    <a:pt x="1499" y="214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8946940" y="2746902"/>
              <a:ext cx="7217" cy="3377"/>
            </a:xfrm>
            <a:custGeom>
              <a:avLst/>
              <a:pathLst>
                <a:path w="7217" h="3377">
                  <a:moveTo>
                    <a:pt x="6544" y="45"/>
                  </a:moveTo>
                  <a:lnTo>
                    <a:pt x="6896" y="200"/>
                  </a:lnTo>
                  <a:lnTo>
                    <a:pt x="6975" y="190"/>
                  </a:lnTo>
                  <a:lnTo>
                    <a:pt x="7130" y="596"/>
                  </a:lnTo>
                  <a:lnTo>
                    <a:pt x="7217" y="1103"/>
                  </a:lnTo>
                  <a:lnTo>
                    <a:pt x="7168" y="1524"/>
                  </a:lnTo>
                  <a:lnTo>
                    <a:pt x="6914" y="1835"/>
                  </a:lnTo>
                  <a:lnTo>
                    <a:pt x="6584" y="2258"/>
                  </a:lnTo>
                  <a:lnTo>
                    <a:pt x="6278" y="2512"/>
                  </a:lnTo>
                  <a:lnTo>
                    <a:pt x="5954" y="2706"/>
                  </a:lnTo>
                  <a:lnTo>
                    <a:pt x="5363" y="2892"/>
                  </a:lnTo>
                  <a:lnTo>
                    <a:pt x="3603" y="3120"/>
                  </a:lnTo>
                  <a:lnTo>
                    <a:pt x="1365" y="3377"/>
                  </a:lnTo>
                  <a:lnTo>
                    <a:pt x="164" y="3192"/>
                  </a:lnTo>
                  <a:lnTo>
                    <a:pt x="67" y="2990"/>
                  </a:lnTo>
                  <a:lnTo>
                    <a:pt x="34" y="2688"/>
                  </a:lnTo>
                  <a:lnTo>
                    <a:pt x="0" y="2443"/>
                  </a:lnTo>
                  <a:lnTo>
                    <a:pt x="90" y="2090"/>
                  </a:lnTo>
                  <a:lnTo>
                    <a:pt x="335" y="1608"/>
                  </a:lnTo>
                  <a:lnTo>
                    <a:pt x="749" y="1308"/>
                  </a:lnTo>
                  <a:lnTo>
                    <a:pt x="1088" y="1185"/>
                  </a:lnTo>
                  <a:lnTo>
                    <a:pt x="1363" y="1148"/>
                  </a:lnTo>
                  <a:lnTo>
                    <a:pt x="1598" y="1088"/>
                  </a:lnTo>
                  <a:lnTo>
                    <a:pt x="3551" y="623"/>
                  </a:lnTo>
                  <a:lnTo>
                    <a:pt x="4043" y="449"/>
                  </a:lnTo>
                  <a:lnTo>
                    <a:pt x="4351" y="347"/>
                  </a:lnTo>
                  <a:lnTo>
                    <a:pt x="4729" y="269"/>
                  </a:lnTo>
                  <a:lnTo>
                    <a:pt x="5280" y="185"/>
                  </a:lnTo>
                  <a:lnTo>
                    <a:pt x="5679" y="97"/>
                  </a:lnTo>
                  <a:lnTo>
                    <a:pt x="6139" y="0"/>
                  </a:lnTo>
                  <a:lnTo>
                    <a:pt x="6544" y="4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8915282" y="2739971"/>
              <a:ext cx="940" cy="606"/>
            </a:xfrm>
            <a:custGeom>
              <a:avLst/>
              <a:pathLst>
                <a:path w="940" h="606">
                  <a:moveTo>
                    <a:pt x="794" y="606"/>
                  </a:moveTo>
                  <a:lnTo>
                    <a:pt x="160" y="580"/>
                  </a:lnTo>
                  <a:lnTo>
                    <a:pt x="92" y="556"/>
                  </a:lnTo>
                  <a:lnTo>
                    <a:pt x="55" y="506"/>
                  </a:lnTo>
                  <a:lnTo>
                    <a:pt x="0" y="345"/>
                  </a:lnTo>
                  <a:lnTo>
                    <a:pt x="23" y="221"/>
                  </a:lnTo>
                  <a:lnTo>
                    <a:pt x="132" y="71"/>
                  </a:lnTo>
                  <a:lnTo>
                    <a:pt x="294" y="0"/>
                  </a:lnTo>
                  <a:lnTo>
                    <a:pt x="576" y="7"/>
                  </a:lnTo>
                  <a:lnTo>
                    <a:pt x="794" y="84"/>
                  </a:lnTo>
                  <a:lnTo>
                    <a:pt x="875" y="147"/>
                  </a:lnTo>
                  <a:lnTo>
                    <a:pt x="940" y="292"/>
                  </a:lnTo>
                  <a:lnTo>
                    <a:pt x="912" y="516"/>
                  </a:lnTo>
                  <a:lnTo>
                    <a:pt x="871" y="585"/>
                  </a:lnTo>
                  <a:lnTo>
                    <a:pt x="794" y="6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8909432" y="2737623"/>
              <a:ext cx="5792" cy="5255"/>
            </a:xfrm>
            <a:custGeom>
              <a:avLst/>
              <a:pathLst>
                <a:path w="5792" h="5255">
                  <a:moveTo>
                    <a:pt x="4928" y="364"/>
                  </a:moveTo>
                  <a:lnTo>
                    <a:pt x="4574" y="741"/>
                  </a:lnTo>
                  <a:lnTo>
                    <a:pt x="4142" y="1068"/>
                  </a:lnTo>
                  <a:lnTo>
                    <a:pt x="3555" y="1219"/>
                  </a:lnTo>
                  <a:lnTo>
                    <a:pt x="2558" y="2011"/>
                  </a:lnTo>
                  <a:lnTo>
                    <a:pt x="1927" y="2602"/>
                  </a:lnTo>
                  <a:lnTo>
                    <a:pt x="1395" y="3093"/>
                  </a:lnTo>
                  <a:lnTo>
                    <a:pt x="1251" y="3482"/>
                  </a:lnTo>
                  <a:lnTo>
                    <a:pt x="1484" y="3922"/>
                  </a:lnTo>
                  <a:lnTo>
                    <a:pt x="1727" y="4086"/>
                  </a:lnTo>
                  <a:lnTo>
                    <a:pt x="2037" y="4098"/>
                  </a:lnTo>
                  <a:lnTo>
                    <a:pt x="2458" y="4010"/>
                  </a:lnTo>
                  <a:lnTo>
                    <a:pt x="2879" y="3784"/>
                  </a:lnTo>
                  <a:lnTo>
                    <a:pt x="3256" y="3306"/>
                  </a:lnTo>
                  <a:lnTo>
                    <a:pt x="3666" y="2954"/>
                  </a:lnTo>
                  <a:lnTo>
                    <a:pt x="4352" y="2678"/>
                  </a:lnTo>
                  <a:lnTo>
                    <a:pt x="5316" y="2489"/>
                  </a:lnTo>
                  <a:lnTo>
                    <a:pt x="5537" y="2476"/>
                  </a:lnTo>
                  <a:lnTo>
                    <a:pt x="5704" y="2615"/>
                  </a:lnTo>
                  <a:lnTo>
                    <a:pt x="5792" y="2967"/>
                  </a:lnTo>
                  <a:lnTo>
                    <a:pt x="5737" y="3093"/>
                  </a:lnTo>
                  <a:lnTo>
                    <a:pt x="5316" y="3344"/>
                  </a:lnTo>
                  <a:lnTo>
                    <a:pt x="4430" y="3495"/>
                  </a:lnTo>
                  <a:lnTo>
                    <a:pt x="3854" y="3784"/>
                  </a:lnTo>
                  <a:lnTo>
                    <a:pt x="3444" y="4212"/>
                  </a:lnTo>
                  <a:lnTo>
                    <a:pt x="2824" y="4589"/>
                  </a:lnTo>
                  <a:lnTo>
                    <a:pt x="2425" y="4853"/>
                  </a:lnTo>
                  <a:lnTo>
                    <a:pt x="1916" y="5129"/>
                  </a:lnTo>
                  <a:lnTo>
                    <a:pt x="1007" y="5255"/>
                  </a:lnTo>
                  <a:lnTo>
                    <a:pt x="443" y="5092"/>
                  </a:lnTo>
                  <a:lnTo>
                    <a:pt x="88" y="4815"/>
                  </a:lnTo>
                  <a:lnTo>
                    <a:pt x="0" y="4375"/>
                  </a:lnTo>
                  <a:lnTo>
                    <a:pt x="143" y="3231"/>
                  </a:lnTo>
                  <a:lnTo>
                    <a:pt x="498" y="2602"/>
                  </a:lnTo>
                  <a:lnTo>
                    <a:pt x="1993" y="1345"/>
                  </a:lnTo>
                  <a:lnTo>
                    <a:pt x="3555" y="314"/>
                  </a:lnTo>
                  <a:lnTo>
                    <a:pt x="3821" y="188"/>
                  </a:lnTo>
                  <a:lnTo>
                    <a:pt x="4009" y="188"/>
                  </a:lnTo>
                  <a:lnTo>
                    <a:pt x="4120" y="339"/>
                  </a:lnTo>
                  <a:lnTo>
                    <a:pt x="4386" y="163"/>
                  </a:lnTo>
                  <a:lnTo>
                    <a:pt x="4906" y="0"/>
                  </a:lnTo>
                  <a:lnTo>
                    <a:pt x="4973" y="75"/>
                  </a:lnTo>
                  <a:lnTo>
                    <a:pt x="4928" y="3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8914455" y="2737025"/>
              <a:ext cx="5897" cy="3963"/>
            </a:xfrm>
            <a:custGeom>
              <a:avLst/>
              <a:pathLst>
                <a:path w="5897" h="3963">
                  <a:moveTo>
                    <a:pt x="5518" y="619"/>
                  </a:moveTo>
                  <a:lnTo>
                    <a:pt x="5855" y="1388"/>
                  </a:lnTo>
                  <a:lnTo>
                    <a:pt x="5897" y="1750"/>
                  </a:lnTo>
                  <a:lnTo>
                    <a:pt x="5677" y="2442"/>
                  </a:lnTo>
                  <a:lnTo>
                    <a:pt x="4976" y="3222"/>
                  </a:lnTo>
                  <a:lnTo>
                    <a:pt x="4097" y="3737"/>
                  </a:lnTo>
                  <a:lnTo>
                    <a:pt x="3388" y="3930"/>
                  </a:lnTo>
                  <a:lnTo>
                    <a:pt x="2927" y="3963"/>
                  </a:lnTo>
                  <a:lnTo>
                    <a:pt x="2622" y="3914"/>
                  </a:lnTo>
                  <a:lnTo>
                    <a:pt x="2154" y="3745"/>
                  </a:lnTo>
                  <a:lnTo>
                    <a:pt x="2006" y="3681"/>
                  </a:lnTo>
                  <a:lnTo>
                    <a:pt x="1977" y="3552"/>
                  </a:lnTo>
                  <a:lnTo>
                    <a:pt x="2069" y="3311"/>
                  </a:lnTo>
                  <a:lnTo>
                    <a:pt x="2197" y="3246"/>
                  </a:lnTo>
                  <a:lnTo>
                    <a:pt x="2480" y="3246"/>
                  </a:lnTo>
                  <a:lnTo>
                    <a:pt x="3189" y="3214"/>
                  </a:lnTo>
                  <a:lnTo>
                    <a:pt x="3437" y="3174"/>
                  </a:lnTo>
                  <a:lnTo>
                    <a:pt x="4139" y="2925"/>
                  </a:lnTo>
                  <a:lnTo>
                    <a:pt x="4543" y="2619"/>
                  </a:lnTo>
                  <a:lnTo>
                    <a:pt x="4685" y="2369"/>
                  </a:lnTo>
                  <a:lnTo>
                    <a:pt x="4749" y="1878"/>
                  </a:lnTo>
                  <a:lnTo>
                    <a:pt x="4699" y="1524"/>
                  </a:lnTo>
                  <a:lnTo>
                    <a:pt x="4515" y="1194"/>
                  </a:lnTo>
                  <a:lnTo>
                    <a:pt x="4309" y="1042"/>
                  </a:lnTo>
                  <a:lnTo>
                    <a:pt x="3820" y="913"/>
                  </a:lnTo>
                  <a:lnTo>
                    <a:pt x="3430" y="913"/>
                  </a:lnTo>
                  <a:lnTo>
                    <a:pt x="3253" y="1074"/>
                  </a:lnTo>
                  <a:lnTo>
                    <a:pt x="2814" y="1170"/>
                  </a:lnTo>
                  <a:lnTo>
                    <a:pt x="2055" y="1227"/>
                  </a:lnTo>
                  <a:lnTo>
                    <a:pt x="1389" y="1251"/>
                  </a:lnTo>
                  <a:lnTo>
                    <a:pt x="893" y="1154"/>
                  </a:lnTo>
                  <a:lnTo>
                    <a:pt x="340" y="945"/>
                  </a:lnTo>
                  <a:lnTo>
                    <a:pt x="106" y="897"/>
                  </a:lnTo>
                  <a:lnTo>
                    <a:pt x="42" y="848"/>
                  </a:lnTo>
                  <a:lnTo>
                    <a:pt x="0" y="679"/>
                  </a:lnTo>
                  <a:lnTo>
                    <a:pt x="14" y="591"/>
                  </a:lnTo>
                  <a:lnTo>
                    <a:pt x="276" y="502"/>
                  </a:lnTo>
                  <a:lnTo>
                    <a:pt x="779" y="486"/>
                  </a:lnTo>
                  <a:lnTo>
                    <a:pt x="1268" y="535"/>
                  </a:lnTo>
                  <a:lnTo>
                    <a:pt x="1857" y="623"/>
                  </a:lnTo>
                  <a:lnTo>
                    <a:pt x="2633" y="410"/>
                  </a:lnTo>
                  <a:lnTo>
                    <a:pt x="3221" y="297"/>
                  </a:lnTo>
                  <a:lnTo>
                    <a:pt x="4207" y="40"/>
                  </a:lnTo>
                  <a:lnTo>
                    <a:pt x="4533" y="0"/>
                  </a:lnTo>
                  <a:lnTo>
                    <a:pt x="4866" y="96"/>
                  </a:lnTo>
                  <a:lnTo>
                    <a:pt x="5206" y="337"/>
                  </a:lnTo>
                  <a:lnTo>
                    <a:pt x="5518" y="6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8944140" y="2734905"/>
              <a:ext cx="6900" cy="2668"/>
            </a:xfrm>
            <a:custGeom>
              <a:avLst/>
              <a:pathLst>
                <a:path w="6900" h="2668">
                  <a:moveTo>
                    <a:pt x="6498" y="1578"/>
                  </a:moveTo>
                  <a:lnTo>
                    <a:pt x="5722" y="1543"/>
                  </a:lnTo>
                  <a:lnTo>
                    <a:pt x="4872" y="1467"/>
                  </a:lnTo>
                  <a:lnTo>
                    <a:pt x="4133" y="1432"/>
                  </a:lnTo>
                  <a:lnTo>
                    <a:pt x="3469" y="1638"/>
                  </a:lnTo>
                  <a:lnTo>
                    <a:pt x="2916" y="1885"/>
                  </a:lnTo>
                  <a:lnTo>
                    <a:pt x="2328" y="2294"/>
                  </a:lnTo>
                  <a:lnTo>
                    <a:pt x="1812" y="2500"/>
                  </a:lnTo>
                  <a:lnTo>
                    <a:pt x="1370" y="2665"/>
                  </a:lnTo>
                  <a:lnTo>
                    <a:pt x="927" y="2668"/>
                  </a:lnTo>
                  <a:lnTo>
                    <a:pt x="187" y="2552"/>
                  </a:lnTo>
                  <a:lnTo>
                    <a:pt x="2" y="2391"/>
                  </a:lnTo>
                  <a:lnTo>
                    <a:pt x="0" y="1986"/>
                  </a:lnTo>
                  <a:lnTo>
                    <a:pt x="293" y="1579"/>
                  </a:lnTo>
                  <a:lnTo>
                    <a:pt x="992" y="1210"/>
                  </a:lnTo>
                  <a:lnTo>
                    <a:pt x="1287" y="1127"/>
                  </a:lnTo>
                  <a:lnTo>
                    <a:pt x="2135" y="797"/>
                  </a:lnTo>
                  <a:lnTo>
                    <a:pt x="3131" y="547"/>
                  </a:lnTo>
                  <a:lnTo>
                    <a:pt x="4312" y="378"/>
                  </a:lnTo>
                  <a:lnTo>
                    <a:pt x="5123" y="210"/>
                  </a:lnTo>
                  <a:lnTo>
                    <a:pt x="5566" y="45"/>
                  </a:lnTo>
                  <a:lnTo>
                    <a:pt x="6157" y="1"/>
                  </a:lnTo>
                  <a:lnTo>
                    <a:pt x="6415" y="0"/>
                  </a:lnTo>
                  <a:lnTo>
                    <a:pt x="6749" y="281"/>
                  </a:lnTo>
                  <a:lnTo>
                    <a:pt x="6900" y="928"/>
                  </a:lnTo>
                  <a:lnTo>
                    <a:pt x="6829" y="1414"/>
                  </a:lnTo>
                  <a:lnTo>
                    <a:pt x="6498" y="157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8926863" y="2732873"/>
              <a:ext cx="4594" cy="2599"/>
            </a:xfrm>
            <a:custGeom>
              <a:avLst/>
              <a:pathLst>
                <a:path w="4594" h="2599">
                  <a:moveTo>
                    <a:pt x="1185" y="2599"/>
                  </a:moveTo>
                  <a:lnTo>
                    <a:pt x="906" y="2578"/>
                  </a:lnTo>
                  <a:lnTo>
                    <a:pt x="562" y="2370"/>
                  </a:lnTo>
                  <a:lnTo>
                    <a:pt x="389" y="2183"/>
                  </a:lnTo>
                  <a:lnTo>
                    <a:pt x="124" y="2000"/>
                  </a:lnTo>
                  <a:lnTo>
                    <a:pt x="0" y="1763"/>
                  </a:lnTo>
                  <a:lnTo>
                    <a:pt x="63" y="1551"/>
                  </a:lnTo>
                  <a:lnTo>
                    <a:pt x="146" y="1292"/>
                  </a:lnTo>
                  <a:lnTo>
                    <a:pt x="338" y="1055"/>
                  </a:lnTo>
                  <a:lnTo>
                    <a:pt x="679" y="840"/>
                  </a:lnTo>
                  <a:lnTo>
                    <a:pt x="978" y="626"/>
                  </a:lnTo>
                  <a:lnTo>
                    <a:pt x="1213" y="459"/>
                  </a:lnTo>
                  <a:lnTo>
                    <a:pt x="1448" y="387"/>
                  </a:lnTo>
                  <a:lnTo>
                    <a:pt x="1748" y="361"/>
                  </a:lnTo>
                  <a:lnTo>
                    <a:pt x="2133" y="216"/>
                  </a:lnTo>
                  <a:lnTo>
                    <a:pt x="2455" y="143"/>
                  </a:lnTo>
                  <a:lnTo>
                    <a:pt x="2798" y="140"/>
                  </a:lnTo>
                  <a:lnTo>
                    <a:pt x="3102" y="0"/>
                  </a:lnTo>
                  <a:lnTo>
                    <a:pt x="3283" y="60"/>
                  </a:lnTo>
                  <a:lnTo>
                    <a:pt x="3364" y="96"/>
                  </a:lnTo>
                  <a:lnTo>
                    <a:pt x="3606" y="191"/>
                  </a:lnTo>
                  <a:lnTo>
                    <a:pt x="3898" y="332"/>
                  </a:lnTo>
                  <a:lnTo>
                    <a:pt x="4280" y="520"/>
                  </a:lnTo>
                  <a:lnTo>
                    <a:pt x="4430" y="680"/>
                  </a:lnTo>
                  <a:lnTo>
                    <a:pt x="4594" y="1051"/>
                  </a:lnTo>
                  <a:lnTo>
                    <a:pt x="4555" y="1406"/>
                  </a:lnTo>
                  <a:lnTo>
                    <a:pt x="4333" y="1778"/>
                  </a:lnTo>
                  <a:lnTo>
                    <a:pt x="3962" y="1980"/>
                  </a:lnTo>
                  <a:lnTo>
                    <a:pt x="3714" y="2225"/>
                  </a:lnTo>
                  <a:lnTo>
                    <a:pt x="3500" y="2297"/>
                  </a:lnTo>
                  <a:lnTo>
                    <a:pt x="3242" y="2299"/>
                  </a:lnTo>
                  <a:lnTo>
                    <a:pt x="2942" y="2302"/>
                  </a:lnTo>
                  <a:lnTo>
                    <a:pt x="2706" y="2328"/>
                  </a:lnTo>
                  <a:lnTo>
                    <a:pt x="2385" y="2401"/>
                  </a:lnTo>
                  <a:lnTo>
                    <a:pt x="1978" y="2451"/>
                  </a:lnTo>
                  <a:lnTo>
                    <a:pt x="1593" y="2549"/>
                  </a:lnTo>
                  <a:lnTo>
                    <a:pt x="1185" y="259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8956607" y="2732759"/>
              <a:ext cx="1330" cy="1698"/>
            </a:xfrm>
            <a:custGeom>
              <a:avLst/>
              <a:pathLst>
                <a:path w="1330" h="1698">
                  <a:moveTo>
                    <a:pt x="964" y="1698"/>
                  </a:moveTo>
                  <a:lnTo>
                    <a:pt x="372" y="1661"/>
                  </a:lnTo>
                  <a:lnTo>
                    <a:pt x="39" y="1501"/>
                  </a:lnTo>
                  <a:lnTo>
                    <a:pt x="0" y="894"/>
                  </a:lnTo>
                  <a:lnTo>
                    <a:pt x="292" y="164"/>
                  </a:lnTo>
                  <a:lnTo>
                    <a:pt x="660" y="0"/>
                  </a:lnTo>
                  <a:lnTo>
                    <a:pt x="1142" y="280"/>
                  </a:lnTo>
                  <a:lnTo>
                    <a:pt x="1330" y="927"/>
                  </a:lnTo>
                  <a:lnTo>
                    <a:pt x="1295" y="1494"/>
                  </a:lnTo>
                  <a:lnTo>
                    <a:pt x="964" y="16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8906346" y="2727956"/>
              <a:ext cx="2449" cy="1413"/>
            </a:xfrm>
            <a:custGeom>
              <a:avLst/>
              <a:pathLst>
                <a:path w="2449" h="1413">
                  <a:moveTo>
                    <a:pt x="2382" y="956"/>
                  </a:moveTo>
                  <a:lnTo>
                    <a:pt x="2225" y="1300"/>
                  </a:lnTo>
                  <a:lnTo>
                    <a:pt x="2036" y="1413"/>
                  </a:lnTo>
                  <a:lnTo>
                    <a:pt x="1842" y="1413"/>
                  </a:lnTo>
                  <a:lnTo>
                    <a:pt x="1579" y="1306"/>
                  </a:lnTo>
                  <a:lnTo>
                    <a:pt x="1259" y="1186"/>
                  </a:lnTo>
                  <a:lnTo>
                    <a:pt x="933" y="1099"/>
                  </a:lnTo>
                  <a:lnTo>
                    <a:pt x="708" y="1105"/>
                  </a:lnTo>
                  <a:lnTo>
                    <a:pt x="524" y="1157"/>
                  </a:lnTo>
                  <a:lnTo>
                    <a:pt x="299" y="1207"/>
                  </a:lnTo>
                  <a:lnTo>
                    <a:pt x="44" y="1180"/>
                  </a:lnTo>
                  <a:lnTo>
                    <a:pt x="0" y="900"/>
                  </a:lnTo>
                  <a:lnTo>
                    <a:pt x="54" y="712"/>
                  </a:lnTo>
                  <a:lnTo>
                    <a:pt x="253" y="472"/>
                  </a:lnTo>
                  <a:lnTo>
                    <a:pt x="930" y="210"/>
                  </a:lnTo>
                  <a:lnTo>
                    <a:pt x="1156" y="137"/>
                  </a:lnTo>
                  <a:lnTo>
                    <a:pt x="1402" y="76"/>
                  </a:lnTo>
                  <a:lnTo>
                    <a:pt x="1678" y="16"/>
                  </a:lnTo>
                  <a:lnTo>
                    <a:pt x="1912" y="0"/>
                  </a:lnTo>
                  <a:lnTo>
                    <a:pt x="2176" y="50"/>
                  </a:lnTo>
                  <a:lnTo>
                    <a:pt x="2336" y="199"/>
                  </a:lnTo>
                  <a:lnTo>
                    <a:pt x="2424" y="390"/>
                  </a:lnTo>
                  <a:lnTo>
                    <a:pt x="2449" y="646"/>
                  </a:lnTo>
                  <a:lnTo>
                    <a:pt x="2436" y="812"/>
                  </a:lnTo>
                  <a:lnTo>
                    <a:pt x="2382" y="95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8915038" y="2728316"/>
              <a:ext cx="1042" cy="540"/>
            </a:xfrm>
            <a:custGeom>
              <a:avLst/>
              <a:pathLst>
                <a:path w="1042" h="540">
                  <a:moveTo>
                    <a:pt x="901" y="89"/>
                  </a:moveTo>
                  <a:lnTo>
                    <a:pt x="968" y="156"/>
                  </a:lnTo>
                  <a:lnTo>
                    <a:pt x="1027" y="251"/>
                  </a:lnTo>
                  <a:lnTo>
                    <a:pt x="1042" y="361"/>
                  </a:lnTo>
                  <a:lnTo>
                    <a:pt x="999" y="451"/>
                  </a:lnTo>
                  <a:lnTo>
                    <a:pt x="912" y="493"/>
                  </a:lnTo>
                  <a:lnTo>
                    <a:pt x="742" y="533"/>
                  </a:lnTo>
                  <a:lnTo>
                    <a:pt x="583" y="540"/>
                  </a:lnTo>
                  <a:lnTo>
                    <a:pt x="375" y="520"/>
                  </a:lnTo>
                  <a:lnTo>
                    <a:pt x="137" y="445"/>
                  </a:lnTo>
                  <a:lnTo>
                    <a:pt x="35" y="390"/>
                  </a:lnTo>
                  <a:lnTo>
                    <a:pt x="0" y="317"/>
                  </a:lnTo>
                  <a:lnTo>
                    <a:pt x="6" y="239"/>
                  </a:lnTo>
                  <a:lnTo>
                    <a:pt x="40" y="138"/>
                  </a:lnTo>
                  <a:lnTo>
                    <a:pt x="71" y="76"/>
                  </a:lnTo>
                  <a:lnTo>
                    <a:pt x="133" y="12"/>
                  </a:lnTo>
                  <a:lnTo>
                    <a:pt x="236" y="0"/>
                  </a:lnTo>
                  <a:lnTo>
                    <a:pt x="429" y="53"/>
                  </a:lnTo>
                  <a:lnTo>
                    <a:pt x="476" y="62"/>
                  </a:lnTo>
                  <a:lnTo>
                    <a:pt x="510" y="50"/>
                  </a:lnTo>
                  <a:lnTo>
                    <a:pt x="556" y="21"/>
                  </a:lnTo>
                  <a:lnTo>
                    <a:pt x="698" y="3"/>
                  </a:lnTo>
                  <a:lnTo>
                    <a:pt x="808" y="20"/>
                  </a:lnTo>
                  <a:lnTo>
                    <a:pt x="901" y="8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8909717" y="2726447"/>
              <a:ext cx="1830" cy="2635"/>
            </a:xfrm>
            <a:custGeom>
              <a:avLst/>
              <a:pathLst>
                <a:path w="1830" h="2635">
                  <a:moveTo>
                    <a:pt x="1525" y="2623"/>
                  </a:moveTo>
                  <a:lnTo>
                    <a:pt x="1176" y="2635"/>
                  </a:lnTo>
                  <a:lnTo>
                    <a:pt x="813" y="2504"/>
                  </a:lnTo>
                  <a:lnTo>
                    <a:pt x="651" y="2411"/>
                  </a:lnTo>
                  <a:lnTo>
                    <a:pt x="419" y="2328"/>
                  </a:lnTo>
                  <a:lnTo>
                    <a:pt x="238" y="2190"/>
                  </a:lnTo>
                  <a:lnTo>
                    <a:pt x="103" y="1842"/>
                  </a:lnTo>
                  <a:lnTo>
                    <a:pt x="0" y="1417"/>
                  </a:lnTo>
                  <a:lnTo>
                    <a:pt x="6" y="1095"/>
                  </a:lnTo>
                  <a:lnTo>
                    <a:pt x="141" y="464"/>
                  </a:lnTo>
                  <a:lnTo>
                    <a:pt x="278" y="245"/>
                  </a:lnTo>
                  <a:lnTo>
                    <a:pt x="464" y="83"/>
                  </a:lnTo>
                  <a:lnTo>
                    <a:pt x="679" y="0"/>
                  </a:lnTo>
                  <a:lnTo>
                    <a:pt x="837" y="89"/>
                  </a:lnTo>
                  <a:lnTo>
                    <a:pt x="974" y="375"/>
                  </a:lnTo>
                  <a:lnTo>
                    <a:pt x="1215" y="703"/>
                  </a:lnTo>
                  <a:lnTo>
                    <a:pt x="1452" y="995"/>
                  </a:lnTo>
                  <a:lnTo>
                    <a:pt x="1656" y="1395"/>
                  </a:lnTo>
                  <a:lnTo>
                    <a:pt x="1751" y="1735"/>
                  </a:lnTo>
                  <a:lnTo>
                    <a:pt x="1830" y="2200"/>
                  </a:lnTo>
                  <a:lnTo>
                    <a:pt x="1767" y="2534"/>
                  </a:lnTo>
                  <a:lnTo>
                    <a:pt x="1525" y="26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8955485" y="2729647"/>
              <a:ext cx="1589" cy="2225"/>
            </a:xfrm>
            <a:custGeom>
              <a:avLst/>
              <a:pathLst>
                <a:path w="1589" h="2225">
                  <a:moveTo>
                    <a:pt x="1407" y="1858"/>
                  </a:moveTo>
                  <a:lnTo>
                    <a:pt x="854" y="2225"/>
                  </a:lnTo>
                  <a:lnTo>
                    <a:pt x="448" y="2187"/>
                  </a:lnTo>
                  <a:lnTo>
                    <a:pt x="77" y="1987"/>
                  </a:lnTo>
                  <a:lnTo>
                    <a:pt x="39" y="1663"/>
                  </a:lnTo>
                  <a:lnTo>
                    <a:pt x="0" y="1137"/>
                  </a:lnTo>
                  <a:lnTo>
                    <a:pt x="291" y="366"/>
                  </a:lnTo>
                  <a:lnTo>
                    <a:pt x="659" y="0"/>
                  </a:lnTo>
                  <a:lnTo>
                    <a:pt x="1177" y="239"/>
                  </a:lnTo>
                  <a:lnTo>
                    <a:pt x="1475" y="643"/>
                  </a:lnTo>
                  <a:lnTo>
                    <a:pt x="1589" y="1249"/>
                  </a:lnTo>
                  <a:lnTo>
                    <a:pt x="1407" y="18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8910307" y="2725719"/>
              <a:ext cx="299" cy="393"/>
            </a:xfrm>
            <a:custGeom>
              <a:avLst/>
              <a:pathLst>
                <a:path w="299" h="393">
                  <a:moveTo>
                    <a:pt x="185" y="393"/>
                  </a:moveTo>
                  <a:lnTo>
                    <a:pt x="94" y="393"/>
                  </a:lnTo>
                  <a:lnTo>
                    <a:pt x="15" y="327"/>
                  </a:lnTo>
                  <a:lnTo>
                    <a:pt x="0" y="221"/>
                  </a:lnTo>
                  <a:lnTo>
                    <a:pt x="5" y="134"/>
                  </a:lnTo>
                  <a:lnTo>
                    <a:pt x="56" y="50"/>
                  </a:lnTo>
                  <a:lnTo>
                    <a:pt x="122" y="0"/>
                  </a:lnTo>
                  <a:lnTo>
                    <a:pt x="219" y="19"/>
                  </a:lnTo>
                  <a:lnTo>
                    <a:pt x="286" y="97"/>
                  </a:lnTo>
                  <a:lnTo>
                    <a:pt x="299" y="219"/>
                  </a:lnTo>
                  <a:lnTo>
                    <a:pt x="273" y="334"/>
                  </a:lnTo>
                  <a:lnTo>
                    <a:pt x="185" y="39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8910851" y="2723760"/>
              <a:ext cx="1465" cy="1060"/>
            </a:xfrm>
            <a:custGeom>
              <a:avLst/>
              <a:pathLst>
                <a:path w="1465" h="1060">
                  <a:moveTo>
                    <a:pt x="504" y="1026"/>
                  </a:moveTo>
                  <a:lnTo>
                    <a:pt x="275" y="1060"/>
                  </a:lnTo>
                  <a:lnTo>
                    <a:pt x="100" y="1022"/>
                  </a:lnTo>
                  <a:lnTo>
                    <a:pt x="20" y="938"/>
                  </a:lnTo>
                  <a:lnTo>
                    <a:pt x="0" y="759"/>
                  </a:lnTo>
                  <a:lnTo>
                    <a:pt x="87" y="591"/>
                  </a:lnTo>
                  <a:lnTo>
                    <a:pt x="322" y="366"/>
                  </a:lnTo>
                  <a:lnTo>
                    <a:pt x="564" y="183"/>
                  </a:lnTo>
                  <a:lnTo>
                    <a:pt x="857" y="87"/>
                  </a:lnTo>
                  <a:lnTo>
                    <a:pt x="1193" y="0"/>
                  </a:lnTo>
                  <a:lnTo>
                    <a:pt x="1361" y="3"/>
                  </a:lnTo>
                  <a:lnTo>
                    <a:pt x="1465" y="114"/>
                  </a:lnTo>
                  <a:lnTo>
                    <a:pt x="1464" y="240"/>
                  </a:lnTo>
                  <a:lnTo>
                    <a:pt x="1411" y="393"/>
                  </a:lnTo>
                  <a:lnTo>
                    <a:pt x="1230" y="614"/>
                  </a:lnTo>
                  <a:lnTo>
                    <a:pt x="1005" y="690"/>
                  </a:lnTo>
                  <a:lnTo>
                    <a:pt x="887" y="812"/>
                  </a:lnTo>
                  <a:lnTo>
                    <a:pt x="800" y="927"/>
                  </a:lnTo>
                  <a:lnTo>
                    <a:pt x="672" y="1011"/>
                  </a:lnTo>
                  <a:lnTo>
                    <a:pt x="504" y="10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8916020" y="2723945"/>
              <a:ext cx="143" cy="154"/>
            </a:xfrm>
            <a:custGeom>
              <a:avLst/>
              <a:pathLst>
                <a:path w="143" h="154">
                  <a:moveTo>
                    <a:pt x="143" y="94"/>
                  </a:moveTo>
                  <a:lnTo>
                    <a:pt x="96" y="154"/>
                  </a:lnTo>
                  <a:lnTo>
                    <a:pt x="25" y="133"/>
                  </a:lnTo>
                  <a:lnTo>
                    <a:pt x="0" y="67"/>
                  </a:lnTo>
                  <a:lnTo>
                    <a:pt x="55" y="0"/>
                  </a:lnTo>
                  <a:lnTo>
                    <a:pt x="127" y="13"/>
                  </a:lnTo>
                  <a:lnTo>
                    <a:pt x="143" y="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8915660" y="2723746"/>
              <a:ext cx="148" cy="123"/>
            </a:xfrm>
            <a:custGeom>
              <a:avLst/>
              <a:pathLst>
                <a:path w="148" h="123">
                  <a:moveTo>
                    <a:pt x="122" y="120"/>
                  </a:moveTo>
                  <a:lnTo>
                    <a:pt x="49" y="123"/>
                  </a:lnTo>
                  <a:lnTo>
                    <a:pt x="0" y="95"/>
                  </a:lnTo>
                  <a:lnTo>
                    <a:pt x="19" y="25"/>
                  </a:lnTo>
                  <a:lnTo>
                    <a:pt x="49" y="3"/>
                  </a:lnTo>
                  <a:lnTo>
                    <a:pt x="108" y="0"/>
                  </a:lnTo>
                  <a:lnTo>
                    <a:pt x="148" y="50"/>
                  </a:lnTo>
                  <a:lnTo>
                    <a:pt x="122" y="1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8916803" y="2723584"/>
              <a:ext cx="2111" cy="4837"/>
            </a:xfrm>
            <a:custGeom>
              <a:avLst/>
              <a:pathLst>
                <a:path w="2111" h="4837">
                  <a:moveTo>
                    <a:pt x="559" y="4661"/>
                  </a:moveTo>
                  <a:lnTo>
                    <a:pt x="194" y="4837"/>
                  </a:lnTo>
                  <a:lnTo>
                    <a:pt x="15" y="4795"/>
                  </a:lnTo>
                  <a:lnTo>
                    <a:pt x="0" y="4509"/>
                  </a:lnTo>
                  <a:lnTo>
                    <a:pt x="57" y="4026"/>
                  </a:lnTo>
                  <a:lnTo>
                    <a:pt x="215" y="3775"/>
                  </a:lnTo>
                  <a:lnTo>
                    <a:pt x="551" y="3668"/>
                  </a:lnTo>
                  <a:lnTo>
                    <a:pt x="730" y="3519"/>
                  </a:lnTo>
                  <a:lnTo>
                    <a:pt x="892" y="3390"/>
                  </a:lnTo>
                  <a:lnTo>
                    <a:pt x="1022" y="3026"/>
                  </a:lnTo>
                  <a:lnTo>
                    <a:pt x="1145" y="2738"/>
                  </a:lnTo>
                  <a:lnTo>
                    <a:pt x="1134" y="2427"/>
                  </a:lnTo>
                  <a:lnTo>
                    <a:pt x="1097" y="1921"/>
                  </a:lnTo>
                  <a:lnTo>
                    <a:pt x="1013" y="1587"/>
                  </a:lnTo>
                  <a:lnTo>
                    <a:pt x="866" y="1384"/>
                  </a:lnTo>
                  <a:lnTo>
                    <a:pt x="562" y="1115"/>
                  </a:lnTo>
                  <a:lnTo>
                    <a:pt x="334" y="897"/>
                  </a:lnTo>
                  <a:lnTo>
                    <a:pt x="85" y="646"/>
                  </a:lnTo>
                  <a:lnTo>
                    <a:pt x="1" y="288"/>
                  </a:lnTo>
                  <a:lnTo>
                    <a:pt x="58" y="155"/>
                  </a:lnTo>
                  <a:lnTo>
                    <a:pt x="234" y="0"/>
                  </a:lnTo>
                  <a:lnTo>
                    <a:pt x="282" y="5"/>
                  </a:lnTo>
                  <a:lnTo>
                    <a:pt x="454" y="65"/>
                  </a:lnTo>
                  <a:lnTo>
                    <a:pt x="866" y="299"/>
                  </a:lnTo>
                  <a:lnTo>
                    <a:pt x="1145" y="597"/>
                  </a:lnTo>
                  <a:lnTo>
                    <a:pt x="1424" y="924"/>
                  </a:lnTo>
                  <a:lnTo>
                    <a:pt x="1675" y="1130"/>
                  </a:lnTo>
                  <a:lnTo>
                    <a:pt x="1854" y="1323"/>
                  </a:lnTo>
                  <a:lnTo>
                    <a:pt x="2038" y="1533"/>
                  </a:lnTo>
                  <a:lnTo>
                    <a:pt x="2111" y="1897"/>
                  </a:lnTo>
                  <a:lnTo>
                    <a:pt x="2017" y="2308"/>
                  </a:lnTo>
                  <a:lnTo>
                    <a:pt x="1885" y="2696"/>
                  </a:lnTo>
                  <a:lnTo>
                    <a:pt x="1514" y="3350"/>
                  </a:lnTo>
                  <a:lnTo>
                    <a:pt x="1196" y="3954"/>
                  </a:lnTo>
                  <a:lnTo>
                    <a:pt x="965" y="4248"/>
                  </a:lnTo>
                  <a:lnTo>
                    <a:pt x="788" y="4422"/>
                  </a:lnTo>
                  <a:lnTo>
                    <a:pt x="559" y="466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8914723" y="2722913"/>
              <a:ext cx="88" cy="119"/>
            </a:xfrm>
            <a:custGeom>
              <a:avLst/>
              <a:pathLst>
                <a:path w="88" h="119">
                  <a:moveTo>
                    <a:pt x="87" y="100"/>
                  </a:moveTo>
                  <a:lnTo>
                    <a:pt x="65" y="119"/>
                  </a:lnTo>
                  <a:lnTo>
                    <a:pt x="37" y="109"/>
                  </a:lnTo>
                  <a:lnTo>
                    <a:pt x="11" y="89"/>
                  </a:lnTo>
                  <a:lnTo>
                    <a:pt x="0" y="48"/>
                  </a:lnTo>
                  <a:lnTo>
                    <a:pt x="7" y="16"/>
                  </a:lnTo>
                  <a:lnTo>
                    <a:pt x="28" y="0"/>
                  </a:lnTo>
                  <a:lnTo>
                    <a:pt x="59" y="11"/>
                  </a:lnTo>
                  <a:lnTo>
                    <a:pt x="77" y="30"/>
                  </a:lnTo>
                  <a:lnTo>
                    <a:pt x="88" y="72"/>
                  </a:lnTo>
                  <a:lnTo>
                    <a:pt x="87" y="10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8913188" y="2722330"/>
              <a:ext cx="1247" cy="1125"/>
            </a:xfrm>
            <a:custGeom>
              <a:avLst/>
              <a:pathLst>
                <a:path w="1247" h="1125">
                  <a:moveTo>
                    <a:pt x="648" y="1018"/>
                  </a:moveTo>
                  <a:lnTo>
                    <a:pt x="547" y="1125"/>
                  </a:lnTo>
                  <a:lnTo>
                    <a:pt x="361" y="1093"/>
                  </a:lnTo>
                  <a:lnTo>
                    <a:pt x="210" y="1011"/>
                  </a:lnTo>
                  <a:lnTo>
                    <a:pt x="50" y="919"/>
                  </a:lnTo>
                  <a:lnTo>
                    <a:pt x="0" y="751"/>
                  </a:lnTo>
                  <a:lnTo>
                    <a:pt x="60" y="591"/>
                  </a:lnTo>
                  <a:lnTo>
                    <a:pt x="268" y="423"/>
                  </a:lnTo>
                  <a:lnTo>
                    <a:pt x="497" y="255"/>
                  </a:lnTo>
                  <a:lnTo>
                    <a:pt x="763" y="57"/>
                  </a:lnTo>
                  <a:lnTo>
                    <a:pt x="937" y="0"/>
                  </a:lnTo>
                  <a:lnTo>
                    <a:pt x="1079" y="34"/>
                  </a:lnTo>
                  <a:lnTo>
                    <a:pt x="1203" y="141"/>
                  </a:lnTo>
                  <a:lnTo>
                    <a:pt x="1247" y="309"/>
                  </a:lnTo>
                  <a:lnTo>
                    <a:pt x="1206" y="469"/>
                  </a:lnTo>
                  <a:lnTo>
                    <a:pt x="1015" y="633"/>
                  </a:lnTo>
                  <a:lnTo>
                    <a:pt x="779" y="805"/>
                  </a:lnTo>
                  <a:lnTo>
                    <a:pt x="655" y="912"/>
                  </a:lnTo>
                  <a:lnTo>
                    <a:pt x="648" y="101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8914734" y="2721424"/>
              <a:ext cx="1815" cy="1788"/>
            </a:xfrm>
            <a:custGeom>
              <a:avLst/>
              <a:pathLst>
                <a:path w="1815" h="1788">
                  <a:moveTo>
                    <a:pt x="1748" y="1736"/>
                  </a:moveTo>
                  <a:lnTo>
                    <a:pt x="1588" y="1788"/>
                  </a:lnTo>
                  <a:lnTo>
                    <a:pt x="1449" y="1750"/>
                  </a:lnTo>
                  <a:lnTo>
                    <a:pt x="1256" y="1598"/>
                  </a:lnTo>
                  <a:lnTo>
                    <a:pt x="1025" y="1321"/>
                  </a:lnTo>
                  <a:lnTo>
                    <a:pt x="781" y="1202"/>
                  </a:lnTo>
                  <a:lnTo>
                    <a:pt x="609" y="1092"/>
                  </a:lnTo>
                  <a:lnTo>
                    <a:pt x="466" y="892"/>
                  </a:lnTo>
                  <a:lnTo>
                    <a:pt x="327" y="777"/>
                  </a:lnTo>
                  <a:lnTo>
                    <a:pt x="130" y="644"/>
                  </a:lnTo>
                  <a:lnTo>
                    <a:pt x="0" y="424"/>
                  </a:lnTo>
                  <a:lnTo>
                    <a:pt x="55" y="207"/>
                  </a:lnTo>
                  <a:lnTo>
                    <a:pt x="255" y="88"/>
                  </a:lnTo>
                  <a:lnTo>
                    <a:pt x="466" y="33"/>
                  </a:lnTo>
                  <a:lnTo>
                    <a:pt x="798" y="0"/>
                  </a:lnTo>
                  <a:lnTo>
                    <a:pt x="1130" y="104"/>
                  </a:lnTo>
                  <a:lnTo>
                    <a:pt x="1386" y="324"/>
                  </a:lnTo>
                  <a:lnTo>
                    <a:pt x="1592" y="634"/>
                  </a:lnTo>
                  <a:lnTo>
                    <a:pt x="1710" y="1183"/>
                  </a:lnTo>
                  <a:lnTo>
                    <a:pt x="1815" y="1559"/>
                  </a:lnTo>
                  <a:lnTo>
                    <a:pt x="1748" y="173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8949108" y="2724284"/>
              <a:ext cx="3908" cy="3500"/>
            </a:xfrm>
            <a:custGeom>
              <a:avLst/>
              <a:pathLst>
                <a:path w="3908" h="3500">
                  <a:moveTo>
                    <a:pt x="522" y="3459"/>
                  </a:moveTo>
                  <a:lnTo>
                    <a:pt x="486" y="3500"/>
                  </a:lnTo>
                  <a:lnTo>
                    <a:pt x="152" y="3300"/>
                  </a:lnTo>
                  <a:lnTo>
                    <a:pt x="40" y="3017"/>
                  </a:lnTo>
                  <a:lnTo>
                    <a:pt x="0" y="2491"/>
                  </a:lnTo>
                  <a:lnTo>
                    <a:pt x="182" y="2125"/>
                  </a:lnTo>
                  <a:lnTo>
                    <a:pt x="477" y="1921"/>
                  </a:lnTo>
                  <a:lnTo>
                    <a:pt x="1030" y="1675"/>
                  </a:lnTo>
                  <a:lnTo>
                    <a:pt x="1620" y="1266"/>
                  </a:lnTo>
                  <a:lnTo>
                    <a:pt x="2135" y="898"/>
                  </a:lnTo>
                  <a:lnTo>
                    <a:pt x="2945" y="286"/>
                  </a:lnTo>
                  <a:lnTo>
                    <a:pt x="3424" y="0"/>
                  </a:lnTo>
                  <a:lnTo>
                    <a:pt x="3796" y="281"/>
                  </a:lnTo>
                  <a:lnTo>
                    <a:pt x="3908" y="563"/>
                  </a:lnTo>
                  <a:lnTo>
                    <a:pt x="3578" y="1173"/>
                  </a:lnTo>
                  <a:lnTo>
                    <a:pt x="3100" y="1540"/>
                  </a:lnTo>
                  <a:lnTo>
                    <a:pt x="2621" y="1867"/>
                  </a:lnTo>
                  <a:lnTo>
                    <a:pt x="2067" y="2032"/>
                  </a:lnTo>
                  <a:lnTo>
                    <a:pt x="1588" y="2238"/>
                  </a:lnTo>
                  <a:lnTo>
                    <a:pt x="1110" y="2686"/>
                  </a:lnTo>
                  <a:lnTo>
                    <a:pt x="522" y="345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8955145" y="2722638"/>
              <a:ext cx="409" cy="358"/>
            </a:xfrm>
            <a:custGeom>
              <a:avLst/>
              <a:pathLst>
                <a:path w="409" h="358">
                  <a:moveTo>
                    <a:pt x="409" y="280"/>
                  </a:moveTo>
                  <a:lnTo>
                    <a:pt x="270" y="358"/>
                  </a:lnTo>
                  <a:lnTo>
                    <a:pt x="18" y="288"/>
                  </a:lnTo>
                  <a:lnTo>
                    <a:pt x="0" y="51"/>
                  </a:lnTo>
                  <a:lnTo>
                    <a:pt x="137" y="0"/>
                  </a:lnTo>
                  <a:lnTo>
                    <a:pt x="266" y="59"/>
                  </a:lnTo>
                  <a:lnTo>
                    <a:pt x="365" y="103"/>
                  </a:lnTo>
                  <a:lnTo>
                    <a:pt x="396" y="189"/>
                  </a:lnTo>
                  <a:lnTo>
                    <a:pt x="409" y="28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8958721" y="2717419"/>
              <a:ext cx="1324" cy="1314"/>
            </a:xfrm>
            <a:custGeom>
              <a:avLst/>
              <a:pathLst>
                <a:path w="1324" h="1314">
                  <a:moveTo>
                    <a:pt x="1098" y="1255"/>
                  </a:moveTo>
                  <a:lnTo>
                    <a:pt x="831" y="1314"/>
                  </a:lnTo>
                  <a:lnTo>
                    <a:pt x="578" y="1228"/>
                  </a:lnTo>
                  <a:lnTo>
                    <a:pt x="326" y="1120"/>
                  </a:lnTo>
                  <a:lnTo>
                    <a:pt x="108" y="869"/>
                  </a:lnTo>
                  <a:lnTo>
                    <a:pt x="14" y="566"/>
                  </a:lnTo>
                  <a:lnTo>
                    <a:pt x="0" y="343"/>
                  </a:lnTo>
                  <a:lnTo>
                    <a:pt x="66" y="145"/>
                  </a:lnTo>
                  <a:lnTo>
                    <a:pt x="190" y="82"/>
                  </a:lnTo>
                  <a:lnTo>
                    <a:pt x="417" y="0"/>
                  </a:lnTo>
                  <a:lnTo>
                    <a:pt x="661" y="29"/>
                  </a:lnTo>
                  <a:lnTo>
                    <a:pt x="872" y="147"/>
                  </a:lnTo>
                  <a:lnTo>
                    <a:pt x="1031" y="296"/>
                  </a:lnTo>
                  <a:lnTo>
                    <a:pt x="1200" y="457"/>
                  </a:lnTo>
                  <a:lnTo>
                    <a:pt x="1279" y="560"/>
                  </a:lnTo>
                  <a:lnTo>
                    <a:pt x="1324" y="773"/>
                  </a:lnTo>
                  <a:lnTo>
                    <a:pt x="1277" y="1027"/>
                  </a:lnTo>
                  <a:lnTo>
                    <a:pt x="1098" y="12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8936636" y="2711755"/>
              <a:ext cx="2642" cy="2169"/>
            </a:xfrm>
            <a:custGeom>
              <a:avLst/>
              <a:pathLst>
                <a:path w="2642" h="2169">
                  <a:moveTo>
                    <a:pt x="2165" y="2131"/>
                  </a:moveTo>
                  <a:lnTo>
                    <a:pt x="1844" y="2169"/>
                  </a:lnTo>
                  <a:lnTo>
                    <a:pt x="1393" y="2067"/>
                  </a:lnTo>
                  <a:lnTo>
                    <a:pt x="1134" y="1865"/>
                  </a:lnTo>
                  <a:lnTo>
                    <a:pt x="991" y="1773"/>
                  </a:lnTo>
                  <a:lnTo>
                    <a:pt x="35" y="1057"/>
                  </a:lnTo>
                  <a:lnTo>
                    <a:pt x="0" y="494"/>
                  </a:lnTo>
                  <a:lnTo>
                    <a:pt x="318" y="0"/>
                  </a:lnTo>
                  <a:lnTo>
                    <a:pt x="897" y="30"/>
                  </a:lnTo>
                  <a:lnTo>
                    <a:pt x="1861" y="517"/>
                  </a:lnTo>
                  <a:lnTo>
                    <a:pt x="2511" y="862"/>
                  </a:lnTo>
                  <a:lnTo>
                    <a:pt x="2642" y="1248"/>
                  </a:lnTo>
                  <a:lnTo>
                    <a:pt x="2453" y="1813"/>
                  </a:lnTo>
                  <a:lnTo>
                    <a:pt x="2165" y="213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9128433" y="2732182"/>
              <a:ext cx="2563" cy="3760"/>
            </a:xfrm>
            <a:custGeom>
              <a:avLst/>
              <a:pathLst>
                <a:path w="2563" h="3760">
                  <a:moveTo>
                    <a:pt x="1805" y="3575"/>
                  </a:moveTo>
                  <a:lnTo>
                    <a:pt x="854" y="3760"/>
                  </a:lnTo>
                  <a:lnTo>
                    <a:pt x="197" y="2853"/>
                  </a:lnTo>
                  <a:lnTo>
                    <a:pt x="0" y="2036"/>
                  </a:lnTo>
                  <a:lnTo>
                    <a:pt x="214" y="1083"/>
                  </a:lnTo>
                  <a:lnTo>
                    <a:pt x="552" y="581"/>
                  </a:lnTo>
                  <a:lnTo>
                    <a:pt x="1327" y="0"/>
                  </a:lnTo>
                  <a:lnTo>
                    <a:pt x="2196" y="419"/>
                  </a:lnTo>
                  <a:lnTo>
                    <a:pt x="2548" y="1110"/>
                  </a:lnTo>
                  <a:lnTo>
                    <a:pt x="2563" y="2094"/>
                  </a:lnTo>
                  <a:lnTo>
                    <a:pt x="2274" y="2765"/>
                  </a:lnTo>
                  <a:lnTo>
                    <a:pt x="1805" y="357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8965119" y="2712161"/>
              <a:ext cx="1598" cy="1700"/>
            </a:xfrm>
            <a:custGeom>
              <a:avLst/>
              <a:pathLst>
                <a:path w="1598" h="1700">
                  <a:moveTo>
                    <a:pt x="566" y="1631"/>
                  </a:moveTo>
                  <a:lnTo>
                    <a:pt x="337" y="1700"/>
                  </a:lnTo>
                  <a:lnTo>
                    <a:pt x="46" y="1539"/>
                  </a:lnTo>
                  <a:lnTo>
                    <a:pt x="0" y="1201"/>
                  </a:lnTo>
                  <a:lnTo>
                    <a:pt x="167" y="706"/>
                  </a:lnTo>
                  <a:lnTo>
                    <a:pt x="467" y="395"/>
                  </a:lnTo>
                  <a:lnTo>
                    <a:pt x="711" y="188"/>
                  </a:lnTo>
                  <a:lnTo>
                    <a:pt x="993" y="22"/>
                  </a:lnTo>
                  <a:lnTo>
                    <a:pt x="1408" y="0"/>
                  </a:lnTo>
                  <a:lnTo>
                    <a:pt x="1578" y="143"/>
                  </a:lnTo>
                  <a:lnTo>
                    <a:pt x="1598" y="534"/>
                  </a:lnTo>
                  <a:lnTo>
                    <a:pt x="1449" y="988"/>
                  </a:lnTo>
                  <a:lnTo>
                    <a:pt x="1055" y="1423"/>
                  </a:lnTo>
                  <a:lnTo>
                    <a:pt x="566" y="163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8942200" y="2709332"/>
              <a:ext cx="1138" cy="1104"/>
            </a:xfrm>
            <a:custGeom>
              <a:avLst/>
              <a:pathLst>
                <a:path w="1138" h="1104">
                  <a:moveTo>
                    <a:pt x="845" y="234"/>
                  </a:moveTo>
                  <a:lnTo>
                    <a:pt x="690" y="417"/>
                  </a:lnTo>
                  <a:lnTo>
                    <a:pt x="698" y="464"/>
                  </a:lnTo>
                  <a:lnTo>
                    <a:pt x="761" y="476"/>
                  </a:lnTo>
                  <a:lnTo>
                    <a:pt x="813" y="433"/>
                  </a:lnTo>
                  <a:lnTo>
                    <a:pt x="997" y="206"/>
                  </a:lnTo>
                  <a:lnTo>
                    <a:pt x="1070" y="179"/>
                  </a:lnTo>
                  <a:lnTo>
                    <a:pt x="1124" y="220"/>
                  </a:lnTo>
                  <a:lnTo>
                    <a:pt x="1138" y="291"/>
                  </a:lnTo>
                  <a:lnTo>
                    <a:pt x="1087" y="366"/>
                  </a:lnTo>
                  <a:lnTo>
                    <a:pt x="869" y="648"/>
                  </a:lnTo>
                  <a:lnTo>
                    <a:pt x="787" y="797"/>
                  </a:lnTo>
                  <a:lnTo>
                    <a:pt x="629" y="932"/>
                  </a:lnTo>
                  <a:lnTo>
                    <a:pt x="420" y="1095"/>
                  </a:lnTo>
                  <a:lnTo>
                    <a:pt x="355" y="1104"/>
                  </a:lnTo>
                  <a:lnTo>
                    <a:pt x="302" y="1081"/>
                  </a:lnTo>
                  <a:lnTo>
                    <a:pt x="249" y="1040"/>
                  </a:lnTo>
                  <a:lnTo>
                    <a:pt x="73" y="774"/>
                  </a:lnTo>
                  <a:lnTo>
                    <a:pt x="11" y="648"/>
                  </a:lnTo>
                  <a:lnTo>
                    <a:pt x="0" y="558"/>
                  </a:lnTo>
                  <a:lnTo>
                    <a:pt x="5" y="452"/>
                  </a:lnTo>
                  <a:lnTo>
                    <a:pt x="56" y="351"/>
                  </a:lnTo>
                  <a:lnTo>
                    <a:pt x="161" y="277"/>
                  </a:lnTo>
                  <a:lnTo>
                    <a:pt x="315" y="268"/>
                  </a:lnTo>
                  <a:lnTo>
                    <a:pt x="447" y="319"/>
                  </a:lnTo>
                  <a:lnTo>
                    <a:pt x="537" y="330"/>
                  </a:lnTo>
                  <a:lnTo>
                    <a:pt x="625" y="283"/>
                  </a:lnTo>
                  <a:lnTo>
                    <a:pt x="665" y="223"/>
                  </a:lnTo>
                  <a:lnTo>
                    <a:pt x="710" y="59"/>
                  </a:lnTo>
                  <a:lnTo>
                    <a:pt x="738" y="6"/>
                  </a:lnTo>
                  <a:lnTo>
                    <a:pt x="781" y="0"/>
                  </a:lnTo>
                  <a:lnTo>
                    <a:pt x="822" y="12"/>
                  </a:lnTo>
                  <a:lnTo>
                    <a:pt x="852" y="78"/>
                  </a:lnTo>
                  <a:lnTo>
                    <a:pt x="862" y="155"/>
                  </a:lnTo>
                  <a:lnTo>
                    <a:pt x="845" y="23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8940853" y="2703128"/>
              <a:ext cx="2491" cy="3014"/>
            </a:xfrm>
            <a:custGeom>
              <a:avLst/>
              <a:pathLst>
                <a:path w="2491" h="3014">
                  <a:moveTo>
                    <a:pt x="2134" y="3001"/>
                  </a:moveTo>
                  <a:lnTo>
                    <a:pt x="1993" y="3014"/>
                  </a:lnTo>
                  <a:lnTo>
                    <a:pt x="1766" y="2930"/>
                  </a:lnTo>
                  <a:lnTo>
                    <a:pt x="1621" y="2801"/>
                  </a:lnTo>
                  <a:lnTo>
                    <a:pt x="1229" y="1845"/>
                  </a:lnTo>
                  <a:lnTo>
                    <a:pt x="1045" y="1623"/>
                  </a:lnTo>
                  <a:lnTo>
                    <a:pt x="779" y="1427"/>
                  </a:lnTo>
                  <a:lnTo>
                    <a:pt x="634" y="1280"/>
                  </a:lnTo>
                  <a:lnTo>
                    <a:pt x="473" y="1013"/>
                  </a:lnTo>
                  <a:lnTo>
                    <a:pt x="289" y="818"/>
                  </a:lnTo>
                  <a:lnTo>
                    <a:pt x="74" y="662"/>
                  </a:lnTo>
                  <a:lnTo>
                    <a:pt x="7" y="533"/>
                  </a:lnTo>
                  <a:lnTo>
                    <a:pt x="0" y="333"/>
                  </a:lnTo>
                  <a:lnTo>
                    <a:pt x="43" y="115"/>
                  </a:lnTo>
                  <a:lnTo>
                    <a:pt x="121" y="22"/>
                  </a:lnTo>
                  <a:lnTo>
                    <a:pt x="227" y="0"/>
                  </a:lnTo>
                  <a:lnTo>
                    <a:pt x="701" y="155"/>
                  </a:lnTo>
                  <a:lnTo>
                    <a:pt x="1359" y="555"/>
                  </a:lnTo>
                  <a:lnTo>
                    <a:pt x="2048" y="1436"/>
                  </a:lnTo>
                  <a:lnTo>
                    <a:pt x="2264" y="1809"/>
                  </a:lnTo>
                  <a:lnTo>
                    <a:pt x="2432" y="2143"/>
                  </a:lnTo>
                  <a:lnTo>
                    <a:pt x="2491" y="2361"/>
                  </a:lnTo>
                  <a:lnTo>
                    <a:pt x="2436" y="2708"/>
                  </a:lnTo>
                  <a:lnTo>
                    <a:pt x="2322" y="2890"/>
                  </a:lnTo>
                  <a:lnTo>
                    <a:pt x="2134" y="300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8936510" y="2701973"/>
              <a:ext cx="4218" cy="1804"/>
            </a:xfrm>
            <a:custGeom>
              <a:avLst/>
              <a:pathLst>
                <a:path w="4218" h="1804">
                  <a:moveTo>
                    <a:pt x="1241" y="1747"/>
                  </a:moveTo>
                  <a:lnTo>
                    <a:pt x="944" y="1804"/>
                  </a:lnTo>
                  <a:lnTo>
                    <a:pt x="635" y="1766"/>
                  </a:lnTo>
                  <a:lnTo>
                    <a:pt x="404" y="1705"/>
                  </a:lnTo>
                  <a:lnTo>
                    <a:pt x="114" y="1457"/>
                  </a:lnTo>
                  <a:lnTo>
                    <a:pt x="43" y="1309"/>
                  </a:lnTo>
                  <a:lnTo>
                    <a:pt x="0" y="1075"/>
                  </a:lnTo>
                  <a:lnTo>
                    <a:pt x="0" y="926"/>
                  </a:lnTo>
                  <a:lnTo>
                    <a:pt x="118" y="697"/>
                  </a:lnTo>
                  <a:lnTo>
                    <a:pt x="320" y="526"/>
                  </a:lnTo>
                  <a:lnTo>
                    <a:pt x="558" y="404"/>
                  </a:lnTo>
                  <a:lnTo>
                    <a:pt x="959" y="229"/>
                  </a:lnTo>
                  <a:lnTo>
                    <a:pt x="1379" y="71"/>
                  </a:lnTo>
                  <a:lnTo>
                    <a:pt x="1644" y="8"/>
                  </a:lnTo>
                  <a:lnTo>
                    <a:pt x="1957" y="0"/>
                  </a:lnTo>
                  <a:lnTo>
                    <a:pt x="2330" y="35"/>
                  </a:lnTo>
                  <a:lnTo>
                    <a:pt x="2571" y="94"/>
                  </a:lnTo>
                  <a:lnTo>
                    <a:pt x="2829" y="175"/>
                  </a:lnTo>
                  <a:lnTo>
                    <a:pt x="3130" y="332"/>
                  </a:lnTo>
                  <a:lnTo>
                    <a:pt x="3443" y="476"/>
                  </a:lnTo>
                  <a:lnTo>
                    <a:pt x="3740" y="620"/>
                  </a:lnTo>
                  <a:lnTo>
                    <a:pt x="3911" y="760"/>
                  </a:lnTo>
                  <a:lnTo>
                    <a:pt x="4082" y="877"/>
                  </a:lnTo>
                  <a:lnTo>
                    <a:pt x="4218" y="1050"/>
                  </a:lnTo>
                  <a:lnTo>
                    <a:pt x="4214" y="1177"/>
                  </a:lnTo>
                  <a:lnTo>
                    <a:pt x="4094" y="1350"/>
                  </a:lnTo>
                  <a:lnTo>
                    <a:pt x="3966" y="1453"/>
                  </a:lnTo>
                  <a:lnTo>
                    <a:pt x="3392" y="1525"/>
                  </a:lnTo>
                  <a:lnTo>
                    <a:pt x="3253" y="1538"/>
                  </a:lnTo>
                  <a:lnTo>
                    <a:pt x="2734" y="1511"/>
                  </a:lnTo>
                  <a:lnTo>
                    <a:pt x="2449" y="1489"/>
                  </a:lnTo>
                  <a:lnTo>
                    <a:pt x="2246" y="1502"/>
                  </a:lnTo>
                  <a:lnTo>
                    <a:pt x="2044" y="1547"/>
                  </a:lnTo>
                  <a:lnTo>
                    <a:pt x="1715" y="1619"/>
                  </a:lnTo>
                  <a:lnTo>
                    <a:pt x="1241" y="174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8904841" y="2698167"/>
              <a:ext cx="800" cy="851"/>
            </a:xfrm>
            <a:custGeom>
              <a:avLst/>
              <a:pathLst>
                <a:path w="800" h="851">
                  <a:moveTo>
                    <a:pt x="702" y="802"/>
                  </a:moveTo>
                  <a:lnTo>
                    <a:pt x="415" y="851"/>
                  </a:lnTo>
                  <a:lnTo>
                    <a:pt x="125" y="544"/>
                  </a:lnTo>
                  <a:lnTo>
                    <a:pt x="96" y="444"/>
                  </a:lnTo>
                  <a:lnTo>
                    <a:pt x="37" y="353"/>
                  </a:lnTo>
                  <a:lnTo>
                    <a:pt x="0" y="163"/>
                  </a:lnTo>
                  <a:lnTo>
                    <a:pt x="340" y="0"/>
                  </a:lnTo>
                  <a:lnTo>
                    <a:pt x="401" y="17"/>
                  </a:lnTo>
                  <a:lnTo>
                    <a:pt x="533" y="76"/>
                  </a:lnTo>
                  <a:lnTo>
                    <a:pt x="653" y="167"/>
                  </a:lnTo>
                  <a:lnTo>
                    <a:pt x="763" y="326"/>
                  </a:lnTo>
                  <a:lnTo>
                    <a:pt x="800" y="493"/>
                  </a:lnTo>
                  <a:lnTo>
                    <a:pt x="702" y="8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8904415" y="2696013"/>
              <a:ext cx="4888" cy="3034"/>
            </a:xfrm>
            <a:custGeom>
              <a:avLst/>
              <a:pathLst>
                <a:path w="4888" h="3034">
                  <a:moveTo>
                    <a:pt x="4724" y="582"/>
                  </a:moveTo>
                  <a:lnTo>
                    <a:pt x="4888" y="1020"/>
                  </a:lnTo>
                  <a:lnTo>
                    <a:pt x="4861" y="1342"/>
                  </a:lnTo>
                  <a:lnTo>
                    <a:pt x="4713" y="1594"/>
                  </a:lnTo>
                  <a:lnTo>
                    <a:pt x="4360" y="1875"/>
                  </a:lnTo>
                  <a:lnTo>
                    <a:pt x="4122" y="1992"/>
                  </a:lnTo>
                  <a:lnTo>
                    <a:pt x="3855" y="2075"/>
                  </a:lnTo>
                  <a:lnTo>
                    <a:pt x="3350" y="2274"/>
                  </a:lnTo>
                  <a:lnTo>
                    <a:pt x="3018" y="2500"/>
                  </a:lnTo>
                  <a:lnTo>
                    <a:pt x="2748" y="2682"/>
                  </a:lnTo>
                  <a:lnTo>
                    <a:pt x="2274" y="2894"/>
                  </a:lnTo>
                  <a:lnTo>
                    <a:pt x="1914" y="3008"/>
                  </a:lnTo>
                  <a:lnTo>
                    <a:pt x="1587" y="3034"/>
                  </a:lnTo>
                  <a:lnTo>
                    <a:pt x="1426" y="2896"/>
                  </a:lnTo>
                  <a:lnTo>
                    <a:pt x="1351" y="2561"/>
                  </a:lnTo>
                  <a:lnTo>
                    <a:pt x="1306" y="2282"/>
                  </a:lnTo>
                  <a:lnTo>
                    <a:pt x="1411" y="2118"/>
                  </a:lnTo>
                  <a:lnTo>
                    <a:pt x="1665" y="2201"/>
                  </a:lnTo>
                  <a:lnTo>
                    <a:pt x="1910" y="2218"/>
                  </a:lnTo>
                  <a:lnTo>
                    <a:pt x="2246" y="2248"/>
                  </a:lnTo>
                  <a:lnTo>
                    <a:pt x="2391" y="2151"/>
                  </a:lnTo>
                  <a:lnTo>
                    <a:pt x="2496" y="2032"/>
                  </a:lnTo>
                  <a:lnTo>
                    <a:pt x="2666" y="1713"/>
                  </a:lnTo>
                  <a:lnTo>
                    <a:pt x="2916" y="1519"/>
                  </a:lnTo>
                  <a:lnTo>
                    <a:pt x="3194" y="1392"/>
                  </a:lnTo>
                  <a:lnTo>
                    <a:pt x="3419" y="1375"/>
                  </a:lnTo>
                  <a:lnTo>
                    <a:pt x="3624" y="1368"/>
                  </a:lnTo>
                  <a:lnTo>
                    <a:pt x="3820" y="1284"/>
                  </a:lnTo>
                  <a:lnTo>
                    <a:pt x="3886" y="1030"/>
                  </a:lnTo>
                  <a:lnTo>
                    <a:pt x="3749" y="771"/>
                  </a:lnTo>
                  <a:lnTo>
                    <a:pt x="3401" y="785"/>
                  </a:lnTo>
                  <a:lnTo>
                    <a:pt x="3186" y="813"/>
                  </a:lnTo>
                  <a:lnTo>
                    <a:pt x="2897" y="929"/>
                  </a:lnTo>
                  <a:lnTo>
                    <a:pt x="2648" y="1079"/>
                  </a:lnTo>
                  <a:lnTo>
                    <a:pt x="2308" y="1215"/>
                  </a:lnTo>
                  <a:lnTo>
                    <a:pt x="1970" y="1285"/>
                  </a:lnTo>
                  <a:lnTo>
                    <a:pt x="1610" y="1377"/>
                  </a:lnTo>
                  <a:lnTo>
                    <a:pt x="1228" y="1546"/>
                  </a:lnTo>
                  <a:lnTo>
                    <a:pt x="1062" y="1709"/>
                  </a:lnTo>
                  <a:lnTo>
                    <a:pt x="801" y="1948"/>
                  </a:lnTo>
                  <a:lnTo>
                    <a:pt x="600" y="2093"/>
                  </a:lnTo>
                  <a:lnTo>
                    <a:pt x="367" y="2205"/>
                  </a:lnTo>
                  <a:lnTo>
                    <a:pt x="216" y="2112"/>
                  </a:lnTo>
                  <a:lnTo>
                    <a:pt x="14" y="1930"/>
                  </a:lnTo>
                  <a:lnTo>
                    <a:pt x="0" y="1662"/>
                  </a:lnTo>
                  <a:lnTo>
                    <a:pt x="45" y="1430"/>
                  </a:lnTo>
                  <a:lnTo>
                    <a:pt x="129" y="1343"/>
                  </a:lnTo>
                  <a:lnTo>
                    <a:pt x="560" y="1208"/>
                  </a:lnTo>
                  <a:lnTo>
                    <a:pt x="942" y="1028"/>
                  </a:lnTo>
                  <a:lnTo>
                    <a:pt x="1158" y="977"/>
                  </a:lnTo>
                  <a:lnTo>
                    <a:pt x="1756" y="724"/>
                  </a:lnTo>
                  <a:lnTo>
                    <a:pt x="2129" y="466"/>
                  </a:lnTo>
                  <a:lnTo>
                    <a:pt x="2554" y="198"/>
                  </a:lnTo>
                  <a:lnTo>
                    <a:pt x="3027" y="64"/>
                  </a:lnTo>
                  <a:lnTo>
                    <a:pt x="3580" y="0"/>
                  </a:lnTo>
                  <a:lnTo>
                    <a:pt x="3979" y="31"/>
                  </a:lnTo>
                  <a:lnTo>
                    <a:pt x="4362" y="251"/>
                  </a:lnTo>
                  <a:lnTo>
                    <a:pt x="4724" y="5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8829538" y="2644305"/>
              <a:ext cx="387" cy="333"/>
            </a:xfrm>
            <a:custGeom>
              <a:avLst/>
              <a:pathLst>
                <a:path w="387" h="333">
                  <a:moveTo>
                    <a:pt x="365" y="220"/>
                  </a:moveTo>
                  <a:lnTo>
                    <a:pt x="298" y="291"/>
                  </a:lnTo>
                  <a:lnTo>
                    <a:pt x="287" y="295"/>
                  </a:lnTo>
                  <a:lnTo>
                    <a:pt x="272" y="297"/>
                  </a:lnTo>
                  <a:lnTo>
                    <a:pt x="265" y="292"/>
                  </a:lnTo>
                  <a:lnTo>
                    <a:pt x="260" y="273"/>
                  </a:lnTo>
                  <a:lnTo>
                    <a:pt x="254" y="262"/>
                  </a:lnTo>
                  <a:lnTo>
                    <a:pt x="248" y="260"/>
                  </a:lnTo>
                  <a:lnTo>
                    <a:pt x="241" y="261"/>
                  </a:lnTo>
                  <a:lnTo>
                    <a:pt x="183" y="288"/>
                  </a:lnTo>
                  <a:lnTo>
                    <a:pt x="85" y="333"/>
                  </a:lnTo>
                  <a:lnTo>
                    <a:pt x="48" y="326"/>
                  </a:lnTo>
                  <a:lnTo>
                    <a:pt x="31" y="310"/>
                  </a:lnTo>
                  <a:lnTo>
                    <a:pt x="0" y="202"/>
                  </a:lnTo>
                  <a:lnTo>
                    <a:pt x="0" y="172"/>
                  </a:lnTo>
                  <a:lnTo>
                    <a:pt x="81" y="99"/>
                  </a:lnTo>
                  <a:lnTo>
                    <a:pt x="237" y="0"/>
                  </a:lnTo>
                  <a:lnTo>
                    <a:pt x="297" y="1"/>
                  </a:lnTo>
                  <a:lnTo>
                    <a:pt x="326" y="37"/>
                  </a:lnTo>
                  <a:lnTo>
                    <a:pt x="387" y="153"/>
                  </a:lnTo>
                  <a:lnTo>
                    <a:pt x="384" y="183"/>
                  </a:lnTo>
                  <a:lnTo>
                    <a:pt x="365" y="2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8817625" y="2642669"/>
              <a:ext cx="264" cy="485"/>
            </a:xfrm>
            <a:custGeom>
              <a:avLst/>
              <a:pathLst>
                <a:path w="264" h="485">
                  <a:moveTo>
                    <a:pt x="241" y="445"/>
                  </a:moveTo>
                  <a:lnTo>
                    <a:pt x="54" y="485"/>
                  </a:lnTo>
                  <a:lnTo>
                    <a:pt x="14" y="444"/>
                  </a:lnTo>
                  <a:lnTo>
                    <a:pt x="5" y="408"/>
                  </a:lnTo>
                  <a:lnTo>
                    <a:pt x="0" y="269"/>
                  </a:lnTo>
                  <a:lnTo>
                    <a:pt x="61" y="0"/>
                  </a:lnTo>
                  <a:lnTo>
                    <a:pt x="74" y="0"/>
                  </a:lnTo>
                  <a:lnTo>
                    <a:pt x="262" y="267"/>
                  </a:lnTo>
                  <a:lnTo>
                    <a:pt x="264" y="346"/>
                  </a:lnTo>
                  <a:lnTo>
                    <a:pt x="241" y="44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8828123" y="2642679"/>
              <a:ext cx="420" cy="447"/>
            </a:xfrm>
            <a:custGeom>
              <a:avLst/>
              <a:pathLst>
                <a:path w="420" h="447">
                  <a:moveTo>
                    <a:pt x="263" y="436"/>
                  </a:moveTo>
                  <a:lnTo>
                    <a:pt x="192" y="447"/>
                  </a:lnTo>
                  <a:lnTo>
                    <a:pt x="66" y="361"/>
                  </a:lnTo>
                  <a:lnTo>
                    <a:pt x="37" y="313"/>
                  </a:lnTo>
                  <a:lnTo>
                    <a:pt x="0" y="88"/>
                  </a:lnTo>
                  <a:lnTo>
                    <a:pt x="1" y="62"/>
                  </a:lnTo>
                  <a:lnTo>
                    <a:pt x="83" y="0"/>
                  </a:lnTo>
                  <a:lnTo>
                    <a:pt x="117" y="0"/>
                  </a:lnTo>
                  <a:lnTo>
                    <a:pt x="172" y="53"/>
                  </a:lnTo>
                  <a:lnTo>
                    <a:pt x="306" y="233"/>
                  </a:lnTo>
                  <a:lnTo>
                    <a:pt x="418" y="244"/>
                  </a:lnTo>
                  <a:lnTo>
                    <a:pt x="420" y="270"/>
                  </a:lnTo>
                  <a:lnTo>
                    <a:pt x="415" y="281"/>
                  </a:lnTo>
                  <a:lnTo>
                    <a:pt x="349" y="394"/>
                  </a:lnTo>
                  <a:lnTo>
                    <a:pt x="263" y="43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8815554" y="2641538"/>
              <a:ext cx="612" cy="952"/>
            </a:xfrm>
            <a:custGeom>
              <a:avLst/>
              <a:pathLst>
                <a:path w="612" h="952">
                  <a:moveTo>
                    <a:pt x="416" y="938"/>
                  </a:moveTo>
                  <a:lnTo>
                    <a:pt x="344" y="952"/>
                  </a:lnTo>
                  <a:lnTo>
                    <a:pt x="89" y="872"/>
                  </a:lnTo>
                  <a:lnTo>
                    <a:pt x="55" y="850"/>
                  </a:lnTo>
                  <a:lnTo>
                    <a:pt x="0" y="793"/>
                  </a:lnTo>
                  <a:lnTo>
                    <a:pt x="41" y="624"/>
                  </a:lnTo>
                  <a:lnTo>
                    <a:pt x="79" y="415"/>
                  </a:lnTo>
                  <a:lnTo>
                    <a:pt x="96" y="287"/>
                  </a:lnTo>
                  <a:lnTo>
                    <a:pt x="98" y="179"/>
                  </a:lnTo>
                  <a:lnTo>
                    <a:pt x="106" y="127"/>
                  </a:lnTo>
                  <a:lnTo>
                    <a:pt x="121" y="88"/>
                  </a:lnTo>
                  <a:lnTo>
                    <a:pt x="202" y="0"/>
                  </a:lnTo>
                  <a:lnTo>
                    <a:pt x="216" y="2"/>
                  </a:lnTo>
                  <a:lnTo>
                    <a:pt x="271" y="40"/>
                  </a:lnTo>
                  <a:lnTo>
                    <a:pt x="323" y="96"/>
                  </a:lnTo>
                  <a:lnTo>
                    <a:pt x="488" y="373"/>
                  </a:lnTo>
                  <a:lnTo>
                    <a:pt x="589" y="623"/>
                  </a:lnTo>
                  <a:lnTo>
                    <a:pt x="612" y="720"/>
                  </a:lnTo>
                  <a:lnTo>
                    <a:pt x="416" y="9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8820757" y="2641562"/>
              <a:ext cx="386" cy="350"/>
            </a:xfrm>
            <a:custGeom>
              <a:avLst/>
              <a:pathLst>
                <a:path w="386" h="350">
                  <a:moveTo>
                    <a:pt x="57" y="350"/>
                  </a:moveTo>
                  <a:lnTo>
                    <a:pt x="26" y="349"/>
                  </a:lnTo>
                  <a:lnTo>
                    <a:pt x="9" y="326"/>
                  </a:lnTo>
                  <a:lnTo>
                    <a:pt x="0" y="283"/>
                  </a:lnTo>
                  <a:lnTo>
                    <a:pt x="10" y="222"/>
                  </a:lnTo>
                  <a:lnTo>
                    <a:pt x="32" y="187"/>
                  </a:lnTo>
                  <a:lnTo>
                    <a:pt x="296" y="5"/>
                  </a:lnTo>
                  <a:lnTo>
                    <a:pt x="337" y="0"/>
                  </a:lnTo>
                  <a:lnTo>
                    <a:pt x="368" y="18"/>
                  </a:lnTo>
                  <a:lnTo>
                    <a:pt x="386" y="47"/>
                  </a:lnTo>
                  <a:lnTo>
                    <a:pt x="386" y="93"/>
                  </a:lnTo>
                  <a:lnTo>
                    <a:pt x="371" y="131"/>
                  </a:lnTo>
                  <a:lnTo>
                    <a:pt x="341" y="171"/>
                  </a:lnTo>
                  <a:lnTo>
                    <a:pt x="84" y="333"/>
                  </a:lnTo>
                  <a:lnTo>
                    <a:pt x="67" y="343"/>
                  </a:lnTo>
                  <a:lnTo>
                    <a:pt x="57" y="35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8832289" y="2638129"/>
              <a:ext cx="561" cy="500"/>
            </a:xfrm>
            <a:custGeom>
              <a:avLst/>
              <a:pathLst>
                <a:path w="561" h="500">
                  <a:moveTo>
                    <a:pt x="299" y="499"/>
                  </a:moveTo>
                  <a:lnTo>
                    <a:pt x="294" y="500"/>
                  </a:lnTo>
                  <a:lnTo>
                    <a:pt x="227" y="460"/>
                  </a:lnTo>
                  <a:lnTo>
                    <a:pt x="18" y="236"/>
                  </a:lnTo>
                  <a:lnTo>
                    <a:pt x="0" y="60"/>
                  </a:lnTo>
                  <a:lnTo>
                    <a:pt x="4" y="53"/>
                  </a:lnTo>
                  <a:lnTo>
                    <a:pt x="8" y="49"/>
                  </a:lnTo>
                  <a:lnTo>
                    <a:pt x="323" y="7"/>
                  </a:lnTo>
                  <a:lnTo>
                    <a:pt x="377" y="0"/>
                  </a:lnTo>
                  <a:lnTo>
                    <a:pt x="383" y="0"/>
                  </a:lnTo>
                  <a:lnTo>
                    <a:pt x="517" y="9"/>
                  </a:lnTo>
                  <a:lnTo>
                    <a:pt x="541" y="24"/>
                  </a:lnTo>
                  <a:lnTo>
                    <a:pt x="561" y="54"/>
                  </a:lnTo>
                  <a:lnTo>
                    <a:pt x="561" y="119"/>
                  </a:lnTo>
                  <a:lnTo>
                    <a:pt x="561" y="129"/>
                  </a:lnTo>
                  <a:lnTo>
                    <a:pt x="520" y="334"/>
                  </a:lnTo>
                  <a:lnTo>
                    <a:pt x="510" y="349"/>
                  </a:lnTo>
                  <a:lnTo>
                    <a:pt x="307" y="497"/>
                  </a:lnTo>
                  <a:lnTo>
                    <a:pt x="299" y="49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8857802" y="2622259"/>
              <a:ext cx="445" cy="305"/>
            </a:xfrm>
            <a:custGeom>
              <a:avLst/>
              <a:pathLst>
                <a:path w="445" h="305">
                  <a:moveTo>
                    <a:pt x="186" y="295"/>
                  </a:moveTo>
                  <a:lnTo>
                    <a:pt x="164" y="305"/>
                  </a:lnTo>
                  <a:lnTo>
                    <a:pt x="74" y="285"/>
                  </a:lnTo>
                  <a:lnTo>
                    <a:pt x="40" y="278"/>
                  </a:lnTo>
                  <a:lnTo>
                    <a:pt x="12" y="254"/>
                  </a:lnTo>
                  <a:lnTo>
                    <a:pt x="2" y="235"/>
                  </a:lnTo>
                  <a:lnTo>
                    <a:pt x="0" y="193"/>
                  </a:lnTo>
                  <a:lnTo>
                    <a:pt x="15" y="119"/>
                  </a:lnTo>
                  <a:lnTo>
                    <a:pt x="52" y="76"/>
                  </a:lnTo>
                  <a:lnTo>
                    <a:pt x="74" y="65"/>
                  </a:lnTo>
                  <a:lnTo>
                    <a:pt x="332" y="0"/>
                  </a:lnTo>
                  <a:lnTo>
                    <a:pt x="345" y="4"/>
                  </a:lnTo>
                  <a:lnTo>
                    <a:pt x="444" y="142"/>
                  </a:lnTo>
                  <a:lnTo>
                    <a:pt x="445" y="163"/>
                  </a:lnTo>
                  <a:lnTo>
                    <a:pt x="433" y="182"/>
                  </a:lnTo>
                  <a:lnTo>
                    <a:pt x="186" y="29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8863019" y="2620726"/>
              <a:ext cx="846" cy="962"/>
            </a:xfrm>
            <a:custGeom>
              <a:avLst/>
              <a:pathLst>
                <a:path w="846" h="962">
                  <a:moveTo>
                    <a:pt x="238" y="962"/>
                  </a:moveTo>
                  <a:lnTo>
                    <a:pt x="187" y="959"/>
                  </a:lnTo>
                  <a:lnTo>
                    <a:pt x="163" y="947"/>
                  </a:lnTo>
                  <a:lnTo>
                    <a:pt x="117" y="888"/>
                  </a:lnTo>
                  <a:lnTo>
                    <a:pt x="69" y="769"/>
                  </a:lnTo>
                  <a:lnTo>
                    <a:pt x="0" y="363"/>
                  </a:lnTo>
                  <a:lnTo>
                    <a:pt x="72" y="241"/>
                  </a:lnTo>
                  <a:lnTo>
                    <a:pt x="240" y="20"/>
                  </a:lnTo>
                  <a:lnTo>
                    <a:pt x="275" y="1"/>
                  </a:lnTo>
                  <a:lnTo>
                    <a:pt x="299" y="0"/>
                  </a:lnTo>
                  <a:lnTo>
                    <a:pt x="479" y="26"/>
                  </a:lnTo>
                  <a:lnTo>
                    <a:pt x="706" y="140"/>
                  </a:lnTo>
                  <a:lnTo>
                    <a:pt x="780" y="189"/>
                  </a:lnTo>
                  <a:lnTo>
                    <a:pt x="802" y="212"/>
                  </a:lnTo>
                  <a:lnTo>
                    <a:pt x="841" y="358"/>
                  </a:lnTo>
                  <a:lnTo>
                    <a:pt x="846" y="397"/>
                  </a:lnTo>
                  <a:lnTo>
                    <a:pt x="749" y="621"/>
                  </a:lnTo>
                  <a:lnTo>
                    <a:pt x="735" y="643"/>
                  </a:lnTo>
                  <a:lnTo>
                    <a:pt x="471" y="890"/>
                  </a:lnTo>
                  <a:lnTo>
                    <a:pt x="279" y="955"/>
                  </a:lnTo>
                  <a:lnTo>
                    <a:pt x="238" y="96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8862810" y="2619982"/>
              <a:ext cx="597" cy="736"/>
            </a:xfrm>
            <a:custGeom>
              <a:avLst/>
              <a:pathLst>
                <a:path w="597" h="736">
                  <a:moveTo>
                    <a:pt x="476" y="670"/>
                  </a:moveTo>
                  <a:lnTo>
                    <a:pt x="143" y="736"/>
                  </a:lnTo>
                  <a:lnTo>
                    <a:pt x="131" y="724"/>
                  </a:lnTo>
                  <a:lnTo>
                    <a:pt x="0" y="128"/>
                  </a:lnTo>
                  <a:lnTo>
                    <a:pt x="4" y="104"/>
                  </a:lnTo>
                  <a:lnTo>
                    <a:pt x="28" y="57"/>
                  </a:lnTo>
                  <a:lnTo>
                    <a:pt x="64" y="20"/>
                  </a:lnTo>
                  <a:lnTo>
                    <a:pt x="233" y="0"/>
                  </a:lnTo>
                  <a:lnTo>
                    <a:pt x="250" y="6"/>
                  </a:lnTo>
                  <a:lnTo>
                    <a:pt x="405" y="340"/>
                  </a:lnTo>
                  <a:lnTo>
                    <a:pt x="520" y="463"/>
                  </a:lnTo>
                  <a:lnTo>
                    <a:pt x="548" y="469"/>
                  </a:lnTo>
                  <a:lnTo>
                    <a:pt x="572" y="486"/>
                  </a:lnTo>
                  <a:lnTo>
                    <a:pt x="596" y="539"/>
                  </a:lnTo>
                  <a:lnTo>
                    <a:pt x="597" y="551"/>
                  </a:lnTo>
                  <a:lnTo>
                    <a:pt x="535" y="631"/>
                  </a:lnTo>
                  <a:lnTo>
                    <a:pt x="476" y="67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8866673" y="2597655"/>
              <a:ext cx="656" cy="786"/>
            </a:xfrm>
            <a:custGeom>
              <a:avLst/>
              <a:pathLst>
                <a:path w="656" h="786">
                  <a:moveTo>
                    <a:pt x="209" y="777"/>
                  </a:moveTo>
                  <a:lnTo>
                    <a:pt x="76" y="786"/>
                  </a:lnTo>
                  <a:lnTo>
                    <a:pt x="19" y="683"/>
                  </a:lnTo>
                  <a:lnTo>
                    <a:pt x="0" y="362"/>
                  </a:lnTo>
                  <a:lnTo>
                    <a:pt x="371" y="45"/>
                  </a:lnTo>
                  <a:lnTo>
                    <a:pt x="536" y="0"/>
                  </a:lnTo>
                  <a:lnTo>
                    <a:pt x="623" y="10"/>
                  </a:lnTo>
                  <a:lnTo>
                    <a:pt x="644" y="31"/>
                  </a:lnTo>
                  <a:lnTo>
                    <a:pt x="656" y="365"/>
                  </a:lnTo>
                  <a:lnTo>
                    <a:pt x="614" y="490"/>
                  </a:lnTo>
                  <a:lnTo>
                    <a:pt x="483" y="607"/>
                  </a:lnTo>
                  <a:lnTo>
                    <a:pt x="209" y="77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8869148" y="2594348"/>
              <a:ext cx="269" cy="431"/>
            </a:xfrm>
            <a:custGeom>
              <a:avLst/>
              <a:pathLst>
                <a:path w="269" h="431">
                  <a:moveTo>
                    <a:pt x="106" y="416"/>
                  </a:moveTo>
                  <a:lnTo>
                    <a:pt x="76" y="431"/>
                  </a:lnTo>
                  <a:lnTo>
                    <a:pt x="46" y="426"/>
                  </a:lnTo>
                  <a:lnTo>
                    <a:pt x="25" y="431"/>
                  </a:lnTo>
                  <a:lnTo>
                    <a:pt x="4" y="421"/>
                  </a:lnTo>
                  <a:lnTo>
                    <a:pt x="0" y="412"/>
                  </a:lnTo>
                  <a:lnTo>
                    <a:pt x="0" y="392"/>
                  </a:lnTo>
                  <a:lnTo>
                    <a:pt x="0" y="358"/>
                  </a:lnTo>
                  <a:lnTo>
                    <a:pt x="0" y="265"/>
                  </a:lnTo>
                  <a:lnTo>
                    <a:pt x="0" y="200"/>
                  </a:lnTo>
                  <a:lnTo>
                    <a:pt x="0" y="87"/>
                  </a:lnTo>
                  <a:lnTo>
                    <a:pt x="4" y="63"/>
                  </a:lnTo>
                  <a:lnTo>
                    <a:pt x="4" y="9"/>
                  </a:lnTo>
                  <a:lnTo>
                    <a:pt x="17" y="0"/>
                  </a:lnTo>
                  <a:lnTo>
                    <a:pt x="59" y="0"/>
                  </a:lnTo>
                  <a:lnTo>
                    <a:pt x="98" y="4"/>
                  </a:lnTo>
                  <a:lnTo>
                    <a:pt x="140" y="19"/>
                  </a:lnTo>
                  <a:lnTo>
                    <a:pt x="187" y="48"/>
                  </a:lnTo>
                  <a:lnTo>
                    <a:pt x="226" y="92"/>
                  </a:lnTo>
                  <a:lnTo>
                    <a:pt x="243" y="126"/>
                  </a:lnTo>
                  <a:lnTo>
                    <a:pt x="243" y="164"/>
                  </a:lnTo>
                  <a:lnTo>
                    <a:pt x="250" y="207"/>
                  </a:lnTo>
                  <a:lnTo>
                    <a:pt x="269" y="247"/>
                  </a:lnTo>
                  <a:lnTo>
                    <a:pt x="256" y="271"/>
                  </a:lnTo>
                  <a:lnTo>
                    <a:pt x="234" y="310"/>
                  </a:lnTo>
                  <a:lnTo>
                    <a:pt x="200" y="353"/>
                  </a:lnTo>
                  <a:lnTo>
                    <a:pt x="162" y="387"/>
                  </a:lnTo>
                  <a:lnTo>
                    <a:pt x="106" y="41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8785568" y="2589209"/>
              <a:ext cx="349" cy="418"/>
            </a:xfrm>
            <a:custGeom>
              <a:avLst/>
              <a:pathLst>
                <a:path w="349" h="418">
                  <a:moveTo>
                    <a:pt x="226" y="323"/>
                  </a:moveTo>
                  <a:lnTo>
                    <a:pt x="101" y="418"/>
                  </a:lnTo>
                  <a:lnTo>
                    <a:pt x="2" y="399"/>
                  </a:lnTo>
                  <a:lnTo>
                    <a:pt x="0" y="379"/>
                  </a:lnTo>
                  <a:lnTo>
                    <a:pt x="24" y="314"/>
                  </a:lnTo>
                  <a:lnTo>
                    <a:pt x="128" y="188"/>
                  </a:lnTo>
                  <a:lnTo>
                    <a:pt x="326" y="0"/>
                  </a:lnTo>
                  <a:lnTo>
                    <a:pt x="349" y="37"/>
                  </a:lnTo>
                  <a:lnTo>
                    <a:pt x="331" y="124"/>
                  </a:lnTo>
                  <a:lnTo>
                    <a:pt x="291" y="214"/>
                  </a:lnTo>
                  <a:lnTo>
                    <a:pt x="226" y="3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9004804" y="2593401"/>
              <a:ext cx="5564" cy="4146"/>
            </a:xfrm>
            <a:custGeom>
              <a:avLst/>
              <a:pathLst>
                <a:path w="5564" h="4146">
                  <a:moveTo>
                    <a:pt x="3188" y="4146"/>
                  </a:moveTo>
                  <a:lnTo>
                    <a:pt x="2327" y="4110"/>
                  </a:lnTo>
                  <a:lnTo>
                    <a:pt x="1396" y="3813"/>
                  </a:lnTo>
                  <a:lnTo>
                    <a:pt x="500" y="3200"/>
                  </a:lnTo>
                  <a:lnTo>
                    <a:pt x="0" y="1844"/>
                  </a:lnTo>
                  <a:lnTo>
                    <a:pt x="309" y="674"/>
                  </a:lnTo>
                  <a:lnTo>
                    <a:pt x="1239" y="246"/>
                  </a:lnTo>
                  <a:lnTo>
                    <a:pt x="2169" y="40"/>
                  </a:lnTo>
                  <a:lnTo>
                    <a:pt x="3269" y="0"/>
                  </a:lnTo>
                  <a:lnTo>
                    <a:pt x="4289" y="355"/>
                  </a:lnTo>
                  <a:lnTo>
                    <a:pt x="5168" y="652"/>
                  </a:lnTo>
                  <a:lnTo>
                    <a:pt x="5564" y="1544"/>
                  </a:lnTo>
                  <a:lnTo>
                    <a:pt x="5289" y="2399"/>
                  </a:lnTo>
                  <a:lnTo>
                    <a:pt x="4927" y="3142"/>
                  </a:lnTo>
                  <a:lnTo>
                    <a:pt x="4049" y="3830"/>
                  </a:lnTo>
                  <a:lnTo>
                    <a:pt x="3188" y="414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8806927" y="2572218"/>
              <a:ext cx="1008" cy="1025"/>
            </a:xfrm>
            <a:custGeom>
              <a:avLst/>
              <a:pathLst>
                <a:path w="1008" h="1025">
                  <a:moveTo>
                    <a:pt x="623" y="65"/>
                  </a:moveTo>
                  <a:lnTo>
                    <a:pt x="639" y="67"/>
                  </a:lnTo>
                  <a:lnTo>
                    <a:pt x="688" y="27"/>
                  </a:lnTo>
                  <a:lnTo>
                    <a:pt x="762" y="20"/>
                  </a:lnTo>
                  <a:lnTo>
                    <a:pt x="808" y="22"/>
                  </a:lnTo>
                  <a:lnTo>
                    <a:pt x="859" y="47"/>
                  </a:lnTo>
                  <a:lnTo>
                    <a:pt x="892" y="76"/>
                  </a:lnTo>
                  <a:lnTo>
                    <a:pt x="916" y="123"/>
                  </a:lnTo>
                  <a:lnTo>
                    <a:pt x="933" y="170"/>
                  </a:lnTo>
                  <a:lnTo>
                    <a:pt x="939" y="254"/>
                  </a:lnTo>
                  <a:lnTo>
                    <a:pt x="928" y="297"/>
                  </a:lnTo>
                  <a:lnTo>
                    <a:pt x="912" y="317"/>
                  </a:lnTo>
                  <a:lnTo>
                    <a:pt x="930" y="386"/>
                  </a:lnTo>
                  <a:lnTo>
                    <a:pt x="965" y="404"/>
                  </a:lnTo>
                  <a:lnTo>
                    <a:pt x="979" y="425"/>
                  </a:lnTo>
                  <a:lnTo>
                    <a:pt x="987" y="437"/>
                  </a:lnTo>
                  <a:lnTo>
                    <a:pt x="1002" y="475"/>
                  </a:lnTo>
                  <a:lnTo>
                    <a:pt x="1008" y="506"/>
                  </a:lnTo>
                  <a:lnTo>
                    <a:pt x="1008" y="544"/>
                  </a:lnTo>
                  <a:lnTo>
                    <a:pt x="996" y="588"/>
                  </a:lnTo>
                  <a:lnTo>
                    <a:pt x="979" y="617"/>
                  </a:lnTo>
                  <a:lnTo>
                    <a:pt x="901" y="667"/>
                  </a:lnTo>
                  <a:lnTo>
                    <a:pt x="866" y="685"/>
                  </a:lnTo>
                  <a:lnTo>
                    <a:pt x="829" y="717"/>
                  </a:lnTo>
                  <a:lnTo>
                    <a:pt x="796" y="757"/>
                  </a:lnTo>
                  <a:lnTo>
                    <a:pt x="787" y="770"/>
                  </a:lnTo>
                  <a:lnTo>
                    <a:pt x="773" y="791"/>
                  </a:lnTo>
                  <a:lnTo>
                    <a:pt x="767" y="799"/>
                  </a:lnTo>
                  <a:lnTo>
                    <a:pt x="723" y="846"/>
                  </a:lnTo>
                  <a:lnTo>
                    <a:pt x="689" y="872"/>
                  </a:lnTo>
                  <a:lnTo>
                    <a:pt x="656" y="888"/>
                  </a:lnTo>
                  <a:lnTo>
                    <a:pt x="626" y="895"/>
                  </a:lnTo>
                  <a:lnTo>
                    <a:pt x="612" y="892"/>
                  </a:lnTo>
                  <a:lnTo>
                    <a:pt x="609" y="886"/>
                  </a:lnTo>
                  <a:lnTo>
                    <a:pt x="573" y="897"/>
                  </a:lnTo>
                  <a:lnTo>
                    <a:pt x="561" y="925"/>
                  </a:lnTo>
                  <a:lnTo>
                    <a:pt x="517" y="979"/>
                  </a:lnTo>
                  <a:lnTo>
                    <a:pt x="482" y="1016"/>
                  </a:lnTo>
                  <a:lnTo>
                    <a:pt x="448" y="1025"/>
                  </a:lnTo>
                  <a:lnTo>
                    <a:pt x="413" y="1025"/>
                  </a:lnTo>
                  <a:lnTo>
                    <a:pt x="383" y="1016"/>
                  </a:lnTo>
                  <a:lnTo>
                    <a:pt x="342" y="996"/>
                  </a:lnTo>
                  <a:lnTo>
                    <a:pt x="329" y="982"/>
                  </a:lnTo>
                  <a:lnTo>
                    <a:pt x="317" y="968"/>
                  </a:lnTo>
                  <a:lnTo>
                    <a:pt x="312" y="963"/>
                  </a:lnTo>
                  <a:lnTo>
                    <a:pt x="297" y="915"/>
                  </a:lnTo>
                  <a:lnTo>
                    <a:pt x="295" y="898"/>
                  </a:lnTo>
                  <a:lnTo>
                    <a:pt x="241" y="858"/>
                  </a:lnTo>
                  <a:lnTo>
                    <a:pt x="229" y="866"/>
                  </a:lnTo>
                  <a:lnTo>
                    <a:pt x="205" y="876"/>
                  </a:lnTo>
                  <a:lnTo>
                    <a:pt x="162" y="874"/>
                  </a:lnTo>
                  <a:lnTo>
                    <a:pt x="126" y="862"/>
                  </a:lnTo>
                  <a:lnTo>
                    <a:pt x="51" y="805"/>
                  </a:lnTo>
                  <a:lnTo>
                    <a:pt x="14" y="759"/>
                  </a:lnTo>
                  <a:lnTo>
                    <a:pt x="0" y="699"/>
                  </a:lnTo>
                  <a:lnTo>
                    <a:pt x="1" y="682"/>
                  </a:lnTo>
                  <a:lnTo>
                    <a:pt x="5" y="648"/>
                  </a:lnTo>
                  <a:lnTo>
                    <a:pt x="32" y="565"/>
                  </a:lnTo>
                  <a:lnTo>
                    <a:pt x="56" y="519"/>
                  </a:lnTo>
                  <a:lnTo>
                    <a:pt x="98" y="493"/>
                  </a:lnTo>
                  <a:lnTo>
                    <a:pt x="107" y="439"/>
                  </a:lnTo>
                  <a:lnTo>
                    <a:pt x="114" y="396"/>
                  </a:lnTo>
                  <a:lnTo>
                    <a:pt x="117" y="379"/>
                  </a:lnTo>
                  <a:lnTo>
                    <a:pt x="103" y="351"/>
                  </a:lnTo>
                  <a:lnTo>
                    <a:pt x="96" y="293"/>
                  </a:lnTo>
                  <a:lnTo>
                    <a:pt x="100" y="257"/>
                  </a:lnTo>
                  <a:lnTo>
                    <a:pt x="118" y="199"/>
                  </a:lnTo>
                  <a:lnTo>
                    <a:pt x="125" y="166"/>
                  </a:lnTo>
                  <a:lnTo>
                    <a:pt x="136" y="111"/>
                  </a:lnTo>
                  <a:lnTo>
                    <a:pt x="163" y="43"/>
                  </a:lnTo>
                  <a:lnTo>
                    <a:pt x="188" y="21"/>
                  </a:lnTo>
                  <a:lnTo>
                    <a:pt x="220" y="7"/>
                  </a:lnTo>
                  <a:lnTo>
                    <a:pt x="273" y="0"/>
                  </a:lnTo>
                  <a:lnTo>
                    <a:pt x="356" y="1"/>
                  </a:lnTo>
                  <a:lnTo>
                    <a:pt x="429" y="2"/>
                  </a:lnTo>
                  <a:lnTo>
                    <a:pt x="480" y="21"/>
                  </a:lnTo>
                  <a:lnTo>
                    <a:pt x="515" y="48"/>
                  </a:lnTo>
                  <a:lnTo>
                    <a:pt x="521" y="59"/>
                  </a:lnTo>
                  <a:lnTo>
                    <a:pt x="623" y="6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8969820" y="2579127"/>
              <a:ext cx="2892" cy="3045"/>
            </a:xfrm>
            <a:custGeom>
              <a:avLst/>
              <a:pathLst>
                <a:path w="2892" h="3045">
                  <a:moveTo>
                    <a:pt x="2006" y="2784"/>
                  </a:moveTo>
                  <a:lnTo>
                    <a:pt x="1359" y="3045"/>
                  </a:lnTo>
                  <a:lnTo>
                    <a:pt x="859" y="2999"/>
                  </a:lnTo>
                  <a:lnTo>
                    <a:pt x="541" y="2869"/>
                  </a:lnTo>
                  <a:lnTo>
                    <a:pt x="197" y="2450"/>
                  </a:lnTo>
                  <a:lnTo>
                    <a:pt x="0" y="1715"/>
                  </a:lnTo>
                  <a:lnTo>
                    <a:pt x="192" y="820"/>
                  </a:lnTo>
                  <a:lnTo>
                    <a:pt x="559" y="263"/>
                  </a:lnTo>
                  <a:lnTo>
                    <a:pt x="1178" y="19"/>
                  </a:lnTo>
                  <a:lnTo>
                    <a:pt x="1531" y="0"/>
                  </a:lnTo>
                  <a:lnTo>
                    <a:pt x="2070" y="129"/>
                  </a:lnTo>
                  <a:lnTo>
                    <a:pt x="2584" y="626"/>
                  </a:lnTo>
                  <a:lnTo>
                    <a:pt x="2892" y="1233"/>
                  </a:lnTo>
                  <a:lnTo>
                    <a:pt x="2883" y="1848"/>
                  </a:lnTo>
                  <a:lnTo>
                    <a:pt x="2482" y="2474"/>
                  </a:lnTo>
                  <a:lnTo>
                    <a:pt x="2006" y="27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8893860" y="2560651"/>
              <a:ext cx="303" cy="472"/>
            </a:xfrm>
            <a:custGeom>
              <a:avLst/>
              <a:pathLst>
                <a:path w="303" h="472">
                  <a:moveTo>
                    <a:pt x="286" y="429"/>
                  </a:moveTo>
                  <a:lnTo>
                    <a:pt x="235" y="472"/>
                  </a:lnTo>
                  <a:lnTo>
                    <a:pt x="125" y="401"/>
                  </a:lnTo>
                  <a:lnTo>
                    <a:pt x="1" y="199"/>
                  </a:lnTo>
                  <a:lnTo>
                    <a:pt x="0" y="175"/>
                  </a:lnTo>
                  <a:lnTo>
                    <a:pt x="39" y="20"/>
                  </a:lnTo>
                  <a:lnTo>
                    <a:pt x="57" y="3"/>
                  </a:lnTo>
                  <a:lnTo>
                    <a:pt x="121" y="0"/>
                  </a:lnTo>
                  <a:lnTo>
                    <a:pt x="129" y="5"/>
                  </a:lnTo>
                  <a:lnTo>
                    <a:pt x="172" y="132"/>
                  </a:lnTo>
                  <a:lnTo>
                    <a:pt x="303" y="306"/>
                  </a:lnTo>
                  <a:lnTo>
                    <a:pt x="286" y="42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8866343" y="2555297"/>
              <a:ext cx="591" cy="497"/>
            </a:xfrm>
            <a:custGeom>
              <a:avLst/>
              <a:pathLst>
                <a:path w="591" h="497">
                  <a:moveTo>
                    <a:pt x="424" y="2"/>
                  </a:moveTo>
                  <a:lnTo>
                    <a:pt x="448" y="4"/>
                  </a:lnTo>
                  <a:lnTo>
                    <a:pt x="458" y="4"/>
                  </a:lnTo>
                  <a:lnTo>
                    <a:pt x="467" y="4"/>
                  </a:lnTo>
                  <a:lnTo>
                    <a:pt x="486" y="6"/>
                  </a:lnTo>
                  <a:lnTo>
                    <a:pt x="503" y="8"/>
                  </a:lnTo>
                  <a:lnTo>
                    <a:pt x="516" y="11"/>
                  </a:lnTo>
                  <a:lnTo>
                    <a:pt x="532" y="17"/>
                  </a:lnTo>
                  <a:lnTo>
                    <a:pt x="537" y="18"/>
                  </a:lnTo>
                  <a:lnTo>
                    <a:pt x="552" y="23"/>
                  </a:lnTo>
                  <a:lnTo>
                    <a:pt x="575" y="33"/>
                  </a:lnTo>
                  <a:lnTo>
                    <a:pt x="579" y="41"/>
                  </a:lnTo>
                  <a:lnTo>
                    <a:pt x="587" y="60"/>
                  </a:lnTo>
                  <a:lnTo>
                    <a:pt x="591" y="71"/>
                  </a:lnTo>
                  <a:lnTo>
                    <a:pt x="591" y="79"/>
                  </a:lnTo>
                  <a:lnTo>
                    <a:pt x="587" y="81"/>
                  </a:lnTo>
                  <a:lnTo>
                    <a:pt x="586" y="89"/>
                  </a:lnTo>
                  <a:lnTo>
                    <a:pt x="584" y="132"/>
                  </a:lnTo>
                  <a:lnTo>
                    <a:pt x="585" y="140"/>
                  </a:lnTo>
                  <a:lnTo>
                    <a:pt x="587" y="148"/>
                  </a:lnTo>
                  <a:lnTo>
                    <a:pt x="586" y="153"/>
                  </a:lnTo>
                  <a:lnTo>
                    <a:pt x="579" y="158"/>
                  </a:lnTo>
                  <a:lnTo>
                    <a:pt x="573" y="165"/>
                  </a:lnTo>
                  <a:lnTo>
                    <a:pt x="568" y="172"/>
                  </a:lnTo>
                  <a:lnTo>
                    <a:pt x="561" y="186"/>
                  </a:lnTo>
                  <a:lnTo>
                    <a:pt x="557" y="199"/>
                  </a:lnTo>
                  <a:lnTo>
                    <a:pt x="556" y="223"/>
                  </a:lnTo>
                  <a:lnTo>
                    <a:pt x="554" y="236"/>
                  </a:lnTo>
                  <a:lnTo>
                    <a:pt x="552" y="243"/>
                  </a:lnTo>
                  <a:lnTo>
                    <a:pt x="549" y="246"/>
                  </a:lnTo>
                  <a:lnTo>
                    <a:pt x="546" y="254"/>
                  </a:lnTo>
                  <a:lnTo>
                    <a:pt x="545" y="259"/>
                  </a:lnTo>
                  <a:lnTo>
                    <a:pt x="542" y="266"/>
                  </a:lnTo>
                  <a:lnTo>
                    <a:pt x="532" y="280"/>
                  </a:lnTo>
                  <a:lnTo>
                    <a:pt x="505" y="305"/>
                  </a:lnTo>
                  <a:lnTo>
                    <a:pt x="497" y="300"/>
                  </a:lnTo>
                  <a:lnTo>
                    <a:pt x="483" y="287"/>
                  </a:lnTo>
                  <a:lnTo>
                    <a:pt x="469" y="280"/>
                  </a:lnTo>
                  <a:lnTo>
                    <a:pt x="463" y="280"/>
                  </a:lnTo>
                  <a:lnTo>
                    <a:pt x="455" y="279"/>
                  </a:lnTo>
                  <a:lnTo>
                    <a:pt x="450" y="275"/>
                  </a:lnTo>
                  <a:lnTo>
                    <a:pt x="444" y="270"/>
                  </a:lnTo>
                  <a:lnTo>
                    <a:pt x="437" y="269"/>
                  </a:lnTo>
                  <a:lnTo>
                    <a:pt x="429" y="269"/>
                  </a:lnTo>
                  <a:lnTo>
                    <a:pt x="420" y="271"/>
                  </a:lnTo>
                  <a:lnTo>
                    <a:pt x="410" y="271"/>
                  </a:lnTo>
                  <a:lnTo>
                    <a:pt x="403" y="269"/>
                  </a:lnTo>
                  <a:lnTo>
                    <a:pt x="394" y="269"/>
                  </a:lnTo>
                  <a:lnTo>
                    <a:pt x="384" y="267"/>
                  </a:lnTo>
                  <a:lnTo>
                    <a:pt x="376" y="264"/>
                  </a:lnTo>
                  <a:lnTo>
                    <a:pt x="361" y="259"/>
                  </a:lnTo>
                  <a:lnTo>
                    <a:pt x="349" y="251"/>
                  </a:lnTo>
                  <a:lnTo>
                    <a:pt x="343" y="244"/>
                  </a:lnTo>
                  <a:lnTo>
                    <a:pt x="335" y="235"/>
                  </a:lnTo>
                  <a:lnTo>
                    <a:pt x="320" y="218"/>
                  </a:lnTo>
                  <a:lnTo>
                    <a:pt x="291" y="186"/>
                  </a:lnTo>
                  <a:lnTo>
                    <a:pt x="284" y="181"/>
                  </a:lnTo>
                  <a:lnTo>
                    <a:pt x="279" y="183"/>
                  </a:lnTo>
                  <a:lnTo>
                    <a:pt x="274" y="186"/>
                  </a:lnTo>
                  <a:lnTo>
                    <a:pt x="263" y="200"/>
                  </a:lnTo>
                  <a:lnTo>
                    <a:pt x="231" y="238"/>
                  </a:lnTo>
                  <a:lnTo>
                    <a:pt x="240" y="247"/>
                  </a:lnTo>
                  <a:lnTo>
                    <a:pt x="244" y="254"/>
                  </a:lnTo>
                  <a:lnTo>
                    <a:pt x="247" y="262"/>
                  </a:lnTo>
                  <a:lnTo>
                    <a:pt x="253" y="268"/>
                  </a:lnTo>
                  <a:lnTo>
                    <a:pt x="266" y="274"/>
                  </a:lnTo>
                  <a:lnTo>
                    <a:pt x="274" y="279"/>
                  </a:lnTo>
                  <a:lnTo>
                    <a:pt x="288" y="289"/>
                  </a:lnTo>
                  <a:lnTo>
                    <a:pt x="295" y="297"/>
                  </a:lnTo>
                  <a:lnTo>
                    <a:pt x="296" y="304"/>
                  </a:lnTo>
                  <a:lnTo>
                    <a:pt x="295" y="312"/>
                  </a:lnTo>
                  <a:lnTo>
                    <a:pt x="301" y="320"/>
                  </a:lnTo>
                  <a:lnTo>
                    <a:pt x="310" y="327"/>
                  </a:lnTo>
                  <a:lnTo>
                    <a:pt x="315" y="330"/>
                  </a:lnTo>
                  <a:lnTo>
                    <a:pt x="326" y="333"/>
                  </a:lnTo>
                  <a:lnTo>
                    <a:pt x="336" y="337"/>
                  </a:lnTo>
                  <a:lnTo>
                    <a:pt x="342" y="339"/>
                  </a:lnTo>
                  <a:lnTo>
                    <a:pt x="351" y="343"/>
                  </a:lnTo>
                  <a:lnTo>
                    <a:pt x="361" y="351"/>
                  </a:lnTo>
                  <a:lnTo>
                    <a:pt x="369" y="356"/>
                  </a:lnTo>
                  <a:lnTo>
                    <a:pt x="381" y="364"/>
                  </a:lnTo>
                  <a:lnTo>
                    <a:pt x="393" y="371"/>
                  </a:lnTo>
                  <a:lnTo>
                    <a:pt x="399" y="374"/>
                  </a:lnTo>
                  <a:lnTo>
                    <a:pt x="397" y="382"/>
                  </a:lnTo>
                  <a:lnTo>
                    <a:pt x="374" y="433"/>
                  </a:lnTo>
                  <a:lnTo>
                    <a:pt x="367" y="452"/>
                  </a:lnTo>
                  <a:lnTo>
                    <a:pt x="360" y="469"/>
                  </a:lnTo>
                  <a:lnTo>
                    <a:pt x="356" y="476"/>
                  </a:lnTo>
                  <a:lnTo>
                    <a:pt x="327" y="467"/>
                  </a:lnTo>
                  <a:lnTo>
                    <a:pt x="318" y="465"/>
                  </a:lnTo>
                  <a:lnTo>
                    <a:pt x="308" y="462"/>
                  </a:lnTo>
                  <a:lnTo>
                    <a:pt x="278" y="452"/>
                  </a:lnTo>
                  <a:lnTo>
                    <a:pt x="257" y="446"/>
                  </a:lnTo>
                  <a:lnTo>
                    <a:pt x="243" y="478"/>
                  </a:lnTo>
                  <a:lnTo>
                    <a:pt x="183" y="455"/>
                  </a:lnTo>
                  <a:lnTo>
                    <a:pt x="173" y="452"/>
                  </a:lnTo>
                  <a:lnTo>
                    <a:pt x="153" y="453"/>
                  </a:lnTo>
                  <a:lnTo>
                    <a:pt x="129" y="450"/>
                  </a:lnTo>
                  <a:lnTo>
                    <a:pt x="126" y="446"/>
                  </a:lnTo>
                  <a:lnTo>
                    <a:pt x="121" y="448"/>
                  </a:lnTo>
                  <a:lnTo>
                    <a:pt x="118" y="444"/>
                  </a:lnTo>
                  <a:lnTo>
                    <a:pt x="115" y="438"/>
                  </a:lnTo>
                  <a:lnTo>
                    <a:pt x="111" y="434"/>
                  </a:lnTo>
                  <a:lnTo>
                    <a:pt x="106" y="432"/>
                  </a:lnTo>
                  <a:lnTo>
                    <a:pt x="99" y="433"/>
                  </a:lnTo>
                  <a:lnTo>
                    <a:pt x="92" y="435"/>
                  </a:lnTo>
                  <a:lnTo>
                    <a:pt x="78" y="449"/>
                  </a:lnTo>
                  <a:lnTo>
                    <a:pt x="74" y="456"/>
                  </a:lnTo>
                  <a:lnTo>
                    <a:pt x="66" y="461"/>
                  </a:lnTo>
                  <a:lnTo>
                    <a:pt x="54" y="463"/>
                  </a:lnTo>
                  <a:lnTo>
                    <a:pt x="48" y="463"/>
                  </a:lnTo>
                  <a:lnTo>
                    <a:pt x="43" y="460"/>
                  </a:lnTo>
                  <a:lnTo>
                    <a:pt x="37" y="465"/>
                  </a:lnTo>
                  <a:lnTo>
                    <a:pt x="34" y="476"/>
                  </a:lnTo>
                  <a:lnTo>
                    <a:pt x="30" y="488"/>
                  </a:lnTo>
                  <a:lnTo>
                    <a:pt x="23" y="495"/>
                  </a:lnTo>
                  <a:lnTo>
                    <a:pt x="19" y="497"/>
                  </a:lnTo>
                  <a:lnTo>
                    <a:pt x="14" y="495"/>
                  </a:lnTo>
                  <a:lnTo>
                    <a:pt x="10" y="491"/>
                  </a:lnTo>
                  <a:lnTo>
                    <a:pt x="7" y="481"/>
                  </a:lnTo>
                  <a:lnTo>
                    <a:pt x="0" y="452"/>
                  </a:lnTo>
                  <a:lnTo>
                    <a:pt x="0" y="439"/>
                  </a:lnTo>
                  <a:lnTo>
                    <a:pt x="1" y="431"/>
                  </a:lnTo>
                  <a:lnTo>
                    <a:pt x="11" y="413"/>
                  </a:lnTo>
                  <a:lnTo>
                    <a:pt x="18" y="403"/>
                  </a:lnTo>
                  <a:lnTo>
                    <a:pt x="33" y="384"/>
                  </a:lnTo>
                  <a:lnTo>
                    <a:pt x="49" y="361"/>
                  </a:lnTo>
                  <a:lnTo>
                    <a:pt x="60" y="323"/>
                  </a:lnTo>
                  <a:lnTo>
                    <a:pt x="63" y="310"/>
                  </a:lnTo>
                  <a:lnTo>
                    <a:pt x="76" y="261"/>
                  </a:lnTo>
                  <a:lnTo>
                    <a:pt x="85" y="221"/>
                  </a:lnTo>
                  <a:lnTo>
                    <a:pt x="92" y="194"/>
                  </a:lnTo>
                  <a:lnTo>
                    <a:pt x="108" y="161"/>
                  </a:lnTo>
                  <a:lnTo>
                    <a:pt x="130" y="116"/>
                  </a:lnTo>
                  <a:lnTo>
                    <a:pt x="144" y="90"/>
                  </a:lnTo>
                  <a:lnTo>
                    <a:pt x="155" y="76"/>
                  </a:lnTo>
                  <a:lnTo>
                    <a:pt x="175" y="55"/>
                  </a:lnTo>
                  <a:lnTo>
                    <a:pt x="181" y="51"/>
                  </a:lnTo>
                  <a:lnTo>
                    <a:pt x="304" y="19"/>
                  </a:lnTo>
                  <a:lnTo>
                    <a:pt x="339" y="10"/>
                  </a:lnTo>
                  <a:lnTo>
                    <a:pt x="377" y="0"/>
                  </a:lnTo>
                  <a:lnTo>
                    <a:pt x="393" y="0"/>
                  </a:lnTo>
                  <a:lnTo>
                    <a:pt x="424" y="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8852422" y="2552681"/>
              <a:ext cx="554" cy="445"/>
            </a:xfrm>
            <a:custGeom>
              <a:avLst/>
              <a:pathLst>
                <a:path w="554" h="445">
                  <a:moveTo>
                    <a:pt x="55" y="85"/>
                  </a:moveTo>
                  <a:lnTo>
                    <a:pt x="64" y="88"/>
                  </a:lnTo>
                  <a:lnTo>
                    <a:pt x="75" y="88"/>
                  </a:lnTo>
                  <a:lnTo>
                    <a:pt x="106" y="80"/>
                  </a:lnTo>
                  <a:lnTo>
                    <a:pt x="142" y="76"/>
                  </a:lnTo>
                  <a:lnTo>
                    <a:pt x="171" y="77"/>
                  </a:lnTo>
                  <a:lnTo>
                    <a:pt x="200" y="81"/>
                  </a:lnTo>
                  <a:lnTo>
                    <a:pt x="229" y="94"/>
                  </a:lnTo>
                  <a:lnTo>
                    <a:pt x="245" y="102"/>
                  </a:lnTo>
                  <a:lnTo>
                    <a:pt x="266" y="116"/>
                  </a:lnTo>
                  <a:lnTo>
                    <a:pt x="280" y="128"/>
                  </a:lnTo>
                  <a:lnTo>
                    <a:pt x="295" y="145"/>
                  </a:lnTo>
                  <a:lnTo>
                    <a:pt x="308" y="162"/>
                  </a:lnTo>
                  <a:lnTo>
                    <a:pt x="327" y="189"/>
                  </a:lnTo>
                  <a:lnTo>
                    <a:pt x="353" y="223"/>
                  </a:lnTo>
                  <a:lnTo>
                    <a:pt x="364" y="242"/>
                  </a:lnTo>
                  <a:lnTo>
                    <a:pt x="367" y="247"/>
                  </a:lnTo>
                  <a:lnTo>
                    <a:pt x="389" y="279"/>
                  </a:lnTo>
                  <a:lnTo>
                    <a:pt x="425" y="334"/>
                  </a:lnTo>
                  <a:lnTo>
                    <a:pt x="448" y="363"/>
                  </a:lnTo>
                  <a:lnTo>
                    <a:pt x="470" y="384"/>
                  </a:lnTo>
                  <a:lnTo>
                    <a:pt x="493" y="401"/>
                  </a:lnTo>
                  <a:lnTo>
                    <a:pt x="517" y="413"/>
                  </a:lnTo>
                  <a:lnTo>
                    <a:pt x="534" y="420"/>
                  </a:lnTo>
                  <a:lnTo>
                    <a:pt x="554" y="425"/>
                  </a:lnTo>
                  <a:lnTo>
                    <a:pt x="549" y="445"/>
                  </a:lnTo>
                  <a:lnTo>
                    <a:pt x="522" y="445"/>
                  </a:lnTo>
                  <a:lnTo>
                    <a:pt x="487" y="442"/>
                  </a:lnTo>
                  <a:lnTo>
                    <a:pt x="447" y="429"/>
                  </a:lnTo>
                  <a:lnTo>
                    <a:pt x="410" y="415"/>
                  </a:lnTo>
                  <a:lnTo>
                    <a:pt x="364" y="389"/>
                  </a:lnTo>
                  <a:lnTo>
                    <a:pt x="298" y="351"/>
                  </a:lnTo>
                  <a:lnTo>
                    <a:pt x="228" y="308"/>
                  </a:lnTo>
                  <a:lnTo>
                    <a:pt x="180" y="274"/>
                  </a:lnTo>
                  <a:lnTo>
                    <a:pt x="141" y="243"/>
                  </a:lnTo>
                  <a:lnTo>
                    <a:pt x="94" y="203"/>
                  </a:lnTo>
                  <a:lnTo>
                    <a:pt x="65" y="176"/>
                  </a:lnTo>
                  <a:lnTo>
                    <a:pt x="44" y="157"/>
                  </a:lnTo>
                  <a:lnTo>
                    <a:pt x="25" y="135"/>
                  </a:lnTo>
                  <a:lnTo>
                    <a:pt x="9" y="111"/>
                  </a:lnTo>
                  <a:lnTo>
                    <a:pt x="3" y="94"/>
                  </a:lnTo>
                  <a:lnTo>
                    <a:pt x="0" y="73"/>
                  </a:lnTo>
                  <a:lnTo>
                    <a:pt x="0" y="54"/>
                  </a:lnTo>
                  <a:lnTo>
                    <a:pt x="2" y="39"/>
                  </a:lnTo>
                  <a:lnTo>
                    <a:pt x="4" y="30"/>
                  </a:lnTo>
                  <a:lnTo>
                    <a:pt x="8" y="21"/>
                  </a:lnTo>
                  <a:lnTo>
                    <a:pt x="15" y="7"/>
                  </a:lnTo>
                  <a:lnTo>
                    <a:pt x="20" y="0"/>
                  </a:lnTo>
                  <a:lnTo>
                    <a:pt x="34" y="13"/>
                  </a:lnTo>
                  <a:lnTo>
                    <a:pt x="28" y="30"/>
                  </a:lnTo>
                  <a:lnTo>
                    <a:pt x="27" y="44"/>
                  </a:lnTo>
                  <a:lnTo>
                    <a:pt x="28" y="51"/>
                  </a:lnTo>
                  <a:lnTo>
                    <a:pt x="30" y="59"/>
                  </a:lnTo>
                  <a:lnTo>
                    <a:pt x="35" y="68"/>
                  </a:lnTo>
                  <a:lnTo>
                    <a:pt x="39" y="72"/>
                  </a:lnTo>
                  <a:lnTo>
                    <a:pt x="45" y="79"/>
                  </a:lnTo>
                  <a:lnTo>
                    <a:pt x="55" y="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8783573" y="2548670"/>
              <a:ext cx="103677" cy="97064"/>
            </a:xfrm>
            <a:custGeom>
              <a:avLst/>
              <a:pathLst>
                <a:path w="103677" h="97064">
                  <a:moveTo>
                    <a:pt x="89050" y="1701"/>
                  </a:moveTo>
                  <a:lnTo>
                    <a:pt x="89341" y="2944"/>
                  </a:lnTo>
                  <a:lnTo>
                    <a:pt x="89820" y="4185"/>
                  </a:lnTo>
                  <a:lnTo>
                    <a:pt x="89839" y="4209"/>
                  </a:lnTo>
                  <a:lnTo>
                    <a:pt x="90559" y="5159"/>
                  </a:lnTo>
                  <a:lnTo>
                    <a:pt x="90591" y="5188"/>
                  </a:lnTo>
                  <a:lnTo>
                    <a:pt x="90594" y="5191"/>
                  </a:lnTo>
                  <a:lnTo>
                    <a:pt x="90604" y="5197"/>
                  </a:lnTo>
                  <a:lnTo>
                    <a:pt x="90642" y="5226"/>
                  </a:lnTo>
                  <a:lnTo>
                    <a:pt x="90668" y="5245"/>
                  </a:lnTo>
                  <a:lnTo>
                    <a:pt x="90691" y="5261"/>
                  </a:lnTo>
                  <a:lnTo>
                    <a:pt x="90698" y="5266"/>
                  </a:lnTo>
                  <a:lnTo>
                    <a:pt x="90712" y="5280"/>
                  </a:lnTo>
                  <a:lnTo>
                    <a:pt x="90730" y="5300"/>
                  </a:lnTo>
                  <a:lnTo>
                    <a:pt x="90747" y="5314"/>
                  </a:lnTo>
                  <a:lnTo>
                    <a:pt x="90759" y="5330"/>
                  </a:lnTo>
                  <a:lnTo>
                    <a:pt x="90774" y="5350"/>
                  </a:lnTo>
                  <a:lnTo>
                    <a:pt x="90778" y="5357"/>
                  </a:lnTo>
                  <a:lnTo>
                    <a:pt x="90793" y="5370"/>
                  </a:lnTo>
                  <a:lnTo>
                    <a:pt x="90833" y="5406"/>
                  </a:lnTo>
                  <a:lnTo>
                    <a:pt x="90860" y="5432"/>
                  </a:lnTo>
                  <a:lnTo>
                    <a:pt x="90894" y="5459"/>
                  </a:lnTo>
                  <a:lnTo>
                    <a:pt x="90915" y="5476"/>
                  </a:lnTo>
                  <a:lnTo>
                    <a:pt x="90968" y="5513"/>
                  </a:lnTo>
                  <a:lnTo>
                    <a:pt x="91009" y="5542"/>
                  </a:lnTo>
                  <a:lnTo>
                    <a:pt x="91025" y="5551"/>
                  </a:lnTo>
                  <a:lnTo>
                    <a:pt x="91043" y="5560"/>
                  </a:lnTo>
                  <a:lnTo>
                    <a:pt x="91055" y="5567"/>
                  </a:lnTo>
                  <a:lnTo>
                    <a:pt x="91100" y="5593"/>
                  </a:lnTo>
                  <a:lnTo>
                    <a:pt x="91134" y="5614"/>
                  </a:lnTo>
                  <a:lnTo>
                    <a:pt x="91153" y="5621"/>
                  </a:lnTo>
                  <a:lnTo>
                    <a:pt x="91187" y="5636"/>
                  </a:lnTo>
                  <a:lnTo>
                    <a:pt x="91192" y="5638"/>
                  </a:lnTo>
                  <a:lnTo>
                    <a:pt x="91220" y="5647"/>
                  </a:lnTo>
                  <a:lnTo>
                    <a:pt x="91241" y="5651"/>
                  </a:lnTo>
                  <a:lnTo>
                    <a:pt x="91246" y="5653"/>
                  </a:lnTo>
                  <a:lnTo>
                    <a:pt x="91251" y="5653"/>
                  </a:lnTo>
                  <a:lnTo>
                    <a:pt x="91258" y="5655"/>
                  </a:lnTo>
                  <a:lnTo>
                    <a:pt x="91275" y="5659"/>
                  </a:lnTo>
                  <a:lnTo>
                    <a:pt x="91299" y="5665"/>
                  </a:lnTo>
                  <a:lnTo>
                    <a:pt x="91325" y="5672"/>
                  </a:lnTo>
                  <a:lnTo>
                    <a:pt x="91334" y="5673"/>
                  </a:lnTo>
                  <a:lnTo>
                    <a:pt x="91362" y="5678"/>
                  </a:lnTo>
                  <a:lnTo>
                    <a:pt x="91401" y="5684"/>
                  </a:lnTo>
                  <a:lnTo>
                    <a:pt x="91425" y="5690"/>
                  </a:lnTo>
                  <a:lnTo>
                    <a:pt x="91441" y="5690"/>
                  </a:lnTo>
                  <a:lnTo>
                    <a:pt x="91487" y="5691"/>
                  </a:lnTo>
                  <a:lnTo>
                    <a:pt x="91524" y="5693"/>
                  </a:lnTo>
                  <a:lnTo>
                    <a:pt x="91539" y="5693"/>
                  </a:lnTo>
                  <a:lnTo>
                    <a:pt x="91549" y="5691"/>
                  </a:lnTo>
                  <a:lnTo>
                    <a:pt x="91570" y="5685"/>
                  </a:lnTo>
                  <a:lnTo>
                    <a:pt x="91596" y="5677"/>
                  </a:lnTo>
                  <a:lnTo>
                    <a:pt x="91619" y="5671"/>
                  </a:lnTo>
                  <a:lnTo>
                    <a:pt x="91641" y="5664"/>
                  </a:lnTo>
                  <a:lnTo>
                    <a:pt x="91652" y="5660"/>
                  </a:lnTo>
                  <a:lnTo>
                    <a:pt x="91658" y="5658"/>
                  </a:lnTo>
                  <a:lnTo>
                    <a:pt x="91672" y="5657"/>
                  </a:lnTo>
                  <a:lnTo>
                    <a:pt x="91680" y="5657"/>
                  </a:lnTo>
                  <a:lnTo>
                    <a:pt x="91685" y="5658"/>
                  </a:lnTo>
                  <a:lnTo>
                    <a:pt x="91698" y="5662"/>
                  </a:lnTo>
                  <a:lnTo>
                    <a:pt x="91707" y="5667"/>
                  </a:lnTo>
                  <a:lnTo>
                    <a:pt x="91733" y="5681"/>
                  </a:lnTo>
                  <a:lnTo>
                    <a:pt x="91740" y="5685"/>
                  </a:lnTo>
                  <a:lnTo>
                    <a:pt x="91788" y="5735"/>
                  </a:lnTo>
                  <a:lnTo>
                    <a:pt x="91796" y="5748"/>
                  </a:lnTo>
                  <a:lnTo>
                    <a:pt x="91803" y="5764"/>
                  </a:lnTo>
                  <a:lnTo>
                    <a:pt x="91807" y="5781"/>
                  </a:lnTo>
                  <a:lnTo>
                    <a:pt x="91807" y="5793"/>
                  </a:lnTo>
                  <a:lnTo>
                    <a:pt x="91806" y="5817"/>
                  </a:lnTo>
                  <a:lnTo>
                    <a:pt x="91804" y="5827"/>
                  </a:lnTo>
                  <a:lnTo>
                    <a:pt x="91797" y="5857"/>
                  </a:lnTo>
                  <a:lnTo>
                    <a:pt x="91793" y="5875"/>
                  </a:lnTo>
                  <a:lnTo>
                    <a:pt x="91791" y="5882"/>
                  </a:lnTo>
                  <a:lnTo>
                    <a:pt x="91790" y="5890"/>
                  </a:lnTo>
                  <a:lnTo>
                    <a:pt x="91788" y="5920"/>
                  </a:lnTo>
                  <a:lnTo>
                    <a:pt x="91786" y="5936"/>
                  </a:lnTo>
                  <a:lnTo>
                    <a:pt x="91785" y="5949"/>
                  </a:lnTo>
                  <a:lnTo>
                    <a:pt x="91786" y="5967"/>
                  </a:lnTo>
                  <a:lnTo>
                    <a:pt x="91789" y="5995"/>
                  </a:lnTo>
                  <a:lnTo>
                    <a:pt x="91789" y="6002"/>
                  </a:lnTo>
                  <a:lnTo>
                    <a:pt x="91791" y="6054"/>
                  </a:lnTo>
                  <a:lnTo>
                    <a:pt x="91791" y="6072"/>
                  </a:lnTo>
                  <a:lnTo>
                    <a:pt x="91794" y="6090"/>
                  </a:lnTo>
                  <a:lnTo>
                    <a:pt x="91798" y="6106"/>
                  </a:lnTo>
                  <a:lnTo>
                    <a:pt x="91801" y="6119"/>
                  </a:lnTo>
                  <a:lnTo>
                    <a:pt x="91806" y="6139"/>
                  </a:lnTo>
                  <a:lnTo>
                    <a:pt x="91813" y="6160"/>
                  </a:lnTo>
                  <a:lnTo>
                    <a:pt x="91820" y="6180"/>
                  </a:lnTo>
                  <a:lnTo>
                    <a:pt x="91837" y="6234"/>
                  </a:lnTo>
                  <a:lnTo>
                    <a:pt x="91847" y="6265"/>
                  </a:lnTo>
                  <a:lnTo>
                    <a:pt x="91851" y="6280"/>
                  </a:lnTo>
                  <a:lnTo>
                    <a:pt x="91854" y="6301"/>
                  </a:lnTo>
                  <a:lnTo>
                    <a:pt x="91856" y="6307"/>
                  </a:lnTo>
                  <a:lnTo>
                    <a:pt x="91862" y="6312"/>
                  </a:lnTo>
                  <a:lnTo>
                    <a:pt x="91867" y="6316"/>
                  </a:lnTo>
                  <a:lnTo>
                    <a:pt x="91870" y="6323"/>
                  </a:lnTo>
                  <a:lnTo>
                    <a:pt x="91872" y="6331"/>
                  </a:lnTo>
                  <a:lnTo>
                    <a:pt x="91876" y="6354"/>
                  </a:lnTo>
                  <a:lnTo>
                    <a:pt x="91883" y="6367"/>
                  </a:lnTo>
                  <a:lnTo>
                    <a:pt x="91890" y="6380"/>
                  </a:lnTo>
                  <a:lnTo>
                    <a:pt x="91913" y="6418"/>
                  </a:lnTo>
                  <a:lnTo>
                    <a:pt x="91999" y="6575"/>
                  </a:lnTo>
                  <a:lnTo>
                    <a:pt x="92037" y="6648"/>
                  </a:lnTo>
                  <a:lnTo>
                    <a:pt x="92053" y="6677"/>
                  </a:lnTo>
                  <a:lnTo>
                    <a:pt x="92081" y="6731"/>
                  </a:lnTo>
                  <a:lnTo>
                    <a:pt x="92092" y="6750"/>
                  </a:lnTo>
                  <a:lnTo>
                    <a:pt x="92109" y="6775"/>
                  </a:lnTo>
                  <a:lnTo>
                    <a:pt x="92116" y="6784"/>
                  </a:lnTo>
                  <a:lnTo>
                    <a:pt x="92155" y="6831"/>
                  </a:lnTo>
                  <a:lnTo>
                    <a:pt x="92160" y="6837"/>
                  </a:lnTo>
                  <a:lnTo>
                    <a:pt x="92178" y="6862"/>
                  </a:lnTo>
                  <a:lnTo>
                    <a:pt x="92851" y="7393"/>
                  </a:lnTo>
                  <a:lnTo>
                    <a:pt x="93131" y="7469"/>
                  </a:lnTo>
                  <a:lnTo>
                    <a:pt x="93136" y="7471"/>
                  </a:lnTo>
                  <a:lnTo>
                    <a:pt x="93186" y="7469"/>
                  </a:lnTo>
                  <a:lnTo>
                    <a:pt x="93229" y="7467"/>
                  </a:lnTo>
                  <a:lnTo>
                    <a:pt x="93298" y="7467"/>
                  </a:lnTo>
                  <a:lnTo>
                    <a:pt x="93374" y="7475"/>
                  </a:lnTo>
                  <a:lnTo>
                    <a:pt x="93449" y="7480"/>
                  </a:lnTo>
                  <a:lnTo>
                    <a:pt x="93534" y="7484"/>
                  </a:lnTo>
                  <a:lnTo>
                    <a:pt x="93572" y="7487"/>
                  </a:lnTo>
                  <a:lnTo>
                    <a:pt x="93608" y="7494"/>
                  </a:lnTo>
                  <a:lnTo>
                    <a:pt x="93683" y="7496"/>
                  </a:lnTo>
                  <a:lnTo>
                    <a:pt x="93748" y="7507"/>
                  </a:lnTo>
                  <a:lnTo>
                    <a:pt x="93784" y="7512"/>
                  </a:lnTo>
                  <a:lnTo>
                    <a:pt x="93815" y="7517"/>
                  </a:lnTo>
                  <a:lnTo>
                    <a:pt x="93833" y="7525"/>
                  </a:lnTo>
                  <a:lnTo>
                    <a:pt x="93854" y="7535"/>
                  </a:lnTo>
                  <a:lnTo>
                    <a:pt x="93913" y="7565"/>
                  </a:lnTo>
                  <a:lnTo>
                    <a:pt x="93969" y="7596"/>
                  </a:lnTo>
                  <a:lnTo>
                    <a:pt x="94014" y="7625"/>
                  </a:lnTo>
                  <a:lnTo>
                    <a:pt x="94143" y="7701"/>
                  </a:lnTo>
                  <a:lnTo>
                    <a:pt x="94244" y="7758"/>
                  </a:lnTo>
                  <a:lnTo>
                    <a:pt x="94270" y="7771"/>
                  </a:lnTo>
                  <a:lnTo>
                    <a:pt x="94280" y="7775"/>
                  </a:lnTo>
                  <a:lnTo>
                    <a:pt x="94311" y="7793"/>
                  </a:lnTo>
                  <a:lnTo>
                    <a:pt x="94352" y="7813"/>
                  </a:lnTo>
                  <a:lnTo>
                    <a:pt x="94363" y="7817"/>
                  </a:lnTo>
                  <a:lnTo>
                    <a:pt x="94394" y="7828"/>
                  </a:lnTo>
                  <a:lnTo>
                    <a:pt x="94418" y="7838"/>
                  </a:lnTo>
                  <a:lnTo>
                    <a:pt x="94555" y="7902"/>
                  </a:lnTo>
                  <a:lnTo>
                    <a:pt x="94604" y="7924"/>
                  </a:lnTo>
                  <a:lnTo>
                    <a:pt x="94644" y="7943"/>
                  </a:lnTo>
                  <a:lnTo>
                    <a:pt x="94697" y="7931"/>
                  </a:lnTo>
                  <a:lnTo>
                    <a:pt x="94800" y="7995"/>
                  </a:lnTo>
                  <a:lnTo>
                    <a:pt x="94819" y="8008"/>
                  </a:lnTo>
                  <a:lnTo>
                    <a:pt x="94845" y="8024"/>
                  </a:lnTo>
                  <a:lnTo>
                    <a:pt x="94855" y="8030"/>
                  </a:lnTo>
                  <a:lnTo>
                    <a:pt x="94881" y="8046"/>
                  </a:lnTo>
                  <a:lnTo>
                    <a:pt x="94889" y="8052"/>
                  </a:lnTo>
                  <a:lnTo>
                    <a:pt x="94899" y="8053"/>
                  </a:lnTo>
                  <a:lnTo>
                    <a:pt x="94912" y="8055"/>
                  </a:lnTo>
                  <a:lnTo>
                    <a:pt x="95089" y="8080"/>
                  </a:lnTo>
                  <a:lnTo>
                    <a:pt x="95097" y="8077"/>
                  </a:lnTo>
                  <a:lnTo>
                    <a:pt x="95110" y="8074"/>
                  </a:lnTo>
                  <a:lnTo>
                    <a:pt x="95129" y="8068"/>
                  </a:lnTo>
                  <a:lnTo>
                    <a:pt x="95143" y="8062"/>
                  </a:lnTo>
                  <a:lnTo>
                    <a:pt x="95160" y="8057"/>
                  </a:lnTo>
                  <a:lnTo>
                    <a:pt x="95176" y="8052"/>
                  </a:lnTo>
                  <a:lnTo>
                    <a:pt x="95214" y="8021"/>
                  </a:lnTo>
                  <a:lnTo>
                    <a:pt x="95246" y="7969"/>
                  </a:lnTo>
                  <a:lnTo>
                    <a:pt x="95253" y="7965"/>
                  </a:lnTo>
                  <a:lnTo>
                    <a:pt x="95260" y="7963"/>
                  </a:lnTo>
                  <a:lnTo>
                    <a:pt x="95329" y="7972"/>
                  </a:lnTo>
                  <a:lnTo>
                    <a:pt x="95377" y="7983"/>
                  </a:lnTo>
                  <a:lnTo>
                    <a:pt x="95423" y="8015"/>
                  </a:lnTo>
                  <a:lnTo>
                    <a:pt x="95440" y="8032"/>
                  </a:lnTo>
                  <a:lnTo>
                    <a:pt x="95450" y="8049"/>
                  </a:lnTo>
                  <a:lnTo>
                    <a:pt x="95448" y="8056"/>
                  </a:lnTo>
                  <a:lnTo>
                    <a:pt x="95447" y="8064"/>
                  </a:lnTo>
                  <a:lnTo>
                    <a:pt x="95444" y="8070"/>
                  </a:lnTo>
                  <a:lnTo>
                    <a:pt x="95406" y="8089"/>
                  </a:lnTo>
                  <a:lnTo>
                    <a:pt x="95410" y="8143"/>
                  </a:lnTo>
                  <a:lnTo>
                    <a:pt x="95416" y="8146"/>
                  </a:lnTo>
                  <a:lnTo>
                    <a:pt x="95435" y="8154"/>
                  </a:lnTo>
                  <a:lnTo>
                    <a:pt x="95485" y="8173"/>
                  </a:lnTo>
                  <a:lnTo>
                    <a:pt x="95527" y="8190"/>
                  </a:lnTo>
                  <a:lnTo>
                    <a:pt x="95622" y="8228"/>
                  </a:lnTo>
                  <a:lnTo>
                    <a:pt x="95626" y="8229"/>
                  </a:lnTo>
                  <a:lnTo>
                    <a:pt x="95635" y="8233"/>
                  </a:lnTo>
                  <a:lnTo>
                    <a:pt x="95640" y="8234"/>
                  </a:lnTo>
                  <a:lnTo>
                    <a:pt x="95662" y="8234"/>
                  </a:lnTo>
                  <a:lnTo>
                    <a:pt x="95676" y="8234"/>
                  </a:lnTo>
                  <a:lnTo>
                    <a:pt x="95702" y="8234"/>
                  </a:lnTo>
                  <a:lnTo>
                    <a:pt x="95735" y="8234"/>
                  </a:lnTo>
                  <a:lnTo>
                    <a:pt x="95745" y="8234"/>
                  </a:lnTo>
                  <a:lnTo>
                    <a:pt x="95770" y="8234"/>
                  </a:lnTo>
                  <a:lnTo>
                    <a:pt x="95788" y="8225"/>
                  </a:lnTo>
                  <a:lnTo>
                    <a:pt x="95890" y="8174"/>
                  </a:lnTo>
                  <a:lnTo>
                    <a:pt x="95900" y="8145"/>
                  </a:lnTo>
                  <a:lnTo>
                    <a:pt x="95917" y="8097"/>
                  </a:lnTo>
                  <a:lnTo>
                    <a:pt x="95920" y="8090"/>
                  </a:lnTo>
                  <a:lnTo>
                    <a:pt x="95895" y="8068"/>
                  </a:lnTo>
                  <a:lnTo>
                    <a:pt x="95804" y="8054"/>
                  </a:lnTo>
                  <a:lnTo>
                    <a:pt x="95799" y="8053"/>
                  </a:lnTo>
                  <a:lnTo>
                    <a:pt x="95783" y="8051"/>
                  </a:lnTo>
                  <a:lnTo>
                    <a:pt x="95766" y="8057"/>
                  </a:lnTo>
                  <a:lnTo>
                    <a:pt x="95759" y="8070"/>
                  </a:lnTo>
                  <a:lnTo>
                    <a:pt x="95763" y="8077"/>
                  </a:lnTo>
                  <a:lnTo>
                    <a:pt x="95781" y="8070"/>
                  </a:lnTo>
                  <a:lnTo>
                    <a:pt x="95787" y="8075"/>
                  </a:lnTo>
                  <a:lnTo>
                    <a:pt x="95788" y="8089"/>
                  </a:lnTo>
                  <a:lnTo>
                    <a:pt x="95754" y="8106"/>
                  </a:lnTo>
                  <a:lnTo>
                    <a:pt x="95732" y="8107"/>
                  </a:lnTo>
                  <a:lnTo>
                    <a:pt x="95714" y="8102"/>
                  </a:lnTo>
                  <a:lnTo>
                    <a:pt x="95720" y="8071"/>
                  </a:lnTo>
                  <a:lnTo>
                    <a:pt x="95736" y="8050"/>
                  </a:lnTo>
                  <a:lnTo>
                    <a:pt x="95741" y="8045"/>
                  </a:lnTo>
                  <a:lnTo>
                    <a:pt x="95832" y="7997"/>
                  </a:lnTo>
                  <a:lnTo>
                    <a:pt x="95952" y="8013"/>
                  </a:lnTo>
                  <a:lnTo>
                    <a:pt x="95987" y="8023"/>
                  </a:lnTo>
                  <a:lnTo>
                    <a:pt x="96031" y="8037"/>
                  </a:lnTo>
                  <a:lnTo>
                    <a:pt x="96276" y="8114"/>
                  </a:lnTo>
                  <a:lnTo>
                    <a:pt x="96333" y="8114"/>
                  </a:lnTo>
                  <a:lnTo>
                    <a:pt x="96476" y="8116"/>
                  </a:lnTo>
                  <a:lnTo>
                    <a:pt x="96531" y="8108"/>
                  </a:lnTo>
                  <a:lnTo>
                    <a:pt x="96856" y="8059"/>
                  </a:lnTo>
                  <a:lnTo>
                    <a:pt x="96918" y="8050"/>
                  </a:lnTo>
                  <a:lnTo>
                    <a:pt x="96947" y="7994"/>
                  </a:lnTo>
                  <a:lnTo>
                    <a:pt x="97241" y="7895"/>
                  </a:lnTo>
                  <a:lnTo>
                    <a:pt x="97709" y="7878"/>
                  </a:lnTo>
                  <a:lnTo>
                    <a:pt x="97858" y="7898"/>
                  </a:lnTo>
                  <a:lnTo>
                    <a:pt x="97950" y="7867"/>
                  </a:lnTo>
                  <a:lnTo>
                    <a:pt x="97994" y="7828"/>
                  </a:lnTo>
                  <a:lnTo>
                    <a:pt x="98024" y="7820"/>
                  </a:lnTo>
                  <a:lnTo>
                    <a:pt x="98032" y="7817"/>
                  </a:lnTo>
                  <a:lnTo>
                    <a:pt x="98041" y="7809"/>
                  </a:lnTo>
                  <a:lnTo>
                    <a:pt x="98049" y="7795"/>
                  </a:lnTo>
                  <a:lnTo>
                    <a:pt x="98054" y="7792"/>
                  </a:lnTo>
                  <a:lnTo>
                    <a:pt x="98059" y="7791"/>
                  </a:lnTo>
                  <a:lnTo>
                    <a:pt x="98066" y="7790"/>
                  </a:lnTo>
                  <a:lnTo>
                    <a:pt x="98073" y="7790"/>
                  </a:lnTo>
                  <a:lnTo>
                    <a:pt x="98078" y="7791"/>
                  </a:lnTo>
                  <a:lnTo>
                    <a:pt x="98083" y="7791"/>
                  </a:lnTo>
                  <a:lnTo>
                    <a:pt x="98088" y="7791"/>
                  </a:lnTo>
                  <a:lnTo>
                    <a:pt x="98123" y="7785"/>
                  </a:lnTo>
                  <a:lnTo>
                    <a:pt x="98170" y="7770"/>
                  </a:lnTo>
                  <a:lnTo>
                    <a:pt x="98198" y="7755"/>
                  </a:lnTo>
                  <a:lnTo>
                    <a:pt x="98205" y="7749"/>
                  </a:lnTo>
                  <a:lnTo>
                    <a:pt x="98209" y="7744"/>
                  </a:lnTo>
                  <a:lnTo>
                    <a:pt x="98220" y="7723"/>
                  </a:lnTo>
                  <a:lnTo>
                    <a:pt x="98223" y="7712"/>
                  </a:lnTo>
                  <a:lnTo>
                    <a:pt x="98230" y="7678"/>
                  </a:lnTo>
                  <a:lnTo>
                    <a:pt x="98231" y="7666"/>
                  </a:lnTo>
                  <a:lnTo>
                    <a:pt x="98236" y="7656"/>
                  </a:lnTo>
                  <a:lnTo>
                    <a:pt x="98239" y="7647"/>
                  </a:lnTo>
                  <a:lnTo>
                    <a:pt x="98240" y="7617"/>
                  </a:lnTo>
                  <a:lnTo>
                    <a:pt x="98237" y="7604"/>
                  </a:lnTo>
                  <a:lnTo>
                    <a:pt x="98221" y="7564"/>
                  </a:lnTo>
                  <a:lnTo>
                    <a:pt x="98222" y="7557"/>
                  </a:lnTo>
                  <a:lnTo>
                    <a:pt x="98228" y="7549"/>
                  </a:lnTo>
                  <a:lnTo>
                    <a:pt x="98233" y="7546"/>
                  </a:lnTo>
                  <a:lnTo>
                    <a:pt x="98239" y="7544"/>
                  </a:lnTo>
                  <a:lnTo>
                    <a:pt x="98289" y="7534"/>
                  </a:lnTo>
                  <a:lnTo>
                    <a:pt x="98337" y="7529"/>
                  </a:lnTo>
                  <a:lnTo>
                    <a:pt x="98352" y="7525"/>
                  </a:lnTo>
                  <a:lnTo>
                    <a:pt x="98363" y="7520"/>
                  </a:lnTo>
                  <a:lnTo>
                    <a:pt x="98368" y="7516"/>
                  </a:lnTo>
                  <a:lnTo>
                    <a:pt x="98381" y="7502"/>
                  </a:lnTo>
                  <a:lnTo>
                    <a:pt x="98391" y="7490"/>
                  </a:lnTo>
                  <a:lnTo>
                    <a:pt x="98394" y="7484"/>
                  </a:lnTo>
                  <a:lnTo>
                    <a:pt x="98397" y="7479"/>
                  </a:lnTo>
                  <a:lnTo>
                    <a:pt x="98397" y="7472"/>
                  </a:lnTo>
                  <a:lnTo>
                    <a:pt x="98395" y="7453"/>
                  </a:lnTo>
                  <a:lnTo>
                    <a:pt x="98391" y="7442"/>
                  </a:lnTo>
                  <a:lnTo>
                    <a:pt x="98383" y="7426"/>
                  </a:lnTo>
                  <a:lnTo>
                    <a:pt x="98387" y="7421"/>
                  </a:lnTo>
                  <a:lnTo>
                    <a:pt x="98388" y="7416"/>
                  </a:lnTo>
                  <a:lnTo>
                    <a:pt x="98388" y="7396"/>
                  </a:lnTo>
                  <a:lnTo>
                    <a:pt x="98390" y="7391"/>
                  </a:lnTo>
                  <a:lnTo>
                    <a:pt x="98396" y="7388"/>
                  </a:lnTo>
                  <a:lnTo>
                    <a:pt x="98404" y="7386"/>
                  </a:lnTo>
                  <a:lnTo>
                    <a:pt x="98415" y="7375"/>
                  </a:lnTo>
                  <a:lnTo>
                    <a:pt x="98422" y="7367"/>
                  </a:lnTo>
                  <a:lnTo>
                    <a:pt x="98426" y="7359"/>
                  </a:lnTo>
                  <a:lnTo>
                    <a:pt x="98426" y="7351"/>
                  </a:lnTo>
                  <a:lnTo>
                    <a:pt x="98425" y="7334"/>
                  </a:lnTo>
                  <a:lnTo>
                    <a:pt x="98422" y="7320"/>
                  </a:lnTo>
                  <a:lnTo>
                    <a:pt x="98422" y="7314"/>
                  </a:lnTo>
                  <a:lnTo>
                    <a:pt x="98428" y="7308"/>
                  </a:lnTo>
                  <a:lnTo>
                    <a:pt x="98437" y="7302"/>
                  </a:lnTo>
                  <a:lnTo>
                    <a:pt x="98446" y="7301"/>
                  </a:lnTo>
                  <a:lnTo>
                    <a:pt x="98473" y="7305"/>
                  </a:lnTo>
                  <a:lnTo>
                    <a:pt x="98482" y="7307"/>
                  </a:lnTo>
                  <a:lnTo>
                    <a:pt x="98488" y="7308"/>
                  </a:lnTo>
                  <a:lnTo>
                    <a:pt x="98494" y="7305"/>
                  </a:lnTo>
                  <a:lnTo>
                    <a:pt x="98509" y="7297"/>
                  </a:lnTo>
                  <a:lnTo>
                    <a:pt x="98523" y="7291"/>
                  </a:lnTo>
                  <a:lnTo>
                    <a:pt x="98532" y="7287"/>
                  </a:lnTo>
                  <a:lnTo>
                    <a:pt x="98537" y="7283"/>
                  </a:lnTo>
                  <a:lnTo>
                    <a:pt x="98542" y="7274"/>
                  </a:lnTo>
                  <a:lnTo>
                    <a:pt x="98544" y="7269"/>
                  </a:lnTo>
                  <a:lnTo>
                    <a:pt x="98551" y="7255"/>
                  </a:lnTo>
                  <a:lnTo>
                    <a:pt x="98557" y="7245"/>
                  </a:lnTo>
                  <a:lnTo>
                    <a:pt x="98562" y="7238"/>
                  </a:lnTo>
                  <a:lnTo>
                    <a:pt x="98586" y="7223"/>
                  </a:lnTo>
                  <a:lnTo>
                    <a:pt x="98598" y="7213"/>
                  </a:lnTo>
                  <a:lnTo>
                    <a:pt x="98603" y="7203"/>
                  </a:lnTo>
                  <a:lnTo>
                    <a:pt x="98606" y="7197"/>
                  </a:lnTo>
                  <a:lnTo>
                    <a:pt x="98608" y="7192"/>
                  </a:lnTo>
                  <a:lnTo>
                    <a:pt x="98606" y="7167"/>
                  </a:lnTo>
                  <a:lnTo>
                    <a:pt x="98606" y="7159"/>
                  </a:lnTo>
                  <a:lnTo>
                    <a:pt x="98611" y="7152"/>
                  </a:lnTo>
                  <a:lnTo>
                    <a:pt x="98618" y="7150"/>
                  </a:lnTo>
                  <a:lnTo>
                    <a:pt x="98631" y="7145"/>
                  </a:lnTo>
                  <a:lnTo>
                    <a:pt x="98643" y="7138"/>
                  </a:lnTo>
                  <a:lnTo>
                    <a:pt x="98671" y="7126"/>
                  </a:lnTo>
                  <a:lnTo>
                    <a:pt x="98677" y="7123"/>
                  </a:lnTo>
                  <a:lnTo>
                    <a:pt x="98691" y="7117"/>
                  </a:lnTo>
                  <a:lnTo>
                    <a:pt x="98712" y="7115"/>
                  </a:lnTo>
                  <a:lnTo>
                    <a:pt x="98736" y="7113"/>
                  </a:lnTo>
                  <a:lnTo>
                    <a:pt x="98741" y="7115"/>
                  </a:lnTo>
                  <a:lnTo>
                    <a:pt x="98755" y="7119"/>
                  </a:lnTo>
                  <a:lnTo>
                    <a:pt x="98760" y="7121"/>
                  </a:lnTo>
                  <a:lnTo>
                    <a:pt x="98767" y="7118"/>
                  </a:lnTo>
                  <a:lnTo>
                    <a:pt x="98779" y="7111"/>
                  </a:lnTo>
                  <a:lnTo>
                    <a:pt x="98784" y="7110"/>
                  </a:lnTo>
                  <a:lnTo>
                    <a:pt x="98791" y="7107"/>
                  </a:lnTo>
                  <a:lnTo>
                    <a:pt x="98798" y="7106"/>
                  </a:lnTo>
                  <a:lnTo>
                    <a:pt x="98805" y="7108"/>
                  </a:lnTo>
                  <a:lnTo>
                    <a:pt x="98810" y="7110"/>
                  </a:lnTo>
                  <a:lnTo>
                    <a:pt x="98816" y="7113"/>
                  </a:lnTo>
                  <a:lnTo>
                    <a:pt x="98821" y="7115"/>
                  </a:lnTo>
                  <a:lnTo>
                    <a:pt x="98887" y="7171"/>
                  </a:lnTo>
                  <a:lnTo>
                    <a:pt x="98976" y="7230"/>
                  </a:lnTo>
                  <a:lnTo>
                    <a:pt x="99004" y="7260"/>
                  </a:lnTo>
                  <a:lnTo>
                    <a:pt x="99014" y="7278"/>
                  </a:lnTo>
                  <a:lnTo>
                    <a:pt x="99023" y="7296"/>
                  </a:lnTo>
                  <a:lnTo>
                    <a:pt x="99061" y="7371"/>
                  </a:lnTo>
                  <a:lnTo>
                    <a:pt x="99065" y="7386"/>
                  </a:lnTo>
                  <a:lnTo>
                    <a:pt x="99065" y="7393"/>
                  </a:lnTo>
                  <a:lnTo>
                    <a:pt x="99065" y="7398"/>
                  </a:lnTo>
                  <a:lnTo>
                    <a:pt x="99061" y="7404"/>
                  </a:lnTo>
                  <a:lnTo>
                    <a:pt x="99061" y="7410"/>
                  </a:lnTo>
                  <a:lnTo>
                    <a:pt x="99063" y="7416"/>
                  </a:lnTo>
                  <a:lnTo>
                    <a:pt x="99067" y="7419"/>
                  </a:lnTo>
                  <a:lnTo>
                    <a:pt x="99082" y="7413"/>
                  </a:lnTo>
                  <a:lnTo>
                    <a:pt x="99088" y="7419"/>
                  </a:lnTo>
                  <a:lnTo>
                    <a:pt x="99107" y="7464"/>
                  </a:lnTo>
                  <a:lnTo>
                    <a:pt x="99116" y="7497"/>
                  </a:lnTo>
                  <a:lnTo>
                    <a:pt x="99127" y="7551"/>
                  </a:lnTo>
                  <a:lnTo>
                    <a:pt x="99130" y="7564"/>
                  </a:lnTo>
                  <a:lnTo>
                    <a:pt x="99132" y="7569"/>
                  </a:lnTo>
                  <a:lnTo>
                    <a:pt x="99137" y="7573"/>
                  </a:lnTo>
                  <a:lnTo>
                    <a:pt x="99141" y="7577"/>
                  </a:lnTo>
                  <a:lnTo>
                    <a:pt x="99156" y="7584"/>
                  </a:lnTo>
                  <a:lnTo>
                    <a:pt x="99175" y="7589"/>
                  </a:lnTo>
                  <a:lnTo>
                    <a:pt x="99180" y="7593"/>
                  </a:lnTo>
                  <a:lnTo>
                    <a:pt x="99185" y="7599"/>
                  </a:lnTo>
                  <a:lnTo>
                    <a:pt x="99203" y="7625"/>
                  </a:lnTo>
                  <a:lnTo>
                    <a:pt x="99230" y="7679"/>
                  </a:lnTo>
                  <a:lnTo>
                    <a:pt x="99236" y="7695"/>
                  </a:lnTo>
                  <a:lnTo>
                    <a:pt x="99250" y="7738"/>
                  </a:lnTo>
                  <a:lnTo>
                    <a:pt x="99251" y="7773"/>
                  </a:lnTo>
                  <a:lnTo>
                    <a:pt x="99255" y="7789"/>
                  </a:lnTo>
                  <a:lnTo>
                    <a:pt x="99262" y="7812"/>
                  </a:lnTo>
                  <a:lnTo>
                    <a:pt x="99266" y="7826"/>
                  </a:lnTo>
                  <a:lnTo>
                    <a:pt x="99852" y="9020"/>
                  </a:lnTo>
                  <a:lnTo>
                    <a:pt x="99852" y="9821"/>
                  </a:lnTo>
                  <a:lnTo>
                    <a:pt x="99878" y="10113"/>
                  </a:lnTo>
                  <a:lnTo>
                    <a:pt x="100029" y="10668"/>
                  </a:lnTo>
                  <a:lnTo>
                    <a:pt x="100113" y="10929"/>
                  </a:lnTo>
                  <a:lnTo>
                    <a:pt x="100238" y="11316"/>
                  </a:lnTo>
                  <a:lnTo>
                    <a:pt x="100360" y="11696"/>
                  </a:lnTo>
                  <a:lnTo>
                    <a:pt x="100499" y="12029"/>
                  </a:lnTo>
                  <a:lnTo>
                    <a:pt x="100506" y="12070"/>
                  </a:lnTo>
                  <a:lnTo>
                    <a:pt x="100485" y="12101"/>
                  </a:lnTo>
                  <a:lnTo>
                    <a:pt x="100504" y="12120"/>
                  </a:lnTo>
                  <a:lnTo>
                    <a:pt x="100509" y="12125"/>
                  </a:lnTo>
                  <a:lnTo>
                    <a:pt x="100512" y="12128"/>
                  </a:lnTo>
                  <a:lnTo>
                    <a:pt x="100639" y="12496"/>
                  </a:lnTo>
                  <a:lnTo>
                    <a:pt x="100658" y="12584"/>
                  </a:lnTo>
                  <a:lnTo>
                    <a:pt x="100655" y="12638"/>
                  </a:lnTo>
                  <a:lnTo>
                    <a:pt x="100653" y="12681"/>
                  </a:lnTo>
                  <a:lnTo>
                    <a:pt x="100652" y="12696"/>
                  </a:lnTo>
                  <a:lnTo>
                    <a:pt x="100633" y="12720"/>
                  </a:lnTo>
                  <a:lnTo>
                    <a:pt x="100637" y="12733"/>
                  </a:lnTo>
                  <a:lnTo>
                    <a:pt x="100647" y="12769"/>
                  </a:lnTo>
                  <a:lnTo>
                    <a:pt x="100775" y="13230"/>
                  </a:lnTo>
                  <a:lnTo>
                    <a:pt x="100790" y="13287"/>
                  </a:lnTo>
                  <a:lnTo>
                    <a:pt x="100833" y="13371"/>
                  </a:lnTo>
                  <a:lnTo>
                    <a:pt x="101006" y="14061"/>
                  </a:lnTo>
                  <a:lnTo>
                    <a:pt x="101170" y="14608"/>
                  </a:lnTo>
                  <a:lnTo>
                    <a:pt x="101365" y="15258"/>
                  </a:lnTo>
                  <a:lnTo>
                    <a:pt x="101471" y="15613"/>
                  </a:lnTo>
                  <a:lnTo>
                    <a:pt x="101671" y="16402"/>
                  </a:lnTo>
                  <a:lnTo>
                    <a:pt x="101676" y="16626"/>
                  </a:lnTo>
                  <a:lnTo>
                    <a:pt x="101694" y="16630"/>
                  </a:lnTo>
                  <a:lnTo>
                    <a:pt x="101707" y="16762"/>
                  </a:lnTo>
                  <a:lnTo>
                    <a:pt x="101737" y="17892"/>
                  </a:lnTo>
                  <a:lnTo>
                    <a:pt x="101784" y="18508"/>
                  </a:lnTo>
                  <a:lnTo>
                    <a:pt x="101784" y="18524"/>
                  </a:lnTo>
                  <a:lnTo>
                    <a:pt x="101795" y="19961"/>
                  </a:lnTo>
                  <a:lnTo>
                    <a:pt x="101827" y="20129"/>
                  </a:lnTo>
                  <a:lnTo>
                    <a:pt x="101820" y="20285"/>
                  </a:lnTo>
                  <a:lnTo>
                    <a:pt x="101817" y="20360"/>
                  </a:lnTo>
                  <a:lnTo>
                    <a:pt x="101865" y="20968"/>
                  </a:lnTo>
                  <a:lnTo>
                    <a:pt x="101975" y="21854"/>
                  </a:lnTo>
                  <a:lnTo>
                    <a:pt x="102050" y="22221"/>
                  </a:lnTo>
                  <a:lnTo>
                    <a:pt x="102114" y="22532"/>
                  </a:lnTo>
                  <a:lnTo>
                    <a:pt x="102128" y="22602"/>
                  </a:lnTo>
                  <a:lnTo>
                    <a:pt x="102297" y="23176"/>
                  </a:lnTo>
                  <a:lnTo>
                    <a:pt x="102317" y="23184"/>
                  </a:lnTo>
                  <a:lnTo>
                    <a:pt x="102324" y="23099"/>
                  </a:lnTo>
                  <a:lnTo>
                    <a:pt x="102386" y="23043"/>
                  </a:lnTo>
                  <a:lnTo>
                    <a:pt x="102459" y="23059"/>
                  </a:lnTo>
                  <a:lnTo>
                    <a:pt x="102502" y="23069"/>
                  </a:lnTo>
                  <a:lnTo>
                    <a:pt x="102584" y="23118"/>
                  </a:lnTo>
                  <a:lnTo>
                    <a:pt x="102670" y="23159"/>
                  </a:lnTo>
                  <a:lnTo>
                    <a:pt x="102895" y="23142"/>
                  </a:lnTo>
                  <a:lnTo>
                    <a:pt x="102925" y="23143"/>
                  </a:lnTo>
                  <a:lnTo>
                    <a:pt x="102988" y="23169"/>
                  </a:lnTo>
                  <a:lnTo>
                    <a:pt x="102991" y="23181"/>
                  </a:lnTo>
                  <a:lnTo>
                    <a:pt x="102983" y="23194"/>
                  </a:lnTo>
                  <a:lnTo>
                    <a:pt x="102876" y="23233"/>
                  </a:lnTo>
                  <a:lnTo>
                    <a:pt x="102842" y="23274"/>
                  </a:lnTo>
                  <a:lnTo>
                    <a:pt x="102850" y="23319"/>
                  </a:lnTo>
                  <a:lnTo>
                    <a:pt x="102877" y="23464"/>
                  </a:lnTo>
                  <a:lnTo>
                    <a:pt x="102953" y="23606"/>
                  </a:lnTo>
                  <a:lnTo>
                    <a:pt x="103062" y="23677"/>
                  </a:lnTo>
                  <a:lnTo>
                    <a:pt x="103148" y="23786"/>
                  </a:lnTo>
                  <a:lnTo>
                    <a:pt x="103172" y="24158"/>
                  </a:lnTo>
                  <a:lnTo>
                    <a:pt x="103134" y="24365"/>
                  </a:lnTo>
                  <a:lnTo>
                    <a:pt x="103115" y="24389"/>
                  </a:lnTo>
                  <a:lnTo>
                    <a:pt x="103100" y="24408"/>
                  </a:lnTo>
                  <a:lnTo>
                    <a:pt x="103077" y="24450"/>
                  </a:lnTo>
                  <a:lnTo>
                    <a:pt x="103072" y="24460"/>
                  </a:lnTo>
                  <a:lnTo>
                    <a:pt x="103043" y="24577"/>
                  </a:lnTo>
                  <a:lnTo>
                    <a:pt x="103046" y="24588"/>
                  </a:lnTo>
                  <a:lnTo>
                    <a:pt x="103158" y="24666"/>
                  </a:lnTo>
                  <a:lnTo>
                    <a:pt x="103177" y="24679"/>
                  </a:lnTo>
                  <a:lnTo>
                    <a:pt x="103319" y="24727"/>
                  </a:lnTo>
                  <a:lnTo>
                    <a:pt x="103343" y="24782"/>
                  </a:lnTo>
                  <a:lnTo>
                    <a:pt x="103343" y="24844"/>
                  </a:lnTo>
                  <a:lnTo>
                    <a:pt x="103319" y="24905"/>
                  </a:lnTo>
                  <a:lnTo>
                    <a:pt x="103293" y="24913"/>
                  </a:lnTo>
                  <a:lnTo>
                    <a:pt x="103236" y="24903"/>
                  </a:lnTo>
                  <a:lnTo>
                    <a:pt x="103213" y="24914"/>
                  </a:lnTo>
                  <a:lnTo>
                    <a:pt x="103203" y="24942"/>
                  </a:lnTo>
                  <a:lnTo>
                    <a:pt x="103191" y="25077"/>
                  </a:lnTo>
                  <a:lnTo>
                    <a:pt x="103278" y="25157"/>
                  </a:lnTo>
                  <a:lnTo>
                    <a:pt x="103340" y="25176"/>
                  </a:lnTo>
                  <a:lnTo>
                    <a:pt x="103539" y="25050"/>
                  </a:lnTo>
                  <a:lnTo>
                    <a:pt x="103677" y="25133"/>
                  </a:lnTo>
                  <a:lnTo>
                    <a:pt x="103594" y="25363"/>
                  </a:lnTo>
                  <a:lnTo>
                    <a:pt x="103485" y="25428"/>
                  </a:lnTo>
                  <a:lnTo>
                    <a:pt x="103089" y="25480"/>
                  </a:lnTo>
                  <a:lnTo>
                    <a:pt x="102503" y="25166"/>
                  </a:lnTo>
                  <a:lnTo>
                    <a:pt x="102289" y="25152"/>
                  </a:lnTo>
                  <a:lnTo>
                    <a:pt x="101924" y="25129"/>
                  </a:lnTo>
                  <a:lnTo>
                    <a:pt x="101609" y="25108"/>
                  </a:lnTo>
                  <a:lnTo>
                    <a:pt x="101591" y="25108"/>
                  </a:lnTo>
                  <a:lnTo>
                    <a:pt x="101213" y="25118"/>
                  </a:lnTo>
                  <a:lnTo>
                    <a:pt x="101161" y="25119"/>
                  </a:lnTo>
                  <a:lnTo>
                    <a:pt x="101012" y="25214"/>
                  </a:lnTo>
                  <a:lnTo>
                    <a:pt x="100975" y="25261"/>
                  </a:lnTo>
                  <a:lnTo>
                    <a:pt x="100918" y="25366"/>
                  </a:lnTo>
                  <a:lnTo>
                    <a:pt x="100473" y="26186"/>
                  </a:lnTo>
                  <a:lnTo>
                    <a:pt x="100387" y="26342"/>
                  </a:lnTo>
                  <a:lnTo>
                    <a:pt x="100290" y="26470"/>
                  </a:lnTo>
                  <a:lnTo>
                    <a:pt x="100270" y="26495"/>
                  </a:lnTo>
                  <a:lnTo>
                    <a:pt x="100020" y="26821"/>
                  </a:lnTo>
                  <a:lnTo>
                    <a:pt x="100003" y="26844"/>
                  </a:lnTo>
                  <a:lnTo>
                    <a:pt x="99987" y="26855"/>
                  </a:lnTo>
                  <a:lnTo>
                    <a:pt x="99923" y="26899"/>
                  </a:lnTo>
                  <a:lnTo>
                    <a:pt x="99813" y="26975"/>
                  </a:lnTo>
                  <a:lnTo>
                    <a:pt x="99805" y="26981"/>
                  </a:lnTo>
                  <a:lnTo>
                    <a:pt x="99668" y="27114"/>
                  </a:lnTo>
                  <a:lnTo>
                    <a:pt x="99544" y="27189"/>
                  </a:lnTo>
                  <a:lnTo>
                    <a:pt x="99508" y="27210"/>
                  </a:lnTo>
                  <a:lnTo>
                    <a:pt x="99127" y="27498"/>
                  </a:lnTo>
                  <a:lnTo>
                    <a:pt x="98979" y="27579"/>
                  </a:lnTo>
                  <a:lnTo>
                    <a:pt x="98645" y="27704"/>
                  </a:lnTo>
                  <a:lnTo>
                    <a:pt x="98516" y="27805"/>
                  </a:lnTo>
                  <a:lnTo>
                    <a:pt x="98485" y="27829"/>
                  </a:lnTo>
                  <a:lnTo>
                    <a:pt x="98443" y="27821"/>
                  </a:lnTo>
                  <a:lnTo>
                    <a:pt x="98363" y="27882"/>
                  </a:lnTo>
                  <a:lnTo>
                    <a:pt x="98353" y="27893"/>
                  </a:lnTo>
                  <a:lnTo>
                    <a:pt x="98105" y="28194"/>
                  </a:lnTo>
                  <a:lnTo>
                    <a:pt x="98104" y="28199"/>
                  </a:lnTo>
                  <a:lnTo>
                    <a:pt x="98063" y="28324"/>
                  </a:lnTo>
                  <a:lnTo>
                    <a:pt x="97968" y="28492"/>
                  </a:lnTo>
                  <a:lnTo>
                    <a:pt x="97882" y="28580"/>
                  </a:lnTo>
                  <a:lnTo>
                    <a:pt x="97656" y="28729"/>
                  </a:lnTo>
                  <a:lnTo>
                    <a:pt x="97515" y="28929"/>
                  </a:lnTo>
                  <a:lnTo>
                    <a:pt x="97483" y="29020"/>
                  </a:lnTo>
                  <a:lnTo>
                    <a:pt x="97305" y="29315"/>
                  </a:lnTo>
                  <a:lnTo>
                    <a:pt x="97019" y="29564"/>
                  </a:lnTo>
                  <a:lnTo>
                    <a:pt x="96985" y="29640"/>
                  </a:lnTo>
                  <a:lnTo>
                    <a:pt x="96949" y="29813"/>
                  </a:lnTo>
                  <a:lnTo>
                    <a:pt x="96897" y="29896"/>
                  </a:lnTo>
                  <a:lnTo>
                    <a:pt x="96697" y="30009"/>
                  </a:lnTo>
                  <a:lnTo>
                    <a:pt x="96560" y="30116"/>
                  </a:lnTo>
                  <a:lnTo>
                    <a:pt x="96516" y="30213"/>
                  </a:lnTo>
                  <a:lnTo>
                    <a:pt x="96518" y="30363"/>
                  </a:lnTo>
                  <a:lnTo>
                    <a:pt x="96405" y="30572"/>
                  </a:lnTo>
                  <a:lnTo>
                    <a:pt x="96278" y="30739"/>
                  </a:lnTo>
                  <a:lnTo>
                    <a:pt x="96252" y="30772"/>
                  </a:lnTo>
                  <a:lnTo>
                    <a:pt x="96152" y="30868"/>
                  </a:lnTo>
                  <a:lnTo>
                    <a:pt x="96087" y="30895"/>
                  </a:lnTo>
                  <a:lnTo>
                    <a:pt x="95864" y="30908"/>
                  </a:lnTo>
                  <a:lnTo>
                    <a:pt x="95790" y="30892"/>
                  </a:lnTo>
                  <a:lnTo>
                    <a:pt x="95782" y="30890"/>
                  </a:lnTo>
                  <a:lnTo>
                    <a:pt x="95443" y="30665"/>
                  </a:lnTo>
                  <a:lnTo>
                    <a:pt x="95275" y="30553"/>
                  </a:lnTo>
                  <a:lnTo>
                    <a:pt x="95238" y="30504"/>
                  </a:lnTo>
                  <a:lnTo>
                    <a:pt x="95217" y="30462"/>
                  </a:lnTo>
                  <a:lnTo>
                    <a:pt x="95218" y="30212"/>
                  </a:lnTo>
                  <a:lnTo>
                    <a:pt x="95274" y="30207"/>
                  </a:lnTo>
                  <a:lnTo>
                    <a:pt x="95272" y="30157"/>
                  </a:lnTo>
                  <a:lnTo>
                    <a:pt x="95247" y="29991"/>
                  </a:lnTo>
                  <a:lnTo>
                    <a:pt x="95199" y="29839"/>
                  </a:lnTo>
                  <a:lnTo>
                    <a:pt x="95078" y="29707"/>
                  </a:lnTo>
                  <a:lnTo>
                    <a:pt x="94969" y="29590"/>
                  </a:lnTo>
                  <a:lnTo>
                    <a:pt x="94892" y="29506"/>
                  </a:lnTo>
                  <a:lnTo>
                    <a:pt x="94662" y="29321"/>
                  </a:lnTo>
                  <a:lnTo>
                    <a:pt x="94643" y="29271"/>
                  </a:lnTo>
                  <a:lnTo>
                    <a:pt x="94651" y="29219"/>
                  </a:lnTo>
                  <a:lnTo>
                    <a:pt x="94678" y="29210"/>
                  </a:lnTo>
                  <a:lnTo>
                    <a:pt x="95013" y="29429"/>
                  </a:lnTo>
                  <a:lnTo>
                    <a:pt x="95068" y="29434"/>
                  </a:lnTo>
                  <a:lnTo>
                    <a:pt x="95132" y="29391"/>
                  </a:lnTo>
                  <a:lnTo>
                    <a:pt x="95131" y="29346"/>
                  </a:lnTo>
                  <a:lnTo>
                    <a:pt x="94987" y="29029"/>
                  </a:lnTo>
                  <a:lnTo>
                    <a:pt x="94835" y="28993"/>
                  </a:lnTo>
                  <a:lnTo>
                    <a:pt x="94682" y="29092"/>
                  </a:lnTo>
                  <a:lnTo>
                    <a:pt x="94615" y="29090"/>
                  </a:lnTo>
                  <a:lnTo>
                    <a:pt x="94535" y="29006"/>
                  </a:lnTo>
                  <a:lnTo>
                    <a:pt x="94478" y="28859"/>
                  </a:lnTo>
                  <a:lnTo>
                    <a:pt x="94477" y="28844"/>
                  </a:lnTo>
                  <a:lnTo>
                    <a:pt x="94467" y="28728"/>
                  </a:lnTo>
                  <a:lnTo>
                    <a:pt x="94458" y="28617"/>
                  </a:lnTo>
                  <a:lnTo>
                    <a:pt x="94485" y="28475"/>
                  </a:lnTo>
                  <a:lnTo>
                    <a:pt x="94557" y="28328"/>
                  </a:lnTo>
                  <a:lnTo>
                    <a:pt x="94662" y="28263"/>
                  </a:lnTo>
                  <a:lnTo>
                    <a:pt x="94722" y="28090"/>
                  </a:lnTo>
                  <a:lnTo>
                    <a:pt x="94716" y="27938"/>
                  </a:lnTo>
                  <a:lnTo>
                    <a:pt x="94712" y="27863"/>
                  </a:lnTo>
                  <a:lnTo>
                    <a:pt x="94596" y="27687"/>
                  </a:lnTo>
                  <a:lnTo>
                    <a:pt x="94325" y="27396"/>
                  </a:lnTo>
                  <a:lnTo>
                    <a:pt x="94321" y="27363"/>
                  </a:lnTo>
                  <a:lnTo>
                    <a:pt x="94404" y="27283"/>
                  </a:lnTo>
                  <a:lnTo>
                    <a:pt x="94361" y="27283"/>
                  </a:lnTo>
                  <a:lnTo>
                    <a:pt x="94359" y="27252"/>
                  </a:lnTo>
                  <a:lnTo>
                    <a:pt x="94519" y="27088"/>
                  </a:lnTo>
                  <a:lnTo>
                    <a:pt x="94677" y="26927"/>
                  </a:lnTo>
                  <a:lnTo>
                    <a:pt x="94724" y="26878"/>
                  </a:lnTo>
                  <a:lnTo>
                    <a:pt x="94887" y="26773"/>
                  </a:lnTo>
                  <a:lnTo>
                    <a:pt x="95085" y="26645"/>
                  </a:lnTo>
                  <a:lnTo>
                    <a:pt x="95135" y="26612"/>
                  </a:lnTo>
                  <a:lnTo>
                    <a:pt x="95185" y="26611"/>
                  </a:lnTo>
                  <a:lnTo>
                    <a:pt x="95444" y="26776"/>
                  </a:lnTo>
                  <a:lnTo>
                    <a:pt x="95497" y="26809"/>
                  </a:lnTo>
                  <a:lnTo>
                    <a:pt x="95619" y="26887"/>
                  </a:lnTo>
                  <a:lnTo>
                    <a:pt x="96140" y="26853"/>
                  </a:lnTo>
                  <a:lnTo>
                    <a:pt x="96198" y="26849"/>
                  </a:lnTo>
                  <a:lnTo>
                    <a:pt x="96486" y="26752"/>
                  </a:lnTo>
                  <a:lnTo>
                    <a:pt x="96418" y="26720"/>
                  </a:lnTo>
                  <a:lnTo>
                    <a:pt x="96371" y="26698"/>
                  </a:lnTo>
                  <a:lnTo>
                    <a:pt x="96367" y="26691"/>
                  </a:lnTo>
                  <a:lnTo>
                    <a:pt x="96283" y="26533"/>
                  </a:lnTo>
                  <a:lnTo>
                    <a:pt x="96275" y="26516"/>
                  </a:lnTo>
                  <a:lnTo>
                    <a:pt x="96254" y="26393"/>
                  </a:lnTo>
                  <a:lnTo>
                    <a:pt x="96276" y="26354"/>
                  </a:lnTo>
                  <a:lnTo>
                    <a:pt x="96659" y="26159"/>
                  </a:lnTo>
                  <a:lnTo>
                    <a:pt x="96745" y="26051"/>
                  </a:lnTo>
                  <a:lnTo>
                    <a:pt x="96780" y="25900"/>
                  </a:lnTo>
                  <a:lnTo>
                    <a:pt x="96777" y="25859"/>
                  </a:lnTo>
                  <a:lnTo>
                    <a:pt x="96763" y="25653"/>
                  </a:lnTo>
                  <a:lnTo>
                    <a:pt x="96737" y="25553"/>
                  </a:lnTo>
                  <a:lnTo>
                    <a:pt x="96757" y="25429"/>
                  </a:lnTo>
                  <a:lnTo>
                    <a:pt x="96851" y="25239"/>
                  </a:lnTo>
                  <a:lnTo>
                    <a:pt x="97029" y="25004"/>
                  </a:lnTo>
                  <a:lnTo>
                    <a:pt x="97123" y="24945"/>
                  </a:lnTo>
                  <a:lnTo>
                    <a:pt x="97199" y="24944"/>
                  </a:lnTo>
                  <a:lnTo>
                    <a:pt x="97351" y="24943"/>
                  </a:lnTo>
                  <a:lnTo>
                    <a:pt x="97415" y="24942"/>
                  </a:lnTo>
                  <a:lnTo>
                    <a:pt x="97430" y="24944"/>
                  </a:lnTo>
                  <a:lnTo>
                    <a:pt x="97511" y="24962"/>
                  </a:lnTo>
                  <a:lnTo>
                    <a:pt x="97630" y="24937"/>
                  </a:lnTo>
                  <a:lnTo>
                    <a:pt x="97641" y="24935"/>
                  </a:lnTo>
                  <a:lnTo>
                    <a:pt x="97737" y="24914"/>
                  </a:lnTo>
                  <a:lnTo>
                    <a:pt x="97728" y="24881"/>
                  </a:lnTo>
                  <a:lnTo>
                    <a:pt x="97727" y="24875"/>
                  </a:lnTo>
                  <a:lnTo>
                    <a:pt x="97718" y="24842"/>
                  </a:lnTo>
                  <a:lnTo>
                    <a:pt x="97686" y="24844"/>
                  </a:lnTo>
                  <a:lnTo>
                    <a:pt x="97640" y="24872"/>
                  </a:lnTo>
                  <a:lnTo>
                    <a:pt x="97600" y="24885"/>
                  </a:lnTo>
                  <a:lnTo>
                    <a:pt x="97595" y="24886"/>
                  </a:lnTo>
                  <a:lnTo>
                    <a:pt x="97509" y="24895"/>
                  </a:lnTo>
                  <a:lnTo>
                    <a:pt x="97427" y="24903"/>
                  </a:lnTo>
                  <a:lnTo>
                    <a:pt x="97407" y="24899"/>
                  </a:lnTo>
                  <a:lnTo>
                    <a:pt x="97276" y="24874"/>
                  </a:lnTo>
                  <a:lnTo>
                    <a:pt x="97263" y="24869"/>
                  </a:lnTo>
                  <a:lnTo>
                    <a:pt x="97259" y="24858"/>
                  </a:lnTo>
                  <a:lnTo>
                    <a:pt x="97268" y="24851"/>
                  </a:lnTo>
                  <a:lnTo>
                    <a:pt x="97303" y="24844"/>
                  </a:lnTo>
                  <a:lnTo>
                    <a:pt x="97300" y="24827"/>
                  </a:lnTo>
                  <a:lnTo>
                    <a:pt x="97225" y="24823"/>
                  </a:lnTo>
                  <a:lnTo>
                    <a:pt x="97096" y="24832"/>
                  </a:lnTo>
                  <a:lnTo>
                    <a:pt x="96739" y="25016"/>
                  </a:lnTo>
                  <a:lnTo>
                    <a:pt x="96633" y="25192"/>
                  </a:lnTo>
                  <a:lnTo>
                    <a:pt x="96633" y="25198"/>
                  </a:lnTo>
                  <a:lnTo>
                    <a:pt x="96638" y="25300"/>
                  </a:lnTo>
                  <a:lnTo>
                    <a:pt x="96708" y="25367"/>
                  </a:lnTo>
                  <a:lnTo>
                    <a:pt x="96711" y="25396"/>
                  </a:lnTo>
                  <a:lnTo>
                    <a:pt x="96711" y="25407"/>
                  </a:lnTo>
                  <a:lnTo>
                    <a:pt x="96701" y="25830"/>
                  </a:lnTo>
                  <a:lnTo>
                    <a:pt x="96662" y="26052"/>
                  </a:lnTo>
                  <a:lnTo>
                    <a:pt x="96632" y="26102"/>
                  </a:lnTo>
                  <a:lnTo>
                    <a:pt x="96388" y="26229"/>
                  </a:lnTo>
                  <a:lnTo>
                    <a:pt x="96121" y="26231"/>
                  </a:lnTo>
                  <a:lnTo>
                    <a:pt x="96018" y="26210"/>
                  </a:lnTo>
                  <a:lnTo>
                    <a:pt x="95989" y="26177"/>
                  </a:lnTo>
                  <a:lnTo>
                    <a:pt x="95930" y="26110"/>
                  </a:lnTo>
                  <a:lnTo>
                    <a:pt x="95841" y="26010"/>
                  </a:lnTo>
                  <a:lnTo>
                    <a:pt x="95850" y="25954"/>
                  </a:lnTo>
                  <a:lnTo>
                    <a:pt x="95820" y="25920"/>
                  </a:lnTo>
                  <a:lnTo>
                    <a:pt x="95205" y="25889"/>
                  </a:lnTo>
                  <a:lnTo>
                    <a:pt x="95032" y="25924"/>
                  </a:lnTo>
                  <a:lnTo>
                    <a:pt x="94987" y="25934"/>
                  </a:lnTo>
                  <a:lnTo>
                    <a:pt x="94850" y="25859"/>
                  </a:lnTo>
                  <a:lnTo>
                    <a:pt x="94722" y="25868"/>
                  </a:lnTo>
                  <a:lnTo>
                    <a:pt x="94157" y="26005"/>
                  </a:lnTo>
                  <a:lnTo>
                    <a:pt x="94091" y="26006"/>
                  </a:lnTo>
                  <a:lnTo>
                    <a:pt x="94060" y="25965"/>
                  </a:lnTo>
                  <a:lnTo>
                    <a:pt x="93975" y="25970"/>
                  </a:lnTo>
                  <a:lnTo>
                    <a:pt x="93949" y="25987"/>
                  </a:lnTo>
                  <a:lnTo>
                    <a:pt x="93773" y="26107"/>
                  </a:lnTo>
                  <a:lnTo>
                    <a:pt x="93712" y="26149"/>
                  </a:lnTo>
                  <a:lnTo>
                    <a:pt x="93557" y="26192"/>
                  </a:lnTo>
                  <a:lnTo>
                    <a:pt x="93528" y="26183"/>
                  </a:lnTo>
                  <a:lnTo>
                    <a:pt x="93522" y="26182"/>
                  </a:lnTo>
                  <a:lnTo>
                    <a:pt x="93382" y="26230"/>
                  </a:lnTo>
                  <a:lnTo>
                    <a:pt x="93375" y="26233"/>
                  </a:lnTo>
                  <a:lnTo>
                    <a:pt x="93370" y="26235"/>
                  </a:lnTo>
                  <a:lnTo>
                    <a:pt x="93332" y="26253"/>
                  </a:lnTo>
                  <a:lnTo>
                    <a:pt x="93276" y="26279"/>
                  </a:lnTo>
                  <a:lnTo>
                    <a:pt x="93264" y="26297"/>
                  </a:lnTo>
                  <a:lnTo>
                    <a:pt x="93247" y="26307"/>
                  </a:lnTo>
                  <a:lnTo>
                    <a:pt x="93216" y="26303"/>
                  </a:lnTo>
                  <a:lnTo>
                    <a:pt x="93199" y="26289"/>
                  </a:lnTo>
                  <a:lnTo>
                    <a:pt x="93160" y="26228"/>
                  </a:lnTo>
                  <a:lnTo>
                    <a:pt x="93130" y="26047"/>
                  </a:lnTo>
                  <a:lnTo>
                    <a:pt x="93121" y="26021"/>
                  </a:lnTo>
                  <a:lnTo>
                    <a:pt x="92954" y="25808"/>
                  </a:lnTo>
                  <a:lnTo>
                    <a:pt x="92901" y="25796"/>
                  </a:lnTo>
                  <a:lnTo>
                    <a:pt x="92707" y="25860"/>
                  </a:lnTo>
                  <a:lnTo>
                    <a:pt x="92620" y="25950"/>
                  </a:lnTo>
                  <a:lnTo>
                    <a:pt x="92409" y="26095"/>
                  </a:lnTo>
                  <a:lnTo>
                    <a:pt x="92156" y="26101"/>
                  </a:lnTo>
                  <a:lnTo>
                    <a:pt x="91909" y="26036"/>
                  </a:lnTo>
                  <a:lnTo>
                    <a:pt x="91892" y="26032"/>
                  </a:lnTo>
                  <a:lnTo>
                    <a:pt x="91863" y="26024"/>
                  </a:lnTo>
                  <a:lnTo>
                    <a:pt x="91736" y="26090"/>
                  </a:lnTo>
                  <a:lnTo>
                    <a:pt x="91729" y="26106"/>
                  </a:lnTo>
                  <a:lnTo>
                    <a:pt x="91722" y="26122"/>
                  </a:lnTo>
                  <a:lnTo>
                    <a:pt x="91733" y="26138"/>
                  </a:lnTo>
                  <a:lnTo>
                    <a:pt x="91757" y="26163"/>
                  </a:lnTo>
                  <a:lnTo>
                    <a:pt x="91934" y="26326"/>
                  </a:lnTo>
                  <a:lnTo>
                    <a:pt x="92061" y="26380"/>
                  </a:lnTo>
                  <a:lnTo>
                    <a:pt x="92066" y="26377"/>
                  </a:lnTo>
                  <a:lnTo>
                    <a:pt x="92067" y="26248"/>
                  </a:lnTo>
                  <a:lnTo>
                    <a:pt x="92092" y="26198"/>
                  </a:lnTo>
                  <a:lnTo>
                    <a:pt x="92406" y="26163"/>
                  </a:lnTo>
                  <a:lnTo>
                    <a:pt x="92465" y="26156"/>
                  </a:lnTo>
                  <a:lnTo>
                    <a:pt x="92488" y="26195"/>
                  </a:lnTo>
                  <a:lnTo>
                    <a:pt x="92514" y="26386"/>
                  </a:lnTo>
                  <a:lnTo>
                    <a:pt x="92681" y="26598"/>
                  </a:lnTo>
                  <a:lnTo>
                    <a:pt x="92761" y="26700"/>
                  </a:lnTo>
                  <a:lnTo>
                    <a:pt x="92854" y="26817"/>
                  </a:lnTo>
                  <a:lnTo>
                    <a:pt x="92901" y="26774"/>
                  </a:lnTo>
                  <a:lnTo>
                    <a:pt x="93024" y="26733"/>
                  </a:lnTo>
                  <a:lnTo>
                    <a:pt x="93060" y="26767"/>
                  </a:lnTo>
                  <a:lnTo>
                    <a:pt x="93254" y="27506"/>
                  </a:lnTo>
                  <a:lnTo>
                    <a:pt x="93308" y="27709"/>
                  </a:lnTo>
                  <a:lnTo>
                    <a:pt x="93428" y="27769"/>
                  </a:lnTo>
                  <a:lnTo>
                    <a:pt x="93499" y="27739"/>
                  </a:lnTo>
                  <a:lnTo>
                    <a:pt x="93560" y="27680"/>
                  </a:lnTo>
                  <a:lnTo>
                    <a:pt x="93608" y="27667"/>
                  </a:lnTo>
                  <a:lnTo>
                    <a:pt x="93618" y="27665"/>
                  </a:lnTo>
                  <a:lnTo>
                    <a:pt x="93622" y="27669"/>
                  </a:lnTo>
                  <a:lnTo>
                    <a:pt x="93624" y="27677"/>
                  </a:lnTo>
                  <a:lnTo>
                    <a:pt x="93624" y="27700"/>
                  </a:lnTo>
                  <a:lnTo>
                    <a:pt x="93625" y="27706"/>
                  </a:lnTo>
                  <a:lnTo>
                    <a:pt x="93627" y="27711"/>
                  </a:lnTo>
                  <a:lnTo>
                    <a:pt x="93630" y="27716"/>
                  </a:lnTo>
                  <a:lnTo>
                    <a:pt x="93634" y="27723"/>
                  </a:lnTo>
                  <a:lnTo>
                    <a:pt x="93638" y="27735"/>
                  </a:lnTo>
                  <a:lnTo>
                    <a:pt x="93646" y="27761"/>
                  </a:lnTo>
                  <a:lnTo>
                    <a:pt x="93656" y="27780"/>
                  </a:lnTo>
                  <a:lnTo>
                    <a:pt x="93665" y="27790"/>
                  </a:lnTo>
                  <a:lnTo>
                    <a:pt x="93682" y="27807"/>
                  </a:lnTo>
                  <a:lnTo>
                    <a:pt x="93701" y="27825"/>
                  </a:lnTo>
                  <a:lnTo>
                    <a:pt x="93717" y="27847"/>
                  </a:lnTo>
                  <a:lnTo>
                    <a:pt x="93732" y="27866"/>
                  </a:lnTo>
                  <a:lnTo>
                    <a:pt x="93738" y="27883"/>
                  </a:lnTo>
                  <a:lnTo>
                    <a:pt x="93741" y="27889"/>
                  </a:lnTo>
                  <a:lnTo>
                    <a:pt x="93741" y="27895"/>
                  </a:lnTo>
                  <a:lnTo>
                    <a:pt x="93739" y="27905"/>
                  </a:lnTo>
                  <a:lnTo>
                    <a:pt x="93738" y="27918"/>
                  </a:lnTo>
                  <a:lnTo>
                    <a:pt x="93740" y="27930"/>
                  </a:lnTo>
                  <a:lnTo>
                    <a:pt x="93743" y="27936"/>
                  </a:lnTo>
                  <a:lnTo>
                    <a:pt x="93752" y="27947"/>
                  </a:lnTo>
                  <a:lnTo>
                    <a:pt x="93761" y="27955"/>
                  </a:lnTo>
                  <a:lnTo>
                    <a:pt x="93769" y="27966"/>
                  </a:lnTo>
                  <a:lnTo>
                    <a:pt x="93773" y="27969"/>
                  </a:lnTo>
                  <a:lnTo>
                    <a:pt x="93794" y="28012"/>
                  </a:lnTo>
                  <a:lnTo>
                    <a:pt x="93809" y="28059"/>
                  </a:lnTo>
                  <a:lnTo>
                    <a:pt x="93827" y="28089"/>
                  </a:lnTo>
                  <a:lnTo>
                    <a:pt x="93829" y="28094"/>
                  </a:lnTo>
                  <a:lnTo>
                    <a:pt x="93833" y="28111"/>
                  </a:lnTo>
                  <a:lnTo>
                    <a:pt x="93950" y="28076"/>
                  </a:lnTo>
                  <a:lnTo>
                    <a:pt x="93968" y="28091"/>
                  </a:lnTo>
                  <a:lnTo>
                    <a:pt x="94041" y="28201"/>
                  </a:lnTo>
                  <a:lnTo>
                    <a:pt x="94059" y="28227"/>
                  </a:lnTo>
                  <a:lnTo>
                    <a:pt x="94094" y="28342"/>
                  </a:lnTo>
                  <a:lnTo>
                    <a:pt x="94084" y="28440"/>
                  </a:lnTo>
                  <a:lnTo>
                    <a:pt x="94080" y="28486"/>
                  </a:lnTo>
                  <a:lnTo>
                    <a:pt x="94086" y="28543"/>
                  </a:lnTo>
                  <a:lnTo>
                    <a:pt x="94095" y="28618"/>
                  </a:lnTo>
                  <a:lnTo>
                    <a:pt x="94098" y="28645"/>
                  </a:lnTo>
                  <a:lnTo>
                    <a:pt x="94209" y="28885"/>
                  </a:lnTo>
                  <a:lnTo>
                    <a:pt x="94361" y="29148"/>
                  </a:lnTo>
                  <a:lnTo>
                    <a:pt x="94895" y="29985"/>
                  </a:lnTo>
                  <a:lnTo>
                    <a:pt x="94944" y="30198"/>
                  </a:lnTo>
                  <a:lnTo>
                    <a:pt x="94947" y="30213"/>
                  </a:lnTo>
                  <a:lnTo>
                    <a:pt x="94932" y="30322"/>
                  </a:lnTo>
                  <a:lnTo>
                    <a:pt x="94890" y="30633"/>
                  </a:lnTo>
                  <a:lnTo>
                    <a:pt x="94730" y="30630"/>
                  </a:lnTo>
                  <a:lnTo>
                    <a:pt x="94650" y="30593"/>
                  </a:lnTo>
                  <a:lnTo>
                    <a:pt x="94606" y="30514"/>
                  </a:lnTo>
                  <a:lnTo>
                    <a:pt x="94489" y="30014"/>
                  </a:lnTo>
                  <a:lnTo>
                    <a:pt x="94305" y="30044"/>
                  </a:lnTo>
                  <a:lnTo>
                    <a:pt x="94060" y="30176"/>
                  </a:lnTo>
                  <a:lnTo>
                    <a:pt x="93916" y="30283"/>
                  </a:lnTo>
                  <a:lnTo>
                    <a:pt x="93861" y="30348"/>
                  </a:lnTo>
                  <a:lnTo>
                    <a:pt x="93851" y="30359"/>
                  </a:lnTo>
                  <a:lnTo>
                    <a:pt x="93717" y="30516"/>
                  </a:lnTo>
                  <a:lnTo>
                    <a:pt x="93598" y="30766"/>
                  </a:lnTo>
                  <a:lnTo>
                    <a:pt x="93552" y="31032"/>
                  </a:lnTo>
                  <a:lnTo>
                    <a:pt x="93553" y="31279"/>
                  </a:lnTo>
                  <a:lnTo>
                    <a:pt x="93611" y="31528"/>
                  </a:lnTo>
                  <a:lnTo>
                    <a:pt x="93657" y="31722"/>
                  </a:lnTo>
                  <a:lnTo>
                    <a:pt x="93663" y="31748"/>
                  </a:lnTo>
                  <a:lnTo>
                    <a:pt x="93676" y="32096"/>
                  </a:lnTo>
                  <a:lnTo>
                    <a:pt x="93555" y="32786"/>
                  </a:lnTo>
                  <a:lnTo>
                    <a:pt x="93504" y="32845"/>
                  </a:lnTo>
                  <a:lnTo>
                    <a:pt x="93498" y="32839"/>
                  </a:lnTo>
                  <a:lnTo>
                    <a:pt x="93305" y="33020"/>
                  </a:lnTo>
                  <a:lnTo>
                    <a:pt x="93300" y="33024"/>
                  </a:lnTo>
                  <a:lnTo>
                    <a:pt x="93229" y="33072"/>
                  </a:lnTo>
                  <a:lnTo>
                    <a:pt x="93195" y="33063"/>
                  </a:lnTo>
                  <a:lnTo>
                    <a:pt x="93166" y="33082"/>
                  </a:lnTo>
                  <a:lnTo>
                    <a:pt x="92905" y="33301"/>
                  </a:lnTo>
                  <a:lnTo>
                    <a:pt x="92812" y="33412"/>
                  </a:lnTo>
                  <a:lnTo>
                    <a:pt x="92858" y="33426"/>
                  </a:lnTo>
                  <a:lnTo>
                    <a:pt x="92911" y="33498"/>
                  </a:lnTo>
                  <a:lnTo>
                    <a:pt x="92873" y="33545"/>
                  </a:lnTo>
                  <a:lnTo>
                    <a:pt x="92776" y="33662"/>
                  </a:lnTo>
                  <a:lnTo>
                    <a:pt x="92752" y="33691"/>
                  </a:lnTo>
                  <a:lnTo>
                    <a:pt x="92725" y="33722"/>
                  </a:lnTo>
                  <a:lnTo>
                    <a:pt x="92546" y="33929"/>
                  </a:lnTo>
                  <a:lnTo>
                    <a:pt x="92470" y="33953"/>
                  </a:lnTo>
                  <a:lnTo>
                    <a:pt x="92455" y="33957"/>
                  </a:lnTo>
                  <a:lnTo>
                    <a:pt x="92413" y="33971"/>
                  </a:lnTo>
                  <a:lnTo>
                    <a:pt x="92219" y="34032"/>
                  </a:lnTo>
                  <a:lnTo>
                    <a:pt x="92048" y="34120"/>
                  </a:lnTo>
                  <a:lnTo>
                    <a:pt x="91975" y="34206"/>
                  </a:lnTo>
                  <a:lnTo>
                    <a:pt x="91962" y="34236"/>
                  </a:lnTo>
                  <a:lnTo>
                    <a:pt x="91940" y="34284"/>
                  </a:lnTo>
                  <a:lnTo>
                    <a:pt x="91906" y="34307"/>
                  </a:lnTo>
                  <a:lnTo>
                    <a:pt x="91777" y="34307"/>
                  </a:lnTo>
                  <a:lnTo>
                    <a:pt x="91738" y="34283"/>
                  </a:lnTo>
                  <a:lnTo>
                    <a:pt x="91725" y="34276"/>
                  </a:lnTo>
                  <a:lnTo>
                    <a:pt x="91693" y="34257"/>
                  </a:lnTo>
                  <a:lnTo>
                    <a:pt x="91674" y="34221"/>
                  </a:lnTo>
                  <a:lnTo>
                    <a:pt x="91672" y="34217"/>
                  </a:lnTo>
                  <a:lnTo>
                    <a:pt x="91661" y="34224"/>
                  </a:lnTo>
                  <a:lnTo>
                    <a:pt x="91657" y="34227"/>
                  </a:lnTo>
                  <a:lnTo>
                    <a:pt x="91647" y="34234"/>
                  </a:lnTo>
                  <a:lnTo>
                    <a:pt x="91717" y="34389"/>
                  </a:lnTo>
                  <a:lnTo>
                    <a:pt x="91723" y="34404"/>
                  </a:lnTo>
                  <a:lnTo>
                    <a:pt x="91738" y="34437"/>
                  </a:lnTo>
                  <a:lnTo>
                    <a:pt x="91790" y="34551"/>
                  </a:lnTo>
                  <a:lnTo>
                    <a:pt x="92075" y="34380"/>
                  </a:lnTo>
                  <a:lnTo>
                    <a:pt x="92190" y="34411"/>
                  </a:lnTo>
                  <a:lnTo>
                    <a:pt x="92231" y="34459"/>
                  </a:lnTo>
                  <a:lnTo>
                    <a:pt x="92221" y="34536"/>
                  </a:lnTo>
                  <a:lnTo>
                    <a:pt x="91996" y="34742"/>
                  </a:lnTo>
                  <a:lnTo>
                    <a:pt x="91839" y="34948"/>
                  </a:lnTo>
                  <a:lnTo>
                    <a:pt x="91763" y="35176"/>
                  </a:lnTo>
                  <a:lnTo>
                    <a:pt x="91755" y="35244"/>
                  </a:lnTo>
                  <a:lnTo>
                    <a:pt x="91721" y="35561"/>
                  </a:lnTo>
                  <a:lnTo>
                    <a:pt x="91617" y="35684"/>
                  </a:lnTo>
                  <a:lnTo>
                    <a:pt x="91348" y="35928"/>
                  </a:lnTo>
                  <a:lnTo>
                    <a:pt x="91073" y="36049"/>
                  </a:lnTo>
                  <a:lnTo>
                    <a:pt x="90813" y="36163"/>
                  </a:lnTo>
                  <a:lnTo>
                    <a:pt x="90461" y="36425"/>
                  </a:lnTo>
                  <a:lnTo>
                    <a:pt x="90447" y="36435"/>
                  </a:lnTo>
                  <a:lnTo>
                    <a:pt x="90405" y="36467"/>
                  </a:lnTo>
                  <a:lnTo>
                    <a:pt x="90481" y="36454"/>
                  </a:lnTo>
                  <a:lnTo>
                    <a:pt x="90497" y="36469"/>
                  </a:lnTo>
                  <a:lnTo>
                    <a:pt x="90553" y="36617"/>
                  </a:lnTo>
                  <a:lnTo>
                    <a:pt x="90530" y="36650"/>
                  </a:lnTo>
                  <a:lnTo>
                    <a:pt x="90493" y="36653"/>
                  </a:lnTo>
                  <a:lnTo>
                    <a:pt x="90406" y="36659"/>
                  </a:lnTo>
                  <a:lnTo>
                    <a:pt x="90328" y="36567"/>
                  </a:lnTo>
                  <a:lnTo>
                    <a:pt x="90270" y="36454"/>
                  </a:lnTo>
                  <a:lnTo>
                    <a:pt x="90170" y="36348"/>
                  </a:lnTo>
                  <a:lnTo>
                    <a:pt x="89970" y="36242"/>
                  </a:lnTo>
                  <a:lnTo>
                    <a:pt x="89768" y="36221"/>
                  </a:lnTo>
                  <a:lnTo>
                    <a:pt x="89482" y="36229"/>
                  </a:lnTo>
                  <a:lnTo>
                    <a:pt x="89454" y="36230"/>
                  </a:lnTo>
                  <a:lnTo>
                    <a:pt x="89442" y="36230"/>
                  </a:lnTo>
                  <a:lnTo>
                    <a:pt x="89050" y="36407"/>
                  </a:lnTo>
                  <a:lnTo>
                    <a:pt x="88706" y="36648"/>
                  </a:lnTo>
                  <a:lnTo>
                    <a:pt x="88612" y="36749"/>
                  </a:lnTo>
                  <a:lnTo>
                    <a:pt x="88503" y="36864"/>
                  </a:lnTo>
                  <a:lnTo>
                    <a:pt x="88347" y="37031"/>
                  </a:lnTo>
                  <a:lnTo>
                    <a:pt x="88216" y="37171"/>
                  </a:lnTo>
                  <a:lnTo>
                    <a:pt x="88145" y="37247"/>
                  </a:lnTo>
                  <a:lnTo>
                    <a:pt x="88125" y="37268"/>
                  </a:lnTo>
                  <a:lnTo>
                    <a:pt x="88048" y="37350"/>
                  </a:lnTo>
                  <a:lnTo>
                    <a:pt x="87849" y="37782"/>
                  </a:lnTo>
                  <a:lnTo>
                    <a:pt x="87846" y="37876"/>
                  </a:lnTo>
                  <a:lnTo>
                    <a:pt x="87872" y="38035"/>
                  </a:lnTo>
                  <a:lnTo>
                    <a:pt x="87893" y="38166"/>
                  </a:lnTo>
                  <a:lnTo>
                    <a:pt x="87894" y="38171"/>
                  </a:lnTo>
                  <a:lnTo>
                    <a:pt x="87849" y="38419"/>
                  </a:lnTo>
                  <a:lnTo>
                    <a:pt x="87772" y="38559"/>
                  </a:lnTo>
                  <a:lnTo>
                    <a:pt x="87753" y="38688"/>
                  </a:lnTo>
                  <a:lnTo>
                    <a:pt x="87767" y="38790"/>
                  </a:lnTo>
                  <a:lnTo>
                    <a:pt x="87818" y="38920"/>
                  </a:lnTo>
                  <a:lnTo>
                    <a:pt x="87922" y="39123"/>
                  </a:lnTo>
                  <a:lnTo>
                    <a:pt x="87941" y="39161"/>
                  </a:lnTo>
                  <a:lnTo>
                    <a:pt x="87969" y="39347"/>
                  </a:lnTo>
                  <a:lnTo>
                    <a:pt x="88020" y="39466"/>
                  </a:lnTo>
                  <a:lnTo>
                    <a:pt x="88078" y="39528"/>
                  </a:lnTo>
                  <a:lnTo>
                    <a:pt x="88188" y="39645"/>
                  </a:lnTo>
                  <a:lnTo>
                    <a:pt x="88265" y="39727"/>
                  </a:lnTo>
                  <a:lnTo>
                    <a:pt x="88368" y="39866"/>
                  </a:lnTo>
                  <a:lnTo>
                    <a:pt x="88371" y="39878"/>
                  </a:lnTo>
                  <a:lnTo>
                    <a:pt x="88402" y="40007"/>
                  </a:lnTo>
                  <a:lnTo>
                    <a:pt x="88398" y="40083"/>
                  </a:lnTo>
                  <a:lnTo>
                    <a:pt x="88298" y="40443"/>
                  </a:lnTo>
                  <a:lnTo>
                    <a:pt x="88289" y="40459"/>
                  </a:lnTo>
                  <a:lnTo>
                    <a:pt x="88112" y="40799"/>
                  </a:lnTo>
                  <a:lnTo>
                    <a:pt x="88081" y="40839"/>
                  </a:lnTo>
                  <a:lnTo>
                    <a:pt x="87895" y="40947"/>
                  </a:lnTo>
                  <a:lnTo>
                    <a:pt x="87866" y="40963"/>
                  </a:lnTo>
                  <a:lnTo>
                    <a:pt x="87864" y="40957"/>
                  </a:lnTo>
                  <a:lnTo>
                    <a:pt x="87818" y="40964"/>
                  </a:lnTo>
                  <a:lnTo>
                    <a:pt x="87815" y="40921"/>
                  </a:lnTo>
                  <a:lnTo>
                    <a:pt x="87769" y="40931"/>
                  </a:lnTo>
                  <a:lnTo>
                    <a:pt x="87590" y="41046"/>
                  </a:lnTo>
                  <a:lnTo>
                    <a:pt x="87547" y="41089"/>
                  </a:lnTo>
                  <a:lnTo>
                    <a:pt x="87474" y="41189"/>
                  </a:lnTo>
                  <a:lnTo>
                    <a:pt x="87438" y="41260"/>
                  </a:lnTo>
                  <a:lnTo>
                    <a:pt x="87430" y="41319"/>
                  </a:lnTo>
                  <a:lnTo>
                    <a:pt x="87325" y="41422"/>
                  </a:lnTo>
                  <a:lnTo>
                    <a:pt x="87266" y="41392"/>
                  </a:lnTo>
                  <a:lnTo>
                    <a:pt x="87223" y="41280"/>
                  </a:lnTo>
                  <a:lnTo>
                    <a:pt x="87219" y="41269"/>
                  </a:lnTo>
                  <a:lnTo>
                    <a:pt x="87214" y="41211"/>
                  </a:lnTo>
                  <a:lnTo>
                    <a:pt x="87207" y="41200"/>
                  </a:lnTo>
                  <a:lnTo>
                    <a:pt x="87045" y="41107"/>
                  </a:lnTo>
                  <a:lnTo>
                    <a:pt x="87040" y="41105"/>
                  </a:lnTo>
                  <a:lnTo>
                    <a:pt x="87022" y="41103"/>
                  </a:lnTo>
                  <a:lnTo>
                    <a:pt x="86856" y="41091"/>
                  </a:lnTo>
                  <a:lnTo>
                    <a:pt x="86697" y="41114"/>
                  </a:lnTo>
                  <a:lnTo>
                    <a:pt x="86692" y="41117"/>
                  </a:lnTo>
                  <a:lnTo>
                    <a:pt x="86532" y="41212"/>
                  </a:lnTo>
                  <a:lnTo>
                    <a:pt x="86401" y="41333"/>
                  </a:lnTo>
                  <a:lnTo>
                    <a:pt x="86312" y="41483"/>
                  </a:lnTo>
                  <a:lnTo>
                    <a:pt x="86228" y="41687"/>
                  </a:lnTo>
                  <a:lnTo>
                    <a:pt x="86193" y="41880"/>
                  </a:lnTo>
                  <a:lnTo>
                    <a:pt x="86199" y="41994"/>
                  </a:lnTo>
                  <a:lnTo>
                    <a:pt x="86206" y="42116"/>
                  </a:lnTo>
                  <a:lnTo>
                    <a:pt x="86214" y="42264"/>
                  </a:lnTo>
                  <a:lnTo>
                    <a:pt x="86392" y="42528"/>
                  </a:lnTo>
                  <a:lnTo>
                    <a:pt x="86456" y="42924"/>
                  </a:lnTo>
                  <a:lnTo>
                    <a:pt x="86397" y="43430"/>
                  </a:lnTo>
                  <a:lnTo>
                    <a:pt x="86332" y="43723"/>
                  </a:lnTo>
                  <a:lnTo>
                    <a:pt x="86248" y="43981"/>
                  </a:lnTo>
                  <a:lnTo>
                    <a:pt x="85882" y="44608"/>
                  </a:lnTo>
                  <a:lnTo>
                    <a:pt x="85821" y="44713"/>
                  </a:lnTo>
                  <a:lnTo>
                    <a:pt x="85765" y="44808"/>
                  </a:lnTo>
                  <a:lnTo>
                    <a:pt x="85696" y="44821"/>
                  </a:lnTo>
                  <a:lnTo>
                    <a:pt x="85637" y="44832"/>
                  </a:lnTo>
                  <a:lnTo>
                    <a:pt x="85617" y="44850"/>
                  </a:lnTo>
                  <a:lnTo>
                    <a:pt x="85696" y="44959"/>
                  </a:lnTo>
                  <a:lnTo>
                    <a:pt x="85826" y="45051"/>
                  </a:lnTo>
                  <a:lnTo>
                    <a:pt x="85645" y="45256"/>
                  </a:lnTo>
                  <a:lnTo>
                    <a:pt x="85504" y="45527"/>
                  </a:lnTo>
                  <a:lnTo>
                    <a:pt x="85474" y="45777"/>
                  </a:lnTo>
                  <a:lnTo>
                    <a:pt x="85460" y="45885"/>
                  </a:lnTo>
                  <a:lnTo>
                    <a:pt x="85448" y="45992"/>
                  </a:lnTo>
                  <a:lnTo>
                    <a:pt x="85357" y="46275"/>
                  </a:lnTo>
                  <a:lnTo>
                    <a:pt x="85257" y="46400"/>
                  </a:lnTo>
                  <a:lnTo>
                    <a:pt x="85157" y="46525"/>
                  </a:lnTo>
                  <a:lnTo>
                    <a:pt x="85127" y="46561"/>
                  </a:lnTo>
                  <a:lnTo>
                    <a:pt x="84869" y="46674"/>
                  </a:lnTo>
                  <a:lnTo>
                    <a:pt x="84766" y="46748"/>
                  </a:lnTo>
                  <a:lnTo>
                    <a:pt x="84668" y="46874"/>
                  </a:lnTo>
                  <a:lnTo>
                    <a:pt x="84570" y="47082"/>
                  </a:lnTo>
                  <a:lnTo>
                    <a:pt x="84459" y="47442"/>
                  </a:lnTo>
                  <a:lnTo>
                    <a:pt x="84444" y="47491"/>
                  </a:lnTo>
                  <a:lnTo>
                    <a:pt x="84432" y="47533"/>
                  </a:lnTo>
                  <a:lnTo>
                    <a:pt x="84406" y="47621"/>
                  </a:lnTo>
                  <a:lnTo>
                    <a:pt x="84317" y="47931"/>
                  </a:lnTo>
                  <a:lnTo>
                    <a:pt x="84311" y="47953"/>
                  </a:lnTo>
                  <a:lnTo>
                    <a:pt x="84308" y="47963"/>
                  </a:lnTo>
                  <a:lnTo>
                    <a:pt x="84300" y="48023"/>
                  </a:lnTo>
                  <a:lnTo>
                    <a:pt x="84297" y="48049"/>
                  </a:lnTo>
                  <a:lnTo>
                    <a:pt x="84293" y="48081"/>
                  </a:lnTo>
                  <a:lnTo>
                    <a:pt x="84287" y="48126"/>
                  </a:lnTo>
                  <a:lnTo>
                    <a:pt x="84277" y="48201"/>
                  </a:lnTo>
                  <a:lnTo>
                    <a:pt x="84275" y="48220"/>
                  </a:lnTo>
                  <a:lnTo>
                    <a:pt x="84273" y="48229"/>
                  </a:lnTo>
                  <a:lnTo>
                    <a:pt x="84270" y="48245"/>
                  </a:lnTo>
                  <a:lnTo>
                    <a:pt x="84261" y="48314"/>
                  </a:lnTo>
                  <a:lnTo>
                    <a:pt x="84256" y="48352"/>
                  </a:lnTo>
                  <a:lnTo>
                    <a:pt x="84250" y="48395"/>
                  </a:lnTo>
                  <a:lnTo>
                    <a:pt x="84246" y="48422"/>
                  </a:lnTo>
                  <a:lnTo>
                    <a:pt x="84234" y="48504"/>
                  </a:lnTo>
                  <a:lnTo>
                    <a:pt x="84232" y="48521"/>
                  </a:lnTo>
                  <a:lnTo>
                    <a:pt x="84230" y="48530"/>
                  </a:lnTo>
                  <a:lnTo>
                    <a:pt x="84230" y="48536"/>
                  </a:lnTo>
                  <a:lnTo>
                    <a:pt x="84228" y="48548"/>
                  </a:lnTo>
                  <a:lnTo>
                    <a:pt x="84221" y="48600"/>
                  </a:lnTo>
                  <a:lnTo>
                    <a:pt x="84217" y="48625"/>
                  </a:lnTo>
                  <a:lnTo>
                    <a:pt x="84164" y="48644"/>
                  </a:lnTo>
                  <a:lnTo>
                    <a:pt x="84145" y="48650"/>
                  </a:lnTo>
                  <a:lnTo>
                    <a:pt x="84117" y="48660"/>
                  </a:lnTo>
                  <a:lnTo>
                    <a:pt x="83901" y="48628"/>
                  </a:lnTo>
                  <a:lnTo>
                    <a:pt x="83756" y="48706"/>
                  </a:lnTo>
                  <a:lnTo>
                    <a:pt x="83698" y="48738"/>
                  </a:lnTo>
                  <a:lnTo>
                    <a:pt x="83676" y="48759"/>
                  </a:lnTo>
                  <a:lnTo>
                    <a:pt x="83595" y="48840"/>
                  </a:lnTo>
                  <a:lnTo>
                    <a:pt x="83593" y="48849"/>
                  </a:lnTo>
                  <a:lnTo>
                    <a:pt x="83579" y="48867"/>
                  </a:lnTo>
                  <a:lnTo>
                    <a:pt x="83567" y="48881"/>
                  </a:lnTo>
                  <a:lnTo>
                    <a:pt x="83562" y="48887"/>
                  </a:lnTo>
                  <a:lnTo>
                    <a:pt x="83527" y="48902"/>
                  </a:lnTo>
                  <a:lnTo>
                    <a:pt x="83515" y="48907"/>
                  </a:lnTo>
                  <a:lnTo>
                    <a:pt x="83483" y="48920"/>
                  </a:lnTo>
                  <a:lnTo>
                    <a:pt x="83470" y="48925"/>
                  </a:lnTo>
                  <a:lnTo>
                    <a:pt x="83442" y="48937"/>
                  </a:lnTo>
                  <a:lnTo>
                    <a:pt x="83436" y="48941"/>
                  </a:lnTo>
                  <a:lnTo>
                    <a:pt x="83396" y="48959"/>
                  </a:lnTo>
                  <a:lnTo>
                    <a:pt x="83391" y="48959"/>
                  </a:lnTo>
                  <a:lnTo>
                    <a:pt x="83386" y="48960"/>
                  </a:lnTo>
                  <a:lnTo>
                    <a:pt x="83380" y="48965"/>
                  </a:lnTo>
                  <a:lnTo>
                    <a:pt x="83379" y="48971"/>
                  </a:lnTo>
                  <a:lnTo>
                    <a:pt x="83366" y="48981"/>
                  </a:lnTo>
                  <a:lnTo>
                    <a:pt x="83330" y="49009"/>
                  </a:lnTo>
                  <a:lnTo>
                    <a:pt x="83325" y="49022"/>
                  </a:lnTo>
                  <a:lnTo>
                    <a:pt x="83253" y="49189"/>
                  </a:lnTo>
                  <a:lnTo>
                    <a:pt x="83177" y="49244"/>
                  </a:lnTo>
                  <a:lnTo>
                    <a:pt x="83127" y="49260"/>
                  </a:lnTo>
                  <a:lnTo>
                    <a:pt x="83083" y="49249"/>
                  </a:lnTo>
                  <a:lnTo>
                    <a:pt x="83078" y="49246"/>
                  </a:lnTo>
                  <a:lnTo>
                    <a:pt x="83074" y="49247"/>
                  </a:lnTo>
                  <a:lnTo>
                    <a:pt x="83046" y="49267"/>
                  </a:lnTo>
                  <a:lnTo>
                    <a:pt x="83046" y="49273"/>
                  </a:lnTo>
                  <a:lnTo>
                    <a:pt x="83045" y="49279"/>
                  </a:lnTo>
                  <a:lnTo>
                    <a:pt x="83043" y="49284"/>
                  </a:lnTo>
                  <a:lnTo>
                    <a:pt x="83040" y="49288"/>
                  </a:lnTo>
                  <a:lnTo>
                    <a:pt x="82904" y="49407"/>
                  </a:lnTo>
                  <a:lnTo>
                    <a:pt x="82897" y="49419"/>
                  </a:lnTo>
                  <a:lnTo>
                    <a:pt x="82907" y="49442"/>
                  </a:lnTo>
                  <a:lnTo>
                    <a:pt x="82943" y="49522"/>
                  </a:lnTo>
                  <a:lnTo>
                    <a:pt x="82960" y="49559"/>
                  </a:lnTo>
                  <a:lnTo>
                    <a:pt x="83055" y="49684"/>
                  </a:lnTo>
                  <a:lnTo>
                    <a:pt x="83160" y="49876"/>
                  </a:lnTo>
                  <a:lnTo>
                    <a:pt x="83189" y="49928"/>
                  </a:lnTo>
                  <a:lnTo>
                    <a:pt x="83153" y="50135"/>
                  </a:lnTo>
                  <a:lnTo>
                    <a:pt x="83144" y="50188"/>
                  </a:lnTo>
                  <a:lnTo>
                    <a:pt x="83134" y="50251"/>
                  </a:lnTo>
                  <a:lnTo>
                    <a:pt x="83130" y="50276"/>
                  </a:lnTo>
                  <a:lnTo>
                    <a:pt x="83200" y="50376"/>
                  </a:lnTo>
                  <a:lnTo>
                    <a:pt x="83206" y="50384"/>
                  </a:lnTo>
                  <a:lnTo>
                    <a:pt x="83224" y="50410"/>
                  </a:lnTo>
                  <a:lnTo>
                    <a:pt x="83249" y="50433"/>
                  </a:lnTo>
                  <a:lnTo>
                    <a:pt x="83277" y="50549"/>
                  </a:lnTo>
                  <a:lnTo>
                    <a:pt x="83280" y="50562"/>
                  </a:lnTo>
                  <a:lnTo>
                    <a:pt x="83287" y="50590"/>
                  </a:lnTo>
                  <a:lnTo>
                    <a:pt x="83204" y="50789"/>
                  </a:lnTo>
                  <a:lnTo>
                    <a:pt x="83171" y="50869"/>
                  </a:lnTo>
                  <a:lnTo>
                    <a:pt x="83148" y="50923"/>
                  </a:lnTo>
                  <a:lnTo>
                    <a:pt x="83089" y="51063"/>
                  </a:lnTo>
                  <a:lnTo>
                    <a:pt x="83016" y="51116"/>
                  </a:lnTo>
                  <a:lnTo>
                    <a:pt x="82970" y="51118"/>
                  </a:lnTo>
                  <a:lnTo>
                    <a:pt x="82939" y="51115"/>
                  </a:lnTo>
                  <a:lnTo>
                    <a:pt x="82939" y="51106"/>
                  </a:lnTo>
                  <a:lnTo>
                    <a:pt x="82940" y="51085"/>
                  </a:lnTo>
                  <a:lnTo>
                    <a:pt x="82940" y="51074"/>
                  </a:lnTo>
                  <a:lnTo>
                    <a:pt x="82913" y="51051"/>
                  </a:lnTo>
                  <a:lnTo>
                    <a:pt x="82827" y="51044"/>
                  </a:lnTo>
                  <a:lnTo>
                    <a:pt x="82810" y="51064"/>
                  </a:lnTo>
                  <a:lnTo>
                    <a:pt x="82808" y="51092"/>
                  </a:lnTo>
                  <a:lnTo>
                    <a:pt x="82796" y="51246"/>
                  </a:lnTo>
                  <a:lnTo>
                    <a:pt x="82799" y="51258"/>
                  </a:lnTo>
                  <a:lnTo>
                    <a:pt x="82867" y="51491"/>
                  </a:lnTo>
                  <a:lnTo>
                    <a:pt x="82871" y="51504"/>
                  </a:lnTo>
                  <a:lnTo>
                    <a:pt x="82888" y="51543"/>
                  </a:lnTo>
                  <a:lnTo>
                    <a:pt x="82896" y="51560"/>
                  </a:lnTo>
                  <a:lnTo>
                    <a:pt x="82913" y="51598"/>
                  </a:lnTo>
                  <a:lnTo>
                    <a:pt x="82937" y="51617"/>
                  </a:lnTo>
                  <a:lnTo>
                    <a:pt x="82948" y="51623"/>
                  </a:lnTo>
                  <a:lnTo>
                    <a:pt x="83082" y="51717"/>
                  </a:lnTo>
                  <a:lnTo>
                    <a:pt x="83137" y="51697"/>
                  </a:lnTo>
                  <a:lnTo>
                    <a:pt x="83161" y="51688"/>
                  </a:lnTo>
                  <a:lnTo>
                    <a:pt x="83211" y="51667"/>
                  </a:lnTo>
                  <a:lnTo>
                    <a:pt x="83212" y="51482"/>
                  </a:lnTo>
                  <a:lnTo>
                    <a:pt x="83181" y="51427"/>
                  </a:lnTo>
                  <a:lnTo>
                    <a:pt x="83191" y="51362"/>
                  </a:lnTo>
                  <a:lnTo>
                    <a:pt x="83205" y="51318"/>
                  </a:lnTo>
                  <a:lnTo>
                    <a:pt x="83275" y="51229"/>
                  </a:lnTo>
                  <a:lnTo>
                    <a:pt x="83356" y="51105"/>
                  </a:lnTo>
                  <a:lnTo>
                    <a:pt x="83287" y="50996"/>
                  </a:lnTo>
                  <a:lnTo>
                    <a:pt x="83265" y="50890"/>
                  </a:lnTo>
                  <a:lnTo>
                    <a:pt x="83317" y="50822"/>
                  </a:lnTo>
                  <a:lnTo>
                    <a:pt x="83357" y="50756"/>
                  </a:lnTo>
                  <a:lnTo>
                    <a:pt x="83361" y="50749"/>
                  </a:lnTo>
                  <a:lnTo>
                    <a:pt x="83399" y="50687"/>
                  </a:lnTo>
                  <a:lnTo>
                    <a:pt x="83409" y="50645"/>
                  </a:lnTo>
                  <a:lnTo>
                    <a:pt x="83416" y="50634"/>
                  </a:lnTo>
                  <a:lnTo>
                    <a:pt x="83417" y="50616"/>
                  </a:lnTo>
                  <a:lnTo>
                    <a:pt x="83439" y="50140"/>
                  </a:lnTo>
                  <a:lnTo>
                    <a:pt x="83366" y="50058"/>
                  </a:lnTo>
                  <a:lnTo>
                    <a:pt x="83289" y="50006"/>
                  </a:lnTo>
                  <a:lnTo>
                    <a:pt x="83274" y="49886"/>
                  </a:lnTo>
                  <a:lnTo>
                    <a:pt x="83305" y="49851"/>
                  </a:lnTo>
                  <a:lnTo>
                    <a:pt x="83360" y="49836"/>
                  </a:lnTo>
                  <a:lnTo>
                    <a:pt x="83470" y="49808"/>
                  </a:lnTo>
                  <a:lnTo>
                    <a:pt x="83586" y="49778"/>
                  </a:lnTo>
                  <a:lnTo>
                    <a:pt x="83620" y="49784"/>
                  </a:lnTo>
                  <a:lnTo>
                    <a:pt x="83609" y="49865"/>
                  </a:lnTo>
                  <a:lnTo>
                    <a:pt x="83645" y="49886"/>
                  </a:lnTo>
                  <a:lnTo>
                    <a:pt x="83667" y="49875"/>
                  </a:lnTo>
                  <a:lnTo>
                    <a:pt x="83685" y="49871"/>
                  </a:lnTo>
                  <a:lnTo>
                    <a:pt x="83719" y="49871"/>
                  </a:lnTo>
                  <a:lnTo>
                    <a:pt x="83748" y="49880"/>
                  </a:lnTo>
                  <a:lnTo>
                    <a:pt x="83762" y="49894"/>
                  </a:lnTo>
                  <a:lnTo>
                    <a:pt x="83774" y="49912"/>
                  </a:lnTo>
                  <a:lnTo>
                    <a:pt x="83782" y="49928"/>
                  </a:lnTo>
                  <a:lnTo>
                    <a:pt x="83776" y="49993"/>
                  </a:lnTo>
                  <a:lnTo>
                    <a:pt x="83774" y="50008"/>
                  </a:lnTo>
                  <a:lnTo>
                    <a:pt x="83768" y="50072"/>
                  </a:lnTo>
                  <a:lnTo>
                    <a:pt x="83747" y="50274"/>
                  </a:lnTo>
                  <a:lnTo>
                    <a:pt x="83745" y="50296"/>
                  </a:lnTo>
                  <a:lnTo>
                    <a:pt x="83728" y="50604"/>
                  </a:lnTo>
                  <a:lnTo>
                    <a:pt x="83718" y="50792"/>
                  </a:lnTo>
                  <a:lnTo>
                    <a:pt x="83691" y="50852"/>
                  </a:lnTo>
                  <a:lnTo>
                    <a:pt x="83635" y="51127"/>
                  </a:lnTo>
                  <a:lnTo>
                    <a:pt x="83621" y="51342"/>
                  </a:lnTo>
                  <a:lnTo>
                    <a:pt x="83585" y="51868"/>
                  </a:lnTo>
                  <a:lnTo>
                    <a:pt x="83582" y="51910"/>
                  </a:lnTo>
                  <a:lnTo>
                    <a:pt x="83577" y="51986"/>
                  </a:lnTo>
                  <a:lnTo>
                    <a:pt x="83568" y="52109"/>
                  </a:lnTo>
                  <a:lnTo>
                    <a:pt x="83493" y="53220"/>
                  </a:lnTo>
                  <a:lnTo>
                    <a:pt x="83484" y="53301"/>
                  </a:lnTo>
                  <a:lnTo>
                    <a:pt x="83479" y="53345"/>
                  </a:lnTo>
                  <a:lnTo>
                    <a:pt x="83431" y="53772"/>
                  </a:lnTo>
                  <a:lnTo>
                    <a:pt x="83405" y="54002"/>
                  </a:lnTo>
                  <a:lnTo>
                    <a:pt x="83338" y="54059"/>
                  </a:lnTo>
                  <a:lnTo>
                    <a:pt x="83058" y="53999"/>
                  </a:lnTo>
                  <a:lnTo>
                    <a:pt x="82318" y="54203"/>
                  </a:lnTo>
                  <a:lnTo>
                    <a:pt x="82129" y="54443"/>
                  </a:lnTo>
                  <a:lnTo>
                    <a:pt x="82109" y="54449"/>
                  </a:lnTo>
                  <a:lnTo>
                    <a:pt x="82059" y="54540"/>
                  </a:lnTo>
                  <a:lnTo>
                    <a:pt x="82003" y="54792"/>
                  </a:lnTo>
                  <a:lnTo>
                    <a:pt x="81929" y="55124"/>
                  </a:lnTo>
                  <a:lnTo>
                    <a:pt x="81900" y="55350"/>
                  </a:lnTo>
                  <a:lnTo>
                    <a:pt x="81855" y="55459"/>
                  </a:lnTo>
                  <a:lnTo>
                    <a:pt x="81786" y="55574"/>
                  </a:lnTo>
                  <a:lnTo>
                    <a:pt x="81709" y="55700"/>
                  </a:lnTo>
                  <a:lnTo>
                    <a:pt x="81700" y="55715"/>
                  </a:lnTo>
                  <a:lnTo>
                    <a:pt x="81549" y="55921"/>
                  </a:lnTo>
                  <a:lnTo>
                    <a:pt x="81323" y="56462"/>
                  </a:lnTo>
                  <a:lnTo>
                    <a:pt x="81226" y="56832"/>
                  </a:lnTo>
                  <a:lnTo>
                    <a:pt x="81215" y="56914"/>
                  </a:lnTo>
                  <a:lnTo>
                    <a:pt x="81203" y="56991"/>
                  </a:lnTo>
                  <a:lnTo>
                    <a:pt x="81100" y="57697"/>
                  </a:lnTo>
                  <a:lnTo>
                    <a:pt x="81064" y="58251"/>
                  </a:lnTo>
                  <a:lnTo>
                    <a:pt x="81062" y="58539"/>
                  </a:lnTo>
                  <a:lnTo>
                    <a:pt x="81061" y="58714"/>
                  </a:lnTo>
                  <a:lnTo>
                    <a:pt x="80994" y="59270"/>
                  </a:lnTo>
                  <a:lnTo>
                    <a:pt x="81005" y="59787"/>
                  </a:lnTo>
                  <a:lnTo>
                    <a:pt x="81009" y="59981"/>
                  </a:lnTo>
                  <a:lnTo>
                    <a:pt x="80995" y="60164"/>
                  </a:lnTo>
                  <a:lnTo>
                    <a:pt x="81020" y="60418"/>
                  </a:lnTo>
                  <a:lnTo>
                    <a:pt x="81043" y="60445"/>
                  </a:lnTo>
                  <a:lnTo>
                    <a:pt x="81060" y="60602"/>
                  </a:lnTo>
                  <a:lnTo>
                    <a:pt x="81101" y="61075"/>
                  </a:lnTo>
                  <a:lnTo>
                    <a:pt x="81138" y="61510"/>
                  </a:lnTo>
                  <a:lnTo>
                    <a:pt x="81143" y="61572"/>
                  </a:lnTo>
                  <a:lnTo>
                    <a:pt x="81083" y="61628"/>
                  </a:lnTo>
                  <a:lnTo>
                    <a:pt x="80983" y="61492"/>
                  </a:lnTo>
                  <a:lnTo>
                    <a:pt x="80868" y="61423"/>
                  </a:lnTo>
                  <a:lnTo>
                    <a:pt x="80674" y="61466"/>
                  </a:lnTo>
                  <a:lnTo>
                    <a:pt x="80612" y="61508"/>
                  </a:lnTo>
                  <a:lnTo>
                    <a:pt x="80348" y="61605"/>
                  </a:lnTo>
                  <a:lnTo>
                    <a:pt x="80165" y="61700"/>
                  </a:lnTo>
                  <a:lnTo>
                    <a:pt x="79888" y="61883"/>
                  </a:lnTo>
                  <a:lnTo>
                    <a:pt x="79865" y="61898"/>
                  </a:lnTo>
                  <a:lnTo>
                    <a:pt x="79828" y="61922"/>
                  </a:lnTo>
                  <a:lnTo>
                    <a:pt x="79764" y="61964"/>
                  </a:lnTo>
                  <a:lnTo>
                    <a:pt x="79672" y="62025"/>
                  </a:lnTo>
                  <a:lnTo>
                    <a:pt x="79701" y="62110"/>
                  </a:lnTo>
                  <a:lnTo>
                    <a:pt x="79320" y="62624"/>
                  </a:lnTo>
                  <a:lnTo>
                    <a:pt x="79287" y="62607"/>
                  </a:lnTo>
                  <a:lnTo>
                    <a:pt x="79256" y="62557"/>
                  </a:lnTo>
                  <a:lnTo>
                    <a:pt x="79235" y="62523"/>
                  </a:lnTo>
                  <a:lnTo>
                    <a:pt x="79222" y="62502"/>
                  </a:lnTo>
                  <a:lnTo>
                    <a:pt x="79212" y="62474"/>
                  </a:lnTo>
                  <a:lnTo>
                    <a:pt x="79172" y="62359"/>
                  </a:lnTo>
                  <a:lnTo>
                    <a:pt x="79202" y="62227"/>
                  </a:lnTo>
                  <a:lnTo>
                    <a:pt x="79192" y="62188"/>
                  </a:lnTo>
                  <a:lnTo>
                    <a:pt x="79180" y="62187"/>
                  </a:lnTo>
                  <a:lnTo>
                    <a:pt x="79148" y="62184"/>
                  </a:lnTo>
                  <a:lnTo>
                    <a:pt x="79106" y="62181"/>
                  </a:lnTo>
                  <a:lnTo>
                    <a:pt x="78904" y="62240"/>
                  </a:lnTo>
                  <a:lnTo>
                    <a:pt x="78888" y="62244"/>
                  </a:lnTo>
                  <a:lnTo>
                    <a:pt x="78870" y="62250"/>
                  </a:lnTo>
                  <a:lnTo>
                    <a:pt x="78877" y="62329"/>
                  </a:lnTo>
                  <a:lnTo>
                    <a:pt x="78903" y="62341"/>
                  </a:lnTo>
                  <a:lnTo>
                    <a:pt x="78926" y="62383"/>
                  </a:lnTo>
                  <a:lnTo>
                    <a:pt x="78930" y="62393"/>
                  </a:lnTo>
                  <a:lnTo>
                    <a:pt x="78935" y="62401"/>
                  </a:lnTo>
                  <a:lnTo>
                    <a:pt x="79011" y="62491"/>
                  </a:lnTo>
                  <a:lnTo>
                    <a:pt x="79015" y="62495"/>
                  </a:lnTo>
                  <a:lnTo>
                    <a:pt x="79046" y="62532"/>
                  </a:lnTo>
                  <a:lnTo>
                    <a:pt x="79061" y="62656"/>
                  </a:lnTo>
                  <a:lnTo>
                    <a:pt x="79062" y="62668"/>
                  </a:lnTo>
                  <a:lnTo>
                    <a:pt x="79112" y="63095"/>
                  </a:lnTo>
                  <a:lnTo>
                    <a:pt x="79223" y="63381"/>
                  </a:lnTo>
                  <a:lnTo>
                    <a:pt x="79238" y="63512"/>
                  </a:lnTo>
                  <a:lnTo>
                    <a:pt x="79212" y="63609"/>
                  </a:lnTo>
                  <a:lnTo>
                    <a:pt x="79180" y="63632"/>
                  </a:lnTo>
                  <a:lnTo>
                    <a:pt x="79074" y="63686"/>
                  </a:lnTo>
                  <a:lnTo>
                    <a:pt x="79024" y="63733"/>
                  </a:lnTo>
                  <a:lnTo>
                    <a:pt x="78846" y="64026"/>
                  </a:lnTo>
                  <a:lnTo>
                    <a:pt x="78803" y="64114"/>
                  </a:lnTo>
                  <a:lnTo>
                    <a:pt x="78827" y="64171"/>
                  </a:lnTo>
                  <a:lnTo>
                    <a:pt x="78823" y="64176"/>
                  </a:lnTo>
                  <a:lnTo>
                    <a:pt x="78805" y="64181"/>
                  </a:lnTo>
                  <a:lnTo>
                    <a:pt x="78786" y="64184"/>
                  </a:lnTo>
                  <a:lnTo>
                    <a:pt x="78749" y="64190"/>
                  </a:lnTo>
                  <a:lnTo>
                    <a:pt x="78319" y="64196"/>
                  </a:lnTo>
                  <a:lnTo>
                    <a:pt x="78214" y="64191"/>
                  </a:lnTo>
                  <a:lnTo>
                    <a:pt x="78212" y="64175"/>
                  </a:lnTo>
                  <a:lnTo>
                    <a:pt x="78209" y="64153"/>
                  </a:lnTo>
                  <a:lnTo>
                    <a:pt x="77822" y="64154"/>
                  </a:lnTo>
                  <a:lnTo>
                    <a:pt x="77742" y="64277"/>
                  </a:lnTo>
                  <a:lnTo>
                    <a:pt x="77747" y="64291"/>
                  </a:lnTo>
                  <a:lnTo>
                    <a:pt x="77785" y="64398"/>
                  </a:lnTo>
                  <a:lnTo>
                    <a:pt x="77795" y="64514"/>
                  </a:lnTo>
                  <a:lnTo>
                    <a:pt x="77745" y="64643"/>
                  </a:lnTo>
                  <a:lnTo>
                    <a:pt x="77693" y="64897"/>
                  </a:lnTo>
                  <a:lnTo>
                    <a:pt x="77731" y="65022"/>
                  </a:lnTo>
                  <a:lnTo>
                    <a:pt x="77937" y="65350"/>
                  </a:lnTo>
                  <a:lnTo>
                    <a:pt x="78141" y="65502"/>
                  </a:lnTo>
                  <a:lnTo>
                    <a:pt x="78178" y="65450"/>
                  </a:lnTo>
                  <a:lnTo>
                    <a:pt x="78273" y="65482"/>
                  </a:lnTo>
                  <a:lnTo>
                    <a:pt x="78265" y="65563"/>
                  </a:lnTo>
                  <a:lnTo>
                    <a:pt x="78264" y="65575"/>
                  </a:lnTo>
                  <a:lnTo>
                    <a:pt x="78264" y="65580"/>
                  </a:lnTo>
                  <a:lnTo>
                    <a:pt x="78299" y="65576"/>
                  </a:lnTo>
                  <a:lnTo>
                    <a:pt x="78325" y="65573"/>
                  </a:lnTo>
                  <a:lnTo>
                    <a:pt x="78640" y="65536"/>
                  </a:lnTo>
                  <a:lnTo>
                    <a:pt x="78650" y="65542"/>
                  </a:lnTo>
                  <a:lnTo>
                    <a:pt x="78681" y="65561"/>
                  </a:lnTo>
                  <a:lnTo>
                    <a:pt x="78718" y="65583"/>
                  </a:lnTo>
                  <a:lnTo>
                    <a:pt x="78836" y="65651"/>
                  </a:lnTo>
                  <a:lnTo>
                    <a:pt x="78858" y="65665"/>
                  </a:lnTo>
                  <a:lnTo>
                    <a:pt x="79006" y="65753"/>
                  </a:lnTo>
                  <a:lnTo>
                    <a:pt x="79018" y="65760"/>
                  </a:lnTo>
                  <a:lnTo>
                    <a:pt x="79179" y="65881"/>
                  </a:lnTo>
                  <a:lnTo>
                    <a:pt x="79469" y="65921"/>
                  </a:lnTo>
                  <a:lnTo>
                    <a:pt x="79626" y="65923"/>
                  </a:lnTo>
                  <a:lnTo>
                    <a:pt x="79642" y="65923"/>
                  </a:lnTo>
                  <a:lnTo>
                    <a:pt x="79661" y="65924"/>
                  </a:lnTo>
                  <a:lnTo>
                    <a:pt x="79667" y="65924"/>
                  </a:lnTo>
                  <a:lnTo>
                    <a:pt x="79705" y="65925"/>
                  </a:lnTo>
                  <a:lnTo>
                    <a:pt x="79711" y="65927"/>
                  </a:lnTo>
                  <a:lnTo>
                    <a:pt x="79715" y="65929"/>
                  </a:lnTo>
                  <a:lnTo>
                    <a:pt x="79721" y="65934"/>
                  </a:lnTo>
                  <a:lnTo>
                    <a:pt x="79734" y="65929"/>
                  </a:lnTo>
                  <a:lnTo>
                    <a:pt x="79745" y="65926"/>
                  </a:lnTo>
                  <a:lnTo>
                    <a:pt x="79812" y="65930"/>
                  </a:lnTo>
                  <a:lnTo>
                    <a:pt x="79875" y="65976"/>
                  </a:lnTo>
                  <a:lnTo>
                    <a:pt x="79945" y="66027"/>
                  </a:lnTo>
                  <a:lnTo>
                    <a:pt x="79963" y="66044"/>
                  </a:lnTo>
                  <a:lnTo>
                    <a:pt x="79970" y="66055"/>
                  </a:lnTo>
                  <a:lnTo>
                    <a:pt x="80010" y="66152"/>
                  </a:lnTo>
                  <a:lnTo>
                    <a:pt x="80009" y="66228"/>
                  </a:lnTo>
                  <a:lnTo>
                    <a:pt x="80022" y="66301"/>
                  </a:lnTo>
                  <a:lnTo>
                    <a:pt x="80036" y="66365"/>
                  </a:lnTo>
                  <a:lnTo>
                    <a:pt x="80039" y="66370"/>
                  </a:lnTo>
                  <a:lnTo>
                    <a:pt x="80055" y="66384"/>
                  </a:lnTo>
                  <a:lnTo>
                    <a:pt x="80067" y="66389"/>
                  </a:lnTo>
                  <a:lnTo>
                    <a:pt x="80122" y="66381"/>
                  </a:lnTo>
                  <a:lnTo>
                    <a:pt x="80357" y="66332"/>
                  </a:lnTo>
                  <a:lnTo>
                    <a:pt x="80363" y="66331"/>
                  </a:lnTo>
                  <a:lnTo>
                    <a:pt x="80367" y="66327"/>
                  </a:lnTo>
                  <a:lnTo>
                    <a:pt x="80383" y="66318"/>
                  </a:lnTo>
                  <a:lnTo>
                    <a:pt x="80382" y="66311"/>
                  </a:lnTo>
                  <a:lnTo>
                    <a:pt x="80416" y="66135"/>
                  </a:lnTo>
                  <a:lnTo>
                    <a:pt x="80420" y="66128"/>
                  </a:lnTo>
                  <a:lnTo>
                    <a:pt x="80426" y="66108"/>
                  </a:lnTo>
                  <a:lnTo>
                    <a:pt x="80535" y="66045"/>
                  </a:lnTo>
                  <a:lnTo>
                    <a:pt x="80652" y="66009"/>
                  </a:lnTo>
                  <a:lnTo>
                    <a:pt x="80866" y="65941"/>
                  </a:lnTo>
                  <a:lnTo>
                    <a:pt x="81004" y="65933"/>
                  </a:lnTo>
                  <a:lnTo>
                    <a:pt x="81041" y="65930"/>
                  </a:lnTo>
                  <a:lnTo>
                    <a:pt x="81048" y="65928"/>
                  </a:lnTo>
                  <a:lnTo>
                    <a:pt x="81058" y="65921"/>
                  </a:lnTo>
                  <a:lnTo>
                    <a:pt x="81063" y="65901"/>
                  </a:lnTo>
                  <a:lnTo>
                    <a:pt x="81040" y="65703"/>
                  </a:lnTo>
                  <a:lnTo>
                    <a:pt x="81031" y="65676"/>
                  </a:lnTo>
                  <a:lnTo>
                    <a:pt x="80811" y="65383"/>
                  </a:lnTo>
                  <a:lnTo>
                    <a:pt x="80465" y="65045"/>
                  </a:lnTo>
                  <a:lnTo>
                    <a:pt x="80454" y="65027"/>
                  </a:lnTo>
                  <a:lnTo>
                    <a:pt x="80449" y="64997"/>
                  </a:lnTo>
                  <a:lnTo>
                    <a:pt x="80447" y="64986"/>
                  </a:lnTo>
                  <a:lnTo>
                    <a:pt x="80433" y="64894"/>
                  </a:lnTo>
                  <a:lnTo>
                    <a:pt x="80440" y="64845"/>
                  </a:lnTo>
                  <a:lnTo>
                    <a:pt x="80473" y="64821"/>
                  </a:lnTo>
                  <a:lnTo>
                    <a:pt x="80486" y="64831"/>
                  </a:lnTo>
                  <a:lnTo>
                    <a:pt x="80497" y="64830"/>
                  </a:lnTo>
                  <a:lnTo>
                    <a:pt x="80571" y="64787"/>
                  </a:lnTo>
                  <a:lnTo>
                    <a:pt x="80582" y="64781"/>
                  </a:lnTo>
                  <a:lnTo>
                    <a:pt x="80645" y="64731"/>
                  </a:lnTo>
                  <a:lnTo>
                    <a:pt x="80707" y="64675"/>
                  </a:lnTo>
                  <a:lnTo>
                    <a:pt x="80728" y="64644"/>
                  </a:lnTo>
                  <a:lnTo>
                    <a:pt x="80737" y="64608"/>
                  </a:lnTo>
                  <a:lnTo>
                    <a:pt x="80637" y="64092"/>
                  </a:lnTo>
                  <a:lnTo>
                    <a:pt x="80624" y="64055"/>
                  </a:lnTo>
                  <a:lnTo>
                    <a:pt x="80620" y="64046"/>
                  </a:lnTo>
                  <a:lnTo>
                    <a:pt x="80612" y="64035"/>
                  </a:lnTo>
                  <a:lnTo>
                    <a:pt x="80360" y="63723"/>
                  </a:lnTo>
                  <a:lnTo>
                    <a:pt x="80335" y="63695"/>
                  </a:lnTo>
                  <a:lnTo>
                    <a:pt x="80301" y="63658"/>
                  </a:lnTo>
                  <a:lnTo>
                    <a:pt x="80276" y="63425"/>
                  </a:lnTo>
                  <a:lnTo>
                    <a:pt x="80276" y="63419"/>
                  </a:lnTo>
                  <a:lnTo>
                    <a:pt x="80261" y="63319"/>
                  </a:lnTo>
                  <a:lnTo>
                    <a:pt x="80248" y="63238"/>
                  </a:lnTo>
                  <a:lnTo>
                    <a:pt x="80222" y="63083"/>
                  </a:lnTo>
                  <a:lnTo>
                    <a:pt x="80218" y="63078"/>
                  </a:lnTo>
                  <a:lnTo>
                    <a:pt x="80217" y="63072"/>
                  </a:lnTo>
                  <a:lnTo>
                    <a:pt x="80208" y="63057"/>
                  </a:lnTo>
                  <a:lnTo>
                    <a:pt x="80202" y="63040"/>
                  </a:lnTo>
                  <a:lnTo>
                    <a:pt x="80198" y="63035"/>
                  </a:lnTo>
                  <a:lnTo>
                    <a:pt x="80182" y="62983"/>
                  </a:lnTo>
                  <a:lnTo>
                    <a:pt x="80162" y="62812"/>
                  </a:lnTo>
                  <a:lnTo>
                    <a:pt x="80149" y="62644"/>
                  </a:lnTo>
                  <a:lnTo>
                    <a:pt x="80174" y="62529"/>
                  </a:lnTo>
                  <a:lnTo>
                    <a:pt x="80175" y="62516"/>
                  </a:lnTo>
                  <a:lnTo>
                    <a:pt x="80190" y="62453"/>
                  </a:lnTo>
                  <a:lnTo>
                    <a:pt x="80208" y="62379"/>
                  </a:lnTo>
                  <a:lnTo>
                    <a:pt x="80229" y="62284"/>
                  </a:lnTo>
                  <a:lnTo>
                    <a:pt x="80256" y="62183"/>
                  </a:lnTo>
                  <a:lnTo>
                    <a:pt x="80260" y="62166"/>
                  </a:lnTo>
                  <a:lnTo>
                    <a:pt x="80272" y="62115"/>
                  </a:lnTo>
                  <a:lnTo>
                    <a:pt x="80277" y="62092"/>
                  </a:lnTo>
                  <a:lnTo>
                    <a:pt x="80292" y="62027"/>
                  </a:lnTo>
                  <a:lnTo>
                    <a:pt x="80293" y="62021"/>
                  </a:lnTo>
                  <a:lnTo>
                    <a:pt x="80303" y="61973"/>
                  </a:lnTo>
                  <a:lnTo>
                    <a:pt x="80307" y="61952"/>
                  </a:lnTo>
                  <a:lnTo>
                    <a:pt x="80314" y="61918"/>
                  </a:lnTo>
                  <a:lnTo>
                    <a:pt x="80323" y="61871"/>
                  </a:lnTo>
                  <a:lnTo>
                    <a:pt x="80332" y="61837"/>
                  </a:lnTo>
                  <a:lnTo>
                    <a:pt x="80354" y="61797"/>
                  </a:lnTo>
                  <a:lnTo>
                    <a:pt x="80357" y="61791"/>
                  </a:lnTo>
                  <a:lnTo>
                    <a:pt x="80366" y="61774"/>
                  </a:lnTo>
                  <a:lnTo>
                    <a:pt x="80381" y="61746"/>
                  </a:lnTo>
                  <a:lnTo>
                    <a:pt x="80385" y="61742"/>
                  </a:lnTo>
                  <a:lnTo>
                    <a:pt x="80393" y="61737"/>
                  </a:lnTo>
                  <a:lnTo>
                    <a:pt x="80416" y="61723"/>
                  </a:lnTo>
                  <a:lnTo>
                    <a:pt x="80420" y="61720"/>
                  </a:lnTo>
                  <a:lnTo>
                    <a:pt x="80427" y="61717"/>
                  </a:lnTo>
                  <a:lnTo>
                    <a:pt x="80598" y="61637"/>
                  </a:lnTo>
                  <a:lnTo>
                    <a:pt x="80766" y="61557"/>
                  </a:lnTo>
                  <a:lnTo>
                    <a:pt x="80802" y="61541"/>
                  </a:lnTo>
                  <a:lnTo>
                    <a:pt x="80819" y="61546"/>
                  </a:lnTo>
                  <a:lnTo>
                    <a:pt x="80855" y="61558"/>
                  </a:lnTo>
                  <a:lnTo>
                    <a:pt x="80949" y="61652"/>
                  </a:lnTo>
                  <a:lnTo>
                    <a:pt x="81082" y="62033"/>
                  </a:lnTo>
                  <a:lnTo>
                    <a:pt x="81086" y="62044"/>
                  </a:lnTo>
                  <a:lnTo>
                    <a:pt x="81109" y="62148"/>
                  </a:lnTo>
                  <a:lnTo>
                    <a:pt x="81108" y="62783"/>
                  </a:lnTo>
                  <a:lnTo>
                    <a:pt x="81145" y="63144"/>
                  </a:lnTo>
                  <a:lnTo>
                    <a:pt x="81196" y="63648"/>
                  </a:lnTo>
                  <a:lnTo>
                    <a:pt x="81198" y="63659"/>
                  </a:lnTo>
                  <a:lnTo>
                    <a:pt x="81216" y="63843"/>
                  </a:lnTo>
                  <a:lnTo>
                    <a:pt x="81229" y="63913"/>
                  </a:lnTo>
                  <a:lnTo>
                    <a:pt x="81352" y="64620"/>
                  </a:lnTo>
                  <a:lnTo>
                    <a:pt x="81530" y="65177"/>
                  </a:lnTo>
                  <a:lnTo>
                    <a:pt x="81573" y="65311"/>
                  </a:lnTo>
                  <a:lnTo>
                    <a:pt x="81644" y="65534"/>
                  </a:lnTo>
                  <a:lnTo>
                    <a:pt x="81681" y="65652"/>
                  </a:lnTo>
                  <a:lnTo>
                    <a:pt x="81741" y="65839"/>
                  </a:lnTo>
                  <a:lnTo>
                    <a:pt x="81792" y="66132"/>
                  </a:lnTo>
                  <a:lnTo>
                    <a:pt x="81804" y="66169"/>
                  </a:lnTo>
                  <a:lnTo>
                    <a:pt x="81814" y="66198"/>
                  </a:lnTo>
                  <a:lnTo>
                    <a:pt x="81816" y="66204"/>
                  </a:lnTo>
                  <a:lnTo>
                    <a:pt x="81862" y="66336"/>
                  </a:lnTo>
                  <a:lnTo>
                    <a:pt x="81924" y="66392"/>
                  </a:lnTo>
                  <a:lnTo>
                    <a:pt x="81973" y="66405"/>
                  </a:lnTo>
                  <a:lnTo>
                    <a:pt x="82042" y="66332"/>
                  </a:lnTo>
                  <a:lnTo>
                    <a:pt x="82045" y="66328"/>
                  </a:lnTo>
                  <a:lnTo>
                    <a:pt x="82083" y="66333"/>
                  </a:lnTo>
                  <a:lnTo>
                    <a:pt x="82153" y="66341"/>
                  </a:lnTo>
                  <a:lnTo>
                    <a:pt x="82222" y="66433"/>
                  </a:lnTo>
                  <a:lnTo>
                    <a:pt x="82255" y="66477"/>
                  </a:lnTo>
                  <a:lnTo>
                    <a:pt x="82280" y="66567"/>
                  </a:lnTo>
                  <a:lnTo>
                    <a:pt x="82278" y="66576"/>
                  </a:lnTo>
                  <a:lnTo>
                    <a:pt x="82197" y="66888"/>
                  </a:lnTo>
                  <a:lnTo>
                    <a:pt x="82185" y="66900"/>
                  </a:lnTo>
                  <a:lnTo>
                    <a:pt x="82177" y="66908"/>
                  </a:lnTo>
                  <a:lnTo>
                    <a:pt x="82169" y="66908"/>
                  </a:lnTo>
                  <a:lnTo>
                    <a:pt x="82081" y="66904"/>
                  </a:lnTo>
                  <a:lnTo>
                    <a:pt x="81924" y="66846"/>
                  </a:lnTo>
                  <a:lnTo>
                    <a:pt x="81918" y="66843"/>
                  </a:lnTo>
                  <a:lnTo>
                    <a:pt x="81863" y="66682"/>
                  </a:lnTo>
                  <a:lnTo>
                    <a:pt x="81867" y="66678"/>
                  </a:lnTo>
                  <a:lnTo>
                    <a:pt x="81885" y="66667"/>
                  </a:lnTo>
                  <a:lnTo>
                    <a:pt x="81911" y="66652"/>
                  </a:lnTo>
                  <a:lnTo>
                    <a:pt x="81923" y="66644"/>
                  </a:lnTo>
                  <a:lnTo>
                    <a:pt x="81933" y="66615"/>
                  </a:lnTo>
                  <a:lnTo>
                    <a:pt x="81881" y="66566"/>
                  </a:lnTo>
                  <a:lnTo>
                    <a:pt x="81741" y="66534"/>
                  </a:lnTo>
                  <a:lnTo>
                    <a:pt x="81553" y="66572"/>
                  </a:lnTo>
                  <a:lnTo>
                    <a:pt x="81267" y="66780"/>
                  </a:lnTo>
                  <a:lnTo>
                    <a:pt x="81166" y="66916"/>
                  </a:lnTo>
                  <a:lnTo>
                    <a:pt x="81154" y="66933"/>
                  </a:lnTo>
                  <a:lnTo>
                    <a:pt x="81148" y="66948"/>
                  </a:lnTo>
                  <a:lnTo>
                    <a:pt x="81087" y="67101"/>
                  </a:lnTo>
                  <a:lnTo>
                    <a:pt x="81087" y="67112"/>
                  </a:lnTo>
                  <a:lnTo>
                    <a:pt x="81115" y="67127"/>
                  </a:lnTo>
                  <a:lnTo>
                    <a:pt x="81128" y="67156"/>
                  </a:lnTo>
                  <a:lnTo>
                    <a:pt x="81136" y="67270"/>
                  </a:lnTo>
                  <a:lnTo>
                    <a:pt x="81124" y="67289"/>
                  </a:lnTo>
                  <a:lnTo>
                    <a:pt x="81108" y="67299"/>
                  </a:lnTo>
                  <a:lnTo>
                    <a:pt x="81064" y="67298"/>
                  </a:lnTo>
                  <a:lnTo>
                    <a:pt x="81051" y="67290"/>
                  </a:lnTo>
                  <a:lnTo>
                    <a:pt x="81018" y="67238"/>
                  </a:lnTo>
                  <a:lnTo>
                    <a:pt x="81006" y="67189"/>
                  </a:lnTo>
                  <a:lnTo>
                    <a:pt x="80999" y="67097"/>
                  </a:lnTo>
                  <a:lnTo>
                    <a:pt x="80987" y="67071"/>
                  </a:lnTo>
                  <a:lnTo>
                    <a:pt x="80810" y="66897"/>
                  </a:lnTo>
                  <a:lnTo>
                    <a:pt x="80688" y="66906"/>
                  </a:lnTo>
                  <a:lnTo>
                    <a:pt x="80669" y="66907"/>
                  </a:lnTo>
                  <a:lnTo>
                    <a:pt x="80625" y="66911"/>
                  </a:lnTo>
                  <a:lnTo>
                    <a:pt x="80528" y="66955"/>
                  </a:lnTo>
                  <a:lnTo>
                    <a:pt x="80516" y="66960"/>
                  </a:lnTo>
                  <a:lnTo>
                    <a:pt x="80488" y="66988"/>
                  </a:lnTo>
                  <a:lnTo>
                    <a:pt x="80314" y="67161"/>
                  </a:lnTo>
                  <a:lnTo>
                    <a:pt x="80272" y="67217"/>
                  </a:lnTo>
                  <a:lnTo>
                    <a:pt x="80221" y="67312"/>
                  </a:lnTo>
                  <a:lnTo>
                    <a:pt x="80212" y="67349"/>
                  </a:lnTo>
                  <a:lnTo>
                    <a:pt x="80223" y="67390"/>
                  </a:lnTo>
                  <a:lnTo>
                    <a:pt x="80217" y="67493"/>
                  </a:lnTo>
                  <a:lnTo>
                    <a:pt x="80073" y="67617"/>
                  </a:lnTo>
                  <a:lnTo>
                    <a:pt x="79997" y="67661"/>
                  </a:lnTo>
                  <a:lnTo>
                    <a:pt x="79988" y="67657"/>
                  </a:lnTo>
                  <a:lnTo>
                    <a:pt x="79983" y="67632"/>
                  </a:lnTo>
                  <a:lnTo>
                    <a:pt x="80017" y="67573"/>
                  </a:lnTo>
                  <a:lnTo>
                    <a:pt x="80022" y="67448"/>
                  </a:lnTo>
                  <a:lnTo>
                    <a:pt x="80014" y="67391"/>
                  </a:lnTo>
                  <a:lnTo>
                    <a:pt x="79816" y="67190"/>
                  </a:lnTo>
                  <a:lnTo>
                    <a:pt x="79802" y="67178"/>
                  </a:lnTo>
                  <a:lnTo>
                    <a:pt x="79795" y="67177"/>
                  </a:lnTo>
                  <a:lnTo>
                    <a:pt x="79644" y="67163"/>
                  </a:lnTo>
                  <a:lnTo>
                    <a:pt x="79631" y="67162"/>
                  </a:lnTo>
                  <a:lnTo>
                    <a:pt x="79622" y="67164"/>
                  </a:lnTo>
                  <a:lnTo>
                    <a:pt x="79338" y="67225"/>
                  </a:lnTo>
                  <a:lnTo>
                    <a:pt x="79213" y="67295"/>
                  </a:lnTo>
                  <a:lnTo>
                    <a:pt x="79002" y="67494"/>
                  </a:lnTo>
                  <a:lnTo>
                    <a:pt x="78879" y="67654"/>
                  </a:lnTo>
                  <a:lnTo>
                    <a:pt x="78771" y="67847"/>
                  </a:lnTo>
                  <a:lnTo>
                    <a:pt x="78765" y="67860"/>
                  </a:lnTo>
                  <a:lnTo>
                    <a:pt x="78539" y="68384"/>
                  </a:lnTo>
                  <a:lnTo>
                    <a:pt x="78532" y="68399"/>
                  </a:lnTo>
                  <a:lnTo>
                    <a:pt x="78512" y="68474"/>
                  </a:lnTo>
                  <a:lnTo>
                    <a:pt x="78389" y="68941"/>
                  </a:lnTo>
                  <a:lnTo>
                    <a:pt x="78364" y="69037"/>
                  </a:lnTo>
                  <a:lnTo>
                    <a:pt x="78348" y="69102"/>
                  </a:lnTo>
                  <a:lnTo>
                    <a:pt x="78322" y="69206"/>
                  </a:lnTo>
                  <a:lnTo>
                    <a:pt x="78322" y="69294"/>
                  </a:lnTo>
                  <a:lnTo>
                    <a:pt x="78264" y="69352"/>
                  </a:lnTo>
                  <a:lnTo>
                    <a:pt x="78185" y="69394"/>
                  </a:lnTo>
                  <a:lnTo>
                    <a:pt x="78170" y="69395"/>
                  </a:lnTo>
                  <a:lnTo>
                    <a:pt x="78139" y="69384"/>
                  </a:lnTo>
                  <a:lnTo>
                    <a:pt x="78129" y="69374"/>
                  </a:lnTo>
                  <a:lnTo>
                    <a:pt x="78098" y="69323"/>
                  </a:lnTo>
                  <a:lnTo>
                    <a:pt x="78041" y="69252"/>
                  </a:lnTo>
                  <a:lnTo>
                    <a:pt x="78030" y="69250"/>
                  </a:lnTo>
                  <a:lnTo>
                    <a:pt x="77980" y="69257"/>
                  </a:lnTo>
                  <a:lnTo>
                    <a:pt x="77888" y="69309"/>
                  </a:lnTo>
                  <a:lnTo>
                    <a:pt x="77738" y="69547"/>
                  </a:lnTo>
                  <a:lnTo>
                    <a:pt x="77587" y="70004"/>
                  </a:lnTo>
                  <a:lnTo>
                    <a:pt x="77532" y="70275"/>
                  </a:lnTo>
                  <a:lnTo>
                    <a:pt x="77492" y="70473"/>
                  </a:lnTo>
                  <a:lnTo>
                    <a:pt x="77462" y="71501"/>
                  </a:lnTo>
                  <a:lnTo>
                    <a:pt x="77415" y="71772"/>
                  </a:lnTo>
                  <a:lnTo>
                    <a:pt x="77308" y="71939"/>
                  </a:lnTo>
                  <a:lnTo>
                    <a:pt x="76871" y="72383"/>
                  </a:lnTo>
                  <a:lnTo>
                    <a:pt x="76834" y="72523"/>
                  </a:lnTo>
                  <a:lnTo>
                    <a:pt x="76804" y="72634"/>
                  </a:lnTo>
                  <a:lnTo>
                    <a:pt x="76827" y="72775"/>
                  </a:lnTo>
                  <a:lnTo>
                    <a:pt x="76750" y="72790"/>
                  </a:lnTo>
                  <a:lnTo>
                    <a:pt x="76640" y="72738"/>
                  </a:lnTo>
                  <a:lnTo>
                    <a:pt x="76515" y="72618"/>
                  </a:lnTo>
                  <a:lnTo>
                    <a:pt x="76433" y="72507"/>
                  </a:lnTo>
                  <a:lnTo>
                    <a:pt x="76427" y="72452"/>
                  </a:lnTo>
                  <a:lnTo>
                    <a:pt x="76454" y="72391"/>
                  </a:lnTo>
                  <a:lnTo>
                    <a:pt x="76455" y="72342"/>
                  </a:lnTo>
                  <a:lnTo>
                    <a:pt x="76430" y="72297"/>
                  </a:lnTo>
                  <a:lnTo>
                    <a:pt x="76411" y="72283"/>
                  </a:lnTo>
                  <a:lnTo>
                    <a:pt x="76312" y="72259"/>
                  </a:lnTo>
                  <a:lnTo>
                    <a:pt x="76275" y="72261"/>
                  </a:lnTo>
                  <a:lnTo>
                    <a:pt x="76267" y="72265"/>
                  </a:lnTo>
                  <a:lnTo>
                    <a:pt x="76245" y="72275"/>
                  </a:lnTo>
                  <a:lnTo>
                    <a:pt x="76217" y="72301"/>
                  </a:lnTo>
                  <a:lnTo>
                    <a:pt x="76171" y="72358"/>
                  </a:lnTo>
                  <a:lnTo>
                    <a:pt x="76147" y="72360"/>
                  </a:lnTo>
                  <a:lnTo>
                    <a:pt x="76125" y="72348"/>
                  </a:lnTo>
                  <a:lnTo>
                    <a:pt x="76113" y="72332"/>
                  </a:lnTo>
                  <a:lnTo>
                    <a:pt x="76099" y="72213"/>
                  </a:lnTo>
                  <a:lnTo>
                    <a:pt x="76118" y="72114"/>
                  </a:lnTo>
                  <a:lnTo>
                    <a:pt x="76110" y="72080"/>
                  </a:lnTo>
                  <a:lnTo>
                    <a:pt x="76061" y="72043"/>
                  </a:lnTo>
                  <a:lnTo>
                    <a:pt x="75950" y="72014"/>
                  </a:lnTo>
                  <a:lnTo>
                    <a:pt x="75762" y="72038"/>
                  </a:lnTo>
                  <a:lnTo>
                    <a:pt x="75518" y="72170"/>
                  </a:lnTo>
                  <a:lnTo>
                    <a:pt x="75390" y="72292"/>
                  </a:lnTo>
                  <a:lnTo>
                    <a:pt x="75389" y="72306"/>
                  </a:lnTo>
                  <a:lnTo>
                    <a:pt x="75354" y="72334"/>
                  </a:lnTo>
                  <a:lnTo>
                    <a:pt x="75288" y="72355"/>
                  </a:lnTo>
                  <a:lnTo>
                    <a:pt x="75220" y="72311"/>
                  </a:lnTo>
                  <a:lnTo>
                    <a:pt x="75211" y="72297"/>
                  </a:lnTo>
                  <a:lnTo>
                    <a:pt x="75182" y="72229"/>
                  </a:lnTo>
                  <a:lnTo>
                    <a:pt x="75174" y="72177"/>
                  </a:lnTo>
                  <a:lnTo>
                    <a:pt x="75093" y="72165"/>
                  </a:lnTo>
                  <a:lnTo>
                    <a:pt x="75032" y="72191"/>
                  </a:lnTo>
                  <a:lnTo>
                    <a:pt x="75019" y="72196"/>
                  </a:lnTo>
                  <a:lnTo>
                    <a:pt x="74975" y="72220"/>
                  </a:lnTo>
                  <a:lnTo>
                    <a:pt x="74895" y="72270"/>
                  </a:lnTo>
                  <a:lnTo>
                    <a:pt x="74825" y="72320"/>
                  </a:lnTo>
                  <a:lnTo>
                    <a:pt x="74746" y="72385"/>
                  </a:lnTo>
                  <a:lnTo>
                    <a:pt x="74685" y="72438"/>
                  </a:lnTo>
                  <a:lnTo>
                    <a:pt x="74674" y="72452"/>
                  </a:lnTo>
                  <a:lnTo>
                    <a:pt x="74636" y="72488"/>
                  </a:lnTo>
                  <a:lnTo>
                    <a:pt x="74562" y="72584"/>
                  </a:lnTo>
                  <a:lnTo>
                    <a:pt x="74563" y="72693"/>
                  </a:lnTo>
                  <a:lnTo>
                    <a:pt x="74515" y="72719"/>
                  </a:lnTo>
                  <a:lnTo>
                    <a:pt x="74271" y="72648"/>
                  </a:lnTo>
                  <a:lnTo>
                    <a:pt x="74235" y="72579"/>
                  </a:lnTo>
                  <a:lnTo>
                    <a:pt x="74261" y="72470"/>
                  </a:lnTo>
                  <a:lnTo>
                    <a:pt x="74262" y="72351"/>
                  </a:lnTo>
                  <a:lnTo>
                    <a:pt x="74262" y="72308"/>
                  </a:lnTo>
                  <a:lnTo>
                    <a:pt x="74151" y="72210"/>
                  </a:lnTo>
                  <a:lnTo>
                    <a:pt x="73992" y="72159"/>
                  </a:lnTo>
                  <a:lnTo>
                    <a:pt x="73766" y="72151"/>
                  </a:lnTo>
                  <a:lnTo>
                    <a:pt x="73637" y="72177"/>
                  </a:lnTo>
                  <a:lnTo>
                    <a:pt x="73454" y="72244"/>
                  </a:lnTo>
                  <a:lnTo>
                    <a:pt x="73153" y="72432"/>
                  </a:lnTo>
                  <a:lnTo>
                    <a:pt x="73138" y="72441"/>
                  </a:lnTo>
                  <a:lnTo>
                    <a:pt x="73114" y="72456"/>
                  </a:lnTo>
                  <a:lnTo>
                    <a:pt x="73110" y="72324"/>
                  </a:lnTo>
                  <a:lnTo>
                    <a:pt x="73109" y="72307"/>
                  </a:lnTo>
                  <a:lnTo>
                    <a:pt x="73108" y="72267"/>
                  </a:lnTo>
                  <a:lnTo>
                    <a:pt x="73121" y="72262"/>
                  </a:lnTo>
                  <a:lnTo>
                    <a:pt x="73179" y="72244"/>
                  </a:lnTo>
                  <a:lnTo>
                    <a:pt x="73221" y="72230"/>
                  </a:lnTo>
                  <a:lnTo>
                    <a:pt x="73288" y="72208"/>
                  </a:lnTo>
                  <a:lnTo>
                    <a:pt x="73401" y="72137"/>
                  </a:lnTo>
                  <a:lnTo>
                    <a:pt x="73534" y="71966"/>
                  </a:lnTo>
                  <a:lnTo>
                    <a:pt x="73562" y="71897"/>
                  </a:lnTo>
                  <a:lnTo>
                    <a:pt x="73584" y="71879"/>
                  </a:lnTo>
                  <a:lnTo>
                    <a:pt x="73893" y="71637"/>
                  </a:lnTo>
                  <a:lnTo>
                    <a:pt x="73905" y="71628"/>
                  </a:lnTo>
                  <a:lnTo>
                    <a:pt x="74045" y="71560"/>
                  </a:lnTo>
                  <a:lnTo>
                    <a:pt x="74120" y="71524"/>
                  </a:lnTo>
                  <a:lnTo>
                    <a:pt x="74132" y="71518"/>
                  </a:lnTo>
                  <a:lnTo>
                    <a:pt x="74463" y="71397"/>
                  </a:lnTo>
                  <a:lnTo>
                    <a:pt x="74510" y="71380"/>
                  </a:lnTo>
                  <a:lnTo>
                    <a:pt x="74843" y="71446"/>
                  </a:lnTo>
                  <a:lnTo>
                    <a:pt x="74957" y="71513"/>
                  </a:lnTo>
                  <a:lnTo>
                    <a:pt x="75077" y="71516"/>
                  </a:lnTo>
                  <a:lnTo>
                    <a:pt x="75311" y="71524"/>
                  </a:lnTo>
                  <a:lnTo>
                    <a:pt x="75401" y="71483"/>
                  </a:lnTo>
                  <a:lnTo>
                    <a:pt x="75565" y="71407"/>
                  </a:lnTo>
                  <a:lnTo>
                    <a:pt x="75706" y="71448"/>
                  </a:lnTo>
                  <a:lnTo>
                    <a:pt x="75871" y="71554"/>
                  </a:lnTo>
                  <a:lnTo>
                    <a:pt x="75894" y="71556"/>
                  </a:lnTo>
                  <a:lnTo>
                    <a:pt x="76207" y="71589"/>
                  </a:lnTo>
                  <a:lnTo>
                    <a:pt x="76316" y="71527"/>
                  </a:lnTo>
                  <a:lnTo>
                    <a:pt x="76446" y="71273"/>
                  </a:lnTo>
                  <a:lnTo>
                    <a:pt x="76439" y="71215"/>
                  </a:lnTo>
                  <a:lnTo>
                    <a:pt x="76433" y="71159"/>
                  </a:lnTo>
                  <a:lnTo>
                    <a:pt x="76459" y="71107"/>
                  </a:lnTo>
                  <a:lnTo>
                    <a:pt x="76520" y="71056"/>
                  </a:lnTo>
                  <a:lnTo>
                    <a:pt x="76682" y="71065"/>
                  </a:lnTo>
                  <a:lnTo>
                    <a:pt x="76718" y="71107"/>
                  </a:lnTo>
                  <a:lnTo>
                    <a:pt x="76698" y="71218"/>
                  </a:lnTo>
                  <a:lnTo>
                    <a:pt x="76658" y="71267"/>
                  </a:lnTo>
                  <a:lnTo>
                    <a:pt x="76646" y="71333"/>
                  </a:lnTo>
                  <a:lnTo>
                    <a:pt x="76657" y="71536"/>
                  </a:lnTo>
                  <a:lnTo>
                    <a:pt x="76706" y="71668"/>
                  </a:lnTo>
                  <a:lnTo>
                    <a:pt x="76835" y="71670"/>
                  </a:lnTo>
                  <a:lnTo>
                    <a:pt x="76843" y="71628"/>
                  </a:lnTo>
                  <a:lnTo>
                    <a:pt x="76839" y="71429"/>
                  </a:lnTo>
                  <a:lnTo>
                    <a:pt x="76814" y="71272"/>
                  </a:lnTo>
                  <a:lnTo>
                    <a:pt x="76838" y="71236"/>
                  </a:lnTo>
                  <a:lnTo>
                    <a:pt x="76908" y="71215"/>
                  </a:lnTo>
                  <a:lnTo>
                    <a:pt x="76918" y="71198"/>
                  </a:lnTo>
                  <a:lnTo>
                    <a:pt x="76936" y="71147"/>
                  </a:lnTo>
                  <a:lnTo>
                    <a:pt x="76932" y="71125"/>
                  </a:lnTo>
                  <a:lnTo>
                    <a:pt x="76913" y="71034"/>
                  </a:lnTo>
                  <a:lnTo>
                    <a:pt x="76506" y="70721"/>
                  </a:lnTo>
                  <a:lnTo>
                    <a:pt x="76375" y="70683"/>
                  </a:lnTo>
                  <a:lnTo>
                    <a:pt x="76048" y="70642"/>
                  </a:lnTo>
                  <a:lnTo>
                    <a:pt x="76006" y="70658"/>
                  </a:lnTo>
                  <a:lnTo>
                    <a:pt x="75925" y="70690"/>
                  </a:lnTo>
                  <a:lnTo>
                    <a:pt x="75881" y="70779"/>
                  </a:lnTo>
                  <a:lnTo>
                    <a:pt x="76120" y="71196"/>
                  </a:lnTo>
                  <a:lnTo>
                    <a:pt x="76168" y="71256"/>
                  </a:lnTo>
                  <a:lnTo>
                    <a:pt x="76195" y="71263"/>
                  </a:lnTo>
                  <a:lnTo>
                    <a:pt x="76219" y="71289"/>
                  </a:lnTo>
                  <a:lnTo>
                    <a:pt x="76200" y="71362"/>
                  </a:lnTo>
                  <a:lnTo>
                    <a:pt x="76189" y="71408"/>
                  </a:lnTo>
                  <a:lnTo>
                    <a:pt x="76165" y="71458"/>
                  </a:lnTo>
                  <a:lnTo>
                    <a:pt x="76151" y="71464"/>
                  </a:lnTo>
                  <a:lnTo>
                    <a:pt x="76092" y="71460"/>
                  </a:lnTo>
                  <a:lnTo>
                    <a:pt x="75940" y="71389"/>
                  </a:lnTo>
                  <a:lnTo>
                    <a:pt x="75693" y="71272"/>
                  </a:lnTo>
                  <a:lnTo>
                    <a:pt x="75511" y="71234"/>
                  </a:lnTo>
                  <a:lnTo>
                    <a:pt x="75386" y="71258"/>
                  </a:lnTo>
                  <a:lnTo>
                    <a:pt x="75293" y="71276"/>
                  </a:lnTo>
                  <a:lnTo>
                    <a:pt x="75267" y="71281"/>
                  </a:lnTo>
                  <a:lnTo>
                    <a:pt x="75258" y="71308"/>
                  </a:lnTo>
                  <a:lnTo>
                    <a:pt x="75118" y="71397"/>
                  </a:lnTo>
                  <a:lnTo>
                    <a:pt x="75001" y="71444"/>
                  </a:lnTo>
                  <a:lnTo>
                    <a:pt x="74960" y="71442"/>
                  </a:lnTo>
                  <a:lnTo>
                    <a:pt x="74786" y="71333"/>
                  </a:lnTo>
                  <a:lnTo>
                    <a:pt x="74697" y="71307"/>
                  </a:lnTo>
                  <a:lnTo>
                    <a:pt x="74397" y="71283"/>
                  </a:lnTo>
                  <a:lnTo>
                    <a:pt x="74134" y="71340"/>
                  </a:lnTo>
                  <a:lnTo>
                    <a:pt x="74114" y="71345"/>
                  </a:lnTo>
                  <a:lnTo>
                    <a:pt x="74077" y="71353"/>
                  </a:lnTo>
                  <a:lnTo>
                    <a:pt x="73579" y="71733"/>
                  </a:lnTo>
                  <a:lnTo>
                    <a:pt x="73027" y="72115"/>
                  </a:lnTo>
                  <a:lnTo>
                    <a:pt x="73006" y="72146"/>
                  </a:lnTo>
                  <a:lnTo>
                    <a:pt x="72992" y="72166"/>
                  </a:lnTo>
                  <a:lnTo>
                    <a:pt x="72962" y="72210"/>
                  </a:lnTo>
                  <a:lnTo>
                    <a:pt x="72957" y="72250"/>
                  </a:lnTo>
                  <a:lnTo>
                    <a:pt x="73002" y="72332"/>
                  </a:lnTo>
                  <a:lnTo>
                    <a:pt x="73072" y="72367"/>
                  </a:lnTo>
                  <a:lnTo>
                    <a:pt x="73103" y="72418"/>
                  </a:lnTo>
                  <a:lnTo>
                    <a:pt x="73057" y="72519"/>
                  </a:lnTo>
                  <a:lnTo>
                    <a:pt x="73017" y="72559"/>
                  </a:lnTo>
                  <a:lnTo>
                    <a:pt x="72774" y="72671"/>
                  </a:lnTo>
                  <a:lnTo>
                    <a:pt x="72497" y="72798"/>
                  </a:lnTo>
                  <a:lnTo>
                    <a:pt x="72395" y="72811"/>
                  </a:lnTo>
                  <a:lnTo>
                    <a:pt x="72256" y="72790"/>
                  </a:lnTo>
                  <a:lnTo>
                    <a:pt x="72169" y="72589"/>
                  </a:lnTo>
                  <a:lnTo>
                    <a:pt x="71827" y="72434"/>
                  </a:lnTo>
                  <a:lnTo>
                    <a:pt x="71689" y="72411"/>
                  </a:lnTo>
                  <a:lnTo>
                    <a:pt x="71288" y="72343"/>
                  </a:lnTo>
                  <a:lnTo>
                    <a:pt x="71206" y="72348"/>
                  </a:lnTo>
                  <a:lnTo>
                    <a:pt x="70886" y="72566"/>
                  </a:lnTo>
                  <a:lnTo>
                    <a:pt x="70800" y="72596"/>
                  </a:lnTo>
                  <a:lnTo>
                    <a:pt x="70592" y="72609"/>
                  </a:lnTo>
                  <a:lnTo>
                    <a:pt x="70379" y="72697"/>
                  </a:lnTo>
                  <a:lnTo>
                    <a:pt x="70137" y="72836"/>
                  </a:lnTo>
                  <a:lnTo>
                    <a:pt x="70109" y="72852"/>
                  </a:lnTo>
                  <a:lnTo>
                    <a:pt x="69581" y="73344"/>
                  </a:lnTo>
                  <a:lnTo>
                    <a:pt x="69038" y="73977"/>
                  </a:lnTo>
                  <a:lnTo>
                    <a:pt x="68872" y="74237"/>
                  </a:lnTo>
                  <a:lnTo>
                    <a:pt x="68852" y="74251"/>
                  </a:lnTo>
                  <a:lnTo>
                    <a:pt x="68821" y="74271"/>
                  </a:lnTo>
                  <a:lnTo>
                    <a:pt x="68658" y="74216"/>
                  </a:lnTo>
                  <a:lnTo>
                    <a:pt x="68626" y="74169"/>
                  </a:lnTo>
                  <a:lnTo>
                    <a:pt x="68609" y="74143"/>
                  </a:lnTo>
                  <a:lnTo>
                    <a:pt x="68544" y="74139"/>
                  </a:lnTo>
                  <a:lnTo>
                    <a:pt x="68527" y="74138"/>
                  </a:lnTo>
                  <a:lnTo>
                    <a:pt x="68464" y="74167"/>
                  </a:lnTo>
                  <a:lnTo>
                    <a:pt x="68450" y="74173"/>
                  </a:lnTo>
                  <a:lnTo>
                    <a:pt x="68438" y="74184"/>
                  </a:lnTo>
                  <a:lnTo>
                    <a:pt x="68297" y="74314"/>
                  </a:lnTo>
                  <a:lnTo>
                    <a:pt x="68134" y="74438"/>
                  </a:lnTo>
                  <a:lnTo>
                    <a:pt x="67930" y="74593"/>
                  </a:lnTo>
                  <a:lnTo>
                    <a:pt x="67611" y="74834"/>
                  </a:lnTo>
                  <a:lnTo>
                    <a:pt x="67594" y="74852"/>
                  </a:lnTo>
                  <a:lnTo>
                    <a:pt x="67404" y="75041"/>
                  </a:lnTo>
                  <a:lnTo>
                    <a:pt x="67373" y="75072"/>
                  </a:lnTo>
                  <a:lnTo>
                    <a:pt x="67350" y="75100"/>
                  </a:lnTo>
                  <a:lnTo>
                    <a:pt x="67241" y="75230"/>
                  </a:lnTo>
                  <a:lnTo>
                    <a:pt x="67202" y="75276"/>
                  </a:lnTo>
                  <a:lnTo>
                    <a:pt x="67194" y="75288"/>
                  </a:lnTo>
                  <a:lnTo>
                    <a:pt x="67103" y="75430"/>
                  </a:lnTo>
                  <a:lnTo>
                    <a:pt x="66968" y="75709"/>
                  </a:lnTo>
                  <a:lnTo>
                    <a:pt x="66821" y="76086"/>
                  </a:lnTo>
                  <a:lnTo>
                    <a:pt x="66809" y="76103"/>
                  </a:lnTo>
                  <a:lnTo>
                    <a:pt x="66685" y="76280"/>
                  </a:lnTo>
                  <a:lnTo>
                    <a:pt x="66554" y="76438"/>
                  </a:lnTo>
                  <a:lnTo>
                    <a:pt x="66508" y="76464"/>
                  </a:lnTo>
                  <a:lnTo>
                    <a:pt x="66479" y="76474"/>
                  </a:lnTo>
                  <a:lnTo>
                    <a:pt x="66447" y="76485"/>
                  </a:lnTo>
                  <a:lnTo>
                    <a:pt x="66372" y="76496"/>
                  </a:lnTo>
                  <a:lnTo>
                    <a:pt x="66357" y="76478"/>
                  </a:lnTo>
                  <a:lnTo>
                    <a:pt x="66126" y="76444"/>
                  </a:lnTo>
                  <a:lnTo>
                    <a:pt x="66023" y="76475"/>
                  </a:lnTo>
                  <a:lnTo>
                    <a:pt x="65871" y="76562"/>
                  </a:lnTo>
                  <a:lnTo>
                    <a:pt x="65624" y="76885"/>
                  </a:lnTo>
                  <a:lnTo>
                    <a:pt x="65536" y="77000"/>
                  </a:lnTo>
                  <a:lnTo>
                    <a:pt x="65504" y="77041"/>
                  </a:lnTo>
                  <a:lnTo>
                    <a:pt x="65355" y="77355"/>
                  </a:lnTo>
                  <a:lnTo>
                    <a:pt x="65221" y="77745"/>
                  </a:lnTo>
                  <a:lnTo>
                    <a:pt x="65172" y="77888"/>
                  </a:lnTo>
                  <a:lnTo>
                    <a:pt x="65140" y="77935"/>
                  </a:lnTo>
                  <a:lnTo>
                    <a:pt x="65081" y="77989"/>
                  </a:lnTo>
                  <a:lnTo>
                    <a:pt x="64823" y="78138"/>
                  </a:lnTo>
                  <a:lnTo>
                    <a:pt x="64691" y="78154"/>
                  </a:lnTo>
                  <a:lnTo>
                    <a:pt x="64616" y="78061"/>
                  </a:lnTo>
                  <a:lnTo>
                    <a:pt x="64592" y="78031"/>
                  </a:lnTo>
                  <a:lnTo>
                    <a:pt x="64469" y="78076"/>
                  </a:lnTo>
                  <a:lnTo>
                    <a:pt x="64429" y="78107"/>
                  </a:lnTo>
                  <a:lnTo>
                    <a:pt x="64300" y="78211"/>
                  </a:lnTo>
                  <a:lnTo>
                    <a:pt x="64244" y="78256"/>
                  </a:lnTo>
                  <a:lnTo>
                    <a:pt x="64209" y="78283"/>
                  </a:lnTo>
                  <a:lnTo>
                    <a:pt x="63993" y="78457"/>
                  </a:lnTo>
                  <a:lnTo>
                    <a:pt x="63919" y="78516"/>
                  </a:lnTo>
                  <a:lnTo>
                    <a:pt x="63593" y="79043"/>
                  </a:lnTo>
                  <a:lnTo>
                    <a:pt x="63412" y="79484"/>
                  </a:lnTo>
                  <a:lnTo>
                    <a:pt x="63354" y="79625"/>
                  </a:lnTo>
                  <a:lnTo>
                    <a:pt x="63122" y="80551"/>
                  </a:lnTo>
                  <a:lnTo>
                    <a:pt x="63088" y="80586"/>
                  </a:lnTo>
                  <a:lnTo>
                    <a:pt x="63051" y="80625"/>
                  </a:lnTo>
                  <a:lnTo>
                    <a:pt x="63034" y="80658"/>
                  </a:lnTo>
                  <a:lnTo>
                    <a:pt x="62960" y="80801"/>
                  </a:lnTo>
                  <a:lnTo>
                    <a:pt x="62896" y="80925"/>
                  </a:lnTo>
                  <a:lnTo>
                    <a:pt x="62877" y="80981"/>
                  </a:lnTo>
                  <a:lnTo>
                    <a:pt x="62811" y="81180"/>
                  </a:lnTo>
                  <a:lnTo>
                    <a:pt x="62807" y="81192"/>
                  </a:lnTo>
                  <a:lnTo>
                    <a:pt x="62782" y="81283"/>
                  </a:lnTo>
                  <a:lnTo>
                    <a:pt x="62777" y="81304"/>
                  </a:lnTo>
                  <a:lnTo>
                    <a:pt x="62754" y="81390"/>
                  </a:lnTo>
                  <a:lnTo>
                    <a:pt x="62743" y="81429"/>
                  </a:lnTo>
                  <a:lnTo>
                    <a:pt x="62496" y="82351"/>
                  </a:lnTo>
                  <a:lnTo>
                    <a:pt x="62294" y="83442"/>
                  </a:lnTo>
                  <a:lnTo>
                    <a:pt x="62282" y="83508"/>
                  </a:lnTo>
                  <a:lnTo>
                    <a:pt x="62151" y="84218"/>
                  </a:lnTo>
                  <a:lnTo>
                    <a:pt x="62120" y="84386"/>
                  </a:lnTo>
                  <a:lnTo>
                    <a:pt x="62057" y="84831"/>
                  </a:lnTo>
                  <a:lnTo>
                    <a:pt x="62038" y="84849"/>
                  </a:lnTo>
                  <a:lnTo>
                    <a:pt x="61999" y="84862"/>
                  </a:lnTo>
                  <a:lnTo>
                    <a:pt x="61947" y="84862"/>
                  </a:lnTo>
                  <a:lnTo>
                    <a:pt x="61916" y="84860"/>
                  </a:lnTo>
                  <a:lnTo>
                    <a:pt x="61864" y="84857"/>
                  </a:lnTo>
                  <a:lnTo>
                    <a:pt x="61785" y="84858"/>
                  </a:lnTo>
                  <a:lnTo>
                    <a:pt x="61756" y="84858"/>
                  </a:lnTo>
                  <a:lnTo>
                    <a:pt x="61670" y="84860"/>
                  </a:lnTo>
                  <a:lnTo>
                    <a:pt x="61650" y="84842"/>
                  </a:lnTo>
                  <a:lnTo>
                    <a:pt x="61650" y="84819"/>
                  </a:lnTo>
                  <a:lnTo>
                    <a:pt x="61654" y="84787"/>
                  </a:lnTo>
                  <a:lnTo>
                    <a:pt x="61663" y="84758"/>
                  </a:lnTo>
                  <a:lnTo>
                    <a:pt x="61672" y="84737"/>
                  </a:lnTo>
                  <a:lnTo>
                    <a:pt x="61699" y="84678"/>
                  </a:lnTo>
                  <a:lnTo>
                    <a:pt x="61728" y="84619"/>
                  </a:lnTo>
                  <a:lnTo>
                    <a:pt x="61728" y="84604"/>
                  </a:lnTo>
                  <a:lnTo>
                    <a:pt x="61729" y="84595"/>
                  </a:lnTo>
                  <a:lnTo>
                    <a:pt x="61722" y="84587"/>
                  </a:lnTo>
                  <a:lnTo>
                    <a:pt x="61638" y="84546"/>
                  </a:lnTo>
                  <a:lnTo>
                    <a:pt x="61641" y="84511"/>
                  </a:lnTo>
                  <a:lnTo>
                    <a:pt x="61692" y="84432"/>
                  </a:lnTo>
                  <a:lnTo>
                    <a:pt x="61721" y="84432"/>
                  </a:lnTo>
                  <a:lnTo>
                    <a:pt x="61735" y="84435"/>
                  </a:lnTo>
                  <a:lnTo>
                    <a:pt x="61791" y="84457"/>
                  </a:lnTo>
                  <a:lnTo>
                    <a:pt x="61818" y="84459"/>
                  </a:lnTo>
                  <a:lnTo>
                    <a:pt x="61826" y="84449"/>
                  </a:lnTo>
                  <a:lnTo>
                    <a:pt x="61828" y="84443"/>
                  </a:lnTo>
                  <a:lnTo>
                    <a:pt x="61834" y="84428"/>
                  </a:lnTo>
                  <a:lnTo>
                    <a:pt x="61843" y="84406"/>
                  </a:lnTo>
                  <a:lnTo>
                    <a:pt x="61873" y="84330"/>
                  </a:lnTo>
                  <a:lnTo>
                    <a:pt x="61894" y="84256"/>
                  </a:lnTo>
                  <a:lnTo>
                    <a:pt x="61901" y="84231"/>
                  </a:lnTo>
                  <a:lnTo>
                    <a:pt x="61913" y="84181"/>
                  </a:lnTo>
                  <a:lnTo>
                    <a:pt x="61918" y="84105"/>
                  </a:lnTo>
                  <a:lnTo>
                    <a:pt x="61917" y="83892"/>
                  </a:lnTo>
                  <a:lnTo>
                    <a:pt x="61870" y="83657"/>
                  </a:lnTo>
                  <a:lnTo>
                    <a:pt x="61863" y="83620"/>
                  </a:lnTo>
                  <a:lnTo>
                    <a:pt x="61524" y="83243"/>
                  </a:lnTo>
                  <a:lnTo>
                    <a:pt x="61488" y="83225"/>
                  </a:lnTo>
                  <a:lnTo>
                    <a:pt x="61418" y="83208"/>
                  </a:lnTo>
                  <a:lnTo>
                    <a:pt x="61310" y="83275"/>
                  </a:lnTo>
                  <a:lnTo>
                    <a:pt x="61244" y="83370"/>
                  </a:lnTo>
                  <a:lnTo>
                    <a:pt x="61170" y="83474"/>
                  </a:lnTo>
                  <a:lnTo>
                    <a:pt x="60968" y="83762"/>
                  </a:lnTo>
                  <a:lnTo>
                    <a:pt x="60866" y="83868"/>
                  </a:lnTo>
                  <a:lnTo>
                    <a:pt x="60830" y="83999"/>
                  </a:lnTo>
                  <a:lnTo>
                    <a:pt x="60828" y="84060"/>
                  </a:lnTo>
                  <a:lnTo>
                    <a:pt x="60840" y="84159"/>
                  </a:lnTo>
                  <a:lnTo>
                    <a:pt x="60875" y="84220"/>
                  </a:lnTo>
                  <a:lnTo>
                    <a:pt x="60902" y="84267"/>
                  </a:lnTo>
                  <a:lnTo>
                    <a:pt x="60958" y="84319"/>
                  </a:lnTo>
                  <a:lnTo>
                    <a:pt x="61037" y="84345"/>
                  </a:lnTo>
                  <a:lnTo>
                    <a:pt x="61053" y="84344"/>
                  </a:lnTo>
                  <a:lnTo>
                    <a:pt x="61075" y="84319"/>
                  </a:lnTo>
                  <a:lnTo>
                    <a:pt x="61106" y="84321"/>
                  </a:lnTo>
                  <a:lnTo>
                    <a:pt x="61222" y="84365"/>
                  </a:lnTo>
                  <a:lnTo>
                    <a:pt x="61233" y="84372"/>
                  </a:lnTo>
                  <a:lnTo>
                    <a:pt x="61241" y="84398"/>
                  </a:lnTo>
                  <a:lnTo>
                    <a:pt x="61200" y="84518"/>
                  </a:lnTo>
                  <a:lnTo>
                    <a:pt x="61184" y="84565"/>
                  </a:lnTo>
                  <a:lnTo>
                    <a:pt x="61147" y="84593"/>
                  </a:lnTo>
                  <a:lnTo>
                    <a:pt x="61139" y="84593"/>
                  </a:lnTo>
                  <a:lnTo>
                    <a:pt x="61057" y="84601"/>
                  </a:lnTo>
                  <a:lnTo>
                    <a:pt x="61003" y="84606"/>
                  </a:lnTo>
                  <a:lnTo>
                    <a:pt x="60747" y="84595"/>
                  </a:lnTo>
                  <a:lnTo>
                    <a:pt x="60731" y="84597"/>
                  </a:lnTo>
                  <a:lnTo>
                    <a:pt x="60684" y="84602"/>
                  </a:lnTo>
                  <a:lnTo>
                    <a:pt x="60671" y="84604"/>
                  </a:lnTo>
                  <a:lnTo>
                    <a:pt x="60648" y="84611"/>
                  </a:lnTo>
                  <a:lnTo>
                    <a:pt x="60635" y="84620"/>
                  </a:lnTo>
                  <a:lnTo>
                    <a:pt x="60626" y="84627"/>
                  </a:lnTo>
                  <a:lnTo>
                    <a:pt x="60620" y="84638"/>
                  </a:lnTo>
                  <a:lnTo>
                    <a:pt x="60589" y="84726"/>
                  </a:lnTo>
                  <a:lnTo>
                    <a:pt x="60492" y="84972"/>
                  </a:lnTo>
                  <a:lnTo>
                    <a:pt x="60492" y="85182"/>
                  </a:lnTo>
                  <a:lnTo>
                    <a:pt x="60499" y="85198"/>
                  </a:lnTo>
                  <a:lnTo>
                    <a:pt x="60505" y="85212"/>
                  </a:lnTo>
                  <a:lnTo>
                    <a:pt x="60526" y="85261"/>
                  </a:lnTo>
                  <a:lnTo>
                    <a:pt x="60564" y="85298"/>
                  </a:lnTo>
                  <a:lnTo>
                    <a:pt x="60580" y="85297"/>
                  </a:lnTo>
                  <a:lnTo>
                    <a:pt x="60674" y="85148"/>
                  </a:lnTo>
                  <a:lnTo>
                    <a:pt x="60675" y="85095"/>
                  </a:lnTo>
                  <a:lnTo>
                    <a:pt x="60623" y="84973"/>
                  </a:lnTo>
                  <a:lnTo>
                    <a:pt x="60618" y="84931"/>
                  </a:lnTo>
                  <a:lnTo>
                    <a:pt x="60642" y="84689"/>
                  </a:lnTo>
                  <a:lnTo>
                    <a:pt x="60649" y="84670"/>
                  </a:lnTo>
                  <a:lnTo>
                    <a:pt x="60661" y="84659"/>
                  </a:lnTo>
                  <a:lnTo>
                    <a:pt x="60754" y="84639"/>
                  </a:lnTo>
                  <a:lnTo>
                    <a:pt x="60812" y="84632"/>
                  </a:lnTo>
                  <a:lnTo>
                    <a:pt x="60835" y="84636"/>
                  </a:lnTo>
                  <a:lnTo>
                    <a:pt x="60871" y="84659"/>
                  </a:lnTo>
                  <a:lnTo>
                    <a:pt x="60944" y="84802"/>
                  </a:lnTo>
                  <a:lnTo>
                    <a:pt x="60944" y="84837"/>
                  </a:lnTo>
                  <a:lnTo>
                    <a:pt x="60965" y="84888"/>
                  </a:lnTo>
                  <a:lnTo>
                    <a:pt x="61031" y="84954"/>
                  </a:lnTo>
                  <a:lnTo>
                    <a:pt x="61198" y="85061"/>
                  </a:lnTo>
                  <a:lnTo>
                    <a:pt x="61425" y="85054"/>
                  </a:lnTo>
                  <a:lnTo>
                    <a:pt x="61457" y="85053"/>
                  </a:lnTo>
                  <a:lnTo>
                    <a:pt x="61592" y="85027"/>
                  </a:lnTo>
                  <a:lnTo>
                    <a:pt x="61726" y="85028"/>
                  </a:lnTo>
                  <a:lnTo>
                    <a:pt x="61749" y="85045"/>
                  </a:lnTo>
                  <a:lnTo>
                    <a:pt x="61734" y="85094"/>
                  </a:lnTo>
                  <a:lnTo>
                    <a:pt x="61725" y="85108"/>
                  </a:lnTo>
                  <a:lnTo>
                    <a:pt x="61622" y="85256"/>
                  </a:lnTo>
                  <a:lnTo>
                    <a:pt x="61615" y="85267"/>
                  </a:lnTo>
                  <a:lnTo>
                    <a:pt x="61582" y="85352"/>
                  </a:lnTo>
                  <a:lnTo>
                    <a:pt x="61560" y="85410"/>
                  </a:lnTo>
                  <a:lnTo>
                    <a:pt x="61488" y="85599"/>
                  </a:lnTo>
                  <a:lnTo>
                    <a:pt x="61468" y="85651"/>
                  </a:lnTo>
                  <a:lnTo>
                    <a:pt x="61451" y="85758"/>
                  </a:lnTo>
                  <a:lnTo>
                    <a:pt x="61460" y="85777"/>
                  </a:lnTo>
                  <a:lnTo>
                    <a:pt x="61502" y="85780"/>
                  </a:lnTo>
                  <a:lnTo>
                    <a:pt x="61503" y="85836"/>
                  </a:lnTo>
                  <a:lnTo>
                    <a:pt x="61283" y="86072"/>
                  </a:lnTo>
                  <a:lnTo>
                    <a:pt x="61217" y="86079"/>
                  </a:lnTo>
                  <a:lnTo>
                    <a:pt x="60791" y="86124"/>
                  </a:lnTo>
                  <a:lnTo>
                    <a:pt x="60601" y="86105"/>
                  </a:lnTo>
                  <a:lnTo>
                    <a:pt x="60565" y="86086"/>
                  </a:lnTo>
                  <a:lnTo>
                    <a:pt x="60527" y="86066"/>
                  </a:lnTo>
                  <a:lnTo>
                    <a:pt x="60485" y="86045"/>
                  </a:lnTo>
                  <a:lnTo>
                    <a:pt x="60296" y="86063"/>
                  </a:lnTo>
                  <a:lnTo>
                    <a:pt x="60075" y="86135"/>
                  </a:lnTo>
                  <a:lnTo>
                    <a:pt x="59956" y="86234"/>
                  </a:lnTo>
                  <a:lnTo>
                    <a:pt x="59840" y="86383"/>
                  </a:lnTo>
                  <a:lnTo>
                    <a:pt x="59761" y="86448"/>
                  </a:lnTo>
                  <a:lnTo>
                    <a:pt x="59689" y="86471"/>
                  </a:lnTo>
                  <a:lnTo>
                    <a:pt x="59187" y="86631"/>
                  </a:lnTo>
                  <a:lnTo>
                    <a:pt x="59180" y="86633"/>
                  </a:lnTo>
                  <a:lnTo>
                    <a:pt x="59093" y="86578"/>
                  </a:lnTo>
                  <a:lnTo>
                    <a:pt x="59062" y="86522"/>
                  </a:lnTo>
                  <a:lnTo>
                    <a:pt x="59066" y="86446"/>
                  </a:lnTo>
                  <a:lnTo>
                    <a:pt x="59143" y="86387"/>
                  </a:lnTo>
                  <a:lnTo>
                    <a:pt x="59111" y="86287"/>
                  </a:lnTo>
                  <a:lnTo>
                    <a:pt x="58816" y="86070"/>
                  </a:lnTo>
                  <a:lnTo>
                    <a:pt x="58636" y="86041"/>
                  </a:lnTo>
                  <a:lnTo>
                    <a:pt x="58446" y="86083"/>
                  </a:lnTo>
                  <a:lnTo>
                    <a:pt x="58355" y="86138"/>
                  </a:lnTo>
                  <a:lnTo>
                    <a:pt x="58313" y="86141"/>
                  </a:lnTo>
                  <a:lnTo>
                    <a:pt x="57989" y="86056"/>
                  </a:lnTo>
                  <a:lnTo>
                    <a:pt x="57818" y="85964"/>
                  </a:lnTo>
                  <a:lnTo>
                    <a:pt x="57815" y="85957"/>
                  </a:lnTo>
                  <a:lnTo>
                    <a:pt x="57796" y="85912"/>
                  </a:lnTo>
                  <a:lnTo>
                    <a:pt x="57795" y="85896"/>
                  </a:lnTo>
                  <a:lnTo>
                    <a:pt x="57791" y="85737"/>
                  </a:lnTo>
                  <a:lnTo>
                    <a:pt x="57812" y="85623"/>
                  </a:lnTo>
                  <a:lnTo>
                    <a:pt x="57850" y="85542"/>
                  </a:lnTo>
                  <a:lnTo>
                    <a:pt x="57852" y="85477"/>
                  </a:lnTo>
                  <a:lnTo>
                    <a:pt x="57795" y="85222"/>
                  </a:lnTo>
                  <a:lnTo>
                    <a:pt x="57762" y="85152"/>
                  </a:lnTo>
                  <a:lnTo>
                    <a:pt x="57730" y="85085"/>
                  </a:lnTo>
                  <a:lnTo>
                    <a:pt x="57707" y="84989"/>
                  </a:lnTo>
                  <a:lnTo>
                    <a:pt x="57720" y="84968"/>
                  </a:lnTo>
                  <a:lnTo>
                    <a:pt x="57816" y="84944"/>
                  </a:lnTo>
                  <a:lnTo>
                    <a:pt x="57979" y="84904"/>
                  </a:lnTo>
                  <a:lnTo>
                    <a:pt x="58193" y="85095"/>
                  </a:lnTo>
                  <a:lnTo>
                    <a:pt x="58399" y="85340"/>
                  </a:lnTo>
                  <a:lnTo>
                    <a:pt x="58662" y="85532"/>
                  </a:lnTo>
                  <a:lnTo>
                    <a:pt x="58804" y="85561"/>
                  </a:lnTo>
                  <a:lnTo>
                    <a:pt x="58813" y="85563"/>
                  </a:lnTo>
                  <a:lnTo>
                    <a:pt x="59191" y="85583"/>
                  </a:lnTo>
                  <a:lnTo>
                    <a:pt x="59273" y="85576"/>
                  </a:lnTo>
                  <a:lnTo>
                    <a:pt x="59404" y="85563"/>
                  </a:lnTo>
                  <a:lnTo>
                    <a:pt x="59957" y="84940"/>
                  </a:lnTo>
                  <a:lnTo>
                    <a:pt x="60120" y="84616"/>
                  </a:lnTo>
                  <a:lnTo>
                    <a:pt x="60152" y="84359"/>
                  </a:lnTo>
                  <a:lnTo>
                    <a:pt x="60287" y="84111"/>
                  </a:lnTo>
                  <a:lnTo>
                    <a:pt x="60416" y="83971"/>
                  </a:lnTo>
                  <a:lnTo>
                    <a:pt x="60467" y="83837"/>
                  </a:lnTo>
                  <a:lnTo>
                    <a:pt x="60533" y="83661"/>
                  </a:lnTo>
                  <a:lnTo>
                    <a:pt x="60540" y="83574"/>
                  </a:lnTo>
                  <a:lnTo>
                    <a:pt x="60506" y="83457"/>
                  </a:lnTo>
                  <a:lnTo>
                    <a:pt x="60236" y="83173"/>
                  </a:lnTo>
                  <a:lnTo>
                    <a:pt x="60144" y="83116"/>
                  </a:lnTo>
                  <a:lnTo>
                    <a:pt x="60132" y="83109"/>
                  </a:lnTo>
                  <a:lnTo>
                    <a:pt x="60111" y="83106"/>
                  </a:lnTo>
                  <a:lnTo>
                    <a:pt x="59903" y="83079"/>
                  </a:lnTo>
                  <a:lnTo>
                    <a:pt x="59898" y="83078"/>
                  </a:lnTo>
                  <a:lnTo>
                    <a:pt x="59859" y="83153"/>
                  </a:lnTo>
                  <a:lnTo>
                    <a:pt x="59880" y="83192"/>
                  </a:lnTo>
                  <a:lnTo>
                    <a:pt x="59958" y="83341"/>
                  </a:lnTo>
                  <a:lnTo>
                    <a:pt x="59975" y="83425"/>
                  </a:lnTo>
                  <a:lnTo>
                    <a:pt x="59969" y="83450"/>
                  </a:lnTo>
                  <a:lnTo>
                    <a:pt x="59947" y="83540"/>
                  </a:lnTo>
                  <a:lnTo>
                    <a:pt x="59866" y="83870"/>
                  </a:lnTo>
                  <a:lnTo>
                    <a:pt x="59821" y="83872"/>
                  </a:lnTo>
                  <a:lnTo>
                    <a:pt x="59769" y="83875"/>
                  </a:lnTo>
                  <a:lnTo>
                    <a:pt x="59747" y="83873"/>
                  </a:lnTo>
                  <a:lnTo>
                    <a:pt x="59715" y="83857"/>
                  </a:lnTo>
                  <a:lnTo>
                    <a:pt x="59679" y="83840"/>
                  </a:lnTo>
                  <a:lnTo>
                    <a:pt x="59571" y="83803"/>
                  </a:lnTo>
                  <a:lnTo>
                    <a:pt x="59384" y="83823"/>
                  </a:lnTo>
                  <a:lnTo>
                    <a:pt x="59311" y="83746"/>
                  </a:lnTo>
                  <a:lnTo>
                    <a:pt x="59285" y="83675"/>
                  </a:lnTo>
                  <a:lnTo>
                    <a:pt x="59281" y="83672"/>
                  </a:lnTo>
                  <a:lnTo>
                    <a:pt x="59235" y="83689"/>
                  </a:lnTo>
                  <a:lnTo>
                    <a:pt x="59231" y="83690"/>
                  </a:lnTo>
                  <a:lnTo>
                    <a:pt x="59099" y="83726"/>
                  </a:lnTo>
                  <a:lnTo>
                    <a:pt x="59030" y="83745"/>
                  </a:lnTo>
                  <a:lnTo>
                    <a:pt x="59004" y="83810"/>
                  </a:lnTo>
                  <a:lnTo>
                    <a:pt x="58998" y="83823"/>
                  </a:lnTo>
                  <a:lnTo>
                    <a:pt x="58988" y="83826"/>
                  </a:lnTo>
                  <a:lnTo>
                    <a:pt x="58978" y="83821"/>
                  </a:lnTo>
                  <a:lnTo>
                    <a:pt x="58951" y="83809"/>
                  </a:lnTo>
                  <a:lnTo>
                    <a:pt x="58678" y="83688"/>
                  </a:lnTo>
                  <a:lnTo>
                    <a:pt x="58602" y="83688"/>
                  </a:lnTo>
                  <a:lnTo>
                    <a:pt x="58574" y="83736"/>
                  </a:lnTo>
                  <a:lnTo>
                    <a:pt x="58540" y="83792"/>
                  </a:lnTo>
                  <a:lnTo>
                    <a:pt x="58531" y="83808"/>
                  </a:lnTo>
                  <a:lnTo>
                    <a:pt x="58509" y="83845"/>
                  </a:lnTo>
                  <a:lnTo>
                    <a:pt x="58498" y="83876"/>
                  </a:lnTo>
                  <a:lnTo>
                    <a:pt x="58349" y="84152"/>
                  </a:lnTo>
                  <a:lnTo>
                    <a:pt x="58205" y="84467"/>
                  </a:lnTo>
                  <a:lnTo>
                    <a:pt x="58194" y="84476"/>
                  </a:lnTo>
                  <a:lnTo>
                    <a:pt x="58118" y="84539"/>
                  </a:lnTo>
                  <a:lnTo>
                    <a:pt x="58091" y="84561"/>
                  </a:lnTo>
                  <a:lnTo>
                    <a:pt x="57982" y="84567"/>
                  </a:lnTo>
                  <a:lnTo>
                    <a:pt x="57944" y="84604"/>
                  </a:lnTo>
                  <a:lnTo>
                    <a:pt x="57894" y="84671"/>
                  </a:lnTo>
                  <a:lnTo>
                    <a:pt x="57840" y="84754"/>
                  </a:lnTo>
                  <a:lnTo>
                    <a:pt x="57810" y="84816"/>
                  </a:lnTo>
                  <a:lnTo>
                    <a:pt x="57793" y="84840"/>
                  </a:lnTo>
                  <a:lnTo>
                    <a:pt x="57772" y="84859"/>
                  </a:lnTo>
                  <a:lnTo>
                    <a:pt x="57308" y="84801"/>
                  </a:lnTo>
                  <a:lnTo>
                    <a:pt x="56640" y="84637"/>
                  </a:lnTo>
                  <a:lnTo>
                    <a:pt x="56426" y="84584"/>
                  </a:lnTo>
                  <a:lnTo>
                    <a:pt x="56147" y="84561"/>
                  </a:lnTo>
                  <a:lnTo>
                    <a:pt x="55876" y="84581"/>
                  </a:lnTo>
                  <a:lnTo>
                    <a:pt x="55847" y="84583"/>
                  </a:lnTo>
                  <a:lnTo>
                    <a:pt x="55752" y="84590"/>
                  </a:lnTo>
                  <a:lnTo>
                    <a:pt x="55407" y="84615"/>
                  </a:lnTo>
                  <a:lnTo>
                    <a:pt x="55272" y="84650"/>
                  </a:lnTo>
                  <a:lnTo>
                    <a:pt x="54979" y="84724"/>
                  </a:lnTo>
                  <a:lnTo>
                    <a:pt x="54485" y="84896"/>
                  </a:lnTo>
                  <a:lnTo>
                    <a:pt x="53955" y="85170"/>
                  </a:lnTo>
                  <a:lnTo>
                    <a:pt x="53658" y="85341"/>
                  </a:lnTo>
                  <a:lnTo>
                    <a:pt x="53548" y="85436"/>
                  </a:lnTo>
                  <a:lnTo>
                    <a:pt x="53471" y="85501"/>
                  </a:lnTo>
                  <a:lnTo>
                    <a:pt x="53314" y="85636"/>
                  </a:lnTo>
                  <a:lnTo>
                    <a:pt x="53143" y="85837"/>
                  </a:lnTo>
                  <a:lnTo>
                    <a:pt x="52607" y="85984"/>
                  </a:lnTo>
                  <a:lnTo>
                    <a:pt x="52282" y="86117"/>
                  </a:lnTo>
                  <a:lnTo>
                    <a:pt x="52064" y="86229"/>
                  </a:lnTo>
                  <a:lnTo>
                    <a:pt x="51774" y="86378"/>
                  </a:lnTo>
                  <a:lnTo>
                    <a:pt x="51588" y="86474"/>
                  </a:lnTo>
                  <a:lnTo>
                    <a:pt x="51386" y="86390"/>
                  </a:lnTo>
                  <a:lnTo>
                    <a:pt x="51347" y="86341"/>
                  </a:lnTo>
                  <a:lnTo>
                    <a:pt x="51338" y="86216"/>
                  </a:lnTo>
                  <a:lnTo>
                    <a:pt x="51375" y="85824"/>
                  </a:lnTo>
                  <a:lnTo>
                    <a:pt x="51274" y="85598"/>
                  </a:lnTo>
                  <a:lnTo>
                    <a:pt x="51111" y="85446"/>
                  </a:lnTo>
                  <a:lnTo>
                    <a:pt x="50894" y="85340"/>
                  </a:lnTo>
                  <a:lnTo>
                    <a:pt x="50665" y="85282"/>
                  </a:lnTo>
                  <a:lnTo>
                    <a:pt x="50573" y="85272"/>
                  </a:lnTo>
                  <a:lnTo>
                    <a:pt x="50483" y="85261"/>
                  </a:lnTo>
                  <a:lnTo>
                    <a:pt x="50082" y="85307"/>
                  </a:lnTo>
                  <a:lnTo>
                    <a:pt x="50075" y="85310"/>
                  </a:lnTo>
                  <a:lnTo>
                    <a:pt x="49919" y="85379"/>
                  </a:lnTo>
                  <a:lnTo>
                    <a:pt x="49819" y="85423"/>
                  </a:lnTo>
                  <a:lnTo>
                    <a:pt x="49675" y="85505"/>
                  </a:lnTo>
                  <a:lnTo>
                    <a:pt x="49659" y="85515"/>
                  </a:lnTo>
                  <a:lnTo>
                    <a:pt x="49633" y="85529"/>
                  </a:lnTo>
                  <a:lnTo>
                    <a:pt x="49441" y="85708"/>
                  </a:lnTo>
                  <a:lnTo>
                    <a:pt x="49372" y="85749"/>
                  </a:lnTo>
                  <a:lnTo>
                    <a:pt x="49196" y="85796"/>
                  </a:lnTo>
                  <a:lnTo>
                    <a:pt x="49117" y="85878"/>
                  </a:lnTo>
                  <a:lnTo>
                    <a:pt x="49110" y="85922"/>
                  </a:lnTo>
                  <a:lnTo>
                    <a:pt x="48970" y="86130"/>
                  </a:lnTo>
                  <a:lnTo>
                    <a:pt x="48786" y="86341"/>
                  </a:lnTo>
                  <a:lnTo>
                    <a:pt x="48699" y="86475"/>
                  </a:lnTo>
                  <a:lnTo>
                    <a:pt x="48410" y="87027"/>
                  </a:lnTo>
                  <a:lnTo>
                    <a:pt x="48040" y="87999"/>
                  </a:lnTo>
                  <a:lnTo>
                    <a:pt x="47974" y="88225"/>
                  </a:lnTo>
                  <a:lnTo>
                    <a:pt x="47958" y="88279"/>
                  </a:lnTo>
                  <a:lnTo>
                    <a:pt x="47895" y="88498"/>
                  </a:lnTo>
                  <a:lnTo>
                    <a:pt x="47786" y="89079"/>
                  </a:lnTo>
                  <a:lnTo>
                    <a:pt x="47601" y="89513"/>
                  </a:lnTo>
                  <a:lnTo>
                    <a:pt x="47456" y="89745"/>
                  </a:lnTo>
                  <a:lnTo>
                    <a:pt x="47246" y="90381"/>
                  </a:lnTo>
                  <a:lnTo>
                    <a:pt x="47221" y="90666"/>
                  </a:lnTo>
                  <a:lnTo>
                    <a:pt x="47203" y="90869"/>
                  </a:lnTo>
                  <a:lnTo>
                    <a:pt x="47198" y="90925"/>
                  </a:lnTo>
                  <a:lnTo>
                    <a:pt x="47213" y="91170"/>
                  </a:lnTo>
                  <a:lnTo>
                    <a:pt x="47260" y="91304"/>
                  </a:lnTo>
                  <a:lnTo>
                    <a:pt x="47336" y="91375"/>
                  </a:lnTo>
                  <a:lnTo>
                    <a:pt x="47553" y="91434"/>
                  </a:lnTo>
                  <a:lnTo>
                    <a:pt x="47704" y="91403"/>
                  </a:lnTo>
                  <a:lnTo>
                    <a:pt x="47802" y="91357"/>
                  </a:lnTo>
                  <a:lnTo>
                    <a:pt x="47912" y="91462"/>
                  </a:lnTo>
                  <a:lnTo>
                    <a:pt x="47949" y="91532"/>
                  </a:lnTo>
                  <a:lnTo>
                    <a:pt x="47954" y="91590"/>
                  </a:lnTo>
                  <a:lnTo>
                    <a:pt x="47668" y="91672"/>
                  </a:lnTo>
                  <a:lnTo>
                    <a:pt x="47554" y="91660"/>
                  </a:lnTo>
                  <a:lnTo>
                    <a:pt x="47510" y="91578"/>
                  </a:lnTo>
                  <a:lnTo>
                    <a:pt x="47476" y="91565"/>
                  </a:lnTo>
                  <a:lnTo>
                    <a:pt x="47405" y="91580"/>
                  </a:lnTo>
                  <a:lnTo>
                    <a:pt x="47306" y="91639"/>
                  </a:lnTo>
                  <a:lnTo>
                    <a:pt x="47278" y="91681"/>
                  </a:lnTo>
                  <a:lnTo>
                    <a:pt x="47249" y="91724"/>
                  </a:lnTo>
                  <a:lnTo>
                    <a:pt x="47228" y="91830"/>
                  </a:lnTo>
                  <a:lnTo>
                    <a:pt x="47242" y="91939"/>
                  </a:lnTo>
                  <a:lnTo>
                    <a:pt x="47180" y="92009"/>
                  </a:lnTo>
                  <a:lnTo>
                    <a:pt x="47137" y="92019"/>
                  </a:lnTo>
                  <a:lnTo>
                    <a:pt x="46749" y="92001"/>
                  </a:lnTo>
                  <a:lnTo>
                    <a:pt x="46624" y="91858"/>
                  </a:lnTo>
                  <a:lnTo>
                    <a:pt x="46581" y="91707"/>
                  </a:lnTo>
                  <a:lnTo>
                    <a:pt x="46563" y="91563"/>
                  </a:lnTo>
                  <a:lnTo>
                    <a:pt x="46583" y="91530"/>
                  </a:lnTo>
                  <a:lnTo>
                    <a:pt x="46630" y="91518"/>
                  </a:lnTo>
                  <a:lnTo>
                    <a:pt x="46658" y="91439"/>
                  </a:lnTo>
                  <a:lnTo>
                    <a:pt x="46685" y="91359"/>
                  </a:lnTo>
                  <a:lnTo>
                    <a:pt x="46702" y="91310"/>
                  </a:lnTo>
                  <a:lnTo>
                    <a:pt x="46602" y="91064"/>
                  </a:lnTo>
                  <a:lnTo>
                    <a:pt x="46490" y="90910"/>
                  </a:lnTo>
                  <a:lnTo>
                    <a:pt x="46375" y="90863"/>
                  </a:lnTo>
                  <a:lnTo>
                    <a:pt x="46115" y="90936"/>
                  </a:lnTo>
                  <a:lnTo>
                    <a:pt x="46110" y="90944"/>
                  </a:lnTo>
                  <a:lnTo>
                    <a:pt x="46101" y="90956"/>
                  </a:lnTo>
                  <a:lnTo>
                    <a:pt x="46089" y="90974"/>
                  </a:lnTo>
                  <a:lnTo>
                    <a:pt x="46085" y="90990"/>
                  </a:lnTo>
                  <a:lnTo>
                    <a:pt x="46070" y="91048"/>
                  </a:lnTo>
                  <a:lnTo>
                    <a:pt x="46063" y="91095"/>
                  </a:lnTo>
                  <a:lnTo>
                    <a:pt x="46065" y="91135"/>
                  </a:lnTo>
                  <a:lnTo>
                    <a:pt x="46122" y="91272"/>
                  </a:lnTo>
                  <a:lnTo>
                    <a:pt x="46123" y="91284"/>
                  </a:lnTo>
                  <a:lnTo>
                    <a:pt x="46120" y="91294"/>
                  </a:lnTo>
                  <a:lnTo>
                    <a:pt x="46088" y="91359"/>
                  </a:lnTo>
                  <a:lnTo>
                    <a:pt x="45960" y="91394"/>
                  </a:lnTo>
                  <a:lnTo>
                    <a:pt x="45954" y="91393"/>
                  </a:lnTo>
                  <a:lnTo>
                    <a:pt x="45939" y="91392"/>
                  </a:lnTo>
                  <a:lnTo>
                    <a:pt x="45722" y="91367"/>
                  </a:lnTo>
                  <a:lnTo>
                    <a:pt x="45541" y="91258"/>
                  </a:lnTo>
                  <a:lnTo>
                    <a:pt x="45243" y="91417"/>
                  </a:lnTo>
                  <a:lnTo>
                    <a:pt x="45244" y="91454"/>
                  </a:lnTo>
                  <a:lnTo>
                    <a:pt x="45245" y="91510"/>
                  </a:lnTo>
                  <a:lnTo>
                    <a:pt x="45246" y="91582"/>
                  </a:lnTo>
                  <a:lnTo>
                    <a:pt x="45290" y="91750"/>
                  </a:lnTo>
                  <a:lnTo>
                    <a:pt x="45323" y="91876"/>
                  </a:lnTo>
                  <a:lnTo>
                    <a:pt x="45337" y="91904"/>
                  </a:lnTo>
                  <a:lnTo>
                    <a:pt x="45404" y="92040"/>
                  </a:lnTo>
                  <a:lnTo>
                    <a:pt x="45504" y="92152"/>
                  </a:lnTo>
                  <a:lnTo>
                    <a:pt x="45530" y="92182"/>
                  </a:lnTo>
                  <a:lnTo>
                    <a:pt x="45542" y="92187"/>
                  </a:lnTo>
                  <a:lnTo>
                    <a:pt x="45615" y="92220"/>
                  </a:lnTo>
                  <a:lnTo>
                    <a:pt x="45639" y="92230"/>
                  </a:lnTo>
                  <a:lnTo>
                    <a:pt x="45658" y="92232"/>
                  </a:lnTo>
                  <a:lnTo>
                    <a:pt x="45769" y="92241"/>
                  </a:lnTo>
                  <a:lnTo>
                    <a:pt x="46057" y="92073"/>
                  </a:lnTo>
                  <a:lnTo>
                    <a:pt x="46111" y="91954"/>
                  </a:lnTo>
                  <a:lnTo>
                    <a:pt x="46145" y="91880"/>
                  </a:lnTo>
                  <a:lnTo>
                    <a:pt x="46258" y="91632"/>
                  </a:lnTo>
                  <a:lnTo>
                    <a:pt x="46266" y="91536"/>
                  </a:lnTo>
                  <a:lnTo>
                    <a:pt x="46195" y="91247"/>
                  </a:lnTo>
                  <a:lnTo>
                    <a:pt x="46210" y="91151"/>
                  </a:lnTo>
                  <a:lnTo>
                    <a:pt x="46264" y="91070"/>
                  </a:lnTo>
                  <a:lnTo>
                    <a:pt x="46286" y="91037"/>
                  </a:lnTo>
                  <a:lnTo>
                    <a:pt x="46354" y="90989"/>
                  </a:lnTo>
                  <a:lnTo>
                    <a:pt x="46356" y="90999"/>
                  </a:lnTo>
                  <a:lnTo>
                    <a:pt x="46359" y="91019"/>
                  </a:lnTo>
                  <a:lnTo>
                    <a:pt x="46367" y="91072"/>
                  </a:lnTo>
                  <a:lnTo>
                    <a:pt x="46382" y="91246"/>
                  </a:lnTo>
                  <a:lnTo>
                    <a:pt x="46388" y="91415"/>
                  </a:lnTo>
                  <a:lnTo>
                    <a:pt x="46495" y="91766"/>
                  </a:lnTo>
                  <a:lnTo>
                    <a:pt x="46495" y="91783"/>
                  </a:lnTo>
                  <a:lnTo>
                    <a:pt x="46478" y="91831"/>
                  </a:lnTo>
                  <a:lnTo>
                    <a:pt x="46416" y="91907"/>
                  </a:lnTo>
                  <a:lnTo>
                    <a:pt x="46414" y="91934"/>
                  </a:lnTo>
                  <a:lnTo>
                    <a:pt x="46438" y="91996"/>
                  </a:lnTo>
                  <a:lnTo>
                    <a:pt x="46463" y="92063"/>
                  </a:lnTo>
                  <a:lnTo>
                    <a:pt x="46486" y="92125"/>
                  </a:lnTo>
                  <a:lnTo>
                    <a:pt x="46559" y="92200"/>
                  </a:lnTo>
                  <a:lnTo>
                    <a:pt x="46656" y="92229"/>
                  </a:lnTo>
                  <a:lnTo>
                    <a:pt x="47216" y="92135"/>
                  </a:lnTo>
                  <a:lnTo>
                    <a:pt x="47599" y="92071"/>
                  </a:lnTo>
                  <a:lnTo>
                    <a:pt x="47683" y="92104"/>
                  </a:lnTo>
                  <a:lnTo>
                    <a:pt x="47753" y="92131"/>
                  </a:lnTo>
                  <a:lnTo>
                    <a:pt x="47816" y="92182"/>
                  </a:lnTo>
                  <a:lnTo>
                    <a:pt x="48125" y="92433"/>
                  </a:lnTo>
                  <a:lnTo>
                    <a:pt x="48145" y="92550"/>
                  </a:lnTo>
                  <a:lnTo>
                    <a:pt x="48159" y="92633"/>
                  </a:lnTo>
                  <a:lnTo>
                    <a:pt x="48174" y="92723"/>
                  </a:lnTo>
                  <a:lnTo>
                    <a:pt x="48147" y="92914"/>
                  </a:lnTo>
                  <a:lnTo>
                    <a:pt x="48145" y="92935"/>
                  </a:lnTo>
                  <a:lnTo>
                    <a:pt x="48109" y="93193"/>
                  </a:lnTo>
                  <a:lnTo>
                    <a:pt x="48105" y="93223"/>
                  </a:lnTo>
                  <a:lnTo>
                    <a:pt x="47888" y="93421"/>
                  </a:lnTo>
                  <a:lnTo>
                    <a:pt x="47830" y="93453"/>
                  </a:lnTo>
                  <a:lnTo>
                    <a:pt x="47779" y="93482"/>
                  </a:lnTo>
                  <a:lnTo>
                    <a:pt x="47725" y="93461"/>
                  </a:lnTo>
                  <a:lnTo>
                    <a:pt x="47663" y="93438"/>
                  </a:lnTo>
                  <a:lnTo>
                    <a:pt x="47480" y="93532"/>
                  </a:lnTo>
                  <a:lnTo>
                    <a:pt x="47510" y="93640"/>
                  </a:lnTo>
                  <a:lnTo>
                    <a:pt x="47595" y="93796"/>
                  </a:lnTo>
                  <a:lnTo>
                    <a:pt x="47679" y="93896"/>
                  </a:lnTo>
                  <a:lnTo>
                    <a:pt x="47574" y="94293"/>
                  </a:lnTo>
                  <a:lnTo>
                    <a:pt x="47524" y="94483"/>
                  </a:lnTo>
                  <a:lnTo>
                    <a:pt x="47401" y="94490"/>
                  </a:lnTo>
                  <a:lnTo>
                    <a:pt x="47247" y="94390"/>
                  </a:lnTo>
                  <a:lnTo>
                    <a:pt x="47127" y="94270"/>
                  </a:lnTo>
                  <a:lnTo>
                    <a:pt x="47033" y="94177"/>
                  </a:lnTo>
                  <a:lnTo>
                    <a:pt x="46939" y="94084"/>
                  </a:lnTo>
                  <a:lnTo>
                    <a:pt x="46935" y="94080"/>
                  </a:lnTo>
                  <a:lnTo>
                    <a:pt x="46724" y="94150"/>
                  </a:lnTo>
                  <a:lnTo>
                    <a:pt x="46652" y="94194"/>
                  </a:lnTo>
                  <a:lnTo>
                    <a:pt x="46542" y="94316"/>
                  </a:lnTo>
                  <a:lnTo>
                    <a:pt x="46471" y="94440"/>
                  </a:lnTo>
                  <a:lnTo>
                    <a:pt x="46435" y="94583"/>
                  </a:lnTo>
                  <a:lnTo>
                    <a:pt x="46455" y="94685"/>
                  </a:lnTo>
                  <a:lnTo>
                    <a:pt x="46484" y="94724"/>
                  </a:lnTo>
                  <a:lnTo>
                    <a:pt x="46548" y="94703"/>
                  </a:lnTo>
                  <a:lnTo>
                    <a:pt x="46634" y="94723"/>
                  </a:lnTo>
                  <a:lnTo>
                    <a:pt x="46690" y="94779"/>
                  </a:lnTo>
                  <a:lnTo>
                    <a:pt x="46856" y="95199"/>
                  </a:lnTo>
                  <a:lnTo>
                    <a:pt x="46848" y="95240"/>
                  </a:lnTo>
                  <a:lnTo>
                    <a:pt x="46535" y="95252"/>
                  </a:lnTo>
                  <a:lnTo>
                    <a:pt x="46516" y="95253"/>
                  </a:lnTo>
                  <a:lnTo>
                    <a:pt x="46341" y="95233"/>
                  </a:lnTo>
                  <a:lnTo>
                    <a:pt x="45949" y="94776"/>
                  </a:lnTo>
                  <a:lnTo>
                    <a:pt x="45881" y="94676"/>
                  </a:lnTo>
                  <a:lnTo>
                    <a:pt x="45818" y="94423"/>
                  </a:lnTo>
                  <a:lnTo>
                    <a:pt x="45823" y="94318"/>
                  </a:lnTo>
                  <a:lnTo>
                    <a:pt x="45862" y="94251"/>
                  </a:lnTo>
                  <a:lnTo>
                    <a:pt x="46023" y="94126"/>
                  </a:lnTo>
                  <a:lnTo>
                    <a:pt x="46126" y="94047"/>
                  </a:lnTo>
                  <a:lnTo>
                    <a:pt x="46147" y="94066"/>
                  </a:lnTo>
                  <a:lnTo>
                    <a:pt x="46175" y="94090"/>
                  </a:lnTo>
                  <a:lnTo>
                    <a:pt x="46188" y="93937"/>
                  </a:lnTo>
                  <a:lnTo>
                    <a:pt x="46171" y="93885"/>
                  </a:lnTo>
                  <a:lnTo>
                    <a:pt x="46063" y="93750"/>
                  </a:lnTo>
                  <a:lnTo>
                    <a:pt x="45765" y="93381"/>
                  </a:lnTo>
                  <a:lnTo>
                    <a:pt x="45685" y="93358"/>
                  </a:lnTo>
                  <a:lnTo>
                    <a:pt x="45507" y="93306"/>
                  </a:lnTo>
                  <a:lnTo>
                    <a:pt x="45283" y="93279"/>
                  </a:lnTo>
                  <a:lnTo>
                    <a:pt x="45128" y="93294"/>
                  </a:lnTo>
                  <a:lnTo>
                    <a:pt x="45013" y="93322"/>
                  </a:lnTo>
                  <a:lnTo>
                    <a:pt x="44849" y="93361"/>
                  </a:lnTo>
                  <a:lnTo>
                    <a:pt x="44642" y="93474"/>
                  </a:lnTo>
                  <a:lnTo>
                    <a:pt x="44489" y="93485"/>
                  </a:lnTo>
                  <a:lnTo>
                    <a:pt x="44079" y="93514"/>
                  </a:lnTo>
                  <a:lnTo>
                    <a:pt x="43464" y="93709"/>
                  </a:lnTo>
                  <a:lnTo>
                    <a:pt x="43263" y="93805"/>
                  </a:lnTo>
                  <a:lnTo>
                    <a:pt x="42825" y="94121"/>
                  </a:lnTo>
                  <a:lnTo>
                    <a:pt x="42734" y="94207"/>
                  </a:lnTo>
                  <a:lnTo>
                    <a:pt x="42666" y="94270"/>
                  </a:lnTo>
                  <a:lnTo>
                    <a:pt x="42598" y="94335"/>
                  </a:lnTo>
                  <a:lnTo>
                    <a:pt x="42553" y="94377"/>
                  </a:lnTo>
                  <a:lnTo>
                    <a:pt x="42534" y="94386"/>
                  </a:lnTo>
                  <a:lnTo>
                    <a:pt x="42503" y="94401"/>
                  </a:lnTo>
                  <a:lnTo>
                    <a:pt x="42531" y="94485"/>
                  </a:lnTo>
                  <a:lnTo>
                    <a:pt x="42528" y="94495"/>
                  </a:lnTo>
                  <a:lnTo>
                    <a:pt x="42535" y="94909"/>
                  </a:lnTo>
                  <a:lnTo>
                    <a:pt x="42537" y="95018"/>
                  </a:lnTo>
                  <a:lnTo>
                    <a:pt x="42515" y="95087"/>
                  </a:lnTo>
                  <a:lnTo>
                    <a:pt x="42387" y="95262"/>
                  </a:lnTo>
                  <a:lnTo>
                    <a:pt x="42366" y="95320"/>
                  </a:lnTo>
                  <a:lnTo>
                    <a:pt x="42370" y="95387"/>
                  </a:lnTo>
                  <a:lnTo>
                    <a:pt x="42393" y="95446"/>
                  </a:lnTo>
                  <a:lnTo>
                    <a:pt x="42505" y="95577"/>
                  </a:lnTo>
                  <a:lnTo>
                    <a:pt x="42553" y="95576"/>
                  </a:lnTo>
                  <a:lnTo>
                    <a:pt x="42626" y="95533"/>
                  </a:lnTo>
                  <a:lnTo>
                    <a:pt x="42731" y="95641"/>
                  </a:lnTo>
                  <a:lnTo>
                    <a:pt x="43027" y="96266"/>
                  </a:lnTo>
                  <a:lnTo>
                    <a:pt x="43043" y="96301"/>
                  </a:lnTo>
                  <a:lnTo>
                    <a:pt x="43023" y="96361"/>
                  </a:lnTo>
                  <a:lnTo>
                    <a:pt x="42909" y="96500"/>
                  </a:lnTo>
                  <a:lnTo>
                    <a:pt x="42855" y="96485"/>
                  </a:lnTo>
                  <a:lnTo>
                    <a:pt x="42535" y="96196"/>
                  </a:lnTo>
                  <a:lnTo>
                    <a:pt x="42482" y="96117"/>
                  </a:lnTo>
                  <a:lnTo>
                    <a:pt x="42468" y="96060"/>
                  </a:lnTo>
                  <a:lnTo>
                    <a:pt x="42350" y="95961"/>
                  </a:lnTo>
                  <a:lnTo>
                    <a:pt x="42331" y="95968"/>
                  </a:lnTo>
                  <a:lnTo>
                    <a:pt x="42310" y="96003"/>
                  </a:lnTo>
                  <a:lnTo>
                    <a:pt x="42286" y="96148"/>
                  </a:lnTo>
                  <a:lnTo>
                    <a:pt x="42285" y="96154"/>
                  </a:lnTo>
                  <a:lnTo>
                    <a:pt x="42255" y="96189"/>
                  </a:lnTo>
                  <a:lnTo>
                    <a:pt x="42189" y="96263"/>
                  </a:lnTo>
                  <a:lnTo>
                    <a:pt x="42140" y="96308"/>
                  </a:lnTo>
                  <a:lnTo>
                    <a:pt x="42123" y="96314"/>
                  </a:lnTo>
                  <a:lnTo>
                    <a:pt x="42104" y="96311"/>
                  </a:lnTo>
                  <a:lnTo>
                    <a:pt x="42093" y="96302"/>
                  </a:lnTo>
                  <a:lnTo>
                    <a:pt x="42089" y="96280"/>
                  </a:lnTo>
                  <a:lnTo>
                    <a:pt x="42077" y="96262"/>
                  </a:lnTo>
                  <a:lnTo>
                    <a:pt x="42031" y="96218"/>
                  </a:lnTo>
                  <a:lnTo>
                    <a:pt x="42005" y="96192"/>
                  </a:lnTo>
                  <a:lnTo>
                    <a:pt x="41837" y="96219"/>
                  </a:lnTo>
                  <a:lnTo>
                    <a:pt x="41493" y="96111"/>
                  </a:lnTo>
                  <a:lnTo>
                    <a:pt x="41326" y="96058"/>
                  </a:lnTo>
                  <a:lnTo>
                    <a:pt x="41276" y="96080"/>
                  </a:lnTo>
                  <a:lnTo>
                    <a:pt x="41197" y="96185"/>
                  </a:lnTo>
                  <a:lnTo>
                    <a:pt x="41226" y="96382"/>
                  </a:lnTo>
                  <a:lnTo>
                    <a:pt x="41229" y="96397"/>
                  </a:lnTo>
                  <a:lnTo>
                    <a:pt x="41236" y="96415"/>
                  </a:lnTo>
                  <a:lnTo>
                    <a:pt x="41276" y="96518"/>
                  </a:lnTo>
                  <a:lnTo>
                    <a:pt x="41261" y="96650"/>
                  </a:lnTo>
                  <a:lnTo>
                    <a:pt x="41240" y="96667"/>
                  </a:lnTo>
                  <a:lnTo>
                    <a:pt x="41088" y="96636"/>
                  </a:lnTo>
                  <a:lnTo>
                    <a:pt x="40938" y="96672"/>
                  </a:lnTo>
                  <a:lnTo>
                    <a:pt x="40906" y="96839"/>
                  </a:lnTo>
                  <a:lnTo>
                    <a:pt x="40996" y="97039"/>
                  </a:lnTo>
                  <a:lnTo>
                    <a:pt x="40977" y="97064"/>
                  </a:lnTo>
                  <a:lnTo>
                    <a:pt x="40965" y="97058"/>
                  </a:lnTo>
                  <a:lnTo>
                    <a:pt x="40830" y="96964"/>
                  </a:lnTo>
                  <a:lnTo>
                    <a:pt x="40299" y="96452"/>
                  </a:lnTo>
                  <a:lnTo>
                    <a:pt x="40295" y="96431"/>
                  </a:lnTo>
                  <a:lnTo>
                    <a:pt x="40402" y="96300"/>
                  </a:lnTo>
                  <a:lnTo>
                    <a:pt x="40445" y="96247"/>
                  </a:lnTo>
                  <a:lnTo>
                    <a:pt x="40455" y="96240"/>
                  </a:lnTo>
                  <a:lnTo>
                    <a:pt x="40501" y="96207"/>
                  </a:lnTo>
                  <a:lnTo>
                    <a:pt x="40609" y="96178"/>
                  </a:lnTo>
                  <a:lnTo>
                    <a:pt x="40615" y="96177"/>
                  </a:lnTo>
                  <a:lnTo>
                    <a:pt x="40680" y="96109"/>
                  </a:lnTo>
                  <a:lnTo>
                    <a:pt x="40714" y="96040"/>
                  </a:lnTo>
                  <a:lnTo>
                    <a:pt x="40715" y="95900"/>
                  </a:lnTo>
                  <a:lnTo>
                    <a:pt x="40686" y="95794"/>
                  </a:lnTo>
                  <a:lnTo>
                    <a:pt x="40670" y="95732"/>
                  </a:lnTo>
                  <a:lnTo>
                    <a:pt x="40623" y="95642"/>
                  </a:lnTo>
                  <a:lnTo>
                    <a:pt x="40602" y="95532"/>
                  </a:lnTo>
                  <a:lnTo>
                    <a:pt x="40705" y="95328"/>
                  </a:lnTo>
                  <a:lnTo>
                    <a:pt x="40775" y="95279"/>
                  </a:lnTo>
                  <a:lnTo>
                    <a:pt x="40846" y="95230"/>
                  </a:lnTo>
                  <a:lnTo>
                    <a:pt x="41018" y="94961"/>
                  </a:lnTo>
                  <a:lnTo>
                    <a:pt x="41040" y="94783"/>
                  </a:lnTo>
                  <a:lnTo>
                    <a:pt x="41030" y="94759"/>
                  </a:lnTo>
                  <a:lnTo>
                    <a:pt x="40974" y="94756"/>
                  </a:lnTo>
                  <a:lnTo>
                    <a:pt x="40643" y="94742"/>
                  </a:lnTo>
                  <a:lnTo>
                    <a:pt x="40638" y="94742"/>
                  </a:lnTo>
                  <a:lnTo>
                    <a:pt x="40288" y="94578"/>
                  </a:lnTo>
                  <a:lnTo>
                    <a:pt x="40262" y="94534"/>
                  </a:lnTo>
                  <a:lnTo>
                    <a:pt x="40315" y="94450"/>
                  </a:lnTo>
                  <a:lnTo>
                    <a:pt x="40290" y="94344"/>
                  </a:lnTo>
                  <a:lnTo>
                    <a:pt x="40261" y="94307"/>
                  </a:lnTo>
                  <a:lnTo>
                    <a:pt x="40110" y="94214"/>
                  </a:lnTo>
                  <a:lnTo>
                    <a:pt x="39887" y="94186"/>
                  </a:lnTo>
                  <a:lnTo>
                    <a:pt x="39716" y="94126"/>
                  </a:lnTo>
                  <a:lnTo>
                    <a:pt x="39681" y="94058"/>
                  </a:lnTo>
                  <a:lnTo>
                    <a:pt x="39698" y="94021"/>
                  </a:lnTo>
                  <a:lnTo>
                    <a:pt x="39721" y="93973"/>
                  </a:lnTo>
                  <a:lnTo>
                    <a:pt x="39831" y="93899"/>
                  </a:lnTo>
                  <a:lnTo>
                    <a:pt x="39869" y="93840"/>
                  </a:lnTo>
                  <a:lnTo>
                    <a:pt x="39914" y="93771"/>
                  </a:lnTo>
                  <a:lnTo>
                    <a:pt x="39922" y="93759"/>
                  </a:lnTo>
                  <a:lnTo>
                    <a:pt x="40100" y="93630"/>
                  </a:lnTo>
                  <a:lnTo>
                    <a:pt x="40157" y="93682"/>
                  </a:lnTo>
                  <a:lnTo>
                    <a:pt x="40219" y="93658"/>
                  </a:lnTo>
                  <a:lnTo>
                    <a:pt x="40300" y="93578"/>
                  </a:lnTo>
                  <a:lnTo>
                    <a:pt x="40439" y="93389"/>
                  </a:lnTo>
                  <a:lnTo>
                    <a:pt x="40604" y="93337"/>
                  </a:lnTo>
                  <a:lnTo>
                    <a:pt x="40710" y="93303"/>
                  </a:lnTo>
                  <a:lnTo>
                    <a:pt x="40985" y="93156"/>
                  </a:lnTo>
                  <a:lnTo>
                    <a:pt x="40982" y="93135"/>
                  </a:lnTo>
                  <a:lnTo>
                    <a:pt x="40968" y="93050"/>
                  </a:lnTo>
                  <a:lnTo>
                    <a:pt x="40914" y="92728"/>
                  </a:lnTo>
                  <a:lnTo>
                    <a:pt x="40821" y="92445"/>
                  </a:lnTo>
                  <a:lnTo>
                    <a:pt x="40809" y="92407"/>
                  </a:lnTo>
                  <a:lnTo>
                    <a:pt x="40622" y="92309"/>
                  </a:lnTo>
                  <a:lnTo>
                    <a:pt x="40554" y="92566"/>
                  </a:lnTo>
                  <a:lnTo>
                    <a:pt x="40555" y="92701"/>
                  </a:lnTo>
                  <a:lnTo>
                    <a:pt x="40569" y="92799"/>
                  </a:lnTo>
                  <a:lnTo>
                    <a:pt x="40587" y="92925"/>
                  </a:lnTo>
                  <a:lnTo>
                    <a:pt x="40603" y="92939"/>
                  </a:lnTo>
                  <a:lnTo>
                    <a:pt x="40560" y="93114"/>
                  </a:lnTo>
                  <a:lnTo>
                    <a:pt x="40522" y="93154"/>
                  </a:lnTo>
                  <a:lnTo>
                    <a:pt x="40402" y="93222"/>
                  </a:lnTo>
                  <a:lnTo>
                    <a:pt x="40346" y="93233"/>
                  </a:lnTo>
                  <a:lnTo>
                    <a:pt x="40188" y="93265"/>
                  </a:lnTo>
                  <a:lnTo>
                    <a:pt x="40063" y="93352"/>
                  </a:lnTo>
                  <a:lnTo>
                    <a:pt x="39995" y="93433"/>
                  </a:lnTo>
                  <a:lnTo>
                    <a:pt x="39949" y="93470"/>
                  </a:lnTo>
                  <a:lnTo>
                    <a:pt x="39775" y="93447"/>
                  </a:lnTo>
                  <a:lnTo>
                    <a:pt x="39775" y="93439"/>
                  </a:lnTo>
                  <a:lnTo>
                    <a:pt x="39756" y="93437"/>
                  </a:lnTo>
                  <a:lnTo>
                    <a:pt x="39733" y="93445"/>
                  </a:lnTo>
                  <a:lnTo>
                    <a:pt x="39352" y="93595"/>
                  </a:lnTo>
                  <a:lnTo>
                    <a:pt x="39207" y="93682"/>
                  </a:lnTo>
                  <a:lnTo>
                    <a:pt x="39169" y="93832"/>
                  </a:lnTo>
                  <a:lnTo>
                    <a:pt x="39173" y="93898"/>
                  </a:lnTo>
                  <a:lnTo>
                    <a:pt x="39245" y="94038"/>
                  </a:lnTo>
                  <a:lnTo>
                    <a:pt x="39286" y="94060"/>
                  </a:lnTo>
                  <a:lnTo>
                    <a:pt x="39328" y="94057"/>
                  </a:lnTo>
                  <a:lnTo>
                    <a:pt x="39335" y="94034"/>
                  </a:lnTo>
                  <a:lnTo>
                    <a:pt x="39512" y="94065"/>
                  </a:lnTo>
                  <a:lnTo>
                    <a:pt x="39531" y="94102"/>
                  </a:lnTo>
                  <a:lnTo>
                    <a:pt x="39530" y="94154"/>
                  </a:lnTo>
                  <a:lnTo>
                    <a:pt x="39518" y="94685"/>
                  </a:lnTo>
                  <a:lnTo>
                    <a:pt x="39479" y="94781"/>
                  </a:lnTo>
                  <a:lnTo>
                    <a:pt x="39430" y="94843"/>
                  </a:lnTo>
                  <a:lnTo>
                    <a:pt x="39319" y="94797"/>
                  </a:lnTo>
                  <a:lnTo>
                    <a:pt x="39253" y="94744"/>
                  </a:lnTo>
                  <a:lnTo>
                    <a:pt x="39248" y="94670"/>
                  </a:lnTo>
                  <a:lnTo>
                    <a:pt x="39153" y="94519"/>
                  </a:lnTo>
                  <a:lnTo>
                    <a:pt x="38997" y="94268"/>
                  </a:lnTo>
                  <a:lnTo>
                    <a:pt x="38914" y="94135"/>
                  </a:lnTo>
                  <a:lnTo>
                    <a:pt x="38848" y="94028"/>
                  </a:lnTo>
                  <a:lnTo>
                    <a:pt x="38747" y="94002"/>
                  </a:lnTo>
                  <a:lnTo>
                    <a:pt x="38384" y="94037"/>
                  </a:lnTo>
                  <a:lnTo>
                    <a:pt x="38323" y="94064"/>
                  </a:lnTo>
                  <a:lnTo>
                    <a:pt x="38252" y="94186"/>
                  </a:lnTo>
                  <a:lnTo>
                    <a:pt x="38254" y="94228"/>
                  </a:lnTo>
                  <a:lnTo>
                    <a:pt x="38257" y="94364"/>
                  </a:lnTo>
                  <a:lnTo>
                    <a:pt x="38209" y="94506"/>
                  </a:lnTo>
                  <a:lnTo>
                    <a:pt x="38044" y="94685"/>
                  </a:lnTo>
                  <a:lnTo>
                    <a:pt x="37957" y="94683"/>
                  </a:lnTo>
                  <a:lnTo>
                    <a:pt x="37907" y="94571"/>
                  </a:lnTo>
                  <a:lnTo>
                    <a:pt x="37828" y="94531"/>
                  </a:lnTo>
                  <a:lnTo>
                    <a:pt x="37728" y="94520"/>
                  </a:lnTo>
                  <a:lnTo>
                    <a:pt x="37668" y="94549"/>
                  </a:lnTo>
                  <a:lnTo>
                    <a:pt x="37661" y="94667"/>
                  </a:lnTo>
                  <a:lnTo>
                    <a:pt x="37656" y="94760"/>
                  </a:lnTo>
                  <a:lnTo>
                    <a:pt x="37570" y="95057"/>
                  </a:lnTo>
                  <a:lnTo>
                    <a:pt x="37419" y="95416"/>
                  </a:lnTo>
                  <a:lnTo>
                    <a:pt x="37380" y="95507"/>
                  </a:lnTo>
                  <a:lnTo>
                    <a:pt x="37319" y="95609"/>
                  </a:lnTo>
                  <a:lnTo>
                    <a:pt x="37038" y="95658"/>
                  </a:lnTo>
                  <a:lnTo>
                    <a:pt x="37031" y="95659"/>
                  </a:lnTo>
                  <a:lnTo>
                    <a:pt x="37025" y="95655"/>
                  </a:lnTo>
                  <a:lnTo>
                    <a:pt x="36948" y="95600"/>
                  </a:lnTo>
                  <a:lnTo>
                    <a:pt x="36896" y="95563"/>
                  </a:lnTo>
                  <a:lnTo>
                    <a:pt x="36891" y="95555"/>
                  </a:lnTo>
                  <a:lnTo>
                    <a:pt x="36599" y="95059"/>
                  </a:lnTo>
                  <a:lnTo>
                    <a:pt x="36595" y="95052"/>
                  </a:lnTo>
                  <a:lnTo>
                    <a:pt x="36593" y="95042"/>
                  </a:lnTo>
                  <a:lnTo>
                    <a:pt x="36574" y="94956"/>
                  </a:lnTo>
                  <a:lnTo>
                    <a:pt x="36572" y="94947"/>
                  </a:lnTo>
                  <a:lnTo>
                    <a:pt x="36573" y="94648"/>
                  </a:lnTo>
                  <a:lnTo>
                    <a:pt x="36607" y="94571"/>
                  </a:lnTo>
                  <a:lnTo>
                    <a:pt x="36712" y="94508"/>
                  </a:lnTo>
                  <a:lnTo>
                    <a:pt x="36964" y="94479"/>
                  </a:lnTo>
                  <a:lnTo>
                    <a:pt x="37044" y="94470"/>
                  </a:lnTo>
                  <a:lnTo>
                    <a:pt x="37239" y="94380"/>
                  </a:lnTo>
                  <a:lnTo>
                    <a:pt x="37408" y="94162"/>
                  </a:lnTo>
                  <a:lnTo>
                    <a:pt x="37436" y="94068"/>
                  </a:lnTo>
                  <a:lnTo>
                    <a:pt x="37438" y="94058"/>
                  </a:lnTo>
                  <a:lnTo>
                    <a:pt x="37459" y="93983"/>
                  </a:lnTo>
                  <a:lnTo>
                    <a:pt x="37458" y="93897"/>
                  </a:lnTo>
                  <a:lnTo>
                    <a:pt x="37393" y="93802"/>
                  </a:lnTo>
                  <a:lnTo>
                    <a:pt x="37337" y="93779"/>
                  </a:lnTo>
                  <a:lnTo>
                    <a:pt x="37303" y="93779"/>
                  </a:lnTo>
                  <a:lnTo>
                    <a:pt x="37174" y="93778"/>
                  </a:lnTo>
                  <a:lnTo>
                    <a:pt x="37130" y="93729"/>
                  </a:lnTo>
                  <a:lnTo>
                    <a:pt x="37110" y="93694"/>
                  </a:lnTo>
                  <a:lnTo>
                    <a:pt x="37097" y="93653"/>
                  </a:lnTo>
                  <a:lnTo>
                    <a:pt x="37130" y="93626"/>
                  </a:lnTo>
                  <a:lnTo>
                    <a:pt x="37166" y="93612"/>
                  </a:lnTo>
                  <a:lnTo>
                    <a:pt x="37339" y="93589"/>
                  </a:lnTo>
                  <a:lnTo>
                    <a:pt x="37645" y="93464"/>
                  </a:lnTo>
                  <a:lnTo>
                    <a:pt x="37681" y="93415"/>
                  </a:lnTo>
                  <a:lnTo>
                    <a:pt x="37739" y="93227"/>
                  </a:lnTo>
                  <a:lnTo>
                    <a:pt x="37667" y="92667"/>
                  </a:lnTo>
                  <a:lnTo>
                    <a:pt x="37576" y="92427"/>
                  </a:lnTo>
                  <a:lnTo>
                    <a:pt x="37465" y="92251"/>
                  </a:lnTo>
                  <a:lnTo>
                    <a:pt x="37460" y="92245"/>
                  </a:lnTo>
                  <a:lnTo>
                    <a:pt x="37213" y="91952"/>
                  </a:lnTo>
                  <a:lnTo>
                    <a:pt x="36833" y="91603"/>
                  </a:lnTo>
                  <a:lnTo>
                    <a:pt x="36480" y="91357"/>
                  </a:lnTo>
                  <a:lnTo>
                    <a:pt x="36473" y="91353"/>
                  </a:lnTo>
                  <a:lnTo>
                    <a:pt x="36334" y="91274"/>
                  </a:lnTo>
                  <a:lnTo>
                    <a:pt x="36139" y="91164"/>
                  </a:lnTo>
                  <a:lnTo>
                    <a:pt x="35625" y="90954"/>
                  </a:lnTo>
                  <a:lnTo>
                    <a:pt x="35260" y="90859"/>
                  </a:lnTo>
                  <a:lnTo>
                    <a:pt x="34709" y="90762"/>
                  </a:lnTo>
                  <a:lnTo>
                    <a:pt x="33491" y="90734"/>
                  </a:lnTo>
                  <a:lnTo>
                    <a:pt x="32920" y="90756"/>
                  </a:lnTo>
                  <a:lnTo>
                    <a:pt x="32420" y="90775"/>
                  </a:lnTo>
                  <a:lnTo>
                    <a:pt x="32043" y="90720"/>
                  </a:lnTo>
                  <a:lnTo>
                    <a:pt x="31775" y="90686"/>
                  </a:lnTo>
                  <a:lnTo>
                    <a:pt x="31608" y="90727"/>
                  </a:lnTo>
                  <a:lnTo>
                    <a:pt x="31447" y="90682"/>
                  </a:lnTo>
                  <a:lnTo>
                    <a:pt x="31171" y="90605"/>
                  </a:lnTo>
                  <a:lnTo>
                    <a:pt x="31115" y="90531"/>
                  </a:lnTo>
                  <a:lnTo>
                    <a:pt x="31128" y="90423"/>
                  </a:lnTo>
                  <a:lnTo>
                    <a:pt x="30904" y="90180"/>
                  </a:lnTo>
                  <a:lnTo>
                    <a:pt x="30763" y="90111"/>
                  </a:lnTo>
                  <a:lnTo>
                    <a:pt x="30416" y="90008"/>
                  </a:lnTo>
                  <a:lnTo>
                    <a:pt x="30235" y="89973"/>
                  </a:lnTo>
                  <a:lnTo>
                    <a:pt x="29671" y="89943"/>
                  </a:lnTo>
                  <a:lnTo>
                    <a:pt x="29394" y="89958"/>
                  </a:lnTo>
                  <a:lnTo>
                    <a:pt x="29185" y="89970"/>
                  </a:lnTo>
                  <a:lnTo>
                    <a:pt x="29099" y="89974"/>
                  </a:lnTo>
                  <a:lnTo>
                    <a:pt x="28956" y="89982"/>
                  </a:lnTo>
                  <a:lnTo>
                    <a:pt x="28834" y="89989"/>
                  </a:lnTo>
                  <a:lnTo>
                    <a:pt x="28043" y="90104"/>
                  </a:lnTo>
                  <a:lnTo>
                    <a:pt x="28004" y="90110"/>
                  </a:lnTo>
                  <a:lnTo>
                    <a:pt x="27749" y="90147"/>
                  </a:lnTo>
                  <a:lnTo>
                    <a:pt x="27732" y="90150"/>
                  </a:lnTo>
                  <a:lnTo>
                    <a:pt x="27480" y="90187"/>
                  </a:lnTo>
                  <a:lnTo>
                    <a:pt x="27268" y="90321"/>
                  </a:lnTo>
                  <a:lnTo>
                    <a:pt x="26913" y="90359"/>
                  </a:lnTo>
                  <a:lnTo>
                    <a:pt x="26795" y="90248"/>
                  </a:lnTo>
                  <a:lnTo>
                    <a:pt x="26733" y="90219"/>
                  </a:lnTo>
                  <a:lnTo>
                    <a:pt x="26620" y="90168"/>
                  </a:lnTo>
                  <a:lnTo>
                    <a:pt x="26176" y="90203"/>
                  </a:lnTo>
                  <a:lnTo>
                    <a:pt x="25926" y="90223"/>
                  </a:lnTo>
                  <a:lnTo>
                    <a:pt x="25730" y="90288"/>
                  </a:lnTo>
                  <a:lnTo>
                    <a:pt x="25156" y="90549"/>
                  </a:lnTo>
                  <a:lnTo>
                    <a:pt x="25087" y="90589"/>
                  </a:lnTo>
                  <a:lnTo>
                    <a:pt x="24965" y="90660"/>
                  </a:lnTo>
                  <a:lnTo>
                    <a:pt x="24777" y="90869"/>
                  </a:lnTo>
                  <a:lnTo>
                    <a:pt x="24707" y="90907"/>
                  </a:lnTo>
                  <a:lnTo>
                    <a:pt x="24309" y="90978"/>
                  </a:lnTo>
                  <a:lnTo>
                    <a:pt x="24078" y="90922"/>
                  </a:lnTo>
                  <a:lnTo>
                    <a:pt x="23977" y="90897"/>
                  </a:lnTo>
                  <a:lnTo>
                    <a:pt x="23593" y="90718"/>
                  </a:lnTo>
                  <a:lnTo>
                    <a:pt x="23435" y="90547"/>
                  </a:lnTo>
                  <a:lnTo>
                    <a:pt x="23208" y="90518"/>
                  </a:lnTo>
                  <a:lnTo>
                    <a:pt x="23114" y="90531"/>
                  </a:lnTo>
                  <a:lnTo>
                    <a:pt x="23058" y="90498"/>
                  </a:lnTo>
                  <a:lnTo>
                    <a:pt x="22876" y="90167"/>
                  </a:lnTo>
                  <a:lnTo>
                    <a:pt x="22524" y="89459"/>
                  </a:lnTo>
                  <a:lnTo>
                    <a:pt x="22530" y="89386"/>
                  </a:lnTo>
                  <a:lnTo>
                    <a:pt x="22761" y="89386"/>
                  </a:lnTo>
                  <a:lnTo>
                    <a:pt x="22837" y="89347"/>
                  </a:lnTo>
                  <a:lnTo>
                    <a:pt x="22835" y="89195"/>
                  </a:lnTo>
                  <a:lnTo>
                    <a:pt x="22832" y="89000"/>
                  </a:lnTo>
                  <a:lnTo>
                    <a:pt x="22832" y="88964"/>
                  </a:lnTo>
                  <a:lnTo>
                    <a:pt x="22729" y="88721"/>
                  </a:lnTo>
                  <a:lnTo>
                    <a:pt x="22585" y="88502"/>
                  </a:lnTo>
                  <a:lnTo>
                    <a:pt x="22362" y="88298"/>
                  </a:lnTo>
                  <a:lnTo>
                    <a:pt x="22080" y="88154"/>
                  </a:lnTo>
                  <a:lnTo>
                    <a:pt x="22030" y="88129"/>
                  </a:lnTo>
                  <a:lnTo>
                    <a:pt x="21655" y="88032"/>
                  </a:lnTo>
                  <a:lnTo>
                    <a:pt x="21646" y="87995"/>
                  </a:lnTo>
                  <a:lnTo>
                    <a:pt x="21644" y="87987"/>
                  </a:lnTo>
                  <a:lnTo>
                    <a:pt x="21643" y="87979"/>
                  </a:lnTo>
                  <a:lnTo>
                    <a:pt x="21639" y="87962"/>
                  </a:lnTo>
                  <a:lnTo>
                    <a:pt x="21586" y="87848"/>
                  </a:lnTo>
                  <a:lnTo>
                    <a:pt x="21557" y="87786"/>
                  </a:lnTo>
                  <a:lnTo>
                    <a:pt x="21189" y="87365"/>
                  </a:lnTo>
                  <a:lnTo>
                    <a:pt x="21031" y="87258"/>
                  </a:lnTo>
                  <a:lnTo>
                    <a:pt x="20784" y="87148"/>
                  </a:lnTo>
                  <a:lnTo>
                    <a:pt x="20743" y="87130"/>
                  </a:lnTo>
                  <a:lnTo>
                    <a:pt x="20697" y="87112"/>
                  </a:lnTo>
                  <a:lnTo>
                    <a:pt x="20472" y="87024"/>
                  </a:lnTo>
                  <a:lnTo>
                    <a:pt x="20324" y="86966"/>
                  </a:lnTo>
                  <a:lnTo>
                    <a:pt x="20089" y="86904"/>
                  </a:lnTo>
                  <a:lnTo>
                    <a:pt x="19278" y="86842"/>
                  </a:lnTo>
                  <a:lnTo>
                    <a:pt x="19027" y="86862"/>
                  </a:lnTo>
                  <a:lnTo>
                    <a:pt x="18551" y="86898"/>
                  </a:lnTo>
                  <a:lnTo>
                    <a:pt x="17932" y="87031"/>
                  </a:lnTo>
                  <a:lnTo>
                    <a:pt x="17263" y="87216"/>
                  </a:lnTo>
                  <a:lnTo>
                    <a:pt x="17251" y="87220"/>
                  </a:lnTo>
                  <a:lnTo>
                    <a:pt x="17242" y="87222"/>
                  </a:lnTo>
                  <a:lnTo>
                    <a:pt x="17093" y="87259"/>
                  </a:lnTo>
                  <a:lnTo>
                    <a:pt x="16864" y="87242"/>
                  </a:lnTo>
                  <a:lnTo>
                    <a:pt x="16130" y="87442"/>
                  </a:lnTo>
                  <a:lnTo>
                    <a:pt x="15991" y="87367"/>
                  </a:lnTo>
                  <a:lnTo>
                    <a:pt x="16004" y="87096"/>
                  </a:lnTo>
                  <a:lnTo>
                    <a:pt x="15975" y="86988"/>
                  </a:lnTo>
                  <a:lnTo>
                    <a:pt x="15856" y="86733"/>
                  </a:lnTo>
                  <a:lnTo>
                    <a:pt x="15682" y="86545"/>
                  </a:lnTo>
                  <a:lnTo>
                    <a:pt x="15528" y="86425"/>
                  </a:lnTo>
                  <a:lnTo>
                    <a:pt x="15518" y="86420"/>
                  </a:lnTo>
                  <a:lnTo>
                    <a:pt x="15413" y="86362"/>
                  </a:lnTo>
                  <a:lnTo>
                    <a:pt x="15393" y="86351"/>
                  </a:lnTo>
                  <a:lnTo>
                    <a:pt x="15357" y="86332"/>
                  </a:lnTo>
                  <a:lnTo>
                    <a:pt x="15320" y="86312"/>
                  </a:lnTo>
                  <a:lnTo>
                    <a:pt x="15233" y="86264"/>
                  </a:lnTo>
                  <a:lnTo>
                    <a:pt x="15170" y="86229"/>
                  </a:lnTo>
                  <a:lnTo>
                    <a:pt x="15038" y="85986"/>
                  </a:lnTo>
                  <a:lnTo>
                    <a:pt x="14888" y="85587"/>
                  </a:lnTo>
                  <a:lnTo>
                    <a:pt x="14888" y="85427"/>
                  </a:lnTo>
                  <a:lnTo>
                    <a:pt x="14821" y="85340"/>
                  </a:lnTo>
                  <a:lnTo>
                    <a:pt x="14756" y="85297"/>
                  </a:lnTo>
                  <a:lnTo>
                    <a:pt x="14562" y="85222"/>
                  </a:lnTo>
                  <a:lnTo>
                    <a:pt x="14535" y="85212"/>
                  </a:lnTo>
                  <a:lnTo>
                    <a:pt x="14491" y="85196"/>
                  </a:lnTo>
                  <a:lnTo>
                    <a:pt x="14286" y="85121"/>
                  </a:lnTo>
                  <a:lnTo>
                    <a:pt x="14037" y="84989"/>
                  </a:lnTo>
                  <a:lnTo>
                    <a:pt x="13991" y="84964"/>
                  </a:lnTo>
                  <a:lnTo>
                    <a:pt x="13973" y="84955"/>
                  </a:lnTo>
                  <a:lnTo>
                    <a:pt x="13948" y="84941"/>
                  </a:lnTo>
                  <a:lnTo>
                    <a:pt x="13848" y="84911"/>
                  </a:lnTo>
                  <a:lnTo>
                    <a:pt x="13828" y="84905"/>
                  </a:lnTo>
                  <a:lnTo>
                    <a:pt x="13784" y="84924"/>
                  </a:lnTo>
                  <a:lnTo>
                    <a:pt x="13780" y="84890"/>
                  </a:lnTo>
                  <a:lnTo>
                    <a:pt x="13756" y="84858"/>
                  </a:lnTo>
                  <a:lnTo>
                    <a:pt x="13623" y="84791"/>
                  </a:lnTo>
                  <a:lnTo>
                    <a:pt x="13582" y="84779"/>
                  </a:lnTo>
                  <a:lnTo>
                    <a:pt x="13377" y="84721"/>
                  </a:lnTo>
                  <a:lnTo>
                    <a:pt x="12869" y="84575"/>
                  </a:lnTo>
                  <a:lnTo>
                    <a:pt x="12533" y="84479"/>
                  </a:lnTo>
                  <a:lnTo>
                    <a:pt x="12439" y="84461"/>
                  </a:lnTo>
                  <a:lnTo>
                    <a:pt x="12370" y="84448"/>
                  </a:lnTo>
                  <a:lnTo>
                    <a:pt x="12088" y="84412"/>
                  </a:lnTo>
                  <a:lnTo>
                    <a:pt x="11814" y="84378"/>
                  </a:lnTo>
                  <a:lnTo>
                    <a:pt x="11769" y="84374"/>
                  </a:lnTo>
                  <a:lnTo>
                    <a:pt x="11579" y="84325"/>
                  </a:lnTo>
                  <a:lnTo>
                    <a:pt x="11344" y="84224"/>
                  </a:lnTo>
                  <a:lnTo>
                    <a:pt x="10797" y="83987"/>
                  </a:lnTo>
                  <a:lnTo>
                    <a:pt x="10760" y="83971"/>
                  </a:lnTo>
                  <a:lnTo>
                    <a:pt x="10711" y="83950"/>
                  </a:lnTo>
                  <a:lnTo>
                    <a:pt x="10601" y="83902"/>
                  </a:lnTo>
                  <a:lnTo>
                    <a:pt x="10580" y="83891"/>
                  </a:lnTo>
                  <a:lnTo>
                    <a:pt x="10587" y="83876"/>
                  </a:lnTo>
                  <a:lnTo>
                    <a:pt x="10600" y="83849"/>
                  </a:lnTo>
                  <a:lnTo>
                    <a:pt x="10648" y="83745"/>
                  </a:lnTo>
                  <a:lnTo>
                    <a:pt x="10756" y="83577"/>
                  </a:lnTo>
                  <a:lnTo>
                    <a:pt x="10758" y="83565"/>
                  </a:lnTo>
                  <a:lnTo>
                    <a:pt x="10760" y="83548"/>
                  </a:lnTo>
                  <a:lnTo>
                    <a:pt x="10752" y="83545"/>
                  </a:lnTo>
                  <a:lnTo>
                    <a:pt x="10655" y="83511"/>
                  </a:lnTo>
                  <a:lnTo>
                    <a:pt x="10649" y="83515"/>
                  </a:lnTo>
                  <a:lnTo>
                    <a:pt x="10642" y="83515"/>
                  </a:lnTo>
                  <a:lnTo>
                    <a:pt x="10600" y="83485"/>
                  </a:lnTo>
                  <a:lnTo>
                    <a:pt x="10576" y="83510"/>
                  </a:lnTo>
                  <a:lnTo>
                    <a:pt x="10525" y="83564"/>
                  </a:lnTo>
                  <a:lnTo>
                    <a:pt x="10496" y="83595"/>
                  </a:lnTo>
                  <a:lnTo>
                    <a:pt x="10490" y="83599"/>
                  </a:lnTo>
                  <a:lnTo>
                    <a:pt x="10467" y="83624"/>
                  </a:lnTo>
                  <a:lnTo>
                    <a:pt x="10438" y="83656"/>
                  </a:lnTo>
                  <a:lnTo>
                    <a:pt x="10400" y="83681"/>
                  </a:lnTo>
                  <a:lnTo>
                    <a:pt x="10313" y="83668"/>
                  </a:lnTo>
                  <a:lnTo>
                    <a:pt x="10306" y="83667"/>
                  </a:lnTo>
                  <a:lnTo>
                    <a:pt x="10297" y="83653"/>
                  </a:lnTo>
                  <a:lnTo>
                    <a:pt x="10231" y="83553"/>
                  </a:lnTo>
                  <a:lnTo>
                    <a:pt x="10218" y="83524"/>
                  </a:lnTo>
                  <a:lnTo>
                    <a:pt x="10206" y="83476"/>
                  </a:lnTo>
                  <a:lnTo>
                    <a:pt x="10136" y="83188"/>
                  </a:lnTo>
                  <a:lnTo>
                    <a:pt x="10123" y="83133"/>
                  </a:lnTo>
                  <a:lnTo>
                    <a:pt x="10099" y="83131"/>
                  </a:lnTo>
                  <a:lnTo>
                    <a:pt x="10031" y="83173"/>
                  </a:lnTo>
                  <a:lnTo>
                    <a:pt x="10019" y="83156"/>
                  </a:lnTo>
                  <a:lnTo>
                    <a:pt x="10003" y="83124"/>
                  </a:lnTo>
                  <a:lnTo>
                    <a:pt x="9895" y="82913"/>
                  </a:lnTo>
                  <a:lnTo>
                    <a:pt x="9812" y="82810"/>
                  </a:lnTo>
                  <a:lnTo>
                    <a:pt x="9417" y="82422"/>
                  </a:lnTo>
                  <a:lnTo>
                    <a:pt x="9053" y="82147"/>
                  </a:lnTo>
                  <a:lnTo>
                    <a:pt x="8627" y="81900"/>
                  </a:lnTo>
                  <a:lnTo>
                    <a:pt x="8585" y="81876"/>
                  </a:lnTo>
                  <a:lnTo>
                    <a:pt x="8535" y="81853"/>
                  </a:lnTo>
                  <a:lnTo>
                    <a:pt x="8520" y="81846"/>
                  </a:lnTo>
                  <a:lnTo>
                    <a:pt x="7534" y="81397"/>
                  </a:lnTo>
                  <a:lnTo>
                    <a:pt x="6753" y="81158"/>
                  </a:lnTo>
                  <a:lnTo>
                    <a:pt x="6251" y="81062"/>
                  </a:lnTo>
                  <a:lnTo>
                    <a:pt x="6245" y="81061"/>
                  </a:lnTo>
                  <a:lnTo>
                    <a:pt x="6156" y="81046"/>
                  </a:lnTo>
                  <a:lnTo>
                    <a:pt x="5537" y="80946"/>
                  </a:lnTo>
                  <a:lnTo>
                    <a:pt x="4249" y="80805"/>
                  </a:lnTo>
                  <a:lnTo>
                    <a:pt x="4140" y="80780"/>
                  </a:lnTo>
                  <a:lnTo>
                    <a:pt x="4027" y="80754"/>
                  </a:lnTo>
                  <a:lnTo>
                    <a:pt x="3969" y="80728"/>
                  </a:lnTo>
                  <a:lnTo>
                    <a:pt x="3961" y="80724"/>
                  </a:lnTo>
                  <a:lnTo>
                    <a:pt x="3940" y="80715"/>
                  </a:lnTo>
                  <a:lnTo>
                    <a:pt x="3855" y="80677"/>
                  </a:lnTo>
                  <a:lnTo>
                    <a:pt x="3628" y="80610"/>
                  </a:lnTo>
                  <a:lnTo>
                    <a:pt x="3407" y="80500"/>
                  </a:lnTo>
                  <a:lnTo>
                    <a:pt x="3398" y="80496"/>
                  </a:lnTo>
                  <a:lnTo>
                    <a:pt x="3121" y="80257"/>
                  </a:lnTo>
                  <a:lnTo>
                    <a:pt x="3005" y="79847"/>
                  </a:lnTo>
                  <a:lnTo>
                    <a:pt x="2985" y="79776"/>
                  </a:lnTo>
                  <a:lnTo>
                    <a:pt x="2978" y="79689"/>
                  </a:lnTo>
                  <a:lnTo>
                    <a:pt x="2984" y="79631"/>
                  </a:lnTo>
                  <a:lnTo>
                    <a:pt x="3012" y="79512"/>
                  </a:lnTo>
                  <a:lnTo>
                    <a:pt x="3022" y="79447"/>
                  </a:lnTo>
                  <a:lnTo>
                    <a:pt x="3020" y="79426"/>
                  </a:lnTo>
                  <a:lnTo>
                    <a:pt x="3001" y="79393"/>
                  </a:lnTo>
                  <a:lnTo>
                    <a:pt x="2968" y="79344"/>
                  </a:lnTo>
                  <a:lnTo>
                    <a:pt x="2935" y="79280"/>
                  </a:lnTo>
                  <a:lnTo>
                    <a:pt x="2918" y="79247"/>
                  </a:lnTo>
                  <a:lnTo>
                    <a:pt x="2839" y="78859"/>
                  </a:lnTo>
                  <a:lnTo>
                    <a:pt x="2780" y="78686"/>
                  </a:lnTo>
                  <a:lnTo>
                    <a:pt x="2572" y="78234"/>
                  </a:lnTo>
                  <a:lnTo>
                    <a:pt x="2563" y="78030"/>
                  </a:lnTo>
                  <a:lnTo>
                    <a:pt x="2585" y="77945"/>
                  </a:lnTo>
                  <a:lnTo>
                    <a:pt x="2693" y="77521"/>
                  </a:lnTo>
                  <a:lnTo>
                    <a:pt x="2793" y="77128"/>
                  </a:lnTo>
                  <a:lnTo>
                    <a:pt x="2846" y="76987"/>
                  </a:lnTo>
                  <a:lnTo>
                    <a:pt x="2891" y="76941"/>
                  </a:lnTo>
                  <a:lnTo>
                    <a:pt x="3013" y="76667"/>
                  </a:lnTo>
                  <a:lnTo>
                    <a:pt x="3031" y="76625"/>
                  </a:lnTo>
                  <a:lnTo>
                    <a:pt x="3049" y="76587"/>
                  </a:lnTo>
                  <a:lnTo>
                    <a:pt x="3265" y="76123"/>
                  </a:lnTo>
                  <a:lnTo>
                    <a:pt x="3325" y="75943"/>
                  </a:lnTo>
                  <a:lnTo>
                    <a:pt x="3379" y="75783"/>
                  </a:lnTo>
                  <a:lnTo>
                    <a:pt x="3554" y="75266"/>
                  </a:lnTo>
                  <a:lnTo>
                    <a:pt x="3671" y="74698"/>
                  </a:lnTo>
                  <a:lnTo>
                    <a:pt x="3699" y="74426"/>
                  </a:lnTo>
                  <a:lnTo>
                    <a:pt x="3649" y="73924"/>
                  </a:lnTo>
                  <a:lnTo>
                    <a:pt x="3623" y="73874"/>
                  </a:lnTo>
                  <a:lnTo>
                    <a:pt x="3614" y="73857"/>
                  </a:lnTo>
                  <a:lnTo>
                    <a:pt x="3597" y="73710"/>
                  </a:lnTo>
                  <a:lnTo>
                    <a:pt x="3642" y="73679"/>
                  </a:lnTo>
                  <a:lnTo>
                    <a:pt x="3680" y="73652"/>
                  </a:lnTo>
                  <a:lnTo>
                    <a:pt x="3613" y="73577"/>
                  </a:lnTo>
                  <a:lnTo>
                    <a:pt x="3639" y="73525"/>
                  </a:lnTo>
                  <a:lnTo>
                    <a:pt x="3708" y="73387"/>
                  </a:lnTo>
                  <a:lnTo>
                    <a:pt x="3752" y="73250"/>
                  </a:lnTo>
                  <a:lnTo>
                    <a:pt x="3794" y="72793"/>
                  </a:lnTo>
                  <a:lnTo>
                    <a:pt x="3780" y="72436"/>
                  </a:lnTo>
                  <a:lnTo>
                    <a:pt x="3703" y="72040"/>
                  </a:lnTo>
                  <a:lnTo>
                    <a:pt x="3671" y="71895"/>
                  </a:lnTo>
                  <a:lnTo>
                    <a:pt x="3570" y="71710"/>
                  </a:lnTo>
                  <a:lnTo>
                    <a:pt x="3564" y="71699"/>
                  </a:lnTo>
                  <a:lnTo>
                    <a:pt x="3494" y="71642"/>
                  </a:lnTo>
                  <a:lnTo>
                    <a:pt x="3419" y="71621"/>
                  </a:lnTo>
                  <a:lnTo>
                    <a:pt x="3379" y="71633"/>
                  </a:lnTo>
                  <a:lnTo>
                    <a:pt x="3365" y="71711"/>
                  </a:lnTo>
                  <a:lnTo>
                    <a:pt x="3336" y="71701"/>
                  </a:lnTo>
                  <a:lnTo>
                    <a:pt x="3344" y="71599"/>
                  </a:lnTo>
                  <a:lnTo>
                    <a:pt x="3413" y="71395"/>
                  </a:lnTo>
                  <a:lnTo>
                    <a:pt x="3615" y="71021"/>
                  </a:lnTo>
                  <a:lnTo>
                    <a:pt x="3626" y="70828"/>
                  </a:lnTo>
                  <a:lnTo>
                    <a:pt x="3596" y="70571"/>
                  </a:lnTo>
                  <a:lnTo>
                    <a:pt x="3530" y="70315"/>
                  </a:lnTo>
                  <a:lnTo>
                    <a:pt x="3508" y="70274"/>
                  </a:lnTo>
                  <a:lnTo>
                    <a:pt x="3493" y="70247"/>
                  </a:lnTo>
                  <a:lnTo>
                    <a:pt x="3542" y="70082"/>
                  </a:lnTo>
                  <a:lnTo>
                    <a:pt x="3574" y="70054"/>
                  </a:lnTo>
                  <a:lnTo>
                    <a:pt x="3558" y="69925"/>
                  </a:lnTo>
                  <a:lnTo>
                    <a:pt x="3467" y="69679"/>
                  </a:lnTo>
                  <a:lnTo>
                    <a:pt x="3458" y="69656"/>
                  </a:lnTo>
                  <a:lnTo>
                    <a:pt x="3420" y="69554"/>
                  </a:lnTo>
                  <a:lnTo>
                    <a:pt x="3417" y="69487"/>
                  </a:lnTo>
                  <a:lnTo>
                    <a:pt x="3456" y="69469"/>
                  </a:lnTo>
                  <a:lnTo>
                    <a:pt x="3486" y="69380"/>
                  </a:lnTo>
                  <a:lnTo>
                    <a:pt x="3422" y="69056"/>
                  </a:lnTo>
                  <a:lnTo>
                    <a:pt x="3398" y="68930"/>
                  </a:lnTo>
                  <a:lnTo>
                    <a:pt x="3229" y="68574"/>
                  </a:lnTo>
                  <a:lnTo>
                    <a:pt x="3095" y="68367"/>
                  </a:lnTo>
                  <a:lnTo>
                    <a:pt x="3049" y="68295"/>
                  </a:lnTo>
                  <a:lnTo>
                    <a:pt x="3008" y="68233"/>
                  </a:lnTo>
                  <a:lnTo>
                    <a:pt x="2966" y="68168"/>
                  </a:lnTo>
                  <a:lnTo>
                    <a:pt x="2643" y="66968"/>
                  </a:lnTo>
                  <a:lnTo>
                    <a:pt x="2503" y="66572"/>
                  </a:lnTo>
                  <a:lnTo>
                    <a:pt x="2470" y="66479"/>
                  </a:lnTo>
                  <a:lnTo>
                    <a:pt x="2424" y="66351"/>
                  </a:lnTo>
                  <a:lnTo>
                    <a:pt x="2254" y="66024"/>
                  </a:lnTo>
                  <a:lnTo>
                    <a:pt x="2033" y="65693"/>
                  </a:lnTo>
                  <a:lnTo>
                    <a:pt x="1795" y="65429"/>
                  </a:lnTo>
                  <a:lnTo>
                    <a:pt x="1616" y="65276"/>
                  </a:lnTo>
                  <a:lnTo>
                    <a:pt x="1242" y="65038"/>
                  </a:lnTo>
                  <a:lnTo>
                    <a:pt x="1050" y="64960"/>
                  </a:lnTo>
                  <a:lnTo>
                    <a:pt x="824" y="64902"/>
                  </a:lnTo>
                  <a:lnTo>
                    <a:pt x="576" y="64895"/>
                  </a:lnTo>
                  <a:lnTo>
                    <a:pt x="463" y="64851"/>
                  </a:lnTo>
                  <a:lnTo>
                    <a:pt x="440" y="64804"/>
                  </a:lnTo>
                  <a:lnTo>
                    <a:pt x="373" y="64063"/>
                  </a:lnTo>
                  <a:lnTo>
                    <a:pt x="490" y="63691"/>
                  </a:lnTo>
                  <a:lnTo>
                    <a:pt x="508" y="63636"/>
                  </a:lnTo>
                  <a:lnTo>
                    <a:pt x="573" y="63432"/>
                  </a:lnTo>
                  <a:lnTo>
                    <a:pt x="682" y="62977"/>
                  </a:lnTo>
                  <a:lnTo>
                    <a:pt x="911" y="63024"/>
                  </a:lnTo>
                  <a:lnTo>
                    <a:pt x="1130" y="63115"/>
                  </a:lnTo>
                  <a:lnTo>
                    <a:pt x="1137" y="63118"/>
                  </a:lnTo>
                  <a:lnTo>
                    <a:pt x="1150" y="63107"/>
                  </a:lnTo>
                  <a:lnTo>
                    <a:pt x="1074" y="62972"/>
                  </a:lnTo>
                  <a:lnTo>
                    <a:pt x="981" y="62879"/>
                  </a:lnTo>
                  <a:lnTo>
                    <a:pt x="890" y="62847"/>
                  </a:lnTo>
                  <a:lnTo>
                    <a:pt x="854" y="62809"/>
                  </a:lnTo>
                  <a:lnTo>
                    <a:pt x="815" y="62697"/>
                  </a:lnTo>
                  <a:lnTo>
                    <a:pt x="967" y="62484"/>
                  </a:lnTo>
                  <a:lnTo>
                    <a:pt x="1138" y="62245"/>
                  </a:lnTo>
                  <a:lnTo>
                    <a:pt x="1461" y="61687"/>
                  </a:lnTo>
                  <a:lnTo>
                    <a:pt x="1600" y="61346"/>
                  </a:lnTo>
                  <a:lnTo>
                    <a:pt x="1657" y="61082"/>
                  </a:lnTo>
                  <a:lnTo>
                    <a:pt x="1731" y="60737"/>
                  </a:lnTo>
                  <a:lnTo>
                    <a:pt x="1733" y="60728"/>
                  </a:lnTo>
                  <a:lnTo>
                    <a:pt x="1736" y="60718"/>
                  </a:lnTo>
                  <a:lnTo>
                    <a:pt x="1809" y="60445"/>
                  </a:lnTo>
                  <a:lnTo>
                    <a:pt x="1876" y="60039"/>
                  </a:lnTo>
                  <a:lnTo>
                    <a:pt x="1896" y="59645"/>
                  </a:lnTo>
                  <a:lnTo>
                    <a:pt x="1880" y="59369"/>
                  </a:lnTo>
                  <a:lnTo>
                    <a:pt x="1819" y="59149"/>
                  </a:lnTo>
                  <a:lnTo>
                    <a:pt x="1779" y="59004"/>
                  </a:lnTo>
                  <a:lnTo>
                    <a:pt x="1509" y="58473"/>
                  </a:lnTo>
                  <a:lnTo>
                    <a:pt x="1472" y="58400"/>
                  </a:lnTo>
                  <a:lnTo>
                    <a:pt x="1441" y="58339"/>
                  </a:lnTo>
                  <a:lnTo>
                    <a:pt x="1409" y="58145"/>
                  </a:lnTo>
                  <a:lnTo>
                    <a:pt x="1397" y="58072"/>
                  </a:lnTo>
                  <a:lnTo>
                    <a:pt x="1330" y="57877"/>
                  </a:lnTo>
                  <a:lnTo>
                    <a:pt x="1308" y="57857"/>
                  </a:lnTo>
                  <a:lnTo>
                    <a:pt x="1312" y="57932"/>
                  </a:lnTo>
                  <a:lnTo>
                    <a:pt x="1279" y="57896"/>
                  </a:lnTo>
                  <a:lnTo>
                    <a:pt x="1298" y="57712"/>
                  </a:lnTo>
                  <a:lnTo>
                    <a:pt x="1301" y="57703"/>
                  </a:lnTo>
                  <a:lnTo>
                    <a:pt x="1326" y="57622"/>
                  </a:lnTo>
                  <a:lnTo>
                    <a:pt x="1329" y="57609"/>
                  </a:lnTo>
                  <a:lnTo>
                    <a:pt x="1352" y="57543"/>
                  </a:lnTo>
                  <a:lnTo>
                    <a:pt x="1361" y="57516"/>
                  </a:lnTo>
                  <a:lnTo>
                    <a:pt x="1395" y="57414"/>
                  </a:lnTo>
                  <a:lnTo>
                    <a:pt x="1412" y="57275"/>
                  </a:lnTo>
                  <a:lnTo>
                    <a:pt x="1416" y="57016"/>
                  </a:lnTo>
                  <a:lnTo>
                    <a:pt x="1387" y="56536"/>
                  </a:lnTo>
                  <a:lnTo>
                    <a:pt x="1313" y="56198"/>
                  </a:lnTo>
                  <a:lnTo>
                    <a:pt x="1166" y="55736"/>
                  </a:lnTo>
                  <a:lnTo>
                    <a:pt x="1132" y="55628"/>
                  </a:lnTo>
                  <a:lnTo>
                    <a:pt x="1065" y="55418"/>
                  </a:lnTo>
                  <a:lnTo>
                    <a:pt x="828" y="54840"/>
                  </a:lnTo>
                  <a:lnTo>
                    <a:pt x="784" y="54672"/>
                  </a:lnTo>
                  <a:lnTo>
                    <a:pt x="793" y="54425"/>
                  </a:lnTo>
                  <a:lnTo>
                    <a:pt x="785" y="54325"/>
                  </a:lnTo>
                  <a:lnTo>
                    <a:pt x="760" y="54041"/>
                  </a:lnTo>
                  <a:lnTo>
                    <a:pt x="582" y="53381"/>
                  </a:lnTo>
                  <a:lnTo>
                    <a:pt x="428" y="52998"/>
                  </a:lnTo>
                  <a:lnTo>
                    <a:pt x="404" y="52876"/>
                  </a:lnTo>
                  <a:lnTo>
                    <a:pt x="401" y="52780"/>
                  </a:lnTo>
                  <a:lnTo>
                    <a:pt x="398" y="52674"/>
                  </a:lnTo>
                  <a:lnTo>
                    <a:pt x="356" y="52442"/>
                  </a:lnTo>
                  <a:lnTo>
                    <a:pt x="277" y="52228"/>
                  </a:lnTo>
                  <a:lnTo>
                    <a:pt x="176" y="52057"/>
                  </a:lnTo>
                  <a:lnTo>
                    <a:pt x="136" y="52019"/>
                  </a:lnTo>
                  <a:lnTo>
                    <a:pt x="73" y="51864"/>
                  </a:lnTo>
                  <a:lnTo>
                    <a:pt x="71" y="51853"/>
                  </a:lnTo>
                  <a:lnTo>
                    <a:pt x="39" y="51724"/>
                  </a:lnTo>
                  <a:lnTo>
                    <a:pt x="0" y="51561"/>
                  </a:lnTo>
                  <a:lnTo>
                    <a:pt x="3" y="51480"/>
                  </a:lnTo>
                  <a:lnTo>
                    <a:pt x="250" y="51404"/>
                  </a:lnTo>
                  <a:lnTo>
                    <a:pt x="316" y="51429"/>
                  </a:lnTo>
                  <a:lnTo>
                    <a:pt x="582" y="51259"/>
                  </a:lnTo>
                  <a:lnTo>
                    <a:pt x="656" y="51212"/>
                  </a:lnTo>
                  <a:lnTo>
                    <a:pt x="1030" y="50877"/>
                  </a:lnTo>
                  <a:lnTo>
                    <a:pt x="1103" y="50812"/>
                  </a:lnTo>
                  <a:lnTo>
                    <a:pt x="1537" y="50357"/>
                  </a:lnTo>
                  <a:lnTo>
                    <a:pt x="1899" y="49821"/>
                  </a:lnTo>
                  <a:lnTo>
                    <a:pt x="2085" y="49489"/>
                  </a:lnTo>
                  <a:lnTo>
                    <a:pt x="2137" y="49332"/>
                  </a:lnTo>
                  <a:lnTo>
                    <a:pt x="2150" y="49203"/>
                  </a:lnTo>
                  <a:lnTo>
                    <a:pt x="2230" y="49025"/>
                  </a:lnTo>
                  <a:lnTo>
                    <a:pt x="2353" y="48831"/>
                  </a:lnTo>
                  <a:lnTo>
                    <a:pt x="2427" y="48779"/>
                  </a:lnTo>
                  <a:lnTo>
                    <a:pt x="2378" y="48647"/>
                  </a:lnTo>
                  <a:lnTo>
                    <a:pt x="2430" y="48532"/>
                  </a:lnTo>
                  <a:lnTo>
                    <a:pt x="2448" y="48507"/>
                  </a:lnTo>
                  <a:lnTo>
                    <a:pt x="2521" y="48518"/>
                  </a:lnTo>
                  <a:lnTo>
                    <a:pt x="2596" y="48447"/>
                  </a:lnTo>
                  <a:lnTo>
                    <a:pt x="2699" y="48205"/>
                  </a:lnTo>
                  <a:lnTo>
                    <a:pt x="2703" y="48148"/>
                  </a:lnTo>
                  <a:lnTo>
                    <a:pt x="2712" y="47975"/>
                  </a:lnTo>
                  <a:lnTo>
                    <a:pt x="2720" y="47825"/>
                  </a:lnTo>
                  <a:lnTo>
                    <a:pt x="2630" y="47804"/>
                  </a:lnTo>
                  <a:lnTo>
                    <a:pt x="2579" y="47298"/>
                  </a:lnTo>
                  <a:lnTo>
                    <a:pt x="2598" y="47208"/>
                  </a:lnTo>
                  <a:lnTo>
                    <a:pt x="2605" y="47118"/>
                  </a:lnTo>
                  <a:lnTo>
                    <a:pt x="2455" y="46899"/>
                  </a:lnTo>
                  <a:lnTo>
                    <a:pt x="2445" y="46885"/>
                  </a:lnTo>
                  <a:lnTo>
                    <a:pt x="2433" y="46867"/>
                  </a:lnTo>
                  <a:lnTo>
                    <a:pt x="2366" y="46790"/>
                  </a:lnTo>
                  <a:lnTo>
                    <a:pt x="2149" y="46536"/>
                  </a:lnTo>
                  <a:lnTo>
                    <a:pt x="2138" y="46522"/>
                  </a:lnTo>
                  <a:lnTo>
                    <a:pt x="2103" y="46490"/>
                  </a:lnTo>
                  <a:lnTo>
                    <a:pt x="1935" y="46332"/>
                  </a:lnTo>
                  <a:lnTo>
                    <a:pt x="1769" y="46174"/>
                  </a:lnTo>
                  <a:lnTo>
                    <a:pt x="1351" y="45943"/>
                  </a:lnTo>
                  <a:lnTo>
                    <a:pt x="970" y="45816"/>
                  </a:lnTo>
                  <a:lnTo>
                    <a:pt x="877" y="45799"/>
                  </a:lnTo>
                  <a:lnTo>
                    <a:pt x="769" y="45788"/>
                  </a:lnTo>
                  <a:lnTo>
                    <a:pt x="729" y="45752"/>
                  </a:lnTo>
                  <a:lnTo>
                    <a:pt x="739" y="45691"/>
                  </a:lnTo>
                  <a:lnTo>
                    <a:pt x="742" y="45634"/>
                  </a:lnTo>
                  <a:lnTo>
                    <a:pt x="730" y="45509"/>
                  </a:lnTo>
                  <a:lnTo>
                    <a:pt x="719" y="45401"/>
                  </a:lnTo>
                  <a:lnTo>
                    <a:pt x="756" y="45253"/>
                  </a:lnTo>
                  <a:lnTo>
                    <a:pt x="765" y="45234"/>
                  </a:lnTo>
                  <a:lnTo>
                    <a:pt x="832" y="45084"/>
                  </a:lnTo>
                  <a:lnTo>
                    <a:pt x="864" y="44872"/>
                  </a:lnTo>
                  <a:lnTo>
                    <a:pt x="867" y="44647"/>
                  </a:lnTo>
                  <a:lnTo>
                    <a:pt x="814" y="44048"/>
                  </a:lnTo>
                  <a:lnTo>
                    <a:pt x="841" y="43809"/>
                  </a:lnTo>
                  <a:lnTo>
                    <a:pt x="872" y="43546"/>
                  </a:lnTo>
                  <a:lnTo>
                    <a:pt x="880" y="43266"/>
                  </a:lnTo>
                  <a:lnTo>
                    <a:pt x="881" y="43225"/>
                  </a:lnTo>
                  <a:lnTo>
                    <a:pt x="886" y="43215"/>
                  </a:lnTo>
                  <a:lnTo>
                    <a:pt x="887" y="43176"/>
                  </a:lnTo>
                  <a:lnTo>
                    <a:pt x="886" y="43112"/>
                  </a:lnTo>
                  <a:lnTo>
                    <a:pt x="911" y="42790"/>
                  </a:lnTo>
                  <a:lnTo>
                    <a:pt x="914" y="42755"/>
                  </a:lnTo>
                  <a:lnTo>
                    <a:pt x="920" y="42715"/>
                  </a:lnTo>
                  <a:lnTo>
                    <a:pt x="886" y="42498"/>
                  </a:lnTo>
                  <a:lnTo>
                    <a:pt x="874" y="42356"/>
                  </a:lnTo>
                  <a:lnTo>
                    <a:pt x="873" y="42345"/>
                  </a:lnTo>
                  <a:lnTo>
                    <a:pt x="878" y="42336"/>
                  </a:lnTo>
                  <a:lnTo>
                    <a:pt x="928" y="42239"/>
                  </a:lnTo>
                  <a:lnTo>
                    <a:pt x="938" y="42221"/>
                  </a:lnTo>
                  <a:lnTo>
                    <a:pt x="997" y="42107"/>
                  </a:lnTo>
                  <a:lnTo>
                    <a:pt x="1002" y="42069"/>
                  </a:lnTo>
                  <a:lnTo>
                    <a:pt x="1027" y="41855"/>
                  </a:lnTo>
                  <a:lnTo>
                    <a:pt x="1166" y="42010"/>
                  </a:lnTo>
                  <a:lnTo>
                    <a:pt x="1194" y="42041"/>
                  </a:lnTo>
                  <a:lnTo>
                    <a:pt x="1509" y="42209"/>
                  </a:lnTo>
                  <a:lnTo>
                    <a:pt x="1653" y="42287"/>
                  </a:lnTo>
                  <a:lnTo>
                    <a:pt x="2146" y="42498"/>
                  </a:lnTo>
                  <a:lnTo>
                    <a:pt x="2151" y="42500"/>
                  </a:lnTo>
                  <a:lnTo>
                    <a:pt x="2307" y="42326"/>
                  </a:lnTo>
                  <a:lnTo>
                    <a:pt x="2298" y="42316"/>
                  </a:lnTo>
                  <a:lnTo>
                    <a:pt x="2215" y="42233"/>
                  </a:lnTo>
                  <a:lnTo>
                    <a:pt x="2163" y="42180"/>
                  </a:lnTo>
                  <a:lnTo>
                    <a:pt x="2035" y="42049"/>
                  </a:lnTo>
                  <a:lnTo>
                    <a:pt x="1875" y="41887"/>
                  </a:lnTo>
                  <a:lnTo>
                    <a:pt x="1872" y="41880"/>
                  </a:lnTo>
                  <a:lnTo>
                    <a:pt x="1885" y="41860"/>
                  </a:lnTo>
                  <a:lnTo>
                    <a:pt x="1888" y="41851"/>
                  </a:lnTo>
                  <a:lnTo>
                    <a:pt x="1880" y="41830"/>
                  </a:lnTo>
                  <a:lnTo>
                    <a:pt x="1873" y="41819"/>
                  </a:lnTo>
                  <a:lnTo>
                    <a:pt x="1858" y="41790"/>
                  </a:lnTo>
                  <a:lnTo>
                    <a:pt x="1849" y="41769"/>
                  </a:lnTo>
                  <a:lnTo>
                    <a:pt x="1839" y="41739"/>
                  </a:lnTo>
                  <a:lnTo>
                    <a:pt x="1833" y="41715"/>
                  </a:lnTo>
                  <a:lnTo>
                    <a:pt x="1832" y="41710"/>
                  </a:lnTo>
                  <a:lnTo>
                    <a:pt x="1824" y="41687"/>
                  </a:lnTo>
                  <a:lnTo>
                    <a:pt x="1814" y="41665"/>
                  </a:lnTo>
                  <a:lnTo>
                    <a:pt x="1812" y="41643"/>
                  </a:lnTo>
                  <a:lnTo>
                    <a:pt x="1807" y="41636"/>
                  </a:lnTo>
                  <a:lnTo>
                    <a:pt x="1800" y="41631"/>
                  </a:lnTo>
                  <a:lnTo>
                    <a:pt x="1787" y="41624"/>
                  </a:lnTo>
                  <a:lnTo>
                    <a:pt x="1774" y="41619"/>
                  </a:lnTo>
                  <a:lnTo>
                    <a:pt x="1752" y="41610"/>
                  </a:lnTo>
                  <a:lnTo>
                    <a:pt x="1727" y="41594"/>
                  </a:lnTo>
                  <a:lnTo>
                    <a:pt x="1725" y="41588"/>
                  </a:lnTo>
                  <a:lnTo>
                    <a:pt x="1710" y="41558"/>
                  </a:lnTo>
                  <a:lnTo>
                    <a:pt x="1643" y="41484"/>
                  </a:lnTo>
                  <a:lnTo>
                    <a:pt x="1596" y="41460"/>
                  </a:lnTo>
                  <a:lnTo>
                    <a:pt x="1512" y="41449"/>
                  </a:lnTo>
                  <a:lnTo>
                    <a:pt x="1428" y="41474"/>
                  </a:lnTo>
                  <a:lnTo>
                    <a:pt x="1386" y="41517"/>
                  </a:lnTo>
                  <a:lnTo>
                    <a:pt x="1377" y="41522"/>
                  </a:lnTo>
                  <a:lnTo>
                    <a:pt x="1367" y="41522"/>
                  </a:lnTo>
                  <a:lnTo>
                    <a:pt x="1349" y="41518"/>
                  </a:lnTo>
                  <a:lnTo>
                    <a:pt x="1345" y="41514"/>
                  </a:lnTo>
                  <a:lnTo>
                    <a:pt x="1337" y="41495"/>
                  </a:lnTo>
                  <a:lnTo>
                    <a:pt x="1338" y="41482"/>
                  </a:lnTo>
                  <a:lnTo>
                    <a:pt x="1343" y="41468"/>
                  </a:lnTo>
                  <a:lnTo>
                    <a:pt x="1449" y="41344"/>
                  </a:lnTo>
                  <a:lnTo>
                    <a:pt x="1480" y="41309"/>
                  </a:lnTo>
                  <a:lnTo>
                    <a:pt x="1596" y="41176"/>
                  </a:lnTo>
                  <a:lnTo>
                    <a:pt x="1630" y="41137"/>
                  </a:lnTo>
                  <a:lnTo>
                    <a:pt x="1699" y="41057"/>
                  </a:lnTo>
                  <a:lnTo>
                    <a:pt x="1727" y="41029"/>
                  </a:lnTo>
                  <a:lnTo>
                    <a:pt x="1735" y="41025"/>
                  </a:lnTo>
                  <a:lnTo>
                    <a:pt x="1747" y="41023"/>
                  </a:lnTo>
                  <a:lnTo>
                    <a:pt x="1779" y="41024"/>
                  </a:lnTo>
                  <a:lnTo>
                    <a:pt x="1787" y="41025"/>
                  </a:lnTo>
                  <a:lnTo>
                    <a:pt x="1805" y="41029"/>
                  </a:lnTo>
                  <a:lnTo>
                    <a:pt x="1820" y="41038"/>
                  </a:lnTo>
                  <a:lnTo>
                    <a:pt x="1851" y="41058"/>
                  </a:lnTo>
                  <a:lnTo>
                    <a:pt x="1856" y="41061"/>
                  </a:lnTo>
                  <a:lnTo>
                    <a:pt x="1882" y="41089"/>
                  </a:lnTo>
                  <a:lnTo>
                    <a:pt x="1875" y="41128"/>
                  </a:lnTo>
                  <a:lnTo>
                    <a:pt x="1874" y="41164"/>
                  </a:lnTo>
                  <a:lnTo>
                    <a:pt x="1887" y="41237"/>
                  </a:lnTo>
                  <a:lnTo>
                    <a:pt x="1897" y="41258"/>
                  </a:lnTo>
                  <a:lnTo>
                    <a:pt x="1901" y="41265"/>
                  </a:lnTo>
                  <a:lnTo>
                    <a:pt x="1912" y="41283"/>
                  </a:lnTo>
                  <a:lnTo>
                    <a:pt x="1931" y="41316"/>
                  </a:lnTo>
                  <a:lnTo>
                    <a:pt x="1974" y="41380"/>
                  </a:lnTo>
                  <a:lnTo>
                    <a:pt x="1981" y="41382"/>
                  </a:lnTo>
                  <a:lnTo>
                    <a:pt x="1998" y="41382"/>
                  </a:lnTo>
                  <a:lnTo>
                    <a:pt x="2029" y="41366"/>
                  </a:lnTo>
                  <a:lnTo>
                    <a:pt x="2042" y="41364"/>
                  </a:lnTo>
                  <a:lnTo>
                    <a:pt x="2050" y="41364"/>
                  </a:lnTo>
                  <a:lnTo>
                    <a:pt x="2058" y="41366"/>
                  </a:lnTo>
                  <a:lnTo>
                    <a:pt x="2073" y="41369"/>
                  </a:lnTo>
                  <a:lnTo>
                    <a:pt x="2104" y="41380"/>
                  </a:lnTo>
                  <a:lnTo>
                    <a:pt x="2122" y="41384"/>
                  </a:lnTo>
                  <a:lnTo>
                    <a:pt x="2129" y="41384"/>
                  </a:lnTo>
                  <a:lnTo>
                    <a:pt x="2148" y="41384"/>
                  </a:lnTo>
                  <a:lnTo>
                    <a:pt x="2260" y="41655"/>
                  </a:lnTo>
                  <a:lnTo>
                    <a:pt x="2326" y="41915"/>
                  </a:lnTo>
                  <a:lnTo>
                    <a:pt x="2382" y="42014"/>
                  </a:lnTo>
                  <a:lnTo>
                    <a:pt x="2432" y="42061"/>
                  </a:lnTo>
                  <a:lnTo>
                    <a:pt x="2449" y="42078"/>
                  </a:lnTo>
                  <a:lnTo>
                    <a:pt x="2545" y="42015"/>
                  </a:lnTo>
                  <a:lnTo>
                    <a:pt x="2621" y="41966"/>
                  </a:lnTo>
                  <a:lnTo>
                    <a:pt x="2611" y="41953"/>
                  </a:lnTo>
                  <a:lnTo>
                    <a:pt x="2451" y="41800"/>
                  </a:lnTo>
                  <a:lnTo>
                    <a:pt x="2330" y="41597"/>
                  </a:lnTo>
                  <a:lnTo>
                    <a:pt x="2222" y="41304"/>
                  </a:lnTo>
                  <a:lnTo>
                    <a:pt x="2198" y="41237"/>
                  </a:lnTo>
                  <a:lnTo>
                    <a:pt x="2189" y="41215"/>
                  </a:lnTo>
                  <a:lnTo>
                    <a:pt x="2153" y="41117"/>
                  </a:lnTo>
                  <a:lnTo>
                    <a:pt x="2147" y="41047"/>
                  </a:lnTo>
                  <a:lnTo>
                    <a:pt x="2168" y="41006"/>
                  </a:lnTo>
                  <a:lnTo>
                    <a:pt x="2259" y="40843"/>
                  </a:lnTo>
                  <a:lnTo>
                    <a:pt x="2314" y="40786"/>
                  </a:lnTo>
                  <a:lnTo>
                    <a:pt x="2351" y="40783"/>
                  </a:lnTo>
                  <a:lnTo>
                    <a:pt x="2389" y="40779"/>
                  </a:lnTo>
                  <a:lnTo>
                    <a:pt x="2513" y="40767"/>
                  </a:lnTo>
                  <a:lnTo>
                    <a:pt x="2535" y="40765"/>
                  </a:lnTo>
                  <a:lnTo>
                    <a:pt x="2823" y="40920"/>
                  </a:lnTo>
                  <a:lnTo>
                    <a:pt x="2864" y="40949"/>
                  </a:lnTo>
                  <a:lnTo>
                    <a:pt x="2886" y="41023"/>
                  </a:lnTo>
                  <a:lnTo>
                    <a:pt x="2894" y="41048"/>
                  </a:lnTo>
                  <a:lnTo>
                    <a:pt x="2913" y="41110"/>
                  </a:lnTo>
                  <a:lnTo>
                    <a:pt x="2878" y="41160"/>
                  </a:lnTo>
                  <a:lnTo>
                    <a:pt x="2884" y="41304"/>
                  </a:lnTo>
                  <a:lnTo>
                    <a:pt x="2886" y="41313"/>
                  </a:lnTo>
                  <a:lnTo>
                    <a:pt x="3100" y="41460"/>
                  </a:lnTo>
                  <a:lnTo>
                    <a:pt x="3119" y="41451"/>
                  </a:lnTo>
                  <a:lnTo>
                    <a:pt x="3138" y="41443"/>
                  </a:lnTo>
                  <a:lnTo>
                    <a:pt x="3121" y="41353"/>
                  </a:lnTo>
                  <a:lnTo>
                    <a:pt x="3001" y="41025"/>
                  </a:lnTo>
                  <a:lnTo>
                    <a:pt x="2984" y="40977"/>
                  </a:lnTo>
                  <a:lnTo>
                    <a:pt x="2836" y="40570"/>
                  </a:lnTo>
                  <a:lnTo>
                    <a:pt x="2783" y="40425"/>
                  </a:lnTo>
                  <a:lnTo>
                    <a:pt x="2540" y="40311"/>
                  </a:lnTo>
                  <a:lnTo>
                    <a:pt x="2350" y="40014"/>
                  </a:lnTo>
                  <a:lnTo>
                    <a:pt x="2207" y="39792"/>
                  </a:lnTo>
                  <a:lnTo>
                    <a:pt x="2103" y="39476"/>
                  </a:lnTo>
                  <a:lnTo>
                    <a:pt x="2112" y="39415"/>
                  </a:lnTo>
                  <a:lnTo>
                    <a:pt x="2349" y="39240"/>
                  </a:lnTo>
                  <a:lnTo>
                    <a:pt x="2523" y="39175"/>
                  </a:lnTo>
                  <a:lnTo>
                    <a:pt x="2671" y="39049"/>
                  </a:lnTo>
                  <a:lnTo>
                    <a:pt x="2790" y="38836"/>
                  </a:lnTo>
                  <a:lnTo>
                    <a:pt x="2810" y="38672"/>
                  </a:lnTo>
                  <a:lnTo>
                    <a:pt x="2872" y="38465"/>
                  </a:lnTo>
                  <a:lnTo>
                    <a:pt x="2883" y="38429"/>
                  </a:lnTo>
                  <a:lnTo>
                    <a:pt x="2898" y="38379"/>
                  </a:lnTo>
                  <a:lnTo>
                    <a:pt x="2997" y="38220"/>
                  </a:lnTo>
                  <a:lnTo>
                    <a:pt x="3190" y="38088"/>
                  </a:lnTo>
                  <a:lnTo>
                    <a:pt x="3279" y="38083"/>
                  </a:lnTo>
                  <a:lnTo>
                    <a:pt x="3285" y="38193"/>
                  </a:lnTo>
                  <a:lnTo>
                    <a:pt x="3381" y="38243"/>
                  </a:lnTo>
                  <a:lnTo>
                    <a:pt x="4282" y="38283"/>
                  </a:lnTo>
                  <a:lnTo>
                    <a:pt x="4447" y="38258"/>
                  </a:lnTo>
                  <a:lnTo>
                    <a:pt x="4597" y="38235"/>
                  </a:lnTo>
                  <a:lnTo>
                    <a:pt x="4849" y="38196"/>
                  </a:lnTo>
                  <a:lnTo>
                    <a:pt x="5369" y="38072"/>
                  </a:lnTo>
                  <a:lnTo>
                    <a:pt x="5424" y="38011"/>
                  </a:lnTo>
                  <a:lnTo>
                    <a:pt x="5552" y="37930"/>
                  </a:lnTo>
                  <a:lnTo>
                    <a:pt x="5917" y="37822"/>
                  </a:lnTo>
                  <a:lnTo>
                    <a:pt x="6125" y="37631"/>
                  </a:lnTo>
                  <a:lnTo>
                    <a:pt x="6203" y="37522"/>
                  </a:lnTo>
                  <a:lnTo>
                    <a:pt x="6526" y="37387"/>
                  </a:lnTo>
                  <a:lnTo>
                    <a:pt x="6558" y="37367"/>
                  </a:lnTo>
                  <a:lnTo>
                    <a:pt x="6740" y="37258"/>
                  </a:lnTo>
                  <a:lnTo>
                    <a:pt x="6922" y="37149"/>
                  </a:lnTo>
                  <a:lnTo>
                    <a:pt x="7763" y="36382"/>
                  </a:lnTo>
                  <a:lnTo>
                    <a:pt x="7822" y="36188"/>
                  </a:lnTo>
                  <a:lnTo>
                    <a:pt x="8082" y="35885"/>
                  </a:lnTo>
                  <a:lnTo>
                    <a:pt x="8231" y="35787"/>
                  </a:lnTo>
                  <a:lnTo>
                    <a:pt x="8281" y="35754"/>
                  </a:lnTo>
                  <a:lnTo>
                    <a:pt x="8358" y="35636"/>
                  </a:lnTo>
                  <a:lnTo>
                    <a:pt x="8407" y="35470"/>
                  </a:lnTo>
                  <a:lnTo>
                    <a:pt x="8386" y="35451"/>
                  </a:lnTo>
                  <a:lnTo>
                    <a:pt x="8388" y="35424"/>
                  </a:lnTo>
                  <a:lnTo>
                    <a:pt x="8680" y="35083"/>
                  </a:lnTo>
                  <a:lnTo>
                    <a:pt x="8814" y="34955"/>
                  </a:lnTo>
                  <a:lnTo>
                    <a:pt x="9122" y="34774"/>
                  </a:lnTo>
                  <a:lnTo>
                    <a:pt x="9283" y="34680"/>
                  </a:lnTo>
                  <a:lnTo>
                    <a:pt x="9423" y="34620"/>
                  </a:lnTo>
                  <a:lnTo>
                    <a:pt x="9642" y="34567"/>
                  </a:lnTo>
                  <a:lnTo>
                    <a:pt x="9868" y="34550"/>
                  </a:lnTo>
                  <a:lnTo>
                    <a:pt x="10040" y="34501"/>
                  </a:lnTo>
                  <a:lnTo>
                    <a:pt x="10615" y="34296"/>
                  </a:lnTo>
                  <a:lnTo>
                    <a:pt x="10871" y="34134"/>
                  </a:lnTo>
                  <a:lnTo>
                    <a:pt x="10941" y="34084"/>
                  </a:lnTo>
                  <a:lnTo>
                    <a:pt x="11206" y="33898"/>
                  </a:lnTo>
                  <a:lnTo>
                    <a:pt x="11582" y="33587"/>
                  </a:lnTo>
                  <a:lnTo>
                    <a:pt x="11865" y="33261"/>
                  </a:lnTo>
                  <a:lnTo>
                    <a:pt x="12461" y="32713"/>
                  </a:lnTo>
                  <a:lnTo>
                    <a:pt x="12926" y="32238"/>
                  </a:lnTo>
                  <a:lnTo>
                    <a:pt x="13496" y="31725"/>
                  </a:lnTo>
                  <a:lnTo>
                    <a:pt x="13519" y="31705"/>
                  </a:lnTo>
                  <a:lnTo>
                    <a:pt x="13576" y="31653"/>
                  </a:lnTo>
                  <a:lnTo>
                    <a:pt x="13715" y="31658"/>
                  </a:lnTo>
                  <a:lnTo>
                    <a:pt x="13726" y="31657"/>
                  </a:lnTo>
                  <a:lnTo>
                    <a:pt x="13799" y="31631"/>
                  </a:lnTo>
                  <a:lnTo>
                    <a:pt x="13814" y="31625"/>
                  </a:lnTo>
                  <a:lnTo>
                    <a:pt x="13964" y="31571"/>
                  </a:lnTo>
                  <a:lnTo>
                    <a:pt x="14121" y="31552"/>
                  </a:lnTo>
                  <a:lnTo>
                    <a:pt x="14179" y="31567"/>
                  </a:lnTo>
                  <a:lnTo>
                    <a:pt x="14255" y="31587"/>
                  </a:lnTo>
                  <a:lnTo>
                    <a:pt x="14458" y="31638"/>
                  </a:lnTo>
                  <a:lnTo>
                    <a:pt x="14536" y="31683"/>
                  </a:lnTo>
                  <a:lnTo>
                    <a:pt x="14546" y="31656"/>
                  </a:lnTo>
                  <a:lnTo>
                    <a:pt x="14442" y="31567"/>
                  </a:lnTo>
                  <a:lnTo>
                    <a:pt x="14269" y="31467"/>
                  </a:lnTo>
                  <a:lnTo>
                    <a:pt x="14210" y="31433"/>
                  </a:lnTo>
                  <a:lnTo>
                    <a:pt x="14025" y="31325"/>
                  </a:lnTo>
                  <a:lnTo>
                    <a:pt x="13960" y="31336"/>
                  </a:lnTo>
                  <a:lnTo>
                    <a:pt x="13950" y="31337"/>
                  </a:lnTo>
                  <a:lnTo>
                    <a:pt x="13883" y="31438"/>
                  </a:lnTo>
                  <a:lnTo>
                    <a:pt x="13727" y="31574"/>
                  </a:lnTo>
                  <a:lnTo>
                    <a:pt x="13701" y="31572"/>
                  </a:lnTo>
                  <a:lnTo>
                    <a:pt x="13664" y="31495"/>
                  </a:lnTo>
                  <a:lnTo>
                    <a:pt x="13828" y="31327"/>
                  </a:lnTo>
                  <a:lnTo>
                    <a:pt x="13924" y="31228"/>
                  </a:lnTo>
                  <a:lnTo>
                    <a:pt x="14098" y="31048"/>
                  </a:lnTo>
                  <a:lnTo>
                    <a:pt x="14451" y="30721"/>
                  </a:lnTo>
                  <a:lnTo>
                    <a:pt x="14785" y="30500"/>
                  </a:lnTo>
                  <a:lnTo>
                    <a:pt x="15093" y="30332"/>
                  </a:lnTo>
                  <a:lnTo>
                    <a:pt x="15471" y="29985"/>
                  </a:lnTo>
                  <a:lnTo>
                    <a:pt x="15885" y="29415"/>
                  </a:lnTo>
                  <a:lnTo>
                    <a:pt x="16141" y="29102"/>
                  </a:lnTo>
                  <a:lnTo>
                    <a:pt x="16193" y="28979"/>
                  </a:lnTo>
                  <a:lnTo>
                    <a:pt x="16213" y="28802"/>
                  </a:lnTo>
                  <a:lnTo>
                    <a:pt x="16717" y="28126"/>
                  </a:lnTo>
                  <a:lnTo>
                    <a:pt x="16764" y="28088"/>
                  </a:lnTo>
                  <a:lnTo>
                    <a:pt x="16838" y="28027"/>
                  </a:lnTo>
                  <a:lnTo>
                    <a:pt x="17023" y="27924"/>
                  </a:lnTo>
                  <a:lnTo>
                    <a:pt x="17145" y="27877"/>
                  </a:lnTo>
                  <a:lnTo>
                    <a:pt x="17771" y="27635"/>
                  </a:lnTo>
                  <a:lnTo>
                    <a:pt x="18008" y="27487"/>
                  </a:lnTo>
                  <a:lnTo>
                    <a:pt x="18088" y="27437"/>
                  </a:lnTo>
                  <a:lnTo>
                    <a:pt x="18657" y="27302"/>
                  </a:lnTo>
                  <a:lnTo>
                    <a:pt x="18854" y="27268"/>
                  </a:lnTo>
                  <a:lnTo>
                    <a:pt x="18880" y="27263"/>
                  </a:lnTo>
                  <a:lnTo>
                    <a:pt x="18930" y="27254"/>
                  </a:lnTo>
                  <a:lnTo>
                    <a:pt x="19264" y="27117"/>
                  </a:lnTo>
                  <a:lnTo>
                    <a:pt x="19813" y="26983"/>
                  </a:lnTo>
                  <a:lnTo>
                    <a:pt x="19897" y="26943"/>
                  </a:lnTo>
                  <a:lnTo>
                    <a:pt x="20352" y="26604"/>
                  </a:lnTo>
                  <a:lnTo>
                    <a:pt x="20505" y="26530"/>
                  </a:lnTo>
                  <a:lnTo>
                    <a:pt x="20541" y="26513"/>
                  </a:lnTo>
                  <a:lnTo>
                    <a:pt x="20851" y="26267"/>
                  </a:lnTo>
                  <a:lnTo>
                    <a:pt x="21075" y="26125"/>
                  </a:lnTo>
                  <a:lnTo>
                    <a:pt x="21298" y="25985"/>
                  </a:lnTo>
                  <a:lnTo>
                    <a:pt x="21320" y="25971"/>
                  </a:lnTo>
                  <a:lnTo>
                    <a:pt x="21693" y="25826"/>
                  </a:lnTo>
                  <a:lnTo>
                    <a:pt x="22405" y="25421"/>
                  </a:lnTo>
                  <a:lnTo>
                    <a:pt x="22874" y="25124"/>
                  </a:lnTo>
                  <a:lnTo>
                    <a:pt x="22960" y="25139"/>
                  </a:lnTo>
                  <a:lnTo>
                    <a:pt x="23087" y="25161"/>
                  </a:lnTo>
                  <a:lnTo>
                    <a:pt x="23224" y="25185"/>
                  </a:lnTo>
                  <a:lnTo>
                    <a:pt x="23343" y="25154"/>
                  </a:lnTo>
                  <a:lnTo>
                    <a:pt x="23538" y="25065"/>
                  </a:lnTo>
                  <a:lnTo>
                    <a:pt x="24215" y="24560"/>
                  </a:lnTo>
                  <a:lnTo>
                    <a:pt x="24468" y="24290"/>
                  </a:lnTo>
                  <a:lnTo>
                    <a:pt x="24752" y="24034"/>
                  </a:lnTo>
                  <a:lnTo>
                    <a:pt x="24853" y="23943"/>
                  </a:lnTo>
                  <a:lnTo>
                    <a:pt x="24907" y="23932"/>
                  </a:lnTo>
                  <a:lnTo>
                    <a:pt x="24922" y="23951"/>
                  </a:lnTo>
                  <a:lnTo>
                    <a:pt x="25003" y="23796"/>
                  </a:lnTo>
                  <a:lnTo>
                    <a:pt x="24982" y="23772"/>
                  </a:lnTo>
                  <a:lnTo>
                    <a:pt x="25001" y="23748"/>
                  </a:lnTo>
                  <a:lnTo>
                    <a:pt x="25355" y="23403"/>
                  </a:lnTo>
                  <a:lnTo>
                    <a:pt x="25472" y="23093"/>
                  </a:lnTo>
                  <a:lnTo>
                    <a:pt x="25475" y="22920"/>
                  </a:lnTo>
                  <a:lnTo>
                    <a:pt x="25578" y="22565"/>
                  </a:lnTo>
                  <a:lnTo>
                    <a:pt x="25613" y="22138"/>
                  </a:lnTo>
                  <a:lnTo>
                    <a:pt x="25567" y="21632"/>
                  </a:lnTo>
                  <a:lnTo>
                    <a:pt x="25525" y="21495"/>
                  </a:lnTo>
                  <a:lnTo>
                    <a:pt x="25435" y="21432"/>
                  </a:lnTo>
                  <a:lnTo>
                    <a:pt x="25487" y="21336"/>
                  </a:lnTo>
                  <a:lnTo>
                    <a:pt x="25702" y="21438"/>
                  </a:lnTo>
                  <a:lnTo>
                    <a:pt x="25879" y="21586"/>
                  </a:lnTo>
                  <a:lnTo>
                    <a:pt x="25907" y="21608"/>
                  </a:lnTo>
                  <a:lnTo>
                    <a:pt x="25942" y="21636"/>
                  </a:lnTo>
                  <a:lnTo>
                    <a:pt x="25917" y="21673"/>
                  </a:lnTo>
                  <a:lnTo>
                    <a:pt x="25907" y="21688"/>
                  </a:lnTo>
                  <a:lnTo>
                    <a:pt x="25896" y="21704"/>
                  </a:lnTo>
                  <a:lnTo>
                    <a:pt x="25988" y="21780"/>
                  </a:lnTo>
                  <a:lnTo>
                    <a:pt x="26144" y="21856"/>
                  </a:lnTo>
                  <a:lnTo>
                    <a:pt x="26172" y="21827"/>
                  </a:lnTo>
                  <a:lnTo>
                    <a:pt x="26171" y="21776"/>
                  </a:lnTo>
                  <a:lnTo>
                    <a:pt x="26255" y="21535"/>
                  </a:lnTo>
                  <a:lnTo>
                    <a:pt x="26307" y="21451"/>
                  </a:lnTo>
                  <a:lnTo>
                    <a:pt x="26416" y="21332"/>
                  </a:lnTo>
                  <a:lnTo>
                    <a:pt x="26679" y="21123"/>
                  </a:lnTo>
                  <a:lnTo>
                    <a:pt x="26747" y="21153"/>
                  </a:lnTo>
                  <a:lnTo>
                    <a:pt x="26786" y="21228"/>
                  </a:lnTo>
                  <a:lnTo>
                    <a:pt x="26918" y="21280"/>
                  </a:lnTo>
                  <a:lnTo>
                    <a:pt x="26944" y="21290"/>
                  </a:lnTo>
                  <a:lnTo>
                    <a:pt x="26951" y="21293"/>
                  </a:lnTo>
                  <a:lnTo>
                    <a:pt x="27032" y="21325"/>
                  </a:lnTo>
                  <a:lnTo>
                    <a:pt x="27881" y="21236"/>
                  </a:lnTo>
                  <a:lnTo>
                    <a:pt x="27899" y="21234"/>
                  </a:lnTo>
                  <a:lnTo>
                    <a:pt x="28223" y="21156"/>
                  </a:lnTo>
                  <a:lnTo>
                    <a:pt x="28717" y="21406"/>
                  </a:lnTo>
                  <a:lnTo>
                    <a:pt x="28808" y="21591"/>
                  </a:lnTo>
                  <a:lnTo>
                    <a:pt x="28828" y="21629"/>
                  </a:lnTo>
                  <a:lnTo>
                    <a:pt x="28842" y="21659"/>
                  </a:lnTo>
                  <a:lnTo>
                    <a:pt x="28914" y="21803"/>
                  </a:lnTo>
                  <a:lnTo>
                    <a:pt x="28884" y="21820"/>
                  </a:lnTo>
                  <a:lnTo>
                    <a:pt x="28835" y="21847"/>
                  </a:lnTo>
                  <a:lnTo>
                    <a:pt x="28802" y="21883"/>
                  </a:lnTo>
                  <a:lnTo>
                    <a:pt x="28813" y="21887"/>
                  </a:lnTo>
                  <a:lnTo>
                    <a:pt x="28825" y="21891"/>
                  </a:lnTo>
                  <a:lnTo>
                    <a:pt x="28837" y="21898"/>
                  </a:lnTo>
                  <a:lnTo>
                    <a:pt x="28869" y="21915"/>
                  </a:lnTo>
                  <a:lnTo>
                    <a:pt x="28879" y="21919"/>
                  </a:lnTo>
                  <a:lnTo>
                    <a:pt x="28875" y="21923"/>
                  </a:lnTo>
                  <a:lnTo>
                    <a:pt x="28867" y="21929"/>
                  </a:lnTo>
                  <a:lnTo>
                    <a:pt x="28861" y="21933"/>
                  </a:lnTo>
                  <a:lnTo>
                    <a:pt x="28853" y="21938"/>
                  </a:lnTo>
                  <a:lnTo>
                    <a:pt x="28849" y="21943"/>
                  </a:lnTo>
                  <a:lnTo>
                    <a:pt x="28841" y="21955"/>
                  </a:lnTo>
                  <a:lnTo>
                    <a:pt x="28836" y="21963"/>
                  </a:lnTo>
                  <a:lnTo>
                    <a:pt x="28869" y="21987"/>
                  </a:lnTo>
                  <a:lnTo>
                    <a:pt x="28873" y="21990"/>
                  </a:lnTo>
                  <a:lnTo>
                    <a:pt x="28887" y="22000"/>
                  </a:lnTo>
                  <a:lnTo>
                    <a:pt x="28912" y="22019"/>
                  </a:lnTo>
                  <a:lnTo>
                    <a:pt x="28917" y="22021"/>
                  </a:lnTo>
                  <a:lnTo>
                    <a:pt x="28922" y="22018"/>
                  </a:lnTo>
                  <a:lnTo>
                    <a:pt x="28928" y="22013"/>
                  </a:lnTo>
                  <a:lnTo>
                    <a:pt x="28933" y="22010"/>
                  </a:lnTo>
                  <a:lnTo>
                    <a:pt x="28940" y="22009"/>
                  </a:lnTo>
                  <a:lnTo>
                    <a:pt x="28947" y="22007"/>
                  </a:lnTo>
                  <a:lnTo>
                    <a:pt x="28963" y="22002"/>
                  </a:lnTo>
                  <a:lnTo>
                    <a:pt x="28997" y="22034"/>
                  </a:lnTo>
                  <a:lnTo>
                    <a:pt x="29001" y="22038"/>
                  </a:lnTo>
                  <a:lnTo>
                    <a:pt x="29009" y="22047"/>
                  </a:lnTo>
                  <a:lnTo>
                    <a:pt x="29022" y="22061"/>
                  </a:lnTo>
                  <a:lnTo>
                    <a:pt x="29026" y="22066"/>
                  </a:lnTo>
                  <a:lnTo>
                    <a:pt x="29031" y="22068"/>
                  </a:lnTo>
                  <a:lnTo>
                    <a:pt x="29036" y="22071"/>
                  </a:lnTo>
                  <a:lnTo>
                    <a:pt x="29046" y="22078"/>
                  </a:lnTo>
                  <a:lnTo>
                    <a:pt x="29049" y="22090"/>
                  </a:lnTo>
                  <a:lnTo>
                    <a:pt x="29053" y="22095"/>
                  </a:lnTo>
                  <a:lnTo>
                    <a:pt x="29058" y="22105"/>
                  </a:lnTo>
                  <a:lnTo>
                    <a:pt x="29065" y="22114"/>
                  </a:lnTo>
                  <a:lnTo>
                    <a:pt x="29071" y="22119"/>
                  </a:lnTo>
                  <a:lnTo>
                    <a:pt x="29055" y="22140"/>
                  </a:lnTo>
                  <a:lnTo>
                    <a:pt x="29050" y="22145"/>
                  </a:lnTo>
                  <a:lnTo>
                    <a:pt x="29053" y="22149"/>
                  </a:lnTo>
                  <a:lnTo>
                    <a:pt x="29058" y="22157"/>
                  </a:lnTo>
                  <a:lnTo>
                    <a:pt x="29062" y="22155"/>
                  </a:lnTo>
                  <a:lnTo>
                    <a:pt x="29129" y="22121"/>
                  </a:lnTo>
                  <a:lnTo>
                    <a:pt x="29164" y="22138"/>
                  </a:lnTo>
                  <a:lnTo>
                    <a:pt x="29180" y="22145"/>
                  </a:lnTo>
                  <a:lnTo>
                    <a:pt x="29274" y="22191"/>
                  </a:lnTo>
                  <a:lnTo>
                    <a:pt x="29296" y="22232"/>
                  </a:lnTo>
                  <a:lnTo>
                    <a:pt x="29293" y="22281"/>
                  </a:lnTo>
                  <a:lnTo>
                    <a:pt x="29256" y="22295"/>
                  </a:lnTo>
                  <a:lnTo>
                    <a:pt x="29240" y="22327"/>
                  </a:lnTo>
                  <a:lnTo>
                    <a:pt x="29227" y="22406"/>
                  </a:lnTo>
                  <a:lnTo>
                    <a:pt x="29218" y="22458"/>
                  </a:lnTo>
                  <a:lnTo>
                    <a:pt x="29212" y="22495"/>
                  </a:lnTo>
                  <a:lnTo>
                    <a:pt x="29416" y="22725"/>
                  </a:lnTo>
                  <a:lnTo>
                    <a:pt x="29444" y="22739"/>
                  </a:lnTo>
                  <a:lnTo>
                    <a:pt x="29485" y="22725"/>
                  </a:lnTo>
                  <a:lnTo>
                    <a:pt x="29486" y="22719"/>
                  </a:lnTo>
                  <a:lnTo>
                    <a:pt x="29496" y="22680"/>
                  </a:lnTo>
                  <a:lnTo>
                    <a:pt x="29501" y="22657"/>
                  </a:lnTo>
                  <a:lnTo>
                    <a:pt x="29576" y="22334"/>
                  </a:lnTo>
                  <a:lnTo>
                    <a:pt x="29578" y="22264"/>
                  </a:lnTo>
                  <a:lnTo>
                    <a:pt x="29587" y="21766"/>
                  </a:lnTo>
                  <a:lnTo>
                    <a:pt x="29588" y="21751"/>
                  </a:lnTo>
                  <a:lnTo>
                    <a:pt x="29584" y="21743"/>
                  </a:lnTo>
                  <a:lnTo>
                    <a:pt x="29555" y="21658"/>
                  </a:lnTo>
                  <a:lnTo>
                    <a:pt x="29450" y="21362"/>
                  </a:lnTo>
                  <a:lnTo>
                    <a:pt x="29439" y="21353"/>
                  </a:lnTo>
                  <a:lnTo>
                    <a:pt x="29300" y="21238"/>
                  </a:lnTo>
                  <a:lnTo>
                    <a:pt x="29087" y="21113"/>
                  </a:lnTo>
                  <a:lnTo>
                    <a:pt x="28992" y="21149"/>
                  </a:lnTo>
                  <a:lnTo>
                    <a:pt x="28878" y="21071"/>
                  </a:lnTo>
                  <a:lnTo>
                    <a:pt x="28644" y="20652"/>
                  </a:lnTo>
                  <a:lnTo>
                    <a:pt x="28531" y="20659"/>
                  </a:lnTo>
                  <a:lnTo>
                    <a:pt x="28109" y="20486"/>
                  </a:lnTo>
                  <a:lnTo>
                    <a:pt x="28140" y="20392"/>
                  </a:lnTo>
                  <a:lnTo>
                    <a:pt x="28221" y="20148"/>
                  </a:lnTo>
                  <a:lnTo>
                    <a:pt x="28225" y="20134"/>
                  </a:lnTo>
                  <a:lnTo>
                    <a:pt x="28248" y="20113"/>
                  </a:lnTo>
                  <a:lnTo>
                    <a:pt x="28351" y="20017"/>
                  </a:lnTo>
                  <a:lnTo>
                    <a:pt x="28400" y="19972"/>
                  </a:lnTo>
                  <a:lnTo>
                    <a:pt x="28952" y="19680"/>
                  </a:lnTo>
                  <a:lnTo>
                    <a:pt x="29005" y="19681"/>
                  </a:lnTo>
                  <a:lnTo>
                    <a:pt x="29211" y="19687"/>
                  </a:lnTo>
                  <a:lnTo>
                    <a:pt x="29304" y="19729"/>
                  </a:lnTo>
                  <a:lnTo>
                    <a:pt x="29316" y="19758"/>
                  </a:lnTo>
                  <a:lnTo>
                    <a:pt x="29323" y="19774"/>
                  </a:lnTo>
                  <a:lnTo>
                    <a:pt x="29383" y="19976"/>
                  </a:lnTo>
                  <a:lnTo>
                    <a:pt x="29371" y="20105"/>
                  </a:lnTo>
                  <a:lnTo>
                    <a:pt x="29369" y="20132"/>
                  </a:lnTo>
                  <a:lnTo>
                    <a:pt x="29389" y="20121"/>
                  </a:lnTo>
                  <a:lnTo>
                    <a:pt x="29442" y="20092"/>
                  </a:lnTo>
                  <a:lnTo>
                    <a:pt x="29467" y="20092"/>
                  </a:lnTo>
                  <a:lnTo>
                    <a:pt x="29482" y="20064"/>
                  </a:lnTo>
                  <a:lnTo>
                    <a:pt x="29494" y="20039"/>
                  </a:lnTo>
                  <a:lnTo>
                    <a:pt x="29528" y="19973"/>
                  </a:lnTo>
                  <a:lnTo>
                    <a:pt x="29549" y="19925"/>
                  </a:lnTo>
                  <a:lnTo>
                    <a:pt x="29601" y="19800"/>
                  </a:lnTo>
                  <a:lnTo>
                    <a:pt x="29597" y="19794"/>
                  </a:lnTo>
                  <a:lnTo>
                    <a:pt x="29546" y="19727"/>
                  </a:lnTo>
                  <a:lnTo>
                    <a:pt x="29523" y="19695"/>
                  </a:lnTo>
                  <a:lnTo>
                    <a:pt x="29507" y="19674"/>
                  </a:lnTo>
                  <a:lnTo>
                    <a:pt x="29493" y="19656"/>
                  </a:lnTo>
                  <a:lnTo>
                    <a:pt x="29476" y="19527"/>
                  </a:lnTo>
                  <a:lnTo>
                    <a:pt x="29472" y="19500"/>
                  </a:lnTo>
                  <a:lnTo>
                    <a:pt x="29458" y="19396"/>
                  </a:lnTo>
                  <a:lnTo>
                    <a:pt x="29483" y="19365"/>
                  </a:lnTo>
                  <a:lnTo>
                    <a:pt x="29492" y="19355"/>
                  </a:lnTo>
                  <a:lnTo>
                    <a:pt x="29548" y="19290"/>
                  </a:lnTo>
                  <a:lnTo>
                    <a:pt x="29500" y="19025"/>
                  </a:lnTo>
                  <a:lnTo>
                    <a:pt x="29506" y="18917"/>
                  </a:lnTo>
                  <a:lnTo>
                    <a:pt x="29549" y="18773"/>
                  </a:lnTo>
                  <a:lnTo>
                    <a:pt x="29550" y="18767"/>
                  </a:lnTo>
                  <a:lnTo>
                    <a:pt x="29571" y="18756"/>
                  </a:lnTo>
                  <a:lnTo>
                    <a:pt x="29909" y="18571"/>
                  </a:lnTo>
                  <a:lnTo>
                    <a:pt x="29966" y="18608"/>
                  </a:lnTo>
                  <a:lnTo>
                    <a:pt x="30014" y="18640"/>
                  </a:lnTo>
                  <a:lnTo>
                    <a:pt x="30061" y="18671"/>
                  </a:lnTo>
                  <a:lnTo>
                    <a:pt x="30066" y="18675"/>
                  </a:lnTo>
                  <a:lnTo>
                    <a:pt x="30121" y="18631"/>
                  </a:lnTo>
                  <a:lnTo>
                    <a:pt x="30247" y="18531"/>
                  </a:lnTo>
                  <a:lnTo>
                    <a:pt x="30192" y="18499"/>
                  </a:lnTo>
                  <a:lnTo>
                    <a:pt x="30134" y="18465"/>
                  </a:lnTo>
                  <a:lnTo>
                    <a:pt x="30124" y="18459"/>
                  </a:lnTo>
                  <a:lnTo>
                    <a:pt x="29874" y="18405"/>
                  </a:lnTo>
                  <a:lnTo>
                    <a:pt x="29647" y="18376"/>
                  </a:lnTo>
                  <a:lnTo>
                    <a:pt x="29576" y="18333"/>
                  </a:lnTo>
                  <a:lnTo>
                    <a:pt x="29571" y="18331"/>
                  </a:lnTo>
                  <a:lnTo>
                    <a:pt x="29520" y="18300"/>
                  </a:lnTo>
                  <a:lnTo>
                    <a:pt x="29488" y="18281"/>
                  </a:lnTo>
                  <a:lnTo>
                    <a:pt x="29469" y="18270"/>
                  </a:lnTo>
                  <a:lnTo>
                    <a:pt x="29453" y="18260"/>
                  </a:lnTo>
                  <a:lnTo>
                    <a:pt x="29290" y="18427"/>
                  </a:lnTo>
                  <a:lnTo>
                    <a:pt x="29282" y="18422"/>
                  </a:lnTo>
                  <a:lnTo>
                    <a:pt x="29213" y="18385"/>
                  </a:lnTo>
                  <a:lnTo>
                    <a:pt x="29015" y="18278"/>
                  </a:lnTo>
                  <a:lnTo>
                    <a:pt x="28963" y="18313"/>
                  </a:lnTo>
                  <a:lnTo>
                    <a:pt x="28926" y="18328"/>
                  </a:lnTo>
                  <a:lnTo>
                    <a:pt x="28892" y="18332"/>
                  </a:lnTo>
                  <a:lnTo>
                    <a:pt x="28877" y="18330"/>
                  </a:lnTo>
                  <a:lnTo>
                    <a:pt x="28828" y="18326"/>
                  </a:lnTo>
                  <a:lnTo>
                    <a:pt x="28816" y="18322"/>
                  </a:lnTo>
                  <a:lnTo>
                    <a:pt x="28800" y="18296"/>
                  </a:lnTo>
                  <a:lnTo>
                    <a:pt x="28757" y="18216"/>
                  </a:lnTo>
                  <a:lnTo>
                    <a:pt x="28866" y="17962"/>
                  </a:lnTo>
                  <a:lnTo>
                    <a:pt x="28868" y="17957"/>
                  </a:lnTo>
                  <a:lnTo>
                    <a:pt x="28794" y="17835"/>
                  </a:lnTo>
                  <a:lnTo>
                    <a:pt x="28722" y="17815"/>
                  </a:lnTo>
                  <a:lnTo>
                    <a:pt x="28655" y="17861"/>
                  </a:lnTo>
                  <a:lnTo>
                    <a:pt x="28653" y="17906"/>
                  </a:lnTo>
                  <a:lnTo>
                    <a:pt x="28634" y="17919"/>
                  </a:lnTo>
                  <a:lnTo>
                    <a:pt x="28486" y="17995"/>
                  </a:lnTo>
                  <a:lnTo>
                    <a:pt x="28415" y="18031"/>
                  </a:lnTo>
                  <a:lnTo>
                    <a:pt x="28343" y="18067"/>
                  </a:lnTo>
                  <a:lnTo>
                    <a:pt x="28205" y="18003"/>
                  </a:lnTo>
                  <a:lnTo>
                    <a:pt x="28249" y="18079"/>
                  </a:lnTo>
                  <a:lnTo>
                    <a:pt x="28221" y="18191"/>
                  </a:lnTo>
                  <a:lnTo>
                    <a:pt x="28128" y="18381"/>
                  </a:lnTo>
                  <a:lnTo>
                    <a:pt x="28021" y="18463"/>
                  </a:lnTo>
                  <a:lnTo>
                    <a:pt x="27990" y="18487"/>
                  </a:lnTo>
                  <a:lnTo>
                    <a:pt x="27984" y="18491"/>
                  </a:lnTo>
                  <a:lnTo>
                    <a:pt x="27980" y="18494"/>
                  </a:lnTo>
                  <a:lnTo>
                    <a:pt x="27964" y="18507"/>
                  </a:lnTo>
                  <a:lnTo>
                    <a:pt x="27952" y="18516"/>
                  </a:lnTo>
                  <a:lnTo>
                    <a:pt x="27940" y="18525"/>
                  </a:lnTo>
                  <a:lnTo>
                    <a:pt x="27926" y="18533"/>
                  </a:lnTo>
                  <a:lnTo>
                    <a:pt x="27918" y="18533"/>
                  </a:lnTo>
                  <a:lnTo>
                    <a:pt x="27887" y="18530"/>
                  </a:lnTo>
                  <a:lnTo>
                    <a:pt x="27870" y="18529"/>
                  </a:lnTo>
                  <a:lnTo>
                    <a:pt x="27867" y="18557"/>
                  </a:lnTo>
                  <a:lnTo>
                    <a:pt x="27872" y="18571"/>
                  </a:lnTo>
                  <a:lnTo>
                    <a:pt x="27874" y="18614"/>
                  </a:lnTo>
                  <a:lnTo>
                    <a:pt x="27877" y="18688"/>
                  </a:lnTo>
                  <a:lnTo>
                    <a:pt x="27892" y="18736"/>
                  </a:lnTo>
                  <a:lnTo>
                    <a:pt x="27900" y="18750"/>
                  </a:lnTo>
                  <a:lnTo>
                    <a:pt x="27936" y="18812"/>
                  </a:lnTo>
                  <a:lnTo>
                    <a:pt x="27956" y="18848"/>
                  </a:lnTo>
                  <a:lnTo>
                    <a:pt x="27998" y="18995"/>
                  </a:lnTo>
                  <a:lnTo>
                    <a:pt x="28013" y="19048"/>
                  </a:lnTo>
                  <a:lnTo>
                    <a:pt x="28014" y="19220"/>
                  </a:lnTo>
                  <a:lnTo>
                    <a:pt x="27956" y="19324"/>
                  </a:lnTo>
                  <a:lnTo>
                    <a:pt x="27954" y="19328"/>
                  </a:lnTo>
                  <a:lnTo>
                    <a:pt x="27903" y="19364"/>
                  </a:lnTo>
                  <a:lnTo>
                    <a:pt x="27823" y="19420"/>
                  </a:lnTo>
                  <a:lnTo>
                    <a:pt x="27815" y="19417"/>
                  </a:lnTo>
                  <a:lnTo>
                    <a:pt x="27784" y="19400"/>
                  </a:lnTo>
                  <a:lnTo>
                    <a:pt x="27768" y="19391"/>
                  </a:lnTo>
                  <a:lnTo>
                    <a:pt x="27671" y="19336"/>
                  </a:lnTo>
                  <a:lnTo>
                    <a:pt x="27730" y="19305"/>
                  </a:lnTo>
                  <a:lnTo>
                    <a:pt x="27778" y="19236"/>
                  </a:lnTo>
                  <a:lnTo>
                    <a:pt x="27784" y="19077"/>
                  </a:lnTo>
                  <a:lnTo>
                    <a:pt x="27766" y="19019"/>
                  </a:lnTo>
                  <a:lnTo>
                    <a:pt x="27746" y="18957"/>
                  </a:lnTo>
                  <a:lnTo>
                    <a:pt x="27693" y="18788"/>
                  </a:lnTo>
                  <a:lnTo>
                    <a:pt x="27625" y="18785"/>
                  </a:lnTo>
                  <a:lnTo>
                    <a:pt x="27567" y="18827"/>
                  </a:lnTo>
                  <a:lnTo>
                    <a:pt x="27538" y="18849"/>
                  </a:lnTo>
                  <a:lnTo>
                    <a:pt x="27522" y="18860"/>
                  </a:lnTo>
                  <a:lnTo>
                    <a:pt x="27517" y="18864"/>
                  </a:lnTo>
                  <a:lnTo>
                    <a:pt x="27412" y="18961"/>
                  </a:lnTo>
                  <a:lnTo>
                    <a:pt x="27311" y="19066"/>
                  </a:lnTo>
                  <a:lnTo>
                    <a:pt x="27290" y="19089"/>
                  </a:lnTo>
                  <a:lnTo>
                    <a:pt x="27265" y="19296"/>
                  </a:lnTo>
                  <a:lnTo>
                    <a:pt x="27200" y="19480"/>
                  </a:lnTo>
                  <a:lnTo>
                    <a:pt x="27121" y="19541"/>
                  </a:lnTo>
                  <a:lnTo>
                    <a:pt x="27110" y="19532"/>
                  </a:lnTo>
                  <a:lnTo>
                    <a:pt x="27080" y="19507"/>
                  </a:lnTo>
                  <a:lnTo>
                    <a:pt x="27046" y="19480"/>
                  </a:lnTo>
                  <a:lnTo>
                    <a:pt x="27033" y="19443"/>
                  </a:lnTo>
                  <a:lnTo>
                    <a:pt x="26975" y="19386"/>
                  </a:lnTo>
                  <a:lnTo>
                    <a:pt x="26789" y="19330"/>
                  </a:lnTo>
                  <a:lnTo>
                    <a:pt x="26641" y="19364"/>
                  </a:lnTo>
                  <a:lnTo>
                    <a:pt x="26631" y="19366"/>
                  </a:lnTo>
                  <a:lnTo>
                    <a:pt x="26591" y="19376"/>
                  </a:lnTo>
                  <a:lnTo>
                    <a:pt x="26503" y="19440"/>
                  </a:lnTo>
                  <a:lnTo>
                    <a:pt x="26262" y="19345"/>
                  </a:lnTo>
                  <a:lnTo>
                    <a:pt x="26146" y="19646"/>
                  </a:lnTo>
                  <a:lnTo>
                    <a:pt x="26175" y="19726"/>
                  </a:lnTo>
                  <a:lnTo>
                    <a:pt x="26239" y="19764"/>
                  </a:lnTo>
                  <a:lnTo>
                    <a:pt x="26286" y="19792"/>
                  </a:lnTo>
                  <a:lnTo>
                    <a:pt x="26279" y="19924"/>
                  </a:lnTo>
                  <a:lnTo>
                    <a:pt x="26094" y="20282"/>
                  </a:lnTo>
                  <a:lnTo>
                    <a:pt x="25804" y="20262"/>
                  </a:lnTo>
                  <a:lnTo>
                    <a:pt x="25731" y="20225"/>
                  </a:lnTo>
                  <a:lnTo>
                    <a:pt x="25689" y="20203"/>
                  </a:lnTo>
                  <a:lnTo>
                    <a:pt x="25623" y="20252"/>
                  </a:lnTo>
                  <a:lnTo>
                    <a:pt x="25629" y="20297"/>
                  </a:lnTo>
                  <a:lnTo>
                    <a:pt x="25664" y="20543"/>
                  </a:lnTo>
                  <a:lnTo>
                    <a:pt x="25699" y="20641"/>
                  </a:lnTo>
                  <a:lnTo>
                    <a:pt x="25676" y="20733"/>
                  </a:lnTo>
                  <a:lnTo>
                    <a:pt x="25636" y="20893"/>
                  </a:lnTo>
                  <a:lnTo>
                    <a:pt x="25588" y="21088"/>
                  </a:lnTo>
                  <a:lnTo>
                    <a:pt x="25357" y="21108"/>
                  </a:lnTo>
                  <a:lnTo>
                    <a:pt x="25155" y="21100"/>
                  </a:lnTo>
                  <a:lnTo>
                    <a:pt x="24909" y="20967"/>
                  </a:lnTo>
                  <a:lnTo>
                    <a:pt x="24688" y="20848"/>
                  </a:lnTo>
                  <a:lnTo>
                    <a:pt x="24623" y="20793"/>
                  </a:lnTo>
                  <a:lnTo>
                    <a:pt x="24623" y="20773"/>
                  </a:lnTo>
                  <a:lnTo>
                    <a:pt x="24597" y="20769"/>
                  </a:lnTo>
                  <a:lnTo>
                    <a:pt x="24520" y="20757"/>
                  </a:lnTo>
                  <a:lnTo>
                    <a:pt x="24293" y="20951"/>
                  </a:lnTo>
                  <a:lnTo>
                    <a:pt x="24294" y="21000"/>
                  </a:lnTo>
                  <a:lnTo>
                    <a:pt x="24303" y="21254"/>
                  </a:lnTo>
                  <a:lnTo>
                    <a:pt x="24163" y="21393"/>
                  </a:lnTo>
                  <a:lnTo>
                    <a:pt x="24101" y="21406"/>
                  </a:lnTo>
                  <a:lnTo>
                    <a:pt x="24005" y="21406"/>
                  </a:lnTo>
                  <a:lnTo>
                    <a:pt x="23826" y="21444"/>
                  </a:lnTo>
                  <a:lnTo>
                    <a:pt x="23810" y="21460"/>
                  </a:lnTo>
                  <a:lnTo>
                    <a:pt x="23761" y="21548"/>
                  </a:lnTo>
                  <a:lnTo>
                    <a:pt x="23749" y="21590"/>
                  </a:lnTo>
                  <a:lnTo>
                    <a:pt x="23645" y="21702"/>
                  </a:lnTo>
                  <a:lnTo>
                    <a:pt x="23580" y="21633"/>
                  </a:lnTo>
                  <a:lnTo>
                    <a:pt x="23495" y="21542"/>
                  </a:lnTo>
                  <a:lnTo>
                    <a:pt x="23333" y="21541"/>
                  </a:lnTo>
                  <a:lnTo>
                    <a:pt x="23334" y="22005"/>
                  </a:lnTo>
                  <a:lnTo>
                    <a:pt x="22913" y="22006"/>
                  </a:lnTo>
                  <a:lnTo>
                    <a:pt x="22912" y="21298"/>
                  </a:lnTo>
                  <a:lnTo>
                    <a:pt x="23259" y="21152"/>
                  </a:lnTo>
                  <a:lnTo>
                    <a:pt x="23573" y="21152"/>
                  </a:lnTo>
                  <a:lnTo>
                    <a:pt x="23682" y="21152"/>
                  </a:lnTo>
                  <a:lnTo>
                    <a:pt x="23681" y="20957"/>
                  </a:lnTo>
                  <a:lnTo>
                    <a:pt x="23681" y="20712"/>
                  </a:lnTo>
                  <a:lnTo>
                    <a:pt x="23891" y="20716"/>
                  </a:lnTo>
                  <a:lnTo>
                    <a:pt x="24020" y="20718"/>
                  </a:lnTo>
                  <a:lnTo>
                    <a:pt x="24094" y="20552"/>
                  </a:lnTo>
                  <a:lnTo>
                    <a:pt x="24038" y="20405"/>
                  </a:lnTo>
                  <a:lnTo>
                    <a:pt x="24010" y="20390"/>
                  </a:lnTo>
                  <a:lnTo>
                    <a:pt x="23979" y="20373"/>
                  </a:lnTo>
                  <a:lnTo>
                    <a:pt x="23951" y="20358"/>
                  </a:lnTo>
                  <a:lnTo>
                    <a:pt x="23916" y="20301"/>
                  </a:lnTo>
                  <a:lnTo>
                    <a:pt x="23798" y="19845"/>
                  </a:lnTo>
                  <a:lnTo>
                    <a:pt x="23781" y="19780"/>
                  </a:lnTo>
                  <a:lnTo>
                    <a:pt x="23775" y="19755"/>
                  </a:lnTo>
                  <a:lnTo>
                    <a:pt x="23694" y="19681"/>
                  </a:lnTo>
                  <a:lnTo>
                    <a:pt x="23466" y="19335"/>
                  </a:lnTo>
                  <a:lnTo>
                    <a:pt x="23456" y="19155"/>
                  </a:lnTo>
                  <a:lnTo>
                    <a:pt x="23502" y="19025"/>
                  </a:lnTo>
                  <a:lnTo>
                    <a:pt x="23489" y="18708"/>
                  </a:lnTo>
                  <a:lnTo>
                    <a:pt x="23261" y="18670"/>
                  </a:lnTo>
                  <a:lnTo>
                    <a:pt x="23148" y="18035"/>
                  </a:lnTo>
                  <a:lnTo>
                    <a:pt x="23194" y="17926"/>
                  </a:lnTo>
                  <a:lnTo>
                    <a:pt x="23231" y="17836"/>
                  </a:lnTo>
                  <a:lnTo>
                    <a:pt x="23365" y="17514"/>
                  </a:lnTo>
                  <a:lnTo>
                    <a:pt x="23771" y="16779"/>
                  </a:lnTo>
                  <a:lnTo>
                    <a:pt x="23824" y="16814"/>
                  </a:lnTo>
                  <a:lnTo>
                    <a:pt x="24085" y="16556"/>
                  </a:lnTo>
                  <a:lnTo>
                    <a:pt x="24154" y="16488"/>
                  </a:lnTo>
                  <a:lnTo>
                    <a:pt x="24493" y="16153"/>
                  </a:lnTo>
                  <a:lnTo>
                    <a:pt x="24933" y="16005"/>
                  </a:lnTo>
                  <a:lnTo>
                    <a:pt x="25389" y="16503"/>
                  </a:lnTo>
                  <a:lnTo>
                    <a:pt x="25396" y="16499"/>
                  </a:lnTo>
                  <a:lnTo>
                    <a:pt x="25399" y="16490"/>
                  </a:lnTo>
                  <a:lnTo>
                    <a:pt x="25308" y="16363"/>
                  </a:lnTo>
                  <a:lnTo>
                    <a:pt x="25307" y="16302"/>
                  </a:lnTo>
                  <a:lnTo>
                    <a:pt x="25350" y="16172"/>
                  </a:lnTo>
                  <a:lnTo>
                    <a:pt x="25447" y="15995"/>
                  </a:lnTo>
                  <a:lnTo>
                    <a:pt x="25445" y="15813"/>
                  </a:lnTo>
                  <a:lnTo>
                    <a:pt x="25444" y="15558"/>
                  </a:lnTo>
                  <a:lnTo>
                    <a:pt x="25574" y="15460"/>
                  </a:lnTo>
                  <a:lnTo>
                    <a:pt x="25578" y="15455"/>
                  </a:lnTo>
                  <a:lnTo>
                    <a:pt x="25655" y="15364"/>
                  </a:lnTo>
                  <a:lnTo>
                    <a:pt x="25713" y="15293"/>
                  </a:lnTo>
                  <a:lnTo>
                    <a:pt x="25777" y="15216"/>
                  </a:lnTo>
                  <a:lnTo>
                    <a:pt x="25804" y="15135"/>
                  </a:lnTo>
                  <a:lnTo>
                    <a:pt x="25772" y="15036"/>
                  </a:lnTo>
                  <a:lnTo>
                    <a:pt x="25847" y="14911"/>
                  </a:lnTo>
                  <a:lnTo>
                    <a:pt x="26000" y="14932"/>
                  </a:lnTo>
                  <a:lnTo>
                    <a:pt x="26058" y="14918"/>
                  </a:lnTo>
                  <a:lnTo>
                    <a:pt x="26082" y="14897"/>
                  </a:lnTo>
                  <a:lnTo>
                    <a:pt x="26134" y="14801"/>
                  </a:lnTo>
                  <a:lnTo>
                    <a:pt x="26148" y="14756"/>
                  </a:lnTo>
                  <a:lnTo>
                    <a:pt x="26212" y="14670"/>
                  </a:lnTo>
                  <a:lnTo>
                    <a:pt x="26318" y="14677"/>
                  </a:lnTo>
                  <a:lnTo>
                    <a:pt x="26358" y="14761"/>
                  </a:lnTo>
                  <a:lnTo>
                    <a:pt x="26365" y="14857"/>
                  </a:lnTo>
                  <a:lnTo>
                    <a:pt x="26164" y="15250"/>
                  </a:lnTo>
                  <a:lnTo>
                    <a:pt x="26175" y="15266"/>
                  </a:lnTo>
                  <a:lnTo>
                    <a:pt x="26185" y="15279"/>
                  </a:lnTo>
                  <a:lnTo>
                    <a:pt x="26192" y="15288"/>
                  </a:lnTo>
                  <a:lnTo>
                    <a:pt x="26206" y="15293"/>
                  </a:lnTo>
                  <a:lnTo>
                    <a:pt x="26281" y="15286"/>
                  </a:lnTo>
                  <a:lnTo>
                    <a:pt x="26387" y="15274"/>
                  </a:lnTo>
                  <a:lnTo>
                    <a:pt x="26506" y="15273"/>
                  </a:lnTo>
                  <a:lnTo>
                    <a:pt x="26620" y="15291"/>
                  </a:lnTo>
                  <a:lnTo>
                    <a:pt x="26678" y="15306"/>
                  </a:lnTo>
                  <a:lnTo>
                    <a:pt x="26704" y="15306"/>
                  </a:lnTo>
                  <a:lnTo>
                    <a:pt x="26728" y="15254"/>
                  </a:lnTo>
                  <a:lnTo>
                    <a:pt x="26727" y="15227"/>
                  </a:lnTo>
                  <a:lnTo>
                    <a:pt x="26722" y="15198"/>
                  </a:lnTo>
                  <a:lnTo>
                    <a:pt x="26711" y="15187"/>
                  </a:lnTo>
                  <a:lnTo>
                    <a:pt x="26592" y="15116"/>
                  </a:lnTo>
                  <a:lnTo>
                    <a:pt x="26539" y="15086"/>
                  </a:lnTo>
                  <a:lnTo>
                    <a:pt x="26532" y="15084"/>
                  </a:lnTo>
                  <a:lnTo>
                    <a:pt x="26490" y="15072"/>
                  </a:lnTo>
                  <a:lnTo>
                    <a:pt x="26414" y="15050"/>
                  </a:lnTo>
                  <a:lnTo>
                    <a:pt x="26362" y="15000"/>
                  </a:lnTo>
                  <a:lnTo>
                    <a:pt x="26417" y="14881"/>
                  </a:lnTo>
                  <a:lnTo>
                    <a:pt x="26428" y="14857"/>
                  </a:lnTo>
                  <a:lnTo>
                    <a:pt x="26441" y="14828"/>
                  </a:lnTo>
                  <a:lnTo>
                    <a:pt x="26502" y="14755"/>
                  </a:lnTo>
                  <a:lnTo>
                    <a:pt x="26573" y="14739"/>
                  </a:lnTo>
                  <a:lnTo>
                    <a:pt x="26658" y="14810"/>
                  </a:lnTo>
                  <a:lnTo>
                    <a:pt x="26703" y="14847"/>
                  </a:lnTo>
                  <a:lnTo>
                    <a:pt x="26951" y="14811"/>
                  </a:lnTo>
                  <a:lnTo>
                    <a:pt x="27097" y="14755"/>
                  </a:lnTo>
                  <a:lnTo>
                    <a:pt x="27107" y="14751"/>
                  </a:lnTo>
                  <a:lnTo>
                    <a:pt x="27147" y="14727"/>
                  </a:lnTo>
                  <a:lnTo>
                    <a:pt x="27482" y="14526"/>
                  </a:lnTo>
                  <a:lnTo>
                    <a:pt x="27520" y="14504"/>
                  </a:lnTo>
                  <a:lnTo>
                    <a:pt x="27503" y="14451"/>
                  </a:lnTo>
                  <a:lnTo>
                    <a:pt x="27533" y="14345"/>
                  </a:lnTo>
                  <a:lnTo>
                    <a:pt x="27540" y="14284"/>
                  </a:lnTo>
                  <a:lnTo>
                    <a:pt x="27534" y="14221"/>
                  </a:lnTo>
                  <a:lnTo>
                    <a:pt x="27521" y="14210"/>
                  </a:lnTo>
                  <a:lnTo>
                    <a:pt x="27430" y="14175"/>
                  </a:lnTo>
                  <a:lnTo>
                    <a:pt x="27394" y="14091"/>
                  </a:lnTo>
                  <a:lnTo>
                    <a:pt x="27391" y="14083"/>
                  </a:lnTo>
                  <a:lnTo>
                    <a:pt x="27351" y="13954"/>
                  </a:lnTo>
                  <a:lnTo>
                    <a:pt x="27392" y="13896"/>
                  </a:lnTo>
                  <a:lnTo>
                    <a:pt x="27575" y="13804"/>
                  </a:lnTo>
                  <a:lnTo>
                    <a:pt x="27722" y="13509"/>
                  </a:lnTo>
                  <a:lnTo>
                    <a:pt x="27740" y="13320"/>
                  </a:lnTo>
                  <a:lnTo>
                    <a:pt x="27715" y="13236"/>
                  </a:lnTo>
                  <a:lnTo>
                    <a:pt x="27673" y="13201"/>
                  </a:lnTo>
                  <a:lnTo>
                    <a:pt x="27585" y="13126"/>
                  </a:lnTo>
                  <a:lnTo>
                    <a:pt x="27583" y="13089"/>
                  </a:lnTo>
                  <a:lnTo>
                    <a:pt x="27582" y="13053"/>
                  </a:lnTo>
                  <a:lnTo>
                    <a:pt x="27578" y="12961"/>
                  </a:lnTo>
                  <a:lnTo>
                    <a:pt x="27643" y="12622"/>
                  </a:lnTo>
                  <a:lnTo>
                    <a:pt x="27838" y="12645"/>
                  </a:lnTo>
                  <a:lnTo>
                    <a:pt x="28413" y="12786"/>
                  </a:lnTo>
                  <a:lnTo>
                    <a:pt x="28537" y="12864"/>
                  </a:lnTo>
                  <a:lnTo>
                    <a:pt x="28605" y="12958"/>
                  </a:lnTo>
                  <a:lnTo>
                    <a:pt x="28737" y="12910"/>
                  </a:lnTo>
                  <a:lnTo>
                    <a:pt x="28763" y="12901"/>
                  </a:lnTo>
                  <a:lnTo>
                    <a:pt x="28797" y="12887"/>
                  </a:lnTo>
                  <a:lnTo>
                    <a:pt x="28842" y="12732"/>
                  </a:lnTo>
                  <a:lnTo>
                    <a:pt x="28842" y="12662"/>
                  </a:lnTo>
                  <a:lnTo>
                    <a:pt x="28828" y="12543"/>
                  </a:lnTo>
                  <a:lnTo>
                    <a:pt x="28774" y="12484"/>
                  </a:lnTo>
                  <a:lnTo>
                    <a:pt x="28906" y="12168"/>
                  </a:lnTo>
                  <a:lnTo>
                    <a:pt x="28935" y="12147"/>
                  </a:lnTo>
                  <a:lnTo>
                    <a:pt x="29363" y="11825"/>
                  </a:lnTo>
                  <a:lnTo>
                    <a:pt x="29538" y="11816"/>
                  </a:lnTo>
                  <a:lnTo>
                    <a:pt x="29599" y="11888"/>
                  </a:lnTo>
                  <a:lnTo>
                    <a:pt x="29602" y="11892"/>
                  </a:lnTo>
                  <a:lnTo>
                    <a:pt x="29747" y="12090"/>
                  </a:lnTo>
                  <a:lnTo>
                    <a:pt x="29901" y="11907"/>
                  </a:lnTo>
                  <a:lnTo>
                    <a:pt x="29923" y="11888"/>
                  </a:lnTo>
                  <a:lnTo>
                    <a:pt x="30030" y="11936"/>
                  </a:lnTo>
                  <a:lnTo>
                    <a:pt x="30050" y="11946"/>
                  </a:lnTo>
                  <a:lnTo>
                    <a:pt x="30055" y="11951"/>
                  </a:lnTo>
                  <a:lnTo>
                    <a:pt x="30082" y="11980"/>
                  </a:lnTo>
                  <a:lnTo>
                    <a:pt x="30094" y="11993"/>
                  </a:lnTo>
                  <a:lnTo>
                    <a:pt x="30383" y="12302"/>
                  </a:lnTo>
                  <a:lnTo>
                    <a:pt x="30398" y="12317"/>
                  </a:lnTo>
                  <a:lnTo>
                    <a:pt x="30424" y="12345"/>
                  </a:lnTo>
                  <a:lnTo>
                    <a:pt x="30429" y="12492"/>
                  </a:lnTo>
                  <a:lnTo>
                    <a:pt x="30327" y="12581"/>
                  </a:lnTo>
                  <a:lnTo>
                    <a:pt x="30270" y="12591"/>
                  </a:lnTo>
                  <a:lnTo>
                    <a:pt x="30153" y="12566"/>
                  </a:lnTo>
                  <a:lnTo>
                    <a:pt x="29960" y="12767"/>
                  </a:lnTo>
                  <a:lnTo>
                    <a:pt x="29995" y="13060"/>
                  </a:lnTo>
                  <a:lnTo>
                    <a:pt x="30192" y="13327"/>
                  </a:lnTo>
                  <a:lnTo>
                    <a:pt x="30401" y="13503"/>
                  </a:lnTo>
                  <a:lnTo>
                    <a:pt x="30409" y="13509"/>
                  </a:lnTo>
                  <a:lnTo>
                    <a:pt x="30414" y="13511"/>
                  </a:lnTo>
                  <a:lnTo>
                    <a:pt x="30589" y="13564"/>
                  </a:lnTo>
                  <a:lnTo>
                    <a:pt x="30958" y="13428"/>
                  </a:lnTo>
                  <a:lnTo>
                    <a:pt x="31259" y="13317"/>
                  </a:lnTo>
                  <a:lnTo>
                    <a:pt x="31633" y="13116"/>
                  </a:lnTo>
                  <a:lnTo>
                    <a:pt x="31749" y="13054"/>
                  </a:lnTo>
                  <a:lnTo>
                    <a:pt x="31784" y="13035"/>
                  </a:lnTo>
                  <a:lnTo>
                    <a:pt x="31820" y="13037"/>
                  </a:lnTo>
                  <a:lnTo>
                    <a:pt x="31839" y="13043"/>
                  </a:lnTo>
                  <a:lnTo>
                    <a:pt x="31844" y="13051"/>
                  </a:lnTo>
                  <a:lnTo>
                    <a:pt x="31853" y="13151"/>
                  </a:lnTo>
                  <a:lnTo>
                    <a:pt x="31865" y="13182"/>
                  </a:lnTo>
                  <a:lnTo>
                    <a:pt x="31877" y="13205"/>
                  </a:lnTo>
                  <a:lnTo>
                    <a:pt x="31894" y="13222"/>
                  </a:lnTo>
                  <a:lnTo>
                    <a:pt x="31925" y="13234"/>
                  </a:lnTo>
                  <a:lnTo>
                    <a:pt x="31960" y="13238"/>
                  </a:lnTo>
                  <a:lnTo>
                    <a:pt x="32016" y="13232"/>
                  </a:lnTo>
                  <a:lnTo>
                    <a:pt x="32168" y="13198"/>
                  </a:lnTo>
                  <a:lnTo>
                    <a:pt x="32365" y="13185"/>
                  </a:lnTo>
                  <a:lnTo>
                    <a:pt x="32420" y="13195"/>
                  </a:lnTo>
                  <a:lnTo>
                    <a:pt x="32439" y="13210"/>
                  </a:lnTo>
                  <a:lnTo>
                    <a:pt x="32454" y="13232"/>
                  </a:lnTo>
                  <a:lnTo>
                    <a:pt x="32461" y="13326"/>
                  </a:lnTo>
                  <a:lnTo>
                    <a:pt x="32459" y="13394"/>
                  </a:lnTo>
                  <a:lnTo>
                    <a:pt x="32458" y="13441"/>
                  </a:lnTo>
                  <a:lnTo>
                    <a:pt x="32668" y="13817"/>
                  </a:lnTo>
                  <a:lnTo>
                    <a:pt x="32678" y="13833"/>
                  </a:lnTo>
                  <a:lnTo>
                    <a:pt x="32684" y="13836"/>
                  </a:lnTo>
                  <a:lnTo>
                    <a:pt x="32694" y="13835"/>
                  </a:lnTo>
                  <a:lnTo>
                    <a:pt x="32699" y="13826"/>
                  </a:lnTo>
                  <a:lnTo>
                    <a:pt x="32703" y="13804"/>
                  </a:lnTo>
                  <a:lnTo>
                    <a:pt x="32717" y="13717"/>
                  </a:lnTo>
                  <a:lnTo>
                    <a:pt x="32735" y="13572"/>
                  </a:lnTo>
                  <a:lnTo>
                    <a:pt x="32737" y="13556"/>
                  </a:lnTo>
                  <a:lnTo>
                    <a:pt x="32731" y="13539"/>
                  </a:lnTo>
                  <a:lnTo>
                    <a:pt x="32718" y="13523"/>
                  </a:lnTo>
                  <a:lnTo>
                    <a:pt x="32690" y="13502"/>
                  </a:lnTo>
                  <a:lnTo>
                    <a:pt x="32630" y="13433"/>
                  </a:lnTo>
                  <a:lnTo>
                    <a:pt x="32610" y="13261"/>
                  </a:lnTo>
                  <a:lnTo>
                    <a:pt x="32629" y="13209"/>
                  </a:lnTo>
                  <a:lnTo>
                    <a:pt x="32656" y="13136"/>
                  </a:lnTo>
                  <a:lnTo>
                    <a:pt x="32739" y="13187"/>
                  </a:lnTo>
                  <a:lnTo>
                    <a:pt x="32782" y="13214"/>
                  </a:lnTo>
                  <a:lnTo>
                    <a:pt x="32864" y="13265"/>
                  </a:lnTo>
                  <a:lnTo>
                    <a:pt x="33003" y="13385"/>
                  </a:lnTo>
                  <a:lnTo>
                    <a:pt x="33085" y="13486"/>
                  </a:lnTo>
                  <a:lnTo>
                    <a:pt x="33106" y="13550"/>
                  </a:lnTo>
                  <a:lnTo>
                    <a:pt x="33089" y="13599"/>
                  </a:lnTo>
                  <a:lnTo>
                    <a:pt x="33092" y="13742"/>
                  </a:lnTo>
                  <a:lnTo>
                    <a:pt x="33196" y="13837"/>
                  </a:lnTo>
                  <a:lnTo>
                    <a:pt x="33268" y="13902"/>
                  </a:lnTo>
                  <a:lnTo>
                    <a:pt x="33433" y="13970"/>
                  </a:lnTo>
                  <a:lnTo>
                    <a:pt x="33611" y="14133"/>
                  </a:lnTo>
                  <a:lnTo>
                    <a:pt x="33662" y="14279"/>
                  </a:lnTo>
                  <a:lnTo>
                    <a:pt x="33755" y="14452"/>
                  </a:lnTo>
                  <a:lnTo>
                    <a:pt x="33814" y="14514"/>
                  </a:lnTo>
                  <a:lnTo>
                    <a:pt x="33988" y="14646"/>
                  </a:lnTo>
                  <a:lnTo>
                    <a:pt x="34031" y="14658"/>
                  </a:lnTo>
                  <a:lnTo>
                    <a:pt x="34088" y="14663"/>
                  </a:lnTo>
                  <a:lnTo>
                    <a:pt x="34185" y="14672"/>
                  </a:lnTo>
                  <a:lnTo>
                    <a:pt x="34305" y="14682"/>
                  </a:lnTo>
                  <a:lnTo>
                    <a:pt x="34337" y="14665"/>
                  </a:lnTo>
                  <a:lnTo>
                    <a:pt x="34350" y="14621"/>
                  </a:lnTo>
                  <a:lnTo>
                    <a:pt x="34410" y="14630"/>
                  </a:lnTo>
                  <a:lnTo>
                    <a:pt x="34450" y="14732"/>
                  </a:lnTo>
                  <a:lnTo>
                    <a:pt x="34447" y="14779"/>
                  </a:lnTo>
                  <a:lnTo>
                    <a:pt x="34426" y="14824"/>
                  </a:lnTo>
                  <a:lnTo>
                    <a:pt x="34399" y="14853"/>
                  </a:lnTo>
                  <a:lnTo>
                    <a:pt x="34370" y="14830"/>
                  </a:lnTo>
                  <a:lnTo>
                    <a:pt x="34351" y="14834"/>
                  </a:lnTo>
                  <a:lnTo>
                    <a:pt x="34222" y="14948"/>
                  </a:lnTo>
                  <a:lnTo>
                    <a:pt x="34128" y="15062"/>
                  </a:lnTo>
                  <a:lnTo>
                    <a:pt x="34132" y="15078"/>
                  </a:lnTo>
                  <a:lnTo>
                    <a:pt x="34181" y="15119"/>
                  </a:lnTo>
                  <a:lnTo>
                    <a:pt x="34195" y="15123"/>
                  </a:lnTo>
                  <a:lnTo>
                    <a:pt x="34608" y="15054"/>
                  </a:lnTo>
                  <a:lnTo>
                    <a:pt x="34672" y="15090"/>
                  </a:lnTo>
                  <a:lnTo>
                    <a:pt x="34672" y="15172"/>
                  </a:lnTo>
                  <a:lnTo>
                    <a:pt x="34699" y="15165"/>
                  </a:lnTo>
                  <a:lnTo>
                    <a:pt x="34715" y="15098"/>
                  </a:lnTo>
                  <a:lnTo>
                    <a:pt x="34688" y="14955"/>
                  </a:lnTo>
                  <a:lnTo>
                    <a:pt x="34562" y="14946"/>
                  </a:lnTo>
                  <a:lnTo>
                    <a:pt x="34427" y="14903"/>
                  </a:lnTo>
                  <a:lnTo>
                    <a:pt x="34418" y="14881"/>
                  </a:lnTo>
                  <a:lnTo>
                    <a:pt x="34528" y="14772"/>
                  </a:lnTo>
                  <a:lnTo>
                    <a:pt x="34565" y="14757"/>
                  </a:lnTo>
                  <a:lnTo>
                    <a:pt x="34627" y="14731"/>
                  </a:lnTo>
                  <a:lnTo>
                    <a:pt x="34693" y="14705"/>
                  </a:lnTo>
                  <a:lnTo>
                    <a:pt x="34826" y="14650"/>
                  </a:lnTo>
                  <a:lnTo>
                    <a:pt x="35112" y="14417"/>
                  </a:lnTo>
                  <a:lnTo>
                    <a:pt x="35164" y="14353"/>
                  </a:lnTo>
                  <a:lnTo>
                    <a:pt x="35249" y="14006"/>
                  </a:lnTo>
                  <a:lnTo>
                    <a:pt x="35282" y="13941"/>
                  </a:lnTo>
                  <a:lnTo>
                    <a:pt x="35400" y="13926"/>
                  </a:lnTo>
                  <a:lnTo>
                    <a:pt x="35461" y="13974"/>
                  </a:lnTo>
                  <a:lnTo>
                    <a:pt x="35465" y="13980"/>
                  </a:lnTo>
                  <a:lnTo>
                    <a:pt x="35552" y="14118"/>
                  </a:lnTo>
                  <a:lnTo>
                    <a:pt x="35575" y="14213"/>
                  </a:lnTo>
                  <a:lnTo>
                    <a:pt x="35557" y="14219"/>
                  </a:lnTo>
                  <a:lnTo>
                    <a:pt x="35551" y="14222"/>
                  </a:lnTo>
                  <a:lnTo>
                    <a:pt x="35479" y="14272"/>
                  </a:lnTo>
                  <a:lnTo>
                    <a:pt x="35453" y="14311"/>
                  </a:lnTo>
                  <a:lnTo>
                    <a:pt x="35453" y="14321"/>
                  </a:lnTo>
                  <a:lnTo>
                    <a:pt x="35534" y="14455"/>
                  </a:lnTo>
                  <a:lnTo>
                    <a:pt x="35661" y="14566"/>
                  </a:lnTo>
                  <a:lnTo>
                    <a:pt x="35677" y="14577"/>
                  </a:lnTo>
                  <a:lnTo>
                    <a:pt x="35713" y="14601"/>
                  </a:lnTo>
                  <a:lnTo>
                    <a:pt x="35758" y="14604"/>
                  </a:lnTo>
                  <a:lnTo>
                    <a:pt x="35843" y="14574"/>
                  </a:lnTo>
                  <a:lnTo>
                    <a:pt x="35866" y="14543"/>
                  </a:lnTo>
                  <a:lnTo>
                    <a:pt x="35790" y="14311"/>
                  </a:lnTo>
                  <a:lnTo>
                    <a:pt x="35819" y="14172"/>
                  </a:lnTo>
                  <a:lnTo>
                    <a:pt x="36198" y="14157"/>
                  </a:lnTo>
                  <a:lnTo>
                    <a:pt x="36277" y="14269"/>
                  </a:lnTo>
                  <a:lnTo>
                    <a:pt x="36470" y="14655"/>
                  </a:lnTo>
                  <a:lnTo>
                    <a:pt x="36367" y="14969"/>
                  </a:lnTo>
                  <a:lnTo>
                    <a:pt x="36487" y="15063"/>
                  </a:lnTo>
                  <a:lnTo>
                    <a:pt x="36580" y="15136"/>
                  </a:lnTo>
                  <a:lnTo>
                    <a:pt x="36721" y="15611"/>
                  </a:lnTo>
                  <a:lnTo>
                    <a:pt x="36737" y="15815"/>
                  </a:lnTo>
                  <a:lnTo>
                    <a:pt x="36625" y="16037"/>
                  </a:lnTo>
                  <a:lnTo>
                    <a:pt x="36588" y="16163"/>
                  </a:lnTo>
                  <a:lnTo>
                    <a:pt x="36627" y="16248"/>
                  </a:lnTo>
                  <a:lnTo>
                    <a:pt x="36719" y="16342"/>
                  </a:lnTo>
                  <a:lnTo>
                    <a:pt x="36846" y="16305"/>
                  </a:lnTo>
                  <a:lnTo>
                    <a:pt x="36907" y="16252"/>
                  </a:lnTo>
                  <a:lnTo>
                    <a:pt x="36911" y="15892"/>
                  </a:lnTo>
                  <a:lnTo>
                    <a:pt x="36969" y="15692"/>
                  </a:lnTo>
                  <a:lnTo>
                    <a:pt x="36977" y="15685"/>
                  </a:lnTo>
                  <a:lnTo>
                    <a:pt x="37042" y="15630"/>
                  </a:lnTo>
                  <a:lnTo>
                    <a:pt x="37049" y="15624"/>
                  </a:lnTo>
                  <a:lnTo>
                    <a:pt x="37079" y="15611"/>
                  </a:lnTo>
                  <a:lnTo>
                    <a:pt x="37259" y="15536"/>
                  </a:lnTo>
                  <a:lnTo>
                    <a:pt x="37429" y="15518"/>
                  </a:lnTo>
                  <a:lnTo>
                    <a:pt x="37502" y="15510"/>
                  </a:lnTo>
                  <a:lnTo>
                    <a:pt x="37769" y="15508"/>
                  </a:lnTo>
                  <a:lnTo>
                    <a:pt x="38296" y="15398"/>
                  </a:lnTo>
                  <a:lnTo>
                    <a:pt x="38568" y="15286"/>
                  </a:lnTo>
                  <a:lnTo>
                    <a:pt x="38826" y="15115"/>
                  </a:lnTo>
                  <a:lnTo>
                    <a:pt x="38850" y="15098"/>
                  </a:lnTo>
                  <a:lnTo>
                    <a:pt x="38860" y="15089"/>
                  </a:lnTo>
                  <a:lnTo>
                    <a:pt x="38972" y="14984"/>
                  </a:lnTo>
                  <a:lnTo>
                    <a:pt x="39096" y="14790"/>
                  </a:lnTo>
                  <a:lnTo>
                    <a:pt x="39176" y="14591"/>
                  </a:lnTo>
                  <a:lnTo>
                    <a:pt x="39189" y="14557"/>
                  </a:lnTo>
                  <a:lnTo>
                    <a:pt x="39254" y="14260"/>
                  </a:lnTo>
                  <a:lnTo>
                    <a:pt x="39288" y="14204"/>
                  </a:lnTo>
                  <a:lnTo>
                    <a:pt x="39321" y="14195"/>
                  </a:lnTo>
                  <a:lnTo>
                    <a:pt x="39368" y="14315"/>
                  </a:lnTo>
                  <a:lnTo>
                    <a:pt x="39370" y="14397"/>
                  </a:lnTo>
                  <a:lnTo>
                    <a:pt x="39327" y="14662"/>
                  </a:lnTo>
                  <a:lnTo>
                    <a:pt x="39278" y="14953"/>
                  </a:lnTo>
                  <a:lnTo>
                    <a:pt x="39324" y="15160"/>
                  </a:lnTo>
                  <a:lnTo>
                    <a:pt x="39329" y="15180"/>
                  </a:lnTo>
                  <a:lnTo>
                    <a:pt x="39358" y="15309"/>
                  </a:lnTo>
                  <a:lnTo>
                    <a:pt x="39305" y="15353"/>
                  </a:lnTo>
                  <a:lnTo>
                    <a:pt x="38951" y="15405"/>
                  </a:lnTo>
                  <a:lnTo>
                    <a:pt x="38586" y="15835"/>
                  </a:lnTo>
                  <a:lnTo>
                    <a:pt x="38596" y="15851"/>
                  </a:lnTo>
                  <a:lnTo>
                    <a:pt x="38601" y="15859"/>
                  </a:lnTo>
                  <a:lnTo>
                    <a:pt x="38617" y="15883"/>
                  </a:lnTo>
                  <a:lnTo>
                    <a:pt x="38660" y="15865"/>
                  </a:lnTo>
                  <a:lnTo>
                    <a:pt x="38674" y="15860"/>
                  </a:lnTo>
                  <a:lnTo>
                    <a:pt x="38823" y="15798"/>
                  </a:lnTo>
                  <a:lnTo>
                    <a:pt x="39011" y="15692"/>
                  </a:lnTo>
                  <a:lnTo>
                    <a:pt x="39057" y="15699"/>
                  </a:lnTo>
                  <a:lnTo>
                    <a:pt x="39144" y="15711"/>
                  </a:lnTo>
                  <a:lnTo>
                    <a:pt x="39191" y="15730"/>
                  </a:lnTo>
                  <a:lnTo>
                    <a:pt x="39193" y="15735"/>
                  </a:lnTo>
                  <a:lnTo>
                    <a:pt x="39193" y="15740"/>
                  </a:lnTo>
                  <a:lnTo>
                    <a:pt x="39135" y="15829"/>
                  </a:lnTo>
                  <a:lnTo>
                    <a:pt x="39124" y="15837"/>
                  </a:lnTo>
                  <a:lnTo>
                    <a:pt x="39103" y="15849"/>
                  </a:lnTo>
                  <a:lnTo>
                    <a:pt x="39099" y="15856"/>
                  </a:lnTo>
                  <a:lnTo>
                    <a:pt x="39099" y="15861"/>
                  </a:lnTo>
                  <a:lnTo>
                    <a:pt x="39100" y="15866"/>
                  </a:lnTo>
                  <a:lnTo>
                    <a:pt x="39105" y="15868"/>
                  </a:lnTo>
                  <a:lnTo>
                    <a:pt x="39118" y="15863"/>
                  </a:lnTo>
                  <a:lnTo>
                    <a:pt x="39174" y="15844"/>
                  </a:lnTo>
                  <a:lnTo>
                    <a:pt x="39352" y="15738"/>
                  </a:lnTo>
                  <a:lnTo>
                    <a:pt x="39362" y="15732"/>
                  </a:lnTo>
                  <a:lnTo>
                    <a:pt x="39378" y="15718"/>
                  </a:lnTo>
                  <a:lnTo>
                    <a:pt x="39449" y="15656"/>
                  </a:lnTo>
                  <a:lnTo>
                    <a:pt x="39474" y="15616"/>
                  </a:lnTo>
                  <a:lnTo>
                    <a:pt x="39538" y="15510"/>
                  </a:lnTo>
                  <a:lnTo>
                    <a:pt x="39683" y="15274"/>
                  </a:lnTo>
                  <a:lnTo>
                    <a:pt x="39927" y="15045"/>
                  </a:lnTo>
                  <a:lnTo>
                    <a:pt x="39958" y="14970"/>
                  </a:lnTo>
                  <a:lnTo>
                    <a:pt x="39938" y="14903"/>
                  </a:lnTo>
                  <a:lnTo>
                    <a:pt x="40048" y="14826"/>
                  </a:lnTo>
                  <a:lnTo>
                    <a:pt x="40053" y="14823"/>
                  </a:lnTo>
                  <a:lnTo>
                    <a:pt x="40059" y="14822"/>
                  </a:lnTo>
                  <a:lnTo>
                    <a:pt x="40248" y="14803"/>
                  </a:lnTo>
                  <a:lnTo>
                    <a:pt x="40417" y="14937"/>
                  </a:lnTo>
                  <a:lnTo>
                    <a:pt x="40538" y="15103"/>
                  </a:lnTo>
                  <a:lnTo>
                    <a:pt x="40544" y="15118"/>
                  </a:lnTo>
                  <a:lnTo>
                    <a:pt x="40551" y="15138"/>
                  </a:lnTo>
                  <a:lnTo>
                    <a:pt x="40566" y="15176"/>
                  </a:lnTo>
                  <a:lnTo>
                    <a:pt x="40583" y="15223"/>
                  </a:lnTo>
                  <a:lnTo>
                    <a:pt x="40609" y="15207"/>
                  </a:lnTo>
                  <a:lnTo>
                    <a:pt x="40626" y="15197"/>
                  </a:lnTo>
                  <a:lnTo>
                    <a:pt x="40631" y="15194"/>
                  </a:lnTo>
                  <a:lnTo>
                    <a:pt x="40646" y="15185"/>
                  </a:lnTo>
                  <a:lnTo>
                    <a:pt x="40728" y="15047"/>
                  </a:lnTo>
                  <a:lnTo>
                    <a:pt x="40758" y="14815"/>
                  </a:lnTo>
                  <a:lnTo>
                    <a:pt x="40689" y="14773"/>
                  </a:lnTo>
                  <a:lnTo>
                    <a:pt x="40673" y="14763"/>
                  </a:lnTo>
                  <a:lnTo>
                    <a:pt x="40673" y="14744"/>
                  </a:lnTo>
                  <a:lnTo>
                    <a:pt x="40678" y="14744"/>
                  </a:lnTo>
                  <a:lnTo>
                    <a:pt x="40886" y="14746"/>
                  </a:lnTo>
                  <a:lnTo>
                    <a:pt x="40899" y="14752"/>
                  </a:lnTo>
                  <a:lnTo>
                    <a:pt x="40988" y="14793"/>
                  </a:lnTo>
                  <a:lnTo>
                    <a:pt x="41015" y="14796"/>
                  </a:lnTo>
                  <a:lnTo>
                    <a:pt x="41126" y="14799"/>
                  </a:lnTo>
                  <a:lnTo>
                    <a:pt x="41162" y="14783"/>
                  </a:lnTo>
                  <a:lnTo>
                    <a:pt x="41149" y="14776"/>
                  </a:lnTo>
                  <a:lnTo>
                    <a:pt x="41126" y="14764"/>
                  </a:lnTo>
                  <a:lnTo>
                    <a:pt x="40953" y="14675"/>
                  </a:lnTo>
                  <a:lnTo>
                    <a:pt x="40937" y="14671"/>
                  </a:lnTo>
                  <a:lnTo>
                    <a:pt x="40922" y="14667"/>
                  </a:lnTo>
                  <a:lnTo>
                    <a:pt x="40718" y="14613"/>
                  </a:lnTo>
                  <a:lnTo>
                    <a:pt x="40488" y="14538"/>
                  </a:lnTo>
                  <a:lnTo>
                    <a:pt x="40331" y="14477"/>
                  </a:lnTo>
                  <a:lnTo>
                    <a:pt x="40269" y="14499"/>
                  </a:lnTo>
                  <a:lnTo>
                    <a:pt x="39893" y="14467"/>
                  </a:lnTo>
                  <a:lnTo>
                    <a:pt x="39791" y="14458"/>
                  </a:lnTo>
                  <a:lnTo>
                    <a:pt x="39592" y="14368"/>
                  </a:lnTo>
                  <a:lnTo>
                    <a:pt x="39458" y="14053"/>
                  </a:lnTo>
                  <a:lnTo>
                    <a:pt x="39379" y="14039"/>
                  </a:lnTo>
                  <a:lnTo>
                    <a:pt x="39153" y="13999"/>
                  </a:lnTo>
                  <a:lnTo>
                    <a:pt x="39123" y="13993"/>
                  </a:lnTo>
                  <a:lnTo>
                    <a:pt x="39059" y="14012"/>
                  </a:lnTo>
                  <a:lnTo>
                    <a:pt x="38961" y="14040"/>
                  </a:lnTo>
                  <a:lnTo>
                    <a:pt x="38954" y="14043"/>
                  </a:lnTo>
                  <a:lnTo>
                    <a:pt x="38949" y="14048"/>
                  </a:lnTo>
                  <a:lnTo>
                    <a:pt x="38946" y="14056"/>
                  </a:lnTo>
                  <a:lnTo>
                    <a:pt x="38947" y="14063"/>
                  </a:lnTo>
                  <a:lnTo>
                    <a:pt x="38949" y="14068"/>
                  </a:lnTo>
                  <a:lnTo>
                    <a:pt x="38956" y="14071"/>
                  </a:lnTo>
                  <a:lnTo>
                    <a:pt x="38969" y="14072"/>
                  </a:lnTo>
                  <a:lnTo>
                    <a:pt x="39009" y="14070"/>
                  </a:lnTo>
                  <a:lnTo>
                    <a:pt x="39014" y="14071"/>
                  </a:lnTo>
                  <a:lnTo>
                    <a:pt x="39021" y="14077"/>
                  </a:lnTo>
                  <a:lnTo>
                    <a:pt x="39026" y="14085"/>
                  </a:lnTo>
                  <a:lnTo>
                    <a:pt x="39030" y="14096"/>
                  </a:lnTo>
                  <a:lnTo>
                    <a:pt x="39030" y="14103"/>
                  </a:lnTo>
                  <a:lnTo>
                    <a:pt x="39030" y="14112"/>
                  </a:lnTo>
                  <a:lnTo>
                    <a:pt x="39022" y="14132"/>
                  </a:lnTo>
                  <a:lnTo>
                    <a:pt x="39016" y="14146"/>
                  </a:lnTo>
                  <a:lnTo>
                    <a:pt x="38966" y="14169"/>
                  </a:lnTo>
                  <a:lnTo>
                    <a:pt x="38960" y="14171"/>
                  </a:lnTo>
                  <a:lnTo>
                    <a:pt x="38718" y="14057"/>
                  </a:lnTo>
                  <a:lnTo>
                    <a:pt x="38622" y="13931"/>
                  </a:lnTo>
                  <a:lnTo>
                    <a:pt x="38625" y="13896"/>
                  </a:lnTo>
                  <a:lnTo>
                    <a:pt x="38630" y="13845"/>
                  </a:lnTo>
                  <a:lnTo>
                    <a:pt x="38638" y="13745"/>
                  </a:lnTo>
                  <a:lnTo>
                    <a:pt x="38642" y="13692"/>
                  </a:lnTo>
                  <a:lnTo>
                    <a:pt x="38723" y="13472"/>
                  </a:lnTo>
                  <a:lnTo>
                    <a:pt x="38821" y="13394"/>
                  </a:lnTo>
                  <a:lnTo>
                    <a:pt x="38872" y="13322"/>
                  </a:lnTo>
                  <a:lnTo>
                    <a:pt x="38914" y="13165"/>
                  </a:lnTo>
                  <a:lnTo>
                    <a:pt x="38912" y="13158"/>
                  </a:lnTo>
                  <a:lnTo>
                    <a:pt x="38730" y="12836"/>
                  </a:lnTo>
                  <a:lnTo>
                    <a:pt x="38679" y="12804"/>
                  </a:lnTo>
                  <a:lnTo>
                    <a:pt x="38669" y="12803"/>
                  </a:lnTo>
                  <a:lnTo>
                    <a:pt x="38612" y="12796"/>
                  </a:lnTo>
                  <a:lnTo>
                    <a:pt x="38585" y="12811"/>
                  </a:lnTo>
                  <a:lnTo>
                    <a:pt x="38518" y="12780"/>
                  </a:lnTo>
                  <a:lnTo>
                    <a:pt x="38540" y="12706"/>
                  </a:lnTo>
                  <a:lnTo>
                    <a:pt x="38573" y="12596"/>
                  </a:lnTo>
                  <a:lnTo>
                    <a:pt x="38601" y="12500"/>
                  </a:lnTo>
                  <a:lnTo>
                    <a:pt x="38660" y="12276"/>
                  </a:lnTo>
                  <a:lnTo>
                    <a:pt x="38860" y="12034"/>
                  </a:lnTo>
                  <a:lnTo>
                    <a:pt x="38871" y="12025"/>
                  </a:lnTo>
                  <a:lnTo>
                    <a:pt x="38954" y="11952"/>
                  </a:lnTo>
                  <a:lnTo>
                    <a:pt x="39640" y="12009"/>
                  </a:lnTo>
                  <a:lnTo>
                    <a:pt x="39660" y="12061"/>
                  </a:lnTo>
                  <a:lnTo>
                    <a:pt x="39695" y="12101"/>
                  </a:lnTo>
                  <a:lnTo>
                    <a:pt x="39777" y="12112"/>
                  </a:lnTo>
                  <a:lnTo>
                    <a:pt x="39873" y="12116"/>
                  </a:lnTo>
                  <a:lnTo>
                    <a:pt x="39892" y="12107"/>
                  </a:lnTo>
                  <a:lnTo>
                    <a:pt x="39914" y="12072"/>
                  </a:lnTo>
                  <a:lnTo>
                    <a:pt x="39929" y="12063"/>
                  </a:lnTo>
                  <a:lnTo>
                    <a:pt x="39966" y="12056"/>
                  </a:lnTo>
                  <a:lnTo>
                    <a:pt x="39987" y="12053"/>
                  </a:lnTo>
                  <a:lnTo>
                    <a:pt x="40025" y="12054"/>
                  </a:lnTo>
                  <a:lnTo>
                    <a:pt x="40161" y="12097"/>
                  </a:lnTo>
                  <a:lnTo>
                    <a:pt x="40233" y="12218"/>
                  </a:lnTo>
                  <a:lnTo>
                    <a:pt x="40341" y="12332"/>
                  </a:lnTo>
                  <a:lnTo>
                    <a:pt x="40360" y="12352"/>
                  </a:lnTo>
                  <a:lnTo>
                    <a:pt x="40383" y="12360"/>
                  </a:lnTo>
                  <a:lnTo>
                    <a:pt x="40407" y="12367"/>
                  </a:lnTo>
                  <a:lnTo>
                    <a:pt x="40504" y="12399"/>
                  </a:lnTo>
                  <a:lnTo>
                    <a:pt x="40633" y="12409"/>
                  </a:lnTo>
                  <a:lnTo>
                    <a:pt x="40652" y="12406"/>
                  </a:lnTo>
                  <a:lnTo>
                    <a:pt x="40652" y="12401"/>
                  </a:lnTo>
                  <a:lnTo>
                    <a:pt x="40649" y="12397"/>
                  </a:lnTo>
                  <a:lnTo>
                    <a:pt x="40638" y="12390"/>
                  </a:lnTo>
                  <a:lnTo>
                    <a:pt x="40613" y="12380"/>
                  </a:lnTo>
                  <a:lnTo>
                    <a:pt x="40462" y="12324"/>
                  </a:lnTo>
                  <a:lnTo>
                    <a:pt x="40370" y="12281"/>
                  </a:lnTo>
                  <a:lnTo>
                    <a:pt x="40271" y="12169"/>
                  </a:lnTo>
                  <a:lnTo>
                    <a:pt x="40242" y="12100"/>
                  </a:lnTo>
                  <a:lnTo>
                    <a:pt x="40242" y="12005"/>
                  </a:lnTo>
                  <a:lnTo>
                    <a:pt x="40298" y="12002"/>
                  </a:lnTo>
                  <a:lnTo>
                    <a:pt x="40311" y="12002"/>
                  </a:lnTo>
                  <a:lnTo>
                    <a:pt x="40327" y="12010"/>
                  </a:lnTo>
                  <a:lnTo>
                    <a:pt x="40340" y="12012"/>
                  </a:lnTo>
                  <a:lnTo>
                    <a:pt x="40350" y="12012"/>
                  </a:lnTo>
                  <a:lnTo>
                    <a:pt x="40360" y="12003"/>
                  </a:lnTo>
                  <a:lnTo>
                    <a:pt x="40365" y="11992"/>
                  </a:lnTo>
                  <a:lnTo>
                    <a:pt x="40363" y="11980"/>
                  </a:lnTo>
                  <a:lnTo>
                    <a:pt x="40360" y="11971"/>
                  </a:lnTo>
                  <a:lnTo>
                    <a:pt x="40332" y="11935"/>
                  </a:lnTo>
                  <a:lnTo>
                    <a:pt x="40292" y="11893"/>
                  </a:lnTo>
                  <a:lnTo>
                    <a:pt x="40250" y="11832"/>
                  </a:lnTo>
                  <a:lnTo>
                    <a:pt x="39904" y="11724"/>
                  </a:lnTo>
                  <a:lnTo>
                    <a:pt x="39718" y="11746"/>
                  </a:lnTo>
                  <a:lnTo>
                    <a:pt x="39456" y="11821"/>
                  </a:lnTo>
                  <a:lnTo>
                    <a:pt x="39416" y="11832"/>
                  </a:lnTo>
                  <a:lnTo>
                    <a:pt x="39369" y="11887"/>
                  </a:lnTo>
                  <a:lnTo>
                    <a:pt x="39236" y="11917"/>
                  </a:lnTo>
                  <a:lnTo>
                    <a:pt x="39222" y="11896"/>
                  </a:lnTo>
                  <a:lnTo>
                    <a:pt x="39208" y="11872"/>
                  </a:lnTo>
                  <a:lnTo>
                    <a:pt x="39051" y="11612"/>
                  </a:lnTo>
                  <a:lnTo>
                    <a:pt x="39124" y="11170"/>
                  </a:lnTo>
                  <a:lnTo>
                    <a:pt x="39149" y="11024"/>
                  </a:lnTo>
                  <a:lnTo>
                    <a:pt x="39172" y="10884"/>
                  </a:lnTo>
                  <a:lnTo>
                    <a:pt x="39365" y="10502"/>
                  </a:lnTo>
                  <a:lnTo>
                    <a:pt x="39424" y="10434"/>
                  </a:lnTo>
                  <a:lnTo>
                    <a:pt x="39441" y="10425"/>
                  </a:lnTo>
                  <a:lnTo>
                    <a:pt x="39589" y="10358"/>
                  </a:lnTo>
                  <a:lnTo>
                    <a:pt x="39600" y="10353"/>
                  </a:lnTo>
                  <a:lnTo>
                    <a:pt x="39629" y="10350"/>
                  </a:lnTo>
                  <a:lnTo>
                    <a:pt x="39803" y="10333"/>
                  </a:lnTo>
                  <a:lnTo>
                    <a:pt x="40005" y="10314"/>
                  </a:lnTo>
                  <a:lnTo>
                    <a:pt x="40011" y="10313"/>
                  </a:lnTo>
                  <a:lnTo>
                    <a:pt x="40015" y="10310"/>
                  </a:lnTo>
                  <a:lnTo>
                    <a:pt x="40207" y="10160"/>
                  </a:lnTo>
                  <a:lnTo>
                    <a:pt x="40282" y="10040"/>
                  </a:lnTo>
                  <a:lnTo>
                    <a:pt x="40291" y="9971"/>
                  </a:lnTo>
                  <a:lnTo>
                    <a:pt x="40402" y="9865"/>
                  </a:lnTo>
                  <a:lnTo>
                    <a:pt x="40539" y="9756"/>
                  </a:lnTo>
                  <a:lnTo>
                    <a:pt x="40638" y="9677"/>
                  </a:lnTo>
                  <a:lnTo>
                    <a:pt x="40797" y="9550"/>
                  </a:lnTo>
                  <a:lnTo>
                    <a:pt x="40822" y="9500"/>
                  </a:lnTo>
                  <a:lnTo>
                    <a:pt x="40834" y="9474"/>
                  </a:lnTo>
                  <a:lnTo>
                    <a:pt x="40846" y="9450"/>
                  </a:lnTo>
                  <a:lnTo>
                    <a:pt x="40841" y="9431"/>
                  </a:lnTo>
                  <a:lnTo>
                    <a:pt x="40843" y="9423"/>
                  </a:lnTo>
                  <a:lnTo>
                    <a:pt x="40850" y="9391"/>
                  </a:lnTo>
                  <a:lnTo>
                    <a:pt x="40852" y="9384"/>
                  </a:lnTo>
                  <a:lnTo>
                    <a:pt x="40943" y="9149"/>
                  </a:lnTo>
                  <a:lnTo>
                    <a:pt x="41023" y="9011"/>
                  </a:lnTo>
                  <a:lnTo>
                    <a:pt x="41228" y="8773"/>
                  </a:lnTo>
                  <a:lnTo>
                    <a:pt x="41601" y="8586"/>
                  </a:lnTo>
                  <a:lnTo>
                    <a:pt x="41607" y="8583"/>
                  </a:lnTo>
                  <a:lnTo>
                    <a:pt x="41697" y="8554"/>
                  </a:lnTo>
                  <a:lnTo>
                    <a:pt x="41966" y="8468"/>
                  </a:lnTo>
                  <a:lnTo>
                    <a:pt x="42509" y="8235"/>
                  </a:lnTo>
                  <a:lnTo>
                    <a:pt x="42593" y="8186"/>
                  </a:lnTo>
                  <a:lnTo>
                    <a:pt x="42659" y="8121"/>
                  </a:lnTo>
                  <a:lnTo>
                    <a:pt x="42673" y="8108"/>
                  </a:lnTo>
                  <a:lnTo>
                    <a:pt x="42849" y="8142"/>
                  </a:lnTo>
                  <a:lnTo>
                    <a:pt x="43338" y="8171"/>
                  </a:lnTo>
                  <a:lnTo>
                    <a:pt x="43371" y="8173"/>
                  </a:lnTo>
                  <a:lnTo>
                    <a:pt x="43408" y="8148"/>
                  </a:lnTo>
                  <a:lnTo>
                    <a:pt x="43723" y="8146"/>
                  </a:lnTo>
                  <a:lnTo>
                    <a:pt x="43976" y="8097"/>
                  </a:lnTo>
                  <a:lnTo>
                    <a:pt x="44321" y="7971"/>
                  </a:lnTo>
                  <a:lnTo>
                    <a:pt x="44636" y="7828"/>
                  </a:lnTo>
                  <a:lnTo>
                    <a:pt x="44713" y="7784"/>
                  </a:lnTo>
                  <a:lnTo>
                    <a:pt x="44718" y="7781"/>
                  </a:lnTo>
                  <a:lnTo>
                    <a:pt x="44730" y="7776"/>
                  </a:lnTo>
                  <a:lnTo>
                    <a:pt x="44827" y="7728"/>
                  </a:lnTo>
                  <a:lnTo>
                    <a:pt x="44837" y="7721"/>
                  </a:lnTo>
                  <a:lnTo>
                    <a:pt x="44844" y="7717"/>
                  </a:lnTo>
                  <a:lnTo>
                    <a:pt x="44855" y="7715"/>
                  </a:lnTo>
                  <a:lnTo>
                    <a:pt x="44900" y="7706"/>
                  </a:lnTo>
                  <a:lnTo>
                    <a:pt x="44936" y="7696"/>
                  </a:lnTo>
                  <a:lnTo>
                    <a:pt x="44941" y="7695"/>
                  </a:lnTo>
                  <a:lnTo>
                    <a:pt x="44972" y="7683"/>
                  </a:lnTo>
                  <a:lnTo>
                    <a:pt x="44978" y="7681"/>
                  </a:lnTo>
                  <a:lnTo>
                    <a:pt x="45001" y="7673"/>
                  </a:lnTo>
                  <a:lnTo>
                    <a:pt x="45031" y="7662"/>
                  </a:lnTo>
                  <a:lnTo>
                    <a:pt x="45053" y="7653"/>
                  </a:lnTo>
                  <a:lnTo>
                    <a:pt x="45073" y="7648"/>
                  </a:lnTo>
                  <a:lnTo>
                    <a:pt x="45095" y="7643"/>
                  </a:lnTo>
                  <a:lnTo>
                    <a:pt x="45121" y="7636"/>
                  </a:lnTo>
                  <a:lnTo>
                    <a:pt x="45135" y="7632"/>
                  </a:lnTo>
                  <a:lnTo>
                    <a:pt x="45176" y="7621"/>
                  </a:lnTo>
                  <a:lnTo>
                    <a:pt x="45188" y="7619"/>
                  </a:lnTo>
                  <a:lnTo>
                    <a:pt x="45236" y="7611"/>
                  </a:lnTo>
                  <a:lnTo>
                    <a:pt x="45261" y="7607"/>
                  </a:lnTo>
                  <a:lnTo>
                    <a:pt x="45284" y="7605"/>
                  </a:lnTo>
                  <a:lnTo>
                    <a:pt x="45300" y="7606"/>
                  </a:lnTo>
                  <a:lnTo>
                    <a:pt x="45353" y="7605"/>
                  </a:lnTo>
                  <a:lnTo>
                    <a:pt x="45358" y="7605"/>
                  </a:lnTo>
                  <a:lnTo>
                    <a:pt x="45415" y="7605"/>
                  </a:lnTo>
                  <a:lnTo>
                    <a:pt x="45466" y="7603"/>
                  </a:lnTo>
                  <a:lnTo>
                    <a:pt x="45522" y="7602"/>
                  </a:lnTo>
                  <a:lnTo>
                    <a:pt x="45548" y="7603"/>
                  </a:lnTo>
                  <a:lnTo>
                    <a:pt x="45555" y="7609"/>
                  </a:lnTo>
                  <a:lnTo>
                    <a:pt x="45555" y="7623"/>
                  </a:lnTo>
                  <a:lnTo>
                    <a:pt x="45550" y="7625"/>
                  </a:lnTo>
                  <a:lnTo>
                    <a:pt x="45543" y="7627"/>
                  </a:lnTo>
                  <a:lnTo>
                    <a:pt x="45538" y="7629"/>
                  </a:lnTo>
                  <a:lnTo>
                    <a:pt x="45529" y="7631"/>
                  </a:lnTo>
                  <a:lnTo>
                    <a:pt x="45518" y="7629"/>
                  </a:lnTo>
                  <a:lnTo>
                    <a:pt x="45513" y="7628"/>
                  </a:lnTo>
                  <a:lnTo>
                    <a:pt x="45508" y="7626"/>
                  </a:lnTo>
                  <a:lnTo>
                    <a:pt x="45502" y="7626"/>
                  </a:lnTo>
                  <a:lnTo>
                    <a:pt x="45497" y="7628"/>
                  </a:lnTo>
                  <a:lnTo>
                    <a:pt x="45490" y="7633"/>
                  </a:lnTo>
                  <a:lnTo>
                    <a:pt x="45491" y="7639"/>
                  </a:lnTo>
                  <a:lnTo>
                    <a:pt x="45495" y="7640"/>
                  </a:lnTo>
                  <a:lnTo>
                    <a:pt x="45501" y="7639"/>
                  </a:lnTo>
                  <a:lnTo>
                    <a:pt x="45508" y="7638"/>
                  </a:lnTo>
                  <a:lnTo>
                    <a:pt x="45515" y="7638"/>
                  </a:lnTo>
                  <a:lnTo>
                    <a:pt x="45521" y="7639"/>
                  </a:lnTo>
                  <a:lnTo>
                    <a:pt x="45528" y="7638"/>
                  </a:lnTo>
                  <a:lnTo>
                    <a:pt x="45534" y="7638"/>
                  </a:lnTo>
                  <a:lnTo>
                    <a:pt x="45543" y="7634"/>
                  </a:lnTo>
                  <a:lnTo>
                    <a:pt x="45550" y="7637"/>
                  </a:lnTo>
                  <a:lnTo>
                    <a:pt x="45558" y="7636"/>
                  </a:lnTo>
                  <a:lnTo>
                    <a:pt x="45569" y="7634"/>
                  </a:lnTo>
                  <a:lnTo>
                    <a:pt x="45576" y="7634"/>
                  </a:lnTo>
                  <a:lnTo>
                    <a:pt x="45581" y="7633"/>
                  </a:lnTo>
                  <a:lnTo>
                    <a:pt x="45584" y="7628"/>
                  </a:lnTo>
                  <a:lnTo>
                    <a:pt x="45579" y="7624"/>
                  </a:lnTo>
                  <a:lnTo>
                    <a:pt x="45574" y="7624"/>
                  </a:lnTo>
                  <a:lnTo>
                    <a:pt x="45569" y="7626"/>
                  </a:lnTo>
                  <a:lnTo>
                    <a:pt x="45563" y="7624"/>
                  </a:lnTo>
                  <a:lnTo>
                    <a:pt x="45564" y="7617"/>
                  </a:lnTo>
                  <a:lnTo>
                    <a:pt x="45566" y="7610"/>
                  </a:lnTo>
                  <a:lnTo>
                    <a:pt x="45570" y="7608"/>
                  </a:lnTo>
                  <a:lnTo>
                    <a:pt x="45574" y="7605"/>
                  </a:lnTo>
                  <a:lnTo>
                    <a:pt x="45582" y="7602"/>
                  </a:lnTo>
                  <a:lnTo>
                    <a:pt x="45587" y="7602"/>
                  </a:lnTo>
                  <a:lnTo>
                    <a:pt x="45596" y="7604"/>
                  </a:lnTo>
                  <a:lnTo>
                    <a:pt x="45606" y="7607"/>
                  </a:lnTo>
                  <a:lnTo>
                    <a:pt x="45609" y="7615"/>
                  </a:lnTo>
                  <a:lnTo>
                    <a:pt x="45613" y="7618"/>
                  </a:lnTo>
                  <a:lnTo>
                    <a:pt x="45618" y="7618"/>
                  </a:lnTo>
                  <a:lnTo>
                    <a:pt x="45628" y="7619"/>
                  </a:lnTo>
                  <a:lnTo>
                    <a:pt x="45638" y="7616"/>
                  </a:lnTo>
                  <a:lnTo>
                    <a:pt x="45653" y="7611"/>
                  </a:lnTo>
                  <a:lnTo>
                    <a:pt x="45662" y="7615"/>
                  </a:lnTo>
                  <a:lnTo>
                    <a:pt x="45678" y="7615"/>
                  </a:lnTo>
                  <a:lnTo>
                    <a:pt x="45684" y="7614"/>
                  </a:lnTo>
                  <a:lnTo>
                    <a:pt x="45690" y="7612"/>
                  </a:lnTo>
                  <a:lnTo>
                    <a:pt x="45697" y="7609"/>
                  </a:lnTo>
                  <a:lnTo>
                    <a:pt x="45703" y="7607"/>
                  </a:lnTo>
                  <a:lnTo>
                    <a:pt x="45714" y="7605"/>
                  </a:lnTo>
                  <a:lnTo>
                    <a:pt x="45725" y="7605"/>
                  </a:lnTo>
                  <a:lnTo>
                    <a:pt x="45767" y="7604"/>
                  </a:lnTo>
                  <a:lnTo>
                    <a:pt x="45793" y="7603"/>
                  </a:lnTo>
                  <a:lnTo>
                    <a:pt x="45798" y="7604"/>
                  </a:lnTo>
                  <a:lnTo>
                    <a:pt x="45803" y="7606"/>
                  </a:lnTo>
                  <a:lnTo>
                    <a:pt x="45810" y="7607"/>
                  </a:lnTo>
                  <a:lnTo>
                    <a:pt x="45818" y="7608"/>
                  </a:lnTo>
                  <a:lnTo>
                    <a:pt x="45851" y="7609"/>
                  </a:lnTo>
                  <a:lnTo>
                    <a:pt x="45863" y="7608"/>
                  </a:lnTo>
                  <a:lnTo>
                    <a:pt x="45880" y="7606"/>
                  </a:lnTo>
                  <a:lnTo>
                    <a:pt x="45918" y="7603"/>
                  </a:lnTo>
                  <a:lnTo>
                    <a:pt x="45938" y="7602"/>
                  </a:lnTo>
                  <a:lnTo>
                    <a:pt x="45966" y="7599"/>
                  </a:lnTo>
                  <a:lnTo>
                    <a:pt x="45992" y="7596"/>
                  </a:lnTo>
                  <a:lnTo>
                    <a:pt x="46062" y="7590"/>
                  </a:lnTo>
                  <a:lnTo>
                    <a:pt x="46096" y="7588"/>
                  </a:lnTo>
                  <a:lnTo>
                    <a:pt x="46118" y="7584"/>
                  </a:lnTo>
                  <a:lnTo>
                    <a:pt x="46167" y="7577"/>
                  </a:lnTo>
                  <a:lnTo>
                    <a:pt x="46200" y="7573"/>
                  </a:lnTo>
                  <a:lnTo>
                    <a:pt x="46216" y="7571"/>
                  </a:lnTo>
                  <a:lnTo>
                    <a:pt x="46221" y="7571"/>
                  </a:lnTo>
                  <a:lnTo>
                    <a:pt x="46228" y="7574"/>
                  </a:lnTo>
                  <a:lnTo>
                    <a:pt x="46235" y="7576"/>
                  </a:lnTo>
                  <a:lnTo>
                    <a:pt x="46240" y="7575"/>
                  </a:lnTo>
                  <a:lnTo>
                    <a:pt x="46245" y="7574"/>
                  </a:lnTo>
                  <a:lnTo>
                    <a:pt x="46269" y="7569"/>
                  </a:lnTo>
                  <a:lnTo>
                    <a:pt x="46294" y="7564"/>
                  </a:lnTo>
                  <a:lnTo>
                    <a:pt x="46348" y="7553"/>
                  </a:lnTo>
                  <a:lnTo>
                    <a:pt x="46375" y="7547"/>
                  </a:lnTo>
                  <a:lnTo>
                    <a:pt x="46385" y="7545"/>
                  </a:lnTo>
                  <a:lnTo>
                    <a:pt x="46437" y="7535"/>
                  </a:lnTo>
                  <a:lnTo>
                    <a:pt x="46520" y="7520"/>
                  </a:lnTo>
                  <a:lnTo>
                    <a:pt x="46549" y="7514"/>
                  </a:lnTo>
                  <a:lnTo>
                    <a:pt x="46596" y="7490"/>
                  </a:lnTo>
                  <a:lnTo>
                    <a:pt x="46634" y="7462"/>
                  </a:lnTo>
                  <a:lnTo>
                    <a:pt x="46666" y="7439"/>
                  </a:lnTo>
                  <a:lnTo>
                    <a:pt x="46694" y="7419"/>
                  </a:lnTo>
                  <a:lnTo>
                    <a:pt x="46731" y="7389"/>
                  </a:lnTo>
                  <a:lnTo>
                    <a:pt x="46743" y="7374"/>
                  </a:lnTo>
                  <a:lnTo>
                    <a:pt x="46754" y="7358"/>
                  </a:lnTo>
                  <a:lnTo>
                    <a:pt x="46780" y="7321"/>
                  </a:lnTo>
                  <a:lnTo>
                    <a:pt x="46792" y="7302"/>
                  </a:lnTo>
                  <a:lnTo>
                    <a:pt x="46804" y="7269"/>
                  </a:lnTo>
                  <a:lnTo>
                    <a:pt x="46809" y="7255"/>
                  </a:lnTo>
                  <a:lnTo>
                    <a:pt x="46812" y="7245"/>
                  </a:lnTo>
                  <a:lnTo>
                    <a:pt x="46812" y="7229"/>
                  </a:lnTo>
                  <a:lnTo>
                    <a:pt x="46813" y="7212"/>
                  </a:lnTo>
                  <a:lnTo>
                    <a:pt x="46817" y="7209"/>
                  </a:lnTo>
                  <a:lnTo>
                    <a:pt x="46823" y="7212"/>
                  </a:lnTo>
                  <a:lnTo>
                    <a:pt x="46828" y="7224"/>
                  </a:lnTo>
                  <a:lnTo>
                    <a:pt x="46840" y="7254"/>
                  </a:lnTo>
                  <a:lnTo>
                    <a:pt x="46845" y="7267"/>
                  </a:lnTo>
                  <a:lnTo>
                    <a:pt x="46856" y="7290"/>
                  </a:lnTo>
                  <a:lnTo>
                    <a:pt x="46859" y="7294"/>
                  </a:lnTo>
                  <a:lnTo>
                    <a:pt x="46866" y="7305"/>
                  </a:lnTo>
                  <a:lnTo>
                    <a:pt x="46871" y="7311"/>
                  </a:lnTo>
                  <a:lnTo>
                    <a:pt x="46884" y="7333"/>
                  </a:lnTo>
                  <a:lnTo>
                    <a:pt x="46891" y="7348"/>
                  </a:lnTo>
                  <a:lnTo>
                    <a:pt x="46900" y="7365"/>
                  </a:lnTo>
                  <a:lnTo>
                    <a:pt x="46910" y="7382"/>
                  </a:lnTo>
                  <a:lnTo>
                    <a:pt x="46917" y="7393"/>
                  </a:lnTo>
                  <a:lnTo>
                    <a:pt x="46928" y="7409"/>
                  </a:lnTo>
                  <a:lnTo>
                    <a:pt x="46937" y="7421"/>
                  </a:lnTo>
                  <a:lnTo>
                    <a:pt x="46973" y="7468"/>
                  </a:lnTo>
                  <a:lnTo>
                    <a:pt x="47005" y="7505"/>
                  </a:lnTo>
                  <a:lnTo>
                    <a:pt x="47068" y="7570"/>
                  </a:lnTo>
                  <a:lnTo>
                    <a:pt x="47119" y="7616"/>
                  </a:lnTo>
                  <a:lnTo>
                    <a:pt x="47154" y="7647"/>
                  </a:lnTo>
                  <a:lnTo>
                    <a:pt x="47161" y="7652"/>
                  </a:lnTo>
                  <a:lnTo>
                    <a:pt x="47183" y="7670"/>
                  </a:lnTo>
                  <a:lnTo>
                    <a:pt x="47203" y="7684"/>
                  </a:lnTo>
                  <a:lnTo>
                    <a:pt x="47229" y="7703"/>
                  </a:lnTo>
                  <a:lnTo>
                    <a:pt x="47270" y="7729"/>
                  </a:lnTo>
                  <a:lnTo>
                    <a:pt x="47296" y="7742"/>
                  </a:lnTo>
                  <a:lnTo>
                    <a:pt x="47333" y="7761"/>
                  </a:lnTo>
                  <a:lnTo>
                    <a:pt x="47380" y="7787"/>
                  </a:lnTo>
                  <a:lnTo>
                    <a:pt x="47403" y="7798"/>
                  </a:lnTo>
                  <a:lnTo>
                    <a:pt x="47437" y="7811"/>
                  </a:lnTo>
                  <a:lnTo>
                    <a:pt x="47457" y="7822"/>
                  </a:lnTo>
                  <a:lnTo>
                    <a:pt x="47470" y="7828"/>
                  </a:lnTo>
                  <a:lnTo>
                    <a:pt x="47561" y="7873"/>
                  </a:lnTo>
                  <a:lnTo>
                    <a:pt x="47718" y="8249"/>
                  </a:lnTo>
                  <a:lnTo>
                    <a:pt x="47718" y="8289"/>
                  </a:lnTo>
                  <a:lnTo>
                    <a:pt x="47678" y="8319"/>
                  </a:lnTo>
                  <a:lnTo>
                    <a:pt x="47649" y="8287"/>
                  </a:lnTo>
                  <a:lnTo>
                    <a:pt x="47597" y="8310"/>
                  </a:lnTo>
                  <a:lnTo>
                    <a:pt x="47577" y="8476"/>
                  </a:lnTo>
                  <a:lnTo>
                    <a:pt x="47620" y="8737"/>
                  </a:lnTo>
                  <a:lnTo>
                    <a:pt x="47594" y="8837"/>
                  </a:lnTo>
                  <a:lnTo>
                    <a:pt x="47573" y="8921"/>
                  </a:lnTo>
                  <a:lnTo>
                    <a:pt x="47752" y="9149"/>
                  </a:lnTo>
                  <a:lnTo>
                    <a:pt x="47811" y="9118"/>
                  </a:lnTo>
                  <a:lnTo>
                    <a:pt x="47785" y="8690"/>
                  </a:lnTo>
                  <a:lnTo>
                    <a:pt x="47809" y="8434"/>
                  </a:lnTo>
                  <a:lnTo>
                    <a:pt x="47824" y="8427"/>
                  </a:lnTo>
                  <a:lnTo>
                    <a:pt x="47922" y="8486"/>
                  </a:lnTo>
                  <a:lnTo>
                    <a:pt x="48165" y="8753"/>
                  </a:lnTo>
                  <a:lnTo>
                    <a:pt x="48287" y="8888"/>
                  </a:lnTo>
                  <a:lnTo>
                    <a:pt x="48294" y="8957"/>
                  </a:lnTo>
                  <a:lnTo>
                    <a:pt x="48366" y="9042"/>
                  </a:lnTo>
                  <a:lnTo>
                    <a:pt x="48844" y="9452"/>
                  </a:lnTo>
                  <a:lnTo>
                    <a:pt x="48952" y="9512"/>
                  </a:lnTo>
                  <a:lnTo>
                    <a:pt x="49278" y="9586"/>
                  </a:lnTo>
                  <a:lnTo>
                    <a:pt x="49834" y="9536"/>
                  </a:lnTo>
                  <a:lnTo>
                    <a:pt x="50014" y="9479"/>
                  </a:lnTo>
                  <a:lnTo>
                    <a:pt x="50231" y="9475"/>
                  </a:lnTo>
                  <a:lnTo>
                    <a:pt x="50346" y="9544"/>
                  </a:lnTo>
                  <a:lnTo>
                    <a:pt x="50483" y="9574"/>
                  </a:lnTo>
                  <a:lnTo>
                    <a:pt x="50723" y="9526"/>
                  </a:lnTo>
                  <a:lnTo>
                    <a:pt x="50783" y="9616"/>
                  </a:lnTo>
                  <a:lnTo>
                    <a:pt x="50771" y="9643"/>
                  </a:lnTo>
                  <a:lnTo>
                    <a:pt x="50669" y="9705"/>
                  </a:lnTo>
                  <a:lnTo>
                    <a:pt x="50651" y="9743"/>
                  </a:lnTo>
                  <a:lnTo>
                    <a:pt x="50625" y="9994"/>
                  </a:lnTo>
                  <a:lnTo>
                    <a:pt x="50634" y="10077"/>
                  </a:lnTo>
                  <a:lnTo>
                    <a:pt x="50660" y="10126"/>
                  </a:lnTo>
                  <a:lnTo>
                    <a:pt x="50662" y="10130"/>
                  </a:lnTo>
                  <a:lnTo>
                    <a:pt x="50785" y="10277"/>
                  </a:lnTo>
                  <a:lnTo>
                    <a:pt x="50788" y="10348"/>
                  </a:lnTo>
                  <a:lnTo>
                    <a:pt x="50752" y="10484"/>
                  </a:lnTo>
                  <a:lnTo>
                    <a:pt x="50744" y="10528"/>
                  </a:lnTo>
                  <a:lnTo>
                    <a:pt x="50798" y="10817"/>
                  </a:lnTo>
                  <a:lnTo>
                    <a:pt x="50873" y="10913"/>
                  </a:lnTo>
                  <a:lnTo>
                    <a:pt x="51409" y="10555"/>
                  </a:lnTo>
                  <a:lnTo>
                    <a:pt x="51483" y="10413"/>
                  </a:lnTo>
                  <a:lnTo>
                    <a:pt x="51555" y="10175"/>
                  </a:lnTo>
                  <a:lnTo>
                    <a:pt x="51556" y="10165"/>
                  </a:lnTo>
                  <a:lnTo>
                    <a:pt x="51582" y="10013"/>
                  </a:lnTo>
                  <a:lnTo>
                    <a:pt x="51585" y="9993"/>
                  </a:lnTo>
                  <a:lnTo>
                    <a:pt x="51563" y="9894"/>
                  </a:lnTo>
                  <a:lnTo>
                    <a:pt x="51518" y="9846"/>
                  </a:lnTo>
                  <a:lnTo>
                    <a:pt x="51453" y="9832"/>
                  </a:lnTo>
                  <a:lnTo>
                    <a:pt x="51329" y="9575"/>
                  </a:lnTo>
                  <a:lnTo>
                    <a:pt x="51382" y="9421"/>
                  </a:lnTo>
                  <a:lnTo>
                    <a:pt x="51420" y="9100"/>
                  </a:lnTo>
                  <a:lnTo>
                    <a:pt x="51414" y="8939"/>
                  </a:lnTo>
                  <a:lnTo>
                    <a:pt x="51328" y="8846"/>
                  </a:lnTo>
                  <a:lnTo>
                    <a:pt x="51240" y="8677"/>
                  </a:lnTo>
                  <a:lnTo>
                    <a:pt x="51241" y="8619"/>
                  </a:lnTo>
                  <a:lnTo>
                    <a:pt x="51304" y="8547"/>
                  </a:lnTo>
                  <a:lnTo>
                    <a:pt x="51838" y="8620"/>
                  </a:lnTo>
                  <a:lnTo>
                    <a:pt x="52093" y="8853"/>
                  </a:lnTo>
                  <a:lnTo>
                    <a:pt x="52150" y="8958"/>
                  </a:lnTo>
                  <a:lnTo>
                    <a:pt x="52230" y="9107"/>
                  </a:lnTo>
                  <a:lnTo>
                    <a:pt x="52238" y="9199"/>
                  </a:lnTo>
                  <a:lnTo>
                    <a:pt x="52185" y="9295"/>
                  </a:lnTo>
                  <a:lnTo>
                    <a:pt x="52152" y="9438"/>
                  </a:lnTo>
                  <a:lnTo>
                    <a:pt x="52251" y="10168"/>
                  </a:lnTo>
                  <a:lnTo>
                    <a:pt x="52371" y="10325"/>
                  </a:lnTo>
                  <a:lnTo>
                    <a:pt x="52651" y="10485"/>
                  </a:lnTo>
                  <a:lnTo>
                    <a:pt x="52722" y="10556"/>
                  </a:lnTo>
                  <a:lnTo>
                    <a:pt x="52734" y="10569"/>
                  </a:lnTo>
                  <a:lnTo>
                    <a:pt x="52775" y="10609"/>
                  </a:lnTo>
                  <a:lnTo>
                    <a:pt x="52771" y="10632"/>
                  </a:lnTo>
                  <a:lnTo>
                    <a:pt x="52750" y="10652"/>
                  </a:lnTo>
                  <a:lnTo>
                    <a:pt x="52636" y="10671"/>
                  </a:lnTo>
                  <a:lnTo>
                    <a:pt x="52498" y="10703"/>
                  </a:lnTo>
                  <a:lnTo>
                    <a:pt x="52369" y="10794"/>
                  </a:lnTo>
                  <a:lnTo>
                    <a:pt x="52313" y="10854"/>
                  </a:lnTo>
                  <a:lnTo>
                    <a:pt x="52311" y="10869"/>
                  </a:lnTo>
                  <a:lnTo>
                    <a:pt x="52333" y="10900"/>
                  </a:lnTo>
                  <a:lnTo>
                    <a:pt x="52307" y="10940"/>
                  </a:lnTo>
                  <a:lnTo>
                    <a:pt x="52267" y="10978"/>
                  </a:lnTo>
                  <a:lnTo>
                    <a:pt x="52162" y="11077"/>
                  </a:lnTo>
                  <a:lnTo>
                    <a:pt x="52068" y="11166"/>
                  </a:lnTo>
                  <a:lnTo>
                    <a:pt x="52061" y="11225"/>
                  </a:lnTo>
                  <a:lnTo>
                    <a:pt x="52143" y="11339"/>
                  </a:lnTo>
                  <a:lnTo>
                    <a:pt x="52189" y="11469"/>
                  </a:lnTo>
                  <a:lnTo>
                    <a:pt x="52213" y="11537"/>
                  </a:lnTo>
                  <a:lnTo>
                    <a:pt x="52204" y="11583"/>
                  </a:lnTo>
                  <a:lnTo>
                    <a:pt x="52172" y="11646"/>
                  </a:lnTo>
                  <a:lnTo>
                    <a:pt x="52167" y="11646"/>
                  </a:lnTo>
                  <a:lnTo>
                    <a:pt x="52151" y="11776"/>
                  </a:lnTo>
                  <a:lnTo>
                    <a:pt x="52150" y="11782"/>
                  </a:lnTo>
                  <a:lnTo>
                    <a:pt x="52148" y="11799"/>
                  </a:lnTo>
                  <a:lnTo>
                    <a:pt x="52131" y="11954"/>
                  </a:lnTo>
                  <a:lnTo>
                    <a:pt x="52151" y="11926"/>
                  </a:lnTo>
                  <a:lnTo>
                    <a:pt x="52188" y="11830"/>
                  </a:lnTo>
                  <a:lnTo>
                    <a:pt x="52289" y="11758"/>
                  </a:lnTo>
                  <a:lnTo>
                    <a:pt x="52294" y="11756"/>
                  </a:lnTo>
                  <a:lnTo>
                    <a:pt x="52368" y="11742"/>
                  </a:lnTo>
                  <a:lnTo>
                    <a:pt x="52412" y="11734"/>
                  </a:lnTo>
                  <a:lnTo>
                    <a:pt x="52466" y="11754"/>
                  </a:lnTo>
                  <a:lnTo>
                    <a:pt x="52489" y="11834"/>
                  </a:lnTo>
                  <a:lnTo>
                    <a:pt x="52478" y="11889"/>
                  </a:lnTo>
                  <a:lnTo>
                    <a:pt x="52431" y="11954"/>
                  </a:lnTo>
                  <a:lnTo>
                    <a:pt x="52482" y="12154"/>
                  </a:lnTo>
                  <a:lnTo>
                    <a:pt x="52573" y="12189"/>
                  </a:lnTo>
                  <a:lnTo>
                    <a:pt x="52582" y="12173"/>
                  </a:lnTo>
                  <a:lnTo>
                    <a:pt x="52590" y="12157"/>
                  </a:lnTo>
                  <a:lnTo>
                    <a:pt x="52687" y="11972"/>
                  </a:lnTo>
                  <a:lnTo>
                    <a:pt x="52539" y="11650"/>
                  </a:lnTo>
                  <a:lnTo>
                    <a:pt x="52396" y="11541"/>
                  </a:lnTo>
                  <a:lnTo>
                    <a:pt x="52280" y="11568"/>
                  </a:lnTo>
                  <a:lnTo>
                    <a:pt x="52272" y="11570"/>
                  </a:lnTo>
                  <a:lnTo>
                    <a:pt x="52251" y="11558"/>
                  </a:lnTo>
                  <a:lnTo>
                    <a:pt x="52243" y="11512"/>
                  </a:lnTo>
                  <a:lnTo>
                    <a:pt x="52193" y="11232"/>
                  </a:lnTo>
                  <a:lnTo>
                    <a:pt x="52212" y="11207"/>
                  </a:lnTo>
                  <a:lnTo>
                    <a:pt x="52478" y="10847"/>
                  </a:lnTo>
                  <a:lnTo>
                    <a:pt x="52541" y="10803"/>
                  </a:lnTo>
                  <a:lnTo>
                    <a:pt x="52598" y="10763"/>
                  </a:lnTo>
                  <a:lnTo>
                    <a:pt x="52975" y="10775"/>
                  </a:lnTo>
                  <a:lnTo>
                    <a:pt x="53226" y="10807"/>
                  </a:lnTo>
                  <a:lnTo>
                    <a:pt x="53266" y="10797"/>
                  </a:lnTo>
                  <a:lnTo>
                    <a:pt x="53314" y="10767"/>
                  </a:lnTo>
                  <a:lnTo>
                    <a:pt x="53345" y="10764"/>
                  </a:lnTo>
                  <a:lnTo>
                    <a:pt x="53376" y="10764"/>
                  </a:lnTo>
                  <a:lnTo>
                    <a:pt x="53415" y="10788"/>
                  </a:lnTo>
                  <a:lnTo>
                    <a:pt x="53519" y="10896"/>
                  </a:lnTo>
                  <a:lnTo>
                    <a:pt x="53613" y="10976"/>
                  </a:lnTo>
                  <a:lnTo>
                    <a:pt x="53624" y="10983"/>
                  </a:lnTo>
                  <a:lnTo>
                    <a:pt x="53634" y="10983"/>
                  </a:lnTo>
                  <a:lnTo>
                    <a:pt x="53644" y="10978"/>
                  </a:lnTo>
                  <a:lnTo>
                    <a:pt x="53649" y="10973"/>
                  </a:lnTo>
                  <a:lnTo>
                    <a:pt x="53648" y="10965"/>
                  </a:lnTo>
                  <a:lnTo>
                    <a:pt x="53540" y="10795"/>
                  </a:lnTo>
                  <a:lnTo>
                    <a:pt x="53486" y="10700"/>
                  </a:lnTo>
                  <a:lnTo>
                    <a:pt x="53422" y="10686"/>
                  </a:lnTo>
                  <a:lnTo>
                    <a:pt x="53375" y="10622"/>
                  </a:lnTo>
                  <a:lnTo>
                    <a:pt x="53468" y="10493"/>
                  </a:lnTo>
                  <a:lnTo>
                    <a:pt x="53557" y="10368"/>
                  </a:lnTo>
                  <a:lnTo>
                    <a:pt x="53686" y="10306"/>
                  </a:lnTo>
                  <a:lnTo>
                    <a:pt x="53833" y="10198"/>
                  </a:lnTo>
                  <a:lnTo>
                    <a:pt x="53983" y="9937"/>
                  </a:lnTo>
                  <a:lnTo>
                    <a:pt x="54005" y="9832"/>
                  </a:lnTo>
                  <a:lnTo>
                    <a:pt x="53884" y="9713"/>
                  </a:lnTo>
                  <a:lnTo>
                    <a:pt x="53794" y="9440"/>
                  </a:lnTo>
                  <a:lnTo>
                    <a:pt x="53842" y="9412"/>
                  </a:lnTo>
                  <a:lnTo>
                    <a:pt x="53955" y="9486"/>
                  </a:lnTo>
                  <a:lnTo>
                    <a:pt x="54030" y="9577"/>
                  </a:lnTo>
                  <a:lnTo>
                    <a:pt x="54077" y="9575"/>
                  </a:lnTo>
                  <a:lnTo>
                    <a:pt x="54251" y="9496"/>
                  </a:lnTo>
                  <a:lnTo>
                    <a:pt x="54322" y="9418"/>
                  </a:lnTo>
                  <a:lnTo>
                    <a:pt x="54356" y="9360"/>
                  </a:lnTo>
                  <a:lnTo>
                    <a:pt x="54384" y="9311"/>
                  </a:lnTo>
                  <a:lnTo>
                    <a:pt x="54445" y="9118"/>
                  </a:lnTo>
                  <a:lnTo>
                    <a:pt x="54459" y="8743"/>
                  </a:lnTo>
                  <a:lnTo>
                    <a:pt x="54441" y="8712"/>
                  </a:lnTo>
                  <a:lnTo>
                    <a:pt x="54420" y="8727"/>
                  </a:lnTo>
                  <a:lnTo>
                    <a:pt x="54211" y="8665"/>
                  </a:lnTo>
                  <a:lnTo>
                    <a:pt x="54074" y="8520"/>
                  </a:lnTo>
                  <a:lnTo>
                    <a:pt x="53980" y="8347"/>
                  </a:lnTo>
                  <a:lnTo>
                    <a:pt x="54030" y="8328"/>
                  </a:lnTo>
                  <a:lnTo>
                    <a:pt x="54398" y="8363"/>
                  </a:lnTo>
                  <a:lnTo>
                    <a:pt x="54585" y="8418"/>
                  </a:lnTo>
                  <a:lnTo>
                    <a:pt x="54650" y="8495"/>
                  </a:lnTo>
                  <a:lnTo>
                    <a:pt x="54669" y="8551"/>
                  </a:lnTo>
                  <a:lnTo>
                    <a:pt x="54801" y="8604"/>
                  </a:lnTo>
                  <a:lnTo>
                    <a:pt x="55074" y="8624"/>
                  </a:lnTo>
                  <a:lnTo>
                    <a:pt x="55238" y="8548"/>
                  </a:lnTo>
                  <a:lnTo>
                    <a:pt x="55292" y="8568"/>
                  </a:lnTo>
                  <a:lnTo>
                    <a:pt x="55320" y="8625"/>
                  </a:lnTo>
                  <a:lnTo>
                    <a:pt x="55550" y="8513"/>
                  </a:lnTo>
                  <a:lnTo>
                    <a:pt x="55640" y="8525"/>
                  </a:lnTo>
                  <a:lnTo>
                    <a:pt x="55984" y="8572"/>
                  </a:lnTo>
                  <a:lnTo>
                    <a:pt x="56068" y="8583"/>
                  </a:lnTo>
                  <a:lnTo>
                    <a:pt x="56147" y="8541"/>
                  </a:lnTo>
                  <a:lnTo>
                    <a:pt x="56219" y="8430"/>
                  </a:lnTo>
                  <a:lnTo>
                    <a:pt x="56223" y="8367"/>
                  </a:lnTo>
                  <a:lnTo>
                    <a:pt x="56275" y="8317"/>
                  </a:lnTo>
                  <a:lnTo>
                    <a:pt x="56632" y="8157"/>
                  </a:lnTo>
                  <a:lnTo>
                    <a:pt x="56884" y="8384"/>
                  </a:lnTo>
                  <a:lnTo>
                    <a:pt x="56908" y="8445"/>
                  </a:lnTo>
                  <a:lnTo>
                    <a:pt x="56854" y="8531"/>
                  </a:lnTo>
                  <a:lnTo>
                    <a:pt x="56858" y="8563"/>
                  </a:lnTo>
                  <a:lnTo>
                    <a:pt x="57102" y="8937"/>
                  </a:lnTo>
                  <a:lnTo>
                    <a:pt x="57197" y="9033"/>
                  </a:lnTo>
                  <a:lnTo>
                    <a:pt x="57210" y="9102"/>
                  </a:lnTo>
                  <a:lnTo>
                    <a:pt x="57103" y="9248"/>
                  </a:lnTo>
                  <a:lnTo>
                    <a:pt x="57185" y="9386"/>
                  </a:lnTo>
                  <a:lnTo>
                    <a:pt x="57280" y="9512"/>
                  </a:lnTo>
                  <a:lnTo>
                    <a:pt x="57476" y="9772"/>
                  </a:lnTo>
                  <a:lnTo>
                    <a:pt x="57625" y="9969"/>
                  </a:lnTo>
                  <a:lnTo>
                    <a:pt x="57738" y="10082"/>
                  </a:lnTo>
                  <a:lnTo>
                    <a:pt x="58168" y="10426"/>
                  </a:lnTo>
                  <a:lnTo>
                    <a:pt x="58639" y="10686"/>
                  </a:lnTo>
                  <a:lnTo>
                    <a:pt x="58666" y="10695"/>
                  </a:lnTo>
                  <a:lnTo>
                    <a:pt x="58724" y="10715"/>
                  </a:lnTo>
                  <a:lnTo>
                    <a:pt x="58883" y="10770"/>
                  </a:lnTo>
                  <a:lnTo>
                    <a:pt x="59093" y="10808"/>
                  </a:lnTo>
                  <a:lnTo>
                    <a:pt x="59452" y="10789"/>
                  </a:lnTo>
                  <a:lnTo>
                    <a:pt x="59767" y="10696"/>
                  </a:lnTo>
                  <a:lnTo>
                    <a:pt x="59933" y="10624"/>
                  </a:lnTo>
                  <a:lnTo>
                    <a:pt x="59966" y="10584"/>
                  </a:lnTo>
                  <a:lnTo>
                    <a:pt x="59978" y="10480"/>
                  </a:lnTo>
                  <a:lnTo>
                    <a:pt x="59955" y="10435"/>
                  </a:lnTo>
                  <a:lnTo>
                    <a:pt x="59870" y="10402"/>
                  </a:lnTo>
                  <a:lnTo>
                    <a:pt x="59877" y="10385"/>
                  </a:lnTo>
                  <a:lnTo>
                    <a:pt x="59896" y="10341"/>
                  </a:lnTo>
                  <a:lnTo>
                    <a:pt x="59906" y="10346"/>
                  </a:lnTo>
                  <a:lnTo>
                    <a:pt x="59915" y="10351"/>
                  </a:lnTo>
                  <a:lnTo>
                    <a:pt x="60049" y="10424"/>
                  </a:lnTo>
                  <a:lnTo>
                    <a:pt x="60078" y="10440"/>
                  </a:lnTo>
                  <a:lnTo>
                    <a:pt x="60088" y="10531"/>
                  </a:lnTo>
                  <a:lnTo>
                    <a:pt x="60037" y="10606"/>
                  </a:lnTo>
                  <a:lnTo>
                    <a:pt x="59773" y="10817"/>
                  </a:lnTo>
                  <a:lnTo>
                    <a:pt x="59413" y="11010"/>
                  </a:lnTo>
                  <a:lnTo>
                    <a:pt x="59324" y="11010"/>
                  </a:lnTo>
                  <a:lnTo>
                    <a:pt x="58870" y="10799"/>
                  </a:lnTo>
                  <a:lnTo>
                    <a:pt x="58789" y="10784"/>
                  </a:lnTo>
                  <a:lnTo>
                    <a:pt x="58767" y="10793"/>
                  </a:lnTo>
                  <a:lnTo>
                    <a:pt x="58720" y="10812"/>
                  </a:lnTo>
                  <a:lnTo>
                    <a:pt x="58659" y="10848"/>
                  </a:lnTo>
                  <a:lnTo>
                    <a:pt x="58462" y="11144"/>
                  </a:lnTo>
                  <a:lnTo>
                    <a:pt x="58391" y="11288"/>
                  </a:lnTo>
                  <a:lnTo>
                    <a:pt x="58119" y="11551"/>
                  </a:lnTo>
                  <a:lnTo>
                    <a:pt x="57935" y="11555"/>
                  </a:lnTo>
                  <a:lnTo>
                    <a:pt x="57912" y="11560"/>
                  </a:lnTo>
                  <a:lnTo>
                    <a:pt x="57896" y="11563"/>
                  </a:lnTo>
                  <a:lnTo>
                    <a:pt x="57880" y="11552"/>
                  </a:lnTo>
                  <a:lnTo>
                    <a:pt x="57837" y="11546"/>
                  </a:lnTo>
                  <a:lnTo>
                    <a:pt x="57653" y="11612"/>
                  </a:lnTo>
                  <a:lnTo>
                    <a:pt x="57647" y="11614"/>
                  </a:lnTo>
                  <a:lnTo>
                    <a:pt x="57407" y="11816"/>
                  </a:lnTo>
                  <a:lnTo>
                    <a:pt x="57397" y="11847"/>
                  </a:lnTo>
                  <a:lnTo>
                    <a:pt x="57398" y="11853"/>
                  </a:lnTo>
                  <a:lnTo>
                    <a:pt x="57403" y="11885"/>
                  </a:lnTo>
                  <a:lnTo>
                    <a:pt x="57658" y="12179"/>
                  </a:lnTo>
                  <a:lnTo>
                    <a:pt x="57679" y="12203"/>
                  </a:lnTo>
                  <a:lnTo>
                    <a:pt x="57725" y="12217"/>
                  </a:lnTo>
                  <a:lnTo>
                    <a:pt x="57995" y="12253"/>
                  </a:lnTo>
                  <a:lnTo>
                    <a:pt x="58175" y="12258"/>
                  </a:lnTo>
                  <a:lnTo>
                    <a:pt x="58401" y="12191"/>
                  </a:lnTo>
                  <a:lnTo>
                    <a:pt x="58560" y="12259"/>
                  </a:lnTo>
                  <a:lnTo>
                    <a:pt x="58612" y="12277"/>
                  </a:lnTo>
                  <a:lnTo>
                    <a:pt x="58638" y="12290"/>
                  </a:lnTo>
                  <a:lnTo>
                    <a:pt x="58644" y="12295"/>
                  </a:lnTo>
                  <a:lnTo>
                    <a:pt x="58783" y="12425"/>
                  </a:lnTo>
                  <a:lnTo>
                    <a:pt x="58879" y="12514"/>
                  </a:lnTo>
                  <a:lnTo>
                    <a:pt x="58880" y="12522"/>
                  </a:lnTo>
                  <a:lnTo>
                    <a:pt x="58910" y="12782"/>
                  </a:lnTo>
                  <a:lnTo>
                    <a:pt x="59015" y="12825"/>
                  </a:lnTo>
                  <a:lnTo>
                    <a:pt x="59029" y="12827"/>
                  </a:lnTo>
                  <a:lnTo>
                    <a:pt x="59028" y="12674"/>
                  </a:lnTo>
                  <a:lnTo>
                    <a:pt x="59016" y="12529"/>
                  </a:lnTo>
                  <a:lnTo>
                    <a:pt x="58942" y="12399"/>
                  </a:lnTo>
                  <a:lnTo>
                    <a:pt x="58863" y="12112"/>
                  </a:lnTo>
                  <a:lnTo>
                    <a:pt x="58834" y="12008"/>
                  </a:lnTo>
                  <a:lnTo>
                    <a:pt x="58845" y="11932"/>
                  </a:lnTo>
                  <a:lnTo>
                    <a:pt x="58845" y="11927"/>
                  </a:lnTo>
                  <a:lnTo>
                    <a:pt x="58903" y="11867"/>
                  </a:lnTo>
                  <a:lnTo>
                    <a:pt x="58980" y="11867"/>
                  </a:lnTo>
                  <a:lnTo>
                    <a:pt x="59293" y="11927"/>
                  </a:lnTo>
                  <a:lnTo>
                    <a:pt x="59429" y="12021"/>
                  </a:lnTo>
                  <a:lnTo>
                    <a:pt x="59409" y="12085"/>
                  </a:lnTo>
                  <a:lnTo>
                    <a:pt x="59394" y="12133"/>
                  </a:lnTo>
                  <a:lnTo>
                    <a:pt x="59411" y="12391"/>
                  </a:lnTo>
                  <a:lnTo>
                    <a:pt x="59415" y="12409"/>
                  </a:lnTo>
                  <a:lnTo>
                    <a:pt x="59423" y="12438"/>
                  </a:lnTo>
                  <a:lnTo>
                    <a:pt x="59454" y="12456"/>
                  </a:lnTo>
                  <a:lnTo>
                    <a:pt x="59490" y="12456"/>
                  </a:lnTo>
                  <a:lnTo>
                    <a:pt x="59465" y="12172"/>
                  </a:lnTo>
                  <a:lnTo>
                    <a:pt x="59502" y="12079"/>
                  </a:lnTo>
                  <a:lnTo>
                    <a:pt x="59563" y="11930"/>
                  </a:lnTo>
                  <a:lnTo>
                    <a:pt x="59575" y="11899"/>
                  </a:lnTo>
                  <a:lnTo>
                    <a:pt x="59594" y="11853"/>
                  </a:lnTo>
                  <a:lnTo>
                    <a:pt x="59597" y="11835"/>
                  </a:lnTo>
                  <a:lnTo>
                    <a:pt x="59565" y="11820"/>
                  </a:lnTo>
                  <a:lnTo>
                    <a:pt x="59547" y="11815"/>
                  </a:lnTo>
                  <a:lnTo>
                    <a:pt x="59363" y="11766"/>
                  </a:lnTo>
                  <a:lnTo>
                    <a:pt x="59355" y="11766"/>
                  </a:lnTo>
                  <a:lnTo>
                    <a:pt x="59130" y="11733"/>
                  </a:lnTo>
                  <a:lnTo>
                    <a:pt x="59120" y="11729"/>
                  </a:lnTo>
                  <a:lnTo>
                    <a:pt x="59051" y="11682"/>
                  </a:lnTo>
                  <a:lnTo>
                    <a:pt x="58888" y="11486"/>
                  </a:lnTo>
                  <a:lnTo>
                    <a:pt x="58848" y="11537"/>
                  </a:lnTo>
                  <a:lnTo>
                    <a:pt x="58817" y="11545"/>
                  </a:lnTo>
                  <a:lnTo>
                    <a:pt x="58781" y="11551"/>
                  </a:lnTo>
                  <a:lnTo>
                    <a:pt x="58759" y="11547"/>
                  </a:lnTo>
                  <a:lnTo>
                    <a:pt x="58721" y="11539"/>
                  </a:lnTo>
                  <a:lnTo>
                    <a:pt x="58667" y="11514"/>
                  </a:lnTo>
                  <a:lnTo>
                    <a:pt x="58602" y="11410"/>
                  </a:lnTo>
                  <a:lnTo>
                    <a:pt x="58651" y="11219"/>
                  </a:lnTo>
                  <a:lnTo>
                    <a:pt x="58670" y="11146"/>
                  </a:lnTo>
                  <a:lnTo>
                    <a:pt x="58696" y="11044"/>
                  </a:lnTo>
                  <a:lnTo>
                    <a:pt x="58842" y="11042"/>
                  </a:lnTo>
                  <a:lnTo>
                    <a:pt x="59009" y="11087"/>
                  </a:lnTo>
                  <a:lnTo>
                    <a:pt x="59100" y="11137"/>
                  </a:lnTo>
                  <a:lnTo>
                    <a:pt x="59184" y="11215"/>
                  </a:lnTo>
                  <a:lnTo>
                    <a:pt x="59337" y="11216"/>
                  </a:lnTo>
                  <a:lnTo>
                    <a:pt x="59562" y="11160"/>
                  </a:lnTo>
                  <a:lnTo>
                    <a:pt x="59767" y="11042"/>
                  </a:lnTo>
                  <a:lnTo>
                    <a:pt x="59998" y="10862"/>
                  </a:lnTo>
                  <a:lnTo>
                    <a:pt x="60099" y="10809"/>
                  </a:lnTo>
                  <a:lnTo>
                    <a:pt x="60147" y="10844"/>
                  </a:lnTo>
                  <a:lnTo>
                    <a:pt x="60222" y="10760"/>
                  </a:lnTo>
                  <a:lnTo>
                    <a:pt x="60145" y="10368"/>
                  </a:lnTo>
                  <a:lnTo>
                    <a:pt x="60025" y="10184"/>
                  </a:lnTo>
                  <a:lnTo>
                    <a:pt x="59972" y="10185"/>
                  </a:lnTo>
                  <a:lnTo>
                    <a:pt x="59733" y="10186"/>
                  </a:lnTo>
                  <a:lnTo>
                    <a:pt x="59678" y="10055"/>
                  </a:lnTo>
                  <a:lnTo>
                    <a:pt x="59565" y="9777"/>
                  </a:lnTo>
                  <a:lnTo>
                    <a:pt x="59735" y="9751"/>
                  </a:lnTo>
                  <a:lnTo>
                    <a:pt x="59859" y="9764"/>
                  </a:lnTo>
                  <a:lnTo>
                    <a:pt x="59966" y="9988"/>
                  </a:lnTo>
                  <a:lnTo>
                    <a:pt x="59998" y="10003"/>
                  </a:lnTo>
                  <a:lnTo>
                    <a:pt x="60196" y="9896"/>
                  </a:lnTo>
                  <a:lnTo>
                    <a:pt x="60198" y="9786"/>
                  </a:lnTo>
                  <a:lnTo>
                    <a:pt x="60217" y="9773"/>
                  </a:lnTo>
                  <a:lnTo>
                    <a:pt x="60484" y="9645"/>
                  </a:lnTo>
                  <a:lnTo>
                    <a:pt x="60777" y="9587"/>
                  </a:lnTo>
                  <a:lnTo>
                    <a:pt x="61140" y="9467"/>
                  </a:lnTo>
                  <a:lnTo>
                    <a:pt x="61191" y="9439"/>
                  </a:lnTo>
                  <a:lnTo>
                    <a:pt x="61370" y="9340"/>
                  </a:lnTo>
                  <a:lnTo>
                    <a:pt x="61423" y="9200"/>
                  </a:lnTo>
                  <a:lnTo>
                    <a:pt x="61403" y="9095"/>
                  </a:lnTo>
                  <a:lnTo>
                    <a:pt x="61446" y="8977"/>
                  </a:lnTo>
                  <a:lnTo>
                    <a:pt x="61537" y="8862"/>
                  </a:lnTo>
                  <a:lnTo>
                    <a:pt x="61715" y="8754"/>
                  </a:lnTo>
                  <a:lnTo>
                    <a:pt x="61976" y="8666"/>
                  </a:lnTo>
                  <a:lnTo>
                    <a:pt x="62276" y="8826"/>
                  </a:lnTo>
                  <a:lnTo>
                    <a:pt x="62630" y="9128"/>
                  </a:lnTo>
                  <a:lnTo>
                    <a:pt x="62657" y="9140"/>
                  </a:lnTo>
                  <a:lnTo>
                    <a:pt x="62664" y="9143"/>
                  </a:lnTo>
                  <a:lnTo>
                    <a:pt x="62720" y="9168"/>
                  </a:lnTo>
                  <a:lnTo>
                    <a:pt x="62727" y="9116"/>
                  </a:lnTo>
                  <a:lnTo>
                    <a:pt x="62941" y="9046"/>
                  </a:lnTo>
                  <a:lnTo>
                    <a:pt x="63309" y="8984"/>
                  </a:lnTo>
                  <a:lnTo>
                    <a:pt x="63511" y="8971"/>
                  </a:lnTo>
                  <a:lnTo>
                    <a:pt x="63631" y="8963"/>
                  </a:lnTo>
                  <a:lnTo>
                    <a:pt x="63928" y="8944"/>
                  </a:lnTo>
                  <a:lnTo>
                    <a:pt x="64120" y="8978"/>
                  </a:lnTo>
                  <a:lnTo>
                    <a:pt x="64168" y="9027"/>
                  </a:lnTo>
                  <a:lnTo>
                    <a:pt x="64192" y="9117"/>
                  </a:lnTo>
                  <a:lnTo>
                    <a:pt x="64214" y="9199"/>
                  </a:lnTo>
                  <a:lnTo>
                    <a:pt x="64225" y="9239"/>
                  </a:lnTo>
                  <a:lnTo>
                    <a:pt x="64223" y="9376"/>
                  </a:lnTo>
                  <a:lnTo>
                    <a:pt x="64176" y="9546"/>
                  </a:lnTo>
                  <a:lnTo>
                    <a:pt x="64150" y="9572"/>
                  </a:lnTo>
                  <a:lnTo>
                    <a:pt x="64035" y="9685"/>
                  </a:lnTo>
                  <a:lnTo>
                    <a:pt x="64038" y="9693"/>
                  </a:lnTo>
                  <a:lnTo>
                    <a:pt x="64042" y="9704"/>
                  </a:lnTo>
                  <a:lnTo>
                    <a:pt x="64054" y="9738"/>
                  </a:lnTo>
                  <a:lnTo>
                    <a:pt x="64064" y="9735"/>
                  </a:lnTo>
                  <a:lnTo>
                    <a:pt x="64178" y="9699"/>
                  </a:lnTo>
                  <a:lnTo>
                    <a:pt x="64188" y="9695"/>
                  </a:lnTo>
                  <a:lnTo>
                    <a:pt x="64198" y="9692"/>
                  </a:lnTo>
                  <a:lnTo>
                    <a:pt x="64201" y="9677"/>
                  </a:lnTo>
                  <a:lnTo>
                    <a:pt x="64206" y="9653"/>
                  </a:lnTo>
                  <a:lnTo>
                    <a:pt x="64226" y="9551"/>
                  </a:lnTo>
                  <a:lnTo>
                    <a:pt x="64234" y="9512"/>
                  </a:lnTo>
                  <a:lnTo>
                    <a:pt x="64310" y="9372"/>
                  </a:lnTo>
                  <a:lnTo>
                    <a:pt x="64316" y="9187"/>
                  </a:lnTo>
                  <a:lnTo>
                    <a:pt x="64313" y="9166"/>
                  </a:lnTo>
                  <a:lnTo>
                    <a:pt x="64308" y="9131"/>
                  </a:lnTo>
                  <a:lnTo>
                    <a:pt x="64299" y="9068"/>
                  </a:lnTo>
                  <a:lnTo>
                    <a:pt x="64342" y="9029"/>
                  </a:lnTo>
                  <a:lnTo>
                    <a:pt x="64494" y="8897"/>
                  </a:lnTo>
                  <a:lnTo>
                    <a:pt x="64614" y="8819"/>
                  </a:lnTo>
                  <a:lnTo>
                    <a:pt x="64672" y="8781"/>
                  </a:lnTo>
                  <a:lnTo>
                    <a:pt x="64708" y="8744"/>
                  </a:lnTo>
                  <a:lnTo>
                    <a:pt x="64776" y="8655"/>
                  </a:lnTo>
                  <a:lnTo>
                    <a:pt x="64747" y="8628"/>
                  </a:lnTo>
                  <a:lnTo>
                    <a:pt x="64720" y="8625"/>
                  </a:lnTo>
                  <a:lnTo>
                    <a:pt x="64688" y="8621"/>
                  </a:lnTo>
                  <a:lnTo>
                    <a:pt x="64620" y="8612"/>
                  </a:lnTo>
                  <a:lnTo>
                    <a:pt x="64552" y="8628"/>
                  </a:lnTo>
                  <a:lnTo>
                    <a:pt x="64136" y="8728"/>
                  </a:lnTo>
                  <a:lnTo>
                    <a:pt x="63993" y="8720"/>
                  </a:lnTo>
                  <a:lnTo>
                    <a:pt x="63852" y="8712"/>
                  </a:lnTo>
                  <a:lnTo>
                    <a:pt x="63842" y="8711"/>
                  </a:lnTo>
                  <a:lnTo>
                    <a:pt x="63446" y="8825"/>
                  </a:lnTo>
                  <a:lnTo>
                    <a:pt x="63390" y="8820"/>
                  </a:lnTo>
                  <a:lnTo>
                    <a:pt x="63068" y="8735"/>
                  </a:lnTo>
                  <a:lnTo>
                    <a:pt x="62717" y="8765"/>
                  </a:lnTo>
                  <a:lnTo>
                    <a:pt x="62594" y="8673"/>
                  </a:lnTo>
                  <a:lnTo>
                    <a:pt x="62554" y="8651"/>
                  </a:lnTo>
                  <a:lnTo>
                    <a:pt x="62156" y="8687"/>
                  </a:lnTo>
                  <a:lnTo>
                    <a:pt x="62085" y="8693"/>
                  </a:lnTo>
                  <a:lnTo>
                    <a:pt x="62078" y="8693"/>
                  </a:lnTo>
                  <a:lnTo>
                    <a:pt x="62073" y="8691"/>
                  </a:lnTo>
                  <a:lnTo>
                    <a:pt x="62071" y="8686"/>
                  </a:lnTo>
                  <a:lnTo>
                    <a:pt x="62068" y="8669"/>
                  </a:lnTo>
                  <a:lnTo>
                    <a:pt x="62069" y="8659"/>
                  </a:lnTo>
                  <a:lnTo>
                    <a:pt x="62073" y="8647"/>
                  </a:lnTo>
                  <a:lnTo>
                    <a:pt x="62082" y="8640"/>
                  </a:lnTo>
                  <a:lnTo>
                    <a:pt x="62098" y="8636"/>
                  </a:lnTo>
                  <a:lnTo>
                    <a:pt x="62213" y="8623"/>
                  </a:lnTo>
                  <a:lnTo>
                    <a:pt x="62348" y="8627"/>
                  </a:lnTo>
                  <a:lnTo>
                    <a:pt x="62918" y="8499"/>
                  </a:lnTo>
                  <a:lnTo>
                    <a:pt x="63128" y="8468"/>
                  </a:lnTo>
                  <a:lnTo>
                    <a:pt x="63182" y="8460"/>
                  </a:lnTo>
                  <a:lnTo>
                    <a:pt x="63432" y="8421"/>
                  </a:lnTo>
                  <a:lnTo>
                    <a:pt x="63438" y="8420"/>
                  </a:lnTo>
                  <a:lnTo>
                    <a:pt x="63502" y="8410"/>
                  </a:lnTo>
                  <a:lnTo>
                    <a:pt x="63645" y="8349"/>
                  </a:lnTo>
                  <a:lnTo>
                    <a:pt x="64003" y="8197"/>
                  </a:lnTo>
                  <a:lnTo>
                    <a:pt x="64225" y="8047"/>
                  </a:lnTo>
                  <a:lnTo>
                    <a:pt x="64406" y="7892"/>
                  </a:lnTo>
                  <a:lnTo>
                    <a:pt x="64481" y="7828"/>
                  </a:lnTo>
                  <a:lnTo>
                    <a:pt x="64488" y="7821"/>
                  </a:lnTo>
                  <a:lnTo>
                    <a:pt x="64498" y="7812"/>
                  </a:lnTo>
                  <a:lnTo>
                    <a:pt x="64514" y="7793"/>
                  </a:lnTo>
                  <a:lnTo>
                    <a:pt x="64524" y="7779"/>
                  </a:lnTo>
                  <a:lnTo>
                    <a:pt x="64532" y="7769"/>
                  </a:lnTo>
                  <a:lnTo>
                    <a:pt x="64539" y="7761"/>
                  </a:lnTo>
                  <a:lnTo>
                    <a:pt x="64575" y="7725"/>
                  </a:lnTo>
                  <a:lnTo>
                    <a:pt x="64607" y="7688"/>
                  </a:lnTo>
                  <a:lnTo>
                    <a:pt x="64639" y="7655"/>
                  </a:lnTo>
                  <a:lnTo>
                    <a:pt x="64668" y="7620"/>
                  </a:lnTo>
                  <a:lnTo>
                    <a:pt x="64687" y="7601"/>
                  </a:lnTo>
                  <a:lnTo>
                    <a:pt x="64690" y="7595"/>
                  </a:lnTo>
                  <a:lnTo>
                    <a:pt x="64699" y="7588"/>
                  </a:lnTo>
                  <a:lnTo>
                    <a:pt x="64718" y="7562"/>
                  </a:lnTo>
                  <a:lnTo>
                    <a:pt x="64745" y="7530"/>
                  </a:lnTo>
                  <a:lnTo>
                    <a:pt x="64768" y="7495"/>
                  </a:lnTo>
                  <a:lnTo>
                    <a:pt x="64804" y="7452"/>
                  </a:lnTo>
                  <a:lnTo>
                    <a:pt x="64837" y="7409"/>
                  </a:lnTo>
                  <a:lnTo>
                    <a:pt x="64871" y="7360"/>
                  </a:lnTo>
                  <a:lnTo>
                    <a:pt x="64901" y="7319"/>
                  </a:lnTo>
                  <a:lnTo>
                    <a:pt x="64931" y="7275"/>
                  </a:lnTo>
                  <a:lnTo>
                    <a:pt x="64969" y="7225"/>
                  </a:lnTo>
                  <a:lnTo>
                    <a:pt x="64993" y="7187"/>
                  </a:lnTo>
                  <a:lnTo>
                    <a:pt x="65017" y="7150"/>
                  </a:lnTo>
                  <a:lnTo>
                    <a:pt x="65050" y="7099"/>
                  </a:lnTo>
                  <a:lnTo>
                    <a:pt x="65058" y="7085"/>
                  </a:lnTo>
                  <a:lnTo>
                    <a:pt x="65069" y="7067"/>
                  </a:lnTo>
                  <a:lnTo>
                    <a:pt x="65075" y="7060"/>
                  </a:lnTo>
                  <a:lnTo>
                    <a:pt x="65084" y="7048"/>
                  </a:lnTo>
                  <a:lnTo>
                    <a:pt x="65089" y="7043"/>
                  </a:lnTo>
                  <a:lnTo>
                    <a:pt x="65090" y="7038"/>
                  </a:lnTo>
                  <a:lnTo>
                    <a:pt x="65091" y="7032"/>
                  </a:lnTo>
                  <a:lnTo>
                    <a:pt x="65095" y="7027"/>
                  </a:lnTo>
                  <a:lnTo>
                    <a:pt x="65100" y="7021"/>
                  </a:lnTo>
                  <a:lnTo>
                    <a:pt x="65105" y="7011"/>
                  </a:lnTo>
                  <a:lnTo>
                    <a:pt x="65107" y="7002"/>
                  </a:lnTo>
                  <a:lnTo>
                    <a:pt x="65110" y="6993"/>
                  </a:lnTo>
                  <a:lnTo>
                    <a:pt x="65117" y="6983"/>
                  </a:lnTo>
                  <a:lnTo>
                    <a:pt x="65122" y="6974"/>
                  </a:lnTo>
                  <a:lnTo>
                    <a:pt x="65125" y="6965"/>
                  </a:lnTo>
                  <a:lnTo>
                    <a:pt x="65124" y="6959"/>
                  </a:lnTo>
                  <a:lnTo>
                    <a:pt x="65115" y="6952"/>
                  </a:lnTo>
                  <a:lnTo>
                    <a:pt x="65112" y="6945"/>
                  </a:lnTo>
                  <a:lnTo>
                    <a:pt x="65125" y="6927"/>
                  </a:lnTo>
                  <a:lnTo>
                    <a:pt x="65159" y="6882"/>
                  </a:lnTo>
                  <a:lnTo>
                    <a:pt x="65165" y="6871"/>
                  </a:lnTo>
                  <a:lnTo>
                    <a:pt x="65186" y="6831"/>
                  </a:lnTo>
                  <a:lnTo>
                    <a:pt x="65200" y="6793"/>
                  </a:lnTo>
                  <a:lnTo>
                    <a:pt x="65207" y="6776"/>
                  </a:lnTo>
                  <a:lnTo>
                    <a:pt x="65229" y="6726"/>
                  </a:lnTo>
                  <a:lnTo>
                    <a:pt x="65255" y="6677"/>
                  </a:lnTo>
                  <a:lnTo>
                    <a:pt x="65273" y="6633"/>
                  </a:lnTo>
                  <a:lnTo>
                    <a:pt x="65291" y="6594"/>
                  </a:lnTo>
                  <a:lnTo>
                    <a:pt x="65303" y="6568"/>
                  </a:lnTo>
                  <a:lnTo>
                    <a:pt x="65314" y="6542"/>
                  </a:lnTo>
                  <a:lnTo>
                    <a:pt x="65319" y="6524"/>
                  </a:lnTo>
                  <a:lnTo>
                    <a:pt x="65322" y="6516"/>
                  </a:lnTo>
                  <a:lnTo>
                    <a:pt x="65327" y="6507"/>
                  </a:lnTo>
                  <a:lnTo>
                    <a:pt x="65334" y="6492"/>
                  </a:lnTo>
                  <a:lnTo>
                    <a:pt x="65336" y="6486"/>
                  </a:lnTo>
                  <a:lnTo>
                    <a:pt x="65344" y="6466"/>
                  </a:lnTo>
                  <a:lnTo>
                    <a:pt x="65357" y="6431"/>
                  </a:lnTo>
                  <a:lnTo>
                    <a:pt x="65362" y="6417"/>
                  </a:lnTo>
                  <a:lnTo>
                    <a:pt x="65367" y="6403"/>
                  </a:lnTo>
                  <a:lnTo>
                    <a:pt x="65369" y="6394"/>
                  </a:lnTo>
                  <a:lnTo>
                    <a:pt x="65373" y="6385"/>
                  </a:lnTo>
                  <a:lnTo>
                    <a:pt x="65391" y="6324"/>
                  </a:lnTo>
                  <a:lnTo>
                    <a:pt x="65560" y="5788"/>
                  </a:lnTo>
                  <a:lnTo>
                    <a:pt x="65572" y="5750"/>
                  </a:lnTo>
                  <a:lnTo>
                    <a:pt x="65711" y="5309"/>
                  </a:lnTo>
                  <a:lnTo>
                    <a:pt x="65713" y="5302"/>
                  </a:lnTo>
                  <a:lnTo>
                    <a:pt x="65715" y="5296"/>
                  </a:lnTo>
                  <a:lnTo>
                    <a:pt x="65726" y="5259"/>
                  </a:lnTo>
                  <a:lnTo>
                    <a:pt x="65760" y="5199"/>
                  </a:lnTo>
                  <a:lnTo>
                    <a:pt x="65838" y="5062"/>
                  </a:lnTo>
                  <a:lnTo>
                    <a:pt x="65967" y="4833"/>
                  </a:lnTo>
                  <a:lnTo>
                    <a:pt x="66294" y="4804"/>
                  </a:lnTo>
                  <a:lnTo>
                    <a:pt x="66617" y="4776"/>
                  </a:lnTo>
                  <a:lnTo>
                    <a:pt x="66681" y="4771"/>
                  </a:lnTo>
                  <a:lnTo>
                    <a:pt x="66940" y="4791"/>
                  </a:lnTo>
                  <a:lnTo>
                    <a:pt x="67293" y="4818"/>
                  </a:lnTo>
                  <a:lnTo>
                    <a:pt x="67390" y="4826"/>
                  </a:lnTo>
                  <a:lnTo>
                    <a:pt x="67419" y="4823"/>
                  </a:lnTo>
                  <a:lnTo>
                    <a:pt x="67457" y="4815"/>
                  </a:lnTo>
                  <a:lnTo>
                    <a:pt x="67467" y="4812"/>
                  </a:lnTo>
                  <a:lnTo>
                    <a:pt x="67474" y="4809"/>
                  </a:lnTo>
                  <a:lnTo>
                    <a:pt x="67483" y="4803"/>
                  </a:lnTo>
                  <a:lnTo>
                    <a:pt x="67487" y="4801"/>
                  </a:lnTo>
                  <a:lnTo>
                    <a:pt x="67498" y="4796"/>
                  </a:lnTo>
                  <a:lnTo>
                    <a:pt x="67518" y="4784"/>
                  </a:lnTo>
                  <a:lnTo>
                    <a:pt x="67527" y="4777"/>
                  </a:lnTo>
                  <a:lnTo>
                    <a:pt x="67542" y="4772"/>
                  </a:lnTo>
                  <a:lnTo>
                    <a:pt x="67566" y="4762"/>
                  </a:lnTo>
                  <a:lnTo>
                    <a:pt x="67583" y="4758"/>
                  </a:lnTo>
                  <a:lnTo>
                    <a:pt x="67592" y="4757"/>
                  </a:lnTo>
                  <a:lnTo>
                    <a:pt x="67601" y="4759"/>
                  </a:lnTo>
                  <a:lnTo>
                    <a:pt x="67609" y="4763"/>
                  </a:lnTo>
                  <a:lnTo>
                    <a:pt x="67628" y="4777"/>
                  </a:lnTo>
                  <a:lnTo>
                    <a:pt x="67646" y="4790"/>
                  </a:lnTo>
                  <a:lnTo>
                    <a:pt x="67665" y="4804"/>
                  </a:lnTo>
                  <a:lnTo>
                    <a:pt x="67687" y="4819"/>
                  </a:lnTo>
                  <a:lnTo>
                    <a:pt x="67712" y="4836"/>
                  </a:lnTo>
                  <a:lnTo>
                    <a:pt x="67736" y="4852"/>
                  </a:lnTo>
                  <a:lnTo>
                    <a:pt x="67753" y="4863"/>
                  </a:lnTo>
                  <a:lnTo>
                    <a:pt x="67787" y="4882"/>
                  </a:lnTo>
                  <a:lnTo>
                    <a:pt x="67819" y="4903"/>
                  </a:lnTo>
                  <a:lnTo>
                    <a:pt x="67862" y="4923"/>
                  </a:lnTo>
                  <a:lnTo>
                    <a:pt x="67887" y="4933"/>
                  </a:lnTo>
                  <a:lnTo>
                    <a:pt x="67936" y="4956"/>
                  </a:lnTo>
                  <a:lnTo>
                    <a:pt x="67956" y="4965"/>
                  </a:lnTo>
                  <a:lnTo>
                    <a:pt x="67976" y="4976"/>
                  </a:lnTo>
                  <a:lnTo>
                    <a:pt x="67989" y="4986"/>
                  </a:lnTo>
                  <a:lnTo>
                    <a:pt x="67995" y="4988"/>
                  </a:lnTo>
                  <a:lnTo>
                    <a:pt x="67999" y="4990"/>
                  </a:lnTo>
                  <a:lnTo>
                    <a:pt x="68008" y="4995"/>
                  </a:lnTo>
                  <a:lnTo>
                    <a:pt x="68020" y="4999"/>
                  </a:lnTo>
                  <a:lnTo>
                    <a:pt x="68054" y="5009"/>
                  </a:lnTo>
                  <a:lnTo>
                    <a:pt x="68089" y="5029"/>
                  </a:lnTo>
                  <a:lnTo>
                    <a:pt x="68102" y="5035"/>
                  </a:lnTo>
                  <a:lnTo>
                    <a:pt x="68139" y="5065"/>
                  </a:lnTo>
                  <a:lnTo>
                    <a:pt x="68168" y="5091"/>
                  </a:lnTo>
                  <a:lnTo>
                    <a:pt x="68190" y="5120"/>
                  </a:lnTo>
                  <a:lnTo>
                    <a:pt x="68209" y="5143"/>
                  </a:lnTo>
                  <a:lnTo>
                    <a:pt x="68232" y="5163"/>
                  </a:lnTo>
                  <a:lnTo>
                    <a:pt x="68262" y="5192"/>
                  </a:lnTo>
                  <a:lnTo>
                    <a:pt x="68269" y="5201"/>
                  </a:lnTo>
                  <a:lnTo>
                    <a:pt x="68274" y="5205"/>
                  </a:lnTo>
                  <a:lnTo>
                    <a:pt x="68305" y="5218"/>
                  </a:lnTo>
                  <a:lnTo>
                    <a:pt x="68299" y="5227"/>
                  </a:lnTo>
                  <a:lnTo>
                    <a:pt x="68322" y="5246"/>
                  </a:lnTo>
                  <a:lnTo>
                    <a:pt x="68337" y="5264"/>
                  </a:lnTo>
                  <a:lnTo>
                    <a:pt x="68355" y="5281"/>
                  </a:lnTo>
                  <a:lnTo>
                    <a:pt x="68369" y="5297"/>
                  </a:lnTo>
                  <a:lnTo>
                    <a:pt x="68375" y="5301"/>
                  </a:lnTo>
                  <a:lnTo>
                    <a:pt x="68381" y="5308"/>
                  </a:lnTo>
                  <a:lnTo>
                    <a:pt x="68419" y="5341"/>
                  </a:lnTo>
                  <a:lnTo>
                    <a:pt x="68429" y="5354"/>
                  </a:lnTo>
                  <a:lnTo>
                    <a:pt x="68450" y="5372"/>
                  </a:lnTo>
                  <a:lnTo>
                    <a:pt x="68479" y="5398"/>
                  </a:lnTo>
                  <a:lnTo>
                    <a:pt x="68512" y="5428"/>
                  </a:lnTo>
                  <a:lnTo>
                    <a:pt x="68533" y="5446"/>
                  </a:lnTo>
                  <a:lnTo>
                    <a:pt x="68541" y="5452"/>
                  </a:lnTo>
                  <a:lnTo>
                    <a:pt x="68560" y="5468"/>
                  </a:lnTo>
                  <a:lnTo>
                    <a:pt x="68576" y="5482"/>
                  </a:lnTo>
                  <a:lnTo>
                    <a:pt x="68593" y="5497"/>
                  </a:lnTo>
                  <a:lnTo>
                    <a:pt x="68623" y="5523"/>
                  </a:lnTo>
                  <a:lnTo>
                    <a:pt x="68639" y="5537"/>
                  </a:lnTo>
                  <a:lnTo>
                    <a:pt x="68654" y="5549"/>
                  </a:lnTo>
                  <a:lnTo>
                    <a:pt x="68701" y="5589"/>
                  </a:lnTo>
                  <a:lnTo>
                    <a:pt x="68719" y="5603"/>
                  </a:lnTo>
                  <a:lnTo>
                    <a:pt x="68749" y="5628"/>
                  </a:lnTo>
                  <a:lnTo>
                    <a:pt x="68764" y="5639"/>
                  </a:lnTo>
                  <a:lnTo>
                    <a:pt x="68795" y="5662"/>
                  </a:lnTo>
                  <a:lnTo>
                    <a:pt x="68823" y="5684"/>
                  </a:lnTo>
                  <a:lnTo>
                    <a:pt x="68856" y="5711"/>
                  </a:lnTo>
                  <a:lnTo>
                    <a:pt x="68863" y="5717"/>
                  </a:lnTo>
                  <a:lnTo>
                    <a:pt x="68874" y="5727"/>
                  </a:lnTo>
                  <a:lnTo>
                    <a:pt x="68900" y="5751"/>
                  </a:lnTo>
                  <a:lnTo>
                    <a:pt x="68921" y="5766"/>
                  </a:lnTo>
                  <a:lnTo>
                    <a:pt x="68931" y="5776"/>
                  </a:lnTo>
                  <a:lnTo>
                    <a:pt x="68946" y="5787"/>
                  </a:lnTo>
                  <a:lnTo>
                    <a:pt x="68979" y="5811"/>
                  </a:lnTo>
                  <a:lnTo>
                    <a:pt x="69030" y="5848"/>
                  </a:lnTo>
                  <a:lnTo>
                    <a:pt x="69034" y="5853"/>
                  </a:lnTo>
                  <a:lnTo>
                    <a:pt x="69043" y="5861"/>
                  </a:lnTo>
                  <a:lnTo>
                    <a:pt x="69068" y="5879"/>
                  </a:lnTo>
                  <a:lnTo>
                    <a:pt x="69082" y="5890"/>
                  </a:lnTo>
                  <a:lnTo>
                    <a:pt x="69113" y="5912"/>
                  </a:lnTo>
                  <a:lnTo>
                    <a:pt x="69133" y="5926"/>
                  </a:lnTo>
                  <a:lnTo>
                    <a:pt x="69161" y="5945"/>
                  </a:lnTo>
                  <a:lnTo>
                    <a:pt x="69186" y="5962"/>
                  </a:lnTo>
                  <a:lnTo>
                    <a:pt x="69202" y="5973"/>
                  </a:lnTo>
                  <a:lnTo>
                    <a:pt x="69234" y="5998"/>
                  </a:lnTo>
                  <a:lnTo>
                    <a:pt x="69246" y="6007"/>
                  </a:lnTo>
                  <a:lnTo>
                    <a:pt x="69261" y="6018"/>
                  </a:lnTo>
                  <a:lnTo>
                    <a:pt x="69279" y="6033"/>
                  </a:lnTo>
                  <a:lnTo>
                    <a:pt x="69311" y="6055"/>
                  </a:lnTo>
                  <a:lnTo>
                    <a:pt x="69320" y="6064"/>
                  </a:lnTo>
                  <a:lnTo>
                    <a:pt x="69352" y="6086"/>
                  </a:lnTo>
                  <a:lnTo>
                    <a:pt x="69396" y="6114"/>
                  </a:lnTo>
                  <a:lnTo>
                    <a:pt x="69431" y="6138"/>
                  </a:lnTo>
                  <a:lnTo>
                    <a:pt x="69452" y="6152"/>
                  </a:lnTo>
                  <a:lnTo>
                    <a:pt x="69471" y="6164"/>
                  </a:lnTo>
                  <a:lnTo>
                    <a:pt x="69482" y="6175"/>
                  </a:lnTo>
                  <a:lnTo>
                    <a:pt x="69488" y="6180"/>
                  </a:lnTo>
                  <a:lnTo>
                    <a:pt x="69500" y="6186"/>
                  </a:lnTo>
                  <a:lnTo>
                    <a:pt x="69506" y="6192"/>
                  </a:lnTo>
                  <a:lnTo>
                    <a:pt x="69530" y="6210"/>
                  </a:lnTo>
                  <a:lnTo>
                    <a:pt x="69551" y="6223"/>
                  </a:lnTo>
                  <a:lnTo>
                    <a:pt x="69556" y="6227"/>
                  </a:lnTo>
                  <a:lnTo>
                    <a:pt x="69584" y="6246"/>
                  </a:lnTo>
                  <a:lnTo>
                    <a:pt x="69619" y="6261"/>
                  </a:lnTo>
                  <a:lnTo>
                    <a:pt x="69648" y="6270"/>
                  </a:lnTo>
                  <a:lnTo>
                    <a:pt x="69678" y="6279"/>
                  </a:lnTo>
                  <a:lnTo>
                    <a:pt x="69743" y="6309"/>
                  </a:lnTo>
                  <a:lnTo>
                    <a:pt x="69750" y="6310"/>
                  </a:lnTo>
                  <a:lnTo>
                    <a:pt x="69758" y="6311"/>
                  </a:lnTo>
                  <a:lnTo>
                    <a:pt x="69766" y="6315"/>
                  </a:lnTo>
                  <a:lnTo>
                    <a:pt x="69774" y="6328"/>
                  </a:lnTo>
                  <a:lnTo>
                    <a:pt x="69783" y="6332"/>
                  </a:lnTo>
                  <a:lnTo>
                    <a:pt x="69792" y="6336"/>
                  </a:lnTo>
                  <a:lnTo>
                    <a:pt x="69805" y="6342"/>
                  </a:lnTo>
                  <a:lnTo>
                    <a:pt x="69821" y="6350"/>
                  </a:lnTo>
                  <a:lnTo>
                    <a:pt x="69835" y="6358"/>
                  </a:lnTo>
                  <a:lnTo>
                    <a:pt x="69843" y="6362"/>
                  </a:lnTo>
                  <a:lnTo>
                    <a:pt x="69860" y="6372"/>
                  </a:lnTo>
                  <a:lnTo>
                    <a:pt x="69892" y="6390"/>
                  </a:lnTo>
                  <a:lnTo>
                    <a:pt x="69903" y="6397"/>
                  </a:lnTo>
                  <a:lnTo>
                    <a:pt x="69919" y="6405"/>
                  </a:lnTo>
                  <a:lnTo>
                    <a:pt x="69931" y="6410"/>
                  </a:lnTo>
                  <a:lnTo>
                    <a:pt x="69951" y="6421"/>
                  </a:lnTo>
                  <a:lnTo>
                    <a:pt x="69968" y="6432"/>
                  </a:lnTo>
                  <a:lnTo>
                    <a:pt x="69981" y="6438"/>
                  </a:lnTo>
                  <a:lnTo>
                    <a:pt x="69998" y="6445"/>
                  </a:lnTo>
                  <a:lnTo>
                    <a:pt x="70015" y="6451"/>
                  </a:lnTo>
                  <a:lnTo>
                    <a:pt x="70051" y="6467"/>
                  </a:lnTo>
                  <a:lnTo>
                    <a:pt x="70089" y="6483"/>
                  </a:lnTo>
                  <a:lnTo>
                    <a:pt x="70126" y="6499"/>
                  </a:lnTo>
                  <a:lnTo>
                    <a:pt x="70552" y="6588"/>
                  </a:lnTo>
                  <a:lnTo>
                    <a:pt x="70718" y="6623"/>
                  </a:lnTo>
                  <a:lnTo>
                    <a:pt x="70727" y="6624"/>
                  </a:lnTo>
                  <a:lnTo>
                    <a:pt x="70792" y="6637"/>
                  </a:lnTo>
                  <a:lnTo>
                    <a:pt x="70843" y="6647"/>
                  </a:lnTo>
                  <a:lnTo>
                    <a:pt x="71184" y="6715"/>
                  </a:lnTo>
                  <a:lnTo>
                    <a:pt x="71230" y="6724"/>
                  </a:lnTo>
                  <a:lnTo>
                    <a:pt x="71221" y="6687"/>
                  </a:lnTo>
                  <a:lnTo>
                    <a:pt x="71215" y="6650"/>
                  </a:lnTo>
                  <a:lnTo>
                    <a:pt x="71200" y="6651"/>
                  </a:lnTo>
                  <a:lnTo>
                    <a:pt x="71198" y="6642"/>
                  </a:lnTo>
                  <a:lnTo>
                    <a:pt x="71187" y="6590"/>
                  </a:lnTo>
                  <a:lnTo>
                    <a:pt x="71177" y="6542"/>
                  </a:lnTo>
                  <a:lnTo>
                    <a:pt x="71165" y="6494"/>
                  </a:lnTo>
                  <a:lnTo>
                    <a:pt x="71112" y="6488"/>
                  </a:lnTo>
                  <a:lnTo>
                    <a:pt x="71084" y="6484"/>
                  </a:lnTo>
                  <a:lnTo>
                    <a:pt x="71054" y="6481"/>
                  </a:lnTo>
                  <a:lnTo>
                    <a:pt x="71009" y="6476"/>
                  </a:lnTo>
                  <a:lnTo>
                    <a:pt x="70987" y="6473"/>
                  </a:lnTo>
                  <a:lnTo>
                    <a:pt x="70956" y="6473"/>
                  </a:lnTo>
                  <a:lnTo>
                    <a:pt x="70949" y="6474"/>
                  </a:lnTo>
                  <a:lnTo>
                    <a:pt x="70934" y="6480"/>
                  </a:lnTo>
                  <a:lnTo>
                    <a:pt x="70936" y="6466"/>
                  </a:lnTo>
                  <a:lnTo>
                    <a:pt x="70963" y="6300"/>
                  </a:lnTo>
                  <a:lnTo>
                    <a:pt x="71039" y="6311"/>
                  </a:lnTo>
                  <a:lnTo>
                    <a:pt x="71125" y="6320"/>
                  </a:lnTo>
                  <a:lnTo>
                    <a:pt x="71131" y="6321"/>
                  </a:lnTo>
                  <a:lnTo>
                    <a:pt x="71191" y="6329"/>
                  </a:lnTo>
                  <a:lnTo>
                    <a:pt x="71230" y="6332"/>
                  </a:lnTo>
                  <a:lnTo>
                    <a:pt x="71226" y="6312"/>
                  </a:lnTo>
                  <a:lnTo>
                    <a:pt x="71213" y="6250"/>
                  </a:lnTo>
                  <a:lnTo>
                    <a:pt x="71200" y="6191"/>
                  </a:lnTo>
                  <a:lnTo>
                    <a:pt x="71190" y="6146"/>
                  </a:lnTo>
                  <a:lnTo>
                    <a:pt x="71173" y="6065"/>
                  </a:lnTo>
                  <a:lnTo>
                    <a:pt x="70872" y="5975"/>
                  </a:lnTo>
                  <a:lnTo>
                    <a:pt x="70960" y="5655"/>
                  </a:lnTo>
                  <a:lnTo>
                    <a:pt x="70979" y="5641"/>
                  </a:lnTo>
                  <a:lnTo>
                    <a:pt x="71066" y="5759"/>
                  </a:lnTo>
                  <a:lnTo>
                    <a:pt x="71325" y="5840"/>
                  </a:lnTo>
                  <a:lnTo>
                    <a:pt x="71445" y="5806"/>
                  </a:lnTo>
                  <a:lnTo>
                    <a:pt x="71569" y="6082"/>
                  </a:lnTo>
                  <a:lnTo>
                    <a:pt x="71686" y="6153"/>
                  </a:lnTo>
                  <a:lnTo>
                    <a:pt x="71846" y="6251"/>
                  </a:lnTo>
                  <a:lnTo>
                    <a:pt x="71852" y="6247"/>
                  </a:lnTo>
                  <a:lnTo>
                    <a:pt x="71911" y="6211"/>
                  </a:lnTo>
                  <a:lnTo>
                    <a:pt x="72016" y="6145"/>
                  </a:lnTo>
                  <a:lnTo>
                    <a:pt x="72252" y="5972"/>
                  </a:lnTo>
                  <a:lnTo>
                    <a:pt x="72286" y="5953"/>
                  </a:lnTo>
                  <a:lnTo>
                    <a:pt x="72413" y="5879"/>
                  </a:lnTo>
                  <a:lnTo>
                    <a:pt x="72514" y="5821"/>
                  </a:lnTo>
                  <a:lnTo>
                    <a:pt x="72535" y="5662"/>
                  </a:lnTo>
                  <a:lnTo>
                    <a:pt x="72527" y="5415"/>
                  </a:lnTo>
                  <a:lnTo>
                    <a:pt x="73155" y="5469"/>
                  </a:lnTo>
                  <a:lnTo>
                    <a:pt x="73161" y="5469"/>
                  </a:lnTo>
                  <a:lnTo>
                    <a:pt x="73176" y="5482"/>
                  </a:lnTo>
                  <a:lnTo>
                    <a:pt x="73200" y="5505"/>
                  </a:lnTo>
                  <a:lnTo>
                    <a:pt x="73238" y="5542"/>
                  </a:lnTo>
                  <a:lnTo>
                    <a:pt x="73264" y="5528"/>
                  </a:lnTo>
                  <a:lnTo>
                    <a:pt x="73294" y="5513"/>
                  </a:lnTo>
                  <a:lnTo>
                    <a:pt x="73293" y="5504"/>
                  </a:lnTo>
                  <a:lnTo>
                    <a:pt x="73295" y="5499"/>
                  </a:lnTo>
                  <a:lnTo>
                    <a:pt x="73245" y="5456"/>
                  </a:lnTo>
                  <a:lnTo>
                    <a:pt x="73227" y="5437"/>
                  </a:lnTo>
                  <a:lnTo>
                    <a:pt x="73222" y="5425"/>
                  </a:lnTo>
                  <a:lnTo>
                    <a:pt x="73212" y="5411"/>
                  </a:lnTo>
                  <a:lnTo>
                    <a:pt x="73204" y="5398"/>
                  </a:lnTo>
                  <a:lnTo>
                    <a:pt x="73180" y="5367"/>
                  </a:lnTo>
                  <a:lnTo>
                    <a:pt x="73169" y="5351"/>
                  </a:lnTo>
                  <a:lnTo>
                    <a:pt x="73162" y="5339"/>
                  </a:lnTo>
                  <a:lnTo>
                    <a:pt x="72430" y="5029"/>
                  </a:lnTo>
                  <a:lnTo>
                    <a:pt x="72347" y="4993"/>
                  </a:lnTo>
                  <a:lnTo>
                    <a:pt x="72329" y="4996"/>
                  </a:lnTo>
                  <a:lnTo>
                    <a:pt x="72319" y="4990"/>
                  </a:lnTo>
                  <a:lnTo>
                    <a:pt x="72314" y="4987"/>
                  </a:lnTo>
                  <a:lnTo>
                    <a:pt x="72278" y="4981"/>
                  </a:lnTo>
                  <a:lnTo>
                    <a:pt x="72271" y="4981"/>
                  </a:lnTo>
                  <a:lnTo>
                    <a:pt x="72266" y="4981"/>
                  </a:lnTo>
                  <a:lnTo>
                    <a:pt x="72261" y="4981"/>
                  </a:lnTo>
                  <a:lnTo>
                    <a:pt x="72239" y="4982"/>
                  </a:lnTo>
                  <a:lnTo>
                    <a:pt x="72222" y="4982"/>
                  </a:lnTo>
                  <a:lnTo>
                    <a:pt x="72178" y="4975"/>
                  </a:lnTo>
                  <a:lnTo>
                    <a:pt x="72172" y="4974"/>
                  </a:lnTo>
                  <a:lnTo>
                    <a:pt x="72166" y="4973"/>
                  </a:lnTo>
                  <a:lnTo>
                    <a:pt x="72155" y="4976"/>
                  </a:lnTo>
                  <a:lnTo>
                    <a:pt x="72145" y="4979"/>
                  </a:lnTo>
                  <a:lnTo>
                    <a:pt x="72134" y="5001"/>
                  </a:lnTo>
                  <a:lnTo>
                    <a:pt x="72123" y="5011"/>
                  </a:lnTo>
                  <a:lnTo>
                    <a:pt x="72113" y="5007"/>
                  </a:lnTo>
                  <a:lnTo>
                    <a:pt x="72098" y="5010"/>
                  </a:lnTo>
                  <a:lnTo>
                    <a:pt x="72091" y="5011"/>
                  </a:lnTo>
                  <a:lnTo>
                    <a:pt x="72079" y="5013"/>
                  </a:lnTo>
                  <a:lnTo>
                    <a:pt x="72068" y="5021"/>
                  </a:lnTo>
                  <a:lnTo>
                    <a:pt x="72060" y="5009"/>
                  </a:lnTo>
                  <a:lnTo>
                    <a:pt x="72050" y="4997"/>
                  </a:lnTo>
                  <a:lnTo>
                    <a:pt x="72031" y="4990"/>
                  </a:lnTo>
                  <a:lnTo>
                    <a:pt x="72013" y="4971"/>
                  </a:lnTo>
                  <a:lnTo>
                    <a:pt x="72012" y="4951"/>
                  </a:lnTo>
                  <a:lnTo>
                    <a:pt x="72026" y="4933"/>
                  </a:lnTo>
                  <a:lnTo>
                    <a:pt x="72033" y="4890"/>
                  </a:lnTo>
                  <a:lnTo>
                    <a:pt x="72033" y="4865"/>
                  </a:lnTo>
                  <a:lnTo>
                    <a:pt x="72017" y="4856"/>
                  </a:lnTo>
                  <a:lnTo>
                    <a:pt x="72008" y="4851"/>
                  </a:lnTo>
                  <a:lnTo>
                    <a:pt x="72003" y="4822"/>
                  </a:lnTo>
                  <a:lnTo>
                    <a:pt x="72011" y="4782"/>
                  </a:lnTo>
                  <a:lnTo>
                    <a:pt x="72016" y="4758"/>
                  </a:lnTo>
                  <a:lnTo>
                    <a:pt x="72018" y="4752"/>
                  </a:lnTo>
                  <a:lnTo>
                    <a:pt x="72021" y="4740"/>
                  </a:lnTo>
                  <a:lnTo>
                    <a:pt x="72025" y="4726"/>
                  </a:lnTo>
                  <a:lnTo>
                    <a:pt x="72042" y="4671"/>
                  </a:lnTo>
                  <a:lnTo>
                    <a:pt x="72057" y="4613"/>
                  </a:lnTo>
                  <a:lnTo>
                    <a:pt x="72060" y="4604"/>
                  </a:lnTo>
                  <a:lnTo>
                    <a:pt x="72071" y="4562"/>
                  </a:lnTo>
                  <a:lnTo>
                    <a:pt x="72074" y="4552"/>
                  </a:lnTo>
                  <a:lnTo>
                    <a:pt x="72080" y="4529"/>
                  </a:lnTo>
                  <a:lnTo>
                    <a:pt x="72086" y="4510"/>
                  </a:lnTo>
                  <a:lnTo>
                    <a:pt x="72094" y="4480"/>
                  </a:lnTo>
                  <a:lnTo>
                    <a:pt x="72104" y="4443"/>
                  </a:lnTo>
                  <a:lnTo>
                    <a:pt x="72108" y="4436"/>
                  </a:lnTo>
                  <a:lnTo>
                    <a:pt x="72121" y="4413"/>
                  </a:lnTo>
                  <a:lnTo>
                    <a:pt x="72176" y="4349"/>
                  </a:lnTo>
                  <a:lnTo>
                    <a:pt x="72185" y="4339"/>
                  </a:lnTo>
                  <a:lnTo>
                    <a:pt x="72238" y="4276"/>
                  </a:lnTo>
                  <a:lnTo>
                    <a:pt x="72268" y="4238"/>
                  </a:lnTo>
                  <a:lnTo>
                    <a:pt x="72306" y="4200"/>
                  </a:lnTo>
                  <a:lnTo>
                    <a:pt x="72348" y="4189"/>
                  </a:lnTo>
                  <a:lnTo>
                    <a:pt x="72432" y="4174"/>
                  </a:lnTo>
                  <a:lnTo>
                    <a:pt x="72501" y="4151"/>
                  </a:lnTo>
                  <a:lnTo>
                    <a:pt x="72506" y="4151"/>
                  </a:lnTo>
                  <a:lnTo>
                    <a:pt x="72549" y="4147"/>
                  </a:lnTo>
                  <a:lnTo>
                    <a:pt x="72594" y="4134"/>
                  </a:lnTo>
                  <a:lnTo>
                    <a:pt x="72604" y="4132"/>
                  </a:lnTo>
                  <a:lnTo>
                    <a:pt x="72628" y="4125"/>
                  </a:lnTo>
                  <a:lnTo>
                    <a:pt x="72673" y="4113"/>
                  </a:lnTo>
                  <a:lnTo>
                    <a:pt x="72679" y="4112"/>
                  </a:lnTo>
                  <a:lnTo>
                    <a:pt x="72719" y="4102"/>
                  </a:lnTo>
                  <a:lnTo>
                    <a:pt x="72755" y="4094"/>
                  </a:lnTo>
                  <a:lnTo>
                    <a:pt x="72818" y="4085"/>
                  </a:lnTo>
                  <a:lnTo>
                    <a:pt x="72876" y="4065"/>
                  </a:lnTo>
                  <a:lnTo>
                    <a:pt x="72916" y="4057"/>
                  </a:lnTo>
                  <a:lnTo>
                    <a:pt x="72953" y="4049"/>
                  </a:lnTo>
                  <a:lnTo>
                    <a:pt x="72974" y="4045"/>
                  </a:lnTo>
                  <a:lnTo>
                    <a:pt x="73014" y="4035"/>
                  </a:lnTo>
                  <a:lnTo>
                    <a:pt x="73803" y="3632"/>
                  </a:lnTo>
                  <a:lnTo>
                    <a:pt x="73865" y="3576"/>
                  </a:lnTo>
                  <a:lnTo>
                    <a:pt x="74370" y="3438"/>
                  </a:lnTo>
                  <a:lnTo>
                    <a:pt x="74837" y="3394"/>
                  </a:lnTo>
                  <a:lnTo>
                    <a:pt x="74886" y="3424"/>
                  </a:lnTo>
                  <a:lnTo>
                    <a:pt x="74927" y="3432"/>
                  </a:lnTo>
                  <a:lnTo>
                    <a:pt x="74996" y="3513"/>
                  </a:lnTo>
                  <a:lnTo>
                    <a:pt x="75057" y="3544"/>
                  </a:lnTo>
                  <a:lnTo>
                    <a:pt x="75141" y="3702"/>
                  </a:lnTo>
                  <a:lnTo>
                    <a:pt x="75174" y="3902"/>
                  </a:lnTo>
                  <a:lnTo>
                    <a:pt x="75167" y="4007"/>
                  </a:lnTo>
                  <a:lnTo>
                    <a:pt x="75295" y="4040"/>
                  </a:lnTo>
                  <a:lnTo>
                    <a:pt x="75489" y="4088"/>
                  </a:lnTo>
                  <a:lnTo>
                    <a:pt x="75495" y="4085"/>
                  </a:lnTo>
                  <a:lnTo>
                    <a:pt x="75500" y="4085"/>
                  </a:lnTo>
                  <a:lnTo>
                    <a:pt x="75505" y="4086"/>
                  </a:lnTo>
                  <a:lnTo>
                    <a:pt x="75510" y="4084"/>
                  </a:lnTo>
                  <a:lnTo>
                    <a:pt x="75513" y="4080"/>
                  </a:lnTo>
                  <a:lnTo>
                    <a:pt x="75543" y="4073"/>
                  </a:lnTo>
                  <a:lnTo>
                    <a:pt x="75636" y="4053"/>
                  </a:lnTo>
                  <a:lnTo>
                    <a:pt x="75654" y="4049"/>
                  </a:lnTo>
                  <a:lnTo>
                    <a:pt x="75671" y="4058"/>
                  </a:lnTo>
                  <a:lnTo>
                    <a:pt x="75714" y="4076"/>
                  </a:lnTo>
                  <a:lnTo>
                    <a:pt x="75765" y="4101"/>
                  </a:lnTo>
                  <a:lnTo>
                    <a:pt x="75826" y="4134"/>
                  </a:lnTo>
                  <a:lnTo>
                    <a:pt x="75876" y="4165"/>
                  </a:lnTo>
                  <a:lnTo>
                    <a:pt x="75928" y="4200"/>
                  </a:lnTo>
                  <a:lnTo>
                    <a:pt x="75988" y="4239"/>
                  </a:lnTo>
                  <a:lnTo>
                    <a:pt x="76051" y="4279"/>
                  </a:lnTo>
                  <a:lnTo>
                    <a:pt x="76114" y="4319"/>
                  </a:lnTo>
                  <a:lnTo>
                    <a:pt x="76205" y="4376"/>
                  </a:lnTo>
                  <a:lnTo>
                    <a:pt x="76283" y="4426"/>
                  </a:lnTo>
                  <a:lnTo>
                    <a:pt x="76362" y="4476"/>
                  </a:lnTo>
                  <a:lnTo>
                    <a:pt x="76427" y="4515"/>
                  </a:lnTo>
                  <a:lnTo>
                    <a:pt x="76479" y="4544"/>
                  </a:lnTo>
                  <a:lnTo>
                    <a:pt x="76553" y="4583"/>
                  </a:lnTo>
                  <a:lnTo>
                    <a:pt x="76602" y="4616"/>
                  </a:lnTo>
                  <a:lnTo>
                    <a:pt x="76650" y="4641"/>
                  </a:lnTo>
                  <a:lnTo>
                    <a:pt x="76694" y="4670"/>
                  </a:lnTo>
                  <a:lnTo>
                    <a:pt x="76737" y="4698"/>
                  </a:lnTo>
                  <a:lnTo>
                    <a:pt x="76786" y="4731"/>
                  </a:lnTo>
                  <a:lnTo>
                    <a:pt x="76821" y="4755"/>
                  </a:lnTo>
                  <a:lnTo>
                    <a:pt x="76870" y="4789"/>
                  </a:lnTo>
                  <a:lnTo>
                    <a:pt x="76906" y="4814"/>
                  </a:lnTo>
                  <a:lnTo>
                    <a:pt x="76927" y="4829"/>
                  </a:lnTo>
                  <a:lnTo>
                    <a:pt x="76944" y="4841"/>
                  </a:lnTo>
                  <a:lnTo>
                    <a:pt x="76968" y="4856"/>
                  </a:lnTo>
                  <a:lnTo>
                    <a:pt x="76997" y="4876"/>
                  </a:lnTo>
                  <a:lnTo>
                    <a:pt x="77024" y="4893"/>
                  </a:lnTo>
                  <a:lnTo>
                    <a:pt x="77061" y="4920"/>
                  </a:lnTo>
                  <a:lnTo>
                    <a:pt x="77103" y="4945"/>
                  </a:lnTo>
                  <a:lnTo>
                    <a:pt x="77130" y="4959"/>
                  </a:lnTo>
                  <a:lnTo>
                    <a:pt x="77157" y="4974"/>
                  </a:lnTo>
                  <a:lnTo>
                    <a:pt x="77163" y="4978"/>
                  </a:lnTo>
                  <a:lnTo>
                    <a:pt x="77203" y="5002"/>
                  </a:lnTo>
                  <a:lnTo>
                    <a:pt x="77214" y="5009"/>
                  </a:lnTo>
                  <a:lnTo>
                    <a:pt x="77229" y="5013"/>
                  </a:lnTo>
                  <a:lnTo>
                    <a:pt x="77243" y="5022"/>
                  </a:lnTo>
                  <a:lnTo>
                    <a:pt x="77257" y="5033"/>
                  </a:lnTo>
                  <a:lnTo>
                    <a:pt x="77313" y="5074"/>
                  </a:lnTo>
                  <a:lnTo>
                    <a:pt x="77379" y="5115"/>
                  </a:lnTo>
                  <a:lnTo>
                    <a:pt x="77434" y="5153"/>
                  </a:lnTo>
                  <a:lnTo>
                    <a:pt x="77527" y="5217"/>
                  </a:lnTo>
                  <a:lnTo>
                    <a:pt x="77586" y="5255"/>
                  </a:lnTo>
                  <a:lnTo>
                    <a:pt x="77658" y="5301"/>
                  </a:lnTo>
                  <a:lnTo>
                    <a:pt x="77725" y="5345"/>
                  </a:lnTo>
                  <a:lnTo>
                    <a:pt x="77833" y="5413"/>
                  </a:lnTo>
                  <a:lnTo>
                    <a:pt x="77903" y="5458"/>
                  </a:lnTo>
                  <a:lnTo>
                    <a:pt x="77993" y="5516"/>
                  </a:lnTo>
                  <a:lnTo>
                    <a:pt x="78051" y="5553"/>
                  </a:lnTo>
                  <a:lnTo>
                    <a:pt x="78146" y="5616"/>
                  </a:lnTo>
                  <a:lnTo>
                    <a:pt x="78220" y="5664"/>
                  </a:lnTo>
                  <a:lnTo>
                    <a:pt x="78288" y="5707"/>
                  </a:lnTo>
                  <a:lnTo>
                    <a:pt x="78335" y="5739"/>
                  </a:lnTo>
                  <a:lnTo>
                    <a:pt x="78405" y="5781"/>
                  </a:lnTo>
                  <a:lnTo>
                    <a:pt x="78462" y="5819"/>
                  </a:lnTo>
                  <a:lnTo>
                    <a:pt x="78553" y="5875"/>
                  </a:lnTo>
                  <a:lnTo>
                    <a:pt x="78601" y="5906"/>
                  </a:lnTo>
                  <a:lnTo>
                    <a:pt x="78658" y="5940"/>
                  </a:lnTo>
                  <a:lnTo>
                    <a:pt x="78700" y="5965"/>
                  </a:lnTo>
                  <a:lnTo>
                    <a:pt x="78704" y="5967"/>
                  </a:lnTo>
                  <a:lnTo>
                    <a:pt x="78778" y="6007"/>
                  </a:lnTo>
                  <a:lnTo>
                    <a:pt x="78838" y="6042"/>
                  </a:lnTo>
                  <a:lnTo>
                    <a:pt x="78857" y="6052"/>
                  </a:lnTo>
                  <a:lnTo>
                    <a:pt x="78895" y="6073"/>
                  </a:lnTo>
                  <a:lnTo>
                    <a:pt x="78918" y="6085"/>
                  </a:lnTo>
                  <a:lnTo>
                    <a:pt x="78977" y="6118"/>
                  </a:lnTo>
                  <a:lnTo>
                    <a:pt x="79026" y="6143"/>
                  </a:lnTo>
                  <a:lnTo>
                    <a:pt x="79084" y="6174"/>
                  </a:lnTo>
                  <a:lnTo>
                    <a:pt x="79139" y="6201"/>
                  </a:lnTo>
                  <a:lnTo>
                    <a:pt x="79201" y="6236"/>
                  </a:lnTo>
                  <a:lnTo>
                    <a:pt x="79251" y="6262"/>
                  </a:lnTo>
                  <a:lnTo>
                    <a:pt x="79299" y="6287"/>
                  </a:lnTo>
                  <a:lnTo>
                    <a:pt x="79313" y="6296"/>
                  </a:lnTo>
                  <a:lnTo>
                    <a:pt x="79329" y="6303"/>
                  </a:lnTo>
                  <a:lnTo>
                    <a:pt x="79353" y="6315"/>
                  </a:lnTo>
                  <a:lnTo>
                    <a:pt x="79517" y="6404"/>
                  </a:lnTo>
                  <a:lnTo>
                    <a:pt x="79534" y="6405"/>
                  </a:lnTo>
                  <a:lnTo>
                    <a:pt x="79548" y="6410"/>
                  </a:lnTo>
                  <a:lnTo>
                    <a:pt x="79560" y="6418"/>
                  </a:lnTo>
                  <a:lnTo>
                    <a:pt x="79569" y="6423"/>
                  </a:lnTo>
                  <a:lnTo>
                    <a:pt x="79580" y="6428"/>
                  </a:lnTo>
                  <a:lnTo>
                    <a:pt x="79586" y="6431"/>
                  </a:lnTo>
                  <a:lnTo>
                    <a:pt x="79622" y="6447"/>
                  </a:lnTo>
                  <a:lnTo>
                    <a:pt x="79640" y="6454"/>
                  </a:lnTo>
                  <a:lnTo>
                    <a:pt x="79655" y="6460"/>
                  </a:lnTo>
                  <a:lnTo>
                    <a:pt x="79693" y="6478"/>
                  </a:lnTo>
                  <a:lnTo>
                    <a:pt x="79732" y="6498"/>
                  </a:lnTo>
                  <a:lnTo>
                    <a:pt x="79794" y="6529"/>
                  </a:lnTo>
                  <a:lnTo>
                    <a:pt x="79844" y="6555"/>
                  </a:lnTo>
                  <a:lnTo>
                    <a:pt x="79887" y="6577"/>
                  </a:lnTo>
                  <a:lnTo>
                    <a:pt x="79909" y="6588"/>
                  </a:lnTo>
                  <a:lnTo>
                    <a:pt x="79949" y="6606"/>
                  </a:lnTo>
                  <a:lnTo>
                    <a:pt x="79993" y="6627"/>
                  </a:lnTo>
                  <a:lnTo>
                    <a:pt x="80053" y="6657"/>
                  </a:lnTo>
                  <a:lnTo>
                    <a:pt x="80091" y="6676"/>
                  </a:lnTo>
                  <a:lnTo>
                    <a:pt x="80149" y="6695"/>
                  </a:lnTo>
                  <a:lnTo>
                    <a:pt x="80236" y="6730"/>
                  </a:lnTo>
                  <a:lnTo>
                    <a:pt x="80284" y="6750"/>
                  </a:lnTo>
                  <a:lnTo>
                    <a:pt x="80319" y="6765"/>
                  </a:lnTo>
                  <a:lnTo>
                    <a:pt x="80335" y="6770"/>
                  </a:lnTo>
                  <a:lnTo>
                    <a:pt x="80361" y="6778"/>
                  </a:lnTo>
                  <a:lnTo>
                    <a:pt x="80384" y="6788"/>
                  </a:lnTo>
                  <a:lnTo>
                    <a:pt x="80429" y="6806"/>
                  </a:lnTo>
                  <a:lnTo>
                    <a:pt x="80460" y="6819"/>
                  </a:lnTo>
                  <a:lnTo>
                    <a:pt x="80483" y="6827"/>
                  </a:lnTo>
                  <a:lnTo>
                    <a:pt x="80523" y="6837"/>
                  </a:lnTo>
                  <a:lnTo>
                    <a:pt x="80549" y="6846"/>
                  </a:lnTo>
                  <a:lnTo>
                    <a:pt x="80559" y="6849"/>
                  </a:lnTo>
                  <a:lnTo>
                    <a:pt x="80564" y="6851"/>
                  </a:lnTo>
                  <a:lnTo>
                    <a:pt x="80569" y="6852"/>
                  </a:lnTo>
                  <a:lnTo>
                    <a:pt x="80614" y="6864"/>
                  </a:lnTo>
                  <a:lnTo>
                    <a:pt x="80660" y="6877"/>
                  </a:lnTo>
                  <a:lnTo>
                    <a:pt x="80697" y="6889"/>
                  </a:lnTo>
                  <a:lnTo>
                    <a:pt x="80730" y="6898"/>
                  </a:lnTo>
                  <a:lnTo>
                    <a:pt x="80755" y="6904"/>
                  </a:lnTo>
                  <a:lnTo>
                    <a:pt x="80834" y="6922"/>
                  </a:lnTo>
                  <a:lnTo>
                    <a:pt x="80880" y="6932"/>
                  </a:lnTo>
                  <a:lnTo>
                    <a:pt x="80920" y="6939"/>
                  </a:lnTo>
                  <a:lnTo>
                    <a:pt x="80981" y="6951"/>
                  </a:lnTo>
                  <a:lnTo>
                    <a:pt x="81027" y="6959"/>
                  </a:lnTo>
                  <a:lnTo>
                    <a:pt x="81064" y="6967"/>
                  </a:lnTo>
                  <a:lnTo>
                    <a:pt x="81121" y="6972"/>
                  </a:lnTo>
                  <a:lnTo>
                    <a:pt x="81169" y="6976"/>
                  </a:lnTo>
                  <a:lnTo>
                    <a:pt x="81207" y="6977"/>
                  </a:lnTo>
                  <a:lnTo>
                    <a:pt x="81247" y="6981"/>
                  </a:lnTo>
                  <a:lnTo>
                    <a:pt x="81287" y="6979"/>
                  </a:lnTo>
                  <a:lnTo>
                    <a:pt x="81342" y="6981"/>
                  </a:lnTo>
                  <a:lnTo>
                    <a:pt x="81365" y="6984"/>
                  </a:lnTo>
                  <a:lnTo>
                    <a:pt x="81399" y="6983"/>
                  </a:lnTo>
                  <a:lnTo>
                    <a:pt x="81432" y="6981"/>
                  </a:lnTo>
                  <a:lnTo>
                    <a:pt x="81525" y="6973"/>
                  </a:lnTo>
                  <a:lnTo>
                    <a:pt x="81596" y="6965"/>
                  </a:lnTo>
                  <a:lnTo>
                    <a:pt x="81661" y="6958"/>
                  </a:lnTo>
                  <a:lnTo>
                    <a:pt x="81716" y="6950"/>
                  </a:lnTo>
                  <a:lnTo>
                    <a:pt x="81721" y="6950"/>
                  </a:lnTo>
                  <a:lnTo>
                    <a:pt x="81752" y="6943"/>
                  </a:lnTo>
                  <a:lnTo>
                    <a:pt x="81793" y="6936"/>
                  </a:lnTo>
                  <a:lnTo>
                    <a:pt x="81820" y="6927"/>
                  </a:lnTo>
                  <a:lnTo>
                    <a:pt x="81862" y="6910"/>
                  </a:lnTo>
                  <a:lnTo>
                    <a:pt x="81906" y="6891"/>
                  </a:lnTo>
                  <a:lnTo>
                    <a:pt x="81931" y="6884"/>
                  </a:lnTo>
                  <a:lnTo>
                    <a:pt x="81951" y="6881"/>
                  </a:lnTo>
                  <a:lnTo>
                    <a:pt x="81984" y="6879"/>
                  </a:lnTo>
                  <a:lnTo>
                    <a:pt x="82013" y="6877"/>
                  </a:lnTo>
                  <a:lnTo>
                    <a:pt x="82042" y="6871"/>
                  </a:lnTo>
                  <a:lnTo>
                    <a:pt x="82055" y="6869"/>
                  </a:lnTo>
                  <a:lnTo>
                    <a:pt x="82096" y="6863"/>
                  </a:lnTo>
                  <a:lnTo>
                    <a:pt x="82137" y="6861"/>
                  </a:lnTo>
                  <a:lnTo>
                    <a:pt x="82167" y="6857"/>
                  </a:lnTo>
                  <a:lnTo>
                    <a:pt x="82227" y="6852"/>
                  </a:lnTo>
                  <a:lnTo>
                    <a:pt x="82268" y="6852"/>
                  </a:lnTo>
                  <a:lnTo>
                    <a:pt x="82297" y="6851"/>
                  </a:lnTo>
                  <a:lnTo>
                    <a:pt x="82311" y="6849"/>
                  </a:lnTo>
                  <a:lnTo>
                    <a:pt x="82349" y="6849"/>
                  </a:lnTo>
                  <a:lnTo>
                    <a:pt x="82374" y="6852"/>
                  </a:lnTo>
                  <a:lnTo>
                    <a:pt x="82397" y="6857"/>
                  </a:lnTo>
                  <a:lnTo>
                    <a:pt x="82424" y="6870"/>
                  </a:lnTo>
                  <a:lnTo>
                    <a:pt x="82448" y="6885"/>
                  </a:lnTo>
                  <a:lnTo>
                    <a:pt x="82466" y="6893"/>
                  </a:lnTo>
                  <a:lnTo>
                    <a:pt x="82493" y="6896"/>
                  </a:lnTo>
                  <a:lnTo>
                    <a:pt x="82516" y="6899"/>
                  </a:lnTo>
                  <a:lnTo>
                    <a:pt x="82528" y="6905"/>
                  </a:lnTo>
                  <a:lnTo>
                    <a:pt x="82536" y="6915"/>
                  </a:lnTo>
                  <a:lnTo>
                    <a:pt x="82541" y="6927"/>
                  </a:lnTo>
                  <a:lnTo>
                    <a:pt x="82541" y="6933"/>
                  </a:lnTo>
                  <a:lnTo>
                    <a:pt x="82541" y="6940"/>
                  </a:lnTo>
                  <a:lnTo>
                    <a:pt x="82498" y="6982"/>
                  </a:lnTo>
                  <a:lnTo>
                    <a:pt x="82442" y="7035"/>
                  </a:lnTo>
                  <a:lnTo>
                    <a:pt x="82296" y="7082"/>
                  </a:lnTo>
                  <a:lnTo>
                    <a:pt x="82256" y="7095"/>
                  </a:lnTo>
                  <a:lnTo>
                    <a:pt x="82216" y="7140"/>
                  </a:lnTo>
                  <a:lnTo>
                    <a:pt x="82128" y="7238"/>
                  </a:lnTo>
                  <a:lnTo>
                    <a:pt x="82104" y="7532"/>
                  </a:lnTo>
                  <a:lnTo>
                    <a:pt x="82104" y="7544"/>
                  </a:lnTo>
                  <a:lnTo>
                    <a:pt x="82103" y="7574"/>
                  </a:lnTo>
                  <a:lnTo>
                    <a:pt x="82101" y="7659"/>
                  </a:lnTo>
                  <a:lnTo>
                    <a:pt x="82100" y="7699"/>
                  </a:lnTo>
                  <a:lnTo>
                    <a:pt x="82098" y="7777"/>
                  </a:lnTo>
                  <a:lnTo>
                    <a:pt x="82118" y="7800"/>
                  </a:lnTo>
                  <a:lnTo>
                    <a:pt x="82135" y="7821"/>
                  </a:lnTo>
                  <a:lnTo>
                    <a:pt x="82140" y="7828"/>
                  </a:lnTo>
                  <a:lnTo>
                    <a:pt x="82187" y="8150"/>
                  </a:lnTo>
                  <a:lnTo>
                    <a:pt x="82198" y="8233"/>
                  </a:lnTo>
                  <a:lnTo>
                    <a:pt x="82197" y="8240"/>
                  </a:lnTo>
                  <a:lnTo>
                    <a:pt x="82195" y="8246"/>
                  </a:lnTo>
                  <a:lnTo>
                    <a:pt x="82202" y="8252"/>
                  </a:lnTo>
                  <a:lnTo>
                    <a:pt x="82212" y="8272"/>
                  </a:lnTo>
                  <a:lnTo>
                    <a:pt x="82515" y="8904"/>
                  </a:lnTo>
                  <a:lnTo>
                    <a:pt x="82404" y="8964"/>
                  </a:lnTo>
                  <a:lnTo>
                    <a:pt x="82399" y="8967"/>
                  </a:lnTo>
                  <a:lnTo>
                    <a:pt x="82317" y="9011"/>
                  </a:lnTo>
                  <a:lnTo>
                    <a:pt x="82323" y="9034"/>
                  </a:lnTo>
                  <a:lnTo>
                    <a:pt x="82470" y="9440"/>
                  </a:lnTo>
                  <a:lnTo>
                    <a:pt x="82603" y="9575"/>
                  </a:lnTo>
                  <a:lnTo>
                    <a:pt x="82628" y="9576"/>
                  </a:lnTo>
                  <a:lnTo>
                    <a:pt x="82646" y="9546"/>
                  </a:lnTo>
                  <a:lnTo>
                    <a:pt x="82643" y="9406"/>
                  </a:lnTo>
                  <a:lnTo>
                    <a:pt x="82666" y="9345"/>
                  </a:lnTo>
                  <a:lnTo>
                    <a:pt x="82744" y="9249"/>
                  </a:lnTo>
                  <a:lnTo>
                    <a:pt x="82907" y="9051"/>
                  </a:lnTo>
                  <a:lnTo>
                    <a:pt x="83157" y="8923"/>
                  </a:lnTo>
                  <a:lnTo>
                    <a:pt x="83260" y="8906"/>
                  </a:lnTo>
                  <a:lnTo>
                    <a:pt x="83380" y="8836"/>
                  </a:lnTo>
                  <a:lnTo>
                    <a:pt x="83484" y="8621"/>
                  </a:lnTo>
                  <a:lnTo>
                    <a:pt x="83477" y="8564"/>
                  </a:lnTo>
                  <a:lnTo>
                    <a:pt x="83464" y="8455"/>
                  </a:lnTo>
                  <a:lnTo>
                    <a:pt x="83440" y="8258"/>
                  </a:lnTo>
                  <a:lnTo>
                    <a:pt x="83406" y="8144"/>
                  </a:lnTo>
                  <a:lnTo>
                    <a:pt x="83588" y="7934"/>
                  </a:lnTo>
                  <a:lnTo>
                    <a:pt x="83594" y="7859"/>
                  </a:lnTo>
                  <a:lnTo>
                    <a:pt x="83558" y="7828"/>
                  </a:lnTo>
                  <a:lnTo>
                    <a:pt x="83562" y="7823"/>
                  </a:lnTo>
                  <a:lnTo>
                    <a:pt x="83575" y="7808"/>
                  </a:lnTo>
                  <a:lnTo>
                    <a:pt x="83589" y="7796"/>
                  </a:lnTo>
                  <a:lnTo>
                    <a:pt x="83603" y="7790"/>
                  </a:lnTo>
                  <a:lnTo>
                    <a:pt x="83618" y="7789"/>
                  </a:lnTo>
                  <a:lnTo>
                    <a:pt x="83625" y="7790"/>
                  </a:lnTo>
                  <a:lnTo>
                    <a:pt x="83632" y="7790"/>
                  </a:lnTo>
                  <a:lnTo>
                    <a:pt x="83644" y="7795"/>
                  </a:lnTo>
                  <a:lnTo>
                    <a:pt x="83692" y="7828"/>
                  </a:lnTo>
                  <a:lnTo>
                    <a:pt x="83806" y="7891"/>
                  </a:lnTo>
                  <a:lnTo>
                    <a:pt x="83861" y="7908"/>
                  </a:lnTo>
                  <a:lnTo>
                    <a:pt x="83930" y="7930"/>
                  </a:lnTo>
                  <a:lnTo>
                    <a:pt x="84191" y="8013"/>
                  </a:lnTo>
                  <a:lnTo>
                    <a:pt x="84214" y="8342"/>
                  </a:lnTo>
                  <a:lnTo>
                    <a:pt x="84032" y="8621"/>
                  </a:lnTo>
                  <a:lnTo>
                    <a:pt x="83934" y="8998"/>
                  </a:lnTo>
                  <a:lnTo>
                    <a:pt x="83916" y="9071"/>
                  </a:lnTo>
                  <a:lnTo>
                    <a:pt x="83895" y="9150"/>
                  </a:lnTo>
                  <a:lnTo>
                    <a:pt x="83921" y="9232"/>
                  </a:lnTo>
                  <a:lnTo>
                    <a:pt x="84030" y="9385"/>
                  </a:lnTo>
                  <a:lnTo>
                    <a:pt x="84206" y="9544"/>
                  </a:lnTo>
                  <a:lnTo>
                    <a:pt x="84238" y="9542"/>
                  </a:lnTo>
                  <a:lnTo>
                    <a:pt x="84280" y="9587"/>
                  </a:lnTo>
                  <a:lnTo>
                    <a:pt x="84349" y="9700"/>
                  </a:lnTo>
                  <a:lnTo>
                    <a:pt x="84373" y="9877"/>
                  </a:lnTo>
                  <a:lnTo>
                    <a:pt x="84325" y="9941"/>
                  </a:lnTo>
                  <a:lnTo>
                    <a:pt x="84186" y="9982"/>
                  </a:lnTo>
                  <a:lnTo>
                    <a:pt x="84123" y="9965"/>
                  </a:lnTo>
                  <a:lnTo>
                    <a:pt x="83966" y="9906"/>
                  </a:lnTo>
                  <a:lnTo>
                    <a:pt x="83952" y="9943"/>
                  </a:lnTo>
                  <a:lnTo>
                    <a:pt x="83805" y="10187"/>
                  </a:lnTo>
                  <a:lnTo>
                    <a:pt x="83736" y="10243"/>
                  </a:lnTo>
                  <a:lnTo>
                    <a:pt x="83679" y="10245"/>
                  </a:lnTo>
                  <a:lnTo>
                    <a:pt x="83600" y="10215"/>
                  </a:lnTo>
                  <a:lnTo>
                    <a:pt x="83567" y="10185"/>
                  </a:lnTo>
                  <a:lnTo>
                    <a:pt x="83502" y="10125"/>
                  </a:lnTo>
                  <a:lnTo>
                    <a:pt x="83451" y="10080"/>
                  </a:lnTo>
                  <a:lnTo>
                    <a:pt x="83036" y="10156"/>
                  </a:lnTo>
                  <a:lnTo>
                    <a:pt x="82986" y="10211"/>
                  </a:lnTo>
                  <a:lnTo>
                    <a:pt x="83019" y="10258"/>
                  </a:lnTo>
                  <a:lnTo>
                    <a:pt x="83191" y="10335"/>
                  </a:lnTo>
                  <a:lnTo>
                    <a:pt x="83393" y="10171"/>
                  </a:lnTo>
                  <a:lnTo>
                    <a:pt x="83743" y="10363"/>
                  </a:lnTo>
                  <a:lnTo>
                    <a:pt x="83764" y="10583"/>
                  </a:lnTo>
                  <a:lnTo>
                    <a:pt x="83803" y="10610"/>
                  </a:lnTo>
                  <a:lnTo>
                    <a:pt x="83856" y="10596"/>
                  </a:lnTo>
                  <a:lnTo>
                    <a:pt x="83899" y="10539"/>
                  </a:lnTo>
                  <a:lnTo>
                    <a:pt x="83921" y="10508"/>
                  </a:lnTo>
                  <a:lnTo>
                    <a:pt x="83923" y="10504"/>
                  </a:lnTo>
                  <a:lnTo>
                    <a:pt x="83929" y="10498"/>
                  </a:lnTo>
                  <a:lnTo>
                    <a:pt x="83932" y="10494"/>
                  </a:lnTo>
                  <a:lnTo>
                    <a:pt x="83934" y="10489"/>
                  </a:lnTo>
                  <a:lnTo>
                    <a:pt x="83953" y="10447"/>
                  </a:lnTo>
                  <a:lnTo>
                    <a:pt x="84115" y="10341"/>
                  </a:lnTo>
                  <a:lnTo>
                    <a:pt x="84375" y="10303"/>
                  </a:lnTo>
                  <a:lnTo>
                    <a:pt x="84392" y="10306"/>
                  </a:lnTo>
                  <a:lnTo>
                    <a:pt x="84446" y="10454"/>
                  </a:lnTo>
                  <a:lnTo>
                    <a:pt x="84424" y="10611"/>
                  </a:lnTo>
                  <a:lnTo>
                    <a:pt x="84343" y="10759"/>
                  </a:lnTo>
                  <a:lnTo>
                    <a:pt x="84305" y="10775"/>
                  </a:lnTo>
                  <a:lnTo>
                    <a:pt x="84238" y="10757"/>
                  </a:lnTo>
                  <a:lnTo>
                    <a:pt x="84228" y="10706"/>
                  </a:lnTo>
                  <a:lnTo>
                    <a:pt x="84190" y="10670"/>
                  </a:lnTo>
                  <a:lnTo>
                    <a:pt x="84175" y="10668"/>
                  </a:lnTo>
                  <a:lnTo>
                    <a:pt x="84040" y="10649"/>
                  </a:lnTo>
                  <a:lnTo>
                    <a:pt x="83959" y="10708"/>
                  </a:lnTo>
                  <a:lnTo>
                    <a:pt x="83905" y="10885"/>
                  </a:lnTo>
                  <a:lnTo>
                    <a:pt x="84002" y="10851"/>
                  </a:lnTo>
                  <a:lnTo>
                    <a:pt x="84131" y="10875"/>
                  </a:lnTo>
                  <a:lnTo>
                    <a:pt x="84333" y="11280"/>
                  </a:lnTo>
                  <a:lnTo>
                    <a:pt x="84338" y="11278"/>
                  </a:lnTo>
                  <a:lnTo>
                    <a:pt x="84403" y="11252"/>
                  </a:lnTo>
                  <a:lnTo>
                    <a:pt x="84434" y="11239"/>
                  </a:lnTo>
                  <a:lnTo>
                    <a:pt x="84554" y="11302"/>
                  </a:lnTo>
                  <a:lnTo>
                    <a:pt x="84575" y="11345"/>
                  </a:lnTo>
                  <a:lnTo>
                    <a:pt x="84608" y="11444"/>
                  </a:lnTo>
                  <a:lnTo>
                    <a:pt x="84489" y="11887"/>
                  </a:lnTo>
                  <a:lnTo>
                    <a:pt x="84615" y="12056"/>
                  </a:lnTo>
                  <a:lnTo>
                    <a:pt x="84696" y="12163"/>
                  </a:lnTo>
                  <a:lnTo>
                    <a:pt x="84761" y="12276"/>
                  </a:lnTo>
                  <a:lnTo>
                    <a:pt x="84754" y="12295"/>
                  </a:lnTo>
                  <a:lnTo>
                    <a:pt x="84736" y="12337"/>
                  </a:lnTo>
                  <a:lnTo>
                    <a:pt x="84702" y="12395"/>
                  </a:lnTo>
                  <a:lnTo>
                    <a:pt x="84702" y="12491"/>
                  </a:lnTo>
                  <a:lnTo>
                    <a:pt x="84816" y="12563"/>
                  </a:lnTo>
                  <a:lnTo>
                    <a:pt x="84856" y="12593"/>
                  </a:lnTo>
                  <a:lnTo>
                    <a:pt x="84943" y="12664"/>
                  </a:lnTo>
                  <a:lnTo>
                    <a:pt x="84953" y="12680"/>
                  </a:lnTo>
                  <a:lnTo>
                    <a:pt x="84955" y="12696"/>
                  </a:lnTo>
                  <a:lnTo>
                    <a:pt x="84951" y="12728"/>
                  </a:lnTo>
                  <a:lnTo>
                    <a:pt x="84932" y="12755"/>
                  </a:lnTo>
                  <a:lnTo>
                    <a:pt x="84900" y="12759"/>
                  </a:lnTo>
                  <a:lnTo>
                    <a:pt x="84895" y="12768"/>
                  </a:lnTo>
                  <a:lnTo>
                    <a:pt x="84890" y="12787"/>
                  </a:lnTo>
                  <a:lnTo>
                    <a:pt x="84905" y="12800"/>
                  </a:lnTo>
                  <a:lnTo>
                    <a:pt x="84934" y="12813"/>
                  </a:lnTo>
                  <a:lnTo>
                    <a:pt x="84939" y="12816"/>
                  </a:lnTo>
                  <a:lnTo>
                    <a:pt x="84956" y="12826"/>
                  </a:lnTo>
                  <a:lnTo>
                    <a:pt x="84959" y="12835"/>
                  </a:lnTo>
                  <a:lnTo>
                    <a:pt x="84953" y="12852"/>
                  </a:lnTo>
                  <a:lnTo>
                    <a:pt x="84939" y="12875"/>
                  </a:lnTo>
                  <a:lnTo>
                    <a:pt x="84924" y="12906"/>
                  </a:lnTo>
                  <a:lnTo>
                    <a:pt x="84920" y="12917"/>
                  </a:lnTo>
                  <a:lnTo>
                    <a:pt x="84907" y="12939"/>
                  </a:lnTo>
                  <a:lnTo>
                    <a:pt x="84903" y="12953"/>
                  </a:lnTo>
                  <a:lnTo>
                    <a:pt x="84904" y="12970"/>
                  </a:lnTo>
                  <a:lnTo>
                    <a:pt x="84917" y="12997"/>
                  </a:lnTo>
                  <a:lnTo>
                    <a:pt x="84953" y="13050"/>
                  </a:lnTo>
                  <a:lnTo>
                    <a:pt x="84963" y="13087"/>
                  </a:lnTo>
                  <a:lnTo>
                    <a:pt x="84959" y="13111"/>
                  </a:lnTo>
                  <a:lnTo>
                    <a:pt x="84957" y="13135"/>
                  </a:lnTo>
                  <a:lnTo>
                    <a:pt x="84957" y="13147"/>
                  </a:lnTo>
                  <a:lnTo>
                    <a:pt x="84964" y="13170"/>
                  </a:lnTo>
                  <a:lnTo>
                    <a:pt x="84975" y="13179"/>
                  </a:lnTo>
                  <a:lnTo>
                    <a:pt x="84983" y="13179"/>
                  </a:lnTo>
                  <a:lnTo>
                    <a:pt x="84995" y="13171"/>
                  </a:lnTo>
                  <a:lnTo>
                    <a:pt x="85014" y="13098"/>
                  </a:lnTo>
                  <a:lnTo>
                    <a:pt x="85062" y="12912"/>
                  </a:lnTo>
                  <a:lnTo>
                    <a:pt x="85214" y="12696"/>
                  </a:lnTo>
                  <a:lnTo>
                    <a:pt x="85202" y="12690"/>
                  </a:lnTo>
                  <a:lnTo>
                    <a:pt x="85171" y="12676"/>
                  </a:lnTo>
                  <a:lnTo>
                    <a:pt x="84946" y="12572"/>
                  </a:lnTo>
                  <a:lnTo>
                    <a:pt x="84887" y="12545"/>
                  </a:lnTo>
                  <a:lnTo>
                    <a:pt x="84882" y="12534"/>
                  </a:lnTo>
                  <a:lnTo>
                    <a:pt x="84795" y="12491"/>
                  </a:lnTo>
                  <a:lnTo>
                    <a:pt x="84782" y="12436"/>
                  </a:lnTo>
                  <a:lnTo>
                    <a:pt x="84784" y="12413"/>
                  </a:lnTo>
                  <a:lnTo>
                    <a:pt x="84788" y="12356"/>
                  </a:lnTo>
                  <a:lnTo>
                    <a:pt x="84801" y="12321"/>
                  </a:lnTo>
                  <a:lnTo>
                    <a:pt x="84834" y="12235"/>
                  </a:lnTo>
                  <a:lnTo>
                    <a:pt x="84844" y="12209"/>
                  </a:lnTo>
                  <a:lnTo>
                    <a:pt x="84849" y="12195"/>
                  </a:lnTo>
                  <a:lnTo>
                    <a:pt x="84941" y="12096"/>
                  </a:lnTo>
                  <a:lnTo>
                    <a:pt x="84982" y="11580"/>
                  </a:lnTo>
                  <a:lnTo>
                    <a:pt x="85034" y="11565"/>
                  </a:lnTo>
                  <a:lnTo>
                    <a:pt x="85442" y="11577"/>
                  </a:lnTo>
                  <a:lnTo>
                    <a:pt x="85899" y="11593"/>
                  </a:lnTo>
                  <a:lnTo>
                    <a:pt x="86000" y="11661"/>
                  </a:lnTo>
                  <a:lnTo>
                    <a:pt x="86027" y="11679"/>
                  </a:lnTo>
                  <a:lnTo>
                    <a:pt x="86061" y="11702"/>
                  </a:lnTo>
                  <a:lnTo>
                    <a:pt x="86081" y="11682"/>
                  </a:lnTo>
                  <a:lnTo>
                    <a:pt x="86184" y="11665"/>
                  </a:lnTo>
                  <a:lnTo>
                    <a:pt x="86272" y="11341"/>
                  </a:lnTo>
                  <a:lnTo>
                    <a:pt x="86089" y="11062"/>
                  </a:lnTo>
                  <a:lnTo>
                    <a:pt x="85841" y="10608"/>
                  </a:lnTo>
                  <a:lnTo>
                    <a:pt x="85839" y="10598"/>
                  </a:lnTo>
                  <a:lnTo>
                    <a:pt x="85787" y="10358"/>
                  </a:lnTo>
                  <a:lnTo>
                    <a:pt x="85729" y="10090"/>
                  </a:lnTo>
                  <a:lnTo>
                    <a:pt x="85662" y="9639"/>
                  </a:lnTo>
                  <a:lnTo>
                    <a:pt x="85644" y="9364"/>
                  </a:lnTo>
                  <a:lnTo>
                    <a:pt x="85638" y="9264"/>
                  </a:lnTo>
                  <a:lnTo>
                    <a:pt x="85630" y="9145"/>
                  </a:lnTo>
                  <a:lnTo>
                    <a:pt x="85627" y="9140"/>
                  </a:lnTo>
                  <a:lnTo>
                    <a:pt x="85567" y="9042"/>
                  </a:lnTo>
                  <a:lnTo>
                    <a:pt x="85540" y="9010"/>
                  </a:lnTo>
                  <a:lnTo>
                    <a:pt x="85282" y="8706"/>
                  </a:lnTo>
                  <a:lnTo>
                    <a:pt x="85287" y="8661"/>
                  </a:lnTo>
                  <a:lnTo>
                    <a:pt x="85317" y="8419"/>
                  </a:lnTo>
                  <a:lnTo>
                    <a:pt x="85164" y="7828"/>
                  </a:lnTo>
                  <a:lnTo>
                    <a:pt x="85162" y="7821"/>
                  </a:lnTo>
                  <a:lnTo>
                    <a:pt x="85156" y="7807"/>
                  </a:lnTo>
                  <a:lnTo>
                    <a:pt x="85150" y="7798"/>
                  </a:lnTo>
                  <a:lnTo>
                    <a:pt x="85146" y="7789"/>
                  </a:lnTo>
                  <a:lnTo>
                    <a:pt x="85142" y="7786"/>
                  </a:lnTo>
                  <a:lnTo>
                    <a:pt x="85134" y="7780"/>
                  </a:lnTo>
                  <a:lnTo>
                    <a:pt x="85129" y="7776"/>
                  </a:lnTo>
                  <a:lnTo>
                    <a:pt x="85126" y="7767"/>
                  </a:lnTo>
                  <a:lnTo>
                    <a:pt x="85126" y="7759"/>
                  </a:lnTo>
                  <a:lnTo>
                    <a:pt x="85126" y="7752"/>
                  </a:lnTo>
                  <a:lnTo>
                    <a:pt x="85118" y="7736"/>
                  </a:lnTo>
                  <a:lnTo>
                    <a:pt x="85084" y="7671"/>
                  </a:lnTo>
                  <a:lnTo>
                    <a:pt x="85070" y="7643"/>
                  </a:lnTo>
                  <a:lnTo>
                    <a:pt x="85067" y="7617"/>
                  </a:lnTo>
                  <a:lnTo>
                    <a:pt x="85063" y="7588"/>
                  </a:lnTo>
                  <a:lnTo>
                    <a:pt x="85061" y="7574"/>
                  </a:lnTo>
                  <a:lnTo>
                    <a:pt x="85057" y="7542"/>
                  </a:lnTo>
                  <a:lnTo>
                    <a:pt x="85056" y="7537"/>
                  </a:lnTo>
                  <a:lnTo>
                    <a:pt x="85050" y="7487"/>
                  </a:lnTo>
                  <a:lnTo>
                    <a:pt x="85153" y="7415"/>
                  </a:lnTo>
                  <a:lnTo>
                    <a:pt x="85168" y="7405"/>
                  </a:lnTo>
                  <a:lnTo>
                    <a:pt x="85147" y="7368"/>
                  </a:lnTo>
                  <a:lnTo>
                    <a:pt x="85134" y="7359"/>
                  </a:lnTo>
                  <a:lnTo>
                    <a:pt x="85065" y="7316"/>
                  </a:lnTo>
                  <a:lnTo>
                    <a:pt x="85054" y="7309"/>
                  </a:lnTo>
                  <a:lnTo>
                    <a:pt x="85046" y="7304"/>
                  </a:lnTo>
                  <a:lnTo>
                    <a:pt x="84968" y="7290"/>
                  </a:lnTo>
                  <a:lnTo>
                    <a:pt x="84913" y="7279"/>
                  </a:lnTo>
                  <a:lnTo>
                    <a:pt x="84900" y="7277"/>
                  </a:lnTo>
                  <a:lnTo>
                    <a:pt x="84875" y="7193"/>
                  </a:lnTo>
                  <a:lnTo>
                    <a:pt x="84878" y="7174"/>
                  </a:lnTo>
                  <a:lnTo>
                    <a:pt x="84886" y="7127"/>
                  </a:lnTo>
                  <a:lnTo>
                    <a:pt x="84914" y="7099"/>
                  </a:lnTo>
                  <a:lnTo>
                    <a:pt x="84925" y="7088"/>
                  </a:lnTo>
                  <a:lnTo>
                    <a:pt x="84933" y="7080"/>
                  </a:lnTo>
                  <a:lnTo>
                    <a:pt x="84943" y="7100"/>
                  </a:lnTo>
                  <a:lnTo>
                    <a:pt x="84972" y="7153"/>
                  </a:lnTo>
                  <a:lnTo>
                    <a:pt x="85071" y="7247"/>
                  </a:lnTo>
                  <a:lnTo>
                    <a:pt x="85090" y="7266"/>
                  </a:lnTo>
                  <a:lnTo>
                    <a:pt x="85150" y="7301"/>
                  </a:lnTo>
                  <a:lnTo>
                    <a:pt x="85170" y="7313"/>
                  </a:lnTo>
                  <a:lnTo>
                    <a:pt x="85186" y="7322"/>
                  </a:lnTo>
                  <a:lnTo>
                    <a:pt x="85278" y="7314"/>
                  </a:lnTo>
                  <a:lnTo>
                    <a:pt x="85355" y="7264"/>
                  </a:lnTo>
                  <a:lnTo>
                    <a:pt x="85374" y="7233"/>
                  </a:lnTo>
                  <a:lnTo>
                    <a:pt x="85423" y="7151"/>
                  </a:lnTo>
                  <a:lnTo>
                    <a:pt x="85457" y="7096"/>
                  </a:lnTo>
                  <a:lnTo>
                    <a:pt x="85461" y="7090"/>
                  </a:lnTo>
                  <a:lnTo>
                    <a:pt x="85462" y="7081"/>
                  </a:lnTo>
                  <a:lnTo>
                    <a:pt x="85462" y="7061"/>
                  </a:lnTo>
                  <a:lnTo>
                    <a:pt x="85457" y="7040"/>
                  </a:lnTo>
                  <a:lnTo>
                    <a:pt x="85453" y="7012"/>
                  </a:lnTo>
                  <a:lnTo>
                    <a:pt x="85452" y="7000"/>
                  </a:lnTo>
                  <a:lnTo>
                    <a:pt x="85447" y="6984"/>
                  </a:lnTo>
                  <a:lnTo>
                    <a:pt x="85413" y="6949"/>
                  </a:lnTo>
                  <a:lnTo>
                    <a:pt x="85363" y="6898"/>
                  </a:lnTo>
                  <a:lnTo>
                    <a:pt x="85357" y="6893"/>
                  </a:lnTo>
                  <a:lnTo>
                    <a:pt x="85263" y="6866"/>
                  </a:lnTo>
                  <a:lnTo>
                    <a:pt x="85251" y="6838"/>
                  </a:lnTo>
                  <a:lnTo>
                    <a:pt x="85253" y="6829"/>
                  </a:lnTo>
                  <a:lnTo>
                    <a:pt x="85252" y="6813"/>
                  </a:lnTo>
                  <a:lnTo>
                    <a:pt x="85255" y="6806"/>
                  </a:lnTo>
                  <a:lnTo>
                    <a:pt x="85263" y="6797"/>
                  </a:lnTo>
                  <a:lnTo>
                    <a:pt x="85271" y="6788"/>
                  </a:lnTo>
                  <a:lnTo>
                    <a:pt x="85274" y="6778"/>
                  </a:lnTo>
                  <a:lnTo>
                    <a:pt x="85284" y="6755"/>
                  </a:lnTo>
                  <a:lnTo>
                    <a:pt x="85289" y="6749"/>
                  </a:lnTo>
                  <a:lnTo>
                    <a:pt x="85294" y="6714"/>
                  </a:lnTo>
                  <a:lnTo>
                    <a:pt x="85294" y="6708"/>
                  </a:lnTo>
                  <a:lnTo>
                    <a:pt x="85294" y="6677"/>
                  </a:lnTo>
                  <a:lnTo>
                    <a:pt x="85283" y="6675"/>
                  </a:lnTo>
                  <a:lnTo>
                    <a:pt x="85276" y="6670"/>
                  </a:lnTo>
                  <a:lnTo>
                    <a:pt x="85268" y="6670"/>
                  </a:lnTo>
                  <a:lnTo>
                    <a:pt x="85251" y="6675"/>
                  </a:lnTo>
                  <a:lnTo>
                    <a:pt x="85228" y="6683"/>
                  </a:lnTo>
                  <a:lnTo>
                    <a:pt x="85223" y="6687"/>
                  </a:lnTo>
                  <a:lnTo>
                    <a:pt x="85223" y="6693"/>
                  </a:lnTo>
                  <a:lnTo>
                    <a:pt x="85206" y="6700"/>
                  </a:lnTo>
                  <a:lnTo>
                    <a:pt x="85195" y="6705"/>
                  </a:lnTo>
                  <a:lnTo>
                    <a:pt x="85188" y="6709"/>
                  </a:lnTo>
                  <a:lnTo>
                    <a:pt x="85173" y="6722"/>
                  </a:lnTo>
                  <a:lnTo>
                    <a:pt x="85166" y="6729"/>
                  </a:lnTo>
                  <a:lnTo>
                    <a:pt x="85148" y="6748"/>
                  </a:lnTo>
                  <a:lnTo>
                    <a:pt x="85137" y="6760"/>
                  </a:lnTo>
                  <a:lnTo>
                    <a:pt x="85133" y="6773"/>
                  </a:lnTo>
                  <a:lnTo>
                    <a:pt x="85129" y="6785"/>
                  </a:lnTo>
                  <a:lnTo>
                    <a:pt x="85115" y="6818"/>
                  </a:lnTo>
                  <a:lnTo>
                    <a:pt x="85104" y="6847"/>
                  </a:lnTo>
                  <a:lnTo>
                    <a:pt x="85081" y="6891"/>
                  </a:lnTo>
                  <a:lnTo>
                    <a:pt x="85079" y="6898"/>
                  </a:lnTo>
                  <a:lnTo>
                    <a:pt x="85074" y="6903"/>
                  </a:lnTo>
                  <a:lnTo>
                    <a:pt x="85064" y="6914"/>
                  </a:lnTo>
                  <a:lnTo>
                    <a:pt x="85058" y="6921"/>
                  </a:lnTo>
                  <a:lnTo>
                    <a:pt x="85051" y="6929"/>
                  </a:lnTo>
                  <a:lnTo>
                    <a:pt x="85043" y="6934"/>
                  </a:lnTo>
                  <a:lnTo>
                    <a:pt x="85020" y="6959"/>
                  </a:lnTo>
                  <a:lnTo>
                    <a:pt x="85002" y="6973"/>
                  </a:lnTo>
                  <a:lnTo>
                    <a:pt x="84992" y="6977"/>
                  </a:lnTo>
                  <a:lnTo>
                    <a:pt x="84970" y="6979"/>
                  </a:lnTo>
                  <a:lnTo>
                    <a:pt x="84941" y="6973"/>
                  </a:lnTo>
                  <a:lnTo>
                    <a:pt x="84900" y="6965"/>
                  </a:lnTo>
                  <a:lnTo>
                    <a:pt x="84874" y="6960"/>
                  </a:lnTo>
                  <a:lnTo>
                    <a:pt x="84847" y="6955"/>
                  </a:lnTo>
                  <a:lnTo>
                    <a:pt x="84827" y="6912"/>
                  </a:lnTo>
                  <a:lnTo>
                    <a:pt x="84804" y="6860"/>
                  </a:lnTo>
                  <a:lnTo>
                    <a:pt x="84794" y="6838"/>
                  </a:lnTo>
                  <a:lnTo>
                    <a:pt x="84742" y="6779"/>
                  </a:lnTo>
                  <a:lnTo>
                    <a:pt x="84747" y="6772"/>
                  </a:lnTo>
                  <a:lnTo>
                    <a:pt x="84755" y="6763"/>
                  </a:lnTo>
                  <a:lnTo>
                    <a:pt x="84750" y="6738"/>
                  </a:lnTo>
                  <a:lnTo>
                    <a:pt x="84745" y="6711"/>
                  </a:lnTo>
                  <a:lnTo>
                    <a:pt x="84739" y="6683"/>
                  </a:lnTo>
                  <a:lnTo>
                    <a:pt x="84734" y="6660"/>
                  </a:lnTo>
                  <a:lnTo>
                    <a:pt x="84673" y="6655"/>
                  </a:lnTo>
                  <a:lnTo>
                    <a:pt x="84550" y="6644"/>
                  </a:lnTo>
                  <a:lnTo>
                    <a:pt x="84519" y="6641"/>
                  </a:lnTo>
                  <a:lnTo>
                    <a:pt x="84479" y="6651"/>
                  </a:lnTo>
                  <a:lnTo>
                    <a:pt x="84427" y="6662"/>
                  </a:lnTo>
                  <a:lnTo>
                    <a:pt x="84359" y="6677"/>
                  </a:lnTo>
                  <a:lnTo>
                    <a:pt x="84300" y="6691"/>
                  </a:lnTo>
                  <a:lnTo>
                    <a:pt x="84176" y="6715"/>
                  </a:lnTo>
                  <a:lnTo>
                    <a:pt x="84157" y="6719"/>
                  </a:lnTo>
                  <a:lnTo>
                    <a:pt x="84145" y="6721"/>
                  </a:lnTo>
                  <a:lnTo>
                    <a:pt x="84063" y="6721"/>
                  </a:lnTo>
                  <a:lnTo>
                    <a:pt x="84032" y="6721"/>
                  </a:lnTo>
                  <a:lnTo>
                    <a:pt x="84010" y="6721"/>
                  </a:lnTo>
                  <a:lnTo>
                    <a:pt x="83997" y="6721"/>
                  </a:lnTo>
                  <a:lnTo>
                    <a:pt x="83988" y="6725"/>
                  </a:lnTo>
                  <a:lnTo>
                    <a:pt x="83975" y="6732"/>
                  </a:lnTo>
                  <a:lnTo>
                    <a:pt x="83963" y="6740"/>
                  </a:lnTo>
                  <a:lnTo>
                    <a:pt x="83956" y="6748"/>
                  </a:lnTo>
                  <a:lnTo>
                    <a:pt x="83952" y="6757"/>
                  </a:lnTo>
                  <a:lnTo>
                    <a:pt x="83952" y="6765"/>
                  </a:lnTo>
                  <a:lnTo>
                    <a:pt x="83954" y="6773"/>
                  </a:lnTo>
                  <a:lnTo>
                    <a:pt x="83957" y="6778"/>
                  </a:lnTo>
                  <a:lnTo>
                    <a:pt x="83958" y="6795"/>
                  </a:lnTo>
                  <a:lnTo>
                    <a:pt x="83953" y="6813"/>
                  </a:lnTo>
                  <a:lnTo>
                    <a:pt x="83949" y="6827"/>
                  </a:lnTo>
                  <a:lnTo>
                    <a:pt x="83944" y="6837"/>
                  </a:lnTo>
                  <a:lnTo>
                    <a:pt x="83939" y="6844"/>
                  </a:lnTo>
                  <a:lnTo>
                    <a:pt x="83934" y="6851"/>
                  </a:lnTo>
                  <a:lnTo>
                    <a:pt x="83930" y="6854"/>
                  </a:lnTo>
                  <a:lnTo>
                    <a:pt x="83926" y="6859"/>
                  </a:lnTo>
                  <a:lnTo>
                    <a:pt x="83918" y="6865"/>
                  </a:lnTo>
                  <a:lnTo>
                    <a:pt x="83914" y="6868"/>
                  </a:lnTo>
                  <a:lnTo>
                    <a:pt x="83904" y="6872"/>
                  </a:lnTo>
                  <a:lnTo>
                    <a:pt x="83895" y="6875"/>
                  </a:lnTo>
                  <a:lnTo>
                    <a:pt x="83881" y="6876"/>
                  </a:lnTo>
                  <a:lnTo>
                    <a:pt x="83872" y="6877"/>
                  </a:lnTo>
                  <a:lnTo>
                    <a:pt x="83857" y="6875"/>
                  </a:lnTo>
                  <a:lnTo>
                    <a:pt x="83847" y="6871"/>
                  </a:lnTo>
                  <a:lnTo>
                    <a:pt x="83837" y="6866"/>
                  </a:lnTo>
                  <a:lnTo>
                    <a:pt x="83828" y="6860"/>
                  </a:lnTo>
                  <a:lnTo>
                    <a:pt x="83819" y="6851"/>
                  </a:lnTo>
                  <a:lnTo>
                    <a:pt x="83810" y="6844"/>
                  </a:lnTo>
                  <a:lnTo>
                    <a:pt x="83797" y="6836"/>
                  </a:lnTo>
                  <a:lnTo>
                    <a:pt x="83783" y="6830"/>
                  </a:lnTo>
                  <a:lnTo>
                    <a:pt x="83758" y="6823"/>
                  </a:lnTo>
                  <a:lnTo>
                    <a:pt x="83743" y="6820"/>
                  </a:lnTo>
                  <a:lnTo>
                    <a:pt x="83734" y="6816"/>
                  </a:lnTo>
                  <a:lnTo>
                    <a:pt x="83728" y="6811"/>
                  </a:lnTo>
                  <a:lnTo>
                    <a:pt x="83722" y="6800"/>
                  </a:lnTo>
                  <a:lnTo>
                    <a:pt x="83721" y="6795"/>
                  </a:lnTo>
                  <a:lnTo>
                    <a:pt x="83723" y="6782"/>
                  </a:lnTo>
                  <a:lnTo>
                    <a:pt x="83725" y="6769"/>
                  </a:lnTo>
                  <a:lnTo>
                    <a:pt x="83742" y="6673"/>
                  </a:lnTo>
                  <a:lnTo>
                    <a:pt x="83746" y="6650"/>
                  </a:lnTo>
                  <a:lnTo>
                    <a:pt x="83670" y="6339"/>
                  </a:lnTo>
                  <a:lnTo>
                    <a:pt x="83581" y="6188"/>
                  </a:lnTo>
                  <a:lnTo>
                    <a:pt x="83545" y="6167"/>
                  </a:lnTo>
                  <a:lnTo>
                    <a:pt x="83531" y="6159"/>
                  </a:lnTo>
                  <a:lnTo>
                    <a:pt x="83510" y="6148"/>
                  </a:lnTo>
                  <a:lnTo>
                    <a:pt x="83502" y="6148"/>
                  </a:lnTo>
                  <a:lnTo>
                    <a:pt x="83494" y="6149"/>
                  </a:lnTo>
                  <a:lnTo>
                    <a:pt x="83485" y="6148"/>
                  </a:lnTo>
                  <a:lnTo>
                    <a:pt x="83480" y="6145"/>
                  </a:lnTo>
                  <a:lnTo>
                    <a:pt x="83474" y="6142"/>
                  </a:lnTo>
                  <a:lnTo>
                    <a:pt x="83467" y="6136"/>
                  </a:lnTo>
                  <a:lnTo>
                    <a:pt x="83462" y="6131"/>
                  </a:lnTo>
                  <a:lnTo>
                    <a:pt x="83453" y="6121"/>
                  </a:lnTo>
                  <a:lnTo>
                    <a:pt x="83449" y="6114"/>
                  </a:lnTo>
                  <a:lnTo>
                    <a:pt x="83437" y="6084"/>
                  </a:lnTo>
                  <a:lnTo>
                    <a:pt x="83428" y="6061"/>
                  </a:lnTo>
                  <a:lnTo>
                    <a:pt x="83422" y="6042"/>
                  </a:lnTo>
                  <a:lnTo>
                    <a:pt x="83415" y="6022"/>
                  </a:lnTo>
                  <a:lnTo>
                    <a:pt x="83413" y="6016"/>
                  </a:lnTo>
                  <a:lnTo>
                    <a:pt x="83400" y="5986"/>
                  </a:lnTo>
                  <a:lnTo>
                    <a:pt x="83396" y="5964"/>
                  </a:lnTo>
                  <a:lnTo>
                    <a:pt x="83396" y="5943"/>
                  </a:lnTo>
                  <a:lnTo>
                    <a:pt x="83396" y="5935"/>
                  </a:lnTo>
                  <a:lnTo>
                    <a:pt x="83396" y="5921"/>
                  </a:lnTo>
                  <a:lnTo>
                    <a:pt x="83402" y="5903"/>
                  </a:lnTo>
                  <a:lnTo>
                    <a:pt x="83405" y="5894"/>
                  </a:lnTo>
                  <a:lnTo>
                    <a:pt x="83413" y="5874"/>
                  </a:lnTo>
                  <a:lnTo>
                    <a:pt x="83426" y="5829"/>
                  </a:lnTo>
                  <a:lnTo>
                    <a:pt x="83443" y="5596"/>
                  </a:lnTo>
                  <a:lnTo>
                    <a:pt x="83438" y="5432"/>
                  </a:lnTo>
                  <a:lnTo>
                    <a:pt x="83468" y="5264"/>
                  </a:lnTo>
                  <a:lnTo>
                    <a:pt x="83469" y="5258"/>
                  </a:lnTo>
                  <a:lnTo>
                    <a:pt x="83514" y="4847"/>
                  </a:lnTo>
                  <a:lnTo>
                    <a:pt x="83517" y="4827"/>
                  </a:lnTo>
                  <a:lnTo>
                    <a:pt x="83532" y="4732"/>
                  </a:lnTo>
                  <a:lnTo>
                    <a:pt x="83538" y="4694"/>
                  </a:lnTo>
                  <a:lnTo>
                    <a:pt x="83539" y="4684"/>
                  </a:lnTo>
                  <a:lnTo>
                    <a:pt x="83553" y="4639"/>
                  </a:lnTo>
                  <a:lnTo>
                    <a:pt x="83569" y="4584"/>
                  </a:lnTo>
                  <a:lnTo>
                    <a:pt x="83581" y="4542"/>
                  </a:lnTo>
                  <a:lnTo>
                    <a:pt x="83683" y="4380"/>
                  </a:lnTo>
                  <a:lnTo>
                    <a:pt x="83703" y="4349"/>
                  </a:lnTo>
                  <a:lnTo>
                    <a:pt x="83714" y="4331"/>
                  </a:lnTo>
                  <a:lnTo>
                    <a:pt x="83723" y="4317"/>
                  </a:lnTo>
                  <a:lnTo>
                    <a:pt x="83731" y="4304"/>
                  </a:lnTo>
                  <a:lnTo>
                    <a:pt x="83735" y="4298"/>
                  </a:lnTo>
                  <a:lnTo>
                    <a:pt x="83754" y="4218"/>
                  </a:lnTo>
                  <a:lnTo>
                    <a:pt x="83763" y="4179"/>
                  </a:lnTo>
                  <a:lnTo>
                    <a:pt x="83774" y="4135"/>
                  </a:lnTo>
                  <a:lnTo>
                    <a:pt x="83820" y="4133"/>
                  </a:lnTo>
                  <a:lnTo>
                    <a:pt x="83910" y="3972"/>
                  </a:lnTo>
                  <a:lnTo>
                    <a:pt x="83908" y="3951"/>
                  </a:lnTo>
                  <a:lnTo>
                    <a:pt x="83902" y="3888"/>
                  </a:lnTo>
                  <a:lnTo>
                    <a:pt x="83894" y="3810"/>
                  </a:lnTo>
                  <a:lnTo>
                    <a:pt x="83893" y="3796"/>
                  </a:lnTo>
                  <a:lnTo>
                    <a:pt x="83884" y="3708"/>
                  </a:lnTo>
                  <a:lnTo>
                    <a:pt x="83869" y="3696"/>
                  </a:lnTo>
                  <a:lnTo>
                    <a:pt x="83801" y="3641"/>
                  </a:lnTo>
                  <a:lnTo>
                    <a:pt x="83683" y="3574"/>
                  </a:lnTo>
                  <a:lnTo>
                    <a:pt x="83676" y="3565"/>
                  </a:lnTo>
                  <a:lnTo>
                    <a:pt x="83662" y="3546"/>
                  </a:lnTo>
                  <a:lnTo>
                    <a:pt x="83645" y="3524"/>
                  </a:lnTo>
                  <a:lnTo>
                    <a:pt x="83570" y="3424"/>
                  </a:lnTo>
                  <a:lnTo>
                    <a:pt x="83611" y="3353"/>
                  </a:lnTo>
                  <a:lnTo>
                    <a:pt x="84046" y="3175"/>
                  </a:lnTo>
                  <a:lnTo>
                    <a:pt x="84052" y="3172"/>
                  </a:lnTo>
                  <a:lnTo>
                    <a:pt x="84262" y="3053"/>
                  </a:lnTo>
                  <a:lnTo>
                    <a:pt x="84291" y="3043"/>
                  </a:lnTo>
                  <a:lnTo>
                    <a:pt x="84316" y="3030"/>
                  </a:lnTo>
                  <a:lnTo>
                    <a:pt x="84339" y="3016"/>
                  </a:lnTo>
                  <a:lnTo>
                    <a:pt x="84375" y="2995"/>
                  </a:lnTo>
                  <a:lnTo>
                    <a:pt x="84392" y="2981"/>
                  </a:lnTo>
                  <a:lnTo>
                    <a:pt x="84416" y="2960"/>
                  </a:lnTo>
                  <a:lnTo>
                    <a:pt x="84433" y="2944"/>
                  </a:lnTo>
                  <a:lnTo>
                    <a:pt x="84448" y="2927"/>
                  </a:lnTo>
                  <a:lnTo>
                    <a:pt x="84453" y="2913"/>
                  </a:lnTo>
                  <a:lnTo>
                    <a:pt x="84460" y="2889"/>
                  </a:lnTo>
                  <a:lnTo>
                    <a:pt x="84463" y="2880"/>
                  </a:lnTo>
                  <a:lnTo>
                    <a:pt x="84474" y="2871"/>
                  </a:lnTo>
                  <a:lnTo>
                    <a:pt x="84494" y="2857"/>
                  </a:lnTo>
                  <a:lnTo>
                    <a:pt x="84501" y="2845"/>
                  </a:lnTo>
                  <a:lnTo>
                    <a:pt x="84525" y="2825"/>
                  </a:lnTo>
                  <a:lnTo>
                    <a:pt x="84548" y="2806"/>
                  </a:lnTo>
                  <a:lnTo>
                    <a:pt x="84558" y="2800"/>
                  </a:lnTo>
                  <a:lnTo>
                    <a:pt x="84569" y="2789"/>
                  </a:lnTo>
                  <a:lnTo>
                    <a:pt x="84582" y="2766"/>
                  </a:lnTo>
                  <a:lnTo>
                    <a:pt x="84598" y="2735"/>
                  </a:lnTo>
                  <a:lnTo>
                    <a:pt x="84609" y="2716"/>
                  </a:lnTo>
                  <a:lnTo>
                    <a:pt x="84616" y="2694"/>
                  </a:lnTo>
                  <a:lnTo>
                    <a:pt x="84623" y="2680"/>
                  </a:lnTo>
                  <a:lnTo>
                    <a:pt x="84631" y="2664"/>
                  </a:lnTo>
                  <a:lnTo>
                    <a:pt x="84635" y="2645"/>
                  </a:lnTo>
                  <a:lnTo>
                    <a:pt x="84637" y="2625"/>
                  </a:lnTo>
                  <a:lnTo>
                    <a:pt x="84637" y="2612"/>
                  </a:lnTo>
                  <a:lnTo>
                    <a:pt x="84638" y="2601"/>
                  </a:lnTo>
                  <a:lnTo>
                    <a:pt x="84644" y="2580"/>
                  </a:lnTo>
                  <a:lnTo>
                    <a:pt x="84647" y="2574"/>
                  </a:lnTo>
                  <a:lnTo>
                    <a:pt x="84649" y="2559"/>
                  </a:lnTo>
                  <a:lnTo>
                    <a:pt x="84648" y="2545"/>
                  </a:lnTo>
                  <a:lnTo>
                    <a:pt x="84645" y="2532"/>
                  </a:lnTo>
                  <a:lnTo>
                    <a:pt x="84642" y="2515"/>
                  </a:lnTo>
                  <a:lnTo>
                    <a:pt x="84633" y="2504"/>
                  </a:lnTo>
                  <a:lnTo>
                    <a:pt x="84627" y="2499"/>
                  </a:lnTo>
                  <a:lnTo>
                    <a:pt x="84618" y="2494"/>
                  </a:lnTo>
                  <a:lnTo>
                    <a:pt x="84608" y="2489"/>
                  </a:lnTo>
                  <a:lnTo>
                    <a:pt x="84603" y="2483"/>
                  </a:lnTo>
                  <a:lnTo>
                    <a:pt x="84608" y="2478"/>
                  </a:lnTo>
                  <a:lnTo>
                    <a:pt x="84620" y="2473"/>
                  </a:lnTo>
                  <a:lnTo>
                    <a:pt x="84630" y="2469"/>
                  </a:lnTo>
                  <a:lnTo>
                    <a:pt x="84650" y="2458"/>
                  </a:lnTo>
                  <a:lnTo>
                    <a:pt x="84674" y="2451"/>
                  </a:lnTo>
                  <a:lnTo>
                    <a:pt x="84711" y="2452"/>
                  </a:lnTo>
                  <a:lnTo>
                    <a:pt x="84738" y="2451"/>
                  </a:lnTo>
                  <a:lnTo>
                    <a:pt x="84778" y="2450"/>
                  </a:lnTo>
                  <a:lnTo>
                    <a:pt x="84804" y="2447"/>
                  </a:lnTo>
                  <a:lnTo>
                    <a:pt x="84823" y="2443"/>
                  </a:lnTo>
                  <a:lnTo>
                    <a:pt x="85169" y="2511"/>
                  </a:lnTo>
                  <a:lnTo>
                    <a:pt x="85525" y="2581"/>
                  </a:lnTo>
                  <a:lnTo>
                    <a:pt x="85652" y="2606"/>
                  </a:lnTo>
                  <a:lnTo>
                    <a:pt x="86379" y="2746"/>
                  </a:lnTo>
                  <a:lnTo>
                    <a:pt x="86422" y="2745"/>
                  </a:lnTo>
                  <a:lnTo>
                    <a:pt x="86441" y="2745"/>
                  </a:lnTo>
                  <a:lnTo>
                    <a:pt x="86573" y="2743"/>
                  </a:lnTo>
                  <a:lnTo>
                    <a:pt x="86607" y="2731"/>
                  </a:lnTo>
                  <a:lnTo>
                    <a:pt x="86637" y="2717"/>
                  </a:lnTo>
                  <a:lnTo>
                    <a:pt x="86663" y="2704"/>
                  </a:lnTo>
                  <a:lnTo>
                    <a:pt x="86690" y="2688"/>
                  </a:lnTo>
                  <a:lnTo>
                    <a:pt x="86711" y="2675"/>
                  </a:lnTo>
                  <a:lnTo>
                    <a:pt x="86738" y="2655"/>
                  </a:lnTo>
                  <a:lnTo>
                    <a:pt x="86766" y="2638"/>
                  </a:lnTo>
                  <a:lnTo>
                    <a:pt x="86794" y="2615"/>
                  </a:lnTo>
                  <a:lnTo>
                    <a:pt x="86817" y="2592"/>
                  </a:lnTo>
                  <a:lnTo>
                    <a:pt x="86865" y="2548"/>
                  </a:lnTo>
                  <a:lnTo>
                    <a:pt x="86886" y="2529"/>
                  </a:lnTo>
                  <a:lnTo>
                    <a:pt x="86922" y="2500"/>
                  </a:lnTo>
                  <a:lnTo>
                    <a:pt x="86965" y="2459"/>
                  </a:lnTo>
                  <a:lnTo>
                    <a:pt x="86995" y="2431"/>
                  </a:lnTo>
                  <a:lnTo>
                    <a:pt x="87027" y="2397"/>
                  </a:lnTo>
                  <a:lnTo>
                    <a:pt x="87052" y="2368"/>
                  </a:lnTo>
                  <a:lnTo>
                    <a:pt x="87066" y="2353"/>
                  </a:lnTo>
                  <a:lnTo>
                    <a:pt x="87074" y="2342"/>
                  </a:lnTo>
                  <a:lnTo>
                    <a:pt x="87081" y="2336"/>
                  </a:lnTo>
                  <a:lnTo>
                    <a:pt x="87091" y="2328"/>
                  </a:lnTo>
                  <a:lnTo>
                    <a:pt x="87108" y="2316"/>
                  </a:lnTo>
                  <a:lnTo>
                    <a:pt x="87126" y="2308"/>
                  </a:lnTo>
                  <a:lnTo>
                    <a:pt x="87140" y="2297"/>
                  </a:lnTo>
                  <a:lnTo>
                    <a:pt x="87158" y="2280"/>
                  </a:lnTo>
                  <a:lnTo>
                    <a:pt x="87175" y="2266"/>
                  </a:lnTo>
                  <a:lnTo>
                    <a:pt x="87197" y="2252"/>
                  </a:lnTo>
                  <a:lnTo>
                    <a:pt x="87207" y="2245"/>
                  </a:lnTo>
                  <a:lnTo>
                    <a:pt x="87218" y="2234"/>
                  </a:lnTo>
                  <a:lnTo>
                    <a:pt x="87221" y="2228"/>
                  </a:lnTo>
                  <a:lnTo>
                    <a:pt x="87228" y="2218"/>
                  </a:lnTo>
                  <a:lnTo>
                    <a:pt x="87235" y="2209"/>
                  </a:lnTo>
                  <a:lnTo>
                    <a:pt x="87247" y="2198"/>
                  </a:lnTo>
                  <a:lnTo>
                    <a:pt x="87251" y="2190"/>
                  </a:lnTo>
                  <a:lnTo>
                    <a:pt x="87251" y="2179"/>
                  </a:lnTo>
                  <a:lnTo>
                    <a:pt x="87416" y="1876"/>
                  </a:lnTo>
                  <a:lnTo>
                    <a:pt x="87426" y="1857"/>
                  </a:lnTo>
                  <a:lnTo>
                    <a:pt x="87543" y="1642"/>
                  </a:lnTo>
                  <a:lnTo>
                    <a:pt x="87660" y="1577"/>
                  </a:lnTo>
                  <a:lnTo>
                    <a:pt x="87842" y="1477"/>
                  </a:lnTo>
                  <a:lnTo>
                    <a:pt x="88042" y="947"/>
                  </a:lnTo>
                  <a:lnTo>
                    <a:pt x="88011" y="806"/>
                  </a:lnTo>
                  <a:lnTo>
                    <a:pt x="88008" y="795"/>
                  </a:lnTo>
                  <a:lnTo>
                    <a:pt x="88004" y="774"/>
                  </a:lnTo>
                  <a:lnTo>
                    <a:pt x="87966" y="605"/>
                  </a:lnTo>
                  <a:lnTo>
                    <a:pt x="87931" y="505"/>
                  </a:lnTo>
                  <a:lnTo>
                    <a:pt x="87911" y="447"/>
                  </a:lnTo>
                  <a:lnTo>
                    <a:pt x="87920" y="428"/>
                  </a:lnTo>
                  <a:lnTo>
                    <a:pt x="87932" y="401"/>
                  </a:lnTo>
                  <a:lnTo>
                    <a:pt x="87947" y="372"/>
                  </a:lnTo>
                  <a:lnTo>
                    <a:pt x="88400" y="4"/>
                  </a:lnTo>
                  <a:lnTo>
                    <a:pt x="88405" y="0"/>
                  </a:lnTo>
                  <a:lnTo>
                    <a:pt x="88438" y="29"/>
                  </a:lnTo>
                  <a:lnTo>
                    <a:pt x="88497" y="82"/>
                  </a:lnTo>
                  <a:lnTo>
                    <a:pt x="88524" y="218"/>
                  </a:lnTo>
                  <a:lnTo>
                    <a:pt x="88587" y="466"/>
                  </a:lnTo>
                  <a:lnTo>
                    <a:pt x="88609" y="551"/>
                  </a:lnTo>
                  <a:lnTo>
                    <a:pt x="88685" y="851"/>
                  </a:lnTo>
                  <a:lnTo>
                    <a:pt x="88702" y="887"/>
                  </a:lnTo>
                  <a:lnTo>
                    <a:pt x="88719" y="922"/>
                  </a:lnTo>
                  <a:lnTo>
                    <a:pt x="88729" y="939"/>
                  </a:lnTo>
                  <a:lnTo>
                    <a:pt x="88740" y="956"/>
                  </a:lnTo>
                  <a:lnTo>
                    <a:pt x="88767" y="995"/>
                  </a:lnTo>
                  <a:lnTo>
                    <a:pt x="88799" y="1046"/>
                  </a:lnTo>
                  <a:lnTo>
                    <a:pt x="88816" y="1066"/>
                  </a:lnTo>
                  <a:lnTo>
                    <a:pt x="88843" y="1095"/>
                  </a:lnTo>
                  <a:lnTo>
                    <a:pt x="88868" y="1122"/>
                  </a:lnTo>
                  <a:lnTo>
                    <a:pt x="88877" y="1132"/>
                  </a:lnTo>
                  <a:lnTo>
                    <a:pt x="88886" y="1143"/>
                  </a:lnTo>
                  <a:lnTo>
                    <a:pt x="88893" y="1154"/>
                  </a:lnTo>
                  <a:lnTo>
                    <a:pt x="88917" y="1199"/>
                  </a:lnTo>
                  <a:lnTo>
                    <a:pt x="88940" y="1235"/>
                  </a:lnTo>
                  <a:lnTo>
                    <a:pt x="88974" y="1279"/>
                  </a:lnTo>
                  <a:lnTo>
                    <a:pt x="88995" y="1315"/>
                  </a:lnTo>
                  <a:lnTo>
                    <a:pt x="89002" y="1327"/>
                  </a:lnTo>
                  <a:lnTo>
                    <a:pt x="88999" y="1344"/>
                  </a:lnTo>
                  <a:lnTo>
                    <a:pt x="88995" y="1361"/>
                  </a:lnTo>
                  <a:lnTo>
                    <a:pt x="88998" y="1374"/>
                  </a:lnTo>
                  <a:lnTo>
                    <a:pt x="89001" y="1397"/>
                  </a:lnTo>
                  <a:lnTo>
                    <a:pt x="89014" y="1421"/>
                  </a:lnTo>
                  <a:lnTo>
                    <a:pt x="89020" y="1432"/>
                  </a:lnTo>
                  <a:lnTo>
                    <a:pt x="89026" y="1455"/>
                  </a:lnTo>
                  <a:lnTo>
                    <a:pt x="89029" y="1479"/>
                  </a:lnTo>
                  <a:lnTo>
                    <a:pt x="89029" y="1491"/>
                  </a:lnTo>
                  <a:lnTo>
                    <a:pt x="89029" y="1528"/>
                  </a:lnTo>
                  <a:lnTo>
                    <a:pt x="89027" y="1559"/>
                  </a:lnTo>
                  <a:lnTo>
                    <a:pt x="89030" y="1570"/>
                  </a:lnTo>
                  <a:lnTo>
                    <a:pt x="89036" y="1607"/>
                  </a:lnTo>
                  <a:lnTo>
                    <a:pt x="89039" y="1627"/>
                  </a:lnTo>
                  <a:lnTo>
                    <a:pt x="89045" y="1657"/>
                  </a:lnTo>
                  <a:lnTo>
                    <a:pt x="89047" y="1685"/>
                  </a:lnTo>
                  <a:lnTo>
                    <a:pt x="89050" y="170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8866388" y="2538055"/>
              <a:ext cx="1650" cy="2280"/>
            </a:xfrm>
            <a:custGeom>
              <a:avLst/>
              <a:pathLst>
                <a:path w="1650" h="2280">
                  <a:moveTo>
                    <a:pt x="176" y="2280"/>
                  </a:moveTo>
                  <a:lnTo>
                    <a:pt x="0" y="2280"/>
                  </a:lnTo>
                  <a:lnTo>
                    <a:pt x="98" y="2133"/>
                  </a:lnTo>
                  <a:lnTo>
                    <a:pt x="569" y="1257"/>
                  </a:lnTo>
                  <a:lnTo>
                    <a:pt x="724" y="804"/>
                  </a:lnTo>
                  <a:lnTo>
                    <a:pt x="865" y="427"/>
                  </a:lnTo>
                  <a:lnTo>
                    <a:pt x="1053" y="356"/>
                  </a:lnTo>
                  <a:lnTo>
                    <a:pt x="1061" y="333"/>
                  </a:lnTo>
                  <a:lnTo>
                    <a:pt x="1084" y="290"/>
                  </a:lnTo>
                  <a:lnTo>
                    <a:pt x="1106" y="270"/>
                  </a:lnTo>
                  <a:lnTo>
                    <a:pt x="1121" y="260"/>
                  </a:lnTo>
                  <a:lnTo>
                    <a:pt x="1126" y="258"/>
                  </a:lnTo>
                  <a:lnTo>
                    <a:pt x="1147" y="251"/>
                  </a:lnTo>
                  <a:lnTo>
                    <a:pt x="1157" y="249"/>
                  </a:lnTo>
                  <a:lnTo>
                    <a:pt x="1187" y="247"/>
                  </a:lnTo>
                  <a:lnTo>
                    <a:pt x="1224" y="247"/>
                  </a:lnTo>
                  <a:lnTo>
                    <a:pt x="1255" y="247"/>
                  </a:lnTo>
                  <a:lnTo>
                    <a:pt x="1264" y="247"/>
                  </a:lnTo>
                  <a:lnTo>
                    <a:pt x="1301" y="201"/>
                  </a:lnTo>
                  <a:lnTo>
                    <a:pt x="1329" y="76"/>
                  </a:lnTo>
                  <a:lnTo>
                    <a:pt x="1368" y="0"/>
                  </a:lnTo>
                  <a:lnTo>
                    <a:pt x="1560" y="90"/>
                  </a:lnTo>
                  <a:lnTo>
                    <a:pt x="1650" y="409"/>
                  </a:lnTo>
                  <a:lnTo>
                    <a:pt x="1632" y="543"/>
                  </a:lnTo>
                  <a:lnTo>
                    <a:pt x="1529" y="596"/>
                  </a:lnTo>
                  <a:lnTo>
                    <a:pt x="1386" y="803"/>
                  </a:lnTo>
                  <a:lnTo>
                    <a:pt x="1347" y="906"/>
                  </a:lnTo>
                  <a:lnTo>
                    <a:pt x="1342" y="918"/>
                  </a:lnTo>
                  <a:lnTo>
                    <a:pt x="1335" y="933"/>
                  </a:lnTo>
                  <a:lnTo>
                    <a:pt x="1326" y="944"/>
                  </a:lnTo>
                  <a:lnTo>
                    <a:pt x="1309" y="964"/>
                  </a:lnTo>
                  <a:lnTo>
                    <a:pt x="981" y="1427"/>
                  </a:lnTo>
                  <a:lnTo>
                    <a:pt x="486" y="2181"/>
                  </a:lnTo>
                  <a:lnTo>
                    <a:pt x="399" y="2280"/>
                  </a:lnTo>
                  <a:lnTo>
                    <a:pt x="248" y="2280"/>
                  </a:lnTo>
                  <a:lnTo>
                    <a:pt x="176" y="228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8866094" y="2529640"/>
              <a:ext cx="302" cy="765"/>
            </a:xfrm>
            <a:custGeom>
              <a:avLst/>
              <a:pathLst>
                <a:path w="302" h="765">
                  <a:moveTo>
                    <a:pt x="145" y="28"/>
                  </a:moveTo>
                  <a:lnTo>
                    <a:pt x="169" y="47"/>
                  </a:lnTo>
                  <a:lnTo>
                    <a:pt x="191" y="45"/>
                  </a:lnTo>
                  <a:lnTo>
                    <a:pt x="228" y="79"/>
                  </a:lnTo>
                  <a:lnTo>
                    <a:pt x="240" y="116"/>
                  </a:lnTo>
                  <a:lnTo>
                    <a:pt x="259" y="214"/>
                  </a:lnTo>
                  <a:lnTo>
                    <a:pt x="289" y="344"/>
                  </a:lnTo>
                  <a:lnTo>
                    <a:pt x="302" y="488"/>
                  </a:lnTo>
                  <a:lnTo>
                    <a:pt x="300" y="567"/>
                  </a:lnTo>
                  <a:lnTo>
                    <a:pt x="294" y="585"/>
                  </a:lnTo>
                  <a:lnTo>
                    <a:pt x="300" y="661"/>
                  </a:lnTo>
                  <a:lnTo>
                    <a:pt x="268" y="733"/>
                  </a:lnTo>
                  <a:lnTo>
                    <a:pt x="217" y="765"/>
                  </a:lnTo>
                  <a:lnTo>
                    <a:pt x="179" y="757"/>
                  </a:lnTo>
                  <a:lnTo>
                    <a:pt x="170" y="738"/>
                  </a:lnTo>
                  <a:lnTo>
                    <a:pt x="182" y="713"/>
                  </a:lnTo>
                  <a:lnTo>
                    <a:pt x="198" y="702"/>
                  </a:lnTo>
                  <a:lnTo>
                    <a:pt x="198" y="674"/>
                  </a:lnTo>
                  <a:lnTo>
                    <a:pt x="182" y="653"/>
                  </a:lnTo>
                  <a:lnTo>
                    <a:pt x="136" y="623"/>
                  </a:lnTo>
                  <a:lnTo>
                    <a:pt x="68" y="473"/>
                  </a:lnTo>
                  <a:lnTo>
                    <a:pt x="39" y="388"/>
                  </a:lnTo>
                  <a:lnTo>
                    <a:pt x="27" y="295"/>
                  </a:lnTo>
                  <a:lnTo>
                    <a:pt x="49" y="223"/>
                  </a:lnTo>
                  <a:lnTo>
                    <a:pt x="47" y="150"/>
                  </a:lnTo>
                  <a:lnTo>
                    <a:pt x="21" y="99"/>
                  </a:lnTo>
                  <a:lnTo>
                    <a:pt x="0" y="51"/>
                  </a:lnTo>
                  <a:lnTo>
                    <a:pt x="1" y="23"/>
                  </a:lnTo>
                  <a:lnTo>
                    <a:pt x="71" y="2"/>
                  </a:lnTo>
                  <a:lnTo>
                    <a:pt x="108" y="0"/>
                  </a:lnTo>
                  <a:lnTo>
                    <a:pt x="145" y="2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8860180" y="2526758"/>
              <a:ext cx="616" cy="1087"/>
            </a:xfrm>
            <a:custGeom>
              <a:avLst/>
              <a:pathLst>
                <a:path w="616" h="1087">
                  <a:moveTo>
                    <a:pt x="180" y="11"/>
                  </a:moveTo>
                  <a:lnTo>
                    <a:pt x="186" y="24"/>
                  </a:lnTo>
                  <a:lnTo>
                    <a:pt x="225" y="24"/>
                  </a:lnTo>
                  <a:lnTo>
                    <a:pt x="237" y="28"/>
                  </a:lnTo>
                  <a:lnTo>
                    <a:pt x="268" y="50"/>
                  </a:lnTo>
                  <a:lnTo>
                    <a:pt x="274" y="53"/>
                  </a:lnTo>
                  <a:lnTo>
                    <a:pt x="285" y="58"/>
                  </a:lnTo>
                  <a:lnTo>
                    <a:pt x="289" y="59"/>
                  </a:lnTo>
                  <a:lnTo>
                    <a:pt x="298" y="68"/>
                  </a:lnTo>
                  <a:lnTo>
                    <a:pt x="304" y="75"/>
                  </a:lnTo>
                  <a:lnTo>
                    <a:pt x="327" y="94"/>
                  </a:lnTo>
                  <a:lnTo>
                    <a:pt x="370" y="136"/>
                  </a:lnTo>
                  <a:lnTo>
                    <a:pt x="377" y="143"/>
                  </a:lnTo>
                  <a:lnTo>
                    <a:pt x="388" y="156"/>
                  </a:lnTo>
                  <a:lnTo>
                    <a:pt x="404" y="174"/>
                  </a:lnTo>
                  <a:lnTo>
                    <a:pt x="426" y="207"/>
                  </a:lnTo>
                  <a:lnTo>
                    <a:pt x="430" y="213"/>
                  </a:lnTo>
                  <a:lnTo>
                    <a:pt x="456" y="253"/>
                  </a:lnTo>
                  <a:lnTo>
                    <a:pt x="485" y="306"/>
                  </a:lnTo>
                  <a:lnTo>
                    <a:pt x="531" y="391"/>
                  </a:lnTo>
                  <a:lnTo>
                    <a:pt x="547" y="417"/>
                  </a:lnTo>
                  <a:lnTo>
                    <a:pt x="557" y="428"/>
                  </a:lnTo>
                  <a:lnTo>
                    <a:pt x="609" y="429"/>
                  </a:lnTo>
                  <a:lnTo>
                    <a:pt x="616" y="463"/>
                  </a:lnTo>
                  <a:lnTo>
                    <a:pt x="610" y="567"/>
                  </a:lnTo>
                  <a:lnTo>
                    <a:pt x="602" y="634"/>
                  </a:lnTo>
                  <a:lnTo>
                    <a:pt x="560" y="640"/>
                  </a:lnTo>
                  <a:lnTo>
                    <a:pt x="543" y="685"/>
                  </a:lnTo>
                  <a:lnTo>
                    <a:pt x="542" y="726"/>
                  </a:lnTo>
                  <a:lnTo>
                    <a:pt x="541" y="746"/>
                  </a:lnTo>
                  <a:lnTo>
                    <a:pt x="536" y="777"/>
                  </a:lnTo>
                  <a:lnTo>
                    <a:pt x="534" y="820"/>
                  </a:lnTo>
                  <a:lnTo>
                    <a:pt x="538" y="846"/>
                  </a:lnTo>
                  <a:lnTo>
                    <a:pt x="548" y="862"/>
                  </a:lnTo>
                  <a:lnTo>
                    <a:pt x="550" y="883"/>
                  </a:lnTo>
                  <a:lnTo>
                    <a:pt x="545" y="925"/>
                  </a:lnTo>
                  <a:lnTo>
                    <a:pt x="533" y="948"/>
                  </a:lnTo>
                  <a:lnTo>
                    <a:pt x="518" y="973"/>
                  </a:lnTo>
                  <a:lnTo>
                    <a:pt x="499" y="1018"/>
                  </a:lnTo>
                  <a:lnTo>
                    <a:pt x="496" y="1027"/>
                  </a:lnTo>
                  <a:lnTo>
                    <a:pt x="490" y="1029"/>
                  </a:lnTo>
                  <a:lnTo>
                    <a:pt x="475" y="1046"/>
                  </a:lnTo>
                  <a:lnTo>
                    <a:pt x="469" y="1049"/>
                  </a:lnTo>
                  <a:lnTo>
                    <a:pt x="454" y="1052"/>
                  </a:lnTo>
                  <a:lnTo>
                    <a:pt x="454" y="1063"/>
                  </a:lnTo>
                  <a:lnTo>
                    <a:pt x="451" y="1082"/>
                  </a:lnTo>
                  <a:lnTo>
                    <a:pt x="441" y="1087"/>
                  </a:lnTo>
                  <a:lnTo>
                    <a:pt x="399" y="1066"/>
                  </a:lnTo>
                  <a:lnTo>
                    <a:pt x="392" y="1062"/>
                  </a:lnTo>
                  <a:lnTo>
                    <a:pt x="378" y="1057"/>
                  </a:lnTo>
                  <a:lnTo>
                    <a:pt x="365" y="1030"/>
                  </a:lnTo>
                  <a:lnTo>
                    <a:pt x="360" y="1019"/>
                  </a:lnTo>
                  <a:lnTo>
                    <a:pt x="326" y="947"/>
                  </a:lnTo>
                  <a:lnTo>
                    <a:pt x="279" y="849"/>
                  </a:lnTo>
                  <a:lnTo>
                    <a:pt x="246" y="780"/>
                  </a:lnTo>
                  <a:lnTo>
                    <a:pt x="45" y="224"/>
                  </a:lnTo>
                  <a:lnTo>
                    <a:pt x="0" y="120"/>
                  </a:lnTo>
                  <a:lnTo>
                    <a:pt x="19" y="69"/>
                  </a:lnTo>
                  <a:lnTo>
                    <a:pt x="38" y="51"/>
                  </a:lnTo>
                  <a:lnTo>
                    <a:pt x="61" y="31"/>
                  </a:lnTo>
                  <a:lnTo>
                    <a:pt x="86" y="20"/>
                  </a:lnTo>
                  <a:lnTo>
                    <a:pt x="94" y="18"/>
                  </a:lnTo>
                  <a:lnTo>
                    <a:pt x="147" y="2"/>
                  </a:lnTo>
                  <a:lnTo>
                    <a:pt x="174" y="0"/>
                  </a:lnTo>
                  <a:lnTo>
                    <a:pt x="180" y="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8857542" y="2523132"/>
              <a:ext cx="996" cy="999"/>
            </a:xfrm>
            <a:custGeom>
              <a:avLst/>
              <a:pathLst>
                <a:path w="996" h="999">
                  <a:moveTo>
                    <a:pt x="875" y="963"/>
                  </a:moveTo>
                  <a:lnTo>
                    <a:pt x="755" y="999"/>
                  </a:lnTo>
                  <a:lnTo>
                    <a:pt x="658" y="971"/>
                  </a:lnTo>
                  <a:lnTo>
                    <a:pt x="495" y="855"/>
                  </a:lnTo>
                  <a:lnTo>
                    <a:pt x="262" y="660"/>
                  </a:lnTo>
                  <a:lnTo>
                    <a:pt x="190" y="477"/>
                  </a:lnTo>
                  <a:lnTo>
                    <a:pt x="39" y="213"/>
                  </a:lnTo>
                  <a:lnTo>
                    <a:pt x="0" y="88"/>
                  </a:lnTo>
                  <a:lnTo>
                    <a:pt x="56" y="9"/>
                  </a:lnTo>
                  <a:lnTo>
                    <a:pt x="164" y="0"/>
                  </a:lnTo>
                  <a:lnTo>
                    <a:pt x="325" y="76"/>
                  </a:lnTo>
                  <a:lnTo>
                    <a:pt x="547" y="246"/>
                  </a:lnTo>
                  <a:lnTo>
                    <a:pt x="730" y="458"/>
                  </a:lnTo>
                  <a:lnTo>
                    <a:pt x="789" y="634"/>
                  </a:lnTo>
                  <a:lnTo>
                    <a:pt x="852" y="731"/>
                  </a:lnTo>
                  <a:lnTo>
                    <a:pt x="911" y="766"/>
                  </a:lnTo>
                  <a:lnTo>
                    <a:pt x="996" y="805"/>
                  </a:lnTo>
                  <a:lnTo>
                    <a:pt x="990" y="867"/>
                  </a:lnTo>
                  <a:lnTo>
                    <a:pt x="875" y="9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8859788" y="2522020"/>
              <a:ext cx="1310" cy="1578"/>
            </a:xfrm>
            <a:custGeom>
              <a:avLst/>
              <a:pathLst>
                <a:path w="1310" h="1578">
                  <a:moveTo>
                    <a:pt x="795" y="37"/>
                  </a:moveTo>
                  <a:lnTo>
                    <a:pt x="832" y="62"/>
                  </a:lnTo>
                  <a:lnTo>
                    <a:pt x="856" y="71"/>
                  </a:lnTo>
                  <a:lnTo>
                    <a:pt x="929" y="119"/>
                  </a:lnTo>
                  <a:lnTo>
                    <a:pt x="1017" y="175"/>
                  </a:lnTo>
                  <a:lnTo>
                    <a:pt x="1019" y="181"/>
                  </a:lnTo>
                  <a:lnTo>
                    <a:pt x="1062" y="232"/>
                  </a:lnTo>
                  <a:lnTo>
                    <a:pt x="1146" y="334"/>
                  </a:lnTo>
                  <a:lnTo>
                    <a:pt x="1171" y="370"/>
                  </a:lnTo>
                  <a:lnTo>
                    <a:pt x="1163" y="468"/>
                  </a:lnTo>
                  <a:lnTo>
                    <a:pt x="1163" y="525"/>
                  </a:lnTo>
                  <a:lnTo>
                    <a:pt x="1182" y="589"/>
                  </a:lnTo>
                  <a:lnTo>
                    <a:pt x="1192" y="599"/>
                  </a:lnTo>
                  <a:lnTo>
                    <a:pt x="1258" y="670"/>
                  </a:lnTo>
                  <a:lnTo>
                    <a:pt x="1298" y="769"/>
                  </a:lnTo>
                  <a:lnTo>
                    <a:pt x="1298" y="836"/>
                  </a:lnTo>
                  <a:lnTo>
                    <a:pt x="1274" y="1008"/>
                  </a:lnTo>
                  <a:lnTo>
                    <a:pt x="1255" y="1040"/>
                  </a:lnTo>
                  <a:lnTo>
                    <a:pt x="1248" y="1089"/>
                  </a:lnTo>
                  <a:lnTo>
                    <a:pt x="1272" y="1175"/>
                  </a:lnTo>
                  <a:lnTo>
                    <a:pt x="1297" y="1389"/>
                  </a:lnTo>
                  <a:lnTo>
                    <a:pt x="1301" y="1403"/>
                  </a:lnTo>
                  <a:lnTo>
                    <a:pt x="1305" y="1419"/>
                  </a:lnTo>
                  <a:lnTo>
                    <a:pt x="1310" y="1465"/>
                  </a:lnTo>
                  <a:lnTo>
                    <a:pt x="1258" y="1532"/>
                  </a:lnTo>
                  <a:lnTo>
                    <a:pt x="1198" y="1578"/>
                  </a:lnTo>
                  <a:lnTo>
                    <a:pt x="1142" y="1578"/>
                  </a:lnTo>
                  <a:lnTo>
                    <a:pt x="1101" y="1503"/>
                  </a:lnTo>
                  <a:lnTo>
                    <a:pt x="1066" y="1404"/>
                  </a:lnTo>
                  <a:lnTo>
                    <a:pt x="1061" y="1392"/>
                  </a:lnTo>
                  <a:lnTo>
                    <a:pt x="1023" y="1274"/>
                  </a:lnTo>
                  <a:lnTo>
                    <a:pt x="999" y="1195"/>
                  </a:lnTo>
                  <a:lnTo>
                    <a:pt x="926" y="1134"/>
                  </a:lnTo>
                  <a:lnTo>
                    <a:pt x="915" y="1115"/>
                  </a:lnTo>
                  <a:lnTo>
                    <a:pt x="886" y="1066"/>
                  </a:lnTo>
                  <a:lnTo>
                    <a:pt x="834" y="1099"/>
                  </a:lnTo>
                  <a:lnTo>
                    <a:pt x="778" y="1135"/>
                  </a:lnTo>
                  <a:lnTo>
                    <a:pt x="765" y="1143"/>
                  </a:lnTo>
                  <a:lnTo>
                    <a:pt x="741" y="1158"/>
                  </a:lnTo>
                  <a:lnTo>
                    <a:pt x="703" y="1182"/>
                  </a:lnTo>
                  <a:lnTo>
                    <a:pt x="660" y="1210"/>
                  </a:lnTo>
                  <a:lnTo>
                    <a:pt x="662" y="1216"/>
                  </a:lnTo>
                  <a:lnTo>
                    <a:pt x="667" y="1238"/>
                  </a:lnTo>
                  <a:lnTo>
                    <a:pt x="689" y="1265"/>
                  </a:lnTo>
                  <a:lnTo>
                    <a:pt x="698" y="1271"/>
                  </a:lnTo>
                  <a:lnTo>
                    <a:pt x="705" y="1278"/>
                  </a:lnTo>
                  <a:lnTo>
                    <a:pt x="711" y="1283"/>
                  </a:lnTo>
                  <a:lnTo>
                    <a:pt x="716" y="1288"/>
                  </a:lnTo>
                  <a:lnTo>
                    <a:pt x="719" y="1315"/>
                  </a:lnTo>
                  <a:lnTo>
                    <a:pt x="714" y="1338"/>
                  </a:lnTo>
                  <a:lnTo>
                    <a:pt x="705" y="1402"/>
                  </a:lnTo>
                  <a:lnTo>
                    <a:pt x="702" y="1423"/>
                  </a:lnTo>
                  <a:lnTo>
                    <a:pt x="689" y="1437"/>
                  </a:lnTo>
                  <a:lnTo>
                    <a:pt x="678" y="1443"/>
                  </a:lnTo>
                  <a:lnTo>
                    <a:pt x="675" y="1454"/>
                  </a:lnTo>
                  <a:lnTo>
                    <a:pt x="626" y="1492"/>
                  </a:lnTo>
                  <a:lnTo>
                    <a:pt x="543" y="1524"/>
                  </a:lnTo>
                  <a:lnTo>
                    <a:pt x="448" y="1516"/>
                  </a:lnTo>
                  <a:lnTo>
                    <a:pt x="413" y="1478"/>
                  </a:lnTo>
                  <a:lnTo>
                    <a:pt x="375" y="1419"/>
                  </a:lnTo>
                  <a:lnTo>
                    <a:pt x="334" y="1408"/>
                  </a:lnTo>
                  <a:lnTo>
                    <a:pt x="268" y="1408"/>
                  </a:lnTo>
                  <a:lnTo>
                    <a:pt x="141" y="1414"/>
                  </a:lnTo>
                  <a:lnTo>
                    <a:pt x="105" y="1392"/>
                  </a:lnTo>
                  <a:lnTo>
                    <a:pt x="91" y="1341"/>
                  </a:lnTo>
                  <a:lnTo>
                    <a:pt x="98" y="1288"/>
                  </a:lnTo>
                  <a:lnTo>
                    <a:pt x="91" y="1187"/>
                  </a:lnTo>
                  <a:lnTo>
                    <a:pt x="0" y="960"/>
                  </a:lnTo>
                  <a:lnTo>
                    <a:pt x="29" y="914"/>
                  </a:lnTo>
                  <a:lnTo>
                    <a:pt x="145" y="804"/>
                  </a:lnTo>
                  <a:lnTo>
                    <a:pt x="255" y="741"/>
                  </a:lnTo>
                  <a:lnTo>
                    <a:pt x="273" y="741"/>
                  </a:lnTo>
                  <a:lnTo>
                    <a:pt x="282" y="741"/>
                  </a:lnTo>
                  <a:lnTo>
                    <a:pt x="287" y="743"/>
                  </a:lnTo>
                  <a:lnTo>
                    <a:pt x="296" y="745"/>
                  </a:lnTo>
                  <a:lnTo>
                    <a:pt x="317" y="749"/>
                  </a:lnTo>
                  <a:lnTo>
                    <a:pt x="346" y="757"/>
                  </a:lnTo>
                  <a:lnTo>
                    <a:pt x="362" y="764"/>
                  </a:lnTo>
                  <a:lnTo>
                    <a:pt x="421" y="793"/>
                  </a:lnTo>
                  <a:lnTo>
                    <a:pt x="427" y="783"/>
                  </a:lnTo>
                  <a:lnTo>
                    <a:pt x="435" y="769"/>
                  </a:lnTo>
                  <a:lnTo>
                    <a:pt x="499" y="669"/>
                  </a:lnTo>
                  <a:lnTo>
                    <a:pt x="512" y="649"/>
                  </a:lnTo>
                  <a:lnTo>
                    <a:pt x="518" y="639"/>
                  </a:lnTo>
                  <a:lnTo>
                    <a:pt x="507" y="627"/>
                  </a:lnTo>
                  <a:lnTo>
                    <a:pt x="465" y="603"/>
                  </a:lnTo>
                  <a:lnTo>
                    <a:pt x="429" y="584"/>
                  </a:lnTo>
                  <a:lnTo>
                    <a:pt x="370" y="562"/>
                  </a:lnTo>
                  <a:lnTo>
                    <a:pt x="285" y="565"/>
                  </a:lnTo>
                  <a:lnTo>
                    <a:pt x="226" y="541"/>
                  </a:lnTo>
                  <a:lnTo>
                    <a:pt x="185" y="492"/>
                  </a:lnTo>
                  <a:lnTo>
                    <a:pt x="171" y="428"/>
                  </a:lnTo>
                  <a:lnTo>
                    <a:pt x="238" y="301"/>
                  </a:lnTo>
                  <a:lnTo>
                    <a:pt x="315" y="214"/>
                  </a:lnTo>
                  <a:lnTo>
                    <a:pt x="317" y="209"/>
                  </a:lnTo>
                  <a:lnTo>
                    <a:pt x="333" y="185"/>
                  </a:lnTo>
                  <a:lnTo>
                    <a:pt x="342" y="171"/>
                  </a:lnTo>
                  <a:lnTo>
                    <a:pt x="351" y="157"/>
                  </a:lnTo>
                  <a:lnTo>
                    <a:pt x="368" y="130"/>
                  </a:lnTo>
                  <a:lnTo>
                    <a:pt x="374" y="121"/>
                  </a:lnTo>
                  <a:lnTo>
                    <a:pt x="393" y="92"/>
                  </a:lnTo>
                  <a:lnTo>
                    <a:pt x="462" y="34"/>
                  </a:lnTo>
                  <a:lnTo>
                    <a:pt x="490" y="28"/>
                  </a:lnTo>
                  <a:lnTo>
                    <a:pt x="519" y="44"/>
                  </a:lnTo>
                  <a:lnTo>
                    <a:pt x="640" y="9"/>
                  </a:lnTo>
                  <a:lnTo>
                    <a:pt x="647" y="9"/>
                  </a:lnTo>
                  <a:lnTo>
                    <a:pt x="685" y="0"/>
                  </a:lnTo>
                  <a:lnTo>
                    <a:pt x="698" y="6"/>
                  </a:lnTo>
                  <a:lnTo>
                    <a:pt x="731" y="12"/>
                  </a:lnTo>
                  <a:lnTo>
                    <a:pt x="751" y="22"/>
                  </a:lnTo>
                  <a:lnTo>
                    <a:pt x="795" y="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8831420" y="2517807"/>
              <a:ext cx="696" cy="1670"/>
            </a:xfrm>
            <a:custGeom>
              <a:avLst/>
              <a:pathLst>
                <a:path w="696" h="1670">
                  <a:moveTo>
                    <a:pt x="288" y="424"/>
                  </a:moveTo>
                  <a:lnTo>
                    <a:pt x="298" y="437"/>
                  </a:lnTo>
                  <a:lnTo>
                    <a:pt x="314" y="437"/>
                  </a:lnTo>
                  <a:lnTo>
                    <a:pt x="360" y="414"/>
                  </a:lnTo>
                  <a:lnTo>
                    <a:pt x="382" y="415"/>
                  </a:lnTo>
                  <a:lnTo>
                    <a:pt x="416" y="440"/>
                  </a:lnTo>
                  <a:lnTo>
                    <a:pt x="432" y="465"/>
                  </a:lnTo>
                  <a:lnTo>
                    <a:pt x="442" y="490"/>
                  </a:lnTo>
                  <a:lnTo>
                    <a:pt x="444" y="502"/>
                  </a:lnTo>
                  <a:lnTo>
                    <a:pt x="440" y="537"/>
                  </a:lnTo>
                  <a:lnTo>
                    <a:pt x="430" y="578"/>
                  </a:lnTo>
                  <a:lnTo>
                    <a:pt x="419" y="581"/>
                  </a:lnTo>
                  <a:lnTo>
                    <a:pt x="355" y="601"/>
                  </a:lnTo>
                  <a:lnTo>
                    <a:pt x="319" y="641"/>
                  </a:lnTo>
                  <a:lnTo>
                    <a:pt x="296" y="671"/>
                  </a:lnTo>
                  <a:lnTo>
                    <a:pt x="260" y="719"/>
                  </a:lnTo>
                  <a:lnTo>
                    <a:pt x="230" y="756"/>
                  </a:lnTo>
                  <a:lnTo>
                    <a:pt x="207" y="778"/>
                  </a:lnTo>
                  <a:lnTo>
                    <a:pt x="199" y="840"/>
                  </a:lnTo>
                  <a:lnTo>
                    <a:pt x="211" y="863"/>
                  </a:lnTo>
                  <a:lnTo>
                    <a:pt x="266" y="975"/>
                  </a:lnTo>
                  <a:lnTo>
                    <a:pt x="321" y="1083"/>
                  </a:lnTo>
                  <a:lnTo>
                    <a:pt x="353" y="1140"/>
                  </a:lnTo>
                  <a:lnTo>
                    <a:pt x="368" y="1159"/>
                  </a:lnTo>
                  <a:lnTo>
                    <a:pt x="385" y="1180"/>
                  </a:lnTo>
                  <a:lnTo>
                    <a:pt x="389" y="1185"/>
                  </a:lnTo>
                  <a:lnTo>
                    <a:pt x="421" y="1242"/>
                  </a:lnTo>
                  <a:lnTo>
                    <a:pt x="443" y="1281"/>
                  </a:lnTo>
                  <a:lnTo>
                    <a:pt x="468" y="1317"/>
                  </a:lnTo>
                  <a:lnTo>
                    <a:pt x="502" y="1359"/>
                  </a:lnTo>
                  <a:lnTo>
                    <a:pt x="514" y="1381"/>
                  </a:lnTo>
                  <a:lnTo>
                    <a:pt x="521" y="1394"/>
                  </a:lnTo>
                  <a:lnTo>
                    <a:pt x="546" y="1418"/>
                  </a:lnTo>
                  <a:lnTo>
                    <a:pt x="574" y="1462"/>
                  </a:lnTo>
                  <a:lnTo>
                    <a:pt x="633" y="1553"/>
                  </a:lnTo>
                  <a:lnTo>
                    <a:pt x="658" y="1570"/>
                  </a:lnTo>
                  <a:lnTo>
                    <a:pt x="690" y="1621"/>
                  </a:lnTo>
                  <a:lnTo>
                    <a:pt x="696" y="1641"/>
                  </a:lnTo>
                  <a:lnTo>
                    <a:pt x="696" y="1649"/>
                  </a:lnTo>
                  <a:lnTo>
                    <a:pt x="690" y="1658"/>
                  </a:lnTo>
                  <a:lnTo>
                    <a:pt x="673" y="1667"/>
                  </a:lnTo>
                  <a:lnTo>
                    <a:pt x="657" y="1669"/>
                  </a:lnTo>
                  <a:lnTo>
                    <a:pt x="637" y="1670"/>
                  </a:lnTo>
                  <a:lnTo>
                    <a:pt x="622" y="1667"/>
                  </a:lnTo>
                  <a:lnTo>
                    <a:pt x="614" y="1662"/>
                  </a:lnTo>
                  <a:lnTo>
                    <a:pt x="591" y="1638"/>
                  </a:lnTo>
                  <a:lnTo>
                    <a:pt x="573" y="1617"/>
                  </a:lnTo>
                  <a:lnTo>
                    <a:pt x="568" y="1611"/>
                  </a:lnTo>
                  <a:lnTo>
                    <a:pt x="549" y="1579"/>
                  </a:lnTo>
                  <a:lnTo>
                    <a:pt x="499" y="1503"/>
                  </a:lnTo>
                  <a:lnTo>
                    <a:pt x="478" y="1471"/>
                  </a:lnTo>
                  <a:lnTo>
                    <a:pt x="453" y="1417"/>
                  </a:lnTo>
                  <a:lnTo>
                    <a:pt x="442" y="1396"/>
                  </a:lnTo>
                  <a:lnTo>
                    <a:pt x="421" y="1353"/>
                  </a:lnTo>
                  <a:lnTo>
                    <a:pt x="392" y="1311"/>
                  </a:lnTo>
                  <a:lnTo>
                    <a:pt x="364" y="1271"/>
                  </a:lnTo>
                  <a:lnTo>
                    <a:pt x="355" y="1257"/>
                  </a:lnTo>
                  <a:lnTo>
                    <a:pt x="343" y="1239"/>
                  </a:lnTo>
                  <a:lnTo>
                    <a:pt x="288" y="1177"/>
                  </a:lnTo>
                  <a:lnTo>
                    <a:pt x="240" y="1128"/>
                  </a:lnTo>
                  <a:lnTo>
                    <a:pt x="162" y="1058"/>
                  </a:lnTo>
                  <a:lnTo>
                    <a:pt x="120" y="1024"/>
                  </a:lnTo>
                  <a:lnTo>
                    <a:pt x="84" y="983"/>
                  </a:lnTo>
                  <a:lnTo>
                    <a:pt x="75" y="963"/>
                  </a:lnTo>
                  <a:lnTo>
                    <a:pt x="73" y="957"/>
                  </a:lnTo>
                  <a:lnTo>
                    <a:pt x="67" y="945"/>
                  </a:lnTo>
                  <a:lnTo>
                    <a:pt x="52" y="908"/>
                  </a:lnTo>
                  <a:lnTo>
                    <a:pt x="39" y="883"/>
                  </a:lnTo>
                  <a:lnTo>
                    <a:pt x="24" y="816"/>
                  </a:lnTo>
                  <a:lnTo>
                    <a:pt x="7" y="783"/>
                  </a:lnTo>
                  <a:lnTo>
                    <a:pt x="2" y="745"/>
                  </a:lnTo>
                  <a:lnTo>
                    <a:pt x="1" y="703"/>
                  </a:lnTo>
                  <a:lnTo>
                    <a:pt x="0" y="670"/>
                  </a:lnTo>
                  <a:lnTo>
                    <a:pt x="12" y="609"/>
                  </a:lnTo>
                  <a:lnTo>
                    <a:pt x="15" y="581"/>
                  </a:lnTo>
                  <a:lnTo>
                    <a:pt x="16" y="570"/>
                  </a:lnTo>
                  <a:lnTo>
                    <a:pt x="25" y="556"/>
                  </a:lnTo>
                  <a:lnTo>
                    <a:pt x="39" y="544"/>
                  </a:lnTo>
                  <a:lnTo>
                    <a:pt x="116" y="434"/>
                  </a:lnTo>
                  <a:lnTo>
                    <a:pt x="115" y="385"/>
                  </a:lnTo>
                  <a:lnTo>
                    <a:pt x="101" y="327"/>
                  </a:lnTo>
                  <a:lnTo>
                    <a:pt x="111" y="263"/>
                  </a:lnTo>
                  <a:lnTo>
                    <a:pt x="129" y="165"/>
                  </a:lnTo>
                  <a:lnTo>
                    <a:pt x="129" y="71"/>
                  </a:lnTo>
                  <a:lnTo>
                    <a:pt x="129" y="49"/>
                  </a:lnTo>
                  <a:lnTo>
                    <a:pt x="160" y="2"/>
                  </a:lnTo>
                  <a:lnTo>
                    <a:pt x="195" y="0"/>
                  </a:lnTo>
                  <a:lnTo>
                    <a:pt x="217" y="3"/>
                  </a:lnTo>
                  <a:lnTo>
                    <a:pt x="239" y="58"/>
                  </a:lnTo>
                  <a:lnTo>
                    <a:pt x="243" y="114"/>
                  </a:lnTo>
                  <a:lnTo>
                    <a:pt x="246" y="183"/>
                  </a:lnTo>
                  <a:lnTo>
                    <a:pt x="243" y="240"/>
                  </a:lnTo>
                  <a:lnTo>
                    <a:pt x="258" y="319"/>
                  </a:lnTo>
                  <a:lnTo>
                    <a:pt x="261" y="323"/>
                  </a:lnTo>
                  <a:lnTo>
                    <a:pt x="267" y="381"/>
                  </a:lnTo>
                  <a:lnTo>
                    <a:pt x="282" y="404"/>
                  </a:lnTo>
                  <a:lnTo>
                    <a:pt x="288" y="42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8808707" y="2511914"/>
              <a:ext cx="656" cy="837"/>
            </a:xfrm>
            <a:custGeom>
              <a:avLst/>
              <a:pathLst>
                <a:path w="656" h="837">
                  <a:moveTo>
                    <a:pt x="155" y="28"/>
                  </a:moveTo>
                  <a:lnTo>
                    <a:pt x="161" y="29"/>
                  </a:lnTo>
                  <a:lnTo>
                    <a:pt x="172" y="27"/>
                  </a:lnTo>
                  <a:lnTo>
                    <a:pt x="181" y="28"/>
                  </a:lnTo>
                  <a:lnTo>
                    <a:pt x="191" y="33"/>
                  </a:lnTo>
                  <a:lnTo>
                    <a:pt x="196" y="42"/>
                  </a:lnTo>
                  <a:lnTo>
                    <a:pt x="201" y="51"/>
                  </a:lnTo>
                  <a:lnTo>
                    <a:pt x="209" y="63"/>
                  </a:lnTo>
                  <a:lnTo>
                    <a:pt x="217" y="74"/>
                  </a:lnTo>
                  <a:lnTo>
                    <a:pt x="225" y="80"/>
                  </a:lnTo>
                  <a:lnTo>
                    <a:pt x="250" y="99"/>
                  </a:lnTo>
                  <a:lnTo>
                    <a:pt x="285" y="127"/>
                  </a:lnTo>
                  <a:lnTo>
                    <a:pt x="322" y="141"/>
                  </a:lnTo>
                  <a:lnTo>
                    <a:pt x="331" y="143"/>
                  </a:lnTo>
                  <a:lnTo>
                    <a:pt x="359" y="141"/>
                  </a:lnTo>
                  <a:lnTo>
                    <a:pt x="384" y="145"/>
                  </a:lnTo>
                  <a:lnTo>
                    <a:pt x="412" y="151"/>
                  </a:lnTo>
                  <a:lnTo>
                    <a:pt x="443" y="164"/>
                  </a:lnTo>
                  <a:lnTo>
                    <a:pt x="457" y="173"/>
                  </a:lnTo>
                  <a:lnTo>
                    <a:pt x="461" y="176"/>
                  </a:lnTo>
                  <a:lnTo>
                    <a:pt x="471" y="189"/>
                  </a:lnTo>
                  <a:lnTo>
                    <a:pt x="491" y="210"/>
                  </a:lnTo>
                  <a:lnTo>
                    <a:pt x="561" y="268"/>
                  </a:lnTo>
                  <a:lnTo>
                    <a:pt x="580" y="291"/>
                  </a:lnTo>
                  <a:lnTo>
                    <a:pt x="607" y="326"/>
                  </a:lnTo>
                  <a:lnTo>
                    <a:pt x="618" y="377"/>
                  </a:lnTo>
                  <a:lnTo>
                    <a:pt x="621" y="392"/>
                  </a:lnTo>
                  <a:lnTo>
                    <a:pt x="648" y="446"/>
                  </a:lnTo>
                  <a:lnTo>
                    <a:pt x="653" y="452"/>
                  </a:lnTo>
                  <a:lnTo>
                    <a:pt x="656" y="463"/>
                  </a:lnTo>
                  <a:lnTo>
                    <a:pt x="656" y="472"/>
                  </a:lnTo>
                  <a:lnTo>
                    <a:pt x="656" y="478"/>
                  </a:lnTo>
                  <a:lnTo>
                    <a:pt x="655" y="491"/>
                  </a:lnTo>
                  <a:lnTo>
                    <a:pt x="652" y="504"/>
                  </a:lnTo>
                  <a:lnTo>
                    <a:pt x="641" y="527"/>
                  </a:lnTo>
                  <a:lnTo>
                    <a:pt x="631" y="545"/>
                  </a:lnTo>
                  <a:lnTo>
                    <a:pt x="621" y="576"/>
                  </a:lnTo>
                  <a:lnTo>
                    <a:pt x="620" y="589"/>
                  </a:lnTo>
                  <a:lnTo>
                    <a:pt x="616" y="610"/>
                  </a:lnTo>
                  <a:lnTo>
                    <a:pt x="611" y="617"/>
                  </a:lnTo>
                  <a:lnTo>
                    <a:pt x="604" y="623"/>
                  </a:lnTo>
                  <a:lnTo>
                    <a:pt x="587" y="639"/>
                  </a:lnTo>
                  <a:lnTo>
                    <a:pt x="576" y="651"/>
                  </a:lnTo>
                  <a:lnTo>
                    <a:pt x="566" y="657"/>
                  </a:lnTo>
                  <a:lnTo>
                    <a:pt x="555" y="664"/>
                  </a:lnTo>
                  <a:lnTo>
                    <a:pt x="546" y="668"/>
                  </a:lnTo>
                  <a:lnTo>
                    <a:pt x="496" y="698"/>
                  </a:lnTo>
                  <a:lnTo>
                    <a:pt x="443" y="729"/>
                  </a:lnTo>
                  <a:lnTo>
                    <a:pt x="440" y="734"/>
                  </a:lnTo>
                  <a:lnTo>
                    <a:pt x="439" y="740"/>
                  </a:lnTo>
                  <a:lnTo>
                    <a:pt x="441" y="750"/>
                  </a:lnTo>
                  <a:lnTo>
                    <a:pt x="448" y="767"/>
                  </a:lnTo>
                  <a:lnTo>
                    <a:pt x="449" y="779"/>
                  </a:lnTo>
                  <a:lnTo>
                    <a:pt x="453" y="787"/>
                  </a:lnTo>
                  <a:lnTo>
                    <a:pt x="453" y="794"/>
                  </a:lnTo>
                  <a:lnTo>
                    <a:pt x="436" y="812"/>
                  </a:lnTo>
                  <a:lnTo>
                    <a:pt x="416" y="828"/>
                  </a:lnTo>
                  <a:lnTo>
                    <a:pt x="396" y="836"/>
                  </a:lnTo>
                  <a:lnTo>
                    <a:pt x="391" y="837"/>
                  </a:lnTo>
                  <a:lnTo>
                    <a:pt x="382" y="835"/>
                  </a:lnTo>
                  <a:lnTo>
                    <a:pt x="370" y="834"/>
                  </a:lnTo>
                  <a:lnTo>
                    <a:pt x="361" y="832"/>
                  </a:lnTo>
                  <a:lnTo>
                    <a:pt x="353" y="826"/>
                  </a:lnTo>
                  <a:lnTo>
                    <a:pt x="341" y="811"/>
                  </a:lnTo>
                  <a:lnTo>
                    <a:pt x="336" y="806"/>
                  </a:lnTo>
                  <a:lnTo>
                    <a:pt x="331" y="799"/>
                  </a:lnTo>
                  <a:lnTo>
                    <a:pt x="329" y="788"/>
                  </a:lnTo>
                  <a:lnTo>
                    <a:pt x="329" y="769"/>
                  </a:lnTo>
                  <a:lnTo>
                    <a:pt x="327" y="762"/>
                  </a:lnTo>
                  <a:lnTo>
                    <a:pt x="320" y="757"/>
                  </a:lnTo>
                  <a:lnTo>
                    <a:pt x="303" y="752"/>
                  </a:lnTo>
                  <a:lnTo>
                    <a:pt x="287" y="752"/>
                  </a:lnTo>
                  <a:lnTo>
                    <a:pt x="271" y="754"/>
                  </a:lnTo>
                  <a:lnTo>
                    <a:pt x="251" y="756"/>
                  </a:lnTo>
                  <a:lnTo>
                    <a:pt x="229" y="762"/>
                  </a:lnTo>
                  <a:lnTo>
                    <a:pt x="218" y="762"/>
                  </a:lnTo>
                  <a:lnTo>
                    <a:pt x="208" y="757"/>
                  </a:lnTo>
                  <a:lnTo>
                    <a:pt x="198" y="744"/>
                  </a:lnTo>
                  <a:lnTo>
                    <a:pt x="186" y="730"/>
                  </a:lnTo>
                  <a:lnTo>
                    <a:pt x="178" y="721"/>
                  </a:lnTo>
                  <a:lnTo>
                    <a:pt x="163" y="697"/>
                  </a:lnTo>
                  <a:lnTo>
                    <a:pt x="150" y="671"/>
                  </a:lnTo>
                  <a:lnTo>
                    <a:pt x="144" y="646"/>
                  </a:lnTo>
                  <a:lnTo>
                    <a:pt x="136" y="625"/>
                  </a:lnTo>
                  <a:lnTo>
                    <a:pt x="124" y="607"/>
                  </a:lnTo>
                  <a:lnTo>
                    <a:pt x="118" y="590"/>
                  </a:lnTo>
                  <a:lnTo>
                    <a:pt x="95" y="550"/>
                  </a:lnTo>
                  <a:lnTo>
                    <a:pt x="78" y="515"/>
                  </a:lnTo>
                  <a:lnTo>
                    <a:pt x="60" y="455"/>
                  </a:lnTo>
                  <a:lnTo>
                    <a:pt x="50" y="410"/>
                  </a:lnTo>
                  <a:lnTo>
                    <a:pt x="45" y="396"/>
                  </a:lnTo>
                  <a:lnTo>
                    <a:pt x="43" y="382"/>
                  </a:lnTo>
                  <a:lnTo>
                    <a:pt x="38" y="373"/>
                  </a:lnTo>
                  <a:lnTo>
                    <a:pt x="34" y="362"/>
                  </a:lnTo>
                  <a:lnTo>
                    <a:pt x="30" y="354"/>
                  </a:lnTo>
                  <a:lnTo>
                    <a:pt x="28" y="336"/>
                  </a:lnTo>
                  <a:lnTo>
                    <a:pt x="28" y="316"/>
                  </a:lnTo>
                  <a:lnTo>
                    <a:pt x="25" y="301"/>
                  </a:lnTo>
                  <a:lnTo>
                    <a:pt x="25" y="268"/>
                  </a:lnTo>
                  <a:lnTo>
                    <a:pt x="23" y="228"/>
                  </a:lnTo>
                  <a:lnTo>
                    <a:pt x="19" y="213"/>
                  </a:lnTo>
                  <a:lnTo>
                    <a:pt x="4" y="188"/>
                  </a:lnTo>
                  <a:lnTo>
                    <a:pt x="0" y="182"/>
                  </a:lnTo>
                  <a:lnTo>
                    <a:pt x="2" y="172"/>
                  </a:lnTo>
                  <a:lnTo>
                    <a:pt x="7" y="166"/>
                  </a:lnTo>
                  <a:lnTo>
                    <a:pt x="16" y="163"/>
                  </a:lnTo>
                  <a:lnTo>
                    <a:pt x="22" y="159"/>
                  </a:lnTo>
                  <a:lnTo>
                    <a:pt x="26" y="151"/>
                  </a:lnTo>
                  <a:lnTo>
                    <a:pt x="37" y="133"/>
                  </a:lnTo>
                  <a:lnTo>
                    <a:pt x="44" y="106"/>
                  </a:lnTo>
                  <a:lnTo>
                    <a:pt x="44" y="92"/>
                  </a:lnTo>
                  <a:lnTo>
                    <a:pt x="38" y="69"/>
                  </a:lnTo>
                  <a:lnTo>
                    <a:pt x="35" y="51"/>
                  </a:lnTo>
                  <a:lnTo>
                    <a:pt x="36" y="45"/>
                  </a:lnTo>
                  <a:lnTo>
                    <a:pt x="38" y="36"/>
                  </a:lnTo>
                  <a:lnTo>
                    <a:pt x="47" y="21"/>
                  </a:lnTo>
                  <a:lnTo>
                    <a:pt x="56" y="14"/>
                  </a:lnTo>
                  <a:lnTo>
                    <a:pt x="71" y="7"/>
                  </a:lnTo>
                  <a:lnTo>
                    <a:pt x="91" y="1"/>
                  </a:lnTo>
                  <a:lnTo>
                    <a:pt x="103" y="0"/>
                  </a:lnTo>
                  <a:lnTo>
                    <a:pt x="118" y="4"/>
                  </a:lnTo>
                  <a:lnTo>
                    <a:pt x="128" y="8"/>
                  </a:lnTo>
                  <a:lnTo>
                    <a:pt x="135" y="13"/>
                  </a:lnTo>
                  <a:lnTo>
                    <a:pt x="148" y="24"/>
                  </a:lnTo>
                  <a:lnTo>
                    <a:pt x="155" y="2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8863302" y="2511599"/>
              <a:ext cx="777" cy="474"/>
            </a:xfrm>
            <a:custGeom>
              <a:avLst/>
              <a:pathLst>
                <a:path w="777" h="474">
                  <a:moveTo>
                    <a:pt x="222" y="23"/>
                  </a:moveTo>
                  <a:lnTo>
                    <a:pt x="230" y="25"/>
                  </a:lnTo>
                  <a:lnTo>
                    <a:pt x="242" y="26"/>
                  </a:lnTo>
                  <a:lnTo>
                    <a:pt x="247" y="27"/>
                  </a:lnTo>
                  <a:lnTo>
                    <a:pt x="256" y="35"/>
                  </a:lnTo>
                  <a:lnTo>
                    <a:pt x="269" y="40"/>
                  </a:lnTo>
                  <a:lnTo>
                    <a:pt x="281" y="45"/>
                  </a:lnTo>
                  <a:lnTo>
                    <a:pt x="293" y="53"/>
                  </a:lnTo>
                  <a:lnTo>
                    <a:pt x="302" y="58"/>
                  </a:lnTo>
                  <a:lnTo>
                    <a:pt x="311" y="61"/>
                  </a:lnTo>
                  <a:lnTo>
                    <a:pt x="335" y="75"/>
                  </a:lnTo>
                  <a:lnTo>
                    <a:pt x="349" y="81"/>
                  </a:lnTo>
                  <a:lnTo>
                    <a:pt x="359" y="86"/>
                  </a:lnTo>
                  <a:lnTo>
                    <a:pt x="363" y="89"/>
                  </a:lnTo>
                  <a:lnTo>
                    <a:pt x="375" y="96"/>
                  </a:lnTo>
                  <a:lnTo>
                    <a:pt x="386" y="103"/>
                  </a:lnTo>
                  <a:lnTo>
                    <a:pt x="400" y="109"/>
                  </a:lnTo>
                  <a:lnTo>
                    <a:pt x="412" y="112"/>
                  </a:lnTo>
                  <a:lnTo>
                    <a:pt x="418" y="112"/>
                  </a:lnTo>
                  <a:lnTo>
                    <a:pt x="425" y="109"/>
                  </a:lnTo>
                  <a:lnTo>
                    <a:pt x="435" y="105"/>
                  </a:lnTo>
                  <a:lnTo>
                    <a:pt x="447" y="100"/>
                  </a:lnTo>
                  <a:lnTo>
                    <a:pt x="458" y="90"/>
                  </a:lnTo>
                  <a:lnTo>
                    <a:pt x="463" y="86"/>
                  </a:lnTo>
                  <a:lnTo>
                    <a:pt x="481" y="60"/>
                  </a:lnTo>
                  <a:lnTo>
                    <a:pt x="485" y="55"/>
                  </a:lnTo>
                  <a:lnTo>
                    <a:pt x="495" y="38"/>
                  </a:lnTo>
                  <a:lnTo>
                    <a:pt x="500" y="34"/>
                  </a:lnTo>
                  <a:lnTo>
                    <a:pt x="516" y="33"/>
                  </a:lnTo>
                  <a:lnTo>
                    <a:pt x="525" y="34"/>
                  </a:lnTo>
                  <a:lnTo>
                    <a:pt x="530" y="37"/>
                  </a:lnTo>
                  <a:lnTo>
                    <a:pt x="545" y="44"/>
                  </a:lnTo>
                  <a:lnTo>
                    <a:pt x="547" y="59"/>
                  </a:lnTo>
                  <a:lnTo>
                    <a:pt x="552" y="102"/>
                  </a:lnTo>
                  <a:lnTo>
                    <a:pt x="559" y="143"/>
                  </a:lnTo>
                  <a:lnTo>
                    <a:pt x="568" y="218"/>
                  </a:lnTo>
                  <a:lnTo>
                    <a:pt x="571" y="227"/>
                  </a:lnTo>
                  <a:lnTo>
                    <a:pt x="576" y="229"/>
                  </a:lnTo>
                  <a:lnTo>
                    <a:pt x="591" y="233"/>
                  </a:lnTo>
                  <a:lnTo>
                    <a:pt x="598" y="236"/>
                  </a:lnTo>
                  <a:lnTo>
                    <a:pt x="601" y="240"/>
                  </a:lnTo>
                  <a:lnTo>
                    <a:pt x="611" y="248"/>
                  </a:lnTo>
                  <a:lnTo>
                    <a:pt x="618" y="249"/>
                  </a:lnTo>
                  <a:lnTo>
                    <a:pt x="639" y="257"/>
                  </a:lnTo>
                  <a:lnTo>
                    <a:pt x="649" y="260"/>
                  </a:lnTo>
                  <a:lnTo>
                    <a:pt x="657" y="259"/>
                  </a:lnTo>
                  <a:lnTo>
                    <a:pt x="663" y="259"/>
                  </a:lnTo>
                  <a:lnTo>
                    <a:pt x="672" y="261"/>
                  </a:lnTo>
                  <a:lnTo>
                    <a:pt x="678" y="264"/>
                  </a:lnTo>
                  <a:lnTo>
                    <a:pt x="687" y="271"/>
                  </a:lnTo>
                  <a:lnTo>
                    <a:pt x="702" y="283"/>
                  </a:lnTo>
                  <a:lnTo>
                    <a:pt x="714" y="294"/>
                  </a:lnTo>
                  <a:lnTo>
                    <a:pt x="721" y="303"/>
                  </a:lnTo>
                  <a:lnTo>
                    <a:pt x="723" y="310"/>
                  </a:lnTo>
                  <a:lnTo>
                    <a:pt x="725" y="320"/>
                  </a:lnTo>
                  <a:lnTo>
                    <a:pt x="726" y="336"/>
                  </a:lnTo>
                  <a:lnTo>
                    <a:pt x="729" y="341"/>
                  </a:lnTo>
                  <a:lnTo>
                    <a:pt x="737" y="349"/>
                  </a:lnTo>
                  <a:lnTo>
                    <a:pt x="755" y="374"/>
                  </a:lnTo>
                  <a:lnTo>
                    <a:pt x="771" y="398"/>
                  </a:lnTo>
                  <a:lnTo>
                    <a:pt x="776" y="415"/>
                  </a:lnTo>
                  <a:lnTo>
                    <a:pt x="777" y="423"/>
                  </a:lnTo>
                  <a:lnTo>
                    <a:pt x="776" y="430"/>
                  </a:lnTo>
                  <a:lnTo>
                    <a:pt x="773" y="437"/>
                  </a:lnTo>
                  <a:lnTo>
                    <a:pt x="766" y="445"/>
                  </a:lnTo>
                  <a:lnTo>
                    <a:pt x="755" y="452"/>
                  </a:lnTo>
                  <a:lnTo>
                    <a:pt x="742" y="465"/>
                  </a:lnTo>
                  <a:lnTo>
                    <a:pt x="731" y="474"/>
                  </a:lnTo>
                  <a:lnTo>
                    <a:pt x="727" y="464"/>
                  </a:lnTo>
                  <a:lnTo>
                    <a:pt x="680" y="423"/>
                  </a:lnTo>
                  <a:lnTo>
                    <a:pt x="625" y="386"/>
                  </a:lnTo>
                  <a:lnTo>
                    <a:pt x="620" y="382"/>
                  </a:lnTo>
                  <a:lnTo>
                    <a:pt x="599" y="367"/>
                  </a:lnTo>
                  <a:lnTo>
                    <a:pt x="585" y="357"/>
                  </a:lnTo>
                  <a:lnTo>
                    <a:pt x="578" y="352"/>
                  </a:lnTo>
                  <a:lnTo>
                    <a:pt x="481" y="285"/>
                  </a:lnTo>
                  <a:lnTo>
                    <a:pt x="457" y="268"/>
                  </a:lnTo>
                  <a:lnTo>
                    <a:pt x="440" y="256"/>
                  </a:lnTo>
                  <a:lnTo>
                    <a:pt x="432" y="253"/>
                  </a:lnTo>
                  <a:lnTo>
                    <a:pt x="345" y="214"/>
                  </a:lnTo>
                  <a:lnTo>
                    <a:pt x="346" y="195"/>
                  </a:lnTo>
                  <a:lnTo>
                    <a:pt x="313" y="183"/>
                  </a:lnTo>
                  <a:lnTo>
                    <a:pt x="303" y="170"/>
                  </a:lnTo>
                  <a:lnTo>
                    <a:pt x="284" y="166"/>
                  </a:lnTo>
                  <a:lnTo>
                    <a:pt x="277" y="178"/>
                  </a:lnTo>
                  <a:lnTo>
                    <a:pt x="268" y="180"/>
                  </a:lnTo>
                  <a:lnTo>
                    <a:pt x="226" y="165"/>
                  </a:lnTo>
                  <a:lnTo>
                    <a:pt x="221" y="162"/>
                  </a:lnTo>
                  <a:lnTo>
                    <a:pt x="186" y="136"/>
                  </a:lnTo>
                  <a:lnTo>
                    <a:pt x="154" y="115"/>
                  </a:lnTo>
                  <a:lnTo>
                    <a:pt x="140" y="108"/>
                  </a:lnTo>
                  <a:lnTo>
                    <a:pt x="136" y="107"/>
                  </a:lnTo>
                  <a:lnTo>
                    <a:pt x="127" y="107"/>
                  </a:lnTo>
                  <a:lnTo>
                    <a:pt x="116" y="105"/>
                  </a:lnTo>
                  <a:lnTo>
                    <a:pt x="103" y="100"/>
                  </a:lnTo>
                  <a:lnTo>
                    <a:pt x="101" y="92"/>
                  </a:lnTo>
                  <a:lnTo>
                    <a:pt x="77" y="79"/>
                  </a:lnTo>
                  <a:lnTo>
                    <a:pt x="71" y="79"/>
                  </a:lnTo>
                  <a:lnTo>
                    <a:pt x="64" y="83"/>
                  </a:lnTo>
                  <a:lnTo>
                    <a:pt x="53" y="82"/>
                  </a:lnTo>
                  <a:lnTo>
                    <a:pt x="40" y="73"/>
                  </a:lnTo>
                  <a:lnTo>
                    <a:pt x="28" y="63"/>
                  </a:lnTo>
                  <a:lnTo>
                    <a:pt x="21" y="58"/>
                  </a:lnTo>
                  <a:lnTo>
                    <a:pt x="17" y="56"/>
                  </a:lnTo>
                  <a:lnTo>
                    <a:pt x="6" y="50"/>
                  </a:lnTo>
                  <a:lnTo>
                    <a:pt x="0" y="44"/>
                  </a:lnTo>
                  <a:lnTo>
                    <a:pt x="2" y="40"/>
                  </a:lnTo>
                  <a:lnTo>
                    <a:pt x="18" y="44"/>
                  </a:lnTo>
                  <a:lnTo>
                    <a:pt x="22" y="45"/>
                  </a:lnTo>
                  <a:lnTo>
                    <a:pt x="29" y="45"/>
                  </a:lnTo>
                  <a:lnTo>
                    <a:pt x="33" y="45"/>
                  </a:lnTo>
                  <a:lnTo>
                    <a:pt x="40" y="40"/>
                  </a:lnTo>
                  <a:lnTo>
                    <a:pt x="45" y="31"/>
                  </a:lnTo>
                  <a:lnTo>
                    <a:pt x="54" y="29"/>
                  </a:lnTo>
                  <a:lnTo>
                    <a:pt x="72" y="26"/>
                  </a:lnTo>
                  <a:lnTo>
                    <a:pt x="90" y="23"/>
                  </a:lnTo>
                  <a:lnTo>
                    <a:pt x="108" y="19"/>
                  </a:lnTo>
                  <a:lnTo>
                    <a:pt x="118" y="14"/>
                  </a:lnTo>
                  <a:lnTo>
                    <a:pt x="127" y="10"/>
                  </a:lnTo>
                  <a:lnTo>
                    <a:pt x="137" y="5"/>
                  </a:lnTo>
                  <a:lnTo>
                    <a:pt x="150" y="0"/>
                  </a:lnTo>
                  <a:lnTo>
                    <a:pt x="157" y="0"/>
                  </a:lnTo>
                  <a:lnTo>
                    <a:pt x="171" y="1"/>
                  </a:lnTo>
                  <a:lnTo>
                    <a:pt x="183" y="4"/>
                  </a:lnTo>
                  <a:lnTo>
                    <a:pt x="201" y="12"/>
                  </a:lnTo>
                  <a:lnTo>
                    <a:pt x="222" y="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8866162" y="2510476"/>
              <a:ext cx="3794" cy="4049"/>
            </a:xfrm>
            <a:custGeom>
              <a:avLst/>
              <a:pathLst>
                <a:path w="3794" h="4049">
                  <a:moveTo>
                    <a:pt x="1917" y="6"/>
                  </a:moveTo>
                  <a:lnTo>
                    <a:pt x="1941" y="8"/>
                  </a:lnTo>
                  <a:lnTo>
                    <a:pt x="1961" y="9"/>
                  </a:lnTo>
                  <a:lnTo>
                    <a:pt x="1979" y="15"/>
                  </a:lnTo>
                  <a:lnTo>
                    <a:pt x="2016" y="29"/>
                  </a:lnTo>
                  <a:lnTo>
                    <a:pt x="2030" y="36"/>
                  </a:lnTo>
                  <a:lnTo>
                    <a:pt x="2048" y="45"/>
                  </a:lnTo>
                  <a:lnTo>
                    <a:pt x="2058" y="52"/>
                  </a:lnTo>
                  <a:lnTo>
                    <a:pt x="2070" y="55"/>
                  </a:lnTo>
                  <a:lnTo>
                    <a:pt x="2079" y="56"/>
                  </a:lnTo>
                  <a:lnTo>
                    <a:pt x="2090" y="57"/>
                  </a:lnTo>
                  <a:lnTo>
                    <a:pt x="2108" y="70"/>
                  </a:lnTo>
                  <a:lnTo>
                    <a:pt x="2128" y="81"/>
                  </a:lnTo>
                  <a:lnTo>
                    <a:pt x="2156" y="93"/>
                  </a:lnTo>
                  <a:lnTo>
                    <a:pt x="2171" y="95"/>
                  </a:lnTo>
                  <a:lnTo>
                    <a:pt x="2189" y="96"/>
                  </a:lnTo>
                  <a:lnTo>
                    <a:pt x="2205" y="99"/>
                  </a:lnTo>
                  <a:lnTo>
                    <a:pt x="2217" y="105"/>
                  </a:lnTo>
                  <a:lnTo>
                    <a:pt x="2232" y="113"/>
                  </a:lnTo>
                  <a:lnTo>
                    <a:pt x="2246" y="125"/>
                  </a:lnTo>
                  <a:lnTo>
                    <a:pt x="2272" y="147"/>
                  </a:lnTo>
                  <a:lnTo>
                    <a:pt x="2278" y="159"/>
                  </a:lnTo>
                  <a:lnTo>
                    <a:pt x="2284" y="175"/>
                  </a:lnTo>
                  <a:lnTo>
                    <a:pt x="2289" y="189"/>
                  </a:lnTo>
                  <a:lnTo>
                    <a:pt x="2302" y="199"/>
                  </a:lnTo>
                  <a:lnTo>
                    <a:pt x="2315" y="207"/>
                  </a:lnTo>
                  <a:lnTo>
                    <a:pt x="2327" y="208"/>
                  </a:lnTo>
                  <a:lnTo>
                    <a:pt x="2335" y="207"/>
                  </a:lnTo>
                  <a:lnTo>
                    <a:pt x="2345" y="200"/>
                  </a:lnTo>
                  <a:lnTo>
                    <a:pt x="2349" y="198"/>
                  </a:lnTo>
                  <a:lnTo>
                    <a:pt x="2366" y="197"/>
                  </a:lnTo>
                  <a:lnTo>
                    <a:pt x="2376" y="202"/>
                  </a:lnTo>
                  <a:lnTo>
                    <a:pt x="2386" y="207"/>
                  </a:lnTo>
                  <a:lnTo>
                    <a:pt x="2395" y="212"/>
                  </a:lnTo>
                  <a:lnTo>
                    <a:pt x="2405" y="213"/>
                  </a:lnTo>
                  <a:lnTo>
                    <a:pt x="2414" y="220"/>
                  </a:lnTo>
                  <a:lnTo>
                    <a:pt x="2433" y="251"/>
                  </a:lnTo>
                  <a:lnTo>
                    <a:pt x="2452" y="281"/>
                  </a:lnTo>
                  <a:lnTo>
                    <a:pt x="2487" y="331"/>
                  </a:lnTo>
                  <a:lnTo>
                    <a:pt x="2520" y="364"/>
                  </a:lnTo>
                  <a:lnTo>
                    <a:pt x="2553" y="387"/>
                  </a:lnTo>
                  <a:lnTo>
                    <a:pt x="2573" y="398"/>
                  </a:lnTo>
                  <a:lnTo>
                    <a:pt x="2588" y="407"/>
                  </a:lnTo>
                  <a:lnTo>
                    <a:pt x="2629" y="424"/>
                  </a:lnTo>
                  <a:lnTo>
                    <a:pt x="2666" y="436"/>
                  </a:lnTo>
                  <a:lnTo>
                    <a:pt x="2696" y="440"/>
                  </a:lnTo>
                  <a:lnTo>
                    <a:pt x="2713" y="437"/>
                  </a:lnTo>
                  <a:lnTo>
                    <a:pt x="2730" y="433"/>
                  </a:lnTo>
                  <a:lnTo>
                    <a:pt x="2744" y="431"/>
                  </a:lnTo>
                  <a:lnTo>
                    <a:pt x="2757" y="426"/>
                  </a:lnTo>
                  <a:lnTo>
                    <a:pt x="2764" y="418"/>
                  </a:lnTo>
                  <a:lnTo>
                    <a:pt x="2765" y="403"/>
                  </a:lnTo>
                  <a:lnTo>
                    <a:pt x="2765" y="398"/>
                  </a:lnTo>
                  <a:lnTo>
                    <a:pt x="2764" y="386"/>
                  </a:lnTo>
                  <a:lnTo>
                    <a:pt x="2770" y="374"/>
                  </a:lnTo>
                  <a:lnTo>
                    <a:pt x="2786" y="363"/>
                  </a:lnTo>
                  <a:lnTo>
                    <a:pt x="2792" y="356"/>
                  </a:lnTo>
                  <a:lnTo>
                    <a:pt x="2793" y="349"/>
                  </a:lnTo>
                  <a:lnTo>
                    <a:pt x="2791" y="337"/>
                  </a:lnTo>
                  <a:lnTo>
                    <a:pt x="2791" y="329"/>
                  </a:lnTo>
                  <a:lnTo>
                    <a:pt x="2794" y="322"/>
                  </a:lnTo>
                  <a:lnTo>
                    <a:pt x="2798" y="314"/>
                  </a:lnTo>
                  <a:lnTo>
                    <a:pt x="2803" y="310"/>
                  </a:lnTo>
                  <a:lnTo>
                    <a:pt x="2810" y="307"/>
                  </a:lnTo>
                  <a:lnTo>
                    <a:pt x="2815" y="306"/>
                  </a:lnTo>
                  <a:lnTo>
                    <a:pt x="2825" y="306"/>
                  </a:lnTo>
                  <a:lnTo>
                    <a:pt x="2828" y="310"/>
                  </a:lnTo>
                  <a:lnTo>
                    <a:pt x="2833" y="326"/>
                  </a:lnTo>
                  <a:lnTo>
                    <a:pt x="2834" y="335"/>
                  </a:lnTo>
                  <a:lnTo>
                    <a:pt x="2840" y="345"/>
                  </a:lnTo>
                  <a:lnTo>
                    <a:pt x="2845" y="354"/>
                  </a:lnTo>
                  <a:lnTo>
                    <a:pt x="2853" y="366"/>
                  </a:lnTo>
                  <a:lnTo>
                    <a:pt x="2863" y="377"/>
                  </a:lnTo>
                  <a:lnTo>
                    <a:pt x="2886" y="405"/>
                  </a:lnTo>
                  <a:lnTo>
                    <a:pt x="2900" y="414"/>
                  </a:lnTo>
                  <a:lnTo>
                    <a:pt x="2914" y="417"/>
                  </a:lnTo>
                  <a:lnTo>
                    <a:pt x="2926" y="422"/>
                  </a:lnTo>
                  <a:lnTo>
                    <a:pt x="2946" y="432"/>
                  </a:lnTo>
                  <a:lnTo>
                    <a:pt x="2958" y="438"/>
                  </a:lnTo>
                  <a:lnTo>
                    <a:pt x="2968" y="442"/>
                  </a:lnTo>
                  <a:lnTo>
                    <a:pt x="2981" y="457"/>
                  </a:lnTo>
                  <a:lnTo>
                    <a:pt x="2994" y="476"/>
                  </a:lnTo>
                  <a:lnTo>
                    <a:pt x="3006" y="488"/>
                  </a:lnTo>
                  <a:lnTo>
                    <a:pt x="3015" y="491"/>
                  </a:lnTo>
                  <a:lnTo>
                    <a:pt x="3027" y="492"/>
                  </a:lnTo>
                  <a:lnTo>
                    <a:pt x="3039" y="490"/>
                  </a:lnTo>
                  <a:lnTo>
                    <a:pt x="3050" y="488"/>
                  </a:lnTo>
                  <a:lnTo>
                    <a:pt x="3060" y="490"/>
                  </a:lnTo>
                  <a:lnTo>
                    <a:pt x="3075" y="493"/>
                  </a:lnTo>
                  <a:lnTo>
                    <a:pt x="3083" y="500"/>
                  </a:lnTo>
                  <a:lnTo>
                    <a:pt x="3093" y="506"/>
                  </a:lnTo>
                  <a:lnTo>
                    <a:pt x="3103" y="506"/>
                  </a:lnTo>
                  <a:lnTo>
                    <a:pt x="3108" y="502"/>
                  </a:lnTo>
                  <a:lnTo>
                    <a:pt x="3113" y="496"/>
                  </a:lnTo>
                  <a:lnTo>
                    <a:pt x="3125" y="494"/>
                  </a:lnTo>
                  <a:lnTo>
                    <a:pt x="3135" y="493"/>
                  </a:lnTo>
                  <a:lnTo>
                    <a:pt x="3144" y="497"/>
                  </a:lnTo>
                  <a:lnTo>
                    <a:pt x="3149" y="504"/>
                  </a:lnTo>
                  <a:lnTo>
                    <a:pt x="3150" y="510"/>
                  </a:lnTo>
                  <a:lnTo>
                    <a:pt x="3146" y="516"/>
                  </a:lnTo>
                  <a:lnTo>
                    <a:pt x="3141" y="523"/>
                  </a:lnTo>
                  <a:lnTo>
                    <a:pt x="3138" y="533"/>
                  </a:lnTo>
                  <a:lnTo>
                    <a:pt x="3146" y="538"/>
                  </a:lnTo>
                  <a:lnTo>
                    <a:pt x="3163" y="540"/>
                  </a:lnTo>
                  <a:lnTo>
                    <a:pt x="3177" y="537"/>
                  </a:lnTo>
                  <a:lnTo>
                    <a:pt x="3188" y="528"/>
                  </a:lnTo>
                  <a:lnTo>
                    <a:pt x="3209" y="516"/>
                  </a:lnTo>
                  <a:lnTo>
                    <a:pt x="3219" y="511"/>
                  </a:lnTo>
                  <a:lnTo>
                    <a:pt x="3227" y="505"/>
                  </a:lnTo>
                  <a:lnTo>
                    <a:pt x="3232" y="495"/>
                  </a:lnTo>
                  <a:lnTo>
                    <a:pt x="3236" y="486"/>
                  </a:lnTo>
                  <a:lnTo>
                    <a:pt x="3241" y="481"/>
                  </a:lnTo>
                  <a:lnTo>
                    <a:pt x="3245" y="476"/>
                  </a:lnTo>
                  <a:lnTo>
                    <a:pt x="3252" y="471"/>
                  </a:lnTo>
                  <a:lnTo>
                    <a:pt x="3259" y="470"/>
                  </a:lnTo>
                  <a:lnTo>
                    <a:pt x="3268" y="473"/>
                  </a:lnTo>
                  <a:lnTo>
                    <a:pt x="3275" y="478"/>
                  </a:lnTo>
                  <a:lnTo>
                    <a:pt x="3288" y="486"/>
                  </a:lnTo>
                  <a:lnTo>
                    <a:pt x="3298" y="488"/>
                  </a:lnTo>
                  <a:lnTo>
                    <a:pt x="3304" y="484"/>
                  </a:lnTo>
                  <a:lnTo>
                    <a:pt x="3307" y="475"/>
                  </a:lnTo>
                  <a:lnTo>
                    <a:pt x="3314" y="468"/>
                  </a:lnTo>
                  <a:lnTo>
                    <a:pt x="3321" y="473"/>
                  </a:lnTo>
                  <a:lnTo>
                    <a:pt x="3322" y="481"/>
                  </a:lnTo>
                  <a:lnTo>
                    <a:pt x="3324" y="492"/>
                  </a:lnTo>
                  <a:lnTo>
                    <a:pt x="3330" y="500"/>
                  </a:lnTo>
                  <a:lnTo>
                    <a:pt x="3336" y="505"/>
                  </a:lnTo>
                  <a:lnTo>
                    <a:pt x="3348" y="505"/>
                  </a:lnTo>
                  <a:lnTo>
                    <a:pt x="3369" y="505"/>
                  </a:lnTo>
                  <a:lnTo>
                    <a:pt x="3378" y="500"/>
                  </a:lnTo>
                  <a:lnTo>
                    <a:pt x="3383" y="491"/>
                  </a:lnTo>
                  <a:lnTo>
                    <a:pt x="3390" y="484"/>
                  </a:lnTo>
                  <a:lnTo>
                    <a:pt x="3400" y="484"/>
                  </a:lnTo>
                  <a:lnTo>
                    <a:pt x="3410" y="487"/>
                  </a:lnTo>
                  <a:lnTo>
                    <a:pt x="3425" y="496"/>
                  </a:lnTo>
                  <a:lnTo>
                    <a:pt x="3438" y="501"/>
                  </a:lnTo>
                  <a:lnTo>
                    <a:pt x="3450" y="501"/>
                  </a:lnTo>
                  <a:lnTo>
                    <a:pt x="3459" y="497"/>
                  </a:lnTo>
                  <a:lnTo>
                    <a:pt x="3474" y="478"/>
                  </a:lnTo>
                  <a:lnTo>
                    <a:pt x="3482" y="473"/>
                  </a:lnTo>
                  <a:lnTo>
                    <a:pt x="3489" y="467"/>
                  </a:lnTo>
                  <a:lnTo>
                    <a:pt x="3502" y="467"/>
                  </a:lnTo>
                  <a:lnTo>
                    <a:pt x="3509" y="470"/>
                  </a:lnTo>
                  <a:lnTo>
                    <a:pt x="3518" y="480"/>
                  </a:lnTo>
                  <a:lnTo>
                    <a:pt x="3523" y="491"/>
                  </a:lnTo>
                  <a:lnTo>
                    <a:pt x="3530" y="502"/>
                  </a:lnTo>
                  <a:lnTo>
                    <a:pt x="3538" y="523"/>
                  </a:lnTo>
                  <a:lnTo>
                    <a:pt x="3559" y="548"/>
                  </a:lnTo>
                  <a:lnTo>
                    <a:pt x="3570" y="561"/>
                  </a:lnTo>
                  <a:lnTo>
                    <a:pt x="3581" y="575"/>
                  </a:lnTo>
                  <a:lnTo>
                    <a:pt x="3593" y="592"/>
                  </a:lnTo>
                  <a:lnTo>
                    <a:pt x="3603" y="606"/>
                  </a:lnTo>
                  <a:lnTo>
                    <a:pt x="3621" y="625"/>
                  </a:lnTo>
                  <a:lnTo>
                    <a:pt x="3639" y="664"/>
                  </a:lnTo>
                  <a:lnTo>
                    <a:pt x="3638" y="688"/>
                  </a:lnTo>
                  <a:lnTo>
                    <a:pt x="3639" y="707"/>
                  </a:lnTo>
                  <a:lnTo>
                    <a:pt x="3650" y="719"/>
                  </a:lnTo>
                  <a:lnTo>
                    <a:pt x="3668" y="725"/>
                  </a:lnTo>
                  <a:lnTo>
                    <a:pt x="3688" y="728"/>
                  </a:lnTo>
                  <a:lnTo>
                    <a:pt x="3696" y="721"/>
                  </a:lnTo>
                  <a:lnTo>
                    <a:pt x="3719" y="713"/>
                  </a:lnTo>
                  <a:lnTo>
                    <a:pt x="3737" y="714"/>
                  </a:lnTo>
                  <a:lnTo>
                    <a:pt x="3755" y="726"/>
                  </a:lnTo>
                  <a:lnTo>
                    <a:pt x="3760" y="737"/>
                  </a:lnTo>
                  <a:lnTo>
                    <a:pt x="3761" y="754"/>
                  </a:lnTo>
                  <a:lnTo>
                    <a:pt x="3761" y="771"/>
                  </a:lnTo>
                  <a:lnTo>
                    <a:pt x="3761" y="792"/>
                  </a:lnTo>
                  <a:lnTo>
                    <a:pt x="3765" y="809"/>
                  </a:lnTo>
                  <a:lnTo>
                    <a:pt x="3769" y="818"/>
                  </a:lnTo>
                  <a:lnTo>
                    <a:pt x="3773" y="826"/>
                  </a:lnTo>
                  <a:lnTo>
                    <a:pt x="3778" y="845"/>
                  </a:lnTo>
                  <a:lnTo>
                    <a:pt x="3785" y="865"/>
                  </a:lnTo>
                  <a:lnTo>
                    <a:pt x="3791" y="884"/>
                  </a:lnTo>
                  <a:lnTo>
                    <a:pt x="3794" y="905"/>
                  </a:lnTo>
                  <a:lnTo>
                    <a:pt x="3792" y="933"/>
                  </a:lnTo>
                  <a:lnTo>
                    <a:pt x="3787" y="957"/>
                  </a:lnTo>
                  <a:lnTo>
                    <a:pt x="3780" y="976"/>
                  </a:lnTo>
                  <a:lnTo>
                    <a:pt x="3777" y="1001"/>
                  </a:lnTo>
                  <a:lnTo>
                    <a:pt x="3773" y="1013"/>
                  </a:lnTo>
                  <a:lnTo>
                    <a:pt x="3770" y="1025"/>
                  </a:lnTo>
                  <a:lnTo>
                    <a:pt x="3767" y="1040"/>
                  </a:lnTo>
                  <a:lnTo>
                    <a:pt x="3767" y="1053"/>
                  </a:lnTo>
                  <a:lnTo>
                    <a:pt x="3770" y="1071"/>
                  </a:lnTo>
                  <a:lnTo>
                    <a:pt x="3766" y="1083"/>
                  </a:lnTo>
                  <a:lnTo>
                    <a:pt x="3757" y="1087"/>
                  </a:lnTo>
                  <a:lnTo>
                    <a:pt x="3744" y="1089"/>
                  </a:lnTo>
                  <a:lnTo>
                    <a:pt x="3731" y="1092"/>
                  </a:lnTo>
                  <a:lnTo>
                    <a:pt x="3718" y="1097"/>
                  </a:lnTo>
                  <a:lnTo>
                    <a:pt x="3703" y="1108"/>
                  </a:lnTo>
                  <a:lnTo>
                    <a:pt x="3690" y="1125"/>
                  </a:lnTo>
                  <a:lnTo>
                    <a:pt x="3681" y="1145"/>
                  </a:lnTo>
                  <a:lnTo>
                    <a:pt x="3677" y="1158"/>
                  </a:lnTo>
                  <a:lnTo>
                    <a:pt x="3674" y="1175"/>
                  </a:lnTo>
                  <a:lnTo>
                    <a:pt x="3672" y="1190"/>
                  </a:lnTo>
                  <a:lnTo>
                    <a:pt x="3670" y="1217"/>
                  </a:lnTo>
                  <a:lnTo>
                    <a:pt x="3675" y="1309"/>
                  </a:lnTo>
                  <a:lnTo>
                    <a:pt x="3675" y="1317"/>
                  </a:lnTo>
                  <a:lnTo>
                    <a:pt x="3672" y="1329"/>
                  </a:lnTo>
                  <a:lnTo>
                    <a:pt x="3672" y="1349"/>
                  </a:lnTo>
                  <a:lnTo>
                    <a:pt x="3673" y="1369"/>
                  </a:lnTo>
                  <a:lnTo>
                    <a:pt x="3677" y="1382"/>
                  </a:lnTo>
                  <a:lnTo>
                    <a:pt x="3685" y="1407"/>
                  </a:lnTo>
                  <a:lnTo>
                    <a:pt x="3689" y="1422"/>
                  </a:lnTo>
                  <a:lnTo>
                    <a:pt x="3692" y="1436"/>
                  </a:lnTo>
                  <a:lnTo>
                    <a:pt x="3699" y="1447"/>
                  </a:lnTo>
                  <a:lnTo>
                    <a:pt x="3706" y="1459"/>
                  </a:lnTo>
                  <a:lnTo>
                    <a:pt x="3711" y="1469"/>
                  </a:lnTo>
                  <a:lnTo>
                    <a:pt x="3717" y="1479"/>
                  </a:lnTo>
                  <a:lnTo>
                    <a:pt x="3711" y="1494"/>
                  </a:lnTo>
                  <a:lnTo>
                    <a:pt x="3702" y="1521"/>
                  </a:lnTo>
                  <a:lnTo>
                    <a:pt x="3698" y="1534"/>
                  </a:lnTo>
                  <a:lnTo>
                    <a:pt x="3698" y="1545"/>
                  </a:lnTo>
                  <a:lnTo>
                    <a:pt x="3702" y="1554"/>
                  </a:lnTo>
                  <a:lnTo>
                    <a:pt x="3709" y="1558"/>
                  </a:lnTo>
                  <a:lnTo>
                    <a:pt x="3720" y="1559"/>
                  </a:lnTo>
                  <a:lnTo>
                    <a:pt x="3729" y="1558"/>
                  </a:lnTo>
                  <a:lnTo>
                    <a:pt x="3738" y="1559"/>
                  </a:lnTo>
                  <a:lnTo>
                    <a:pt x="3744" y="1563"/>
                  </a:lnTo>
                  <a:lnTo>
                    <a:pt x="3745" y="1569"/>
                  </a:lnTo>
                  <a:lnTo>
                    <a:pt x="3745" y="1574"/>
                  </a:lnTo>
                  <a:lnTo>
                    <a:pt x="3739" y="1583"/>
                  </a:lnTo>
                  <a:lnTo>
                    <a:pt x="3733" y="1590"/>
                  </a:lnTo>
                  <a:lnTo>
                    <a:pt x="3724" y="1597"/>
                  </a:lnTo>
                  <a:lnTo>
                    <a:pt x="3711" y="1605"/>
                  </a:lnTo>
                  <a:lnTo>
                    <a:pt x="3701" y="1609"/>
                  </a:lnTo>
                  <a:lnTo>
                    <a:pt x="3689" y="1610"/>
                  </a:lnTo>
                  <a:lnTo>
                    <a:pt x="3679" y="1612"/>
                  </a:lnTo>
                  <a:lnTo>
                    <a:pt x="3665" y="1618"/>
                  </a:lnTo>
                  <a:lnTo>
                    <a:pt x="3628" y="1622"/>
                  </a:lnTo>
                  <a:lnTo>
                    <a:pt x="3615" y="1626"/>
                  </a:lnTo>
                  <a:lnTo>
                    <a:pt x="3593" y="1634"/>
                  </a:lnTo>
                  <a:lnTo>
                    <a:pt x="3587" y="1642"/>
                  </a:lnTo>
                  <a:lnTo>
                    <a:pt x="3580" y="1652"/>
                  </a:lnTo>
                  <a:lnTo>
                    <a:pt x="3569" y="1659"/>
                  </a:lnTo>
                  <a:lnTo>
                    <a:pt x="3556" y="1660"/>
                  </a:lnTo>
                  <a:lnTo>
                    <a:pt x="3540" y="1661"/>
                  </a:lnTo>
                  <a:lnTo>
                    <a:pt x="3534" y="1658"/>
                  </a:lnTo>
                  <a:lnTo>
                    <a:pt x="3523" y="1652"/>
                  </a:lnTo>
                  <a:lnTo>
                    <a:pt x="3512" y="1650"/>
                  </a:lnTo>
                  <a:lnTo>
                    <a:pt x="3505" y="1647"/>
                  </a:lnTo>
                  <a:lnTo>
                    <a:pt x="3490" y="1642"/>
                  </a:lnTo>
                  <a:lnTo>
                    <a:pt x="3483" y="1651"/>
                  </a:lnTo>
                  <a:lnTo>
                    <a:pt x="3476" y="1662"/>
                  </a:lnTo>
                  <a:lnTo>
                    <a:pt x="3468" y="1669"/>
                  </a:lnTo>
                  <a:lnTo>
                    <a:pt x="3458" y="1675"/>
                  </a:lnTo>
                  <a:lnTo>
                    <a:pt x="3445" y="1677"/>
                  </a:lnTo>
                  <a:lnTo>
                    <a:pt x="3430" y="1678"/>
                  </a:lnTo>
                  <a:lnTo>
                    <a:pt x="3418" y="1687"/>
                  </a:lnTo>
                  <a:lnTo>
                    <a:pt x="3391" y="1711"/>
                  </a:lnTo>
                  <a:lnTo>
                    <a:pt x="3379" y="1723"/>
                  </a:lnTo>
                  <a:lnTo>
                    <a:pt x="3368" y="1734"/>
                  </a:lnTo>
                  <a:lnTo>
                    <a:pt x="3357" y="1740"/>
                  </a:lnTo>
                  <a:lnTo>
                    <a:pt x="3324" y="1752"/>
                  </a:lnTo>
                  <a:lnTo>
                    <a:pt x="3301" y="1759"/>
                  </a:lnTo>
                  <a:lnTo>
                    <a:pt x="3264" y="1772"/>
                  </a:lnTo>
                  <a:lnTo>
                    <a:pt x="3239" y="1775"/>
                  </a:lnTo>
                  <a:lnTo>
                    <a:pt x="3229" y="1755"/>
                  </a:lnTo>
                  <a:lnTo>
                    <a:pt x="3208" y="1745"/>
                  </a:lnTo>
                  <a:lnTo>
                    <a:pt x="3198" y="1755"/>
                  </a:lnTo>
                  <a:lnTo>
                    <a:pt x="3192" y="1761"/>
                  </a:lnTo>
                  <a:lnTo>
                    <a:pt x="3182" y="1772"/>
                  </a:lnTo>
                  <a:lnTo>
                    <a:pt x="3176" y="1780"/>
                  </a:lnTo>
                  <a:lnTo>
                    <a:pt x="3171" y="1786"/>
                  </a:lnTo>
                  <a:lnTo>
                    <a:pt x="3159" y="1804"/>
                  </a:lnTo>
                  <a:lnTo>
                    <a:pt x="3153" y="1820"/>
                  </a:lnTo>
                  <a:lnTo>
                    <a:pt x="3148" y="1838"/>
                  </a:lnTo>
                  <a:lnTo>
                    <a:pt x="3143" y="1864"/>
                  </a:lnTo>
                  <a:lnTo>
                    <a:pt x="3139" y="1887"/>
                  </a:lnTo>
                  <a:lnTo>
                    <a:pt x="3129" y="1904"/>
                  </a:lnTo>
                  <a:lnTo>
                    <a:pt x="3125" y="1920"/>
                  </a:lnTo>
                  <a:lnTo>
                    <a:pt x="3115" y="1958"/>
                  </a:lnTo>
                  <a:lnTo>
                    <a:pt x="3115" y="1973"/>
                  </a:lnTo>
                  <a:lnTo>
                    <a:pt x="3115" y="1989"/>
                  </a:lnTo>
                  <a:lnTo>
                    <a:pt x="3119" y="1996"/>
                  </a:lnTo>
                  <a:lnTo>
                    <a:pt x="3123" y="2009"/>
                  </a:lnTo>
                  <a:lnTo>
                    <a:pt x="3125" y="2018"/>
                  </a:lnTo>
                  <a:lnTo>
                    <a:pt x="3133" y="2025"/>
                  </a:lnTo>
                  <a:lnTo>
                    <a:pt x="3141" y="2029"/>
                  </a:lnTo>
                  <a:lnTo>
                    <a:pt x="3149" y="2030"/>
                  </a:lnTo>
                  <a:lnTo>
                    <a:pt x="3157" y="2034"/>
                  </a:lnTo>
                  <a:lnTo>
                    <a:pt x="3165" y="2043"/>
                  </a:lnTo>
                  <a:lnTo>
                    <a:pt x="3171" y="2057"/>
                  </a:lnTo>
                  <a:lnTo>
                    <a:pt x="3175" y="2066"/>
                  </a:lnTo>
                  <a:lnTo>
                    <a:pt x="3180" y="2075"/>
                  </a:lnTo>
                  <a:lnTo>
                    <a:pt x="3184" y="2085"/>
                  </a:lnTo>
                  <a:lnTo>
                    <a:pt x="3188" y="2093"/>
                  </a:lnTo>
                  <a:lnTo>
                    <a:pt x="3193" y="2104"/>
                  </a:lnTo>
                  <a:lnTo>
                    <a:pt x="3198" y="2114"/>
                  </a:lnTo>
                  <a:lnTo>
                    <a:pt x="3204" y="2132"/>
                  </a:lnTo>
                  <a:lnTo>
                    <a:pt x="3198" y="2160"/>
                  </a:lnTo>
                  <a:lnTo>
                    <a:pt x="3190" y="2174"/>
                  </a:lnTo>
                  <a:lnTo>
                    <a:pt x="3184" y="2187"/>
                  </a:lnTo>
                  <a:lnTo>
                    <a:pt x="3181" y="2213"/>
                  </a:lnTo>
                  <a:lnTo>
                    <a:pt x="3177" y="2243"/>
                  </a:lnTo>
                  <a:lnTo>
                    <a:pt x="3173" y="2260"/>
                  </a:lnTo>
                  <a:lnTo>
                    <a:pt x="3177" y="2275"/>
                  </a:lnTo>
                  <a:lnTo>
                    <a:pt x="3177" y="2290"/>
                  </a:lnTo>
                  <a:lnTo>
                    <a:pt x="3178" y="2308"/>
                  </a:lnTo>
                  <a:lnTo>
                    <a:pt x="3177" y="2329"/>
                  </a:lnTo>
                  <a:lnTo>
                    <a:pt x="3176" y="2341"/>
                  </a:lnTo>
                  <a:lnTo>
                    <a:pt x="3172" y="2358"/>
                  </a:lnTo>
                  <a:lnTo>
                    <a:pt x="3166" y="2367"/>
                  </a:lnTo>
                  <a:lnTo>
                    <a:pt x="3156" y="2383"/>
                  </a:lnTo>
                  <a:lnTo>
                    <a:pt x="3150" y="2411"/>
                  </a:lnTo>
                  <a:lnTo>
                    <a:pt x="3145" y="2428"/>
                  </a:lnTo>
                  <a:lnTo>
                    <a:pt x="3139" y="2442"/>
                  </a:lnTo>
                  <a:lnTo>
                    <a:pt x="3128" y="2452"/>
                  </a:lnTo>
                  <a:lnTo>
                    <a:pt x="3115" y="2466"/>
                  </a:lnTo>
                  <a:lnTo>
                    <a:pt x="3104" y="2475"/>
                  </a:lnTo>
                  <a:lnTo>
                    <a:pt x="3091" y="2486"/>
                  </a:lnTo>
                  <a:lnTo>
                    <a:pt x="3082" y="2494"/>
                  </a:lnTo>
                  <a:lnTo>
                    <a:pt x="3075" y="2502"/>
                  </a:lnTo>
                  <a:lnTo>
                    <a:pt x="3070" y="2512"/>
                  </a:lnTo>
                  <a:lnTo>
                    <a:pt x="3067" y="2523"/>
                  </a:lnTo>
                  <a:lnTo>
                    <a:pt x="3066" y="2547"/>
                  </a:lnTo>
                  <a:lnTo>
                    <a:pt x="3062" y="2563"/>
                  </a:lnTo>
                  <a:lnTo>
                    <a:pt x="3062" y="2576"/>
                  </a:lnTo>
                  <a:lnTo>
                    <a:pt x="3058" y="2591"/>
                  </a:lnTo>
                  <a:lnTo>
                    <a:pt x="3046" y="2608"/>
                  </a:lnTo>
                  <a:lnTo>
                    <a:pt x="3036" y="2617"/>
                  </a:lnTo>
                  <a:lnTo>
                    <a:pt x="3027" y="2630"/>
                  </a:lnTo>
                  <a:lnTo>
                    <a:pt x="3019" y="2642"/>
                  </a:lnTo>
                  <a:lnTo>
                    <a:pt x="3015" y="2654"/>
                  </a:lnTo>
                  <a:lnTo>
                    <a:pt x="3016" y="2673"/>
                  </a:lnTo>
                  <a:lnTo>
                    <a:pt x="3029" y="2683"/>
                  </a:lnTo>
                  <a:lnTo>
                    <a:pt x="3055" y="2701"/>
                  </a:lnTo>
                  <a:lnTo>
                    <a:pt x="3069" y="2713"/>
                  </a:lnTo>
                  <a:lnTo>
                    <a:pt x="3074" y="2719"/>
                  </a:lnTo>
                  <a:lnTo>
                    <a:pt x="3079" y="2728"/>
                  </a:lnTo>
                  <a:lnTo>
                    <a:pt x="3080" y="2740"/>
                  </a:lnTo>
                  <a:lnTo>
                    <a:pt x="3082" y="2754"/>
                  </a:lnTo>
                  <a:lnTo>
                    <a:pt x="3080" y="2770"/>
                  </a:lnTo>
                  <a:lnTo>
                    <a:pt x="3079" y="2781"/>
                  </a:lnTo>
                  <a:lnTo>
                    <a:pt x="3075" y="2794"/>
                  </a:lnTo>
                  <a:lnTo>
                    <a:pt x="3062" y="2812"/>
                  </a:lnTo>
                  <a:lnTo>
                    <a:pt x="3042" y="2820"/>
                  </a:lnTo>
                  <a:lnTo>
                    <a:pt x="3030" y="2823"/>
                  </a:lnTo>
                  <a:lnTo>
                    <a:pt x="3012" y="2828"/>
                  </a:lnTo>
                  <a:lnTo>
                    <a:pt x="3006" y="2829"/>
                  </a:lnTo>
                  <a:lnTo>
                    <a:pt x="2999" y="2831"/>
                  </a:lnTo>
                  <a:lnTo>
                    <a:pt x="2988" y="2831"/>
                  </a:lnTo>
                  <a:lnTo>
                    <a:pt x="2978" y="2829"/>
                  </a:lnTo>
                  <a:lnTo>
                    <a:pt x="2965" y="2826"/>
                  </a:lnTo>
                  <a:lnTo>
                    <a:pt x="2954" y="2822"/>
                  </a:lnTo>
                  <a:lnTo>
                    <a:pt x="2939" y="2821"/>
                  </a:lnTo>
                  <a:lnTo>
                    <a:pt x="2931" y="2827"/>
                  </a:lnTo>
                  <a:lnTo>
                    <a:pt x="2919" y="2837"/>
                  </a:lnTo>
                  <a:lnTo>
                    <a:pt x="2906" y="2851"/>
                  </a:lnTo>
                  <a:lnTo>
                    <a:pt x="2895" y="2875"/>
                  </a:lnTo>
                  <a:lnTo>
                    <a:pt x="2894" y="2881"/>
                  </a:lnTo>
                  <a:lnTo>
                    <a:pt x="2892" y="2895"/>
                  </a:lnTo>
                  <a:lnTo>
                    <a:pt x="2891" y="2906"/>
                  </a:lnTo>
                  <a:lnTo>
                    <a:pt x="2891" y="2915"/>
                  </a:lnTo>
                  <a:lnTo>
                    <a:pt x="2889" y="2926"/>
                  </a:lnTo>
                  <a:lnTo>
                    <a:pt x="2886" y="2937"/>
                  </a:lnTo>
                  <a:lnTo>
                    <a:pt x="2886" y="2962"/>
                  </a:lnTo>
                  <a:lnTo>
                    <a:pt x="2888" y="2973"/>
                  </a:lnTo>
                  <a:lnTo>
                    <a:pt x="2887" y="2983"/>
                  </a:lnTo>
                  <a:lnTo>
                    <a:pt x="2886" y="2992"/>
                  </a:lnTo>
                  <a:lnTo>
                    <a:pt x="2882" y="2996"/>
                  </a:lnTo>
                  <a:lnTo>
                    <a:pt x="2871" y="2998"/>
                  </a:lnTo>
                  <a:lnTo>
                    <a:pt x="2866" y="3005"/>
                  </a:lnTo>
                  <a:lnTo>
                    <a:pt x="2861" y="3003"/>
                  </a:lnTo>
                  <a:lnTo>
                    <a:pt x="2855" y="2996"/>
                  </a:lnTo>
                  <a:lnTo>
                    <a:pt x="2847" y="2993"/>
                  </a:lnTo>
                  <a:lnTo>
                    <a:pt x="2839" y="2991"/>
                  </a:lnTo>
                  <a:lnTo>
                    <a:pt x="2834" y="2994"/>
                  </a:lnTo>
                  <a:lnTo>
                    <a:pt x="2825" y="2998"/>
                  </a:lnTo>
                  <a:lnTo>
                    <a:pt x="2811" y="2998"/>
                  </a:lnTo>
                  <a:lnTo>
                    <a:pt x="2795" y="2996"/>
                  </a:lnTo>
                  <a:lnTo>
                    <a:pt x="2769" y="2986"/>
                  </a:lnTo>
                  <a:lnTo>
                    <a:pt x="2766" y="2982"/>
                  </a:lnTo>
                  <a:lnTo>
                    <a:pt x="2757" y="2974"/>
                  </a:lnTo>
                  <a:lnTo>
                    <a:pt x="2747" y="2966"/>
                  </a:lnTo>
                  <a:lnTo>
                    <a:pt x="2729" y="2953"/>
                  </a:lnTo>
                  <a:lnTo>
                    <a:pt x="2727" y="2947"/>
                  </a:lnTo>
                  <a:lnTo>
                    <a:pt x="2727" y="2935"/>
                  </a:lnTo>
                  <a:lnTo>
                    <a:pt x="2721" y="2915"/>
                  </a:lnTo>
                  <a:lnTo>
                    <a:pt x="2710" y="2908"/>
                  </a:lnTo>
                  <a:lnTo>
                    <a:pt x="2701" y="2907"/>
                  </a:lnTo>
                  <a:lnTo>
                    <a:pt x="2678" y="2911"/>
                  </a:lnTo>
                  <a:lnTo>
                    <a:pt x="2665" y="2912"/>
                  </a:lnTo>
                  <a:lnTo>
                    <a:pt x="2647" y="2921"/>
                  </a:lnTo>
                  <a:lnTo>
                    <a:pt x="2632" y="2930"/>
                  </a:lnTo>
                  <a:lnTo>
                    <a:pt x="2606" y="2950"/>
                  </a:lnTo>
                  <a:lnTo>
                    <a:pt x="2593" y="2969"/>
                  </a:lnTo>
                  <a:lnTo>
                    <a:pt x="2581" y="2972"/>
                  </a:lnTo>
                  <a:lnTo>
                    <a:pt x="2562" y="2998"/>
                  </a:lnTo>
                  <a:lnTo>
                    <a:pt x="2553" y="3024"/>
                  </a:lnTo>
                  <a:lnTo>
                    <a:pt x="2549" y="3036"/>
                  </a:lnTo>
                  <a:lnTo>
                    <a:pt x="2539" y="3046"/>
                  </a:lnTo>
                  <a:lnTo>
                    <a:pt x="2528" y="3059"/>
                  </a:lnTo>
                  <a:lnTo>
                    <a:pt x="2519" y="3073"/>
                  </a:lnTo>
                  <a:lnTo>
                    <a:pt x="2514" y="3085"/>
                  </a:lnTo>
                  <a:lnTo>
                    <a:pt x="2510" y="3095"/>
                  </a:lnTo>
                  <a:lnTo>
                    <a:pt x="2510" y="3110"/>
                  </a:lnTo>
                  <a:lnTo>
                    <a:pt x="2513" y="3119"/>
                  </a:lnTo>
                  <a:lnTo>
                    <a:pt x="2520" y="3124"/>
                  </a:lnTo>
                  <a:lnTo>
                    <a:pt x="2529" y="3125"/>
                  </a:lnTo>
                  <a:lnTo>
                    <a:pt x="2538" y="3125"/>
                  </a:lnTo>
                  <a:lnTo>
                    <a:pt x="2547" y="3127"/>
                  </a:lnTo>
                  <a:lnTo>
                    <a:pt x="2553" y="3133"/>
                  </a:lnTo>
                  <a:lnTo>
                    <a:pt x="2551" y="3140"/>
                  </a:lnTo>
                  <a:lnTo>
                    <a:pt x="2551" y="3149"/>
                  </a:lnTo>
                  <a:lnTo>
                    <a:pt x="2556" y="3167"/>
                  </a:lnTo>
                  <a:lnTo>
                    <a:pt x="2520" y="3234"/>
                  </a:lnTo>
                  <a:lnTo>
                    <a:pt x="2514" y="3255"/>
                  </a:lnTo>
                  <a:lnTo>
                    <a:pt x="2509" y="3270"/>
                  </a:lnTo>
                  <a:lnTo>
                    <a:pt x="2501" y="3281"/>
                  </a:lnTo>
                  <a:lnTo>
                    <a:pt x="2489" y="3285"/>
                  </a:lnTo>
                  <a:lnTo>
                    <a:pt x="2477" y="3286"/>
                  </a:lnTo>
                  <a:lnTo>
                    <a:pt x="2469" y="3288"/>
                  </a:lnTo>
                  <a:lnTo>
                    <a:pt x="2466" y="3298"/>
                  </a:lnTo>
                  <a:lnTo>
                    <a:pt x="2455" y="3345"/>
                  </a:lnTo>
                  <a:lnTo>
                    <a:pt x="2455" y="3354"/>
                  </a:lnTo>
                  <a:lnTo>
                    <a:pt x="2462" y="3361"/>
                  </a:lnTo>
                  <a:lnTo>
                    <a:pt x="2468" y="3367"/>
                  </a:lnTo>
                  <a:lnTo>
                    <a:pt x="2476" y="3374"/>
                  </a:lnTo>
                  <a:lnTo>
                    <a:pt x="2481" y="3382"/>
                  </a:lnTo>
                  <a:lnTo>
                    <a:pt x="2484" y="3394"/>
                  </a:lnTo>
                  <a:lnTo>
                    <a:pt x="2486" y="3409"/>
                  </a:lnTo>
                  <a:lnTo>
                    <a:pt x="2481" y="3430"/>
                  </a:lnTo>
                  <a:lnTo>
                    <a:pt x="2468" y="3462"/>
                  </a:lnTo>
                  <a:lnTo>
                    <a:pt x="2469" y="3472"/>
                  </a:lnTo>
                  <a:lnTo>
                    <a:pt x="2469" y="3489"/>
                  </a:lnTo>
                  <a:lnTo>
                    <a:pt x="2464" y="3501"/>
                  </a:lnTo>
                  <a:lnTo>
                    <a:pt x="2458" y="3512"/>
                  </a:lnTo>
                  <a:lnTo>
                    <a:pt x="2427" y="3531"/>
                  </a:lnTo>
                  <a:lnTo>
                    <a:pt x="2425" y="3547"/>
                  </a:lnTo>
                  <a:lnTo>
                    <a:pt x="2425" y="3576"/>
                  </a:lnTo>
                  <a:lnTo>
                    <a:pt x="2427" y="3594"/>
                  </a:lnTo>
                  <a:lnTo>
                    <a:pt x="2430" y="3610"/>
                  </a:lnTo>
                  <a:lnTo>
                    <a:pt x="2417" y="3613"/>
                  </a:lnTo>
                  <a:lnTo>
                    <a:pt x="2422" y="3645"/>
                  </a:lnTo>
                  <a:lnTo>
                    <a:pt x="2430" y="3700"/>
                  </a:lnTo>
                  <a:lnTo>
                    <a:pt x="2447" y="3692"/>
                  </a:lnTo>
                  <a:lnTo>
                    <a:pt x="2464" y="3684"/>
                  </a:lnTo>
                  <a:lnTo>
                    <a:pt x="2491" y="3744"/>
                  </a:lnTo>
                  <a:lnTo>
                    <a:pt x="2500" y="3766"/>
                  </a:lnTo>
                  <a:lnTo>
                    <a:pt x="2505" y="3777"/>
                  </a:lnTo>
                  <a:lnTo>
                    <a:pt x="2493" y="3783"/>
                  </a:lnTo>
                  <a:lnTo>
                    <a:pt x="2486" y="3790"/>
                  </a:lnTo>
                  <a:lnTo>
                    <a:pt x="2477" y="3796"/>
                  </a:lnTo>
                  <a:lnTo>
                    <a:pt x="2468" y="3796"/>
                  </a:lnTo>
                  <a:lnTo>
                    <a:pt x="2458" y="3798"/>
                  </a:lnTo>
                  <a:lnTo>
                    <a:pt x="2443" y="3804"/>
                  </a:lnTo>
                  <a:lnTo>
                    <a:pt x="2427" y="3808"/>
                  </a:lnTo>
                  <a:lnTo>
                    <a:pt x="2405" y="3820"/>
                  </a:lnTo>
                  <a:lnTo>
                    <a:pt x="2392" y="3827"/>
                  </a:lnTo>
                  <a:lnTo>
                    <a:pt x="2380" y="3832"/>
                  </a:lnTo>
                  <a:lnTo>
                    <a:pt x="2365" y="3836"/>
                  </a:lnTo>
                  <a:lnTo>
                    <a:pt x="2326" y="3838"/>
                  </a:lnTo>
                  <a:lnTo>
                    <a:pt x="2307" y="3840"/>
                  </a:lnTo>
                  <a:lnTo>
                    <a:pt x="2301" y="3841"/>
                  </a:lnTo>
                  <a:lnTo>
                    <a:pt x="2287" y="3846"/>
                  </a:lnTo>
                  <a:lnTo>
                    <a:pt x="2271" y="3852"/>
                  </a:lnTo>
                  <a:lnTo>
                    <a:pt x="2263" y="3859"/>
                  </a:lnTo>
                  <a:lnTo>
                    <a:pt x="2258" y="3868"/>
                  </a:lnTo>
                  <a:lnTo>
                    <a:pt x="2255" y="3875"/>
                  </a:lnTo>
                  <a:lnTo>
                    <a:pt x="2245" y="3881"/>
                  </a:lnTo>
                  <a:lnTo>
                    <a:pt x="2232" y="3888"/>
                  </a:lnTo>
                  <a:lnTo>
                    <a:pt x="2214" y="3896"/>
                  </a:lnTo>
                  <a:lnTo>
                    <a:pt x="2199" y="3904"/>
                  </a:lnTo>
                  <a:lnTo>
                    <a:pt x="2187" y="3906"/>
                  </a:lnTo>
                  <a:lnTo>
                    <a:pt x="2171" y="3903"/>
                  </a:lnTo>
                  <a:lnTo>
                    <a:pt x="2145" y="3891"/>
                  </a:lnTo>
                  <a:lnTo>
                    <a:pt x="2119" y="3885"/>
                  </a:lnTo>
                  <a:lnTo>
                    <a:pt x="2096" y="3889"/>
                  </a:lnTo>
                  <a:lnTo>
                    <a:pt x="2086" y="3895"/>
                  </a:lnTo>
                  <a:lnTo>
                    <a:pt x="2078" y="3901"/>
                  </a:lnTo>
                  <a:lnTo>
                    <a:pt x="2067" y="3909"/>
                  </a:lnTo>
                  <a:lnTo>
                    <a:pt x="2055" y="3922"/>
                  </a:lnTo>
                  <a:lnTo>
                    <a:pt x="2047" y="3930"/>
                  </a:lnTo>
                  <a:lnTo>
                    <a:pt x="2038" y="3942"/>
                  </a:lnTo>
                  <a:lnTo>
                    <a:pt x="2030" y="3952"/>
                  </a:lnTo>
                  <a:lnTo>
                    <a:pt x="2018" y="3963"/>
                  </a:lnTo>
                  <a:lnTo>
                    <a:pt x="2006" y="3970"/>
                  </a:lnTo>
                  <a:lnTo>
                    <a:pt x="1998" y="3976"/>
                  </a:lnTo>
                  <a:lnTo>
                    <a:pt x="1982" y="3982"/>
                  </a:lnTo>
                  <a:lnTo>
                    <a:pt x="1977" y="3983"/>
                  </a:lnTo>
                  <a:lnTo>
                    <a:pt x="1969" y="3985"/>
                  </a:lnTo>
                  <a:lnTo>
                    <a:pt x="1949" y="3985"/>
                  </a:lnTo>
                  <a:lnTo>
                    <a:pt x="1938" y="3983"/>
                  </a:lnTo>
                  <a:lnTo>
                    <a:pt x="1928" y="3980"/>
                  </a:lnTo>
                  <a:lnTo>
                    <a:pt x="1914" y="3973"/>
                  </a:lnTo>
                  <a:lnTo>
                    <a:pt x="1911" y="3961"/>
                  </a:lnTo>
                  <a:lnTo>
                    <a:pt x="1911" y="3951"/>
                  </a:lnTo>
                  <a:lnTo>
                    <a:pt x="1916" y="3943"/>
                  </a:lnTo>
                  <a:lnTo>
                    <a:pt x="1927" y="3936"/>
                  </a:lnTo>
                  <a:lnTo>
                    <a:pt x="1934" y="3929"/>
                  </a:lnTo>
                  <a:lnTo>
                    <a:pt x="1924" y="3924"/>
                  </a:lnTo>
                  <a:lnTo>
                    <a:pt x="1913" y="3923"/>
                  </a:lnTo>
                  <a:lnTo>
                    <a:pt x="1891" y="3922"/>
                  </a:lnTo>
                  <a:lnTo>
                    <a:pt x="1872" y="3923"/>
                  </a:lnTo>
                  <a:lnTo>
                    <a:pt x="1856" y="3927"/>
                  </a:lnTo>
                  <a:lnTo>
                    <a:pt x="1841" y="3930"/>
                  </a:lnTo>
                  <a:lnTo>
                    <a:pt x="1829" y="3935"/>
                  </a:lnTo>
                  <a:lnTo>
                    <a:pt x="1817" y="3940"/>
                  </a:lnTo>
                  <a:lnTo>
                    <a:pt x="1806" y="3943"/>
                  </a:lnTo>
                  <a:lnTo>
                    <a:pt x="1791" y="3954"/>
                  </a:lnTo>
                  <a:lnTo>
                    <a:pt x="1776" y="3967"/>
                  </a:lnTo>
                  <a:lnTo>
                    <a:pt x="1769" y="3979"/>
                  </a:lnTo>
                  <a:lnTo>
                    <a:pt x="1765" y="3985"/>
                  </a:lnTo>
                  <a:lnTo>
                    <a:pt x="1765" y="3990"/>
                  </a:lnTo>
                  <a:lnTo>
                    <a:pt x="1762" y="3997"/>
                  </a:lnTo>
                  <a:lnTo>
                    <a:pt x="1754" y="4000"/>
                  </a:lnTo>
                  <a:lnTo>
                    <a:pt x="1748" y="4001"/>
                  </a:lnTo>
                  <a:lnTo>
                    <a:pt x="1742" y="4005"/>
                  </a:lnTo>
                  <a:lnTo>
                    <a:pt x="1731" y="4012"/>
                  </a:lnTo>
                  <a:lnTo>
                    <a:pt x="1724" y="4013"/>
                  </a:lnTo>
                  <a:lnTo>
                    <a:pt x="1716" y="4014"/>
                  </a:lnTo>
                  <a:lnTo>
                    <a:pt x="1705" y="4018"/>
                  </a:lnTo>
                  <a:lnTo>
                    <a:pt x="1699" y="4018"/>
                  </a:lnTo>
                  <a:lnTo>
                    <a:pt x="1689" y="4013"/>
                  </a:lnTo>
                  <a:lnTo>
                    <a:pt x="1683" y="4008"/>
                  </a:lnTo>
                  <a:lnTo>
                    <a:pt x="1678" y="4007"/>
                  </a:lnTo>
                  <a:lnTo>
                    <a:pt x="1670" y="4007"/>
                  </a:lnTo>
                  <a:lnTo>
                    <a:pt x="1662" y="4008"/>
                  </a:lnTo>
                  <a:lnTo>
                    <a:pt x="1656" y="4010"/>
                  </a:lnTo>
                  <a:lnTo>
                    <a:pt x="1649" y="4012"/>
                  </a:lnTo>
                  <a:lnTo>
                    <a:pt x="1643" y="4016"/>
                  </a:lnTo>
                  <a:lnTo>
                    <a:pt x="1634" y="4022"/>
                  </a:lnTo>
                  <a:lnTo>
                    <a:pt x="1624" y="4023"/>
                  </a:lnTo>
                  <a:lnTo>
                    <a:pt x="1606" y="4029"/>
                  </a:lnTo>
                  <a:lnTo>
                    <a:pt x="1598" y="4034"/>
                  </a:lnTo>
                  <a:lnTo>
                    <a:pt x="1585" y="4040"/>
                  </a:lnTo>
                  <a:lnTo>
                    <a:pt x="1570" y="4045"/>
                  </a:lnTo>
                  <a:lnTo>
                    <a:pt x="1556" y="4049"/>
                  </a:lnTo>
                  <a:lnTo>
                    <a:pt x="1534" y="4042"/>
                  </a:lnTo>
                  <a:lnTo>
                    <a:pt x="1516" y="4028"/>
                  </a:lnTo>
                  <a:lnTo>
                    <a:pt x="1509" y="4018"/>
                  </a:lnTo>
                  <a:lnTo>
                    <a:pt x="1507" y="4003"/>
                  </a:lnTo>
                  <a:lnTo>
                    <a:pt x="1509" y="3993"/>
                  </a:lnTo>
                  <a:lnTo>
                    <a:pt x="1514" y="3988"/>
                  </a:lnTo>
                  <a:lnTo>
                    <a:pt x="1520" y="3986"/>
                  </a:lnTo>
                  <a:lnTo>
                    <a:pt x="1526" y="3987"/>
                  </a:lnTo>
                  <a:lnTo>
                    <a:pt x="1532" y="3993"/>
                  </a:lnTo>
                  <a:lnTo>
                    <a:pt x="1538" y="3999"/>
                  </a:lnTo>
                  <a:lnTo>
                    <a:pt x="1541" y="4003"/>
                  </a:lnTo>
                  <a:lnTo>
                    <a:pt x="1549" y="4005"/>
                  </a:lnTo>
                  <a:lnTo>
                    <a:pt x="1556" y="4004"/>
                  </a:lnTo>
                  <a:lnTo>
                    <a:pt x="1561" y="3998"/>
                  </a:lnTo>
                  <a:lnTo>
                    <a:pt x="1567" y="3991"/>
                  </a:lnTo>
                  <a:lnTo>
                    <a:pt x="1564" y="3985"/>
                  </a:lnTo>
                  <a:lnTo>
                    <a:pt x="1556" y="3986"/>
                  </a:lnTo>
                  <a:lnTo>
                    <a:pt x="1551" y="3992"/>
                  </a:lnTo>
                  <a:lnTo>
                    <a:pt x="1545" y="3994"/>
                  </a:lnTo>
                  <a:lnTo>
                    <a:pt x="1541" y="3991"/>
                  </a:lnTo>
                  <a:lnTo>
                    <a:pt x="1539" y="3984"/>
                  </a:lnTo>
                  <a:lnTo>
                    <a:pt x="1526" y="3966"/>
                  </a:lnTo>
                  <a:lnTo>
                    <a:pt x="1516" y="3949"/>
                  </a:lnTo>
                  <a:lnTo>
                    <a:pt x="1493" y="3932"/>
                  </a:lnTo>
                  <a:lnTo>
                    <a:pt x="1464" y="3914"/>
                  </a:lnTo>
                  <a:lnTo>
                    <a:pt x="1445" y="3909"/>
                  </a:lnTo>
                  <a:lnTo>
                    <a:pt x="1435" y="3907"/>
                  </a:lnTo>
                  <a:lnTo>
                    <a:pt x="1433" y="3917"/>
                  </a:lnTo>
                  <a:lnTo>
                    <a:pt x="1423" y="3917"/>
                  </a:lnTo>
                  <a:lnTo>
                    <a:pt x="1419" y="3914"/>
                  </a:lnTo>
                  <a:lnTo>
                    <a:pt x="1410" y="3912"/>
                  </a:lnTo>
                  <a:lnTo>
                    <a:pt x="1399" y="3910"/>
                  </a:lnTo>
                  <a:lnTo>
                    <a:pt x="1399" y="3903"/>
                  </a:lnTo>
                  <a:lnTo>
                    <a:pt x="1385" y="3903"/>
                  </a:lnTo>
                  <a:lnTo>
                    <a:pt x="1359" y="3903"/>
                  </a:lnTo>
                  <a:lnTo>
                    <a:pt x="1317" y="3902"/>
                  </a:lnTo>
                  <a:lnTo>
                    <a:pt x="1286" y="3902"/>
                  </a:lnTo>
                  <a:lnTo>
                    <a:pt x="1255" y="3901"/>
                  </a:lnTo>
                  <a:lnTo>
                    <a:pt x="1189" y="3888"/>
                  </a:lnTo>
                  <a:lnTo>
                    <a:pt x="1159" y="3887"/>
                  </a:lnTo>
                  <a:lnTo>
                    <a:pt x="1134" y="3887"/>
                  </a:lnTo>
                  <a:lnTo>
                    <a:pt x="1108" y="3888"/>
                  </a:lnTo>
                  <a:lnTo>
                    <a:pt x="1092" y="3893"/>
                  </a:lnTo>
                  <a:lnTo>
                    <a:pt x="1084" y="3902"/>
                  </a:lnTo>
                  <a:lnTo>
                    <a:pt x="1079" y="3911"/>
                  </a:lnTo>
                  <a:lnTo>
                    <a:pt x="1067" y="3917"/>
                  </a:lnTo>
                  <a:lnTo>
                    <a:pt x="1055" y="3922"/>
                  </a:lnTo>
                  <a:lnTo>
                    <a:pt x="1041" y="3915"/>
                  </a:lnTo>
                  <a:lnTo>
                    <a:pt x="1037" y="3908"/>
                  </a:lnTo>
                  <a:lnTo>
                    <a:pt x="1037" y="3902"/>
                  </a:lnTo>
                  <a:lnTo>
                    <a:pt x="1040" y="3898"/>
                  </a:lnTo>
                  <a:lnTo>
                    <a:pt x="1053" y="3889"/>
                  </a:lnTo>
                  <a:lnTo>
                    <a:pt x="1063" y="3881"/>
                  </a:lnTo>
                  <a:lnTo>
                    <a:pt x="1074" y="3862"/>
                  </a:lnTo>
                  <a:lnTo>
                    <a:pt x="1067" y="3842"/>
                  </a:lnTo>
                  <a:lnTo>
                    <a:pt x="1044" y="3825"/>
                  </a:lnTo>
                  <a:lnTo>
                    <a:pt x="1025" y="3811"/>
                  </a:lnTo>
                  <a:lnTo>
                    <a:pt x="1005" y="3800"/>
                  </a:lnTo>
                  <a:lnTo>
                    <a:pt x="980" y="3793"/>
                  </a:lnTo>
                  <a:lnTo>
                    <a:pt x="954" y="3787"/>
                  </a:lnTo>
                  <a:lnTo>
                    <a:pt x="919" y="3784"/>
                  </a:lnTo>
                  <a:lnTo>
                    <a:pt x="890" y="3785"/>
                  </a:lnTo>
                  <a:lnTo>
                    <a:pt x="859" y="3789"/>
                  </a:lnTo>
                  <a:lnTo>
                    <a:pt x="833" y="3797"/>
                  </a:lnTo>
                  <a:lnTo>
                    <a:pt x="798" y="3809"/>
                  </a:lnTo>
                  <a:lnTo>
                    <a:pt x="769" y="3814"/>
                  </a:lnTo>
                  <a:lnTo>
                    <a:pt x="756" y="3819"/>
                  </a:lnTo>
                  <a:lnTo>
                    <a:pt x="730" y="3825"/>
                  </a:lnTo>
                  <a:lnTo>
                    <a:pt x="714" y="3831"/>
                  </a:lnTo>
                  <a:lnTo>
                    <a:pt x="705" y="3831"/>
                  </a:lnTo>
                  <a:lnTo>
                    <a:pt x="693" y="3828"/>
                  </a:lnTo>
                  <a:lnTo>
                    <a:pt x="681" y="3825"/>
                  </a:lnTo>
                  <a:lnTo>
                    <a:pt x="667" y="3818"/>
                  </a:lnTo>
                  <a:lnTo>
                    <a:pt x="656" y="3809"/>
                  </a:lnTo>
                  <a:lnTo>
                    <a:pt x="643" y="3806"/>
                  </a:lnTo>
                  <a:lnTo>
                    <a:pt x="628" y="3805"/>
                  </a:lnTo>
                  <a:lnTo>
                    <a:pt x="612" y="3800"/>
                  </a:lnTo>
                  <a:lnTo>
                    <a:pt x="588" y="3789"/>
                  </a:lnTo>
                  <a:lnTo>
                    <a:pt x="569" y="3786"/>
                  </a:lnTo>
                  <a:lnTo>
                    <a:pt x="562" y="3783"/>
                  </a:lnTo>
                  <a:lnTo>
                    <a:pt x="558" y="3778"/>
                  </a:lnTo>
                  <a:lnTo>
                    <a:pt x="561" y="3771"/>
                  </a:lnTo>
                  <a:lnTo>
                    <a:pt x="557" y="3762"/>
                  </a:lnTo>
                  <a:lnTo>
                    <a:pt x="546" y="3751"/>
                  </a:lnTo>
                  <a:lnTo>
                    <a:pt x="546" y="3740"/>
                  </a:lnTo>
                  <a:lnTo>
                    <a:pt x="555" y="3721"/>
                  </a:lnTo>
                  <a:lnTo>
                    <a:pt x="560" y="3714"/>
                  </a:lnTo>
                  <a:lnTo>
                    <a:pt x="541" y="3702"/>
                  </a:lnTo>
                  <a:lnTo>
                    <a:pt x="547" y="3683"/>
                  </a:lnTo>
                  <a:lnTo>
                    <a:pt x="551" y="3680"/>
                  </a:lnTo>
                  <a:lnTo>
                    <a:pt x="557" y="3680"/>
                  </a:lnTo>
                  <a:lnTo>
                    <a:pt x="554" y="3674"/>
                  </a:lnTo>
                  <a:lnTo>
                    <a:pt x="551" y="3668"/>
                  </a:lnTo>
                  <a:lnTo>
                    <a:pt x="546" y="3637"/>
                  </a:lnTo>
                  <a:lnTo>
                    <a:pt x="539" y="3633"/>
                  </a:lnTo>
                  <a:lnTo>
                    <a:pt x="529" y="3614"/>
                  </a:lnTo>
                  <a:lnTo>
                    <a:pt x="520" y="3599"/>
                  </a:lnTo>
                  <a:lnTo>
                    <a:pt x="516" y="3585"/>
                  </a:lnTo>
                  <a:lnTo>
                    <a:pt x="526" y="3571"/>
                  </a:lnTo>
                  <a:lnTo>
                    <a:pt x="534" y="3561"/>
                  </a:lnTo>
                  <a:lnTo>
                    <a:pt x="513" y="3538"/>
                  </a:lnTo>
                  <a:lnTo>
                    <a:pt x="500" y="3527"/>
                  </a:lnTo>
                  <a:lnTo>
                    <a:pt x="483" y="3513"/>
                  </a:lnTo>
                  <a:lnTo>
                    <a:pt x="456" y="3500"/>
                  </a:lnTo>
                  <a:lnTo>
                    <a:pt x="433" y="3486"/>
                  </a:lnTo>
                  <a:lnTo>
                    <a:pt x="424" y="3483"/>
                  </a:lnTo>
                  <a:lnTo>
                    <a:pt x="377" y="3467"/>
                  </a:lnTo>
                  <a:lnTo>
                    <a:pt x="358" y="3456"/>
                  </a:lnTo>
                  <a:lnTo>
                    <a:pt x="354" y="3449"/>
                  </a:lnTo>
                  <a:lnTo>
                    <a:pt x="362" y="3445"/>
                  </a:lnTo>
                  <a:lnTo>
                    <a:pt x="376" y="3445"/>
                  </a:lnTo>
                  <a:lnTo>
                    <a:pt x="383" y="3443"/>
                  </a:lnTo>
                  <a:lnTo>
                    <a:pt x="403" y="3437"/>
                  </a:lnTo>
                  <a:lnTo>
                    <a:pt x="423" y="3429"/>
                  </a:lnTo>
                  <a:lnTo>
                    <a:pt x="442" y="3425"/>
                  </a:lnTo>
                  <a:lnTo>
                    <a:pt x="459" y="3410"/>
                  </a:lnTo>
                  <a:lnTo>
                    <a:pt x="466" y="3391"/>
                  </a:lnTo>
                  <a:lnTo>
                    <a:pt x="464" y="3381"/>
                  </a:lnTo>
                  <a:lnTo>
                    <a:pt x="452" y="3372"/>
                  </a:lnTo>
                  <a:lnTo>
                    <a:pt x="448" y="3361"/>
                  </a:lnTo>
                  <a:lnTo>
                    <a:pt x="448" y="3353"/>
                  </a:lnTo>
                  <a:lnTo>
                    <a:pt x="452" y="3309"/>
                  </a:lnTo>
                  <a:lnTo>
                    <a:pt x="454" y="3297"/>
                  </a:lnTo>
                  <a:lnTo>
                    <a:pt x="460" y="3248"/>
                  </a:lnTo>
                  <a:lnTo>
                    <a:pt x="458" y="3213"/>
                  </a:lnTo>
                  <a:lnTo>
                    <a:pt x="453" y="3147"/>
                  </a:lnTo>
                  <a:lnTo>
                    <a:pt x="447" y="3110"/>
                  </a:lnTo>
                  <a:lnTo>
                    <a:pt x="441" y="3090"/>
                  </a:lnTo>
                  <a:lnTo>
                    <a:pt x="435" y="3064"/>
                  </a:lnTo>
                  <a:lnTo>
                    <a:pt x="435" y="3058"/>
                  </a:lnTo>
                  <a:lnTo>
                    <a:pt x="441" y="3059"/>
                  </a:lnTo>
                  <a:lnTo>
                    <a:pt x="449" y="3063"/>
                  </a:lnTo>
                  <a:lnTo>
                    <a:pt x="453" y="3066"/>
                  </a:lnTo>
                  <a:lnTo>
                    <a:pt x="459" y="3071"/>
                  </a:lnTo>
                  <a:lnTo>
                    <a:pt x="466" y="3080"/>
                  </a:lnTo>
                  <a:lnTo>
                    <a:pt x="472" y="3099"/>
                  </a:lnTo>
                  <a:lnTo>
                    <a:pt x="475" y="3107"/>
                  </a:lnTo>
                  <a:lnTo>
                    <a:pt x="475" y="3116"/>
                  </a:lnTo>
                  <a:lnTo>
                    <a:pt x="474" y="3126"/>
                  </a:lnTo>
                  <a:lnTo>
                    <a:pt x="473" y="3135"/>
                  </a:lnTo>
                  <a:lnTo>
                    <a:pt x="473" y="3147"/>
                  </a:lnTo>
                  <a:lnTo>
                    <a:pt x="480" y="3161"/>
                  </a:lnTo>
                  <a:lnTo>
                    <a:pt x="483" y="3206"/>
                  </a:lnTo>
                  <a:lnTo>
                    <a:pt x="490" y="3265"/>
                  </a:lnTo>
                  <a:lnTo>
                    <a:pt x="494" y="3296"/>
                  </a:lnTo>
                  <a:lnTo>
                    <a:pt x="493" y="3308"/>
                  </a:lnTo>
                  <a:lnTo>
                    <a:pt x="493" y="3341"/>
                  </a:lnTo>
                  <a:lnTo>
                    <a:pt x="494" y="3399"/>
                  </a:lnTo>
                  <a:lnTo>
                    <a:pt x="496" y="3417"/>
                  </a:lnTo>
                  <a:lnTo>
                    <a:pt x="513" y="3417"/>
                  </a:lnTo>
                  <a:lnTo>
                    <a:pt x="548" y="3416"/>
                  </a:lnTo>
                  <a:lnTo>
                    <a:pt x="547" y="3403"/>
                  </a:lnTo>
                  <a:lnTo>
                    <a:pt x="564" y="3385"/>
                  </a:lnTo>
                  <a:lnTo>
                    <a:pt x="571" y="3382"/>
                  </a:lnTo>
                  <a:lnTo>
                    <a:pt x="577" y="3379"/>
                  </a:lnTo>
                  <a:lnTo>
                    <a:pt x="598" y="3370"/>
                  </a:lnTo>
                  <a:lnTo>
                    <a:pt x="602" y="3364"/>
                  </a:lnTo>
                  <a:lnTo>
                    <a:pt x="605" y="3360"/>
                  </a:lnTo>
                  <a:lnTo>
                    <a:pt x="590" y="3330"/>
                  </a:lnTo>
                  <a:lnTo>
                    <a:pt x="576" y="3306"/>
                  </a:lnTo>
                  <a:lnTo>
                    <a:pt x="562" y="3285"/>
                  </a:lnTo>
                  <a:lnTo>
                    <a:pt x="555" y="3269"/>
                  </a:lnTo>
                  <a:lnTo>
                    <a:pt x="554" y="3254"/>
                  </a:lnTo>
                  <a:lnTo>
                    <a:pt x="555" y="3237"/>
                  </a:lnTo>
                  <a:lnTo>
                    <a:pt x="553" y="3225"/>
                  </a:lnTo>
                  <a:lnTo>
                    <a:pt x="552" y="3211"/>
                  </a:lnTo>
                  <a:lnTo>
                    <a:pt x="557" y="3206"/>
                  </a:lnTo>
                  <a:lnTo>
                    <a:pt x="556" y="3196"/>
                  </a:lnTo>
                  <a:lnTo>
                    <a:pt x="550" y="3181"/>
                  </a:lnTo>
                  <a:lnTo>
                    <a:pt x="550" y="3166"/>
                  </a:lnTo>
                  <a:lnTo>
                    <a:pt x="552" y="3159"/>
                  </a:lnTo>
                  <a:lnTo>
                    <a:pt x="556" y="3150"/>
                  </a:lnTo>
                  <a:lnTo>
                    <a:pt x="556" y="3134"/>
                  </a:lnTo>
                  <a:lnTo>
                    <a:pt x="551" y="3120"/>
                  </a:lnTo>
                  <a:lnTo>
                    <a:pt x="553" y="3099"/>
                  </a:lnTo>
                  <a:lnTo>
                    <a:pt x="560" y="3078"/>
                  </a:lnTo>
                  <a:lnTo>
                    <a:pt x="566" y="3072"/>
                  </a:lnTo>
                  <a:lnTo>
                    <a:pt x="570" y="3068"/>
                  </a:lnTo>
                  <a:lnTo>
                    <a:pt x="571" y="3058"/>
                  </a:lnTo>
                  <a:lnTo>
                    <a:pt x="569" y="3050"/>
                  </a:lnTo>
                  <a:lnTo>
                    <a:pt x="573" y="3045"/>
                  </a:lnTo>
                  <a:lnTo>
                    <a:pt x="582" y="3046"/>
                  </a:lnTo>
                  <a:lnTo>
                    <a:pt x="589" y="3050"/>
                  </a:lnTo>
                  <a:lnTo>
                    <a:pt x="595" y="3056"/>
                  </a:lnTo>
                  <a:lnTo>
                    <a:pt x="604" y="3066"/>
                  </a:lnTo>
                  <a:lnTo>
                    <a:pt x="615" y="3076"/>
                  </a:lnTo>
                  <a:lnTo>
                    <a:pt x="622" y="3071"/>
                  </a:lnTo>
                  <a:lnTo>
                    <a:pt x="647" y="3046"/>
                  </a:lnTo>
                  <a:lnTo>
                    <a:pt x="673" y="3021"/>
                  </a:lnTo>
                  <a:lnTo>
                    <a:pt x="701" y="2995"/>
                  </a:lnTo>
                  <a:lnTo>
                    <a:pt x="674" y="2982"/>
                  </a:lnTo>
                  <a:lnTo>
                    <a:pt x="640" y="2967"/>
                  </a:lnTo>
                  <a:lnTo>
                    <a:pt x="649" y="2943"/>
                  </a:lnTo>
                  <a:lnTo>
                    <a:pt x="658" y="2919"/>
                  </a:lnTo>
                  <a:lnTo>
                    <a:pt x="656" y="2900"/>
                  </a:lnTo>
                  <a:lnTo>
                    <a:pt x="653" y="2896"/>
                  </a:lnTo>
                  <a:lnTo>
                    <a:pt x="646" y="2892"/>
                  </a:lnTo>
                  <a:lnTo>
                    <a:pt x="635" y="2867"/>
                  </a:lnTo>
                  <a:lnTo>
                    <a:pt x="627" y="2841"/>
                  </a:lnTo>
                  <a:lnTo>
                    <a:pt x="625" y="2833"/>
                  </a:lnTo>
                  <a:lnTo>
                    <a:pt x="628" y="2825"/>
                  </a:lnTo>
                  <a:lnTo>
                    <a:pt x="662" y="2805"/>
                  </a:lnTo>
                  <a:lnTo>
                    <a:pt x="661" y="2800"/>
                  </a:lnTo>
                  <a:lnTo>
                    <a:pt x="653" y="2786"/>
                  </a:lnTo>
                  <a:lnTo>
                    <a:pt x="643" y="2790"/>
                  </a:lnTo>
                  <a:lnTo>
                    <a:pt x="626" y="2795"/>
                  </a:lnTo>
                  <a:lnTo>
                    <a:pt x="602" y="2807"/>
                  </a:lnTo>
                  <a:lnTo>
                    <a:pt x="596" y="2816"/>
                  </a:lnTo>
                  <a:lnTo>
                    <a:pt x="603" y="2832"/>
                  </a:lnTo>
                  <a:lnTo>
                    <a:pt x="508" y="2906"/>
                  </a:lnTo>
                  <a:lnTo>
                    <a:pt x="460" y="2948"/>
                  </a:lnTo>
                  <a:lnTo>
                    <a:pt x="451" y="2969"/>
                  </a:lnTo>
                  <a:lnTo>
                    <a:pt x="447" y="2978"/>
                  </a:lnTo>
                  <a:lnTo>
                    <a:pt x="446" y="2994"/>
                  </a:lnTo>
                  <a:lnTo>
                    <a:pt x="449" y="3008"/>
                  </a:lnTo>
                  <a:lnTo>
                    <a:pt x="454" y="3022"/>
                  </a:lnTo>
                  <a:lnTo>
                    <a:pt x="458" y="3030"/>
                  </a:lnTo>
                  <a:lnTo>
                    <a:pt x="456" y="3035"/>
                  </a:lnTo>
                  <a:lnTo>
                    <a:pt x="451" y="3033"/>
                  </a:lnTo>
                  <a:lnTo>
                    <a:pt x="445" y="3030"/>
                  </a:lnTo>
                  <a:lnTo>
                    <a:pt x="440" y="3024"/>
                  </a:lnTo>
                  <a:lnTo>
                    <a:pt x="432" y="3016"/>
                  </a:lnTo>
                  <a:lnTo>
                    <a:pt x="427" y="3008"/>
                  </a:lnTo>
                  <a:lnTo>
                    <a:pt x="423" y="3000"/>
                  </a:lnTo>
                  <a:lnTo>
                    <a:pt x="415" y="2973"/>
                  </a:lnTo>
                  <a:lnTo>
                    <a:pt x="410" y="2974"/>
                  </a:lnTo>
                  <a:lnTo>
                    <a:pt x="397" y="2974"/>
                  </a:lnTo>
                  <a:lnTo>
                    <a:pt x="346" y="2979"/>
                  </a:lnTo>
                  <a:lnTo>
                    <a:pt x="313" y="2982"/>
                  </a:lnTo>
                  <a:lnTo>
                    <a:pt x="294" y="2979"/>
                  </a:lnTo>
                  <a:lnTo>
                    <a:pt x="282" y="2970"/>
                  </a:lnTo>
                  <a:lnTo>
                    <a:pt x="274" y="2957"/>
                  </a:lnTo>
                  <a:lnTo>
                    <a:pt x="259" y="2911"/>
                  </a:lnTo>
                  <a:lnTo>
                    <a:pt x="243" y="2862"/>
                  </a:lnTo>
                  <a:lnTo>
                    <a:pt x="240" y="2851"/>
                  </a:lnTo>
                  <a:lnTo>
                    <a:pt x="222" y="2857"/>
                  </a:lnTo>
                  <a:lnTo>
                    <a:pt x="207" y="2810"/>
                  </a:lnTo>
                  <a:lnTo>
                    <a:pt x="225" y="2802"/>
                  </a:lnTo>
                  <a:lnTo>
                    <a:pt x="187" y="2686"/>
                  </a:lnTo>
                  <a:lnTo>
                    <a:pt x="162" y="2609"/>
                  </a:lnTo>
                  <a:lnTo>
                    <a:pt x="193" y="2596"/>
                  </a:lnTo>
                  <a:lnTo>
                    <a:pt x="181" y="2569"/>
                  </a:lnTo>
                  <a:lnTo>
                    <a:pt x="171" y="2552"/>
                  </a:lnTo>
                  <a:lnTo>
                    <a:pt x="178" y="2548"/>
                  </a:lnTo>
                  <a:lnTo>
                    <a:pt x="187" y="2543"/>
                  </a:lnTo>
                  <a:lnTo>
                    <a:pt x="194" y="2538"/>
                  </a:lnTo>
                  <a:lnTo>
                    <a:pt x="188" y="2530"/>
                  </a:lnTo>
                  <a:lnTo>
                    <a:pt x="180" y="2519"/>
                  </a:lnTo>
                  <a:lnTo>
                    <a:pt x="158" y="2485"/>
                  </a:lnTo>
                  <a:lnTo>
                    <a:pt x="152" y="2483"/>
                  </a:lnTo>
                  <a:lnTo>
                    <a:pt x="139" y="2472"/>
                  </a:lnTo>
                  <a:lnTo>
                    <a:pt x="114" y="2444"/>
                  </a:lnTo>
                  <a:lnTo>
                    <a:pt x="107" y="2450"/>
                  </a:lnTo>
                  <a:lnTo>
                    <a:pt x="74" y="2406"/>
                  </a:lnTo>
                  <a:lnTo>
                    <a:pt x="60" y="2417"/>
                  </a:lnTo>
                  <a:lnTo>
                    <a:pt x="41" y="2387"/>
                  </a:lnTo>
                  <a:lnTo>
                    <a:pt x="50" y="2381"/>
                  </a:lnTo>
                  <a:lnTo>
                    <a:pt x="54" y="2375"/>
                  </a:lnTo>
                  <a:lnTo>
                    <a:pt x="54" y="2370"/>
                  </a:lnTo>
                  <a:lnTo>
                    <a:pt x="55" y="2362"/>
                  </a:lnTo>
                  <a:lnTo>
                    <a:pt x="52" y="2348"/>
                  </a:lnTo>
                  <a:lnTo>
                    <a:pt x="37" y="2319"/>
                  </a:lnTo>
                  <a:lnTo>
                    <a:pt x="28" y="2303"/>
                  </a:lnTo>
                  <a:lnTo>
                    <a:pt x="14" y="2274"/>
                  </a:lnTo>
                  <a:lnTo>
                    <a:pt x="13" y="2263"/>
                  </a:lnTo>
                  <a:lnTo>
                    <a:pt x="0" y="2260"/>
                  </a:lnTo>
                  <a:lnTo>
                    <a:pt x="0" y="2245"/>
                  </a:lnTo>
                  <a:lnTo>
                    <a:pt x="18" y="2247"/>
                  </a:lnTo>
                  <a:lnTo>
                    <a:pt x="26" y="2245"/>
                  </a:lnTo>
                  <a:lnTo>
                    <a:pt x="44" y="2223"/>
                  </a:lnTo>
                  <a:lnTo>
                    <a:pt x="52" y="2218"/>
                  </a:lnTo>
                  <a:lnTo>
                    <a:pt x="59" y="2211"/>
                  </a:lnTo>
                  <a:lnTo>
                    <a:pt x="64" y="2203"/>
                  </a:lnTo>
                  <a:lnTo>
                    <a:pt x="69" y="2193"/>
                  </a:lnTo>
                  <a:lnTo>
                    <a:pt x="71" y="2188"/>
                  </a:lnTo>
                  <a:lnTo>
                    <a:pt x="73" y="2182"/>
                  </a:lnTo>
                  <a:lnTo>
                    <a:pt x="77" y="2177"/>
                  </a:lnTo>
                  <a:lnTo>
                    <a:pt x="84" y="2172"/>
                  </a:lnTo>
                  <a:lnTo>
                    <a:pt x="94" y="2163"/>
                  </a:lnTo>
                  <a:lnTo>
                    <a:pt x="115" y="2141"/>
                  </a:lnTo>
                  <a:lnTo>
                    <a:pt x="118" y="2136"/>
                  </a:lnTo>
                  <a:lnTo>
                    <a:pt x="123" y="2127"/>
                  </a:lnTo>
                  <a:lnTo>
                    <a:pt x="129" y="2113"/>
                  </a:lnTo>
                  <a:lnTo>
                    <a:pt x="131" y="2102"/>
                  </a:lnTo>
                  <a:lnTo>
                    <a:pt x="134" y="2097"/>
                  </a:lnTo>
                  <a:lnTo>
                    <a:pt x="137" y="2092"/>
                  </a:lnTo>
                  <a:lnTo>
                    <a:pt x="140" y="2084"/>
                  </a:lnTo>
                  <a:lnTo>
                    <a:pt x="144" y="2075"/>
                  </a:lnTo>
                  <a:lnTo>
                    <a:pt x="147" y="2066"/>
                  </a:lnTo>
                  <a:lnTo>
                    <a:pt x="148" y="2056"/>
                  </a:lnTo>
                  <a:lnTo>
                    <a:pt x="151" y="2049"/>
                  </a:lnTo>
                  <a:lnTo>
                    <a:pt x="157" y="2046"/>
                  </a:lnTo>
                  <a:lnTo>
                    <a:pt x="168" y="2041"/>
                  </a:lnTo>
                  <a:lnTo>
                    <a:pt x="179" y="2034"/>
                  </a:lnTo>
                  <a:lnTo>
                    <a:pt x="194" y="2022"/>
                  </a:lnTo>
                  <a:lnTo>
                    <a:pt x="210" y="2005"/>
                  </a:lnTo>
                  <a:lnTo>
                    <a:pt x="222" y="1993"/>
                  </a:lnTo>
                  <a:lnTo>
                    <a:pt x="228" y="1981"/>
                  </a:lnTo>
                  <a:lnTo>
                    <a:pt x="227" y="1973"/>
                  </a:lnTo>
                  <a:lnTo>
                    <a:pt x="233" y="1963"/>
                  </a:lnTo>
                  <a:lnTo>
                    <a:pt x="242" y="1959"/>
                  </a:lnTo>
                  <a:lnTo>
                    <a:pt x="257" y="1952"/>
                  </a:lnTo>
                  <a:lnTo>
                    <a:pt x="276" y="1935"/>
                  </a:lnTo>
                  <a:lnTo>
                    <a:pt x="280" y="1931"/>
                  </a:lnTo>
                  <a:lnTo>
                    <a:pt x="299" y="1915"/>
                  </a:lnTo>
                  <a:lnTo>
                    <a:pt x="316" y="1901"/>
                  </a:lnTo>
                  <a:lnTo>
                    <a:pt x="342" y="1885"/>
                  </a:lnTo>
                  <a:lnTo>
                    <a:pt x="350" y="1880"/>
                  </a:lnTo>
                  <a:lnTo>
                    <a:pt x="359" y="1879"/>
                  </a:lnTo>
                  <a:lnTo>
                    <a:pt x="366" y="1880"/>
                  </a:lnTo>
                  <a:lnTo>
                    <a:pt x="371" y="1885"/>
                  </a:lnTo>
                  <a:lnTo>
                    <a:pt x="374" y="1891"/>
                  </a:lnTo>
                  <a:lnTo>
                    <a:pt x="383" y="1898"/>
                  </a:lnTo>
                  <a:lnTo>
                    <a:pt x="393" y="1904"/>
                  </a:lnTo>
                  <a:lnTo>
                    <a:pt x="407" y="1910"/>
                  </a:lnTo>
                  <a:lnTo>
                    <a:pt x="420" y="1912"/>
                  </a:lnTo>
                  <a:lnTo>
                    <a:pt x="424" y="1904"/>
                  </a:lnTo>
                  <a:lnTo>
                    <a:pt x="451" y="1863"/>
                  </a:lnTo>
                  <a:lnTo>
                    <a:pt x="454" y="1859"/>
                  </a:lnTo>
                  <a:lnTo>
                    <a:pt x="475" y="1871"/>
                  </a:lnTo>
                  <a:lnTo>
                    <a:pt x="518" y="1878"/>
                  </a:lnTo>
                  <a:lnTo>
                    <a:pt x="524" y="1879"/>
                  </a:lnTo>
                  <a:lnTo>
                    <a:pt x="583" y="1902"/>
                  </a:lnTo>
                  <a:lnTo>
                    <a:pt x="592" y="1903"/>
                  </a:lnTo>
                  <a:lnTo>
                    <a:pt x="600" y="1902"/>
                  </a:lnTo>
                  <a:lnTo>
                    <a:pt x="605" y="1903"/>
                  </a:lnTo>
                  <a:lnTo>
                    <a:pt x="609" y="1907"/>
                  </a:lnTo>
                  <a:lnTo>
                    <a:pt x="615" y="1913"/>
                  </a:lnTo>
                  <a:lnTo>
                    <a:pt x="623" y="1913"/>
                  </a:lnTo>
                  <a:lnTo>
                    <a:pt x="630" y="1912"/>
                  </a:lnTo>
                  <a:lnTo>
                    <a:pt x="635" y="1910"/>
                  </a:lnTo>
                  <a:lnTo>
                    <a:pt x="648" y="1898"/>
                  </a:lnTo>
                  <a:lnTo>
                    <a:pt x="650" y="1892"/>
                  </a:lnTo>
                  <a:lnTo>
                    <a:pt x="654" y="1867"/>
                  </a:lnTo>
                  <a:lnTo>
                    <a:pt x="656" y="1855"/>
                  </a:lnTo>
                  <a:lnTo>
                    <a:pt x="657" y="1835"/>
                  </a:lnTo>
                  <a:lnTo>
                    <a:pt x="658" y="1807"/>
                  </a:lnTo>
                  <a:lnTo>
                    <a:pt x="648" y="1810"/>
                  </a:lnTo>
                  <a:lnTo>
                    <a:pt x="637" y="1809"/>
                  </a:lnTo>
                  <a:lnTo>
                    <a:pt x="633" y="1804"/>
                  </a:lnTo>
                  <a:lnTo>
                    <a:pt x="630" y="1795"/>
                  </a:lnTo>
                  <a:lnTo>
                    <a:pt x="631" y="1783"/>
                  </a:lnTo>
                  <a:lnTo>
                    <a:pt x="630" y="1769"/>
                  </a:lnTo>
                  <a:lnTo>
                    <a:pt x="628" y="1743"/>
                  </a:lnTo>
                  <a:lnTo>
                    <a:pt x="631" y="1728"/>
                  </a:lnTo>
                  <a:lnTo>
                    <a:pt x="646" y="1714"/>
                  </a:lnTo>
                  <a:lnTo>
                    <a:pt x="659" y="1702"/>
                  </a:lnTo>
                  <a:lnTo>
                    <a:pt x="663" y="1688"/>
                  </a:lnTo>
                  <a:lnTo>
                    <a:pt x="664" y="1677"/>
                  </a:lnTo>
                  <a:lnTo>
                    <a:pt x="665" y="1656"/>
                  </a:lnTo>
                  <a:lnTo>
                    <a:pt x="665" y="1648"/>
                  </a:lnTo>
                  <a:lnTo>
                    <a:pt x="663" y="1633"/>
                  </a:lnTo>
                  <a:lnTo>
                    <a:pt x="665" y="1624"/>
                  </a:lnTo>
                  <a:lnTo>
                    <a:pt x="666" y="1616"/>
                  </a:lnTo>
                  <a:lnTo>
                    <a:pt x="667" y="1600"/>
                  </a:lnTo>
                  <a:lnTo>
                    <a:pt x="665" y="1586"/>
                  </a:lnTo>
                  <a:lnTo>
                    <a:pt x="659" y="1569"/>
                  </a:lnTo>
                  <a:lnTo>
                    <a:pt x="656" y="1560"/>
                  </a:lnTo>
                  <a:lnTo>
                    <a:pt x="657" y="1548"/>
                  </a:lnTo>
                  <a:lnTo>
                    <a:pt x="664" y="1541"/>
                  </a:lnTo>
                  <a:lnTo>
                    <a:pt x="681" y="1519"/>
                  </a:lnTo>
                  <a:lnTo>
                    <a:pt x="690" y="1503"/>
                  </a:lnTo>
                  <a:lnTo>
                    <a:pt x="700" y="1484"/>
                  </a:lnTo>
                  <a:lnTo>
                    <a:pt x="705" y="1476"/>
                  </a:lnTo>
                  <a:lnTo>
                    <a:pt x="714" y="1474"/>
                  </a:lnTo>
                  <a:lnTo>
                    <a:pt x="724" y="1481"/>
                  </a:lnTo>
                  <a:lnTo>
                    <a:pt x="733" y="1475"/>
                  </a:lnTo>
                  <a:lnTo>
                    <a:pt x="777" y="1446"/>
                  </a:lnTo>
                  <a:lnTo>
                    <a:pt x="806" y="1425"/>
                  </a:lnTo>
                  <a:lnTo>
                    <a:pt x="840" y="1402"/>
                  </a:lnTo>
                  <a:lnTo>
                    <a:pt x="853" y="1430"/>
                  </a:lnTo>
                  <a:lnTo>
                    <a:pt x="856" y="1436"/>
                  </a:lnTo>
                  <a:lnTo>
                    <a:pt x="872" y="1481"/>
                  </a:lnTo>
                  <a:lnTo>
                    <a:pt x="888" y="1521"/>
                  </a:lnTo>
                  <a:lnTo>
                    <a:pt x="890" y="1528"/>
                  </a:lnTo>
                  <a:lnTo>
                    <a:pt x="898" y="1512"/>
                  </a:lnTo>
                  <a:lnTo>
                    <a:pt x="904" y="1499"/>
                  </a:lnTo>
                  <a:lnTo>
                    <a:pt x="909" y="1487"/>
                  </a:lnTo>
                  <a:lnTo>
                    <a:pt x="918" y="1463"/>
                  </a:lnTo>
                  <a:lnTo>
                    <a:pt x="919" y="1445"/>
                  </a:lnTo>
                  <a:lnTo>
                    <a:pt x="916" y="1426"/>
                  </a:lnTo>
                  <a:lnTo>
                    <a:pt x="908" y="1408"/>
                  </a:lnTo>
                  <a:lnTo>
                    <a:pt x="909" y="1393"/>
                  </a:lnTo>
                  <a:lnTo>
                    <a:pt x="900" y="1382"/>
                  </a:lnTo>
                  <a:lnTo>
                    <a:pt x="890" y="1368"/>
                  </a:lnTo>
                  <a:lnTo>
                    <a:pt x="887" y="1354"/>
                  </a:lnTo>
                  <a:lnTo>
                    <a:pt x="886" y="1349"/>
                  </a:lnTo>
                  <a:lnTo>
                    <a:pt x="879" y="1330"/>
                  </a:lnTo>
                  <a:lnTo>
                    <a:pt x="875" y="1322"/>
                  </a:lnTo>
                  <a:lnTo>
                    <a:pt x="871" y="1299"/>
                  </a:lnTo>
                  <a:lnTo>
                    <a:pt x="871" y="1288"/>
                  </a:lnTo>
                  <a:lnTo>
                    <a:pt x="872" y="1280"/>
                  </a:lnTo>
                  <a:lnTo>
                    <a:pt x="877" y="1270"/>
                  </a:lnTo>
                  <a:lnTo>
                    <a:pt x="884" y="1265"/>
                  </a:lnTo>
                  <a:lnTo>
                    <a:pt x="893" y="1270"/>
                  </a:lnTo>
                  <a:lnTo>
                    <a:pt x="895" y="1277"/>
                  </a:lnTo>
                  <a:lnTo>
                    <a:pt x="898" y="1286"/>
                  </a:lnTo>
                  <a:lnTo>
                    <a:pt x="901" y="1296"/>
                  </a:lnTo>
                  <a:lnTo>
                    <a:pt x="903" y="1306"/>
                  </a:lnTo>
                  <a:lnTo>
                    <a:pt x="908" y="1322"/>
                  </a:lnTo>
                  <a:lnTo>
                    <a:pt x="909" y="1332"/>
                  </a:lnTo>
                  <a:lnTo>
                    <a:pt x="909" y="1344"/>
                  </a:lnTo>
                  <a:lnTo>
                    <a:pt x="910" y="1356"/>
                  </a:lnTo>
                  <a:lnTo>
                    <a:pt x="914" y="1367"/>
                  </a:lnTo>
                  <a:lnTo>
                    <a:pt x="921" y="1373"/>
                  </a:lnTo>
                  <a:lnTo>
                    <a:pt x="934" y="1375"/>
                  </a:lnTo>
                  <a:lnTo>
                    <a:pt x="959" y="1377"/>
                  </a:lnTo>
                  <a:lnTo>
                    <a:pt x="971" y="1376"/>
                  </a:lnTo>
                  <a:lnTo>
                    <a:pt x="985" y="1376"/>
                  </a:lnTo>
                  <a:lnTo>
                    <a:pt x="1001" y="1374"/>
                  </a:lnTo>
                  <a:lnTo>
                    <a:pt x="1015" y="1371"/>
                  </a:lnTo>
                  <a:lnTo>
                    <a:pt x="1031" y="1356"/>
                  </a:lnTo>
                  <a:lnTo>
                    <a:pt x="1033" y="1343"/>
                  </a:lnTo>
                  <a:lnTo>
                    <a:pt x="1032" y="1325"/>
                  </a:lnTo>
                  <a:lnTo>
                    <a:pt x="1032" y="1315"/>
                  </a:lnTo>
                  <a:lnTo>
                    <a:pt x="1033" y="1306"/>
                  </a:lnTo>
                  <a:lnTo>
                    <a:pt x="1033" y="1296"/>
                  </a:lnTo>
                  <a:lnTo>
                    <a:pt x="1036" y="1289"/>
                  </a:lnTo>
                  <a:lnTo>
                    <a:pt x="1042" y="1284"/>
                  </a:lnTo>
                  <a:lnTo>
                    <a:pt x="1050" y="1284"/>
                  </a:lnTo>
                  <a:lnTo>
                    <a:pt x="1056" y="1288"/>
                  </a:lnTo>
                  <a:lnTo>
                    <a:pt x="1061" y="1294"/>
                  </a:lnTo>
                  <a:lnTo>
                    <a:pt x="1076" y="1304"/>
                  </a:lnTo>
                  <a:lnTo>
                    <a:pt x="1090" y="1308"/>
                  </a:lnTo>
                  <a:lnTo>
                    <a:pt x="1099" y="1307"/>
                  </a:lnTo>
                  <a:lnTo>
                    <a:pt x="1107" y="1306"/>
                  </a:lnTo>
                  <a:lnTo>
                    <a:pt x="1120" y="1304"/>
                  </a:lnTo>
                  <a:lnTo>
                    <a:pt x="1138" y="1296"/>
                  </a:lnTo>
                  <a:lnTo>
                    <a:pt x="1156" y="1285"/>
                  </a:lnTo>
                  <a:lnTo>
                    <a:pt x="1159" y="1281"/>
                  </a:lnTo>
                  <a:lnTo>
                    <a:pt x="1178" y="1261"/>
                  </a:lnTo>
                  <a:lnTo>
                    <a:pt x="1201" y="1237"/>
                  </a:lnTo>
                  <a:lnTo>
                    <a:pt x="1210" y="1224"/>
                  </a:lnTo>
                  <a:lnTo>
                    <a:pt x="1214" y="1204"/>
                  </a:lnTo>
                  <a:lnTo>
                    <a:pt x="1210" y="1177"/>
                  </a:lnTo>
                  <a:lnTo>
                    <a:pt x="1200" y="1146"/>
                  </a:lnTo>
                  <a:lnTo>
                    <a:pt x="1200" y="1135"/>
                  </a:lnTo>
                  <a:lnTo>
                    <a:pt x="1207" y="1119"/>
                  </a:lnTo>
                  <a:lnTo>
                    <a:pt x="1217" y="1093"/>
                  </a:lnTo>
                  <a:lnTo>
                    <a:pt x="1220" y="1067"/>
                  </a:lnTo>
                  <a:lnTo>
                    <a:pt x="1216" y="1056"/>
                  </a:lnTo>
                  <a:lnTo>
                    <a:pt x="1217" y="1045"/>
                  </a:lnTo>
                  <a:lnTo>
                    <a:pt x="1228" y="1027"/>
                  </a:lnTo>
                  <a:lnTo>
                    <a:pt x="1230" y="1017"/>
                  </a:lnTo>
                  <a:lnTo>
                    <a:pt x="1231" y="1005"/>
                  </a:lnTo>
                  <a:lnTo>
                    <a:pt x="1231" y="997"/>
                  </a:lnTo>
                  <a:lnTo>
                    <a:pt x="1224" y="983"/>
                  </a:lnTo>
                  <a:lnTo>
                    <a:pt x="1221" y="977"/>
                  </a:lnTo>
                  <a:lnTo>
                    <a:pt x="1208" y="957"/>
                  </a:lnTo>
                  <a:lnTo>
                    <a:pt x="1204" y="937"/>
                  </a:lnTo>
                  <a:lnTo>
                    <a:pt x="1212" y="921"/>
                  </a:lnTo>
                  <a:lnTo>
                    <a:pt x="1218" y="907"/>
                  </a:lnTo>
                  <a:lnTo>
                    <a:pt x="1224" y="896"/>
                  </a:lnTo>
                  <a:lnTo>
                    <a:pt x="1223" y="880"/>
                  </a:lnTo>
                  <a:lnTo>
                    <a:pt x="1220" y="874"/>
                  </a:lnTo>
                  <a:lnTo>
                    <a:pt x="1211" y="866"/>
                  </a:lnTo>
                  <a:lnTo>
                    <a:pt x="1207" y="859"/>
                  </a:lnTo>
                  <a:lnTo>
                    <a:pt x="1203" y="852"/>
                  </a:lnTo>
                  <a:lnTo>
                    <a:pt x="1202" y="827"/>
                  </a:lnTo>
                  <a:lnTo>
                    <a:pt x="1207" y="817"/>
                  </a:lnTo>
                  <a:lnTo>
                    <a:pt x="1219" y="792"/>
                  </a:lnTo>
                  <a:lnTo>
                    <a:pt x="1223" y="767"/>
                  </a:lnTo>
                  <a:lnTo>
                    <a:pt x="1226" y="751"/>
                  </a:lnTo>
                  <a:lnTo>
                    <a:pt x="1229" y="740"/>
                  </a:lnTo>
                  <a:lnTo>
                    <a:pt x="1237" y="710"/>
                  </a:lnTo>
                  <a:lnTo>
                    <a:pt x="1238" y="697"/>
                  </a:lnTo>
                  <a:lnTo>
                    <a:pt x="1244" y="680"/>
                  </a:lnTo>
                  <a:lnTo>
                    <a:pt x="1252" y="670"/>
                  </a:lnTo>
                  <a:lnTo>
                    <a:pt x="1264" y="656"/>
                  </a:lnTo>
                  <a:lnTo>
                    <a:pt x="1278" y="631"/>
                  </a:lnTo>
                  <a:lnTo>
                    <a:pt x="1300" y="606"/>
                  </a:lnTo>
                  <a:lnTo>
                    <a:pt x="1304" y="597"/>
                  </a:lnTo>
                  <a:lnTo>
                    <a:pt x="1310" y="592"/>
                  </a:lnTo>
                  <a:lnTo>
                    <a:pt x="1316" y="587"/>
                  </a:lnTo>
                  <a:lnTo>
                    <a:pt x="1338" y="588"/>
                  </a:lnTo>
                  <a:lnTo>
                    <a:pt x="1375" y="582"/>
                  </a:lnTo>
                  <a:lnTo>
                    <a:pt x="1400" y="575"/>
                  </a:lnTo>
                  <a:lnTo>
                    <a:pt x="1421" y="570"/>
                  </a:lnTo>
                  <a:lnTo>
                    <a:pt x="1458" y="551"/>
                  </a:lnTo>
                  <a:lnTo>
                    <a:pt x="1469" y="545"/>
                  </a:lnTo>
                  <a:lnTo>
                    <a:pt x="1474" y="546"/>
                  </a:lnTo>
                  <a:lnTo>
                    <a:pt x="1481" y="546"/>
                  </a:lnTo>
                  <a:lnTo>
                    <a:pt x="1490" y="551"/>
                  </a:lnTo>
                  <a:lnTo>
                    <a:pt x="1498" y="556"/>
                  </a:lnTo>
                  <a:lnTo>
                    <a:pt x="1508" y="565"/>
                  </a:lnTo>
                  <a:lnTo>
                    <a:pt x="1517" y="573"/>
                  </a:lnTo>
                  <a:lnTo>
                    <a:pt x="1526" y="583"/>
                  </a:lnTo>
                  <a:lnTo>
                    <a:pt x="1531" y="597"/>
                  </a:lnTo>
                  <a:lnTo>
                    <a:pt x="1531" y="615"/>
                  </a:lnTo>
                  <a:lnTo>
                    <a:pt x="1524" y="629"/>
                  </a:lnTo>
                  <a:lnTo>
                    <a:pt x="1510" y="635"/>
                  </a:lnTo>
                  <a:lnTo>
                    <a:pt x="1499" y="636"/>
                  </a:lnTo>
                  <a:lnTo>
                    <a:pt x="1489" y="639"/>
                  </a:lnTo>
                  <a:lnTo>
                    <a:pt x="1482" y="654"/>
                  </a:lnTo>
                  <a:lnTo>
                    <a:pt x="1480" y="667"/>
                  </a:lnTo>
                  <a:lnTo>
                    <a:pt x="1483" y="677"/>
                  </a:lnTo>
                  <a:lnTo>
                    <a:pt x="1495" y="683"/>
                  </a:lnTo>
                  <a:lnTo>
                    <a:pt x="1515" y="701"/>
                  </a:lnTo>
                  <a:lnTo>
                    <a:pt x="1527" y="714"/>
                  </a:lnTo>
                  <a:lnTo>
                    <a:pt x="1537" y="746"/>
                  </a:lnTo>
                  <a:lnTo>
                    <a:pt x="1561" y="791"/>
                  </a:lnTo>
                  <a:lnTo>
                    <a:pt x="1579" y="812"/>
                  </a:lnTo>
                  <a:lnTo>
                    <a:pt x="1586" y="820"/>
                  </a:lnTo>
                  <a:lnTo>
                    <a:pt x="1591" y="824"/>
                  </a:lnTo>
                  <a:lnTo>
                    <a:pt x="1601" y="828"/>
                  </a:lnTo>
                  <a:lnTo>
                    <a:pt x="1611" y="828"/>
                  </a:lnTo>
                  <a:lnTo>
                    <a:pt x="1622" y="828"/>
                  </a:lnTo>
                  <a:lnTo>
                    <a:pt x="1632" y="824"/>
                  </a:lnTo>
                  <a:lnTo>
                    <a:pt x="1640" y="820"/>
                  </a:lnTo>
                  <a:lnTo>
                    <a:pt x="1646" y="815"/>
                  </a:lnTo>
                  <a:lnTo>
                    <a:pt x="1653" y="806"/>
                  </a:lnTo>
                  <a:lnTo>
                    <a:pt x="1659" y="795"/>
                  </a:lnTo>
                  <a:lnTo>
                    <a:pt x="1662" y="787"/>
                  </a:lnTo>
                  <a:lnTo>
                    <a:pt x="1662" y="779"/>
                  </a:lnTo>
                  <a:lnTo>
                    <a:pt x="1667" y="775"/>
                  </a:lnTo>
                  <a:lnTo>
                    <a:pt x="1671" y="772"/>
                  </a:lnTo>
                  <a:lnTo>
                    <a:pt x="1679" y="773"/>
                  </a:lnTo>
                  <a:lnTo>
                    <a:pt x="1687" y="772"/>
                  </a:lnTo>
                  <a:lnTo>
                    <a:pt x="1696" y="769"/>
                  </a:lnTo>
                  <a:lnTo>
                    <a:pt x="1704" y="757"/>
                  </a:lnTo>
                  <a:lnTo>
                    <a:pt x="1701" y="752"/>
                  </a:lnTo>
                  <a:lnTo>
                    <a:pt x="1698" y="747"/>
                  </a:lnTo>
                  <a:lnTo>
                    <a:pt x="1702" y="737"/>
                  </a:lnTo>
                  <a:lnTo>
                    <a:pt x="1707" y="730"/>
                  </a:lnTo>
                  <a:lnTo>
                    <a:pt x="1713" y="722"/>
                  </a:lnTo>
                  <a:lnTo>
                    <a:pt x="1722" y="713"/>
                  </a:lnTo>
                  <a:lnTo>
                    <a:pt x="1729" y="712"/>
                  </a:lnTo>
                  <a:lnTo>
                    <a:pt x="1738" y="716"/>
                  </a:lnTo>
                  <a:lnTo>
                    <a:pt x="1743" y="709"/>
                  </a:lnTo>
                  <a:lnTo>
                    <a:pt x="1763" y="671"/>
                  </a:lnTo>
                  <a:lnTo>
                    <a:pt x="1766" y="655"/>
                  </a:lnTo>
                  <a:lnTo>
                    <a:pt x="1769" y="637"/>
                  </a:lnTo>
                  <a:lnTo>
                    <a:pt x="1785" y="501"/>
                  </a:lnTo>
                  <a:lnTo>
                    <a:pt x="1779" y="504"/>
                  </a:lnTo>
                  <a:lnTo>
                    <a:pt x="1774" y="508"/>
                  </a:lnTo>
                  <a:lnTo>
                    <a:pt x="1764" y="515"/>
                  </a:lnTo>
                  <a:lnTo>
                    <a:pt x="1758" y="520"/>
                  </a:lnTo>
                  <a:lnTo>
                    <a:pt x="1752" y="528"/>
                  </a:lnTo>
                  <a:lnTo>
                    <a:pt x="1739" y="538"/>
                  </a:lnTo>
                  <a:lnTo>
                    <a:pt x="1732" y="543"/>
                  </a:lnTo>
                  <a:lnTo>
                    <a:pt x="1719" y="552"/>
                  </a:lnTo>
                  <a:lnTo>
                    <a:pt x="1710" y="556"/>
                  </a:lnTo>
                  <a:lnTo>
                    <a:pt x="1699" y="556"/>
                  </a:lnTo>
                  <a:lnTo>
                    <a:pt x="1689" y="553"/>
                  </a:lnTo>
                  <a:lnTo>
                    <a:pt x="1680" y="548"/>
                  </a:lnTo>
                  <a:lnTo>
                    <a:pt x="1670" y="539"/>
                  </a:lnTo>
                  <a:lnTo>
                    <a:pt x="1667" y="532"/>
                  </a:lnTo>
                  <a:lnTo>
                    <a:pt x="1666" y="525"/>
                  </a:lnTo>
                  <a:lnTo>
                    <a:pt x="1666" y="516"/>
                  </a:lnTo>
                  <a:lnTo>
                    <a:pt x="1668" y="507"/>
                  </a:lnTo>
                  <a:lnTo>
                    <a:pt x="1670" y="500"/>
                  </a:lnTo>
                  <a:lnTo>
                    <a:pt x="1672" y="481"/>
                  </a:lnTo>
                  <a:lnTo>
                    <a:pt x="1673" y="463"/>
                  </a:lnTo>
                  <a:lnTo>
                    <a:pt x="1669" y="454"/>
                  </a:lnTo>
                  <a:lnTo>
                    <a:pt x="1660" y="444"/>
                  </a:lnTo>
                  <a:lnTo>
                    <a:pt x="1651" y="439"/>
                  </a:lnTo>
                  <a:lnTo>
                    <a:pt x="1642" y="434"/>
                  </a:lnTo>
                  <a:lnTo>
                    <a:pt x="1637" y="428"/>
                  </a:lnTo>
                  <a:lnTo>
                    <a:pt x="1633" y="422"/>
                  </a:lnTo>
                  <a:lnTo>
                    <a:pt x="1630" y="416"/>
                  </a:lnTo>
                  <a:lnTo>
                    <a:pt x="1628" y="409"/>
                  </a:lnTo>
                  <a:lnTo>
                    <a:pt x="1627" y="401"/>
                  </a:lnTo>
                  <a:lnTo>
                    <a:pt x="1626" y="396"/>
                  </a:lnTo>
                  <a:lnTo>
                    <a:pt x="1622" y="388"/>
                  </a:lnTo>
                  <a:lnTo>
                    <a:pt x="1615" y="380"/>
                  </a:lnTo>
                  <a:lnTo>
                    <a:pt x="1608" y="375"/>
                  </a:lnTo>
                  <a:lnTo>
                    <a:pt x="1598" y="366"/>
                  </a:lnTo>
                  <a:lnTo>
                    <a:pt x="1595" y="361"/>
                  </a:lnTo>
                  <a:lnTo>
                    <a:pt x="1594" y="355"/>
                  </a:lnTo>
                  <a:lnTo>
                    <a:pt x="1596" y="348"/>
                  </a:lnTo>
                  <a:lnTo>
                    <a:pt x="1602" y="342"/>
                  </a:lnTo>
                  <a:lnTo>
                    <a:pt x="1607" y="338"/>
                  </a:lnTo>
                  <a:lnTo>
                    <a:pt x="1611" y="335"/>
                  </a:lnTo>
                  <a:lnTo>
                    <a:pt x="1620" y="324"/>
                  </a:lnTo>
                  <a:lnTo>
                    <a:pt x="1634" y="303"/>
                  </a:lnTo>
                  <a:lnTo>
                    <a:pt x="1642" y="287"/>
                  </a:lnTo>
                  <a:lnTo>
                    <a:pt x="1648" y="275"/>
                  </a:lnTo>
                  <a:lnTo>
                    <a:pt x="1653" y="265"/>
                  </a:lnTo>
                  <a:lnTo>
                    <a:pt x="1657" y="252"/>
                  </a:lnTo>
                  <a:lnTo>
                    <a:pt x="1657" y="242"/>
                  </a:lnTo>
                  <a:lnTo>
                    <a:pt x="1653" y="234"/>
                  </a:lnTo>
                  <a:lnTo>
                    <a:pt x="1641" y="225"/>
                  </a:lnTo>
                  <a:lnTo>
                    <a:pt x="1617" y="211"/>
                  </a:lnTo>
                  <a:lnTo>
                    <a:pt x="1616" y="206"/>
                  </a:lnTo>
                  <a:lnTo>
                    <a:pt x="1616" y="200"/>
                  </a:lnTo>
                  <a:lnTo>
                    <a:pt x="1617" y="189"/>
                  </a:lnTo>
                  <a:lnTo>
                    <a:pt x="1621" y="171"/>
                  </a:lnTo>
                  <a:lnTo>
                    <a:pt x="1623" y="166"/>
                  </a:lnTo>
                  <a:lnTo>
                    <a:pt x="1624" y="157"/>
                  </a:lnTo>
                  <a:lnTo>
                    <a:pt x="1624" y="144"/>
                  </a:lnTo>
                  <a:lnTo>
                    <a:pt x="1621" y="136"/>
                  </a:lnTo>
                  <a:lnTo>
                    <a:pt x="1615" y="129"/>
                  </a:lnTo>
                  <a:lnTo>
                    <a:pt x="1610" y="119"/>
                  </a:lnTo>
                  <a:lnTo>
                    <a:pt x="1599" y="103"/>
                  </a:lnTo>
                  <a:lnTo>
                    <a:pt x="1590" y="98"/>
                  </a:lnTo>
                  <a:lnTo>
                    <a:pt x="1579" y="94"/>
                  </a:lnTo>
                  <a:lnTo>
                    <a:pt x="1576" y="89"/>
                  </a:lnTo>
                  <a:lnTo>
                    <a:pt x="1578" y="82"/>
                  </a:lnTo>
                  <a:lnTo>
                    <a:pt x="1587" y="73"/>
                  </a:lnTo>
                  <a:lnTo>
                    <a:pt x="1593" y="68"/>
                  </a:lnTo>
                  <a:lnTo>
                    <a:pt x="1599" y="64"/>
                  </a:lnTo>
                  <a:lnTo>
                    <a:pt x="1611" y="50"/>
                  </a:lnTo>
                  <a:lnTo>
                    <a:pt x="1615" y="44"/>
                  </a:lnTo>
                  <a:lnTo>
                    <a:pt x="1618" y="38"/>
                  </a:lnTo>
                  <a:lnTo>
                    <a:pt x="1623" y="33"/>
                  </a:lnTo>
                  <a:lnTo>
                    <a:pt x="1631" y="32"/>
                  </a:lnTo>
                  <a:lnTo>
                    <a:pt x="1642" y="32"/>
                  </a:lnTo>
                  <a:lnTo>
                    <a:pt x="1653" y="35"/>
                  </a:lnTo>
                  <a:lnTo>
                    <a:pt x="1668" y="37"/>
                  </a:lnTo>
                  <a:lnTo>
                    <a:pt x="1683" y="36"/>
                  </a:lnTo>
                  <a:lnTo>
                    <a:pt x="1722" y="20"/>
                  </a:lnTo>
                  <a:lnTo>
                    <a:pt x="1735" y="13"/>
                  </a:lnTo>
                  <a:lnTo>
                    <a:pt x="1756" y="11"/>
                  </a:lnTo>
                  <a:lnTo>
                    <a:pt x="1779" y="6"/>
                  </a:lnTo>
                  <a:lnTo>
                    <a:pt x="1786" y="1"/>
                  </a:lnTo>
                  <a:lnTo>
                    <a:pt x="1802" y="0"/>
                  </a:lnTo>
                  <a:lnTo>
                    <a:pt x="1812" y="0"/>
                  </a:lnTo>
                  <a:lnTo>
                    <a:pt x="1826" y="1"/>
                  </a:lnTo>
                  <a:lnTo>
                    <a:pt x="1844" y="4"/>
                  </a:lnTo>
                  <a:lnTo>
                    <a:pt x="1857" y="5"/>
                  </a:lnTo>
                  <a:lnTo>
                    <a:pt x="1894" y="4"/>
                  </a:lnTo>
                  <a:lnTo>
                    <a:pt x="1917" y="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8851288" y="2508853"/>
              <a:ext cx="2003" cy="1858"/>
            </a:xfrm>
            <a:custGeom>
              <a:avLst/>
              <a:pathLst>
                <a:path w="2003" h="1858">
                  <a:moveTo>
                    <a:pt x="1183" y="423"/>
                  </a:moveTo>
                  <a:lnTo>
                    <a:pt x="1248" y="430"/>
                  </a:lnTo>
                  <a:lnTo>
                    <a:pt x="1295" y="431"/>
                  </a:lnTo>
                  <a:lnTo>
                    <a:pt x="1404" y="447"/>
                  </a:lnTo>
                  <a:lnTo>
                    <a:pt x="1473" y="455"/>
                  </a:lnTo>
                  <a:lnTo>
                    <a:pt x="1588" y="469"/>
                  </a:lnTo>
                  <a:lnTo>
                    <a:pt x="1633" y="472"/>
                  </a:lnTo>
                  <a:lnTo>
                    <a:pt x="1646" y="473"/>
                  </a:lnTo>
                  <a:lnTo>
                    <a:pt x="1660" y="475"/>
                  </a:lnTo>
                  <a:lnTo>
                    <a:pt x="1670" y="476"/>
                  </a:lnTo>
                  <a:lnTo>
                    <a:pt x="1714" y="479"/>
                  </a:lnTo>
                  <a:lnTo>
                    <a:pt x="1760" y="485"/>
                  </a:lnTo>
                  <a:lnTo>
                    <a:pt x="1797" y="492"/>
                  </a:lnTo>
                  <a:lnTo>
                    <a:pt x="1917" y="505"/>
                  </a:lnTo>
                  <a:lnTo>
                    <a:pt x="1921" y="720"/>
                  </a:lnTo>
                  <a:lnTo>
                    <a:pt x="1929" y="890"/>
                  </a:lnTo>
                  <a:lnTo>
                    <a:pt x="1958" y="883"/>
                  </a:lnTo>
                  <a:lnTo>
                    <a:pt x="1973" y="885"/>
                  </a:lnTo>
                  <a:lnTo>
                    <a:pt x="1978" y="896"/>
                  </a:lnTo>
                  <a:lnTo>
                    <a:pt x="1985" y="987"/>
                  </a:lnTo>
                  <a:lnTo>
                    <a:pt x="1978" y="996"/>
                  </a:lnTo>
                  <a:lnTo>
                    <a:pt x="1981" y="1008"/>
                  </a:lnTo>
                  <a:lnTo>
                    <a:pt x="1989" y="1036"/>
                  </a:lnTo>
                  <a:lnTo>
                    <a:pt x="2003" y="1051"/>
                  </a:lnTo>
                  <a:lnTo>
                    <a:pt x="2003" y="1057"/>
                  </a:lnTo>
                  <a:lnTo>
                    <a:pt x="1999" y="1062"/>
                  </a:lnTo>
                  <a:lnTo>
                    <a:pt x="1926" y="1091"/>
                  </a:lnTo>
                  <a:lnTo>
                    <a:pt x="1877" y="1104"/>
                  </a:lnTo>
                  <a:lnTo>
                    <a:pt x="1749" y="1123"/>
                  </a:lnTo>
                  <a:lnTo>
                    <a:pt x="1703" y="1128"/>
                  </a:lnTo>
                  <a:lnTo>
                    <a:pt x="1590" y="1136"/>
                  </a:lnTo>
                  <a:lnTo>
                    <a:pt x="1559" y="1140"/>
                  </a:lnTo>
                  <a:lnTo>
                    <a:pt x="1528" y="1144"/>
                  </a:lnTo>
                  <a:lnTo>
                    <a:pt x="1452" y="1167"/>
                  </a:lnTo>
                  <a:lnTo>
                    <a:pt x="1415" y="1178"/>
                  </a:lnTo>
                  <a:lnTo>
                    <a:pt x="1367" y="1195"/>
                  </a:lnTo>
                  <a:lnTo>
                    <a:pt x="1321" y="1211"/>
                  </a:lnTo>
                  <a:lnTo>
                    <a:pt x="1233" y="1250"/>
                  </a:lnTo>
                  <a:lnTo>
                    <a:pt x="1188" y="1269"/>
                  </a:lnTo>
                  <a:lnTo>
                    <a:pt x="1146" y="1286"/>
                  </a:lnTo>
                  <a:lnTo>
                    <a:pt x="1061" y="1329"/>
                  </a:lnTo>
                  <a:lnTo>
                    <a:pt x="1027" y="1346"/>
                  </a:lnTo>
                  <a:lnTo>
                    <a:pt x="977" y="1374"/>
                  </a:lnTo>
                  <a:lnTo>
                    <a:pt x="875" y="1430"/>
                  </a:lnTo>
                  <a:lnTo>
                    <a:pt x="799" y="1473"/>
                  </a:lnTo>
                  <a:lnTo>
                    <a:pt x="719" y="1519"/>
                  </a:lnTo>
                  <a:lnTo>
                    <a:pt x="615" y="1583"/>
                  </a:lnTo>
                  <a:lnTo>
                    <a:pt x="578" y="1601"/>
                  </a:lnTo>
                  <a:lnTo>
                    <a:pt x="505" y="1653"/>
                  </a:lnTo>
                  <a:lnTo>
                    <a:pt x="387" y="1736"/>
                  </a:lnTo>
                  <a:lnTo>
                    <a:pt x="319" y="1788"/>
                  </a:lnTo>
                  <a:lnTo>
                    <a:pt x="305" y="1796"/>
                  </a:lnTo>
                  <a:lnTo>
                    <a:pt x="223" y="1838"/>
                  </a:lnTo>
                  <a:lnTo>
                    <a:pt x="205" y="1850"/>
                  </a:lnTo>
                  <a:lnTo>
                    <a:pt x="157" y="1858"/>
                  </a:lnTo>
                  <a:lnTo>
                    <a:pt x="100" y="1836"/>
                  </a:lnTo>
                  <a:lnTo>
                    <a:pt x="43" y="1806"/>
                  </a:lnTo>
                  <a:lnTo>
                    <a:pt x="21" y="1775"/>
                  </a:lnTo>
                  <a:lnTo>
                    <a:pt x="11" y="1755"/>
                  </a:lnTo>
                  <a:lnTo>
                    <a:pt x="11" y="1745"/>
                  </a:lnTo>
                  <a:lnTo>
                    <a:pt x="12" y="1737"/>
                  </a:lnTo>
                  <a:lnTo>
                    <a:pt x="15" y="1676"/>
                  </a:lnTo>
                  <a:lnTo>
                    <a:pt x="6" y="1646"/>
                  </a:lnTo>
                  <a:lnTo>
                    <a:pt x="0" y="1598"/>
                  </a:lnTo>
                  <a:lnTo>
                    <a:pt x="0" y="1574"/>
                  </a:lnTo>
                  <a:lnTo>
                    <a:pt x="2" y="1543"/>
                  </a:lnTo>
                  <a:lnTo>
                    <a:pt x="9" y="1537"/>
                  </a:lnTo>
                  <a:lnTo>
                    <a:pt x="16" y="1532"/>
                  </a:lnTo>
                  <a:lnTo>
                    <a:pt x="26" y="1531"/>
                  </a:lnTo>
                  <a:lnTo>
                    <a:pt x="47" y="1530"/>
                  </a:lnTo>
                  <a:lnTo>
                    <a:pt x="46" y="1507"/>
                  </a:lnTo>
                  <a:lnTo>
                    <a:pt x="37" y="1459"/>
                  </a:lnTo>
                  <a:lnTo>
                    <a:pt x="24" y="1346"/>
                  </a:lnTo>
                  <a:lnTo>
                    <a:pt x="24" y="1281"/>
                  </a:lnTo>
                  <a:lnTo>
                    <a:pt x="43" y="1197"/>
                  </a:lnTo>
                  <a:lnTo>
                    <a:pt x="59" y="1157"/>
                  </a:lnTo>
                  <a:lnTo>
                    <a:pt x="58" y="1149"/>
                  </a:lnTo>
                  <a:lnTo>
                    <a:pt x="55" y="1130"/>
                  </a:lnTo>
                  <a:lnTo>
                    <a:pt x="53" y="1122"/>
                  </a:lnTo>
                  <a:lnTo>
                    <a:pt x="49" y="1093"/>
                  </a:lnTo>
                  <a:lnTo>
                    <a:pt x="42" y="1074"/>
                  </a:lnTo>
                  <a:lnTo>
                    <a:pt x="67" y="1041"/>
                  </a:lnTo>
                  <a:lnTo>
                    <a:pt x="91" y="1029"/>
                  </a:lnTo>
                  <a:lnTo>
                    <a:pt x="99" y="989"/>
                  </a:lnTo>
                  <a:lnTo>
                    <a:pt x="106" y="918"/>
                  </a:lnTo>
                  <a:lnTo>
                    <a:pt x="114" y="865"/>
                  </a:lnTo>
                  <a:lnTo>
                    <a:pt x="119" y="749"/>
                  </a:lnTo>
                  <a:lnTo>
                    <a:pt x="120" y="645"/>
                  </a:lnTo>
                  <a:lnTo>
                    <a:pt x="126" y="611"/>
                  </a:lnTo>
                  <a:lnTo>
                    <a:pt x="131" y="556"/>
                  </a:lnTo>
                  <a:lnTo>
                    <a:pt x="135" y="493"/>
                  </a:lnTo>
                  <a:lnTo>
                    <a:pt x="140" y="471"/>
                  </a:lnTo>
                  <a:lnTo>
                    <a:pt x="168" y="411"/>
                  </a:lnTo>
                  <a:lnTo>
                    <a:pt x="200" y="338"/>
                  </a:lnTo>
                  <a:lnTo>
                    <a:pt x="209" y="317"/>
                  </a:lnTo>
                  <a:lnTo>
                    <a:pt x="223" y="286"/>
                  </a:lnTo>
                  <a:lnTo>
                    <a:pt x="239" y="251"/>
                  </a:lnTo>
                  <a:lnTo>
                    <a:pt x="244" y="239"/>
                  </a:lnTo>
                  <a:lnTo>
                    <a:pt x="257" y="214"/>
                  </a:lnTo>
                  <a:lnTo>
                    <a:pt x="369" y="0"/>
                  </a:lnTo>
                  <a:lnTo>
                    <a:pt x="443" y="40"/>
                  </a:lnTo>
                  <a:lnTo>
                    <a:pt x="522" y="86"/>
                  </a:lnTo>
                  <a:lnTo>
                    <a:pt x="659" y="165"/>
                  </a:lnTo>
                  <a:lnTo>
                    <a:pt x="877" y="286"/>
                  </a:lnTo>
                  <a:lnTo>
                    <a:pt x="1019" y="366"/>
                  </a:lnTo>
                  <a:lnTo>
                    <a:pt x="1055" y="389"/>
                  </a:lnTo>
                  <a:lnTo>
                    <a:pt x="1074" y="410"/>
                  </a:lnTo>
                  <a:lnTo>
                    <a:pt x="1107" y="412"/>
                  </a:lnTo>
                  <a:lnTo>
                    <a:pt x="1183" y="4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8803572" y="2504562"/>
              <a:ext cx="2421" cy="3036"/>
            </a:xfrm>
            <a:custGeom>
              <a:avLst/>
              <a:pathLst>
                <a:path w="2421" h="3036">
                  <a:moveTo>
                    <a:pt x="2249" y="1589"/>
                  </a:moveTo>
                  <a:lnTo>
                    <a:pt x="1917" y="2296"/>
                  </a:lnTo>
                  <a:lnTo>
                    <a:pt x="1743" y="2546"/>
                  </a:lnTo>
                  <a:lnTo>
                    <a:pt x="1712" y="2548"/>
                  </a:lnTo>
                  <a:lnTo>
                    <a:pt x="1678" y="2530"/>
                  </a:lnTo>
                  <a:lnTo>
                    <a:pt x="1615" y="2408"/>
                  </a:lnTo>
                  <a:lnTo>
                    <a:pt x="1563" y="2380"/>
                  </a:lnTo>
                  <a:lnTo>
                    <a:pt x="1242" y="2241"/>
                  </a:lnTo>
                  <a:lnTo>
                    <a:pt x="1126" y="2069"/>
                  </a:lnTo>
                  <a:lnTo>
                    <a:pt x="1091" y="2037"/>
                  </a:lnTo>
                  <a:lnTo>
                    <a:pt x="1042" y="2016"/>
                  </a:lnTo>
                  <a:lnTo>
                    <a:pt x="973" y="2007"/>
                  </a:lnTo>
                  <a:lnTo>
                    <a:pt x="899" y="2007"/>
                  </a:lnTo>
                  <a:lnTo>
                    <a:pt x="842" y="2017"/>
                  </a:lnTo>
                  <a:lnTo>
                    <a:pt x="747" y="2051"/>
                  </a:lnTo>
                  <a:lnTo>
                    <a:pt x="641" y="2107"/>
                  </a:lnTo>
                  <a:lnTo>
                    <a:pt x="556" y="2172"/>
                  </a:lnTo>
                  <a:lnTo>
                    <a:pt x="476" y="2270"/>
                  </a:lnTo>
                  <a:lnTo>
                    <a:pt x="428" y="2346"/>
                  </a:lnTo>
                  <a:lnTo>
                    <a:pt x="410" y="2400"/>
                  </a:lnTo>
                  <a:lnTo>
                    <a:pt x="410" y="2447"/>
                  </a:lnTo>
                  <a:lnTo>
                    <a:pt x="475" y="2651"/>
                  </a:lnTo>
                  <a:lnTo>
                    <a:pt x="538" y="2726"/>
                  </a:lnTo>
                  <a:lnTo>
                    <a:pt x="582" y="2764"/>
                  </a:lnTo>
                  <a:lnTo>
                    <a:pt x="647" y="2762"/>
                  </a:lnTo>
                  <a:lnTo>
                    <a:pt x="668" y="2755"/>
                  </a:lnTo>
                  <a:lnTo>
                    <a:pt x="680" y="2762"/>
                  </a:lnTo>
                  <a:lnTo>
                    <a:pt x="719" y="2820"/>
                  </a:lnTo>
                  <a:lnTo>
                    <a:pt x="711" y="2900"/>
                  </a:lnTo>
                  <a:lnTo>
                    <a:pt x="670" y="3027"/>
                  </a:lnTo>
                  <a:lnTo>
                    <a:pt x="660" y="3036"/>
                  </a:lnTo>
                  <a:lnTo>
                    <a:pt x="647" y="3033"/>
                  </a:lnTo>
                  <a:lnTo>
                    <a:pt x="477" y="2897"/>
                  </a:lnTo>
                  <a:lnTo>
                    <a:pt x="156" y="2713"/>
                  </a:lnTo>
                  <a:lnTo>
                    <a:pt x="142" y="2691"/>
                  </a:lnTo>
                  <a:lnTo>
                    <a:pt x="114" y="2603"/>
                  </a:lnTo>
                  <a:lnTo>
                    <a:pt x="89" y="2480"/>
                  </a:lnTo>
                  <a:lnTo>
                    <a:pt x="85" y="2380"/>
                  </a:lnTo>
                  <a:lnTo>
                    <a:pt x="91" y="2200"/>
                  </a:lnTo>
                  <a:lnTo>
                    <a:pt x="112" y="2082"/>
                  </a:lnTo>
                  <a:lnTo>
                    <a:pt x="200" y="1891"/>
                  </a:lnTo>
                  <a:lnTo>
                    <a:pt x="203" y="1850"/>
                  </a:lnTo>
                  <a:lnTo>
                    <a:pt x="191" y="1810"/>
                  </a:lnTo>
                  <a:lnTo>
                    <a:pt x="159" y="1757"/>
                  </a:lnTo>
                  <a:lnTo>
                    <a:pt x="130" y="1725"/>
                  </a:lnTo>
                  <a:lnTo>
                    <a:pt x="97" y="1647"/>
                  </a:lnTo>
                  <a:lnTo>
                    <a:pt x="43" y="1445"/>
                  </a:lnTo>
                  <a:lnTo>
                    <a:pt x="0" y="1185"/>
                  </a:lnTo>
                  <a:lnTo>
                    <a:pt x="6" y="1070"/>
                  </a:lnTo>
                  <a:lnTo>
                    <a:pt x="104" y="928"/>
                  </a:lnTo>
                  <a:lnTo>
                    <a:pt x="222" y="915"/>
                  </a:lnTo>
                  <a:lnTo>
                    <a:pt x="269" y="860"/>
                  </a:lnTo>
                  <a:lnTo>
                    <a:pt x="359" y="664"/>
                  </a:lnTo>
                  <a:lnTo>
                    <a:pt x="614" y="478"/>
                  </a:lnTo>
                  <a:lnTo>
                    <a:pt x="1174" y="154"/>
                  </a:lnTo>
                  <a:lnTo>
                    <a:pt x="1340" y="93"/>
                  </a:lnTo>
                  <a:lnTo>
                    <a:pt x="1649" y="0"/>
                  </a:lnTo>
                  <a:lnTo>
                    <a:pt x="1881" y="9"/>
                  </a:lnTo>
                  <a:lnTo>
                    <a:pt x="1950" y="26"/>
                  </a:lnTo>
                  <a:lnTo>
                    <a:pt x="1993" y="49"/>
                  </a:lnTo>
                  <a:lnTo>
                    <a:pt x="2098" y="145"/>
                  </a:lnTo>
                  <a:lnTo>
                    <a:pt x="2294" y="397"/>
                  </a:lnTo>
                  <a:lnTo>
                    <a:pt x="2344" y="472"/>
                  </a:lnTo>
                  <a:lnTo>
                    <a:pt x="2369" y="548"/>
                  </a:lnTo>
                  <a:lnTo>
                    <a:pt x="2413" y="739"/>
                  </a:lnTo>
                  <a:lnTo>
                    <a:pt x="2421" y="810"/>
                  </a:lnTo>
                  <a:lnTo>
                    <a:pt x="2394" y="1148"/>
                  </a:lnTo>
                  <a:lnTo>
                    <a:pt x="2368" y="1291"/>
                  </a:lnTo>
                  <a:lnTo>
                    <a:pt x="2249" y="158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8860723" y="2504204"/>
              <a:ext cx="1002" cy="753"/>
            </a:xfrm>
            <a:custGeom>
              <a:avLst/>
              <a:pathLst>
                <a:path w="1002" h="753">
                  <a:moveTo>
                    <a:pt x="924" y="753"/>
                  </a:moveTo>
                  <a:lnTo>
                    <a:pt x="444" y="753"/>
                  </a:lnTo>
                  <a:lnTo>
                    <a:pt x="0" y="354"/>
                  </a:lnTo>
                  <a:lnTo>
                    <a:pt x="275" y="0"/>
                  </a:lnTo>
                  <a:lnTo>
                    <a:pt x="1002" y="656"/>
                  </a:lnTo>
                  <a:lnTo>
                    <a:pt x="924" y="75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8853493" y="2503436"/>
              <a:ext cx="12763" cy="8271"/>
            </a:xfrm>
            <a:custGeom>
              <a:avLst/>
              <a:pathLst>
                <a:path w="12763" h="8271">
                  <a:moveTo>
                    <a:pt x="6812" y="971"/>
                  </a:moveTo>
                  <a:lnTo>
                    <a:pt x="7077" y="1553"/>
                  </a:lnTo>
                  <a:lnTo>
                    <a:pt x="7087" y="1580"/>
                  </a:lnTo>
                  <a:lnTo>
                    <a:pt x="7088" y="1599"/>
                  </a:lnTo>
                  <a:lnTo>
                    <a:pt x="7093" y="1730"/>
                  </a:lnTo>
                  <a:lnTo>
                    <a:pt x="7094" y="1747"/>
                  </a:lnTo>
                  <a:lnTo>
                    <a:pt x="7095" y="1753"/>
                  </a:lnTo>
                  <a:lnTo>
                    <a:pt x="7102" y="1765"/>
                  </a:lnTo>
                  <a:lnTo>
                    <a:pt x="7125" y="1803"/>
                  </a:lnTo>
                  <a:lnTo>
                    <a:pt x="7144" y="1817"/>
                  </a:lnTo>
                  <a:lnTo>
                    <a:pt x="7194" y="1849"/>
                  </a:lnTo>
                  <a:lnTo>
                    <a:pt x="7232" y="1847"/>
                  </a:lnTo>
                  <a:lnTo>
                    <a:pt x="7309" y="1843"/>
                  </a:lnTo>
                  <a:lnTo>
                    <a:pt x="7344" y="1837"/>
                  </a:lnTo>
                  <a:lnTo>
                    <a:pt x="7557" y="1947"/>
                  </a:lnTo>
                  <a:lnTo>
                    <a:pt x="7611" y="1982"/>
                  </a:lnTo>
                  <a:lnTo>
                    <a:pt x="7650" y="2003"/>
                  </a:lnTo>
                  <a:lnTo>
                    <a:pt x="7697" y="2019"/>
                  </a:lnTo>
                  <a:lnTo>
                    <a:pt x="7831" y="2034"/>
                  </a:lnTo>
                  <a:lnTo>
                    <a:pt x="7854" y="2032"/>
                  </a:lnTo>
                  <a:lnTo>
                    <a:pt x="7881" y="2028"/>
                  </a:lnTo>
                  <a:lnTo>
                    <a:pt x="7899" y="2025"/>
                  </a:lnTo>
                  <a:lnTo>
                    <a:pt x="7941" y="2017"/>
                  </a:lnTo>
                  <a:lnTo>
                    <a:pt x="8134" y="1932"/>
                  </a:lnTo>
                  <a:lnTo>
                    <a:pt x="8260" y="1896"/>
                  </a:lnTo>
                  <a:lnTo>
                    <a:pt x="8389" y="1887"/>
                  </a:lnTo>
                  <a:lnTo>
                    <a:pt x="8670" y="1867"/>
                  </a:lnTo>
                  <a:lnTo>
                    <a:pt x="8699" y="1868"/>
                  </a:lnTo>
                  <a:lnTo>
                    <a:pt x="8714" y="1870"/>
                  </a:lnTo>
                  <a:lnTo>
                    <a:pt x="8720" y="1871"/>
                  </a:lnTo>
                  <a:lnTo>
                    <a:pt x="8782" y="1890"/>
                  </a:lnTo>
                  <a:lnTo>
                    <a:pt x="8852" y="1904"/>
                  </a:lnTo>
                  <a:lnTo>
                    <a:pt x="9003" y="1934"/>
                  </a:lnTo>
                  <a:lnTo>
                    <a:pt x="9221" y="1978"/>
                  </a:lnTo>
                  <a:lnTo>
                    <a:pt x="9295" y="1945"/>
                  </a:lnTo>
                  <a:lnTo>
                    <a:pt x="9798" y="1720"/>
                  </a:lnTo>
                  <a:lnTo>
                    <a:pt x="9799" y="1349"/>
                  </a:lnTo>
                  <a:lnTo>
                    <a:pt x="10168" y="1175"/>
                  </a:lnTo>
                  <a:lnTo>
                    <a:pt x="10273" y="1124"/>
                  </a:lnTo>
                  <a:lnTo>
                    <a:pt x="10536" y="1021"/>
                  </a:lnTo>
                  <a:lnTo>
                    <a:pt x="11034" y="825"/>
                  </a:lnTo>
                  <a:lnTo>
                    <a:pt x="11155" y="805"/>
                  </a:lnTo>
                  <a:lnTo>
                    <a:pt x="11235" y="805"/>
                  </a:lnTo>
                  <a:lnTo>
                    <a:pt x="11249" y="806"/>
                  </a:lnTo>
                  <a:lnTo>
                    <a:pt x="11255" y="806"/>
                  </a:lnTo>
                  <a:lnTo>
                    <a:pt x="11264" y="808"/>
                  </a:lnTo>
                  <a:lnTo>
                    <a:pt x="11528" y="864"/>
                  </a:lnTo>
                  <a:lnTo>
                    <a:pt x="11637" y="922"/>
                  </a:lnTo>
                  <a:lnTo>
                    <a:pt x="11724" y="994"/>
                  </a:lnTo>
                  <a:lnTo>
                    <a:pt x="11769" y="1040"/>
                  </a:lnTo>
                  <a:lnTo>
                    <a:pt x="11903" y="1160"/>
                  </a:lnTo>
                  <a:lnTo>
                    <a:pt x="11970" y="1220"/>
                  </a:lnTo>
                  <a:lnTo>
                    <a:pt x="12015" y="1236"/>
                  </a:lnTo>
                  <a:lnTo>
                    <a:pt x="12038" y="1240"/>
                  </a:lnTo>
                  <a:lnTo>
                    <a:pt x="12101" y="1227"/>
                  </a:lnTo>
                  <a:lnTo>
                    <a:pt x="12147" y="1206"/>
                  </a:lnTo>
                  <a:lnTo>
                    <a:pt x="12201" y="1202"/>
                  </a:lnTo>
                  <a:lnTo>
                    <a:pt x="12244" y="1204"/>
                  </a:lnTo>
                  <a:lnTo>
                    <a:pt x="12315" y="1220"/>
                  </a:lnTo>
                  <a:lnTo>
                    <a:pt x="12382" y="1238"/>
                  </a:lnTo>
                  <a:lnTo>
                    <a:pt x="12451" y="1279"/>
                  </a:lnTo>
                  <a:lnTo>
                    <a:pt x="12552" y="1355"/>
                  </a:lnTo>
                  <a:lnTo>
                    <a:pt x="12616" y="1411"/>
                  </a:lnTo>
                  <a:lnTo>
                    <a:pt x="12658" y="1454"/>
                  </a:lnTo>
                  <a:lnTo>
                    <a:pt x="12698" y="1499"/>
                  </a:lnTo>
                  <a:lnTo>
                    <a:pt x="12737" y="1553"/>
                  </a:lnTo>
                  <a:lnTo>
                    <a:pt x="12750" y="1570"/>
                  </a:lnTo>
                  <a:lnTo>
                    <a:pt x="12758" y="1604"/>
                  </a:lnTo>
                  <a:lnTo>
                    <a:pt x="12763" y="1683"/>
                  </a:lnTo>
                  <a:lnTo>
                    <a:pt x="12759" y="1733"/>
                  </a:lnTo>
                  <a:lnTo>
                    <a:pt x="12712" y="2083"/>
                  </a:lnTo>
                  <a:lnTo>
                    <a:pt x="12690" y="2240"/>
                  </a:lnTo>
                  <a:lnTo>
                    <a:pt x="12665" y="2391"/>
                  </a:lnTo>
                  <a:lnTo>
                    <a:pt x="12569" y="2835"/>
                  </a:lnTo>
                  <a:lnTo>
                    <a:pt x="12551" y="2888"/>
                  </a:lnTo>
                  <a:lnTo>
                    <a:pt x="12522" y="2973"/>
                  </a:lnTo>
                  <a:lnTo>
                    <a:pt x="12506" y="3018"/>
                  </a:lnTo>
                  <a:lnTo>
                    <a:pt x="12447" y="3187"/>
                  </a:lnTo>
                  <a:lnTo>
                    <a:pt x="12391" y="3340"/>
                  </a:lnTo>
                  <a:lnTo>
                    <a:pt x="12365" y="3414"/>
                  </a:lnTo>
                  <a:lnTo>
                    <a:pt x="12215" y="3844"/>
                  </a:lnTo>
                  <a:lnTo>
                    <a:pt x="12198" y="3896"/>
                  </a:lnTo>
                  <a:lnTo>
                    <a:pt x="11967" y="4578"/>
                  </a:lnTo>
                  <a:lnTo>
                    <a:pt x="11884" y="4842"/>
                  </a:lnTo>
                  <a:lnTo>
                    <a:pt x="11835" y="5024"/>
                  </a:lnTo>
                  <a:lnTo>
                    <a:pt x="11790" y="5230"/>
                  </a:lnTo>
                  <a:lnTo>
                    <a:pt x="11762" y="5429"/>
                  </a:lnTo>
                  <a:lnTo>
                    <a:pt x="11741" y="5612"/>
                  </a:lnTo>
                  <a:lnTo>
                    <a:pt x="11730" y="5716"/>
                  </a:lnTo>
                  <a:lnTo>
                    <a:pt x="11717" y="5919"/>
                  </a:lnTo>
                  <a:lnTo>
                    <a:pt x="11712" y="6088"/>
                  </a:lnTo>
                  <a:lnTo>
                    <a:pt x="11726" y="6527"/>
                  </a:lnTo>
                  <a:lnTo>
                    <a:pt x="11735" y="6632"/>
                  </a:lnTo>
                  <a:lnTo>
                    <a:pt x="11747" y="6742"/>
                  </a:lnTo>
                  <a:lnTo>
                    <a:pt x="11765" y="6887"/>
                  </a:lnTo>
                  <a:lnTo>
                    <a:pt x="11786" y="7001"/>
                  </a:lnTo>
                  <a:lnTo>
                    <a:pt x="11800" y="7108"/>
                  </a:lnTo>
                  <a:lnTo>
                    <a:pt x="11811" y="7272"/>
                  </a:lnTo>
                  <a:lnTo>
                    <a:pt x="11825" y="7569"/>
                  </a:lnTo>
                  <a:lnTo>
                    <a:pt x="11825" y="7707"/>
                  </a:lnTo>
                  <a:lnTo>
                    <a:pt x="11820" y="7768"/>
                  </a:lnTo>
                  <a:lnTo>
                    <a:pt x="11807" y="7858"/>
                  </a:lnTo>
                  <a:lnTo>
                    <a:pt x="11787" y="7918"/>
                  </a:lnTo>
                  <a:lnTo>
                    <a:pt x="11743" y="8010"/>
                  </a:lnTo>
                  <a:lnTo>
                    <a:pt x="11703" y="8074"/>
                  </a:lnTo>
                  <a:lnTo>
                    <a:pt x="11642" y="8159"/>
                  </a:lnTo>
                  <a:lnTo>
                    <a:pt x="11591" y="8198"/>
                  </a:lnTo>
                  <a:lnTo>
                    <a:pt x="11556" y="8210"/>
                  </a:lnTo>
                  <a:lnTo>
                    <a:pt x="11373" y="8262"/>
                  </a:lnTo>
                  <a:lnTo>
                    <a:pt x="11313" y="8271"/>
                  </a:lnTo>
                  <a:lnTo>
                    <a:pt x="11276" y="8271"/>
                  </a:lnTo>
                  <a:lnTo>
                    <a:pt x="11240" y="8265"/>
                  </a:lnTo>
                  <a:lnTo>
                    <a:pt x="11120" y="8247"/>
                  </a:lnTo>
                  <a:lnTo>
                    <a:pt x="11092" y="8239"/>
                  </a:lnTo>
                  <a:lnTo>
                    <a:pt x="10859" y="8174"/>
                  </a:lnTo>
                  <a:lnTo>
                    <a:pt x="10838" y="8163"/>
                  </a:lnTo>
                  <a:lnTo>
                    <a:pt x="10811" y="8145"/>
                  </a:lnTo>
                  <a:lnTo>
                    <a:pt x="10761" y="8102"/>
                  </a:lnTo>
                  <a:lnTo>
                    <a:pt x="10733" y="8062"/>
                  </a:lnTo>
                  <a:lnTo>
                    <a:pt x="10721" y="8041"/>
                  </a:lnTo>
                  <a:lnTo>
                    <a:pt x="10708" y="7987"/>
                  </a:lnTo>
                  <a:lnTo>
                    <a:pt x="10701" y="7945"/>
                  </a:lnTo>
                  <a:lnTo>
                    <a:pt x="10693" y="7893"/>
                  </a:lnTo>
                  <a:lnTo>
                    <a:pt x="10696" y="7851"/>
                  </a:lnTo>
                  <a:lnTo>
                    <a:pt x="10707" y="7809"/>
                  </a:lnTo>
                  <a:lnTo>
                    <a:pt x="10720" y="7793"/>
                  </a:lnTo>
                  <a:lnTo>
                    <a:pt x="10730" y="7788"/>
                  </a:lnTo>
                  <a:lnTo>
                    <a:pt x="10717" y="7653"/>
                  </a:lnTo>
                  <a:lnTo>
                    <a:pt x="10630" y="7533"/>
                  </a:lnTo>
                  <a:lnTo>
                    <a:pt x="10501" y="7329"/>
                  </a:lnTo>
                  <a:lnTo>
                    <a:pt x="10495" y="7299"/>
                  </a:lnTo>
                  <a:lnTo>
                    <a:pt x="10490" y="7268"/>
                  </a:lnTo>
                  <a:lnTo>
                    <a:pt x="10492" y="7255"/>
                  </a:lnTo>
                  <a:lnTo>
                    <a:pt x="10496" y="7234"/>
                  </a:lnTo>
                  <a:lnTo>
                    <a:pt x="10503" y="7224"/>
                  </a:lnTo>
                  <a:lnTo>
                    <a:pt x="10531" y="7181"/>
                  </a:lnTo>
                  <a:lnTo>
                    <a:pt x="10631" y="7031"/>
                  </a:lnTo>
                  <a:lnTo>
                    <a:pt x="10649" y="6989"/>
                  </a:lnTo>
                  <a:lnTo>
                    <a:pt x="10682" y="6916"/>
                  </a:lnTo>
                  <a:lnTo>
                    <a:pt x="10688" y="6902"/>
                  </a:lnTo>
                  <a:lnTo>
                    <a:pt x="10714" y="6845"/>
                  </a:lnTo>
                  <a:lnTo>
                    <a:pt x="10708" y="6795"/>
                  </a:lnTo>
                  <a:lnTo>
                    <a:pt x="10707" y="6781"/>
                  </a:lnTo>
                  <a:lnTo>
                    <a:pt x="10705" y="6760"/>
                  </a:lnTo>
                  <a:lnTo>
                    <a:pt x="10691" y="6636"/>
                  </a:lnTo>
                  <a:lnTo>
                    <a:pt x="10663" y="6587"/>
                  </a:lnTo>
                  <a:lnTo>
                    <a:pt x="10655" y="6573"/>
                  </a:lnTo>
                  <a:lnTo>
                    <a:pt x="10649" y="6564"/>
                  </a:lnTo>
                  <a:lnTo>
                    <a:pt x="10442" y="6531"/>
                  </a:lnTo>
                  <a:lnTo>
                    <a:pt x="10358" y="6585"/>
                  </a:lnTo>
                  <a:lnTo>
                    <a:pt x="10347" y="6592"/>
                  </a:lnTo>
                  <a:lnTo>
                    <a:pt x="10328" y="6604"/>
                  </a:lnTo>
                  <a:lnTo>
                    <a:pt x="10290" y="6550"/>
                  </a:lnTo>
                  <a:lnTo>
                    <a:pt x="10253" y="6498"/>
                  </a:lnTo>
                  <a:lnTo>
                    <a:pt x="10237" y="6476"/>
                  </a:lnTo>
                  <a:lnTo>
                    <a:pt x="10233" y="6469"/>
                  </a:lnTo>
                  <a:lnTo>
                    <a:pt x="10208" y="6423"/>
                  </a:lnTo>
                  <a:lnTo>
                    <a:pt x="10132" y="6277"/>
                  </a:lnTo>
                  <a:lnTo>
                    <a:pt x="10011" y="6036"/>
                  </a:lnTo>
                  <a:lnTo>
                    <a:pt x="9933" y="5880"/>
                  </a:lnTo>
                  <a:lnTo>
                    <a:pt x="9884" y="5784"/>
                  </a:lnTo>
                  <a:lnTo>
                    <a:pt x="9844" y="5728"/>
                  </a:lnTo>
                  <a:lnTo>
                    <a:pt x="9461" y="5201"/>
                  </a:lnTo>
                  <a:lnTo>
                    <a:pt x="9365" y="5036"/>
                  </a:lnTo>
                  <a:lnTo>
                    <a:pt x="9316" y="4952"/>
                  </a:lnTo>
                  <a:lnTo>
                    <a:pt x="9243" y="4826"/>
                  </a:lnTo>
                  <a:lnTo>
                    <a:pt x="9206" y="4764"/>
                  </a:lnTo>
                  <a:lnTo>
                    <a:pt x="9192" y="4758"/>
                  </a:lnTo>
                  <a:lnTo>
                    <a:pt x="9149" y="4759"/>
                  </a:lnTo>
                  <a:lnTo>
                    <a:pt x="9130" y="4757"/>
                  </a:lnTo>
                  <a:lnTo>
                    <a:pt x="9096" y="4752"/>
                  </a:lnTo>
                  <a:lnTo>
                    <a:pt x="9037" y="4745"/>
                  </a:lnTo>
                  <a:lnTo>
                    <a:pt x="8976" y="4725"/>
                  </a:lnTo>
                  <a:lnTo>
                    <a:pt x="8872" y="4688"/>
                  </a:lnTo>
                  <a:lnTo>
                    <a:pt x="8859" y="4684"/>
                  </a:lnTo>
                  <a:lnTo>
                    <a:pt x="8840" y="4679"/>
                  </a:lnTo>
                  <a:lnTo>
                    <a:pt x="8822" y="4675"/>
                  </a:lnTo>
                  <a:lnTo>
                    <a:pt x="8799" y="4669"/>
                  </a:lnTo>
                  <a:lnTo>
                    <a:pt x="8744" y="4661"/>
                  </a:lnTo>
                  <a:lnTo>
                    <a:pt x="8722" y="4662"/>
                  </a:lnTo>
                  <a:lnTo>
                    <a:pt x="8603" y="4669"/>
                  </a:lnTo>
                  <a:lnTo>
                    <a:pt x="8577" y="4670"/>
                  </a:lnTo>
                  <a:lnTo>
                    <a:pt x="8325" y="4701"/>
                  </a:lnTo>
                  <a:lnTo>
                    <a:pt x="8160" y="4716"/>
                  </a:lnTo>
                  <a:lnTo>
                    <a:pt x="8134" y="4721"/>
                  </a:lnTo>
                  <a:lnTo>
                    <a:pt x="8123" y="4724"/>
                  </a:lnTo>
                  <a:lnTo>
                    <a:pt x="7961" y="4759"/>
                  </a:lnTo>
                  <a:lnTo>
                    <a:pt x="7875" y="4788"/>
                  </a:lnTo>
                  <a:lnTo>
                    <a:pt x="7845" y="4798"/>
                  </a:lnTo>
                  <a:lnTo>
                    <a:pt x="7785" y="4819"/>
                  </a:lnTo>
                  <a:lnTo>
                    <a:pt x="7475" y="4761"/>
                  </a:lnTo>
                  <a:lnTo>
                    <a:pt x="7310" y="4692"/>
                  </a:lnTo>
                  <a:lnTo>
                    <a:pt x="7188" y="4641"/>
                  </a:lnTo>
                  <a:lnTo>
                    <a:pt x="7142" y="4579"/>
                  </a:lnTo>
                  <a:lnTo>
                    <a:pt x="7124" y="4554"/>
                  </a:lnTo>
                  <a:lnTo>
                    <a:pt x="7097" y="4521"/>
                  </a:lnTo>
                  <a:lnTo>
                    <a:pt x="7055" y="4486"/>
                  </a:lnTo>
                  <a:lnTo>
                    <a:pt x="7031" y="4475"/>
                  </a:lnTo>
                  <a:lnTo>
                    <a:pt x="7021" y="4471"/>
                  </a:lnTo>
                  <a:lnTo>
                    <a:pt x="6969" y="4450"/>
                  </a:lnTo>
                  <a:lnTo>
                    <a:pt x="6918" y="4439"/>
                  </a:lnTo>
                  <a:lnTo>
                    <a:pt x="6889" y="4434"/>
                  </a:lnTo>
                  <a:lnTo>
                    <a:pt x="6845" y="4430"/>
                  </a:lnTo>
                  <a:lnTo>
                    <a:pt x="6802" y="4430"/>
                  </a:lnTo>
                  <a:lnTo>
                    <a:pt x="6766" y="4430"/>
                  </a:lnTo>
                  <a:lnTo>
                    <a:pt x="6726" y="4435"/>
                  </a:lnTo>
                  <a:lnTo>
                    <a:pt x="6687" y="4441"/>
                  </a:lnTo>
                  <a:lnTo>
                    <a:pt x="6604" y="4462"/>
                  </a:lnTo>
                  <a:lnTo>
                    <a:pt x="6524" y="4483"/>
                  </a:lnTo>
                  <a:lnTo>
                    <a:pt x="6514" y="4485"/>
                  </a:lnTo>
                  <a:lnTo>
                    <a:pt x="6403" y="4528"/>
                  </a:lnTo>
                  <a:lnTo>
                    <a:pt x="6364" y="4545"/>
                  </a:lnTo>
                  <a:lnTo>
                    <a:pt x="6294" y="4577"/>
                  </a:lnTo>
                  <a:lnTo>
                    <a:pt x="6174" y="4641"/>
                  </a:lnTo>
                  <a:lnTo>
                    <a:pt x="5967" y="4742"/>
                  </a:lnTo>
                  <a:lnTo>
                    <a:pt x="5757" y="4836"/>
                  </a:lnTo>
                  <a:lnTo>
                    <a:pt x="5746" y="4840"/>
                  </a:lnTo>
                  <a:lnTo>
                    <a:pt x="5733" y="4845"/>
                  </a:lnTo>
                  <a:lnTo>
                    <a:pt x="5699" y="4852"/>
                  </a:lnTo>
                  <a:lnTo>
                    <a:pt x="5509" y="4861"/>
                  </a:lnTo>
                  <a:lnTo>
                    <a:pt x="5483" y="4862"/>
                  </a:lnTo>
                  <a:lnTo>
                    <a:pt x="5286" y="4825"/>
                  </a:lnTo>
                  <a:lnTo>
                    <a:pt x="5222" y="4813"/>
                  </a:lnTo>
                  <a:lnTo>
                    <a:pt x="5184" y="4805"/>
                  </a:lnTo>
                  <a:lnTo>
                    <a:pt x="5184" y="4798"/>
                  </a:lnTo>
                  <a:lnTo>
                    <a:pt x="5111" y="4775"/>
                  </a:lnTo>
                  <a:lnTo>
                    <a:pt x="5025" y="4761"/>
                  </a:lnTo>
                  <a:lnTo>
                    <a:pt x="4627" y="4721"/>
                  </a:lnTo>
                  <a:lnTo>
                    <a:pt x="4603" y="4722"/>
                  </a:lnTo>
                  <a:lnTo>
                    <a:pt x="4524" y="4732"/>
                  </a:lnTo>
                  <a:lnTo>
                    <a:pt x="4302" y="4763"/>
                  </a:lnTo>
                  <a:lnTo>
                    <a:pt x="4260" y="4769"/>
                  </a:lnTo>
                  <a:lnTo>
                    <a:pt x="4209" y="4776"/>
                  </a:lnTo>
                  <a:lnTo>
                    <a:pt x="4125" y="4789"/>
                  </a:lnTo>
                  <a:lnTo>
                    <a:pt x="4018" y="4804"/>
                  </a:lnTo>
                  <a:lnTo>
                    <a:pt x="3994" y="4809"/>
                  </a:lnTo>
                  <a:lnTo>
                    <a:pt x="3961" y="4820"/>
                  </a:lnTo>
                  <a:lnTo>
                    <a:pt x="3886" y="4850"/>
                  </a:lnTo>
                  <a:lnTo>
                    <a:pt x="3838" y="4871"/>
                  </a:lnTo>
                  <a:lnTo>
                    <a:pt x="3824" y="4879"/>
                  </a:lnTo>
                  <a:lnTo>
                    <a:pt x="3796" y="4895"/>
                  </a:lnTo>
                  <a:lnTo>
                    <a:pt x="3732" y="4932"/>
                  </a:lnTo>
                  <a:lnTo>
                    <a:pt x="3698" y="4956"/>
                  </a:lnTo>
                  <a:lnTo>
                    <a:pt x="3622" y="5011"/>
                  </a:lnTo>
                  <a:lnTo>
                    <a:pt x="3322" y="5246"/>
                  </a:lnTo>
                  <a:lnTo>
                    <a:pt x="3127" y="5399"/>
                  </a:lnTo>
                  <a:lnTo>
                    <a:pt x="3064" y="5447"/>
                  </a:lnTo>
                  <a:lnTo>
                    <a:pt x="3007" y="5489"/>
                  </a:lnTo>
                  <a:lnTo>
                    <a:pt x="2966" y="5516"/>
                  </a:lnTo>
                  <a:lnTo>
                    <a:pt x="2837" y="5586"/>
                  </a:lnTo>
                  <a:lnTo>
                    <a:pt x="2827" y="5591"/>
                  </a:lnTo>
                  <a:lnTo>
                    <a:pt x="2817" y="5591"/>
                  </a:lnTo>
                  <a:lnTo>
                    <a:pt x="2807" y="5590"/>
                  </a:lnTo>
                  <a:lnTo>
                    <a:pt x="2798" y="5587"/>
                  </a:lnTo>
                  <a:lnTo>
                    <a:pt x="2784" y="5589"/>
                  </a:lnTo>
                  <a:lnTo>
                    <a:pt x="2738" y="5596"/>
                  </a:lnTo>
                  <a:lnTo>
                    <a:pt x="2723" y="5598"/>
                  </a:lnTo>
                  <a:lnTo>
                    <a:pt x="2708" y="5603"/>
                  </a:lnTo>
                  <a:lnTo>
                    <a:pt x="2691" y="5614"/>
                  </a:lnTo>
                  <a:lnTo>
                    <a:pt x="2656" y="5642"/>
                  </a:lnTo>
                  <a:lnTo>
                    <a:pt x="2568" y="5715"/>
                  </a:lnTo>
                  <a:lnTo>
                    <a:pt x="2522" y="5754"/>
                  </a:lnTo>
                  <a:lnTo>
                    <a:pt x="2491" y="5783"/>
                  </a:lnTo>
                  <a:lnTo>
                    <a:pt x="2465" y="5808"/>
                  </a:lnTo>
                  <a:lnTo>
                    <a:pt x="2382" y="5880"/>
                  </a:lnTo>
                  <a:lnTo>
                    <a:pt x="2355" y="5896"/>
                  </a:lnTo>
                  <a:lnTo>
                    <a:pt x="2324" y="5914"/>
                  </a:lnTo>
                  <a:lnTo>
                    <a:pt x="2311" y="5921"/>
                  </a:lnTo>
                  <a:lnTo>
                    <a:pt x="2181" y="5959"/>
                  </a:lnTo>
                  <a:lnTo>
                    <a:pt x="2106" y="5978"/>
                  </a:lnTo>
                  <a:lnTo>
                    <a:pt x="1925" y="6023"/>
                  </a:lnTo>
                  <a:lnTo>
                    <a:pt x="1891" y="6033"/>
                  </a:lnTo>
                  <a:lnTo>
                    <a:pt x="1842" y="6047"/>
                  </a:lnTo>
                  <a:lnTo>
                    <a:pt x="1613" y="6114"/>
                  </a:lnTo>
                  <a:lnTo>
                    <a:pt x="1490" y="6150"/>
                  </a:lnTo>
                  <a:lnTo>
                    <a:pt x="1347" y="6192"/>
                  </a:lnTo>
                  <a:lnTo>
                    <a:pt x="1319" y="6201"/>
                  </a:lnTo>
                  <a:lnTo>
                    <a:pt x="1003" y="6302"/>
                  </a:lnTo>
                  <a:lnTo>
                    <a:pt x="886" y="6298"/>
                  </a:lnTo>
                  <a:lnTo>
                    <a:pt x="865" y="6299"/>
                  </a:lnTo>
                  <a:lnTo>
                    <a:pt x="810" y="6306"/>
                  </a:lnTo>
                  <a:lnTo>
                    <a:pt x="806" y="6306"/>
                  </a:lnTo>
                  <a:lnTo>
                    <a:pt x="776" y="6319"/>
                  </a:lnTo>
                  <a:lnTo>
                    <a:pt x="753" y="6328"/>
                  </a:lnTo>
                  <a:lnTo>
                    <a:pt x="698" y="6355"/>
                  </a:lnTo>
                  <a:lnTo>
                    <a:pt x="527" y="6436"/>
                  </a:lnTo>
                  <a:lnTo>
                    <a:pt x="224" y="6540"/>
                  </a:lnTo>
                  <a:lnTo>
                    <a:pt x="155" y="6563"/>
                  </a:lnTo>
                  <a:lnTo>
                    <a:pt x="113" y="6574"/>
                  </a:lnTo>
                  <a:lnTo>
                    <a:pt x="101" y="6576"/>
                  </a:lnTo>
                  <a:lnTo>
                    <a:pt x="72" y="6580"/>
                  </a:lnTo>
                  <a:lnTo>
                    <a:pt x="33" y="6575"/>
                  </a:lnTo>
                  <a:lnTo>
                    <a:pt x="24" y="6574"/>
                  </a:lnTo>
                  <a:lnTo>
                    <a:pt x="3" y="6560"/>
                  </a:lnTo>
                  <a:lnTo>
                    <a:pt x="0" y="6366"/>
                  </a:lnTo>
                  <a:lnTo>
                    <a:pt x="4" y="6316"/>
                  </a:lnTo>
                  <a:lnTo>
                    <a:pt x="14" y="6284"/>
                  </a:lnTo>
                  <a:lnTo>
                    <a:pt x="23" y="6268"/>
                  </a:lnTo>
                  <a:lnTo>
                    <a:pt x="28" y="6260"/>
                  </a:lnTo>
                  <a:lnTo>
                    <a:pt x="31" y="6257"/>
                  </a:lnTo>
                  <a:lnTo>
                    <a:pt x="45" y="6248"/>
                  </a:lnTo>
                  <a:lnTo>
                    <a:pt x="63" y="6239"/>
                  </a:lnTo>
                  <a:lnTo>
                    <a:pt x="86" y="6232"/>
                  </a:lnTo>
                  <a:lnTo>
                    <a:pt x="105" y="6226"/>
                  </a:lnTo>
                  <a:lnTo>
                    <a:pt x="115" y="6224"/>
                  </a:lnTo>
                  <a:lnTo>
                    <a:pt x="126" y="6223"/>
                  </a:lnTo>
                  <a:lnTo>
                    <a:pt x="162" y="6236"/>
                  </a:lnTo>
                  <a:lnTo>
                    <a:pt x="193" y="6256"/>
                  </a:lnTo>
                  <a:lnTo>
                    <a:pt x="244" y="6236"/>
                  </a:lnTo>
                  <a:lnTo>
                    <a:pt x="309" y="6126"/>
                  </a:lnTo>
                  <a:lnTo>
                    <a:pt x="292" y="6050"/>
                  </a:lnTo>
                  <a:lnTo>
                    <a:pt x="278" y="6038"/>
                  </a:lnTo>
                  <a:lnTo>
                    <a:pt x="252" y="6045"/>
                  </a:lnTo>
                  <a:lnTo>
                    <a:pt x="234" y="6056"/>
                  </a:lnTo>
                  <a:lnTo>
                    <a:pt x="221" y="6063"/>
                  </a:lnTo>
                  <a:lnTo>
                    <a:pt x="206" y="6067"/>
                  </a:lnTo>
                  <a:lnTo>
                    <a:pt x="154" y="6044"/>
                  </a:lnTo>
                  <a:lnTo>
                    <a:pt x="132" y="6032"/>
                  </a:lnTo>
                  <a:lnTo>
                    <a:pt x="127" y="6027"/>
                  </a:lnTo>
                  <a:lnTo>
                    <a:pt x="118" y="5985"/>
                  </a:lnTo>
                  <a:lnTo>
                    <a:pt x="119" y="5973"/>
                  </a:lnTo>
                  <a:lnTo>
                    <a:pt x="122" y="5956"/>
                  </a:lnTo>
                  <a:lnTo>
                    <a:pt x="125" y="5931"/>
                  </a:lnTo>
                  <a:lnTo>
                    <a:pt x="138" y="5858"/>
                  </a:lnTo>
                  <a:lnTo>
                    <a:pt x="151" y="5807"/>
                  </a:lnTo>
                  <a:lnTo>
                    <a:pt x="160" y="5792"/>
                  </a:lnTo>
                  <a:lnTo>
                    <a:pt x="388" y="5426"/>
                  </a:lnTo>
                  <a:lnTo>
                    <a:pt x="688" y="5002"/>
                  </a:lnTo>
                  <a:lnTo>
                    <a:pt x="765" y="4912"/>
                  </a:lnTo>
                  <a:lnTo>
                    <a:pt x="878" y="4827"/>
                  </a:lnTo>
                  <a:lnTo>
                    <a:pt x="952" y="4771"/>
                  </a:lnTo>
                  <a:lnTo>
                    <a:pt x="984" y="4707"/>
                  </a:lnTo>
                  <a:lnTo>
                    <a:pt x="992" y="4659"/>
                  </a:lnTo>
                  <a:lnTo>
                    <a:pt x="1033" y="4598"/>
                  </a:lnTo>
                  <a:lnTo>
                    <a:pt x="1039" y="4579"/>
                  </a:lnTo>
                  <a:lnTo>
                    <a:pt x="1200" y="4049"/>
                  </a:lnTo>
                  <a:lnTo>
                    <a:pt x="1268" y="3825"/>
                  </a:lnTo>
                  <a:lnTo>
                    <a:pt x="1361" y="3658"/>
                  </a:lnTo>
                  <a:lnTo>
                    <a:pt x="1393" y="3607"/>
                  </a:lnTo>
                  <a:lnTo>
                    <a:pt x="1788" y="3230"/>
                  </a:lnTo>
                  <a:lnTo>
                    <a:pt x="1854" y="3116"/>
                  </a:lnTo>
                  <a:lnTo>
                    <a:pt x="1903" y="3053"/>
                  </a:lnTo>
                  <a:lnTo>
                    <a:pt x="1951" y="2992"/>
                  </a:lnTo>
                  <a:lnTo>
                    <a:pt x="2021" y="2964"/>
                  </a:lnTo>
                  <a:lnTo>
                    <a:pt x="2069" y="2945"/>
                  </a:lnTo>
                  <a:lnTo>
                    <a:pt x="2160" y="2961"/>
                  </a:lnTo>
                  <a:lnTo>
                    <a:pt x="2420" y="3099"/>
                  </a:lnTo>
                  <a:lnTo>
                    <a:pt x="2633" y="3226"/>
                  </a:lnTo>
                  <a:lnTo>
                    <a:pt x="2673" y="3250"/>
                  </a:lnTo>
                  <a:lnTo>
                    <a:pt x="2742" y="3295"/>
                  </a:lnTo>
                  <a:lnTo>
                    <a:pt x="2883" y="3248"/>
                  </a:lnTo>
                  <a:lnTo>
                    <a:pt x="3048" y="3233"/>
                  </a:lnTo>
                  <a:lnTo>
                    <a:pt x="3134" y="3228"/>
                  </a:lnTo>
                  <a:lnTo>
                    <a:pt x="3141" y="3224"/>
                  </a:lnTo>
                  <a:lnTo>
                    <a:pt x="3161" y="3176"/>
                  </a:lnTo>
                  <a:lnTo>
                    <a:pt x="3158" y="3154"/>
                  </a:lnTo>
                  <a:lnTo>
                    <a:pt x="3146" y="3091"/>
                  </a:lnTo>
                  <a:lnTo>
                    <a:pt x="3145" y="3085"/>
                  </a:lnTo>
                  <a:lnTo>
                    <a:pt x="3142" y="3078"/>
                  </a:lnTo>
                  <a:lnTo>
                    <a:pt x="3132" y="3072"/>
                  </a:lnTo>
                  <a:lnTo>
                    <a:pt x="3096" y="3056"/>
                  </a:lnTo>
                  <a:lnTo>
                    <a:pt x="3068" y="3044"/>
                  </a:lnTo>
                  <a:lnTo>
                    <a:pt x="2917" y="3078"/>
                  </a:lnTo>
                  <a:lnTo>
                    <a:pt x="2688" y="2722"/>
                  </a:lnTo>
                  <a:lnTo>
                    <a:pt x="2648" y="2585"/>
                  </a:lnTo>
                  <a:lnTo>
                    <a:pt x="2679" y="2497"/>
                  </a:lnTo>
                  <a:lnTo>
                    <a:pt x="2696" y="2422"/>
                  </a:lnTo>
                  <a:lnTo>
                    <a:pt x="2669" y="2319"/>
                  </a:lnTo>
                  <a:lnTo>
                    <a:pt x="2546" y="2079"/>
                  </a:lnTo>
                  <a:lnTo>
                    <a:pt x="2558" y="2059"/>
                  </a:lnTo>
                  <a:lnTo>
                    <a:pt x="2654" y="2037"/>
                  </a:lnTo>
                  <a:lnTo>
                    <a:pt x="2762" y="2087"/>
                  </a:lnTo>
                  <a:lnTo>
                    <a:pt x="2895" y="1980"/>
                  </a:lnTo>
                  <a:lnTo>
                    <a:pt x="2941" y="1942"/>
                  </a:lnTo>
                  <a:lnTo>
                    <a:pt x="2940" y="1935"/>
                  </a:lnTo>
                  <a:lnTo>
                    <a:pt x="2934" y="1907"/>
                  </a:lnTo>
                  <a:lnTo>
                    <a:pt x="2928" y="1875"/>
                  </a:lnTo>
                  <a:lnTo>
                    <a:pt x="2865" y="1591"/>
                  </a:lnTo>
                  <a:lnTo>
                    <a:pt x="2808" y="1482"/>
                  </a:lnTo>
                  <a:lnTo>
                    <a:pt x="2781" y="1430"/>
                  </a:lnTo>
                  <a:lnTo>
                    <a:pt x="2688" y="1253"/>
                  </a:lnTo>
                  <a:lnTo>
                    <a:pt x="2648" y="1228"/>
                  </a:lnTo>
                  <a:lnTo>
                    <a:pt x="2581" y="1205"/>
                  </a:lnTo>
                  <a:lnTo>
                    <a:pt x="2551" y="1204"/>
                  </a:lnTo>
                  <a:lnTo>
                    <a:pt x="2535" y="1204"/>
                  </a:lnTo>
                  <a:lnTo>
                    <a:pt x="2412" y="1197"/>
                  </a:lnTo>
                  <a:lnTo>
                    <a:pt x="2360" y="1184"/>
                  </a:lnTo>
                  <a:lnTo>
                    <a:pt x="2272" y="1163"/>
                  </a:lnTo>
                  <a:lnTo>
                    <a:pt x="2263" y="1135"/>
                  </a:lnTo>
                  <a:lnTo>
                    <a:pt x="2254" y="1104"/>
                  </a:lnTo>
                  <a:lnTo>
                    <a:pt x="2278" y="1096"/>
                  </a:lnTo>
                  <a:lnTo>
                    <a:pt x="2314" y="1084"/>
                  </a:lnTo>
                  <a:lnTo>
                    <a:pt x="2560" y="1051"/>
                  </a:lnTo>
                  <a:lnTo>
                    <a:pt x="2607" y="1045"/>
                  </a:lnTo>
                  <a:lnTo>
                    <a:pt x="2642" y="1041"/>
                  </a:lnTo>
                  <a:lnTo>
                    <a:pt x="2868" y="1011"/>
                  </a:lnTo>
                  <a:lnTo>
                    <a:pt x="2895" y="1007"/>
                  </a:lnTo>
                  <a:lnTo>
                    <a:pt x="3009" y="992"/>
                  </a:lnTo>
                  <a:lnTo>
                    <a:pt x="3045" y="1007"/>
                  </a:lnTo>
                  <a:lnTo>
                    <a:pt x="3053" y="1011"/>
                  </a:lnTo>
                  <a:lnTo>
                    <a:pt x="3183" y="1030"/>
                  </a:lnTo>
                  <a:lnTo>
                    <a:pt x="3207" y="1034"/>
                  </a:lnTo>
                  <a:lnTo>
                    <a:pt x="3243" y="1039"/>
                  </a:lnTo>
                  <a:lnTo>
                    <a:pt x="3380" y="1056"/>
                  </a:lnTo>
                  <a:lnTo>
                    <a:pt x="3411" y="1047"/>
                  </a:lnTo>
                  <a:lnTo>
                    <a:pt x="3430" y="1040"/>
                  </a:lnTo>
                  <a:lnTo>
                    <a:pt x="3463" y="1027"/>
                  </a:lnTo>
                  <a:lnTo>
                    <a:pt x="3507" y="1005"/>
                  </a:lnTo>
                  <a:lnTo>
                    <a:pt x="3536" y="974"/>
                  </a:lnTo>
                  <a:lnTo>
                    <a:pt x="3569" y="952"/>
                  </a:lnTo>
                  <a:lnTo>
                    <a:pt x="3590" y="955"/>
                  </a:lnTo>
                  <a:lnTo>
                    <a:pt x="3619" y="946"/>
                  </a:lnTo>
                  <a:lnTo>
                    <a:pt x="3713" y="937"/>
                  </a:lnTo>
                  <a:lnTo>
                    <a:pt x="3801" y="929"/>
                  </a:lnTo>
                  <a:lnTo>
                    <a:pt x="3808" y="930"/>
                  </a:lnTo>
                  <a:lnTo>
                    <a:pt x="3836" y="936"/>
                  </a:lnTo>
                  <a:lnTo>
                    <a:pt x="3850" y="938"/>
                  </a:lnTo>
                  <a:lnTo>
                    <a:pt x="3882" y="972"/>
                  </a:lnTo>
                  <a:lnTo>
                    <a:pt x="3888" y="978"/>
                  </a:lnTo>
                  <a:lnTo>
                    <a:pt x="3914" y="984"/>
                  </a:lnTo>
                  <a:lnTo>
                    <a:pt x="3935" y="984"/>
                  </a:lnTo>
                  <a:lnTo>
                    <a:pt x="3959" y="984"/>
                  </a:lnTo>
                  <a:lnTo>
                    <a:pt x="4006" y="979"/>
                  </a:lnTo>
                  <a:lnTo>
                    <a:pt x="4017" y="978"/>
                  </a:lnTo>
                  <a:lnTo>
                    <a:pt x="4074" y="970"/>
                  </a:lnTo>
                  <a:lnTo>
                    <a:pt x="4169" y="942"/>
                  </a:lnTo>
                  <a:lnTo>
                    <a:pt x="4279" y="903"/>
                  </a:lnTo>
                  <a:lnTo>
                    <a:pt x="4334" y="883"/>
                  </a:lnTo>
                  <a:lnTo>
                    <a:pt x="4399" y="903"/>
                  </a:lnTo>
                  <a:lnTo>
                    <a:pt x="4551" y="933"/>
                  </a:lnTo>
                  <a:lnTo>
                    <a:pt x="4755" y="986"/>
                  </a:lnTo>
                  <a:lnTo>
                    <a:pt x="4877" y="1027"/>
                  </a:lnTo>
                  <a:lnTo>
                    <a:pt x="4917" y="1052"/>
                  </a:lnTo>
                  <a:lnTo>
                    <a:pt x="4930" y="1026"/>
                  </a:lnTo>
                  <a:lnTo>
                    <a:pt x="4933" y="862"/>
                  </a:lnTo>
                  <a:lnTo>
                    <a:pt x="4970" y="761"/>
                  </a:lnTo>
                  <a:lnTo>
                    <a:pt x="5026" y="670"/>
                  </a:lnTo>
                  <a:lnTo>
                    <a:pt x="5115" y="579"/>
                  </a:lnTo>
                  <a:lnTo>
                    <a:pt x="5423" y="343"/>
                  </a:lnTo>
                  <a:lnTo>
                    <a:pt x="5793" y="140"/>
                  </a:lnTo>
                  <a:lnTo>
                    <a:pt x="5864" y="100"/>
                  </a:lnTo>
                  <a:lnTo>
                    <a:pt x="6036" y="51"/>
                  </a:lnTo>
                  <a:lnTo>
                    <a:pt x="6171" y="4"/>
                  </a:lnTo>
                  <a:lnTo>
                    <a:pt x="6191" y="0"/>
                  </a:lnTo>
                  <a:lnTo>
                    <a:pt x="6214" y="2"/>
                  </a:lnTo>
                  <a:lnTo>
                    <a:pt x="6219" y="6"/>
                  </a:lnTo>
                  <a:lnTo>
                    <a:pt x="6455" y="187"/>
                  </a:lnTo>
                  <a:lnTo>
                    <a:pt x="6578" y="308"/>
                  </a:lnTo>
                  <a:lnTo>
                    <a:pt x="6703" y="493"/>
                  </a:lnTo>
                  <a:lnTo>
                    <a:pt x="6734" y="630"/>
                  </a:lnTo>
                  <a:lnTo>
                    <a:pt x="6794" y="892"/>
                  </a:lnTo>
                  <a:lnTo>
                    <a:pt x="6812" y="9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8859461" y="2502548"/>
              <a:ext cx="1368" cy="690"/>
            </a:xfrm>
            <a:custGeom>
              <a:avLst/>
              <a:pathLst>
                <a:path w="1368" h="690">
                  <a:moveTo>
                    <a:pt x="1346" y="448"/>
                  </a:moveTo>
                  <a:lnTo>
                    <a:pt x="1359" y="537"/>
                  </a:lnTo>
                  <a:lnTo>
                    <a:pt x="1360" y="548"/>
                  </a:lnTo>
                  <a:lnTo>
                    <a:pt x="1368" y="609"/>
                  </a:lnTo>
                  <a:lnTo>
                    <a:pt x="1355" y="613"/>
                  </a:lnTo>
                  <a:lnTo>
                    <a:pt x="1294" y="630"/>
                  </a:lnTo>
                  <a:lnTo>
                    <a:pt x="1196" y="689"/>
                  </a:lnTo>
                  <a:lnTo>
                    <a:pt x="1161" y="690"/>
                  </a:lnTo>
                  <a:lnTo>
                    <a:pt x="1133" y="683"/>
                  </a:lnTo>
                  <a:lnTo>
                    <a:pt x="1084" y="669"/>
                  </a:lnTo>
                  <a:lnTo>
                    <a:pt x="888" y="592"/>
                  </a:lnTo>
                  <a:lnTo>
                    <a:pt x="820" y="558"/>
                  </a:lnTo>
                  <a:lnTo>
                    <a:pt x="781" y="530"/>
                  </a:lnTo>
                  <a:lnTo>
                    <a:pt x="761" y="505"/>
                  </a:lnTo>
                  <a:lnTo>
                    <a:pt x="739" y="494"/>
                  </a:lnTo>
                  <a:lnTo>
                    <a:pt x="640" y="485"/>
                  </a:lnTo>
                  <a:lnTo>
                    <a:pt x="582" y="484"/>
                  </a:lnTo>
                  <a:lnTo>
                    <a:pt x="425" y="494"/>
                  </a:lnTo>
                  <a:lnTo>
                    <a:pt x="408" y="495"/>
                  </a:lnTo>
                  <a:lnTo>
                    <a:pt x="313" y="501"/>
                  </a:lnTo>
                  <a:lnTo>
                    <a:pt x="304" y="499"/>
                  </a:lnTo>
                  <a:lnTo>
                    <a:pt x="0" y="444"/>
                  </a:lnTo>
                  <a:lnTo>
                    <a:pt x="62" y="358"/>
                  </a:lnTo>
                  <a:lnTo>
                    <a:pt x="98" y="326"/>
                  </a:lnTo>
                  <a:lnTo>
                    <a:pt x="165" y="267"/>
                  </a:lnTo>
                  <a:lnTo>
                    <a:pt x="246" y="231"/>
                  </a:lnTo>
                  <a:lnTo>
                    <a:pt x="295" y="209"/>
                  </a:lnTo>
                  <a:lnTo>
                    <a:pt x="336" y="191"/>
                  </a:lnTo>
                  <a:lnTo>
                    <a:pt x="473" y="130"/>
                  </a:lnTo>
                  <a:lnTo>
                    <a:pt x="724" y="22"/>
                  </a:lnTo>
                  <a:lnTo>
                    <a:pt x="766" y="3"/>
                  </a:lnTo>
                  <a:lnTo>
                    <a:pt x="888" y="0"/>
                  </a:lnTo>
                  <a:lnTo>
                    <a:pt x="912" y="7"/>
                  </a:lnTo>
                  <a:lnTo>
                    <a:pt x="1045" y="60"/>
                  </a:lnTo>
                  <a:lnTo>
                    <a:pt x="1088" y="77"/>
                  </a:lnTo>
                  <a:lnTo>
                    <a:pt x="1181" y="118"/>
                  </a:lnTo>
                  <a:lnTo>
                    <a:pt x="1234" y="174"/>
                  </a:lnTo>
                  <a:lnTo>
                    <a:pt x="1239" y="180"/>
                  </a:lnTo>
                  <a:lnTo>
                    <a:pt x="1265" y="206"/>
                  </a:lnTo>
                  <a:lnTo>
                    <a:pt x="1322" y="309"/>
                  </a:lnTo>
                  <a:lnTo>
                    <a:pt x="1324" y="322"/>
                  </a:lnTo>
                  <a:lnTo>
                    <a:pt x="1346" y="4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8860506" y="2500029"/>
              <a:ext cx="1097" cy="666"/>
            </a:xfrm>
            <a:custGeom>
              <a:avLst/>
              <a:pathLst>
                <a:path w="1097" h="666">
                  <a:moveTo>
                    <a:pt x="899" y="666"/>
                  </a:moveTo>
                  <a:lnTo>
                    <a:pt x="416" y="644"/>
                  </a:lnTo>
                  <a:lnTo>
                    <a:pt x="180" y="598"/>
                  </a:lnTo>
                  <a:lnTo>
                    <a:pt x="142" y="574"/>
                  </a:lnTo>
                  <a:lnTo>
                    <a:pt x="0" y="372"/>
                  </a:lnTo>
                  <a:lnTo>
                    <a:pt x="1" y="329"/>
                  </a:lnTo>
                  <a:lnTo>
                    <a:pt x="9" y="312"/>
                  </a:lnTo>
                  <a:lnTo>
                    <a:pt x="76" y="231"/>
                  </a:lnTo>
                  <a:lnTo>
                    <a:pt x="266" y="59"/>
                  </a:lnTo>
                  <a:lnTo>
                    <a:pt x="293" y="37"/>
                  </a:lnTo>
                  <a:lnTo>
                    <a:pt x="346" y="9"/>
                  </a:lnTo>
                  <a:lnTo>
                    <a:pt x="508" y="19"/>
                  </a:lnTo>
                  <a:lnTo>
                    <a:pt x="829" y="19"/>
                  </a:lnTo>
                  <a:lnTo>
                    <a:pt x="951" y="15"/>
                  </a:lnTo>
                  <a:lnTo>
                    <a:pt x="971" y="13"/>
                  </a:lnTo>
                  <a:lnTo>
                    <a:pt x="1019" y="0"/>
                  </a:lnTo>
                  <a:lnTo>
                    <a:pt x="1076" y="17"/>
                  </a:lnTo>
                  <a:lnTo>
                    <a:pt x="1097" y="60"/>
                  </a:lnTo>
                  <a:lnTo>
                    <a:pt x="1090" y="253"/>
                  </a:lnTo>
                  <a:lnTo>
                    <a:pt x="1076" y="320"/>
                  </a:lnTo>
                  <a:lnTo>
                    <a:pt x="1051" y="379"/>
                  </a:lnTo>
                  <a:lnTo>
                    <a:pt x="931" y="640"/>
                  </a:lnTo>
                  <a:lnTo>
                    <a:pt x="915" y="660"/>
                  </a:lnTo>
                  <a:lnTo>
                    <a:pt x="899" y="6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8864202" y="2497704"/>
              <a:ext cx="502" cy="313"/>
            </a:xfrm>
            <a:custGeom>
              <a:avLst/>
              <a:pathLst>
                <a:path w="502" h="313">
                  <a:moveTo>
                    <a:pt x="483" y="313"/>
                  </a:moveTo>
                  <a:lnTo>
                    <a:pt x="382" y="313"/>
                  </a:lnTo>
                  <a:lnTo>
                    <a:pt x="312" y="295"/>
                  </a:lnTo>
                  <a:lnTo>
                    <a:pt x="261" y="284"/>
                  </a:lnTo>
                  <a:lnTo>
                    <a:pt x="214" y="262"/>
                  </a:lnTo>
                  <a:lnTo>
                    <a:pt x="45" y="125"/>
                  </a:lnTo>
                  <a:lnTo>
                    <a:pt x="10" y="85"/>
                  </a:lnTo>
                  <a:lnTo>
                    <a:pt x="0" y="52"/>
                  </a:lnTo>
                  <a:lnTo>
                    <a:pt x="0" y="14"/>
                  </a:lnTo>
                  <a:lnTo>
                    <a:pt x="11" y="8"/>
                  </a:lnTo>
                  <a:lnTo>
                    <a:pt x="27" y="0"/>
                  </a:lnTo>
                  <a:lnTo>
                    <a:pt x="80" y="6"/>
                  </a:lnTo>
                  <a:lnTo>
                    <a:pt x="268" y="30"/>
                  </a:lnTo>
                  <a:lnTo>
                    <a:pt x="336" y="54"/>
                  </a:lnTo>
                  <a:lnTo>
                    <a:pt x="447" y="131"/>
                  </a:lnTo>
                  <a:lnTo>
                    <a:pt x="502" y="246"/>
                  </a:lnTo>
                  <a:lnTo>
                    <a:pt x="498" y="296"/>
                  </a:lnTo>
                  <a:lnTo>
                    <a:pt x="483" y="31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8861077" y="2497644"/>
              <a:ext cx="8155" cy="5995"/>
            </a:xfrm>
            <a:custGeom>
              <a:avLst/>
              <a:pathLst>
                <a:path w="8155" h="5995">
                  <a:moveTo>
                    <a:pt x="8151" y="208"/>
                  </a:moveTo>
                  <a:lnTo>
                    <a:pt x="8132" y="283"/>
                  </a:lnTo>
                  <a:lnTo>
                    <a:pt x="8105" y="432"/>
                  </a:lnTo>
                  <a:lnTo>
                    <a:pt x="8113" y="489"/>
                  </a:lnTo>
                  <a:lnTo>
                    <a:pt x="8105" y="595"/>
                  </a:lnTo>
                  <a:lnTo>
                    <a:pt x="8120" y="739"/>
                  </a:lnTo>
                  <a:lnTo>
                    <a:pt x="8155" y="954"/>
                  </a:lnTo>
                  <a:lnTo>
                    <a:pt x="8043" y="1148"/>
                  </a:lnTo>
                  <a:lnTo>
                    <a:pt x="7854" y="1438"/>
                  </a:lnTo>
                  <a:lnTo>
                    <a:pt x="7773" y="1515"/>
                  </a:lnTo>
                  <a:lnTo>
                    <a:pt x="7262" y="2383"/>
                  </a:lnTo>
                  <a:lnTo>
                    <a:pt x="7184" y="2588"/>
                  </a:lnTo>
                  <a:lnTo>
                    <a:pt x="7131" y="2727"/>
                  </a:lnTo>
                  <a:lnTo>
                    <a:pt x="7043" y="2956"/>
                  </a:lnTo>
                  <a:lnTo>
                    <a:pt x="6986" y="3216"/>
                  </a:lnTo>
                  <a:lnTo>
                    <a:pt x="6923" y="3400"/>
                  </a:lnTo>
                  <a:lnTo>
                    <a:pt x="6828" y="3631"/>
                  </a:lnTo>
                  <a:lnTo>
                    <a:pt x="6588" y="4343"/>
                  </a:lnTo>
                  <a:lnTo>
                    <a:pt x="6559" y="4468"/>
                  </a:lnTo>
                  <a:lnTo>
                    <a:pt x="6484" y="4720"/>
                  </a:lnTo>
                  <a:lnTo>
                    <a:pt x="6292" y="5248"/>
                  </a:lnTo>
                  <a:lnTo>
                    <a:pt x="6208" y="5396"/>
                  </a:lnTo>
                  <a:lnTo>
                    <a:pt x="6079" y="5578"/>
                  </a:lnTo>
                  <a:lnTo>
                    <a:pt x="5936" y="5760"/>
                  </a:lnTo>
                  <a:lnTo>
                    <a:pt x="5866" y="5821"/>
                  </a:lnTo>
                  <a:lnTo>
                    <a:pt x="5815" y="5841"/>
                  </a:lnTo>
                  <a:lnTo>
                    <a:pt x="5711" y="5814"/>
                  </a:lnTo>
                  <a:lnTo>
                    <a:pt x="5653" y="5809"/>
                  </a:lnTo>
                  <a:lnTo>
                    <a:pt x="5555" y="5813"/>
                  </a:lnTo>
                  <a:lnTo>
                    <a:pt x="4939" y="5969"/>
                  </a:lnTo>
                  <a:lnTo>
                    <a:pt x="4803" y="5986"/>
                  </a:lnTo>
                  <a:lnTo>
                    <a:pt x="4646" y="5995"/>
                  </a:lnTo>
                  <a:lnTo>
                    <a:pt x="4537" y="5978"/>
                  </a:lnTo>
                  <a:lnTo>
                    <a:pt x="4503" y="5963"/>
                  </a:lnTo>
                  <a:lnTo>
                    <a:pt x="4475" y="5942"/>
                  </a:lnTo>
                  <a:lnTo>
                    <a:pt x="4438" y="5899"/>
                  </a:lnTo>
                  <a:lnTo>
                    <a:pt x="4268" y="5559"/>
                  </a:lnTo>
                  <a:lnTo>
                    <a:pt x="4259" y="5527"/>
                  </a:lnTo>
                  <a:lnTo>
                    <a:pt x="4274" y="5417"/>
                  </a:lnTo>
                  <a:lnTo>
                    <a:pt x="4285" y="5402"/>
                  </a:lnTo>
                  <a:lnTo>
                    <a:pt x="4334" y="5368"/>
                  </a:lnTo>
                  <a:lnTo>
                    <a:pt x="4349" y="5367"/>
                  </a:lnTo>
                  <a:lnTo>
                    <a:pt x="4467" y="5338"/>
                  </a:lnTo>
                  <a:lnTo>
                    <a:pt x="4479" y="5335"/>
                  </a:lnTo>
                  <a:lnTo>
                    <a:pt x="4464" y="4866"/>
                  </a:lnTo>
                  <a:lnTo>
                    <a:pt x="4460" y="4861"/>
                  </a:lnTo>
                  <a:lnTo>
                    <a:pt x="4259" y="4551"/>
                  </a:lnTo>
                  <a:lnTo>
                    <a:pt x="4237" y="4535"/>
                  </a:lnTo>
                  <a:lnTo>
                    <a:pt x="4037" y="4561"/>
                  </a:lnTo>
                  <a:lnTo>
                    <a:pt x="4017" y="4618"/>
                  </a:lnTo>
                  <a:lnTo>
                    <a:pt x="3933" y="4661"/>
                  </a:lnTo>
                  <a:lnTo>
                    <a:pt x="3876" y="4685"/>
                  </a:lnTo>
                  <a:lnTo>
                    <a:pt x="3846" y="4683"/>
                  </a:lnTo>
                  <a:lnTo>
                    <a:pt x="3711" y="4295"/>
                  </a:lnTo>
                  <a:lnTo>
                    <a:pt x="3695" y="4171"/>
                  </a:lnTo>
                  <a:lnTo>
                    <a:pt x="3712" y="4012"/>
                  </a:lnTo>
                  <a:lnTo>
                    <a:pt x="3700" y="3977"/>
                  </a:lnTo>
                  <a:lnTo>
                    <a:pt x="3663" y="3932"/>
                  </a:lnTo>
                  <a:lnTo>
                    <a:pt x="3575" y="3887"/>
                  </a:lnTo>
                  <a:lnTo>
                    <a:pt x="3544" y="3842"/>
                  </a:lnTo>
                  <a:lnTo>
                    <a:pt x="3541" y="3811"/>
                  </a:lnTo>
                  <a:lnTo>
                    <a:pt x="3523" y="3721"/>
                  </a:lnTo>
                  <a:lnTo>
                    <a:pt x="3517" y="3645"/>
                  </a:lnTo>
                  <a:lnTo>
                    <a:pt x="3514" y="3590"/>
                  </a:lnTo>
                  <a:lnTo>
                    <a:pt x="3526" y="3541"/>
                  </a:lnTo>
                  <a:lnTo>
                    <a:pt x="3550" y="3503"/>
                  </a:lnTo>
                  <a:lnTo>
                    <a:pt x="3572" y="3469"/>
                  </a:lnTo>
                  <a:lnTo>
                    <a:pt x="3614" y="3438"/>
                  </a:lnTo>
                  <a:lnTo>
                    <a:pt x="3690" y="3361"/>
                  </a:lnTo>
                  <a:lnTo>
                    <a:pt x="3693" y="3310"/>
                  </a:lnTo>
                  <a:lnTo>
                    <a:pt x="3690" y="3265"/>
                  </a:lnTo>
                  <a:lnTo>
                    <a:pt x="3672" y="3247"/>
                  </a:lnTo>
                  <a:lnTo>
                    <a:pt x="3587" y="3233"/>
                  </a:lnTo>
                  <a:lnTo>
                    <a:pt x="3526" y="3209"/>
                  </a:lnTo>
                  <a:lnTo>
                    <a:pt x="3507" y="3199"/>
                  </a:lnTo>
                  <a:lnTo>
                    <a:pt x="3520" y="3157"/>
                  </a:lnTo>
                  <a:lnTo>
                    <a:pt x="3550" y="3119"/>
                  </a:lnTo>
                  <a:lnTo>
                    <a:pt x="3629" y="3067"/>
                  </a:lnTo>
                  <a:lnTo>
                    <a:pt x="3639" y="3047"/>
                  </a:lnTo>
                  <a:lnTo>
                    <a:pt x="3651" y="2960"/>
                  </a:lnTo>
                  <a:lnTo>
                    <a:pt x="3687" y="2835"/>
                  </a:lnTo>
                  <a:lnTo>
                    <a:pt x="3696" y="2770"/>
                  </a:lnTo>
                  <a:lnTo>
                    <a:pt x="3712" y="2728"/>
                  </a:lnTo>
                  <a:lnTo>
                    <a:pt x="3745" y="2690"/>
                  </a:lnTo>
                  <a:lnTo>
                    <a:pt x="3761" y="2659"/>
                  </a:lnTo>
                  <a:lnTo>
                    <a:pt x="3760" y="2648"/>
                  </a:lnTo>
                  <a:lnTo>
                    <a:pt x="3709" y="2566"/>
                  </a:lnTo>
                  <a:lnTo>
                    <a:pt x="3645" y="2601"/>
                  </a:lnTo>
                  <a:lnTo>
                    <a:pt x="3625" y="2613"/>
                  </a:lnTo>
                  <a:lnTo>
                    <a:pt x="3590" y="2632"/>
                  </a:lnTo>
                  <a:lnTo>
                    <a:pt x="3558" y="2653"/>
                  </a:lnTo>
                  <a:lnTo>
                    <a:pt x="3542" y="2675"/>
                  </a:lnTo>
                  <a:lnTo>
                    <a:pt x="3542" y="2695"/>
                  </a:lnTo>
                  <a:lnTo>
                    <a:pt x="3562" y="2730"/>
                  </a:lnTo>
                  <a:lnTo>
                    <a:pt x="3575" y="2795"/>
                  </a:lnTo>
                  <a:lnTo>
                    <a:pt x="3567" y="2903"/>
                  </a:lnTo>
                  <a:lnTo>
                    <a:pt x="3541" y="3006"/>
                  </a:lnTo>
                  <a:lnTo>
                    <a:pt x="3430" y="3020"/>
                  </a:lnTo>
                  <a:lnTo>
                    <a:pt x="3413" y="3047"/>
                  </a:lnTo>
                  <a:lnTo>
                    <a:pt x="3398" y="3105"/>
                  </a:lnTo>
                  <a:lnTo>
                    <a:pt x="3389" y="3157"/>
                  </a:lnTo>
                  <a:lnTo>
                    <a:pt x="3303" y="3268"/>
                  </a:lnTo>
                  <a:lnTo>
                    <a:pt x="3206" y="3310"/>
                  </a:lnTo>
                  <a:lnTo>
                    <a:pt x="3090" y="3303"/>
                  </a:lnTo>
                  <a:lnTo>
                    <a:pt x="3004" y="3247"/>
                  </a:lnTo>
                  <a:lnTo>
                    <a:pt x="2928" y="3154"/>
                  </a:lnTo>
                  <a:lnTo>
                    <a:pt x="2861" y="3026"/>
                  </a:lnTo>
                  <a:lnTo>
                    <a:pt x="2861" y="2988"/>
                  </a:lnTo>
                  <a:lnTo>
                    <a:pt x="2876" y="2925"/>
                  </a:lnTo>
                  <a:lnTo>
                    <a:pt x="2875" y="2898"/>
                  </a:lnTo>
                  <a:lnTo>
                    <a:pt x="2743" y="2840"/>
                  </a:lnTo>
                  <a:lnTo>
                    <a:pt x="2701" y="2841"/>
                  </a:lnTo>
                  <a:lnTo>
                    <a:pt x="2534" y="2879"/>
                  </a:lnTo>
                  <a:lnTo>
                    <a:pt x="2512" y="2894"/>
                  </a:lnTo>
                  <a:lnTo>
                    <a:pt x="2443" y="3100"/>
                  </a:lnTo>
                  <a:lnTo>
                    <a:pt x="2431" y="3141"/>
                  </a:lnTo>
                  <a:lnTo>
                    <a:pt x="2489" y="3172"/>
                  </a:lnTo>
                  <a:lnTo>
                    <a:pt x="2503" y="3201"/>
                  </a:lnTo>
                  <a:lnTo>
                    <a:pt x="2562" y="3319"/>
                  </a:lnTo>
                  <a:lnTo>
                    <a:pt x="2565" y="3347"/>
                  </a:lnTo>
                  <a:lnTo>
                    <a:pt x="2556" y="3354"/>
                  </a:lnTo>
                  <a:lnTo>
                    <a:pt x="2527" y="3378"/>
                  </a:lnTo>
                  <a:lnTo>
                    <a:pt x="2495" y="3390"/>
                  </a:lnTo>
                  <a:lnTo>
                    <a:pt x="2384" y="3397"/>
                  </a:lnTo>
                  <a:lnTo>
                    <a:pt x="2346" y="3385"/>
                  </a:lnTo>
                  <a:lnTo>
                    <a:pt x="2077" y="3255"/>
                  </a:lnTo>
                  <a:lnTo>
                    <a:pt x="1900" y="3156"/>
                  </a:lnTo>
                  <a:lnTo>
                    <a:pt x="1769" y="3072"/>
                  </a:lnTo>
                  <a:lnTo>
                    <a:pt x="1590" y="2972"/>
                  </a:lnTo>
                  <a:lnTo>
                    <a:pt x="1510" y="2948"/>
                  </a:lnTo>
                  <a:lnTo>
                    <a:pt x="1377" y="2923"/>
                  </a:lnTo>
                  <a:lnTo>
                    <a:pt x="1257" y="2902"/>
                  </a:lnTo>
                  <a:lnTo>
                    <a:pt x="1228" y="2883"/>
                  </a:lnTo>
                  <a:lnTo>
                    <a:pt x="1133" y="2778"/>
                  </a:lnTo>
                  <a:lnTo>
                    <a:pt x="1034" y="2659"/>
                  </a:lnTo>
                  <a:lnTo>
                    <a:pt x="962" y="2528"/>
                  </a:lnTo>
                  <a:lnTo>
                    <a:pt x="903" y="2392"/>
                  </a:lnTo>
                  <a:lnTo>
                    <a:pt x="901" y="2373"/>
                  </a:lnTo>
                  <a:lnTo>
                    <a:pt x="929" y="2289"/>
                  </a:lnTo>
                  <a:lnTo>
                    <a:pt x="902" y="2052"/>
                  </a:lnTo>
                  <a:lnTo>
                    <a:pt x="866" y="2044"/>
                  </a:lnTo>
                  <a:lnTo>
                    <a:pt x="816" y="2079"/>
                  </a:lnTo>
                  <a:lnTo>
                    <a:pt x="672" y="2119"/>
                  </a:lnTo>
                  <a:lnTo>
                    <a:pt x="315" y="2153"/>
                  </a:lnTo>
                  <a:lnTo>
                    <a:pt x="275" y="2154"/>
                  </a:lnTo>
                  <a:lnTo>
                    <a:pt x="89" y="2131"/>
                  </a:lnTo>
                  <a:lnTo>
                    <a:pt x="58" y="2117"/>
                  </a:lnTo>
                  <a:lnTo>
                    <a:pt x="41" y="2080"/>
                  </a:lnTo>
                  <a:lnTo>
                    <a:pt x="18" y="1990"/>
                  </a:lnTo>
                  <a:lnTo>
                    <a:pt x="23" y="1869"/>
                  </a:lnTo>
                  <a:lnTo>
                    <a:pt x="73" y="1915"/>
                  </a:lnTo>
                  <a:lnTo>
                    <a:pt x="105" y="1930"/>
                  </a:lnTo>
                  <a:lnTo>
                    <a:pt x="170" y="1926"/>
                  </a:lnTo>
                  <a:lnTo>
                    <a:pt x="215" y="1914"/>
                  </a:lnTo>
                  <a:lnTo>
                    <a:pt x="184" y="1843"/>
                  </a:lnTo>
                  <a:lnTo>
                    <a:pt x="182" y="1837"/>
                  </a:lnTo>
                  <a:lnTo>
                    <a:pt x="157" y="1780"/>
                  </a:lnTo>
                  <a:lnTo>
                    <a:pt x="89" y="1774"/>
                  </a:lnTo>
                  <a:lnTo>
                    <a:pt x="81" y="1783"/>
                  </a:lnTo>
                  <a:lnTo>
                    <a:pt x="74" y="1793"/>
                  </a:lnTo>
                  <a:lnTo>
                    <a:pt x="3" y="1606"/>
                  </a:lnTo>
                  <a:lnTo>
                    <a:pt x="0" y="1569"/>
                  </a:lnTo>
                  <a:lnTo>
                    <a:pt x="7" y="1533"/>
                  </a:lnTo>
                  <a:lnTo>
                    <a:pt x="41" y="1492"/>
                  </a:lnTo>
                  <a:lnTo>
                    <a:pt x="59" y="1481"/>
                  </a:lnTo>
                  <a:lnTo>
                    <a:pt x="684" y="1391"/>
                  </a:lnTo>
                  <a:lnTo>
                    <a:pt x="789" y="1406"/>
                  </a:lnTo>
                  <a:lnTo>
                    <a:pt x="904" y="1411"/>
                  </a:lnTo>
                  <a:lnTo>
                    <a:pt x="958" y="1398"/>
                  </a:lnTo>
                  <a:lnTo>
                    <a:pt x="1048" y="1353"/>
                  </a:lnTo>
                  <a:lnTo>
                    <a:pt x="1144" y="1293"/>
                  </a:lnTo>
                  <a:lnTo>
                    <a:pt x="1258" y="1216"/>
                  </a:lnTo>
                  <a:lnTo>
                    <a:pt x="1364" y="1127"/>
                  </a:lnTo>
                  <a:lnTo>
                    <a:pt x="1426" y="1074"/>
                  </a:lnTo>
                  <a:lnTo>
                    <a:pt x="1455" y="1050"/>
                  </a:lnTo>
                  <a:lnTo>
                    <a:pt x="1504" y="1008"/>
                  </a:lnTo>
                  <a:lnTo>
                    <a:pt x="1509" y="1004"/>
                  </a:lnTo>
                  <a:lnTo>
                    <a:pt x="1531" y="971"/>
                  </a:lnTo>
                  <a:lnTo>
                    <a:pt x="1535" y="964"/>
                  </a:lnTo>
                  <a:lnTo>
                    <a:pt x="1609" y="848"/>
                  </a:lnTo>
                  <a:lnTo>
                    <a:pt x="1611" y="838"/>
                  </a:lnTo>
                  <a:lnTo>
                    <a:pt x="1608" y="820"/>
                  </a:lnTo>
                  <a:lnTo>
                    <a:pt x="1588" y="804"/>
                  </a:lnTo>
                  <a:lnTo>
                    <a:pt x="1513" y="801"/>
                  </a:lnTo>
                  <a:lnTo>
                    <a:pt x="1442" y="786"/>
                  </a:lnTo>
                  <a:lnTo>
                    <a:pt x="1420" y="775"/>
                  </a:lnTo>
                  <a:lnTo>
                    <a:pt x="1394" y="745"/>
                  </a:lnTo>
                  <a:lnTo>
                    <a:pt x="1373" y="684"/>
                  </a:lnTo>
                  <a:lnTo>
                    <a:pt x="1377" y="650"/>
                  </a:lnTo>
                  <a:lnTo>
                    <a:pt x="1425" y="550"/>
                  </a:lnTo>
                  <a:lnTo>
                    <a:pt x="1450" y="523"/>
                  </a:lnTo>
                  <a:lnTo>
                    <a:pt x="1527" y="502"/>
                  </a:lnTo>
                  <a:lnTo>
                    <a:pt x="1654" y="496"/>
                  </a:lnTo>
                  <a:lnTo>
                    <a:pt x="1746" y="495"/>
                  </a:lnTo>
                  <a:lnTo>
                    <a:pt x="1851" y="509"/>
                  </a:lnTo>
                  <a:lnTo>
                    <a:pt x="1908" y="521"/>
                  </a:lnTo>
                  <a:lnTo>
                    <a:pt x="1947" y="548"/>
                  </a:lnTo>
                  <a:lnTo>
                    <a:pt x="1931" y="617"/>
                  </a:lnTo>
                  <a:lnTo>
                    <a:pt x="1934" y="632"/>
                  </a:lnTo>
                  <a:lnTo>
                    <a:pt x="2101" y="632"/>
                  </a:lnTo>
                  <a:lnTo>
                    <a:pt x="2236" y="498"/>
                  </a:lnTo>
                  <a:lnTo>
                    <a:pt x="2370" y="363"/>
                  </a:lnTo>
                  <a:lnTo>
                    <a:pt x="2383" y="350"/>
                  </a:lnTo>
                  <a:lnTo>
                    <a:pt x="2441" y="292"/>
                  </a:lnTo>
                  <a:lnTo>
                    <a:pt x="2602" y="118"/>
                  </a:lnTo>
                  <a:lnTo>
                    <a:pt x="2660" y="40"/>
                  </a:lnTo>
                  <a:lnTo>
                    <a:pt x="2723" y="5"/>
                  </a:lnTo>
                  <a:lnTo>
                    <a:pt x="2745" y="0"/>
                  </a:lnTo>
                  <a:lnTo>
                    <a:pt x="2918" y="34"/>
                  </a:lnTo>
                  <a:lnTo>
                    <a:pt x="2951" y="50"/>
                  </a:lnTo>
                  <a:lnTo>
                    <a:pt x="2977" y="89"/>
                  </a:lnTo>
                  <a:lnTo>
                    <a:pt x="3253" y="445"/>
                  </a:lnTo>
                  <a:lnTo>
                    <a:pt x="3276" y="475"/>
                  </a:lnTo>
                  <a:lnTo>
                    <a:pt x="3318" y="556"/>
                  </a:lnTo>
                  <a:lnTo>
                    <a:pt x="3458" y="844"/>
                  </a:lnTo>
                  <a:lnTo>
                    <a:pt x="3482" y="931"/>
                  </a:lnTo>
                  <a:lnTo>
                    <a:pt x="3493" y="985"/>
                  </a:lnTo>
                  <a:lnTo>
                    <a:pt x="3507" y="1050"/>
                  </a:lnTo>
                  <a:lnTo>
                    <a:pt x="3509" y="1104"/>
                  </a:lnTo>
                  <a:lnTo>
                    <a:pt x="3470" y="1221"/>
                  </a:lnTo>
                  <a:lnTo>
                    <a:pt x="3450" y="1256"/>
                  </a:lnTo>
                  <a:lnTo>
                    <a:pt x="3390" y="1307"/>
                  </a:lnTo>
                  <a:lnTo>
                    <a:pt x="3319" y="1312"/>
                  </a:lnTo>
                  <a:lnTo>
                    <a:pt x="3242" y="1316"/>
                  </a:lnTo>
                  <a:lnTo>
                    <a:pt x="3234" y="1321"/>
                  </a:lnTo>
                  <a:lnTo>
                    <a:pt x="3091" y="1550"/>
                  </a:lnTo>
                  <a:lnTo>
                    <a:pt x="3093" y="1569"/>
                  </a:lnTo>
                  <a:lnTo>
                    <a:pt x="3113" y="1592"/>
                  </a:lnTo>
                  <a:lnTo>
                    <a:pt x="3232" y="1616"/>
                  </a:lnTo>
                  <a:lnTo>
                    <a:pt x="3311" y="1621"/>
                  </a:lnTo>
                  <a:lnTo>
                    <a:pt x="3497" y="1549"/>
                  </a:lnTo>
                  <a:lnTo>
                    <a:pt x="3652" y="1490"/>
                  </a:lnTo>
                  <a:lnTo>
                    <a:pt x="3657" y="1487"/>
                  </a:lnTo>
                  <a:lnTo>
                    <a:pt x="3662" y="1483"/>
                  </a:lnTo>
                  <a:lnTo>
                    <a:pt x="3665" y="1480"/>
                  </a:lnTo>
                  <a:lnTo>
                    <a:pt x="3900" y="1211"/>
                  </a:lnTo>
                  <a:lnTo>
                    <a:pt x="3961" y="1146"/>
                  </a:lnTo>
                  <a:lnTo>
                    <a:pt x="4149" y="1049"/>
                  </a:lnTo>
                  <a:lnTo>
                    <a:pt x="4330" y="958"/>
                  </a:lnTo>
                  <a:lnTo>
                    <a:pt x="4380" y="933"/>
                  </a:lnTo>
                  <a:lnTo>
                    <a:pt x="4460" y="912"/>
                  </a:lnTo>
                  <a:lnTo>
                    <a:pt x="4546" y="905"/>
                  </a:lnTo>
                  <a:lnTo>
                    <a:pt x="4623" y="906"/>
                  </a:lnTo>
                  <a:lnTo>
                    <a:pt x="4722" y="913"/>
                  </a:lnTo>
                  <a:lnTo>
                    <a:pt x="4774" y="920"/>
                  </a:lnTo>
                  <a:lnTo>
                    <a:pt x="4820" y="946"/>
                  </a:lnTo>
                  <a:lnTo>
                    <a:pt x="4851" y="953"/>
                  </a:lnTo>
                  <a:lnTo>
                    <a:pt x="5103" y="797"/>
                  </a:lnTo>
                  <a:lnTo>
                    <a:pt x="5238" y="711"/>
                  </a:lnTo>
                  <a:lnTo>
                    <a:pt x="5306" y="642"/>
                  </a:lnTo>
                  <a:lnTo>
                    <a:pt x="5327" y="604"/>
                  </a:lnTo>
                  <a:lnTo>
                    <a:pt x="5370" y="588"/>
                  </a:lnTo>
                  <a:lnTo>
                    <a:pt x="5405" y="583"/>
                  </a:lnTo>
                  <a:lnTo>
                    <a:pt x="5522" y="585"/>
                  </a:lnTo>
                  <a:lnTo>
                    <a:pt x="5622" y="573"/>
                  </a:lnTo>
                  <a:lnTo>
                    <a:pt x="6384" y="581"/>
                  </a:lnTo>
                  <a:lnTo>
                    <a:pt x="6457" y="647"/>
                  </a:lnTo>
                  <a:lnTo>
                    <a:pt x="6469" y="757"/>
                  </a:lnTo>
                  <a:lnTo>
                    <a:pt x="6512" y="849"/>
                  </a:lnTo>
                  <a:lnTo>
                    <a:pt x="6577" y="937"/>
                  </a:lnTo>
                  <a:lnTo>
                    <a:pt x="6682" y="950"/>
                  </a:lnTo>
                  <a:lnTo>
                    <a:pt x="6871" y="933"/>
                  </a:lnTo>
                  <a:lnTo>
                    <a:pt x="7092" y="854"/>
                  </a:lnTo>
                  <a:lnTo>
                    <a:pt x="7226" y="815"/>
                  </a:lnTo>
                  <a:lnTo>
                    <a:pt x="7275" y="781"/>
                  </a:lnTo>
                  <a:lnTo>
                    <a:pt x="7354" y="767"/>
                  </a:lnTo>
                  <a:lnTo>
                    <a:pt x="7359" y="768"/>
                  </a:lnTo>
                  <a:lnTo>
                    <a:pt x="7474" y="696"/>
                  </a:lnTo>
                  <a:lnTo>
                    <a:pt x="7668" y="511"/>
                  </a:lnTo>
                  <a:lnTo>
                    <a:pt x="7737" y="389"/>
                  </a:lnTo>
                  <a:lnTo>
                    <a:pt x="7809" y="227"/>
                  </a:lnTo>
                  <a:lnTo>
                    <a:pt x="7835" y="207"/>
                  </a:lnTo>
                  <a:lnTo>
                    <a:pt x="7877" y="197"/>
                  </a:lnTo>
                  <a:lnTo>
                    <a:pt x="7961" y="205"/>
                  </a:lnTo>
                  <a:lnTo>
                    <a:pt x="8089" y="158"/>
                  </a:lnTo>
                  <a:lnTo>
                    <a:pt x="8151" y="20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8803648" y="2484327"/>
              <a:ext cx="1043" cy="288"/>
            </a:xfrm>
            <a:custGeom>
              <a:avLst/>
              <a:pathLst>
                <a:path w="1043" h="288">
                  <a:moveTo>
                    <a:pt x="968" y="139"/>
                  </a:moveTo>
                  <a:lnTo>
                    <a:pt x="575" y="221"/>
                  </a:lnTo>
                  <a:lnTo>
                    <a:pt x="23" y="288"/>
                  </a:lnTo>
                  <a:lnTo>
                    <a:pt x="14" y="283"/>
                  </a:lnTo>
                  <a:lnTo>
                    <a:pt x="0" y="253"/>
                  </a:lnTo>
                  <a:lnTo>
                    <a:pt x="44" y="140"/>
                  </a:lnTo>
                  <a:lnTo>
                    <a:pt x="52" y="138"/>
                  </a:lnTo>
                  <a:lnTo>
                    <a:pt x="92" y="132"/>
                  </a:lnTo>
                  <a:lnTo>
                    <a:pt x="98" y="154"/>
                  </a:lnTo>
                  <a:lnTo>
                    <a:pt x="569" y="101"/>
                  </a:lnTo>
                  <a:lnTo>
                    <a:pt x="782" y="62"/>
                  </a:lnTo>
                  <a:lnTo>
                    <a:pt x="985" y="0"/>
                  </a:lnTo>
                  <a:lnTo>
                    <a:pt x="1008" y="7"/>
                  </a:lnTo>
                  <a:lnTo>
                    <a:pt x="1029" y="43"/>
                  </a:lnTo>
                  <a:lnTo>
                    <a:pt x="1043" y="108"/>
                  </a:lnTo>
                  <a:lnTo>
                    <a:pt x="968" y="13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8893014" y="2489131"/>
              <a:ext cx="531" cy="769"/>
            </a:xfrm>
            <a:custGeom>
              <a:avLst/>
              <a:pathLst>
                <a:path w="531" h="769">
                  <a:moveTo>
                    <a:pt x="523" y="341"/>
                  </a:moveTo>
                  <a:lnTo>
                    <a:pt x="446" y="460"/>
                  </a:lnTo>
                  <a:lnTo>
                    <a:pt x="428" y="460"/>
                  </a:lnTo>
                  <a:lnTo>
                    <a:pt x="412" y="450"/>
                  </a:lnTo>
                  <a:lnTo>
                    <a:pt x="392" y="413"/>
                  </a:lnTo>
                  <a:lnTo>
                    <a:pt x="367" y="389"/>
                  </a:lnTo>
                  <a:lnTo>
                    <a:pt x="336" y="389"/>
                  </a:lnTo>
                  <a:lnTo>
                    <a:pt x="312" y="407"/>
                  </a:lnTo>
                  <a:lnTo>
                    <a:pt x="249" y="499"/>
                  </a:lnTo>
                  <a:lnTo>
                    <a:pt x="171" y="655"/>
                  </a:lnTo>
                  <a:lnTo>
                    <a:pt x="147" y="758"/>
                  </a:lnTo>
                  <a:lnTo>
                    <a:pt x="125" y="769"/>
                  </a:lnTo>
                  <a:lnTo>
                    <a:pt x="99" y="766"/>
                  </a:lnTo>
                  <a:lnTo>
                    <a:pt x="80" y="754"/>
                  </a:lnTo>
                  <a:lnTo>
                    <a:pt x="5" y="617"/>
                  </a:lnTo>
                  <a:lnTo>
                    <a:pt x="0" y="590"/>
                  </a:lnTo>
                  <a:lnTo>
                    <a:pt x="7" y="379"/>
                  </a:lnTo>
                  <a:lnTo>
                    <a:pt x="11" y="347"/>
                  </a:lnTo>
                  <a:lnTo>
                    <a:pt x="33" y="315"/>
                  </a:lnTo>
                  <a:lnTo>
                    <a:pt x="325" y="35"/>
                  </a:lnTo>
                  <a:lnTo>
                    <a:pt x="342" y="22"/>
                  </a:lnTo>
                  <a:lnTo>
                    <a:pt x="400" y="17"/>
                  </a:lnTo>
                  <a:lnTo>
                    <a:pt x="469" y="0"/>
                  </a:lnTo>
                  <a:lnTo>
                    <a:pt x="511" y="1"/>
                  </a:lnTo>
                  <a:lnTo>
                    <a:pt x="531" y="263"/>
                  </a:lnTo>
                  <a:lnTo>
                    <a:pt x="523" y="3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8886985" y="2483676"/>
              <a:ext cx="458" cy="471"/>
            </a:xfrm>
            <a:custGeom>
              <a:avLst/>
              <a:pathLst>
                <a:path w="458" h="471">
                  <a:moveTo>
                    <a:pt x="445" y="395"/>
                  </a:moveTo>
                  <a:lnTo>
                    <a:pt x="441" y="400"/>
                  </a:lnTo>
                  <a:lnTo>
                    <a:pt x="433" y="407"/>
                  </a:lnTo>
                  <a:lnTo>
                    <a:pt x="427" y="409"/>
                  </a:lnTo>
                  <a:lnTo>
                    <a:pt x="421" y="408"/>
                  </a:lnTo>
                  <a:lnTo>
                    <a:pt x="411" y="404"/>
                  </a:lnTo>
                  <a:lnTo>
                    <a:pt x="393" y="394"/>
                  </a:lnTo>
                  <a:lnTo>
                    <a:pt x="387" y="392"/>
                  </a:lnTo>
                  <a:lnTo>
                    <a:pt x="382" y="392"/>
                  </a:lnTo>
                  <a:lnTo>
                    <a:pt x="374" y="395"/>
                  </a:lnTo>
                  <a:lnTo>
                    <a:pt x="368" y="411"/>
                  </a:lnTo>
                  <a:lnTo>
                    <a:pt x="362" y="430"/>
                  </a:lnTo>
                  <a:lnTo>
                    <a:pt x="354" y="445"/>
                  </a:lnTo>
                  <a:lnTo>
                    <a:pt x="345" y="458"/>
                  </a:lnTo>
                  <a:lnTo>
                    <a:pt x="331" y="464"/>
                  </a:lnTo>
                  <a:lnTo>
                    <a:pt x="302" y="469"/>
                  </a:lnTo>
                  <a:lnTo>
                    <a:pt x="275" y="471"/>
                  </a:lnTo>
                  <a:lnTo>
                    <a:pt x="255" y="471"/>
                  </a:lnTo>
                  <a:lnTo>
                    <a:pt x="248" y="469"/>
                  </a:lnTo>
                  <a:lnTo>
                    <a:pt x="234" y="463"/>
                  </a:lnTo>
                  <a:lnTo>
                    <a:pt x="226" y="458"/>
                  </a:lnTo>
                  <a:lnTo>
                    <a:pt x="217" y="451"/>
                  </a:lnTo>
                  <a:lnTo>
                    <a:pt x="213" y="447"/>
                  </a:lnTo>
                  <a:lnTo>
                    <a:pt x="207" y="446"/>
                  </a:lnTo>
                  <a:lnTo>
                    <a:pt x="201" y="445"/>
                  </a:lnTo>
                  <a:lnTo>
                    <a:pt x="128" y="439"/>
                  </a:lnTo>
                  <a:lnTo>
                    <a:pt x="70" y="438"/>
                  </a:lnTo>
                  <a:lnTo>
                    <a:pt x="43" y="438"/>
                  </a:lnTo>
                  <a:lnTo>
                    <a:pt x="32" y="438"/>
                  </a:lnTo>
                  <a:lnTo>
                    <a:pt x="27" y="438"/>
                  </a:lnTo>
                  <a:lnTo>
                    <a:pt x="23" y="434"/>
                  </a:lnTo>
                  <a:lnTo>
                    <a:pt x="15" y="397"/>
                  </a:lnTo>
                  <a:lnTo>
                    <a:pt x="11" y="379"/>
                  </a:lnTo>
                  <a:lnTo>
                    <a:pt x="1" y="326"/>
                  </a:lnTo>
                  <a:lnTo>
                    <a:pt x="0" y="311"/>
                  </a:lnTo>
                  <a:lnTo>
                    <a:pt x="0" y="306"/>
                  </a:lnTo>
                  <a:lnTo>
                    <a:pt x="1" y="288"/>
                  </a:lnTo>
                  <a:lnTo>
                    <a:pt x="3" y="283"/>
                  </a:lnTo>
                  <a:lnTo>
                    <a:pt x="12" y="266"/>
                  </a:lnTo>
                  <a:lnTo>
                    <a:pt x="27" y="190"/>
                  </a:lnTo>
                  <a:lnTo>
                    <a:pt x="26" y="181"/>
                  </a:lnTo>
                  <a:lnTo>
                    <a:pt x="21" y="152"/>
                  </a:lnTo>
                  <a:lnTo>
                    <a:pt x="19" y="131"/>
                  </a:lnTo>
                  <a:lnTo>
                    <a:pt x="19" y="123"/>
                  </a:lnTo>
                  <a:lnTo>
                    <a:pt x="21" y="103"/>
                  </a:lnTo>
                  <a:lnTo>
                    <a:pt x="27" y="96"/>
                  </a:lnTo>
                  <a:lnTo>
                    <a:pt x="56" y="67"/>
                  </a:lnTo>
                  <a:lnTo>
                    <a:pt x="100" y="27"/>
                  </a:lnTo>
                  <a:lnTo>
                    <a:pt x="135" y="0"/>
                  </a:lnTo>
                  <a:lnTo>
                    <a:pt x="142" y="0"/>
                  </a:lnTo>
                  <a:lnTo>
                    <a:pt x="165" y="2"/>
                  </a:lnTo>
                  <a:lnTo>
                    <a:pt x="198" y="20"/>
                  </a:lnTo>
                  <a:lnTo>
                    <a:pt x="244" y="61"/>
                  </a:lnTo>
                  <a:lnTo>
                    <a:pt x="275" y="91"/>
                  </a:lnTo>
                  <a:lnTo>
                    <a:pt x="291" y="105"/>
                  </a:lnTo>
                  <a:lnTo>
                    <a:pt x="334" y="146"/>
                  </a:lnTo>
                  <a:lnTo>
                    <a:pt x="358" y="180"/>
                  </a:lnTo>
                  <a:lnTo>
                    <a:pt x="424" y="274"/>
                  </a:lnTo>
                  <a:lnTo>
                    <a:pt x="454" y="321"/>
                  </a:lnTo>
                  <a:lnTo>
                    <a:pt x="456" y="328"/>
                  </a:lnTo>
                  <a:lnTo>
                    <a:pt x="457" y="336"/>
                  </a:lnTo>
                  <a:lnTo>
                    <a:pt x="458" y="344"/>
                  </a:lnTo>
                  <a:lnTo>
                    <a:pt x="457" y="356"/>
                  </a:lnTo>
                  <a:lnTo>
                    <a:pt x="455" y="364"/>
                  </a:lnTo>
                  <a:lnTo>
                    <a:pt x="452" y="377"/>
                  </a:lnTo>
                  <a:lnTo>
                    <a:pt x="447" y="391"/>
                  </a:lnTo>
                  <a:lnTo>
                    <a:pt x="445" y="39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8786043" y="2478283"/>
              <a:ext cx="1177" cy="957"/>
            </a:xfrm>
            <a:custGeom>
              <a:avLst/>
              <a:pathLst>
                <a:path w="1177" h="957">
                  <a:moveTo>
                    <a:pt x="1177" y="284"/>
                  </a:moveTo>
                  <a:lnTo>
                    <a:pt x="780" y="731"/>
                  </a:lnTo>
                  <a:lnTo>
                    <a:pt x="679" y="802"/>
                  </a:lnTo>
                  <a:lnTo>
                    <a:pt x="617" y="819"/>
                  </a:lnTo>
                  <a:lnTo>
                    <a:pt x="563" y="815"/>
                  </a:lnTo>
                  <a:lnTo>
                    <a:pt x="397" y="718"/>
                  </a:lnTo>
                  <a:lnTo>
                    <a:pt x="343" y="705"/>
                  </a:lnTo>
                  <a:lnTo>
                    <a:pt x="96" y="955"/>
                  </a:lnTo>
                  <a:lnTo>
                    <a:pt x="29" y="957"/>
                  </a:lnTo>
                  <a:lnTo>
                    <a:pt x="11" y="937"/>
                  </a:lnTo>
                  <a:lnTo>
                    <a:pt x="0" y="911"/>
                  </a:lnTo>
                  <a:lnTo>
                    <a:pt x="382" y="455"/>
                  </a:lnTo>
                  <a:lnTo>
                    <a:pt x="440" y="508"/>
                  </a:lnTo>
                  <a:lnTo>
                    <a:pt x="709" y="225"/>
                  </a:lnTo>
                  <a:lnTo>
                    <a:pt x="932" y="0"/>
                  </a:lnTo>
                  <a:lnTo>
                    <a:pt x="961" y="39"/>
                  </a:lnTo>
                  <a:lnTo>
                    <a:pt x="1177" y="2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8801355" y="2477273"/>
              <a:ext cx="1537" cy="1401"/>
            </a:xfrm>
            <a:custGeom>
              <a:avLst/>
              <a:pathLst>
                <a:path w="1537" h="1401">
                  <a:moveTo>
                    <a:pt x="198" y="1399"/>
                  </a:moveTo>
                  <a:lnTo>
                    <a:pt x="156" y="1401"/>
                  </a:lnTo>
                  <a:lnTo>
                    <a:pt x="135" y="1397"/>
                  </a:lnTo>
                  <a:lnTo>
                    <a:pt x="49" y="1377"/>
                  </a:lnTo>
                  <a:lnTo>
                    <a:pt x="24" y="1348"/>
                  </a:lnTo>
                  <a:lnTo>
                    <a:pt x="22" y="1343"/>
                  </a:lnTo>
                  <a:lnTo>
                    <a:pt x="0" y="1281"/>
                  </a:lnTo>
                  <a:lnTo>
                    <a:pt x="15" y="1224"/>
                  </a:lnTo>
                  <a:lnTo>
                    <a:pt x="39" y="1139"/>
                  </a:lnTo>
                  <a:lnTo>
                    <a:pt x="64" y="1051"/>
                  </a:lnTo>
                  <a:lnTo>
                    <a:pt x="69" y="1032"/>
                  </a:lnTo>
                  <a:lnTo>
                    <a:pt x="96" y="937"/>
                  </a:lnTo>
                  <a:lnTo>
                    <a:pt x="245" y="844"/>
                  </a:lnTo>
                  <a:lnTo>
                    <a:pt x="276" y="834"/>
                  </a:lnTo>
                  <a:lnTo>
                    <a:pt x="807" y="571"/>
                  </a:lnTo>
                  <a:lnTo>
                    <a:pt x="917" y="474"/>
                  </a:lnTo>
                  <a:lnTo>
                    <a:pt x="944" y="430"/>
                  </a:lnTo>
                  <a:lnTo>
                    <a:pt x="1046" y="327"/>
                  </a:lnTo>
                  <a:lnTo>
                    <a:pt x="1141" y="246"/>
                  </a:lnTo>
                  <a:lnTo>
                    <a:pt x="1479" y="7"/>
                  </a:lnTo>
                  <a:lnTo>
                    <a:pt x="1512" y="0"/>
                  </a:lnTo>
                  <a:lnTo>
                    <a:pt x="1537" y="9"/>
                  </a:lnTo>
                  <a:lnTo>
                    <a:pt x="1416" y="464"/>
                  </a:lnTo>
                  <a:lnTo>
                    <a:pt x="1390" y="505"/>
                  </a:lnTo>
                  <a:lnTo>
                    <a:pt x="1254" y="663"/>
                  </a:lnTo>
                  <a:lnTo>
                    <a:pt x="1182" y="719"/>
                  </a:lnTo>
                  <a:lnTo>
                    <a:pt x="1094" y="761"/>
                  </a:lnTo>
                  <a:lnTo>
                    <a:pt x="1085" y="765"/>
                  </a:lnTo>
                  <a:lnTo>
                    <a:pt x="1006" y="818"/>
                  </a:lnTo>
                  <a:lnTo>
                    <a:pt x="943" y="854"/>
                  </a:lnTo>
                  <a:lnTo>
                    <a:pt x="893" y="874"/>
                  </a:lnTo>
                  <a:lnTo>
                    <a:pt x="839" y="896"/>
                  </a:lnTo>
                  <a:lnTo>
                    <a:pt x="716" y="945"/>
                  </a:lnTo>
                  <a:lnTo>
                    <a:pt x="682" y="975"/>
                  </a:lnTo>
                  <a:lnTo>
                    <a:pt x="638" y="1014"/>
                  </a:lnTo>
                  <a:lnTo>
                    <a:pt x="535" y="1105"/>
                  </a:lnTo>
                  <a:lnTo>
                    <a:pt x="517" y="1121"/>
                  </a:lnTo>
                  <a:lnTo>
                    <a:pt x="445" y="1187"/>
                  </a:lnTo>
                  <a:lnTo>
                    <a:pt x="407" y="1220"/>
                  </a:lnTo>
                  <a:lnTo>
                    <a:pt x="372" y="1251"/>
                  </a:lnTo>
                  <a:lnTo>
                    <a:pt x="288" y="1338"/>
                  </a:lnTo>
                  <a:lnTo>
                    <a:pt x="283" y="1342"/>
                  </a:lnTo>
                  <a:lnTo>
                    <a:pt x="248" y="1365"/>
                  </a:lnTo>
                  <a:lnTo>
                    <a:pt x="198" y="139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8772017" y="2475287"/>
              <a:ext cx="222" cy="550"/>
            </a:xfrm>
            <a:custGeom>
              <a:avLst/>
              <a:pathLst>
                <a:path w="222" h="550">
                  <a:moveTo>
                    <a:pt x="47" y="550"/>
                  </a:moveTo>
                  <a:lnTo>
                    <a:pt x="35" y="550"/>
                  </a:lnTo>
                  <a:lnTo>
                    <a:pt x="24" y="531"/>
                  </a:lnTo>
                  <a:lnTo>
                    <a:pt x="21" y="523"/>
                  </a:lnTo>
                  <a:lnTo>
                    <a:pt x="20" y="509"/>
                  </a:lnTo>
                  <a:lnTo>
                    <a:pt x="20" y="495"/>
                  </a:lnTo>
                  <a:lnTo>
                    <a:pt x="21" y="489"/>
                  </a:lnTo>
                  <a:lnTo>
                    <a:pt x="24" y="481"/>
                  </a:lnTo>
                  <a:lnTo>
                    <a:pt x="32" y="463"/>
                  </a:lnTo>
                  <a:lnTo>
                    <a:pt x="38" y="450"/>
                  </a:lnTo>
                  <a:lnTo>
                    <a:pt x="84" y="347"/>
                  </a:lnTo>
                  <a:lnTo>
                    <a:pt x="77" y="343"/>
                  </a:lnTo>
                  <a:lnTo>
                    <a:pt x="64" y="333"/>
                  </a:lnTo>
                  <a:lnTo>
                    <a:pt x="60" y="329"/>
                  </a:lnTo>
                  <a:lnTo>
                    <a:pt x="54" y="323"/>
                  </a:lnTo>
                  <a:lnTo>
                    <a:pt x="45" y="315"/>
                  </a:lnTo>
                  <a:lnTo>
                    <a:pt x="40" y="308"/>
                  </a:lnTo>
                  <a:lnTo>
                    <a:pt x="34" y="298"/>
                  </a:lnTo>
                  <a:lnTo>
                    <a:pt x="9" y="253"/>
                  </a:lnTo>
                  <a:lnTo>
                    <a:pt x="7" y="248"/>
                  </a:lnTo>
                  <a:lnTo>
                    <a:pt x="0" y="190"/>
                  </a:lnTo>
                  <a:lnTo>
                    <a:pt x="3" y="168"/>
                  </a:lnTo>
                  <a:lnTo>
                    <a:pt x="4" y="160"/>
                  </a:lnTo>
                  <a:lnTo>
                    <a:pt x="69" y="59"/>
                  </a:lnTo>
                  <a:lnTo>
                    <a:pt x="73" y="54"/>
                  </a:lnTo>
                  <a:lnTo>
                    <a:pt x="78" y="48"/>
                  </a:lnTo>
                  <a:lnTo>
                    <a:pt x="83" y="44"/>
                  </a:lnTo>
                  <a:lnTo>
                    <a:pt x="90" y="38"/>
                  </a:lnTo>
                  <a:lnTo>
                    <a:pt x="101" y="28"/>
                  </a:lnTo>
                  <a:lnTo>
                    <a:pt x="109" y="18"/>
                  </a:lnTo>
                  <a:lnTo>
                    <a:pt x="114" y="3"/>
                  </a:lnTo>
                  <a:lnTo>
                    <a:pt x="123" y="2"/>
                  </a:lnTo>
                  <a:lnTo>
                    <a:pt x="139" y="0"/>
                  </a:lnTo>
                  <a:lnTo>
                    <a:pt x="151" y="2"/>
                  </a:lnTo>
                  <a:lnTo>
                    <a:pt x="178" y="77"/>
                  </a:lnTo>
                  <a:lnTo>
                    <a:pt x="186" y="97"/>
                  </a:lnTo>
                  <a:lnTo>
                    <a:pt x="190" y="110"/>
                  </a:lnTo>
                  <a:lnTo>
                    <a:pt x="193" y="118"/>
                  </a:lnTo>
                  <a:lnTo>
                    <a:pt x="221" y="202"/>
                  </a:lnTo>
                  <a:lnTo>
                    <a:pt x="222" y="233"/>
                  </a:lnTo>
                  <a:lnTo>
                    <a:pt x="222" y="293"/>
                  </a:lnTo>
                  <a:lnTo>
                    <a:pt x="194" y="367"/>
                  </a:lnTo>
                  <a:lnTo>
                    <a:pt x="143" y="497"/>
                  </a:lnTo>
                  <a:lnTo>
                    <a:pt x="138" y="504"/>
                  </a:lnTo>
                  <a:lnTo>
                    <a:pt x="73" y="538"/>
                  </a:lnTo>
                  <a:lnTo>
                    <a:pt x="68" y="541"/>
                  </a:lnTo>
                  <a:lnTo>
                    <a:pt x="58" y="545"/>
                  </a:lnTo>
                  <a:lnTo>
                    <a:pt x="47" y="55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8802908" y="2476254"/>
              <a:ext cx="187" cy="530"/>
            </a:xfrm>
            <a:custGeom>
              <a:avLst/>
              <a:pathLst>
                <a:path w="187" h="530">
                  <a:moveTo>
                    <a:pt x="118" y="523"/>
                  </a:moveTo>
                  <a:lnTo>
                    <a:pt x="111" y="530"/>
                  </a:lnTo>
                  <a:lnTo>
                    <a:pt x="8" y="333"/>
                  </a:lnTo>
                  <a:lnTo>
                    <a:pt x="0" y="292"/>
                  </a:lnTo>
                  <a:lnTo>
                    <a:pt x="2" y="254"/>
                  </a:lnTo>
                  <a:lnTo>
                    <a:pt x="21" y="184"/>
                  </a:lnTo>
                  <a:lnTo>
                    <a:pt x="63" y="100"/>
                  </a:lnTo>
                  <a:lnTo>
                    <a:pt x="94" y="68"/>
                  </a:lnTo>
                  <a:lnTo>
                    <a:pt x="187" y="0"/>
                  </a:lnTo>
                  <a:lnTo>
                    <a:pt x="149" y="42"/>
                  </a:lnTo>
                  <a:lnTo>
                    <a:pt x="94" y="122"/>
                  </a:lnTo>
                  <a:lnTo>
                    <a:pt x="76" y="167"/>
                  </a:lnTo>
                  <a:lnTo>
                    <a:pt x="75" y="283"/>
                  </a:lnTo>
                  <a:lnTo>
                    <a:pt x="93" y="410"/>
                  </a:lnTo>
                  <a:lnTo>
                    <a:pt x="120" y="484"/>
                  </a:lnTo>
                  <a:lnTo>
                    <a:pt x="118" y="5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8771254" y="2475028"/>
              <a:ext cx="2621" cy="6016"/>
            </a:xfrm>
            <a:custGeom>
              <a:avLst/>
              <a:pathLst>
                <a:path w="2621" h="6016">
                  <a:moveTo>
                    <a:pt x="2154" y="727"/>
                  </a:moveTo>
                  <a:lnTo>
                    <a:pt x="2276" y="766"/>
                  </a:lnTo>
                  <a:lnTo>
                    <a:pt x="2330" y="768"/>
                  </a:lnTo>
                  <a:lnTo>
                    <a:pt x="2336" y="769"/>
                  </a:lnTo>
                  <a:lnTo>
                    <a:pt x="2347" y="772"/>
                  </a:lnTo>
                  <a:lnTo>
                    <a:pt x="2367" y="784"/>
                  </a:lnTo>
                  <a:lnTo>
                    <a:pt x="2395" y="806"/>
                  </a:lnTo>
                  <a:lnTo>
                    <a:pt x="2427" y="848"/>
                  </a:lnTo>
                  <a:lnTo>
                    <a:pt x="2435" y="864"/>
                  </a:lnTo>
                  <a:lnTo>
                    <a:pt x="2511" y="927"/>
                  </a:lnTo>
                  <a:lnTo>
                    <a:pt x="2621" y="1018"/>
                  </a:lnTo>
                  <a:lnTo>
                    <a:pt x="2616" y="1045"/>
                  </a:lnTo>
                  <a:lnTo>
                    <a:pt x="2593" y="1171"/>
                  </a:lnTo>
                  <a:lnTo>
                    <a:pt x="2580" y="1241"/>
                  </a:lnTo>
                  <a:lnTo>
                    <a:pt x="2556" y="1282"/>
                  </a:lnTo>
                  <a:lnTo>
                    <a:pt x="2520" y="1337"/>
                  </a:lnTo>
                  <a:lnTo>
                    <a:pt x="2517" y="1341"/>
                  </a:lnTo>
                  <a:lnTo>
                    <a:pt x="2303" y="1662"/>
                  </a:lnTo>
                  <a:lnTo>
                    <a:pt x="2221" y="1746"/>
                  </a:lnTo>
                  <a:lnTo>
                    <a:pt x="2199" y="1757"/>
                  </a:lnTo>
                  <a:lnTo>
                    <a:pt x="2136" y="1751"/>
                  </a:lnTo>
                  <a:lnTo>
                    <a:pt x="2091" y="1747"/>
                  </a:lnTo>
                  <a:lnTo>
                    <a:pt x="2086" y="1751"/>
                  </a:lnTo>
                  <a:lnTo>
                    <a:pt x="2016" y="1798"/>
                  </a:lnTo>
                  <a:lnTo>
                    <a:pt x="1754" y="1976"/>
                  </a:lnTo>
                  <a:lnTo>
                    <a:pt x="1747" y="1981"/>
                  </a:lnTo>
                  <a:lnTo>
                    <a:pt x="1738" y="1988"/>
                  </a:lnTo>
                  <a:lnTo>
                    <a:pt x="1730" y="2003"/>
                  </a:lnTo>
                  <a:lnTo>
                    <a:pt x="1702" y="2065"/>
                  </a:lnTo>
                  <a:lnTo>
                    <a:pt x="1577" y="2350"/>
                  </a:lnTo>
                  <a:lnTo>
                    <a:pt x="1686" y="2562"/>
                  </a:lnTo>
                  <a:lnTo>
                    <a:pt x="1643" y="2698"/>
                  </a:lnTo>
                  <a:lnTo>
                    <a:pt x="1611" y="2763"/>
                  </a:lnTo>
                  <a:lnTo>
                    <a:pt x="1600" y="2809"/>
                  </a:lnTo>
                  <a:lnTo>
                    <a:pt x="1602" y="2875"/>
                  </a:lnTo>
                  <a:lnTo>
                    <a:pt x="1614" y="2887"/>
                  </a:lnTo>
                  <a:lnTo>
                    <a:pt x="1637" y="2929"/>
                  </a:lnTo>
                  <a:lnTo>
                    <a:pt x="1669" y="3010"/>
                  </a:lnTo>
                  <a:lnTo>
                    <a:pt x="1715" y="3145"/>
                  </a:lnTo>
                  <a:lnTo>
                    <a:pt x="1789" y="3215"/>
                  </a:lnTo>
                  <a:lnTo>
                    <a:pt x="1851" y="3314"/>
                  </a:lnTo>
                  <a:lnTo>
                    <a:pt x="1849" y="3363"/>
                  </a:lnTo>
                  <a:lnTo>
                    <a:pt x="1747" y="3557"/>
                  </a:lnTo>
                  <a:lnTo>
                    <a:pt x="1690" y="3614"/>
                  </a:lnTo>
                  <a:lnTo>
                    <a:pt x="1617" y="3597"/>
                  </a:lnTo>
                  <a:lnTo>
                    <a:pt x="1614" y="3602"/>
                  </a:lnTo>
                  <a:lnTo>
                    <a:pt x="1592" y="3641"/>
                  </a:lnTo>
                  <a:lnTo>
                    <a:pt x="1481" y="3839"/>
                  </a:lnTo>
                  <a:lnTo>
                    <a:pt x="1459" y="3861"/>
                  </a:lnTo>
                  <a:lnTo>
                    <a:pt x="1395" y="4084"/>
                  </a:lnTo>
                  <a:lnTo>
                    <a:pt x="1306" y="4538"/>
                  </a:lnTo>
                  <a:lnTo>
                    <a:pt x="1224" y="4581"/>
                  </a:lnTo>
                  <a:lnTo>
                    <a:pt x="1033" y="4560"/>
                  </a:lnTo>
                  <a:lnTo>
                    <a:pt x="798" y="4487"/>
                  </a:lnTo>
                  <a:lnTo>
                    <a:pt x="684" y="4509"/>
                  </a:lnTo>
                  <a:lnTo>
                    <a:pt x="658" y="4574"/>
                  </a:lnTo>
                  <a:lnTo>
                    <a:pt x="754" y="4819"/>
                  </a:lnTo>
                  <a:lnTo>
                    <a:pt x="830" y="4913"/>
                  </a:lnTo>
                  <a:lnTo>
                    <a:pt x="944" y="4949"/>
                  </a:lnTo>
                  <a:lnTo>
                    <a:pt x="1039" y="5014"/>
                  </a:lnTo>
                  <a:lnTo>
                    <a:pt x="1179" y="5086"/>
                  </a:lnTo>
                  <a:lnTo>
                    <a:pt x="1344" y="5223"/>
                  </a:lnTo>
                  <a:lnTo>
                    <a:pt x="1357" y="5324"/>
                  </a:lnTo>
                  <a:lnTo>
                    <a:pt x="1205" y="5980"/>
                  </a:lnTo>
                  <a:lnTo>
                    <a:pt x="1128" y="6016"/>
                  </a:lnTo>
                  <a:lnTo>
                    <a:pt x="1020" y="5973"/>
                  </a:lnTo>
                  <a:lnTo>
                    <a:pt x="804" y="5836"/>
                  </a:lnTo>
                  <a:lnTo>
                    <a:pt x="588" y="5627"/>
                  </a:lnTo>
                  <a:lnTo>
                    <a:pt x="442" y="5519"/>
                  </a:lnTo>
                  <a:lnTo>
                    <a:pt x="398" y="5367"/>
                  </a:lnTo>
                  <a:lnTo>
                    <a:pt x="303" y="4790"/>
                  </a:lnTo>
                  <a:lnTo>
                    <a:pt x="280" y="4615"/>
                  </a:lnTo>
                  <a:lnTo>
                    <a:pt x="276" y="4614"/>
                  </a:lnTo>
                  <a:lnTo>
                    <a:pt x="0" y="3749"/>
                  </a:lnTo>
                  <a:lnTo>
                    <a:pt x="83" y="3379"/>
                  </a:lnTo>
                  <a:lnTo>
                    <a:pt x="134" y="3157"/>
                  </a:lnTo>
                  <a:lnTo>
                    <a:pt x="176" y="3056"/>
                  </a:lnTo>
                  <a:lnTo>
                    <a:pt x="233" y="2917"/>
                  </a:lnTo>
                  <a:lnTo>
                    <a:pt x="350" y="2903"/>
                  </a:lnTo>
                  <a:lnTo>
                    <a:pt x="504" y="2884"/>
                  </a:lnTo>
                  <a:lnTo>
                    <a:pt x="656" y="2823"/>
                  </a:lnTo>
                  <a:lnTo>
                    <a:pt x="716" y="2542"/>
                  </a:lnTo>
                  <a:lnTo>
                    <a:pt x="761" y="2162"/>
                  </a:lnTo>
                  <a:lnTo>
                    <a:pt x="778" y="2080"/>
                  </a:lnTo>
                  <a:lnTo>
                    <a:pt x="787" y="2036"/>
                  </a:lnTo>
                  <a:lnTo>
                    <a:pt x="838" y="1860"/>
                  </a:lnTo>
                  <a:lnTo>
                    <a:pt x="891" y="1681"/>
                  </a:lnTo>
                  <a:lnTo>
                    <a:pt x="917" y="1606"/>
                  </a:lnTo>
                  <a:lnTo>
                    <a:pt x="1105" y="1317"/>
                  </a:lnTo>
                  <a:lnTo>
                    <a:pt x="1160" y="1231"/>
                  </a:lnTo>
                  <a:lnTo>
                    <a:pt x="1244" y="1065"/>
                  </a:lnTo>
                  <a:lnTo>
                    <a:pt x="1317" y="892"/>
                  </a:lnTo>
                  <a:lnTo>
                    <a:pt x="1326" y="870"/>
                  </a:lnTo>
                  <a:lnTo>
                    <a:pt x="1264" y="799"/>
                  </a:lnTo>
                  <a:lnTo>
                    <a:pt x="1242" y="757"/>
                  </a:lnTo>
                  <a:lnTo>
                    <a:pt x="1237" y="737"/>
                  </a:lnTo>
                  <a:lnTo>
                    <a:pt x="1200" y="576"/>
                  </a:lnTo>
                  <a:lnTo>
                    <a:pt x="1192" y="542"/>
                  </a:lnTo>
                  <a:lnTo>
                    <a:pt x="1192" y="533"/>
                  </a:lnTo>
                  <a:lnTo>
                    <a:pt x="1193" y="515"/>
                  </a:lnTo>
                  <a:lnTo>
                    <a:pt x="1197" y="462"/>
                  </a:lnTo>
                  <a:lnTo>
                    <a:pt x="1198" y="456"/>
                  </a:lnTo>
                  <a:lnTo>
                    <a:pt x="1230" y="420"/>
                  </a:lnTo>
                  <a:lnTo>
                    <a:pt x="1266" y="379"/>
                  </a:lnTo>
                  <a:lnTo>
                    <a:pt x="1270" y="375"/>
                  </a:lnTo>
                  <a:lnTo>
                    <a:pt x="1276" y="370"/>
                  </a:lnTo>
                  <a:lnTo>
                    <a:pt x="1280" y="367"/>
                  </a:lnTo>
                  <a:lnTo>
                    <a:pt x="1359" y="322"/>
                  </a:lnTo>
                  <a:lnTo>
                    <a:pt x="1591" y="159"/>
                  </a:lnTo>
                  <a:lnTo>
                    <a:pt x="1676" y="8"/>
                  </a:lnTo>
                  <a:lnTo>
                    <a:pt x="1689" y="3"/>
                  </a:lnTo>
                  <a:lnTo>
                    <a:pt x="1697" y="0"/>
                  </a:lnTo>
                  <a:lnTo>
                    <a:pt x="1872" y="231"/>
                  </a:lnTo>
                  <a:lnTo>
                    <a:pt x="1876" y="236"/>
                  </a:lnTo>
                  <a:lnTo>
                    <a:pt x="1885" y="250"/>
                  </a:lnTo>
                  <a:lnTo>
                    <a:pt x="2091" y="596"/>
                  </a:lnTo>
                  <a:lnTo>
                    <a:pt x="2106" y="632"/>
                  </a:lnTo>
                  <a:lnTo>
                    <a:pt x="2117" y="651"/>
                  </a:lnTo>
                  <a:lnTo>
                    <a:pt x="2118" y="678"/>
                  </a:lnTo>
                  <a:lnTo>
                    <a:pt x="2154" y="7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8771536" y="2473561"/>
              <a:ext cx="369" cy="848"/>
            </a:xfrm>
            <a:custGeom>
              <a:avLst/>
              <a:pathLst>
                <a:path w="369" h="848">
                  <a:moveTo>
                    <a:pt x="150" y="815"/>
                  </a:moveTo>
                  <a:lnTo>
                    <a:pt x="83" y="848"/>
                  </a:lnTo>
                  <a:lnTo>
                    <a:pt x="73" y="847"/>
                  </a:lnTo>
                  <a:lnTo>
                    <a:pt x="29" y="838"/>
                  </a:lnTo>
                  <a:lnTo>
                    <a:pt x="24" y="834"/>
                  </a:lnTo>
                  <a:lnTo>
                    <a:pt x="20" y="830"/>
                  </a:lnTo>
                  <a:lnTo>
                    <a:pt x="16" y="822"/>
                  </a:lnTo>
                  <a:lnTo>
                    <a:pt x="12" y="813"/>
                  </a:lnTo>
                  <a:lnTo>
                    <a:pt x="10" y="807"/>
                  </a:lnTo>
                  <a:lnTo>
                    <a:pt x="1" y="650"/>
                  </a:lnTo>
                  <a:lnTo>
                    <a:pt x="0" y="622"/>
                  </a:lnTo>
                  <a:lnTo>
                    <a:pt x="0" y="604"/>
                  </a:lnTo>
                  <a:lnTo>
                    <a:pt x="0" y="590"/>
                  </a:lnTo>
                  <a:lnTo>
                    <a:pt x="11" y="458"/>
                  </a:lnTo>
                  <a:lnTo>
                    <a:pt x="12" y="450"/>
                  </a:lnTo>
                  <a:lnTo>
                    <a:pt x="13" y="440"/>
                  </a:lnTo>
                  <a:lnTo>
                    <a:pt x="16" y="418"/>
                  </a:lnTo>
                  <a:lnTo>
                    <a:pt x="46" y="251"/>
                  </a:lnTo>
                  <a:lnTo>
                    <a:pt x="48" y="244"/>
                  </a:lnTo>
                  <a:lnTo>
                    <a:pt x="50" y="233"/>
                  </a:lnTo>
                  <a:lnTo>
                    <a:pt x="58" y="206"/>
                  </a:lnTo>
                  <a:lnTo>
                    <a:pt x="68" y="186"/>
                  </a:lnTo>
                  <a:lnTo>
                    <a:pt x="93" y="137"/>
                  </a:lnTo>
                  <a:lnTo>
                    <a:pt x="117" y="91"/>
                  </a:lnTo>
                  <a:lnTo>
                    <a:pt x="127" y="74"/>
                  </a:lnTo>
                  <a:lnTo>
                    <a:pt x="177" y="2"/>
                  </a:lnTo>
                  <a:lnTo>
                    <a:pt x="184" y="0"/>
                  </a:lnTo>
                  <a:lnTo>
                    <a:pt x="210" y="8"/>
                  </a:lnTo>
                  <a:lnTo>
                    <a:pt x="209" y="66"/>
                  </a:lnTo>
                  <a:lnTo>
                    <a:pt x="208" y="74"/>
                  </a:lnTo>
                  <a:lnTo>
                    <a:pt x="208" y="91"/>
                  </a:lnTo>
                  <a:lnTo>
                    <a:pt x="214" y="120"/>
                  </a:lnTo>
                  <a:lnTo>
                    <a:pt x="240" y="203"/>
                  </a:lnTo>
                  <a:lnTo>
                    <a:pt x="248" y="229"/>
                  </a:lnTo>
                  <a:lnTo>
                    <a:pt x="254" y="235"/>
                  </a:lnTo>
                  <a:lnTo>
                    <a:pt x="259" y="239"/>
                  </a:lnTo>
                  <a:lnTo>
                    <a:pt x="281" y="260"/>
                  </a:lnTo>
                  <a:lnTo>
                    <a:pt x="311" y="292"/>
                  </a:lnTo>
                  <a:lnTo>
                    <a:pt x="317" y="299"/>
                  </a:lnTo>
                  <a:lnTo>
                    <a:pt x="336" y="341"/>
                  </a:lnTo>
                  <a:lnTo>
                    <a:pt x="363" y="402"/>
                  </a:lnTo>
                  <a:lnTo>
                    <a:pt x="365" y="408"/>
                  </a:lnTo>
                  <a:lnTo>
                    <a:pt x="368" y="416"/>
                  </a:lnTo>
                  <a:lnTo>
                    <a:pt x="369" y="422"/>
                  </a:lnTo>
                  <a:lnTo>
                    <a:pt x="369" y="473"/>
                  </a:lnTo>
                  <a:lnTo>
                    <a:pt x="369" y="488"/>
                  </a:lnTo>
                  <a:lnTo>
                    <a:pt x="369" y="545"/>
                  </a:lnTo>
                  <a:lnTo>
                    <a:pt x="366" y="557"/>
                  </a:lnTo>
                  <a:lnTo>
                    <a:pt x="363" y="566"/>
                  </a:lnTo>
                  <a:lnTo>
                    <a:pt x="357" y="582"/>
                  </a:lnTo>
                  <a:lnTo>
                    <a:pt x="352" y="593"/>
                  </a:lnTo>
                  <a:lnTo>
                    <a:pt x="349" y="598"/>
                  </a:lnTo>
                  <a:lnTo>
                    <a:pt x="344" y="605"/>
                  </a:lnTo>
                  <a:lnTo>
                    <a:pt x="234" y="731"/>
                  </a:lnTo>
                  <a:lnTo>
                    <a:pt x="179" y="790"/>
                  </a:lnTo>
                  <a:lnTo>
                    <a:pt x="159" y="808"/>
                  </a:lnTo>
                  <a:lnTo>
                    <a:pt x="150" y="8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8793650" y="2472866"/>
              <a:ext cx="328" cy="674"/>
            </a:xfrm>
            <a:custGeom>
              <a:avLst/>
              <a:pathLst>
                <a:path w="328" h="674">
                  <a:moveTo>
                    <a:pt x="113" y="666"/>
                  </a:moveTo>
                  <a:lnTo>
                    <a:pt x="36" y="674"/>
                  </a:lnTo>
                  <a:lnTo>
                    <a:pt x="11" y="656"/>
                  </a:lnTo>
                  <a:lnTo>
                    <a:pt x="0" y="636"/>
                  </a:lnTo>
                  <a:lnTo>
                    <a:pt x="90" y="79"/>
                  </a:lnTo>
                  <a:lnTo>
                    <a:pt x="128" y="23"/>
                  </a:lnTo>
                  <a:lnTo>
                    <a:pt x="151" y="1"/>
                  </a:lnTo>
                  <a:lnTo>
                    <a:pt x="208" y="0"/>
                  </a:lnTo>
                  <a:lnTo>
                    <a:pt x="234" y="10"/>
                  </a:lnTo>
                  <a:lnTo>
                    <a:pt x="266" y="46"/>
                  </a:lnTo>
                  <a:lnTo>
                    <a:pt x="308" y="120"/>
                  </a:lnTo>
                  <a:lnTo>
                    <a:pt x="328" y="247"/>
                  </a:lnTo>
                  <a:lnTo>
                    <a:pt x="308" y="393"/>
                  </a:lnTo>
                  <a:lnTo>
                    <a:pt x="217" y="590"/>
                  </a:lnTo>
                  <a:lnTo>
                    <a:pt x="156" y="640"/>
                  </a:lnTo>
                  <a:lnTo>
                    <a:pt x="113" y="6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8781922" y="2472064"/>
              <a:ext cx="829" cy="1164"/>
            </a:xfrm>
            <a:custGeom>
              <a:avLst/>
              <a:pathLst>
                <a:path w="829" h="1164">
                  <a:moveTo>
                    <a:pt x="676" y="56"/>
                  </a:moveTo>
                  <a:lnTo>
                    <a:pt x="781" y="182"/>
                  </a:lnTo>
                  <a:lnTo>
                    <a:pt x="823" y="250"/>
                  </a:lnTo>
                  <a:lnTo>
                    <a:pt x="829" y="528"/>
                  </a:lnTo>
                  <a:lnTo>
                    <a:pt x="819" y="579"/>
                  </a:lnTo>
                  <a:lnTo>
                    <a:pt x="655" y="995"/>
                  </a:lnTo>
                  <a:lnTo>
                    <a:pt x="447" y="1164"/>
                  </a:lnTo>
                  <a:lnTo>
                    <a:pt x="381" y="1063"/>
                  </a:lnTo>
                  <a:lnTo>
                    <a:pt x="452" y="1009"/>
                  </a:lnTo>
                  <a:lnTo>
                    <a:pt x="320" y="815"/>
                  </a:lnTo>
                  <a:lnTo>
                    <a:pt x="293" y="681"/>
                  </a:lnTo>
                  <a:lnTo>
                    <a:pt x="258" y="631"/>
                  </a:lnTo>
                  <a:lnTo>
                    <a:pt x="0" y="162"/>
                  </a:lnTo>
                  <a:lnTo>
                    <a:pt x="181" y="0"/>
                  </a:lnTo>
                  <a:lnTo>
                    <a:pt x="283" y="11"/>
                  </a:lnTo>
                  <a:lnTo>
                    <a:pt x="426" y="63"/>
                  </a:lnTo>
                  <a:lnTo>
                    <a:pt x="545" y="70"/>
                  </a:lnTo>
                  <a:lnTo>
                    <a:pt x="600" y="10"/>
                  </a:lnTo>
                  <a:lnTo>
                    <a:pt x="676" y="5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8935497" y="2480690"/>
              <a:ext cx="1236" cy="795"/>
            </a:xfrm>
            <a:custGeom>
              <a:avLst/>
              <a:pathLst>
                <a:path w="1236" h="795">
                  <a:moveTo>
                    <a:pt x="676" y="338"/>
                  </a:moveTo>
                  <a:lnTo>
                    <a:pt x="726" y="373"/>
                  </a:lnTo>
                  <a:lnTo>
                    <a:pt x="1019" y="369"/>
                  </a:lnTo>
                  <a:lnTo>
                    <a:pt x="1176" y="370"/>
                  </a:lnTo>
                  <a:lnTo>
                    <a:pt x="1230" y="435"/>
                  </a:lnTo>
                  <a:lnTo>
                    <a:pt x="1236" y="542"/>
                  </a:lnTo>
                  <a:lnTo>
                    <a:pt x="1152" y="613"/>
                  </a:lnTo>
                  <a:lnTo>
                    <a:pt x="978" y="635"/>
                  </a:lnTo>
                  <a:lnTo>
                    <a:pt x="694" y="663"/>
                  </a:lnTo>
                  <a:lnTo>
                    <a:pt x="552" y="669"/>
                  </a:lnTo>
                  <a:lnTo>
                    <a:pt x="368" y="730"/>
                  </a:lnTo>
                  <a:lnTo>
                    <a:pt x="274" y="785"/>
                  </a:lnTo>
                  <a:lnTo>
                    <a:pt x="180" y="795"/>
                  </a:lnTo>
                  <a:lnTo>
                    <a:pt x="63" y="711"/>
                  </a:lnTo>
                  <a:lnTo>
                    <a:pt x="11" y="541"/>
                  </a:lnTo>
                  <a:lnTo>
                    <a:pt x="0" y="372"/>
                  </a:lnTo>
                  <a:lnTo>
                    <a:pt x="35" y="224"/>
                  </a:lnTo>
                  <a:lnTo>
                    <a:pt x="117" y="137"/>
                  </a:lnTo>
                  <a:lnTo>
                    <a:pt x="299" y="71"/>
                  </a:lnTo>
                  <a:lnTo>
                    <a:pt x="508" y="29"/>
                  </a:lnTo>
                  <a:lnTo>
                    <a:pt x="642" y="0"/>
                  </a:lnTo>
                  <a:lnTo>
                    <a:pt x="698" y="42"/>
                  </a:lnTo>
                  <a:lnTo>
                    <a:pt x="704" y="102"/>
                  </a:lnTo>
                  <a:lnTo>
                    <a:pt x="681" y="252"/>
                  </a:lnTo>
                  <a:lnTo>
                    <a:pt x="676" y="3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8781642" y="2471556"/>
              <a:ext cx="256" cy="545"/>
            </a:xfrm>
            <a:custGeom>
              <a:avLst/>
              <a:pathLst>
                <a:path w="256" h="545">
                  <a:moveTo>
                    <a:pt x="228" y="534"/>
                  </a:moveTo>
                  <a:lnTo>
                    <a:pt x="183" y="545"/>
                  </a:lnTo>
                  <a:lnTo>
                    <a:pt x="171" y="532"/>
                  </a:lnTo>
                  <a:lnTo>
                    <a:pt x="25" y="165"/>
                  </a:lnTo>
                  <a:lnTo>
                    <a:pt x="0" y="68"/>
                  </a:lnTo>
                  <a:lnTo>
                    <a:pt x="3" y="21"/>
                  </a:lnTo>
                  <a:lnTo>
                    <a:pt x="27" y="2"/>
                  </a:lnTo>
                  <a:lnTo>
                    <a:pt x="42" y="0"/>
                  </a:lnTo>
                  <a:lnTo>
                    <a:pt x="140" y="52"/>
                  </a:lnTo>
                  <a:lnTo>
                    <a:pt x="256" y="274"/>
                  </a:lnTo>
                  <a:lnTo>
                    <a:pt x="254" y="464"/>
                  </a:lnTo>
                  <a:lnTo>
                    <a:pt x="228" y="53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8781466" y="2470663"/>
              <a:ext cx="1102" cy="931"/>
            </a:xfrm>
            <a:custGeom>
              <a:avLst/>
              <a:pathLst>
                <a:path w="1102" h="931">
                  <a:moveTo>
                    <a:pt x="1102" y="449"/>
                  </a:moveTo>
                  <a:lnTo>
                    <a:pt x="1033" y="714"/>
                  </a:lnTo>
                  <a:lnTo>
                    <a:pt x="945" y="765"/>
                  </a:lnTo>
                  <a:lnTo>
                    <a:pt x="735" y="770"/>
                  </a:lnTo>
                  <a:lnTo>
                    <a:pt x="659" y="931"/>
                  </a:lnTo>
                  <a:lnTo>
                    <a:pt x="568" y="884"/>
                  </a:lnTo>
                  <a:lnTo>
                    <a:pt x="493" y="717"/>
                  </a:lnTo>
                  <a:lnTo>
                    <a:pt x="399" y="665"/>
                  </a:lnTo>
                  <a:lnTo>
                    <a:pt x="375" y="666"/>
                  </a:lnTo>
                  <a:lnTo>
                    <a:pt x="309" y="615"/>
                  </a:lnTo>
                  <a:lnTo>
                    <a:pt x="0" y="217"/>
                  </a:lnTo>
                  <a:lnTo>
                    <a:pt x="7" y="186"/>
                  </a:lnTo>
                  <a:lnTo>
                    <a:pt x="78" y="109"/>
                  </a:lnTo>
                  <a:lnTo>
                    <a:pt x="278" y="13"/>
                  </a:lnTo>
                  <a:lnTo>
                    <a:pt x="377" y="0"/>
                  </a:lnTo>
                  <a:lnTo>
                    <a:pt x="423" y="5"/>
                  </a:lnTo>
                  <a:lnTo>
                    <a:pt x="705" y="79"/>
                  </a:lnTo>
                  <a:lnTo>
                    <a:pt x="759" y="102"/>
                  </a:lnTo>
                  <a:lnTo>
                    <a:pt x="1057" y="303"/>
                  </a:lnTo>
                  <a:lnTo>
                    <a:pt x="1102" y="44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8781423" y="2470278"/>
              <a:ext cx="454" cy="501"/>
            </a:xfrm>
            <a:custGeom>
              <a:avLst/>
              <a:pathLst>
                <a:path w="454" h="501">
                  <a:moveTo>
                    <a:pt x="454" y="283"/>
                  </a:moveTo>
                  <a:lnTo>
                    <a:pt x="415" y="335"/>
                  </a:lnTo>
                  <a:lnTo>
                    <a:pt x="404" y="340"/>
                  </a:lnTo>
                  <a:lnTo>
                    <a:pt x="343" y="322"/>
                  </a:lnTo>
                  <a:lnTo>
                    <a:pt x="202" y="373"/>
                  </a:lnTo>
                  <a:lnTo>
                    <a:pt x="56" y="494"/>
                  </a:lnTo>
                  <a:lnTo>
                    <a:pt x="40" y="501"/>
                  </a:lnTo>
                  <a:lnTo>
                    <a:pt x="0" y="362"/>
                  </a:lnTo>
                  <a:lnTo>
                    <a:pt x="7" y="37"/>
                  </a:lnTo>
                  <a:lnTo>
                    <a:pt x="37" y="5"/>
                  </a:lnTo>
                  <a:lnTo>
                    <a:pt x="57" y="0"/>
                  </a:lnTo>
                  <a:lnTo>
                    <a:pt x="147" y="12"/>
                  </a:lnTo>
                  <a:lnTo>
                    <a:pt x="373" y="148"/>
                  </a:lnTo>
                  <a:lnTo>
                    <a:pt x="454" y="270"/>
                  </a:lnTo>
                  <a:lnTo>
                    <a:pt x="454" y="2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8933976" y="2478166"/>
              <a:ext cx="275" cy="560"/>
            </a:xfrm>
            <a:custGeom>
              <a:avLst/>
              <a:pathLst>
                <a:path w="275" h="560">
                  <a:moveTo>
                    <a:pt x="102" y="560"/>
                  </a:moveTo>
                  <a:lnTo>
                    <a:pt x="32" y="556"/>
                  </a:lnTo>
                  <a:lnTo>
                    <a:pt x="0" y="507"/>
                  </a:lnTo>
                  <a:lnTo>
                    <a:pt x="112" y="0"/>
                  </a:lnTo>
                  <a:lnTo>
                    <a:pt x="216" y="97"/>
                  </a:lnTo>
                  <a:lnTo>
                    <a:pt x="237" y="139"/>
                  </a:lnTo>
                  <a:lnTo>
                    <a:pt x="275" y="380"/>
                  </a:lnTo>
                  <a:lnTo>
                    <a:pt x="239" y="512"/>
                  </a:lnTo>
                  <a:lnTo>
                    <a:pt x="112" y="557"/>
                  </a:lnTo>
                  <a:lnTo>
                    <a:pt x="102" y="56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8961837" y="2479790"/>
              <a:ext cx="1031" cy="726"/>
            </a:xfrm>
            <a:custGeom>
              <a:avLst/>
              <a:pathLst>
                <a:path w="1031" h="726">
                  <a:moveTo>
                    <a:pt x="407" y="726"/>
                  </a:moveTo>
                  <a:lnTo>
                    <a:pt x="260" y="726"/>
                  </a:lnTo>
                  <a:lnTo>
                    <a:pt x="145" y="706"/>
                  </a:lnTo>
                  <a:lnTo>
                    <a:pt x="90" y="686"/>
                  </a:lnTo>
                  <a:lnTo>
                    <a:pt x="0" y="650"/>
                  </a:lnTo>
                  <a:lnTo>
                    <a:pt x="8" y="625"/>
                  </a:lnTo>
                  <a:lnTo>
                    <a:pt x="68" y="566"/>
                  </a:lnTo>
                  <a:lnTo>
                    <a:pt x="266" y="392"/>
                  </a:lnTo>
                  <a:lnTo>
                    <a:pt x="327" y="341"/>
                  </a:lnTo>
                  <a:lnTo>
                    <a:pt x="371" y="327"/>
                  </a:lnTo>
                  <a:lnTo>
                    <a:pt x="403" y="322"/>
                  </a:lnTo>
                  <a:lnTo>
                    <a:pt x="436" y="307"/>
                  </a:lnTo>
                  <a:lnTo>
                    <a:pt x="548" y="203"/>
                  </a:lnTo>
                  <a:lnTo>
                    <a:pt x="782" y="28"/>
                  </a:lnTo>
                  <a:lnTo>
                    <a:pt x="797" y="15"/>
                  </a:lnTo>
                  <a:lnTo>
                    <a:pt x="867" y="0"/>
                  </a:lnTo>
                  <a:lnTo>
                    <a:pt x="1029" y="22"/>
                  </a:lnTo>
                  <a:lnTo>
                    <a:pt x="1031" y="126"/>
                  </a:lnTo>
                  <a:lnTo>
                    <a:pt x="989" y="303"/>
                  </a:lnTo>
                  <a:lnTo>
                    <a:pt x="985" y="316"/>
                  </a:lnTo>
                  <a:lnTo>
                    <a:pt x="968" y="362"/>
                  </a:lnTo>
                  <a:lnTo>
                    <a:pt x="960" y="380"/>
                  </a:lnTo>
                  <a:lnTo>
                    <a:pt x="891" y="496"/>
                  </a:lnTo>
                  <a:lnTo>
                    <a:pt x="880" y="503"/>
                  </a:lnTo>
                  <a:lnTo>
                    <a:pt x="718" y="542"/>
                  </a:lnTo>
                  <a:lnTo>
                    <a:pt x="447" y="713"/>
                  </a:lnTo>
                  <a:lnTo>
                    <a:pt x="407" y="7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8952718" y="2478836"/>
              <a:ext cx="972" cy="593"/>
            </a:xfrm>
            <a:custGeom>
              <a:avLst/>
              <a:pathLst>
                <a:path w="972" h="593">
                  <a:moveTo>
                    <a:pt x="846" y="325"/>
                  </a:moveTo>
                  <a:lnTo>
                    <a:pt x="547" y="512"/>
                  </a:lnTo>
                  <a:lnTo>
                    <a:pt x="511" y="534"/>
                  </a:lnTo>
                  <a:lnTo>
                    <a:pt x="305" y="593"/>
                  </a:lnTo>
                  <a:lnTo>
                    <a:pt x="290" y="584"/>
                  </a:lnTo>
                  <a:lnTo>
                    <a:pt x="282" y="549"/>
                  </a:lnTo>
                  <a:lnTo>
                    <a:pt x="293" y="467"/>
                  </a:lnTo>
                  <a:lnTo>
                    <a:pt x="77" y="407"/>
                  </a:lnTo>
                  <a:lnTo>
                    <a:pt x="7" y="431"/>
                  </a:lnTo>
                  <a:lnTo>
                    <a:pt x="0" y="423"/>
                  </a:lnTo>
                  <a:lnTo>
                    <a:pt x="0" y="292"/>
                  </a:lnTo>
                  <a:lnTo>
                    <a:pt x="10" y="262"/>
                  </a:lnTo>
                  <a:lnTo>
                    <a:pt x="31" y="223"/>
                  </a:lnTo>
                  <a:lnTo>
                    <a:pt x="197" y="86"/>
                  </a:lnTo>
                  <a:lnTo>
                    <a:pt x="465" y="2"/>
                  </a:lnTo>
                  <a:lnTo>
                    <a:pt x="756" y="0"/>
                  </a:lnTo>
                  <a:lnTo>
                    <a:pt x="772" y="4"/>
                  </a:lnTo>
                  <a:lnTo>
                    <a:pt x="859" y="38"/>
                  </a:lnTo>
                  <a:lnTo>
                    <a:pt x="958" y="102"/>
                  </a:lnTo>
                  <a:lnTo>
                    <a:pt x="972" y="115"/>
                  </a:lnTo>
                  <a:lnTo>
                    <a:pt x="972" y="122"/>
                  </a:lnTo>
                  <a:lnTo>
                    <a:pt x="876" y="290"/>
                  </a:lnTo>
                  <a:lnTo>
                    <a:pt x="846" y="3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8932967" y="2476616"/>
              <a:ext cx="522" cy="551"/>
            </a:xfrm>
            <a:custGeom>
              <a:avLst/>
              <a:pathLst>
                <a:path w="522" h="551">
                  <a:moveTo>
                    <a:pt x="107" y="535"/>
                  </a:moveTo>
                  <a:lnTo>
                    <a:pt x="51" y="551"/>
                  </a:lnTo>
                  <a:lnTo>
                    <a:pt x="38" y="550"/>
                  </a:lnTo>
                  <a:lnTo>
                    <a:pt x="27" y="539"/>
                  </a:lnTo>
                  <a:lnTo>
                    <a:pt x="0" y="219"/>
                  </a:lnTo>
                  <a:lnTo>
                    <a:pt x="11" y="175"/>
                  </a:lnTo>
                  <a:lnTo>
                    <a:pt x="42" y="146"/>
                  </a:lnTo>
                  <a:lnTo>
                    <a:pt x="278" y="22"/>
                  </a:lnTo>
                  <a:lnTo>
                    <a:pt x="324" y="0"/>
                  </a:lnTo>
                  <a:lnTo>
                    <a:pt x="420" y="2"/>
                  </a:lnTo>
                  <a:lnTo>
                    <a:pt x="440" y="10"/>
                  </a:lnTo>
                  <a:lnTo>
                    <a:pt x="515" y="109"/>
                  </a:lnTo>
                  <a:lnTo>
                    <a:pt x="522" y="165"/>
                  </a:lnTo>
                  <a:lnTo>
                    <a:pt x="512" y="194"/>
                  </a:lnTo>
                  <a:lnTo>
                    <a:pt x="374" y="370"/>
                  </a:lnTo>
                  <a:lnTo>
                    <a:pt x="264" y="490"/>
                  </a:lnTo>
                  <a:lnTo>
                    <a:pt x="223" y="510"/>
                  </a:lnTo>
                  <a:lnTo>
                    <a:pt x="121" y="524"/>
                  </a:lnTo>
                  <a:lnTo>
                    <a:pt x="107" y="5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8955785" y="2478459"/>
              <a:ext cx="804" cy="567"/>
            </a:xfrm>
            <a:custGeom>
              <a:avLst/>
              <a:pathLst>
                <a:path w="804" h="567">
                  <a:moveTo>
                    <a:pt x="590" y="0"/>
                  </a:moveTo>
                  <a:lnTo>
                    <a:pt x="775" y="124"/>
                  </a:lnTo>
                  <a:lnTo>
                    <a:pt x="801" y="154"/>
                  </a:lnTo>
                  <a:lnTo>
                    <a:pt x="804" y="180"/>
                  </a:lnTo>
                  <a:lnTo>
                    <a:pt x="783" y="194"/>
                  </a:lnTo>
                  <a:lnTo>
                    <a:pt x="752" y="194"/>
                  </a:lnTo>
                  <a:lnTo>
                    <a:pt x="674" y="158"/>
                  </a:lnTo>
                  <a:lnTo>
                    <a:pt x="637" y="139"/>
                  </a:lnTo>
                  <a:lnTo>
                    <a:pt x="603" y="116"/>
                  </a:lnTo>
                  <a:lnTo>
                    <a:pt x="549" y="94"/>
                  </a:lnTo>
                  <a:lnTo>
                    <a:pt x="487" y="115"/>
                  </a:lnTo>
                  <a:lnTo>
                    <a:pt x="438" y="148"/>
                  </a:lnTo>
                  <a:lnTo>
                    <a:pt x="403" y="173"/>
                  </a:lnTo>
                  <a:lnTo>
                    <a:pt x="320" y="287"/>
                  </a:lnTo>
                  <a:lnTo>
                    <a:pt x="318" y="308"/>
                  </a:lnTo>
                  <a:lnTo>
                    <a:pt x="326" y="332"/>
                  </a:lnTo>
                  <a:lnTo>
                    <a:pt x="378" y="406"/>
                  </a:lnTo>
                  <a:lnTo>
                    <a:pt x="395" y="460"/>
                  </a:lnTo>
                  <a:lnTo>
                    <a:pt x="382" y="512"/>
                  </a:lnTo>
                  <a:lnTo>
                    <a:pt x="317" y="554"/>
                  </a:lnTo>
                  <a:lnTo>
                    <a:pt x="291" y="567"/>
                  </a:lnTo>
                  <a:lnTo>
                    <a:pt x="265" y="554"/>
                  </a:lnTo>
                  <a:lnTo>
                    <a:pt x="91" y="457"/>
                  </a:lnTo>
                  <a:lnTo>
                    <a:pt x="0" y="389"/>
                  </a:lnTo>
                  <a:lnTo>
                    <a:pt x="3" y="360"/>
                  </a:lnTo>
                  <a:lnTo>
                    <a:pt x="103" y="100"/>
                  </a:lnTo>
                  <a:lnTo>
                    <a:pt x="118" y="65"/>
                  </a:lnTo>
                  <a:lnTo>
                    <a:pt x="419" y="3"/>
                  </a:lnTo>
                  <a:lnTo>
                    <a:pt x="581" y="3"/>
                  </a:lnTo>
                  <a:lnTo>
                    <a:pt x="590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8919842" y="2475724"/>
              <a:ext cx="9136" cy="5281"/>
            </a:xfrm>
            <a:custGeom>
              <a:avLst/>
              <a:pathLst>
                <a:path w="9136" h="5281">
                  <a:moveTo>
                    <a:pt x="5302" y="564"/>
                  </a:moveTo>
                  <a:lnTo>
                    <a:pt x="5348" y="670"/>
                  </a:lnTo>
                  <a:lnTo>
                    <a:pt x="5706" y="1036"/>
                  </a:lnTo>
                  <a:lnTo>
                    <a:pt x="5935" y="884"/>
                  </a:lnTo>
                  <a:lnTo>
                    <a:pt x="6042" y="817"/>
                  </a:lnTo>
                  <a:lnTo>
                    <a:pt x="6132" y="790"/>
                  </a:lnTo>
                  <a:lnTo>
                    <a:pt x="6155" y="790"/>
                  </a:lnTo>
                  <a:lnTo>
                    <a:pt x="6170" y="830"/>
                  </a:lnTo>
                  <a:lnTo>
                    <a:pt x="6196" y="867"/>
                  </a:lnTo>
                  <a:lnTo>
                    <a:pt x="6306" y="948"/>
                  </a:lnTo>
                  <a:lnTo>
                    <a:pt x="6335" y="952"/>
                  </a:lnTo>
                  <a:lnTo>
                    <a:pt x="6403" y="860"/>
                  </a:lnTo>
                  <a:lnTo>
                    <a:pt x="6471" y="720"/>
                  </a:lnTo>
                  <a:lnTo>
                    <a:pt x="6464" y="660"/>
                  </a:lnTo>
                  <a:lnTo>
                    <a:pt x="6421" y="527"/>
                  </a:lnTo>
                  <a:lnTo>
                    <a:pt x="6425" y="504"/>
                  </a:lnTo>
                  <a:lnTo>
                    <a:pt x="6446" y="468"/>
                  </a:lnTo>
                  <a:lnTo>
                    <a:pt x="6479" y="437"/>
                  </a:lnTo>
                  <a:lnTo>
                    <a:pt x="6544" y="383"/>
                  </a:lnTo>
                  <a:lnTo>
                    <a:pt x="6565" y="376"/>
                  </a:lnTo>
                  <a:lnTo>
                    <a:pt x="6576" y="380"/>
                  </a:lnTo>
                  <a:lnTo>
                    <a:pt x="6703" y="520"/>
                  </a:lnTo>
                  <a:lnTo>
                    <a:pt x="6764" y="631"/>
                  </a:lnTo>
                  <a:lnTo>
                    <a:pt x="6739" y="785"/>
                  </a:lnTo>
                  <a:lnTo>
                    <a:pt x="6916" y="982"/>
                  </a:lnTo>
                  <a:lnTo>
                    <a:pt x="7002" y="1035"/>
                  </a:lnTo>
                  <a:lnTo>
                    <a:pt x="7119" y="1036"/>
                  </a:lnTo>
                  <a:lnTo>
                    <a:pt x="7251" y="1015"/>
                  </a:lnTo>
                  <a:lnTo>
                    <a:pt x="7261" y="927"/>
                  </a:lnTo>
                  <a:lnTo>
                    <a:pt x="7254" y="897"/>
                  </a:lnTo>
                  <a:lnTo>
                    <a:pt x="7300" y="745"/>
                  </a:lnTo>
                  <a:lnTo>
                    <a:pt x="7323" y="713"/>
                  </a:lnTo>
                  <a:lnTo>
                    <a:pt x="7611" y="485"/>
                  </a:lnTo>
                  <a:lnTo>
                    <a:pt x="7831" y="435"/>
                  </a:lnTo>
                  <a:lnTo>
                    <a:pt x="7848" y="438"/>
                  </a:lnTo>
                  <a:lnTo>
                    <a:pt x="8023" y="521"/>
                  </a:lnTo>
                  <a:lnTo>
                    <a:pt x="8400" y="810"/>
                  </a:lnTo>
                  <a:lnTo>
                    <a:pt x="8519" y="943"/>
                  </a:lnTo>
                  <a:lnTo>
                    <a:pt x="8550" y="943"/>
                  </a:lnTo>
                  <a:lnTo>
                    <a:pt x="8734" y="884"/>
                  </a:lnTo>
                  <a:lnTo>
                    <a:pt x="9031" y="1015"/>
                  </a:lnTo>
                  <a:lnTo>
                    <a:pt x="9059" y="1071"/>
                  </a:lnTo>
                  <a:lnTo>
                    <a:pt x="9136" y="1417"/>
                  </a:lnTo>
                  <a:lnTo>
                    <a:pt x="9110" y="1529"/>
                  </a:lnTo>
                  <a:lnTo>
                    <a:pt x="9086" y="1562"/>
                  </a:lnTo>
                  <a:lnTo>
                    <a:pt x="8908" y="1730"/>
                  </a:lnTo>
                  <a:lnTo>
                    <a:pt x="8897" y="1734"/>
                  </a:lnTo>
                  <a:lnTo>
                    <a:pt x="8854" y="1723"/>
                  </a:lnTo>
                  <a:lnTo>
                    <a:pt x="8837" y="1726"/>
                  </a:lnTo>
                  <a:lnTo>
                    <a:pt x="8759" y="1833"/>
                  </a:lnTo>
                  <a:lnTo>
                    <a:pt x="8652" y="2140"/>
                  </a:lnTo>
                  <a:lnTo>
                    <a:pt x="8510" y="2197"/>
                  </a:lnTo>
                  <a:lnTo>
                    <a:pt x="8387" y="2185"/>
                  </a:lnTo>
                  <a:lnTo>
                    <a:pt x="8385" y="2159"/>
                  </a:lnTo>
                  <a:lnTo>
                    <a:pt x="8305" y="2087"/>
                  </a:lnTo>
                  <a:lnTo>
                    <a:pt x="8237" y="2068"/>
                  </a:lnTo>
                  <a:lnTo>
                    <a:pt x="8155" y="2056"/>
                  </a:lnTo>
                  <a:lnTo>
                    <a:pt x="8021" y="2078"/>
                  </a:lnTo>
                  <a:lnTo>
                    <a:pt x="7919" y="2113"/>
                  </a:lnTo>
                  <a:lnTo>
                    <a:pt x="7580" y="2286"/>
                  </a:lnTo>
                  <a:lnTo>
                    <a:pt x="7222" y="2497"/>
                  </a:lnTo>
                  <a:lnTo>
                    <a:pt x="7161" y="2536"/>
                  </a:lnTo>
                  <a:lnTo>
                    <a:pt x="6882" y="2722"/>
                  </a:lnTo>
                  <a:lnTo>
                    <a:pt x="6853" y="2753"/>
                  </a:lnTo>
                  <a:lnTo>
                    <a:pt x="6815" y="2833"/>
                  </a:lnTo>
                  <a:lnTo>
                    <a:pt x="6806" y="2870"/>
                  </a:lnTo>
                  <a:lnTo>
                    <a:pt x="6531" y="2949"/>
                  </a:lnTo>
                  <a:lnTo>
                    <a:pt x="6513" y="2924"/>
                  </a:lnTo>
                  <a:lnTo>
                    <a:pt x="6504" y="2854"/>
                  </a:lnTo>
                  <a:lnTo>
                    <a:pt x="6519" y="2789"/>
                  </a:lnTo>
                  <a:lnTo>
                    <a:pt x="6517" y="2777"/>
                  </a:lnTo>
                  <a:lnTo>
                    <a:pt x="6471" y="2752"/>
                  </a:lnTo>
                  <a:lnTo>
                    <a:pt x="6407" y="2740"/>
                  </a:lnTo>
                  <a:lnTo>
                    <a:pt x="6275" y="2754"/>
                  </a:lnTo>
                  <a:lnTo>
                    <a:pt x="6168" y="2789"/>
                  </a:lnTo>
                  <a:lnTo>
                    <a:pt x="6066" y="2840"/>
                  </a:lnTo>
                  <a:lnTo>
                    <a:pt x="6048" y="2867"/>
                  </a:lnTo>
                  <a:lnTo>
                    <a:pt x="6043" y="2888"/>
                  </a:lnTo>
                  <a:lnTo>
                    <a:pt x="6044" y="2900"/>
                  </a:lnTo>
                  <a:lnTo>
                    <a:pt x="6066" y="2931"/>
                  </a:lnTo>
                  <a:lnTo>
                    <a:pt x="6063" y="2966"/>
                  </a:lnTo>
                  <a:lnTo>
                    <a:pt x="5988" y="2918"/>
                  </a:lnTo>
                  <a:lnTo>
                    <a:pt x="5947" y="2831"/>
                  </a:lnTo>
                  <a:lnTo>
                    <a:pt x="5919" y="2709"/>
                  </a:lnTo>
                  <a:lnTo>
                    <a:pt x="5949" y="2617"/>
                  </a:lnTo>
                  <a:lnTo>
                    <a:pt x="5946" y="2593"/>
                  </a:lnTo>
                  <a:lnTo>
                    <a:pt x="5929" y="2575"/>
                  </a:lnTo>
                  <a:lnTo>
                    <a:pt x="5857" y="2538"/>
                  </a:lnTo>
                  <a:lnTo>
                    <a:pt x="5792" y="2524"/>
                  </a:lnTo>
                  <a:lnTo>
                    <a:pt x="5545" y="2561"/>
                  </a:lnTo>
                  <a:lnTo>
                    <a:pt x="5526" y="2570"/>
                  </a:lnTo>
                  <a:lnTo>
                    <a:pt x="5489" y="2588"/>
                  </a:lnTo>
                  <a:lnTo>
                    <a:pt x="5453" y="2613"/>
                  </a:lnTo>
                  <a:lnTo>
                    <a:pt x="5220" y="2774"/>
                  </a:lnTo>
                  <a:lnTo>
                    <a:pt x="5195" y="2801"/>
                  </a:lnTo>
                  <a:lnTo>
                    <a:pt x="5183" y="2815"/>
                  </a:lnTo>
                  <a:lnTo>
                    <a:pt x="5176" y="2823"/>
                  </a:lnTo>
                  <a:lnTo>
                    <a:pt x="5156" y="2833"/>
                  </a:lnTo>
                  <a:lnTo>
                    <a:pt x="5148" y="2835"/>
                  </a:lnTo>
                  <a:lnTo>
                    <a:pt x="5137" y="2834"/>
                  </a:lnTo>
                  <a:lnTo>
                    <a:pt x="5129" y="2830"/>
                  </a:lnTo>
                  <a:lnTo>
                    <a:pt x="5122" y="2824"/>
                  </a:lnTo>
                  <a:lnTo>
                    <a:pt x="5104" y="2805"/>
                  </a:lnTo>
                  <a:lnTo>
                    <a:pt x="5090" y="2787"/>
                  </a:lnTo>
                  <a:lnTo>
                    <a:pt x="5086" y="2778"/>
                  </a:lnTo>
                  <a:lnTo>
                    <a:pt x="5083" y="2764"/>
                  </a:lnTo>
                  <a:lnTo>
                    <a:pt x="5072" y="2762"/>
                  </a:lnTo>
                  <a:lnTo>
                    <a:pt x="5041" y="2758"/>
                  </a:lnTo>
                  <a:lnTo>
                    <a:pt x="5030" y="2759"/>
                  </a:lnTo>
                  <a:lnTo>
                    <a:pt x="5012" y="2756"/>
                  </a:lnTo>
                  <a:lnTo>
                    <a:pt x="4990" y="2758"/>
                  </a:lnTo>
                  <a:lnTo>
                    <a:pt x="4966" y="2765"/>
                  </a:lnTo>
                  <a:lnTo>
                    <a:pt x="4960" y="2768"/>
                  </a:lnTo>
                  <a:lnTo>
                    <a:pt x="4959" y="2774"/>
                  </a:lnTo>
                  <a:lnTo>
                    <a:pt x="4962" y="2785"/>
                  </a:lnTo>
                  <a:lnTo>
                    <a:pt x="4965" y="2789"/>
                  </a:lnTo>
                  <a:lnTo>
                    <a:pt x="4966" y="2795"/>
                  </a:lnTo>
                  <a:lnTo>
                    <a:pt x="4966" y="2803"/>
                  </a:lnTo>
                  <a:lnTo>
                    <a:pt x="4960" y="2806"/>
                  </a:lnTo>
                  <a:lnTo>
                    <a:pt x="4953" y="2806"/>
                  </a:lnTo>
                  <a:lnTo>
                    <a:pt x="4927" y="2809"/>
                  </a:lnTo>
                  <a:lnTo>
                    <a:pt x="4899" y="2814"/>
                  </a:lnTo>
                  <a:lnTo>
                    <a:pt x="4822" y="2829"/>
                  </a:lnTo>
                  <a:lnTo>
                    <a:pt x="4792" y="2838"/>
                  </a:lnTo>
                  <a:lnTo>
                    <a:pt x="4782" y="2841"/>
                  </a:lnTo>
                  <a:lnTo>
                    <a:pt x="4751" y="2854"/>
                  </a:lnTo>
                  <a:lnTo>
                    <a:pt x="4665" y="2892"/>
                  </a:lnTo>
                  <a:lnTo>
                    <a:pt x="4631" y="2908"/>
                  </a:lnTo>
                  <a:lnTo>
                    <a:pt x="4612" y="2918"/>
                  </a:lnTo>
                  <a:lnTo>
                    <a:pt x="4348" y="3090"/>
                  </a:lnTo>
                  <a:lnTo>
                    <a:pt x="3977" y="3365"/>
                  </a:lnTo>
                  <a:lnTo>
                    <a:pt x="3909" y="3429"/>
                  </a:lnTo>
                  <a:lnTo>
                    <a:pt x="3690" y="3676"/>
                  </a:lnTo>
                  <a:lnTo>
                    <a:pt x="3468" y="3859"/>
                  </a:lnTo>
                  <a:lnTo>
                    <a:pt x="3199" y="4095"/>
                  </a:lnTo>
                  <a:lnTo>
                    <a:pt x="2915" y="4358"/>
                  </a:lnTo>
                  <a:lnTo>
                    <a:pt x="2818" y="4435"/>
                  </a:lnTo>
                  <a:lnTo>
                    <a:pt x="2660" y="4574"/>
                  </a:lnTo>
                  <a:lnTo>
                    <a:pt x="2486" y="4739"/>
                  </a:lnTo>
                  <a:lnTo>
                    <a:pt x="2478" y="4748"/>
                  </a:lnTo>
                  <a:lnTo>
                    <a:pt x="2459" y="4860"/>
                  </a:lnTo>
                  <a:lnTo>
                    <a:pt x="2438" y="4913"/>
                  </a:lnTo>
                  <a:lnTo>
                    <a:pt x="2375" y="4998"/>
                  </a:lnTo>
                  <a:lnTo>
                    <a:pt x="2348" y="5013"/>
                  </a:lnTo>
                  <a:lnTo>
                    <a:pt x="2300" y="5006"/>
                  </a:lnTo>
                  <a:lnTo>
                    <a:pt x="2094" y="4938"/>
                  </a:lnTo>
                  <a:lnTo>
                    <a:pt x="2084" y="4935"/>
                  </a:lnTo>
                  <a:lnTo>
                    <a:pt x="2044" y="4893"/>
                  </a:lnTo>
                  <a:lnTo>
                    <a:pt x="2032" y="4861"/>
                  </a:lnTo>
                  <a:lnTo>
                    <a:pt x="2047" y="4809"/>
                  </a:lnTo>
                  <a:lnTo>
                    <a:pt x="2089" y="4762"/>
                  </a:lnTo>
                  <a:lnTo>
                    <a:pt x="2092" y="4716"/>
                  </a:lnTo>
                  <a:lnTo>
                    <a:pt x="2084" y="4691"/>
                  </a:lnTo>
                  <a:lnTo>
                    <a:pt x="2022" y="4585"/>
                  </a:lnTo>
                  <a:lnTo>
                    <a:pt x="1987" y="4554"/>
                  </a:lnTo>
                  <a:lnTo>
                    <a:pt x="1900" y="4533"/>
                  </a:lnTo>
                  <a:lnTo>
                    <a:pt x="1859" y="4532"/>
                  </a:lnTo>
                  <a:lnTo>
                    <a:pt x="1624" y="4574"/>
                  </a:lnTo>
                  <a:lnTo>
                    <a:pt x="1447" y="4629"/>
                  </a:lnTo>
                  <a:lnTo>
                    <a:pt x="1421" y="4643"/>
                  </a:lnTo>
                  <a:lnTo>
                    <a:pt x="1142" y="4810"/>
                  </a:lnTo>
                  <a:lnTo>
                    <a:pt x="1132" y="4851"/>
                  </a:lnTo>
                  <a:lnTo>
                    <a:pt x="1066" y="4920"/>
                  </a:lnTo>
                  <a:lnTo>
                    <a:pt x="833" y="5027"/>
                  </a:lnTo>
                  <a:lnTo>
                    <a:pt x="761" y="4975"/>
                  </a:lnTo>
                  <a:lnTo>
                    <a:pt x="752" y="4957"/>
                  </a:lnTo>
                  <a:lnTo>
                    <a:pt x="733" y="4942"/>
                  </a:lnTo>
                  <a:lnTo>
                    <a:pt x="695" y="4929"/>
                  </a:lnTo>
                  <a:lnTo>
                    <a:pt x="548" y="4930"/>
                  </a:lnTo>
                  <a:lnTo>
                    <a:pt x="537" y="4939"/>
                  </a:lnTo>
                  <a:lnTo>
                    <a:pt x="493" y="5064"/>
                  </a:lnTo>
                  <a:lnTo>
                    <a:pt x="437" y="5142"/>
                  </a:lnTo>
                  <a:lnTo>
                    <a:pt x="100" y="5281"/>
                  </a:lnTo>
                  <a:lnTo>
                    <a:pt x="23" y="5205"/>
                  </a:lnTo>
                  <a:lnTo>
                    <a:pt x="0" y="5120"/>
                  </a:lnTo>
                  <a:lnTo>
                    <a:pt x="73" y="5069"/>
                  </a:lnTo>
                  <a:lnTo>
                    <a:pt x="121" y="5048"/>
                  </a:lnTo>
                  <a:lnTo>
                    <a:pt x="158" y="4991"/>
                  </a:lnTo>
                  <a:lnTo>
                    <a:pt x="133" y="4819"/>
                  </a:lnTo>
                  <a:lnTo>
                    <a:pt x="141" y="4624"/>
                  </a:lnTo>
                  <a:lnTo>
                    <a:pt x="161" y="4544"/>
                  </a:lnTo>
                  <a:lnTo>
                    <a:pt x="202" y="4543"/>
                  </a:lnTo>
                  <a:lnTo>
                    <a:pt x="249" y="4564"/>
                  </a:lnTo>
                  <a:lnTo>
                    <a:pt x="272" y="4594"/>
                  </a:lnTo>
                  <a:lnTo>
                    <a:pt x="347" y="4619"/>
                  </a:lnTo>
                  <a:lnTo>
                    <a:pt x="443" y="4646"/>
                  </a:lnTo>
                  <a:lnTo>
                    <a:pt x="505" y="4616"/>
                  </a:lnTo>
                  <a:lnTo>
                    <a:pt x="542" y="4583"/>
                  </a:lnTo>
                  <a:lnTo>
                    <a:pt x="553" y="4550"/>
                  </a:lnTo>
                  <a:lnTo>
                    <a:pt x="498" y="4479"/>
                  </a:lnTo>
                  <a:lnTo>
                    <a:pt x="507" y="4414"/>
                  </a:lnTo>
                  <a:lnTo>
                    <a:pt x="526" y="4374"/>
                  </a:lnTo>
                  <a:lnTo>
                    <a:pt x="593" y="4292"/>
                  </a:lnTo>
                  <a:lnTo>
                    <a:pt x="681" y="4316"/>
                  </a:lnTo>
                  <a:lnTo>
                    <a:pt x="740" y="4343"/>
                  </a:lnTo>
                  <a:lnTo>
                    <a:pt x="801" y="4392"/>
                  </a:lnTo>
                  <a:lnTo>
                    <a:pt x="978" y="4308"/>
                  </a:lnTo>
                  <a:lnTo>
                    <a:pt x="1070" y="4049"/>
                  </a:lnTo>
                  <a:lnTo>
                    <a:pt x="1068" y="4017"/>
                  </a:lnTo>
                  <a:lnTo>
                    <a:pt x="999" y="3862"/>
                  </a:lnTo>
                  <a:lnTo>
                    <a:pt x="971" y="3824"/>
                  </a:lnTo>
                  <a:lnTo>
                    <a:pt x="819" y="3726"/>
                  </a:lnTo>
                  <a:lnTo>
                    <a:pt x="750" y="3699"/>
                  </a:lnTo>
                  <a:lnTo>
                    <a:pt x="841" y="3623"/>
                  </a:lnTo>
                  <a:lnTo>
                    <a:pt x="876" y="3604"/>
                  </a:lnTo>
                  <a:lnTo>
                    <a:pt x="917" y="3535"/>
                  </a:lnTo>
                  <a:lnTo>
                    <a:pt x="952" y="3396"/>
                  </a:lnTo>
                  <a:lnTo>
                    <a:pt x="1029" y="3306"/>
                  </a:lnTo>
                  <a:lnTo>
                    <a:pt x="1155" y="3203"/>
                  </a:lnTo>
                  <a:lnTo>
                    <a:pt x="1336" y="3095"/>
                  </a:lnTo>
                  <a:lnTo>
                    <a:pt x="1625" y="3105"/>
                  </a:lnTo>
                  <a:lnTo>
                    <a:pt x="1775" y="2898"/>
                  </a:lnTo>
                  <a:lnTo>
                    <a:pt x="2032" y="2659"/>
                  </a:lnTo>
                  <a:lnTo>
                    <a:pt x="2121" y="2386"/>
                  </a:lnTo>
                  <a:lnTo>
                    <a:pt x="2144" y="2251"/>
                  </a:lnTo>
                  <a:lnTo>
                    <a:pt x="2139" y="2186"/>
                  </a:lnTo>
                  <a:lnTo>
                    <a:pt x="2136" y="2173"/>
                  </a:lnTo>
                  <a:lnTo>
                    <a:pt x="2054" y="1852"/>
                  </a:lnTo>
                  <a:lnTo>
                    <a:pt x="2043" y="1824"/>
                  </a:lnTo>
                  <a:lnTo>
                    <a:pt x="1837" y="1434"/>
                  </a:lnTo>
                  <a:lnTo>
                    <a:pt x="1816" y="1413"/>
                  </a:lnTo>
                  <a:lnTo>
                    <a:pt x="1649" y="1316"/>
                  </a:lnTo>
                  <a:lnTo>
                    <a:pt x="1515" y="1363"/>
                  </a:lnTo>
                  <a:lnTo>
                    <a:pt x="1248" y="1294"/>
                  </a:lnTo>
                  <a:lnTo>
                    <a:pt x="1204" y="1272"/>
                  </a:lnTo>
                  <a:lnTo>
                    <a:pt x="1191" y="1243"/>
                  </a:lnTo>
                  <a:lnTo>
                    <a:pt x="1217" y="1135"/>
                  </a:lnTo>
                  <a:lnTo>
                    <a:pt x="1232" y="1103"/>
                  </a:lnTo>
                  <a:lnTo>
                    <a:pt x="1442" y="720"/>
                  </a:lnTo>
                  <a:lnTo>
                    <a:pt x="1787" y="404"/>
                  </a:lnTo>
                  <a:lnTo>
                    <a:pt x="1805" y="396"/>
                  </a:lnTo>
                  <a:lnTo>
                    <a:pt x="1841" y="399"/>
                  </a:lnTo>
                  <a:lnTo>
                    <a:pt x="1889" y="429"/>
                  </a:lnTo>
                  <a:lnTo>
                    <a:pt x="1918" y="527"/>
                  </a:lnTo>
                  <a:lnTo>
                    <a:pt x="1997" y="663"/>
                  </a:lnTo>
                  <a:lnTo>
                    <a:pt x="2033" y="660"/>
                  </a:lnTo>
                  <a:lnTo>
                    <a:pt x="2121" y="667"/>
                  </a:lnTo>
                  <a:lnTo>
                    <a:pt x="2159" y="681"/>
                  </a:lnTo>
                  <a:lnTo>
                    <a:pt x="2467" y="792"/>
                  </a:lnTo>
                  <a:lnTo>
                    <a:pt x="2794" y="982"/>
                  </a:lnTo>
                  <a:lnTo>
                    <a:pt x="2995" y="1100"/>
                  </a:lnTo>
                  <a:lnTo>
                    <a:pt x="3140" y="1099"/>
                  </a:lnTo>
                  <a:lnTo>
                    <a:pt x="3205" y="1016"/>
                  </a:lnTo>
                  <a:lnTo>
                    <a:pt x="3180" y="975"/>
                  </a:lnTo>
                  <a:lnTo>
                    <a:pt x="3191" y="940"/>
                  </a:lnTo>
                  <a:lnTo>
                    <a:pt x="3214" y="923"/>
                  </a:lnTo>
                  <a:lnTo>
                    <a:pt x="3269" y="895"/>
                  </a:lnTo>
                  <a:lnTo>
                    <a:pt x="3324" y="901"/>
                  </a:lnTo>
                  <a:lnTo>
                    <a:pt x="3573" y="962"/>
                  </a:lnTo>
                  <a:lnTo>
                    <a:pt x="3697" y="1003"/>
                  </a:lnTo>
                  <a:lnTo>
                    <a:pt x="3842" y="876"/>
                  </a:lnTo>
                  <a:lnTo>
                    <a:pt x="4098" y="550"/>
                  </a:lnTo>
                  <a:lnTo>
                    <a:pt x="4059" y="455"/>
                  </a:lnTo>
                  <a:lnTo>
                    <a:pt x="4023" y="390"/>
                  </a:lnTo>
                  <a:lnTo>
                    <a:pt x="4026" y="366"/>
                  </a:lnTo>
                  <a:lnTo>
                    <a:pt x="4245" y="289"/>
                  </a:lnTo>
                  <a:lnTo>
                    <a:pt x="4274" y="291"/>
                  </a:lnTo>
                  <a:lnTo>
                    <a:pt x="4289" y="313"/>
                  </a:lnTo>
                  <a:lnTo>
                    <a:pt x="4366" y="498"/>
                  </a:lnTo>
                  <a:lnTo>
                    <a:pt x="4603" y="332"/>
                  </a:lnTo>
                  <a:lnTo>
                    <a:pt x="4725" y="216"/>
                  </a:lnTo>
                  <a:lnTo>
                    <a:pt x="4816" y="108"/>
                  </a:lnTo>
                  <a:lnTo>
                    <a:pt x="4825" y="32"/>
                  </a:lnTo>
                  <a:lnTo>
                    <a:pt x="4913" y="1"/>
                  </a:lnTo>
                  <a:lnTo>
                    <a:pt x="4960" y="0"/>
                  </a:lnTo>
                  <a:lnTo>
                    <a:pt x="5014" y="10"/>
                  </a:lnTo>
                  <a:lnTo>
                    <a:pt x="5142" y="53"/>
                  </a:lnTo>
                  <a:lnTo>
                    <a:pt x="5330" y="126"/>
                  </a:lnTo>
                  <a:lnTo>
                    <a:pt x="5366" y="166"/>
                  </a:lnTo>
                  <a:lnTo>
                    <a:pt x="5377" y="200"/>
                  </a:lnTo>
                  <a:lnTo>
                    <a:pt x="5356" y="373"/>
                  </a:lnTo>
                  <a:lnTo>
                    <a:pt x="5339" y="499"/>
                  </a:lnTo>
                  <a:lnTo>
                    <a:pt x="5302" y="528"/>
                  </a:lnTo>
                  <a:lnTo>
                    <a:pt x="5302" y="5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8956331" y="2477951"/>
              <a:ext cx="359" cy="304"/>
            </a:xfrm>
            <a:custGeom>
              <a:avLst/>
              <a:pathLst>
                <a:path w="359" h="304">
                  <a:moveTo>
                    <a:pt x="358" y="251"/>
                  </a:moveTo>
                  <a:lnTo>
                    <a:pt x="359" y="259"/>
                  </a:lnTo>
                  <a:lnTo>
                    <a:pt x="355" y="265"/>
                  </a:lnTo>
                  <a:lnTo>
                    <a:pt x="351" y="269"/>
                  </a:lnTo>
                  <a:lnTo>
                    <a:pt x="328" y="272"/>
                  </a:lnTo>
                  <a:lnTo>
                    <a:pt x="304" y="275"/>
                  </a:lnTo>
                  <a:lnTo>
                    <a:pt x="296" y="274"/>
                  </a:lnTo>
                  <a:lnTo>
                    <a:pt x="273" y="269"/>
                  </a:lnTo>
                  <a:lnTo>
                    <a:pt x="257" y="255"/>
                  </a:lnTo>
                  <a:lnTo>
                    <a:pt x="227" y="247"/>
                  </a:lnTo>
                  <a:lnTo>
                    <a:pt x="188" y="249"/>
                  </a:lnTo>
                  <a:lnTo>
                    <a:pt x="153" y="258"/>
                  </a:lnTo>
                  <a:lnTo>
                    <a:pt x="133" y="271"/>
                  </a:lnTo>
                  <a:lnTo>
                    <a:pt x="101" y="304"/>
                  </a:lnTo>
                  <a:lnTo>
                    <a:pt x="96" y="304"/>
                  </a:lnTo>
                  <a:lnTo>
                    <a:pt x="76" y="302"/>
                  </a:lnTo>
                  <a:lnTo>
                    <a:pt x="44" y="280"/>
                  </a:lnTo>
                  <a:lnTo>
                    <a:pt x="0" y="150"/>
                  </a:lnTo>
                  <a:lnTo>
                    <a:pt x="0" y="127"/>
                  </a:lnTo>
                  <a:lnTo>
                    <a:pt x="61" y="67"/>
                  </a:lnTo>
                  <a:lnTo>
                    <a:pt x="163" y="1"/>
                  </a:lnTo>
                  <a:lnTo>
                    <a:pt x="201" y="0"/>
                  </a:lnTo>
                  <a:lnTo>
                    <a:pt x="297" y="20"/>
                  </a:lnTo>
                  <a:lnTo>
                    <a:pt x="299" y="37"/>
                  </a:lnTo>
                  <a:lnTo>
                    <a:pt x="301" y="60"/>
                  </a:lnTo>
                  <a:lnTo>
                    <a:pt x="293" y="84"/>
                  </a:lnTo>
                  <a:lnTo>
                    <a:pt x="272" y="105"/>
                  </a:lnTo>
                  <a:lnTo>
                    <a:pt x="251" y="125"/>
                  </a:lnTo>
                  <a:lnTo>
                    <a:pt x="251" y="134"/>
                  </a:lnTo>
                  <a:lnTo>
                    <a:pt x="261" y="181"/>
                  </a:lnTo>
                  <a:lnTo>
                    <a:pt x="291" y="211"/>
                  </a:lnTo>
                  <a:lnTo>
                    <a:pt x="338" y="236"/>
                  </a:lnTo>
                  <a:lnTo>
                    <a:pt x="358" y="2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8964740" y="2478100"/>
              <a:ext cx="1890" cy="909"/>
            </a:xfrm>
            <a:custGeom>
              <a:avLst/>
              <a:pathLst>
                <a:path w="1890" h="909">
                  <a:moveTo>
                    <a:pt x="1002" y="42"/>
                  </a:moveTo>
                  <a:lnTo>
                    <a:pt x="1252" y="110"/>
                  </a:lnTo>
                  <a:lnTo>
                    <a:pt x="1353" y="113"/>
                  </a:lnTo>
                  <a:lnTo>
                    <a:pt x="1669" y="201"/>
                  </a:lnTo>
                  <a:lnTo>
                    <a:pt x="1741" y="231"/>
                  </a:lnTo>
                  <a:lnTo>
                    <a:pt x="1866" y="285"/>
                  </a:lnTo>
                  <a:lnTo>
                    <a:pt x="1880" y="298"/>
                  </a:lnTo>
                  <a:lnTo>
                    <a:pt x="1890" y="337"/>
                  </a:lnTo>
                  <a:lnTo>
                    <a:pt x="1840" y="466"/>
                  </a:lnTo>
                  <a:lnTo>
                    <a:pt x="1774" y="528"/>
                  </a:lnTo>
                  <a:lnTo>
                    <a:pt x="1414" y="746"/>
                  </a:lnTo>
                  <a:lnTo>
                    <a:pt x="1279" y="870"/>
                  </a:lnTo>
                  <a:lnTo>
                    <a:pt x="1070" y="908"/>
                  </a:lnTo>
                  <a:lnTo>
                    <a:pt x="982" y="863"/>
                  </a:lnTo>
                  <a:lnTo>
                    <a:pt x="988" y="840"/>
                  </a:lnTo>
                  <a:lnTo>
                    <a:pt x="981" y="829"/>
                  </a:lnTo>
                  <a:lnTo>
                    <a:pt x="877" y="759"/>
                  </a:lnTo>
                  <a:lnTo>
                    <a:pt x="734" y="704"/>
                  </a:lnTo>
                  <a:lnTo>
                    <a:pt x="713" y="713"/>
                  </a:lnTo>
                  <a:lnTo>
                    <a:pt x="660" y="755"/>
                  </a:lnTo>
                  <a:lnTo>
                    <a:pt x="600" y="807"/>
                  </a:lnTo>
                  <a:lnTo>
                    <a:pt x="465" y="885"/>
                  </a:lnTo>
                  <a:lnTo>
                    <a:pt x="409" y="909"/>
                  </a:lnTo>
                  <a:lnTo>
                    <a:pt x="342" y="904"/>
                  </a:lnTo>
                  <a:lnTo>
                    <a:pt x="318" y="901"/>
                  </a:lnTo>
                  <a:lnTo>
                    <a:pt x="270" y="865"/>
                  </a:lnTo>
                  <a:lnTo>
                    <a:pt x="255" y="801"/>
                  </a:lnTo>
                  <a:lnTo>
                    <a:pt x="269" y="779"/>
                  </a:lnTo>
                  <a:lnTo>
                    <a:pt x="325" y="730"/>
                  </a:lnTo>
                  <a:lnTo>
                    <a:pt x="334" y="703"/>
                  </a:lnTo>
                  <a:lnTo>
                    <a:pt x="339" y="667"/>
                  </a:lnTo>
                  <a:lnTo>
                    <a:pt x="331" y="376"/>
                  </a:lnTo>
                  <a:lnTo>
                    <a:pt x="326" y="371"/>
                  </a:lnTo>
                  <a:lnTo>
                    <a:pt x="177" y="400"/>
                  </a:lnTo>
                  <a:lnTo>
                    <a:pt x="116" y="440"/>
                  </a:lnTo>
                  <a:lnTo>
                    <a:pt x="24" y="520"/>
                  </a:lnTo>
                  <a:lnTo>
                    <a:pt x="0" y="529"/>
                  </a:lnTo>
                  <a:lnTo>
                    <a:pt x="0" y="511"/>
                  </a:lnTo>
                  <a:lnTo>
                    <a:pt x="175" y="287"/>
                  </a:lnTo>
                  <a:lnTo>
                    <a:pt x="194" y="276"/>
                  </a:lnTo>
                  <a:lnTo>
                    <a:pt x="268" y="238"/>
                  </a:lnTo>
                  <a:lnTo>
                    <a:pt x="377" y="191"/>
                  </a:lnTo>
                  <a:lnTo>
                    <a:pt x="410" y="184"/>
                  </a:lnTo>
                  <a:lnTo>
                    <a:pt x="446" y="194"/>
                  </a:lnTo>
                  <a:lnTo>
                    <a:pt x="534" y="179"/>
                  </a:lnTo>
                  <a:lnTo>
                    <a:pt x="612" y="154"/>
                  </a:lnTo>
                  <a:lnTo>
                    <a:pt x="720" y="83"/>
                  </a:lnTo>
                  <a:lnTo>
                    <a:pt x="856" y="3"/>
                  </a:lnTo>
                  <a:lnTo>
                    <a:pt x="875" y="0"/>
                  </a:lnTo>
                  <a:lnTo>
                    <a:pt x="1002" y="4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8920429" y="2474005"/>
              <a:ext cx="552" cy="1086"/>
            </a:xfrm>
            <a:custGeom>
              <a:avLst/>
              <a:pathLst>
                <a:path w="552" h="1086">
                  <a:moveTo>
                    <a:pt x="364" y="479"/>
                  </a:moveTo>
                  <a:lnTo>
                    <a:pt x="552" y="1019"/>
                  </a:lnTo>
                  <a:lnTo>
                    <a:pt x="373" y="1085"/>
                  </a:lnTo>
                  <a:lnTo>
                    <a:pt x="368" y="1086"/>
                  </a:lnTo>
                  <a:lnTo>
                    <a:pt x="185" y="556"/>
                  </a:lnTo>
                  <a:lnTo>
                    <a:pt x="122" y="563"/>
                  </a:lnTo>
                  <a:lnTo>
                    <a:pt x="0" y="257"/>
                  </a:lnTo>
                  <a:lnTo>
                    <a:pt x="127" y="46"/>
                  </a:lnTo>
                  <a:lnTo>
                    <a:pt x="182" y="0"/>
                  </a:lnTo>
                  <a:lnTo>
                    <a:pt x="364" y="47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8919113" y="2473861"/>
              <a:ext cx="842" cy="1275"/>
            </a:xfrm>
            <a:custGeom>
              <a:avLst/>
              <a:pathLst>
                <a:path w="842" h="1275">
                  <a:moveTo>
                    <a:pt x="450" y="202"/>
                  </a:moveTo>
                  <a:lnTo>
                    <a:pt x="572" y="381"/>
                  </a:lnTo>
                  <a:lnTo>
                    <a:pt x="583" y="380"/>
                  </a:lnTo>
                  <a:lnTo>
                    <a:pt x="603" y="360"/>
                  </a:lnTo>
                  <a:lnTo>
                    <a:pt x="764" y="312"/>
                  </a:lnTo>
                  <a:lnTo>
                    <a:pt x="842" y="382"/>
                  </a:lnTo>
                  <a:lnTo>
                    <a:pt x="835" y="409"/>
                  </a:lnTo>
                  <a:lnTo>
                    <a:pt x="761" y="543"/>
                  </a:lnTo>
                  <a:lnTo>
                    <a:pt x="673" y="614"/>
                  </a:lnTo>
                  <a:lnTo>
                    <a:pt x="591" y="756"/>
                  </a:lnTo>
                  <a:lnTo>
                    <a:pt x="564" y="839"/>
                  </a:lnTo>
                  <a:lnTo>
                    <a:pt x="504" y="977"/>
                  </a:lnTo>
                  <a:lnTo>
                    <a:pt x="388" y="1170"/>
                  </a:lnTo>
                  <a:lnTo>
                    <a:pt x="280" y="1218"/>
                  </a:lnTo>
                  <a:lnTo>
                    <a:pt x="256" y="1272"/>
                  </a:lnTo>
                  <a:lnTo>
                    <a:pt x="244" y="1275"/>
                  </a:lnTo>
                  <a:lnTo>
                    <a:pt x="133" y="1275"/>
                  </a:lnTo>
                  <a:lnTo>
                    <a:pt x="91" y="1247"/>
                  </a:lnTo>
                  <a:lnTo>
                    <a:pt x="53" y="1138"/>
                  </a:lnTo>
                  <a:lnTo>
                    <a:pt x="36" y="1050"/>
                  </a:lnTo>
                  <a:lnTo>
                    <a:pt x="18" y="872"/>
                  </a:lnTo>
                  <a:lnTo>
                    <a:pt x="4" y="708"/>
                  </a:lnTo>
                  <a:lnTo>
                    <a:pt x="0" y="552"/>
                  </a:lnTo>
                  <a:lnTo>
                    <a:pt x="0" y="506"/>
                  </a:lnTo>
                  <a:lnTo>
                    <a:pt x="58" y="242"/>
                  </a:lnTo>
                  <a:lnTo>
                    <a:pt x="139" y="81"/>
                  </a:lnTo>
                  <a:lnTo>
                    <a:pt x="170" y="50"/>
                  </a:lnTo>
                  <a:lnTo>
                    <a:pt x="247" y="2"/>
                  </a:lnTo>
                  <a:lnTo>
                    <a:pt x="261" y="0"/>
                  </a:lnTo>
                  <a:lnTo>
                    <a:pt x="366" y="3"/>
                  </a:lnTo>
                  <a:lnTo>
                    <a:pt x="392" y="26"/>
                  </a:lnTo>
                  <a:lnTo>
                    <a:pt x="445" y="95"/>
                  </a:lnTo>
                  <a:lnTo>
                    <a:pt x="443" y="162"/>
                  </a:lnTo>
                  <a:lnTo>
                    <a:pt x="450" y="2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8781820" y="2464677"/>
              <a:ext cx="2222" cy="2512"/>
            </a:xfrm>
            <a:custGeom>
              <a:avLst/>
              <a:pathLst>
                <a:path w="2222" h="2512">
                  <a:moveTo>
                    <a:pt x="2196" y="548"/>
                  </a:moveTo>
                  <a:lnTo>
                    <a:pt x="2148" y="625"/>
                  </a:lnTo>
                  <a:lnTo>
                    <a:pt x="2144" y="632"/>
                  </a:lnTo>
                  <a:lnTo>
                    <a:pt x="2119" y="656"/>
                  </a:lnTo>
                  <a:lnTo>
                    <a:pt x="1927" y="847"/>
                  </a:lnTo>
                  <a:lnTo>
                    <a:pt x="1651" y="1074"/>
                  </a:lnTo>
                  <a:lnTo>
                    <a:pt x="1645" y="1079"/>
                  </a:lnTo>
                  <a:lnTo>
                    <a:pt x="1636" y="1083"/>
                  </a:lnTo>
                  <a:lnTo>
                    <a:pt x="1523" y="1128"/>
                  </a:lnTo>
                  <a:lnTo>
                    <a:pt x="1490" y="1142"/>
                  </a:lnTo>
                  <a:lnTo>
                    <a:pt x="1366" y="1164"/>
                  </a:lnTo>
                  <a:lnTo>
                    <a:pt x="1341" y="1168"/>
                  </a:lnTo>
                  <a:lnTo>
                    <a:pt x="1151" y="1334"/>
                  </a:lnTo>
                  <a:lnTo>
                    <a:pt x="1117" y="1397"/>
                  </a:lnTo>
                  <a:lnTo>
                    <a:pt x="1085" y="1454"/>
                  </a:lnTo>
                  <a:lnTo>
                    <a:pt x="1074" y="1475"/>
                  </a:lnTo>
                  <a:lnTo>
                    <a:pt x="1070" y="1482"/>
                  </a:lnTo>
                  <a:lnTo>
                    <a:pt x="953" y="1604"/>
                  </a:lnTo>
                  <a:lnTo>
                    <a:pt x="925" y="1616"/>
                  </a:lnTo>
                  <a:lnTo>
                    <a:pt x="884" y="1634"/>
                  </a:lnTo>
                  <a:lnTo>
                    <a:pt x="877" y="1642"/>
                  </a:lnTo>
                  <a:lnTo>
                    <a:pt x="866" y="1653"/>
                  </a:lnTo>
                  <a:lnTo>
                    <a:pt x="835" y="1685"/>
                  </a:lnTo>
                  <a:lnTo>
                    <a:pt x="776" y="1747"/>
                  </a:lnTo>
                  <a:lnTo>
                    <a:pt x="771" y="1752"/>
                  </a:lnTo>
                  <a:lnTo>
                    <a:pt x="742" y="1782"/>
                  </a:lnTo>
                  <a:lnTo>
                    <a:pt x="727" y="1808"/>
                  </a:lnTo>
                  <a:lnTo>
                    <a:pt x="703" y="1934"/>
                  </a:lnTo>
                  <a:lnTo>
                    <a:pt x="701" y="1942"/>
                  </a:lnTo>
                  <a:lnTo>
                    <a:pt x="695" y="1976"/>
                  </a:lnTo>
                  <a:lnTo>
                    <a:pt x="698" y="2015"/>
                  </a:lnTo>
                  <a:lnTo>
                    <a:pt x="711" y="2156"/>
                  </a:lnTo>
                  <a:lnTo>
                    <a:pt x="639" y="2284"/>
                  </a:lnTo>
                  <a:lnTo>
                    <a:pt x="633" y="2295"/>
                  </a:lnTo>
                  <a:lnTo>
                    <a:pt x="613" y="2331"/>
                  </a:lnTo>
                  <a:lnTo>
                    <a:pt x="600" y="2355"/>
                  </a:lnTo>
                  <a:lnTo>
                    <a:pt x="523" y="2420"/>
                  </a:lnTo>
                  <a:lnTo>
                    <a:pt x="506" y="2434"/>
                  </a:lnTo>
                  <a:lnTo>
                    <a:pt x="499" y="2438"/>
                  </a:lnTo>
                  <a:lnTo>
                    <a:pt x="476" y="2448"/>
                  </a:lnTo>
                  <a:lnTo>
                    <a:pt x="442" y="2463"/>
                  </a:lnTo>
                  <a:lnTo>
                    <a:pt x="343" y="2508"/>
                  </a:lnTo>
                  <a:lnTo>
                    <a:pt x="336" y="2512"/>
                  </a:lnTo>
                  <a:lnTo>
                    <a:pt x="330" y="2510"/>
                  </a:lnTo>
                  <a:lnTo>
                    <a:pt x="286" y="2494"/>
                  </a:lnTo>
                  <a:lnTo>
                    <a:pt x="280" y="2492"/>
                  </a:lnTo>
                  <a:lnTo>
                    <a:pt x="271" y="2467"/>
                  </a:lnTo>
                  <a:lnTo>
                    <a:pt x="256" y="2424"/>
                  </a:lnTo>
                  <a:lnTo>
                    <a:pt x="253" y="2413"/>
                  </a:lnTo>
                  <a:lnTo>
                    <a:pt x="232" y="2298"/>
                  </a:lnTo>
                  <a:lnTo>
                    <a:pt x="233" y="2272"/>
                  </a:lnTo>
                  <a:lnTo>
                    <a:pt x="480" y="1820"/>
                  </a:lnTo>
                  <a:lnTo>
                    <a:pt x="625" y="1680"/>
                  </a:lnTo>
                  <a:lnTo>
                    <a:pt x="634" y="1673"/>
                  </a:lnTo>
                  <a:lnTo>
                    <a:pt x="700" y="1628"/>
                  </a:lnTo>
                  <a:lnTo>
                    <a:pt x="721" y="1626"/>
                  </a:lnTo>
                  <a:lnTo>
                    <a:pt x="745" y="1623"/>
                  </a:lnTo>
                  <a:lnTo>
                    <a:pt x="751" y="1613"/>
                  </a:lnTo>
                  <a:lnTo>
                    <a:pt x="756" y="1606"/>
                  </a:lnTo>
                  <a:lnTo>
                    <a:pt x="770" y="1586"/>
                  </a:lnTo>
                  <a:lnTo>
                    <a:pt x="809" y="1503"/>
                  </a:lnTo>
                  <a:lnTo>
                    <a:pt x="819" y="1482"/>
                  </a:lnTo>
                  <a:lnTo>
                    <a:pt x="753" y="1388"/>
                  </a:lnTo>
                  <a:lnTo>
                    <a:pt x="739" y="1376"/>
                  </a:lnTo>
                  <a:lnTo>
                    <a:pt x="734" y="1372"/>
                  </a:lnTo>
                  <a:lnTo>
                    <a:pt x="707" y="1349"/>
                  </a:lnTo>
                  <a:lnTo>
                    <a:pt x="684" y="1354"/>
                  </a:lnTo>
                  <a:lnTo>
                    <a:pt x="658" y="1361"/>
                  </a:lnTo>
                  <a:lnTo>
                    <a:pt x="588" y="1360"/>
                  </a:lnTo>
                  <a:lnTo>
                    <a:pt x="454" y="1346"/>
                  </a:lnTo>
                  <a:lnTo>
                    <a:pt x="414" y="1326"/>
                  </a:lnTo>
                  <a:lnTo>
                    <a:pt x="347" y="1282"/>
                  </a:lnTo>
                  <a:lnTo>
                    <a:pt x="304" y="1253"/>
                  </a:lnTo>
                  <a:lnTo>
                    <a:pt x="234" y="1192"/>
                  </a:lnTo>
                  <a:lnTo>
                    <a:pt x="0" y="800"/>
                  </a:lnTo>
                  <a:lnTo>
                    <a:pt x="1" y="784"/>
                  </a:lnTo>
                  <a:lnTo>
                    <a:pt x="55" y="490"/>
                  </a:lnTo>
                  <a:lnTo>
                    <a:pt x="83" y="475"/>
                  </a:lnTo>
                  <a:lnTo>
                    <a:pt x="126" y="464"/>
                  </a:lnTo>
                  <a:lnTo>
                    <a:pt x="159" y="455"/>
                  </a:lnTo>
                  <a:lnTo>
                    <a:pt x="172" y="453"/>
                  </a:lnTo>
                  <a:lnTo>
                    <a:pt x="263" y="440"/>
                  </a:lnTo>
                  <a:lnTo>
                    <a:pt x="278" y="438"/>
                  </a:lnTo>
                  <a:lnTo>
                    <a:pt x="313" y="449"/>
                  </a:lnTo>
                  <a:lnTo>
                    <a:pt x="431" y="486"/>
                  </a:lnTo>
                  <a:lnTo>
                    <a:pt x="486" y="480"/>
                  </a:lnTo>
                  <a:lnTo>
                    <a:pt x="534" y="461"/>
                  </a:lnTo>
                  <a:lnTo>
                    <a:pt x="578" y="443"/>
                  </a:lnTo>
                  <a:lnTo>
                    <a:pt x="592" y="437"/>
                  </a:lnTo>
                  <a:lnTo>
                    <a:pt x="601" y="433"/>
                  </a:lnTo>
                  <a:lnTo>
                    <a:pt x="706" y="378"/>
                  </a:lnTo>
                  <a:lnTo>
                    <a:pt x="805" y="322"/>
                  </a:lnTo>
                  <a:lnTo>
                    <a:pt x="814" y="316"/>
                  </a:lnTo>
                  <a:lnTo>
                    <a:pt x="828" y="308"/>
                  </a:lnTo>
                  <a:lnTo>
                    <a:pt x="855" y="286"/>
                  </a:lnTo>
                  <a:lnTo>
                    <a:pt x="892" y="267"/>
                  </a:lnTo>
                  <a:lnTo>
                    <a:pt x="927" y="236"/>
                  </a:lnTo>
                  <a:lnTo>
                    <a:pt x="1038" y="173"/>
                  </a:lnTo>
                  <a:lnTo>
                    <a:pt x="1100" y="137"/>
                  </a:lnTo>
                  <a:lnTo>
                    <a:pt x="1191" y="84"/>
                  </a:lnTo>
                  <a:lnTo>
                    <a:pt x="1235" y="59"/>
                  </a:lnTo>
                  <a:lnTo>
                    <a:pt x="1246" y="53"/>
                  </a:lnTo>
                  <a:lnTo>
                    <a:pt x="1273" y="37"/>
                  </a:lnTo>
                  <a:lnTo>
                    <a:pt x="1287" y="28"/>
                  </a:lnTo>
                  <a:lnTo>
                    <a:pt x="1332" y="0"/>
                  </a:lnTo>
                  <a:lnTo>
                    <a:pt x="1340" y="3"/>
                  </a:lnTo>
                  <a:lnTo>
                    <a:pt x="1345" y="5"/>
                  </a:lnTo>
                  <a:lnTo>
                    <a:pt x="1373" y="17"/>
                  </a:lnTo>
                  <a:lnTo>
                    <a:pt x="1485" y="57"/>
                  </a:lnTo>
                  <a:lnTo>
                    <a:pt x="1588" y="93"/>
                  </a:lnTo>
                  <a:lnTo>
                    <a:pt x="1930" y="164"/>
                  </a:lnTo>
                  <a:lnTo>
                    <a:pt x="1941" y="168"/>
                  </a:lnTo>
                  <a:lnTo>
                    <a:pt x="1971" y="177"/>
                  </a:lnTo>
                  <a:lnTo>
                    <a:pt x="2048" y="201"/>
                  </a:lnTo>
                  <a:lnTo>
                    <a:pt x="2105" y="256"/>
                  </a:lnTo>
                  <a:lnTo>
                    <a:pt x="2148" y="298"/>
                  </a:lnTo>
                  <a:lnTo>
                    <a:pt x="2161" y="310"/>
                  </a:lnTo>
                  <a:lnTo>
                    <a:pt x="2194" y="376"/>
                  </a:lnTo>
                  <a:lnTo>
                    <a:pt x="2206" y="409"/>
                  </a:lnTo>
                  <a:lnTo>
                    <a:pt x="2222" y="456"/>
                  </a:lnTo>
                  <a:lnTo>
                    <a:pt x="2215" y="484"/>
                  </a:lnTo>
                  <a:lnTo>
                    <a:pt x="2202" y="539"/>
                  </a:lnTo>
                  <a:lnTo>
                    <a:pt x="2196" y="5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8920112" y="2472442"/>
              <a:ext cx="340" cy="555"/>
            </a:xfrm>
            <a:custGeom>
              <a:avLst/>
              <a:pathLst>
                <a:path w="340" h="555">
                  <a:moveTo>
                    <a:pt x="290" y="436"/>
                  </a:moveTo>
                  <a:lnTo>
                    <a:pt x="167" y="555"/>
                  </a:lnTo>
                  <a:lnTo>
                    <a:pt x="26" y="540"/>
                  </a:lnTo>
                  <a:lnTo>
                    <a:pt x="14" y="537"/>
                  </a:lnTo>
                  <a:lnTo>
                    <a:pt x="0" y="515"/>
                  </a:lnTo>
                  <a:lnTo>
                    <a:pt x="0" y="473"/>
                  </a:lnTo>
                  <a:lnTo>
                    <a:pt x="22" y="416"/>
                  </a:lnTo>
                  <a:lnTo>
                    <a:pt x="222" y="27"/>
                  </a:lnTo>
                  <a:lnTo>
                    <a:pt x="269" y="0"/>
                  </a:lnTo>
                  <a:lnTo>
                    <a:pt x="305" y="115"/>
                  </a:lnTo>
                  <a:lnTo>
                    <a:pt x="340" y="393"/>
                  </a:lnTo>
                  <a:lnTo>
                    <a:pt x="290" y="43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8946575" y="2474495"/>
              <a:ext cx="1253" cy="1903"/>
            </a:xfrm>
            <a:custGeom>
              <a:avLst/>
              <a:pathLst>
                <a:path w="1253" h="1903">
                  <a:moveTo>
                    <a:pt x="1253" y="904"/>
                  </a:moveTo>
                  <a:lnTo>
                    <a:pt x="1175" y="1091"/>
                  </a:lnTo>
                  <a:lnTo>
                    <a:pt x="1153" y="1102"/>
                  </a:lnTo>
                  <a:lnTo>
                    <a:pt x="976" y="1246"/>
                  </a:lnTo>
                  <a:lnTo>
                    <a:pt x="962" y="1269"/>
                  </a:lnTo>
                  <a:lnTo>
                    <a:pt x="938" y="1443"/>
                  </a:lnTo>
                  <a:lnTo>
                    <a:pt x="947" y="1467"/>
                  </a:lnTo>
                  <a:lnTo>
                    <a:pt x="973" y="1490"/>
                  </a:lnTo>
                  <a:lnTo>
                    <a:pt x="1005" y="1475"/>
                  </a:lnTo>
                  <a:lnTo>
                    <a:pt x="1035" y="1497"/>
                  </a:lnTo>
                  <a:lnTo>
                    <a:pt x="1039" y="1546"/>
                  </a:lnTo>
                  <a:lnTo>
                    <a:pt x="1035" y="1619"/>
                  </a:lnTo>
                  <a:lnTo>
                    <a:pt x="1013" y="1670"/>
                  </a:lnTo>
                  <a:lnTo>
                    <a:pt x="909" y="1841"/>
                  </a:lnTo>
                  <a:lnTo>
                    <a:pt x="846" y="1903"/>
                  </a:lnTo>
                  <a:lnTo>
                    <a:pt x="509" y="1894"/>
                  </a:lnTo>
                  <a:lnTo>
                    <a:pt x="411" y="1889"/>
                  </a:lnTo>
                  <a:lnTo>
                    <a:pt x="382" y="1880"/>
                  </a:lnTo>
                  <a:lnTo>
                    <a:pt x="354" y="1861"/>
                  </a:lnTo>
                  <a:lnTo>
                    <a:pt x="336" y="1832"/>
                  </a:lnTo>
                  <a:lnTo>
                    <a:pt x="285" y="1727"/>
                  </a:lnTo>
                  <a:lnTo>
                    <a:pt x="114" y="1614"/>
                  </a:lnTo>
                  <a:lnTo>
                    <a:pt x="30" y="1575"/>
                  </a:lnTo>
                  <a:lnTo>
                    <a:pt x="21" y="1563"/>
                  </a:lnTo>
                  <a:lnTo>
                    <a:pt x="11" y="1534"/>
                  </a:lnTo>
                  <a:lnTo>
                    <a:pt x="19" y="1466"/>
                  </a:lnTo>
                  <a:lnTo>
                    <a:pt x="46" y="1422"/>
                  </a:lnTo>
                  <a:lnTo>
                    <a:pt x="92" y="1402"/>
                  </a:lnTo>
                  <a:lnTo>
                    <a:pt x="1" y="1334"/>
                  </a:lnTo>
                  <a:lnTo>
                    <a:pt x="0" y="1271"/>
                  </a:lnTo>
                  <a:lnTo>
                    <a:pt x="22" y="1208"/>
                  </a:lnTo>
                  <a:lnTo>
                    <a:pt x="67" y="1176"/>
                  </a:lnTo>
                  <a:lnTo>
                    <a:pt x="176" y="1166"/>
                  </a:lnTo>
                  <a:lnTo>
                    <a:pt x="197" y="1167"/>
                  </a:lnTo>
                  <a:lnTo>
                    <a:pt x="258" y="1059"/>
                  </a:lnTo>
                  <a:lnTo>
                    <a:pt x="328" y="913"/>
                  </a:lnTo>
                  <a:lnTo>
                    <a:pt x="360" y="905"/>
                  </a:lnTo>
                  <a:lnTo>
                    <a:pt x="392" y="924"/>
                  </a:lnTo>
                  <a:lnTo>
                    <a:pt x="420" y="954"/>
                  </a:lnTo>
                  <a:lnTo>
                    <a:pt x="429" y="955"/>
                  </a:lnTo>
                  <a:lnTo>
                    <a:pt x="484" y="928"/>
                  </a:lnTo>
                  <a:lnTo>
                    <a:pt x="526" y="896"/>
                  </a:lnTo>
                  <a:lnTo>
                    <a:pt x="632" y="799"/>
                  </a:lnTo>
                  <a:lnTo>
                    <a:pt x="637" y="786"/>
                  </a:lnTo>
                  <a:lnTo>
                    <a:pt x="742" y="536"/>
                  </a:lnTo>
                  <a:lnTo>
                    <a:pt x="762" y="521"/>
                  </a:lnTo>
                  <a:lnTo>
                    <a:pt x="929" y="382"/>
                  </a:lnTo>
                  <a:lnTo>
                    <a:pt x="964" y="283"/>
                  </a:lnTo>
                  <a:lnTo>
                    <a:pt x="963" y="268"/>
                  </a:lnTo>
                  <a:lnTo>
                    <a:pt x="946" y="215"/>
                  </a:lnTo>
                  <a:lnTo>
                    <a:pt x="932" y="192"/>
                  </a:lnTo>
                  <a:lnTo>
                    <a:pt x="908" y="186"/>
                  </a:lnTo>
                  <a:lnTo>
                    <a:pt x="854" y="110"/>
                  </a:lnTo>
                  <a:lnTo>
                    <a:pt x="852" y="76"/>
                  </a:lnTo>
                  <a:lnTo>
                    <a:pt x="873" y="41"/>
                  </a:lnTo>
                  <a:lnTo>
                    <a:pt x="930" y="1"/>
                  </a:lnTo>
                  <a:lnTo>
                    <a:pt x="955" y="0"/>
                  </a:lnTo>
                  <a:lnTo>
                    <a:pt x="1210" y="73"/>
                  </a:lnTo>
                  <a:lnTo>
                    <a:pt x="1221" y="106"/>
                  </a:lnTo>
                  <a:lnTo>
                    <a:pt x="1219" y="135"/>
                  </a:lnTo>
                  <a:lnTo>
                    <a:pt x="1117" y="315"/>
                  </a:lnTo>
                  <a:lnTo>
                    <a:pt x="1203" y="463"/>
                  </a:lnTo>
                  <a:lnTo>
                    <a:pt x="1253" y="9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8920065" y="2472094"/>
              <a:ext cx="160" cy="188"/>
            </a:xfrm>
            <a:custGeom>
              <a:avLst/>
              <a:pathLst>
                <a:path w="160" h="188">
                  <a:moveTo>
                    <a:pt x="18" y="188"/>
                  </a:moveTo>
                  <a:lnTo>
                    <a:pt x="2" y="187"/>
                  </a:lnTo>
                  <a:lnTo>
                    <a:pt x="0" y="172"/>
                  </a:lnTo>
                  <a:lnTo>
                    <a:pt x="12" y="46"/>
                  </a:lnTo>
                  <a:lnTo>
                    <a:pt x="21" y="6"/>
                  </a:lnTo>
                  <a:lnTo>
                    <a:pt x="54" y="0"/>
                  </a:lnTo>
                  <a:lnTo>
                    <a:pt x="93" y="9"/>
                  </a:lnTo>
                  <a:lnTo>
                    <a:pt x="145" y="26"/>
                  </a:lnTo>
                  <a:lnTo>
                    <a:pt x="160" y="39"/>
                  </a:lnTo>
                  <a:lnTo>
                    <a:pt x="160" y="65"/>
                  </a:lnTo>
                  <a:lnTo>
                    <a:pt x="139" y="112"/>
                  </a:lnTo>
                  <a:lnTo>
                    <a:pt x="121" y="141"/>
                  </a:lnTo>
                  <a:lnTo>
                    <a:pt x="102" y="152"/>
                  </a:lnTo>
                  <a:lnTo>
                    <a:pt x="31" y="179"/>
                  </a:lnTo>
                  <a:lnTo>
                    <a:pt x="18" y="18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8950358" y="2473241"/>
              <a:ext cx="6188" cy="6246"/>
            </a:xfrm>
            <a:custGeom>
              <a:avLst/>
              <a:pathLst>
                <a:path w="6188" h="6246">
                  <a:moveTo>
                    <a:pt x="5706" y="409"/>
                  </a:moveTo>
                  <a:lnTo>
                    <a:pt x="5724" y="414"/>
                  </a:lnTo>
                  <a:lnTo>
                    <a:pt x="5746" y="400"/>
                  </a:lnTo>
                  <a:lnTo>
                    <a:pt x="5761" y="381"/>
                  </a:lnTo>
                  <a:lnTo>
                    <a:pt x="5791" y="321"/>
                  </a:lnTo>
                  <a:lnTo>
                    <a:pt x="5812" y="140"/>
                  </a:lnTo>
                  <a:lnTo>
                    <a:pt x="5924" y="76"/>
                  </a:lnTo>
                  <a:lnTo>
                    <a:pt x="5996" y="371"/>
                  </a:lnTo>
                  <a:lnTo>
                    <a:pt x="5986" y="471"/>
                  </a:lnTo>
                  <a:lnTo>
                    <a:pt x="6052" y="591"/>
                  </a:lnTo>
                  <a:lnTo>
                    <a:pt x="6157" y="823"/>
                  </a:lnTo>
                  <a:lnTo>
                    <a:pt x="6182" y="877"/>
                  </a:lnTo>
                  <a:lnTo>
                    <a:pt x="6188" y="911"/>
                  </a:lnTo>
                  <a:lnTo>
                    <a:pt x="6183" y="943"/>
                  </a:lnTo>
                  <a:lnTo>
                    <a:pt x="6171" y="1008"/>
                  </a:lnTo>
                  <a:lnTo>
                    <a:pt x="6038" y="1417"/>
                  </a:lnTo>
                  <a:lnTo>
                    <a:pt x="6029" y="1443"/>
                  </a:lnTo>
                  <a:lnTo>
                    <a:pt x="6005" y="1457"/>
                  </a:lnTo>
                  <a:lnTo>
                    <a:pt x="5891" y="1504"/>
                  </a:lnTo>
                  <a:lnTo>
                    <a:pt x="5807" y="1475"/>
                  </a:lnTo>
                  <a:lnTo>
                    <a:pt x="5787" y="1459"/>
                  </a:lnTo>
                  <a:lnTo>
                    <a:pt x="5702" y="1481"/>
                  </a:lnTo>
                  <a:lnTo>
                    <a:pt x="5385" y="1713"/>
                  </a:lnTo>
                  <a:lnTo>
                    <a:pt x="4924" y="1906"/>
                  </a:lnTo>
                  <a:lnTo>
                    <a:pt x="4889" y="1925"/>
                  </a:lnTo>
                  <a:lnTo>
                    <a:pt x="4831" y="2045"/>
                  </a:lnTo>
                  <a:lnTo>
                    <a:pt x="4788" y="2202"/>
                  </a:lnTo>
                  <a:lnTo>
                    <a:pt x="4780" y="2277"/>
                  </a:lnTo>
                  <a:lnTo>
                    <a:pt x="4781" y="2381"/>
                  </a:lnTo>
                  <a:lnTo>
                    <a:pt x="4839" y="2639"/>
                  </a:lnTo>
                  <a:lnTo>
                    <a:pt x="4849" y="2669"/>
                  </a:lnTo>
                  <a:lnTo>
                    <a:pt x="4839" y="2765"/>
                  </a:lnTo>
                  <a:lnTo>
                    <a:pt x="4834" y="2784"/>
                  </a:lnTo>
                  <a:lnTo>
                    <a:pt x="4804" y="2830"/>
                  </a:lnTo>
                  <a:lnTo>
                    <a:pt x="4772" y="2848"/>
                  </a:lnTo>
                  <a:lnTo>
                    <a:pt x="4736" y="2844"/>
                  </a:lnTo>
                  <a:lnTo>
                    <a:pt x="4730" y="2856"/>
                  </a:lnTo>
                  <a:lnTo>
                    <a:pt x="4734" y="2925"/>
                  </a:lnTo>
                  <a:lnTo>
                    <a:pt x="4772" y="3042"/>
                  </a:lnTo>
                  <a:lnTo>
                    <a:pt x="4839" y="3136"/>
                  </a:lnTo>
                  <a:lnTo>
                    <a:pt x="4853" y="3134"/>
                  </a:lnTo>
                  <a:lnTo>
                    <a:pt x="4867" y="3121"/>
                  </a:lnTo>
                  <a:lnTo>
                    <a:pt x="4880" y="3082"/>
                  </a:lnTo>
                  <a:lnTo>
                    <a:pt x="4904" y="3073"/>
                  </a:lnTo>
                  <a:lnTo>
                    <a:pt x="4950" y="3076"/>
                  </a:lnTo>
                  <a:lnTo>
                    <a:pt x="5068" y="3103"/>
                  </a:lnTo>
                  <a:lnTo>
                    <a:pt x="5087" y="3123"/>
                  </a:lnTo>
                  <a:lnTo>
                    <a:pt x="5111" y="3181"/>
                  </a:lnTo>
                  <a:lnTo>
                    <a:pt x="5136" y="3269"/>
                  </a:lnTo>
                  <a:lnTo>
                    <a:pt x="5124" y="3296"/>
                  </a:lnTo>
                  <a:lnTo>
                    <a:pt x="5078" y="3327"/>
                  </a:lnTo>
                  <a:lnTo>
                    <a:pt x="5083" y="3365"/>
                  </a:lnTo>
                  <a:lnTo>
                    <a:pt x="5088" y="3379"/>
                  </a:lnTo>
                  <a:lnTo>
                    <a:pt x="5098" y="3401"/>
                  </a:lnTo>
                  <a:lnTo>
                    <a:pt x="5260" y="3514"/>
                  </a:lnTo>
                  <a:lnTo>
                    <a:pt x="5301" y="3521"/>
                  </a:lnTo>
                  <a:lnTo>
                    <a:pt x="5335" y="3499"/>
                  </a:lnTo>
                  <a:lnTo>
                    <a:pt x="5553" y="3474"/>
                  </a:lnTo>
                  <a:lnTo>
                    <a:pt x="5797" y="3508"/>
                  </a:lnTo>
                  <a:lnTo>
                    <a:pt x="5928" y="3576"/>
                  </a:lnTo>
                  <a:lnTo>
                    <a:pt x="5946" y="3621"/>
                  </a:lnTo>
                  <a:lnTo>
                    <a:pt x="5850" y="3866"/>
                  </a:lnTo>
                  <a:lnTo>
                    <a:pt x="5781" y="3947"/>
                  </a:lnTo>
                  <a:lnTo>
                    <a:pt x="5765" y="3957"/>
                  </a:lnTo>
                  <a:lnTo>
                    <a:pt x="5623" y="4006"/>
                  </a:lnTo>
                  <a:lnTo>
                    <a:pt x="5595" y="4004"/>
                  </a:lnTo>
                  <a:lnTo>
                    <a:pt x="5505" y="3972"/>
                  </a:lnTo>
                  <a:lnTo>
                    <a:pt x="5491" y="3966"/>
                  </a:lnTo>
                  <a:lnTo>
                    <a:pt x="5451" y="3947"/>
                  </a:lnTo>
                  <a:lnTo>
                    <a:pt x="5430" y="3920"/>
                  </a:lnTo>
                  <a:lnTo>
                    <a:pt x="5327" y="3899"/>
                  </a:lnTo>
                  <a:lnTo>
                    <a:pt x="4935" y="3872"/>
                  </a:lnTo>
                  <a:lnTo>
                    <a:pt x="4811" y="3888"/>
                  </a:lnTo>
                  <a:lnTo>
                    <a:pt x="4739" y="3909"/>
                  </a:lnTo>
                  <a:lnTo>
                    <a:pt x="4672" y="3945"/>
                  </a:lnTo>
                  <a:lnTo>
                    <a:pt x="4625" y="3980"/>
                  </a:lnTo>
                  <a:lnTo>
                    <a:pt x="4577" y="4024"/>
                  </a:lnTo>
                  <a:lnTo>
                    <a:pt x="4526" y="4085"/>
                  </a:lnTo>
                  <a:lnTo>
                    <a:pt x="4468" y="4255"/>
                  </a:lnTo>
                  <a:lnTo>
                    <a:pt x="4470" y="4266"/>
                  </a:lnTo>
                  <a:lnTo>
                    <a:pt x="4499" y="4294"/>
                  </a:lnTo>
                  <a:lnTo>
                    <a:pt x="4534" y="4311"/>
                  </a:lnTo>
                  <a:lnTo>
                    <a:pt x="4614" y="4332"/>
                  </a:lnTo>
                  <a:lnTo>
                    <a:pt x="4637" y="4347"/>
                  </a:lnTo>
                  <a:lnTo>
                    <a:pt x="4650" y="4364"/>
                  </a:lnTo>
                  <a:lnTo>
                    <a:pt x="4656" y="4373"/>
                  </a:lnTo>
                  <a:lnTo>
                    <a:pt x="4652" y="4394"/>
                  </a:lnTo>
                  <a:lnTo>
                    <a:pt x="4615" y="4440"/>
                  </a:lnTo>
                  <a:lnTo>
                    <a:pt x="4304" y="4657"/>
                  </a:lnTo>
                  <a:lnTo>
                    <a:pt x="4297" y="4660"/>
                  </a:lnTo>
                  <a:lnTo>
                    <a:pt x="4281" y="4625"/>
                  </a:lnTo>
                  <a:lnTo>
                    <a:pt x="4227" y="4610"/>
                  </a:lnTo>
                  <a:lnTo>
                    <a:pt x="4082" y="4667"/>
                  </a:lnTo>
                  <a:lnTo>
                    <a:pt x="4062" y="4687"/>
                  </a:lnTo>
                  <a:lnTo>
                    <a:pt x="4052" y="4728"/>
                  </a:lnTo>
                  <a:lnTo>
                    <a:pt x="4058" y="4765"/>
                  </a:lnTo>
                  <a:lnTo>
                    <a:pt x="4076" y="4913"/>
                  </a:lnTo>
                  <a:lnTo>
                    <a:pt x="4084" y="5181"/>
                  </a:lnTo>
                  <a:lnTo>
                    <a:pt x="4082" y="5197"/>
                  </a:lnTo>
                  <a:lnTo>
                    <a:pt x="4071" y="5203"/>
                  </a:lnTo>
                  <a:lnTo>
                    <a:pt x="4031" y="5202"/>
                  </a:lnTo>
                  <a:lnTo>
                    <a:pt x="3964" y="5168"/>
                  </a:lnTo>
                  <a:lnTo>
                    <a:pt x="3933" y="5112"/>
                  </a:lnTo>
                  <a:lnTo>
                    <a:pt x="3874" y="5000"/>
                  </a:lnTo>
                  <a:lnTo>
                    <a:pt x="3871" y="4974"/>
                  </a:lnTo>
                  <a:lnTo>
                    <a:pt x="3887" y="4950"/>
                  </a:lnTo>
                  <a:lnTo>
                    <a:pt x="3862" y="4904"/>
                  </a:lnTo>
                  <a:lnTo>
                    <a:pt x="3827" y="4883"/>
                  </a:lnTo>
                  <a:lnTo>
                    <a:pt x="3793" y="4877"/>
                  </a:lnTo>
                  <a:lnTo>
                    <a:pt x="3548" y="4888"/>
                  </a:lnTo>
                  <a:lnTo>
                    <a:pt x="3500" y="4894"/>
                  </a:lnTo>
                  <a:lnTo>
                    <a:pt x="3467" y="4909"/>
                  </a:lnTo>
                  <a:lnTo>
                    <a:pt x="3402" y="4973"/>
                  </a:lnTo>
                  <a:lnTo>
                    <a:pt x="3354" y="5024"/>
                  </a:lnTo>
                  <a:lnTo>
                    <a:pt x="3352" y="5091"/>
                  </a:lnTo>
                  <a:lnTo>
                    <a:pt x="3372" y="5110"/>
                  </a:lnTo>
                  <a:lnTo>
                    <a:pt x="3393" y="5113"/>
                  </a:lnTo>
                  <a:lnTo>
                    <a:pt x="3452" y="5179"/>
                  </a:lnTo>
                  <a:lnTo>
                    <a:pt x="3453" y="5189"/>
                  </a:lnTo>
                  <a:lnTo>
                    <a:pt x="3434" y="5225"/>
                  </a:lnTo>
                  <a:lnTo>
                    <a:pt x="3427" y="5232"/>
                  </a:lnTo>
                  <a:lnTo>
                    <a:pt x="3376" y="5234"/>
                  </a:lnTo>
                  <a:lnTo>
                    <a:pt x="3275" y="5231"/>
                  </a:lnTo>
                  <a:lnTo>
                    <a:pt x="3256" y="5225"/>
                  </a:lnTo>
                  <a:lnTo>
                    <a:pt x="3171" y="5185"/>
                  </a:lnTo>
                  <a:lnTo>
                    <a:pt x="3135" y="5151"/>
                  </a:lnTo>
                  <a:lnTo>
                    <a:pt x="3110" y="5116"/>
                  </a:lnTo>
                  <a:lnTo>
                    <a:pt x="3109" y="5090"/>
                  </a:lnTo>
                  <a:lnTo>
                    <a:pt x="3138" y="5002"/>
                  </a:lnTo>
                  <a:lnTo>
                    <a:pt x="3177" y="4956"/>
                  </a:lnTo>
                  <a:lnTo>
                    <a:pt x="3187" y="4917"/>
                  </a:lnTo>
                  <a:lnTo>
                    <a:pt x="3174" y="4883"/>
                  </a:lnTo>
                  <a:lnTo>
                    <a:pt x="3096" y="4817"/>
                  </a:lnTo>
                  <a:lnTo>
                    <a:pt x="3004" y="4787"/>
                  </a:lnTo>
                  <a:lnTo>
                    <a:pt x="2861" y="4783"/>
                  </a:lnTo>
                  <a:lnTo>
                    <a:pt x="2771" y="4807"/>
                  </a:lnTo>
                  <a:lnTo>
                    <a:pt x="2754" y="4814"/>
                  </a:lnTo>
                  <a:lnTo>
                    <a:pt x="2607" y="4849"/>
                  </a:lnTo>
                  <a:lnTo>
                    <a:pt x="2507" y="4867"/>
                  </a:lnTo>
                  <a:lnTo>
                    <a:pt x="2486" y="4863"/>
                  </a:lnTo>
                  <a:lnTo>
                    <a:pt x="2477" y="4859"/>
                  </a:lnTo>
                  <a:lnTo>
                    <a:pt x="2438" y="4833"/>
                  </a:lnTo>
                  <a:lnTo>
                    <a:pt x="2410" y="4806"/>
                  </a:lnTo>
                  <a:lnTo>
                    <a:pt x="2425" y="4671"/>
                  </a:lnTo>
                  <a:lnTo>
                    <a:pt x="2203" y="4530"/>
                  </a:lnTo>
                  <a:lnTo>
                    <a:pt x="2006" y="4489"/>
                  </a:lnTo>
                  <a:lnTo>
                    <a:pt x="1863" y="4476"/>
                  </a:lnTo>
                  <a:lnTo>
                    <a:pt x="1701" y="4619"/>
                  </a:lnTo>
                  <a:lnTo>
                    <a:pt x="1655" y="4672"/>
                  </a:lnTo>
                  <a:lnTo>
                    <a:pt x="1648" y="4689"/>
                  </a:lnTo>
                  <a:lnTo>
                    <a:pt x="1669" y="4726"/>
                  </a:lnTo>
                  <a:lnTo>
                    <a:pt x="1674" y="4754"/>
                  </a:lnTo>
                  <a:lnTo>
                    <a:pt x="1656" y="4780"/>
                  </a:lnTo>
                  <a:lnTo>
                    <a:pt x="1245" y="5013"/>
                  </a:lnTo>
                  <a:lnTo>
                    <a:pt x="1061" y="5088"/>
                  </a:lnTo>
                  <a:lnTo>
                    <a:pt x="970" y="5082"/>
                  </a:lnTo>
                  <a:lnTo>
                    <a:pt x="786" y="5178"/>
                  </a:lnTo>
                  <a:lnTo>
                    <a:pt x="763" y="5213"/>
                  </a:lnTo>
                  <a:lnTo>
                    <a:pt x="747" y="5421"/>
                  </a:lnTo>
                  <a:lnTo>
                    <a:pt x="785" y="5634"/>
                  </a:lnTo>
                  <a:lnTo>
                    <a:pt x="869" y="5693"/>
                  </a:lnTo>
                  <a:lnTo>
                    <a:pt x="1166" y="5835"/>
                  </a:lnTo>
                  <a:lnTo>
                    <a:pt x="1239" y="5861"/>
                  </a:lnTo>
                  <a:lnTo>
                    <a:pt x="1311" y="5877"/>
                  </a:lnTo>
                  <a:lnTo>
                    <a:pt x="1337" y="5879"/>
                  </a:lnTo>
                  <a:lnTo>
                    <a:pt x="1356" y="5876"/>
                  </a:lnTo>
                  <a:lnTo>
                    <a:pt x="1373" y="5855"/>
                  </a:lnTo>
                  <a:lnTo>
                    <a:pt x="1392" y="5811"/>
                  </a:lnTo>
                  <a:lnTo>
                    <a:pt x="1473" y="5834"/>
                  </a:lnTo>
                  <a:lnTo>
                    <a:pt x="1565" y="5924"/>
                  </a:lnTo>
                  <a:lnTo>
                    <a:pt x="1570" y="5943"/>
                  </a:lnTo>
                  <a:lnTo>
                    <a:pt x="1550" y="5972"/>
                  </a:lnTo>
                  <a:lnTo>
                    <a:pt x="1515" y="6003"/>
                  </a:lnTo>
                  <a:lnTo>
                    <a:pt x="1438" y="6045"/>
                  </a:lnTo>
                  <a:lnTo>
                    <a:pt x="1396" y="6067"/>
                  </a:lnTo>
                  <a:lnTo>
                    <a:pt x="1380" y="6059"/>
                  </a:lnTo>
                  <a:lnTo>
                    <a:pt x="1139" y="6086"/>
                  </a:lnTo>
                  <a:lnTo>
                    <a:pt x="967" y="6198"/>
                  </a:lnTo>
                  <a:lnTo>
                    <a:pt x="962" y="6196"/>
                  </a:lnTo>
                  <a:lnTo>
                    <a:pt x="936" y="6142"/>
                  </a:lnTo>
                  <a:lnTo>
                    <a:pt x="892" y="6045"/>
                  </a:lnTo>
                  <a:lnTo>
                    <a:pt x="871" y="5959"/>
                  </a:lnTo>
                  <a:lnTo>
                    <a:pt x="877" y="5913"/>
                  </a:lnTo>
                  <a:lnTo>
                    <a:pt x="879" y="5865"/>
                  </a:lnTo>
                  <a:lnTo>
                    <a:pt x="841" y="5831"/>
                  </a:lnTo>
                  <a:lnTo>
                    <a:pt x="796" y="5811"/>
                  </a:lnTo>
                  <a:lnTo>
                    <a:pt x="481" y="5907"/>
                  </a:lnTo>
                  <a:lnTo>
                    <a:pt x="454" y="5974"/>
                  </a:lnTo>
                  <a:lnTo>
                    <a:pt x="421" y="6036"/>
                  </a:lnTo>
                  <a:lnTo>
                    <a:pt x="353" y="6150"/>
                  </a:lnTo>
                  <a:lnTo>
                    <a:pt x="290" y="6231"/>
                  </a:lnTo>
                  <a:lnTo>
                    <a:pt x="274" y="6242"/>
                  </a:lnTo>
                  <a:lnTo>
                    <a:pt x="232" y="6246"/>
                  </a:lnTo>
                  <a:lnTo>
                    <a:pt x="56" y="6157"/>
                  </a:lnTo>
                  <a:lnTo>
                    <a:pt x="20" y="6099"/>
                  </a:lnTo>
                  <a:lnTo>
                    <a:pt x="0" y="5904"/>
                  </a:lnTo>
                  <a:lnTo>
                    <a:pt x="30" y="5828"/>
                  </a:lnTo>
                  <a:lnTo>
                    <a:pt x="51" y="5815"/>
                  </a:lnTo>
                  <a:lnTo>
                    <a:pt x="155" y="5817"/>
                  </a:lnTo>
                  <a:lnTo>
                    <a:pt x="210" y="5834"/>
                  </a:lnTo>
                  <a:lnTo>
                    <a:pt x="315" y="5806"/>
                  </a:lnTo>
                  <a:lnTo>
                    <a:pt x="378" y="5736"/>
                  </a:lnTo>
                  <a:lnTo>
                    <a:pt x="460" y="5609"/>
                  </a:lnTo>
                  <a:lnTo>
                    <a:pt x="465" y="5597"/>
                  </a:lnTo>
                  <a:lnTo>
                    <a:pt x="452" y="5473"/>
                  </a:lnTo>
                  <a:lnTo>
                    <a:pt x="433" y="5434"/>
                  </a:lnTo>
                  <a:lnTo>
                    <a:pt x="319" y="5372"/>
                  </a:lnTo>
                  <a:lnTo>
                    <a:pt x="301" y="5368"/>
                  </a:lnTo>
                  <a:lnTo>
                    <a:pt x="266" y="5371"/>
                  </a:lnTo>
                  <a:lnTo>
                    <a:pt x="227" y="5401"/>
                  </a:lnTo>
                  <a:lnTo>
                    <a:pt x="207" y="5393"/>
                  </a:lnTo>
                  <a:lnTo>
                    <a:pt x="193" y="5363"/>
                  </a:lnTo>
                  <a:lnTo>
                    <a:pt x="159" y="5207"/>
                  </a:lnTo>
                  <a:lnTo>
                    <a:pt x="170" y="5198"/>
                  </a:lnTo>
                  <a:lnTo>
                    <a:pt x="249" y="5178"/>
                  </a:lnTo>
                  <a:lnTo>
                    <a:pt x="281" y="5195"/>
                  </a:lnTo>
                  <a:lnTo>
                    <a:pt x="363" y="5226"/>
                  </a:lnTo>
                  <a:lnTo>
                    <a:pt x="507" y="5218"/>
                  </a:lnTo>
                  <a:lnTo>
                    <a:pt x="526" y="5201"/>
                  </a:lnTo>
                  <a:lnTo>
                    <a:pt x="551" y="5158"/>
                  </a:lnTo>
                  <a:lnTo>
                    <a:pt x="578" y="5061"/>
                  </a:lnTo>
                  <a:lnTo>
                    <a:pt x="572" y="4983"/>
                  </a:lnTo>
                  <a:lnTo>
                    <a:pt x="545" y="4974"/>
                  </a:lnTo>
                  <a:lnTo>
                    <a:pt x="476" y="4968"/>
                  </a:lnTo>
                  <a:lnTo>
                    <a:pt x="290" y="4875"/>
                  </a:lnTo>
                  <a:lnTo>
                    <a:pt x="271" y="4854"/>
                  </a:lnTo>
                  <a:lnTo>
                    <a:pt x="271" y="4838"/>
                  </a:lnTo>
                  <a:lnTo>
                    <a:pt x="360" y="4694"/>
                  </a:lnTo>
                  <a:lnTo>
                    <a:pt x="411" y="4643"/>
                  </a:lnTo>
                  <a:lnTo>
                    <a:pt x="588" y="4324"/>
                  </a:lnTo>
                  <a:lnTo>
                    <a:pt x="591" y="4290"/>
                  </a:lnTo>
                  <a:lnTo>
                    <a:pt x="559" y="4258"/>
                  </a:lnTo>
                  <a:lnTo>
                    <a:pt x="518" y="4208"/>
                  </a:lnTo>
                  <a:lnTo>
                    <a:pt x="539" y="4164"/>
                  </a:lnTo>
                  <a:lnTo>
                    <a:pt x="801" y="3759"/>
                  </a:lnTo>
                  <a:lnTo>
                    <a:pt x="812" y="3750"/>
                  </a:lnTo>
                  <a:lnTo>
                    <a:pt x="843" y="3743"/>
                  </a:lnTo>
                  <a:lnTo>
                    <a:pt x="881" y="3799"/>
                  </a:lnTo>
                  <a:lnTo>
                    <a:pt x="883" y="3849"/>
                  </a:lnTo>
                  <a:lnTo>
                    <a:pt x="874" y="3866"/>
                  </a:lnTo>
                  <a:lnTo>
                    <a:pt x="842" y="3893"/>
                  </a:lnTo>
                  <a:lnTo>
                    <a:pt x="831" y="3938"/>
                  </a:lnTo>
                  <a:lnTo>
                    <a:pt x="838" y="3949"/>
                  </a:lnTo>
                  <a:lnTo>
                    <a:pt x="1015" y="4133"/>
                  </a:lnTo>
                  <a:lnTo>
                    <a:pt x="1052" y="4133"/>
                  </a:lnTo>
                  <a:lnTo>
                    <a:pt x="1144" y="4100"/>
                  </a:lnTo>
                  <a:lnTo>
                    <a:pt x="1147" y="4093"/>
                  </a:lnTo>
                  <a:lnTo>
                    <a:pt x="1122" y="4046"/>
                  </a:lnTo>
                  <a:lnTo>
                    <a:pt x="1150" y="4007"/>
                  </a:lnTo>
                  <a:lnTo>
                    <a:pt x="1256" y="3908"/>
                  </a:lnTo>
                  <a:lnTo>
                    <a:pt x="1350" y="3928"/>
                  </a:lnTo>
                  <a:lnTo>
                    <a:pt x="1372" y="3951"/>
                  </a:lnTo>
                  <a:lnTo>
                    <a:pt x="1400" y="3964"/>
                  </a:lnTo>
                  <a:lnTo>
                    <a:pt x="1423" y="3962"/>
                  </a:lnTo>
                  <a:lnTo>
                    <a:pt x="1500" y="3928"/>
                  </a:lnTo>
                  <a:lnTo>
                    <a:pt x="1549" y="3865"/>
                  </a:lnTo>
                  <a:lnTo>
                    <a:pt x="1690" y="3644"/>
                  </a:lnTo>
                  <a:lnTo>
                    <a:pt x="1777" y="3545"/>
                  </a:lnTo>
                  <a:lnTo>
                    <a:pt x="1881" y="3504"/>
                  </a:lnTo>
                  <a:lnTo>
                    <a:pt x="1956" y="3467"/>
                  </a:lnTo>
                  <a:lnTo>
                    <a:pt x="2074" y="3394"/>
                  </a:lnTo>
                  <a:lnTo>
                    <a:pt x="2080" y="3087"/>
                  </a:lnTo>
                  <a:lnTo>
                    <a:pt x="2084" y="2916"/>
                  </a:lnTo>
                  <a:lnTo>
                    <a:pt x="2014" y="2886"/>
                  </a:lnTo>
                  <a:lnTo>
                    <a:pt x="1799" y="2788"/>
                  </a:lnTo>
                  <a:lnTo>
                    <a:pt x="1552" y="2666"/>
                  </a:lnTo>
                  <a:lnTo>
                    <a:pt x="1547" y="2653"/>
                  </a:lnTo>
                  <a:lnTo>
                    <a:pt x="1558" y="2376"/>
                  </a:lnTo>
                  <a:lnTo>
                    <a:pt x="1564" y="2354"/>
                  </a:lnTo>
                  <a:lnTo>
                    <a:pt x="1670" y="2323"/>
                  </a:lnTo>
                  <a:lnTo>
                    <a:pt x="1699" y="2331"/>
                  </a:lnTo>
                  <a:lnTo>
                    <a:pt x="1769" y="2396"/>
                  </a:lnTo>
                  <a:lnTo>
                    <a:pt x="1934" y="2395"/>
                  </a:lnTo>
                  <a:lnTo>
                    <a:pt x="1967" y="2359"/>
                  </a:lnTo>
                  <a:lnTo>
                    <a:pt x="1967" y="2325"/>
                  </a:lnTo>
                  <a:lnTo>
                    <a:pt x="1952" y="2306"/>
                  </a:lnTo>
                  <a:lnTo>
                    <a:pt x="1938" y="2251"/>
                  </a:lnTo>
                  <a:lnTo>
                    <a:pt x="2023" y="2092"/>
                  </a:lnTo>
                  <a:lnTo>
                    <a:pt x="2034" y="2085"/>
                  </a:lnTo>
                  <a:lnTo>
                    <a:pt x="2085" y="2084"/>
                  </a:lnTo>
                  <a:lnTo>
                    <a:pt x="2149" y="2126"/>
                  </a:lnTo>
                  <a:lnTo>
                    <a:pt x="2165" y="2148"/>
                  </a:lnTo>
                  <a:lnTo>
                    <a:pt x="2248" y="2184"/>
                  </a:lnTo>
                  <a:lnTo>
                    <a:pt x="2280" y="2187"/>
                  </a:lnTo>
                  <a:lnTo>
                    <a:pt x="2422" y="2158"/>
                  </a:lnTo>
                  <a:lnTo>
                    <a:pt x="2760" y="2017"/>
                  </a:lnTo>
                  <a:lnTo>
                    <a:pt x="2947" y="1555"/>
                  </a:lnTo>
                  <a:lnTo>
                    <a:pt x="2945" y="1514"/>
                  </a:lnTo>
                  <a:lnTo>
                    <a:pt x="2925" y="1411"/>
                  </a:lnTo>
                  <a:lnTo>
                    <a:pt x="2915" y="1395"/>
                  </a:lnTo>
                  <a:lnTo>
                    <a:pt x="2886" y="1378"/>
                  </a:lnTo>
                  <a:lnTo>
                    <a:pt x="2842" y="1355"/>
                  </a:lnTo>
                  <a:lnTo>
                    <a:pt x="2803" y="1323"/>
                  </a:lnTo>
                  <a:lnTo>
                    <a:pt x="2782" y="1295"/>
                  </a:lnTo>
                  <a:lnTo>
                    <a:pt x="2776" y="1273"/>
                  </a:lnTo>
                  <a:lnTo>
                    <a:pt x="2779" y="1255"/>
                  </a:lnTo>
                  <a:lnTo>
                    <a:pt x="2842" y="1158"/>
                  </a:lnTo>
                  <a:lnTo>
                    <a:pt x="2853" y="1146"/>
                  </a:lnTo>
                  <a:lnTo>
                    <a:pt x="2885" y="1118"/>
                  </a:lnTo>
                  <a:lnTo>
                    <a:pt x="3598" y="649"/>
                  </a:lnTo>
                  <a:lnTo>
                    <a:pt x="3709" y="615"/>
                  </a:lnTo>
                  <a:lnTo>
                    <a:pt x="3886" y="622"/>
                  </a:lnTo>
                  <a:lnTo>
                    <a:pt x="3963" y="589"/>
                  </a:lnTo>
                  <a:lnTo>
                    <a:pt x="4037" y="543"/>
                  </a:lnTo>
                  <a:lnTo>
                    <a:pt x="4082" y="527"/>
                  </a:lnTo>
                  <a:lnTo>
                    <a:pt x="4129" y="520"/>
                  </a:lnTo>
                  <a:lnTo>
                    <a:pt x="4189" y="521"/>
                  </a:lnTo>
                  <a:lnTo>
                    <a:pt x="4242" y="549"/>
                  </a:lnTo>
                  <a:lnTo>
                    <a:pt x="4250" y="576"/>
                  </a:lnTo>
                  <a:lnTo>
                    <a:pt x="4258" y="649"/>
                  </a:lnTo>
                  <a:lnTo>
                    <a:pt x="4256" y="710"/>
                  </a:lnTo>
                  <a:lnTo>
                    <a:pt x="4263" y="723"/>
                  </a:lnTo>
                  <a:lnTo>
                    <a:pt x="4334" y="771"/>
                  </a:lnTo>
                  <a:lnTo>
                    <a:pt x="4449" y="830"/>
                  </a:lnTo>
                  <a:lnTo>
                    <a:pt x="4495" y="829"/>
                  </a:lnTo>
                  <a:lnTo>
                    <a:pt x="4569" y="799"/>
                  </a:lnTo>
                  <a:lnTo>
                    <a:pt x="4580" y="784"/>
                  </a:lnTo>
                  <a:lnTo>
                    <a:pt x="4564" y="724"/>
                  </a:lnTo>
                  <a:lnTo>
                    <a:pt x="4573" y="507"/>
                  </a:lnTo>
                  <a:lnTo>
                    <a:pt x="4604" y="387"/>
                  </a:lnTo>
                  <a:lnTo>
                    <a:pt x="4664" y="324"/>
                  </a:lnTo>
                  <a:lnTo>
                    <a:pt x="4685" y="314"/>
                  </a:lnTo>
                  <a:lnTo>
                    <a:pt x="4735" y="294"/>
                  </a:lnTo>
                  <a:lnTo>
                    <a:pt x="4795" y="291"/>
                  </a:lnTo>
                  <a:lnTo>
                    <a:pt x="4961" y="240"/>
                  </a:lnTo>
                  <a:lnTo>
                    <a:pt x="5079" y="180"/>
                  </a:lnTo>
                  <a:lnTo>
                    <a:pt x="5106" y="149"/>
                  </a:lnTo>
                  <a:lnTo>
                    <a:pt x="5119" y="120"/>
                  </a:lnTo>
                  <a:lnTo>
                    <a:pt x="5160" y="78"/>
                  </a:lnTo>
                  <a:lnTo>
                    <a:pt x="5266" y="29"/>
                  </a:lnTo>
                  <a:lnTo>
                    <a:pt x="5334" y="2"/>
                  </a:lnTo>
                  <a:lnTo>
                    <a:pt x="5422" y="0"/>
                  </a:lnTo>
                  <a:lnTo>
                    <a:pt x="5436" y="1"/>
                  </a:lnTo>
                  <a:lnTo>
                    <a:pt x="5463" y="30"/>
                  </a:lnTo>
                  <a:lnTo>
                    <a:pt x="5489" y="117"/>
                  </a:lnTo>
                  <a:lnTo>
                    <a:pt x="5505" y="202"/>
                  </a:lnTo>
                  <a:lnTo>
                    <a:pt x="5505" y="256"/>
                  </a:lnTo>
                  <a:lnTo>
                    <a:pt x="5510" y="264"/>
                  </a:lnTo>
                  <a:lnTo>
                    <a:pt x="5706" y="4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8956912" y="2473294"/>
              <a:ext cx="542" cy="731"/>
            </a:xfrm>
            <a:custGeom>
              <a:avLst/>
              <a:pathLst>
                <a:path w="542" h="731">
                  <a:moveTo>
                    <a:pt x="133" y="731"/>
                  </a:moveTo>
                  <a:lnTo>
                    <a:pt x="79" y="726"/>
                  </a:lnTo>
                  <a:lnTo>
                    <a:pt x="57" y="709"/>
                  </a:lnTo>
                  <a:lnTo>
                    <a:pt x="17" y="668"/>
                  </a:lnTo>
                  <a:lnTo>
                    <a:pt x="0" y="611"/>
                  </a:lnTo>
                  <a:lnTo>
                    <a:pt x="26" y="370"/>
                  </a:lnTo>
                  <a:lnTo>
                    <a:pt x="91" y="325"/>
                  </a:lnTo>
                  <a:lnTo>
                    <a:pt x="111" y="325"/>
                  </a:lnTo>
                  <a:lnTo>
                    <a:pt x="139" y="319"/>
                  </a:lnTo>
                  <a:lnTo>
                    <a:pt x="173" y="301"/>
                  </a:lnTo>
                  <a:lnTo>
                    <a:pt x="201" y="273"/>
                  </a:lnTo>
                  <a:lnTo>
                    <a:pt x="326" y="114"/>
                  </a:lnTo>
                  <a:lnTo>
                    <a:pt x="396" y="0"/>
                  </a:lnTo>
                  <a:lnTo>
                    <a:pt x="413" y="2"/>
                  </a:lnTo>
                  <a:lnTo>
                    <a:pt x="432" y="15"/>
                  </a:lnTo>
                  <a:lnTo>
                    <a:pt x="410" y="92"/>
                  </a:lnTo>
                  <a:lnTo>
                    <a:pt x="389" y="150"/>
                  </a:lnTo>
                  <a:lnTo>
                    <a:pt x="366" y="215"/>
                  </a:lnTo>
                  <a:lnTo>
                    <a:pt x="365" y="264"/>
                  </a:lnTo>
                  <a:lnTo>
                    <a:pt x="379" y="298"/>
                  </a:lnTo>
                  <a:lnTo>
                    <a:pt x="409" y="337"/>
                  </a:lnTo>
                  <a:lnTo>
                    <a:pt x="424" y="342"/>
                  </a:lnTo>
                  <a:lnTo>
                    <a:pt x="479" y="371"/>
                  </a:lnTo>
                  <a:lnTo>
                    <a:pt x="520" y="501"/>
                  </a:lnTo>
                  <a:lnTo>
                    <a:pt x="540" y="583"/>
                  </a:lnTo>
                  <a:lnTo>
                    <a:pt x="542" y="618"/>
                  </a:lnTo>
                  <a:lnTo>
                    <a:pt x="526" y="643"/>
                  </a:lnTo>
                  <a:lnTo>
                    <a:pt x="485" y="664"/>
                  </a:lnTo>
                  <a:lnTo>
                    <a:pt x="133" y="73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8958222" y="2470266"/>
              <a:ext cx="7209" cy="10172"/>
            </a:xfrm>
            <a:custGeom>
              <a:avLst/>
              <a:pathLst>
                <a:path w="7209" h="10172">
                  <a:moveTo>
                    <a:pt x="6216" y="271"/>
                  </a:moveTo>
                  <a:lnTo>
                    <a:pt x="6383" y="313"/>
                  </a:lnTo>
                  <a:lnTo>
                    <a:pt x="6626" y="290"/>
                  </a:lnTo>
                  <a:lnTo>
                    <a:pt x="6638" y="232"/>
                  </a:lnTo>
                  <a:lnTo>
                    <a:pt x="6647" y="221"/>
                  </a:lnTo>
                  <a:lnTo>
                    <a:pt x="6719" y="186"/>
                  </a:lnTo>
                  <a:lnTo>
                    <a:pt x="6763" y="177"/>
                  </a:lnTo>
                  <a:lnTo>
                    <a:pt x="7128" y="203"/>
                  </a:lnTo>
                  <a:lnTo>
                    <a:pt x="7179" y="229"/>
                  </a:lnTo>
                  <a:lnTo>
                    <a:pt x="7203" y="248"/>
                  </a:lnTo>
                  <a:lnTo>
                    <a:pt x="7209" y="263"/>
                  </a:lnTo>
                  <a:lnTo>
                    <a:pt x="7203" y="295"/>
                  </a:lnTo>
                  <a:lnTo>
                    <a:pt x="7131" y="375"/>
                  </a:lnTo>
                  <a:lnTo>
                    <a:pt x="7003" y="418"/>
                  </a:lnTo>
                  <a:lnTo>
                    <a:pt x="7001" y="427"/>
                  </a:lnTo>
                  <a:lnTo>
                    <a:pt x="7006" y="476"/>
                  </a:lnTo>
                  <a:lnTo>
                    <a:pt x="7080" y="721"/>
                  </a:lnTo>
                  <a:lnTo>
                    <a:pt x="7114" y="784"/>
                  </a:lnTo>
                  <a:lnTo>
                    <a:pt x="7137" y="804"/>
                  </a:lnTo>
                  <a:lnTo>
                    <a:pt x="7181" y="814"/>
                  </a:lnTo>
                  <a:lnTo>
                    <a:pt x="7195" y="856"/>
                  </a:lnTo>
                  <a:lnTo>
                    <a:pt x="7193" y="886"/>
                  </a:lnTo>
                  <a:lnTo>
                    <a:pt x="7029" y="1191"/>
                  </a:lnTo>
                  <a:lnTo>
                    <a:pt x="6900" y="1319"/>
                  </a:lnTo>
                  <a:lnTo>
                    <a:pt x="6674" y="1622"/>
                  </a:lnTo>
                  <a:lnTo>
                    <a:pt x="6633" y="1652"/>
                  </a:lnTo>
                  <a:lnTo>
                    <a:pt x="6597" y="1654"/>
                  </a:lnTo>
                  <a:lnTo>
                    <a:pt x="6311" y="1591"/>
                  </a:lnTo>
                  <a:lnTo>
                    <a:pt x="6173" y="1612"/>
                  </a:lnTo>
                  <a:lnTo>
                    <a:pt x="6151" y="1704"/>
                  </a:lnTo>
                  <a:lnTo>
                    <a:pt x="6153" y="1783"/>
                  </a:lnTo>
                  <a:lnTo>
                    <a:pt x="6118" y="1820"/>
                  </a:lnTo>
                  <a:lnTo>
                    <a:pt x="6043" y="1832"/>
                  </a:lnTo>
                  <a:lnTo>
                    <a:pt x="5835" y="1846"/>
                  </a:lnTo>
                  <a:lnTo>
                    <a:pt x="5648" y="1846"/>
                  </a:lnTo>
                  <a:lnTo>
                    <a:pt x="5430" y="1821"/>
                  </a:lnTo>
                  <a:lnTo>
                    <a:pt x="5379" y="1802"/>
                  </a:lnTo>
                  <a:lnTo>
                    <a:pt x="5362" y="1768"/>
                  </a:lnTo>
                  <a:lnTo>
                    <a:pt x="5250" y="1642"/>
                  </a:lnTo>
                  <a:lnTo>
                    <a:pt x="5225" y="1615"/>
                  </a:lnTo>
                  <a:lnTo>
                    <a:pt x="5171" y="1573"/>
                  </a:lnTo>
                  <a:lnTo>
                    <a:pt x="5127" y="1574"/>
                  </a:lnTo>
                  <a:lnTo>
                    <a:pt x="5126" y="1596"/>
                  </a:lnTo>
                  <a:lnTo>
                    <a:pt x="5137" y="1612"/>
                  </a:lnTo>
                  <a:lnTo>
                    <a:pt x="5156" y="1633"/>
                  </a:lnTo>
                  <a:lnTo>
                    <a:pt x="5169" y="1632"/>
                  </a:lnTo>
                  <a:lnTo>
                    <a:pt x="5194" y="1615"/>
                  </a:lnTo>
                  <a:lnTo>
                    <a:pt x="5207" y="1618"/>
                  </a:lnTo>
                  <a:lnTo>
                    <a:pt x="5243" y="1709"/>
                  </a:lnTo>
                  <a:lnTo>
                    <a:pt x="5239" y="1726"/>
                  </a:lnTo>
                  <a:lnTo>
                    <a:pt x="5108" y="1984"/>
                  </a:lnTo>
                  <a:lnTo>
                    <a:pt x="5094" y="1998"/>
                  </a:lnTo>
                  <a:lnTo>
                    <a:pt x="5061" y="2013"/>
                  </a:lnTo>
                  <a:lnTo>
                    <a:pt x="5018" y="2022"/>
                  </a:lnTo>
                  <a:lnTo>
                    <a:pt x="4953" y="2105"/>
                  </a:lnTo>
                  <a:lnTo>
                    <a:pt x="4911" y="2170"/>
                  </a:lnTo>
                  <a:lnTo>
                    <a:pt x="4871" y="2253"/>
                  </a:lnTo>
                  <a:lnTo>
                    <a:pt x="4860" y="2357"/>
                  </a:lnTo>
                  <a:lnTo>
                    <a:pt x="4669" y="2745"/>
                  </a:lnTo>
                  <a:lnTo>
                    <a:pt x="4613" y="2876"/>
                  </a:lnTo>
                  <a:lnTo>
                    <a:pt x="4578" y="2996"/>
                  </a:lnTo>
                  <a:lnTo>
                    <a:pt x="4630" y="3036"/>
                  </a:lnTo>
                  <a:lnTo>
                    <a:pt x="4641" y="3043"/>
                  </a:lnTo>
                  <a:lnTo>
                    <a:pt x="4682" y="3096"/>
                  </a:lnTo>
                  <a:lnTo>
                    <a:pt x="4692" y="3118"/>
                  </a:lnTo>
                  <a:lnTo>
                    <a:pt x="4520" y="3260"/>
                  </a:lnTo>
                  <a:lnTo>
                    <a:pt x="4445" y="3309"/>
                  </a:lnTo>
                  <a:lnTo>
                    <a:pt x="4383" y="3373"/>
                  </a:lnTo>
                  <a:lnTo>
                    <a:pt x="4343" y="3421"/>
                  </a:lnTo>
                  <a:lnTo>
                    <a:pt x="4301" y="3506"/>
                  </a:lnTo>
                  <a:lnTo>
                    <a:pt x="4245" y="3626"/>
                  </a:lnTo>
                  <a:lnTo>
                    <a:pt x="4134" y="4014"/>
                  </a:lnTo>
                  <a:lnTo>
                    <a:pt x="4090" y="4189"/>
                  </a:lnTo>
                  <a:lnTo>
                    <a:pt x="4079" y="4251"/>
                  </a:lnTo>
                  <a:lnTo>
                    <a:pt x="4061" y="4429"/>
                  </a:lnTo>
                  <a:lnTo>
                    <a:pt x="4064" y="4638"/>
                  </a:lnTo>
                  <a:lnTo>
                    <a:pt x="4080" y="4763"/>
                  </a:lnTo>
                  <a:lnTo>
                    <a:pt x="4160" y="4816"/>
                  </a:lnTo>
                  <a:lnTo>
                    <a:pt x="4199" y="4817"/>
                  </a:lnTo>
                  <a:lnTo>
                    <a:pt x="4249" y="4830"/>
                  </a:lnTo>
                  <a:lnTo>
                    <a:pt x="4445" y="4957"/>
                  </a:lnTo>
                  <a:lnTo>
                    <a:pt x="4453" y="4987"/>
                  </a:lnTo>
                  <a:lnTo>
                    <a:pt x="4426" y="5101"/>
                  </a:lnTo>
                  <a:lnTo>
                    <a:pt x="4410" y="5132"/>
                  </a:lnTo>
                  <a:lnTo>
                    <a:pt x="4404" y="5199"/>
                  </a:lnTo>
                  <a:lnTo>
                    <a:pt x="4431" y="5332"/>
                  </a:lnTo>
                  <a:lnTo>
                    <a:pt x="4461" y="5426"/>
                  </a:lnTo>
                  <a:lnTo>
                    <a:pt x="4506" y="5505"/>
                  </a:lnTo>
                  <a:lnTo>
                    <a:pt x="4548" y="5498"/>
                  </a:lnTo>
                  <a:lnTo>
                    <a:pt x="4586" y="5493"/>
                  </a:lnTo>
                  <a:lnTo>
                    <a:pt x="4706" y="5620"/>
                  </a:lnTo>
                  <a:lnTo>
                    <a:pt x="4734" y="5677"/>
                  </a:lnTo>
                  <a:lnTo>
                    <a:pt x="4777" y="5797"/>
                  </a:lnTo>
                  <a:lnTo>
                    <a:pt x="4776" y="5827"/>
                  </a:lnTo>
                  <a:lnTo>
                    <a:pt x="4617" y="6061"/>
                  </a:lnTo>
                  <a:lnTo>
                    <a:pt x="4608" y="6071"/>
                  </a:lnTo>
                  <a:lnTo>
                    <a:pt x="4589" y="6081"/>
                  </a:lnTo>
                  <a:lnTo>
                    <a:pt x="4520" y="6097"/>
                  </a:lnTo>
                  <a:lnTo>
                    <a:pt x="4450" y="6125"/>
                  </a:lnTo>
                  <a:lnTo>
                    <a:pt x="4415" y="6154"/>
                  </a:lnTo>
                  <a:lnTo>
                    <a:pt x="4185" y="6440"/>
                  </a:lnTo>
                  <a:lnTo>
                    <a:pt x="4011" y="6613"/>
                  </a:lnTo>
                  <a:lnTo>
                    <a:pt x="3905" y="6895"/>
                  </a:lnTo>
                  <a:lnTo>
                    <a:pt x="3897" y="6927"/>
                  </a:lnTo>
                  <a:lnTo>
                    <a:pt x="3905" y="6983"/>
                  </a:lnTo>
                  <a:lnTo>
                    <a:pt x="3814" y="7145"/>
                  </a:lnTo>
                  <a:lnTo>
                    <a:pt x="3738" y="7248"/>
                  </a:lnTo>
                  <a:lnTo>
                    <a:pt x="3608" y="7539"/>
                  </a:lnTo>
                  <a:lnTo>
                    <a:pt x="3605" y="7549"/>
                  </a:lnTo>
                  <a:lnTo>
                    <a:pt x="3613" y="7642"/>
                  </a:lnTo>
                  <a:lnTo>
                    <a:pt x="3675" y="7913"/>
                  </a:lnTo>
                  <a:lnTo>
                    <a:pt x="3731" y="8065"/>
                  </a:lnTo>
                  <a:lnTo>
                    <a:pt x="3768" y="8135"/>
                  </a:lnTo>
                  <a:lnTo>
                    <a:pt x="4001" y="8308"/>
                  </a:lnTo>
                  <a:lnTo>
                    <a:pt x="3958" y="8483"/>
                  </a:lnTo>
                  <a:lnTo>
                    <a:pt x="3951" y="8696"/>
                  </a:lnTo>
                  <a:lnTo>
                    <a:pt x="3950" y="8724"/>
                  </a:lnTo>
                  <a:lnTo>
                    <a:pt x="3959" y="8739"/>
                  </a:lnTo>
                  <a:lnTo>
                    <a:pt x="3989" y="8764"/>
                  </a:lnTo>
                  <a:lnTo>
                    <a:pt x="4004" y="8766"/>
                  </a:lnTo>
                  <a:lnTo>
                    <a:pt x="4137" y="8736"/>
                  </a:lnTo>
                  <a:lnTo>
                    <a:pt x="4270" y="8665"/>
                  </a:lnTo>
                  <a:lnTo>
                    <a:pt x="4349" y="8645"/>
                  </a:lnTo>
                  <a:lnTo>
                    <a:pt x="4358" y="8648"/>
                  </a:lnTo>
                  <a:lnTo>
                    <a:pt x="4372" y="8657"/>
                  </a:lnTo>
                  <a:lnTo>
                    <a:pt x="4389" y="8689"/>
                  </a:lnTo>
                  <a:lnTo>
                    <a:pt x="4397" y="8871"/>
                  </a:lnTo>
                  <a:lnTo>
                    <a:pt x="4541" y="9076"/>
                  </a:lnTo>
                  <a:lnTo>
                    <a:pt x="4541" y="9089"/>
                  </a:lnTo>
                  <a:lnTo>
                    <a:pt x="4406" y="9228"/>
                  </a:lnTo>
                  <a:lnTo>
                    <a:pt x="4329" y="9276"/>
                  </a:lnTo>
                  <a:lnTo>
                    <a:pt x="4267" y="9326"/>
                  </a:lnTo>
                  <a:lnTo>
                    <a:pt x="4186" y="9434"/>
                  </a:lnTo>
                  <a:lnTo>
                    <a:pt x="4186" y="9453"/>
                  </a:lnTo>
                  <a:lnTo>
                    <a:pt x="3947" y="9626"/>
                  </a:lnTo>
                  <a:lnTo>
                    <a:pt x="3681" y="9753"/>
                  </a:lnTo>
                  <a:lnTo>
                    <a:pt x="3644" y="9763"/>
                  </a:lnTo>
                  <a:lnTo>
                    <a:pt x="3607" y="9773"/>
                  </a:lnTo>
                  <a:lnTo>
                    <a:pt x="3494" y="9775"/>
                  </a:lnTo>
                  <a:lnTo>
                    <a:pt x="3390" y="9751"/>
                  </a:lnTo>
                  <a:lnTo>
                    <a:pt x="3352" y="9829"/>
                  </a:lnTo>
                  <a:lnTo>
                    <a:pt x="3248" y="9955"/>
                  </a:lnTo>
                  <a:lnTo>
                    <a:pt x="3237" y="9964"/>
                  </a:lnTo>
                  <a:lnTo>
                    <a:pt x="3155" y="10032"/>
                  </a:lnTo>
                  <a:lnTo>
                    <a:pt x="2940" y="10137"/>
                  </a:lnTo>
                  <a:lnTo>
                    <a:pt x="2865" y="10167"/>
                  </a:lnTo>
                  <a:lnTo>
                    <a:pt x="2788" y="10172"/>
                  </a:lnTo>
                  <a:lnTo>
                    <a:pt x="2703" y="10160"/>
                  </a:lnTo>
                  <a:lnTo>
                    <a:pt x="2703" y="10139"/>
                  </a:lnTo>
                  <a:lnTo>
                    <a:pt x="2782" y="10063"/>
                  </a:lnTo>
                  <a:lnTo>
                    <a:pt x="2759" y="10008"/>
                  </a:lnTo>
                  <a:lnTo>
                    <a:pt x="2731" y="9979"/>
                  </a:lnTo>
                  <a:lnTo>
                    <a:pt x="2497" y="9861"/>
                  </a:lnTo>
                  <a:lnTo>
                    <a:pt x="2453" y="9875"/>
                  </a:lnTo>
                  <a:lnTo>
                    <a:pt x="2410" y="9902"/>
                  </a:lnTo>
                  <a:lnTo>
                    <a:pt x="2342" y="9929"/>
                  </a:lnTo>
                  <a:lnTo>
                    <a:pt x="2311" y="9931"/>
                  </a:lnTo>
                  <a:lnTo>
                    <a:pt x="2299" y="9916"/>
                  </a:lnTo>
                  <a:lnTo>
                    <a:pt x="2298" y="9899"/>
                  </a:lnTo>
                  <a:lnTo>
                    <a:pt x="2353" y="9776"/>
                  </a:lnTo>
                  <a:lnTo>
                    <a:pt x="2383" y="9742"/>
                  </a:lnTo>
                  <a:lnTo>
                    <a:pt x="2411" y="9728"/>
                  </a:lnTo>
                  <a:lnTo>
                    <a:pt x="2643" y="9518"/>
                  </a:lnTo>
                  <a:lnTo>
                    <a:pt x="2792" y="9297"/>
                  </a:lnTo>
                  <a:lnTo>
                    <a:pt x="2890" y="9147"/>
                  </a:lnTo>
                  <a:lnTo>
                    <a:pt x="2866" y="9085"/>
                  </a:lnTo>
                  <a:lnTo>
                    <a:pt x="2789" y="8962"/>
                  </a:lnTo>
                  <a:lnTo>
                    <a:pt x="2755" y="8913"/>
                  </a:lnTo>
                  <a:lnTo>
                    <a:pt x="2692" y="8890"/>
                  </a:lnTo>
                  <a:lnTo>
                    <a:pt x="2623" y="8911"/>
                  </a:lnTo>
                  <a:lnTo>
                    <a:pt x="2450" y="8983"/>
                  </a:lnTo>
                  <a:lnTo>
                    <a:pt x="2434" y="8991"/>
                  </a:lnTo>
                  <a:lnTo>
                    <a:pt x="2255" y="9143"/>
                  </a:lnTo>
                  <a:lnTo>
                    <a:pt x="2207" y="9183"/>
                  </a:lnTo>
                  <a:lnTo>
                    <a:pt x="2122" y="9276"/>
                  </a:lnTo>
                  <a:lnTo>
                    <a:pt x="2085" y="9334"/>
                  </a:lnTo>
                  <a:lnTo>
                    <a:pt x="2050" y="9349"/>
                  </a:lnTo>
                  <a:lnTo>
                    <a:pt x="2026" y="9351"/>
                  </a:lnTo>
                  <a:lnTo>
                    <a:pt x="1928" y="9287"/>
                  </a:lnTo>
                  <a:lnTo>
                    <a:pt x="1914" y="9259"/>
                  </a:lnTo>
                  <a:lnTo>
                    <a:pt x="1917" y="8970"/>
                  </a:lnTo>
                  <a:lnTo>
                    <a:pt x="1925" y="8949"/>
                  </a:lnTo>
                  <a:lnTo>
                    <a:pt x="1959" y="8870"/>
                  </a:lnTo>
                  <a:lnTo>
                    <a:pt x="2014" y="8828"/>
                  </a:lnTo>
                  <a:lnTo>
                    <a:pt x="2053" y="8832"/>
                  </a:lnTo>
                  <a:lnTo>
                    <a:pt x="2078" y="8849"/>
                  </a:lnTo>
                  <a:lnTo>
                    <a:pt x="2122" y="8839"/>
                  </a:lnTo>
                  <a:lnTo>
                    <a:pt x="2156" y="8793"/>
                  </a:lnTo>
                  <a:lnTo>
                    <a:pt x="2156" y="8762"/>
                  </a:lnTo>
                  <a:lnTo>
                    <a:pt x="2060" y="8588"/>
                  </a:lnTo>
                  <a:lnTo>
                    <a:pt x="2014" y="8559"/>
                  </a:lnTo>
                  <a:lnTo>
                    <a:pt x="2083" y="8336"/>
                  </a:lnTo>
                  <a:lnTo>
                    <a:pt x="2108" y="8276"/>
                  </a:lnTo>
                  <a:lnTo>
                    <a:pt x="2141" y="8222"/>
                  </a:lnTo>
                  <a:lnTo>
                    <a:pt x="2174" y="8191"/>
                  </a:lnTo>
                  <a:lnTo>
                    <a:pt x="2248" y="8173"/>
                  </a:lnTo>
                  <a:lnTo>
                    <a:pt x="2274" y="8177"/>
                  </a:lnTo>
                  <a:lnTo>
                    <a:pt x="2301" y="8166"/>
                  </a:lnTo>
                  <a:lnTo>
                    <a:pt x="2488" y="8086"/>
                  </a:lnTo>
                  <a:lnTo>
                    <a:pt x="2465" y="7961"/>
                  </a:lnTo>
                  <a:lnTo>
                    <a:pt x="2306" y="7961"/>
                  </a:lnTo>
                  <a:lnTo>
                    <a:pt x="2269" y="7964"/>
                  </a:lnTo>
                  <a:lnTo>
                    <a:pt x="2218" y="7962"/>
                  </a:lnTo>
                  <a:lnTo>
                    <a:pt x="2133" y="7941"/>
                  </a:lnTo>
                  <a:lnTo>
                    <a:pt x="2123" y="7920"/>
                  </a:lnTo>
                  <a:lnTo>
                    <a:pt x="2120" y="7896"/>
                  </a:lnTo>
                  <a:lnTo>
                    <a:pt x="2126" y="7803"/>
                  </a:lnTo>
                  <a:lnTo>
                    <a:pt x="2135" y="7792"/>
                  </a:lnTo>
                  <a:lnTo>
                    <a:pt x="2152" y="7787"/>
                  </a:lnTo>
                  <a:lnTo>
                    <a:pt x="2172" y="7748"/>
                  </a:lnTo>
                  <a:lnTo>
                    <a:pt x="2172" y="7726"/>
                  </a:lnTo>
                  <a:lnTo>
                    <a:pt x="2160" y="7696"/>
                  </a:lnTo>
                  <a:lnTo>
                    <a:pt x="2134" y="7661"/>
                  </a:lnTo>
                  <a:lnTo>
                    <a:pt x="2075" y="7629"/>
                  </a:lnTo>
                  <a:lnTo>
                    <a:pt x="2007" y="7697"/>
                  </a:lnTo>
                  <a:lnTo>
                    <a:pt x="1880" y="7904"/>
                  </a:lnTo>
                  <a:lnTo>
                    <a:pt x="1843" y="7977"/>
                  </a:lnTo>
                  <a:lnTo>
                    <a:pt x="1832" y="8000"/>
                  </a:lnTo>
                  <a:lnTo>
                    <a:pt x="1785" y="8123"/>
                  </a:lnTo>
                  <a:lnTo>
                    <a:pt x="1745" y="8164"/>
                  </a:lnTo>
                  <a:lnTo>
                    <a:pt x="1521" y="8309"/>
                  </a:lnTo>
                  <a:lnTo>
                    <a:pt x="1320" y="8348"/>
                  </a:lnTo>
                  <a:lnTo>
                    <a:pt x="1163" y="8368"/>
                  </a:lnTo>
                  <a:lnTo>
                    <a:pt x="1084" y="8362"/>
                  </a:lnTo>
                  <a:lnTo>
                    <a:pt x="1073" y="8347"/>
                  </a:lnTo>
                  <a:lnTo>
                    <a:pt x="1042" y="8248"/>
                  </a:lnTo>
                  <a:lnTo>
                    <a:pt x="1001" y="8010"/>
                  </a:lnTo>
                  <a:lnTo>
                    <a:pt x="1002" y="7899"/>
                  </a:lnTo>
                  <a:lnTo>
                    <a:pt x="1058" y="7772"/>
                  </a:lnTo>
                  <a:lnTo>
                    <a:pt x="1125" y="7673"/>
                  </a:lnTo>
                  <a:lnTo>
                    <a:pt x="1214" y="7612"/>
                  </a:lnTo>
                  <a:lnTo>
                    <a:pt x="1241" y="7602"/>
                  </a:lnTo>
                  <a:lnTo>
                    <a:pt x="1399" y="7483"/>
                  </a:lnTo>
                  <a:lnTo>
                    <a:pt x="1421" y="7442"/>
                  </a:lnTo>
                  <a:lnTo>
                    <a:pt x="1416" y="7357"/>
                  </a:lnTo>
                  <a:lnTo>
                    <a:pt x="1394" y="7311"/>
                  </a:lnTo>
                  <a:lnTo>
                    <a:pt x="1326" y="7312"/>
                  </a:lnTo>
                  <a:lnTo>
                    <a:pt x="1312" y="7291"/>
                  </a:lnTo>
                  <a:lnTo>
                    <a:pt x="1316" y="7269"/>
                  </a:lnTo>
                  <a:lnTo>
                    <a:pt x="1353" y="7091"/>
                  </a:lnTo>
                  <a:lnTo>
                    <a:pt x="1379" y="7068"/>
                  </a:lnTo>
                  <a:lnTo>
                    <a:pt x="1517" y="7040"/>
                  </a:lnTo>
                  <a:lnTo>
                    <a:pt x="1668" y="6977"/>
                  </a:lnTo>
                  <a:lnTo>
                    <a:pt x="1714" y="6948"/>
                  </a:lnTo>
                  <a:lnTo>
                    <a:pt x="1719" y="6909"/>
                  </a:lnTo>
                  <a:lnTo>
                    <a:pt x="1775" y="6620"/>
                  </a:lnTo>
                  <a:lnTo>
                    <a:pt x="1847" y="6569"/>
                  </a:lnTo>
                  <a:lnTo>
                    <a:pt x="1865" y="6414"/>
                  </a:lnTo>
                  <a:lnTo>
                    <a:pt x="1874" y="6303"/>
                  </a:lnTo>
                  <a:lnTo>
                    <a:pt x="1847" y="6258"/>
                  </a:lnTo>
                  <a:lnTo>
                    <a:pt x="1852" y="6230"/>
                  </a:lnTo>
                  <a:lnTo>
                    <a:pt x="1865" y="6214"/>
                  </a:lnTo>
                  <a:lnTo>
                    <a:pt x="1989" y="6145"/>
                  </a:lnTo>
                  <a:lnTo>
                    <a:pt x="2050" y="6138"/>
                  </a:lnTo>
                  <a:lnTo>
                    <a:pt x="2404" y="6118"/>
                  </a:lnTo>
                  <a:lnTo>
                    <a:pt x="2477" y="6127"/>
                  </a:lnTo>
                  <a:lnTo>
                    <a:pt x="2488" y="6156"/>
                  </a:lnTo>
                  <a:lnTo>
                    <a:pt x="2500" y="6336"/>
                  </a:lnTo>
                  <a:lnTo>
                    <a:pt x="2486" y="6356"/>
                  </a:lnTo>
                  <a:lnTo>
                    <a:pt x="2449" y="6376"/>
                  </a:lnTo>
                  <a:lnTo>
                    <a:pt x="2449" y="6428"/>
                  </a:lnTo>
                  <a:lnTo>
                    <a:pt x="2586" y="6441"/>
                  </a:lnTo>
                  <a:lnTo>
                    <a:pt x="2615" y="6437"/>
                  </a:lnTo>
                  <a:lnTo>
                    <a:pt x="2682" y="6404"/>
                  </a:lnTo>
                  <a:lnTo>
                    <a:pt x="2914" y="6286"/>
                  </a:lnTo>
                  <a:lnTo>
                    <a:pt x="2954" y="6329"/>
                  </a:lnTo>
                  <a:lnTo>
                    <a:pt x="2972" y="6342"/>
                  </a:lnTo>
                  <a:lnTo>
                    <a:pt x="2995" y="6352"/>
                  </a:lnTo>
                  <a:lnTo>
                    <a:pt x="3044" y="6332"/>
                  </a:lnTo>
                  <a:lnTo>
                    <a:pt x="3070" y="6320"/>
                  </a:lnTo>
                  <a:lnTo>
                    <a:pt x="3152" y="6190"/>
                  </a:lnTo>
                  <a:lnTo>
                    <a:pt x="3187" y="6115"/>
                  </a:lnTo>
                  <a:lnTo>
                    <a:pt x="3249" y="5975"/>
                  </a:lnTo>
                  <a:lnTo>
                    <a:pt x="3258" y="5910"/>
                  </a:lnTo>
                  <a:lnTo>
                    <a:pt x="3187" y="5739"/>
                  </a:lnTo>
                  <a:lnTo>
                    <a:pt x="3177" y="5726"/>
                  </a:lnTo>
                  <a:lnTo>
                    <a:pt x="3152" y="5722"/>
                  </a:lnTo>
                  <a:lnTo>
                    <a:pt x="3089" y="5730"/>
                  </a:lnTo>
                  <a:lnTo>
                    <a:pt x="3082" y="5723"/>
                  </a:lnTo>
                  <a:lnTo>
                    <a:pt x="3077" y="5710"/>
                  </a:lnTo>
                  <a:lnTo>
                    <a:pt x="3072" y="5676"/>
                  </a:lnTo>
                  <a:lnTo>
                    <a:pt x="3088" y="5543"/>
                  </a:lnTo>
                  <a:lnTo>
                    <a:pt x="3106" y="5536"/>
                  </a:lnTo>
                  <a:lnTo>
                    <a:pt x="3194" y="5532"/>
                  </a:lnTo>
                  <a:lnTo>
                    <a:pt x="3248" y="5547"/>
                  </a:lnTo>
                  <a:lnTo>
                    <a:pt x="3253" y="5558"/>
                  </a:lnTo>
                  <a:lnTo>
                    <a:pt x="3267" y="5560"/>
                  </a:lnTo>
                  <a:lnTo>
                    <a:pt x="3377" y="5438"/>
                  </a:lnTo>
                  <a:lnTo>
                    <a:pt x="3398" y="5392"/>
                  </a:lnTo>
                  <a:lnTo>
                    <a:pt x="3395" y="5367"/>
                  </a:lnTo>
                  <a:lnTo>
                    <a:pt x="3381" y="5286"/>
                  </a:lnTo>
                  <a:lnTo>
                    <a:pt x="3321" y="5061"/>
                  </a:lnTo>
                  <a:lnTo>
                    <a:pt x="3210" y="4898"/>
                  </a:lnTo>
                  <a:lnTo>
                    <a:pt x="3280" y="4809"/>
                  </a:lnTo>
                  <a:lnTo>
                    <a:pt x="3295" y="4806"/>
                  </a:lnTo>
                  <a:lnTo>
                    <a:pt x="3333" y="4865"/>
                  </a:lnTo>
                  <a:lnTo>
                    <a:pt x="3405" y="5010"/>
                  </a:lnTo>
                  <a:lnTo>
                    <a:pt x="3417" y="4931"/>
                  </a:lnTo>
                  <a:lnTo>
                    <a:pt x="3415" y="4658"/>
                  </a:lnTo>
                  <a:lnTo>
                    <a:pt x="3390" y="4636"/>
                  </a:lnTo>
                  <a:lnTo>
                    <a:pt x="3381" y="4629"/>
                  </a:lnTo>
                  <a:lnTo>
                    <a:pt x="3163" y="4654"/>
                  </a:lnTo>
                  <a:lnTo>
                    <a:pt x="3135" y="4683"/>
                  </a:lnTo>
                  <a:lnTo>
                    <a:pt x="2973" y="4870"/>
                  </a:lnTo>
                  <a:lnTo>
                    <a:pt x="2733" y="4655"/>
                  </a:lnTo>
                  <a:lnTo>
                    <a:pt x="2633" y="4562"/>
                  </a:lnTo>
                  <a:lnTo>
                    <a:pt x="2345" y="4396"/>
                  </a:lnTo>
                  <a:lnTo>
                    <a:pt x="2283" y="4480"/>
                  </a:lnTo>
                  <a:lnTo>
                    <a:pt x="2154" y="4542"/>
                  </a:lnTo>
                  <a:lnTo>
                    <a:pt x="2038" y="4503"/>
                  </a:lnTo>
                  <a:lnTo>
                    <a:pt x="1954" y="4473"/>
                  </a:lnTo>
                  <a:lnTo>
                    <a:pt x="1900" y="4461"/>
                  </a:lnTo>
                  <a:lnTo>
                    <a:pt x="1873" y="4500"/>
                  </a:lnTo>
                  <a:lnTo>
                    <a:pt x="1673" y="4801"/>
                  </a:lnTo>
                  <a:lnTo>
                    <a:pt x="1646" y="4976"/>
                  </a:lnTo>
                  <a:lnTo>
                    <a:pt x="1648" y="5009"/>
                  </a:lnTo>
                  <a:lnTo>
                    <a:pt x="1663" y="5025"/>
                  </a:lnTo>
                  <a:lnTo>
                    <a:pt x="1662" y="5040"/>
                  </a:lnTo>
                  <a:lnTo>
                    <a:pt x="1653" y="5052"/>
                  </a:lnTo>
                  <a:lnTo>
                    <a:pt x="1575" y="5124"/>
                  </a:lnTo>
                  <a:lnTo>
                    <a:pt x="1168" y="5274"/>
                  </a:lnTo>
                  <a:lnTo>
                    <a:pt x="1146" y="5277"/>
                  </a:lnTo>
                  <a:lnTo>
                    <a:pt x="1095" y="5265"/>
                  </a:lnTo>
                  <a:lnTo>
                    <a:pt x="1085" y="5258"/>
                  </a:lnTo>
                  <a:lnTo>
                    <a:pt x="1049" y="5213"/>
                  </a:lnTo>
                  <a:lnTo>
                    <a:pt x="1028" y="5136"/>
                  </a:lnTo>
                  <a:lnTo>
                    <a:pt x="981" y="5037"/>
                  </a:lnTo>
                  <a:lnTo>
                    <a:pt x="927" y="4925"/>
                  </a:lnTo>
                  <a:lnTo>
                    <a:pt x="868" y="4837"/>
                  </a:lnTo>
                  <a:lnTo>
                    <a:pt x="804" y="4780"/>
                  </a:lnTo>
                  <a:lnTo>
                    <a:pt x="601" y="4702"/>
                  </a:lnTo>
                  <a:lnTo>
                    <a:pt x="543" y="4709"/>
                  </a:lnTo>
                  <a:lnTo>
                    <a:pt x="529" y="4740"/>
                  </a:lnTo>
                  <a:lnTo>
                    <a:pt x="528" y="4778"/>
                  </a:lnTo>
                  <a:lnTo>
                    <a:pt x="500" y="4842"/>
                  </a:lnTo>
                  <a:lnTo>
                    <a:pt x="480" y="4869"/>
                  </a:lnTo>
                  <a:lnTo>
                    <a:pt x="418" y="4913"/>
                  </a:lnTo>
                  <a:lnTo>
                    <a:pt x="327" y="4951"/>
                  </a:lnTo>
                  <a:lnTo>
                    <a:pt x="295" y="4953"/>
                  </a:lnTo>
                  <a:lnTo>
                    <a:pt x="258" y="4896"/>
                  </a:lnTo>
                  <a:lnTo>
                    <a:pt x="261" y="4880"/>
                  </a:lnTo>
                  <a:lnTo>
                    <a:pt x="292" y="4861"/>
                  </a:lnTo>
                  <a:lnTo>
                    <a:pt x="295" y="4815"/>
                  </a:lnTo>
                  <a:lnTo>
                    <a:pt x="288" y="4743"/>
                  </a:lnTo>
                  <a:lnTo>
                    <a:pt x="260" y="4705"/>
                  </a:lnTo>
                  <a:lnTo>
                    <a:pt x="123" y="4730"/>
                  </a:lnTo>
                  <a:lnTo>
                    <a:pt x="107" y="4744"/>
                  </a:lnTo>
                  <a:lnTo>
                    <a:pt x="62" y="4739"/>
                  </a:lnTo>
                  <a:lnTo>
                    <a:pt x="44" y="4723"/>
                  </a:lnTo>
                  <a:lnTo>
                    <a:pt x="33" y="4698"/>
                  </a:lnTo>
                  <a:lnTo>
                    <a:pt x="34" y="4686"/>
                  </a:lnTo>
                  <a:lnTo>
                    <a:pt x="47" y="4582"/>
                  </a:lnTo>
                  <a:lnTo>
                    <a:pt x="92" y="4504"/>
                  </a:lnTo>
                  <a:lnTo>
                    <a:pt x="211" y="4319"/>
                  </a:lnTo>
                  <a:lnTo>
                    <a:pt x="306" y="4230"/>
                  </a:lnTo>
                  <a:lnTo>
                    <a:pt x="370" y="4211"/>
                  </a:lnTo>
                  <a:lnTo>
                    <a:pt x="396" y="4220"/>
                  </a:lnTo>
                  <a:lnTo>
                    <a:pt x="480" y="4224"/>
                  </a:lnTo>
                  <a:lnTo>
                    <a:pt x="505" y="4198"/>
                  </a:lnTo>
                  <a:lnTo>
                    <a:pt x="524" y="4151"/>
                  </a:lnTo>
                  <a:lnTo>
                    <a:pt x="525" y="4139"/>
                  </a:lnTo>
                  <a:lnTo>
                    <a:pt x="501" y="4076"/>
                  </a:lnTo>
                  <a:lnTo>
                    <a:pt x="378" y="3870"/>
                  </a:lnTo>
                  <a:lnTo>
                    <a:pt x="345" y="3837"/>
                  </a:lnTo>
                  <a:lnTo>
                    <a:pt x="239" y="3799"/>
                  </a:lnTo>
                  <a:lnTo>
                    <a:pt x="212" y="3795"/>
                  </a:lnTo>
                  <a:lnTo>
                    <a:pt x="199" y="3804"/>
                  </a:lnTo>
                  <a:lnTo>
                    <a:pt x="163" y="3856"/>
                  </a:lnTo>
                  <a:lnTo>
                    <a:pt x="141" y="3862"/>
                  </a:lnTo>
                  <a:lnTo>
                    <a:pt x="20" y="3813"/>
                  </a:lnTo>
                  <a:lnTo>
                    <a:pt x="0" y="3776"/>
                  </a:lnTo>
                  <a:lnTo>
                    <a:pt x="11" y="3755"/>
                  </a:lnTo>
                  <a:lnTo>
                    <a:pt x="39" y="3710"/>
                  </a:lnTo>
                  <a:lnTo>
                    <a:pt x="268" y="3448"/>
                  </a:lnTo>
                  <a:lnTo>
                    <a:pt x="474" y="3297"/>
                  </a:lnTo>
                  <a:lnTo>
                    <a:pt x="493" y="3291"/>
                  </a:lnTo>
                  <a:lnTo>
                    <a:pt x="552" y="3310"/>
                  </a:lnTo>
                  <a:lnTo>
                    <a:pt x="578" y="3329"/>
                  </a:lnTo>
                  <a:lnTo>
                    <a:pt x="602" y="3337"/>
                  </a:lnTo>
                  <a:lnTo>
                    <a:pt x="653" y="3330"/>
                  </a:lnTo>
                  <a:lnTo>
                    <a:pt x="730" y="3281"/>
                  </a:lnTo>
                  <a:lnTo>
                    <a:pt x="782" y="3237"/>
                  </a:lnTo>
                  <a:lnTo>
                    <a:pt x="804" y="3207"/>
                  </a:lnTo>
                  <a:lnTo>
                    <a:pt x="828" y="3153"/>
                  </a:lnTo>
                  <a:lnTo>
                    <a:pt x="825" y="3095"/>
                  </a:lnTo>
                  <a:lnTo>
                    <a:pt x="819" y="3069"/>
                  </a:lnTo>
                  <a:lnTo>
                    <a:pt x="788" y="3044"/>
                  </a:lnTo>
                  <a:lnTo>
                    <a:pt x="754" y="3063"/>
                  </a:lnTo>
                  <a:lnTo>
                    <a:pt x="743" y="3059"/>
                  </a:lnTo>
                  <a:lnTo>
                    <a:pt x="737" y="3053"/>
                  </a:lnTo>
                  <a:lnTo>
                    <a:pt x="689" y="2978"/>
                  </a:lnTo>
                  <a:lnTo>
                    <a:pt x="698" y="2867"/>
                  </a:lnTo>
                  <a:lnTo>
                    <a:pt x="726" y="2811"/>
                  </a:lnTo>
                  <a:lnTo>
                    <a:pt x="777" y="2780"/>
                  </a:lnTo>
                  <a:lnTo>
                    <a:pt x="789" y="2780"/>
                  </a:lnTo>
                  <a:lnTo>
                    <a:pt x="897" y="2706"/>
                  </a:lnTo>
                  <a:lnTo>
                    <a:pt x="1167" y="2506"/>
                  </a:lnTo>
                  <a:lnTo>
                    <a:pt x="1376" y="2414"/>
                  </a:lnTo>
                  <a:lnTo>
                    <a:pt x="1422" y="2417"/>
                  </a:lnTo>
                  <a:lnTo>
                    <a:pt x="1589" y="2478"/>
                  </a:lnTo>
                  <a:lnTo>
                    <a:pt x="1755" y="2546"/>
                  </a:lnTo>
                  <a:lnTo>
                    <a:pt x="1878" y="2547"/>
                  </a:lnTo>
                  <a:lnTo>
                    <a:pt x="1874" y="2490"/>
                  </a:lnTo>
                  <a:lnTo>
                    <a:pt x="1824" y="2437"/>
                  </a:lnTo>
                  <a:lnTo>
                    <a:pt x="1793" y="2367"/>
                  </a:lnTo>
                  <a:lnTo>
                    <a:pt x="1789" y="2343"/>
                  </a:lnTo>
                  <a:lnTo>
                    <a:pt x="1797" y="2318"/>
                  </a:lnTo>
                  <a:lnTo>
                    <a:pt x="1846" y="2299"/>
                  </a:lnTo>
                  <a:lnTo>
                    <a:pt x="2078" y="2250"/>
                  </a:lnTo>
                  <a:lnTo>
                    <a:pt x="2128" y="2241"/>
                  </a:lnTo>
                  <a:lnTo>
                    <a:pt x="2149" y="2246"/>
                  </a:lnTo>
                  <a:lnTo>
                    <a:pt x="2169" y="2270"/>
                  </a:lnTo>
                  <a:lnTo>
                    <a:pt x="2281" y="2443"/>
                  </a:lnTo>
                  <a:lnTo>
                    <a:pt x="2298" y="2522"/>
                  </a:lnTo>
                  <a:lnTo>
                    <a:pt x="2299" y="2541"/>
                  </a:lnTo>
                  <a:lnTo>
                    <a:pt x="2282" y="2583"/>
                  </a:lnTo>
                  <a:lnTo>
                    <a:pt x="2254" y="2612"/>
                  </a:lnTo>
                  <a:lnTo>
                    <a:pt x="2238" y="2652"/>
                  </a:lnTo>
                  <a:lnTo>
                    <a:pt x="2221" y="2727"/>
                  </a:lnTo>
                  <a:lnTo>
                    <a:pt x="2210" y="2848"/>
                  </a:lnTo>
                  <a:lnTo>
                    <a:pt x="2208" y="2928"/>
                  </a:lnTo>
                  <a:lnTo>
                    <a:pt x="2226" y="2954"/>
                  </a:lnTo>
                  <a:lnTo>
                    <a:pt x="2295" y="3033"/>
                  </a:lnTo>
                  <a:lnTo>
                    <a:pt x="2439" y="2927"/>
                  </a:lnTo>
                  <a:lnTo>
                    <a:pt x="2449" y="2910"/>
                  </a:lnTo>
                  <a:lnTo>
                    <a:pt x="2482" y="2830"/>
                  </a:lnTo>
                  <a:lnTo>
                    <a:pt x="2494" y="2777"/>
                  </a:lnTo>
                  <a:lnTo>
                    <a:pt x="2733" y="2644"/>
                  </a:lnTo>
                  <a:lnTo>
                    <a:pt x="2830" y="2469"/>
                  </a:lnTo>
                  <a:lnTo>
                    <a:pt x="2817" y="2408"/>
                  </a:lnTo>
                  <a:lnTo>
                    <a:pt x="2736" y="2357"/>
                  </a:lnTo>
                  <a:lnTo>
                    <a:pt x="2874" y="2135"/>
                  </a:lnTo>
                  <a:lnTo>
                    <a:pt x="2894" y="2125"/>
                  </a:lnTo>
                  <a:lnTo>
                    <a:pt x="2944" y="2105"/>
                  </a:lnTo>
                  <a:lnTo>
                    <a:pt x="3203" y="1970"/>
                  </a:lnTo>
                  <a:lnTo>
                    <a:pt x="3254" y="1887"/>
                  </a:lnTo>
                  <a:lnTo>
                    <a:pt x="3297" y="1743"/>
                  </a:lnTo>
                  <a:lnTo>
                    <a:pt x="3295" y="1680"/>
                  </a:lnTo>
                  <a:lnTo>
                    <a:pt x="3280" y="1628"/>
                  </a:lnTo>
                  <a:lnTo>
                    <a:pt x="3242" y="1573"/>
                  </a:lnTo>
                  <a:lnTo>
                    <a:pt x="3219" y="1553"/>
                  </a:lnTo>
                  <a:lnTo>
                    <a:pt x="3200" y="1545"/>
                  </a:lnTo>
                  <a:lnTo>
                    <a:pt x="3151" y="1537"/>
                  </a:lnTo>
                  <a:lnTo>
                    <a:pt x="3111" y="1533"/>
                  </a:lnTo>
                  <a:lnTo>
                    <a:pt x="3069" y="1536"/>
                  </a:lnTo>
                  <a:lnTo>
                    <a:pt x="2994" y="1457"/>
                  </a:lnTo>
                  <a:lnTo>
                    <a:pt x="2952" y="1327"/>
                  </a:lnTo>
                  <a:lnTo>
                    <a:pt x="2940" y="1282"/>
                  </a:lnTo>
                  <a:lnTo>
                    <a:pt x="2954" y="1246"/>
                  </a:lnTo>
                  <a:lnTo>
                    <a:pt x="3011" y="1234"/>
                  </a:lnTo>
                  <a:lnTo>
                    <a:pt x="3057" y="1209"/>
                  </a:lnTo>
                  <a:lnTo>
                    <a:pt x="3107" y="1147"/>
                  </a:lnTo>
                  <a:lnTo>
                    <a:pt x="3070" y="973"/>
                  </a:lnTo>
                  <a:lnTo>
                    <a:pt x="3049" y="871"/>
                  </a:lnTo>
                  <a:lnTo>
                    <a:pt x="3037" y="817"/>
                  </a:lnTo>
                  <a:lnTo>
                    <a:pt x="3204" y="415"/>
                  </a:lnTo>
                  <a:lnTo>
                    <a:pt x="3268" y="388"/>
                  </a:lnTo>
                  <a:lnTo>
                    <a:pt x="3315" y="458"/>
                  </a:lnTo>
                  <a:lnTo>
                    <a:pt x="3315" y="473"/>
                  </a:lnTo>
                  <a:lnTo>
                    <a:pt x="3307" y="521"/>
                  </a:lnTo>
                  <a:lnTo>
                    <a:pt x="3296" y="540"/>
                  </a:lnTo>
                  <a:lnTo>
                    <a:pt x="3272" y="557"/>
                  </a:lnTo>
                  <a:lnTo>
                    <a:pt x="3222" y="555"/>
                  </a:lnTo>
                  <a:lnTo>
                    <a:pt x="3188" y="583"/>
                  </a:lnTo>
                  <a:lnTo>
                    <a:pt x="3179" y="599"/>
                  </a:lnTo>
                  <a:lnTo>
                    <a:pt x="3174" y="626"/>
                  </a:lnTo>
                  <a:lnTo>
                    <a:pt x="3177" y="800"/>
                  </a:lnTo>
                  <a:lnTo>
                    <a:pt x="3188" y="846"/>
                  </a:lnTo>
                  <a:lnTo>
                    <a:pt x="3261" y="893"/>
                  </a:lnTo>
                  <a:lnTo>
                    <a:pt x="3390" y="910"/>
                  </a:lnTo>
                  <a:lnTo>
                    <a:pt x="3515" y="913"/>
                  </a:lnTo>
                  <a:lnTo>
                    <a:pt x="3546" y="938"/>
                  </a:lnTo>
                  <a:lnTo>
                    <a:pt x="3648" y="1030"/>
                  </a:lnTo>
                  <a:lnTo>
                    <a:pt x="3935" y="998"/>
                  </a:lnTo>
                  <a:lnTo>
                    <a:pt x="3992" y="947"/>
                  </a:lnTo>
                  <a:lnTo>
                    <a:pt x="4021" y="922"/>
                  </a:lnTo>
                  <a:lnTo>
                    <a:pt x="4039" y="896"/>
                  </a:lnTo>
                  <a:lnTo>
                    <a:pt x="4010" y="817"/>
                  </a:lnTo>
                  <a:lnTo>
                    <a:pt x="4003" y="688"/>
                  </a:lnTo>
                  <a:lnTo>
                    <a:pt x="4040" y="592"/>
                  </a:lnTo>
                  <a:lnTo>
                    <a:pt x="4074" y="541"/>
                  </a:lnTo>
                  <a:lnTo>
                    <a:pt x="4166" y="438"/>
                  </a:lnTo>
                  <a:lnTo>
                    <a:pt x="4178" y="427"/>
                  </a:lnTo>
                  <a:lnTo>
                    <a:pt x="4204" y="425"/>
                  </a:lnTo>
                  <a:lnTo>
                    <a:pt x="4267" y="465"/>
                  </a:lnTo>
                  <a:lnTo>
                    <a:pt x="4298" y="517"/>
                  </a:lnTo>
                  <a:lnTo>
                    <a:pt x="4287" y="560"/>
                  </a:lnTo>
                  <a:lnTo>
                    <a:pt x="4294" y="563"/>
                  </a:lnTo>
                  <a:lnTo>
                    <a:pt x="4479" y="597"/>
                  </a:lnTo>
                  <a:lnTo>
                    <a:pt x="4637" y="495"/>
                  </a:lnTo>
                  <a:lnTo>
                    <a:pt x="4795" y="433"/>
                  </a:lnTo>
                  <a:lnTo>
                    <a:pt x="4941" y="403"/>
                  </a:lnTo>
                  <a:lnTo>
                    <a:pt x="5092" y="293"/>
                  </a:lnTo>
                  <a:lnTo>
                    <a:pt x="5141" y="230"/>
                  </a:lnTo>
                  <a:lnTo>
                    <a:pt x="5161" y="220"/>
                  </a:lnTo>
                  <a:lnTo>
                    <a:pt x="5257" y="220"/>
                  </a:lnTo>
                  <a:lnTo>
                    <a:pt x="5286" y="104"/>
                  </a:lnTo>
                  <a:lnTo>
                    <a:pt x="5338" y="50"/>
                  </a:lnTo>
                  <a:lnTo>
                    <a:pt x="5387" y="9"/>
                  </a:lnTo>
                  <a:lnTo>
                    <a:pt x="5436" y="0"/>
                  </a:lnTo>
                  <a:lnTo>
                    <a:pt x="5824" y="11"/>
                  </a:lnTo>
                  <a:lnTo>
                    <a:pt x="5831" y="15"/>
                  </a:lnTo>
                  <a:lnTo>
                    <a:pt x="6000" y="137"/>
                  </a:lnTo>
                  <a:lnTo>
                    <a:pt x="6013" y="153"/>
                  </a:lnTo>
                  <a:lnTo>
                    <a:pt x="6216" y="2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8971041" y="2465125"/>
              <a:ext cx="1730" cy="1883"/>
            </a:xfrm>
            <a:custGeom>
              <a:avLst/>
              <a:pathLst>
                <a:path w="1730" h="1883">
                  <a:moveTo>
                    <a:pt x="1704" y="835"/>
                  </a:moveTo>
                  <a:lnTo>
                    <a:pt x="1655" y="1089"/>
                  </a:lnTo>
                  <a:lnTo>
                    <a:pt x="1586" y="1191"/>
                  </a:lnTo>
                  <a:lnTo>
                    <a:pt x="1500" y="1296"/>
                  </a:lnTo>
                  <a:lnTo>
                    <a:pt x="1486" y="1304"/>
                  </a:lnTo>
                  <a:lnTo>
                    <a:pt x="1277" y="1344"/>
                  </a:lnTo>
                  <a:lnTo>
                    <a:pt x="1126" y="1307"/>
                  </a:lnTo>
                  <a:lnTo>
                    <a:pt x="1079" y="1282"/>
                  </a:lnTo>
                  <a:lnTo>
                    <a:pt x="1040" y="1272"/>
                  </a:lnTo>
                  <a:lnTo>
                    <a:pt x="930" y="1282"/>
                  </a:lnTo>
                  <a:lnTo>
                    <a:pt x="871" y="1296"/>
                  </a:lnTo>
                  <a:lnTo>
                    <a:pt x="802" y="1337"/>
                  </a:lnTo>
                  <a:lnTo>
                    <a:pt x="776" y="1359"/>
                  </a:lnTo>
                  <a:lnTo>
                    <a:pt x="682" y="1458"/>
                  </a:lnTo>
                  <a:lnTo>
                    <a:pt x="643" y="1504"/>
                  </a:lnTo>
                  <a:lnTo>
                    <a:pt x="641" y="1537"/>
                  </a:lnTo>
                  <a:lnTo>
                    <a:pt x="650" y="1557"/>
                  </a:lnTo>
                  <a:lnTo>
                    <a:pt x="644" y="1620"/>
                  </a:lnTo>
                  <a:lnTo>
                    <a:pt x="632" y="1656"/>
                  </a:lnTo>
                  <a:lnTo>
                    <a:pt x="570" y="1801"/>
                  </a:lnTo>
                  <a:lnTo>
                    <a:pt x="536" y="1877"/>
                  </a:lnTo>
                  <a:lnTo>
                    <a:pt x="514" y="1883"/>
                  </a:lnTo>
                  <a:lnTo>
                    <a:pt x="505" y="1870"/>
                  </a:lnTo>
                  <a:lnTo>
                    <a:pt x="500" y="1837"/>
                  </a:lnTo>
                  <a:lnTo>
                    <a:pt x="500" y="1821"/>
                  </a:lnTo>
                  <a:lnTo>
                    <a:pt x="506" y="1795"/>
                  </a:lnTo>
                  <a:lnTo>
                    <a:pt x="524" y="1778"/>
                  </a:lnTo>
                  <a:lnTo>
                    <a:pt x="527" y="1765"/>
                  </a:lnTo>
                  <a:lnTo>
                    <a:pt x="530" y="1632"/>
                  </a:lnTo>
                  <a:lnTo>
                    <a:pt x="521" y="1541"/>
                  </a:lnTo>
                  <a:lnTo>
                    <a:pt x="480" y="1431"/>
                  </a:lnTo>
                  <a:lnTo>
                    <a:pt x="422" y="1343"/>
                  </a:lnTo>
                  <a:lnTo>
                    <a:pt x="348" y="1206"/>
                  </a:lnTo>
                  <a:lnTo>
                    <a:pt x="317" y="988"/>
                  </a:lnTo>
                  <a:lnTo>
                    <a:pt x="280" y="854"/>
                  </a:lnTo>
                  <a:lnTo>
                    <a:pt x="192" y="777"/>
                  </a:lnTo>
                  <a:lnTo>
                    <a:pt x="68" y="710"/>
                  </a:lnTo>
                  <a:lnTo>
                    <a:pt x="17" y="720"/>
                  </a:lnTo>
                  <a:lnTo>
                    <a:pt x="0" y="673"/>
                  </a:lnTo>
                  <a:lnTo>
                    <a:pt x="44" y="599"/>
                  </a:lnTo>
                  <a:lnTo>
                    <a:pt x="56" y="586"/>
                  </a:lnTo>
                  <a:lnTo>
                    <a:pt x="254" y="361"/>
                  </a:lnTo>
                  <a:lnTo>
                    <a:pt x="272" y="359"/>
                  </a:lnTo>
                  <a:lnTo>
                    <a:pt x="416" y="351"/>
                  </a:lnTo>
                  <a:lnTo>
                    <a:pt x="533" y="341"/>
                  </a:lnTo>
                  <a:lnTo>
                    <a:pt x="576" y="325"/>
                  </a:lnTo>
                  <a:lnTo>
                    <a:pt x="603" y="303"/>
                  </a:lnTo>
                  <a:lnTo>
                    <a:pt x="648" y="242"/>
                  </a:lnTo>
                  <a:lnTo>
                    <a:pt x="650" y="218"/>
                  </a:lnTo>
                  <a:lnTo>
                    <a:pt x="641" y="171"/>
                  </a:lnTo>
                  <a:lnTo>
                    <a:pt x="715" y="165"/>
                  </a:lnTo>
                  <a:lnTo>
                    <a:pt x="841" y="159"/>
                  </a:lnTo>
                  <a:lnTo>
                    <a:pt x="1049" y="137"/>
                  </a:lnTo>
                  <a:lnTo>
                    <a:pt x="1083" y="127"/>
                  </a:lnTo>
                  <a:lnTo>
                    <a:pt x="1105" y="107"/>
                  </a:lnTo>
                  <a:lnTo>
                    <a:pt x="1120" y="56"/>
                  </a:lnTo>
                  <a:lnTo>
                    <a:pt x="1261" y="0"/>
                  </a:lnTo>
                  <a:lnTo>
                    <a:pt x="1476" y="5"/>
                  </a:lnTo>
                  <a:lnTo>
                    <a:pt x="1486" y="12"/>
                  </a:lnTo>
                  <a:lnTo>
                    <a:pt x="1492" y="26"/>
                  </a:lnTo>
                  <a:lnTo>
                    <a:pt x="1563" y="262"/>
                  </a:lnTo>
                  <a:lnTo>
                    <a:pt x="1730" y="686"/>
                  </a:lnTo>
                  <a:lnTo>
                    <a:pt x="1704" y="8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8976460" y="2465474"/>
              <a:ext cx="2894" cy="1959"/>
            </a:xfrm>
            <a:custGeom>
              <a:avLst/>
              <a:pathLst>
                <a:path w="2894" h="1959">
                  <a:moveTo>
                    <a:pt x="1483" y="123"/>
                  </a:moveTo>
                  <a:lnTo>
                    <a:pt x="1495" y="163"/>
                  </a:lnTo>
                  <a:lnTo>
                    <a:pt x="1462" y="211"/>
                  </a:lnTo>
                  <a:lnTo>
                    <a:pt x="1457" y="234"/>
                  </a:lnTo>
                  <a:lnTo>
                    <a:pt x="1534" y="476"/>
                  </a:lnTo>
                  <a:lnTo>
                    <a:pt x="1547" y="503"/>
                  </a:lnTo>
                  <a:lnTo>
                    <a:pt x="1587" y="543"/>
                  </a:lnTo>
                  <a:lnTo>
                    <a:pt x="1789" y="695"/>
                  </a:lnTo>
                  <a:lnTo>
                    <a:pt x="1827" y="704"/>
                  </a:lnTo>
                  <a:lnTo>
                    <a:pt x="1966" y="703"/>
                  </a:lnTo>
                  <a:lnTo>
                    <a:pt x="2013" y="696"/>
                  </a:lnTo>
                  <a:lnTo>
                    <a:pt x="2059" y="672"/>
                  </a:lnTo>
                  <a:lnTo>
                    <a:pt x="2244" y="466"/>
                  </a:lnTo>
                  <a:lnTo>
                    <a:pt x="2330" y="369"/>
                  </a:lnTo>
                  <a:lnTo>
                    <a:pt x="2354" y="325"/>
                  </a:lnTo>
                  <a:lnTo>
                    <a:pt x="2357" y="302"/>
                  </a:lnTo>
                  <a:lnTo>
                    <a:pt x="2364" y="253"/>
                  </a:lnTo>
                  <a:lnTo>
                    <a:pt x="2511" y="176"/>
                  </a:lnTo>
                  <a:lnTo>
                    <a:pt x="2765" y="208"/>
                  </a:lnTo>
                  <a:lnTo>
                    <a:pt x="2810" y="227"/>
                  </a:lnTo>
                  <a:lnTo>
                    <a:pt x="2861" y="309"/>
                  </a:lnTo>
                  <a:lnTo>
                    <a:pt x="2894" y="372"/>
                  </a:lnTo>
                  <a:lnTo>
                    <a:pt x="2893" y="383"/>
                  </a:lnTo>
                  <a:lnTo>
                    <a:pt x="2827" y="563"/>
                  </a:lnTo>
                  <a:lnTo>
                    <a:pt x="2791" y="605"/>
                  </a:lnTo>
                  <a:lnTo>
                    <a:pt x="2702" y="688"/>
                  </a:lnTo>
                  <a:lnTo>
                    <a:pt x="2378" y="908"/>
                  </a:lnTo>
                  <a:lnTo>
                    <a:pt x="2323" y="905"/>
                  </a:lnTo>
                  <a:lnTo>
                    <a:pt x="2187" y="919"/>
                  </a:lnTo>
                  <a:lnTo>
                    <a:pt x="2118" y="950"/>
                  </a:lnTo>
                  <a:lnTo>
                    <a:pt x="2102" y="968"/>
                  </a:lnTo>
                  <a:lnTo>
                    <a:pt x="2089" y="1007"/>
                  </a:lnTo>
                  <a:lnTo>
                    <a:pt x="2089" y="1025"/>
                  </a:lnTo>
                  <a:lnTo>
                    <a:pt x="2101" y="1049"/>
                  </a:lnTo>
                  <a:lnTo>
                    <a:pt x="2134" y="1077"/>
                  </a:lnTo>
                  <a:lnTo>
                    <a:pt x="2164" y="1129"/>
                  </a:lnTo>
                  <a:lnTo>
                    <a:pt x="2173" y="1173"/>
                  </a:lnTo>
                  <a:lnTo>
                    <a:pt x="2112" y="1249"/>
                  </a:lnTo>
                  <a:lnTo>
                    <a:pt x="2078" y="1264"/>
                  </a:lnTo>
                  <a:lnTo>
                    <a:pt x="2061" y="1269"/>
                  </a:lnTo>
                  <a:lnTo>
                    <a:pt x="1905" y="1279"/>
                  </a:lnTo>
                  <a:lnTo>
                    <a:pt x="1887" y="1278"/>
                  </a:lnTo>
                  <a:lnTo>
                    <a:pt x="1873" y="1263"/>
                  </a:lnTo>
                  <a:lnTo>
                    <a:pt x="1869" y="1235"/>
                  </a:lnTo>
                  <a:lnTo>
                    <a:pt x="1880" y="1179"/>
                  </a:lnTo>
                  <a:lnTo>
                    <a:pt x="1836" y="1037"/>
                  </a:lnTo>
                  <a:lnTo>
                    <a:pt x="1827" y="1015"/>
                  </a:lnTo>
                  <a:lnTo>
                    <a:pt x="1795" y="981"/>
                  </a:lnTo>
                  <a:lnTo>
                    <a:pt x="1745" y="946"/>
                  </a:lnTo>
                  <a:lnTo>
                    <a:pt x="1664" y="950"/>
                  </a:lnTo>
                  <a:lnTo>
                    <a:pt x="1576" y="970"/>
                  </a:lnTo>
                  <a:lnTo>
                    <a:pt x="1482" y="981"/>
                  </a:lnTo>
                  <a:lnTo>
                    <a:pt x="1467" y="970"/>
                  </a:lnTo>
                  <a:lnTo>
                    <a:pt x="1464" y="884"/>
                  </a:lnTo>
                  <a:lnTo>
                    <a:pt x="1448" y="871"/>
                  </a:lnTo>
                  <a:lnTo>
                    <a:pt x="1403" y="861"/>
                  </a:lnTo>
                  <a:lnTo>
                    <a:pt x="1296" y="878"/>
                  </a:lnTo>
                  <a:lnTo>
                    <a:pt x="1208" y="911"/>
                  </a:lnTo>
                  <a:lnTo>
                    <a:pt x="1089" y="958"/>
                  </a:lnTo>
                  <a:lnTo>
                    <a:pt x="847" y="1154"/>
                  </a:lnTo>
                  <a:lnTo>
                    <a:pt x="710" y="1278"/>
                  </a:lnTo>
                  <a:lnTo>
                    <a:pt x="421" y="1689"/>
                  </a:lnTo>
                  <a:lnTo>
                    <a:pt x="350" y="1803"/>
                  </a:lnTo>
                  <a:lnTo>
                    <a:pt x="314" y="1925"/>
                  </a:lnTo>
                  <a:lnTo>
                    <a:pt x="231" y="1959"/>
                  </a:lnTo>
                  <a:lnTo>
                    <a:pt x="103" y="1718"/>
                  </a:lnTo>
                  <a:lnTo>
                    <a:pt x="1" y="1204"/>
                  </a:lnTo>
                  <a:lnTo>
                    <a:pt x="0" y="1157"/>
                  </a:lnTo>
                  <a:lnTo>
                    <a:pt x="1" y="956"/>
                  </a:lnTo>
                  <a:lnTo>
                    <a:pt x="2" y="897"/>
                  </a:lnTo>
                  <a:lnTo>
                    <a:pt x="22" y="489"/>
                  </a:lnTo>
                  <a:lnTo>
                    <a:pt x="53" y="287"/>
                  </a:lnTo>
                  <a:lnTo>
                    <a:pt x="106" y="204"/>
                  </a:lnTo>
                  <a:lnTo>
                    <a:pt x="139" y="162"/>
                  </a:lnTo>
                  <a:lnTo>
                    <a:pt x="185" y="127"/>
                  </a:lnTo>
                  <a:lnTo>
                    <a:pt x="215" y="122"/>
                  </a:lnTo>
                  <a:lnTo>
                    <a:pt x="265" y="132"/>
                  </a:lnTo>
                  <a:lnTo>
                    <a:pt x="351" y="195"/>
                  </a:lnTo>
                  <a:lnTo>
                    <a:pt x="478" y="331"/>
                  </a:lnTo>
                  <a:lnTo>
                    <a:pt x="498" y="361"/>
                  </a:lnTo>
                  <a:lnTo>
                    <a:pt x="541" y="486"/>
                  </a:lnTo>
                  <a:lnTo>
                    <a:pt x="572" y="529"/>
                  </a:lnTo>
                  <a:lnTo>
                    <a:pt x="617" y="580"/>
                  </a:lnTo>
                  <a:lnTo>
                    <a:pt x="663" y="603"/>
                  </a:lnTo>
                  <a:lnTo>
                    <a:pt x="707" y="612"/>
                  </a:lnTo>
                  <a:lnTo>
                    <a:pt x="830" y="610"/>
                  </a:lnTo>
                  <a:lnTo>
                    <a:pt x="874" y="595"/>
                  </a:lnTo>
                  <a:lnTo>
                    <a:pt x="1039" y="464"/>
                  </a:lnTo>
                  <a:lnTo>
                    <a:pt x="1163" y="287"/>
                  </a:lnTo>
                  <a:lnTo>
                    <a:pt x="1199" y="222"/>
                  </a:lnTo>
                  <a:lnTo>
                    <a:pt x="1203" y="160"/>
                  </a:lnTo>
                  <a:lnTo>
                    <a:pt x="1188" y="127"/>
                  </a:lnTo>
                  <a:lnTo>
                    <a:pt x="1129" y="161"/>
                  </a:lnTo>
                  <a:lnTo>
                    <a:pt x="1072" y="120"/>
                  </a:lnTo>
                  <a:lnTo>
                    <a:pt x="1057" y="98"/>
                  </a:lnTo>
                  <a:lnTo>
                    <a:pt x="1078" y="85"/>
                  </a:lnTo>
                  <a:lnTo>
                    <a:pt x="1111" y="83"/>
                  </a:lnTo>
                  <a:lnTo>
                    <a:pt x="1148" y="17"/>
                  </a:lnTo>
                  <a:lnTo>
                    <a:pt x="1190" y="0"/>
                  </a:lnTo>
                  <a:lnTo>
                    <a:pt x="1241" y="3"/>
                  </a:lnTo>
                  <a:lnTo>
                    <a:pt x="1265" y="5"/>
                  </a:lnTo>
                  <a:lnTo>
                    <a:pt x="1302" y="13"/>
                  </a:lnTo>
                  <a:lnTo>
                    <a:pt x="1461" y="94"/>
                  </a:lnTo>
                  <a:lnTo>
                    <a:pt x="1483" y="1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8975976" y="2462433"/>
              <a:ext cx="1413" cy="1989"/>
            </a:xfrm>
            <a:custGeom>
              <a:avLst/>
              <a:pathLst>
                <a:path w="1413" h="1989">
                  <a:moveTo>
                    <a:pt x="68" y="1944"/>
                  </a:moveTo>
                  <a:lnTo>
                    <a:pt x="15" y="1989"/>
                  </a:lnTo>
                  <a:lnTo>
                    <a:pt x="0" y="1987"/>
                  </a:lnTo>
                  <a:lnTo>
                    <a:pt x="9" y="1896"/>
                  </a:lnTo>
                  <a:lnTo>
                    <a:pt x="50" y="1632"/>
                  </a:lnTo>
                  <a:lnTo>
                    <a:pt x="155" y="1339"/>
                  </a:lnTo>
                  <a:lnTo>
                    <a:pt x="222" y="1286"/>
                  </a:lnTo>
                  <a:lnTo>
                    <a:pt x="294" y="1265"/>
                  </a:lnTo>
                  <a:lnTo>
                    <a:pt x="398" y="1211"/>
                  </a:lnTo>
                  <a:lnTo>
                    <a:pt x="482" y="1166"/>
                  </a:lnTo>
                  <a:lnTo>
                    <a:pt x="630" y="949"/>
                  </a:lnTo>
                  <a:lnTo>
                    <a:pt x="636" y="916"/>
                  </a:lnTo>
                  <a:lnTo>
                    <a:pt x="623" y="875"/>
                  </a:lnTo>
                  <a:lnTo>
                    <a:pt x="553" y="835"/>
                  </a:lnTo>
                  <a:lnTo>
                    <a:pt x="512" y="781"/>
                  </a:lnTo>
                  <a:lnTo>
                    <a:pt x="508" y="640"/>
                  </a:lnTo>
                  <a:lnTo>
                    <a:pt x="520" y="542"/>
                  </a:lnTo>
                  <a:lnTo>
                    <a:pt x="575" y="367"/>
                  </a:lnTo>
                  <a:lnTo>
                    <a:pt x="601" y="329"/>
                  </a:lnTo>
                  <a:lnTo>
                    <a:pt x="613" y="315"/>
                  </a:lnTo>
                  <a:lnTo>
                    <a:pt x="843" y="122"/>
                  </a:lnTo>
                  <a:lnTo>
                    <a:pt x="1038" y="0"/>
                  </a:lnTo>
                  <a:lnTo>
                    <a:pt x="1066" y="5"/>
                  </a:lnTo>
                  <a:lnTo>
                    <a:pt x="1381" y="401"/>
                  </a:lnTo>
                  <a:lnTo>
                    <a:pt x="1412" y="470"/>
                  </a:lnTo>
                  <a:lnTo>
                    <a:pt x="1413" y="503"/>
                  </a:lnTo>
                  <a:lnTo>
                    <a:pt x="1335" y="806"/>
                  </a:lnTo>
                  <a:lnTo>
                    <a:pt x="1326" y="831"/>
                  </a:lnTo>
                  <a:lnTo>
                    <a:pt x="1287" y="869"/>
                  </a:lnTo>
                  <a:lnTo>
                    <a:pt x="1260" y="895"/>
                  </a:lnTo>
                  <a:lnTo>
                    <a:pt x="1235" y="920"/>
                  </a:lnTo>
                  <a:lnTo>
                    <a:pt x="1119" y="1004"/>
                  </a:lnTo>
                  <a:lnTo>
                    <a:pt x="910" y="1110"/>
                  </a:lnTo>
                  <a:lnTo>
                    <a:pt x="756" y="1135"/>
                  </a:lnTo>
                  <a:lnTo>
                    <a:pt x="621" y="1186"/>
                  </a:lnTo>
                  <a:lnTo>
                    <a:pt x="594" y="1227"/>
                  </a:lnTo>
                  <a:lnTo>
                    <a:pt x="579" y="1269"/>
                  </a:lnTo>
                  <a:lnTo>
                    <a:pt x="591" y="1295"/>
                  </a:lnTo>
                  <a:lnTo>
                    <a:pt x="587" y="1339"/>
                  </a:lnTo>
                  <a:lnTo>
                    <a:pt x="373" y="1598"/>
                  </a:lnTo>
                  <a:lnTo>
                    <a:pt x="207" y="1783"/>
                  </a:lnTo>
                  <a:lnTo>
                    <a:pt x="68" y="19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9013696" y="2465539"/>
              <a:ext cx="1009" cy="1154"/>
            </a:xfrm>
            <a:custGeom>
              <a:avLst/>
              <a:pathLst>
                <a:path w="1009" h="1154">
                  <a:moveTo>
                    <a:pt x="337" y="671"/>
                  </a:moveTo>
                  <a:lnTo>
                    <a:pt x="330" y="723"/>
                  </a:lnTo>
                  <a:lnTo>
                    <a:pt x="191" y="1118"/>
                  </a:lnTo>
                  <a:lnTo>
                    <a:pt x="186" y="1122"/>
                  </a:lnTo>
                  <a:lnTo>
                    <a:pt x="164" y="1133"/>
                  </a:lnTo>
                  <a:lnTo>
                    <a:pt x="125" y="1144"/>
                  </a:lnTo>
                  <a:lnTo>
                    <a:pt x="93" y="1151"/>
                  </a:lnTo>
                  <a:lnTo>
                    <a:pt x="32" y="1154"/>
                  </a:lnTo>
                  <a:lnTo>
                    <a:pt x="11" y="1148"/>
                  </a:lnTo>
                  <a:lnTo>
                    <a:pt x="0" y="1128"/>
                  </a:lnTo>
                  <a:lnTo>
                    <a:pt x="20" y="1081"/>
                  </a:lnTo>
                  <a:lnTo>
                    <a:pt x="45" y="1048"/>
                  </a:lnTo>
                  <a:lnTo>
                    <a:pt x="65" y="1035"/>
                  </a:lnTo>
                  <a:lnTo>
                    <a:pt x="72" y="1032"/>
                  </a:lnTo>
                  <a:lnTo>
                    <a:pt x="98" y="1016"/>
                  </a:lnTo>
                  <a:lnTo>
                    <a:pt x="106" y="1009"/>
                  </a:lnTo>
                  <a:lnTo>
                    <a:pt x="119" y="974"/>
                  </a:lnTo>
                  <a:lnTo>
                    <a:pt x="131" y="928"/>
                  </a:lnTo>
                  <a:lnTo>
                    <a:pt x="132" y="922"/>
                  </a:lnTo>
                  <a:lnTo>
                    <a:pt x="136" y="910"/>
                  </a:lnTo>
                  <a:lnTo>
                    <a:pt x="146" y="868"/>
                  </a:lnTo>
                  <a:lnTo>
                    <a:pt x="153" y="840"/>
                  </a:lnTo>
                  <a:lnTo>
                    <a:pt x="160" y="810"/>
                  </a:lnTo>
                  <a:lnTo>
                    <a:pt x="175" y="747"/>
                  </a:lnTo>
                  <a:lnTo>
                    <a:pt x="177" y="725"/>
                  </a:lnTo>
                  <a:lnTo>
                    <a:pt x="175" y="715"/>
                  </a:lnTo>
                  <a:lnTo>
                    <a:pt x="168" y="700"/>
                  </a:lnTo>
                  <a:lnTo>
                    <a:pt x="165" y="694"/>
                  </a:lnTo>
                  <a:lnTo>
                    <a:pt x="149" y="698"/>
                  </a:lnTo>
                  <a:lnTo>
                    <a:pt x="137" y="701"/>
                  </a:lnTo>
                  <a:lnTo>
                    <a:pt x="120" y="694"/>
                  </a:lnTo>
                  <a:lnTo>
                    <a:pt x="91" y="661"/>
                  </a:lnTo>
                  <a:lnTo>
                    <a:pt x="88" y="569"/>
                  </a:lnTo>
                  <a:lnTo>
                    <a:pt x="134" y="471"/>
                  </a:lnTo>
                  <a:lnTo>
                    <a:pt x="164" y="438"/>
                  </a:lnTo>
                  <a:lnTo>
                    <a:pt x="267" y="341"/>
                  </a:lnTo>
                  <a:lnTo>
                    <a:pt x="326" y="285"/>
                  </a:lnTo>
                  <a:lnTo>
                    <a:pt x="394" y="222"/>
                  </a:lnTo>
                  <a:lnTo>
                    <a:pt x="403" y="218"/>
                  </a:lnTo>
                  <a:lnTo>
                    <a:pt x="566" y="145"/>
                  </a:lnTo>
                  <a:lnTo>
                    <a:pt x="593" y="133"/>
                  </a:lnTo>
                  <a:lnTo>
                    <a:pt x="662" y="102"/>
                  </a:lnTo>
                  <a:lnTo>
                    <a:pt x="733" y="71"/>
                  </a:lnTo>
                  <a:lnTo>
                    <a:pt x="874" y="7"/>
                  </a:lnTo>
                  <a:lnTo>
                    <a:pt x="955" y="0"/>
                  </a:lnTo>
                  <a:lnTo>
                    <a:pt x="988" y="12"/>
                  </a:lnTo>
                  <a:lnTo>
                    <a:pt x="1009" y="52"/>
                  </a:lnTo>
                  <a:lnTo>
                    <a:pt x="1005" y="64"/>
                  </a:lnTo>
                  <a:lnTo>
                    <a:pt x="997" y="77"/>
                  </a:lnTo>
                  <a:lnTo>
                    <a:pt x="916" y="178"/>
                  </a:lnTo>
                  <a:lnTo>
                    <a:pt x="912" y="182"/>
                  </a:lnTo>
                  <a:lnTo>
                    <a:pt x="839" y="255"/>
                  </a:lnTo>
                  <a:lnTo>
                    <a:pt x="832" y="256"/>
                  </a:lnTo>
                  <a:lnTo>
                    <a:pt x="775" y="295"/>
                  </a:lnTo>
                  <a:lnTo>
                    <a:pt x="762" y="309"/>
                  </a:lnTo>
                  <a:lnTo>
                    <a:pt x="732" y="328"/>
                  </a:lnTo>
                  <a:lnTo>
                    <a:pt x="715" y="339"/>
                  </a:lnTo>
                  <a:lnTo>
                    <a:pt x="700" y="354"/>
                  </a:lnTo>
                  <a:lnTo>
                    <a:pt x="694" y="360"/>
                  </a:lnTo>
                  <a:lnTo>
                    <a:pt x="681" y="370"/>
                  </a:lnTo>
                  <a:lnTo>
                    <a:pt x="662" y="381"/>
                  </a:lnTo>
                  <a:lnTo>
                    <a:pt x="516" y="425"/>
                  </a:lnTo>
                  <a:lnTo>
                    <a:pt x="484" y="441"/>
                  </a:lnTo>
                  <a:lnTo>
                    <a:pt x="467" y="450"/>
                  </a:lnTo>
                  <a:lnTo>
                    <a:pt x="440" y="462"/>
                  </a:lnTo>
                  <a:lnTo>
                    <a:pt x="432" y="462"/>
                  </a:lnTo>
                  <a:lnTo>
                    <a:pt x="417" y="468"/>
                  </a:lnTo>
                  <a:lnTo>
                    <a:pt x="354" y="495"/>
                  </a:lnTo>
                  <a:lnTo>
                    <a:pt x="323" y="631"/>
                  </a:lnTo>
                  <a:lnTo>
                    <a:pt x="322" y="649"/>
                  </a:lnTo>
                  <a:lnTo>
                    <a:pt x="337" y="6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8944029" y="2459130"/>
              <a:ext cx="363" cy="319"/>
            </a:xfrm>
            <a:custGeom>
              <a:avLst/>
              <a:pathLst>
                <a:path w="363" h="319">
                  <a:moveTo>
                    <a:pt x="38" y="314"/>
                  </a:moveTo>
                  <a:lnTo>
                    <a:pt x="22" y="319"/>
                  </a:lnTo>
                  <a:lnTo>
                    <a:pt x="15" y="317"/>
                  </a:lnTo>
                  <a:lnTo>
                    <a:pt x="4" y="306"/>
                  </a:lnTo>
                  <a:lnTo>
                    <a:pt x="0" y="296"/>
                  </a:lnTo>
                  <a:lnTo>
                    <a:pt x="0" y="273"/>
                  </a:lnTo>
                  <a:lnTo>
                    <a:pt x="0" y="256"/>
                  </a:lnTo>
                  <a:lnTo>
                    <a:pt x="1" y="188"/>
                  </a:lnTo>
                  <a:lnTo>
                    <a:pt x="9" y="175"/>
                  </a:lnTo>
                  <a:lnTo>
                    <a:pt x="9" y="160"/>
                  </a:lnTo>
                  <a:lnTo>
                    <a:pt x="13" y="147"/>
                  </a:lnTo>
                  <a:lnTo>
                    <a:pt x="23" y="138"/>
                  </a:lnTo>
                  <a:lnTo>
                    <a:pt x="44" y="128"/>
                  </a:lnTo>
                  <a:lnTo>
                    <a:pt x="61" y="129"/>
                  </a:lnTo>
                  <a:lnTo>
                    <a:pt x="85" y="112"/>
                  </a:lnTo>
                  <a:lnTo>
                    <a:pt x="119" y="57"/>
                  </a:lnTo>
                  <a:lnTo>
                    <a:pt x="147" y="39"/>
                  </a:lnTo>
                  <a:lnTo>
                    <a:pt x="277" y="5"/>
                  </a:lnTo>
                  <a:lnTo>
                    <a:pt x="327" y="0"/>
                  </a:lnTo>
                  <a:lnTo>
                    <a:pt x="347" y="7"/>
                  </a:lnTo>
                  <a:lnTo>
                    <a:pt x="356" y="10"/>
                  </a:lnTo>
                  <a:lnTo>
                    <a:pt x="360" y="14"/>
                  </a:lnTo>
                  <a:lnTo>
                    <a:pt x="363" y="20"/>
                  </a:lnTo>
                  <a:lnTo>
                    <a:pt x="362" y="31"/>
                  </a:lnTo>
                  <a:lnTo>
                    <a:pt x="323" y="83"/>
                  </a:lnTo>
                  <a:lnTo>
                    <a:pt x="304" y="104"/>
                  </a:lnTo>
                  <a:lnTo>
                    <a:pt x="284" y="124"/>
                  </a:lnTo>
                  <a:lnTo>
                    <a:pt x="263" y="146"/>
                  </a:lnTo>
                  <a:lnTo>
                    <a:pt x="251" y="157"/>
                  </a:lnTo>
                  <a:lnTo>
                    <a:pt x="176" y="229"/>
                  </a:lnTo>
                  <a:lnTo>
                    <a:pt x="92" y="283"/>
                  </a:lnTo>
                  <a:lnTo>
                    <a:pt x="82" y="289"/>
                  </a:lnTo>
                  <a:lnTo>
                    <a:pt x="38" y="31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8977657" y="2461642"/>
              <a:ext cx="419" cy="614"/>
            </a:xfrm>
            <a:custGeom>
              <a:avLst/>
              <a:pathLst>
                <a:path w="419" h="614">
                  <a:moveTo>
                    <a:pt x="341" y="614"/>
                  </a:moveTo>
                  <a:lnTo>
                    <a:pt x="291" y="611"/>
                  </a:lnTo>
                  <a:lnTo>
                    <a:pt x="210" y="593"/>
                  </a:lnTo>
                  <a:lnTo>
                    <a:pt x="117" y="497"/>
                  </a:lnTo>
                  <a:lnTo>
                    <a:pt x="79" y="424"/>
                  </a:lnTo>
                  <a:lnTo>
                    <a:pt x="1" y="221"/>
                  </a:lnTo>
                  <a:lnTo>
                    <a:pt x="0" y="214"/>
                  </a:lnTo>
                  <a:lnTo>
                    <a:pt x="15" y="114"/>
                  </a:lnTo>
                  <a:lnTo>
                    <a:pt x="36" y="76"/>
                  </a:lnTo>
                  <a:lnTo>
                    <a:pt x="81" y="23"/>
                  </a:lnTo>
                  <a:lnTo>
                    <a:pt x="117" y="14"/>
                  </a:lnTo>
                  <a:lnTo>
                    <a:pt x="393" y="0"/>
                  </a:lnTo>
                  <a:lnTo>
                    <a:pt x="419" y="29"/>
                  </a:lnTo>
                  <a:lnTo>
                    <a:pt x="414" y="85"/>
                  </a:lnTo>
                  <a:lnTo>
                    <a:pt x="409" y="102"/>
                  </a:lnTo>
                  <a:lnTo>
                    <a:pt x="265" y="280"/>
                  </a:lnTo>
                  <a:lnTo>
                    <a:pt x="236" y="299"/>
                  </a:lnTo>
                  <a:lnTo>
                    <a:pt x="259" y="317"/>
                  </a:lnTo>
                  <a:lnTo>
                    <a:pt x="297" y="357"/>
                  </a:lnTo>
                  <a:lnTo>
                    <a:pt x="394" y="501"/>
                  </a:lnTo>
                  <a:lnTo>
                    <a:pt x="386" y="543"/>
                  </a:lnTo>
                  <a:lnTo>
                    <a:pt x="348" y="605"/>
                  </a:lnTo>
                  <a:lnTo>
                    <a:pt x="341" y="61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9014871" y="2463724"/>
              <a:ext cx="1773" cy="1452"/>
            </a:xfrm>
            <a:custGeom>
              <a:avLst/>
              <a:pathLst>
                <a:path w="1773" h="1452">
                  <a:moveTo>
                    <a:pt x="1251" y="80"/>
                  </a:moveTo>
                  <a:lnTo>
                    <a:pt x="1251" y="128"/>
                  </a:lnTo>
                  <a:lnTo>
                    <a:pt x="1251" y="143"/>
                  </a:lnTo>
                  <a:lnTo>
                    <a:pt x="1256" y="154"/>
                  </a:lnTo>
                  <a:lnTo>
                    <a:pt x="1268" y="170"/>
                  </a:lnTo>
                  <a:lnTo>
                    <a:pt x="1277" y="176"/>
                  </a:lnTo>
                  <a:lnTo>
                    <a:pt x="1282" y="181"/>
                  </a:lnTo>
                  <a:lnTo>
                    <a:pt x="1285" y="190"/>
                  </a:lnTo>
                  <a:lnTo>
                    <a:pt x="1285" y="207"/>
                  </a:lnTo>
                  <a:lnTo>
                    <a:pt x="1285" y="220"/>
                  </a:lnTo>
                  <a:lnTo>
                    <a:pt x="1287" y="232"/>
                  </a:lnTo>
                  <a:lnTo>
                    <a:pt x="1295" y="246"/>
                  </a:lnTo>
                  <a:lnTo>
                    <a:pt x="1306" y="259"/>
                  </a:lnTo>
                  <a:lnTo>
                    <a:pt x="1310" y="270"/>
                  </a:lnTo>
                  <a:lnTo>
                    <a:pt x="1297" y="304"/>
                  </a:lnTo>
                  <a:lnTo>
                    <a:pt x="1263" y="351"/>
                  </a:lnTo>
                  <a:lnTo>
                    <a:pt x="1252" y="367"/>
                  </a:lnTo>
                  <a:lnTo>
                    <a:pt x="1204" y="389"/>
                  </a:lnTo>
                  <a:lnTo>
                    <a:pt x="1179" y="401"/>
                  </a:lnTo>
                  <a:lnTo>
                    <a:pt x="1138" y="430"/>
                  </a:lnTo>
                  <a:lnTo>
                    <a:pt x="1132" y="435"/>
                  </a:lnTo>
                  <a:lnTo>
                    <a:pt x="1120" y="447"/>
                  </a:lnTo>
                  <a:lnTo>
                    <a:pt x="1112" y="451"/>
                  </a:lnTo>
                  <a:lnTo>
                    <a:pt x="1105" y="453"/>
                  </a:lnTo>
                  <a:lnTo>
                    <a:pt x="1098" y="459"/>
                  </a:lnTo>
                  <a:lnTo>
                    <a:pt x="1098" y="466"/>
                  </a:lnTo>
                  <a:lnTo>
                    <a:pt x="1099" y="480"/>
                  </a:lnTo>
                  <a:lnTo>
                    <a:pt x="1096" y="493"/>
                  </a:lnTo>
                  <a:lnTo>
                    <a:pt x="1090" y="510"/>
                  </a:lnTo>
                  <a:lnTo>
                    <a:pt x="1083" y="549"/>
                  </a:lnTo>
                  <a:lnTo>
                    <a:pt x="1092" y="578"/>
                  </a:lnTo>
                  <a:lnTo>
                    <a:pt x="1098" y="586"/>
                  </a:lnTo>
                  <a:lnTo>
                    <a:pt x="1105" y="596"/>
                  </a:lnTo>
                  <a:lnTo>
                    <a:pt x="1114" y="610"/>
                  </a:lnTo>
                  <a:lnTo>
                    <a:pt x="1119" y="618"/>
                  </a:lnTo>
                  <a:lnTo>
                    <a:pt x="1132" y="622"/>
                  </a:lnTo>
                  <a:lnTo>
                    <a:pt x="1153" y="623"/>
                  </a:lnTo>
                  <a:lnTo>
                    <a:pt x="1162" y="623"/>
                  </a:lnTo>
                  <a:lnTo>
                    <a:pt x="1171" y="622"/>
                  </a:lnTo>
                  <a:lnTo>
                    <a:pt x="1212" y="626"/>
                  </a:lnTo>
                  <a:lnTo>
                    <a:pt x="1253" y="635"/>
                  </a:lnTo>
                  <a:lnTo>
                    <a:pt x="1266" y="640"/>
                  </a:lnTo>
                  <a:lnTo>
                    <a:pt x="1278" y="645"/>
                  </a:lnTo>
                  <a:lnTo>
                    <a:pt x="1287" y="649"/>
                  </a:lnTo>
                  <a:lnTo>
                    <a:pt x="1293" y="654"/>
                  </a:lnTo>
                  <a:lnTo>
                    <a:pt x="1298" y="662"/>
                  </a:lnTo>
                  <a:lnTo>
                    <a:pt x="1302" y="674"/>
                  </a:lnTo>
                  <a:lnTo>
                    <a:pt x="1341" y="686"/>
                  </a:lnTo>
                  <a:lnTo>
                    <a:pt x="1368" y="688"/>
                  </a:lnTo>
                  <a:lnTo>
                    <a:pt x="1373" y="688"/>
                  </a:lnTo>
                  <a:lnTo>
                    <a:pt x="1381" y="686"/>
                  </a:lnTo>
                  <a:lnTo>
                    <a:pt x="1408" y="675"/>
                  </a:lnTo>
                  <a:lnTo>
                    <a:pt x="1420" y="670"/>
                  </a:lnTo>
                  <a:lnTo>
                    <a:pt x="1430" y="667"/>
                  </a:lnTo>
                  <a:lnTo>
                    <a:pt x="1445" y="660"/>
                  </a:lnTo>
                  <a:lnTo>
                    <a:pt x="1466" y="650"/>
                  </a:lnTo>
                  <a:lnTo>
                    <a:pt x="1477" y="645"/>
                  </a:lnTo>
                  <a:lnTo>
                    <a:pt x="1487" y="639"/>
                  </a:lnTo>
                  <a:lnTo>
                    <a:pt x="1630" y="543"/>
                  </a:lnTo>
                  <a:lnTo>
                    <a:pt x="1645" y="522"/>
                  </a:lnTo>
                  <a:lnTo>
                    <a:pt x="1653" y="512"/>
                  </a:lnTo>
                  <a:lnTo>
                    <a:pt x="1660" y="501"/>
                  </a:lnTo>
                  <a:lnTo>
                    <a:pt x="1665" y="492"/>
                  </a:lnTo>
                  <a:lnTo>
                    <a:pt x="1670" y="447"/>
                  </a:lnTo>
                  <a:lnTo>
                    <a:pt x="1685" y="432"/>
                  </a:lnTo>
                  <a:lnTo>
                    <a:pt x="1717" y="419"/>
                  </a:lnTo>
                  <a:lnTo>
                    <a:pt x="1727" y="419"/>
                  </a:lnTo>
                  <a:lnTo>
                    <a:pt x="1734" y="431"/>
                  </a:lnTo>
                  <a:lnTo>
                    <a:pt x="1756" y="498"/>
                  </a:lnTo>
                  <a:lnTo>
                    <a:pt x="1773" y="567"/>
                  </a:lnTo>
                  <a:lnTo>
                    <a:pt x="1765" y="585"/>
                  </a:lnTo>
                  <a:lnTo>
                    <a:pt x="1758" y="590"/>
                  </a:lnTo>
                  <a:lnTo>
                    <a:pt x="1503" y="763"/>
                  </a:lnTo>
                  <a:lnTo>
                    <a:pt x="1499" y="767"/>
                  </a:lnTo>
                  <a:lnTo>
                    <a:pt x="1486" y="777"/>
                  </a:lnTo>
                  <a:lnTo>
                    <a:pt x="1476" y="784"/>
                  </a:lnTo>
                  <a:lnTo>
                    <a:pt x="1470" y="787"/>
                  </a:lnTo>
                  <a:lnTo>
                    <a:pt x="1464" y="789"/>
                  </a:lnTo>
                  <a:lnTo>
                    <a:pt x="1280" y="908"/>
                  </a:lnTo>
                  <a:lnTo>
                    <a:pt x="1228" y="933"/>
                  </a:lnTo>
                  <a:lnTo>
                    <a:pt x="1223" y="933"/>
                  </a:lnTo>
                  <a:lnTo>
                    <a:pt x="1109" y="960"/>
                  </a:lnTo>
                  <a:lnTo>
                    <a:pt x="1057" y="960"/>
                  </a:lnTo>
                  <a:lnTo>
                    <a:pt x="1013" y="947"/>
                  </a:lnTo>
                  <a:lnTo>
                    <a:pt x="1004" y="944"/>
                  </a:lnTo>
                  <a:lnTo>
                    <a:pt x="996" y="939"/>
                  </a:lnTo>
                  <a:lnTo>
                    <a:pt x="991" y="936"/>
                  </a:lnTo>
                  <a:lnTo>
                    <a:pt x="915" y="922"/>
                  </a:lnTo>
                  <a:lnTo>
                    <a:pt x="875" y="906"/>
                  </a:lnTo>
                  <a:lnTo>
                    <a:pt x="828" y="884"/>
                  </a:lnTo>
                  <a:lnTo>
                    <a:pt x="796" y="861"/>
                  </a:lnTo>
                  <a:lnTo>
                    <a:pt x="793" y="857"/>
                  </a:lnTo>
                  <a:lnTo>
                    <a:pt x="788" y="852"/>
                  </a:lnTo>
                  <a:lnTo>
                    <a:pt x="781" y="850"/>
                  </a:lnTo>
                  <a:lnTo>
                    <a:pt x="723" y="861"/>
                  </a:lnTo>
                  <a:lnTo>
                    <a:pt x="656" y="878"/>
                  </a:lnTo>
                  <a:lnTo>
                    <a:pt x="535" y="917"/>
                  </a:lnTo>
                  <a:lnTo>
                    <a:pt x="528" y="923"/>
                  </a:lnTo>
                  <a:lnTo>
                    <a:pt x="523" y="930"/>
                  </a:lnTo>
                  <a:lnTo>
                    <a:pt x="510" y="942"/>
                  </a:lnTo>
                  <a:lnTo>
                    <a:pt x="485" y="962"/>
                  </a:lnTo>
                  <a:lnTo>
                    <a:pt x="477" y="969"/>
                  </a:lnTo>
                  <a:lnTo>
                    <a:pt x="467" y="977"/>
                  </a:lnTo>
                  <a:lnTo>
                    <a:pt x="462" y="986"/>
                  </a:lnTo>
                  <a:lnTo>
                    <a:pt x="437" y="1032"/>
                  </a:lnTo>
                  <a:lnTo>
                    <a:pt x="429" y="1145"/>
                  </a:lnTo>
                  <a:lnTo>
                    <a:pt x="404" y="1290"/>
                  </a:lnTo>
                  <a:lnTo>
                    <a:pt x="262" y="1392"/>
                  </a:lnTo>
                  <a:lnTo>
                    <a:pt x="227" y="1410"/>
                  </a:lnTo>
                  <a:lnTo>
                    <a:pt x="152" y="1440"/>
                  </a:lnTo>
                  <a:lnTo>
                    <a:pt x="139" y="1446"/>
                  </a:lnTo>
                  <a:lnTo>
                    <a:pt x="137" y="1450"/>
                  </a:lnTo>
                  <a:lnTo>
                    <a:pt x="128" y="1452"/>
                  </a:lnTo>
                  <a:lnTo>
                    <a:pt x="43" y="1343"/>
                  </a:lnTo>
                  <a:lnTo>
                    <a:pt x="0" y="1245"/>
                  </a:lnTo>
                  <a:lnTo>
                    <a:pt x="0" y="1199"/>
                  </a:lnTo>
                  <a:lnTo>
                    <a:pt x="18" y="1144"/>
                  </a:lnTo>
                  <a:lnTo>
                    <a:pt x="58" y="1079"/>
                  </a:lnTo>
                  <a:lnTo>
                    <a:pt x="62" y="1070"/>
                  </a:lnTo>
                  <a:lnTo>
                    <a:pt x="211" y="880"/>
                  </a:lnTo>
                  <a:lnTo>
                    <a:pt x="224" y="865"/>
                  </a:lnTo>
                  <a:lnTo>
                    <a:pt x="230" y="864"/>
                  </a:lnTo>
                  <a:lnTo>
                    <a:pt x="236" y="864"/>
                  </a:lnTo>
                  <a:lnTo>
                    <a:pt x="248" y="865"/>
                  </a:lnTo>
                  <a:lnTo>
                    <a:pt x="262" y="865"/>
                  </a:lnTo>
                  <a:lnTo>
                    <a:pt x="280" y="857"/>
                  </a:lnTo>
                  <a:lnTo>
                    <a:pt x="310" y="833"/>
                  </a:lnTo>
                  <a:lnTo>
                    <a:pt x="324" y="823"/>
                  </a:lnTo>
                  <a:lnTo>
                    <a:pt x="338" y="808"/>
                  </a:lnTo>
                  <a:lnTo>
                    <a:pt x="346" y="799"/>
                  </a:lnTo>
                  <a:lnTo>
                    <a:pt x="350" y="796"/>
                  </a:lnTo>
                  <a:lnTo>
                    <a:pt x="357" y="792"/>
                  </a:lnTo>
                  <a:lnTo>
                    <a:pt x="366" y="790"/>
                  </a:lnTo>
                  <a:lnTo>
                    <a:pt x="381" y="788"/>
                  </a:lnTo>
                  <a:lnTo>
                    <a:pt x="409" y="782"/>
                  </a:lnTo>
                  <a:lnTo>
                    <a:pt x="421" y="780"/>
                  </a:lnTo>
                  <a:lnTo>
                    <a:pt x="434" y="775"/>
                  </a:lnTo>
                  <a:lnTo>
                    <a:pt x="444" y="769"/>
                  </a:lnTo>
                  <a:lnTo>
                    <a:pt x="451" y="763"/>
                  </a:lnTo>
                  <a:lnTo>
                    <a:pt x="463" y="753"/>
                  </a:lnTo>
                  <a:lnTo>
                    <a:pt x="473" y="741"/>
                  </a:lnTo>
                  <a:lnTo>
                    <a:pt x="482" y="735"/>
                  </a:lnTo>
                  <a:lnTo>
                    <a:pt x="495" y="729"/>
                  </a:lnTo>
                  <a:lnTo>
                    <a:pt x="500" y="726"/>
                  </a:lnTo>
                  <a:lnTo>
                    <a:pt x="509" y="720"/>
                  </a:lnTo>
                  <a:lnTo>
                    <a:pt x="520" y="710"/>
                  </a:lnTo>
                  <a:lnTo>
                    <a:pt x="529" y="703"/>
                  </a:lnTo>
                  <a:lnTo>
                    <a:pt x="559" y="690"/>
                  </a:lnTo>
                  <a:lnTo>
                    <a:pt x="574" y="682"/>
                  </a:lnTo>
                  <a:lnTo>
                    <a:pt x="623" y="673"/>
                  </a:lnTo>
                  <a:lnTo>
                    <a:pt x="633" y="677"/>
                  </a:lnTo>
                  <a:lnTo>
                    <a:pt x="641" y="680"/>
                  </a:lnTo>
                  <a:lnTo>
                    <a:pt x="677" y="675"/>
                  </a:lnTo>
                  <a:lnTo>
                    <a:pt x="698" y="672"/>
                  </a:lnTo>
                  <a:lnTo>
                    <a:pt x="722" y="665"/>
                  </a:lnTo>
                  <a:lnTo>
                    <a:pt x="751" y="656"/>
                  </a:lnTo>
                  <a:lnTo>
                    <a:pt x="928" y="604"/>
                  </a:lnTo>
                  <a:lnTo>
                    <a:pt x="950" y="586"/>
                  </a:lnTo>
                  <a:lnTo>
                    <a:pt x="953" y="582"/>
                  </a:lnTo>
                  <a:lnTo>
                    <a:pt x="1016" y="526"/>
                  </a:lnTo>
                  <a:lnTo>
                    <a:pt x="1029" y="510"/>
                  </a:lnTo>
                  <a:lnTo>
                    <a:pt x="1040" y="486"/>
                  </a:lnTo>
                  <a:lnTo>
                    <a:pt x="1048" y="462"/>
                  </a:lnTo>
                  <a:lnTo>
                    <a:pt x="1050" y="450"/>
                  </a:lnTo>
                  <a:lnTo>
                    <a:pt x="1050" y="439"/>
                  </a:lnTo>
                  <a:lnTo>
                    <a:pt x="1048" y="429"/>
                  </a:lnTo>
                  <a:lnTo>
                    <a:pt x="1047" y="423"/>
                  </a:lnTo>
                  <a:lnTo>
                    <a:pt x="1040" y="346"/>
                  </a:lnTo>
                  <a:lnTo>
                    <a:pt x="1075" y="189"/>
                  </a:lnTo>
                  <a:lnTo>
                    <a:pt x="1081" y="172"/>
                  </a:lnTo>
                  <a:lnTo>
                    <a:pt x="1083" y="165"/>
                  </a:lnTo>
                  <a:lnTo>
                    <a:pt x="1091" y="146"/>
                  </a:lnTo>
                  <a:lnTo>
                    <a:pt x="1093" y="137"/>
                  </a:lnTo>
                  <a:lnTo>
                    <a:pt x="1094" y="119"/>
                  </a:lnTo>
                  <a:lnTo>
                    <a:pt x="1095" y="99"/>
                  </a:lnTo>
                  <a:lnTo>
                    <a:pt x="1108" y="73"/>
                  </a:lnTo>
                  <a:lnTo>
                    <a:pt x="1133" y="64"/>
                  </a:lnTo>
                  <a:lnTo>
                    <a:pt x="1138" y="66"/>
                  </a:lnTo>
                  <a:lnTo>
                    <a:pt x="1144" y="70"/>
                  </a:lnTo>
                  <a:lnTo>
                    <a:pt x="1152" y="70"/>
                  </a:lnTo>
                  <a:lnTo>
                    <a:pt x="1160" y="64"/>
                  </a:lnTo>
                  <a:lnTo>
                    <a:pt x="1168" y="51"/>
                  </a:lnTo>
                  <a:lnTo>
                    <a:pt x="1177" y="36"/>
                  </a:lnTo>
                  <a:lnTo>
                    <a:pt x="1185" y="22"/>
                  </a:lnTo>
                  <a:lnTo>
                    <a:pt x="1204" y="7"/>
                  </a:lnTo>
                  <a:lnTo>
                    <a:pt x="1222" y="0"/>
                  </a:lnTo>
                  <a:lnTo>
                    <a:pt x="1241" y="3"/>
                  </a:lnTo>
                  <a:lnTo>
                    <a:pt x="1243" y="10"/>
                  </a:lnTo>
                  <a:lnTo>
                    <a:pt x="1244" y="18"/>
                  </a:lnTo>
                  <a:lnTo>
                    <a:pt x="1243" y="31"/>
                  </a:lnTo>
                  <a:lnTo>
                    <a:pt x="1239" y="54"/>
                  </a:lnTo>
                  <a:lnTo>
                    <a:pt x="1240" y="61"/>
                  </a:lnTo>
                  <a:lnTo>
                    <a:pt x="1245" y="67"/>
                  </a:lnTo>
                  <a:lnTo>
                    <a:pt x="1251" y="8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8945084" y="2456810"/>
              <a:ext cx="127" cy="446"/>
            </a:xfrm>
            <a:custGeom>
              <a:avLst/>
              <a:pathLst>
                <a:path w="127" h="446">
                  <a:moveTo>
                    <a:pt x="32" y="444"/>
                  </a:moveTo>
                  <a:lnTo>
                    <a:pt x="25" y="446"/>
                  </a:lnTo>
                  <a:lnTo>
                    <a:pt x="19" y="443"/>
                  </a:lnTo>
                  <a:lnTo>
                    <a:pt x="11" y="430"/>
                  </a:lnTo>
                  <a:lnTo>
                    <a:pt x="6" y="410"/>
                  </a:lnTo>
                  <a:lnTo>
                    <a:pt x="2" y="388"/>
                  </a:lnTo>
                  <a:lnTo>
                    <a:pt x="0" y="317"/>
                  </a:lnTo>
                  <a:lnTo>
                    <a:pt x="0" y="311"/>
                  </a:lnTo>
                  <a:lnTo>
                    <a:pt x="3" y="293"/>
                  </a:lnTo>
                  <a:lnTo>
                    <a:pt x="9" y="262"/>
                  </a:lnTo>
                  <a:lnTo>
                    <a:pt x="12" y="256"/>
                  </a:lnTo>
                  <a:lnTo>
                    <a:pt x="19" y="238"/>
                  </a:lnTo>
                  <a:lnTo>
                    <a:pt x="75" y="130"/>
                  </a:lnTo>
                  <a:lnTo>
                    <a:pt x="48" y="16"/>
                  </a:lnTo>
                  <a:lnTo>
                    <a:pt x="48" y="11"/>
                  </a:lnTo>
                  <a:lnTo>
                    <a:pt x="51" y="5"/>
                  </a:lnTo>
                  <a:lnTo>
                    <a:pt x="58" y="1"/>
                  </a:lnTo>
                  <a:lnTo>
                    <a:pt x="65" y="0"/>
                  </a:lnTo>
                  <a:lnTo>
                    <a:pt x="69" y="0"/>
                  </a:lnTo>
                  <a:lnTo>
                    <a:pt x="77" y="3"/>
                  </a:lnTo>
                  <a:lnTo>
                    <a:pt x="92" y="15"/>
                  </a:lnTo>
                  <a:lnTo>
                    <a:pt x="111" y="47"/>
                  </a:lnTo>
                  <a:lnTo>
                    <a:pt x="117" y="65"/>
                  </a:lnTo>
                  <a:lnTo>
                    <a:pt x="120" y="74"/>
                  </a:lnTo>
                  <a:lnTo>
                    <a:pt x="126" y="98"/>
                  </a:lnTo>
                  <a:lnTo>
                    <a:pt x="127" y="120"/>
                  </a:lnTo>
                  <a:lnTo>
                    <a:pt x="120" y="170"/>
                  </a:lnTo>
                  <a:lnTo>
                    <a:pt x="113" y="219"/>
                  </a:lnTo>
                  <a:lnTo>
                    <a:pt x="103" y="264"/>
                  </a:lnTo>
                  <a:lnTo>
                    <a:pt x="100" y="272"/>
                  </a:lnTo>
                  <a:lnTo>
                    <a:pt x="50" y="409"/>
                  </a:lnTo>
                  <a:lnTo>
                    <a:pt x="38" y="435"/>
                  </a:lnTo>
                  <a:lnTo>
                    <a:pt x="32" y="4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9001200" y="2461579"/>
              <a:ext cx="1552" cy="1574"/>
            </a:xfrm>
            <a:custGeom>
              <a:avLst/>
              <a:pathLst>
                <a:path w="1552" h="1574">
                  <a:moveTo>
                    <a:pt x="572" y="45"/>
                  </a:moveTo>
                  <a:lnTo>
                    <a:pt x="752" y="147"/>
                  </a:lnTo>
                  <a:lnTo>
                    <a:pt x="845" y="143"/>
                  </a:lnTo>
                  <a:lnTo>
                    <a:pt x="1130" y="204"/>
                  </a:lnTo>
                  <a:lnTo>
                    <a:pt x="1214" y="255"/>
                  </a:lnTo>
                  <a:lnTo>
                    <a:pt x="1269" y="292"/>
                  </a:lnTo>
                  <a:lnTo>
                    <a:pt x="1308" y="324"/>
                  </a:lnTo>
                  <a:lnTo>
                    <a:pt x="1312" y="348"/>
                  </a:lnTo>
                  <a:lnTo>
                    <a:pt x="1284" y="407"/>
                  </a:lnTo>
                  <a:lnTo>
                    <a:pt x="1235" y="461"/>
                  </a:lnTo>
                  <a:lnTo>
                    <a:pt x="1216" y="496"/>
                  </a:lnTo>
                  <a:lnTo>
                    <a:pt x="1449" y="519"/>
                  </a:lnTo>
                  <a:lnTo>
                    <a:pt x="1493" y="501"/>
                  </a:lnTo>
                  <a:lnTo>
                    <a:pt x="1514" y="505"/>
                  </a:lnTo>
                  <a:lnTo>
                    <a:pt x="1533" y="534"/>
                  </a:lnTo>
                  <a:lnTo>
                    <a:pt x="1552" y="656"/>
                  </a:lnTo>
                  <a:lnTo>
                    <a:pt x="1547" y="728"/>
                  </a:lnTo>
                  <a:lnTo>
                    <a:pt x="1213" y="1248"/>
                  </a:lnTo>
                  <a:lnTo>
                    <a:pt x="1157" y="1300"/>
                  </a:lnTo>
                  <a:lnTo>
                    <a:pt x="990" y="1405"/>
                  </a:lnTo>
                  <a:lnTo>
                    <a:pt x="945" y="1432"/>
                  </a:lnTo>
                  <a:lnTo>
                    <a:pt x="858" y="1419"/>
                  </a:lnTo>
                  <a:lnTo>
                    <a:pt x="743" y="1397"/>
                  </a:lnTo>
                  <a:lnTo>
                    <a:pt x="679" y="1373"/>
                  </a:lnTo>
                  <a:lnTo>
                    <a:pt x="663" y="1375"/>
                  </a:lnTo>
                  <a:lnTo>
                    <a:pt x="598" y="1401"/>
                  </a:lnTo>
                  <a:lnTo>
                    <a:pt x="566" y="1430"/>
                  </a:lnTo>
                  <a:lnTo>
                    <a:pt x="564" y="1452"/>
                  </a:lnTo>
                  <a:lnTo>
                    <a:pt x="579" y="1503"/>
                  </a:lnTo>
                  <a:lnTo>
                    <a:pt x="561" y="1526"/>
                  </a:lnTo>
                  <a:lnTo>
                    <a:pt x="538" y="1556"/>
                  </a:lnTo>
                  <a:lnTo>
                    <a:pt x="468" y="1571"/>
                  </a:lnTo>
                  <a:lnTo>
                    <a:pt x="330" y="1574"/>
                  </a:lnTo>
                  <a:lnTo>
                    <a:pt x="305" y="1574"/>
                  </a:lnTo>
                  <a:lnTo>
                    <a:pt x="203" y="1509"/>
                  </a:lnTo>
                  <a:lnTo>
                    <a:pt x="205" y="1459"/>
                  </a:lnTo>
                  <a:lnTo>
                    <a:pt x="261" y="1263"/>
                  </a:lnTo>
                  <a:lnTo>
                    <a:pt x="281" y="1195"/>
                  </a:lnTo>
                  <a:lnTo>
                    <a:pt x="249" y="1039"/>
                  </a:lnTo>
                  <a:lnTo>
                    <a:pt x="240" y="1037"/>
                  </a:lnTo>
                  <a:lnTo>
                    <a:pt x="88" y="975"/>
                  </a:lnTo>
                  <a:lnTo>
                    <a:pt x="74" y="960"/>
                  </a:lnTo>
                  <a:lnTo>
                    <a:pt x="64" y="930"/>
                  </a:lnTo>
                  <a:lnTo>
                    <a:pt x="107" y="655"/>
                  </a:lnTo>
                  <a:lnTo>
                    <a:pt x="127" y="596"/>
                  </a:lnTo>
                  <a:lnTo>
                    <a:pt x="159" y="574"/>
                  </a:lnTo>
                  <a:lnTo>
                    <a:pt x="179" y="547"/>
                  </a:lnTo>
                  <a:lnTo>
                    <a:pt x="216" y="427"/>
                  </a:lnTo>
                  <a:lnTo>
                    <a:pt x="181" y="397"/>
                  </a:lnTo>
                  <a:lnTo>
                    <a:pt x="136" y="398"/>
                  </a:lnTo>
                  <a:lnTo>
                    <a:pt x="1" y="416"/>
                  </a:lnTo>
                  <a:lnTo>
                    <a:pt x="0" y="386"/>
                  </a:lnTo>
                  <a:lnTo>
                    <a:pt x="61" y="260"/>
                  </a:lnTo>
                  <a:lnTo>
                    <a:pt x="111" y="207"/>
                  </a:lnTo>
                  <a:lnTo>
                    <a:pt x="476" y="19"/>
                  </a:lnTo>
                  <a:lnTo>
                    <a:pt x="517" y="0"/>
                  </a:lnTo>
                  <a:lnTo>
                    <a:pt x="544" y="13"/>
                  </a:lnTo>
                  <a:lnTo>
                    <a:pt x="548" y="26"/>
                  </a:lnTo>
                  <a:lnTo>
                    <a:pt x="572" y="4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8999738" y="2461209"/>
              <a:ext cx="1216" cy="1152"/>
            </a:xfrm>
            <a:custGeom>
              <a:avLst/>
              <a:pathLst>
                <a:path w="1216" h="1152">
                  <a:moveTo>
                    <a:pt x="1070" y="802"/>
                  </a:moveTo>
                  <a:lnTo>
                    <a:pt x="1101" y="839"/>
                  </a:lnTo>
                  <a:lnTo>
                    <a:pt x="1203" y="836"/>
                  </a:lnTo>
                  <a:lnTo>
                    <a:pt x="1216" y="844"/>
                  </a:lnTo>
                  <a:lnTo>
                    <a:pt x="1213" y="865"/>
                  </a:lnTo>
                  <a:lnTo>
                    <a:pt x="1184" y="909"/>
                  </a:lnTo>
                  <a:lnTo>
                    <a:pt x="1103" y="996"/>
                  </a:lnTo>
                  <a:lnTo>
                    <a:pt x="1032" y="1049"/>
                  </a:lnTo>
                  <a:lnTo>
                    <a:pt x="1021" y="1042"/>
                  </a:lnTo>
                  <a:lnTo>
                    <a:pt x="1013" y="979"/>
                  </a:lnTo>
                  <a:lnTo>
                    <a:pt x="1046" y="913"/>
                  </a:lnTo>
                  <a:lnTo>
                    <a:pt x="1035" y="885"/>
                  </a:lnTo>
                  <a:lnTo>
                    <a:pt x="1017" y="861"/>
                  </a:lnTo>
                  <a:lnTo>
                    <a:pt x="1001" y="856"/>
                  </a:lnTo>
                  <a:lnTo>
                    <a:pt x="944" y="867"/>
                  </a:lnTo>
                  <a:lnTo>
                    <a:pt x="569" y="952"/>
                  </a:lnTo>
                  <a:lnTo>
                    <a:pt x="417" y="1048"/>
                  </a:lnTo>
                  <a:lnTo>
                    <a:pt x="379" y="1104"/>
                  </a:lnTo>
                  <a:lnTo>
                    <a:pt x="324" y="1130"/>
                  </a:lnTo>
                  <a:lnTo>
                    <a:pt x="304" y="1136"/>
                  </a:lnTo>
                  <a:lnTo>
                    <a:pt x="152" y="1152"/>
                  </a:lnTo>
                  <a:lnTo>
                    <a:pt x="121" y="1151"/>
                  </a:lnTo>
                  <a:lnTo>
                    <a:pt x="46" y="1113"/>
                  </a:lnTo>
                  <a:lnTo>
                    <a:pt x="35" y="1106"/>
                  </a:lnTo>
                  <a:lnTo>
                    <a:pt x="5" y="1053"/>
                  </a:lnTo>
                  <a:lnTo>
                    <a:pt x="0" y="1026"/>
                  </a:lnTo>
                  <a:lnTo>
                    <a:pt x="82" y="913"/>
                  </a:lnTo>
                  <a:lnTo>
                    <a:pt x="69" y="661"/>
                  </a:lnTo>
                  <a:lnTo>
                    <a:pt x="65" y="652"/>
                  </a:lnTo>
                  <a:lnTo>
                    <a:pt x="102" y="556"/>
                  </a:lnTo>
                  <a:lnTo>
                    <a:pt x="112" y="549"/>
                  </a:lnTo>
                  <a:lnTo>
                    <a:pt x="156" y="542"/>
                  </a:lnTo>
                  <a:lnTo>
                    <a:pt x="184" y="476"/>
                  </a:lnTo>
                  <a:lnTo>
                    <a:pt x="248" y="365"/>
                  </a:lnTo>
                  <a:lnTo>
                    <a:pt x="425" y="64"/>
                  </a:lnTo>
                  <a:lnTo>
                    <a:pt x="444" y="48"/>
                  </a:lnTo>
                  <a:lnTo>
                    <a:pt x="541" y="0"/>
                  </a:lnTo>
                  <a:lnTo>
                    <a:pt x="610" y="3"/>
                  </a:lnTo>
                  <a:lnTo>
                    <a:pt x="800" y="99"/>
                  </a:lnTo>
                  <a:lnTo>
                    <a:pt x="1099" y="270"/>
                  </a:lnTo>
                  <a:lnTo>
                    <a:pt x="1099" y="362"/>
                  </a:lnTo>
                  <a:lnTo>
                    <a:pt x="1057" y="429"/>
                  </a:lnTo>
                  <a:lnTo>
                    <a:pt x="1038" y="470"/>
                  </a:lnTo>
                  <a:lnTo>
                    <a:pt x="1055" y="688"/>
                  </a:lnTo>
                  <a:lnTo>
                    <a:pt x="1070" y="8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9002357" y="2459503"/>
              <a:ext cx="1607" cy="1709"/>
            </a:xfrm>
            <a:custGeom>
              <a:avLst/>
              <a:pathLst>
                <a:path w="1607" h="1709">
                  <a:moveTo>
                    <a:pt x="1497" y="349"/>
                  </a:moveTo>
                  <a:lnTo>
                    <a:pt x="1527" y="413"/>
                  </a:lnTo>
                  <a:lnTo>
                    <a:pt x="1548" y="418"/>
                  </a:lnTo>
                  <a:lnTo>
                    <a:pt x="1593" y="400"/>
                  </a:lnTo>
                  <a:lnTo>
                    <a:pt x="1607" y="414"/>
                  </a:lnTo>
                  <a:lnTo>
                    <a:pt x="1606" y="427"/>
                  </a:lnTo>
                  <a:lnTo>
                    <a:pt x="1530" y="639"/>
                  </a:lnTo>
                  <a:lnTo>
                    <a:pt x="1519" y="659"/>
                  </a:lnTo>
                  <a:lnTo>
                    <a:pt x="1542" y="817"/>
                  </a:lnTo>
                  <a:lnTo>
                    <a:pt x="1543" y="872"/>
                  </a:lnTo>
                  <a:lnTo>
                    <a:pt x="1526" y="996"/>
                  </a:lnTo>
                  <a:lnTo>
                    <a:pt x="1502" y="1044"/>
                  </a:lnTo>
                  <a:lnTo>
                    <a:pt x="1478" y="1072"/>
                  </a:lnTo>
                  <a:lnTo>
                    <a:pt x="1288" y="1247"/>
                  </a:lnTo>
                  <a:lnTo>
                    <a:pt x="1260" y="1268"/>
                  </a:lnTo>
                  <a:lnTo>
                    <a:pt x="1238" y="1283"/>
                  </a:lnTo>
                  <a:lnTo>
                    <a:pt x="1189" y="1270"/>
                  </a:lnTo>
                  <a:lnTo>
                    <a:pt x="1139" y="1229"/>
                  </a:lnTo>
                  <a:lnTo>
                    <a:pt x="1100" y="1196"/>
                  </a:lnTo>
                  <a:lnTo>
                    <a:pt x="1078" y="1199"/>
                  </a:lnTo>
                  <a:lnTo>
                    <a:pt x="1072" y="1230"/>
                  </a:lnTo>
                  <a:lnTo>
                    <a:pt x="1091" y="1418"/>
                  </a:lnTo>
                  <a:lnTo>
                    <a:pt x="1096" y="1558"/>
                  </a:lnTo>
                  <a:lnTo>
                    <a:pt x="1090" y="1593"/>
                  </a:lnTo>
                  <a:lnTo>
                    <a:pt x="1045" y="1663"/>
                  </a:lnTo>
                  <a:lnTo>
                    <a:pt x="1014" y="1697"/>
                  </a:lnTo>
                  <a:lnTo>
                    <a:pt x="996" y="1704"/>
                  </a:lnTo>
                  <a:lnTo>
                    <a:pt x="898" y="1709"/>
                  </a:lnTo>
                  <a:lnTo>
                    <a:pt x="857" y="1691"/>
                  </a:lnTo>
                  <a:lnTo>
                    <a:pt x="712" y="1602"/>
                  </a:lnTo>
                  <a:lnTo>
                    <a:pt x="683" y="1562"/>
                  </a:lnTo>
                  <a:lnTo>
                    <a:pt x="678" y="1505"/>
                  </a:lnTo>
                  <a:lnTo>
                    <a:pt x="731" y="1398"/>
                  </a:lnTo>
                  <a:lnTo>
                    <a:pt x="731" y="1324"/>
                  </a:lnTo>
                  <a:lnTo>
                    <a:pt x="722" y="1312"/>
                  </a:lnTo>
                  <a:lnTo>
                    <a:pt x="614" y="1207"/>
                  </a:lnTo>
                  <a:lnTo>
                    <a:pt x="500" y="1200"/>
                  </a:lnTo>
                  <a:lnTo>
                    <a:pt x="488" y="1212"/>
                  </a:lnTo>
                  <a:lnTo>
                    <a:pt x="474" y="1209"/>
                  </a:lnTo>
                  <a:lnTo>
                    <a:pt x="404" y="1156"/>
                  </a:lnTo>
                  <a:lnTo>
                    <a:pt x="347" y="1007"/>
                  </a:lnTo>
                  <a:lnTo>
                    <a:pt x="340" y="940"/>
                  </a:lnTo>
                  <a:lnTo>
                    <a:pt x="344" y="890"/>
                  </a:lnTo>
                  <a:lnTo>
                    <a:pt x="380" y="833"/>
                  </a:lnTo>
                  <a:lnTo>
                    <a:pt x="380" y="815"/>
                  </a:lnTo>
                  <a:lnTo>
                    <a:pt x="367" y="796"/>
                  </a:lnTo>
                  <a:lnTo>
                    <a:pt x="284" y="709"/>
                  </a:lnTo>
                  <a:lnTo>
                    <a:pt x="110" y="573"/>
                  </a:lnTo>
                  <a:lnTo>
                    <a:pt x="44" y="534"/>
                  </a:lnTo>
                  <a:lnTo>
                    <a:pt x="39" y="523"/>
                  </a:lnTo>
                  <a:lnTo>
                    <a:pt x="0" y="387"/>
                  </a:lnTo>
                  <a:lnTo>
                    <a:pt x="4" y="344"/>
                  </a:lnTo>
                  <a:lnTo>
                    <a:pt x="20" y="317"/>
                  </a:lnTo>
                  <a:lnTo>
                    <a:pt x="34" y="310"/>
                  </a:lnTo>
                  <a:lnTo>
                    <a:pt x="212" y="256"/>
                  </a:lnTo>
                  <a:lnTo>
                    <a:pt x="522" y="221"/>
                  </a:lnTo>
                  <a:lnTo>
                    <a:pt x="693" y="235"/>
                  </a:lnTo>
                  <a:lnTo>
                    <a:pt x="743" y="266"/>
                  </a:lnTo>
                  <a:lnTo>
                    <a:pt x="957" y="314"/>
                  </a:lnTo>
                  <a:lnTo>
                    <a:pt x="1009" y="308"/>
                  </a:lnTo>
                  <a:lnTo>
                    <a:pt x="1038" y="288"/>
                  </a:lnTo>
                  <a:lnTo>
                    <a:pt x="1049" y="231"/>
                  </a:lnTo>
                  <a:lnTo>
                    <a:pt x="1039" y="182"/>
                  </a:lnTo>
                  <a:lnTo>
                    <a:pt x="1053" y="28"/>
                  </a:lnTo>
                  <a:lnTo>
                    <a:pt x="1294" y="0"/>
                  </a:lnTo>
                  <a:lnTo>
                    <a:pt x="1387" y="41"/>
                  </a:lnTo>
                  <a:lnTo>
                    <a:pt x="1462" y="134"/>
                  </a:lnTo>
                  <a:lnTo>
                    <a:pt x="1493" y="229"/>
                  </a:lnTo>
                  <a:lnTo>
                    <a:pt x="1503" y="286"/>
                  </a:lnTo>
                  <a:lnTo>
                    <a:pt x="1497" y="34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9018802" y="2460819"/>
              <a:ext cx="851" cy="482"/>
            </a:xfrm>
            <a:custGeom>
              <a:avLst/>
              <a:pathLst>
                <a:path w="851" h="482">
                  <a:moveTo>
                    <a:pt x="851" y="55"/>
                  </a:moveTo>
                  <a:lnTo>
                    <a:pt x="822" y="78"/>
                  </a:lnTo>
                  <a:lnTo>
                    <a:pt x="815" y="73"/>
                  </a:lnTo>
                  <a:lnTo>
                    <a:pt x="811" y="67"/>
                  </a:lnTo>
                  <a:lnTo>
                    <a:pt x="807" y="66"/>
                  </a:lnTo>
                  <a:lnTo>
                    <a:pt x="800" y="70"/>
                  </a:lnTo>
                  <a:lnTo>
                    <a:pt x="782" y="90"/>
                  </a:lnTo>
                  <a:lnTo>
                    <a:pt x="749" y="118"/>
                  </a:lnTo>
                  <a:lnTo>
                    <a:pt x="732" y="135"/>
                  </a:lnTo>
                  <a:lnTo>
                    <a:pt x="694" y="171"/>
                  </a:lnTo>
                  <a:lnTo>
                    <a:pt x="678" y="186"/>
                  </a:lnTo>
                  <a:lnTo>
                    <a:pt x="672" y="190"/>
                  </a:lnTo>
                  <a:lnTo>
                    <a:pt x="622" y="214"/>
                  </a:lnTo>
                  <a:lnTo>
                    <a:pt x="612" y="217"/>
                  </a:lnTo>
                  <a:lnTo>
                    <a:pt x="418" y="269"/>
                  </a:lnTo>
                  <a:lnTo>
                    <a:pt x="399" y="274"/>
                  </a:lnTo>
                  <a:lnTo>
                    <a:pt x="370" y="279"/>
                  </a:lnTo>
                  <a:lnTo>
                    <a:pt x="363" y="278"/>
                  </a:lnTo>
                  <a:lnTo>
                    <a:pt x="361" y="267"/>
                  </a:lnTo>
                  <a:lnTo>
                    <a:pt x="356" y="262"/>
                  </a:lnTo>
                  <a:lnTo>
                    <a:pt x="333" y="259"/>
                  </a:lnTo>
                  <a:lnTo>
                    <a:pt x="322" y="269"/>
                  </a:lnTo>
                  <a:lnTo>
                    <a:pt x="307" y="278"/>
                  </a:lnTo>
                  <a:lnTo>
                    <a:pt x="298" y="269"/>
                  </a:lnTo>
                  <a:lnTo>
                    <a:pt x="295" y="265"/>
                  </a:lnTo>
                  <a:lnTo>
                    <a:pt x="290" y="264"/>
                  </a:lnTo>
                  <a:lnTo>
                    <a:pt x="285" y="269"/>
                  </a:lnTo>
                  <a:lnTo>
                    <a:pt x="276" y="287"/>
                  </a:lnTo>
                  <a:lnTo>
                    <a:pt x="270" y="296"/>
                  </a:lnTo>
                  <a:lnTo>
                    <a:pt x="260" y="305"/>
                  </a:lnTo>
                  <a:lnTo>
                    <a:pt x="245" y="312"/>
                  </a:lnTo>
                  <a:lnTo>
                    <a:pt x="239" y="313"/>
                  </a:lnTo>
                  <a:lnTo>
                    <a:pt x="230" y="314"/>
                  </a:lnTo>
                  <a:lnTo>
                    <a:pt x="203" y="327"/>
                  </a:lnTo>
                  <a:lnTo>
                    <a:pt x="198" y="334"/>
                  </a:lnTo>
                  <a:lnTo>
                    <a:pt x="191" y="342"/>
                  </a:lnTo>
                  <a:lnTo>
                    <a:pt x="166" y="371"/>
                  </a:lnTo>
                  <a:lnTo>
                    <a:pt x="152" y="388"/>
                  </a:lnTo>
                  <a:lnTo>
                    <a:pt x="140" y="405"/>
                  </a:lnTo>
                  <a:lnTo>
                    <a:pt x="100" y="452"/>
                  </a:lnTo>
                  <a:lnTo>
                    <a:pt x="91" y="464"/>
                  </a:lnTo>
                  <a:lnTo>
                    <a:pt x="78" y="477"/>
                  </a:lnTo>
                  <a:lnTo>
                    <a:pt x="64" y="482"/>
                  </a:lnTo>
                  <a:lnTo>
                    <a:pt x="26" y="450"/>
                  </a:lnTo>
                  <a:lnTo>
                    <a:pt x="0" y="404"/>
                  </a:lnTo>
                  <a:lnTo>
                    <a:pt x="1" y="362"/>
                  </a:lnTo>
                  <a:lnTo>
                    <a:pt x="30" y="334"/>
                  </a:lnTo>
                  <a:lnTo>
                    <a:pt x="49" y="323"/>
                  </a:lnTo>
                  <a:lnTo>
                    <a:pt x="61" y="317"/>
                  </a:lnTo>
                  <a:lnTo>
                    <a:pt x="74" y="301"/>
                  </a:lnTo>
                  <a:lnTo>
                    <a:pt x="81" y="292"/>
                  </a:lnTo>
                  <a:lnTo>
                    <a:pt x="461" y="54"/>
                  </a:lnTo>
                  <a:lnTo>
                    <a:pt x="588" y="14"/>
                  </a:lnTo>
                  <a:lnTo>
                    <a:pt x="599" y="11"/>
                  </a:lnTo>
                  <a:lnTo>
                    <a:pt x="608" y="9"/>
                  </a:lnTo>
                  <a:lnTo>
                    <a:pt x="613" y="7"/>
                  </a:lnTo>
                  <a:lnTo>
                    <a:pt x="631" y="1"/>
                  </a:lnTo>
                  <a:lnTo>
                    <a:pt x="688" y="0"/>
                  </a:lnTo>
                  <a:lnTo>
                    <a:pt x="694" y="1"/>
                  </a:lnTo>
                  <a:lnTo>
                    <a:pt x="707" y="6"/>
                  </a:lnTo>
                  <a:lnTo>
                    <a:pt x="717" y="10"/>
                  </a:lnTo>
                  <a:lnTo>
                    <a:pt x="743" y="13"/>
                  </a:lnTo>
                  <a:lnTo>
                    <a:pt x="756" y="15"/>
                  </a:lnTo>
                  <a:lnTo>
                    <a:pt x="805" y="25"/>
                  </a:lnTo>
                  <a:lnTo>
                    <a:pt x="847" y="47"/>
                  </a:lnTo>
                  <a:lnTo>
                    <a:pt x="851" y="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9005040" y="2459114"/>
              <a:ext cx="600" cy="349"/>
            </a:xfrm>
            <a:custGeom>
              <a:avLst/>
              <a:pathLst>
                <a:path w="600" h="349">
                  <a:moveTo>
                    <a:pt x="306" y="261"/>
                  </a:moveTo>
                  <a:lnTo>
                    <a:pt x="340" y="283"/>
                  </a:lnTo>
                  <a:lnTo>
                    <a:pt x="438" y="239"/>
                  </a:lnTo>
                  <a:lnTo>
                    <a:pt x="519" y="182"/>
                  </a:lnTo>
                  <a:lnTo>
                    <a:pt x="570" y="167"/>
                  </a:lnTo>
                  <a:lnTo>
                    <a:pt x="594" y="179"/>
                  </a:lnTo>
                  <a:lnTo>
                    <a:pt x="600" y="212"/>
                  </a:lnTo>
                  <a:lnTo>
                    <a:pt x="555" y="269"/>
                  </a:lnTo>
                  <a:lnTo>
                    <a:pt x="518" y="300"/>
                  </a:lnTo>
                  <a:lnTo>
                    <a:pt x="377" y="344"/>
                  </a:lnTo>
                  <a:lnTo>
                    <a:pt x="304" y="349"/>
                  </a:lnTo>
                  <a:lnTo>
                    <a:pt x="110" y="283"/>
                  </a:lnTo>
                  <a:lnTo>
                    <a:pt x="82" y="268"/>
                  </a:lnTo>
                  <a:lnTo>
                    <a:pt x="20" y="226"/>
                  </a:lnTo>
                  <a:lnTo>
                    <a:pt x="2" y="213"/>
                  </a:lnTo>
                  <a:lnTo>
                    <a:pt x="0" y="153"/>
                  </a:lnTo>
                  <a:lnTo>
                    <a:pt x="10" y="102"/>
                  </a:lnTo>
                  <a:lnTo>
                    <a:pt x="66" y="69"/>
                  </a:lnTo>
                  <a:lnTo>
                    <a:pt x="126" y="37"/>
                  </a:lnTo>
                  <a:lnTo>
                    <a:pt x="137" y="24"/>
                  </a:lnTo>
                  <a:lnTo>
                    <a:pt x="191" y="0"/>
                  </a:lnTo>
                  <a:lnTo>
                    <a:pt x="227" y="8"/>
                  </a:lnTo>
                  <a:lnTo>
                    <a:pt x="276" y="116"/>
                  </a:lnTo>
                  <a:lnTo>
                    <a:pt x="276" y="170"/>
                  </a:lnTo>
                  <a:lnTo>
                    <a:pt x="306" y="26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9005872" y="2459189"/>
              <a:ext cx="793" cy="766"/>
            </a:xfrm>
            <a:custGeom>
              <a:avLst/>
              <a:pathLst>
                <a:path w="793" h="766">
                  <a:moveTo>
                    <a:pt x="287" y="375"/>
                  </a:moveTo>
                  <a:lnTo>
                    <a:pt x="293" y="376"/>
                  </a:lnTo>
                  <a:lnTo>
                    <a:pt x="301" y="375"/>
                  </a:lnTo>
                  <a:lnTo>
                    <a:pt x="309" y="371"/>
                  </a:lnTo>
                  <a:lnTo>
                    <a:pt x="313" y="369"/>
                  </a:lnTo>
                  <a:lnTo>
                    <a:pt x="344" y="354"/>
                  </a:lnTo>
                  <a:lnTo>
                    <a:pt x="355" y="349"/>
                  </a:lnTo>
                  <a:lnTo>
                    <a:pt x="370" y="347"/>
                  </a:lnTo>
                  <a:lnTo>
                    <a:pt x="388" y="347"/>
                  </a:lnTo>
                  <a:lnTo>
                    <a:pt x="399" y="350"/>
                  </a:lnTo>
                  <a:lnTo>
                    <a:pt x="414" y="356"/>
                  </a:lnTo>
                  <a:lnTo>
                    <a:pt x="422" y="354"/>
                  </a:lnTo>
                  <a:lnTo>
                    <a:pt x="429" y="348"/>
                  </a:lnTo>
                  <a:lnTo>
                    <a:pt x="435" y="347"/>
                  </a:lnTo>
                  <a:lnTo>
                    <a:pt x="464" y="347"/>
                  </a:lnTo>
                  <a:lnTo>
                    <a:pt x="475" y="351"/>
                  </a:lnTo>
                  <a:lnTo>
                    <a:pt x="484" y="356"/>
                  </a:lnTo>
                  <a:lnTo>
                    <a:pt x="489" y="356"/>
                  </a:lnTo>
                  <a:lnTo>
                    <a:pt x="495" y="353"/>
                  </a:lnTo>
                  <a:lnTo>
                    <a:pt x="505" y="341"/>
                  </a:lnTo>
                  <a:lnTo>
                    <a:pt x="519" y="316"/>
                  </a:lnTo>
                  <a:lnTo>
                    <a:pt x="609" y="265"/>
                  </a:lnTo>
                  <a:lnTo>
                    <a:pt x="792" y="222"/>
                  </a:lnTo>
                  <a:lnTo>
                    <a:pt x="793" y="233"/>
                  </a:lnTo>
                  <a:lnTo>
                    <a:pt x="717" y="436"/>
                  </a:lnTo>
                  <a:lnTo>
                    <a:pt x="678" y="483"/>
                  </a:lnTo>
                  <a:lnTo>
                    <a:pt x="639" y="531"/>
                  </a:lnTo>
                  <a:lnTo>
                    <a:pt x="462" y="732"/>
                  </a:lnTo>
                  <a:lnTo>
                    <a:pt x="351" y="765"/>
                  </a:lnTo>
                  <a:lnTo>
                    <a:pt x="323" y="766"/>
                  </a:lnTo>
                  <a:lnTo>
                    <a:pt x="174" y="734"/>
                  </a:lnTo>
                  <a:lnTo>
                    <a:pt x="108" y="716"/>
                  </a:lnTo>
                  <a:lnTo>
                    <a:pt x="84" y="703"/>
                  </a:lnTo>
                  <a:lnTo>
                    <a:pt x="56" y="667"/>
                  </a:lnTo>
                  <a:lnTo>
                    <a:pt x="54" y="512"/>
                  </a:lnTo>
                  <a:lnTo>
                    <a:pt x="25" y="214"/>
                  </a:lnTo>
                  <a:lnTo>
                    <a:pt x="5" y="197"/>
                  </a:lnTo>
                  <a:lnTo>
                    <a:pt x="0" y="80"/>
                  </a:lnTo>
                  <a:lnTo>
                    <a:pt x="39" y="32"/>
                  </a:lnTo>
                  <a:lnTo>
                    <a:pt x="89" y="21"/>
                  </a:lnTo>
                  <a:lnTo>
                    <a:pt x="185" y="15"/>
                  </a:lnTo>
                  <a:lnTo>
                    <a:pt x="223" y="0"/>
                  </a:lnTo>
                  <a:lnTo>
                    <a:pt x="235" y="1"/>
                  </a:lnTo>
                  <a:lnTo>
                    <a:pt x="246" y="12"/>
                  </a:lnTo>
                  <a:lnTo>
                    <a:pt x="235" y="64"/>
                  </a:lnTo>
                  <a:lnTo>
                    <a:pt x="184" y="137"/>
                  </a:lnTo>
                  <a:lnTo>
                    <a:pt x="261" y="341"/>
                  </a:lnTo>
                  <a:lnTo>
                    <a:pt x="267" y="356"/>
                  </a:lnTo>
                  <a:lnTo>
                    <a:pt x="272" y="365"/>
                  </a:lnTo>
                  <a:lnTo>
                    <a:pt x="280" y="372"/>
                  </a:lnTo>
                  <a:lnTo>
                    <a:pt x="287" y="37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9000358" y="2457932"/>
              <a:ext cx="1439" cy="1084"/>
            </a:xfrm>
            <a:custGeom>
              <a:avLst/>
              <a:pathLst>
                <a:path w="1439" h="1084">
                  <a:moveTo>
                    <a:pt x="1094" y="303"/>
                  </a:moveTo>
                  <a:lnTo>
                    <a:pt x="1083" y="309"/>
                  </a:lnTo>
                  <a:lnTo>
                    <a:pt x="1038" y="333"/>
                  </a:lnTo>
                  <a:lnTo>
                    <a:pt x="1022" y="335"/>
                  </a:lnTo>
                  <a:lnTo>
                    <a:pt x="980" y="327"/>
                  </a:lnTo>
                  <a:lnTo>
                    <a:pt x="793" y="539"/>
                  </a:lnTo>
                  <a:lnTo>
                    <a:pt x="781" y="558"/>
                  </a:lnTo>
                  <a:lnTo>
                    <a:pt x="738" y="630"/>
                  </a:lnTo>
                  <a:lnTo>
                    <a:pt x="800" y="631"/>
                  </a:lnTo>
                  <a:lnTo>
                    <a:pt x="819" y="624"/>
                  </a:lnTo>
                  <a:lnTo>
                    <a:pt x="1003" y="516"/>
                  </a:lnTo>
                  <a:lnTo>
                    <a:pt x="1066" y="458"/>
                  </a:lnTo>
                  <a:lnTo>
                    <a:pt x="1095" y="415"/>
                  </a:lnTo>
                  <a:lnTo>
                    <a:pt x="1122" y="399"/>
                  </a:lnTo>
                  <a:lnTo>
                    <a:pt x="1272" y="399"/>
                  </a:lnTo>
                  <a:lnTo>
                    <a:pt x="1290" y="399"/>
                  </a:lnTo>
                  <a:lnTo>
                    <a:pt x="1308" y="402"/>
                  </a:lnTo>
                  <a:lnTo>
                    <a:pt x="1356" y="432"/>
                  </a:lnTo>
                  <a:lnTo>
                    <a:pt x="1435" y="632"/>
                  </a:lnTo>
                  <a:lnTo>
                    <a:pt x="1439" y="672"/>
                  </a:lnTo>
                  <a:lnTo>
                    <a:pt x="1381" y="741"/>
                  </a:lnTo>
                  <a:lnTo>
                    <a:pt x="1214" y="917"/>
                  </a:lnTo>
                  <a:lnTo>
                    <a:pt x="1203" y="926"/>
                  </a:lnTo>
                  <a:lnTo>
                    <a:pt x="1129" y="977"/>
                  </a:lnTo>
                  <a:lnTo>
                    <a:pt x="907" y="1083"/>
                  </a:lnTo>
                  <a:lnTo>
                    <a:pt x="806" y="1084"/>
                  </a:lnTo>
                  <a:lnTo>
                    <a:pt x="793" y="1082"/>
                  </a:lnTo>
                  <a:lnTo>
                    <a:pt x="784" y="1058"/>
                  </a:lnTo>
                  <a:lnTo>
                    <a:pt x="777" y="990"/>
                  </a:lnTo>
                  <a:lnTo>
                    <a:pt x="671" y="1024"/>
                  </a:lnTo>
                  <a:lnTo>
                    <a:pt x="449" y="1083"/>
                  </a:lnTo>
                  <a:lnTo>
                    <a:pt x="415" y="1076"/>
                  </a:lnTo>
                  <a:lnTo>
                    <a:pt x="403" y="1064"/>
                  </a:lnTo>
                  <a:lnTo>
                    <a:pt x="377" y="831"/>
                  </a:lnTo>
                  <a:lnTo>
                    <a:pt x="405" y="768"/>
                  </a:lnTo>
                  <a:lnTo>
                    <a:pt x="430" y="731"/>
                  </a:lnTo>
                  <a:lnTo>
                    <a:pt x="444" y="685"/>
                  </a:lnTo>
                  <a:lnTo>
                    <a:pt x="448" y="648"/>
                  </a:lnTo>
                  <a:lnTo>
                    <a:pt x="438" y="613"/>
                  </a:lnTo>
                  <a:lnTo>
                    <a:pt x="396" y="565"/>
                  </a:lnTo>
                  <a:lnTo>
                    <a:pt x="358" y="540"/>
                  </a:lnTo>
                  <a:lnTo>
                    <a:pt x="340" y="546"/>
                  </a:lnTo>
                  <a:lnTo>
                    <a:pt x="302" y="584"/>
                  </a:lnTo>
                  <a:lnTo>
                    <a:pt x="261" y="591"/>
                  </a:lnTo>
                  <a:lnTo>
                    <a:pt x="203" y="582"/>
                  </a:lnTo>
                  <a:lnTo>
                    <a:pt x="76" y="541"/>
                  </a:lnTo>
                  <a:lnTo>
                    <a:pt x="57" y="522"/>
                  </a:lnTo>
                  <a:lnTo>
                    <a:pt x="0" y="451"/>
                  </a:lnTo>
                  <a:lnTo>
                    <a:pt x="2" y="397"/>
                  </a:lnTo>
                  <a:lnTo>
                    <a:pt x="102" y="253"/>
                  </a:lnTo>
                  <a:lnTo>
                    <a:pt x="219" y="123"/>
                  </a:lnTo>
                  <a:lnTo>
                    <a:pt x="304" y="60"/>
                  </a:lnTo>
                  <a:lnTo>
                    <a:pt x="325" y="68"/>
                  </a:lnTo>
                  <a:lnTo>
                    <a:pt x="328" y="76"/>
                  </a:lnTo>
                  <a:lnTo>
                    <a:pt x="307" y="98"/>
                  </a:lnTo>
                  <a:lnTo>
                    <a:pt x="276" y="152"/>
                  </a:lnTo>
                  <a:lnTo>
                    <a:pt x="286" y="183"/>
                  </a:lnTo>
                  <a:lnTo>
                    <a:pt x="304" y="211"/>
                  </a:lnTo>
                  <a:lnTo>
                    <a:pt x="458" y="250"/>
                  </a:lnTo>
                  <a:lnTo>
                    <a:pt x="492" y="235"/>
                  </a:lnTo>
                  <a:lnTo>
                    <a:pt x="743" y="24"/>
                  </a:lnTo>
                  <a:lnTo>
                    <a:pt x="891" y="0"/>
                  </a:lnTo>
                  <a:lnTo>
                    <a:pt x="1058" y="18"/>
                  </a:lnTo>
                  <a:lnTo>
                    <a:pt x="1128" y="63"/>
                  </a:lnTo>
                  <a:lnTo>
                    <a:pt x="1135" y="87"/>
                  </a:lnTo>
                  <a:lnTo>
                    <a:pt x="1137" y="136"/>
                  </a:lnTo>
                  <a:lnTo>
                    <a:pt x="1130" y="185"/>
                  </a:lnTo>
                  <a:lnTo>
                    <a:pt x="1110" y="257"/>
                  </a:lnTo>
                  <a:lnTo>
                    <a:pt x="1094" y="30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8999057" y="2457412"/>
              <a:ext cx="449" cy="869"/>
            </a:xfrm>
            <a:custGeom>
              <a:avLst/>
              <a:pathLst>
                <a:path w="449" h="869">
                  <a:moveTo>
                    <a:pt x="226" y="869"/>
                  </a:moveTo>
                  <a:lnTo>
                    <a:pt x="166" y="864"/>
                  </a:lnTo>
                  <a:lnTo>
                    <a:pt x="102" y="847"/>
                  </a:lnTo>
                  <a:lnTo>
                    <a:pt x="76" y="804"/>
                  </a:lnTo>
                  <a:lnTo>
                    <a:pt x="74" y="788"/>
                  </a:lnTo>
                  <a:lnTo>
                    <a:pt x="121" y="688"/>
                  </a:lnTo>
                  <a:lnTo>
                    <a:pt x="164" y="637"/>
                  </a:lnTo>
                  <a:lnTo>
                    <a:pt x="232" y="591"/>
                  </a:lnTo>
                  <a:lnTo>
                    <a:pt x="251" y="557"/>
                  </a:lnTo>
                  <a:lnTo>
                    <a:pt x="256" y="528"/>
                  </a:lnTo>
                  <a:lnTo>
                    <a:pt x="253" y="333"/>
                  </a:lnTo>
                  <a:lnTo>
                    <a:pt x="247" y="325"/>
                  </a:lnTo>
                  <a:lnTo>
                    <a:pt x="195" y="319"/>
                  </a:lnTo>
                  <a:lnTo>
                    <a:pt x="103" y="297"/>
                  </a:lnTo>
                  <a:lnTo>
                    <a:pt x="55" y="276"/>
                  </a:lnTo>
                  <a:lnTo>
                    <a:pt x="22" y="236"/>
                  </a:lnTo>
                  <a:lnTo>
                    <a:pt x="0" y="156"/>
                  </a:lnTo>
                  <a:lnTo>
                    <a:pt x="18" y="127"/>
                  </a:lnTo>
                  <a:lnTo>
                    <a:pt x="59" y="77"/>
                  </a:lnTo>
                  <a:lnTo>
                    <a:pt x="172" y="0"/>
                  </a:lnTo>
                  <a:lnTo>
                    <a:pt x="360" y="28"/>
                  </a:lnTo>
                  <a:lnTo>
                    <a:pt x="361" y="39"/>
                  </a:lnTo>
                  <a:lnTo>
                    <a:pt x="359" y="69"/>
                  </a:lnTo>
                  <a:lnTo>
                    <a:pt x="394" y="330"/>
                  </a:lnTo>
                  <a:lnTo>
                    <a:pt x="425" y="472"/>
                  </a:lnTo>
                  <a:lnTo>
                    <a:pt x="449" y="522"/>
                  </a:lnTo>
                  <a:lnTo>
                    <a:pt x="441" y="554"/>
                  </a:lnTo>
                  <a:lnTo>
                    <a:pt x="226" y="86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9018665" y="2459446"/>
              <a:ext cx="2100" cy="920"/>
            </a:xfrm>
            <a:custGeom>
              <a:avLst/>
              <a:pathLst>
                <a:path w="2100" h="920">
                  <a:moveTo>
                    <a:pt x="2038" y="342"/>
                  </a:moveTo>
                  <a:lnTo>
                    <a:pt x="1878" y="443"/>
                  </a:lnTo>
                  <a:lnTo>
                    <a:pt x="1811" y="482"/>
                  </a:lnTo>
                  <a:lnTo>
                    <a:pt x="1797" y="546"/>
                  </a:lnTo>
                  <a:lnTo>
                    <a:pt x="1796" y="574"/>
                  </a:lnTo>
                  <a:lnTo>
                    <a:pt x="1801" y="585"/>
                  </a:lnTo>
                  <a:lnTo>
                    <a:pt x="1804" y="588"/>
                  </a:lnTo>
                  <a:lnTo>
                    <a:pt x="1817" y="606"/>
                  </a:lnTo>
                  <a:lnTo>
                    <a:pt x="1821" y="612"/>
                  </a:lnTo>
                  <a:lnTo>
                    <a:pt x="1824" y="618"/>
                  </a:lnTo>
                  <a:lnTo>
                    <a:pt x="1827" y="634"/>
                  </a:lnTo>
                  <a:lnTo>
                    <a:pt x="1835" y="639"/>
                  </a:lnTo>
                  <a:lnTo>
                    <a:pt x="1861" y="648"/>
                  </a:lnTo>
                  <a:lnTo>
                    <a:pt x="1862" y="667"/>
                  </a:lnTo>
                  <a:lnTo>
                    <a:pt x="1860" y="704"/>
                  </a:lnTo>
                  <a:lnTo>
                    <a:pt x="1844" y="724"/>
                  </a:lnTo>
                  <a:lnTo>
                    <a:pt x="1753" y="774"/>
                  </a:lnTo>
                  <a:lnTo>
                    <a:pt x="1747" y="777"/>
                  </a:lnTo>
                  <a:lnTo>
                    <a:pt x="1381" y="903"/>
                  </a:lnTo>
                  <a:lnTo>
                    <a:pt x="1319" y="920"/>
                  </a:lnTo>
                  <a:lnTo>
                    <a:pt x="1278" y="918"/>
                  </a:lnTo>
                  <a:lnTo>
                    <a:pt x="1240" y="911"/>
                  </a:lnTo>
                  <a:lnTo>
                    <a:pt x="1226" y="905"/>
                  </a:lnTo>
                  <a:lnTo>
                    <a:pt x="1219" y="903"/>
                  </a:lnTo>
                  <a:lnTo>
                    <a:pt x="1171" y="884"/>
                  </a:lnTo>
                  <a:lnTo>
                    <a:pt x="1165" y="882"/>
                  </a:lnTo>
                  <a:lnTo>
                    <a:pt x="1054" y="837"/>
                  </a:lnTo>
                  <a:lnTo>
                    <a:pt x="969" y="803"/>
                  </a:lnTo>
                  <a:lnTo>
                    <a:pt x="767" y="722"/>
                  </a:lnTo>
                  <a:lnTo>
                    <a:pt x="714" y="736"/>
                  </a:lnTo>
                  <a:lnTo>
                    <a:pt x="705" y="752"/>
                  </a:lnTo>
                  <a:lnTo>
                    <a:pt x="659" y="800"/>
                  </a:lnTo>
                  <a:lnTo>
                    <a:pt x="617" y="826"/>
                  </a:lnTo>
                  <a:lnTo>
                    <a:pt x="595" y="837"/>
                  </a:lnTo>
                  <a:lnTo>
                    <a:pt x="587" y="839"/>
                  </a:lnTo>
                  <a:lnTo>
                    <a:pt x="577" y="839"/>
                  </a:lnTo>
                  <a:lnTo>
                    <a:pt x="563" y="836"/>
                  </a:lnTo>
                  <a:lnTo>
                    <a:pt x="548" y="830"/>
                  </a:lnTo>
                  <a:lnTo>
                    <a:pt x="538" y="824"/>
                  </a:lnTo>
                  <a:lnTo>
                    <a:pt x="506" y="801"/>
                  </a:lnTo>
                  <a:lnTo>
                    <a:pt x="494" y="795"/>
                  </a:lnTo>
                  <a:lnTo>
                    <a:pt x="485" y="795"/>
                  </a:lnTo>
                  <a:lnTo>
                    <a:pt x="453" y="792"/>
                  </a:lnTo>
                  <a:lnTo>
                    <a:pt x="412" y="787"/>
                  </a:lnTo>
                  <a:lnTo>
                    <a:pt x="368" y="785"/>
                  </a:lnTo>
                  <a:lnTo>
                    <a:pt x="345" y="785"/>
                  </a:lnTo>
                  <a:lnTo>
                    <a:pt x="332" y="786"/>
                  </a:lnTo>
                  <a:lnTo>
                    <a:pt x="318" y="787"/>
                  </a:lnTo>
                  <a:lnTo>
                    <a:pt x="235" y="804"/>
                  </a:lnTo>
                  <a:lnTo>
                    <a:pt x="101" y="831"/>
                  </a:lnTo>
                  <a:lnTo>
                    <a:pt x="86" y="832"/>
                  </a:lnTo>
                  <a:lnTo>
                    <a:pt x="44" y="822"/>
                  </a:lnTo>
                  <a:lnTo>
                    <a:pt x="5" y="786"/>
                  </a:lnTo>
                  <a:lnTo>
                    <a:pt x="0" y="773"/>
                  </a:lnTo>
                  <a:lnTo>
                    <a:pt x="7" y="747"/>
                  </a:lnTo>
                  <a:lnTo>
                    <a:pt x="43" y="731"/>
                  </a:lnTo>
                  <a:lnTo>
                    <a:pt x="54" y="727"/>
                  </a:lnTo>
                  <a:lnTo>
                    <a:pt x="60" y="723"/>
                  </a:lnTo>
                  <a:lnTo>
                    <a:pt x="65" y="721"/>
                  </a:lnTo>
                  <a:lnTo>
                    <a:pt x="72" y="720"/>
                  </a:lnTo>
                  <a:lnTo>
                    <a:pt x="85" y="720"/>
                  </a:lnTo>
                  <a:lnTo>
                    <a:pt x="99" y="721"/>
                  </a:lnTo>
                  <a:lnTo>
                    <a:pt x="116" y="724"/>
                  </a:lnTo>
                  <a:lnTo>
                    <a:pt x="274" y="641"/>
                  </a:lnTo>
                  <a:lnTo>
                    <a:pt x="284" y="635"/>
                  </a:lnTo>
                  <a:lnTo>
                    <a:pt x="300" y="628"/>
                  </a:lnTo>
                  <a:lnTo>
                    <a:pt x="316" y="619"/>
                  </a:lnTo>
                  <a:lnTo>
                    <a:pt x="328" y="610"/>
                  </a:lnTo>
                  <a:lnTo>
                    <a:pt x="342" y="598"/>
                  </a:lnTo>
                  <a:lnTo>
                    <a:pt x="359" y="583"/>
                  </a:lnTo>
                  <a:lnTo>
                    <a:pt x="404" y="548"/>
                  </a:lnTo>
                  <a:lnTo>
                    <a:pt x="448" y="529"/>
                  </a:lnTo>
                  <a:lnTo>
                    <a:pt x="460" y="526"/>
                  </a:lnTo>
                  <a:lnTo>
                    <a:pt x="485" y="519"/>
                  </a:lnTo>
                  <a:lnTo>
                    <a:pt x="500" y="514"/>
                  </a:lnTo>
                  <a:lnTo>
                    <a:pt x="520" y="502"/>
                  </a:lnTo>
                  <a:lnTo>
                    <a:pt x="550" y="486"/>
                  </a:lnTo>
                  <a:lnTo>
                    <a:pt x="566" y="484"/>
                  </a:lnTo>
                  <a:lnTo>
                    <a:pt x="732" y="527"/>
                  </a:lnTo>
                  <a:lnTo>
                    <a:pt x="736" y="531"/>
                  </a:lnTo>
                  <a:lnTo>
                    <a:pt x="739" y="536"/>
                  </a:lnTo>
                  <a:lnTo>
                    <a:pt x="752" y="554"/>
                  </a:lnTo>
                  <a:lnTo>
                    <a:pt x="757" y="562"/>
                  </a:lnTo>
                  <a:lnTo>
                    <a:pt x="835" y="552"/>
                  </a:lnTo>
                  <a:lnTo>
                    <a:pt x="959" y="536"/>
                  </a:lnTo>
                  <a:lnTo>
                    <a:pt x="980" y="536"/>
                  </a:lnTo>
                  <a:lnTo>
                    <a:pt x="999" y="534"/>
                  </a:lnTo>
                  <a:lnTo>
                    <a:pt x="1010" y="532"/>
                  </a:lnTo>
                  <a:lnTo>
                    <a:pt x="1017" y="529"/>
                  </a:lnTo>
                  <a:lnTo>
                    <a:pt x="1111" y="459"/>
                  </a:lnTo>
                  <a:lnTo>
                    <a:pt x="1158" y="424"/>
                  </a:lnTo>
                  <a:lnTo>
                    <a:pt x="1219" y="379"/>
                  </a:lnTo>
                  <a:lnTo>
                    <a:pt x="1228" y="375"/>
                  </a:lnTo>
                  <a:lnTo>
                    <a:pt x="1238" y="368"/>
                  </a:lnTo>
                  <a:lnTo>
                    <a:pt x="1241" y="363"/>
                  </a:lnTo>
                  <a:lnTo>
                    <a:pt x="1242" y="355"/>
                  </a:lnTo>
                  <a:lnTo>
                    <a:pt x="1240" y="348"/>
                  </a:lnTo>
                  <a:lnTo>
                    <a:pt x="1234" y="341"/>
                  </a:lnTo>
                  <a:lnTo>
                    <a:pt x="1230" y="331"/>
                  </a:lnTo>
                  <a:lnTo>
                    <a:pt x="1222" y="309"/>
                  </a:lnTo>
                  <a:lnTo>
                    <a:pt x="1176" y="280"/>
                  </a:lnTo>
                  <a:lnTo>
                    <a:pt x="1165" y="266"/>
                  </a:lnTo>
                  <a:lnTo>
                    <a:pt x="1148" y="200"/>
                  </a:lnTo>
                  <a:lnTo>
                    <a:pt x="1149" y="169"/>
                  </a:lnTo>
                  <a:lnTo>
                    <a:pt x="1157" y="135"/>
                  </a:lnTo>
                  <a:lnTo>
                    <a:pt x="1170" y="90"/>
                  </a:lnTo>
                  <a:lnTo>
                    <a:pt x="1172" y="84"/>
                  </a:lnTo>
                  <a:lnTo>
                    <a:pt x="1178" y="65"/>
                  </a:lnTo>
                  <a:lnTo>
                    <a:pt x="1179" y="53"/>
                  </a:lnTo>
                  <a:lnTo>
                    <a:pt x="1179" y="43"/>
                  </a:lnTo>
                  <a:lnTo>
                    <a:pt x="1181" y="36"/>
                  </a:lnTo>
                  <a:lnTo>
                    <a:pt x="1195" y="9"/>
                  </a:lnTo>
                  <a:lnTo>
                    <a:pt x="1207" y="1"/>
                  </a:lnTo>
                  <a:lnTo>
                    <a:pt x="1266" y="16"/>
                  </a:lnTo>
                  <a:lnTo>
                    <a:pt x="1324" y="56"/>
                  </a:lnTo>
                  <a:lnTo>
                    <a:pt x="1337" y="66"/>
                  </a:lnTo>
                  <a:lnTo>
                    <a:pt x="1344" y="89"/>
                  </a:lnTo>
                  <a:lnTo>
                    <a:pt x="1419" y="210"/>
                  </a:lnTo>
                  <a:lnTo>
                    <a:pt x="1536" y="315"/>
                  </a:lnTo>
                  <a:lnTo>
                    <a:pt x="1541" y="319"/>
                  </a:lnTo>
                  <a:lnTo>
                    <a:pt x="1545" y="319"/>
                  </a:lnTo>
                  <a:lnTo>
                    <a:pt x="1550" y="316"/>
                  </a:lnTo>
                  <a:lnTo>
                    <a:pt x="1555" y="311"/>
                  </a:lnTo>
                  <a:lnTo>
                    <a:pt x="1619" y="249"/>
                  </a:lnTo>
                  <a:lnTo>
                    <a:pt x="1665" y="187"/>
                  </a:lnTo>
                  <a:lnTo>
                    <a:pt x="1670" y="176"/>
                  </a:lnTo>
                  <a:lnTo>
                    <a:pt x="1670" y="169"/>
                  </a:lnTo>
                  <a:lnTo>
                    <a:pt x="1669" y="152"/>
                  </a:lnTo>
                  <a:lnTo>
                    <a:pt x="1721" y="108"/>
                  </a:lnTo>
                  <a:lnTo>
                    <a:pt x="1917" y="6"/>
                  </a:lnTo>
                  <a:lnTo>
                    <a:pt x="1935" y="0"/>
                  </a:lnTo>
                  <a:lnTo>
                    <a:pt x="1955" y="0"/>
                  </a:lnTo>
                  <a:lnTo>
                    <a:pt x="1973" y="11"/>
                  </a:lnTo>
                  <a:lnTo>
                    <a:pt x="2004" y="30"/>
                  </a:lnTo>
                  <a:lnTo>
                    <a:pt x="2054" y="63"/>
                  </a:lnTo>
                  <a:lnTo>
                    <a:pt x="2061" y="89"/>
                  </a:lnTo>
                  <a:lnTo>
                    <a:pt x="2068" y="101"/>
                  </a:lnTo>
                  <a:lnTo>
                    <a:pt x="2067" y="107"/>
                  </a:lnTo>
                  <a:lnTo>
                    <a:pt x="2091" y="191"/>
                  </a:lnTo>
                  <a:lnTo>
                    <a:pt x="2100" y="256"/>
                  </a:lnTo>
                  <a:lnTo>
                    <a:pt x="2090" y="274"/>
                  </a:lnTo>
                  <a:lnTo>
                    <a:pt x="2056" y="319"/>
                  </a:lnTo>
                  <a:lnTo>
                    <a:pt x="2053" y="325"/>
                  </a:lnTo>
                  <a:lnTo>
                    <a:pt x="2046" y="336"/>
                  </a:lnTo>
                  <a:lnTo>
                    <a:pt x="2038" y="34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9000290" y="2457166"/>
              <a:ext cx="345" cy="436"/>
            </a:xfrm>
            <a:custGeom>
              <a:avLst/>
              <a:pathLst>
                <a:path w="345" h="436">
                  <a:moveTo>
                    <a:pt x="199" y="403"/>
                  </a:moveTo>
                  <a:lnTo>
                    <a:pt x="73" y="436"/>
                  </a:lnTo>
                  <a:lnTo>
                    <a:pt x="56" y="431"/>
                  </a:lnTo>
                  <a:lnTo>
                    <a:pt x="38" y="380"/>
                  </a:lnTo>
                  <a:lnTo>
                    <a:pt x="0" y="241"/>
                  </a:lnTo>
                  <a:lnTo>
                    <a:pt x="0" y="233"/>
                  </a:lnTo>
                  <a:lnTo>
                    <a:pt x="26" y="202"/>
                  </a:lnTo>
                  <a:lnTo>
                    <a:pt x="56" y="199"/>
                  </a:lnTo>
                  <a:lnTo>
                    <a:pt x="160" y="134"/>
                  </a:lnTo>
                  <a:lnTo>
                    <a:pt x="195" y="95"/>
                  </a:lnTo>
                  <a:lnTo>
                    <a:pt x="239" y="15"/>
                  </a:lnTo>
                  <a:lnTo>
                    <a:pt x="254" y="0"/>
                  </a:lnTo>
                  <a:lnTo>
                    <a:pt x="283" y="0"/>
                  </a:lnTo>
                  <a:lnTo>
                    <a:pt x="339" y="36"/>
                  </a:lnTo>
                  <a:lnTo>
                    <a:pt x="345" y="44"/>
                  </a:lnTo>
                  <a:lnTo>
                    <a:pt x="302" y="188"/>
                  </a:lnTo>
                  <a:lnTo>
                    <a:pt x="244" y="310"/>
                  </a:lnTo>
                  <a:lnTo>
                    <a:pt x="204" y="395"/>
                  </a:lnTo>
                  <a:lnTo>
                    <a:pt x="199" y="40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8989464" y="2455834"/>
              <a:ext cx="612" cy="720"/>
            </a:xfrm>
            <a:custGeom>
              <a:avLst/>
              <a:pathLst>
                <a:path w="612" h="720">
                  <a:moveTo>
                    <a:pt x="427" y="371"/>
                  </a:moveTo>
                  <a:lnTo>
                    <a:pt x="271" y="622"/>
                  </a:lnTo>
                  <a:lnTo>
                    <a:pt x="71" y="716"/>
                  </a:lnTo>
                  <a:lnTo>
                    <a:pt x="58" y="720"/>
                  </a:lnTo>
                  <a:lnTo>
                    <a:pt x="19" y="707"/>
                  </a:lnTo>
                  <a:lnTo>
                    <a:pt x="0" y="689"/>
                  </a:lnTo>
                  <a:lnTo>
                    <a:pt x="35" y="577"/>
                  </a:lnTo>
                  <a:lnTo>
                    <a:pt x="106" y="422"/>
                  </a:lnTo>
                  <a:lnTo>
                    <a:pt x="159" y="358"/>
                  </a:lnTo>
                  <a:lnTo>
                    <a:pt x="251" y="318"/>
                  </a:lnTo>
                  <a:lnTo>
                    <a:pt x="271" y="320"/>
                  </a:lnTo>
                  <a:lnTo>
                    <a:pt x="289" y="356"/>
                  </a:lnTo>
                  <a:lnTo>
                    <a:pt x="318" y="366"/>
                  </a:lnTo>
                  <a:lnTo>
                    <a:pt x="355" y="349"/>
                  </a:lnTo>
                  <a:lnTo>
                    <a:pt x="392" y="321"/>
                  </a:lnTo>
                  <a:lnTo>
                    <a:pt x="456" y="213"/>
                  </a:lnTo>
                  <a:lnTo>
                    <a:pt x="532" y="97"/>
                  </a:lnTo>
                  <a:lnTo>
                    <a:pt x="552" y="68"/>
                  </a:lnTo>
                  <a:lnTo>
                    <a:pt x="590" y="12"/>
                  </a:lnTo>
                  <a:lnTo>
                    <a:pt x="609" y="0"/>
                  </a:lnTo>
                  <a:lnTo>
                    <a:pt x="612" y="13"/>
                  </a:lnTo>
                  <a:lnTo>
                    <a:pt x="552" y="132"/>
                  </a:lnTo>
                  <a:lnTo>
                    <a:pt x="427" y="3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9021065" y="2458893"/>
              <a:ext cx="2021" cy="1044"/>
            </a:xfrm>
            <a:custGeom>
              <a:avLst/>
              <a:pathLst>
                <a:path w="2021" h="1044">
                  <a:moveTo>
                    <a:pt x="1680" y="75"/>
                  </a:moveTo>
                  <a:lnTo>
                    <a:pt x="1754" y="134"/>
                  </a:lnTo>
                  <a:lnTo>
                    <a:pt x="1762" y="141"/>
                  </a:lnTo>
                  <a:lnTo>
                    <a:pt x="1781" y="177"/>
                  </a:lnTo>
                  <a:lnTo>
                    <a:pt x="1820" y="271"/>
                  </a:lnTo>
                  <a:lnTo>
                    <a:pt x="1798" y="354"/>
                  </a:lnTo>
                  <a:lnTo>
                    <a:pt x="1779" y="419"/>
                  </a:lnTo>
                  <a:lnTo>
                    <a:pt x="1753" y="507"/>
                  </a:lnTo>
                  <a:lnTo>
                    <a:pt x="1735" y="557"/>
                  </a:lnTo>
                  <a:lnTo>
                    <a:pt x="1708" y="640"/>
                  </a:lnTo>
                  <a:lnTo>
                    <a:pt x="1683" y="693"/>
                  </a:lnTo>
                  <a:lnTo>
                    <a:pt x="1826" y="732"/>
                  </a:lnTo>
                  <a:lnTo>
                    <a:pt x="1909" y="699"/>
                  </a:lnTo>
                  <a:lnTo>
                    <a:pt x="1946" y="692"/>
                  </a:lnTo>
                  <a:lnTo>
                    <a:pt x="2011" y="695"/>
                  </a:lnTo>
                  <a:lnTo>
                    <a:pt x="2021" y="702"/>
                  </a:lnTo>
                  <a:lnTo>
                    <a:pt x="2021" y="714"/>
                  </a:lnTo>
                  <a:lnTo>
                    <a:pt x="2017" y="719"/>
                  </a:lnTo>
                  <a:lnTo>
                    <a:pt x="1999" y="741"/>
                  </a:lnTo>
                  <a:lnTo>
                    <a:pt x="1995" y="745"/>
                  </a:lnTo>
                  <a:lnTo>
                    <a:pt x="1985" y="755"/>
                  </a:lnTo>
                  <a:lnTo>
                    <a:pt x="1974" y="766"/>
                  </a:lnTo>
                  <a:lnTo>
                    <a:pt x="1967" y="771"/>
                  </a:lnTo>
                  <a:lnTo>
                    <a:pt x="1889" y="823"/>
                  </a:lnTo>
                  <a:lnTo>
                    <a:pt x="1762" y="870"/>
                  </a:lnTo>
                  <a:lnTo>
                    <a:pt x="1757" y="872"/>
                  </a:lnTo>
                  <a:lnTo>
                    <a:pt x="1717" y="876"/>
                  </a:lnTo>
                  <a:lnTo>
                    <a:pt x="1710" y="877"/>
                  </a:lnTo>
                  <a:lnTo>
                    <a:pt x="1632" y="870"/>
                  </a:lnTo>
                  <a:lnTo>
                    <a:pt x="1616" y="872"/>
                  </a:lnTo>
                  <a:lnTo>
                    <a:pt x="1594" y="874"/>
                  </a:lnTo>
                  <a:lnTo>
                    <a:pt x="1582" y="875"/>
                  </a:lnTo>
                  <a:lnTo>
                    <a:pt x="1577" y="876"/>
                  </a:lnTo>
                  <a:lnTo>
                    <a:pt x="1571" y="879"/>
                  </a:lnTo>
                  <a:lnTo>
                    <a:pt x="1566" y="883"/>
                  </a:lnTo>
                  <a:lnTo>
                    <a:pt x="1560" y="883"/>
                  </a:lnTo>
                  <a:lnTo>
                    <a:pt x="1549" y="877"/>
                  </a:lnTo>
                  <a:lnTo>
                    <a:pt x="1546" y="860"/>
                  </a:lnTo>
                  <a:lnTo>
                    <a:pt x="1546" y="847"/>
                  </a:lnTo>
                  <a:lnTo>
                    <a:pt x="1543" y="842"/>
                  </a:lnTo>
                  <a:lnTo>
                    <a:pt x="1536" y="838"/>
                  </a:lnTo>
                  <a:lnTo>
                    <a:pt x="1522" y="832"/>
                  </a:lnTo>
                  <a:lnTo>
                    <a:pt x="1510" y="824"/>
                  </a:lnTo>
                  <a:lnTo>
                    <a:pt x="1501" y="819"/>
                  </a:lnTo>
                  <a:lnTo>
                    <a:pt x="1482" y="816"/>
                  </a:lnTo>
                  <a:lnTo>
                    <a:pt x="1459" y="816"/>
                  </a:lnTo>
                  <a:lnTo>
                    <a:pt x="1031" y="804"/>
                  </a:lnTo>
                  <a:lnTo>
                    <a:pt x="1024" y="803"/>
                  </a:lnTo>
                  <a:lnTo>
                    <a:pt x="1017" y="803"/>
                  </a:lnTo>
                  <a:lnTo>
                    <a:pt x="1011" y="804"/>
                  </a:lnTo>
                  <a:lnTo>
                    <a:pt x="969" y="806"/>
                  </a:lnTo>
                  <a:lnTo>
                    <a:pt x="825" y="823"/>
                  </a:lnTo>
                  <a:lnTo>
                    <a:pt x="815" y="828"/>
                  </a:lnTo>
                  <a:lnTo>
                    <a:pt x="802" y="833"/>
                  </a:lnTo>
                  <a:lnTo>
                    <a:pt x="786" y="837"/>
                  </a:lnTo>
                  <a:lnTo>
                    <a:pt x="769" y="843"/>
                  </a:lnTo>
                  <a:lnTo>
                    <a:pt x="758" y="845"/>
                  </a:lnTo>
                  <a:lnTo>
                    <a:pt x="746" y="847"/>
                  </a:lnTo>
                  <a:lnTo>
                    <a:pt x="728" y="849"/>
                  </a:lnTo>
                  <a:lnTo>
                    <a:pt x="719" y="851"/>
                  </a:lnTo>
                  <a:lnTo>
                    <a:pt x="706" y="854"/>
                  </a:lnTo>
                  <a:lnTo>
                    <a:pt x="697" y="855"/>
                  </a:lnTo>
                  <a:lnTo>
                    <a:pt x="649" y="902"/>
                  </a:lnTo>
                  <a:lnTo>
                    <a:pt x="627" y="946"/>
                  </a:lnTo>
                  <a:lnTo>
                    <a:pt x="574" y="970"/>
                  </a:lnTo>
                  <a:lnTo>
                    <a:pt x="563" y="976"/>
                  </a:lnTo>
                  <a:lnTo>
                    <a:pt x="491" y="1009"/>
                  </a:lnTo>
                  <a:lnTo>
                    <a:pt x="457" y="1024"/>
                  </a:lnTo>
                  <a:lnTo>
                    <a:pt x="445" y="1030"/>
                  </a:lnTo>
                  <a:lnTo>
                    <a:pt x="412" y="1044"/>
                  </a:lnTo>
                  <a:lnTo>
                    <a:pt x="356" y="1041"/>
                  </a:lnTo>
                  <a:lnTo>
                    <a:pt x="273" y="1015"/>
                  </a:lnTo>
                  <a:lnTo>
                    <a:pt x="264" y="1014"/>
                  </a:lnTo>
                  <a:lnTo>
                    <a:pt x="248" y="1011"/>
                  </a:lnTo>
                  <a:lnTo>
                    <a:pt x="234" y="1009"/>
                  </a:lnTo>
                  <a:lnTo>
                    <a:pt x="220" y="1004"/>
                  </a:lnTo>
                  <a:lnTo>
                    <a:pt x="209" y="1002"/>
                  </a:lnTo>
                  <a:lnTo>
                    <a:pt x="200" y="1002"/>
                  </a:lnTo>
                  <a:lnTo>
                    <a:pt x="195" y="1002"/>
                  </a:lnTo>
                  <a:lnTo>
                    <a:pt x="188" y="1003"/>
                  </a:lnTo>
                  <a:lnTo>
                    <a:pt x="180" y="1003"/>
                  </a:lnTo>
                  <a:lnTo>
                    <a:pt x="169" y="999"/>
                  </a:lnTo>
                  <a:lnTo>
                    <a:pt x="103" y="980"/>
                  </a:lnTo>
                  <a:lnTo>
                    <a:pt x="89" y="967"/>
                  </a:lnTo>
                  <a:lnTo>
                    <a:pt x="62" y="941"/>
                  </a:lnTo>
                  <a:lnTo>
                    <a:pt x="57" y="938"/>
                  </a:lnTo>
                  <a:lnTo>
                    <a:pt x="40" y="907"/>
                  </a:lnTo>
                  <a:lnTo>
                    <a:pt x="32" y="876"/>
                  </a:lnTo>
                  <a:lnTo>
                    <a:pt x="1" y="539"/>
                  </a:lnTo>
                  <a:lnTo>
                    <a:pt x="0" y="510"/>
                  </a:lnTo>
                  <a:lnTo>
                    <a:pt x="0" y="502"/>
                  </a:lnTo>
                  <a:lnTo>
                    <a:pt x="9" y="416"/>
                  </a:lnTo>
                  <a:lnTo>
                    <a:pt x="16" y="365"/>
                  </a:lnTo>
                  <a:lnTo>
                    <a:pt x="82" y="57"/>
                  </a:lnTo>
                  <a:lnTo>
                    <a:pt x="137" y="18"/>
                  </a:lnTo>
                  <a:lnTo>
                    <a:pt x="163" y="0"/>
                  </a:lnTo>
                  <a:lnTo>
                    <a:pt x="297" y="19"/>
                  </a:lnTo>
                  <a:lnTo>
                    <a:pt x="329" y="37"/>
                  </a:lnTo>
                  <a:lnTo>
                    <a:pt x="343" y="44"/>
                  </a:lnTo>
                  <a:lnTo>
                    <a:pt x="567" y="33"/>
                  </a:lnTo>
                  <a:lnTo>
                    <a:pt x="886" y="72"/>
                  </a:lnTo>
                  <a:lnTo>
                    <a:pt x="1343" y="89"/>
                  </a:lnTo>
                  <a:lnTo>
                    <a:pt x="1354" y="90"/>
                  </a:lnTo>
                  <a:lnTo>
                    <a:pt x="1382" y="91"/>
                  </a:lnTo>
                  <a:lnTo>
                    <a:pt x="1396" y="92"/>
                  </a:lnTo>
                  <a:lnTo>
                    <a:pt x="1407" y="91"/>
                  </a:lnTo>
                  <a:lnTo>
                    <a:pt x="1417" y="88"/>
                  </a:lnTo>
                  <a:lnTo>
                    <a:pt x="1544" y="85"/>
                  </a:lnTo>
                  <a:lnTo>
                    <a:pt x="1599" y="59"/>
                  </a:lnTo>
                  <a:lnTo>
                    <a:pt x="1623" y="42"/>
                  </a:lnTo>
                  <a:lnTo>
                    <a:pt x="1637" y="40"/>
                  </a:lnTo>
                  <a:lnTo>
                    <a:pt x="1680" y="7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8989047" y="2455531"/>
              <a:ext cx="391" cy="540"/>
            </a:xfrm>
            <a:custGeom>
              <a:avLst/>
              <a:pathLst>
                <a:path w="391" h="540">
                  <a:moveTo>
                    <a:pt x="190" y="522"/>
                  </a:moveTo>
                  <a:lnTo>
                    <a:pt x="144" y="540"/>
                  </a:lnTo>
                  <a:lnTo>
                    <a:pt x="131" y="538"/>
                  </a:lnTo>
                  <a:lnTo>
                    <a:pt x="22" y="524"/>
                  </a:lnTo>
                  <a:lnTo>
                    <a:pt x="18" y="502"/>
                  </a:lnTo>
                  <a:lnTo>
                    <a:pt x="0" y="301"/>
                  </a:lnTo>
                  <a:lnTo>
                    <a:pt x="64" y="114"/>
                  </a:lnTo>
                  <a:lnTo>
                    <a:pt x="82" y="106"/>
                  </a:lnTo>
                  <a:lnTo>
                    <a:pt x="302" y="0"/>
                  </a:lnTo>
                  <a:lnTo>
                    <a:pt x="391" y="21"/>
                  </a:lnTo>
                  <a:lnTo>
                    <a:pt x="321" y="102"/>
                  </a:lnTo>
                  <a:lnTo>
                    <a:pt x="275" y="219"/>
                  </a:lnTo>
                  <a:lnTo>
                    <a:pt x="271" y="230"/>
                  </a:lnTo>
                  <a:lnTo>
                    <a:pt x="268" y="299"/>
                  </a:lnTo>
                  <a:lnTo>
                    <a:pt x="266" y="339"/>
                  </a:lnTo>
                  <a:lnTo>
                    <a:pt x="226" y="488"/>
                  </a:lnTo>
                  <a:lnTo>
                    <a:pt x="215" y="503"/>
                  </a:lnTo>
                  <a:lnTo>
                    <a:pt x="190" y="52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9009464" y="2457419"/>
              <a:ext cx="430" cy="469"/>
            </a:xfrm>
            <a:custGeom>
              <a:avLst/>
              <a:pathLst>
                <a:path w="430" h="469">
                  <a:moveTo>
                    <a:pt x="131" y="459"/>
                  </a:moveTo>
                  <a:lnTo>
                    <a:pt x="96" y="469"/>
                  </a:lnTo>
                  <a:lnTo>
                    <a:pt x="66" y="456"/>
                  </a:lnTo>
                  <a:lnTo>
                    <a:pt x="54" y="442"/>
                  </a:lnTo>
                  <a:lnTo>
                    <a:pt x="0" y="371"/>
                  </a:lnTo>
                  <a:lnTo>
                    <a:pt x="26" y="285"/>
                  </a:lnTo>
                  <a:lnTo>
                    <a:pt x="46" y="244"/>
                  </a:lnTo>
                  <a:lnTo>
                    <a:pt x="105" y="134"/>
                  </a:lnTo>
                  <a:lnTo>
                    <a:pt x="116" y="118"/>
                  </a:lnTo>
                  <a:lnTo>
                    <a:pt x="125" y="110"/>
                  </a:lnTo>
                  <a:lnTo>
                    <a:pt x="352" y="17"/>
                  </a:lnTo>
                  <a:lnTo>
                    <a:pt x="402" y="0"/>
                  </a:lnTo>
                  <a:lnTo>
                    <a:pt x="411" y="5"/>
                  </a:lnTo>
                  <a:lnTo>
                    <a:pt x="430" y="46"/>
                  </a:lnTo>
                  <a:lnTo>
                    <a:pt x="427" y="156"/>
                  </a:lnTo>
                  <a:lnTo>
                    <a:pt x="421" y="174"/>
                  </a:lnTo>
                  <a:lnTo>
                    <a:pt x="282" y="338"/>
                  </a:lnTo>
                  <a:lnTo>
                    <a:pt x="211" y="416"/>
                  </a:lnTo>
                  <a:lnTo>
                    <a:pt x="131" y="45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8991292" y="2455674"/>
              <a:ext cx="818" cy="907"/>
            </a:xfrm>
            <a:custGeom>
              <a:avLst/>
              <a:pathLst>
                <a:path w="818" h="907">
                  <a:moveTo>
                    <a:pt x="726" y="862"/>
                  </a:moveTo>
                  <a:lnTo>
                    <a:pt x="631" y="907"/>
                  </a:lnTo>
                  <a:lnTo>
                    <a:pt x="565" y="838"/>
                  </a:lnTo>
                  <a:lnTo>
                    <a:pt x="63" y="209"/>
                  </a:lnTo>
                  <a:lnTo>
                    <a:pt x="0" y="103"/>
                  </a:lnTo>
                  <a:lnTo>
                    <a:pt x="195" y="8"/>
                  </a:lnTo>
                  <a:lnTo>
                    <a:pt x="217" y="0"/>
                  </a:lnTo>
                  <a:lnTo>
                    <a:pt x="229" y="1"/>
                  </a:lnTo>
                  <a:lnTo>
                    <a:pt x="251" y="17"/>
                  </a:lnTo>
                  <a:lnTo>
                    <a:pt x="328" y="85"/>
                  </a:lnTo>
                  <a:lnTo>
                    <a:pt x="468" y="245"/>
                  </a:lnTo>
                  <a:lnTo>
                    <a:pt x="805" y="746"/>
                  </a:lnTo>
                  <a:lnTo>
                    <a:pt x="818" y="818"/>
                  </a:lnTo>
                  <a:lnTo>
                    <a:pt x="726" y="86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9013700" y="2457553"/>
              <a:ext cx="482" cy="606"/>
            </a:xfrm>
            <a:custGeom>
              <a:avLst/>
              <a:pathLst>
                <a:path w="482" h="606">
                  <a:moveTo>
                    <a:pt x="231" y="568"/>
                  </a:moveTo>
                  <a:lnTo>
                    <a:pt x="215" y="575"/>
                  </a:lnTo>
                  <a:lnTo>
                    <a:pt x="203" y="575"/>
                  </a:lnTo>
                  <a:lnTo>
                    <a:pt x="195" y="569"/>
                  </a:lnTo>
                  <a:lnTo>
                    <a:pt x="187" y="566"/>
                  </a:lnTo>
                  <a:lnTo>
                    <a:pt x="181" y="565"/>
                  </a:lnTo>
                  <a:lnTo>
                    <a:pt x="172" y="564"/>
                  </a:lnTo>
                  <a:lnTo>
                    <a:pt x="147" y="569"/>
                  </a:lnTo>
                  <a:lnTo>
                    <a:pt x="110" y="578"/>
                  </a:lnTo>
                  <a:lnTo>
                    <a:pt x="18" y="604"/>
                  </a:lnTo>
                  <a:lnTo>
                    <a:pt x="13" y="606"/>
                  </a:lnTo>
                  <a:lnTo>
                    <a:pt x="1" y="598"/>
                  </a:lnTo>
                  <a:lnTo>
                    <a:pt x="0" y="588"/>
                  </a:lnTo>
                  <a:lnTo>
                    <a:pt x="2" y="546"/>
                  </a:lnTo>
                  <a:lnTo>
                    <a:pt x="38" y="463"/>
                  </a:lnTo>
                  <a:lnTo>
                    <a:pt x="116" y="395"/>
                  </a:lnTo>
                  <a:lnTo>
                    <a:pt x="126" y="383"/>
                  </a:lnTo>
                  <a:lnTo>
                    <a:pt x="132" y="371"/>
                  </a:lnTo>
                  <a:lnTo>
                    <a:pt x="201" y="176"/>
                  </a:lnTo>
                  <a:lnTo>
                    <a:pt x="204" y="161"/>
                  </a:lnTo>
                  <a:lnTo>
                    <a:pt x="206" y="150"/>
                  </a:lnTo>
                  <a:lnTo>
                    <a:pt x="206" y="116"/>
                  </a:lnTo>
                  <a:lnTo>
                    <a:pt x="205" y="74"/>
                  </a:lnTo>
                  <a:lnTo>
                    <a:pt x="206" y="62"/>
                  </a:lnTo>
                  <a:lnTo>
                    <a:pt x="221" y="30"/>
                  </a:lnTo>
                  <a:lnTo>
                    <a:pt x="241" y="8"/>
                  </a:lnTo>
                  <a:lnTo>
                    <a:pt x="253" y="0"/>
                  </a:lnTo>
                  <a:lnTo>
                    <a:pt x="269" y="0"/>
                  </a:lnTo>
                  <a:lnTo>
                    <a:pt x="289" y="28"/>
                  </a:lnTo>
                  <a:lnTo>
                    <a:pt x="340" y="99"/>
                  </a:lnTo>
                  <a:lnTo>
                    <a:pt x="348" y="109"/>
                  </a:lnTo>
                  <a:lnTo>
                    <a:pt x="439" y="236"/>
                  </a:lnTo>
                  <a:lnTo>
                    <a:pt x="469" y="354"/>
                  </a:lnTo>
                  <a:lnTo>
                    <a:pt x="474" y="363"/>
                  </a:lnTo>
                  <a:lnTo>
                    <a:pt x="475" y="372"/>
                  </a:lnTo>
                  <a:lnTo>
                    <a:pt x="476" y="382"/>
                  </a:lnTo>
                  <a:lnTo>
                    <a:pt x="480" y="396"/>
                  </a:lnTo>
                  <a:lnTo>
                    <a:pt x="482" y="404"/>
                  </a:lnTo>
                  <a:lnTo>
                    <a:pt x="477" y="413"/>
                  </a:lnTo>
                  <a:lnTo>
                    <a:pt x="459" y="454"/>
                  </a:lnTo>
                  <a:lnTo>
                    <a:pt x="453" y="459"/>
                  </a:lnTo>
                  <a:lnTo>
                    <a:pt x="448" y="462"/>
                  </a:lnTo>
                  <a:lnTo>
                    <a:pt x="414" y="480"/>
                  </a:lnTo>
                  <a:lnTo>
                    <a:pt x="397" y="489"/>
                  </a:lnTo>
                  <a:lnTo>
                    <a:pt x="376" y="501"/>
                  </a:lnTo>
                  <a:lnTo>
                    <a:pt x="369" y="505"/>
                  </a:lnTo>
                  <a:lnTo>
                    <a:pt x="335" y="523"/>
                  </a:lnTo>
                  <a:lnTo>
                    <a:pt x="290" y="544"/>
                  </a:lnTo>
                  <a:lnTo>
                    <a:pt x="284" y="545"/>
                  </a:lnTo>
                  <a:lnTo>
                    <a:pt x="243" y="562"/>
                  </a:lnTo>
                  <a:lnTo>
                    <a:pt x="231" y="56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9009944" y="2457009"/>
              <a:ext cx="792" cy="812"/>
            </a:xfrm>
            <a:custGeom>
              <a:avLst/>
              <a:pathLst>
                <a:path w="792" h="812">
                  <a:moveTo>
                    <a:pt x="182" y="812"/>
                  </a:moveTo>
                  <a:lnTo>
                    <a:pt x="151" y="811"/>
                  </a:lnTo>
                  <a:lnTo>
                    <a:pt x="50" y="761"/>
                  </a:lnTo>
                  <a:lnTo>
                    <a:pt x="18" y="713"/>
                  </a:lnTo>
                  <a:lnTo>
                    <a:pt x="0" y="643"/>
                  </a:lnTo>
                  <a:lnTo>
                    <a:pt x="35" y="390"/>
                  </a:lnTo>
                  <a:lnTo>
                    <a:pt x="43" y="365"/>
                  </a:lnTo>
                  <a:lnTo>
                    <a:pt x="68" y="319"/>
                  </a:lnTo>
                  <a:lnTo>
                    <a:pt x="90" y="303"/>
                  </a:lnTo>
                  <a:lnTo>
                    <a:pt x="133" y="256"/>
                  </a:lnTo>
                  <a:lnTo>
                    <a:pt x="169" y="184"/>
                  </a:lnTo>
                  <a:lnTo>
                    <a:pt x="173" y="154"/>
                  </a:lnTo>
                  <a:lnTo>
                    <a:pt x="173" y="121"/>
                  </a:lnTo>
                  <a:lnTo>
                    <a:pt x="157" y="50"/>
                  </a:lnTo>
                  <a:lnTo>
                    <a:pt x="161" y="34"/>
                  </a:lnTo>
                  <a:lnTo>
                    <a:pt x="212" y="0"/>
                  </a:lnTo>
                  <a:lnTo>
                    <a:pt x="284" y="134"/>
                  </a:lnTo>
                  <a:lnTo>
                    <a:pt x="290" y="160"/>
                  </a:lnTo>
                  <a:lnTo>
                    <a:pt x="537" y="251"/>
                  </a:lnTo>
                  <a:lnTo>
                    <a:pt x="791" y="499"/>
                  </a:lnTo>
                  <a:lnTo>
                    <a:pt x="792" y="591"/>
                  </a:lnTo>
                  <a:lnTo>
                    <a:pt x="763" y="620"/>
                  </a:lnTo>
                  <a:lnTo>
                    <a:pt x="628" y="652"/>
                  </a:lnTo>
                  <a:lnTo>
                    <a:pt x="370" y="679"/>
                  </a:lnTo>
                  <a:lnTo>
                    <a:pt x="314" y="733"/>
                  </a:lnTo>
                  <a:lnTo>
                    <a:pt x="182" y="8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9014033" y="2457273"/>
              <a:ext cx="456" cy="367"/>
            </a:xfrm>
            <a:custGeom>
              <a:avLst/>
              <a:pathLst>
                <a:path w="456" h="367">
                  <a:moveTo>
                    <a:pt x="288" y="6"/>
                  </a:moveTo>
                  <a:lnTo>
                    <a:pt x="293" y="10"/>
                  </a:lnTo>
                  <a:lnTo>
                    <a:pt x="384" y="16"/>
                  </a:lnTo>
                  <a:lnTo>
                    <a:pt x="389" y="16"/>
                  </a:lnTo>
                  <a:lnTo>
                    <a:pt x="432" y="60"/>
                  </a:lnTo>
                  <a:lnTo>
                    <a:pt x="440" y="73"/>
                  </a:lnTo>
                  <a:lnTo>
                    <a:pt x="456" y="103"/>
                  </a:lnTo>
                  <a:lnTo>
                    <a:pt x="455" y="128"/>
                  </a:lnTo>
                  <a:lnTo>
                    <a:pt x="417" y="164"/>
                  </a:lnTo>
                  <a:lnTo>
                    <a:pt x="377" y="185"/>
                  </a:lnTo>
                  <a:lnTo>
                    <a:pt x="332" y="183"/>
                  </a:lnTo>
                  <a:lnTo>
                    <a:pt x="317" y="182"/>
                  </a:lnTo>
                  <a:lnTo>
                    <a:pt x="230" y="269"/>
                  </a:lnTo>
                  <a:lnTo>
                    <a:pt x="198" y="314"/>
                  </a:lnTo>
                  <a:lnTo>
                    <a:pt x="159" y="367"/>
                  </a:lnTo>
                  <a:lnTo>
                    <a:pt x="120" y="341"/>
                  </a:lnTo>
                  <a:lnTo>
                    <a:pt x="99" y="330"/>
                  </a:lnTo>
                  <a:lnTo>
                    <a:pt x="68" y="312"/>
                  </a:lnTo>
                  <a:lnTo>
                    <a:pt x="47" y="293"/>
                  </a:lnTo>
                  <a:lnTo>
                    <a:pt x="24" y="267"/>
                  </a:lnTo>
                  <a:lnTo>
                    <a:pt x="16" y="262"/>
                  </a:lnTo>
                  <a:lnTo>
                    <a:pt x="9" y="261"/>
                  </a:lnTo>
                  <a:lnTo>
                    <a:pt x="0" y="253"/>
                  </a:lnTo>
                  <a:lnTo>
                    <a:pt x="12" y="223"/>
                  </a:lnTo>
                  <a:lnTo>
                    <a:pt x="147" y="0"/>
                  </a:lnTo>
                  <a:lnTo>
                    <a:pt x="159" y="0"/>
                  </a:lnTo>
                  <a:lnTo>
                    <a:pt x="171" y="3"/>
                  </a:lnTo>
                  <a:lnTo>
                    <a:pt x="198" y="5"/>
                  </a:lnTo>
                  <a:lnTo>
                    <a:pt x="241" y="7"/>
                  </a:lnTo>
                  <a:lnTo>
                    <a:pt x="271" y="8"/>
                  </a:lnTo>
                  <a:lnTo>
                    <a:pt x="278" y="3"/>
                  </a:lnTo>
                  <a:lnTo>
                    <a:pt x="284" y="3"/>
                  </a:lnTo>
                  <a:lnTo>
                    <a:pt x="288" y="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9013111" y="2456993"/>
              <a:ext cx="479" cy="680"/>
            </a:xfrm>
            <a:custGeom>
              <a:avLst/>
              <a:pathLst>
                <a:path w="479" h="680">
                  <a:moveTo>
                    <a:pt x="462" y="218"/>
                  </a:moveTo>
                  <a:lnTo>
                    <a:pt x="379" y="363"/>
                  </a:lnTo>
                  <a:lnTo>
                    <a:pt x="340" y="500"/>
                  </a:lnTo>
                  <a:lnTo>
                    <a:pt x="335" y="559"/>
                  </a:lnTo>
                  <a:lnTo>
                    <a:pt x="288" y="652"/>
                  </a:lnTo>
                  <a:lnTo>
                    <a:pt x="266" y="680"/>
                  </a:lnTo>
                  <a:lnTo>
                    <a:pt x="258" y="680"/>
                  </a:lnTo>
                  <a:lnTo>
                    <a:pt x="225" y="662"/>
                  </a:lnTo>
                  <a:lnTo>
                    <a:pt x="206" y="645"/>
                  </a:lnTo>
                  <a:lnTo>
                    <a:pt x="146" y="574"/>
                  </a:lnTo>
                  <a:lnTo>
                    <a:pt x="139" y="562"/>
                  </a:lnTo>
                  <a:lnTo>
                    <a:pt x="135" y="510"/>
                  </a:lnTo>
                  <a:lnTo>
                    <a:pt x="144" y="462"/>
                  </a:lnTo>
                  <a:lnTo>
                    <a:pt x="156" y="424"/>
                  </a:lnTo>
                  <a:lnTo>
                    <a:pt x="179" y="222"/>
                  </a:lnTo>
                  <a:lnTo>
                    <a:pt x="152" y="235"/>
                  </a:lnTo>
                  <a:lnTo>
                    <a:pt x="50" y="271"/>
                  </a:lnTo>
                  <a:lnTo>
                    <a:pt x="29" y="275"/>
                  </a:lnTo>
                  <a:lnTo>
                    <a:pt x="0" y="165"/>
                  </a:lnTo>
                  <a:lnTo>
                    <a:pt x="2" y="128"/>
                  </a:lnTo>
                  <a:lnTo>
                    <a:pt x="20" y="82"/>
                  </a:lnTo>
                  <a:lnTo>
                    <a:pt x="40" y="45"/>
                  </a:lnTo>
                  <a:lnTo>
                    <a:pt x="76" y="0"/>
                  </a:lnTo>
                  <a:lnTo>
                    <a:pt x="277" y="35"/>
                  </a:lnTo>
                  <a:lnTo>
                    <a:pt x="420" y="127"/>
                  </a:lnTo>
                  <a:lnTo>
                    <a:pt x="462" y="136"/>
                  </a:lnTo>
                  <a:lnTo>
                    <a:pt x="471" y="143"/>
                  </a:lnTo>
                  <a:lnTo>
                    <a:pt x="479" y="153"/>
                  </a:lnTo>
                  <a:lnTo>
                    <a:pt x="479" y="158"/>
                  </a:lnTo>
                  <a:lnTo>
                    <a:pt x="475" y="177"/>
                  </a:lnTo>
                  <a:lnTo>
                    <a:pt x="472" y="187"/>
                  </a:lnTo>
                  <a:lnTo>
                    <a:pt x="468" y="196"/>
                  </a:lnTo>
                  <a:lnTo>
                    <a:pt x="462" y="21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9012402" y="2456396"/>
              <a:ext cx="417" cy="467"/>
            </a:xfrm>
            <a:custGeom>
              <a:avLst/>
              <a:pathLst>
                <a:path w="417" h="467">
                  <a:moveTo>
                    <a:pt x="357" y="467"/>
                  </a:moveTo>
                  <a:lnTo>
                    <a:pt x="186" y="463"/>
                  </a:lnTo>
                  <a:lnTo>
                    <a:pt x="55" y="353"/>
                  </a:lnTo>
                  <a:lnTo>
                    <a:pt x="39" y="331"/>
                  </a:lnTo>
                  <a:lnTo>
                    <a:pt x="13" y="265"/>
                  </a:lnTo>
                  <a:lnTo>
                    <a:pt x="1" y="63"/>
                  </a:lnTo>
                  <a:lnTo>
                    <a:pt x="0" y="30"/>
                  </a:lnTo>
                  <a:lnTo>
                    <a:pt x="8" y="23"/>
                  </a:lnTo>
                  <a:lnTo>
                    <a:pt x="122" y="12"/>
                  </a:lnTo>
                  <a:lnTo>
                    <a:pt x="138" y="0"/>
                  </a:lnTo>
                  <a:lnTo>
                    <a:pt x="158" y="2"/>
                  </a:lnTo>
                  <a:lnTo>
                    <a:pt x="182" y="21"/>
                  </a:lnTo>
                  <a:lnTo>
                    <a:pt x="188" y="28"/>
                  </a:lnTo>
                  <a:lnTo>
                    <a:pt x="402" y="288"/>
                  </a:lnTo>
                  <a:lnTo>
                    <a:pt x="417" y="361"/>
                  </a:lnTo>
                  <a:lnTo>
                    <a:pt x="413" y="370"/>
                  </a:lnTo>
                  <a:lnTo>
                    <a:pt x="368" y="452"/>
                  </a:lnTo>
                  <a:lnTo>
                    <a:pt x="357" y="46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9000545" y="2454490"/>
              <a:ext cx="496" cy="452"/>
            </a:xfrm>
            <a:custGeom>
              <a:avLst/>
              <a:pathLst>
                <a:path w="496" h="452">
                  <a:moveTo>
                    <a:pt x="438" y="451"/>
                  </a:moveTo>
                  <a:lnTo>
                    <a:pt x="420" y="452"/>
                  </a:lnTo>
                  <a:lnTo>
                    <a:pt x="128" y="351"/>
                  </a:lnTo>
                  <a:lnTo>
                    <a:pt x="65" y="306"/>
                  </a:lnTo>
                  <a:lnTo>
                    <a:pt x="4" y="207"/>
                  </a:lnTo>
                  <a:lnTo>
                    <a:pt x="0" y="199"/>
                  </a:lnTo>
                  <a:lnTo>
                    <a:pt x="24" y="106"/>
                  </a:lnTo>
                  <a:lnTo>
                    <a:pt x="55" y="28"/>
                  </a:lnTo>
                  <a:lnTo>
                    <a:pt x="61" y="18"/>
                  </a:lnTo>
                  <a:lnTo>
                    <a:pt x="111" y="0"/>
                  </a:lnTo>
                  <a:lnTo>
                    <a:pt x="162" y="0"/>
                  </a:lnTo>
                  <a:lnTo>
                    <a:pt x="261" y="24"/>
                  </a:lnTo>
                  <a:lnTo>
                    <a:pt x="302" y="50"/>
                  </a:lnTo>
                  <a:lnTo>
                    <a:pt x="483" y="285"/>
                  </a:lnTo>
                  <a:lnTo>
                    <a:pt x="490" y="298"/>
                  </a:lnTo>
                  <a:lnTo>
                    <a:pt x="496" y="360"/>
                  </a:lnTo>
                  <a:lnTo>
                    <a:pt x="470" y="442"/>
                  </a:lnTo>
                  <a:lnTo>
                    <a:pt x="451" y="449"/>
                  </a:lnTo>
                  <a:lnTo>
                    <a:pt x="438" y="4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9022873" y="2456314"/>
              <a:ext cx="4327" cy="2272"/>
            </a:xfrm>
            <a:custGeom>
              <a:avLst/>
              <a:pathLst>
                <a:path w="4327" h="2272">
                  <a:moveTo>
                    <a:pt x="4295" y="43"/>
                  </a:moveTo>
                  <a:lnTo>
                    <a:pt x="4322" y="107"/>
                  </a:lnTo>
                  <a:lnTo>
                    <a:pt x="4327" y="137"/>
                  </a:lnTo>
                  <a:lnTo>
                    <a:pt x="4326" y="143"/>
                  </a:lnTo>
                  <a:lnTo>
                    <a:pt x="4320" y="166"/>
                  </a:lnTo>
                  <a:lnTo>
                    <a:pt x="4285" y="292"/>
                  </a:lnTo>
                  <a:lnTo>
                    <a:pt x="4272" y="326"/>
                  </a:lnTo>
                  <a:lnTo>
                    <a:pt x="4267" y="339"/>
                  </a:lnTo>
                  <a:lnTo>
                    <a:pt x="3857" y="443"/>
                  </a:lnTo>
                  <a:lnTo>
                    <a:pt x="3766" y="690"/>
                  </a:lnTo>
                  <a:lnTo>
                    <a:pt x="3705" y="848"/>
                  </a:lnTo>
                  <a:lnTo>
                    <a:pt x="3698" y="866"/>
                  </a:lnTo>
                  <a:lnTo>
                    <a:pt x="3687" y="894"/>
                  </a:lnTo>
                  <a:lnTo>
                    <a:pt x="3681" y="910"/>
                  </a:lnTo>
                  <a:lnTo>
                    <a:pt x="3652" y="987"/>
                  </a:lnTo>
                  <a:lnTo>
                    <a:pt x="3615" y="1075"/>
                  </a:lnTo>
                  <a:lnTo>
                    <a:pt x="3313" y="1257"/>
                  </a:lnTo>
                  <a:lnTo>
                    <a:pt x="3308" y="1266"/>
                  </a:lnTo>
                  <a:lnTo>
                    <a:pt x="3296" y="1275"/>
                  </a:lnTo>
                  <a:lnTo>
                    <a:pt x="3265" y="1288"/>
                  </a:lnTo>
                  <a:lnTo>
                    <a:pt x="3243" y="1297"/>
                  </a:lnTo>
                  <a:lnTo>
                    <a:pt x="3176" y="1335"/>
                  </a:lnTo>
                  <a:lnTo>
                    <a:pt x="3167" y="1338"/>
                  </a:lnTo>
                  <a:lnTo>
                    <a:pt x="3097" y="1340"/>
                  </a:lnTo>
                  <a:lnTo>
                    <a:pt x="3086" y="1340"/>
                  </a:lnTo>
                  <a:lnTo>
                    <a:pt x="3078" y="1337"/>
                  </a:lnTo>
                  <a:lnTo>
                    <a:pt x="3076" y="1333"/>
                  </a:lnTo>
                  <a:lnTo>
                    <a:pt x="3077" y="1326"/>
                  </a:lnTo>
                  <a:lnTo>
                    <a:pt x="3076" y="1318"/>
                  </a:lnTo>
                  <a:lnTo>
                    <a:pt x="3073" y="1310"/>
                  </a:lnTo>
                  <a:lnTo>
                    <a:pt x="3068" y="1303"/>
                  </a:lnTo>
                  <a:lnTo>
                    <a:pt x="3062" y="1299"/>
                  </a:lnTo>
                  <a:lnTo>
                    <a:pt x="3053" y="1297"/>
                  </a:lnTo>
                  <a:lnTo>
                    <a:pt x="3047" y="1297"/>
                  </a:lnTo>
                  <a:lnTo>
                    <a:pt x="3034" y="1302"/>
                  </a:lnTo>
                  <a:lnTo>
                    <a:pt x="3026" y="1307"/>
                  </a:lnTo>
                  <a:lnTo>
                    <a:pt x="3023" y="1310"/>
                  </a:lnTo>
                  <a:lnTo>
                    <a:pt x="3021" y="1317"/>
                  </a:lnTo>
                  <a:lnTo>
                    <a:pt x="3016" y="1322"/>
                  </a:lnTo>
                  <a:lnTo>
                    <a:pt x="2999" y="1331"/>
                  </a:lnTo>
                  <a:lnTo>
                    <a:pt x="2986" y="1342"/>
                  </a:lnTo>
                  <a:lnTo>
                    <a:pt x="2978" y="1344"/>
                  </a:lnTo>
                  <a:lnTo>
                    <a:pt x="2969" y="1344"/>
                  </a:lnTo>
                  <a:lnTo>
                    <a:pt x="2918" y="1335"/>
                  </a:lnTo>
                  <a:lnTo>
                    <a:pt x="2905" y="1332"/>
                  </a:lnTo>
                  <a:lnTo>
                    <a:pt x="2774" y="1307"/>
                  </a:lnTo>
                  <a:lnTo>
                    <a:pt x="2660" y="1300"/>
                  </a:lnTo>
                  <a:lnTo>
                    <a:pt x="2649" y="1301"/>
                  </a:lnTo>
                  <a:lnTo>
                    <a:pt x="2616" y="1306"/>
                  </a:lnTo>
                  <a:lnTo>
                    <a:pt x="2416" y="1400"/>
                  </a:lnTo>
                  <a:lnTo>
                    <a:pt x="2378" y="1418"/>
                  </a:lnTo>
                  <a:lnTo>
                    <a:pt x="2374" y="1429"/>
                  </a:lnTo>
                  <a:lnTo>
                    <a:pt x="2363" y="1447"/>
                  </a:lnTo>
                  <a:lnTo>
                    <a:pt x="2363" y="1452"/>
                  </a:lnTo>
                  <a:lnTo>
                    <a:pt x="2378" y="1474"/>
                  </a:lnTo>
                  <a:lnTo>
                    <a:pt x="2384" y="1480"/>
                  </a:lnTo>
                  <a:lnTo>
                    <a:pt x="2385" y="1487"/>
                  </a:lnTo>
                  <a:lnTo>
                    <a:pt x="2382" y="1494"/>
                  </a:lnTo>
                  <a:lnTo>
                    <a:pt x="2374" y="1502"/>
                  </a:lnTo>
                  <a:lnTo>
                    <a:pt x="2365" y="1508"/>
                  </a:lnTo>
                  <a:lnTo>
                    <a:pt x="2338" y="1516"/>
                  </a:lnTo>
                  <a:lnTo>
                    <a:pt x="2317" y="1520"/>
                  </a:lnTo>
                  <a:lnTo>
                    <a:pt x="2276" y="1519"/>
                  </a:lnTo>
                  <a:lnTo>
                    <a:pt x="2245" y="1518"/>
                  </a:lnTo>
                  <a:lnTo>
                    <a:pt x="2216" y="1519"/>
                  </a:lnTo>
                  <a:lnTo>
                    <a:pt x="2205" y="1518"/>
                  </a:lnTo>
                  <a:lnTo>
                    <a:pt x="2193" y="1518"/>
                  </a:lnTo>
                  <a:lnTo>
                    <a:pt x="2007" y="1618"/>
                  </a:lnTo>
                  <a:lnTo>
                    <a:pt x="1954" y="1670"/>
                  </a:lnTo>
                  <a:lnTo>
                    <a:pt x="1893" y="1714"/>
                  </a:lnTo>
                  <a:lnTo>
                    <a:pt x="1878" y="1722"/>
                  </a:lnTo>
                  <a:lnTo>
                    <a:pt x="1834" y="1732"/>
                  </a:lnTo>
                  <a:lnTo>
                    <a:pt x="1787" y="1731"/>
                  </a:lnTo>
                  <a:lnTo>
                    <a:pt x="1765" y="1731"/>
                  </a:lnTo>
                  <a:lnTo>
                    <a:pt x="1740" y="1727"/>
                  </a:lnTo>
                  <a:lnTo>
                    <a:pt x="1730" y="1724"/>
                  </a:lnTo>
                  <a:lnTo>
                    <a:pt x="1721" y="1725"/>
                  </a:lnTo>
                  <a:lnTo>
                    <a:pt x="1683" y="1739"/>
                  </a:lnTo>
                  <a:lnTo>
                    <a:pt x="1675" y="1743"/>
                  </a:lnTo>
                  <a:lnTo>
                    <a:pt x="1670" y="1743"/>
                  </a:lnTo>
                  <a:lnTo>
                    <a:pt x="1658" y="1739"/>
                  </a:lnTo>
                  <a:lnTo>
                    <a:pt x="1644" y="1731"/>
                  </a:lnTo>
                  <a:lnTo>
                    <a:pt x="1612" y="1728"/>
                  </a:lnTo>
                  <a:lnTo>
                    <a:pt x="1605" y="1725"/>
                  </a:lnTo>
                  <a:lnTo>
                    <a:pt x="1604" y="1717"/>
                  </a:lnTo>
                  <a:lnTo>
                    <a:pt x="1603" y="1706"/>
                  </a:lnTo>
                  <a:lnTo>
                    <a:pt x="1594" y="1702"/>
                  </a:lnTo>
                  <a:lnTo>
                    <a:pt x="1579" y="1700"/>
                  </a:lnTo>
                  <a:lnTo>
                    <a:pt x="1573" y="1700"/>
                  </a:lnTo>
                  <a:lnTo>
                    <a:pt x="1559" y="1707"/>
                  </a:lnTo>
                  <a:lnTo>
                    <a:pt x="1550" y="1714"/>
                  </a:lnTo>
                  <a:lnTo>
                    <a:pt x="1530" y="1721"/>
                  </a:lnTo>
                  <a:lnTo>
                    <a:pt x="1460" y="1737"/>
                  </a:lnTo>
                  <a:lnTo>
                    <a:pt x="1426" y="1748"/>
                  </a:lnTo>
                  <a:lnTo>
                    <a:pt x="1416" y="1751"/>
                  </a:lnTo>
                  <a:lnTo>
                    <a:pt x="1412" y="1753"/>
                  </a:lnTo>
                  <a:lnTo>
                    <a:pt x="1365" y="1763"/>
                  </a:lnTo>
                  <a:lnTo>
                    <a:pt x="1357" y="1761"/>
                  </a:lnTo>
                  <a:lnTo>
                    <a:pt x="1335" y="1756"/>
                  </a:lnTo>
                  <a:lnTo>
                    <a:pt x="1316" y="1753"/>
                  </a:lnTo>
                  <a:lnTo>
                    <a:pt x="1307" y="1754"/>
                  </a:lnTo>
                  <a:lnTo>
                    <a:pt x="1300" y="1757"/>
                  </a:lnTo>
                  <a:lnTo>
                    <a:pt x="1297" y="1770"/>
                  </a:lnTo>
                  <a:lnTo>
                    <a:pt x="1295" y="1779"/>
                  </a:lnTo>
                  <a:lnTo>
                    <a:pt x="1274" y="1800"/>
                  </a:lnTo>
                  <a:lnTo>
                    <a:pt x="1272" y="1806"/>
                  </a:lnTo>
                  <a:lnTo>
                    <a:pt x="1267" y="1812"/>
                  </a:lnTo>
                  <a:lnTo>
                    <a:pt x="1260" y="1815"/>
                  </a:lnTo>
                  <a:lnTo>
                    <a:pt x="1157" y="1877"/>
                  </a:lnTo>
                  <a:lnTo>
                    <a:pt x="1134" y="1890"/>
                  </a:lnTo>
                  <a:lnTo>
                    <a:pt x="1115" y="1894"/>
                  </a:lnTo>
                  <a:lnTo>
                    <a:pt x="1094" y="1899"/>
                  </a:lnTo>
                  <a:lnTo>
                    <a:pt x="1082" y="1903"/>
                  </a:lnTo>
                  <a:lnTo>
                    <a:pt x="1067" y="1904"/>
                  </a:lnTo>
                  <a:lnTo>
                    <a:pt x="1048" y="1908"/>
                  </a:lnTo>
                  <a:lnTo>
                    <a:pt x="991" y="1920"/>
                  </a:lnTo>
                  <a:lnTo>
                    <a:pt x="946" y="1916"/>
                  </a:lnTo>
                  <a:lnTo>
                    <a:pt x="938" y="1911"/>
                  </a:lnTo>
                  <a:lnTo>
                    <a:pt x="930" y="1908"/>
                  </a:lnTo>
                  <a:lnTo>
                    <a:pt x="877" y="1912"/>
                  </a:lnTo>
                  <a:lnTo>
                    <a:pt x="854" y="1915"/>
                  </a:lnTo>
                  <a:lnTo>
                    <a:pt x="827" y="1917"/>
                  </a:lnTo>
                  <a:lnTo>
                    <a:pt x="821" y="1919"/>
                  </a:lnTo>
                  <a:lnTo>
                    <a:pt x="736" y="1944"/>
                  </a:lnTo>
                  <a:lnTo>
                    <a:pt x="717" y="1957"/>
                  </a:lnTo>
                  <a:lnTo>
                    <a:pt x="716" y="1968"/>
                  </a:lnTo>
                  <a:lnTo>
                    <a:pt x="713" y="1978"/>
                  </a:lnTo>
                  <a:lnTo>
                    <a:pt x="704" y="1989"/>
                  </a:lnTo>
                  <a:lnTo>
                    <a:pt x="692" y="2001"/>
                  </a:lnTo>
                  <a:lnTo>
                    <a:pt x="677" y="2008"/>
                  </a:lnTo>
                  <a:lnTo>
                    <a:pt x="662" y="2008"/>
                  </a:lnTo>
                  <a:lnTo>
                    <a:pt x="651" y="2008"/>
                  </a:lnTo>
                  <a:lnTo>
                    <a:pt x="642" y="2010"/>
                  </a:lnTo>
                  <a:lnTo>
                    <a:pt x="637" y="2011"/>
                  </a:lnTo>
                  <a:lnTo>
                    <a:pt x="620" y="2019"/>
                  </a:lnTo>
                  <a:lnTo>
                    <a:pt x="610" y="2025"/>
                  </a:lnTo>
                  <a:lnTo>
                    <a:pt x="596" y="2035"/>
                  </a:lnTo>
                  <a:lnTo>
                    <a:pt x="559" y="2075"/>
                  </a:lnTo>
                  <a:lnTo>
                    <a:pt x="530" y="2099"/>
                  </a:lnTo>
                  <a:lnTo>
                    <a:pt x="493" y="2129"/>
                  </a:lnTo>
                  <a:lnTo>
                    <a:pt x="485" y="2136"/>
                  </a:lnTo>
                  <a:lnTo>
                    <a:pt x="481" y="2143"/>
                  </a:lnTo>
                  <a:lnTo>
                    <a:pt x="476" y="2145"/>
                  </a:lnTo>
                  <a:lnTo>
                    <a:pt x="437" y="2194"/>
                  </a:lnTo>
                  <a:lnTo>
                    <a:pt x="414" y="2259"/>
                  </a:lnTo>
                  <a:lnTo>
                    <a:pt x="410" y="2263"/>
                  </a:lnTo>
                  <a:lnTo>
                    <a:pt x="386" y="2261"/>
                  </a:lnTo>
                  <a:lnTo>
                    <a:pt x="376" y="2259"/>
                  </a:lnTo>
                  <a:lnTo>
                    <a:pt x="366" y="2259"/>
                  </a:lnTo>
                  <a:lnTo>
                    <a:pt x="357" y="2260"/>
                  </a:lnTo>
                  <a:lnTo>
                    <a:pt x="341" y="2269"/>
                  </a:lnTo>
                  <a:lnTo>
                    <a:pt x="287" y="2272"/>
                  </a:lnTo>
                  <a:lnTo>
                    <a:pt x="255" y="2260"/>
                  </a:lnTo>
                  <a:lnTo>
                    <a:pt x="221" y="2232"/>
                  </a:lnTo>
                  <a:lnTo>
                    <a:pt x="193" y="2218"/>
                  </a:lnTo>
                  <a:lnTo>
                    <a:pt x="114" y="2196"/>
                  </a:lnTo>
                  <a:lnTo>
                    <a:pt x="2" y="2140"/>
                  </a:lnTo>
                  <a:lnTo>
                    <a:pt x="0" y="2121"/>
                  </a:lnTo>
                  <a:lnTo>
                    <a:pt x="25" y="1977"/>
                  </a:lnTo>
                  <a:lnTo>
                    <a:pt x="26" y="1971"/>
                  </a:lnTo>
                  <a:lnTo>
                    <a:pt x="197" y="1781"/>
                  </a:lnTo>
                  <a:lnTo>
                    <a:pt x="266" y="1716"/>
                  </a:lnTo>
                  <a:lnTo>
                    <a:pt x="280" y="1713"/>
                  </a:lnTo>
                  <a:lnTo>
                    <a:pt x="325" y="1701"/>
                  </a:lnTo>
                  <a:lnTo>
                    <a:pt x="339" y="1690"/>
                  </a:lnTo>
                  <a:lnTo>
                    <a:pt x="491" y="1632"/>
                  </a:lnTo>
                  <a:lnTo>
                    <a:pt x="511" y="1630"/>
                  </a:lnTo>
                  <a:lnTo>
                    <a:pt x="558" y="1617"/>
                  </a:lnTo>
                  <a:lnTo>
                    <a:pt x="576" y="1607"/>
                  </a:lnTo>
                  <a:lnTo>
                    <a:pt x="585" y="1596"/>
                  </a:lnTo>
                  <a:lnTo>
                    <a:pt x="589" y="1585"/>
                  </a:lnTo>
                  <a:lnTo>
                    <a:pt x="609" y="1549"/>
                  </a:lnTo>
                  <a:lnTo>
                    <a:pt x="653" y="1482"/>
                  </a:lnTo>
                  <a:lnTo>
                    <a:pt x="669" y="1471"/>
                  </a:lnTo>
                  <a:lnTo>
                    <a:pt x="680" y="1466"/>
                  </a:lnTo>
                  <a:lnTo>
                    <a:pt x="687" y="1462"/>
                  </a:lnTo>
                  <a:lnTo>
                    <a:pt x="693" y="1454"/>
                  </a:lnTo>
                  <a:lnTo>
                    <a:pt x="700" y="1449"/>
                  </a:lnTo>
                  <a:lnTo>
                    <a:pt x="715" y="1443"/>
                  </a:lnTo>
                  <a:lnTo>
                    <a:pt x="740" y="1435"/>
                  </a:lnTo>
                  <a:lnTo>
                    <a:pt x="812" y="1408"/>
                  </a:lnTo>
                  <a:lnTo>
                    <a:pt x="875" y="1384"/>
                  </a:lnTo>
                  <a:lnTo>
                    <a:pt x="929" y="1371"/>
                  </a:lnTo>
                  <a:lnTo>
                    <a:pt x="1032" y="1353"/>
                  </a:lnTo>
                  <a:lnTo>
                    <a:pt x="1054" y="1346"/>
                  </a:lnTo>
                  <a:lnTo>
                    <a:pt x="1238" y="1310"/>
                  </a:lnTo>
                  <a:lnTo>
                    <a:pt x="1323" y="1296"/>
                  </a:lnTo>
                  <a:lnTo>
                    <a:pt x="1341" y="1290"/>
                  </a:lnTo>
                  <a:lnTo>
                    <a:pt x="1385" y="1262"/>
                  </a:lnTo>
                  <a:lnTo>
                    <a:pt x="1390" y="1260"/>
                  </a:lnTo>
                  <a:lnTo>
                    <a:pt x="1399" y="1254"/>
                  </a:lnTo>
                  <a:lnTo>
                    <a:pt x="1445" y="1211"/>
                  </a:lnTo>
                  <a:lnTo>
                    <a:pt x="1450" y="1206"/>
                  </a:lnTo>
                  <a:lnTo>
                    <a:pt x="1452" y="1200"/>
                  </a:lnTo>
                  <a:lnTo>
                    <a:pt x="1452" y="1186"/>
                  </a:lnTo>
                  <a:lnTo>
                    <a:pt x="1451" y="1174"/>
                  </a:lnTo>
                  <a:lnTo>
                    <a:pt x="1444" y="1156"/>
                  </a:lnTo>
                  <a:lnTo>
                    <a:pt x="1432" y="1143"/>
                  </a:lnTo>
                  <a:lnTo>
                    <a:pt x="1451" y="1128"/>
                  </a:lnTo>
                  <a:lnTo>
                    <a:pt x="1640" y="1099"/>
                  </a:lnTo>
                  <a:lnTo>
                    <a:pt x="1659" y="1096"/>
                  </a:lnTo>
                  <a:lnTo>
                    <a:pt x="1683" y="1098"/>
                  </a:lnTo>
                  <a:lnTo>
                    <a:pt x="1857" y="1118"/>
                  </a:lnTo>
                  <a:lnTo>
                    <a:pt x="1865" y="1119"/>
                  </a:lnTo>
                  <a:lnTo>
                    <a:pt x="1874" y="1121"/>
                  </a:lnTo>
                  <a:lnTo>
                    <a:pt x="1933" y="1132"/>
                  </a:lnTo>
                  <a:lnTo>
                    <a:pt x="1951" y="1128"/>
                  </a:lnTo>
                  <a:lnTo>
                    <a:pt x="1973" y="1122"/>
                  </a:lnTo>
                  <a:lnTo>
                    <a:pt x="1993" y="1119"/>
                  </a:lnTo>
                  <a:lnTo>
                    <a:pt x="2006" y="1120"/>
                  </a:lnTo>
                  <a:lnTo>
                    <a:pt x="2014" y="1119"/>
                  </a:lnTo>
                  <a:lnTo>
                    <a:pt x="2018" y="1112"/>
                  </a:lnTo>
                  <a:lnTo>
                    <a:pt x="1997" y="1057"/>
                  </a:lnTo>
                  <a:lnTo>
                    <a:pt x="1975" y="1025"/>
                  </a:lnTo>
                  <a:lnTo>
                    <a:pt x="2138" y="916"/>
                  </a:lnTo>
                  <a:lnTo>
                    <a:pt x="2168" y="899"/>
                  </a:lnTo>
                  <a:lnTo>
                    <a:pt x="2439" y="748"/>
                  </a:lnTo>
                  <a:lnTo>
                    <a:pt x="2494" y="718"/>
                  </a:lnTo>
                  <a:lnTo>
                    <a:pt x="2502" y="713"/>
                  </a:lnTo>
                  <a:lnTo>
                    <a:pt x="2549" y="702"/>
                  </a:lnTo>
                  <a:lnTo>
                    <a:pt x="2562" y="699"/>
                  </a:lnTo>
                  <a:lnTo>
                    <a:pt x="2965" y="689"/>
                  </a:lnTo>
                  <a:lnTo>
                    <a:pt x="3336" y="684"/>
                  </a:lnTo>
                  <a:lnTo>
                    <a:pt x="3400" y="687"/>
                  </a:lnTo>
                  <a:lnTo>
                    <a:pt x="3483" y="675"/>
                  </a:lnTo>
                  <a:lnTo>
                    <a:pt x="3494" y="670"/>
                  </a:lnTo>
                  <a:lnTo>
                    <a:pt x="3510" y="657"/>
                  </a:lnTo>
                  <a:lnTo>
                    <a:pt x="3733" y="433"/>
                  </a:lnTo>
                  <a:lnTo>
                    <a:pt x="3739" y="429"/>
                  </a:lnTo>
                  <a:lnTo>
                    <a:pt x="3741" y="423"/>
                  </a:lnTo>
                  <a:lnTo>
                    <a:pt x="3741" y="418"/>
                  </a:lnTo>
                  <a:lnTo>
                    <a:pt x="3741" y="411"/>
                  </a:lnTo>
                  <a:lnTo>
                    <a:pt x="3739" y="406"/>
                  </a:lnTo>
                  <a:lnTo>
                    <a:pt x="3736" y="399"/>
                  </a:lnTo>
                  <a:lnTo>
                    <a:pt x="3677" y="325"/>
                  </a:lnTo>
                  <a:lnTo>
                    <a:pt x="3673" y="323"/>
                  </a:lnTo>
                  <a:lnTo>
                    <a:pt x="3668" y="322"/>
                  </a:lnTo>
                  <a:lnTo>
                    <a:pt x="3657" y="320"/>
                  </a:lnTo>
                  <a:lnTo>
                    <a:pt x="3640" y="318"/>
                  </a:lnTo>
                  <a:lnTo>
                    <a:pt x="3619" y="314"/>
                  </a:lnTo>
                  <a:lnTo>
                    <a:pt x="3605" y="305"/>
                  </a:lnTo>
                  <a:lnTo>
                    <a:pt x="3525" y="226"/>
                  </a:lnTo>
                  <a:lnTo>
                    <a:pt x="3531" y="204"/>
                  </a:lnTo>
                  <a:lnTo>
                    <a:pt x="3559" y="180"/>
                  </a:lnTo>
                  <a:lnTo>
                    <a:pt x="3577" y="164"/>
                  </a:lnTo>
                  <a:lnTo>
                    <a:pt x="3602" y="151"/>
                  </a:lnTo>
                  <a:lnTo>
                    <a:pt x="3623" y="141"/>
                  </a:lnTo>
                  <a:lnTo>
                    <a:pt x="3633" y="136"/>
                  </a:lnTo>
                  <a:lnTo>
                    <a:pt x="3678" y="113"/>
                  </a:lnTo>
                  <a:lnTo>
                    <a:pt x="3704" y="101"/>
                  </a:lnTo>
                  <a:lnTo>
                    <a:pt x="3730" y="95"/>
                  </a:lnTo>
                  <a:lnTo>
                    <a:pt x="3761" y="88"/>
                  </a:lnTo>
                  <a:lnTo>
                    <a:pt x="3779" y="82"/>
                  </a:lnTo>
                  <a:lnTo>
                    <a:pt x="3791" y="79"/>
                  </a:lnTo>
                  <a:lnTo>
                    <a:pt x="3798" y="79"/>
                  </a:lnTo>
                  <a:lnTo>
                    <a:pt x="3840" y="57"/>
                  </a:lnTo>
                  <a:lnTo>
                    <a:pt x="3858" y="48"/>
                  </a:lnTo>
                  <a:lnTo>
                    <a:pt x="3869" y="40"/>
                  </a:lnTo>
                  <a:lnTo>
                    <a:pt x="3902" y="22"/>
                  </a:lnTo>
                  <a:lnTo>
                    <a:pt x="3967" y="17"/>
                  </a:lnTo>
                  <a:lnTo>
                    <a:pt x="3989" y="26"/>
                  </a:lnTo>
                  <a:lnTo>
                    <a:pt x="3997" y="30"/>
                  </a:lnTo>
                  <a:lnTo>
                    <a:pt x="4025" y="30"/>
                  </a:lnTo>
                  <a:lnTo>
                    <a:pt x="4048" y="25"/>
                  </a:lnTo>
                  <a:lnTo>
                    <a:pt x="4053" y="26"/>
                  </a:lnTo>
                  <a:lnTo>
                    <a:pt x="4059" y="24"/>
                  </a:lnTo>
                  <a:lnTo>
                    <a:pt x="4066" y="21"/>
                  </a:lnTo>
                  <a:lnTo>
                    <a:pt x="4089" y="16"/>
                  </a:lnTo>
                  <a:lnTo>
                    <a:pt x="4105" y="15"/>
                  </a:lnTo>
                  <a:lnTo>
                    <a:pt x="4115" y="14"/>
                  </a:lnTo>
                  <a:lnTo>
                    <a:pt x="4130" y="8"/>
                  </a:lnTo>
                  <a:lnTo>
                    <a:pt x="4166" y="0"/>
                  </a:lnTo>
                  <a:lnTo>
                    <a:pt x="4188" y="5"/>
                  </a:lnTo>
                  <a:lnTo>
                    <a:pt x="4289" y="32"/>
                  </a:lnTo>
                  <a:lnTo>
                    <a:pt x="4294" y="35"/>
                  </a:lnTo>
                  <a:lnTo>
                    <a:pt x="4295" y="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9014567" y="2454066"/>
              <a:ext cx="1176" cy="1142"/>
            </a:xfrm>
            <a:custGeom>
              <a:avLst/>
              <a:pathLst>
                <a:path w="1176" h="1142">
                  <a:moveTo>
                    <a:pt x="775" y="14"/>
                  </a:moveTo>
                  <a:lnTo>
                    <a:pt x="1057" y="390"/>
                  </a:lnTo>
                  <a:lnTo>
                    <a:pt x="1093" y="480"/>
                  </a:lnTo>
                  <a:lnTo>
                    <a:pt x="1099" y="491"/>
                  </a:lnTo>
                  <a:lnTo>
                    <a:pt x="1103" y="502"/>
                  </a:lnTo>
                  <a:lnTo>
                    <a:pt x="1107" y="517"/>
                  </a:lnTo>
                  <a:lnTo>
                    <a:pt x="1176" y="790"/>
                  </a:lnTo>
                  <a:lnTo>
                    <a:pt x="1165" y="838"/>
                  </a:lnTo>
                  <a:lnTo>
                    <a:pt x="1149" y="889"/>
                  </a:lnTo>
                  <a:lnTo>
                    <a:pt x="1093" y="1054"/>
                  </a:lnTo>
                  <a:lnTo>
                    <a:pt x="1014" y="1137"/>
                  </a:lnTo>
                  <a:lnTo>
                    <a:pt x="1010" y="1142"/>
                  </a:lnTo>
                  <a:lnTo>
                    <a:pt x="996" y="1142"/>
                  </a:lnTo>
                  <a:lnTo>
                    <a:pt x="970" y="1142"/>
                  </a:lnTo>
                  <a:lnTo>
                    <a:pt x="953" y="1139"/>
                  </a:lnTo>
                  <a:lnTo>
                    <a:pt x="948" y="1133"/>
                  </a:lnTo>
                  <a:lnTo>
                    <a:pt x="944" y="1124"/>
                  </a:lnTo>
                  <a:lnTo>
                    <a:pt x="940" y="1115"/>
                  </a:lnTo>
                  <a:lnTo>
                    <a:pt x="907" y="1086"/>
                  </a:lnTo>
                  <a:lnTo>
                    <a:pt x="892" y="1064"/>
                  </a:lnTo>
                  <a:lnTo>
                    <a:pt x="885" y="1055"/>
                  </a:lnTo>
                  <a:lnTo>
                    <a:pt x="810" y="957"/>
                  </a:lnTo>
                  <a:lnTo>
                    <a:pt x="805" y="951"/>
                  </a:lnTo>
                  <a:lnTo>
                    <a:pt x="796" y="948"/>
                  </a:lnTo>
                  <a:lnTo>
                    <a:pt x="790" y="948"/>
                  </a:lnTo>
                  <a:lnTo>
                    <a:pt x="738" y="953"/>
                  </a:lnTo>
                  <a:lnTo>
                    <a:pt x="720" y="955"/>
                  </a:lnTo>
                  <a:lnTo>
                    <a:pt x="702" y="968"/>
                  </a:lnTo>
                  <a:lnTo>
                    <a:pt x="692" y="979"/>
                  </a:lnTo>
                  <a:lnTo>
                    <a:pt x="672" y="1012"/>
                  </a:lnTo>
                  <a:lnTo>
                    <a:pt x="668" y="1015"/>
                  </a:lnTo>
                  <a:lnTo>
                    <a:pt x="662" y="1014"/>
                  </a:lnTo>
                  <a:lnTo>
                    <a:pt x="659" y="1009"/>
                  </a:lnTo>
                  <a:lnTo>
                    <a:pt x="659" y="1001"/>
                  </a:lnTo>
                  <a:lnTo>
                    <a:pt x="655" y="996"/>
                  </a:lnTo>
                  <a:lnTo>
                    <a:pt x="651" y="993"/>
                  </a:lnTo>
                  <a:lnTo>
                    <a:pt x="630" y="978"/>
                  </a:lnTo>
                  <a:lnTo>
                    <a:pt x="622" y="974"/>
                  </a:lnTo>
                  <a:lnTo>
                    <a:pt x="618" y="971"/>
                  </a:lnTo>
                  <a:lnTo>
                    <a:pt x="608" y="959"/>
                  </a:lnTo>
                  <a:lnTo>
                    <a:pt x="279" y="896"/>
                  </a:lnTo>
                  <a:lnTo>
                    <a:pt x="265" y="891"/>
                  </a:lnTo>
                  <a:lnTo>
                    <a:pt x="249" y="878"/>
                  </a:lnTo>
                  <a:lnTo>
                    <a:pt x="145" y="821"/>
                  </a:lnTo>
                  <a:lnTo>
                    <a:pt x="120" y="807"/>
                  </a:lnTo>
                  <a:lnTo>
                    <a:pt x="109" y="785"/>
                  </a:lnTo>
                  <a:lnTo>
                    <a:pt x="102" y="766"/>
                  </a:lnTo>
                  <a:lnTo>
                    <a:pt x="99" y="752"/>
                  </a:lnTo>
                  <a:lnTo>
                    <a:pt x="89" y="732"/>
                  </a:lnTo>
                  <a:lnTo>
                    <a:pt x="59" y="697"/>
                  </a:lnTo>
                  <a:lnTo>
                    <a:pt x="26" y="666"/>
                  </a:lnTo>
                  <a:lnTo>
                    <a:pt x="11" y="648"/>
                  </a:lnTo>
                  <a:lnTo>
                    <a:pt x="0" y="611"/>
                  </a:lnTo>
                  <a:lnTo>
                    <a:pt x="0" y="593"/>
                  </a:lnTo>
                  <a:lnTo>
                    <a:pt x="5" y="422"/>
                  </a:lnTo>
                  <a:lnTo>
                    <a:pt x="73" y="357"/>
                  </a:lnTo>
                  <a:lnTo>
                    <a:pt x="81" y="361"/>
                  </a:lnTo>
                  <a:lnTo>
                    <a:pt x="112" y="378"/>
                  </a:lnTo>
                  <a:lnTo>
                    <a:pt x="136" y="386"/>
                  </a:lnTo>
                  <a:lnTo>
                    <a:pt x="259" y="363"/>
                  </a:lnTo>
                  <a:lnTo>
                    <a:pt x="265" y="361"/>
                  </a:lnTo>
                  <a:lnTo>
                    <a:pt x="281" y="330"/>
                  </a:lnTo>
                  <a:lnTo>
                    <a:pt x="318" y="258"/>
                  </a:lnTo>
                  <a:lnTo>
                    <a:pt x="331" y="203"/>
                  </a:lnTo>
                  <a:lnTo>
                    <a:pt x="350" y="179"/>
                  </a:lnTo>
                  <a:lnTo>
                    <a:pt x="361" y="164"/>
                  </a:lnTo>
                  <a:lnTo>
                    <a:pt x="362" y="154"/>
                  </a:lnTo>
                  <a:lnTo>
                    <a:pt x="363" y="144"/>
                  </a:lnTo>
                  <a:lnTo>
                    <a:pt x="365" y="137"/>
                  </a:lnTo>
                  <a:lnTo>
                    <a:pt x="388" y="113"/>
                  </a:lnTo>
                  <a:lnTo>
                    <a:pt x="408" y="101"/>
                  </a:lnTo>
                  <a:lnTo>
                    <a:pt x="442" y="78"/>
                  </a:lnTo>
                  <a:lnTo>
                    <a:pt x="525" y="48"/>
                  </a:lnTo>
                  <a:lnTo>
                    <a:pt x="535" y="47"/>
                  </a:lnTo>
                  <a:lnTo>
                    <a:pt x="547" y="51"/>
                  </a:lnTo>
                  <a:lnTo>
                    <a:pt x="555" y="63"/>
                  </a:lnTo>
                  <a:lnTo>
                    <a:pt x="557" y="74"/>
                  </a:lnTo>
                  <a:lnTo>
                    <a:pt x="562" y="98"/>
                  </a:lnTo>
                  <a:lnTo>
                    <a:pt x="592" y="118"/>
                  </a:lnTo>
                  <a:lnTo>
                    <a:pt x="600" y="115"/>
                  </a:lnTo>
                  <a:lnTo>
                    <a:pt x="615" y="107"/>
                  </a:lnTo>
                  <a:lnTo>
                    <a:pt x="627" y="99"/>
                  </a:lnTo>
                  <a:lnTo>
                    <a:pt x="666" y="44"/>
                  </a:lnTo>
                  <a:lnTo>
                    <a:pt x="677" y="43"/>
                  </a:lnTo>
                  <a:lnTo>
                    <a:pt x="686" y="41"/>
                  </a:lnTo>
                  <a:lnTo>
                    <a:pt x="697" y="37"/>
                  </a:lnTo>
                  <a:lnTo>
                    <a:pt x="708" y="28"/>
                  </a:lnTo>
                  <a:lnTo>
                    <a:pt x="725" y="7"/>
                  </a:lnTo>
                  <a:lnTo>
                    <a:pt x="733" y="0"/>
                  </a:lnTo>
                  <a:lnTo>
                    <a:pt x="743" y="0"/>
                  </a:lnTo>
                  <a:lnTo>
                    <a:pt x="775" y="1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9008528" y="2453342"/>
              <a:ext cx="695" cy="723"/>
            </a:xfrm>
            <a:custGeom>
              <a:avLst/>
              <a:pathLst>
                <a:path w="695" h="723">
                  <a:moveTo>
                    <a:pt x="318" y="723"/>
                  </a:moveTo>
                  <a:lnTo>
                    <a:pt x="277" y="721"/>
                  </a:lnTo>
                  <a:lnTo>
                    <a:pt x="46" y="668"/>
                  </a:lnTo>
                  <a:lnTo>
                    <a:pt x="30" y="660"/>
                  </a:lnTo>
                  <a:lnTo>
                    <a:pt x="11" y="643"/>
                  </a:lnTo>
                  <a:lnTo>
                    <a:pt x="0" y="587"/>
                  </a:lnTo>
                  <a:lnTo>
                    <a:pt x="155" y="129"/>
                  </a:lnTo>
                  <a:lnTo>
                    <a:pt x="302" y="47"/>
                  </a:lnTo>
                  <a:lnTo>
                    <a:pt x="314" y="33"/>
                  </a:lnTo>
                  <a:lnTo>
                    <a:pt x="360" y="15"/>
                  </a:lnTo>
                  <a:lnTo>
                    <a:pt x="411" y="1"/>
                  </a:lnTo>
                  <a:lnTo>
                    <a:pt x="429" y="0"/>
                  </a:lnTo>
                  <a:lnTo>
                    <a:pt x="562" y="63"/>
                  </a:lnTo>
                  <a:lnTo>
                    <a:pt x="612" y="141"/>
                  </a:lnTo>
                  <a:lnTo>
                    <a:pt x="695" y="288"/>
                  </a:lnTo>
                  <a:lnTo>
                    <a:pt x="678" y="395"/>
                  </a:lnTo>
                  <a:lnTo>
                    <a:pt x="594" y="546"/>
                  </a:lnTo>
                  <a:lnTo>
                    <a:pt x="569" y="569"/>
                  </a:lnTo>
                  <a:lnTo>
                    <a:pt x="416" y="683"/>
                  </a:lnTo>
                  <a:lnTo>
                    <a:pt x="392" y="699"/>
                  </a:lnTo>
                  <a:lnTo>
                    <a:pt x="318" y="7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9000866" y="2452440"/>
              <a:ext cx="556" cy="414"/>
            </a:xfrm>
            <a:custGeom>
              <a:avLst/>
              <a:pathLst>
                <a:path w="556" h="414">
                  <a:moveTo>
                    <a:pt x="531" y="29"/>
                  </a:moveTo>
                  <a:lnTo>
                    <a:pt x="556" y="152"/>
                  </a:lnTo>
                  <a:lnTo>
                    <a:pt x="365" y="322"/>
                  </a:lnTo>
                  <a:lnTo>
                    <a:pt x="263" y="389"/>
                  </a:lnTo>
                  <a:lnTo>
                    <a:pt x="235" y="399"/>
                  </a:lnTo>
                  <a:lnTo>
                    <a:pt x="178" y="407"/>
                  </a:lnTo>
                  <a:lnTo>
                    <a:pt x="114" y="414"/>
                  </a:lnTo>
                  <a:lnTo>
                    <a:pt x="105" y="414"/>
                  </a:lnTo>
                  <a:lnTo>
                    <a:pt x="18" y="390"/>
                  </a:lnTo>
                  <a:lnTo>
                    <a:pt x="0" y="352"/>
                  </a:lnTo>
                  <a:lnTo>
                    <a:pt x="14" y="75"/>
                  </a:lnTo>
                  <a:lnTo>
                    <a:pt x="17" y="56"/>
                  </a:lnTo>
                  <a:lnTo>
                    <a:pt x="35" y="33"/>
                  </a:lnTo>
                  <a:lnTo>
                    <a:pt x="60" y="26"/>
                  </a:lnTo>
                  <a:lnTo>
                    <a:pt x="163" y="13"/>
                  </a:lnTo>
                  <a:lnTo>
                    <a:pt x="296" y="0"/>
                  </a:lnTo>
                  <a:lnTo>
                    <a:pt x="331" y="2"/>
                  </a:lnTo>
                  <a:lnTo>
                    <a:pt x="343" y="11"/>
                  </a:lnTo>
                  <a:lnTo>
                    <a:pt x="346" y="37"/>
                  </a:lnTo>
                  <a:lnTo>
                    <a:pt x="340" y="63"/>
                  </a:lnTo>
                  <a:lnTo>
                    <a:pt x="349" y="78"/>
                  </a:lnTo>
                  <a:lnTo>
                    <a:pt x="361" y="86"/>
                  </a:lnTo>
                  <a:lnTo>
                    <a:pt x="430" y="84"/>
                  </a:lnTo>
                  <a:lnTo>
                    <a:pt x="491" y="32"/>
                  </a:lnTo>
                  <a:lnTo>
                    <a:pt x="519" y="2"/>
                  </a:lnTo>
                  <a:lnTo>
                    <a:pt x="531" y="2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8993906" y="2451487"/>
              <a:ext cx="2508" cy="2720"/>
            </a:xfrm>
            <a:custGeom>
              <a:avLst/>
              <a:pathLst>
                <a:path w="2508" h="2720">
                  <a:moveTo>
                    <a:pt x="2046" y="38"/>
                  </a:moveTo>
                  <a:lnTo>
                    <a:pt x="2351" y="966"/>
                  </a:lnTo>
                  <a:lnTo>
                    <a:pt x="2508" y="1463"/>
                  </a:lnTo>
                  <a:lnTo>
                    <a:pt x="2508" y="1485"/>
                  </a:lnTo>
                  <a:lnTo>
                    <a:pt x="2493" y="1509"/>
                  </a:lnTo>
                  <a:lnTo>
                    <a:pt x="2398" y="1546"/>
                  </a:lnTo>
                  <a:lnTo>
                    <a:pt x="2376" y="1548"/>
                  </a:lnTo>
                  <a:lnTo>
                    <a:pt x="2351" y="1531"/>
                  </a:lnTo>
                  <a:lnTo>
                    <a:pt x="2188" y="1021"/>
                  </a:lnTo>
                  <a:lnTo>
                    <a:pt x="2138" y="898"/>
                  </a:lnTo>
                  <a:lnTo>
                    <a:pt x="1804" y="662"/>
                  </a:lnTo>
                  <a:lnTo>
                    <a:pt x="1618" y="1094"/>
                  </a:lnTo>
                  <a:lnTo>
                    <a:pt x="1625" y="1225"/>
                  </a:lnTo>
                  <a:lnTo>
                    <a:pt x="1750" y="1480"/>
                  </a:lnTo>
                  <a:lnTo>
                    <a:pt x="1966" y="1526"/>
                  </a:lnTo>
                  <a:lnTo>
                    <a:pt x="2001" y="1477"/>
                  </a:lnTo>
                  <a:lnTo>
                    <a:pt x="2128" y="1477"/>
                  </a:lnTo>
                  <a:lnTo>
                    <a:pt x="2188" y="1521"/>
                  </a:lnTo>
                  <a:lnTo>
                    <a:pt x="2264" y="1689"/>
                  </a:lnTo>
                  <a:lnTo>
                    <a:pt x="2264" y="1778"/>
                  </a:lnTo>
                  <a:lnTo>
                    <a:pt x="2142" y="1886"/>
                  </a:lnTo>
                  <a:lnTo>
                    <a:pt x="1736" y="2065"/>
                  </a:lnTo>
                  <a:lnTo>
                    <a:pt x="1648" y="2049"/>
                  </a:lnTo>
                  <a:lnTo>
                    <a:pt x="1540" y="1976"/>
                  </a:lnTo>
                  <a:lnTo>
                    <a:pt x="1503" y="1980"/>
                  </a:lnTo>
                  <a:lnTo>
                    <a:pt x="1477" y="1995"/>
                  </a:lnTo>
                  <a:lnTo>
                    <a:pt x="1425" y="2049"/>
                  </a:lnTo>
                  <a:lnTo>
                    <a:pt x="1377" y="2126"/>
                  </a:lnTo>
                  <a:lnTo>
                    <a:pt x="1340" y="2199"/>
                  </a:lnTo>
                  <a:lnTo>
                    <a:pt x="1298" y="2325"/>
                  </a:lnTo>
                  <a:lnTo>
                    <a:pt x="1311" y="2400"/>
                  </a:lnTo>
                  <a:lnTo>
                    <a:pt x="1460" y="2437"/>
                  </a:lnTo>
                  <a:lnTo>
                    <a:pt x="1472" y="2456"/>
                  </a:lnTo>
                  <a:lnTo>
                    <a:pt x="1475" y="2534"/>
                  </a:lnTo>
                  <a:lnTo>
                    <a:pt x="1321" y="2614"/>
                  </a:lnTo>
                  <a:lnTo>
                    <a:pt x="1087" y="2612"/>
                  </a:lnTo>
                  <a:lnTo>
                    <a:pt x="945" y="2567"/>
                  </a:lnTo>
                  <a:lnTo>
                    <a:pt x="727" y="2720"/>
                  </a:lnTo>
                  <a:lnTo>
                    <a:pt x="648" y="2718"/>
                  </a:lnTo>
                  <a:lnTo>
                    <a:pt x="452" y="2608"/>
                  </a:lnTo>
                  <a:lnTo>
                    <a:pt x="442" y="2372"/>
                  </a:lnTo>
                  <a:lnTo>
                    <a:pt x="509" y="2103"/>
                  </a:lnTo>
                  <a:lnTo>
                    <a:pt x="530" y="1213"/>
                  </a:lnTo>
                  <a:lnTo>
                    <a:pt x="523" y="1034"/>
                  </a:lnTo>
                  <a:lnTo>
                    <a:pt x="296" y="711"/>
                  </a:lnTo>
                  <a:lnTo>
                    <a:pt x="116" y="551"/>
                  </a:lnTo>
                  <a:lnTo>
                    <a:pt x="94" y="519"/>
                  </a:lnTo>
                  <a:lnTo>
                    <a:pt x="20" y="285"/>
                  </a:lnTo>
                  <a:lnTo>
                    <a:pt x="0" y="167"/>
                  </a:lnTo>
                  <a:lnTo>
                    <a:pt x="170" y="86"/>
                  </a:lnTo>
                  <a:lnTo>
                    <a:pt x="546" y="0"/>
                  </a:lnTo>
                  <a:lnTo>
                    <a:pt x="1207" y="48"/>
                  </a:lnTo>
                  <a:lnTo>
                    <a:pt x="1431" y="72"/>
                  </a:lnTo>
                  <a:lnTo>
                    <a:pt x="1684" y="212"/>
                  </a:lnTo>
                  <a:lnTo>
                    <a:pt x="1943" y="119"/>
                  </a:lnTo>
                  <a:lnTo>
                    <a:pt x="1932" y="73"/>
                  </a:lnTo>
                  <a:lnTo>
                    <a:pt x="1949" y="33"/>
                  </a:lnTo>
                  <a:lnTo>
                    <a:pt x="2008" y="14"/>
                  </a:lnTo>
                  <a:lnTo>
                    <a:pt x="2030" y="22"/>
                  </a:lnTo>
                  <a:lnTo>
                    <a:pt x="2046" y="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9005529" y="2451821"/>
              <a:ext cx="924" cy="1845"/>
            </a:xfrm>
            <a:custGeom>
              <a:avLst/>
              <a:pathLst>
                <a:path w="924" h="1845">
                  <a:moveTo>
                    <a:pt x="458" y="508"/>
                  </a:moveTo>
                  <a:lnTo>
                    <a:pt x="485" y="538"/>
                  </a:lnTo>
                  <a:lnTo>
                    <a:pt x="573" y="544"/>
                  </a:lnTo>
                  <a:lnTo>
                    <a:pt x="823" y="782"/>
                  </a:lnTo>
                  <a:lnTo>
                    <a:pt x="832" y="792"/>
                  </a:lnTo>
                  <a:lnTo>
                    <a:pt x="874" y="902"/>
                  </a:lnTo>
                  <a:lnTo>
                    <a:pt x="924" y="1104"/>
                  </a:lnTo>
                  <a:lnTo>
                    <a:pt x="892" y="1249"/>
                  </a:lnTo>
                  <a:lnTo>
                    <a:pt x="750" y="1404"/>
                  </a:lnTo>
                  <a:lnTo>
                    <a:pt x="699" y="1463"/>
                  </a:lnTo>
                  <a:lnTo>
                    <a:pt x="613" y="1604"/>
                  </a:lnTo>
                  <a:lnTo>
                    <a:pt x="571" y="1679"/>
                  </a:lnTo>
                  <a:lnTo>
                    <a:pt x="550" y="1796"/>
                  </a:lnTo>
                  <a:lnTo>
                    <a:pt x="518" y="1840"/>
                  </a:lnTo>
                  <a:lnTo>
                    <a:pt x="505" y="1845"/>
                  </a:lnTo>
                  <a:lnTo>
                    <a:pt x="243" y="1754"/>
                  </a:lnTo>
                  <a:lnTo>
                    <a:pt x="187" y="1697"/>
                  </a:lnTo>
                  <a:lnTo>
                    <a:pt x="170" y="1644"/>
                  </a:lnTo>
                  <a:lnTo>
                    <a:pt x="169" y="1617"/>
                  </a:lnTo>
                  <a:lnTo>
                    <a:pt x="147" y="1494"/>
                  </a:lnTo>
                  <a:lnTo>
                    <a:pt x="125" y="1380"/>
                  </a:lnTo>
                  <a:lnTo>
                    <a:pt x="115" y="1338"/>
                  </a:lnTo>
                  <a:lnTo>
                    <a:pt x="86" y="1286"/>
                  </a:lnTo>
                  <a:lnTo>
                    <a:pt x="64" y="1292"/>
                  </a:lnTo>
                  <a:lnTo>
                    <a:pt x="29" y="1333"/>
                  </a:lnTo>
                  <a:lnTo>
                    <a:pt x="7" y="1328"/>
                  </a:lnTo>
                  <a:lnTo>
                    <a:pt x="0" y="1307"/>
                  </a:lnTo>
                  <a:lnTo>
                    <a:pt x="18" y="1197"/>
                  </a:lnTo>
                  <a:lnTo>
                    <a:pt x="72" y="1113"/>
                  </a:lnTo>
                  <a:lnTo>
                    <a:pt x="272" y="979"/>
                  </a:lnTo>
                  <a:lnTo>
                    <a:pt x="286" y="578"/>
                  </a:lnTo>
                  <a:lnTo>
                    <a:pt x="272" y="503"/>
                  </a:lnTo>
                  <a:lnTo>
                    <a:pt x="262" y="457"/>
                  </a:lnTo>
                  <a:lnTo>
                    <a:pt x="231" y="399"/>
                  </a:lnTo>
                  <a:lnTo>
                    <a:pt x="131" y="197"/>
                  </a:lnTo>
                  <a:lnTo>
                    <a:pt x="110" y="127"/>
                  </a:lnTo>
                  <a:lnTo>
                    <a:pt x="171" y="55"/>
                  </a:lnTo>
                  <a:lnTo>
                    <a:pt x="431" y="5"/>
                  </a:lnTo>
                  <a:lnTo>
                    <a:pt x="482" y="0"/>
                  </a:lnTo>
                  <a:lnTo>
                    <a:pt x="500" y="19"/>
                  </a:lnTo>
                  <a:lnTo>
                    <a:pt x="501" y="33"/>
                  </a:lnTo>
                  <a:lnTo>
                    <a:pt x="491" y="81"/>
                  </a:lnTo>
                  <a:lnTo>
                    <a:pt x="487" y="121"/>
                  </a:lnTo>
                  <a:lnTo>
                    <a:pt x="459" y="389"/>
                  </a:lnTo>
                  <a:lnTo>
                    <a:pt x="458" y="50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9004805" y="2450902"/>
              <a:ext cx="729" cy="859"/>
            </a:xfrm>
            <a:custGeom>
              <a:avLst/>
              <a:pathLst>
                <a:path w="729" h="859">
                  <a:moveTo>
                    <a:pt x="290" y="0"/>
                  </a:moveTo>
                  <a:lnTo>
                    <a:pt x="306" y="5"/>
                  </a:lnTo>
                  <a:lnTo>
                    <a:pt x="338" y="5"/>
                  </a:lnTo>
                  <a:lnTo>
                    <a:pt x="354" y="20"/>
                  </a:lnTo>
                  <a:lnTo>
                    <a:pt x="366" y="81"/>
                  </a:lnTo>
                  <a:lnTo>
                    <a:pt x="359" y="160"/>
                  </a:lnTo>
                  <a:lnTo>
                    <a:pt x="315" y="216"/>
                  </a:lnTo>
                  <a:lnTo>
                    <a:pt x="310" y="233"/>
                  </a:lnTo>
                  <a:lnTo>
                    <a:pt x="311" y="249"/>
                  </a:lnTo>
                  <a:lnTo>
                    <a:pt x="328" y="369"/>
                  </a:lnTo>
                  <a:lnTo>
                    <a:pt x="353" y="389"/>
                  </a:lnTo>
                  <a:lnTo>
                    <a:pt x="395" y="373"/>
                  </a:lnTo>
                  <a:lnTo>
                    <a:pt x="453" y="311"/>
                  </a:lnTo>
                  <a:lnTo>
                    <a:pt x="718" y="694"/>
                  </a:lnTo>
                  <a:lnTo>
                    <a:pt x="729" y="714"/>
                  </a:lnTo>
                  <a:lnTo>
                    <a:pt x="689" y="795"/>
                  </a:lnTo>
                  <a:lnTo>
                    <a:pt x="650" y="859"/>
                  </a:lnTo>
                  <a:lnTo>
                    <a:pt x="394" y="725"/>
                  </a:lnTo>
                  <a:lnTo>
                    <a:pt x="179" y="607"/>
                  </a:lnTo>
                  <a:lnTo>
                    <a:pt x="36" y="527"/>
                  </a:lnTo>
                  <a:lnTo>
                    <a:pt x="30" y="520"/>
                  </a:lnTo>
                  <a:lnTo>
                    <a:pt x="2" y="454"/>
                  </a:lnTo>
                  <a:lnTo>
                    <a:pt x="0" y="444"/>
                  </a:lnTo>
                  <a:lnTo>
                    <a:pt x="73" y="73"/>
                  </a:lnTo>
                  <a:lnTo>
                    <a:pt x="93" y="57"/>
                  </a:lnTo>
                  <a:lnTo>
                    <a:pt x="290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8995001" y="2449888"/>
              <a:ext cx="242" cy="458"/>
            </a:xfrm>
            <a:custGeom>
              <a:avLst/>
              <a:pathLst>
                <a:path w="242" h="458">
                  <a:moveTo>
                    <a:pt x="234" y="440"/>
                  </a:moveTo>
                  <a:lnTo>
                    <a:pt x="220" y="452"/>
                  </a:lnTo>
                  <a:lnTo>
                    <a:pt x="208" y="458"/>
                  </a:lnTo>
                  <a:lnTo>
                    <a:pt x="201" y="458"/>
                  </a:lnTo>
                  <a:lnTo>
                    <a:pt x="190" y="458"/>
                  </a:lnTo>
                  <a:lnTo>
                    <a:pt x="162" y="456"/>
                  </a:lnTo>
                  <a:lnTo>
                    <a:pt x="123" y="449"/>
                  </a:lnTo>
                  <a:lnTo>
                    <a:pt x="101" y="442"/>
                  </a:lnTo>
                  <a:lnTo>
                    <a:pt x="80" y="433"/>
                  </a:lnTo>
                  <a:lnTo>
                    <a:pt x="70" y="433"/>
                  </a:lnTo>
                  <a:lnTo>
                    <a:pt x="55" y="424"/>
                  </a:lnTo>
                  <a:lnTo>
                    <a:pt x="36" y="418"/>
                  </a:lnTo>
                  <a:lnTo>
                    <a:pt x="24" y="410"/>
                  </a:lnTo>
                  <a:lnTo>
                    <a:pt x="0" y="391"/>
                  </a:lnTo>
                  <a:lnTo>
                    <a:pt x="0" y="386"/>
                  </a:lnTo>
                  <a:lnTo>
                    <a:pt x="5" y="384"/>
                  </a:lnTo>
                  <a:lnTo>
                    <a:pt x="21" y="384"/>
                  </a:lnTo>
                  <a:lnTo>
                    <a:pt x="27" y="377"/>
                  </a:lnTo>
                  <a:lnTo>
                    <a:pt x="30" y="364"/>
                  </a:lnTo>
                  <a:lnTo>
                    <a:pt x="24" y="356"/>
                  </a:lnTo>
                  <a:lnTo>
                    <a:pt x="18" y="352"/>
                  </a:lnTo>
                  <a:lnTo>
                    <a:pt x="15" y="347"/>
                  </a:lnTo>
                  <a:lnTo>
                    <a:pt x="11" y="268"/>
                  </a:lnTo>
                  <a:lnTo>
                    <a:pt x="7" y="170"/>
                  </a:lnTo>
                  <a:lnTo>
                    <a:pt x="11" y="157"/>
                  </a:lnTo>
                  <a:lnTo>
                    <a:pt x="14" y="147"/>
                  </a:lnTo>
                  <a:lnTo>
                    <a:pt x="17" y="139"/>
                  </a:lnTo>
                  <a:lnTo>
                    <a:pt x="19" y="133"/>
                  </a:lnTo>
                  <a:lnTo>
                    <a:pt x="24" y="116"/>
                  </a:lnTo>
                  <a:lnTo>
                    <a:pt x="30" y="90"/>
                  </a:lnTo>
                  <a:lnTo>
                    <a:pt x="29" y="75"/>
                  </a:lnTo>
                  <a:lnTo>
                    <a:pt x="23" y="66"/>
                  </a:lnTo>
                  <a:lnTo>
                    <a:pt x="16" y="56"/>
                  </a:lnTo>
                  <a:lnTo>
                    <a:pt x="9" y="40"/>
                  </a:lnTo>
                  <a:lnTo>
                    <a:pt x="9" y="22"/>
                  </a:lnTo>
                  <a:lnTo>
                    <a:pt x="10" y="13"/>
                  </a:lnTo>
                  <a:lnTo>
                    <a:pt x="11" y="2"/>
                  </a:lnTo>
                  <a:lnTo>
                    <a:pt x="16" y="0"/>
                  </a:lnTo>
                  <a:lnTo>
                    <a:pt x="27" y="8"/>
                  </a:lnTo>
                  <a:lnTo>
                    <a:pt x="37" y="16"/>
                  </a:lnTo>
                  <a:lnTo>
                    <a:pt x="46" y="24"/>
                  </a:lnTo>
                  <a:lnTo>
                    <a:pt x="71" y="45"/>
                  </a:lnTo>
                  <a:lnTo>
                    <a:pt x="96" y="73"/>
                  </a:lnTo>
                  <a:lnTo>
                    <a:pt x="114" y="85"/>
                  </a:lnTo>
                  <a:lnTo>
                    <a:pt x="133" y="99"/>
                  </a:lnTo>
                  <a:lnTo>
                    <a:pt x="138" y="109"/>
                  </a:lnTo>
                  <a:lnTo>
                    <a:pt x="152" y="117"/>
                  </a:lnTo>
                  <a:lnTo>
                    <a:pt x="158" y="125"/>
                  </a:lnTo>
                  <a:lnTo>
                    <a:pt x="168" y="133"/>
                  </a:lnTo>
                  <a:lnTo>
                    <a:pt x="179" y="142"/>
                  </a:lnTo>
                  <a:lnTo>
                    <a:pt x="187" y="157"/>
                  </a:lnTo>
                  <a:lnTo>
                    <a:pt x="202" y="166"/>
                  </a:lnTo>
                  <a:lnTo>
                    <a:pt x="212" y="174"/>
                  </a:lnTo>
                  <a:lnTo>
                    <a:pt x="222" y="184"/>
                  </a:lnTo>
                  <a:lnTo>
                    <a:pt x="225" y="189"/>
                  </a:lnTo>
                  <a:lnTo>
                    <a:pt x="230" y="201"/>
                  </a:lnTo>
                  <a:lnTo>
                    <a:pt x="233" y="213"/>
                  </a:lnTo>
                  <a:lnTo>
                    <a:pt x="233" y="232"/>
                  </a:lnTo>
                  <a:lnTo>
                    <a:pt x="227" y="243"/>
                  </a:lnTo>
                  <a:lnTo>
                    <a:pt x="227" y="256"/>
                  </a:lnTo>
                  <a:lnTo>
                    <a:pt x="230" y="284"/>
                  </a:lnTo>
                  <a:lnTo>
                    <a:pt x="232" y="295"/>
                  </a:lnTo>
                  <a:lnTo>
                    <a:pt x="232" y="301"/>
                  </a:lnTo>
                  <a:lnTo>
                    <a:pt x="234" y="315"/>
                  </a:lnTo>
                  <a:lnTo>
                    <a:pt x="236" y="320"/>
                  </a:lnTo>
                  <a:lnTo>
                    <a:pt x="239" y="330"/>
                  </a:lnTo>
                  <a:lnTo>
                    <a:pt x="242" y="351"/>
                  </a:lnTo>
                  <a:lnTo>
                    <a:pt x="240" y="402"/>
                  </a:lnTo>
                  <a:lnTo>
                    <a:pt x="234" y="44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9009252" y="2451284"/>
              <a:ext cx="797" cy="677"/>
            </a:xfrm>
            <a:custGeom>
              <a:avLst/>
              <a:pathLst>
                <a:path w="797" h="677">
                  <a:moveTo>
                    <a:pt x="698" y="412"/>
                  </a:moveTo>
                  <a:lnTo>
                    <a:pt x="711" y="484"/>
                  </a:lnTo>
                  <a:lnTo>
                    <a:pt x="710" y="512"/>
                  </a:lnTo>
                  <a:lnTo>
                    <a:pt x="698" y="518"/>
                  </a:lnTo>
                  <a:lnTo>
                    <a:pt x="466" y="548"/>
                  </a:lnTo>
                  <a:lnTo>
                    <a:pt x="280" y="606"/>
                  </a:lnTo>
                  <a:lnTo>
                    <a:pt x="261" y="636"/>
                  </a:lnTo>
                  <a:lnTo>
                    <a:pt x="225" y="666"/>
                  </a:lnTo>
                  <a:lnTo>
                    <a:pt x="171" y="677"/>
                  </a:lnTo>
                  <a:lnTo>
                    <a:pt x="78" y="599"/>
                  </a:lnTo>
                  <a:lnTo>
                    <a:pt x="37" y="565"/>
                  </a:lnTo>
                  <a:lnTo>
                    <a:pt x="11" y="531"/>
                  </a:lnTo>
                  <a:lnTo>
                    <a:pt x="0" y="501"/>
                  </a:lnTo>
                  <a:lnTo>
                    <a:pt x="7" y="448"/>
                  </a:lnTo>
                  <a:lnTo>
                    <a:pt x="25" y="424"/>
                  </a:lnTo>
                  <a:lnTo>
                    <a:pt x="77" y="373"/>
                  </a:lnTo>
                  <a:lnTo>
                    <a:pt x="130" y="334"/>
                  </a:lnTo>
                  <a:lnTo>
                    <a:pt x="224" y="318"/>
                  </a:lnTo>
                  <a:lnTo>
                    <a:pt x="258" y="346"/>
                  </a:lnTo>
                  <a:lnTo>
                    <a:pt x="287" y="380"/>
                  </a:lnTo>
                  <a:lnTo>
                    <a:pt x="319" y="376"/>
                  </a:lnTo>
                  <a:lnTo>
                    <a:pt x="423" y="304"/>
                  </a:lnTo>
                  <a:lnTo>
                    <a:pt x="487" y="230"/>
                  </a:lnTo>
                  <a:lnTo>
                    <a:pt x="492" y="210"/>
                  </a:lnTo>
                  <a:lnTo>
                    <a:pt x="429" y="136"/>
                  </a:lnTo>
                  <a:lnTo>
                    <a:pt x="433" y="109"/>
                  </a:lnTo>
                  <a:lnTo>
                    <a:pt x="443" y="45"/>
                  </a:lnTo>
                  <a:lnTo>
                    <a:pt x="467" y="19"/>
                  </a:lnTo>
                  <a:lnTo>
                    <a:pt x="513" y="6"/>
                  </a:lnTo>
                  <a:lnTo>
                    <a:pt x="541" y="0"/>
                  </a:lnTo>
                  <a:lnTo>
                    <a:pt x="689" y="24"/>
                  </a:lnTo>
                  <a:lnTo>
                    <a:pt x="715" y="40"/>
                  </a:lnTo>
                  <a:lnTo>
                    <a:pt x="772" y="76"/>
                  </a:lnTo>
                  <a:lnTo>
                    <a:pt x="789" y="92"/>
                  </a:lnTo>
                  <a:lnTo>
                    <a:pt x="795" y="101"/>
                  </a:lnTo>
                  <a:lnTo>
                    <a:pt x="797" y="131"/>
                  </a:lnTo>
                  <a:lnTo>
                    <a:pt x="769" y="156"/>
                  </a:lnTo>
                  <a:lnTo>
                    <a:pt x="672" y="353"/>
                  </a:lnTo>
                  <a:lnTo>
                    <a:pt x="698" y="4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8995215" y="2449121"/>
              <a:ext cx="645" cy="857"/>
            </a:xfrm>
            <a:custGeom>
              <a:avLst/>
              <a:pathLst>
                <a:path w="645" h="857">
                  <a:moveTo>
                    <a:pt x="112" y="857"/>
                  </a:moveTo>
                  <a:lnTo>
                    <a:pt x="79" y="857"/>
                  </a:lnTo>
                  <a:lnTo>
                    <a:pt x="61" y="840"/>
                  </a:lnTo>
                  <a:lnTo>
                    <a:pt x="52" y="818"/>
                  </a:lnTo>
                  <a:lnTo>
                    <a:pt x="53" y="782"/>
                  </a:lnTo>
                  <a:lnTo>
                    <a:pt x="54" y="727"/>
                  </a:lnTo>
                  <a:lnTo>
                    <a:pt x="55" y="711"/>
                  </a:lnTo>
                  <a:lnTo>
                    <a:pt x="57" y="682"/>
                  </a:lnTo>
                  <a:lnTo>
                    <a:pt x="57" y="564"/>
                  </a:lnTo>
                  <a:lnTo>
                    <a:pt x="68" y="478"/>
                  </a:lnTo>
                  <a:lnTo>
                    <a:pt x="69" y="418"/>
                  </a:lnTo>
                  <a:lnTo>
                    <a:pt x="67" y="382"/>
                  </a:lnTo>
                  <a:lnTo>
                    <a:pt x="69" y="365"/>
                  </a:lnTo>
                  <a:lnTo>
                    <a:pt x="71" y="315"/>
                  </a:lnTo>
                  <a:lnTo>
                    <a:pt x="67" y="295"/>
                  </a:lnTo>
                  <a:lnTo>
                    <a:pt x="65" y="288"/>
                  </a:lnTo>
                  <a:lnTo>
                    <a:pt x="61" y="283"/>
                  </a:lnTo>
                  <a:lnTo>
                    <a:pt x="51" y="268"/>
                  </a:lnTo>
                  <a:lnTo>
                    <a:pt x="31" y="257"/>
                  </a:lnTo>
                  <a:lnTo>
                    <a:pt x="12" y="248"/>
                  </a:lnTo>
                  <a:lnTo>
                    <a:pt x="0" y="223"/>
                  </a:lnTo>
                  <a:lnTo>
                    <a:pt x="0" y="161"/>
                  </a:lnTo>
                  <a:lnTo>
                    <a:pt x="3" y="153"/>
                  </a:lnTo>
                  <a:lnTo>
                    <a:pt x="10" y="137"/>
                  </a:lnTo>
                  <a:lnTo>
                    <a:pt x="26" y="113"/>
                  </a:lnTo>
                  <a:lnTo>
                    <a:pt x="39" y="92"/>
                  </a:lnTo>
                  <a:lnTo>
                    <a:pt x="44" y="83"/>
                  </a:lnTo>
                  <a:lnTo>
                    <a:pt x="53" y="68"/>
                  </a:lnTo>
                  <a:lnTo>
                    <a:pt x="74" y="33"/>
                  </a:lnTo>
                  <a:lnTo>
                    <a:pt x="82" y="21"/>
                  </a:lnTo>
                  <a:lnTo>
                    <a:pt x="107" y="6"/>
                  </a:lnTo>
                  <a:lnTo>
                    <a:pt x="237" y="8"/>
                  </a:lnTo>
                  <a:lnTo>
                    <a:pt x="341" y="0"/>
                  </a:lnTo>
                  <a:lnTo>
                    <a:pt x="414" y="1"/>
                  </a:lnTo>
                  <a:lnTo>
                    <a:pt x="443" y="10"/>
                  </a:lnTo>
                  <a:lnTo>
                    <a:pt x="576" y="51"/>
                  </a:lnTo>
                  <a:lnTo>
                    <a:pt x="598" y="57"/>
                  </a:lnTo>
                  <a:lnTo>
                    <a:pt x="623" y="65"/>
                  </a:lnTo>
                  <a:lnTo>
                    <a:pt x="630" y="73"/>
                  </a:lnTo>
                  <a:lnTo>
                    <a:pt x="640" y="82"/>
                  </a:lnTo>
                  <a:lnTo>
                    <a:pt x="645" y="103"/>
                  </a:lnTo>
                  <a:lnTo>
                    <a:pt x="633" y="128"/>
                  </a:lnTo>
                  <a:lnTo>
                    <a:pt x="529" y="307"/>
                  </a:lnTo>
                  <a:lnTo>
                    <a:pt x="507" y="354"/>
                  </a:lnTo>
                  <a:lnTo>
                    <a:pt x="492" y="386"/>
                  </a:lnTo>
                  <a:lnTo>
                    <a:pt x="466" y="450"/>
                  </a:lnTo>
                  <a:lnTo>
                    <a:pt x="464" y="466"/>
                  </a:lnTo>
                  <a:lnTo>
                    <a:pt x="462" y="499"/>
                  </a:lnTo>
                  <a:lnTo>
                    <a:pt x="464" y="699"/>
                  </a:lnTo>
                  <a:lnTo>
                    <a:pt x="462" y="783"/>
                  </a:lnTo>
                  <a:lnTo>
                    <a:pt x="447" y="805"/>
                  </a:lnTo>
                  <a:lnTo>
                    <a:pt x="392" y="843"/>
                  </a:lnTo>
                  <a:lnTo>
                    <a:pt x="368" y="856"/>
                  </a:lnTo>
                  <a:lnTo>
                    <a:pt x="112" y="85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9009527" y="2450417"/>
              <a:ext cx="669" cy="478"/>
            </a:xfrm>
            <a:custGeom>
              <a:avLst/>
              <a:pathLst>
                <a:path w="669" h="478">
                  <a:moveTo>
                    <a:pt x="363" y="472"/>
                  </a:moveTo>
                  <a:lnTo>
                    <a:pt x="22" y="443"/>
                  </a:lnTo>
                  <a:lnTo>
                    <a:pt x="5" y="425"/>
                  </a:lnTo>
                  <a:lnTo>
                    <a:pt x="0" y="394"/>
                  </a:lnTo>
                  <a:lnTo>
                    <a:pt x="1" y="375"/>
                  </a:lnTo>
                  <a:lnTo>
                    <a:pt x="25" y="261"/>
                  </a:lnTo>
                  <a:lnTo>
                    <a:pt x="40" y="260"/>
                  </a:lnTo>
                  <a:lnTo>
                    <a:pt x="35" y="136"/>
                  </a:lnTo>
                  <a:lnTo>
                    <a:pt x="44" y="12"/>
                  </a:lnTo>
                  <a:lnTo>
                    <a:pt x="57" y="1"/>
                  </a:lnTo>
                  <a:lnTo>
                    <a:pt x="71" y="0"/>
                  </a:lnTo>
                  <a:lnTo>
                    <a:pt x="129" y="22"/>
                  </a:lnTo>
                  <a:lnTo>
                    <a:pt x="449" y="206"/>
                  </a:lnTo>
                  <a:lnTo>
                    <a:pt x="577" y="285"/>
                  </a:lnTo>
                  <a:lnTo>
                    <a:pt x="598" y="301"/>
                  </a:lnTo>
                  <a:lnTo>
                    <a:pt x="631" y="330"/>
                  </a:lnTo>
                  <a:lnTo>
                    <a:pt x="661" y="386"/>
                  </a:lnTo>
                  <a:lnTo>
                    <a:pt x="669" y="404"/>
                  </a:lnTo>
                  <a:lnTo>
                    <a:pt x="611" y="440"/>
                  </a:lnTo>
                  <a:lnTo>
                    <a:pt x="586" y="449"/>
                  </a:lnTo>
                  <a:lnTo>
                    <a:pt x="438" y="478"/>
                  </a:lnTo>
                  <a:lnTo>
                    <a:pt x="363" y="4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9012820" y="2449727"/>
              <a:ext cx="540" cy="672"/>
            </a:xfrm>
            <a:custGeom>
              <a:avLst/>
              <a:pathLst>
                <a:path w="540" h="672">
                  <a:moveTo>
                    <a:pt x="363" y="661"/>
                  </a:moveTo>
                  <a:lnTo>
                    <a:pt x="335" y="672"/>
                  </a:lnTo>
                  <a:lnTo>
                    <a:pt x="312" y="669"/>
                  </a:lnTo>
                  <a:lnTo>
                    <a:pt x="124" y="522"/>
                  </a:lnTo>
                  <a:lnTo>
                    <a:pt x="65" y="470"/>
                  </a:lnTo>
                  <a:lnTo>
                    <a:pt x="60" y="459"/>
                  </a:lnTo>
                  <a:lnTo>
                    <a:pt x="37" y="448"/>
                  </a:lnTo>
                  <a:lnTo>
                    <a:pt x="3" y="405"/>
                  </a:lnTo>
                  <a:lnTo>
                    <a:pt x="0" y="380"/>
                  </a:lnTo>
                  <a:lnTo>
                    <a:pt x="2" y="322"/>
                  </a:lnTo>
                  <a:lnTo>
                    <a:pt x="30" y="216"/>
                  </a:lnTo>
                  <a:lnTo>
                    <a:pt x="71" y="150"/>
                  </a:lnTo>
                  <a:lnTo>
                    <a:pt x="121" y="84"/>
                  </a:lnTo>
                  <a:lnTo>
                    <a:pt x="189" y="20"/>
                  </a:lnTo>
                  <a:lnTo>
                    <a:pt x="217" y="0"/>
                  </a:lnTo>
                  <a:lnTo>
                    <a:pt x="289" y="8"/>
                  </a:lnTo>
                  <a:lnTo>
                    <a:pt x="313" y="16"/>
                  </a:lnTo>
                  <a:lnTo>
                    <a:pt x="346" y="34"/>
                  </a:lnTo>
                  <a:lnTo>
                    <a:pt x="366" y="57"/>
                  </a:lnTo>
                  <a:lnTo>
                    <a:pt x="537" y="386"/>
                  </a:lnTo>
                  <a:lnTo>
                    <a:pt x="540" y="426"/>
                  </a:lnTo>
                  <a:lnTo>
                    <a:pt x="523" y="502"/>
                  </a:lnTo>
                  <a:lnTo>
                    <a:pt x="513" y="545"/>
                  </a:lnTo>
                  <a:lnTo>
                    <a:pt x="496" y="572"/>
                  </a:lnTo>
                  <a:lnTo>
                    <a:pt x="363" y="66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9024241" y="2450767"/>
              <a:ext cx="1048" cy="1243"/>
            </a:xfrm>
            <a:custGeom>
              <a:avLst/>
              <a:pathLst>
                <a:path w="1048" h="1243">
                  <a:moveTo>
                    <a:pt x="742" y="96"/>
                  </a:moveTo>
                  <a:lnTo>
                    <a:pt x="746" y="108"/>
                  </a:lnTo>
                  <a:lnTo>
                    <a:pt x="750" y="104"/>
                  </a:lnTo>
                  <a:lnTo>
                    <a:pt x="763" y="103"/>
                  </a:lnTo>
                  <a:lnTo>
                    <a:pt x="768" y="103"/>
                  </a:lnTo>
                  <a:lnTo>
                    <a:pt x="775" y="94"/>
                  </a:lnTo>
                  <a:lnTo>
                    <a:pt x="786" y="106"/>
                  </a:lnTo>
                  <a:lnTo>
                    <a:pt x="789" y="119"/>
                  </a:lnTo>
                  <a:lnTo>
                    <a:pt x="792" y="128"/>
                  </a:lnTo>
                  <a:lnTo>
                    <a:pt x="795" y="130"/>
                  </a:lnTo>
                  <a:lnTo>
                    <a:pt x="801" y="130"/>
                  </a:lnTo>
                  <a:lnTo>
                    <a:pt x="805" y="128"/>
                  </a:lnTo>
                  <a:lnTo>
                    <a:pt x="824" y="124"/>
                  </a:lnTo>
                  <a:lnTo>
                    <a:pt x="903" y="184"/>
                  </a:lnTo>
                  <a:lnTo>
                    <a:pt x="911" y="194"/>
                  </a:lnTo>
                  <a:lnTo>
                    <a:pt x="931" y="227"/>
                  </a:lnTo>
                  <a:lnTo>
                    <a:pt x="936" y="243"/>
                  </a:lnTo>
                  <a:lnTo>
                    <a:pt x="940" y="255"/>
                  </a:lnTo>
                  <a:lnTo>
                    <a:pt x="980" y="388"/>
                  </a:lnTo>
                  <a:lnTo>
                    <a:pt x="982" y="394"/>
                  </a:lnTo>
                  <a:lnTo>
                    <a:pt x="959" y="455"/>
                  </a:lnTo>
                  <a:lnTo>
                    <a:pt x="1030" y="765"/>
                  </a:lnTo>
                  <a:lnTo>
                    <a:pt x="1044" y="845"/>
                  </a:lnTo>
                  <a:lnTo>
                    <a:pt x="1048" y="859"/>
                  </a:lnTo>
                  <a:lnTo>
                    <a:pt x="1048" y="870"/>
                  </a:lnTo>
                  <a:lnTo>
                    <a:pt x="1038" y="892"/>
                  </a:lnTo>
                  <a:lnTo>
                    <a:pt x="1034" y="897"/>
                  </a:lnTo>
                  <a:lnTo>
                    <a:pt x="1026" y="901"/>
                  </a:lnTo>
                  <a:lnTo>
                    <a:pt x="1010" y="899"/>
                  </a:lnTo>
                  <a:lnTo>
                    <a:pt x="1001" y="896"/>
                  </a:lnTo>
                  <a:lnTo>
                    <a:pt x="992" y="896"/>
                  </a:lnTo>
                  <a:lnTo>
                    <a:pt x="987" y="899"/>
                  </a:lnTo>
                  <a:lnTo>
                    <a:pt x="983" y="902"/>
                  </a:lnTo>
                  <a:lnTo>
                    <a:pt x="976" y="904"/>
                  </a:lnTo>
                  <a:lnTo>
                    <a:pt x="969" y="904"/>
                  </a:lnTo>
                  <a:lnTo>
                    <a:pt x="961" y="904"/>
                  </a:lnTo>
                  <a:lnTo>
                    <a:pt x="952" y="895"/>
                  </a:lnTo>
                  <a:lnTo>
                    <a:pt x="944" y="889"/>
                  </a:lnTo>
                  <a:lnTo>
                    <a:pt x="936" y="890"/>
                  </a:lnTo>
                  <a:lnTo>
                    <a:pt x="926" y="900"/>
                  </a:lnTo>
                  <a:lnTo>
                    <a:pt x="921" y="901"/>
                  </a:lnTo>
                  <a:lnTo>
                    <a:pt x="899" y="904"/>
                  </a:lnTo>
                  <a:lnTo>
                    <a:pt x="891" y="905"/>
                  </a:lnTo>
                  <a:lnTo>
                    <a:pt x="885" y="907"/>
                  </a:lnTo>
                  <a:lnTo>
                    <a:pt x="878" y="906"/>
                  </a:lnTo>
                  <a:lnTo>
                    <a:pt x="875" y="893"/>
                  </a:lnTo>
                  <a:lnTo>
                    <a:pt x="871" y="888"/>
                  </a:lnTo>
                  <a:lnTo>
                    <a:pt x="864" y="885"/>
                  </a:lnTo>
                  <a:lnTo>
                    <a:pt x="858" y="886"/>
                  </a:lnTo>
                  <a:lnTo>
                    <a:pt x="857" y="902"/>
                  </a:lnTo>
                  <a:lnTo>
                    <a:pt x="855" y="907"/>
                  </a:lnTo>
                  <a:lnTo>
                    <a:pt x="846" y="913"/>
                  </a:lnTo>
                  <a:lnTo>
                    <a:pt x="835" y="916"/>
                  </a:lnTo>
                  <a:lnTo>
                    <a:pt x="826" y="918"/>
                  </a:lnTo>
                  <a:lnTo>
                    <a:pt x="816" y="916"/>
                  </a:lnTo>
                  <a:lnTo>
                    <a:pt x="808" y="908"/>
                  </a:lnTo>
                  <a:lnTo>
                    <a:pt x="806" y="901"/>
                  </a:lnTo>
                  <a:lnTo>
                    <a:pt x="805" y="881"/>
                  </a:lnTo>
                  <a:lnTo>
                    <a:pt x="801" y="874"/>
                  </a:lnTo>
                  <a:lnTo>
                    <a:pt x="795" y="874"/>
                  </a:lnTo>
                  <a:lnTo>
                    <a:pt x="790" y="876"/>
                  </a:lnTo>
                  <a:lnTo>
                    <a:pt x="783" y="885"/>
                  </a:lnTo>
                  <a:lnTo>
                    <a:pt x="772" y="897"/>
                  </a:lnTo>
                  <a:lnTo>
                    <a:pt x="762" y="899"/>
                  </a:lnTo>
                  <a:lnTo>
                    <a:pt x="753" y="899"/>
                  </a:lnTo>
                  <a:lnTo>
                    <a:pt x="747" y="896"/>
                  </a:lnTo>
                  <a:lnTo>
                    <a:pt x="741" y="899"/>
                  </a:lnTo>
                  <a:lnTo>
                    <a:pt x="735" y="902"/>
                  </a:lnTo>
                  <a:lnTo>
                    <a:pt x="730" y="903"/>
                  </a:lnTo>
                  <a:lnTo>
                    <a:pt x="724" y="902"/>
                  </a:lnTo>
                  <a:lnTo>
                    <a:pt x="717" y="898"/>
                  </a:lnTo>
                  <a:lnTo>
                    <a:pt x="708" y="894"/>
                  </a:lnTo>
                  <a:lnTo>
                    <a:pt x="696" y="897"/>
                  </a:lnTo>
                  <a:lnTo>
                    <a:pt x="689" y="898"/>
                  </a:lnTo>
                  <a:lnTo>
                    <a:pt x="681" y="882"/>
                  </a:lnTo>
                  <a:lnTo>
                    <a:pt x="683" y="868"/>
                  </a:lnTo>
                  <a:lnTo>
                    <a:pt x="697" y="855"/>
                  </a:lnTo>
                  <a:lnTo>
                    <a:pt x="697" y="847"/>
                  </a:lnTo>
                  <a:lnTo>
                    <a:pt x="697" y="803"/>
                  </a:lnTo>
                  <a:lnTo>
                    <a:pt x="693" y="796"/>
                  </a:lnTo>
                  <a:lnTo>
                    <a:pt x="689" y="792"/>
                  </a:lnTo>
                  <a:lnTo>
                    <a:pt x="683" y="790"/>
                  </a:lnTo>
                  <a:lnTo>
                    <a:pt x="630" y="802"/>
                  </a:lnTo>
                  <a:lnTo>
                    <a:pt x="622" y="804"/>
                  </a:lnTo>
                  <a:lnTo>
                    <a:pt x="606" y="826"/>
                  </a:lnTo>
                  <a:lnTo>
                    <a:pt x="586" y="855"/>
                  </a:lnTo>
                  <a:lnTo>
                    <a:pt x="573" y="875"/>
                  </a:lnTo>
                  <a:lnTo>
                    <a:pt x="554" y="903"/>
                  </a:lnTo>
                  <a:lnTo>
                    <a:pt x="528" y="933"/>
                  </a:lnTo>
                  <a:lnTo>
                    <a:pt x="511" y="954"/>
                  </a:lnTo>
                  <a:lnTo>
                    <a:pt x="502" y="962"/>
                  </a:lnTo>
                  <a:lnTo>
                    <a:pt x="479" y="991"/>
                  </a:lnTo>
                  <a:lnTo>
                    <a:pt x="471" y="1001"/>
                  </a:lnTo>
                  <a:lnTo>
                    <a:pt x="479" y="1026"/>
                  </a:lnTo>
                  <a:lnTo>
                    <a:pt x="498" y="1047"/>
                  </a:lnTo>
                  <a:lnTo>
                    <a:pt x="498" y="1067"/>
                  </a:lnTo>
                  <a:lnTo>
                    <a:pt x="480" y="1095"/>
                  </a:lnTo>
                  <a:lnTo>
                    <a:pt x="475" y="1099"/>
                  </a:lnTo>
                  <a:lnTo>
                    <a:pt x="371" y="1186"/>
                  </a:lnTo>
                  <a:lnTo>
                    <a:pt x="323" y="1209"/>
                  </a:lnTo>
                  <a:lnTo>
                    <a:pt x="236" y="1239"/>
                  </a:lnTo>
                  <a:lnTo>
                    <a:pt x="215" y="1243"/>
                  </a:lnTo>
                  <a:lnTo>
                    <a:pt x="209" y="1230"/>
                  </a:lnTo>
                  <a:lnTo>
                    <a:pt x="244" y="1171"/>
                  </a:lnTo>
                  <a:lnTo>
                    <a:pt x="256" y="1152"/>
                  </a:lnTo>
                  <a:lnTo>
                    <a:pt x="290" y="1107"/>
                  </a:lnTo>
                  <a:lnTo>
                    <a:pt x="300" y="1101"/>
                  </a:lnTo>
                  <a:lnTo>
                    <a:pt x="307" y="1097"/>
                  </a:lnTo>
                  <a:lnTo>
                    <a:pt x="313" y="1093"/>
                  </a:lnTo>
                  <a:lnTo>
                    <a:pt x="350" y="1035"/>
                  </a:lnTo>
                  <a:lnTo>
                    <a:pt x="351" y="1026"/>
                  </a:lnTo>
                  <a:lnTo>
                    <a:pt x="324" y="979"/>
                  </a:lnTo>
                  <a:lnTo>
                    <a:pt x="129" y="888"/>
                  </a:lnTo>
                  <a:lnTo>
                    <a:pt x="41" y="818"/>
                  </a:lnTo>
                  <a:lnTo>
                    <a:pt x="13" y="788"/>
                  </a:lnTo>
                  <a:lnTo>
                    <a:pt x="2" y="722"/>
                  </a:lnTo>
                  <a:lnTo>
                    <a:pt x="0" y="710"/>
                  </a:lnTo>
                  <a:lnTo>
                    <a:pt x="6" y="697"/>
                  </a:lnTo>
                  <a:lnTo>
                    <a:pt x="21" y="685"/>
                  </a:lnTo>
                  <a:lnTo>
                    <a:pt x="24" y="680"/>
                  </a:lnTo>
                  <a:lnTo>
                    <a:pt x="35" y="665"/>
                  </a:lnTo>
                  <a:lnTo>
                    <a:pt x="47" y="648"/>
                  </a:lnTo>
                  <a:lnTo>
                    <a:pt x="50" y="636"/>
                  </a:lnTo>
                  <a:lnTo>
                    <a:pt x="45" y="628"/>
                  </a:lnTo>
                  <a:lnTo>
                    <a:pt x="49" y="618"/>
                  </a:lnTo>
                  <a:lnTo>
                    <a:pt x="52" y="611"/>
                  </a:lnTo>
                  <a:lnTo>
                    <a:pt x="58" y="606"/>
                  </a:lnTo>
                  <a:lnTo>
                    <a:pt x="62" y="601"/>
                  </a:lnTo>
                  <a:lnTo>
                    <a:pt x="64" y="593"/>
                  </a:lnTo>
                  <a:lnTo>
                    <a:pt x="79" y="573"/>
                  </a:lnTo>
                  <a:lnTo>
                    <a:pt x="91" y="558"/>
                  </a:lnTo>
                  <a:lnTo>
                    <a:pt x="95" y="548"/>
                  </a:lnTo>
                  <a:lnTo>
                    <a:pt x="101" y="534"/>
                  </a:lnTo>
                  <a:lnTo>
                    <a:pt x="106" y="497"/>
                  </a:lnTo>
                  <a:lnTo>
                    <a:pt x="111" y="474"/>
                  </a:lnTo>
                  <a:lnTo>
                    <a:pt x="247" y="287"/>
                  </a:lnTo>
                  <a:lnTo>
                    <a:pt x="628" y="21"/>
                  </a:lnTo>
                  <a:lnTo>
                    <a:pt x="668" y="7"/>
                  </a:lnTo>
                  <a:lnTo>
                    <a:pt x="673" y="6"/>
                  </a:lnTo>
                  <a:lnTo>
                    <a:pt x="681" y="3"/>
                  </a:lnTo>
                  <a:lnTo>
                    <a:pt x="690" y="0"/>
                  </a:lnTo>
                  <a:lnTo>
                    <a:pt x="710" y="1"/>
                  </a:lnTo>
                  <a:lnTo>
                    <a:pt x="714" y="6"/>
                  </a:lnTo>
                  <a:lnTo>
                    <a:pt x="730" y="29"/>
                  </a:lnTo>
                  <a:lnTo>
                    <a:pt x="742" y="9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9023979" y="2450321"/>
              <a:ext cx="565" cy="553"/>
            </a:xfrm>
            <a:custGeom>
              <a:avLst/>
              <a:pathLst>
                <a:path w="565" h="553">
                  <a:moveTo>
                    <a:pt x="543" y="74"/>
                  </a:moveTo>
                  <a:lnTo>
                    <a:pt x="555" y="125"/>
                  </a:lnTo>
                  <a:lnTo>
                    <a:pt x="565" y="242"/>
                  </a:lnTo>
                  <a:lnTo>
                    <a:pt x="533" y="352"/>
                  </a:lnTo>
                  <a:lnTo>
                    <a:pt x="455" y="434"/>
                  </a:lnTo>
                  <a:lnTo>
                    <a:pt x="412" y="464"/>
                  </a:lnTo>
                  <a:lnTo>
                    <a:pt x="392" y="476"/>
                  </a:lnTo>
                  <a:lnTo>
                    <a:pt x="371" y="488"/>
                  </a:lnTo>
                  <a:lnTo>
                    <a:pt x="367" y="490"/>
                  </a:lnTo>
                  <a:lnTo>
                    <a:pt x="355" y="495"/>
                  </a:lnTo>
                  <a:lnTo>
                    <a:pt x="338" y="502"/>
                  </a:lnTo>
                  <a:lnTo>
                    <a:pt x="333" y="505"/>
                  </a:lnTo>
                  <a:lnTo>
                    <a:pt x="320" y="511"/>
                  </a:lnTo>
                  <a:lnTo>
                    <a:pt x="308" y="517"/>
                  </a:lnTo>
                  <a:lnTo>
                    <a:pt x="298" y="521"/>
                  </a:lnTo>
                  <a:lnTo>
                    <a:pt x="39" y="553"/>
                  </a:lnTo>
                  <a:lnTo>
                    <a:pt x="31" y="544"/>
                  </a:lnTo>
                  <a:lnTo>
                    <a:pt x="0" y="372"/>
                  </a:lnTo>
                  <a:lnTo>
                    <a:pt x="2" y="95"/>
                  </a:lnTo>
                  <a:lnTo>
                    <a:pt x="6" y="92"/>
                  </a:lnTo>
                  <a:lnTo>
                    <a:pt x="27" y="78"/>
                  </a:lnTo>
                  <a:lnTo>
                    <a:pt x="32" y="75"/>
                  </a:lnTo>
                  <a:lnTo>
                    <a:pt x="46" y="76"/>
                  </a:lnTo>
                  <a:lnTo>
                    <a:pt x="54" y="74"/>
                  </a:lnTo>
                  <a:lnTo>
                    <a:pt x="150" y="68"/>
                  </a:lnTo>
                  <a:lnTo>
                    <a:pt x="232" y="49"/>
                  </a:lnTo>
                  <a:lnTo>
                    <a:pt x="246" y="50"/>
                  </a:lnTo>
                  <a:lnTo>
                    <a:pt x="254" y="43"/>
                  </a:lnTo>
                  <a:lnTo>
                    <a:pt x="284" y="35"/>
                  </a:lnTo>
                  <a:lnTo>
                    <a:pt x="296" y="32"/>
                  </a:lnTo>
                  <a:lnTo>
                    <a:pt x="302" y="31"/>
                  </a:lnTo>
                  <a:lnTo>
                    <a:pt x="326" y="25"/>
                  </a:lnTo>
                  <a:lnTo>
                    <a:pt x="375" y="13"/>
                  </a:lnTo>
                  <a:lnTo>
                    <a:pt x="406" y="9"/>
                  </a:lnTo>
                  <a:lnTo>
                    <a:pt x="409" y="5"/>
                  </a:lnTo>
                  <a:lnTo>
                    <a:pt x="421" y="0"/>
                  </a:lnTo>
                  <a:lnTo>
                    <a:pt x="485" y="8"/>
                  </a:lnTo>
                  <a:lnTo>
                    <a:pt x="500" y="15"/>
                  </a:lnTo>
                  <a:lnTo>
                    <a:pt x="505" y="19"/>
                  </a:lnTo>
                  <a:lnTo>
                    <a:pt x="531" y="57"/>
                  </a:lnTo>
                  <a:lnTo>
                    <a:pt x="543" y="7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9025656" y="2450322"/>
              <a:ext cx="289" cy="451"/>
            </a:xfrm>
            <a:custGeom>
              <a:avLst/>
              <a:pathLst>
                <a:path w="289" h="451">
                  <a:moveTo>
                    <a:pt x="264" y="400"/>
                  </a:moveTo>
                  <a:lnTo>
                    <a:pt x="240" y="436"/>
                  </a:lnTo>
                  <a:lnTo>
                    <a:pt x="234" y="440"/>
                  </a:lnTo>
                  <a:lnTo>
                    <a:pt x="216" y="451"/>
                  </a:lnTo>
                  <a:lnTo>
                    <a:pt x="187" y="447"/>
                  </a:lnTo>
                  <a:lnTo>
                    <a:pt x="172" y="444"/>
                  </a:lnTo>
                  <a:lnTo>
                    <a:pt x="161" y="442"/>
                  </a:lnTo>
                  <a:lnTo>
                    <a:pt x="156" y="439"/>
                  </a:lnTo>
                  <a:lnTo>
                    <a:pt x="150" y="432"/>
                  </a:lnTo>
                  <a:lnTo>
                    <a:pt x="145" y="430"/>
                  </a:lnTo>
                  <a:lnTo>
                    <a:pt x="140" y="433"/>
                  </a:lnTo>
                  <a:lnTo>
                    <a:pt x="133" y="433"/>
                  </a:lnTo>
                  <a:lnTo>
                    <a:pt x="123" y="433"/>
                  </a:lnTo>
                  <a:lnTo>
                    <a:pt x="84" y="412"/>
                  </a:lnTo>
                  <a:lnTo>
                    <a:pt x="80" y="410"/>
                  </a:lnTo>
                  <a:lnTo>
                    <a:pt x="70" y="410"/>
                  </a:lnTo>
                  <a:lnTo>
                    <a:pt x="60" y="416"/>
                  </a:lnTo>
                  <a:lnTo>
                    <a:pt x="53" y="414"/>
                  </a:lnTo>
                  <a:lnTo>
                    <a:pt x="49" y="410"/>
                  </a:lnTo>
                  <a:lnTo>
                    <a:pt x="48" y="404"/>
                  </a:lnTo>
                  <a:lnTo>
                    <a:pt x="51" y="385"/>
                  </a:lnTo>
                  <a:lnTo>
                    <a:pt x="31" y="328"/>
                  </a:lnTo>
                  <a:lnTo>
                    <a:pt x="3" y="225"/>
                  </a:lnTo>
                  <a:lnTo>
                    <a:pt x="0" y="211"/>
                  </a:lnTo>
                  <a:lnTo>
                    <a:pt x="10" y="183"/>
                  </a:lnTo>
                  <a:lnTo>
                    <a:pt x="34" y="158"/>
                  </a:lnTo>
                  <a:lnTo>
                    <a:pt x="43" y="145"/>
                  </a:lnTo>
                  <a:lnTo>
                    <a:pt x="158" y="23"/>
                  </a:lnTo>
                  <a:lnTo>
                    <a:pt x="178" y="0"/>
                  </a:lnTo>
                  <a:lnTo>
                    <a:pt x="202" y="1"/>
                  </a:lnTo>
                  <a:lnTo>
                    <a:pt x="245" y="36"/>
                  </a:lnTo>
                  <a:lnTo>
                    <a:pt x="283" y="72"/>
                  </a:lnTo>
                  <a:lnTo>
                    <a:pt x="284" y="77"/>
                  </a:lnTo>
                  <a:lnTo>
                    <a:pt x="286" y="86"/>
                  </a:lnTo>
                  <a:lnTo>
                    <a:pt x="288" y="98"/>
                  </a:lnTo>
                  <a:lnTo>
                    <a:pt x="288" y="105"/>
                  </a:lnTo>
                  <a:lnTo>
                    <a:pt x="287" y="113"/>
                  </a:lnTo>
                  <a:lnTo>
                    <a:pt x="282" y="130"/>
                  </a:lnTo>
                  <a:lnTo>
                    <a:pt x="281" y="135"/>
                  </a:lnTo>
                  <a:lnTo>
                    <a:pt x="285" y="146"/>
                  </a:lnTo>
                  <a:lnTo>
                    <a:pt x="289" y="163"/>
                  </a:lnTo>
                  <a:lnTo>
                    <a:pt x="289" y="176"/>
                  </a:lnTo>
                  <a:lnTo>
                    <a:pt x="274" y="335"/>
                  </a:lnTo>
                  <a:lnTo>
                    <a:pt x="272" y="364"/>
                  </a:lnTo>
                  <a:lnTo>
                    <a:pt x="269" y="381"/>
                  </a:lnTo>
                  <a:lnTo>
                    <a:pt x="264" y="40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8996261" y="2447307"/>
              <a:ext cx="266" cy="249"/>
            </a:xfrm>
            <a:custGeom>
              <a:avLst/>
              <a:pathLst>
                <a:path w="266" h="249">
                  <a:moveTo>
                    <a:pt x="240" y="20"/>
                  </a:moveTo>
                  <a:lnTo>
                    <a:pt x="251" y="31"/>
                  </a:lnTo>
                  <a:lnTo>
                    <a:pt x="255" y="44"/>
                  </a:lnTo>
                  <a:lnTo>
                    <a:pt x="258" y="53"/>
                  </a:lnTo>
                  <a:lnTo>
                    <a:pt x="254" y="62"/>
                  </a:lnTo>
                  <a:lnTo>
                    <a:pt x="251" y="72"/>
                  </a:lnTo>
                  <a:lnTo>
                    <a:pt x="245" y="92"/>
                  </a:lnTo>
                  <a:lnTo>
                    <a:pt x="245" y="119"/>
                  </a:lnTo>
                  <a:lnTo>
                    <a:pt x="251" y="133"/>
                  </a:lnTo>
                  <a:lnTo>
                    <a:pt x="257" y="149"/>
                  </a:lnTo>
                  <a:lnTo>
                    <a:pt x="266" y="173"/>
                  </a:lnTo>
                  <a:lnTo>
                    <a:pt x="266" y="191"/>
                  </a:lnTo>
                  <a:lnTo>
                    <a:pt x="261" y="204"/>
                  </a:lnTo>
                  <a:lnTo>
                    <a:pt x="256" y="217"/>
                  </a:lnTo>
                  <a:lnTo>
                    <a:pt x="235" y="241"/>
                  </a:lnTo>
                  <a:lnTo>
                    <a:pt x="223" y="246"/>
                  </a:lnTo>
                  <a:lnTo>
                    <a:pt x="212" y="248"/>
                  </a:lnTo>
                  <a:lnTo>
                    <a:pt x="202" y="249"/>
                  </a:lnTo>
                  <a:lnTo>
                    <a:pt x="193" y="247"/>
                  </a:lnTo>
                  <a:lnTo>
                    <a:pt x="186" y="245"/>
                  </a:lnTo>
                  <a:lnTo>
                    <a:pt x="170" y="222"/>
                  </a:lnTo>
                  <a:lnTo>
                    <a:pt x="167" y="198"/>
                  </a:lnTo>
                  <a:lnTo>
                    <a:pt x="161" y="188"/>
                  </a:lnTo>
                  <a:lnTo>
                    <a:pt x="158" y="183"/>
                  </a:lnTo>
                  <a:lnTo>
                    <a:pt x="147" y="173"/>
                  </a:lnTo>
                  <a:lnTo>
                    <a:pt x="132" y="167"/>
                  </a:lnTo>
                  <a:lnTo>
                    <a:pt x="113" y="169"/>
                  </a:lnTo>
                  <a:lnTo>
                    <a:pt x="102" y="174"/>
                  </a:lnTo>
                  <a:lnTo>
                    <a:pt x="75" y="201"/>
                  </a:lnTo>
                  <a:lnTo>
                    <a:pt x="57" y="213"/>
                  </a:lnTo>
                  <a:lnTo>
                    <a:pt x="42" y="218"/>
                  </a:lnTo>
                  <a:lnTo>
                    <a:pt x="25" y="218"/>
                  </a:lnTo>
                  <a:lnTo>
                    <a:pt x="11" y="208"/>
                  </a:lnTo>
                  <a:lnTo>
                    <a:pt x="0" y="185"/>
                  </a:lnTo>
                  <a:lnTo>
                    <a:pt x="0" y="180"/>
                  </a:lnTo>
                  <a:lnTo>
                    <a:pt x="0" y="168"/>
                  </a:lnTo>
                  <a:lnTo>
                    <a:pt x="2" y="152"/>
                  </a:lnTo>
                  <a:lnTo>
                    <a:pt x="5" y="145"/>
                  </a:lnTo>
                  <a:lnTo>
                    <a:pt x="9" y="135"/>
                  </a:lnTo>
                  <a:lnTo>
                    <a:pt x="21" y="123"/>
                  </a:lnTo>
                  <a:lnTo>
                    <a:pt x="33" y="114"/>
                  </a:lnTo>
                  <a:lnTo>
                    <a:pt x="43" y="106"/>
                  </a:lnTo>
                  <a:lnTo>
                    <a:pt x="46" y="92"/>
                  </a:lnTo>
                  <a:lnTo>
                    <a:pt x="50" y="72"/>
                  </a:lnTo>
                  <a:lnTo>
                    <a:pt x="59" y="46"/>
                  </a:lnTo>
                  <a:lnTo>
                    <a:pt x="70" y="27"/>
                  </a:lnTo>
                  <a:lnTo>
                    <a:pt x="84" y="10"/>
                  </a:lnTo>
                  <a:lnTo>
                    <a:pt x="105" y="0"/>
                  </a:lnTo>
                  <a:lnTo>
                    <a:pt x="116" y="0"/>
                  </a:lnTo>
                  <a:lnTo>
                    <a:pt x="122" y="2"/>
                  </a:lnTo>
                  <a:lnTo>
                    <a:pt x="140" y="7"/>
                  </a:lnTo>
                  <a:lnTo>
                    <a:pt x="146" y="10"/>
                  </a:lnTo>
                  <a:lnTo>
                    <a:pt x="150" y="12"/>
                  </a:lnTo>
                  <a:lnTo>
                    <a:pt x="161" y="12"/>
                  </a:lnTo>
                  <a:lnTo>
                    <a:pt x="174" y="7"/>
                  </a:lnTo>
                  <a:lnTo>
                    <a:pt x="178" y="5"/>
                  </a:lnTo>
                  <a:lnTo>
                    <a:pt x="191" y="0"/>
                  </a:lnTo>
                  <a:lnTo>
                    <a:pt x="206" y="0"/>
                  </a:lnTo>
                  <a:lnTo>
                    <a:pt x="220" y="5"/>
                  </a:lnTo>
                  <a:lnTo>
                    <a:pt x="227" y="8"/>
                  </a:lnTo>
                  <a:lnTo>
                    <a:pt x="233" y="14"/>
                  </a:lnTo>
                  <a:lnTo>
                    <a:pt x="240" y="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9014306" y="2448702"/>
              <a:ext cx="1030" cy="1339"/>
            </a:xfrm>
            <a:custGeom>
              <a:avLst/>
              <a:pathLst>
                <a:path w="1030" h="1339">
                  <a:moveTo>
                    <a:pt x="745" y="794"/>
                  </a:moveTo>
                  <a:lnTo>
                    <a:pt x="757" y="801"/>
                  </a:lnTo>
                  <a:lnTo>
                    <a:pt x="772" y="802"/>
                  </a:lnTo>
                  <a:lnTo>
                    <a:pt x="776" y="799"/>
                  </a:lnTo>
                  <a:lnTo>
                    <a:pt x="781" y="795"/>
                  </a:lnTo>
                  <a:lnTo>
                    <a:pt x="795" y="784"/>
                  </a:lnTo>
                  <a:lnTo>
                    <a:pt x="805" y="776"/>
                  </a:lnTo>
                  <a:lnTo>
                    <a:pt x="810" y="770"/>
                  </a:lnTo>
                  <a:lnTo>
                    <a:pt x="812" y="764"/>
                  </a:lnTo>
                  <a:lnTo>
                    <a:pt x="816" y="754"/>
                  </a:lnTo>
                  <a:lnTo>
                    <a:pt x="820" y="751"/>
                  </a:lnTo>
                  <a:lnTo>
                    <a:pt x="829" y="738"/>
                  </a:lnTo>
                  <a:lnTo>
                    <a:pt x="844" y="731"/>
                  </a:lnTo>
                  <a:lnTo>
                    <a:pt x="854" y="727"/>
                  </a:lnTo>
                  <a:lnTo>
                    <a:pt x="864" y="722"/>
                  </a:lnTo>
                  <a:lnTo>
                    <a:pt x="873" y="716"/>
                  </a:lnTo>
                  <a:lnTo>
                    <a:pt x="898" y="714"/>
                  </a:lnTo>
                  <a:lnTo>
                    <a:pt x="907" y="719"/>
                  </a:lnTo>
                  <a:lnTo>
                    <a:pt x="944" y="737"/>
                  </a:lnTo>
                  <a:lnTo>
                    <a:pt x="953" y="740"/>
                  </a:lnTo>
                  <a:lnTo>
                    <a:pt x="960" y="745"/>
                  </a:lnTo>
                  <a:lnTo>
                    <a:pt x="1025" y="849"/>
                  </a:lnTo>
                  <a:lnTo>
                    <a:pt x="1030" y="857"/>
                  </a:lnTo>
                  <a:lnTo>
                    <a:pt x="1027" y="861"/>
                  </a:lnTo>
                  <a:lnTo>
                    <a:pt x="937" y="983"/>
                  </a:lnTo>
                  <a:lnTo>
                    <a:pt x="825" y="1067"/>
                  </a:lnTo>
                  <a:lnTo>
                    <a:pt x="762" y="1045"/>
                  </a:lnTo>
                  <a:lnTo>
                    <a:pt x="712" y="966"/>
                  </a:lnTo>
                  <a:lnTo>
                    <a:pt x="706" y="964"/>
                  </a:lnTo>
                  <a:lnTo>
                    <a:pt x="674" y="974"/>
                  </a:lnTo>
                  <a:lnTo>
                    <a:pt x="667" y="976"/>
                  </a:lnTo>
                  <a:lnTo>
                    <a:pt x="652" y="981"/>
                  </a:lnTo>
                  <a:lnTo>
                    <a:pt x="642" y="984"/>
                  </a:lnTo>
                  <a:lnTo>
                    <a:pt x="577" y="1006"/>
                  </a:lnTo>
                  <a:lnTo>
                    <a:pt x="566" y="1010"/>
                  </a:lnTo>
                  <a:lnTo>
                    <a:pt x="560" y="1011"/>
                  </a:lnTo>
                  <a:lnTo>
                    <a:pt x="546" y="1016"/>
                  </a:lnTo>
                  <a:lnTo>
                    <a:pt x="513" y="1084"/>
                  </a:lnTo>
                  <a:lnTo>
                    <a:pt x="488" y="1150"/>
                  </a:lnTo>
                  <a:lnTo>
                    <a:pt x="484" y="1156"/>
                  </a:lnTo>
                  <a:lnTo>
                    <a:pt x="333" y="1275"/>
                  </a:lnTo>
                  <a:lnTo>
                    <a:pt x="316" y="1282"/>
                  </a:lnTo>
                  <a:lnTo>
                    <a:pt x="311" y="1285"/>
                  </a:lnTo>
                  <a:lnTo>
                    <a:pt x="297" y="1291"/>
                  </a:lnTo>
                  <a:lnTo>
                    <a:pt x="286" y="1295"/>
                  </a:lnTo>
                  <a:lnTo>
                    <a:pt x="214" y="1326"/>
                  </a:lnTo>
                  <a:lnTo>
                    <a:pt x="189" y="1339"/>
                  </a:lnTo>
                  <a:lnTo>
                    <a:pt x="47" y="1234"/>
                  </a:lnTo>
                  <a:lnTo>
                    <a:pt x="44" y="1227"/>
                  </a:lnTo>
                  <a:lnTo>
                    <a:pt x="0" y="1122"/>
                  </a:lnTo>
                  <a:lnTo>
                    <a:pt x="4" y="1081"/>
                  </a:lnTo>
                  <a:lnTo>
                    <a:pt x="269" y="872"/>
                  </a:lnTo>
                  <a:lnTo>
                    <a:pt x="365" y="869"/>
                  </a:lnTo>
                  <a:lnTo>
                    <a:pt x="440" y="856"/>
                  </a:lnTo>
                  <a:lnTo>
                    <a:pt x="445" y="851"/>
                  </a:lnTo>
                  <a:lnTo>
                    <a:pt x="448" y="841"/>
                  </a:lnTo>
                  <a:lnTo>
                    <a:pt x="493" y="757"/>
                  </a:lnTo>
                  <a:lnTo>
                    <a:pt x="493" y="748"/>
                  </a:lnTo>
                  <a:lnTo>
                    <a:pt x="493" y="743"/>
                  </a:lnTo>
                  <a:lnTo>
                    <a:pt x="491" y="722"/>
                  </a:lnTo>
                  <a:lnTo>
                    <a:pt x="488" y="705"/>
                  </a:lnTo>
                  <a:lnTo>
                    <a:pt x="484" y="675"/>
                  </a:lnTo>
                  <a:lnTo>
                    <a:pt x="479" y="646"/>
                  </a:lnTo>
                  <a:lnTo>
                    <a:pt x="468" y="628"/>
                  </a:lnTo>
                  <a:lnTo>
                    <a:pt x="394" y="558"/>
                  </a:lnTo>
                  <a:lnTo>
                    <a:pt x="292" y="477"/>
                  </a:lnTo>
                  <a:lnTo>
                    <a:pt x="354" y="199"/>
                  </a:lnTo>
                  <a:lnTo>
                    <a:pt x="387" y="127"/>
                  </a:lnTo>
                  <a:lnTo>
                    <a:pt x="396" y="116"/>
                  </a:lnTo>
                  <a:lnTo>
                    <a:pt x="403" y="106"/>
                  </a:lnTo>
                  <a:lnTo>
                    <a:pt x="406" y="101"/>
                  </a:lnTo>
                  <a:lnTo>
                    <a:pt x="414" y="84"/>
                  </a:lnTo>
                  <a:lnTo>
                    <a:pt x="731" y="0"/>
                  </a:lnTo>
                  <a:lnTo>
                    <a:pt x="747" y="5"/>
                  </a:lnTo>
                  <a:lnTo>
                    <a:pt x="754" y="9"/>
                  </a:lnTo>
                  <a:lnTo>
                    <a:pt x="761" y="13"/>
                  </a:lnTo>
                  <a:lnTo>
                    <a:pt x="787" y="49"/>
                  </a:lnTo>
                  <a:lnTo>
                    <a:pt x="792" y="67"/>
                  </a:lnTo>
                  <a:lnTo>
                    <a:pt x="799" y="294"/>
                  </a:lnTo>
                  <a:lnTo>
                    <a:pt x="799" y="302"/>
                  </a:lnTo>
                  <a:lnTo>
                    <a:pt x="784" y="307"/>
                  </a:lnTo>
                  <a:lnTo>
                    <a:pt x="707" y="334"/>
                  </a:lnTo>
                  <a:lnTo>
                    <a:pt x="703" y="338"/>
                  </a:lnTo>
                  <a:lnTo>
                    <a:pt x="696" y="345"/>
                  </a:lnTo>
                  <a:lnTo>
                    <a:pt x="685" y="355"/>
                  </a:lnTo>
                  <a:lnTo>
                    <a:pt x="679" y="362"/>
                  </a:lnTo>
                  <a:lnTo>
                    <a:pt x="664" y="363"/>
                  </a:lnTo>
                  <a:lnTo>
                    <a:pt x="660" y="364"/>
                  </a:lnTo>
                  <a:lnTo>
                    <a:pt x="644" y="365"/>
                  </a:lnTo>
                  <a:lnTo>
                    <a:pt x="629" y="364"/>
                  </a:lnTo>
                  <a:lnTo>
                    <a:pt x="622" y="364"/>
                  </a:lnTo>
                  <a:lnTo>
                    <a:pt x="608" y="363"/>
                  </a:lnTo>
                  <a:lnTo>
                    <a:pt x="567" y="386"/>
                  </a:lnTo>
                  <a:lnTo>
                    <a:pt x="559" y="397"/>
                  </a:lnTo>
                  <a:lnTo>
                    <a:pt x="556" y="401"/>
                  </a:lnTo>
                  <a:lnTo>
                    <a:pt x="549" y="410"/>
                  </a:lnTo>
                  <a:lnTo>
                    <a:pt x="543" y="417"/>
                  </a:lnTo>
                  <a:lnTo>
                    <a:pt x="527" y="437"/>
                  </a:lnTo>
                  <a:lnTo>
                    <a:pt x="512" y="466"/>
                  </a:lnTo>
                  <a:lnTo>
                    <a:pt x="507" y="507"/>
                  </a:lnTo>
                  <a:lnTo>
                    <a:pt x="512" y="555"/>
                  </a:lnTo>
                  <a:lnTo>
                    <a:pt x="553" y="641"/>
                  </a:lnTo>
                  <a:lnTo>
                    <a:pt x="587" y="687"/>
                  </a:lnTo>
                  <a:lnTo>
                    <a:pt x="600" y="704"/>
                  </a:lnTo>
                  <a:lnTo>
                    <a:pt x="641" y="742"/>
                  </a:lnTo>
                  <a:lnTo>
                    <a:pt x="653" y="748"/>
                  </a:lnTo>
                  <a:lnTo>
                    <a:pt x="698" y="771"/>
                  </a:lnTo>
                  <a:lnTo>
                    <a:pt x="703" y="773"/>
                  </a:lnTo>
                  <a:lnTo>
                    <a:pt x="708" y="776"/>
                  </a:lnTo>
                  <a:lnTo>
                    <a:pt x="723" y="782"/>
                  </a:lnTo>
                  <a:lnTo>
                    <a:pt x="730" y="786"/>
                  </a:lnTo>
                  <a:lnTo>
                    <a:pt x="739" y="791"/>
                  </a:lnTo>
                  <a:lnTo>
                    <a:pt x="745" y="7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9017979" y="2447839"/>
              <a:ext cx="2444" cy="3077"/>
            </a:xfrm>
            <a:custGeom>
              <a:avLst/>
              <a:pathLst>
                <a:path w="2444" h="3077">
                  <a:moveTo>
                    <a:pt x="732" y="463"/>
                  </a:moveTo>
                  <a:lnTo>
                    <a:pt x="733" y="477"/>
                  </a:lnTo>
                  <a:lnTo>
                    <a:pt x="730" y="481"/>
                  </a:lnTo>
                  <a:lnTo>
                    <a:pt x="729" y="495"/>
                  </a:lnTo>
                  <a:lnTo>
                    <a:pt x="730" y="502"/>
                  </a:lnTo>
                  <a:lnTo>
                    <a:pt x="730" y="516"/>
                  </a:lnTo>
                  <a:lnTo>
                    <a:pt x="731" y="525"/>
                  </a:lnTo>
                  <a:lnTo>
                    <a:pt x="732" y="565"/>
                  </a:lnTo>
                  <a:lnTo>
                    <a:pt x="767" y="587"/>
                  </a:lnTo>
                  <a:lnTo>
                    <a:pt x="775" y="591"/>
                  </a:lnTo>
                  <a:lnTo>
                    <a:pt x="780" y="593"/>
                  </a:lnTo>
                  <a:lnTo>
                    <a:pt x="789" y="596"/>
                  </a:lnTo>
                  <a:lnTo>
                    <a:pt x="795" y="599"/>
                  </a:lnTo>
                  <a:lnTo>
                    <a:pt x="804" y="604"/>
                  </a:lnTo>
                  <a:lnTo>
                    <a:pt x="810" y="610"/>
                  </a:lnTo>
                  <a:lnTo>
                    <a:pt x="812" y="617"/>
                  </a:lnTo>
                  <a:lnTo>
                    <a:pt x="822" y="623"/>
                  </a:lnTo>
                  <a:lnTo>
                    <a:pt x="856" y="652"/>
                  </a:lnTo>
                  <a:lnTo>
                    <a:pt x="859" y="655"/>
                  </a:lnTo>
                  <a:lnTo>
                    <a:pt x="901" y="691"/>
                  </a:lnTo>
                  <a:lnTo>
                    <a:pt x="925" y="712"/>
                  </a:lnTo>
                  <a:lnTo>
                    <a:pt x="959" y="767"/>
                  </a:lnTo>
                  <a:lnTo>
                    <a:pt x="989" y="845"/>
                  </a:lnTo>
                  <a:lnTo>
                    <a:pt x="979" y="846"/>
                  </a:lnTo>
                  <a:lnTo>
                    <a:pt x="966" y="843"/>
                  </a:lnTo>
                  <a:lnTo>
                    <a:pt x="957" y="844"/>
                  </a:lnTo>
                  <a:lnTo>
                    <a:pt x="946" y="861"/>
                  </a:lnTo>
                  <a:lnTo>
                    <a:pt x="944" y="906"/>
                  </a:lnTo>
                  <a:lnTo>
                    <a:pt x="949" y="920"/>
                  </a:lnTo>
                  <a:lnTo>
                    <a:pt x="1021" y="1026"/>
                  </a:lnTo>
                  <a:lnTo>
                    <a:pt x="1028" y="1034"/>
                  </a:lnTo>
                  <a:lnTo>
                    <a:pt x="1036" y="1042"/>
                  </a:lnTo>
                  <a:lnTo>
                    <a:pt x="1051" y="1049"/>
                  </a:lnTo>
                  <a:lnTo>
                    <a:pt x="1062" y="1054"/>
                  </a:lnTo>
                  <a:lnTo>
                    <a:pt x="1077" y="1061"/>
                  </a:lnTo>
                  <a:lnTo>
                    <a:pt x="1093" y="1067"/>
                  </a:lnTo>
                  <a:lnTo>
                    <a:pt x="1105" y="1072"/>
                  </a:lnTo>
                  <a:lnTo>
                    <a:pt x="1117" y="1084"/>
                  </a:lnTo>
                  <a:lnTo>
                    <a:pt x="1125" y="1089"/>
                  </a:lnTo>
                  <a:lnTo>
                    <a:pt x="1130" y="1097"/>
                  </a:lnTo>
                  <a:lnTo>
                    <a:pt x="1134" y="1113"/>
                  </a:lnTo>
                  <a:lnTo>
                    <a:pt x="1143" y="1122"/>
                  </a:lnTo>
                  <a:lnTo>
                    <a:pt x="1182" y="1112"/>
                  </a:lnTo>
                  <a:lnTo>
                    <a:pt x="1194" y="1107"/>
                  </a:lnTo>
                  <a:lnTo>
                    <a:pt x="1195" y="1102"/>
                  </a:lnTo>
                  <a:lnTo>
                    <a:pt x="1199" y="1091"/>
                  </a:lnTo>
                  <a:lnTo>
                    <a:pt x="1224" y="1051"/>
                  </a:lnTo>
                  <a:lnTo>
                    <a:pt x="1229" y="1044"/>
                  </a:lnTo>
                  <a:lnTo>
                    <a:pt x="1236" y="1035"/>
                  </a:lnTo>
                  <a:lnTo>
                    <a:pt x="1239" y="1024"/>
                  </a:lnTo>
                  <a:lnTo>
                    <a:pt x="1242" y="1014"/>
                  </a:lnTo>
                  <a:lnTo>
                    <a:pt x="1277" y="961"/>
                  </a:lnTo>
                  <a:lnTo>
                    <a:pt x="1286" y="956"/>
                  </a:lnTo>
                  <a:lnTo>
                    <a:pt x="1294" y="953"/>
                  </a:lnTo>
                  <a:lnTo>
                    <a:pt x="1301" y="949"/>
                  </a:lnTo>
                  <a:lnTo>
                    <a:pt x="1305" y="946"/>
                  </a:lnTo>
                  <a:lnTo>
                    <a:pt x="1308" y="943"/>
                  </a:lnTo>
                  <a:lnTo>
                    <a:pt x="1313" y="946"/>
                  </a:lnTo>
                  <a:lnTo>
                    <a:pt x="1368" y="977"/>
                  </a:lnTo>
                  <a:lnTo>
                    <a:pt x="1379" y="980"/>
                  </a:lnTo>
                  <a:lnTo>
                    <a:pt x="1391" y="990"/>
                  </a:lnTo>
                  <a:lnTo>
                    <a:pt x="1439" y="1098"/>
                  </a:lnTo>
                  <a:lnTo>
                    <a:pt x="1449" y="1186"/>
                  </a:lnTo>
                  <a:lnTo>
                    <a:pt x="1444" y="1201"/>
                  </a:lnTo>
                  <a:lnTo>
                    <a:pt x="1432" y="1223"/>
                  </a:lnTo>
                  <a:lnTo>
                    <a:pt x="1427" y="1233"/>
                  </a:lnTo>
                  <a:lnTo>
                    <a:pt x="1411" y="1264"/>
                  </a:lnTo>
                  <a:lnTo>
                    <a:pt x="1408" y="1270"/>
                  </a:lnTo>
                  <a:lnTo>
                    <a:pt x="1405" y="1275"/>
                  </a:lnTo>
                  <a:lnTo>
                    <a:pt x="1385" y="1302"/>
                  </a:lnTo>
                  <a:lnTo>
                    <a:pt x="1325" y="1362"/>
                  </a:lnTo>
                  <a:lnTo>
                    <a:pt x="1179" y="1466"/>
                  </a:lnTo>
                  <a:lnTo>
                    <a:pt x="1145" y="1490"/>
                  </a:lnTo>
                  <a:lnTo>
                    <a:pt x="1062" y="1512"/>
                  </a:lnTo>
                  <a:lnTo>
                    <a:pt x="1049" y="1510"/>
                  </a:lnTo>
                  <a:lnTo>
                    <a:pt x="1020" y="1522"/>
                  </a:lnTo>
                  <a:lnTo>
                    <a:pt x="1012" y="1535"/>
                  </a:lnTo>
                  <a:lnTo>
                    <a:pt x="999" y="1647"/>
                  </a:lnTo>
                  <a:lnTo>
                    <a:pt x="999" y="1701"/>
                  </a:lnTo>
                  <a:lnTo>
                    <a:pt x="1000" y="1710"/>
                  </a:lnTo>
                  <a:lnTo>
                    <a:pt x="1009" y="1728"/>
                  </a:lnTo>
                  <a:lnTo>
                    <a:pt x="1017" y="1744"/>
                  </a:lnTo>
                  <a:lnTo>
                    <a:pt x="1020" y="1749"/>
                  </a:lnTo>
                  <a:lnTo>
                    <a:pt x="1024" y="1757"/>
                  </a:lnTo>
                  <a:lnTo>
                    <a:pt x="1042" y="1789"/>
                  </a:lnTo>
                  <a:lnTo>
                    <a:pt x="1140" y="1897"/>
                  </a:lnTo>
                  <a:lnTo>
                    <a:pt x="1146" y="1902"/>
                  </a:lnTo>
                  <a:lnTo>
                    <a:pt x="1174" y="1790"/>
                  </a:lnTo>
                  <a:lnTo>
                    <a:pt x="1199" y="1726"/>
                  </a:lnTo>
                  <a:lnTo>
                    <a:pt x="1210" y="1703"/>
                  </a:lnTo>
                  <a:lnTo>
                    <a:pt x="1214" y="1699"/>
                  </a:lnTo>
                  <a:lnTo>
                    <a:pt x="1226" y="1690"/>
                  </a:lnTo>
                  <a:lnTo>
                    <a:pt x="1241" y="1679"/>
                  </a:lnTo>
                  <a:lnTo>
                    <a:pt x="1248" y="1674"/>
                  </a:lnTo>
                  <a:lnTo>
                    <a:pt x="1262" y="1664"/>
                  </a:lnTo>
                  <a:lnTo>
                    <a:pt x="1283" y="1648"/>
                  </a:lnTo>
                  <a:lnTo>
                    <a:pt x="1330" y="1613"/>
                  </a:lnTo>
                  <a:lnTo>
                    <a:pt x="1355" y="1604"/>
                  </a:lnTo>
                  <a:lnTo>
                    <a:pt x="1360" y="1602"/>
                  </a:lnTo>
                  <a:lnTo>
                    <a:pt x="1390" y="1590"/>
                  </a:lnTo>
                  <a:lnTo>
                    <a:pt x="1395" y="1588"/>
                  </a:lnTo>
                  <a:lnTo>
                    <a:pt x="1422" y="1579"/>
                  </a:lnTo>
                  <a:lnTo>
                    <a:pt x="1431" y="1575"/>
                  </a:lnTo>
                  <a:lnTo>
                    <a:pt x="1563" y="1550"/>
                  </a:lnTo>
                  <a:lnTo>
                    <a:pt x="1605" y="1559"/>
                  </a:lnTo>
                  <a:lnTo>
                    <a:pt x="1611" y="1561"/>
                  </a:lnTo>
                  <a:lnTo>
                    <a:pt x="1642" y="1568"/>
                  </a:lnTo>
                  <a:lnTo>
                    <a:pt x="1666" y="1574"/>
                  </a:lnTo>
                  <a:lnTo>
                    <a:pt x="1699" y="1591"/>
                  </a:lnTo>
                  <a:lnTo>
                    <a:pt x="1859" y="1515"/>
                  </a:lnTo>
                  <a:lnTo>
                    <a:pt x="1864" y="1509"/>
                  </a:lnTo>
                  <a:lnTo>
                    <a:pt x="1870" y="1504"/>
                  </a:lnTo>
                  <a:lnTo>
                    <a:pt x="1874" y="1496"/>
                  </a:lnTo>
                  <a:lnTo>
                    <a:pt x="1880" y="1486"/>
                  </a:lnTo>
                  <a:lnTo>
                    <a:pt x="1885" y="1477"/>
                  </a:lnTo>
                  <a:lnTo>
                    <a:pt x="1889" y="1470"/>
                  </a:lnTo>
                  <a:lnTo>
                    <a:pt x="1903" y="1461"/>
                  </a:lnTo>
                  <a:lnTo>
                    <a:pt x="1919" y="1461"/>
                  </a:lnTo>
                  <a:lnTo>
                    <a:pt x="1931" y="1465"/>
                  </a:lnTo>
                  <a:lnTo>
                    <a:pt x="1948" y="1468"/>
                  </a:lnTo>
                  <a:lnTo>
                    <a:pt x="1957" y="1465"/>
                  </a:lnTo>
                  <a:lnTo>
                    <a:pt x="1964" y="1463"/>
                  </a:lnTo>
                  <a:lnTo>
                    <a:pt x="1970" y="1462"/>
                  </a:lnTo>
                  <a:lnTo>
                    <a:pt x="1985" y="1453"/>
                  </a:lnTo>
                  <a:lnTo>
                    <a:pt x="1996" y="1435"/>
                  </a:lnTo>
                  <a:lnTo>
                    <a:pt x="2010" y="1420"/>
                  </a:lnTo>
                  <a:lnTo>
                    <a:pt x="2018" y="1418"/>
                  </a:lnTo>
                  <a:lnTo>
                    <a:pt x="2025" y="1419"/>
                  </a:lnTo>
                  <a:lnTo>
                    <a:pt x="2033" y="1419"/>
                  </a:lnTo>
                  <a:lnTo>
                    <a:pt x="2053" y="1420"/>
                  </a:lnTo>
                  <a:lnTo>
                    <a:pt x="2066" y="1419"/>
                  </a:lnTo>
                  <a:lnTo>
                    <a:pt x="2087" y="1419"/>
                  </a:lnTo>
                  <a:lnTo>
                    <a:pt x="2090" y="1426"/>
                  </a:lnTo>
                  <a:lnTo>
                    <a:pt x="2096" y="1440"/>
                  </a:lnTo>
                  <a:lnTo>
                    <a:pt x="2092" y="1468"/>
                  </a:lnTo>
                  <a:lnTo>
                    <a:pt x="2356" y="1505"/>
                  </a:lnTo>
                  <a:lnTo>
                    <a:pt x="2363" y="1505"/>
                  </a:lnTo>
                  <a:lnTo>
                    <a:pt x="2369" y="1506"/>
                  </a:lnTo>
                  <a:lnTo>
                    <a:pt x="2379" y="1511"/>
                  </a:lnTo>
                  <a:lnTo>
                    <a:pt x="2387" y="1515"/>
                  </a:lnTo>
                  <a:lnTo>
                    <a:pt x="2399" y="1522"/>
                  </a:lnTo>
                  <a:lnTo>
                    <a:pt x="2405" y="1527"/>
                  </a:lnTo>
                  <a:lnTo>
                    <a:pt x="2412" y="1535"/>
                  </a:lnTo>
                  <a:lnTo>
                    <a:pt x="2416" y="1539"/>
                  </a:lnTo>
                  <a:lnTo>
                    <a:pt x="2440" y="1579"/>
                  </a:lnTo>
                  <a:lnTo>
                    <a:pt x="2442" y="1594"/>
                  </a:lnTo>
                  <a:lnTo>
                    <a:pt x="2444" y="1604"/>
                  </a:lnTo>
                  <a:lnTo>
                    <a:pt x="2438" y="1628"/>
                  </a:lnTo>
                  <a:lnTo>
                    <a:pt x="2437" y="1634"/>
                  </a:lnTo>
                  <a:lnTo>
                    <a:pt x="2434" y="1647"/>
                  </a:lnTo>
                  <a:lnTo>
                    <a:pt x="2332" y="1786"/>
                  </a:lnTo>
                  <a:lnTo>
                    <a:pt x="2321" y="1802"/>
                  </a:lnTo>
                  <a:lnTo>
                    <a:pt x="2255" y="1813"/>
                  </a:lnTo>
                  <a:lnTo>
                    <a:pt x="2232" y="1810"/>
                  </a:lnTo>
                  <a:lnTo>
                    <a:pt x="2200" y="1796"/>
                  </a:lnTo>
                  <a:lnTo>
                    <a:pt x="2196" y="1793"/>
                  </a:lnTo>
                  <a:lnTo>
                    <a:pt x="2191" y="1791"/>
                  </a:lnTo>
                  <a:lnTo>
                    <a:pt x="2185" y="1790"/>
                  </a:lnTo>
                  <a:lnTo>
                    <a:pt x="2180" y="1788"/>
                  </a:lnTo>
                  <a:lnTo>
                    <a:pt x="2138" y="1745"/>
                  </a:lnTo>
                  <a:lnTo>
                    <a:pt x="2133" y="1733"/>
                  </a:lnTo>
                  <a:lnTo>
                    <a:pt x="2131" y="1727"/>
                  </a:lnTo>
                  <a:lnTo>
                    <a:pt x="2125" y="1708"/>
                  </a:lnTo>
                  <a:lnTo>
                    <a:pt x="2119" y="1701"/>
                  </a:lnTo>
                  <a:lnTo>
                    <a:pt x="2106" y="1693"/>
                  </a:lnTo>
                  <a:lnTo>
                    <a:pt x="2083" y="1687"/>
                  </a:lnTo>
                  <a:lnTo>
                    <a:pt x="2070" y="1687"/>
                  </a:lnTo>
                  <a:lnTo>
                    <a:pt x="2059" y="1696"/>
                  </a:lnTo>
                  <a:lnTo>
                    <a:pt x="2017" y="1734"/>
                  </a:lnTo>
                  <a:lnTo>
                    <a:pt x="1982" y="1764"/>
                  </a:lnTo>
                  <a:lnTo>
                    <a:pt x="1911" y="1826"/>
                  </a:lnTo>
                  <a:lnTo>
                    <a:pt x="1615" y="2028"/>
                  </a:lnTo>
                  <a:lnTo>
                    <a:pt x="1608" y="2035"/>
                  </a:lnTo>
                  <a:lnTo>
                    <a:pt x="1601" y="2038"/>
                  </a:lnTo>
                  <a:lnTo>
                    <a:pt x="1595" y="2041"/>
                  </a:lnTo>
                  <a:lnTo>
                    <a:pt x="1585" y="2048"/>
                  </a:lnTo>
                  <a:lnTo>
                    <a:pt x="1578" y="2053"/>
                  </a:lnTo>
                  <a:lnTo>
                    <a:pt x="1547" y="2132"/>
                  </a:lnTo>
                  <a:lnTo>
                    <a:pt x="1551" y="2143"/>
                  </a:lnTo>
                  <a:lnTo>
                    <a:pt x="1557" y="2149"/>
                  </a:lnTo>
                  <a:lnTo>
                    <a:pt x="1561" y="2158"/>
                  </a:lnTo>
                  <a:lnTo>
                    <a:pt x="1565" y="2174"/>
                  </a:lnTo>
                  <a:lnTo>
                    <a:pt x="1579" y="2206"/>
                  </a:lnTo>
                  <a:lnTo>
                    <a:pt x="1584" y="2212"/>
                  </a:lnTo>
                  <a:lnTo>
                    <a:pt x="1589" y="2217"/>
                  </a:lnTo>
                  <a:lnTo>
                    <a:pt x="1594" y="2223"/>
                  </a:lnTo>
                  <a:lnTo>
                    <a:pt x="1603" y="2228"/>
                  </a:lnTo>
                  <a:lnTo>
                    <a:pt x="1612" y="2232"/>
                  </a:lnTo>
                  <a:lnTo>
                    <a:pt x="1622" y="2238"/>
                  </a:lnTo>
                  <a:lnTo>
                    <a:pt x="1642" y="2216"/>
                  </a:lnTo>
                  <a:lnTo>
                    <a:pt x="1648" y="2207"/>
                  </a:lnTo>
                  <a:lnTo>
                    <a:pt x="1662" y="2183"/>
                  </a:lnTo>
                  <a:lnTo>
                    <a:pt x="1738" y="2326"/>
                  </a:lnTo>
                  <a:lnTo>
                    <a:pt x="1968" y="2805"/>
                  </a:lnTo>
                  <a:lnTo>
                    <a:pt x="1969" y="2810"/>
                  </a:lnTo>
                  <a:lnTo>
                    <a:pt x="1983" y="2852"/>
                  </a:lnTo>
                  <a:lnTo>
                    <a:pt x="1984" y="2857"/>
                  </a:lnTo>
                  <a:lnTo>
                    <a:pt x="1986" y="2870"/>
                  </a:lnTo>
                  <a:lnTo>
                    <a:pt x="1986" y="2884"/>
                  </a:lnTo>
                  <a:lnTo>
                    <a:pt x="1975" y="2900"/>
                  </a:lnTo>
                  <a:lnTo>
                    <a:pt x="1968" y="2907"/>
                  </a:lnTo>
                  <a:lnTo>
                    <a:pt x="1915" y="2906"/>
                  </a:lnTo>
                  <a:lnTo>
                    <a:pt x="1803" y="2799"/>
                  </a:lnTo>
                  <a:lnTo>
                    <a:pt x="1720" y="2719"/>
                  </a:lnTo>
                  <a:lnTo>
                    <a:pt x="1710" y="2700"/>
                  </a:lnTo>
                  <a:lnTo>
                    <a:pt x="1698" y="2690"/>
                  </a:lnTo>
                  <a:lnTo>
                    <a:pt x="1690" y="2683"/>
                  </a:lnTo>
                  <a:lnTo>
                    <a:pt x="1670" y="2666"/>
                  </a:lnTo>
                  <a:lnTo>
                    <a:pt x="1640" y="2643"/>
                  </a:lnTo>
                  <a:lnTo>
                    <a:pt x="1608" y="2612"/>
                  </a:lnTo>
                  <a:lnTo>
                    <a:pt x="1596" y="2598"/>
                  </a:lnTo>
                  <a:lnTo>
                    <a:pt x="1591" y="2595"/>
                  </a:lnTo>
                  <a:lnTo>
                    <a:pt x="1581" y="2586"/>
                  </a:lnTo>
                  <a:lnTo>
                    <a:pt x="1466" y="2459"/>
                  </a:lnTo>
                  <a:lnTo>
                    <a:pt x="1461" y="2418"/>
                  </a:lnTo>
                  <a:lnTo>
                    <a:pt x="1455" y="2413"/>
                  </a:lnTo>
                  <a:lnTo>
                    <a:pt x="1452" y="2409"/>
                  </a:lnTo>
                  <a:lnTo>
                    <a:pt x="1446" y="2406"/>
                  </a:lnTo>
                  <a:lnTo>
                    <a:pt x="1417" y="2393"/>
                  </a:lnTo>
                  <a:lnTo>
                    <a:pt x="1405" y="2389"/>
                  </a:lnTo>
                  <a:lnTo>
                    <a:pt x="1399" y="2391"/>
                  </a:lnTo>
                  <a:lnTo>
                    <a:pt x="1395" y="2392"/>
                  </a:lnTo>
                  <a:lnTo>
                    <a:pt x="1395" y="2399"/>
                  </a:lnTo>
                  <a:lnTo>
                    <a:pt x="1386" y="2403"/>
                  </a:lnTo>
                  <a:lnTo>
                    <a:pt x="1384" y="2409"/>
                  </a:lnTo>
                  <a:lnTo>
                    <a:pt x="1379" y="2411"/>
                  </a:lnTo>
                  <a:lnTo>
                    <a:pt x="1374" y="2419"/>
                  </a:lnTo>
                  <a:lnTo>
                    <a:pt x="1371" y="2423"/>
                  </a:lnTo>
                  <a:lnTo>
                    <a:pt x="1363" y="2426"/>
                  </a:lnTo>
                  <a:lnTo>
                    <a:pt x="1354" y="2426"/>
                  </a:lnTo>
                  <a:lnTo>
                    <a:pt x="1351" y="2432"/>
                  </a:lnTo>
                  <a:lnTo>
                    <a:pt x="1334" y="2452"/>
                  </a:lnTo>
                  <a:lnTo>
                    <a:pt x="1338" y="2470"/>
                  </a:lnTo>
                  <a:lnTo>
                    <a:pt x="1338" y="2476"/>
                  </a:lnTo>
                  <a:lnTo>
                    <a:pt x="1340" y="2483"/>
                  </a:lnTo>
                  <a:lnTo>
                    <a:pt x="1333" y="2510"/>
                  </a:lnTo>
                  <a:lnTo>
                    <a:pt x="1334" y="2540"/>
                  </a:lnTo>
                  <a:lnTo>
                    <a:pt x="1332" y="2547"/>
                  </a:lnTo>
                  <a:lnTo>
                    <a:pt x="1332" y="2562"/>
                  </a:lnTo>
                  <a:lnTo>
                    <a:pt x="1332" y="2573"/>
                  </a:lnTo>
                  <a:lnTo>
                    <a:pt x="1324" y="2605"/>
                  </a:lnTo>
                  <a:lnTo>
                    <a:pt x="1322" y="2624"/>
                  </a:lnTo>
                  <a:lnTo>
                    <a:pt x="1354" y="2646"/>
                  </a:lnTo>
                  <a:lnTo>
                    <a:pt x="1368" y="2652"/>
                  </a:lnTo>
                  <a:lnTo>
                    <a:pt x="1389" y="2670"/>
                  </a:lnTo>
                  <a:lnTo>
                    <a:pt x="1467" y="2857"/>
                  </a:lnTo>
                  <a:lnTo>
                    <a:pt x="1475" y="2910"/>
                  </a:lnTo>
                  <a:lnTo>
                    <a:pt x="1478" y="2924"/>
                  </a:lnTo>
                  <a:lnTo>
                    <a:pt x="1476" y="2932"/>
                  </a:lnTo>
                  <a:lnTo>
                    <a:pt x="1477" y="2957"/>
                  </a:lnTo>
                  <a:lnTo>
                    <a:pt x="1472" y="3041"/>
                  </a:lnTo>
                  <a:lnTo>
                    <a:pt x="1458" y="3070"/>
                  </a:lnTo>
                  <a:lnTo>
                    <a:pt x="1455" y="3077"/>
                  </a:lnTo>
                  <a:lnTo>
                    <a:pt x="1431" y="3068"/>
                  </a:lnTo>
                  <a:lnTo>
                    <a:pt x="1428" y="3062"/>
                  </a:lnTo>
                  <a:lnTo>
                    <a:pt x="1419" y="3055"/>
                  </a:lnTo>
                  <a:lnTo>
                    <a:pt x="1412" y="3042"/>
                  </a:lnTo>
                  <a:lnTo>
                    <a:pt x="1395" y="3027"/>
                  </a:lnTo>
                  <a:lnTo>
                    <a:pt x="1384" y="3021"/>
                  </a:lnTo>
                  <a:lnTo>
                    <a:pt x="1374" y="3012"/>
                  </a:lnTo>
                  <a:lnTo>
                    <a:pt x="1354" y="2993"/>
                  </a:lnTo>
                  <a:lnTo>
                    <a:pt x="1321" y="2953"/>
                  </a:lnTo>
                  <a:lnTo>
                    <a:pt x="1284" y="2876"/>
                  </a:lnTo>
                  <a:lnTo>
                    <a:pt x="1280" y="2857"/>
                  </a:lnTo>
                  <a:lnTo>
                    <a:pt x="1274" y="2846"/>
                  </a:lnTo>
                  <a:lnTo>
                    <a:pt x="1267" y="2831"/>
                  </a:lnTo>
                  <a:lnTo>
                    <a:pt x="1261" y="2818"/>
                  </a:lnTo>
                  <a:lnTo>
                    <a:pt x="1256" y="2813"/>
                  </a:lnTo>
                  <a:lnTo>
                    <a:pt x="1250" y="2805"/>
                  </a:lnTo>
                  <a:lnTo>
                    <a:pt x="1242" y="2803"/>
                  </a:lnTo>
                  <a:lnTo>
                    <a:pt x="1232" y="2802"/>
                  </a:lnTo>
                  <a:lnTo>
                    <a:pt x="1229" y="2805"/>
                  </a:lnTo>
                  <a:lnTo>
                    <a:pt x="1225" y="2816"/>
                  </a:lnTo>
                  <a:lnTo>
                    <a:pt x="1220" y="2827"/>
                  </a:lnTo>
                  <a:lnTo>
                    <a:pt x="1213" y="2830"/>
                  </a:lnTo>
                  <a:lnTo>
                    <a:pt x="1205" y="2831"/>
                  </a:lnTo>
                  <a:lnTo>
                    <a:pt x="1198" y="2832"/>
                  </a:lnTo>
                  <a:lnTo>
                    <a:pt x="1175" y="2851"/>
                  </a:lnTo>
                  <a:lnTo>
                    <a:pt x="1159" y="2869"/>
                  </a:lnTo>
                  <a:lnTo>
                    <a:pt x="1156" y="2872"/>
                  </a:lnTo>
                  <a:lnTo>
                    <a:pt x="1139" y="2890"/>
                  </a:lnTo>
                  <a:lnTo>
                    <a:pt x="1120" y="2941"/>
                  </a:lnTo>
                  <a:lnTo>
                    <a:pt x="1077" y="3005"/>
                  </a:lnTo>
                  <a:lnTo>
                    <a:pt x="1057" y="3028"/>
                  </a:lnTo>
                  <a:lnTo>
                    <a:pt x="1030" y="3035"/>
                  </a:lnTo>
                  <a:lnTo>
                    <a:pt x="1007" y="3040"/>
                  </a:lnTo>
                  <a:lnTo>
                    <a:pt x="1000" y="3041"/>
                  </a:lnTo>
                  <a:lnTo>
                    <a:pt x="964" y="3050"/>
                  </a:lnTo>
                  <a:lnTo>
                    <a:pt x="956" y="3051"/>
                  </a:lnTo>
                  <a:lnTo>
                    <a:pt x="953" y="3046"/>
                  </a:lnTo>
                  <a:lnTo>
                    <a:pt x="947" y="3037"/>
                  </a:lnTo>
                  <a:lnTo>
                    <a:pt x="943" y="3032"/>
                  </a:lnTo>
                  <a:lnTo>
                    <a:pt x="946" y="3028"/>
                  </a:lnTo>
                  <a:lnTo>
                    <a:pt x="946" y="3011"/>
                  </a:lnTo>
                  <a:lnTo>
                    <a:pt x="950" y="3001"/>
                  </a:lnTo>
                  <a:lnTo>
                    <a:pt x="955" y="2993"/>
                  </a:lnTo>
                  <a:lnTo>
                    <a:pt x="943" y="2989"/>
                  </a:lnTo>
                  <a:lnTo>
                    <a:pt x="927" y="2979"/>
                  </a:lnTo>
                  <a:lnTo>
                    <a:pt x="916" y="2974"/>
                  </a:lnTo>
                  <a:lnTo>
                    <a:pt x="910" y="2970"/>
                  </a:lnTo>
                  <a:lnTo>
                    <a:pt x="903" y="2966"/>
                  </a:lnTo>
                  <a:lnTo>
                    <a:pt x="898" y="2952"/>
                  </a:lnTo>
                  <a:lnTo>
                    <a:pt x="898" y="2946"/>
                  </a:lnTo>
                  <a:lnTo>
                    <a:pt x="890" y="2941"/>
                  </a:lnTo>
                  <a:lnTo>
                    <a:pt x="881" y="2913"/>
                  </a:lnTo>
                  <a:lnTo>
                    <a:pt x="869" y="2905"/>
                  </a:lnTo>
                  <a:lnTo>
                    <a:pt x="854" y="2902"/>
                  </a:lnTo>
                  <a:lnTo>
                    <a:pt x="842" y="2906"/>
                  </a:lnTo>
                  <a:lnTo>
                    <a:pt x="828" y="2910"/>
                  </a:lnTo>
                  <a:lnTo>
                    <a:pt x="826" y="2922"/>
                  </a:lnTo>
                  <a:lnTo>
                    <a:pt x="824" y="2930"/>
                  </a:lnTo>
                  <a:lnTo>
                    <a:pt x="817" y="2936"/>
                  </a:lnTo>
                  <a:lnTo>
                    <a:pt x="800" y="2967"/>
                  </a:lnTo>
                  <a:lnTo>
                    <a:pt x="786" y="2973"/>
                  </a:lnTo>
                  <a:lnTo>
                    <a:pt x="779" y="2972"/>
                  </a:lnTo>
                  <a:lnTo>
                    <a:pt x="770" y="2971"/>
                  </a:lnTo>
                  <a:lnTo>
                    <a:pt x="757" y="2972"/>
                  </a:lnTo>
                  <a:lnTo>
                    <a:pt x="743" y="2974"/>
                  </a:lnTo>
                  <a:lnTo>
                    <a:pt x="720" y="2973"/>
                  </a:lnTo>
                  <a:lnTo>
                    <a:pt x="709" y="2972"/>
                  </a:lnTo>
                  <a:lnTo>
                    <a:pt x="690" y="2970"/>
                  </a:lnTo>
                  <a:lnTo>
                    <a:pt x="670" y="2968"/>
                  </a:lnTo>
                  <a:lnTo>
                    <a:pt x="653" y="2965"/>
                  </a:lnTo>
                  <a:lnTo>
                    <a:pt x="643" y="2963"/>
                  </a:lnTo>
                  <a:lnTo>
                    <a:pt x="631" y="2952"/>
                  </a:lnTo>
                  <a:lnTo>
                    <a:pt x="624" y="2943"/>
                  </a:lnTo>
                  <a:lnTo>
                    <a:pt x="619" y="2937"/>
                  </a:lnTo>
                  <a:lnTo>
                    <a:pt x="613" y="2917"/>
                  </a:lnTo>
                  <a:lnTo>
                    <a:pt x="584" y="2904"/>
                  </a:lnTo>
                  <a:lnTo>
                    <a:pt x="564" y="2896"/>
                  </a:lnTo>
                  <a:lnTo>
                    <a:pt x="544" y="2893"/>
                  </a:lnTo>
                  <a:lnTo>
                    <a:pt x="529" y="2887"/>
                  </a:lnTo>
                  <a:lnTo>
                    <a:pt x="523" y="2881"/>
                  </a:lnTo>
                  <a:lnTo>
                    <a:pt x="517" y="2874"/>
                  </a:lnTo>
                  <a:lnTo>
                    <a:pt x="511" y="2854"/>
                  </a:lnTo>
                  <a:lnTo>
                    <a:pt x="497" y="2838"/>
                  </a:lnTo>
                  <a:lnTo>
                    <a:pt x="493" y="2831"/>
                  </a:lnTo>
                  <a:lnTo>
                    <a:pt x="484" y="2817"/>
                  </a:lnTo>
                  <a:lnTo>
                    <a:pt x="470" y="2801"/>
                  </a:lnTo>
                  <a:lnTo>
                    <a:pt x="468" y="2794"/>
                  </a:lnTo>
                  <a:lnTo>
                    <a:pt x="464" y="2778"/>
                  </a:lnTo>
                  <a:lnTo>
                    <a:pt x="462" y="2771"/>
                  </a:lnTo>
                  <a:lnTo>
                    <a:pt x="459" y="2766"/>
                  </a:lnTo>
                  <a:lnTo>
                    <a:pt x="460" y="2762"/>
                  </a:lnTo>
                  <a:lnTo>
                    <a:pt x="463" y="2746"/>
                  </a:lnTo>
                  <a:lnTo>
                    <a:pt x="464" y="2716"/>
                  </a:lnTo>
                  <a:lnTo>
                    <a:pt x="459" y="2701"/>
                  </a:lnTo>
                  <a:lnTo>
                    <a:pt x="483" y="2628"/>
                  </a:lnTo>
                  <a:lnTo>
                    <a:pt x="511" y="2589"/>
                  </a:lnTo>
                  <a:lnTo>
                    <a:pt x="526" y="2578"/>
                  </a:lnTo>
                  <a:lnTo>
                    <a:pt x="534" y="2571"/>
                  </a:lnTo>
                  <a:lnTo>
                    <a:pt x="577" y="2562"/>
                  </a:lnTo>
                  <a:lnTo>
                    <a:pt x="588" y="2562"/>
                  </a:lnTo>
                  <a:lnTo>
                    <a:pt x="596" y="2561"/>
                  </a:lnTo>
                  <a:lnTo>
                    <a:pt x="602" y="2559"/>
                  </a:lnTo>
                  <a:lnTo>
                    <a:pt x="617" y="2554"/>
                  </a:lnTo>
                  <a:lnTo>
                    <a:pt x="744" y="2441"/>
                  </a:lnTo>
                  <a:lnTo>
                    <a:pt x="751" y="2435"/>
                  </a:lnTo>
                  <a:lnTo>
                    <a:pt x="806" y="1941"/>
                  </a:lnTo>
                  <a:lnTo>
                    <a:pt x="808" y="1934"/>
                  </a:lnTo>
                  <a:lnTo>
                    <a:pt x="808" y="1925"/>
                  </a:lnTo>
                  <a:lnTo>
                    <a:pt x="809" y="1909"/>
                  </a:lnTo>
                  <a:lnTo>
                    <a:pt x="815" y="1857"/>
                  </a:lnTo>
                  <a:lnTo>
                    <a:pt x="814" y="1823"/>
                  </a:lnTo>
                  <a:lnTo>
                    <a:pt x="811" y="1742"/>
                  </a:lnTo>
                  <a:lnTo>
                    <a:pt x="804" y="1469"/>
                  </a:lnTo>
                  <a:lnTo>
                    <a:pt x="803" y="1462"/>
                  </a:lnTo>
                  <a:lnTo>
                    <a:pt x="801" y="1447"/>
                  </a:lnTo>
                  <a:lnTo>
                    <a:pt x="800" y="1441"/>
                  </a:lnTo>
                  <a:lnTo>
                    <a:pt x="775" y="1302"/>
                  </a:lnTo>
                  <a:lnTo>
                    <a:pt x="715" y="1114"/>
                  </a:lnTo>
                  <a:lnTo>
                    <a:pt x="717" y="1109"/>
                  </a:lnTo>
                  <a:lnTo>
                    <a:pt x="721" y="1102"/>
                  </a:lnTo>
                  <a:lnTo>
                    <a:pt x="724" y="1096"/>
                  </a:lnTo>
                  <a:lnTo>
                    <a:pt x="723" y="1089"/>
                  </a:lnTo>
                  <a:lnTo>
                    <a:pt x="719" y="1081"/>
                  </a:lnTo>
                  <a:lnTo>
                    <a:pt x="709" y="1073"/>
                  </a:lnTo>
                  <a:lnTo>
                    <a:pt x="704" y="1070"/>
                  </a:lnTo>
                  <a:lnTo>
                    <a:pt x="692" y="1070"/>
                  </a:lnTo>
                  <a:lnTo>
                    <a:pt x="686" y="1073"/>
                  </a:lnTo>
                  <a:lnTo>
                    <a:pt x="675" y="1078"/>
                  </a:lnTo>
                  <a:lnTo>
                    <a:pt x="671" y="1080"/>
                  </a:lnTo>
                  <a:lnTo>
                    <a:pt x="612" y="1044"/>
                  </a:lnTo>
                  <a:lnTo>
                    <a:pt x="594" y="1036"/>
                  </a:lnTo>
                  <a:lnTo>
                    <a:pt x="500" y="997"/>
                  </a:lnTo>
                  <a:lnTo>
                    <a:pt x="493" y="998"/>
                  </a:lnTo>
                  <a:lnTo>
                    <a:pt x="489" y="999"/>
                  </a:lnTo>
                  <a:lnTo>
                    <a:pt x="483" y="1002"/>
                  </a:lnTo>
                  <a:lnTo>
                    <a:pt x="481" y="1006"/>
                  </a:lnTo>
                  <a:lnTo>
                    <a:pt x="469" y="1014"/>
                  </a:lnTo>
                  <a:lnTo>
                    <a:pt x="464" y="1016"/>
                  </a:lnTo>
                  <a:lnTo>
                    <a:pt x="455" y="1021"/>
                  </a:lnTo>
                  <a:lnTo>
                    <a:pt x="448" y="1022"/>
                  </a:lnTo>
                  <a:lnTo>
                    <a:pt x="438" y="1028"/>
                  </a:lnTo>
                  <a:lnTo>
                    <a:pt x="439" y="1038"/>
                  </a:lnTo>
                  <a:lnTo>
                    <a:pt x="438" y="1047"/>
                  </a:lnTo>
                  <a:lnTo>
                    <a:pt x="439" y="1051"/>
                  </a:lnTo>
                  <a:lnTo>
                    <a:pt x="441" y="1130"/>
                  </a:lnTo>
                  <a:lnTo>
                    <a:pt x="440" y="1226"/>
                  </a:lnTo>
                  <a:lnTo>
                    <a:pt x="441" y="1283"/>
                  </a:lnTo>
                  <a:lnTo>
                    <a:pt x="428" y="1302"/>
                  </a:lnTo>
                  <a:lnTo>
                    <a:pt x="396" y="1324"/>
                  </a:lnTo>
                  <a:lnTo>
                    <a:pt x="195" y="1447"/>
                  </a:lnTo>
                  <a:lnTo>
                    <a:pt x="34" y="1451"/>
                  </a:lnTo>
                  <a:lnTo>
                    <a:pt x="8" y="1441"/>
                  </a:lnTo>
                  <a:lnTo>
                    <a:pt x="2" y="1428"/>
                  </a:lnTo>
                  <a:lnTo>
                    <a:pt x="2" y="1422"/>
                  </a:lnTo>
                  <a:lnTo>
                    <a:pt x="2" y="1417"/>
                  </a:lnTo>
                  <a:lnTo>
                    <a:pt x="2" y="1409"/>
                  </a:lnTo>
                  <a:lnTo>
                    <a:pt x="2" y="1399"/>
                  </a:lnTo>
                  <a:lnTo>
                    <a:pt x="1" y="1393"/>
                  </a:lnTo>
                  <a:lnTo>
                    <a:pt x="2" y="1383"/>
                  </a:lnTo>
                  <a:lnTo>
                    <a:pt x="1" y="1368"/>
                  </a:lnTo>
                  <a:lnTo>
                    <a:pt x="1" y="1361"/>
                  </a:lnTo>
                  <a:lnTo>
                    <a:pt x="0" y="1353"/>
                  </a:lnTo>
                  <a:lnTo>
                    <a:pt x="0" y="1165"/>
                  </a:lnTo>
                  <a:lnTo>
                    <a:pt x="0" y="1131"/>
                  </a:lnTo>
                  <a:lnTo>
                    <a:pt x="0" y="1119"/>
                  </a:lnTo>
                  <a:lnTo>
                    <a:pt x="35" y="1046"/>
                  </a:lnTo>
                  <a:lnTo>
                    <a:pt x="54" y="1008"/>
                  </a:lnTo>
                  <a:lnTo>
                    <a:pt x="64" y="989"/>
                  </a:lnTo>
                  <a:lnTo>
                    <a:pt x="68" y="982"/>
                  </a:lnTo>
                  <a:lnTo>
                    <a:pt x="71" y="974"/>
                  </a:lnTo>
                  <a:lnTo>
                    <a:pt x="74" y="968"/>
                  </a:lnTo>
                  <a:lnTo>
                    <a:pt x="83" y="959"/>
                  </a:lnTo>
                  <a:lnTo>
                    <a:pt x="89" y="952"/>
                  </a:lnTo>
                  <a:lnTo>
                    <a:pt x="93" y="947"/>
                  </a:lnTo>
                  <a:lnTo>
                    <a:pt x="100" y="940"/>
                  </a:lnTo>
                  <a:lnTo>
                    <a:pt x="106" y="927"/>
                  </a:lnTo>
                  <a:lnTo>
                    <a:pt x="148" y="877"/>
                  </a:lnTo>
                  <a:lnTo>
                    <a:pt x="160" y="869"/>
                  </a:lnTo>
                  <a:lnTo>
                    <a:pt x="165" y="865"/>
                  </a:lnTo>
                  <a:lnTo>
                    <a:pt x="172" y="856"/>
                  </a:lnTo>
                  <a:lnTo>
                    <a:pt x="177" y="846"/>
                  </a:lnTo>
                  <a:lnTo>
                    <a:pt x="181" y="836"/>
                  </a:lnTo>
                  <a:lnTo>
                    <a:pt x="187" y="828"/>
                  </a:lnTo>
                  <a:lnTo>
                    <a:pt x="252" y="793"/>
                  </a:lnTo>
                  <a:lnTo>
                    <a:pt x="268" y="784"/>
                  </a:lnTo>
                  <a:lnTo>
                    <a:pt x="308" y="796"/>
                  </a:lnTo>
                  <a:lnTo>
                    <a:pt x="342" y="785"/>
                  </a:lnTo>
                  <a:lnTo>
                    <a:pt x="350" y="757"/>
                  </a:lnTo>
                  <a:lnTo>
                    <a:pt x="355" y="741"/>
                  </a:lnTo>
                  <a:lnTo>
                    <a:pt x="355" y="736"/>
                  </a:lnTo>
                  <a:lnTo>
                    <a:pt x="355" y="715"/>
                  </a:lnTo>
                  <a:lnTo>
                    <a:pt x="350" y="699"/>
                  </a:lnTo>
                  <a:lnTo>
                    <a:pt x="347" y="695"/>
                  </a:lnTo>
                  <a:lnTo>
                    <a:pt x="304" y="502"/>
                  </a:lnTo>
                  <a:lnTo>
                    <a:pt x="301" y="491"/>
                  </a:lnTo>
                  <a:lnTo>
                    <a:pt x="296" y="481"/>
                  </a:lnTo>
                  <a:lnTo>
                    <a:pt x="284" y="475"/>
                  </a:lnTo>
                  <a:lnTo>
                    <a:pt x="275" y="473"/>
                  </a:lnTo>
                  <a:lnTo>
                    <a:pt x="263" y="468"/>
                  </a:lnTo>
                  <a:lnTo>
                    <a:pt x="256" y="464"/>
                  </a:lnTo>
                  <a:lnTo>
                    <a:pt x="238" y="457"/>
                  </a:lnTo>
                  <a:lnTo>
                    <a:pt x="223" y="451"/>
                  </a:lnTo>
                  <a:lnTo>
                    <a:pt x="203" y="445"/>
                  </a:lnTo>
                  <a:lnTo>
                    <a:pt x="196" y="436"/>
                  </a:lnTo>
                  <a:lnTo>
                    <a:pt x="191" y="424"/>
                  </a:lnTo>
                  <a:lnTo>
                    <a:pt x="187" y="419"/>
                  </a:lnTo>
                  <a:lnTo>
                    <a:pt x="179" y="417"/>
                  </a:lnTo>
                  <a:lnTo>
                    <a:pt x="171" y="425"/>
                  </a:lnTo>
                  <a:lnTo>
                    <a:pt x="171" y="432"/>
                  </a:lnTo>
                  <a:lnTo>
                    <a:pt x="166" y="431"/>
                  </a:lnTo>
                  <a:lnTo>
                    <a:pt x="161" y="425"/>
                  </a:lnTo>
                  <a:lnTo>
                    <a:pt x="150" y="418"/>
                  </a:lnTo>
                  <a:lnTo>
                    <a:pt x="126" y="398"/>
                  </a:lnTo>
                  <a:lnTo>
                    <a:pt x="122" y="392"/>
                  </a:lnTo>
                  <a:lnTo>
                    <a:pt x="115" y="389"/>
                  </a:lnTo>
                  <a:lnTo>
                    <a:pt x="114" y="358"/>
                  </a:lnTo>
                  <a:lnTo>
                    <a:pt x="113" y="341"/>
                  </a:lnTo>
                  <a:lnTo>
                    <a:pt x="119" y="336"/>
                  </a:lnTo>
                  <a:lnTo>
                    <a:pt x="174" y="289"/>
                  </a:lnTo>
                  <a:lnTo>
                    <a:pt x="178" y="285"/>
                  </a:lnTo>
                  <a:lnTo>
                    <a:pt x="199" y="268"/>
                  </a:lnTo>
                  <a:lnTo>
                    <a:pt x="204" y="264"/>
                  </a:lnTo>
                  <a:lnTo>
                    <a:pt x="288" y="226"/>
                  </a:lnTo>
                  <a:lnTo>
                    <a:pt x="294" y="223"/>
                  </a:lnTo>
                  <a:lnTo>
                    <a:pt x="590" y="72"/>
                  </a:lnTo>
                  <a:lnTo>
                    <a:pt x="592" y="66"/>
                  </a:lnTo>
                  <a:lnTo>
                    <a:pt x="612" y="28"/>
                  </a:lnTo>
                  <a:lnTo>
                    <a:pt x="617" y="25"/>
                  </a:lnTo>
                  <a:lnTo>
                    <a:pt x="623" y="21"/>
                  </a:lnTo>
                  <a:lnTo>
                    <a:pt x="628" y="11"/>
                  </a:lnTo>
                  <a:lnTo>
                    <a:pt x="639" y="0"/>
                  </a:lnTo>
                  <a:lnTo>
                    <a:pt x="791" y="109"/>
                  </a:lnTo>
                  <a:lnTo>
                    <a:pt x="798" y="114"/>
                  </a:lnTo>
                  <a:lnTo>
                    <a:pt x="818" y="129"/>
                  </a:lnTo>
                  <a:lnTo>
                    <a:pt x="821" y="135"/>
                  </a:lnTo>
                  <a:lnTo>
                    <a:pt x="824" y="141"/>
                  </a:lnTo>
                  <a:lnTo>
                    <a:pt x="835" y="164"/>
                  </a:lnTo>
                  <a:lnTo>
                    <a:pt x="839" y="169"/>
                  </a:lnTo>
                  <a:lnTo>
                    <a:pt x="841" y="175"/>
                  </a:lnTo>
                  <a:lnTo>
                    <a:pt x="848" y="191"/>
                  </a:lnTo>
                  <a:lnTo>
                    <a:pt x="851" y="209"/>
                  </a:lnTo>
                  <a:lnTo>
                    <a:pt x="847" y="221"/>
                  </a:lnTo>
                  <a:lnTo>
                    <a:pt x="847" y="233"/>
                  </a:lnTo>
                  <a:lnTo>
                    <a:pt x="846" y="243"/>
                  </a:lnTo>
                  <a:lnTo>
                    <a:pt x="842" y="252"/>
                  </a:lnTo>
                  <a:lnTo>
                    <a:pt x="825" y="290"/>
                  </a:lnTo>
                  <a:lnTo>
                    <a:pt x="806" y="333"/>
                  </a:lnTo>
                  <a:lnTo>
                    <a:pt x="798" y="339"/>
                  </a:lnTo>
                  <a:lnTo>
                    <a:pt x="778" y="347"/>
                  </a:lnTo>
                  <a:lnTo>
                    <a:pt x="777" y="353"/>
                  </a:lnTo>
                  <a:lnTo>
                    <a:pt x="768" y="357"/>
                  </a:lnTo>
                  <a:lnTo>
                    <a:pt x="760" y="358"/>
                  </a:lnTo>
                  <a:lnTo>
                    <a:pt x="746" y="385"/>
                  </a:lnTo>
                  <a:lnTo>
                    <a:pt x="737" y="405"/>
                  </a:lnTo>
                  <a:lnTo>
                    <a:pt x="732" y="457"/>
                  </a:lnTo>
                  <a:lnTo>
                    <a:pt x="732" y="4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8995636" y="2445488"/>
              <a:ext cx="419" cy="624"/>
            </a:xfrm>
            <a:custGeom>
              <a:avLst/>
              <a:pathLst>
                <a:path w="419" h="624">
                  <a:moveTo>
                    <a:pt x="203" y="592"/>
                  </a:moveTo>
                  <a:lnTo>
                    <a:pt x="50" y="624"/>
                  </a:lnTo>
                  <a:lnTo>
                    <a:pt x="26" y="616"/>
                  </a:lnTo>
                  <a:lnTo>
                    <a:pt x="3" y="571"/>
                  </a:lnTo>
                  <a:lnTo>
                    <a:pt x="0" y="485"/>
                  </a:lnTo>
                  <a:lnTo>
                    <a:pt x="19" y="459"/>
                  </a:lnTo>
                  <a:lnTo>
                    <a:pt x="47" y="439"/>
                  </a:lnTo>
                  <a:lnTo>
                    <a:pt x="100" y="438"/>
                  </a:lnTo>
                  <a:lnTo>
                    <a:pt x="166" y="423"/>
                  </a:lnTo>
                  <a:lnTo>
                    <a:pt x="217" y="342"/>
                  </a:lnTo>
                  <a:lnTo>
                    <a:pt x="89" y="163"/>
                  </a:lnTo>
                  <a:lnTo>
                    <a:pt x="172" y="0"/>
                  </a:lnTo>
                  <a:lnTo>
                    <a:pt x="188" y="1"/>
                  </a:lnTo>
                  <a:lnTo>
                    <a:pt x="265" y="240"/>
                  </a:lnTo>
                  <a:lnTo>
                    <a:pt x="320" y="270"/>
                  </a:lnTo>
                  <a:lnTo>
                    <a:pt x="377" y="277"/>
                  </a:lnTo>
                  <a:lnTo>
                    <a:pt x="410" y="303"/>
                  </a:lnTo>
                  <a:lnTo>
                    <a:pt x="419" y="325"/>
                  </a:lnTo>
                  <a:lnTo>
                    <a:pt x="409" y="364"/>
                  </a:lnTo>
                  <a:lnTo>
                    <a:pt x="359" y="435"/>
                  </a:lnTo>
                  <a:lnTo>
                    <a:pt x="203" y="59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9019722" y="2447616"/>
              <a:ext cx="794" cy="820"/>
            </a:xfrm>
            <a:custGeom>
              <a:avLst/>
              <a:pathLst>
                <a:path w="794" h="820">
                  <a:moveTo>
                    <a:pt x="793" y="817"/>
                  </a:moveTo>
                  <a:lnTo>
                    <a:pt x="760" y="820"/>
                  </a:lnTo>
                  <a:lnTo>
                    <a:pt x="738" y="811"/>
                  </a:lnTo>
                  <a:lnTo>
                    <a:pt x="733" y="802"/>
                  </a:lnTo>
                  <a:lnTo>
                    <a:pt x="728" y="798"/>
                  </a:lnTo>
                  <a:lnTo>
                    <a:pt x="719" y="790"/>
                  </a:lnTo>
                  <a:lnTo>
                    <a:pt x="715" y="786"/>
                  </a:lnTo>
                  <a:lnTo>
                    <a:pt x="407" y="444"/>
                  </a:lnTo>
                  <a:lnTo>
                    <a:pt x="337" y="342"/>
                  </a:lnTo>
                  <a:lnTo>
                    <a:pt x="187" y="288"/>
                  </a:lnTo>
                  <a:lnTo>
                    <a:pt x="148" y="199"/>
                  </a:lnTo>
                  <a:lnTo>
                    <a:pt x="115" y="163"/>
                  </a:lnTo>
                  <a:lnTo>
                    <a:pt x="110" y="159"/>
                  </a:lnTo>
                  <a:lnTo>
                    <a:pt x="83" y="143"/>
                  </a:lnTo>
                  <a:lnTo>
                    <a:pt x="55" y="126"/>
                  </a:lnTo>
                  <a:lnTo>
                    <a:pt x="32" y="116"/>
                  </a:lnTo>
                  <a:lnTo>
                    <a:pt x="0" y="98"/>
                  </a:lnTo>
                  <a:lnTo>
                    <a:pt x="45" y="47"/>
                  </a:lnTo>
                  <a:lnTo>
                    <a:pt x="56" y="41"/>
                  </a:lnTo>
                  <a:lnTo>
                    <a:pt x="121" y="39"/>
                  </a:lnTo>
                  <a:lnTo>
                    <a:pt x="139" y="38"/>
                  </a:lnTo>
                  <a:lnTo>
                    <a:pt x="166" y="19"/>
                  </a:lnTo>
                  <a:lnTo>
                    <a:pt x="205" y="11"/>
                  </a:lnTo>
                  <a:lnTo>
                    <a:pt x="280" y="5"/>
                  </a:lnTo>
                  <a:lnTo>
                    <a:pt x="579" y="0"/>
                  </a:lnTo>
                  <a:lnTo>
                    <a:pt x="631" y="11"/>
                  </a:lnTo>
                  <a:lnTo>
                    <a:pt x="653" y="25"/>
                  </a:lnTo>
                  <a:lnTo>
                    <a:pt x="660" y="32"/>
                  </a:lnTo>
                  <a:lnTo>
                    <a:pt x="678" y="79"/>
                  </a:lnTo>
                  <a:lnTo>
                    <a:pt x="717" y="248"/>
                  </a:lnTo>
                  <a:lnTo>
                    <a:pt x="719" y="260"/>
                  </a:lnTo>
                  <a:lnTo>
                    <a:pt x="722" y="296"/>
                  </a:lnTo>
                  <a:lnTo>
                    <a:pt x="729" y="317"/>
                  </a:lnTo>
                  <a:lnTo>
                    <a:pt x="730" y="324"/>
                  </a:lnTo>
                  <a:lnTo>
                    <a:pt x="724" y="333"/>
                  </a:lnTo>
                  <a:lnTo>
                    <a:pt x="734" y="453"/>
                  </a:lnTo>
                  <a:lnTo>
                    <a:pt x="735" y="463"/>
                  </a:lnTo>
                  <a:lnTo>
                    <a:pt x="750" y="639"/>
                  </a:lnTo>
                  <a:lnTo>
                    <a:pt x="794" y="804"/>
                  </a:lnTo>
                  <a:lnTo>
                    <a:pt x="793" y="8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9014704" y="2446990"/>
              <a:ext cx="887" cy="847"/>
            </a:xfrm>
            <a:custGeom>
              <a:avLst/>
              <a:pathLst>
                <a:path w="887" h="847">
                  <a:moveTo>
                    <a:pt x="806" y="237"/>
                  </a:moveTo>
                  <a:lnTo>
                    <a:pt x="843" y="526"/>
                  </a:lnTo>
                  <a:lnTo>
                    <a:pt x="869" y="572"/>
                  </a:lnTo>
                  <a:lnTo>
                    <a:pt x="872" y="577"/>
                  </a:lnTo>
                  <a:lnTo>
                    <a:pt x="878" y="590"/>
                  </a:lnTo>
                  <a:lnTo>
                    <a:pt x="887" y="606"/>
                  </a:lnTo>
                  <a:lnTo>
                    <a:pt x="883" y="621"/>
                  </a:lnTo>
                  <a:lnTo>
                    <a:pt x="880" y="632"/>
                  </a:lnTo>
                  <a:lnTo>
                    <a:pt x="844" y="733"/>
                  </a:lnTo>
                  <a:lnTo>
                    <a:pt x="784" y="840"/>
                  </a:lnTo>
                  <a:lnTo>
                    <a:pt x="769" y="844"/>
                  </a:lnTo>
                  <a:lnTo>
                    <a:pt x="753" y="845"/>
                  </a:lnTo>
                  <a:lnTo>
                    <a:pt x="740" y="846"/>
                  </a:lnTo>
                  <a:lnTo>
                    <a:pt x="732" y="847"/>
                  </a:lnTo>
                  <a:lnTo>
                    <a:pt x="716" y="841"/>
                  </a:lnTo>
                  <a:lnTo>
                    <a:pt x="687" y="805"/>
                  </a:lnTo>
                  <a:lnTo>
                    <a:pt x="682" y="798"/>
                  </a:lnTo>
                  <a:lnTo>
                    <a:pt x="664" y="788"/>
                  </a:lnTo>
                  <a:lnTo>
                    <a:pt x="653" y="786"/>
                  </a:lnTo>
                  <a:lnTo>
                    <a:pt x="649" y="785"/>
                  </a:lnTo>
                  <a:lnTo>
                    <a:pt x="644" y="784"/>
                  </a:lnTo>
                  <a:lnTo>
                    <a:pt x="640" y="783"/>
                  </a:lnTo>
                  <a:lnTo>
                    <a:pt x="627" y="780"/>
                  </a:lnTo>
                  <a:lnTo>
                    <a:pt x="616" y="769"/>
                  </a:lnTo>
                  <a:lnTo>
                    <a:pt x="607" y="760"/>
                  </a:lnTo>
                  <a:lnTo>
                    <a:pt x="597" y="750"/>
                  </a:lnTo>
                  <a:lnTo>
                    <a:pt x="583" y="676"/>
                  </a:lnTo>
                  <a:lnTo>
                    <a:pt x="582" y="669"/>
                  </a:lnTo>
                  <a:lnTo>
                    <a:pt x="580" y="653"/>
                  </a:lnTo>
                  <a:lnTo>
                    <a:pt x="577" y="637"/>
                  </a:lnTo>
                  <a:lnTo>
                    <a:pt x="533" y="475"/>
                  </a:lnTo>
                  <a:lnTo>
                    <a:pt x="533" y="469"/>
                  </a:lnTo>
                  <a:lnTo>
                    <a:pt x="529" y="461"/>
                  </a:lnTo>
                  <a:lnTo>
                    <a:pt x="519" y="447"/>
                  </a:lnTo>
                  <a:lnTo>
                    <a:pt x="508" y="436"/>
                  </a:lnTo>
                  <a:lnTo>
                    <a:pt x="258" y="205"/>
                  </a:lnTo>
                  <a:lnTo>
                    <a:pt x="233" y="211"/>
                  </a:lnTo>
                  <a:lnTo>
                    <a:pt x="179" y="225"/>
                  </a:lnTo>
                  <a:lnTo>
                    <a:pt x="167" y="225"/>
                  </a:lnTo>
                  <a:lnTo>
                    <a:pt x="132" y="224"/>
                  </a:lnTo>
                  <a:lnTo>
                    <a:pt x="56" y="223"/>
                  </a:lnTo>
                  <a:lnTo>
                    <a:pt x="46" y="208"/>
                  </a:lnTo>
                  <a:lnTo>
                    <a:pt x="3" y="139"/>
                  </a:lnTo>
                  <a:lnTo>
                    <a:pt x="5" y="129"/>
                  </a:lnTo>
                  <a:lnTo>
                    <a:pt x="0" y="101"/>
                  </a:lnTo>
                  <a:lnTo>
                    <a:pt x="13" y="87"/>
                  </a:lnTo>
                  <a:lnTo>
                    <a:pt x="75" y="37"/>
                  </a:lnTo>
                  <a:lnTo>
                    <a:pt x="160" y="20"/>
                  </a:lnTo>
                  <a:lnTo>
                    <a:pt x="266" y="0"/>
                  </a:lnTo>
                  <a:lnTo>
                    <a:pt x="668" y="17"/>
                  </a:lnTo>
                  <a:lnTo>
                    <a:pt x="681" y="24"/>
                  </a:lnTo>
                  <a:lnTo>
                    <a:pt x="687" y="27"/>
                  </a:lnTo>
                  <a:lnTo>
                    <a:pt x="783" y="78"/>
                  </a:lnTo>
                  <a:lnTo>
                    <a:pt x="786" y="83"/>
                  </a:lnTo>
                  <a:lnTo>
                    <a:pt x="794" y="95"/>
                  </a:lnTo>
                  <a:lnTo>
                    <a:pt x="800" y="109"/>
                  </a:lnTo>
                  <a:lnTo>
                    <a:pt x="804" y="119"/>
                  </a:lnTo>
                  <a:lnTo>
                    <a:pt x="808" y="217"/>
                  </a:lnTo>
                  <a:lnTo>
                    <a:pt x="806" y="2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9015574" y="2446689"/>
              <a:ext cx="405" cy="375"/>
            </a:xfrm>
            <a:custGeom>
              <a:avLst/>
              <a:pathLst>
                <a:path w="405" h="375">
                  <a:moveTo>
                    <a:pt x="375" y="57"/>
                  </a:moveTo>
                  <a:lnTo>
                    <a:pt x="392" y="80"/>
                  </a:lnTo>
                  <a:lnTo>
                    <a:pt x="403" y="100"/>
                  </a:lnTo>
                  <a:lnTo>
                    <a:pt x="405" y="110"/>
                  </a:lnTo>
                  <a:lnTo>
                    <a:pt x="400" y="129"/>
                  </a:lnTo>
                  <a:lnTo>
                    <a:pt x="334" y="237"/>
                  </a:lnTo>
                  <a:lnTo>
                    <a:pt x="310" y="270"/>
                  </a:lnTo>
                  <a:lnTo>
                    <a:pt x="294" y="284"/>
                  </a:lnTo>
                  <a:lnTo>
                    <a:pt x="171" y="373"/>
                  </a:lnTo>
                  <a:lnTo>
                    <a:pt x="152" y="375"/>
                  </a:lnTo>
                  <a:lnTo>
                    <a:pt x="86" y="367"/>
                  </a:lnTo>
                  <a:lnTo>
                    <a:pt x="76" y="336"/>
                  </a:lnTo>
                  <a:lnTo>
                    <a:pt x="68" y="327"/>
                  </a:lnTo>
                  <a:lnTo>
                    <a:pt x="38" y="327"/>
                  </a:lnTo>
                  <a:lnTo>
                    <a:pt x="14" y="316"/>
                  </a:lnTo>
                  <a:lnTo>
                    <a:pt x="0" y="285"/>
                  </a:lnTo>
                  <a:lnTo>
                    <a:pt x="1" y="244"/>
                  </a:lnTo>
                  <a:lnTo>
                    <a:pt x="29" y="216"/>
                  </a:lnTo>
                  <a:lnTo>
                    <a:pt x="27" y="197"/>
                  </a:lnTo>
                  <a:lnTo>
                    <a:pt x="17" y="165"/>
                  </a:lnTo>
                  <a:lnTo>
                    <a:pt x="12" y="149"/>
                  </a:lnTo>
                  <a:lnTo>
                    <a:pt x="31" y="124"/>
                  </a:lnTo>
                  <a:lnTo>
                    <a:pt x="95" y="97"/>
                  </a:lnTo>
                  <a:lnTo>
                    <a:pt x="112" y="84"/>
                  </a:lnTo>
                  <a:lnTo>
                    <a:pt x="142" y="39"/>
                  </a:lnTo>
                  <a:lnTo>
                    <a:pt x="168" y="31"/>
                  </a:lnTo>
                  <a:lnTo>
                    <a:pt x="184" y="46"/>
                  </a:lnTo>
                  <a:lnTo>
                    <a:pt x="194" y="45"/>
                  </a:lnTo>
                  <a:lnTo>
                    <a:pt x="222" y="25"/>
                  </a:lnTo>
                  <a:lnTo>
                    <a:pt x="246" y="12"/>
                  </a:lnTo>
                  <a:lnTo>
                    <a:pt x="305" y="0"/>
                  </a:lnTo>
                  <a:lnTo>
                    <a:pt x="359" y="10"/>
                  </a:lnTo>
                  <a:lnTo>
                    <a:pt x="365" y="32"/>
                  </a:lnTo>
                  <a:lnTo>
                    <a:pt x="375" y="5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9025541" y="2446983"/>
              <a:ext cx="785" cy="941"/>
            </a:xfrm>
            <a:custGeom>
              <a:avLst/>
              <a:pathLst>
                <a:path w="785" h="941">
                  <a:moveTo>
                    <a:pt x="650" y="845"/>
                  </a:moveTo>
                  <a:lnTo>
                    <a:pt x="415" y="941"/>
                  </a:lnTo>
                  <a:lnTo>
                    <a:pt x="296" y="912"/>
                  </a:lnTo>
                  <a:lnTo>
                    <a:pt x="87" y="738"/>
                  </a:lnTo>
                  <a:lnTo>
                    <a:pt x="51" y="703"/>
                  </a:lnTo>
                  <a:lnTo>
                    <a:pt x="47" y="701"/>
                  </a:lnTo>
                  <a:lnTo>
                    <a:pt x="15" y="671"/>
                  </a:lnTo>
                  <a:lnTo>
                    <a:pt x="6" y="663"/>
                  </a:lnTo>
                  <a:lnTo>
                    <a:pt x="0" y="649"/>
                  </a:lnTo>
                  <a:lnTo>
                    <a:pt x="1" y="642"/>
                  </a:lnTo>
                  <a:lnTo>
                    <a:pt x="3" y="635"/>
                  </a:lnTo>
                  <a:lnTo>
                    <a:pt x="11" y="629"/>
                  </a:lnTo>
                  <a:lnTo>
                    <a:pt x="23" y="620"/>
                  </a:lnTo>
                  <a:lnTo>
                    <a:pt x="27" y="613"/>
                  </a:lnTo>
                  <a:lnTo>
                    <a:pt x="30" y="592"/>
                  </a:lnTo>
                  <a:lnTo>
                    <a:pt x="30" y="584"/>
                  </a:lnTo>
                  <a:lnTo>
                    <a:pt x="31" y="574"/>
                  </a:lnTo>
                  <a:lnTo>
                    <a:pt x="30" y="564"/>
                  </a:lnTo>
                  <a:lnTo>
                    <a:pt x="30" y="548"/>
                  </a:lnTo>
                  <a:lnTo>
                    <a:pt x="27" y="524"/>
                  </a:lnTo>
                  <a:lnTo>
                    <a:pt x="26" y="504"/>
                  </a:lnTo>
                  <a:lnTo>
                    <a:pt x="22" y="490"/>
                  </a:lnTo>
                  <a:lnTo>
                    <a:pt x="15" y="477"/>
                  </a:lnTo>
                  <a:lnTo>
                    <a:pt x="9" y="454"/>
                  </a:lnTo>
                  <a:lnTo>
                    <a:pt x="28" y="410"/>
                  </a:lnTo>
                  <a:lnTo>
                    <a:pt x="46" y="368"/>
                  </a:lnTo>
                  <a:lnTo>
                    <a:pt x="94" y="297"/>
                  </a:lnTo>
                  <a:lnTo>
                    <a:pt x="104" y="281"/>
                  </a:lnTo>
                  <a:lnTo>
                    <a:pt x="130" y="259"/>
                  </a:lnTo>
                  <a:lnTo>
                    <a:pt x="153" y="238"/>
                  </a:lnTo>
                  <a:lnTo>
                    <a:pt x="167" y="226"/>
                  </a:lnTo>
                  <a:lnTo>
                    <a:pt x="187" y="208"/>
                  </a:lnTo>
                  <a:lnTo>
                    <a:pt x="627" y="6"/>
                  </a:lnTo>
                  <a:lnTo>
                    <a:pt x="638" y="3"/>
                  </a:lnTo>
                  <a:lnTo>
                    <a:pt x="650" y="0"/>
                  </a:lnTo>
                  <a:lnTo>
                    <a:pt x="665" y="2"/>
                  </a:lnTo>
                  <a:lnTo>
                    <a:pt x="679" y="5"/>
                  </a:lnTo>
                  <a:lnTo>
                    <a:pt x="724" y="120"/>
                  </a:lnTo>
                  <a:lnTo>
                    <a:pt x="728" y="133"/>
                  </a:lnTo>
                  <a:lnTo>
                    <a:pt x="737" y="154"/>
                  </a:lnTo>
                  <a:lnTo>
                    <a:pt x="740" y="159"/>
                  </a:lnTo>
                  <a:lnTo>
                    <a:pt x="751" y="192"/>
                  </a:lnTo>
                  <a:lnTo>
                    <a:pt x="749" y="203"/>
                  </a:lnTo>
                  <a:lnTo>
                    <a:pt x="680" y="304"/>
                  </a:lnTo>
                  <a:lnTo>
                    <a:pt x="689" y="313"/>
                  </a:lnTo>
                  <a:lnTo>
                    <a:pt x="703" y="326"/>
                  </a:lnTo>
                  <a:lnTo>
                    <a:pt x="768" y="408"/>
                  </a:lnTo>
                  <a:lnTo>
                    <a:pt x="772" y="413"/>
                  </a:lnTo>
                  <a:lnTo>
                    <a:pt x="778" y="423"/>
                  </a:lnTo>
                  <a:lnTo>
                    <a:pt x="784" y="438"/>
                  </a:lnTo>
                  <a:lnTo>
                    <a:pt x="785" y="451"/>
                  </a:lnTo>
                  <a:lnTo>
                    <a:pt x="774" y="541"/>
                  </a:lnTo>
                  <a:lnTo>
                    <a:pt x="678" y="814"/>
                  </a:lnTo>
                  <a:lnTo>
                    <a:pt x="666" y="833"/>
                  </a:lnTo>
                  <a:lnTo>
                    <a:pt x="662" y="840"/>
                  </a:lnTo>
                  <a:lnTo>
                    <a:pt x="650" y="84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9015078" y="2445378"/>
              <a:ext cx="523" cy="587"/>
            </a:xfrm>
            <a:custGeom>
              <a:avLst/>
              <a:pathLst>
                <a:path w="523" h="587">
                  <a:moveTo>
                    <a:pt x="447" y="55"/>
                  </a:moveTo>
                  <a:lnTo>
                    <a:pt x="408" y="97"/>
                  </a:lnTo>
                  <a:lnTo>
                    <a:pt x="403" y="104"/>
                  </a:lnTo>
                  <a:lnTo>
                    <a:pt x="378" y="113"/>
                  </a:lnTo>
                  <a:lnTo>
                    <a:pt x="370" y="117"/>
                  </a:lnTo>
                  <a:lnTo>
                    <a:pt x="364" y="122"/>
                  </a:lnTo>
                  <a:lnTo>
                    <a:pt x="349" y="129"/>
                  </a:lnTo>
                  <a:lnTo>
                    <a:pt x="342" y="131"/>
                  </a:lnTo>
                  <a:lnTo>
                    <a:pt x="325" y="135"/>
                  </a:lnTo>
                  <a:lnTo>
                    <a:pt x="315" y="138"/>
                  </a:lnTo>
                  <a:lnTo>
                    <a:pt x="300" y="148"/>
                  </a:lnTo>
                  <a:lnTo>
                    <a:pt x="288" y="155"/>
                  </a:lnTo>
                  <a:lnTo>
                    <a:pt x="284" y="162"/>
                  </a:lnTo>
                  <a:lnTo>
                    <a:pt x="279" y="171"/>
                  </a:lnTo>
                  <a:lnTo>
                    <a:pt x="275" y="179"/>
                  </a:lnTo>
                  <a:lnTo>
                    <a:pt x="272" y="184"/>
                  </a:lnTo>
                  <a:lnTo>
                    <a:pt x="267" y="190"/>
                  </a:lnTo>
                  <a:lnTo>
                    <a:pt x="257" y="204"/>
                  </a:lnTo>
                  <a:lnTo>
                    <a:pt x="249" y="206"/>
                  </a:lnTo>
                  <a:lnTo>
                    <a:pt x="236" y="200"/>
                  </a:lnTo>
                  <a:lnTo>
                    <a:pt x="230" y="197"/>
                  </a:lnTo>
                  <a:lnTo>
                    <a:pt x="223" y="197"/>
                  </a:lnTo>
                  <a:lnTo>
                    <a:pt x="213" y="213"/>
                  </a:lnTo>
                  <a:lnTo>
                    <a:pt x="209" y="230"/>
                  </a:lnTo>
                  <a:lnTo>
                    <a:pt x="207" y="236"/>
                  </a:lnTo>
                  <a:lnTo>
                    <a:pt x="203" y="240"/>
                  </a:lnTo>
                  <a:lnTo>
                    <a:pt x="197" y="245"/>
                  </a:lnTo>
                  <a:lnTo>
                    <a:pt x="190" y="250"/>
                  </a:lnTo>
                  <a:lnTo>
                    <a:pt x="193" y="280"/>
                  </a:lnTo>
                  <a:lnTo>
                    <a:pt x="227" y="334"/>
                  </a:lnTo>
                  <a:lnTo>
                    <a:pt x="250" y="349"/>
                  </a:lnTo>
                  <a:lnTo>
                    <a:pt x="274" y="352"/>
                  </a:lnTo>
                  <a:lnTo>
                    <a:pt x="284" y="351"/>
                  </a:lnTo>
                  <a:lnTo>
                    <a:pt x="296" y="346"/>
                  </a:lnTo>
                  <a:lnTo>
                    <a:pt x="299" y="340"/>
                  </a:lnTo>
                  <a:lnTo>
                    <a:pt x="302" y="334"/>
                  </a:lnTo>
                  <a:lnTo>
                    <a:pt x="298" y="300"/>
                  </a:lnTo>
                  <a:lnTo>
                    <a:pt x="327" y="258"/>
                  </a:lnTo>
                  <a:lnTo>
                    <a:pt x="337" y="255"/>
                  </a:lnTo>
                  <a:lnTo>
                    <a:pt x="356" y="247"/>
                  </a:lnTo>
                  <a:lnTo>
                    <a:pt x="373" y="240"/>
                  </a:lnTo>
                  <a:lnTo>
                    <a:pt x="382" y="237"/>
                  </a:lnTo>
                  <a:lnTo>
                    <a:pt x="400" y="239"/>
                  </a:lnTo>
                  <a:lnTo>
                    <a:pt x="406" y="240"/>
                  </a:lnTo>
                  <a:lnTo>
                    <a:pt x="421" y="242"/>
                  </a:lnTo>
                  <a:lnTo>
                    <a:pt x="449" y="246"/>
                  </a:lnTo>
                  <a:lnTo>
                    <a:pt x="457" y="251"/>
                  </a:lnTo>
                  <a:lnTo>
                    <a:pt x="464" y="258"/>
                  </a:lnTo>
                  <a:lnTo>
                    <a:pt x="517" y="371"/>
                  </a:lnTo>
                  <a:lnTo>
                    <a:pt x="522" y="376"/>
                  </a:lnTo>
                  <a:lnTo>
                    <a:pt x="523" y="385"/>
                  </a:lnTo>
                  <a:lnTo>
                    <a:pt x="508" y="419"/>
                  </a:lnTo>
                  <a:lnTo>
                    <a:pt x="465" y="501"/>
                  </a:lnTo>
                  <a:lnTo>
                    <a:pt x="461" y="511"/>
                  </a:lnTo>
                  <a:lnTo>
                    <a:pt x="457" y="518"/>
                  </a:lnTo>
                  <a:lnTo>
                    <a:pt x="451" y="527"/>
                  </a:lnTo>
                  <a:lnTo>
                    <a:pt x="386" y="569"/>
                  </a:lnTo>
                  <a:lnTo>
                    <a:pt x="372" y="571"/>
                  </a:lnTo>
                  <a:lnTo>
                    <a:pt x="296" y="578"/>
                  </a:lnTo>
                  <a:lnTo>
                    <a:pt x="269" y="583"/>
                  </a:lnTo>
                  <a:lnTo>
                    <a:pt x="263" y="584"/>
                  </a:lnTo>
                  <a:lnTo>
                    <a:pt x="247" y="587"/>
                  </a:lnTo>
                  <a:lnTo>
                    <a:pt x="241" y="581"/>
                  </a:lnTo>
                  <a:lnTo>
                    <a:pt x="221" y="560"/>
                  </a:lnTo>
                  <a:lnTo>
                    <a:pt x="213" y="555"/>
                  </a:lnTo>
                  <a:lnTo>
                    <a:pt x="197" y="544"/>
                  </a:lnTo>
                  <a:lnTo>
                    <a:pt x="187" y="538"/>
                  </a:lnTo>
                  <a:lnTo>
                    <a:pt x="180" y="534"/>
                  </a:lnTo>
                  <a:lnTo>
                    <a:pt x="171" y="536"/>
                  </a:lnTo>
                  <a:lnTo>
                    <a:pt x="160" y="536"/>
                  </a:lnTo>
                  <a:lnTo>
                    <a:pt x="152" y="537"/>
                  </a:lnTo>
                  <a:lnTo>
                    <a:pt x="145" y="537"/>
                  </a:lnTo>
                  <a:lnTo>
                    <a:pt x="138" y="536"/>
                  </a:lnTo>
                  <a:lnTo>
                    <a:pt x="111" y="518"/>
                  </a:lnTo>
                  <a:lnTo>
                    <a:pt x="92" y="459"/>
                  </a:lnTo>
                  <a:lnTo>
                    <a:pt x="22" y="209"/>
                  </a:lnTo>
                  <a:lnTo>
                    <a:pt x="0" y="127"/>
                  </a:lnTo>
                  <a:lnTo>
                    <a:pt x="46" y="76"/>
                  </a:lnTo>
                  <a:lnTo>
                    <a:pt x="51" y="74"/>
                  </a:lnTo>
                  <a:lnTo>
                    <a:pt x="113" y="47"/>
                  </a:lnTo>
                  <a:lnTo>
                    <a:pt x="120" y="45"/>
                  </a:lnTo>
                  <a:lnTo>
                    <a:pt x="128" y="43"/>
                  </a:lnTo>
                  <a:lnTo>
                    <a:pt x="134" y="45"/>
                  </a:lnTo>
                  <a:lnTo>
                    <a:pt x="158" y="49"/>
                  </a:lnTo>
                  <a:lnTo>
                    <a:pt x="173" y="54"/>
                  </a:lnTo>
                  <a:lnTo>
                    <a:pt x="189" y="51"/>
                  </a:lnTo>
                  <a:lnTo>
                    <a:pt x="195" y="47"/>
                  </a:lnTo>
                  <a:lnTo>
                    <a:pt x="197" y="42"/>
                  </a:lnTo>
                  <a:lnTo>
                    <a:pt x="206" y="31"/>
                  </a:lnTo>
                  <a:lnTo>
                    <a:pt x="223" y="19"/>
                  </a:lnTo>
                  <a:lnTo>
                    <a:pt x="258" y="13"/>
                  </a:lnTo>
                  <a:lnTo>
                    <a:pt x="289" y="8"/>
                  </a:lnTo>
                  <a:lnTo>
                    <a:pt x="321" y="3"/>
                  </a:lnTo>
                  <a:lnTo>
                    <a:pt x="343" y="0"/>
                  </a:lnTo>
                  <a:lnTo>
                    <a:pt x="394" y="2"/>
                  </a:lnTo>
                  <a:lnTo>
                    <a:pt x="399" y="7"/>
                  </a:lnTo>
                  <a:lnTo>
                    <a:pt x="454" y="41"/>
                  </a:lnTo>
                  <a:lnTo>
                    <a:pt x="454" y="46"/>
                  </a:lnTo>
                  <a:lnTo>
                    <a:pt x="447" y="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9018544" y="2445334"/>
              <a:ext cx="6190" cy="4783"/>
            </a:xfrm>
            <a:custGeom>
              <a:avLst/>
              <a:pathLst>
                <a:path w="6190" h="4783">
                  <a:moveTo>
                    <a:pt x="4775" y="463"/>
                  </a:moveTo>
                  <a:lnTo>
                    <a:pt x="4792" y="475"/>
                  </a:lnTo>
                  <a:lnTo>
                    <a:pt x="4848" y="474"/>
                  </a:lnTo>
                  <a:lnTo>
                    <a:pt x="4868" y="474"/>
                  </a:lnTo>
                  <a:lnTo>
                    <a:pt x="4922" y="456"/>
                  </a:lnTo>
                  <a:lnTo>
                    <a:pt x="4949" y="451"/>
                  </a:lnTo>
                  <a:lnTo>
                    <a:pt x="4973" y="439"/>
                  </a:lnTo>
                  <a:lnTo>
                    <a:pt x="5004" y="429"/>
                  </a:lnTo>
                  <a:lnTo>
                    <a:pt x="5029" y="405"/>
                  </a:lnTo>
                  <a:lnTo>
                    <a:pt x="5063" y="419"/>
                  </a:lnTo>
                  <a:lnTo>
                    <a:pt x="5177" y="531"/>
                  </a:lnTo>
                  <a:lnTo>
                    <a:pt x="5192" y="545"/>
                  </a:lnTo>
                  <a:lnTo>
                    <a:pt x="5232" y="584"/>
                  </a:lnTo>
                  <a:lnTo>
                    <a:pt x="5239" y="591"/>
                  </a:lnTo>
                  <a:lnTo>
                    <a:pt x="5249" y="601"/>
                  </a:lnTo>
                  <a:lnTo>
                    <a:pt x="5284" y="635"/>
                  </a:lnTo>
                  <a:lnTo>
                    <a:pt x="5318" y="668"/>
                  </a:lnTo>
                  <a:lnTo>
                    <a:pt x="5415" y="869"/>
                  </a:lnTo>
                  <a:lnTo>
                    <a:pt x="5466" y="977"/>
                  </a:lnTo>
                  <a:lnTo>
                    <a:pt x="5355" y="1113"/>
                  </a:lnTo>
                  <a:lnTo>
                    <a:pt x="5414" y="1193"/>
                  </a:lnTo>
                  <a:lnTo>
                    <a:pt x="5441" y="1196"/>
                  </a:lnTo>
                  <a:lnTo>
                    <a:pt x="5497" y="1150"/>
                  </a:lnTo>
                  <a:lnTo>
                    <a:pt x="5519" y="1131"/>
                  </a:lnTo>
                  <a:lnTo>
                    <a:pt x="5560" y="1135"/>
                  </a:lnTo>
                  <a:lnTo>
                    <a:pt x="5659" y="1143"/>
                  </a:lnTo>
                  <a:lnTo>
                    <a:pt x="5903" y="1373"/>
                  </a:lnTo>
                  <a:lnTo>
                    <a:pt x="5982" y="1461"/>
                  </a:lnTo>
                  <a:lnTo>
                    <a:pt x="6023" y="1507"/>
                  </a:lnTo>
                  <a:lnTo>
                    <a:pt x="5970" y="1538"/>
                  </a:lnTo>
                  <a:lnTo>
                    <a:pt x="5946" y="1558"/>
                  </a:lnTo>
                  <a:lnTo>
                    <a:pt x="5935" y="1593"/>
                  </a:lnTo>
                  <a:lnTo>
                    <a:pt x="5934" y="1627"/>
                  </a:lnTo>
                  <a:lnTo>
                    <a:pt x="5940" y="1647"/>
                  </a:lnTo>
                  <a:lnTo>
                    <a:pt x="5952" y="1687"/>
                  </a:lnTo>
                  <a:lnTo>
                    <a:pt x="5968" y="1696"/>
                  </a:lnTo>
                  <a:lnTo>
                    <a:pt x="5974" y="1708"/>
                  </a:lnTo>
                  <a:lnTo>
                    <a:pt x="5992" y="1761"/>
                  </a:lnTo>
                  <a:lnTo>
                    <a:pt x="5993" y="1776"/>
                  </a:lnTo>
                  <a:lnTo>
                    <a:pt x="5907" y="2124"/>
                  </a:lnTo>
                  <a:lnTo>
                    <a:pt x="5893" y="2150"/>
                  </a:lnTo>
                  <a:lnTo>
                    <a:pt x="5868" y="2177"/>
                  </a:lnTo>
                  <a:lnTo>
                    <a:pt x="5859" y="2181"/>
                  </a:lnTo>
                  <a:lnTo>
                    <a:pt x="5671" y="2267"/>
                  </a:lnTo>
                  <a:lnTo>
                    <a:pt x="5664" y="2268"/>
                  </a:lnTo>
                  <a:lnTo>
                    <a:pt x="5651" y="2269"/>
                  </a:lnTo>
                  <a:lnTo>
                    <a:pt x="5631" y="2240"/>
                  </a:lnTo>
                  <a:lnTo>
                    <a:pt x="5628" y="2236"/>
                  </a:lnTo>
                  <a:lnTo>
                    <a:pt x="5611" y="2210"/>
                  </a:lnTo>
                  <a:lnTo>
                    <a:pt x="5557" y="2246"/>
                  </a:lnTo>
                  <a:lnTo>
                    <a:pt x="5550" y="2269"/>
                  </a:lnTo>
                  <a:lnTo>
                    <a:pt x="5559" y="2295"/>
                  </a:lnTo>
                  <a:lnTo>
                    <a:pt x="5566" y="2317"/>
                  </a:lnTo>
                  <a:lnTo>
                    <a:pt x="5582" y="2345"/>
                  </a:lnTo>
                  <a:lnTo>
                    <a:pt x="5586" y="2353"/>
                  </a:lnTo>
                  <a:lnTo>
                    <a:pt x="5592" y="2363"/>
                  </a:lnTo>
                  <a:lnTo>
                    <a:pt x="5609" y="2394"/>
                  </a:lnTo>
                  <a:lnTo>
                    <a:pt x="5638" y="2444"/>
                  </a:lnTo>
                  <a:lnTo>
                    <a:pt x="5685" y="2447"/>
                  </a:lnTo>
                  <a:lnTo>
                    <a:pt x="5718" y="2460"/>
                  </a:lnTo>
                  <a:lnTo>
                    <a:pt x="5726" y="2464"/>
                  </a:lnTo>
                  <a:lnTo>
                    <a:pt x="5752" y="2517"/>
                  </a:lnTo>
                  <a:lnTo>
                    <a:pt x="5756" y="2524"/>
                  </a:lnTo>
                  <a:lnTo>
                    <a:pt x="5867" y="2779"/>
                  </a:lnTo>
                  <a:lnTo>
                    <a:pt x="5867" y="2798"/>
                  </a:lnTo>
                  <a:lnTo>
                    <a:pt x="5864" y="2810"/>
                  </a:lnTo>
                  <a:lnTo>
                    <a:pt x="5809" y="2995"/>
                  </a:lnTo>
                  <a:lnTo>
                    <a:pt x="5781" y="3091"/>
                  </a:lnTo>
                  <a:lnTo>
                    <a:pt x="5737" y="3124"/>
                  </a:lnTo>
                  <a:lnTo>
                    <a:pt x="5720" y="3164"/>
                  </a:lnTo>
                  <a:lnTo>
                    <a:pt x="5732" y="3180"/>
                  </a:lnTo>
                  <a:lnTo>
                    <a:pt x="5737" y="3184"/>
                  </a:lnTo>
                  <a:lnTo>
                    <a:pt x="5755" y="3205"/>
                  </a:lnTo>
                  <a:lnTo>
                    <a:pt x="5760" y="3210"/>
                  </a:lnTo>
                  <a:lnTo>
                    <a:pt x="5765" y="3219"/>
                  </a:lnTo>
                  <a:lnTo>
                    <a:pt x="5768" y="3244"/>
                  </a:lnTo>
                  <a:lnTo>
                    <a:pt x="5768" y="3264"/>
                  </a:lnTo>
                  <a:lnTo>
                    <a:pt x="5768" y="3271"/>
                  </a:lnTo>
                  <a:lnTo>
                    <a:pt x="5780" y="3294"/>
                  </a:lnTo>
                  <a:lnTo>
                    <a:pt x="5803" y="3334"/>
                  </a:lnTo>
                  <a:lnTo>
                    <a:pt x="5831" y="3368"/>
                  </a:lnTo>
                  <a:lnTo>
                    <a:pt x="5859" y="3413"/>
                  </a:lnTo>
                  <a:lnTo>
                    <a:pt x="5881" y="3450"/>
                  </a:lnTo>
                  <a:lnTo>
                    <a:pt x="5891" y="3489"/>
                  </a:lnTo>
                  <a:lnTo>
                    <a:pt x="5899" y="3524"/>
                  </a:lnTo>
                  <a:lnTo>
                    <a:pt x="5904" y="3545"/>
                  </a:lnTo>
                  <a:lnTo>
                    <a:pt x="5908" y="3560"/>
                  </a:lnTo>
                  <a:lnTo>
                    <a:pt x="5930" y="3650"/>
                  </a:lnTo>
                  <a:lnTo>
                    <a:pt x="5934" y="3831"/>
                  </a:lnTo>
                  <a:lnTo>
                    <a:pt x="5945" y="3879"/>
                  </a:lnTo>
                  <a:lnTo>
                    <a:pt x="5944" y="3884"/>
                  </a:lnTo>
                  <a:lnTo>
                    <a:pt x="5940" y="3899"/>
                  </a:lnTo>
                  <a:lnTo>
                    <a:pt x="5930" y="3911"/>
                  </a:lnTo>
                  <a:lnTo>
                    <a:pt x="5923" y="3920"/>
                  </a:lnTo>
                  <a:lnTo>
                    <a:pt x="5908" y="3926"/>
                  </a:lnTo>
                  <a:lnTo>
                    <a:pt x="5902" y="3931"/>
                  </a:lnTo>
                  <a:lnTo>
                    <a:pt x="5894" y="3934"/>
                  </a:lnTo>
                  <a:lnTo>
                    <a:pt x="5894" y="3940"/>
                  </a:lnTo>
                  <a:lnTo>
                    <a:pt x="5919" y="3976"/>
                  </a:lnTo>
                  <a:lnTo>
                    <a:pt x="5930" y="3979"/>
                  </a:lnTo>
                  <a:lnTo>
                    <a:pt x="5944" y="3981"/>
                  </a:lnTo>
                  <a:lnTo>
                    <a:pt x="5960" y="3979"/>
                  </a:lnTo>
                  <a:lnTo>
                    <a:pt x="5973" y="3974"/>
                  </a:lnTo>
                  <a:lnTo>
                    <a:pt x="6019" y="3947"/>
                  </a:lnTo>
                  <a:lnTo>
                    <a:pt x="6035" y="3952"/>
                  </a:lnTo>
                  <a:lnTo>
                    <a:pt x="6068" y="3964"/>
                  </a:lnTo>
                  <a:lnTo>
                    <a:pt x="6181" y="4087"/>
                  </a:lnTo>
                  <a:lnTo>
                    <a:pt x="6190" y="4119"/>
                  </a:lnTo>
                  <a:lnTo>
                    <a:pt x="6178" y="4140"/>
                  </a:lnTo>
                  <a:lnTo>
                    <a:pt x="6158" y="4168"/>
                  </a:lnTo>
                  <a:lnTo>
                    <a:pt x="6119" y="4169"/>
                  </a:lnTo>
                  <a:lnTo>
                    <a:pt x="6016" y="4165"/>
                  </a:lnTo>
                  <a:lnTo>
                    <a:pt x="6009" y="4163"/>
                  </a:lnTo>
                  <a:lnTo>
                    <a:pt x="6001" y="4157"/>
                  </a:lnTo>
                  <a:lnTo>
                    <a:pt x="5997" y="4147"/>
                  </a:lnTo>
                  <a:lnTo>
                    <a:pt x="5996" y="4139"/>
                  </a:lnTo>
                  <a:lnTo>
                    <a:pt x="5998" y="4128"/>
                  </a:lnTo>
                  <a:lnTo>
                    <a:pt x="5993" y="4116"/>
                  </a:lnTo>
                  <a:lnTo>
                    <a:pt x="5989" y="4107"/>
                  </a:lnTo>
                  <a:lnTo>
                    <a:pt x="5975" y="4103"/>
                  </a:lnTo>
                  <a:lnTo>
                    <a:pt x="5970" y="4101"/>
                  </a:lnTo>
                  <a:lnTo>
                    <a:pt x="5962" y="4099"/>
                  </a:lnTo>
                  <a:lnTo>
                    <a:pt x="5953" y="4100"/>
                  </a:lnTo>
                  <a:lnTo>
                    <a:pt x="5805" y="4106"/>
                  </a:lnTo>
                  <a:lnTo>
                    <a:pt x="5776" y="4130"/>
                  </a:lnTo>
                  <a:lnTo>
                    <a:pt x="5773" y="4134"/>
                  </a:lnTo>
                  <a:lnTo>
                    <a:pt x="5764" y="4139"/>
                  </a:lnTo>
                  <a:lnTo>
                    <a:pt x="5753" y="4142"/>
                  </a:lnTo>
                  <a:lnTo>
                    <a:pt x="5717" y="4149"/>
                  </a:lnTo>
                  <a:lnTo>
                    <a:pt x="5709" y="4151"/>
                  </a:lnTo>
                  <a:lnTo>
                    <a:pt x="5692" y="4155"/>
                  </a:lnTo>
                  <a:lnTo>
                    <a:pt x="5670" y="4160"/>
                  </a:lnTo>
                  <a:lnTo>
                    <a:pt x="5633" y="4168"/>
                  </a:lnTo>
                  <a:lnTo>
                    <a:pt x="5621" y="4169"/>
                  </a:lnTo>
                  <a:lnTo>
                    <a:pt x="5600" y="4171"/>
                  </a:lnTo>
                  <a:lnTo>
                    <a:pt x="5576" y="4171"/>
                  </a:lnTo>
                  <a:lnTo>
                    <a:pt x="5533" y="4160"/>
                  </a:lnTo>
                  <a:lnTo>
                    <a:pt x="5525" y="4157"/>
                  </a:lnTo>
                  <a:lnTo>
                    <a:pt x="5512" y="4155"/>
                  </a:lnTo>
                  <a:lnTo>
                    <a:pt x="5464" y="4143"/>
                  </a:lnTo>
                  <a:lnTo>
                    <a:pt x="5447" y="4135"/>
                  </a:lnTo>
                  <a:lnTo>
                    <a:pt x="5421" y="4115"/>
                  </a:lnTo>
                  <a:lnTo>
                    <a:pt x="5411" y="4111"/>
                  </a:lnTo>
                  <a:lnTo>
                    <a:pt x="5405" y="4113"/>
                  </a:lnTo>
                  <a:lnTo>
                    <a:pt x="5393" y="4109"/>
                  </a:lnTo>
                  <a:lnTo>
                    <a:pt x="5353" y="4050"/>
                  </a:lnTo>
                  <a:lnTo>
                    <a:pt x="5343" y="4025"/>
                  </a:lnTo>
                  <a:lnTo>
                    <a:pt x="5335" y="3969"/>
                  </a:lnTo>
                  <a:lnTo>
                    <a:pt x="5347" y="3959"/>
                  </a:lnTo>
                  <a:lnTo>
                    <a:pt x="5375" y="3966"/>
                  </a:lnTo>
                  <a:lnTo>
                    <a:pt x="5397" y="3952"/>
                  </a:lnTo>
                  <a:lnTo>
                    <a:pt x="5407" y="3942"/>
                  </a:lnTo>
                  <a:lnTo>
                    <a:pt x="5410" y="3934"/>
                  </a:lnTo>
                  <a:lnTo>
                    <a:pt x="5413" y="3927"/>
                  </a:lnTo>
                  <a:lnTo>
                    <a:pt x="5416" y="3915"/>
                  </a:lnTo>
                  <a:lnTo>
                    <a:pt x="5412" y="3851"/>
                  </a:lnTo>
                  <a:lnTo>
                    <a:pt x="5377" y="3703"/>
                  </a:lnTo>
                  <a:lnTo>
                    <a:pt x="5373" y="3684"/>
                  </a:lnTo>
                  <a:lnTo>
                    <a:pt x="5356" y="3616"/>
                  </a:lnTo>
                  <a:lnTo>
                    <a:pt x="5354" y="3611"/>
                  </a:lnTo>
                  <a:lnTo>
                    <a:pt x="5350" y="3605"/>
                  </a:lnTo>
                  <a:lnTo>
                    <a:pt x="5346" y="3599"/>
                  </a:lnTo>
                  <a:lnTo>
                    <a:pt x="5341" y="3595"/>
                  </a:lnTo>
                  <a:lnTo>
                    <a:pt x="5329" y="3586"/>
                  </a:lnTo>
                  <a:lnTo>
                    <a:pt x="5318" y="3578"/>
                  </a:lnTo>
                  <a:lnTo>
                    <a:pt x="5219" y="3599"/>
                  </a:lnTo>
                  <a:lnTo>
                    <a:pt x="5203" y="3602"/>
                  </a:lnTo>
                  <a:lnTo>
                    <a:pt x="5176" y="3607"/>
                  </a:lnTo>
                  <a:lnTo>
                    <a:pt x="5106" y="3449"/>
                  </a:lnTo>
                  <a:lnTo>
                    <a:pt x="5100" y="3428"/>
                  </a:lnTo>
                  <a:lnTo>
                    <a:pt x="5094" y="3405"/>
                  </a:lnTo>
                  <a:lnTo>
                    <a:pt x="5127" y="3288"/>
                  </a:lnTo>
                  <a:lnTo>
                    <a:pt x="5127" y="3283"/>
                  </a:lnTo>
                  <a:lnTo>
                    <a:pt x="5126" y="3278"/>
                  </a:lnTo>
                  <a:lnTo>
                    <a:pt x="5119" y="3191"/>
                  </a:lnTo>
                  <a:lnTo>
                    <a:pt x="5115" y="3151"/>
                  </a:lnTo>
                  <a:lnTo>
                    <a:pt x="5117" y="3146"/>
                  </a:lnTo>
                  <a:lnTo>
                    <a:pt x="5114" y="3137"/>
                  </a:lnTo>
                  <a:lnTo>
                    <a:pt x="5102" y="3003"/>
                  </a:lnTo>
                  <a:lnTo>
                    <a:pt x="5094" y="2959"/>
                  </a:lnTo>
                  <a:lnTo>
                    <a:pt x="5086" y="2917"/>
                  </a:lnTo>
                  <a:lnTo>
                    <a:pt x="5084" y="2906"/>
                  </a:lnTo>
                  <a:lnTo>
                    <a:pt x="5056" y="2744"/>
                  </a:lnTo>
                  <a:lnTo>
                    <a:pt x="5015" y="2516"/>
                  </a:lnTo>
                  <a:lnTo>
                    <a:pt x="5012" y="2496"/>
                  </a:lnTo>
                  <a:lnTo>
                    <a:pt x="4895" y="2489"/>
                  </a:lnTo>
                  <a:lnTo>
                    <a:pt x="4853" y="2483"/>
                  </a:lnTo>
                  <a:lnTo>
                    <a:pt x="4820" y="2479"/>
                  </a:lnTo>
                  <a:lnTo>
                    <a:pt x="4805" y="2477"/>
                  </a:lnTo>
                  <a:lnTo>
                    <a:pt x="4736" y="2467"/>
                  </a:lnTo>
                  <a:lnTo>
                    <a:pt x="4682" y="2377"/>
                  </a:lnTo>
                  <a:lnTo>
                    <a:pt x="4647" y="2240"/>
                  </a:lnTo>
                  <a:lnTo>
                    <a:pt x="4644" y="2233"/>
                  </a:lnTo>
                  <a:lnTo>
                    <a:pt x="4618" y="2236"/>
                  </a:lnTo>
                  <a:lnTo>
                    <a:pt x="4606" y="2238"/>
                  </a:lnTo>
                  <a:lnTo>
                    <a:pt x="4597" y="2240"/>
                  </a:lnTo>
                  <a:lnTo>
                    <a:pt x="4575" y="2245"/>
                  </a:lnTo>
                  <a:lnTo>
                    <a:pt x="4561" y="2258"/>
                  </a:lnTo>
                  <a:lnTo>
                    <a:pt x="4550" y="2270"/>
                  </a:lnTo>
                  <a:lnTo>
                    <a:pt x="4535" y="2285"/>
                  </a:lnTo>
                  <a:lnTo>
                    <a:pt x="4530" y="2289"/>
                  </a:lnTo>
                  <a:lnTo>
                    <a:pt x="4498" y="2322"/>
                  </a:lnTo>
                  <a:lnTo>
                    <a:pt x="4495" y="2327"/>
                  </a:lnTo>
                  <a:lnTo>
                    <a:pt x="4520" y="2369"/>
                  </a:lnTo>
                  <a:lnTo>
                    <a:pt x="4593" y="2488"/>
                  </a:lnTo>
                  <a:lnTo>
                    <a:pt x="4671" y="2617"/>
                  </a:lnTo>
                  <a:lnTo>
                    <a:pt x="4675" y="2625"/>
                  </a:lnTo>
                  <a:lnTo>
                    <a:pt x="4696" y="2624"/>
                  </a:lnTo>
                  <a:lnTo>
                    <a:pt x="4717" y="2632"/>
                  </a:lnTo>
                  <a:lnTo>
                    <a:pt x="4722" y="2633"/>
                  </a:lnTo>
                  <a:lnTo>
                    <a:pt x="4756" y="2647"/>
                  </a:lnTo>
                  <a:lnTo>
                    <a:pt x="4770" y="2652"/>
                  </a:lnTo>
                  <a:lnTo>
                    <a:pt x="4793" y="2675"/>
                  </a:lnTo>
                  <a:lnTo>
                    <a:pt x="4796" y="2679"/>
                  </a:lnTo>
                  <a:lnTo>
                    <a:pt x="4801" y="2702"/>
                  </a:lnTo>
                  <a:lnTo>
                    <a:pt x="4829" y="2825"/>
                  </a:lnTo>
                  <a:lnTo>
                    <a:pt x="4835" y="2848"/>
                  </a:lnTo>
                  <a:lnTo>
                    <a:pt x="4841" y="2871"/>
                  </a:lnTo>
                  <a:lnTo>
                    <a:pt x="4842" y="2882"/>
                  </a:lnTo>
                  <a:lnTo>
                    <a:pt x="4843" y="2891"/>
                  </a:lnTo>
                  <a:lnTo>
                    <a:pt x="4855" y="2956"/>
                  </a:lnTo>
                  <a:lnTo>
                    <a:pt x="4830" y="3041"/>
                  </a:lnTo>
                  <a:lnTo>
                    <a:pt x="4818" y="3046"/>
                  </a:lnTo>
                  <a:lnTo>
                    <a:pt x="4810" y="3049"/>
                  </a:lnTo>
                  <a:lnTo>
                    <a:pt x="4803" y="3052"/>
                  </a:lnTo>
                  <a:lnTo>
                    <a:pt x="4796" y="3053"/>
                  </a:lnTo>
                  <a:lnTo>
                    <a:pt x="4778" y="3055"/>
                  </a:lnTo>
                  <a:lnTo>
                    <a:pt x="4755" y="3058"/>
                  </a:lnTo>
                  <a:lnTo>
                    <a:pt x="4747" y="3059"/>
                  </a:lnTo>
                  <a:lnTo>
                    <a:pt x="4731" y="3059"/>
                  </a:lnTo>
                  <a:lnTo>
                    <a:pt x="4726" y="3058"/>
                  </a:lnTo>
                  <a:lnTo>
                    <a:pt x="4716" y="3053"/>
                  </a:lnTo>
                  <a:lnTo>
                    <a:pt x="4695" y="3042"/>
                  </a:lnTo>
                  <a:lnTo>
                    <a:pt x="4688" y="3038"/>
                  </a:lnTo>
                  <a:lnTo>
                    <a:pt x="4683" y="3034"/>
                  </a:lnTo>
                  <a:lnTo>
                    <a:pt x="4664" y="3018"/>
                  </a:lnTo>
                  <a:lnTo>
                    <a:pt x="4657" y="3012"/>
                  </a:lnTo>
                  <a:lnTo>
                    <a:pt x="4644" y="2990"/>
                  </a:lnTo>
                  <a:lnTo>
                    <a:pt x="4633" y="2970"/>
                  </a:lnTo>
                  <a:lnTo>
                    <a:pt x="4622" y="2951"/>
                  </a:lnTo>
                  <a:lnTo>
                    <a:pt x="4610" y="2939"/>
                  </a:lnTo>
                  <a:lnTo>
                    <a:pt x="4607" y="2933"/>
                  </a:lnTo>
                  <a:lnTo>
                    <a:pt x="4603" y="2925"/>
                  </a:lnTo>
                  <a:lnTo>
                    <a:pt x="4601" y="2920"/>
                  </a:lnTo>
                  <a:lnTo>
                    <a:pt x="4593" y="2907"/>
                  </a:lnTo>
                  <a:lnTo>
                    <a:pt x="4590" y="2902"/>
                  </a:lnTo>
                  <a:lnTo>
                    <a:pt x="4584" y="2898"/>
                  </a:lnTo>
                  <a:lnTo>
                    <a:pt x="4577" y="2898"/>
                  </a:lnTo>
                  <a:lnTo>
                    <a:pt x="4573" y="2898"/>
                  </a:lnTo>
                  <a:lnTo>
                    <a:pt x="4568" y="2899"/>
                  </a:lnTo>
                  <a:lnTo>
                    <a:pt x="4564" y="2900"/>
                  </a:lnTo>
                  <a:lnTo>
                    <a:pt x="4558" y="2903"/>
                  </a:lnTo>
                  <a:lnTo>
                    <a:pt x="4553" y="2908"/>
                  </a:lnTo>
                  <a:lnTo>
                    <a:pt x="4551" y="2917"/>
                  </a:lnTo>
                  <a:lnTo>
                    <a:pt x="4559" y="2937"/>
                  </a:lnTo>
                  <a:lnTo>
                    <a:pt x="4559" y="2955"/>
                  </a:lnTo>
                  <a:lnTo>
                    <a:pt x="4556" y="2965"/>
                  </a:lnTo>
                  <a:lnTo>
                    <a:pt x="4543" y="2982"/>
                  </a:lnTo>
                  <a:lnTo>
                    <a:pt x="4525" y="2991"/>
                  </a:lnTo>
                  <a:lnTo>
                    <a:pt x="4520" y="3001"/>
                  </a:lnTo>
                  <a:lnTo>
                    <a:pt x="4510" y="3026"/>
                  </a:lnTo>
                  <a:lnTo>
                    <a:pt x="4506" y="3041"/>
                  </a:lnTo>
                  <a:lnTo>
                    <a:pt x="4496" y="3061"/>
                  </a:lnTo>
                  <a:lnTo>
                    <a:pt x="4483" y="3077"/>
                  </a:lnTo>
                  <a:lnTo>
                    <a:pt x="4352" y="3194"/>
                  </a:lnTo>
                  <a:lnTo>
                    <a:pt x="4210" y="3320"/>
                  </a:lnTo>
                  <a:lnTo>
                    <a:pt x="4182" y="3414"/>
                  </a:lnTo>
                  <a:lnTo>
                    <a:pt x="4168" y="3467"/>
                  </a:lnTo>
                  <a:lnTo>
                    <a:pt x="4169" y="3474"/>
                  </a:lnTo>
                  <a:lnTo>
                    <a:pt x="4171" y="3479"/>
                  </a:lnTo>
                  <a:lnTo>
                    <a:pt x="4175" y="3492"/>
                  </a:lnTo>
                  <a:lnTo>
                    <a:pt x="4176" y="3505"/>
                  </a:lnTo>
                  <a:lnTo>
                    <a:pt x="4177" y="3519"/>
                  </a:lnTo>
                  <a:lnTo>
                    <a:pt x="4177" y="3532"/>
                  </a:lnTo>
                  <a:lnTo>
                    <a:pt x="4177" y="3546"/>
                  </a:lnTo>
                  <a:lnTo>
                    <a:pt x="4190" y="3582"/>
                  </a:lnTo>
                  <a:lnTo>
                    <a:pt x="4383" y="3708"/>
                  </a:lnTo>
                  <a:lnTo>
                    <a:pt x="4407" y="3707"/>
                  </a:lnTo>
                  <a:lnTo>
                    <a:pt x="4444" y="3721"/>
                  </a:lnTo>
                  <a:lnTo>
                    <a:pt x="4491" y="3739"/>
                  </a:lnTo>
                  <a:lnTo>
                    <a:pt x="4505" y="3744"/>
                  </a:lnTo>
                  <a:lnTo>
                    <a:pt x="4510" y="3755"/>
                  </a:lnTo>
                  <a:lnTo>
                    <a:pt x="4523" y="3788"/>
                  </a:lnTo>
                  <a:lnTo>
                    <a:pt x="4530" y="3808"/>
                  </a:lnTo>
                  <a:lnTo>
                    <a:pt x="4539" y="3882"/>
                  </a:lnTo>
                  <a:lnTo>
                    <a:pt x="4531" y="3889"/>
                  </a:lnTo>
                  <a:lnTo>
                    <a:pt x="4448" y="3959"/>
                  </a:lnTo>
                  <a:lnTo>
                    <a:pt x="4368" y="4018"/>
                  </a:lnTo>
                  <a:lnTo>
                    <a:pt x="4363" y="4022"/>
                  </a:lnTo>
                  <a:lnTo>
                    <a:pt x="4358" y="4026"/>
                  </a:lnTo>
                  <a:lnTo>
                    <a:pt x="4347" y="4036"/>
                  </a:lnTo>
                  <a:lnTo>
                    <a:pt x="4340" y="4056"/>
                  </a:lnTo>
                  <a:lnTo>
                    <a:pt x="4341" y="4062"/>
                  </a:lnTo>
                  <a:lnTo>
                    <a:pt x="4348" y="4070"/>
                  </a:lnTo>
                  <a:lnTo>
                    <a:pt x="4364" y="4102"/>
                  </a:lnTo>
                  <a:lnTo>
                    <a:pt x="4370" y="4126"/>
                  </a:lnTo>
                  <a:lnTo>
                    <a:pt x="4374" y="4139"/>
                  </a:lnTo>
                  <a:lnTo>
                    <a:pt x="4380" y="4149"/>
                  </a:lnTo>
                  <a:lnTo>
                    <a:pt x="4427" y="4233"/>
                  </a:lnTo>
                  <a:lnTo>
                    <a:pt x="4480" y="4327"/>
                  </a:lnTo>
                  <a:lnTo>
                    <a:pt x="4560" y="4468"/>
                  </a:lnTo>
                  <a:lnTo>
                    <a:pt x="4588" y="4564"/>
                  </a:lnTo>
                  <a:lnTo>
                    <a:pt x="4598" y="4605"/>
                  </a:lnTo>
                  <a:lnTo>
                    <a:pt x="4575" y="4674"/>
                  </a:lnTo>
                  <a:lnTo>
                    <a:pt x="4563" y="4697"/>
                  </a:lnTo>
                  <a:lnTo>
                    <a:pt x="4556" y="4700"/>
                  </a:lnTo>
                  <a:lnTo>
                    <a:pt x="4550" y="4704"/>
                  </a:lnTo>
                  <a:lnTo>
                    <a:pt x="4494" y="4725"/>
                  </a:lnTo>
                  <a:lnTo>
                    <a:pt x="4475" y="4730"/>
                  </a:lnTo>
                  <a:lnTo>
                    <a:pt x="4371" y="4754"/>
                  </a:lnTo>
                  <a:lnTo>
                    <a:pt x="4170" y="4783"/>
                  </a:lnTo>
                  <a:lnTo>
                    <a:pt x="4129" y="4745"/>
                  </a:lnTo>
                  <a:lnTo>
                    <a:pt x="4093" y="4705"/>
                  </a:lnTo>
                  <a:lnTo>
                    <a:pt x="4063" y="4671"/>
                  </a:lnTo>
                  <a:lnTo>
                    <a:pt x="4059" y="4657"/>
                  </a:lnTo>
                  <a:lnTo>
                    <a:pt x="4057" y="4651"/>
                  </a:lnTo>
                  <a:lnTo>
                    <a:pt x="4054" y="4639"/>
                  </a:lnTo>
                  <a:lnTo>
                    <a:pt x="4051" y="4626"/>
                  </a:lnTo>
                  <a:lnTo>
                    <a:pt x="4051" y="4619"/>
                  </a:lnTo>
                  <a:lnTo>
                    <a:pt x="4053" y="4594"/>
                  </a:lnTo>
                  <a:lnTo>
                    <a:pt x="4053" y="4588"/>
                  </a:lnTo>
                  <a:lnTo>
                    <a:pt x="4055" y="4566"/>
                  </a:lnTo>
                  <a:lnTo>
                    <a:pt x="4056" y="4555"/>
                  </a:lnTo>
                  <a:lnTo>
                    <a:pt x="4054" y="4542"/>
                  </a:lnTo>
                  <a:lnTo>
                    <a:pt x="4046" y="4520"/>
                  </a:lnTo>
                  <a:lnTo>
                    <a:pt x="4042" y="4488"/>
                  </a:lnTo>
                  <a:lnTo>
                    <a:pt x="4043" y="4478"/>
                  </a:lnTo>
                  <a:lnTo>
                    <a:pt x="4065" y="4141"/>
                  </a:lnTo>
                  <a:lnTo>
                    <a:pt x="4070" y="4079"/>
                  </a:lnTo>
                  <a:lnTo>
                    <a:pt x="4075" y="4071"/>
                  </a:lnTo>
                  <a:lnTo>
                    <a:pt x="4077" y="4064"/>
                  </a:lnTo>
                  <a:lnTo>
                    <a:pt x="4122" y="3968"/>
                  </a:lnTo>
                  <a:lnTo>
                    <a:pt x="4131" y="3965"/>
                  </a:lnTo>
                  <a:lnTo>
                    <a:pt x="4140" y="3964"/>
                  </a:lnTo>
                  <a:lnTo>
                    <a:pt x="4146" y="3964"/>
                  </a:lnTo>
                  <a:lnTo>
                    <a:pt x="4150" y="3964"/>
                  </a:lnTo>
                  <a:lnTo>
                    <a:pt x="4164" y="3964"/>
                  </a:lnTo>
                  <a:lnTo>
                    <a:pt x="4170" y="3961"/>
                  </a:lnTo>
                  <a:lnTo>
                    <a:pt x="4203" y="3926"/>
                  </a:lnTo>
                  <a:lnTo>
                    <a:pt x="4208" y="3915"/>
                  </a:lnTo>
                  <a:lnTo>
                    <a:pt x="4210" y="3909"/>
                  </a:lnTo>
                  <a:lnTo>
                    <a:pt x="4212" y="3899"/>
                  </a:lnTo>
                  <a:lnTo>
                    <a:pt x="4211" y="3873"/>
                  </a:lnTo>
                  <a:lnTo>
                    <a:pt x="4209" y="3864"/>
                  </a:lnTo>
                  <a:lnTo>
                    <a:pt x="4179" y="3783"/>
                  </a:lnTo>
                  <a:lnTo>
                    <a:pt x="4149" y="3707"/>
                  </a:lnTo>
                  <a:lnTo>
                    <a:pt x="4140" y="3695"/>
                  </a:lnTo>
                  <a:lnTo>
                    <a:pt x="4073" y="3621"/>
                  </a:lnTo>
                  <a:lnTo>
                    <a:pt x="4043" y="3603"/>
                  </a:lnTo>
                  <a:lnTo>
                    <a:pt x="4010" y="3602"/>
                  </a:lnTo>
                  <a:lnTo>
                    <a:pt x="3892" y="3681"/>
                  </a:lnTo>
                  <a:lnTo>
                    <a:pt x="3886" y="3685"/>
                  </a:lnTo>
                  <a:lnTo>
                    <a:pt x="3839" y="3770"/>
                  </a:lnTo>
                  <a:lnTo>
                    <a:pt x="3757" y="3881"/>
                  </a:lnTo>
                  <a:lnTo>
                    <a:pt x="3750" y="3881"/>
                  </a:lnTo>
                  <a:lnTo>
                    <a:pt x="3732" y="3879"/>
                  </a:lnTo>
                  <a:lnTo>
                    <a:pt x="3708" y="3877"/>
                  </a:lnTo>
                  <a:lnTo>
                    <a:pt x="3695" y="3876"/>
                  </a:lnTo>
                  <a:lnTo>
                    <a:pt x="3687" y="3875"/>
                  </a:lnTo>
                  <a:lnTo>
                    <a:pt x="3679" y="3872"/>
                  </a:lnTo>
                  <a:lnTo>
                    <a:pt x="3668" y="3872"/>
                  </a:lnTo>
                  <a:lnTo>
                    <a:pt x="3662" y="3867"/>
                  </a:lnTo>
                  <a:lnTo>
                    <a:pt x="3652" y="3871"/>
                  </a:lnTo>
                  <a:lnTo>
                    <a:pt x="3646" y="3877"/>
                  </a:lnTo>
                  <a:lnTo>
                    <a:pt x="3634" y="3890"/>
                  </a:lnTo>
                  <a:lnTo>
                    <a:pt x="3620" y="3909"/>
                  </a:lnTo>
                  <a:lnTo>
                    <a:pt x="3610" y="3923"/>
                  </a:lnTo>
                  <a:lnTo>
                    <a:pt x="3606" y="3933"/>
                  </a:lnTo>
                  <a:lnTo>
                    <a:pt x="3596" y="3960"/>
                  </a:lnTo>
                  <a:lnTo>
                    <a:pt x="3591" y="3968"/>
                  </a:lnTo>
                  <a:lnTo>
                    <a:pt x="3587" y="3975"/>
                  </a:lnTo>
                  <a:lnTo>
                    <a:pt x="3579" y="3983"/>
                  </a:lnTo>
                  <a:lnTo>
                    <a:pt x="3573" y="3989"/>
                  </a:lnTo>
                  <a:lnTo>
                    <a:pt x="3553" y="4000"/>
                  </a:lnTo>
                  <a:lnTo>
                    <a:pt x="3542" y="4005"/>
                  </a:lnTo>
                  <a:lnTo>
                    <a:pt x="3530" y="4005"/>
                  </a:lnTo>
                  <a:lnTo>
                    <a:pt x="3523" y="4006"/>
                  </a:lnTo>
                  <a:lnTo>
                    <a:pt x="3483" y="4001"/>
                  </a:lnTo>
                  <a:lnTo>
                    <a:pt x="3456" y="3992"/>
                  </a:lnTo>
                  <a:lnTo>
                    <a:pt x="3449" y="3976"/>
                  </a:lnTo>
                  <a:lnTo>
                    <a:pt x="3438" y="3911"/>
                  </a:lnTo>
                  <a:lnTo>
                    <a:pt x="3447" y="3873"/>
                  </a:lnTo>
                  <a:lnTo>
                    <a:pt x="3447" y="3862"/>
                  </a:lnTo>
                  <a:lnTo>
                    <a:pt x="3448" y="3855"/>
                  </a:lnTo>
                  <a:lnTo>
                    <a:pt x="3455" y="3815"/>
                  </a:lnTo>
                  <a:lnTo>
                    <a:pt x="3464" y="3795"/>
                  </a:lnTo>
                  <a:lnTo>
                    <a:pt x="3500" y="3753"/>
                  </a:lnTo>
                  <a:lnTo>
                    <a:pt x="3525" y="3735"/>
                  </a:lnTo>
                  <a:lnTo>
                    <a:pt x="3574" y="3700"/>
                  </a:lnTo>
                  <a:lnTo>
                    <a:pt x="3582" y="3694"/>
                  </a:lnTo>
                  <a:lnTo>
                    <a:pt x="3590" y="3688"/>
                  </a:lnTo>
                  <a:lnTo>
                    <a:pt x="3544" y="3483"/>
                  </a:lnTo>
                  <a:lnTo>
                    <a:pt x="3525" y="3476"/>
                  </a:lnTo>
                  <a:lnTo>
                    <a:pt x="3514" y="3471"/>
                  </a:lnTo>
                  <a:lnTo>
                    <a:pt x="3463" y="3452"/>
                  </a:lnTo>
                  <a:lnTo>
                    <a:pt x="3436" y="3444"/>
                  </a:lnTo>
                  <a:lnTo>
                    <a:pt x="3429" y="3442"/>
                  </a:lnTo>
                  <a:lnTo>
                    <a:pt x="3425" y="3441"/>
                  </a:lnTo>
                  <a:lnTo>
                    <a:pt x="3407" y="3427"/>
                  </a:lnTo>
                  <a:lnTo>
                    <a:pt x="3400" y="3421"/>
                  </a:lnTo>
                  <a:lnTo>
                    <a:pt x="3357" y="3387"/>
                  </a:lnTo>
                  <a:lnTo>
                    <a:pt x="3340" y="3372"/>
                  </a:lnTo>
                  <a:lnTo>
                    <a:pt x="3333" y="3363"/>
                  </a:lnTo>
                  <a:lnTo>
                    <a:pt x="3313" y="3349"/>
                  </a:lnTo>
                  <a:lnTo>
                    <a:pt x="3307" y="3339"/>
                  </a:lnTo>
                  <a:lnTo>
                    <a:pt x="3306" y="3328"/>
                  </a:lnTo>
                  <a:lnTo>
                    <a:pt x="3321" y="3322"/>
                  </a:lnTo>
                  <a:lnTo>
                    <a:pt x="3381" y="3333"/>
                  </a:lnTo>
                  <a:lnTo>
                    <a:pt x="3393" y="3333"/>
                  </a:lnTo>
                  <a:lnTo>
                    <a:pt x="3400" y="3332"/>
                  </a:lnTo>
                  <a:lnTo>
                    <a:pt x="3407" y="3332"/>
                  </a:lnTo>
                  <a:lnTo>
                    <a:pt x="3438" y="3330"/>
                  </a:lnTo>
                  <a:lnTo>
                    <a:pt x="3445" y="3329"/>
                  </a:lnTo>
                  <a:lnTo>
                    <a:pt x="3465" y="3315"/>
                  </a:lnTo>
                  <a:lnTo>
                    <a:pt x="3490" y="3271"/>
                  </a:lnTo>
                  <a:lnTo>
                    <a:pt x="3492" y="3255"/>
                  </a:lnTo>
                  <a:lnTo>
                    <a:pt x="3504" y="2905"/>
                  </a:lnTo>
                  <a:lnTo>
                    <a:pt x="3503" y="2849"/>
                  </a:lnTo>
                  <a:lnTo>
                    <a:pt x="3493" y="2798"/>
                  </a:lnTo>
                  <a:lnTo>
                    <a:pt x="3487" y="2786"/>
                  </a:lnTo>
                  <a:lnTo>
                    <a:pt x="3482" y="2778"/>
                  </a:lnTo>
                  <a:lnTo>
                    <a:pt x="3444" y="2710"/>
                  </a:lnTo>
                  <a:lnTo>
                    <a:pt x="3418" y="2692"/>
                  </a:lnTo>
                  <a:lnTo>
                    <a:pt x="3393" y="2674"/>
                  </a:lnTo>
                  <a:lnTo>
                    <a:pt x="3378" y="2665"/>
                  </a:lnTo>
                  <a:lnTo>
                    <a:pt x="3360" y="2656"/>
                  </a:lnTo>
                  <a:lnTo>
                    <a:pt x="3348" y="2652"/>
                  </a:lnTo>
                  <a:lnTo>
                    <a:pt x="3337" y="2652"/>
                  </a:lnTo>
                  <a:lnTo>
                    <a:pt x="3318" y="2651"/>
                  </a:lnTo>
                  <a:lnTo>
                    <a:pt x="3315" y="2657"/>
                  </a:lnTo>
                  <a:lnTo>
                    <a:pt x="3302" y="2685"/>
                  </a:lnTo>
                  <a:lnTo>
                    <a:pt x="3244" y="2742"/>
                  </a:lnTo>
                  <a:lnTo>
                    <a:pt x="3205" y="2757"/>
                  </a:lnTo>
                  <a:lnTo>
                    <a:pt x="3189" y="2756"/>
                  </a:lnTo>
                  <a:lnTo>
                    <a:pt x="3163" y="2754"/>
                  </a:lnTo>
                  <a:lnTo>
                    <a:pt x="3142" y="2752"/>
                  </a:lnTo>
                  <a:lnTo>
                    <a:pt x="3135" y="2746"/>
                  </a:lnTo>
                  <a:lnTo>
                    <a:pt x="3086" y="2698"/>
                  </a:lnTo>
                  <a:lnTo>
                    <a:pt x="3066" y="2667"/>
                  </a:lnTo>
                  <a:lnTo>
                    <a:pt x="3053" y="2648"/>
                  </a:lnTo>
                  <a:lnTo>
                    <a:pt x="3033" y="2617"/>
                  </a:lnTo>
                  <a:lnTo>
                    <a:pt x="3030" y="2612"/>
                  </a:lnTo>
                  <a:lnTo>
                    <a:pt x="3011" y="2583"/>
                  </a:lnTo>
                  <a:lnTo>
                    <a:pt x="3001" y="2555"/>
                  </a:lnTo>
                  <a:lnTo>
                    <a:pt x="3000" y="2545"/>
                  </a:lnTo>
                  <a:lnTo>
                    <a:pt x="3000" y="2520"/>
                  </a:lnTo>
                  <a:lnTo>
                    <a:pt x="3005" y="2485"/>
                  </a:lnTo>
                  <a:lnTo>
                    <a:pt x="3019" y="2475"/>
                  </a:lnTo>
                  <a:lnTo>
                    <a:pt x="3027" y="2462"/>
                  </a:lnTo>
                  <a:lnTo>
                    <a:pt x="3034" y="2460"/>
                  </a:lnTo>
                  <a:lnTo>
                    <a:pt x="3039" y="2460"/>
                  </a:lnTo>
                  <a:lnTo>
                    <a:pt x="3045" y="2460"/>
                  </a:lnTo>
                  <a:lnTo>
                    <a:pt x="3050" y="2460"/>
                  </a:lnTo>
                  <a:lnTo>
                    <a:pt x="3055" y="2457"/>
                  </a:lnTo>
                  <a:lnTo>
                    <a:pt x="3060" y="2454"/>
                  </a:lnTo>
                  <a:lnTo>
                    <a:pt x="3063" y="2450"/>
                  </a:lnTo>
                  <a:lnTo>
                    <a:pt x="3066" y="2437"/>
                  </a:lnTo>
                  <a:lnTo>
                    <a:pt x="3074" y="2413"/>
                  </a:lnTo>
                  <a:lnTo>
                    <a:pt x="3074" y="2406"/>
                  </a:lnTo>
                  <a:lnTo>
                    <a:pt x="3072" y="2394"/>
                  </a:lnTo>
                  <a:lnTo>
                    <a:pt x="3070" y="2384"/>
                  </a:lnTo>
                  <a:lnTo>
                    <a:pt x="3068" y="2379"/>
                  </a:lnTo>
                  <a:lnTo>
                    <a:pt x="3066" y="2367"/>
                  </a:lnTo>
                  <a:lnTo>
                    <a:pt x="3060" y="2352"/>
                  </a:lnTo>
                  <a:lnTo>
                    <a:pt x="3043" y="2333"/>
                  </a:lnTo>
                  <a:lnTo>
                    <a:pt x="2977" y="2276"/>
                  </a:lnTo>
                  <a:lnTo>
                    <a:pt x="2967" y="2274"/>
                  </a:lnTo>
                  <a:lnTo>
                    <a:pt x="2825" y="2296"/>
                  </a:lnTo>
                  <a:lnTo>
                    <a:pt x="2734" y="2312"/>
                  </a:lnTo>
                  <a:lnTo>
                    <a:pt x="2727" y="2315"/>
                  </a:lnTo>
                  <a:lnTo>
                    <a:pt x="2716" y="2319"/>
                  </a:lnTo>
                  <a:lnTo>
                    <a:pt x="2707" y="2322"/>
                  </a:lnTo>
                  <a:lnTo>
                    <a:pt x="2696" y="2326"/>
                  </a:lnTo>
                  <a:lnTo>
                    <a:pt x="2678" y="2346"/>
                  </a:lnTo>
                  <a:lnTo>
                    <a:pt x="2674" y="2352"/>
                  </a:lnTo>
                  <a:lnTo>
                    <a:pt x="2664" y="2359"/>
                  </a:lnTo>
                  <a:lnTo>
                    <a:pt x="2648" y="2444"/>
                  </a:lnTo>
                  <a:lnTo>
                    <a:pt x="2633" y="2479"/>
                  </a:lnTo>
                  <a:lnTo>
                    <a:pt x="2625" y="2489"/>
                  </a:lnTo>
                  <a:lnTo>
                    <a:pt x="2620" y="2497"/>
                  </a:lnTo>
                  <a:lnTo>
                    <a:pt x="2607" y="2512"/>
                  </a:lnTo>
                  <a:lnTo>
                    <a:pt x="2600" y="2518"/>
                  </a:lnTo>
                  <a:lnTo>
                    <a:pt x="2595" y="2522"/>
                  </a:lnTo>
                  <a:lnTo>
                    <a:pt x="2584" y="2530"/>
                  </a:lnTo>
                  <a:lnTo>
                    <a:pt x="2577" y="2545"/>
                  </a:lnTo>
                  <a:lnTo>
                    <a:pt x="2574" y="2567"/>
                  </a:lnTo>
                  <a:lnTo>
                    <a:pt x="2568" y="2583"/>
                  </a:lnTo>
                  <a:lnTo>
                    <a:pt x="2567" y="2590"/>
                  </a:lnTo>
                  <a:lnTo>
                    <a:pt x="2565" y="2598"/>
                  </a:lnTo>
                  <a:lnTo>
                    <a:pt x="2562" y="2605"/>
                  </a:lnTo>
                  <a:lnTo>
                    <a:pt x="2541" y="2623"/>
                  </a:lnTo>
                  <a:lnTo>
                    <a:pt x="2504" y="2703"/>
                  </a:lnTo>
                  <a:lnTo>
                    <a:pt x="2498" y="2721"/>
                  </a:lnTo>
                  <a:lnTo>
                    <a:pt x="2492" y="2733"/>
                  </a:lnTo>
                  <a:lnTo>
                    <a:pt x="2480" y="2757"/>
                  </a:lnTo>
                  <a:lnTo>
                    <a:pt x="2477" y="2763"/>
                  </a:lnTo>
                  <a:lnTo>
                    <a:pt x="2476" y="2798"/>
                  </a:lnTo>
                  <a:lnTo>
                    <a:pt x="2478" y="2804"/>
                  </a:lnTo>
                  <a:lnTo>
                    <a:pt x="2479" y="2824"/>
                  </a:lnTo>
                  <a:lnTo>
                    <a:pt x="2475" y="2847"/>
                  </a:lnTo>
                  <a:lnTo>
                    <a:pt x="2458" y="2912"/>
                  </a:lnTo>
                  <a:lnTo>
                    <a:pt x="2430" y="3020"/>
                  </a:lnTo>
                  <a:lnTo>
                    <a:pt x="2368" y="3061"/>
                  </a:lnTo>
                  <a:lnTo>
                    <a:pt x="2336" y="3045"/>
                  </a:lnTo>
                  <a:lnTo>
                    <a:pt x="2270" y="3004"/>
                  </a:lnTo>
                  <a:lnTo>
                    <a:pt x="2262" y="2999"/>
                  </a:lnTo>
                  <a:lnTo>
                    <a:pt x="2185" y="2951"/>
                  </a:lnTo>
                  <a:lnTo>
                    <a:pt x="2163" y="2930"/>
                  </a:lnTo>
                  <a:lnTo>
                    <a:pt x="2153" y="2921"/>
                  </a:lnTo>
                  <a:lnTo>
                    <a:pt x="2140" y="2909"/>
                  </a:lnTo>
                  <a:lnTo>
                    <a:pt x="2123" y="2894"/>
                  </a:lnTo>
                  <a:lnTo>
                    <a:pt x="2058" y="2676"/>
                  </a:lnTo>
                  <a:lnTo>
                    <a:pt x="2051" y="2651"/>
                  </a:lnTo>
                  <a:lnTo>
                    <a:pt x="2053" y="2639"/>
                  </a:lnTo>
                  <a:lnTo>
                    <a:pt x="2065" y="2622"/>
                  </a:lnTo>
                  <a:lnTo>
                    <a:pt x="2099" y="2575"/>
                  </a:lnTo>
                  <a:lnTo>
                    <a:pt x="2104" y="2495"/>
                  </a:lnTo>
                  <a:lnTo>
                    <a:pt x="2065" y="2340"/>
                  </a:lnTo>
                  <a:lnTo>
                    <a:pt x="2038" y="2296"/>
                  </a:lnTo>
                  <a:lnTo>
                    <a:pt x="1881" y="2246"/>
                  </a:lnTo>
                  <a:lnTo>
                    <a:pt x="1869" y="2242"/>
                  </a:lnTo>
                  <a:lnTo>
                    <a:pt x="1796" y="2219"/>
                  </a:lnTo>
                  <a:lnTo>
                    <a:pt x="1449" y="2178"/>
                  </a:lnTo>
                  <a:lnTo>
                    <a:pt x="1430" y="2175"/>
                  </a:lnTo>
                  <a:lnTo>
                    <a:pt x="1295" y="2159"/>
                  </a:lnTo>
                  <a:lnTo>
                    <a:pt x="1181" y="2167"/>
                  </a:lnTo>
                  <a:lnTo>
                    <a:pt x="1167" y="2166"/>
                  </a:lnTo>
                  <a:lnTo>
                    <a:pt x="1066" y="2160"/>
                  </a:lnTo>
                  <a:lnTo>
                    <a:pt x="912" y="2150"/>
                  </a:lnTo>
                  <a:lnTo>
                    <a:pt x="877" y="2145"/>
                  </a:lnTo>
                  <a:lnTo>
                    <a:pt x="853" y="2133"/>
                  </a:lnTo>
                  <a:lnTo>
                    <a:pt x="848" y="2130"/>
                  </a:lnTo>
                  <a:lnTo>
                    <a:pt x="842" y="2127"/>
                  </a:lnTo>
                  <a:lnTo>
                    <a:pt x="833" y="2118"/>
                  </a:lnTo>
                  <a:lnTo>
                    <a:pt x="801" y="2087"/>
                  </a:lnTo>
                  <a:lnTo>
                    <a:pt x="792" y="2079"/>
                  </a:lnTo>
                  <a:lnTo>
                    <a:pt x="703" y="1981"/>
                  </a:lnTo>
                  <a:lnTo>
                    <a:pt x="667" y="1868"/>
                  </a:lnTo>
                  <a:lnTo>
                    <a:pt x="669" y="1857"/>
                  </a:lnTo>
                  <a:lnTo>
                    <a:pt x="669" y="1844"/>
                  </a:lnTo>
                  <a:lnTo>
                    <a:pt x="668" y="1830"/>
                  </a:lnTo>
                  <a:lnTo>
                    <a:pt x="667" y="1821"/>
                  </a:lnTo>
                  <a:lnTo>
                    <a:pt x="666" y="1814"/>
                  </a:lnTo>
                  <a:lnTo>
                    <a:pt x="634" y="1761"/>
                  </a:lnTo>
                  <a:lnTo>
                    <a:pt x="604" y="1717"/>
                  </a:lnTo>
                  <a:lnTo>
                    <a:pt x="595" y="1702"/>
                  </a:lnTo>
                  <a:lnTo>
                    <a:pt x="446" y="1455"/>
                  </a:lnTo>
                  <a:lnTo>
                    <a:pt x="348" y="1285"/>
                  </a:lnTo>
                  <a:lnTo>
                    <a:pt x="332" y="1265"/>
                  </a:lnTo>
                  <a:lnTo>
                    <a:pt x="158" y="1031"/>
                  </a:lnTo>
                  <a:lnTo>
                    <a:pt x="67" y="931"/>
                  </a:lnTo>
                  <a:lnTo>
                    <a:pt x="41" y="916"/>
                  </a:lnTo>
                  <a:lnTo>
                    <a:pt x="30" y="910"/>
                  </a:lnTo>
                  <a:lnTo>
                    <a:pt x="28" y="905"/>
                  </a:lnTo>
                  <a:lnTo>
                    <a:pt x="21" y="900"/>
                  </a:lnTo>
                  <a:lnTo>
                    <a:pt x="0" y="878"/>
                  </a:lnTo>
                  <a:lnTo>
                    <a:pt x="0" y="848"/>
                  </a:lnTo>
                  <a:lnTo>
                    <a:pt x="0" y="837"/>
                  </a:lnTo>
                  <a:lnTo>
                    <a:pt x="2" y="815"/>
                  </a:lnTo>
                  <a:lnTo>
                    <a:pt x="4" y="803"/>
                  </a:lnTo>
                  <a:lnTo>
                    <a:pt x="7" y="779"/>
                  </a:lnTo>
                  <a:lnTo>
                    <a:pt x="29" y="681"/>
                  </a:lnTo>
                  <a:lnTo>
                    <a:pt x="31" y="672"/>
                  </a:lnTo>
                  <a:lnTo>
                    <a:pt x="34" y="664"/>
                  </a:lnTo>
                  <a:lnTo>
                    <a:pt x="38" y="643"/>
                  </a:lnTo>
                  <a:lnTo>
                    <a:pt x="41" y="636"/>
                  </a:lnTo>
                  <a:lnTo>
                    <a:pt x="41" y="631"/>
                  </a:lnTo>
                  <a:lnTo>
                    <a:pt x="71" y="582"/>
                  </a:lnTo>
                  <a:lnTo>
                    <a:pt x="93" y="566"/>
                  </a:lnTo>
                  <a:lnTo>
                    <a:pt x="118" y="550"/>
                  </a:lnTo>
                  <a:lnTo>
                    <a:pt x="124" y="548"/>
                  </a:lnTo>
                  <a:lnTo>
                    <a:pt x="140" y="542"/>
                  </a:lnTo>
                  <a:lnTo>
                    <a:pt x="367" y="459"/>
                  </a:lnTo>
                  <a:lnTo>
                    <a:pt x="477" y="429"/>
                  </a:lnTo>
                  <a:lnTo>
                    <a:pt x="524" y="379"/>
                  </a:lnTo>
                  <a:lnTo>
                    <a:pt x="550" y="353"/>
                  </a:lnTo>
                  <a:lnTo>
                    <a:pt x="603" y="300"/>
                  </a:lnTo>
                  <a:lnTo>
                    <a:pt x="651" y="253"/>
                  </a:lnTo>
                  <a:lnTo>
                    <a:pt x="680" y="223"/>
                  </a:lnTo>
                  <a:lnTo>
                    <a:pt x="746" y="190"/>
                  </a:lnTo>
                  <a:lnTo>
                    <a:pt x="767" y="179"/>
                  </a:lnTo>
                  <a:lnTo>
                    <a:pt x="800" y="170"/>
                  </a:lnTo>
                  <a:lnTo>
                    <a:pt x="806" y="168"/>
                  </a:lnTo>
                  <a:lnTo>
                    <a:pt x="836" y="159"/>
                  </a:lnTo>
                  <a:lnTo>
                    <a:pt x="842" y="158"/>
                  </a:lnTo>
                  <a:lnTo>
                    <a:pt x="880" y="147"/>
                  </a:lnTo>
                  <a:lnTo>
                    <a:pt x="886" y="145"/>
                  </a:lnTo>
                  <a:lnTo>
                    <a:pt x="937" y="130"/>
                  </a:lnTo>
                  <a:lnTo>
                    <a:pt x="945" y="128"/>
                  </a:lnTo>
                  <a:lnTo>
                    <a:pt x="952" y="124"/>
                  </a:lnTo>
                  <a:lnTo>
                    <a:pt x="956" y="121"/>
                  </a:lnTo>
                  <a:lnTo>
                    <a:pt x="963" y="123"/>
                  </a:lnTo>
                  <a:lnTo>
                    <a:pt x="1045" y="145"/>
                  </a:lnTo>
                  <a:lnTo>
                    <a:pt x="1415" y="243"/>
                  </a:lnTo>
                  <a:lnTo>
                    <a:pt x="1886" y="369"/>
                  </a:lnTo>
                  <a:lnTo>
                    <a:pt x="2492" y="531"/>
                  </a:lnTo>
                  <a:lnTo>
                    <a:pt x="2705" y="588"/>
                  </a:lnTo>
                  <a:lnTo>
                    <a:pt x="2718" y="588"/>
                  </a:lnTo>
                  <a:lnTo>
                    <a:pt x="2771" y="563"/>
                  </a:lnTo>
                  <a:lnTo>
                    <a:pt x="2803" y="547"/>
                  </a:lnTo>
                  <a:lnTo>
                    <a:pt x="3149" y="380"/>
                  </a:lnTo>
                  <a:lnTo>
                    <a:pt x="3156" y="367"/>
                  </a:lnTo>
                  <a:lnTo>
                    <a:pt x="3229" y="203"/>
                  </a:lnTo>
                  <a:lnTo>
                    <a:pt x="3312" y="50"/>
                  </a:lnTo>
                  <a:lnTo>
                    <a:pt x="3328" y="22"/>
                  </a:lnTo>
                  <a:lnTo>
                    <a:pt x="3334" y="11"/>
                  </a:lnTo>
                  <a:lnTo>
                    <a:pt x="3350" y="0"/>
                  </a:lnTo>
                  <a:lnTo>
                    <a:pt x="3367" y="0"/>
                  </a:lnTo>
                  <a:lnTo>
                    <a:pt x="3858" y="22"/>
                  </a:lnTo>
                  <a:lnTo>
                    <a:pt x="3996" y="28"/>
                  </a:lnTo>
                  <a:lnTo>
                    <a:pt x="4057" y="31"/>
                  </a:lnTo>
                  <a:lnTo>
                    <a:pt x="4188" y="37"/>
                  </a:lnTo>
                  <a:lnTo>
                    <a:pt x="4232" y="72"/>
                  </a:lnTo>
                  <a:lnTo>
                    <a:pt x="4297" y="125"/>
                  </a:lnTo>
                  <a:lnTo>
                    <a:pt x="4410" y="169"/>
                  </a:lnTo>
                  <a:lnTo>
                    <a:pt x="4521" y="224"/>
                  </a:lnTo>
                  <a:lnTo>
                    <a:pt x="4619" y="329"/>
                  </a:lnTo>
                  <a:lnTo>
                    <a:pt x="4653" y="364"/>
                  </a:lnTo>
                  <a:lnTo>
                    <a:pt x="4651" y="370"/>
                  </a:lnTo>
                  <a:lnTo>
                    <a:pt x="4678" y="398"/>
                  </a:lnTo>
                  <a:lnTo>
                    <a:pt x="4775" y="4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9008981" y="2443828"/>
              <a:ext cx="2953" cy="1635"/>
            </a:xfrm>
            <a:custGeom>
              <a:avLst/>
              <a:pathLst>
                <a:path w="2953" h="1635">
                  <a:moveTo>
                    <a:pt x="2274" y="144"/>
                  </a:moveTo>
                  <a:lnTo>
                    <a:pt x="2186" y="385"/>
                  </a:lnTo>
                  <a:lnTo>
                    <a:pt x="2143" y="451"/>
                  </a:lnTo>
                  <a:lnTo>
                    <a:pt x="2179" y="478"/>
                  </a:lnTo>
                  <a:lnTo>
                    <a:pt x="2295" y="456"/>
                  </a:lnTo>
                  <a:lnTo>
                    <a:pt x="2337" y="395"/>
                  </a:lnTo>
                  <a:lnTo>
                    <a:pt x="2439" y="83"/>
                  </a:lnTo>
                  <a:lnTo>
                    <a:pt x="2495" y="70"/>
                  </a:lnTo>
                  <a:lnTo>
                    <a:pt x="2642" y="90"/>
                  </a:lnTo>
                  <a:lnTo>
                    <a:pt x="2823" y="147"/>
                  </a:lnTo>
                  <a:lnTo>
                    <a:pt x="2846" y="196"/>
                  </a:lnTo>
                  <a:lnTo>
                    <a:pt x="2905" y="231"/>
                  </a:lnTo>
                  <a:lnTo>
                    <a:pt x="2951" y="263"/>
                  </a:lnTo>
                  <a:lnTo>
                    <a:pt x="2953" y="321"/>
                  </a:lnTo>
                  <a:lnTo>
                    <a:pt x="2849" y="645"/>
                  </a:lnTo>
                  <a:lnTo>
                    <a:pt x="2792" y="667"/>
                  </a:lnTo>
                  <a:lnTo>
                    <a:pt x="2719" y="655"/>
                  </a:lnTo>
                  <a:lnTo>
                    <a:pt x="2515" y="549"/>
                  </a:lnTo>
                  <a:lnTo>
                    <a:pt x="2391" y="526"/>
                  </a:lnTo>
                  <a:lnTo>
                    <a:pt x="2258" y="552"/>
                  </a:lnTo>
                  <a:lnTo>
                    <a:pt x="2122" y="587"/>
                  </a:lnTo>
                  <a:lnTo>
                    <a:pt x="2063" y="651"/>
                  </a:lnTo>
                  <a:lnTo>
                    <a:pt x="2035" y="728"/>
                  </a:lnTo>
                  <a:lnTo>
                    <a:pt x="2037" y="789"/>
                  </a:lnTo>
                  <a:lnTo>
                    <a:pt x="2080" y="927"/>
                  </a:lnTo>
                  <a:lnTo>
                    <a:pt x="2063" y="1049"/>
                  </a:lnTo>
                  <a:lnTo>
                    <a:pt x="2012" y="1130"/>
                  </a:lnTo>
                  <a:lnTo>
                    <a:pt x="1967" y="1181"/>
                  </a:lnTo>
                  <a:lnTo>
                    <a:pt x="1941" y="1261"/>
                  </a:lnTo>
                  <a:lnTo>
                    <a:pt x="1923" y="1325"/>
                  </a:lnTo>
                  <a:lnTo>
                    <a:pt x="1961" y="1412"/>
                  </a:lnTo>
                  <a:lnTo>
                    <a:pt x="1901" y="1478"/>
                  </a:lnTo>
                  <a:lnTo>
                    <a:pt x="1794" y="1594"/>
                  </a:lnTo>
                  <a:lnTo>
                    <a:pt x="1771" y="1616"/>
                  </a:lnTo>
                  <a:lnTo>
                    <a:pt x="1712" y="1635"/>
                  </a:lnTo>
                  <a:lnTo>
                    <a:pt x="1673" y="1610"/>
                  </a:lnTo>
                  <a:lnTo>
                    <a:pt x="1001" y="1385"/>
                  </a:lnTo>
                  <a:lnTo>
                    <a:pt x="583" y="1396"/>
                  </a:lnTo>
                  <a:lnTo>
                    <a:pt x="433" y="1419"/>
                  </a:lnTo>
                  <a:lnTo>
                    <a:pt x="269" y="1468"/>
                  </a:lnTo>
                  <a:lnTo>
                    <a:pt x="132" y="1467"/>
                  </a:lnTo>
                  <a:lnTo>
                    <a:pt x="102" y="1454"/>
                  </a:lnTo>
                  <a:lnTo>
                    <a:pt x="75" y="1426"/>
                  </a:lnTo>
                  <a:lnTo>
                    <a:pt x="60" y="1373"/>
                  </a:lnTo>
                  <a:lnTo>
                    <a:pt x="68" y="1339"/>
                  </a:lnTo>
                  <a:lnTo>
                    <a:pt x="235" y="1093"/>
                  </a:lnTo>
                  <a:lnTo>
                    <a:pt x="241" y="1045"/>
                  </a:lnTo>
                  <a:lnTo>
                    <a:pt x="209" y="948"/>
                  </a:lnTo>
                  <a:lnTo>
                    <a:pt x="156" y="806"/>
                  </a:lnTo>
                  <a:lnTo>
                    <a:pt x="134" y="790"/>
                  </a:lnTo>
                  <a:lnTo>
                    <a:pt x="38" y="763"/>
                  </a:lnTo>
                  <a:lnTo>
                    <a:pt x="7" y="733"/>
                  </a:lnTo>
                  <a:lnTo>
                    <a:pt x="0" y="712"/>
                  </a:lnTo>
                  <a:lnTo>
                    <a:pt x="0" y="675"/>
                  </a:lnTo>
                  <a:lnTo>
                    <a:pt x="12" y="651"/>
                  </a:lnTo>
                  <a:lnTo>
                    <a:pt x="31" y="631"/>
                  </a:lnTo>
                  <a:lnTo>
                    <a:pt x="1747" y="1"/>
                  </a:lnTo>
                  <a:lnTo>
                    <a:pt x="1775" y="0"/>
                  </a:lnTo>
                  <a:lnTo>
                    <a:pt x="1800" y="19"/>
                  </a:lnTo>
                  <a:lnTo>
                    <a:pt x="1840" y="139"/>
                  </a:lnTo>
                  <a:lnTo>
                    <a:pt x="1854" y="152"/>
                  </a:lnTo>
                  <a:lnTo>
                    <a:pt x="2184" y="62"/>
                  </a:lnTo>
                  <a:lnTo>
                    <a:pt x="2232" y="6"/>
                  </a:lnTo>
                  <a:lnTo>
                    <a:pt x="2242" y="7"/>
                  </a:lnTo>
                  <a:lnTo>
                    <a:pt x="2271" y="28"/>
                  </a:lnTo>
                  <a:lnTo>
                    <a:pt x="2285" y="53"/>
                  </a:lnTo>
                  <a:lnTo>
                    <a:pt x="2274" y="1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9006737" y="2442681"/>
              <a:ext cx="9327" cy="7338"/>
            </a:xfrm>
            <a:custGeom>
              <a:avLst/>
              <a:pathLst>
                <a:path w="9327" h="7338">
                  <a:moveTo>
                    <a:pt x="8879" y="58"/>
                  </a:moveTo>
                  <a:lnTo>
                    <a:pt x="8891" y="60"/>
                  </a:lnTo>
                  <a:lnTo>
                    <a:pt x="8902" y="55"/>
                  </a:lnTo>
                  <a:lnTo>
                    <a:pt x="8913" y="54"/>
                  </a:lnTo>
                  <a:lnTo>
                    <a:pt x="8936" y="55"/>
                  </a:lnTo>
                  <a:lnTo>
                    <a:pt x="8943" y="55"/>
                  </a:lnTo>
                  <a:lnTo>
                    <a:pt x="8962" y="63"/>
                  </a:lnTo>
                  <a:lnTo>
                    <a:pt x="9050" y="124"/>
                  </a:lnTo>
                  <a:lnTo>
                    <a:pt x="9106" y="194"/>
                  </a:lnTo>
                  <a:lnTo>
                    <a:pt x="9145" y="245"/>
                  </a:lnTo>
                  <a:lnTo>
                    <a:pt x="9216" y="335"/>
                  </a:lnTo>
                  <a:lnTo>
                    <a:pt x="9220" y="340"/>
                  </a:lnTo>
                  <a:lnTo>
                    <a:pt x="9324" y="573"/>
                  </a:lnTo>
                  <a:lnTo>
                    <a:pt x="9327" y="578"/>
                  </a:lnTo>
                  <a:lnTo>
                    <a:pt x="9313" y="596"/>
                  </a:lnTo>
                  <a:lnTo>
                    <a:pt x="9223" y="637"/>
                  </a:lnTo>
                  <a:lnTo>
                    <a:pt x="9214" y="690"/>
                  </a:lnTo>
                  <a:lnTo>
                    <a:pt x="9205" y="742"/>
                  </a:lnTo>
                  <a:lnTo>
                    <a:pt x="9201" y="766"/>
                  </a:lnTo>
                  <a:lnTo>
                    <a:pt x="9191" y="821"/>
                  </a:lnTo>
                  <a:lnTo>
                    <a:pt x="9100" y="1346"/>
                  </a:lnTo>
                  <a:lnTo>
                    <a:pt x="9104" y="1357"/>
                  </a:lnTo>
                  <a:lnTo>
                    <a:pt x="9109" y="1364"/>
                  </a:lnTo>
                  <a:lnTo>
                    <a:pt x="9114" y="1370"/>
                  </a:lnTo>
                  <a:lnTo>
                    <a:pt x="9116" y="1374"/>
                  </a:lnTo>
                  <a:lnTo>
                    <a:pt x="9118" y="1381"/>
                  </a:lnTo>
                  <a:lnTo>
                    <a:pt x="9117" y="1386"/>
                  </a:lnTo>
                  <a:lnTo>
                    <a:pt x="9118" y="1394"/>
                  </a:lnTo>
                  <a:lnTo>
                    <a:pt x="9119" y="1402"/>
                  </a:lnTo>
                  <a:lnTo>
                    <a:pt x="9123" y="1413"/>
                  </a:lnTo>
                  <a:lnTo>
                    <a:pt x="9169" y="1506"/>
                  </a:lnTo>
                  <a:lnTo>
                    <a:pt x="9192" y="1584"/>
                  </a:lnTo>
                  <a:lnTo>
                    <a:pt x="9205" y="1695"/>
                  </a:lnTo>
                  <a:lnTo>
                    <a:pt x="9204" y="1704"/>
                  </a:lnTo>
                  <a:lnTo>
                    <a:pt x="9201" y="1769"/>
                  </a:lnTo>
                  <a:lnTo>
                    <a:pt x="9195" y="1785"/>
                  </a:lnTo>
                  <a:lnTo>
                    <a:pt x="9133" y="1819"/>
                  </a:lnTo>
                  <a:lnTo>
                    <a:pt x="8884" y="1955"/>
                  </a:lnTo>
                  <a:lnTo>
                    <a:pt x="8878" y="1959"/>
                  </a:lnTo>
                  <a:lnTo>
                    <a:pt x="8859" y="1963"/>
                  </a:lnTo>
                  <a:lnTo>
                    <a:pt x="8809" y="1973"/>
                  </a:lnTo>
                  <a:lnTo>
                    <a:pt x="8799" y="1975"/>
                  </a:lnTo>
                  <a:lnTo>
                    <a:pt x="8776" y="1980"/>
                  </a:lnTo>
                  <a:lnTo>
                    <a:pt x="8768" y="1982"/>
                  </a:lnTo>
                  <a:lnTo>
                    <a:pt x="8622" y="2013"/>
                  </a:lnTo>
                  <a:lnTo>
                    <a:pt x="8517" y="2020"/>
                  </a:lnTo>
                  <a:lnTo>
                    <a:pt x="8415" y="1992"/>
                  </a:lnTo>
                  <a:lnTo>
                    <a:pt x="8313" y="1927"/>
                  </a:lnTo>
                  <a:lnTo>
                    <a:pt x="8297" y="1909"/>
                  </a:lnTo>
                  <a:lnTo>
                    <a:pt x="8292" y="1903"/>
                  </a:lnTo>
                  <a:lnTo>
                    <a:pt x="8263" y="1871"/>
                  </a:lnTo>
                  <a:lnTo>
                    <a:pt x="8227" y="1830"/>
                  </a:lnTo>
                  <a:lnTo>
                    <a:pt x="8046" y="1716"/>
                  </a:lnTo>
                  <a:lnTo>
                    <a:pt x="7975" y="1790"/>
                  </a:lnTo>
                  <a:lnTo>
                    <a:pt x="7947" y="1809"/>
                  </a:lnTo>
                  <a:lnTo>
                    <a:pt x="7933" y="1818"/>
                  </a:lnTo>
                  <a:lnTo>
                    <a:pt x="7860" y="1819"/>
                  </a:lnTo>
                  <a:lnTo>
                    <a:pt x="7845" y="1816"/>
                  </a:lnTo>
                  <a:lnTo>
                    <a:pt x="7839" y="1814"/>
                  </a:lnTo>
                  <a:lnTo>
                    <a:pt x="7756" y="1794"/>
                  </a:lnTo>
                  <a:lnTo>
                    <a:pt x="7687" y="1807"/>
                  </a:lnTo>
                  <a:lnTo>
                    <a:pt x="7662" y="1801"/>
                  </a:lnTo>
                  <a:lnTo>
                    <a:pt x="7652" y="1795"/>
                  </a:lnTo>
                  <a:lnTo>
                    <a:pt x="7644" y="1786"/>
                  </a:lnTo>
                  <a:lnTo>
                    <a:pt x="7636" y="1780"/>
                  </a:lnTo>
                  <a:lnTo>
                    <a:pt x="7631" y="1778"/>
                  </a:lnTo>
                  <a:lnTo>
                    <a:pt x="7627" y="1782"/>
                  </a:lnTo>
                  <a:lnTo>
                    <a:pt x="7617" y="1786"/>
                  </a:lnTo>
                  <a:lnTo>
                    <a:pt x="7592" y="1801"/>
                  </a:lnTo>
                  <a:lnTo>
                    <a:pt x="7583" y="1814"/>
                  </a:lnTo>
                  <a:lnTo>
                    <a:pt x="7579" y="1822"/>
                  </a:lnTo>
                  <a:lnTo>
                    <a:pt x="7573" y="1827"/>
                  </a:lnTo>
                  <a:lnTo>
                    <a:pt x="7531" y="2015"/>
                  </a:lnTo>
                  <a:lnTo>
                    <a:pt x="7509" y="2113"/>
                  </a:lnTo>
                  <a:lnTo>
                    <a:pt x="7656" y="2161"/>
                  </a:lnTo>
                  <a:lnTo>
                    <a:pt x="7666" y="2163"/>
                  </a:lnTo>
                  <a:lnTo>
                    <a:pt x="7688" y="2171"/>
                  </a:lnTo>
                  <a:lnTo>
                    <a:pt x="7690" y="2227"/>
                  </a:lnTo>
                  <a:lnTo>
                    <a:pt x="7689" y="2242"/>
                  </a:lnTo>
                  <a:lnTo>
                    <a:pt x="7683" y="2249"/>
                  </a:lnTo>
                  <a:lnTo>
                    <a:pt x="7677" y="2250"/>
                  </a:lnTo>
                  <a:lnTo>
                    <a:pt x="7640" y="2270"/>
                  </a:lnTo>
                  <a:lnTo>
                    <a:pt x="7634" y="2273"/>
                  </a:lnTo>
                  <a:lnTo>
                    <a:pt x="7629" y="2274"/>
                  </a:lnTo>
                  <a:lnTo>
                    <a:pt x="7623" y="2277"/>
                  </a:lnTo>
                  <a:lnTo>
                    <a:pt x="7613" y="2281"/>
                  </a:lnTo>
                  <a:lnTo>
                    <a:pt x="7607" y="2282"/>
                  </a:lnTo>
                  <a:lnTo>
                    <a:pt x="7595" y="2286"/>
                  </a:lnTo>
                  <a:lnTo>
                    <a:pt x="7588" y="2289"/>
                  </a:lnTo>
                  <a:lnTo>
                    <a:pt x="7581" y="2291"/>
                  </a:lnTo>
                  <a:lnTo>
                    <a:pt x="7574" y="2290"/>
                  </a:lnTo>
                  <a:lnTo>
                    <a:pt x="7517" y="2285"/>
                  </a:lnTo>
                  <a:lnTo>
                    <a:pt x="7511" y="2285"/>
                  </a:lnTo>
                  <a:lnTo>
                    <a:pt x="7482" y="2293"/>
                  </a:lnTo>
                  <a:lnTo>
                    <a:pt x="7470" y="2323"/>
                  </a:lnTo>
                  <a:lnTo>
                    <a:pt x="7465" y="2373"/>
                  </a:lnTo>
                  <a:lnTo>
                    <a:pt x="7470" y="2414"/>
                  </a:lnTo>
                  <a:lnTo>
                    <a:pt x="7484" y="2453"/>
                  </a:lnTo>
                  <a:lnTo>
                    <a:pt x="7492" y="2457"/>
                  </a:lnTo>
                  <a:lnTo>
                    <a:pt x="7596" y="2505"/>
                  </a:lnTo>
                  <a:lnTo>
                    <a:pt x="7604" y="2506"/>
                  </a:lnTo>
                  <a:lnTo>
                    <a:pt x="7658" y="2491"/>
                  </a:lnTo>
                  <a:lnTo>
                    <a:pt x="7682" y="2514"/>
                  </a:lnTo>
                  <a:lnTo>
                    <a:pt x="7690" y="2514"/>
                  </a:lnTo>
                  <a:lnTo>
                    <a:pt x="7786" y="2433"/>
                  </a:lnTo>
                  <a:lnTo>
                    <a:pt x="7824" y="2398"/>
                  </a:lnTo>
                  <a:lnTo>
                    <a:pt x="7880" y="2376"/>
                  </a:lnTo>
                  <a:lnTo>
                    <a:pt x="7919" y="2410"/>
                  </a:lnTo>
                  <a:lnTo>
                    <a:pt x="7930" y="2419"/>
                  </a:lnTo>
                  <a:lnTo>
                    <a:pt x="7941" y="2438"/>
                  </a:lnTo>
                  <a:lnTo>
                    <a:pt x="7940" y="2443"/>
                  </a:lnTo>
                  <a:lnTo>
                    <a:pt x="7938" y="2454"/>
                  </a:lnTo>
                  <a:lnTo>
                    <a:pt x="7938" y="2462"/>
                  </a:lnTo>
                  <a:lnTo>
                    <a:pt x="7936" y="2471"/>
                  </a:lnTo>
                  <a:lnTo>
                    <a:pt x="7926" y="2540"/>
                  </a:lnTo>
                  <a:lnTo>
                    <a:pt x="7901" y="2573"/>
                  </a:lnTo>
                  <a:lnTo>
                    <a:pt x="7864" y="2623"/>
                  </a:lnTo>
                  <a:lnTo>
                    <a:pt x="7816" y="2685"/>
                  </a:lnTo>
                  <a:lnTo>
                    <a:pt x="7812" y="2682"/>
                  </a:lnTo>
                  <a:lnTo>
                    <a:pt x="7782" y="2655"/>
                  </a:lnTo>
                  <a:lnTo>
                    <a:pt x="7772" y="2646"/>
                  </a:lnTo>
                  <a:lnTo>
                    <a:pt x="7765" y="2641"/>
                  </a:lnTo>
                  <a:lnTo>
                    <a:pt x="7751" y="2629"/>
                  </a:lnTo>
                  <a:lnTo>
                    <a:pt x="7746" y="2626"/>
                  </a:lnTo>
                  <a:lnTo>
                    <a:pt x="7712" y="2599"/>
                  </a:lnTo>
                  <a:lnTo>
                    <a:pt x="7701" y="2589"/>
                  </a:lnTo>
                  <a:lnTo>
                    <a:pt x="7683" y="2597"/>
                  </a:lnTo>
                  <a:lnTo>
                    <a:pt x="7668" y="2623"/>
                  </a:lnTo>
                  <a:lnTo>
                    <a:pt x="7653" y="2649"/>
                  </a:lnTo>
                  <a:lnTo>
                    <a:pt x="7649" y="2667"/>
                  </a:lnTo>
                  <a:lnTo>
                    <a:pt x="7647" y="2690"/>
                  </a:lnTo>
                  <a:lnTo>
                    <a:pt x="7642" y="2884"/>
                  </a:lnTo>
                  <a:lnTo>
                    <a:pt x="7647" y="2903"/>
                  </a:lnTo>
                  <a:lnTo>
                    <a:pt x="7648" y="2909"/>
                  </a:lnTo>
                  <a:lnTo>
                    <a:pt x="7665" y="2977"/>
                  </a:lnTo>
                  <a:lnTo>
                    <a:pt x="7677" y="3000"/>
                  </a:lnTo>
                  <a:lnTo>
                    <a:pt x="7684" y="3005"/>
                  </a:lnTo>
                  <a:lnTo>
                    <a:pt x="7736" y="3050"/>
                  </a:lnTo>
                  <a:lnTo>
                    <a:pt x="7752" y="3050"/>
                  </a:lnTo>
                  <a:lnTo>
                    <a:pt x="7799" y="3125"/>
                  </a:lnTo>
                  <a:lnTo>
                    <a:pt x="7800" y="3180"/>
                  </a:lnTo>
                  <a:lnTo>
                    <a:pt x="7800" y="3194"/>
                  </a:lnTo>
                  <a:lnTo>
                    <a:pt x="7801" y="3271"/>
                  </a:lnTo>
                  <a:lnTo>
                    <a:pt x="7802" y="3364"/>
                  </a:lnTo>
                  <a:lnTo>
                    <a:pt x="7804" y="3530"/>
                  </a:lnTo>
                  <a:lnTo>
                    <a:pt x="7781" y="3717"/>
                  </a:lnTo>
                  <a:lnTo>
                    <a:pt x="7779" y="3728"/>
                  </a:lnTo>
                  <a:lnTo>
                    <a:pt x="7774" y="3768"/>
                  </a:lnTo>
                  <a:lnTo>
                    <a:pt x="7763" y="3851"/>
                  </a:lnTo>
                  <a:lnTo>
                    <a:pt x="7756" y="3911"/>
                  </a:lnTo>
                  <a:lnTo>
                    <a:pt x="7706" y="3933"/>
                  </a:lnTo>
                  <a:lnTo>
                    <a:pt x="7608" y="3977"/>
                  </a:lnTo>
                  <a:lnTo>
                    <a:pt x="7581" y="3980"/>
                  </a:lnTo>
                  <a:lnTo>
                    <a:pt x="7572" y="3981"/>
                  </a:lnTo>
                  <a:lnTo>
                    <a:pt x="7556" y="3980"/>
                  </a:lnTo>
                  <a:lnTo>
                    <a:pt x="7546" y="3977"/>
                  </a:lnTo>
                  <a:lnTo>
                    <a:pt x="7541" y="3978"/>
                  </a:lnTo>
                  <a:lnTo>
                    <a:pt x="7532" y="3978"/>
                  </a:lnTo>
                  <a:lnTo>
                    <a:pt x="7511" y="3985"/>
                  </a:lnTo>
                  <a:lnTo>
                    <a:pt x="7500" y="3987"/>
                  </a:lnTo>
                  <a:lnTo>
                    <a:pt x="7442" y="3984"/>
                  </a:lnTo>
                  <a:lnTo>
                    <a:pt x="7310" y="3917"/>
                  </a:lnTo>
                  <a:lnTo>
                    <a:pt x="7291" y="3906"/>
                  </a:lnTo>
                  <a:lnTo>
                    <a:pt x="7286" y="3899"/>
                  </a:lnTo>
                  <a:lnTo>
                    <a:pt x="7284" y="3886"/>
                  </a:lnTo>
                  <a:lnTo>
                    <a:pt x="7287" y="3879"/>
                  </a:lnTo>
                  <a:lnTo>
                    <a:pt x="7293" y="3875"/>
                  </a:lnTo>
                  <a:lnTo>
                    <a:pt x="7294" y="3869"/>
                  </a:lnTo>
                  <a:lnTo>
                    <a:pt x="7292" y="3846"/>
                  </a:lnTo>
                  <a:lnTo>
                    <a:pt x="7287" y="3832"/>
                  </a:lnTo>
                  <a:lnTo>
                    <a:pt x="7280" y="3823"/>
                  </a:lnTo>
                  <a:lnTo>
                    <a:pt x="7273" y="3815"/>
                  </a:lnTo>
                  <a:lnTo>
                    <a:pt x="7265" y="3809"/>
                  </a:lnTo>
                  <a:lnTo>
                    <a:pt x="7260" y="3810"/>
                  </a:lnTo>
                  <a:lnTo>
                    <a:pt x="7235" y="3810"/>
                  </a:lnTo>
                  <a:lnTo>
                    <a:pt x="6994" y="3645"/>
                  </a:lnTo>
                  <a:lnTo>
                    <a:pt x="6977" y="3639"/>
                  </a:lnTo>
                  <a:lnTo>
                    <a:pt x="6971" y="3636"/>
                  </a:lnTo>
                  <a:lnTo>
                    <a:pt x="6959" y="3632"/>
                  </a:lnTo>
                  <a:lnTo>
                    <a:pt x="6949" y="3629"/>
                  </a:lnTo>
                  <a:lnTo>
                    <a:pt x="6932" y="3631"/>
                  </a:lnTo>
                  <a:lnTo>
                    <a:pt x="6891" y="3649"/>
                  </a:lnTo>
                  <a:lnTo>
                    <a:pt x="6854" y="3672"/>
                  </a:lnTo>
                  <a:lnTo>
                    <a:pt x="6836" y="3688"/>
                  </a:lnTo>
                  <a:lnTo>
                    <a:pt x="6816" y="3708"/>
                  </a:lnTo>
                  <a:lnTo>
                    <a:pt x="6812" y="3711"/>
                  </a:lnTo>
                  <a:lnTo>
                    <a:pt x="6807" y="3720"/>
                  </a:lnTo>
                  <a:lnTo>
                    <a:pt x="6794" y="3742"/>
                  </a:lnTo>
                  <a:lnTo>
                    <a:pt x="6788" y="3752"/>
                  </a:lnTo>
                  <a:lnTo>
                    <a:pt x="6786" y="3757"/>
                  </a:lnTo>
                  <a:lnTo>
                    <a:pt x="6774" y="3784"/>
                  </a:lnTo>
                  <a:lnTo>
                    <a:pt x="6760" y="3815"/>
                  </a:lnTo>
                  <a:lnTo>
                    <a:pt x="6752" y="3831"/>
                  </a:lnTo>
                  <a:lnTo>
                    <a:pt x="6681" y="3907"/>
                  </a:lnTo>
                  <a:lnTo>
                    <a:pt x="6624" y="3954"/>
                  </a:lnTo>
                  <a:lnTo>
                    <a:pt x="6622" y="3966"/>
                  </a:lnTo>
                  <a:lnTo>
                    <a:pt x="6620" y="3972"/>
                  </a:lnTo>
                  <a:lnTo>
                    <a:pt x="6644" y="3976"/>
                  </a:lnTo>
                  <a:lnTo>
                    <a:pt x="6667" y="3970"/>
                  </a:lnTo>
                  <a:lnTo>
                    <a:pt x="6672" y="3967"/>
                  </a:lnTo>
                  <a:lnTo>
                    <a:pt x="6676" y="3965"/>
                  </a:lnTo>
                  <a:lnTo>
                    <a:pt x="6770" y="3923"/>
                  </a:lnTo>
                  <a:lnTo>
                    <a:pt x="6785" y="3919"/>
                  </a:lnTo>
                  <a:lnTo>
                    <a:pt x="6796" y="3920"/>
                  </a:lnTo>
                  <a:lnTo>
                    <a:pt x="6836" y="3940"/>
                  </a:lnTo>
                  <a:lnTo>
                    <a:pt x="6939" y="4105"/>
                  </a:lnTo>
                  <a:lnTo>
                    <a:pt x="6989" y="4131"/>
                  </a:lnTo>
                  <a:lnTo>
                    <a:pt x="7042" y="4157"/>
                  </a:lnTo>
                  <a:lnTo>
                    <a:pt x="7059" y="4171"/>
                  </a:lnTo>
                  <a:lnTo>
                    <a:pt x="7076" y="4181"/>
                  </a:lnTo>
                  <a:lnTo>
                    <a:pt x="7100" y="4191"/>
                  </a:lnTo>
                  <a:lnTo>
                    <a:pt x="7107" y="4197"/>
                  </a:lnTo>
                  <a:lnTo>
                    <a:pt x="7112" y="4202"/>
                  </a:lnTo>
                  <a:lnTo>
                    <a:pt x="7319" y="4511"/>
                  </a:lnTo>
                  <a:lnTo>
                    <a:pt x="7324" y="4521"/>
                  </a:lnTo>
                  <a:lnTo>
                    <a:pt x="7353" y="4587"/>
                  </a:lnTo>
                  <a:lnTo>
                    <a:pt x="7358" y="4601"/>
                  </a:lnTo>
                  <a:lnTo>
                    <a:pt x="7358" y="4606"/>
                  </a:lnTo>
                  <a:lnTo>
                    <a:pt x="7352" y="4616"/>
                  </a:lnTo>
                  <a:lnTo>
                    <a:pt x="7336" y="4633"/>
                  </a:lnTo>
                  <a:lnTo>
                    <a:pt x="7097" y="4763"/>
                  </a:lnTo>
                  <a:lnTo>
                    <a:pt x="7093" y="4766"/>
                  </a:lnTo>
                  <a:lnTo>
                    <a:pt x="7084" y="4771"/>
                  </a:lnTo>
                  <a:lnTo>
                    <a:pt x="7080" y="4773"/>
                  </a:lnTo>
                  <a:lnTo>
                    <a:pt x="7070" y="4777"/>
                  </a:lnTo>
                  <a:lnTo>
                    <a:pt x="7058" y="4778"/>
                  </a:lnTo>
                  <a:lnTo>
                    <a:pt x="7026" y="4773"/>
                  </a:lnTo>
                  <a:lnTo>
                    <a:pt x="7021" y="4768"/>
                  </a:lnTo>
                  <a:lnTo>
                    <a:pt x="7017" y="4765"/>
                  </a:lnTo>
                  <a:lnTo>
                    <a:pt x="7010" y="4765"/>
                  </a:lnTo>
                  <a:lnTo>
                    <a:pt x="7005" y="4766"/>
                  </a:lnTo>
                  <a:lnTo>
                    <a:pt x="6998" y="4769"/>
                  </a:lnTo>
                  <a:lnTo>
                    <a:pt x="6991" y="4775"/>
                  </a:lnTo>
                  <a:lnTo>
                    <a:pt x="6987" y="4780"/>
                  </a:lnTo>
                  <a:lnTo>
                    <a:pt x="6985" y="4790"/>
                  </a:lnTo>
                  <a:lnTo>
                    <a:pt x="6979" y="4795"/>
                  </a:lnTo>
                  <a:lnTo>
                    <a:pt x="6970" y="4800"/>
                  </a:lnTo>
                  <a:lnTo>
                    <a:pt x="6929" y="4793"/>
                  </a:lnTo>
                  <a:lnTo>
                    <a:pt x="6906" y="4772"/>
                  </a:lnTo>
                  <a:lnTo>
                    <a:pt x="6872" y="4799"/>
                  </a:lnTo>
                  <a:lnTo>
                    <a:pt x="6863" y="4820"/>
                  </a:lnTo>
                  <a:lnTo>
                    <a:pt x="6836" y="4885"/>
                  </a:lnTo>
                  <a:lnTo>
                    <a:pt x="6831" y="4895"/>
                  </a:lnTo>
                  <a:lnTo>
                    <a:pt x="6826" y="4894"/>
                  </a:lnTo>
                  <a:lnTo>
                    <a:pt x="6813" y="4900"/>
                  </a:lnTo>
                  <a:lnTo>
                    <a:pt x="6812" y="4912"/>
                  </a:lnTo>
                  <a:lnTo>
                    <a:pt x="6811" y="4928"/>
                  </a:lnTo>
                  <a:lnTo>
                    <a:pt x="6819" y="4932"/>
                  </a:lnTo>
                  <a:lnTo>
                    <a:pt x="6824" y="4943"/>
                  </a:lnTo>
                  <a:lnTo>
                    <a:pt x="6822" y="4953"/>
                  </a:lnTo>
                  <a:lnTo>
                    <a:pt x="6807" y="4957"/>
                  </a:lnTo>
                  <a:lnTo>
                    <a:pt x="6782" y="4955"/>
                  </a:lnTo>
                  <a:lnTo>
                    <a:pt x="6769" y="4972"/>
                  </a:lnTo>
                  <a:lnTo>
                    <a:pt x="6760" y="4977"/>
                  </a:lnTo>
                  <a:lnTo>
                    <a:pt x="6722" y="5004"/>
                  </a:lnTo>
                  <a:lnTo>
                    <a:pt x="6679" y="5021"/>
                  </a:lnTo>
                  <a:lnTo>
                    <a:pt x="6673" y="5024"/>
                  </a:lnTo>
                  <a:lnTo>
                    <a:pt x="6616" y="5056"/>
                  </a:lnTo>
                  <a:lnTo>
                    <a:pt x="6585" y="5065"/>
                  </a:lnTo>
                  <a:lnTo>
                    <a:pt x="6579" y="5073"/>
                  </a:lnTo>
                  <a:lnTo>
                    <a:pt x="6571" y="5082"/>
                  </a:lnTo>
                  <a:lnTo>
                    <a:pt x="6564" y="5091"/>
                  </a:lnTo>
                  <a:lnTo>
                    <a:pt x="6562" y="5097"/>
                  </a:lnTo>
                  <a:lnTo>
                    <a:pt x="6556" y="5116"/>
                  </a:lnTo>
                  <a:lnTo>
                    <a:pt x="6558" y="5132"/>
                  </a:lnTo>
                  <a:lnTo>
                    <a:pt x="6559" y="5138"/>
                  </a:lnTo>
                  <a:lnTo>
                    <a:pt x="6561" y="5147"/>
                  </a:lnTo>
                  <a:lnTo>
                    <a:pt x="6563" y="5155"/>
                  </a:lnTo>
                  <a:lnTo>
                    <a:pt x="6566" y="5161"/>
                  </a:lnTo>
                  <a:lnTo>
                    <a:pt x="6569" y="5167"/>
                  </a:lnTo>
                  <a:lnTo>
                    <a:pt x="6575" y="5178"/>
                  </a:lnTo>
                  <a:lnTo>
                    <a:pt x="6578" y="5183"/>
                  </a:lnTo>
                  <a:lnTo>
                    <a:pt x="6582" y="5188"/>
                  </a:lnTo>
                  <a:lnTo>
                    <a:pt x="6586" y="5193"/>
                  </a:lnTo>
                  <a:lnTo>
                    <a:pt x="6593" y="5203"/>
                  </a:lnTo>
                  <a:lnTo>
                    <a:pt x="6611" y="5223"/>
                  </a:lnTo>
                  <a:lnTo>
                    <a:pt x="6621" y="5225"/>
                  </a:lnTo>
                  <a:lnTo>
                    <a:pt x="6633" y="5215"/>
                  </a:lnTo>
                  <a:lnTo>
                    <a:pt x="6638" y="5198"/>
                  </a:lnTo>
                  <a:lnTo>
                    <a:pt x="6647" y="5202"/>
                  </a:lnTo>
                  <a:lnTo>
                    <a:pt x="6668" y="5220"/>
                  </a:lnTo>
                  <a:lnTo>
                    <a:pt x="6675" y="5224"/>
                  </a:lnTo>
                  <a:lnTo>
                    <a:pt x="6700" y="5237"/>
                  </a:lnTo>
                  <a:lnTo>
                    <a:pt x="6711" y="5238"/>
                  </a:lnTo>
                  <a:lnTo>
                    <a:pt x="6720" y="5235"/>
                  </a:lnTo>
                  <a:lnTo>
                    <a:pt x="6724" y="5231"/>
                  </a:lnTo>
                  <a:lnTo>
                    <a:pt x="6728" y="5221"/>
                  </a:lnTo>
                  <a:lnTo>
                    <a:pt x="6731" y="5217"/>
                  </a:lnTo>
                  <a:lnTo>
                    <a:pt x="6744" y="5205"/>
                  </a:lnTo>
                  <a:lnTo>
                    <a:pt x="6750" y="5202"/>
                  </a:lnTo>
                  <a:lnTo>
                    <a:pt x="6764" y="5186"/>
                  </a:lnTo>
                  <a:lnTo>
                    <a:pt x="6785" y="5173"/>
                  </a:lnTo>
                  <a:lnTo>
                    <a:pt x="6793" y="5175"/>
                  </a:lnTo>
                  <a:lnTo>
                    <a:pt x="6794" y="5181"/>
                  </a:lnTo>
                  <a:lnTo>
                    <a:pt x="6795" y="5188"/>
                  </a:lnTo>
                  <a:lnTo>
                    <a:pt x="6797" y="5202"/>
                  </a:lnTo>
                  <a:lnTo>
                    <a:pt x="6802" y="5208"/>
                  </a:lnTo>
                  <a:lnTo>
                    <a:pt x="6808" y="5217"/>
                  </a:lnTo>
                  <a:lnTo>
                    <a:pt x="6807" y="5227"/>
                  </a:lnTo>
                  <a:lnTo>
                    <a:pt x="6811" y="5233"/>
                  </a:lnTo>
                  <a:lnTo>
                    <a:pt x="6813" y="5240"/>
                  </a:lnTo>
                  <a:lnTo>
                    <a:pt x="6813" y="5245"/>
                  </a:lnTo>
                  <a:lnTo>
                    <a:pt x="6810" y="5250"/>
                  </a:lnTo>
                  <a:lnTo>
                    <a:pt x="6806" y="5254"/>
                  </a:lnTo>
                  <a:lnTo>
                    <a:pt x="6805" y="5266"/>
                  </a:lnTo>
                  <a:lnTo>
                    <a:pt x="6806" y="5272"/>
                  </a:lnTo>
                  <a:lnTo>
                    <a:pt x="6809" y="5276"/>
                  </a:lnTo>
                  <a:lnTo>
                    <a:pt x="6814" y="5283"/>
                  </a:lnTo>
                  <a:lnTo>
                    <a:pt x="6832" y="5305"/>
                  </a:lnTo>
                  <a:lnTo>
                    <a:pt x="6836" y="5309"/>
                  </a:lnTo>
                  <a:lnTo>
                    <a:pt x="6983" y="5481"/>
                  </a:lnTo>
                  <a:lnTo>
                    <a:pt x="7008" y="5507"/>
                  </a:lnTo>
                  <a:lnTo>
                    <a:pt x="7063" y="5543"/>
                  </a:lnTo>
                  <a:lnTo>
                    <a:pt x="7153" y="5544"/>
                  </a:lnTo>
                  <a:lnTo>
                    <a:pt x="7186" y="5533"/>
                  </a:lnTo>
                  <a:lnTo>
                    <a:pt x="7294" y="5524"/>
                  </a:lnTo>
                  <a:lnTo>
                    <a:pt x="7675" y="5645"/>
                  </a:lnTo>
                  <a:lnTo>
                    <a:pt x="7692" y="5669"/>
                  </a:lnTo>
                  <a:lnTo>
                    <a:pt x="7708" y="5690"/>
                  </a:lnTo>
                  <a:lnTo>
                    <a:pt x="7704" y="5703"/>
                  </a:lnTo>
                  <a:lnTo>
                    <a:pt x="7599" y="5856"/>
                  </a:lnTo>
                  <a:lnTo>
                    <a:pt x="7581" y="5883"/>
                  </a:lnTo>
                  <a:lnTo>
                    <a:pt x="7583" y="5891"/>
                  </a:lnTo>
                  <a:lnTo>
                    <a:pt x="7583" y="5898"/>
                  </a:lnTo>
                  <a:lnTo>
                    <a:pt x="7582" y="5907"/>
                  </a:lnTo>
                  <a:lnTo>
                    <a:pt x="7577" y="5912"/>
                  </a:lnTo>
                  <a:lnTo>
                    <a:pt x="7572" y="5915"/>
                  </a:lnTo>
                  <a:lnTo>
                    <a:pt x="7563" y="5913"/>
                  </a:lnTo>
                  <a:lnTo>
                    <a:pt x="7558" y="5915"/>
                  </a:lnTo>
                  <a:lnTo>
                    <a:pt x="7549" y="5915"/>
                  </a:lnTo>
                  <a:lnTo>
                    <a:pt x="7542" y="5917"/>
                  </a:lnTo>
                  <a:lnTo>
                    <a:pt x="7287" y="6145"/>
                  </a:lnTo>
                  <a:lnTo>
                    <a:pt x="7183" y="6206"/>
                  </a:lnTo>
                  <a:lnTo>
                    <a:pt x="7179" y="6210"/>
                  </a:lnTo>
                  <a:lnTo>
                    <a:pt x="7174" y="6218"/>
                  </a:lnTo>
                  <a:lnTo>
                    <a:pt x="7168" y="6217"/>
                  </a:lnTo>
                  <a:lnTo>
                    <a:pt x="7048" y="6308"/>
                  </a:lnTo>
                  <a:lnTo>
                    <a:pt x="7047" y="6332"/>
                  </a:lnTo>
                  <a:lnTo>
                    <a:pt x="7046" y="6338"/>
                  </a:lnTo>
                  <a:lnTo>
                    <a:pt x="7024" y="6419"/>
                  </a:lnTo>
                  <a:lnTo>
                    <a:pt x="7019" y="6424"/>
                  </a:lnTo>
                  <a:lnTo>
                    <a:pt x="7013" y="6429"/>
                  </a:lnTo>
                  <a:lnTo>
                    <a:pt x="7007" y="6428"/>
                  </a:lnTo>
                  <a:lnTo>
                    <a:pt x="7002" y="6426"/>
                  </a:lnTo>
                  <a:lnTo>
                    <a:pt x="6985" y="6421"/>
                  </a:lnTo>
                  <a:lnTo>
                    <a:pt x="6977" y="6419"/>
                  </a:lnTo>
                  <a:lnTo>
                    <a:pt x="6972" y="6418"/>
                  </a:lnTo>
                  <a:lnTo>
                    <a:pt x="6965" y="6418"/>
                  </a:lnTo>
                  <a:lnTo>
                    <a:pt x="6947" y="6418"/>
                  </a:lnTo>
                  <a:lnTo>
                    <a:pt x="6935" y="6421"/>
                  </a:lnTo>
                  <a:lnTo>
                    <a:pt x="6928" y="6422"/>
                  </a:lnTo>
                  <a:lnTo>
                    <a:pt x="6919" y="6424"/>
                  </a:lnTo>
                  <a:lnTo>
                    <a:pt x="6914" y="6425"/>
                  </a:lnTo>
                  <a:lnTo>
                    <a:pt x="6902" y="6429"/>
                  </a:lnTo>
                  <a:lnTo>
                    <a:pt x="6886" y="6435"/>
                  </a:lnTo>
                  <a:lnTo>
                    <a:pt x="6879" y="6439"/>
                  </a:lnTo>
                  <a:lnTo>
                    <a:pt x="6864" y="6440"/>
                  </a:lnTo>
                  <a:lnTo>
                    <a:pt x="6857" y="6430"/>
                  </a:lnTo>
                  <a:lnTo>
                    <a:pt x="6857" y="6425"/>
                  </a:lnTo>
                  <a:lnTo>
                    <a:pt x="6856" y="6416"/>
                  </a:lnTo>
                  <a:lnTo>
                    <a:pt x="6853" y="6401"/>
                  </a:lnTo>
                  <a:lnTo>
                    <a:pt x="6852" y="6393"/>
                  </a:lnTo>
                  <a:lnTo>
                    <a:pt x="6853" y="6384"/>
                  </a:lnTo>
                  <a:lnTo>
                    <a:pt x="6854" y="6378"/>
                  </a:lnTo>
                  <a:lnTo>
                    <a:pt x="6856" y="6372"/>
                  </a:lnTo>
                  <a:lnTo>
                    <a:pt x="6856" y="6363"/>
                  </a:lnTo>
                  <a:lnTo>
                    <a:pt x="6854" y="6350"/>
                  </a:lnTo>
                  <a:lnTo>
                    <a:pt x="6848" y="6330"/>
                  </a:lnTo>
                  <a:lnTo>
                    <a:pt x="6841" y="6325"/>
                  </a:lnTo>
                  <a:lnTo>
                    <a:pt x="6836" y="6325"/>
                  </a:lnTo>
                  <a:lnTo>
                    <a:pt x="6816" y="6274"/>
                  </a:lnTo>
                  <a:lnTo>
                    <a:pt x="6808" y="6263"/>
                  </a:lnTo>
                  <a:lnTo>
                    <a:pt x="6799" y="6250"/>
                  </a:lnTo>
                  <a:lnTo>
                    <a:pt x="6736" y="6260"/>
                  </a:lnTo>
                  <a:lnTo>
                    <a:pt x="6731" y="6261"/>
                  </a:lnTo>
                  <a:lnTo>
                    <a:pt x="6664" y="6280"/>
                  </a:lnTo>
                  <a:lnTo>
                    <a:pt x="6625" y="6299"/>
                  </a:lnTo>
                  <a:lnTo>
                    <a:pt x="6625" y="6347"/>
                  </a:lnTo>
                  <a:lnTo>
                    <a:pt x="6597" y="6385"/>
                  </a:lnTo>
                  <a:lnTo>
                    <a:pt x="6592" y="6390"/>
                  </a:lnTo>
                  <a:lnTo>
                    <a:pt x="6583" y="6400"/>
                  </a:lnTo>
                  <a:lnTo>
                    <a:pt x="6571" y="6413"/>
                  </a:lnTo>
                  <a:lnTo>
                    <a:pt x="6399" y="6543"/>
                  </a:lnTo>
                  <a:lnTo>
                    <a:pt x="6378" y="6547"/>
                  </a:lnTo>
                  <a:lnTo>
                    <a:pt x="6330" y="6556"/>
                  </a:lnTo>
                  <a:lnTo>
                    <a:pt x="6286" y="6562"/>
                  </a:lnTo>
                  <a:lnTo>
                    <a:pt x="6280" y="6557"/>
                  </a:lnTo>
                  <a:lnTo>
                    <a:pt x="6019" y="6333"/>
                  </a:lnTo>
                  <a:lnTo>
                    <a:pt x="6001" y="6303"/>
                  </a:lnTo>
                  <a:lnTo>
                    <a:pt x="6006" y="6271"/>
                  </a:lnTo>
                  <a:lnTo>
                    <a:pt x="6061" y="6248"/>
                  </a:lnTo>
                  <a:lnTo>
                    <a:pt x="6072" y="6228"/>
                  </a:lnTo>
                  <a:lnTo>
                    <a:pt x="6081" y="6212"/>
                  </a:lnTo>
                  <a:lnTo>
                    <a:pt x="6091" y="6194"/>
                  </a:lnTo>
                  <a:lnTo>
                    <a:pt x="6127" y="6132"/>
                  </a:lnTo>
                  <a:lnTo>
                    <a:pt x="6134" y="6116"/>
                  </a:lnTo>
                  <a:lnTo>
                    <a:pt x="6140" y="6103"/>
                  </a:lnTo>
                  <a:lnTo>
                    <a:pt x="6153" y="6074"/>
                  </a:lnTo>
                  <a:lnTo>
                    <a:pt x="6156" y="6067"/>
                  </a:lnTo>
                  <a:lnTo>
                    <a:pt x="6166" y="6046"/>
                  </a:lnTo>
                  <a:lnTo>
                    <a:pt x="6127" y="5989"/>
                  </a:lnTo>
                  <a:lnTo>
                    <a:pt x="6094" y="5941"/>
                  </a:lnTo>
                  <a:lnTo>
                    <a:pt x="6081" y="5923"/>
                  </a:lnTo>
                  <a:lnTo>
                    <a:pt x="6009" y="5855"/>
                  </a:lnTo>
                  <a:lnTo>
                    <a:pt x="5988" y="5834"/>
                  </a:lnTo>
                  <a:lnTo>
                    <a:pt x="5933" y="5797"/>
                  </a:lnTo>
                  <a:lnTo>
                    <a:pt x="5885" y="5775"/>
                  </a:lnTo>
                  <a:lnTo>
                    <a:pt x="5887" y="5758"/>
                  </a:lnTo>
                  <a:lnTo>
                    <a:pt x="5936" y="5601"/>
                  </a:lnTo>
                  <a:lnTo>
                    <a:pt x="5951" y="5559"/>
                  </a:lnTo>
                  <a:lnTo>
                    <a:pt x="5959" y="5538"/>
                  </a:lnTo>
                  <a:lnTo>
                    <a:pt x="5968" y="5512"/>
                  </a:lnTo>
                  <a:lnTo>
                    <a:pt x="6042" y="5448"/>
                  </a:lnTo>
                  <a:lnTo>
                    <a:pt x="6001" y="5310"/>
                  </a:lnTo>
                  <a:lnTo>
                    <a:pt x="5988" y="5270"/>
                  </a:lnTo>
                  <a:lnTo>
                    <a:pt x="5956" y="5260"/>
                  </a:lnTo>
                  <a:lnTo>
                    <a:pt x="5883" y="5237"/>
                  </a:lnTo>
                  <a:lnTo>
                    <a:pt x="5875" y="5235"/>
                  </a:lnTo>
                  <a:lnTo>
                    <a:pt x="5701" y="5181"/>
                  </a:lnTo>
                  <a:lnTo>
                    <a:pt x="5691" y="5180"/>
                  </a:lnTo>
                  <a:lnTo>
                    <a:pt x="5677" y="5187"/>
                  </a:lnTo>
                  <a:lnTo>
                    <a:pt x="5627" y="5210"/>
                  </a:lnTo>
                  <a:lnTo>
                    <a:pt x="5468" y="5299"/>
                  </a:lnTo>
                  <a:lnTo>
                    <a:pt x="5446" y="5312"/>
                  </a:lnTo>
                  <a:lnTo>
                    <a:pt x="5256" y="5419"/>
                  </a:lnTo>
                  <a:lnTo>
                    <a:pt x="5243" y="5446"/>
                  </a:lnTo>
                  <a:lnTo>
                    <a:pt x="5208" y="5523"/>
                  </a:lnTo>
                  <a:lnTo>
                    <a:pt x="5188" y="5538"/>
                  </a:lnTo>
                  <a:lnTo>
                    <a:pt x="5181" y="5543"/>
                  </a:lnTo>
                  <a:lnTo>
                    <a:pt x="5175" y="5547"/>
                  </a:lnTo>
                  <a:lnTo>
                    <a:pt x="5082" y="5575"/>
                  </a:lnTo>
                  <a:lnTo>
                    <a:pt x="5027" y="5525"/>
                  </a:lnTo>
                  <a:lnTo>
                    <a:pt x="4965" y="5507"/>
                  </a:lnTo>
                  <a:lnTo>
                    <a:pt x="4921" y="5494"/>
                  </a:lnTo>
                  <a:lnTo>
                    <a:pt x="4905" y="5493"/>
                  </a:lnTo>
                  <a:lnTo>
                    <a:pt x="4858" y="5488"/>
                  </a:lnTo>
                  <a:lnTo>
                    <a:pt x="4810" y="5483"/>
                  </a:lnTo>
                  <a:lnTo>
                    <a:pt x="4793" y="5486"/>
                  </a:lnTo>
                  <a:lnTo>
                    <a:pt x="4765" y="5491"/>
                  </a:lnTo>
                  <a:lnTo>
                    <a:pt x="4740" y="5496"/>
                  </a:lnTo>
                  <a:lnTo>
                    <a:pt x="4627" y="5539"/>
                  </a:lnTo>
                  <a:lnTo>
                    <a:pt x="4484" y="5593"/>
                  </a:lnTo>
                  <a:lnTo>
                    <a:pt x="4390" y="5636"/>
                  </a:lnTo>
                  <a:lnTo>
                    <a:pt x="4076" y="5779"/>
                  </a:lnTo>
                  <a:lnTo>
                    <a:pt x="4063" y="5791"/>
                  </a:lnTo>
                  <a:lnTo>
                    <a:pt x="4020" y="5831"/>
                  </a:lnTo>
                  <a:lnTo>
                    <a:pt x="4025" y="5869"/>
                  </a:lnTo>
                  <a:lnTo>
                    <a:pt x="4028" y="5888"/>
                  </a:lnTo>
                  <a:lnTo>
                    <a:pt x="4012" y="5898"/>
                  </a:lnTo>
                  <a:lnTo>
                    <a:pt x="3979" y="5919"/>
                  </a:lnTo>
                  <a:lnTo>
                    <a:pt x="3969" y="5926"/>
                  </a:lnTo>
                  <a:lnTo>
                    <a:pt x="3855" y="5956"/>
                  </a:lnTo>
                  <a:lnTo>
                    <a:pt x="3849" y="5958"/>
                  </a:lnTo>
                  <a:lnTo>
                    <a:pt x="3818" y="5967"/>
                  </a:lnTo>
                  <a:lnTo>
                    <a:pt x="3800" y="5973"/>
                  </a:lnTo>
                  <a:lnTo>
                    <a:pt x="3789" y="5976"/>
                  </a:lnTo>
                  <a:lnTo>
                    <a:pt x="3747" y="5988"/>
                  </a:lnTo>
                  <a:lnTo>
                    <a:pt x="3720" y="5953"/>
                  </a:lnTo>
                  <a:lnTo>
                    <a:pt x="3708" y="5939"/>
                  </a:lnTo>
                  <a:lnTo>
                    <a:pt x="3683" y="5905"/>
                  </a:lnTo>
                  <a:lnTo>
                    <a:pt x="3667" y="5912"/>
                  </a:lnTo>
                  <a:lnTo>
                    <a:pt x="3541" y="5997"/>
                  </a:lnTo>
                  <a:lnTo>
                    <a:pt x="3519" y="6017"/>
                  </a:lnTo>
                  <a:lnTo>
                    <a:pt x="3414" y="6117"/>
                  </a:lnTo>
                  <a:lnTo>
                    <a:pt x="3358" y="6169"/>
                  </a:lnTo>
                  <a:lnTo>
                    <a:pt x="3287" y="6237"/>
                  </a:lnTo>
                  <a:lnTo>
                    <a:pt x="3295" y="6247"/>
                  </a:lnTo>
                  <a:lnTo>
                    <a:pt x="3304" y="6257"/>
                  </a:lnTo>
                  <a:lnTo>
                    <a:pt x="3434" y="6290"/>
                  </a:lnTo>
                  <a:lnTo>
                    <a:pt x="3445" y="6293"/>
                  </a:lnTo>
                  <a:lnTo>
                    <a:pt x="3501" y="6306"/>
                  </a:lnTo>
                  <a:lnTo>
                    <a:pt x="3506" y="6307"/>
                  </a:lnTo>
                  <a:lnTo>
                    <a:pt x="3545" y="6317"/>
                  </a:lnTo>
                  <a:lnTo>
                    <a:pt x="3565" y="6322"/>
                  </a:lnTo>
                  <a:lnTo>
                    <a:pt x="3583" y="6313"/>
                  </a:lnTo>
                  <a:lnTo>
                    <a:pt x="3588" y="6310"/>
                  </a:lnTo>
                  <a:lnTo>
                    <a:pt x="3616" y="6295"/>
                  </a:lnTo>
                  <a:lnTo>
                    <a:pt x="3625" y="6288"/>
                  </a:lnTo>
                  <a:lnTo>
                    <a:pt x="3655" y="6266"/>
                  </a:lnTo>
                  <a:lnTo>
                    <a:pt x="3663" y="6263"/>
                  </a:lnTo>
                  <a:lnTo>
                    <a:pt x="3711" y="6245"/>
                  </a:lnTo>
                  <a:lnTo>
                    <a:pt x="3718" y="6248"/>
                  </a:lnTo>
                  <a:lnTo>
                    <a:pt x="3796" y="6293"/>
                  </a:lnTo>
                  <a:lnTo>
                    <a:pt x="3815" y="6304"/>
                  </a:lnTo>
                  <a:lnTo>
                    <a:pt x="3897" y="6415"/>
                  </a:lnTo>
                  <a:lnTo>
                    <a:pt x="3880" y="6653"/>
                  </a:lnTo>
                  <a:lnTo>
                    <a:pt x="3799" y="6683"/>
                  </a:lnTo>
                  <a:lnTo>
                    <a:pt x="3755" y="6700"/>
                  </a:lnTo>
                  <a:lnTo>
                    <a:pt x="3747" y="6703"/>
                  </a:lnTo>
                  <a:lnTo>
                    <a:pt x="3605" y="6756"/>
                  </a:lnTo>
                  <a:lnTo>
                    <a:pt x="3565" y="6764"/>
                  </a:lnTo>
                  <a:lnTo>
                    <a:pt x="3516" y="6774"/>
                  </a:lnTo>
                  <a:lnTo>
                    <a:pt x="3467" y="6784"/>
                  </a:lnTo>
                  <a:lnTo>
                    <a:pt x="3431" y="6779"/>
                  </a:lnTo>
                  <a:lnTo>
                    <a:pt x="3417" y="6749"/>
                  </a:lnTo>
                  <a:lnTo>
                    <a:pt x="3395" y="6701"/>
                  </a:lnTo>
                  <a:lnTo>
                    <a:pt x="3366" y="6668"/>
                  </a:lnTo>
                  <a:lnTo>
                    <a:pt x="3345" y="6644"/>
                  </a:lnTo>
                  <a:lnTo>
                    <a:pt x="3333" y="6630"/>
                  </a:lnTo>
                  <a:lnTo>
                    <a:pt x="3311" y="6617"/>
                  </a:lnTo>
                  <a:lnTo>
                    <a:pt x="3284" y="6601"/>
                  </a:lnTo>
                  <a:lnTo>
                    <a:pt x="3233" y="6570"/>
                  </a:lnTo>
                  <a:lnTo>
                    <a:pt x="3226" y="6574"/>
                  </a:lnTo>
                  <a:lnTo>
                    <a:pt x="3211" y="6585"/>
                  </a:lnTo>
                  <a:lnTo>
                    <a:pt x="3188" y="6598"/>
                  </a:lnTo>
                  <a:lnTo>
                    <a:pt x="3177" y="6605"/>
                  </a:lnTo>
                  <a:lnTo>
                    <a:pt x="3177" y="6647"/>
                  </a:lnTo>
                  <a:lnTo>
                    <a:pt x="3176" y="6670"/>
                  </a:lnTo>
                  <a:lnTo>
                    <a:pt x="3176" y="6701"/>
                  </a:lnTo>
                  <a:lnTo>
                    <a:pt x="3176" y="6723"/>
                  </a:lnTo>
                  <a:lnTo>
                    <a:pt x="3133" y="6791"/>
                  </a:lnTo>
                  <a:lnTo>
                    <a:pt x="3114" y="6821"/>
                  </a:lnTo>
                  <a:lnTo>
                    <a:pt x="3107" y="6826"/>
                  </a:lnTo>
                  <a:lnTo>
                    <a:pt x="3083" y="6843"/>
                  </a:lnTo>
                  <a:lnTo>
                    <a:pt x="3052" y="6830"/>
                  </a:lnTo>
                  <a:lnTo>
                    <a:pt x="3047" y="6828"/>
                  </a:lnTo>
                  <a:lnTo>
                    <a:pt x="3026" y="6819"/>
                  </a:lnTo>
                  <a:lnTo>
                    <a:pt x="3007" y="6810"/>
                  </a:lnTo>
                  <a:lnTo>
                    <a:pt x="2984" y="6797"/>
                  </a:lnTo>
                  <a:lnTo>
                    <a:pt x="2915" y="6756"/>
                  </a:lnTo>
                  <a:lnTo>
                    <a:pt x="2908" y="6752"/>
                  </a:lnTo>
                  <a:lnTo>
                    <a:pt x="2888" y="6740"/>
                  </a:lnTo>
                  <a:lnTo>
                    <a:pt x="2884" y="6734"/>
                  </a:lnTo>
                  <a:lnTo>
                    <a:pt x="2853" y="6684"/>
                  </a:lnTo>
                  <a:lnTo>
                    <a:pt x="2848" y="6676"/>
                  </a:lnTo>
                  <a:lnTo>
                    <a:pt x="2826" y="6640"/>
                  </a:lnTo>
                  <a:lnTo>
                    <a:pt x="2820" y="6635"/>
                  </a:lnTo>
                  <a:lnTo>
                    <a:pt x="2811" y="6628"/>
                  </a:lnTo>
                  <a:lnTo>
                    <a:pt x="2684" y="6527"/>
                  </a:lnTo>
                  <a:lnTo>
                    <a:pt x="2627" y="6489"/>
                  </a:lnTo>
                  <a:lnTo>
                    <a:pt x="2607" y="6476"/>
                  </a:lnTo>
                  <a:lnTo>
                    <a:pt x="2533" y="6453"/>
                  </a:lnTo>
                  <a:lnTo>
                    <a:pt x="2493" y="6385"/>
                  </a:lnTo>
                  <a:lnTo>
                    <a:pt x="2464" y="6336"/>
                  </a:lnTo>
                  <a:lnTo>
                    <a:pt x="2437" y="6276"/>
                  </a:lnTo>
                  <a:lnTo>
                    <a:pt x="2434" y="6267"/>
                  </a:lnTo>
                  <a:lnTo>
                    <a:pt x="2485" y="6230"/>
                  </a:lnTo>
                  <a:lnTo>
                    <a:pt x="2496" y="6187"/>
                  </a:lnTo>
                  <a:lnTo>
                    <a:pt x="2505" y="6150"/>
                  </a:lnTo>
                  <a:lnTo>
                    <a:pt x="2506" y="6145"/>
                  </a:lnTo>
                  <a:lnTo>
                    <a:pt x="2494" y="6105"/>
                  </a:lnTo>
                  <a:lnTo>
                    <a:pt x="2488" y="6082"/>
                  </a:lnTo>
                  <a:lnTo>
                    <a:pt x="2473" y="6079"/>
                  </a:lnTo>
                  <a:lnTo>
                    <a:pt x="2453" y="6074"/>
                  </a:lnTo>
                  <a:lnTo>
                    <a:pt x="2306" y="6035"/>
                  </a:lnTo>
                  <a:lnTo>
                    <a:pt x="2200" y="6043"/>
                  </a:lnTo>
                  <a:lnTo>
                    <a:pt x="1994" y="6124"/>
                  </a:lnTo>
                  <a:lnTo>
                    <a:pt x="1891" y="6182"/>
                  </a:lnTo>
                  <a:lnTo>
                    <a:pt x="1881" y="6187"/>
                  </a:lnTo>
                  <a:lnTo>
                    <a:pt x="1851" y="6204"/>
                  </a:lnTo>
                  <a:lnTo>
                    <a:pt x="1742" y="6378"/>
                  </a:lnTo>
                  <a:lnTo>
                    <a:pt x="1732" y="6395"/>
                  </a:lnTo>
                  <a:lnTo>
                    <a:pt x="1643" y="6531"/>
                  </a:lnTo>
                  <a:lnTo>
                    <a:pt x="1607" y="6585"/>
                  </a:lnTo>
                  <a:lnTo>
                    <a:pt x="1579" y="6590"/>
                  </a:lnTo>
                  <a:lnTo>
                    <a:pt x="1541" y="6596"/>
                  </a:lnTo>
                  <a:lnTo>
                    <a:pt x="1502" y="6602"/>
                  </a:lnTo>
                  <a:lnTo>
                    <a:pt x="1454" y="6635"/>
                  </a:lnTo>
                  <a:lnTo>
                    <a:pt x="1444" y="6642"/>
                  </a:lnTo>
                  <a:lnTo>
                    <a:pt x="1386" y="6681"/>
                  </a:lnTo>
                  <a:lnTo>
                    <a:pt x="1277" y="6817"/>
                  </a:lnTo>
                  <a:lnTo>
                    <a:pt x="1240" y="6864"/>
                  </a:lnTo>
                  <a:lnTo>
                    <a:pt x="1219" y="6889"/>
                  </a:lnTo>
                  <a:lnTo>
                    <a:pt x="1199" y="6966"/>
                  </a:lnTo>
                  <a:lnTo>
                    <a:pt x="1196" y="6977"/>
                  </a:lnTo>
                  <a:lnTo>
                    <a:pt x="1195" y="6983"/>
                  </a:lnTo>
                  <a:lnTo>
                    <a:pt x="1191" y="6999"/>
                  </a:lnTo>
                  <a:lnTo>
                    <a:pt x="1186" y="7017"/>
                  </a:lnTo>
                  <a:lnTo>
                    <a:pt x="1155" y="7027"/>
                  </a:lnTo>
                  <a:lnTo>
                    <a:pt x="1055" y="7059"/>
                  </a:lnTo>
                  <a:lnTo>
                    <a:pt x="1032" y="7052"/>
                  </a:lnTo>
                  <a:lnTo>
                    <a:pt x="1039" y="7029"/>
                  </a:lnTo>
                  <a:lnTo>
                    <a:pt x="1054" y="6979"/>
                  </a:lnTo>
                  <a:lnTo>
                    <a:pt x="1057" y="6969"/>
                  </a:lnTo>
                  <a:lnTo>
                    <a:pt x="1056" y="6958"/>
                  </a:lnTo>
                  <a:lnTo>
                    <a:pt x="976" y="6943"/>
                  </a:lnTo>
                  <a:lnTo>
                    <a:pt x="968" y="6941"/>
                  </a:lnTo>
                  <a:lnTo>
                    <a:pt x="936" y="6935"/>
                  </a:lnTo>
                  <a:lnTo>
                    <a:pt x="931" y="6934"/>
                  </a:lnTo>
                  <a:lnTo>
                    <a:pt x="904" y="6942"/>
                  </a:lnTo>
                  <a:lnTo>
                    <a:pt x="839" y="6962"/>
                  </a:lnTo>
                  <a:lnTo>
                    <a:pt x="765" y="6984"/>
                  </a:lnTo>
                  <a:lnTo>
                    <a:pt x="721" y="7003"/>
                  </a:lnTo>
                  <a:lnTo>
                    <a:pt x="714" y="7005"/>
                  </a:lnTo>
                  <a:lnTo>
                    <a:pt x="710" y="7007"/>
                  </a:lnTo>
                  <a:lnTo>
                    <a:pt x="705" y="7009"/>
                  </a:lnTo>
                  <a:lnTo>
                    <a:pt x="682" y="7019"/>
                  </a:lnTo>
                  <a:lnTo>
                    <a:pt x="594" y="7055"/>
                  </a:lnTo>
                  <a:lnTo>
                    <a:pt x="585" y="7059"/>
                  </a:lnTo>
                  <a:lnTo>
                    <a:pt x="577" y="7077"/>
                  </a:lnTo>
                  <a:lnTo>
                    <a:pt x="538" y="7158"/>
                  </a:lnTo>
                  <a:lnTo>
                    <a:pt x="535" y="7168"/>
                  </a:lnTo>
                  <a:lnTo>
                    <a:pt x="555" y="7213"/>
                  </a:lnTo>
                  <a:lnTo>
                    <a:pt x="571" y="7223"/>
                  </a:lnTo>
                  <a:lnTo>
                    <a:pt x="610" y="7250"/>
                  </a:lnTo>
                  <a:lnTo>
                    <a:pt x="619" y="7256"/>
                  </a:lnTo>
                  <a:lnTo>
                    <a:pt x="603" y="7296"/>
                  </a:lnTo>
                  <a:lnTo>
                    <a:pt x="525" y="7324"/>
                  </a:lnTo>
                  <a:lnTo>
                    <a:pt x="518" y="7326"/>
                  </a:lnTo>
                  <a:lnTo>
                    <a:pt x="329" y="7338"/>
                  </a:lnTo>
                  <a:lnTo>
                    <a:pt x="263" y="7279"/>
                  </a:lnTo>
                  <a:lnTo>
                    <a:pt x="276" y="7254"/>
                  </a:lnTo>
                  <a:lnTo>
                    <a:pt x="284" y="7239"/>
                  </a:lnTo>
                  <a:lnTo>
                    <a:pt x="307" y="7194"/>
                  </a:lnTo>
                  <a:lnTo>
                    <a:pt x="368" y="7079"/>
                  </a:lnTo>
                  <a:lnTo>
                    <a:pt x="396" y="6970"/>
                  </a:lnTo>
                  <a:lnTo>
                    <a:pt x="370" y="6923"/>
                  </a:lnTo>
                  <a:lnTo>
                    <a:pt x="280" y="6919"/>
                  </a:lnTo>
                  <a:lnTo>
                    <a:pt x="261" y="6908"/>
                  </a:lnTo>
                  <a:lnTo>
                    <a:pt x="218" y="6883"/>
                  </a:lnTo>
                  <a:lnTo>
                    <a:pt x="213" y="6880"/>
                  </a:lnTo>
                  <a:lnTo>
                    <a:pt x="197" y="6871"/>
                  </a:lnTo>
                  <a:lnTo>
                    <a:pt x="185" y="6864"/>
                  </a:lnTo>
                  <a:lnTo>
                    <a:pt x="145" y="6819"/>
                  </a:lnTo>
                  <a:lnTo>
                    <a:pt x="120" y="6790"/>
                  </a:lnTo>
                  <a:lnTo>
                    <a:pt x="111" y="6780"/>
                  </a:lnTo>
                  <a:lnTo>
                    <a:pt x="104" y="6772"/>
                  </a:lnTo>
                  <a:lnTo>
                    <a:pt x="101" y="6769"/>
                  </a:lnTo>
                  <a:lnTo>
                    <a:pt x="88" y="6755"/>
                  </a:lnTo>
                  <a:lnTo>
                    <a:pt x="87" y="6733"/>
                  </a:lnTo>
                  <a:lnTo>
                    <a:pt x="85" y="6718"/>
                  </a:lnTo>
                  <a:lnTo>
                    <a:pt x="80" y="6661"/>
                  </a:lnTo>
                  <a:lnTo>
                    <a:pt x="78" y="6640"/>
                  </a:lnTo>
                  <a:lnTo>
                    <a:pt x="77" y="6625"/>
                  </a:lnTo>
                  <a:lnTo>
                    <a:pt x="75" y="6596"/>
                  </a:lnTo>
                  <a:lnTo>
                    <a:pt x="107" y="6567"/>
                  </a:lnTo>
                  <a:lnTo>
                    <a:pt x="143" y="6567"/>
                  </a:lnTo>
                  <a:lnTo>
                    <a:pt x="175" y="6438"/>
                  </a:lnTo>
                  <a:lnTo>
                    <a:pt x="176" y="6414"/>
                  </a:lnTo>
                  <a:lnTo>
                    <a:pt x="176" y="6407"/>
                  </a:lnTo>
                  <a:lnTo>
                    <a:pt x="177" y="6399"/>
                  </a:lnTo>
                  <a:lnTo>
                    <a:pt x="153" y="6354"/>
                  </a:lnTo>
                  <a:lnTo>
                    <a:pt x="147" y="6342"/>
                  </a:lnTo>
                  <a:lnTo>
                    <a:pt x="82" y="6290"/>
                  </a:lnTo>
                  <a:lnTo>
                    <a:pt x="74" y="6284"/>
                  </a:lnTo>
                  <a:lnTo>
                    <a:pt x="69" y="6280"/>
                  </a:lnTo>
                  <a:lnTo>
                    <a:pt x="25" y="6245"/>
                  </a:lnTo>
                  <a:lnTo>
                    <a:pt x="0" y="6151"/>
                  </a:lnTo>
                  <a:lnTo>
                    <a:pt x="0" y="6116"/>
                  </a:lnTo>
                  <a:lnTo>
                    <a:pt x="0" y="6109"/>
                  </a:lnTo>
                  <a:lnTo>
                    <a:pt x="1" y="6055"/>
                  </a:lnTo>
                  <a:lnTo>
                    <a:pt x="1" y="6049"/>
                  </a:lnTo>
                  <a:lnTo>
                    <a:pt x="2" y="6021"/>
                  </a:lnTo>
                  <a:lnTo>
                    <a:pt x="3" y="5955"/>
                  </a:lnTo>
                  <a:lnTo>
                    <a:pt x="5" y="5942"/>
                  </a:lnTo>
                  <a:lnTo>
                    <a:pt x="12" y="5893"/>
                  </a:lnTo>
                  <a:lnTo>
                    <a:pt x="42" y="5687"/>
                  </a:lnTo>
                  <a:lnTo>
                    <a:pt x="65" y="5547"/>
                  </a:lnTo>
                  <a:lnTo>
                    <a:pt x="70" y="5515"/>
                  </a:lnTo>
                  <a:lnTo>
                    <a:pt x="71" y="5510"/>
                  </a:lnTo>
                  <a:lnTo>
                    <a:pt x="94" y="5485"/>
                  </a:lnTo>
                  <a:lnTo>
                    <a:pt x="109" y="5469"/>
                  </a:lnTo>
                  <a:lnTo>
                    <a:pt x="126" y="5450"/>
                  </a:lnTo>
                  <a:lnTo>
                    <a:pt x="232" y="5435"/>
                  </a:lnTo>
                  <a:lnTo>
                    <a:pt x="247" y="5433"/>
                  </a:lnTo>
                  <a:lnTo>
                    <a:pt x="283" y="5467"/>
                  </a:lnTo>
                  <a:lnTo>
                    <a:pt x="291" y="5475"/>
                  </a:lnTo>
                  <a:lnTo>
                    <a:pt x="310" y="5494"/>
                  </a:lnTo>
                  <a:lnTo>
                    <a:pt x="348" y="5529"/>
                  </a:lnTo>
                  <a:lnTo>
                    <a:pt x="358" y="5539"/>
                  </a:lnTo>
                  <a:lnTo>
                    <a:pt x="371" y="5595"/>
                  </a:lnTo>
                  <a:lnTo>
                    <a:pt x="378" y="5623"/>
                  </a:lnTo>
                  <a:lnTo>
                    <a:pt x="389" y="5671"/>
                  </a:lnTo>
                  <a:lnTo>
                    <a:pt x="407" y="5671"/>
                  </a:lnTo>
                  <a:lnTo>
                    <a:pt x="452" y="5670"/>
                  </a:lnTo>
                  <a:lnTo>
                    <a:pt x="464" y="5669"/>
                  </a:lnTo>
                  <a:lnTo>
                    <a:pt x="481" y="5642"/>
                  </a:lnTo>
                  <a:lnTo>
                    <a:pt x="487" y="5633"/>
                  </a:lnTo>
                  <a:lnTo>
                    <a:pt x="500" y="5612"/>
                  </a:lnTo>
                  <a:lnTo>
                    <a:pt x="511" y="5594"/>
                  </a:lnTo>
                  <a:lnTo>
                    <a:pt x="516" y="5587"/>
                  </a:lnTo>
                  <a:lnTo>
                    <a:pt x="519" y="5583"/>
                  </a:lnTo>
                  <a:lnTo>
                    <a:pt x="529" y="5566"/>
                  </a:lnTo>
                  <a:lnTo>
                    <a:pt x="540" y="5549"/>
                  </a:lnTo>
                  <a:lnTo>
                    <a:pt x="540" y="5541"/>
                  </a:lnTo>
                  <a:lnTo>
                    <a:pt x="543" y="5453"/>
                  </a:lnTo>
                  <a:lnTo>
                    <a:pt x="544" y="5439"/>
                  </a:lnTo>
                  <a:lnTo>
                    <a:pt x="544" y="5431"/>
                  </a:lnTo>
                  <a:lnTo>
                    <a:pt x="545" y="5420"/>
                  </a:lnTo>
                  <a:lnTo>
                    <a:pt x="543" y="5403"/>
                  </a:lnTo>
                  <a:lnTo>
                    <a:pt x="539" y="5363"/>
                  </a:lnTo>
                  <a:lnTo>
                    <a:pt x="531" y="5290"/>
                  </a:lnTo>
                  <a:lnTo>
                    <a:pt x="529" y="5274"/>
                  </a:lnTo>
                  <a:lnTo>
                    <a:pt x="482" y="5197"/>
                  </a:lnTo>
                  <a:lnTo>
                    <a:pt x="472" y="5156"/>
                  </a:lnTo>
                  <a:lnTo>
                    <a:pt x="471" y="5094"/>
                  </a:lnTo>
                  <a:lnTo>
                    <a:pt x="476" y="5084"/>
                  </a:lnTo>
                  <a:lnTo>
                    <a:pt x="484" y="5066"/>
                  </a:lnTo>
                  <a:lnTo>
                    <a:pt x="490" y="5052"/>
                  </a:lnTo>
                  <a:lnTo>
                    <a:pt x="527" y="5032"/>
                  </a:lnTo>
                  <a:lnTo>
                    <a:pt x="594" y="4994"/>
                  </a:lnTo>
                  <a:lnTo>
                    <a:pt x="598" y="4992"/>
                  </a:lnTo>
                  <a:lnTo>
                    <a:pt x="832" y="4900"/>
                  </a:lnTo>
                  <a:lnTo>
                    <a:pt x="914" y="4873"/>
                  </a:lnTo>
                  <a:lnTo>
                    <a:pt x="914" y="4868"/>
                  </a:lnTo>
                  <a:lnTo>
                    <a:pt x="900" y="4775"/>
                  </a:lnTo>
                  <a:lnTo>
                    <a:pt x="888" y="4692"/>
                  </a:lnTo>
                  <a:lnTo>
                    <a:pt x="878" y="4628"/>
                  </a:lnTo>
                  <a:lnTo>
                    <a:pt x="877" y="4621"/>
                  </a:lnTo>
                  <a:lnTo>
                    <a:pt x="898" y="4584"/>
                  </a:lnTo>
                  <a:lnTo>
                    <a:pt x="916" y="4553"/>
                  </a:lnTo>
                  <a:lnTo>
                    <a:pt x="570" y="4592"/>
                  </a:lnTo>
                  <a:lnTo>
                    <a:pt x="563" y="4590"/>
                  </a:lnTo>
                  <a:lnTo>
                    <a:pt x="516" y="4495"/>
                  </a:lnTo>
                  <a:lnTo>
                    <a:pt x="501" y="4442"/>
                  </a:lnTo>
                  <a:lnTo>
                    <a:pt x="520" y="4406"/>
                  </a:lnTo>
                  <a:lnTo>
                    <a:pt x="662" y="4283"/>
                  </a:lnTo>
                  <a:lnTo>
                    <a:pt x="689" y="4266"/>
                  </a:lnTo>
                  <a:lnTo>
                    <a:pt x="749" y="4226"/>
                  </a:lnTo>
                  <a:lnTo>
                    <a:pt x="779" y="4207"/>
                  </a:lnTo>
                  <a:lnTo>
                    <a:pt x="810" y="4195"/>
                  </a:lnTo>
                  <a:lnTo>
                    <a:pt x="853" y="4184"/>
                  </a:lnTo>
                  <a:lnTo>
                    <a:pt x="860" y="4183"/>
                  </a:lnTo>
                  <a:lnTo>
                    <a:pt x="958" y="4188"/>
                  </a:lnTo>
                  <a:lnTo>
                    <a:pt x="995" y="4271"/>
                  </a:lnTo>
                  <a:lnTo>
                    <a:pt x="1001" y="4319"/>
                  </a:lnTo>
                  <a:lnTo>
                    <a:pt x="1015" y="4318"/>
                  </a:lnTo>
                  <a:lnTo>
                    <a:pt x="1028" y="4313"/>
                  </a:lnTo>
                  <a:lnTo>
                    <a:pt x="1055" y="4300"/>
                  </a:lnTo>
                  <a:lnTo>
                    <a:pt x="1068" y="4294"/>
                  </a:lnTo>
                  <a:lnTo>
                    <a:pt x="1094" y="4251"/>
                  </a:lnTo>
                  <a:lnTo>
                    <a:pt x="1135" y="4183"/>
                  </a:lnTo>
                  <a:lnTo>
                    <a:pt x="1159" y="4144"/>
                  </a:lnTo>
                  <a:lnTo>
                    <a:pt x="1222" y="4041"/>
                  </a:lnTo>
                  <a:lnTo>
                    <a:pt x="1230" y="4028"/>
                  </a:lnTo>
                  <a:lnTo>
                    <a:pt x="1263" y="3974"/>
                  </a:lnTo>
                  <a:lnTo>
                    <a:pt x="1427" y="3824"/>
                  </a:lnTo>
                  <a:lnTo>
                    <a:pt x="1582" y="3794"/>
                  </a:lnTo>
                  <a:lnTo>
                    <a:pt x="1900" y="3765"/>
                  </a:lnTo>
                  <a:lnTo>
                    <a:pt x="1948" y="3802"/>
                  </a:lnTo>
                  <a:lnTo>
                    <a:pt x="1987" y="3833"/>
                  </a:lnTo>
                  <a:lnTo>
                    <a:pt x="1999" y="3836"/>
                  </a:lnTo>
                  <a:lnTo>
                    <a:pt x="2014" y="3840"/>
                  </a:lnTo>
                  <a:lnTo>
                    <a:pt x="2027" y="3829"/>
                  </a:lnTo>
                  <a:lnTo>
                    <a:pt x="2035" y="3823"/>
                  </a:lnTo>
                  <a:lnTo>
                    <a:pt x="2039" y="3820"/>
                  </a:lnTo>
                  <a:lnTo>
                    <a:pt x="2041" y="3799"/>
                  </a:lnTo>
                  <a:lnTo>
                    <a:pt x="2053" y="3687"/>
                  </a:lnTo>
                  <a:lnTo>
                    <a:pt x="2036" y="3640"/>
                  </a:lnTo>
                  <a:lnTo>
                    <a:pt x="2009" y="3618"/>
                  </a:lnTo>
                  <a:lnTo>
                    <a:pt x="1998" y="3608"/>
                  </a:lnTo>
                  <a:lnTo>
                    <a:pt x="1972" y="3587"/>
                  </a:lnTo>
                  <a:lnTo>
                    <a:pt x="1962" y="3560"/>
                  </a:lnTo>
                  <a:lnTo>
                    <a:pt x="1960" y="3553"/>
                  </a:lnTo>
                  <a:lnTo>
                    <a:pt x="1952" y="3532"/>
                  </a:lnTo>
                  <a:lnTo>
                    <a:pt x="1959" y="3464"/>
                  </a:lnTo>
                  <a:lnTo>
                    <a:pt x="1965" y="3445"/>
                  </a:lnTo>
                  <a:lnTo>
                    <a:pt x="1987" y="3373"/>
                  </a:lnTo>
                  <a:lnTo>
                    <a:pt x="1997" y="3369"/>
                  </a:lnTo>
                  <a:lnTo>
                    <a:pt x="2031" y="3358"/>
                  </a:lnTo>
                  <a:lnTo>
                    <a:pt x="2061" y="3347"/>
                  </a:lnTo>
                  <a:lnTo>
                    <a:pt x="2094" y="3336"/>
                  </a:lnTo>
                  <a:lnTo>
                    <a:pt x="2120" y="3321"/>
                  </a:lnTo>
                  <a:lnTo>
                    <a:pt x="2205" y="3273"/>
                  </a:lnTo>
                  <a:lnTo>
                    <a:pt x="2216" y="3267"/>
                  </a:lnTo>
                  <a:lnTo>
                    <a:pt x="2266" y="3214"/>
                  </a:lnTo>
                  <a:lnTo>
                    <a:pt x="2312" y="3165"/>
                  </a:lnTo>
                  <a:lnTo>
                    <a:pt x="2313" y="3141"/>
                  </a:lnTo>
                  <a:lnTo>
                    <a:pt x="2314" y="3094"/>
                  </a:lnTo>
                  <a:lnTo>
                    <a:pt x="2316" y="3015"/>
                  </a:lnTo>
                  <a:lnTo>
                    <a:pt x="2319" y="2902"/>
                  </a:lnTo>
                  <a:lnTo>
                    <a:pt x="2338" y="2868"/>
                  </a:lnTo>
                  <a:lnTo>
                    <a:pt x="2345" y="2854"/>
                  </a:lnTo>
                  <a:lnTo>
                    <a:pt x="2351" y="2843"/>
                  </a:lnTo>
                  <a:lnTo>
                    <a:pt x="2416" y="2766"/>
                  </a:lnTo>
                  <a:lnTo>
                    <a:pt x="2445" y="2732"/>
                  </a:lnTo>
                  <a:lnTo>
                    <a:pt x="2740" y="2652"/>
                  </a:lnTo>
                  <a:lnTo>
                    <a:pt x="2762" y="2646"/>
                  </a:lnTo>
                  <a:lnTo>
                    <a:pt x="2777" y="2646"/>
                  </a:lnTo>
                  <a:lnTo>
                    <a:pt x="3250" y="2656"/>
                  </a:lnTo>
                  <a:lnTo>
                    <a:pt x="3261" y="2659"/>
                  </a:lnTo>
                  <a:lnTo>
                    <a:pt x="3272" y="2663"/>
                  </a:lnTo>
                  <a:lnTo>
                    <a:pt x="3338" y="2681"/>
                  </a:lnTo>
                  <a:lnTo>
                    <a:pt x="3487" y="2722"/>
                  </a:lnTo>
                  <a:lnTo>
                    <a:pt x="3504" y="2727"/>
                  </a:lnTo>
                  <a:lnTo>
                    <a:pt x="3512" y="2731"/>
                  </a:lnTo>
                  <a:lnTo>
                    <a:pt x="3568" y="2763"/>
                  </a:lnTo>
                  <a:lnTo>
                    <a:pt x="3582" y="2771"/>
                  </a:lnTo>
                  <a:lnTo>
                    <a:pt x="3596" y="2793"/>
                  </a:lnTo>
                  <a:lnTo>
                    <a:pt x="3730" y="3116"/>
                  </a:lnTo>
                  <a:lnTo>
                    <a:pt x="3739" y="3150"/>
                  </a:lnTo>
                  <a:lnTo>
                    <a:pt x="3747" y="3182"/>
                  </a:lnTo>
                  <a:lnTo>
                    <a:pt x="3840" y="3263"/>
                  </a:lnTo>
                  <a:lnTo>
                    <a:pt x="3939" y="3215"/>
                  </a:lnTo>
                  <a:lnTo>
                    <a:pt x="3951" y="3209"/>
                  </a:lnTo>
                  <a:lnTo>
                    <a:pt x="3959" y="3205"/>
                  </a:lnTo>
                  <a:lnTo>
                    <a:pt x="3975" y="3139"/>
                  </a:lnTo>
                  <a:lnTo>
                    <a:pt x="4041" y="2976"/>
                  </a:lnTo>
                  <a:lnTo>
                    <a:pt x="4043" y="2970"/>
                  </a:lnTo>
                  <a:lnTo>
                    <a:pt x="4054" y="2945"/>
                  </a:lnTo>
                  <a:lnTo>
                    <a:pt x="4063" y="2922"/>
                  </a:lnTo>
                  <a:lnTo>
                    <a:pt x="4128" y="2762"/>
                  </a:lnTo>
                  <a:lnTo>
                    <a:pt x="4276" y="2607"/>
                  </a:lnTo>
                  <a:lnTo>
                    <a:pt x="4289" y="2601"/>
                  </a:lnTo>
                  <a:lnTo>
                    <a:pt x="4296" y="2597"/>
                  </a:lnTo>
                  <a:lnTo>
                    <a:pt x="4548" y="2467"/>
                  </a:lnTo>
                  <a:lnTo>
                    <a:pt x="4579" y="2450"/>
                  </a:lnTo>
                  <a:lnTo>
                    <a:pt x="4584" y="2448"/>
                  </a:lnTo>
                  <a:lnTo>
                    <a:pt x="4596" y="2447"/>
                  </a:lnTo>
                  <a:lnTo>
                    <a:pt x="4608" y="2446"/>
                  </a:lnTo>
                  <a:lnTo>
                    <a:pt x="4798" y="2433"/>
                  </a:lnTo>
                  <a:lnTo>
                    <a:pt x="4909" y="2436"/>
                  </a:lnTo>
                  <a:lnTo>
                    <a:pt x="4988" y="2466"/>
                  </a:lnTo>
                  <a:lnTo>
                    <a:pt x="5055" y="2440"/>
                  </a:lnTo>
                  <a:lnTo>
                    <a:pt x="5168" y="2397"/>
                  </a:lnTo>
                  <a:lnTo>
                    <a:pt x="5400" y="2338"/>
                  </a:lnTo>
                  <a:lnTo>
                    <a:pt x="5425" y="2332"/>
                  </a:lnTo>
                  <a:lnTo>
                    <a:pt x="5448" y="2326"/>
                  </a:lnTo>
                  <a:lnTo>
                    <a:pt x="5458" y="2323"/>
                  </a:lnTo>
                  <a:lnTo>
                    <a:pt x="5470" y="2320"/>
                  </a:lnTo>
                  <a:lnTo>
                    <a:pt x="5592" y="2282"/>
                  </a:lnTo>
                  <a:lnTo>
                    <a:pt x="5678" y="2236"/>
                  </a:lnTo>
                  <a:lnTo>
                    <a:pt x="5697" y="2224"/>
                  </a:lnTo>
                  <a:lnTo>
                    <a:pt x="5861" y="2123"/>
                  </a:lnTo>
                  <a:lnTo>
                    <a:pt x="5969" y="1954"/>
                  </a:lnTo>
                  <a:lnTo>
                    <a:pt x="6170" y="1822"/>
                  </a:lnTo>
                  <a:lnTo>
                    <a:pt x="6223" y="1787"/>
                  </a:lnTo>
                  <a:lnTo>
                    <a:pt x="6257" y="1765"/>
                  </a:lnTo>
                  <a:lnTo>
                    <a:pt x="6454" y="1738"/>
                  </a:lnTo>
                  <a:lnTo>
                    <a:pt x="6507" y="1706"/>
                  </a:lnTo>
                  <a:lnTo>
                    <a:pt x="6637" y="1582"/>
                  </a:lnTo>
                  <a:lnTo>
                    <a:pt x="6717" y="1465"/>
                  </a:lnTo>
                  <a:lnTo>
                    <a:pt x="6811" y="1327"/>
                  </a:lnTo>
                  <a:lnTo>
                    <a:pt x="6836" y="1297"/>
                  </a:lnTo>
                  <a:lnTo>
                    <a:pt x="6846" y="1300"/>
                  </a:lnTo>
                  <a:lnTo>
                    <a:pt x="6851" y="1303"/>
                  </a:lnTo>
                  <a:lnTo>
                    <a:pt x="6872" y="1301"/>
                  </a:lnTo>
                  <a:lnTo>
                    <a:pt x="6893" y="1296"/>
                  </a:lnTo>
                  <a:lnTo>
                    <a:pt x="6917" y="1288"/>
                  </a:lnTo>
                  <a:lnTo>
                    <a:pt x="6929" y="1281"/>
                  </a:lnTo>
                  <a:lnTo>
                    <a:pt x="6955" y="1267"/>
                  </a:lnTo>
                  <a:lnTo>
                    <a:pt x="6963" y="1263"/>
                  </a:lnTo>
                  <a:lnTo>
                    <a:pt x="7317" y="1076"/>
                  </a:lnTo>
                  <a:lnTo>
                    <a:pt x="7326" y="1071"/>
                  </a:lnTo>
                  <a:lnTo>
                    <a:pt x="7331" y="1063"/>
                  </a:lnTo>
                  <a:lnTo>
                    <a:pt x="7334" y="1050"/>
                  </a:lnTo>
                  <a:lnTo>
                    <a:pt x="7436" y="898"/>
                  </a:lnTo>
                  <a:lnTo>
                    <a:pt x="7632" y="750"/>
                  </a:lnTo>
                  <a:lnTo>
                    <a:pt x="7700" y="699"/>
                  </a:lnTo>
                  <a:lnTo>
                    <a:pt x="7847" y="734"/>
                  </a:lnTo>
                  <a:lnTo>
                    <a:pt x="7860" y="773"/>
                  </a:lnTo>
                  <a:lnTo>
                    <a:pt x="7798" y="899"/>
                  </a:lnTo>
                  <a:lnTo>
                    <a:pt x="7786" y="925"/>
                  </a:lnTo>
                  <a:lnTo>
                    <a:pt x="7714" y="1017"/>
                  </a:lnTo>
                  <a:lnTo>
                    <a:pt x="7714" y="1032"/>
                  </a:lnTo>
                  <a:lnTo>
                    <a:pt x="7719" y="1050"/>
                  </a:lnTo>
                  <a:lnTo>
                    <a:pt x="7741" y="1052"/>
                  </a:lnTo>
                  <a:lnTo>
                    <a:pt x="7783" y="1033"/>
                  </a:lnTo>
                  <a:lnTo>
                    <a:pt x="7816" y="1016"/>
                  </a:lnTo>
                  <a:lnTo>
                    <a:pt x="7854" y="990"/>
                  </a:lnTo>
                  <a:lnTo>
                    <a:pt x="7889" y="959"/>
                  </a:lnTo>
                  <a:lnTo>
                    <a:pt x="7910" y="937"/>
                  </a:lnTo>
                  <a:lnTo>
                    <a:pt x="7964" y="868"/>
                  </a:lnTo>
                  <a:lnTo>
                    <a:pt x="7974" y="852"/>
                  </a:lnTo>
                  <a:lnTo>
                    <a:pt x="8001" y="816"/>
                  </a:lnTo>
                  <a:lnTo>
                    <a:pt x="8005" y="806"/>
                  </a:lnTo>
                  <a:lnTo>
                    <a:pt x="8008" y="795"/>
                  </a:lnTo>
                  <a:lnTo>
                    <a:pt x="8008" y="790"/>
                  </a:lnTo>
                  <a:lnTo>
                    <a:pt x="8010" y="783"/>
                  </a:lnTo>
                  <a:lnTo>
                    <a:pt x="8016" y="754"/>
                  </a:lnTo>
                  <a:lnTo>
                    <a:pt x="8016" y="748"/>
                  </a:lnTo>
                  <a:lnTo>
                    <a:pt x="8014" y="743"/>
                  </a:lnTo>
                  <a:lnTo>
                    <a:pt x="8007" y="730"/>
                  </a:lnTo>
                  <a:lnTo>
                    <a:pt x="8005" y="723"/>
                  </a:lnTo>
                  <a:lnTo>
                    <a:pt x="8007" y="710"/>
                  </a:lnTo>
                  <a:lnTo>
                    <a:pt x="8011" y="705"/>
                  </a:lnTo>
                  <a:lnTo>
                    <a:pt x="8019" y="696"/>
                  </a:lnTo>
                  <a:lnTo>
                    <a:pt x="8026" y="689"/>
                  </a:lnTo>
                  <a:lnTo>
                    <a:pt x="8073" y="642"/>
                  </a:lnTo>
                  <a:lnTo>
                    <a:pt x="8090" y="622"/>
                  </a:lnTo>
                  <a:lnTo>
                    <a:pt x="8103" y="604"/>
                  </a:lnTo>
                  <a:lnTo>
                    <a:pt x="8116" y="579"/>
                  </a:lnTo>
                  <a:lnTo>
                    <a:pt x="8125" y="562"/>
                  </a:lnTo>
                  <a:lnTo>
                    <a:pt x="8133" y="550"/>
                  </a:lnTo>
                  <a:lnTo>
                    <a:pt x="8157" y="534"/>
                  </a:lnTo>
                  <a:lnTo>
                    <a:pt x="8179" y="531"/>
                  </a:lnTo>
                  <a:lnTo>
                    <a:pt x="8232" y="551"/>
                  </a:lnTo>
                  <a:lnTo>
                    <a:pt x="8257" y="561"/>
                  </a:lnTo>
                  <a:lnTo>
                    <a:pt x="8475" y="421"/>
                  </a:lnTo>
                  <a:lnTo>
                    <a:pt x="8578" y="310"/>
                  </a:lnTo>
                  <a:lnTo>
                    <a:pt x="8634" y="251"/>
                  </a:lnTo>
                  <a:lnTo>
                    <a:pt x="8721" y="108"/>
                  </a:lnTo>
                  <a:lnTo>
                    <a:pt x="8731" y="49"/>
                  </a:lnTo>
                  <a:lnTo>
                    <a:pt x="8736" y="41"/>
                  </a:lnTo>
                  <a:lnTo>
                    <a:pt x="8739" y="35"/>
                  </a:lnTo>
                  <a:lnTo>
                    <a:pt x="8742" y="29"/>
                  </a:lnTo>
                  <a:lnTo>
                    <a:pt x="8751" y="23"/>
                  </a:lnTo>
                  <a:lnTo>
                    <a:pt x="8758" y="18"/>
                  </a:lnTo>
                  <a:lnTo>
                    <a:pt x="8782" y="0"/>
                  </a:lnTo>
                  <a:lnTo>
                    <a:pt x="8792" y="0"/>
                  </a:lnTo>
                  <a:lnTo>
                    <a:pt x="8799" y="7"/>
                  </a:lnTo>
                  <a:lnTo>
                    <a:pt x="8808" y="21"/>
                  </a:lnTo>
                  <a:lnTo>
                    <a:pt x="8812" y="25"/>
                  </a:lnTo>
                  <a:lnTo>
                    <a:pt x="8823" y="33"/>
                  </a:lnTo>
                  <a:lnTo>
                    <a:pt x="8837" y="37"/>
                  </a:lnTo>
                  <a:lnTo>
                    <a:pt x="8846" y="38"/>
                  </a:lnTo>
                  <a:lnTo>
                    <a:pt x="8858" y="46"/>
                  </a:lnTo>
                  <a:lnTo>
                    <a:pt x="8879" y="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9028984" y="2443963"/>
              <a:ext cx="369" cy="698"/>
            </a:xfrm>
            <a:custGeom>
              <a:avLst/>
              <a:pathLst>
                <a:path w="369" h="698">
                  <a:moveTo>
                    <a:pt x="240" y="13"/>
                  </a:moveTo>
                  <a:lnTo>
                    <a:pt x="310" y="136"/>
                  </a:lnTo>
                  <a:lnTo>
                    <a:pt x="359" y="265"/>
                  </a:lnTo>
                  <a:lnTo>
                    <a:pt x="362" y="276"/>
                  </a:lnTo>
                  <a:lnTo>
                    <a:pt x="364" y="283"/>
                  </a:lnTo>
                  <a:lnTo>
                    <a:pt x="366" y="298"/>
                  </a:lnTo>
                  <a:lnTo>
                    <a:pt x="368" y="422"/>
                  </a:lnTo>
                  <a:lnTo>
                    <a:pt x="369" y="489"/>
                  </a:lnTo>
                  <a:lnTo>
                    <a:pt x="369" y="498"/>
                  </a:lnTo>
                  <a:lnTo>
                    <a:pt x="369" y="511"/>
                  </a:lnTo>
                  <a:lnTo>
                    <a:pt x="296" y="685"/>
                  </a:lnTo>
                  <a:lnTo>
                    <a:pt x="290" y="694"/>
                  </a:lnTo>
                  <a:lnTo>
                    <a:pt x="283" y="698"/>
                  </a:lnTo>
                  <a:lnTo>
                    <a:pt x="246" y="690"/>
                  </a:lnTo>
                  <a:lnTo>
                    <a:pt x="229" y="675"/>
                  </a:lnTo>
                  <a:lnTo>
                    <a:pt x="219" y="671"/>
                  </a:lnTo>
                  <a:lnTo>
                    <a:pt x="195" y="654"/>
                  </a:lnTo>
                  <a:lnTo>
                    <a:pt x="171" y="627"/>
                  </a:lnTo>
                  <a:lnTo>
                    <a:pt x="48" y="341"/>
                  </a:lnTo>
                  <a:lnTo>
                    <a:pt x="20" y="269"/>
                  </a:lnTo>
                  <a:lnTo>
                    <a:pt x="6" y="221"/>
                  </a:lnTo>
                  <a:lnTo>
                    <a:pt x="0" y="115"/>
                  </a:lnTo>
                  <a:lnTo>
                    <a:pt x="14" y="54"/>
                  </a:lnTo>
                  <a:lnTo>
                    <a:pt x="53" y="26"/>
                  </a:lnTo>
                  <a:lnTo>
                    <a:pt x="70" y="20"/>
                  </a:lnTo>
                  <a:lnTo>
                    <a:pt x="94" y="16"/>
                  </a:lnTo>
                  <a:lnTo>
                    <a:pt x="107" y="15"/>
                  </a:lnTo>
                  <a:lnTo>
                    <a:pt x="119" y="17"/>
                  </a:lnTo>
                  <a:lnTo>
                    <a:pt x="126" y="24"/>
                  </a:lnTo>
                  <a:lnTo>
                    <a:pt x="137" y="26"/>
                  </a:lnTo>
                  <a:lnTo>
                    <a:pt x="170" y="15"/>
                  </a:lnTo>
                  <a:lnTo>
                    <a:pt x="177" y="12"/>
                  </a:lnTo>
                  <a:lnTo>
                    <a:pt x="191" y="0"/>
                  </a:lnTo>
                  <a:lnTo>
                    <a:pt x="229" y="0"/>
                  </a:lnTo>
                  <a:lnTo>
                    <a:pt x="240" y="1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9026080" y="2443451"/>
              <a:ext cx="401" cy="467"/>
            </a:xfrm>
            <a:custGeom>
              <a:avLst/>
              <a:pathLst>
                <a:path w="401" h="467">
                  <a:moveTo>
                    <a:pt x="290" y="467"/>
                  </a:moveTo>
                  <a:lnTo>
                    <a:pt x="268" y="465"/>
                  </a:lnTo>
                  <a:lnTo>
                    <a:pt x="220" y="453"/>
                  </a:lnTo>
                  <a:lnTo>
                    <a:pt x="206" y="449"/>
                  </a:lnTo>
                  <a:lnTo>
                    <a:pt x="198" y="445"/>
                  </a:lnTo>
                  <a:lnTo>
                    <a:pt x="191" y="444"/>
                  </a:lnTo>
                  <a:lnTo>
                    <a:pt x="181" y="441"/>
                  </a:lnTo>
                  <a:lnTo>
                    <a:pt x="151" y="427"/>
                  </a:lnTo>
                  <a:lnTo>
                    <a:pt x="145" y="424"/>
                  </a:lnTo>
                  <a:lnTo>
                    <a:pt x="128" y="415"/>
                  </a:lnTo>
                  <a:lnTo>
                    <a:pt x="114" y="407"/>
                  </a:lnTo>
                  <a:lnTo>
                    <a:pt x="105" y="397"/>
                  </a:lnTo>
                  <a:lnTo>
                    <a:pt x="101" y="394"/>
                  </a:lnTo>
                  <a:lnTo>
                    <a:pt x="96" y="388"/>
                  </a:lnTo>
                  <a:lnTo>
                    <a:pt x="0" y="209"/>
                  </a:lnTo>
                  <a:lnTo>
                    <a:pt x="0" y="182"/>
                  </a:lnTo>
                  <a:lnTo>
                    <a:pt x="32" y="8"/>
                  </a:lnTo>
                  <a:lnTo>
                    <a:pt x="34" y="0"/>
                  </a:lnTo>
                  <a:lnTo>
                    <a:pt x="62" y="2"/>
                  </a:lnTo>
                  <a:lnTo>
                    <a:pt x="85" y="13"/>
                  </a:lnTo>
                  <a:lnTo>
                    <a:pt x="102" y="25"/>
                  </a:lnTo>
                  <a:lnTo>
                    <a:pt x="157" y="80"/>
                  </a:lnTo>
                  <a:lnTo>
                    <a:pt x="177" y="98"/>
                  </a:lnTo>
                  <a:lnTo>
                    <a:pt x="215" y="133"/>
                  </a:lnTo>
                  <a:lnTo>
                    <a:pt x="260" y="174"/>
                  </a:lnTo>
                  <a:lnTo>
                    <a:pt x="283" y="196"/>
                  </a:lnTo>
                  <a:lnTo>
                    <a:pt x="296" y="208"/>
                  </a:lnTo>
                  <a:lnTo>
                    <a:pt x="317" y="227"/>
                  </a:lnTo>
                  <a:lnTo>
                    <a:pt x="335" y="244"/>
                  </a:lnTo>
                  <a:lnTo>
                    <a:pt x="383" y="288"/>
                  </a:lnTo>
                  <a:lnTo>
                    <a:pt x="398" y="309"/>
                  </a:lnTo>
                  <a:lnTo>
                    <a:pt x="401" y="342"/>
                  </a:lnTo>
                  <a:lnTo>
                    <a:pt x="364" y="425"/>
                  </a:lnTo>
                  <a:lnTo>
                    <a:pt x="357" y="434"/>
                  </a:lnTo>
                  <a:lnTo>
                    <a:pt x="338" y="453"/>
                  </a:lnTo>
                  <a:lnTo>
                    <a:pt x="313" y="465"/>
                  </a:lnTo>
                  <a:lnTo>
                    <a:pt x="290" y="46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9028359" y="2443700"/>
              <a:ext cx="459" cy="679"/>
            </a:xfrm>
            <a:custGeom>
              <a:avLst/>
              <a:pathLst>
                <a:path w="459" h="679">
                  <a:moveTo>
                    <a:pt x="443" y="141"/>
                  </a:moveTo>
                  <a:lnTo>
                    <a:pt x="320" y="450"/>
                  </a:lnTo>
                  <a:lnTo>
                    <a:pt x="106" y="663"/>
                  </a:lnTo>
                  <a:lnTo>
                    <a:pt x="95" y="675"/>
                  </a:lnTo>
                  <a:lnTo>
                    <a:pt x="88" y="679"/>
                  </a:lnTo>
                  <a:lnTo>
                    <a:pt x="74" y="674"/>
                  </a:lnTo>
                  <a:lnTo>
                    <a:pt x="57" y="659"/>
                  </a:lnTo>
                  <a:lnTo>
                    <a:pt x="41" y="610"/>
                  </a:lnTo>
                  <a:lnTo>
                    <a:pt x="31" y="581"/>
                  </a:lnTo>
                  <a:lnTo>
                    <a:pt x="25" y="561"/>
                  </a:lnTo>
                  <a:lnTo>
                    <a:pt x="22" y="552"/>
                  </a:lnTo>
                  <a:lnTo>
                    <a:pt x="1" y="490"/>
                  </a:lnTo>
                  <a:lnTo>
                    <a:pt x="0" y="471"/>
                  </a:lnTo>
                  <a:lnTo>
                    <a:pt x="4" y="424"/>
                  </a:lnTo>
                  <a:lnTo>
                    <a:pt x="55" y="259"/>
                  </a:lnTo>
                  <a:lnTo>
                    <a:pt x="79" y="206"/>
                  </a:lnTo>
                  <a:lnTo>
                    <a:pt x="132" y="127"/>
                  </a:lnTo>
                  <a:lnTo>
                    <a:pt x="139" y="116"/>
                  </a:lnTo>
                  <a:lnTo>
                    <a:pt x="145" y="111"/>
                  </a:lnTo>
                  <a:lnTo>
                    <a:pt x="167" y="92"/>
                  </a:lnTo>
                  <a:lnTo>
                    <a:pt x="174" y="76"/>
                  </a:lnTo>
                  <a:lnTo>
                    <a:pt x="181" y="67"/>
                  </a:lnTo>
                  <a:lnTo>
                    <a:pt x="190" y="65"/>
                  </a:lnTo>
                  <a:lnTo>
                    <a:pt x="221" y="86"/>
                  </a:lnTo>
                  <a:lnTo>
                    <a:pt x="237" y="103"/>
                  </a:lnTo>
                  <a:lnTo>
                    <a:pt x="249" y="112"/>
                  </a:lnTo>
                  <a:lnTo>
                    <a:pt x="258" y="125"/>
                  </a:lnTo>
                  <a:lnTo>
                    <a:pt x="281" y="149"/>
                  </a:lnTo>
                  <a:lnTo>
                    <a:pt x="289" y="150"/>
                  </a:lnTo>
                  <a:lnTo>
                    <a:pt x="299" y="148"/>
                  </a:lnTo>
                  <a:lnTo>
                    <a:pt x="321" y="139"/>
                  </a:lnTo>
                  <a:lnTo>
                    <a:pt x="331" y="133"/>
                  </a:lnTo>
                  <a:lnTo>
                    <a:pt x="340" y="120"/>
                  </a:lnTo>
                  <a:lnTo>
                    <a:pt x="345" y="108"/>
                  </a:lnTo>
                  <a:lnTo>
                    <a:pt x="353" y="97"/>
                  </a:lnTo>
                  <a:lnTo>
                    <a:pt x="355" y="86"/>
                  </a:lnTo>
                  <a:lnTo>
                    <a:pt x="364" y="41"/>
                  </a:lnTo>
                  <a:lnTo>
                    <a:pt x="372" y="15"/>
                  </a:lnTo>
                  <a:lnTo>
                    <a:pt x="374" y="10"/>
                  </a:lnTo>
                  <a:lnTo>
                    <a:pt x="382" y="3"/>
                  </a:lnTo>
                  <a:lnTo>
                    <a:pt x="398" y="0"/>
                  </a:lnTo>
                  <a:lnTo>
                    <a:pt x="454" y="18"/>
                  </a:lnTo>
                  <a:lnTo>
                    <a:pt x="459" y="45"/>
                  </a:lnTo>
                  <a:lnTo>
                    <a:pt x="457" y="74"/>
                  </a:lnTo>
                  <a:lnTo>
                    <a:pt x="456" y="93"/>
                  </a:lnTo>
                  <a:lnTo>
                    <a:pt x="456" y="106"/>
                  </a:lnTo>
                  <a:lnTo>
                    <a:pt x="447" y="128"/>
                  </a:lnTo>
                  <a:lnTo>
                    <a:pt x="445" y="134"/>
                  </a:lnTo>
                  <a:lnTo>
                    <a:pt x="443" y="1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9015894" y="2442278"/>
              <a:ext cx="512" cy="648"/>
            </a:xfrm>
            <a:custGeom>
              <a:avLst/>
              <a:pathLst>
                <a:path w="512" h="648">
                  <a:moveTo>
                    <a:pt x="279" y="621"/>
                  </a:moveTo>
                  <a:lnTo>
                    <a:pt x="209" y="648"/>
                  </a:lnTo>
                  <a:lnTo>
                    <a:pt x="204" y="644"/>
                  </a:lnTo>
                  <a:lnTo>
                    <a:pt x="120" y="546"/>
                  </a:lnTo>
                  <a:lnTo>
                    <a:pt x="107" y="527"/>
                  </a:lnTo>
                  <a:lnTo>
                    <a:pt x="0" y="352"/>
                  </a:lnTo>
                  <a:lnTo>
                    <a:pt x="4" y="331"/>
                  </a:lnTo>
                  <a:lnTo>
                    <a:pt x="7" y="325"/>
                  </a:lnTo>
                  <a:lnTo>
                    <a:pt x="7" y="317"/>
                  </a:lnTo>
                  <a:lnTo>
                    <a:pt x="9" y="311"/>
                  </a:lnTo>
                  <a:lnTo>
                    <a:pt x="79" y="57"/>
                  </a:lnTo>
                  <a:lnTo>
                    <a:pt x="94" y="28"/>
                  </a:lnTo>
                  <a:lnTo>
                    <a:pt x="113" y="17"/>
                  </a:lnTo>
                  <a:lnTo>
                    <a:pt x="163" y="10"/>
                  </a:lnTo>
                  <a:lnTo>
                    <a:pt x="244" y="0"/>
                  </a:lnTo>
                  <a:lnTo>
                    <a:pt x="441" y="0"/>
                  </a:lnTo>
                  <a:lnTo>
                    <a:pt x="447" y="0"/>
                  </a:lnTo>
                  <a:lnTo>
                    <a:pt x="464" y="22"/>
                  </a:lnTo>
                  <a:lnTo>
                    <a:pt x="467" y="38"/>
                  </a:lnTo>
                  <a:lnTo>
                    <a:pt x="458" y="145"/>
                  </a:lnTo>
                  <a:lnTo>
                    <a:pt x="436" y="343"/>
                  </a:lnTo>
                  <a:lnTo>
                    <a:pt x="440" y="349"/>
                  </a:lnTo>
                  <a:lnTo>
                    <a:pt x="502" y="461"/>
                  </a:lnTo>
                  <a:lnTo>
                    <a:pt x="512" y="495"/>
                  </a:lnTo>
                  <a:lnTo>
                    <a:pt x="507" y="499"/>
                  </a:lnTo>
                  <a:lnTo>
                    <a:pt x="434" y="563"/>
                  </a:lnTo>
                  <a:lnTo>
                    <a:pt x="363" y="590"/>
                  </a:lnTo>
                  <a:lnTo>
                    <a:pt x="344" y="597"/>
                  </a:lnTo>
                  <a:lnTo>
                    <a:pt x="279" y="62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9027052" y="2442963"/>
              <a:ext cx="650" cy="772"/>
            </a:xfrm>
            <a:custGeom>
              <a:avLst/>
              <a:pathLst>
                <a:path w="650" h="772">
                  <a:moveTo>
                    <a:pt x="622" y="679"/>
                  </a:moveTo>
                  <a:lnTo>
                    <a:pt x="544" y="735"/>
                  </a:lnTo>
                  <a:lnTo>
                    <a:pt x="542" y="743"/>
                  </a:lnTo>
                  <a:lnTo>
                    <a:pt x="538" y="757"/>
                  </a:lnTo>
                  <a:lnTo>
                    <a:pt x="481" y="769"/>
                  </a:lnTo>
                  <a:lnTo>
                    <a:pt x="458" y="772"/>
                  </a:lnTo>
                  <a:lnTo>
                    <a:pt x="412" y="723"/>
                  </a:lnTo>
                  <a:lnTo>
                    <a:pt x="407" y="713"/>
                  </a:lnTo>
                  <a:lnTo>
                    <a:pt x="405" y="706"/>
                  </a:lnTo>
                  <a:lnTo>
                    <a:pt x="399" y="704"/>
                  </a:lnTo>
                  <a:lnTo>
                    <a:pt x="389" y="700"/>
                  </a:lnTo>
                  <a:lnTo>
                    <a:pt x="381" y="697"/>
                  </a:lnTo>
                  <a:lnTo>
                    <a:pt x="377" y="701"/>
                  </a:lnTo>
                  <a:lnTo>
                    <a:pt x="381" y="709"/>
                  </a:lnTo>
                  <a:lnTo>
                    <a:pt x="384" y="715"/>
                  </a:lnTo>
                  <a:lnTo>
                    <a:pt x="379" y="719"/>
                  </a:lnTo>
                  <a:lnTo>
                    <a:pt x="371" y="721"/>
                  </a:lnTo>
                  <a:lnTo>
                    <a:pt x="367" y="720"/>
                  </a:lnTo>
                  <a:lnTo>
                    <a:pt x="354" y="717"/>
                  </a:lnTo>
                  <a:lnTo>
                    <a:pt x="338" y="710"/>
                  </a:lnTo>
                  <a:lnTo>
                    <a:pt x="333" y="706"/>
                  </a:lnTo>
                  <a:lnTo>
                    <a:pt x="325" y="702"/>
                  </a:lnTo>
                  <a:lnTo>
                    <a:pt x="312" y="691"/>
                  </a:lnTo>
                  <a:lnTo>
                    <a:pt x="306" y="689"/>
                  </a:lnTo>
                  <a:lnTo>
                    <a:pt x="297" y="701"/>
                  </a:lnTo>
                  <a:lnTo>
                    <a:pt x="290" y="712"/>
                  </a:lnTo>
                  <a:lnTo>
                    <a:pt x="275" y="723"/>
                  </a:lnTo>
                  <a:lnTo>
                    <a:pt x="264" y="731"/>
                  </a:lnTo>
                  <a:lnTo>
                    <a:pt x="264" y="738"/>
                  </a:lnTo>
                  <a:lnTo>
                    <a:pt x="266" y="746"/>
                  </a:lnTo>
                  <a:lnTo>
                    <a:pt x="262" y="751"/>
                  </a:lnTo>
                  <a:lnTo>
                    <a:pt x="257" y="754"/>
                  </a:lnTo>
                  <a:lnTo>
                    <a:pt x="249" y="755"/>
                  </a:lnTo>
                  <a:lnTo>
                    <a:pt x="242" y="756"/>
                  </a:lnTo>
                  <a:lnTo>
                    <a:pt x="231" y="755"/>
                  </a:lnTo>
                  <a:lnTo>
                    <a:pt x="222" y="755"/>
                  </a:lnTo>
                  <a:lnTo>
                    <a:pt x="186" y="733"/>
                  </a:lnTo>
                  <a:lnTo>
                    <a:pt x="139" y="603"/>
                  </a:lnTo>
                  <a:lnTo>
                    <a:pt x="138" y="599"/>
                  </a:lnTo>
                  <a:lnTo>
                    <a:pt x="130" y="576"/>
                  </a:lnTo>
                  <a:lnTo>
                    <a:pt x="121" y="553"/>
                  </a:lnTo>
                  <a:lnTo>
                    <a:pt x="94" y="468"/>
                  </a:lnTo>
                  <a:lnTo>
                    <a:pt x="91" y="460"/>
                  </a:lnTo>
                  <a:lnTo>
                    <a:pt x="7" y="200"/>
                  </a:lnTo>
                  <a:lnTo>
                    <a:pt x="0" y="176"/>
                  </a:lnTo>
                  <a:lnTo>
                    <a:pt x="2" y="157"/>
                  </a:lnTo>
                  <a:lnTo>
                    <a:pt x="56" y="75"/>
                  </a:lnTo>
                  <a:lnTo>
                    <a:pt x="59" y="70"/>
                  </a:lnTo>
                  <a:lnTo>
                    <a:pt x="63" y="66"/>
                  </a:lnTo>
                  <a:lnTo>
                    <a:pt x="67" y="64"/>
                  </a:lnTo>
                  <a:lnTo>
                    <a:pt x="88" y="65"/>
                  </a:lnTo>
                  <a:lnTo>
                    <a:pt x="140" y="66"/>
                  </a:lnTo>
                  <a:lnTo>
                    <a:pt x="146" y="66"/>
                  </a:lnTo>
                  <a:lnTo>
                    <a:pt x="163" y="60"/>
                  </a:lnTo>
                  <a:lnTo>
                    <a:pt x="176" y="54"/>
                  </a:lnTo>
                  <a:lnTo>
                    <a:pt x="225" y="21"/>
                  </a:lnTo>
                  <a:lnTo>
                    <a:pt x="250" y="9"/>
                  </a:lnTo>
                  <a:lnTo>
                    <a:pt x="285" y="0"/>
                  </a:lnTo>
                  <a:lnTo>
                    <a:pt x="348" y="18"/>
                  </a:lnTo>
                  <a:lnTo>
                    <a:pt x="378" y="27"/>
                  </a:lnTo>
                  <a:lnTo>
                    <a:pt x="450" y="57"/>
                  </a:lnTo>
                  <a:lnTo>
                    <a:pt x="636" y="385"/>
                  </a:lnTo>
                  <a:lnTo>
                    <a:pt x="639" y="395"/>
                  </a:lnTo>
                  <a:lnTo>
                    <a:pt x="646" y="435"/>
                  </a:lnTo>
                  <a:lnTo>
                    <a:pt x="650" y="496"/>
                  </a:lnTo>
                  <a:lnTo>
                    <a:pt x="650" y="504"/>
                  </a:lnTo>
                  <a:lnTo>
                    <a:pt x="648" y="624"/>
                  </a:lnTo>
                  <a:lnTo>
                    <a:pt x="647" y="635"/>
                  </a:lnTo>
                  <a:lnTo>
                    <a:pt x="632" y="670"/>
                  </a:lnTo>
                  <a:lnTo>
                    <a:pt x="622" y="67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9028970" y="2443071"/>
              <a:ext cx="321" cy="499"/>
            </a:xfrm>
            <a:custGeom>
              <a:avLst/>
              <a:pathLst>
                <a:path w="321" h="499">
                  <a:moveTo>
                    <a:pt x="321" y="147"/>
                  </a:moveTo>
                  <a:lnTo>
                    <a:pt x="267" y="451"/>
                  </a:lnTo>
                  <a:lnTo>
                    <a:pt x="266" y="458"/>
                  </a:lnTo>
                  <a:lnTo>
                    <a:pt x="221" y="488"/>
                  </a:lnTo>
                  <a:lnTo>
                    <a:pt x="204" y="499"/>
                  </a:lnTo>
                  <a:lnTo>
                    <a:pt x="199" y="496"/>
                  </a:lnTo>
                  <a:lnTo>
                    <a:pt x="190" y="498"/>
                  </a:lnTo>
                  <a:lnTo>
                    <a:pt x="159" y="495"/>
                  </a:lnTo>
                  <a:lnTo>
                    <a:pt x="149" y="494"/>
                  </a:lnTo>
                  <a:lnTo>
                    <a:pt x="145" y="486"/>
                  </a:lnTo>
                  <a:lnTo>
                    <a:pt x="138" y="475"/>
                  </a:lnTo>
                  <a:lnTo>
                    <a:pt x="133" y="471"/>
                  </a:lnTo>
                  <a:lnTo>
                    <a:pt x="130" y="466"/>
                  </a:lnTo>
                  <a:lnTo>
                    <a:pt x="123" y="458"/>
                  </a:lnTo>
                  <a:lnTo>
                    <a:pt x="113" y="447"/>
                  </a:lnTo>
                  <a:lnTo>
                    <a:pt x="108" y="442"/>
                  </a:lnTo>
                  <a:lnTo>
                    <a:pt x="99" y="438"/>
                  </a:lnTo>
                  <a:lnTo>
                    <a:pt x="89" y="436"/>
                  </a:lnTo>
                  <a:lnTo>
                    <a:pt x="84" y="439"/>
                  </a:lnTo>
                  <a:lnTo>
                    <a:pt x="79" y="436"/>
                  </a:lnTo>
                  <a:lnTo>
                    <a:pt x="75" y="425"/>
                  </a:lnTo>
                  <a:lnTo>
                    <a:pt x="69" y="423"/>
                  </a:lnTo>
                  <a:lnTo>
                    <a:pt x="62" y="425"/>
                  </a:lnTo>
                  <a:lnTo>
                    <a:pt x="56" y="425"/>
                  </a:lnTo>
                  <a:lnTo>
                    <a:pt x="46" y="429"/>
                  </a:lnTo>
                  <a:lnTo>
                    <a:pt x="40" y="426"/>
                  </a:lnTo>
                  <a:lnTo>
                    <a:pt x="17" y="359"/>
                  </a:lnTo>
                  <a:lnTo>
                    <a:pt x="3" y="272"/>
                  </a:lnTo>
                  <a:lnTo>
                    <a:pt x="1" y="229"/>
                  </a:lnTo>
                  <a:lnTo>
                    <a:pt x="0" y="201"/>
                  </a:lnTo>
                  <a:lnTo>
                    <a:pt x="5" y="188"/>
                  </a:lnTo>
                  <a:lnTo>
                    <a:pt x="10" y="182"/>
                  </a:lnTo>
                  <a:lnTo>
                    <a:pt x="14" y="177"/>
                  </a:lnTo>
                  <a:lnTo>
                    <a:pt x="23" y="166"/>
                  </a:lnTo>
                  <a:lnTo>
                    <a:pt x="26" y="154"/>
                  </a:lnTo>
                  <a:lnTo>
                    <a:pt x="26" y="144"/>
                  </a:lnTo>
                  <a:lnTo>
                    <a:pt x="23" y="139"/>
                  </a:lnTo>
                  <a:lnTo>
                    <a:pt x="24" y="129"/>
                  </a:lnTo>
                  <a:lnTo>
                    <a:pt x="23" y="121"/>
                  </a:lnTo>
                  <a:lnTo>
                    <a:pt x="22" y="114"/>
                  </a:lnTo>
                  <a:lnTo>
                    <a:pt x="18" y="107"/>
                  </a:lnTo>
                  <a:lnTo>
                    <a:pt x="21" y="102"/>
                  </a:lnTo>
                  <a:lnTo>
                    <a:pt x="21" y="95"/>
                  </a:lnTo>
                  <a:lnTo>
                    <a:pt x="16" y="76"/>
                  </a:lnTo>
                  <a:lnTo>
                    <a:pt x="18" y="65"/>
                  </a:lnTo>
                  <a:lnTo>
                    <a:pt x="21" y="53"/>
                  </a:lnTo>
                  <a:lnTo>
                    <a:pt x="22" y="45"/>
                  </a:lnTo>
                  <a:lnTo>
                    <a:pt x="23" y="38"/>
                  </a:lnTo>
                  <a:lnTo>
                    <a:pt x="43" y="35"/>
                  </a:lnTo>
                  <a:lnTo>
                    <a:pt x="204" y="21"/>
                  </a:lnTo>
                  <a:lnTo>
                    <a:pt x="215" y="11"/>
                  </a:lnTo>
                  <a:lnTo>
                    <a:pt x="223" y="3"/>
                  </a:lnTo>
                  <a:lnTo>
                    <a:pt x="260" y="0"/>
                  </a:lnTo>
                  <a:lnTo>
                    <a:pt x="288" y="17"/>
                  </a:lnTo>
                  <a:lnTo>
                    <a:pt x="312" y="44"/>
                  </a:lnTo>
                  <a:lnTo>
                    <a:pt x="315" y="69"/>
                  </a:lnTo>
                  <a:lnTo>
                    <a:pt x="316" y="76"/>
                  </a:lnTo>
                  <a:lnTo>
                    <a:pt x="316" y="84"/>
                  </a:lnTo>
                  <a:lnTo>
                    <a:pt x="316" y="93"/>
                  </a:lnTo>
                  <a:lnTo>
                    <a:pt x="312" y="112"/>
                  </a:lnTo>
                  <a:lnTo>
                    <a:pt x="311" y="117"/>
                  </a:lnTo>
                  <a:lnTo>
                    <a:pt x="319" y="135"/>
                  </a:lnTo>
                  <a:lnTo>
                    <a:pt x="321" y="14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9016948" y="2441897"/>
              <a:ext cx="1651" cy="1826"/>
            </a:xfrm>
            <a:custGeom>
              <a:avLst/>
              <a:pathLst>
                <a:path w="1651" h="1826">
                  <a:moveTo>
                    <a:pt x="1063" y="13"/>
                  </a:moveTo>
                  <a:lnTo>
                    <a:pt x="1111" y="26"/>
                  </a:lnTo>
                  <a:lnTo>
                    <a:pt x="1149" y="27"/>
                  </a:lnTo>
                  <a:lnTo>
                    <a:pt x="1208" y="27"/>
                  </a:lnTo>
                  <a:lnTo>
                    <a:pt x="1215" y="30"/>
                  </a:lnTo>
                  <a:lnTo>
                    <a:pt x="1266" y="137"/>
                  </a:lnTo>
                  <a:lnTo>
                    <a:pt x="1286" y="204"/>
                  </a:lnTo>
                  <a:lnTo>
                    <a:pt x="1285" y="253"/>
                  </a:lnTo>
                  <a:lnTo>
                    <a:pt x="1283" y="316"/>
                  </a:lnTo>
                  <a:lnTo>
                    <a:pt x="1294" y="438"/>
                  </a:lnTo>
                  <a:lnTo>
                    <a:pt x="1307" y="477"/>
                  </a:lnTo>
                  <a:lnTo>
                    <a:pt x="1337" y="576"/>
                  </a:lnTo>
                  <a:lnTo>
                    <a:pt x="1340" y="586"/>
                  </a:lnTo>
                  <a:lnTo>
                    <a:pt x="1422" y="807"/>
                  </a:lnTo>
                  <a:lnTo>
                    <a:pt x="1446" y="888"/>
                  </a:lnTo>
                  <a:lnTo>
                    <a:pt x="1651" y="1587"/>
                  </a:lnTo>
                  <a:lnTo>
                    <a:pt x="1581" y="1675"/>
                  </a:lnTo>
                  <a:lnTo>
                    <a:pt x="1560" y="1700"/>
                  </a:lnTo>
                  <a:lnTo>
                    <a:pt x="1497" y="1758"/>
                  </a:lnTo>
                  <a:lnTo>
                    <a:pt x="1451" y="1762"/>
                  </a:lnTo>
                  <a:lnTo>
                    <a:pt x="1333" y="1771"/>
                  </a:lnTo>
                  <a:lnTo>
                    <a:pt x="1322" y="1772"/>
                  </a:lnTo>
                  <a:lnTo>
                    <a:pt x="1311" y="1773"/>
                  </a:lnTo>
                  <a:lnTo>
                    <a:pt x="1301" y="1773"/>
                  </a:lnTo>
                  <a:lnTo>
                    <a:pt x="1282" y="1774"/>
                  </a:lnTo>
                  <a:lnTo>
                    <a:pt x="1244" y="1776"/>
                  </a:lnTo>
                  <a:lnTo>
                    <a:pt x="1231" y="1776"/>
                  </a:lnTo>
                  <a:lnTo>
                    <a:pt x="1161" y="1779"/>
                  </a:lnTo>
                  <a:lnTo>
                    <a:pt x="1075" y="1718"/>
                  </a:lnTo>
                  <a:lnTo>
                    <a:pt x="1061" y="1717"/>
                  </a:lnTo>
                  <a:lnTo>
                    <a:pt x="980" y="1729"/>
                  </a:lnTo>
                  <a:lnTo>
                    <a:pt x="693" y="1771"/>
                  </a:lnTo>
                  <a:lnTo>
                    <a:pt x="637" y="1824"/>
                  </a:lnTo>
                  <a:lnTo>
                    <a:pt x="552" y="1826"/>
                  </a:lnTo>
                  <a:lnTo>
                    <a:pt x="533" y="1784"/>
                  </a:lnTo>
                  <a:lnTo>
                    <a:pt x="527" y="1771"/>
                  </a:lnTo>
                  <a:lnTo>
                    <a:pt x="516" y="1747"/>
                  </a:lnTo>
                  <a:lnTo>
                    <a:pt x="486" y="1682"/>
                  </a:lnTo>
                  <a:lnTo>
                    <a:pt x="463" y="1645"/>
                  </a:lnTo>
                  <a:lnTo>
                    <a:pt x="457" y="1634"/>
                  </a:lnTo>
                  <a:lnTo>
                    <a:pt x="440" y="1606"/>
                  </a:lnTo>
                  <a:lnTo>
                    <a:pt x="433" y="1594"/>
                  </a:lnTo>
                  <a:lnTo>
                    <a:pt x="473" y="1472"/>
                  </a:lnTo>
                  <a:lnTo>
                    <a:pt x="499" y="1388"/>
                  </a:lnTo>
                  <a:lnTo>
                    <a:pt x="503" y="1377"/>
                  </a:lnTo>
                  <a:lnTo>
                    <a:pt x="505" y="1372"/>
                  </a:lnTo>
                  <a:lnTo>
                    <a:pt x="508" y="1366"/>
                  </a:lnTo>
                  <a:lnTo>
                    <a:pt x="511" y="1362"/>
                  </a:lnTo>
                  <a:lnTo>
                    <a:pt x="584" y="1239"/>
                  </a:lnTo>
                  <a:lnTo>
                    <a:pt x="588" y="1231"/>
                  </a:lnTo>
                  <a:lnTo>
                    <a:pt x="529" y="1059"/>
                  </a:lnTo>
                  <a:lnTo>
                    <a:pt x="499" y="1013"/>
                  </a:lnTo>
                  <a:lnTo>
                    <a:pt x="487" y="993"/>
                  </a:lnTo>
                  <a:lnTo>
                    <a:pt x="457" y="972"/>
                  </a:lnTo>
                  <a:lnTo>
                    <a:pt x="443" y="969"/>
                  </a:lnTo>
                  <a:lnTo>
                    <a:pt x="416" y="965"/>
                  </a:lnTo>
                  <a:lnTo>
                    <a:pt x="393" y="961"/>
                  </a:lnTo>
                  <a:lnTo>
                    <a:pt x="387" y="960"/>
                  </a:lnTo>
                  <a:lnTo>
                    <a:pt x="378" y="958"/>
                  </a:lnTo>
                  <a:lnTo>
                    <a:pt x="290" y="944"/>
                  </a:lnTo>
                  <a:lnTo>
                    <a:pt x="271" y="941"/>
                  </a:lnTo>
                  <a:lnTo>
                    <a:pt x="225" y="935"/>
                  </a:lnTo>
                  <a:lnTo>
                    <a:pt x="240" y="801"/>
                  </a:lnTo>
                  <a:lnTo>
                    <a:pt x="246" y="747"/>
                  </a:lnTo>
                  <a:lnTo>
                    <a:pt x="198" y="616"/>
                  </a:lnTo>
                  <a:lnTo>
                    <a:pt x="195" y="611"/>
                  </a:lnTo>
                  <a:lnTo>
                    <a:pt x="119" y="615"/>
                  </a:lnTo>
                  <a:lnTo>
                    <a:pt x="103" y="615"/>
                  </a:lnTo>
                  <a:lnTo>
                    <a:pt x="97" y="609"/>
                  </a:lnTo>
                  <a:lnTo>
                    <a:pt x="60" y="570"/>
                  </a:lnTo>
                  <a:lnTo>
                    <a:pt x="38" y="534"/>
                  </a:lnTo>
                  <a:lnTo>
                    <a:pt x="36" y="517"/>
                  </a:lnTo>
                  <a:lnTo>
                    <a:pt x="4" y="280"/>
                  </a:lnTo>
                  <a:lnTo>
                    <a:pt x="0" y="248"/>
                  </a:lnTo>
                  <a:lnTo>
                    <a:pt x="50" y="195"/>
                  </a:lnTo>
                  <a:lnTo>
                    <a:pt x="72" y="185"/>
                  </a:lnTo>
                  <a:lnTo>
                    <a:pt x="92" y="182"/>
                  </a:lnTo>
                  <a:lnTo>
                    <a:pt x="106" y="180"/>
                  </a:lnTo>
                  <a:lnTo>
                    <a:pt x="137" y="171"/>
                  </a:lnTo>
                  <a:lnTo>
                    <a:pt x="152" y="167"/>
                  </a:lnTo>
                  <a:lnTo>
                    <a:pt x="162" y="163"/>
                  </a:lnTo>
                  <a:lnTo>
                    <a:pt x="244" y="113"/>
                  </a:lnTo>
                  <a:lnTo>
                    <a:pt x="283" y="97"/>
                  </a:lnTo>
                  <a:lnTo>
                    <a:pt x="404" y="46"/>
                  </a:lnTo>
                  <a:lnTo>
                    <a:pt x="455" y="43"/>
                  </a:lnTo>
                  <a:lnTo>
                    <a:pt x="466" y="68"/>
                  </a:lnTo>
                  <a:lnTo>
                    <a:pt x="465" y="100"/>
                  </a:lnTo>
                  <a:lnTo>
                    <a:pt x="472" y="102"/>
                  </a:lnTo>
                  <a:lnTo>
                    <a:pt x="479" y="102"/>
                  </a:lnTo>
                  <a:lnTo>
                    <a:pt x="499" y="102"/>
                  </a:lnTo>
                  <a:lnTo>
                    <a:pt x="510" y="101"/>
                  </a:lnTo>
                  <a:lnTo>
                    <a:pt x="527" y="101"/>
                  </a:lnTo>
                  <a:lnTo>
                    <a:pt x="563" y="100"/>
                  </a:lnTo>
                  <a:lnTo>
                    <a:pt x="591" y="99"/>
                  </a:lnTo>
                  <a:lnTo>
                    <a:pt x="615" y="98"/>
                  </a:lnTo>
                  <a:lnTo>
                    <a:pt x="636" y="98"/>
                  </a:lnTo>
                  <a:lnTo>
                    <a:pt x="661" y="97"/>
                  </a:lnTo>
                  <a:lnTo>
                    <a:pt x="674" y="97"/>
                  </a:lnTo>
                  <a:lnTo>
                    <a:pt x="715" y="95"/>
                  </a:lnTo>
                  <a:lnTo>
                    <a:pt x="727" y="95"/>
                  </a:lnTo>
                  <a:lnTo>
                    <a:pt x="739" y="94"/>
                  </a:lnTo>
                  <a:lnTo>
                    <a:pt x="749" y="89"/>
                  </a:lnTo>
                  <a:lnTo>
                    <a:pt x="801" y="59"/>
                  </a:lnTo>
                  <a:lnTo>
                    <a:pt x="881" y="8"/>
                  </a:lnTo>
                  <a:lnTo>
                    <a:pt x="922" y="0"/>
                  </a:lnTo>
                  <a:lnTo>
                    <a:pt x="1014" y="4"/>
                  </a:lnTo>
                  <a:lnTo>
                    <a:pt x="1027" y="6"/>
                  </a:lnTo>
                  <a:lnTo>
                    <a:pt x="1063" y="1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9008501" y="2440988"/>
              <a:ext cx="384" cy="707"/>
            </a:xfrm>
            <a:custGeom>
              <a:avLst/>
              <a:pathLst>
                <a:path w="384" h="707">
                  <a:moveTo>
                    <a:pt x="320" y="701"/>
                  </a:moveTo>
                  <a:lnTo>
                    <a:pt x="252" y="707"/>
                  </a:lnTo>
                  <a:lnTo>
                    <a:pt x="216" y="634"/>
                  </a:lnTo>
                  <a:lnTo>
                    <a:pt x="136" y="324"/>
                  </a:lnTo>
                  <a:lnTo>
                    <a:pt x="0" y="78"/>
                  </a:lnTo>
                  <a:lnTo>
                    <a:pt x="18" y="14"/>
                  </a:lnTo>
                  <a:lnTo>
                    <a:pt x="128" y="0"/>
                  </a:lnTo>
                  <a:lnTo>
                    <a:pt x="279" y="139"/>
                  </a:lnTo>
                  <a:lnTo>
                    <a:pt x="384" y="424"/>
                  </a:lnTo>
                  <a:lnTo>
                    <a:pt x="378" y="633"/>
                  </a:lnTo>
                  <a:lnTo>
                    <a:pt x="320" y="70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9025875" y="2441319"/>
              <a:ext cx="390" cy="1104"/>
            </a:xfrm>
            <a:custGeom>
              <a:avLst/>
              <a:pathLst>
                <a:path w="390" h="1104">
                  <a:moveTo>
                    <a:pt x="269" y="8"/>
                  </a:moveTo>
                  <a:lnTo>
                    <a:pt x="274" y="18"/>
                  </a:lnTo>
                  <a:lnTo>
                    <a:pt x="285" y="11"/>
                  </a:lnTo>
                  <a:lnTo>
                    <a:pt x="299" y="21"/>
                  </a:lnTo>
                  <a:lnTo>
                    <a:pt x="294" y="50"/>
                  </a:lnTo>
                  <a:lnTo>
                    <a:pt x="288" y="85"/>
                  </a:lnTo>
                  <a:lnTo>
                    <a:pt x="283" y="91"/>
                  </a:lnTo>
                  <a:lnTo>
                    <a:pt x="277" y="95"/>
                  </a:lnTo>
                  <a:lnTo>
                    <a:pt x="274" y="102"/>
                  </a:lnTo>
                  <a:lnTo>
                    <a:pt x="267" y="107"/>
                  </a:lnTo>
                  <a:lnTo>
                    <a:pt x="258" y="104"/>
                  </a:lnTo>
                  <a:lnTo>
                    <a:pt x="253" y="94"/>
                  </a:lnTo>
                  <a:lnTo>
                    <a:pt x="247" y="93"/>
                  </a:lnTo>
                  <a:lnTo>
                    <a:pt x="238" y="97"/>
                  </a:lnTo>
                  <a:lnTo>
                    <a:pt x="227" y="111"/>
                  </a:lnTo>
                  <a:lnTo>
                    <a:pt x="255" y="205"/>
                  </a:lnTo>
                  <a:lnTo>
                    <a:pt x="264" y="234"/>
                  </a:lnTo>
                  <a:lnTo>
                    <a:pt x="305" y="371"/>
                  </a:lnTo>
                  <a:lnTo>
                    <a:pt x="316" y="408"/>
                  </a:lnTo>
                  <a:lnTo>
                    <a:pt x="326" y="440"/>
                  </a:lnTo>
                  <a:lnTo>
                    <a:pt x="347" y="608"/>
                  </a:lnTo>
                  <a:lnTo>
                    <a:pt x="390" y="937"/>
                  </a:lnTo>
                  <a:lnTo>
                    <a:pt x="376" y="1072"/>
                  </a:lnTo>
                  <a:lnTo>
                    <a:pt x="360" y="1098"/>
                  </a:lnTo>
                  <a:lnTo>
                    <a:pt x="354" y="1104"/>
                  </a:lnTo>
                  <a:lnTo>
                    <a:pt x="342" y="1099"/>
                  </a:lnTo>
                  <a:lnTo>
                    <a:pt x="338" y="1096"/>
                  </a:lnTo>
                  <a:lnTo>
                    <a:pt x="335" y="1087"/>
                  </a:lnTo>
                  <a:lnTo>
                    <a:pt x="334" y="1081"/>
                  </a:lnTo>
                  <a:lnTo>
                    <a:pt x="333" y="1074"/>
                  </a:lnTo>
                  <a:lnTo>
                    <a:pt x="324" y="1072"/>
                  </a:lnTo>
                  <a:lnTo>
                    <a:pt x="318" y="1079"/>
                  </a:lnTo>
                  <a:lnTo>
                    <a:pt x="310" y="1086"/>
                  </a:lnTo>
                  <a:lnTo>
                    <a:pt x="299" y="1076"/>
                  </a:lnTo>
                  <a:lnTo>
                    <a:pt x="224" y="870"/>
                  </a:lnTo>
                  <a:lnTo>
                    <a:pt x="210" y="832"/>
                  </a:lnTo>
                  <a:lnTo>
                    <a:pt x="192" y="749"/>
                  </a:lnTo>
                  <a:lnTo>
                    <a:pt x="192" y="730"/>
                  </a:lnTo>
                  <a:lnTo>
                    <a:pt x="187" y="716"/>
                  </a:lnTo>
                  <a:lnTo>
                    <a:pt x="82" y="527"/>
                  </a:lnTo>
                  <a:lnTo>
                    <a:pt x="30" y="459"/>
                  </a:lnTo>
                  <a:lnTo>
                    <a:pt x="27" y="454"/>
                  </a:lnTo>
                  <a:lnTo>
                    <a:pt x="14" y="438"/>
                  </a:lnTo>
                  <a:lnTo>
                    <a:pt x="0" y="419"/>
                  </a:lnTo>
                  <a:lnTo>
                    <a:pt x="20" y="368"/>
                  </a:lnTo>
                  <a:lnTo>
                    <a:pt x="111" y="140"/>
                  </a:lnTo>
                  <a:lnTo>
                    <a:pt x="119" y="134"/>
                  </a:lnTo>
                  <a:lnTo>
                    <a:pt x="131" y="128"/>
                  </a:lnTo>
                  <a:lnTo>
                    <a:pt x="137" y="116"/>
                  </a:lnTo>
                  <a:lnTo>
                    <a:pt x="142" y="98"/>
                  </a:lnTo>
                  <a:lnTo>
                    <a:pt x="143" y="85"/>
                  </a:lnTo>
                  <a:lnTo>
                    <a:pt x="146" y="75"/>
                  </a:lnTo>
                  <a:lnTo>
                    <a:pt x="159" y="66"/>
                  </a:lnTo>
                  <a:lnTo>
                    <a:pt x="169" y="64"/>
                  </a:lnTo>
                  <a:lnTo>
                    <a:pt x="188" y="60"/>
                  </a:lnTo>
                  <a:lnTo>
                    <a:pt x="193" y="57"/>
                  </a:lnTo>
                  <a:lnTo>
                    <a:pt x="204" y="45"/>
                  </a:lnTo>
                  <a:lnTo>
                    <a:pt x="212" y="33"/>
                  </a:lnTo>
                  <a:lnTo>
                    <a:pt x="215" y="23"/>
                  </a:lnTo>
                  <a:lnTo>
                    <a:pt x="250" y="0"/>
                  </a:lnTo>
                  <a:lnTo>
                    <a:pt x="260" y="3"/>
                  </a:lnTo>
                  <a:lnTo>
                    <a:pt x="269" y="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9027264" y="2441245"/>
              <a:ext cx="387" cy="554"/>
            </a:xfrm>
            <a:custGeom>
              <a:avLst/>
              <a:pathLst>
                <a:path w="387" h="554">
                  <a:moveTo>
                    <a:pt x="141" y="60"/>
                  </a:moveTo>
                  <a:lnTo>
                    <a:pt x="147" y="66"/>
                  </a:lnTo>
                  <a:lnTo>
                    <a:pt x="152" y="65"/>
                  </a:lnTo>
                  <a:lnTo>
                    <a:pt x="157" y="48"/>
                  </a:lnTo>
                  <a:lnTo>
                    <a:pt x="163" y="40"/>
                  </a:lnTo>
                  <a:lnTo>
                    <a:pt x="175" y="40"/>
                  </a:lnTo>
                  <a:lnTo>
                    <a:pt x="187" y="44"/>
                  </a:lnTo>
                  <a:lnTo>
                    <a:pt x="191" y="46"/>
                  </a:lnTo>
                  <a:lnTo>
                    <a:pt x="201" y="50"/>
                  </a:lnTo>
                  <a:lnTo>
                    <a:pt x="235" y="68"/>
                  </a:lnTo>
                  <a:lnTo>
                    <a:pt x="249" y="75"/>
                  </a:lnTo>
                  <a:lnTo>
                    <a:pt x="271" y="86"/>
                  </a:lnTo>
                  <a:lnTo>
                    <a:pt x="364" y="160"/>
                  </a:lnTo>
                  <a:lnTo>
                    <a:pt x="377" y="174"/>
                  </a:lnTo>
                  <a:lnTo>
                    <a:pt x="378" y="196"/>
                  </a:lnTo>
                  <a:lnTo>
                    <a:pt x="381" y="235"/>
                  </a:lnTo>
                  <a:lnTo>
                    <a:pt x="384" y="268"/>
                  </a:lnTo>
                  <a:lnTo>
                    <a:pt x="386" y="288"/>
                  </a:lnTo>
                  <a:lnTo>
                    <a:pt x="387" y="296"/>
                  </a:lnTo>
                  <a:lnTo>
                    <a:pt x="386" y="304"/>
                  </a:lnTo>
                  <a:lnTo>
                    <a:pt x="353" y="494"/>
                  </a:lnTo>
                  <a:lnTo>
                    <a:pt x="348" y="526"/>
                  </a:lnTo>
                  <a:lnTo>
                    <a:pt x="343" y="551"/>
                  </a:lnTo>
                  <a:lnTo>
                    <a:pt x="338" y="554"/>
                  </a:lnTo>
                  <a:lnTo>
                    <a:pt x="304" y="554"/>
                  </a:lnTo>
                  <a:lnTo>
                    <a:pt x="284" y="541"/>
                  </a:lnTo>
                  <a:lnTo>
                    <a:pt x="283" y="529"/>
                  </a:lnTo>
                  <a:lnTo>
                    <a:pt x="285" y="520"/>
                  </a:lnTo>
                  <a:lnTo>
                    <a:pt x="288" y="513"/>
                  </a:lnTo>
                  <a:lnTo>
                    <a:pt x="287" y="508"/>
                  </a:lnTo>
                  <a:lnTo>
                    <a:pt x="284" y="503"/>
                  </a:lnTo>
                  <a:lnTo>
                    <a:pt x="278" y="495"/>
                  </a:lnTo>
                  <a:lnTo>
                    <a:pt x="231" y="391"/>
                  </a:lnTo>
                  <a:lnTo>
                    <a:pt x="223" y="365"/>
                  </a:lnTo>
                  <a:lnTo>
                    <a:pt x="219" y="353"/>
                  </a:lnTo>
                  <a:lnTo>
                    <a:pt x="114" y="302"/>
                  </a:lnTo>
                  <a:lnTo>
                    <a:pt x="93" y="292"/>
                  </a:lnTo>
                  <a:lnTo>
                    <a:pt x="71" y="274"/>
                  </a:lnTo>
                  <a:lnTo>
                    <a:pt x="54" y="260"/>
                  </a:lnTo>
                  <a:lnTo>
                    <a:pt x="0" y="215"/>
                  </a:lnTo>
                  <a:lnTo>
                    <a:pt x="1" y="194"/>
                  </a:lnTo>
                  <a:lnTo>
                    <a:pt x="9" y="75"/>
                  </a:lnTo>
                  <a:lnTo>
                    <a:pt x="15" y="60"/>
                  </a:lnTo>
                  <a:lnTo>
                    <a:pt x="20" y="51"/>
                  </a:lnTo>
                  <a:lnTo>
                    <a:pt x="21" y="45"/>
                  </a:lnTo>
                  <a:lnTo>
                    <a:pt x="23" y="38"/>
                  </a:lnTo>
                  <a:lnTo>
                    <a:pt x="40" y="35"/>
                  </a:lnTo>
                  <a:lnTo>
                    <a:pt x="71" y="30"/>
                  </a:lnTo>
                  <a:lnTo>
                    <a:pt x="69" y="6"/>
                  </a:lnTo>
                  <a:lnTo>
                    <a:pt x="77" y="0"/>
                  </a:lnTo>
                  <a:lnTo>
                    <a:pt x="81" y="1"/>
                  </a:lnTo>
                  <a:lnTo>
                    <a:pt x="90" y="7"/>
                  </a:lnTo>
                  <a:lnTo>
                    <a:pt x="103" y="11"/>
                  </a:lnTo>
                  <a:lnTo>
                    <a:pt x="108" y="23"/>
                  </a:lnTo>
                  <a:lnTo>
                    <a:pt x="118" y="34"/>
                  </a:lnTo>
                  <a:lnTo>
                    <a:pt x="123" y="39"/>
                  </a:lnTo>
                  <a:lnTo>
                    <a:pt x="138" y="55"/>
                  </a:lnTo>
                  <a:lnTo>
                    <a:pt x="141" y="6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9026409" y="2441080"/>
              <a:ext cx="1150" cy="1864"/>
            </a:xfrm>
            <a:custGeom>
              <a:avLst/>
              <a:pathLst>
                <a:path w="1150" h="1864">
                  <a:moveTo>
                    <a:pt x="722" y="404"/>
                  </a:moveTo>
                  <a:lnTo>
                    <a:pt x="797" y="520"/>
                  </a:lnTo>
                  <a:lnTo>
                    <a:pt x="804" y="526"/>
                  </a:lnTo>
                  <a:lnTo>
                    <a:pt x="810" y="534"/>
                  </a:lnTo>
                  <a:lnTo>
                    <a:pt x="847" y="663"/>
                  </a:lnTo>
                  <a:lnTo>
                    <a:pt x="861" y="740"/>
                  </a:lnTo>
                  <a:lnTo>
                    <a:pt x="861" y="780"/>
                  </a:lnTo>
                  <a:lnTo>
                    <a:pt x="861" y="797"/>
                  </a:lnTo>
                  <a:lnTo>
                    <a:pt x="861" y="984"/>
                  </a:lnTo>
                  <a:lnTo>
                    <a:pt x="910" y="1007"/>
                  </a:lnTo>
                  <a:lnTo>
                    <a:pt x="940" y="1021"/>
                  </a:lnTo>
                  <a:lnTo>
                    <a:pt x="988" y="1043"/>
                  </a:lnTo>
                  <a:lnTo>
                    <a:pt x="998" y="1049"/>
                  </a:lnTo>
                  <a:lnTo>
                    <a:pt x="1112" y="1118"/>
                  </a:lnTo>
                  <a:lnTo>
                    <a:pt x="1125" y="1129"/>
                  </a:lnTo>
                  <a:lnTo>
                    <a:pt x="1132" y="1142"/>
                  </a:lnTo>
                  <a:lnTo>
                    <a:pt x="1145" y="1178"/>
                  </a:lnTo>
                  <a:lnTo>
                    <a:pt x="1150" y="1192"/>
                  </a:lnTo>
                  <a:lnTo>
                    <a:pt x="1146" y="1437"/>
                  </a:lnTo>
                  <a:lnTo>
                    <a:pt x="1031" y="1775"/>
                  </a:lnTo>
                  <a:lnTo>
                    <a:pt x="1003" y="1818"/>
                  </a:lnTo>
                  <a:lnTo>
                    <a:pt x="990" y="1833"/>
                  </a:lnTo>
                  <a:lnTo>
                    <a:pt x="965" y="1860"/>
                  </a:lnTo>
                  <a:lnTo>
                    <a:pt x="912" y="1863"/>
                  </a:lnTo>
                  <a:lnTo>
                    <a:pt x="898" y="1864"/>
                  </a:lnTo>
                  <a:lnTo>
                    <a:pt x="871" y="1856"/>
                  </a:lnTo>
                  <a:lnTo>
                    <a:pt x="866" y="1853"/>
                  </a:lnTo>
                  <a:lnTo>
                    <a:pt x="842" y="1842"/>
                  </a:lnTo>
                  <a:lnTo>
                    <a:pt x="819" y="1835"/>
                  </a:lnTo>
                  <a:lnTo>
                    <a:pt x="713" y="1802"/>
                  </a:lnTo>
                  <a:lnTo>
                    <a:pt x="657" y="1805"/>
                  </a:lnTo>
                  <a:lnTo>
                    <a:pt x="493" y="1814"/>
                  </a:lnTo>
                  <a:lnTo>
                    <a:pt x="473" y="1815"/>
                  </a:lnTo>
                  <a:lnTo>
                    <a:pt x="432" y="1794"/>
                  </a:lnTo>
                  <a:lnTo>
                    <a:pt x="421" y="1789"/>
                  </a:lnTo>
                  <a:lnTo>
                    <a:pt x="294" y="1691"/>
                  </a:lnTo>
                  <a:lnTo>
                    <a:pt x="224" y="1614"/>
                  </a:lnTo>
                  <a:lnTo>
                    <a:pt x="215" y="1595"/>
                  </a:lnTo>
                  <a:lnTo>
                    <a:pt x="199" y="1562"/>
                  </a:lnTo>
                  <a:lnTo>
                    <a:pt x="194" y="1550"/>
                  </a:lnTo>
                  <a:lnTo>
                    <a:pt x="144" y="1444"/>
                  </a:lnTo>
                  <a:lnTo>
                    <a:pt x="125" y="1398"/>
                  </a:lnTo>
                  <a:lnTo>
                    <a:pt x="123" y="1375"/>
                  </a:lnTo>
                  <a:lnTo>
                    <a:pt x="126" y="1367"/>
                  </a:lnTo>
                  <a:lnTo>
                    <a:pt x="142" y="1343"/>
                  </a:lnTo>
                  <a:lnTo>
                    <a:pt x="152" y="1325"/>
                  </a:lnTo>
                  <a:lnTo>
                    <a:pt x="153" y="1314"/>
                  </a:lnTo>
                  <a:lnTo>
                    <a:pt x="155" y="1306"/>
                  </a:lnTo>
                  <a:lnTo>
                    <a:pt x="154" y="1296"/>
                  </a:lnTo>
                  <a:lnTo>
                    <a:pt x="143" y="1269"/>
                  </a:lnTo>
                  <a:lnTo>
                    <a:pt x="165" y="1247"/>
                  </a:lnTo>
                  <a:lnTo>
                    <a:pt x="199" y="1211"/>
                  </a:lnTo>
                  <a:lnTo>
                    <a:pt x="248" y="1156"/>
                  </a:lnTo>
                  <a:lnTo>
                    <a:pt x="257" y="1140"/>
                  </a:lnTo>
                  <a:lnTo>
                    <a:pt x="264" y="1132"/>
                  </a:lnTo>
                  <a:lnTo>
                    <a:pt x="273" y="1112"/>
                  </a:lnTo>
                  <a:lnTo>
                    <a:pt x="255" y="987"/>
                  </a:lnTo>
                  <a:lnTo>
                    <a:pt x="241" y="888"/>
                  </a:lnTo>
                  <a:lnTo>
                    <a:pt x="226" y="812"/>
                  </a:lnTo>
                  <a:lnTo>
                    <a:pt x="223" y="796"/>
                  </a:lnTo>
                  <a:lnTo>
                    <a:pt x="216" y="763"/>
                  </a:lnTo>
                  <a:lnTo>
                    <a:pt x="215" y="757"/>
                  </a:lnTo>
                  <a:lnTo>
                    <a:pt x="214" y="745"/>
                  </a:lnTo>
                  <a:lnTo>
                    <a:pt x="205" y="707"/>
                  </a:lnTo>
                  <a:lnTo>
                    <a:pt x="184" y="603"/>
                  </a:lnTo>
                  <a:lnTo>
                    <a:pt x="166" y="510"/>
                  </a:lnTo>
                  <a:lnTo>
                    <a:pt x="156" y="459"/>
                  </a:lnTo>
                  <a:lnTo>
                    <a:pt x="30" y="240"/>
                  </a:lnTo>
                  <a:lnTo>
                    <a:pt x="21" y="177"/>
                  </a:lnTo>
                  <a:lnTo>
                    <a:pt x="16" y="149"/>
                  </a:lnTo>
                  <a:lnTo>
                    <a:pt x="11" y="110"/>
                  </a:lnTo>
                  <a:lnTo>
                    <a:pt x="0" y="36"/>
                  </a:lnTo>
                  <a:lnTo>
                    <a:pt x="2" y="30"/>
                  </a:lnTo>
                  <a:lnTo>
                    <a:pt x="7" y="14"/>
                  </a:lnTo>
                  <a:lnTo>
                    <a:pt x="16" y="11"/>
                  </a:lnTo>
                  <a:lnTo>
                    <a:pt x="35" y="4"/>
                  </a:lnTo>
                  <a:lnTo>
                    <a:pt x="49" y="0"/>
                  </a:lnTo>
                  <a:lnTo>
                    <a:pt x="95" y="1"/>
                  </a:lnTo>
                  <a:lnTo>
                    <a:pt x="195" y="26"/>
                  </a:lnTo>
                  <a:lnTo>
                    <a:pt x="216" y="33"/>
                  </a:lnTo>
                  <a:lnTo>
                    <a:pt x="220" y="44"/>
                  </a:lnTo>
                  <a:lnTo>
                    <a:pt x="237" y="96"/>
                  </a:lnTo>
                  <a:lnTo>
                    <a:pt x="243" y="125"/>
                  </a:lnTo>
                  <a:lnTo>
                    <a:pt x="246" y="152"/>
                  </a:lnTo>
                  <a:lnTo>
                    <a:pt x="248" y="174"/>
                  </a:lnTo>
                  <a:lnTo>
                    <a:pt x="239" y="187"/>
                  </a:lnTo>
                  <a:lnTo>
                    <a:pt x="224" y="192"/>
                  </a:lnTo>
                  <a:lnTo>
                    <a:pt x="216" y="208"/>
                  </a:lnTo>
                  <a:lnTo>
                    <a:pt x="212" y="222"/>
                  </a:lnTo>
                  <a:lnTo>
                    <a:pt x="219" y="231"/>
                  </a:lnTo>
                  <a:lnTo>
                    <a:pt x="219" y="242"/>
                  </a:lnTo>
                  <a:lnTo>
                    <a:pt x="209" y="253"/>
                  </a:lnTo>
                  <a:lnTo>
                    <a:pt x="204" y="252"/>
                  </a:lnTo>
                  <a:lnTo>
                    <a:pt x="201" y="247"/>
                  </a:lnTo>
                  <a:lnTo>
                    <a:pt x="192" y="253"/>
                  </a:lnTo>
                  <a:lnTo>
                    <a:pt x="155" y="323"/>
                  </a:lnTo>
                  <a:lnTo>
                    <a:pt x="182" y="362"/>
                  </a:lnTo>
                  <a:lnTo>
                    <a:pt x="191" y="361"/>
                  </a:lnTo>
                  <a:lnTo>
                    <a:pt x="203" y="357"/>
                  </a:lnTo>
                  <a:lnTo>
                    <a:pt x="208" y="354"/>
                  </a:lnTo>
                  <a:lnTo>
                    <a:pt x="262" y="335"/>
                  </a:lnTo>
                  <a:lnTo>
                    <a:pt x="310" y="241"/>
                  </a:lnTo>
                  <a:lnTo>
                    <a:pt x="322" y="219"/>
                  </a:lnTo>
                  <a:lnTo>
                    <a:pt x="329" y="205"/>
                  </a:lnTo>
                  <a:lnTo>
                    <a:pt x="340" y="183"/>
                  </a:lnTo>
                  <a:lnTo>
                    <a:pt x="378" y="105"/>
                  </a:lnTo>
                  <a:lnTo>
                    <a:pt x="385" y="89"/>
                  </a:lnTo>
                  <a:lnTo>
                    <a:pt x="390" y="79"/>
                  </a:lnTo>
                  <a:lnTo>
                    <a:pt x="395" y="69"/>
                  </a:lnTo>
                  <a:lnTo>
                    <a:pt x="402" y="58"/>
                  </a:lnTo>
                  <a:lnTo>
                    <a:pt x="436" y="40"/>
                  </a:lnTo>
                  <a:lnTo>
                    <a:pt x="458" y="29"/>
                  </a:lnTo>
                  <a:lnTo>
                    <a:pt x="476" y="19"/>
                  </a:lnTo>
                  <a:lnTo>
                    <a:pt x="503" y="12"/>
                  </a:lnTo>
                  <a:lnTo>
                    <a:pt x="518" y="8"/>
                  </a:lnTo>
                  <a:lnTo>
                    <a:pt x="527" y="11"/>
                  </a:lnTo>
                  <a:lnTo>
                    <a:pt x="534" y="15"/>
                  </a:lnTo>
                  <a:lnTo>
                    <a:pt x="550" y="21"/>
                  </a:lnTo>
                  <a:lnTo>
                    <a:pt x="727" y="123"/>
                  </a:lnTo>
                  <a:lnTo>
                    <a:pt x="738" y="139"/>
                  </a:lnTo>
                  <a:lnTo>
                    <a:pt x="740" y="147"/>
                  </a:lnTo>
                  <a:lnTo>
                    <a:pt x="736" y="154"/>
                  </a:lnTo>
                  <a:lnTo>
                    <a:pt x="732" y="205"/>
                  </a:lnTo>
                  <a:lnTo>
                    <a:pt x="730" y="238"/>
                  </a:lnTo>
                  <a:lnTo>
                    <a:pt x="719" y="370"/>
                  </a:lnTo>
                  <a:lnTo>
                    <a:pt x="722" y="4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9004251" y="2438880"/>
              <a:ext cx="1586" cy="1256"/>
            </a:xfrm>
            <a:custGeom>
              <a:avLst/>
              <a:pathLst>
                <a:path w="1586" h="1256">
                  <a:moveTo>
                    <a:pt x="775" y="234"/>
                  </a:moveTo>
                  <a:lnTo>
                    <a:pt x="860" y="259"/>
                  </a:lnTo>
                  <a:lnTo>
                    <a:pt x="980" y="261"/>
                  </a:lnTo>
                  <a:lnTo>
                    <a:pt x="1007" y="235"/>
                  </a:lnTo>
                  <a:lnTo>
                    <a:pt x="1029" y="182"/>
                  </a:lnTo>
                  <a:lnTo>
                    <a:pt x="1069" y="157"/>
                  </a:lnTo>
                  <a:lnTo>
                    <a:pt x="1137" y="193"/>
                  </a:lnTo>
                  <a:lnTo>
                    <a:pt x="1165" y="218"/>
                  </a:lnTo>
                  <a:lnTo>
                    <a:pt x="1297" y="385"/>
                  </a:lnTo>
                  <a:lnTo>
                    <a:pt x="1305" y="462"/>
                  </a:lnTo>
                  <a:lnTo>
                    <a:pt x="1327" y="580"/>
                  </a:lnTo>
                  <a:lnTo>
                    <a:pt x="1375" y="701"/>
                  </a:lnTo>
                  <a:lnTo>
                    <a:pt x="1414" y="745"/>
                  </a:lnTo>
                  <a:lnTo>
                    <a:pt x="1465" y="792"/>
                  </a:lnTo>
                  <a:lnTo>
                    <a:pt x="1514" y="797"/>
                  </a:lnTo>
                  <a:lnTo>
                    <a:pt x="1538" y="835"/>
                  </a:lnTo>
                  <a:lnTo>
                    <a:pt x="1575" y="946"/>
                  </a:lnTo>
                  <a:lnTo>
                    <a:pt x="1586" y="1006"/>
                  </a:lnTo>
                  <a:lnTo>
                    <a:pt x="1580" y="1195"/>
                  </a:lnTo>
                  <a:lnTo>
                    <a:pt x="1560" y="1231"/>
                  </a:lnTo>
                  <a:lnTo>
                    <a:pt x="1547" y="1237"/>
                  </a:lnTo>
                  <a:lnTo>
                    <a:pt x="1465" y="1256"/>
                  </a:lnTo>
                  <a:lnTo>
                    <a:pt x="1155" y="1184"/>
                  </a:lnTo>
                  <a:lnTo>
                    <a:pt x="1033" y="1146"/>
                  </a:lnTo>
                  <a:lnTo>
                    <a:pt x="893" y="1062"/>
                  </a:lnTo>
                  <a:lnTo>
                    <a:pt x="736" y="954"/>
                  </a:lnTo>
                  <a:lnTo>
                    <a:pt x="687" y="866"/>
                  </a:lnTo>
                  <a:lnTo>
                    <a:pt x="686" y="780"/>
                  </a:lnTo>
                  <a:lnTo>
                    <a:pt x="617" y="727"/>
                  </a:lnTo>
                  <a:lnTo>
                    <a:pt x="492" y="644"/>
                  </a:lnTo>
                  <a:lnTo>
                    <a:pt x="295" y="552"/>
                  </a:lnTo>
                  <a:lnTo>
                    <a:pt x="198" y="507"/>
                  </a:lnTo>
                  <a:lnTo>
                    <a:pt x="124" y="481"/>
                  </a:lnTo>
                  <a:lnTo>
                    <a:pt x="65" y="477"/>
                  </a:lnTo>
                  <a:lnTo>
                    <a:pt x="30" y="464"/>
                  </a:lnTo>
                  <a:lnTo>
                    <a:pt x="4" y="420"/>
                  </a:lnTo>
                  <a:lnTo>
                    <a:pt x="0" y="368"/>
                  </a:lnTo>
                  <a:lnTo>
                    <a:pt x="33" y="302"/>
                  </a:lnTo>
                  <a:lnTo>
                    <a:pt x="48" y="294"/>
                  </a:lnTo>
                  <a:lnTo>
                    <a:pt x="209" y="234"/>
                  </a:lnTo>
                  <a:lnTo>
                    <a:pt x="240" y="233"/>
                  </a:lnTo>
                  <a:lnTo>
                    <a:pt x="293" y="244"/>
                  </a:lnTo>
                  <a:lnTo>
                    <a:pt x="295" y="301"/>
                  </a:lnTo>
                  <a:lnTo>
                    <a:pt x="324" y="350"/>
                  </a:lnTo>
                  <a:lnTo>
                    <a:pt x="338" y="362"/>
                  </a:lnTo>
                  <a:lnTo>
                    <a:pt x="366" y="364"/>
                  </a:lnTo>
                  <a:lnTo>
                    <a:pt x="421" y="355"/>
                  </a:lnTo>
                  <a:lnTo>
                    <a:pt x="481" y="315"/>
                  </a:lnTo>
                  <a:lnTo>
                    <a:pt x="506" y="293"/>
                  </a:lnTo>
                  <a:lnTo>
                    <a:pt x="527" y="236"/>
                  </a:lnTo>
                  <a:lnTo>
                    <a:pt x="530" y="114"/>
                  </a:lnTo>
                  <a:lnTo>
                    <a:pt x="533" y="63"/>
                  </a:lnTo>
                  <a:lnTo>
                    <a:pt x="567" y="23"/>
                  </a:lnTo>
                  <a:lnTo>
                    <a:pt x="642" y="0"/>
                  </a:lnTo>
                  <a:lnTo>
                    <a:pt x="705" y="21"/>
                  </a:lnTo>
                  <a:lnTo>
                    <a:pt x="730" y="45"/>
                  </a:lnTo>
                  <a:lnTo>
                    <a:pt x="745" y="96"/>
                  </a:lnTo>
                  <a:lnTo>
                    <a:pt x="743" y="131"/>
                  </a:lnTo>
                  <a:lnTo>
                    <a:pt x="728" y="165"/>
                  </a:lnTo>
                  <a:lnTo>
                    <a:pt x="730" y="193"/>
                  </a:lnTo>
                  <a:lnTo>
                    <a:pt x="740" y="212"/>
                  </a:lnTo>
                  <a:lnTo>
                    <a:pt x="775" y="23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8996881" y="2438173"/>
              <a:ext cx="2204" cy="2579"/>
            </a:xfrm>
            <a:custGeom>
              <a:avLst/>
              <a:pathLst>
                <a:path w="2204" h="2579">
                  <a:moveTo>
                    <a:pt x="1941" y="233"/>
                  </a:moveTo>
                  <a:lnTo>
                    <a:pt x="2016" y="279"/>
                  </a:lnTo>
                  <a:lnTo>
                    <a:pt x="2058" y="303"/>
                  </a:lnTo>
                  <a:lnTo>
                    <a:pt x="2070" y="308"/>
                  </a:lnTo>
                  <a:lnTo>
                    <a:pt x="2114" y="284"/>
                  </a:lnTo>
                  <a:lnTo>
                    <a:pt x="2178" y="305"/>
                  </a:lnTo>
                  <a:lnTo>
                    <a:pt x="2204" y="434"/>
                  </a:lnTo>
                  <a:lnTo>
                    <a:pt x="2125" y="569"/>
                  </a:lnTo>
                  <a:lnTo>
                    <a:pt x="2093" y="590"/>
                  </a:lnTo>
                  <a:lnTo>
                    <a:pt x="2055" y="604"/>
                  </a:lnTo>
                  <a:lnTo>
                    <a:pt x="1991" y="655"/>
                  </a:lnTo>
                  <a:lnTo>
                    <a:pt x="1979" y="716"/>
                  </a:lnTo>
                  <a:lnTo>
                    <a:pt x="1991" y="798"/>
                  </a:lnTo>
                  <a:lnTo>
                    <a:pt x="2008" y="845"/>
                  </a:lnTo>
                  <a:lnTo>
                    <a:pt x="2050" y="892"/>
                  </a:lnTo>
                  <a:lnTo>
                    <a:pt x="2073" y="900"/>
                  </a:lnTo>
                  <a:lnTo>
                    <a:pt x="2151" y="1092"/>
                  </a:lnTo>
                  <a:lnTo>
                    <a:pt x="2155" y="1110"/>
                  </a:lnTo>
                  <a:lnTo>
                    <a:pt x="2144" y="1126"/>
                  </a:lnTo>
                  <a:lnTo>
                    <a:pt x="2066" y="1191"/>
                  </a:lnTo>
                  <a:lnTo>
                    <a:pt x="1865" y="1350"/>
                  </a:lnTo>
                  <a:lnTo>
                    <a:pt x="1799" y="1387"/>
                  </a:lnTo>
                  <a:lnTo>
                    <a:pt x="1721" y="1410"/>
                  </a:lnTo>
                  <a:lnTo>
                    <a:pt x="1638" y="1410"/>
                  </a:lnTo>
                  <a:lnTo>
                    <a:pt x="1603" y="1430"/>
                  </a:lnTo>
                  <a:lnTo>
                    <a:pt x="1566" y="1478"/>
                  </a:lnTo>
                  <a:lnTo>
                    <a:pt x="1543" y="1522"/>
                  </a:lnTo>
                  <a:lnTo>
                    <a:pt x="1491" y="1662"/>
                  </a:lnTo>
                  <a:lnTo>
                    <a:pt x="1491" y="1738"/>
                  </a:lnTo>
                  <a:lnTo>
                    <a:pt x="1494" y="1765"/>
                  </a:lnTo>
                  <a:lnTo>
                    <a:pt x="1503" y="1776"/>
                  </a:lnTo>
                  <a:lnTo>
                    <a:pt x="1566" y="1783"/>
                  </a:lnTo>
                  <a:lnTo>
                    <a:pt x="1588" y="1799"/>
                  </a:lnTo>
                  <a:lnTo>
                    <a:pt x="1602" y="1826"/>
                  </a:lnTo>
                  <a:lnTo>
                    <a:pt x="1608" y="1876"/>
                  </a:lnTo>
                  <a:lnTo>
                    <a:pt x="1602" y="1925"/>
                  </a:lnTo>
                  <a:lnTo>
                    <a:pt x="1525" y="2089"/>
                  </a:lnTo>
                  <a:lnTo>
                    <a:pt x="1517" y="2104"/>
                  </a:lnTo>
                  <a:lnTo>
                    <a:pt x="1504" y="2115"/>
                  </a:lnTo>
                  <a:lnTo>
                    <a:pt x="1447" y="2151"/>
                  </a:lnTo>
                  <a:lnTo>
                    <a:pt x="1375" y="2171"/>
                  </a:lnTo>
                  <a:lnTo>
                    <a:pt x="1334" y="2173"/>
                  </a:lnTo>
                  <a:lnTo>
                    <a:pt x="1321" y="2167"/>
                  </a:lnTo>
                  <a:lnTo>
                    <a:pt x="1293" y="2101"/>
                  </a:lnTo>
                  <a:lnTo>
                    <a:pt x="1252" y="2069"/>
                  </a:lnTo>
                  <a:lnTo>
                    <a:pt x="1237" y="2064"/>
                  </a:lnTo>
                  <a:lnTo>
                    <a:pt x="1223" y="2067"/>
                  </a:lnTo>
                  <a:lnTo>
                    <a:pt x="1018" y="2142"/>
                  </a:lnTo>
                  <a:lnTo>
                    <a:pt x="977" y="2166"/>
                  </a:lnTo>
                  <a:lnTo>
                    <a:pt x="864" y="2254"/>
                  </a:lnTo>
                  <a:lnTo>
                    <a:pt x="822" y="2296"/>
                  </a:lnTo>
                  <a:lnTo>
                    <a:pt x="800" y="2330"/>
                  </a:lnTo>
                  <a:lnTo>
                    <a:pt x="798" y="2353"/>
                  </a:lnTo>
                  <a:lnTo>
                    <a:pt x="828" y="2450"/>
                  </a:lnTo>
                  <a:lnTo>
                    <a:pt x="825" y="2492"/>
                  </a:lnTo>
                  <a:lnTo>
                    <a:pt x="816" y="2523"/>
                  </a:lnTo>
                  <a:lnTo>
                    <a:pt x="777" y="2567"/>
                  </a:lnTo>
                  <a:lnTo>
                    <a:pt x="730" y="2579"/>
                  </a:lnTo>
                  <a:lnTo>
                    <a:pt x="667" y="2575"/>
                  </a:lnTo>
                  <a:lnTo>
                    <a:pt x="527" y="2516"/>
                  </a:lnTo>
                  <a:lnTo>
                    <a:pt x="282" y="2387"/>
                  </a:lnTo>
                  <a:lnTo>
                    <a:pt x="198" y="2336"/>
                  </a:lnTo>
                  <a:lnTo>
                    <a:pt x="176" y="2320"/>
                  </a:lnTo>
                  <a:lnTo>
                    <a:pt x="171" y="2308"/>
                  </a:lnTo>
                  <a:lnTo>
                    <a:pt x="0" y="1739"/>
                  </a:lnTo>
                  <a:lnTo>
                    <a:pt x="13" y="1618"/>
                  </a:lnTo>
                  <a:lnTo>
                    <a:pt x="165" y="697"/>
                  </a:lnTo>
                  <a:lnTo>
                    <a:pt x="263" y="628"/>
                  </a:lnTo>
                  <a:lnTo>
                    <a:pt x="291" y="633"/>
                  </a:lnTo>
                  <a:lnTo>
                    <a:pt x="286" y="569"/>
                  </a:lnTo>
                  <a:lnTo>
                    <a:pt x="289" y="557"/>
                  </a:lnTo>
                  <a:lnTo>
                    <a:pt x="315" y="458"/>
                  </a:lnTo>
                  <a:lnTo>
                    <a:pt x="416" y="486"/>
                  </a:lnTo>
                  <a:lnTo>
                    <a:pt x="450" y="521"/>
                  </a:lnTo>
                  <a:lnTo>
                    <a:pt x="473" y="600"/>
                  </a:lnTo>
                  <a:lnTo>
                    <a:pt x="476" y="670"/>
                  </a:lnTo>
                  <a:lnTo>
                    <a:pt x="559" y="686"/>
                  </a:lnTo>
                  <a:lnTo>
                    <a:pt x="802" y="691"/>
                  </a:lnTo>
                  <a:lnTo>
                    <a:pt x="918" y="666"/>
                  </a:lnTo>
                  <a:lnTo>
                    <a:pt x="1120" y="478"/>
                  </a:lnTo>
                  <a:lnTo>
                    <a:pt x="1063" y="341"/>
                  </a:lnTo>
                  <a:lnTo>
                    <a:pt x="1053" y="194"/>
                  </a:lnTo>
                  <a:lnTo>
                    <a:pt x="1060" y="164"/>
                  </a:lnTo>
                  <a:lnTo>
                    <a:pt x="1069" y="155"/>
                  </a:lnTo>
                  <a:lnTo>
                    <a:pt x="1210" y="89"/>
                  </a:lnTo>
                  <a:lnTo>
                    <a:pt x="1229" y="84"/>
                  </a:lnTo>
                  <a:lnTo>
                    <a:pt x="1265" y="91"/>
                  </a:lnTo>
                  <a:lnTo>
                    <a:pt x="1310" y="118"/>
                  </a:lnTo>
                  <a:lnTo>
                    <a:pt x="1332" y="158"/>
                  </a:lnTo>
                  <a:lnTo>
                    <a:pt x="1361" y="174"/>
                  </a:lnTo>
                  <a:lnTo>
                    <a:pt x="1471" y="195"/>
                  </a:lnTo>
                  <a:lnTo>
                    <a:pt x="1577" y="214"/>
                  </a:lnTo>
                  <a:lnTo>
                    <a:pt x="1600" y="209"/>
                  </a:lnTo>
                  <a:lnTo>
                    <a:pt x="1613" y="193"/>
                  </a:lnTo>
                  <a:lnTo>
                    <a:pt x="1607" y="111"/>
                  </a:lnTo>
                  <a:lnTo>
                    <a:pt x="1630" y="69"/>
                  </a:lnTo>
                  <a:lnTo>
                    <a:pt x="1666" y="50"/>
                  </a:lnTo>
                  <a:lnTo>
                    <a:pt x="1771" y="3"/>
                  </a:lnTo>
                  <a:lnTo>
                    <a:pt x="1842" y="0"/>
                  </a:lnTo>
                  <a:lnTo>
                    <a:pt x="1831" y="24"/>
                  </a:lnTo>
                  <a:lnTo>
                    <a:pt x="1816" y="84"/>
                  </a:lnTo>
                  <a:lnTo>
                    <a:pt x="1850" y="139"/>
                  </a:lnTo>
                  <a:lnTo>
                    <a:pt x="1941" y="23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9006526" y="2434993"/>
              <a:ext cx="479" cy="512"/>
            </a:xfrm>
            <a:custGeom>
              <a:avLst/>
              <a:pathLst>
                <a:path w="479" h="512">
                  <a:moveTo>
                    <a:pt x="355" y="512"/>
                  </a:moveTo>
                  <a:lnTo>
                    <a:pt x="348" y="512"/>
                  </a:lnTo>
                  <a:lnTo>
                    <a:pt x="265" y="435"/>
                  </a:lnTo>
                  <a:lnTo>
                    <a:pt x="0" y="177"/>
                  </a:lnTo>
                  <a:lnTo>
                    <a:pt x="37" y="97"/>
                  </a:lnTo>
                  <a:lnTo>
                    <a:pt x="115" y="11"/>
                  </a:lnTo>
                  <a:lnTo>
                    <a:pt x="150" y="0"/>
                  </a:lnTo>
                  <a:lnTo>
                    <a:pt x="354" y="193"/>
                  </a:lnTo>
                  <a:lnTo>
                    <a:pt x="479" y="357"/>
                  </a:lnTo>
                  <a:lnTo>
                    <a:pt x="396" y="464"/>
                  </a:lnTo>
                  <a:lnTo>
                    <a:pt x="355" y="5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9040799" y="2437826"/>
              <a:ext cx="751" cy="784"/>
            </a:xfrm>
            <a:custGeom>
              <a:avLst/>
              <a:pathLst>
                <a:path w="751" h="784">
                  <a:moveTo>
                    <a:pt x="538" y="7"/>
                  </a:moveTo>
                  <a:lnTo>
                    <a:pt x="547" y="8"/>
                  </a:lnTo>
                  <a:lnTo>
                    <a:pt x="552" y="7"/>
                  </a:lnTo>
                  <a:lnTo>
                    <a:pt x="561" y="7"/>
                  </a:lnTo>
                  <a:lnTo>
                    <a:pt x="645" y="18"/>
                  </a:lnTo>
                  <a:lnTo>
                    <a:pt x="684" y="27"/>
                  </a:lnTo>
                  <a:lnTo>
                    <a:pt x="731" y="39"/>
                  </a:lnTo>
                  <a:lnTo>
                    <a:pt x="742" y="42"/>
                  </a:lnTo>
                  <a:lnTo>
                    <a:pt x="751" y="55"/>
                  </a:lnTo>
                  <a:lnTo>
                    <a:pt x="749" y="63"/>
                  </a:lnTo>
                  <a:lnTo>
                    <a:pt x="695" y="164"/>
                  </a:lnTo>
                  <a:lnTo>
                    <a:pt x="650" y="242"/>
                  </a:lnTo>
                  <a:lnTo>
                    <a:pt x="638" y="269"/>
                  </a:lnTo>
                  <a:lnTo>
                    <a:pt x="551" y="465"/>
                  </a:lnTo>
                  <a:lnTo>
                    <a:pt x="581" y="496"/>
                  </a:lnTo>
                  <a:lnTo>
                    <a:pt x="585" y="503"/>
                  </a:lnTo>
                  <a:lnTo>
                    <a:pt x="582" y="512"/>
                  </a:lnTo>
                  <a:lnTo>
                    <a:pt x="558" y="542"/>
                  </a:lnTo>
                  <a:lnTo>
                    <a:pt x="547" y="554"/>
                  </a:lnTo>
                  <a:lnTo>
                    <a:pt x="374" y="691"/>
                  </a:lnTo>
                  <a:lnTo>
                    <a:pt x="362" y="731"/>
                  </a:lnTo>
                  <a:lnTo>
                    <a:pt x="353" y="740"/>
                  </a:lnTo>
                  <a:lnTo>
                    <a:pt x="342" y="748"/>
                  </a:lnTo>
                  <a:lnTo>
                    <a:pt x="327" y="748"/>
                  </a:lnTo>
                  <a:lnTo>
                    <a:pt x="315" y="739"/>
                  </a:lnTo>
                  <a:lnTo>
                    <a:pt x="312" y="734"/>
                  </a:lnTo>
                  <a:lnTo>
                    <a:pt x="284" y="707"/>
                  </a:lnTo>
                  <a:lnTo>
                    <a:pt x="256" y="689"/>
                  </a:lnTo>
                  <a:lnTo>
                    <a:pt x="221" y="688"/>
                  </a:lnTo>
                  <a:lnTo>
                    <a:pt x="212" y="692"/>
                  </a:lnTo>
                  <a:lnTo>
                    <a:pt x="167" y="714"/>
                  </a:lnTo>
                  <a:lnTo>
                    <a:pt x="154" y="724"/>
                  </a:lnTo>
                  <a:lnTo>
                    <a:pt x="140" y="748"/>
                  </a:lnTo>
                  <a:lnTo>
                    <a:pt x="126" y="773"/>
                  </a:lnTo>
                  <a:lnTo>
                    <a:pt x="72" y="784"/>
                  </a:lnTo>
                  <a:lnTo>
                    <a:pt x="52" y="780"/>
                  </a:lnTo>
                  <a:lnTo>
                    <a:pt x="47" y="779"/>
                  </a:lnTo>
                  <a:lnTo>
                    <a:pt x="32" y="775"/>
                  </a:lnTo>
                  <a:lnTo>
                    <a:pt x="14" y="770"/>
                  </a:lnTo>
                  <a:lnTo>
                    <a:pt x="0" y="725"/>
                  </a:lnTo>
                  <a:lnTo>
                    <a:pt x="5" y="687"/>
                  </a:lnTo>
                  <a:lnTo>
                    <a:pt x="8" y="682"/>
                  </a:lnTo>
                  <a:lnTo>
                    <a:pt x="206" y="368"/>
                  </a:lnTo>
                  <a:lnTo>
                    <a:pt x="223" y="342"/>
                  </a:lnTo>
                  <a:lnTo>
                    <a:pt x="338" y="164"/>
                  </a:lnTo>
                  <a:lnTo>
                    <a:pt x="366" y="146"/>
                  </a:lnTo>
                  <a:lnTo>
                    <a:pt x="370" y="144"/>
                  </a:lnTo>
                  <a:lnTo>
                    <a:pt x="380" y="137"/>
                  </a:lnTo>
                  <a:lnTo>
                    <a:pt x="445" y="76"/>
                  </a:lnTo>
                  <a:lnTo>
                    <a:pt x="478" y="45"/>
                  </a:lnTo>
                  <a:lnTo>
                    <a:pt x="495" y="27"/>
                  </a:lnTo>
                  <a:lnTo>
                    <a:pt x="500" y="25"/>
                  </a:lnTo>
                  <a:lnTo>
                    <a:pt x="509" y="15"/>
                  </a:lnTo>
                  <a:lnTo>
                    <a:pt x="514" y="6"/>
                  </a:lnTo>
                  <a:lnTo>
                    <a:pt x="520" y="0"/>
                  </a:lnTo>
                  <a:lnTo>
                    <a:pt x="528" y="1"/>
                  </a:lnTo>
                  <a:lnTo>
                    <a:pt x="534" y="3"/>
                  </a:lnTo>
                  <a:lnTo>
                    <a:pt x="538" y="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9006656" y="2434320"/>
              <a:ext cx="584" cy="678"/>
            </a:xfrm>
            <a:custGeom>
              <a:avLst/>
              <a:pathLst>
                <a:path w="584" h="678">
                  <a:moveTo>
                    <a:pt x="445" y="284"/>
                  </a:moveTo>
                  <a:lnTo>
                    <a:pt x="568" y="381"/>
                  </a:lnTo>
                  <a:lnTo>
                    <a:pt x="582" y="419"/>
                  </a:lnTo>
                  <a:lnTo>
                    <a:pt x="584" y="643"/>
                  </a:lnTo>
                  <a:lnTo>
                    <a:pt x="514" y="678"/>
                  </a:lnTo>
                  <a:lnTo>
                    <a:pt x="493" y="678"/>
                  </a:lnTo>
                  <a:lnTo>
                    <a:pt x="326" y="584"/>
                  </a:lnTo>
                  <a:lnTo>
                    <a:pt x="315" y="574"/>
                  </a:lnTo>
                  <a:lnTo>
                    <a:pt x="105" y="348"/>
                  </a:lnTo>
                  <a:lnTo>
                    <a:pt x="86" y="333"/>
                  </a:lnTo>
                  <a:lnTo>
                    <a:pt x="64" y="332"/>
                  </a:lnTo>
                  <a:lnTo>
                    <a:pt x="22" y="240"/>
                  </a:lnTo>
                  <a:lnTo>
                    <a:pt x="3" y="142"/>
                  </a:lnTo>
                  <a:lnTo>
                    <a:pt x="0" y="122"/>
                  </a:lnTo>
                  <a:lnTo>
                    <a:pt x="15" y="72"/>
                  </a:lnTo>
                  <a:lnTo>
                    <a:pt x="40" y="38"/>
                  </a:lnTo>
                  <a:lnTo>
                    <a:pt x="81" y="0"/>
                  </a:lnTo>
                  <a:lnTo>
                    <a:pt x="95" y="12"/>
                  </a:lnTo>
                  <a:lnTo>
                    <a:pt x="163" y="145"/>
                  </a:lnTo>
                  <a:lnTo>
                    <a:pt x="281" y="204"/>
                  </a:lnTo>
                  <a:lnTo>
                    <a:pt x="445" y="2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9028665" y="2435949"/>
              <a:ext cx="573" cy="1031"/>
            </a:xfrm>
            <a:custGeom>
              <a:avLst/>
              <a:pathLst>
                <a:path w="573" h="1031">
                  <a:moveTo>
                    <a:pt x="286" y="3"/>
                  </a:moveTo>
                  <a:lnTo>
                    <a:pt x="295" y="6"/>
                  </a:lnTo>
                  <a:lnTo>
                    <a:pt x="300" y="6"/>
                  </a:lnTo>
                  <a:lnTo>
                    <a:pt x="433" y="50"/>
                  </a:lnTo>
                  <a:lnTo>
                    <a:pt x="443" y="63"/>
                  </a:lnTo>
                  <a:lnTo>
                    <a:pt x="446" y="71"/>
                  </a:lnTo>
                  <a:lnTo>
                    <a:pt x="452" y="81"/>
                  </a:lnTo>
                  <a:lnTo>
                    <a:pt x="457" y="89"/>
                  </a:lnTo>
                  <a:lnTo>
                    <a:pt x="467" y="112"/>
                  </a:lnTo>
                  <a:lnTo>
                    <a:pt x="474" y="126"/>
                  </a:lnTo>
                  <a:lnTo>
                    <a:pt x="479" y="138"/>
                  </a:lnTo>
                  <a:lnTo>
                    <a:pt x="572" y="481"/>
                  </a:lnTo>
                  <a:lnTo>
                    <a:pt x="573" y="498"/>
                  </a:lnTo>
                  <a:lnTo>
                    <a:pt x="572" y="514"/>
                  </a:lnTo>
                  <a:lnTo>
                    <a:pt x="569" y="657"/>
                  </a:lnTo>
                  <a:lnTo>
                    <a:pt x="569" y="662"/>
                  </a:lnTo>
                  <a:lnTo>
                    <a:pt x="472" y="867"/>
                  </a:lnTo>
                  <a:lnTo>
                    <a:pt x="449" y="917"/>
                  </a:lnTo>
                  <a:lnTo>
                    <a:pt x="445" y="925"/>
                  </a:lnTo>
                  <a:lnTo>
                    <a:pt x="438" y="939"/>
                  </a:lnTo>
                  <a:lnTo>
                    <a:pt x="364" y="1016"/>
                  </a:lnTo>
                  <a:lnTo>
                    <a:pt x="346" y="1022"/>
                  </a:lnTo>
                  <a:lnTo>
                    <a:pt x="324" y="1031"/>
                  </a:lnTo>
                  <a:lnTo>
                    <a:pt x="287" y="1029"/>
                  </a:lnTo>
                  <a:lnTo>
                    <a:pt x="267" y="1023"/>
                  </a:lnTo>
                  <a:lnTo>
                    <a:pt x="233" y="998"/>
                  </a:lnTo>
                  <a:lnTo>
                    <a:pt x="214" y="977"/>
                  </a:lnTo>
                  <a:lnTo>
                    <a:pt x="211" y="969"/>
                  </a:lnTo>
                  <a:lnTo>
                    <a:pt x="205" y="955"/>
                  </a:lnTo>
                  <a:lnTo>
                    <a:pt x="190" y="705"/>
                  </a:lnTo>
                  <a:lnTo>
                    <a:pt x="185" y="660"/>
                  </a:lnTo>
                  <a:lnTo>
                    <a:pt x="183" y="633"/>
                  </a:lnTo>
                  <a:lnTo>
                    <a:pt x="176" y="562"/>
                  </a:lnTo>
                  <a:lnTo>
                    <a:pt x="172" y="527"/>
                  </a:lnTo>
                  <a:lnTo>
                    <a:pt x="147" y="422"/>
                  </a:lnTo>
                  <a:lnTo>
                    <a:pt x="110" y="364"/>
                  </a:lnTo>
                  <a:lnTo>
                    <a:pt x="101" y="351"/>
                  </a:lnTo>
                  <a:lnTo>
                    <a:pt x="99" y="343"/>
                  </a:lnTo>
                  <a:lnTo>
                    <a:pt x="98" y="338"/>
                  </a:lnTo>
                  <a:lnTo>
                    <a:pt x="96" y="326"/>
                  </a:lnTo>
                  <a:lnTo>
                    <a:pt x="91" y="312"/>
                  </a:lnTo>
                  <a:lnTo>
                    <a:pt x="87" y="305"/>
                  </a:lnTo>
                  <a:lnTo>
                    <a:pt x="78" y="304"/>
                  </a:lnTo>
                  <a:lnTo>
                    <a:pt x="65" y="308"/>
                  </a:lnTo>
                  <a:lnTo>
                    <a:pt x="48" y="312"/>
                  </a:lnTo>
                  <a:lnTo>
                    <a:pt x="8" y="283"/>
                  </a:lnTo>
                  <a:lnTo>
                    <a:pt x="0" y="276"/>
                  </a:lnTo>
                  <a:lnTo>
                    <a:pt x="4" y="265"/>
                  </a:lnTo>
                  <a:lnTo>
                    <a:pt x="9" y="261"/>
                  </a:lnTo>
                  <a:lnTo>
                    <a:pt x="10" y="255"/>
                  </a:lnTo>
                  <a:lnTo>
                    <a:pt x="16" y="245"/>
                  </a:lnTo>
                  <a:lnTo>
                    <a:pt x="21" y="241"/>
                  </a:lnTo>
                  <a:lnTo>
                    <a:pt x="22" y="233"/>
                  </a:lnTo>
                  <a:lnTo>
                    <a:pt x="196" y="49"/>
                  </a:lnTo>
                  <a:lnTo>
                    <a:pt x="200" y="45"/>
                  </a:lnTo>
                  <a:lnTo>
                    <a:pt x="212" y="36"/>
                  </a:lnTo>
                  <a:lnTo>
                    <a:pt x="222" y="31"/>
                  </a:lnTo>
                  <a:lnTo>
                    <a:pt x="227" y="25"/>
                  </a:lnTo>
                  <a:lnTo>
                    <a:pt x="237" y="24"/>
                  </a:lnTo>
                  <a:lnTo>
                    <a:pt x="251" y="14"/>
                  </a:lnTo>
                  <a:lnTo>
                    <a:pt x="253" y="7"/>
                  </a:lnTo>
                  <a:lnTo>
                    <a:pt x="259" y="2"/>
                  </a:lnTo>
                  <a:lnTo>
                    <a:pt x="265" y="1"/>
                  </a:lnTo>
                  <a:lnTo>
                    <a:pt x="269" y="0"/>
                  </a:lnTo>
                  <a:lnTo>
                    <a:pt x="275" y="0"/>
                  </a:lnTo>
                  <a:lnTo>
                    <a:pt x="286" y="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9039881" y="2436505"/>
              <a:ext cx="1524" cy="1120"/>
            </a:xfrm>
            <a:custGeom>
              <a:avLst/>
              <a:pathLst>
                <a:path w="1524" h="1120">
                  <a:moveTo>
                    <a:pt x="731" y="105"/>
                  </a:moveTo>
                  <a:lnTo>
                    <a:pt x="919" y="325"/>
                  </a:lnTo>
                  <a:lnTo>
                    <a:pt x="925" y="333"/>
                  </a:lnTo>
                  <a:lnTo>
                    <a:pt x="975" y="336"/>
                  </a:lnTo>
                  <a:lnTo>
                    <a:pt x="1030" y="339"/>
                  </a:lnTo>
                  <a:lnTo>
                    <a:pt x="1202" y="349"/>
                  </a:lnTo>
                  <a:lnTo>
                    <a:pt x="1213" y="342"/>
                  </a:lnTo>
                  <a:lnTo>
                    <a:pt x="1225" y="339"/>
                  </a:lnTo>
                  <a:lnTo>
                    <a:pt x="1234" y="334"/>
                  </a:lnTo>
                  <a:lnTo>
                    <a:pt x="1243" y="323"/>
                  </a:lnTo>
                  <a:lnTo>
                    <a:pt x="1250" y="313"/>
                  </a:lnTo>
                  <a:lnTo>
                    <a:pt x="1255" y="308"/>
                  </a:lnTo>
                  <a:lnTo>
                    <a:pt x="1259" y="305"/>
                  </a:lnTo>
                  <a:lnTo>
                    <a:pt x="1311" y="272"/>
                  </a:lnTo>
                  <a:lnTo>
                    <a:pt x="1335" y="256"/>
                  </a:lnTo>
                  <a:lnTo>
                    <a:pt x="1353" y="254"/>
                  </a:lnTo>
                  <a:lnTo>
                    <a:pt x="1382" y="251"/>
                  </a:lnTo>
                  <a:lnTo>
                    <a:pt x="1420" y="246"/>
                  </a:lnTo>
                  <a:lnTo>
                    <a:pt x="1434" y="244"/>
                  </a:lnTo>
                  <a:lnTo>
                    <a:pt x="1440" y="249"/>
                  </a:lnTo>
                  <a:lnTo>
                    <a:pt x="1521" y="328"/>
                  </a:lnTo>
                  <a:lnTo>
                    <a:pt x="1524" y="342"/>
                  </a:lnTo>
                  <a:lnTo>
                    <a:pt x="1524" y="360"/>
                  </a:lnTo>
                  <a:lnTo>
                    <a:pt x="1520" y="425"/>
                  </a:lnTo>
                  <a:lnTo>
                    <a:pt x="1518" y="436"/>
                  </a:lnTo>
                  <a:lnTo>
                    <a:pt x="1516" y="442"/>
                  </a:lnTo>
                  <a:lnTo>
                    <a:pt x="1511" y="463"/>
                  </a:lnTo>
                  <a:lnTo>
                    <a:pt x="1332" y="853"/>
                  </a:lnTo>
                  <a:lnTo>
                    <a:pt x="1318" y="852"/>
                  </a:lnTo>
                  <a:lnTo>
                    <a:pt x="1311" y="841"/>
                  </a:lnTo>
                  <a:lnTo>
                    <a:pt x="1309" y="832"/>
                  </a:lnTo>
                  <a:lnTo>
                    <a:pt x="1303" y="821"/>
                  </a:lnTo>
                  <a:lnTo>
                    <a:pt x="1295" y="818"/>
                  </a:lnTo>
                  <a:lnTo>
                    <a:pt x="1289" y="821"/>
                  </a:lnTo>
                  <a:lnTo>
                    <a:pt x="1280" y="826"/>
                  </a:lnTo>
                  <a:lnTo>
                    <a:pt x="1225" y="838"/>
                  </a:lnTo>
                  <a:lnTo>
                    <a:pt x="1170" y="834"/>
                  </a:lnTo>
                  <a:lnTo>
                    <a:pt x="1128" y="831"/>
                  </a:lnTo>
                  <a:lnTo>
                    <a:pt x="1093" y="827"/>
                  </a:lnTo>
                  <a:lnTo>
                    <a:pt x="1078" y="823"/>
                  </a:lnTo>
                  <a:lnTo>
                    <a:pt x="1062" y="818"/>
                  </a:lnTo>
                  <a:lnTo>
                    <a:pt x="1034" y="810"/>
                  </a:lnTo>
                  <a:lnTo>
                    <a:pt x="1023" y="806"/>
                  </a:lnTo>
                  <a:lnTo>
                    <a:pt x="1009" y="803"/>
                  </a:lnTo>
                  <a:lnTo>
                    <a:pt x="758" y="830"/>
                  </a:lnTo>
                  <a:lnTo>
                    <a:pt x="721" y="856"/>
                  </a:lnTo>
                  <a:lnTo>
                    <a:pt x="708" y="887"/>
                  </a:lnTo>
                  <a:lnTo>
                    <a:pt x="699" y="913"/>
                  </a:lnTo>
                  <a:lnTo>
                    <a:pt x="694" y="931"/>
                  </a:lnTo>
                  <a:lnTo>
                    <a:pt x="683" y="947"/>
                  </a:lnTo>
                  <a:lnTo>
                    <a:pt x="596" y="1016"/>
                  </a:lnTo>
                  <a:lnTo>
                    <a:pt x="593" y="1020"/>
                  </a:lnTo>
                  <a:lnTo>
                    <a:pt x="584" y="1026"/>
                  </a:lnTo>
                  <a:lnTo>
                    <a:pt x="540" y="1060"/>
                  </a:lnTo>
                  <a:lnTo>
                    <a:pt x="469" y="1091"/>
                  </a:lnTo>
                  <a:lnTo>
                    <a:pt x="403" y="1120"/>
                  </a:lnTo>
                  <a:lnTo>
                    <a:pt x="365" y="1119"/>
                  </a:lnTo>
                  <a:lnTo>
                    <a:pt x="335" y="1099"/>
                  </a:lnTo>
                  <a:lnTo>
                    <a:pt x="260" y="974"/>
                  </a:lnTo>
                  <a:lnTo>
                    <a:pt x="228" y="921"/>
                  </a:lnTo>
                  <a:lnTo>
                    <a:pt x="219" y="893"/>
                  </a:lnTo>
                  <a:lnTo>
                    <a:pt x="207" y="858"/>
                  </a:lnTo>
                  <a:lnTo>
                    <a:pt x="200" y="817"/>
                  </a:lnTo>
                  <a:lnTo>
                    <a:pt x="199" y="763"/>
                  </a:lnTo>
                  <a:lnTo>
                    <a:pt x="199" y="741"/>
                  </a:lnTo>
                  <a:lnTo>
                    <a:pt x="197" y="717"/>
                  </a:lnTo>
                  <a:lnTo>
                    <a:pt x="196" y="687"/>
                  </a:lnTo>
                  <a:lnTo>
                    <a:pt x="185" y="657"/>
                  </a:lnTo>
                  <a:lnTo>
                    <a:pt x="177" y="635"/>
                  </a:lnTo>
                  <a:lnTo>
                    <a:pt x="155" y="445"/>
                  </a:lnTo>
                  <a:lnTo>
                    <a:pt x="149" y="433"/>
                  </a:lnTo>
                  <a:lnTo>
                    <a:pt x="138" y="430"/>
                  </a:lnTo>
                  <a:lnTo>
                    <a:pt x="95" y="418"/>
                  </a:lnTo>
                  <a:lnTo>
                    <a:pt x="83" y="419"/>
                  </a:lnTo>
                  <a:lnTo>
                    <a:pt x="45" y="440"/>
                  </a:lnTo>
                  <a:lnTo>
                    <a:pt x="28" y="434"/>
                  </a:lnTo>
                  <a:lnTo>
                    <a:pt x="11" y="396"/>
                  </a:lnTo>
                  <a:lnTo>
                    <a:pt x="9" y="378"/>
                  </a:lnTo>
                  <a:lnTo>
                    <a:pt x="0" y="322"/>
                  </a:lnTo>
                  <a:lnTo>
                    <a:pt x="0" y="314"/>
                  </a:lnTo>
                  <a:lnTo>
                    <a:pt x="0" y="302"/>
                  </a:lnTo>
                  <a:lnTo>
                    <a:pt x="15" y="283"/>
                  </a:lnTo>
                  <a:lnTo>
                    <a:pt x="98" y="231"/>
                  </a:lnTo>
                  <a:lnTo>
                    <a:pt x="109" y="226"/>
                  </a:lnTo>
                  <a:lnTo>
                    <a:pt x="123" y="221"/>
                  </a:lnTo>
                  <a:lnTo>
                    <a:pt x="145" y="211"/>
                  </a:lnTo>
                  <a:lnTo>
                    <a:pt x="171" y="206"/>
                  </a:lnTo>
                  <a:lnTo>
                    <a:pt x="198" y="199"/>
                  </a:lnTo>
                  <a:lnTo>
                    <a:pt x="204" y="194"/>
                  </a:lnTo>
                  <a:lnTo>
                    <a:pt x="210" y="185"/>
                  </a:lnTo>
                  <a:lnTo>
                    <a:pt x="216" y="174"/>
                  </a:lnTo>
                  <a:lnTo>
                    <a:pt x="222" y="165"/>
                  </a:lnTo>
                  <a:lnTo>
                    <a:pt x="227" y="153"/>
                  </a:lnTo>
                  <a:lnTo>
                    <a:pt x="245" y="143"/>
                  </a:lnTo>
                  <a:lnTo>
                    <a:pt x="284" y="147"/>
                  </a:lnTo>
                  <a:lnTo>
                    <a:pt x="333" y="151"/>
                  </a:lnTo>
                  <a:lnTo>
                    <a:pt x="345" y="152"/>
                  </a:lnTo>
                  <a:lnTo>
                    <a:pt x="360" y="174"/>
                  </a:lnTo>
                  <a:lnTo>
                    <a:pt x="398" y="199"/>
                  </a:lnTo>
                  <a:lnTo>
                    <a:pt x="422" y="210"/>
                  </a:lnTo>
                  <a:lnTo>
                    <a:pt x="437" y="211"/>
                  </a:lnTo>
                  <a:lnTo>
                    <a:pt x="463" y="208"/>
                  </a:lnTo>
                  <a:lnTo>
                    <a:pt x="484" y="196"/>
                  </a:lnTo>
                  <a:lnTo>
                    <a:pt x="527" y="151"/>
                  </a:lnTo>
                  <a:lnTo>
                    <a:pt x="534" y="142"/>
                  </a:lnTo>
                  <a:lnTo>
                    <a:pt x="657" y="0"/>
                  </a:lnTo>
                  <a:lnTo>
                    <a:pt x="675" y="25"/>
                  </a:lnTo>
                  <a:lnTo>
                    <a:pt x="709" y="73"/>
                  </a:lnTo>
                  <a:lnTo>
                    <a:pt x="713" y="79"/>
                  </a:lnTo>
                  <a:lnTo>
                    <a:pt x="718" y="87"/>
                  </a:lnTo>
                  <a:lnTo>
                    <a:pt x="726" y="94"/>
                  </a:lnTo>
                  <a:lnTo>
                    <a:pt x="731" y="1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9028770" y="2435059"/>
              <a:ext cx="350" cy="432"/>
            </a:xfrm>
            <a:custGeom>
              <a:avLst/>
              <a:pathLst>
                <a:path w="350" h="432">
                  <a:moveTo>
                    <a:pt x="271" y="186"/>
                  </a:moveTo>
                  <a:lnTo>
                    <a:pt x="265" y="204"/>
                  </a:lnTo>
                  <a:lnTo>
                    <a:pt x="260" y="203"/>
                  </a:lnTo>
                  <a:lnTo>
                    <a:pt x="217" y="273"/>
                  </a:lnTo>
                  <a:lnTo>
                    <a:pt x="134" y="378"/>
                  </a:lnTo>
                  <a:lnTo>
                    <a:pt x="105" y="405"/>
                  </a:lnTo>
                  <a:lnTo>
                    <a:pt x="99" y="410"/>
                  </a:lnTo>
                  <a:lnTo>
                    <a:pt x="101" y="418"/>
                  </a:lnTo>
                  <a:lnTo>
                    <a:pt x="92" y="432"/>
                  </a:lnTo>
                  <a:lnTo>
                    <a:pt x="79" y="419"/>
                  </a:lnTo>
                  <a:lnTo>
                    <a:pt x="45" y="323"/>
                  </a:lnTo>
                  <a:lnTo>
                    <a:pt x="0" y="197"/>
                  </a:lnTo>
                  <a:lnTo>
                    <a:pt x="47" y="52"/>
                  </a:lnTo>
                  <a:lnTo>
                    <a:pt x="125" y="15"/>
                  </a:lnTo>
                  <a:lnTo>
                    <a:pt x="134" y="11"/>
                  </a:lnTo>
                  <a:lnTo>
                    <a:pt x="168" y="0"/>
                  </a:lnTo>
                  <a:lnTo>
                    <a:pt x="178" y="1"/>
                  </a:lnTo>
                  <a:lnTo>
                    <a:pt x="218" y="7"/>
                  </a:lnTo>
                  <a:lnTo>
                    <a:pt x="340" y="35"/>
                  </a:lnTo>
                  <a:lnTo>
                    <a:pt x="350" y="50"/>
                  </a:lnTo>
                  <a:lnTo>
                    <a:pt x="347" y="58"/>
                  </a:lnTo>
                  <a:lnTo>
                    <a:pt x="293" y="147"/>
                  </a:lnTo>
                  <a:lnTo>
                    <a:pt x="273" y="181"/>
                  </a:lnTo>
                  <a:lnTo>
                    <a:pt x="271" y="18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9026202" y="2434019"/>
              <a:ext cx="1098" cy="1062"/>
            </a:xfrm>
            <a:custGeom>
              <a:avLst/>
              <a:pathLst>
                <a:path w="1098" h="1062">
                  <a:moveTo>
                    <a:pt x="755" y="738"/>
                  </a:moveTo>
                  <a:lnTo>
                    <a:pt x="732" y="739"/>
                  </a:lnTo>
                  <a:lnTo>
                    <a:pt x="726" y="738"/>
                  </a:lnTo>
                  <a:lnTo>
                    <a:pt x="716" y="736"/>
                  </a:lnTo>
                  <a:lnTo>
                    <a:pt x="703" y="735"/>
                  </a:lnTo>
                  <a:lnTo>
                    <a:pt x="686" y="747"/>
                  </a:lnTo>
                  <a:lnTo>
                    <a:pt x="681" y="753"/>
                  </a:lnTo>
                  <a:lnTo>
                    <a:pt x="675" y="767"/>
                  </a:lnTo>
                  <a:lnTo>
                    <a:pt x="643" y="857"/>
                  </a:lnTo>
                  <a:lnTo>
                    <a:pt x="640" y="867"/>
                  </a:lnTo>
                  <a:lnTo>
                    <a:pt x="634" y="878"/>
                  </a:lnTo>
                  <a:lnTo>
                    <a:pt x="625" y="882"/>
                  </a:lnTo>
                  <a:lnTo>
                    <a:pt x="621" y="879"/>
                  </a:lnTo>
                  <a:lnTo>
                    <a:pt x="608" y="875"/>
                  </a:lnTo>
                  <a:lnTo>
                    <a:pt x="593" y="878"/>
                  </a:lnTo>
                  <a:lnTo>
                    <a:pt x="574" y="877"/>
                  </a:lnTo>
                  <a:lnTo>
                    <a:pt x="568" y="873"/>
                  </a:lnTo>
                  <a:lnTo>
                    <a:pt x="545" y="850"/>
                  </a:lnTo>
                  <a:lnTo>
                    <a:pt x="531" y="839"/>
                  </a:lnTo>
                  <a:lnTo>
                    <a:pt x="502" y="822"/>
                  </a:lnTo>
                  <a:lnTo>
                    <a:pt x="496" y="815"/>
                  </a:lnTo>
                  <a:lnTo>
                    <a:pt x="492" y="809"/>
                  </a:lnTo>
                  <a:lnTo>
                    <a:pt x="322" y="982"/>
                  </a:lnTo>
                  <a:lnTo>
                    <a:pt x="316" y="985"/>
                  </a:lnTo>
                  <a:lnTo>
                    <a:pt x="212" y="1032"/>
                  </a:lnTo>
                  <a:lnTo>
                    <a:pt x="171" y="1050"/>
                  </a:lnTo>
                  <a:lnTo>
                    <a:pt x="157" y="1057"/>
                  </a:lnTo>
                  <a:lnTo>
                    <a:pt x="151" y="1059"/>
                  </a:lnTo>
                  <a:lnTo>
                    <a:pt x="145" y="1062"/>
                  </a:lnTo>
                  <a:lnTo>
                    <a:pt x="134" y="1057"/>
                  </a:lnTo>
                  <a:lnTo>
                    <a:pt x="103" y="1042"/>
                  </a:lnTo>
                  <a:lnTo>
                    <a:pt x="95" y="1037"/>
                  </a:lnTo>
                  <a:lnTo>
                    <a:pt x="80" y="1019"/>
                  </a:lnTo>
                  <a:lnTo>
                    <a:pt x="76" y="1015"/>
                  </a:lnTo>
                  <a:lnTo>
                    <a:pt x="71" y="1010"/>
                  </a:lnTo>
                  <a:lnTo>
                    <a:pt x="58" y="995"/>
                  </a:lnTo>
                  <a:lnTo>
                    <a:pt x="30" y="963"/>
                  </a:lnTo>
                  <a:lnTo>
                    <a:pt x="21" y="952"/>
                  </a:lnTo>
                  <a:lnTo>
                    <a:pt x="0" y="924"/>
                  </a:lnTo>
                  <a:lnTo>
                    <a:pt x="24" y="735"/>
                  </a:lnTo>
                  <a:lnTo>
                    <a:pt x="30" y="693"/>
                  </a:lnTo>
                  <a:lnTo>
                    <a:pt x="35" y="692"/>
                  </a:lnTo>
                  <a:lnTo>
                    <a:pt x="104" y="675"/>
                  </a:lnTo>
                  <a:lnTo>
                    <a:pt x="173" y="658"/>
                  </a:lnTo>
                  <a:lnTo>
                    <a:pt x="255" y="649"/>
                  </a:lnTo>
                  <a:lnTo>
                    <a:pt x="269" y="698"/>
                  </a:lnTo>
                  <a:lnTo>
                    <a:pt x="284" y="753"/>
                  </a:lnTo>
                  <a:lnTo>
                    <a:pt x="303" y="773"/>
                  </a:lnTo>
                  <a:lnTo>
                    <a:pt x="309" y="779"/>
                  </a:lnTo>
                  <a:lnTo>
                    <a:pt x="350" y="785"/>
                  </a:lnTo>
                  <a:lnTo>
                    <a:pt x="356" y="786"/>
                  </a:lnTo>
                  <a:lnTo>
                    <a:pt x="407" y="751"/>
                  </a:lnTo>
                  <a:lnTo>
                    <a:pt x="425" y="724"/>
                  </a:lnTo>
                  <a:lnTo>
                    <a:pt x="500" y="619"/>
                  </a:lnTo>
                  <a:lnTo>
                    <a:pt x="503" y="614"/>
                  </a:lnTo>
                  <a:lnTo>
                    <a:pt x="573" y="466"/>
                  </a:lnTo>
                  <a:lnTo>
                    <a:pt x="582" y="448"/>
                  </a:lnTo>
                  <a:lnTo>
                    <a:pt x="624" y="361"/>
                  </a:lnTo>
                  <a:lnTo>
                    <a:pt x="625" y="322"/>
                  </a:lnTo>
                  <a:lnTo>
                    <a:pt x="591" y="163"/>
                  </a:lnTo>
                  <a:lnTo>
                    <a:pt x="555" y="82"/>
                  </a:lnTo>
                  <a:lnTo>
                    <a:pt x="547" y="66"/>
                  </a:lnTo>
                  <a:lnTo>
                    <a:pt x="540" y="54"/>
                  </a:lnTo>
                  <a:lnTo>
                    <a:pt x="545" y="44"/>
                  </a:lnTo>
                  <a:lnTo>
                    <a:pt x="569" y="5"/>
                  </a:lnTo>
                  <a:lnTo>
                    <a:pt x="579" y="0"/>
                  </a:lnTo>
                  <a:lnTo>
                    <a:pt x="627" y="7"/>
                  </a:lnTo>
                  <a:lnTo>
                    <a:pt x="782" y="91"/>
                  </a:lnTo>
                  <a:lnTo>
                    <a:pt x="787" y="94"/>
                  </a:lnTo>
                  <a:lnTo>
                    <a:pt x="822" y="129"/>
                  </a:lnTo>
                  <a:lnTo>
                    <a:pt x="832" y="136"/>
                  </a:lnTo>
                  <a:lnTo>
                    <a:pt x="846" y="152"/>
                  </a:lnTo>
                  <a:lnTo>
                    <a:pt x="1088" y="449"/>
                  </a:lnTo>
                  <a:lnTo>
                    <a:pt x="1098" y="460"/>
                  </a:lnTo>
                  <a:lnTo>
                    <a:pt x="1097" y="466"/>
                  </a:lnTo>
                  <a:lnTo>
                    <a:pt x="1094" y="476"/>
                  </a:lnTo>
                  <a:lnTo>
                    <a:pt x="960" y="610"/>
                  </a:lnTo>
                  <a:lnTo>
                    <a:pt x="883" y="687"/>
                  </a:lnTo>
                  <a:lnTo>
                    <a:pt x="875" y="693"/>
                  </a:lnTo>
                  <a:lnTo>
                    <a:pt x="836" y="716"/>
                  </a:lnTo>
                  <a:lnTo>
                    <a:pt x="777" y="728"/>
                  </a:lnTo>
                  <a:lnTo>
                    <a:pt x="755" y="7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8997658" y="2430848"/>
              <a:ext cx="1238" cy="1397"/>
            </a:xfrm>
            <a:custGeom>
              <a:avLst/>
              <a:pathLst>
                <a:path w="1238" h="1397">
                  <a:moveTo>
                    <a:pt x="1176" y="558"/>
                  </a:moveTo>
                  <a:lnTo>
                    <a:pt x="300" y="1397"/>
                  </a:lnTo>
                  <a:lnTo>
                    <a:pt x="156" y="1150"/>
                  </a:lnTo>
                  <a:lnTo>
                    <a:pt x="0" y="878"/>
                  </a:lnTo>
                  <a:lnTo>
                    <a:pt x="0" y="871"/>
                  </a:lnTo>
                  <a:lnTo>
                    <a:pt x="44" y="830"/>
                  </a:lnTo>
                  <a:lnTo>
                    <a:pt x="378" y="518"/>
                  </a:lnTo>
                  <a:lnTo>
                    <a:pt x="535" y="360"/>
                  </a:lnTo>
                  <a:lnTo>
                    <a:pt x="917" y="0"/>
                  </a:lnTo>
                  <a:lnTo>
                    <a:pt x="1188" y="414"/>
                  </a:lnTo>
                  <a:lnTo>
                    <a:pt x="1238" y="490"/>
                  </a:lnTo>
                  <a:lnTo>
                    <a:pt x="1176" y="5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9026721" y="2433462"/>
              <a:ext cx="588" cy="712"/>
            </a:xfrm>
            <a:custGeom>
              <a:avLst/>
              <a:pathLst>
                <a:path w="588" h="712">
                  <a:moveTo>
                    <a:pt x="588" y="186"/>
                  </a:moveTo>
                  <a:lnTo>
                    <a:pt x="548" y="634"/>
                  </a:lnTo>
                  <a:lnTo>
                    <a:pt x="526" y="683"/>
                  </a:lnTo>
                  <a:lnTo>
                    <a:pt x="503" y="697"/>
                  </a:lnTo>
                  <a:lnTo>
                    <a:pt x="488" y="707"/>
                  </a:lnTo>
                  <a:lnTo>
                    <a:pt x="483" y="709"/>
                  </a:lnTo>
                  <a:lnTo>
                    <a:pt x="478" y="712"/>
                  </a:lnTo>
                  <a:lnTo>
                    <a:pt x="337" y="622"/>
                  </a:lnTo>
                  <a:lnTo>
                    <a:pt x="229" y="542"/>
                  </a:lnTo>
                  <a:lnTo>
                    <a:pt x="11" y="422"/>
                  </a:lnTo>
                  <a:lnTo>
                    <a:pt x="11" y="414"/>
                  </a:lnTo>
                  <a:lnTo>
                    <a:pt x="13" y="405"/>
                  </a:lnTo>
                  <a:lnTo>
                    <a:pt x="12" y="387"/>
                  </a:lnTo>
                  <a:lnTo>
                    <a:pt x="7" y="328"/>
                  </a:lnTo>
                  <a:lnTo>
                    <a:pt x="6" y="318"/>
                  </a:lnTo>
                  <a:lnTo>
                    <a:pt x="0" y="240"/>
                  </a:lnTo>
                  <a:lnTo>
                    <a:pt x="5" y="216"/>
                  </a:lnTo>
                  <a:lnTo>
                    <a:pt x="15" y="202"/>
                  </a:lnTo>
                  <a:lnTo>
                    <a:pt x="18" y="198"/>
                  </a:lnTo>
                  <a:lnTo>
                    <a:pt x="33" y="182"/>
                  </a:lnTo>
                  <a:lnTo>
                    <a:pt x="43" y="175"/>
                  </a:lnTo>
                  <a:lnTo>
                    <a:pt x="49" y="164"/>
                  </a:lnTo>
                  <a:lnTo>
                    <a:pt x="54" y="150"/>
                  </a:lnTo>
                  <a:lnTo>
                    <a:pt x="66" y="130"/>
                  </a:lnTo>
                  <a:lnTo>
                    <a:pt x="80" y="126"/>
                  </a:lnTo>
                  <a:lnTo>
                    <a:pt x="94" y="123"/>
                  </a:lnTo>
                  <a:lnTo>
                    <a:pt x="175" y="183"/>
                  </a:lnTo>
                  <a:lnTo>
                    <a:pt x="237" y="299"/>
                  </a:lnTo>
                  <a:lnTo>
                    <a:pt x="239" y="303"/>
                  </a:lnTo>
                  <a:lnTo>
                    <a:pt x="260" y="352"/>
                  </a:lnTo>
                  <a:lnTo>
                    <a:pt x="263" y="363"/>
                  </a:lnTo>
                  <a:lnTo>
                    <a:pt x="265" y="368"/>
                  </a:lnTo>
                  <a:lnTo>
                    <a:pt x="267" y="375"/>
                  </a:lnTo>
                  <a:lnTo>
                    <a:pt x="269" y="381"/>
                  </a:lnTo>
                  <a:lnTo>
                    <a:pt x="266" y="399"/>
                  </a:lnTo>
                  <a:lnTo>
                    <a:pt x="268" y="429"/>
                  </a:lnTo>
                  <a:lnTo>
                    <a:pt x="299" y="445"/>
                  </a:lnTo>
                  <a:lnTo>
                    <a:pt x="312" y="445"/>
                  </a:lnTo>
                  <a:lnTo>
                    <a:pt x="319" y="445"/>
                  </a:lnTo>
                  <a:lnTo>
                    <a:pt x="333" y="443"/>
                  </a:lnTo>
                  <a:lnTo>
                    <a:pt x="386" y="413"/>
                  </a:lnTo>
                  <a:lnTo>
                    <a:pt x="409" y="391"/>
                  </a:lnTo>
                  <a:lnTo>
                    <a:pt x="436" y="355"/>
                  </a:lnTo>
                  <a:lnTo>
                    <a:pt x="441" y="348"/>
                  </a:lnTo>
                  <a:lnTo>
                    <a:pt x="463" y="307"/>
                  </a:lnTo>
                  <a:lnTo>
                    <a:pt x="477" y="276"/>
                  </a:lnTo>
                  <a:lnTo>
                    <a:pt x="480" y="259"/>
                  </a:lnTo>
                  <a:lnTo>
                    <a:pt x="480" y="252"/>
                  </a:lnTo>
                  <a:lnTo>
                    <a:pt x="476" y="245"/>
                  </a:lnTo>
                  <a:lnTo>
                    <a:pt x="454" y="204"/>
                  </a:lnTo>
                  <a:lnTo>
                    <a:pt x="435" y="154"/>
                  </a:lnTo>
                  <a:lnTo>
                    <a:pt x="437" y="148"/>
                  </a:lnTo>
                  <a:lnTo>
                    <a:pt x="435" y="139"/>
                  </a:lnTo>
                  <a:lnTo>
                    <a:pt x="437" y="128"/>
                  </a:lnTo>
                  <a:lnTo>
                    <a:pt x="442" y="112"/>
                  </a:lnTo>
                  <a:lnTo>
                    <a:pt x="446" y="95"/>
                  </a:lnTo>
                  <a:lnTo>
                    <a:pt x="447" y="76"/>
                  </a:lnTo>
                  <a:lnTo>
                    <a:pt x="444" y="69"/>
                  </a:lnTo>
                  <a:lnTo>
                    <a:pt x="442" y="57"/>
                  </a:lnTo>
                  <a:lnTo>
                    <a:pt x="445" y="49"/>
                  </a:lnTo>
                  <a:lnTo>
                    <a:pt x="445" y="38"/>
                  </a:lnTo>
                  <a:lnTo>
                    <a:pt x="454" y="22"/>
                  </a:lnTo>
                  <a:lnTo>
                    <a:pt x="484" y="8"/>
                  </a:lnTo>
                  <a:lnTo>
                    <a:pt x="501" y="3"/>
                  </a:lnTo>
                  <a:lnTo>
                    <a:pt x="515" y="0"/>
                  </a:lnTo>
                  <a:lnTo>
                    <a:pt x="524" y="13"/>
                  </a:lnTo>
                  <a:lnTo>
                    <a:pt x="561" y="106"/>
                  </a:lnTo>
                  <a:lnTo>
                    <a:pt x="574" y="141"/>
                  </a:lnTo>
                  <a:lnTo>
                    <a:pt x="577" y="145"/>
                  </a:lnTo>
                  <a:lnTo>
                    <a:pt x="578" y="152"/>
                  </a:lnTo>
                  <a:lnTo>
                    <a:pt x="584" y="170"/>
                  </a:lnTo>
                  <a:lnTo>
                    <a:pt x="588" y="18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9025799" y="2432609"/>
              <a:ext cx="1249" cy="1120"/>
            </a:xfrm>
            <a:custGeom>
              <a:avLst/>
              <a:pathLst>
                <a:path w="1249" h="1120">
                  <a:moveTo>
                    <a:pt x="444" y="220"/>
                  </a:moveTo>
                  <a:lnTo>
                    <a:pt x="744" y="251"/>
                  </a:lnTo>
                  <a:lnTo>
                    <a:pt x="750" y="250"/>
                  </a:lnTo>
                  <a:lnTo>
                    <a:pt x="768" y="242"/>
                  </a:lnTo>
                  <a:lnTo>
                    <a:pt x="779" y="237"/>
                  </a:lnTo>
                  <a:lnTo>
                    <a:pt x="786" y="233"/>
                  </a:lnTo>
                  <a:lnTo>
                    <a:pt x="794" y="228"/>
                  </a:lnTo>
                  <a:lnTo>
                    <a:pt x="797" y="220"/>
                  </a:lnTo>
                  <a:lnTo>
                    <a:pt x="801" y="209"/>
                  </a:lnTo>
                  <a:lnTo>
                    <a:pt x="804" y="199"/>
                  </a:lnTo>
                  <a:lnTo>
                    <a:pt x="806" y="189"/>
                  </a:lnTo>
                  <a:lnTo>
                    <a:pt x="820" y="187"/>
                  </a:lnTo>
                  <a:lnTo>
                    <a:pt x="830" y="196"/>
                  </a:lnTo>
                  <a:lnTo>
                    <a:pt x="835" y="209"/>
                  </a:lnTo>
                  <a:lnTo>
                    <a:pt x="852" y="218"/>
                  </a:lnTo>
                  <a:lnTo>
                    <a:pt x="878" y="226"/>
                  </a:lnTo>
                  <a:lnTo>
                    <a:pt x="904" y="233"/>
                  </a:lnTo>
                  <a:lnTo>
                    <a:pt x="925" y="232"/>
                  </a:lnTo>
                  <a:lnTo>
                    <a:pt x="944" y="230"/>
                  </a:lnTo>
                  <a:lnTo>
                    <a:pt x="1000" y="224"/>
                  </a:lnTo>
                  <a:lnTo>
                    <a:pt x="1035" y="219"/>
                  </a:lnTo>
                  <a:lnTo>
                    <a:pt x="1083" y="213"/>
                  </a:lnTo>
                  <a:lnTo>
                    <a:pt x="1198" y="243"/>
                  </a:lnTo>
                  <a:lnTo>
                    <a:pt x="1249" y="260"/>
                  </a:lnTo>
                  <a:lnTo>
                    <a:pt x="1243" y="269"/>
                  </a:lnTo>
                  <a:lnTo>
                    <a:pt x="1196" y="330"/>
                  </a:lnTo>
                  <a:lnTo>
                    <a:pt x="1188" y="334"/>
                  </a:lnTo>
                  <a:lnTo>
                    <a:pt x="1177" y="338"/>
                  </a:lnTo>
                  <a:lnTo>
                    <a:pt x="1084" y="375"/>
                  </a:lnTo>
                  <a:lnTo>
                    <a:pt x="1074" y="379"/>
                  </a:lnTo>
                  <a:lnTo>
                    <a:pt x="1069" y="381"/>
                  </a:lnTo>
                  <a:lnTo>
                    <a:pt x="1061" y="384"/>
                  </a:lnTo>
                  <a:lnTo>
                    <a:pt x="829" y="435"/>
                  </a:lnTo>
                  <a:lnTo>
                    <a:pt x="825" y="439"/>
                  </a:lnTo>
                  <a:lnTo>
                    <a:pt x="814" y="461"/>
                  </a:lnTo>
                  <a:lnTo>
                    <a:pt x="810" y="470"/>
                  </a:lnTo>
                  <a:lnTo>
                    <a:pt x="805" y="484"/>
                  </a:lnTo>
                  <a:lnTo>
                    <a:pt x="799" y="489"/>
                  </a:lnTo>
                  <a:lnTo>
                    <a:pt x="794" y="490"/>
                  </a:lnTo>
                  <a:lnTo>
                    <a:pt x="778" y="491"/>
                  </a:lnTo>
                  <a:lnTo>
                    <a:pt x="764" y="495"/>
                  </a:lnTo>
                  <a:lnTo>
                    <a:pt x="736" y="502"/>
                  </a:lnTo>
                  <a:lnTo>
                    <a:pt x="726" y="506"/>
                  </a:lnTo>
                  <a:lnTo>
                    <a:pt x="719" y="513"/>
                  </a:lnTo>
                  <a:lnTo>
                    <a:pt x="713" y="514"/>
                  </a:lnTo>
                  <a:lnTo>
                    <a:pt x="704" y="510"/>
                  </a:lnTo>
                  <a:lnTo>
                    <a:pt x="700" y="506"/>
                  </a:lnTo>
                  <a:lnTo>
                    <a:pt x="694" y="490"/>
                  </a:lnTo>
                  <a:lnTo>
                    <a:pt x="694" y="475"/>
                  </a:lnTo>
                  <a:lnTo>
                    <a:pt x="692" y="465"/>
                  </a:lnTo>
                  <a:lnTo>
                    <a:pt x="683" y="450"/>
                  </a:lnTo>
                  <a:lnTo>
                    <a:pt x="676" y="444"/>
                  </a:lnTo>
                  <a:lnTo>
                    <a:pt x="668" y="434"/>
                  </a:lnTo>
                  <a:lnTo>
                    <a:pt x="533" y="318"/>
                  </a:lnTo>
                  <a:lnTo>
                    <a:pt x="510" y="312"/>
                  </a:lnTo>
                  <a:lnTo>
                    <a:pt x="504" y="313"/>
                  </a:lnTo>
                  <a:lnTo>
                    <a:pt x="497" y="315"/>
                  </a:lnTo>
                  <a:lnTo>
                    <a:pt x="488" y="320"/>
                  </a:lnTo>
                  <a:lnTo>
                    <a:pt x="482" y="326"/>
                  </a:lnTo>
                  <a:lnTo>
                    <a:pt x="478" y="330"/>
                  </a:lnTo>
                  <a:lnTo>
                    <a:pt x="468" y="341"/>
                  </a:lnTo>
                  <a:lnTo>
                    <a:pt x="463" y="341"/>
                  </a:lnTo>
                  <a:lnTo>
                    <a:pt x="453" y="336"/>
                  </a:lnTo>
                  <a:lnTo>
                    <a:pt x="440" y="333"/>
                  </a:lnTo>
                  <a:lnTo>
                    <a:pt x="398" y="331"/>
                  </a:lnTo>
                  <a:lnTo>
                    <a:pt x="391" y="339"/>
                  </a:lnTo>
                  <a:lnTo>
                    <a:pt x="317" y="422"/>
                  </a:lnTo>
                  <a:lnTo>
                    <a:pt x="308" y="505"/>
                  </a:lnTo>
                  <a:lnTo>
                    <a:pt x="312" y="547"/>
                  </a:lnTo>
                  <a:lnTo>
                    <a:pt x="313" y="559"/>
                  </a:lnTo>
                  <a:lnTo>
                    <a:pt x="537" y="797"/>
                  </a:lnTo>
                  <a:lnTo>
                    <a:pt x="633" y="877"/>
                  </a:lnTo>
                  <a:lnTo>
                    <a:pt x="640" y="883"/>
                  </a:lnTo>
                  <a:lnTo>
                    <a:pt x="646" y="888"/>
                  </a:lnTo>
                  <a:lnTo>
                    <a:pt x="679" y="915"/>
                  </a:lnTo>
                  <a:lnTo>
                    <a:pt x="755" y="908"/>
                  </a:lnTo>
                  <a:lnTo>
                    <a:pt x="765" y="908"/>
                  </a:lnTo>
                  <a:lnTo>
                    <a:pt x="768" y="911"/>
                  </a:lnTo>
                  <a:lnTo>
                    <a:pt x="780" y="913"/>
                  </a:lnTo>
                  <a:lnTo>
                    <a:pt x="784" y="910"/>
                  </a:lnTo>
                  <a:lnTo>
                    <a:pt x="790" y="896"/>
                  </a:lnTo>
                  <a:lnTo>
                    <a:pt x="808" y="906"/>
                  </a:lnTo>
                  <a:lnTo>
                    <a:pt x="815" y="910"/>
                  </a:lnTo>
                  <a:lnTo>
                    <a:pt x="821" y="935"/>
                  </a:lnTo>
                  <a:lnTo>
                    <a:pt x="823" y="945"/>
                  </a:lnTo>
                  <a:lnTo>
                    <a:pt x="826" y="954"/>
                  </a:lnTo>
                  <a:lnTo>
                    <a:pt x="830" y="972"/>
                  </a:lnTo>
                  <a:lnTo>
                    <a:pt x="828" y="979"/>
                  </a:lnTo>
                  <a:lnTo>
                    <a:pt x="786" y="1120"/>
                  </a:lnTo>
                  <a:lnTo>
                    <a:pt x="651" y="1048"/>
                  </a:lnTo>
                  <a:lnTo>
                    <a:pt x="645" y="1040"/>
                  </a:lnTo>
                  <a:lnTo>
                    <a:pt x="619" y="1004"/>
                  </a:lnTo>
                  <a:lnTo>
                    <a:pt x="599" y="976"/>
                  </a:lnTo>
                  <a:lnTo>
                    <a:pt x="590" y="963"/>
                  </a:lnTo>
                  <a:lnTo>
                    <a:pt x="550" y="908"/>
                  </a:lnTo>
                  <a:lnTo>
                    <a:pt x="543" y="906"/>
                  </a:lnTo>
                  <a:lnTo>
                    <a:pt x="537" y="913"/>
                  </a:lnTo>
                  <a:lnTo>
                    <a:pt x="519" y="950"/>
                  </a:lnTo>
                  <a:lnTo>
                    <a:pt x="497" y="962"/>
                  </a:lnTo>
                  <a:lnTo>
                    <a:pt x="440" y="970"/>
                  </a:lnTo>
                  <a:lnTo>
                    <a:pt x="435" y="961"/>
                  </a:lnTo>
                  <a:lnTo>
                    <a:pt x="429" y="958"/>
                  </a:lnTo>
                  <a:lnTo>
                    <a:pt x="414" y="969"/>
                  </a:lnTo>
                  <a:lnTo>
                    <a:pt x="331" y="1029"/>
                  </a:lnTo>
                  <a:lnTo>
                    <a:pt x="20" y="1075"/>
                  </a:lnTo>
                  <a:lnTo>
                    <a:pt x="0" y="992"/>
                  </a:lnTo>
                  <a:lnTo>
                    <a:pt x="57" y="817"/>
                  </a:lnTo>
                  <a:lnTo>
                    <a:pt x="63" y="815"/>
                  </a:lnTo>
                  <a:lnTo>
                    <a:pt x="107" y="799"/>
                  </a:lnTo>
                  <a:lnTo>
                    <a:pt x="181" y="806"/>
                  </a:lnTo>
                  <a:lnTo>
                    <a:pt x="242" y="823"/>
                  </a:lnTo>
                  <a:lnTo>
                    <a:pt x="274" y="817"/>
                  </a:lnTo>
                  <a:lnTo>
                    <a:pt x="315" y="809"/>
                  </a:lnTo>
                  <a:lnTo>
                    <a:pt x="332" y="806"/>
                  </a:lnTo>
                  <a:lnTo>
                    <a:pt x="348" y="798"/>
                  </a:lnTo>
                  <a:lnTo>
                    <a:pt x="356" y="790"/>
                  </a:lnTo>
                  <a:lnTo>
                    <a:pt x="357" y="778"/>
                  </a:lnTo>
                  <a:lnTo>
                    <a:pt x="351" y="768"/>
                  </a:lnTo>
                  <a:lnTo>
                    <a:pt x="188" y="451"/>
                  </a:lnTo>
                  <a:lnTo>
                    <a:pt x="164" y="372"/>
                  </a:lnTo>
                  <a:lnTo>
                    <a:pt x="159" y="354"/>
                  </a:lnTo>
                  <a:lnTo>
                    <a:pt x="106" y="179"/>
                  </a:lnTo>
                  <a:lnTo>
                    <a:pt x="101" y="153"/>
                  </a:lnTo>
                  <a:lnTo>
                    <a:pt x="99" y="144"/>
                  </a:lnTo>
                  <a:lnTo>
                    <a:pt x="97" y="128"/>
                  </a:lnTo>
                  <a:lnTo>
                    <a:pt x="94" y="112"/>
                  </a:lnTo>
                  <a:lnTo>
                    <a:pt x="104" y="83"/>
                  </a:lnTo>
                  <a:lnTo>
                    <a:pt x="172" y="19"/>
                  </a:lnTo>
                  <a:lnTo>
                    <a:pt x="188" y="6"/>
                  </a:lnTo>
                  <a:lnTo>
                    <a:pt x="200" y="4"/>
                  </a:lnTo>
                  <a:lnTo>
                    <a:pt x="229" y="0"/>
                  </a:lnTo>
                  <a:lnTo>
                    <a:pt x="288" y="20"/>
                  </a:lnTo>
                  <a:lnTo>
                    <a:pt x="299" y="36"/>
                  </a:lnTo>
                  <a:lnTo>
                    <a:pt x="306" y="52"/>
                  </a:lnTo>
                  <a:lnTo>
                    <a:pt x="305" y="80"/>
                  </a:lnTo>
                  <a:lnTo>
                    <a:pt x="301" y="85"/>
                  </a:lnTo>
                  <a:lnTo>
                    <a:pt x="283" y="102"/>
                  </a:lnTo>
                  <a:lnTo>
                    <a:pt x="281" y="111"/>
                  </a:lnTo>
                  <a:lnTo>
                    <a:pt x="279" y="121"/>
                  </a:lnTo>
                  <a:lnTo>
                    <a:pt x="277" y="129"/>
                  </a:lnTo>
                  <a:lnTo>
                    <a:pt x="286" y="161"/>
                  </a:lnTo>
                  <a:lnTo>
                    <a:pt x="289" y="172"/>
                  </a:lnTo>
                  <a:lnTo>
                    <a:pt x="320" y="206"/>
                  </a:lnTo>
                  <a:lnTo>
                    <a:pt x="444" y="2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9031733" y="2432718"/>
              <a:ext cx="697" cy="757"/>
            </a:xfrm>
            <a:custGeom>
              <a:avLst/>
              <a:pathLst>
                <a:path w="697" h="757">
                  <a:moveTo>
                    <a:pt x="224" y="264"/>
                  </a:moveTo>
                  <a:lnTo>
                    <a:pt x="232" y="286"/>
                  </a:lnTo>
                  <a:lnTo>
                    <a:pt x="236" y="303"/>
                  </a:lnTo>
                  <a:lnTo>
                    <a:pt x="236" y="317"/>
                  </a:lnTo>
                  <a:lnTo>
                    <a:pt x="237" y="341"/>
                  </a:lnTo>
                  <a:lnTo>
                    <a:pt x="238" y="351"/>
                  </a:lnTo>
                  <a:lnTo>
                    <a:pt x="260" y="395"/>
                  </a:lnTo>
                  <a:lnTo>
                    <a:pt x="434" y="538"/>
                  </a:lnTo>
                  <a:lnTo>
                    <a:pt x="475" y="562"/>
                  </a:lnTo>
                  <a:lnTo>
                    <a:pt x="488" y="564"/>
                  </a:lnTo>
                  <a:lnTo>
                    <a:pt x="499" y="559"/>
                  </a:lnTo>
                  <a:lnTo>
                    <a:pt x="506" y="553"/>
                  </a:lnTo>
                  <a:lnTo>
                    <a:pt x="550" y="528"/>
                  </a:lnTo>
                  <a:lnTo>
                    <a:pt x="587" y="535"/>
                  </a:lnTo>
                  <a:lnTo>
                    <a:pt x="667" y="559"/>
                  </a:lnTo>
                  <a:lnTo>
                    <a:pt x="672" y="561"/>
                  </a:lnTo>
                  <a:lnTo>
                    <a:pt x="691" y="586"/>
                  </a:lnTo>
                  <a:lnTo>
                    <a:pt x="697" y="606"/>
                  </a:lnTo>
                  <a:lnTo>
                    <a:pt x="694" y="614"/>
                  </a:lnTo>
                  <a:lnTo>
                    <a:pt x="690" y="619"/>
                  </a:lnTo>
                  <a:lnTo>
                    <a:pt x="629" y="711"/>
                  </a:lnTo>
                  <a:lnTo>
                    <a:pt x="580" y="735"/>
                  </a:lnTo>
                  <a:lnTo>
                    <a:pt x="546" y="744"/>
                  </a:lnTo>
                  <a:lnTo>
                    <a:pt x="505" y="754"/>
                  </a:lnTo>
                  <a:lnTo>
                    <a:pt x="493" y="756"/>
                  </a:lnTo>
                  <a:lnTo>
                    <a:pt x="454" y="757"/>
                  </a:lnTo>
                  <a:lnTo>
                    <a:pt x="421" y="751"/>
                  </a:lnTo>
                  <a:lnTo>
                    <a:pt x="356" y="726"/>
                  </a:lnTo>
                  <a:lnTo>
                    <a:pt x="327" y="705"/>
                  </a:lnTo>
                  <a:lnTo>
                    <a:pt x="301" y="689"/>
                  </a:lnTo>
                  <a:lnTo>
                    <a:pt x="269" y="660"/>
                  </a:lnTo>
                  <a:lnTo>
                    <a:pt x="249" y="644"/>
                  </a:lnTo>
                  <a:lnTo>
                    <a:pt x="223" y="629"/>
                  </a:lnTo>
                  <a:lnTo>
                    <a:pt x="199" y="612"/>
                  </a:lnTo>
                  <a:lnTo>
                    <a:pt x="185" y="607"/>
                  </a:lnTo>
                  <a:lnTo>
                    <a:pt x="161" y="606"/>
                  </a:lnTo>
                  <a:lnTo>
                    <a:pt x="146" y="609"/>
                  </a:lnTo>
                  <a:lnTo>
                    <a:pt x="127" y="616"/>
                  </a:lnTo>
                  <a:lnTo>
                    <a:pt x="115" y="620"/>
                  </a:lnTo>
                  <a:lnTo>
                    <a:pt x="107" y="620"/>
                  </a:lnTo>
                  <a:lnTo>
                    <a:pt x="83" y="600"/>
                  </a:lnTo>
                  <a:lnTo>
                    <a:pt x="33" y="510"/>
                  </a:lnTo>
                  <a:lnTo>
                    <a:pt x="20" y="487"/>
                  </a:lnTo>
                  <a:lnTo>
                    <a:pt x="20" y="480"/>
                  </a:lnTo>
                  <a:lnTo>
                    <a:pt x="15" y="402"/>
                  </a:lnTo>
                  <a:lnTo>
                    <a:pt x="18" y="379"/>
                  </a:lnTo>
                  <a:lnTo>
                    <a:pt x="21" y="355"/>
                  </a:lnTo>
                  <a:lnTo>
                    <a:pt x="21" y="320"/>
                  </a:lnTo>
                  <a:lnTo>
                    <a:pt x="26" y="296"/>
                  </a:lnTo>
                  <a:lnTo>
                    <a:pt x="26" y="283"/>
                  </a:lnTo>
                  <a:lnTo>
                    <a:pt x="18" y="271"/>
                  </a:lnTo>
                  <a:lnTo>
                    <a:pt x="8" y="260"/>
                  </a:lnTo>
                  <a:lnTo>
                    <a:pt x="3" y="260"/>
                  </a:lnTo>
                  <a:lnTo>
                    <a:pt x="0" y="207"/>
                  </a:lnTo>
                  <a:lnTo>
                    <a:pt x="2" y="196"/>
                  </a:lnTo>
                  <a:lnTo>
                    <a:pt x="8" y="171"/>
                  </a:lnTo>
                  <a:lnTo>
                    <a:pt x="8" y="150"/>
                  </a:lnTo>
                  <a:lnTo>
                    <a:pt x="13" y="125"/>
                  </a:lnTo>
                  <a:lnTo>
                    <a:pt x="16" y="110"/>
                  </a:lnTo>
                  <a:lnTo>
                    <a:pt x="17" y="96"/>
                  </a:lnTo>
                  <a:lnTo>
                    <a:pt x="20" y="78"/>
                  </a:lnTo>
                  <a:lnTo>
                    <a:pt x="37" y="66"/>
                  </a:lnTo>
                  <a:lnTo>
                    <a:pt x="47" y="64"/>
                  </a:lnTo>
                  <a:lnTo>
                    <a:pt x="54" y="60"/>
                  </a:lnTo>
                  <a:lnTo>
                    <a:pt x="113" y="39"/>
                  </a:lnTo>
                  <a:lnTo>
                    <a:pt x="127" y="26"/>
                  </a:lnTo>
                  <a:lnTo>
                    <a:pt x="150" y="11"/>
                  </a:lnTo>
                  <a:lnTo>
                    <a:pt x="174" y="0"/>
                  </a:lnTo>
                  <a:lnTo>
                    <a:pt x="203" y="166"/>
                  </a:lnTo>
                  <a:lnTo>
                    <a:pt x="206" y="181"/>
                  </a:lnTo>
                  <a:lnTo>
                    <a:pt x="216" y="210"/>
                  </a:lnTo>
                  <a:lnTo>
                    <a:pt x="223" y="235"/>
                  </a:lnTo>
                  <a:lnTo>
                    <a:pt x="224" y="251"/>
                  </a:lnTo>
                  <a:lnTo>
                    <a:pt x="224" y="2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9049243" y="2434362"/>
              <a:ext cx="632" cy="666"/>
            </a:xfrm>
            <a:custGeom>
              <a:avLst/>
              <a:pathLst>
                <a:path w="632" h="666">
                  <a:moveTo>
                    <a:pt x="394" y="144"/>
                  </a:moveTo>
                  <a:lnTo>
                    <a:pt x="410" y="156"/>
                  </a:lnTo>
                  <a:lnTo>
                    <a:pt x="515" y="144"/>
                  </a:lnTo>
                  <a:lnTo>
                    <a:pt x="520" y="144"/>
                  </a:lnTo>
                  <a:lnTo>
                    <a:pt x="532" y="142"/>
                  </a:lnTo>
                  <a:lnTo>
                    <a:pt x="557" y="137"/>
                  </a:lnTo>
                  <a:lnTo>
                    <a:pt x="589" y="146"/>
                  </a:lnTo>
                  <a:lnTo>
                    <a:pt x="605" y="165"/>
                  </a:lnTo>
                  <a:lnTo>
                    <a:pt x="613" y="174"/>
                  </a:lnTo>
                  <a:lnTo>
                    <a:pt x="622" y="185"/>
                  </a:lnTo>
                  <a:lnTo>
                    <a:pt x="632" y="266"/>
                  </a:lnTo>
                  <a:lnTo>
                    <a:pt x="628" y="285"/>
                  </a:lnTo>
                  <a:lnTo>
                    <a:pt x="615" y="312"/>
                  </a:lnTo>
                  <a:lnTo>
                    <a:pt x="569" y="351"/>
                  </a:lnTo>
                  <a:lnTo>
                    <a:pt x="560" y="354"/>
                  </a:lnTo>
                  <a:lnTo>
                    <a:pt x="542" y="351"/>
                  </a:lnTo>
                  <a:lnTo>
                    <a:pt x="510" y="329"/>
                  </a:lnTo>
                  <a:lnTo>
                    <a:pt x="323" y="402"/>
                  </a:lnTo>
                  <a:lnTo>
                    <a:pt x="307" y="418"/>
                  </a:lnTo>
                  <a:lnTo>
                    <a:pt x="245" y="483"/>
                  </a:lnTo>
                  <a:lnTo>
                    <a:pt x="143" y="589"/>
                  </a:lnTo>
                  <a:lnTo>
                    <a:pt x="139" y="640"/>
                  </a:lnTo>
                  <a:lnTo>
                    <a:pt x="111" y="661"/>
                  </a:lnTo>
                  <a:lnTo>
                    <a:pt x="70" y="666"/>
                  </a:lnTo>
                  <a:lnTo>
                    <a:pt x="49" y="662"/>
                  </a:lnTo>
                  <a:lnTo>
                    <a:pt x="29" y="645"/>
                  </a:lnTo>
                  <a:lnTo>
                    <a:pt x="0" y="468"/>
                  </a:lnTo>
                  <a:lnTo>
                    <a:pt x="6" y="391"/>
                  </a:lnTo>
                  <a:lnTo>
                    <a:pt x="8" y="326"/>
                  </a:lnTo>
                  <a:lnTo>
                    <a:pt x="6" y="312"/>
                  </a:lnTo>
                  <a:lnTo>
                    <a:pt x="15" y="263"/>
                  </a:lnTo>
                  <a:lnTo>
                    <a:pt x="55" y="194"/>
                  </a:lnTo>
                  <a:lnTo>
                    <a:pt x="61" y="177"/>
                  </a:lnTo>
                  <a:lnTo>
                    <a:pt x="120" y="108"/>
                  </a:lnTo>
                  <a:lnTo>
                    <a:pt x="142" y="87"/>
                  </a:lnTo>
                  <a:lnTo>
                    <a:pt x="166" y="62"/>
                  </a:lnTo>
                  <a:lnTo>
                    <a:pt x="187" y="39"/>
                  </a:lnTo>
                  <a:lnTo>
                    <a:pt x="222" y="13"/>
                  </a:lnTo>
                  <a:lnTo>
                    <a:pt x="274" y="0"/>
                  </a:lnTo>
                  <a:lnTo>
                    <a:pt x="283" y="13"/>
                  </a:lnTo>
                  <a:lnTo>
                    <a:pt x="327" y="74"/>
                  </a:lnTo>
                  <a:lnTo>
                    <a:pt x="383" y="129"/>
                  </a:lnTo>
                  <a:lnTo>
                    <a:pt x="394" y="1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9040660" y="2430901"/>
              <a:ext cx="852" cy="1296"/>
            </a:xfrm>
            <a:custGeom>
              <a:avLst/>
              <a:pathLst>
                <a:path w="852" h="1296">
                  <a:moveTo>
                    <a:pt x="222" y="83"/>
                  </a:moveTo>
                  <a:lnTo>
                    <a:pt x="227" y="86"/>
                  </a:lnTo>
                  <a:lnTo>
                    <a:pt x="243" y="80"/>
                  </a:lnTo>
                  <a:lnTo>
                    <a:pt x="248" y="81"/>
                  </a:lnTo>
                  <a:lnTo>
                    <a:pt x="257" y="82"/>
                  </a:lnTo>
                  <a:lnTo>
                    <a:pt x="264" y="88"/>
                  </a:lnTo>
                  <a:lnTo>
                    <a:pt x="294" y="156"/>
                  </a:lnTo>
                  <a:lnTo>
                    <a:pt x="307" y="202"/>
                  </a:lnTo>
                  <a:lnTo>
                    <a:pt x="305" y="212"/>
                  </a:lnTo>
                  <a:lnTo>
                    <a:pt x="296" y="217"/>
                  </a:lnTo>
                  <a:lnTo>
                    <a:pt x="272" y="230"/>
                  </a:lnTo>
                  <a:lnTo>
                    <a:pt x="250" y="232"/>
                  </a:lnTo>
                  <a:lnTo>
                    <a:pt x="219" y="247"/>
                  </a:lnTo>
                  <a:lnTo>
                    <a:pt x="226" y="273"/>
                  </a:lnTo>
                  <a:lnTo>
                    <a:pt x="236" y="280"/>
                  </a:lnTo>
                  <a:lnTo>
                    <a:pt x="240" y="283"/>
                  </a:lnTo>
                  <a:lnTo>
                    <a:pt x="248" y="300"/>
                  </a:lnTo>
                  <a:lnTo>
                    <a:pt x="256" y="310"/>
                  </a:lnTo>
                  <a:lnTo>
                    <a:pt x="263" y="328"/>
                  </a:lnTo>
                  <a:lnTo>
                    <a:pt x="271" y="337"/>
                  </a:lnTo>
                  <a:lnTo>
                    <a:pt x="288" y="355"/>
                  </a:lnTo>
                  <a:lnTo>
                    <a:pt x="318" y="378"/>
                  </a:lnTo>
                  <a:lnTo>
                    <a:pt x="321" y="382"/>
                  </a:lnTo>
                  <a:lnTo>
                    <a:pt x="512" y="461"/>
                  </a:lnTo>
                  <a:lnTo>
                    <a:pt x="650" y="519"/>
                  </a:lnTo>
                  <a:lnTo>
                    <a:pt x="748" y="640"/>
                  </a:lnTo>
                  <a:lnTo>
                    <a:pt x="770" y="721"/>
                  </a:lnTo>
                  <a:lnTo>
                    <a:pt x="777" y="746"/>
                  </a:lnTo>
                  <a:lnTo>
                    <a:pt x="795" y="812"/>
                  </a:lnTo>
                  <a:lnTo>
                    <a:pt x="814" y="883"/>
                  </a:lnTo>
                  <a:lnTo>
                    <a:pt x="824" y="922"/>
                  </a:lnTo>
                  <a:lnTo>
                    <a:pt x="836" y="966"/>
                  </a:lnTo>
                  <a:lnTo>
                    <a:pt x="846" y="1003"/>
                  </a:lnTo>
                  <a:lnTo>
                    <a:pt x="841" y="1059"/>
                  </a:lnTo>
                  <a:lnTo>
                    <a:pt x="841" y="1066"/>
                  </a:lnTo>
                  <a:lnTo>
                    <a:pt x="838" y="1103"/>
                  </a:lnTo>
                  <a:lnTo>
                    <a:pt x="834" y="1144"/>
                  </a:lnTo>
                  <a:lnTo>
                    <a:pt x="829" y="1212"/>
                  </a:lnTo>
                  <a:lnTo>
                    <a:pt x="829" y="1243"/>
                  </a:lnTo>
                  <a:lnTo>
                    <a:pt x="840" y="1249"/>
                  </a:lnTo>
                  <a:lnTo>
                    <a:pt x="852" y="1256"/>
                  </a:lnTo>
                  <a:lnTo>
                    <a:pt x="849" y="1269"/>
                  </a:lnTo>
                  <a:lnTo>
                    <a:pt x="845" y="1285"/>
                  </a:lnTo>
                  <a:lnTo>
                    <a:pt x="842" y="1293"/>
                  </a:lnTo>
                  <a:lnTo>
                    <a:pt x="819" y="1296"/>
                  </a:lnTo>
                  <a:lnTo>
                    <a:pt x="822" y="1287"/>
                  </a:lnTo>
                  <a:lnTo>
                    <a:pt x="813" y="1285"/>
                  </a:lnTo>
                  <a:lnTo>
                    <a:pt x="807" y="1288"/>
                  </a:lnTo>
                  <a:lnTo>
                    <a:pt x="788" y="1276"/>
                  </a:lnTo>
                  <a:lnTo>
                    <a:pt x="724" y="1229"/>
                  </a:lnTo>
                  <a:lnTo>
                    <a:pt x="720" y="1221"/>
                  </a:lnTo>
                  <a:lnTo>
                    <a:pt x="715" y="1213"/>
                  </a:lnTo>
                  <a:lnTo>
                    <a:pt x="718" y="1204"/>
                  </a:lnTo>
                  <a:lnTo>
                    <a:pt x="724" y="1196"/>
                  </a:lnTo>
                  <a:lnTo>
                    <a:pt x="720" y="1191"/>
                  </a:lnTo>
                  <a:lnTo>
                    <a:pt x="713" y="1189"/>
                  </a:lnTo>
                  <a:lnTo>
                    <a:pt x="707" y="1186"/>
                  </a:lnTo>
                  <a:lnTo>
                    <a:pt x="704" y="1182"/>
                  </a:lnTo>
                  <a:lnTo>
                    <a:pt x="702" y="1166"/>
                  </a:lnTo>
                  <a:lnTo>
                    <a:pt x="698" y="1161"/>
                  </a:lnTo>
                  <a:lnTo>
                    <a:pt x="691" y="1161"/>
                  </a:lnTo>
                  <a:lnTo>
                    <a:pt x="678" y="1161"/>
                  </a:lnTo>
                  <a:lnTo>
                    <a:pt x="673" y="1162"/>
                  </a:lnTo>
                  <a:lnTo>
                    <a:pt x="664" y="1106"/>
                  </a:lnTo>
                  <a:lnTo>
                    <a:pt x="659" y="1019"/>
                  </a:lnTo>
                  <a:lnTo>
                    <a:pt x="624" y="889"/>
                  </a:lnTo>
                  <a:lnTo>
                    <a:pt x="583" y="736"/>
                  </a:lnTo>
                  <a:lnTo>
                    <a:pt x="552" y="673"/>
                  </a:lnTo>
                  <a:lnTo>
                    <a:pt x="524" y="635"/>
                  </a:lnTo>
                  <a:lnTo>
                    <a:pt x="512" y="629"/>
                  </a:lnTo>
                  <a:lnTo>
                    <a:pt x="504" y="627"/>
                  </a:lnTo>
                  <a:lnTo>
                    <a:pt x="485" y="619"/>
                  </a:lnTo>
                  <a:lnTo>
                    <a:pt x="477" y="614"/>
                  </a:lnTo>
                  <a:lnTo>
                    <a:pt x="445" y="603"/>
                  </a:lnTo>
                  <a:lnTo>
                    <a:pt x="424" y="599"/>
                  </a:lnTo>
                  <a:lnTo>
                    <a:pt x="406" y="598"/>
                  </a:lnTo>
                  <a:lnTo>
                    <a:pt x="376" y="595"/>
                  </a:lnTo>
                  <a:lnTo>
                    <a:pt x="365" y="598"/>
                  </a:lnTo>
                  <a:lnTo>
                    <a:pt x="370" y="606"/>
                  </a:lnTo>
                  <a:lnTo>
                    <a:pt x="367" y="611"/>
                  </a:lnTo>
                  <a:lnTo>
                    <a:pt x="343" y="611"/>
                  </a:lnTo>
                  <a:lnTo>
                    <a:pt x="320" y="617"/>
                  </a:lnTo>
                  <a:lnTo>
                    <a:pt x="268" y="644"/>
                  </a:lnTo>
                  <a:lnTo>
                    <a:pt x="151" y="688"/>
                  </a:lnTo>
                  <a:lnTo>
                    <a:pt x="144" y="691"/>
                  </a:lnTo>
                  <a:lnTo>
                    <a:pt x="129" y="695"/>
                  </a:lnTo>
                  <a:lnTo>
                    <a:pt x="28" y="394"/>
                  </a:lnTo>
                  <a:lnTo>
                    <a:pt x="13" y="351"/>
                  </a:lnTo>
                  <a:lnTo>
                    <a:pt x="0" y="309"/>
                  </a:lnTo>
                  <a:lnTo>
                    <a:pt x="1" y="277"/>
                  </a:lnTo>
                  <a:lnTo>
                    <a:pt x="7" y="172"/>
                  </a:lnTo>
                  <a:lnTo>
                    <a:pt x="14" y="158"/>
                  </a:lnTo>
                  <a:lnTo>
                    <a:pt x="143" y="17"/>
                  </a:lnTo>
                  <a:lnTo>
                    <a:pt x="173" y="3"/>
                  </a:lnTo>
                  <a:lnTo>
                    <a:pt x="182" y="0"/>
                  </a:lnTo>
                  <a:lnTo>
                    <a:pt x="191" y="1"/>
                  </a:lnTo>
                  <a:lnTo>
                    <a:pt x="199" y="10"/>
                  </a:lnTo>
                  <a:lnTo>
                    <a:pt x="205" y="31"/>
                  </a:lnTo>
                  <a:lnTo>
                    <a:pt x="222" y="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9044124" y="2430854"/>
              <a:ext cx="345" cy="553"/>
            </a:xfrm>
            <a:custGeom>
              <a:avLst/>
              <a:pathLst>
                <a:path w="345" h="553">
                  <a:moveTo>
                    <a:pt x="301" y="498"/>
                  </a:moveTo>
                  <a:lnTo>
                    <a:pt x="232" y="545"/>
                  </a:lnTo>
                  <a:lnTo>
                    <a:pt x="220" y="553"/>
                  </a:lnTo>
                  <a:lnTo>
                    <a:pt x="187" y="543"/>
                  </a:lnTo>
                  <a:lnTo>
                    <a:pt x="178" y="535"/>
                  </a:lnTo>
                  <a:lnTo>
                    <a:pt x="167" y="529"/>
                  </a:lnTo>
                  <a:lnTo>
                    <a:pt x="161" y="527"/>
                  </a:lnTo>
                  <a:lnTo>
                    <a:pt x="149" y="512"/>
                  </a:lnTo>
                  <a:lnTo>
                    <a:pt x="140" y="510"/>
                  </a:lnTo>
                  <a:lnTo>
                    <a:pt x="135" y="510"/>
                  </a:lnTo>
                  <a:lnTo>
                    <a:pt x="125" y="507"/>
                  </a:lnTo>
                  <a:lnTo>
                    <a:pt x="114" y="498"/>
                  </a:lnTo>
                  <a:lnTo>
                    <a:pt x="26" y="426"/>
                  </a:lnTo>
                  <a:lnTo>
                    <a:pt x="18" y="415"/>
                  </a:lnTo>
                  <a:lnTo>
                    <a:pt x="13" y="409"/>
                  </a:lnTo>
                  <a:lnTo>
                    <a:pt x="5" y="401"/>
                  </a:lnTo>
                  <a:lnTo>
                    <a:pt x="0" y="395"/>
                  </a:lnTo>
                  <a:lnTo>
                    <a:pt x="1" y="384"/>
                  </a:lnTo>
                  <a:lnTo>
                    <a:pt x="1" y="373"/>
                  </a:lnTo>
                  <a:lnTo>
                    <a:pt x="0" y="353"/>
                  </a:lnTo>
                  <a:lnTo>
                    <a:pt x="0" y="326"/>
                  </a:lnTo>
                  <a:lnTo>
                    <a:pt x="1" y="303"/>
                  </a:lnTo>
                  <a:lnTo>
                    <a:pt x="0" y="290"/>
                  </a:lnTo>
                  <a:lnTo>
                    <a:pt x="13" y="174"/>
                  </a:lnTo>
                  <a:lnTo>
                    <a:pt x="26" y="112"/>
                  </a:lnTo>
                  <a:lnTo>
                    <a:pt x="96" y="73"/>
                  </a:lnTo>
                  <a:lnTo>
                    <a:pt x="85" y="62"/>
                  </a:lnTo>
                  <a:lnTo>
                    <a:pt x="85" y="51"/>
                  </a:lnTo>
                  <a:lnTo>
                    <a:pt x="85" y="30"/>
                  </a:lnTo>
                  <a:lnTo>
                    <a:pt x="79" y="14"/>
                  </a:lnTo>
                  <a:lnTo>
                    <a:pt x="78" y="9"/>
                  </a:lnTo>
                  <a:lnTo>
                    <a:pt x="95" y="0"/>
                  </a:lnTo>
                  <a:lnTo>
                    <a:pt x="111" y="0"/>
                  </a:lnTo>
                  <a:lnTo>
                    <a:pt x="143" y="15"/>
                  </a:lnTo>
                  <a:lnTo>
                    <a:pt x="161" y="27"/>
                  </a:lnTo>
                  <a:lnTo>
                    <a:pt x="180" y="67"/>
                  </a:lnTo>
                  <a:lnTo>
                    <a:pt x="186" y="74"/>
                  </a:lnTo>
                  <a:lnTo>
                    <a:pt x="206" y="95"/>
                  </a:lnTo>
                  <a:lnTo>
                    <a:pt x="232" y="112"/>
                  </a:lnTo>
                  <a:lnTo>
                    <a:pt x="240" y="120"/>
                  </a:lnTo>
                  <a:lnTo>
                    <a:pt x="338" y="408"/>
                  </a:lnTo>
                  <a:lnTo>
                    <a:pt x="345" y="432"/>
                  </a:lnTo>
                  <a:lnTo>
                    <a:pt x="345" y="439"/>
                  </a:lnTo>
                  <a:lnTo>
                    <a:pt x="344" y="446"/>
                  </a:lnTo>
                  <a:lnTo>
                    <a:pt x="338" y="456"/>
                  </a:lnTo>
                  <a:lnTo>
                    <a:pt x="301" y="4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8995720" y="2424258"/>
              <a:ext cx="4870" cy="7469"/>
            </a:xfrm>
            <a:custGeom>
              <a:avLst/>
              <a:pathLst>
                <a:path w="4870" h="7469">
                  <a:moveTo>
                    <a:pt x="2348" y="448"/>
                  </a:moveTo>
                  <a:lnTo>
                    <a:pt x="2475" y="656"/>
                  </a:lnTo>
                  <a:lnTo>
                    <a:pt x="2582" y="590"/>
                  </a:lnTo>
                  <a:lnTo>
                    <a:pt x="2596" y="587"/>
                  </a:lnTo>
                  <a:lnTo>
                    <a:pt x="2605" y="595"/>
                  </a:lnTo>
                  <a:lnTo>
                    <a:pt x="2731" y="825"/>
                  </a:lnTo>
                  <a:lnTo>
                    <a:pt x="2731" y="841"/>
                  </a:lnTo>
                  <a:lnTo>
                    <a:pt x="2458" y="1015"/>
                  </a:lnTo>
                  <a:lnTo>
                    <a:pt x="2462" y="1037"/>
                  </a:lnTo>
                  <a:lnTo>
                    <a:pt x="2650" y="1369"/>
                  </a:lnTo>
                  <a:lnTo>
                    <a:pt x="2662" y="1369"/>
                  </a:lnTo>
                  <a:lnTo>
                    <a:pt x="2720" y="1330"/>
                  </a:lnTo>
                  <a:lnTo>
                    <a:pt x="2712" y="1280"/>
                  </a:lnTo>
                  <a:lnTo>
                    <a:pt x="2722" y="1257"/>
                  </a:lnTo>
                  <a:lnTo>
                    <a:pt x="2749" y="1236"/>
                  </a:lnTo>
                  <a:lnTo>
                    <a:pt x="2875" y="1163"/>
                  </a:lnTo>
                  <a:lnTo>
                    <a:pt x="2899" y="1163"/>
                  </a:lnTo>
                  <a:lnTo>
                    <a:pt x="2932" y="1184"/>
                  </a:lnTo>
                  <a:lnTo>
                    <a:pt x="3243" y="1756"/>
                  </a:lnTo>
                  <a:lnTo>
                    <a:pt x="3315" y="1866"/>
                  </a:lnTo>
                  <a:lnTo>
                    <a:pt x="3613" y="2401"/>
                  </a:lnTo>
                  <a:lnTo>
                    <a:pt x="3809" y="2796"/>
                  </a:lnTo>
                  <a:lnTo>
                    <a:pt x="3765" y="2848"/>
                  </a:lnTo>
                  <a:lnTo>
                    <a:pt x="3739" y="2846"/>
                  </a:lnTo>
                  <a:lnTo>
                    <a:pt x="3690" y="2827"/>
                  </a:lnTo>
                  <a:lnTo>
                    <a:pt x="3666" y="2832"/>
                  </a:lnTo>
                  <a:lnTo>
                    <a:pt x="3662" y="2843"/>
                  </a:lnTo>
                  <a:lnTo>
                    <a:pt x="3685" y="2880"/>
                  </a:lnTo>
                  <a:lnTo>
                    <a:pt x="3734" y="2950"/>
                  </a:lnTo>
                  <a:lnTo>
                    <a:pt x="3755" y="2964"/>
                  </a:lnTo>
                  <a:lnTo>
                    <a:pt x="3886" y="3003"/>
                  </a:lnTo>
                  <a:lnTo>
                    <a:pt x="3909" y="3003"/>
                  </a:lnTo>
                  <a:lnTo>
                    <a:pt x="3931" y="3079"/>
                  </a:lnTo>
                  <a:lnTo>
                    <a:pt x="3922" y="3091"/>
                  </a:lnTo>
                  <a:lnTo>
                    <a:pt x="3604" y="3206"/>
                  </a:lnTo>
                  <a:lnTo>
                    <a:pt x="3610" y="3235"/>
                  </a:lnTo>
                  <a:lnTo>
                    <a:pt x="3643" y="3327"/>
                  </a:lnTo>
                  <a:lnTo>
                    <a:pt x="3657" y="3334"/>
                  </a:lnTo>
                  <a:lnTo>
                    <a:pt x="3755" y="3325"/>
                  </a:lnTo>
                  <a:lnTo>
                    <a:pt x="3974" y="3246"/>
                  </a:lnTo>
                  <a:lnTo>
                    <a:pt x="3992" y="3248"/>
                  </a:lnTo>
                  <a:lnTo>
                    <a:pt x="4039" y="3259"/>
                  </a:lnTo>
                  <a:lnTo>
                    <a:pt x="4232" y="3832"/>
                  </a:lnTo>
                  <a:lnTo>
                    <a:pt x="4418" y="4742"/>
                  </a:lnTo>
                  <a:lnTo>
                    <a:pt x="4542" y="5547"/>
                  </a:lnTo>
                  <a:lnTo>
                    <a:pt x="4614" y="5892"/>
                  </a:lnTo>
                  <a:lnTo>
                    <a:pt x="4668" y="6148"/>
                  </a:lnTo>
                  <a:lnTo>
                    <a:pt x="4799" y="6752"/>
                  </a:lnTo>
                  <a:lnTo>
                    <a:pt x="4812" y="6815"/>
                  </a:lnTo>
                  <a:lnTo>
                    <a:pt x="4854" y="7018"/>
                  </a:lnTo>
                  <a:lnTo>
                    <a:pt x="4861" y="7204"/>
                  </a:lnTo>
                  <a:lnTo>
                    <a:pt x="4870" y="7415"/>
                  </a:lnTo>
                  <a:lnTo>
                    <a:pt x="4860" y="7451"/>
                  </a:lnTo>
                  <a:lnTo>
                    <a:pt x="4827" y="7465"/>
                  </a:lnTo>
                  <a:lnTo>
                    <a:pt x="4818" y="7469"/>
                  </a:lnTo>
                  <a:lnTo>
                    <a:pt x="4773" y="7455"/>
                  </a:lnTo>
                  <a:lnTo>
                    <a:pt x="4591" y="7127"/>
                  </a:lnTo>
                  <a:lnTo>
                    <a:pt x="4340" y="6763"/>
                  </a:lnTo>
                  <a:lnTo>
                    <a:pt x="3879" y="6075"/>
                  </a:lnTo>
                  <a:lnTo>
                    <a:pt x="3744" y="5780"/>
                  </a:lnTo>
                  <a:lnTo>
                    <a:pt x="3665" y="5570"/>
                  </a:lnTo>
                  <a:lnTo>
                    <a:pt x="3381" y="4447"/>
                  </a:lnTo>
                  <a:lnTo>
                    <a:pt x="3373" y="4416"/>
                  </a:lnTo>
                  <a:lnTo>
                    <a:pt x="3306" y="4106"/>
                  </a:lnTo>
                  <a:lnTo>
                    <a:pt x="3256" y="3989"/>
                  </a:lnTo>
                  <a:lnTo>
                    <a:pt x="3137" y="3791"/>
                  </a:lnTo>
                  <a:lnTo>
                    <a:pt x="3139" y="3779"/>
                  </a:lnTo>
                  <a:lnTo>
                    <a:pt x="3178" y="3754"/>
                  </a:lnTo>
                  <a:lnTo>
                    <a:pt x="3535" y="3459"/>
                  </a:lnTo>
                  <a:lnTo>
                    <a:pt x="3538" y="3451"/>
                  </a:lnTo>
                  <a:lnTo>
                    <a:pt x="3517" y="3426"/>
                  </a:lnTo>
                  <a:lnTo>
                    <a:pt x="3513" y="3422"/>
                  </a:lnTo>
                  <a:lnTo>
                    <a:pt x="3501" y="3428"/>
                  </a:lnTo>
                  <a:lnTo>
                    <a:pt x="3138" y="3734"/>
                  </a:lnTo>
                  <a:lnTo>
                    <a:pt x="3111" y="3750"/>
                  </a:lnTo>
                  <a:lnTo>
                    <a:pt x="2558" y="3095"/>
                  </a:lnTo>
                  <a:lnTo>
                    <a:pt x="2254" y="2751"/>
                  </a:lnTo>
                  <a:lnTo>
                    <a:pt x="2235" y="2725"/>
                  </a:lnTo>
                  <a:lnTo>
                    <a:pt x="2056" y="2494"/>
                  </a:lnTo>
                  <a:lnTo>
                    <a:pt x="1866" y="2247"/>
                  </a:lnTo>
                  <a:lnTo>
                    <a:pt x="1849" y="2230"/>
                  </a:lnTo>
                  <a:lnTo>
                    <a:pt x="1827" y="2207"/>
                  </a:lnTo>
                  <a:lnTo>
                    <a:pt x="1584" y="1961"/>
                  </a:lnTo>
                  <a:lnTo>
                    <a:pt x="1142" y="1616"/>
                  </a:lnTo>
                  <a:lnTo>
                    <a:pt x="1129" y="1607"/>
                  </a:lnTo>
                  <a:lnTo>
                    <a:pt x="889" y="1447"/>
                  </a:lnTo>
                  <a:lnTo>
                    <a:pt x="868" y="1447"/>
                  </a:lnTo>
                  <a:lnTo>
                    <a:pt x="821" y="1484"/>
                  </a:lnTo>
                  <a:lnTo>
                    <a:pt x="646" y="1460"/>
                  </a:lnTo>
                  <a:lnTo>
                    <a:pt x="606" y="1444"/>
                  </a:lnTo>
                  <a:lnTo>
                    <a:pt x="304" y="1163"/>
                  </a:lnTo>
                  <a:lnTo>
                    <a:pt x="238" y="1089"/>
                  </a:lnTo>
                  <a:lnTo>
                    <a:pt x="95" y="780"/>
                  </a:lnTo>
                  <a:lnTo>
                    <a:pt x="33" y="626"/>
                  </a:lnTo>
                  <a:lnTo>
                    <a:pt x="82" y="491"/>
                  </a:lnTo>
                  <a:lnTo>
                    <a:pt x="21" y="273"/>
                  </a:lnTo>
                  <a:lnTo>
                    <a:pt x="17" y="252"/>
                  </a:lnTo>
                  <a:lnTo>
                    <a:pt x="0" y="151"/>
                  </a:lnTo>
                  <a:lnTo>
                    <a:pt x="20" y="129"/>
                  </a:lnTo>
                  <a:lnTo>
                    <a:pt x="60" y="118"/>
                  </a:lnTo>
                  <a:lnTo>
                    <a:pt x="216" y="136"/>
                  </a:lnTo>
                  <a:lnTo>
                    <a:pt x="331" y="178"/>
                  </a:lnTo>
                  <a:lnTo>
                    <a:pt x="371" y="212"/>
                  </a:lnTo>
                  <a:lnTo>
                    <a:pt x="430" y="243"/>
                  </a:lnTo>
                  <a:lnTo>
                    <a:pt x="518" y="288"/>
                  </a:lnTo>
                  <a:lnTo>
                    <a:pt x="843" y="405"/>
                  </a:lnTo>
                  <a:lnTo>
                    <a:pt x="1041" y="485"/>
                  </a:lnTo>
                  <a:lnTo>
                    <a:pt x="1137" y="604"/>
                  </a:lnTo>
                  <a:lnTo>
                    <a:pt x="1513" y="299"/>
                  </a:lnTo>
                  <a:lnTo>
                    <a:pt x="1906" y="0"/>
                  </a:lnTo>
                  <a:lnTo>
                    <a:pt x="1920" y="4"/>
                  </a:lnTo>
                  <a:lnTo>
                    <a:pt x="2348" y="4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9041113" y="2427197"/>
              <a:ext cx="195" cy="387"/>
            </a:xfrm>
            <a:custGeom>
              <a:avLst/>
              <a:pathLst>
                <a:path w="195" h="387">
                  <a:moveTo>
                    <a:pt x="133" y="0"/>
                  </a:moveTo>
                  <a:lnTo>
                    <a:pt x="168" y="0"/>
                  </a:lnTo>
                  <a:lnTo>
                    <a:pt x="179" y="12"/>
                  </a:lnTo>
                  <a:lnTo>
                    <a:pt x="191" y="25"/>
                  </a:lnTo>
                  <a:lnTo>
                    <a:pt x="188" y="298"/>
                  </a:lnTo>
                  <a:lnTo>
                    <a:pt x="193" y="316"/>
                  </a:lnTo>
                  <a:lnTo>
                    <a:pt x="195" y="341"/>
                  </a:lnTo>
                  <a:lnTo>
                    <a:pt x="176" y="368"/>
                  </a:lnTo>
                  <a:lnTo>
                    <a:pt x="128" y="385"/>
                  </a:lnTo>
                  <a:lnTo>
                    <a:pt x="87" y="387"/>
                  </a:lnTo>
                  <a:lnTo>
                    <a:pt x="61" y="367"/>
                  </a:lnTo>
                  <a:lnTo>
                    <a:pt x="53" y="364"/>
                  </a:lnTo>
                  <a:lnTo>
                    <a:pt x="2" y="314"/>
                  </a:lnTo>
                  <a:lnTo>
                    <a:pt x="0" y="289"/>
                  </a:lnTo>
                  <a:lnTo>
                    <a:pt x="14" y="212"/>
                  </a:lnTo>
                  <a:lnTo>
                    <a:pt x="6" y="130"/>
                  </a:lnTo>
                  <a:lnTo>
                    <a:pt x="8" y="33"/>
                  </a:lnTo>
                  <a:lnTo>
                    <a:pt x="50" y="3"/>
                  </a:lnTo>
                  <a:lnTo>
                    <a:pt x="133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9039243" y="2426813"/>
              <a:ext cx="523" cy="578"/>
            </a:xfrm>
            <a:custGeom>
              <a:avLst/>
              <a:pathLst>
                <a:path w="523" h="578">
                  <a:moveTo>
                    <a:pt x="262" y="37"/>
                  </a:moveTo>
                  <a:lnTo>
                    <a:pt x="279" y="45"/>
                  </a:lnTo>
                  <a:lnTo>
                    <a:pt x="288" y="44"/>
                  </a:lnTo>
                  <a:lnTo>
                    <a:pt x="299" y="54"/>
                  </a:lnTo>
                  <a:lnTo>
                    <a:pt x="316" y="68"/>
                  </a:lnTo>
                  <a:lnTo>
                    <a:pt x="322" y="74"/>
                  </a:lnTo>
                  <a:lnTo>
                    <a:pt x="332" y="79"/>
                  </a:lnTo>
                  <a:lnTo>
                    <a:pt x="347" y="83"/>
                  </a:lnTo>
                  <a:lnTo>
                    <a:pt x="358" y="81"/>
                  </a:lnTo>
                  <a:lnTo>
                    <a:pt x="368" y="76"/>
                  </a:lnTo>
                  <a:lnTo>
                    <a:pt x="385" y="70"/>
                  </a:lnTo>
                  <a:lnTo>
                    <a:pt x="402" y="65"/>
                  </a:lnTo>
                  <a:lnTo>
                    <a:pt x="414" y="65"/>
                  </a:lnTo>
                  <a:lnTo>
                    <a:pt x="419" y="66"/>
                  </a:lnTo>
                  <a:lnTo>
                    <a:pt x="433" y="70"/>
                  </a:lnTo>
                  <a:lnTo>
                    <a:pt x="442" y="75"/>
                  </a:lnTo>
                  <a:lnTo>
                    <a:pt x="450" y="80"/>
                  </a:lnTo>
                  <a:lnTo>
                    <a:pt x="456" y="83"/>
                  </a:lnTo>
                  <a:lnTo>
                    <a:pt x="467" y="81"/>
                  </a:lnTo>
                  <a:lnTo>
                    <a:pt x="476" y="81"/>
                  </a:lnTo>
                  <a:lnTo>
                    <a:pt x="494" y="89"/>
                  </a:lnTo>
                  <a:lnTo>
                    <a:pt x="500" y="96"/>
                  </a:lnTo>
                  <a:lnTo>
                    <a:pt x="508" y="106"/>
                  </a:lnTo>
                  <a:lnTo>
                    <a:pt x="523" y="152"/>
                  </a:lnTo>
                  <a:lnTo>
                    <a:pt x="522" y="174"/>
                  </a:lnTo>
                  <a:lnTo>
                    <a:pt x="499" y="220"/>
                  </a:lnTo>
                  <a:lnTo>
                    <a:pt x="311" y="453"/>
                  </a:lnTo>
                  <a:lnTo>
                    <a:pt x="296" y="471"/>
                  </a:lnTo>
                  <a:lnTo>
                    <a:pt x="284" y="486"/>
                  </a:lnTo>
                  <a:lnTo>
                    <a:pt x="189" y="551"/>
                  </a:lnTo>
                  <a:lnTo>
                    <a:pt x="176" y="557"/>
                  </a:lnTo>
                  <a:lnTo>
                    <a:pt x="163" y="558"/>
                  </a:lnTo>
                  <a:lnTo>
                    <a:pt x="151" y="557"/>
                  </a:lnTo>
                  <a:lnTo>
                    <a:pt x="139" y="550"/>
                  </a:lnTo>
                  <a:lnTo>
                    <a:pt x="130" y="558"/>
                  </a:lnTo>
                  <a:lnTo>
                    <a:pt x="96" y="578"/>
                  </a:lnTo>
                  <a:lnTo>
                    <a:pt x="80" y="575"/>
                  </a:lnTo>
                  <a:lnTo>
                    <a:pt x="69" y="558"/>
                  </a:lnTo>
                  <a:lnTo>
                    <a:pt x="63" y="552"/>
                  </a:lnTo>
                  <a:lnTo>
                    <a:pt x="53" y="544"/>
                  </a:lnTo>
                  <a:lnTo>
                    <a:pt x="39" y="542"/>
                  </a:lnTo>
                  <a:lnTo>
                    <a:pt x="9" y="537"/>
                  </a:lnTo>
                  <a:lnTo>
                    <a:pt x="3" y="537"/>
                  </a:lnTo>
                  <a:lnTo>
                    <a:pt x="0" y="518"/>
                  </a:lnTo>
                  <a:lnTo>
                    <a:pt x="7" y="491"/>
                  </a:lnTo>
                  <a:lnTo>
                    <a:pt x="14" y="476"/>
                  </a:lnTo>
                  <a:lnTo>
                    <a:pt x="30" y="461"/>
                  </a:lnTo>
                  <a:lnTo>
                    <a:pt x="38" y="453"/>
                  </a:lnTo>
                  <a:lnTo>
                    <a:pt x="39" y="441"/>
                  </a:lnTo>
                  <a:lnTo>
                    <a:pt x="34" y="431"/>
                  </a:lnTo>
                  <a:lnTo>
                    <a:pt x="34" y="422"/>
                  </a:lnTo>
                  <a:lnTo>
                    <a:pt x="31" y="402"/>
                  </a:lnTo>
                  <a:lnTo>
                    <a:pt x="34" y="396"/>
                  </a:lnTo>
                  <a:lnTo>
                    <a:pt x="36" y="391"/>
                  </a:lnTo>
                  <a:lnTo>
                    <a:pt x="40" y="379"/>
                  </a:lnTo>
                  <a:lnTo>
                    <a:pt x="44" y="371"/>
                  </a:lnTo>
                  <a:lnTo>
                    <a:pt x="49" y="362"/>
                  </a:lnTo>
                  <a:lnTo>
                    <a:pt x="58" y="348"/>
                  </a:lnTo>
                  <a:lnTo>
                    <a:pt x="64" y="340"/>
                  </a:lnTo>
                  <a:lnTo>
                    <a:pt x="70" y="329"/>
                  </a:lnTo>
                  <a:lnTo>
                    <a:pt x="75" y="323"/>
                  </a:lnTo>
                  <a:lnTo>
                    <a:pt x="87" y="305"/>
                  </a:lnTo>
                  <a:lnTo>
                    <a:pt x="91" y="294"/>
                  </a:lnTo>
                  <a:lnTo>
                    <a:pt x="102" y="278"/>
                  </a:lnTo>
                  <a:lnTo>
                    <a:pt x="114" y="254"/>
                  </a:lnTo>
                  <a:lnTo>
                    <a:pt x="118" y="242"/>
                  </a:lnTo>
                  <a:lnTo>
                    <a:pt x="123" y="214"/>
                  </a:lnTo>
                  <a:lnTo>
                    <a:pt x="126" y="196"/>
                  </a:lnTo>
                  <a:lnTo>
                    <a:pt x="142" y="162"/>
                  </a:lnTo>
                  <a:lnTo>
                    <a:pt x="215" y="5"/>
                  </a:lnTo>
                  <a:lnTo>
                    <a:pt x="221" y="0"/>
                  </a:lnTo>
                  <a:lnTo>
                    <a:pt x="229" y="0"/>
                  </a:lnTo>
                  <a:lnTo>
                    <a:pt x="238" y="4"/>
                  </a:lnTo>
                  <a:lnTo>
                    <a:pt x="245" y="13"/>
                  </a:lnTo>
                  <a:lnTo>
                    <a:pt x="252" y="24"/>
                  </a:lnTo>
                  <a:lnTo>
                    <a:pt x="262" y="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9041056" y="2426685"/>
              <a:ext cx="253" cy="511"/>
            </a:xfrm>
            <a:custGeom>
              <a:avLst/>
              <a:pathLst>
                <a:path w="253" h="511">
                  <a:moveTo>
                    <a:pt x="190" y="511"/>
                  </a:moveTo>
                  <a:lnTo>
                    <a:pt x="122" y="495"/>
                  </a:lnTo>
                  <a:lnTo>
                    <a:pt x="80" y="467"/>
                  </a:lnTo>
                  <a:lnTo>
                    <a:pt x="0" y="465"/>
                  </a:lnTo>
                  <a:lnTo>
                    <a:pt x="2" y="349"/>
                  </a:lnTo>
                  <a:lnTo>
                    <a:pt x="4" y="275"/>
                  </a:lnTo>
                  <a:lnTo>
                    <a:pt x="101" y="268"/>
                  </a:lnTo>
                  <a:lnTo>
                    <a:pt x="107" y="265"/>
                  </a:lnTo>
                  <a:lnTo>
                    <a:pt x="112" y="259"/>
                  </a:lnTo>
                  <a:lnTo>
                    <a:pt x="114" y="244"/>
                  </a:lnTo>
                  <a:lnTo>
                    <a:pt x="111" y="227"/>
                  </a:lnTo>
                  <a:lnTo>
                    <a:pt x="107" y="161"/>
                  </a:lnTo>
                  <a:lnTo>
                    <a:pt x="100" y="133"/>
                  </a:lnTo>
                  <a:lnTo>
                    <a:pt x="78" y="43"/>
                  </a:lnTo>
                  <a:lnTo>
                    <a:pt x="89" y="26"/>
                  </a:lnTo>
                  <a:lnTo>
                    <a:pt x="99" y="24"/>
                  </a:lnTo>
                  <a:lnTo>
                    <a:pt x="103" y="17"/>
                  </a:lnTo>
                  <a:lnTo>
                    <a:pt x="127" y="0"/>
                  </a:lnTo>
                  <a:lnTo>
                    <a:pt x="137" y="0"/>
                  </a:lnTo>
                  <a:lnTo>
                    <a:pt x="142" y="4"/>
                  </a:lnTo>
                  <a:lnTo>
                    <a:pt x="148" y="15"/>
                  </a:lnTo>
                  <a:lnTo>
                    <a:pt x="227" y="261"/>
                  </a:lnTo>
                  <a:lnTo>
                    <a:pt x="249" y="389"/>
                  </a:lnTo>
                  <a:lnTo>
                    <a:pt x="252" y="451"/>
                  </a:lnTo>
                  <a:lnTo>
                    <a:pt x="253" y="480"/>
                  </a:lnTo>
                  <a:lnTo>
                    <a:pt x="232" y="506"/>
                  </a:lnTo>
                  <a:lnTo>
                    <a:pt x="190" y="5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9038417" y="2424804"/>
              <a:ext cx="626" cy="327"/>
            </a:xfrm>
            <a:custGeom>
              <a:avLst/>
              <a:pathLst>
                <a:path w="626" h="327">
                  <a:moveTo>
                    <a:pt x="498" y="303"/>
                  </a:moveTo>
                  <a:lnTo>
                    <a:pt x="486" y="311"/>
                  </a:lnTo>
                  <a:lnTo>
                    <a:pt x="474" y="316"/>
                  </a:lnTo>
                  <a:lnTo>
                    <a:pt x="462" y="316"/>
                  </a:lnTo>
                  <a:lnTo>
                    <a:pt x="450" y="315"/>
                  </a:lnTo>
                  <a:lnTo>
                    <a:pt x="433" y="309"/>
                  </a:lnTo>
                  <a:lnTo>
                    <a:pt x="418" y="309"/>
                  </a:lnTo>
                  <a:lnTo>
                    <a:pt x="402" y="306"/>
                  </a:lnTo>
                  <a:lnTo>
                    <a:pt x="377" y="297"/>
                  </a:lnTo>
                  <a:lnTo>
                    <a:pt x="369" y="301"/>
                  </a:lnTo>
                  <a:lnTo>
                    <a:pt x="364" y="306"/>
                  </a:lnTo>
                  <a:lnTo>
                    <a:pt x="359" y="316"/>
                  </a:lnTo>
                  <a:lnTo>
                    <a:pt x="352" y="318"/>
                  </a:lnTo>
                  <a:lnTo>
                    <a:pt x="340" y="326"/>
                  </a:lnTo>
                  <a:lnTo>
                    <a:pt x="326" y="325"/>
                  </a:lnTo>
                  <a:lnTo>
                    <a:pt x="308" y="323"/>
                  </a:lnTo>
                  <a:lnTo>
                    <a:pt x="295" y="321"/>
                  </a:lnTo>
                  <a:lnTo>
                    <a:pt x="287" y="316"/>
                  </a:lnTo>
                  <a:lnTo>
                    <a:pt x="278" y="308"/>
                  </a:lnTo>
                  <a:lnTo>
                    <a:pt x="270" y="302"/>
                  </a:lnTo>
                  <a:lnTo>
                    <a:pt x="264" y="302"/>
                  </a:lnTo>
                  <a:lnTo>
                    <a:pt x="254" y="312"/>
                  </a:lnTo>
                  <a:lnTo>
                    <a:pt x="240" y="318"/>
                  </a:lnTo>
                  <a:lnTo>
                    <a:pt x="228" y="322"/>
                  </a:lnTo>
                  <a:lnTo>
                    <a:pt x="215" y="325"/>
                  </a:lnTo>
                  <a:lnTo>
                    <a:pt x="198" y="327"/>
                  </a:lnTo>
                  <a:lnTo>
                    <a:pt x="182" y="324"/>
                  </a:lnTo>
                  <a:lnTo>
                    <a:pt x="165" y="318"/>
                  </a:lnTo>
                  <a:lnTo>
                    <a:pt x="153" y="310"/>
                  </a:lnTo>
                  <a:lnTo>
                    <a:pt x="150" y="301"/>
                  </a:lnTo>
                  <a:lnTo>
                    <a:pt x="140" y="293"/>
                  </a:lnTo>
                  <a:lnTo>
                    <a:pt x="136" y="290"/>
                  </a:lnTo>
                  <a:lnTo>
                    <a:pt x="116" y="284"/>
                  </a:lnTo>
                  <a:lnTo>
                    <a:pt x="112" y="284"/>
                  </a:lnTo>
                  <a:lnTo>
                    <a:pt x="109" y="292"/>
                  </a:lnTo>
                  <a:lnTo>
                    <a:pt x="106" y="302"/>
                  </a:lnTo>
                  <a:lnTo>
                    <a:pt x="91" y="310"/>
                  </a:lnTo>
                  <a:lnTo>
                    <a:pt x="32" y="296"/>
                  </a:lnTo>
                  <a:lnTo>
                    <a:pt x="14" y="286"/>
                  </a:lnTo>
                  <a:lnTo>
                    <a:pt x="1" y="264"/>
                  </a:lnTo>
                  <a:lnTo>
                    <a:pt x="1" y="248"/>
                  </a:lnTo>
                  <a:lnTo>
                    <a:pt x="5" y="233"/>
                  </a:lnTo>
                  <a:lnTo>
                    <a:pt x="10" y="221"/>
                  </a:lnTo>
                  <a:lnTo>
                    <a:pt x="9" y="206"/>
                  </a:lnTo>
                  <a:lnTo>
                    <a:pt x="5" y="190"/>
                  </a:lnTo>
                  <a:lnTo>
                    <a:pt x="0" y="179"/>
                  </a:lnTo>
                  <a:lnTo>
                    <a:pt x="0" y="170"/>
                  </a:lnTo>
                  <a:lnTo>
                    <a:pt x="6" y="163"/>
                  </a:lnTo>
                  <a:lnTo>
                    <a:pt x="178" y="67"/>
                  </a:lnTo>
                  <a:lnTo>
                    <a:pt x="187" y="62"/>
                  </a:lnTo>
                  <a:lnTo>
                    <a:pt x="483" y="3"/>
                  </a:lnTo>
                  <a:lnTo>
                    <a:pt x="509" y="0"/>
                  </a:lnTo>
                  <a:lnTo>
                    <a:pt x="527" y="5"/>
                  </a:lnTo>
                  <a:lnTo>
                    <a:pt x="539" y="26"/>
                  </a:lnTo>
                  <a:lnTo>
                    <a:pt x="544" y="43"/>
                  </a:lnTo>
                  <a:lnTo>
                    <a:pt x="557" y="48"/>
                  </a:lnTo>
                  <a:lnTo>
                    <a:pt x="570" y="52"/>
                  </a:lnTo>
                  <a:lnTo>
                    <a:pt x="585" y="62"/>
                  </a:lnTo>
                  <a:lnTo>
                    <a:pt x="598" y="74"/>
                  </a:lnTo>
                  <a:lnTo>
                    <a:pt x="612" y="83"/>
                  </a:lnTo>
                  <a:lnTo>
                    <a:pt x="623" y="91"/>
                  </a:lnTo>
                  <a:lnTo>
                    <a:pt x="626" y="104"/>
                  </a:lnTo>
                  <a:lnTo>
                    <a:pt x="626" y="121"/>
                  </a:lnTo>
                  <a:lnTo>
                    <a:pt x="622" y="132"/>
                  </a:lnTo>
                  <a:lnTo>
                    <a:pt x="498" y="30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9080477" y="2427883"/>
              <a:ext cx="205" cy="131"/>
            </a:xfrm>
            <a:custGeom>
              <a:avLst/>
              <a:pathLst>
                <a:path w="205" h="131">
                  <a:moveTo>
                    <a:pt x="177" y="19"/>
                  </a:moveTo>
                  <a:lnTo>
                    <a:pt x="188" y="35"/>
                  </a:lnTo>
                  <a:lnTo>
                    <a:pt x="199" y="50"/>
                  </a:lnTo>
                  <a:lnTo>
                    <a:pt x="204" y="59"/>
                  </a:lnTo>
                  <a:lnTo>
                    <a:pt x="205" y="65"/>
                  </a:lnTo>
                  <a:lnTo>
                    <a:pt x="189" y="80"/>
                  </a:lnTo>
                  <a:lnTo>
                    <a:pt x="174" y="91"/>
                  </a:lnTo>
                  <a:lnTo>
                    <a:pt x="164" y="104"/>
                  </a:lnTo>
                  <a:lnTo>
                    <a:pt x="154" y="114"/>
                  </a:lnTo>
                  <a:lnTo>
                    <a:pt x="127" y="125"/>
                  </a:lnTo>
                  <a:lnTo>
                    <a:pt x="108" y="129"/>
                  </a:lnTo>
                  <a:lnTo>
                    <a:pt x="88" y="131"/>
                  </a:lnTo>
                  <a:lnTo>
                    <a:pt x="76" y="128"/>
                  </a:lnTo>
                  <a:lnTo>
                    <a:pt x="63" y="129"/>
                  </a:lnTo>
                  <a:lnTo>
                    <a:pt x="46" y="129"/>
                  </a:lnTo>
                  <a:lnTo>
                    <a:pt x="40" y="128"/>
                  </a:lnTo>
                  <a:lnTo>
                    <a:pt x="30" y="122"/>
                  </a:lnTo>
                  <a:lnTo>
                    <a:pt x="25" y="117"/>
                  </a:lnTo>
                  <a:lnTo>
                    <a:pt x="21" y="106"/>
                  </a:lnTo>
                  <a:lnTo>
                    <a:pt x="9" y="97"/>
                  </a:lnTo>
                  <a:lnTo>
                    <a:pt x="4" y="93"/>
                  </a:lnTo>
                  <a:lnTo>
                    <a:pt x="0" y="81"/>
                  </a:lnTo>
                  <a:lnTo>
                    <a:pt x="0" y="74"/>
                  </a:lnTo>
                  <a:lnTo>
                    <a:pt x="5" y="69"/>
                  </a:lnTo>
                  <a:lnTo>
                    <a:pt x="21" y="61"/>
                  </a:lnTo>
                  <a:lnTo>
                    <a:pt x="29" y="57"/>
                  </a:lnTo>
                  <a:lnTo>
                    <a:pt x="37" y="56"/>
                  </a:lnTo>
                  <a:lnTo>
                    <a:pt x="44" y="54"/>
                  </a:lnTo>
                  <a:lnTo>
                    <a:pt x="54" y="49"/>
                  </a:lnTo>
                  <a:lnTo>
                    <a:pt x="61" y="45"/>
                  </a:lnTo>
                  <a:lnTo>
                    <a:pt x="55" y="36"/>
                  </a:lnTo>
                  <a:lnTo>
                    <a:pt x="49" y="32"/>
                  </a:lnTo>
                  <a:lnTo>
                    <a:pt x="47" y="24"/>
                  </a:lnTo>
                  <a:lnTo>
                    <a:pt x="50" y="20"/>
                  </a:lnTo>
                  <a:lnTo>
                    <a:pt x="52" y="14"/>
                  </a:lnTo>
                  <a:lnTo>
                    <a:pt x="61" y="6"/>
                  </a:lnTo>
                  <a:lnTo>
                    <a:pt x="72" y="3"/>
                  </a:lnTo>
                  <a:lnTo>
                    <a:pt x="77" y="2"/>
                  </a:lnTo>
                  <a:lnTo>
                    <a:pt x="84" y="9"/>
                  </a:lnTo>
                  <a:lnTo>
                    <a:pt x="91" y="11"/>
                  </a:lnTo>
                  <a:lnTo>
                    <a:pt x="97" y="9"/>
                  </a:lnTo>
                  <a:lnTo>
                    <a:pt x="103" y="2"/>
                  </a:lnTo>
                  <a:lnTo>
                    <a:pt x="112" y="3"/>
                  </a:lnTo>
                  <a:lnTo>
                    <a:pt x="117" y="3"/>
                  </a:lnTo>
                  <a:lnTo>
                    <a:pt x="121" y="0"/>
                  </a:lnTo>
                  <a:lnTo>
                    <a:pt x="126" y="0"/>
                  </a:lnTo>
                  <a:lnTo>
                    <a:pt x="135" y="0"/>
                  </a:lnTo>
                  <a:lnTo>
                    <a:pt x="152" y="1"/>
                  </a:lnTo>
                  <a:lnTo>
                    <a:pt x="166" y="7"/>
                  </a:lnTo>
                  <a:lnTo>
                    <a:pt x="171" y="11"/>
                  </a:lnTo>
                  <a:lnTo>
                    <a:pt x="177" y="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9053196" y="2423885"/>
              <a:ext cx="941" cy="1159"/>
            </a:xfrm>
            <a:custGeom>
              <a:avLst/>
              <a:pathLst>
                <a:path w="941" h="1159">
                  <a:moveTo>
                    <a:pt x="798" y="178"/>
                  </a:moveTo>
                  <a:lnTo>
                    <a:pt x="811" y="182"/>
                  </a:lnTo>
                  <a:lnTo>
                    <a:pt x="832" y="152"/>
                  </a:lnTo>
                  <a:lnTo>
                    <a:pt x="876" y="186"/>
                  </a:lnTo>
                  <a:lnTo>
                    <a:pt x="894" y="209"/>
                  </a:lnTo>
                  <a:lnTo>
                    <a:pt x="903" y="229"/>
                  </a:lnTo>
                  <a:lnTo>
                    <a:pt x="941" y="315"/>
                  </a:lnTo>
                  <a:lnTo>
                    <a:pt x="937" y="345"/>
                  </a:lnTo>
                  <a:lnTo>
                    <a:pt x="934" y="366"/>
                  </a:lnTo>
                  <a:lnTo>
                    <a:pt x="760" y="1159"/>
                  </a:lnTo>
                  <a:lnTo>
                    <a:pt x="732" y="1144"/>
                  </a:lnTo>
                  <a:lnTo>
                    <a:pt x="507" y="1020"/>
                  </a:lnTo>
                  <a:lnTo>
                    <a:pt x="62" y="700"/>
                  </a:lnTo>
                  <a:lnTo>
                    <a:pt x="49" y="689"/>
                  </a:lnTo>
                  <a:lnTo>
                    <a:pt x="44" y="681"/>
                  </a:lnTo>
                  <a:lnTo>
                    <a:pt x="0" y="480"/>
                  </a:lnTo>
                  <a:lnTo>
                    <a:pt x="0" y="470"/>
                  </a:lnTo>
                  <a:lnTo>
                    <a:pt x="1" y="395"/>
                  </a:lnTo>
                  <a:lnTo>
                    <a:pt x="4" y="362"/>
                  </a:lnTo>
                  <a:lnTo>
                    <a:pt x="177" y="110"/>
                  </a:lnTo>
                  <a:lnTo>
                    <a:pt x="189" y="96"/>
                  </a:lnTo>
                  <a:lnTo>
                    <a:pt x="209" y="77"/>
                  </a:lnTo>
                  <a:lnTo>
                    <a:pt x="214" y="72"/>
                  </a:lnTo>
                  <a:lnTo>
                    <a:pt x="230" y="58"/>
                  </a:lnTo>
                  <a:lnTo>
                    <a:pt x="369" y="0"/>
                  </a:lnTo>
                  <a:lnTo>
                    <a:pt x="518" y="9"/>
                  </a:lnTo>
                  <a:lnTo>
                    <a:pt x="515" y="42"/>
                  </a:lnTo>
                  <a:lnTo>
                    <a:pt x="513" y="75"/>
                  </a:lnTo>
                  <a:lnTo>
                    <a:pt x="776" y="170"/>
                  </a:lnTo>
                  <a:lnTo>
                    <a:pt x="793" y="176"/>
                  </a:lnTo>
                  <a:lnTo>
                    <a:pt x="798" y="17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9064026" y="2423412"/>
              <a:ext cx="439" cy="334"/>
            </a:xfrm>
            <a:custGeom>
              <a:avLst/>
              <a:pathLst>
                <a:path w="439" h="334">
                  <a:moveTo>
                    <a:pt x="414" y="99"/>
                  </a:moveTo>
                  <a:lnTo>
                    <a:pt x="439" y="265"/>
                  </a:lnTo>
                  <a:lnTo>
                    <a:pt x="435" y="294"/>
                  </a:lnTo>
                  <a:lnTo>
                    <a:pt x="421" y="308"/>
                  </a:lnTo>
                  <a:lnTo>
                    <a:pt x="400" y="325"/>
                  </a:lnTo>
                  <a:lnTo>
                    <a:pt x="394" y="331"/>
                  </a:lnTo>
                  <a:lnTo>
                    <a:pt x="386" y="332"/>
                  </a:lnTo>
                  <a:lnTo>
                    <a:pt x="377" y="327"/>
                  </a:lnTo>
                  <a:lnTo>
                    <a:pt x="368" y="313"/>
                  </a:lnTo>
                  <a:lnTo>
                    <a:pt x="366" y="303"/>
                  </a:lnTo>
                  <a:lnTo>
                    <a:pt x="358" y="289"/>
                  </a:lnTo>
                  <a:lnTo>
                    <a:pt x="348" y="282"/>
                  </a:lnTo>
                  <a:lnTo>
                    <a:pt x="338" y="282"/>
                  </a:lnTo>
                  <a:lnTo>
                    <a:pt x="329" y="277"/>
                  </a:lnTo>
                  <a:lnTo>
                    <a:pt x="327" y="266"/>
                  </a:lnTo>
                  <a:lnTo>
                    <a:pt x="309" y="248"/>
                  </a:lnTo>
                  <a:lnTo>
                    <a:pt x="300" y="241"/>
                  </a:lnTo>
                  <a:lnTo>
                    <a:pt x="294" y="241"/>
                  </a:lnTo>
                  <a:lnTo>
                    <a:pt x="281" y="253"/>
                  </a:lnTo>
                  <a:lnTo>
                    <a:pt x="276" y="264"/>
                  </a:lnTo>
                  <a:lnTo>
                    <a:pt x="275" y="285"/>
                  </a:lnTo>
                  <a:lnTo>
                    <a:pt x="264" y="297"/>
                  </a:lnTo>
                  <a:lnTo>
                    <a:pt x="252" y="305"/>
                  </a:lnTo>
                  <a:lnTo>
                    <a:pt x="246" y="307"/>
                  </a:lnTo>
                  <a:lnTo>
                    <a:pt x="236" y="315"/>
                  </a:lnTo>
                  <a:lnTo>
                    <a:pt x="212" y="334"/>
                  </a:lnTo>
                  <a:lnTo>
                    <a:pt x="176" y="318"/>
                  </a:lnTo>
                  <a:lnTo>
                    <a:pt x="13" y="244"/>
                  </a:lnTo>
                  <a:lnTo>
                    <a:pt x="0" y="232"/>
                  </a:lnTo>
                  <a:lnTo>
                    <a:pt x="0" y="223"/>
                  </a:lnTo>
                  <a:lnTo>
                    <a:pt x="4" y="153"/>
                  </a:lnTo>
                  <a:lnTo>
                    <a:pt x="6" y="139"/>
                  </a:lnTo>
                  <a:lnTo>
                    <a:pt x="137" y="38"/>
                  </a:lnTo>
                  <a:lnTo>
                    <a:pt x="167" y="20"/>
                  </a:lnTo>
                  <a:lnTo>
                    <a:pt x="177" y="20"/>
                  </a:lnTo>
                  <a:lnTo>
                    <a:pt x="182" y="18"/>
                  </a:lnTo>
                  <a:lnTo>
                    <a:pt x="195" y="3"/>
                  </a:lnTo>
                  <a:lnTo>
                    <a:pt x="210" y="0"/>
                  </a:lnTo>
                  <a:lnTo>
                    <a:pt x="223" y="0"/>
                  </a:lnTo>
                  <a:lnTo>
                    <a:pt x="237" y="1"/>
                  </a:lnTo>
                  <a:lnTo>
                    <a:pt x="243" y="1"/>
                  </a:lnTo>
                  <a:lnTo>
                    <a:pt x="342" y="5"/>
                  </a:lnTo>
                  <a:lnTo>
                    <a:pt x="370" y="14"/>
                  </a:lnTo>
                  <a:lnTo>
                    <a:pt x="380" y="17"/>
                  </a:lnTo>
                  <a:lnTo>
                    <a:pt x="396" y="39"/>
                  </a:lnTo>
                  <a:lnTo>
                    <a:pt x="414" y="9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9060675" y="2421336"/>
              <a:ext cx="420" cy="719"/>
            </a:xfrm>
            <a:custGeom>
              <a:avLst/>
              <a:pathLst>
                <a:path w="420" h="719">
                  <a:moveTo>
                    <a:pt x="208" y="509"/>
                  </a:moveTo>
                  <a:lnTo>
                    <a:pt x="164" y="542"/>
                  </a:lnTo>
                  <a:lnTo>
                    <a:pt x="158" y="545"/>
                  </a:lnTo>
                  <a:lnTo>
                    <a:pt x="139" y="541"/>
                  </a:lnTo>
                  <a:lnTo>
                    <a:pt x="129" y="538"/>
                  </a:lnTo>
                  <a:lnTo>
                    <a:pt x="123" y="541"/>
                  </a:lnTo>
                  <a:lnTo>
                    <a:pt x="117" y="547"/>
                  </a:lnTo>
                  <a:lnTo>
                    <a:pt x="113" y="561"/>
                  </a:lnTo>
                  <a:lnTo>
                    <a:pt x="104" y="572"/>
                  </a:lnTo>
                  <a:lnTo>
                    <a:pt x="87" y="584"/>
                  </a:lnTo>
                  <a:lnTo>
                    <a:pt x="78" y="607"/>
                  </a:lnTo>
                  <a:lnTo>
                    <a:pt x="110" y="648"/>
                  </a:lnTo>
                  <a:lnTo>
                    <a:pt x="96" y="669"/>
                  </a:lnTo>
                  <a:lnTo>
                    <a:pt x="65" y="719"/>
                  </a:lnTo>
                  <a:lnTo>
                    <a:pt x="45" y="718"/>
                  </a:lnTo>
                  <a:lnTo>
                    <a:pt x="15" y="717"/>
                  </a:lnTo>
                  <a:lnTo>
                    <a:pt x="6" y="706"/>
                  </a:lnTo>
                  <a:lnTo>
                    <a:pt x="0" y="656"/>
                  </a:lnTo>
                  <a:lnTo>
                    <a:pt x="20" y="636"/>
                  </a:lnTo>
                  <a:lnTo>
                    <a:pt x="31" y="613"/>
                  </a:lnTo>
                  <a:lnTo>
                    <a:pt x="41" y="592"/>
                  </a:lnTo>
                  <a:lnTo>
                    <a:pt x="51" y="569"/>
                  </a:lnTo>
                  <a:lnTo>
                    <a:pt x="54" y="564"/>
                  </a:lnTo>
                  <a:lnTo>
                    <a:pt x="65" y="546"/>
                  </a:lnTo>
                  <a:lnTo>
                    <a:pt x="67" y="535"/>
                  </a:lnTo>
                  <a:lnTo>
                    <a:pt x="68" y="329"/>
                  </a:lnTo>
                  <a:lnTo>
                    <a:pt x="66" y="281"/>
                  </a:lnTo>
                  <a:lnTo>
                    <a:pt x="46" y="211"/>
                  </a:lnTo>
                  <a:lnTo>
                    <a:pt x="15" y="152"/>
                  </a:lnTo>
                  <a:lnTo>
                    <a:pt x="16" y="137"/>
                  </a:lnTo>
                  <a:lnTo>
                    <a:pt x="28" y="113"/>
                  </a:lnTo>
                  <a:lnTo>
                    <a:pt x="30" y="98"/>
                  </a:lnTo>
                  <a:lnTo>
                    <a:pt x="34" y="85"/>
                  </a:lnTo>
                  <a:lnTo>
                    <a:pt x="133" y="27"/>
                  </a:lnTo>
                  <a:lnTo>
                    <a:pt x="245" y="0"/>
                  </a:lnTo>
                  <a:lnTo>
                    <a:pt x="301" y="11"/>
                  </a:lnTo>
                  <a:lnTo>
                    <a:pt x="335" y="18"/>
                  </a:lnTo>
                  <a:lnTo>
                    <a:pt x="364" y="35"/>
                  </a:lnTo>
                  <a:lnTo>
                    <a:pt x="381" y="47"/>
                  </a:lnTo>
                  <a:lnTo>
                    <a:pt x="398" y="80"/>
                  </a:lnTo>
                  <a:lnTo>
                    <a:pt x="418" y="169"/>
                  </a:lnTo>
                  <a:lnTo>
                    <a:pt x="420" y="180"/>
                  </a:lnTo>
                  <a:lnTo>
                    <a:pt x="410" y="191"/>
                  </a:lnTo>
                  <a:lnTo>
                    <a:pt x="360" y="218"/>
                  </a:lnTo>
                  <a:lnTo>
                    <a:pt x="281" y="250"/>
                  </a:lnTo>
                  <a:lnTo>
                    <a:pt x="271" y="256"/>
                  </a:lnTo>
                  <a:lnTo>
                    <a:pt x="250" y="266"/>
                  </a:lnTo>
                  <a:lnTo>
                    <a:pt x="217" y="277"/>
                  </a:lnTo>
                  <a:lnTo>
                    <a:pt x="201" y="284"/>
                  </a:lnTo>
                  <a:lnTo>
                    <a:pt x="201" y="338"/>
                  </a:lnTo>
                  <a:lnTo>
                    <a:pt x="204" y="354"/>
                  </a:lnTo>
                  <a:lnTo>
                    <a:pt x="194" y="435"/>
                  </a:lnTo>
                  <a:lnTo>
                    <a:pt x="192" y="448"/>
                  </a:lnTo>
                  <a:lnTo>
                    <a:pt x="195" y="459"/>
                  </a:lnTo>
                  <a:lnTo>
                    <a:pt x="207" y="465"/>
                  </a:lnTo>
                  <a:lnTo>
                    <a:pt x="216" y="474"/>
                  </a:lnTo>
                  <a:lnTo>
                    <a:pt x="220" y="485"/>
                  </a:lnTo>
                  <a:lnTo>
                    <a:pt x="222" y="496"/>
                  </a:lnTo>
                  <a:lnTo>
                    <a:pt x="208" y="5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9338299" y="2461726"/>
              <a:ext cx="472" cy="501"/>
            </a:xfrm>
            <a:custGeom>
              <a:avLst/>
              <a:pathLst>
                <a:path w="472" h="501">
                  <a:moveTo>
                    <a:pt x="211" y="501"/>
                  </a:moveTo>
                  <a:lnTo>
                    <a:pt x="188" y="499"/>
                  </a:lnTo>
                  <a:lnTo>
                    <a:pt x="176" y="492"/>
                  </a:lnTo>
                  <a:lnTo>
                    <a:pt x="171" y="486"/>
                  </a:lnTo>
                  <a:lnTo>
                    <a:pt x="161" y="472"/>
                  </a:lnTo>
                  <a:lnTo>
                    <a:pt x="147" y="456"/>
                  </a:lnTo>
                  <a:lnTo>
                    <a:pt x="138" y="440"/>
                  </a:lnTo>
                  <a:lnTo>
                    <a:pt x="135" y="428"/>
                  </a:lnTo>
                  <a:lnTo>
                    <a:pt x="125" y="313"/>
                  </a:lnTo>
                  <a:lnTo>
                    <a:pt x="121" y="302"/>
                  </a:lnTo>
                  <a:lnTo>
                    <a:pt x="114" y="279"/>
                  </a:lnTo>
                  <a:lnTo>
                    <a:pt x="104" y="261"/>
                  </a:lnTo>
                  <a:lnTo>
                    <a:pt x="95" y="253"/>
                  </a:lnTo>
                  <a:lnTo>
                    <a:pt x="82" y="244"/>
                  </a:lnTo>
                  <a:lnTo>
                    <a:pt x="71" y="238"/>
                  </a:lnTo>
                  <a:lnTo>
                    <a:pt x="63" y="232"/>
                  </a:lnTo>
                  <a:lnTo>
                    <a:pt x="57" y="223"/>
                  </a:lnTo>
                  <a:lnTo>
                    <a:pt x="54" y="218"/>
                  </a:lnTo>
                  <a:lnTo>
                    <a:pt x="44" y="198"/>
                  </a:lnTo>
                  <a:lnTo>
                    <a:pt x="23" y="171"/>
                  </a:lnTo>
                  <a:lnTo>
                    <a:pt x="11" y="155"/>
                  </a:lnTo>
                  <a:lnTo>
                    <a:pt x="6" y="147"/>
                  </a:lnTo>
                  <a:lnTo>
                    <a:pt x="0" y="137"/>
                  </a:lnTo>
                  <a:lnTo>
                    <a:pt x="1" y="127"/>
                  </a:lnTo>
                  <a:lnTo>
                    <a:pt x="4" y="123"/>
                  </a:lnTo>
                  <a:lnTo>
                    <a:pt x="11" y="113"/>
                  </a:lnTo>
                  <a:lnTo>
                    <a:pt x="15" y="109"/>
                  </a:lnTo>
                  <a:lnTo>
                    <a:pt x="20" y="101"/>
                  </a:lnTo>
                  <a:lnTo>
                    <a:pt x="35" y="96"/>
                  </a:lnTo>
                  <a:lnTo>
                    <a:pt x="46" y="93"/>
                  </a:lnTo>
                  <a:lnTo>
                    <a:pt x="62" y="89"/>
                  </a:lnTo>
                  <a:lnTo>
                    <a:pt x="95" y="91"/>
                  </a:lnTo>
                  <a:lnTo>
                    <a:pt x="102" y="91"/>
                  </a:lnTo>
                  <a:lnTo>
                    <a:pt x="111" y="90"/>
                  </a:lnTo>
                  <a:lnTo>
                    <a:pt x="336" y="7"/>
                  </a:lnTo>
                  <a:lnTo>
                    <a:pt x="368" y="2"/>
                  </a:lnTo>
                  <a:lnTo>
                    <a:pt x="399" y="0"/>
                  </a:lnTo>
                  <a:lnTo>
                    <a:pt x="422" y="12"/>
                  </a:lnTo>
                  <a:lnTo>
                    <a:pt x="445" y="37"/>
                  </a:lnTo>
                  <a:lnTo>
                    <a:pt x="448" y="60"/>
                  </a:lnTo>
                  <a:lnTo>
                    <a:pt x="464" y="171"/>
                  </a:lnTo>
                  <a:lnTo>
                    <a:pt x="467" y="192"/>
                  </a:lnTo>
                  <a:lnTo>
                    <a:pt x="472" y="320"/>
                  </a:lnTo>
                  <a:lnTo>
                    <a:pt x="460" y="356"/>
                  </a:lnTo>
                  <a:lnTo>
                    <a:pt x="457" y="363"/>
                  </a:lnTo>
                  <a:lnTo>
                    <a:pt x="437" y="420"/>
                  </a:lnTo>
                  <a:lnTo>
                    <a:pt x="432" y="426"/>
                  </a:lnTo>
                  <a:lnTo>
                    <a:pt x="428" y="431"/>
                  </a:lnTo>
                  <a:lnTo>
                    <a:pt x="211" y="50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9333859" y="2455368"/>
              <a:ext cx="4347" cy="4129"/>
            </a:xfrm>
            <a:custGeom>
              <a:avLst/>
              <a:pathLst>
                <a:path w="4347" h="4129">
                  <a:moveTo>
                    <a:pt x="3046" y="322"/>
                  </a:moveTo>
                  <a:lnTo>
                    <a:pt x="3006" y="444"/>
                  </a:lnTo>
                  <a:lnTo>
                    <a:pt x="2987" y="475"/>
                  </a:lnTo>
                  <a:lnTo>
                    <a:pt x="2981" y="483"/>
                  </a:lnTo>
                  <a:lnTo>
                    <a:pt x="2931" y="537"/>
                  </a:lnTo>
                  <a:lnTo>
                    <a:pt x="2932" y="545"/>
                  </a:lnTo>
                  <a:lnTo>
                    <a:pt x="2960" y="917"/>
                  </a:lnTo>
                  <a:lnTo>
                    <a:pt x="2974" y="945"/>
                  </a:lnTo>
                  <a:lnTo>
                    <a:pt x="3027" y="1004"/>
                  </a:lnTo>
                  <a:lnTo>
                    <a:pt x="3071" y="1033"/>
                  </a:lnTo>
                  <a:lnTo>
                    <a:pt x="3082" y="1040"/>
                  </a:lnTo>
                  <a:lnTo>
                    <a:pt x="3143" y="1082"/>
                  </a:lnTo>
                  <a:lnTo>
                    <a:pt x="3191" y="1126"/>
                  </a:lnTo>
                  <a:lnTo>
                    <a:pt x="3274" y="1230"/>
                  </a:lnTo>
                  <a:lnTo>
                    <a:pt x="3278" y="1235"/>
                  </a:lnTo>
                  <a:lnTo>
                    <a:pt x="3271" y="1240"/>
                  </a:lnTo>
                  <a:lnTo>
                    <a:pt x="3247" y="1233"/>
                  </a:lnTo>
                  <a:lnTo>
                    <a:pt x="3185" y="1215"/>
                  </a:lnTo>
                  <a:lnTo>
                    <a:pt x="3047" y="1236"/>
                  </a:lnTo>
                  <a:lnTo>
                    <a:pt x="3026" y="1239"/>
                  </a:lnTo>
                  <a:lnTo>
                    <a:pt x="2866" y="1331"/>
                  </a:lnTo>
                  <a:lnTo>
                    <a:pt x="2856" y="1337"/>
                  </a:lnTo>
                  <a:lnTo>
                    <a:pt x="2831" y="1370"/>
                  </a:lnTo>
                  <a:lnTo>
                    <a:pt x="2755" y="1505"/>
                  </a:lnTo>
                  <a:lnTo>
                    <a:pt x="2748" y="1572"/>
                  </a:lnTo>
                  <a:lnTo>
                    <a:pt x="2746" y="1588"/>
                  </a:lnTo>
                  <a:lnTo>
                    <a:pt x="2759" y="1705"/>
                  </a:lnTo>
                  <a:lnTo>
                    <a:pt x="2759" y="1712"/>
                  </a:lnTo>
                  <a:lnTo>
                    <a:pt x="2761" y="1730"/>
                  </a:lnTo>
                  <a:lnTo>
                    <a:pt x="2779" y="1766"/>
                  </a:lnTo>
                  <a:lnTo>
                    <a:pt x="2852" y="1921"/>
                  </a:lnTo>
                  <a:lnTo>
                    <a:pt x="2932" y="2090"/>
                  </a:lnTo>
                  <a:lnTo>
                    <a:pt x="2939" y="2104"/>
                  </a:lnTo>
                  <a:lnTo>
                    <a:pt x="2938" y="2113"/>
                  </a:lnTo>
                  <a:lnTo>
                    <a:pt x="2937" y="2182"/>
                  </a:lnTo>
                  <a:lnTo>
                    <a:pt x="2937" y="2196"/>
                  </a:lnTo>
                  <a:lnTo>
                    <a:pt x="2960" y="2217"/>
                  </a:lnTo>
                  <a:lnTo>
                    <a:pt x="3178" y="2413"/>
                  </a:lnTo>
                  <a:lnTo>
                    <a:pt x="3189" y="2422"/>
                  </a:lnTo>
                  <a:lnTo>
                    <a:pt x="3251" y="2473"/>
                  </a:lnTo>
                  <a:lnTo>
                    <a:pt x="3334" y="2531"/>
                  </a:lnTo>
                  <a:lnTo>
                    <a:pt x="3532" y="2652"/>
                  </a:lnTo>
                  <a:lnTo>
                    <a:pt x="3592" y="2680"/>
                  </a:lnTo>
                  <a:lnTo>
                    <a:pt x="3631" y="2692"/>
                  </a:lnTo>
                  <a:lnTo>
                    <a:pt x="3654" y="2699"/>
                  </a:lnTo>
                  <a:lnTo>
                    <a:pt x="3755" y="2729"/>
                  </a:lnTo>
                  <a:lnTo>
                    <a:pt x="3791" y="2740"/>
                  </a:lnTo>
                  <a:lnTo>
                    <a:pt x="3808" y="2748"/>
                  </a:lnTo>
                  <a:lnTo>
                    <a:pt x="3867" y="2775"/>
                  </a:lnTo>
                  <a:lnTo>
                    <a:pt x="3883" y="2783"/>
                  </a:lnTo>
                  <a:lnTo>
                    <a:pt x="3978" y="2850"/>
                  </a:lnTo>
                  <a:lnTo>
                    <a:pt x="3999" y="2864"/>
                  </a:lnTo>
                  <a:lnTo>
                    <a:pt x="4131" y="2957"/>
                  </a:lnTo>
                  <a:lnTo>
                    <a:pt x="4196" y="3002"/>
                  </a:lnTo>
                  <a:lnTo>
                    <a:pt x="4236" y="3035"/>
                  </a:lnTo>
                  <a:lnTo>
                    <a:pt x="4252" y="3061"/>
                  </a:lnTo>
                  <a:lnTo>
                    <a:pt x="4265" y="3081"/>
                  </a:lnTo>
                  <a:lnTo>
                    <a:pt x="4316" y="3161"/>
                  </a:lnTo>
                  <a:lnTo>
                    <a:pt x="4347" y="3312"/>
                  </a:lnTo>
                  <a:lnTo>
                    <a:pt x="4343" y="3317"/>
                  </a:lnTo>
                  <a:lnTo>
                    <a:pt x="4269" y="3408"/>
                  </a:lnTo>
                  <a:lnTo>
                    <a:pt x="4236" y="3431"/>
                  </a:lnTo>
                  <a:lnTo>
                    <a:pt x="4205" y="3452"/>
                  </a:lnTo>
                  <a:lnTo>
                    <a:pt x="4157" y="3527"/>
                  </a:lnTo>
                  <a:lnTo>
                    <a:pt x="4154" y="3543"/>
                  </a:lnTo>
                  <a:lnTo>
                    <a:pt x="4124" y="3679"/>
                  </a:lnTo>
                  <a:lnTo>
                    <a:pt x="4083" y="3848"/>
                  </a:lnTo>
                  <a:lnTo>
                    <a:pt x="4075" y="3871"/>
                  </a:lnTo>
                  <a:lnTo>
                    <a:pt x="4065" y="3903"/>
                  </a:lnTo>
                  <a:lnTo>
                    <a:pt x="4054" y="3939"/>
                  </a:lnTo>
                  <a:lnTo>
                    <a:pt x="4032" y="4008"/>
                  </a:lnTo>
                  <a:lnTo>
                    <a:pt x="3994" y="4043"/>
                  </a:lnTo>
                  <a:lnTo>
                    <a:pt x="3973" y="4056"/>
                  </a:lnTo>
                  <a:lnTo>
                    <a:pt x="3906" y="4086"/>
                  </a:lnTo>
                  <a:lnTo>
                    <a:pt x="3833" y="4111"/>
                  </a:lnTo>
                  <a:lnTo>
                    <a:pt x="3776" y="4121"/>
                  </a:lnTo>
                  <a:lnTo>
                    <a:pt x="3730" y="4129"/>
                  </a:lnTo>
                  <a:lnTo>
                    <a:pt x="3719" y="4126"/>
                  </a:lnTo>
                  <a:lnTo>
                    <a:pt x="3703" y="4121"/>
                  </a:lnTo>
                  <a:lnTo>
                    <a:pt x="3682" y="4116"/>
                  </a:lnTo>
                  <a:lnTo>
                    <a:pt x="3655" y="4108"/>
                  </a:lnTo>
                  <a:lnTo>
                    <a:pt x="3644" y="4105"/>
                  </a:lnTo>
                  <a:lnTo>
                    <a:pt x="3621" y="4083"/>
                  </a:lnTo>
                  <a:lnTo>
                    <a:pt x="3558" y="4022"/>
                  </a:lnTo>
                  <a:lnTo>
                    <a:pt x="3537" y="3975"/>
                  </a:lnTo>
                  <a:lnTo>
                    <a:pt x="3478" y="3957"/>
                  </a:lnTo>
                  <a:lnTo>
                    <a:pt x="3457" y="3951"/>
                  </a:lnTo>
                  <a:lnTo>
                    <a:pt x="3407" y="3956"/>
                  </a:lnTo>
                  <a:lnTo>
                    <a:pt x="3381" y="3959"/>
                  </a:lnTo>
                  <a:lnTo>
                    <a:pt x="3343" y="3962"/>
                  </a:lnTo>
                  <a:lnTo>
                    <a:pt x="3084" y="3988"/>
                  </a:lnTo>
                  <a:lnTo>
                    <a:pt x="2996" y="3750"/>
                  </a:lnTo>
                  <a:lnTo>
                    <a:pt x="2965" y="3703"/>
                  </a:lnTo>
                  <a:lnTo>
                    <a:pt x="2936" y="3660"/>
                  </a:lnTo>
                  <a:lnTo>
                    <a:pt x="2838" y="3517"/>
                  </a:lnTo>
                  <a:lnTo>
                    <a:pt x="2793" y="3452"/>
                  </a:lnTo>
                  <a:lnTo>
                    <a:pt x="2694" y="3307"/>
                  </a:lnTo>
                  <a:lnTo>
                    <a:pt x="2691" y="3304"/>
                  </a:lnTo>
                  <a:lnTo>
                    <a:pt x="2498" y="3106"/>
                  </a:lnTo>
                  <a:lnTo>
                    <a:pt x="2437" y="3062"/>
                  </a:lnTo>
                  <a:lnTo>
                    <a:pt x="2309" y="2967"/>
                  </a:lnTo>
                  <a:lnTo>
                    <a:pt x="2303" y="2963"/>
                  </a:lnTo>
                  <a:lnTo>
                    <a:pt x="2288" y="2957"/>
                  </a:lnTo>
                  <a:lnTo>
                    <a:pt x="2192" y="2920"/>
                  </a:lnTo>
                  <a:lnTo>
                    <a:pt x="2118" y="2895"/>
                  </a:lnTo>
                  <a:lnTo>
                    <a:pt x="2107" y="2894"/>
                  </a:lnTo>
                  <a:lnTo>
                    <a:pt x="1979" y="2884"/>
                  </a:lnTo>
                  <a:lnTo>
                    <a:pt x="1949" y="2882"/>
                  </a:lnTo>
                  <a:lnTo>
                    <a:pt x="1924" y="2895"/>
                  </a:lnTo>
                  <a:lnTo>
                    <a:pt x="1860" y="2925"/>
                  </a:lnTo>
                  <a:lnTo>
                    <a:pt x="1835" y="2937"/>
                  </a:lnTo>
                  <a:lnTo>
                    <a:pt x="1829" y="2939"/>
                  </a:lnTo>
                  <a:lnTo>
                    <a:pt x="1820" y="2942"/>
                  </a:lnTo>
                  <a:lnTo>
                    <a:pt x="1781" y="2956"/>
                  </a:lnTo>
                  <a:lnTo>
                    <a:pt x="1711" y="2981"/>
                  </a:lnTo>
                  <a:lnTo>
                    <a:pt x="1673" y="2975"/>
                  </a:lnTo>
                  <a:lnTo>
                    <a:pt x="1660" y="2973"/>
                  </a:lnTo>
                  <a:lnTo>
                    <a:pt x="1627" y="2960"/>
                  </a:lnTo>
                  <a:lnTo>
                    <a:pt x="1609" y="2953"/>
                  </a:lnTo>
                  <a:lnTo>
                    <a:pt x="1589" y="2945"/>
                  </a:lnTo>
                  <a:lnTo>
                    <a:pt x="1564" y="2932"/>
                  </a:lnTo>
                  <a:lnTo>
                    <a:pt x="1498" y="2896"/>
                  </a:lnTo>
                  <a:lnTo>
                    <a:pt x="1485" y="2889"/>
                  </a:lnTo>
                  <a:lnTo>
                    <a:pt x="1189" y="2550"/>
                  </a:lnTo>
                  <a:lnTo>
                    <a:pt x="1180" y="2521"/>
                  </a:lnTo>
                  <a:lnTo>
                    <a:pt x="1178" y="2513"/>
                  </a:lnTo>
                  <a:lnTo>
                    <a:pt x="1163" y="2442"/>
                  </a:lnTo>
                  <a:lnTo>
                    <a:pt x="1137" y="2377"/>
                  </a:lnTo>
                  <a:lnTo>
                    <a:pt x="1114" y="2335"/>
                  </a:lnTo>
                  <a:lnTo>
                    <a:pt x="1064" y="2294"/>
                  </a:lnTo>
                  <a:lnTo>
                    <a:pt x="1015" y="2253"/>
                  </a:lnTo>
                  <a:lnTo>
                    <a:pt x="998" y="2239"/>
                  </a:lnTo>
                  <a:lnTo>
                    <a:pt x="991" y="2240"/>
                  </a:lnTo>
                  <a:lnTo>
                    <a:pt x="899" y="2202"/>
                  </a:lnTo>
                  <a:lnTo>
                    <a:pt x="892" y="2196"/>
                  </a:lnTo>
                  <a:lnTo>
                    <a:pt x="857" y="2167"/>
                  </a:lnTo>
                  <a:lnTo>
                    <a:pt x="510" y="1874"/>
                  </a:lnTo>
                  <a:lnTo>
                    <a:pt x="497" y="1791"/>
                  </a:lnTo>
                  <a:lnTo>
                    <a:pt x="488" y="1734"/>
                  </a:lnTo>
                  <a:lnTo>
                    <a:pt x="475" y="1650"/>
                  </a:lnTo>
                  <a:lnTo>
                    <a:pt x="471" y="1645"/>
                  </a:lnTo>
                  <a:lnTo>
                    <a:pt x="362" y="1481"/>
                  </a:lnTo>
                  <a:lnTo>
                    <a:pt x="356" y="1473"/>
                  </a:lnTo>
                  <a:lnTo>
                    <a:pt x="384" y="1372"/>
                  </a:lnTo>
                  <a:lnTo>
                    <a:pt x="401" y="1309"/>
                  </a:lnTo>
                  <a:lnTo>
                    <a:pt x="427" y="1215"/>
                  </a:lnTo>
                  <a:lnTo>
                    <a:pt x="483" y="1031"/>
                  </a:lnTo>
                  <a:lnTo>
                    <a:pt x="492" y="1001"/>
                  </a:lnTo>
                  <a:lnTo>
                    <a:pt x="495" y="993"/>
                  </a:lnTo>
                  <a:lnTo>
                    <a:pt x="494" y="985"/>
                  </a:lnTo>
                  <a:lnTo>
                    <a:pt x="491" y="954"/>
                  </a:lnTo>
                  <a:lnTo>
                    <a:pt x="435" y="754"/>
                  </a:lnTo>
                  <a:lnTo>
                    <a:pt x="431" y="744"/>
                  </a:lnTo>
                  <a:lnTo>
                    <a:pt x="380" y="636"/>
                  </a:lnTo>
                  <a:lnTo>
                    <a:pt x="377" y="631"/>
                  </a:lnTo>
                  <a:lnTo>
                    <a:pt x="372" y="628"/>
                  </a:lnTo>
                  <a:lnTo>
                    <a:pt x="310" y="600"/>
                  </a:lnTo>
                  <a:lnTo>
                    <a:pt x="307" y="596"/>
                  </a:lnTo>
                  <a:lnTo>
                    <a:pt x="215" y="498"/>
                  </a:lnTo>
                  <a:lnTo>
                    <a:pt x="197" y="480"/>
                  </a:lnTo>
                  <a:lnTo>
                    <a:pt x="15" y="287"/>
                  </a:lnTo>
                  <a:lnTo>
                    <a:pt x="7" y="278"/>
                  </a:lnTo>
                  <a:lnTo>
                    <a:pt x="0" y="247"/>
                  </a:lnTo>
                  <a:lnTo>
                    <a:pt x="21" y="143"/>
                  </a:lnTo>
                  <a:lnTo>
                    <a:pt x="31" y="133"/>
                  </a:lnTo>
                  <a:lnTo>
                    <a:pt x="85" y="80"/>
                  </a:lnTo>
                  <a:lnTo>
                    <a:pt x="163" y="41"/>
                  </a:lnTo>
                  <a:lnTo>
                    <a:pt x="171" y="37"/>
                  </a:lnTo>
                  <a:lnTo>
                    <a:pt x="190" y="28"/>
                  </a:lnTo>
                  <a:lnTo>
                    <a:pt x="251" y="0"/>
                  </a:lnTo>
                  <a:lnTo>
                    <a:pt x="260" y="3"/>
                  </a:lnTo>
                  <a:lnTo>
                    <a:pt x="279" y="17"/>
                  </a:lnTo>
                  <a:lnTo>
                    <a:pt x="282" y="28"/>
                  </a:lnTo>
                  <a:lnTo>
                    <a:pt x="284" y="46"/>
                  </a:lnTo>
                  <a:lnTo>
                    <a:pt x="316" y="73"/>
                  </a:lnTo>
                  <a:lnTo>
                    <a:pt x="393" y="132"/>
                  </a:lnTo>
                  <a:lnTo>
                    <a:pt x="519" y="223"/>
                  </a:lnTo>
                  <a:lnTo>
                    <a:pt x="531" y="228"/>
                  </a:lnTo>
                  <a:lnTo>
                    <a:pt x="555" y="238"/>
                  </a:lnTo>
                  <a:lnTo>
                    <a:pt x="576" y="237"/>
                  </a:lnTo>
                  <a:lnTo>
                    <a:pt x="649" y="234"/>
                  </a:lnTo>
                  <a:lnTo>
                    <a:pt x="667" y="233"/>
                  </a:lnTo>
                  <a:lnTo>
                    <a:pt x="795" y="227"/>
                  </a:lnTo>
                  <a:lnTo>
                    <a:pt x="871" y="223"/>
                  </a:lnTo>
                  <a:lnTo>
                    <a:pt x="877" y="222"/>
                  </a:lnTo>
                  <a:lnTo>
                    <a:pt x="1120" y="156"/>
                  </a:lnTo>
                  <a:lnTo>
                    <a:pt x="1138" y="151"/>
                  </a:lnTo>
                  <a:lnTo>
                    <a:pt x="1512" y="202"/>
                  </a:lnTo>
                  <a:lnTo>
                    <a:pt x="1533" y="199"/>
                  </a:lnTo>
                  <a:lnTo>
                    <a:pt x="1543" y="197"/>
                  </a:lnTo>
                  <a:lnTo>
                    <a:pt x="1855" y="146"/>
                  </a:lnTo>
                  <a:lnTo>
                    <a:pt x="1896" y="142"/>
                  </a:lnTo>
                  <a:lnTo>
                    <a:pt x="1947" y="136"/>
                  </a:lnTo>
                  <a:lnTo>
                    <a:pt x="2039" y="127"/>
                  </a:lnTo>
                  <a:lnTo>
                    <a:pt x="2112" y="119"/>
                  </a:lnTo>
                  <a:lnTo>
                    <a:pt x="2423" y="108"/>
                  </a:lnTo>
                  <a:lnTo>
                    <a:pt x="2453" y="109"/>
                  </a:lnTo>
                  <a:lnTo>
                    <a:pt x="2486" y="134"/>
                  </a:lnTo>
                  <a:lnTo>
                    <a:pt x="2495" y="152"/>
                  </a:lnTo>
                  <a:lnTo>
                    <a:pt x="2496" y="159"/>
                  </a:lnTo>
                  <a:lnTo>
                    <a:pt x="2500" y="190"/>
                  </a:lnTo>
                  <a:lnTo>
                    <a:pt x="2519" y="216"/>
                  </a:lnTo>
                  <a:lnTo>
                    <a:pt x="2542" y="235"/>
                  </a:lnTo>
                  <a:lnTo>
                    <a:pt x="2550" y="242"/>
                  </a:lnTo>
                  <a:lnTo>
                    <a:pt x="2559" y="249"/>
                  </a:lnTo>
                  <a:lnTo>
                    <a:pt x="2565" y="250"/>
                  </a:lnTo>
                  <a:lnTo>
                    <a:pt x="2591" y="250"/>
                  </a:lnTo>
                  <a:lnTo>
                    <a:pt x="2598" y="248"/>
                  </a:lnTo>
                  <a:lnTo>
                    <a:pt x="2627" y="232"/>
                  </a:lnTo>
                  <a:lnTo>
                    <a:pt x="2690" y="197"/>
                  </a:lnTo>
                  <a:lnTo>
                    <a:pt x="2697" y="192"/>
                  </a:lnTo>
                  <a:lnTo>
                    <a:pt x="2779" y="133"/>
                  </a:lnTo>
                  <a:lnTo>
                    <a:pt x="2816" y="101"/>
                  </a:lnTo>
                  <a:lnTo>
                    <a:pt x="2919" y="10"/>
                  </a:lnTo>
                  <a:lnTo>
                    <a:pt x="2985" y="102"/>
                  </a:lnTo>
                  <a:lnTo>
                    <a:pt x="3010" y="137"/>
                  </a:lnTo>
                  <a:lnTo>
                    <a:pt x="3037" y="174"/>
                  </a:lnTo>
                  <a:lnTo>
                    <a:pt x="3045" y="204"/>
                  </a:lnTo>
                  <a:lnTo>
                    <a:pt x="3056" y="243"/>
                  </a:lnTo>
                  <a:lnTo>
                    <a:pt x="3054" y="261"/>
                  </a:lnTo>
                  <a:lnTo>
                    <a:pt x="3053" y="267"/>
                  </a:lnTo>
                  <a:lnTo>
                    <a:pt x="3051" y="283"/>
                  </a:lnTo>
                  <a:lnTo>
                    <a:pt x="3046" y="32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9069377" y="2415573"/>
              <a:ext cx="162" cy="167"/>
            </a:xfrm>
            <a:custGeom>
              <a:avLst/>
              <a:pathLst>
                <a:path w="162" h="167">
                  <a:moveTo>
                    <a:pt x="66" y="167"/>
                  </a:moveTo>
                  <a:lnTo>
                    <a:pt x="33" y="167"/>
                  </a:lnTo>
                  <a:lnTo>
                    <a:pt x="27" y="165"/>
                  </a:lnTo>
                  <a:lnTo>
                    <a:pt x="17" y="161"/>
                  </a:lnTo>
                  <a:lnTo>
                    <a:pt x="8" y="156"/>
                  </a:lnTo>
                  <a:lnTo>
                    <a:pt x="0" y="146"/>
                  </a:lnTo>
                  <a:lnTo>
                    <a:pt x="0" y="138"/>
                  </a:lnTo>
                  <a:lnTo>
                    <a:pt x="5" y="129"/>
                  </a:lnTo>
                  <a:lnTo>
                    <a:pt x="12" y="121"/>
                  </a:lnTo>
                  <a:lnTo>
                    <a:pt x="13" y="112"/>
                  </a:lnTo>
                  <a:lnTo>
                    <a:pt x="18" y="101"/>
                  </a:lnTo>
                  <a:lnTo>
                    <a:pt x="26" y="92"/>
                  </a:lnTo>
                  <a:lnTo>
                    <a:pt x="47" y="69"/>
                  </a:lnTo>
                  <a:lnTo>
                    <a:pt x="49" y="62"/>
                  </a:lnTo>
                  <a:lnTo>
                    <a:pt x="49" y="51"/>
                  </a:lnTo>
                  <a:lnTo>
                    <a:pt x="50" y="40"/>
                  </a:lnTo>
                  <a:lnTo>
                    <a:pt x="55" y="35"/>
                  </a:lnTo>
                  <a:lnTo>
                    <a:pt x="60" y="29"/>
                  </a:lnTo>
                  <a:lnTo>
                    <a:pt x="60" y="24"/>
                  </a:lnTo>
                  <a:lnTo>
                    <a:pt x="60" y="11"/>
                  </a:lnTo>
                  <a:lnTo>
                    <a:pt x="62" y="3"/>
                  </a:lnTo>
                  <a:lnTo>
                    <a:pt x="70" y="0"/>
                  </a:lnTo>
                  <a:lnTo>
                    <a:pt x="78" y="2"/>
                  </a:lnTo>
                  <a:lnTo>
                    <a:pt x="83" y="11"/>
                  </a:lnTo>
                  <a:lnTo>
                    <a:pt x="87" y="25"/>
                  </a:lnTo>
                  <a:lnTo>
                    <a:pt x="88" y="34"/>
                  </a:lnTo>
                  <a:lnTo>
                    <a:pt x="98" y="49"/>
                  </a:lnTo>
                  <a:lnTo>
                    <a:pt x="111" y="65"/>
                  </a:lnTo>
                  <a:lnTo>
                    <a:pt x="117" y="77"/>
                  </a:lnTo>
                  <a:lnTo>
                    <a:pt x="123" y="90"/>
                  </a:lnTo>
                  <a:lnTo>
                    <a:pt x="141" y="118"/>
                  </a:lnTo>
                  <a:lnTo>
                    <a:pt x="152" y="135"/>
                  </a:lnTo>
                  <a:lnTo>
                    <a:pt x="158" y="146"/>
                  </a:lnTo>
                  <a:lnTo>
                    <a:pt x="162" y="154"/>
                  </a:lnTo>
                  <a:lnTo>
                    <a:pt x="162" y="159"/>
                  </a:lnTo>
                  <a:lnTo>
                    <a:pt x="159" y="165"/>
                  </a:lnTo>
                  <a:lnTo>
                    <a:pt x="154" y="166"/>
                  </a:lnTo>
                  <a:lnTo>
                    <a:pt x="133" y="166"/>
                  </a:lnTo>
                  <a:lnTo>
                    <a:pt x="104" y="164"/>
                  </a:lnTo>
                  <a:lnTo>
                    <a:pt x="88" y="164"/>
                  </a:lnTo>
                  <a:lnTo>
                    <a:pt x="66" y="16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9284893" y="2442284"/>
              <a:ext cx="1543" cy="1635"/>
            </a:xfrm>
            <a:custGeom>
              <a:avLst/>
              <a:pathLst>
                <a:path w="1543" h="1635">
                  <a:moveTo>
                    <a:pt x="295" y="1635"/>
                  </a:moveTo>
                  <a:lnTo>
                    <a:pt x="230" y="1631"/>
                  </a:lnTo>
                  <a:lnTo>
                    <a:pt x="175" y="1618"/>
                  </a:lnTo>
                  <a:lnTo>
                    <a:pt x="118" y="1599"/>
                  </a:lnTo>
                  <a:lnTo>
                    <a:pt x="102" y="1593"/>
                  </a:lnTo>
                  <a:lnTo>
                    <a:pt x="91" y="1590"/>
                  </a:lnTo>
                  <a:lnTo>
                    <a:pt x="81" y="1582"/>
                  </a:lnTo>
                  <a:lnTo>
                    <a:pt x="50" y="1560"/>
                  </a:lnTo>
                  <a:lnTo>
                    <a:pt x="36" y="1550"/>
                  </a:lnTo>
                  <a:lnTo>
                    <a:pt x="23" y="1527"/>
                  </a:lnTo>
                  <a:lnTo>
                    <a:pt x="7" y="1499"/>
                  </a:lnTo>
                  <a:lnTo>
                    <a:pt x="6" y="1491"/>
                  </a:lnTo>
                  <a:lnTo>
                    <a:pt x="2" y="1466"/>
                  </a:lnTo>
                  <a:lnTo>
                    <a:pt x="0" y="1442"/>
                  </a:lnTo>
                  <a:lnTo>
                    <a:pt x="14" y="1349"/>
                  </a:lnTo>
                  <a:lnTo>
                    <a:pt x="24" y="1324"/>
                  </a:lnTo>
                  <a:lnTo>
                    <a:pt x="29" y="1313"/>
                  </a:lnTo>
                  <a:lnTo>
                    <a:pt x="34" y="1303"/>
                  </a:lnTo>
                  <a:lnTo>
                    <a:pt x="54" y="1269"/>
                  </a:lnTo>
                  <a:lnTo>
                    <a:pt x="67" y="1246"/>
                  </a:lnTo>
                  <a:lnTo>
                    <a:pt x="71" y="1240"/>
                  </a:lnTo>
                  <a:lnTo>
                    <a:pt x="115" y="1190"/>
                  </a:lnTo>
                  <a:lnTo>
                    <a:pt x="160" y="1161"/>
                  </a:lnTo>
                  <a:lnTo>
                    <a:pt x="190" y="1140"/>
                  </a:lnTo>
                  <a:lnTo>
                    <a:pt x="203" y="1132"/>
                  </a:lnTo>
                  <a:lnTo>
                    <a:pt x="270" y="1083"/>
                  </a:lnTo>
                  <a:lnTo>
                    <a:pt x="292" y="1068"/>
                  </a:lnTo>
                  <a:lnTo>
                    <a:pt x="325" y="1002"/>
                  </a:lnTo>
                  <a:lnTo>
                    <a:pt x="381" y="828"/>
                  </a:lnTo>
                  <a:lnTo>
                    <a:pt x="404" y="689"/>
                  </a:lnTo>
                  <a:lnTo>
                    <a:pt x="370" y="568"/>
                  </a:lnTo>
                  <a:lnTo>
                    <a:pt x="356" y="518"/>
                  </a:lnTo>
                  <a:lnTo>
                    <a:pt x="351" y="485"/>
                  </a:lnTo>
                  <a:lnTo>
                    <a:pt x="346" y="449"/>
                  </a:lnTo>
                  <a:lnTo>
                    <a:pt x="602" y="204"/>
                  </a:lnTo>
                  <a:lnTo>
                    <a:pt x="611" y="197"/>
                  </a:lnTo>
                  <a:lnTo>
                    <a:pt x="619" y="193"/>
                  </a:lnTo>
                  <a:lnTo>
                    <a:pt x="630" y="188"/>
                  </a:lnTo>
                  <a:lnTo>
                    <a:pt x="693" y="160"/>
                  </a:lnTo>
                  <a:lnTo>
                    <a:pt x="709" y="152"/>
                  </a:lnTo>
                  <a:lnTo>
                    <a:pt x="942" y="51"/>
                  </a:lnTo>
                  <a:lnTo>
                    <a:pt x="953" y="46"/>
                  </a:lnTo>
                  <a:lnTo>
                    <a:pt x="1039" y="14"/>
                  </a:lnTo>
                  <a:lnTo>
                    <a:pt x="1055" y="9"/>
                  </a:lnTo>
                  <a:lnTo>
                    <a:pt x="1090" y="0"/>
                  </a:lnTo>
                  <a:lnTo>
                    <a:pt x="1142" y="0"/>
                  </a:lnTo>
                  <a:lnTo>
                    <a:pt x="1150" y="2"/>
                  </a:lnTo>
                  <a:lnTo>
                    <a:pt x="1214" y="30"/>
                  </a:lnTo>
                  <a:lnTo>
                    <a:pt x="1229" y="42"/>
                  </a:lnTo>
                  <a:lnTo>
                    <a:pt x="1489" y="244"/>
                  </a:lnTo>
                  <a:lnTo>
                    <a:pt x="1506" y="261"/>
                  </a:lnTo>
                  <a:lnTo>
                    <a:pt x="1523" y="281"/>
                  </a:lnTo>
                  <a:lnTo>
                    <a:pt x="1527" y="292"/>
                  </a:lnTo>
                  <a:lnTo>
                    <a:pt x="1543" y="367"/>
                  </a:lnTo>
                  <a:lnTo>
                    <a:pt x="1533" y="438"/>
                  </a:lnTo>
                  <a:lnTo>
                    <a:pt x="1524" y="493"/>
                  </a:lnTo>
                  <a:lnTo>
                    <a:pt x="1499" y="574"/>
                  </a:lnTo>
                  <a:lnTo>
                    <a:pt x="1453" y="654"/>
                  </a:lnTo>
                  <a:lnTo>
                    <a:pt x="1425" y="683"/>
                  </a:lnTo>
                  <a:lnTo>
                    <a:pt x="1388" y="716"/>
                  </a:lnTo>
                  <a:lnTo>
                    <a:pt x="1366" y="731"/>
                  </a:lnTo>
                  <a:lnTo>
                    <a:pt x="1311" y="762"/>
                  </a:lnTo>
                  <a:lnTo>
                    <a:pt x="1135" y="863"/>
                  </a:lnTo>
                  <a:lnTo>
                    <a:pt x="1007" y="937"/>
                  </a:lnTo>
                  <a:lnTo>
                    <a:pt x="891" y="1040"/>
                  </a:lnTo>
                  <a:lnTo>
                    <a:pt x="864" y="1064"/>
                  </a:lnTo>
                  <a:lnTo>
                    <a:pt x="777" y="1179"/>
                  </a:lnTo>
                  <a:lnTo>
                    <a:pt x="753" y="1216"/>
                  </a:lnTo>
                  <a:lnTo>
                    <a:pt x="746" y="1247"/>
                  </a:lnTo>
                  <a:lnTo>
                    <a:pt x="722" y="1296"/>
                  </a:lnTo>
                  <a:lnTo>
                    <a:pt x="713" y="1313"/>
                  </a:lnTo>
                  <a:lnTo>
                    <a:pt x="697" y="1338"/>
                  </a:lnTo>
                  <a:lnTo>
                    <a:pt x="693" y="1345"/>
                  </a:lnTo>
                  <a:lnTo>
                    <a:pt x="663" y="1391"/>
                  </a:lnTo>
                  <a:lnTo>
                    <a:pt x="653" y="1400"/>
                  </a:lnTo>
                  <a:lnTo>
                    <a:pt x="639" y="1414"/>
                  </a:lnTo>
                  <a:lnTo>
                    <a:pt x="615" y="1436"/>
                  </a:lnTo>
                  <a:lnTo>
                    <a:pt x="499" y="1534"/>
                  </a:lnTo>
                  <a:lnTo>
                    <a:pt x="409" y="1597"/>
                  </a:lnTo>
                  <a:lnTo>
                    <a:pt x="395" y="1607"/>
                  </a:lnTo>
                  <a:lnTo>
                    <a:pt x="348" y="1620"/>
                  </a:lnTo>
                  <a:lnTo>
                    <a:pt x="323" y="1627"/>
                  </a:lnTo>
                  <a:lnTo>
                    <a:pt x="295" y="16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9281042" y="2429651"/>
              <a:ext cx="2342" cy="3047"/>
            </a:xfrm>
            <a:custGeom>
              <a:avLst/>
              <a:pathLst>
                <a:path w="2342" h="3047">
                  <a:moveTo>
                    <a:pt x="604" y="311"/>
                  </a:moveTo>
                  <a:lnTo>
                    <a:pt x="674" y="394"/>
                  </a:lnTo>
                  <a:lnTo>
                    <a:pt x="725" y="483"/>
                  </a:lnTo>
                  <a:lnTo>
                    <a:pt x="763" y="603"/>
                  </a:lnTo>
                  <a:lnTo>
                    <a:pt x="844" y="759"/>
                  </a:lnTo>
                  <a:lnTo>
                    <a:pt x="967" y="938"/>
                  </a:lnTo>
                  <a:lnTo>
                    <a:pt x="1082" y="1139"/>
                  </a:lnTo>
                  <a:lnTo>
                    <a:pt x="1185" y="1324"/>
                  </a:lnTo>
                  <a:lnTo>
                    <a:pt x="1273" y="1515"/>
                  </a:lnTo>
                  <a:lnTo>
                    <a:pt x="1285" y="1583"/>
                  </a:lnTo>
                  <a:lnTo>
                    <a:pt x="1541" y="1900"/>
                  </a:lnTo>
                  <a:lnTo>
                    <a:pt x="1693" y="2088"/>
                  </a:lnTo>
                  <a:lnTo>
                    <a:pt x="2342" y="2952"/>
                  </a:lnTo>
                  <a:lnTo>
                    <a:pt x="2341" y="2963"/>
                  </a:lnTo>
                  <a:lnTo>
                    <a:pt x="2308" y="3013"/>
                  </a:lnTo>
                  <a:lnTo>
                    <a:pt x="2271" y="3037"/>
                  </a:lnTo>
                  <a:lnTo>
                    <a:pt x="2239" y="3047"/>
                  </a:lnTo>
                  <a:lnTo>
                    <a:pt x="2219" y="3042"/>
                  </a:lnTo>
                  <a:lnTo>
                    <a:pt x="2120" y="2995"/>
                  </a:lnTo>
                  <a:lnTo>
                    <a:pt x="1902" y="2847"/>
                  </a:lnTo>
                  <a:lnTo>
                    <a:pt x="1768" y="2676"/>
                  </a:lnTo>
                  <a:lnTo>
                    <a:pt x="1748" y="2512"/>
                  </a:lnTo>
                  <a:lnTo>
                    <a:pt x="1739" y="2497"/>
                  </a:lnTo>
                  <a:lnTo>
                    <a:pt x="1662" y="2375"/>
                  </a:lnTo>
                  <a:lnTo>
                    <a:pt x="987" y="1454"/>
                  </a:lnTo>
                  <a:lnTo>
                    <a:pt x="862" y="1301"/>
                  </a:lnTo>
                  <a:lnTo>
                    <a:pt x="733" y="1124"/>
                  </a:lnTo>
                  <a:lnTo>
                    <a:pt x="708" y="1089"/>
                  </a:lnTo>
                  <a:lnTo>
                    <a:pt x="648" y="981"/>
                  </a:lnTo>
                  <a:lnTo>
                    <a:pt x="449" y="665"/>
                  </a:lnTo>
                  <a:lnTo>
                    <a:pt x="361" y="539"/>
                  </a:lnTo>
                  <a:lnTo>
                    <a:pt x="147" y="270"/>
                  </a:lnTo>
                  <a:lnTo>
                    <a:pt x="89" y="227"/>
                  </a:lnTo>
                  <a:lnTo>
                    <a:pt x="64" y="222"/>
                  </a:lnTo>
                  <a:lnTo>
                    <a:pt x="29" y="231"/>
                  </a:lnTo>
                  <a:lnTo>
                    <a:pt x="0" y="121"/>
                  </a:lnTo>
                  <a:lnTo>
                    <a:pt x="32" y="65"/>
                  </a:lnTo>
                  <a:lnTo>
                    <a:pt x="84" y="0"/>
                  </a:lnTo>
                  <a:lnTo>
                    <a:pt x="147" y="26"/>
                  </a:lnTo>
                  <a:lnTo>
                    <a:pt x="384" y="137"/>
                  </a:lnTo>
                  <a:lnTo>
                    <a:pt x="510" y="223"/>
                  </a:lnTo>
                  <a:lnTo>
                    <a:pt x="604" y="3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9334246" y="2427727"/>
              <a:ext cx="97" cy="102"/>
            </a:xfrm>
            <a:custGeom>
              <a:avLst/>
              <a:pathLst>
                <a:path w="97" h="102">
                  <a:moveTo>
                    <a:pt x="91" y="90"/>
                  </a:moveTo>
                  <a:lnTo>
                    <a:pt x="87" y="96"/>
                  </a:lnTo>
                  <a:lnTo>
                    <a:pt x="81" y="97"/>
                  </a:lnTo>
                  <a:lnTo>
                    <a:pt x="75" y="95"/>
                  </a:lnTo>
                  <a:lnTo>
                    <a:pt x="70" y="91"/>
                  </a:lnTo>
                  <a:lnTo>
                    <a:pt x="63" y="91"/>
                  </a:lnTo>
                  <a:lnTo>
                    <a:pt x="62" y="100"/>
                  </a:lnTo>
                  <a:lnTo>
                    <a:pt x="57" y="102"/>
                  </a:lnTo>
                  <a:lnTo>
                    <a:pt x="50" y="100"/>
                  </a:lnTo>
                  <a:lnTo>
                    <a:pt x="39" y="98"/>
                  </a:lnTo>
                  <a:lnTo>
                    <a:pt x="34" y="95"/>
                  </a:lnTo>
                  <a:lnTo>
                    <a:pt x="28" y="90"/>
                  </a:lnTo>
                  <a:lnTo>
                    <a:pt x="22" y="86"/>
                  </a:lnTo>
                  <a:lnTo>
                    <a:pt x="13" y="84"/>
                  </a:lnTo>
                  <a:lnTo>
                    <a:pt x="7" y="78"/>
                  </a:lnTo>
                  <a:lnTo>
                    <a:pt x="3" y="70"/>
                  </a:lnTo>
                  <a:lnTo>
                    <a:pt x="0" y="61"/>
                  </a:lnTo>
                  <a:lnTo>
                    <a:pt x="1" y="54"/>
                  </a:lnTo>
                  <a:lnTo>
                    <a:pt x="5" y="50"/>
                  </a:lnTo>
                  <a:lnTo>
                    <a:pt x="9" y="48"/>
                  </a:lnTo>
                  <a:lnTo>
                    <a:pt x="19" y="43"/>
                  </a:lnTo>
                  <a:lnTo>
                    <a:pt x="25" y="36"/>
                  </a:lnTo>
                  <a:lnTo>
                    <a:pt x="30" y="29"/>
                  </a:lnTo>
                  <a:lnTo>
                    <a:pt x="34" y="21"/>
                  </a:lnTo>
                  <a:lnTo>
                    <a:pt x="43" y="13"/>
                  </a:lnTo>
                  <a:lnTo>
                    <a:pt x="51" y="8"/>
                  </a:lnTo>
                  <a:lnTo>
                    <a:pt x="56" y="6"/>
                  </a:lnTo>
                  <a:lnTo>
                    <a:pt x="70" y="0"/>
                  </a:lnTo>
                  <a:lnTo>
                    <a:pt x="75" y="0"/>
                  </a:lnTo>
                  <a:lnTo>
                    <a:pt x="84" y="7"/>
                  </a:lnTo>
                  <a:lnTo>
                    <a:pt x="86" y="13"/>
                  </a:lnTo>
                  <a:lnTo>
                    <a:pt x="84" y="19"/>
                  </a:lnTo>
                  <a:lnTo>
                    <a:pt x="79" y="23"/>
                  </a:lnTo>
                  <a:lnTo>
                    <a:pt x="74" y="28"/>
                  </a:lnTo>
                  <a:lnTo>
                    <a:pt x="70" y="34"/>
                  </a:lnTo>
                  <a:lnTo>
                    <a:pt x="70" y="40"/>
                  </a:lnTo>
                  <a:lnTo>
                    <a:pt x="74" y="42"/>
                  </a:lnTo>
                  <a:lnTo>
                    <a:pt x="84" y="44"/>
                  </a:lnTo>
                  <a:lnTo>
                    <a:pt x="89" y="49"/>
                  </a:lnTo>
                  <a:lnTo>
                    <a:pt x="93" y="51"/>
                  </a:lnTo>
                  <a:lnTo>
                    <a:pt x="93" y="58"/>
                  </a:lnTo>
                  <a:lnTo>
                    <a:pt x="96" y="63"/>
                  </a:lnTo>
                  <a:lnTo>
                    <a:pt x="97" y="69"/>
                  </a:lnTo>
                  <a:lnTo>
                    <a:pt x="96" y="75"/>
                  </a:lnTo>
                  <a:lnTo>
                    <a:pt x="93" y="83"/>
                  </a:lnTo>
                  <a:lnTo>
                    <a:pt x="91" y="9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9332353" y="2426653"/>
              <a:ext cx="1952" cy="2116"/>
            </a:xfrm>
            <a:custGeom>
              <a:avLst/>
              <a:pathLst>
                <a:path w="1952" h="2116">
                  <a:moveTo>
                    <a:pt x="1926" y="117"/>
                  </a:moveTo>
                  <a:lnTo>
                    <a:pt x="1938" y="283"/>
                  </a:lnTo>
                  <a:lnTo>
                    <a:pt x="1951" y="477"/>
                  </a:lnTo>
                  <a:lnTo>
                    <a:pt x="1952" y="497"/>
                  </a:lnTo>
                  <a:lnTo>
                    <a:pt x="1951" y="583"/>
                  </a:lnTo>
                  <a:lnTo>
                    <a:pt x="1943" y="614"/>
                  </a:lnTo>
                  <a:lnTo>
                    <a:pt x="1940" y="623"/>
                  </a:lnTo>
                  <a:lnTo>
                    <a:pt x="1919" y="699"/>
                  </a:lnTo>
                  <a:lnTo>
                    <a:pt x="1915" y="711"/>
                  </a:lnTo>
                  <a:lnTo>
                    <a:pt x="1883" y="824"/>
                  </a:lnTo>
                  <a:lnTo>
                    <a:pt x="1863" y="876"/>
                  </a:lnTo>
                  <a:lnTo>
                    <a:pt x="1798" y="1048"/>
                  </a:lnTo>
                  <a:lnTo>
                    <a:pt x="1773" y="1112"/>
                  </a:lnTo>
                  <a:lnTo>
                    <a:pt x="1799" y="1110"/>
                  </a:lnTo>
                  <a:lnTo>
                    <a:pt x="1835" y="1119"/>
                  </a:lnTo>
                  <a:lnTo>
                    <a:pt x="1856" y="1133"/>
                  </a:lnTo>
                  <a:lnTo>
                    <a:pt x="1859" y="1154"/>
                  </a:lnTo>
                  <a:lnTo>
                    <a:pt x="1850" y="1164"/>
                  </a:lnTo>
                  <a:lnTo>
                    <a:pt x="1831" y="1171"/>
                  </a:lnTo>
                  <a:lnTo>
                    <a:pt x="1805" y="1177"/>
                  </a:lnTo>
                  <a:lnTo>
                    <a:pt x="1791" y="1229"/>
                  </a:lnTo>
                  <a:lnTo>
                    <a:pt x="1791" y="1247"/>
                  </a:lnTo>
                  <a:lnTo>
                    <a:pt x="1784" y="1262"/>
                  </a:lnTo>
                  <a:lnTo>
                    <a:pt x="1735" y="1272"/>
                  </a:lnTo>
                  <a:lnTo>
                    <a:pt x="1707" y="1260"/>
                  </a:lnTo>
                  <a:lnTo>
                    <a:pt x="1676" y="1247"/>
                  </a:lnTo>
                  <a:lnTo>
                    <a:pt x="1644" y="1242"/>
                  </a:lnTo>
                  <a:lnTo>
                    <a:pt x="1612" y="1253"/>
                  </a:lnTo>
                  <a:lnTo>
                    <a:pt x="1564" y="1304"/>
                  </a:lnTo>
                  <a:lnTo>
                    <a:pt x="1551" y="1309"/>
                  </a:lnTo>
                  <a:lnTo>
                    <a:pt x="1543" y="1335"/>
                  </a:lnTo>
                  <a:lnTo>
                    <a:pt x="1509" y="1412"/>
                  </a:lnTo>
                  <a:lnTo>
                    <a:pt x="1468" y="1562"/>
                  </a:lnTo>
                  <a:lnTo>
                    <a:pt x="1502" y="1595"/>
                  </a:lnTo>
                  <a:lnTo>
                    <a:pt x="1579" y="1632"/>
                  </a:lnTo>
                  <a:lnTo>
                    <a:pt x="1586" y="1635"/>
                  </a:lnTo>
                  <a:lnTo>
                    <a:pt x="1605" y="1655"/>
                  </a:lnTo>
                  <a:lnTo>
                    <a:pt x="1723" y="1951"/>
                  </a:lnTo>
                  <a:lnTo>
                    <a:pt x="1754" y="2030"/>
                  </a:lnTo>
                  <a:lnTo>
                    <a:pt x="1694" y="2075"/>
                  </a:lnTo>
                  <a:lnTo>
                    <a:pt x="1601" y="2087"/>
                  </a:lnTo>
                  <a:lnTo>
                    <a:pt x="1357" y="2116"/>
                  </a:lnTo>
                  <a:lnTo>
                    <a:pt x="1305" y="2017"/>
                  </a:lnTo>
                  <a:lnTo>
                    <a:pt x="1303" y="2013"/>
                  </a:lnTo>
                  <a:lnTo>
                    <a:pt x="1252" y="1907"/>
                  </a:lnTo>
                  <a:lnTo>
                    <a:pt x="1246" y="1896"/>
                  </a:lnTo>
                  <a:lnTo>
                    <a:pt x="1235" y="1872"/>
                  </a:lnTo>
                  <a:lnTo>
                    <a:pt x="1226" y="1865"/>
                  </a:lnTo>
                  <a:lnTo>
                    <a:pt x="1002" y="1677"/>
                  </a:lnTo>
                  <a:lnTo>
                    <a:pt x="997" y="1673"/>
                  </a:lnTo>
                  <a:lnTo>
                    <a:pt x="983" y="1665"/>
                  </a:lnTo>
                  <a:lnTo>
                    <a:pt x="958" y="1651"/>
                  </a:lnTo>
                  <a:lnTo>
                    <a:pt x="928" y="1635"/>
                  </a:lnTo>
                  <a:lnTo>
                    <a:pt x="914" y="1627"/>
                  </a:lnTo>
                  <a:lnTo>
                    <a:pt x="910" y="1624"/>
                  </a:lnTo>
                  <a:lnTo>
                    <a:pt x="900" y="1620"/>
                  </a:lnTo>
                  <a:lnTo>
                    <a:pt x="891" y="1617"/>
                  </a:lnTo>
                  <a:lnTo>
                    <a:pt x="846" y="1599"/>
                  </a:lnTo>
                  <a:lnTo>
                    <a:pt x="821" y="1589"/>
                  </a:lnTo>
                  <a:lnTo>
                    <a:pt x="799" y="1580"/>
                  </a:lnTo>
                  <a:lnTo>
                    <a:pt x="793" y="1578"/>
                  </a:lnTo>
                  <a:lnTo>
                    <a:pt x="787" y="1575"/>
                  </a:lnTo>
                  <a:lnTo>
                    <a:pt x="754" y="1562"/>
                  </a:lnTo>
                  <a:lnTo>
                    <a:pt x="712" y="1546"/>
                  </a:lnTo>
                  <a:lnTo>
                    <a:pt x="630" y="1544"/>
                  </a:lnTo>
                  <a:lnTo>
                    <a:pt x="596" y="1543"/>
                  </a:lnTo>
                  <a:lnTo>
                    <a:pt x="447" y="1525"/>
                  </a:lnTo>
                  <a:lnTo>
                    <a:pt x="436" y="1522"/>
                  </a:lnTo>
                  <a:lnTo>
                    <a:pt x="421" y="1520"/>
                  </a:lnTo>
                  <a:lnTo>
                    <a:pt x="415" y="1517"/>
                  </a:lnTo>
                  <a:lnTo>
                    <a:pt x="379" y="1501"/>
                  </a:lnTo>
                  <a:lnTo>
                    <a:pt x="370" y="1496"/>
                  </a:lnTo>
                  <a:lnTo>
                    <a:pt x="367" y="1487"/>
                  </a:lnTo>
                  <a:lnTo>
                    <a:pt x="390" y="1437"/>
                  </a:lnTo>
                  <a:lnTo>
                    <a:pt x="408" y="1400"/>
                  </a:lnTo>
                  <a:lnTo>
                    <a:pt x="415" y="1383"/>
                  </a:lnTo>
                  <a:lnTo>
                    <a:pt x="421" y="1372"/>
                  </a:lnTo>
                  <a:lnTo>
                    <a:pt x="425" y="1355"/>
                  </a:lnTo>
                  <a:lnTo>
                    <a:pt x="428" y="1346"/>
                  </a:lnTo>
                  <a:lnTo>
                    <a:pt x="443" y="1287"/>
                  </a:lnTo>
                  <a:lnTo>
                    <a:pt x="445" y="1279"/>
                  </a:lnTo>
                  <a:lnTo>
                    <a:pt x="470" y="1014"/>
                  </a:lnTo>
                  <a:lnTo>
                    <a:pt x="475" y="963"/>
                  </a:lnTo>
                  <a:lnTo>
                    <a:pt x="409" y="828"/>
                  </a:lnTo>
                  <a:lnTo>
                    <a:pt x="352" y="745"/>
                  </a:lnTo>
                  <a:lnTo>
                    <a:pt x="333" y="721"/>
                  </a:lnTo>
                  <a:lnTo>
                    <a:pt x="141" y="471"/>
                  </a:lnTo>
                  <a:lnTo>
                    <a:pt x="124" y="448"/>
                  </a:lnTo>
                  <a:lnTo>
                    <a:pt x="120" y="443"/>
                  </a:lnTo>
                  <a:lnTo>
                    <a:pt x="67" y="375"/>
                  </a:lnTo>
                  <a:lnTo>
                    <a:pt x="60" y="365"/>
                  </a:lnTo>
                  <a:lnTo>
                    <a:pt x="50" y="350"/>
                  </a:lnTo>
                  <a:lnTo>
                    <a:pt x="38" y="331"/>
                  </a:lnTo>
                  <a:lnTo>
                    <a:pt x="29" y="318"/>
                  </a:lnTo>
                  <a:lnTo>
                    <a:pt x="1" y="254"/>
                  </a:lnTo>
                  <a:lnTo>
                    <a:pt x="0" y="242"/>
                  </a:lnTo>
                  <a:lnTo>
                    <a:pt x="0" y="226"/>
                  </a:lnTo>
                  <a:lnTo>
                    <a:pt x="4" y="209"/>
                  </a:lnTo>
                  <a:lnTo>
                    <a:pt x="7" y="193"/>
                  </a:lnTo>
                  <a:lnTo>
                    <a:pt x="33" y="84"/>
                  </a:lnTo>
                  <a:lnTo>
                    <a:pt x="38" y="76"/>
                  </a:lnTo>
                  <a:lnTo>
                    <a:pt x="59" y="46"/>
                  </a:lnTo>
                  <a:lnTo>
                    <a:pt x="161" y="50"/>
                  </a:lnTo>
                  <a:lnTo>
                    <a:pt x="181" y="52"/>
                  </a:lnTo>
                  <a:lnTo>
                    <a:pt x="189" y="53"/>
                  </a:lnTo>
                  <a:lnTo>
                    <a:pt x="251" y="57"/>
                  </a:lnTo>
                  <a:lnTo>
                    <a:pt x="303" y="76"/>
                  </a:lnTo>
                  <a:lnTo>
                    <a:pt x="333" y="94"/>
                  </a:lnTo>
                  <a:lnTo>
                    <a:pt x="357" y="109"/>
                  </a:lnTo>
                  <a:lnTo>
                    <a:pt x="369" y="116"/>
                  </a:lnTo>
                  <a:lnTo>
                    <a:pt x="387" y="119"/>
                  </a:lnTo>
                  <a:lnTo>
                    <a:pt x="447" y="129"/>
                  </a:lnTo>
                  <a:lnTo>
                    <a:pt x="593" y="155"/>
                  </a:lnTo>
                  <a:lnTo>
                    <a:pt x="616" y="153"/>
                  </a:lnTo>
                  <a:lnTo>
                    <a:pt x="695" y="146"/>
                  </a:lnTo>
                  <a:lnTo>
                    <a:pt x="846" y="32"/>
                  </a:lnTo>
                  <a:lnTo>
                    <a:pt x="888" y="7"/>
                  </a:lnTo>
                  <a:lnTo>
                    <a:pt x="985" y="0"/>
                  </a:lnTo>
                  <a:lnTo>
                    <a:pt x="999" y="0"/>
                  </a:lnTo>
                  <a:lnTo>
                    <a:pt x="1107" y="6"/>
                  </a:lnTo>
                  <a:lnTo>
                    <a:pt x="1140" y="8"/>
                  </a:lnTo>
                  <a:lnTo>
                    <a:pt x="1134" y="44"/>
                  </a:lnTo>
                  <a:lnTo>
                    <a:pt x="1138" y="66"/>
                  </a:lnTo>
                  <a:lnTo>
                    <a:pt x="1183" y="116"/>
                  </a:lnTo>
                  <a:lnTo>
                    <a:pt x="1209" y="125"/>
                  </a:lnTo>
                  <a:lnTo>
                    <a:pt x="1248" y="140"/>
                  </a:lnTo>
                  <a:lnTo>
                    <a:pt x="1443" y="128"/>
                  </a:lnTo>
                  <a:lnTo>
                    <a:pt x="1451" y="128"/>
                  </a:lnTo>
                  <a:lnTo>
                    <a:pt x="1457" y="127"/>
                  </a:lnTo>
                  <a:lnTo>
                    <a:pt x="1478" y="125"/>
                  </a:lnTo>
                  <a:lnTo>
                    <a:pt x="1583" y="104"/>
                  </a:lnTo>
                  <a:lnTo>
                    <a:pt x="1595" y="101"/>
                  </a:lnTo>
                  <a:lnTo>
                    <a:pt x="1779" y="33"/>
                  </a:lnTo>
                  <a:lnTo>
                    <a:pt x="1791" y="28"/>
                  </a:lnTo>
                  <a:lnTo>
                    <a:pt x="1801" y="25"/>
                  </a:lnTo>
                  <a:lnTo>
                    <a:pt x="1925" y="93"/>
                  </a:lnTo>
                  <a:lnTo>
                    <a:pt x="1926" y="1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9153639" y="2398233"/>
              <a:ext cx="312" cy="401"/>
            </a:xfrm>
            <a:custGeom>
              <a:avLst/>
              <a:pathLst>
                <a:path w="312" h="401">
                  <a:moveTo>
                    <a:pt x="301" y="13"/>
                  </a:moveTo>
                  <a:lnTo>
                    <a:pt x="312" y="48"/>
                  </a:lnTo>
                  <a:lnTo>
                    <a:pt x="306" y="64"/>
                  </a:lnTo>
                  <a:lnTo>
                    <a:pt x="237" y="258"/>
                  </a:lnTo>
                  <a:lnTo>
                    <a:pt x="231" y="274"/>
                  </a:lnTo>
                  <a:lnTo>
                    <a:pt x="178" y="385"/>
                  </a:lnTo>
                  <a:lnTo>
                    <a:pt x="162" y="401"/>
                  </a:lnTo>
                  <a:lnTo>
                    <a:pt x="147" y="401"/>
                  </a:lnTo>
                  <a:lnTo>
                    <a:pt x="142" y="400"/>
                  </a:lnTo>
                  <a:lnTo>
                    <a:pt x="137" y="400"/>
                  </a:lnTo>
                  <a:lnTo>
                    <a:pt x="127" y="401"/>
                  </a:lnTo>
                  <a:lnTo>
                    <a:pt x="120" y="399"/>
                  </a:lnTo>
                  <a:lnTo>
                    <a:pt x="111" y="393"/>
                  </a:lnTo>
                  <a:lnTo>
                    <a:pt x="106" y="390"/>
                  </a:lnTo>
                  <a:lnTo>
                    <a:pt x="101" y="389"/>
                  </a:lnTo>
                  <a:lnTo>
                    <a:pt x="92" y="389"/>
                  </a:lnTo>
                  <a:lnTo>
                    <a:pt x="83" y="386"/>
                  </a:lnTo>
                  <a:lnTo>
                    <a:pt x="15" y="320"/>
                  </a:lnTo>
                  <a:lnTo>
                    <a:pt x="4" y="262"/>
                  </a:lnTo>
                  <a:lnTo>
                    <a:pt x="3" y="255"/>
                  </a:lnTo>
                  <a:lnTo>
                    <a:pt x="0" y="237"/>
                  </a:lnTo>
                  <a:lnTo>
                    <a:pt x="3" y="210"/>
                  </a:lnTo>
                  <a:lnTo>
                    <a:pt x="9" y="204"/>
                  </a:lnTo>
                  <a:lnTo>
                    <a:pt x="192" y="22"/>
                  </a:lnTo>
                  <a:lnTo>
                    <a:pt x="200" y="14"/>
                  </a:lnTo>
                  <a:lnTo>
                    <a:pt x="221" y="4"/>
                  </a:lnTo>
                  <a:lnTo>
                    <a:pt x="226" y="4"/>
                  </a:lnTo>
                  <a:lnTo>
                    <a:pt x="231" y="6"/>
                  </a:lnTo>
                  <a:lnTo>
                    <a:pt x="236" y="7"/>
                  </a:lnTo>
                  <a:lnTo>
                    <a:pt x="240" y="7"/>
                  </a:lnTo>
                  <a:lnTo>
                    <a:pt x="264" y="0"/>
                  </a:lnTo>
                  <a:lnTo>
                    <a:pt x="280" y="0"/>
                  </a:lnTo>
                  <a:lnTo>
                    <a:pt x="301" y="1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9154412" y="2397410"/>
              <a:ext cx="248" cy="417"/>
            </a:xfrm>
            <a:custGeom>
              <a:avLst/>
              <a:pathLst>
                <a:path w="248" h="417">
                  <a:moveTo>
                    <a:pt x="177" y="8"/>
                  </a:moveTo>
                  <a:lnTo>
                    <a:pt x="190" y="17"/>
                  </a:lnTo>
                  <a:lnTo>
                    <a:pt x="208" y="62"/>
                  </a:lnTo>
                  <a:lnTo>
                    <a:pt x="244" y="177"/>
                  </a:lnTo>
                  <a:lnTo>
                    <a:pt x="248" y="238"/>
                  </a:lnTo>
                  <a:lnTo>
                    <a:pt x="242" y="264"/>
                  </a:lnTo>
                  <a:lnTo>
                    <a:pt x="211" y="305"/>
                  </a:lnTo>
                  <a:lnTo>
                    <a:pt x="167" y="346"/>
                  </a:lnTo>
                  <a:lnTo>
                    <a:pt x="72" y="411"/>
                  </a:lnTo>
                  <a:lnTo>
                    <a:pt x="65" y="417"/>
                  </a:lnTo>
                  <a:lnTo>
                    <a:pt x="45" y="412"/>
                  </a:lnTo>
                  <a:lnTo>
                    <a:pt x="19" y="386"/>
                  </a:lnTo>
                  <a:lnTo>
                    <a:pt x="19" y="336"/>
                  </a:lnTo>
                  <a:lnTo>
                    <a:pt x="7" y="306"/>
                  </a:lnTo>
                  <a:lnTo>
                    <a:pt x="0" y="291"/>
                  </a:lnTo>
                  <a:lnTo>
                    <a:pt x="3" y="247"/>
                  </a:lnTo>
                  <a:lnTo>
                    <a:pt x="11" y="195"/>
                  </a:lnTo>
                  <a:lnTo>
                    <a:pt x="16" y="180"/>
                  </a:lnTo>
                  <a:lnTo>
                    <a:pt x="18" y="172"/>
                  </a:lnTo>
                  <a:lnTo>
                    <a:pt x="13" y="163"/>
                  </a:lnTo>
                  <a:lnTo>
                    <a:pt x="4" y="145"/>
                  </a:lnTo>
                  <a:lnTo>
                    <a:pt x="7" y="102"/>
                  </a:lnTo>
                  <a:lnTo>
                    <a:pt x="42" y="31"/>
                  </a:lnTo>
                  <a:lnTo>
                    <a:pt x="75" y="7"/>
                  </a:lnTo>
                  <a:lnTo>
                    <a:pt x="96" y="0"/>
                  </a:lnTo>
                  <a:lnTo>
                    <a:pt x="103" y="1"/>
                  </a:lnTo>
                  <a:lnTo>
                    <a:pt x="142" y="10"/>
                  </a:lnTo>
                  <a:lnTo>
                    <a:pt x="177" y="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9145793" y="2387646"/>
              <a:ext cx="287" cy="502"/>
            </a:xfrm>
            <a:custGeom>
              <a:avLst/>
              <a:pathLst>
                <a:path w="287" h="502">
                  <a:moveTo>
                    <a:pt x="51" y="493"/>
                  </a:moveTo>
                  <a:lnTo>
                    <a:pt x="24" y="502"/>
                  </a:lnTo>
                  <a:lnTo>
                    <a:pt x="15" y="497"/>
                  </a:lnTo>
                  <a:lnTo>
                    <a:pt x="9" y="411"/>
                  </a:lnTo>
                  <a:lnTo>
                    <a:pt x="6" y="373"/>
                  </a:lnTo>
                  <a:lnTo>
                    <a:pt x="10" y="349"/>
                  </a:lnTo>
                  <a:lnTo>
                    <a:pt x="14" y="326"/>
                  </a:lnTo>
                  <a:lnTo>
                    <a:pt x="7" y="304"/>
                  </a:lnTo>
                  <a:lnTo>
                    <a:pt x="0" y="269"/>
                  </a:lnTo>
                  <a:lnTo>
                    <a:pt x="9" y="246"/>
                  </a:lnTo>
                  <a:lnTo>
                    <a:pt x="16" y="227"/>
                  </a:lnTo>
                  <a:lnTo>
                    <a:pt x="25" y="202"/>
                  </a:lnTo>
                  <a:lnTo>
                    <a:pt x="127" y="107"/>
                  </a:lnTo>
                  <a:lnTo>
                    <a:pt x="142" y="93"/>
                  </a:lnTo>
                  <a:lnTo>
                    <a:pt x="147" y="90"/>
                  </a:lnTo>
                  <a:lnTo>
                    <a:pt x="157" y="87"/>
                  </a:lnTo>
                  <a:lnTo>
                    <a:pt x="169" y="72"/>
                  </a:lnTo>
                  <a:lnTo>
                    <a:pt x="187" y="59"/>
                  </a:lnTo>
                  <a:lnTo>
                    <a:pt x="196" y="57"/>
                  </a:lnTo>
                  <a:lnTo>
                    <a:pt x="200" y="48"/>
                  </a:lnTo>
                  <a:lnTo>
                    <a:pt x="242" y="0"/>
                  </a:lnTo>
                  <a:lnTo>
                    <a:pt x="254" y="3"/>
                  </a:lnTo>
                  <a:lnTo>
                    <a:pt x="265" y="17"/>
                  </a:lnTo>
                  <a:lnTo>
                    <a:pt x="278" y="71"/>
                  </a:lnTo>
                  <a:lnTo>
                    <a:pt x="287" y="109"/>
                  </a:lnTo>
                  <a:lnTo>
                    <a:pt x="283" y="135"/>
                  </a:lnTo>
                  <a:lnTo>
                    <a:pt x="283" y="155"/>
                  </a:lnTo>
                  <a:lnTo>
                    <a:pt x="278" y="166"/>
                  </a:lnTo>
                  <a:lnTo>
                    <a:pt x="276" y="182"/>
                  </a:lnTo>
                  <a:lnTo>
                    <a:pt x="141" y="410"/>
                  </a:lnTo>
                  <a:lnTo>
                    <a:pt x="51" y="49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9139149" y="2387503"/>
              <a:ext cx="8950" cy="4520"/>
            </a:xfrm>
            <a:custGeom>
              <a:avLst/>
              <a:pathLst>
                <a:path w="8950" h="4520">
                  <a:moveTo>
                    <a:pt x="7908" y="250"/>
                  </a:moveTo>
                  <a:lnTo>
                    <a:pt x="7942" y="345"/>
                  </a:lnTo>
                  <a:lnTo>
                    <a:pt x="8001" y="507"/>
                  </a:lnTo>
                  <a:lnTo>
                    <a:pt x="8005" y="513"/>
                  </a:lnTo>
                  <a:lnTo>
                    <a:pt x="8013" y="532"/>
                  </a:lnTo>
                  <a:lnTo>
                    <a:pt x="8005" y="691"/>
                  </a:lnTo>
                  <a:lnTo>
                    <a:pt x="8000" y="706"/>
                  </a:lnTo>
                  <a:lnTo>
                    <a:pt x="7990" y="714"/>
                  </a:lnTo>
                  <a:lnTo>
                    <a:pt x="7984" y="716"/>
                  </a:lnTo>
                  <a:lnTo>
                    <a:pt x="7974" y="713"/>
                  </a:lnTo>
                  <a:lnTo>
                    <a:pt x="7964" y="712"/>
                  </a:lnTo>
                  <a:lnTo>
                    <a:pt x="7811" y="752"/>
                  </a:lnTo>
                  <a:lnTo>
                    <a:pt x="7782" y="820"/>
                  </a:lnTo>
                  <a:lnTo>
                    <a:pt x="7711" y="953"/>
                  </a:lnTo>
                  <a:lnTo>
                    <a:pt x="7706" y="973"/>
                  </a:lnTo>
                  <a:lnTo>
                    <a:pt x="7701" y="992"/>
                  </a:lnTo>
                  <a:lnTo>
                    <a:pt x="7685" y="1054"/>
                  </a:lnTo>
                  <a:lnTo>
                    <a:pt x="7688" y="1078"/>
                  </a:lnTo>
                  <a:lnTo>
                    <a:pt x="7763" y="1233"/>
                  </a:lnTo>
                  <a:lnTo>
                    <a:pt x="7807" y="1306"/>
                  </a:lnTo>
                  <a:lnTo>
                    <a:pt x="7810" y="1314"/>
                  </a:lnTo>
                  <a:lnTo>
                    <a:pt x="7838" y="1339"/>
                  </a:lnTo>
                  <a:lnTo>
                    <a:pt x="7907" y="1369"/>
                  </a:lnTo>
                  <a:lnTo>
                    <a:pt x="7944" y="1383"/>
                  </a:lnTo>
                  <a:lnTo>
                    <a:pt x="8129" y="1370"/>
                  </a:lnTo>
                  <a:lnTo>
                    <a:pt x="8145" y="1359"/>
                  </a:lnTo>
                  <a:lnTo>
                    <a:pt x="8159" y="1345"/>
                  </a:lnTo>
                  <a:lnTo>
                    <a:pt x="8256" y="1257"/>
                  </a:lnTo>
                  <a:lnTo>
                    <a:pt x="8426" y="1144"/>
                  </a:lnTo>
                  <a:lnTo>
                    <a:pt x="8435" y="1138"/>
                  </a:lnTo>
                  <a:lnTo>
                    <a:pt x="8455" y="1149"/>
                  </a:lnTo>
                  <a:lnTo>
                    <a:pt x="8470" y="1171"/>
                  </a:lnTo>
                  <a:lnTo>
                    <a:pt x="8544" y="1425"/>
                  </a:lnTo>
                  <a:lnTo>
                    <a:pt x="8543" y="1458"/>
                  </a:lnTo>
                  <a:lnTo>
                    <a:pt x="8544" y="1471"/>
                  </a:lnTo>
                  <a:lnTo>
                    <a:pt x="8540" y="1523"/>
                  </a:lnTo>
                  <a:lnTo>
                    <a:pt x="8621" y="1699"/>
                  </a:lnTo>
                  <a:lnTo>
                    <a:pt x="8677" y="1723"/>
                  </a:lnTo>
                  <a:lnTo>
                    <a:pt x="8869" y="1806"/>
                  </a:lnTo>
                  <a:lnTo>
                    <a:pt x="8926" y="1862"/>
                  </a:lnTo>
                  <a:lnTo>
                    <a:pt x="8936" y="1887"/>
                  </a:lnTo>
                  <a:lnTo>
                    <a:pt x="8941" y="1891"/>
                  </a:lnTo>
                  <a:lnTo>
                    <a:pt x="8950" y="1921"/>
                  </a:lnTo>
                  <a:lnTo>
                    <a:pt x="8946" y="1965"/>
                  </a:lnTo>
                  <a:lnTo>
                    <a:pt x="8929" y="1968"/>
                  </a:lnTo>
                  <a:lnTo>
                    <a:pt x="8826" y="1917"/>
                  </a:lnTo>
                  <a:lnTo>
                    <a:pt x="8815" y="1915"/>
                  </a:lnTo>
                  <a:lnTo>
                    <a:pt x="8793" y="1911"/>
                  </a:lnTo>
                  <a:lnTo>
                    <a:pt x="8775" y="1925"/>
                  </a:lnTo>
                  <a:lnTo>
                    <a:pt x="8750" y="1958"/>
                  </a:lnTo>
                  <a:lnTo>
                    <a:pt x="8737" y="1984"/>
                  </a:lnTo>
                  <a:lnTo>
                    <a:pt x="8726" y="2006"/>
                  </a:lnTo>
                  <a:lnTo>
                    <a:pt x="8723" y="2020"/>
                  </a:lnTo>
                  <a:lnTo>
                    <a:pt x="8718" y="2025"/>
                  </a:lnTo>
                  <a:lnTo>
                    <a:pt x="8707" y="2048"/>
                  </a:lnTo>
                  <a:lnTo>
                    <a:pt x="8705" y="2054"/>
                  </a:lnTo>
                  <a:lnTo>
                    <a:pt x="8700" y="2060"/>
                  </a:lnTo>
                  <a:lnTo>
                    <a:pt x="8686" y="2090"/>
                  </a:lnTo>
                  <a:lnTo>
                    <a:pt x="8529" y="1987"/>
                  </a:lnTo>
                  <a:lnTo>
                    <a:pt x="8451" y="1902"/>
                  </a:lnTo>
                  <a:lnTo>
                    <a:pt x="8426" y="1895"/>
                  </a:lnTo>
                  <a:lnTo>
                    <a:pt x="8408" y="1896"/>
                  </a:lnTo>
                  <a:lnTo>
                    <a:pt x="8390" y="1903"/>
                  </a:lnTo>
                  <a:lnTo>
                    <a:pt x="8376" y="1911"/>
                  </a:lnTo>
                  <a:lnTo>
                    <a:pt x="8354" y="1918"/>
                  </a:lnTo>
                  <a:lnTo>
                    <a:pt x="8338" y="1925"/>
                  </a:lnTo>
                  <a:lnTo>
                    <a:pt x="8242" y="1985"/>
                  </a:lnTo>
                  <a:lnTo>
                    <a:pt x="8217" y="2014"/>
                  </a:lnTo>
                  <a:lnTo>
                    <a:pt x="8181" y="2057"/>
                  </a:lnTo>
                  <a:lnTo>
                    <a:pt x="8129" y="2150"/>
                  </a:lnTo>
                  <a:lnTo>
                    <a:pt x="8114" y="2178"/>
                  </a:lnTo>
                  <a:lnTo>
                    <a:pt x="8109" y="2201"/>
                  </a:lnTo>
                  <a:lnTo>
                    <a:pt x="8094" y="2275"/>
                  </a:lnTo>
                  <a:lnTo>
                    <a:pt x="8092" y="2309"/>
                  </a:lnTo>
                  <a:lnTo>
                    <a:pt x="8089" y="2354"/>
                  </a:lnTo>
                  <a:lnTo>
                    <a:pt x="8098" y="2404"/>
                  </a:lnTo>
                  <a:lnTo>
                    <a:pt x="8163" y="2471"/>
                  </a:lnTo>
                  <a:lnTo>
                    <a:pt x="8211" y="2482"/>
                  </a:lnTo>
                  <a:lnTo>
                    <a:pt x="8231" y="2514"/>
                  </a:lnTo>
                  <a:lnTo>
                    <a:pt x="8238" y="2540"/>
                  </a:lnTo>
                  <a:lnTo>
                    <a:pt x="8242" y="2554"/>
                  </a:lnTo>
                  <a:lnTo>
                    <a:pt x="8249" y="2578"/>
                  </a:lnTo>
                  <a:lnTo>
                    <a:pt x="8264" y="2628"/>
                  </a:lnTo>
                  <a:lnTo>
                    <a:pt x="8279" y="2678"/>
                  </a:lnTo>
                  <a:lnTo>
                    <a:pt x="8278" y="2696"/>
                  </a:lnTo>
                  <a:lnTo>
                    <a:pt x="8215" y="2823"/>
                  </a:lnTo>
                  <a:lnTo>
                    <a:pt x="8198" y="2830"/>
                  </a:lnTo>
                  <a:lnTo>
                    <a:pt x="8177" y="2838"/>
                  </a:lnTo>
                  <a:lnTo>
                    <a:pt x="8116" y="2842"/>
                  </a:lnTo>
                  <a:lnTo>
                    <a:pt x="8101" y="2851"/>
                  </a:lnTo>
                  <a:lnTo>
                    <a:pt x="8092" y="2881"/>
                  </a:lnTo>
                  <a:lnTo>
                    <a:pt x="8095" y="2914"/>
                  </a:lnTo>
                  <a:lnTo>
                    <a:pt x="8127" y="2983"/>
                  </a:lnTo>
                  <a:lnTo>
                    <a:pt x="8157" y="3004"/>
                  </a:lnTo>
                  <a:lnTo>
                    <a:pt x="8237" y="3057"/>
                  </a:lnTo>
                  <a:lnTo>
                    <a:pt x="8249" y="3061"/>
                  </a:lnTo>
                  <a:lnTo>
                    <a:pt x="8268" y="3076"/>
                  </a:lnTo>
                  <a:lnTo>
                    <a:pt x="8272" y="3095"/>
                  </a:lnTo>
                  <a:lnTo>
                    <a:pt x="8287" y="3121"/>
                  </a:lnTo>
                  <a:lnTo>
                    <a:pt x="8289" y="3133"/>
                  </a:lnTo>
                  <a:lnTo>
                    <a:pt x="8336" y="3145"/>
                  </a:lnTo>
                  <a:lnTo>
                    <a:pt x="8371" y="3129"/>
                  </a:lnTo>
                  <a:lnTo>
                    <a:pt x="8378" y="3127"/>
                  </a:lnTo>
                  <a:lnTo>
                    <a:pt x="8392" y="3124"/>
                  </a:lnTo>
                  <a:lnTo>
                    <a:pt x="8401" y="3125"/>
                  </a:lnTo>
                  <a:lnTo>
                    <a:pt x="8415" y="3132"/>
                  </a:lnTo>
                  <a:lnTo>
                    <a:pt x="8513" y="3334"/>
                  </a:lnTo>
                  <a:lnTo>
                    <a:pt x="8522" y="3354"/>
                  </a:lnTo>
                  <a:lnTo>
                    <a:pt x="8522" y="3374"/>
                  </a:lnTo>
                  <a:lnTo>
                    <a:pt x="8523" y="3401"/>
                  </a:lnTo>
                  <a:lnTo>
                    <a:pt x="8520" y="3414"/>
                  </a:lnTo>
                  <a:lnTo>
                    <a:pt x="8519" y="3450"/>
                  </a:lnTo>
                  <a:lnTo>
                    <a:pt x="8519" y="3470"/>
                  </a:lnTo>
                  <a:lnTo>
                    <a:pt x="8518" y="3491"/>
                  </a:lnTo>
                  <a:lnTo>
                    <a:pt x="8489" y="3653"/>
                  </a:lnTo>
                  <a:lnTo>
                    <a:pt x="8479" y="3714"/>
                  </a:lnTo>
                  <a:lnTo>
                    <a:pt x="8472" y="3755"/>
                  </a:lnTo>
                  <a:lnTo>
                    <a:pt x="8451" y="3839"/>
                  </a:lnTo>
                  <a:lnTo>
                    <a:pt x="8412" y="3999"/>
                  </a:lnTo>
                  <a:lnTo>
                    <a:pt x="8360" y="4051"/>
                  </a:lnTo>
                  <a:lnTo>
                    <a:pt x="8349" y="4062"/>
                  </a:lnTo>
                  <a:lnTo>
                    <a:pt x="8323" y="4089"/>
                  </a:lnTo>
                  <a:lnTo>
                    <a:pt x="8292" y="4119"/>
                  </a:lnTo>
                  <a:lnTo>
                    <a:pt x="8246" y="4165"/>
                  </a:lnTo>
                  <a:lnTo>
                    <a:pt x="8226" y="4182"/>
                  </a:lnTo>
                  <a:lnTo>
                    <a:pt x="8193" y="4188"/>
                  </a:lnTo>
                  <a:lnTo>
                    <a:pt x="8178" y="4192"/>
                  </a:lnTo>
                  <a:lnTo>
                    <a:pt x="8166" y="4181"/>
                  </a:lnTo>
                  <a:lnTo>
                    <a:pt x="8164" y="4169"/>
                  </a:lnTo>
                  <a:lnTo>
                    <a:pt x="8157" y="4154"/>
                  </a:lnTo>
                  <a:lnTo>
                    <a:pt x="8149" y="4147"/>
                  </a:lnTo>
                  <a:lnTo>
                    <a:pt x="8145" y="4138"/>
                  </a:lnTo>
                  <a:lnTo>
                    <a:pt x="8097" y="4117"/>
                  </a:lnTo>
                  <a:lnTo>
                    <a:pt x="8085" y="4114"/>
                  </a:lnTo>
                  <a:lnTo>
                    <a:pt x="8075" y="4112"/>
                  </a:lnTo>
                  <a:lnTo>
                    <a:pt x="8056" y="4114"/>
                  </a:lnTo>
                  <a:lnTo>
                    <a:pt x="8038" y="4116"/>
                  </a:lnTo>
                  <a:lnTo>
                    <a:pt x="7912" y="4215"/>
                  </a:lnTo>
                  <a:lnTo>
                    <a:pt x="7871" y="4273"/>
                  </a:lnTo>
                  <a:lnTo>
                    <a:pt x="7859" y="4335"/>
                  </a:lnTo>
                  <a:lnTo>
                    <a:pt x="7836" y="4402"/>
                  </a:lnTo>
                  <a:lnTo>
                    <a:pt x="7795" y="4478"/>
                  </a:lnTo>
                  <a:lnTo>
                    <a:pt x="7781" y="4492"/>
                  </a:lnTo>
                  <a:lnTo>
                    <a:pt x="7770" y="4498"/>
                  </a:lnTo>
                  <a:lnTo>
                    <a:pt x="7744" y="4511"/>
                  </a:lnTo>
                  <a:lnTo>
                    <a:pt x="7730" y="4518"/>
                  </a:lnTo>
                  <a:lnTo>
                    <a:pt x="7718" y="4520"/>
                  </a:lnTo>
                  <a:lnTo>
                    <a:pt x="7583" y="4447"/>
                  </a:lnTo>
                  <a:lnTo>
                    <a:pt x="7567" y="4430"/>
                  </a:lnTo>
                  <a:lnTo>
                    <a:pt x="7549" y="4318"/>
                  </a:lnTo>
                  <a:lnTo>
                    <a:pt x="7551" y="4303"/>
                  </a:lnTo>
                  <a:lnTo>
                    <a:pt x="7552" y="4293"/>
                  </a:lnTo>
                  <a:lnTo>
                    <a:pt x="7553" y="4272"/>
                  </a:lnTo>
                  <a:lnTo>
                    <a:pt x="7549" y="4248"/>
                  </a:lnTo>
                  <a:lnTo>
                    <a:pt x="7558" y="4222"/>
                  </a:lnTo>
                  <a:lnTo>
                    <a:pt x="7563" y="4223"/>
                  </a:lnTo>
                  <a:lnTo>
                    <a:pt x="7568" y="4223"/>
                  </a:lnTo>
                  <a:lnTo>
                    <a:pt x="7586" y="4224"/>
                  </a:lnTo>
                  <a:lnTo>
                    <a:pt x="7597" y="4214"/>
                  </a:lnTo>
                  <a:lnTo>
                    <a:pt x="7605" y="4191"/>
                  </a:lnTo>
                  <a:lnTo>
                    <a:pt x="7604" y="4177"/>
                  </a:lnTo>
                  <a:lnTo>
                    <a:pt x="7577" y="4136"/>
                  </a:lnTo>
                  <a:lnTo>
                    <a:pt x="7510" y="4065"/>
                  </a:lnTo>
                  <a:lnTo>
                    <a:pt x="7486" y="4041"/>
                  </a:lnTo>
                  <a:lnTo>
                    <a:pt x="7344" y="3992"/>
                  </a:lnTo>
                  <a:lnTo>
                    <a:pt x="7323" y="3991"/>
                  </a:lnTo>
                  <a:lnTo>
                    <a:pt x="7308" y="3990"/>
                  </a:lnTo>
                  <a:lnTo>
                    <a:pt x="7293" y="3999"/>
                  </a:lnTo>
                  <a:lnTo>
                    <a:pt x="7273" y="4009"/>
                  </a:lnTo>
                  <a:lnTo>
                    <a:pt x="7221" y="4020"/>
                  </a:lnTo>
                  <a:lnTo>
                    <a:pt x="7163" y="4037"/>
                  </a:lnTo>
                  <a:lnTo>
                    <a:pt x="7096" y="4071"/>
                  </a:lnTo>
                  <a:lnTo>
                    <a:pt x="7019" y="4120"/>
                  </a:lnTo>
                  <a:lnTo>
                    <a:pt x="6940" y="4211"/>
                  </a:lnTo>
                  <a:lnTo>
                    <a:pt x="6933" y="4232"/>
                  </a:lnTo>
                  <a:lnTo>
                    <a:pt x="6928" y="4245"/>
                  </a:lnTo>
                  <a:lnTo>
                    <a:pt x="6918" y="4257"/>
                  </a:lnTo>
                  <a:lnTo>
                    <a:pt x="6913" y="4262"/>
                  </a:lnTo>
                  <a:lnTo>
                    <a:pt x="6905" y="4272"/>
                  </a:lnTo>
                  <a:lnTo>
                    <a:pt x="6758" y="4353"/>
                  </a:lnTo>
                  <a:lnTo>
                    <a:pt x="6746" y="4345"/>
                  </a:lnTo>
                  <a:lnTo>
                    <a:pt x="6744" y="4331"/>
                  </a:lnTo>
                  <a:lnTo>
                    <a:pt x="6736" y="4312"/>
                  </a:lnTo>
                  <a:lnTo>
                    <a:pt x="6741" y="4302"/>
                  </a:lnTo>
                  <a:lnTo>
                    <a:pt x="6745" y="4290"/>
                  </a:lnTo>
                  <a:lnTo>
                    <a:pt x="6745" y="4274"/>
                  </a:lnTo>
                  <a:lnTo>
                    <a:pt x="6748" y="4263"/>
                  </a:lnTo>
                  <a:lnTo>
                    <a:pt x="6754" y="4259"/>
                  </a:lnTo>
                  <a:lnTo>
                    <a:pt x="6763" y="4255"/>
                  </a:lnTo>
                  <a:lnTo>
                    <a:pt x="6769" y="4255"/>
                  </a:lnTo>
                  <a:lnTo>
                    <a:pt x="6783" y="4267"/>
                  </a:lnTo>
                  <a:lnTo>
                    <a:pt x="6799" y="4267"/>
                  </a:lnTo>
                  <a:lnTo>
                    <a:pt x="6811" y="4258"/>
                  </a:lnTo>
                  <a:lnTo>
                    <a:pt x="6817" y="4243"/>
                  </a:lnTo>
                  <a:lnTo>
                    <a:pt x="6825" y="4223"/>
                  </a:lnTo>
                  <a:lnTo>
                    <a:pt x="6832" y="4208"/>
                  </a:lnTo>
                  <a:lnTo>
                    <a:pt x="6837" y="4190"/>
                  </a:lnTo>
                  <a:lnTo>
                    <a:pt x="6837" y="4175"/>
                  </a:lnTo>
                  <a:lnTo>
                    <a:pt x="6837" y="4171"/>
                  </a:lnTo>
                  <a:lnTo>
                    <a:pt x="6836" y="3883"/>
                  </a:lnTo>
                  <a:lnTo>
                    <a:pt x="6829" y="3870"/>
                  </a:lnTo>
                  <a:lnTo>
                    <a:pt x="6778" y="3807"/>
                  </a:lnTo>
                  <a:lnTo>
                    <a:pt x="6723" y="3753"/>
                  </a:lnTo>
                  <a:lnTo>
                    <a:pt x="6690" y="3730"/>
                  </a:lnTo>
                  <a:lnTo>
                    <a:pt x="6628" y="3703"/>
                  </a:lnTo>
                  <a:lnTo>
                    <a:pt x="6273" y="3574"/>
                  </a:lnTo>
                  <a:lnTo>
                    <a:pt x="6231" y="3567"/>
                  </a:lnTo>
                  <a:lnTo>
                    <a:pt x="6223" y="3567"/>
                  </a:lnTo>
                  <a:lnTo>
                    <a:pt x="6109" y="3549"/>
                  </a:lnTo>
                  <a:lnTo>
                    <a:pt x="6096" y="3546"/>
                  </a:lnTo>
                  <a:lnTo>
                    <a:pt x="6054" y="3540"/>
                  </a:lnTo>
                  <a:lnTo>
                    <a:pt x="5884" y="3547"/>
                  </a:lnTo>
                  <a:lnTo>
                    <a:pt x="5770" y="3565"/>
                  </a:lnTo>
                  <a:lnTo>
                    <a:pt x="5565" y="3616"/>
                  </a:lnTo>
                  <a:lnTo>
                    <a:pt x="5534" y="3624"/>
                  </a:lnTo>
                  <a:lnTo>
                    <a:pt x="5435" y="3648"/>
                  </a:lnTo>
                  <a:lnTo>
                    <a:pt x="5388" y="3659"/>
                  </a:lnTo>
                  <a:lnTo>
                    <a:pt x="5266" y="3689"/>
                  </a:lnTo>
                  <a:lnTo>
                    <a:pt x="5252" y="3692"/>
                  </a:lnTo>
                  <a:lnTo>
                    <a:pt x="5246" y="3693"/>
                  </a:lnTo>
                  <a:lnTo>
                    <a:pt x="5229" y="3698"/>
                  </a:lnTo>
                  <a:lnTo>
                    <a:pt x="5154" y="3727"/>
                  </a:lnTo>
                  <a:lnTo>
                    <a:pt x="5100" y="3747"/>
                  </a:lnTo>
                  <a:lnTo>
                    <a:pt x="5085" y="3753"/>
                  </a:lnTo>
                  <a:lnTo>
                    <a:pt x="5073" y="3757"/>
                  </a:lnTo>
                  <a:lnTo>
                    <a:pt x="5026" y="3775"/>
                  </a:lnTo>
                  <a:lnTo>
                    <a:pt x="4955" y="3816"/>
                  </a:lnTo>
                  <a:lnTo>
                    <a:pt x="4862" y="3878"/>
                  </a:lnTo>
                  <a:lnTo>
                    <a:pt x="4798" y="3931"/>
                  </a:lnTo>
                  <a:lnTo>
                    <a:pt x="4790" y="3939"/>
                  </a:lnTo>
                  <a:lnTo>
                    <a:pt x="4781" y="3980"/>
                  </a:lnTo>
                  <a:lnTo>
                    <a:pt x="4765" y="3993"/>
                  </a:lnTo>
                  <a:lnTo>
                    <a:pt x="4758" y="3997"/>
                  </a:lnTo>
                  <a:lnTo>
                    <a:pt x="4684" y="3992"/>
                  </a:lnTo>
                  <a:lnTo>
                    <a:pt x="4598" y="3994"/>
                  </a:lnTo>
                  <a:lnTo>
                    <a:pt x="4557" y="3991"/>
                  </a:lnTo>
                  <a:lnTo>
                    <a:pt x="4516" y="3974"/>
                  </a:lnTo>
                  <a:lnTo>
                    <a:pt x="4506" y="3962"/>
                  </a:lnTo>
                  <a:lnTo>
                    <a:pt x="4497" y="3948"/>
                  </a:lnTo>
                  <a:lnTo>
                    <a:pt x="4481" y="3928"/>
                  </a:lnTo>
                  <a:lnTo>
                    <a:pt x="4316" y="3844"/>
                  </a:lnTo>
                  <a:lnTo>
                    <a:pt x="4229" y="3820"/>
                  </a:lnTo>
                  <a:lnTo>
                    <a:pt x="4190" y="3830"/>
                  </a:lnTo>
                  <a:lnTo>
                    <a:pt x="4156" y="3839"/>
                  </a:lnTo>
                  <a:lnTo>
                    <a:pt x="4144" y="3839"/>
                  </a:lnTo>
                  <a:lnTo>
                    <a:pt x="4110" y="3839"/>
                  </a:lnTo>
                  <a:lnTo>
                    <a:pt x="4075" y="3839"/>
                  </a:lnTo>
                  <a:lnTo>
                    <a:pt x="4051" y="3830"/>
                  </a:lnTo>
                  <a:lnTo>
                    <a:pt x="3996" y="3811"/>
                  </a:lnTo>
                  <a:lnTo>
                    <a:pt x="3979" y="3802"/>
                  </a:lnTo>
                  <a:lnTo>
                    <a:pt x="3937" y="3771"/>
                  </a:lnTo>
                  <a:lnTo>
                    <a:pt x="3899" y="3742"/>
                  </a:lnTo>
                  <a:lnTo>
                    <a:pt x="3875" y="3723"/>
                  </a:lnTo>
                  <a:lnTo>
                    <a:pt x="3825" y="3685"/>
                  </a:lnTo>
                  <a:lnTo>
                    <a:pt x="3755" y="3633"/>
                  </a:lnTo>
                  <a:lnTo>
                    <a:pt x="3698" y="3581"/>
                  </a:lnTo>
                  <a:lnTo>
                    <a:pt x="3708" y="3521"/>
                  </a:lnTo>
                  <a:lnTo>
                    <a:pt x="3711" y="3385"/>
                  </a:lnTo>
                  <a:lnTo>
                    <a:pt x="3711" y="3364"/>
                  </a:lnTo>
                  <a:lnTo>
                    <a:pt x="3680" y="3339"/>
                  </a:lnTo>
                  <a:lnTo>
                    <a:pt x="3584" y="3295"/>
                  </a:lnTo>
                  <a:lnTo>
                    <a:pt x="3540" y="3284"/>
                  </a:lnTo>
                  <a:lnTo>
                    <a:pt x="3486" y="3273"/>
                  </a:lnTo>
                  <a:lnTo>
                    <a:pt x="3369" y="3270"/>
                  </a:lnTo>
                  <a:lnTo>
                    <a:pt x="3169" y="3266"/>
                  </a:lnTo>
                  <a:lnTo>
                    <a:pt x="3143" y="3266"/>
                  </a:lnTo>
                  <a:lnTo>
                    <a:pt x="2790" y="3245"/>
                  </a:lnTo>
                  <a:lnTo>
                    <a:pt x="2733" y="3242"/>
                  </a:lnTo>
                  <a:lnTo>
                    <a:pt x="2572" y="3232"/>
                  </a:lnTo>
                  <a:lnTo>
                    <a:pt x="2556" y="3232"/>
                  </a:lnTo>
                  <a:lnTo>
                    <a:pt x="2524" y="3229"/>
                  </a:lnTo>
                  <a:lnTo>
                    <a:pt x="2497" y="3228"/>
                  </a:lnTo>
                  <a:lnTo>
                    <a:pt x="2482" y="3227"/>
                  </a:lnTo>
                  <a:lnTo>
                    <a:pt x="2475" y="3226"/>
                  </a:lnTo>
                  <a:lnTo>
                    <a:pt x="2443" y="3225"/>
                  </a:lnTo>
                  <a:lnTo>
                    <a:pt x="2431" y="3218"/>
                  </a:lnTo>
                  <a:lnTo>
                    <a:pt x="2420" y="3214"/>
                  </a:lnTo>
                  <a:lnTo>
                    <a:pt x="2408" y="3214"/>
                  </a:lnTo>
                  <a:lnTo>
                    <a:pt x="2394" y="3214"/>
                  </a:lnTo>
                  <a:lnTo>
                    <a:pt x="2335" y="3197"/>
                  </a:lnTo>
                  <a:lnTo>
                    <a:pt x="2307" y="3190"/>
                  </a:lnTo>
                  <a:lnTo>
                    <a:pt x="2246" y="3173"/>
                  </a:lnTo>
                  <a:lnTo>
                    <a:pt x="2232" y="3170"/>
                  </a:lnTo>
                  <a:lnTo>
                    <a:pt x="1798" y="3222"/>
                  </a:lnTo>
                  <a:lnTo>
                    <a:pt x="1520" y="3271"/>
                  </a:lnTo>
                  <a:lnTo>
                    <a:pt x="1462" y="3272"/>
                  </a:lnTo>
                  <a:lnTo>
                    <a:pt x="1360" y="3274"/>
                  </a:lnTo>
                  <a:lnTo>
                    <a:pt x="1276" y="3275"/>
                  </a:lnTo>
                  <a:lnTo>
                    <a:pt x="1263" y="3274"/>
                  </a:lnTo>
                  <a:lnTo>
                    <a:pt x="1233" y="3273"/>
                  </a:lnTo>
                  <a:lnTo>
                    <a:pt x="1221" y="3269"/>
                  </a:lnTo>
                  <a:lnTo>
                    <a:pt x="1204" y="3264"/>
                  </a:lnTo>
                  <a:lnTo>
                    <a:pt x="1194" y="3264"/>
                  </a:lnTo>
                  <a:lnTo>
                    <a:pt x="1091" y="3241"/>
                  </a:lnTo>
                  <a:lnTo>
                    <a:pt x="1078" y="3236"/>
                  </a:lnTo>
                  <a:lnTo>
                    <a:pt x="1053" y="3231"/>
                  </a:lnTo>
                  <a:lnTo>
                    <a:pt x="1002" y="3220"/>
                  </a:lnTo>
                  <a:lnTo>
                    <a:pt x="994" y="3216"/>
                  </a:lnTo>
                  <a:lnTo>
                    <a:pt x="980" y="3205"/>
                  </a:lnTo>
                  <a:lnTo>
                    <a:pt x="958" y="3192"/>
                  </a:lnTo>
                  <a:lnTo>
                    <a:pt x="947" y="3188"/>
                  </a:lnTo>
                  <a:lnTo>
                    <a:pt x="920" y="3185"/>
                  </a:lnTo>
                  <a:lnTo>
                    <a:pt x="882" y="3170"/>
                  </a:lnTo>
                  <a:lnTo>
                    <a:pt x="844" y="3170"/>
                  </a:lnTo>
                  <a:lnTo>
                    <a:pt x="819" y="3170"/>
                  </a:lnTo>
                  <a:lnTo>
                    <a:pt x="807" y="3170"/>
                  </a:lnTo>
                  <a:lnTo>
                    <a:pt x="778" y="3148"/>
                  </a:lnTo>
                  <a:lnTo>
                    <a:pt x="761" y="3119"/>
                  </a:lnTo>
                  <a:lnTo>
                    <a:pt x="758" y="3111"/>
                  </a:lnTo>
                  <a:lnTo>
                    <a:pt x="750" y="3100"/>
                  </a:lnTo>
                  <a:lnTo>
                    <a:pt x="705" y="3067"/>
                  </a:lnTo>
                  <a:lnTo>
                    <a:pt x="694" y="3063"/>
                  </a:lnTo>
                  <a:lnTo>
                    <a:pt x="523" y="3056"/>
                  </a:lnTo>
                  <a:lnTo>
                    <a:pt x="460" y="3054"/>
                  </a:lnTo>
                  <a:lnTo>
                    <a:pt x="389" y="3052"/>
                  </a:lnTo>
                  <a:lnTo>
                    <a:pt x="346" y="3049"/>
                  </a:lnTo>
                  <a:lnTo>
                    <a:pt x="299" y="3046"/>
                  </a:lnTo>
                  <a:lnTo>
                    <a:pt x="269" y="3043"/>
                  </a:lnTo>
                  <a:lnTo>
                    <a:pt x="255" y="3042"/>
                  </a:lnTo>
                  <a:lnTo>
                    <a:pt x="239" y="3041"/>
                  </a:lnTo>
                  <a:lnTo>
                    <a:pt x="149" y="2987"/>
                  </a:lnTo>
                  <a:lnTo>
                    <a:pt x="134" y="2982"/>
                  </a:lnTo>
                  <a:lnTo>
                    <a:pt x="57" y="2943"/>
                  </a:lnTo>
                  <a:lnTo>
                    <a:pt x="51" y="2930"/>
                  </a:lnTo>
                  <a:lnTo>
                    <a:pt x="49" y="2921"/>
                  </a:lnTo>
                  <a:lnTo>
                    <a:pt x="38" y="2900"/>
                  </a:lnTo>
                  <a:lnTo>
                    <a:pt x="29" y="2879"/>
                  </a:lnTo>
                  <a:lnTo>
                    <a:pt x="27" y="2868"/>
                  </a:lnTo>
                  <a:lnTo>
                    <a:pt x="28" y="2842"/>
                  </a:lnTo>
                  <a:lnTo>
                    <a:pt x="24" y="2816"/>
                  </a:lnTo>
                  <a:lnTo>
                    <a:pt x="17" y="2796"/>
                  </a:lnTo>
                  <a:lnTo>
                    <a:pt x="0" y="2739"/>
                  </a:lnTo>
                  <a:lnTo>
                    <a:pt x="1" y="2726"/>
                  </a:lnTo>
                  <a:lnTo>
                    <a:pt x="1" y="2706"/>
                  </a:lnTo>
                  <a:lnTo>
                    <a:pt x="6" y="2669"/>
                  </a:lnTo>
                  <a:lnTo>
                    <a:pt x="12" y="2645"/>
                  </a:lnTo>
                  <a:lnTo>
                    <a:pt x="17" y="2619"/>
                  </a:lnTo>
                  <a:lnTo>
                    <a:pt x="42" y="2527"/>
                  </a:lnTo>
                  <a:lnTo>
                    <a:pt x="62" y="2490"/>
                  </a:lnTo>
                  <a:lnTo>
                    <a:pt x="69" y="2477"/>
                  </a:lnTo>
                  <a:lnTo>
                    <a:pt x="197" y="2234"/>
                  </a:lnTo>
                  <a:lnTo>
                    <a:pt x="387" y="1942"/>
                  </a:lnTo>
                  <a:lnTo>
                    <a:pt x="522" y="1874"/>
                  </a:lnTo>
                  <a:lnTo>
                    <a:pt x="754" y="1756"/>
                  </a:lnTo>
                  <a:lnTo>
                    <a:pt x="837" y="1694"/>
                  </a:lnTo>
                  <a:lnTo>
                    <a:pt x="1066" y="1522"/>
                  </a:lnTo>
                  <a:lnTo>
                    <a:pt x="1198" y="1345"/>
                  </a:lnTo>
                  <a:lnTo>
                    <a:pt x="1236" y="1318"/>
                  </a:lnTo>
                  <a:lnTo>
                    <a:pt x="1707" y="1082"/>
                  </a:lnTo>
                  <a:lnTo>
                    <a:pt x="1739" y="1095"/>
                  </a:lnTo>
                  <a:lnTo>
                    <a:pt x="1761" y="1104"/>
                  </a:lnTo>
                  <a:lnTo>
                    <a:pt x="1771" y="1108"/>
                  </a:lnTo>
                  <a:lnTo>
                    <a:pt x="1875" y="1169"/>
                  </a:lnTo>
                  <a:lnTo>
                    <a:pt x="1881" y="1176"/>
                  </a:lnTo>
                  <a:lnTo>
                    <a:pt x="1885" y="1180"/>
                  </a:lnTo>
                  <a:lnTo>
                    <a:pt x="1902" y="1204"/>
                  </a:lnTo>
                  <a:lnTo>
                    <a:pt x="1914" y="1228"/>
                  </a:lnTo>
                  <a:lnTo>
                    <a:pt x="1922" y="1239"/>
                  </a:lnTo>
                  <a:lnTo>
                    <a:pt x="2000" y="1296"/>
                  </a:lnTo>
                  <a:lnTo>
                    <a:pt x="2022" y="1299"/>
                  </a:lnTo>
                  <a:lnTo>
                    <a:pt x="2109" y="1292"/>
                  </a:lnTo>
                  <a:lnTo>
                    <a:pt x="2214" y="1283"/>
                  </a:lnTo>
                  <a:lnTo>
                    <a:pt x="2341" y="1261"/>
                  </a:lnTo>
                  <a:lnTo>
                    <a:pt x="2534" y="1482"/>
                  </a:lnTo>
                  <a:lnTo>
                    <a:pt x="2546" y="1498"/>
                  </a:lnTo>
                  <a:lnTo>
                    <a:pt x="2576" y="1625"/>
                  </a:lnTo>
                  <a:lnTo>
                    <a:pt x="2635" y="1788"/>
                  </a:lnTo>
                  <a:lnTo>
                    <a:pt x="2640" y="1793"/>
                  </a:lnTo>
                  <a:lnTo>
                    <a:pt x="2683" y="1919"/>
                  </a:lnTo>
                  <a:lnTo>
                    <a:pt x="2732" y="1963"/>
                  </a:lnTo>
                  <a:lnTo>
                    <a:pt x="2864" y="2057"/>
                  </a:lnTo>
                  <a:lnTo>
                    <a:pt x="2947" y="2117"/>
                  </a:lnTo>
                  <a:lnTo>
                    <a:pt x="3013" y="2198"/>
                  </a:lnTo>
                  <a:lnTo>
                    <a:pt x="3092" y="2331"/>
                  </a:lnTo>
                  <a:lnTo>
                    <a:pt x="3275" y="2372"/>
                  </a:lnTo>
                  <a:lnTo>
                    <a:pt x="3422" y="2395"/>
                  </a:lnTo>
                  <a:lnTo>
                    <a:pt x="3467" y="2402"/>
                  </a:lnTo>
                  <a:lnTo>
                    <a:pt x="3501" y="2399"/>
                  </a:lnTo>
                  <a:lnTo>
                    <a:pt x="3539" y="2372"/>
                  </a:lnTo>
                  <a:lnTo>
                    <a:pt x="3565" y="2353"/>
                  </a:lnTo>
                  <a:lnTo>
                    <a:pt x="3552" y="2227"/>
                  </a:lnTo>
                  <a:lnTo>
                    <a:pt x="3553" y="2156"/>
                  </a:lnTo>
                  <a:lnTo>
                    <a:pt x="3554" y="2091"/>
                  </a:lnTo>
                  <a:lnTo>
                    <a:pt x="3576" y="2040"/>
                  </a:lnTo>
                  <a:lnTo>
                    <a:pt x="3606" y="1977"/>
                  </a:lnTo>
                  <a:lnTo>
                    <a:pt x="3609" y="1967"/>
                  </a:lnTo>
                  <a:lnTo>
                    <a:pt x="3657" y="1945"/>
                  </a:lnTo>
                  <a:lnTo>
                    <a:pt x="3715" y="1931"/>
                  </a:lnTo>
                  <a:lnTo>
                    <a:pt x="3856" y="1925"/>
                  </a:lnTo>
                  <a:lnTo>
                    <a:pt x="3961" y="1882"/>
                  </a:lnTo>
                  <a:lnTo>
                    <a:pt x="4004" y="1773"/>
                  </a:lnTo>
                  <a:lnTo>
                    <a:pt x="4063" y="1625"/>
                  </a:lnTo>
                  <a:lnTo>
                    <a:pt x="4178" y="1567"/>
                  </a:lnTo>
                  <a:lnTo>
                    <a:pt x="4344" y="1472"/>
                  </a:lnTo>
                  <a:lnTo>
                    <a:pt x="4421" y="1376"/>
                  </a:lnTo>
                  <a:lnTo>
                    <a:pt x="4433" y="1348"/>
                  </a:lnTo>
                  <a:lnTo>
                    <a:pt x="4520" y="1095"/>
                  </a:lnTo>
                  <a:lnTo>
                    <a:pt x="4527" y="1071"/>
                  </a:lnTo>
                  <a:lnTo>
                    <a:pt x="4523" y="953"/>
                  </a:lnTo>
                  <a:lnTo>
                    <a:pt x="4547" y="872"/>
                  </a:lnTo>
                  <a:lnTo>
                    <a:pt x="4603" y="791"/>
                  </a:lnTo>
                  <a:lnTo>
                    <a:pt x="4710" y="681"/>
                  </a:lnTo>
                  <a:lnTo>
                    <a:pt x="4844" y="612"/>
                  </a:lnTo>
                  <a:lnTo>
                    <a:pt x="5067" y="498"/>
                  </a:lnTo>
                  <a:lnTo>
                    <a:pt x="5238" y="442"/>
                  </a:lnTo>
                  <a:lnTo>
                    <a:pt x="5569" y="444"/>
                  </a:lnTo>
                  <a:lnTo>
                    <a:pt x="5592" y="448"/>
                  </a:lnTo>
                  <a:lnTo>
                    <a:pt x="5625" y="483"/>
                  </a:lnTo>
                  <a:lnTo>
                    <a:pt x="5643" y="502"/>
                  </a:lnTo>
                  <a:lnTo>
                    <a:pt x="5717" y="579"/>
                  </a:lnTo>
                  <a:lnTo>
                    <a:pt x="5867" y="789"/>
                  </a:lnTo>
                  <a:lnTo>
                    <a:pt x="5883" y="815"/>
                  </a:lnTo>
                  <a:lnTo>
                    <a:pt x="5891" y="987"/>
                  </a:lnTo>
                  <a:lnTo>
                    <a:pt x="5907" y="1040"/>
                  </a:lnTo>
                  <a:lnTo>
                    <a:pt x="5916" y="1064"/>
                  </a:lnTo>
                  <a:lnTo>
                    <a:pt x="5919" y="1069"/>
                  </a:lnTo>
                  <a:lnTo>
                    <a:pt x="6021" y="1127"/>
                  </a:lnTo>
                  <a:lnTo>
                    <a:pt x="6086" y="1154"/>
                  </a:lnTo>
                  <a:lnTo>
                    <a:pt x="6294" y="1229"/>
                  </a:lnTo>
                  <a:lnTo>
                    <a:pt x="6317" y="1217"/>
                  </a:lnTo>
                  <a:lnTo>
                    <a:pt x="6436" y="1148"/>
                  </a:lnTo>
                  <a:lnTo>
                    <a:pt x="6449" y="1140"/>
                  </a:lnTo>
                  <a:lnTo>
                    <a:pt x="6802" y="932"/>
                  </a:lnTo>
                  <a:lnTo>
                    <a:pt x="6867" y="893"/>
                  </a:lnTo>
                  <a:lnTo>
                    <a:pt x="6887" y="868"/>
                  </a:lnTo>
                  <a:lnTo>
                    <a:pt x="6913" y="823"/>
                  </a:lnTo>
                  <a:lnTo>
                    <a:pt x="6927" y="801"/>
                  </a:lnTo>
                  <a:lnTo>
                    <a:pt x="6929" y="795"/>
                  </a:lnTo>
                  <a:lnTo>
                    <a:pt x="6962" y="736"/>
                  </a:lnTo>
                  <a:lnTo>
                    <a:pt x="6989" y="688"/>
                  </a:lnTo>
                  <a:lnTo>
                    <a:pt x="7020" y="618"/>
                  </a:lnTo>
                  <a:lnTo>
                    <a:pt x="7028" y="600"/>
                  </a:lnTo>
                  <a:lnTo>
                    <a:pt x="7036" y="575"/>
                  </a:lnTo>
                  <a:lnTo>
                    <a:pt x="7043" y="548"/>
                  </a:lnTo>
                  <a:lnTo>
                    <a:pt x="7046" y="530"/>
                  </a:lnTo>
                  <a:lnTo>
                    <a:pt x="7047" y="522"/>
                  </a:lnTo>
                  <a:lnTo>
                    <a:pt x="7035" y="485"/>
                  </a:lnTo>
                  <a:lnTo>
                    <a:pt x="7143" y="314"/>
                  </a:lnTo>
                  <a:lnTo>
                    <a:pt x="7159" y="307"/>
                  </a:lnTo>
                  <a:lnTo>
                    <a:pt x="7208" y="287"/>
                  </a:lnTo>
                  <a:lnTo>
                    <a:pt x="7237" y="281"/>
                  </a:lnTo>
                  <a:lnTo>
                    <a:pt x="7374" y="250"/>
                  </a:lnTo>
                  <a:lnTo>
                    <a:pt x="7398" y="257"/>
                  </a:lnTo>
                  <a:lnTo>
                    <a:pt x="7414" y="271"/>
                  </a:lnTo>
                  <a:lnTo>
                    <a:pt x="7534" y="272"/>
                  </a:lnTo>
                  <a:lnTo>
                    <a:pt x="7561" y="256"/>
                  </a:lnTo>
                  <a:lnTo>
                    <a:pt x="7567" y="247"/>
                  </a:lnTo>
                  <a:lnTo>
                    <a:pt x="7706" y="36"/>
                  </a:lnTo>
                  <a:lnTo>
                    <a:pt x="7730" y="16"/>
                  </a:lnTo>
                  <a:lnTo>
                    <a:pt x="7744" y="10"/>
                  </a:lnTo>
                  <a:lnTo>
                    <a:pt x="7768" y="0"/>
                  </a:lnTo>
                  <a:lnTo>
                    <a:pt x="7783" y="0"/>
                  </a:lnTo>
                  <a:lnTo>
                    <a:pt x="7809" y="0"/>
                  </a:lnTo>
                  <a:lnTo>
                    <a:pt x="7837" y="6"/>
                  </a:lnTo>
                  <a:lnTo>
                    <a:pt x="7853" y="10"/>
                  </a:lnTo>
                  <a:lnTo>
                    <a:pt x="7865" y="25"/>
                  </a:lnTo>
                  <a:lnTo>
                    <a:pt x="7885" y="186"/>
                  </a:lnTo>
                  <a:lnTo>
                    <a:pt x="7894" y="211"/>
                  </a:lnTo>
                  <a:lnTo>
                    <a:pt x="7908" y="25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9244649" y="2400315"/>
              <a:ext cx="1587" cy="1603"/>
            </a:xfrm>
            <a:custGeom>
              <a:avLst/>
              <a:pathLst>
                <a:path w="1587" h="1603">
                  <a:moveTo>
                    <a:pt x="1404" y="817"/>
                  </a:moveTo>
                  <a:lnTo>
                    <a:pt x="1385" y="966"/>
                  </a:lnTo>
                  <a:lnTo>
                    <a:pt x="1379" y="1016"/>
                  </a:lnTo>
                  <a:lnTo>
                    <a:pt x="1360" y="1016"/>
                  </a:lnTo>
                  <a:lnTo>
                    <a:pt x="1271" y="945"/>
                  </a:lnTo>
                  <a:lnTo>
                    <a:pt x="1254" y="939"/>
                  </a:lnTo>
                  <a:lnTo>
                    <a:pt x="1161" y="940"/>
                  </a:lnTo>
                  <a:lnTo>
                    <a:pt x="1115" y="943"/>
                  </a:lnTo>
                  <a:lnTo>
                    <a:pt x="1095" y="944"/>
                  </a:lnTo>
                  <a:lnTo>
                    <a:pt x="1071" y="959"/>
                  </a:lnTo>
                  <a:lnTo>
                    <a:pt x="1068" y="963"/>
                  </a:lnTo>
                  <a:lnTo>
                    <a:pt x="1063" y="974"/>
                  </a:lnTo>
                  <a:lnTo>
                    <a:pt x="1057" y="986"/>
                  </a:lnTo>
                  <a:lnTo>
                    <a:pt x="1055" y="992"/>
                  </a:lnTo>
                  <a:lnTo>
                    <a:pt x="1052" y="1002"/>
                  </a:lnTo>
                  <a:lnTo>
                    <a:pt x="1050" y="1006"/>
                  </a:lnTo>
                  <a:lnTo>
                    <a:pt x="1048" y="1011"/>
                  </a:lnTo>
                  <a:lnTo>
                    <a:pt x="1045" y="1016"/>
                  </a:lnTo>
                  <a:lnTo>
                    <a:pt x="1041" y="1020"/>
                  </a:lnTo>
                  <a:lnTo>
                    <a:pt x="1026" y="1037"/>
                  </a:lnTo>
                  <a:lnTo>
                    <a:pt x="1021" y="1042"/>
                  </a:lnTo>
                  <a:lnTo>
                    <a:pt x="1014" y="1048"/>
                  </a:lnTo>
                  <a:lnTo>
                    <a:pt x="1007" y="1054"/>
                  </a:lnTo>
                  <a:lnTo>
                    <a:pt x="999" y="1060"/>
                  </a:lnTo>
                  <a:lnTo>
                    <a:pt x="991" y="1066"/>
                  </a:lnTo>
                  <a:lnTo>
                    <a:pt x="904" y="1119"/>
                  </a:lnTo>
                  <a:lnTo>
                    <a:pt x="839" y="1181"/>
                  </a:lnTo>
                  <a:lnTo>
                    <a:pt x="828" y="1192"/>
                  </a:lnTo>
                  <a:lnTo>
                    <a:pt x="809" y="1236"/>
                  </a:lnTo>
                  <a:lnTo>
                    <a:pt x="807" y="1242"/>
                  </a:lnTo>
                  <a:lnTo>
                    <a:pt x="806" y="1253"/>
                  </a:lnTo>
                  <a:lnTo>
                    <a:pt x="805" y="1266"/>
                  </a:lnTo>
                  <a:lnTo>
                    <a:pt x="803" y="1287"/>
                  </a:lnTo>
                  <a:lnTo>
                    <a:pt x="802" y="1305"/>
                  </a:lnTo>
                  <a:lnTo>
                    <a:pt x="803" y="1313"/>
                  </a:lnTo>
                  <a:lnTo>
                    <a:pt x="805" y="1318"/>
                  </a:lnTo>
                  <a:lnTo>
                    <a:pt x="806" y="1339"/>
                  </a:lnTo>
                  <a:lnTo>
                    <a:pt x="826" y="1406"/>
                  </a:lnTo>
                  <a:lnTo>
                    <a:pt x="821" y="1603"/>
                  </a:lnTo>
                  <a:lnTo>
                    <a:pt x="618" y="1472"/>
                  </a:lnTo>
                  <a:lnTo>
                    <a:pt x="582" y="1449"/>
                  </a:lnTo>
                  <a:lnTo>
                    <a:pt x="538" y="1420"/>
                  </a:lnTo>
                  <a:lnTo>
                    <a:pt x="476" y="1225"/>
                  </a:lnTo>
                  <a:lnTo>
                    <a:pt x="445" y="1084"/>
                  </a:lnTo>
                  <a:lnTo>
                    <a:pt x="446" y="1066"/>
                  </a:lnTo>
                  <a:lnTo>
                    <a:pt x="452" y="926"/>
                  </a:lnTo>
                  <a:lnTo>
                    <a:pt x="447" y="887"/>
                  </a:lnTo>
                  <a:lnTo>
                    <a:pt x="441" y="867"/>
                  </a:lnTo>
                  <a:lnTo>
                    <a:pt x="416" y="834"/>
                  </a:lnTo>
                  <a:lnTo>
                    <a:pt x="410" y="824"/>
                  </a:lnTo>
                  <a:lnTo>
                    <a:pt x="393" y="804"/>
                  </a:lnTo>
                  <a:lnTo>
                    <a:pt x="373" y="777"/>
                  </a:lnTo>
                  <a:lnTo>
                    <a:pt x="227" y="626"/>
                  </a:lnTo>
                  <a:lnTo>
                    <a:pt x="199" y="598"/>
                  </a:lnTo>
                  <a:lnTo>
                    <a:pt x="171" y="570"/>
                  </a:lnTo>
                  <a:lnTo>
                    <a:pt x="162" y="554"/>
                  </a:lnTo>
                  <a:lnTo>
                    <a:pt x="157" y="546"/>
                  </a:lnTo>
                  <a:lnTo>
                    <a:pt x="147" y="536"/>
                  </a:lnTo>
                  <a:lnTo>
                    <a:pt x="135" y="526"/>
                  </a:lnTo>
                  <a:lnTo>
                    <a:pt x="118" y="513"/>
                  </a:lnTo>
                  <a:lnTo>
                    <a:pt x="110" y="508"/>
                  </a:lnTo>
                  <a:lnTo>
                    <a:pt x="89" y="490"/>
                  </a:lnTo>
                  <a:lnTo>
                    <a:pt x="0" y="387"/>
                  </a:lnTo>
                  <a:lnTo>
                    <a:pt x="1" y="337"/>
                  </a:lnTo>
                  <a:lnTo>
                    <a:pt x="18" y="305"/>
                  </a:lnTo>
                  <a:lnTo>
                    <a:pt x="23" y="303"/>
                  </a:lnTo>
                  <a:lnTo>
                    <a:pt x="202" y="236"/>
                  </a:lnTo>
                  <a:lnTo>
                    <a:pt x="362" y="213"/>
                  </a:lnTo>
                  <a:lnTo>
                    <a:pt x="422" y="204"/>
                  </a:lnTo>
                  <a:lnTo>
                    <a:pt x="432" y="201"/>
                  </a:lnTo>
                  <a:lnTo>
                    <a:pt x="463" y="190"/>
                  </a:lnTo>
                  <a:lnTo>
                    <a:pt x="649" y="133"/>
                  </a:lnTo>
                  <a:lnTo>
                    <a:pt x="656" y="132"/>
                  </a:lnTo>
                  <a:lnTo>
                    <a:pt x="703" y="125"/>
                  </a:lnTo>
                  <a:lnTo>
                    <a:pt x="750" y="107"/>
                  </a:lnTo>
                  <a:lnTo>
                    <a:pt x="755" y="106"/>
                  </a:lnTo>
                  <a:lnTo>
                    <a:pt x="774" y="98"/>
                  </a:lnTo>
                  <a:lnTo>
                    <a:pt x="785" y="94"/>
                  </a:lnTo>
                  <a:lnTo>
                    <a:pt x="791" y="92"/>
                  </a:lnTo>
                  <a:lnTo>
                    <a:pt x="815" y="82"/>
                  </a:lnTo>
                  <a:lnTo>
                    <a:pt x="888" y="60"/>
                  </a:lnTo>
                  <a:lnTo>
                    <a:pt x="1030" y="48"/>
                  </a:lnTo>
                  <a:lnTo>
                    <a:pt x="1055" y="46"/>
                  </a:lnTo>
                  <a:lnTo>
                    <a:pt x="1084" y="42"/>
                  </a:lnTo>
                  <a:lnTo>
                    <a:pt x="1143" y="29"/>
                  </a:lnTo>
                  <a:lnTo>
                    <a:pt x="1174" y="20"/>
                  </a:lnTo>
                  <a:lnTo>
                    <a:pt x="1183" y="18"/>
                  </a:lnTo>
                  <a:lnTo>
                    <a:pt x="1188" y="17"/>
                  </a:lnTo>
                  <a:lnTo>
                    <a:pt x="1217" y="6"/>
                  </a:lnTo>
                  <a:lnTo>
                    <a:pt x="1222" y="5"/>
                  </a:lnTo>
                  <a:lnTo>
                    <a:pt x="1243" y="0"/>
                  </a:lnTo>
                  <a:lnTo>
                    <a:pt x="1300" y="0"/>
                  </a:lnTo>
                  <a:lnTo>
                    <a:pt x="1465" y="35"/>
                  </a:lnTo>
                  <a:lnTo>
                    <a:pt x="1568" y="86"/>
                  </a:lnTo>
                  <a:lnTo>
                    <a:pt x="1587" y="96"/>
                  </a:lnTo>
                  <a:lnTo>
                    <a:pt x="1559" y="157"/>
                  </a:lnTo>
                  <a:lnTo>
                    <a:pt x="1542" y="194"/>
                  </a:lnTo>
                  <a:lnTo>
                    <a:pt x="1527" y="220"/>
                  </a:lnTo>
                  <a:lnTo>
                    <a:pt x="1481" y="257"/>
                  </a:lnTo>
                  <a:lnTo>
                    <a:pt x="1439" y="307"/>
                  </a:lnTo>
                  <a:lnTo>
                    <a:pt x="1411" y="382"/>
                  </a:lnTo>
                  <a:lnTo>
                    <a:pt x="1407" y="401"/>
                  </a:lnTo>
                  <a:lnTo>
                    <a:pt x="1406" y="412"/>
                  </a:lnTo>
                  <a:lnTo>
                    <a:pt x="1406" y="424"/>
                  </a:lnTo>
                  <a:lnTo>
                    <a:pt x="1407" y="434"/>
                  </a:lnTo>
                  <a:lnTo>
                    <a:pt x="1410" y="485"/>
                  </a:lnTo>
                  <a:lnTo>
                    <a:pt x="1410" y="515"/>
                  </a:lnTo>
                  <a:lnTo>
                    <a:pt x="1401" y="536"/>
                  </a:lnTo>
                  <a:lnTo>
                    <a:pt x="1396" y="550"/>
                  </a:lnTo>
                  <a:lnTo>
                    <a:pt x="1392" y="560"/>
                  </a:lnTo>
                  <a:lnTo>
                    <a:pt x="1389" y="573"/>
                  </a:lnTo>
                  <a:lnTo>
                    <a:pt x="1388" y="588"/>
                  </a:lnTo>
                  <a:lnTo>
                    <a:pt x="1390" y="606"/>
                  </a:lnTo>
                  <a:lnTo>
                    <a:pt x="1391" y="613"/>
                  </a:lnTo>
                  <a:lnTo>
                    <a:pt x="1392" y="620"/>
                  </a:lnTo>
                  <a:lnTo>
                    <a:pt x="1392" y="630"/>
                  </a:lnTo>
                  <a:lnTo>
                    <a:pt x="1385" y="640"/>
                  </a:lnTo>
                  <a:lnTo>
                    <a:pt x="1371" y="650"/>
                  </a:lnTo>
                  <a:lnTo>
                    <a:pt x="1362" y="664"/>
                  </a:lnTo>
                  <a:lnTo>
                    <a:pt x="1354" y="681"/>
                  </a:lnTo>
                  <a:lnTo>
                    <a:pt x="1347" y="703"/>
                  </a:lnTo>
                  <a:lnTo>
                    <a:pt x="1343" y="718"/>
                  </a:lnTo>
                  <a:lnTo>
                    <a:pt x="1341" y="728"/>
                  </a:lnTo>
                  <a:lnTo>
                    <a:pt x="1376" y="774"/>
                  </a:lnTo>
                  <a:lnTo>
                    <a:pt x="1405" y="812"/>
                  </a:lnTo>
                  <a:lnTo>
                    <a:pt x="1404" y="8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9271917" y="2404427"/>
              <a:ext cx="392" cy="777"/>
            </a:xfrm>
            <a:custGeom>
              <a:avLst/>
              <a:pathLst>
                <a:path w="392" h="777">
                  <a:moveTo>
                    <a:pt x="65" y="777"/>
                  </a:moveTo>
                  <a:lnTo>
                    <a:pt x="8" y="771"/>
                  </a:lnTo>
                  <a:lnTo>
                    <a:pt x="0" y="741"/>
                  </a:lnTo>
                  <a:lnTo>
                    <a:pt x="5" y="655"/>
                  </a:lnTo>
                  <a:lnTo>
                    <a:pt x="22" y="586"/>
                  </a:lnTo>
                  <a:lnTo>
                    <a:pt x="42" y="549"/>
                  </a:lnTo>
                  <a:lnTo>
                    <a:pt x="95" y="453"/>
                  </a:lnTo>
                  <a:lnTo>
                    <a:pt x="257" y="187"/>
                  </a:lnTo>
                  <a:lnTo>
                    <a:pt x="333" y="78"/>
                  </a:lnTo>
                  <a:lnTo>
                    <a:pt x="375" y="18"/>
                  </a:lnTo>
                  <a:lnTo>
                    <a:pt x="392" y="0"/>
                  </a:lnTo>
                  <a:lnTo>
                    <a:pt x="391" y="14"/>
                  </a:lnTo>
                  <a:lnTo>
                    <a:pt x="382" y="93"/>
                  </a:lnTo>
                  <a:lnTo>
                    <a:pt x="372" y="163"/>
                  </a:lnTo>
                  <a:lnTo>
                    <a:pt x="370" y="180"/>
                  </a:lnTo>
                  <a:lnTo>
                    <a:pt x="369" y="187"/>
                  </a:lnTo>
                  <a:lnTo>
                    <a:pt x="365" y="200"/>
                  </a:lnTo>
                  <a:lnTo>
                    <a:pt x="361" y="220"/>
                  </a:lnTo>
                  <a:lnTo>
                    <a:pt x="355" y="243"/>
                  </a:lnTo>
                  <a:lnTo>
                    <a:pt x="97" y="750"/>
                  </a:lnTo>
                  <a:lnTo>
                    <a:pt x="89" y="766"/>
                  </a:lnTo>
                  <a:lnTo>
                    <a:pt x="65" y="77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9248997" y="2398197"/>
              <a:ext cx="416" cy="448"/>
            </a:xfrm>
            <a:custGeom>
              <a:avLst/>
              <a:pathLst>
                <a:path w="416" h="448">
                  <a:moveTo>
                    <a:pt x="323" y="37"/>
                  </a:moveTo>
                  <a:lnTo>
                    <a:pt x="347" y="51"/>
                  </a:lnTo>
                  <a:lnTo>
                    <a:pt x="368" y="44"/>
                  </a:lnTo>
                  <a:lnTo>
                    <a:pt x="387" y="41"/>
                  </a:lnTo>
                  <a:lnTo>
                    <a:pt x="394" y="40"/>
                  </a:lnTo>
                  <a:lnTo>
                    <a:pt x="401" y="42"/>
                  </a:lnTo>
                  <a:lnTo>
                    <a:pt x="411" y="106"/>
                  </a:lnTo>
                  <a:lnTo>
                    <a:pt x="416" y="138"/>
                  </a:lnTo>
                  <a:lnTo>
                    <a:pt x="413" y="145"/>
                  </a:lnTo>
                  <a:lnTo>
                    <a:pt x="409" y="147"/>
                  </a:lnTo>
                  <a:lnTo>
                    <a:pt x="396" y="152"/>
                  </a:lnTo>
                  <a:lnTo>
                    <a:pt x="379" y="162"/>
                  </a:lnTo>
                  <a:lnTo>
                    <a:pt x="364" y="167"/>
                  </a:lnTo>
                  <a:lnTo>
                    <a:pt x="355" y="170"/>
                  </a:lnTo>
                  <a:lnTo>
                    <a:pt x="306" y="205"/>
                  </a:lnTo>
                  <a:lnTo>
                    <a:pt x="291" y="214"/>
                  </a:lnTo>
                  <a:lnTo>
                    <a:pt x="284" y="223"/>
                  </a:lnTo>
                  <a:lnTo>
                    <a:pt x="164" y="383"/>
                  </a:lnTo>
                  <a:lnTo>
                    <a:pt x="153" y="435"/>
                  </a:lnTo>
                  <a:lnTo>
                    <a:pt x="81" y="441"/>
                  </a:lnTo>
                  <a:lnTo>
                    <a:pt x="0" y="448"/>
                  </a:lnTo>
                  <a:lnTo>
                    <a:pt x="53" y="311"/>
                  </a:lnTo>
                  <a:lnTo>
                    <a:pt x="79" y="260"/>
                  </a:lnTo>
                  <a:lnTo>
                    <a:pt x="86" y="232"/>
                  </a:lnTo>
                  <a:lnTo>
                    <a:pt x="89" y="210"/>
                  </a:lnTo>
                  <a:lnTo>
                    <a:pt x="94" y="182"/>
                  </a:lnTo>
                  <a:lnTo>
                    <a:pt x="95" y="129"/>
                  </a:lnTo>
                  <a:lnTo>
                    <a:pt x="115" y="114"/>
                  </a:lnTo>
                  <a:lnTo>
                    <a:pt x="128" y="100"/>
                  </a:lnTo>
                  <a:lnTo>
                    <a:pt x="162" y="70"/>
                  </a:lnTo>
                  <a:lnTo>
                    <a:pt x="180" y="60"/>
                  </a:lnTo>
                  <a:lnTo>
                    <a:pt x="187" y="56"/>
                  </a:lnTo>
                  <a:lnTo>
                    <a:pt x="223" y="38"/>
                  </a:lnTo>
                  <a:lnTo>
                    <a:pt x="228" y="33"/>
                  </a:lnTo>
                  <a:lnTo>
                    <a:pt x="240" y="14"/>
                  </a:lnTo>
                  <a:lnTo>
                    <a:pt x="245" y="10"/>
                  </a:lnTo>
                  <a:lnTo>
                    <a:pt x="285" y="0"/>
                  </a:lnTo>
                  <a:lnTo>
                    <a:pt x="298" y="3"/>
                  </a:lnTo>
                  <a:lnTo>
                    <a:pt x="298" y="16"/>
                  </a:lnTo>
                  <a:lnTo>
                    <a:pt x="300" y="23"/>
                  </a:lnTo>
                  <a:lnTo>
                    <a:pt x="323" y="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9253105" y="2398757"/>
              <a:ext cx="551" cy="432"/>
            </a:xfrm>
            <a:custGeom>
              <a:avLst/>
              <a:pathLst>
                <a:path w="551" h="432">
                  <a:moveTo>
                    <a:pt x="533" y="25"/>
                  </a:moveTo>
                  <a:lnTo>
                    <a:pt x="551" y="44"/>
                  </a:lnTo>
                  <a:lnTo>
                    <a:pt x="549" y="66"/>
                  </a:lnTo>
                  <a:lnTo>
                    <a:pt x="547" y="98"/>
                  </a:lnTo>
                  <a:lnTo>
                    <a:pt x="512" y="284"/>
                  </a:lnTo>
                  <a:lnTo>
                    <a:pt x="494" y="382"/>
                  </a:lnTo>
                  <a:lnTo>
                    <a:pt x="488" y="379"/>
                  </a:lnTo>
                  <a:lnTo>
                    <a:pt x="480" y="379"/>
                  </a:lnTo>
                  <a:lnTo>
                    <a:pt x="473" y="380"/>
                  </a:lnTo>
                  <a:lnTo>
                    <a:pt x="467" y="382"/>
                  </a:lnTo>
                  <a:lnTo>
                    <a:pt x="450" y="389"/>
                  </a:lnTo>
                  <a:lnTo>
                    <a:pt x="438" y="399"/>
                  </a:lnTo>
                  <a:lnTo>
                    <a:pt x="432" y="401"/>
                  </a:lnTo>
                  <a:lnTo>
                    <a:pt x="397" y="410"/>
                  </a:lnTo>
                  <a:lnTo>
                    <a:pt x="386" y="416"/>
                  </a:lnTo>
                  <a:lnTo>
                    <a:pt x="372" y="425"/>
                  </a:lnTo>
                  <a:lnTo>
                    <a:pt x="344" y="432"/>
                  </a:lnTo>
                  <a:lnTo>
                    <a:pt x="287" y="421"/>
                  </a:lnTo>
                  <a:lnTo>
                    <a:pt x="270" y="412"/>
                  </a:lnTo>
                  <a:lnTo>
                    <a:pt x="257" y="399"/>
                  </a:lnTo>
                  <a:lnTo>
                    <a:pt x="235" y="379"/>
                  </a:lnTo>
                  <a:lnTo>
                    <a:pt x="209" y="373"/>
                  </a:lnTo>
                  <a:lnTo>
                    <a:pt x="192" y="369"/>
                  </a:lnTo>
                  <a:lnTo>
                    <a:pt x="173" y="365"/>
                  </a:lnTo>
                  <a:lnTo>
                    <a:pt x="150" y="358"/>
                  </a:lnTo>
                  <a:lnTo>
                    <a:pt x="111" y="335"/>
                  </a:lnTo>
                  <a:lnTo>
                    <a:pt x="12" y="228"/>
                  </a:lnTo>
                  <a:lnTo>
                    <a:pt x="2" y="217"/>
                  </a:lnTo>
                  <a:lnTo>
                    <a:pt x="0" y="191"/>
                  </a:lnTo>
                  <a:lnTo>
                    <a:pt x="7" y="107"/>
                  </a:lnTo>
                  <a:lnTo>
                    <a:pt x="14" y="104"/>
                  </a:lnTo>
                  <a:lnTo>
                    <a:pt x="193" y="26"/>
                  </a:lnTo>
                  <a:lnTo>
                    <a:pt x="220" y="20"/>
                  </a:lnTo>
                  <a:lnTo>
                    <a:pt x="237" y="18"/>
                  </a:lnTo>
                  <a:lnTo>
                    <a:pt x="307" y="2"/>
                  </a:lnTo>
                  <a:lnTo>
                    <a:pt x="314" y="1"/>
                  </a:lnTo>
                  <a:lnTo>
                    <a:pt x="358" y="0"/>
                  </a:lnTo>
                  <a:lnTo>
                    <a:pt x="364" y="7"/>
                  </a:lnTo>
                  <a:lnTo>
                    <a:pt x="368" y="11"/>
                  </a:lnTo>
                  <a:lnTo>
                    <a:pt x="374" y="13"/>
                  </a:lnTo>
                  <a:lnTo>
                    <a:pt x="420" y="22"/>
                  </a:lnTo>
                  <a:lnTo>
                    <a:pt x="465" y="27"/>
                  </a:lnTo>
                  <a:lnTo>
                    <a:pt x="474" y="29"/>
                  </a:lnTo>
                  <a:lnTo>
                    <a:pt x="486" y="29"/>
                  </a:lnTo>
                  <a:lnTo>
                    <a:pt x="497" y="29"/>
                  </a:lnTo>
                  <a:lnTo>
                    <a:pt x="505" y="28"/>
                  </a:lnTo>
                  <a:lnTo>
                    <a:pt x="511" y="26"/>
                  </a:lnTo>
                  <a:lnTo>
                    <a:pt x="517" y="24"/>
                  </a:lnTo>
                  <a:lnTo>
                    <a:pt x="533" y="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9144300" y="2383135"/>
              <a:ext cx="810" cy="729"/>
            </a:xfrm>
            <a:custGeom>
              <a:avLst/>
              <a:pathLst>
                <a:path w="810" h="729">
                  <a:moveTo>
                    <a:pt x="679" y="149"/>
                  </a:moveTo>
                  <a:lnTo>
                    <a:pt x="738" y="209"/>
                  </a:lnTo>
                  <a:lnTo>
                    <a:pt x="748" y="227"/>
                  </a:lnTo>
                  <a:lnTo>
                    <a:pt x="774" y="278"/>
                  </a:lnTo>
                  <a:lnTo>
                    <a:pt x="778" y="304"/>
                  </a:lnTo>
                  <a:lnTo>
                    <a:pt x="810" y="527"/>
                  </a:lnTo>
                  <a:lnTo>
                    <a:pt x="807" y="539"/>
                  </a:lnTo>
                  <a:lnTo>
                    <a:pt x="762" y="627"/>
                  </a:lnTo>
                  <a:lnTo>
                    <a:pt x="753" y="638"/>
                  </a:lnTo>
                  <a:lnTo>
                    <a:pt x="727" y="672"/>
                  </a:lnTo>
                  <a:lnTo>
                    <a:pt x="644" y="729"/>
                  </a:lnTo>
                  <a:lnTo>
                    <a:pt x="620" y="712"/>
                  </a:lnTo>
                  <a:lnTo>
                    <a:pt x="621" y="676"/>
                  </a:lnTo>
                  <a:lnTo>
                    <a:pt x="602" y="649"/>
                  </a:lnTo>
                  <a:lnTo>
                    <a:pt x="582" y="636"/>
                  </a:lnTo>
                  <a:lnTo>
                    <a:pt x="559" y="625"/>
                  </a:lnTo>
                  <a:lnTo>
                    <a:pt x="542" y="621"/>
                  </a:lnTo>
                  <a:lnTo>
                    <a:pt x="532" y="622"/>
                  </a:lnTo>
                  <a:lnTo>
                    <a:pt x="431" y="599"/>
                  </a:lnTo>
                  <a:lnTo>
                    <a:pt x="294" y="571"/>
                  </a:lnTo>
                  <a:lnTo>
                    <a:pt x="230" y="552"/>
                  </a:lnTo>
                  <a:lnTo>
                    <a:pt x="169" y="534"/>
                  </a:lnTo>
                  <a:lnTo>
                    <a:pt x="133" y="504"/>
                  </a:lnTo>
                  <a:lnTo>
                    <a:pt x="122" y="496"/>
                  </a:lnTo>
                  <a:lnTo>
                    <a:pt x="53" y="414"/>
                  </a:lnTo>
                  <a:lnTo>
                    <a:pt x="26" y="378"/>
                  </a:lnTo>
                  <a:lnTo>
                    <a:pt x="21" y="343"/>
                  </a:lnTo>
                  <a:lnTo>
                    <a:pt x="16" y="310"/>
                  </a:lnTo>
                  <a:lnTo>
                    <a:pt x="2" y="191"/>
                  </a:lnTo>
                  <a:lnTo>
                    <a:pt x="12" y="139"/>
                  </a:lnTo>
                  <a:lnTo>
                    <a:pt x="11" y="121"/>
                  </a:lnTo>
                  <a:lnTo>
                    <a:pt x="0" y="108"/>
                  </a:lnTo>
                  <a:lnTo>
                    <a:pt x="18" y="88"/>
                  </a:lnTo>
                  <a:lnTo>
                    <a:pt x="48" y="93"/>
                  </a:lnTo>
                  <a:lnTo>
                    <a:pt x="68" y="92"/>
                  </a:lnTo>
                  <a:lnTo>
                    <a:pt x="154" y="48"/>
                  </a:lnTo>
                  <a:lnTo>
                    <a:pt x="292" y="8"/>
                  </a:lnTo>
                  <a:lnTo>
                    <a:pt x="337" y="1"/>
                  </a:lnTo>
                  <a:lnTo>
                    <a:pt x="356" y="0"/>
                  </a:lnTo>
                  <a:lnTo>
                    <a:pt x="487" y="4"/>
                  </a:lnTo>
                  <a:lnTo>
                    <a:pt x="536" y="13"/>
                  </a:lnTo>
                  <a:lnTo>
                    <a:pt x="616" y="89"/>
                  </a:lnTo>
                  <a:lnTo>
                    <a:pt x="622" y="93"/>
                  </a:lnTo>
                  <a:lnTo>
                    <a:pt x="679" y="14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9142497" y="2382836"/>
              <a:ext cx="936" cy="782"/>
            </a:xfrm>
            <a:custGeom>
              <a:avLst/>
              <a:pathLst>
                <a:path w="936" h="782">
                  <a:moveTo>
                    <a:pt x="874" y="198"/>
                  </a:moveTo>
                  <a:lnTo>
                    <a:pt x="936" y="358"/>
                  </a:lnTo>
                  <a:lnTo>
                    <a:pt x="931" y="454"/>
                  </a:lnTo>
                  <a:lnTo>
                    <a:pt x="922" y="468"/>
                  </a:lnTo>
                  <a:lnTo>
                    <a:pt x="915" y="476"/>
                  </a:lnTo>
                  <a:lnTo>
                    <a:pt x="903" y="482"/>
                  </a:lnTo>
                  <a:lnTo>
                    <a:pt x="889" y="486"/>
                  </a:lnTo>
                  <a:lnTo>
                    <a:pt x="884" y="487"/>
                  </a:lnTo>
                  <a:lnTo>
                    <a:pt x="856" y="497"/>
                  </a:lnTo>
                  <a:lnTo>
                    <a:pt x="803" y="515"/>
                  </a:lnTo>
                  <a:lnTo>
                    <a:pt x="646" y="760"/>
                  </a:lnTo>
                  <a:lnTo>
                    <a:pt x="472" y="782"/>
                  </a:lnTo>
                  <a:lnTo>
                    <a:pt x="481" y="772"/>
                  </a:lnTo>
                  <a:lnTo>
                    <a:pt x="491" y="762"/>
                  </a:lnTo>
                  <a:lnTo>
                    <a:pt x="499" y="750"/>
                  </a:lnTo>
                  <a:lnTo>
                    <a:pt x="497" y="694"/>
                  </a:lnTo>
                  <a:lnTo>
                    <a:pt x="491" y="682"/>
                  </a:lnTo>
                  <a:lnTo>
                    <a:pt x="486" y="671"/>
                  </a:lnTo>
                  <a:lnTo>
                    <a:pt x="472" y="647"/>
                  </a:lnTo>
                  <a:lnTo>
                    <a:pt x="468" y="641"/>
                  </a:lnTo>
                  <a:lnTo>
                    <a:pt x="456" y="629"/>
                  </a:lnTo>
                  <a:lnTo>
                    <a:pt x="434" y="612"/>
                  </a:lnTo>
                  <a:lnTo>
                    <a:pt x="421" y="605"/>
                  </a:lnTo>
                  <a:lnTo>
                    <a:pt x="392" y="593"/>
                  </a:lnTo>
                  <a:lnTo>
                    <a:pt x="363" y="584"/>
                  </a:lnTo>
                  <a:lnTo>
                    <a:pt x="338" y="579"/>
                  </a:lnTo>
                  <a:lnTo>
                    <a:pt x="306" y="572"/>
                  </a:lnTo>
                  <a:lnTo>
                    <a:pt x="253" y="563"/>
                  </a:lnTo>
                  <a:lnTo>
                    <a:pt x="216" y="559"/>
                  </a:lnTo>
                  <a:lnTo>
                    <a:pt x="186" y="558"/>
                  </a:lnTo>
                  <a:lnTo>
                    <a:pt x="177" y="558"/>
                  </a:lnTo>
                  <a:lnTo>
                    <a:pt x="154" y="553"/>
                  </a:lnTo>
                  <a:lnTo>
                    <a:pt x="137" y="554"/>
                  </a:lnTo>
                  <a:lnTo>
                    <a:pt x="131" y="555"/>
                  </a:lnTo>
                  <a:lnTo>
                    <a:pt x="122" y="556"/>
                  </a:lnTo>
                  <a:lnTo>
                    <a:pt x="0" y="159"/>
                  </a:lnTo>
                  <a:lnTo>
                    <a:pt x="5" y="153"/>
                  </a:lnTo>
                  <a:lnTo>
                    <a:pt x="17" y="148"/>
                  </a:lnTo>
                  <a:lnTo>
                    <a:pt x="26" y="134"/>
                  </a:lnTo>
                  <a:lnTo>
                    <a:pt x="32" y="118"/>
                  </a:lnTo>
                  <a:lnTo>
                    <a:pt x="51" y="100"/>
                  </a:lnTo>
                  <a:lnTo>
                    <a:pt x="63" y="94"/>
                  </a:lnTo>
                  <a:lnTo>
                    <a:pt x="78" y="93"/>
                  </a:lnTo>
                  <a:lnTo>
                    <a:pt x="96" y="94"/>
                  </a:lnTo>
                  <a:lnTo>
                    <a:pt x="112" y="89"/>
                  </a:lnTo>
                  <a:lnTo>
                    <a:pt x="121" y="79"/>
                  </a:lnTo>
                  <a:lnTo>
                    <a:pt x="131" y="74"/>
                  </a:lnTo>
                  <a:lnTo>
                    <a:pt x="144" y="73"/>
                  </a:lnTo>
                  <a:lnTo>
                    <a:pt x="158" y="78"/>
                  </a:lnTo>
                  <a:lnTo>
                    <a:pt x="168" y="94"/>
                  </a:lnTo>
                  <a:lnTo>
                    <a:pt x="200" y="146"/>
                  </a:lnTo>
                  <a:lnTo>
                    <a:pt x="309" y="196"/>
                  </a:lnTo>
                  <a:lnTo>
                    <a:pt x="408" y="216"/>
                  </a:lnTo>
                  <a:lnTo>
                    <a:pt x="447" y="216"/>
                  </a:lnTo>
                  <a:lnTo>
                    <a:pt x="507" y="212"/>
                  </a:lnTo>
                  <a:lnTo>
                    <a:pt x="526" y="202"/>
                  </a:lnTo>
                  <a:lnTo>
                    <a:pt x="560" y="155"/>
                  </a:lnTo>
                  <a:lnTo>
                    <a:pt x="597" y="82"/>
                  </a:lnTo>
                  <a:lnTo>
                    <a:pt x="602" y="61"/>
                  </a:lnTo>
                  <a:lnTo>
                    <a:pt x="603" y="56"/>
                  </a:lnTo>
                  <a:lnTo>
                    <a:pt x="612" y="31"/>
                  </a:lnTo>
                  <a:lnTo>
                    <a:pt x="631" y="20"/>
                  </a:lnTo>
                  <a:lnTo>
                    <a:pt x="646" y="5"/>
                  </a:lnTo>
                  <a:lnTo>
                    <a:pt x="652" y="0"/>
                  </a:lnTo>
                  <a:lnTo>
                    <a:pt x="707" y="7"/>
                  </a:lnTo>
                  <a:lnTo>
                    <a:pt x="733" y="26"/>
                  </a:lnTo>
                  <a:lnTo>
                    <a:pt x="797" y="100"/>
                  </a:lnTo>
                  <a:lnTo>
                    <a:pt x="808" y="112"/>
                  </a:lnTo>
                  <a:lnTo>
                    <a:pt x="855" y="167"/>
                  </a:lnTo>
                  <a:lnTo>
                    <a:pt x="868" y="181"/>
                  </a:lnTo>
                  <a:lnTo>
                    <a:pt x="874" y="1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9248609" y="2397829"/>
              <a:ext cx="318" cy="263"/>
            </a:xfrm>
            <a:custGeom>
              <a:avLst/>
              <a:pathLst>
                <a:path w="318" h="263">
                  <a:moveTo>
                    <a:pt x="273" y="14"/>
                  </a:moveTo>
                  <a:lnTo>
                    <a:pt x="292" y="57"/>
                  </a:lnTo>
                  <a:lnTo>
                    <a:pt x="316" y="115"/>
                  </a:lnTo>
                  <a:lnTo>
                    <a:pt x="318" y="123"/>
                  </a:lnTo>
                  <a:lnTo>
                    <a:pt x="317" y="160"/>
                  </a:lnTo>
                  <a:lnTo>
                    <a:pt x="307" y="263"/>
                  </a:lnTo>
                  <a:lnTo>
                    <a:pt x="198" y="254"/>
                  </a:lnTo>
                  <a:lnTo>
                    <a:pt x="66" y="209"/>
                  </a:lnTo>
                  <a:lnTo>
                    <a:pt x="32" y="150"/>
                  </a:lnTo>
                  <a:lnTo>
                    <a:pt x="27" y="142"/>
                  </a:lnTo>
                  <a:lnTo>
                    <a:pt x="0" y="93"/>
                  </a:lnTo>
                  <a:lnTo>
                    <a:pt x="0" y="88"/>
                  </a:lnTo>
                  <a:lnTo>
                    <a:pt x="4" y="19"/>
                  </a:lnTo>
                  <a:lnTo>
                    <a:pt x="5" y="6"/>
                  </a:lnTo>
                  <a:lnTo>
                    <a:pt x="66" y="0"/>
                  </a:lnTo>
                  <a:lnTo>
                    <a:pt x="105" y="12"/>
                  </a:lnTo>
                  <a:lnTo>
                    <a:pt x="157" y="26"/>
                  </a:lnTo>
                  <a:lnTo>
                    <a:pt x="170" y="25"/>
                  </a:lnTo>
                  <a:lnTo>
                    <a:pt x="183" y="19"/>
                  </a:lnTo>
                  <a:lnTo>
                    <a:pt x="250" y="1"/>
                  </a:lnTo>
                  <a:lnTo>
                    <a:pt x="263" y="2"/>
                  </a:lnTo>
                  <a:lnTo>
                    <a:pt x="273" y="1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9255541" y="2398295"/>
              <a:ext cx="568" cy="920"/>
            </a:xfrm>
            <a:custGeom>
              <a:avLst/>
              <a:pathLst>
                <a:path w="568" h="920">
                  <a:moveTo>
                    <a:pt x="544" y="48"/>
                  </a:moveTo>
                  <a:lnTo>
                    <a:pt x="568" y="79"/>
                  </a:lnTo>
                  <a:lnTo>
                    <a:pt x="568" y="107"/>
                  </a:lnTo>
                  <a:lnTo>
                    <a:pt x="532" y="303"/>
                  </a:lnTo>
                  <a:lnTo>
                    <a:pt x="523" y="328"/>
                  </a:lnTo>
                  <a:lnTo>
                    <a:pt x="512" y="344"/>
                  </a:lnTo>
                  <a:lnTo>
                    <a:pt x="492" y="371"/>
                  </a:lnTo>
                  <a:lnTo>
                    <a:pt x="478" y="389"/>
                  </a:lnTo>
                  <a:lnTo>
                    <a:pt x="432" y="415"/>
                  </a:lnTo>
                  <a:lnTo>
                    <a:pt x="416" y="423"/>
                  </a:lnTo>
                  <a:lnTo>
                    <a:pt x="361" y="476"/>
                  </a:lnTo>
                  <a:lnTo>
                    <a:pt x="356" y="485"/>
                  </a:lnTo>
                  <a:lnTo>
                    <a:pt x="351" y="511"/>
                  </a:lnTo>
                  <a:lnTo>
                    <a:pt x="349" y="519"/>
                  </a:lnTo>
                  <a:lnTo>
                    <a:pt x="347" y="524"/>
                  </a:lnTo>
                  <a:lnTo>
                    <a:pt x="345" y="529"/>
                  </a:lnTo>
                  <a:lnTo>
                    <a:pt x="341" y="534"/>
                  </a:lnTo>
                  <a:lnTo>
                    <a:pt x="335" y="540"/>
                  </a:lnTo>
                  <a:lnTo>
                    <a:pt x="321" y="555"/>
                  </a:lnTo>
                  <a:lnTo>
                    <a:pt x="316" y="561"/>
                  </a:lnTo>
                  <a:lnTo>
                    <a:pt x="305" y="582"/>
                  </a:lnTo>
                  <a:lnTo>
                    <a:pt x="304" y="606"/>
                  </a:lnTo>
                  <a:lnTo>
                    <a:pt x="307" y="614"/>
                  </a:lnTo>
                  <a:lnTo>
                    <a:pt x="316" y="632"/>
                  </a:lnTo>
                  <a:lnTo>
                    <a:pt x="318" y="639"/>
                  </a:lnTo>
                  <a:lnTo>
                    <a:pt x="331" y="747"/>
                  </a:lnTo>
                  <a:lnTo>
                    <a:pt x="328" y="756"/>
                  </a:lnTo>
                  <a:lnTo>
                    <a:pt x="284" y="911"/>
                  </a:lnTo>
                  <a:lnTo>
                    <a:pt x="281" y="919"/>
                  </a:lnTo>
                  <a:lnTo>
                    <a:pt x="271" y="920"/>
                  </a:lnTo>
                  <a:lnTo>
                    <a:pt x="260" y="906"/>
                  </a:lnTo>
                  <a:lnTo>
                    <a:pt x="257" y="901"/>
                  </a:lnTo>
                  <a:lnTo>
                    <a:pt x="251" y="894"/>
                  </a:lnTo>
                  <a:lnTo>
                    <a:pt x="211" y="845"/>
                  </a:lnTo>
                  <a:lnTo>
                    <a:pt x="60" y="646"/>
                  </a:lnTo>
                  <a:lnTo>
                    <a:pt x="43" y="622"/>
                  </a:lnTo>
                  <a:lnTo>
                    <a:pt x="34" y="612"/>
                  </a:lnTo>
                  <a:lnTo>
                    <a:pt x="89" y="491"/>
                  </a:lnTo>
                  <a:lnTo>
                    <a:pt x="107" y="396"/>
                  </a:lnTo>
                  <a:lnTo>
                    <a:pt x="110" y="370"/>
                  </a:lnTo>
                  <a:lnTo>
                    <a:pt x="109" y="365"/>
                  </a:lnTo>
                  <a:lnTo>
                    <a:pt x="105" y="358"/>
                  </a:lnTo>
                  <a:lnTo>
                    <a:pt x="97" y="351"/>
                  </a:lnTo>
                  <a:lnTo>
                    <a:pt x="68" y="327"/>
                  </a:lnTo>
                  <a:lnTo>
                    <a:pt x="62" y="319"/>
                  </a:lnTo>
                  <a:lnTo>
                    <a:pt x="56" y="313"/>
                  </a:lnTo>
                  <a:lnTo>
                    <a:pt x="51" y="308"/>
                  </a:lnTo>
                  <a:lnTo>
                    <a:pt x="21" y="274"/>
                  </a:lnTo>
                  <a:lnTo>
                    <a:pt x="0" y="238"/>
                  </a:lnTo>
                  <a:lnTo>
                    <a:pt x="0" y="217"/>
                  </a:lnTo>
                  <a:lnTo>
                    <a:pt x="3" y="209"/>
                  </a:lnTo>
                  <a:lnTo>
                    <a:pt x="10" y="184"/>
                  </a:lnTo>
                  <a:lnTo>
                    <a:pt x="25" y="127"/>
                  </a:lnTo>
                  <a:lnTo>
                    <a:pt x="42" y="100"/>
                  </a:lnTo>
                  <a:lnTo>
                    <a:pt x="69" y="76"/>
                  </a:lnTo>
                  <a:lnTo>
                    <a:pt x="100" y="63"/>
                  </a:lnTo>
                  <a:lnTo>
                    <a:pt x="107" y="61"/>
                  </a:lnTo>
                  <a:lnTo>
                    <a:pt x="115" y="60"/>
                  </a:lnTo>
                  <a:lnTo>
                    <a:pt x="135" y="60"/>
                  </a:lnTo>
                  <a:lnTo>
                    <a:pt x="141" y="59"/>
                  </a:lnTo>
                  <a:lnTo>
                    <a:pt x="147" y="58"/>
                  </a:lnTo>
                  <a:lnTo>
                    <a:pt x="154" y="56"/>
                  </a:lnTo>
                  <a:lnTo>
                    <a:pt x="161" y="54"/>
                  </a:lnTo>
                  <a:lnTo>
                    <a:pt x="168" y="50"/>
                  </a:lnTo>
                  <a:lnTo>
                    <a:pt x="205" y="30"/>
                  </a:lnTo>
                  <a:lnTo>
                    <a:pt x="209" y="27"/>
                  </a:lnTo>
                  <a:lnTo>
                    <a:pt x="235" y="7"/>
                  </a:lnTo>
                  <a:lnTo>
                    <a:pt x="254" y="0"/>
                  </a:lnTo>
                  <a:lnTo>
                    <a:pt x="269" y="0"/>
                  </a:lnTo>
                  <a:lnTo>
                    <a:pt x="276" y="2"/>
                  </a:lnTo>
                  <a:lnTo>
                    <a:pt x="326" y="22"/>
                  </a:lnTo>
                  <a:lnTo>
                    <a:pt x="333" y="24"/>
                  </a:lnTo>
                  <a:lnTo>
                    <a:pt x="340" y="25"/>
                  </a:lnTo>
                  <a:lnTo>
                    <a:pt x="347" y="26"/>
                  </a:lnTo>
                  <a:lnTo>
                    <a:pt x="357" y="26"/>
                  </a:lnTo>
                  <a:lnTo>
                    <a:pt x="374" y="26"/>
                  </a:lnTo>
                  <a:lnTo>
                    <a:pt x="444" y="10"/>
                  </a:lnTo>
                  <a:lnTo>
                    <a:pt x="454" y="9"/>
                  </a:lnTo>
                  <a:lnTo>
                    <a:pt x="472" y="10"/>
                  </a:lnTo>
                  <a:lnTo>
                    <a:pt x="544" y="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9153814" y="2381776"/>
              <a:ext cx="451" cy="518"/>
            </a:xfrm>
            <a:custGeom>
              <a:avLst/>
              <a:pathLst>
                <a:path w="451" h="518">
                  <a:moveTo>
                    <a:pt x="367" y="394"/>
                  </a:moveTo>
                  <a:lnTo>
                    <a:pt x="358" y="407"/>
                  </a:lnTo>
                  <a:lnTo>
                    <a:pt x="336" y="414"/>
                  </a:lnTo>
                  <a:lnTo>
                    <a:pt x="330" y="406"/>
                  </a:lnTo>
                  <a:lnTo>
                    <a:pt x="318" y="401"/>
                  </a:lnTo>
                  <a:lnTo>
                    <a:pt x="234" y="407"/>
                  </a:lnTo>
                  <a:lnTo>
                    <a:pt x="165" y="413"/>
                  </a:lnTo>
                  <a:lnTo>
                    <a:pt x="115" y="424"/>
                  </a:lnTo>
                  <a:lnTo>
                    <a:pt x="111" y="433"/>
                  </a:lnTo>
                  <a:lnTo>
                    <a:pt x="107" y="439"/>
                  </a:lnTo>
                  <a:lnTo>
                    <a:pt x="93" y="466"/>
                  </a:lnTo>
                  <a:lnTo>
                    <a:pt x="88" y="479"/>
                  </a:lnTo>
                  <a:lnTo>
                    <a:pt x="71" y="508"/>
                  </a:lnTo>
                  <a:lnTo>
                    <a:pt x="61" y="513"/>
                  </a:lnTo>
                  <a:lnTo>
                    <a:pt x="38" y="518"/>
                  </a:lnTo>
                  <a:lnTo>
                    <a:pt x="20" y="514"/>
                  </a:lnTo>
                  <a:lnTo>
                    <a:pt x="15" y="498"/>
                  </a:lnTo>
                  <a:lnTo>
                    <a:pt x="23" y="480"/>
                  </a:lnTo>
                  <a:lnTo>
                    <a:pt x="37" y="454"/>
                  </a:lnTo>
                  <a:lnTo>
                    <a:pt x="37" y="430"/>
                  </a:lnTo>
                  <a:lnTo>
                    <a:pt x="11" y="387"/>
                  </a:lnTo>
                  <a:lnTo>
                    <a:pt x="0" y="373"/>
                  </a:lnTo>
                  <a:lnTo>
                    <a:pt x="0" y="345"/>
                  </a:lnTo>
                  <a:lnTo>
                    <a:pt x="12" y="336"/>
                  </a:lnTo>
                  <a:lnTo>
                    <a:pt x="22" y="331"/>
                  </a:lnTo>
                  <a:lnTo>
                    <a:pt x="31" y="319"/>
                  </a:lnTo>
                  <a:lnTo>
                    <a:pt x="29" y="309"/>
                  </a:lnTo>
                  <a:lnTo>
                    <a:pt x="26" y="302"/>
                  </a:lnTo>
                  <a:lnTo>
                    <a:pt x="27" y="286"/>
                  </a:lnTo>
                  <a:lnTo>
                    <a:pt x="26" y="272"/>
                  </a:lnTo>
                  <a:lnTo>
                    <a:pt x="236" y="4"/>
                  </a:lnTo>
                  <a:lnTo>
                    <a:pt x="239" y="0"/>
                  </a:lnTo>
                  <a:lnTo>
                    <a:pt x="267" y="7"/>
                  </a:lnTo>
                  <a:lnTo>
                    <a:pt x="358" y="50"/>
                  </a:lnTo>
                  <a:lnTo>
                    <a:pt x="389" y="74"/>
                  </a:lnTo>
                  <a:lnTo>
                    <a:pt x="403" y="106"/>
                  </a:lnTo>
                  <a:lnTo>
                    <a:pt x="440" y="190"/>
                  </a:lnTo>
                  <a:lnTo>
                    <a:pt x="443" y="196"/>
                  </a:lnTo>
                  <a:lnTo>
                    <a:pt x="447" y="206"/>
                  </a:lnTo>
                  <a:lnTo>
                    <a:pt x="448" y="234"/>
                  </a:lnTo>
                  <a:lnTo>
                    <a:pt x="451" y="245"/>
                  </a:lnTo>
                  <a:lnTo>
                    <a:pt x="450" y="267"/>
                  </a:lnTo>
                  <a:lnTo>
                    <a:pt x="450" y="277"/>
                  </a:lnTo>
                  <a:lnTo>
                    <a:pt x="442" y="297"/>
                  </a:lnTo>
                  <a:lnTo>
                    <a:pt x="396" y="357"/>
                  </a:lnTo>
                  <a:lnTo>
                    <a:pt x="378" y="380"/>
                  </a:lnTo>
                  <a:lnTo>
                    <a:pt x="367" y="3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9154871" y="2381294"/>
              <a:ext cx="913" cy="507"/>
            </a:xfrm>
            <a:custGeom>
              <a:avLst/>
              <a:pathLst>
                <a:path w="913" h="507">
                  <a:moveTo>
                    <a:pt x="744" y="248"/>
                  </a:moveTo>
                  <a:lnTo>
                    <a:pt x="612" y="260"/>
                  </a:lnTo>
                  <a:lnTo>
                    <a:pt x="564" y="248"/>
                  </a:lnTo>
                  <a:lnTo>
                    <a:pt x="501" y="241"/>
                  </a:lnTo>
                  <a:lnTo>
                    <a:pt x="440" y="251"/>
                  </a:lnTo>
                  <a:lnTo>
                    <a:pt x="427" y="265"/>
                  </a:lnTo>
                  <a:lnTo>
                    <a:pt x="419" y="327"/>
                  </a:lnTo>
                  <a:lnTo>
                    <a:pt x="417" y="344"/>
                  </a:lnTo>
                  <a:lnTo>
                    <a:pt x="375" y="477"/>
                  </a:lnTo>
                  <a:lnTo>
                    <a:pt x="349" y="495"/>
                  </a:lnTo>
                  <a:lnTo>
                    <a:pt x="307" y="499"/>
                  </a:lnTo>
                  <a:lnTo>
                    <a:pt x="239" y="469"/>
                  </a:lnTo>
                  <a:lnTo>
                    <a:pt x="230" y="466"/>
                  </a:lnTo>
                  <a:lnTo>
                    <a:pt x="214" y="466"/>
                  </a:lnTo>
                  <a:lnTo>
                    <a:pt x="198" y="479"/>
                  </a:lnTo>
                  <a:lnTo>
                    <a:pt x="186" y="488"/>
                  </a:lnTo>
                  <a:lnTo>
                    <a:pt x="158" y="496"/>
                  </a:lnTo>
                  <a:lnTo>
                    <a:pt x="143" y="494"/>
                  </a:lnTo>
                  <a:lnTo>
                    <a:pt x="130" y="500"/>
                  </a:lnTo>
                  <a:lnTo>
                    <a:pt x="116" y="507"/>
                  </a:lnTo>
                  <a:lnTo>
                    <a:pt x="73" y="506"/>
                  </a:lnTo>
                  <a:lnTo>
                    <a:pt x="50" y="498"/>
                  </a:lnTo>
                  <a:lnTo>
                    <a:pt x="47" y="483"/>
                  </a:lnTo>
                  <a:lnTo>
                    <a:pt x="41" y="472"/>
                  </a:lnTo>
                  <a:lnTo>
                    <a:pt x="32" y="457"/>
                  </a:lnTo>
                  <a:lnTo>
                    <a:pt x="27" y="437"/>
                  </a:lnTo>
                  <a:lnTo>
                    <a:pt x="0" y="409"/>
                  </a:lnTo>
                  <a:lnTo>
                    <a:pt x="2" y="366"/>
                  </a:lnTo>
                  <a:lnTo>
                    <a:pt x="168" y="113"/>
                  </a:lnTo>
                  <a:lnTo>
                    <a:pt x="334" y="70"/>
                  </a:lnTo>
                  <a:lnTo>
                    <a:pt x="472" y="34"/>
                  </a:lnTo>
                  <a:lnTo>
                    <a:pt x="567" y="9"/>
                  </a:lnTo>
                  <a:lnTo>
                    <a:pt x="891" y="0"/>
                  </a:lnTo>
                  <a:lnTo>
                    <a:pt x="906" y="10"/>
                  </a:lnTo>
                  <a:lnTo>
                    <a:pt x="913" y="25"/>
                  </a:lnTo>
                  <a:lnTo>
                    <a:pt x="897" y="112"/>
                  </a:lnTo>
                  <a:lnTo>
                    <a:pt x="882" y="135"/>
                  </a:lnTo>
                  <a:lnTo>
                    <a:pt x="812" y="216"/>
                  </a:lnTo>
                  <a:lnTo>
                    <a:pt x="744" y="2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9273470" y="2398533"/>
              <a:ext cx="480" cy="997"/>
            </a:xfrm>
            <a:custGeom>
              <a:avLst/>
              <a:pathLst>
                <a:path w="480" h="997">
                  <a:moveTo>
                    <a:pt x="98" y="949"/>
                  </a:moveTo>
                  <a:lnTo>
                    <a:pt x="79" y="997"/>
                  </a:lnTo>
                  <a:lnTo>
                    <a:pt x="25" y="932"/>
                  </a:lnTo>
                  <a:lnTo>
                    <a:pt x="6" y="910"/>
                  </a:lnTo>
                  <a:lnTo>
                    <a:pt x="0" y="876"/>
                  </a:lnTo>
                  <a:lnTo>
                    <a:pt x="6" y="832"/>
                  </a:lnTo>
                  <a:lnTo>
                    <a:pt x="79" y="691"/>
                  </a:lnTo>
                  <a:lnTo>
                    <a:pt x="190" y="474"/>
                  </a:lnTo>
                  <a:lnTo>
                    <a:pt x="286" y="267"/>
                  </a:lnTo>
                  <a:lnTo>
                    <a:pt x="306" y="212"/>
                  </a:lnTo>
                  <a:lnTo>
                    <a:pt x="317" y="155"/>
                  </a:lnTo>
                  <a:lnTo>
                    <a:pt x="321" y="136"/>
                  </a:lnTo>
                  <a:lnTo>
                    <a:pt x="351" y="74"/>
                  </a:lnTo>
                  <a:lnTo>
                    <a:pt x="366" y="52"/>
                  </a:lnTo>
                  <a:lnTo>
                    <a:pt x="382" y="32"/>
                  </a:lnTo>
                  <a:lnTo>
                    <a:pt x="395" y="19"/>
                  </a:lnTo>
                  <a:lnTo>
                    <a:pt x="407" y="10"/>
                  </a:lnTo>
                  <a:lnTo>
                    <a:pt x="426" y="5"/>
                  </a:lnTo>
                  <a:lnTo>
                    <a:pt x="453" y="0"/>
                  </a:lnTo>
                  <a:lnTo>
                    <a:pt x="468" y="0"/>
                  </a:lnTo>
                  <a:lnTo>
                    <a:pt x="480" y="3"/>
                  </a:lnTo>
                  <a:lnTo>
                    <a:pt x="472" y="7"/>
                  </a:lnTo>
                  <a:lnTo>
                    <a:pt x="448" y="14"/>
                  </a:lnTo>
                  <a:lnTo>
                    <a:pt x="414" y="56"/>
                  </a:lnTo>
                  <a:lnTo>
                    <a:pt x="410" y="61"/>
                  </a:lnTo>
                  <a:lnTo>
                    <a:pt x="377" y="103"/>
                  </a:lnTo>
                  <a:lnTo>
                    <a:pt x="314" y="329"/>
                  </a:lnTo>
                  <a:lnTo>
                    <a:pt x="248" y="671"/>
                  </a:lnTo>
                  <a:lnTo>
                    <a:pt x="223" y="728"/>
                  </a:lnTo>
                  <a:lnTo>
                    <a:pt x="165" y="817"/>
                  </a:lnTo>
                  <a:lnTo>
                    <a:pt x="157" y="831"/>
                  </a:lnTo>
                  <a:lnTo>
                    <a:pt x="98" y="94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9249264" y="2392901"/>
              <a:ext cx="993" cy="660"/>
            </a:xfrm>
            <a:custGeom>
              <a:avLst/>
              <a:pathLst>
                <a:path w="993" h="660">
                  <a:moveTo>
                    <a:pt x="974" y="376"/>
                  </a:moveTo>
                  <a:lnTo>
                    <a:pt x="939" y="403"/>
                  </a:lnTo>
                  <a:lnTo>
                    <a:pt x="933" y="393"/>
                  </a:lnTo>
                  <a:lnTo>
                    <a:pt x="925" y="388"/>
                  </a:lnTo>
                  <a:lnTo>
                    <a:pt x="919" y="385"/>
                  </a:lnTo>
                  <a:lnTo>
                    <a:pt x="909" y="383"/>
                  </a:lnTo>
                  <a:lnTo>
                    <a:pt x="893" y="387"/>
                  </a:lnTo>
                  <a:lnTo>
                    <a:pt x="882" y="391"/>
                  </a:lnTo>
                  <a:lnTo>
                    <a:pt x="873" y="395"/>
                  </a:lnTo>
                  <a:lnTo>
                    <a:pt x="868" y="397"/>
                  </a:lnTo>
                  <a:lnTo>
                    <a:pt x="860" y="401"/>
                  </a:lnTo>
                  <a:lnTo>
                    <a:pt x="853" y="403"/>
                  </a:lnTo>
                  <a:lnTo>
                    <a:pt x="815" y="421"/>
                  </a:lnTo>
                  <a:lnTo>
                    <a:pt x="804" y="424"/>
                  </a:lnTo>
                  <a:lnTo>
                    <a:pt x="795" y="424"/>
                  </a:lnTo>
                  <a:lnTo>
                    <a:pt x="787" y="420"/>
                  </a:lnTo>
                  <a:lnTo>
                    <a:pt x="771" y="411"/>
                  </a:lnTo>
                  <a:lnTo>
                    <a:pt x="751" y="403"/>
                  </a:lnTo>
                  <a:lnTo>
                    <a:pt x="733" y="395"/>
                  </a:lnTo>
                  <a:lnTo>
                    <a:pt x="710" y="392"/>
                  </a:lnTo>
                  <a:lnTo>
                    <a:pt x="700" y="392"/>
                  </a:lnTo>
                  <a:lnTo>
                    <a:pt x="678" y="393"/>
                  </a:lnTo>
                  <a:lnTo>
                    <a:pt x="641" y="371"/>
                  </a:lnTo>
                  <a:lnTo>
                    <a:pt x="635" y="364"/>
                  </a:lnTo>
                  <a:lnTo>
                    <a:pt x="630" y="357"/>
                  </a:lnTo>
                  <a:lnTo>
                    <a:pt x="626" y="354"/>
                  </a:lnTo>
                  <a:lnTo>
                    <a:pt x="617" y="354"/>
                  </a:lnTo>
                  <a:lnTo>
                    <a:pt x="580" y="364"/>
                  </a:lnTo>
                  <a:lnTo>
                    <a:pt x="479" y="422"/>
                  </a:lnTo>
                  <a:lnTo>
                    <a:pt x="400" y="469"/>
                  </a:lnTo>
                  <a:lnTo>
                    <a:pt x="372" y="496"/>
                  </a:lnTo>
                  <a:lnTo>
                    <a:pt x="362" y="506"/>
                  </a:lnTo>
                  <a:lnTo>
                    <a:pt x="319" y="547"/>
                  </a:lnTo>
                  <a:lnTo>
                    <a:pt x="310" y="556"/>
                  </a:lnTo>
                  <a:lnTo>
                    <a:pt x="293" y="613"/>
                  </a:lnTo>
                  <a:lnTo>
                    <a:pt x="222" y="660"/>
                  </a:lnTo>
                  <a:lnTo>
                    <a:pt x="212" y="654"/>
                  </a:lnTo>
                  <a:lnTo>
                    <a:pt x="203" y="650"/>
                  </a:lnTo>
                  <a:lnTo>
                    <a:pt x="195" y="647"/>
                  </a:lnTo>
                  <a:lnTo>
                    <a:pt x="166" y="637"/>
                  </a:lnTo>
                  <a:lnTo>
                    <a:pt x="110" y="594"/>
                  </a:lnTo>
                  <a:lnTo>
                    <a:pt x="36" y="537"/>
                  </a:lnTo>
                  <a:lnTo>
                    <a:pt x="32" y="533"/>
                  </a:lnTo>
                  <a:lnTo>
                    <a:pt x="10" y="512"/>
                  </a:lnTo>
                  <a:lnTo>
                    <a:pt x="0" y="479"/>
                  </a:lnTo>
                  <a:lnTo>
                    <a:pt x="17" y="437"/>
                  </a:lnTo>
                  <a:lnTo>
                    <a:pt x="27" y="415"/>
                  </a:lnTo>
                  <a:lnTo>
                    <a:pt x="28" y="402"/>
                  </a:lnTo>
                  <a:lnTo>
                    <a:pt x="46" y="354"/>
                  </a:lnTo>
                  <a:lnTo>
                    <a:pt x="91" y="348"/>
                  </a:lnTo>
                  <a:lnTo>
                    <a:pt x="121" y="360"/>
                  </a:lnTo>
                  <a:lnTo>
                    <a:pt x="166" y="397"/>
                  </a:lnTo>
                  <a:lnTo>
                    <a:pt x="205" y="404"/>
                  </a:lnTo>
                  <a:lnTo>
                    <a:pt x="212" y="403"/>
                  </a:lnTo>
                  <a:lnTo>
                    <a:pt x="220" y="402"/>
                  </a:lnTo>
                  <a:lnTo>
                    <a:pt x="238" y="396"/>
                  </a:lnTo>
                  <a:lnTo>
                    <a:pt x="256" y="387"/>
                  </a:lnTo>
                  <a:lnTo>
                    <a:pt x="280" y="374"/>
                  </a:lnTo>
                  <a:lnTo>
                    <a:pt x="293" y="366"/>
                  </a:lnTo>
                  <a:lnTo>
                    <a:pt x="299" y="358"/>
                  </a:lnTo>
                  <a:lnTo>
                    <a:pt x="371" y="295"/>
                  </a:lnTo>
                  <a:lnTo>
                    <a:pt x="381" y="281"/>
                  </a:lnTo>
                  <a:lnTo>
                    <a:pt x="384" y="275"/>
                  </a:lnTo>
                  <a:lnTo>
                    <a:pt x="388" y="267"/>
                  </a:lnTo>
                  <a:lnTo>
                    <a:pt x="466" y="129"/>
                  </a:lnTo>
                  <a:lnTo>
                    <a:pt x="510" y="118"/>
                  </a:lnTo>
                  <a:lnTo>
                    <a:pt x="515" y="118"/>
                  </a:lnTo>
                  <a:lnTo>
                    <a:pt x="520" y="116"/>
                  </a:lnTo>
                  <a:lnTo>
                    <a:pt x="609" y="82"/>
                  </a:lnTo>
                  <a:lnTo>
                    <a:pt x="694" y="50"/>
                  </a:lnTo>
                  <a:lnTo>
                    <a:pt x="718" y="35"/>
                  </a:lnTo>
                  <a:lnTo>
                    <a:pt x="728" y="31"/>
                  </a:lnTo>
                  <a:lnTo>
                    <a:pt x="736" y="27"/>
                  </a:lnTo>
                  <a:lnTo>
                    <a:pt x="749" y="16"/>
                  </a:lnTo>
                  <a:lnTo>
                    <a:pt x="794" y="9"/>
                  </a:lnTo>
                  <a:lnTo>
                    <a:pt x="836" y="7"/>
                  </a:lnTo>
                  <a:lnTo>
                    <a:pt x="848" y="7"/>
                  </a:lnTo>
                  <a:lnTo>
                    <a:pt x="861" y="0"/>
                  </a:lnTo>
                  <a:lnTo>
                    <a:pt x="872" y="4"/>
                  </a:lnTo>
                  <a:lnTo>
                    <a:pt x="918" y="58"/>
                  </a:lnTo>
                  <a:lnTo>
                    <a:pt x="933" y="80"/>
                  </a:lnTo>
                  <a:lnTo>
                    <a:pt x="944" y="100"/>
                  </a:lnTo>
                  <a:lnTo>
                    <a:pt x="986" y="216"/>
                  </a:lnTo>
                  <a:lnTo>
                    <a:pt x="993" y="257"/>
                  </a:lnTo>
                  <a:lnTo>
                    <a:pt x="990" y="273"/>
                  </a:lnTo>
                  <a:lnTo>
                    <a:pt x="974" y="37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9240543" y="2391086"/>
              <a:ext cx="716" cy="662"/>
            </a:xfrm>
            <a:custGeom>
              <a:avLst/>
              <a:pathLst>
                <a:path w="716" h="662">
                  <a:moveTo>
                    <a:pt x="458" y="599"/>
                  </a:moveTo>
                  <a:lnTo>
                    <a:pt x="228" y="662"/>
                  </a:lnTo>
                  <a:lnTo>
                    <a:pt x="215" y="660"/>
                  </a:lnTo>
                  <a:lnTo>
                    <a:pt x="199" y="660"/>
                  </a:lnTo>
                  <a:lnTo>
                    <a:pt x="194" y="660"/>
                  </a:lnTo>
                  <a:lnTo>
                    <a:pt x="186" y="655"/>
                  </a:lnTo>
                  <a:lnTo>
                    <a:pt x="178" y="653"/>
                  </a:lnTo>
                  <a:lnTo>
                    <a:pt x="159" y="650"/>
                  </a:lnTo>
                  <a:lnTo>
                    <a:pt x="65" y="631"/>
                  </a:lnTo>
                  <a:lnTo>
                    <a:pt x="32" y="609"/>
                  </a:lnTo>
                  <a:lnTo>
                    <a:pt x="21" y="581"/>
                  </a:lnTo>
                  <a:lnTo>
                    <a:pt x="1" y="487"/>
                  </a:lnTo>
                  <a:lnTo>
                    <a:pt x="0" y="467"/>
                  </a:lnTo>
                  <a:lnTo>
                    <a:pt x="2" y="463"/>
                  </a:lnTo>
                  <a:lnTo>
                    <a:pt x="13" y="426"/>
                  </a:lnTo>
                  <a:lnTo>
                    <a:pt x="53" y="401"/>
                  </a:lnTo>
                  <a:lnTo>
                    <a:pt x="83" y="382"/>
                  </a:lnTo>
                  <a:lnTo>
                    <a:pt x="117" y="376"/>
                  </a:lnTo>
                  <a:lnTo>
                    <a:pt x="125" y="371"/>
                  </a:lnTo>
                  <a:lnTo>
                    <a:pt x="131" y="365"/>
                  </a:lnTo>
                  <a:lnTo>
                    <a:pt x="134" y="360"/>
                  </a:lnTo>
                  <a:lnTo>
                    <a:pt x="137" y="355"/>
                  </a:lnTo>
                  <a:lnTo>
                    <a:pt x="139" y="350"/>
                  </a:lnTo>
                  <a:lnTo>
                    <a:pt x="142" y="345"/>
                  </a:lnTo>
                  <a:lnTo>
                    <a:pt x="181" y="248"/>
                  </a:lnTo>
                  <a:lnTo>
                    <a:pt x="183" y="242"/>
                  </a:lnTo>
                  <a:lnTo>
                    <a:pt x="197" y="193"/>
                  </a:lnTo>
                  <a:lnTo>
                    <a:pt x="199" y="187"/>
                  </a:lnTo>
                  <a:lnTo>
                    <a:pt x="202" y="177"/>
                  </a:lnTo>
                  <a:lnTo>
                    <a:pt x="203" y="171"/>
                  </a:lnTo>
                  <a:lnTo>
                    <a:pt x="203" y="166"/>
                  </a:lnTo>
                  <a:lnTo>
                    <a:pt x="203" y="147"/>
                  </a:lnTo>
                  <a:lnTo>
                    <a:pt x="200" y="14"/>
                  </a:lnTo>
                  <a:lnTo>
                    <a:pt x="210" y="0"/>
                  </a:lnTo>
                  <a:lnTo>
                    <a:pt x="233" y="1"/>
                  </a:lnTo>
                  <a:lnTo>
                    <a:pt x="292" y="25"/>
                  </a:lnTo>
                  <a:lnTo>
                    <a:pt x="640" y="216"/>
                  </a:lnTo>
                  <a:lnTo>
                    <a:pt x="687" y="256"/>
                  </a:lnTo>
                  <a:lnTo>
                    <a:pt x="690" y="263"/>
                  </a:lnTo>
                  <a:lnTo>
                    <a:pt x="699" y="274"/>
                  </a:lnTo>
                  <a:lnTo>
                    <a:pt x="703" y="289"/>
                  </a:lnTo>
                  <a:lnTo>
                    <a:pt x="705" y="295"/>
                  </a:lnTo>
                  <a:lnTo>
                    <a:pt x="709" y="302"/>
                  </a:lnTo>
                  <a:lnTo>
                    <a:pt x="714" y="307"/>
                  </a:lnTo>
                  <a:lnTo>
                    <a:pt x="715" y="316"/>
                  </a:lnTo>
                  <a:lnTo>
                    <a:pt x="716" y="323"/>
                  </a:lnTo>
                  <a:lnTo>
                    <a:pt x="572" y="533"/>
                  </a:lnTo>
                  <a:lnTo>
                    <a:pt x="564" y="545"/>
                  </a:lnTo>
                  <a:lnTo>
                    <a:pt x="556" y="552"/>
                  </a:lnTo>
                  <a:lnTo>
                    <a:pt x="502" y="578"/>
                  </a:lnTo>
                  <a:lnTo>
                    <a:pt x="499" y="583"/>
                  </a:lnTo>
                  <a:lnTo>
                    <a:pt x="494" y="585"/>
                  </a:lnTo>
                  <a:lnTo>
                    <a:pt x="488" y="585"/>
                  </a:lnTo>
                  <a:lnTo>
                    <a:pt x="463" y="597"/>
                  </a:lnTo>
                  <a:lnTo>
                    <a:pt x="458" y="59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9247909" y="2391816"/>
              <a:ext cx="1221" cy="2109"/>
            </a:xfrm>
            <a:custGeom>
              <a:avLst/>
              <a:pathLst>
                <a:path w="1221" h="2109">
                  <a:moveTo>
                    <a:pt x="460" y="306"/>
                  </a:moveTo>
                  <a:lnTo>
                    <a:pt x="473" y="311"/>
                  </a:lnTo>
                  <a:lnTo>
                    <a:pt x="480" y="312"/>
                  </a:lnTo>
                  <a:lnTo>
                    <a:pt x="487" y="311"/>
                  </a:lnTo>
                  <a:lnTo>
                    <a:pt x="492" y="308"/>
                  </a:lnTo>
                  <a:lnTo>
                    <a:pt x="496" y="304"/>
                  </a:lnTo>
                  <a:lnTo>
                    <a:pt x="503" y="300"/>
                  </a:lnTo>
                  <a:lnTo>
                    <a:pt x="508" y="297"/>
                  </a:lnTo>
                  <a:lnTo>
                    <a:pt x="516" y="294"/>
                  </a:lnTo>
                  <a:lnTo>
                    <a:pt x="521" y="295"/>
                  </a:lnTo>
                  <a:lnTo>
                    <a:pt x="527" y="302"/>
                  </a:lnTo>
                  <a:lnTo>
                    <a:pt x="533" y="305"/>
                  </a:lnTo>
                  <a:lnTo>
                    <a:pt x="541" y="313"/>
                  </a:lnTo>
                  <a:lnTo>
                    <a:pt x="553" y="320"/>
                  </a:lnTo>
                  <a:lnTo>
                    <a:pt x="592" y="349"/>
                  </a:lnTo>
                  <a:lnTo>
                    <a:pt x="597" y="354"/>
                  </a:lnTo>
                  <a:lnTo>
                    <a:pt x="601" y="357"/>
                  </a:lnTo>
                  <a:lnTo>
                    <a:pt x="604" y="361"/>
                  </a:lnTo>
                  <a:lnTo>
                    <a:pt x="608" y="364"/>
                  </a:lnTo>
                  <a:lnTo>
                    <a:pt x="614" y="366"/>
                  </a:lnTo>
                  <a:lnTo>
                    <a:pt x="620" y="366"/>
                  </a:lnTo>
                  <a:lnTo>
                    <a:pt x="625" y="366"/>
                  </a:lnTo>
                  <a:lnTo>
                    <a:pt x="629" y="365"/>
                  </a:lnTo>
                  <a:lnTo>
                    <a:pt x="635" y="361"/>
                  </a:lnTo>
                  <a:lnTo>
                    <a:pt x="648" y="347"/>
                  </a:lnTo>
                  <a:lnTo>
                    <a:pt x="735" y="249"/>
                  </a:lnTo>
                  <a:lnTo>
                    <a:pt x="740" y="247"/>
                  </a:lnTo>
                  <a:lnTo>
                    <a:pt x="747" y="236"/>
                  </a:lnTo>
                  <a:lnTo>
                    <a:pt x="865" y="418"/>
                  </a:lnTo>
                  <a:lnTo>
                    <a:pt x="924" y="719"/>
                  </a:lnTo>
                  <a:lnTo>
                    <a:pt x="929" y="802"/>
                  </a:lnTo>
                  <a:lnTo>
                    <a:pt x="929" y="810"/>
                  </a:lnTo>
                  <a:lnTo>
                    <a:pt x="926" y="1000"/>
                  </a:lnTo>
                  <a:lnTo>
                    <a:pt x="905" y="1140"/>
                  </a:lnTo>
                  <a:lnTo>
                    <a:pt x="897" y="1187"/>
                  </a:lnTo>
                  <a:lnTo>
                    <a:pt x="913" y="1229"/>
                  </a:lnTo>
                  <a:lnTo>
                    <a:pt x="944" y="1260"/>
                  </a:lnTo>
                  <a:lnTo>
                    <a:pt x="990" y="1279"/>
                  </a:lnTo>
                  <a:lnTo>
                    <a:pt x="1027" y="1282"/>
                  </a:lnTo>
                  <a:lnTo>
                    <a:pt x="1082" y="1277"/>
                  </a:lnTo>
                  <a:lnTo>
                    <a:pt x="1113" y="1263"/>
                  </a:lnTo>
                  <a:lnTo>
                    <a:pt x="1132" y="1254"/>
                  </a:lnTo>
                  <a:lnTo>
                    <a:pt x="1160" y="1242"/>
                  </a:lnTo>
                  <a:lnTo>
                    <a:pt x="1177" y="1259"/>
                  </a:lnTo>
                  <a:lnTo>
                    <a:pt x="1184" y="1277"/>
                  </a:lnTo>
                  <a:lnTo>
                    <a:pt x="1189" y="1283"/>
                  </a:lnTo>
                  <a:lnTo>
                    <a:pt x="1198" y="1293"/>
                  </a:lnTo>
                  <a:lnTo>
                    <a:pt x="1202" y="1298"/>
                  </a:lnTo>
                  <a:lnTo>
                    <a:pt x="1206" y="1301"/>
                  </a:lnTo>
                  <a:lnTo>
                    <a:pt x="1218" y="1314"/>
                  </a:lnTo>
                  <a:lnTo>
                    <a:pt x="1221" y="1327"/>
                  </a:lnTo>
                  <a:lnTo>
                    <a:pt x="1221" y="1333"/>
                  </a:lnTo>
                  <a:lnTo>
                    <a:pt x="1218" y="1354"/>
                  </a:lnTo>
                  <a:lnTo>
                    <a:pt x="1212" y="1376"/>
                  </a:lnTo>
                  <a:lnTo>
                    <a:pt x="1192" y="1406"/>
                  </a:lnTo>
                  <a:lnTo>
                    <a:pt x="1177" y="1415"/>
                  </a:lnTo>
                  <a:lnTo>
                    <a:pt x="1154" y="1428"/>
                  </a:lnTo>
                  <a:lnTo>
                    <a:pt x="1118" y="1447"/>
                  </a:lnTo>
                  <a:lnTo>
                    <a:pt x="1082" y="1466"/>
                  </a:lnTo>
                  <a:lnTo>
                    <a:pt x="1060" y="1478"/>
                  </a:lnTo>
                  <a:lnTo>
                    <a:pt x="1012" y="1466"/>
                  </a:lnTo>
                  <a:lnTo>
                    <a:pt x="972" y="1473"/>
                  </a:lnTo>
                  <a:lnTo>
                    <a:pt x="906" y="1526"/>
                  </a:lnTo>
                  <a:lnTo>
                    <a:pt x="889" y="1566"/>
                  </a:lnTo>
                  <a:lnTo>
                    <a:pt x="885" y="1627"/>
                  </a:lnTo>
                  <a:lnTo>
                    <a:pt x="893" y="1709"/>
                  </a:lnTo>
                  <a:lnTo>
                    <a:pt x="904" y="1816"/>
                  </a:lnTo>
                  <a:lnTo>
                    <a:pt x="906" y="1837"/>
                  </a:lnTo>
                  <a:lnTo>
                    <a:pt x="969" y="1966"/>
                  </a:lnTo>
                  <a:lnTo>
                    <a:pt x="800" y="2019"/>
                  </a:lnTo>
                  <a:lnTo>
                    <a:pt x="789" y="2010"/>
                  </a:lnTo>
                  <a:lnTo>
                    <a:pt x="776" y="2002"/>
                  </a:lnTo>
                  <a:lnTo>
                    <a:pt x="770" y="1998"/>
                  </a:lnTo>
                  <a:lnTo>
                    <a:pt x="763" y="1995"/>
                  </a:lnTo>
                  <a:lnTo>
                    <a:pt x="735" y="1984"/>
                  </a:lnTo>
                  <a:lnTo>
                    <a:pt x="730" y="1983"/>
                  </a:lnTo>
                  <a:lnTo>
                    <a:pt x="723" y="1982"/>
                  </a:lnTo>
                  <a:lnTo>
                    <a:pt x="714" y="1981"/>
                  </a:lnTo>
                  <a:lnTo>
                    <a:pt x="704" y="1980"/>
                  </a:lnTo>
                  <a:lnTo>
                    <a:pt x="668" y="1981"/>
                  </a:lnTo>
                  <a:lnTo>
                    <a:pt x="662" y="1982"/>
                  </a:lnTo>
                  <a:lnTo>
                    <a:pt x="656" y="1983"/>
                  </a:lnTo>
                  <a:lnTo>
                    <a:pt x="649" y="1985"/>
                  </a:lnTo>
                  <a:lnTo>
                    <a:pt x="641" y="1988"/>
                  </a:lnTo>
                  <a:lnTo>
                    <a:pt x="623" y="1995"/>
                  </a:lnTo>
                  <a:lnTo>
                    <a:pt x="615" y="1999"/>
                  </a:lnTo>
                  <a:lnTo>
                    <a:pt x="607" y="2004"/>
                  </a:lnTo>
                  <a:lnTo>
                    <a:pt x="601" y="2007"/>
                  </a:lnTo>
                  <a:lnTo>
                    <a:pt x="596" y="2011"/>
                  </a:lnTo>
                  <a:lnTo>
                    <a:pt x="593" y="2014"/>
                  </a:lnTo>
                  <a:lnTo>
                    <a:pt x="590" y="2019"/>
                  </a:lnTo>
                  <a:lnTo>
                    <a:pt x="587" y="2023"/>
                  </a:lnTo>
                  <a:lnTo>
                    <a:pt x="583" y="2026"/>
                  </a:lnTo>
                  <a:lnTo>
                    <a:pt x="575" y="2030"/>
                  </a:lnTo>
                  <a:lnTo>
                    <a:pt x="566" y="2035"/>
                  </a:lnTo>
                  <a:lnTo>
                    <a:pt x="559" y="2039"/>
                  </a:lnTo>
                  <a:lnTo>
                    <a:pt x="547" y="2048"/>
                  </a:lnTo>
                  <a:lnTo>
                    <a:pt x="540" y="2052"/>
                  </a:lnTo>
                  <a:lnTo>
                    <a:pt x="531" y="2053"/>
                  </a:lnTo>
                  <a:lnTo>
                    <a:pt x="513" y="2054"/>
                  </a:lnTo>
                  <a:lnTo>
                    <a:pt x="499" y="2047"/>
                  </a:lnTo>
                  <a:lnTo>
                    <a:pt x="490" y="2041"/>
                  </a:lnTo>
                  <a:lnTo>
                    <a:pt x="480" y="2036"/>
                  </a:lnTo>
                  <a:lnTo>
                    <a:pt x="468" y="2032"/>
                  </a:lnTo>
                  <a:lnTo>
                    <a:pt x="453" y="2029"/>
                  </a:lnTo>
                  <a:lnTo>
                    <a:pt x="439" y="2029"/>
                  </a:lnTo>
                  <a:lnTo>
                    <a:pt x="422" y="2031"/>
                  </a:lnTo>
                  <a:lnTo>
                    <a:pt x="410" y="2035"/>
                  </a:lnTo>
                  <a:lnTo>
                    <a:pt x="399" y="2040"/>
                  </a:lnTo>
                  <a:lnTo>
                    <a:pt x="395" y="2043"/>
                  </a:lnTo>
                  <a:lnTo>
                    <a:pt x="388" y="2048"/>
                  </a:lnTo>
                  <a:lnTo>
                    <a:pt x="373" y="2054"/>
                  </a:lnTo>
                  <a:lnTo>
                    <a:pt x="361" y="2056"/>
                  </a:lnTo>
                  <a:lnTo>
                    <a:pt x="336" y="2060"/>
                  </a:lnTo>
                  <a:lnTo>
                    <a:pt x="314" y="2063"/>
                  </a:lnTo>
                  <a:lnTo>
                    <a:pt x="301" y="2066"/>
                  </a:lnTo>
                  <a:lnTo>
                    <a:pt x="290" y="2067"/>
                  </a:lnTo>
                  <a:lnTo>
                    <a:pt x="265" y="2067"/>
                  </a:lnTo>
                  <a:lnTo>
                    <a:pt x="259" y="2067"/>
                  </a:lnTo>
                  <a:lnTo>
                    <a:pt x="244" y="2066"/>
                  </a:lnTo>
                  <a:lnTo>
                    <a:pt x="225" y="2068"/>
                  </a:lnTo>
                  <a:lnTo>
                    <a:pt x="216" y="2073"/>
                  </a:lnTo>
                  <a:lnTo>
                    <a:pt x="207" y="2080"/>
                  </a:lnTo>
                  <a:lnTo>
                    <a:pt x="200" y="2087"/>
                  </a:lnTo>
                  <a:lnTo>
                    <a:pt x="192" y="2094"/>
                  </a:lnTo>
                  <a:lnTo>
                    <a:pt x="182" y="2100"/>
                  </a:lnTo>
                  <a:lnTo>
                    <a:pt x="178" y="2102"/>
                  </a:lnTo>
                  <a:lnTo>
                    <a:pt x="175" y="2105"/>
                  </a:lnTo>
                  <a:lnTo>
                    <a:pt x="170" y="2107"/>
                  </a:lnTo>
                  <a:lnTo>
                    <a:pt x="166" y="2108"/>
                  </a:lnTo>
                  <a:lnTo>
                    <a:pt x="161" y="2109"/>
                  </a:lnTo>
                  <a:lnTo>
                    <a:pt x="157" y="2107"/>
                  </a:lnTo>
                  <a:lnTo>
                    <a:pt x="153" y="2101"/>
                  </a:lnTo>
                  <a:lnTo>
                    <a:pt x="151" y="2092"/>
                  </a:lnTo>
                  <a:lnTo>
                    <a:pt x="149" y="2085"/>
                  </a:lnTo>
                  <a:lnTo>
                    <a:pt x="148" y="2078"/>
                  </a:lnTo>
                  <a:lnTo>
                    <a:pt x="145" y="2071"/>
                  </a:lnTo>
                  <a:lnTo>
                    <a:pt x="142" y="2066"/>
                  </a:lnTo>
                  <a:lnTo>
                    <a:pt x="136" y="2058"/>
                  </a:lnTo>
                  <a:lnTo>
                    <a:pt x="131" y="2051"/>
                  </a:lnTo>
                  <a:lnTo>
                    <a:pt x="124" y="2046"/>
                  </a:lnTo>
                  <a:lnTo>
                    <a:pt x="116" y="2039"/>
                  </a:lnTo>
                  <a:lnTo>
                    <a:pt x="106" y="2033"/>
                  </a:lnTo>
                  <a:lnTo>
                    <a:pt x="98" y="2029"/>
                  </a:lnTo>
                  <a:lnTo>
                    <a:pt x="92" y="2027"/>
                  </a:lnTo>
                  <a:lnTo>
                    <a:pt x="76" y="2023"/>
                  </a:lnTo>
                  <a:lnTo>
                    <a:pt x="63" y="2021"/>
                  </a:lnTo>
                  <a:lnTo>
                    <a:pt x="54" y="2020"/>
                  </a:lnTo>
                  <a:lnTo>
                    <a:pt x="42" y="2015"/>
                  </a:lnTo>
                  <a:lnTo>
                    <a:pt x="18" y="1994"/>
                  </a:lnTo>
                  <a:lnTo>
                    <a:pt x="0" y="1969"/>
                  </a:lnTo>
                  <a:lnTo>
                    <a:pt x="30" y="1915"/>
                  </a:lnTo>
                  <a:lnTo>
                    <a:pt x="89" y="1855"/>
                  </a:lnTo>
                  <a:lnTo>
                    <a:pt x="115" y="1828"/>
                  </a:lnTo>
                  <a:lnTo>
                    <a:pt x="122" y="1820"/>
                  </a:lnTo>
                  <a:lnTo>
                    <a:pt x="134" y="1799"/>
                  </a:lnTo>
                  <a:lnTo>
                    <a:pt x="136" y="1795"/>
                  </a:lnTo>
                  <a:lnTo>
                    <a:pt x="144" y="1749"/>
                  </a:lnTo>
                  <a:lnTo>
                    <a:pt x="178" y="1706"/>
                  </a:lnTo>
                  <a:lnTo>
                    <a:pt x="203" y="1675"/>
                  </a:lnTo>
                  <a:lnTo>
                    <a:pt x="232" y="1637"/>
                  </a:lnTo>
                  <a:lnTo>
                    <a:pt x="236" y="1633"/>
                  </a:lnTo>
                  <a:lnTo>
                    <a:pt x="240" y="1630"/>
                  </a:lnTo>
                  <a:lnTo>
                    <a:pt x="242" y="1625"/>
                  </a:lnTo>
                  <a:lnTo>
                    <a:pt x="311" y="1562"/>
                  </a:lnTo>
                  <a:lnTo>
                    <a:pt x="325" y="1550"/>
                  </a:lnTo>
                  <a:lnTo>
                    <a:pt x="330" y="1539"/>
                  </a:lnTo>
                  <a:lnTo>
                    <a:pt x="334" y="1532"/>
                  </a:lnTo>
                  <a:lnTo>
                    <a:pt x="339" y="1519"/>
                  </a:lnTo>
                  <a:lnTo>
                    <a:pt x="343" y="1509"/>
                  </a:lnTo>
                  <a:lnTo>
                    <a:pt x="343" y="1504"/>
                  </a:lnTo>
                  <a:lnTo>
                    <a:pt x="343" y="1491"/>
                  </a:lnTo>
                  <a:lnTo>
                    <a:pt x="332" y="1215"/>
                  </a:lnTo>
                  <a:lnTo>
                    <a:pt x="322" y="1118"/>
                  </a:lnTo>
                  <a:lnTo>
                    <a:pt x="302" y="916"/>
                  </a:lnTo>
                  <a:lnTo>
                    <a:pt x="359" y="558"/>
                  </a:lnTo>
                  <a:lnTo>
                    <a:pt x="372" y="525"/>
                  </a:lnTo>
                  <a:lnTo>
                    <a:pt x="373" y="518"/>
                  </a:lnTo>
                  <a:lnTo>
                    <a:pt x="375" y="513"/>
                  </a:lnTo>
                  <a:lnTo>
                    <a:pt x="380" y="489"/>
                  </a:lnTo>
                  <a:lnTo>
                    <a:pt x="382" y="470"/>
                  </a:lnTo>
                  <a:lnTo>
                    <a:pt x="382" y="463"/>
                  </a:lnTo>
                  <a:lnTo>
                    <a:pt x="384" y="457"/>
                  </a:lnTo>
                  <a:lnTo>
                    <a:pt x="385" y="451"/>
                  </a:lnTo>
                  <a:lnTo>
                    <a:pt x="383" y="442"/>
                  </a:lnTo>
                  <a:lnTo>
                    <a:pt x="382" y="434"/>
                  </a:lnTo>
                  <a:lnTo>
                    <a:pt x="381" y="428"/>
                  </a:lnTo>
                  <a:lnTo>
                    <a:pt x="378" y="421"/>
                  </a:lnTo>
                  <a:lnTo>
                    <a:pt x="374" y="417"/>
                  </a:lnTo>
                  <a:lnTo>
                    <a:pt x="236" y="191"/>
                  </a:lnTo>
                  <a:lnTo>
                    <a:pt x="219" y="176"/>
                  </a:lnTo>
                  <a:lnTo>
                    <a:pt x="205" y="165"/>
                  </a:lnTo>
                  <a:lnTo>
                    <a:pt x="194" y="157"/>
                  </a:lnTo>
                  <a:lnTo>
                    <a:pt x="186" y="148"/>
                  </a:lnTo>
                  <a:lnTo>
                    <a:pt x="171" y="139"/>
                  </a:lnTo>
                  <a:lnTo>
                    <a:pt x="144" y="118"/>
                  </a:lnTo>
                  <a:lnTo>
                    <a:pt x="130" y="94"/>
                  </a:lnTo>
                  <a:lnTo>
                    <a:pt x="135" y="83"/>
                  </a:lnTo>
                  <a:lnTo>
                    <a:pt x="157" y="45"/>
                  </a:lnTo>
                  <a:lnTo>
                    <a:pt x="163" y="33"/>
                  </a:lnTo>
                  <a:lnTo>
                    <a:pt x="167" y="22"/>
                  </a:lnTo>
                  <a:lnTo>
                    <a:pt x="174" y="9"/>
                  </a:lnTo>
                  <a:lnTo>
                    <a:pt x="199" y="3"/>
                  </a:lnTo>
                  <a:lnTo>
                    <a:pt x="211" y="0"/>
                  </a:lnTo>
                  <a:lnTo>
                    <a:pt x="275" y="0"/>
                  </a:lnTo>
                  <a:lnTo>
                    <a:pt x="312" y="2"/>
                  </a:lnTo>
                  <a:lnTo>
                    <a:pt x="322" y="5"/>
                  </a:lnTo>
                  <a:lnTo>
                    <a:pt x="328" y="9"/>
                  </a:lnTo>
                  <a:lnTo>
                    <a:pt x="334" y="17"/>
                  </a:lnTo>
                  <a:lnTo>
                    <a:pt x="436" y="131"/>
                  </a:lnTo>
                  <a:lnTo>
                    <a:pt x="441" y="137"/>
                  </a:lnTo>
                  <a:lnTo>
                    <a:pt x="459" y="211"/>
                  </a:lnTo>
                  <a:lnTo>
                    <a:pt x="460" y="234"/>
                  </a:lnTo>
                  <a:lnTo>
                    <a:pt x="461" y="254"/>
                  </a:lnTo>
                  <a:lnTo>
                    <a:pt x="461" y="267"/>
                  </a:lnTo>
                  <a:lnTo>
                    <a:pt x="460" y="274"/>
                  </a:lnTo>
                  <a:lnTo>
                    <a:pt x="460" y="286"/>
                  </a:lnTo>
                  <a:lnTo>
                    <a:pt x="460" y="3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9164889" y="2375086"/>
              <a:ext cx="515" cy="642"/>
            </a:xfrm>
            <a:custGeom>
              <a:avLst/>
              <a:pathLst>
                <a:path w="515" h="642">
                  <a:moveTo>
                    <a:pt x="502" y="637"/>
                  </a:moveTo>
                  <a:lnTo>
                    <a:pt x="484" y="641"/>
                  </a:lnTo>
                  <a:lnTo>
                    <a:pt x="426" y="634"/>
                  </a:lnTo>
                  <a:lnTo>
                    <a:pt x="391" y="629"/>
                  </a:lnTo>
                  <a:lnTo>
                    <a:pt x="340" y="630"/>
                  </a:lnTo>
                  <a:lnTo>
                    <a:pt x="259" y="642"/>
                  </a:lnTo>
                  <a:lnTo>
                    <a:pt x="247" y="642"/>
                  </a:lnTo>
                  <a:lnTo>
                    <a:pt x="228" y="629"/>
                  </a:lnTo>
                  <a:lnTo>
                    <a:pt x="210" y="624"/>
                  </a:lnTo>
                  <a:lnTo>
                    <a:pt x="192" y="617"/>
                  </a:lnTo>
                  <a:lnTo>
                    <a:pt x="163" y="604"/>
                  </a:lnTo>
                  <a:lnTo>
                    <a:pt x="113" y="578"/>
                  </a:lnTo>
                  <a:lnTo>
                    <a:pt x="32" y="523"/>
                  </a:lnTo>
                  <a:lnTo>
                    <a:pt x="0" y="444"/>
                  </a:lnTo>
                  <a:lnTo>
                    <a:pt x="0" y="429"/>
                  </a:lnTo>
                  <a:lnTo>
                    <a:pt x="16" y="421"/>
                  </a:lnTo>
                  <a:lnTo>
                    <a:pt x="23" y="416"/>
                  </a:lnTo>
                  <a:lnTo>
                    <a:pt x="46" y="415"/>
                  </a:lnTo>
                  <a:lnTo>
                    <a:pt x="153" y="412"/>
                  </a:lnTo>
                  <a:lnTo>
                    <a:pt x="249" y="277"/>
                  </a:lnTo>
                  <a:lnTo>
                    <a:pt x="232" y="254"/>
                  </a:lnTo>
                  <a:lnTo>
                    <a:pt x="212" y="230"/>
                  </a:lnTo>
                  <a:lnTo>
                    <a:pt x="201" y="204"/>
                  </a:lnTo>
                  <a:lnTo>
                    <a:pt x="166" y="91"/>
                  </a:lnTo>
                  <a:lnTo>
                    <a:pt x="158" y="67"/>
                  </a:lnTo>
                  <a:lnTo>
                    <a:pt x="176" y="50"/>
                  </a:lnTo>
                  <a:lnTo>
                    <a:pt x="260" y="1"/>
                  </a:lnTo>
                  <a:lnTo>
                    <a:pt x="270" y="0"/>
                  </a:lnTo>
                  <a:lnTo>
                    <a:pt x="276" y="9"/>
                  </a:lnTo>
                  <a:lnTo>
                    <a:pt x="284" y="21"/>
                  </a:lnTo>
                  <a:lnTo>
                    <a:pt x="280" y="34"/>
                  </a:lnTo>
                  <a:lnTo>
                    <a:pt x="270" y="42"/>
                  </a:lnTo>
                  <a:lnTo>
                    <a:pt x="265" y="53"/>
                  </a:lnTo>
                  <a:lnTo>
                    <a:pt x="256" y="70"/>
                  </a:lnTo>
                  <a:lnTo>
                    <a:pt x="253" y="100"/>
                  </a:lnTo>
                  <a:lnTo>
                    <a:pt x="258" y="129"/>
                  </a:lnTo>
                  <a:lnTo>
                    <a:pt x="264" y="133"/>
                  </a:lnTo>
                  <a:lnTo>
                    <a:pt x="289" y="144"/>
                  </a:lnTo>
                  <a:lnTo>
                    <a:pt x="298" y="146"/>
                  </a:lnTo>
                  <a:lnTo>
                    <a:pt x="346" y="211"/>
                  </a:lnTo>
                  <a:lnTo>
                    <a:pt x="381" y="251"/>
                  </a:lnTo>
                  <a:lnTo>
                    <a:pt x="432" y="372"/>
                  </a:lnTo>
                  <a:lnTo>
                    <a:pt x="515" y="593"/>
                  </a:lnTo>
                  <a:lnTo>
                    <a:pt x="515" y="620"/>
                  </a:lnTo>
                  <a:lnTo>
                    <a:pt x="510" y="632"/>
                  </a:lnTo>
                  <a:lnTo>
                    <a:pt x="502" y="6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9248849" y="2386902"/>
              <a:ext cx="1484" cy="722"/>
            </a:xfrm>
            <a:custGeom>
              <a:avLst/>
              <a:pathLst>
                <a:path w="1484" h="722">
                  <a:moveTo>
                    <a:pt x="829" y="555"/>
                  </a:moveTo>
                  <a:lnTo>
                    <a:pt x="793" y="557"/>
                  </a:lnTo>
                  <a:lnTo>
                    <a:pt x="789" y="556"/>
                  </a:lnTo>
                  <a:lnTo>
                    <a:pt x="784" y="556"/>
                  </a:lnTo>
                  <a:lnTo>
                    <a:pt x="777" y="556"/>
                  </a:lnTo>
                  <a:lnTo>
                    <a:pt x="764" y="559"/>
                  </a:lnTo>
                  <a:lnTo>
                    <a:pt x="756" y="559"/>
                  </a:lnTo>
                  <a:lnTo>
                    <a:pt x="745" y="558"/>
                  </a:lnTo>
                  <a:lnTo>
                    <a:pt x="728" y="555"/>
                  </a:lnTo>
                  <a:lnTo>
                    <a:pt x="721" y="554"/>
                  </a:lnTo>
                  <a:lnTo>
                    <a:pt x="713" y="554"/>
                  </a:lnTo>
                  <a:lnTo>
                    <a:pt x="688" y="553"/>
                  </a:lnTo>
                  <a:lnTo>
                    <a:pt x="636" y="561"/>
                  </a:lnTo>
                  <a:lnTo>
                    <a:pt x="600" y="567"/>
                  </a:lnTo>
                  <a:lnTo>
                    <a:pt x="366" y="602"/>
                  </a:lnTo>
                  <a:lnTo>
                    <a:pt x="267" y="639"/>
                  </a:lnTo>
                  <a:lnTo>
                    <a:pt x="232" y="686"/>
                  </a:lnTo>
                  <a:lnTo>
                    <a:pt x="212" y="702"/>
                  </a:lnTo>
                  <a:lnTo>
                    <a:pt x="174" y="711"/>
                  </a:lnTo>
                  <a:lnTo>
                    <a:pt x="124" y="722"/>
                  </a:lnTo>
                  <a:lnTo>
                    <a:pt x="97" y="720"/>
                  </a:lnTo>
                  <a:lnTo>
                    <a:pt x="69" y="704"/>
                  </a:lnTo>
                  <a:lnTo>
                    <a:pt x="61" y="696"/>
                  </a:lnTo>
                  <a:lnTo>
                    <a:pt x="55" y="691"/>
                  </a:lnTo>
                  <a:lnTo>
                    <a:pt x="47" y="686"/>
                  </a:lnTo>
                  <a:lnTo>
                    <a:pt x="26" y="669"/>
                  </a:lnTo>
                  <a:lnTo>
                    <a:pt x="6" y="634"/>
                  </a:lnTo>
                  <a:lnTo>
                    <a:pt x="0" y="608"/>
                  </a:lnTo>
                  <a:lnTo>
                    <a:pt x="0" y="566"/>
                  </a:lnTo>
                  <a:lnTo>
                    <a:pt x="4" y="554"/>
                  </a:lnTo>
                  <a:lnTo>
                    <a:pt x="10" y="531"/>
                  </a:lnTo>
                  <a:lnTo>
                    <a:pt x="12" y="525"/>
                  </a:lnTo>
                  <a:lnTo>
                    <a:pt x="16" y="513"/>
                  </a:lnTo>
                  <a:lnTo>
                    <a:pt x="18" y="507"/>
                  </a:lnTo>
                  <a:lnTo>
                    <a:pt x="23" y="501"/>
                  </a:lnTo>
                  <a:lnTo>
                    <a:pt x="30" y="486"/>
                  </a:lnTo>
                  <a:lnTo>
                    <a:pt x="33" y="479"/>
                  </a:lnTo>
                  <a:lnTo>
                    <a:pt x="34" y="473"/>
                  </a:lnTo>
                  <a:lnTo>
                    <a:pt x="34" y="466"/>
                  </a:lnTo>
                  <a:lnTo>
                    <a:pt x="34" y="459"/>
                  </a:lnTo>
                  <a:lnTo>
                    <a:pt x="34" y="452"/>
                  </a:lnTo>
                  <a:lnTo>
                    <a:pt x="33" y="446"/>
                  </a:lnTo>
                  <a:lnTo>
                    <a:pt x="32" y="439"/>
                  </a:lnTo>
                  <a:lnTo>
                    <a:pt x="30" y="433"/>
                  </a:lnTo>
                  <a:lnTo>
                    <a:pt x="29" y="427"/>
                  </a:lnTo>
                  <a:lnTo>
                    <a:pt x="27" y="417"/>
                  </a:lnTo>
                  <a:lnTo>
                    <a:pt x="26" y="412"/>
                  </a:lnTo>
                  <a:lnTo>
                    <a:pt x="26" y="406"/>
                  </a:lnTo>
                  <a:lnTo>
                    <a:pt x="25" y="387"/>
                  </a:lnTo>
                  <a:lnTo>
                    <a:pt x="27" y="358"/>
                  </a:lnTo>
                  <a:lnTo>
                    <a:pt x="33" y="341"/>
                  </a:lnTo>
                  <a:lnTo>
                    <a:pt x="52" y="325"/>
                  </a:lnTo>
                  <a:lnTo>
                    <a:pt x="85" y="317"/>
                  </a:lnTo>
                  <a:lnTo>
                    <a:pt x="115" y="321"/>
                  </a:lnTo>
                  <a:lnTo>
                    <a:pt x="139" y="331"/>
                  </a:lnTo>
                  <a:lnTo>
                    <a:pt x="154" y="346"/>
                  </a:lnTo>
                  <a:lnTo>
                    <a:pt x="159" y="355"/>
                  </a:lnTo>
                  <a:lnTo>
                    <a:pt x="179" y="424"/>
                  </a:lnTo>
                  <a:lnTo>
                    <a:pt x="202" y="508"/>
                  </a:lnTo>
                  <a:lnTo>
                    <a:pt x="220" y="542"/>
                  </a:lnTo>
                  <a:lnTo>
                    <a:pt x="254" y="564"/>
                  </a:lnTo>
                  <a:lnTo>
                    <a:pt x="276" y="567"/>
                  </a:lnTo>
                  <a:lnTo>
                    <a:pt x="330" y="560"/>
                  </a:lnTo>
                  <a:lnTo>
                    <a:pt x="351" y="558"/>
                  </a:lnTo>
                  <a:lnTo>
                    <a:pt x="361" y="551"/>
                  </a:lnTo>
                  <a:lnTo>
                    <a:pt x="367" y="541"/>
                  </a:lnTo>
                  <a:lnTo>
                    <a:pt x="401" y="504"/>
                  </a:lnTo>
                  <a:lnTo>
                    <a:pt x="503" y="392"/>
                  </a:lnTo>
                  <a:lnTo>
                    <a:pt x="504" y="381"/>
                  </a:lnTo>
                  <a:lnTo>
                    <a:pt x="508" y="353"/>
                  </a:lnTo>
                  <a:lnTo>
                    <a:pt x="508" y="346"/>
                  </a:lnTo>
                  <a:lnTo>
                    <a:pt x="634" y="254"/>
                  </a:lnTo>
                  <a:lnTo>
                    <a:pt x="856" y="119"/>
                  </a:lnTo>
                  <a:lnTo>
                    <a:pt x="870" y="110"/>
                  </a:lnTo>
                  <a:lnTo>
                    <a:pt x="908" y="102"/>
                  </a:lnTo>
                  <a:lnTo>
                    <a:pt x="917" y="102"/>
                  </a:lnTo>
                  <a:lnTo>
                    <a:pt x="1018" y="87"/>
                  </a:lnTo>
                  <a:lnTo>
                    <a:pt x="1153" y="87"/>
                  </a:lnTo>
                  <a:lnTo>
                    <a:pt x="1158" y="83"/>
                  </a:lnTo>
                  <a:lnTo>
                    <a:pt x="1164" y="77"/>
                  </a:lnTo>
                  <a:lnTo>
                    <a:pt x="1169" y="71"/>
                  </a:lnTo>
                  <a:lnTo>
                    <a:pt x="1172" y="66"/>
                  </a:lnTo>
                  <a:lnTo>
                    <a:pt x="1176" y="58"/>
                  </a:lnTo>
                  <a:lnTo>
                    <a:pt x="1182" y="43"/>
                  </a:lnTo>
                  <a:lnTo>
                    <a:pt x="1189" y="27"/>
                  </a:lnTo>
                  <a:lnTo>
                    <a:pt x="1198" y="11"/>
                  </a:lnTo>
                  <a:lnTo>
                    <a:pt x="1225" y="0"/>
                  </a:lnTo>
                  <a:lnTo>
                    <a:pt x="1251" y="15"/>
                  </a:lnTo>
                  <a:lnTo>
                    <a:pt x="1270" y="28"/>
                  </a:lnTo>
                  <a:lnTo>
                    <a:pt x="1307" y="57"/>
                  </a:lnTo>
                  <a:lnTo>
                    <a:pt x="1346" y="83"/>
                  </a:lnTo>
                  <a:lnTo>
                    <a:pt x="1350" y="85"/>
                  </a:lnTo>
                  <a:lnTo>
                    <a:pt x="1360" y="89"/>
                  </a:lnTo>
                  <a:lnTo>
                    <a:pt x="1365" y="92"/>
                  </a:lnTo>
                  <a:lnTo>
                    <a:pt x="1369" y="95"/>
                  </a:lnTo>
                  <a:lnTo>
                    <a:pt x="1374" y="99"/>
                  </a:lnTo>
                  <a:lnTo>
                    <a:pt x="1384" y="109"/>
                  </a:lnTo>
                  <a:lnTo>
                    <a:pt x="1390" y="115"/>
                  </a:lnTo>
                  <a:lnTo>
                    <a:pt x="1395" y="119"/>
                  </a:lnTo>
                  <a:lnTo>
                    <a:pt x="1401" y="122"/>
                  </a:lnTo>
                  <a:lnTo>
                    <a:pt x="1408" y="124"/>
                  </a:lnTo>
                  <a:lnTo>
                    <a:pt x="1450" y="137"/>
                  </a:lnTo>
                  <a:lnTo>
                    <a:pt x="1457" y="140"/>
                  </a:lnTo>
                  <a:lnTo>
                    <a:pt x="1474" y="150"/>
                  </a:lnTo>
                  <a:lnTo>
                    <a:pt x="1484" y="168"/>
                  </a:lnTo>
                  <a:lnTo>
                    <a:pt x="1483" y="196"/>
                  </a:lnTo>
                  <a:lnTo>
                    <a:pt x="1476" y="211"/>
                  </a:lnTo>
                  <a:lnTo>
                    <a:pt x="1466" y="217"/>
                  </a:lnTo>
                  <a:lnTo>
                    <a:pt x="1384" y="233"/>
                  </a:lnTo>
                  <a:lnTo>
                    <a:pt x="1378" y="234"/>
                  </a:lnTo>
                  <a:lnTo>
                    <a:pt x="1318" y="238"/>
                  </a:lnTo>
                  <a:lnTo>
                    <a:pt x="1214" y="279"/>
                  </a:lnTo>
                  <a:lnTo>
                    <a:pt x="1207" y="284"/>
                  </a:lnTo>
                  <a:lnTo>
                    <a:pt x="1201" y="288"/>
                  </a:lnTo>
                  <a:lnTo>
                    <a:pt x="1173" y="307"/>
                  </a:lnTo>
                  <a:lnTo>
                    <a:pt x="1135" y="333"/>
                  </a:lnTo>
                  <a:lnTo>
                    <a:pt x="1039" y="409"/>
                  </a:lnTo>
                  <a:lnTo>
                    <a:pt x="1032" y="414"/>
                  </a:lnTo>
                  <a:lnTo>
                    <a:pt x="1026" y="419"/>
                  </a:lnTo>
                  <a:lnTo>
                    <a:pt x="1020" y="424"/>
                  </a:lnTo>
                  <a:lnTo>
                    <a:pt x="1009" y="433"/>
                  </a:lnTo>
                  <a:lnTo>
                    <a:pt x="1004" y="436"/>
                  </a:lnTo>
                  <a:lnTo>
                    <a:pt x="984" y="452"/>
                  </a:lnTo>
                  <a:lnTo>
                    <a:pt x="979" y="456"/>
                  </a:lnTo>
                  <a:lnTo>
                    <a:pt x="976" y="459"/>
                  </a:lnTo>
                  <a:lnTo>
                    <a:pt x="972" y="462"/>
                  </a:lnTo>
                  <a:lnTo>
                    <a:pt x="953" y="477"/>
                  </a:lnTo>
                  <a:lnTo>
                    <a:pt x="948" y="481"/>
                  </a:lnTo>
                  <a:lnTo>
                    <a:pt x="929" y="495"/>
                  </a:lnTo>
                  <a:lnTo>
                    <a:pt x="829" y="5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9171734" y="2373161"/>
              <a:ext cx="762" cy="480"/>
            </a:xfrm>
            <a:custGeom>
              <a:avLst/>
              <a:pathLst>
                <a:path w="762" h="480">
                  <a:moveTo>
                    <a:pt x="175" y="9"/>
                  </a:moveTo>
                  <a:lnTo>
                    <a:pt x="178" y="19"/>
                  </a:lnTo>
                  <a:lnTo>
                    <a:pt x="485" y="52"/>
                  </a:lnTo>
                  <a:lnTo>
                    <a:pt x="560" y="96"/>
                  </a:lnTo>
                  <a:lnTo>
                    <a:pt x="585" y="110"/>
                  </a:lnTo>
                  <a:lnTo>
                    <a:pt x="672" y="161"/>
                  </a:lnTo>
                  <a:lnTo>
                    <a:pt x="681" y="167"/>
                  </a:lnTo>
                  <a:lnTo>
                    <a:pt x="686" y="173"/>
                  </a:lnTo>
                  <a:lnTo>
                    <a:pt x="705" y="187"/>
                  </a:lnTo>
                  <a:lnTo>
                    <a:pt x="710" y="192"/>
                  </a:lnTo>
                  <a:lnTo>
                    <a:pt x="724" y="225"/>
                  </a:lnTo>
                  <a:lnTo>
                    <a:pt x="762" y="382"/>
                  </a:lnTo>
                  <a:lnTo>
                    <a:pt x="759" y="396"/>
                  </a:lnTo>
                  <a:lnTo>
                    <a:pt x="755" y="405"/>
                  </a:lnTo>
                  <a:lnTo>
                    <a:pt x="747" y="403"/>
                  </a:lnTo>
                  <a:lnTo>
                    <a:pt x="737" y="400"/>
                  </a:lnTo>
                  <a:lnTo>
                    <a:pt x="729" y="401"/>
                  </a:lnTo>
                  <a:lnTo>
                    <a:pt x="716" y="401"/>
                  </a:lnTo>
                  <a:lnTo>
                    <a:pt x="710" y="392"/>
                  </a:lnTo>
                  <a:lnTo>
                    <a:pt x="709" y="383"/>
                  </a:lnTo>
                  <a:lnTo>
                    <a:pt x="706" y="377"/>
                  </a:lnTo>
                  <a:lnTo>
                    <a:pt x="701" y="366"/>
                  </a:lnTo>
                  <a:lnTo>
                    <a:pt x="696" y="360"/>
                  </a:lnTo>
                  <a:lnTo>
                    <a:pt x="682" y="355"/>
                  </a:lnTo>
                  <a:lnTo>
                    <a:pt x="674" y="351"/>
                  </a:lnTo>
                  <a:lnTo>
                    <a:pt x="659" y="344"/>
                  </a:lnTo>
                  <a:lnTo>
                    <a:pt x="643" y="343"/>
                  </a:lnTo>
                  <a:lnTo>
                    <a:pt x="634" y="337"/>
                  </a:lnTo>
                  <a:lnTo>
                    <a:pt x="593" y="295"/>
                  </a:lnTo>
                  <a:lnTo>
                    <a:pt x="422" y="408"/>
                  </a:lnTo>
                  <a:lnTo>
                    <a:pt x="411" y="428"/>
                  </a:lnTo>
                  <a:lnTo>
                    <a:pt x="406" y="437"/>
                  </a:lnTo>
                  <a:lnTo>
                    <a:pt x="397" y="441"/>
                  </a:lnTo>
                  <a:lnTo>
                    <a:pt x="386" y="438"/>
                  </a:lnTo>
                  <a:lnTo>
                    <a:pt x="380" y="433"/>
                  </a:lnTo>
                  <a:lnTo>
                    <a:pt x="375" y="433"/>
                  </a:lnTo>
                  <a:lnTo>
                    <a:pt x="355" y="439"/>
                  </a:lnTo>
                  <a:lnTo>
                    <a:pt x="346" y="444"/>
                  </a:lnTo>
                  <a:lnTo>
                    <a:pt x="337" y="446"/>
                  </a:lnTo>
                  <a:lnTo>
                    <a:pt x="320" y="440"/>
                  </a:lnTo>
                  <a:lnTo>
                    <a:pt x="309" y="439"/>
                  </a:lnTo>
                  <a:lnTo>
                    <a:pt x="290" y="451"/>
                  </a:lnTo>
                  <a:lnTo>
                    <a:pt x="271" y="459"/>
                  </a:lnTo>
                  <a:lnTo>
                    <a:pt x="247" y="480"/>
                  </a:lnTo>
                  <a:lnTo>
                    <a:pt x="228" y="471"/>
                  </a:lnTo>
                  <a:lnTo>
                    <a:pt x="218" y="471"/>
                  </a:lnTo>
                  <a:lnTo>
                    <a:pt x="208" y="472"/>
                  </a:lnTo>
                  <a:lnTo>
                    <a:pt x="194" y="430"/>
                  </a:lnTo>
                  <a:lnTo>
                    <a:pt x="149" y="280"/>
                  </a:lnTo>
                  <a:lnTo>
                    <a:pt x="112" y="223"/>
                  </a:lnTo>
                  <a:lnTo>
                    <a:pt x="90" y="189"/>
                  </a:lnTo>
                  <a:lnTo>
                    <a:pt x="38" y="109"/>
                  </a:lnTo>
                  <a:lnTo>
                    <a:pt x="27" y="82"/>
                  </a:lnTo>
                  <a:lnTo>
                    <a:pt x="25" y="71"/>
                  </a:lnTo>
                  <a:lnTo>
                    <a:pt x="23" y="59"/>
                  </a:lnTo>
                  <a:lnTo>
                    <a:pt x="17" y="44"/>
                  </a:lnTo>
                  <a:lnTo>
                    <a:pt x="5" y="28"/>
                  </a:lnTo>
                  <a:lnTo>
                    <a:pt x="0" y="8"/>
                  </a:lnTo>
                  <a:lnTo>
                    <a:pt x="5" y="0"/>
                  </a:lnTo>
                  <a:lnTo>
                    <a:pt x="13" y="0"/>
                  </a:lnTo>
                  <a:lnTo>
                    <a:pt x="154" y="15"/>
                  </a:lnTo>
                  <a:lnTo>
                    <a:pt x="159" y="9"/>
                  </a:lnTo>
                  <a:lnTo>
                    <a:pt x="168" y="8"/>
                  </a:lnTo>
                  <a:lnTo>
                    <a:pt x="175" y="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9170653" y="2372875"/>
              <a:ext cx="461" cy="474"/>
            </a:xfrm>
            <a:custGeom>
              <a:avLst/>
              <a:pathLst>
                <a:path w="461" h="474">
                  <a:moveTo>
                    <a:pt x="338" y="195"/>
                  </a:moveTo>
                  <a:lnTo>
                    <a:pt x="355" y="259"/>
                  </a:lnTo>
                  <a:lnTo>
                    <a:pt x="366" y="277"/>
                  </a:lnTo>
                  <a:lnTo>
                    <a:pt x="373" y="279"/>
                  </a:lnTo>
                  <a:lnTo>
                    <a:pt x="379" y="276"/>
                  </a:lnTo>
                  <a:lnTo>
                    <a:pt x="385" y="272"/>
                  </a:lnTo>
                  <a:lnTo>
                    <a:pt x="393" y="278"/>
                  </a:lnTo>
                  <a:lnTo>
                    <a:pt x="398" y="284"/>
                  </a:lnTo>
                  <a:lnTo>
                    <a:pt x="407" y="296"/>
                  </a:lnTo>
                  <a:lnTo>
                    <a:pt x="427" y="325"/>
                  </a:lnTo>
                  <a:lnTo>
                    <a:pt x="448" y="361"/>
                  </a:lnTo>
                  <a:lnTo>
                    <a:pt x="461" y="424"/>
                  </a:lnTo>
                  <a:lnTo>
                    <a:pt x="451" y="474"/>
                  </a:lnTo>
                  <a:lnTo>
                    <a:pt x="420" y="467"/>
                  </a:lnTo>
                  <a:lnTo>
                    <a:pt x="310" y="443"/>
                  </a:lnTo>
                  <a:lnTo>
                    <a:pt x="303" y="437"/>
                  </a:lnTo>
                  <a:lnTo>
                    <a:pt x="299" y="431"/>
                  </a:lnTo>
                  <a:lnTo>
                    <a:pt x="290" y="421"/>
                  </a:lnTo>
                  <a:lnTo>
                    <a:pt x="281" y="411"/>
                  </a:lnTo>
                  <a:lnTo>
                    <a:pt x="275" y="405"/>
                  </a:lnTo>
                  <a:lnTo>
                    <a:pt x="277" y="377"/>
                  </a:lnTo>
                  <a:lnTo>
                    <a:pt x="280" y="372"/>
                  </a:lnTo>
                  <a:lnTo>
                    <a:pt x="280" y="361"/>
                  </a:lnTo>
                  <a:lnTo>
                    <a:pt x="279" y="347"/>
                  </a:lnTo>
                  <a:lnTo>
                    <a:pt x="279" y="341"/>
                  </a:lnTo>
                  <a:lnTo>
                    <a:pt x="260" y="278"/>
                  </a:lnTo>
                  <a:lnTo>
                    <a:pt x="242" y="259"/>
                  </a:lnTo>
                  <a:lnTo>
                    <a:pt x="135" y="204"/>
                  </a:lnTo>
                  <a:lnTo>
                    <a:pt x="112" y="185"/>
                  </a:lnTo>
                  <a:lnTo>
                    <a:pt x="101" y="179"/>
                  </a:lnTo>
                  <a:lnTo>
                    <a:pt x="87" y="179"/>
                  </a:lnTo>
                  <a:lnTo>
                    <a:pt x="25" y="196"/>
                  </a:lnTo>
                  <a:lnTo>
                    <a:pt x="16" y="188"/>
                  </a:lnTo>
                  <a:lnTo>
                    <a:pt x="7" y="180"/>
                  </a:lnTo>
                  <a:lnTo>
                    <a:pt x="0" y="175"/>
                  </a:lnTo>
                  <a:lnTo>
                    <a:pt x="1" y="158"/>
                  </a:lnTo>
                  <a:lnTo>
                    <a:pt x="10" y="141"/>
                  </a:lnTo>
                  <a:lnTo>
                    <a:pt x="27" y="112"/>
                  </a:lnTo>
                  <a:lnTo>
                    <a:pt x="38" y="93"/>
                  </a:lnTo>
                  <a:lnTo>
                    <a:pt x="46" y="76"/>
                  </a:lnTo>
                  <a:lnTo>
                    <a:pt x="65" y="70"/>
                  </a:lnTo>
                  <a:lnTo>
                    <a:pt x="275" y="0"/>
                  </a:lnTo>
                  <a:lnTo>
                    <a:pt x="282" y="2"/>
                  </a:lnTo>
                  <a:lnTo>
                    <a:pt x="284" y="8"/>
                  </a:lnTo>
                  <a:lnTo>
                    <a:pt x="319" y="43"/>
                  </a:lnTo>
                  <a:lnTo>
                    <a:pt x="320" y="54"/>
                  </a:lnTo>
                  <a:lnTo>
                    <a:pt x="313" y="89"/>
                  </a:lnTo>
                  <a:lnTo>
                    <a:pt x="336" y="131"/>
                  </a:lnTo>
                  <a:lnTo>
                    <a:pt x="341" y="146"/>
                  </a:lnTo>
                  <a:lnTo>
                    <a:pt x="338" y="19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9172390" y="2372579"/>
              <a:ext cx="351" cy="240"/>
            </a:xfrm>
            <a:custGeom>
              <a:avLst/>
              <a:pathLst>
                <a:path w="351" h="240">
                  <a:moveTo>
                    <a:pt x="302" y="235"/>
                  </a:moveTo>
                  <a:lnTo>
                    <a:pt x="272" y="240"/>
                  </a:lnTo>
                  <a:lnTo>
                    <a:pt x="244" y="233"/>
                  </a:lnTo>
                  <a:lnTo>
                    <a:pt x="21" y="146"/>
                  </a:lnTo>
                  <a:lnTo>
                    <a:pt x="1" y="89"/>
                  </a:lnTo>
                  <a:lnTo>
                    <a:pt x="0" y="55"/>
                  </a:lnTo>
                  <a:lnTo>
                    <a:pt x="9" y="11"/>
                  </a:lnTo>
                  <a:lnTo>
                    <a:pt x="13" y="6"/>
                  </a:lnTo>
                  <a:lnTo>
                    <a:pt x="22" y="0"/>
                  </a:lnTo>
                  <a:lnTo>
                    <a:pt x="307" y="0"/>
                  </a:lnTo>
                  <a:lnTo>
                    <a:pt x="323" y="2"/>
                  </a:lnTo>
                  <a:lnTo>
                    <a:pt x="332" y="5"/>
                  </a:lnTo>
                  <a:lnTo>
                    <a:pt x="339" y="14"/>
                  </a:lnTo>
                  <a:lnTo>
                    <a:pt x="342" y="25"/>
                  </a:lnTo>
                  <a:lnTo>
                    <a:pt x="351" y="163"/>
                  </a:lnTo>
                  <a:lnTo>
                    <a:pt x="317" y="222"/>
                  </a:lnTo>
                  <a:lnTo>
                    <a:pt x="302" y="2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9170057" y="2371986"/>
              <a:ext cx="324" cy="803"/>
            </a:xfrm>
            <a:custGeom>
              <a:avLst/>
              <a:pathLst>
                <a:path w="324" h="803">
                  <a:moveTo>
                    <a:pt x="219" y="798"/>
                  </a:moveTo>
                  <a:lnTo>
                    <a:pt x="202" y="803"/>
                  </a:lnTo>
                  <a:lnTo>
                    <a:pt x="199" y="799"/>
                  </a:lnTo>
                  <a:lnTo>
                    <a:pt x="201" y="791"/>
                  </a:lnTo>
                  <a:lnTo>
                    <a:pt x="196" y="783"/>
                  </a:lnTo>
                  <a:lnTo>
                    <a:pt x="196" y="774"/>
                  </a:lnTo>
                  <a:lnTo>
                    <a:pt x="186" y="767"/>
                  </a:lnTo>
                  <a:lnTo>
                    <a:pt x="182" y="758"/>
                  </a:lnTo>
                  <a:lnTo>
                    <a:pt x="175" y="751"/>
                  </a:lnTo>
                  <a:lnTo>
                    <a:pt x="163" y="749"/>
                  </a:lnTo>
                  <a:lnTo>
                    <a:pt x="161" y="741"/>
                  </a:lnTo>
                  <a:lnTo>
                    <a:pt x="154" y="738"/>
                  </a:lnTo>
                  <a:lnTo>
                    <a:pt x="128" y="729"/>
                  </a:lnTo>
                  <a:lnTo>
                    <a:pt x="115" y="714"/>
                  </a:lnTo>
                  <a:lnTo>
                    <a:pt x="112" y="703"/>
                  </a:lnTo>
                  <a:lnTo>
                    <a:pt x="106" y="681"/>
                  </a:lnTo>
                  <a:lnTo>
                    <a:pt x="98" y="669"/>
                  </a:lnTo>
                  <a:lnTo>
                    <a:pt x="96" y="661"/>
                  </a:lnTo>
                  <a:lnTo>
                    <a:pt x="88" y="619"/>
                  </a:lnTo>
                  <a:lnTo>
                    <a:pt x="85" y="611"/>
                  </a:lnTo>
                  <a:lnTo>
                    <a:pt x="81" y="589"/>
                  </a:lnTo>
                  <a:lnTo>
                    <a:pt x="85" y="584"/>
                  </a:lnTo>
                  <a:lnTo>
                    <a:pt x="89" y="575"/>
                  </a:lnTo>
                  <a:lnTo>
                    <a:pt x="88" y="567"/>
                  </a:lnTo>
                  <a:lnTo>
                    <a:pt x="86" y="554"/>
                  </a:lnTo>
                  <a:lnTo>
                    <a:pt x="91" y="545"/>
                  </a:lnTo>
                  <a:lnTo>
                    <a:pt x="87" y="533"/>
                  </a:lnTo>
                  <a:lnTo>
                    <a:pt x="84" y="522"/>
                  </a:lnTo>
                  <a:lnTo>
                    <a:pt x="69" y="491"/>
                  </a:lnTo>
                  <a:lnTo>
                    <a:pt x="65" y="467"/>
                  </a:lnTo>
                  <a:lnTo>
                    <a:pt x="56" y="438"/>
                  </a:lnTo>
                  <a:lnTo>
                    <a:pt x="53" y="430"/>
                  </a:lnTo>
                  <a:lnTo>
                    <a:pt x="47" y="414"/>
                  </a:lnTo>
                  <a:lnTo>
                    <a:pt x="41" y="404"/>
                  </a:lnTo>
                  <a:lnTo>
                    <a:pt x="29" y="379"/>
                  </a:lnTo>
                  <a:lnTo>
                    <a:pt x="11" y="248"/>
                  </a:lnTo>
                  <a:lnTo>
                    <a:pt x="13" y="237"/>
                  </a:lnTo>
                  <a:lnTo>
                    <a:pt x="9" y="230"/>
                  </a:lnTo>
                  <a:lnTo>
                    <a:pt x="16" y="215"/>
                  </a:lnTo>
                  <a:lnTo>
                    <a:pt x="17" y="205"/>
                  </a:lnTo>
                  <a:lnTo>
                    <a:pt x="17" y="183"/>
                  </a:lnTo>
                  <a:lnTo>
                    <a:pt x="9" y="154"/>
                  </a:lnTo>
                  <a:lnTo>
                    <a:pt x="0" y="119"/>
                  </a:lnTo>
                  <a:lnTo>
                    <a:pt x="8" y="102"/>
                  </a:lnTo>
                  <a:lnTo>
                    <a:pt x="8" y="95"/>
                  </a:lnTo>
                  <a:lnTo>
                    <a:pt x="25" y="51"/>
                  </a:lnTo>
                  <a:lnTo>
                    <a:pt x="29" y="36"/>
                  </a:lnTo>
                  <a:lnTo>
                    <a:pt x="55" y="11"/>
                  </a:lnTo>
                  <a:lnTo>
                    <a:pt x="60" y="10"/>
                  </a:lnTo>
                  <a:lnTo>
                    <a:pt x="68" y="0"/>
                  </a:lnTo>
                  <a:lnTo>
                    <a:pt x="80" y="3"/>
                  </a:lnTo>
                  <a:lnTo>
                    <a:pt x="107" y="33"/>
                  </a:lnTo>
                  <a:lnTo>
                    <a:pt x="161" y="153"/>
                  </a:lnTo>
                  <a:lnTo>
                    <a:pt x="164" y="161"/>
                  </a:lnTo>
                  <a:lnTo>
                    <a:pt x="197" y="274"/>
                  </a:lnTo>
                  <a:lnTo>
                    <a:pt x="198" y="286"/>
                  </a:lnTo>
                  <a:lnTo>
                    <a:pt x="199" y="299"/>
                  </a:lnTo>
                  <a:lnTo>
                    <a:pt x="196" y="320"/>
                  </a:lnTo>
                  <a:lnTo>
                    <a:pt x="196" y="344"/>
                  </a:lnTo>
                  <a:lnTo>
                    <a:pt x="183" y="502"/>
                  </a:lnTo>
                  <a:lnTo>
                    <a:pt x="229" y="577"/>
                  </a:lnTo>
                  <a:lnTo>
                    <a:pt x="280" y="657"/>
                  </a:lnTo>
                  <a:lnTo>
                    <a:pt x="298" y="660"/>
                  </a:lnTo>
                  <a:lnTo>
                    <a:pt x="324" y="686"/>
                  </a:lnTo>
                  <a:lnTo>
                    <a:pt x="322" y="698"/>
                  </a:lnTo>
                  <a:lnTo>
                    <a:pt x="304" y="743"/>
                  </a:lnTo>
                  <a:lnTo>
                    <a:pt x="288" y="757"/>
                  </a:lnTo>
                  <a:lnTo>
                    <a:pt x="272" y="767"/>
                  </a:lnTo>
                  <a:lnTo>
                    <a:pt x="219" y="7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9173891" y="2371354"/>
              <a:ext cx="377" cy="235"/>
            </a:xfrm>
            <a:custGeom>
              <a:avLst/>
              <a:pathLst>
                <a:path w="377" h="235">
                  <a:moveTo>
                    <a:pt x="368" y="93"/>
                  </a:moveTo>
                  <a:lnTo>
                    <a:pt x="352" y="110"/>
                  </a:lnTo>
                  <a:lnTo>
                    <a:pt x="334" y="124"/>
                  </a:lnTo>
                  <a:lnTo>
                    <a:pt x="319" y="130"/>
                  </a:lnTo>
                  <a:lnTo>
                    <a:pt x="304" y="131"/>
                  </a:lnTo>
                  <a:lnTo>
                    <a:pt x="292" y="128"/>
                  </a:lnTo>
                  <a:lnTo>
                    <a:pt x="287" y="130"/>
                  </a:lnTo>
                  <a:lnTo>
                    <a:pt x="282" y="133"/>
                  </a:lnTo>
                  <a:lnTo>
                    <a:pt x="275" y="138"/>
                  </a:lnTo>
                  <a:lnTo>
                    <a:pt x="270" y="149"/>
                  </a:lnTo>
                  <a:lnTo>
                    <a:pt x="266" y="166"/>
                  </a:lnTo>
                  <a:lnTo>
                    <a:pt x="262" y="173"/>
                  </a:lnTo>
                  <a:lnTo>
                    <a:pt x="252" y="178"/>
                  </a:lnTo>
                  <a:lnTo>
                    <a:pt x="241" y="180"/>
                  </a:lnTo>
                  <a:lnTo>
                    <a:pt x="226" y="181"/>
                  </a:lnTo>
                  <a:lnTo>
                    <a:pt x="215" y="184"/>
                  </a:lnTo>
                  <a:lnTo>
                    <a:pt x="201" y="184"/>
                  </a:lnTo>
                  <a:lnTo>
                    <a:pt x="187" y="184"/>
                  </a:lnTo>
                  <a:lnTo>
                    <a:pt x="171" y="185"/>
                  </a:lnTo>
                  <a:lnTo>
                    <a:pt x="162" y="185"/>
                  </a:lnTo>
                  <a:lnTo>
                    <a:pt x="154" y="183"/>
                  </a:lnTo>
                  <a:lnTo>
                    <a:pt x="145" y="178"/>
                  </a:lnTo>
                  <a:lnTo>
                    <a:pt x="136" y="175"/>
                  </a:lnTo>
                  <a:lnTo>
                    <a:pt x="129" y="176"/>
                  </a:lnTo>
                  <a:lnTo>
                    <a:pt x="120" y="182"/>
                  </a:lnTo>
                  <a:lnTo>
                    <a:pt x="105" y="193"/>
                  </a:lnTo>
                  <a:lnTo>
                    <a:pt x="95" y="205"/>
                  </a:lnTo>
                  <a:lnTo>
                    <a:pt x="90" y="214"/>
                  </a:lnTo>
                  <a:lnTo>
                    <a:pt x="77" y="223"/>
                  </a:lnTo>
                  <a:lnTo>
                    <a:pt x="61" y="227"/>
                  </a:lnTo>
                  <a:lnTo>
                    <a:pt x="43" y="230"/>
                  </a:lnTo>
                  <a:lnTo>
                    <a:pt x="30" y="234"/>
                  </a:lnTo>
                  <a:lnTo>
                    <a:pt x="18" y="235"/>
                  </a:lnTo>
                  <a:lnTo>
                    <a:pt x="12" y="231"/>
                  </a:lnTo>
                  <a:lnTo>
                    <a:pt x="5" y="222"/>
                  </a:lnTo>
                  <a:lnTo>
                    <a:pt x="0" y="211"/>
                  </a:lnTo>
                  <a:lnTo>
                    <a:pt x="0" y="196"/>
                  </a:lnTo>
                  <a:lnTo>
                    <a:pt x="15" y="171"/>
                  </a:lnTo>
                  <a:lnTo>
                    <a:pt x="32" y="154"/>
                  </a:lnTo>
                  <a:lnTo>
                    <a:pt x="53" y="134"/>
                  </a:lnTo>
                  <a:lnTo>
                    <a:pt x="70" y="109"/>
                  </a:lnTo>
                  <a:lnTo>
                    <a:pt x="82" y="98"/>
                  </a:lnTo>
                  <a:lnTo>
                    <a:pt x="93" y="90"/>
                  </a:lnTo>
                  <a:lnTo>
                    <a:pt x="111" y="80"/>
                  </a:lnTo>
                  <a:lnTo>
                    <a:pt x="135" y="76"/>
                  </a:lnTo>
                  <a:lnTo>
                    <a:pt x="161" y="80"/>
                  </a:lnTo>
                  <a:lnTo>
                    <a:pt x="168" y="84"/>
                  </a:lnTo>
                  <a:lnTo>
                    <a:pt x="177" y="84"/>
                  </a:lnTo>
                  <a:lnTo>
                    <a:pt x="188" y="81"/>
                  </a:lnTo>
                  <a:lnTo>
                    <a:pt x="193" y="80"/>
                  </a:lnTo>
                  <a:lnTo>
                    <a:pt x="196" y="74"/>
                  </a:lnTo>
                  <a:lnTo>
                    <a:pt x="201" y="66"/>
                  </a:lnTo>
                  <a:lnTo>
                    <a:pt x="208" y="57"/>
                  </a:lnTo>
                  <a:lnTo>
                    <a:pt x="220" y="49"/>
                  </a:lnTo>
                  <a:lnTo>
                    <a:pt x="238" y="41"/>
                  </a:lnTo>
                  <a:lnTo>
                    <a:pt x="259" y="39"/>
                  </a:lnTo>
                  <a:lnTo>
                    <a:pt x="271" y="38"/>
                  </a:lnTo>
                  <a:lnTo>
                    <a:pt x="276" y="35"/>
                  </a:lnTo>
                  <a:lnTo>
                    <a:pt x="280" y="31"/>
                  </a:lnTo>
                  <a:lnTo>
                    <a:pt x="290" y="14"/>
                  </a:lnTo>
                  <a:lnTo>
                    <a:pt x="305" y="3"/>
                  </a:lnTo>
                  <a:lnTo>
                    <a:pt x="332" y="0"/>
                  </a:lnTo>
                  <a:lnTo>
                    <a:pt x="346" y="1"/>
                  </a:lnTo>
                  <a:lnTo>
                    <a:pt x="356" y="6"/>
                  </a:lnTo>
                  <a:lnTo>
                    <a:pt x="361" y="9"/>
                  </a:lnTo>
                  <a:lnTo>
                    <a:pt x="364" y="14"/>
                  </a:lnTo>
                  <a:lnTo>
                    <a:pt x="366" y="19"/>
                  </a:lnTo>
                  <a:lnTo>
                    <a:pt x="368" y="31"/>
                  </a:lnTo>
                  <a:lnTo>
                    <a:pt x="368" y="40"/>
                  </a:lnTo>
                  <a:lnTo>
                    <a:pt x="368" y="54"/>
                  </a:lnTo>
                  <a:lnTo>
                    <a:pt x="372" y="60"/>
                  </a:lnTo>
                  <a:lnTo>
                    <a:pt x="376" y="64"/>
                  </a:lnTo>
                  <a:lnTo>
                    <a:pt x="377" y="69"/>
                  </a:lnTo>
                  <a:lnTo>
                    <a:pt x="377" y="75"/>
                  </a:lnTo>
                  <a:lnTo>
                    <a:pt x="376" y="84"/>
                  </a:lnTo>
                  <a:lnTo>
                    <a:pt x="368" y="9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9269894" y="2385661"/>
              <a:ext cx="4011" cy="3153"/>
            </a:xfrm>
            <a:custGeom>
              <a:avLst/>
              <a:pathLst>
                <a:path w="4011" h="3153">
                  <a:moveTo>
                    <a:pt x="4011" y="563"/>
                  </a:moveTo>
                  <a:lnTo>
                    <a:pt x="3932" y="612"/>
                  </a:lnTo>
                  <a:lnTo>
                    <a:pt x="3870" y="564"/>
                  </a:lnTo>
                  <a:lnTo>
                    <a:pt x="3718" y="559"/>
                  </a:lnTo>
                  <a:lnTo>
                    <a:pt x="3608" y="564"/>
                  </a:lnTo>
                  <a:lnTo>
                    <a:pt x="3526" y="577"/>
                  </a:lnTo>
                  <a:lnTo>
                    <a:pt x="3294" y="750"/>
                  </a:lnTo>
                  <a:lnTo>
                    <a:pt x="3245" y="799"/>
                  </a:lnTo>
                  <a:lnTo>
                    <a:pt x="2957" y="1016"/>
                  </a:lnTo>
                  <a:lnTo>
                    <a:pt x="2934" y="1021"/>
                  </a:lnTo>
                  <a:lnTo>
                    <a:pt x="2897" y="1049"/>
                  </a:lnTo>
                  <a:lnTo>
                    <a:pt x="2821" y="1122"/>
                  </a:lnTo>
                  <a:lnTo>
                    <a:pt x="2727" y="1309"/>
                  </a:lnTo>
                  <a:lnTo>
                    <a:pt x="2727" y="1324"/>
                  </a:lnTo>
                  <a:lnTo>
                    <a:pt x="2776" y="1337"/>
                  </a:lnTo>
                  <a:lnTo>
                    <a:pt x="2825" y="1322"/>
                  </a:lnTo>
                  <a:lnTo>
                    <a:pt x="2922" y="1310"/>
                  </a:lnTo>
                  <a:lnTo>
                    <a:pt x="2952" y="1409"/>
                  </a:lnTo>
                  <a:lnTo>
                    <a:pt x="2897" y="1574"/>
                  </a:lnTo>
                  <a:lnTo>
                    <a:pt x="2889" y="1588"/>
                  </a:lnTo>
                  <a:lnTo>
                    <a:pt x="2850" y="1626"/>
                  </a:lnTo>
                  <a:lnTo>
                    <a:pt x="2830" y="1617"/>
                  </a:lnTo>
                  <a:lnTo>
                    <a:pt x="2736" y="1554"/>
                  </a:lnTo>
                  <a:lnTo>
                    <a:pt x="2607" y="1547"/>
                  </a:lnTo>
                  <a:lnTo>
                    <a:pt x="2347" y="1545"/>
                  </a:lnTo>
                  <a:lnTo>
                    <a:pt x="2431" y="1630"/>
                  </a:lnTo>
                  <a:lnTo>
                    <a:pt x="2573" y="1648"/>
                  </a:lnTo>
                  <a:lnTo>
                    <a:pt x="2629" y="1664"/>
                  </a:lnTo>
                  <a:lnTo>
                    <a:pt x="2644" y="1688"/>
                  </a:lnTo>
                  <a:lnTo>
                    <a:pt x="2687" y="1757"/>
                  </a:lnTo>
                  <a:lnTo>
                    <a:pt x="2613" y="2091"/>
                  </a:lnTo>
                  <a:lnTo>
                    <a:pt x="2599" y="2099"/>
                  </a:lnTo>
                  <a:lnTo>
                    <a:pt x="2532" y="2133"/>
                  </a:lnTo>
                  <a:lnTo>
                    <a:pt x="2452" y="2171"/>
                  </a:lnTo>
                  <a:lnTo>
                    <a:pt x="2267" y="2176"/>
                  </a:lnTo>
                  <a:lnTo>
                    <a:pt x="2226" y="2168"/>
                  </a:lnTo>
                  <a:lnTo>
                    <a:pt x="2198" y="2130"/>
                  </a:lnTo>
                  <a:lnTo>
                    <a:pt x="2198" y="2124"/>
                  </a:lnTo>
                  <a:lnTo>
                    <a:pt x="2233" y="2074"/>
                  </a:lnTo>
                  <a:lnTo>
                    <a:pt x="2340" y="2069"/>
                  </a:lnTo>
                  <a:lnTo>
                    <a:pt x="2412" y="2032"/>
                  </a:lnTo>
                  <a:lnTo>
                    <a:pt x="2429" y="2014"/>
                  </a:lnTo>
                  <a:lnTo>
                    <a:pt x="2432" y="1997"/>
                  </a:lnTo>
                  <a:lnTo>
                    <a:pt x="2414" y="1967"/>
                  </a:lnTo>
                  <a:lnTo>
                    <a:pt x="2329" y="1823"/>
                  </a:lnTo>
                  <a:lnTo>
                    <a:pt x="2255" y="1727"/>
                  </a:lnTo>
                  <a:lnTo>
                    <a:pt x="2188" y="1732"/>
                  </a:lnTo>
                  <a:lnTo>
                    <a:pt x="2174" y="1742"/>
                  </a:lnTo>
                  <a:lnTo>
                    <a:pt x="2164" y="1781"/>
                  </a:lnTo>
                  <a:lnTo>
                    <a:pt x="2219" y="1789"/>
                  </a:lnTo>
                  <a:lnTo>
                    <a:pt x="2225" y="1800"/>
                  </a:lnTo>
                  <a:lnTo>
                    <a:pt x="2227" y="1870"/>
                  </a:lnTo>
                  <a:lnTo>
                    <a:pt x="2229" y="1950"/>
                  </a:lnTo>
                  <a:lnTo>
                    <a:pt x="2161" y="2049"/>
                  </a:lnTo>
                  <a:lnTo>
                    <a:pt x="2148" y="2064"/>
                  </a:lnTo>
                  <a:lnTo>
                    <a:pt x="2058" y="2135"/>
                  </a:lnTo>
                  <a:lnTo>
                    <a:pt x="1932" y="2224"/>
                  </a:lnTo>
                  <a:lnTo>
                    <a:pt x="1873" y="2248"/>
                  </a:lnTo>
                  <a:lnTo>
                    <a:pt x="1779" y="2272"/>
                  </a:lnTo>
                  <a:lnTo>
                    <a:pt x="1772" y="2273"/>
                  </a:lnTo>
                  <a:lnTo>
                    <a:pt x="1765" y="2271"/>
                  </a:lnTo>
                  <a:lnTo>
                    <a:pt x="1666" y="2248"/>
                  </a:lnTo>
                  <a:lnTo>
                    <a:pt x="1563" y="2206"/>
                  </a:lnTo>
                  <a:lnTo>
                    <a:pt x="1553" y="2191"/>
                  </a:lnTo>
                  <a:lnTo>
                    <a:pt x="1554" y="2179"/>
                  </a:lnTo>
                  <a:lnTo>
                    <a:pt x="1564" y="2150"/>
                  </a:lnTo>
                  <a:lnTo>
                    <a:pt x="1592" y="2122"/>
                  </a:lnTo>
                  <a:lnTo>
                    <a:pt x="1589" y="2108"/>
                  </a:lnTo>
                  <a:lnTo>
                    <a:pt x="1520" y="1994"/>
                  </a:lnTo>
                  <a:lnTo>
                    <a:pt x="1508" y="1989"/>
                  </a:lnTo>
                  <a:lnTo>
                    <a:pt x="1472" y="1978"/>
                  </a:lnTo>
                  <a:lnTo>
                    <a:pt x="1447" y="1976"/>
                  </a:lnTo>
                  <a:lnTo>
                    <a:pt x="1433" y="1982"/>
                  </a:lnTo>
                  <a:lnTo>
                    <a:pt x="1185" y="2155"/>
                  </a:lnTo>
                  <a:lnTo>
                    <a:pt x="1123" y="2212"/>
                  </a:lnTo>
                  <a:lnTo>
                    <a:pt x="1105" y="2230"/>
                  </a:lnTo>
                  <a:lnTo>
                    <a:pt x="1015" y="2348"/>
                  </a:lnTo>
                  <a:lnTo>
                    <a:pt x="1007" y="2367"/>
                  </a:lnTo>
                  <a:lnTo>
                    <a:pt x="913" y="2587"/>
                  </a:lnTo>
                  <a:lnTo>
                    <a:pt x="918" y="2629"/>
                  </a:lnTo>
                  <a:lnTo>
                    <a:pt x="974" y="2738"/>
                  </a:lnTo>
                  <a:lnTo>
                    <a:pt x="998" y="2900"/>
                  </a:lnTo>
                  <a:lnTo>
                    <a:pt x="1002" y="3064"/>
                  </a:lnTo>
                  <a:lnTo>
                    <a:pt x="969" y="3110"/>
                  </a:lnTo>
                  <a:lnTo>
                    <a:pt x="957" y="3114"/>
                  </a:lnTo>
                  <a:lnTo>
                    <a:pt x="810" y="3151"/>
                  </a:lnTo>
                  <a:lnTo>
                    <a:pt x="710" y="3153"/>
                  </a:lnTo>
                  <a:lnTo>
                    <a:pt x="610" y="3145"/>
                  </a:lnTo>
                  <a:lnTo>
                    <a:pt x="556" y="3104"/>
                  </a:lnTo>
                  <a:lnTo>
                    <a:pt x="548" y="3082"/>
                  </a:lnTo>
                  <a:lnTo>
                    <a:pt x="600" y="2879"/>
                  </a:lnTo>
                  <a:lnTo>
                    <a:pt x="611" y="2841"/>
                  </a:lnTo>
                  <a:lnTo>
                    <a:pt x="655" y="2708"/>
                  </a:lnTo>
                  <a:lnTo>
                    <a:pt x="675" y="2698"/>
                  </a:lnTo>
                  <a:lnTo>
                    <a:pt x="766" y="2699"/>
                  </a:lnTo>
                  <a:lnTo>
                    <a:pt x="782" y="2688"/>
                  </a:lnTo>
                  <a:lnTo>
                    <a:pt x="787" y="2679"/>
                  </a:lnTo>
                  <a:lnTo>
                    <a:pt x="789" y="2672"/>
                  </a:lnTo>
                  <a:lnTo>
                    <a:pt x="784" y="2661"/>
                  </a:lnTo>
                  <a:lnTo>
                    <a:pt x="725" y="2633"/>
                  </a:lnTo>
                  <a:lnTo>
                    <a:pt x="717" y="2630"/>
                  </a:lnTo>
                  <a:lnTo>
                    <a:pt x="667" y="2628"/>
                  </a:lnTo>
                  <a:lnTo>
                    <a:pt x="617" y="2640"/>
                  </a:lnTo>
                  <a:lnTo>
                    <a:pt x="550" y="2668"/>
                  </a:lnTo>
                  <a:lnTo>
                    <a:pt x="476" y="2708"/>
                  </a:lnTo>
                  <a:lnTo>
                    <a:pt x="365" y="2848"/>
                  </a:lnTo>
                  <a:lnTo>
                    <a:pt x="266" y="2996"/>
                  </a:lnTo>
                  <a:lnTo>
                    <a:pt x="189" y="2956"/>
                  </a:lnTo>
                  <a:lnTo>
                    <a:pt x="123" y="2925"/>
                  </a:lnTo>
                  <a:lnTo>
                    <a:pt x="37" y="2800"/>
                  </a:lnTo>
                  <a:lnTo>
                    <a:pt x="0" y="2705"/>
                  </a:lnTo>
                  <a:lnTo>
                    <a:pt x="31" y="2574"/>
                  </a:lnTo>
                  <a:lnTo>
                    <a:pt x="134" y="2451"/>
                  </a:lnTo>
                  <a:lnTo>
                    <a:pt x="340" y="2231"/>
                  </a:lnTo>
                  <a:lnTo>
                    <a:pt x="640" y="1912"/>
                  </a:lnTo>
                  <a:lnTo>
                    <a:pt x="1122" y="1564"/>
                  </a:lnTo>
                  <a:lnTo>
                    <a:pt x="1326" y="1461"/>
                  </a:lnTo>
                  <a:lnTo>
                    <a:pt x="1776" y="1154"/>
                  </a:lnTo>
                  <a:lnTo>
                    <a:pt x="1814" y="1127"/>
                  </a:lnTo>
                  <a:lnTo>
                    <a:pt x="2055" y="948"/>
                  </a:lnTo>
                  <a:lnTo>
                    <a:pt x="2087" y="907"/>
                  </a:lnTo>
                  <a:lnTo>
                    <a:pt x="2185" y="835"/>
                  </a:lnTo>
                  <a:lnTo>
                    <a:pt x="2474" y="632"/>
                  </a:lnTo>
                  <a:lnTo>
                    <a:pt x="2642" y="524"/>
                  </a:lnTo>
                  <a:lnTo>
                    <a:pt x="2811" y="410"/>
                  </a:lnTo>
                  <a:lnTo>
                    <a:pt x="2981" y="274"/>
                  </a:lnTo>
                  <a:lnTo>
                    <a:pt x="3089" y="152"/>
                  </a:lnTo>
                  <a:lnTo>
                    <a:pt x="3211" y="77"/>
                  </a:lnTo>
                  <a:lnTo>
                    <a:pt x="3441" y="0"/>
                  </a:lnTo>
                  <a:lnTo>
                    <a:pt x="3454" y="3"/>
                  </a:lnTo>
                  <a:lnTo>
                    <a:pt x="3621" y="52"/>
                  </a:lnTo>
                  <a:lnTo>
                    <a:pt x="3696" y="93"/>
                  </a:lnTo>
                  <a:lnTo>
                    <a:pt x="3837" y="177"/>
                  </a:lnTo>
                  <a:lnTo>
                    <a:pt x="3931" y="273"/>
                  </a:lnTo>
                  <a:lnTo>
                    <a:pt x="3939" y="285"/>
                  </a:lnTo>
                  <a:lnTo>
                    <a:pt x="4009" y="402"/>
                  </a:lnTo>
                  <a:lnTo>
                    <a:pt x="4011" y="5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9276023" y="2385539"/>
              <a:ext cx="450" cy="359"/>
            </a:xfrm>
            <a:custGeom>
              <a:avLst/>
              <a:pathLst>
                <a:path w="450" h="359">
                  <a:moveTo>
                    <a:pt x="168" y="351"/>
                  </a:moveTo>
                  <a:lnTo>
                    <a:pt x="136" y="346"/>
                  </a:lnTo>
                  <a:lnTo>
                    <a:pt x="93" y="326"/>
                  </a:lnTo>
                  <a:lnTo>
                    <a:pt x="88" y="322"/>
                  </a:lnTo>
                  <a:lnTo>
                    <a:pt x="65" y="303"/>
                  </a:lnTo>
                  <a:lnTo>
                    <a:pt x="33" y="260"/>
                  </a:lnTo>
                  <a:lnTo>
                    <a:pt x="28" y="253"/>
                  </a:lnTo>
                  <a:lnTo>
                    <a:pt x="14" y="147"/>
                  </a:lnTo>
                  <a:lnTo>
                    <a:pt x="0" y="26"/>
                  </a:lnTo>
                  <a:lnTo>
                    <a:pt x="26" y="0"/>
                  </a:lnTo>
                  <a:lnTo>
                    <a:pt x="122" y="24"/>
                  </a:lnTo>
                  <a:lnTo>
                    <a:pt x="132" y="26"/>
                  </a:lnTo>
                  <a:lnTo>
                    <a:pt x="142" y="29"/>
                  </a:lnTo>
                  <a:lnTo>
                    <a:pt x="156" y="32"/>
                  </a:lnTo>
                  <a:lnTo>
                    <a:pt x="227" y="72"/>
                  </a:lnTo>
                  <a:lnTo>
                    <a:pt x="343" y="136"/>
                  </a:lnTo>
                  <a:lnTo>
                    <a:pt x="347" y="138"/>
                  </a:lnTo>
                  <a:lnTo>
                    <a:pt x="386" y="165"/>
                  </a:lnTo>
                  <a:lnTo>
                    <a:pt x="414" y="208"/>
                  </a:lnTo>
                  <a:lnTo>
                    <a:pt x="441" y="249"/>
                  </a:lnTo>
                  <a:lnTo>
                    <a:pt x="450" y="274"/>
                  </a:lnTo>
                  <a:lnTo>
                    <a:pt x="417" y="335"/>
                  </a:lnTo>
                  <a:lnTo>
                    <a:pt x="395" y="353"/>
                  </a:lnTo>
                  <a:lnTo>
                    <a:pt x="361" y="358"/>
                  </a:lnTo>
                  <a:lnTo>
                    <a:pt x="233" y="359"/>
                  </a:lnTo>
                  <a:lnTo>
                    <a:pt x="173" y="351"/>
                  </a:lnTo>
                  <a:lnTo>
                    <a:pt x="168" y="3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9250230" y="2381481"/>
              <a:ext cx="6515" cy="4961"/>
            </a:xfrm>
            <a:custGeom>
              <a:avLst/>
              <a:pathLst>
                <a:path w="6515" h="4961">
                  <a:moveTo>
                    <a:pt x="4930" y="158"/>
                  </a:moveTo>
                  <a:lnTo>
                    <a:pt x="4935" y="188"/>
                  </a:lnTo>
                  <a:lnTo>
                    <a:pt x="4952" y="279"/>
                  </a:lnTo>
                  <a:lnTo>
                    <a:pt x="4954" y="330"/>
                  </a:lnTo>
                  <a:lnTo>
                    <a:pt x="4919" y="376"/>
                  </a:lnTo>
                  <a:lnTo>
                    <a:pt x="4911" y="387"/>
                  </a:lnTo>
                  <a:lnTo>
                    <a:pt x="4907" y="397"/>
                  </a:lnTo>
                  <a:lnTo>
                    <a:pt x="4886" y="444"/>
                  </a:lnTo>
                  <a:lnTo>
                    <a:pt x="4883" y="481"/>
                  </a:lnTo>
                  <a:lnTo>
                    <a:pt x="4888" y="492"/>
                  </a:lnTo>
                  <a:lnTo>
                    <a:pt x="5046" y="850"/>
                  </a:lnTo>
                  <a:lnTo>
                    <a:pt x="5059" y="881"/>
                  </a:lnTo>
                  <a:lnTo>
                    <a:pt x="5115" y="946"/>
                  </a:lnTo>
                  <a:lnTo>
                    <a:pt x="5167" y="985"/>
                  </a:lnTo>
                  <a:lnTo>
                    <a:pt x="5243" y="1000"/>
                  </a:lnTo>
                  <a:lnTo>
                    <a:pt x="5422" y="907"/>
                  </a:lnTo>
                  <a:lnTo>
                    <a:pt x="5439" y="878"/>
                  </a:lnTo>
                  <a:lnTo>
                    <a:pt x="5462" y="827"/>
                  </a:lnTo>
                  <a:lnTo>
                    <a:pt x="5475" y="794"/>
                  </a:lnTo>
                  <a:lnTo>
                    <a:pt x="5470" y="672"/>
                  </a:lnTo>
                  <a:lnTo>
                    <a:pt x="5467" y="581"/>
                  </a:lnTo>
                  <a:lnTo>
                    <a:pt x="5578" y="510"/>
                  </a:lnTo>
                  <a:lnTo>
                    <a:pt x="5649" y="633"/>
                  </a:lnTo>
                  <a:lnTo>
                    <a:pt x="5782" y="864"/>
                  </a:lnTo>
                  <a:lnTo>
                    <a:pt x="5796" y="888"/>
                  </a:lnTo>
                  <a:lnTo>
                    <a:pt x="5804" y="906"/>
                  </a:lnTo>
                  <a:lnTo>
                    <a:pt x="5976" y="1227"/>
                  </a:lnTo>
                  <a:lnTo>
                    <a:pt x="5980" y="1341"/>
                  </a:lnTo>
                  <a:lnTo>
                    <a:pt x="5987" y="1516"/>
                  </a:lnTo>
                  <a:lnTo>
                    <a:pt x="5954" y="1527"/>
                  </a:lnTo>
                  <a:lnTo>
                    <a:pt x="5945" y="1558"/>
                  </a:lnTo>
                  <a:lnTo>
                    <a:pt x="5932" y="1680"/>
                  </a:lnTo>
                  <a:lnTo>
                    <a:pt x="5928" y="1704"/>
                  </a:lnTo>
                  <a:lnTo>
                    <a:pt x="5926" y="1716"/>
                  </a:lnTo>
                  <a:lnTo>
                    <a:pt x="5929" y="1740"/>
                  </a:lnTo>
                  <a:lnTo>
                    <a:pt x="6045" y="2102"/>
                  </a:lnTo>
                  <a:lnTo>
                    <a:pt x="6056" y="2137"/>
                  </a:lnTo>
                  <a:lnTo>
                    <a:pt x="6078" y="2176"/>
                  </a:lnTo>
                  <a:lnTo>
                    <a:pt x="6122" y="2219"/>
                  </a:lnTo>
                  <a:lnTo>
                    <a:pt x="6136" y="2232"/>
                  </a:lnTo>
                  <a:lnTo>
                    <a:pt x="6147" y="2242"/>
                  </a:lnTo>
                  <a:lnTo>
                    <a:pt x="6160" y="2253"/>
                  </a:lnTo>
                  <a:lnTo>
                    <a:pt x="6170" y="2264"/>
                  </a:lnTo>
                  <a:lnTo>
                    <a:pt x="6184" y="2278"/>
                  </a:lnTo>
                  <a:lnTo>
                    <a:pt x="6190" y="2285"/>
                  </a:lnTo>
                  <a:lnTo>
                    <a:pt x="6202" y="2297"/>
                  </a:lnTo>
                  <a:lnTo>
                    <a:pt x="6213" y="2308"/>
                  </a:lnTo>
                  <a:lnTo>
                    <a:pt x="6273" y="2336"/>
                  </a:lnTo>
                  <a:lnTo>
                    <a:pt x="6286" y="2339"/>
                  </a:lnTo>
                  <a:lnTo>
                    <a:pt x="6294" y="2340"/>
                  </a:lnTo>
                  <a:lnTo>
                    <a:pt x="6301" y="2342"/>
                  </a:lnTo>
                  <a:lnTo>
                    <a:pt x="6318" y="2346"/>
                  </a:lnTo>
                  <a:lnTo>
                    <a:pt x="6334" y="2350"/>
                  </a:lnTo>
                  <a:lnTo>
                    <a:pt x="6401" y="2371"/>
                  </a:lnTo>
                  <a:lnTo>
                    <a:pt x="6462" y="2401"/>
                  </a:lnTo>
                  <a:lnTo>
                    <a:pt x="6485" y="2409"/>
                  </a:lnTo>
                  <a:lnTo>
                    <a:pt x="6497" y="2418"/>
                  </a:lnTo>
                  <a:lnTo>
                    <a:pt x="6515" y="2632"/>
                  </a:lnTo>
                  <a:lnTo>
                    <a:pt x="6499" y="2650"/>
                  </a:lnTo>
                  <a:lnTo>
                    <a:pt x="6451" y="2664"/>
                  </a:lnTo>
                  <a:lnTo>
                    <a:pt x="6165" y="2746"/>
                  </a:lnTo>
                  <a:lnTo>
                    <a:pt x="6140" y="2753"/>
                  </a:lnTo>
                  <a:lnTo>
                    <a:pt x="6131" y="2753"/>
                  </a:lnTo>
                  <a:lnTo>
                    <a:pt x="5839" y="2831"/>
                  </a:lnTo>
                  <a:lnTo>
                    <a:pt x="5777" y="2817"/>
                  </a:lnTo>
                  <a:lnTo>
                    <a:pt x="5732" y="2783"/>
                  </a:lnTo>
                  <a:lnTo>
                    <a:pt x="5688" y="2701"/>
                  </a:lnTo>
                  <a:lnTo>
                    <a:pt x="5681" y="2688"/>
                  </a:lnTo>
                  <a:lnTo>
                    <a:pt x="5682" y="2669"/>
                  </a:lnTo>
                  <a:lnTo>
                    <a:pt x="5725" y="2628"/>
                  </a:lnTo>
                  <a:lnTo>
                    <a:pt x="5758" y="2614"/>
                  </a:lnTo>
                  <a:lnTo>
                    <a:pt x="5790" y="2593"/>
                  </a:lnTo>
                  <a:lnTo>
                    <a:pt x="5797" y="2567"/>
                  </a:lnTo>
                  <a:lnTo>
                    <a:pt x="5791" y="2544"/>
                  </a:lnTo>
                  <a:lnTo>
                    <a:pt x="5782" y="2507"/>
                  </a:lnTo>
                  <a:lnTo>
                    <a:pt x="5777" y="2487"/>
                  </a:lnTo>
                  <a:lnTo>
                    <a:pt x="5760" y="2428"/>
                  </a:lnTo>
                  <a:lnTo>
                    <a:pt x="5583" y="2343"/>
                  </a:lnTo>
                  <a:lnTo>
                    <a:pt x="5468" y="2310"/>
                  </a:lnTo>
                  <a:lnTo>
                    <a:pt x="5431" y="2313"/>
                  </a:lnTo>
                  <a:lnTo>
                    <a:pt x="5388" y="2317"/>
                  </a:lnTo>
                  <a:lnTo>
                    <a:pt x="5322" y="2339"/>
                  </a:lnTo>
                  <a:lnTo>
                    <a:pt x="5219" y="2400"/>
                  </a:lnTo>
                  <a:lnTo>
                    <a:pt x="5184" y="2403"/>
                  </a:lnTo>
                  <a:lnTo>
                    <a:pt x="5172" y="2402"/>
                  </a:lnTo>
                  <a:lnTo>
                    <a:pt x="5166" y="2401"/>
                  </a:lnTo>
                  <a:lnTo>
                    <a:pt x="5155" y="2398"/>
                  </a:lnTo>
                  <a:lnTo>
                    <a:pt x="5131" y="2396"/>
                  </a:lnTo>
                  <a:lnTo>
                    <a:pt x="5117" y="2397"/>
                  </a:lnTo>
                  <a:lnTo>
                    <a:pt x="5095" y="2395"/>
                  </a:lnTo>
                  <a:lnTo>
                    <a:pt x="5087" y="2393"/>
                  </a:lnTo>
                  <a:lnTo>
                    <a:pt x="5073" y="2387"/>
                  </a:lnTo>
                  <a:lnTo>
                    <a:pt x="5041" y="2380"/>
                  </a:lnTo>
                  <a:lnTo>
                    <a:pt x="5028" y="2377"/>
                  </a:lnTo>
                  <a:lnTo>
                    <a:pt x="5011" y="2375"/>
                  </a:lnTo>
                  <a:lnTo>
                    <a:pt x="4947" y="2373"/>
                  </a:lnTo>
                  <a:lnTo>
                    <a:pt x="4928" y="2372"/>
                  </a:lnTo>
                  <a:lnTo>
                    <a:pt x="4919" y="2373"/>
                  </a:lnTo>
                  <a:lnTo>
                    <a:pt x="4907" y="2374"/>
                  </a:lnTo>
                  <a:lnTo>
                    <a:pt x="4891" y="2372"/>
                  </a:lnTo>
                  <a:lnTo>
                    <a:pt x="4859" y="2370"/>
                  </a:lnTo>
                  <a:lnTo>
                    <a:pt x="4831" y="2369"/>
                  </a:lnTo>
                  <a:lnTo>
                    <a:pt x="4778" y="2372"/>
                  </a:lnTo>
                  <a:lnTo>
                    <a:pt x="4756" y="2378"/>
                  </a:lnTo>
                  <a:lnTo>
                    <a:pt x="4742" y="2382"/>
                  </a:lnTo>
                  <a:lnTo>
                    <a:pt x="4716" y="2384"/>
                  </a:lnTo>
                  <a:lnTo>
                    <a:pt x="4690" y="2387"/>
                  </a:lnTo>
                  <a:lnTo>
                    <a:pt x="4662" y="2386"/>
                  </a:lnTo>
                  <a:lnTo>
                    <a:pt x="4614" y="2386"/>
                  </a:lnTo>
                  <a:lnTo>
                    <a:pt x="4585" y="2387"/>
                  </a:lnTo>
                  <a:lnTo>
                    <a:pt x="4550" y="2388"/>
                  </a:lnTo>
                  <a:lnTo>
                    <a:pt x="4463" y="2397"/>
                  </a:lnTo>
                  <a:lnTo>
                    <a:pt x="4346" y="2462"/>
                  </a:lnTo>
                  <a:lnTo>
                    <a:pt x="4290" y="2503"/>
                  </a:lnTo>
                  <a:lnTo>
                    <a:pt x="4232" y="2562"/>
                  </a:lnTo>
                  <a:lnTo>
                    <a:pt x="4203" y="2608"/>
                  </a:lnTo>
                  <a:lnTo>
                    <a:pt x="3793" y="3010"/>
                  </a:lnTo>
                  <a:lnTo>
                    <a:pt x="3691" y="3080"/>
                  </a:lnTo>
                  <a:lnTo>
                    <a:pt x="3688" y="3089"/>
                  </a:lnTo>
                  <a:lnTo>
                    <a:pt x="3683" y="3098"/>
                  </a:lnTo>
                  <a:lnTo>
                    <a:pt x="3675" y="3102"/>
                  </a:lnTo>
                  <a:lnTo>
                    <a:pt x="3655" y="3106"/>
                  </a:lnTo>
                  <a:lnTo>
                    <a:pt x="3395" y="3286"/>
                  </a:lnTo>
                  <a:lnTo>
                    <a:pt x="3181" y="3432"/>
                  </a:lnTo>
                  <a:lnTo>
                    <a:pt x="3094" y="3489"/>
                  </a:lnTo>
                  <a:lnTo>
                    <a:pt x="3085" y="3496"/>
                  </a:lnTo>
                  <a:lnTo>
                    <a:pt x="3080" y="3498"/>
                  </a:lnTo>
                  <a:lnTo>
                    <a:pt x="3072" y="3503"/>
                  </a:lnTo>
                  <a:lnTo>
                    <a:pt x="3044" y="3558"/>
                  </a:lnTo>
                  <a:lnTo>
                    <a:pt x="3038" y="3570"/>
                  </a:lnTo>
                  <a:lnTo>
                    <a:pt x="3003" y="3669"/>
                  </a:lnTo>
                  <a:lnTo>
                    <a:pt x="2966" y="3723"/>
                  </a:lnTo>
                  <a:lnTo>
                    <a:pt x="2914" y="3802"/>
                  </a:lnTo>
                  <a:lnTo>
                    <a:pt x="2819" y="3876"/>
                  </a:lnTo>
                  <a:lnTo>
                    <a:pt x="2748" y="3934"/>
                  </a:lnTo>
                  <a:lnTo>
                    <a:pt x="2723" y="3981"/>
                  </a:lnTo>
                  <a:lnTo>
                    <a:pt x="2698" y="4105"/>
                  </a:lnTo>
                  <a:lnTo>
                    <a:pt x="2727" y="4162"/>
                  </a:lnTo>
                  <a:lnTo>
                    <a:pt x="2753" y="4208"/>
                  </a:lnTo>
                  <a:lnTo>
                    <a:pt x="2780" y="4254"/>
                  </a:lnTo>
                  <a:lnTo>
                    <a:pt x="2840" y="4252"/>
                  </a:lnTo>
                  <a:lnTo>
                    <a:pt x="2855" y="4252"/>
                  </a:lnTo>
                  <a:lnTo>
                    <a:pt x="2867" y="4251"/>
                  </a:lnTo>
                  <a:lnTo>
                    <a:pt x="2912" y="4250"/>
                  </a:lnTo>
                  <a:lnTo>
                    <a:pt x="2920" y="4247"/>
                  </a:lnTo>
                  <a:lnTo>
                    <a:pt x="2925" y="4244"/>
                  </a:lnTo>
                  <a:lnTo>
                    <a:pt x="2930" y="4238"/>
                  </a:lnTo>
                  <a:lnTo>
                    <a:pt x="2958" y="4219"/>
                  </a:lnTo>
                  <a:lnTo>
                    <a:pt x="2991" y="4229"/>
                  </a:lnTo>
                  <a:lnTo>
                    <a:pt x="3001" y="4243"/>
                  </a:lnTo>
                  <a:lnTo>
                    <a:pt x="3005" y="4268"/>
                  </a:lnTo>
                  <a:lnTo>
                    <a:pt x="3002" y="4283"/>
                  </a:lnTo>
                  <a:lnTo>
                    <a:pt x="2978" y="4397"/>
                  </a:lnTo>
                  <a:lnTo>
                    <a:pt x="2948" y="4419"/>
                  </a:lnTo>
                  <a:lnTo>
                    <a:pt x="2909" y="4447"/>
                  </a:lnTo>
                  <a:lnTo>
                    <a:pt x="2899" y="4454"/>
                  </a:lnTo>
                  <a:lnTo>
                    <a:pt x="2837" y="4486"/>
                  </a:lnTo>
                  <a:lnTo>
                    <a:pt x="2845" y="4709"/>
                  </a:lnTo>
                  <a:lnTo>
                    <a:pt x="2848" y="4738"/>
                  </a:lnTo>
                  <a:lnTo>
                    <a:pt x="2847" y="4755"/>
                  </a:lnTo>
                  <a:lnTo>
                    <a:pt x="2849" y="4827"/>
                  </a:lnTo>
                  <a:lnTo>
                    <a:pt x="2851" y="4876"/>
                  </a:lnTo>
                  <a:lnTo>
                    <a:pt x="2840" y="4904"/>
                  </a:lnTo>
                  <a:lnTo>
                    <a:pt x="2829" y="4932"/>
                  </a:lnTo>
                  <a:lnTo>
                    <a:pt x="2785" y="4940"/>
                  </a:lnTo>
                  <a:lnTo>
                    <a:pt x="2750" y="4930"/>
                  </a:lnTo>
                  <a:lnTo>
                    <a:pt x="2625" y="4886"/>
                  </a:lnTo>
                  <a:lnTo>
                    <a:pt x="2589" y="4873"/>
                  </a:lnTo>
                  <a:lnTo>
                    <a:pt x="2576" y="4867"/>
                  </a:lnTo>
                  <a:lnTo>
                    <a:pt x="2489" y="4755"/>
                  </a:lnTo>
                  <a:lnTo>
                    <a:pt x="2432" y="4676"/>
                  </a:lnTo>
                  <a:lnTo>
                    <a:pt x="2347" y="4685"/>
                  </a:lnTo>
                  <a:lnTo>
                    <a:pt x="2112" y="4709"/>
                  </a:lnTo>
                  <a:lnTo>
                    <a:pt x="2037" y="4727"/>
                  </a:lnTo>
                  <a:lnTo>
                    <a:pt x="2023" y="4737"/>
                  </a:lnTo>
                  <a:lnTo>
                    <a:pt x="2023" y="4747"/>
                  </a:lnTo>
                  <a:lnTo>
                    <a:pt x="2036" y="4761"/>
                  </a:lnTo>
                  <a:lnTo>
                    <a:pt x="2037" y="4765"/>
                  </a:lnTo>
                  <a:lnTo>
                    <a:pt x="2035" y="4775"/>
                  </a:lnTo>
                  <a:lnTo>
                    <a:pt x="1991" y="4808"/>
                  </a:lnTo>
                  <a:lnTo>
                    <a:pt x="1985" y="4809"/>
                  </a:lnTo>
                  <a:lnTo>
                    <a:pt x="1897" y="4850"/>
                  </a:lnTo>
                  <a:lnTo>
                    <a:pt x="1888" y="4856"/>
                  </a:lnTo>
                  <a:lnTo>
                    <a:pt x="1865" y="4868"/>
                  </a:lnTo>
                  <a:lnTo>
                    <a:pt x="1841" y="4873"/>
                  </a:lnTo>
                  <a:lnTo>
                    <a:pt x="1834" y="4874"/>
                  </a:lnTo>
                  <a:lnTo>
                    <a:pt x="1815" y="4869"/>
                  </a:lnTo>
                  <a:lnTo>
                    <a:pt x="1794" y="4865"/>
                  </a:lnTo>
                  <a:lnTo>
                    <a:pt x="1766" y="4863"/>
                  </a:lnTo>
                  <a:lnTo>
                    <a:pt x="1736" y="4870"/>
                  </a:lnTo>
                  <a:lnTo>
                    <a:pt x="1710" y="4874"/>
                  </a:lnTo>
                  <a:lnTo>
                    <a:pt x="1685" y="4875"/>
                  </a:lnTo>
                  <a:lnTo>
                    <a:pt x="1662" y="4874"/>
                  </a:lnTo>
                  <a:lnTo>
                    <a:pt x="1646" y="4868"/>
                  </a:lnTo>
                  <a:lnTo>
                    <a:pt x="1624" y="4866"/>
                  </a:lnTo>
                  <a:lnTo>
                    <a:pt x="1606" y="4866"/>
                  </a:lnTo>
                  <a:lnTo>
                    <a:pt x="1585" y="4870"/>
                  </a:lnTo>
                  <a:lnTo>
                    <a:pt x="1563" y="4888"/>
                  </a:lnTo>
                  <a:lnTo>
                    <a:pt x="1557" y="4899"/>
                  </a:lnTo>
                  <a:lnTo>
                    <a:pt x="1555" y="4919"/>
                  </a:lnTo>
                  <a:lnTo>
                    <a:pt x="1545" y="4929"/>
                  </a:lnTo>
                  <a:lnTo>
                    <a:pt x="1531" y="4939"/>
                  </a:lnTo>
                  <a:lnTo>
                    <a:pt x="1497" y="4952"/>
                  </a:lnTo>
                  <a:lnTo>
                    <a:pt x="1473" y="4961"/>
                  </a:lnTo>
                  <a:lnTo>
                    <a:pt x="1408" y="4956"/>
                  </a:lnTo>
                  <a:lnTo>
                    <a:pt x="1343" y="4932"/>
                  </a:lnTo>
                  <a:lnTo>
                    <a:pt x="1300" y="4904"/>
                  </a:lnTo>
                  <a:lnTo>
                    <a:pt x="1267" y="4842"/>
                  </a:lnTo>
                  <a:lnTo>
                    <a:pt x="1265" y="4813"/>
                  </a:lnTo>
                  <a:lnTo>
                    <a:pt x="1260" y="4744"/>
                  </a:lnTo>
                  <a:lnTo>
                    <a:pt x="1257" y="4720"/>
                  </a:lnTo>
                  <a:lnTo>
                    <a:pt x="1262" y="4689"/>
                  </a:lnTo>
                  <a:lnTo>
                    <a:pt x="1298" y="4622"/>
                  </a:lnTo>
                  <a:lnTo>
                    <a:pt x="1358" y="4547"/>
                  </a:lnTo>
                  <a:lnTo>
                    <a:pt x="1370" y="4535"/>
                  </a:lnTo>
                  <a:lnTo>
                    <a:pt x="1386" y="4512"/>
                  </a:lnTo>
                  <a:lnTo>
                    <a:pt x="1394" y="4494"/>
                  </a:lnTo>
                  <a:lnTo>
                    <a:pt x="1396" y="4483"/>
                  </a:lnTo>
                  <a:lnTo>
                    <a:pt x="1397" y="4475"/>
                  </a:lnTo>
                  <a:lnTo>
                    <a:pt x="1396" y="4461"/>
                  </a:lnTo>
                  <a:lnTo>
                    <a:pt x="1394" y="4452"/>
                  </a:lnTo>
                  <a:lnTo>
                    <a:pt x="1389" y="4434"/>
                  </a:lnTo>
                  <a:lnTo>
                    <a:pt x="1379" y="4385"/>
                  </a:lnTo>
                  <a:lnTo>
                    <a:pt x="1375" y="4371"/>
                  </a:lnTo>
                  <a:lnTo>
                    <a:pt x="1370" y="4365"/>
                  </a:lnTo>
                  <a:lnTo>
                    <a:pt x="1363" y="4335"/>
                  </a:lnTo>
                  <a:lnTo>
                    <a:pt x="1355" y="4299"/>
                  </a:lnTo>
                  <a:lnTo>
                    <a:pt x="1347" y="4267"/>
                  </a:lnTo>
                  <a:lnTo>
                    <a:pt x="1341" y="4260"/>
                  </a:lnTo>
                  <a:lnTo>
                    <a:pt x="1333" y="4251"/>
                  </a:lnTo>
                  <a:lnTo>
                    <a:pt x="1245" y="4156"/>
                  </a:lnTo>
                  <a:lnTo>
                    <a:pt x="1214" y="4137"/>
                  </a:lnTo>
                  <a:lnTo>
                    <a:pt x="1209" y="4134"/>
                  </a:lnTo>
                  <a:lnTo>
                    <a:pt x="1202" y="4131"/>
                  </a:lnTo>
                  <a:lnTo>
                    <a:pt x="1182" y="4119"/>
                  </a:lnTo>
                  <a:lnTo>
                    <a:pt x="1167" y="4111"/>
                  </a:lnTo>
                  <a:lnTo>
                    <a:pt x="1152" y="4105"/>
                  </a:lnTo>
                  <a:lnTo>
                    <a:pt x="1137" y="4098"/>
                  </a:lnTo>
                  <a:lnTo>
                    <a:pt x="1121" y="4092"/>
                  </a:lnTo>
                  <a:lnTo>
                    <a:pt x="1114" y="4090"/>
                  </a:lnTo>
                  <a:lnTo>
                    <a:pt x="1108" y="4087"/>
                  </a:lnTo>
                  <a:lnTo>
                    <a:pt x="1100" y="4085"/>
                  </a:lnTo>
                  <a:lnTo>
                    <a:pt x="1051" y="4070"/>
                  </a:lnTo>
                  <a:lnTo>
                    <a:pt x="1042" y="4068"/>
                  </a:lnTo>
                  <a:lnTo>
                    <a:pt x="1033" y="4065"/>
                  </a:lnTo>
                  <a:lnTo>
                    <a:pt x="1023" y="4063"/>
                  </a:lnTo>
                  <a:lnTo>
                    <a:pt x="1002" y="4059"/>
                  </a:lnTo>
                  <a:lnTo>
                    <a:pt x="979" y="4055"/>
                  </a:lnTo>
                  <a:lnTo>
                    <a:pt x="973" y="4054"/>
                  </a:lnTo>
                  <a:lnTo>
                    <a:pt x="965" y="4053"/>
                  </a:lnTo>
                  <a:lnTo>
                    <a:pt x="958" y="4053"/>
                  </a:lnTo>
                  <a:lnTo>
                    <a:pt x="951" y="4052"/>
                  </a:lnTo>
                  <a:lnTo>
                    <a:pt x="945" y="4052"/>
                  </a:lnTo>
                  <a:lnTo>
                    <a:pt x="924" y="4062"/>
                  </a:lnTo>
                  <a:lnTo>
                    <a:pt x="913" y="4079"/>
                  </a:lnTo>
                  <a:lnTo>
                    <a:pt x="873" y="4139"/>
                  </a:lnTo>
                  <a:lnTo>
                    <a:pt x="832" y="4162"/>
                  </a:lnTo>
                  <a:lnTo>
                    <a:pt x="815" y="4165"/>
                  </a:lnTo>
                  <a:lnTo>
                    <a:pt x="800" y="4165"/>
                  </a:lnTo>
                  <a:lnTo>
                    <a:pt x="701" y="4187"/>
                  </a:lnTo>
                  <a:lnTo>
                    <a:pt x="675" y="4189"/>
                  </a:lnTo>
                  <a:lnTo>
                    <a:pt x="659" y="4179"/>
                  </a:lnTo>
                  <a:lnTo>
                    <a:pt x="646" y="4160"/>
                  </a:lnTo>
                  <a:lnTo>
                    <a:pt x="637" y="4148"/>
                  </a:lnTo>
                  <a:lnTo>
                    <a:pt x="629" y="4139"/>
                  </a:lnTo>
                  <a:lnTo>
                    <a:pt x="605" y="4108"/>
                  </a:lnTo>
                  <a:lnTo>
                    <a:pt x="520" y="3948"/>
                  </a:lnTo>
                  <a:lnTo>
                    <a:pt x="536" y="3916"/>
                  </a:lnTo>
                  <a:lnTo>
                    <a:pt x="541" y="3909"/>
                  </a:lnTo>
                  <a:lnTo>
                    <a:pt x="545" y="3902"/>
                  </a:lnTo>
                  <a:lnTo>
                    <a:pt x="554" y="3885"/>
                  </a:lnTo>
                  <a:lnTo>
                    <a:pt x="556" y="3878"/>
                  </a:lnTo>
                  <a:lnTo>
                    <a:pt x="556" y="3872"/>
                  </a:lnTo>
                  <a:lnTo>
                    <a:pt x="555" y="3864"/>
                  </a:lnTo>
                  <a:lnTo>
                    <a:pt x="554" y="3859"/>
                  </a:lnTo>
                  <a:lnTo>
                    <a:pt x="551" y="3849"/>
                  </a:lnTo>
                  <a:lnTo>
                    <a:pt x="548" y="3842"/>
                  </a:lnTo>
                  <a:lnTo>
                    <a:pt x="543" y="3831"/>
                  </a:lnTo>
                  <a:lnTo>
                    <a:pt x="541" y="3826"/>
                  </a:lnTo>
                  <a:lnTo>
                    <a:pt x="537" y="3814"/>
                  </a:lnTo>
                  <a:lnTo>
                    <a:pt x="532" y="3800"/>
                  </a:lnTo>
                  <a:lnTo>
                    <a:pt x="529" y="3792"/>
                  </a:lnTo>
                  <a:lnTo>
                    <a:pt x="376" y="3479"/>
                  </a:lnTo>
                  <a:lnTo>
                    <a:pt x="362" y="3448"/>
                  </a:lnTo>
                  <a:lnTo>
                    <a:pt x="354" y="3436"/>
                  </a:lnTo>
                  <a:lnTo>
                    <a:pt x="345" y="3431"/>
                  </a:lnTo>
                  <a:lnTo>
                    <a:pt x="318" y="3416"/>
                  </a:lnTo>
                  <a:lnTo>
                    <a:pt x="312" y="3413"/>
                  </a:lnTo>
                  <a:lnTo>
                    <a:pt x="308" y="3412"/>
                  </a:lnTo>
                  <a:lnTo>
                    <a:pt x="293" y="3409"/>
                  </a:lnTo>
                  <a:lnTo>
                    <a:pt x="280" y="3408"/>
                  </a:lnTo>
                  <a:lnTo>
                    <a:pt x="274" y="3409"/>
                  </a:lnTo>
                  <a:lnTo>
                    <a:pt x="272" y="3418"/>
                  </a:lnTo>
                  <a:lnTo>
                    <a:pt x="264" y="3423"/>
                  </a:lnTo>
                  <a:lnTo>
                    <a:pt x="239" y="3434"/>
                  </a:lnTo>
                  <a:lnTo>
                    <a:pt x="205" y="3450"/>
                  </a:lnTo>
                  <a:lnTo>
                    <a:pt x="193" y="3456"/>
                  </a:lnTo>
                  <a:lnTo>
                    <a:pt x="179" y="3462"/>
                  </a:lnTo>
                  <a:lnTo>
                    <a:pt x="163" y="3466"/>
                  </a:lnTo>
                  <a:lnTo>
                    <a:pt x="133" y="3481"/>
                  </a:lnTo>
                  <a:lnTo>
                    <a:pt x="95" y="3496"/>
                  </a:lnTo>
                  <a:lnTo>
                    <a:pt x="0" y="3435"/>
                  </a:lnTo>
                  <a:lnTo>
                    <a:pt x="12" y="3323"/>
                  </a:lnTo>
                  <a:lnTo>
                    <a:pt x="8" y="3296"/>
                  </a:lnTo>
                  <a:lnTo>
                    <a:pt x="5" y="3266"/>
                  </a:lnTo>
                  <a:lnTo>
                    <a:pt x="1" y="3256"/>
                  </a:lnTo>
                  <a:lnTo>
                    <a:pt x="0" y="3250"/>
                  </a:lnTo>
                  <a:lnTo>
                    <a:pt x="1" y="3243"/>
                  </a:lnTo>
                  <a:lnTo>
                    <a:pt x="5" y="3239"/>
                  </a:lnTo>
                  <a:lnTo>
                    <a:pt x="21" y="3203"/>
                  </a:lnTo>
                  <a:lnTo>
                    <a:pt x="31" y="3176"/>
                  </a:lnTo>
                  <a:lnTo>
                    <a:pt x="35" y="3157"/>
                  </a:lnTo>
                  <a:lnTo>
                    <a:pt x="51" y="3115"/>
                  </a:lnTo>
                  <a:lnTo>
                    <a:pt x="82" y="3076"/>
                  </a:lnTo>
                  <a:lnTo>
                    <a:pt x="227" y="2905"/>
                  </a:lnTo>
                  <a:lnTo>
                    <a:pt x="229" y="2886"/>
                  </a:lnTo>
                  <a:lnTo>
                    <a:pt x="236" y="2864"/>
                  </a:lnTo>
                  <a:lnTo>
                    <a:pt x="242" y="2844"/>
                  </a:lnTo>
                  <a:lnTo>
                    <a:pt x="243" y="2835"/>
                  </a:lnTo>
                  <a:lnTo>
                    <a:pt x="273" y="2722"/>
                  </a:lnTo>
                  <a:lnTo>
                    <a:pt x="292" y="2694"/>
                  </a:lnTo>
                  <a:lnTo>
                    <a:pt x="317" y="2702"/>
                  </a:lnTo>
                  <a:lnTo>
                    <a:pt x="331" y="2738"/>
                  </a:lnTo>
                  <a:lnTo>
                    <a:pt x="405" y="2936"/>
                  </a:lnTo>
                  <a:lnTo>
                    <a:pt x="425" y="2989"/>
                  </a:lnTo>
                  <a:lnTo>
                    <a:pt x="420" y="3067"/>
                  </a:lnTo>
                  <a:lnTo>
                    <a:pt x="421" y="3073"/>
                  </a:lnTo>
                  <a:lnTo>
                    <a:pt x="421" y="3091"/>
                  </a:lnTo>
                  <a:lnTo>
                    <a:pt x="418" y="3121"/>
                  </a:lnTo>
                  <a:lnTo>
                    <a:pt x="417" y="3134"/>
                  </a:lnTo>
                  <a:lnTo>
                    <a:pt x="414" y="3167"/>
                  </a:lnTo>
                  <a:lnTo>
                    <a:pt x="391" y="3274"/>
                  </a:lnTo>
                  <a:lnTo>
                    <a:pt x="410" y="3358"/>
                  </a:lnTo>
                  <a:lnTo>
                    <a:pt x="479" y="3408"/>
                  </a:lnTo>
                  <a:lnTo>
                    <a:pt x="589" y="3452"/>
                  </a:lnTo>
                  <a:lnTo>
                    <a:pt x="596" y="3453"/>
                  </a:lnTo>
                  <a:lnTo>
                    <a:pt x="608" y="3455"/>
                  </a:lnTo>
                  <a:lnTo>
                    <a:pt x="619" y="3460"/>
                  </a:lnTo>
                  <a:lnTo>
                    <a:pt x="626" y="3466"/>
                  </a:lnTo>
                  <a:lnTo>
                    <a:pt x="642" y="3470"/>
                  </a:lnTo>
                  <a:lnTo>
                    <a:pt x="660" y="3476"/>
                  </a:lnTo>
                  <a:lnTo>
                    <a:pt x="664" y="3481"/>
                  </a:lnTo>
                  <a:lnTo>
                    <a:pt x="669" y="3537"/>
                  </a:lnTo>
                  <a:lnTo>
                    <a:pt x="670" y="3542"/>
                  </a:lnTo>
                  <a:lnTo>
                    <a:pt x="670" y="3551"/>
                  </a:lnTo>
                  <a:lnTo>
                    <a:pt x="681" y="3675"/>
                  </a:lnTo>
                  <a:lnTo>
                    <a:pt x="677" y="3694"/>
                  </a:lnTo>
                  <a:lnTo>
                    <a:pt x="669" y="3711"/>
                  </a:lnTo>
                  <a:lnTo>
                    <a:pt x="652" y="3732"/>
                  </a:lnTo>
                  <a:lnTo>
                    <a:pt x="627" y="3755"/>
                  </a:lnTo>
                  <a:lnTo>
                    <a:pt x="595" y="3775"/>
                  </a:lnTo>
                  <a:lnTo>
                    <a:pt x="574" y="3791"/>
                  </a:lnTo>
                  <a:lnTo>
                    <a:pt x="565" y="3807"/>
                  </a:lnTo>
                  <a:lnTo>
                    <a:pt x="570" y="3834"/>
                  </a:lnTo>
                  <a:lnTo>
                    <a:pt x="573" y="3849"/>
                  </a:lnTo>
                  <a:lnTo>
                    <a:pt x="578" y="3859"/>
                  </a:lnTo>
                  <a:lnTo>
                    <a:pt x="580" y="3865"/>
                  </a:lnTo>
                  <a:lnTo>
                    <a:pt x="580" y="3870"/>
                  </a:lnTo>
                  <a:lnTo>
                    <a:pt x="578" y="3877"/>
                  </a:lnTo>
                  <a:lnTo>
                    <a:pt x="576" y="3886"/>
                  </a:lnTo>
                  <a:lnTo>
                    <a:pt x="575" y="3898"/>
                  </a:lnTo>
                  <a:lnTo>
                    <a:pt x="587" y="3924"/>
                  </a:lnTo>
                  <a:lnTo>
                    <a:pt x="633" y="3977"/>
                  </a:lnTo>
                  <a:lnTo>
                    <a:pt x="650" y="3990"/>
                  </a:lnTo>
                  <a:lnTo>
                    <a:pt x="665" y="3995"/>
                  </a:lnTo>
                  <a:lnTo>
                    <a:pt x="672" y="3999"/>
                  </a:lnTo>
                  <a:lnTo>
                    <a:pt x="678" y="4004"/>
                  </a:lnTo>
                  <a:lnTo>
                    <a:pt x="681" y="4011"/>
                  </a:lnTo>
                  <a:lnTo>
                    <a:pt x="684" y="4022"/>
                  </a:lnTo>
                  <a:lnTo>
                    <a:pt x="687" y="4028"/>
                  </a:lnTo>
                  <a:lnTo>
                    <a:pt x="722" y="4039"/>
                  </a:lnTo>
                  <a:lnTo>
                    <a:pt x="783" y="4042"/>
                  </a:lnTo>
                  <a:lnTo>
                    <a:pt x="790" y="4040"/>
                  </a:lnTo>
                  <a:lnTo>
                    <a:pt x="800" y="4038"/>
                  </a:lnTo>
                  <a:lnTo>
                    <a:pt x="808" y="4037"/>
                  </a:lnTo>
                  <a:lnTo>
                    <a:pt x="812" y="4036"/>
                  </a:lnTo>
                  <a:lnTo>
                    <a:pt x="830" y="4031"/>
                  </a:lnTo>
                  <a:lnTo>
                    <a:pt x="852" y="4019"/>
                  </a:lnTo>
                  <a:lnTo>
                    <a:pt x="857" y="4012"/>
                  </a:lnTo>
                  <a:lnTo>
                    <a:pt x="860" y="4003"/>
                  </a:lnTo>
                  <a:lnTo>
                    <a:pt x="860" y="3995"/>
                  </a:lnTo>
                  <a:lnTo>
                    <a:pt x="856" y="3989"/>
                  </a:lnTo>
                  <a:lnTo>
                    <a:pt x="940" y="3900"/>
                  </a:lnTo>
                  <a:lnTo>
                    <a:pt x="1054" y="3805"/>
                  </a:lnTo>
                  <a:lnTo>
                    <a:pt x="1112" y="3797"/>
                  </a:lnTo>
                  <a:lnTo>
                    <a:pt x="1139" y="3810"/>
                  </a:lnTo>
                  <a:lnTo>
                    <a:pt x="1167" y="3814"/>
                  </a:lnTo>
                  <a:lnTo>
                    <a:pt x="1206" y="3806"/>
                  </a:lnTo>
                  <a:lnTo>
                    <a:pt x="1239" y="3788"/>
                  </a:lnTo>
                  <a:lnTo>
                    <a:pt x="1262" y="3775"/>
                  </a:lnTo>
                  <a:lnTo>
                    <a:pt x="1304" y="3774"/>
                  </a:lnTo>
                  <a:lnTo>
                    <a:pt x="1310" y="3789"/>
                  </a:lnTo>
                  <a:lnTo>
                    <a:pt x="1339" y="3884"/>
                  </a:lnTo>
                  <a:lnTo>
                    <a:pt x="1325" y="4008"/>
                  </a:lnTo>
                  <a:lnTo>
                    <a:pt x="1311" y="4069"/>
                  </a:lnTo>
                  <a:lnTo>
                    <a:pt x="1361" y="4208"/>
                  </a:lnTo>
                  <a:lnTo>
                    <a:pt x="1371" y="4227"/>
                  </a:lnTo>
                  <a:lnTo>
                    <a:pt x="1381" y="4252"/>
                  </a:lnTo>
                  <a:lnTo>
                    <a:pt x="1388" y="4270"/>
                  </a:lnTo>
                  <a:lnTo>
                    <a:pt x="1393" y="4282"/>
                  </a:lnTo>
                  <a:lnTo>
                    <a:pt x="1398" y="4304"/>
                  </a:lnTo>
                  <a:lnTo>
                    <a:pt x="1401" y="4321"/>
                  </a:lnTo>
                  <a:lnTo>
                    <a:pt x="1464" y="4304"/>
                  </a:lnTo>
                  <a:lnTo>
                    <a:pt x="1491" y="4296"/>
                  </a:lnTo>
                  <a:lnTo>
                    <a:pt x="1520" y="4286"/>
                  </a:lnTo>
                  <a:lnTo>
                    <a:pt x="1580" y="4267"/>
                  </a:lnTo>
                  <a:lnTo>
                    <a:pt x="1595" y="4252"/>
                  </a:lnTo>
                  <a:lnTo>
                    <a:pt x="1602" y="4245"/>
                  </a:lnTo>
                  <a:lnTo>
                    <a:pt x="1644" y="4200"/>
                  </a:lnTo>
                  <a:lnTo>
                    <a:pt x="1704" y="4052"/>
                  </a:lnTo>
                  <a:lnTo>
                    <a:pt x="1704" y="4042"/>
                  </a:lnTo>
                  <a:lnTo>
                    <a:pt x="1707" y="3998"/>
                  </a:lnTo>
                  <a:lnTo>
                    <a:pt x="1708" y="3986"/>
                  </a:lnTo>
                  <a:lnTo>
                    <a:pt x="1707" y="3981"/>
                  </a:lnTo>
                  <a:lnTo>
                    <a:pt x="1705" y="3975"/>
                  </a:lnTo>
                  <a:lnTo>
                    <a:pt x="1703" y="3967"/>
                  </a:lnTo>
                  <a:lnTo>
                    <a:pt x="1700" y="3962"/>
                  </a:lnTo>
                  <a:lnTo>
                    <a:pt x="1695" y="3958"/>
                  </a:lnTo>
                  <a:lnTo>
                    <a:pt x="1688" y="3954"/>
                  </a:lnTo>
                  <a:lnTo>
                    <a:pt x="1680" y="3952"/>
                  </a:lnTo>
                  <a:lnTo>
                    <a:pt x="1674" y="3952"/>
                  </a:lnTo>
                  <a:lnTo>
                    <a:pt x="1663" y="3921"/>
                  </a:lnTo>
                  <a:lnTo>
                    <a:pt x="1665" y="3894"/>
                  </a:lnTo>
                  <a:lnTo>
                    <a:pt x="1668" y="3874"/>
                  </a:lnTo>
                  <a:lnTo>
                    <a:pt x="1667" y="3868"/>
                  </a:lnTo>
                  <a:lnTo>
                    <a:pt x="1667" y="3862"/>
                  </a:lnTo>
                  <a:lnTo>
                    <a:pt x="1667" y="3856"/>
                  </a:lnTo>
                  <a:lnTo>
                    <a:pt x="1668" y="3846"/>
                  </a:lnTo>
                  <a:lnTo>
                    <a:pt x="1667" y="3841"/>
                  </a:lnTo>
                  <a:lnTo>
                    <a:pt x="1678" y="3789"/>
                  </a:lnTo>
                  <a:lnTo>
                    <a:pt x="1688" y="3771"/>
                  </a:lnTo>
                  <a:lnTo>
                    <a:pt x="1693" y="3771"/>
                  </a:lnTo>
                  <a:lnTo>
                    <a:pt x="1699" y="3770"/>
                  </a:lnTo>
                  <a:lnTo>
                    <a:pt x="1709" y="3769"/>
                  </a:lnTo>
                  <a:lnTo>
                    <a:pt x="1714" y="3767"/>
                  </a:lnTo>
                  <a:lnTo>
                    <a:pt x="1748" y="3752"/>
                  </a:lnTo>
                  <a:lnTo>
                    <a:pt x="1758" y="3750"/>
                  </a:lnTo>
                  <a:lnTo>
                    <a:pt x="1764" y="3743"/>
                  </a:lnTo>
                  <a:lnTo>
                    <a:pt x="1770" y="3741"/>
                  </a:lnTo>
                  <a:lnTo>
                    <a:pt x="2044" y="3806"/>
                  </a:lnTo>
                  <a:lnTo>
                    <a:pt x="2186" y="3955"/>
                  </a:lnTo>
                  <a:lnTo>
                    <a:pt x="2194" y="3969"/>
                  </a:lnTo>
                  <a:lnTo>
                    <a:pt x="2198" y="3971"/>
                  </a:lnTo>
                  <a:lnTo>
                    <a:pt x="2210" y="3982"/>
                  </a:lnTo>
                  <a:lnTo>
                    <a:pt x="2238" y="4004"/>
                  </a:lnTo>
                  <a:lnTo>
                    <a:pt x="2286" y="4025"/>
                  </a:lnTo>
                  <a:lnTo>
                    <a:pt x="2301" y="4032"/>
                  </a:lnTo>
                  <a:lnTo>
                    <a:pt x="2325" y="4029"/>
                  </a:lnTo>
                  <a:lnTo>
                    <a:pt x="2333" y="4031"/>
                  </a:lnTo>
                  <a:lnTo>
                    <a:pt x="2341" y="4028"/>
                  </a:lnTo>
                  <a:lnTo>
                    <a:pt x="2445" y="3885"/>
                  </a:lnTo>
                  <a:lnTo>
                    <a:pt x="2452" y="3878"/>
                  </a:lnTo>
                  <a:lnTo>
                    <a:pt x="2466" y="3858"/>
                  </a:lnTo>
                  <a:lnTo>
                    <a:pt x="2472" y="3846"/>
                  </a:lnTo>
                  <a:lnTo>
                    <a:pt x="2473" y="3832"/>
                  </a:lnTo>
                  <a:lnTo>
                    <a:pt x="2472" y="3794"/>
                  </a:lnTo>
                  <a:lnTo>
                    <a:pt x="2461" y="3780"/>
                  </a:lnTo>
                  <a:lnTo>
                    <a:pt x="2436" y="3766"/>
                  </a:lnTo>
                  <a:lnTo>
                    <a:pt x="2394" y="3736"/>
                  </a:lnTo>
                  <a:lnTo>
                    <a:pt x="2374" y="3702"/>
                  </a:lnTo>
                  <a:lnTo>
                    <a:pt x="2359" y="3676"/>
                  </a:lnTo>
                  <a:lnTo>
                    <a:pt x="2346" y="3655"/>
                  </a:lnTo>
                  <a:lnTo>
                    <a:pt x="2344" y="3651"/>
                  </a:lnTo>
                  <a:lnTo>
                    <a:pt x="2330" y="3632"/>
                  </a:lnTo>
                  <a:lnTo>
                    <a:pt x="2327" y="3627"/>
                  </a:lnTo>
                  <a:lnTo>
                    <a:pt x="2326" y="3620"/>
                  </a:lnTo>
                  <a:lnTo>
                    <a:pt x="2319" y="3590"/>
                  </a:lnTo>
                  <a:lnTo>
                    <a:pt x="2316" y="3582"/>
                  </a:lnTo>
                  <a:lnTo>
                    <a:pt x="2314" y="3576"/>
                  </a:lnTo>
                  <a:lnTo>
                    <a:pt x="2305" y="3560"/>
                  </a:lnTo>
                  <a:lnTo>
                    <a:pt x="2300" y="3555"/>
                  </a:lnTo>
                  <a:lnTo>
                    <a:pt x="2294" y="3548"/>
                  </a:lnTo>
                  <a:lnTo>
                    <a:pt x="2291" y="3544"/>
                  </a:lnTo>
                  <a:lnTo>
                    <a:pt x="2288" y="3540"/>
                  </a:lnTo>
                  <a:lnTo>
                    <a:pt x="2294" y="3482"/>
                  </a:lnTo>
                  <a:lnTo>
                    <a:pt x="2306" y="3467"/>
                  </a:lnTo>
                  <a:lnTo>
                    <a:pt x="2310" y="3464"/>
                  </a:lnTo>
                  <a:lnTo>
                    <a:pt x="2314" y="3460"/>
                  </a:lnTo>
                  <a:lnTo>
                    <a:pt x="2317" y="3457"/>
                  </a:lnTo>
                  <a:lnTo>
                    <a:pt x="2326" y="3445"/>
                  </a:lnTo>
                  <a:lnTo>
                    <a:pt x="2337" y="3428"/>
                  </a:lnTo>
                  <a:lnTo>
                    <a:pt x="2350" y="3412"/>
                  </a:lnTo>
                  <a:lnTo>
                    <a:pt x="2385" y="3421"/>
                  </a:lnTo>
                  <a:lnTo>
                    <a:pt x="2426" y="3453"/>
                  </a:lnTo>
                  <a:lnTo>
                    <a:pt x="2445" y="3455"/>
                  </a:lnTo>
                  <a:lnTo>
                    <a:pt x="2460" y="3455"/>
                  </a:lnTo>
                  <a:lnTo>
                    <a:pt x="2472" y="3454"/>
                  </a:lnTo>
                  <a:lnTo>
                    <a:pt x="2478" y="3452"/>
                  </a:lnTo>
                  <a:lnTo>
                    <a:pt x="2625" y="3376"/>
                  </a:lnTo>
                  <a:lnTo>
                    <a:pt x="2635" y="3371"/>
                  </a:lnTo>
                  <a:lnTo>
                    <a:pt x="2638" y="3364"/>
                  </a:lnTo>
                  <a:lnTo>
                    <a:pt x="2611" y="3007"/>
                  </a:lnTo>
                  <a:lnTo>
                    <a:pt x="2606" y="3003"/>
                  </a:lnTo>
                  <a:lnTo>
                    <a:pt x="2488" y="2879"/>
                  </a:lnTo>
                  <a:lnTo>
                    <a:pt x="2378" y="2819"/>
                  </a:lnTo>
                  <a:lnTo>
                    <a:pt x="2254" y="2770"/>
                  </a:lnTo>
                  <a:lnTo>
                    <a:pt x="2163" y="2764"/>
                  </a:lnTo>
                  <a:lnTo>
                    <a:pt x="2127" y="2788"/>
                  </a:lnTo>
                  <a:lnTo>
                    <a:pt x="2117" y="2794"/>
                  </a:lnTo>
                  <a:lnTo>
                    <a:pt x="2107" y="2797"/>
                  </a:lnTo>
                  <a:lnTo>
                    <a:pt x="2033" y="2830"/>
                  </a:lnTo>
                  <a:lnTo>
                    <a:pt x="1939" y="2915"/>
                  </a:lnTo>
                  <a:lnTo>
                    <a:pt x="1827" y="2977"/>
                  </a:lnTo>
                  <a:lnTo>
                    <a:pt x="1811" y="2978"/>
                  </a:lnTo>
                  <a:lnTo>
                    <a:pt x="1506" y="3025"/>
                  </a:lnTo>
                  <a:lnTo>
                    <a:pt x="1360" y="3082"/>
                  </a:lnTo>
                  <a:lnTo>
                    <a:pt x="1250" y="3058"/>
                  </a:lnTo>
                  <a:lnTo>
                    <a:pt x="1171" y="3031"/>
                  </a:lnTo>
                  <a:lnTo>
                    <a:pt x="1044" y="2947"/>
                  </a:lnTo>
                  <a:lnTo>
                    <a:pt x="1022" y="2939"/>
                  </a:lnTo>
                  <a:lnTo>
                    <a:pt x="925" y="2903"/>
                  </a:lnTo>
                  <a:lnTo>
                    <a:pt x="906" y="2895"/>
                  </a:lnTo>
                  <a:lnTo>
                    <a:pt x="869" y="2676"/>
                  </a:lnTo>
                  <a:lnTo>
                    <a:pt x="892" y="2602"/>
                  </a:lnTo>
                  <a:lnTo>
                    <a:pt x="921" y="2571"/>
                  </a:lnTo>
                  <a:lnTo>
                    <a:pt x="964" y="2588"/>
                  </a:lnTo>
                  <a:lnTo>
                    <a:pt x="972" y="2592"/>
                  </a:lnTo>
                  <a:lnTo>
                    <a:pt x="1049" y="2616"/>
                  </a:lnTo>
                  <a:lnTo>
                    <a:pt x="1129" y="2643"/>
                  </a:lnTo>
                  <a:lnTo>
                    <a:pt x="1344" y="2713"/>
                  </a:lnTo>
                  <a:lnTo>
                    <a:pt x="1476" y="2666"/>
                  </a:lnTo>
                  <a:lnTo>
                    <a:pt x="1647" y="2250"/>
                  </a:lnTo>
                  <a:lnTo>
                    <a:pt x="1525" y="2128"/>
                  </a:lnTo>
                  <a:lnTo>
                    <a:pt x="1489" y="2093"/>
                  </a:lnTo>
                  <a:lnTo>
                    <a:pt x="1463" y="2068"/>
                  </a:lnTo>
                  <a:lnTo>
                    <a:pt x="1455" y="2061"/>
                  </a:lnTo>
                  <a:lnTo>
                    <a:pt x="1417" y="2024"/>
                  </a:lnTo>
                  <a:lnTo>
                    <a:pt x="1301" y="2154"/>
                  </a:lnTo>
                  <a:lnTo>
                    <a:pt x="1277" y="2169"/>
                  </a:lnTo>
                  <a:lnTo>
                    <a:pt x="1261" y="2179"/>
                  </a:lnTo>
                  <a:lnTo>
                    <a:pt x="1222" y="2204"/>
                  </a:lnTo>
                  <a:lnTo>
                    <a:pt x="1203" y="2216"/>
                  </a:lnTo>
                  <a:lnTo>
                    <a:pt x="1092" y="2288"/>
                  </a:lnTo>
                  <a:lnTo>
                    <a:pt x="1048" y="2288"/>
                  </a:lnTo>
                  <a:lnTo>
                    <a:pt x="851" y="2292"/>
                  </a:lnTo>
                  <a:lnTo>
                    <a:pt x="841" y="2278"/>
                  </a:lnTo>
                  <a:lnTo>
                    <a:pt x="818" y="2279"/>
                  </a:lnTo>
                  <a:lnTo>
                    <a:pt x="780" y="2281"/>
                  </a:lnTo>
                  <a:lnTo>
                    <a:pt x="751" y="2284"/>
                  </a:lnTo>
                  <a:lnTo>
                    <a:pt x="783" y="2233"/>
                  </a:lnTo>
                  <a:lnTo>
                    <a:pt x="794" y="2212"/>
                  </a:lnTo>
                  <a:lnTo>
                    <a:pt x="801" y="2199"/>
                  </a:lnTo>
                  <a:lnTo>
                    <a:pt x="810" y="2187"/>
                  </a:lnTo>
                  <a:lnTo>
                    <a:pt x="814" y="2181"/>
                  </a:lnTo>
                  <a:lnTo>
                    <a:pt x="816" y="2169"/>
                  </a:lnTo>
                  <a:lnTo>
                    <a:pt x="818" y="2163"/>
                  </a:lnTo>
                  <a:lnTo>
                    <a:pt x="819" y="2157"/>
                  </a:lnTo>
                  <a:lnTo>
                    <a:pt x="915" y="1967"/>
                  </a:lnTo>
                  <a:lnTo>
                    <a:pt x="1078" y="1757"/>
                  </a:lnTo>
                  <a:lnTo>
                    <a:pt x="1107" y="1711"/>
                  </a:lnTo>
                  <a:lnTo>
                    <a:pt x="1116" y="1688"/>
                  </a:lnTo>
                  <a:lnTo>
                    <a:pt x="1117" y="1682"/>
                  </a:lnTo>
                  <a:lnTo>
                    <a:pt x="1113" y="1650"/>
                  </a:lnTo>
                  <a:lnTo>
                    <a:pt x="1079" y="1552"/>
                  </a:lnTo>
                  <a:lnTo>
                    <a:pt x="1024" y="1468"/>
                  </a:lnTo>
                  <a:lnTo>
                    <a:pt x="889" y="1274"/>
                  </a:lnTo>
                  <a:lnTo>
                    <a:pt x="877" y="1202"/>
                  </a:lnTo>
                  <a:lnTo>
                    <a:pt x="888" y="1186"/>
                  </a:lnTo>
                  <a:lnTo>
                    <a:pt x="1229" y="1184"/>
                  </a:lnTo>
                  <a:lnTo>
                    <a:pt x="1422" y="1183"/>
                  </a:lnTo>
                  <a:lnTo>
                    <a:pt x="1460" y="1171"/>
                  </a:lnTo>
                  <a:lnTo>
                    <a:pt x="1509" y="1156"/>
                  </a:lnTo>
                  <a:lnTo>
                    <a:pt x="1524" y="1145"/>
                  </a:lnTo>
                  <a:lnTo>
                    <a:pt x="1726" y="960"/>
                  </a:lnTo>
                  <a:lnTo>
                    <a:pt x="1730" y="956"/>
                  </a:lnTo>
                  <a:lnTo>
                    <a:pt x="1736" y="949"/>
                  </a:lnTo>
                  <a:lnTo>
                    <a:pt x="1740" y="943"/>
                  </a:lnTo>
                  <a:lnTo>
                    <a:pt x="1742" y="938"/>
                  </a:lnTo>
                  <a:lnTo>
                    <a:pt x="1784" y="917"/>
                  </a:lnTo>
                  <a:lnTo>
                    <a:pt x="1897" y="1011"/>
                  </a:lnTo>
                  <a:lnTo>
                    <a:pt x="1905" y="1027"/>
                  </a:lnTo>
                  <a:lnTo>
                    <a:pt x="1912" y="1046"/>
                  </a:lnTo>
                  <a:lnTo>
                    <a:pt x="1918" y="1067"/>
                  </a:lnTo>
                  <a:lnTo>
                    <a:pt x="1921" y="1093"/>
                  </a:lnTo>
                  <a:lnTo>
                    <a:pt x="1920" y="1107"/>
                  </a:lnTo>
                  <a:lnTo>
                    <a:pt x="1916" y="1123"/>
                  </a:lnTo>
                  <a:lnTo>
                    <a:pt x="1914" y="1129"/>
                  </a:lnTo>
                  <a:lnTo>
                    <a:pt x="1913" y="1136"/>
                  </a:lnTo>
                  <a:lnTo>
                    <a:pt x="1913" y="1144"/>
                  </a:lnTo>
                  <a:lnTo>
                    <a:pt x="1911" y="1149"/>
                  </a:lnTo>
                  <a:lnTo>
                    <a:pt x="1905" y="1157"/>
                  </a:lnTo>
                  <a:lnTo>
                    <a:pt x="1847" y="1210"/>
                  </a:lnTo>
                  <a:lnTo>
                    <a:pt x="1827" y="1223"/>
                  </a:lnTo>
                  <a:lnTo>
                    <a:pt x="1809" y="1234"/>
                  </a:lnTo>
                  <a:lnTo>
                    <a:pt x="1765" y="1287"/>
                  </a:lnTo>
                  <a:lnTo>
                    <a:pt x="1774" y="1449"/>
                  </a:lnTo>
                  <a:lnTo>
                    <a:pt x="1907" y="1761"/>
                  </a:lnTo>
                  <a:lnTo>
                    <a:pt x="1911" y="1767"/>
                  </a:lnTo>
                  <a:lnTo>
                    <a:pt x="1917" y="1771"/>
                  </a:lnTo>
                  <a:lnTo>
                    <a:pt x="1920" y="1777"/>
                  </a:lnTo>
                  <a:lnTo>
                    <a:pt x="1921" y="1784"/>
                  </a:lnTo>
                  <a:lnTo>
                    <a:pt x="1928" y="1794"/>
                  </a:lnTo>
                  <a:lnTo>
                    <a:pt x="1971" y="1826"/>
                  </a:lnTo>
                  <a:lnTo>
                    <a:pt x="2004" y="1827"/>
                  </a:lnTo>
                  <a:lnTo>
                    <a:pt x="2075" y="1814"/>
                  </a:lnTo>
                  <a:lnTo>
                    <a:pt x="2272" y="1770"/>
                  </a:lnTo>
                  <a:lnTo>
                    <a:pt x="2401" y="1715"/>
                  </a:lnTo>
                  <a:lnTo>
                    <a:pt x="2498" y="1636"/>
                  </a:lnTo>
                  <a:lnTo>
                    <a:pt x="2513" y="1619"/>
                  </a:lnTo>
                  <a:lnTo>
                    <a:pt x="2517" y="1613"/>
                  </a:lnTo>
                  <a:lnTo>
                    <a:pt x="2515" y="1607"/>
                  </a:lnTo>
                  <a:lnTo>
                    <a:pt x="2458" y="1487"/>
                  </a:lnTo>
                  <a:lnTo>
                    <a:pt x="2437" y="1316"/>
                  </a:lnTo>
                  <a:lnTo>
                    <a:pt x="2440" y="1310"/>
                  </a:lnTo>
                  <a:lnTo>
                    <a:pt x="2444" y="1304"/>
                  </a:lnTo>
                  <a:lnTo>
                    <a:pt x="2453" y="1294"/>
                  </a:lnTo>
                  <a:lnTo>
                    <a:pt x="2456" y="1285"/>
                  </a:lnTo>
                  <a:lnTo>
                    <a:pt x="2458" y="1279"/>
                  </a:lnTo>
                  <a:lnTo>
                    <a:pt x="2478" y="1268"/>
                  </a:lnTo>
                  <a:lnTo>
                    <a:pt x="2483" y="1257"/>
                  </a:lnTo>
                  <a:lnTo>
                    <a:pt x="2488" y="1248"/>
                  </a:lnTo>
                  <a:lnTo>
                    <a:pt x="2496" y="1244"/>
                  </a:lnTo>
                  <a:lnTo>
                    <a:pt x="2512" y="1242"/>
                  </a:lnTo>
                  <a:lnTo>
                    <a:pt x="2525" y="1235"/>
                  </a:lnTo>
                  <a:lnTo>
                    <a:pt x="2532" y="1226"/>
                  </a:lnTo>
                  <a:lnTo>
                    <a:pt x="2537" y="1217"/>
                  </a:lnTo>
                  <a:lnTo>
                    <a:pt x="2545" y="1215"/>
                  </a:lnTo>
                  <a:lnTo>
                    <a:pt x="2554" y="1215"/>
                  </a:lnTo>
                  <a:lnTo>
                    <a:pt x="2584" y="1219"/>
                  </a:lnTo>
                  <a:lnTo>
                    <a:pt x="2626" y="1220"/>
                  </a:lnTo>
                  <a:lnTo>
                    <a:pt x="2790" y="1185"/>
                  </a:lnTo>
                  <a:lnTo>
                    <a:pt x="2804" y="1163"/>
                  </a:lnTo>
                  <a:lnTo>
                    <a:pt x="2810" y="1129"/>
                  </a:lnTo>
                  <a:lnTo>
                    <a:pt x="2843" y="780"/>
                  </a:lnTo>
                  <a:lnTo>
                    <a:pt x="2681" y="582"/>
                  </a:lnTo>
                  <a:lnTo>
                    <a:pt x="2662" y="567"/>
                  </a:lnTo>
                  <a:lnTo>
                    <a:pt x="2647" y="556"/>
                  </a:lnTo>
                  <a:lnTo>
                    <a:pt x="2633" y="494"/>
                  </a:lnTo>
                  <a:lnTo>
                    <a:pt x="2633" y="456"/>
                  </a:lnTo>
                  <a:lnTo>
                    <a:pt x="2633" y="448"/>
                  </a:lnTo>
                  <a:lnTo>
                    <a:pt x="2635" y="443"/>
                  </a:lnTo>
                  <a:lnTo>
                    <a:pt x="2638" y="438"/>
                  </a:lnTo>
                  <a:lnTo>
                    <a:pt x="2644" y="426"/>
                  </a:lnTo>
                  <a:lnTo>
                    <a:pt x="2651" y="415"/>
                  </a:lnTo>
                  <a:lnTo>
                    <a:pt x="2663" y="413"/>
                  </a:lnTo>
                  <a:lnTo>
                    <a:pt x="2704" y="406"/>
                  </a:lnTo>
                  <a:lnTo>
                    <a:pt x="2727" y="406"/>
                  </a:lnTo>
                  <a:lnTo>
                    <a:pt x="2738" y="395"/>
                  </a:lnTo>
                  <a:lnTo>
                    <a:pt x="2744" y="384"/>
                  </a:lnTo>
                  <a:lnTo>
                    <a:pt x="2744" y="371"/>
                  </a:lnTo>
                  <a:lnTo>
                    <a:pt x="2744" y="362"/>
                  </a:lnTo>
                  <a:lnTo>
                    <a:pt x="2742" y="342"/>
                  </a:lnTo>
                  <a:lnTo>
                    <a:pt x="2743" y="335"/>
                  </a:lnTo>
                  <a:lnTo>
                    <a:pt x="2742" y="327"/>
                  </a:lnTo>
                  <a:lnTo>
                    <a:pt x="2742" y="318"/>
                  </a:lnTo>
                  <a:lnTo>
                    <a:pt x="2742" y="307"/>
                  </a:lnTo>
                  <a:lnTo>
                    <a:pt x="2743" y="298"/>
                  </a:lnTo>
                  <a:lnTo>
                    <a:pt x="2744" y="289"/>
                  </a:lnTo>
                  <a:lnTo>
                    <a:pt x="2745" y="272"/>
                  </a:lnTo>
                  <a:lnTo>
                    <a:pt x="2754" y="202"/>
                  </a:lnTo>
                  <a:lnTo>
                    <a:pt x="2951" y="204"/>
                  </a:lnTo>
                  <a:lnTo>
                    <a:pt x="2960" y="203"/>
                  </a:lnTo>
                  <a:lnTo>
                    <a:pt x="2966" y="202"/>
                  </a:lnTo>
                  <a:lnTo>
                    <a:pt x="3036" y="196"/>
                  </a:lnTo>
                  <a:lnTo>
                    <a:pt x="3050" y="196"/>
                  </a:lnTo>
                  <a:lnTo>
                    <a:pt x="3052" y="213"/>
                  </a:lnTo>
                  <a:lnTo>
                    <a:pt x="3071" y="382"/>
                  </a:lnTo>
                  <a:lnTo>
                    <a:pt x="3076" y="383"/>
                  </a:lnTo>
                  <a:lnTo>
                    <a:pt x="3116" y="415"/>
                  </a:lnTo>
                  <a:lnTo>
                    <a:pt x="3162" y="432"/>
                  </a:lnTo>
                  <a:lnTo>
                    <a:pt x="3223" y="432"/>
                  </a:lnTo>
                  <a:lnTo>
                    <a:pt x="3296" y="411"/>
                  </a:lnTo>
                  <a:lnTo>
                    <a:pt x="3401" y="375"/>
                  </a:lnTo>
                  <a:lnTo>
                    <a:pt x="3432" y="334"/>
                  </a:lnTo>
                  <a:lnTo>
                    <a:pt x="3432" y="318"/>
                  </a:lnTo>
                  <a:lnTo>
                    <a:pt x="3413" y="257"/>
                  </a:lnTo>
                  <a:lnTo>
                    <a:pt x="3379" y="153"/>
                  </a:lnTo>
                  <a:lnTo>
                    <a:pt x="3434" y="143"/>
                  </a:lnTo>
                  <a:lnTo>
                    <a:pt x="3477" y="133"/>
                  </a:lnTo>
                  <a:lnTo>
                    <a:pt x="3579" y="129"/>
                  </a:lnTo>
                  <a:lnTo>
                    <a:pt x="3597" y="135"/>
                  </a:lnTo>
                  <a:lnTo>
                    <a:pt x="3636" y="147"/>
                  </a:lnTo>
                  <a:lnTo>
                    <a:pt x="3664" y="153"/>
                  </a:lnTo>
                  <a:lnTo>
                    <a:pt x="3743" y="159"/>
                  </a:lnTo>
                  <a:lnTo>
                    <a:pt x="3791" y="147"/>
                  </a:lnTo>
                  <a:lnTo>
                    <a:pt x="3798" y="145"/>
                  </a:lnTo>
                  <a:lnTo>
                    <a:pt x="3810" y="145"/>
                  </a:lnTo>
                  <a:lnTo>
                    <a:pt x="3816" y="149"/>
                  </a:lnTo>
                  <a:lnTo>
                    <a:pt x="3825" y="158"/>
                  </a:lnTo>
                  <a:lnTo>
                    <a:pt x="3827" y="232"/>
                  </a:lnTo>
                  <a:lnTo>
                    <a:pt x="3805" y="265"/>
                  </a:lnTo>
                  <a:lnTo>
                    <a:pt x="3742" y="303"/>
                  </a:lnTo>
                  <a:lnTo>
                    <a:pt x="3684" y="321"/>
                  </a:lnTo>
                  <a:lnTo>
                    <a:pt x="3678" y="326"/>
                  </a:lnTo>
                  <a:lnTo>
                    <a:pt x="3668" y="339"/>
                  </a:lnTo>
                  <a:lnTo>
                    <a:pt x="3660" y="359"/>
                  </a:lnTo>
                  <a:lnTo>
                    <a:pt x="3654" y="383"/>
                  </a:lnTo>
                  <a:lnTo>
                    <a:pt x="3651" y="395"/>
                  </a:lnTo>
                  <a:lnTo>
                    <a:pt x="3614" y="429"/>
                  </a:lnTo>
                  <a:lnTo>
                    <a:pt x="3600" y="459"/>
                  </a:lnTo>
                  <a:lnTo>
                    <a:pt x="3563" y="911"/>
                  </a:lnTo>
                  <a:lnTo>
                    <a:pt x="3562" y="920"/>
                  </a:lnTo>
                  <a:lnTo>
                    <a:pt x="3553" y="1124"/>
                  </a:lnTo>
                  <a:lnTo>
                    <a:pt x="3566" y="1493"/>
                  </a:lnTo>
                  <a:lnTo>
                    <a:pt x="3589" y="1506"/>
                  </a:lnTo>
                  <a:lnTo>
                    <a:pt x="3714" y="1435"/>
                  </a:lnTo>
                  <a:lnTo>
                    <a:pt x="3744" y="1418"/>
                  </a:lnTo>
                  <a:lnTo>
                    <a:pt x="3793" y="1337"/>
                  </a:lnTo>
                  <a:lnTo>
                    <a:pt x="3858" y="1225"/>
                  </a:lnTo>
                  <a:lnTo>
                    <a:pt x="3957" y="993"/>
                  </a:lnTo>
                  <a:lnTo>
                    <a:pt x="3959" y="984"/>
                  </a:lnTo>
                  <a:lnTo>
                    <a:pt x="3961" y="979"/>
                  </a:lnTo>
                  <a:lnTo>
                    <a:pt x="3962" y="974"/>
                  </a:lnTo>
                  <a:lnTo>
                    <a:pt x="3969" y="914"/>
                  </a:lnTo>
                  <a:lnTo>
                    <a:pt x="3964" y="886"/>
                  </a:lnTo>
                  <a:lnTo>
                    <a:pt x="3957" y="862"/>
                  </a:lnTo>
                  <a:lnTo>
                    <a:pt x="3943" y="815"/>
                  </a:lnTo>
                  <a:lnTo>
                    <a:pt x="3920" y="750"/>
                  </a:lnTo>
                  <a:lnTo>
                    <a:pt x="3912" y="700"/>
                  </a:lnTo>
                  <a:lnTo>
                    <a:pt x="3928" y="675"/>
                  </a:lnTo>
                  <a:lnTo>
                    <a:pt x="4105" y="524"/>
                  </a:lnTo>
                  <a:lnTo>
                    <a:pt x="4111" y="524"/>
                  </a:lnTo>
                  <a:lnTo>
                    <a:pt x="4119" y="522"/>
                  </a:lnTo>
                  <a:lnTo>
                    <a:pt x="4131" y="522"/>
                  </a:lnTo>
                  <a:lnTo>
                    <a:pt x="4142" y="519"/>
                  </a:lnTo>
                  <a:lnTo>
                    <a:pt x="4188" y="512"/>
                  </a:lnTo>
                  <a:lnTo>
                    <a:pt x="4205" y="517"/>
                  </a:lnTo>
                  <a:lnTo>
                    <a:pt x="4210" y="522"/>
                  </a:lnTo>
                  <a:lnTo>
                    <a:pt x="4216" y="530"/>
                  </a:lnTo>
                  <a:lnTo>
                    <a:pt x="4225" y="541"/>
                  </a:lnTo>
                  <a:lnTo>
                    <a:pt x="4275" y="645"/>
                  </a:lnTo>
                  <a:lnTo>
                    <a:pt x="4279" y="653"/>
                  </a:lnTo>
                  <a:lnTo>
                    <a:pt x="4275" y="662"/>
                  </a:lnTo>
                  <a:lnTo>
                    <a:pt x="4225" y="777"/>
                  </a:lnTo>
                  <a:lnTo>
                    <a:pt x="4184" y="817"/>
                  </a:lnTo>
                  <a:lnTo>
                    <a:pt x="4178" y="822"/>
                  </a:lnTo>
                  <a:lnTo>
                    <a:pt x="4137" y="855"/>
                  </a:lnTo>
                  <a:lnTo>
                    <a:pt x="4127" y="889"/>
                  </a:lnTo>
                  <a:lnTo>
                    <a:pt x="4140" y="923"/>
                  </a:lnTo>
                  <a:lnTo>
                    <a:pt x="4208" y="1091"/>
                  </a:lnTo>
                  <a:lnTo>
                    <a:pt x="4245" y="1119"/>
                  </a:lnTo>
                  <a:lnTo>
                    <a:pt x="4268" y="1135"/>
                  </a:lnTo>
                  <a:lnTo>
                    <a:pt x="4348" y="1090"/>
                  </a:lnTo>
                  <a:lnTo>
                    <a:pt x="4363" y="1082"/>
                  </a:lnTo>
                  <a:lnTo>
                    <a:pt x="4376" y="1067"/>
                  </a:lnTo>
                  <a:lnTo>
                    <a:pt x="4379" y="1050"/>
                  </a:lnTo>
                  <a:lnTo>
                    <a:pt x="4388" y="987"/>
                  </a:lnTo>
                  <a:lnTo>
                    <a:pt x="4300" y="942"/>
                  </a:lnTo>
                  <a:lnTo>
                    <a:pt x="4331" y="844"/>
                  </a:lnTo>
                  <a:lnTo>
                    <a:pt x="4335" y="829"/>
                  </a:lnTo>
                  <a:lnTo>
                    <a:pt x="4343" y="797"/>
                  </a:lnTo>
                  <a:lnTo>
                    <a:pt x="4348" y="783"/>
                  </a:lnTo>
                  <a:lnTo>
                    <a:pt x="4364" y="753"/>
                  </a:lnTo>
                  <a:lnTo>
                    <a:pt x="4375" y="734"/>
                  </a:lnTo>
                  <a:lnTo>
                    <a:pt x="4377" y="725"/>
                  </a:lnTo>
                  <a:lnTo>
                    <a:pt x="4374" y="717"/>
                  </a:lnTo>
                  <a:lnTo>
                    <a:pt x="4375" y="708"/>
                  </a:lnTo>
                  <a:lnTo>
                    <a:pt x="4379" y="694"/>
                  </a:lnTo>
                  <a:lnTo>
                    <a:pt x="4380" y="683"/>
                  </a:lnTo>
                  <a:lnTo>
                    <a:pt x="4383" y="674"/>
                  </a:lnTo>
                  <a:lnTo>
                    <a:pt x="4396" y="664"/>
                  </a:lnTo>
                  <a:lnTo>
                    <a:pt x="4410" y="659"/>
                  </a:lnTo>
                  <a:lnTo>
                    <a:pt x="4449" y="655"/>
                  </a:lnTo>
                  <a:lnTo>
                    <a:pt x="4453" y="653"/>
                  </a:lnTo>
                  <a:lnTo>
                    <a:pt x="4459" y="651"/>
                  </a:lnTo>
                  <a:lnTo>
                    <a:pt x="4488" y="640"/>
                  </a:lnTo>
                  <a:lnTo>
                    <a:pt x="4498" y="619"/>
                  </a:lnTo>
                  <a:lnTo>
                    <a:pt x="4496" y="538"/>
                  </a:lnTo>
                  <a:lnTo>
                    <a:pt x="4497" y="488"/>
                  </a:lnTo>
                  <a:lnTo>
                    <a:pt x="4503" y="431"/>
                  </a:lnTo>
                  <a:lnTo>
                    <a:pt x="4508" y="425"/>
                  </a:lnTo>
                  <a:lnTo>
                    <a:pt x="4543" y="395"/>
                  </a:lnTo>
                  <a:lnTo>
                    <a:pt x="4553" y="382"/>
                  </a:lnTo>
                  <a:lnTo>
                    <a:pt x="4573" y="349"/>
                  </a:lnTo>
                  <a:lnTo>
                    <a:pt x="4575" y="343"/>
                  </a:lnTo>
                  <a:lnTo>
                    <a:pt x="4625" y="128"/>
                  </a:lnTo>
                  <a:lnTo>
                    <a:pt x="4621" y="132"/>
                  </a:lnTo>
                  <a:lnTo>
                    <a:pt x="4613" y="136"/>
                  </a:lnTo>
                  <a:lnTo>
                    <a:pt x="4602" y="142"/>
                  </a:lnTo>
                  <a:lnTo>
                    <a:pt x="4593" y="145"/>
                  </a:lnTo>
                  <a:lnTo>
                    <a:pt x="4571" y="152"/>
                  </a:lnTo>
                  <a:lnTo>
                    <a:pt x="4563" y="154"/>
                  </a:lnTo>
                  <a:lnTo>
                    <a:pt x="4546" y="159"/>
                  </a:lnTo>
                  <a:lnTo>
                    <a:pt x="4531" y="164"/>
                  </a:lnTo>
                  <a:lnTo>
                    <a:pt x="4518" y="160"/>
                  </a:lnTo>
                  <a:lnTo>
                    <a:pt x="4507" y="158"/>
                  </a:lnTo>
                  <a:lnTo>
                    <a:pt x="4498" y="159"/>
                  </a:lnTo>
                  <a:lnTo>
                    <a:pt x="4490" y="158"/>
                  </a:lnTo>
                  <a:lnTo>
                    <a:pt x="4501" y="137"/>
                  </a:lnTo>
                  <a:lnTo>
                    <a:pt x="4548" y="106"/>
                  </a:lnTo>
                  <a:lnTo>
                    <a:pt x="4651" y="16"/>
                  </a:lnTo>
                  <a:lnTo>
                    <a:pt x="4700" y="0"/>
                  </a:lnTo>
                  <a:lnTo>
                    <a:pt x="4841" y="65"/>
                  </a:lnTo>
                  <a:lnTo>
                    <a:pt x="4853" y="69"/>
                  </a:lnTo>
                  <a:lnTo>
                    <a:pt x="4865" y="76"/>
                  </a:lnTo>
                  <a:lnTo>
                    <a:pt x="4872" y="86"/>
                  </a:lnTo>
                  <a:lnTo>
                    <a:pt x="4875" y="94"/>
                  </a:lnTo>
                  <a:lnTo>
                    <a:pt x="4875" y="104"/>
                  </a:lnTo>
                  <a:lnTo>
                    <a:pt x="4877" y="110"/>
                  </a:lnTo>
                  <a:lnTo>
                    <a:pt x="4884" y="117"/>
                  </a:lnTo>
                  <a:lnTo>
                    <a:pt x="4895" y="125"/>
                  </a:lnTo>
                  <a:lnTo>
                    <a:pt x="4913" y="137"/>
                  </a:lnTo>
                  <a:lnTo>
                    <a:pt x="4920" y="145"/>
                  </a:lnTo>
                  <a:lnTo>
                    <a:pt x="4930" y="1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9252610" y="2380879"/>
              <a:ext cx="723" cy="643"/>
            </a:xfrm>
            <a:custGeom>
              <a:avLst/>
              <a:pathLst>
                <a:path w="723" h="643">
                  <a:moveTo>
                    <a:pt x="579" y="82"/>
                  </a:moveTo>
                  <a:lnTo>
                    <a:pt x="594" y="85"/>
                  </a:lnTo>
                  <a:lnTo>
                    <a:pt x="599" y="86"/>
                  </a:lnTo>
                  <a:lnTo>
                    <a:pt x="606" y="87"/>
                  </a:lnTo>
                  <a:lnTo>
                    <a:pt x="612" y="88"/>
                  </a:lnTo>
                  <a:lnTo>
                    <a:pt x="619" y="89"/>
                  </a:lnTo>
                  <a:lnTo>
                    <a:pt x="626" y="91"/>
                  </a:lnTo>
                  <a:lnTo>
                    <a:pt x="633" y="94"/>
                  </a:lnTo>
                  <a:lnTo>
                    <a:pt x="639" y="96"/>
                  </a:lnTo>
                  <a:lnTo>
                    <a:pt x="645" y="97"/>
                  </a:lnTo>
                  <a:lnTo>
                    <a:pt x="650" y="98"/>
                  </a:lnTo>
                  <a:lnTo>
                    <a:pt x="656" y="98"/>
                  </a:lnTo>
                  <a:lnTo>
                    <a:pt x="663" y="97"/>
                  </a:lnTo>
                  <a:lnTo>
                    <a:pt x="670" y="96"/>
                  </a:lnTo>
                  <a:lnTo>
                    <a:pt x="676" y="95"/>
                  </a:lnTo>
                  <a:lnTo>
                    <a:pt x="692" y="94"/>
                  </a:lnTo>
                  <a:lnTo>
                    <a:pt x="705" y="111"/>
                  </a:lnTo>
                  <a:lnTo>
                    <a:pt x="709" y="152"/>
                  </a:lnTo>
                  <a:lnTo>
                    <a:pt x="721" y="259"/>
                  </a:lnTo>
                  <a:lnTo>
                    <a:pt x="722" y="268"/>
                  </a:lnTo>
                  <a:lnTo>
                    <a:pt x="723" y="380"/>
                  </a:lnTo>
                  <a:lnTo>
                    <a:pt x="723" y="389"/>
                  </a:lnTo>
                  <a:lnTo>
                    <a:pt x="714" y="406"/>
                  </a:lnTo>
                  <a:lnTo>
                    <a:pt x="673" y="471"/>
                  </a:lnTo>
                  <a:lnTo>
                    <a:pt x="555" y="576"/>
                  </a:lnTo>
                  <a:lnTo>
                    <a:pt x="544" y="579"/>
                  </a:lnTo>
                  <a:lnTo>
                    <a:pt x="532" y="578"/>
                  </a:lnTo>
                  <a:lnTo>
                    <a:pt x="429" y="596"/>
                  </a:lnTo>
                  <a:lnTo>
                    <a:pt x="371" y="612"/>
                  </a:lnTo>
                  <a:lnTo>
                    <a:pt x="350" y="630"/>
                  </a:lnTo>
                  <a:lnTo>
                    <a:pt x="345" y="637"/>
                  </a:lnTo>
                  <a:lnTo>
                    <a:pt x="311" y="643"/>
                  </a:lnTo>
                  <a:lnTo>
                    <a:pt x="286" y="615"/>
                  </a:lnTo>
                  <a:lnTo>
                    <a:pt x="274" y="601"/>
                  </a:lnTo>
                  <a:lnTo>
                    <a:pt x="268" y="583"/>
                  </a:lnTo>
                  <a:lnTo>
                    <a:pt x="259" y="563"/>
                  </a:lnTo>
                  <a:lnTo>
                    <a:pt x="257" y="557"/>
                  </a:lnTo>
                  <a:lnTo>
                    <a:pt x="274" y="515"/>
                  </a:lnTo>
                  <a:lnTo>
                    <a:pt x="264" y="501"/>
                  </a:lnTo>
                  <a:lnTo>
                    <a:pt x="240" y="491"/>
                  </a:lnTo>
                  <a:lnTo>
                    <a:pt x="180" y="463"/>
                  </a:lnTo>
                  <a:lnTo>
                    <a:pt x="189" y="444"/>
                  </a:lnTo>
                  <a:lnTo>
                    <a:pt x="141" y="421"/>
                  </a:lnTo>
                  <a:lnTo>
                    <a:pt x="136" y="418"/>
                  </a:lnTo>
                  <a:lnTo>
                    <a:pt x="114" y="399"/>
                  </a:lnTo>
                  <a:lnTo>
                    <a:pt x="32" y="330"/>
                  </a:lnTo>
                  <a:lnTo>
                    <a:pt x="13" y="294"/>
                  </a:lnTo>
                  <a:lnTo>
                    <a:pt x="3" y="274"/>
                  </a:lnTo>
                  <a:lnTo>
                    <a:pt x="0" y="267"/>
                  </a:lnTo>
                  <a:lnTo>
                    <a:pt x="2" y="243"/>
                  </a:lnTo>
                  <a:lnTo>
                    <a:pt x="3" y="227"/>
                  </a:lnTo>
                  <a:lnTo>
                    <a:pt x="13" y="222"/>
                  </a:lnTo>
                  <a:lnTo>
                    <a:pt x="41" y="230"/>
                  </a:lnTo>
                  <a:lnTo>
                    <a:pt x="84" y="255"/>
                  </a:lnTo>
                  <a:lnTo>
                    <a:pt x="99" y="254"/>
                  </a:lnTo>
                  <a:lnTo>
                    <a:pt x="104" y="254"/>
                  </a:lnTo>
                  <a:lnTo>
                    <a:pt x="126" y="250"/>
                  </a:lnTo>
                  <a:lnTo>
                    <a:pt x="164" y="246"/>
                  </a:lnTo>
                  <a:lnTo>
                    <a:pt x="195" y="245"/>
                  </a:lnTo>
                  <a:lnTo>
                    <a:pt x="225" y="238"/>
                  </a:lnTo>
                  <a:lnTo>
                    <a:pt x="242" y="220"/>
                  </a:lnTo>
                  <a:lnTo>
                    <a:pt x="346" y="110"/>
                  </a:lnTo>
                  <a:lnTo>
                    <a:pt x="361" y="95"/>
                  </a:lnTo>
                  <a:lnTo>
                    <a:pt x="389" y="66"/>
                  </a:lnTo>
                  <a:lnTo>
                    <a:pt x="426" y="0"/>
                  </a:lnTo>
                  <a:lnTo>
                    <a:pt x="474" y="30"/>
                  </a:lnTo>
                  <a:lnTo>
                    <a:pt x="479" y="32"/>
                  </a:lnTo>
                  <a:lnTo>
                    <a:pt x="483" y="35"/>
                  </a:lnTo>
                  <a:lnTo>
                    <a:pt x="488" y="38"/>
                  </a:lnTo>
                  <a:lnTo>
                    <a:pt x="495" y="43"/>
                  </a:lnTo>
                  <a:lnTo>
                    <a:pt x="505" y="49"/>
                  </a:lnTo>
                  <a:lnTo>
                    <a:pt x="511" y="51"/>
                  </a:lnTo>
                  <a:lnTo>
                    <a:pt x="516" y="53"/>
                  </a:lnTo>
                  <a:lnTo>
                    <a:pt x="520" y="55"/>
                  </a:lnTo>
                  <a:lnTo>
                    <a:pt x="526" y="60"/>
                  </a:lnTo>
                  <a:lnTo>
                    <a:pt x="534" y="66"/>
                  </a:lnTo>
                  <a:lnTo>
                    <a:pt x="540" y="69"/>
                  </a:lnTo>
                  <a:lnTo>
                    <a:pt x="548" y="72"/>
                  </a:lnTo>
                  <a:lnTo>
                    <a:pt x="553" y="74"/>
                  </a:lnTo>
                  <a:lnTo>
                    <a:pt x="558" y="77"/>
                  </a:lnTo>
                  <a:lnTo>
                    <a:pt x="563" y="78"/>
                  </a:lnTo>
                  <a:lnTo>
                    <a:pt x="568" y="79"/>
                  </a:lnTo>
                  <a:lnTo>
                    <a:pt x="574" y="80"/>
                  </a:lnTo>
                  <a:lnTo>
                    <a:pt x="579" y="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9247080" y="2379579"/>
              <a:ext cx="3253" cy="4347"/>
            </a:xfrm>
            <a:custGeom>
              <a:avLst/>
              <a:pathLst>
                <a:path w="3253" h="4347">
                  <a:moveTo>
                    <a:pt x="2167" y="65"/>
                  </a:moveTo>
                  <a:lnTo>
                    <a:pt x="2177" y="70"/>
                  </a:lnTo>
                  <a:lnTo>
                    <a:pt x="2204" y="73"/>
                  </a:lnTo>
                  <a:lnTo>
                    <a:pt x="2211" y="73"/>
                  </a:lnTo>
                  <a:lnTo>
                    <a:pt x="2221" y="78"/>
                  </a:lnTo>
                  <a:lnTo>
                    <a:pt x="2228" y="105"/>
                  </a:lnTo>
                  <a:lnTo>
                    <a:pt x="2227" y="150"/>
                  </a:lnTo>
                  <a:lnTo>
                    <a:pt x="2201" y="218"/>
                  </a:lnTo>
                  <a:lnTo>
                    <a:pt x="2227" y="255"/>
                  </a:lnTo>
                  <a:lnTo>
                    <a:pt x="2333" y="327"/>
                  </a:lnTo>
                  <a:lnTo>
                    <a:pt x="2363" y="331"/>
                  </a:lnTo>
                  <a:lnTo>
                    <a:pt x="2383" y="332"/>
                  </a:lnTo>
                  <a:lnTo>
                    <a:pt x="2395" y="327"/>
                  </a:lnTo>
                  <a:lnTo>
                    <a:pt x="2409" y="296"/>
                  </a:lnTo>
                  <a:lnTo>
                    <a:pt x="2431" y="278"/>
                  </a:lnTo>
                  <a:lnTo>
                    <a:pt x="2448" y="272"/>
                  </a:lnTo>
                  <a:lnTo>
                    <a:pt x="2454" y="273"/>
                  </a:lnTo>
                  <a:lnTo>
                    <a:pt x="2459" y="275"/>
                  </a:lnTo>
                  <a:lnTo>
                    <a:pt x="2461" y="287"/>
                  </a:lnTo>
                  <a:lnTo>
                    <a:pt x="2463" y="293"/>
                  </a:lnTo>
                  <a:lnTo>
                    <a:pt x="2464" y="304"/>
                  </a:lnTo>
                  <a:lnTo>
                    <a:pt x="2464" y="311"/>
                  </a:lnTo>
                  <a:lnTo>
                    <a:pt x="2466" y="327"/>
                  </a:lnTo>
                  <a:lnTo>
                    <a:pt x="2468" y="337"/>
                  </a:lnTo>
                  <a:lnTo>
                    <a:pt x="2473" y="344"/>
                  </a:lnTo>
                  <a:lnTo>
                    <a:pt x="2550" y="406"/>
                  </a:lnTo>
                  <a:lnTo>
                    <a:pt x="2561" y="416"/>
                  </a:lnTo>
                  <a:lnTo>
                    <a:pt x="2632" y="452"/>
                  </a:lnTo>
                  <a:lnTo>
                    <a:pt x="2674" y="471"/>
                  </a:lnTo>
                  <a:lnTo>
                    <a:pt x="2702" y="483"/>
                  </a:lnTo>
                  <a:lnTo>
                    <a:pt x="2753" y="490"/>
                  </a:lnTo>
                  <a:lnTo>
                    <a:pt x="2776" y="495"/>
                  </a:lnTo>
                  <a:lnTo>
                    <a:pt x="2862" y="509"/>
                  </a:lnTo>
                  <a:lnTo>
                    <a:pt x="2905" y="509"/>
                  </a:lnTo>
                  <a:lnTo>
                    <a:pt x="2949" y="499"/>
                  </a:lnTo>
                  <a:lnTo>
                    <a:pt x="3106" y="424"/>
                  </a:lnTo>
                  <a:lnTo>
                    <a:pt x="3124" y="418"/>
                  </a:lnTo>
                  <a:lnTo>
                    <a:pt x="3186" y="411"/>
                  </a:lnTo>
                  <a:lnTo>
                    <a:pt x="3208" y="410"/>
                  </a:lnTo>
                  <a:lnTo>
                    <a:pt x="3242" y="408"/>
                  </a:lnTo>
                  <a:lnTo>
                    <a:pt x="3253" y="407"/>
                  </a:lnTo>
                  <a:lnTo>
                    <a:pt x="3247" y="430"/>
                  </a:lnTo>
                  <a:lnTo>
                    <a:pt x="3216" y="494"/>
                  </a:lnTo>
                  <a:lnTo>
                    <a:pt x="3190" y="549"/>
                  </a:lnTo>
                  <a:lnTo>
                    <a:pt x="3110" y="716"/>
                  </a:lnTo>
                  <a:lnTo>
                    <a:pt x="3101" y="729"/>
                  </a:lnTo>
                  <a:lnTo>
                    <a:pt x="3088" y="737"/>
                  </a:lnTo>
                  <a:lnTo>
                    <a:pt x="3077" y="745"/>
                  </a:lnTo>
                  <a:lnTo>
                    <a:pt x="3065" y="755"/>
                  </a:lnTo>
                  <a:lnTo>
                    <a:pt x="3059" y="759"/>
                  </a:lnTo>
                  <a:lnTo>
                    <a:pt x="3048" y="765"/>
                  </a:lnTo>
                  <a:lnTo>
                    <a:pt x="3034" y="750"/>
                  </a:lnTo>
                  <a:lnTo>
                    <a:pt x="3020" y="735"/>
                  </a:lnTo>
                  <a:lnTo>
                    <a:pt x="2991" y="727"/>
                  </a:lnTo>
                  <a:lnTo>
                    <a:pt x="2985" y="732"/>
                  </a:lnTo>
                  <a:lnTo>
                    <a:pt x="2899" y="759"/>
                  </a:lnTo>
                  <a:lnTo>
                    <a:pt x="2778" y="795"/>
                  </a:lnTo>
                  <a:lnTo>
                    <a:pt x="2721" y="828"/>
                  </a:lnTo>
                  <a:lnTo>
                    <a:pt x="2696" y="877"/>
                  </a:lnTo>
                  <a:lnTo>
                    <a:pt x="2686" y="897"/>
                  </a:lnTo>
                  <a:lnTo>
                    <a:pt x="2651" y="910"/>
                  </a:lnTo>
                  <a:lnTo>
                    <a:pt x="2631" y="910"/>
                  </a:lnTo>
                  <a:lnTo>
                    <a:pt x="2596" y="905"/>
                  </a:lnTo>
                  <a:lnTo>
                    <a:pt x="2444" y="891"/>
                  </a:lnTo>
                  <a:lnTo>
                    <a:pt x="2425" y="882"/>
                  </a:lnTo>
                  <a:lnTo>
                    <a:pt x="2389" y="864"/>
                  </a:lnTo>
                  <a:lnTo>
                    <a:pt x="2342" y="855"/>
                  </a:lnTo>
                  <a:lnTo>
                    <a:pt x="2314" y="853"/>
                  </a:lnTo>
                  <a:lnTo>
                    <a:pt x="2258" y="887"/>
                  </a:lnTo>
                  <a:lnTo>
                    <a:pt x="2183" y="949"/>
                  </a:lnTo>
                  <a:lnTo>
                    <a:pt x="2167" y="976"/>
                  </a:lnTo>
                  <a:lnTo>
                    <a:pt x="2165" y="981"/>
                  </a:lnTo>
                  <a:lnTo>
                    <a:pt x="2161" y="987"/>
                  </a:lnTo>
                  <a:lnTo>
                    <a:pt x="2137" y="1051"/>
                  </a:lnTo>
                  <a:lnTo>
                    <a:pt x="2126" y="1093"/>
                  </a:lnTo>
                  <a:lnTo>
                    <a:pt x="2228" y="1282"/>
                  </a:lnTo>
                  <a:lnTo>
                    <a:pt x="2267" y="1338"/>
                  </a:lnTo>
                  <a:lnTo>
                    <a:pt x="2286" y="1365"/>
                  </a:lnTo>
                  <a:lnTo>
                    <a:pt x="2287" y="1374"/>
                  </a:lnTo>
                  <a:lnTo>
                    <a:pt x="2313" y="1644"/>
                  </a:lnTo>
                  <a:lnTo>
                    <a:pt x="2312" y="1657"/>
                  </a:lnTo>
                  <a:lnTo>
                    <a:pt x="2311" y="1665"/>
                  </a:lnTo>
                  <a:lnTo>
                    <a:pt x="2310" y="1676"/>
                  </a:lnTo>
                  <a:lnTo>
                    <a:pt x="2310" y="1686"/>
                  </a:lnTo>
                  <a:lnTo>
                    <a:pt x="2309" y="1691"/>
                  </a:lnTo>
                  <a:lnTo>
                    <a:pt x="2308" y="1701"/>
                  </a:lnTo>
                  <a:lnTo>
                    <a:pt x="2306" y="1711"/>
                  </a:lnTo>
                  <a:lnTo>
                    <a:pt x="2304" y="1717"/>
                  </a:lnTo>
                  <a:lnTo>
                    <a:pt x="2292" y="1771"/>
                  </a:lnTo>
                  <a:lnTo>
                    <a:pt x="2280" y="1775"/>
                  </a:lnTo>
                  <a:lnTo>
                    <a:pt x="2245" y="1787"/>
                  </a:lnTo>
                  <a:lnTo>
                    <a:pt x="2237" y="1821"/>
                  </a:lnTo>
                  <a:lnTo>
                    <a:pt x="2235" y="1831"/>
                  </a:lnTo>
                  <a:lnTo>
                    <a:pt x="2233" y="1838"/>
                  </a:lnTo>
                  <a:lnTo>
                    <a:pt x="2230" y="1847"/>
                  </a:lnTo>
                  <a:lnTo>
                    <a:pt x="2266" y="1944"/>
                  </a:lnTo>
                  <a:lnTo>
                    <a:pt x="2290" y="1973"/>
                  </a:lnTo>
                  <a:lnTo>
                    <a:pt x="2299" y="1983"/>
                  </a:lnTo>
                  <a:lnTo>
                    <a:pt x="2307" y="1989"/>
                  </a:lnTo>
                  <a:lnTo>
                    <a:pt x="2311" y="1993"/>
                  </a:lnTo>
                  <a:lnTo>
                    <a:pt x="2314" y="2003"/>
                  </a:lnTo>
                  <a:lnTo>
                    <a:pt x="2315" y="2019"/>
                  </a:lnTo>
                  <a:lnTo>
                    <a:pt x="2365" y="2131"/>
                  </a:lnTo>
                  <a:lnTo>
                    <a:pt x="2368" y="2144"/>
                  </a:lnTo>
                  <a:lnTo>
                    <a:pt x="2368" y="2151"/>
                  </a:lnTo>
                  <a:lnTo>
                    <a:pt x="2371" y="2272"/>
                  </a:lnTo>
                  <a:lnTo>
                    <a:pt x="2372" y="2301"/>
                  </a:lnTo>
                  <a:lnTo>
                    <a:pt x="2361" y="2327"/>
                  </a:lnTo>
                  <a:lnTo>
                    <a:pt x="2308" y="2451"/>
                  </a:lnTo>
                  <a:lnTo>
                    <a:pt x="2306" y="2460"/>
                  </a:lnTo>
                  <a:lnTo>
                    <a:pt x="2304" y="2469"/>
                  </a:lnTo>
                  <a:lnTo>
                    <a:pt x="2300" y="2479"/>
                  </a:lnTo>
                  <a:lnTo>
                    <a:pt x="2296" y="2488"/>
                  </a:lnTo>
                  <a:lnTo>
                    <a:pt x="2289" y="2501"/>
                  </a:lnTo>
                  <a:lnTo>
                    <a:pt x="2286" y="2507"/>
                  </a:lnTo>
                  <a:lnTo>
                    <a:pt x="2283" y="2513"/>
                  </a:lnTo>
                  <a:lnTo>
                    <a:pt x="2281" y="2520"/>
                  </a:lnTo>
                  <a:lnTo>
                    <a:pt x="2275" y="2530"/>
                  </a:lnTo>
                  <a:lnTo>
                    <a:pt x="2236" y="2622"/>
                  </a:lnTo>
                  <a:lnTo>
                    <a:pt x="2226" y="2645"/>
                  </a:lnTo>
                  <a:lnTo>
                    <a:pt x="2211" y="2655"/>
                  </a:lnTo>
                  <a:lnTo>
                    <a:pt x="2200" y="2657"/>
                  </a:lnTo>
                  <a:lnTo>
                    <a:pt x="2146" y="2665"/>
                  </a:lnTo>
                  <a:lnTo>
                    <a:pt x="2136" y="2667"/>
                  </a:lnTo>
                  <a:lnTo>
                    <a:pt x="2102" y="2634"/>
                  </a:lnTo>
                  <a:lnTo>
                    <a:pt x="2021" y="2647"/>
                  </a:lnTo>
                  <a:lnTo>
                    <a:pt x="1911" y="2760"/>
                  </a:lnTo>
                  <a:lnTo>
                    <a:pt x="1911" y="2780"/>
                  </a:lnTo>
                  <a:lnTo>
                    <a:pt x="1918" y="2791"/>
                  </a:lnTo>
                  <a:lnTo>
                    <a:pt x="1925" y="2798"/>
                  </a:lnTo>
                  <a:lnTo>
                    <a:pt x="1943" y="2818"/>
                  </a:lnTo>
                  <a:lnTo>
                    <a:pt x="1954" y="2835"/>
                  </a:lnTo>
                  <a:lnTo>
                    <a:pt x="1964" y="2853"/>
                  </a:lnTo>
                  <a:lnTo>
                    <a:pt x="1969" y="2860"/>
                  </a:lnTo>
                  <a:lnTo>
                    <a:pt x="1973" y="2868"/>
                  </a:lnTo>
                  <a:lnTo>
                    <a:pt x="1979" y="2879"/>
                  </a:lnTo>
                  <a:lnTo>
                    <a:pt x="1983" y="2887"/>
                  </a:lnTo>
                  <a:lnTo>
                    <a:pt x="1985" y="2892"/>
                  </a:lnTo>
                  <a:lnTo>
                    <a:pt x="1987" y="2898"/>
                  </a:lnTo>
                  <a:lnTo>
                    <a:pt x="1988" y="2904"/>
                  </a:lnTo>
                  <a:lnTo>
                    <a:pt x="1988" y="2913"/>
                  </a:lnTo>
                  <a:lnTo>
                    <a:pt x="1989" y="2926"/>
                  </a:lnTo>
                  <a:lnTo>
                    <a:pt x="1989" y="2932"/>
                  </a:lnTo>
                  <a:lnTo>
                    <a:pt x="1993" y="2951"/>
                  </a:lnTo>
                  <a:lnTo>
                    <a:pt x="1995" y="2959"/>
                  </a:lnTo>
                  <a:lnTo>
                    <a:pt x="2005" y="2982"/>
                  </a:lnTo>
                  <a:lnTo>
                    <a:pt x="2059" y="3051"/>
                  </a:lnTo>
                  <a:lnTo>
                    <a:pt x="2084" y="3084"/>
                  </a:lnTo>
                  <a:lnTo>
                    <a:pt x="2084" y="3144"/>
                  </a:lnTo>
                  <a:lnTo>
                    <a:pt x="2066" y="3188"/>
                  </a:lnTo>
                  <a:lnTo>
                    <a:pt x="2060" y="3193"/>
                  </a:lnTo>
                  <a:lnTo>
                    <a:pt x="2056" y="3196"/>
                  </a:lnTo>
                  <a:lnTo>
                    <a:pt x="2049" y="3202"/>
                  </a:lnTo>
                  <a:lnTo>
                    <a:pt x="2043" y="3206"/>
                  </a:lnTo>
                  <a:lnTo>
                    <a:pt x="2026" y="3221"/>
                  </a:lnTo>
                  <a:lnTo>
                    <a:pt x="2012" y="3230"/>
                  </a:lnTo>
                  <a:lnTo>
                    <a:pt x="1983" y="3231"/>
                  </a:lnTo>
                  <a:lnTo>
                    <a:pt x="1947" y="3232"/>
                  </a:lnTo>
                  <a:lnTo>
                    <a:pt x="1942" y="3232"/>
                  </a:lnTo>
                  <a:lnTo>
                    <a:pt x="1934" y="3232"/>
                  </a:lnTo>
                  <a:lnTo>
                    <a:pt x="1892" y="3254"/>
                  </a:lnTo>
                  <a:lnTo>
                    <a:pt x="1891" y="3379"/>
                  </a:lnTo>
                  <a:lnTo>
                    <a:pt x="1911" y="3544"/>
                  </a:lnTo>
                  <a:lnTo>
                    <a:pt x="1947" y="3809"/>
                  </a:lnTo>
                  <a:lnTo>
                    <a:pt x="1968" y="3869"/>
                  </a:lnTo>
                  <a:lnTo>
                    <a:pt x="2018" y="3924"/>
                  </a:lnTo>
                  <a:lnTo>
                    <a:pt x="2044" y="3930"/>
                  </a:lnTo>
                  <a:lnTo>
                    <a:pt x="2057" y="3931"/>
                  </a:lnTo>
                  <a:lnTo>
                    <a:pt x="2079" y="3931"/>
                  </a:lnTo>
                  <a:lnTo>
                    <a:pt x="2090" y="3930"/>
                  </a:lnTo>
                  <a:lnTo>
                    <a:pt x="2124" y="3930"/>
                  </a:lnTo>
                  <a:lnTo>
                    <a:pt x="2151" y="3946"/>
                  </a:lnTo>
                  <a:lnTo>
                    <a:pt x="2157" y="3958"/>
                  </a:lnTo>
                  <a:lnTo>
                    <a:pt x="2158" y="3965"/>
                  </a:lnTo>
                  <a:lnTo>
                    <a:pt x="2158" y="3974"/>
                  </a:lnTo>
                  <a:lnTo>
                    <a:pt x="2154" y="3984"/>
                  </a:lnTo>
                  <a:lnTo>
                    <a:pt x="2082" y="4087"/>
                  </a:lnTo>
                  <a:lnTo>
                    <a:pt x="2073" y="4095"/>
                  </a:lnTo>
                  <a:lnTo>
                    <a:pt x="2069" y="4099"/>
                  </a:lnTo>
                  <a:lnTo>
                    <a:pt x="2059" y="4108"/>
                  </a:lnTo>
                  <a:lnTo>
                    <a:pt x="2023" y="4123"/>
                  </a:lnTo>
                  <a:lnTo>
                    <a:pt x="1889" y="4113"/>
                  </a:lnTo>
                  <a:lnTo>
                    <a:pt x="1882" y="4113"/>
                  </a:lnTo>
                  <a:lnTo>
                    <a:pt x="1762" y="4066"/>
                  </a:lnTo>
                  <a:lnTo>
                    <a:pt x="1656" y="4031"/>
                  </a:lnTo>
                  <a:lnTo>
                    <a:pt x="1576" y="4004"/>
                  </a:lnTo>
                  <a:lnTo>
                    <a:pt x="1371" y="3937"/>
                  </a:lnTo>
                  <a:lnTo>
                    <a:pt x="1309" y="3919"/>
                  </a:lnTo>
                  <a:lnTo>
                    <a:pt x="1278" y="3916"/>
                  </a:lnTo>
                  <a:lnTo>
                    <a:pt x="1269" y="3915"/>
                  </a:lnTo>
                  <a:lnTo>
                    <a:pt x="1259" y="3915"/>
                  </a:lnTo>
                  <a:lnTo>
                    <a:pt x="1253" y="3915"/>
                  </a:lnTo>
                  <a:lnTo>
                    <a:pt x="1244" y="3918"/>
                  </a:lnTo>
                  <a:lnTo>
                    <a:pt x="1239" y="3921"/>
                  </a:lnTo>
                  <a:lnTo>
                    <a:pt x="1228" y="3923"/>
                  </a:lnTo>
                  <a:lnTo>
                    <a:pt x="1220" y="3924"/>
                  </a:lnTo>
                  <a:lnTo>
                    <a:pt x="1208" y="3928"/>
                  </a:lnTo>
                  <a:lnTo>
                    <a:pt x="1202" y="3933"/>
                  </a:lnTo>
                  <a:lnTo>
                    <a:pt x="1196" y="3937"/>
                  </a:lnTo>
                  <a:lnTo>
                    <a:pt x="1188" y="3939"/>
                  </a:lnTo>
                  <a:lnTo>
                    <a:pt x="1182" y="3942"/>
                  </a:lnTo>
                  <a:lnTo>
                    <a:pt x="1176" y="3945"/>
                  </a:lnTo>
                  <a:lnTo>
                    <a:pt x="1170" y="3948"/>
                  </a:lnTo>
                  <a:lnTo>
                    <a:pt x="1165" y="3950"/>
                  </a:lnTo>
                  <a:lnTo>
                    <a:pt x="1156" y="3949"/>
                  </a:lnTo>
                  <a:lnTo>
                    <a:pt x="1146" y="3950"/>
                  </a:lnTo>
                  <a:lnTo>
                    <a:pt x="1139" y="3951"/>
                  </a:lnTo>
                  <a:lnTo>
                    <a:pt x="1125" y="3954"/>
                  </a:lnTo>
                  <a:lnTo>
                    <a:pt x="1099" y="3970"/>
                  </a:lnTo>
                  <a:lnTo>
                    <a:pt x="1094" y="3974"/>
                  </a:lnTo>
                  <a:lnTo>
                    <a:pt x="1038" y="4028"/>
                  </a:lnTo>
                  <a:lnTo>
                    <a:pt x="1035" y="4059"/>
                  </a:lnTo>
                  <a:lnTo>
                    <a:pt x="1034" y="4074"/>
                  </a:lnTo>
                  <a:lnTo>
                    <a:pt x="1032" y="4094"/>
                  </a:lnTo>
                  <a:lnTo>
                    <a:pt x="1012" y="4141"/>
                  </a:lnTo>
                  <a:lnTo>
                    <a:pt x="1002" y="4155"/>
                  </a:lnTo>
                  <a:lnTo>
                    <a:pt x="941" y="4185"/>
                  </a:lnTo>
                  <a:lnTo>
                    <a:pt x="875" y="4170"/>
                  </a:lnTo>
                  <a:lnTo>
                    <a:pt x="868" y="4168"/>
                  </a:lnTo>
                  <a:lnTo>
                    <a:pt x="831" y="4158"/>
                  </a:lnTo>
                  <a:lnTo>
                    <a:pt x="770" y="4147"/>
                  </a:lnTo>
                  <a:lnTo>
                    <a:pt x="736" y="4134"/>
                  </a:lnTo>
                  <a:lnTo>
                    <a:pt x="722" y="4128"/>
                  </a:lnTo>
                  <a:lnTo>
                    <a:pt x="662" y="4106"/>
                  </a:lnTo>
                  <a:lnTo>
                    <a:pt x="573" y="4103"/>
                  </a:lnTo>
                  <a:lnTo>
                    <a:pt x="525" y="4119"/>
                  </a:lnTo>
                  <a:lnTo>
                    <a:pt x="509" y="4125"/>
                  </a:lnTo>
                  <a:lnTo>
                    <a:pt x="497" y="4142"/>
                  </a:lnTo>
                  <a:lnTo>
                    <a:pt x="492" y="4178"/>
                  </a:lnTo>
                  <a:lnTo>
                    <a:pt x="479" y="4207"/>
                  </a:lnTo>
                  <a:lnTo>
                    <a:pt x="469" y="4229"/>
                  </a:lnTo>
                  <a:lnTo>
                    <a:pt x="413" y="4296"/>
                  </a:lnTo>
                  <a:lnTo>
                    <a:pt x="393" y="4313"/>
                  </a:lnTo>
                  <a:lnTo>
                    <a:pt x="381" y="4323"/>
                  </a:lnTo>
                  <a:lnTo>
                    <a:pt x="375" y="4324"/>
                  </a:lnTo>
                  <a:lnTo>
                    <a:pt x="369" y="4322"/>
                  </a:lnTo>
                  <a:lnTo>
                    <a:pt x="362" y="4321"/>
                  </a:lnTo>
                  <a:lnTo>
                    <a:pt x="350" y="4320"/>
                  </a:lnTo>
                  <a:lnTo>
                    <a:pt x="343" y="4318"/>
                  </a:lnTo>
                  <a:lnTo>
                    <a:pt x="337" y="4316"/>
                  </a:lnTo>
                  <a:lnTo>
                    <a:pt x="333" y="4316"/>
                  </a:lnTo>
                  <a:lnTo>
                    <a:pt x="313" y="4313"/>
                  </a:lnTo>
                  <a:lnTo>
                    <a:pt x="308" y="4313"/>
                  </a:lnTo>
                  <a:lnTo>
                    <a:pt x="301" y="4312"/>
                  </a:lnTo>
                  <a:lnTo>
                    <a:pt x="291" y="4311"/>
                  </a:lnTo>
                  <a:lnTo>
                    <a:pt x="283" y="4311"/>
                  </a:lnTo>
                  <a:lnTo>
                    <a:pt x="276" y="4312"/>
                  </a:lnTo>
                  <a:lnTo>
                    <a:pt x="269" y="4316"/>
                  </a:lnTo>
                  <a:lnTo>
                    <a:pt x="262" y="4322"/>
                  </a:lnTo>
                  <a:lnTo>
                    <a:pt x="257" y="4325"/>
                  </a:lnTo>
                  <a:lnTo>
                    <a:pt x="248" y="4332"/>
                  </a:lnTo>
                  <a:lnTo>
                    <a:pt x="244" y="4334"/>
                  </a:lnTo>
                  <a:lnTo>
                    <a:pt x="238" y="4337"/>
                  </a:lnTo>
                  <a:lnTo>
                    <a:pt x="233" y="4339"/>
                  </a:lnTo>
                  <a:lnTo>
                    <a:pt x="222" y="4343"/>
                  </a:lnTo>
                  <a:lnTo>
                    <a:pt x="190" y="4347"/>
                  </a:lnTo>
                  <a:lnTo>
                    <a:pt x="168" y="4339"/>
                  </a:lnTo>
                  <a:lnTo>
                    <a:pt x="163" y="4337"/>
                  </a:lnTo>
                  <a:lnTo>
                    <a:pt x="159" y="4334"/>
                  </a:lnTo>
                  <a:lnTo>
                    <a:pt x="155" y="4332"/>
                  </a:lnTo>
                  <a:lnTo>
                    <a:pt x="149" y="4329"/>
                  </a:lnTo>
                  <a:lnTo>
                    <a:pt x="141" y="4323"/>
                  </a:lnTo>
                  <a:lnTo>
                    <a:pt x="136" y="4320"/>
                  </a:lnTo>
                  <a:lnTo>
                    <a:pt x="131" y="4318"/>
                  </a:lnTo>
                  <a:lnTo>
                    <a:pt x="123" y="4313"/>
                  </a:lnTo>
                  <a:lnTo>
                    <a:pt x="117" y="4310"/>
                  </a:lnTo>
                  <a:lnTo>
                    <a:pt x="108" y="4307"/>
                  </a:lnTo>
                  <a:lnTo>
                    <a:pt x="100" y="4305"/>
                  </a:lnTo>
                  <a:lnTo>
                    <a:pt x="92" y="4302"/>
                  </a:lnTo>
                  <a:lnTo>
                    <a:pt x="85" y="4301"/>
                  </a:lnTo>
                  <a:lnTo>
                    <a:pt x="77" y="4298"/>
                  </a:lnTo>
                  <a:lnTo>
                    <a:pt x="69" y="4296"/>
                  </a:lnTo>
                  <a:lnTo>
                    <a:pt x="63" y="4295"/>
                  </a:lnTo>
                  <a:lnTo>
                    <a:pt x="50" y="4293"/>
                  </a:lnTo>
                  <a:lnTo>
                    <a:pt x="43" y="4291"/>
                  </a:lnTo>
                  <a:lnTo>
                    <a:pt x="20" y="4279"/>
                  </a:lnTo>
                  <a:lnTo>
                    <a:pt x="7" y="4258"/>
                  </a:lnTo>
                  <a:lnTo>
                    <a:pt x="0" y="4219"/>
                  </a:lnTo>
                  <a:lnTo>
                    <a:pt x="20" y="4163"/>
                  </a:lnTo>
                  <a:lnTo>
                    <a:pt x="30" y="4146"/>
                  </a:lnTo>
                  <a:lnTo>
                    <a:pt x="34" y="4140"/>
                  </a:lnTo>
                  <a:lnTo>
                    <a:pt x="39" y="4132"/>
                  </a:lnTo>
                  <a:lnTo>
                    <a:pt x="44" y="4123"/>
                  </a:lnTo>
                  <a:lnTo>
                    <a:pt x="49" y="4113"/>
                  </a:lnTo>
                  <a:lnTo>
                    <a:pt x="62" y="4098"/>
                  </a:lnTo>
                  <a:lnTo>
                    <a:pt x="67" y="4090"/>
                  </a:lnTo>
                  <a:lnTo>
                    <a:pt x="70" y="4085"/>
                  </a:lnTo>
                  <a:lnTo>
                    <a:pt x="74" y="4081"/>
                  </a:lnTo>
                  <a:lnTo>
                    <a:pt x="77" y="4075"/>
                  </a:lnTo>
                  <a:lnTo>
                    <a:pt x="83" y="4072"/>
                  </a:lnTo>
                  <a:lnTo>
                    <a:pt x="87" y="4069"/>
                  </a:lnTo>
                  <a:lnTo>
                    <a:pt x="94" y="4064"/>
                  </a:lnTo>
                  <a:lnTo>
                    <a:pt x="104" y="4059"/>
                  </a:lnTo>
                  <a:lnTo>
                    <a:pt x="108" y="4057"/>
                  </a:lnTo>
                  <a:lnTo>
                    <a:pt x="114" y="4054"/>
                  </a:lnTo>
                  <a:lnTo>
                    <a:pt x="120" y="4050"/>
                  </a:lnTo>
                  <a:lnTo>
                    <a:pt x="124" y="4047"/>
                  </a:lnTo>
                  <a:lnTo>
                    <a:pt x="133" y="4043"/>
                  </a:lnTo>
                  <a:lnTo>
                    <a:pt x="208" y="4012"/>
                  </a:lnTo>
                  <a:lnTo>
                    <a:pt x="214" y="4010"/>
                  </a:lnTo>
                  <a:lnTo>
                    <a:pt x="222" y="4008"/>
                  </a:lnTo>
                  <a:lnTo>
                    <a:pt x="226" y="4005"/>
                  </a:lnTo>
                  <a:lnTo>
                    <a:pt x="232" y="4003"/>
                  </a:lnTo>
                  <a:lnTo>
                    <a:pt x="239" y="4001"/>
                  </a:lnTo>
                  <a:lnTo>
                    <a:pt x="244" y="3999"/>
                  </a:lnTo>
                  <a:lnTo>
                    <a:pt x="281" y="3980"/>
                  </a:lnTo>
                  <a:lnTo>
                    <a:pt x="396" y="3923"/>
                  </a:lnTo>
                  <a:lnTo>
                    <a:pt x="402" y="3920"/>
                  </a:lnTo>
                  <a:lnTo>
                    <a:pt x="409" y="3916"/>
                  </a:lnTo>
                  <a:lnTo>
                    <a:pt x="416" y="3912"/>
                  </a:lnTo>
                  <a:lnTo>
                    <a:pt x="423" y="3908"/>
                  </a:lnTo>
                  <a:lnTo>
                    <a:pt x="433" y="3901"/>
                  </a:lnTo>
                  <a:lnTo>
                    <a:pt x="443" y="3892"/>
                  </a:lnTo>
                  <a:lnTo>
                    <a:pt x="448" y="3885"/>
                  </a:lnTo>
                  <a:lnTo>
                    <a:pt x="453" y="3878"/>
                  </a:lnTo>
                  <a:lnTo>
                    <a:pt x="457" y="3872"/>
                  </a:lnTo>
                  <a:lnTo>
                    <a:pt x="462" y="3866"/>
                  </a:lnTo>
                  <a:lnTo>
                    <a:pt x="466" y="3858"/>
                  </a:lnTo>
                  <a:lnTo>
                    <a:pt x="472" y="3851"/>
                  </a:lnTo>
                  <a:lnTo>
                    <a:pt x="476" y="3846"/>
                  </a:lnTo>
                  <a:lnTo>
                    <a:pt x="478" y="3841"/>
                  </a:lnTo>
                  <a:lnTo>
                    <a:pt x="481" y="3834"/>
                  </a:lnTo>
                  <a:lnTo>
                    <a:pt x="484" y="3827"/>
                  </a:lnTo>
                  <a:lnTo>
                    <a:pt x="523" y="3764"/>
                  </a:lnTo>
                  <a:lnTo>
                    <a:pt x="574" y="3665"/>
                  </a:lnTo>
                  <a:lnTo>
                    <a:pt x="575" y="3659"/>
                  </a:lnTo>
                  <a:lnTo>
                    <a:pt x="576" y="3652"/>
                  </a:lnTo>
                  <a:lnTo>
                    <a:pt x="579" y="3628"/>
                  </a:lnTo>
                  <a:lnTo>
                    <a:pt x="584" y="3622"/>
                  </a:lnTo>
                  <a:lnTo>
                    <a:pt x="588" y="3617"/>
                  </a:lnTo>
                  <a:lnTo>
                    <a:pt x="592" y="3612"/>
                  </a:lnTo>
                  <a:lnTo>
                    <a:pt x="598" y="3604"/>
                  </a:lnTo>
                  <a:lnTo>
                    <a:pt x="614" y="3597"/>
                  </a:lnTo>
                  <a:lnTo>
                    <a:pt x="622" y="3593"/>
                  </a:lnTo>
                  <a:lnTo>
                    <a:pt x="629" y="3589"/>
                  </a:lnTo>
                  <a:lnTo>
                    <a:pt x="638" y="3584"/>
                  </a:lnTo>
                  <a:lnTo>
                    <a:pt x="672" y="3588"/>
                  </a:lnTo>
                  <a:lnTo>
                    <a:pt x="696" y="3604"/>
                  </a:lnTo>
                  <a:lnTo>
                    <a:pt x="832" y="3727"/>
                  </a:lnTo>
                  <a:lnTo>
                    <a:pt x="876" y="3789"/>
                  </a:lnTo>
                  <a:lnTo>
                    <a:pt x="876" y="3800"/>
                  </a:lnTo>
                  <a:lnTo>
                    <a:pt x="876" y="3816"/>
                  </a:lnTo>
                  <a:lnTo>
                    <a:pt x="896" y="3830"/>
                  </a:lnTo>
                  <a:lnTo>
                    <a:pt x="906" y="3831"/>
                  </a:lnTo>
                  <a:lnTo>
                    <a:pt x="912" y="3832"/>
                  </a:lnTo>
                  <a:lnTo>
                    <a:pt x="920" y="3833"/>
                  </a:lnTo>
                  <a:lnTo>
                    <a:pt x="928" y="3833"/>
                  </a:lnTo>
                  <a:lnTo>
                    <a:pt x="932" y="3835"/>
                  </a:lnTo>
                  <a:lnTo>
                    <a:pt x="938" y="3837"/>
                  </a:lnTo>
                  <a:lnTo>
                    <a:pt x="946" y="3839"/>
                  </a:lnTo>
                  <a:lnTo>
                    <a:pt x="957" y="3841"/>
                  </a:lnTo>
                  <a:lnTo>
                    <a:pt x="981" y="3840"/>
                  </a:lnTo>
                  <a:lnTo>
                    <a:pt x="995" y="3838"/>
                  </a:lnTo>
                  <a:lnTo>
                    <a:pt x="1015" y="3837"/>
                  </a:lnTo>
                  <a:lnTo>
                    <a:pt x="1022" y="3840"/>
                  </a:lnTo>
                  <a:lnTo>
                    <a:pt x="1028" y="3842"/>
                  </a:lnTo>
                  <a:lnTo>
                    <a:pt x="1039" y="3845"/>
                  </a:lnTo>
                  <a:lnTo>
                    <a:pt x="1045" y="3847"/>
                  </a:lnTo>
                  <a:lnTo>
                    <a:pt x="1052" y="3848"/>
                  </a:lnTo>
                  <a:lnTo>
                    <a:pt x="1061" y="3851"/>
                  </a:lnTo>
                  <a:lnTo>
                    <a:pt x="1069" y="3851"/>
                  </a:lnTo>
                  <a:lnTo>
                    <a:pt x="1085" y="3850"/>
                  </a:lnTo>
                  <a:lnTo>
                    <a:pt x="1092" y="3850"/>
                  </a:lnTo>
                  <a:lnTo>
                    <a:pt x="1097" y="3850"/>
                  </a:lnTo>
                  <a:lnTo>
                    <a:pt x="1102" y="3849"/>
                  </a:lnTo>
                  <a:lnTo>
                    <a:pt x="1108" y="3848"/>
                  </a:lnTo>
                  <a:lnTo>
                    <a:pt x="1112" y="3846"/>
                  </a:lnTo>
                  <a:lnTo>
                    <a:pt x="1116" y="3844"/>
                  </a:lnTo>
                  <a:lnTo>
                    <a:pt x="1123" y="3840"/>
                  </a:lnTo>
                  <a:lnTo>
                    <a:pt x="1130" y="3837"/>
                  </a:lnTo>
                  <a:lnTo>
                    <a:pt x="1137" y="3833"/>
                  </a:lnTo>
                  <a:lnTo>
                    <a:pt x="1144" y="3827"/>
                  </a:lnTo>
                  <a:lnTo>
                    <a:pt x="1151" y="3824"/>
                  </a:lnTo>
                  <a:lnTo>
                    <a:pt x="1157" y="3819"/>
                  </a:lnTo>
                  <a:lnTo>
                    <a:pt x="1163" y="3816"/>
                  </a:lnTo>
                  <a:lnTo>
                    <a:pt x="1167" y="3812"/>
                  </a:lnTo>
                  <a:lnTo>
                    <a:pt x="1172" y="3809"/>
                  </a:lnTo>
                  <a:lnTo>
                    <a:pt x="1176" y="3805"/>
                  </a:lnTo>
                  <a:lnTo>
                    <a:pt x="1180" y="3801"/>
                  </a:lnTo>
                  <a:lnTo>
                    <a:pt x="1187" y="3795"/>
                  </a:lnTo>
                  <a:lnTo>
                    <a:pt x="1192" y="3793"/>
                  </a:lnTo>
                  <a:lnTo>
                    <a:pt x="1196" y="3790"/>
                  </a:lnTo>
                  <a:lnTo>
                    <a:pt x="1201" y="3785"/>
                  </a:lnTo>
                  <a:lnTo>
                    <a:pt x="1205" y="3783"/>
                  </a:lnTo>
                  <a:lnTo>
                    <a:pt x="1208" y="3778"/>
                  </a:lnTo>
                  <a:lnTo>
                    <a:pt x="1216" y="3771"/>
                  </a:lnTo>
                  <a:lnTo>
                    <a:pt x="1404" y="3611"/>
                  </a:lnTo>
                  <a:lnTo>
                    <a:pt x="1416" y="3592"/>
                  </a:lnTo>
                  <a:lnTo>
                    <a:pt x="1504" y="3443"/>
                  </a:lnTo>
                  <a:lnTo>
                    <a:pt x="1516" y="3428"/>
                  </a:lnTo>
                  <a:lnTo>
                    <a:pt x="1525" y="3412"/>
                  </a:lnTo>
                  <a:lnTo>
                    <a:pt x="1536" y="3387"/>
                  </a:lnTo>
                  <a:lnTo>
                    <a:pt x="1539" y="3378"/>
                  </a:lnTo>
                  <a:lnTo>
                    <a:pt x="1544" y="3363"/>
                  </a:lnTo>
                  <a:lnTo>
                    <a:pt x="1543" y="3352"/>
                  </a:lnTo>
                  <a:lnTo>
                    <a:pt x="1550" y="3318"/>
                  </a:lnTo>
                  <a:lnTo>
                    <a:pt x="1572" y="3067"/>
                  </a:lnTo>
                  <a:lnTo>
                    <a:pt x="1573" y="3059"/>
                  </a:lnTo>
                  <a:lnTo>
                    <a:pt x="1574" y="3047"/>
                  </a:lnTo>
                  <a:lnTo>
                    <a:pt x="1575" y="3031"/>
                  </a:lnTo>
                  <a:lnTo>
                    <a:pt x="1576" y="3023"/>
                  </a:lnTo>
                  <a:lnTo>
                    <a:pt x="1575" y="3014"/>
                  </a:lnTo>
                  <a:lnTo>
                    <a:pt x="1574" y="3003"/>
                  </a:lnTo>
                  <a:lnTo>
                    <a:pt x="1566" y="2963"/>
                  </a:lnTo>
                  <a:lnTo>
                    <a:pt x="1557" y="2936"/>
                  </a:lnTo>
                  <a:lnTo>
                    <a:pt x="1554" y="2930"/>
                  </a:lnTo>
                  <a:lnTo>
                    <a:pt x="1549" y="2915"/>
                  </a:lnTo>
                  <a:lnTo>
                    <a:pt x="1541" y="2903"/>
                  </a:lnTo>
                  <a:lnTo>
                    <a:pt x="1419" y="2786"/>
                  </a:lnTo>
                  <a:lnTo>
                    <a:pt x="1411" y="2779"/>
                  </a:lnTo>
                  <a:lnTo>
                    <a:pt x="1388" y="2762"/>
                  </a:lnTo>
                  <a:lnTo>
                    <a:pt x="1313" y="2710"/>
                  </a:lnTo>
                  <a:lnTo>
                    <a:pt x="1309" y="2707"/>
                  </a:lnTo>
                  <a:lnTo>
                    <a:pt x="1303" y="2704"/>
                  </a:lnTo>
                  <a:lnTo>
                    <a:pt x="1297" y="2702"/>
                  </a:lnTo>
                  <a:lnTo>
                    <a:pt x="1291" y="2699"/>
                  </a:lnTo>
                  <a:lnTo>
                    <a:pt x="1283" y="2697"/>
                  </a:lnTo>
                  <a:lnTo>
                    <a:pt x="1278" y="2696"/>
                  </a:lnTo>
                  <a:lnTo>
                    <a:pt x="1216" y="2688"/>
                  </a:lnTo>
                  <a:lnTo>
                    <a:pt x="1206" y="2684"/>
                  </a:lnTo>
                  <a:lnTo>
                    <a:pt x="1199" y="2681"/>
                  </a:lnTo>
                  <a:lnTo>
                    <a:pt x="1195" y="2679"/>
                  </a:lnTo>
                  <a:lnTo>
                    <a:pt x="1190" y="2677"/>
                  </a:lnTo>
                  <a:lnTo>
                    <a:pt x="1184" y="2676"/>
                  </a:lnTo>
                  <a:lnTo>
                    <a:pt x="1178" y="2674"/>
                  </a:lnTo>
                  <a:lnTo>
                    <a:pt x="1171" y="2671"/>
                  </a:lnTo>
                  <a:lnTo>
                    <a:pt x="1166" y="2669"/>
                  </a:lnTo>
                  <a:lnTo>
                    <a:pt x="1159" y="2666"/>
                  </a:lnTo>
                  <a:lnTo>
                    <a:pt x="1155" y="2665"/>
                  </a:lnTo>
                  <a:lnTo>
                    <a:pt x="1150" y="2663"/>
                  </a:lnTo>
                  <a:lnTo>
                    <a:pt x="1145" y="2662"/>
                  </a:lnTo>
                  <a:lnTo>
                    <a:pt x="1138" y="2661"/>
                  </a:lnTo>
                  <a:lnTo>
                    <a:pt x="1132" y="2660"/>
                  </a:lnTo>
                  <a:lnTo>
                    <a:pt x="1127" y="2661"/>
                  </a:lnTo>
                  <a:lnTo>
                    <a:pt x="1122" y="2662"/>
                  </a:lnTo>
                  <a:lnTo>
                    <a:pt x="1118" y="2662"/>
                  </a:lnTo>
                  <a:lnTo>
                    <a:pt x="1102" y="2658"/>
                  </a:lnTo>
                  <a:lnTo>
                    <a:pt x="1090" y="2648"/>
                  </a:lnTo>
                  <a:lnTo>
                    <a:pt x="1081" y="2637"/>
                  </a:lnTo>
                  <a:lnTo>
                    <a:pt x="1078" y="2634"/>
                  </a:lnTo>
                  <a:lnTo>
                    <a:pt x="1073" y="2632"/>
                  </a:lnTo>
                  <a:lnTo>
                    <a:pt x="1065" y="2625"/>
                  </a:lnTo>
                  <a:lnTo>
                    <a:pt x="1112" y="2447"/>
                  </a:lnTo>
                  <a:lnTo>
                    <a:pt x="1139" y="2417"/>
                  </a:lnTo>
                  <a:lnTo>
                    <a:pt x="1152" y="2413"/>
                  </a:lnTo>
                  <a:lnTo>
                    <a:pt x="1160" y="2411"/>
                  </a:lnTo>
                  <a:lnTo>
                    <a:pt x="1171" y="2408"/>
                  </a:lnTo>
                  <a:lnTo>
                    <a:pt x="1187" y="2407"/>
                  </a:lnTo>
                  <a:lnTo>
                    <a:pt x="1227" y="2407"/>
                  </a:lnTo>
                  <a:lnTo>
                    <a:pt x="1247" y="2417"/>
                  </a:lnTo>
                  <a:lnTo>
                    <a:pt x="1261" y="2450"/>
                  </a:lnTo>
                  <a:lnTo>
                    <a:pt x="1255" y="2479"/>
                  </a:lnTo>
                  <a:lnTo>
                    <a:pt x="1253" y="2492"/>
                  </a:lnTo>
                  <a:lnTo>
                    <a:pt x="1262" y="2525"/>
                  </a:lnTo>
                  <a:lnTo>
                    <a:pt x="1298" y="2582"/>
                  </a:lnTo>
                  <a:lnTo>
                    <a:pt x="1336" y="2606"/>
                  </a:lnTo>
                  <a:lnTo>
                    <a:pt x="1342" y="2607"/>
                  </a:lnTo>
                  <a:lnTo>
                    <a:pt x="1350" y="2608"/>
                  </a:lnTo>
                  <a:lnTo>
                    <a:pt x="1356" y="2608"/>
                  </a:lnTo>
                  <a:lnTo>
                    <a:pt x="1360" y="2608"/>
                  </a:lnTo>
                  <a:lnTo>
                    <a:pt x="1367" y="2607"/>
                  </a:lnTo>
                  <a:lnTo>
                    <a:pt x="1373" y="2608"/>
                  </a:lnTo>
                  <a:lnTo>
                    <a:pt x="1381" y="2607"/>
                  </a:lnTo>
                  <a:lnTo>
                    <a:pt x="1388" y="2606"/>
                  </a:lnTo>
                  <a:lnTo>
                    <a:pt x="1400" y="2604"/>
                  </a:lnTo>
                  <a:lnTo>
                    <a:pt x="1476" y="2582"/>
                  </a:lnTo>
                  <a:lnTo>
                    <a:pt x="1509" y="2565"/>
                  </a:lnTo>
                  <a:lnTo>
                    <a:pt x="1540" y="2548"/>
                  </a:lnTo>
                  <a:lnTo>
                    <a:pt x="1559" y="2534"/>
                  </a:lnTo>
                  <a:lnTo>
                    <a:pt x="1573" y="2515"/>
                  </a:lnTo>
                  <a:lnTo>
                    <a:pt x="1583" y="2468"/>
                  </a:lnTo>
                  <a:lnTo>
                    <a:pt x="1582" y="2443"/>
                  </a:lnTo>
                  <a:lnTo>
                    <a:pt x="1567" y="2405"/>
                  </a:lnTo>
                  <a:lnTo>
                    <a:pt x="1564" y="2396"/>
                  </a:lnTo>
                  <a:lnTo>
                    <a:pt x="1555" y="2388"/>
                  </a:lnTo>
                  <a:lnTo>
                    <a:pt x="1540" y="2374"/>
                  </a:lnTo>
                  <a:lnTo>
                    <a:pt x="1516" y="2352"/>
                  </a:lnTo>
                  <a:lnTo>
                    <a:pt x="1517" y="2346"/>
                  </a:lnTo>
                  <a:lnTo>
                    <a:pt x="1516" y="2333"/>
                  </a:lnTo>
                  <a:lnTo>
                    <a:pt x="1514" y="2319"/>
                  </a:lnTo>
                  <a:lnTo>
                    <a:pt x="1509" y="2302"/>
                  </a:lnTo>
                  <a:lnTo>
                    <a:pt x="1505" y="2277"/>
                  </a:lnTo>
                  <a:lnTo>
                    <a:pt x="1506" y="2228"/>
                  </a:lnTo>
                  <a:lnTo>
                    <a:pt x="1520" y="2190"/>
                  </a:lnTo>
                  <a:lnTo>
                    <a:pt x="1544" y="2124"/>
                  </a:lnTo>
                  <a:lnTo>
                    <a:pt x="1566" y="2065"/>
                  </a:lnTo>
                  <a:lnTo>
                    <a:pt x="1573" y="2060"/>
                  </a:lnTo>
                  <a:lnTo>
                    <a:pt x="1580" y="2055"/>
                  </a:lnTo>
                  <a:lnTo>
                    <a:pt x="1584" y="2050"/>
                  </a:lnTo>
                  <a:lnTo>
                    <a:pt x="1588" y="2041"/>
                  </a:lnTo>
                  <a:lnTo>
                    <a:pt x="1598" y="2017"/>
                  </a:lnTo>
                  <a:lnTo>
                    <a:pt x="1600" y="2011"/>
                  </a:lnTo>
                  <a:lnTo>
                    <a:pt x="1603" y="2001"/>
                  </a:lnTo>
                  <a:lnTo>
                    <a:pt x="1607" y="1992"/>
                  </a:lnTo>
                  <a:lnTo>
                    <a:pt x="1607" y="1986"/>
                  </a:lnTo>
                  <a:lnTo>
                    <a:pt x="1609" y="1972"/>
                  </a:lnTo>
                  <a:lnTo>
                    <a:pt x="1610" y="1963"/>
                  </a:lnTo>
                  <a:lnTo>
                    <a:pt x="1611" y="1953"/>
                  </a:lnTo>
                  <a:lnTo>
                    <a:pt x="1612" y="1947"/>
                  </a:lnTo>
                  <a:lnTo>
                    <a:pt x="1613" y="1936"/>
                  </a:lnTo>
                  <a:lnTo>
                    <a:pt x="1632" y="1900"/>
                  </a:lnTo>
                  <a:lnTo>
                    <a:pt x="1652" y="1886"/>
                  </a:lnTo>
                  <a:lnTo>
                    <a:pt x="1702" y="1880"/>
                  </a:lnTo>
                  <a:lnTo>
                    <a:pt x="1724" y="1873"/>
                  </a:lnTo>
                  <a:lnTo>
                    <a:pt x="1729" y="1869"/>
                  </a:lnTo>
                  <a:lnTo>
                    <a:pt x="1733" y="1866"/>
                  </a:lnTo>
                  <a:lnTo>
                    <a:pt x="1739" y="1859"/>
                  </a:lnTo>
                  <a:lnTo>
                    <a:pt x="1744" y="1855"/>
                  </a:lnTo>
                  <a:lnTo>
                    <a:pt x="1751" y="1846"/>
                  </a:lnTo>
                  <a:lnTo>
                    <a:pt x="1763" y="1823"/>
                  </a:lnTo>
                  <a:lnTo>
                    <a:pt x="1770" y="1797"/>
                  </a:lnTo>
                  <a:lnTo>
                    <a:pt x="1773" y="1781"/>
                  </a:lnTo>
                  <a:lnTo>
                    <a:pt x="1770" y="1763"/>
                  </a:lnTo>
                  <a:lnTo>
                    <a:pt x="1764" y="1749"/>
                  </a:lnTo>
                  <a:lnTo>
                    <a:pt x="1757" y="1737"/>
                  </a:lnTo>
                  <a:lnTo>
                    <a:pt x="1698" y="1665"/>
                  </a:lnTo>
                  <a:lnTo>
                    <a:pt x="1556" y="1617"/>
                  </a:lnTo>
                  <a:lnTo>
                    <a:pt x="1518" y="1585"/>
                  </a:lnTo>
                  <a:lnTo>
                    <a:pt x="1512" y="1582"/>
                  </a:lnTo>
                  <a:lnTo>
                    <a:pt x="1503" y="1578"/>
                  </a:lnTo>
                  <a:lnTo>
                    <a:pt x="1493" y="1573"/>
                  </a:lnTo>
                  <a:lnTo>
                    <a:pt x="1468" y="1555"/>
                  </a:lnTo>
                  <a:lnTo>
                    <a:pt x="1447" y="1522"/>
                  </a:lnTo>
                  <a:lnTo>
                    <a:pt x="1444" y="1514"/>
                  </a:lnTo>
                  <a:lnTo>
                    <a:pt x="1441" y="1507"/>
                  </a:lnTo>
                  <a:lnTo>
                    <a:pt x="1436" y="1499"/>
                  </a:lnTo>
                  <a:lnTo>
                    <a:pt x="1424" y="1480"/>
                  </a:lnTo>
                  <a:lnTo>
                    <a:pt x="1413" y="1466"/>
                  </a:lnTo>
                  <a:lnTo>
                    <a:pt x="1400" y="1445"/>
                  </a:lnTo>
                  <a:lnTo>
                    <a:pt x="1398" y="1381"/>
                  </a:lnTo>
                  <a:lnTo>
                    <a:pt x="1437" y="1335"/>
                  </a:lnTo>
                  <a:lnTo>
                    <a:pt x="1447" y="1329"/>
                  </a:lnTo>
                  <a:lnTo>
                    <a:pt x="1452" y="1326"/>
                  </a:lnTo>
                  <a:lnTo>
                    <a:pt x="1481" y="1305"/>
                  </a:lnTo>
                  <a:lnTo>
                    <a:pt x="1509" y="1286"/>
                  </a:lnTo>
                  <a:lnTo>
                    <a:pt x="1554" y="1241"/>
                  </a:lnTo>
                  <a:lnTo>
                    <a:pt x="1558" y="1237"/>
                  </a:lnTo>
                  <a:lnTo>
                    <a:pt x="1560" y="1233"/>
                  </a:lnTo>
                  <a:lnTo>
                    <a:pt x="1564" y="1227"/>
                  </a:lnTo>
                  <a:lnTo>
                    <a:pt x="1567" y="1219"/>
                  </a:lnTo>
                  <a:lnTo>
                    <a:pt x="1568" y="1210"/>
                  </a:lnTo>
                  <a:lnTo>
                    <a:pt x="1570" y="1197"/>
                  </a:lnTo>
                  <a:lnTo>
                    <a:pt x="1571" y="1189"/>
                  </a:lnTo>
                  <a:lnTo>
                    <a:pt x="1571" y="1181"/>
                  </a:lnTo>
                  <a:lnTo>
                    <a:pt x="1570" y="1175"/>
                  </a:lnTo>
                  <a:lnTo>
                    <a:pt x="1572" y="1160"/>
                  </a:lnTo>
                  <a:lnTo>
                    <a:pt x="1571" y="1149"/>
                  </a:lnTo>
                  <a:lnTo>
                    <a:pt x="1570" y="1137"/>
                  </a:lnTo>
                  <a:lnTo>
                    <a:pt x="1565" y="1126"/>
                  </a:lnTo>
                  <a:lnTo>
                    <a:pt x="1547" y="1089"/>
                  </a:lnTo>
                  <a:lnTo>
                    <a:pt x="1543" y="1080"/>
                  </a:lnTo>
                  <a:lnTo>
                    <a:pt x="1500" y="1031"/>
                  </a:lnTo>
                  <a:lnTo>
                    <a:pt x="1498" y="1016"/>
                  </a:lnTo>
                  <a:lnTo>
                    <a:pt x="1498" y="1009"/>
                  </a:lnTo>
                  <a:lnTo>
                    <a:pt x="1479" y="895"/>
                  </a:lnTo>
                  <a:lnTo>
                    <a:pt x="1482" y="871"/>
                  </a:lnTo>
                  <a:lnTo>
                    <a:pt x="1495" y="860"/>
                  </a:lnTo>
                  <a:lnTo>
                    <a:pt x="1505" y="842"/>
                  </a:lnTo>
                  <a:lnTo>
                    <a:pt x="1510" y="820"/>
                  </a:lnTo>
                  <a:lnTo>
                    <a:pt x="1512" y="809"/>
                  </a:lnTo>
                  <a:lnTo>
                    <a:pt x="1519" y="797"/>
                  </a:lnTo>
                  <a:lnTo>
                    <a:pt x="1521" y="785"/>
                  </a:lnTo>
                  <a:lnTo>
                    <a:pt x="1524" y="775"/>
                  </a:lnTo>
                  <a:lnTo>
                    <a:pt x="1528" y="751"/>
                  </a:lnTo>
                  <a:lnTo>
                    <a:pt x="1530" y="743"/>
                  </a:lnTo>
                  <a:lnTo>
                    <a:pt x="1530" y="730"/>
                  </a:lnTo>
                  <a:lnTo>
                    <a:pt x="1530" y="720"/>
                  </a:lnTo>
                  <a:lnTo>
                    <a:pt x="1532" y="711"/>
                  </a:lnTo>
                  <a:lnTo>
                    <a:pt x="1539" y="702"/>
                  </a:lnTo>
                  <a:lnTo>
                    <a:pt x="1546" y="693"/>
                  </a:lnTo>
                  <a:lnTo>
                    <a:pt x="1552" y="675"/>
                  </a:lnTo>
                  <a:lnTo>
                    <a:pt x="1556" y="660"/>
                  </a:lnTo>
                  <a:lnTo>
                    <a:pt x="1593" y="631"/>
                  </a:lnTo>
                  <a:lnTo>
                    <a:pt x="1614" y="634"/>
                  </a:lnTo>
                  <a:lnTo>
                    <a:pt x="1627" y="646"/>
                  </a:lnTo>
                  <a:lnTo>
                    <a:pt x="1641" y="659"/>
                  </a:lnTo>
                  <a:lnTo>
                    <a:pt x="1659" y="662"/>
                  </a:lnTo>
                  <a:lnTo>
                    <a:pt x="1671" y="661"/>
                  </a:lnTo>
                  <a:lnTo>
                    <a:pt x="1680" y="657"/>
                  </a:lnTo>
                  <a:lnTo>
                    <a:pt x="1696" y="645"/>
                  </a:lnTo>
                  <a:lnTo>
                    <a:pt x="1703" y="639"/>
                  </a:lnTo>
                  <a:lnTo>
                    <a:pt x="1706" y="635"/>
                  </a:lnTo>
                  <a:lnTo>
                    <a:pt x="1709" y="628"/>
                  </a:lnTo>
                  <a:lnTo>
                    <a:pt x="1803" y="370"/>
                  </a:lnTo>
                  <a:lnTo>
                    <a:pt x="1812" y="308"/>
                  </a:lnTo>
                  <a:lnTo>
                    <a:pt x="1812" y="301"/>
                  </a:lnTo>
                  <a:lnTo>
                    <a:pt x="1812" y="292"/>
                  </a:lnTo>
                  <a:lnTo>
                    <a:pt x="1813" y="285"/>
                  </a:lnTo>
                  <a:lnTo>
                    <a:pt x="1816" y="275"/>
                  </a:lnTo>
                  <a:lnTo>
                    <a:pt x="1823" y="253"/>
                  </a:lnTo>
                  <a:lnTo>
                    <a:pt x="1827" y="243"/>
                  </a:lnTo>
                  <a:lnTo>
                    <a:pt x="1833" y="231"/>
                  </a:lnTo>
                  <a:lnTo>
                    <a:pt x="1838" y="218"/>
                  </a:lnTo>
                  <a:lnTo>
                    <a:pt x="1841" y="207"/>
                  </a:lnTo>
                  <a:lnTo>
                    <a:pt x="1842" y="197"/>
                  </a:lnTo>
                  <a:lnTo>
                    <a:pt x="1845" y="187"/>
                  </a:lnTo>
                  <a:lnTo>
                    <a:pt x="1888" y="70"/>
                  </a:lnTo>
                  <a:lnTo>
                    <a:pt x="1896" y="47"/>
                  </a:lnTo>
                  <a:lnTo>
                    <a:pt x="1916" y="27"/>
                  </a:lnTo>
                  <a:lnTo>
                    <a:pt x="1942" y="24"/>
                  </a:lnTo>
                  <a:lnTo>
                    <a:pt x="2028" y="11"/>
                  </a:lnTo>
                  <a:lnTo>
                    <a:pt x="2107" y="0"/>
                  </a:lnTo>
                  <a:lnTo>
                    <a:pt x="2114" y="7"/>
                  </a:lnTo>
                  <a:lnTo>
                    <a:pt x="2128" y="25"/>
                  </a:lnTo>
                  <a:lnTo>
                    <a:pt x="2144" y="43"/>
                  </a:lnTo>
                  <a:lnTo>
                    <a:pt x="2159" y="58"/>
                  </a:lnTo>
                  <a:lnTo>
                    <a:pt x="2167" y="6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9249049" y="2379270"/>
              <a:ext cx="461" cy="365"/>
            </a:xfrm>
            <a:custGeom>
              <a:avLst/>
              <a:pathLst>
                <a:path w="461" h="365">
                  <a:moveTo>
                    <a:pt x="398" y="12"/>
                  </a:moveTo>
                  <a:lnTo>
                    <a:pt x="403" y="13"/>
                  </a:lnTo>
                  <a:lnTo>
                    <a:pt x="411" y="12"/>
                  </a:lnTo>
                  <a:lnTo>
                    <a:pt x="418" y="11"/>
                  </a:lnTo>
                  <a:lnTo>
                    <a:pt x="426" y="13"/>
                  </a:lnTo>
                  <a:lnTo>
                    <a:pt x="457" y="35"/>
                  </a:lnTo>
                  <a:lnTo>
                    <a:pt x="459" y="64"/>
                  </a:lnTo>
                  <a:lnTo>
                    <a:pt x="461" y="86"/>
                  </a:lnTo>
                  <a:lnTo>
                    <a:pt x="440" y="192"/>
                  </a:lnTo>
                  <a:lnTo>
                    <a:pt x="439" y="198"/>
                  </a:lnTo>
                  <a:lnTo>
                    <a:pt x="437" y="203"/>
                  </a:lnTo>
                  <a:lnTo>
                    <a:pt x="433" y="211"/>
                  </a:lnTo>
                  <a:lnTo>
                    <a:pt x="385" y="276"/>
                  </a:lnTo>
                  <a:lnTo>
                    <a:pt x="327" y="343"/>
                  </a:lnTo>
                  <a:lnTo>
                    <a:pt x="323" y="347"/>
                  </a:lnTo>
                  <a:lnTo>
                    <a:pt x="317" y="350"/>
                  </a:lnTo>
                  <a:lnTo>
                    <a:pt x="311" y="352"/>
                  </a:lnTo>
                  <a:lnTo>
                    <a:pt x="302" y="354"/>
                  </a:lnTo>
                  <a:lnTo>
                    <a:pt x="296" y="356"/>
                  </a:lnTo>
                  <a:lnTo>
                    <a:pt x="283" y="359"/>
                  </a:lnTo>
                  <a:lnTo>
                    <a:pt x="274" y="362"/>
                  </a:lnTo>
                  <a:lnTo>
                    <a:pt x="264" y="365"/>
                  </a:lnTo>
                  <a:lnTo>
                    <a:pt x="260" y="360"/>
                  </a:lnTo>
                  <a:lnTo>
                    <a:pt x="254" y="284"/>
                  </a:lnTo>
                  <a:lnTo>
                    <a:pt x="145" y="140"/>
                  </a:lnTo>
                  <a:lnTo>
                    <a:pt x="133" y="136"/>
                  </a:lnTo>
                  <a:lnTo>
                    <a:pt x="128" y="135"/>
                  </a:lnTo>
                  <a:lnTo>
                    <a:pt x="79" y="173"/>
                  </a:lnTo>
                  <a:lnTo>
                    <a:pt x="49" y="166"/>
                  </a:lnTo>
                  <a:lnTo>
                    <a:pt x="42" y="160"/>
                  </a:lnTo>
                  <a:lnTo>
                    <a:pt x="41" y="155"/>
                  </a:lnTo>
                  <a:lnTo>
                    <a:pt x="42" y="145"/>
                  </a:lnTo>
                  <a:lnTo>
                    <a:pt x="39" y="137"/>
                  </a:lnTo>
                  <a:lnTo>
                    <a:pt x="34" y="133"/>
                  </a:lnTo>
                  <a:lnTo>
                    <a:pt x="29" y="128"/>
                  </a:lnTo>
                  <a:lnTo>
                    <a:pt x="25" y="125"/>
                  </a:lnTo>
                  <a:lnTo>
                    <a:pt x="19" y="119"/>
                  </a:lnTo>
                  <a:lnTo>
                    <a:pt x="1" y="80"/>
                  </a:lnTo>
                  <a:lnTo>
                    <a:pt x="0" y="65"/>
                  </a:lnTo>
                  <a:lnTo>
                    <a:pt x="6" y="53"/>
                  </a:lnTo>
                  <a:lnTo>
                    <a:pt x="19" y="51"/>
                  </a:lnTo>
                  <a:lnTo>
                    <a:pt x="33" y="50"/>
                  </a:lnTo>
                  <a:lnTo>
                    <a:pt x="40" y="50"/>
                  </a:lnTo>
                  <a:lnTo>
                    <a:pt x="47" y="50"/>
                  </a:lnTo>
                  <a:lnTo>
                    <a:pt x="54" y="53"/>
                  </a:lnTo>
                  <a:lnTo>
                    <a:pt x="65" y="54"/>
                  </a:lnTo>
                  <a:lnTo>
                    <a:pt x="74" y="52"/>
                  </a:lnTo>
                  <a:lnTo>
                    <a:pt x="80" y="50"/>
                  </a:lnTo>
                  <a:lnTo>
                    <a:pt x="89" y="44"/>
                  </a:lnTo>
                  <a:lnTo>
                    <a:pt x="93" y="39"/>
                  </a:lnTo>
                  <a:lnTo>
                    <a:pt x="124" y="33"/>
                  </a:lnTo>
                  <a:lnTo>
                    <a:pt x="265" y="10"/>
                  </a:lnTo>
                  <a:lnTo>
                    <a:pt x="307" y="5"/>
                  </a:lnTo>
                  <a:lnTo>
                    <a:pt x="369" y="0"/>
                  </a:lnTo>
                  <a:lnTo>
                    <a:pt x="374" y="0"/>
                  </a:lnTo>
                  <a:lnTo>
                    <a:pt x="385" y="3"/>
                  </a:lnTo>
                  <a:lnTo>
                    <a:pt x="390" y="6"/>
                  </a:lnTo>
                  <a:lnTo>
                    <a:pt x="398" y="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9160067" y="2365902"/>
              <a:ext cx="555" cy="433"/>
            </a:xfrm>
            <a:custGeom>
              <a:avLst/>
              <a:pathLst>
                <a:path w="555" h="433">
                  <a:moveTo>
                    <a:pt x="531" y="247"/>
                  </a:moveTo>
                  <a:lnTo>
                    <a:pt x="442" y="424"/>
                  </a:lnTo>
                  <a:lnTo>
                    <a:pt x="435" y="432"/>
                  </a:lnTo>
                  <a:lnTo>
                    <a:pt x="423" y="433"/>
                  </a:lnTo>
                  <a:lnTo>
                    <a:pt x="391" y="418"/>
                  </a:lnTo>
                  <a:lnTo>
                    <a:pt x="331" y="390"/>
                  </a:lnTo>
                  <a:lnTo>
                    <a:pt x="316" y="383"/>
                  </a:lnTo>
                  <a:lnTo>
                    <a:pt x="301" y="375"/>
                  </a:lnTo>
                  <a:lnTo>
                    <a:pt x="277" y="364"/>
                  </a:lnTo>
                  <a:lnTo>
                    <a:pt x="268" y="363"/>
                  </a:lnTo>
                  <a:lnTo>
                    <a:pt x="260" y="362"/>
                  </a:lnTo>
                  <a:lnTo>
                    <a:pt x="213" y="344"/>
                  </a:lnTo>
                  <a:lnTo>
                    <a:pt x="192" y="337"/>
                  </a:lnTo>
                  <a:lnTo>
                    <a:pt x="154" y="323"/>
                  </a:lnTo>
                  <a:lnTo>
                    <a:pt x="66" y="291"/>
                  </a:lnTo>
                  <a:lnTo>
                    <a:pt x="57" y="276"/>
                  </a:lnTo>
                  <a:lnTo>
                    <a:pt x="52" y="273"/>
                  </a:lnTo>
                  <a:lnTo>
                    <a:pt x="35" y="263"/>
                  </a:lnTo>
                  <a:lnTo>
                    <a:pt x="27" y="260"/>
                  </a:lnTo>
                  <a:lnTo>
                    <a:pt x="20" y="257"/>
                  </a:lnTo>
                  <a:lnTo>
                    <a:pt x="12" y="243"/>
                  </a:lnTo>
                  <a:lnTo>
                    <a:pt x="18" y="192"/>
                  </a:lnTo>
                  <a:lnTo>
                    <a:pt x="23" y="164"/>
                  </a:lnTo>
                  <a:lnTo>
                    <a:pt x="12" y="122"/>
                  </a:lnTo>
                  <a:lnTo>
                    <a:pt x="9" y="92"/>
                  </a:lnTo>
                  <a:lnTo>
                    <a:pt x="4" y="70"/>
                  </a:lnTo>
                  <a:lnTo>
                    <a:pt x="2" y="57"/>
                  </a:lnTo>
                  <a:lnTo>
                    <a:pt x="0" y="31"/>
                  </a:lnTo>
                  <a:lnTo>
                    <a:pt x="13" y="25"/>
                  </a:lnTo>
                  <a:lnTo>
                    <a:pt x="46" y="10"/>
                  </a:lnTo>
                  <a:lnTo>
                    <a:pt x="154" y="0"/>
                  </a:lnTo>
                  <a:lnTo>
                    <a:pt x="272" y="41"/>
                  </a:lnTo>
                  <a:lnTo>
                    <a:pt x="277" y="43"/>
                  </a:lnTo>
                  <a:lnTo>
                    <a:pt x="325" y="60"/>
                  </a:lnTo>
                  <a:lnTo>
                    <a:pt x="337" y="64"/>
                  </a:lnTo>
                  <a:lnTo>
                    <a:pt x="430" y="119"/>
                  </a:lnTo>
                  <a:lnTo>
                    <a:pt x="470" y="140"/>
                  </a:lnTo>
                  <a:lnTo>
                    <a:pt x="496" y="157"/>
                  </a:lnTo>
                  <a:lnTo>
                    <a:pt x="551" y="191"/>
                  </a:lnTo>
                  <a:lnTo>
                    <a:pt x="555" y="199"/>
                  </a:lnTo>
                  <a:lnTo>
                    <a:pt x="531" y="24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9250644" y="2378203"/>
              <a:ext cx="2616" cy="2676"/>
            </a:xfrm>
            <a:custGeom>
              <a:avLst/>
              <a:pathLst>
                <a:path w="2616" h="2676">
                  <a:moveTo>
                    <a:pt x="1682" y="271"/>
                  </a:moveTo>
                  <a:lnTo>
                    <a:pt x="1744" y="288"/>
                  </a:lnTo>
                  <a:lnTo>
                    <a:pt x="1780" y="290"/>
                  </a:lnTo>
                  <a:lnTo>
                    <a:pt x="1785" y="290"/>
                  </a:lnTo>
                  <a:lnTo>
                    <a:pt x="1796" y="289"/>
                  </a:lnTo>
                  <a:lnTo>
                    <a:pt x="1809" y="288"/>
                  </a:lnTo>
                  <a:lnTo>
                    <a:pt x="1821" y="286"/>
                  </a:lnTo>
                  <a:lnTo>
                    <a:pt x="1830" y="284"/>
                  </a:lnTo>
                  <a:lnTo>
                    <a:pt x="1836" y="282"/>
                  </a:lnTo>
                  <a:lnTo>
                    <a:pt x="1852" y="277"/>
                  </a:lnTo>
                  <a:lnTo>
                    <a:pt x="1873" y="269"/>
                  </a:lnTo>
                  <a:lnTo>
                    <a:pt x="2077" y="279"/>
                  </a:lnTo>
                  <a:lnTo>
                    <a:pt x="2250" y="411"/>
                  </a:lnTo>
                  <a:lnTo>
                    <a:pt x="2352" y="691"/>
                  </a:lnTo>
                  <a:lnTo>
                    <a:pt x="2384" y="823"/>
                  </a:lnTo>
                  <a:lnTo>
                    <a:pt x="2367" y="880"/>
                  </a:lnTo>
                  <a:lnTo>
                    <a:pt x="2394" y="968"/>
                  </a:lnTo>
                  <a:lnTo>
                    <a:pt x="2448" y="1034"/>
                  </a:lnTo>
                  <a:lnTo>
                    <a:pt x="2475" y="1073"/>
                  </a:lnTo>
                  <a:lnTo>
                    <a:pt x="2521" y="1123"/>
                  </a:lnTo>
                  <a:lnTo>
                    <a:pt x="2616" y="1194"/>
                  </a:lnTo>
                  <a:lnTo>
                    <a:pt x="2614" y="1203"/>
                  </a:lnTo>
                  <a:lnTo>
                    <a:pt x="2595" y="1295"/>
                  </a:lnTo>
                  <a:lnTo>
                    <a:pt x="2587" y="1334"/>
                  </a:lnTo>
                  <a:lnTo>
                    <a:pt x="2536" y="1402"/>
                  </a:lnTo>
                  <a:lnTo>
                    <a:pt x="2521" y="1422"/>
                  </a:lnTo>
                  <a:lnTo>
                    <a:pt x="2358" y="1383"/>
                  </a:lnTo>
                  <a:lnTo>
                    <a:pt x="2319" y="1373"/>
                  </a:lnTo>
                  <a:lnTo>
                    <a:pt x="2264" y="1362"/>
                  </a:lnTo>
                  <a:lnTo>
                    <a:pt x="2238" y="1363"/>
                  </a:lnTo>
                  <a:lnTo>
                    <a:pt x="2129" y="1419"/>
                  </a:lnTo>
                  <a:lnTo>
                    <a:pt x="2130" y="1437"/>
                  </a:lnTo>
                  <a:lnTo>
                    <a:pt x="2130" y="1442"/>
                  </a:lnTo>
                  <a:lnTo>
                    <a:pt x="2127" y="1479"/>
                  </a:lnTo>
                  <a:lnTo>
                    <a:pt x="2128" y="1525"/>
                  </a:lnTo>
                  <a:lnTo>
                    <a:pt x="2127" y="1531"/>
                  </a:lnTo>
                  <a:lnTo>
                    <a:pt x="2123" y="1551"/>
                  </a:lnTo>
                  <a:lnTo>
                    <a:pt x="2162" y="1653"/>
                  </a:lnTo>
                  <a:lnTo>
                    <a:pt x="2172" y="1686"/>
                  </a:lnTo>
                  <a:lnTo>
                    <a:pt x="2101" y="1729"/>
                  </a:lnTo>
                  <a:lnTo>
                    <a:pt x="1985" y="1756"/>
                  </a:lnTo>
                  <a:lnTo>
                    <a:pt x="1980" y="1846"/>
                  </a:lnTo>
                  <a:lnTo>
                    <a:pt x="2057" y="2003"/>
                  </a:lnTo>
                  <a:lnTo>
                    <a:pt x="2177" y="2118"/>
                  </a:lnTo>
                  <a:lnTo>
                    <a:pt x="2243" y="2133"/>
                  </a:lnTo>
                  <a:lnTo>
                    <a:pt x="2249" y="2130"/>
                  </a:lnTo>
                  <a:lnTo>
                    <a:pt x="2293" y="2102"/>
                  </a:lnTo>
                  <a:lnTo>
                    <a:pt x="2298" y="2097"/>
                  </a:lnTo>
                  <a:lnTo>
                    <a:pt x="2327" y="2059"/>
                  </a:lnTo>
                  <a:lnTo>
                    <a:pt x="2335" y="2052"/>
                  </a:lnTo>
                  <a:lnTo>
                    <a:pt x="2339" y="2048"/>
                  </a:lnTo>
                  <a:lnTo>
                    <a:pt x="2342" y="2032"/>
                  </a:lnTo>
                  <a:lnTo>
                    <a:pt x="2347" y="2020"/>
                  </a:lnTo>
                  <a:lnTo>
                    <a:pt x="2360" y="2007"/>
                  </a:lnTo>
                  <a:lnTo>
                    <a:pt x="2367" y="2001"/>
                  </a:lnTo>
                  <a:lnTo>
                    <a:pt x="2376" y="1987"/>
                  </a:lnTo>
                  <a:lnTo>
                    <a:pt x="2391" y="1980"/>
                  </a:lnTo>
                  <a:lnTo>
                    <a:pt x="2416" y="1984"/>
                  </a:lnTo>
                  <a:lnTo>
                    <a:pt x="2524" y="2019"/>
                  </a:lnTo>
                  <a:lnTo>
                    <a:pt x="2538" y="2026"/>
                  </a:lnTo>
                  <a:lnTo>
                    <a:pt x="2537" y="2053"/>
                  </a:lnTo>
                  <a:lnTo>
                    <a:pt x="2529" y="2129"/>
                  </a:lnTo>
                  <a:lnTo>
                    <a:pt x="2502" y="2170"/>
                  </a:lnTo>
                  <a:lnTo>
                    <a:pt x="2420" y="2190"/>
                  </a:lnTo>
                  <a:lnTo>
                    <a:pt x="2403" y="2184"/>
                  </a:lnTo>
                  <a:lnTo>
                    <a:pt x="2394" y="2180"/>
                  </a:lnTo>
                  <a:lnTo>
                    <a:pt x="2387" y="2178"/>
                  </a:lnTo>
                  <a:lnTo>
                    <a:pt x="2365" y="2183"/>
                  </a:lnTo>
                  <a:lnTo>
                    <a:pt x="2341" y="2199"/>
                  </a:lnTo>
                  <a:lnTo>
                    <a:pt x="2335" y="2210"/>
                  </a:lnTo>
                  <a:lnTo>
                    <a:pt x="2331" y="2219"/>
                  </a:lnTo>
                  <a:lnTo>
                    <a:pt x="2326" y="2230"/>
                  </a:lnTo>
                  <a:lnTo>
                    <a:pt x="2322" y="2233"/>
                  </a:lnTo>
                  <a:lnTo>
                    <a:pt x="2271" y="2272"/>
                  </a:lnTo>
                  <a:lnTo>
                    <a:pt x="2251" y="2289"/>
                  </a:lnTo>
                  <a:lnTo>
                    <a:pt x="2201" y="2339"/>
                  </a:lnTo>
                  <a:lnTo>
                    <a:pt x="2194" y="2369"/>
                  </a:lnTo>
                  <a:lnTo>
                    <a:pt x="2284" y="2547"/>
                  </a:lnTo>
                  <a:lnTo>
                    <a:pt x="2272" y="2553"/>
                  </a:lnTo>
                  <a:lnTo>
                    <a:pt x="2268" y="2557"/>
                  </a:lnTo>
                  <a:lnTo>
                    <a:pt x="2265" y="2561"/>
                  </a:lnTo>
                  <a:lnTo>
                    <a:pt x="2260" y="2567"/>
                  </a:lnTo>
                  <a:lnTo>
                    <a:pt x="2257" y="2572"/>
                  </a:lnTo>
                  <a:lnTo>
                    <a:pt x="2253" y="2576"/>
                  </a:lnTo>
                  <a:lnTo>
                    <a:pt x="2247" y="2579"/>
                  </a:lnTo>
                  <a:lnTo>
                    <a:pt x="2240" y="2580"/>
                  </a:lnTo>
                  <a:lnTo>
                    <a:pt x="2233" y="2581"/>
                  </a:lnTo>
                  <a:lnTo>
                    <a:pt x="2227" y="2582"/>
                  </a:lnTo>
                  <a:lnTo>
                    <a:pt x="2220" y="2583"/>
                  </a:lnTo>
                  <a:lnTo>
                    <a:pt x="2215" y="2582"/>
                  </a:lnTo>
                  <a:lnTo>
                    <a:pt x="2210" y="2581"/>
                  </a:lnTo>
                  <a:lnTo>
                    <a:pt x="2204" y="2581"/>
                  </a:lnTo>
                  <a:lnTo>
                    <a:pt x="2197" y="2582"/>
                  </a:lnTo>
                  <a:lnTo>
                    <a:pt x="2190" y="2584"/>
                  </a:lnTo>
                  <a:lnTo>
                    <a:pt x="2010" y="2611"/>
                  </a:lnTo>
                  <a:lnTo>
                    <a:pt x="2005" y="2608"/>
                  </a:lnTo>
                  <a:lnTo>
                    <a:pt x="1998" y="2605"/>
                  </a:lnTo>
                  <a:lnTo>
                    <a:pt x="1990" y="2602"/>
                  </a:lnTo>
                  <a:lnTo>
                    <a:pt x="1984" y="2599"/>
                  </a:lnTo>
                  <a:lnTo>
                    <a:pt x="1965" y="2590"/>
                  </a:lnTo>
                  <a:lnTo>
                    <a:pt x="1958" y="2587"/>
                  </a:lnTo>
                  <a:lnTo>
                    <a:pt x="1951" y="2583"/>
                  </a:lnTo>
                  <a:lnTo>
                    <a:pt x="1945" y="2580"/>
                  </a:lnTo>
                  <a:lnTo>
                    <a:pt x="1908" y="2564"/>
                  </a:lnTo>
                  <a:lnTo>
                    <a:pt x="1902" y="2562"/>
                  </a:lnTo>
                  <a:lnTo>
                    <a:pt x="1895" y="2562"/>
                  </a:lnTo>
                  <a:lnTo>
                    <a:pt x="1889" y="2561"/>
                  </a:lnTo>
                  <a:lnTo>
                    <a:pt x="1884" y="2561"/>
                  </a:lnTo>
                  <a:lnTo>
                    <a:pt x="1879" y="2561"/>
                  </a:lnTo>
                  <a:lnTo>
                    <a:pt x="1872" y="2561"/>
                  </a:lnTo>
                  <a:lnTo>
                    <a:pt x="1866" y="2562"/>
                  </a:lnTo>
                  <a:lnTo>
                    <a:pt x="1859" y="2563"/>
                  </a:lnTo>
                  <a:lnTo>
                    <a:pt x="1851" y="2564"/>
                  </a:lnTo>
                  <a:lnTo>
                    <a:pt x="1843" y="2565"/>
                  </a:lnTo>
                  <a:lnTo>
                    <a:pt x="1838" y="2565"/>
                  </a:lnTo>
                  <a:lnTo>
                    <a:pt x="1833" y="2566"/>
                  </a:lnTo>
                  <a:lnTo>
                    <a:pt x="1829" y="2566"/>
                  </a:lnTo>
                  <a:lnTo>
                    <a:pt x="1823" y="2565"/>
                  </a:lnTo>
                  <a:lnTo>
                    <a:pt x="1815" y="2564"/>
                  </a:lnTo>
                  <a:lnTo>
                    <a:pt x="1804" y="2564"/>
                  </a:lnTo>
                  <a:lnTo>
                    <a:pt x="1740" y="2587"/>
                  </a:lnTo>
                  <a:lnTo>
                    <a:pt x="1720" y="2601"/>
                  </a:lnTo>
                  <a:lnTo>
                    <a:pt x="1712" y="2617"/>
                  </a:lnTo>
                  <a:lnTo>
                    <a:pt x="1695" y="2649"/>
                  </a:lnTo>
                  <a:lnTo>
                    <a:pt x="1658" y="2676"/>
                  </a:lnTo>
                  <a:lnTo>
                    <a:pt x="1624" y="2669"/>
                  </a:lnTo>
                  <a:lnTo>
                    <a:pt x="1617" y="2668"/>
                  </a:lnTo>
                  <a:lnTo>
                    <a:pt x="1603" y="2654"/>
                  </a:lnTo>
                  <a:lnTo>
                    <a:pt x="1631" y="2536"/>
                  </a:lnTo>
                  <a:lnTo>
                    <a:pt x="1706" y="2338"/>
                  </a:lnTo>
                  <a:lnTo>
                    <a:pt x="1752" y="2286"/>
                  </a:lnTo>
                  <a:lnTo>
                    <a:pt x="1793" y="2247"/>
                  </a:lnTo>
                  <a:lnTo>
                    <a:pt x="1831" y="2222"/>
                  </a:lnTo>
                  <a:lnTo>
                    <a:pt x="1859" y="2196"/>
                  </a:lnTo>
                  <a:lnTo>
                    <a:pt x="1889" y="2158"/>
                  </a:lnTo>
                  <a:lnTo>
                    <a:pt x="1898" y="2144"/>
                  </a:lnTo>
                  <a:lnTo>
                    <a:pt x="1909" y="2126"/>
                  </a:lnTo>
                  <a:lnTo>
                    <a:pt x="1911" y="2121"/>
                  </a:lnTo>
                  <a:lnTo>
                    <a:pt x="1911" y="2116"/>
                  </a:lnTo>
                  <a:lnTo>
                    <a:pt x="1911" y="2110"/>
                  </a:lnTo>
                  <a:lnTo>
                    <a:pt x="1912" y="2100"/>
                  </a:lnTo>
                  <a:lnTo>
                    <a:pt x="1912" y="2094"/>
                  </a:lnTo>
                  <a:lnTo>
                    <a:pt x="1915" y="2083"/>
                  </a:lnTo>
                  <a:lnTo>
                    <a:pt x="1916" y="2075"/>
                  </a:lnTo>
                  <a:lnTo>
                    <a:pt x="1916" y="2059"/>
                  </a:lnTo>
                  <a:lnTo>
                    <a:pt x="1916" y="2053"/>
                  </a:lnTo>
                  <a:lnTo>
                    <a:pt x="1915" y="2044"/>
                  </a:lnTo>
                  <a:lnTo>
                    <a:pt x="1913" y="2036"/>
                  </a:lnTo>
                  <a:lnTo>
                    <a:pt x="1868" y="1813"/>
                  </a:lnTo>
                  <a:lnTo>
                    <a:pt x="1864" y="1799"/>
                  </a:lnTo>
                  <a:lnTo>
                    <a:pt x="1862" y="1794"/>
                  </a:lnTo>
                  <a:lnTo>
                    <a:pt x="1859" y="1788"/>
                  </a:lnTo>
                  <a:lnTo>
                    <a:pt x="1845" y="1769"/>
                  </a:lnTo>
                  <a:lnTo>
                    <a:pt x="1842" y="1764"/>
                  </a:lnTo>
                  <a:lnTo>
                    <a:pt x="1838" y="1758"/>
                  </a:lnTo>
                  <a:lnTo>
                    <a:pt x="1833" y="1752"/>
                  </a:lnTo>
                  <a:lnTo>
                    <a:pt x="1597" y="1465"/>
                  </a:lnTo>
                  <a:lnTo>
                    <a:pt x="1525" y="1390"/>
                  </a:lnTo>
                  <a:lnTo>
                    <a:pt x="1390" y="1250"/>
                  </a:lnTo>
                  <a:lnTo>
                    <a:pt x="1344" y="1206"/>
                  </a:lnTo>
                  <a:lnTo>
                    <a:pt x="1343" y="1200"/>
                  </a:lnTo>
                  <a:lnTo>
                    <a:pt x="1344" y="1191"/>
                  </a:lnTo>
                  <a:lnTo>
                    <a:pt x="1344" y="1183"/>
                  </a:lnTo>
                  <a:lnTo>
                    <a:pt x="1337" y="1163"/>
                  </a:lnTo>
                  <a:lnTo>
                    <a:pt x="1326" y="1142"/>
                  </a:lnTo>
                  <a:lnTo>
                    <a:pt x="1322" y="1131"/>
                  </a:lnTo>
                  <a:lnTo>
                    <a:pt x="1328" y="1121"/>
                  </a:lnTo>
                  <a:lnTo>
                    <a:pt x="1339" y="1117"/>
                  </a:lnTo>
                  <a:lnTo>
                    <a:pt x="1354" y="1116"/>
                  </a:lnTo>
                  <a:lnTo>
                    <a:pt x="1359" y="1112"/>
                  </a:lnTo>
                  <a:lnTo>
                    <a:pt x="1363" y="1109"/>
                  </a:lnTo>
                  <a:lnTo>
                    <a:pt x="1373" y="1094"/>
                  </a:lnTo>
                  <a:lnTo>
                    <a:pt x="1376" y="1086"/>
                  </a:lnTo>
                  <a:lnTo>
                    <a:pt x="1375" y="1068"/>
                  </a:lnTo>
                  <a:lnTo>
                    <a:pt x="1355" y="937"/>
                  </a:lnTo>
                  <a:lnTo>
                    <a:pt x="1307" y="800"/>
                  </a:lnTo>
                  <a:lnTo>
                    <a:pt x="1302" y="791"/>
                  </a:lnTo>
                  <a:lnTo>
                    <a:pt x="1297" y="787"/>
                  </a:lnTo>
                  <a:lnTo>
                    <a:pt x="1281" y="762"/>
                  </a:lnTo>
                  <a:lnTo>
                    <a:pt x="1276" y="760"/>
                  </a:lnTo>
                  <a:lnTo>
                    <a:pt x="1271" y="759"/>
                  </a:lnTo>
                  <a:lnTo>
                    <a:pt x="1159" y="729"/>
                  </a:lnTo>
                  <a:lnTo>
                    <a:pt x="1153" y="727"/>
                  </a:lnTo>
                  <a:lnTo>
                    <a:pt x="1144" y="725"/>
                  </a:lnTo>
                  <a:lnTo>
                    <a:pt x="1139" y="724"/>
                  </a:lnTo>
                  <a:lnTo>
                    <a:pt x="984" y="721"/>
                  </a:lnTo>
                  <a:lnTo>
                    <a:pt x="978" y="720"/>
                  </a:lnTo>
                  <a:lnTo>
                    <a:pt x="967" y="719"/>
                  </a:lnTo>
                  <a:lnTo>
                    <a:pt x="957" y="719"/>
                  </a:lnTo>
                  <a:lnTo>
                    <a:pt x="949" y="720"/>
                  </a:lnTo>
                  <a:lnTo>
                    <a:pt x="927" y="719"/>
                  </a:lnTo>
                  <a:lnTo>
                    <a:pt x="921" y="720"/>
                  </a:lnTo>
                  <a:lnTo>
                    <a:pt x="858" y="737"/>
                  </a:lnTo>
                  <a:lnTo>
                    <a:pt x="847" y="745"/>
                  </a:lnTo>
                  <a:lnTo>
                    <a:pt x="843" y="749"/>
                  </a:lnTo>
                  <a:lnTo>
                    <a:pt x="839" y="753"/>
                  </a:lnTo>
                  <a:lnTo>
                    <a:pt x="834" y="758"/>
                  </a:lnTo>
                  <a:lnTo>
                    <a:pt x="824" y="765"/>
                  </a:lnTo>
                  <a:lnTo>
                    <a:pt x="818" y="769"/>
                  </a:lnTo>
                  <a:lnTo>
                    <a:pt x="811" y="774"/>
                  </a:lnTo>
                  <a:lnTo>
                    <a:pt x="806" y="777"/>
                  </a:lnTo>
                  <a:lnTo>
                    <a:pt x="799" y="780"/>
                  </a:lnTo>
                  <a:lnTo>
                    <a:pt x="787" y="787"/>
                  </a:lnTo>
                  <a:lnTo>
                    <a:pt x="782" y="792"/>
                  </a:lnTo>
                  <a:lnTo>
                    <a:pt x="778" y="795"/>
                  </a:lnTo>
                  <a:lnTo>
                    <a:pt x="773" y="801"/>
                  </a:lnTo>
                  <a:lnTo>
                    <a:pt x="766" y="807"/>
                  </a:lnTo>
                  <a:lnTo>
                    <a:pt x="758" y="808"/>
                  </a:lnTo>
                  <a:lnTo>
                    <a:pt x="750" y="812"/>
                  </a:lnTo>
                  <a:lnTo>
                    <a:pt x="741" y="816"/>
                  </a:lnTo>
                  <a:lnTo>
                    <a:pt x="731" y="820"/>
                  </a:lnTo>
                  <a:lnTo>
                    <a:pt x="724" y="825"/>
                  </a:lnTo>
                  <a:lnTo>
                    <a:pt x="706" y="840"/>
                  </a:lnTo>
                  <a:lnTo>
                    <a:pt x="700" y="851"/>
                  </a:lnTo>
                  <a:lnTo>
                    <a:pt x="696" y="861"/>
                  </a:lnTo>
                  <a:lnTo>
                    <a:pt x="691" y="867"/>
                  </a:lnTo>
                  <a:lnTo>
                    <a:pt x="680" y="888"/>
                  </a:lnTo>
                  <a:lnTo>
                    <a:pt x="679" y="902"/>
                  </a:lnTo>
                  <a:lnTo>
                    <a:pt x="679" y="908"/>
                  </a:lnTo>
                  <a:lnTo>
                    <a:pt x="678" y="913"/>
                  </a:lnTo>
                  <a:lnTo>
                    <a:pt x="677" y="926"/>
                  </a:lnTo>
                  <a:lnTo>
                    <a:pt x="674" y="955"/>
                  </a:lnTo>
                  <a:lnTo>
                    <a:pt x="665" y="997"/>
                  </a:lnTo>
                  <a:lnTo>
                    <a:pt x="651" y="1021"/>
                  </a:lnTo>
                  <a:lnTo>
                    <a:pt x="632" y="1057"/>
                  </a:lnTo>
                  <a:lnTo>
                    <a:pt x="579" y="1127"/>
                  </a:lnTo>
                  <a:lnTo>
                    <a:pt x="495" y="1218"/>
                  </a:lnTo>
                  <a:lnTo>
                    <a:pt x="328" y="1057"/>
                  </a:lnTo>
                  <a:lnTo>
                    <a:pt x="152" y="970"/>
                  </a:lnTo>
                  <a:lnTo>
                    <a:pt x="137" y="964"/>
                  </a:lnTo>
                  <a:lnTo>
                    <a:pt x="116" y="940"/>
                  </a:lnTo>
                  <a:lnTo>
                    <a:pt x="54" y="871"/>
                  </a:lnTo>
                  <a:lnTo>
                    <a:pt x="42" y="843"/>
                  </a:lnTo>
                  <a:lnTo>
                    <a:pt x="38" y="819"/>
                  </a:lnTo>
                  <a:lnTo>
                    <a:pt x="33" y="810"/>
                  </a:lnTo>
                  <a:lnTo>
                    <a:pt x="5" y="754"/>
                  </a:lnTo>
                  <a:lnTo>
                    <a:pt x="0" y="717"/>
                  </a:lnTo>
                  <a:lnTo>
                    <a:pt x="86" y="555"/>
                  </a:lnTo>
                  <a:lnTo>
                    <a:pt x="174" y="433"/>
                  </a:lnTo>
                  <a:lnTo>
                    <a:pt x="192" y="425"/>
                  </a:lnTo>
                  <a:lnTo>
                    <a:pt x="393" y="339"/>
                  </a:lnTo>
                  <a:lnTo>
                    <a:pt x="469" y="323"/>
                  </a:lnTo>
                  <a:lnTo>
                    <a:pt x="476" y="322"/>
                  </a:lnTo>
                  <a:lnTo>
                    <a:pt x="488" y="322"/>
                  </a:lnTo>
                  <a:lnTo>
                    <a:pt x="497" y="322"/>
                  </a:lnTo>
                  <a:lnTo>
                    <a:pt x="505" y="323"/>
                  </a:lnTo>
                  <a:lnTo>
                    <a:pt x="515" y="324"/>
                  </a:lnTo>
                  <a:lnTo>
                    <a:pt x="521" y="324"/>
                  </a:lnTo>
                  <a:lnTo>
                    <a:pt x="563" y="318"/>
                  </a:lnTo>
                  <a:lnTo>
                    <a:pt x="587" y="315"/>
                  </a:lnTo>
                  <a:lnTo>
                    <a:pt x="632" y="307"/>
                  </a:lnTo>
                  <a:lnTo>
                    <a:pt x="690" y="292"/>
                  </a:lnTo>
                  <a:lnTo>
                    <a:pt x="702" y="288"/>
                  </a:lnTo>
                  <a:lnTo>
                    <a:pt x="709" y="286"/>
                  </a:lnTo>
                  <a:lnTo>
                    <a:pt x="740" y="278"/>
                  </a:lnTo>
                  <a:lnTo>
                    <a:pt x="926" y="230"/>
                  </a:lnTo>
                  <a:lnTo>
                    <a:pt x="934" y="228"/>
                  </a:lnTo>
                  <a:lnTo>
                    <a:pt x="945" y="227"/>
                  </a:lnTo>
                  <a:lnTo>
                    <a:pt x="952" y="227"/>
                  </a:lnTo>
                  <a:lnTo>
                    <a:pt x="965" y="220"/>
                  </a:lnTo>
                  <a:lnTo>
                    <a:pt x="987" y="217"/>
                  </a:lnTo>
                  <a:lnTo>
                    <a:pt x="1008" y="213"/>
                  </a:lnTo>
                  <a:lnTo>
                    <a:pt x="1086" y="180"/>
                  </a:lnTo>
                  <a:lnTo>
                    <a:pt x="1100" y="173"/>
                  </a:lnTo>
                  <a:lnTo>
                    <a:pt x="1122" y="161"/>
                  </a:lnTo>
                  <a:lnTo>
                    <a:pt x="1135" y="151"/>
                  </a:lnTo>
                  <a:lnTo>
                    <a:pt x="1148" y="141"/>
                  </a:lnTo>
                  <a:lnTo>
                    <a:pt x="1152" y="137"/>
                  </a:lnTo>
                  <a:lnTo>
                    <a:pt x="1186" y="98"/>
                  </a:lnTo>
                  <a:lnTo>
                    <a:pt x="1193" y="86"/>
                  </a:lnTo>
                  <a:lnTo>
                    <a:pt x="1192" y="79"/>
                  </a:lnTo>
                  <a:lnTo>
                    <a:pt x="1195" y="70"/>
                  </a:lnTo>
                  <a:lnTo>
                    <a:pt x="1209" y="60"/>
                  </a:lnTo>
                  <a:lnTo>
                    <a:pt x="1221" y="59"/>
                  </a:lnTo>
                  <a:lnTo>
                    <a:pt x="1233" y="53"/>
                  </a:lnTo>
                  <a:lnTo>
                    <a:pt x="1240" y="50"/>
                  </a:lnTo>
                  <a:lnTo>
                    <a:pt x="1249" y="43"/>
                  </a:lnTo>
                  <a:lnTo>
                    <a:pt x="1252" y="39"/>
                  </a:lnTo>
                  <a:lnTo>
                    <a:pt x="1256" y="34"/>
                  </a:lnTo>
                  <a:lnTo>
                    <a:pt x="1262" y="26"/>
                  </a:lnTo>
                  <a:lnTo>
                    <a:pt x="1268" y="24"/>
                  </a:lnTo>
                  <a:lnTo>
                    <a:pt x="1274" y="23"/>
                  </a:lnTo>
                  <a:lnTo>
                    <a:pt x="1279" y="21"/>
                  </a:lnTo>
                  <a:lnTo>
                    <a:pt x="1284" y="19"/>
                  </a:lnTo>
                  <a:lnTo>
                    <a:pt x="1295" y="16"/>
                  </a:lnTo>
                  <a:lnTo>
                    <a:pt x="1302" y="14"/>
                  </a:lnTo>
                  <a:lnTo>
                    <a:pt x="1309" y="12"/>
                  </a:lnTo>
                  <a:lnTo>
                    <a:pt x="1314" y="10"/>
                  </a:lnTo>
                  <a:lnTo>
                    <a:pt x="1318" y="7"/>
                  </a:lnTo>
                  <a:lnTo>
                    <a:pt x="1323" y="4"/>
                  </a:lnTo>
                  <a:lnTo>
                    <a:pt x="1336" y="0"/>
                  </a:lnTo>
                  <a:lnTo>
                    <a:pt x="1356" y="6"/>
                  </a:lnTo>
                  <a:lnTo>
                    <a:pt x="1443" y="51"/>
                  </a:lnTo>
                  <a:lnTo>
                    <a:pt x="1466" y="63"/>
                  </a:lnTo>
                  <a:lnTo>
                    <a:pt x="1483" y="85"/>
                  </a:lnTo>
                  <a:lnTo>
                    <a:pt x="1521" y="132"/>
                  </a:lnTo>
                  <a:lnTo>
                    <a:pt x="1528" y="140"/>
                  </a:lnTo>
                  <a:lnTo>
                    <a:pt x="1534" y="176"/>
                  </a:lnTo>
                  <a:lnTo>
                    <a:pt x="1537" y="195"/>
                  </a:lnTo>
                  <a:lnTo>
                    <a:pt x="1560" y="221"/>
                  </a:lnTo>
                  <a:lnTo>
                    <a:pt x="1566" y="224"/>
                  </a:lnTo>
                  <a:lnTo>
                    <a:pt x="1600" y="241"/>
                  </a:lnTo>
                  <a:lnTo>
                    <a:pt x="1607" y="245"/>
                  </a:lnTo>
                  <a:lnTo>
                    <a:pt x="1618" y="251"/>
                  </a:lnTo>
                  <a:lnTo>
                    <a:pt x="1634" y="257"/>
                  </a:lnTo>
                  <a:lnTo>
                    <a:pt x="1661" y="264"/>
                  </a:lnTo>
                  <a:lnTo>
                    <a:pt x="1677" y="269"/>
                  </a:lnTo>
                  <a:lnTo>
                    <a:pt x="1682" y="2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9252589" y="2374402"/>
              <a:ext cx="1108" cy="1218"/>
            </a:xfrm>
            <a:custGeom>
              <a:avLst/>
              <a:pathLst>
                <a:path w="1108" h="1218">
                  <a:moveTo>
                    <a:pt x="979" y="696"/>
                  </a:moveTo>
                  <a:lnTo>
                    <a:pt x="803" y="724"/>
                  </a:lnTo>
                  <a:lnTo>
                    <a:pt x="708" y="715"/>
                  </a:lnTo>
                  <a:lnTo>
                    <a:pt x="684" y="694"/>
                  </a:lnTo>
                  <a:lnTo>
                    <a:pt x="676" y="687"/>
                  </a:lnTo>
                  <a:lnTo>
                    <a:pt x="668" y="685"/>
                  </a:lnTo>
                  <a:lnTo>
                    <a:pt x="635" y="695"/>
                  </a:lnTo>
                  <a:lnTo>
                    <a:pt x="610" y="710"/>
                  </a:lnTo>
                  <a:lnTo>
                    <a:pt x="602" y="719"/>
                  </a:lnTo>
                  <a:lnTo>
                    <a:pt x="437" y="905"/>
                  </a:lnTo>
                  <a:lnTo>
                    <a:pt x="420" y="934"/>
                  </a:lnTo>
                  <a:lnTo>
                    <a:pt x="410" y="953"/>
                  </a:lnTo>
                  <a:lnTo>
                    <a:pt x="405" y="962"/>
                  </a:lnTo>
                  <a:lnTo>
                    <a:pt x="403" y="966"/>
                  </a:lnTo>
                  <a:lnTo>
                    <a:pt x="399" y="975"/>
                  </a:lnTo>
                  <a:lnTo>
                    <a:pt x="393" y="989"/>
                  </a:lnTo>
                  <a:lnTo>
                    <a:pt x="387" y="1006"/>
                  </a:lnTo>
                  <a:lnTo>
                    <a:pt x="385" y="1011"/>
                  </a:lnTo>
                  <a:lnTo>
                    <a:pt x="383" y="1016"/>
                  </a:lnTo>
                  <a:lnTo>
                    <a:pt x="376" y="1029"/>
                  </a:lnTo>
                  <a:lnTo>
                    <a:pt x="373" y="1036"/>
                  </a:lnTo>
                  <a:lnTo>
                    <a:pt x="370" y="1044"/>
                  </a:lnTo>
                  <a:lnTo>
                    <a:pt x="353" y="1098"/>
                  </a:lnTo>
                  <a:lnTo>
                    <a:pt x="351" y="1104"/>
                  </a:lnTo>
                  <a:lnTo>
                    <a:pt x="340" y="1112"/>
                  </a:lnTo>
                  <a:lnTo>
                    <a:pt x="297" y="1145"/>
                  </a:lnTo>
                  <a:lnTo>
                    <a:pt x="235" y="1218"/>
                  </a:lnTo>
                  <a:lnTo>
                    <a:pt x="233" y="1206"/>
                  </a:lnTo>
                  <a:lnTo>
                    <a:pt x="230" y="1196"/>
                  </a:lnTo>
                  <a:lnTo>
                    <a:pt x="227" y="1186"/>
                  </a:lnTo>
                  <a:lnTo>
                    <a:pt x="222" y="1171"/>
                  </a:lnTo>
                  <a:lnTo>
                    <a:pt x="213" y="1149"/>
                  </a:lnTo>
                  <a:lnTo>
                    <a:pt x="210" y="1139"/>
                  </a:lnTo>
                  <a:lnTo>
                    <a:pt x="208" y="1134"/>
                  </a:lnTo>
                  <a:lnTo>
                    <a:pt x="202" y="1117"/>
                  </a:lnTo>
                  <a:lnTo>
                    <a:pt x="188" y="1073"/>
                  </a:lnTo>
                  <a:lnTo>
                    <a:pt x="184" y="1062"/>
                  </a:lnTo>
                  <a:lnTo>
                    <a:pt x="178" y="1045"/>
                  </a:lnTo>
                  <a:lnTo>
                    <a:pt x="176" y="1038"/>
                  </a:lnTo>
                  <a:lnTo>
                    <a:pt x="171" y="1025"/>
                  </a:lnTo>
                  <a:lnTo>
                    <a:pt x="158" y="1001"/>
                  </a:lnTo>
                  <a:lnTo>
                    <a:pt x="151" y="990"/>
                  </a:lnTo>
                  <a:lnTo>
                    <a:pt x="134" y="966"/>
                  </a:lnTo>
                  <a:lnTo>
                    <a:pt x="131" y="962"/>
                  </a:lnTo>
                  <a:lnTo>
                    <a:pt x="121" y="950"/>
                  </a:lnTo>
                  <a:lnTo>
                    <a:pt x="116" y="945"/>
                  </a:lnTo>
                  <a:lnTo>
                    <a:pt x="108" y="939"/>
                  </a:lnTo>
                  <a:lnTo>
                    <a:pt x="103" y="936"/>
                  </a:lnTo>
                  <a:lnTo>
                    <a:pt x="98" y="932"/>
                  </a:lnTo>
                  <a:lnTo>
                    <a:pt x="86" y="922"/>
                  </a:lnTo>
                  <a:lnTo>
                    <a:pt x="76" y="918"/>
                  </a:lnTo>
                  <a:lnTo>
                    <a:pt x="68" y="918"/>
                  </a:lnTo>
                  <a:lnTo>
                    <a:pt x="56" y="921"/>
                  </a:lnTo>
                  <a:lnTo>
                    <a:pt x="49" y="922"/>
                  </a:lnTo>
                  <a:lnTo>
                    <a:pt x="36" y="922"/>
                  </a:lnTo>
                  <a:lnTo>
                    <a:pt x="10" y="908"/>
                  </a:lnTo>
                  <a:lnTo>
                    <a:pt x="0" y="880"/>
                  </a:lnTo>
                  <a:lnTo>
                    <a:pt x="3" y="853"/>
                  </a:lnTo>
                  <a:lnTo>
                    <a:pt x="16" y="821"/>
                  </a:lnTo>
                  <a:lnTo>
                    <a:pt x="20" y="813"/>
                  </a:lnTo>
                  <a:lnTo>
                    <a:pt x="23" y="807"/>
                  </a:lnTo>
                  <a:lnTo>
                    <a:pt x="26" y="802"/>
                  </a:lnTo>
                  <a:lnTo>
                    <a:pt x="30" y="793"/>
                  </a:lnTo>
                  <a:lnTo>
                    <a:pt x="34" y="785"/>
                  </a:lnTo>
                  <a:lnTo>
                    <a:pt x="38" y="777"/>
                  </a:lnTo>
                  <a:lnTo>
                    <a:pt x="42" y="767"/>
                  </a:lnTo>
                  <a:lnTo>
                    <a:pt x="47" y="754"/>
                  </a:lnTo>
                  <a:lnTo>
                    <a:pt x="48" y="747"/>
                  </a:lnTo>
                  <a:lnTo>
                    <a:pt x="51" y="737"/>
                  </a:lnTo>
                  <a:lnTo>
                    <a:pt x="54" y="728"/>
                  </a:lnTo>
                  <a:lnTo>
                    <a:pt x="56" y="722"/>
                  </a:lnTo>
                  <a:lnTo>
                    <a:pt x="60" y="713"/>
                  </a:lnTo>
                  <a:lnTo>
                    <a:pt x="62" y="706"/>
                  </a:lnTo>
                  <a:lnTo>
                    <a:pt x="77" y="684"/>
                  </a:lnTo>
                  <a:lnTo>
                    <a:pt x="85" y="675"/>
                  </a:lnTo>
                  <a:lnTo>
                    <a:pt x="92" y="668"/>
                  </a:lnTo>
                  <a:lnTo>
                    <a:pt x="99" y="662"/>
                  </a:lnTo>
                  <a:lnTo>
                    <a:pt x="105" y="656"/>
                  </a:lnTo>
                  <a:lnTo>
                    <a:pt x="110" y="649"/>
                  </a:lnTo>
                  <a:lnTo>
                    <a:pt x="122" y="637"/>
                  </a:lnTo>
                  <a:lnTo>
                    <a:pt x="135" y="630"/>
                  </a:lnTo>
                  <a:lnTo>
                    <a:pt x="143" y="627"/>
                  </a:lnTo>
                  <a:lnTo>
                    <a:pt x="155" y="621"/>
                  </a:lnTo>
                  <a:lnTo>
                    <a:pt x="165" y="615"/>
                  </a:lnTo>
                  <a:lnTo>
                    <a:pt x="179" y="608"/>
                  </a:lnTo>
                  <a:lnTo>
                    <a:pt x="184" y="606"/>
                  </a:lnTo>
                  <a:lnTo>
                    <a:pt x="194" y="599"/>
                  </a:lnTo>
                  <a:lnTo>
                    <a:pt x="213" y="592"/>
                  </a:lnTo>
                  <a:lnTo>
                    <a:pt x="219" y="590"/>
                  </a:lnTo>
                  <a:lnTo>
                    <a:pt x="226" y="589"/>
                  </a:lnTo>
                  <a:lnTo>
                    <a:pt x="233" y="586"/>
                  </a:lnTo>
                  <a:lnTo>
                    <a:pt x="241" y="583"/>
                  </a:lnTo>
                  <a:lnTo>
                    <a:pt x="249" y="578"/>
                  </a:lnTo>
                  <a:lnTo>
                    <a:pt x="255" y="574"/>
                  </a:lnTo>
                  <a:lnTo>
                    <a:pt x="262" y="568"/>
                  </a:lnTo>
                  <a:lnTo>
                    <a:pt x="269" y="560"/>
                  </a:lnTo>
                  <a:lnTo>
                    <a:pt x="474" y="257"/>
                  </a:lnTo>
                  <a:lnTo>
                    <a:pt x="525" y="178"/>
                  </a:lnTo>
                  <a:lnTo>
                    <a:pt x="529" y="172"/>
                  </a:lnTo>
                  <a:lnTo>
                    <a:pt x="533" y="166"/>
                  </a:lnTo>
                  <a:lnTo>
                    <a:pt x="536" y="161"/>
                  </a:lnTo>
                  <a:lnTo>
                    <a:pt x="540" y="154"/>
                  </a:lnTo>
                  <a:lnTo>
                    <a:pt x="546" y="138"/>
                  </a:lnTo>
                  <a:lnTo>
                    <a:pt x="548" y="130"/>
                  </a:lnTo>
                  <a:lnTo>
                    <a:pt x="549" y="125"/>
                  </a:lnTo>
                  <a:lnTo>
                    <a:pt x="580" y="0"/>
                  </a:lnTo>
                  <a:lnTo>
                    <a:pt x="651" y="40"/>
                  </a:lnTo>
                  <a:lnTo>
                    <a:pt x="998" y="293"/>
                  </a:lnTo>
                  <a:lnTo>
                    <a:pt x="1008" y="299"/>
                  </a:lnTo>
                  <a:lnTo>
                    <a:pt x="1016" y="307"/>
                  </a:lnTo>
                  <a:lnTo>
                    <a:pt x="1025" y="316"/>
                  </a:lnTo>
                  <a:lnTo>
                    <a:pt x="1069" y="372"/>
                  </a:lnTo>
                  <a:lnTo>
                    <a:pt x="1070" y="379"/>
                  </a:lnTo>
                  <a:lnTo>
                    <a:pt x="1084" y="440"/>
                  </a:lnTo>
                  <a:lnTo>
                    <a:pt x="1092" y="495"/>
                  </a:lnTo>
                  <a:lnTo>
                    <a:pt x="1095" y="500"/>
                  </a:lnTo>
                  <a:lnTo>
                    <a:pt x="1095" y="509"/>
                  </a:lnTo>
                  <a:lnTo>
                    <a:pt x="1108" y="595"/>
                  </a:lnTo>
                  <a:lnTo>
                    <a:pt x="1105" y="601"/>
                  </a:lnTo>
                  <a:lnTo>
                    <a:pt x="979" y="69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9275646" y="2377852"/>
              <a:ext cx="618" cy="1906"/>
            </a:xfrm>
            <a:custGeom>
              <a:avLst/>
              <a:pathLst>
                <a:path w="618" h="1906">
                  <a:moveTo>
                    <a:pt x="46" y="1905"/>
                  </a:moveTo>
                  <a:lnTo>
                    <a:pt x="37" y="1906"/>
                  </a:lnTo>
                  <a:lnTo>
                    <a:pt x="7" y="1827"/>
                  </a:lnTo>
                  <a:lnTo>
                    <a:pt x="0" y="1744"/>
                  </a:lnTo>
                  <a:lnTo>
                    <a:pt x="3" y="1687"/>
                  </a:lnTo>
                  <a:lnTo>
                    <a:pt x="6" y="1636"/>
                  </a:lnTo>
                  <a:lnTo>
                    <a:pt x="33" y="1194"/>
                  </a:lnTo>
                  <a:lnTo>
                    <a:pt x="36" y="1160"/>
                  </a:lnTo>
                  <a:lnTo>
                    <a:pt x="51" y="1013"/>
                  </a:lnTo>
                  <a:lnTo>
                    <a:pt x="61" y="971"/>
                  </a:lnTo>
                  <a:lnTo>
                    <a:pt x="86" y="892"/>
                  </a:lnTo>
                  <a:lnTo>
                    <a:pt x="104" y="872"/>
                  </a:lnTo>
                  <a:lnTo>
                    <a:pt x="193" y="680"/>
                  </a:lnTo>
                  <a:lnTo>
                    <a:pt x="199" y="667"/>
                  </a:lnTo>
                  <a:lnTo>
                    <a:pt x="230" y="591"/>
                  </a:lnTo>
                  <a:lnTo>
                    <a:pt x="268" y="496"/>
                  </a:lnTo>
                  <a:lnTo>
                    <a:pt x="311" y="390"/>
                  </a:lnTo>
                  <a:lnTo>
                    <a:pt x="329" y="346"/>
                  </a:lnTo>
                  <a:lnTo>
                    <a:pt x="349" y="297"/>
                  </a:lnTo>
                  <a:lnTo>
                    <a:pt x="382" y="234"/>
                  </a:lnTo>
                  <a:lnTo>
                    <a:pt x="426" y="154"/>
                  </a:lnTo>
                  <a:lnTo>
                    <a:pt x="474" y="82"/>
                  </a:lnTo>
                  <a:lnTo>
                    <a:pt x="493" y="64"/>
                  </a:lnTo>
                  <a:lnTo>
                    <a:pt x="548" y="11"/>
                  </a:lnTo>
                  <a:lnTo>
                    <a:pt x="568" y="0"/>
                  </a:lnTo>
                  <a:lnTo>
                    <a:pt x="594" y="2"/>
                  </a:lnTo>
                  <a:lnTo>
                    <a:pt x="609" y="16"/>
                  </a:lnTo>
                  <a:lnTo>
                    <a:pt x="613" y="32"/>
                  </a:lnTo>
                  <a:lnTo>
                    <a:pt x="618" y="49"/>
                  </a:lnTo>
                  <a:lnTo>
                    <a:pt x="614" y="73"/>
                  </a:lnTo>
                  <a:lnTo>
                    <a:pt x="591" y="143"/>
                  </a:lnTo>
                  <a:lnTo>
                    <a:pt x="490" y="252"/>
                  </a:lnTo>
                  <a:lnTo>
                    <a:pt x="468" y="280"/>
                  </a:lnTo>
                  <a:lnTo>
                    <a:pt x="433" y="344"/>
                  </a:lnTo>
                  <a:lnTo>
                    <a:pt x="302" y="597"/>
                  </a:lnTo>
                  <a:lnTo>
                    <a:pt x="212" y="802"/>
                  </a:lnTo>
                  <a:lnTo>
                    <a:pt x="182" y="892"/>
                  </a:lnTo>
                  <a:lnTo>
                    <a:pt x="171" y="932"/>
                  </a:lnTo>
                  <a:lnTo>
                    <a:pt x="165" y="997"/>
                  </a:lnTo>
                  <a:lnTo>
                    <a:pt x="159" y="1123"/>
                  </a:lnTo>
                  <a:lnTo>
                    <a:pt x="158" y="1150"/>
                  </a:lnTo>
                  <a:lnTo>
                    <a:pt x="150" y="1336"/>
                  </a:lnTo>
                  <a:lnTo>
                    <a:pt x="150" y="1353"/>
                  </a:lnTo>
                  <a:lnTo>
                    <a:pt x="94" y="1702"/>
                  </a:lnTo>
                  <a:lnTo>
                    <a:pt x="46" y="19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9276380" y="2375245"/>
              <a:ext cx="645" cy="1017"/>
            </a:xfrm>
            <a:custGeom>
              <a:avLst/>
              <a:pathLst>
                <a:path w="645" h="1017">
                  <a:moveTo>
                    <a:pt x="467" y="1017"/>
                  </a:moveTo>
                  <a:lnTo>
                    <a:pt x="0" y="1013"/>
                  </a:lnTo>
                  <a:lnTo>
                    <a:pt x="121" y="0"/>
                  </a:lnTo>
                  <a:lnTo>
                    <a:pt x="645" y="71"/>
                  </a:lnTo>
                  <a:lnTo>
                    <a:pt x="562" y="771"/>
                  </a:lnTo>
                  <a:lnTo>
                    <a:pt x="543" y="928"/>
                  </a:lnTo>
                  <a:lnTo>
                    <a:pt x="540" y="958"/>
                  </a:lnTo>
                  <a:lnTo>
                    <a:pt x="510" y="999"/>
                  </a:lnTo>
                  <a:lnTo>
                    <a:pt x="467" y="10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9279592" y="2370333"/>
              <a:ext cx="883" cy="690"/>
            </a:xfrm>
            <a:custGeom>
              <a:avLst/>
              <a:pathLst>
                <a:path w="883" h="690">
                  <a:moveTo>
                    <a:pt x="466" y="133"/>
                  </a:moveTo>
                  <a:lnTo>
                    <a:pt x="576" y="160"/>
                  </a:lnTo>
                  <a:lnTo>
                    <a:pt x="615" y="149"/>
                  </a:lnTo>
                  <a:lnTo>
                    <a:pt x="658" y="148"/>
                  </a:lnTo>
                  <a:lnTo>
                    <a:pt x="689" y="156"/>
                  </a:lnTo>
                  <a:lnTo>
                    <a:pt x="746" y="170"/>
                  </a:lnTo>
                  <a:lnTo>
                    <a:pt x="803" y="184"/>
                  </a:lnTo>
                  <a:lnTo>
                    <a:pt x="855" y="241"/>
                  </a:lnTo>
                  <a:lnTo>
                    <a:pt x="870" y="258"/>
                  </a:lnTo>
                  <a:lnTo>
                    <a:pt x="883" y="272"/>
                  </a:lnTo>
                  <a:lnTo>
                    <a:pt x="883" y="281"/>
                  </a:lnTo>
                  <a:lnTo>
                    <a:pt x="883" y="325"/>
                  </a:lnTo>
                  <a:lnTo>
                    <a:pt x="861" y="351"/>
                  </a:lnTo>
                  <a:lnTo>
                    <a:pt x="770" y="427"/>
                  </a:lnTo>
                  <a:lnTo>
                    <a:pt x="766" y="437"/>
                  </a:lnTo>
                  <a:lnTo>
                    <a:pt x="725" y="553"/>
                  </a:lnTo>
                  <a:lnTo>
                    <a:pt x="708" y="600"/>
                  </a:lnTo>
                  <a:lnTo>
                    <a:pt x="666" y="690"/>
                  </a:lnTo>
                  <a:lnTo>
                    <a:pt x="637" y="662"/>
                  </a:lnTo>
                  <a:lnTo>
                    <a:pt x="586" y="612"/>
                  </a:lnTo>
                  <a:lnTo>
                    <a:pt x="547" y="561"/>
                  </a:lnTo>
                  <a:lnTo>
                    <a:pt x="479" y="471"/>
                  </a:lnTo>
                  <a:lnTo>
                    <a:pt x="288" y="383"/>
                  </a:lnTo>
                  <a:lnTo>
                    <a:pt x="280" y="380"/>
                  </a:lnTo>
                  <a:lnTo>
                    <a:pt x="133" y="312"/>
                  </a:lnTo>
                  <a:lnTo>
                    <a:pt x="73" y="282"/>
                  </a:lnTo>
                  <a:lnTo>
                    <a:pt x="41" y="264"/>
                  </a:lnTo>
                  <a:lnTo>
                    <a:pt x="0" y="127"/>
                  </a:lnTo>
                  <a:lnTo>
                    <a:pt x="30" y="10"/>
                  </a:lnTo>
                  <a:lnTo>
                    <a:pt x="34" y="0"/>
                  </a:lnTo>
                  <a:lnTo>
                    <a:pt x="109" y="20"/>
                  </a:lnTo>
                  <a:lnTo>
                    <a:pt x="179" y="40"/>
                  </a:lnTo>
                  <a:lnTo>
                    <a:pt x="314" y="86"/>
                  </a:lnTo>
                  <a:lnTo>
                    <a:pt x="428" y="123"/>
                  </a:lnTo>
                  <a:lnTo>
                    <a:pt x="454" y="129"/>
                  </a:lnTo>
                  <a:lnTo>
                    <a:pt x="466" y="13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9190411" y="2346023"/>
              <a:ext cx="451" cy="963"/>
            </a:xfrm>
            <a:custGeom>
              <a:avLst/>
              <a:pathLst>
                <a:path w="451" h="963">
                  <a:moveTo>
                    <a:pt x="326" y="710"/>
                  </a:moveTo>
                  <a:lnTo>
                    <a:pt x="384" y="766"/>
                  </a:lnTo>
                  <a:lnTo>
                    <a:pt x="432" y="771"/>
                  </a:lnTo>
                  <a:lnTo>
                    <a:pt x="451" y="805"/>
                  </a:lnTo>
                  <a:lnTo>
                    <a:pt x="364" y="924"/>
                  </a:lnTo>
                  <a:lnTo>
                    <a:pt x="225" y="963"/>
                  </a:lnTo>
                  <a:lnTo>
                    <a:pt x="187" y="958"/>
                  </a:lnTo>
                  <a:lnTo>
                    <a:pt x="159" y="912"/>
                  </a:lnTo>
                  <a:lnTo>
                    <a:pt x="76" y="526"/>
                  </a:lnTo>
                  <a:lnTo>
                    <a:pt x="0" y="89"/>
                  </a:lnTo>
                  <a:lnTo>
                    <a:pt x="33" y="16"/>
                  </a:lnTo>
                  <a:lnTo>
                    <a:pt x="100" y="0"/>
                  </a:lnTo>
                  <a:lnTo>
                    <a:pt x="152" y="7"/>
                  </a:lnTo>
                  <a:lnTo>
                    <a:pt x="327" y="142"/>
                  </a:lnTo>
                  <a:lnTo>
                    <a:pt x="444" y="330"/>
                  </a:lnTo>
                  <a:lnTo>
                    <a:pt x="438" y="382"/>
                  </a:lnTo>
                  <a:lnTo>
                    <a:pt x="339" y="400"/>
                  </a:lnTo>
                  <a:lnTo>
                    <a:pt x="287" y="424"/>
                  </a:lnTo>
                  <a:lnTo>
                    <a:pt x="248" y="487"/>
                  </a:lnTo>
                  <a:lnTo>
                    <a:pt x="234" y="571"/>
                  </a:lnTo>
                  <a:lnTo>
                    <a:pt x="247" y="620"/>
                  </a:lnTo>
                  <a:lnTo>
                    <a:pt x="326" y="71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9187020" y="2343861"/>
              <a:ext cx="691" cy="725"/>
            </a:xfrm>
            <a:custGeom>
              <a:avLst/>
              <a:pathLst>
                <a:path w="691" h="725">
                  <a:moveTo>
                    <a:pt x="691" y="355"/>
                  </a:moveTo>
                  <a:lnTo>
                    <a:pt x="680" y="461"/>
                  </a:lnTo>
                  <a:lnTo>
                    <a:pt x="650" y="545"/>
                  </a:lnTo>
                  <a:lnTo>
                    <a:pt x="598" y="610"/>
                  </a:lnTo>
                  <a:lnTo>
                    <a:pt x="531" y="676"/>
                  </a:lnTo>
                  <a:lnTo>
                    <a:pt x="414" y="720"/>
                  </a:lnTo>
                  <a:lnTo>
                    <a:pt x="378" y="723"/>
                  </a:lnTo>
                  <a:lnTo>
                    <a:pt x="327" y="660"/>
                  </a:lnTo>
                  <a:lnTo>
                    <a:pt x="313" y="656"/>
                  </a:lnTo>
                  <a:lnTo>
                    <a:pt x="301" y="657"/>
                  </a:lnTo>
                  <a:lnTo>
                    <a:pt x="295" y="671"/>
                  </a:lnTo>
                  <a:lnTo>
                    <a:pt x="317" y="713"/>
                  </a:lnTo>
                  <a:lnTo>
                    <a:pt x="310" y="725"/>
                  </a:lnTo>
                  <a:lnTo>
                    <a:pt x="267" y="719"/>
                  </a:lnTo>
                  <a:lnTo>
                    <a:pt x="223" y="708"/>
                  </a:lnTo>
                  <a:lnTo>
                    <a:pt x="179" y="690"/>
                  </a:lnTo>
                  <a:lnTo>
                    <a:pt x="122" y="648"/>
                  </a:lnTo>
                  <a:lnTo>
                    <a:pt x="87" y="608"/>
                  </a:lnTo>
                  <a:lnTo>
                    <a:pt x="54" y="565"/>
                  </a:lnTo>
                  <a:lnTo>
                    <a:pt x="55" y="547"/>
                  </a:lnTo>
                  <a:lnTo>
                    <a:pt x="75" y="496"/>
                  </a:lnTo>
                  <a:lnTo>
                    <a:pt x="73" y="465"/>
                  </a:lnTo>
                  <a:lnTo>
                    <a:pt x="45" y="395"/>
                  </a:lnTo>
                  <a:lnTo>
                    <a:pt x="17" y="337"/>
                  </a:lnTo>
                  <a:lnTo>
                    <a:pt x="0" y="335"/>
                  </a:lnTo>
                  <a:lnTo>
                    <a:pt x="8" y="263"/>
                  </a:lnTo>
                  <a:lnTo>
                    <a:pt x="63" y="151"/>
                  </a:lnTo>
                  <a:lnTo>
                    <a:pt x="91" y="119"/>
                  </a:lnTo>
                  <a:lnTo>
                    <a:pt x="101" y="106"/>
                  </a:lnTo>
                  <a:lnTo>
                    <a:pt x="176" y="50"/>
                  </a:lnTo>
                  <a:lnTo>
                    <a:pt x="212" y="33"/>
                  </a:lnTo>
                  <a:lnTo>
                    <a:pt x="253" y="13"/>
                  </a:lnTo>
                  <a:lnTo>
                    <a:pt x="337" y="0"/>
                  </a:lnTo>
                  <a:lnTo>
                    <a:pt x="439" y="10"/>
                  </a:lnTo>
                  <a:lnTo>
                    <a:pt x="435" y="18"/>
                  </a:lnTo>
                  <a:lnTo>
                    <a:pt x="439" y="19"/>
                  </a:lnTo>
                  <a:lnTo>
                    <a:pt x="521" y="50"/>
                  </a:lnTo>
                  <a:lnTo>
                    <a:pt x="550" y="77"/>
                  </a:lnTo>
                  <a:lnTo>
                    <a:pt x="609" y="131"/>
                  </a:lnTo>
                  <a:lnTo>
                    <a:pt x="640" y="170"/>
                  </a:lnTo>
                  <a:lnTo>
                    <a:pt x="675" y="244"/>
                  </a:lnTo>
                  <a:lnTo>
                    <a:pt x="691" y="3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9180341" y="2342830"/>
              <a:ext cx="920" cy="269"/>
            </a:xfrm>
            <a:custGeom>
              <a:avLst/>
              <a:pathLst>
                <a:path w="920" h="269">
                  <a:moveTo>
                    <a:pt x="438" y="268"/>
                  </a:moveTo>
                  <a:lnTo>
                    <a:pt x="187" y="269"/>
                  </a:lnTo>
                  <a:lnTo>
                    <a:pt x="51" y="199"/>
                  </a:lnTo>
                  <a:lnTo>
                    <a:pt x="0" y="145"/>
                  </a:lnTo>
                  <a:lnTo>
                    <a:pt x="36" y="94"/>
                  </a:lnTo>
                  <a:lnTo>
                    <a:pt x="367" y="19"/>
                  </a:lnTo>
                  <a:lnTo>
                    <a:pt x="469" y="13"/>
                  </a:lnTo>
                  <a:lnTo>
                    <a:pt x="831" y="0"/>
                  </a:lnTo>
                  <a:lnTo>
                    <a:pt x="916" y="26"/>
                  </a:lnTo>
                  <a:lnTo>
                    <a:pt x="920" y="59"/>
                  </a:lnTo>
                  <a:lnTo>
                    <a:pt x="917" y="80"/>
                  </a:lnTo>
                  <a:lnTo>
                    <a:pt x="846" y="126"/>
                  </a:lnTo>
                  <a:lnTo>
                    <a:pt x="438" y="26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9285431" y="2358396"/>
              <a:ext cx="2305" cy="1359"/>
            </a:xfrm>
            <a:custGeom>
              <a:avLst/>
              <a:pathLst>
                <a:path w="2305" h="1359">
                  <a:moveTo>
                    <a:pt x="118" y="1359"/>
                  </a:moveTo>
                  <a:lnTo>
                    <a:pt x="55" y="1354"/>
                  </a:lnTo>
                  <a:lnTo>
                    <a:pt x="13" y="1324"/>
                  </a:lnTo>
                  <a:lnTo>
                    <a:pt x="0" y="1285"/>
                  </a:lnTo>
                  <a:lnTo>
                    <a:pt x="4" y="1241"/>
                  </a:lnTo>
                  <a:lnTo>
                    <a:pt x="472" y="96"/>
                  </a:lnTo>
                  <a:lnTo>
                    <a:pt x="506" y="57"/>
                  </a:lnTo>
                  <a:lnTo>
                    <a:pt x="511" y="50"/>
                  </a:lnTo>
                  <a:lnTo>
                    <a:pt x="547" y="36"/>
                  </a:lnTo>
                  <a:lnTo>
                    <a:pt x="558" y="35"/>
                  </a:lnTo>
                  <a:lnTo>
                    <a:pt x="564" y="35"/>
                  </a:lnTo>
                  <a:lnTo>
                    <a:pt x="573" y="34"/>
                  </a:lnTo>
                  <a:lnTo>
                    <a:pt x="578" y="34"/>
                  </a:lnTo>
                  <a:lnTo>
                    <a:pt x="602" y="33"/>
                  </a:lnTo>
                  <a:lnTo>
                    <a:pt x="655" y="32"/>
                  </a:lnTo>
                  <a:lnTo>
                    <a:pt x="715" y="31"/>
                  </a:lnTo>
                  <a:lnTo>
                    <a:pt x="770" y="30"/>
                  </a:lnTo>
                  <a:lnTo>
                    <a:pt x="819" y="29"/>
                  </a:lnTo>
                  <a:lnTo>
                    <a:pt x="872" y="28"/>
                  </a:lnTo>
                  <a:lnTo>
                    <a:pt x="930" y="27"/>
                  </a:lnTo>
                  <a:lnTo>
                    <a:pt x="985" y="25"/>
                  </a:lnTo>
                  <a:lnTo>
                    <a:pt x="1199" y="21"/>
                  </a:lnTo>
                  <a:lnTo>
                    <a:pt x="1403" y="17"/>
                  </a:lnTo>
                  <a:lnTo>
                    <a:pt x="1633" y="13"/>
                  </a:lnTo>
                  <a:lnTo>
                    <a:pt x="2065" y="4"/>
                  </a:lnTo>
                  <a:lnTo>
                    <a:pt x="2305" y="0"/>
                  </a:lnTo>
                  <a:lnTo>
                    <a:pt x="2283" y="52"/>
                  </a:lnTo>
                  <a:lnTo>
                    <a:pt x="2108" y="474"/>
                  </a:lnTo>
                  <a:lnTo>
                    <a:pt x="2097" y="501"/>
                  </a:lnTo>
                  <a:lnTo>
                    <a:pt x="2080" y="525"/>
                  </a:lnTo>
                  <a:lnTo>
                    <a:pt x="2024" y="589"/>
                  </a:lnTo>
                  <a:lnTo>
                    <a:pt x="2013" y="593"/>
                  </a:lnTo>
                  <a:lnTo>
                    <a:pt x="1941" y="621"/>
                  </a:lnTo>
                  <a:lnTo>
                    <a:pt x="1907" y="643"/>
                  </a:lnTo>
                  <a:lnTo>
                    <a:pt x="1871" y="683"/>
                  </a:lnTo>
                  <a:lnTo>
                    <a:pt x="1846" y="728"/>
                  </a:lnTo>
                  <a:lnTo>
                    <a:pt x="1711" y="1090"/>
                  </a:lnTo>
                  <a:lnTo>
                    <a:pt x="1624" y="1219"/>
                  </a:lnTo>
                  <a:lnTo>
                    <a:pt x="1593" y="1245"/>
                  </a:lnTo>
                  <a:lnTo>
                    <a:pt x="1552" y="1280"/>
                  </a:lnTo>
                  <a:lnTo>
                    <a:pt x="1513" y="1303"/>
                  </a:lnTo>
                  <a:lnTo>
                    <a:pt x="1454" y="1320"/>
                  </a:lnTo>
                  <a:lnTo>
                    <a:pt x="1444" y="1323"/>
                  </a:lnTo>
                  <a:lnTo>
                    <a:pt x="1432" y="1326"/>
                  </a:lnTo>
                  <a:lnTo>
                    <a:pt x="1416" y="1331"/>
                  </a:lnTo>
                  <a:lnTo>
                    <a:pt x="1401" y="1331"/>
                  </a:lnTo>
                  <a:lnTo>
                    <a:pt x="1376" y="1332"/>
                  </a:lnTo>
                  <a:lnTo>
                    <a:pt x="1329" y="1333"/>
                  </a:lnTo>
                  <a:lnTo>
                    <a:pt x="1248" y="1335"/>
                  </a:lnTo>
                  <a:lnTo>
                    <a:pt x="1177" y="1337"/>
                  </a:lnTo>
                  <a:lnTo>
                    <a:pt x="1172" y="1337"/>
                  </a:lnTo>
                  <a:lnTo>
                    <a:pt x="1166" y="1337"/>
                  </a:lnTo>
                  <a:lnTo>
                    <a:pt x="1158" y="1337"/>
                  </a:lnTo>
                  <a:lnTo>
                    <a:pt x="1154" y="1337"/>
                  </a:lnTo>
                  <a:lnTo>
                    <a:pt x="1147" y="1337"/>
                  </a:lnTo>
                  <a:lnTo>
                    <a:pt x="1142" y="1337"/>
                  </a:lnTo>
                  <a:lnTo>
                    <a:pt x="1136" y="1338"/>
                  </a:lnTo>
                  <a:lnTo>
                    <a:pt x="1131" y="1338"/>
                  </a:lnTo>
                  <a:lnTo>
                    <a:pt x="1125" y="1338"/>
                  </a:lnTo>
                  <a:lnTo>
                    <a:pt x="1119" y="1338"/>
                  </a:lnTo>
                  <a:lnTo>
                    <a:pt x="1113" y="1338"/>
                  </a:lnTo>
                  <a:lnTo>
                    <a:pt x="1108" y="1338"/>
                  </a:lnTo>
                  <a:lnTo>
                    <a:pt x="1102" y="1338"/>
                  </a:lnTo>
                  <a:lnTo>
                    <a:pt x="1097" y="1338"/>
                  </a:lnTo>
                  <a:lnTo>
                    <a:pt x="1091" y="1339"/>
                  </a:lnTo>
                  <a:lnTo>
                    <a:pt x="1086" y="1339"/>
                  </a:lnTo>
                  <a:lnTo>
                    <a:pt x="1082" y="1339"/>
                  </a:lnTo>
                  <a:lnTo>
                    <a:pt x="1077" y="1339"/>
                  </a:lnTo>
                  <a:lnTo>
                    <a:pt x="1071" y="1339"/>
                  </a:lnTo>
                  <a:lnTo>
                    <a:pt x="1063" y="1339"/>
                  </a:lnTo>
                  <a:lnTo>
                    <a:pt x="1057" y="1339"/>
                  </a:lnTo>
                  <a:lnTo>
                    <a:pt x="1052" y="1340"/>
                  </a:lnTo>
                  <a:lnTo>
                    <a:pt x="1048" y="1340"/>
                  </a:lnTo>
                  <a:lnTo>
                    <a:pt x="1043" y="1340"/>
                  </a:lnTo>
                  <a:lnTo>
                    <a:pt x="1038" y="1340"/>
                  </a:lnTo>
                  <a:lnTo>
                    <a:pt x="1031" y="1340"/>
                  </a:lnTo>
                  <a:lnTo>
                    <a:pt x="1024" y="1340"/>
                  </a:lnTo>
                  <a:lnTo>
                    <a:pt x="1019" y="1340"/>
                  </a:lnTo>
                  <a:lnTo>
                    <a:pt x="1014" y="1340"/>
                  </a:lnTo>
                  <a:lnTo>
                    <a:pt x="1009" y="1341"/>
                  </a:lnTo>
                  <a:lnTo>
                    <a:pt x="1003" y="1341"/>
                  </a:lnTo>
                  <a:lnTo>
                    <a:pt x="997" y="1341"/>
                  </a:lnTo>
                  <a:lnTo>
                    <a:pt x="992" y="1341"/>
                  </a:lnTo>
                  <a:lnTo>
                    <a:pt x="986" y="1341"/>
                  </a:lnTo>
                  <a:lnTo>
                    <a:pt x="979" y="1341"/>
                  </a:lnTo>
                  <a:lnTo>
                    <a:pt x="974" y="1341"/>
                  </a:lnTo>
                  <a:lnTo>
                    <a:pt x="968" y="1341"/>
                  </a:lnTo>
                  <a:lnTo>
                    <a:pt x="962" y="1342"/>
                  </a:lnTo>
                  <a:lnTo>
                    <a:pt x="955" y="1342"/>
                  </a:lnTo>
                  <a:lnTo>
                    <a:pt x="947" y="1342"/>
                  </a:lnTo>
                  <a:lnTo>
                    <a:pt x="942" y="1342"/>
                  </a:lnTo>
                  <a:lnTo>
                    <a:pt x="936" y="1342"/>
                  </a:lnTo>
                  <a:lnTo>
                    <a:pt x="928" y="1342"/>
                  </a:lnTo>
                  <a:lnTo>
                    <a:pt x="919" y="1343"/>
                  </a:lnTo>
                  <a:lnTo>
                    <a:pt x="911" y="1343"/>
                  </a:lnTo>
                  <a:lnTo>
                    <a:pt x="903" y="1343"/>
                  </a:lnTo>
                  <a:lnTo>
                    <a:pt x="896" y="1343"/>
                  </a:lnTo>
                  <a:lnTo>
                    <a:pt x="890" y="1343"/>
                  </a:lnTo>
                  <a:lnTo>
                    <a:pt x="884" y="1343"/>
                  </a:lnTo>
                  <a:lnTo>
                    <a:pt x="118" y="135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9181733" y="2342327"/>
              <a:ext cx="1762" cy="714"/>
            </a:xfrm>
            <a:custGeom>
              <a:avLst/>
              <a:pathLst>
                <a:path w="1762" h="714">
                  <a:moveTo>
                    <a:pt x="900" y="710"/>
                  </a:moveTo>
                  <a:lnTo>
                    <a:pt x="850" y="714"/>
                  </a:lnTo>
                  <a:lnTo>
                    <a:pt x="208" y="568"/>
                  </a:lnTo>
                  <a:lnTo>
                    <a:pt x="137" y="534"/>
                  </a:lnTo>
                  <a:lnTo>
                    <a:pt x="0" y="433"/>
                  </a:lnTo>
                  <a:lnTo>
                    <a:pt x="4" y="418"/>
                  </a:lnTo>
                  <a:lnTo>
                    <a:pt x="216" y="305"/>
                  </a:lnTo>
                  <a:lnTo>
                    <a:pt x="787" y="19"/>
                  </a:lnTo>
                  <a:lnTo>
                    <a:pt x="884" y="0"/>
                  </a:lnTo>
                  <a:lnTo>
                    <a:pt x="908" y="9"/>
                  </a:lnTo>
                  <a:lnTo>
                    <a:pt x="960" y="33"/>
                  </a:lnTo>
                  <a:lnTo>
                    <a:pt x="1746" y="169"/>
                  </a:lnTo>
                  <a:lnTo>
                    <a:pt x="1762" y="195"/>
                  </a:lnTo>
                  <a:lnTo>
                    <a:pt x="1696" y="478"/>
                  </a:lnTo>
                  <a:lnTo>
                    <a:pt x="1650" y="511"/>
                  </a:lnTo>
                  <a:lnTo>
                    <a:pt x="1479" y="516"/>
                  </a:lnTo>
                  <a:lnTo>
                    <a:pt x="900" y="71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9191184" y="2343355"/>
              <a:ext cx="594" cy="566"/>
            </a:xfrm>
            <a:custGeom>
              <a:avLst/>
              <a:pathLst>
                <a:path w="594" h="566">
                  <a:moveTo>
                    <a:pt x="276" y="358"/>
                  </a:moveTo>
                  <a:lnTo>
                    <a:pt x="410" y="398"/>
                  </a:lnTo>
                  <a:lnTo>
                    <a:pt x="541" y="373"/>
                  </a:lnTo>
                  <a:lnTo>
                    <a:pt x="594" y="384"/>
                  </a:lnTo>
                  <a:lnTo>
                    <a:pt x="580" y="506"/>
                  </a:lnTo>
                  <a:lnTo>
                    <a:pt x="382" y="566"/>
                  </a:lnTo>
                  <a:lnTo>
                    <a:pt x="302" y="525"/>
                  </a:lnTo>
                  <a:lnTo>
                    <a:pt x="197" y="446"/>
                  </a:lnTo>
                  <a:lnTo>
                    <a:pt x="5" y="152"/>
                  </a:lnTo>
                  <a:lnTo>
                    <a:pt x="0" y="100"/>
                  </a:lnTo>
                  <a:lnTo>
                    <a:pt x="100" y="0"/>
                  </a:lnTo>
                  <a:lnTo>
                    <a:pt x="256" y="34"/>
                  </a:lnTo>
                  <a:lnTo>
                    <a:pt x="259" y="60"/>
                  </a:lnTo>
                  <a:lnTo>
                    <a:pt x="227" y="122"/>
                  </a:lnTo>
                  <a:lnTo>
                    <a:pt x="212" y="186"/>
                  </a:lnTo>
                  <a:lnTo>
                    <a:pt x="230" y="281"/>
                  </a:lnTo>
                  <a:lnTo>
                    <a:pt x="276" y="3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9186694" y="2340464"/>
              <a:ext cx="758" cy="811"/>
            </a:xfrm>
            <a:custGeom>
              <a:avLst/>
              <a:pathLst>
                <a:path w="758" h="811">
                  <a:moveTo>
                    <a:pt x="758" y="570"/>
                  </a:moveTo>
                  <a:lnTo>
                    <a:pt x="677" y="715"/>
                  </a:lnTo>
                  <a:lnTo>
                    <a:pt x="534" y="811"/>
                  </a:lnTo>
                  <a:lnTo>
                    <a:pt x="534" y="740"/>
                  </a:lnTo>
                  <a:lnTo>
                    <a:pt x="465" y="672"/>
                  </a:lnTo>
                  <a:lnTo>
                    <a:pt x="426" y="652"/>
                  </a:lnTo>
                  <a:lnTo>
                    <a:pt x="209" y="632"/>
                  </a:lnTo>
                  <a:lnTo>
                    <a:pt x="0" y="528"/>
                  </a:lnTo>
                  <a:lnTo>
                    <a:pt x="17" y="324"/>
                  </a:lnTo>
                  <a:lnTo>
                    <a:pt x="104" y="75"/>
                  </a:lnTo>
                  <a:lnTo>
                    <a:pt x="303" y="0"/>
                  </a:lnTo>
                  <a:lnTo>
                    <a:pt x="349" y="2"/>
                  </a:lnTo>
                  <a:lnTo>
                    <a:pt x="722" y="411"/>
                  </a:lnTo>
                  <a:lnTo>
                    <a:pt x="758" y="57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9180373" y="2339397"/>
              <a:ext cx="854" cy="687"/>
            </a:xfrm>
            <a:custGeom>
              <a:avLst/>
              <a:pathLst>
                <a:path w="854" h="687">
                  <a:moveTo>
                    <a:pt x="620" y="332"/>
                  </a:moveTo>
                  <a:lnTo>
                    <a:pt x="599" y="356"/>
                  </a:lnTo>
                  <a:lnTo>
                    <a:pt x="574" y="367"/>
                  </a:lnTo>
                  <a:lnTo>
                    <a:pt x="552" y="361"/>
                  </a:lnTo>
                  <a:lnTo>
                    <a:pt x="513" y="344"/>
                  </a:lnTo>
                  <a:lnTo>
                    <a:pt x="454" y="320"/>
                  </a:lnTo>
                  <a:lnTo>
                    <a:pt x="447" y="317"/>
                  </a:lnTo>
                  <a:lnTo>
                    <a:pt x="431" y="365"/>
                  </a:lnTo>
                  <a:lnTo>
                    <a:pt x="498" y="404"/>
                  </a:lnTo>
                  <a:lnTo>
                    <a:pt x="561" y="454"/>
                  </a:lnTo>
                  <a:lnTo>
                    <a:pt x="652" y="504"/>
                  </a:lnTo>
                  <a:lnTo>
                    <a:pt x="731" y="526"/>
                  </a:lnTo>
                  <a:lnTo>
                    <a:pt x="742" y="529"/>
                  </a:lnTo>
                  <a:lnTo>
                    <a:pt x="797" y="551"/>
                  </a:lnTo>
                  <a:lnTo>
                    <a:pt x="794" y="561"/>
                  </a:lnTo>
                  <a:lnTo>
                    <a:pt x="788" y="591"/>
                  </a:lnTo>
                  <a:lnTo>
                    <a:pt x="805" y="602"/>
                  </a:lnTo>
                  <a:lnTo>
                    <a:pt x="809" y="604"/>
                  </a:lnTo>
                  <a:lnTo>
                    <a:pt x="808" y="613"/>
                  </a:lnTo>
                  <a:lnTo>
                    <a:pt x="806" y="625"/>
                  </a:lnTo>
                  <a:lnTo>
                    <a:pt x="834" y="645"/>
                  </a:lnTo>
                  <a:lnTo>
                    <a:pt x="853" y="662"/>
                  </a:lnTo>
                  <a:lnTo>
                    <a:pt x="854" y="671"/>
                  </a:lnTo>
                  <a:lnTo>
                    <a:pt x="847" y="687"/>
                  </a:lnTo>
                  <a:lnTo>
                    <a:pt x="832" y="686"/>
                  </a:lnTo>
                  <a:lnTo>
                    <a:pt x="789" y="663"/>
                  </a:lnTo>
                  <a:lnTo>
                    <a:pt x="740" y="646"/>
                  </a:lnTo>
                  <a:lnTo>
                    <a:pt x="649" y="614"/>
                  </a:lnTo>
                  <a:lnTo>
                    <a:pt x="631" y="604"/>
                  </a:lnTo>
                  <a:lnTo>
                    <a:pt x="588" y="581"/>
                  </a:lnTo>
                  <a:lnTo>
                    <a:pt x="557" y="564"/>
                  </a:lnTo>
                  <a:lnTo>
                    <a:pt x="502" y="534"/>
                  </a:lnTo>
                  <a:lnTo>
                    <a:pt x="414" y="474"/>
                  </a:lnTo>
                  <a:lnTo>
                    <a:pt x="283" y="360"/>
                  </a:lnTo>
                  <a:lnTo>
                    <a:pt x="279" y="356"/>
                  </a:lnTo>
                  <a:lnTo>
                    <a:pt x="268" y="345"/>
                  </a:lnTo>
                  <a:lnTo>
                    <a:pt x="210" y="282"/>
                  </a:lnTo>
                  <a:lnTo>
                    <a:pt x="196" y="268"/>
                  </a:lnTo>
                  <a:lnTo>
                    <a:pt x="173" y="243"/>
                  </a:lnTo>
                  <a:lnTo>
                    <a:pt x="104" y="157"/>
                  </a:lnTo>
                  <a:lnTo>
                    <a:pt x="2" y="36"/>
                  </a:lnTo>
                  <a:lnTo>
                    <a:pt x="0" y="31"/>
                  </a:lnTo>
                  <a:lnTo>
                    <a:pt x="1" y="20"/>
                  </a:lnTo>
                  <a:lnTo>
                    <a:pt x="15" y="7"/>
                  </a:lnTo>
                  <a:lnTo>
                    <a:pt x="86" y="7"/>
                  </a:lnTo>
                  <a:lnTo>
                    <a:pt x="124" y="6"/>
                  </a:lnTo>
                  <a:lnTo>
                    <a:pt x="180" y="0"/>
                  </a:lnTo>
                  <a:lnTo>
                    <a:pt x="195" y="0"/>
                  </a:lnTo>
                  <a:lnTo>
                    <a:pt x="203" y="3"/>
                  </a:lnTo>
                  <a:lnTo>
                    <a:pt x="207" y="5"/>
                  </a:lnTo>
                  <a:lnTo>
                    <a:pt x="227" y="18"/>
                  </a:lnTo>
                  <a:lnTo>
                    <a:pt x="288" y="49"/>
                  </a:lnTo>
                  <a:lnTo>
                    <a:pt x="350" y="65"/>
                  </a:lnTo>
                  <a:lnTo>
                    <a:pt x="380" y="79"/>
                  </a:lnTo>
                  <a:lnTo>
                    <a:pt x="369" y="116"/>
                  </a:lnTo>
                  <a:lnTo>
                    <a:pt x="490" y="178"/>
                  </a:lnTo>
                  <a:lnTo>
                    <a:pt x="594" y="263"/>
                  </a:lnTo>
                  <a:lnTo>
                    <a:pt x="601" y="294"/>
                  </a:lnTo>
                  <a:lnTo>
                    <a:pt x="619" y="319"/>
                  </a:lnTo>
                  <a:lnTo>
                    <a:pt x="620" y="33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9193462" y="2340610"/>
              <a:ext cx="2376" cy="2300"/>
            </a:xfrm>
            <a:custGeom>
              <a:avLst/>
              <a:pathLst>
                <a:path w="2376" h="2300">
                  <a:moveTo>
                    <a:pt x="2055" y="330"/>
                  </a:moveTo>
                  <a:lnTo>
                    <a:pt x="2242" y="453"/>
                  </a:lnTo>
                  <a:lnTo>
                    <a:pt x="2376" y="469"/>
                  </a:lnTo>
                  <a:lnTo>
                    <a:pt x="2345" y="752"/>
                  </a:lnTo>
                  <a:lnTo>
                    <a:pt x="2157" y="1471"/>
                  </a:lnTo>
                  <a:lnTo>
                    <a:pt x="2084" y="1466"/>
                  </a:lnTo>
                  <a:lnTo>
                    <a:pt x="2055" y="1384"/>
                  </a:lnTo>
                  <a:lnTo>
                    <a:pt x="1946" y="1332"/>
                  </a:lnTo>
                  <a:lnTo>
                    <a:pt x="1839" y="1330"/>
                  </a:lnTo>
                  <a:lnTo>
                    <a:pt x="1666" y="1386"/>
                  </a:lnTo>
                  <a:lnTo>
                    <a:pt x="1543" y="1474"/>
                  </a:lnTo>
                  <a:lnTo>
                    <a:pt x="1471" y="1574"/>
                  </a:lnTo>
                  <a:lnTo>
                    <a:pt x="1430" y="1662"/>
                  </a:lnTo>
                  <a:lnTo>
                    <a:pt x="864" y="1941"/>
                  </a:lnTo>
                  <a:lnTo>
                    <a:pt x="765" y="2036"/>
                  </a:lnTo>
                  <a:lnTo>
                    <a:pt x="588" y="2300"/>
                  </a:lnTo>
                  <a:lnTo>
                    <a:pt x="550" y="2295"/>
                  </a:lnTo>
                  <a:lnTo>
                    <a:pt x="92" y="2089"/>
                  </a:lnTo>
                  <a:lnTo>
                    <a:pt x="53" y="2052"/>
                  </a:lnTo>
                  <a:lnTo>
                    <a:pt x="0" y="1969"/>
                  </a:lnTo>
                  <a:lnTo>
                    <a:pt x="321" y="1835"/>
                  </a:lnTo>
                  <a:lnTo>
                    <a:pt x="345" y="1729"/>
                  </a:lnTo>
                  <a:lnTo>
                    <a:pt x="337" y="1615"/>
                  </a:lnTo>
                  <a:lnTo>
                    <a:pt x="218" y="1327"/>
                  </a:lnTo>
                  <a:lnTo>
                    <a:pt x="304" y="1163"/>
                  </a:lnTo>
                  <a:lnTo>
                    <a:pt x="333" y="1139"/>
                  </a:lnTo>
                  <a:lnTo>
                    <a:pt x="361" y="1139"/>
                  </a:lnTo>
                  <a:lnTo>
                    <a:pt x="420" y="1198"/>
                  </a:lnTo>
                  <a:lnTo>
                    <a:pt x="370" y="1198"/>
                  </a:lnTo>
                  <a:lnTo>
                    <a:pt x="345" y="1172"/>
                  </a:lnTo>
                  <a:lnTo>
                    <a:pt x="323" y="1177"/>
                  </a:lnTo>
                  <a:lnTo>
                    <a:pt x="301" y="1238"/>
                  </a:lnTo>
                  <a:lnTo>
                    <a:pt x="322" y="1288"/>
                  </a:lnTo>
                  <a:lnTo>
                    <a:pt x="461" y="1286"/>
                  </a:lnTo>
                  <a:lnTo>
                    <a:pt x="624" y="1221"/>
                  </a:lnTo>
                  <a:lnTo>
                    <a:pt x="710" y="790"/>
                  </a:lnTo>
                  <a:lnTo>
                    <a:pt x="734" y="421"/>
                  </a:lnTo>
                  <a:lnTo>
                    <a:pt x="760" y="302"/>
                  </a:lnTo>
                  <a:lnTo>
                    <a:pt x="846" y="217"/>
                  </a:lnTo>
                  <a:lnTo>
                    <a:pt x="921" y="179"/>
                  </a:lnTo>
                  <a:lnTo>
                    <a:pt x="1466" y="0"/>
                  </a:lnTo>
                  <a:lnTo>
                    <a:pt x="1662" y="24"/>
                  </a:lnTo>
                  <a:lnTo>
                    <a:pt x="2055" y="33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9187235" y="2335417"/>
              <a:ext cx="5598" cy="6604"/>
            </a:xfrm>
            <a:custGeom>
              <a:avLst/>
              <a:pathLst>
                <a:path w="5598" h="6604">
                  <a:moveTo>
                    <a:pt x="3710" y="620"/>
                  </a:moveTo>
                  <a:lnTo>
                    <a:pt x="3774" y="645"/>
                  </a:lnTo>
                  <a:lnTo>
                    <a:pt x="4033" y="648"/>
                  </a:lnTo>
                  <a:lnTo>
                    <a:pt x="4471" y="846"/>
                  </a:lnTo>
                  <a:lnTo>
                    <a:pt x="4411" y="969"/>
                  </a:lnTo>
                  <a:lnTo>
                    <a:pt x="4271" y="1080"/>
                  </a:lnTo>
                  <a:lnTo>
                    <a:pt x="4241" y="1126"/>
                  </a:lnTo>
                  <a:lnTo>
                    <a:pt x="4222" y="1189"/>
                  </a:lnTo>
                  <a:lnTo>
                    <a:pt x="4229" y="1276"/>
                  </a:lnTo>
                  <a:lnTo>
                    <a:pt x="4403" y="1503"/>
                  </a:lnTo>
                  <a:lnTo>
                    <a:pt x="4411" y="1681"/>
                  </a:lnTo>
                  <a:lnTo>
                    <a:pt x="4387" y="1774"/>
                  </a:lnTo>
                  <a:lnTo>
                    <a:pt x="4357" y="1843"/>
                  </a:lnTo>
                  <a:lnTo>
                    <a:pt x="4302" y="1909"/>
                  </a:lnTo>
                  <a:lnTo>
                    <a:pt x="4240" y="1942"/>
                  </a:lnTo>
                  <a:lnTo>
                    <a:pt x="4050" y="1990"/>
                  </a:lnTo>
                  <a:lnTo>
                    <a:pt x="4015" y="2046"/>
                  </a:lnTo>
                  <a:lnTo>
                    <a:pt x="4014" y="2116"/>
                  </a:lnTo>
                  <a:lnTo>
                    <a:pt x="4050" y="2157"/>
                  </a:lnTo>
                  <a:lnTo>
                    <a:pt x="4078" y="2161"/>
                  </a:lnTo>
                  <a:lnTo>
                    <a:pt x="4291" y="2060"/>
                  </a:lnTo>
                  <a:lnTo>
                    <a:pt x="4439" y="1944"/>
                  </a:lnTo>
                  <a:lnTo>
                    <a:pt x="4754" y="1516"/>
                  </a:lnTo>
                  <a:lnTo>
                    <a:pt x="4758" y="1433"/>
                  </a:lnTo>
                  <a:lnTo>
                    <a:pt x="4683" y="1205"/>
                  </a:lnTo>
                  <a:lnTo>
                    <a:pt x="4622" y="951"/>
                  </a:lnTo>
                  <a:lnTo>
                    <a:pt x="4640" y="923"/>
                  </a:lnTo>
                  <a:lnTo>
                    <a:pt x="5088" y="1171"/>
                  </a:lnTo>
                  <a:lnTo>
                    <a:pt x="5302" y="1314"/>
                  </a:lnTo>
                  <a:lnTo>
                    <a:pt x="5444" y="1525"/>
                  </a:lnTo>
                  <a:lnTo>
                    <a:pt x="5425" y="1641"/>
                  </a:lnTo>
                  <a:lnTo>
                    <a:pt x="5433" y="2267"/>
                  </a:lnTo>
                  <a:lnTo>
                    <a:pt x="5451" y="2654"/>
                  </a:lnTo>
                  <a:lnTo>
                    <a:pt x="5472" y="3116"/>
                  </a:lnTo>
                  <a:lnTo>
                    <a:pt x="5548" y="3549"/>
                  </a:lnTo>
                  <a:lnTo>
                    <a:pt x="5598" y="3626"/>
                  </a:lnTo>
                  <a:lnTo>
                    <a:pt x="5545" y="3867"/>
                  </a:lnTo>
                  <a:lnTo>
                    <a:pt x="5385" y="4209"/>
                  </a:lnTo>
                  <a:lnTo>
                    <a:pt x="5314" y="4329"/>
                  </a:lnTo>
                  <a:lnTo>
                    <a:pt x="5273" y="4346"/>
                  </a:lnTo>
                  <a:lnTo>
                    <a:pt x="5239" y="4337"/>
                  </a:lnTo>
                  <a:lnTo>
                    <a:pt x="5105" y="4239"/>
                  </a:lnTo>
                  <a:lnTo>
                    <a:pt x="4699" y="4859"/>
                  </a:lnTo>
                  <a:lnTo>
                    <a:pt x="4268" y="5242"/>
                  </a:lnTo>
                  <a:lnTo>
                    <a:pt x="3521" y="5843"/>
                  </a:lnTo>
                  <a:lnTo>
                    <a:pt x="3027" y="6277"/>
                  </a:lnTo>
                  <a:lnTo>
                    <a:pt x="2943" y="6376"/>
                  </a:lnTo>
                  <a:lnTo>
                    <a:pt x="2862" y="6526"/>
                  </a:lnTo>
                  <a:lnTo>
                    <a:pt x="2802" y="6604"/>
                  </a:lnTo>
                  <a:lnTo>
                    <a:pt x="2240" y="6418"/>
                  </a:lnTo>
                  <a:lnTo>
                    <a:pt x="2078" y="6298"/>
                  </a:lnTo>
                  <a:lnTo>
                    <a:pt x="1648" y="6266"/>
                  </a:lnTo>
                  <a:lnTo>
                    <a:pt x="1497" y="6283"/>
                  </a:lnTo>
                  <a:lnTo>
                    <a:pt x="1208" y="6076"/>
                  </a:lnTo>
                  <a:lnTo>
                    <a:pt x="799" y="6003"/>
                  </a:lnTo>
                  <a:lnTo>
                    <a:pt x="657" y="5840"/>
                  </a:lnTo>
                  <a:lnTo>
                    <a:pt x="289" y="5247"/>
                  </a:lnTo>
                  <a:lnTo>
                    <a:pt x="125" y="5052"/>
                  </a:lnTo>
                  <a:lnTo>
                    <a:pt x="27" y="4896"/>
                  </a:lnTo>
                  <a:lnTo>
                    <a:pt x="0" y="4710"/>
                  </a:lnTo>
                  <a:lnTo>
                    <a:pt x="20" y="4581"/>
                  </a:lnTo>
                  <a:lnTo>
                    <a:pt x="180" y="3971"/>
                  </a:lnTo>
                  <a:lnTo>
                    <a:pt x="179" y="3966"/>
                  </a:lnTo>
                  <a:lnTo>
                    <a:pt x="165" y="3917"/>
                  </a:lnTo>
                  <a:lnTo>
                    <a:pt x="127" y="3602"/>
                  </a:lnTo>
                  <a:lnTo>
                    <a:pt x="214" y="3024"/>
                  </a:lnTo>
                  <a:lnTo>
                    <a:pt x="292" y="2829"/>
                  </a:lnTo>
                  <a:lnTo>
                    <a:pt x="502" y="2394"/>
                  </a:lnTo>
                  <a:lnTo>
                    <a:pt x="654" y="1839"/>
                  </a:lnTo>
                  <a:lnTo>
                    <a:pt x="650" y="1802"/>
                  </a:lnTo>
                  <a:lnTo>
                    <a:pt x="924" y="940"/>
                  </a:lnTo>
                  <a:lnTo>
                    <a:pt x="1164" y="647"/>
                  </a:lnTo>
                  <a:lnTo>
                    <a:pt x="1318" y="492"/>
                  </a:lnTo>
                  <a:lnTo>
                    <a:pt x="1464" y="296"/>
                  </a:lnTo>
                  <a:lnTo>
                    <a:pt x="1532" y="235"/>
                  </a:lnTo>
                  <a:lnTo>
                    <a:pt x="1945" y="220"/>
                  </a:lnTo>
                  <a:lnTo>
                    <a:pt x="2876" y="68"/>
                  </a:lnTo>
                  <a:lnTo>
                    <a:pt x="2924" y="55"/>
                  </a:lnTo>
                  <a:lnTo>
                    <a:pt x="2989" y="12"/>
                  </a:lnTo>
                  <a:lnTo>
                    <a:pt x="3045" y="0"/>
                  </a:lnTo>
                  <a:lnTo>
                    <a:pt x="3163" y="9"/>
                  </a:lnTo>
                  <a:lnTo>
                    <a:pt x="3208" y="35"/>
                  </a:lnTo>
                  <a:lnTo>
                    <a:pt x="3443" y="341"/>
                  </a:lnTo>
                  <a:lnTo>
                    <a:pt x="3710" y="6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9196285" y="2336972"/>
              <a:ext cx="8322" cy="6889"/>
            </a:xfrm>
            <a:custGeom>
              <a:avLst/>
              <a:pathLst>
                <a:path w="8322" h="6889">
                  <a:moveTo>
                    <a:pt x="6590" y="908"/>
                  </a:moveTo>
                  <a:lnTo>
                    <a:pt x="6637" y="927"/>
                  </a:lnTo>
                  <a:lnTo>
                    <a:pt x="6826" y="894"/>
                  </a:lnTo>
                  <a:lnTo>
                    <a:pt x="7096" y="901"/>
                  </a:lnTo>
                  <a:lnTo>
                    <a:pt x="7292" y="923"/>
                  </a:lnTo>
                  <a:lnTo>
                    <a:pt x="7332" y="927"/>
                  </a:lnTo>
                  <a:lnTo>
                    <a:pt x="7320" y="955"/>
                  </a:lnTo>
                  <a:lnTo>
                    <a:pt x="7303" y="995"/>
                  </a:lnTo>
                  <a:lnTo>
                    <a:pt x="7282" y="1046"/>
                  </a:lnTo>
                  <a:lnTo>
                    <a:pt x="7260" y="1097"/>
                  </a:lnTo>
                  <a:lnTo>
                    <a:pt x="7237" y="1152"/>
                  </a:lnTo>
                  <a:lnTo>
                    <a:pt x="7233" y="1161"/>
                  </a:lnTo>
                  <a:lnTo>
                    <a:pt x="7230" y="1315"/>
                  </a:lnTo>
                  <a:lnTo>
                    <a:pt x="7238" y="1350"/>
                  </a:lnTo>
                  <a:lnTo>
                    <a:pt x="7257" y="1429"/>
                  </a:lnTo>
                  <a:lnTo>
                    <a:pt x="7293" y="1520"/>
                  </a:lnTo>
                  <a:lnTo>
                    <a:pt x="7555" y="2115"/>
                  </a:lnTo>
                  <a:lnTo>
                    <a:pt x="7583" y="2178"/>
                  </a:lnTo>
                  <a:lnTo>
                    <a:pt x="7681" y="2301"/>
                  </a:lnTo>
                  <a:lnTo>
                    <a:pt x="7820" y="2372"/>
                  </a:lnTo>
                  <a:lnTo>
                    <a:pt x="7826" y="2461"/>
                  </a:lnTo>
                  <a:lnTo>
                    <a:pt x="7829" y="2542"/>
                  </a:lnTo>
                  <a:lnTo>
                    <a:pt x="7822" y="2688"/>
                  </a:lnTo>
                  <a:lnTo>
                    <a:pt x="7818" y="2763"/>
                  </a:lnTo>
                  <a:lnTo>
                    <a:pt x="7819" y="2781"/>
                  </a:lnTo>
                  <a:lnTo>
                    <a:pt x="7828" y="2904"/>
                  </a:lnTo>
                  <a:lnTo>
                    <a:pt x="7842" y="3083"/>
                  </a:lnTo>
                  <a:lnTo>
                    <a:pt x="7924" y="3486"/>
                  </a:lnTo>
                  <a:lnTo>
                    <a:pt x="7937" y="3508"/>
                  </a:lnTo>
                  <a:lnTo>
                    <a:pt x="8031" y="3671"/>
                  </a:lnTo>
                  <a:lnTo>
                    <a:pt x="8123" y="3750"/>
                  </a:lnTo>
                  <a:lnTo>
                    <a:pt x="8157" y="3741"/>
                  </a:lnTo>
                  <a:lnTo>
                    <a:pt x="8174" y="3736"/>
                  </a:lnTo>
                  <a:lnTo>
                    <a:pt x="8206" y="3728"/>
                  </a:lnTo>
                  <a:lnTo>
                    <a:pt x="8221" y="3724"/>
                  </a:lnTo>
                  <a:lnTo>
                    <a:pt x="8274" y="3710"/>
                  </a:lnTo>
                  <a:lnTo>
                    <a:pt x="8309" y="3734"/>
                  </a:lnTo>
                  <a:lnTo>
                    <a:pt x="8310" y="3741"/>
                  </a:lnTo>
                  <a:lnTo>
                    <a:pt x="8316" y="3766"/>
                  </a:lnTo>
                  <a:lnTo>
                    <a:pt x="8322" y="3791"/>
                  </a:lnTo>
                  <a:lnTo>
                    <a:pt x="8317" y="3904"/>
                  </a:lnTo>
                  <a:lnTo>
                    <a:pt x="8316" y="3911"/>
                  </a:lnTo>
                  <a:lnTo>
                    <a:pt x="8309" y="4039"/>
                  </a:lnTo>
                  <a:lnTo>
                    <a:pt x="8307" y="4072"/>
                  </a:lnTo>
                  <a:lnTo>
                    <a:pt x="8301" y="4178"/>
                  </a:lnTo>
                  <a:lnTo>
                    <a:pt x="8301" y="4192"/>
                  </a:lnTo>
                  <a:lnTo>
                    <a:pt x="8212" y="4239"/>
                  </a:lnTo>
                  <a:lnTo>
                    <a:pt x="8201" y="4238"/>
                  </a:lnTo>
                  <a:lnTo>
                    <a:pt x="8173" y="4229"/>
                  </a:lnTo>
                  <a:lnTo>
                    <a:pt x="8143" y="4195"/>
                  </a:lnTo>
                  <a:lnTo>
                    <a:pt x="8109" y="4162"/>
                  </a:lnTo>
                  <a:lnTo>
                    <a:pt x="8046" y="4154"/>
                  </a:lnTo>
                  <a:lnTo>
                    <a:pt x="7960" y="4178"/>
                  </a:lnTo>
                  <a:lnTo>
                    <a:pt x="7862" y="4253"/>
                  </a:lnTo>
                  <a:lnTo>
                    <a:pt x="7808" y="4326"/>
                  </a:lnTo>
                  <a:lnTo>
                    <a:pt x="7774" y="4372"/>
                  </a:lnTo>
                  <a:lnTo>
                    <a:pt x="7765" y="4401"/>
                  </a:lnTo>
                  <a:lnTo>
                    <a:pt x="7747" y="4459"/>
                  </a:lnTo>
                  <a:lnTo>
                    <a:pt x="7756" y="4478"/>
                  </a:lnTo>
                  <a:lnTo>
                    <a:pt x="7761" y="4490"/>
                  </a:lnTo>
                  <a:lnTo>
                    <a:pt x="7795" y="4566"/>
                  </a:lnTo>
                  <a:lnTo>
                    <a:pt x="7902" y="4730"/>
                  </a:lnTo>
                  <a:lnTo>
                    <a:pt x="7943" y="4793"/>
                  </a:lnTo>
                  <a:lnTo>
                    <a:pt x="7904" y="4880"/>
                  </a:lnTo>
                  <a:lnTo>
                    <a:pt x="7838" y="4967"/>
                  </a:lnTo>
                  <a:lnTo>
                    <a:pt x="7828" y="4979"/>
                  </a:lnTo>
                  <a:lnTo>
                    <a:pt x="7813" y="4999"/>
                  </a:lnTo>
                  <a:lnTo>
                    <a:pt x="7570" y="5215"/>
                  </a:lnTo>
                  <a:lnTo>
                    <a:pt x="7335" y="5424"/>
                  </a:lnTo>
                  <a:lnTo>
                    <a:pt x="7220" y="5486"/>
                  </a:lnTo>
                  <a:lnTo>
                    <a:pt x="6981" y="5616"/>
                  </a:lnTo>
                  <a:lnTo>
                    <a:pt x="6965" y="5625"/>
                  </a:lnTo>
                  <a:lnTo>
                    <a:pt x="6812" y="5708"/>
                  </a:lnTo>
                  <a:lnTo>
                    <a:pt x="6791" y="5720"/>
                  </a:lnTo>
                  <a:lnTo>
                    <a:pt x="6777" y="5759"/>
                  </a:lnTo>
                  <a:lnTo>
                    <a:pt x="6724" y="5812"/>
                  </a:lnTo>
                  <a:lnTo>
                    <a:pt x="6680" y="5831"/>
                  </a:lnTo>
                  <a:lnTo>
                    <a:pt x="6384" y="5866"/>
                  </a:lnTo>
                  <a:lnTo>
                    <a:pt x="6355" y="5858"/>
                  </a:lnTo>
                  <a:lnTo>
                    <a:pt x="6374" y="5796"/>
                  </a:lnTo>
                  <a:lnTo>
                    <a:pt x="6632" y="5703"/>
                  </a:lnTo>
                  <a:lnTo>
                    <a:pt x="6665" y="5528"/>
                  </a:lnTo>
                  <a:lnTo>
                    <a:pt x="6557" y="5244"/>
                  </a:lnTo>
                  <a:lnTo>
                    <a:pt x="6407" y="5071"/>
                  </a:lnTo>
                  <a:lnTo>
                    <a:pt x="6140" y="4936"/>
                  </a:lnTo>
                  <a:lnTo>
                    <a:pt x="5877" y="4865"/>
                  </a:lnTo>
                  <a:lnTo>
                    <a:pt x="5775" y="4837"/>
                  </a:lnTo>
                  <a:lnTo>
                    <a:pt x="5684" y="4812"/>
                  </a:lnTo>
                  <a:lnTo>
                    <a:pt x="5662" y="4806"/>
                  </a:lnTo>
                  <a:lnTo>
                    <a:pt x="5658" y="4800"/>
                  </a:lnTo>
                  <a:lnTo>
                    <a:pt x="5620" y="4736"/>
                  </a:lnTo>
                  <a:lnTo>
                    <a:pt x="5608" y="4718"/>
                  </a:lnTo>
                  <a:lnTo>
                    <a:pt x="5571" y="4656"/>
                  </a:lnTo>
                  <a:lnTo>
                    <a:pt x="5510" y="4619"/>
                  </a:lnTo>
                  <a:lnTo>
                    <a:pt x="5325" y="4510"/>
                  </a:lnTo>
                  <a:lnTo>
                    <a:pt x="5281" y="4498"/>
                  </a:lnTo>
                  <a:lnTo>
                    <a:pt x="5213" y="4480"/>
                  </a:lnTo>
                  <a:lnTo>
                    <a:pt x="5194" y="4478"/>
                  </a:lnTo>
                  <a:lnTo>
                    <a:pt x="5003" y="4462"/>
                  </a:lnTo>
                  <a:lnTo>
                    <a:pt x="4632" y="4487"/>
                  </a:lnTo>
                  <a:lnTo>
                    <a:pt x="4585" y="4498"/>
                  </a:lnTo>
                  <a:lnTo>
                    <a:pt x="4115" y="4611"/>
                  </a:lnTo>
                  <a:lnTo>
                    <a:pt x="3578" y="4869"/>
                  </a:lnTo>
                  <a:lnTo>
                    <a:pt x="3353" y="5005"/>
                  </a:lnTo>
                  <a:lnTo>
                    <a:pt x="3299" y="5037"/>
                  </a:lnTo>
                  <a:lnTo>
                    <a:pt x="3074" y="5203"/>
                  </a:lnTo>
                  <a:lnTo>
                    <a:pt x="3058" y="5222"/>
                  </a:lnTo>
                  <a:lnTo>
                    <a:pt x="2846" y="5467"/>
                  </a:lnTo>
                  <a:lnTo>
                    <a:pt x="2637" y="5790"/>
                  </a:lnTo>
                  <a:lnTo>
                    <a:pt x="2589" y="5865"/>
                  </a:lnTo>
                  <a:lnTo>
                    <a:pt x="2565" y="5911"/>
                  </a:lnTo>
                  <a:lnTo>
                    <a:pt x="2531" y="5977"/>
                  </a:lnTo>
                  <a:lnTo>
                    <a:pt x="2521" y="5996"/>
                  </a:lnTo>
                  <a:lnTo>
                    <a:pt x="2472" y="6089"/>
                  </a:lnTo>
                  <a:lnTo>
                    <a:pt x="2456" y="6148"/>
                  </a:lnTo>
                  <a:lnTo>
                    <a:pt x="2406" y="6433"/>
                  </a:lnTo>
                  <a:lnTo>
                    <a:pt x="2404" y="6443"/>
                  </a:lnTo>
                  <a:lnTo>
                    <a:pt x="2249" y="6758"/>
                  </a:lnTo>
                  <a:lnTo>
                    <a:pt x="2236" y="6764"/>
                  </a:lnTo>
                  <a:lnTo>
                    <a:pt x="2194" y="6787"/>
                  </a:lnTo>
                  <a:lnTo>
                    <a:pt x="2187" y="6790"/>
                  </a:lnTo>
                  <a:lnTo>
                    <a:pt x="2118" y="6827"/>
                  </a:lnTo>
                  <a:lnTo>
                    <a:pt x="2111" y="6830"/>
                  </a:lnTo>
                  <a:lnTo>
                    <a:pt x="1956" y="6881"/>
                  </a:lnTo>
                  <a:lnTo>
                    <a:pt x="1916" y="6883"/>
                  </a:lnTo>
                  <a:lnTo>
                    <a:pt x="1883" y="6885"/>
                  </a:lnTo>
                  <a:lnTo>
                    <a:pt x="1827" y="6888"/>
                  </a:lnTo>
                  <a:lnTo>
                    <a:pt x="1796" y="6889"/>
                  </a:lnTo>
                  <a:lnTo>
                    <a:pt x="1785" y="6870"/>
                  </a:lnTo>
                  <a:lnTo>
                    <a:pt x="1728" y="6771"/>
                  </a:lnTo>
                  <a:lnTo>
                    <a:pt x="1719" y="6766"/>
                  </a:lnTo>
                  <a:lnTo>
                    <a:pt x="1615" y="6706"/>
                  </a:lnTo>
                  <a:lnTo>
                    <a:pt x="1207" y="6468"/>
                  </a:lnTo>
                  <a:lnTo>
                    <a:pt x="958" y="6381"/>
                  </a:lnTo>
                  <a:lnTo>
                    <a:pt x="653" y="6159"/>
                  </a:lnTo>
                  <a:lnTo>
                    <a:pt x="636" y="6140"/>
                  </a:lnTo>
                  <a:lnTo>
                    <a:pt x="628" y="6131"/>
                  </a:lnTo>
                  <a:lnTo>
                    <a:pt x="553" y="6066"/>
                  </a:lnTo>
                  <a:lnTo>
                    <a:pt x="117" y="5688"/>
                  </a:lnTo>
                  <a:lnTo>
                    <a:pt x="101" y="5669"/>
                  </a:lnTo>
                  <a:lnTo>
                    <a:pt x="12" y="5562"/>
                  </a:lnTo>
                  <a:lnTo>
                    <a:pt x="0" y="5547"/>
                  </a:lnTo>
                  <a:lnTo>
                    <a:pt x="8" y="5530"/>
                  </a:lnTo>
                  <a:lnTo>
                    <a:pt x="22" y="5501"/>
                  </a:lnTo>
                  <a:lnTo>
                    <a:pt x="31" y="5481"/>
                  </a:lnTo>
                  <a:lnTo>
                    <a:pt x="83" y="5474"/>
                  </a:lnTo>
                  <a:lnTo>
                    <a:pt x="99" y="5471"/>
                  </a:lnTo>
                  <a:lnTo>
                    <a:pt x="142" y="5465"/>
                  </a:lnTo>
                  <a:lnTo>
                    <a:pt x="169" y="5461"/>
                  </a:lnTo>
                  <a:lnTo>
                    <a:pt x="353" y="5433"/>
                  </a:lnTo>
                  <a:lnTo>
                    <a:pt x="448" y="5419"/>
                  </a:lnTo>
                  <a:lnTo>
                    <a:pt x="468" y="5416"/>
                  </a:lnTo>
                  <a:lnTo>
                    <a:pt x="950" y="5319"/>
                  </a:lnTo>
                  <a:lnTo>
                    <a:pt x="1265" y="4951"/>
                  </a:lnTo>
                  <a:lnTo>
                    <a:pt x="1310" y="4764"/>
                  </a:lnTo>
                  <a:lnTo>
                    <a:pt x="1330" y="4685"/>
                  </a:lnTo>
                  <a:lnTo>
                    <a:pt x="1338" y="4651"/>
                  </a:lnTo>
                  <a:lnTo>
                    <a:pt x="1337" y="4618"/>
                  </a:lnTo>
                  <a:lnTo>
                    <a:pt x="1328" y="4348"/>
                  </a:lnTo>
                  <a:lnTo>
                    <a:pt x="1324" y="4212"/>
                  </a:lnTo>
                  <a:lnTo>
                    <a:pt x="1124" y="3682"/>
                  </a:lnTo>
                  <a:lnTo>
                    <a:pt x="1037" y="3259"/>
                  </a:lnTo>
                  <a:lnTo>
                    <a:pt x="1041" y="3253"/>
                  </a:lnTo>
                  <a:lnTo>
                    <a:pt x="1066" y="3213"/>
                  </a:lnTo>
                  <a:lnTo>
                    <a:pt x="976" y="3152"/>
                  </a:lnTo>
                  <a:lnTo>
                    <a:pt x="955" y="3138"/>
                  </a:lnTo>
                  <a:lnTo>
                    <a:pt x="939" y="3127"/>
                  </a:lnTo>
                  <a:lnTo>
                    <a:pt x="913" y="3109"/>
                  </a:lnTo>
                  <a:lnTo>
                    <a:pt x="890" y="3100"/>
                  </a:lnTo>
                  <a:lnTo>
                    <a:pt x="856" y="3086"/>
                  </a:lnTo>
                  <a:lnTo>
                    <a:pt x="808" y="3066"/>
                  </a:lnTo>
                  <a:lnTo>
                    <a:pt x="748" y="3023"/>
                  </a:lnTo>
                  <a:lnTo>
                    <a:pt x="543" y="2877"/>
                  </a:lnTo>
                  <a:lnTo>
                    <a:pt x="447" y="2809"/>
                  </a:lnTo>
                  <a:lnTo>
                    <a:pt x="459" y="2771"/>
                  </a:lnTo>
                  <a:lnTo>
                    <a:pt x="521" y="2579"/>
                  </a:lnTo>
                  <a:lnTo>
                    <a:pt x="526" y="2569"/>
                  </a:lnTo>
                  <a:lnTo>
                    <a:pt x="607" y="2411"/>
                  </a:lnTo>
                  <a:lnTo>
                    <a:pt x="708" y="2333"/>
                  </a:lnTo>
                  <a:lnTo>
                    <a:pt x="736" y="2311"/>
                  </a:lnTo>
                  <a:lnTo>
                    <a:pt x="1073" y="2050"/>
                  </a:lnTo>
                  <a:lnTo>
                    <a:pt x="1403" y="1859"/>
                  </a:lnTo>
                  <a:lnTo>
                    <a:pt x="1412" y="1854"/>
                  </a:lnTo>
                  <a:lnTo>
                    <a:pt x="1450" y="1859"/>
                  </a:lnTo>
                  <a:lnTo>
                    <a:pt x="1469" y="1862"/>
                  </a:lnTo>
                  <a:lnTo>
                    <a:pt x="1512" y="1869"/>
                  </a:lnTo>
                  <a:lnTo>
                    <a:pt x="1523" y="1870"/>
                  </a:lnTo>
                  <a:lnTo>
                    <a:pt x="1656" y="1944"/>
                  </a:lnTo>
                  <a:lnTo>
                    <a:pt x="1793" y="2046"/>
                  </a:lnTo>
                  <a:lnTo>
                    <a:pt x="2223" y="2487"/>
                  </a:lnTo>
                  <a:lnTo>
                    <a:pt x="2269" y="2535"/>
                  </a:lnTo>
                  <a:lnTo>
                    <a:pt x="2606" y="2796"/>
                  </a:lnTo>
                  <a:lnTo>
                    <a:pt x="2651" y="2831"/>
                  </a:lnTo>
                  <a:lnTo>
                    <a:pt x="3019" y="3028"/>
                  </a:lnTo>
                  <a:lnTo>
                    <a:pt x="3117" y="3080"/>
                  </a:lnTo>
                  <a:lnTo>
                    <a:pt x="3723" y="3211"/>
                  </a:lnTo>
                  <a:lnTo>
                    <a:pt x="3904" y="3251"/>
                  </a:lnTo>
                  <a:lnTo>
                    <a:pt x="3972" y="3252"/>
                  </a:lnTo>
                  <a:lnTo>
                    <a:pt x="4231" y="3257"/>
                  </a:lnTo>
                  <a:lnTo>
                    <a:pt x="4235" y="3253"/>
                  </a:lnTo>
                  <a:lnTo>
                    <a:pt x="4530" y="2955"/>
                  </a:lnTo>
                  <a:lnTo>
                    <a:pt x="4598" y="2835"/>
                  </a:lnTo>
                  <a:lnTo>
                    <a:pt x="4641" y="2696"/>
                  </a:lnTo>
                  <a:lnTo>
                    <a:pt x="4619" y="2499"/>
                  </a:lnTo>
                  <a:lnTo>
                    <a:pt x="4616" y="2476"/>
                  </a:lnTo>
                  <a:lnTo>
                    <a:pt x="4623" y="2437"/>
                  </a:lnTo>
                  <a:lnTo>
                    <a:pt x="4673" y="2169"/>
                  </a:lnTo>
                  <a:lnTo>
                    <a:pt x="4710" y="2143"/>
                  </a:lnTo>
                  <a:lnTo>
                    <a:pt x="4987" y="1817"/>
                  </a:lnTo>
                  <a:lnTo>
                    <a:pt x="5011" y="1742"/>
                  </a:lnTo>
                  <a:lnTo>
                    <a:pt x="4988" y="1598"/>
                  </a:lnTo>
                  <a:lnTo>
                    <a:pt x="4951" y="1367"/>
                  </a:lnTo>
                  <a:lnTo>
                    <a:pt x="4951" y="1359"/>
                  </a:lnTo>
                  <a:lnTo>
                    <a:pt x="4951" y="1273"/>
                  </a:lnTo>
                  <a:lnTo>
                    <a:pt x="4952" y="1024"/>
                  </a:lnTo>
                  <a:lnTo>
                    <a:pt x="5341" y="745"/>
                  </a:lnTo>
                  <a:lnTo>
                    <a:pt x="5346" y="741"/>
                  </a:lnTo>
                  <a:lnTo>
                    <a:pt x="5652" y="549"/>
                  </a:lnTo>
                  <a:lnTo>
                    <a:pt x="5698" y="502"/>
                  </a:lnTo>
                  <a:lnTo>
                    <a:pt x="5716" y="453"/>
                  </a:lnTo>
                  <a:lnTo>
                    <a:pt x="5724" y="433"/>
                  </a:lnTo>
                  <a:lnTo>
                    <a:pt x="5702" y="339"/>
                  </a:lnTo>
                  <a:lnTo>
                    <a:pt x="5698" y="111"/>
                  </a:lnTo>
                  <a:lnTo>
                    <a:pt x="5962" y="16"/>
                  </a:lnTo>
                  <a:lnTo>
                    <a:pt x="5978" y="11"/>
                  </a:lnTo>
                  <a:lnTo>
                    <a:pt x="6009" y="0"/>
                  </a:lnTo>
                  <a:lnTo>
                    <a:pt x="6019" y="1"/>
                  </a:lnTo>
                  <a:lnTo>
                    <a:pt x="6168" y="40"/>
                  </a:lnTo>
                  <a:lnTo>
                    <a:pt x="6266" y="134"/>
                  </a:lnTo>
                  <a:lnTo>
                    <a:pt x="6297" y="187"/>
                  </a:lnTo>
                  <a:lnTo>
                    <a:pt x="6370" y="306"/>
                  </a:lnTo>
                  <a:lnTo>
                    <a:pt x="6388" y="390"/>
                  </a:lnTo>
                  <a:lnTo>
                    <a:pt x="6399" y="446"/>
                  </a:lnTo>
                  <a:lnTo>
                    <a:pt x="6425" y="568"/>
                  </a:lnTo>
                  <a:lnTo>
                    <a:pt x="6503" y="765"/>
                  </a:lnTo>
                  <a:lnTo>
                    <a:pt x="6590" y="90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9196808" y="2334612"/>
              <a:ext cx="3565" cy="1915"/>
            </a:xfrm>
            <a:custGeom>
              <a:avLst/>
              <a:pathLst>
                <a:path w="3565" h="1915">
                  <a:moveTo>
                    <a:pt x="1434" y="335"/>
                  </a:moveTo>
                  <a:lnTo>
                    <a:pt x="1448" y="352"/>
                  </a:lnTo>
                  <a:lnTo>
                    <a:pt x="1541" y="328"/>
                  </a:lnTo>
                  <a:lnTo>
                    <a:pt x="1653" y="298"/>
                  </a:lnTo>
                  <a:lnTo>
                    <a:pt x="2199" y="370"/>
                  </a:lnTo>
                  <a:lnTo>
                    <a:pt x="2205" y="375"/>
                  </a:lnTo>
                  <a:lnTo>
                    <a:pt x="2212" y="380"/>
                  </a:lnTo>
                  <a:lnTo>
                    <a:pt x="2222" y="374"/>
                  </a:lnTo>
                  <a:lnTo>
                    <a:pt x="2241" y="378"/>
                  </a:lnTo>
                  <a:lnTo>
                    <a:pt x="2382" y="400"/>
                  </a:lnTo>
                  <a:lnTo>
                    <a:pt x="2435" y="409"/>
                  </a:lnTo>
                  <a:lnTo>
                    <a:pt x="2539" y="428"/>
                  </a:lnTo>
                  <a:lnTo>
                    <a:pt x="2766" y="471"/>
                  </a:lnTo>
                  <a:lnTo>
                    <a:pt x="2875" y="441"/>
                  </a:lnTo>
                  <a:lnTo>
                    <a:pt x="2884" y="444"/>
                  </a:lnTo>
                  <a:lnTo>
                    <a:pt x="2902" y="509"/>
                  </a:lnTo>
                  <a:lnTo>
                    <a:pt x="2913" y="519"/>
                  </a:lnTo>
                  <a:lnTo>
                    <a:pt x="3053" y="545"/>
                  </a:lnTo>
                  <a:lnTo>
                    <a:pt x="3066" y="549"/>
                  </a:lnTo>
                  <a:lnTo>
                    <a:pt x="3247" y="595"/>
                  </a:lnTo>
                  <a:lnTo>
                    <a:pt x="3385" y="621"/>
                  </a:lnTo>
                  <a:lnTo>
                    <a:pt x="3507" y="692"/>
                  </a:lnTo>
                  <a:lnTo>
                    <a:pt x="3549" y="773"/>
                  </a:lnTo>
                  <a:lnTo>
                    <a:pt x="3562" y="834"/>
                  </a:lnTo>
                  <a:lnTo>
                    <a:pt x="3565" y="846"/>
                  </a:lnTo>
                  <a:lnTo>
                    <a:pt x="3548" y="859"/>
                  </a:lnTo>
                  <a:lnTo>
                    <a:pt x="3452" y="932"/>
                  </a:lnTo>
                  <a:lnTo>
                    <a:pt x="3344" y="950"/>
                  </a:lnTo>
                  <a:lnTo>
                    <a:pt x="2958" y="1013"/>
                  </a:lnTo>
                  <a:lnTo>
                    <a:pt x="2791" y="952"/>
                  </a:lnTo>
                  <a:lnTo>
                    <a:pt x="2786" y="1000"/>
                  </a:lnTo>
                  <a:lnTo>
                    <a:pt x="2780" y="1007"/>
                  </a:lnTo>
                  <a:lnTo>
                    <a:pt x="2757" y="1010"/>
                  </a:lnTo>
                  <a:lnTo>
                    <a:pt x="2550" y="933"/>
                  </a:lnTo>
                  <a:lnTo>
                    <a:pt x="2448" y="895"/>
                  </a:lnTo>
                  <a:lnTo>
                    <a:pt x="2440" y="891"/>
                  </a:lnTo>
                  <a:lnTo>
                    <a:pt x="2427" y="926"/>
                  </a:lnTo>
                  <a:lnTo>
                    <a:pt x="2469" y="946"/>
                  </a:lnTo>
                  <a:lnTo>
                    <a:pt x="2714" y="1032"/>
                  </a:lnTo>
                  <a:lnTo>
                    <a:pt x="2728" y="1042"/>
                  </a:lnTo>
                  <a:lnTo>
                    <a:pt x="2731" y="1051"/>
                  </a:lnTo>
                  <a:lnTo>
                    <a:pt x="2969" y="1130"/>
                  </a:lnTo>
                  <a:lnTo>
                    <a:pt x="3200" y="1091"/>
                  </a:lnTo>
                  <a:lnTo>
                    <a:pt x="3441" y="1051"/>
                  </a:lnTo>
                  <a:lnTo>
                    <a:pt x="3450" y="1081"/>
                  </a:lnTo>
                  <a:lnTo>
                    <a:pt x="2962" y="1493"/>
                  </a:lnTo>
                  <a:lnTo>
                    <a:pt x="2874" y="1569"/>
                  </a:lnTo>
                  <a:lnTo>
                    <a:pt x="2737" y="1686"/>
                  </a:lnTo>
                  <a:lnTo>
                    <a:pt x="2595" y="1779"/>
                  </a:lnTo>
                  <a:lnTo>
                    <a:pt x="2553" y="1807"/>
                  </a:lnTo>
                  <a:lnTo>
                    <a:pt x="2525" y="1818"/>
                  </a:lnTo>
                  <a:lnTo>
                    <a:pt x="2460" y="1846"/>
                  </a:lnTo>
                  <a:lnTo>
                    <a:pt x="2446" y="1850"/>
                  </a:lnTo>
                  <a:lnTo>
                    <a:pt x="2438" y="1853"/>
                  </a:lnTo>
                  <a:lnTo>
                    <a:pt x="2249" y="1915"/>
                  </a:lnTo>
                  <a:lnTo>
                    <a:pt x="2150" y="1913"/>
                  </a:lnTo>
                  <a:lnTo>
                    <a:pt x="2080" y="1912"/>
                  </a:lnTo>
                  <a:lnTo>
                    <a:pt x="2034" y="1902"/>
                  </a:lnTo>
                  <a:lnTo>
                    <a:pt x="1997" y="1893"/>
                  </a:lnTo>
                  <a:lnTo>
                    <a:pt x="1994" y="1870"/>
                  </a:lnTo>
                  <a:lnTo>
                    <a:pt x="2174" y="1500"/>
                  </a:lnTo>
                  <a:lnTo>
                    <a:pt x="2172" y="1488"/>
                  </a:lnTo>
                  <a:lnTo>
                    <a:pt x="1984" y="1633"/>
                  </a:lnTo>
                  <a:lnTo>
                    <a:pt x="1882" y="1626"/>
                  </a:lnTo>
                  <a:lnTo>
                    <a:pt x="1580" y="1602"/>
                  </a:lnTo>
                  <a:lnTo>
                    <a:pt x="1574" y="1602"/>
                  </a:lnTo>
                  <a:lnTo>
                    <a:pt x="1296" y="1540"/>
                  </a:lnTo>
                  <a:lnTo>
                    <a:pt x="1191" y="1454"/>
                  </a:lnTo>
                  <a:lnTo>
                    <a:pt x="1181" y="1426"/>
                  </a:lnTo>
                  <a:lnTo>
                    <a:pt x="1156" y="1356"/>
                  </a:lnTo>
                  <a:lnTo>
                    <a:pt x="1170" y="1320"/>
                  </a:lnTo>
                  <a:lnTo>
                    <a:pt x="1146" y="1287"/>
                  </a:lnTo>
                  <a:lnTo>
                    <a:pt x="1052" y="1160"/>
                  </a:lnTo>
                  <a:lnTo>
                    <a:pt x="901" y="1062"/>
                  </a:lnTo>
                  <a:lnTo>
                    <a:pt x="759" y="970"/>
                  </a:lnTo>
                  <a:lnTo>
                    <a:pt x="754" y="967"/>
                  </a:lnTo>
                  <a:lnTo>
                    <a:pt x="663" y="929"/>
                  </a:lnTo>
                  <a:lnTo>
                    <a:pt x="645" y="921"/>
                  </a:lnTo>
                  <a:lnTo>
                    <a:pt x="633" y="916"/>
                  </a:lnTo>
                  <a:lnTo>
                    <a:pt x="589" y="897"/>
                  </a:lnTo>
                  <a:lnTo>
                    <a:pt x="569" y="889"/>
                  </a:lnTo>
                  <a:lnTo>
                    <a:pt x="474" y="1050"/>
                  </a:lnTo>
                  <a:lnTo>
                    <a:pt x="208" y="907"/>
                  </a:lnTo>
                  <a:lnTo>
                    <a:pt x="0" y="699"/>
                  </a:lnTo>
                  <a:lnTo>
                    <a:pt x="53" y="422"/>
                  </a:lnTo>
                  <a:lnTo>
                    <a:pt x="523" y="124"/>
                  </a:lnTo>
                  <a:lnTo>
                    <a:pt x="635" y="53"/>
                  </a:lnTo>
                  <a:lnTo>
                    <a:pt x="765" y="28"/>
                  </a:lnTo>
                  <a:lnTo>
                    <a:pt x="1061" y="1"/>
                  </a:lnTo>
                  <a:lnTo>
                    <a:pt x="1081" y="0"/>
                  </a:lnTo>
                  <a:lnTo>
                    <a:pt x="1180" y="37"/>
                  </a:lnTo>
                  <a:lnTo>
                    <a:pt x="1401" y="295"/>
                  </a:lnTo>
                  <a:lnTo>
                    <a:pt x="1434" y="3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9217065" y="2322118"/>
              <a:ext cx="524" cy="310"/>
            </a:xfrm>
            <a:custGeom>
              <a:avLst/>
              <a:pathLst>
                <a:path w="524" h="310">
                  <a:moveTo>
                    <a:pt x="514" y="251"/>
                  </a:moveTo>
                  <a:lnTo>
                    <a:pt x="490" y="287"/>
                  </a:lnTo>
                  <a:lnTo>
                    <a:pt x="450" y="306"/>
                  </a:lnTo>
                  <a:lnTo>
                    <a:pt x="426" y="310"/>
                  </a:lnTo>
                  <a:lnTo>
                    <a:pt x="409" y="306"/>
                  </a:lnTo>
                  <a:lnTo>
                    <a:pt x="389" y="289"/>
                  </a:lnTo>
                  <a:lnTo>
                    <a:pt x="358" y="263"/>
                  </a:lnTo>
                  <a:lnTo>
                    <a:pt x="342" y="256"/>
                  </a:lnTo>
                  <a:lnTo>
                    <a:pt x="11" y="276"/>
                  </a:lnTo>
                  <a:lnTo>
                    <a:pt x="0" y="182"/>
                  </a:lnTo>
                  <a:lnTo>
                    <a:pt x="9" y="148"/>
                  </a:lnTo>
                  <a:lnTo>
                    <a:pt x="46" y="129"/>
                  </a:lnTo>
                  <a:lnTo>
                    <a:pt x="75" y="127"/>
                  </a:lnTo>
                  <a:lnTo>
                    <a:pt x="143" y="115"/>
                  </a:lnTo>
                  <a:lnTo>
                    <a:pt x="190" y="85"/>
                  </a:lnTo>
                  <a:lnTo>
                    <a:pt x="336" y="18"/>
                  </a:lnTo>
                  <a:lnTo>
                    <a:pt x="344" y="11"/>
                  </a:lnTo>
                  <a:lnTo>
                    <a:pt x="376" y="3"/>
                  </a:lnTo>
                  <a:lnTo>
                    <a:pt x="390" y="0"/>
                  </a:lnTo>
                  <a:lnTo>
                    <a:pt x="409" y="3"/>
                  </a:lnTo>
                  <a:lnTo>
                    <a:pt x="423" y="22"/>
                  </a:lnTo>
                  <a:lnTo>
                    <a:pt x="517" y="190"/>
                  </a:lnTo>
                  <a:lnTo>
                    <a:pt x="524" y="228"/>
                  </a:lnTo>
                  <a:lnTo>
                    <a:pt x="514" y="2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9228017" y="2312005"/>
              <a:ext cx="351" cy="573"/>
            </a:xfrm>
            <a:custGeom>
              <a:avLst/>
              <a:pathLst>
                <a:path w="351" h="573">
                  <a:moveTo>
                    <a:pt x="269" y="571"/>
                  </a:moveTo>
                  <a:lnTo>
                    <a:pt x="234" y="573"/>
                  </a:lnTo>
                  <a:lnTo>
                    <a:pt x="145" y="540"/>
                  </a:lnTo>
                  <a:lnTo>
                    <a:pt x="126" y="504"/>
                  </a:lnTo>
                  <a:lnTo>
                    <a:pt x="127" y="453"/>
                  </a:lnTo>
                  <a:lnTo>
                    <a:pt x="116" y="379"/>
                  </a:lnTo>
                  <a:lnTo>
                    <a:pt x="112" y="366"/>
                  </a:lnTo>
                  <a:lnTo>
                    <a:pt x="75" y="305"/>
                  </a:lnTo>
                  <a:lnTo>
                    <a:pt x="38" y="206"/>
                  </a:lnTo>
                  <a:lnTo>
                    <a:pt x="30" y="195"/>
                  </a:lnTo>
                  <a:lnTo>
                    <a:pt x="6" y="133"/>
                  </a:lnTo>
                  <a:lnTo>
                    <a:pt x="0" y="100"/>
                  </a:lnTo>
                  <a:lnTo>
                    <a:pt x="0" y="50"/>
                  </a:lnTo>
                  <a:lnTo>
                    <a:pt x="9" y="25"/>
                  </a:lnTo>
                  <a:lnTo>
                    <a:pt x="41" y="0"/>
                  </a:lnTo>
                  <a:lnTo>
                    <a:pt x="68" y="0"/>
                  </a:lnTo>
                  <a:lnTo>
                    <a:pt x="154" y="32"/>
                  </a:lnTo>
                  <a:lnTo>
                    <a:pt x="180" y="41"/>
                  </a:lnTo>
                  <a:lnTo>
                    <a:pt x="208" y="63"/>
                  </a:lnTo>
                  <a:lnTo>
                    <a:pt x="225" y="72"/>
                  </a:lnTo>
                  <a:lnTo>
                    <a:pt x="263" y="98"/>
                  </a:lnTo>
                  <a:lnTo>
                    <a:pt x="266" y="112"/>
                  </a:lnTo>
                  <a:lnTo>
                    <a:pt x="256" y="122"/>
                  </a:lnTo>
                  <a:lnTo>
                    <a:pt x="236" y="141"/>
                  </a:lnTo>
                  <a:lnTo>
                    <a:pt x="222" y="182"/>
                  </a:lnTo>
                  <a:lnTo>
                    <a:pt x="212" y="222"/>
                  </a:lnTo>
                  <a:lnTo>
                    <a:pt x="218" y="265"/>
                  </a:lnTo>
                  <a:lnTo>
                    <a:pt x="242" y="307"/>
                  </a:lnTo>
                  <a:lnTo>
                    <a:pt x="287" y="347"/>
                  </a:lnTo>
                  <a:lnTo>
                    <a:pt x="322" y="386"/>
                  </a:lnTo>
                  <a:lnTo>
                    <a:pt x="346" y="436"/>
                  </a:lnTo>
                  <a:lnTo>
                    <a:pt x="351" y="458"/>
                  </a:lnTo>
                  <a:lnTo>
                    <a:pt x="346" y="470"/>
                  </a:lnTo>
                  <a:lnTo>
                    <a:pt x="332" y="522"/>
                  </a:lnTo>
                  <a:lnTo>
                    <a:pt x="269" y="5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9246103" y="2314254"/>
              <a:ext cx="724" cy="433"/>
            </a:xfrm>
            <a:custGeom>
              <a:avLst/>
              <a:pathLst>
                <a:path w="724" h="433">
                  <a:moveTo>
                    <a:pt x="515" y="367"/>
                  </a:moveTo>
                  <a:lnTo>
                    <a:pt x="476" y="433"/>
                  </a:lnTo>
                  <a:lnTo>
                    <a:pt x="326" y="377"/>
                  </a:lnTo>
                  <a:lnTo>
                    <a:pt x="10" y="94"/>
                  </a:lnTo>
                  <a:lnTo>
                    <a:pt x="0" y="46"/>
                  </a:lnTo>
                  <a:lnTo>
                    <a:pt x="17" y="24"/>
                  </a:lnTo>
                  <a:lnTo>
                    <a:pt x="121" y="0"/>
                  </a:lnTo>
                  <a:lnTo>
                    <a:pt x="418" y="30"/>
                  </a:lnTo>
                  <a:lnTo>
                    <a:pt x="574" y="73"/>
                  </a:lnTo>
                  <a:lnTo>
                    <a:pt x="679" y="136"/>
                  </a:lnTo>
                  <a:lnTo>
                    <a:pt x="724" y="195"/>
                  </a:lnTo>
                  <a:lnTo>
                    <a:pt x="689" y="372"/>
                  </a:lnTo>
                  <a:lnTo>
                    <a:pt x="550" y="354"/>
                  </a:lnTo>
                  <a:lnTo>
                    <a:pt x="515" y="36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9228574" y="2309969"/>
              <a:ext cx="357" cy="452"/>
            </a:xfrm>
            <a:custGeom>
              <a:avLst/>
              <a:pathLst>
                <a:path w="357" h="452">
                  <a:moveTo>
                    <a:pt x="176" y="452"/>
                  </a:moveTo>
                  <a:lnTo>
                    <a:pt x="72" y="445"/>
                  </a:lnTo>
                  <a:lnTo>
                    <a:pt x="0" y="225"/>
                  </a:lnTo>
                  <a:lnTo>
                    <a:pt x="180" y="63"/>
                  </a:lnTo>
                  <a:lnTo>
                    <a:pt x="289" y="0"/>
                  </a:lnTo>
                  <a:lnTo>
                    <a:pt x="352" y="88"/>
                  </a:lnTo>
                  <a:lnTo>
                    <a:pt x="357" y="132"/>
                  </a:lnTo>
                  <a:lnTo>
                    <a:pt x="335" y="227"/>
                  </a:lnTo>
                  <a:lnTo>
                    <a:pt x="297" y="292"/>
                  </a:lnTo>
                  <a:lnTo>
                    <a:pt x="176" y="45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9230987" y="2308992"/>
              <a:ext cx="2658" cy="3833"/>
            </a:xfrm>
            <a:custGeom>
              <a:avLst/>
              <a:pathLst>
                <a:path w="2658" h="3833">
                  <a:moveTo>
                    <a:pt x="2391" y="528"/>
                  </a:moveTo>
                  <a:lnTo>
                    <a:pt x="2380" y="550"/>
                  </a:lnTo>
                  <a:lnTo>
                    <a:pt x="2366" y="577"/>
                  </a:lnTo>
                  <a:lnTo>
                    <a:pt x="2332" y="648"/>
                  </a:lnTo>
                  <a:lnTo>
                    <a:pt x="2278" y="720"/>
                  </a:lnTo>
                  <a:lnTo>
                    <a:pt x="2275" y="724"/>
                  </a:lnTo>
                  <a:lnTo>
                    <a:pt x="2196" y="823"/>
                  </a:lnTo>
                  <a:lnTo>
                    <a:pt x="2141" y="859"/>
                  </a:lnTo>
                  <a:lnTo>
                    <a:pt x="2124" y="870"/>
                  </a:lnTo>
                  <a:lnTo>
                    <a:pt x="2108" y="880"/>
                  </a:lnTo>
                  <a:lnTo>
                    <a:pt x="2092" y="880"/>
                  </a:lnTo>
                  <a:lnTo>
                    <a:pt x="2029" y="881"/>
                  </a:lnTo>
                  <a:lnTo>
                    <a:pt x="1960" y="864"/>
                  </a:lnTo>
                  <a:lnTo>
                    <a:pt x="1911" y="836"/>
                  </a:lnTo>
                  <a:lnTo>
                    <a:pt x="1852" y="853"/>
                  </a:lnTo>
                  <a:lnTo>
                    <a:pt x="1807" y="906"/>
                  </a:lnTo>
                  <a:lnTo>
                    <a:pt x="1741" y="1044"/>
                  </a:lnTo>
                  <a:lnTo>
                    <a:pt x="1677" y="1176"/>
                  </a:lnTo>
                  <a:lnTo>
                    <a:pt x="1654" y="1271"/>
                  </a:lnTo>
                  <a:lnTo>
                    <a:pt x="1650" y="1300"/>
                  </a:lnTo>
                  <a:lnTo>
                    <a:pt x="1643" y="1442"/>
                  </a:lnTo>
                  <a:lnTo>
                    <a:pt x="1649" y="1515"/>
                  </a:lnTo>
                  <a:lnTo>
                    <a:pt x="1665" y="1595"/>
                  </a:lnTo>
                  <a:lnTo>
                    <a:pt x="1680" y="1639"/>
                  </a:lnTo>
                  <a:lnTo>
                    <a:pt x="1696" y="1666"/>
                  </a:lnTo>
                  <a:lnTo>
                    <a:pt x="1710" y="1679"/>
                  </a:lnTo>
                  <a:lnTo>
                    <a:pt x="1721" y="1690"/>
                  </a:lnTo>
                  <a:lnTo>
                    <a:pt x="1742" y="1710"/>
                  </a:lnTo>
                  <a:lnTo>
                    <a:pt x="1768" y="1732"/>
                  </a:lnTo>
                  <a:lnTo>
                    <a:pt x="1802" y="1732"/>
                  </a:lnTo>
                  <a:lnTo>
                    <a:pt x="1821" y="1733"/>
                  </a:lnTo>
                  <a:lnTo>
                    <a:pt x="1892" y="1710"/>
                  </a:lnTo>
                  <a:lnTo>
                    <a:pt x="1916" y="1708"/>
                  </a:lnTo>
                  <a:lnTo>
                    <a:pt x="1935" y="1707"/>
                  </a:lnTo>
                  <a:lnTo>
                    <a:pt x="1962" y="1730"/>
                  </a:lnTo>
                  <a:lnTo>
                    <a:pt x="1983" y="1763"/>
                  </a:lnTo>
                  <a:lnTo>
                    <a:pt x="1992" y="1848"/>
                  </a:lnTo>
                  <a:lnTo>
                    <a:pt x="1951" y="1883"/>
                  </a:lnTo>
                  <a:lnTo>
                    <a:pt x="1934" y="1885"/>
                  </a:lnTo>
                  <a:lnTo>
                    <a:pt x="1912" y="1887"/>
                  </a:lnTo>
                  <a:lnTo>
                    <a:pt x="1880" y="1876"/>
                  </a:lnTo>
                  <a:lnTo>
                    <a:pt x="1861" y="1884"/>
                  </a:lnTo>
                  <a:lnTo>
                    <a:pt x="1829" y="1931"/>
                  </a:lnTo>
                  <a:lnTo>
                    <a:pt x="1809" y="1974"/>
                  </a:lnTo>
                  <a:lnTo>
                    <a:pt x="1782" y="2060"/>
                  </a:lnTo>
                  <a:lnTo>
                    <a:pt x="1774" y="2128"/>
                  </a:lnTo>
                  <a:lnTo>
                    <a:pt x="1775" y="2146"/>
                  </a:lnTo>
                  <a:lnTo>
                    <a:pt x="1777" y="2164"/>
                  </a:lnTo>
                  <a:lnTo>
                    <a:pt x="1783" y="2181"/>
                  </a:lnTo>
                  <a:lnTo>
                    <a:pt x="1802" y="2233"/>
                  </a:lnTo>
                  <a:lnTo>
                    <a:pt x="1814" y="2262"/>
                  </a:lnTo>
                  <a:lnTo>
                    <a:pt x="1832" y="2286"/>
                  </a:lnTo>
                  <a:lnTo>
                    <a:pt x="1846" y="2304"/>
                  </a:lnTo>
                  <a:lnTo>
                    <a:pt x="1859" y="2314"/>
                  </a:lnTo>
                  <a:lnTo>
                    <a:pt x="1885" y="2316"/>
                  </a:lnTo>
                  <a:lnTo>
                    <a:pt x="1913" y="2309"/>
                  </a:lnTo>
                  <a:lnTo>
                    <a:pt x="1931" y="2304"/>
                  </a:lnTo>
                  <a:lnTo>
                    <a:pt x="2025" y="2282"/>
                  </a:lnTo>
                  <a:lnTo>
                    <a:pt x="2032" y="2280"/>
                  </a:lnTo>
                  <a:lnTo>
                    <a:pt x="2059" y="2268"/>
                  </a:lnTo>
                  <a:lnTo>
                    <a:pt x="2107" y="2234"/>
                  </a:lnTo>
                  <a:lnTo>
                    <a:pt x="2142" y="2245"/>
                  </a:lnTo>
                  <a:lnTo>
                    <a:pt x="2147" y="2250"/>
                  </a:lnTo>
                  <a:lnTo>
                    <a:pt x="2167" y="2267"/>
                  </a:lnTo>
                  <a:lnTo>
                    <a:pt x="2167" y="2277"/>
                  </a:lnTo>
                  <a:lnTo>
                    <a:pt x="2166" y="2298"/>
                  </a:lnTo>
                  <a:lnTo>
                    <a:pt x="2140" y="2388"/>
                  </a:lnTo>
                  <a:lnTo>
                    <a:pt x="2134" y="2396"/>
                  </a:lnTo>
                  <a:lnTo>
                    <a:pt x="2128" y="2405"/>
                  </a:lnTo>
                  <a:lnTo>
                    <a:pt x="2117" y="2419"/>
                  </a:lnTo>
                  <a:lnTo>
                    <a:pt x="2093" y="2462"/>
                  </a:lnTo>
                  <a:lnTo>
                    <a:pt x="2080" y="2466"/>
                  </a:lnTo>
                  <a:lnTo>
                    <a:pt x="2065" y="2471"/>
                  </a:lnTo>
                  <a:lnTo>
                    <a:pt x="1990" y="2447"/>
                  </a:lnTo>
                  <a:lnTo>
                    <a:pt x="1967" y="2439"/>
                  </a:lnTo>
                  <a:lnTo>
                    <a:pt x="1955" y="2439"/>
                  </a:lnTo>
                  <a:lnTo>
                    <a:pt x="1946" y="2438"/>
                  </a:lnTo>
                  <a:lnTo>
                    <a:pt x="1940" y="2438"/>
                  </a:lnTo>
                  <a:lnTo>
                    <a:pt x="1933" y="2436"/>
                  </a:lnTo>
                  <a:lnTo>
                    <a:pt x="1921" y="2435"/>
                  </a:lnTo>
                  <a:lnTo>
                    <a:pt x="1879" y="2441"/>
                  </a:lnTo>
                  <a:lnTo>
                    <a:pt x="1872" y="2441"/>
                  </a:lnTo>
                  <a:lnTo>
                    <a:pt x="1860" y="2444"/>
                  </a:lnTo>
                  <a:lnTo>
                    <a:pt x="1854" y="2454"/>
                  </a:lnTo>
                  <a:lnTo>
                    <a:pt x="1766" y="2503"/>
                  </a:lnTo>
                  <a:lnTo>
                    <a:pt x="1717" y="2561"/>
                  </a:lnTo>
                  <a:lnTo>
                    <a:pt x="1706" y="2583"/>
                  </a:lnTo>
                  <a:lnTo>
                    <a:pt x="1701" y="2594"/>
                  </a:lnTo>
                  <a:lnTo>
                    <a:pt x="1681" y="2677"/>
                  </a:lnTo>
                  <a:lnTo>
                    <a:pt x="1679" y="2689"/>
                  </a:lnTo>
                  <a:lnTo>
                    <a:pt x="1671" y="2724"/>
                  </a:lnTo>
                  <a:lnTo>
                    <a:pt x="1663" y="2760"/>
                  </a:lnTo>
                  <a:lnTo>
                    <a:pt x="1650" y="2824"/>
                  </a:lnTo>
                  <a:lnTo>
                    <a:pt x="1630" y="2854"/>
                  </a:lnTo>
                  <a:lnTo>
                    <a:pt x="1606" y="2867"/>
                  </a:lnTo>
                  <a:lnTo>
                    <a:pt x="1555" y="2878"/>
                  </a:lnTo>
                  <a:lnTo>
                    <a:pt x="1548" y="2880"/>
                  </a:lnTo>
                  <a:lnTo>
                    <a:pt x="1539" y="2882"/>
                  </a:lnTo>
                  <a:lnTo>
                    <a:pt x="1527" y="2888"/>
                  </a:lnTo>
                  <a:lnTo>
                    <a:pt x="1521" y="2898"/>
                  </a:lnTo>
                  <a:lnTo>
                    <a:pt x="1507" y="2938"/>
                  </a:lnTo>
                  <a:lnTo>
                    <a:pt x="1498" y="3001"/>
                  </a:lnTo>
                  <a:lnTo>
                    <a:pt x="1483" y="3046"/>
                  </a:lnTo>
                  <a:lnTo>
                    <a:pt x="1462" y="3092"/>
                  </a:lnTo>
                  <a:lnTo>
                    <a:pt x="1443" y="3130"/>
                  </a:lnTo>
                  <a:lnTo>
                    <a:pt x="1433" y="3155"/>
                  </a:lnTo>
                  <a:lnTo>
                    <a:pt x="1430" y="3171"/>
                  </a:lnTo>
                  <a:lnTo>
                    <a:pt x="1428" y="3183"/>
                  </a:lnTo>
                  <a:lnTo>
                    <a:pt x="1427" y="3265"/>
                  </a:lnTo>
                  <a:lnTo>
                    <a:pt x="1427" y="3272"/>
                  </a:lnTo>
                  <a:lnTo>
                    <a:pt x="1429" y="3315"/>
                  </a:lnTo>
                  <a:lnTo>
                    <a:pt x="1429" y="3331"/>
                  </a:lnTo>
                  <a:lnTo>
                    <a:pt x="1424" y="3356"/>
                  </a:lnTo>
                  <a:lnTo>
                    <a:pt x="1399" y="3385"/>
                  </a:lnTo>
                  <a:lnTo>
                    <a:pt x="1395" y="3390"/>
                  </a:lnTo>
                  <a:lnTo>
                    <a:pt x="1390" y="3391"/>
                  </a:lnTo>
                  <a:lnTo>
                    <a:pt x="1364" y="3396"/>
                  </a:lnTo>
                  <a:lnTo>
                    <a:pt x="1341" y="3402"/>
                  </a:lnTo>
                  <a:lnTo>
                    <a:pt x="1310" y="3408"/>
                  </a:lnTo>
                  <a:lnTo>
                    <a:pt x="1300" y="3413"/>
                  </a:lnTo>
                  <a:lnTo>
                    <a:pt x="1256" y="3433"/>
                  </a:lnTo>
                  <a:lnTo>
                    <a:pt x="1232" y="3459"/>
                  </a:lnTo>
                  <a:lnTo>
                    <a:pt x="1220" y="3509"/>
                  </a:lnTo>
                  <a:lnTo>
                    <a:pt x="1224" y="3545"/>
                  </a:lnTo>
                  <a:lnTo>
                    <a:pt x="1226" y="3563"/>
                  </a:lnTo>
                  <a:lnTo>
                    <a:pt x="1237" y="3592"/>
                  </a:lnTo>
                  <a:lnTo>
                    <a:pt x="1251" y="3627"/>
                  </a:lnTo>
                  <a:lnTo>
                    <a:pt x="1296" y="3672"/>
                  </a:lnTo>
                  <a:lnTo>
                    <a:pt x="1341" y="3728"/>
                  </a:lnTo>
                  <a:lnTo>
                    <a:pt x="1349" y="3736"/>
                  </a:lnTo>
                  <a:lnTo>
                    <a:pt x="1354" y="3736"/>
                  </a:lnTo>
                  <a:lnTo>
                    <a:pt x="1365" y="3749"/>
                  </a:lnTo>
                  <a:lnTo>
                    <a:pt x="1368" y="3780"/>
                  </a:lnTo>
                  <a:lnTo>
                    <a:pt x="1319" y="3813"/>
                  </a:lnTo>
                  <a:lnTo>
                    <a:pt x="1183" y="3833"/>
                  </a:lnTo>
                  <a:lnTo>
                    <a:pt x="1147" y="3832"/>
                  </a:lnTo>
                  <a:lnTo>
                    <a:pt x="1086" y="3831"/>
                  </a:lnTo>
                  <a:lnTo>
                    <a:pt x="1052" y="3820"/>
                  </a:lnTo>
                  <a:lnTo>
                    <a:pt x="1044" y="3787"/>
                  </a:lnTo>
                  <a:lnTo>
                    <a:pt x="1043" y="3773"/>
                  </a:lnTo>
                  <a:lnTo>
                    <a:pt x="1034" y="3681"/>
                  </a:lnTo>
                  <a:lnTo>
                    <a:pt x="1044" y="3639"/>
                  </a:lnTo>
                  <a:lnTo>
                    <a:pt x="1046" y="3627"/>
                  </a:lnTo>
                  <a:lnTo>
                    <a:pt x="1070" y="3602"/>
                  </a:lnTo>
                  <a:lnTo>
                    <a:pt x="1076" y="3595"/>
                  </a:lnTo>
                  <a:lnTo>
                    <a:pt x="1115" y="3583"/>
                  </a:lnTo>
                  <a:lnTo>
                    <a:pt x="1117" y="3579"/>
                  </a:lnTo>
                  <a:lnTo>
                    <a:pt x="1120" y="3567"/>
                  </a:lnTo>
                  <a:lnTo>
                    <a:pt x="1124" y="3550"/>
                  </a:lnTo>
                  <a:lnTo>
                    <a:pt x="1123" y="3518"/>
                  </a:lnTo>
                  <a:lnTo>
                    <a:pt x="1108" y="3484"/>
                  </a:lnTo>
                  <a:lnTo>
                    <a:pt x="1081" y="3444"/>
                  </a:lnTo>
                  <a:lnTo>
                    <a:pt x="1058" y="3422"/>
                  </a:lnTo>
                  <a:lnTo>
                    <a:pt x="1055" y="3418"/>
                  </a:lnTo>
                  <a:lnTo>
                    <a:pt x="1029" y="3377"/>
                  </a:lnTo>
                  <a:lnTo>
                    <a:pt x="958" y="3305"/>
                  </a:lnTo>
                  <a:lnTo>
                    <a:pt x="869" y="3178"/>
                  </a:lnTo>
                  <a:lnTo>
                    <a:pt x="845" y="3094"/>
                  </a:lnTo>
                  <a:lnTo>
                    <a:pt x="835" y="3034"/>
                  </a:lnTo>
                  <a:lnTo>
                    <a:pt x="792" y="2957"/>
                  </a:lnTo>
                  <a:lnTo>
                    <a:pt x="732" y="2899"/>
                  </a:lnTo>
                  <a:lnTo>
                    <a:pt x="684" y="2862"/>
                  </a:lnTo>
                  <a:lnTo>
                    <a:pt x="627" y="2834"/>
                  </a:lnTo>
                  <a:lnTo>
                    <a:pt x="521" y="2790"/>
                  </a:lnTo>
                  <a:lnTo>
                    <a:pt x="491" y="2779"/>
                  </a:lnTo>
                  <a:lnTo>
                    <a:pt x="442" y="2768"/>
                  </a:lnTo>
                  <a:lnTo>
                    <a:pt x="393" y="2762"/>
                  </a:lnTo>
                  <a:lnTo>
                    <a:pt x="283" y="2737"/>
                  </a:lnTo>
                  <a:lnTo>
                    <a:pt x="243" y="2726"/>
                  </a:lnTo>
                  <a:lnTo>
                    <a:pt x="140" y="2677"/>
                  </a:lnTo>
                  <a:lnTo>
                    <a:pt x="110" y="2658"/>
                  </a:lnTo>
                  <a:lnTo>
                    <a:pt x="79" y="2633"/>
                  </a:lnTo>
                  <a:lnTo>
                    <a:pt x="49" y="2609"/>
                  </a:lnTo>
                  <a:lnTo>
                    <a:pt x="37" y="2593"/>
                  </a:lnTo>
                  <a:lnTo>
                    <a:pt x="28" y="2585"/>
                  </a:lnTo>
                  <a:lnTo>
                    <a:pt x="0" y="2520"/>
                  </a:lnTo>
                  <a:lnTo>
                    <a:pt x="2" y="2494"/>
                  </a:lnTo>
                  <a:lnTo>
                    <a:pt x="5" y="2467"/>
                  </a:lnTo>
                  <a:lnTo>
                    <a:pt x="12" y="2446"/>
                  </a:lnTo>
                  <a:lnTo>
                    <a:pt x="20" y="2439"/>
                  </a:lnTo>
                  <a:lnTo>
                    <a:pt x="25" y="2435"/>
                  </a:lnTo>
                  <a:lnTo>
                    <a:pt x="66" y="2435"/>
                  </a:lnTo>
                  <a:lnTo>
                    <a:pt x="302" y="2502"/>
                  </a:lnTo>
                  <a:lnTo>
                    <a:pt x="313" y="2510"/>
                  </a:lnTo>
                  <a:lnTo>
                    <a:pt x="327" y="2519"/>
                  </a:lnTo>
                  <a:lnTo>
                    <a:pt x="334" y="2537"/>
                  </a:lnTo>
                  <a:lnTo>
                    <a:pt x="348" y="2565"/>
                  </a:lnTo>
                  <a:lnTo>
                    <a:pt x="351" y="2570"/>
                  </a:lnTo>
                  <a:lnTo>
                    <a:pt x="386" y="2628"/>
                  </a:lnTo>
                  <a:lnTo>
                    <a:pt x="401" y="2634"/>
                  </a:lnTo>
                  <a:lnTo>
                    <a:pt x="422" y="2645"/>
                  </a:lnTo>
                  <a:lnTo>
                    <a:pt x="437" y="2652"/>
                  </a:lnTo>
                  <a:lnTo>
                    <a:pt x="463" y="2659"/>
                  </a:lnTo>
                  <a:lnTo>
                    <a:pt x="500" y="2669"/>
                  </a:lnTo>
                  <a:lnTo>
                    <a:pt x="536" y="2675"/>
                  </a:lnTo>
                  <a:lnTo>
                    <a:pt x="674" y="2688"/>
                  </a:lnTo>
                  <a:lnTo>
                    <a:pt x="742" y="2690"/>
                  </a:lnTo>
                  <a:lnTo>
                    <a:pt x="792" y="2688"/>
                  </a:lnTo>
                  <a:lnTo>
                    <a:pt x="902" y="2689"/>
                  </a:lnTo>
                  <a:lnTo>
                    <a:pt x="918" y="2688"/>
                  </a:lnTo>
                  <a:lnTo>
                    <a:pt x="974" y="2659"/>
                  </a:lnTo>
                  <a:lnTo>
                    <a:pt x="994" y="2643"/>
                  </a:lnTo>
                  <a:lnTo>
                    <a:pt x="1017" y="2624"/>
                  </a:lnTo>
                  <a:lnTo>
                    <a:pt x="1072" y="2586"/>
                  </a:lnTo>
                  <a:lnTo>
                    <a:pt x="1081" y="2575"/>
                  </a:lnTo>
                  <a:lnTo>
                    <a:pt x="1084" y="2570"/>
                  </a:lnTo>
                  <a:lnTo>
                    <a:pt x="1097" y="2549"/>
                  </a:lnTo>
                  <a:lnTo>
                    <a:pt x="1105" y="2529"/>
                  </a:lnTo>
                  <a:lnTo>
                    <a:pt x="1122" y="2494"/>
                  </a:lnTo>
                  <a:lnTo>
                    <a:pt x="1125" y="2466"/>
                  </a:lnTo>
                  <a:lnTo>
                    <a:pt x="1143" y="2388"/>
                  </a:lnTo>
                  <a:lnTo>
                    <a:pt x="1160" y="2297"/>
                  </a:lnTo>
                  <a:lnTo>
                    <a:pt x="1161" y="2278"/>
                  </a:lnTo>
                  <a:lnTo>
                    <a:pt x="1170" y="2208"/>
                  </a:lnTo>
                  <a:lnTo>
                    <a:pt x="1174" y="2174"/>
                  </a:lnTo>
                  <a:lnTo>
                    <a:pt x="1173" y="2169"/>
                  </a:lnTo>
                  <a:lnTo>
                    <a:pt x="1169" y="2161"/>
                  </a:lnTo>
                  <a:lnTo>
                    <a:pt x="1159" y="2139"/>
                  </a:lnTo>
                  <a:lnTo>
                    <a:pt x="1152" y="2127"/>
                  </a:lnTo>
                  <a:lnTo>
                    <a:pt x="1147" y="2092"/>
                  </a:lnTo>
                  <a:lnTo>
                    <a:pt x="1138" y="2039"/>
                  </a:lnTo>
                  <a:lnTo>
                    <a:pt x="1133" y="2019"/>
                  </a:lnTo>
                  <a:lnTo>
                    <a:pt x="1122" y="1970"/>
                  </a:lnTo>
                  <a:lnTo>
                    <a:pt x="1105" y="1927"/>
                  </a:lnTo>
                  <a:lnTo>
                    <a:pt x="1075" y="1873"/>
                  </a:lnTo>
                  <a:lnTo>
                    <a:pt x="1043" y="1829"/>
                  </a:lnTo>
                  <a:lnTo>
                    <a:pt x="981" y="1748"/>
                  </a:lnTo>
                  <a:lnTo>
                    <a:pt x="919" y="1690"/>
                  </a:lnTo>
                  <a:lnTo>
                    <a:pt x="884" y="1665"/>
                  </a:lnTo>
                  <a:lnTo>
                    <a:pt x="850" y="1622"/>
                  </a:lnTo>
                  <a:lnTo>
                    <a:pt x="828" y="1592"/>
                  </a:lnTo>
                  <a:lnTo>
                    <a:pt x="819" y="1576"/>
                  </a:lnTo>
                  <a:lnTo>
                    <a:pt x="811" y="1536"/>
                  </a:lnTo>
                  <a:lnTo>
                    <a:pt x="807" y="1516"/>
                  </a:lnTo>
                  <a:lnTo>
                    <a:pt x="796" y="1496"/>
                  </a:lnTo>
                  <a:lnTo>
                    <a:pt x="774" y="1451"/>
                  </a:lnTo>
                  <a:lnTo>
                    <a:pt x="731" y="1384"/>
                  </a:lnTo>
                  <a:lnTo>
                    <a:pt x="721" y="1369"/>
                  </a:lnTo>
                  <a:lnTo>
                    <a:pt x="712" y="1356"/>
                  </a:lnTo>
                  <a:lnTo>
                    <a:pt x="707" y="1337"/>
                  </a:lnTo>
                  <a:lnTo>
                    <a:pt x="697" y="1285"/>
                  </a:lnTo>
                  <a:lnTo>
                    <a:pt x="687" y="1219"/>
                  </a:lnTo>
                  <a:lnTo>
                    <a:pt x="685" y="1208"/>
                  </a:lnTo>
                  <a:lnTo>
                    <a:pt x="677" y="1160"/>
                  </a:lnTo>
                  <a:lnTo>
                    <a:pt x="679" y="1153"/>
                  </a:lnTo>
                  <a:lnTo>
                    <a:pt x="692" y="1159"/>
                  </a:lnTo>
                  <a:lnTo>
                    <a:pt x="734" y="1173"/>
                  </a:lnTo>
                  <a:lnTo>
                    <a:pt x="770" y="1183"/>
                  </a:lnTo>
                  <a:lnTo>
                    <a:pt x="817" y="1186"/>
                  </a:lnTo>
                  <a:lnTo>
                    <a:pt x="835" y="1183"/>
                  </a:lnTo>
                  <a:lnTo>
                    <a:pt x="886" y="1182"/>
                  </a:lnTo>
                  <a:lnTo>
                    <a:pt x="987" y="1143"/>
                  </a:lnTo>
                  <a:lnTo>
                    <a:pt x="1024" y="1106"/>
                  </a:lnTo>
                  <a:lnTo>
                    <a:pt x="1024" y="1094"/>
                  </a:lnTo>
                  <a:lnTo>
                    <a:pt x="1026" y="999"/>
                  </a:lnTo>
                  <a:lnTo>
                    <a:pt x="1087" y="875"/>
                  </a:lnTo>
                  <a:lnTo>
                    <a:pt x="1196" y="766"/>
                  </a:lnTo>
                  <a:lnTo>
                    <a:pt x="1211" y="751"/>
                  </a:lnTo>
                  <a:lnTo>
                    <a:pt x="1227" y="744"/>
                  </a:lnTo>
                  <a:lnTo>
                    <a:pt x="1322" y="703"/>
                  </a:lnTo>
                  <a:lnTo>
                    <a:pt x="1433" y="586"/>
                  </a:lnTo>
                  <a:lnTo>
                    <a:pt x="1497" y="496"/>
                  </a:lnTo>
                  <a:lnTo>
                    <a:pt x="1505" y="486"/>
                  </a:lnTo>
                  <a:lnTo>
                    <a:pt x="1550" y="475"/>
                  </a:lnTo>
                  <a:lnTo>
                    <a:pt x="1587" y="484"/>
                  </a:lnTo>
                  <a:lnTo>
                    <a:pt x="1642" y="497"/>
                  </a:lnTo>
                  <a:lnTo>
                    <a:pt x="1703" y="514"/>
                  </a:lnTo>
                  <a:lnTo>
                    <a:pt x="1735" y="523"/>
                  </a:lnTo>
                  <a:lnTo>
                    <a:pt x="1739" y="524"/>
                  </a:lnTo>
                  <a:lnTo>
                    <a:pt x="1870" y="502"/>
                  </a:lnTo>
                  <a:lnTo>
                    <a:pt x="1923" y="492"/>
                  </a:lnTo>
                  <a:lnTo>
                    <a:pt x="2040" y="468"/>
                  </a:lnTo>
                  <a:lnTo>
                    <a:pt x="2057" y="470"/>
                  </a:lnTo>
                  <a:lnTo>
                    <a:pt x="2077" y="476"/>
                  </a:lnTo>
                  <a:lnTo>
                    <a:pt x="2092" y="482"/>
                  </a:lnTo>
                  <a:lnTo>
                    <a:pt x="2122" y="494"/>
                  </a:lnTo>
                  <a:lnTo>
                    <a:pt x="2166" y="504"/>
                  </a:lnTo>
                  <a:lnTo>
                    <a:pt x="2188" y="481"/>
                  </a:lnTo>
                  <a:lnTo>
                    <a:pt x="2211" y="457"/>
                  </a:lnTo>
                  <a:lnTo>
                    <a:pt x="2244" y="416"/>
                  </a:lnTo>
                  <a:lnTo>
                    <a:pt x="2258" y="400"/>
                  </a:lnTo>
                  <a:lnTo>
                    <a:pt x="2284" y="341"/>
                  </a:lnTo>
                  <a:lnTo>
                    <a:pt x="2358" y="221"/>
                  </a:lnTo>
                  <a:lnTo>
                    <a:pt x="2362" y="214"/>
                  </a:lnTo>
                  <a:lnTo>
                    <a:pt x="2367" y="204"/>
                  </a:lnTo>
                  <a:lnTo>
                    <a:pt x="2373" y="193"/>
                  </a:lnTo>
                  <a:lnTo>
                    <a:pt x="2385" y="177"/>
                  </a:lnTo>
                  <a:lnTo>
                    <a:pt x="2403" y="154"/>
                  </a:lnTo>
                  <a:lnTo>
                    <a:pt x="2484" y="80"/>
                  </a:lnTo>
                  <a:lnTo>
                    <a:pt x="2555" y="34"/>
                  </a:lnTo>
                  <a:lnTo>
                    <a:pt x="2576" y="20"/>
                  </a:lnTo>
                  <a:lnTo>
                    <a:pt x="2596" y="8"/>
                  </a:lnTo>
                  <a:lnTo>
                    <a:pt x="2628" y="0"/>
                  </a:lnTo>
                  <a:lnTo>
                    <a:pt x="2638" y="6"/>
                  </a:lnTo>
                  <a:lnTo>
                    <a:pt x="2649" y="36"/>
                  </a:lnTo>
                  <a:lnTo>
                    <a:pt x="2650" y="78"/>
                  </a:lnTo>
                  <a:lnTo>
                    <a:pt x="2657" y="174"/>
                  </a:lnTo>
                  <a:lnTo>
                    <a:pt x="2658" y="200"/>
                  </a:lnTo>
                  <a:lnTo>
                    <a:pt x="2657" y="216"/>
                  </a:lnTo>
                  <a:lnTo>
                    <a:pt x="2642" y="240"/>
                  </a:lnTo>
                  <a:lnTo>
                    <a:pt x="2625" y="264"/>
                  </a:lnTo>
                  <a:lnTo>
                    <a:pt x="2613" y="293"/>
                  </a:lnTo>
                  <a:lnTo>
                    <a:pt x="2619" y="345"/>
                  </a:lnTo>
                  <a:lnTo>
                    <a:pt x="2648" y="433"/>
                  </a:lnTo>
                  <a:lnTo>
                    <a:pt x="2648" y="443"/>
                  </a:lnTo>
                  <a:lnTo>
                    <a:pt x="2647" y="452"/>
                  </a:lnTo>
                  <a:lnTo>
                    <a:pt x="2627" y="462"/>
                  </a:lnTo>
                  <a:lnTo>
                    <a:pt x="2590" y="458"/>
                  </a:lnTo>
                  <a:lnTo>
                    <a:pt x="2545" y="457"/>
                  </a:lnTo>
                  <a:lnTo>
                    <a:pt x="2518" y="456"/>
                  </a:lnTo>
                  <a:lnTo>
                    <a:pt x="2472" y="462"/>
                  </a:lnTo>
                  <a:lnTo>
                    <a:pt x="2458" y="466"/>
                  </a:lnTo>
                  <a:lnTo>
                    <a:pt x="2435" y="484"/>
                  </a:lnTo>
                  <a:lnTo>
                    <a:pt x="2431" y="488"/>
                  </a:lnTo>
                  <a:lnTo>
                    <a:pt x="2416" y="501"/>
                  </a:lnTo>
                  <a:lnTo>
                    <a:pt x="2391" y="52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9242582" y="2307724"/>
              <a:ext cx="456" cy="579"/>
            </a:xfrm>
            <a:custGeom>
              <a:avLst/>
              <a:pathLst>
                <a:path w="456" h="579">
                  <a:moveTo>
                    <a:pt x="209" y="311"/>
                  </a:moveTo>
                  <a:lnTo>
                    <a:pt x="320" y="419"/>
                  </a:lnTo>
                  <a:lnTo>
                    <a:pt x="368" y="377"/>
                  </a:lnTo>
                  <a:lnTo>
                    <a:pt x="448" y="370"/>
                  </a:lnTo>
                  <a:lnTo>
                    <a:pt x="456" y="388"/>
                  </a:lnTo>
                  <a:lnTo>
                    <a:pt x="381" y="512"/>
                  </a:lnTo>
                  <a:lnTo>
                    <a:pt x="285" y="579"/>
                  </a:lnTo>
                  <a:lnTo>
                    <a:pt x="95" y="548"/>
                  </a:lnTo>
                  <a:lnTo>
                    <a:pt x="0" y="495"/>
                  </a:lnTo>
                  <a:lnTo>
                    <a:pt x="5" y="339"/>
                  </a:lnTo>
                  <a:lnTo>
                    <a:pt x="48" y="70"/>
                  </a:lnTo>
                  <a:lnTo>
                    <a:pt x="129" y="0"/>
                  </a:lnTo>
                  <a:lnTo>
                    <a:pt x="181" y="23"/>
                  </a:lnTo>
                  <a:lnTo>
                    <a:pt x="240" y="204"/>
                  </a:lnTo>
                  <a:lnTo>
                    <a:pt x="209" y="3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9227687" y="2305166"/>
              <a:ext cx="517" cy="491"/>
            </a:xfrm>
            <a:custGeom>
              <a:avLst/>
              <a:pathLst>
                <a:path w="517" h="491">
                  <a:moveTo>
                    <a:pt x="248" y="461"/>
                  </a:moveTo>
                  <a:lnTo>
                    <a:pt x="158" y="491"/>
                  </a:lnTo>
                  <a:lnTo>
                    <a:pt x="15" y="381"/>
                  </a:lnTo>
                  <a:lnTo>
                    <a:pt x="0" y="351"/>
                  </a:lnTo>
                  <a:lnTo>
                    <a:pt x="23" y="132"/>
                  </a:lnTo>
                  <a:lnTo>
                    <a:pt x="111" y="53"/>
                  </a:lnTo>
                  <a:lnTo>
                    <a:pt x="284" y="0"/>
                  </a:lnTo>
                  <a:lnTo>
                    <a:pt x="506" y="156"/>
                  </a:lnTo>
                  <a:lnTo>
                    <a:pt x="517" y="189"/>
                  </a:lnTo>
                  <a:lnTo>
                    <a:pt x="437" y="372"/>
                  </a:lnTo>
                  <a:lnTo>
                    <a:pt x="371" y="459"/>
                  </a:lnTo>
                  <a:lnTo>
                    <a:pt x="248" y="46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9226678" y="2304886"/>
              <a:ext cx="451" cy="730"/>
            </a:xfrm>
            <a:custGeom>
              <a:avLst/>
              <a:pathLst>
                <a:path w="451" h="730">
                  <a:moveTo>
                    <a:pt x="182" y="459"/>
                  </a:moveTo>
                  <a:lnTo>
                    <a:pt x="72" y="730"/>
                  </a:lnTo>
                  <a:lnTo>
                    <a:pt x="28" y="719"/>
                  </a:lnTo>
                  <a:lnTo>
                    <a:pt x="0" y="493"/>
                  </a:lnTo>
                  <a:lnTo>
                    <a:pt x="44" y="394"/>
                  </a:lnTo>
                  <a:lnTo>
                    <a:pt x="349" y="11"/>
                  </a:lnTo>
                  <a:lnTo>
                    <a:pt x="451" y="0"/>
                  </a:lnTo>
                  <a:lnTo>
                    <a:pt x="436" y="178"/>
                  </a:lnTo>
                  <a:lnTo>
                    <a:pt x="271" y="344"/>
                  </a:lnTo>
                  <a:lnTo>
                    <a:pt x="182" y="45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9352643" y="2321324"/>
              <a:ext cx="1078" cy="736"/>
            </a:xfrm>
            <a:custGeom>
              <a:avLst/>
              <a:pathLst>
                <a:path w="1078" h="736">
                  <a:moveTo>
                    <a:pt x="359" y="690"/>
                  </a:moveTo>
                  <a:lnTo>
                    <a:pt x="275" y="679"/>
                  </a:lnTo>
                  <a:lnTo>
                    <a:pt x="132" y="627"/>
                  </a:lnTo>
                  <a:lnTo>
                    <a:pt x="81" y="589"/>
                  </a:lnTo>
                  <a:lnTo>
                    <a:pt x="26" y="506"/>
                  </a:lnTo>
                  <a:lnTo>
                    <a:pt x="0" y="408"/>
                  </a:lnTo>
                  <a:lnTo>
                    <a:pt x="17" y="333"/>
                  </a:lnTo>
                  <a:lnTo>
                    <a:pt x="21" y="330"/>
                  </a:lnTo>
                  <a:lnTo>
                    <a:pt x="98" y="265"/>
                  </a:lnTo>
                  <a:lnTo>
                    <a:pt x="396" y="14"/>
                  </a:lnTo>
                  <a:lnTo>
                    <a:pt x="489" y="0"/>
                  </a:lnTo>
                  <a:lnTo>
                    <a:pt x="512" y="0"/>
                  </a:lnTo>
                  <a:lnTo>
                    <a:pt x="525" y="1"/>
                  </a:lnTo>
                  <a:lnTo>
                    <a:pt x="537" y="3"/>
                  </a:lnTo>
                  <a:lnTo>
                    <a:pt x="546" y="4"/>
                  </a:lnTo>
                  <a:lnTo>
                    <a:pt x="563" y="8"/>
                  </a:lnTo>
                  <a:lnTo>
                    <a:pt x="579" y="12"/>
                  </a:lnTo>
                  <a:lnTo>
                    <a:pt x="637" y="30"/>
                  </a:lnTo>
                  <a:lnTo>
                    <a:pt x="669" y="40"/>
                  </a:lnTo>
                  <a:lnTo>
                    <a:pt x="698" y="49"/>
                  </a:lnTo>
                  <a:lnTo>
                    <a:pt x="737" y="74"/>
                  </a:lnTo>
                  <a:lnTo>
                    <a:pt x="817" y="152"/>
                  </a:lnTo>
                  <a:lnTo>
                    <a:pt x="1078" y="522"/>
                  </a:lnTo>
                  <a:lnTo>
                    <a:pt x="1075" y="675"/>
                  </a:lnTo>
                  <a:lnTo>
                    <a:pt x="1043" y="704"/>
                  </a:lnTo>
                  <a:lnTo>
                    <a:pt x="1003" y="720"/>
                  </a:lnTo>
                  <a:lnTo>
                    <a:pt x="972" y="733"/>
                  </a:lnTo>
                  <a:lnTo>
                    <a:pt x="928" y="736"/>
                  </a:lnTo>
                  <a:lnTo>
                    <a:pt x="552" y="706"/>
                  </a:lnTo>
                  <a:lnTo>
                    <a:pt x="359" y="69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9252160" y="2304524"/>
              <a:ext cx="449" cy="392"/>
            </a:xfrm>
            <a:custGeom>
              <a:avLst/>
              <a:pathLst>
                <a:path w="449" h="392">
                  <a:moveTo>
                    <a:pt x="396" y="390"/>
                  </a:moveTo>
                  <a:lnTo>
                    <a:pt x="369" y="392"/>
                  </a:lnTo>
                  <a:lnTo>
                    <a:pt x="76" y="307"/>
                  </a:lnTo>
                  <a:lnTo>
                    <a:pt x="42" y="287"/>
                  </a:lnTo>
                  <a:lnTo>
                    <a:pt x="0" y="209"/>
                  </a:lnTo>
                  <a:lnTo>
                    <a:pt x="172" y="14"/>
                  </a:lnTo>
                  <a:lnTo>
                    <a:pt x="332" y="0"/>
                  </a:lnTo>
                  <a:lnTo>
                    <a:pt x="449" y="260"/>
                  </a:lnTo>
                  <a:lnTo>
                    <a:pt x="440" y="324"/>
                  </a:lnTo>
                  <a:lnTo>
                    <a:pt x="396" y="39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9254174" y="2302680"/>
              <a:ext cx="413" cy="250"/>
            </a:xfrm>
            <a:custGeom>
              <a:avLst/>
              <a:pathLst>
                <a:path w="413" h="250">
                  <a:moveTo>
                    <a:pt x="386" y="228"/>
                  </a:moveTo>
                  <a:lnTo>
                    <a:pt x="339" y="250"/>
                  </a:lnTo>
                  <a:lnTo>
                    <a:pt x="64" y="204"/>
                  </a:lnTo>
                  <a:lnTo>
                    <a:pt x="30" y="179"/>
                  </a:lnTo>
                  <a:lnTo>
                    <a:pt x="1" y="119"/>
                  </a:lnTo>
                  <a:lnTo>
                    <a:pt x="0" y="47"/>
                  </a:lnTo>
                  <a:lnTo>
                    <a:pt x="200" y="0"/>
                  </a:lnTo>
                  <a:lnTo>
                    <a:pt x="297" y="32"/>
                  </a:lnTo>
                  <a:lnTo>
                    <a:pt x="397" y="121"/>
                  </a:lnTo>
                  <a:lnTo>
                    <a:pt x="413" y="197"/>
                  </a:lnTo>
                  <a:lnTo>
                    <a:pt x="386" y="22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9245726" y="2301415"/>
              <a:ext cx="5834" cy="4641"/>
            </a:xfrm>
            <a:custGeom>
              <a:avLst/>
              <a:pathLst>
                <a:path w="5834" h="4641">
                  <a:moveTo>
                    <a:pt x="1740" y="894"/>
                  </a:moveTo>
                  <a:lnTo>
                    <a:pt x="1935" y="974"/>
                  </a:lnTo>
                  <a:lnTo>
                    <a:pt x="2049" y="956"/>
                  </a:lnTo>
                  <a:lnTo>
                    <a:pt x="2132" y="890"/>
                  </a:lnTo>
                  <a:lnTo>
                    <a:pt x="2144" y="859"/>
                  </a:lnTo>
                  <a:lnTo>
                    <a:pt x="2123" y="780"/>
                  </a:lnTo>
                  <a:lnTo>
                    <a:pt x="2070" y="761"/>
                  </a:lnTo>
                  <a:lnTo>
                    <a:pt x="2051" y="793"/>
                  </a:lnTo>
                  <a:lnTo>
                    <a:pt x="2016" y="776"/>
                  </a:lnTo>
                  <a:lnTo>
                    <a:pt x="2021" y="695"/>
                  </a:lnTo>
                  <a:lnTo>
                    <a:pt x="2108" y="627"/>
                  </a:lnTo>
                  <a:lnTo>
                    <a:pt x="2342" y="767"/>
                  </a:lnTo>
                  <a:lnTo>
                    <a:pt x="2373" y="801"/>
                  </a:lnTo>
                  <a:lnTo>
                    <a:pt x="2389" y="1456"/>
                  </a:lnTo>
                  <a:lnTo>
                    <a:pt x="2357" y="1556"/>
                  </a:lnTo>
                  <a:lnTo>
                    <a:pt x="2336" y="1582"/>
                  </a:lnTo>
                  <a:lnTo>
                    <a:pt x="2328" y="1749"/>
                  </a:lnTo>
                  <a:lnTo>
                    <a:pt x="2397" y="1868"/>
                  </a:lnTo>
                  <a:lnTo>
                    <a:pt x="2552" y="2041"/>
                  </a:lnTo>
                  <a:lnTo>
                    <a:pt x="2926" y="2335"/>
                  </a:lnTo>
                  <a:lnTo>
                    <a:pt x="3471" y="2659"/>
                  </a:lnTo>
                  <a:lnTo>
                    <a:pt x="3977" y="2828"/>
                  </a:lnTo>
                  <a:lnTo>
                    <a:pt x="4227" y="2860"/>
                  </a:lnTo>
                  <a:lnTo>
                    <a:pt x="4286" y="2851"/>
                  </a:lnTo>
                  <a:lnTo>
                    <a:pt x="4373" y="2808"/>
                  </a:lnTo>
                  <a:lnTo>
                    <a:pt x="4387" y="2737"/>
                  </a:lnTo>
                  <a:lnTo>
                    <a:pt x="4395" y="2596"/>
                  </a:lnTo>
                  <a:lnTo>
                    <a:pt x="4452" y="2405"/>
                  </a:lnTo>
                  <a:lnTo>
                    <a:pt x="4506" y="2381"/>
                  </a:lnTo>
                  <a:lnTo>
                    <a:pt x="4533" y="2393"/>
                  </a:lnTo>
                  <a:lnTo>
                    <a:pt x="4546" y="2437"/>
                  </a:lnTo>
                  <a:lnTo>
                    <a:pt x="4578" y="2569"/>
                  </a:lnTo>
                  <a:lnTo>
                    <a:pt x="4628" y="2653"/>
                  </a:lnTo>
                  <a:lnTo>
                    <a:pt x="4652" y="2656"/>
                  </a:lnTo>
                  <a:lnTo>
                    <a:pt x="4714" y="2638"/>
                  </a:lnTo>
                  <a:lnTo>
                    <a:pt x="4782" y="2626"/>
                  </a:lnTo>
                  <a:lnTo>
                    <a:pt x="4843" y="2644"/>
                  </a:lnTo>
                  <a:lnTo>
                    <a:pt x="4870" y="2669"/>
                  </a:lnTo>
                  <a:lnTo>
                    <a:pt x="4874" y="2742"/>
                  </a:lnTo>
                  <a:lnTo>
                    <a:pt x="4886" y="2803"/>
                  </a:lnTo>
                  <a:lnTo>
                    <a:pt x="4913" y="2820"/>
                  </a:lnTo>
                  <a:lnTo>
                    <a:pt x="4939" y="2828"/>
                  </a:lnTo>
                  <a:lnTo>
                    <a:pt x="4999" y="2814"/>
                  </a:lnTo>
                  <a:lnTo>
                    <a:pt x="5062" y="2759"/>
                  </a:lnTo>
                  <a:lnTo>
                    <a:pt x="5108" y="2723"/>
                  </a:lnTo>
                  <a:lnTo>
                    <a:pt x="5127" y="2722"/>
                  </a:lnTo>
                  <a:lnTo>
                    <a:pt x="5245" y="2699"/>
                  </a:lnTo>
                  <a:lnTo>
                    <a:pt x="5294" y="2607"/>
                  </a:lnTo>
                  <a:lnTo>
                    <a:pt x="5312" y="2527"/>
                  </a:lnTo>
                  <a:lnTo>
                    <a:pt x="5423" y="2447"/>
                  </a:lnTo>
                  <a:lnTo>
                    <a:pt x="5618" y="2382"/>
                  </a:lnTo>
                  <a:lnTo>
                    <a:pt x="5819" y="2485"/>
                  </a:lnTo>
                  <a:lnTo>
                    <a:pt x="5834" y="2546"/>
                  </a:lnTo>
                  <a:lnTo>
                    <a:pt x="5826" y="2584"/>
                  </a:lnTo>
                  <a:lnTo>
                    <a:pt x="5792" y="2599"/>
                  </a:lnTo>
                  <a:lnTo>
                    <a:pt x="5655" y="2568"/>
                  </a:lnTo>
                  <a:lnTo>
                    <a:pt x="5563" y="2580"/>
                  </a:lnTo>
                  <a:lnTo>
                    <a:pt x="5519" y="2624"/>
                  </a:lnTo>
                  <a:lnTo>
                    <a:pt x="5488" y="2698"/>
                  </a:lnTo>
                  <a:lnTo>
                    <a:pt x="5487" y="2751"/>
                  </a:lnTo>
                  <a:lnTo>
                    <a:pt x="5532" y="2805"/>
                  </a:lnTo>
                  <a:lnTo>
                    <a:pt x="5621" y="2823"/>
                  </a:lnTo>
                  <a:lnTo>
                    <a:pt x="5733" y="2865"/>
                  </a:lnTo>
                  <a:lnTo>
                    <a:pt x="5754" y="2896"/>
                  </a:lnTo>
                  <a:lnTo>
                    <a:pt x="5754" y="2901"/>
                  </a:lnTo>
                  <a:lnTo>
                    <a:pt x="5692" y="2983"/>
                  </a:lnTo>
                  <a:lnTo>
                    <a:pt x="5542" y="3062"/>
                  </a:lnTo>
                  <a:lnTo>
                    <a:pt x="5280" y="3030"/>
                  </a:lnTo>
                  <a:lnTo>
                    <a:pt x="5273" y="3026"/>
                  </a:lnTo>
                  <a:lnTo>
                    <a:pt x="5251" y="3030"/>
                  </a:lnTo>
                  <a:lnTo>
                    <a:pt x="5165" y="2987"/>
                  </a:lnTo>
                  <a:lnTo>
                    <a:pt x="5089" y="2907"/>
                  </a:lnTo>
                  <a:lnTo>
                    <a:pt x="5030" y="2887"/>
                  </a:lnTo>
                  <a:lnTo>
                    <a:pt x="4925" y="2907"/>
                  </a:lnTo>
                  <a:lnTo>
                    <a:pt x="4872" y="2932"/>
                  </a:lnTo>
                  <a:lnTo>
                    <a:pt x="4605" y="3118"/>
                  </a:lnTo>
                  <a:lnTo>
                    <a:pt x="4263" y="3612"/>
                  </a:lnTo>
                  <a:lnTo>
                    <a:pt x="4235" y="3718"/>
                  </a:lnTo>
                  <a:lnTo>
                    <a:pt x="4259" y="3773"/>
                  </a:lnTo>
                  <a:lnTo>
                    <a:pt x="4331" y="3771"/>
                  </a:lnTo>
                  <a:lnTo>
                    <a:pt x="4540" y="3817"/>
                  </a:lnTo>
                  <a:lnTo>
                    <a:pt x="4804" y="4178"/>
                  </a:lnTo>
                  <a:lnTo>
                    <a:pt x="4838" y="4399"/>
                  </a:lnTo>
                  <a:lnTo>
                    <a:pt x="4840" y="4412"/>
                  </a:lnTo>
                  <a:lnTo>
                    <a:pt x="4859" y="4538"/>
                  </a:lnTo>
                  <a:lnTo>
                    <a:pt x="4753" y="4582"/>
                  </a:lnTo>
                  <a:lnTo>
                    <a:pt x="4405" y="4641"/>
                  </a:lnTo>
                  <a:lnTo>
                    <a:pt x="4140" y="4639"/>
                  </a:lnTo>
                  <a:lnTo>
                    <a:pt x="3640" y="4554"/>
                  </a:lnTo>
                  <a:lnTo>
                    <a:pt x="3198" y="4203"/>
                  </a:lnTo>
                  <a:lnTo>
                    <a:pt x="2990" y="3948"/>
                  </a:lnTo>
                  <a:lnTo>
                    <a:pt x="2987" y="3675"/>
                  </a:lnTo>
                  <a:lnTo>
                    <a:pt x="2948" y="3619"/>
                  </a:lnTo>
                  <a:lnTo>
                    <a:pt x="2029" y="3265"/>
                  </a:lnTo>
                  <a:lnTo>
                    <a:pt x="1933" y="3276"/>
                  </a:lnTo>
                  <a:lnTo>
                    <a:pt x="1864" y="3233"/>
                  </a:lnTo>
                  <a:lnTo>
                    <a:pt x="1528" y="2881"/>
                  </a:lnTo>
                  <a:lnTo>
                    <a:pt x="1428" y="2831"/>
                  </a:lnTo>
                  <a:lnTo>
                    <a:pt x="1253" y="2785"/>
                  </a:lnTo>
                  <a:lnTo>
                    <a:pt x="931" y="2740"/>
                  </a:lnTo>
                  <a:lnTo>
                    <a:pt x="682" y="2734"/>
                  </a:lnTo>
                  <a:lnTo>
                    <a:pt x="543" y="2766"/>
                  </a:lnTo>
                  <a:lnTo>
                    <a:pt x="254" y="2637"/>
                  </a:lnTo>
                  <a:lnTo>
                    <a:pt x="195" y="2362"/>
                  </a:lnTo>
                  <a:lnTo>
                    <a:pt x="217" y="2124"/>
                  </a:lnTo>
                  <a:lnTo>
                    <a:pt x="381" y="2013"/>
                  </a:lnTo>
                  <a:lnTo>
                    <a:pt x="421" y="1965"/>
                  </a:lnTo>
                  <a:lnTo>
                    <a:pt x="459" y="1866"/>
                  </a:lnTo>
                  <a:lnTo>
                    <a:pt x="404" y="1639"/>
                  </a:lnTo>
                  <a:lnTo>
                    <a:pt x="237" y="1420"/>
                  </a:lnTo>
                  <a:lnTo>
                    <a:pt x="187" y="1374"/>
                  </a:lnTo>
                  <a:lnTo>
                    <a:pt x="132" y="1370"/>
                  </a:lnTo>
                  <a:lnTo>
                    <a:pt x="123" y="1408"/>
                  </a:lnTo>
                  <a:lnTo>
                    <a:pt x="103" y="1414"/>
                  </a:lnTo>
                  <a:lnTo>
                    <a:pt x="0" y="1316"/>
                  </a:lnTo>
                  <a:lnTo>
                    <a:pt x="69" y="1058"/>
                  </a:lnTo>
                  <a:lnTo>
                    <a:pt x="106" y="1064"/>
                  </a:lnTo>
                  <a:lnTo>
                    <a:pt x="190" y="1140"/>
                  </a:lnTo>
                  <a:lnTo>
                    <a:pt x="341" y="1315"/>
                  </a:lnTo>
                  <a:lnTo>
                    <a:pt x="350" y="1356"/>
                  </a:lnTo>
                  <a:lnTo>
                    <a:pt x="420" y="1399"/>
                  </a:lnTo>
                  <a:lnTo>
                    <a:pt x="546" y="1397"/>
                  </a:lnTo>
                  <a:lnTo>
                    <a:pt x="726" y="1337"/>
                  </a:lnTo>
                  <a:lnTo>
                    <a:pt x="771" y="1303"/>
                  </a:lnTo>
                  <a:lnTo>
                    <a:pt x="822" y="1187"/>
                  </a:lnTo>
                  <a:lnTo>
                    <a:pt x="915" y="755"/>
                  </a:lnTo>
                  <a:lnTo>
                    <a:pt x="1205" y="769"/>
                  </a:lnTo>
                  <a:lnTo>
                    <a:pt x="1278" y="702"/>
                  </a:lnTo>
                  <a:lnTo>
                    <a:pt x="1232" y="521"/>
                  </a:lnTo>
                  <a:lnTo>
                    <a:pt x="1204" y="483"/>
                  </a:lnTo>
                  <a:lnTo>
                    <a:pt x="1211" y="354"/>
                  </a:lnTo>
                  <a:lnTo>
                    <a:pt x="1324" y="59"/>
                  </a:lnTo>
                  <a:lnTo>
                    <a:pt x="1373" y="0"/>
                  </a:lnTo>
                  <a:lnTo>
                    <a:pt x="1407" y="0"/>
                  </a:lnTo>
                  <a:lnTo>
                    <a:pt x="1552" y="170"/>
                  </a:lnTo>
                  <a:lnTo>
                    <a:pt x="1602" y="390"/>
                  </a:lnTo>
                  <a:lnTo>
                    <a:pt x="1603" y="572"/>
                  </a:lnTo>
                  <a:lnTo>
                    <a:pt x="1586" y="600"/>
                  </a:lnTo>
                  <a:lnTo>
                    <a:pt x="1567" y="701"/>
                  </a:lnTo>
                  <a:lnTo>
                    <a:pt x="1588" y="773"/>
                  </a:lnTo>
                  <a:lnTo>
                    <a:pt x="1643" y="832"/>
                  </a:lnTo>
                  <a:lnTo>
                    <a:pt x="1740" y="8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9252060" y="2302192"/>
              <a:ext cx="480" cy="298"/>
            </a:xfrm>
            <a:custGeom>
              <a:avLst/>
              <a:pathLst>
                <a:path w="480" h="298">
                  <a:moveTo>
                    <a:pt x="467" y="183"/>
                  </a:moveTo>
                  <a:lnTo>
                    <a:pt x="280" y="298"/>
                  </a:lnTo>
                  <a:lnTo>
                    <a:pt x="70" y="241"/>
                  </a:lnTo>
                  <a:lnTo>
                    <a:pt x="0" y="171"/>
                  </a:lnTo>
                  <a:lnTo>
                    <a:pt x="8" y="130"/>
                  </a:lnTo>
                  <a:lnTo>
                    <a:pt x="156" y="19"/>
                  </a:lnTo>
                  <a:lnTo>
                    <a:pt x="332" y="0"/>
                  </a:lnTo>
                  <a:lnTo>
                    <a:pt x="410" y="52"/>
                  </a:lnTo>
                  <a:lnTo>
                    <a:pt x="475" y="162"/>
                  </a:lnTo>
                  <a:lnTo>
                    <a:pt x="480" y="175"/>
                  </a:lnTo>
                  <a:lnTo>
                    <a:pt x="467" y="1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9251683" y="2301734"/>
              <a:ext cx="381" cy="431"/>
            </a:xfrm>
            <a:custGeom>
              <a:avLst/>
              <a:pathLst>
                <a:path w="381" h="431">
                  <a:moveTo>
                    <a:pt x="377" y="171"/>
                  </a:moveTo>
                  <a:lnTo>
                    <a:pt x="290" y="431"/>
                  </a:lnTo>
                  <a:lnTo>
                    <a:pt x="198" y="346"/>
                  </a:lnTo>
                  <a:lnTo>
                    <a:pt x="99" y="223"/>
                  </a:lnTo>
                  <a:lnTo>
                    <a:pt x="0" y="68"/>
                  </a:lnTo>
                  <a:lnTo>
                    <a:pt x="1" y="36"/>
                  </a:lnTo>
                  <a:lnTo>
                    <a:pt x="23" y="17"/>
                  </a:lnTo>
                  <a:lnTo>
                    <a:pt x="126" y="0"/>
                  </a:lnTo>
                  <a:lnTo>
                    <a:pt x="291" y="64"/>
                  </a:lnTo>
                  <a:lnTo>
                    <a:pt x="381" y="125"/>
                  </a:lnTo>
                  <a:lnTo>
                    <a:pt x="377" y="1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9253636" y="2301418"/>
              <a:ext cx="441" cy="245"/>
            </a:xfrm>
            <a:custGeom>
              <a:avLst/>
              <a:pathLst>
                <a:path w="441" h="245">
                  <a:moveTo>
                    <a:pt x="404" y="136"/>
                  </a:moveTo>
                  <a:lnTo>
                    <a:pt x="133" y="245"/>
                  </a:lnTo>
                  <a:lnTo>
                    <a:pt x="26" y="211"/>
                  </a:lnTo>
                  <a:lnTo>
                    <a:pt x="0" y="159"/>
                  </a:lnTo>
                  <a:lnTo>
                    <a:pt x="3" y="115"/>
                  </a:lnTo>
                  <a:lnTo>
                    <a:pt x="51" y="35"/>
                  </a:lnTo>
                  <a:lnTo>
                    <a:pt x="207" y="0"/>
                  </a:lnTo>
                  <a:lnTo>
                    <a:pt x="417" y="31"/>
                  </a:lnTo>
                  <a:lnTo>
                    <a:pt x="441" y="62"/>
                  </a:lnTo>
                  <a:lnTo>
                    <a:pt x="404" y="13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9251328" y="2300959"/>
              <a:ext cx="377" cy="354"/>
            </a:xfrm>
            <a:custGeom>
              <a:avLst/>
              <a:pathLst>
                <a:path w="377" h="354">
                  <a:moveTo>
                    <a:pt x="302" y="257"/>
                  </a:moveTo>
                  <a:lnTo>
                    <a:pt x="9" y="354"/>
                  </a:lnTo>
                  <a:lnTo>
                    <a:pt x="0" y="269"/>
                  </a:lnTo>
                  <a:lnTo>
                    <a:pt x="58" y="8"/>
                  </a:lnTo>
                  <a:lnTo>
                    <a:pt x="241" y="0"/>
                  </a:lnTo>
                  <a:lnTo>
                    <a:pt x="377" y="70"/>
                  </a:lnTo>
                  <a:lnTo>
                    <a:pt x="302" y="25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9248856" y="2300363"/>
              <a:ext cx="652" cy="742"/>
            </a:xfrm>
            <a:custGeom>
              <a:avLst/>
              <a:pathLst>
                <a:path w="652" h="742">
                  <a:moveTo>
                    <a:pt x="648" y="587"/>
                  </a:moveTo>
                  <a:lnTo>
                    <a:pt x="635" y="629"/>
                  </a:lnTo>
                  <a:lnTo>
                    <a:pt x="439" y="583"/>
                  </a:lnTo>
                  <a:lnTo>
                    <a:pt x="286" y="625"/>
                  </a:lnTo>
                  <a:lnTo>
                    <a:pt x="223" y="673"/>
                  </a:lnTo>
                  <a:lnTo>
                    <a:pt x="168" y="742"/>
                  </a:lnTo>
                  <a:lnTo>
                    <a:pt x="59" y="656"/>
                  </a:lnTo>
                  <a:lnTo>
                    <a:pt x="18" y="584"/>
                  </a:lnTo>
                  <a:lnTo>
                    <a:pt x="0" y="432"/>
                  </a:lnTo>
                  <a:lnTo>
                    <a:pt x="16" y="399"/>
                  </a:lnTo>
                  <a:lnTo>
                    <a:pt x="104" y="377"/>
                  </a:lnTo>
                  <a:lnTo>
                    <a:pt x="189" y="326"/>
                  </a:lnTo>
                  <a:lnTo>
                    <a:pt x="250" y="77"/>
                  </a:lnTo>
                  <a:lnTo>
                    <a:pt x="134" y="35"/>
                  </a:lnTo>
                  <a:lnTo>
                    <a:pt x="126" y="22"/>
                  </a:lnTo>
                  <a:lnTo>
                    <a:pt x="168" y="0"/>
                  </a:lnTo>
                  <a:lnTo>
                    <a:pt x="305" y="33"/>
                  </a:lnTo>
                  <a:lnTo>
                    <a:pt x="652" y="355"/>
                  </a:lnTo>
                  <a:lnTo>
                    <a:pt x="648" y="58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9242305" y="2297792"/>
              <a:ext cx="664" cy="389"/>
            </a:xfrm>
            <a:custGeom>
              <a:avLst/>
              <a:pathLst>
                <a:path w="664" h="389">
                  <a:moveTo>
                    <a:pt x="604" y="389"/>
                  </a:moveTo>
                  <a:lnTo>
                    <a:pt x="501" y="386"/>
                  </a:lnTo>
                  <a:lnTo>
                    <a:pt x="202" y="245"/>
                  </a:lnTo>
                  <a:lnTo>
                    <a:pt x="60" y="127"/>
                  </a:lnTo>
                  <a:lnTo>
                    <a:pt x="0" y="78"/>
                  </a:lnTo>
                  <a:lnTo>
                    <a:pt x="14" y="24"/>
                  </a:lnTo>
                  <a:lnTo>
                    <a:pt x="51" y="0"/>
                  </a:lnTo>
                  <a:lnTo>
                    <a:pt x="187" y="42"/>
                  </a:lnTo>
                  <a:lnTo>
                    <a:pt x="296" y="99"/>
                  </a:lnTo>
                  <a:lnTo>
                    <a:pt x="587" y="272"/>
                  </a:lnTo>
                  <a:lnTo>
                    <a:pt x="664" y="351"/>
                  </a:lnTo>
                  <a:lnTo>
                    <a:pt x="643" y="378"/>
                  </a:lnTo>
                  <a:lnTo>
                    <a:pt x="604" y="38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9237897" y="2296616"/>
              <a:ext cx="290" cy="424"/>
            </a:xfrm>
            <a:custGeom>
              <a:avLst/>
              <a:pathLst>
                <a:path w="290" h="424">
                  <a:moveTo>
                    <a:pt x="121" y="419"/>
                  </a:moveTo>
                  <a:lnTo>
                    <a:pt x="60" y="424"/>
                  </a:lnTo>
                  <a:lnTo>
                    <a:pt x="23" y="329"/>
                  </a:lnTo>
                  <a:lnTo>
                    <a:pt x="0" y="177"/>
                  </a:lnTo>
                  <a:lnTo>
                    <a:pt x="7" y="136"/>
                  </a:lnTo>
                  <a:lnTo>
                    <a:pt x="100" y="19"/>
                  </a:lnTo>
                  <a:lnTo>
                    <a:pt x="136" y="0"/>
                  </a:lnTo>
                  <a:lnTo>
                    <a:pt x="278" y="47"/>
                  </a:lnTo>
                  <a:lnTo>
                    <a:pt x="290" y="89"/>
                  </a:lnTo>
                  <a:lnTo>
                    <a:pt x="290" y="168"/>
                  </a:lnTo>
                  <a:lnTo>
                    <a:pt x="272" y="217"/>
                  </a:lnTo>
                  <a:lnTo>
                    <a:pt x="143" y="395"/>
                  </a:lnTo>
                  <a:lnTo>
                    <a:pt x="121" y="4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9259308" y="2299293"/>
              <a:ext cx="388" cy="582"/>
            </a:xfrm>
            <a:custGeom>
              <a:avLst/>
              <a:pathLst>
                <a:path w="388" h="582">
                  <a:moveTo>
                    <a:pt x="228" y="544"/>
                  </a:moveTo>
                  <a:lnTo>
                    <a:pt x="123" y="582"/>
                  </a:lnTo>
                  <a:lnTo>
                    <a:pt x="104" y="576"/>
                  </a:lnTo>
                  <a:lnTo>
                    <a:pt x="13" y="295"/>
                  </a:lnTo>
                  <a:lnTo>
                    <a:pt x="0" y="211"/>
                  </a:lnTo>
                  <a:lnTo>
                    <a:pt x="19" y="138"/>
                  </a:lnTo>
                  <a:lnTo>
                    <a:pt x="99" y="0"/>
                  </a:lnTo>
                  <a:lnTo>
                    <a:pt x="190" y="6"/>
                  </a:lnTo>
                  <a:lnTo>
                    <a:pt x="352" y="193"/>
                  </a:lnTo>
                  <a:lnTo>
                    <a:pt x="388" y="440"/>
                  </a:lnTo>
                  <a:lnTo>
                    <a:pt x="228" y="5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9246853" y="2296913"/>
              <a:ext cx="956" cy="1032"/>
            </a:xfrm>
            <a:custGeom>
              <a:avLst/>
              <a:pathLst>
                <a:path w="956" h="1032">
                  <a:moveTo>
                    <a:pt x="956" y="932"/>
                  </a:moveTo>
                  <a:lnTo>
                    <a:pt x="949" y="975"/>
                  </a:lnTo>
                  <a:lnTo>
                    <a:pt x="926" y="1008"/>
                  </a:lnTo>
                  <a:lnTo>
                    <a:pt x="867" y="1032"/>
                  </a:lnTo>
                  <a:lnTo>
                    <a:pt x="690" y="1021"/>
                  </a:lnTo>
                  <a:lnTo>
                    <a:pt x="675" y="1008"/>
                  </a:lnTo>
                  <a:lnTo>
                    <a:pt x="653" y="953"/>
                  </a:lnTo>
                  <a:lnTo>
                    <a:pt x="571" y="892"/>
                  </a:lnTo>
                  <a:lnTo>
                    <a:pt x="464" y="911"/>
                  </a:lnTo>
                  <a:lnTo>
                    <a:pt x="300" y="895"/>
                  </a:lnTo>
                  <a:lnTo>
                    <a:pt x="0" y="811"/>
                  </a:lnTo>
                  <a:lnTo>
                    <a:pt x="196" y="326"/>
                  </a:lnTo>
                  <a:lnTo>
                    <a:pt x="311" y="219"/>
                  </a:lnTo>
                  <a:lnTo>
                    <a:pt x="554" y="106"/>
                  </a:lnTo>
                  <a:lnTo>
                    <a:pt x="760" y="35"/>
                  </a:lnTo>
                  <a:lnTo>
                    <a:pt x="924" y="0"/>
                  </a:lnTo>
                  <a:lnTo>
                    <a:pt x="929" y="16"/>
                  </a:lnTo>
                  <a:lnTo>
                    <a:pt x="792" y="551"/>
                  </a:lnTo>
                  <a:lnTo>
                    <a:pt x="820" y="716"/>
                  </a:lnTo>
                  <a:lnTo>
                    <a:pt x="901" y="793"/>
                  </a:lnTo>
                  <a:lnTo>
                    <a:pt x="936" y="853"/>
                  </a:lnTo>
                  <a:lnTo>
                    <a:pt x="956" y="93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9256319" y="2297402"/>
              <a:ext cx="1019" cy="1728"/>
            </a:xfrm>
            <a:custGeom>
              <a:avLst/>
              <a:pathLst>
                <a:path w="1019" h="1728">
                  <a:moveTo>
                    <a:pt x="685" y="390"/>
                  </a:moveTo>
                  <a:lnTo>
                    <a:pt x="643" y="436"/>
                  </a:lnTo>
                  <a:lnTo>
                    <a:pt x="615" y="429"/>
                  </a:lnTo>
                  <a:lnTo>
                    <a:pt x="567" y="384"/>
                  </a:lnTo>
                  <a:lnTo>
                    <a:pt x="483" y="392"/>
                  </a:lnTo>
                  <a:lnTo>
                    <a:pt x="439" y="431"/>
                  </a:lnTo>
                  <a:lnTo>
                    <a:pt x="405" y="617"/>
                  </a:lnTo>
                  <a:lnTo>
                    <a:pt x="422" y="746"/>
                  </a:lnTo>
                  <a:lnTo>
                    <a:pt x="506" y="948"/>
                  </a:lnTo>
                  <a:lnTo>
                    <a:pt x="635" y="1089"/>
                  </a:lnTo>
                  <a:lnTo>
                    <a:pt x="756" y="1117"/>
                  </a:lnTo>
                  <a:lnTo>
                    <a:pt x="819" y="1060"/>
                  </a:lnTo>
                  <a:lnTo>
                    <a:pt x="879" y="1029"/>
                  </a:lnTo>
                  <a:lnTo>
                    <a:pt x="966" y="1009"/>
                  </a:lnTo>
                  <a:lnTo>
                    <a:pt x="991" y="1046"/>
                  </a:lnTo>
                  <a:lnTo>
                    <a:pt x="1019" y="1106"/>
                  </a:lnTo>
                  <a:lnTo>
                    <a:pt x="1008" y="1206"/>
                  </a:lnTo>
                  <a:lnTo>
                    <a:pt x="991" y="1240"/>
                  </a:lnTo>
                  <a:lnTo>
                    <a:pt x="969" y="1261"/>
                  </a:lnTo>
                  <a:lnTo>
                    <a:pt x="948" y="1259"/>
                  </a:lnTo>
                  <a:lnTo>
                    <a:pt x="886" y="1218"/>
                  </a:lnTo>
                  <a:lnTo>
                    <a:pt x="814" y="1164"/>
                  </a:lnTo>
                  <a:lnTo>
                    <a:pt x="762" y="1174"/>
                  </a:lnTo>
                  <a:lnTo>
                    <a:pt x="733" y="1200"/>
                  </a:lnTo>
                  <a:lnTo>
                    <a:pt x="713" y="1249"/>
                  </a:lnTo>
                  <a:lnTo>
                    <a:pt x="692" y="1333"/>
                  </a:lnTo>
                  <a:lnTo>
                    <a:pt x="664" y="1353"/>
                  </a:lnTo>
                  <a:lnTo>
                    <a:pt x="630" y="1342"/>
                  </a:lnTo>
                  <a:lnTo>
                    <a:pt x="475" y="1333"/>
                  </a:lnTo>
                  <a:lnTo>
                    <a:pt x="376" y="1380"/>
                  </a:lnTo>
                  <a:lnTo>
                    <a:pt x="289" y="1438"/>
                  </a:lnTo>
                  <a:lnTo>
                    <a:pt x="224" y="1505"/>
                  </a:lnTo>
                  <a:lnTo>
                    <a:pt x="209" y="1552"/>
                  </a:lnTo>
                  <a:lnTo>
                    <a:pt x="201" y="1672"/>
                  </a:lnTo>
                  <a:lnTo>
                    <a:pt x="183" y="1712"/>
                  </a:lnTo>
                  <a:lnTo>
                    <a:pt x="91" y="1728"/>
                  </a:lnTo>
                  <a:lnTo>
                    <a:pt x="17" y="1683"/>
                  </a:lnTo>
                  <a:lnTo>
                    <a:pt x="13" y="1664"/>
                  </a:lnTo>
                  <a:lnTo>
                    <a:pt x="32" y="1595"/>
                  </a:lnTo>
                  <a:lnTo>
                    <a:pt x="81" y="1467"/>
                  </a:lnTo>
                  <a:lnTo>
                    <a:pt x="104" y="1433"/>
                  </a:lnTo>
                  <a:lnTo>
                    <a:pt x="171" y="1412"/>
                  </a:lnTo>
                  <a:lnTo>
                    <a:pt x="281" y="1352"/>
                  </a:lnTo>
                  <a:lnTo>
                    <a:pt x="313" y="1293"/>
                  </a:lnTo>
                  <a:lnTo>
                    <a:pt x="326" y="1277"/>
                  </a:lnTo>
                  <a:lnTo>
                    <a:pt x="339" y="1235"/>
                  </a:lnTo>
                  <a:lnTo>
                    <a:pt x="339" y="1169"/>
                  </a:lnTo>
                  <a:lnTo>
                    <a:pt x="317" y="1124"/>
                  </a:lnTo>
                  <a:lnTo>
                    <a:pt x="274" y="1091"/>
                  </a:lnTo>
                  <a:lnTo>
                    <a:pt x="86" y="1022"/>
                  </a:lnTo>
                  <a:lnTo>
                    <a:pt x="27" y="1000"/>
                  </a:lnTo>
                  <a:lnTo>
                    <a:pt x="0" y="867"/>
                  </a:lnTo>
                  <a:lnTo>
                    <a:pt x="5" y="643"/>
                  </a:lnTo>
                  <a:lnTo>
                    <a:pt x="21" y="594"/>
                  </a:lnTo>
                  <a:lnTo>
                    <a:pt x="32" y="572"/>
                  </a:lnTo>
                  <a:lnTo>
                    <a:pt x="107" y="523"/>
                  </a:lnTo>
                  <a:lnTo>
                    <a:pt x="174" y="518"/>
                  </a:lnTo>
                  <a:lnTo>
                    <a:pt x="227" y="482"/>
                  </a:lnTo>
                  <a:lnTo>
                    <a:pt x="252" y="443"/>
                  </a:lnTo>
                  <a:lnTo>
                    <a:pt x="274" y="350"/>
                  </a:lnTo>
                  <a:lnTo>
                    <a:pt x="233" y="320"/>
                  </a:lnTo>
                  <a:lnTo>
                    <a:pt x="235" y="282"/>
                  </a:lnTo>
                  <a:lnTo>
                    <a:pt x="546" y="0"/>
                  </a:lnTo>
                  <a:lnTo>
                    <a:pt x="580" y="6"/>
                  </a:lnTo>
                  <a:lnTo>
                    <a:pt x="634" y="105"/>
                  </a:lnTo>
                  <a:lnTo>
                    <a:pt x="685" y="39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9256749" y="2295603"/>
              <a:ext cx="1610" cy="1148"/>
            </a:xfrm>
            <a:custGeom>
              <a:avLst/>
              <a:pathLst>
                <a:path w="1610" h="1148">
                  <a:moveTo>
                    <a:pt x="1278" y="252"/>
                  </a:moveTo>
                  <a:lnTo>
                    <a:pt x="1247" y="258"/>
                  </a:lnTo>
                  <a:lnTo>
                    <a:pt x="1204" y="266"/>
                  </a:lnTo>
                  <a:lnTo>
                    <a:pt x="1168" y="245"/>
                  </a:lnTo>
                  <a:lnTo>
                    <a:pt x="1150" y="256"/>
                  </a:lnTo>
                  <a:lnTo>
                    <a:pt x="1142" y="273"/>
                  </a:lnTo>
                  <a:lnTo>
                    <a:pt x="1143" y="331"/>
                  </a:lnTo>
                  <a:lnTo>
                    <a:pt x="1177" y="448"/>
                  </a:lnTo>
                  <a:lnTo>
                    <a:pt x="1202" y="500"/>
                  </a:lnTo>
                  <a:lnTo>
                    <a:pt x="1265" y="548"/>
                  </a:lnTo>
                  <a:lnTo>
                    <a:pt x="1351" y="593"/>
                  </a:lnTo>
                  <a:lnTo>
                    <a:pt x="1422" y="592"/>
                  </a:lnTo>
                  <a:lnTo>
                    <a:pt x="1493" y="577"/>
                  </a:lnTo>
                  <a:lnTo>
                    <a:pt x="1509" y="580"/>
                  </a:lnTo>
                  <a:lnTo>
                    <a:pt x="1601" y="695"/>
                  </a:lnTo>
                  <a:lnTo>
                    <a:pt x="1610" y="729"/>
                  </a:lnTo>
                  <a:lnTo>
                    <a:pt x="1590" y="765"/>
                  </a:lnTo>
                  <a:lnTo>
                    <a:pt x="1367" y="853"/>
                  </a:lnTo>
                  <a:lnTo>
                    <a:pt x="1303" y="919"/>
                  </a:lnTo>
                  <a:lnTo>
                    <a:pt x="1293" y="925"/>
                  </a:lnTo>
                  <a:lnTo>
                    <a:pt x="1269" y="938"/>
                  </a:lnTo>
                  <a:lnTo>
                    <a:pt x="943" y="1054"/>
                  </a:lnTo>
                  <a:lnTo>
                    <a:pt x="434" y="1148"/>
                  </a:lnTo>
                  <a:lnTo>
                    <a:pt x="325" y="1130"/>
                  </a:lnTo>
                  <a:lnTo>
                    <a:pt x="104" y="966"/>
                  </a:lnTo>
                  <a:lnTo>
                    <a:pt x="0" y="636"/>
                  </a:lnTo>
                  <a:lnTo>
                    <a:pt x="0" y="608"/>
                  </a:lnTo>
                  <a:lnTo>
                    <a:pt x="7" y="585"/>
                  </a:lnTo>
                  <a:lnTo>
                    <a:pt x="41" y="545"/>
                  </a:lnTo>
                  <a:lnTo>
                    <a:pt x="226" y="575"/>
                  </a:lnTo>
                  <a:lnTo>
                    <a:pt x="398" y="547"/>
                  </a:lnTo>
                  <a:lnTo>
                    <a:pt x="491" y="531"/>
                  </a:lnTo>
                  <a:lnTo>
                    <a:pt x="508" y="483"/>
                  </a:lnTo>
                  <a:lnTo>
                    <a:pt x="503" y="433"/>
                  </a:lnTo>
                  <a:lnTo>
                    <a:pt x="482" y="415"/>
                  </a:lnTo>
                  <a:lnTo>
                    <a:pt x="406" y="385"/>
                  </a:lnTo>
                  <a:lnTo>
                    <a:pt x="306" y="330"/>
                  </a:lnTo>
                  <a:lnTo>
                    <a:pt x="256" y="315"/>
                  </a:lnTo>
                  <a:lnTo>
                    <a:pt x="245" y="294"/>
                  </a:lnTo>
                  <a:lnTo>
                    <a:pt x="266" y="228"/>
                  </a:lnTo>
                  <a:lnTo>
                    <a:pt x="371" y="193"/>
                  </a:lnTo>
                  <a:lnTo>
                    <a:pt x="575" y="241"/>
                  </a:lnTo>
                  <a:lnTo>
                    <a:pt x="647" y="294"/>
                  </a:lnTo>
                  <a:lnTo>
                    <a:pt x="675" y="315"/>
                  </a:lnTo>
                  <a:lnTo>
                    <a:pt x="786" y="373"/>
                  </a:lnTo>
                  <a:lnTo>
                    <a:pt x="907" y="340"/>
                  </a:lnTo>
                  <a:lnTo>
                    <a:pt x="1003" y="314"/>
                  </a:lnTo>
                  <a:lnTo>
                    <a:pt x="1024" y="279"/>
                  </a:lnTo>
                  <a:lnTo>
                    <a:pt x="1024" y="250"/>
                  </a:lnTo>
                  <a:lnTo>
                    <a:pt x="1019" y="207"/>
                  </a:lnTo>
                  <a:lnTo>
                    <a:pt x="986" y="197"/>
                  </a:lnTo>
                  <a:lnTo>
                    <a:pt x="967" y="156"/>
                  </a:lnTo>
                  <a:lnTo>
                    <a:pt x="968" y="107"/>
                  </a:lnTo>
                  <a:lnTo>
                    <a:pt x="988" y="76"/>
                  </a:lnTo>
                  <a:lnTo>
                    <a:pt x="1004" y="60"/>
                  </a:lnTo>
                  <a:lnTo>
                    <a:pt x="1069" y="18"/>
                  </a:lnTo>
                  <a:lnTo>
                    <a:pt x="1140" y="0"/>
                  </a:lnTo>
                  <a:lnTo>
                    <a:pt x="1310" y="81"/>
                  </a:lnTo>
                  <a:lnTo>
                    <a:pt x="1354" y="183"/>
                  </a:lnTo>
                  <a:lnTo>
                    <a:pt x="1352" y="207"/>
                  </a:lnTo>
                  <a:lnTo>
                    <a:pt x="1278" y="25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9243549" y="2292493"/>
              <a:ext cx="549" cy="464"/>
            </a:xfrm>
            <a:custGeom>
              <a:avLst/>
              <a:pathLst>
                <a:path w="549" h="464">
                  <a:moveTo>
                    <a:pt x="447" y="366"/>
                  </a:moveTo>
                  <a:lnTo>
                    <a:pt x="546" y="407"/>
                  </a:lnTo>
                  <a:lnTo>
                    <a:pt x="549" y="412"/>
                  </a:lnTo>
                  <a:lnTo>
                    <a:pt x="547" y="432"/>
                  </a:lnTo>
                  <a:lnTo>
                    <a:pt x="516" y="444"/>
                  </a:lnTo>
                  <a:lnTo>
                    <a:pt x="482" y="464"/>
                  </a:lnTo>
                  <a:lnTo>
                    <a:pt x="455" y="461"/>
                  </a:lnTo>
                  <a:lnTo>
                    <a:pt x="436" y="446"/>
                  </a:lnTo>
                  <a:lnTo>
                    <a:pt x="409" y="410"/>
                  </a:lnTo>
                  <a:lnTo>
                    <a:pt x="404" y="386"/>
                  </a:lnTo>
                  <a:lnTo>
                    <a:pt x="391" y="367"/>
                  </a:lnTo>
                  <a:lnTo>
                    <a:pt x="379" y="361"/>
                  </a:lnTo>
                  <a:lnTo>
                    <a:pt x="345" y="357"/>
                  </a:lnTo>
                  <a:lnTo>
                    <a:pt x="103" y="363"/>
                  </a:lnTo>
                  <a:lnTo>
                    <a:pt x="3" y="349"/>
                  </a:lnTo>
                  <a:lnTo>
                    <a:pt x="0" y="333"/>
                  </a:lnTo>
                  <a:lnTo>
                    <a:pt x="82" y="130"/>
                  </a:lnTo>
                  <a:lnTo>
                    <a:pt x="146" y="91"/>
                  </a:lnTo>
                  <a:lnTo>
                    <a:pt x="185" y="63"/>
                  </a:lnTo>
                  <a:lnTo>
                    <a:pt x="234" y="19"/>
                  </a:lnTo>
                  <a:lnTo>
                    <a:pt x="268" y="0"/>
                  </a:lnTo>
                  <a:lnTo>
                    <a:pt x="278" y="0"/>
                  </a:lnTo>
                  <a:lnTo>
                    <a:pt x="289" y="13"/>
                  </a:lnTo>
                  <a:lnTo>
                    <a:pt x="283" y="22"/>
                  </a:lnTo>
                  <a:lnTo>
                    <a:pt x="269" y="52"/>
                  </a:lnTo>
                  <a:lnTo>
                    <a:pt x="243" y="94"/>
                  </a:lnTo>
                  <a:lnTo>
                    <a:pt x="228" y="119"/>
                  </a:lnTo>
                  <a:lnTo>
                    <a:pt x="317" y="261"/>
                  </a:lnTo>
                  <a:lnTo>
                    <a:pt x="390" y="328"/>
                  </a:lnTo>
                  <a:lnTo>
                    <a:pt x="447" y="3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9255171" y="2293279"/>
              <a:ext cx="452" cy="1117"/>
            </a:xfrm>
            <a:custGeom>
              <a:avLst/>
              <a:pathLst>
                <a:path w="452" h="1117">
                  <a:moveTo>
                    <a:pt x="288" y="1102"/>
                  </a:moveTo>
                  <a:lnTo>
                    <a:pt x="214" y="1117"/>
                  </a:lnTo>
                  <a:lnTo>
                    <a:pt x="131" y="1035"/>
                  </a:lnTo>
                  <a:lnTo>
                    <a:pt x="26" y="868"/>
                  </a:lnTo>
                  <a:lnTo>
                    <a:pt x="4" y="699"/>
                  </a:lnTo>
                  <a:lnTo>
                    <a:pt x="24" y="607"/>
                  </a:lnTo>
                  <a:lnTo>
                    <a:pt x="96" y="511"/>
                  </a:lnTo>
                  <a:lnTo>
                    <a:pt x="146" y="466"/>
                  </a:lnTo>
                  <a:lnTo>
                    <a:pt x="150" y="432"/>
                  </a:lnTo>
                  <a:lnTo>
                    <a:pt x="126" y="397"/>
                  </a:lnTo>
                  <a:lnTo>
                    <a:pt x="85" y="369"/>
                  </a:lnTo>
                  <a:lnTo>
                    <a:pt x="46" y="352"/>
                  </a:lnTo>
                  <a:lnTo>
                    <a:pt x="25" y="326"/>
                  </a:lnTo>
                  <a:lnTo>
                    <a:pt x="24" y="268"/>
                  </a:lnTo>
                  <a:lnTo>
                    <a:pt x="0" y="67"/>
                  </a:lnTo>
                  <a:lnTo>
                    <a:pt x="3" y="31"/>
                  </a:lnTo>
                  <a:lnTo>
                    <a:pt x="10" y="20"/>
                  </a:lnTo>
                  <a:lnTo>
                    <a:pt x="34" y="3"/>
                  </a:lnTo>
                  <a:lnTo>
                    <a:pt x="84" y="0"/>
                  </a:lnTo>
                  <a:lnTo>
                    <a:pt x="224" y="14"/>
                  </a:lnTo>
                  <a:lnTo>
                    <a:pt x="311" y="25"/>
                  </a:lnTo>
                  <a:lnTo>
                    <a:pt x="329" y="35"/>
                  </a:lnTo>
                  <a:lnTo>
                    <a:pt x="378" y="84"/>
                  </a:lnTo>
                  <a:lnTo>
                    <a:pt x="442" y="241"/>
                  </a:lnTo>
                  <a:lnTo>
                    <a:pt x="452" y="313"/>
                  </a:lnTo>
                  <a:lnTo>
                    <a:pt x="429" y="414"/>
                  </a:lnTo>
                  <a:lnTo>
                    <a:pt x="383" y="426"/>
                  </a:lnTo>
                  <a:lnTo>
                    <a:pt x="336" y="462"/>
                  </a:lnTo>
                  <a:lnTo>
                    <a:pt x="286" y="554"/>
                  </a:lnTo>
                  <a:lnTo>
                    <a:pt x="275" y="618"/>
                  </a:lnTo>
                  <a:lnTo>
                    <a:pt x="309" y="762"/>
                  </a:lnTo>
                  <a:lnTo>
                    <a:pt x="326" y="868"/>
                  </a:lnTo>
                  <a:lnTo>
                    <a:pt x="316" y="916"/>
                  </a:lnTo>
                  <a:lnTo>
                    <a:pt x="288" y="11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9344866" y="2306154"/>
              <a:ext cx="805" cy="543"/>
            </a:xfrm>
            <a:custGeom>
              <a:avLst/>
              <a:pathLst>
                <a:path w="805" h="543">
                  <a:moveTo>
                    <a:pt x="294" y="503"/>
                  </a:moveTo>
                  <a:lnTo>
                    <a:pt x="179" y="543"/>
                  </a:lnTo>
                  <a:lnTo>
                    <a:pt x="170" y="534"/>
                  </a:lnTo>
                  <a:lnTo>
                    <a:pt x="93" y="440"/>
                  </a:lnTo>
                  <a:lnTo>
                    <a:pt x="0" y="213"/>
                  </a:lnTo>
                  <a:lnTo>
                    <a:pt x="0" y="183"/>
                  </a:lnTo>
                  <a:lnTo>
                    <a:pt x="13" y="127"/>
                  </a:lnTo>
                  <a:lnTo>
                    <a:pt x="281" y="0"/>
                  </a:lnTo>
                  <a:lnTo>
                    <a:pt x="321" y="3"/>
                  </a:lnTo>
                  <a:lnTo>
                    <a:pt x="434" y="53"/>
                  </a:lnTo>
                  <a:lnTo>
                    <a:pt x="718" y="194"/>
                  </a:lnTo>
                  <a:lnTo>
                    <a:pt x="805" y="274"/>
                  </a:lnTo>
                  <a:lnTo>
                    <a:pt x="294" y="50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9261258" y="2292302"/>
              <a:ext cx="456" cy="562"/>
            </a:xfrm>
            <a:custGeom>
              <a:avLst/>
              <a:pathLst>
                <a:path w="456" h="562">
                  <a:moveTo>
                    <a:pt x="332" y="433"/>
                  </a:moveTo>
                  <a:lnTo>
                    <a:pt x="365" y="449"/>
                  </a:lnTo>
                  <a:lnTo>
                    <a:pt x="405" y="440"/>
                  </a:lnTo>
                  <a:lnTo>
                    <a:pt x="424" y="439"/>
                  </a:lnTo>
                  <a:lnTo>
                    <a:pt x="456" y="463"/>
                  </a:lnTo>
                  <a:lnTo>
                    <a:pt x="456" y="490"/>
                  </a:lnTo>
                  <a:lnTo>
                    <a:pt x="416" y="527"/>
                  </a:lnTo>
                  <a:lnTo>
                    <a:pt x="208" y="562"/>
                  </a:lnTo>
                  <a:lnTo>
                    <a:pt x="183" y="527"/>
                  </a:lnTo>
                  <a:lnTo>
                    <a:pt x="121" y="379"/>
                  </a:lnTo>
                  <a:lnTo>
                    <a:pt x="122" y="372"/>
                  </a:lnTo>
                  <a:lnTo>
                    <a:pt x="124" y="311"/>
                  </a:lnTo>
                  <a:lnTo>
                    <a:pt x="120" y="255"/>
                  </a:lnTo>
                  <a:lnTo>
                    <a:pt x="108" y="208"/>
                  </a:lnTo>
                  <a:lnTo>
                    <a:pt x="74" y="122"/>
                  </a:lnTo>
                  <a:lnTo>
                    <a:pt x="22" y="110"/>
                  </a:lnTo>
                  <a:lnTo>
                    <a:pt x="5" y="103"/>
                  </a:lnTo>
                  <a:lnTo>
                    <a:pt x="0" y="90"/>
                  </a:lnTo>
                  <a:lnTo>
                    <a:pt x="11" y="30"/>
                  </a:lnTo>
                  <a:lnTo>
                    <a:pt x="35" y="0"/>
                  </a:lnTo>
                  <a:lnTo>
                    <a:pt x="96" y="2"/>
                  </a:lnTo>
                  <a:lnTo>
                    <a:pt x="150" y="37"/>
                  </a:lnTo>
                  <a:lnTo>
                    <a:pt x="184" y="84"/>
                  </a:lnTo>
                  <a:lnTo>
                    <a:pt x="191" y="101"/>
                  </a:lnTo>
                  <a:lnTo>
                    <a:pt x="194" y="133"/>
                  </a:lnTo>
                  <a:lnTo>
                    <a:pt x="253" y="283"/>
                  </a:lnTo>
                  <a:lnTo>
                    <a:pt x="269" y="360"/>
                  </a:lnTo>
                  <a:lnTo>
                    <a:pt x="281" y="383"/>
                  </a:lnTo>
                  <a:lnTo>
                    <a:pt x="332" y="43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9271339" y="2299587"/>
              <a:ext cx="83885" cy="164941"/>
            </a:xfrm>
            <a:custGeom>
              <a:avLst/>
              <a:pathLst>
                <a:path w="83885" h="164941">
                  <a:moveTo>
                    <a:pt x="66243" y="302"/>
                  </a:moveTo>
                  <a:lnTo>
                    <a:pt x="66258" y="346"/>
                  </a:lnTo>
                  <a:lnTo>
                    <a:pt x="66473" y="381"/>
                  </a:lnTo>
                  <a:lnTo>
                    <a:pt x="66566" y="400"/>
                  </a:lnTo>
                  <a:lnTo>
                    <a:pt x="66581" y="404"/>
                  </a:lnTo>
                  <a:lnTo>
                    <a:pt x="66626" y="426"/>
                  </a:lnTo>
                  <a:lnTo>
                    <a:pt x="66656" y="440"/>
                  </a:lnTo>
                  <a:lnTo>
                    <a:pt x="66720" y="474"/>
                  </a:lnTo>
                  <a:lnTo>
                    <a:pt x="66756" y="496"/>
                  </a:lnTo>
                  <a:lnTo>
                    <a:pt x="66772" y="506"/>
                  </a:lnTo>
                  <a:lnTo>
                    <a:pt x="66848" y="555"/>
                  </a:lnTo>
                  <a:lnTo>
                    <a:pt x="67018" y="670"/>
                  </a:lnTo>
                  <a:lnTo>
                    <a:pt x="67523" y="1012"/>
                  </a:lnTo>
                  <a:lnTo>
                    <a:pt x="67569" y="1045"/>
                  </a:lnTo>
                  <a:lnTo>
                    <a:pt x="67587" y="1061"/>
                  </a:lnTo>
                  <a:lnTo>
                    <a:pt x="67608" y="1081"/>
                  </a:lnTo>
                  <a:lnTo>
                    <a:pt x="67764" y="1242"/>
                  </a:lnTo>
                  <a:lnTo>
                    <a:pt x="67912" y="1396"/>
                  </a:lnTo>
                  <a:lnTo>
                    <a:pt x="67942" y="1430"/>
                  </a:lnTo>
                  <a:lnTo>
                    <a:pt x="67971" y="1464"/>
                  </a:lnTo>
                  <a:lnTo>
                    <a:pt x="67980" y="1476"/>
                  </a:lnTo>
                  <a:lnTo>
                    <a:pt x="68098" y="1650"/>
                  </a:lnTo>
                  <a:lnTo>
                    <a:pt x="68134" y="1703"/>
                  </a:lnTo>
                  <a:lnTo>
                    <a:pt x="68236" y="1928"/>
                  </a:lnTo>
                  <a:lnTo>
                    <a:pt x="68246" y="1951"/>
                  </a:lnTo>
                  <a:lnTo>
                    <a:pt x="68248" y="1959"/>
                  </a:lnTo>
                  <a:lnTo>
                    <a:pt x="68309" y="2333"/>
                  </a:lnTo>
                  <a:lnTo>
                    <a:pt x="68310" y="2339"/>
                  </a:lnTo>
                  <a:lnTo>
                    <a:pt x="68311" y="2348"/>
                  </a:lnTo>
                  <a:lnTo>
                    <a:pt x="68311" y="2357"/>
                  </a:lnTo>
                  <a:lnTo>
                    <a:pt x="68312" y="2383"/>
                  </a:lnTo>
                  <a:lnTo>
                    <a:pt x="68296" y="2623"/>
                  </a:lnTo>
                  <a:lnTo>
                    <a:pt x="68294" y="2642"/>
                  </a:lnTo>
                  <a:lnTo>
                    <a:pt x="68287" y="2680"/>
                  </a:lnTo>
                  <a:lnTo>
                    <a:pt x="68283" y="2697"/>
                  </a:lnTo>
                  <a:lnTo>
                    <a:pt x="68279" y="2709"/>
                  </a:lnTo>
                  <a:lnTo>
                    <a:pt x="68274" y="2718"/>
                  </a:lnTo>
                  <a:lnTo>
                    <a:pt x="68270" y="2723"/>
                  </a:lnTo>
                  <a:lnTo>
                    <a:pt x="68267" y="2736"/>
                  </a:lnTo>
                  <a:lnTo>
                    <a:pt x="68262" y="2765"/>
                  </a:lnTo>
                  <a:lnTo>
                    <a:pt x="68258" y="2791"/>
                  </a:lnTo>
                  <a:lnTo>
                    <a:pt x="68255" y="2829"/>
                  </a:lnTo>
                  <a:lnTo>
                    <a:pt x="68259" y="2874"/>
                  </a:lnTo>
                  <a:lnTo>
                    <a:pt x="68265" y="2892"/>
                  </a:lnTo>
                  <a:lnTo>
                    <a:pt x="68287" y="2927"/>
                  </a:lnTo>
                  <a:lnTo>
                    <a:pt x="68297" y="2941"/>
                  </a:lnTo>
                  <a:lnTo>
                    <a:pt x="68344" y="3002"/>
                  </a:lnTo>
                  <a:lnTo>
                    <a:pt x="68395" y="3058"/>
                  </a:lnTo>
                  <a:lnTo>
                    <a:pt x="68519" y="3186"/>
                  </a:lnTo>
                  <a:lnTo>
                    <a:pt x="68530" y="3271"/>
                  </a:lnTo>
                  <a:lnTo>
                    <a:pt x="68511" y="3343"/>
                  </a:lnTo>
                  <a:lnTo>
                    <a:pt x="68616" y="3289"/>
                  </a:lnTo>
                  <a:lnTo>
                    <a:pt x="68629" y="3282"/>
                  </a:lnTo>
                  <a:lnTo>
                    <a:pt x="69005" y="3191"/>
                  </a:lnTo>
                  <a:lnTo>
                    <a:pt x="69011" y="3193"/>
                  </a:lnTo>
                  <a:lnTo>
                    <a:pt x="69016" y="3196"/>
                  </a:lnTo>
                  <a:lnTo>
                    <a:pt x="69017" y="3202"/>
                  </a:lnTo>
                  <a:lnTo>
                    <a:pt x="69048" y="3383"/>
                  </a:lnTo>
                  <a:lnTo>
                    <a:pt x="68950" y="3593"/>
                  </a:lnTo>
                  <a:lnTo>
                    <a:pt x="68938" y="3625"/>
                  </a:lnTo>
                  <a:lnTo>
                    <a:pt x="68931" y="3657"/>
                  </a:lnTo>
                  <a:lnTo>
                    <a:pt x="68935" y="3686"/>
                  </a:lnTo>
                  <a:lnTo>
                    <a:pt x="68946" y="3718"/>
                  </a:lnTo>
                  <a:lnTo>
                    <a:pt x="68977" y="3803"/>
                  </a:lnTo>
                  <a:lnTo>
                    <a:pt x="68994" y="3839"/>
                  </a:lnTo>
                  <a:lnTo>
                    <a:pt x="69001" y="3853"/>
                  </a:lnTo>
                  <a:lnTo>
                    <a:pt x="69015" y="3881"/>
                  </a:lnTo>
                  <a:lnTo>
                    <a:pt x="69044" y="3933"/>
                  </a:lnTo>
                  <a:lnTo>
                    <a:pt x="69080" y="3991"/>
                  </a:lnTo>
                  <a:lnTo>
                    <a:pt x="69097" y="4020"/>
                  </a:lnTo>
                  <a:lnTo>
                    <a:pt x="69168" y="4122"/>
                  </a:lnTo>
                  <a:lnTo>
                    <a:pt x="69224" y="4189"/>
                  </a:lnTo>
                  <a:lnTo>
                    <a:pt x="69243" y="4211"/>
                  </a:lnTo>
                  <a:lnTo>
                    <a:pt x="69365" y="4332"/>
                  </a:lnTo>
                  <a:lnTo>
                    <a:pt x="69460" y="4418"/>
                  </a:lnTo>
                  <a:lnTo>
                    <a:pt x="69542" y="4484"/>
                  </a:lnTo>
                  <a:lnTo>
                    <a:pt x="69782" y="4654"/>
                  </a:lnTo>
                  <a:lnTo>
                    <a:pt x="69847" y="4693"/>
                  </a:lnTo>
                  <a:lnTo>
                    <a:pt x="69882" y="4701"/>
                  </a:lnTo>
                  <a:lnTo>
                    <a:pt x="69901" y="4706"/>
                  </a:lnTo>
                  <a:lnTo>
                    <a:pt x="69934" y="4708"/>
                  </a:lnTo>
                  <a:lnTo>
                    <a:pt x="70054" y="4716"/>
                  </a:lnTo>
                  <a:lnTo>
                    <a:pt x="70156" y="4722"/>
                  </a:lnTo>
                  <a:lnTo>
                    <a:pt x="70598" y="4490"/>
                  </a:lnTo>
                  <a:lnTo>
                    <a:pt x="70751" y="4400"/>
                  </a:lnTo>
                  <a:lnTo>
                    <a:pt x="70935" y="4154"/>
                  </a:lnTo>
                  <a:lnTo>
                    <a:pt x="70938" y="4142"/>
                  </a:lnTo>
                  <a:lnTo>
                    <a:pt x="70945" y="4131"/>
                  </a:lnTo>
                  <a:lnTo>
                    <a:pt x="70958" y="4117"/>
                  </a:lnTo>
                  <a:lnTo>
                    <a:pt x="70969" y="4106"/>
                  </a:lnTo>
                  <a:lnTo>
                    <a:pt x="71030" y="4052"/>
                  </a:lnTo>
                  <a:lnTo>
                    <a:pt x="71080" y="4010"/>
                  </a:lnTo>
                  <a:lnTo>
                    <a:pt x="71093" y="4001"/>
                  </a:lnTo>
                  <a:lnTo>
                    <a:pt x="71141" y="3997"/>
                  </a:lnTo>
                  <a:lnTo>
                    <a:pt x="71142" y="4006"/>
                  </a:lnTo>
                  <a:lnTo>
                    <a:pt x="71142" y="4036"/>
                  </a:lnTo>
                  <a:lnTo>
                    <a:pt x="71143" y="4082"/>
                  </a:lnTo>
                  <a:lnTo>
                    <a:pt x="71111" y="4133"/>
                  </a:lnTo>
                  <a:lnTo>
                    <a:pt x="71086" y="4175"/>
                  </a:lnTo>
                  <a:lnTo>
                    <a:pt x="70948" y="4393"/>
                  </a:lnTo>
                  <a:lnTo>
                    <a:pt x="70844" y="4646"/>
                  </a:lnTo>
                  <a:lnTo>
                    <a:pt x="70829" y="4682"/>
                  </a:lnTo>
                  <a:lnTo>
                    <a:pt x="70545" y="5031"/>
                  </a:lnTo>
                  <a:lnTo>
                    <a:pt x="70516" y="5095"/>
                  </a:lnTo>
                  <a:lnTo>
                    <a:pt x="70507" y="5115"/>
                  </a:lnTo>
                  <a:lnTo>
                    <a:pt x="70500" y="5142"/>
                  </a:lnTo>
                  <a:lnTo>
                    <a:pt x="70495" y="5160"/>
                  </a:lnTo>
                  <a:lnTo>
                    <a:pt x="70492" y="5180"/>
                  </a:lnTo>
                  <a:lnTo>
                    <a:pt x="70490" y="5194"/>
                  </a:lnTo>
                  <a:lnTo>
                    <a:pt x="70481" y="5273"/>
                  </a:lnTo>
                  <a:lnTo>
                    <a:pt x="70483" y="5295"/>
                  </a:lnTo>
                  <a:lnTo>
                    <a:pt x="70493" y="5331"/>
                  </a:lnTo>
                  <a:lnTo>
                    <a:pt x="70536" y="5436"/>
                  </a:lnTo>
                  <a:lnTo>
                    <a:pt x="70559" y="5489"/>
                  </a:lnTo>
                  <a:lnTo>
                    <a:pt x="70566" y="5505"/>
                  </a:lnTo>
                  <a:lnTo>
                    <a:pt x="70576" y="5522"/>
                  </a:lnTo>
                  <a:lnTo>
                    <a:pt x="70593" y="5554"/>
                  </a:lnTo>
                  <a:lnTo>
                    <a:pt x="70622" y="5599"/>
                  </a:lnTo>
                  <a:lnTo>
                    <a:pt x="70637" y="5622"/>
                  </a:lnTo>
                  <a:lnTo>
                    <a:pt x="70653" y="5646"/>
                  </a:lnTo>
                  <a:lnTo>
                    <a:pt x="70665" y="5662"/>
                  </a:lnTo>
                  <a:lnTo>
                    <a:pt x="70678" y="5677"/>
                  </a:lnTo>
                  <a:lnTo>
                    <a:pt x="70709" y="5708"/>
                  </a:lnTo>
                  <a:lnTo>
                    <a:pt x="70753" y="5745"/>
                  </a:lnTo>
                  <a:lnTo>
                    <a:pt x="70764" y="5752"/>
                  </a:lnTo>
                  <a:lnTo>
                    <a:pt x="70775" y="5754"/>
                  </a:lnTo>
                  <a:lnTo>
                    <a:pt x="70854" y="5729"/>
                  </a:lnTo>
                  <a:lnTo>
                    <a:pt x="70983" y="5709"/>
                  </a:lnTo>
                  <a:lnTo>
                    <a:pt x="71000" y="5718"/>
                  </a:lnTo>
                  <a:lnTo>
                    <a:pt x="71140" y="5807"/>
                  </a:lnTo>
                  <a:lnTo>
                    <a:pt x="71169" y="5826"/>
                  </a:lnTo>
                  <a:lnTo>
                    <a:pt x="71274" y="5893"/>
                  </a:lnTo>
                  <a:lnTo>
                    <a:pt x="71307" y="5914"/>
                  </a:lnTo>
                  <a:lnTo>
                    <a:pt x="71311" y="5917"/>
                  </a:lnTo>
                  <a:lnTo>
                    <a:pt x="71438" y="5998"/>
                  </a:lnTo>
                  <a:lnTo>
                    <a:pt x="71448" y="6005"/>
                  </a:lnTo>
                  <a:lnTo>
                    <a:pt x="71452" y="6015"/>
                  </a:lnTo>
                  <a:lnTo>
                    <a:pt x="71454" y="6042"/>
                  </a:lnTo>
                  <a:lnTo>
                    <a:pt x="71455" y="6064"/>
                  </a:lnTo>
                  <a:lnTo>
                    <a:pt x="71455" y="6071"/>
                  </a:lnTo>
                  <a:lnTo>
                    <a:pt x="71455" y="6095"/>
                  </a:lnTo>
                  <a:lnTo>
                    <a:pt x="71455" y="6102"/>
                  </a:lnTo>
                  <a:lnTo>
                    <a:pt x="71454" y="6190"/>
                  </a:lnTo>
                  <a:lnTo>
                    <a:pt x="71424" y="6303"/>
                  </a:lnTo>
                  <a:lnTo>
                    <a:pt x="71413" y="6315"/>
                  </a:lnTo>
                  <a:lnTo>
                    <a:pt x="71411" y="6320"/>
                  </a:lnTo>
                  <a:lnTo>
                    <a:pt x="71373" y="6448"/>
                  </a:lnTo>
                  <a:lnTo>
                    <a:pt x="71373" y="6456"/>
                  </a:lnTo>
                  <a:lnTo>
                    <a:pt x="71376" y="6474"/>
                  </a:lnTo>
                  <a:lnTo>
                    <a:pt x="71384" y="6491"/>
                  </a:lnTo>
                  <a:lnTo>
                    <a:pt x="71395" y="6504"/>
                  </a:lnTo>
                  <a:lnTo>
                    <a:pt x="71408" y="6512"/>
                  </a:lnTo>
                  <a:lnTo>
                    <a:pt x="71475" y="6531"/>
                  </a:lnTo>
                  <a:lnTo>
                    <a:pt x="71555" y="6540"/>
                  </a:lnTo>
                  <a:lnTo>
                    <a:pt x="71908" y="6518"/>
                  </a:lnTo>
                  <a:lnTo>
                    <a:pt x="72145" y="6504"/>
                  </a:lnTo>
                  <a:lnTo>
                    <a:pt x="72155" y="6507"/>
                  </a:lnTo>
                  <a:lnTo>
                    <a:pt x="72209" y="6526"/>
                  </a:lnTo>
                  <a:lnTo>
                    <a:pt x="72320" y="6564"/>
                  </a:lnTo>
                  <a:lnTo>
                    <a:pt x="72368" y="6581"/>
                  </a:lnTo>
                  <a:lnTo>
                    <a:pt x="72387" y="6602"/>
                  </a:lnTo>
                  <a:lnTo>
                    <a:pt x="72469" y="6694"/>
                  </a:lnTo>
                  <a:lnTo>
                    <a:pt x="72491" y="6752"/>
                  </a:lnTo>
                  <a:lnTo>
                    <a:pt x="72497" y="6801"/>
                  </a:lnTo>
                  <a:lnTo>
                    <a:pt x="72509" y="6812"/>
                  </a:lnTo>
                  <a:lnTo>
                    <a:pt x="72531" y="6829"/>
                  </a:lnTo>
                  <a:lnTo>
                    <a:pt x="72880" y="6887"/>
                  </a:lnTo>
                  <a:lnTo>
                    <a:pt x="72923" y="6894"/>
                  </a:lnTo>
                  <a:lnTo>
                    <a:pt x="73195" y="6992"/>
                  </a:lnTo>
                  <a:lnTo>
                    <a:pt x="73206" y="7008"/>
                  </a:lnTo>
                  <a:lnTo>
                    <a:pt x="73281" y="7112"/>
                  </a:lnTo>
                  <a:lnTo>
                    <a:pt x="73311" y="7155"/>
                  </a:lnTo>
                  <a:lnTo>
                    <a:pt x="73333" y="7198"/>
                  </a:lnTo>
                  <a:lnTo>
                    <a:pt x="73354" y="7300"/>
                  </a:lnTo>
                  <a:lnTo>
                    <a:pt x="73356" y="7313"/>
                  </a:lnTo>
                  <a:lnTo>
                    <a:pt x="73364" y="7369"/>
                  </a:lnTo>
                  <a:lnTo>
                    <a:pt x="73374" y="7444"/>
                  </a:lnTo>
                  <a:lnTo>
                    <a:pt x="73326" y="7500"/>
                  </a:lnTo>
                  <a:lnTo>
                    <a:pt x="73223" y="7581"/>
                  </a:lnTo>
                  <a:lnTo>
                    <a:pt x="73117" y="7664"/>
                  </a:lnTo>
                  <a:lnTo>
                    <a:pt x="72993" y="7726"/>
                  </a:lnTo>
                  <a:lnTo>
                    <a:pt x="72902" y="7669"/>
                  </a:lnTo>
                  <a:lnTo>
                    <a:pt x="72832" y="8001"/>
                  </a:lnTo>
                  <a:lnTo>
                    <a:pt x="72807" y="8121"/>
                  </a:lnTo>
                  <a:lnTo>
                    <a:pt x="72813" y="8125"/>
                  </a:lnTo>
                  <a:lnTo>
                    <a:pt x="72824" y="8132"/>
                  </a:lnTo>
                  <a:lnTo>
                    <a:pt x="72888" y="8170"/>
                  </a:lnTo>
                  <a:lnTo>
                    <a:pt x="72917" y="8121"/>
                  </a:lnTo>
                  <a:lnTo>
                    <a:pt x="73004" y="7972"/>
                  </a:lnTo>
                  <a:lnTo>
                    <a:pt x="73066" y="7867"/>
                  </a:lnTo>
                  <a:lnTo>
                    <a:pt x="73223" y="7758"/>
                  </a:lnTo>
                  <a:lnTo>
                    <a:pt x="73562" y="7541"/>
                  </a:lnTo>
                  <a:lnTo>
                    <a:pt x="73646" y="7395"/>
                  </a:lnTo>
                  <a:lnTo>
                    <a:pt x="73724" y="7284"/>
                  </a:lnTo>
                  <a:lnTo>
                    <a:pt x="73756" y="7246"/>
                  </a:lnTo>
                  <a:lnTo>
                    <a:pt x="73794" y="7212"/>
                  </a:lnTo>
                  <a:lnTo>
                    <a:pt x="73841" y="7170"/>
                  </a:lnTo>
                  <a:lnTo>
                    <a:pt x="74106" y="6984"/>
                  </a:lnTo>
                  <a:lnTo>
                    <a:pt x="74191" y="6963"/>
                  </a:lnTo>
                  <a:lnTo>
                    <a:pt x="74196" y="6965"/>
                  </a:lnTo>
                  <a:lnTo>
                    <a:pt x="74227" y="6982"/>
                  </a:lnTo>
                  <a:lnTo>
                    <a:pt x="74446" y="7174"/>
                  </a:lnTo>
                  <a:lnTo>
                    <a:pt x="74585" y="7283"/>
                  </a:lnTo>
                  <a:lnTo>
                    <a:pt x="74805" y="7456"/>
                  </a:lnTo>
                  <a:lnTo>
                    <a:pt x="74866" y="7488"/>
                  </a:lnTo>
                  <a:lnTo>
                    <a:pt x="74964" y="7541"/>
                  </a:lnTo>
                  <a:lnTo>
                    <a:pt x="74993" y="7556"/>
                  </a:lnTo>
                  <a:lnTo>
                    <a:pt x="75133" y="7494"/>
                  </a:lnTo>
                  <a:lnTo>
                    <a:pt x="75079" y="7420"/>
                  </a:lnTo>
                  <a:lnTo>
                    <a:pt x="75074" y="7381"/>
                  </a:lnTo>
                  <a:lnTo>
                    <a:pt x="75172" y="7341"/>
                  </a:lnTo>
                  <a:lnTo>
                    <a:pt x="75185" y="7340"/>
                  </a:lnTo>
                  <a:lnTo>
                    <a:pt x="75233" y="7337"/>
                  </a:lnTo>
                  <a:lnTo>
                    <a:pt x="75241" y="7336"/>
                  </a:lnTo>
                  <a:lnTo>
                    <a:pt x="75631" y="7310"/>
                  </a:lnTo>
                  <a:lnTo>
                    <a:pt x="75666" y="7359"/>
                  </a:lnTo>
                  <a:lnTo>
                    <a:pt x="75670" y="7378"/>
                  </a:lnTo>
                  <a:lnTo>
                    <a:pt x="75502" y="7581"/>
                  </a:lnTo>
                  <a:lnTo>
                    <a:pt x="75425" y="7667"/>
                  </a:lnTo>
                  <a:lnTo>
                    <a:pt x="75425" y="7698"/>
                  </a:lnTo>
                  <a:lnTo>
                    <a:pt x="75442" y="7807"/>
                  </a:lnTo>
                  <a:lnTo>
                    <a:pt x="75445" y="7828"/>
                  </a:lnTo>
                  <a:lnTo>
                    <a:pt x="75448" y="7847"/>
                  </a:lnTo>
                  <a:lnTo>
                    <a:pt x="75450" y="7852"/>
                  </a:lnTo>
                  <a:lnTo>
                    <a:pt x="75461" y="7876"/>
                  </a:lnTo>
                  <a:lnTo>
                    <a:pt x="75475" y="7904"/>
                  </a:lnTo>
                  <a:lnTo>
                    <a:pt x="75482" y="7913"/>
                  </a:lnTo>
                  <a:lnTo>
                    <a:pt x="75485" y="7917"/>
                  </a:lnTo>
                  <a:lnTo>
                    <a:pt x="75503" y="7929"/>
                  </a:lnTo>
                  <a:lnTo>
                    <a:pt x="75532" y="7947"/>
                  </a:lnTo>
                  <a:lnTo>
                    <a:pt x="75668" y="8034"/>
                  </a:lnTo>
                  <a:lnTo>
                    <a:pt x="75683" y="8043"/>
                  </a:lnTo>
                  <a:lnTo>
                    <a:pt x="75689" y="8046"/>
                  </a:lnTo>
                  <a:lnTo>
                    <a:pt x="75695" y="8050"/>
                  </a:lnTo>
                  <a:lnTo>
                    <a:pt x="75724" y="8055"/>
                  </a:lnTo>
                  <a:lnTo>
                    <a:pt x="75802" y="8062"/>
                  </a:lnTo>
                  <a:lnTo>
                    <a:pt x="75821" y="8060"/>
                  </a:lnTo>
                  <a:lnTo>
                    <a:pt x="75859" y="8052"/>
                  </a:lnTo>
                  <a:lnTo>
                    <a:pt x="76071" y="8009"/>
                  </a:lnTo>
                  <a:lnTo>
                    <a:pt x="76192" y="7985"/>
                  </a:lnTo>
                  <a:lnTo>
                    <a:pt x="76249" y="8007"/>
                  </a:lnTo>
                  <a:lnTo>
                    <a:pt x="76304" y="8029"/>
                  </a:lnTo>
                  <a:lnTo>
                    <a:pt x="76226" y="8084"/>
                  </a:lnTo>
                  <a:lnTo>
                    <a:pt x="76178" y="8169"/>
                  </a:lnTo>
                  <a:lnTo>
                    <a:pt x="76161" y="8200"/>
                  </a:lnTo>
                  <a:lnTo>
                    <a:pt x="76142" y="8263"/>
                  </a:lnTo>
                  <a:lnTo>
                    <a:pt x="76142" y="8274"/>
                  </a:lnTo>
                  <a:lnTo>
                    <a:pt x="76143" y="8286"/>
                  </a:lnTo>
                  <a:lnTo>
                    <a:pt x="76156" y="8356"/>
                  </a:lnTo>
                  <a:lnTo>
                    <a:pt x="76166" y="8407"/>
                  </a:lnTo>
                  <a:lnTo>
                    <a:pt x="76171" y="8430"/>
                  </a:lnTo>
                  <a:lnTo>
                    <a:pt x="76193" y="8524"/>
                  </a:lnTo>
                  <a:lnTo>
                    <a:pt x="76196" y="8532"/>
                  </a:lnTo>
                  <a:lnTo>
                    <a:pt x="76199" y="8539"/>
                  </a:lnTo>
                  <a:lnTo>
                    <a:pt x="76204" y="8548"/>
                  </a:lnTo>
                  <a:lnTo>
                    <a:pt x="76255" y="8600"/>
                  </a:lnTo>
                  <a:lnTo>
                    <a:pt x="76269" y="8609"/>
                  </a:lnTo>
                  <a:lnTo>
                    <a:pt x="76276" y="8612"/>
                  </a:lnTo>
                  <a:lnTo>
                    <a:pt x="76294" y="8615"/>
                  </a:lnTo>
                  <a:lnTo>
                    <a:pt x="76398" y="8628"/>
                  </a:lnTo>
                  <a:lnTo>
                    <a:pt x="76406" y="8629"/>
                  </a:lnTo>
                  <a:lnTo>
                    <a:pt x="76428" y="8629"/>
                  </a:lnTo>
                  <a:lnTo>
                    <a:pt x="76437" y="8629"/>
                  </a:lnTo>
                  <a:lnTo>
                    <a:pt x="76445" y="8627"/>
                  </a:lnTo>
                  <a:lnTo>
                    <a:pt x="76452" y="8624"/>
                  </a:lnTo>
                  <a:lnTo>
                    <a:pt x="76456" y="8621"/>
                  </a:lnTo>
                  <a:lnTo>
                    <a:pt x="76566" y="8535"/>
                  </a:lnTo>
                  <a:lnTo>
                    <a:pt x="76612" y="8472"/>
                  </a:lnTo>
                  <a:lnTo>
                    <a:pt x="76612" y="8461"/>
                  </a:lnTo>
                  <a:lnTo>
                    <a:pt x="76666" y="8381"/>
                  </a:lnTo>
                  <a:lnTo>
                    <a:pt x="76826" y="8318"/>
                  </a:lnTo>
                  <a:lnTo>
                    <a:pt x="76830" y="8316"/>
                  </a:lnTo>
                  <a:lnTo>
                    <a:pt x="76899" y="8293"/>
                  </a:lnTo>
                  <a:lnTo>
                    <a:pt x="76982" y="8299"/>
                  </a:lnTo>
                  <a:lnTo>
                    <a:pt x="77375" y="8326"/>
                  </a:lnTo>
                  <a:lnTo>
                    <a:pt x="77388" y="8326"/>
                  </a:lnTo>
                  <a:lnTo>
                    <a:pt x="77406" y="8328"/>
                  </a:lnTo>
                  <a:lnTo>
                    <a:pt x="77442" y="8335"/>
                  </a:lnTo>
                  <a:lnTo>
                    <a:pt x="77537" y="8364"/>
                  </a:lnTo>
                  <a:lnTo>
                    <a:pt x="78063" y="8535"/>
                  </a:lnTo>
                  <a:lnTo>
                    <a:pt x="78083" y="8545"/>
                  </a:lnTo>
                  <a:lnTo>
                    <a:pt x="78095" y="8552"/>
                  </a:lnTo>
                  <a:lnTo>
                    <a:pt x="78104" y="8556"/>
                  </a:lnTo>
                  <a:lnTo>
                    <a:pt x="78108" y="8558"/>
                  </a:lnTo>
                  <a:lnTo>
                    <a:pt x="78113" y="8560"/>
                  </a:lnTo>
                  <a:lnTo>
                    <a:pt x="78118" y="8561"/>
                  </a:lnTo>
                  <a:lnTo>
                    <a:pt x="78159" y="8572"/>
                  </a:lnTo>
                  <a:lnTo>
                    <a:pt x="78166" y="8573"/>
                  </a:lnTo>
                  <a:lnTo>
                    <a:pt x="78174" y="8574"/>
                  </a:lnTo>
                  <a:lnTo>
                    <a:pt x="78198" y="8572"/>
                  </a:lnTo>
                  <a:lnTo>
                    <a:pt x="78624" y="8522"/>
                  </a:lnTo>
                  <a:lnTo>
                    <a:pt x="78994" y="8520"/>
                  </a:lnTo>
                  <a:lnTo>
                    <a:pt x="79122" y="8592"/>
                  </a:lnTo>
                  <a:lnTo>
                    <a:pt x="79191" y="8630"/>
                  </a:lnTo>
                  <a:lnTo>
                    <a:pt x="79295" y="8678"/>
                  </a:lnTo>
                  <a:lnTo>
                    <a:pt x="79537" y="8701"/>
                  </a:lnTo>
                  <a:lnTo>
                    <a:pt x="79552" y="8701"/>
                  </a:lnTo>
                  <a:lnTo>
                    <a:pt x="79561" y="8700"/>
                  </a:lnTo>
                  <a:lnTo>
                    <a:pt x="79571" y="8699"/>
                  </a:lnTo>
                  <a:lnTo>
                    <a:pt x="79590" y="8697"/>
                  </a:lnTo>
                  <a:lnTo>
                    <a:pt x="79872" y="8619"/>
                  </a:lnTo>
                  <a:lnTo>
                    <a:pt x="79948" y="8598"/>
                  </a:lnTo>
                  <a:lnTo>
                    <a:pt x="79962" y="8594"/>
                  </a:lnTo>
                  <a:lnTo>
                    <a:pt x="80047" y="8563"/>
                  </a:lnTo>
                  <a:lnTo>
                    <a:pt x="80255" y="8465"/>
                  </a:lnTo>
                  <a:lnTo>
                    <a:pt x="80284" y="8423"/>
                  </a:lnTo>
                  <a:lnTo>
                    <a:pt x="80298" y="8383"/>
                  </a:lnTo>
                  <a:lnTo>
                    <a:pt x="80308" y="8363"/>
                  </a:lnTo>
                  <a:lnTo>
                    <a:pt x="80333" y="8348"/>
                  </a:lnTo>
                  <a:lnTo>
                    <a:pt x="80360" y="8333"/>
                  </a:lnTo>
                  <a:lnTo>
                    <a:pt x="80554" y="8259"/>
                  </a:lnTo>
                  <a:lnTo>
                    <a:pt x="80621" y="8234"/>
                  </a:lnTo>
                  <a:lnTo>
                    <a:pt x="80642" y="8226"/>
                  </a:lnTo>
                  <a:lnTo>
                    <a:pt x="80656" y="8225"/>
                  </a:lnTo>
                  <a:lnTo>
                    <a:pt x="80665" y="8230"/>
                  </a:lnTo>
                  <a:lnTo>
                    <a:pt x="80670" y="8235"/>
                  </a:lnTo>
                  <a:lnTo>
                    <a:pt x="80685" y="8257"/>
                  </a:lnTo>
                  <a:lnTo>
                    <a:pt x="80687" y="8261"/>
                  </a:lnTo>
                  <a:lnTo>
                    <a:pt x="80692" y="8273"/>
                  </a:lnTo>
                  <a:lnTo>
                    <a:pt x="80618" y="8486"/>
                  </a:lnTo>
                  <a:lnTo>
                    <a:pt x="80614" y="8496"/>
                  </a:lnTo>
                  <a:lnTo>
                    <a:pt x="80602" y="8515"/>
                  </a:lnTo>
                  <a:lnTo>
                    <a:pt x="80479" y="8677"/>
                  </a:lnTo>
                  <a:lnTo>
                    <a:pt x="80544" y="8988"/>
                  </a:lnTo>
                  <a:lnTo>
                    <a:pt x="80556" y="8993"/>
                  </a:lnTo>
                  <a:lnTo>
                    <a:pt x="80565" y="8999"/>
                  </a:lnTo>
                  <a:lnTo>
                    <a:pt x="80605" y="9112"/>
                  </a:lnTo>
                  <a:lnTo>
                    <a:pt x="80609" y="9126"/>
                  </a:lnTo>
                  <a:lnTo>
                    <a:pt x="80611" y="9145"/>
                  </a:lnTo>
                  <a:lnTo>
                    <a:pt x="80621" y="9395"/>
                  </a:lnTo>
                  <a:lnTo>
                    <a:pt x="80622" y="9426"/>
                  </a:lnTo>
                  <a:lnTo>
                    <a:pt x="80587" y="9460"/>
                  </a:lnTo>
                  <a:lnTo>
                    <a:pt x="80562" y="9449"/>
                  </a:lnTo>
                  <a:lnTo>
                    <a:pt x="80548" y="9449"/>
                  </a:lnTo>
                  <a:lnTo>
                    <a:pt x="80527" y="9454"/>
                  </a:lnTo>
                  <a:lnTo>
                    <a:pt x="80501" y="9466"/>
                  </a:lnTo>
                  <a:lnTo>
                    <a:pt x="80482" y="9478"/>
                  </a:lnTo>
                  <a:lnTo>
                    <a:pt x="80466" y="9491"/>
                  </a:lnTo>
                  <a:lnTo>
                    <a:pt x="80433" y="9555"/>
                  </a:lnTo>
                  <a:lnTo>
                    <a:pt x="80425" y="9571"/>
                  </a:lnTo>
                  <a:lnTo>
                    <a:pt x="80399" y="9630"/>
                  </a:lnTo>
                  <a:lnTo>
                    <a:pt x="80385" y="9667"/>
                  </a:lnTo>
                  <a:lnTo>
                    <a:pt x="80378" y="9688"/>
                  </a:lnTo>
                  <a:lnTo>
                    <a:pt x="80330" y="9832"/>
                  </a:lnTo>
                  <a:lnTo>
                    <a:pt x="80212" y="10191"/>
                  </a:lnTo>
                  <a:lnTo>
                    <a:pt x="80196" y="10350"/>
                  </a:lnTo>
                  <a:lnTo>
                    <a:pt x="80196" y="10365"/>
                  </a:lnTo>
                  <a:lnTo>
                    <a:pt x="80198" y="10379"/>
                  </a:lnTo>
                  <a:lnTo>
                    <a:pt x="80273" y="10756"/>
                  </a:lnTo>
                  <a:lnTo>
                    <a:pt x="80346" y="10854"/>
                  </a:lnTo>
                  <a:lnTo>
                    <a:pt x="80354" y="10858"/>
                  </a:lnTo>
                  <a:lnTo>
                    <a:pt x="80559" y="10965"/>
                  </a:lnTo>
                  <a:lnTo>
                    <a:pt x="80659" y="11061"/>
                  </a:lnTo>
                  <a:lnTo>
                    <a:pt x="80943" y="11395"/>
                  </a:lnTo>
                  <a:lnTo>
                    <a:pt x="80948" y="11401"/>
                  </a:lnTo>
                  <a:lnTo>
                    <a:pt x="80969" y="11430"/>
                  </a:lnTo>
                  <a:lnTo>
                    <a:pt x="80978" y="11449"/>
                  </a:lnTo>
                  <a:lnTo>
                    <a:pt x="80982" y="11464"/>
                  </a:lnTo>
                  <a:lnTo>
                    <a:pt x="80980" y="11495"/>
                  </a:lnTo>
                  <a:lnTo>
                    <a:pt x="80975" y="11520"/>
                  </a:lnTo>
                  <a:lnTo>
                    <a:pt x="80917" y="11832"/>
                  </a:lnTo>
                  <a:lnTo>
                    <a:pt x="80826" y="12082"/>
                  </a:lnTo>
                  <a:lnTo>
                    <a:pt x="80821" y="12093"/>
                  </a:lnTo>
                  <a:lnTo>
                    <a:pt x="80823" y="12269"/>
                  </a:lnTo>
                  <a:lnTo>
                    <a:pt x="80824" y="12332"/>
                  </a:lnTo>
                  <a:lnTo>
                    <a:pt x="80825" y="12366"/>
                  </a:lnTo>
                  <a:lnTo>
                    <a:pt x="80825" y="12406"/>
                  </a:lnTo>
                  <a:lnTo>
                    <a:pt x="80826" y="12461"/>
                  </a:lnTo>
                  <a:lnTo>
                    <a:pt x="80829" y="12507"/>
                  </a:lnTo>
                  <a:lnTo>
                    <a:pt x="80832" y="12521"/>
                  </a:lnTo>
                  <a:lnTo>
                    <a:pt x="80872" y="12607"/>
                  </a:lnTo>
                  <a:lnTo>
                    <a:pt x="80953" y="12779"/>
                  </a:lnTo>
                  <a:lnTo>
                    <a:pt x="81010" y="12886"/>
                  </a:lnTo>
                  <a:lnTo>
                    <a:pt x="81029" y="12915"/>
                  </a:lnTo>
                  <a:lnTo>
                    <a:pt x="81089" y="12998"/>
                  </a:lnTo>
                  <a:lnTo>
                    <a:pt x="81112" y="13027"/>
                  </a:lnTo>
                  <a:lnTo>
                    <a:pt x="81160" y="13085"/>
                  </a:lnTo>
                  <a:lnTo>
                    <a:pt x="81227" y="13158"/>
                  </a:lnTo>
                  <a:lnTo>
                    <a:pt x="81238" y="13215"/>
                  </a:lnTo>
                  <a:lnTo>
                    <a:pt x="81144" y="13394"/>
                  </a:lnTo>
                  <a:lnTo>
                    <a:pt x="81202" y="13425"/>
                  </a:lnTo>
                  <a:lnTo>
                    <a:pt x="81555" y="13555"/>
                  </a:lnTo>
                  <a:lnTo>
                    <a:pt x="81579" y="13559"/>
                  </a:lnTo>
                  <a:lnTo>
                    <a:pt x="81593" y="13561"/>
                  </a:lnTo>
                  <a:lnTo>
                    <a:pt x="81630" y="13558"/>
                  </a:lnTo>
                  <a:lnTo>
                    <a:pt x="81765" y="13549"/>
                  </a:lnTo>
                  <a:lnTo>
                    <a:pt x="82204" y="13453"/>
                  </a:lnTo>
                  <a:lnTo>
                    <a:pt x="82461" y="13379"/>
                  </a:lnTo>
                  <a:lnTo>
                    <a:pt x="82545" y="13338"/>
                  </a:lnTo>
                  <a:lnTo>
                    <a:pt x="82678" y="13275"/>
                  </a:lnTo>
                  <a:lnTo>
                    <a:pt x="82724" y="13270"/>
                  </a:lnTo>
                  <a:lnTo>
                    <a:pt x="82890" y="13266"/>
                  </a:lnTo>
                  <a:lnTo>
                    <a:pt x="83446" y="13486"/>
                  </a:lnTo>
                  <a:lnTo>
                    <a:pt x="83451" y="13491"/>
                  </a:lnTo>
                  <a:lnTo>
                    <a:pt x="83453" y="13498"/>
                  </a:lnTo>
                  <a:lnTo>
                    <a:pt x="83453" y="13509"/>
                  </a:lnTo>
                  <a:lnTo>
                    <a:pt x="83445" y="13554"/>
                  </a:lnTo>
                  <a:lnTo>
                    <a:pt x="83432" y="13637"/>
                  </a:lnTo>
                  <a:lnTo>
                    <a:pt x="83432" y="13645"/>
                  </a:lnTo>
                  <a:lnTo>
                    <a:pt x="83441" y="13802"/>
                  </a:lnTo>
                  <a:lnTo>
                    <a:pt x="83443" y="13833"/>
                  </a:lnTo>
                  <a:lnTo>
                    <a:pt x="83460" y="13885"/>
                  </a:lnTo>
                  <a:lnTo>
                    <a:pt x="83463" y="13889"/>
                  </a:lnTo>
                  <a:lnTo>
                    <a:pt x="83475" y="13900"/>
                  </a:lnTo>
                  <a:lnTo>
                    <a:pt x="83481" y="13904"/>
                  </a:lnTo>
                  <a:lnTo>
                    <a:pt x="83493" y="13908"/>
                  </a:lnTo>
                  <a:lnTo>
                    <a:pt x="83501" y="13910"/>
                  </a:lnTo>
                  <a:lnTo>
                    <a:pt x="83507" y="13911"/>
                  </a:lnTo>
                  <a:lnTo>
                    <a:pt x="83520" y="13909"/>
                  </a:lnTo>
                  <a:lnTo>
                    <a:pt x="83537" y="13898"/>
                  </a:lnTo>
                  <a:lnTo>
                    <a:pt x="83552" y="13883"/>
                  </a:lnTo>
                  <a:lnTo>
                    <a:pt x="83636" y="13792"/>
                  </a:lnTo>
                  <a:lnTo>
                    <a:pt x="83655" y="13768"/>
                  </a:lnTo>
                  <a:lnTo>
                    <a:pt x="83678" y="13738"/>
                  </a:lnTo>
                  <a:lnTo>
                    <a:pt x="83741" y="13688"/>
                  </a:lnTo>
                  <a:lnTo>
                    <a:pt x="83782" y="13691"/>
                  </a:lnTo>
                  <a:lnTo>
                    <a:pt x="83836" y="13711"/>
                  </a:lnTo>
                  <a:lnTo>
                    <a:pt x="83870" y="13801"/>
                  </a:lnTo>
                  <a:lnTo>
                    <a:pt x="83885" y="14072"/>
                  </a:lnTo>
                  <a:lnTo>
                    <a:pt x="83873" y="14220"/>
                  </a:lnTo>
                  <a:lnTo>
                    <a:pt x="83815" y="14328"/>
                  </a:lnTo>
                  <a:lnTo>
                    <a:pt x="83797" y="14342"/>
                  </a:lnTo>
                  <a:lnTo>
                    <a:pt x="83727" y="14390"/>
                  </a:lnTo>
                  <a:lnTo>
                    <a:pt x="83716" y="14394"/>
                  </a:lnTo>
                  <a:lnTo>
                    <a:pt x="83695" y="14406"/>
                  </a:lnTo>
                  <a:lnTo>
                    <a:pt x="83461" y="14567"/>
                  </a:lnTo>
                  <a:lnTo>
                    <a:pt x="83404" y="14605"/>
                  </a:lnTo>
                  <a:lnTo>
                    <a:pt x="83309" y="14671"/>
                  </a:lnTo>
                  <a:lnTo>
                    <a:pt x="82919" y="14889"/>
                  </a:lnTo>
                  <a:lnTo>
                    <a:pt x="82647" y="15156"/>
                  </a:lnTo>
                  <a:lnTo>
                    <a:pt x="82446" y="15271"/>
                  </a:lnTo>
                  <a:lnTo>
                    <a:pt x="82427" y="15276"/>
                  </a:lnTo>
                  <a:lnTo>
                    <a:pt x="82285" y="15309"/>
                  </a:lnTo>
                  <a:lnTo>
                    <a:pt x="82278" y="15308"/>
                  </a:lnTo>
                  <a:lnTo>
                    <a:pt x="82257" y="15306"/>
                  </a:lnTo>
                  <a:lnTo>
                    <a:pt x="82252" y="15305"/>
                  </a:lnTo>
                  <a:lnTo>
                    <a:pt x="82245" y="15305"/>
                  </a:lnTo>
                  <a:lnTo>
                    <a:pt x="82238" y="15306"/>
                  </a:lnTo>
                  <a:lnTo>
                    <a:pt x="82148" y="15313"/>
                  </a:lnTo>
                  <a:lnTo>
                    <a:pt x="82047" y="15328"/>
                  </a:lnTo>
                  <a:lnTo>
                    <a:pt x="82036" y="15331"/>
                  </a:lnTo>
                  <a:lnTo>
                    <a:pt x="82031" y="15333"/>
                  </a:lnTo>
                  <a:lnTo>
                    <a:pt x="82023" y="15337"/>
                  </a:lnTo>
                  <a:lnTo>
                    <a:pt x="81993" y="15353"/>
                  </a:lnTo>
                  <a:lnTo>
                    <a:pt x="81816" y="15444"/>
                  </a:lnTo>
                  <a:lnTo>
                    <a:pt x="81582" y="15565"/>
                  </a:lnTo>
                  <a:lnTo>
                    <a:pt x="81005" y="15836"/>
                  </a:lnTo>
                  <a:lnTo>
                    <a:pt x="80951" y="15860"/>
                  </a:lnTo>
                  <a:lnTo>
                    <a:pt x="80937" y="15867"/>
                  </a:lnTo>
                  <a:lnTo>
                    <a:pt x="80788" y="15961"/>
                  </a:lnTo>
                  <a:lnTo>
                    <a:pt x="80766" y="15975"/>
                  </a:lnTo>
                  <a:lnTo>
                    <a:pt x="80747" y="15989"/>
                  </a:lnTo>
                  <a:lnTo>
                    <a:pt x="80732" y="16003"/>
                  </a:lnTo>
                  <a:lnTo>
                    <a:pt x="80713" y="16026"/>
                  </a:lnTo>
                  <a:lnTo>
                    <a:pt x="80681" y="16069"/>
                  </a:lnTo>
                  <a:lnTo>
                    <a:pt x="80676" y="16076"/>
                  </a:lnTo>
                  <a:lnTo>
                    <a:pt x="80668" y="16088"/>
                  </a:lnTo>
                  <a:lnTo>
                    <a:pt x="80607" y="16183"/>
                  </a:lnTo>
                  <a:lnTo>
                    <a:pt x="80600" y="16194"/>
                  </a:lnTo>
                  <a:lnTo>
                    <a:pt x="80412" y="16539"/>
                  </a:lnTo>
                  <a:lnTo>
                    <a:pt x="80404" y="16559"/>
                  </a:lnTo>
                  <a:lnTo>
                    <a:pt x="80096" y="16881"/>
                  </a:lnTo>
                  <a:lnTo>
                    <a:pt x="80031" y="16928"/>
                  </a:lnTo>
                  <a:lnTo>
                    <a:pt x="79829" y="17076"/>
                  </a:lnTo>
                  <a:lnTo>
                    <a:pt x="79822" y="17081"/>
                  </a:lnTo>
                  <a:lnTo>
                    <a:pt x="79818" y="17086"/>
                  </a:lnTo>
                  <a:lnTo>
                    <a:pt x="79814" y="17092"/>
                  </a:lnTo>
                  <a:lnTo>
                    <a:pt x="79810" y="17098"/>
                  </a:lnTo>
                  <a:lnTo>
                    <a:pt x="79807" y="17104"/>
                  </a:lnTo>
                  <a:lnTo>
                    <a:pt x="79804" y="17110"/>
                  </a:lnTo>
                  <a:lnTo>
                    <a:pt x="79801" y="17116"/>
                  </a:lnTo>
                  <a:lnTo>
                    <a:pt x="79799" y="17122"/>
                  </a:lnTo>
                  <a:lnTo>
                    <a:pt x="79797" y="17128"/>
                  </a:lnTo>
                  <a:lnTo>
                    <a:pt x="79785" y="17183"/>
                  </a:lnTo>
                  <a:lnTo>
                    <a:pt x="79784" y="17193"/>
                  </a:lnTo>
                  <a:lnTo>
                    <a:pt x="79782" y="17204"/>
                  </a:lnTo>
                  <a:lnTo>
                    <a:pt x="79782" y="17209"/>
                  </a:lnTo>
                  <a:lnTo>
                    <a:pt x="79545" y="17310"/>
                  </a:lnTo>
                  <a:lnTo>
                    <a:pt x="79378" y="17381"/>
                  </a:lnTo>
                  <a:lnTo>
                    <a:pt x="79168" y="17540"/>
                  </a:lnTo>
                  <a:lnTo>
                    <a:pt x="79164" y="17544"/>
                  </a:lnTo>
                  <a:lnTo>
                    <a:pt x="79161" y="17548"/>
                  </a:lnTo>
                  <a:lnTo>
                    <a:pt x="79134" y="17584"/>
                  </a:lnTo>
                  <a:lnTo>
                    <a:pt x="79108" y="17624"/>
                  </a:lnTo>
                  <a:lnTo>
                    <a:pt x="79055" y="17701"/>
                  </a:lnTo>
                  <a:lnTo>
                    <a:pt x="79053" y="17706"/>
                  </a:lnTo>
                  <a:lnTo>
                    <a:pt x="79050" y="17710"/>
                  </a:lnTo>
                  <a:lnTo>
                    <a:pt x="79048" y="17717"/>
                  </a:lnTo>
                  <a:lnTo>
                    <a:pt x="79019" y="17841"/>
                  </a:lnTo>
                  <a:lnTo>
                    <a:pt x="79018" y="17847"/>
                  </a:lnTo>
                  <a:lnTo>
                    <a:pt x="79017" y="17854"/>
                  </a:lnTo>
                  <a:lnTo>
                    <a:pt x="79016" y="17862"/>
                  </a:lnTo>
                  <a:lnTo>
                    <a:pt x="79016" y="17869"/>
                  </a:lnTo>
                  <a:lnTo>
                    <a:pt x="79017" y="17876"/>
                  </a:lnTo>
                  <a:lnTo>
                    <a:pt x="79018" y="17883"/>
                  </a:lnTo>
                  <a:lnTo>
                    <a:pt x="79020" y="17890"/>
                  </a:lnTo>
                  <a:lnTo>
                    <a:pt x="79024" y="17898"/>
                  </a:lnTo>
                  <a:lnTo>
                    <a:pt x="79031" y="17908"/>
                  </a:lnTo>
                  <a:lnTo>
                    <a:pt x="79066" y="17931"/>
                  </a:lnTo>
                  <a:lnTo>
                    <a:pt x="79071" y="17934"/>
                  </a:lnTo>
                  <a:lnTo>
                    <a:pt x="79095" y="17988"/>
                  </a:lnTo>
                  <a:lnTo>
                    <a:pt x="79095" y="18046"/>
                  </a:lnTo>
                  <a:lnTo>
                    <a:pt x="78986" y="18473"/>
                  </a:lnTo>
                  <a:lnTo>
                    <a:pt x="78984" y="18480"/>
                  </a:lnTo>
                  <a:lnTo>
                    <a:pt x="78981" y="18487"/>
                  </a:lnTo>
                  <a:lnTo>
                    <a:pt x="78977" y="18494"/>
                  </a:lnTo>
                  <a:lnTo>
                    <a:pt x="78972" y="18501"/>
                  </a:lnTo>
                  <a:lnTo>
                    <a:pt x="78966" y="18508"/>
                  </a:lnTo>
                  <a:lnTo>
                    <a:pt x="78892" y="18584"/>
                  </a:lnTo>
                  <a:lnTo>
                    <a:pt x="78641" y="18840"/>
                  </a:lnTo>
                  <a:lnTo>
                    <a:pt x="78481" y="19002"/>
                  </a:lnTo>
                  <a:lnTo>
                    <a:pt x="77844" y="19650"/>
                  </a:lnTo>
                  <a:lnTo>
                    <a:pt x="77813" y="19667"/>
                  </a:lnTo>
                  <a:lnTo>
                    <a:pt x="77730" y="19708"/>
                  </a:lnTo>
                  <a:lnTo>
                    <a:pt x="77722" y="19712"/>
                  </a:lnTo>
                  <a:lnTo>
                    <a:pt x="77715" y="19714"/>
                  </a:lnTo>
                  <a:lnTo>
                    <a:pt x="77708" y="19715"/>
                  </a:lnTo>
                  <a:lnTo>
                    <a:pt x="77701" y="19714"/>
                  </a:lnTo>
                  <a:lnTo>
                    <a:pt x="77696" y="19715"/>
                  </a:lnTo>
                  <a:lnTo>
                    <a:pt x="77690" y="19717"/>
                  </a:lnTo>
                  <a:lnTo>
                    <a:pt x="77682" y="19719"/>
                  </a:lnTo>
                  <a:lnTo>
                    <a:pt x="77580" y="19763"/>
                  </a:lnTo>
                  <a:lnTo>
                    <a:pt x="77574" y="19766"/>
                  </a:lnTo>
                  <a:lnTo>
                    <a:pt x="77568" y="19770"/>
                  </a:lnTo>
                  <a:lnTo>
                    <a:pt x="77559" y="19776"/>
                  </a:lnTo>
                  <a:lnTo>
                    <a:pt x="77550" y="19783"/>
                  </a:lnTo>
                  <a:lnTo>
                    <a:pt x="77542" y="19791"/>
                  </a:lnTo>
                  <a:lnTo>
                    <a:pt x="77536" y="19798"/>
                  </a:lnTo>
                  <a:lnTo>
                    <a:pt x="77514" y="19831"/>
                  </a:lnTo>
                  <a:lnTo>
                    <a:pt x="77239" y="20295"/>
                  </a:lnTo>
                  <a:lnTo>
                    <a:pt x="76913" y="20761"/>
                  </a:lnTo>
                  <a:lnTo>
                    <a:pt x="76877" y="20813"/>
                  </a:lnTo>
                  <a:lnTo>
                    <a:pt x="76837" y="20909"/>
                  </a:lnTo>
                  <a:lnTo>
                    <a:pt x="76790" y="21025"/>
                  </a:lnTo>
                  <a:lnTo>
                    <a:pt x="76784" y="21049"/>
                  </a:lnTo>
                  <a:lnTo>
                    <a:pt x="76798" y="21110"/>
                  </a:lnTo>
                  <a:lnTo>
                    <a:pt x="76812" y="21126"/>
                  </a:lnTo>
                  <a:lnTo>
                    <a:pt x="76825" y="21142"/>
                  </a:lnTo>
                  <a:lnTo>
                    <a:pt x="76830" y="21179"/>
                  </a:lnTo>
                  <a:lnTo>
                    <a:pt x="76829" y="21260"/>
                  </a:lnTo>
                  <a:lnTo>
                    <a:pt x="76828" y="21271"/>
                  </a:lnTo>
                  <a:lnTo>
                    <a:pt x="76794" y="21363"/>
                  </a:lnTo>
                  <a:lnTo>
                    <a:pt x="76589" y="21908"/>
                  </a:lnTo>
                  <a:lnTo>
                    <a:pt x="76567" y="21973"/>
                  </a:lnTo>
                  <a:lnTo>
                    <a:pt x="76508" y="22141"/>
                  </a:lnTo>
                  <a:lnTo>
                    <a:pt x="76503" y="22155"/>
                  </a:lnTo>
                  <a:lnTo>
                    <a:pt x="76496" y="22259"/>
                  </a:lnTo>
                  <a:lnTo>
                    <a:pt x="76496" y="22267"/>
                  </a:lnTo>
                  <a:lnTo>
                    <a:pt x="76495" y="22273"/>
                  </a:lnTo>
                  <a:lnTo>
                    <a:pt x="76432" y="22580"/>
                  </a:lnTo>
                  <a:lnTo>
                    <a:pt x="76398" y="22734"/>
                  </a:lnTo>
                  <a:lnTo>
                    <a:pt x="76394" y="22752"/>
                  </a:lnTo>
                  <a:lnTo>
                    <a:pt x="76390" y="22770"/>
                  </a:lnTo>
                  <a:lnTo>
                    <a:pt x="76375" y="22841"/>
                  </a:lnTo>
                  <a:lnTo>
                    <a:pt x="76347" y="23007"/>
                  </a:lnTo>
                  <a:lnTo>
                    <a:pt x="76336" y="23077"/>
                  </a:lnTo>
                  <a:lnTo>
                    <a:pt x="76315" y="23222"/>
                  </a:lnTo>
                  <a:lnTo>
                    <a:pt x="76272" y="23517"/>
                  </a:lnTo>
                  <a:lnTo>
                    <a:pt x="76207" y="23979"/>
                  </a:lnTo>
                  <a:lnTo>
                    <a:pt x="76195" y="24081"/>
                  </a:lnTo>
                  <a:lnTo>
                    <a:pt x="76188" y="24139"/>
                  </a:lnTo>
                  <a:lnTo>
                    <a:pt x="76179" y="24224"/>
                  </a:lnTo>
                  <a:lnTo>
                    <a:pt x="76145" y="24524"/>
                  </a:lnTo>
                  <a:lnTo>
                    <a:pt x="76139" y="24647"/>
                  </a:lnTo>
                  <a:lnTo>
                    <a:pt x="76128" y="24903"/>
                  </a:lnTo>
                  <a:lnTo>
                    <a:pt x="76123" y="25022"/>
                  </a:lnTo>
                  <a:lnTo>
                    <a:pt x="76119" y="25211"/>
                  </a:lnTo>
                  <a:lnTo>
                    <a:pt x="76118" y="25268"/>
                  </a:lnTo>
                  <a:lnTo>
                    <a:pt x="76122" y="25507"/>
                  </a:lnTo>
                  <a:lnTo>
                    <a:pt x="76125" y="25668"/>
                  </a:lnTo>
                  <a:lnTo>
                    <a:pt x="76135" y="25853"/>
                  </a:lnTo>
                  <a:lnTo>
                    <a:pt x="76145" y="25995"/>
                  </a:lnTo>
                  <a:lnTo>
                    <a:pt x="76160" y="26166"/>
                  </a:lnTo>
                  <a:lnTo>
                    <a:pt x="76171" y="26255"/>
                  </a:lnTo>
                  <a:lnTo>
                    <a:pt x="76200" y="26471"/>
                  </a:lnTo>
                  <a:lnTo>
                    <a:pt x="76209" y="26533"/>
                  </a:lnTo>
                  <a:lnTo>
                    <a:pt x="76255" y="26785"/>
                  </a:lnTo>
                  <a:lnTo>
                    <a:pt x="76275" y="26881"/>
                  </a:lnTo>
                  <a:lnTo>
                    <a:pt x="76291" y="26956"/>
                  </a:lnTo>
                  <a:lnTo>
                    <a:pt x="76301" y="27001"/>
                  </a:lnTo>
                  <a:lnTo>
                    <a:pt x="76338" y="27139"/>
                  </a:lnTo>
                  <a:lnTo>
                    <a:pt x="76365" y="27219"/>
                  </a:lnTo>
                  <a:lnTo>
                    <a:pt x="76456" y="27451"/>
                  </a:lnTo>
                  <a:lnTo>
                    <a:pt x="76474" y="27496"/>
                  </a:lnTo>
                  <a:lnTo>
                    <a:pt x="76494" y="27545"/>
                  </a:lnTo>
                  <a:lnTo>
                    <a:pt x="76537" y="27641"/>
                  </a:lnTo>
                  <a:lnTo>
                    <a:pt x="76618" y="27816"/>
                  </a:lnTo>
                  <a:lnTo>
                    <a:pt x="76679" y="27945"/>
                  </a:lnTo>
                  <a:lnTo>
                    <a:pt x="76684" y="27955"/>
                  </a:lnTo>
                  <a:lnTo>
                    <a:pt x="76712" y="28013"/>
                  </a:lnTo>
                  <a:lnTo>
                    <a:pt x="76738" y="28072"/>
                  </a:lnTo>
                  <a:lnTo>
                    <a:pt x="76790" y="28209"/>
                  </a:lnTo>
                  <a:lnTo>
                    <a:pt x="76792" y="28233"/>
                  </a:lnTo>
                  <a:lnTo>
                    <a:pt x="76794" y="28269"/>
                  </a:lnTo>
                  <a:lnTo>
                    <a:pt x="76791" y="28281"/>
                  </a:lnTo>
                  <a:lnTo>
                    <a:pt x="76642" y="28310"/>
                  </a:lnTo>
                  <a:lnTo>
                    <a:pt x="76607" y="28350"/>
                  </a:lnTo>
                  <a:lnTo>
                    <a:pt x="76577" y="28370"/>
                  </a:lnTo>
                  <a:lnTo>
                    <a:pt x="76535" y="28396"/>
                  </a:lnTo>
                  <a:lnTo>
                    <a:pt x="76512" y="28408"/>
                  </a:lnTo>
                  <a:lnTo>
                    <a:pt x="76476" y="28426"/>
                  </a:lnTo>
                  <a:lnTo>
                    <a:pt x="76456" y="28435"/>
                  </a:lnTo>
                  <a:lnTo>
                    <a:pt x="76331" y="28491"/>
                  </a:lnTo>
                  <a:lnTo>
                    <a:pt x="76301" y="28502"/>
                  </a:lnTo>
                  <a:lnTo>
                    <a:pt x="76200" y="28542"/>
                  </a:lnTo>
                  <a:lnTo>
                    <a:pt x="76195" y="28580"/>
                  </a:lnTo>
                  <a:lnTo>
                    <a:pt x="76329" y="28621"/>
                  </a:lnTo>
                  <a:lnTo>
                    <a:pt x="76344" y="28625"/>
                  </a:lnTo>
                  <a:lnTo>
                    <a:pt x="76371" y="28631"/>
                  </a:lnTo>
                  <a:lnTo>
                    <a:pt x="76387" y="28633"/>
                  </a:lnTo>
                  <a:lnTo>
                    <a:pt x="76402" y="28634"/>
                  </a:lnTo>
                  <a:lnTo>
                    <a:pt x="76416" y="28635"/>
                  </a:lnTo>
                  <a:lnTo>
                    <a:pt x="76427" y="28635"/>
                  </a:lnTo>
                  <a:lnTo>
                    <a:pt x="76437" y="28635"/>
                  </a:lnTo>
                  <a:lnTo>
                    <a:pt x="76447" y="28634"/>
                  </a:lnTo>
                  <a:lnTo>
                    <a:pt x="76471" y="28629"/>
                  </a:lnTo>
                  <a:lnTo>
                    <a:pt x="76488" y="28624"/>
                  </a:lnTo>
                  <a:lnTo>
                    <a:pt x="76497" y="28622"/>
                  </a:lnTo>
                  <a:lnTo>
                    <a:pt x="76510" y="28622"/>
                  </a:lnTo>
                  <a:lnTo>
                    <a:pt x="76529" y="28622"/>
                  </a:lnTo>
                  <a:lnTo>
                    <a:pt x="76551" y="28624"/>
                  </a:lnTo>
                  <a:lnTo>
                    <a:pt x="76572" y="28627"/>
                  </a:lnTo>
                  <a:lnTo>
                    <a:pt x="76588" y="28631"/>
                  </a:lnTo>
                  <a:lnTo>
                    <a:pt x="76600" y="28635"/>
                  </a:lnTo>
                  <a:lnTo>
                    <a:pt x="76665" y="28660"/>
                  </a:lnTo>
                  <a:lnTo>
                    <a:pt x="76686" y="28668"/>
                  </a:lnTo>
                  <a:lnTo>
                    <a:pt x="76698" y="28674"/>
                  </a:lnTo>
                  <a:lnTo>
                    <a:pt x="76709" y="28680"/>
                  </a:lnTo>
                  <a:lnTo>
                    <a:pt x="76736" y="28698"/>
                  </a:lnTo>
                  <a:lnTo>
                    <a:pt x="76741" y="28702"/>
                  </a:lnTo>
                  <a:lnTo>
                    <a:pt x="76746" y="28707"/>
                  </a:lnTo>
                  <a:lnTo>
                    <a:pt x="76751" y="28713"/>
                  </a:lnTo>
                  <a:lnTo>
                    <a:pt x="76794" y="28773"/>
                  </a:lnTo>
                  <a:lnTo>
                    <a:pt x="76855" y="28742"/>
                  </a:lnTo>
                  <a:lnTo>
                    <a:pt x="76880" y="28911"/>
                  </a:lnTo>
                  <a:lnTo>
                    <a:pt x="76891" y="28984"/>
                  </a:lnTo>
                  <a:lnTo>
                    <a:pt x="76894" y="29100"/>
                  </a:lnTo>
                  <a:lnTo>
                    <a:pt x="76897" y="29272"/>
                  </a:lnTo>
                  <a:lnTo>
                    <a:pt x="76900" y="29392"/>
                  </a:lnTo>
                  <a:lnTo>
                    <a:pt x="76904" y="29551"/>
                  </a:lnTo>
                  <a:lnTo>
                    <a:pt x="76923" y="29904"/>
                  </a:lnTo>
                  <a:lnTo>
                    <a:pt x="76932" y="30055"/>
                  </a:lnTo>
                  <a:lnTo>
                    <a:pt x="76953" y="30305"/>
                  </a:lnTo>
                  <a:lnTo>
                    <a:pt x="76961" y="30375"/>
                  </a:lnTo>
                  <a:lnTo>
                    <a:pt x="76982" y="30517"/>
                  </a:lnTo>
                  <a:lnTo>
                    <a:pt x="77004" y="30663"/>
                  </a:lnTo>
                  <a:lnTo>
                    <a:pt x="77028" y="30806"/>
                  </a:lnTo>
                  <a:lnTo>
                    <a:pt x="77035" y="30843"/>
                  </a:lnTo>
                  <a:lnTo>
                    <a:pt x="77050" y="30926"/>
                  </a:lnTo>
                  <a:lnTo>
                    <a:pt x="77061" y="30982"/>
                  </a:lnTo>
                  <a:lnTo>
                    <a:pt x="77066" y="31006"/>
                  </a:lnTo>
                  <a:lnTo>
                    <a:pt x="77123" y="31273"/>
                  </a:lnTo>
                  <a:lnTo>
                    <a:pt x="77158" y="31402"/>
                  </a:lnTo>
                  <a:lnTo>
                    <a:pt x="77163" y="31420"/>
                  </a:lnTo>
                  <a:lnTo>
                    <a:pt x="77234" y="31671"/>
                  </a:lnTo>
                  <a:lnTo>
                    <a:pt x="77308" y="31898"/>
                  </a:lnTo>
                  <a:lnTo>
                    <a:pt x="77344" y="31991"/>
                  </a:lnTo>
                  <a:lnTo>
                    <a:pt x="77354" y="32016"/>
                  </a:lnTo>
                  <a:lnTo>
                    <a:pt x="77364" y="32041"/>
                  </a:lnTo>
                  <a:lnTo>
                    <a:pt x="77390" y="32113"/>
                  </a:lnTo>
                  <a:lnTo>
                    <a:pt x="77472" y="32357"/>
                  </a:lnTo>
                  <a:lnTo>
                    <a:pt x="77475" y="32382"/>
                  </a:lnTo>
                  <a:lnTo>
                    <a:pt x="77483" y="32449"/>
                  </a:lnTo>
                  <a:lnTo>
                    <a:pt x="77516" y="32477"/>
                  </a:lnTo>
                  <a:lnTo>
                    <a:pt x="77540" y="32505"/>
                  </a:lnTo>
                  <a:lnTo>
                    <a:pt x="77653" y="32733"/>
                  </a:lnTo>
                  <a:lnTo>
                    <a:pt x="77768" y="32961"/>
                  </a:lnTo>
                  <a:lnTo>
                    <a:pt x="77843" y="33099"/>
                  </a:lnTo>
                  <a:lnTo>
                    <a:pt x="77855" y="33116"/>
                  </a:lnTo>
                  <a:lnTo>
                    <a:pt x="77893" y="33167"/>
                  </a:lnTo>
                  <a:lnTo>
                    <a:pt x="77943" y="33227"/>
                  </a:lnTo>
                  <a:lnTo>
                    <a:pt x="78114" y="33429"/>
                  </a:lnTo>
                  <a:lnTo>
                    <a:pt x="78138" y="33458"/>
                  </a:lnTo>
                  <a:lnTo>
                    <a:pt x="78760" y="33625"/>
                  </a:lnTo>
                  <a:lnTo>
                    <a:pt x="78791" y="33632"/>
                  </a:lnTo>
                  <a:lnTo>
                    <a:pt x="78797" y="33635"/>
                  </a:lnTo>
                  <a:lnTo>
                    <a:pt x="78817" y="33654"/>
                  </a:lnTo>
                  <a:lnTo>
                    <a:pt x="78982" y="33864"/>
                  </a:lnTo>
                  <a:lnTo>
                    <a:pt x="79003" y="33894"/>
                  </a:lnTo>
                  <a:lnTo>
                    <a:pt x="79018" y="33916"/>
                  </a:lnTo>
                  <a:lnTo>
                    <a:pt x="79007" y="33917"/>
                  </a:lnTo>
                  <a:lnTo>
                    <a:pt x="78742" y="33935"/>
                  </a:lnTo>
                  <a:lnTo>
                    <a:pt x="78521" y="33860"/>
                  </a:lnTo>
                  <a:lnTo>
                    <a:pt x="78411" y="33813"/>
                  </a:lnTo>
                  <a:lnTo>
                    <a:pt x="78322" y="33774"/>
                  </a:lnTo>
                  <a:lnTo>
                    <a:pt x="78297" y="33748"/>
                  </a:lnTo>
                  <a:lnTo>
                    <a:pt x="78215" y="33664"/>
                  </a:lnTo>
                  <a:lnTo>
                    <a:pt x="78164" y="33656"/>
                  </a:lnTo>
                  <a:lnTo>
                    <a:pt x="78152" y="33654"/>
                  </a:lnTo>
                  <a:lnTo>
                    <a:pt x="77898" y="33704"/>
                  </a:lnTo>
                  <a:lnTo>
                    <a:pt x="77882" y="33722"/>
                  </a:lnTo>
                  <a:lnTo>
                    <a:pt x="77868" y="33740"/>
                  </a:lnTo>
                  <a:lnTo>
                    <a:pt x="77794" y="33910"/>
                  </a:lnTo>
                  <a:lnTo>
                    <a:pt x="77796" y="33919"/>
                  </a:lnTo>
                  <a:lnTo>
                    <a:pt x="77836" y="34039"/>
                  </a:lnTo>
                  <a:lnTo>
                    <a:pt x="77862" y="34063"/>
                  </a:lnTo>
                  <a:lnTo>
                    <a:pt x="77929" y="34126"/>
                  </a:lnTo>
                  <a:lnTo>
                    <a:pt x="78018" y="34207"/>
                  </a:lnTo>
                  <a:lnTo>
                    <a:pt x="78025" y="34215"/>
                  </a:lnTo>
                  <a:lnTo>
                    <a:pt x="78060" y="34340"/>
                  </a:lnTo>
                  <a:lnTo>
                    <a:pt x="78095" y="34513"/>
                  </a:lnTo>
                  <a:lnTo>
                    <a:pt x="78132" y="34532"/>
                  </a:lnTo>
                  <a:lnTo>
                    <a:pt x="78169" y="34551"/>
                  </a:lnTo>
                  <a:lnTo>
                    <a:pt x="78295" y="34531"/>
                  </a:lnTo>
                  <a:lnTo>
                    <a:pt x="78362" y="34524"/>
                  </a:lnTo>
                  <a:lnTo>
                    <a:pt x="78407" y="34523"/>
                  </a:lnTo>
                  <a:lnTo>
                    <a:pt x="78450" y="34573"/>
                  </a:lnTo>
                  <a:lnTo>
                    <a:pt x="78461" y="34587"/>
                  </a:lnTo>
                  <a:lnTo>
                    <a:pt x="78610" y="34813"/>
                  </a:lnTo>
                  <a:lnTo>
                    <a:pt x="78651" y="34892"/>
                  </a:lnTo>
                  <a:lnTo>
                    <a:pt x="78648" y="34897"/>
                  </a:lnTo>
                  <a:lnTo>
                    <a:pt x="78644" y="34901"/>
                  </a:lnTo>
                  <a:lnTo>
                    <a:pt x="78512" y="34954"/>
                  </a:lnTo>
                  <a:lnTo>
                    <a:pt x="78437" y="34968"/>
                  </a:lnTo>
                  <a:lnTo>
                    <a:pt x="78415" y="34972"/>
                  </a:lnTo>
                  <a:lnTo>
                    <a:pt x="78369" y="35015"/>
                  </a:lnTo>
                  <a:lnTo>
                    <a:pt x="78366" y="35018"/>
                  </a:lnTo>
                  <a:lnTo>
                    <a:pt x="78362" y="35025"/>
                  </a:lnTo>
                  <a:lnTo>
                    <a:pt x="78355" y="35036"/>
                  </a:lnTo>
                  <a:lnTo>
                    <a:pt x="78339" y="35071"/>
                  </a:lnTo>
                  <a:lnTo>
                    <a:pt x="78333" y="35085"/>
                  </a:lnTo>
                  <a:lnTo>
                    <a:pt x="78330" y="35096"/>
                  </a:lnTo>
                  <a:lnTo>
                    <a:pt x="78326" y="35109"/>
                  </a:lnTo>
                  <a:lnTo>
                    <a:pt x="78323" y="35124"/>
                  </a:lnTo>
                  <a:lnTo>
                    <a:pt x="78321" y="35138"/>
                  </a:lnTo>
                  <a:lnTo>
                    <a:pt x="78320" y="35144"/>
                  </a:lnTo>
                  <a:lnTo>
                    <a:pt x="78321" y="35300"/>
                  </a:lnTo>
                  <a:lnTo>
                    <a:pt x="78337" y="35573"/>
                  </a:lnTo>
                  <a:lnTo>
                    <a:pt x="78360" y="35959"/>
                  </a:lnTo>
                  <a:lnTo>
                    <a:pt x="78362" y="35980"/>
                  </a:lnTo>
                  <a:lnTo>
                    <a:pt x="78363" y="35987"/>
                  </a:lnTo>
                  <a:lnTo>
                    <a:pt x="78418" y="36356"/>
                  </a:lnTo>
                  <a:lnTo>
                    <a:pt x="78419" y="36370"/>
                  </a:lnTo>
                  <a:lnTo>
                    <a:pt x="78499" y="37062"/>
                  </a:lnTo>
                  <a:lnTo>
                    <a:pt x="78447" y="37209"/>
                  </a:lnTo>
                  <a:lnTo>
                    <a:pt x="78443" y="37214"/>
                  </a:lnTo>
                  <a:lnTo>
                    <a:pt x="78327" y="37371"/>
                  </a:lnTo>
                  <a:lnTo>
                    <a:pt x="78322" y="37374"/>
                  </a:lnTo>
                  <a:lnTo>
                    <a:pt x="78289" y="37381"/>
                  </a:lnTo>
                  <a:lnTo>
                    <a:pt x="78152" y="37404"/>
                  </a:lnTo>
                  <a:lnTo>
                    <a:pt x="78136" y="37406"/>
                  </a:lnTo>
                  <a:lnTo>
                    <a:pt x="78130" y="37406"/>
                  </a:lnTo>
                  <a:lnTo>
                    <a:pt x="78126" y="37406"/>
                  </a:lnTo>
                  <a:lnTo>
                    <a:pt x="78121" y="37406"/>
                  </a:lnTo>
                  <a:lnTo>
                    <a:pt x="77397" y="37666"/>
                  </a:lnTo>
                  <a:lnTo>
                    <a:pt x="77315" y="37673"/>
                  </a:lnTo>
                  <a:lnTo>
                    <a:pt x="77309" y="37673"/>
                  </a:lnTo>
                  <a:lnTo>
                    <a:pt x="77305" y="37674"/>
                  </a:lnTo>
                  <a:lnTo>
                    <a:pt x="77300" y="37675"/>
                  </a:lnTo>
                  <a:lnTo>
                    <a:pt x="77252" y="37689"/>
                  </a:lnTo>
                  <a:lnTo>
                    <a:pt x="77240" y="37693"/>
                  </a:lnTo>
                  <a:lnTo>
                    <a:pt x="77195" y="37707"/>
                  </a:lnTo>
                  <a:lnTo>
                    <a:pt x="77184" y="37712"/>
                  </a:lnTo>
                  <a:lnTo>
                    <a:pt x="77174" y="37717"/>
                  </a:lnTo>
                  <a:lnTo>
                    <a:pt x="77166" y="37722"/>
                  </a:lnTo>
                  <a:lnTo>
                    <a:pt x="77161" y="37726"/>
                  </a:lnTo>
                  <a:lnTo>
                    <a:pt x="77149" y="37738"/>
                  </a:lnTo>
                  <a:lnTo>
                    <a:pt x="77128" y="37767"/>
                  </a:lnTo>
                  <a:lnTo>
                    <a:pt x="77116" y="37790"/>
                  </a:lnTo>
                  <a:lnTo>
                    <a:pt x="77093" y="37841"/>
                  </a:lnTo>
                  <a:lnTo>
                    <a:pt x="77084" y="37863"/>
                  </a:lnTo>
                  <a:lnTo>
                    <a:pt x="77055" y="37940"/>
                  </a:lnTo>
                  <a:lnTo>
                    <a:pt x="77052" y="37951"/>
                  </a:lnTo>
                  <a:lnTo>
                    <a:pt x="77021" y="38083"/>
                  </a:lnTo>
                  <a:lnTo>
                    <a:pt x="77017" y="38102"/>
                  </a:lnTo>
                  <a:lnTo>
                    <a:pt x="77006" y="38161"/>
                  </a:lnTo>
                  <a:lnTo>
                    <a:pt x="76999" y="38217"/>
                  </a:lnTo>
                  <a:lnTo>
                    <a:pt x="76990" y="38302"/>
                  </a:lnTo>
                  <a:lnTo>
                    <a:pt x="76985" y="38350"/>
                  </a:lnTo>
                  <a:lnTo>
                    <a:pt x="76983" y="38383"/>
                  </a:lnTo>
                  <a:lnTo>
                    <a:pt x="76983" y="38428"/>
                  </a:lnTo>
                  <a:lnTo>
                    <a:pt x="76987" y="38558"/>
                  </a:lnTo>
                  <a:lnTo>
                    <a:pt x="76987" y="38574"/>
                  </a:lnTo>
                  <a:lnTo>
                    <a:pt x="76997" y="38655"/>
                  </a:lnTo>
                  <a:lnTo>
                    <a:pt x="77001" y="38678"/>
                  </a:lnTo>
                  <a:lnTo>
                    <a:pt x="77005" y="38698"/>
                  </a:lnTo>
                  <a:lnTo>
                    <a:pt x="77009" y="38710"/>
                  </a:lnTo>
                  <a:lnTo>
                    <a:pt x="77020" y="38746"/>
                  </a:lnTo>
                  <a:lnTo>
                    <a:pt x="77029" y="38768"/>
                  </a:lnTo>
                  <a:lnTo>
                    <a:pt x="77036" y="38783"/>
                  </a:lnTo>
                  <a:lnTo>
                    <a:pt x="77048" y="38805"/>
                  </a:lnTo>
                  <a:lnTo>
                    <a:pt x="77054" y="38816"/>
                  </a:lnTo>
                  <a:lnTo>
                    <a:pt x="77060" y="38825"/>
                  </a:lnTo>
                  <a:lnTo>
                    <a:pt x="77066" y="38832"/>
                  </a:lnTo>
                  <a:lnTo>
                    <a:pt x="77074" y="38839"/>
                  </a:lnTo>
                  <a:lnTo>
                    <a:pt x="77082" y="38845"/>
                  </a:lnTo>
                  <a:lnTo>
                    <a:pt x="77092" y="38853"/>
                  </a:lnTo>
                  <a:lnTo>
                    <a:pt x="77098" y="38855"/>
                  </a:lnTo>
                  <a:lnTo>
                    <a:pt x="77106" y="38859"/>
                  </a:lnTo>
                  <a:lnTo>
                    <a:pt x="77317" y="38911"/>
                  </a:lnTo>
                  <a:lnTo>
                    <a:pt x="77392" y="38910"/>
                  </a:lnTo>
                  <a:lnTo>
                    <a:pt x="77402" y="38915"/>
                  </a:lnTo>
                  <a:lnTo>
                    <a:pt x="77497" y="39002"/>
                  </a:lnTo>
                  <a:lnTo>
                    <a:pt x="77564" y="39522"/>
                  </a:lnTo>
                  <a:lnTo>
                    <a:pt x="77458" y="39714"/>
                  </a:lnTo>
                  <a:lnTo>
                    <a:pt x="77453" y="39716"/>
                  </a:lnTo>
                  <a:lnTo>
                    <a:pt x="77221" y="39831"/>
                  </a:lnTo>
                  <a:lnTo>
                    <a:pt x="77215" y="39834"/>
                  </a:lnTo>
                  <a:lnTo>
                    <a:pt x="77208" y="39838"/>
                  </a:lnTo>
                  <a:lnTo>
                    <a:pt x="77200" y="39845"/>
                  </a:lnTo>
                  <a:lnTo>
                    <a:pt x="77178" y="39863"/>
                  </a:lnTo>
                  <a:lnTo>
                    <a:pt x="77146" y="39895"/>
                  </a:lnTo>
                  <a:lnTo>
                    <a:pt x="77134" y="39908"/>
                  </a:lnTo>
                  <a:lnTo>
                    <a:pt x="77094" y="39958"/>
                  </a:lnTo>
                  <a:lnTo>
                    <a:pt x="77077" y="39982"/>
                  </a:lnTo>
                  <a:lnTo>
                    <a:pt x="77070" y="39993"/>
                  </a:lnTo>
                  <a:lnTo>
                    <a:pt x="77063" y="40009"/>
                  </a:lnTo>
                  <a:lnTo>
                    <a:pt x="77060" y="40016"/>
                  </a:lnTo>
                  <a:lnTo>
                    <a:pt x="77057" y="40022"/>
                  </a:lnTo>
                  <a:lnTo>
                    <a:pt x="77054" y="40028"/>
                  </a:lnTo>
                  <a:lnTo>
                    <a:pt x="77048" y="40037"/>
                  </a:lnTo>
                  <a:lnTo>
                    <a:pt x="76992" y="40114"/>
                  </a:lnTo>
                  <a:lnTo>
                    <a:pt x="76988" y="40119"/>
                  </a:lnTo>
                  <a:lnTo>
                    <a:pt x="76984" y="40122"/>
                  </a:lnTo>
                  <a:lnTo>
                    <a:pt x="76980" y="40125"/>
                  </a:lnTo>
                  <a:lnTo>
                    <a:pt x="76648" y="40314"/>
                  </a:lnTo>
                  <a:lnTo>
                    <a:pt x="76551" y="40362"/>
                  </a:lnTo>
                  <a:lnTo>
                    <a:pt x="76423" y="40420"/>
                  </a:lnTo>
                  <a:lnTo>
                    <a:pt x="76410" y="40426"/>
                  </a:lnTo>
                  <a:lnTo>
                    <a:pt x="76273" y="40534"/>
                  </a:lnTo>
                  <a:lnTo>
                    <a:pt x="76226" y="40571"/>
                  </a:lnTo>
                  <a:lnTo>
                    <a:pt x="76217" y="40587"/>
                  </a:lnTo>
                  <a:lnTo>
                    <a:pt x="76211" y="40674"/>
                  </a:lnTo>
                  <a:lnTo>
                    <a:pt x="76208" y="40720"/>
                  </a:lnTo>
                  <a:lnTo>
                    <a:pt x="76208" y="40730"/>
                  </a:lnTo>
                  <a:lnTo>
                    <a:pt x="76209" y="40737"/>
                  </a:lnTo>
                  <a:lnTo>
                    <a:pt x="76213" y="40752"/>
                  </a:lnTo>
                  <a:lnTo>
                    <a:pt x="76166" y="40993"/>
                  </a:lnTo>
                  <a:lnTo>
                    <a:pt x="75993" y="41252"/>
                  </a:lnTo>
                  <a:lnTo>
                    <a:pt x="76015" y="41256"/>
                  </a:lnTo>
                  <a:lnTo>
                    <a:pt x="76001" y="41301"/>
                  </a:lnTo>
                  <a:lnTo>
                    <a:pt x="75998" y="41306"/>
                  </a:lnTo>
                  <a:lnTo>
                    <a:pt x="75996" y="41311"/>
                  </a:lnTo>
                  <a:lnTo>
                    <a:pt x="75992" y="41318"/>
                  </a:lnTo>
                  <a:lnTo>
                    <a:pt x="75981" y="41334"/>
                  </a:lnTo>
                  <a:lnTo>
                    <a:pt x="75966" y="41354"/>
                  </a:lnTo>
                  <a:lnTo>
                    <a:pt x="75953" y="41371"/>
                  </a:lnTo>
                  <a:lnTo>
                    <a:pt x="75916" y="41410"/>
                  </a:lnTo>
                  <a:lnTo>
                    <a:pt x="75812" y="41510"/>
                  </a:lnTo>
                  <a:lnTo>
                    <a:pt x="75688" y="41618"/>
                  </a:lnTo>
                  <a:lnTo>
                    <a:pt x="75674" y="41629"/>
                  </a:lnTo>
                  <a:lnTo>
                    <a:pt x="75661" y="41638"/>
                  </a:lnTo>
                  <a:lnTo>
                    <a:pt x="75640" y="41653"/>
                  </a:lnTo>
                  <a:lnTo>
                    <a:pt x="75600" y="41679"/>
                  </a:lnTo>
                  <a:lnTo>
                    <a:pt x="75584" y="41691"/>
                  </a:lnTo>
                  <a:lnTo>
                    <a:pt x="75568" y="41705"/>
                  </a:lnTo>
                  <a:lnTo>
                    <a:pt x="75552" y="41720"/>
                  </a:lnTo>
                  <a:lnTo>
                    <a:pt x="75493" y="41777"/>
                  </a:lnTo>
                  <a:lnTo>
                    <a:pt x="75453" y="41824"/>
                  </a:lnTo>
                  <a:lnTo>
                    <a:pt x="75398" y="41899"/>
                  </a:lnTo>
                  <a:lnTo>
                    <a:pt x="75395" y="41903"/>
                  </a:lnTo>
                  <a:lnTo>
                    <a:pt x="75363" y="41953"/>
                  </a:lnTo>
                  <a:lnTo>
                    <a:pt x="75354" y="41969"/>
                  </a:lnTo>
                  <a:lnTo>
                    <a:pt x="75342" y="41989"/>
                  </a:lnTo>
                  <a:lnTo>
                    <a:pt x="75331" y="42011"/>
                  </a:lnTo>
                  <a:lnTo>
                    <a:pt x="75321" y="42034"/>
                  </a:lnTo>
                  <a:lnTo>
                    <a:pt x="75206" y="42309"/>
                  </a:lnTo>
                  <a:lnTo>
                    <a:pt x="75188" y="42356"/>
                  </a:lnTo>
                  <a:lnTo>
                    <a:pt x="75185" y="42363"/>
                  </a:lnTo>
                  <a:lnTo>
                    <a:pt x="75042" y="42784"/>
                  </a:lnTo>
                  <a:lnTo>
                    <a:pt x="75016" y="42865"/>
                  </a:lnTo>
                  <a:lnTo>
                    <a:pt x="75004" y="42911"/>
                  </a:lnTo>
                  <a:lnTo>
                    <a:pt x="74972" y="43067"/>
                  </a:lnTo>
                  <a:lnTo>
                    <a:pt x="74939" y="43226"/>
                  </a:lnTo>
                  <a:lnTo>
                    <a:pt x="74913" y="43363"/>
                  </a:lnTo>
                  <a:lnTo>
                    <a:pt x="74874" y="43638"/>
                  </a:lnTo>
                  <a:lnTo>
                    <a:pt x="74868" y="43676"/>
                  </a:lnTo>
                  <a:lnTo>
                    <a:pt x="74862" y="43741"/>
                  </a:lnTo>
                  <a:lnTo>
                    <a:pt x="74821" y="44304"/>
                  </a:lnTo>
                  <a:lnTo>
                    <a:pt x="74815" y="44380"/>
                  </a:lnTo>
                  <a:lnTo>
                    <a:pt x="74800" y="44679"/>
                  </a:lnTo>
                  <a:lnTo>
                    <a:pt x="74628" y="45210"/>
                  </a:lnTo>
                  <a:lnTo>
                    <a:pt x="74438" y="45679"/>
                  </a:lnTo>
                  <a:lnTo>
                    <a:pt x="74435" y="45686"/>
                  </a:lnTo>
                  <a:lnTo>
                    <a:pt x="74425" y="45711"/>
                  </a:lnTo>
                  <a:lnTo>
                    <a:pt x="74209" y="46298"/>
                  </a:lnTo>
                  <a:lnTo>
                    <a:pt x="74194" y="46339"/>
                  </a:lnTo>
                  <a:lnTo>
                    <a:pt x="74129" y="46563"/>
                  </a:lnTo>
                  <a:lnTo>
                    <a:pt x="74114" y="46617"/>
                  </a:lnTo>
                  <a:lnTo>
                    <a:pt x="74108" y="46643"/>
                  </a:lnTo>
                  <a:lnTo>
                    <a:pt x="74104" y="46669"/>
                  </a:lnTo>
                  <a:lnTo>
                    <a:pt x="74097" y="46718"/>
                  </a:lnTo>
                  <a:lnTo>
                    <a:pt x="74096" y="46731"/>
                  </a:lnTo>
                  <a:lnTo>
                    <a:pt x="74094" y="46788"/>
                  </a:lnTo>
                  <a:lnTo>
                    <a:pt x="74094" y="46816"/>
                  </a:lnTo>
                  <a:lnTo>
                    <a:pt x="74114" y="46919"/>
                  </a:lnTo>
                  <a:lnTo>
                    <a:pt x="74176" y="47248"/>
                  </a:lnTo>
                  <a:lnTo>
                    <a:pt x="74181" y="47275"/>
                  </a:lnTo>
                  <a:lnTo>
                    <a:pt x="74194" y="47363"/>
                  </a:lnTo>
                  <a:lnTo>
                    <a:pt x="74200" y="47405"/>
                  </a:lnTo>
                  <a:lnTo>
                    <a:pt x="74204" y="47433"/>
                  </a:lnTo>
                  <a:lnTo>
                    <a:pt x="74211" y="47520"/>
                  </a:lnTo>
                  <a:lnTo>
                    <a:pt x="74213" y="47560"/>
                  </a:lnTo>
                  <a:lnTo>
                    <a:pt x="74213" y="47567"/>
                  </a:lnTo>
                  <a:lnTo>
                    <a:pt x="74214" y="47599"/>
                  </a:lnTo>
                  <a:lnTo>
                    <a:pt x="74214" y="47639"/>
                  </a:lnTo>
                  <a:lnTo>
                    <a:pt x="74213" y="47655"/>
                  </a:lnTo>
                  <a:lnTo>
                    <a:pt x="74212" y="47692"/>
                  </a:lnTo>
                  <a:lnTo>
                    <a:pt x="74209" y="47730"/>
                  </a:lnTo>
                  <a:lnTo>
                    <a:pt x="74197" y="47830"/>
                  </a:lnTo>
                  <a:lnTo>
                    <a:pt x="74170" y="48018"/>
                  </a:lnTo>
                  <a:lnTo>
                    <a:pt x="74168" y="48033"/>
                  </a:lnTo>
                  <a:lnTo>
                    <a:pt x="74166" y="48041"/>
                  </a:lnTo>
                  <a:lnTo>
                    <a:pt x="74164" y="48052"/>
                  </a:lnTo>
                  <a:lnTo>
                    <a:pt x="74156" y="48087"/>
                  </a:lnTo>
                  <a:lnTo>
                    <a:pt x="74142" y="48153"/>
                  </a:lnTo>
                  <a:lnTo>
                    <a:pt x="74117" y="48186"/>
                  </a:lnTo>
                  <a:lnTo>
                    <a:pt x="74105" y="48202"/>
                  </a:lnTo>
                  <a:lnTo>
                    <a:pt x="74073" y="48239"/>
                  </a:lnTo>
                  <a:lnTo>
                    <a:pt x="74009" y="48254"/>
                  </a:lnTo>
                  <a:lnTo>
                    <a:pt x="73946" y="48254"/>
                  </a:lnTo>
                  <a:lnTo>
                    <a:pt x="73912" y="48234"/>
                  </a:lnTo>
                  <a:lnTo>
                    <a:pt x="73869" y="48196"/>
                  </a:lnTo>
                  <a:lnTo>
                    <a:pt x="73857" y="48187"/>
                  </a:lnTo>
                  <a:lnTo>
                    <a:pt x="73835" y="48173"/>
                  </a:lnTo>
                  <a:lnTo>
                    <a:pt x="73729" y="48126"/>
                  </a:lnTo>
                  <a:lnTo>
                    <a:pt x="73683" y="48111"/>
                  </a:lnTo>
                  <a:lnTo>
                    <a:pt x="73661" y="48106"/>
                  </a:lnTo>
                  <a:lnTo>
                    <a:pt x="73635" y="48103"/>
                  </a:lnTo>
                  <a:lnTo>
                    <a:pt x="73622" y="48104"/>
                  </a:lnTo>
                  <a:lnTo>
                    <a:pt x="73615" y="48108"/>
                  </a:lnTo>
                  <a:lnTo>
                    <a:pt x="73589" y="48158"/>
                  </a:lnTo>
                  <a:lnTo>
                    <a:pt x="73281" y="49062"/>
                  </a:lnTo>
                  <a:lnTo>
                    <a:pt x="73253" y="49117"/>
                  </a:lnTo>
                  <a:lnTo>
                    <a:pt x="73235" y="49158"/>
                  </a:lnTo>
                  <a:lnTo>
                    <a:pt x="73157" y="49348"/>
                  </a:lnTo>
                  <a:lnTo>
                    <a:pt x="73145" y="49377"/>
                  </a:lnTo>
                  <a:lnTo>
                    <a:pt x="73094" y="49528"/>
                  </a:lnTo>
                  <a:lnTo>
                    <a:pt x="73082" y="49569"/>
                  </a:lnTo>
                  <a:lnTo>
                    <a:pt x="73054" y="49680"/>
                  </a:lnTo>
                  <a:lnTo>
                    <a:pt x="72973" y="50097"/>
                  </a:lnTo>
                  <a:lnTo>
                    <a:pt x="72967" y="50139"/>
                  </a:lnTo>
                  <a:lnTo>
                    <a:pt x="72963" y="50172"/>
                  </a:lnTo>
                  <a:lnTo>
                    <a:pt x="72838" y="50436"/>
                  </a:lnTo>
                  <a:lnTo>
                    <a:pt x="72499" y="50819"/>
                  </a:lnTo>
                  <a:lnTo>
                    <a:pt x="72270" y="51048"/>
                  </a:lnTo>
                  <a:lnTo>
                    <a:pt x="72260" y="51054"/>
                  </a:lnTo>
                  <a:lnTo>
                    <a:pt x="72182" y="51089"/>
                  </a:lnTo>
                  <a:lnTo>
                    <a:pt x="72142" y="51107"/>
                  </a:lnTo>
                  <a:lnTo>
                    <a:pt x="72109" y="51122"/>
                  </a:lnTo>
                  <a:lnTo>
                    <a:pt x="72103" y="51124"/>
                  </a:lnTo>
                  <a:lnTo>
                    <a:pt x="72076" y="51133"/>
                  </a:lnTo>
                  <a:lnTo>
                    <a:pt x="72066" y="51135"/>
                  </a:lnTo>
                  <a:lnTo>
                    <a:pt x="72029" y="51140"/>
                  </a:lnTo>
                  <a:lnTo>
                    <a:pt x="71996" y="51134"/>
                  </a:lnTo>
                  <a:lnTo>
                    <a:pt x="71941" y="51125"/>
                  </a:lnTo>
                  <a:lnTo>
                    <a:pt x="71935" y="51127"/>
                  </a:lnTo>
                  <a:lnTo>
                    <a:pt x="71927" y="51130"/>
                  </a:lnTo>
                  <a:lnTo>
                    <a:pt x="71916" y="51134"/>
                  </a:lnTo>
                  <a:lnTo>
                    <a:pt x="71906" y="51139"/>
                  </a:lnTo>
                  <a:lnTo>
                    <a:pt x="71898" y="51143"/>
                  </a:lnTo>
                  <a:lnTo>
                    <a:pt x="71853" y="51170"/>
                  </a:lnTo>
                  <a:lnTo>
                    <a:pt x="71838" y="51180"/>
                  </a:lnTo>
                  <a:lnTo>
                    <a:pt x="71820" y="51192"/>
                  </a:lnTo>
                  <a:lnTo>
                    <a:pt x="71804" y="51205"/>
                  </a:lnTo>
                  <a:lnTo>
                    <a:pt x="71760" y="51243"/>
                  </a:lnTo>
                  <a:lnTo>
                    <a:pt x="71744" y="51259"/>
                  </a:lnTo>
                  <a:lnTo>
                    <a:pt x="71728" y="51276"/>
                  </a:lnTo>
                  <a:lnTo>
                    <a:pt x="71713" y="51293"/>
                  </a:lnTo>
                  <a:lnTo>
                    <a:pt x="71696" y="51315"/>
                  </a:lnTo>
                  <a:lnTo>
                    <a:pt x="71683" y="51331"/>
                  </a:lnTo>
                  <a:lnTo>
                    <a:pt x="71612" y="51428"/>
                  </a:lnTo>
                  <a:lnTo>
                    <a:pt x="71582" y="51475"/>
                  </a:lnTo>
                  <a:lnTo>
                    <a:pt x="71575" y="51486"/>
                  </a:lnTo>
                  <a:lnTo>
                    <a:pt x="71554" y="51520"/>
                  </a:lnTo>
                  <a:lnTo>
                    <a:pt x="71485" y="51643"/>
                  </a:lnTo>
                  <a:lnTo>
                    <a:pt x="71466" y="51678"/>
                  </a:lnTo>
                  <a:lnTo>
                    <a:pt x="71422" y="51764"/>
                  </a:lnTo>
                  <a:lnTo>
                    <a:pt x="71419" y="51772"/>
                  </a:lnTo>
                  <a:lnTo>
                    <a:pt x="71417" y="51782"/>
                  </a:lnTo>
                  <a:lnTo>
                    <a:pt x="71413" y="51812"/>
                  </a:lnTo>
                  <a:lnTo>
                    <a:pt x="71413" y="51821"/>
                  </a:lnTo>
                  <a:lnTo>
                    <a:pt x="71413" y="51849"/>
                  </a:lnTo>
                  <a:lnTo>
                    <a:pt x="71348" y="52019"/>
                  </a:lnTo>
                  <a:lnTo>
                    <a:pt x="71333" y="52034"/>
                  </a:lnTo>
                  <a:lnTo>
                    <a:pt x="71318" y="52048"/>
                  </a:lnTo>
                  <a:lnTo>
                    <a:pt x="71283" y="52080"/>
                  </a:lnTo>
                  <a:lnTo>
                    <a:pt x="71258" y="52099"/>
                  </a:lnTo>
                  <a:lnTo>
                    <a:pt x="71252" y="52104"/>
                  </a:lnTo>
                  <a:lnTo>
                    <a:pt x="71071" y="52196"/>
                  </a:lnTo>
                  <a:lnTo>
                    <a:pt x="70857" y="52363"/>
                  </a:lnTo>
                  <a:lnTo>
                    <a:pt x="70529" y="52620"/>
                  </a:lnTo>
                  <a:lnTo>
                    <a:pt x="70496" y="52648"/>
                  </a:lnTo>
                  <a:lnTo>
                    <a:pt x="70386" y="52718"/>
                  </a:lnTo>
                  <a:lnTo>
                    <a:pt x="70374" y="52723"/>
                  </a:lnTo>
                  <a:lnTo>
                    <a:pt x="70365" y="52725"/>
                  </a:lnTo>
                  <a:lnTo>
                    <a:pt x="70360" y="52726"/>
                  </a:lnTo>
                  <a:lnTo>
                    <a:pt x="70344" y="52725"/>
                  </a:lnTo>
                  <a:lnTo>
                    <a:pt x="70334" y="52725"/>
                  </a:lnTo>
                  <a:lnTo>
                    <a:pt x="70320" y="52730"/>
                  </a:lnTo>
                  <a:lnTo>
                    <a:pt x="70281" y="52745"/>
                  </a:lnTo>
                  <a:lnTo>
                    <a:pt x="70231" y="52769"/>
                  </a:lnTo>
                  <a:lnTo>
                    <a:pt x="70011" y="52875"/>
                  </a:lnTo>
                  <a:lnTo>
                    <a:pt x="69969" y="52909"/>
                  </a:lnTo>
                  <a:lnTo>
                    <a:pt x="69963" y="52914"/>
                  </a:lnTo>
                  <a:lnTo>
                    <a:pt x="69938" y="52941"/>
                  </a:lnTo>
                  <a:lnTo>
                    <a:pt x="69895" y="52989"/>
                  </a:lnTo>
                  <a:lnTo>
                    <a:pt x="69876" y="53012"/>
                  </a:lnTo>
                  <a:lnTo>
                    <a:pt x="69590" y="53473"/>
                  </a:lnTo>
                  <a:lnTo>
                    <a:pt x="69574" y="53502"/>
                  </a:lnTo>
                  <a:lnTo>
                    <a:pt x="69548" y="53556"/>
                  </a:lnTo>
                  <a:lnTo>
                    <a:pt x="69433" y="53829"/>
                  </a:lnTo>
                  <a:lnTo>
                    <a:pt x="69401" y="53921"/>
                  </a:lnTo>
                  <a:lnTo>
                    <a:pt x="69371" y="54024"/>
                  </a:lnTo>
                  <a:lnTo>
                    <a:pt x="69350" y="54112"/>
                  </a:lnTo>
                  <a:lnTo>
                    <a:pt x="69316" y="54302"/>
                  </a:lnTo>
                  <a:lnTo>
                    <a:pt x="69306" y="54362"/>
                  </a:lnTo>
                  <a:lnTo>
                    <a:pt x="69302" y="54405"/>
                  </a:lnTo>
                  <a:lnTo>
                    <a:pt x="69299" y="54447"/>
                  </a:lnTo>
                  <a:lnTo>
                    <a:pt x="69297" y="54505"/>
                  </a:lnTo>
                  <a:lnTo>
                    <a:pt x="69296" y="54527"/>
                  </a:lnTo>
                  <a:lnTo>
                    <a:pt x="69295" y="54592"/>
                  </a:lnTo>
                  <a:lnTo>
                    <a:pt x="69296" y="54624"/>
                  </a:lnTo>
                  <a:lnTo>
                    <a:pt x="69298" y="54689"/>
                  </a:lnTo>
                  <a:lnTo>
                    <a:pt x="69300" y="54717"/>
                  </a:lnTo>
                  <a:lnTo>
                    <a:pt x="69304" y="54773"/>
                  </a:lnTo>
                  <a:lnTo>
                    <a:pt x="69314" y="54855"/>
                  </a:lnTo>
                  <a:lnTo>
                    <a:pt x="69319" y="54878"/>
                  </a:lnTo>
                  <a:lnTo>
                    <a:pt x="69342" y="54968"/>
                  </a:lnTo>
                  <a:lnTo>
                    <a:pt x="69352" y="55005"/>
                  </a:lnTo>
                  <a:lnTo>
                    <a:pt x="69359" y="55030"/>
                  </a:lnTo>
                  <a:lnTo>
                    <a:pt x="69366" y="55050"/>
                  </a:lnTo>
                  <a:lnTo>
                    <a:pt x="69377" y="55081"/>
                  </a:lnTo>
                  <a:lnTo>
                    <a:pt x="69387" y="55111"/>
                  </a:lnTo>
                  <a:lnTo>
                    <a:pt x="69397" y="55134"/>
                  </a:lnTo>
                  <a:lnTo>
                    <a:pt x="69467" y="55289"/>
                  </a:lnTo>
                  <a:lnTo>
                    <a:pt x="69509" y="55366"/>
                  </a:lnTo>
                  <a:lnTo>
                    <a:pt x="69543" y="55494"/>
                  </a:lnTo>
                  <a:lnTo>
                    <a:pt x="69586" y="55833"/>
                  </a:lnTo>
                  <a:lnTo>
                    <a:pt x="69589" y="55859"/>
                  </a:lnTo>
                  <a:lnTo>
                    <a:pt x="69591" y="55890"/>
                  </a:lnTo>
                  <a:lnTo>
                    <a:pt x="69598" y="55961"/>
                  </a:lnTo>
                  <a:lnTo>
                    <a:pt x="69598" y="55994"/>
                  </a:lnTo>
                  <a:lnTo>
                    <a:pt x="69597" y="56024"/>
                  </a:lnTo>
                  <a:lnTo>
                    <a:pt x="69591" y="56066"/>
                  </a:lnTo>
                  <a:lnTo>
                    <a:pt x="69578" y="56142"/>
                  </a:lnTo>
                  <a:lnTo>
                    <a:pt x="69573" y="56169"/>
                  </a:lnTo>
                  <a:lnTo>
                    <a:pt x="69555" y="56254"/>
                  </a:lnTo>
                  <a:lnTo>
                    <a:pt x="69550" y="56279"/>
                  </a:lnTo>
                  <a:lnTo>
                    <a:pt x="69523" y="56372"/>
                  </a:lnTo>
                  <a:lnTo>
                    <a:pt x="69516" y="56388"/>
                  </a:lnTo>
                  <a:lnTo>
                    <a:pt x="69506" y="56409"/>
                  </a:lnTo>
                  <a:lnTo>
                    <a:pt x="69470" y="56476"/>
                  </a:lnTo>
                  <a:lnTo>
                    <a:pt x="69219" y="56925"/>
                  </a:lnTo>
                  <a:lnTo>
                    <a:pt x="69216" y="56931"/>
                  </a:lnTo>
                  <a:lnTo>
                    <a:pt x="69176" y="57000"/>
                  </a:lnTo>
                  <a:lnTo>
                    <a:pt x="69148" y="57043"/>
                  </a:lnTo>
                  <a:lnTo>
                    <a:pt x="69129" y="57071"/>
                  </a:lnTo>
                  <a:lnTo>
                    <a:pt x="69088" y="57127"/>
                  </a:lnTo>
                  <a:lnTo>
                    <a:pt x="69031" y="57188"/>
                  </a:lnTo>
                  <a:lnTo>
                    <a:pt x="68999" y="57220"/>
                  </a:lnTo>
                  <a:lnTo>
                    <a:pt x="68954" y="57262"/>
                  </a:lnTo>
                  <a:lnTo>
                    <a:pt x="68901" y="57308"/>
                  </a:lnTo>
                  <a:lnTo>
                    <a:pt x="68847" y="57353"/>
                  </a:lnTo>
                  <a:lnTo>
                    <a:pt x="68797" y="57390"/>
                  </a:lnTo>
                  <a:lnTo>
                    <a:pt x="68729" y="57439"/>
                  </a:lnTo>
                  <a:lnTo>
                    <a:pt x="68626" y="57503"/>
                  </a:lnTo>
                  <a:lnTo>
                    <a:pt x="68560" y="57544"/>
                  </a:lnTo>
                  <a:lnTo>
                    <a:pt x="68537" y="57556"/>
                  </a:lnTo>
                  <a:lnTo>
                    <a:pt x="68508" y="57572"/>
                  </a:lnTo>
                  <a:lnTo>
                    <a:pt x="68471" y="57597"/>
                  </a:lnTo>
                  <a:lnTo>
                    <a:pt x="68347" y="57681"/>
                  </a:lnTo>
                  <a:lnTo>
                    <a:pt x="68288" y="57724"/>
                  </a:lnTo>
                  <a:lnTo>
                    <a:pt x="68240" y="57761"/>
                  </a:lnTo>
                  <a:lnTo>
                    <a:pt x="68193" y="57800"/>
                  </a:lnTo>
                  <a:lnTo>
                    <a:pt x="68155" y="57835"/>
                  </a:lnTo>
                  <a:lnTo>
                    <a:pt x="68070" y="57928"/>
                  </a:lnTo>
                  <a:lnTo>
                    <a:pt x="68033" y="57972"/>
                  </a:lnTo>
                  <a:lnTo>
                    <a:pt x="67992" y="58027"/>
                  </a:lnTo>
                  <a:lnTo>
                    <a:pt x="67931" y="58115"/>
                  </a:lnTo>
                  <a:lnTo>
                    <a:pt x="67910" y="58153"/>
                  </a:lnTo>
                  <a:lnTo>
                    <a:pt x="67883" y="58200"/>
                  </a:lnTo>
                  <a:lnTo>
                    <a:pt x="67860" y="58242"/>
                  </a:lnTo>
                  <a:lnTo>
                    <a:pt x="67836" y="58288"/>
                  </a:lnTo>
                  <a:lnTo>
                    <a:pt x="67790" y="58380"/>
                  </a:lnTo>
                  <a:lnTo>
                    <a:pt x="67786" y="58392"/>
                  </a:lnTo>
                  <a:lnTo>
                    <a:pt x="67738" y="58508"/>
                  </a:lnTo>
                  <a:lnTo>
                    <a:pt x="67736" y="58513"/>
                  </a:lnTo>
                  <a:lnTo>
                    <a:pt x="67692" y="58589"/>
                  </a:lnTo>
                  <a:lnTo>
                    <a:pt x="67670" y="58626"/>
                  </a:lnTo>
                  <a:lnTo>
                    <a:pt x="67658" y="58646"/>
                  </a:lnTo>
                  <a:lnTo>
                    <a:pt x="67642" y="58678"/>
                  </a:lnTo>
                  <a:lnTo>
                    <a:pt x="67622" y="58723"/>
                  </a:lnTo>
                  <a:lnTo>
                    <a:pt x="67607" y="58761"/>
                  </a:lnTo>
                  <a:lnTo>
                    <a:pt x="67586" y="58824"/>
                  </a:lnTo>
                  <a:lnTo>
                    <a:pt x="67548" y="58945"/>
                  </a:lnTo>
                  <a:lnTo>
                    <a:pt x="67542" y="58972"/>
                  </a:lnTo>
                  <a:lnTo>
                    <a:pt x="67534" y="59009"/>
                  </a:lnTo>
                  <a:lnTo>
                    <a:pt x="67518" y="59086"/>
                  </a:lnTo>
                  <a:lnTo>
                    <a:pt x="67501" y="59177"/>
                  </a:lnTo>
                  <a:lnTo>
                    <a:pt x="67495" y="59224"/>
                  </a:lnTo>
                  <a:lnTo>
                    <a:pt x="67481" y="59334"/>
                  </a:lnTo>
                  <a:lnTo>
                    <a:pt x="67478" y="59381"/>
                  </a:lnTo>
                  <a:lnTo>
                    <a:pt x="67473" y="59470"/>
                  </a:lnTo>
                  <a:lnTo>
                    <a:pt x="67473" y="59588"/>
                  </a:lnTo>
                  <a:lnTo>
                    <a:pt x="67475" y="59641"/>
                  </a:lnTo>
                  <a:lnTo>
                    <a:pt x="67485" y="59799"/>
                  </a:lnTo>
                  <a:lnTo>
                    <a:pt x="67497" y="59947"/>
                  </a:lnTo>
                  <a:lnTo>
                    <a:pt x="67502" y="59978"/>
                  </a:lnTo>
                  <a:lnTo>
                    <a:pt x="67509" y="60014"/>
                  </a:lnTo>
                  <a:lnTo>
                    <a:pt x="67517" y="60051"/>
                  </a:lnTo>
                  <a:lnTo>
                    <a:pt x="67624" y="60450"/>
                  </a:lnTo>
                  <a:lnTo>
                    <a:pt x="67637" y="60498"/>
                  </a:lnTo>
                  <a:lnTo>
                    <a:pt x="67643" y="60513"/>
                  </a:lnTo>
                  <a:lnTo>
                    <a:pt x="67708" y="60691"/>
                  </a:lnTo>
                  <a:lnTo>
                    <a:pt x="67726" y="60738"/>
                  </a:lnTo>
                  <a:lnTo>
                    <a:pt x="67941" y="61229"/>
                  </a:lnTo>
                  <a:lnTo>
                    <a:pt x="67963" y="61279"/>
                  </a:lnTo>
                  <a:lnTo>
                    <a:pt x="67981" y="61319"/>
                  </a:lnTo>
                  <a:lnTo>
                    <a:pt x="68021" y="61395"/>
                  </a:lnTo>
                  <a:lnTo>
                    <a:pt x="68064" y="61466"/>
                  </a:lnTo>
                  <a:lnTo>
                    <a:pt x="68093" y="61509"/>
                  </a:lnTo>
                  <a:lnTo>
                    <a:pt x="68144" y="61578"/>
                  </a:lnTo>
                  <a:lnTo>
                    <a:pt x="68222" y="61683"/>
                  </a:lnTo>
                  <a:lnTo>
                    <a:pt x="68273" y="61750"/>
                  </a:lnTo>
                  <a:lnTo>
                    <a:pt x="68297" y="61779"/>
                  </a:lnTo>
                  <a:lnTo>
                    <a:pt x="68328" y="61812"/>
                  </a:lnTo>
                  <a:lnTo>
                    <a:pt x="68385" y="61872"/>
                  </a:lnTo>
                  <a:lnTo>
                    <a:pt x="68432" y="61913"/>
                  </a:lnTo>
                  <a:lnTo>
                    <a:pt x="68444" y="61921"/>
                  </a:lnTo>
                  <a:lnTo>
                    <a:pt x="68533" y="61983"/>
                  </a:lnTo>
                  <a:lnTo>
                    <a:pt x="68562" y="61999"/>
                  </a:lnTo>
                  <a:lnTo>
                    <a:pt x="68609" y="62023"/>
                  </a:lnTo>
                  <a:lnTo>
                    <a:pt x="68634" y="62036"/>
                  </a:lnTo>
                  <a:lnTo>
                    <a:pt x="68647" y="62044"/>
                  </a:lnTo>
                  <a:lnTo>
                    <a:pt x="68654" y="62050"/>
                  </a:lnTo>
                  <a:lnTo>
                    <a:pt x="68660" y="62056"/>
                  </a:lnTo>
                  <a:lnTo>
                    <a:pt x="68668" y="62066"/>
                  </a:lnTo>
                  <a:lnTo>
                    <a:pt x="68674" y="62077"/>
                  </a:lnTo>
                  <a:lnTo>
                    <a:pt x="68678" y="62086"/>
                  </a:lnTo>
                  <a:lnTo>
                    <a:pt x="68682" y="62094"/>
                  </a:lnTo>
                  <a:lnTo>
                    <a:pt x="68722" y="62196"/>
                  </a:lnTo>
                  <a:lnTo>
                    <a:pt x="68728" y="62210"/>
                  </a:lnTo>
                  <a:lnTo>
                    <a:pt x="68731" y="62219"/>
                  </a:lnTo>
                  <a:lnTo>
                    <a:pt x="68756" y="62289"/>
                  </a:lnTo>
                  <a:lnTo>
                    <a:pt x="68817" y="62521"/>
                  </a:lnTo>
                  <a:lnTo>
                    <a:pt x="68823" y="62543"/>
                  </a:lnTo>
                  <a:lnTo>
                    <a:pt x="68824" y="62560"/>
                  </a:lnTo>
                  <a:lnTo>
                    <a:pt x="68824" y="62575"/>
                  </a:lnTo>
                  <a:lnTo>
                    <a:pt x="68821" y="62591"/>
                  </a:lnTo>
                  <a:lnTo>
                    <a:pt x="68819" y="62605"/>
                  </a:lnTo>
                  <a:lnTo>
                    <a:pt x="68804" y="62650"/>
                  </a:lnTo>
                  <a:lnTo>
                    <a:pt x="68799" y="62667"/>
                  </a:lnTo>
                  <a:lnTo>
                    <a:pt x="68725" y="62813"/>
                  </a:lnTo>
                  <a:lnTo>
                    <a:pt x="68640" y="62979"/>
                  </a:lnTo>
                  <a:lnTo>
                    <a:pt x="68538" y="63167"/>
                  </a:lnTo>
                  <a:lnTo>
                    <a:pt x="68377" y="63313"/>
                  </a:lnTo>
                  <a:lnTo>
                    <a:pt x="68288" y="63522"/>
                  </a:lnTo>
                  <a:lnTo>
                    <a:pt x="68184" y="63664"/>
                  </a:lnTo>
                  <a:lnTo>
                    <a:pt x="68009" y="63791"/>
                  </a:lnTo>
                  <a:lnTo>
                    <a:pt x="67835" y="63945"/>
                  </a:lnTo>
                  <a:lnTo>
                    <a:pt x="67678" y="64085"/>
                  </a:lnTo>
                  <a:lnTo>
                    <a:pt x="67666" y="64095"/>
                  </a:lnTo>
                  <a:lnTo>
                    <a:pt x="67660" y="64101"/>
                  </a:lnTo>
                  <a:lnTo>
                    <a:pt x="67596" y="64156"/>
                  </a:lnTo>
                  <a:lnTo>
                    <a:pt x="67551" y="64195"/>
                  </a:lnTo>
                  <a:lnTo>
                    <a:pt x="67529" y="64215"/>
                  </a:lnTo>
                  <a:lnTo>
                    <a:pt x="67395" y="64423"/>
                  </a:lnTo>
                  <a:lnTo>
                    <a:pt x="67165" y="64782"/>
                  </a:lnTo>
                  <a:lnTo>
                    <a:pt x="67145" y="64849"/>
                  </a:lnTo>
                  <a:lnTo>
                    <a:pt x="67085" y="65048"/>
                  </a:lnTo>
                  <a:lnTo>
                    <a:pt x="67069" y="65146"/>
                  </a:lnTo>
                  <a:lnTo>
                    <a:pt x="67070" y="65271"/>
                  </a:lnTo>
                  <a:lnTo>
                    <a:pt x="67073" y="65284"/>
                  </a:lnTo>
                  <a:lnTo>
                    <a:pt x="67079" y="65309"/>
                  </a:lnTo>
                  <a:lnTo>
                    <a:pt x="67117" y="65458"/>
                  </a:lnTo>
                  <a:lnTo>
                    <a:pt x="67162" y="65559"/>
                  </a:lnTo>
                  <a:lnTo>
                    <a:pt x="67166" y="65567"/>
                  </a:lnTo>
                  <a:lnTo>
                    <a:pt x="67203" y="65623"/>
                  </a:lnTo>
                  <a:lnTo>
                    <a:pt x="67222" y="65651"/>
                  </a:lnTo>
                  <a:lnTo>
                    <a:pt x="67230" y="65679"/>
                  </a:lnTo>
                  <a:lnTo>
                    <a:pt x="67249" y="65751"/>
                  </a:lnTo>
                  <a:lnTo>
                    <a:pt x="67250" y="65756"/>
                  </a:lnTo>
                  <a:lnTo>
                    <a:pt x="67298" y="66194"/>
                  </a:lnTo>
                  <a:lnTo>
                    <a:pt x="67284" y="66254"/>
                  </a:lnTo>
                  <a:lnTo>
                    <a:pt x="67232" y="66346"/>
                  </a:lnTo>
                  <a:lnTo>
                    <a:pt x="67220" y="66368"/>
                  </a:lnTo>
                  <a:lnTo>
                    <a:pt x="67196" y="66483"/>
                  </a:lnTo>
                  <a:lnTo>
                    <a:pt x="67179" y="66570"/>
                  </a:lnTo>
                  <a:lnTo>
                    <a:pt x="67178" y="66664"/>
                  </a:lnTo>
                  <a:lnTo>
                    <a:pt x="67166" y="66764"/>
                  </a:lnTo>
                  <a:lnTo>
                    <a:pt x="67141" y="66824"/>
                  </a:lnTo>
                  <a:lnTo>
                    <a:pt x="67139" y="66830"/>
                  </a:lnTo>
                  <a:lnTo>
                    <a:pt x="67108" y="66867"/>
                  </a:lnTo>
                  <a:lnTo>
                    <a:pt x="67091" y="66914"/>
                  </a:lnTo>
                  <a:lnTo>
                    <a:pt x="67049" y="67050"/>
                  </a:lnTo>
                  <a:lnTo>
                    <a:pt x="67046" y="67061"/>
                  </a:lnTo>
                  <a:lnTo>
                    <a:pt x="67037" y="67109"/>
                  </a:lnTo>
                  <a:lnTo>
                    <a:pt x="66998" y="67364"/>
                  </a:lnTo>
                  <a:lnTo>
                    <a:pt x="66993" y="67398"/>
                  </a:lnTo>
                  <a:lnTo>
                    <a:pt x="66992" y="67444"/>
                  </a:lnTo>
                  <a:lnTo>
                    <a:pt x="66992" y="67463"/>
                  </a:lnTo>
                  <a:lnTo>
                    <a:pt x="66991" y="67527"/>
                  </a:lnTo>
                  <a:lnTo>
                    <a:pt x="66991" y="67552"/>
                  </a:lnTo>
                  <a:lnTo>
                    <a:pt x="66991" y="67583"/>
                  </a:lnTo>
                  <a:lnTo>
                    <a:pt x="66990" y="67615"/>
                  </a:lnTo>
                  <a:lnTo>
                    <a:pt x="66990" y="67637"/>
                  </a:lnTo>
                  <a:lnTo>
                    <a:pt x="66990" y="67646"/>
                  </a:lnTo>
                  <a:lnTo>
                    <a:pt x="67020" y="67921"/>
                  </a:lnTo>
                  <a:lnTo>
                    <a:pt x="67007" y="68061"/>
                  </a:lnTo>
                  <a:lnTo>
                    <a:pt x="66987" y="68273"/>
                  </a:lnTo>
                  <a:lnTo>
                    <a:pt x="66963" y="68522"/>
                  </a:lnTo>
                  <a:lnTo>
                    <a:pt x="66900" y="68901"/>
                  </a:lnTo>
                  <a:lnTo>
                    <a:pt x="66735" y="69731"/>
                  </a:lnTo>
                  <a:lnTo>
                    <a:pt x="66732" y="69741"/>
                  </a:lnTo>
                  <a:lnTo>
                    <a:pt x="66699" y="69874"/>
                  </a:lnTo>
                  <a:lnTo>
                    <a:pt x="66696" y="69886"/>
                  </a:lnTo>
                  <a:lnTo>
                    <a:pt x="66685" y="69924"/>
                  </a:lnTo>
                  <a:lnTo>
                    <a:pt x="66679" y="69945"/>
                  </a:lnTo>
                  <a:lnTo>
                    <a:pt x="66638" y="70088"/>
                  </a:lnTo>
                  <a:lnTo>
                    <a:pt x="66609" y="70187"/>
                  </a:lnTo>
                  <a:lnTo>
                    <a:pt x="66527" y="70471"/>
                  </a:lnTo>
                  <a:lnTo>
                    <a:pt x="66521" y="70487"/>
                  </a:lnTo>
                  <a:lnTo>
                    <a:pt x="66513" y="70509"/>
                  </a:lnTo>
                  <a:lnTo>
                    <a:pt x="66483" y="70591"/>
                  </a:lnTo>
                  <a:lnTo>
                    <a:pt x="66456" y="70663"/>
                  </a:lnTo>
                  <a:lnTo>
                    <a:pt x="66419" y="70725"/>
                  </a:lnTo>
                  <a:lnTo>
                    <a:pt x="66394" y="70765"/>
                  </a:lnTo>
                  <a:lnTo>
                    <a:pt x="66367" y="70840"/>
                  </a:lnTo>
                  <a:lnTo>
                    <a:pt x="66362" y="70854"/>
                  </a:lnTo>
                  <a:lnTo>
                    <a:pt x="66331" y="70989"/>
                  </a:lnTo>
                  <a:lnTo>
                    <a:pt x="66304" y="71108"/>
                  </a:lnTo>
                  <a:lnTo>
                    <a:pt x="66299" y="71130"/>
                  </a:lnTo>
                  <a:lnTo>
                    <a:pt x="66296" y="71143"/>
                  </a:lnTo>
                  <a:lnTo>
                    <a:pt x="66289" y="71174"/>
                  </a:lnTo>
                  <a:lnTo>
                    <a:pt x="66281" y="71208"/>
                  </a:lnTo>
                  <a:lnTo>
                    <a:pt x="66261" y="71256"/>
                  </a:lnTo>
                  <a:lnTo>
                    <a:pt x="66234" y="71249"/>
                  </a:lnTo>
                  <a:lnTo>
                    <a:pt x="66225" y="71250"/>
                  </a:lnTo>
                  <a:lnTo>
                    <a:pt x="66213" y="71253"/>
                  </a:lnTo>
                  <a:lnTo>
                    <a:pt x="66188" y="71258"/>
                  </a:lnTo>
                  <a:lnTo>
                    <a:pt x="66181" y="71264"/>
                  </a:lnTo>
                  <a:lnTo>
                    <a:pt x="66174" y="71271"/>
                  </a:lnTo>
                  <a:lnTo>
                    <a:pt x="66163" y="71281"/>
                  </a:lnTo>
                  <a:lnTo>
                    <a:pt x="66146" y="71347"/>
                  </a:lnTo>
                  <a:lnTo>
                    <a:pt x="66143" y="71380"/>
                  </a:lnTo>
                  <a:lnTo>
                    <a:pt x="66137" y="71475"/>
                  </a:lnTo>
                  <a:lnTo>
                    <a:pt x="66112" y="71606"/>
                  </a:lnTo>
                  <a:lnTo>
                    <a:pt x="66087" y="71681"/>
                  </a:lnTo>
                  <a:lnTo>
                    <a:pt x="66061" y="71755"/>
                  </a:lnTo>
                  <a:lnTo>
                    <a:pt x="66048" y="71781"/>
                  </a:lnTo>
                  <a:lnTo>
                    <a:pt x="66004" y="71865"/>
                  </a:lnTo>
                  <a:lnTo>
                    <a:pt x="65987" y="71896"/>
                  </a:lnTo>
                  <a:lnTo>
                    <a:pt x="65958" y="71928"/>
                  </a:lnTo>
                  <a:lnTo>
                    <a:pt x="65933" y="71954"/>
                  </a:lnTo>
                  <a:lnTo>
                    <a:pt x="65916" y="71972"/>
                  </a:lnTo>
                  <a:lnTo>
                    <a:pt x="65822" y="72084"/>
                  </a:lnTo>
                  <a:lnTo>
                    <a:pt x="65789" y="72131"/>
                  </a:lnTo>
                  <a:lnTo>
                    <a:pt x="65785" y="72142"/>
                  </a:lnTo>
                  <a:lnTo>
                    <a:pt x="65782" y="72149"/>
                  </a:lnTo>
                  <a:lnTo>
                    <a:pt x="65766" y="72186"/>
                  </a:lnTo>
                  <a:lnTo>
                    <a:pt x="65757" y="72208"/>
                  </a:lnTo>
                  <a:lnTo>
                    <a:pt x="65745" y="72246"/>
                  </a:lnTo>
                  <a:lnTo>
                    <a:pt x="65706" y="72374"/>
                  </a:lnTo>
                  <a:lnTo>
                    <a:pt x="65682" y="72454"/>
                  </a:lnTo>
                  <a:lnTo>
                    <a:pt x="65674" y="72478"/>
                  </a:lnTo>
                  <a:lnTo>
                    <a:pt x="65663" y="72516"/>
                  </a:lnTo>
                  <a:lnTo>
                    <a:pt x="65652" y="72550"/>
                  </a:lnTo>
                  <a:lnTo>
                    <a:pt x="65643" y="72581"/>
                  </a:lnTo>
                  <a:lnTo>
                    <a:pt x="65638" y="72596"/>
                  </a:lnTo>
                  <a:lnTo>
                    <a:pt x="65637" y="72603"/>
                  </a:lnTo>
                  <a:lnTo>
                    <a:pt x="65636" y="72609"/>
                  </a:lnTo>
                  <a:lnTo>
                    <a:pt x="65634" y="72626"/>
                  </a:lnTo>
                  <a:lnTo>
                    <a:pt x="65629" y="72651"/>
                  </a:lnTo>
                  <a:lnTo>
                    <a:pt x="65628" y="72657"/>
                  </a:lnTo>
                  <a:lnTo>
                    <a:pt x="65606" y="72798"/>
                  </a:lnTo>
                  <a:lnTo>
                    <a:pt x="65604" y="72806"/>
                  </a:lnTo>
                  <a:lnTo>
                    <a:pt x="65602" y="72830"/>
                  </a:lnTo>
                  <a:lnTo>
                    <a:pt x="65601" y="72852"/>
                  </a:lnTo>
                  <a:lnTo>
                    <a:pt x="65600" y="72863"/>
                  </a:lnTo>
                  <a:lnTo>
                    <a:pt x="65598" y="72878"/>
                  </a:lnTo>
                  <a:lnTo>
                    <a:pt x="65537" y="73623"/>
                  </a:lnTo>
                  <a:lnTo>
                    <a:pt x="65538" y="73658"/>
                  </a:lnTo>
                  <a:lnTo>
                    <a:pt x="65538" y="73708"/>
                  </a:lnTo>
                  <a:lnTo>
                    <a:pt x="65540" y="73796"/>
                  </a:lnTo>
                  <a:lnTo>
                    <a:pt x="65540" y="73802"/>
                  </a:lnTo>
                  <a:lnTo>
                    <a:pt x="65540" y="73856"/>
                  </a:lnTo>
                  <a:lnTo>
                    <a:pt x="65541" y="73902"/>
                  </a:lnTo>
                  <a:lnTo>
                    <a:pt x="65544" y="74078"/>
                  </a:lnTo>
                  <a:lnTo>
                    <a:pt x="65545" y="74113"/>
                  </a:lnTo>
                  <a:lnTo>
                    <a:pt x="65557" y="74367"/>
                  </a:lnTo>
                  <a:lnTo>
                    <a:pt x="65558" y="74389"/>
                  </a:lnTo>
                  <a:lnTo>
                    <a:pt x="65562" y="74409"/>
                  </a:lnTo>
                  <a:lnTo>
                    <a:pt x="65577" y="74489"/>
                  </a:lnTo>
                  <a:lnTo>
                    <a:pt x="65578" y="74496"/>
                  </a:lnTo>
                  <a:lnTo>
                    <a:pt x="65589" y="74501"/>
                  </a:lnTo>
                  <a:lnTo>
                    <a:pt x="65601" y="74499"/>
                  </a:lnTo>
                  <a:lnTo>
                    <a:pt x="65614" y="74497"/>
                  </a:lnTo>
                  <a:lnTo>
                    <a:pt x="65626" y="74507"/>
                  </a:lnTo>
                  <a:lnTo>
                    <a:pt x="65630" y="74511"/>
                  </a:lnTo>
                  <a:lnTo>
                    <a:pt x="65632" y="74515"/>
                  </a:lnTo>
                  <a:lnTo>
                    <a:pt x="65639" y="74526"/>
                  </a:lnTo>
                  <a:lnTo>
                    <a:pt x="65653" y="74585"/>
                  </a:lnTo>
                  <a:lnTo>
                    <a:pt x="65657" y="74602"/>
                  </a:lnTo>
                  <a:lnTo>
                    <a:pt x="65653" y="74619"/>
                  </a:lnTo>
                  <a:lnTo>
                    <a:pt x="65615" y="74773"/>
                  </a:lnTo>
                  <a:lnTo>
                    <a:pt x="65611" y="74791"/>
                  </a:lnTo>
                  <a:lnTo>
                    <a:pt x="65564" y="74923"/>
                  </a:lnTo>
                  <a:lnTo>
                    <a:pt x="65536" y="75002"/>
                  </a:lnTo>
                  <a:lnTo>
                    <a:pt x="65524" y="75037"/>
                  </a:lnTo>
                  <a:lnTo>
                    <a:pt x="65520" y="75048"/>
                  </a:lnTo>
                  <a:lnTo>
                    <a:pt x="65399" y="75389"/>
                  </a:lnTo>
                  <a:lnTo>
                    <a:pt x="65397" y="75395"/>
                  </a:lnTo>
                  <a:lnTo>
                    <a:pt x="65369" y="75465"/>
                  </a:lnTo>
                  <a:lnTo>
                    <a:pt x="65367" y="75471"/>
                  </a:lnTo>
                  <a:lnTo>
                    <a:pt x="65323" y="75568"/>
                  </a:lnTo>
                  <a:lnTo>
                    <a:pt x="65320" y="75575"/>
                  </a:lnTo>
                  <a:lnTo>
                    <a:pt x="65280" y="75615"/>
                  </a:lnTo>
                  <a:lnTo>
                    <a:pt x="65277" y="75619"/>
                  </a:lnTo>
                  <a:lnTo>
                    <a:pt x="65271" y="75631"/>
                  </a:lnTo>
                  <a:lnTo>
                    <a:pt x="65262" y="75649"/>
                  </a:lnTo>
                  <a:lnTo>
                    <a:pt x="65258" y="75656"/>
                  </a:lnTo>
                  <a:lnTo>
                    <a:pt x="65252" y="75668"/>
                  </a:lnTo>
                  <a:lnTo>
                    <a:pt x="65159" y="75855"/>
                  </a:lnTo>
                  <a:lnTo>
                    <a:pt x="65152" y="75871"/>
                  </a:lnTo>
                  <a:lnTo>
                    <a:pt x="65146" y="75890"/>
                  </a:lnTo>
                  <a:lnTo>
                    <a:pt x="65120" y="76001"/>
                  </a:lnTo>
                  <a:lnTo>
                    <a:pt x="65117" y="76014"/>
                  </a:lnTo>
                  <a:lnTo>
                    <a:pt x="65105" y="76059"/>
                  </a:lnTo>
                  <a:lnTo>
                    <a:pt x="65096" y="76092"/>
                  </a:lnTo>
                  <a:lnTo>
                    <a:pt x="65092" y="76099"/>
                  </a:lnTo>
                  <a:lnTo>
                    <a:pt x="65002" y="76242"/>
                  </a:lnTo>
                  <a:lnTo>
                    <a:pt x="64994" y="76252"/>
                  </a:lnTo>
                  <a:lnTo>
                    <a:pt x="64966" y="76288"/>
                  </a:lnTo>
                  <a:lnTo>
                    <a:pt x="64932" y="76300"/>
                  </a:lnTo>
                  <a:lnTo>
                    <a:pt x="64891" y="76304"/>
                  </a:lnTo>
                  <a:lnTo>
                    <a:pt x="64871" y="76312"/>
                  </a:lnTo>
                  <a:lnTo>
                    <a:pt x="64814" y="76337"/>
                  </a:lnTo>
                  <a:lnTo>
                    <a:pt x="64805" y="76346"/>
                  </a:lnTo>
                  <a:lnTo>
                    <a:pt x="64800" y="76351"/>
                  </a:lnTo>
                  <a:lnTo>
                    <a:pt x="64797" y="76356"/>
                  </a:lnTo>
                  <a:lnTo>
                    <a:pt x="64771" y="76400"/>
                  </a:lnTo>
                  <a:lnTo>
                    <a:pt x="64767" y="76408"/>
                  </a:lnTo>
                  <a:lnTo>
                    <a:pt x="64666" y="76629"/>
                  </a:lnTo>
                  <a:lnTo>
                    <a:pt x="64658" y="76651"/>
                  </a:lnTo>
                  <a:lnTo>
                    <a:pt x="64631" y="76874"/>
                  </a:lnTo>
                  <a:lnTo>
                    <a:pt x="64625" y="76998"/>
                  </a:lnTo>
                  <a:lnTo>
                    <a:pt x="64625" y="77060"/>
                  </a:lnTo>
                  <a:lnTo>
                    <a:pt x="64654" y="77335"/>
                  </a:lnTo>
                  <a:lnTo>
                    <a:pt x="64672" y="77439"/>
                  </a:lnTo>
                  <a:lnTo>
                    <a:pt x="64675" y="77447"/>
                  </a:lnTo>
                  <a:lnTo>
                    <a:pt x="64690" y="77482"/>
                  </a:lnTo>
                  <a:lnTo>
                    <a:pt x="64704" y="77514"/>
                  </a:lnTo>
                  <a:lnTo>
                    <a:pt x="64752" y="77557"/>
                  </a:lnTo>
                  <a:lnTo>
                    <a:pt x="64727" y="77825"/>
                  </a:lnTo>
                  <a:lnTo>
                    <a:pt x="64680" y="77985"/>
                  </a:lnTo>
                  <a:lnTo>
                    <a:pt x="64662" y="78048"/>
                  </a:lnTo>
                  <a:lnTo>
                    <a:pt x="64623" y="78177"/>
                  </a:lnTo>
                  <a:lnTo>
                    <a:pt x="64591" y="78286"/>
                  </a:lnTo>
                  <a:lnTo>
                    <a:pt x="64583" y="78314"/>
                  </a:lnTo>
                  <a:lnTo>
                    <a:pt x="64558" y="78401"/>
                  </a:lnTo>
                  <a:lnTo>
                    <a:pt x="64551" y="78429"/>
                  </a:lnTo>
                  <a:lnTo>
                    <a:pt x="64548" y="78439"/>
                  </a:lnTo>
                  <a:lnTo>
                    <a:pt x="64533" y="78517"/>
                  </a:lnTo>
                  <a:lnTo>
                    <a:pt x="64525" y="78552"/>
                  </a:lnTo>
                  <a:lnTo>
                    <a:pt x="64506" y="78647"/>
                  </a:lnTo>
                  <a:lnTo>
                    <a:pt x="64499" y="78709"/>
                  </a:lnTo>
                  <a:lnTo>
                    <a:pt x="64497" y="78727"/>
                  </a:lnTo>
                  <a:lnTo>
                    <a:pt x="64494" y="78753"/>
                  </a:lnTo>
                  <a:lnTo>
                    <a:pt x="64493" y="78758"/>
                  </a:lnTo>
                  <a:lnTo>
                    <a:pt x="64510" y="78784"/>
                  </a:lnTo>
                  <a:lnTo>
                    <a:pt x="64516" y="78793"/>
                  </a:lnTo>
                  <a:lnTo>
                    <a:pt x="64522" y="78803"/>
                  </a:lnTo>
                  <a:lnTo>
                    <a:pt x="64526" y="78808"/>
                  </a:lnTo>
                  <a:lnTo>
                    <a:pt x="64529" y="78826"/>
                  </a:lnTo>
                  <a:lnTo>
                    <a:pt x="64447" y="79183"/>
                  </a:lnTo>
                  <a:lnTo>
                    <a:pt x="64415" y="79229"/>
                  </a:lnTo>
                  <a:lnTo>
                    <a:pt x="64404" y="79240"/>
                  </a:lnTo>
                  <a:lnTo>
                    <a:pt x="64365" y="79276"/>
                  </a:lnTo>
                  <a:lnTo>
                    <a:pt x="64360" y="79291"/>
                  </a:lnTo>
                  <a:lnTo>
                    <a:pt x="64319" y="79403"/>
                  </a:lnTo>
                  <a:lnTo>
                    <a:pt x="64303" y="79448"/>
                  </a:lnTo>
                  <a:lnTo>
                    <a:pt x="64310" y="79504"/>
                  </a:lnTo>
                  <a:lnTo>
                    <a:pt x="64336" y="79559"/>
                  </a:lnTo>
                  <a:lnTo>
                    <a:pt x="64348" y="79578"/>
                  </a:lnTo>
                  <a:lnTo>
                    <a:pt x="64393" y="79644"/>
                  </a:lnTo>
                  <a:lnTo>
                    <a:pt x="64392" y="79677"/>
                  </a:lnTo>
                  <a:lnTo>
                    <a:pt x="64389" y="79690"/>
                  </a:lnTo>
                  <a:lnTo>
                    <a:pt x="64381" y="79724"/>
                  </a:lnTo>
                  <a:lnTo>
                    <a:pt x="64348" y="79798"/>
                  </a:lnTo>
                  <a:lnTo>
                    <a:pt x="64333" y="79809"/>
                  </a:lnTo>
                  <a:lnTo>
                    <a:pt x="64306" y="79812"/>
                  </a:lnTo>
                  <a:lnTo>
                    <a:pt x="64278" y="79816"/>
                  </a:lnTo>
                  <a:lnTo>
                    <a:pt x="64251" y="79820"/>
                  </a:lnTo>
                  <a:lnTo>
                    <a:pt x="64236" y="79828"/>
                  </a:lnTo>
                  <a:lnTo>
                    <a:pt x="64197" y="79849"/>
                  </a:lnTo>
                  <a:lnTo>
                    <a:pt x="64190" y="79853"/>
                  </a:lnTo>
                  <a:lnTo>
                    <a:pt x="64171" y="79870"/>
                  </a:lnTo>
                  <a:lnTo>
                    <a:pt x="64162" y="79877"/>
                  </a:lnTo>
                  <a:lnTo>
                    <a:pt x="64128" y="79906"/>
                  </a:lnTo>
                  <a:lnTo>
                    <a:pt x="64096" y="79952"/>
                  </a:lnTo>
                  <a:lnTo>
                    <a:pt x="64079" y="79993"/>
                  </a:lnTo>
                  <a:lnTo>
                    <a:pt x="64049" y="80066"/>
                  </a:lnTo>
                  <a:lnTo>
                    <a:pt x="64040" y="80098"/>
                  </a:lnTo>
                  <a:lnTo>
                    <a:pt x="64018" y="80184"/>
                  </a:lnTo>
                  <a:lnTo>
                    <a:pt x="63872" y="80834"/>
                  </a:lnTo>
                  <a:lnTo>
                    <a:pt x="63870" y="80841"/>
                  </a:lnTo>
                  <a:lnTo>
                    <a:pt x="63850" y="80959"/>
                  </a:lnTo>
                  <a:lnTo>
                    <a:pt x="63833" y="81060"/>
                  </a:lnTo>
                  <a:lnTo>
                    <a:pt x="63828" y="81093"/>
                  </a:lnTo>
                  <a:lnTo>
                    <a:pt x="63826" y="81100"/>
                  </a:lnTo>
                  <a:lnTo>
                    <a:pt x="63816" y="81279"/>
                  </a:lnTo>
                  <a:lnTo>
                    <a:pt x="63809" y="81410"/>
                  </a:lnTo>
                  <a:lnTo>
                    <a:pt x="63808" y="81420"/>
                  </a:lnTo>
                  <a:lnTo>
                    <a:pt x="63800" y="81677"/>
                  </a:lnTo>
                  <a:lnTo>
                    <a:pt x="63797" y="82004"/>
                  </a:lnTo>
                  <a:lnTo>
                    <a:pt x="63797" y="82046"/>
                  </a:lnTo>
                  <a:lnTo>
                    <a:pt x="63798" y="82353"/>
                  </a:lnTo>
                  <a:lnTo>
                    <a:pt x="63800" y="82405"/>
                  </a:lnTo>
                  <a:lnTo>
                    <a:pt x="63805" y="82513"/>
                  </a:lnTo>
                  <a:lnTo>
                    <a:pt x="63798" y="82561"/>
                  </a:lnTo>
                  <a:lnTo>
                    <a:pt x="63789" y="82616"/>
                  </a:lnTo>
                  <a:lnTo>
                    <a:pt x="63787" y="82631"/>
                  </a:lnTo>
                  <a:lnTo>
                    <a:pt x="63719" y="82897"/>
                  </a:lnTo>
                  <a:lnTo>
                    <a:pt x="63684" y="83042"/>
                  </a:lnTo>
                  <a:lnTo>
                    <a:pt x="63643" y="83215"/>
                  </a:lnTo>
                  <a:lnTo>
                    <a:pt x="63636" y="83322"/>
                  </a:lnTo>
                  <a:lnTo>
                    <a:pt x="63652" y="83437"/>
                  </a:lnTo>
                  <a:lnTo>
                    <a:pt x="63654" y="83450"/>
                  </a:lnTo>
                  <a:lnTo>
                    <a:pt x="63649" y="83463"/>
                  </a:lnTo>
                  <a:lnTo>
                    <a:pt x="63627" y="83517"/>
                  </a:lnTo>
                  <a:lnTo>
                    <a:pt x="63612" y="83556"/>
                  </a:lnTo>
                  <a:lnTo>
                    <a:pt x="63482" y="83837"/>
                  </a:lnTo>
                  <a:lnTo>
                    <a:pt x="63439" y="83932"/>
                  </a:lnTo>
                  <a:lnTo>
                    <a:pt x="63420" y="83947"/>
                  </a:lnTo>
                  <a:lnTo>
                    <a:pt x="63399" y="83976"/>
                  </a:lnTo>
                  <a:lnTo>
                    <a:pt x="63348" y="84046"/>
                  </a:lnTo>
                  <a:lnTo>
                    <a:pt x="63325" y="84080"/>
                  </a:lnTo>
                  <a:lnTo>
                    <a:pt x="63320" y="84089"/>
                  </a:lnTo>
                  <a:lnTo>
                    <a:pt x="63043" y="84607"/>
                  </a:lnTo>
                  <a:lnTo>
                    <a:pt x="63029" y="84634"/>
                  </a:lnTo>
                  <a:lnTo>
                    <a:pt x="62988" y="84797"/>
                  </a:lnTo>
                  <a:lnTo>
                    <a:pt x="62986" y="84807"/>
                  </a:lnTo>
                  <a:lnTo>
                    <a:pt x="62977" y="84853"/>
                  </a:lnTo>
                  <a:lnTo>
                    <a:pt x="62963" y="84930"/>
                  </a:lnTo>
                  <a:lnTo>
                    <a:pt x="62952" y="84992"/>
                  </a:lnTo>
                  <a:lnTo>
                    <a:pt x="62873" y="85349"/>
                  </a:lnTo>
                  <a:lnTo>
                    <a:pt x="62871" y="85357"/>
                  </a:lnTo>
                  <a:lnTo>
                    <a:pt x="62869" y="85366"/>
                  </a:lnTo>
                  <a:lnTo>
                    <a:pt x="62820" y="85553"/>
                  </a:lnTo>
                  <a:lnTo>
                    <a:pt x="62770" y="85742"/>
                  </a:lnTo>
                  <a:lnTo>
                    <a:pt x="62746" y="85780"/>
                  </a:lnTo>
                  <a:lnTo>
                    <a:pt x="62744" y="85794"/>
                  </a:lnTo>
                  <a:lnTo>
                    <a:pt x="62713" y="85947"/>
                  </a:lnTo>
                  <a:lnTo>
                    <a:pt x="62712" y="85953"/>
                  </a:lnTo>
                  <a:lnTo>
                    <a:pt x="62680" y="86177"/>
                  </a:lnTo>
                  <a:lnTo>
                    <a:pt x="62676" y="86202"/>
                  </a:lnTo>
                  <a:lnTo>
                    <a:pt x="62670" y="86247"/>
                  </a:lnTo>
                  <a:lnTo>
                    <a:pt x="62664" y="86287"/>
                  </a:lnTo>
                  <a:lnTo>
                    <a:pt x="62664" y="86295"/>
                  </a:lnTo>
                  <a:lnTo>
                    <a:pt x="62665" y="86309"/>
                  </a:lnTo>
                  <a:lnTo>
                    <a:pt x="62667" y="86389"/>
                  </a:lnTo>
                  <a:lnTo>
                    <a:pt x="62667" y="86396"/>
                  </a:lnTo>
                  <a:lnTo>
                    <a:pt x="62707" y="86587"/>
                  </a:lnTo>
                  <a:lnTo>
                    <a:pt x="62719" y="86711"/>
                  </a:lnTo>
                  <a:lnTo>
                    <a:pt x="62723" y="86746"/>
                  </a:lnTo>
                  <a:lnTo>
                    <a:pt x="62724" y="86760"/>
                  </a:lnTo>
                  <a:lnTo>
                    <a:pt x="62748" y="87036"/>
                  </a:lnTo>
                  <a:lnTo>
                    <a:pt x="62758" y="87150"/>
                  </a:lnTo>
                  <a:lnTo>
                    <a:pt x="62757" y="87236"/>
                  </a:lnTo>
                  <a:lnTo>
                    <a:pt x="62757" y="87258"/>
                  </a:lnTo>
                  <a:lnTo>
                    <a:pt x="62757" y="87266"/>
                  </a:lnTo>
                  <a:lnTo>
                    <a:pt x="62768" y="87383"/>
                  </a:lnTo>
                  <a:lnTo>
                    <a:pt x="62778" y="87490"/>
                  </a:lnTo>
                  <a:lnTo>
                    <a:pt x="62779" y="87505"/>
                  </a:lnTo>
                  <a:lnTo>
                    <a:pt x="62823" y="87620"/>
                  </a:lnTo>
                  <a:lnTo>
                    <a:pt x="62826" y="87629"/>
                  </a:lnTo>
                  <a:lnTo>
                    <a:pt x="62837" y="87631"/>
                  </a:lnTo>
                  <a:lnTo>
                    <a:pt x="62888" y="87640"/>
                  </a:lnTo>
                  <a:lnTo>
                    <a:pt x="62896" y="87642"/>
                  </a:lnTo>
                  <a:lnTo>
                    <a:pt x="62943" y="87628"/>
                  </a:lnTo>
                  <a:lnTo>
                    <a:pt x="62980" y="87598"/>
                  </a:lnTo>
                  <a:lnTo>
                    <a:pt x="63013" y="87584"/>
                  </a:lnTo>
                  <a:lnTo>
                    <a:pt x="63034" y="87578"/>
                  </a:lnTo>
                  <a:lnTo>
                    <a:pt x="63156" y="87754"/>
                  </a:lnTo>
                  <a:lnTo>
                    <a:pt x="63162" y="87765"/>
                  </a:lnTo>
                  <a:lnTo>
                    <a:pt x="63077" y="87961"/>
                  </a:lnTo>
                  <a:lnTo>
                    <a:pt x="63070" y="87980"/>
                  </a:lnTo>
                  <a:lnTo>
                    <a:pt x="63063" y="87994"/>
                  </a:lnTo>
                  <a:lnTo>
                    <a:pt x="62945" y="88155"/>
                  </a:lnTo>
                  <a:lnTo>
                    <a:pt x="62920" y="88214"/>
                  </a:lnTo>
                  <a:lnTo>
                    <a:pt x="62909" y="88241"/>
                  </a:lnTo>
                  <a:lnTo>
                    <a:pt x="62663" y="88840"/>
                  </a:lnTo>
                  <a:lnTo>
                    <a:pt x="62655" y="88866"/>
                  </a:lnTo>
                  <a:lnTo>
                    <a:pt x="62592" y="89055"/>
                  </a:lnTo>
                  <a:lnTo>
                    <a:pt x="62572" y="89118"/>
                  </a:lnTo>
                  <a:lnTo>
                    <a:pt x="62510" y="89359"/>
                  </a:lnTo>
                  <a:lnTo>
                    <a:pt x="62443" y="89671"/>
                  </a:lnTo>
                  <a:lnTo>
                    <a:pt x="62398" y="90076"/>
                  </a:lnTo>
                  <a:lnTo>
                    <a:pt x="62296" y="90356"/>
                  </a:lnTo>
                  <a:lnTo>
                    <a:pt x="62125" y="90825"/>
                  </a:lnTo>
                  <a:lnTo>
                    <a:pt x="62117" y="90847"/>
                  </a:lnTo>
                  <a:lnTo>
                    <a:pt x="62054" y="91019"/>
                  </a:lnTo>
                  <a:lnTo>
                    <a:pt x="61892" y="91464"/>
                  </a:lnTo>
                  <a:lnTo>
                    <a:pt x="61834" y="91621"/>
                  </a:lnTo>
                  <a:lnTo>
                    <a:pt x="61677" y="92053"/>
                  </a:lnTo>
                  <a:lnTo>
                    <a:pt x="61604" y="92254"/>
                  </a:lnTo>
                  <a:lnTo>
                    <a:pt x="61543" y="92422"/>
                  </a:lnTo>
                  <a:lnTo>
                    <a:pt x="61504" y="92527"/>
                  </a:lnTo>
                  <a:lnTo>
                    <a:pt x="61459" y="92680"/>
                  </a:lnTo>
                  <a:lnTo>
                    <a:pt x="61452" y="92703"/>
                  </a:lnTo>
                  <a:lnTo>
                    <a:pt x="61446" y="92724"/>
                  </a:lnTo>
                  <a:lnTo>
                    <a:pt x="61445" y="92732"/>
                  </a:lnTo>
                  <a:lnTo>
                    <a:pt x="61435" y="92907"/>
                  </a:lnTo>
                  <a:lnTo>
                    <a:pt x="61432" y="92923"/>
                  </a:lnTo>
                  <a:lnTo>
                    <a:pt x="61428" y="92951"/>
                  </a:lnTo>
                  <a:lnTo>
                    <a:pt x="61414" y="93040"/>
                  </a:lnTo>
                  <a:lnTo>
                    <a:pt x="61388" y="93203"/>
                  </a:lnTo>
                  <a:lnTo>
                    <a:pt x="61369" y="93269"/>
                  </a:lnTo>
                  <a:lnTo>
                    <a:pt x="61353" y="93326"/>
                  </a:lnTo>
                  <a:lnTo>
                    <a:pt x="61351" y="93331"/>
                  </a:lnTo>
                  <a:lnTo>
                    <a:pt x="61329" y="93537"/>
                  </a:lnTo>
                  <a:lnTo>
                    <a:pt x="61230" y="94465"/>
                  </a:lnTo>
                  <a:lnTo>
                    <a:pt x="61224" y="94526"/>
                  </a:lnTo>
                  <a:lnTo>
                    <a:pt x="61168" y="95049"/>
                  </a:lnTo>
                  <a:lnTo>
                    <a:pt x="61129" y="95408"/>
                  </a:lnTo>
                  <a:lnTo>
                    <a:pt x="61084" y="95829"/>
                  </a:lnTo>
                  <a:lnTo>
                    <a:pt x="61084" y="95856"/>
                  </a:lnTo>
                  <a:lnTo>
                    <a:pt x="61079" y="95865"/>
                  </a:lnTo>
                  <a:lnTo>
                    <a:pt x="60937" y="96125"/>
                  </a:lnTo>
                  <a:lnTo>
                    <a:pt x="60776" y="96277"/>
                  </a:lnTo>
                  <a:lnTo>
                    <a:pt x="60728" y="96250"/>
                  </a:lnTo>
                  <a:lnTo>
                    <a:pt x="60698" y="96246"/>
                  </a:lnTo>
                  <a:lnTo>
                    <a:pt x="60656" y="96243"/>
                  </a:lnTo>
                  <a:lnTo>
                    <a:pt x="60605" y="96241"/>
                  </a:lnTo>
                  <a:lnTo>
                    <a:pt x="60590" y="96247"/>
                  </a:lnTo>
                  <a:lnTo>
                    <a:pt x="60562" y="96259"/>
                  </a:lnTo>
                  <a:lnTo>
                    <a:pt x="60544" y="96266"/>
                  </a:lnTo>
                  <a:lnTo>
                    <a:pt x="60454" y="96317"/>
                  </a:lnTo>
                  <a:lnTo>
                    <a:pt x="60367" y="96366"/>
                  </a:lnTo>
                  <a:lnTo>
                    <a:pt x="60296" y="96427"/>
                  </a:lnTo>
                  <a:lnTo>
                    <a:pt x="60094" y="96677"/>
                  </a:lnTo>
                  <a:lnTo>
                    <a:pt x="60082" y="96695"/>
                  </a:lnTo>
                  <a:lnTo>
                    <a:pt x="59926" y="96930"/>
                  </a:lnTo>
                  <a:lnTo>
                    <a:pt x="59918" y="96945"/>
                  </a:lnTo>
                  <a:lnTo>
                    <a:pt x="59725" y="97307"/>
                  </a:lnTo>
                  <a:lnTo>
                    <a:pt x="59715" y="97326"/>
                  </a:lnTo>
                  <a:lnTo>
                    <a:pt x="59562" y="97575"/>
                  </a:lnTo>
                  <a:lnTo>
                    <a:pt x="59553" y="97591"/>
                  </a:lnTo>
                  <a:lnTo>
                    <a:pt x="59543" y="97613"/>
                  </a:lnTo>
                  <a:lnTo>
                    <a:pt x="59503" y="97704"/>
                  </a:lnTo>
                  <a:lnTo>
                    <a:pt x="59500" y="97714"/>
                  </a:lnTo>
                  <a:lnTo>
                    <a:pt x="59493" y="97735"/>
                  </a:lnTo>
                  <a:lnTo>
                    <a:pt x="59475" y="97789"/>
                  </a:lnTo>
                  <a:lnTo>
                    <a:pt x="59469" y="97811"/>
                  </a:lnTo>
                  <a:lnTo>
                    <a:pt x="59463" y="97834"/>
                  </a:lnTo>
                  <a:lnTo>
                    <a:pt x="59461" y="97839"/>
                  </a:lnTo>
                  <a:lnTo>
                    <a:pt x="59443" y="97909"/>
                  </a:lnTo>
                  <a:lnTo>
                    <a:pt x="59224" y="98710"/>
                  </a:lnTo>
                  <a:lnTo>
                    <a:pt x="59222" y="98720"/>
                  </a:lnTo>
                  <a:lnTo>
                    <a:pt x="59194" y="98823"/>
                  </a:lnTo>
                  <a:lnTo>
                    <a:pt x="59161" y="98944"/>
                  </a:lnTo>
                  <a:lnTo>
                    <a:pt x="59126" y="99088"/>
                  </a:lnTo>
                  <a:lnTo>
                    <a:pt x="59113" y="99142"/>
                  </a:lnTo>
                  <a:lnTo>
                    <a:pt x="59102" y="99204"/>
                  </a:lnTo>
                  <a:lnTo>
                    <a:pt x="59100" y="99242"/>
                  </a:lnTo>
                  <a:lnTo>
                    <a:pt x="59092" y="99359"/>
                  </a:lnTo>
                  <a:lnTo>
                    <a:pt x="59048" y="99632"/>
                  </a:lnTo>
                  <a:lnTo>
                    <a:pt x="58969" y="99941"/>
                  </a:lnTo>
                  <a:lnTo>
                    <a:pt x="58951" y="99977"/>
                  </a:lnTo>
                  <a:lnTo>
                    <a:pt x="58935" y="99991"/>
                  </a:lnTo>
                  <a:lnTo>
                    <a:pt x="58925" y="99998"/>
                  </a:lnTo>
                  <a:lnTo>
                    <a:pt x="58905" y="100040"/>
                  </a:lnTo>
                  <a:lnTo>
                    <a:pt x="58874" y="100139"/>
                  </a:lnTo>
                  <a:lnTo>
                    <a:pt x="58879" y="100236"/>
                  </a:lnTo>
                  <a:lnTo>
                    <a:pt x="58915" y="100384"/>
                  </a:lnTo>
                  <a:lnTo>
                    <a:pt x="58935" y="100444"/>
                  </a:lnTo>
                  <a:lnTo>
                    <a:pt x="58978" y="100436"/>
                  </a:lnTo>
                  <a:lnTo>
                    <a:pt x="59049" y="100392"/>
                  </a:lnTo>
                  <a:lnTo>
                    <a:pt x="59062" y="100390"/>
                  </a:lnTo>
                  <a:lnTo>
                    <a:pt x="59075" y="100402"/>
                  </a:lnTo>
                  <a:lnTo>
                    <a:pt x="59079" y="100406"/>
                  </a:lnTo>
                  <a:lnTo>
                    <a:pt x="59092" y="100418"/>
                  </a:lnTo>
                  <a:lnTo>
                    <a:pt x="59118" y="100455"/>
                  </a:lnTo>
                  <a:lnTo>
                    <a:pt x="59122" y="100461"/>
                  </a:lnTo>
                  <a:lnTo>
                    <a:pt x="59128" y="100470"/>
                  </a:lnTo>
                  <a:lnTo>
                    <a:pt x="59133" y="100497"/>
                  </a:lnTo>
                  <a:lnTo>
                    <a:pt x="59133" y="100508"/>
                  </a:lnTo>
                  <a:lnTo>
                    <a:pt x="59011" y="100700"/>
                  </a:lnTo>
                  <a:lnTo>
                    <a:pt x="58825" y="100907"/>
                  </a:lnTo>
                  <a:lnTo>
                    <a:pt x="58785" y="100951"/>
                  </a:lnTo>
                  <a:lnTo>
                    <a:pt x="58747" y="100990"/>
                  </a:lnTo>
                  <a:lnTo>
                    <a:pt x="58675" y="101066"/>
                  </a:lnTo>
                  <a:lnTo>
                    <a:pt x="58666" y="101075"/>
                  </a:lnTo>
                  <a:lnTo>
                    <a:pt x="58643" y="101098"/>
                  </a:lnTo>
                  <a:lnTo>
                    <a:pt x="58629" y="101111"/>
                  </a:lnTo>
                  <a:lnTo>
                    <a:pt x="58617" y="101124"/>
                  </a:lnTo>
                  <a:lnTo>
                    <a:pt x="58612" y="101129"/>
                  </a:lnTo>
                  <a:lnTo>
                    <a:pt x="58588" y="101129"/>
                  </a:lnTo>
                  <a:lnTo>
                    <a:pt x="58580" y="101118"/>
                  </a:lnTo>
                  <a:lnTo>
                    <a:pt x="58555" y="101119"/>
                  </a:lnTo>
                  <a:lnTo>
                    <a:pt x="58550" y="101120"/>
                  </a:lnTo>
                  <a:lnTo>
                    <a:pt x="58436" y="101141"/>
                  </a:lnTo>
                  <a:lnTo>
                    <a:pt x="58399" y="101161"/>
                  </a:lnTo>
                  <a:lnTo>
                    <a:pt x="58370" y="101189"/>
                  </a:lnTo>
                  <a:lnTo>
                    <a:pt x="58179" y="101378"/>
                  </a:lnTo>
                  <a:lnTo>
                    <a:pt x="58158" y="101398"/>
                  </a:lnTo>
                  <a:lnTo>
                    <a:pt x="58151" y="101409"/>
                  </a:lnTo>
                  <a:lnTo>
                    <a:pt x="58138" y="101429"/>
                  </a:lnTo>
                  <a:lnTo>
                    <a:pt x="58106" y="101543"/>
                  </a:lnTo>
                  <a:lnTo>
                    <a:pt x="58095" y="101610"/>
                  </a:lnTo>
                  <a:lnTo>
                    <a:pt x="58092" y="101650"/>
                  </a:lnTo>
                  <a:lnTo>
                    <a:pt x="58090" y="101668"/>
                  </a:lnTo>
                  <a:lnTo>
                    <a:pt x="58077" y="101839"/>
                  </a:lnTo>
                  <a:lnTo>
                    <a:pt x="58078" y="101883"/>
                  </a:lnTo>
                  <a:lnTo>
                    <a:pt x="58083" y="101944"/>
                  </a:lnTo>
                  <a:lnTo>
                    <a:pt x="58089" y="102020"/>
                  </a:lnTo>
                  <a:lnTo>
                    <a:pt x="58092" y="102032"/>
                  </a:lnTo>
                  <a:lnTo>
                    <a:pt x="58130" y="102244"/>
                  </a:lnTo>
                  <a:lnTo>
                    <a:pt x="58133" y="102258"/>
                  </a:lnTo>
                  <a:lnTo>
                    <a:pt x="58152" y="102362"/>
                  </a:lnTo>
                  <a:lnTo>
                    <a:pt x="58160" y="102397"/>
                  </a:lnTo>
                  <a:lnTo>
                    <a:pt x="58192" y="102517"/>
                  </a:lnTo>
                  <a:lnTo>
                    <a:pt x="58212" y="102590"/>
                  </a:lnTo>
                  <a:lnTo>
                    <a:pt x="58217" y="102599"/>
                  </a:lnTo>
                  <a:lnTo>
                    <a:pt x="58350" y="102903"/>
                  </a:lnTo>
                  <a:lnTo>
                    <a:pt x="58537" y="103295"/>
                  </a:lnTo>
                  <a:lnTo>
                    <a:pt x="58561" y="103347"/>
                  </a:lnTo>
                  <a:lnTo>
                    <a:pt x="58573" y="103423"/>
                  </a:lnTo>
                  <a:lnTo>
                    <a:pt x="58552" y="103526"/>
                  </a:lnTo>
                  <a:lnTo>
                    <a:pt x="58455" y="103958"/>
                  </a:lnTo>
                  <a:lnTo>
                    <a:pt x="58453" y="103964"/>
                  </a:lnTo>
                  <a:lnTo>
                    <a:pt x="58391" y="104049"/>
                  </a:lnTo>
                  <a:lnTo>
                    <a:pt x="58292" y="104138"/>
                  </a:lnTo>
                  <a:lnTo>
                    <a:pt x="58274" y="104155"/>
                  </a:lnTo>
                  <a:lnTo>
                    <a:pt x="58256" y="104190"/>
                  </a:lnTo>
                  <a:lnTo>
                    <a:pt x="58241" y="104245"/>
                  </a:lnTo>
                  <a:lnTo>
                    <a:pt x="58231" y="104315"/>
                  </a:lnTo>
                  <a:lnTo>
                    <a:pt x="58220" y="104683"/>
                  </a:lnTo>
                  <a:lnTo>
                    <a:pt x="58223" y="104839"/>
                  </a:lnTo>
                  <a:lnTo>
                    <a:pt x="58225" y="104846"/>
                  </a:lnTo>
                  <a:lnTo>
                    <a:pt x="58253" y="104948"/>
                  </a:lnTo>
                  <a:lnTo>
                    <a:pt x="58273" y="105023"/>
                  </a:lnTo>
                  <a:lnTo>
                    <a:pt x="58285" y="105063"/>
                  </a:lnTo>
                  <a:lnTo>
                    <a:pt x="58345" y="105187"/>
                  </a:lnTo>
                  <a:lnTo>
                    <a:pt x="58376" y="105226"/>
                  </a:lnTo>
                  <a:lnTo>
                    <a:pt x="58505" y="105352"/>
                  </a:lnTo>
                  <a:lnTo>
                    <a:pt x="58586" y="105396"/>
                  </a:lnTo>
                  <a:lnTo>
                    <a:pt x="58640" y="105420"/>
                  </a:lnTo>
                  <a:lnTo>
                    <a:pt x="58653" y="105426"/>
                  </a:lnTo>
                  <a:lnTo>
                    <a:pt x="58657" y="105427"/>
                  </a:lnTo>
                  <a:lnTo>
                    <a:pt x="58662" y="105429"/>
                  </a:lnTo>
                  <a:lnTo>
                    <a:pt x="58669" y="105430"/>
                  </a:lnTo>
                  <a:lnTo>
                    <a:pt x="58685" y="105432"/>
                  </a:lnTo>
                  <a:lnTo>
                    <a:pt x="58689" y="105436"/>
                  </a:lnTo>
                  <a:lnTo>
                    <a:pt x="58692" y="105443"/>
                  </a:lnTo>
                  <a:lnTo>
                    <a:pt x="58700" y="105455"/>
                  </a:lnTo>
                  <a:lnTo>
                    <a:pt x="58704" y="105460"/>
                  </a:lnTo>
                  <a:lnTo>
                    <a:pt x="58711" y="105466"/>
                  </a:lnTo>
                  <a:lnTo>
                    <a:pt x="58717" y="105470"/>
                  </a:lnTo>
                  <a:lnTo>
                    <a:pt x="58735" y="105471"/>
                  </a:lnTo>
                  <a:lnTo>
                    <a:pt x="58750" y="105469"/>
                  </a:lnTo>
                  <a:lnTo>
                    <a:pt x="58756" y="105468"/>
                  </a:lnTo>
                  <a:lnTo>
                    <a:pt x="58761" y="105469"/>
                  </a:lnTo>
                  <a:lnTo>
                    <a:pt x="58781" y="105476"/>
                  </a:lnTo>
                  <a:lnTo>
                    <a:pt x="58787" y="105481"/>
                  </a:lnTo>
                  <a:lnTo>
                    <a:pt x="58788" y="105486"/>
                  </a:lnTo>
                  <a:lnTo>
                    <a:pt x="58785" y="105492"/>
                  </a:lnTo>
                  <a:lnTo>
                    <a:pt x="58773" y="105499"/>
                  </a:lnTo>
                  <a:lnTo>
                    <a:pt x="58767" y="105505"/>
                  </a:lnTo>
                  <a:lnTo>
                    <a:pt x="58765" y="105514"/>
                  </a:lnTo>
                  <a:lnTo>
                    <a:pt x="58768" y="105531"/>
                  </a:lnTo>
                  <a:lnTo>
                    <a:pt x="58764" y="105535"/>
                  </a:lnTo>
                  <a:lnTo>
                    <a:pt x="58749" y="105536"/>
                  </a:lnTo>
                  <a:lnTo>
                    <a:pt x="58744" y="105537"/>
                  </a:lnTo>
                  <a:lnTo>
                    <a:pt x="58740" y="105538"/>
                  </a:lnTo>
                  <a:lnTo>
                    <a:pt x="58727" y="105547"/>
                  </a:lnTo>
                  <a:lnTo>
                    <a:pt x="58492" y="105833"/>
                  </a:lnTo>
                  <a:lnTo>
                    <a:pt x="58484" y="105843"/>
                  </a:lnTo>
                  <a:lnTo>
                    <a:pt x="58461" y="105865"/>
                  </a:lnTo>
                  <a:lnTo>
                    <a:pt x="58373" y="105914"/>
                  </a:lnTo>
                  <a:lnTo>
                    <a:pt x="58335" y="105925"/>
                  </a:lnTo>
                  <a:lnTo>
                    <a:pt x="58309" y="105919"/>
                  </a:lnTo>
                  <a:lnTo>
                    <a:pt x="58249" y="105871"/>
                  </a:lnTo>
                  <a:lnTo>
                    <a:pt x="58207" y="105816"/>
                  </a:lnTo>
                  <a:lnTo>
                    <a:pt x="58198" y="105805"/>
                  </a:lnTo>
                  <a:lnTo>
                    <a:pt x="58130" y="105771"/>
                  </a:lnTo>
                  <a:lnTo>
                    <a:pt x="58117" y="105778"/>
                  </a:lnTo>
                  <a:lnTo>
                    <a:pt x="58046" y="105899"/>
                  </a:lnTo>
                  <a:lnTo>
                    <a:pt x="58017" y="105947"/>
                  </a:lnTo>
                  <a:lnTo>
                    <a:pt x="58010" y="105960"/>
                  </a:lnTo>
                  <a:lnTo>
                    <a:pt x="57888" y="106196"/>
                  </a:lnTo>
                  <a:lnTo>
                    <a:pt x="57619" y="106635"/>
                  </a:lnTo>
                  <a:lnTo>
                    <a:pt x="57590" y="106683"/>
                  </a:lnTo>
                  <a:lnTo>
                    <a:pt x="57561" y="106717"/>
                  </a:lnTo>
                  <a:lnTo>
                    <a:pt x="57539" y="106744"/>
                  </a:lnTo>
                  <a:lnTo>
                    <a:pt x="57522" y="106765"/>
                  </a:lnTo>
                  <a:lnTo>
                    <a:pt x="57292" y="106782"/>
                  </a:lnTo>
                  <a:lnTo>
                    <a:pt x="57223" y="106788"/>
                  </a:lnTo>
                  <a:lnTo>
                    <a:pt x="57145" y="106794"/>
                  </a:lnTo>
                  <a:lnTo>
                    <a:pt x="57135" y="106794"/>
                  </a:lnTo>
                  <a:lnTo>
                    <a:pt x="57095" y="106797"/>
                  </a:lnTo>
                  <a:lnTo>
                    <a:pt x="56973" y="106797"/>
                  </a:lnTo>
                  <a:lnTo>
                    <a:pt x="56966" y="106797"/>
                  </a:lnTo>
                  <a:lnTo>
                    <a:pt x="56930" y="106789"/>
                  </a:lnTo>
                  <a:lnTo>
                    <a:pt x="56926" y="106786"/>
                  </a:lnTo>
                  <a:lnTo>
                    <a:pt x="56894" y="106764"/>
                  </a:lnTo>
                  <a:lnTo>
                    <a:pt x="56852" y="106767"/>
                  </a:lnTo>
                  <a:lnTo>
                    <a:pt x="56804" y="106798"/>
                  </a:lnTo>
                  <a:lnTo>
                    <a:pt x="56677" y="106914"/>
                  </a:lnTo>
                  <a:lnTo>
                    <a:pt x="56536" y="107140"/>
                  </a:lnTo>
                  <a:lnTo>
                    <a:pt x="56489" y="107246"/>
                  </a:lnTo>
                  <a:lnTo>
                    <a:pt x="56477" y="107275"/>
                  </a:lnTo>
                  <a:lnTo>
                    <a:pt x="56447" y="107342"/>
                  </a:lnTo>
                  <a:lnTo>
                    <a:pt x="56349" y="107577"/>
                  </a:lnTo>
                  <a:lnTo>
                    <a:pt x="56327" y="107630"/>
                  </a:lnTo>
                  <a:lnTo>
                    <a:pt x="56083" y="108111"/>
                  </a:lnTo>
                  <a:lnTo>
                    <a:pt x="56048" y="108212"/>
                  </a:lnTo>
                  <a:lnTo>
                    <a:pt x="55986" y="108480"/>
                  </a:lnTo>
                  <a:lnTo>
                    <a:pt x="55970" y="108552"/>
                  </a:lnTo>
                  <a:lnTo>
                    <a:pt x="55940" y="108736"/>
                  </a:lnTo>
                  <a:lnTo>
                    <a:pt x="55938" y="108785"/>
                  </a:lnTo>
                  <a:lnTo>
                    <a:pt x="55949" y="108898"/>
                  </a:lnTo>
                  <a:lnTo>
                    <a:pt x="55953" y="108936"/>
                  </a:lnTo>
                  <a:lnTo>
                    <a:pt x="55957" y="108980"/>
                  </a:lnTo>
                  <a:lnTo>
                    <a:pt x="55860" y="109251"/>
                  </a:lnTo>
                  <a:lnTo>
                    <a:pt x="55823" y="109355"/>
                  </a:lnTo>
                  <a:lnTo>
                    <a:pt x="55685" y="109740"/>
                  </a:lnTo>
                  <a:lnTo>
                    <a:pt x="55678" y="109759"/>
                  </a:lnTo>
                  <a:lnTo>
                    <a:pt x="55650" y="109839"/>
                  </a:lnTo>
                  <a:lnTo>
                    <a:pt x="55643" y="109858"/>
                  </a:lnTo>
                  <a:lnTo>
                    <a:pt x="55509" y="110233"/>
                  </a:lnTo>
                  <a:lnTo>
                    <a:pt x="55507" y="110239"/>
                  </a:lnTo>
                  <a:lnTo>
                    <a:pt x="55460" y="110369"/>
                  </a:lnTo>
                  <a:lnTo>
                    <a:pt x="55458" y="110375"/>
                  </a:lnTo>
                  <a:lnTo>
                    <a:pt x="55424" y="110471"/>
                  </a:lnTo>
                  <a:lnTo>
                    <a:pt x="55381" y="110592"/>
                  </a:lnTo>
                  <a:lnTo>
                    <a:pt x="54954" y="111785"/>
                  </a:lnTo>
                  <a:lnTo>
                    <a:pt x="54708" y="112319"/>
                  </a:lnTo>
                  <a:lnTo>
                    <a:pt x="54675" y="112388"/>
                  </a:lnTo>
                  <a:lnTo>
                    <a:pt x="54559" y="112610"/>
                  </a:lnTo>
                  <a:lnTo>
                    <a:pt x="54543" y="112637"/>
                  </a:lnTo>
                  <a:lnTo>
                    <a:pt x="54513" y="112688"/>
                  </a:lnTo>
                  <a:lnTo>
                    <a:pt x="54488" y="112732"/>
                  </a:lnTo>
                  <a:lnTo>
                    <a:pt x="54456" y="112787"/>
                  </a:lnTo>
                  <a:lnTo>
                    <a:pt x="54167" y="113117"/>
                  </a:lnTo>
                  <a:lnTo>
                    <a:pt x="53974" y="113411"/>
                  </a:lnTo>
                  <a:lnTo>
                    <a:pt x="53806" y="113577"/>
                  </a:lnTo>
                  <a:lnTo>
                    <a:pt x="53783" y="113600"/>
                  </a:lnTo>
                  <a:lnTo>
                    <a:pt x="53735" y="113647"/>
                  </a:lnTo>
                  <a:lnTo>
                    <a:pt x="53707" y="113654"/>
                  </a:lnTo>
                  <a:lnTo>
                    <a:pt x="53615" y="113669"/>
                  </a:lnTo>
                  <a:lnTo>
                    <a:pt x="53545" y="113687"/>
                  </a:lnTo>
                  <a:lnTo>
                    <a:pt x="53513" y="113703"/>
                  </a:lnTo>
                  <a:lnTo>
                    <a:pt x="53450" y="113747"/>
                  </a:lnTo>
                  <a:lnTo>
                    <a:pt x="53307" y="113926"/>
                  </a:lnTo>
                  <a:lnTo>
                    <a:pt x="53289" y="113960"/>
                  </a:lnTo>
                  <a:lnTo>
                    <a:pt x="53274" y="113989"/>
                  </a:lnTo>
                  <a:lnTo>
                    <a:pt x="53261" y="114014"/>
                  </a:lnTo>
                  <a:lnTo>
                    <a:pt x="53246" y="114043"/>
                  </a:lnTo>
                  <a:lnTo>
                    <a:pt x="53185" y="114233"/>
                  </a:lnTo>
                  <a:lnTo>
                    <a:pt x="53151" y="114364"/>
                  </a:lnTo>
                  <a:lnTo>
                    <a:pt x="53146" y="114385"/>
                  </a:lnTo>
                  <a:lnTo>
                    <a:pt x="53131" y="114463"/>
                  </a:lnTo>
                  <a:lnTo>
                    <a:pt x="53122" y="114508"/>
                  </a:lnTo>
                  <a:lnTo>
                    <a:pt x="53111" y="114567"/>
                  </a:lnTo>
                  <a:lnTo>
                    <a:pt x="52315" y="116053"/>
                  </a:lnTo>
                  <a:lnTo>
                    <a:pt x="52151" y="116431"/>
                  </a:lnTo>
                  <a:lnTo>
                    <a:pt x="52015" y="116739"/>
                  </a:lnTo>
                  <a:lnTo>
                    <a:pt x="51958" y="116868"/>
                  </a:lnTo>
                  <a:lnTo>
                    <a:pt x="51941" y="116883"/>
                  </a:lnTo>
                  <a:lnTo>
                    <a:pt x="51548" y="117218"/>
                  </a:lnTo>
                  <a:lnTo>
                    <a:pt x="51441" y="117280"/>
                  </a:lnTo>
                  <a:lnTo>
                    <a:pt x="51381" y="117351"/>
                  </a:lnTo>
                  <a:lnTo>
                    <a:pt x="51353" y="117383"/>
                  </a:lnTo>
                  <a:lnTo>
                    <a:pt x="51333" y="117424"/>
                  </a:lnTo>
                  <a:lnTo>
                    <a:pt x="51327" y="117440"/>
                  </a:lnTo>
                  <a:lnTo>
                    <a:pt x="51322" y="117454"/>
                  </a:lnTo>
                  <a:lnTo>
                    <a:pt x="51312" y="117477"/>
                  </a:lnTo>
                  <a:lnTo>
                    <a:pt x="51308" y="117487"/>
                  </a:lnTo>
                  <a:lnTo>
                    <a:pt x="51282" y="117553"/>
                  </a:lnTo>
                  <a:lnTo>
                    <a:pt x="51276" y="117569"/>
                  </a:lnTo>
                  <a:lnTo>
                    <a:pt x="51259" y="117611"/>
                  </a:lnTo>
                  <a:lnTo>
                    <a:pt x="51245" y="117647"/>
                  </a:lnTo>
                  <a:lnTo>
                    <a:pt x="51224" y="117731"/>
                  </a:lnTo>
                  <a:lnTo>
                    <a:pt x="51223" y="117787"/>
                  </a:lnTo>
                  <a:lnTo>
                    <a:pt x="51231" y="117803"/>
                  </a:lnTo>
                  <a:lnTo>
                    <a:pt x="51250" y="117842"/>
                  </a:lnTo>
                  <a:lnTo>
                    <a:pt x="51245" y="117874"/>
                  </a:lnTo>
                  <a:lnTo>
                    <a:pt x="51222" y="117914"/>
                  </a:lnTo>
                  <a:lnTo>
                    <a:pt x="51210" y="117926"/>
                  </a:lnTo>
                  <a:lnTo>
                    <a:pt x="51199" y="117936"/>
                  </a:lnTo>
                  <a:lnTo>
                    <a:pt x="51177" y="117956"/>
                  </a:lnTo>
                  <a:lnTo>
                    <a:pt x="51159" y="117973"/>
                  </a:lnTo>
                  <a:lnTo>
                    <a:pt x="51152" y="117981"/>
                  </a:lnTo>
                  <a:lnTo>
                    <a:pt x="51147" y="117984"/>
                  </a:lnTo>
                  <a:lnTo>
                    <a:pt x="51107" y="118007"/>
                  </a:lnTo>
                  <a:lnTo>
                    <a:pt x="51091" y="118017"/>
                  </a:lnTo>
                  <a:lnTo>
                    <a:pt x="50946" y="117930"/>
                  </a:lnTo>
                  <a:lnTo>
                    <a:pt x="50929" y="117902"/>
                  </a:lnTo>
                  <a:lnTo>
                    <a:pt x="50923" y="117892"/>
                  </a:lnTo>
                  <a:lnTo>
                    <a:pt x="50900" y="117869"/>
                  </a:lnTo>
                  <a:lnTo>
                    <a:pt x="50829" y="117852"/>
                  </a:lnTo>
                  <a:lnTo>
                    <a:pt x="50740" y="117865"/>
                  </a:lnTo>
                  <a:lnTo>
                    <a:pt x="50700" y="117881"/>
                  </a:lnTo>
                  <a:lnTo>
                    <a:pt x="50676" y="117891"/>
                  </a:lnTo>
                  <a:lnTo>
                    <a:pt x="50650" y="117901"/>
                  </a:lnTo>
                  <a:lnTo>
                    <a:pt x="50428" y="117979"/>
                  </a:lnTo>
                  <a:lnTo>
                    <a:pt x="50156" y="118025"/>
                  </a:lnTo>
                  <a:lnTo>
                    <a:pt x="49982" y="118143"/>
                  </a:lnTo>
                  <a:lnTo>
                    <a:pt x="49942" y="118170"/>
                  </a:lnTo>
                  <a:lnTo>
                    <a:pt x="49930" y="118178"/>
                  </a:lnTo>
                  <a:lnTo>
                    <a:pt x="49870" y="118219"/>
                  </a:lnTo>
                  <a:lnTo>
                    <a:pt x="49693" y="118343"/>
                  </a:lnTo>
                  <a:lnTo>
                    <a:pt x="49450" y="118583"/>
                  </a:lnTo>
                  <a:lnTo>
                    <a:pt x="49428" y="118613"/>
                  </a:lnTo>
                  <a:lnTo>
                    <a:pt x="49300" y="118790"/>
                  </a:lnTo>
                  <a:lnTo>
                    <a:pt x="49285" y="118811"/>
                  </a:lnTo>
                  <a:lnTo>
                    <a:pt x="49269" y="118854"/>
                  </a:lnTo>
                  <a:lnTo>
                    <a:pt x="49124" y="119497"/>
                  </a:lnTo>
                  <a:lnTo>
                    <a:pt x="49114" y="119542"/>
                  </a:lnTo>
                  <a:lnTo>
                    <a:pt x="49144" y="119682"/>
                  </a:lnTo>
                  <a:lnTo>
                    <a:pt x="49186" y="119769"/>
                  </a:lnTo>
                  <a:lnTo>
                    <a:pt x="49213" y="119811"/>
                  </a:lnTo>
                  <a:lnTo>
                    <a:pt x="49235" y="119820"/>
                  </a:lnTo>
                  <a:lnTo>
                    <a:pt x="49346" y="120021"/>
                  </a:lnTo>
                  <a:lnTo>
                    <a:pt x="49488" y="120332"/>
                  </a:lnTo>
                  <a:lnTo>
                    <a:pt x="49538" y="120470"/>
                  </a:lnTo>
                  <a:lnTo>
                    <a:pt x="49550" y="120508"/>
                  </a:lnTo>
                  <a:lnTo>
                    <a:pt x="49554" y="120521"/>
                  </a:lnTo>
                  <a:lnTo>
                    <a:pt x="49643" y="120816"/>
                  </a:lnTo>
                  <a:lnTo>
                    <a:pt x="49729" y="121222"/>
                  </a:lnTo>
                  <a:lnTo>
                    <a:pt x="49733" y="121262"/>
                  </a:lnTo>
                  <a:lnTo>
                    <a:pt x="49727" y="121311"/>
                  </a:lnTo>
                  <a:lnTo>
                    <a:pt x="49721" y="121331"/>
                  </a:lnTo>
                  <a:lnTo>
                    <a:pt x="49624" y="121453"/>
                  </a:lnTo>
                  <a:lnTo>
                    <a:pt x="49610" y="121461"/>
                  </a:lnTo>
                  <a:lnTo>
                    <a:pt x="49561" y="121492"/>
                  </a:lnTo>
                  <a:lnTo>
                    <a:pt x="49508" y="121524"/>
                  </a:lnTo>
                  <a:lnTo>
                    <a:pt x="49495" y="121532"/>
                  </a:lnTo>
                  <a:lnTo>
                    <a:pt x="49484" y="121539"/>
                  </a:lnTo>
                  <a:lnTo>
                    <a:pt x="49454" y="121557"/>
                  </a:lnTo>
                  <a:lnTo>
                    <a:pt x="49418" y="121579"/>
                  </a:lnTo>
                  <a:lnTo>
                    <a:pt x="49364" y="121581"/>
                  </a:lnTo>
                  <a:lnTo>
                    <a:pt x="49319" y="121557"/>
                  </a:lnTo>
                  <a:lnTo>
                    <a:pt x="49284" y="121538"/>
                  </a:lnTo>
                  <a:lnTo>
                    <a:pt x="49245" y="121547"/>
                  </a:lnTo>
                  <a:lnTo>
                    <a:pt x="49214" y="121566"/>
                  </a:lnTo>
                  <a:lnTo>
                    <a:pt x="49063" y="121685"/>
                  </a:lnTo>
                  <a:lnTo>
                    <a:pt x="49005" y="121756"/>
                  </a:lnTo>
                  <a:lnTo>
                    <a:pt x="48971" y="121818"/>
                  </a:lnTo>
                  <a:lnTo>
                    <a:pt x="48939" y="121877"/>
                  </a:lnTo>
                  <a:lnTo>
                    <a:pt x="48869" y="122048"/>
                  </a:lnTo>
                  <a:lnTo>
                    <a:pt x="48852" y="122118"/>
                  </a:lnTo>
                  <a:lnTo>
                    <a:pt x="48838" y="122221"/>
                  </a:lnTo>
                  <a:lnTo>
                    <a:pt x="48818" y="122669"/>
                  </a:lnTo>
                  <a:lnTo>
                    <a:pt x="48778" y="122853"/>
                  </a:lnTo>
                  <a:lnTo>
                    <a:pt x="48759" y="122942"/>
                  </a:lnTo>
                  <a:lnTo>
                    <a:pt x="48682" y="123090"/>
                  </a:lnTo>
                  <a:lnTo>
                    <a:pt x="48626" y="123199"/>
                  </a:lnTo>
                  <a:lnTo>
                    <a:pt x="48594" y="123234"/>
                  </a:lnTo>
                  <a:lnTo>
                    <a:pt x="48540" y="123293"/>
                  </a:lnTo>
                  <a:lnTo>
                    <a:pt x="48499" y="123336"/>
                  </a:lnTo>
                  <a:lnTo>
                    <a:pt x="48476" y="123351"/>
                  </a:lnTo>
                  <a:lnTo>
                    <a:pt x="48467" y="123356"/>
                  </a:lnTo>
                  <a:lnTo>
                    <a:pt x="48282" y="123466"/>
                  </a:lnTo>
                  <a:lnTo>
                    <a:pt x="48093" y="123570"/>
                  </a:lnTo>
                  <a:lnTo>
                    <a:pt x="47978" y="123625"/>
                  </a:lnTo>
                  <a:lnTo>
                    <a:pt x="47930" y="123655"/>
                  </a:lnTo>
                  <a:lnTo>
                    <a:pt x="47878" y="123701"/>
                  </a:lnTo>
                  <a:lnTo>
                    <a:pt x="47853" y="123723"/>
                  </a:lnTo>
                  <a:lnTo>
                    <a:pt x="47771" y="123809"/>
                  </a:lnTo>
                  <a:lnTo>
                    <a:pt x="47626" y="124006"/>
                  </a:lnTo>
                  <a:lnTo>
                    <a:pt x="47618" y="124013"/>
                  </a:lnTo>
                  <a:lnTo>
                    <a:pt x="47572" y="124057"/>
                  </a:lnTo>
                  <a:lnTo>
                    <a:pt x="47530" y="124089"/>
                  </a:lnTo>
                  <a:lnTo>
                    <a:pt x="47400" y="124191"/>
                  </a:lnTo>
                  <a:lnTo>
                    <a:pt x="47300" y="124294"/>
                  </a:lnTo>
                  <a:lnTo>
                    <a:pt x="47101" y="124498"/>
                  </a:lnTo>
                  <a:lnTo>
                    <a:pt x="47002" y="124600"/>
                  </a:lnTo>
                  <a:lnTo>
                    <a:pt x="46941" y="124677"/>
                  </a:lnTo>
                  <a:lnTo>
                    <a:pt x="46916" y="124721"/>
                  </a:lnTo>
                  <a:lnTo>
                    <a:pt x="46881" y="124784"/>
                  </a:lnTo>
                  <a:lnTo>
                    <a:pt x="46854" y="124820"/>
                  </a:lnTo>
                  <a:lnTo>
                    <a:pt x="46832" y="124849"/>
                  </a:lnTo>
                  <a:lnTo>
                    <a:pt x="46818" y="124867"/>
                  </a:lnTo>
                  <a:lnTo>
                    <a:pt x="46795" y="124897"/>
                  </a:lnTo>
                  <a:lnTo>
                    <a:pt x="46614" y="125078"/>
                  </a:lnTo>
                  <a:lnTo>
                    <a:pt x="46582" y="125110"/>
                  </a:lnTo>
                  <a:lnTo>
                    <a:pt x="46487" y="125177"/>
                  </a:lnTo>
                  <a:lnTo>
                    <a:pt x="46450" y="125203"/>
                  </a:lnTo>
                  <a:lnTo>
                    <a:pt x="46417" y="125223"/>
                  </a:lnTo>
                  <a:lnTo>
                    <a:pt x="46308" y="125289"/>
                  </a:lnTo>
                  <a:lnTo>
                    <a:pt x="46259" y="125300"/>
                  </a:lnTo>
                  <a:lnTo>
                    <a:pt x="46185" y="125318"/>
                  </a:lnTo>
                  <a:lnTo>
                    <a:pt x="46066" y="125380"/>
                  </a:lnTo>
                  <a:lnTo>
                    <a:pt x="46037" y="125399"/>
                  </a:lnTo>
                  <a:lnTo>
                    <a:pt x="45820" y="125547"/>
                  </a:lnTo>
                  <a:lnTo>
                    <a:pt x="45574" y="125709"/>
                  </a:lnTo>
                  <a:lnTo>
                    <a:pt x="45518" y="125729"/>
                  </a:lnTo>
                  <a:lnTo>
                    <a:pt x="45496" y="125736"/>
                  </a:lnTo>
                  <a:lnTo>
                    <a:pt x="45477" y="125743"/>
                  </a:lnTo>
                  <a:lnTo>
                    <a:pt x="45390" y="125755"/>
                  </a:lnTo>
                  <a:lnTo>
                    <a:pt x="45386" y="125756"/>
                  </a:lnTo>
                  <a:lnTo>
                    <a:pt x="45332" y="125764"/>
                  </a:lnTo>
                  <a:lnTo>
                    <a:pt x="45270" y="125772"/>
                  </a:lnTo>
                  <a:lnTo>
                    <a:pt x="45179" y="125803"/>
                  </a:lnTo>
                  <a:lnTo>
                    <a:pt x="45069" y="125859"/>
                  </a:lnTo>
                  <a:lnTo>
                    <a:pt x="44994" y="125898"/>
                  </a:lnTo>
                  <a:lnTo>
                    <a:pt x="44696" y="126052"/>
                  </a:lnTo>
                  <a:lnTo>
                    <a:pt x="44613" y="126108"/>
                  </a:lnTo>
                  <a:lnTo>
                    <a:pt x="44545" y="126155"/>
                  </a:lnTo>
                  <a:lnTo>
                    <a:pt x="44398" y="126277"/>
                  </a:lnTo>
                  <a:lnTo>
                    <a:pt x="44352" y="126327"/>
                  </a:lnTo>
                  <a:lnTo>
                    <a:pt x="44240" y="126448"/>
                  </a:lnTo>
                  <a:lnTo>
                    <a:pt x="44167" y="126527"/>
                  </a:lnTo>
                  <a:lnTo>
                    <a:pt x="43988" y="126736"/>
                  </a:lnTo>
                  <a:lnTo>
                    <a:pt x="43916" y="126821"/>
                  </a:lnTo>
                  <a:lnTo>
                    <a:pt x="43910" y="126826"/>
                  </a:lnTo>
                  <a:lnTo>
                    <a:pt x="43801" y="126917"/>
                  </a:lnTo>
                  <a:lnTo>
                    <a:pt x="43727" y="126973"/>
                  </a:lnTo>
                  <a:lnTo>
                    <a:pt x="43669" y="127018"/>
                  </a:lnTo>
                  <a:lnTo>
                    <a:pt x="43632" y="127047"/>
                  </a:lnTo>
                  <a:lnTo>
                    <a:pt x="43540" y="127117"/>
                  </a:lnTo>
                  <a:lnTo>
                    <a:pt x="43407" y="127186"/>
                  </a:lnTo>
                  <a:lnTo>
                    <a:pt x="43341" y="127220"/>
                  </a:lnTo>
                  <a:lnTo>
                    <a:pt x="43181" y="127295"/>
                  </a:lnTo>
                  <a:lnTo>
                    <a:pt x="43116" y="127323"/>
                  </a:lnTo>
                  <a:lnTo>
                    <a:pt x="42982" y="127380"/>
                  </a:lnTo>
                  <a:lnTo>
                    <a:pt x="42916" y="127409"/>
                  </a:lnTo>
                  <a:lnTo>
                    <a:pt x="42826" y="127458"/>
                  </a:lnTo>
                  <a:lnTo>
                    <a:pt x="42765" y="127501"/>
                  </a:lnTo>
                  <a:lnTo>
                    <a:pt x="42690" y="127567"/>
                  </a:lnTo>
                  <a:lnTo>
                    <a:pt x="42655" y="127599"/>
                  </a:lnTo>
                  <a:lnTo>
                    <a:pt x="42626" y="127635"/>
                  </a:lnTo>
                  <a:lnTo>
                    <a:pt x="42594" y="127674"/>
                  </a:lnTo>
                  <a:lnTo>
                    <a:pt x="42518" y="127768"/>
                  </a:lnTo>
                  <a:lnTo>
                    <a:pt x="42500" y="127792"/>
                  </a:lnTo>
                  <a:lnTo>
                    <a:pt x="42395" y="127935"/>
                  </a:lnTo>
                  <a:lnTo>
                    <a:pt x="42337" y="128028"/>
                  </a:lnTo>
                  <a:lnTo>
                    <a:pt x="42304" y="128081"/>
                  </a:lnTo>
                  <a:lnTo>
                    <a:pt x="42195" y="128309"/>
                  </a:lnTo>
                  <a:lnTo>
                    <a:pt x="42119" y="128490"/>
                  </a:lnTo>
                  <a:lnTo>
                    <a:pt x="42023" y="128754"/>
                  </a:lnTo>
                  <a:lnTo>
                    <a:pt x="42015" y="128777"/>
                  </a:lnTo>
                  <a:lnTo>
                    <a:pt x="41942" y="128980"/>
                  </a:lnTo>
                  <a:lnTo>
                    <a:pt x="41831" y="129366"/>
                  </a:lnTo>
                  <a:lnTo>
                    <a:pt x="41819" y="129418"/>
                  </a:lnTo>
                  <a:lnTo>
                    <a:pt x="41798" y="129511"/>
                  </a:lnTo>
                  <a:lnTo>
                    <a:pt x="41790" y="129543"/>
                  </a:lnTo>
                  <a:lnTo>
                    <a:pt x="41764" y="129655"/>
                  </a:lnTo>
                  <a:lnTo>
                    <a:pt x="41717" y="129860"/>
                  </a:lnTo>
                  <a:lnTo>
                    <a:pt x="41681" y="130035"/>
                  </a:lnTo>
                  <a:lnTo>
                    <a:pt x="41657" y="130254"/>
                  </a:lnTo>
                  <a:lnTo>
                    <a:pt x="41653" y="130294"/>
                  </a:lnTo>
                  <a:lnTo>
                    <a:pt x="41611" y="130684"/>
                  </a:lnTo>
                  <a:lnTo>
                    <a:pt x="41575" y="131015"/>
                  </a:lnTo>
                  <a:lnTo>
                    <a:pt x="41566" y="131093"/>
                  </a:lnTo>
                  <a:lnTo>
                    <a:pt x="41543" y="131193"/>
                  </a:lnTo>
                  <a:lnTo>
                    <a:pt x="41526" y="131265"/>
                  </a:lnTo>
                  <a:lnTo>
                    <a:pt x="41507" y="131349"/>
                  </a:lnTo>
                  <a:lnTo>
                    <a:pt x="41428" y="131485"/>
                  </a:lnTo>
                  <a:lnTo>
                    <a:pt x="41111" y="131851"/>
                  </a:lnTo>
                  <a:lnTo>
                    <a:pt x="41033" y="131923"/>
                  </a:lnTo>
                  <a:lnTo>
                    <a:pt x="40974" y="131977"/>
                  </a:lnTo>
                  <a:lnTo>
                    <a:pt x="40713" y="132169"/>
                  </a:lnTo>
                  <a:lnTo>
                    <a:pt x="40650" y="132237"/>
                  </a:lnTo>
                  <a:lnTo>
                    <a:pt x="40577" y="132315"/>
                  </a:lnTo>
                  <a:lnTo>
                    <a:pt x="40544" y="132351"/>
                  </a:lnTo>
                  <a:lnTo>
                    <a:pt x="40510" y="132397"/>
                  </a:lnTo>
                  <a:lnTo>
                    <a:pt x="40461" y="132482"/>
                  </a:lnTo>
                  <a:lnTo>
                    <a:pt x="40411" y="132570"/>
                  </a:lnTo>
                  <a:lnTo>
                    <a:pt x="40289" y="132847"/>
                  </a:lnTo>
                  <a:lnTo>
                    <a:pt x="40245" y="132959"/>
                  </a:lnTo>
                  <a:lnTo>
                    <a:pt x="40227" y="133006"/>
                  </a:lnTo>
                  <a:lnTo>
                    <a:pt x="40192" y="133094"/>
                  </a:lnTo>
                  <a:lnTo>
                    <a:pt x="40104" y="133359"/>
                  </a:lnTo>
                  <a:lnTo>
                    <a:pt x="40094" y="133390"/>
                  </a:lnTo>
                  <a:lnTo>
                    <a:pt x="40046" y="133550"/>
                  </a:lnTo>
                  <a:lnTo>
                    <a:pt x="39995" y="133721"/>
                  </a:lnTo>
                  <a:lnTo>
                    <a:pt x="39977" y="133798"/>
                  </a:lnTo>
                  <a:lnTo>
                    <a:pt x="39951" y="133909"/>
                  </a:lnTo>
                  <a:lnTo>
                    <a:pt x="39937" y="133958"/>
                  </a:lnTo>
                  <a:lnTo>
                    <a:pt x="39863" y="134217"/>
                  </a:lnTo>
                  <a:lnTo>
                    <a:pt x="39812" y="134380"/>
                  </a:lnTo>
                  <a:lnTo>
                    <a:pt x="39740" y="134613"/>
                  </a:lnTo>
                  <a:lnTo>
                    <a:pt x="39510" y="135256"/>
                  </a:lnTo>
                  <a:lnTo>
                    <a:pt x="39466" y="135370"/>
                  </a:lnTo>
                  <a:lnTo>
                    <a:pt x="39429" y="135468"/>
                  </a:lnTo>
                  <a:lnTo>
                    <a:pt x="39415" y="135504"/>
                  </a:lnTo>
                  <a:lnTo>
                    <a:pt x="39411" y="135514"/>
                  </a:lnTo>
                  <a:lnTo>
                    <a:pt x="39317" y="135904"/>
                  </a:lnTo>
                  <a:lnTo>
                    <a:pt x="39217" y="136297"/>
                  </a:lnTo>
                  <a:lnTo>
                    <a:pt x="39148" y="136567"/>
                  </a:lnTo>
                  <a:lnTo>
                    <a:pt x="39049" y="136941"/>
                  </a:lnTo>
                  <a:lnTo>
                    <a:pt x="39032" y="137015"/>
                  </a:lnTo>
                  <a:lnTo>
                    <a:pt x="38971" y="137288"/>
                  </a:lnTo>
                  <a:lnTo>
                    <a:pt x="38888" y="137664"/>
                  </a:lnTo>
                  <a:lnTo>
                    <a:pt x="38882" y="137693"/>
                  </a:lnTo>
                  <a:lnTo>
                    <a:pt x="38869" y="137735"/>
                  </a:lnTo>
                  <a:lnTo>
                    <a:pt x="38786" y="138017"/>
                  </a:lnTo>
                  <a:lnTo>
                    <a:pt x="38600" y="138503"/>
                  </a:lnTo>
                  <a:lnTo>
                    <a:pt x="38533" y="138710"/>
                  </a:lnTo>
                  <a:lnTo>
                    <a:pt x="38395" y="139124"/>
                  </a:lnTo>
                  <a:lnTo>
                    <a:pt x="38273" y="139485"/>
                  </a:lnTo>
                  <a:lnTo>
                    <a:pt x="38251" y="139549"/>
                  </a:lnTo>
                  <a:lnTo>
                    <a:pt x="38249" y="139554"/>
                  </a:lnTo>
                  <a:lnTo>
                    <a:pt x="38231" y="139585"/>
                  </a:lnTo>
                  <a:lnTo>
                    <a:pt x="38135" y="139699"/>
                  </a:lnTo>
                  <a:lnTo>
                    <a:pt x="38101" y="139752"/>
                  </a:lnTo>
                  <a:lnTo>
                    <a:pt x="38065" y="139826"/>
                  </a:lnTo>
                  <a:lnTo>
                    <a:pt x="38056" y="139853"/>
                  </a:lnTo>
                  <a:lnTo>
                    <a:pt x="37982" y="140076"/>
                  </a:lnTo>
                  <a:lnTo>
                    <a:pt x="37965" y="140128"/>
                  </a:lnTo>
                  <a:lnTo>
                    <a:pt x="37909" y="140301"/>
                  </a:lnTo>
                  <a:lnTo>
                    <a:pt x="37884" y="140416"/>
                  </a:lnTo>
                  <a:lnTo>
                    <a:pt x="37880" y="140434"/>
                  </a:lnTo>
                  <a:lnTo>
                    <a:pt x="37872" y="140472"/>
                  </a:lnTo>
                  <a:lnTo>
                    <a:pt x="37871" y="140488"/>
                  </a:lnTo>
                  <a:lnTo>
                    <a:pt x="37869" y="140523"/>
                  </a:lnTo>
                  <a:lnTo>
                    <a:pt x="37848" y="140626"/>
                  </a:lnTo>
                  <a:lnTo>
                    <a:pt x="37847" y="140632"/>
                  </a:lnTo>
                  <a:lnTo>
                    <a:pt x="37802" y="140744"/>
                  </a:lnTo>
                  <a:lnTo>
                    <a:pt x="37782" y="140794"/>
                  </a:lnTo>
                  <a:lnTo>
                    <a:pt x="37710" y="140885"/>
                  </a:lnTo>
                  <a:lnTo>
                    <a:pt x="37671" y="140934"/>
                  </a:lnTo>
                  <a:lnTo>
                    <a:pt x="37553" y="141178"/>
                  </a:lnTo>
                  <a:lnTo>
                    <a:pt x="37477" y="141404"/>
                  </a:lnTo>
                  <a:lnTo>
                    <a:pt x="37464" y="141470"/>
                  </a:lnTo>
                  <a:lnTo>
                    <a:pt x="37449" y="141543"/>
                  </a:lnTo>
                  <a:lnTo>
                    <a:pt x="37434" y="141619"/>
                  </a:lnTo>
                  <a:lnTo>
                    <a:pt x="37388" y="141848"/>
                  </a:lnTo>
                  <a:lnTo>
                    <a:pt x="37328" y="142145"/>
                  </a:lnTo>
                  <a:lnTo>
                    <a:pt x="37314" y="142234"/>
                  </a:lnTo>
                  <a:lnTo>
                    <a:pt x="37293" y="142361"/>
                  </a:lnTo>
                  <a:lnTo>
                    <a:pt x="37295" y="142401"/>
                  </a:lnTo>
                  <a:lnTo>
                    <a:pt x="37296" y="142407"/>
                  </a:lnTo>
                  <a:lnTo>
                    <a:pt x="37294" y="142416"/>
                  </a:lnTo>
                  <a:lnTo>
                    <a:pt x="37290" y="142437"/>
                  </a:lnTo>
                  <a:lnTo>
                    <a:pt x="37288" y="142446"/>
                  </a:lnTo>
                  <a:lnTo>
                    <a:pt x="37277" y="142476"/>
                  </a:lnTo>
                  <a:lnTo>
                    <a:pt x="37251" y="142546"/>
                  </a:lnTo>
                  <a:lnTo>
                    <a:pt x="37244" y="142568"/>
                  </a:lnTo>
                  <a:lnTo>
                    <a:pt x="37208" y="142616"/>
                  </a:lnTo>
                  <a:lnTo>
                    <a:pt x="37167" y="142649"/>
                  </a:lnTo>
                  <a:lnTo>
                    <a:pt x="37085" y="142715"/>
                  </a:lnTo>
                  <a:lnTo>
                    <a:pt x="37045" y="142770"/>
                  </a:lnTo>
                  <a:lnTo>
                    <a:pt x="37038" y="142780"/>
                  </a:lnTo>
                  <a:lnTo>
                    <a:pt x="36990" y="142892"/>
                  </a:lnTo>
                  <a:lnTo>
                    <a:pt x="36854" y="143245"/>
                  </a:lnTo>
                  <a:lnTo>
                    <a:pt x="36799" y="143443"/>
                  </a:lnTo>
                  <a:lnTo>
                    <a:pt x="36793" y="143465"/>
                  </a:lnTo>
                  <a:lnTo>
                    <a:pt x="36759" y="143586"/>
                  </a:lnTo>
                  <a:lnTo>
                    <a:pt x="36750" y="143589"/>
                  </a:lnTo>
                  <a:lnTo>
                    <a:pt x="36746" y="143596"/>
                  </a:lnTo>
                  <a:lnTo>
                    <a:pt x="36717" y="143647"/>
                  </a:lnTo>
                  <a:lnTo>
                    <a:pt x="36671" y="143731"/>
                  </a:lnTo>
                  <a:lnTo>
                    <a:pt x="36667" y="143740"/>
                  </a:lnTo>
                  <a:lnTo>
                    <a:pt x="36652" y="143804"/>
                  </a:lnTo>
                  <a:lnTo>
                    <a:pt x="36638" y="143863"/>
                  </a:lnTo>
                  <a:lnTo>
                    <a:pt x="36607" y="144071"/>
                  </a:lnTo>
                  <a:lnTo>
                    <a:pt x="36596" y="144191"/>
                  </a:lnTo>
                  <a:lnTo>
                    <a:pt x="36578" y="144391"/>
                  </a:lnTo>
                  <a:lnTo>
                    <a:pt x="36574" y="144470"/>
                  </a:lnTo>
                  <a:lnTo>
                    <a:pt x="36540" y="145028"/>
                  </a:lnTo>
                  <a:lnTo>
                    <a:pt x="36538" y="145137"/>
                  </a:lnTo>
                  <a:lnTo>
                    <a:pt x="36535" y="145304"/>
                  </a:lnTo>
                  <a:lnTo>
                    <a:pt x="36534" y="145364"/>
                  </a:lnTo>
                  <a:lnTo>
                    <a:pt x="36528" y="145717"/>
                  </a:lnTo>
                  <a:lnTo>
                    <a:pt x="36526" y="145803"/>
                  </a:lnTo>
                  <a:lnTo>
                    <a:pt x="36524" y="145910"/>
                  </a:lnTo>
                  <a:lnTo>
                    <a:pt x="36529" y="146253"/>
                  </a:lnTo>
                  <a:lnTo>
                    <a:pt x="36530" y="146327"/>
                  </a:lnTo>
                  <a:lnTo>
                    <a:pt x="36534" y="146431"/>
                  </a:lnTo>
                  <a:lnTo>
                    <a:pt x="36549" y="146635"/>
                  </a:lnTo>
                  <a:lnTo>
                    <a:pt x="36588" y="147182"/>
                  </a:lnTo>
                  <a:lnTo>
                    <a:pt x="36588" y="147195"/>
                  </a:lnTo>
                  <a:lnTo>
                    <a:pt x="36600" y="148044"/>
                  </a:lnTo>
                  <a:lnTo>
                    <a:pt x="36630" y="150312"/>
                  </a:lnTo>
                  <a:lnTo>
                    <a:pt x="36631" y="150336"/>
                  </a:lnTo>
                  <a:lnTo>
                    <a:pt x="36665" y="152929"/>
                  </a:lnTo>
                  <a:lnTo>
                    <a:pt x="36669" y="153215"/>
                  </a:lnTo>
                  <a:lnTo>
                    <a:pt x="36293" y="153684"/>
                  </a:lnTo>
                  <a:lnTo>
                    <a:pt x="36308" y="153768"/>
                  </a:lnTo>
                  <a:lnTo>
                    <a:pt x="36312" y="153787"/>
                  </a:lnTo>
                  <a:lnTo>
                    <a:pt x="36331" y="153963"/>
                  </a:lnTo>
                  <a:lnTo>
                    <a:pt x="36359" y="154096"/>
                  </a:lnTo>
                  <a:lnTo>
                    <a:pt x="36400" y="154287"/>
                  </a:lnTo>
                  <a:lnTo>
                    <a:pt x="36429" y="154392"/>
                  </a:lnTo>
                  <a:lnTo>
                    <a:pt x="36496" y="154542"/>
                  </a:lnTo>
                  <a:lnTo>
                    <a:pt x="36551" y="154664"/>
                  </a:lnTo>
                  <a:lnTo>
                    <a:pt x="36579" y="154681"/>
                  </a:lnTo>
                  <a:lnTo>
                    <a:pt x="36669" y="154707"/>
                  </a:lnTo>
                  <a:lnTo>
                    <a:pt x="36683" y="154712"/>
                  </a:lnTo>
                  <a:lnTo>
                    <a:pt x="36745" y="154740"/>
                  </a:lnTo>
                  <a:lnTo>
                    <a:pt x="36764" y="154754"/>
                  </a:lnTo>
                  <a:lnTo>
                    <a:pt x="36835" y="154805"/>
                  </a:lnTo>
                  <a:lnTo>
                    <a:pt x="36859" y="154821"/>
                  </a:lnTo>
                  <a:lnTo>
                    <a:pt x="36888" y="154853"/>
                  </a:lnTo>
                  <a:lnTo>
                    <a:pt x="36919" y="154889"/>
                  </a:lnTo>
                  <a:lnTo>
                    <a:pt x="36899" y="154930"/>
                  </a:lnTo>
                  <a:lnTo>
                    <a:pt x="36862" y="155006"/>
                  </a:lnTo>
                  <a:lnTo>
                    <a:pt x="36857" y="155015"/>
                  </a:lnTo>
                  <a:lnTo>
                    <a:pt x="36512" y="155720"/>
                  </a:lnTo>
                  <a:lnTo>
                    <a:pt x="36510" y="155725"/>
                  </a:lnTo>
                  <a:lnTo>
                    <a:pt x="36509" y="155751"/>
                  </a:lnTo>
                  <a:lnTo>
                    <a:pt x="36501" y="156084"/>
                  </a:lnTo>
                  <a:lnTo>
                    <a:pt x="36499" y="156136"/>
                  </a:lnTo>
                  <a:lnTo>
                    <a:pt x="36518" y="156295"/>
                  </a:lnTo>
                  <a:lnTo>
                    <a:pt x="36539" y="156346"/>
                  </a:lnTo>
                  <a:lnTo>
                    <a:pt x="36546" y="156360"/>
                  </a:lnTo>
                  <a:lnTo>
                    <a:pt x="36584" y="156427"/>
                  </a:lnTo>
                  <a:lnTo>
                    <a:pt x="36600" y="156557"/>
                  </a:lnTo>
                  <a:lnTo>
                    <a:pt x="36600" y="156572"/>
                  </a:lnTo>
                  <a:lnTo>
                    <a:pt x="36611" y="157030"/>
                  </a:lnTo>
                  <a:lnTo>
                    <a:pt x="36610" y="157064"/>
                  </a:lnTo>
                  <a:lnTo>
                    <a:pt x="36610" y="157074"/>
                  </a:lnTo>
                  <a:lnTo>
                    <a:pt x="36610" y="157132"/>
                  </a:lnTo>
                  <a:lnTo>
                    <a:pt x="36610" y="157179"/>
                  </a:lnTo>
                  <a:lnTo>
                    <a:pt x="36609" y="157320"/>
                  </a:lnTo>
                  <a:lnTo>
                    <a:pt x="36602" y="157424"/>
                  </a:lnTo>
                  <a:lnTo>
                    <a:pt x="36605" y="157485"/>
                  </a:lnTo>
                  <a:lnTo>
                    <a:pt x="36645" y="157661"/>
                  </a:lnTo>
                  <a:lnTo>
                    <a:pt x="36649" y="157671"/>
                  </a:lnTo>
                  <a:lnTo>
                    <a:pt x="36654" y="157683"/>
                  </a:lnTo>
                  <a:lnTo>
                    <a:pt x="36766" y="157971"/>
                  </a:lnTo>
                  <a:lnTo>
                    <a:pt x="36768" y="157977"/>
                  </a:lnTo>
                  <a:lnTo>
                    <a:pt x="36817" y="158101"/>
                  </a:lnTo>
                  <a:lnTo>
                    <a:pt x="36825" y="158120"/>
                  </a:lnTo>
                  <a:lnTo>
                    <a:pt x="36861" y="158188"/>
                  </a:lnTo>
                  <a:lnTo>
                    <a:pt x="36913" y="158261"/>
                  </a:lnTo>
                  <a:lnTo>
                    <a:pt x="36916" y="158277"/>
                  </a:lnTo>
                  <a:lnTo>
                    <a:pt x="36894" y="158309"/>
                  </a:lnTo>
                  <a:lnTo>
                    <a:pt x="36757" y="158386"/>
                  </a:lnTo>
                  <a:lnTo>
                    <a:pt x="36749" y="158390"/>
                  </a:lnTo>
                  <a:lnTo>
                    <a:pt x="36716" y="158408"/>
                  </a:lnTo>
                  <a:lnTo>
                    <a:pt x="36662" y="158436"/>
                  </a:lnTo>
                  <a:lnTo>
                    <a:pt x="36637" y="158449"/>
                  </a:lnTo>
                  <a:lnTo>
                    <a:pt x="36624" y="158460"/>
                  </a:lnTo>
                  <a:lnTo>
                    <a:pt x="36510" y="158561"/>
                  </a:lnTo>
                  <a:lnTo>
                    <a:pt x="36419" y="158641"/>
                  </a:lnTo>
                  <a:lnTo>
                    <a:pt x="36367" y="158742"/>
                  </a:lnTo>
                  <a:lnTo>
                    <a:pt x="36367" y="158809"/>
                  </a:lnTo>
                  <a:lnTo>
                    <a:pt x="36366" y="158855"/>
                  </a:lnTo>
                  <a:lnTo>
                    <a:pt x="36365" y="158860"/>
                  </a:lnTo>
                  <a:lnTo>
                    <a:pt x="36329" y="159083"/>
                  </a:lnTo>
                  <a:lnTo>
                    <a:pt x="36304" y="159119"/>
                  </a:lnTo>
                  <a:lnTo>
                    <a:pt x="35957" y="159627"/>
                  </a:lnTo>
                  <a:lnTo>
                    <a:pt x="35885" y="159844"/>
                  </a:lnTo>
                  <a:lnTo>
                    <a:pt x="35864" y="159889"/>
                  </a:lnTo>
                  <a:lnTo>
                    <a:pt x="35826" y="159938"/>
                  </a:lnTo>
                  <a:lnTo>
                    <a:pt x="35822" y="159942"/>
                  </a:lnTo>
                  <a:lnTo>
                    <a:pt x="35816" y="159950"/>
                  </a:lnTo>
                  <a:lnTo>
                    <a:pt x="35760" y="159998"/>
                  </a:lnTo>
                  <a:lnTo>
                    <a:pt x="35635" y="160053"/>
                  </a:lnTo>
                  <a:lnTo>
                    <a:pt x="35583" y="160079"/>
                  </a:lnTo>
                  <a:lnTo>
                    <a:pt x="35471" y="160147"/>
                  </a:lnTo>
                  <a:lnTo>
                    <a:pt x="35373" y="160238"/>
                  </a:lnTo>
                  <a:lnTo>
                    <a:pt x="35238" y="160312"/>
                  </a:lnTo>
                  <a:lnTo>
                    <a:pt x="34968" y="160445"/>
                  </a:lnTo>
                  <a:lnTo>
                    <a:pt x="34948" y="160450"/>
                  </a:lnTo>
                  <a:lnTo>
                    <a:pt x="34876" y="160444"/>
                  </a:lnTo>
                  <a:lnTo>
                    <a:pt x="34818" y="160437"/>
                  </a:lnTo>
                  <a:lnTo>
                    <a:pt x="34748" y="160438"/>
                  </a:lnTo>
                  <a:lnTo>
                    <a:pt x="34653" y="160482"/>
                  </a:lnTo>
                  <a:lnTo>
                    <a:pt x="34593" y="160548"/>
                  </a:lnTo>
                  <a:lnTo>
                    <a:pt x="34581" y="160590"/>
                  </a:lnTo>
                  <a:lnTo>
                    <a:pt x="34543" y="160724"/>
                  </a:lnTo>
                  <a:lnTo>
                    <a:pt x="34506" y="160918"/>
                  </a:lnTo>
                  <a:lnTo>
                    <a:pt x="34522" y="160977"/>
                  </a:lnTo>
                  <a:lnTo>
                    <a:pt x="34561" y="161095"/>
                  </a:lnTo>
                  <a:lnTo>
                    <a:pt x="34556" y="161231"/>
                  </a:lnTo>
                  <a:lnTo>
                    <a:pt x="34550" y="161293"/>
                  </a:lnTo>
                  <a:lnTo>
                    <a:pt x="34526" y="161457"/>
                  </a:lnTo>
                  <a:lnTo>
                    <a:pt x="34448" y="161666"/>
                  </a:lnTo>
                  <a:lnTo>
                    <a:pt x="34410" y="161780"/>
                  </a:lnTo>
                  <a:lnTo>
                    <a:pt x="34372" y="161941"/>
                  </a:lnTo>
                  <a:lnTo>
                    <a:pt x="34360" y="162026"/>
                  </a:lnTo>
                  <a:lnTo>
                    <a:pt x="34384" y="162344"/>
                  </a:lnTo>
                  <a:lnTo>
                    <a:pt x="34390" y="162379"/>
                  </a:lnTo>
                  <a:lnTo>
                    <a:pt x="34565" y="162852"/>
                  </a:lnTo>
                  <a:lnTo>
                    <a:pt x="34693" y="163180"/>
                  </a:lnTo>
                  <a:lnTo>
                    <a:pt x="34717" y="163234"/>
                  </a:lnTo>
                  <a:lnTo>
                    <a:pt x="34795" y="163268"/>
                  </a:lnTo>
                  <a:lnTo>
                    <a:pt x="34861" y="163324"/>
                  </a:lnTo>
                  <a:lnTo>
                    <a:pt x="34956" y="163448"/>
                  </a:lnTo>
                  <a:lnTo>
                    <a:pt x="34981" y="163530"/>
                  </a:lnTo>
                  <a:lnTo>
                    <a:pt x="35044" y="163650"/>
                  </a:lnTo>
                  <a:lnTo>
                    <a:pt x="35141" y="163824"/>
                  </a:lnTo>
                  <a:lnTo>
                    <a:pt x="35199" y="163916"/>
                  </a:lnTo>
                  <a:lnTo>
                    <a:pt x="35258" y="163977"/>
                  </a:lnTo>
                  <a:lnTo>
                    <a:pt x="35271" y="164189"/>
                  </a:lnTo>
                  <a:lnTo>
                    <a:pt x="35247" y="164244"/>
                  </a:lnTo>
                  <a:lnTo>
                    <a:pt x="35232" y="164329"/>
                  </a:lnTo>
                  <a:lnTo>
                    <a:pt x="35233" y="164355"/>
                  </a:lnTo>
                  <a:lnTo>
                    <a:pt x="35283" y="164504"/>
                  </a:lnTo>
                  <a:lnTo>
                    <a:pt x="35345" y="164621"/>
                  </a:lnTo>
                  <a:lnTo>
                    <a:pt x="35391" y="164679"/>
                  </a:lnTo>
                  <a:lnTo>
                    <a:pt x="35420" y="164677"/>
                  </a:lnTo>
                  <a:lnTo>
                    <a:pt x="35440" y="164687"/>
                  </a:lnTo>
                  <a:lnTo>
                    <a:pt x="35476" y="164728"/>
                  </a:lnTo>
                  <a:lnTo>
                    <a:pt x="35481" y="164755"/>
                  </a:lnTo>
                  <a:lnTo>
                    <a:pt x="35477" y="164769"/>
                  </a:lnTo>
                  <a:lnTo>
                    <a:pt x="35414" y="164834"/>
                  </a:lnTo>
                  <a:lnTo>
                    <a:pt x="35346" y="164886"/>
                  </a:lnTo>
                  <a:lnTo>
                    <a:pt x="35249" y="164933"/>
                  </a:lnTo>
                  <a:lnTo>
                    <a:pt x="35205" y="164941"/>
                  </a:lnTo>
                  <a:lnTo>
                    <a:pt x="34959" y="164927"/>
                  </a:lnTo>
                  <a:lnTo>
                    <a:pt x="34909" y="164917"/>
                  </a:lnTo>
                  <a:lnTo>
                    <a:pt x="34814" y="164851"/>
                  </a:lnTo>
                  <a:lnTo>
                    <a:pt x="34741" y="164778"/>
                  </a:lnTo>
                  <a:lnTo>
                    <a:pt x="34725" y="164754"/>
                  </a:lnTo>
                  <a:lnTo>
                    <a:pt x="34670" y="164462"/>
                  </a:lnTo>
                  <a:lnTo>
                    <a:pt x="34672" y="164244"/>
                  </a:lnTo>
                  <a:lnTo>
                    <a:pt x="34666" y="164146"/>
                  </a:lnTo>
                  <a:lnTo>
                    <a:pt x="34581" y="164071"/>
                  </a:lnTo>
                  <a:lnTo>
                    <a:pt x="34494" y="164070"/>
                  </a:lnTo>
                  <a:lnTo>
                    <a:pt x="34354" y="164045"/>
                  </a:lnTo>
                  <a:lnTo>
                    <a:pt x="34275" y="164018"/>
                  </a:lnTo>
                  <a:lnTo>
                    <a:pt x="34207" y="163975"/>
                  </a:lnTo>
                  <a:lnTo>
                    <a:pt x="34163" y="163928"/>
                  </a:lnTo>
                  <a:lnTo>
                    <a:pt x="34129" y="163873"/>
                  </a:lnTo>
                  <a:lnTo>
                    <a:pt x="34063" y="163671"/>
                  </a:lnTo>
                  <a:lnTo>
                    <a:pt x="34028" y="163608"/>
                  </a:lnTo>
                  <a:lnTo>
                    <a:pt x="34000" y="163590"/>
                  </a:lnTo>
                  <a:lnTo>
                    <a:pt x="33921" y="163523"/>
                  </a:lnTo>
                  <a:lnTo>
                    <a:pt x="33760" y="163360"/>
                  </a:lnTo>
                  <a:lnTo>
                    <a:pt x="33677" y="163255"/>
                  </a:lnTo>
                  <a:lnTo>
                    <a:pt x="33647" y="163184"/>
                  </a:lnTo>
                  <a:lnTo>
                    <a:pt x="33595" y="163098"/>
                  </a:lnTo>
                  <a:lnTo>
                    <a:pt x="33499" y="163075"/>
                  </a:lnTo>
                  <a:lnTo>
                    <a:pt x="33390" y="163131"/>
                  </a:lnTo>
                  <a:lnTo>
                    <a:pt x="33238" y="163154"/>
                  </a:lnTo>
                  <a:lnTo>
                    <a:pt x="33115" y="163124"/>
                  </a:lnTo>
                  <a:lnTo>
                    <a:pt x="32702" y="162978"/>
                  </a:lnTo>
                  <a:lnTo>
                    <a:pt x="32651" y="162977"/>
                  </a:lnTo>
                  <a:lnTo>
                    <a:pt x="32614" y="162961"/>
                  </a:lnTo>
                  <a:lnTo>
                    <a:pt x="31901" y="162598"/>
                  </a:lnTo>
                  <a:lnTo>
                    <a:pt x="31429" y="162259"/>
                  </a:lnTo>
                  <a:lnTo>
                    <a:pt x="31318" y="162097"/>
                  </a:lnTo>
                  <a:lnTo>
                    <a:pt x="31279" y="162036"/>
                  </a:lnTo>
                  <a:lnTo>
                    <a:pt x="31229" y="161945"/>
                  </a:lnTo>
                  <a:lnTo>
                    <a:pt x="31198" y="161919"/>
                  </a:lnTo>
                  <a:lnTo>
                    <a:pt x="31058" y="161924"/>
                  </a:lnTo>
                  <a:lnTo>
                    <a:pt x="30973" y="161940"/>
                  </a:lnTo>
                  <a:lnTo>
                    <a:pt x="30732" y="162048"/>
                  </a:lnTo>
                  <a:lnTo>
                    <a:pt x="30670" y="162097"/>
                  </a:lnTo>
                  <a:lnTo>
                    <a:pt x="30355" y="162430"/>
                  </a:lnTo>
                  <a:lnTo>
                    <a:pt x="30309" y="162506"/>
                  </a:lnTo>
                  <a:lnTo>
                    <a:pt x="30286" y="162775"/>
                  </a:lnTo>
                  <a:lnTo>
                    <a:pt x="30319" y="162881"/>
                  </a:lnTo>
                  <a:lnTo>
                    <a:pt x="30374" y="163126"/>
                  </a:lnTo>
                  <a:lnTo>
                    <a:pt x="30390" y="163247"/>
                  </a:lnTo>
                  <a:lnTo>
                    <a:pt x="30388" y="163257"/>
                  </a:lnTo>
                  <a:lnTo>
                    <a:pt x="30313" y="163531"/>
                  </a:lnTo>
                  <a:lnTo>
                    <a:pt x="30054" y="163825"/>
                  </a:lnTo>
                  <a:lnTo>
                    <a:pt x="30006" y="163840"/>
                  </a:lnTo>
                  <a:lnTo>
                    <a:pt x="29928" y="163858"/>
                  </a:lnTo>
                  <a:lnTo>
                    <a:pt x="29623" y="163894"/>
                  </a:lnTo>
                  <a:lnTo>
                    <a:pt x="29596" y="163894"/>
                  </a:lnTo>
                  <a:lnTo>
                    <a:pt x="29531" y="163873"/>
                  </a:lnTo>
                  <a:lnTo>
                    <a:pt x="29421" y="163790"/>
                  </a:lnTo>
                  <a:lnTo>
                    <a:pt x="29377" y="163742"/>
                  </a:lnTo>
                  <a:lnTo>
                    <a:pt x="29208" y="163445"/>
                  </a:lnTo>
                  <a:lnTo>
                    <a:pt x="28904" y="163141"/>
                  </a:lnTo>
                  <a:lnTo>
                    <a:pt x="28872" y="163124"/>
                  </a:lnTo>
                  <a:lnTo>
                    <a:pt x="28861" y="163109"/>
                  </a:lnTo>
                  <a:lnTo>
                    <a:pt x="28828" y="162886"/>
                  </a:lnTo>
                  <a:lnTo>
                    <a:pt x="28828" y="162848"/>
                  </a:lnTo>
                  <a:lnTo>
                    <a:pt x="28883" y="162513"/>
                  </a:lnTo>
                  <a:lnTo>
                    <a:pt x="28904" y="162271"/>
                  </a:lnTo>
                  <a:lnTo>
                    <a:pt x="28917" y="162023"/>
                  </a:lnTo>
                  <a:lnTo>
                    <a:pt x="28924" y="161811"/>
                  </a:lnTo>
                  <a:lnTo>
                    <a:pt x="28916" y="161647"/>
                  </a:lnTo>
                  <a:lnTo>
                    <a:pt x="28929" y="161595"/>
                  </a:lnTo>
                  <a:lnTo>
                    <a:pt x="29025" y="161365"/>
                  </a:lnTo>
                  <a:lnTo>
                    <a:pt x="29041" y="161372"/>
                  </a:lnTo>
                  <a:lnTo>
                    <a:pt x="29071" y="161299"/>
                  </a:lnTo>
                  <a:lnTo>
                    <a:pt x="29035" y="161089"/>
                  </a:lnTo>
                  <a:lnTo>
                    <a:pt x="29014" y="160964"/>
                  </a:lnTo>
                  <a:lnTo>
                    <a:pt x="28978" y="160831"/>
                  </a:lnTo>
                  <a:lnTo>
                    <a:pt x="28957" y="160790"/>
                  </a:lnTo>
                  <a:lnTo>
                    <a:pt x="28931" y="160746"/>
                  </a:lnTo>
                  <a:lnTo>
                    <a:pt x="28873" y="160669"/>
                  </a:lnTo>
                  <a:lnTo>
                    <a:pt x="28726" y="160482"/>
                  </a:lnTo>
                  <a:lnTo>
                    <a:pt x="28341" y="160018"/>
                  </a:lnTo>
                  <a:lnTo>
                    <a:pt x="28290" y="159936"/>
                  </a:lnTo>
                  <a:lnTo>
                    <a:pt x="28274" y="159911"/>
                  </a:lnTo>
                  <a:lnTo>
                    <a:pt x="28249" y="159871"/>
                  </a:lnTo>
                  <a:lnTo>
                    <a:pt x="28208" y="159805"/>
                  </a:lnTo>
                  <a:lnTo>
                    <a:pt x="28179" y="159760"/>
                  </a:lnTo>
                  <a:lnTo>
                    <a:pt x="28136" y="159691"/>
                  </a:lnTo>
                  <a:lnTo>
                    <a:pt x="28073" y="159511"/>
                  </a:lnTo>
                  <a:lnTo>
                    <a:pt x="28069" y="159493"/>
                  </a:lnTo>
                  <a:lnTo>
                    <a:pt x="27996" y="159297"/>
                  </a:lnTo>
                  <a:lnTo>
                    <a:pt x="27957" y="159194"/>
                  </a:lnTo>
                  <a:lnTo>
                    <a:pt x="27938" y="159154"/>
                  </a:lnTo>
                  <a:lnTo>
                    <a:pt x="27917" y="159107"/>
                  </a:lnTo>
                  <a:lnTo>
                    <a:pt x="27848" y="158957"/>
                  </a:lnTo>
                  <a:lnTo>
                    <a:pt x="27834" y="158929"/>
                  </a:lnTo>
                  <a:lnTo>
                    <a:pt x="27817" y="158894"/>
                  </a:lnTo>
                  <a:lnTo>
                    <a:pt x="27814" y="158878"/>
                  </a:lnTo>
                  <a:lnTo>
                    <a:pt x="27780" y="158724"/>
                  </a:lnTo>
                  <a:lnTo>
                    <a:pt x="27779" y="158711"/>
                  </a:lnTo>
                  <a:lnTo>
                    <a:pt x="27775" y="158636"/>
                  </a:lnTo>
                  <a:lnTo>
                    <a:pt x="27803" y="158478"/>
                  </a:lnTo>
                  <a:lnTo>
                    <a:pt x="27815" y="158438"/>
                  </a:lnTo>
                  <a:lnTo>
                    <a:pt x="27835" y="158375"/>
                  </a:lnTo>
                  <a:lnTo>
                    <a:pt x="27960" y="158174"/>
                  </a:lnTo>
                  <a:lnTo>
                    <a:pt x="27984" y="158148"/>
                  </a:lnTo>
                  <a:lnTo>
                    <a:pt x="28157" y="158022"/>
                  </a:lnTo>
                  <a:lnTo>
                    <a:pt x="28184" y="158007"/>
                  </a:lnTo>
                  <a:lnTo>
                    <a:pt x="28264" y="157963"/>
                  </a:lnTo>
                  <a:lnTo>
                    <a:pt x="28296" y="157925"/>
                  </a:lnTo>
                  <a:lnTo>
                    <a:pt x="28305" y="157885"/>
                  </a:lnTo>
                  <a:lnTo>
                    <a:pt x="28295" y="157858"/>
                  </a:lnTo>
                  <a:lnTo>
                    <a:pt x="28276" y="157833"/>
                  </a:lnTo>
                  <a:lnTo>
                    <a:pt x="28232" y="157805"/>
                  </a:lnTo>
                  <a:lnTo>
                    <a:pt x="28205" y="157787"/>
                  </a:lnTo>
                  <a:lnTo>
                    <a:pt x="28171" y="157681"/>
                  </a:lnTo>
                  <a:lnTo>
                    <a:pt x="28161" y="157629"/>
                  </a:lnTo>
                  <a:lnTo>
                    <a:pt x="28165" y="157601"/>
                  </a:lnTo>
                  <a:lnTo>
                    <a:pt x="28177" y="157529"/>
                  </a:lnTo>
                  <a:lnTo>
                    <a:pt x="28192" y="157477"/>
                  </a:lnTo>
                  <a:lnTo>
                    <a:pt x="28207" y="157424"/>
                  </a:lnTo>
                  <a:lnTo>
                    <a:pt x="28270" y="157307"/>
                  </a:lnTo>
                  <a:lnTo>
                    <a:pt x="28302" y="157264"/>
                  </a:lnTo>
                  <a:lnTo>
                    <a:pt x="28339" y="157236"/>
                  </a:lnTo>
                  <a:lnTo>
                    <a:pt x="28393" y="157239"/>
                  </a:lnTo>
                  <a:lnTo>
                    <a:pt x="28414" y="157253"/>
                  </a:lnTo>
                  <a:lnTo>
                    <a:pt x="28459" y="157283"/>
                  </a:lnTo>
                  <a:lnTo>
                    <a:pt x="28536" y="157282"/>
                  </a:lnTo>
                  <a:lnTo>
                    <a:pt x="28585" y="157270"/>
                  </a:lnTo>
                  <a:lnTo>
                    <a:pt x="28601" y="157259"/>
                  </a:lnTo>
                  <a:lnTo>
                    <a:pt x="28610" y="157253"/>
                  </a:lnTo>
                  <a:lnTo>
                    <a:pt x="28664" y="157217"/>
                  </a:lnTo>
                  <a:lnTo>
                    <a:pt x="28670" y="157191"/>
                  </a:lnTo>
                  <a:lnTo>
                    <a:pt x="28676" y="157166"/>
                  </a:lnTo>
                  <a:lnTo>
                    <a:pt x="28684" y="156945"/>
                  </a:lnTo>
                  <a:lnTo>
                    <a:pt x="28685" y="156914"/>
                  </a:lnTo>
                  <a:lnTo>
                    <a:pt x="28687" y="156881"/>
                  </a:lnTo>
                  <a:lnTo>
                    <a:pt x="28687" y="156872"/>
                  </a:lnTo>
                  <a:lnTo>
                    <a:pt x="28691" y="156745"/>
                  </a:lnTo>
                  <a:lnTo>
                    <a:pt x="28659" y="156565"/>
                  </a:lnTo>
                  <a:lnTo>
                    <a:pt x="28620" y="156434"/>
                  </a:lnTo>
                  <a:lnTo>
                    <a:pt x="28558" y="156225"/>
                  </a:lnTo>
                  <a:lnTo>
                    <a:pt x="28430" y="155968"/>
                  </a:lnTo>
                  <a:lnTo>
                    <a:pt x="28419" y="155934"/>
                  </a:lnTo>
                  <a:lnTo>
                    <a:pt x="28418" y="155903"/>
                  </a:lnTo>
                  <a:lnTo>
                    <a:pt x="28446" y="155842"/>
                  </a:lnTo>
                  <a:lnTo>
                    <a:pt x="28465" y="155816"/>
                  </a:lnTo>
                  <a:lnTo>
                    <a:pt x="28484" y="155803"/>
                  </a:lnTo>
                  <a:lnTo>
                    <a:pt x="28533" y="155779"/>
                  </a:lnTo>
                  <a:lnTo>
                    <a:pt x="28701" y="155732"/>
                  </a:lnTo>
                  <a:lnTo>
                    <a:pt x="28761" y="155706"/>
                  </a:lnTo>
                  <a:lnTo>
                    <a:pt x="29063" y="155576"/>
                  </a:lnTo>
                  <a:lnTo>
                    <a:pt x="29082" y="155533"/>
                  </a:lnTo>
                  <a:lnTo>
                    <a:pt x="29129" y="155367"/>
                  </a:lnTo>
                  <a:lnTo>
                    <a:pt x="29125" y="155351"/>
                  </a:lnTo>
                  <a:lnTo>
                    <a:pt x="29066" y="155108"/>
                  </a:lnTo>
                  <a:lnTo>
                    <a:pt x="28960" y="154678"/>
                  </a:lnTo>
                  <a:lnTo>
                    <a:pt x="28937" y="154583"/>
                  </a:lnTo>
                  <a:lnTo>
                    <a:pt x="28873" y="154322"/>
                  </a:lnTo>
                  <a:lnTo>
                    <a:pt x="28807" y="154054"/>
                  </a:lnTo>
                  <a:lnTo>
                    <a:pt x="28769" y="153897"/>
                  </a:lnTo>
                  <a:lnTo>
                    <a:pt x="28755" y="153839"/>
                  </a:lnTo>
                  <a:lnTo>
                    <a:pt x="27930" y="150478"/>
                  </a:lnTo>
                  <a:lnTo>
                    <a:pt x="27803" y="149961"/>
                  </a:lnTo>
                  <a:lnTo>
                    <a:pt x="27767" y="149813"/>
                  </a:lnTo>
                  <a:lnTo>
                    <a:pt x="27732" y="149739"/>
                  </a:lnTo>
                  <a:lnTo>
                    <a:pt x="27686" y="149642"/>
                  </a:lnTo>
                  <a:lnTo>
                    <a:pt x="27599" y="149482"/>
                  </a:lnTo>
                  <a:lnTo>
                    <a:pt x="27555" y="149420"/>
                  </a:lnTo>
                  <a:lnTo>
                    <a:pt x="27530" y="149392"/>
                  </a:lnTo>
                  <a:lnTo>
                    <a:pt x="27502" y="149361"/>
                  </a:lnTo>
                  <a:lnTo>
                    <a:pt x="27482" y="149348"/>
                  </a:lnTo>
                  <a:lnTo>
                    <a:pt x="27466" y="149317"/>
                  </a:lnTo>
                  <a:lnTo>
                    <a:pt x="27446" y="149267"/>
                  </a:lnTo>
                  <a:lnTo>
                    <a:pt x="27406" y="149165"/>
                  </a:lnTo>
                  <a:lnTo>
                    <a:pt x="27359" y="149011"/>
                  </a:lnTo>
                  <a:lnTo>
                    <a:pt x="27335" y="148939"/>
                  </a:lnTo>
                  <a:lnTo>
                    <a:pt x="27302" y="148837"/>
                  </a:lnTo>
                  <a:lnTo>
                    <a:pt x="27288" y="148807"/>
                  </a:lnTo>
                  <a:lnTo>
                    <a:pt x="27246" y="148711"/>
                  </a:lnTo>
                  <a:lnTo>
                    <a:pt x="27206" y="148637"/>
                  </a:lnTo>
                  <a:lnTo>
                    <a:pt x="27176" y="148585"/>
                  </a:lnTo>
                  <a:lnTo>
                    <a:pt x="27118" y="148507"/>
                  </a:lnTo>
                  <a:lnTo>
                    <a:pt x="26975" y="148317"/>
                  </a:lnTo>
                  <a:lnTo>
                    <a:pt x="26971" y="148313"/>
                  </a:lnTo>
                  <a:lnTo>
                    <a:pt x="26942" y="148274"/>
                  </a:lnTo>
                  <a:lnTo>
                    <a:pt x="26632" y="147943"/>
                  </a:lnTo>
                  <a:lnTo>
                    <a:pt x="26577" y="147896"/>
                  </a:lnTo>
                  <a:lnTo>
                    <a:pt x="26442" y="147789"/>
                  </a:lnTo>
                  <a:lnTo>
                    <a:pt x="26386" y="147753"/>
                  </a:lnTo>
                  <a:lnTo>
                    <a:pt x="26357" y="147735"/>
                  </a:lnTo>
                  <a:lnTo>
                    <a:pt x="26348" y="147739"/>
                  </a:lnTo>
                  <a:lnTo>
                    <a:pt x="26307" y="147713"/>
                  </a:lnTo>
                  <a:lnTo>
                    <a:pt x="26281" y="147693"/>
                  </a:lnTo>
                  <a:lnTo>
                    <a:pt x="26232" y="147633"/>
                  </a:lnTo>
                  <a:lnTo>
                    <a:pt x="26220" y="147529"/>
                  </a:lnTo>
                  <a:lnTo>
                    <a:pt x="26224" y="147478"/>
                  </a:lnTo>
                  <a:lnTo>
                    <a:pt x="26267" y="147299"/>
                  </a:lnTo>
                  <a:lnTo>
                    <a:pt x="26296" y="147178"/>
                  </a:lnTo>
                  <a:lnTo>
                    <a:pt x="26342" y="147097"/>
                  </a:lnTo>
                  <a:lnTo>
                    <a:pt x="26342" y="147065"/>
                  </a:lnTo>
                  <a:lnTo>
                    <a:pt x="26341" y="146981"/>
                  </a:lnTo>
                  <a:lnTo>
                    <a:pt x="26328" y="146931"/>
                  </a:lnTo>
                  <a:lnTo>
                    <a:pt x="26294" y="146804"/>
                  </a:lnTo>
                  <a:lnTo>
                    <a:pt x="26185" y="146400"/>
                  </a:lnTo>
                  <a:lnTo>
                    <a:pt x="26127" y="146264"/>
                  </a:lnTo>
                  <a:lnTo>
                    <a:pt x="26087" y="146169"/>
                  </a:lnTo>
                  <a:lnTo>
                    <a:pt x="26071" y="146147"/>
                  </a:lnTo>
                  <a:lnTo>
                    <a:pt x="26064" y="146137"/>
                  </a:lnTo>
                  <a:lnTo>
                    <a:pt x="26051" y="146120"/>
                  </a:lnTo>
                  <a:lnTo>
                    <a:pt x="26034" y="146085"/>
                  </a:lnTo>
                  <a:lnTo>
                    <a:pt x="26025" y="146053"/>
                  </a:lnTo>
                  <a:lnTo>
                    <a:pt x="26018" y="146031"/>
                  </a:lnTo>
                  <a:lnTo>
                    <a:pt x="26004" y="145984"/>
                  </a:lnTo>
                  <a:lnTo>
                    <a:pt x="25968" y="145852"/>
                  </a:lnTo>
                  <a:lnTo>
                    <a:pt x="25960" y="145820"/>
                  </a:lnTo>
                  <a:lnTo>
                    <a:pt x="25958" y="145813"/>
                  </a:lnTo>
                  <a:lnTo>
                    <a:pt x="25940" y="145526"/>
                  </a:lnTo>
                  <a:lnTo>
                    <a:pt x="25952" y="145361"/>
                  </a:lnTo>
                  <a:lnTo>
                    <a:pt x="25946" y="145313"/>
                  </a:lnTo>
                  <a:lnTo>
                    <a:pt x="25930" y="145248"/>
                  </a:lnTo>
                  <a:lnTo>
                    <a:pt x="25884" y="145161"/>
                  </a:lnTo>
                  <a:lnTo>
                    <a:pt x="25786" y="145038"/>
                  </a:lnTo>
                  <a:lnTo>
                    <a:pt x="25753" y="144997"/>
                  </a:lnTo>
                  <a:lnTo>
                    <a:pt x="25748" y="144988"/>
                  </a:lnTo>
                  <a:lnTo>
                    <a:pt x="25719" y="144930"/>
                  </a:lnTo>
                  <a:lnTo>
                    <a:pt x="25663" y="144780"/>
                  </a:lnTo>
                  <a:lnTo>
                    <a:pt x="25604" y="144699"/>
                  </a:lnTo>
                  <a:lnTo>
                    <a:pt x="25411" y="144460"/>
                  </a:lnTo>
                  <a:lnTo>
                    <a:pt x="25065" y="144086"/>
                  </a:lnTo>
                  <a:lnTo>
                    <a:pt x="25020" y="144042"/>
                  </a:lnTo>
                  <a:lnTo>
                    <a:pt x="24904" y="143926"/>
                  </a:lnTo>
                  <a:lnTo>
                    <a:pt x="24832" y="143866"/>
                  </a:lnTo>
                  <a:lnTo>
                    <a:pt x="24785" y="143850"/>
                  </a:lnTo>
                  <a:lnTo>
                    <a:pt x="24713" y="143781"/>
                  </a:lnTo>
                  <a:lnTo>
                    <a:pt x="24696" y="143765"/>
                  </a:lnTo>
                  <a:lnTo>
                    <a:pt x="24437" y="143517"/>
                  </a:lnTo>
                  <a:lnTo>
                    <a:pt x="24388" y="143455"/>
                  </a:lnTo>
                  <a:lnTo>
                    <a:pt x="24385" y="143449"/>
                  </a:lnTo>
                  <a:lnTo>
                    <a:pt x="24381" y="143441"/>
                  </a:lnTo>
                  <a:lnTo>
                    <a:pt x="24379" y="143436"/>
                  </a:lnTo>
                  <a:lnTo>
                    <a:pt x="24310" y="143294"/>
                  </a:lnTo>
                  <a:lnTo>
                    <a:pt x="24289" y="143245"/>
                  </a:lnTo>
                  <a:lnTo>
                    <a:pt x="24225" y="143092"/>
                  </a:lnTo>
                  <a:lnTo>
                    <a:pt x="24206" y="143040"/>
                  </a:lnTo>
                  <a:lnTo>
                    <a:pt x="24185" y="142948"/>
                  </a:lnTo>
                  <a:lnTo>
                    <a:pt x="24179" y="142920"/>
                  </a:lnTo>
                  <a:lnTo>
                    <a:pt x="24152" y="142843"/>
                  </a:lnTo>
                  <a:lnTo>
                    <a:pt x="24137" y="142800"/>
                  </a:lnTo>
                  <a:lnTo>
                    <a:pt x="24111" y="142756"/>
                  </a:lnTo>
                  <a:lnTo>
                    <a:pt x="24041" y="142642"/>
                  </a:lnTo>
                  <a:lnTo>
                    <a:pt x="23996" y="142583"/>
                  </a:lnTo>
                  <a:lnTo>
                    <a:pt x="23974" y="142561"/>
                  </a:lnTo>
                  <a:lnTo>
                    <a:pt x="23932" y="142517"/>
                  </a:lnTo>
                  <a:lnTo>
                    <a:pt x="23899" y="142470"/>
                  </a:lnTo>
                  <a:lnTo>
                    <a:pt x="23885" y="142450"/>
                  </a:lnTo>
                  <a:lnTo>
                    <a:pt x="23825" y="142364"/>
                  </a:lnTo>
                  <a:lnTo>
                    <a:pt x="23812" y="142320"/>
                  </a:lnTo>
                  <a:lnTo>
                    <a:pt x="23814" y="142283"/>
                  </a:lnTo>
                  <a:lnTo>
                    <a:pt x="23790" y="142254"/>
                  </a:lnTo>
                  <a:lnTo>
                    <a:pt x="23661" y="142097"/>
                  </a:lnTo>
                  <a:lnTo>
                    <a:pt x="23517" y="141950"/>
                  </a:lnTo>
                  <a:lnTo>
                    <a:pt x="23467" y="141898"/>
                  </a:lnTo>
                  <a:lnTo>
                    <a:pt x="23457" y="141890"/>
                  </a:lnTo>
                  <a:lnTo>
                    <a:pt x="23280" y="141743"/>
                  </a:lnTo>
                  <a:lnTo>
                    <a:pt x="23177" y="141658"/>
                  </a:lnTo>
                  <a:lnTo>
                    <a:pt x="23154" y="141641"/>
                  </a:lnTo>
                  <a:lnTo>
                    <a:pt x="22706" y="141295"/>
                  </a:lnTo>
                  <a:lnTo>
                    <a:pt x="22612" y="141230"/>
                  </a:lnTo>
                  <a:lnTo>
                    <a:pt x="22300" y="141006"/>
                  </a:lnTo>
                  <a:lnTo>
                    <a:pt x="22301" y="141000"/>
                  </a:lnTo>
                  <a:lnTo>
                    <a:pt x="21894" y="140720"/>
                  </a:lnTo>
                  <a:lnTo>
                    <a:pt x="21804" y="140665"/>
                  </a:lnTo>
                  <a:lnTo>
                    <a:pt x="21782" y="140652"/>
                  </a:lnTo>
                  <a:lnTo>
                    <a:pt x="21360" y="140408"/>
                  </a:lnTo>
                  <a:lnTo>
                    <a:pt x="21238" y="140337"/>
                  </a:lnTo>
                  <a:lnTo>
                    <a:pt x="21210" y="140321"/>
                  </a:lnTo>
                  <a:lnTo>
                    <a:pt x="20921" y="140155"/>
                  </a:lnTo>
                  <a:lnTo>
                    <a:pt x="20911" y="140150"/>
                  </a:lnTo>
                  <a:lnTo>
                    <a:pt x="20571" y="139948"/>
                  </a:lnTo>
                  <a:lnTo>
                    <a:pt x="20456" y="139893"/>
                  </a:lnTo>
                  <a:lnTo>
                    <a:pt x="20266" y="139802"/>
                  </a:lnTo>
                  <a:lnTo>
                    <a:pt x="20131" y="139707"/>
                  </a:lnTo>
                  <a:lnTo>
                    <a:pt x="20053" y="139652"/>
                  </a:lnTo>
                  <a:lnTo>
                    <a:pt x="19989" y="139606"/>
                  </a:lnTo>
                  <a:lnTo>
                    <a:pt x="19908" y="139549"/>
                  </a:lnTo>
                  <a:lnTo>
                    <a:pt x="19863" y="139517"/>
                  </a:lnTo>
                  <a:lnTo>
                    <a:pt x="19838" y="139501"/>
                  </a:lnTo>
                  <a:lnTo>
                    <a:pt x="19783" y="139467"/>
                  </a:lnTo>
                  <a:lnTo>
                    <a:pt x="19436" y="139273"/>
                  </a:lnTo>
                  <a:lnTo>
                    <a:pt x="19115" y="139105"/>
                  </a:lnTo>
                  <a:lnTo>
                    <a:pt x="18952" y="139008"/>
                  </a:lnTo>
                  <a:lnTo>
                    <a:pt x="18860" y="138950"/>
                  </a:lnTo>
                  <a:lnTo>
                    <a:pt x="18592" y="138784"/>
                  </a:lnTo>
                  <a:lnTo>
                    <a:pt x="18470" y="138697"/>
                  </a:lnTo>
                  <a:lnTo>
                    <a:pt x="18428" y="138667"/>
                  </a:lnTo>
                  <a:lnTo>
                    <a:pt x="18417" y="138660"/>
                  </a:lnTo>
                  <a:lnTo>
                    <a:pt x="18247" y="138539"/>
                  </a:lnTo>
                  <a:lnTo>
                    <a:pt x="17797" y="138209"/>
                  </a:lnTo>
                  <a:lnTo>
                    <a:pt x="17746" y="138132"/>
                  </a:lnTo>
                  <a:lnTo>
                    <a:pt x="17660" y="138030"/>
                  </a:lnTo>
                  <a:lnTo>
                    <a:pt x="17573" y="137928"/>
                  </a:lnTo>
                  <a:lnTo>
                    <a:pt x="17495" y="137842"/>
                  </a:lnTo>
                  <a:lnTo>
                    <a:pt x="17456" y="137811"/>
                  </a:lnTo>
                  <a:lnTo>
                    <a:pt x="17404" y="137749"/>
                  </a:lnTo>
                  <a:lnTo>
                    <a:pt x="17391" y="137734"/>
                  </a:lnTo>
                  <a:lnTo>
                    <a:pt x="17387" y="137729"/>
                  </a:lnTo>
                  <a:lnTo>
                    <a:pt x="17364" y="137697"/>
                  </a:lnTo>
                  <a:lnTo>
                    <a:pt x="17344" y="137668"/>
                  </a:lnTo>
                  <a:lnTo>
                    <a:pt x="17298" y="137605"/>
                  </a:lnTo>
                  <a:lnTo>
                    <a:pt x="17282" y="137582"/>
                  </a:lnTo>
                  <a:lnTo>
                    <a:pt x="17234" y="137492"/>
                  </a:lnTo>
                  <a:lnTo>
                    <a:pt x="17220" y="137464"/>
                  </a:lnTo>
                  <a:lnTo>
                    <a:pt x="17158" y="137399"/>
                  </a:lnTo>
                  <a:lnTo>
                    <a:pt x="17114" y="137295"/>
                  </a:lnTo>
                  <a:lnTo>
                    <a:pt x="17082" y="137218"/>
                  </a:lnTo>
                  <a:lnTo>
                    <a:pt x="17065" y="137179"/>
                  </a:lnTo>
                  <a:lnTo>
                    <a:pt x="17026" y="137085"/>
                  </a:lnTo>
                  <a:lnTo>
                    <a:pt x="17013" y="137054"/>
                  </a:lnTo>
                  <a:lnTo>
                    <a:pt x="16762" y="136848"/>
                  </a:lnTo>
                  <a:lnTo>
                    <a:pt x="16739" y="136836"/>
                  </a:lnTo>
                  <a:lnTo>
                    <a:pt x="16658" y="136794"/>
                  </a:lnTo>
                  <a:lnTo>
                    <a:pt x="16640" y="136785"/>
                  </a:lnTo>
                  <a:lnTo>
                    <a:pt x="16624" y="136777"/>
                  </a:lnTo>
                  <a:lnTo>
                    <a:pt x="16619" y="136774"/>
                  </a:lnTo>
                  <a:lnTo>
                    <a:pt x="16419" y="136721"/>
                  </a:lnTo>
                  <a:lnTo>
                    <a:pt x="16279" y="136684"/>
                  </a:lnTo>
                  <a:lnTo>
                    <a:pt x="16236" y="136672"/>
                  </a:lnTo>
                  <a:lnTo>
                    <a:pt x="16193" y="136667"/>
                  </a:lnTo>
                  <a:lnTo>
                    <a:pt x="16202" y="136748"/>
                  </a:lnTo>
                  <a:lnTo>
                    <a:pt x="16204" y="136772"/>
                  </a:lnTo>
                  <a:lnTo>
                    <a:pt x="16209" y="136815"/>
                  </a:lnTo>
                  <a:lnTo>
                    <a:pt x="16211" y="136830"/>
                  </a:lnTo>
                  <a:lnTo>
                    <a:pt x="16198" y="136864"/>
                  </a:lnTo>
                  <a:lnTo>
                    <a:pt x="16194" y="136873"/>
                  </a:lnTo>
                  <a:lnTo>
                    <a:pt x="16185" y="136873"/>
                  </a:lnTo>
                  <a:lnTo>
                    <a:pt x="16174" y="136873"/>
                  </a:lnTo>
                  <a:lnTo>
                    <a:pt x="16113" y="136873"/>
                  </a:lnTo>
                  <a:lnTo>
                    <a:pt x="16097" y="136868"/>
                  </a:lnTo>
                  <a:lnTo>
                    <a:pt x="15982" y="136831"/>
                  </a:lnTo>
                  <a:lnTo>
                    <a:pt x="15877" y="136794"/>
                  </a:lnTo>
                  <a:lnTo>
                    <a:pt x="15666" y="136692"/>
                  </a:lnTo>
                  <a:lnTo>
                    <a:pt x="15594" y="136657"/>
                  </a:lnTo>
                  <a:lnTo>
                    <a:pt x="15550" y="136636"/>
                  </a:lnTo>
                  <a:lnTo>
                    <a:pt x="15436" y="136580"/>
                  </a:lnTo>
                  <a:lnTo>
                    <a:pt x="15035" y="136260"/>
                  </a:lnTo>
                  <a:lnTo>
                    <a:pt x="15024" y="136251"/>
                  </a:lnTo>
                  <a:lnTo>
                    <a:pt x="14818" y="136087"/>
                  </a:lnTo>
                  <a:lnTo>
                    <a:pt x="14813" y="136082"/>
                  </a:lnTo>
                  <a:lnTo>
                    <a:pt x="14702" y="135994"/>
                  </a:lnTo>
                  <a:lnTo>
                    <a:pt x="14100" y="135513"/>
                  </a:lnTo>
                  <a:lnTo>
                    <a:pt x="13998" y="135420"/>
                  </a:lnTo>
                  <a:lnTo>
                    <a:pt x="13879" y="135332"/>
                  </a:lnTo>
                  <a:lnTo>
                    <a:pt x="13669" y="135176"/>
                  </a:lnTo>
                  <a:lnTo>
                    <a:pt x="13604" y="135251"/>
                  </a:lnTo>
                  <a:lnTo>
                    <a:pt x="13489" y="135298"/>
                  </a:lnTo>
                  <a:lnTo>
                    <a:pt x="13088" y="134919"/>
                  </a:lnTo>
                  <a:lnTo>
                    <a:pt x="12782" y="134630"/>
                  </a:lnTo>
                  <a:lnTo>
                    <a:pt x="12559" y="134426"/>
                  </a:lnTo>
                  <a:lnTo>
                    <a:pt x="12418" y="134256"/>
                  </a:lnTo>
                  <a:lnTo>
                    <a:pt x="12574" y="134107"/>
                  </a:lnTo>
                  <a:lnTo>
                    <a:pt x="12580" y="134039"/>
                  </a:lnTo>
                  <a:lnTo>
                    <a:pt x="12366" y="133860"/>
                  </a:lnTo>
                  <a:lnTo>
                    <a:pt x="12143" y="133675"/>
                  </a:lnTo>
                  <a:lnTo>
                    <a:pt x="12119" y="133666"/>
                  </a:lnTo>
                  <a:lnTo>
                    <a:pt x="11932" y="133410"/>
                  </a:lnTo>
                  <a:lnTo>
                    <a:pt x="11984" y="133341"/>
                  </a:lnTo>
                  <a:lnTo>
                    <a:pt x="12030" y="133281"/>
                  </a:lnTo>
                  <a:lnTo>
                    <a:pt x="12099" y="133226"/>
                  </a:lnTo>
                  <a:lnTo>
                    <a:pt x="12270" y="133277"/>
                  </a:lnTo>
                  <a:lnTo>
                    <a:pt x="12334" y="133367"/>
                  </a:lnTo>
                  <a:lnTo>
                    <a:pt x="12473" y="133574"/>
                  </a:lnTo>
                  <a:lnTo>
                    <a:pt x="12573" y="133723"/>
                  </a:lnTo>
                  <a:lnTo>
                    <a:pt x="12570" y="133784"/>
                  </a:lnTo>
                  <a:lnTo>
                    <a:pt x="12627" y="133849"/>
                  </a:lnTo>
                  <a:lnTo>
                    <a:pt x="12798" y="133807"/>
                  </a:lnTo>
                  <a:lnTo>
                    <a:pt x="12916" y="133715"/>
                  </a:lnTo>
                  <a:lnTo>
                    <a:pt x="13017" y="133696"/>
                  </a:lnTo>
                  <a:lnTo>
                    <a:pt x="13068" y="133590"/>
                  </a:lnTo>
                  <a:lnTo>
                    <a:pt x="13019" y="133552"/>
                  </a:lnTo>
                  <a:lnTo>
                    <a:pt x="13010" y="133545"/>
                  </a:lnTo>
                  <a:lnTo>
                    <a:pt x="13006" y="133542"/>
                  </a:lnTo>
                  <a:lnTo>
                    <a:pt x="12685" y="133296"/>
                  </a:lnTo>
                  <a:lnTo>
                    <a:pt x="12602" y="133232"/>
                  </a:lnTo>
                  <a:lnTo>
                    <a:pt x="12216" y="132937"/>
                  </a:lnTo>
                  <a:lnTo>
                    <a:pt x="12102" y="132784"/>
                  </a:lnTo>
                  <a:lnTo>
                    <a:pt x="12071" y="132743"/>
                  </a:lnTo>
                  <a:lnTo>
                    <a:pt x="11938" y="132565"/>
                  </a:lnTo>
                  <a:lnTo>
                    <a:pt x="11932" y="132557"/>
                  </a:lnTo>
                  <a:lnTo>
                    <a:pt x="11771" y="132342"/>
                  </a:lnTo>
                  <a:lnTo>
                    <a:pt x="11728" y="132278"/>
                  </a:lnTo>
                  <a:lnTo>
                    <a:pt x="11721" y="132267"/>
                  </a:lnTo>
                  <a:lnTo>
                    <a:pt x="11670" y="132199"/>
                  </a:lnTo>
                  <a:lnTo>
                    <a:pt x="11639" y="132158"/>
                  </a:lnTo>
                  <a:lnTo>
                    <a:pt x="11536" y="132021"/>
                  </a:lnTo>
                  <a:lnTo>
                    <a:pt x="11300" y="131708"/>
                  </a:lnTo>
                  <a:lnTo>
                    <a:pt x="11219" y="131637"/>
                  </a:lnTo>
                  <a:lnTo>
                    <a:pt x="11195" y="131616"/>
                  </a:lnTo>
                  <a:lnTo>
                    <a:pt x="10815" y="130940"/>
                  </a:lnTo>
                  <a:lnTo>
                    <a:pt x="10786" y="130852"/>
                  </a:lnTo>
                  <a:lnTo>
                    <a:pt x="10780" y="130835"/>
                  </a:lnTo>
                  <a:lnTo>
                    <a:pt x="10597" y="130509"/>
                  </a:lnTo>
                  <a:lnTo>
                    <a:pt x="10520" y="130371"/>
                  </a:lnTo>
                  <a:lnTo>
                    <a:pt x="10595" y="130327"/>
                  </a:lnTo>
                  <a:lnTo>
                    <a:pt x="10841" y="130457"/>
                  </a:lnTo>
                  <a:lnTo>
                    <a:pt x="10948" y="130513"/>
                  </a:lnTo>
                  <a:lnTo>
                    <a:pt x="11135" y="130409"/>
                  </a:lnTo>
                  <a:lnTo>
                    <a:pt x="11114" y="130399"/>
                  </a:lnTo>
                  <a:lnTo>
                    <a:pt x="10865" y="130268"/>
                  </a:lnTo>
                  <a:lnTo>
                    <a:pt x="10985" y="130015"/>
                  </a:lnTo>
                  <a:lnTo>
                    <a:pt x="10984" y="129998"/>
                  </a:lnTo>
                  <a:lnTo>
                    <a:pt x="10977" y="129978"/>
                  </a:lnTo>
                  <a:lnTo>
                    <a:pt x="10940" y="129984"/>
                  </a:lnTo>
                  <a:lnTo>
                    <a:pt x="10914" y="129971"/>
                  </a:lnTo>
                  <a:lnTo>
                    <a:pt x="10932" y="129933"/>
                  </a:lnTo>
                  <a:lnTo>
                    <a:pt x="10915" y="129925"/>
                  </a:lnTo>
                  <a:lnTo>
                    <a:pt x="10918" y="129918"/>
                  </a:lnTo>
                  <a:lnTo>
                    <a:pt x="10896" y="129906"/>
                  </a:lnTo>
                  <a:lnTo>
                    <a:pt x="10877" y="129909"/>
                  </a:lnTo>
                  <a:lnTo>
                    <a:pt x="10858" y="129915"/>
                  </a:lnTo>
                  <a:lnTo>
                    <a:pt x="10857" y="129923"/>
                  </a:lnTo>
                  <a:lnTo>
                    <a:pt x="10866" y="129939"/>
                  </a:lnTo>
                  <a:lnTo>
                    <a:pt x="10878" y="129945"/>
                  </a:lnTo>
                  <a:lnTo>
                    <a:pt x="10862" y="129980"/>
                  </a:lnTo>
                  <a:lnTo>
                    <a:pt x="10852" y="129976"/>
                  </a:lnTo>
                  <a:lnTo>
                    <a:pt x="10807" y="130067"/>
                  </a:lnTo>
                  <a:lnTo>
                    <a:pt x="10443" y="129877"/>
                  </a:lnTo>
                  <a:lnTo>
                    <a:pt x="10412" y="129888"/>
                  </a:lnTo>
                  <a:lnTo>
                    <a:pt x="10283" y="129933"/>
                  </a:lnTo>
                  <a:lnTo>
                    <a:pt x="9869" y="130038"/>
                  </a:lnTo>
                  <a:lnTo>
                    <a:pt x="9839" y="130023"/>
                  </a:lnTo>
                  <a:lnTo>
                    <a:pt x="9836" y="130002"/>
                  </a:lnTo>
                  <a:lnTo>
                    <a:pt x="9834" y="129990"/>
                  </a:lnTo>
                  <a:lnTo>
                    <a:pt x="9847" y="129894"/>
                  </a:lnTo>
                  <a:lnTo>
                    <a:pt x="9841" y="129855"/>
                  </a:lnTo>
                  <a:lnTo>
                    <a:pt x="9828" y="129803"/>
                  </a:lnTo>
                  <a:lnTo>
                    <a:pt x="9727" y="129501"/>
                  </a:lnTo>
                  <a:lnTo>
                    <a:pt x="9622" y="129293"/>
                  </a:lnTo>
                  <a:lnTo>
                    <a:pt x="9563" y="129204"/>
                  </a:lnTo>
                  <a:lnTo>
                    <a:pt x="9516" y="129167"/>
                  </a:lnTo>
                  <a:lnTo>
                    <a:pt x="9509" y="129162"/>
                  </a:lnTo>
                  <a:lnTo>
                    <a:pt x="9479" y="129148"/>
                  </a:lnTo>
                  <a:lnTo>
                    <a:pt x="9435" y="129108"/>
                  </a:lnTo>
                  <a:lnTo>
                    <a:pt x="9428" y="129102"/>
                  </a:lnTo>
                  <a:lnTo>
                    <a:pt x="9422" y="129088"/>
                  </a:lnTo>
                  <a:lnTo>
                    <a:pt x="9275" y="128760"/>
                  </a:lnTo>
                  <a:lnTo>
                    <a:pt x="9233" y="128654"/>
                  </a:lnTo>
                  <a:lnTo>
                    <a:pt x="9219" y="128579"/>
                  </a:lnTo>
                  <a:lnTo>
                    <a:pt x="9201" y="128436"/>
                  </a:lnTo>
                  <a:lnTo>
                    <a:pt x="9200" y="128431"/>
                  </a:lnTo>
                  <a:lnTo>
                    <a:pt x="9199" y="128423"/>
                  </a:lnTo>
                  <a:lnTo>
                    <a:pt x="9198" y="128412"/>
                  </a:lnTo>
                  <a:lnTo>
                    <a:pt x="9191" y="128304"/>
                  </a:lnTo>
                  <a:lnTo>
                    <a:pt x="9178" y="128114"/>
                  </a:lnTo>
                  <a:lnTo>
                    <a:pt x="9181" y="128094"/>
                  </a:lnTo>
                  <a:lnTo>
                    <a:pt x="9184" y="128082"/>
                  </a:lnTo>
                  <a:lnTo>
                    <a:pt x="9224" y="127867"/>
                  </a:lnTo>
                  <a:lnTo>
                    <a:pt x="9233" y="127823"/>
                  </a:lnTo>
                  <a:lnTo>
                    <a:pt x="9255" y="127780"/>
                  </a:lnTo>
                  <a:lnTo>
                    <a:pt x="9272" y="127754"/>
                  </a:lnTo>
                  <a:lnTo>
                    <a:pt x="9282" y="127740"/>
                  </a:lnTo>
                  <a:lnTo>
                    <a:pt x="9320" y="127684"/>
                  </a:lnTo>
                  <a:lnTo>
                    <a:pt x="9328" y="127671"/>
                  </a:lnTo>
                  <a:lnTo>
                    <a:pt x="9428" y="127533"/>
                  </a:lnTo>
                  <a:lnTo>
                    <a:pt x="9441" y="127529"/>
                  </a:lnTo>
                  <a:lnTo>
                    <a:pt x="9480" y="127522"/>
                  </a:lnTo>
                  <a:lnTo>
                    <a:pt x="9527" y="127513"/>
                  </a:lnTo>
                  <a:lnTo>
                    <a:pt x="9550" y="127521"/>
                  </a:lnTo>
                  <a:lnTo>
                    <a:pt x="9563" y="127511"/>
                  </a:lnTo>
                  <a:lnTo>
                    <a:pt x="9577" y="127499"/>
                  </a:lnTo>
                  <a:lnTo>
                    <a:pt x="9599" y="127479"/>
                  </a:lnTo>
                  <a:lnTo>
                    <a:pt x="9643" y="127423"/>
                  </a:lnTo>
                  <a:lnTo>
                    <a:pt x="9662" y="127397"/>
                  </a:lnTo>
                  <a:lnTo>
                    <a:pt x="9667" y="127391"/>
                  </a:lnTo>
                  <a:lnTo>
                    <a:pt x="9673" y="127382"/>
                  </a:lnTo>
                  <a:lnTo>
                    <a:pt x="9722" y="127319"/>
                  </a:lnTo>
                  <a:lnTo>
                    <a:pt x="9735" y="127305"/>
                  </a:lnTo>
                  <a:lnTo>
                    <a:pt x="9771" y="127268"/>
                  </a:lnTo>
                  <a:lnTo>
                    <a:pt x="9789" y="127249"/>
                  </a:lnTo>
                  <a:lnTo>
                    <a:pt x="10010" y="127014"/>
                  </a:lnTo>
                  <a:lnTo>
                    <a:pt x="10018" y="127014"/>
                  </a:lnTo>
                  <a:lnTo>
                    <a:pt x="10220" y="126787"/>
                  </a:lnTo>
                  <a:lnTo>
                    <a:pt x="10185" y="126458"/>
                  </a:lnTo>
                  <a:lnTo>
                    <a:pt x="10217" y="126212"/>
                  </a:lnTo>
                  <a:lnTo>
                    <a:pt x="10222" y="125734"/>
                  </a:lnTo>
                  <a:lnTo>
                    <a:pt x="10222" y="125723"/>
                  </a:lnTo>
                  <a:lnTo>
                    <a:pt x="10223" y="125678"/>
                  </a:lnTo>
                  <a:lnTo>
                    <a:pt x="10190" y="125663"/>
                  </a:lnTo>
                  <a:lnTo>
                    <a:pt x="10177" y="125657"/>
                  </a:lnTo>
                  <a:lnTo>
                    <a:pt x="10150" y="125645"/>
                  </a:lnTo>
                  <a:lnTo>
                    <a:pt x="10122" y="125632"/>
                  </a:lnTo>
                  <a:lnTo>
                    <a:pt x="9948" y="125553"/>
                  </a:lnTo>
                  <a:lnTo>
                    <a:pt x="9876" y="125571"/>
                  </a:lnTo>
                  <a:lnTo>
                    <a:pt x="9810" y="125588"/>
                  </a:lnTo>
                  <a:lnTo>
                    <a:pt x="9767" y="125617"/>
                  </a:lnTo>
                  <a:lnTo>
                    <a:pt x="9746" y="125760"/>
                  </a:lnTo>
                  <a:lnTo>
                    <a:pt x="9744" y="125777"/>
                  </a:lnTo>
                  <a:lnTo>
                    <a:pt x="9715" y="125972"/>
                  </a:lnTo>
                  <a:lnTo>
                    <a:pt x="9667" y="125936"/>
                  </a:lnTo>
                  <a:lnTo>
                    <a:pt x="9657" y="125928"/>
                  </a:lnTo>
                  <a:lnTo>
                    <a:pt x="9464" y="125421"/>
                  </a:lnTo>
                  <a:lnTo>
                    <a:pt x="9458" y="125404"/>
                  </a:lnTo>
                  <a:lnTo>
                    <a:pt x="9459" y="125374"/>
                  </a:lnTo>
                  <a:lnTo>
                    <a:pt x="9470" y="125361"/>
                  </a:lnTo>
                  <a:lnTo>
                    <a:pt x="9465" y="125335"/>
                  </a:lnTo>
                  <a:lnTo>
                    <a:pt x="9460" y="125304"/>
                  </a:lnTo>
                  <a:lnTo>
                    <a:pt x="9434" y="125153"/>
                  </a:lnTo>
                  <a:lnTo>
                    <a:pt x="9429" y="125124"/>
                  </a:lnTo>
                  <a:lnTo>
                    <a:pt x="9412" y="125104"/>
                  </a:lnTo>
                  <a:lnTo>
                    <a:pt x="9398" y="125088"/>
                  </a:lnTo>
                  <a:lnTo>
                    <a:pt x="9395" y="125084"/>
                  </a:lnTo>
                  <a:lnTo>
                    <a:pt x="9375" y="125046"/>
                  </a:lnTo>
                  <a:lnTo>
                    <a:pt x="9366" y="125031"/>
                  </a:lnTo>
                  <a:lnTo>
                    <a:pt x="9360" y="125019"/>
                  </a:lnTo>
                  <a:lnTo>
                    <a:pt x="9341" y="124984"/>
                  </a:lnTo>
                  <a:lnTo>
                    <a:pt x="9201" y="124717"/>
                  </a:lnTo>
                  <a:lnTo>
                    <a:pt x="9189" y="124695"/>
                  </a:lnTo>
                  <a:lnTo>
                    <a:pt x="9170" y="124657"/>
                  </a:lnTo>
                  <a:lnTo>
                    <a:pt x="9137" y="124593"/>
                  </a:lnTo>
                  <a:lnTo>
                    <a:pt x="9110" y="124539"/>
                  </a:lnTo>
                  <a:lnTo>
                    <a:pt x="8959" y="124177"/>
                  </a:lnTo>
                  <a:lnTo>
                    <a:pt x="8965" y="124157"/>
                  </a:lnTo>
                  <a:lnTo>
                    <a:pt x="8969" y="124141"/>
                  </a:lnTo>
                  <a:lnTo>
                    <a:pt x="8954" y="124070"/>
                  </a:lnTo>
                  <a:lnTo>
                    <a:pt x="8950" y="124048"/>
                  </a:lnTo>
                  <a:lnTo>
                    <a:pt x="8894" y="123919"/>
                  </a:lnTo>
                  <a:lnTo>
                    <a:pt x="8892" y="123914"/>
                  </a:lnTo>
                  <a:lnTo>
                    <a:pt x="8783" y="123697"/>
                  </a:lnTo>
                  <a:lnTo>
                    <a:pt x="8711" y="123552"/>
                  </a:lnTo>
                  <a:lnTo>
                    <a:pt x="8688" y="123510"/>
                  </a:lnTo>
                  <a:lnTo>
                    <a:pt x="8645" y="123430"/>
                  </a:lnTo>
                  <a:lnTo>
                    <a:pt x="8642" y="123423"/>
                  </a:lnTo>
                  <a:lnTo>
                    <a:pt x="8460" y="123012"/>
                  </a:lnTo>
                  <a:lnTo>
                    <a:pt x="8459" y="122994"/>
                  </a:lnTo>
                  <a:lnTo>
                    <a:pt x="8456" y="122938"/>
                  </a:lnTo>
                  <a:lnTo>
                    <a:pt x="8455" y="122922"/>
                  </a:lnTo>
                  <a:lnTo>
                    <a:pt x="8195" y="122275"/>
                  </a:lnTo>
                  <a:lnTo>
                    <a:pt x="8177" y="122230"/>
                  </a:lnTo>
                  <a:lnTo>
                    <a:pt x="7953" y="121678"/>
                  </a:lnTo>
                  <a:lnTo>
                    <a:pt x="7923" y="121613"/>
                  </a:lnTo>
                  <a:lnTo>
                    <a:pt x="7902" y="121566"/>
                  </a:lnTo>
                  <a:lnTo>
                    <a:pt x="7800" y="121344"/>
                  </a:lnTo>
                  <a:lnTo>
                    <a:pt x="7791" y="121324"/>
                  </a:lnTo>
                  <a:lnTo>
                    <a:pt x="7715" y="121099"/>
                  </a:lnTo>
                  <a:lnTo>
                    <a:pt x="7702" y="121061"/>
                  </a:lnTo>
                  <a:lnTo>
                    <a:pt x="7703" y="121023"/>
                  </a:lnTo>
                  <a:lnTo>
                    <a:pt x="7681" y="120971"/>
                  </a:lnTo>
                  <a:lnTo>
                    <a:pt x="7665" y="120933"/>
                  </a:lnTo>
                  <a:lnTo>
                    <a:pt x="7594" y="120807"/>
                  </a:lnTo>
                  <a:lnTo>
                    <a:pt x="7591" y="120800"/>
                  </a:lnTo>
                  <a:lnTo>
                    <a:pt x="7567" y="120784"/>
                  </a:lnTo>
                  <a:lnTo>
                    <a:pt x="7545" y="120788"/>
                  </a:lnTo>
                  <a:lnTo>
                    <a:pt x="7266" y="120845"/>
                  </a:lnTo>
                  <a:lnTo>
                    <a:pt x="7184" y="120851"/>
                  </a:lnTo>
                  <a:lnTo>
                    <a:pt x="7177" y="120827"/>
                  </a:lnTo>
                  <a:lnTo>
                    <a:pt x="7175" y="120821"/>
                  </a:lnTo>
                  <a:lnTo>
                    <a:pt x="7126" y="120539"/>
                  </a:lnTo>
                  <a:lnTo>
                    <a:pt x="7153" y="120519"/>
                  </a:lnTo>
                  <a:lnTo>
                    <a:pt x="7389" y="120476"/>
                  </a:lnTo>
                  <a:lnTo>
                    <a:pt x="7403" y="120455"/>
                  </a:lnTo>
                  <a:lnTo>
                    <a:pt x="7408" y="120433"/>
                  </a:lnTo>
                  <a:lnTo>
                    <a:pt x="7414" y="120405"/>
                  </a:lnTo>
                  <a:lnTo>
                    <a:pt x="7417" y="120342"/>
                  </a:lnTo>
                  <a:lnTo>
                    <a:pt x="7419" y="120293"/>
                  </a:lnTo>
                  <a:lnTo>
                    <a:pt x="7404" y="120238"/>
                  </a:lnTo>
                  <a:lnTo>
                    <a:pt x="7385" y="120184"/>
                  </a:lnTo>
                  <a:lnTo>
                    <a:pt x="7329" y="120032"/>
                  </a:lnTo>
                  <a:lnTo>
                    <a:pt x="7295" y="119941"/>
                  </a:lnTo>
                  <a:lnTo>
                    <a:pt x="7283" y="119910"/>
                  </a:lnTo>
                  <a:lnTo>
                    <a:pt x="7175" y="119550"/>
                  </a:lnTo>
                  <a:lnTo>
                    <a:pt x="7000" y="119035"/>
                  </a:lnTo>
                  <a:lnTo>
                    <a:pt x="6994" y="119018"/>
                  </a:lnTo>
                  <a:lnTo>
                    <a:pt x="6988" y="118999"/>
                  </a:lnTo>
                  <a:lnTo>
                    <a:pt x="6913" y="118779"/>
                  </a:lnTo>
                  <a:lnTo>
                    <a:pt x="6901" y="118743"/>
                  </a:lnTo>
                  <a:lnTo>
                    <a:pt x="6882" y="118730"/>
                  </a:lnTo>
                  <a:lnTo>
                    <a:pt x="6825" y="118740"/>
                  </a:lnTo>
                  <a:lnTo>
                    <a:pt x="6731" y="118812"/>
                  </a:lnTo>
                  <a:lnTo>
                    <a:pt x="6599" y="118373"/>
                  </a:lnTo>
                  <a:lnTo>
                    <a:pt x="6639" y="118320"/>
                  </a:lnTo>
                  <a:lnTo>
                    <a:pt x="6741" y="118188"/>
                  </a:lnTo>
                  <a:lnTo>
                    <a:pt x="6730" y="118117"/>
                  </a:lnTo>
                  <a:lnTo>
                    <a:pt x="6721" y="118055"/>
                  </a:lnTo>
                  <a:lnTo>
                    <a:pt x="6716" y="118020"/>
                  </a:lnTo>
                  <a:lnTo>
                    <a:pt x="6711" y="117985"/>
                  </a:lnTo>
                  <a:lnTo>
                    <a:pt x="6708" y="117975"/>
                  </a:lnTo>
                  <a:lnTo>
                    <a:pt x="6700" y="117938"/>
                  </a:lnTo>
                  <a:lnTo>
                    <a:pt x="6674" y="117833"/>
                  </a:lnTo>
                  <a:lnTo>
                    <a:pt x="6598" y="117575"/>
                  </a:lnTo>
                  <a:lnTo>
                    <a:pt x="6510" y="117297"/>
                  </a:lnTo>
                  <a:lnTo>
                    <a:pt x="6322" y="116805"/>
                  </a:lnTo>
                  <a:lnTo>
                    <a:pt x="6284" y="116706"/>
                  </a:lnTo>
                  <a:lnTo>
                    <a:pt x="6262" y="116651"/>
                  </a:lnTo>
                  <a:lnTo>
                    <a:pt x="6210" y="116522"/>
                  </a:lnTo>
                  <a:lnTo>
                    <a:pt x="6155" y="116375"/>
                  </a:lnTo>
                  <a:lnTo>
                    <a:pt x="6114" y="116231"/>
                  </a:lnTo>
                  <a:lnTo>
                    <a:pt x="6028" y="115920"/>
                  </a:lnTo>
                  <a:lnTo>
                    <a:pt x="6000" y="115818"/>
                  </a:lnTo>
                  <a:lnTo>
                    <a:pt x="5992" y="115789"/>
                  </a:lnTo>
                  <a:lnTo>
                    <a:pt x="5990" y="115780"/>
                  </a:lnTo>
                  <a:lnTo>
                    <a:pt x="5977" y="115729"/>
                  </a:lnTo>
                  <a:lnTo>
                    <a:pt x="5940" y="115571"/>
                  </a:lnTo>
                  <a:lnTo>
                    <a:pt x="5937" y="115555"/>
                  </a:lnTo>
                  <a:lnTo>
                    <a:pt x="5928" y="115496"/>
                  </a:lnTo>
                  <a:lnTo>
                    <a:pt x="5939" y="115331"/>
                  </a:lnTo>
                  <a:lnTo>
                    <a:pt x="5949" y="115264"/>
                  </a:lnTo>
                  <a:lnTo>
                    <a:pt x="5954" y="115229"/>
                  </a:lnTo>
                  <a:lnTo>
                    <a:pt x="5975" y="115091"/>
                  </a:lnTo>
                  <a:lnTo>
                    <a:pt x="5978" y="115069"/>
                  </a:lnTo>
                  <a:lnTo>
                    <a:pt x="5981" y="115048"/>
                  </a:lnTo>
                  <a:lnTo>
                    <a:pt x="5984" y="115032"/>
                  </a:lnTo>
                  <a:lnTo>
                    <a:pt x="5987" y="115011"/>
                  </a:lnTo>
                  <a:lnTo>
                    <a:pt x="5989" y="114853"/>
                  </a:lnTo>
                  <a:lnTo>
                    <a:pt x="5990" y="114810"/>
                  </a:lnTo>
                  <a:lnTo>
                    <a:pt x="5990" y="114800"/>
                  </a:lnTo>
                  <a:lnTo>
                    <a:pt x="5991" y="114772"/>
                  </a:lnTo>
                  <a:lnTo>
                    <a:pt x="5991" y="114747"/>
                  </a:lnTo>
                  <a:lnTo>
                    <a:pt x="5989" y="114723"/>
                  </a:lnTo>
                  <a:lnTo>
                    <a:pt x="5985" y="114672"/>
                  </a:lnTo>
                  <a:lnTo>
                    <a:pt x="5984" y="114655"/>
                  </a:lnTo>
                  <a:lnTo>
                    <a:pt x="5954" y="114460"/>
                  </a:lnTo>
                  <a:lnTo>
                    <a:pt x="5868" y="114032"/>
                  </a:lnTo>
                  <a:lnTo>
                    <a:pt x="5845" y="113944"/>
                  </a:lnTo>
                  <a:lnTo>
                    <a:pt x="5823" y="113880"/>
                  </a:lnTo>
                  <a:lnTo>
                    <a:pt x="5783" y="113766"/>
                  </a:lnTo>
                  <a:lnTo>
                    <a:pt x="5619" y="113412"/>
                  </a:lnTo>
                  <a:lnTo>
                    <a:pt x="5549" y="113275"/>
                  </a:lnTo>
                  <a:lnTo>
                    <a:pt x="5484" y="113155"/>
                  </a:lnTo>
                  <a:lnTo>
                    <a:pt x="5472" y="113131"/>
                  </a:lnTo>
                  <a:lnTo>
                    <a:pt x="5465" y="113115"/>
                  </a:lnTo>
                  <a:lnTo>
                    <a:pt x="5356" y="112896"/>
                  </a:lnTo>
                  <a:lnTo>
                    <a:pt x="5329" y="112842"/>
                  </a:lnTo>
                  <a:lnTo>
                    <a:pt x="5215" y="112613"/>
                  </a:lnTo>
                  <a:lnTo>
                    <a:pt x="5199" y="112580"/>
                  </a:lnTo>
                  <a:lnTo>
                    <a:pt x="5181" y="112543"/>
                  </a:lnTo>
                  <a:lnTo>
                    <a:pt x="5176" y="112533"/>
                  </a:lnTo>
                  <a:lnTo>
                    <a:pt x="5170" y="112519"/>
                  </a:lnTo>
                  <a:lnTo>
                    <a:pt x="5156" y="112490"/>
                  </a:lnTo>
                  <a:lnTo>
                    <a:pt x="5056" y="112358"/>
                  </a:lnTo>
                  <a:lnTo>
                    <a:pt x="4882" y="112129"/>
                  </a:lnTo>
                  <a:lnTo>
                    <a:pt x="4807" y="112040"/>
                  </a:lnTo>
                  <a:lnTo>
                    <a:pt x="4594" y="111824"/>
                  </a:lnTo>
                  <a:lnTo>
                    <a:pt x="4541" y="111783"/>
                  </a:lnTo>
                  <a:lnTo>
                    <a:pt x="4530" y="111685"/>
                  </a:lnTo>
                  <a:lnTo>
                    <a:pt x="4503" y="111626"/>
                  </a:lnTo>
                  <a:lnTo>
                    <a:pt x="4480" y="111600"/>
                  </a:lnTo>
                  <a:lnTo>
                    <a:pt x="4466" y="111585"/>
                  </a:lnTo>
                  <a:lnTo>
                    <a:pt x="4400" y="111546"/>
                  </a:lnTo>
                  <a:lnTo>
                    <a:pt x="4349" y="111532"/>
                  </a:lnTo>
                  <a:lnTo>
                    <a:pt x="4254" y="111475"/>
                  </a:lnTo>
                  <a:lnTo>
                    <a:pt x="4170" y="111411"/>
                  </a:lnTo>
                  <a:lnTo>
                    <a:pt x="3838" y="111123"/>
                  </a:lnTo>
                  <a:lnTo>
                    <a:pt x="3570" y="110891"/>
                  </a:lnTo>
                  <a:lnTo>
                    <a:pt x="3499" y="110829"/>
                  </a:lnTo>
                  <a:lnTo>
                    <a:pt x="3237" y="110601"/>
                  </a:lnTo>
                  <a:lnTo>
                    <a:pt x="3164" y="110538"/>
                  </a:lnTo>
                  <a:lnTo>
                    <a:pt x="3134" y="110516"/>
                  </a:lnTo>
                  <a:lnTo>
                    <a:pt x="3101" y="110492"/>
                  </a:lnTo>
                  <a:lnTo>
                    <a:pt x="3053" y="110458"/>
                  </a:lnTo>
                  <a:lnTo>
                    <a:pt x="2975" y="110401"/>
                  </a:lnTo>
                  <a:lnTo>
                    <a:pt x="2496" y="110085"/>
                  </a:lnTo>
                  <a:lnTo>
                    <a:pt x="2160" y="109864"/>
                  </a:lnTo>
                  <a:lnTo>
                    <a:pt x="1964" y="109735"/>
                  </a:lnTo>
                  <a:lnTo>
                    <a:pt x="1792" y="109622"/>
                  </a:lnTo>
                  <a:lnTo>
                    <a:pt x="1706" y="109579"/>
                  </a:lnTo>
                  <a:lnTo>
                    <a:pt x="1459" y="109494"/>
                  </a:lnTo>
                  <a:lnTo>
                    <a:pt x="1357" y="109430"/>
                  </a:lnTo>
                  <a:lnTo>
                    <a:pt x="1351" y="109405"/>
                  </a:lnTo>
                  <a:lnTo>
                    <a:pt x="1370" y="109368"/>
                  </a:lnTo>
                  <a:lnTo>
                    <a:pt x="1436" y="109240"/>
                  </a:lnTo>
                  <a:lnTo>
                    <a:pt x="1440" y="109224"/>
                  </a:lnTo>
                  <a:lnTo>
                    <a:pt x="1464" y="109125"/>
                  </a:lnTo>
                  <a:lnTo>
                    <a:pt x="1431" y="108980"/>
                  </a:lnTo>
                  <a:lnTo>
                    <a:pt x="1428" y="108967"/>
                  </a:lnTo>
                  <a:lnTo>
                    <a:pt x="1396" y="108930"/>
                  </a:lnTo>
                  <a:lnTo>
                    <a:pt x="1359" y="108886"/>
                  </a:lnTo>
                  <a:lnTo>
                    <a:pt x="1344" y="108869"/>
                  </a:lnTo>
                  <a:lnTo>
                    <a:pt x="1243" y="108955"/>
                  </a:lnTo>
                  <a:lnTo>
                    <a:pt x="1190" y="109000"/>
                  </a:lnTo>
                  <a:lnTo>
                    <a:pt x="1119" y="109061"/>
                  </a:lnTo>
                  <a:lnTo>
                    <a:pt x="1115" y="109066"/>
                  </a:lnTo>
                  <a:lnTo>
                    <a:pt x="1109" y="109085"/>
                  </a:lnTo>
                  <a:lnTo>
                    <a:pt x="1085" y="109102"/>
                  </a:lnTo>
                  <a:lnTo>
                    <a:pt x="1048" y="109111"/>
                  </a:lnTo>
                  <a:lnTo>
                    <a:pt x="835" y="109005"/>
                  </a:lnTo>
                  <a:lnTo>
                    <a:pt x="774" y="108903"/>
                  </a:lnTo>
                  <a:lnTo>
                    <a:pt x="721" y="108817"/>
                  </a:lnTo>
                  <a:lnTo>
                    <a:pt x="700" y="108760"/>
                  </a:lnTo>
                  <a:lnTo>
                    <a:pt x="687" y="108726"/>
                  </a:lnTo>
                  <a:lnTo>
                    <a:pt x="657" y="108724"/>
                  </a:lnTo>
                  <a:lnTo>
                    <a:pt x="420" y="108592"/>
                  </a:lnTo>
                  <a:lnTo>
                    <a:pt x="282" y="108538"/>
                  </a:lnTo>
                  <a:lnTo>
                    <a:pt x="258" y="108541"/>
                  </a:lnTo>
                  <a:lnTo>
                    <a:pt x="229" y="108643"/>
                  </a:lnTo>
                  <a:lnTo>
                    <a:pt x="276" y="108698"/>
                  </a:lnTo>
                  <a:lnTo>
                    <a:pt x="215" y="108777"/>
                  </a:lnTo>
                  <a:lnTo>
                    <a:pt x="158" y="108741"/>
                  </a:lnTo>
                  <a:lnTo>
                    <a:pt x="54" y="108259"/>
                  </a:lnTo>
                  <a:lnTo>
                    <a:pt x="48" y="108075"/>
                  </a:lnTo>
                  <a:lnTo>
                    <a:pt x="137" y="107662"/>
                  </a:lnTo>
                  <a:lnTo>
                    <a:pt x="150" y="107625"/>
                  </a:lnTo>
                  <a:lnTo>
                    <a:pt x="138" y="107623"/>
                  </a:lnTo>
                  <a:lnTo>
                    <a:pt x="82" y="107611"/>
                  </a:lnTo>
                  <a:lnTo>
                    <a:pt x="75" y="107509"/>
                  </a:lnTo>
                  <a:lnTo>
                    <a:pt x="53" y="107154"/>
                  </a:lnTo>
                  <a:lnTo>
                    <a:pt x="11" y="107108"/>
                  </a:lnTo>
                  <a:lnTo>
                    <a:pt x="6" y="106986"/>
                  </a:lnTo>
                  <a:lnTo>
                    <a:pt x="3" y="106779"/>
                  </a:lnTo>
                  <a:lnTo>
                    <a:pt x="3" y="106765"/>
                  </a:lnTo>
                  <a:lnTo>
                    <a:pt x="0" y="106604"/>
                  </a:lnTo>
                  <a:lnTo>
                    <a:pt x="0" y="106541"/>
                  </a:lnTo>
                  <a:lnTo>
                    <a:pt x="25" y="106481"/>
                  </a:lnTo>
                  <a:lnTo>
                    <a:pt x="80" y="106353"/>
                  </a:lnTo>
                  <a:lnTo>
                    <a:pt x="166" y="106250"/>
                  </a:lnTo>
                  <a:lnTo>
                    <a:pt x="192" y="106158"/>
                  </a:lnTo>
                  <a:lnTo>
                    <a:pt x="220" y="106005"/>
                  </a:lnTo>
                  <a:lnTo>
                    <a:pt x="245" y="105947"/>
                  </a:lnTo>
                  <a:lnTo>
                    <a:pt x="288" y="105885"/>
                  </a:lnTo>
                  <a:lnTo>
                    <a:pt x="333" y="105840"/>
                  </a:lnTo>
                  <a:lnTo>
                    <a:pt x="384" y="105806"/>
                  </a:lnTo>
                  <a:lnTo>
                    <a:pt x="573" y="105724"/>
                  </a:lnTo>
                  <a:lnTo>
                    <a:pt x="633" y="105707"/>
                  </a:lnTo>
                  <a:lnTo>
                    <a:pt x="643" y="105712"/>
                  </a:lnTo>
                  <a:lnTo>
                    <a:pt x="652" y="105719"/>
                  </a:lnTo>
                  <a:lnTo>
                    <a:pt x="658" y="105729"/>
                  </a:lnTo>
                  <a:lnTo>
                    <a:pt x="663" y="105741"/>
                  </a:lnTo>
                  <a:lnTo>
                    <a:pt x="608" y="105749"/>
                  </a:lnTo>
                  <a:lnTo>
                    <a:pt x="594" y="105753"/>
                  </a:lnTo>
                  <a:lnTo>
                    <a:pt x="405" y="105893"/>
                  </a:lnTo>
                  <a:lnTo>
                    <a:pt x="379" y="105932"/>
                  </a:lnTo>
                  <a:lnTo>
                    <a:pt x="306" y="106051"/>
                  </a:lnTo>
                  <a:lnTo>
                    <a:pt x="193" y="106283"/>
                  </a:lnTo>
                  <a:lnTo>
                    <a:pt x="189" y="106345"/>
                  </a:lnTo>
                  <a:lnTo>
                    <a:pt x="200" y="106359"/>
                  </a:lnTo>
                  <a:lnTo>
                    <a:pt x="235" y="106341"/>
                  </a:lnTo>
                  <a:lnTo>
                    <a:pt x="646" y="106016"/>
                  </a:lnTo>
                  <a:lnTo>
                    <a:pt x="660" y="106005"/>
                  </a:lnTo>
                  <a:lnTo>
                    <a:pt x="707" y="105970"/>
                  </a:lnTo>
                  <a:lnTo>
                    <a:pt x="721" y="105962"/>
                  </a:lnTo>
                  <a:lnTo>
                    <a:pt x="727" y="105958"/>
                  </a:lnTo>
                  <a:lnTo>
                    <a:pt x="735" y="105954"/>
                  </a:lnTo>
                  <a:lnTo>
                    <a:pt x="742" y="105949"/>
                  </a:lnTo>
                  <a:lnTo>
                    <a:pt x="749" y="105944"/>
                  </a:lnTo>
                  <a:lnTo>
                    <a:pt x="788" y="105921"/>
                  </a:lnTo>
                  <a:lnTo>
                    <a:pt x="1491" y="105557"/>
                  </a:lnTo>
                  <a:lnTo>
                    <a:pt x="1617" y="105491"/>
                  </a:lnTo>
                  <a:lnTo>
                    <a:pt x="2040" y="105447"/>
                  </a:lnTo>
                  <a:lnTo>
                    <a:pt x="2067" y="105450"/>
                  </a:lnTo>
                  <a:lnTo>
                    <a:pt x="2104" y="105395"/>
                  </a:lnTo>
                  <a:lnTo>
                    <a:pt x="2149" y="105328"/>
                  </a:lnTo>
                  <a:lnTo>
                    <a:pt x="2109" y="105206"/>
                  </a:lnTo>
                  <a:lnTo>
                    <a:pt x="2103" y="105164"/>
                  </a:lnTo>
                  <a:lnTo>
                    <a:pt x="2112" y="105098"/>
                  </a:lnTo>
                  <a:lnTo>
                    <a:pt x="2135" y="105031"/>
                  </a:lnTo>
                  <a:lnTo>
                    <a:pt x="2154" y="104976"/>
                  </a:lnTo>
                  <a:lnTo>
                    <a:pt x="2177" y="104911"/>
                  </a:lnTo>
                  <a:lnTo>
                    <a:pt x="2184" y="104900"/>
                  </a:lnTo>
                  <a:lnTo>
                    <a:pt x="2180" y="104883"/>
                  </a:lnTo>
                  <a:lnTo>
                    <a:pt x="2170" y="104843"/>
                  </a:lnTo>
                  <a:lnTo>
                    <a:pt x="2162" y="104826"/>
                  </a:lnTo>
                  <a:lnTo>
                    <a:pt x="2110" y="104622"/>
                  </a:lnTo>
                  <a:lnTo>
                    <a:pt x="2119" y="104564"/>
                  </a:lnTo>
                  <a:lnTo>
                    <a:pt x="2119" y="104554"/>
                  </a:lnTo>
                  <a:lnTo>
                    <a:pt x="2121" y="104462"/>
                  </a:lnTo>
                  <a:lnTo>
                    <a:pt x="2110" y="104458"/>
                  </a:lnTo>
                  <a:lnTo>
                    <a:pt x="1754" y="104465"/>
                  </a:lnTo>
                  <a:lnTo>
                    <a:pt x="1729" y="103150"/>
                  </a:lnTo>
                  <a:lnTo>
                    <a:pt x="1723" y="103127"/>
                  </a:lnTo>
                  <a:lnTo>
                    <a:pt x="1715" y="103103"/>
                  </a:lnTo>
                  <a:lnTo>
                    <a:pt x="1670" y="103084"/>
                  </a:lnTo>
                  <a:lnTo>
                    <a:pt x="1613" y="103039"/>
                  </a:lnTo>
                  <a:lnTo>
                    <a:pt x="1508" y="102882"/>
                  </a:lnTo>
                  <a:lnTo>
                    <a:pt x="1490" y="102822"/>
                  </a:lnTo>
                  <a:lnTo>
                    <a:pt x="1459" y="102662"/>
                  </a:lnTo>
                  <a:lnTo>
                    <a:pt x="1436" y="102544"/>
                  </a:lnTo>
                  <a:lnTo>
                    <a:pt x="1430" y="102513"/>
                  </a:lnTo>
                  <a:lnTo>
                    <a:pt x="1446" y="102493"/>
                  </a:lnTo>
                  <a:lnTo>
                    <a:pt x="1521" y="102401"/>
                  </a:lnTo>
                  <a:lnTo>
                    <a:pt x="1562" y="102349"/>
                  </a:lnTo>
                  <a:lnTo>
                    <a:pt x="1709" y="102031"/>
                  </a:lnTo>
                  <a:lnTo>
                    <a:pt x="1780" y="101876"/>
                  </a:lnTo>
                  <a:lnTo>
                    <a:pt x="1793" y="101847"/>
                  </a:lnTo>
                  <a:lnTo>
                    <a:pt x="1832" y="101763"/>
                  </a:lnTo>
                  <a:lnTo>
                    <a:pt x="1896" y="101624"/>
                  </a:lnTo>
                  <a:lnTo>
                    <a:pt x="1909" y="101577"/>
                  </a:lnTo>
                  <a:lnTo>
                    <a:pt x="1916" y="101518"/>
                  </a:lnTo>
                  <a:lnTo>
                    <a:pt x="1921" y="101479"/>
                  </a:lnTo>
                  <a:lnTo>
                    <a:pt x="1932" y="101423"/>
                  </a:lnTo>
                  <a:lnTo>
                    <a:pt x="1942" y="101376"/>
                  </a:lnTo>
                  <a:lnTo>
                    <a:pt x="1972" y="101298"/>
                  </a:lnTo>
                  <a:lnTo>
                    <a:pt x="1992" y="101299"/>
                  </a:lnTo>
                  <a:lnTo>
                    <a:pt x="2000" y="101300"/>
                  </a:lnTo>
                  <a:lnTo>
                    <a:pt x="2029" y="101299"/>
                  </a:lnTo>
                  <a:lnTo>
                    <a:pt x="2043" y="101303"/>
                  </a:lnTo>
                  <a:lnTo>
                    <a:pt x="2078" y="101312"/>
                  </a:lnTo>
                  <a:lnTo>
                    <a:pt x="2121" y="101348"/>
                  </a:lnTo>
                  <a:lnTo>
                    <a:pt x="2182" y="101409"/>
                  </a:lnTo>
                  <a:lnTo>
                    <a:pt x="2238" y="101417"/>
                  </a:lnTo>
                  <a:lnTo>
                    <a:pt x="2245" y="101366"/>
                  </a:lnTo>
                  <a:lnTo>
                    <a:pt x="2269" y="101187"/>
                  </a:lnTo>
                  <a:lnTo>
                    <a:pt x="2284" y="101069"/>
                  </a:lnTo>
                  <a:lnTo>
                    <a:pt x="2175" y="101044"/>
                  </a:lnTo>
                  <a:lnTo>
                    <a:pt x="2140" y="101035"/>
                  </a:lnTo>
                  <a:lnTo>
                    <a:pt x="2099" y="101029"/>
                  </a:lnTo>
                  <a:lnTo>
                    <a:pt x="1992" y="101061"/>
                  </a:lnTo>
                  <a:lnTo>
                    <a:pt x="1967" y="101060"/>
                  </a:lnTo>
                  <a:lnTo>
                    <a:pt x="1962" y="101060"/>
                  </a:lnTo>
                  <a:lnTo>
                    <a:pt x="1942" y="101059"/>
                  </a:lnTo>
                  <a:lnTo>
                    <a:pt x="1920" y="101046"/>
                  </a:lnTo>
                  <a:lnTo>
                    <a:pt x="1903" y="101026"/>
                  </a:lnTo>
                  <a:lnTo>
                    <a:pt x="2001" y="100877"/>
                  </a:lnTo>
                  <a:lnTo>
                    <a:pt x="2009" y="100855"/>
                  </a:lnTo>
                  <a:lnTo>
                    <a:pt x="2016" y="100839"/>
                  </a:lnTo>
                  <a:lnTo>
                    <a:pt x="2017" y="100829"/>
                  </a:lnTo>
                  <a:lnTo>
                    <a:pt x="2033" y="100749"/>
                  </a:lnTo>
                  <a:lnTo>
                    <a:pt x="2040" y="100715"/>
                  </a:lnTo>
                  <a:lnTo>
                    <a:pt x="2052" y="100580"/>
                  </a:lnTo>
                  <a:lnTo>
                    <a:pt x="2045" y="100511"/>
                  </a:lnTo>
                  <a:lnTo>
                    <a:pt x="2016" y="100414"/>
                  </a:lnTo>
                  <a:lnTo>
                    <a:pt x="1995" y="100347"/>
                  </a:lnTo>
                  <a:lnTo>
                    <a:pt x="2007" y="100091"/>
                  </a:lnTo>
                  <a:lnTo>
                    <a:pt x="2008" y="100084"/>
                  </a:lnTo>
                  <a:lnTo>
                    <a:pt x="2024" y="100077"/>
                  </a:lnTo>
                  <a:lnTo>
                    <a:pt x="2093" y="100048"/>
                  </a:lnTo>
                  <a:lnTo>
                    <a:pt x="2113" y="100070"/>
                  </a:lnTo>
                  <a:lnTo>
                    <a:pt x="2178" y="100158"/>
                  </a:lnTo>
                  <a:lnTo>
                    <a:pt x="2183" y="100166"/>
                  </a:lnTo>
                  <a:lnTo>
                    <a:pt x="2185" y="100191"/>
                  </a:lnTo>
                  <a:lnTo>
                    <a:pt x="2166" y="100216"/>
                  </a:lnTo>
                  <a:lnTo>
                    <a:pt x="2159" y="100225"/>
                  </a:lnTo>
                  <a:lnTo>
                    <a:pt x="2157" y="100240"/>
                  </a:lnTo>
                  <a:lnTo>
                    <a:pt x="2135" y="100437"/>
                  </a:lnTo>
                  <a:lnTo>
                    <a:pt x="2130" y="100528"/>
                  </a:lnTo>
                  <a:lnTo>
                    <a:pt x="2140" y="100549"/>
                  </a:lnTo>
                  <a:lnTo>
                    <a:pt x="2166" y="100568"/>
                  </a:lnTo>
                  <a:lnTo>
                    <a:pt x="2191" y="100572"/>
                  </a:lnTo>
                  <a:lnTo>
                    <a:pt x="2213" y="100576"/>
                  </a:lnTo>
                  <a:lnTo>
                    <a:pt x="2279" y="100599"/>
                  </a:lnTo>
                  <a:lnTo>
                    <a:pt x="2346" y="100622"/>
                  </a:lnTo>
                  <a:lnTo>
                    <a:pt x="2365" y="100635"/>
                  </a:lnTo>
                  <a:lnTo>
                    <a:pt x="2381" y="100658"/>
                  </a:lnTo>
                  <a:lnTo>
                    <a:pt x="2391" y="100690"/>
                  </a:lnTo>
                  <a:lnTo>
                    <a:pt x="2392" y="100765"/>
                  </a:lnTo>
                  <a:lnTo>
                    <a:pt x="2394" y="100879"/>
                  </a:lnTo>
                  <a:lnTo>
                    <a:pt x="2418" y="100880"/>
                  </a:lnTo>
                  <a:lnTo>
                    <a:pt x="2442" y="100880"/>
                  </a:lnTo>
                  <a:lnTo>
                    <a:pt x="2551" y="100855"/>
                  </a:lnTo>
                  <a:lnTo>
                    <a:pt x="2582" y="100704"/>
                  </a:lnTo>
                  <a:lnTo>
                    <a:pt x="2587" y="100660"/>
                  </a:lnTo>
                  <a:lnTo>
                    <a:pt x="2598" y="100568"/>
                  </a:lnTo>
                  <a:lnTo>
                    <a:pt x="2600" y="100555"/>
                  </a:lnTo>
                  <a:lnTo>
                    <a:pt x="2592" y="100461"/>
                  </a:lnTo>
                  <a:lnTo>
                    <a:pt x="2585" y="100373"/>
                  </a:lnTo>
                  <a:lnTo>
                    <a:pt x="2584" y="100363"/>
                  </a:lnTo>
                  <a:lnTo>
                    <a:pt x="2567" y="100242"/>
                  </a:lnTo>
                  <a:lnTo>
                    <a:pt x="2561" y="100225"/>
                  </a:lnTo>
                  <a:lnTo>
                    <a:pt x="2554" y="100205"/>
                  </a:lnTo>
                  <a:lnTo>
                    <a:pt x="2544" y="100176"/>
                  </a:lnTo>
                  <a:lnTo>
                    <a:pt x="2547" y="100157"/>
                  </a:lnTo>
                  <a:lnTo>
                    <a:pt x="2550" y="100140"/>
                  </a:lnTo>
                  <a:lnTo>
                    <a:pt x="2561" y="100074"/>
                  </a:lnTo>
                  <a:lnTo>
                    <a:pt x="2567" y="100036"/>
                  </a:lnTo>
                  <a:lnTo>
                    <a:pt x="2571" y="100015"/>
                  </a:lnTo>
                  <a:lnTo>
                    <a:pt x="2573" y="99999"/>
                  </a:lnTo>
                  <a:lnTo>
                    <a:pt x="2775" y="99600"/>
                  </a:lnTo>
                  <a:lnTo>
                    <a:pt x="2788" y="99582"/>
                  </a:lnTo>
                  <a:lnTo>
                    <a:pt x="2863" y="99481"/>
                  </a:lnTo>
                  <a:lnTo>
                    <a:pt x="2897" y="99448"/>
                  </a:lnTo>
                  <a:lnTo>
                    <a:pt x="2983" y="99361"/>
                  </a:lnTo>
                  <a:lnTo>
                    <a:pt x="3101" y="99252"/>
                  </a:lnTo>
                  <a:lnTo>
                    <a:pt x="3109" y="99244"/>
                  </a:lnTo>
                  <a:lnTo>
                    <a:pt x="3120" y="99209"/>
                  </a:lnTo>
                  <a:lnTo>
                    <a:pt x="3157" y="99096"/>
                  </a:lnTo>
                  <a:lnTo>
                    <a:pt x="3153" y="99063"/>
                  </a:lnTo>
                  <a:lnTo>
                    <a:pt x="3114" y="99003"/>
                  </a:lnTo>
                  <a:lnTo>
                    <a:pt x="3085" y="98982"/>
                  </a:lnTo>
                  <a:lnTo>
                    <a:pt x="3035" y="98959"/>
                  </a:lnTo>
                  <a:lnTo>
                    <a:pt x="3018" y="98951"/>
                  </a:lnTo>
                  <a:lnTo>
                    <a:pt x="3009" y="98939"/>
                  </a:lnTo>
                  <a:lnTo>
                    <a:pt x="2990" y="98865"/>
                  </a:lnTo>
                  <a:lnTo>
                    <a:pt x="3013" y="98735"/>
                  </a:lnTo>
                  <a:lnTo>
                    <a:pt x="3016" y="98719"/>
                  </a:lnTo>
                  <a:lnTo>
                    <a:pt x="3081" y="98601"/>
                  </a:lnTo>
                  <a:lnTo>
                    <a:pt x="3114" y="98540"/>
                  </a:lnTo>
                  <a:lnTo>
                    <a:pt x="3169" y="98471"/>
                  </a:lnTo>
                  <a:lnTo>
                    <a:pt x="3220" y="98441"/>
                  </a:lnTo>
                  <a:lnTo>
                    <a:pt x="3246" y="98436"/>
                  </a:lnTo>
                  <a:lnTo>
                    <a:pt x="3313" y="98423"/>
                  </a:lnTo>
                  <a:lnTo>
                    <a:pt x="3344" y="98417"/>
                  </a:lnTo>
                  <a:lnTo>
                    <a:pt x="3397" y="98387"/>
                  </a:lnTo>
                  <a:lnTo>
                    <a:pt x="3483" y="98328"/>
                  </a:lnTo>
                  <a:lnTo>
                    <a:pt x="3497" y="98319"/>
                  </a:lnTo>
                  <a:lnTo>
                    <a:pt x="3506" y="98305"/>
                  </a:lnTo>
                  <a:lnTo>
                    <a:pt x="3515" y="98291"/>
                  </a:lnTo>
                  <a:lnTo>
                    <a:pt x="3454" y="98218"/>
                  </a:lnTo>
                  <a:lnTo>
                    <a:pt x="3423" y="98197"/>
                  </a:lnTo>
                  <a:lnTo>
                    <a:pt x="3391" y="98176"/>
                  </a:lnTo>
                  <a:lnTo>
                    <a:pt x="3248" y="98280"/>
                  </a:lnTo>
                  <a:lnTo>
                    <a:pt x="3212" y="98307"/>
                  </a:lnTo>
                  <a:lnTo>
                    <a:pt x="3156" y="98347"/>
                  </a:lnTo>
                  <a:lnTo>
                    <a:pt x="3085" y="98399"/>
                  </a:lnTo>
                  <a:lnTo>
                    <a:pt x="3012" y="98434"/>
                  </a:lnTo>
                  <a:lnTo>
                    <a:pt x="2948" y="98442"/>
                  </a:lnTo>
                  <a:lnTo>
                    <a:pt x="2918" y="98442"/>
                  </a:lnTo>
                  <a:lnTo>
                    <a:pt x="2869" y="98437"/>
                  </a:lnTo>
                  <a:lnTo>
                    <a:pt x="2835" y="98428"/>
                  </a:lnTo>
                  <a:lnTo>
                    <a:pt x="2804" y="98415"/>
                  </a:lnTo>
                  <a:lnTo>
                    <a:pt x="2776" y="98402"/>
                  </a:lnTo>
                  <a:lnTo>
                    <a:pt x="2632" y="98326"/>
                  </a:lnTo>
                  <a:lnTo>
                    <a:pt x="2623" y="98321"/>
                  </a:lnTo>
                  <a:lnTo>
                    <a:pt x="2612" y="98304"/>
                  </a:lnTo>
                  <a:lnTo>
                    <a:pt x="2587" y="98222"/>
                  </a:lnTo>
                  <a:lnTo>
                    <a:pt x="2582" y="98160"/>
                  </a:lnTo>
                  <a:lnTo>
                    <a:pt x="2569" y="97926"/>
                  </a:lnTo>
                  <a:lnTo>
                    <a:pt x="2568" y="97862"/>
                  </a:lnTo>
                  <a:lnTo>
                    <a:pt x="2594" y="97432"/>
                  </a:lnTo>
                  <a:lnTo>
                    <a:pt x="2604" y="97358"/>
                  </a:lnTo>
                  <a:lnTo>
                    <a:pt x="2608" y="97331"/>
                  </a:lnTo>
                  <a:lnTo>
                    <a:pt x="2618" y="97282"/>
                  </a:lnTo>
                  <a:lnTo>
                    <a:pt x="2628" y="97257"/>
                  </a:lnTo>
                  <a:lnTo>
                    <a:pt x="2645" y="97232"/>
                  </a:lnTo>
                  <a:lnTo>
                    <a:pt x="2664" y="97203"/>
                  </a:lnTo>
                  <a:lnTo>
                    <a:pt x="2688" y="97182"/>
                  </a:lnTo>
                  <a:lnTo>
                    <a:pt x="2731" y="97164"/>
                  </a:lnTo>
                  <a:lnTo>
                    <a:pt x="2756" y="97159"/>
                  </a:lnTo>
                  <a:lnTo>
                    <a:pt x="2821" y="97154"/>
                  </a:lnTo>
                  <a:lnTo>
                    <a:pt x="2831" y="97154"/>
                  </a:lnTo>
                  <a:lnTo>
                    <a:pt x="2931" y="97150"/>
                  </a:lnTo>
                  <a:lnTo>
                    <a:pt x="2943" y="97153"/>
                  </a:lnTo>
                  <a:lnTo>
                    <a:pt x="2957" y="97160"/>
                  </a:lnTo>
                  <a:lnTo>
                    <a:pt x="2973" y="97173"/>
                  </a:lnTo>
                  <a:lnTo>
                    <a:pt x="2977" y="97177"/>
                  </a:lnTo>
                  <a:lnTo>
                    <a:pt x="2967" y="97217"/>
                  </a:lnTo>
                  <a:lnTo>
                    <a:pt x="3367" y="97233"/>
                  </a:lnTo>
                  <a:lnTo>
                    <a:pt x="3392" y="97134"/>
                  </a:lnTo>
                  <a:lnTo>
                    <a:pt x="3398" y="97108"/>
                  </a:lnTo>
                  <a:lnTo>
                    <a:pt x="3405" y="97081"/>
                  </a:lnTo>
                  <a:lnTo>
                    <a:pt x="3404" y="97047"/>
                  </a:lnTo>
                  <a:lnTo>
                    <a:pt x="3404" y="97005"/>
                  </a:lnTo>
                  <a:lnTo>
                    <a:pt x="3380" y="96982"/>
                  </a:lnTo>
                  <a:lnTo>
                    <a:pt x="3314" y="96950"/>
                  </a:lnTo>
                  <a:lnTo>
                    <a:pt x="3280" y="96934"/>
                  </a:lnTo>
                  <a:lnTo>
                    <a:pt x="3201" y="96925"/>
                  </a:lnTo>
                  <a:lnTo>
                    <a:pt x="3179" y="96923"/>
                  </a:lnTo>
                  <a:lnTo>
                    <a:pt x="3164" y="96942"/>
                  </a:lnTo>
                  <a:lnTo>
                    <a:pt x="3153" y="96956"/>
                  </a:lnTo>
                  <a:lnTo>
                    <a:pt x="3086" y="96957"/>
                  </a:lnTo>
                  <a:lnTo>
                    <a:pt x="3060" y="96948"/>
                  </a:lnTo>
                  <a:lnTo>
                    <a:pt x="2994" y="96926"/>
                  </a:lnTo>
                  <a:lnTo>
                    <a:pt x="2988" y="96925"/>
                  </a:lnTo>
                  <a:lnTo>
                    <a:pt x="2980" y="96912"/>
                  </a:lnTo>
                  <a:lnTo>
                    <a:pt x="3036" y="96797"/>
                  </a:lnTo>
                  <a:lnTo>
                    <a:pt x="3118" y="96652"/>
                  </a:lnTo>
                  <a:lnTo>
                    <a:pt x="3234" y="96435"/>
                  </a:lnTo>
                  <a:lnTo>
                    <a:pt x="3366" y="96109"/>
                  </a:lnTo>
                  <a:lnTo>
                    <a:pt x="3444" y="95815"/>
                  </a:lnTo>
                  <a:lnTo>
                    <a:pt x="3458" y="95722"/>
                  </a:lnTo>
                  <a:lnTo>
                    <a:pt x="3598" y="95727"/>
                  </a:lnTo>
                  <a:lnTo>
                    <a:pt x="3675" y="95642"/>
                  </a:lnTo>
                  <a:lnTo>
                    <a:pt x="3751" y="95557"/>
                  </a:lnTo>
                  <a:lnTo>
                    <a:pt x="3765" y="95538"/>
                  </a:lnTo>
                  <a:lnTo>
                    <a:pt x="3784" y="95500"/>
                  </a:lnTo>
                  <a:lnTo>
                    <a:pt x="3849" y="95370"/>
                  </a:lnTo>
                  <a:lnTo>
                    <a:pt x="3854" y="95360"/>
                  </a:lnTo>
                  <a:lnTo>
                    <a:pt x="3899" y="95267"/>
                  </a:lnTo>
                  <a:lnTo>
                    <a:pt x="3952" y="95158"/>
                  </a:lnTo>
                  <a:lnTo>
                    <a:pt x="3972" y="95102"/>
                  </a:lnTo>
                  <a:lnTo>
                    <a:pt x="3971" y="95052"/>
                  </a:lnTo>
                  <a:lnTo>
                    <a:pt x="3969" y="95047"/>
                  </a:lnTo>
                  <a:lnTo>
                    <a:pt x="3934" y="95030"/>
                  </a:lnTo>
                  <a:lnTo>
                    <a:pt x="3870" y="95013"/>
                  </a:lnTo>
                  <a:lnTo>
                    <a:pt x="3861" y="94978"/>
                  </a:lnTo>
                  <a:lnTo>
                    <a:pt x="3867" y="94944"/>
                  </a:lnTo>
                  <a:lnTo>
                    <a:pt x="3891" y="94909"/>
                  </a:lnTo>
                  <a:lnTo>
                    <a:pt x="3861" y="94892"/>
                  </a:lnTo>
                  <a:lnTo>
                    <a:pt x="3818" y="94899"/>
                  </a:lnTo>
                  <a:lnTo>
                    <a:pt x="3788" y="94923"/>
                  </a:lnTo>
                  <a:lnTo>
                    <a:pt x="3769" y="94916"/>
                  </a:lnTo>
                  <a:lnTo>
                    <a:pt x="3757" y="94857"/>
                  </a:lnTo>
                  <a:lnTo>
                    <a:pt x="3727" y="94840"/>
                  </a:lnTo>
                  <a:lnTo>
                    <a:pt x="3586" y="94788"/>
                  </a:lnTo>
                  <a:lnTo>
                    <a:pt x="3571" y="94753"/>
                  </a:lnTo>
                  <a:lnTo>
                    <a:pt x="3655" y="94538"/>
                  </a:lnTo>
                  <a:lnTo>
                    <a:pt x="3675" y="94487"/>
                  </a:lnTo>
                  <a:lnTo>
                    <a:pt x="3882" y="94158"/>
                  </a:lnTo>
                  <a:lnTo>
                    <a:pt x="3971" y="93968"/>
                  </a:lnTo>
                  <a:lnTo>
                    <a:pt x="4004" y="93853"/>
                  </a:lnTo>
                  <a:lnTo>
                    <a:pt x="4129" y="93583"/>
                  </a:lnTo>
                  <a:lnTo>
                    <a:pt x="4175" y="93559"/>
                  </a:lnTo>
                  <a:lnTo>
                    <a:pt x="4236" y="93559"/>
                  </a:lnTo>
                  <a:lnTo>
                    <a:pt x="4272" y="93545"/>
                  </a:lnTo>
                  <a:lnTo>
                    <a:pt x="4373" y="93390"/>
                  </a:lnTo>
                  <a:lnTo>
                    <a:pt x="4425" y="93393"/>
                  </a:lnTo>
                  <a:lnTo>
                    <a:pt x="4431" y="93410"/>
                  </a:lnTo>
                  <a:lnTo>
                    <a:pt x="4336" y="93542"/>
                  </a:lnTo>
                  <a:lnTo>
                    <a:pt x="4333" y="93601"/>
                  </a:lnTo>
                  <a:lnTo>
                    <a:pt x="4370" y="93642"/>
                  </a:lnTo>
                  <a:lnTo>
                    <a:pt x="4346" y="93698"/>
                  </a:lnTo>
                  <a:lnTo>
                    <a:pt x="4035" y="93992"/>
                  </a:lnTo>
                  <a:lnTo>
                    <a:pt x="4059" y="94030"/>
                  </a:lnTo>
                  <a:lnTo>
                    <a:pt x="4087" y="94040"/>
                  </a:lnTo>
                  <a:lnTo>
                    <a:pt x="4236" y="94092"/>
                  </a:lnTo>
                  <a:lnTo>
                    <a:pt x="4263" y="94089"/>
                  </a:lnTo>
                  <a:lnTo>
                    <a:pt x="4302" y="94073"/>
                  </a:lnTo>
                  <a:lnTo>
                    <a:pt x="4301" y="94068"/>
                  </a:lnTo>
                  <a:lnTo>
                    <a:pt x="4342" y="93979"/>
                  </a:lnTo>
                  <a:lnTo>
                    <a:pt x="4354" y="93952"/>
                  </a:lnTo>
                  <a:lnTo>
                    <a:pt x="4375" y="93903"/>
                  </a:lnTo>
                  <a:lnTo>
                    <a:pt x="4418" y="93797"/>
                  </a:lnTo>
                  <a:lnTo>
                    <a:pt x="4467" y="93717"/>
                  </a:lnTo>
                  <a:lnTo>
                    <a:pt x="4633" y="93734"/>
                  </a:lnTo>
                  <a:lnTo>
                    <a:pt x="4645" y="93735"/>
                  </a:lnTo>
                  <a:lnTo>
                    <a:pt x="4654" y="93784"/>
                  </a:lnTo>
                  <a:lnTo>
                    <a:pt x="4696" y="94009"/>
                  </a:lnTo>
                  <a:lnTo>
                    <a:pt x="4802" y="94091"/>
                  </a:lnTo>
                  <a:lnTo>
                    <a:pt x="4822" y="94106"/>
                  </a:lnTo>
                  <a:lnTo>
                    <a:pt x="4908" y="94125"/>
                  </a:lnTo>
                  <a:lnTo>
                    <a:pt x="4945" y="94104"/>
                  </a:lnTo>
                  <a:lnTo>
                    <a:pt x="5101" y="93871"/>
                  </a:lnTo>
                  <a:lnTo>
                    <a:pt x="5101" y="93302"/>
                  </a:lnTo>
                  <a:lnTo>
                    <a:pt x="5101" y="93210"/>
                  </a:lnTo>
                  <a:lnTo>
                    <a:pt x="4985" y="93209"/>
                  </a:lnTo>
                  <a:lnTo>
                    <a:pt x="4880" y="93209"/>
                  </a:lnTo>
                  <a:lnTo>
                    <a:pt x="4784" y="93208"/>
                  </a:lnTo>
                  <a:lnTo>
                    <a:pt x="4773" y="93184"/>
                  </a:lnTo>
                  <a:lnTo>
                    <a:pt x="4792" y="93113"/>
                  </a:lnTo>
                  <a:lnTo>
                    <a:pt x="4760" y="93104"/>
                  </a:lnTo>
                  <a:lnTo>
                    <a:pt x="4464" y="93104"/>
                  </a:lnTo>
                  <a:lnTo>
                    <a:pt x="4388" y="92933"/>
                  </a:lnTo>
                  <a:lnTo>
                    <a:pt x="4178" y="92934"/>
                  </a:lnTo>
                  <a:lnTo>
                    <a:pt x="4104" y="92934"/>
                  </a:lnTo>
                  <a:lnTo>
                    <a:pt x="4103" y="92822"/>
                  </a:lnTo>
                  <a:lnTo>
                    <a:pt x="4945" y="92817"/>
                  </a:lnTo>
                  <a:lnTo>
                    <a:pt x="5127" y="92808"/>
                  </a:lnTo>
                  <a:lnTo>
                    <a:pt x="5240" y="92802"/>
                  </a:lnTo>
                  <a:lnTo>
                    <a:pt x="5327" y="92650"/>
                  </a:lnTo>
                  <a:lnTo>
                    <a:pt x="5462" y="92413"/>
                  </a:lnTo>
                  <a:lnTo>
                    <a:pt x="5404" y="92338"/>
                  </a:lnTo>
                  <a:lnTo>
                    <a:pt x="5400" y="92333"/>
                  </a:lnTo>
                  <a:lnTo>
                    <a:pt x="5397" y="92311"/>
                  </a:lnTo>
                  <a:lnTo>
                    <a:pt x="5334" y="91932"/>
                  </a:lnTo>
                  <a:lnTo>
                    <a:pt x="5319" y="91843"/>
                  </a:lnTo>
                  <a:lnTo>
                    <a:pt x="5311" y="91803"/>
                  </a:lnTo>
                  <a:lnTo>
                    <a:pt x="5292" y="91777"/>
                  </a:lnTo>
                  <a:lnTo>
                    <a:pt x="5063" y="91859"/>
                  </a:lnTo>
                  <a:lnTo>
                    <a:pt x="5048" y="92039"/>
                  </a:lnTo>
                  <a:lnTo>
                    <a:pt x="4972" y="92114"/>
                  </a:lnTo>
                  <a:lnTo>
                    <a:pt x="4961" y="92117"/>
                  </a:lnTo>
                  <a:lnTo>
                    <a:pt x="4955" y="92100"/>
                  </a:lnTo>
                  <a:lnTo>
                    <a:pt x="4953" y="92095"/>
                  </a:lnTo>
                  <a:lnTo>
                    <a:pt x="4923" y="92012"/>
                  </a:lnTo>
                  <a:lnTo>
                    <a:pt x="4916" y="91984"/>
                  </a:lnTo>
                  <a:lnTo>
                    <a:pt x="4903" y="91927"/>
                  </a:lnTo>
                  <a:lnTo>
                    <a:pt x="4866" y="91770"/>
                  </a:lnTo>
                  <a:lnTo>
                    <a:pt x="4813" y="91353"/>
                  </a:lnTo>
                  <a:lnTo>
                    <a:pt x="4815" y="91337"/>
                  </a:lnTo>
                  <a:lnTo>
                    <a:pt x="4870" y="90957"/>
                  </a:lnTo>
                  <a:lnTo>
                    <a:pt x="4926" y="90910"/>
                  </a:lnTo>
                  <a:lnTo>
                    <a:pt x="4966" y="90902"/>
                  </a:lnTo>
                  <a:lnTo>
                    <a:pt x="5017" y="90857"/>
                  </a:lnTo>
                  <a:lnTo>
                    <a:pt x="5143" y="90747"/>
                  </a:lnTo>
                  <a:lnTo>
                    <a:pt x="5135" y="90695"/>
                  </a:lnTo>
                  <a:lnTo>
                    <a:pt x="5133" y="90681"/>
                  </a:lnTo>
                  <a:lnTo>
                    <a:pt x="5068" y="90685"/>
                  </a:lnTo>
                  <a:lnTo>
                    <a:pt x="4992" y="90716"/>
                  </a:lnTo>
                  <a:lnTo>
                    <a:pt x="4812" y="90719"/>
                  </a:lnTo>
                  <a:lnTo>
                    <a:pt x="4712" y="90700"/>
                  </a:lnTo>
                  <a:lnTo>
                    <a:pt x="4700" y="90680"/>
                  </a:lnTo>
                  <a:lnTo>
                    <a:pt x="4707" y="90482"/>
                  </a:lnTo>
                  <a:lnTo>
                    <a:pt x="4710" y="90473"/>
                  </a:lnTo>
                  <a:lnTo>
                    <a:pt x="4741" y="90383"/>
                  </a:lnTo>
                  <a:lnTo>
                    <a:pt x="4753" y="90345"/>
                  </a:lnTo>
                  <a:lnTo>
                    <a:pt x="4775" y="90286"/>
                  </a:lnTo>
                  <a:lnTo>
                    <a:pt x="4780" y="90274"/>
                  </a:lnTo>
                  <a:lnTo>
                    <a:pt x="4807" y="90203"/>
                  </a:lnTo>
                  <a:lnTo>
                    <a:pt x="4811" y="90192"/>
                  </a:lnTo>
                  <a:lnTo>
                    <a:pt x="4820" y="90169"/>
                  </a:lnTo>
                  <a:lnTo>
                    <a:pt x="4823" y="90160"/>
                  </a:lnTo>
                  <a:lnTo>
                    <a:pt x="4837" y="90134"/>
                  </a:lnTo>
                  <a:lnTo>
                    <a:pt x="4904" y="90014"/>
                  </a:lnTo>
                  <a:lnTo>
                    <a:pt x="5072" y="89783"/>
                  </a:lnTo>
                  <a:lnTo>
                    <a:pt x="5045" y="89751"/>
                  </a:lnTo>
                  <a:lnTo>
                    <a:pt x="5014" y="89715"/>
                  </a:lnTo>
                  <a:lnTo>
                    <a:pt x="4860" y="89561"/>
                  </a:lnTo>
                  <a:lnTo>
                    <a:pt x="4775" y="89476"/>
                  </a:lnTo>
                  <a:lnTo>
                    <a:pt x="4758" y="89480"/>
                  </a:lnTo>
                  <a:lnTo>
                    <a:pt x="4753" y="89481"/>
                  </a:lnTo>
                  <a:lnTo>
                    <a:pt x="4738" y="89485"/>
                  </a:lnTo>
                  <a:lnTo>
                    <a:pt x="4622" y="89545"/>
                  </a:lnTo>
                  <a:lnTo>
                    <a:pt x="4600" y="89554"/>
                  </a:lnTo>
                  <a:lnTo>
                    <a:pt x="4547" y="89585"/>
                  </a:lnTo>
                  <a:lnTo>
                    <a:pt x="4378" y="89686"/>
                  </a:lnTo>
                  <a:lnTo>
                    <a:pt x="4374" y="89688"/>
                  </a:lnTo>
                  <a:lnTo>
                    <a:pt x="4266" y="89752"/>
                  </a:lnTo>
                  <a:lnTo>
                    <a:pt x="4176" y="89570"/>
                  </a:lnTo>
                  <a:lnTo>
                    <a:pt x="4224" y="89451"/>
                  </a:lnTo>
                  <a:lnTo>
                    <a:pt x="4427" y="89254"/>
                  </a:lnTo>
                  <a:lnTo>
                    <a:pt x="4671" y="89171"/>
                  </a:lnTo>
                  <a:lnTo>
                    <a:pt x="4676" y="89155"/>
                  </a:lnTo>
                  <a:lnTo>
                    <a:pt x="4732" y="88984"/>
                  </a:lnTo>
                  <a:lnTo>
                    <a:pt x="4736" y="88970"/>
                  </a:lnTo>
                  <a:lnTo>
                    <a:pt x="4750" y="88928"/>
                  </a:lnTo>
                  <a:lnTo>
                    <a:pt x="4757" y="88907"/>
                  </a:lnTo>
                  <a:lnTo>
                    <a:pt x="4754" y="88903"/>
                  </a:lnTo>
                  <a:lnTo>
                    <a:pt x="4751" y="88899"/>
                  </a:lnTo>
                  <a:lnTo>
                    <a:pt x="4666" y="88794"/>
                  </a:lnTo>
                  <a:lnTo>
                    <a:pt x="4631" y="88768"/>
                  </a:lnTo>
                  <a:lnTo>
                    <a:pt x="4626" y="88754"/>
                  </a:lnTo>
                  <a:lnTo>
                    <a:pt x="4613" y="88722"/>
                  </a:lnTo>
                  <a:lnTo>
                    <a:pt x="4668" y="88622"/>
                  </a:lnTo>
                  <a:lnTo>
                    <a:pt x="4694" y="88576"/>
                  </a:lnTo>
                  <a:lnTo>
                    <a:pt x="4707" y="88559"/>
                  </a:lnTo>
                  <a:lnTo>
                    <a:pt x="4797" y="88489"/>
                  </a:lnTo>
                  <a:lnTo>
                    <a:pt x="4850" y="88444"/>
                  </a:lnTo>
                  <a:lnTo>
                    <a:pt x="4860" y="88384"/>
                  </a:lnTo>
                  <a:lnTo>
                    <a:pt x="4881" y="88276"/>
                  </a:lnTo>
                  <a:lnTo>
                    <a:pt x="4934" y="88183"/>
                  </a:lnTo>
                  <a:lnTo>
                    <a:pt x="4948" y="88164"/>
                  </a:lnTo>
                  <a:lnTo>
                    <a:pt x="5040" y="88100"/>
                  </a:lnTo>
                  <a:lnTo>
                    <a:pt x="5063" y="88084"/>
                  </a:lnTo>
                  <a:lnTo>
                    <a:pt x="5136" y="87990"/>
                  </a:lnTo>
                  <a:lnTo>
                    <a:pt x="5171" y="87821"/>
                  </a:lnTo>
                  <a:lnTo>
                    <a:pt x="5115" y="87654"/>
                  </a:lnTo>
                  <a:lnTo>
                    <a:pt x="5090" y="87564"/>
                  </a:lnTo>
                  <a:lnTo>
                    <a:pt x="5049" y="87513"/>
                  </a:lnTo>
                  <a:lnTo>
                    <a:pt x="4483" y="87686"/>
                  </a:lnTo>
                  <a:lnTo>
                    <a:pt x="4160" y="87784"/>
                  </a:lnTo>
                  <a:lnTo>
                    <a:pt x="4078" y="87796"/>
                  </a:lnTo>
                  <a:lnTo>
                    <a:pt x="3924" y="87799"/>
                  </a:lnTo>
                  <a:lnTo>
                    <a:pt x="3869" y="87789"/>
                  </a:lnTo>
                  <a:lnTo>
                    <a:pt x="3830" y="87772"/>
                  </a:lnTo>
                  <a:lnTo>
                    <a:pt x="3767" y="87723"/>
                  </a:lnTo>
                  <a:lnTo>
                    <a:pt x="3638" y="87566"/>
                  </a:lnTo>
                  <a:lnTo>
                    <a:pt x="3604" y="87489"/>
                  </a:lnTo>
                  <a:lnTo>
                    <a:pt x="3596" y="87454"/>
                  </a:lnTo>
                  <a:lnTo>
                    <a:pt x="3588" y="87423"/>
                  </a:lnTo>
                  <a:lnTo>
                    <a:pt x="3583" y="87046"/>
                  </a:lnTo>
                  <a:lnTo>
                    <a:pt x="3574" y="86445"/>
                  </a:lnTo>
                  <a:lnTo>
                    <a:pt x="3594" y="86378"/>
                  </a:lnTo>
                  <a:lnTo>
                    <a:pt x="3656" y="86308"/>
                  </a:lnTo>
                  <a:lnTo>
                    <a:pt x="3724" y="86269"/>
                  </a:lnTo>
                  <a:lnTo>
                    <a:pt x="3759" y="86256"/>
                  </a:lnTo>
                  <a:lnTo>
                    <a:pt x="3850" y="86244"/>
                  </a:lnTo>
                  <a:lnTo>
                    <a:pt x="4561" y="86381"/>
                  </a:lnTo>
                  <a:lnTo>
                    <a:pt x="4565" y="86382"/>
                  </a:lnTo>
                  <a:lnTo>
                    <a:pt x="4573" y="86382"/>
                  </a:lnTo>
                  <a:lnTo>
                    <a:pt x="4574" y="86331"/>
                  </a:lnTo>
                  <a:lnTo>
                    <a:pt x="4579" y="86325"/>
                  </a:lnTo>
                  <a:lnTo>
                    <a:pt x="4588" y="86325"/>
                  </a:lnTo>
                  <a:lnTo>
                    <a:pt x="4717" y="86326"/>
                  </a:lnTo>
                  <a:lnTo>
                    <a:pt x="4958" y="86345"/>
                  </a:lnTo>
                  <a:lnTo>
                    <a:pt x="5032" y="86351"/>
                  </a:lnTo>
                  <a:lnTo>
                    <a:pt x="5062" y="86344"/>
                  </a:lnTo>
                  <a:lnTo>
                    <a:pt x="5120" y="86324"/>
                  </a:lnTo>
                  <a:lnTo>
                    <a:pt x="5127" y="86320"/>
                  </a:lnTo>
                  <a:lnTo>
                    <a:pt x="5174" y="86201"/>
                  </a:lnTo>
                  <a:lnTo>
                    <a:pt x="5194" y="86152"/>
                  </a:lnTo>
                  <a:lnTo>
                    <a:pt x="5194" y="86145"/>
                  </a:lnTo>
                  <a:lnTo>
                    <a:pt x="5191" y="86084"/>
                  </a:lnTo>
                  <a:lnTo>
                    <a:pt x="5190" y="86065"/>
                  </a:lnTo>
                  <a:lnTo>
                    <a:pt x="5189" y="86053"/>
                  </a:lnTo>
                  <a:lnTo>
                    <a:pt x="5179" y="86042"/>
                  </a:lnTo>
                  <a:lnTo>
                    <a:pt x="5110" y="85966"/>
                  </a:lnTo>
                  <a:lnTo>
                    <a:pt x="5097" y="85952"/>
                  </a:lnTo>
                  <a:lnTo>
                    <a:pt x="5086" y="85941"/>
                  </a:lnTo>
                  <a:lnTo>
                    <a:pt x="5052" y="85920"/>
                  </a:lnTo>
                  <a:lnTo>
                    <a:pt x="5003" y="85890"/>
                  </a:lnTo>
                  <a:lnTo>
                    <a:pt x="4986" y="85879"/>
                  </a:lnTo>
                  <a:lnTo>
                    <a:pt x="4920" y="85838"/>
                  </a:lnTo>
                  <a:lnTo>
                    <a:pt x="4907" y="85669"/>
                  </a:lnTo>
                  <a:lnTo>
                    <a:pt x="4901" y="85638"/>
                  </a:lnTo>
                  <a:lnTo>
                    <a:pt x="4878" y="85510"/>
                  </a:lnTo>
                  <a:lnTo>
                    <a:pt x="4867" y="85453"/>
                  </a:lnTo>
                  <a:lnTo>
                    <a:pt x="4722" y="85337"/>
                  </a:lnTo>
                  <a:lnTo>
                    <a:pt x="4652" y="85254"/>
                  </a:lnTo>
                  <a:lnTo>
                    <a:pt x="4518" y="85031"/>
                  </a:lnTo>
                  <a:lnTo>
                    <a:pt x="4499" y="84974"/>
                  </a:lnTo>
                  <a:lnTo>
                    <a:pt x="4445" y="84811"/>
                  </a:lnTo>
                  <a:lnTo>
                    <a:pt x="4446" y="84801"/>
                  </a:lnTo>
                  <a:lnTo>
                    <a:pt x="4480" y="84436"/>
                  </a:lnTo>
                  <a:lnTo>
                    <a:pt x="4502" y="84207"/>
                  </a:lnTo>
                  <a:lnTo>
                    <a:pt x="4527" y="84167"/>
                  </a:lnTo>
                  <a:lnTo>
                    <a:pt x="4550" y="84120"/>
                  </a:lnTo>
                  <a:lnTo>
                    <a:pt x="4599" y="83926"/>
                  </a:lnTo>
                  <a:lnTo>
                    <a:pt x="4600" y="83915"/>
                  </a:lnTo>
                  <a:lnTo>
                    <a:pt x="4601" y="83909"/>
                  </a:lnTo>
                  <a:lnTo>
                    <a:pt x="4609" y="83813"/>
                  </a:lnTo>
                  <a:lnTo>
                    <a:pt x="4620" y="83750"/>
                  </a:lnTo>
                  <a:lnTo>
                    <a:pt x="4622" y="83738"/>
                  </a:lnTo>
                  <a:lnTo>
                    <a:pt x="4597" y="83723"/>
                  </a:lnTo>
                  <a:lnTo>
                    <a:pt x="4522" y="83680"/>
                  </a:lnTo>
                  <a:lnTo>
                    <a:pt x="4511" y="83657"/>
                  </a:lnTo>
                  <a:lnTo>
                    <a:pt x="4515" y="83144"/>
                  </a:lnTo>
                  <a:lnTo>
                    <a:pt x="4542" y="82779"/>
                  </a:lnTo>
                  <a:lnTo>
                    <a:pt x="4554" y="82749"/>
                  </a:lnTo>
                  <a:lnTo>
                    <a:pt x="4617" y="82692"/>
                  </a:lnTo>
                  <a:lnTo>
                    <a:pt x="4642" y="82669"/>
                  </a:lnTo>
                  <a:lnTo>
                    <a:pt x="4685" y="82630"/>
                  </a:lnTo>
                  <a:lnTo>
                    <a:pt x="4735" y="82621"/>
                  </a:lnTo>
                  <a:lnTo>
                    <a:pt x="4760" y="82642"/>
                  </a:lnTo>
                  <a:lnTo>
                    <a:pt x="4769" y="82650"/>
                  </a:lnTo>
                  <a:lnTo>
                    <a:pt x="4800" y="82654"/>
                  </a:lnTo>
                  <a:lnTo>
                    <a:pt x="4862" y="82676"/>
                  </a:lnTo>
                  <a:lnTo>
                    <a:pt x="4826" y="82639"/>
                  </a:lnTo>
                  <a:lnTo>
                    <a:pt x="4820" y="82633"/>
                  </a:lnTo>
                  <a:lnTo>
                    <a:pt x="4799" y="82606"/>
                  </a:lnTo>
                  <a:lnTo>
                    <a:pt x="4788" y="82592"/>
                  </a:lnTo>
                  <a:lnTo>
                    <a:pt x="4738" y="82529"/>
                  </a:lnTo>
                  <a:lnTo>
                    <a:pt x="4668" y="82504"/>
                  </a:lnTo>
                  <a:lnTo>
                    <a:pt x="4661" y="82502"/>
                  </a:lnTo>
                  <a:lnTo>
                    <a:pt x="4561" y="82466"/>
                  </a:lnTo>
                  <a:lnTo>
                    <a:pt x="4534" y="82456"/>
                  </a:lnTo>
                  <a:lnTo>
                    <a:pt x="4528" y="82450"/>
                  </a:lnTo>
                  <a:lnTo>
                    <a:pt x="4529" y="82241"/>
                  </a:lnTo>
                  <a:lnTo>
                    <a:pt x="4532" y="82018"/>
                  </a:lnTo>
                  <a:lnTo>
                    <a:pt x="4533" y="81990"/>
                  </a:lnTo>
                  <a:lnTo>
                    <a:pt x="4532" y="81772"/>
                  </a:lnTo>
                  <a:lnTo>
                    <a:pt x="4522" y="81759"/>
                  </a:lnTo>
                  <a:lnTo>
                    <a:pt x="4401" y="81597"/>
                  </a:lnTo>
                  <a:lnTo>
                    <a:pt x="4429" y="81483"/>
                  </a:lnTo>
                  <a:lnTo>
                    <a:pt x="4437" y="81451"/>
                  </a:lnTo>
                  <a:lnTo>
                    <a:pt x="4443" y="81429"/>
                  </a:lnTo>
                  <a:lnTo>
                    <a:pt x="4464" y="81346"/>
                  </a:lnTo>
                  <a:lnTo>
                    <a:pt x="4536" y="80982"/>
                  </a:lnTo>
                  <a:lnTo>
                    <a:pt x="4570" y="80535"/>
                  </a:lnTo>
                  <a:lnTo>
                    <a:pt x="4578" y="80427"/>
                  </a:lnTo>
                  <a:lnTo>
                    <a:pt x="4547" y="80397"/>
                  </a:lnTo>
                  <a:lnTo>
                    <a:pt x="4540" y="80367"/>
                  </a:lnTo>
                  <a:lnTo>
                    <a:pt x="4553" y="80311"/>
                  </a:lnTo>
                  <a:lnTo>
                    <a:pt x="4630" y="79982"/>
                  </a:lnTo>
                  <a:lnTo>
                    <a:pt x="4686" y="79870"/>
                  </a:lnTo>
                  <a:lnTo>
                    <a:pt x="4716" y="79834"/>
                  </a:lnTo>
                  <a:lnTo>
                    <a:pt x="4824" y="79646"/>
                  </a:lnTo>
                  <a:lnTo>
                    <a:pt x="4834" y="79618"/>
                  </a:lnTo>
                  <a:lnTo>
                    <a:pt x="4846" y="79588"/>
                  </a:lnTo>
                  <a:lnTo>
                    <a:pt x="4867" y="79558"/>
                  </a:lnTo>
                  <a:lnTo>
                    <a:pt x="4904" y="79503"/>
                  </a:lnTo>
                  <a:lnTo>
                    <a:pt x="5057" y="79282"/>
                  </a:lnTo>
                  <a:lnTo>
                    <a:pt x="5117" y="79076"/>
                  </a:lnTo>
                  <a:lnTo>
                    <a:pt x="5253" y="78809"/>
                  </a:lnTo>
                  <a:lnTo>
                    <a:pt x="5257" y="78800"/>
                  </a:lnTo>
                  <a:lnTo>
                    <a:pt x="5407" y="78433"/>
                  </a:lnTo>
                  <a:lnTo>
                    <a:pt x="5456" y="78335"/>
                  </a:lnTo>
                  <a:lnTo>
                    <a:pt x="5548" y="78212"/>
                  </a:lnTo>
                  <a:lnTo>
                    <a:pt x="5580" y="78179"/>
                  </a:lnTo>
                  <a:lnTo>
                    <a:pt x="5591" y="78167"/>
                  </a:lnTo>
                  <a:lnTo>
                    <a:pt x="5703" y="78053"/>
                  </a:lnTo>
                  <a:lnTo>
                    <a:pt x="5765" y="77950"/>
                  </a:lnTo>
                  <a:lnTo>
                    <a:pt x="5839" y="77828"/>
                  </a:lnTo>
                  <a:lnTo>
                    <a:pt x="5987" y="77615"/>
                  </a:lnTo>
                  <a:lnTo>
                    <a:pt x="6015" y="77585"/>
                  </a:lnTo>
                  <a:lnTo>
                    <a:pt x="6144" y="77504"/>
                  </a:lnTo>
                  <a:lnTo>
                    <a:pt x="6188" y="77503"/>
                  </a:lnTo>
                  <a:lnTo>
                    <a:pt x="6242" y="77523"/>
                  </a:lnTo>
                  <a:lnTo>
                    <a:pt x="6317" y="77570"/>
                  </a:lnTo>
                  <a:lnTo>
                    <a:pt x="6403" y="77568"/>
                  </a:lnTo>
                  <a:lnTo>
                    <a:pt x="6491" y="77509"/>
                  </a:lnTo>
                  <a:lnTo>
                    <a:pt x="6481" y="77388"/>
                  </a:lnTo>
                  <a:lnTo>
                    <a:pt x="6063" y="77311"/>
                  </a:lnTo>
                  <a:lnTo>
                    <a:pt x="5981" y="77296"/>
                  </a:lnTo>
                  <a:lnTo>
                    <a:pt x="5924" y="77298"/>
                  </a:lnTo>
                  <a:lnTo>
                    <a:pt x="5831" y="77282"/>
                  </a:lnTo>
                  <a:lnTo>
                    <a:pt x="5822" y="77281"/>
                  </a:lnTo>
                  <a:lnTo>
                    <a:pt x="5800" y="77266"/>
                  </a:lnTo>
                  <a:lnTo>
                    <a:pt x="5768" y="77245"/>
                  </a:lnTo>
                  <a:lnTo>
                    <a:pt x="5747" y="77225"/>
                  </a:lnTo>
                  <a:lnTo>
                    <a:pt x="5732" y="77182"/>
                  </a:lnTo>
                  <a:lnTo>
                    <a:pt x="5812" y="76503"/>
                  </a:lnTo>
                  <a:lnTo>
                    <a:pt x="5819" y="76446"/>
                  </a:lnTo>
                  <a:lnTo>
                    <a:pt x="5907" y="75735"/>
                  </a:lnTo>
                  <a:lnTo>
                    <a:pt x="5909" y="75726"/>
                  </a:lnTo>
                  <a:lnTo>
                    <a:pt x="5949" y="75541"/>
                  </a:lnTo>
                  <a:lnTo>
                    <a:pt x="6175" y="74859"/>
                  </a:lnTo>
                  <a:lnTo>
                    <a:pt x="6210" y="74817"/>
                  </a:lnTo>
                  <a:lnTo>
                    <a:pt x="6240" y="74807"/>
                  </a:lnTo>
                  <a:lnTo>
                    <a:pt x="7096" y="74782"/>
                  </a:lnTo>
                  <a:lnTo>
                    <a:pt x="7103" y="74732"/>
                  </a:lnTo>
                  <a:lnTo>
                    <a:pt x="7109" y="74680"/>
                  </a:lnTo>
                  <a:lnTo>
                    <a:pt x="7108" y="74667"/>
                  </a:lnTo>
                  <a:lnTo>
                    <a:pt x="7066" y="74379"/>
                  </a:lnTo>
                  <a:lnTo>
                    <a:pt x="7041" y="74297"/>
                  </a:lnTo>
                  <a:lnTo>
                    <a:pt x="7021" y="74230"/>
                  </a:lnTo>
                  <a:lnTo>
                    <a:pt x="7021" y="74204"/>
                  </a:lnTo>
                  <a:lnTo>
                    <a:pt x="7031" y="74174"/>
                  </a:lnTo>
                  <a:lnTo>
                    <a:pt x="7483" y="73583"/>
                  </a:lnTo>
                  <a:lnTo>
                    <a:pt x="7411" y="73551"/>
                  </a:lnTo>
                  <a:lnTo>
                    <a:pt x="7558" y="73368"/>
                  </a:lnTo>
                  <a:lnTo>
                    <a:pt x="7722" y="73198"/>
                  </a:lnTo>
                  <a:lnTo>
                    <a:pt x="7810" y="73125"/>
                  </a:lnTo>
                  <a:lnTo>
                    <a:pt x="7921" y="73073"/>
                  </a:lnTo>
                  <a:lnTo>
                    <a:pt x="8027" y="73051"/>
                  </a:lnTo>
                  <a:lnTo>
                    <a:pt x="8028" y="73028"/>
                  </a:lnTo>
                  <a:lnTo>
                    <a:pt x="7850" y="73014"/>
                  </a:lnTo>
                  <a:lnTo>
                    <a:pt x="7740" y="73026"/>
                  </a:lnTo>
                  <a:lnTo>
                    <a:pt x="7628" y="73072"/>
                  </a:lnTo>
                  <a:lnTo>
                    <a:pt x="7567" y="73113"/>
                  </a:lnTo>
                  <a:lnTo>
                    <a:pt x="7524" y="73152"/>
                  </a:lnTo>
                  <a:lnTo>
                    <a:pt x="7310" y="73413"/>
                  </a:lnTo>
                  <a:lnTo>
                    <a:pt x="6954" y="73898"/>
                  </a:lnTo>
                  <a:lnTo>
                    <a:pt x="6836" y="74091"/>
                  </a:lnTo>
                  <a:lnTo>
                    <a:pt x="6732" y="74338"/>
                  </a:lnTo>
                  <a:lnTo>
                    <a:pt x="6688" y="74411"/>
                  </a:lnTo>
                  <a:lnTo>
                    <a:pt x="6628" y="74485"/>
                  </a:lnTo>
                  <a:lnTo>
                    <a:pt x="6546" y="74555"/>
                  </a:lnTo>
                  <a:lnTo>
                    <a:pt x="6446" y="74611"/>
                  </a:lnTo>
                  <a:lnTo>
                    <a:pt x="6384" y="74633"/>
                  </a:lnTo>
                  <a:lnTo>
                    <a:pt x="6258" y="74665"/>
                  </a:lnTo>
                  <a:lnTo>
                    <a:pt x="6090" y="74677"/>
                  </a:lnTo>
                  <a:lnTo>
                    <a:pt x="6055" y="74678"/>
                  </a:lnTo>
                  <a:lnTo>
                    <a:pt x="5844" y="74680"/>
                  </a:lnTo>
                  <a:lnTo>
                    <a:pt x="5819" y="74680"/>
                  </a:lnTo>
                  <a:lnTo>
                    <a:pt x="5731" y="74680"/>
                  </a:lnTo>
                  <a:lnTo>
                    <a:pt x="5718" y="74647"/>
                  </a:lnTo>
                  <a:lnTo>
                    <a:pt x="5556" y="74258"/>
                  </a:lnTo>
                  <a:lnTo>
                    <a:pt x="5604" y="74173"/>
                  </a:lnTo>
                  <a:lnTo>
                    <a:pt x="5615" y="74160"/>
                  </a:lnTo>
                  <a:lnTo>
                    <a:pt x="5727" y="74032"/>
                  </a:lnTo>
                  <a:lnTo>
                    <a:pt x="5765" y="73958"/>
                  </a:lnTo>
                  <a:lnTo>
                    <a:pt x="5771" y="73946"/>
                  </a:lnTo>
                  <a:lnTo>
                    <a:pt x="5809" y="73872"/>
                  </a:lnTo>
                  <a:lnTo>
                    <a:pt x="5816" y="73857"/>
                  </a:lnTo>
                  <a:lnTo>
                    <a:pt x="6103" y="73291"/>
                  </a:lnTo>
                  <a:lnTo>
                    <a:pt x="6348" y="72780"/>
                  </a:lnTo>
                  <a:lnTo>
                    <a:pt x="6251" y="72740"/>
                  </a:lnTo>
                  <a:lnTo>
                    <a:pt x="5919" y="72663"/>
                  </a:lnTo>
                  <a:lnTo>
                    <a:pt x="5906" y="72660"/>
                  </a:lnTo>
                  <a:lnTo>
                    <a:pt x="5961" y="72513"/>
                  </a:lnTo>
                  <a:lnTo>
                    <a:pt x="5966" y="72463"/>
                  </a:lnTo>
                  <a:lnTo>
                    <a:pt x="6082" y="72416"/>
                  </a:lnTo>
                  <a:lnTo>
                    <a:pt x="6098" y="72410"/>
                  </a:lnTo>
                  <a:lnTo>
                    <a:pt x="6152" y="72388"/>
                  </a:lnTo>
                  <a:lnTo>
                    <a:pt x="6258" y="72306"/>
                  </a:lnTo>
                  <a:lnTo>
                    <a:pt x="6288" y="72283"/>
                  </a:lnTo>
                  <a:lnTo>
                    <a:pt x="6639" y="72014"/>
                  </a:lnTo>
                  <a:lnTo>
                    <a:pt x="6911" y="71843"/>
                  </a:lnTo>
                  <a:lnTo>
                    <a:pt x="7075" y="71740"/>
                  </a:lnTo>
                  <a:lnTo>
                    <a:pt x="7266" y="71620"/>
                  </a:lnTo>
                  <a:lnTo>
                    <a:pt x="7646" y="71701"/>
                  </a:lnTo>
                  <a:lnTo>
                    <a:pt x="7713" y="71716"/>
                  </a:lnTo>
                  <a:lnTo>
                    <a:pt x="7783" y="71731"/>
                  </a:lnTo>
                  <a:lnTo>
                    <a:pt x="7988" y="71774"/>
                  </a:lnTo>
                  <a:lnTo>
                    <a:pt x="8039" y="71764"/>
                  </a:lnTo>
                  <a:lnTo>
                    <a:pt x="8050" y="71753"/>
                  </a:lnTo>
                  <a:lnTo>
                    <a:pt x="8060" y="71664"/>
                  </a:lnTo>
                  <a:lnTo>
                    <a:pt x="8035" y="71432"/>
                  </a:lnTo>
                  <a:lnTo>
                    <a:pt x="8012" y="71392"/>
                  </a:lnTo>
                  <a:lnTo>
                    <a:pt x="7907" y="71356"/>
                  </a:lnTo>
                  <a:lnTo>
                    <a:pt x="7897" y="71343"/>
                  </a:lnTo>
                  <a:lnTo>
                    <a:pt x="7903" y="71319"/>
                  </a:lnTo>
                  <a:lnTo>
                    <a:pt x="7919" y="71247"/>
                  </a:lnTo>
                  <a:lnTo>
                    <a:pt x="7922" y="71237"/>
                  </a:lnTo>
                  <a:lnTo>
                    <a:pt x="7961" y="71131"/>
                  </a:lnTo>
                  <a:lnTo>
                    <a:pt x="7985" y="71069"/>
                  </a:lnTo>
                  <a:lnTo>
                    <a:pt x="8027" y="71084"/>
                  </a:lnTo>
                  <a:lnTo>
                    <a:pt x="8126" y="71126"/>
                  </a:lnTo>
                  <a:lnTo>
                    <a:pt x="8175" y="71147"/>
                  </a:lnTo>
                  <a:lnTo>
                    <a:pt x="8666" y="71357"/>
                  </a:lnTo>
                  <a:lnTo>
                    <a:pt x="8669" y="71361"/>
                  </a:lnTo>
                  <a:lnTo>
                    <a:pt x="8744" y="71448"/>
                  </a:lnTo>
                  <a:lnTo>
                    <a:pt x="8738" y="71503"/>
                  </a:lnTo>
                  <a:lnTo>
                    <a:pt x="8749" y="71557"/>
                  </a:lnTo>
                  <a:lnTo>
                    <a:pt x="8752" y="71571"/>
                  </a:lnTo>
                  <a:lnTo>
                    <a:pt x="8782" y="71579"/>
                  </a:lnTo>
                  <a:lnTo>
                    <a:pt x="8811" y="71587"/>
                  </a:lnTo>
                  <a:lnTo>
                    <a:pt x="8863" y="71587"/>
                  </a:lnTo>
                  <a:lnTo>
                    <a:pt x="8894" y="71581"/>
                  </a:lnTo>
                  <a:lnTo>
                    <a:pt x="8904" y="71579"/>
                  </a:lnTo>
                  <a:lnTo>
                    <a:pt x="8952" y="71545"/>
                  </a:lnTo>
                  <a:lnTo>
                    <a:pt x="9043" y="71250"/>
                  </a:lnTo>
                  <a:lnTo>
                    <a:pt x="9099" y="71149"/>
                  </a:lnTo>
                  <a:lnTo>
                    <a:pt x="9162" y="71036"/>
                  </a:lnTo>
                  <a:lnTo>
                    <a:pt x="9169" y="71024"/>
                  </a:lnTo>
                  <a:lnTo>
                    <a:pt x="9177" y="71022"/>
                  </a:lnTo>
                  <a:lnTo>
                    <a:pt x="9193" y="71017"/>
                  </a:lnTo>
                  <a:lnTo>
                    <a:pt x="9393" y="70956"/>
                  </a:lnTo>
                  <a:lnTo>
                    <a:pt x="9450" y="70947"/>
                  </a:lnTo>
                  <a:lnTo>
                    <a:pt x="9540" y="70952"/>
                  </a:lnTo>
                  <a:lnTo>
                    <a:pt x="9609" y="70968"/>
                  </a:lnTo>
                  <a:lnTo>
                    <a:pt x="9688" y="70852"/>
                  </a:lnTo>
                  <a:lnTo>
                    <a:pt x="9692" y="70846"/>
                  </a:lnTo>
                  <a:lnTo>
                    <a:pt x="9797" y="70692"/>
                  </a:lnTo>
                  <a:lnTo>
                    <a:pt x="9786" y="70670"/>
                  </a:lnTo>
                  <a:lnTo>
                    <a:pt x="9713" y="70525"/>
                  </a:lnTo>
                  <a:lnTo>
                    <a:pt x="9621" y="70465"/>
                  </a:lnTo>
                  <a:lnTo>
                    <a:pt x="9546" y="70415"/>
                  </a:lnTo>
                  <a:lnTo>
                    <a:pt x="9480" y="70366"/>
                  </a:lnTo>
                  <a:lnTo>
                    <a:pt x="9374" y="70285"/>
                  </a:lnTo>
                  <a:lnTo>
                    <a:pt x="9348" y="70253"/>
                  </a:lnTo>
                  <a:lnTo>
                    <a:pt x="9345" y="70247"/>
                  </a:lnTo>
                  <a:lnTo>
                    <a:pt x="9188" y="69925"/>
                  </a:lnTo>
                  <a:lnTo>
                    <a:pt x="9191" y="69918"/>
                  </a:lnTo>
                  <a:lnTo>
                    <a:pt x="9269" y="69711"/>
                  </a:lnTo>
                  <a:lnTo>
                    <a:pt x="9486" y="69827"/>
                  </a:lnTo>
                  <a:lnTo>
                    <a:pt x="9511" y="69832"/>
                  </a:lnTo>
                  <a:lnTo>
                    <a:pt x="9682" y="69748"/>
                  </a:lnTo>
                  <a:lnTo>
                    <a:pt x="9701" y="69703"/>
                  </a:lnTo>
                  <a:lnTo>
                    <a:pt x="9733" y="69545"/>
                  </a:lnTo>
                  <a:lnTo>
                    <a:pt x="9766" y="69523"/>
                  </a:lnTo>
                  <a:lnTo>
                    <a:pt x="9851" y="69467"/>
                  </a:lnTo>
                  <a:lnTo>
                    <a:pt x="9864" y="69458"/>
                  </a:lnTo>
                  <a:lnTo>
                    <a:pt x="9991" y="69507"/>
                  </a:lnTo>
                  <a:lnTo>
                    <a:pt x="10011" y="69515"/>
                  </a:lnTo>
                  <a:lnTo>
                    <a:pt x="10205" y="69483"/>
                  </a:lnTo>
                  <a:lnTo>
                    <a:pt x="10223" y="69480"/>
                  </a:lnTo>
                  <a:lnTo>
                    <a:pt x="10243" y="69477"/>
                  </a:lnTo>
                  <a:lnTo>
                    <a:pt x="10317" y="69419"/>
                  </a:lnTo>
                  <a:lnTo>
                    <a:pt x="10521" y="69231"/>
                  </a:lnTo>
                  <a:lnTo>
                    <a:pt x="10753" y="69017"/>
                  </a:lnTo>
                  <a:lnTo>
                    <a:pt x="10762" y="69009"/>
                  </a:lnTo>
                  <a:lnTo>
                    <a:pt x="10774" y="68904"/>
                  </a:lnTo>
                  <a:lnTo>
                    <a:pt x="10810" y="68775"/>
                  </a:lnTo>
                  <a:lnTo>
                    <a:pt x="10820" y="68737"/>
                  </a:lnTo>
                  <a:lnTo>
                    <a:pt x="10840" y="68698"/>
                  </a:lnTo>
                  <a:lnTo>
                    <a:pt x="10943" y="68553"/>
                  </a:lnTo>
                  <a:lnTo>
                    <a:pt x="10995" y="68501"/>
                  </a:lnTo>
                  <a:lnTo>
                    <a:pt x="11054" y="68413"/>
                  </a:lnTo>
                  <a:lnTo>
                    <a:pt x="11085" y="68351"/>
                  </a:lnTo>
                  <a:lnTo>
                    <a:pt x="11120" y="68228"/>
                  </a:lnTo>
                  <a:lnTo>
                    <a:pt x="11130" y="68191"/>
                  </a:lnTo>
                  <a:lnTo>
                    <a:pt x="11131" y="68186"/>
                  </a:lnTo>
                  <a:lnTo>
                    <a:pt x="11163" y="68063"/>
                  </a:lnTo>
                  <a:lnTo>
                    <a:pt x="11177" y="68021"/>
                  </a:lnTo>
                  <a:lnTo>
                    <a:pt x="11353" y="67738"/>
                  </a:lnTo>
                  <a:lnTo>
                    <a:pt x="11489" y="67504"/>
                  </a:lnTo>
                  <a:lnTo>
                    <a:pt x="11507" y="67463"/>
                  </a:lnTo>
                  <a:lnTo>
                    <a:pt x="11584" y="67277"/>
                  </a:lnTo>
                  <a:lnTo>
                    <a:pt x="11615" y="67200"/>
                  </a:lnTo>
                  <a:lnTo>
                    <a:pt x="11619" y="67191"/>
                  </a:lnTo>
                  <a:lnTo>
                    <a:pt x="11638" y="67144"/>
                  </a:lnTo>
                  <a:lnTo>
                    <a:pt x="11687" y="67026"/>
                  </a:lnTo>
                  <a:lnTo>
                    <a:pt x="11801" y="66738"/>
                  </a:lnTo>
                  <a:lnTo>
                    <a:pt x="11825" y="66679"/>
                  </a:lnTo>
                  <a:lnTo>
                    <a:pt x="11894" y="66519"/>
                  </a:lnTo>
                  <a:lnTo>
                    <a:pt x="11957" y="66374"/>
                  </a:lnTo>
                  <a:lnTo>
                    <a:pt x="12066" y="66149"/>
                  </a:lnTo>
                  <a:lnTo>
                    <a:pt x="12082" y="66114"/>
                  </a:lnTo>
                  <a:lnTo>
                    <a:pt x="12097" y="66079"/>
                  </a:lnTo>
                  <a:lnTo>
                    <a:pt x="11539" y="65972"/>
                  </a:lnTo>
                  <a:lnTo>
                    <a:pt x="11514" y="65954"/>
                  </a:lnTo>
                  <a:lnTo>
                    <a:pt x="11498" y="65931"/>
                  </a:lnTo>
                  <a:lnTo>
                    <a:pt x="11490" y="65903"/>
                  </a:lnTo>
                  <a:lnTo>
                    <a:pt x="11492" y="65863"/>
                  </a:lnTo>
                  <a:lnTo>
                    <a:pt x="12221" y="64638"/>
                  </a:lnTo>
                  <a:lnTo>
                    <a:pt x="12283" y="64436"/>
                  </a:lnTo>
                  <a:lnTo>
                    <a:pt x="12291" y="64414"/>
                  </a:lnTo>
                  <a:lnTo>
                    <a:pt x="12427" y="64008"/>
                  </a:lnTo>
                  <a:lnTo>
                    <a:pt x="12520" y="63732"/>
                  </a:lnTo>
                  <a:lnTo>
                    <a:pt x="12539" y="63674"/>
                  </a:lnTo>
                  <a:lnTo>
                    <a:pt x="12590" y="63522"/>
                  </a:lnTo>
                  <a:lnTo>
                    <a:pt x="12608" y="63499"/>
                  </a:lnTo>
                  <a:lnTo>
                    <a:pt x="12652" y="63479"/>
                  </a:lnTo>
                  <a:lnTo>
                    <a:pt x="13199" y="63465"/>
                  </a:lnTo>
                  <a:lnTo>
                    <a:pt x="13256" y="63459"/>
                  </a:lnTo>
                  <a:lnTo>
                    <a:pt x="13304" y="63401"/>
                  </a:lnTo>
                  <a:lnTo>
                    <a:pt x="13316" y="63350"/>
                  </a:lnTo>
                  <a:lnTo>
                    <a:pt x="13320" y="63333"/>
                  </a:lnTo>
                  <a:lnTo>
                    <a:pt x="13404" y="62979"/>
                  </a:lnTo>
                  <a:lnTo>
                    <a:pt x="13407" y="62896"/>
                  </a:lnTo>
                  <a:lnTo>
                    <a:pt x="13407" y="62885"/>
                  </a:lnTo>
                  <a:lnTo>
                    <a:pt x="13408" y="62861"/>
                  </a:lnTo>
                  <a:lnTo>
                    <a:pt x="13416" y="62839"/>
                  </a:lnTo>
                  <a:lnTo>
                    <a:pt x="13445" y="62795"/>
                  </a:lnTo>
                  <a:lnTo>
                    <a:pt x="13505" y="62702"/>
                  </a:lnTo>
                  <a:lnTo>
                    <a:pt x="13631" y="62412"/>
                  </a:lnTo>
                  <a:lnTo>
                    <a:pt x="13718" y="62214"/>
                  </a:lnTo>
                  <a:lnTo>
                    <a:pt x="13817" y="61990"/>
                  </a:lnTo>
                  <a:lnTo>
                    <a:pt x="13826" y="61976"/>
                  </a:lnTo>
                  <a:lnTo>
                    <a:pt x="14226" y="61418"/>
                  </a:lnTo>
                  <a:lnTo>
                    <a:pt x="14232" y="61404"/>
                  </a:lnTo>
                  <a:lnTo>
                    <a:pt x="14241" y="61384"/>
                  </a:lnTo>
                  <a:lnTo>
                    <a:pt x="14245" y="61374"/>
                  </a:lnTo>
                  <a:lnTo>
                    <a:pt x="14263" y="61269"/>
                  </a:lnTo>
                  <a:lnTo>
                    <a:pt x="14280" y="61200"/>
                  </a:lnTo>
                  <a:lnTo>
                    <a:pt x="14354" y="61053"/>
                  </a:lnTo>
                  <a:lnTo>
                    <a:pt x="14450" y="60997"/>
                  </a:lnTo>
                  <a:lnTo>
                    <a:pt x="14457" y="60992"/>
                  </a:lnTo>
                  <a:lnTo>
                    <a:pt x="14485" y="60980"/>
                  </a:lnTo>
                  <a:lnTo>
                    <a:pt x="14505" y="60972"/>
                  </a:lnTo>
                  <a:lnTo>
                    <a:pt x="14519" y="60964"/>
                  </a:lnTo>
                  <a:lnTo>
                    <a:pt x="14773" y="60828"/>
                  </a:lnTo>
                  <a:lnTo>
                    <a:pt x="15096" y="60654"/>
                  </a:lnTo>
                  <a:lnTo>
                    <a:pt x="15342" y="60514"/>
                  </a:lnTo>
                  <a:lnTo>
                    <a:pt x="15617" y="60373"/>
                  </a:lnTo>
                  <a:lnTo>
                    <a:pt x="15738" y="60311"/>
                  </a:lnTo>
                  <a:lnTo>
                    <a:pt x="15770" y="60293"/>
                  </a:lnTo>
                  <a:lnTo>
                    <a:pt x="15881" y="60232"/>
                  </a:lnTo>
                  <a:lnTo>
                    <a:pt x="15862" y="60158"/>
                  </a:lnTo>
                  <a:lnTo>
                    <a:pt x="15860" y="60137"/>
                  </a:lnTo>
                  <a:lnTo>
                    <a:pt x="15859" y="60092"/>
                  </a:lnTo>
                  <a:lnTo>
                    <a:pt x="15878" y="59968"/>
                  </a:lnTo>
                  <a:lnTo>
                    <a:pt x="15883" y="59935"/>
                  </a:lnTo>
                  <a:lnTo>
                    <a:pt x="15911" y="59859"/>
                  </a:lnTo>
                  <a:lnTo>
                    <a:pt x="16023" y="59544"/>
                  </a:lnTo>
                  <a:lnTo>
                    <a:pt x="16028" y="59534"/>
                  </a:lnTo>
                  <a:lnTo>
                    <a:pt x="16036" y="59524"/>
                  </a:lnTo>
                  <a:lnTo>
                    <a:pt x="16047" y="59513"/>
                  </a:lnTo>
                  <a:lnTo>
                    <a:pt x="16064" y="59498"/>
                  </a:lnTo>
                  <a:lnTo>
                    <a:pt x="16089" y="59483"/>
                  </a:lnTo>
                  <a:lnTo>
                    <a:pt x="16119" y="59469"/>
                  </a:lnTo>
                  <a:lnTo>
                    <a:pt x="16140" y="59462"/>
                  </a:lnTo>
                  <a:lnTo>
                    <a:pt x="16153" y="59457"/>
                  </a:lnTo>
                  <a:lnTo>
                    <a:pt x="16176" y="59444"/>
                  </a:lnTo>
                  <a:lnTo>
                    <a:pt x="16198" y="59428"/>
                  </a:lnTo>
                  <a:lnTo>
                    <a:pt x="16220" y="59409"/>
                  </a:lnTo>
                  <a:lnTo>
                    <a:pt x="16227" y="59395"/>
                  </a:lnTo>
                  <a:lnTo>
                    <a:pt x="16242" y="59357"/>
                  </a:lnTo>
                  <a:lnTo>
                    <a:pt x="16270" y="59282"/>
                  </a:lnTo>
                  <a:lnTo>
                    <a:pt x="16307" y="59168"/>
                  </a:lnTo>
                  <a:lnTo>
                    <a:pt x="16329" y="59105"/>
                  </a:lnTo>
                  <a:lnTo>
                    <a:pt x="16335" y="59090"/>
                  </a:lnTo>
                  <a:lnTo>
                    <a:pt x="16445" y="58968"/>
                  </a:lnTo>
                  <a:lnTo>
                    <a:pt x="16489" y="58925"/>
                  </a:lnTo>
                  <a:lnTo>
                    <a:pt x="16513" y="58902"/>
                  </a:lnTo>
                  <a:lnTo>
                    <a:pt x="16569" y="58866"/>
                  </a:lnTo>
                  <a:lnTo>
                    <a:pt x="16766" y="58841"/>
                  </a:lnTo>
                  <a:lnTo>
                    <a:pt x="17037" y="58614"/>
                  </a:lnTo>
                  <a:lnTo>
                    <a:pt x="17073" y="58415"/>
                  </a:lnTo>
                  <a:lnTo>
                    <a:pt x="17054" y="58404"/>
                  </a:lnTo>
                  <a:lnTo>
                    <a:pt x="16987" y="58369"/>
                  </a:lnTo>
                  <a:lnTo>
                    <a:pt x="16911" y="58330"/>
                  </a:lnTo>
                  <a:lnTo>
                    <a:pt x="16908" y="58324"/>
                  </a:lnTo>
                  <a:lnTo>
                    <a:pt x="16907" y="58319"/>
                  </a:lnTo>
                  <a:lnTo>
                    <a:pt x="16909" y="58302"/>
                  </a:lnTo>
                  <a:lnTo>
                    <a:pt x="16920" y="58247"/>
                  </a:lnTo>
                  <a:lnTo>
                    <a:pt x="16947" y="58120"/>
                  </a:lnTo>
                  <a:lnTo>
                    <a:pt x="17072" y="57547"/>
                  </a:lnTo>
                  <a:lnTo>
                    <a:pt x="17196" y="56996"/>
                  </a:lnTo>
                  <a:lnTo>
                    <a:pt x="17199" y="56991"/>
                  </a:lnTo>
                  <a:lnTo>
                    <a:pt x="17209" y="56984"/>
                  </a:lnTo>
                  <a:lnTo>
                    <a:pt x="17338" y="56908"/>
                  </a:lnTo>
                  <a:lnTo>
                    <a:pt x="17181" y="56903"/>
                  </a:lnTo>
                  <a:lnTo>
                    <a:pt x="17120" y="56902"/>
                  </a:lnTo>
                  <a:lnTo>
                    <a:pt x="16939" y="56908"/>
                  </a:lnTo>
                  <a:lnTo>
                    <a:pt x="16926" y="56908"/>
                  </a:lnTo>
                  <a:lnTo>
                    <a:pt x="16865" y="56910"/>
                  </a:lnTo>
                  <a:lnTo>
                    <a:pt x="16661" y="56916"/>
                  </a:lnTo>
                  <a:lnTo>
                    <a:pt x="16540" y="56919"/>
                  </a:lnTo>
                  <a:lnTo>
                    <a:pt x="16480" y="56920"/>
                  </a:lnTo>
                  <a:lnTo>
                    <a:pt x="16444" y="56920"/>
                  </a:lnTo>
                  <a:lnTo>
                    <a:pt x="16436" y="56920"/>
                  </a:lnTo>
                  <a:lnTo>
                    <a:pt x="16400" y="56920"/>
                  </a:lnTo>
                  <a:lnTo>
                    <a:pt x="16357" y="56921"/>
                  </a:lnTo>
                  <a:lnTo>
                    <a:pt x="16344" y="56965"/>
                  </a:lnTo>
                  <a:lnTo>
                    <a:pt x="16314" y="57099"/>
                  </a:lnTo>
                  <a:lnTo>
                    <a:pt x="16303" y="57150"/>
                  </a:lnTo>
                  <a:lnTo>
                    <a:pt x="16134" y="57879"/>
                  </a:lnTo>
                  <a:lnTo>
                    <a:pt x="16129" y="57893"/>
                  </a:lnTo>
                  <a:lnTo>
                    <a:pt x="16125" y="57904"/>
                  </a:lnTo>
                  <a:lnTo>
                    <a:pt x="16121" y="57911"/>
                  </a:lnTo>
                  <a:lnTo>
                    <a:pt x="16110" y="57925"/>
                  </a:lnTo>
                  <a:lnTo>
                    <a:pt x="16071" y="57975"/>
                  </a:lnTo>
                  <a:lnTo>
                    <a:pt x="15967" y="58103"/>
                  </a:lnTo>
                  <a:lnTo>
                    <a:pt x="15961" y="58109"/>
                  </a:lnTo>
                  <a:lnTo>
                    <a:pt x="15936" y="58128"/>
                  </a:lnTo>
                  <a:lnTo>
                    <a:pt x="15914" y="58139"/>
                  </a:lnTo>
                  <a:lnTo>
                    <a:pt x="15892" y="58145"/>
                  </a:lnTo>
                  <a:lnTo>
                    <a:pt x="15881" y="58147"/>
                  </a:lnTo>
                  <a:lnTo>
                    <a:pt x="15854" y="58148"/>
                  </a:lnTo>
                  <a:lnTo>
                    <a:pt x="15756" y="58151"/>
                  </a:lnTo>
                  <a:lnTo>
                    <a:pt x="15736" y="58151"/>
                  </a:lnTo>
                  <a:lnTo>
                    <a:pt x="15705" y="58151"/>
                  </a:lnTo>
                  <a:lnTo>
                    <a:pt x="15673" y="58153"/>
                  </a:lnTo>
                  <a:lnTo>
                    <a:pt x="15657" y="58156"/>
                  </a:lnTo>
                  <a:lnTo>
                    <a:pt x="15629" y="58164"/>
                  </a:lnTo>
                  <a:lnTo>
                    <a:pt x="15607" y="58174"/>
                  </a:lnTo>
                  <a:lnTo>
                    <a:pt x="15592" y="58181"/>
                  </a:lnTo>
                  <a:lnTo>
                    <a:pt x="15568" y="58196"/>
                  </a:lnTo>
                  <a:lnTo>
                    <a:pt x="15559" y="58203"/>
                  </a:lnTo>
                  <a:lnTo>
                    <a:pt x="15548" y="58212"/>
                  </a:lnTo>
                  <a:lnTo>
                    <a:pt x="15532" y="58227"/>
                  </a:lnTo>
                  <a:lnTo>
                    <a:pt x="15513" y="58249"/>
                  </a:lnTo>
                  <a:lnTo>
                    <a:pt x="15499" y="58270"/>
                  </a:lnTo>
                  <a:lnTo>
                    <a:pt x="15489" y="58288"/>
                  </a:lnTo>
                  <a:lnTo>
                    <a:pt x="15479" y="58308"/>
                  </a:lnTo>
                  <a:lnTo>
                    <a:pt x="15471" y="58325"/>
                  </a:lnTo>
                  <a:lnTo>
                    <a:pt x="15465" y="58347"/>
                  </a:lnTo>
                  <a:lnTo>
                    <a:pt x="15459" y="58378"/>
                  </a:lnTo>
                  <a:lnTo>
                    <a:pt x="15457" y="58396"/>
                  </a:lnTo>
                  <a:lnTo>
                    <a:pt x="15457" y="58412"/>
                  </a:lnTo>
                  <a:lnTo>
                    <a:pt x="15456" y="58441"/>
                  </a:lnTo>
                  <a:lnTo>
                    <a:pt x="15451" y="58459"/>
                  </a:lnTo>
                  <a:lnTo>
                    <a:pt x="15441" y="58476"/>
                  </a:lnTo>
                  <a:lnTo>
                    <a:pt x="15435" y="58482"/>
                  </a:lnTo>
                  <a:lnTo>
                    <a:pt x="15408" y="58498"/>
                  </a:lnTo>
                  <a:lnTo>
                    <a:pt x="15402" y="58500"/>
                  </a:lnTo>
                  <a:lnTo>
                    <a:pt x="15395" y="58501"/>
                  </a:lnTo>
                  <a:lnTo>
                    <a:pt x="14852" y="58512"/>
                  </a:lnTo>
                  <a:lnTo>
                    <a:pt x="14797" y="58511"/>
                  </a:lnTo>
                  <a:lnTo>
                    <a:pt x="14775" y="58511"/>
                  </a:lnTo>
                  <a:lnTo>
                    <a:pt x="14763" y="58508"/>
                  </a:lnTo>
                  <a:lnTo>
                    <a:pt x="14751" y="58503"/>
                  </a:lnTo>
                  <a:lnTo>
                    <a:pt x="14738" y="58495"/>
                  </a:lnTo>
                  <a:lnTo>
                    <a:pt x="14726" y="58483"/>
                  </a:lnTo>
                  <a:lnTo>
                    <a:pt x="14716" y="58468"/>
                  </a:lnTo>
                  <a:lnTo>
                    <a:pt x="14709" y="58452"/>
                  </a:lnTo>
                  <a:lnTo>
                    <a:pt x="14704" y="58431"/>
                  </a:lnTo>
                  <a:lnTo>
                    <a:pt x="14703" y="58419"/>
                  </a:lnTo>
                  <a:lnTo>
                    <a:pt x="14706" y="58404"/>
                  </a:lnTo>
                  <a:lnTo>
                    <a:pt x="14710" y="58391"/>
                  </a:lnTo>
                  <a:lnTo>
                    <a:pt x="14740" y="58343"/>
                  </a:lnTo>
                  <a:lnTo>
                    <a:pt x="14815" y="58231"/>
                  </a:lnTo>
                  <a:lnTo>
                    <a:pt x="15691" y="56958"/>
                  </a:lnTo>
                  <a:lnTo>
                    <a:pt x="15803" y="56911"/>
                  </a:lnTo>
                  <a:lnTo>
                    <a:pt x="15836" y="56909"/>
                  </a:lnTo>
                  <a:lnTo>
                    <a:pt x="15842" y="56908"/>
                  </a:lnTo>
                  <a:lnTo>
                    <a:pt x="15852" y="56905"/>
                  </a:lnTo>
                  <a:lnTo>
                    <a:pt x="16129" y="56807"/>
                  </a:lnTo>
                  <a:lnTo>
                    <a:pt x="16200" y="56755"/>
                  </a:lnTo>
                  <a:lnTo>
                    <a:pt x="16210" y="56743"/>
                  </a:lnTo>
                  <a:lnTo>
                    <a:pt x="16215" y="56731"/>
                  </a:lnTo>
                  <a:lnTo>
                    <a:pt x="16216" y="56726"/>
                  </a:lnTo>
                  <a:lnTo>
                    <a:pt x="16217" y="56706"/>
                  </a:lnTo>
                  <a:lnTo>
                    <a:pt x="16216" y="56633"/>
                  </a:lnTo>
                  <a:lnTo>
                    <a:pt x="16268" y="56556"/>
                  </a:lnTo>
                  <a:lnTo>
                    <a:pt x="16369" y="56415"/>
                  </a:lnTo>
                  <a:lnTo>
                    <a:pt x="16573" y="56132"/>
                  </a:lnTo>
                  <a:lnTo>
                    <a:pt x="16580" y="56096"/>
                  </a:lnTo>
                  <a:lnTo>
                    <a:pt x="16583" y="56082"/>
                  </a:lnTo>
                  <a:lnTo>
                    <a:pt x="16583" y="56077"/>
                  </a:lnTo>
                  <a:lnTo>
                    <a:pt x="16583" y="56068"/>
                  </a:lnTo>
                  <a:lnTo>
                    <a:pt x="16398" y="55931"/>
                  </a:lnTo>
                  <a:lnTo>
                    <a:pt x="16455" y="55846"/>
                  </a:lnTo>
                  <a:lnTo>
                    <a:pt x="16521" y="55750"/>
                  </a:lnTo>
                  <a:lnTo>
                    <a:pt x="16613" y="55614"/>
                  </a:lnTo>
                  <a:lnTo>
                    <a:pt x="16809" y="55329"/>
                  </a:lnTo>
                  <a:lnTo>
                    <a:pt x="16817" y="55318"/>
                  </a:lnTo>
                  <a:lnTo>
                    <a:pt x="16827" y="55309"/>
                  </a:lnTo>
                  <a:lnTo>
                    <a:pt x="16839" y="55302"/>
                  </a:lnTo>
                  <a:lnTo>
                    <a:pt x="16847" y="55297"/>
                  </a:lnTo>
                  <a:lnTo>
                    <a:pt x="16858" y="55294"/>
                  </a:lnTo>
                  <a:lnTo>
                    <a:pt x="16872" y="55292"/>
                  </a:lnTo>
                  <a:lnTo>
                    <a:pt x="16892" y="55291"/>
                  </a:lnTo>
                  <a:lnTo>
                    <a:pt x="16925" y="55291"/>
                  </a:lnTo>
                  <a:lnTo>
                    <a:pt x="17096" y="55289"/>
                  </a:lnTo>
                  <a:lnTo>
                    <a:pt x="17331" y="55286"/>
                  </a:lnTo>
                  <a:lnTo>
                    <a:pt x="18087" y="55276"/>
                  </a:lnTo>
                  <a:lnTo>
                    <a:pt x="18112" y="55273"/>
                  </a:lnTo>
                  <a:lnTo>
                    <a:pt x="18121" y="55269"/>
                  </a:lnTo>
                  <a:lnTo>
                    <a:pt x="18201" y="55227"/>
                  </a:lnTo>
                  <a:lnTo>
                    <a:pt x="18260" y="55191"/>
                  </a:lnTo>
                  <a:lnTo>
                    <a:pt x="18267" y="55186"/>
                  </a:lnTo>
                  <a:lnTo>
                    <a:pt x="18284" y="55169"/>
                  </a:lnTo>
                  <a:lnTo>
                    <a:pt x="18291" y="55161"/>
                  </a:lnTo>
                  <a:lnTo>
                    <a:pt x="18295" y="55156"/>
                  </a:lnTo>
                  <a:lnTo>
                    <a:pt x="18350" y="55085"/>
                  </a:lnTo>
                  <a:lnTo>
                    <a:pt x="18381" y="55045"/>
                  </a:lnTo>
                  <a:lnTo>
                    <a:pt x="18454" y="54948"/>
                  </a:lnTo>
                  <a:lnTo>
                    <a:pt x="18425" y="54927"/>
                  </a:lnTo>
                  <a:lnTo>
                    <a:pt x="18380" y="54905"/>
                  </a:lnTo>
                  <a:lnTo>
                    <a:pt x="18246" y="54837"/>
                  </a:lnTo>
                  <a:lnTo>
                    <a:pt x="18230" y="54828"/>
                  </a:lnTo>
                  <a:lnTo>
                    <a:pt x="18228" y="54823"/>
                  </a:lnTo>
                  <a:lnTo>
                    <a:pt x="18237" y="54806"/>
                  </a:lnTo>
                  <a:lnTo>
                    <a:pt x="18251" y="54784"/>
                  </a:lnTo>
                  <a:lnTo>
                    <a:pt x="18299" y="54711"/>
                  </a:lnTo>
                  <a:lnTo>
                    <a:pt x="18363" y="54621"/>
                  </a:lnTo>
                  <a:lnTo>
                    <a:pt x="18426" y="54532"/>
                  </a:lnTo>
                  <a:lnTo>
                    <a:pt x="18578" y="54370"/>
                  </a:lnTo>
                  <a:lnTo>
                    <a:pt x="18666" y="54277"/>
                  </a:lnTo>
                  <a:lnTo>
                    <a:pt x="18869" y="54033"/>
                  </a:lnTo>
                  <a:lnTo>
                    <a:pt x="18925" y="53930"/>
                  </a:lnTo>
                  <a:lnTo>
                    <a:pt x="18986" y="53813"/>
                  </a:lnTo>
                  <a:lnTo>
                    <a:pt x="18997" y="53793"/>
                  </a:lnTo>
                  <a:lnTo>
                    <a:pt x="19036" y="53703"/>
                  </a:lnTo>
                  <a:lnTo>
                    <a:pt x="19035" y="53696"/>
                  </a:lnTo>
                  <a:lnTo>
                    <a:pt x="19035" y="53689"/>
                  </a:lnTo>
                  <a:lnTo>
                    <a:pt x="19036" y="53676"/>
                  </a:lnTo>
                  <a:lnTo>
                    <a:pt x="19061" y="53619"/>
                  </a:lnTo>
                  <a:lnTo>
                    <a:pt x="19161" y="53461"/>
                  </a:lnTo>
                  <a:lnTo>
                    <a:pt x="19167" y="53457"/>
                  </a:lnTo>
                  <a:lnTo>
                    <a:pt x="19214" y="53374"/>
                  </a:lnTo>
                  <a:lnTo>
                    <a:pt x="19344" y="53138"/>
                  </a:lnTo>
                  <a:lnTo>
                    <a:pt x="19351" y="53104"/>
                  </a:lnTo>
                  <a:lnTo>
                    <a:pt x="19357" y="53026"/>
                  </a:lnTo>
                  <a:lnTo>
                    <a:pt x="19134" y="52937"/>
                  </a:lnTo>
                  <a:lnTo>
                    <a:pt x="19127" y="52934"/>
                  </a:lnTo>
                  <a:lnTo>
                    <a:pt x="19069" y="52911"/>
                  </a:lnTo>
                  <a:lnTo>
                    <a:pt x="19064" y="52909"/>
                  </a:lnTo>
                  <a:lnTo>
                    <a:pt x="18945" y="52861"/>
                  </a:lnTo>
                  <a:lnTo>
                    <a:pt x="18812" y="52807"/>
                  </a:lnTo>
                  <a:lnTo>
                    <a:pt x="18805" y="52804"/>
                  </a:lnTo>
                  <a:lnTo>
                    <a:pt x="18479" y="52671"/>
                  </a:lnTo>
                  <a:lnTo>
                    <a:pt x="18392" y="52552"/>
                  </a:lnTo>
                  <a:lnTo>
                    <a:pt x="18472" y="52492"/>
                  </a:lnTo>
                  <a:lnTo>
                    <a:pt x="18574" y="52414"/>
                  </a:lnTo>
                  <a:lnTo>
                    <a:pt x="18636" y="52253"/>
                  </a:lnTo>
                  <a:lnTo>
                    <a:pt x="18705" y="52071"/>
                  </a:lnTo>
                  <a:lnTo>
                    <a:pt x="18741" y="51976"/>
                  </a:lnTo>
                  <a:lnTo>
                    <a:pt x="18756" y="51935"/>
                  </a:lnTo>
                  <a:lnTo>
                    <a:pt x="18854" y="51674"/>
                  </a:lnTo>
                  <a:lnTo>
                    <a:pt x="18920" y="51496"/>
                  </a:lnTo>
                  <a:lnTo>
                    <a:pt x="18925" y="51485"/>
                  </a:lnTo>
                  <a:lnTo>
                    <a:pt x="18950" y="51431"/>
                  </a:lnTo>
                  <a:lnTo>
                    <a:pt x="19398" y="50480"/>
                  </a:lnTo>
                  <a:lnTo>
                    <a:pt x="19460" y="50312"/>
                  </a:lnTo>
                  <a:lnTo>
                    <a:pt x="19615" y="49902"/>
                  </a:lnTo>
                  <a:lnTo>
                    <a:pt x="19620" y="49900"/>
                  </a:lnTo>
                  <a:lnTo>
                    <a:pt x="19838" y="50009"/>
                  </a:lnTo>
                  <a:lnTo>
                    <a:pt x="19844" y="50012"/>
                  </a:lnTo>
                  <a:lnTo>
                    <a:pt x="19866" y="49966"/>
                  </a:lnTo>
                  <a:lnTo>
                    <a:pt x="19918" y="49854"/>
                  </a:lnTo>
                  <a:lnTo>
                    <a:pt x="19926" y="49836"/>
                  </a:lnTo>
                  <a:lnTo>
                    <a:pt x="20059" y="49541"/>
                  </a:lnTo>
                  <a:lnTo>
                    <a:pt x="20148" y="49337"/>
                  </a:lnTo>
                  <a:lnTo>
                    <a:pt x="20198" y="49222"/>
                  </a:lnTo>
                  <a:lnTo>
                    <a:pt x="20255" y="49248"/>
                  </a:lnTo>
                  <a:lnTo>
                    <a:pt x="20270" y="49255"/>
                  </a:lnTo>
                  <a:lnTo>
                    <a:pt x="20293" y="49265"/>
                  </a:lnTo>
                  <a:lnTo>
                    <a:pt x="20335" y="49285"/>
                  </a:lnTo>
                  <a:lnTo>
                    <a:pt x="20133" y="49844"/>
                  </a:lnTo>
                  <a:lnTo>
                    <a:pt x="20141" y="49934"/>
                  </a:lnTo>
                  <a:lnTo>
                    <a:pt x="20085" y="50087"/>
                  </a:lnTo>
                  <a:lnTo>
                    <a:pt x="20080" y="50101"/>
                  </a:lnTo>
                  <a:lnTo>
                    <a:pt x="20072" y="50124"/>
                  </a:lnTo>
                  <a:lnTo>
                    <a:pt x="20014" y="50283"/>
                  </a:lnTo>
                  <a:lnTo>
                    <a:pt x="19953" y="50450"/>
                  </a:lnTo>
                  <a:lnTo>
                    <a:pt x="19906" y="50579"/>
                  </a:lnTo>
                  <a:lnTo>
                    <a:pt x="19890" y="50620"/>
                  </a:lnTo>
                  <a:lnTo>
                    <a:pt x="19864" y="50689"/>
                  </a:lnTo>
                  <a:lnTo>
                    <a:pt x="19767" y="50881"/>
                  </a:lnTo>
                  <a:lnTo>
                    <a:pt x="19763" y="50881"/>
                  </a:lnTo>
                  <a:lnTo>
                    <a:pt x="19619" y="50827"/>
                  </a:lnTo>
                  <a:lnTo>
                    <a:pt x="19582" y="50813"/>
                  </a:lnTo>
                  <a:lnTo>
                    <a:pt x="19568" y="50808"/>
                  </a:lnTo>
                  <a:lnTo>
                    <a:pt x="19514" y="50787"/>
                  </a:lnTo>
                  <a:lnTo>
                    <a:pt x="19435" y="50751"/>
                  </a:lnTo>
                  <a:lnTo>
                    <a:pt x="19400" y="50843"/>
                  </a:lnTo>
                  <a:lnTo>
                    <a:pt x="19132" y="51568"/>
                  </a:lnTo>
                  <a:lnTo>
                    <a:pt x="18925" y="52180"/>
                  </a:lnTo>
                  <a:lnTo>
                    <a:pt x="18943" y="52187"/>
                  </a:lnTo>
                  <a:lnTo>
                    <a:pt x="19077" y="52243"/>
                  </a:lnTo>
                  <a:lnTo>
                    <a:pt x="19166" y="52279"/>
                  </a:lnTo>
                  <a:lnTo>
                    <a:pt x="19175" y="52253"/>
                  </a:lnTo>
                  <a:lnTo>
                    <a:pt x="19303" y="51905"/>
                  </a:lnTo>
                  <a:lnTo>
                    <a:pt x="19331" y="51828"/>
                  </a:lnTo>
                  <a:lnTo>
                    <a:pt x="19365" y="51733"/>
                  </a:lnTo>
                  <a:lnTo>
                    <a:pt x="19496" y="51373"/>
                  </a:lnTo>
                  <a:lnTo>
                    <a:pt x="19523" y="51384"/>
                  </a:lnTo>
                  <a:lnTo>
                    <a:pt x="19638" y="51432"/>
                  </a:lnTo>
                  <a:lnTo>
                    <a:pt x="19703" y="51459"/>
                  </a:lnTo>
                  <a:lnTo>
                    <a:pt x="19926" y="51886"/>
                  </a:lnTo>
                  <a:lnTo>
                    <a:pt x="19985" y="51903"/>
                  </a:lnTo>
                  <a:lnTo>
                    <a:pt x="20089" y="51798"/>
                  </a:lnTo>
                  <a:lnTo>
                    <a:pt x="20097" y="51787"/>
                  </a:lnTo>
                  <a:lnTo>
                    <a:pt x="20102" y="51774"/>
                  </a:lnTo>
                  <a:lnTo>
                    <a:pt x="20029" y="51672"/>
                  </a:lnTo>
                  <a:lnTo>
                    <a:pt x="19897" y="51295"/>
                  </a:lnTo>
                  <a:lnTo>
                    <a:pt x="19915" y="51246"/>
                  </a:lnTo>
                  <a:lnTo>
                    <a:pt x="19938" y="51186"/>
                  </a:lnTo>
                  <a:lnTo>
                    <a:pt x="20164" y="50587"/>
                  </a:lnTo>
                  <a:lnTo>
                    <a:pt x="20564" y="49531"/>
                  </a:lnTo>
                  <a:lnTo>
                    <a:pt x="20719" y="49594"/>
                  </a:lnTo>
                  <a:lnTo>
                    <a:pt x="20799" y="49747"/>
                  </a:lnTo>
                  <a:lnTo>
                    <a:pt x="20782" y="49792"/>
                  </a:lnTo>
                  <a:lnTo>
                    <a:pt x="20625" y="50206"/>
                  </a:lnTo>
                  <a:lnTo>
                    <a:pt x="20598" y="50280"/>
                  </a:lnTo>
                  <a:lnTo>
                    <a:pt x="20602" y="50289"/>
                  </a:lnTo>
                  <a:lnTo>
                    <a:pt x="20651" y="50390"/>
                  </a:lnTo>
                  <a:lnTo>
                    <a:pt x="20666" y="50395"/>
                  </a:lnTo>
                  <a:lnTo>
                    <a:pt x="20693" y="50394"/>
                  </a:lnTo>
                  <a:lnTo>
                    <a:pt x="20699" y="50393"/>
                  </a:lnTo>
                  <a:lnTo>
                    <a:pt x="20717" y="50385"/>
                  </a:lnTo>
                  <a:lnTo>
                    <a:pt x="20804" y="50281"/>
                  </a:lnTo>
                  <a:lnTo>
                    <a:pt x="20808" y="50274"/>
                  </a:lnTo>
                  <a:lnTo>
                    <a:pt x="20878" y="50078"/>
                  </a:lnTo>
                  <a:lnTo>
                    <a:pt x="20889" y="50044"/>
                  </a:lnTo>
                  <a:lnTo>
                    <a:pt x="20981" y="49685"/>
                  </a:lnTo>
                  <a:lnTo>
                    <a:pt x="20939" y="49602"/>
                  </a:lnTo>
                  <a:lnTo>
                    <a:pt x="20907" y="49542"/>
                  </a:lnTo>
                  <a:lnTo>
                    <a:pt x="20860" y="49451"/>
                  </a:lnTo>
                  <a:lnTo>
                    <a:pt x="20801" y="49336"/>
                  </a:lnTo>
                  <a:lnTo>
                    <a:pt x="20838" y="49232"/>
                  </a:lnTo>
                  <a:lnTo>
                    <a:pt x="21282" y="49172"/>
                  </a:lnTo>
                  <a:lnTo>
                    <a:pt x="21250" y="49023"/>
                  </a:lnTo>
                  <a:lnTo>
                    <a:pt x="20778" y="49085"/>
                  </a:lnTo>
                  <a:lnTo>
                    <a:pt x="20680" y="49084"/>
                  </a:lnTo>
                  <a:lnTo>
                    <a:pt x="20617" y="48975"/>
                  </a:lnTo>
                  <a:lnTo>
                    <a:pt x="20641" y="48919"/>
                  </a:lnTo>
                  <a:lnTo>
                    <a:pt x="20644" y="48898"/>
                  </a:lnTo>
                  <a:lnTo>
                    <a:pt x="20661" y="48721"/>
                  </a:lnTo>
                  <a:lnTo>
                    <a:pt x="20642" y="48711"/>
                  </a:lnTo>
                  <a:lnTo>
                    <a:pt x="20458" y="48607"/>
                  </a:lnTo>
                  <a:lnTo>
                    <a:pt x="20594" y="48479"/>
                  </a:lnTo>
                  <a:lnTo>
                    <a:pt x="20784" y="48301"/>
                  </a:lnTo>
                  <a:lnTo>
                    <a:pt x="20876" y="48089"/>
                  </a:lnTo>
                  <a:lnTo>
                    <a:pt x="20959" y="47897"/>
                  </a:lnTo>
                  <a:lnTo>
                    <a:pt x="21015" y="47779"/>
                  </a:lnTo>
                  <a:lnTo>
                    <a:pt x="21020" y="47778"/>
                  </a:lnTo>
                  <a:lnTo>
                    <a:pt x="21028" y="47783"/>
                  </a:lnTo>
                  <a:lnTo>
                    <a:pt x="21094" y="47822"/>
                  </a:lnTo>
                  <a:lnTo>
                    <a:pt x="21262" y="47921"/>
                  </a:lnTo>
                  <a:lnTo>
                    <a:pt x="21382" y="47992"/>
                  </a:lnTo>
                  <a:lnTo>
                    <a:pt x="21505" y="48066"/>
                  </a:lnTo>
                  <a:lnTo>
                    <a:pt x="21761" y="48219"/>
                  </a:lnTo>
                  <a:lnTo>
                    <a:pt x="21791" y="48220"/>
                  </a:lnTo>
                  <a:lnTo>
                    <a:pt x="21817" y="48220"/>
                  </a:lnTo>
                  <a:lnTo>
                    <a:pt x="21911" y="48150"/>
                  </a:lnTo>
                  <a:lnTo>
                    <a:pt x="21950" y="48090"/>
                  </a:lnTo>
                  <a:lnTo>
                    <a:pt x="21992" y="47907"/>
                  </a:lnTo>
                  <a:lnTo>
                    <a:pt x="22105" y="47258"/>
                  </a:lnTo>
                  <a:lnTo>
                    <a:pt x="22079" y="47174"/>
                  </a:lnTo>
                  <a:lnTo>
                    <a:pt x="22058" y="47117"/>
                  </a:lnTo>
                  <a:lnTo>
                    <a:pt x="22032" y="47062"/>
                  </a:lnTo>
                  <a:lnTo>
                    <a:pt x="22098" y="46912"/>
                  </a:lnTo>
                  <a:lnTo>
                    <a:pt x="22146" y="46784"/>
                  </a:lnTo>
                  <a:lnTo>
                    <a:pt x="22290" y="46499"/>
                  </a:lnTo>
                  <a:lnTo>
                    <a:pt x="22532" y="46020"/>
                  </a:lnTo>
                  <a:lnTo>
                    <a:pt x="22580" y="45951"/>
                  </a:lnTo>
                  <a:lnTo>
                    <a:pt x="22597" y="45929"/>
                  </a:lnTo>
                  <a:lnTo>
                    <a:pt x="22613" y="45910"/>
                  </a:lnTo>
                  <a:lnTo>
                    <a:pt x="22633" y="45894"/>
                  </a:lnTo>
                  <a:lnTo>
                    <a:pt x="22649" y="45882"/>
                  </a:lnTo>
                  <a:lnTo>
                    <a:pt x="22688" y="45856"/>
                  </a:lnTo>
                  <a:lnTo>
                    <a:pt x="22697" y="45851"/>
                  </a:lnTo>
                  <a:lnTo>
                    <a:pt x="22704" y="45851"/>
                  </a:lnTo>
                  <a:lnTo>
                    <a:pt x="22712" y="45854"/>
                  </a:lnTo>
                  <a:lnTo>
                    <a:pt x="22722" y="45860"/>
                  </a:lnTo>
                  <a:lnTo>
                    <a:pt x="22767" y="45803"/>
                  </a:lnTo>
                  <a:lnTo>
                    <a:pt x="22814" y="45744"/>
                  </a:lnTo>
                  <a:lnTo>
                    <a:pt x="22900" y="45652"/>
                  </a:lnTo>
                  <a:lnTo>
                    <a:pt x="22948" y="45602"/>
                  </a:lnTo>
                  <a:lnTo>
                    <a:pt x="23119" y="45422"/>
                  </a:lnTo>
                  <a:lnTo>
                    <a:pt x="23270" y="45234"/>
                  </a:lnTo>
                  <a:lnTo>
                    <a:pt x="23360" y="45122"/>
                  </a:lnTo>
                  <a:lnTo>
                    <a:pt x="23346" y="45030"/>
                  </a:lnTo>
                  <a:lnTo>
                    <a:pt x="23308" y="44961"/>
                  </a:lnTo>
                  <a:lnTo>
                    <a:pt x="23303" y="44919"/>
                  </a:lnTo>
                  <a:lnTo>
                    <a:pt x="23299" y="44835"/>
                  </a:lnTo>
                  <a:lnTo>
                    <a:pt x="23303" y="44811"/>
                  </a:lnTo>
                  <a:lnTo>
                    <a:pt x="23311" y="44768"/>
                  </a:lnTo>
                  <a:lnTo>
                    <a:pt x="23315" y="44743"/>
                  </a:lnTo>
                  <a:lnTo>
                    <a:pt x="23318" y="44728"/>
                  </a:lnTo>
                  <a:lnTo>
                    <a:pt x="23322" y="44718"/>
                  </a:lnTo>
                  <a:lnTo>
                    <a:pt x="23532" y="44240"/>
                  </a:lnTo>
                  <a:lnTo>
                    <a:pt x="23569" y="44189"/>
                  </a:lnTo>
                  <a:lnTo>
                    <a:pt x="23630" y="44025"/>
                  </a:lnTo>
                  <a:lnTo>
                    <a:pt x="23655" y="43926"/>
                  </a:lnTo>
                  <a:lnTo>
                    <a:pt x="23678" y="43834"/>
                  </a:lnTo>
                  <a:lnTo>
                    <a:pt x="23802" y="43672"/>
                  </a:lnTo>
                  <a:lnTo>
                    <a:pt x="24006" y="43404"/>
                  </a:lnTo>
                  <a:lnTo>
                    <a:pt x="24062" y="43321"/>
                  </a:lnTo>
                  <a:lnTo>
                    <a:pt x="24068" y="43310"/>
                  </a:lnTo>
                  <a:lnTo>
                    <a:pt x="24109" y="43229"/>
                  </a:lnTo>
                  <a:lnTo>
                    <a:pt x="24173" y="43105"/>
                  </a:lnTo>
                  <a:lnTo>
                    <a:pt x="24343" y="42776"/>
                  </a:lnTo>
                  <a:lnTo>
                    <a:pt x="24348" y="42767"/>
                  </a:lnTo>
                  <a:lnTo>
                    <a:pt x="24352" y="42763"/>
                  </a:lnTo>
                  <a:lnTo>
                    <a:pt x="24358" y="42758"/>
                  </a:lnTo>
                  <a:lnTo>
                    <a:pt x="24497" y="42687"/>
                  </a:lnTo>
                  <a:lnTo>
                    <a:pt x="24555" y="42625"/>
                  </a:lnTo>
                  <a:lnTo>
                    <a:pt x="24626" y="42548"/>
                  </a:lnTo>
                  <a:lnTo>
                    <a:pt x="24637" y="42532"/>
                  </a:lnTo>
                  <a:lnTo>
                    <a:pt x="24670" y="42475"/>
                  </a:lnTo>
                  <a:lnTo>
                    <a:pt x="24705" y="42417"/>
                  </a:lnTo>
                  <a:lnTo>
                    <a:pt x="24718" y="42394"/>
                  </a:lnTo>
                  <a:lnTo>
                    <a:pt x="24855" y="42116"/>
                  </a:lnTo>
                  <a:lnTo>
                    <a:pt x="24973" y="41859"/>
                  </a:lnTo>
                  <a:lnTo>
                    <a:pt x="25007" y="41809"/>
                  </a:lnTo>
                  <a:lnTo>
                    <a:pt x="25126" y="41638"/>
                  </a:lnTo>
                  <a:lnTo>
                    <a:pt x="25180" y="41559"/>
                  </a:lnTo>
                  <a:lnTo>
                    <a:pt x="25205" y="41523"/>
                  </a:lnTo>
                  <a:lnTo>
                    <a:pt x="25208" y="41519"/>
                  </a:lnTo>
                  <a:lnTo>
                    <a:pt x="25222" y="41508"/>
                  </a:lnTo>
                  <a:lnTo>
                    <a:pt x="25231" y="41501"/>
                  </a:lnTo>
                  <a:lnTo>
                    <a:pt x="25256" y="41480"/>
                  </a:lnTo>
                  <a:lnTo>
                    <a:pt x="25266" y="41473"/>
                  </a:lnTo>
                  <a:lnTo>
                    <a:pt x="25309" y="41467"/>
                  </a:lnTo>
                  <a:lnTo>
                    <a:pt x="25448" y="41450"/>
                  </a:lnTo>
                  <a:lnTo>
                    <a:pt x="25487" y="41446"/>
                  </a:lnTo>
                  <a:lnTo>
                    <a:pt x="25513" y="41461"/>
                  </a:lnTo>
                  <a:lnTo>
                    <a:pt x="25574" y="41381"/>
                  </a:lnTo>
                  <a:lnTo>
                    <a:pt x="26021" y="40815"/>
                  </a:lnTo>
                  <a:lnTo>
                    <a:pt x="26036" y="40792"/>
                  </a:lnTo>
                  <a:lnTo>
                    <a:pt x="26090" y="40709"/>
                  </a:lnTo>
                  <a:lnTo>
                    <a:pt x="26142" y="40628"/>
                  </a:lnTo>
                  <a:lnTo>
                    <a:pt x="26323" y="40349"/>
                  </a:lnTo>
                  <a:lnTo>
                    <a:pt x="26327" y="40343"/>
                  </a:lnTo>
                  <a:lnTo>
                    <a:pt x="26901" y="39370"/>
                  </a:lnTo>
                  <a:lnTo>
                    <a:pt x="26952" y="39268"/>
                  </a:lnTo>
                  <a:lnTo>
                    <a:pt x="27104" y="38964"/>
                  </a:lnTo>
                  <a:lnTo>
                    <a:pt x="27166" y="38841"/>
                  </a:lnTo>
                  <a:lnTo>
                    <a:pt x="27245" y="38693"/>
                  </a:lnTo>
                  <a:lnTo>
                    <a:pt x="27751" y="37746"/>
                  </a:lnTo>
                  <a:lnTo>
                    <a:pt x="27849" y="37564"/>
                  </a:lnTo>
                  <a:lnTo>
                    <a:pt x="27904" y="37413"/>
                  </a:lnTo>
                  <a:lnTo>
                    <a:pt x="28017" y="37104"/>
                  </a:lnTo>
                  <a:lnTo>
                    <a:pt x="28020" y="37091"/>
                  </a:lnTo>
                  <a:lnTo>
                    <a:pt x="28149" y="36647"/>
                  </a:lnTo>
                  <a:lnTo>
                    <a:pt x="28156" y="36594"/>
                  </a:lnTo>
                  <a:lnTo>
                    <a:pt x="28158" y="36565"/>
                  </a:lnTo>
                  <a:lnTo>
                    <a:pt x="28158" y="36558"/>
                  </a:lnTo>
                  <a:lnTo>
                    <a:pt x="28328" y="36141"/>
                  </a:lnTo>
                  <a:lnTo>
                    <a:pt x="28331" y="36135"/>
                  </a:lnTo>
                  <a:lnTo>
                    <a:pt x="28376" y="36024"/>
                  </a:lnTo>
                  <a:lnTo>
                    <a:pt x="28532" y="35681"/>
                  </a:lnTo>
                  <a:lnTo>
                    <a:pt x="28596" y="35538"/>
                  </a:lnTo>
                  <a:lnTo>
                    <a:pt x="28632" y="35455"/>
                  </a:lnTo>
                  <a:lnTo>
                    <a:pt x="28638" y="35439"/>
                  </a:lnTo>
                  <a:lnTo>
                    <a:pt x="28665" y="35333"/>
                  </a:lnTo>
                  <a:lnTo>
                    <a:pt x="28744" y="35125"/>
                  </a:lnTo>
                  <a:lnTo>
                    <a:pt x="28861" y="34585"/>
                  </a:lnTo>
                  <a:lnTo>
                    <a:pt x="28863" y="34580"/>
                  </a:lnTo>
                  <a:lnTo>
                    <a:pt x="28865" y="34575"/>
                  </a:lnTo>
                  <a:lnTo>
                    <a:pt x="28871" y="34564"/>
                  </a:lnTo>
                  <a:lnTo>
                    <a:pt x="29119" y="34064"/>
                  </a:lnTo>
                  <a:lnTo>
                    <a:pt x="29211" y="33891"/>
                  </a:lnTo>
                  <a:lnTo>
                    <a:pt x="29349" y="33660"/>
                  </a:lnTo>
                  <a:lnTo>
                    <a:pt x="29360" y="33643"/>
                  </a:lnTo>
                  <a:lnTo>
                    <a:pt x="29371" y="33624"/>
                  </a:lnTo>
                  <a:lnTo>
                    <a:pt x="29374" y="33619"/>
                  </a:lnTo>
                  <a:lnTo>
                    <a:pt x="29379" y="33612"/>
                  </a:lnTo>
                  <a:lnTo>
                    <a:pt x="29385" y="33604"/>
                  </a:lnTo>
                  <a:lnTo>
                    <a:pt x="29391" y="33597"/>
                  </a:lnTo>
                  <a:lnTo>
                    <a:pt x="29437" y="33551"/>
                  </a:lnTo>
                  <a:lnTo>
                    <a:pt x="29442" y="33546"/>
                  </a:lnTo>
                  <a:lnTo>
                    <a:pt x="29448" y="33541"/>
                  </a:lnTo>
                  <a:lnTo>
                    <a:pt x="29463" y="33529"/>
                  </a:lnTo>
                  <a:lnTo>
                    <a:pt x="29467" y="33526"/>
                  </a:lnTo>
                  <a:lnTo>
                    <a:pt x="29499" y="33505"/>
                  </a:lnTo>
                  <a:lnTo>
                    <a:pt x="29507" y="33502"/>
                  </a:lnTo>
                  <a:lnTo>
                    <a:pt x="29518" y="33497"/>
                  </a:lnTo>
                  <a:lnTo>
                    <a:pt x="29852" y="33360"/>
                  </a:lnTo>
                  <a:lnTo>
                    <a:pt x="29864" y="33355"/>
                  </a:lnTo>
                  <a:lnTo>
                    <a:pt x="29869" y="33354"/>
                  </a:lnTo>
                  <a:lnTo>
                    <a:pt x="29985" y="33339"/>
                  </a:lnTo>
                  <a:lnTo>
                    <a:pt x="30326" y="33296"/>
                  </a:lnTo>
                  <a:lnTo>
                    <a:pt x="30637" y="33246"/>
                  </a:lnTo>
                  <a:lnTo>
                    <a:pt x="30641" y="33244"/>
                  </a:lnTo>
                  <a:lnTo>
                    <a:pt x="30677" y="33224"/>
                  </a:lnTo>
                  <a:lnTo>
                    <a:pt x="30685" y="33222"/>
                  </a:lnTo>
                  <a:lnTo>
                    <a:pt x="30759" y="33225"/>
                  </a:lnTo>
                  <a:lnTo>
                    <a:pt x="30862" y="33239"/>
                  </a:lnTo>
                  <a:lnTo>
                    <a:pt x="30878" y="33244"/>
                  </a:lnTo>
                  <a:lnTo>
                    <a:pt x="31049" y="33313"/>
                  </a:lnTo>
                  <a:lnTo>
                    <a:pt x="31069" y="33323"/>
                  </a:lnTo>
                  <a:lnTo>
                    <a:pt x="31160" y="33385"/>
                  </a:lnTo>
                  <a:lnTo>
                    <a:pt x="31176" y="33397"/>
                  </a:lnTo>
                  <a:lnTo>
                    <a:pt x="31184" y="33404"/>
                  </a:lnTo>
                  <a:lnTo>
                    <a:pt x="31209" y="33430"/>
                  </a:lnTo>
                  <a:lnTo>
                    <a:pt x="31217" y="33444"/>
                  </a:lnTo>
                  <a:lnTo>
                    <a:pt x="31226" y="33460"/>
                  </a:lnTo>
                  <a:lnTo>
                    <a:pt x="31237" y="33474"/>
                  </a:lnTo>
                  <a:lnTo>
                    <a:pt x="31256" y="33497"/>
                  </a:lnTo>
                  <a:lnTo>
                    <a:pt x="31272" y="33507"/>
                  </a:lnTo>
                  <a:lnTo>
                    <a:pt x="31289" y="33513"/>
                  </a:lnTo>
                  <a:lnTo>
                    <a:pt x="31314" y="33517"/>
                  </a:lnTo>
                  <a:lnTo>
                    <a:pt x="31443" y="33472"/>
                  </a:lnTo>
                  <a:lnTo>
                    <a:pt x="31447" y="33436"/>
                  </a:lnTo>
                  <a:lnTo>
                    <a:pt x="31385" y="33363"/>
                  </a:lnTo>
                  <a:lnTo>
                    <a:pt x="31342" y="33309"/>
                  </a:lnTo>
                  <a:lnTo>
                    <a:pt x="31322" y="33280"/>
                  </a:lnTo>
                  <a:lnTo>
                    <a:pt x="31314" y="33261"/>
                  </a:lnTo>
                  <a:lnTo>
                    <a:pt x="31308" y="33246"/>
                  </a:lnTo>
                  <a:lnTo>
                    <a:pt x="31306" y="33236"/>
                  </a:lnTo>
                  <a:lnTo>
                    <a:pt x="31303" y="33225"/>
                  </a:lnTo>
                  <a:lnTo>
                    <a:pt x="31304" y="33204"/>
                  </a:lnTo>
                  <a:lnTo>
                    <a:pt x="31305" y="33189"/>
                  </a:lnTo>
                  <a:lnTo>
                    <a:pt x="31298" y="33176"/>
                  </a:lnTo>
                  <a:lnTo>
                    <a:pt x="31268" y="33126"/>
                  </a:lnTo>
                  <a:lnTo>
                    <a:pt x="31140" y="32994"/>
                  </a:lnTo>
                  <a:lnTo>
                    <a:pt x="31074" y="32930"/>
                  </a:lnTo>
                  <a:lnTo>
                    <a:pt x="31022" y="32887"/>
                  </a:lnTo>
                  <a:lnTo>
                    <a:pt x="30987" y="32861"/>
                  </a:lnTo>
                  <a:lnTo>
                    <a:pt x="30940" y="32828"/>
                  </a:lnTo>
                  <a:lnTo>
                    <a:pt x="30911" y="32813"/>
                  </a:lnTo>
                  <a:lnTo>
                    <a:pt x="30865" y="32795"/>
                  </a:lnTo>
                  <a:lnTo>
                    <a:pt x="30836" y="32788"/>
                  </a:lnTo>
                  <a:lnTo>
                    <a:pt x="30819" y="32783"/>
                  </a:lnTo>
                  <a:lnTo>
                    <a:pt x="30789" y="32769"/>
                  </a:lnTo>
                  <a:lnTo>
                    <a:pt x="30753" y="32751"/>
                  </a:lnTo>
                  <a:lnTo>
                    <a:pt x="30747" y="32747"/>
                  </a:lnTo>
                  <a:lnTo>
                    <a:pt x="30741" y="32737"/>
                  </a:lnTo>
                  <a:lnTo>
                    <a:pt x="30739" y="32728"/>
                  </a:lnTo>
                  <a:lnTo>
                    <a:pt x="30741" y="32722"/>
                  </a:lnTo>
                  <a:lnTo>
                    <a:pt x="30744" y="32715"/>
                  </a:lnTo>
                  <a:lnTo>
                    <a:pt x="30761" y="32685"/>
                  </a:lnTo>
                  <a:lnTo>
                    <a:pt x="30786" y="32642"/>
                  </a:lnTo>
                  <a:lnTo>
                    <a:pt x="30887" y="32469"/>
                  </a:lnTo>
                  <a:lnTo>
                    <a:pt x="30892" y="32461"/>
                  </a:lnTo>
                  <a:lnTo>
                    <a:pt x="30896" y="32455"/>
                  </a:lnTo>
                  <a:lnTo>
                    <a:pt x="30970" y="32293"/>
                  </a:lnTo>
                  <a:lnTo>
                    <a:pt x="31090" y="31895"/>
                  </a:lnTo>
                  <a:lnTo>
                    <a:pt x="31100" y="31863"/>
                  </a:lnTo>
                  <a:lnTo>
                    <a:pt x="31213" y="31708"/>
                  </a:lnTo>
                  <a:lnTo>
                    <a:pt x="31616" y="31218"/>
                  </a:lnTo>
                  <a:lnTo>
                    <a:pt x="31645" y="31183"/>
                  </a:lnTo>
                  <a:lnTo>
                    <a:pt x="31742" y="31072"/>
                  </a:lnTo>
                  <a:lnTo>
                    <a:pt x="31771" y="30986"/>
                  </a:lnTo>
                  <a:lnTo>
                    <a:pt x="31782" y="30950"/>
                  </a:lnTo>
                  <a:lnTo>
                    <a:pt x="31787" y="30940"/>
                  </a:lnTo>
                  <a:lnTo>
                    <a:pt x="31796" y="30931"/>
                  </a:lnTo>
                  <a:lnTo>
                    <a:pt x="31804" y="30925"/>
                  </a:lnTo>
                  <a:lnTo>
                    <a:pt x="31843" y="30906"/>
                  </a:lnTo>
                  <a:lnTo>
                    <a:pt x="31885" y="30888"/>
                  </a:lnTo>
                  <a:lnTo>
                    <a:pt x="31909" y="30877"/>
                  </a:lnTo>
                  <a:lnTo>
                    <a:pt x="31921" y="30873"/>
                  </a:lnTo>
                  <a:lnTo>
                    <a:pt x="31930" y="30871"/>
                  </a:lnTo>
                  <a:lnTo>
                    <a:pt x="31981" y="30861"/>
                  </a:lnTo>
                  <a:lnTo>
                    <a:pt x="32008" y="30856"/>
                  </a:lnTo>
                  <a:lnTo>
                    <a:pt x="32105" y="30839"/>
                  </a:lnTo>
                  <a:lnTo>
                    <a:pt x="32190" y="30833"/>
                  </a:lnTo>
                  <a:lnTo>
                    <a:pt x="32273" y="30825"/>
                  </a:lnTo>
                  <a:lnTo>
                    <a:pt x="32301" y="30821"/>
                  </a:lnTo>
                  <a:lnTo>
                    <a:pt x="32342" y="30816"/>
                  </a:lnTo>
                  <a:lnTo>
                    <a:pt x="32400" y="30804"/>
                  </a:lnTo>
                  <a:lnTo>
                    <a:pt x="32414" y="30801"/>
                  </a:lnTo>
                  <a:lnTo>
                    <a:pt x="32509" y="30783"/>
                  </a:lnTo>
                  <a:lnTo>
                    <a:pt x="32605" y="30763"/>
                  </a:lnTo>
                  <a:lnTo>
                    <a:pt x="32842" y="30713"/>
                  </a:lnTo>
                  <a:lnTo>
                    <a:pt x="32906" y="30699"/>
                  </a:lnTo>
                  <a:lnTo>
                    <a:pt x="32911" y="30694"/>
                  </a:lnTo>
                  <a:lnTo>
                    <a:pt x="32916" y="30691"/>
                  </a:lnTo>
                  <a:lnTo>
                    <a:pt x="32934" y="30679"/>
                  </a:lnTo>
                  <a:lnTo>
                    <a:pt x="32942" y="30674"/>
                  </a:lnTo>
                  <a:lnTo>
                    <a:pt x="32952" y="30670"/>
                  </a:lnTo>
                  <a:lnTo>
                    <a:pt x="33082" y="30622"/>
                  </a:lnTo>
                  <a:lnTo>
                    <a:pt x="33130" y="30605"/>
                  </a:lnTo>
                  <a:lnTo>
                    <a:pt x="33169" y="30592"/>
                  </a:lnTo>
                  <a:lnTo>
                    <a:pt x="33292" y="30553"/>
                  </a:lnTo>
                  <a:lnTo>
                    <a:pt x="33302" y="30551"/>
                  </a:lnTo>
                  <a:lnTo>
                    <a:pt x="33395" y="30542"/>
                  </a:lnTo>
                  <a:lnTo>
                    <a:pt x="33409" y="30542"/>
                  </a:lnTo>
                  <a:lnTo>
                    <a:pt x="33765" y="30402"/>
                  </a:lnTo>
                  <a:lnTo>
                    <a:pt x="33889" y="30344"/>
                  </a:lnTo>
                  <a:lnTo>
                    <a:pt x="33946" y="30223"/>
                  </a:lnTo>
                  <a:lnTo>
                    <a:pt x="34001" y="30132"/>
                  </a:lnTo>
                  <a:lnTo>
                    <a:pt x="34036" y="30080"/>
                  </a:lnTo>
                  <a:lnTo>
                    <a:pt x="34066" y="30044"/>
                  </a:lnTo>
                  <a:lnTo>
                    <a:pt x="34085" y="30020"/>
                  </a:lnTo>
                  <a:lnTo>
                    <a:pt x="34090" y="30016"/>
                  </a:lnTo>
                  <a:lnTo>
                    <a:pt x="34110" y="30000"/>
                  </a:lnTo>
                  <a:lnTo>
                    <a:pt x="34142" y="29977"/>
                  </a:lnTo>
                  <a:lnTo>
                    <a:pt x="34177" y="29949"/>
                  </a:lnTo>
                  <a:lnTo>
                    <a:pt x="34228" y="29906"/>
                  </a:lnTo>
                  <a:lnTo>
                    <a:pt x="34242" y="29894"/>
                  </a:lnTo>
                  <a:lnTo>
                    <a:pt x="34249" y="29888"/>
                  </a:lnTo>
                  <a:lnTo>
                    <a:pt x="34258" y="29880"/>
                  </a:lnTo>
                  <a:lnTo>
                    <a:pt x="34319" y="29825"/>
                  </a:lnTo>
                  <a:lnTo>
                    <a:pt x="34471" y="29686"/>
                  </a:lnTo>
                  <a:lnTo>
                    <a:pt x="34575" y="29590"/>
                  </a:lnTo>
                  <a:lnTo>
                    <a:pt x="34702" y="29469"/>
                  </a:lnTo>
                  <a:lnTo>
                    <a:pt x="35187" y="28979"/>
                  </a:lnTo>
                  <a:lnTo>
                    <a:pt x="35284" y="28624"/>
                  </a:lnTo>
                  <a:lnTo>
                    <a:pt x="35296" y="28575"/>
                  </a:lnTo>
                  <a:lnTo>
                    <a:pt x="35325" y="28334"/>
                  </a:lnTo>
                  <a:lnTo>
                    <a:pt x="35344" y="28177"/>
                  </a:lnTo>
                  <a:lnTo>
                    <a:pt x="35351" y="28154"/>
                  </a:lnTo>
                  <a:lnTo>
                    <a:pt x="35419" y="27946"/>
                  </a:lnTo>
                  <a:lnTo>
                    <a:pt x="35440" y="27884"/>
                  </a:lnTo>
                  <a:lnTo>
                    <a:pt x="35442" y="27877"/>
                  </a:lnTo>
                  <a:lnTo>
                    <a:pt x="35445" y="27871"/>
                  </a:lnTo>
                  <a:lnTo>
                    <a:pt x="35449" y="27864"/>
                  </a:lnTo>
                  <a:lnTo>
                    <a:pt x="35456" y="27854"/>
                  </a:lnTo>
                  <a:lnTo>
                    <a:pt x="35465" y="27843"/>
                  </a:lnTo>
                  <a:lnTo>
                    <a:pt x="35470" y="27838"/>
                  </a:lnTo>
                  <a:lnTo>
                    <a:pt x="35476" y="27831"/>
                  </a:lnTo>
                  <a:lnTo>
                    <a:pt x="35490" y="27819"/>
                  </a:lnTo>
                  <a:lnTo>
                    <a:pt x="35504" y="27808"/>
                  </a:lnTo>
                  <a:lnTo>
                    <a:pt x="35513" y="27803"/>
                  </a:lnTo>
                  <a:lnTo>
                    <a:pt x="35538" y="27784"/>
                  </a:lnTo>
                  <a:lnTo>
                    <a:pt x="35573" y="27757"/>
                  </a:lnTo>
                  <a:lnTo>
                    <a:pt x="35637" y="27704"/>
                  </a:lnTo>
                  <a:lnTo>
                    <a:pt x="35779" y="27583"/>
                  </a:lnTo>
                  <a:lnTo>
                    <a:pt x="35816" y="27551"/>
                  </a:lnTo>
                  <a:lnTo>
                    <a:pt x="35855" y="27517"/>
                  </a:lnTo>
                  <a:lnTo>
                    <a:pt x="35911" y="27468"/>
                  </a:lnTo>
                  <a:lnTo>
                    <a:pt x="35942" y="27439"/>
                  </a:lnTo>
                  <a:lnTo>
                    <a:pt x="36054" y="27332"/>
                  </a:lnTo>
                  <a:lnTo>
                    <a:pt x="36104" y="27285"/>
                  </a:lnTo>
                  <a:lnTo>
                    <a:pt x="36128" y="27262"/>
                  </a:lnTo>
                  <a:lnTo>
                    <a:pt x="36154" y="27230"/>
                  </a:lnTo>
                  <a:lnTo>
                    <a:pt x="36247" y="27148"/>
                  </a:lnTo>
                  <a:lnTo>
                    <a:pt x="36349" y="27058"/>
                  </a:lnTo>
                  <a:lnTo>
                    <a:pt x="36504" y="26934"/>
                  </a:lnTo>
                  <a:lnTo>
                    <a:pt x="36599" y="26868"/>
                  </a:lnTo>
                  <a:lnTo>
                    <a:pt x="36713" y="26792"/>
                  </a:lnTo>
                  <a:lnTo>
                    <a:pt x="36742" y="26782"/>
                  </a:lnTo>
                  <a:lnTo>
                    <a:pt x="36907" y="26801"/>
                  </a:lnTo>
                  <a:lnTo>
                    <a:pt x="37021" y="26760"/>
                  </a:lnTo>
                  <a:lnTo>
                    <a:pt x="37038" y="26754"/>
                  </a:lnTo>
                  <a:lnTo>
                    <a:pt x="37069" y="26705"/>
                  </a:lnTo>
                  <a:lnTo>
                    <a:pt x="37081" y="26677"/>
                  </a:lnTo>
                  <a:lnTo>
                    <a:pt x="37092" y="26650"/>
                  </a:lnTo>
                  <a:lnTo>
                    <a:pt x="37103" y="26619"/>
                  </a:lnTo>
                  <a:lnTo>
                    <a:pt x="37149" y="26468"/>
                  </a:lnTo>
                  <a:lnTo>
                    <a:pt x="37157" y="26438"/>
                  </a:lnTo>
                  <a:lnTo>
                    <a:pt x="37164" y="26413"/>
                  </a:lnTo>
                  <a:lnTo>
                    <a:pt x="37169" y="26380"/>
                  </a:lnTo>
                  <a:lnTo>
                    <a:pt x="37171" y="26361"/>
                  </a:lnTo>
                  <a:lnTo>
                    <a:pt x="37179" y="26277"/>
                  </a:lnTo>
                  <a:lnTo>
                    <a:pt x="37188" y="26179"/>
                  </a:lnTo>
                  <a:lnTo>
                    <a:pt x="37192" y="26170"/>
                  </a:lnTo>
                  <a:lnTo>
                    <a:pt x="37296" y="25943"/>
                  </a:lnTo>
                  <a:lnTo>
                    <a:pt x="37339" y="25904"/>
                  </a:lnTo>
                  <a:lnTo>
                    <a:pt x="37348" y="25901"/>
                  </a:lnTo>
                  <a:lnTo>
                    <a:pt x="37360" y="25898"/>
                  </a:lnTo>
                  <a:lnTo>
                    <a:pt x="37371" y="25894"/>
                  </a:lnTo>
                  <a:lnTo>
                    <a:pt x="37395" y="25875"/>
                  </a:lnTo>
                  <a:lnTo>
                    <a:pt x="37423" y="25851"/>
                  </a:lnTo>
                  <a:lnTo>
                    <a:pt x="37441" y="25830"/>
                  </a:lnTo>
                  <a:lnTo>
                    <a:pt x="37449" y="25816"/>
                  </a:lnTo>
                  <a:lnTo>
                    <a:pt x="37459" y="25796"/>
                  </a:lnTo>
                  <a:lnTo>
                    <a:pt x="37464" y="25782"/>
                  </a:lnTo>
                  <a:lnTo>
                    <a:pt x="37470" y="25762"/>
                  </a:lnTo>
                  <a:lnTo>
                    <a:pt x="37475" y="25739"/>
                  </a:lnTo>
                  <a:lnTo>
                    <a:pt x="37490" y="25662"/>
                  </a:lnTo>
                  <a:lnTo>
                    <a:pt x="37498" y="25615"/>
                  </a:lnTo>
                  <a:lnTo>
                    <a:pt x="37505" y="25571"/>
                  </a:lnTo>
                  <a:lnTo>
                    <a:pt x="37506" y="25560"/>
                  </a:lnTo>
                  <a:lnTo>
                    <a:pt x="37534" y="25283"/>
                  </a:lnTo>
                  <a:lnTo>
                    <a:pt x="37551" y="25113"/>
                  </a:lnTo>
                  <a:lnTo>
                    <a:pt x="37654" y="24268"/>
                  </a:lnTo>
                  <a:lnTo>
                    <a:pt x="37656" y="24241"/>
                  </a:lnTo>
                  <a:lnTo>
                    <a:pt x="37632" y="24142"/>
                  </a:lnTo>
                  <a:lnTo>
                    <a:pt x="37627" y="24118"/>
                  </a:lnTo>
                  <a:lnTo>
                    <a:pt x="37614" y="24103"/>
                  </a:lnTo>
                  <a:lnTo>
                    <a:pt x="37383" y="24099"/>
                  </a:lnTo>
                  <a:lnTo>
                    <a:pt x="37385" y="23965"/>
                  </a:lnTo>
                  <a:lnTo>
                    <a:pt x="37387" y="23858"/>
                  </a:lnTo>
                  <a:lnTo>
                    <a:pt x="37472" y="23859"/>
                  </a:lnTo>
                  <a:lnTo>
                    <a:pt x="37545" y="23860"/>
                  </a:lnTo>
                  <a:lnTo>
                    <a:pt x="37645" y="23882"/>
                  </a:lnTo>
                  <a:lnTo>
                    <a:pt x="37674" y="23831"/>
                  </a:lnTo>
                  <a:lnTo>
                    <a:pt x="37734" y="23729"/>
                  </a:lnTo>
                  <a:lnTo>
                    <a:pt x="37738" y="23711"/>
                  </a:lnTo>
                  <a:lnTo>
                    <a:pt x="37712" y="23701"/>
                  </a:lnTo>
                  <a:lnTo>
                    <a:pt x="37680" y="23690"/>
                  </a:lnTo>
                  <a:lnTo>
                    <a:pt x="37599" y="23661"/>
                  </a:lnTo>
                  <a:lnTo>
                    <a:pt x="37556" y="23672"/>
                  </a:lnTo>
                  <a:lnTo>
                    <a:pt x="37516" y="23689"/>
                  </a:lnTo>
                  <a:lnTo>
                    <a:pt x="37497" y="23698"/>
                  </a:lnTo>
                  <a:lnTo>
                    <a:pt x="37422" y="23734"/>
                  </a:lnTo>
                  <a:lnTo>
                    <a:pt x="37385" y="23734"/>
                  </a:lnTo>
                  <a:lnTo>
                    <a:pt x="37355" y="23734"/>
                  </a:lnTo>
                  <a:lnTo>
                    <a:pt x="37342" y="23731"/>
                  </a:lnTo>
                  <a:lnTo>
                    <a:pt x="37331" y="23726"/>
                  </a:lnTo>
                  <a:lnTo>
                    <a:pt x="37315" y="23716"/>
                  </a:lnTo>
                  <a:lnTo>
                    <a:pt x="37121" y="23599"/>
                  </a:lnTo>
                  <a:lnTo>
                    <a:pt x="37116" y="23592"/>
                  </a:lnTo>
                  <a:lnTo>
                    <a:pt x="37111" y="23572"/>
                  </a:lnTo>
                  <a:lnTo>
                    <a:pt x="37111" y="23566"/>
                  </a:lnTo>
                  <a:lnTo>
                    <a:pt x="37112" y="23543"/>
                  </a:lnTo>
                  <a:lnTo>
                    <a:pt x="37113" y="23538"/>
                  </a:lnTo>
                  <a:lnTo>
                    <a:pt x="37122" y="23498"/>
                  </a:lnTo>
                  <a:lnTo>
                    <a:pt x="37188" y="23314"/>
                  </a:lnTo>
                  <a:lnTo>
                    <a:pt x="37403" y="22820"/>
                  </a:lnTo>
                  <a:lnTo>
                    <a:pt x="37410" y="22805"/>
                  </a:lnTo>
                  <a:lnTo>
                    <a:pt x="37552" y="22561"/>
                  </a:lnTo>
                  <a:lnTo>
                    <a:pt x="37738" y="22079"/>
                  </a:lnTo>
                  <a:lnTo>
                    <a:pt x="37807" y="22056"/>
                  </a:lnTo>
                  <a:lnTo>
                    <a:pt x="37905" y="22024"/>
                  </a:lnTo>
                  <a:lnTo>
                    <a:pt x="37920" y="22003"/>
                  </a:lnTo>
                  <a:lnTo>
                    <a:pt x="37923" y="21998"/>
                  </a:lnTo>
                  <a:lnTo>
                    <a:pt x="37938" y="21971"/>
                  </a:lnTo>
                  <a:lnTo>
                    <a:pt x="37942" y="21963"/>
                  </a:lnTo>
                  <a:lnTo>
                    <a:pt x="37975" y="21863"/>
                  </a:lnTo>
                  <a:lnTo>
                    <a:pt x="37979" y="21852"/>
                  </a:lnTo>
                  <a:lnTo>
                    <a:pt x="37996" y="21797"/>
                  </a:lnTo>
                  <a:lnTo>
                    <a:pt x="38032" y="21769"/>
                  </a:lnTo>
                  <a:lnTo>
                    <a:pt x="38116" y="21782"/>
                  </a:lnTo>
                  <a:lnTo>
                    <a:pt x="38158" y="21817"/>
                  </a:lnTo>
                  <a:lnTo>
                    <a:pt x="38168" y="21838"/>
                  </a:lnTo>
                  <a:lnTo>
                    <a:pt x="38182" y="21865"/>
                  </a:lnTo>
                  <a:lnTo>
                    <a:pt x="38260" y="22004"/>
                  </a:lnTo>
                  <a:lnTo>
                    <a:pt x="38264" y="22011"/>
                  </a:lnTo>
                  <a:lnTo>
                    <a:pt x="38289" y="22038"/>
                  </a:lnTo>
                  <a:lnTo>
                    <a:pt x="38321" y="22067"/>
                  </a:lnTo>
                  <a:lnTo>
                    <a:pt x="38335" y="22080"/>
                  </a:lnTo>
                  <a:lnTo>
                    <a:pt x="38347" y="22090"/>
                  </a:lnTo>
                  <a:lnTo>
                    <a:pt x="38393" y="22100"/>
                  </a:lnTo>
                  <a:lnTo>
                    <a:pt x="38562" y="22127"/>
                  </a:lnTo>
                  <a:lnTo>
                    <a:pt x="38625" y="22136"/>
                  </a:lnTo>
                  <a:lnTo>
                    <a:pt x="38629" y="22137"/>
                  </a:lnTo>
                  <a:lnTo>
                    <a:pt x="38688" y="22146"/>
                  </a:lnTo>
                  <a:lnTo>
                    <a:pt x="38693" y="22141"/>
                  </a:lnTo>
                  <a:lnTo>
                    <a:pt x="38700" y="22132"/>
                  </a:lnTo>
                  <a:lnTo>
                    <a:pt x="38708" y="22120"/>
                  </a:lnTo>
                  <a:lnTo>
                    <a:pt x="38682" y="22088"/>
                  </a:lnTo>
                  <a:lnTo>
                    <a:pt x="38644" y="22041"/>
                  </a:lnTo>
                  <a:lnTo>
                    <a:pt x="38614" y="22004"/>
                  </a:lnTo>
                  <a:lnTo>
                    <a:pt x="38608" y="21997"/>
                  </a:lnTo>
                  <a:lnTo>
                    <a:pt x="38606" y="21992"/>
                  </a:lnTo>
                  <a:lnTo>
                    <a:pt x="38587" y="21946"/>
                  </a:lnTo>
                  <a:lnTo>
                    <a:pt x="38581" y="21932"/>
                  </a:lnTo>
                  <a:lnTo>
                    <a:pt x="38586" y="21890"/>
                  </a:lnTo>
                  <a:lnTo>
                    <a:pt x="38592" y="21774"/>
                  </a:lnTo>
                  <a:lnTo>
                    <a:pt x="38585" y="21747"/>
                  </a:lnTo>
                  <a:lnTo>
                    <a:pt x="38566" y="21675"/>
                  </a:lnTo>
                  <a:lnTo>
                    <a:pt x="38529" y="21647"/>
                  </a:lnTo>
                  <a:lnTo>
                    <a:pt x="38506" y="21631"/>
                  </a:lnTo>
                  <a:lnTo>
                    <a:pt x="38434" y="21578"/>
                  </a:lnTo>
                  <a:lnTo>
                    <a:pt x="38407" y="21558"/>
                  </a:lnTo>
                  <a:lnTo>
                    <a:pt x="38402" y="21555"/>
                  </a:lnTo>
                  <a:lnTo>
                    <a:pt x="38373" y="21533"/>
                  </a:lnTo>
                  <a:lnTo>
                    <a:pt x="38368" y="21530"/>
                  </a:lnTo>
                  <a:lnTo>
                    <a:pt x="38365" y="21522"/>
                  </a:lnTo>
                  <a:lnTo>
                    <a:pt x="38335" y="21452"/>
                  </a:lnTo>
                  <a:lnTo>
                    <a:pt x="38335" y="21442"/>
                  </a:lnTo>
                  <a:lnTo>
                    <a:pt x="38335" y="21419"/>
                  </a:lnTo>
                  <a:lnTo>
                    <a:pt x="38334" y="21409"/>
                  </a:lnTo>
                  <a:lnTo>
                    <a:pt x="38341" y="21394"/>
                  </a:lnTo>
                  <a:lnTo>
                    <a:pt x="38350" y="21372"/>
                  </a:lnTo>
                  <a:lnTo>
                    <a:pt x="38378" y="21343"/>
                  </a:lnTo>
                  <a:lnTo>
                    <a:pt x="38471" y="21250"/>
                  </a:lnTo>
                  <a:lnTo>
                    <a:pt x="38475" y="21246"/>
                  </a:lnTo>
                  <a:lnTo>
                    <a:pt x="38479" y="21242"/>
                  </a:lnTo>
                  <a:lnTo>
                    <a:pt x="38512" y="21213"/>
                  </a:lnTo>
                  <a:lnTo>
                    <a:pt x="38526" y="21200"/>
                  </a:lnTo>
                  <a:lnTo>
                    <a:pt x="38541" y="21187"/>
                  </a:lnTo>
                  <a:lnTo>
                    <a:pt x="38612" y="21116"/>
                  </a:lnTo>
                  <a:lnTo>
                    <a:pt x="38628" y="21100"/>
                  </a:lnTo>
                  <a:lnTo>
                    <a:pt x="38642" y="21083"/>
                  </a:lnTo>
                  <a:lnTo>
                    <a:pt x="38665" y="21054"/>
                  </a:lnTo>
                  <a:lnTo>
                    <a:pt x="38841" y="20801"/>
                  </a:lnTo>
                  <a:lnTo>
                    <a:pt x="38852" y="20782"/>
                  </a:lnTo>
                  <a:lnTo>
                    <a:pt x="38860" y="20767"/>
                  </a:lnTo>
                  <a:lnTo>
                    <a:pt x="38865" y="20757"/>
                  </a:lnTo>
                  <a:lnTo>
                    <a:pt x="39041" y="20419"/>
                  </a:lnTo>
                  <a:lnTo>
                    <a:pt x="39075" y="20352"/>
                  </a:lnTo>
                  <a:lnTo>
                    <a:pt x="39081" y="20337"/>
                  </a:lnTo>
                  <a:lnTo>
                    <a:pt x="39110" y="20228"/>
                  </a:lnTo>
                  <a:lnTo>
                    <a:pt x="39122" y="20181"/>
                  </a:lnTo>
                  <a:lnTo>
                    <a:pt x="39128" y="20159"/>
                  </a:lnTo>
                  <a:lnTo>
                    <a:pt x="39217" y="19953"/>
                  </a:lnTo>
                  <a:lnTo>
                    <a:pt x="39267" y="19853"/>
                  </a:lnTo>
                  <a:lnTo>
                    <a:pt x="39291" y="19812"/>
                  </a:lnTo>
                  <a:lnTo>
                    <a:pt x="39368" y="19694"/>
                  </a:lnTo>
                  <a:lnTo>
                    <a:pt x="39380" y="19677"/>
                  </a:lnTo>
                  <a:lnTo>
                    <a:pt x="39500" y="19504"/>
                  </a:lnTo>
                  <a:lnTo>
                    <a:pt x="39504" y="19500"/>
                  </a:lnTo>
                  <a:lnTo>
                    <a:pt x="39535" y="19456"/>
                  </a:lnTo>
                  <a:lnTo>
                    <a:pt x="39541" y="19448"/>
                  </a:lnTo>
                  <a:lnTo>
                    <a:pt x="39601" y="19370"/>
                  </a:lnTo>
                  <a:lnTo>
                    <a:pt x="39639" y="19322"/>
                  </a:lnTo>
                  <a:lnTo>
                    <a:pt x="39670" y="19281"/>
                  </a:lnTo>
                  <a:lnTo>
                    <a:pt x="39700" y="19232"/>
                  </a:lnTo>
                  <a:lnTo>
                    <a:pt x="39753" y="19130"/>
                  </a:lnTo>
                  <a:lnTo>
                    <a:pt x="39772" y="19055"/>
                  </a:lnTo>
                  <a:lnTo>
                    <a:pt x="39772" y="19042"/>
                  </a:lnTo>
                  <a:lnTo>
                    <a:pt x="39763" y="18876"/>
                  </a:lnTo>
                  <a:lnTo>
                    <a:pt x="39755" y="18804"/>
                  </a:lnTo>
                  <a:lnTo>
                    <a:pt x="39837" y="18504"/>
                  </a:lnTo>
                  <a:lnTo>
                    <a:pt x="39842" y="18488"/>
                  </a:lnTo>
                  <a:lnTo>
                    <a:pt x="39845" y="18481"/>
                  </a:lnTo>
                  <a:lnTo>
                    <a:pt x="39849" y="18471"/>
                  </a:lnTo>
                  <a:lnTo>
                    <a:pt x="39858" y="18449"/>
                  </a:lnTo>
                  <a:lnTo>
                    <a:pt x="39914" y="18341"/>
                  </a:lnTo>
                  <a:lnTo>
                    <a:pt x="40087" y="18009"/>
                  </a:lnTo>
                  <a:lnTo>
                    <a:pt x="40406" y="17678"/>
                  </a:lnTo>
                  <a:lnTo>
                    <a:pt x="40433" y="17654"/>
                  </a:lnTo>
                  <a:lnTo>
                    <a:pt x="40450" y="17638"/>
                  </a:lnTo>
                  <a:lnTo>
                    <a:pt x="40490" y="17604"/>
                  </a:lnTo>
                  <a:lnTo>
                    <a:pt x="40515" y="17582"/>
                  </a:lnTo>
                  <a:lnTo>
                    <a:pt x="40587" y="17522"/>
                  </a:lnTo>
                  <a:lnTo>
                    <a:pt x="40592" y="17517"/>
                  </a:lnTo>
                  <a:lnTo>
                    <a:pt x="40638" y="17479"/>
                  </a:lnTo>
                  <a:lnTo>
                    <a:pt x="40641" y="17452"/>
                  </a:lnTo>
                  <a:lnTo>
                    <a:pt x="40652" y="17324"/>
                  </a:lnTo>
                  <a:lnTo>
                    <a:pt x="40653" y="17311"/>
                  </a:lnTo>
                  <a:lnTo>
                    <a:pt x="40676" y="17259"/>
                  </a:lnTo>
                  <a:lnTo>
                    <a:pt x="40717" y="17168"/>
                  </a:lnTo>
                  <a:lnTo>
                    <a:pt x="40736" y="17124"/>
                  </a:lnTo>
                  <a:lnTo>
                    <a:pt x="40745" y="17103"/>
                  </a:lnTo>
                  <a:lnTo>
                    <a:pt x="40752" y="17090"/>
                  </a:lnTo>
                  <a:lnTo>
                    <a:pt x="40798" y="16996"/>
                  </a:lnTo>
                  <a:lnTo>
                    <a:pt x="40805" y="16983"/>
                  </a:lnTo>
                  <a:lnTo>
                    <a:pt x="40816" y="16972"/>
                  </a:lnTo>
                  <a:lnTo>
                    <a:pt x="40829" y="16962"/>
                  </a:lnTo>
                  <a:lnTo>
                    <a:pt x="40871" y="16929"/>
                  </a:lnTo>
                  <a:lnTo>
                    <a:pt x="40909" y="16907"/>
                  </a:lnTo>
                  <a:lnTo>
                    <a:pt x="41017" y="16833"/>
                  </a:lnTo>
                  <a:lnTo>
                    <a:pt x="41131" y="16750"/>
                  </a:lnTo>
                  <a:lnTo>
                    <a:pt x="41138" y="16745"/>
                  </a:lnTo>
                  <a:lnTo>
                    <a:pt x="41172" y="16715"/>
                  </a:lnTo>
                  <a:lnTo>
                    <a:pt x="41213" y="16663"/>
                  </a:lnTo>
                  <a:lnTo>
                    <a:pt x="41221" y="16652"/>
                  </a:lnTo>
                  <a:lnTo>
                    <a:pt x="41228" y="16642"/>
                  </a:lnTo>
                  <a:lnTo>
                    <a:pt x="41249" y="16613"/>
                  </a:lnTo>
                  <a:lnTo>
                    <a:pt x="41268" y="16587"/>
                  </a:lnTo>
                  <a:lnTo>
                    <a:pt x="41279" y="16570"/>
                  </a:lnTo>
                  <a:lnTo>
                    <a:pt x="41293" y="16549"/>
                  </a:lnTo>
                  <a:lnTo>
                    <a:pt x="41308" y="16522"/>
                  </a:lnTo>
                  <a:lnTo>
                    <a:pt x="41323" y="16492"/>
                  </a:lnTo>
                  <a:lnTo>
                    <a:pt x="41327" y="16480"/>
                  </a:lnTo>
                  <a:lnTo>
                    <a:pt x="41331" y="16467"/>
                  </a:lnTo>
                  <a:lnTo>
                    <a:pt x="41332" y="16460"/>
                  </a:lnTo>
                  <a:lnTo>
                    <a:pt x="41332" y="16449"/>
                  </a:lnTo>
                  <a:lnTo>
                    <a:pt x="41333" y="16437"/>
                  </a:lnTo>
                  <a:lnTo>
                    <a:pt x="41336" y="16421"/>
                  </a:lnTo>
                  <a:lnTo>
                    <a:pt x="41346" y="16386"/>
                  </a:lnTo>
                  <a:lnTo>
                    <a:pt x="41350" y="16374"/>
                  </a:lnTo>
                  <a:lnTo>
                    <a:pt x="41359" y="16360"/>
                  </a:lnTo>
                  <a:lnTo>
                    <a:pt x="41398" y="16308"/>
                  </a:lnTo>
                  <a:lnTo>
                    <a:pt x="41502" y="16170"/>
                  </a:lnTo>
                  <a:lnTo>
                    <a:pt x="41532" y="16138"/>
                  </a:lnTo>
                  <a:lnTo>
                    <a:pt x="41620" y="16045"/>
                  </a:lnTo>
                  <a:lnTo>
                    <a:pt x="41694" y="15965"/>
                  </a:lnTo>
                  <a:lnTo>
                    <a:pt x="41706" y="15950"/>
                  </a:lnTo>
                  <a:lnTo>
                    <a:pt x="41781" y="15852"/>
                  </a:lnTo>
                  <a:lnTo>
                    <a:pt x="41799" y="15827"/>
                  </a:lnTo>
                  <a:lnTo>
                    <a:pt x="41840" y="15678"/>
                  </a:lnTo>
                  <a:lnTo>
                    <a:pt x="41846" y="15654"/>
                  </a:lnTo>
                  <a:lnTo>
                    <a:pt x="41847" y="15648"/>
                  </a:lnTo>
                  <a:lnTo>
                    <a:pt x="41850" y="15635"/>
                  </a:lnTo>
                  <a:lnTo>
                    <a:pt x="41886" y="15454"/>
                  </a:lnTo>
                  <a:lnTo>
                    <a:pt x="41886" y="15419"/>
                  </a:lnTo>
                  <a:lnTo>
                    <a:pt x="41885" y="15402"/>
                  </a:lnTo>
                  <a:lnTo>
                    <a:pt x="41885" y="15377"/>
                  </a:lnTo>
                  <a:lnTo>
                    <a:pt x="41878" y="15315"/>
                  </a:lnTo>
                  <a:lnTo>
                    <a:pt x="41834" y="15162"/>
                  </a:lnTo>
                  <a:lnTo>
                    <a:pt x="41810" y="15092"/>
                  </a:lnTo>
                  <a:lnTo>
                    <a:pt x="41803" y="15072"/>
                  </a:lnTo>
                  <a:lnTo>
                    <a:pt x="41799" y="15062"/>
                  </a:lnTo>
                  <a:lnTo>
                    <a:pt x="41799" y="15056"/>
                  </a:lnTo>
                  <a:lnTo>
                    <a:pt x="42181" y="14327"/>
                  </a:lnTo>
                  <a:lnTo>
                    <a:pt x="42224" y="14245"/>
                  </a:lnTo>
                  <a:lnTo>
                    <a:pt x="42503" y="13908"/>
                  </a:lnTo>
                  <a:lnTo>
                    <a:pt x="42629" y="13759"/>
                  </a:lnTo>
                  <a:lnTo>
                    <a:pt x="42666" y="13715"/>
                  </a:lnTo>
                  <a:lnTo>
                    <a:pt x="42730" y="13622"/>
                  </a:lnTo>
                  <a:lnTo>
                    <a:pt x="42734" y="13514"/>
                  </a:lnTo>
                  <a:lnTo>
                    <a:pt x="42742" y="13442"/>
                  </a:lnTo>
                  <a:lnTo>
                    <a:pt x="42744" y="13427"/>
                  </a:lnTo>
                  <a:lnTo>
                    <a:pt x="42756" y="13400"/>
                  </a:lnTo>
                  <a:lnTo>
                    <a:pt x="42780" y="13349"/>
                  </a:lnTo>
                  <a:lnTo>
                    <a:pt x="42787" y="13333"/>
                  </a:lnTo>
                  <a:lnTo>
                    <a:pt x="42807" y="13307"/>
                  </a:lnTo>
                  <a:lnTo>
                    <a:pt x="42818" y="13294"/>
                  </a:lnTo>
                  <a:lnTo>
                    <a:pt x="42825" y="13285"/>
                  </a:lnTo>
                  <a:lnTo>
                    <a:pt x="43331" y="12703"/>
                  </a:lnTo>
                  <a:lnTo>
                    <a:pt x="43361" y="12674"/>
                  </a:lnTo>
                  <a:lnTo>
                    <a:pt x="43410" y="12625"/>
                  </a:lnTo>
                  <a:lnTo>
                    <a:pt x="43422" y="12614"/>
                  </a:lnTo>
                  <a:lnTo>
                    <a:pt x="43443" y="12598"/>
                  </a:lnTo>
                  <a:lnTo>
                    <a:pt x="43703" y="12470"/>
                  </a:lnTo>
                  <a:lnTo>
                    <a:pt x="43732" y="12457"/>
                  </a:lnTo>
                  <a:lnTo>
                    <a:pt x="43757" y="12447"/>
                  </a:lnTo>
                  <a:lnTo>
                    <a:pt x="43831" y="12423"/>
                  </a:lnTo>
                  <a:lnTo>
                    <a:pt x="43865" y="12413"/>
                  </a:lnTo>
                  <a:lnTo>
                    <a:pt x="44096" y="12359"/>
                  </a:lnTo>
                  <a:lnTo>
                    <a:pt x="44144" y="12342"/>
                  </a:lnTo>
                  <a:lnTo>
                    <a:pt x="44362" y="12269"/>
                  </a:lnTo>
                  <a:lnTo>
                    <a:pt x="44795" y="11951"/>
                  </a:lnTo>
                  <a:lnTo>
                    <a:pt x="44881" y="11872"/>
                  </a:lnTo>
                  <a:lnTo>
                    <a:pt x="45017" y="11747"/>
                  </a:lnTo>
                  <a:lnTo>
                    <a:pt x="45163" y="11628"/>
                  </a:lnTo>
                  <a:lnTo>
                    <a:pt x="45193" y="11605"/>
                  </a:lnTo>
                  <a:lnTo>
                    <a:pt x="45218" y="11589"/>
                  </a:lnTo>
                  <a:lnTo>
                    <a:pt x="45347" y="11505"/>
                  </a:lnTo>
                  <a:lnTo>
                    <a:pt x="45485" y="11359"/>
                  </a:lnTo>
                  <a:lnTo>
                    <a:pt x="45538" y="11323"/>
                  </a:lnTo>
                  <a:lnTo>
                    <a:pt x="45566" y="11306"/>
                  </a:lnTo>
                  <a:lnTo>
                    <a:pt x="45580" y="11298"/>
                  </a:lnTo>
                  <a:lnTo>
                    <a:pt x="45591" y="11292"/>
                  </a:lnTo>
                  <a:lnTo>
                    <a:pt x="46197" y="11049"/>
                  </a:lnTo>
                  <a:lnTo>
                    <a:pt x="46333" y="10996"/>
                  </a:lnTo>
                  <a:lnTo>
                    <a:pt x="46417" y="10965"/>
                  </a:lnTo>
                  <a:lnTo>
                    <a:pt x="46499" y="10935"/>
                  </a:lnTo>
                  <a:lnTo>
                    <a:pt x="46521" y="10927"/>
                  </a:lnTo>
                  <a:lnTo>
                    <a:pt x="46599" y="10899"/>
                  </a:lnTo>
                  <a:lnTo>
                    <a:pt x="46649" y="10887"/>
                  </a:lnTo>
                  <a:lnTo>
                    <a:pt x="47057" y="10791"/>
                  </a:lnTo>
                  <a:lnTo>
                    <a:pt x="47284" y="10740"/>
                  </a:lnTo>
                  <a:lnTo>
                    <a:pt x="47417" y="10710"/>
                  </a:lnTo>
                  <a:lnTo>
                    <a:pt x="47576" y="10679"/>
                  </a:lnTo>
                  <a:lnTo>
                    <a:pt x="47593" y="10675"/>
                  </a:lnTo>
                  <a:lnTo>
                    <a:pt x="47706" y="10653"/>
                  </a:lnTo>
                  <a:lnTo>
                    <a:pt x="47780" y="10638"/>
                  </a:lnTo>
                  <a:lnTo>
                    <a:pt x="48009" y="10558"/>
                  </a:lnTo>
                  <a:lnTo>
                    <a:pt x="48192" y="10479"/>
                  </a:lnTo>
                  <a:lnTo>
                    <a:pt x="48284" y="10435"/>
                  </a:lnTo>
                  <a:lnTo>
                    <a:pt x="48333" y="10414"/>
                  </a:lnTo>
                  <a:lnTo>
                    <a:pt x="48373" y="10396"/>
                  </a:lnTo>
                  <a:lnTo>
                    <a:pt x="48441" y="10372"/>
                  </a:lnTo>
                  <a:lnTo>
                    <a:pt x="48465" y="10363"/>
                  </a:lnTo>
                  <a:lnTo>
                    <a:pt x="48492" y="10358"/>
                  </a:lnTo>
                  <a:lnTo>
                    <a:pt x="48651" y="10311"/>
                  </a:lnTo>
                  <a:lnTo>
                    <a:pt x="48916" y="10062"/>
                  </a:lnTo>
                  <a:lnTo>
                    <a:pt x="49026" y="10003"/>
                  </a:lnTo>
                  <a:lnTo>
                    <a:pt x="49100" y="9966"/>
                  </a:lnTo>
                  <a:lnTo>
                    <a:pt x="49125" y="9955"/>
                  </a:lnTo>
                  <a:lnTo>
                    <a:pt x="49130" y="9953"/>
                  </a:lnTo>
                  <a:lnTo>
                    <a:pt x="49138" y="9951"/>
                  </a:lnTo>
                  <a:lnTo>
                    <a:pt x="49255" y="9903"/>
                  </a:lnTo>
                  <a:lnTo>
                    <a:pt x="49335" y="9849"/>
                  </a:lnTo>
                  <a:lnTo>
                    <a:pt x="49666" y="9577"/>
                  </a:lnTo>
                  <a:lnTo>
                    <a:pt x="49682" y="9563"/>
                  </a:lnTo>
                  <a:lnTo>
                    <a:pt x="49694" y="9555"/>
                  </a:lnTo>
                  <a:lnTo>
                    <a:pt x="49705" y="9547"/>
                  </a:lnTo>
                  <a:lnTo>
                    <a:pt x="49717" y="9540"/>
                  </a:lnTo>
                  <a:lnTo>
                    <a:pt x="49838" y="9474"/>
                  </a:lnTo>
                  <a:lnTo>
                    <a:pt x="49858" y="9465"/>
                  </a:lnTo>
                  <a:lnTo>
                    <a:pt x="49869" y="9461"/>
                  </a:lnTo>
                  <a:lnTo>
                    <a:pt x="49999" y="9409"/>
                  </a:lnTo>
                  <a:lnTo>
                    <a:pt x="50027" y="9401"/>
                  </a:lnTo>
                  <a:lnTo>
                    <a:pt x="50058" y="9392"/>
                  </a:lnTo>
                  <a:lnTo>
                    <a:pt x="50069" y="9378"/>
                  </a:lnTo>
                  <a:lnTo>
                    <a:pt x="50100" y="9338"/>
                  </a:lnTo>
                  <a:lnTo>
                    <a:pt x="50106" y="9331"/>
                  </a:lnTo>
                  <a:lnTo>
                    <a:pt x="50246" y="9235"/>
                  </a:lnTo>
                  <a:lnTo>
                    <a:pt x="50251" y="9231"/>
                  </a:lnTo>
                  <a:lnTo>
                    <a:pt x="50315" y="9209"/>
                  </a:lnTo>
                  <a:lnTo>
                    <a:pt x="50570" y="9151"/>
                  </a:lnTo>
                  <a:lnTo>
                    <a:pt x="50597" y="9146"/>
                  </a:lnTo>
                  <a:lnTo>
                    <a:pt x="50661" y="9134"/>
                  </a:lnTo>
                  <a:lnTo>
                    <a:pt x="50831" y="9101"/>
                  </a:lnTo>
                  <a:lnTo>
                    <a:pt x="50873" y="9092"/>
                  </a:lnTo>
                  <a:lnTo>
                    <a:pt x="50878" y="9091"/>
                  </a:lnTo>
                  <a:lnTo>
                    <a:pt x="50904" y="9085"/>
                  </a:lnTo>
                  <a:lnTo>
                    <a:pt x="51036" y="9053"/>
                  </a:lnTo>
                  <a:lnTo>
                    <a:pt x="51048" y="9049"/>
                  </a:lnTo>
                  <a:lnTo>
                    <a:pt x="51252" y="8981"/>
                  </a:lnTo>
                  <a:lnTo>
                    <a:pt x="51437" y="8919"/>
                  </a:lnTo>
                  <a:lnTo>
                    <a:pt x="51542" y="8817"/>
                  </a:lnTo>
                  <a:lnTo>
                    <a:pt x="51629" y="8779"/>
                  </a:lnTo>
                  <a:lnTo>
                    <a:pt x="51665" y="8777"/>
                  </a:lnTo>
                  <a:lnTo>
                    <a:pt x="51727" y="8792"/>
                  </a:lnTo>
                  <a:lnTo>
                    <a:pt x="51862" y="8733"/>
                  </a:lnTo>
                  <a:lnTo>
                    <a:pt x="52253" y="8601"/>
                  </a:lnTo>
                  <a:lnTo>
                    <a:pt x="52289" y="8591"/>
                  </a:lnTo>
                  <a:lnTo>
                    <a:pt x="52318" y="8591"/>
                  </a:lnTo>
                  <a:lnTo>
                    <a:pt x="52463" y="8629"/>
                  </a:lnTo>
                  <a:lnTo>
                    <a:pt x="52509" y="8647"/>
                  </a:lnTo>
                  <a:lnTo>
                    <a:pt x="52537" y="8667"/>
                  </a:lnTo>
                  <a:lnTo>
                    <a:pt x="52573" y="8686"/>
                  </a:lnTo>
                  <a:lnTo>
                    <a:pt x="52640" y="8709"/>
                  </a:lnTo>
                  <a:lnTo>
                    <a:pt x="52651" y="8713"/>
                  </a:lnTo>
                  <a:lnTo>
                    <a:pt x="52691" y="8726"/>
                  </a:lnTo>
                  <a:lnTo>
                    <a:pt x="52720" y="8734"/>
                  </a:lnTo>
                  <a:lnTo>
                    <a:pt x="52744" y="8741"/>
                  </a:lnTo>
                  <a:lnTo>
                    <a:pt x="52794" y="8751"/>
                  </a:lnTo>
                  <a:lnTo>
                    <a:pt x="53051" y="8792"/>
                  </a:lnTo>
                  <a:lnTo>
                    <a:pt x="53155" y="8809"/>
                  </a:lnTo>
                  <a:lnTo>
                    <a:pt x="53180" y="8812"/>
                  </a:lnTo>
                  <a:lnTo>
                    <a:pt x="53234" y="8816"/>
                  </a:lnTo>
                  <a:lnTo>
                    <a:pt x="53286" y="8819"/>
                  </a:lnTo>
                  <a:lnTo>
                    <a:pt x="53303" y="8820"/>
                  </a:lnTo>
                  <a:lnTo>
                    <a:pt x="53368" y="8822"/>
                  </a:lnTo>
                  <a:lnTo>
                    <a:pt x="53417" y="8821"/>
                  </a:lnTo>
                  <a:lnTo>
                    <a:pt x="53432" y="8820"/>
                  </a:lnTo>
                  <a:lnTo>
                    <a:pt x="53447" y="8818"/>
                  </a:lnTo>
                  <a:lnTo>
                    <a:pt x="53477" y="8812"/>
                  </a:lnTo>
                  <a:lnTo>
                    <a:pt x="53589" y="8788"/>
                  </a:lnTo>
                  <a:lnTo>
                    <a:pt x="53597" y="8786"/>
                  </a:lnTo>
                  <a:lnTo>
                    <a:pt x="53608" y="8783"/>
                  </a:lnTo>
                  <a:lnTo>
                    <a:pt x="53625" y="8775"/>
                  </a:lnTo>
                  <a:lnTo>
                    <a:pt x="53635" y="8770"/>
                  </a:lnTo>
                  <a:lnTo>
                    <a:pt x="53647" y="8765"/>
                  </a:lnTo>
                  <a:lnTo>
                    <a:pt x="53715" y="8724"/>
                  </a:lnTo>
                  <a:lnTo>
                    <a:pt x="53777" y="8685"/>
                  </a:lnTo>
                  <a:lnTo>
                    <a:pt x="53780" y="8673"/>
                  </a:lnTo>
                  <a:lnTo>
                    <a:pt x="53792" y="8649"/>
                  </a:lnTo>
                  <a:lnTo>
                    <a:pt x="53813" y="8608"/>
                  </a:lnTo>
                  <a:lnTo>
                    <a:pt x="53873" y="8561"/>
                  </a:lnTo>
                  <a:lnTo>
                    <a:pt x="53949" y="8526"/>
                  </a:lnTo>
                  <a:lnTo>
                    <a:pt x="53964" y="8519"/>
                  </a:lnTo>
                  <a:lnTo>
                    <a:pt x="53999" y="8509"/>
                  </a:lnTo>
                  <a:lnTo>
                    <a:pt x="54015" y="8504"/>
                  </a:lnTo>
                  <a:lnTo>
                    <a:pt x="54065" y="8505"/>
                  </a:lnTo>
                  <a:lnTo>
                    <a:pt x="54198" y="8396"/>
                  </a:lnTo>
                  <a:lnTo>
                    <a:pt x="54203" y="8391"/>
                  </a:lnTo>
                  <a:lnTo>
                    <a:pt x="54213" y="8386"/>
                  </a:lnTo>
                  <a:lnTo>
                    <a:pt x="54234" y="8387"/>
                  </a:lnTo>
                  <a:lnTo>
                    <a:pt x="54378" y="8395"/>
                  </a:lnTo>
                  <a:lnTo>
                    <a:pt x="54404" y="8397"/>
                  </a:lnTo>
                  <a:lnTo>
                    <a:pt x="54416" y="8399"/>
                  </a:lnTo>
                  <a:lnTo>
                    <a:pt x="54424" y="8410"/>
                  </a:lnTo>
                  <a:lnTo>
                    <a:pt x="54431" y="8440"/>
                  </a:lnTo>
                  <a:lnTo>
                    <a:pt x="54432" y="8453"/>
                  </a:lnTo>
                  <a:lnTo>
                    <a:pt x="54435" y="8477"/>
                  </a:lnTo>
                  <a:lnTo>
                    <a:pt x="54444" y="8528"/>
                  </a:lnTo>
                  <a:lnTo>
                    <a:pt x="54716" y="8534"/>
                  </a:lnTo>
                  <a:lnTo>
                    <a:pt x="54785" y="8534"/>
                  </a:lnTo>
                  <a:lnTo>
                    <a:pt x="54811" y="8533"/>
                  </a:lnTo>
                  <a:lnTo>
                    <a:pt x="54918" y="8522"/>
                  </a:lnTo>
                  <a:lnTo>
                    <a:pt x="54966" y="8515"/>
                  </a:lnTo>
                  <a:lnTo>
                    <a:pt x="55024" y="8506"/>
                  </a:lnTo>
                  <a:lnTo>
                    <a:pt x="55345" y="8456"/>
                  </a:lnTo>
                  <a:lnTo>
                    <a:pt x="55451" y="8434"/>
                  </a:lnTo>
                  <a:lnTo>
                    <a:pt x="55516" y="8420"/>
                  </a:lnTo>
                  <a:lnTo>
                    <a:pt x="55544" y="8411"/>
                  </a:lnTo>
                  <a:lnTo>
                    <a:pt x="55559" y="8406"/>
                  </a:lnTo>
                  <a:lnTo>
                    <a:pt x="55946" y="8267"/>
                  </a:lnTo>
                  <a:lnTo>
                    <a:pt x="56128" y="8202"/>
                  </a:lnTo>
                  <a:lnTo>
                    <a:pt x="56220" y="8162"/>
                  </a:lnTo>
                  <a:lnTo>
                    <a:pt x="56274" y="8137"/>
                  </a:lnTo>
                  <a:lnTo>
                    <a:pt x="56333" y="8109"/>
                  </a:lnTo>
                  <a:lnTo>
                    <a:pt x="56587" y="7987"/>
                  </a:lnTo>
                  <a:lnTo>
                    <a:pt x="56917" y="7822"/>
                  </a:lnTo>
                  <a:lnTo>
                    <a:pt x="57070" y="7712"/>
                  </a:lnTo>
                  <a:lnTo>
                    <a:pt x="57202" y="7618"/>
                  </a:lnTo>
                  <a:lnTo>
                    <a:pt x="57222" y="7604"/>
                  </a:lnTo>
                  <a:lnTo>
                    <a:pt x="57823" y="7360"/>
                  </a:lnTo>
                  <a:lnTo>
                    <a:pt x="57831" y="7356"/>
                  </a:lnTo>
                  <a:lnTo>
                    <a:pt x="57798" y="7220"/>
                  </a:lnTo>
                  <a:lnTo>
                    <a:pt x="57768" y="7143"/>
                  </a:lnTo>
                  <a:lnTo>
                    <a:pt x="58026" y="6808"/>
                  </a:lnTo>
                  <a:lnTo>
                    <a:pt x="58190" y="6633"/>
                  </a:lnTo>
                  <a:lnTo>
                    <a:pt x="58285" y="6725"/>
                  </a:lnTo>
                  <a:lnTo>
                    <a:pt x="58384" y="6824"/>
                  </a:lnTo>
                  <a:lnTo>
                    <a:pt x="58489" y="6740"/>
                  </a:lnTo>
                  <a:lnTo>
                    <a:pt x="58532" y="6695"/>
                  </a:lnTo>
                  <a:lnTo>
                    <a:pt x="58533" y="6685"/>
                  </a:lnTo>
                  <a:lnTo>
                    <a:pt x="58561" y="6633"/>
                  </a:lnTo>
                  <a:lnTo>
                    <a:pt x="58643" y="6543"/>
                  </a:lnTo>
                  <a:lnTo>
                    <a:pt x="58755" y="6421"/>
                  </a:lnTo>
                  <a:lnTo>
                    <a:pt x="58892" y="6314"/>
                  </a:lnTo>
                  <a:lnTo>
                    <a:pt x="58901" y="6307"/>
                  </a:lnTo>
                  <a:lnTo>
                    <a:pt x="58911" y="6301"/>
                  </a:lnTo>
                  <a:lnTo>
                    <a:pt x="58920" y="6296"/>
                  </a:lnTo>
                  <a:lnTo>
                    <a:pt x="58933" y="6289"/>
                  </a:lnTo>
                  <a:lnTo>
                    <a:pt x="58948" y="6286"/>
                  </a:lnTo>
                  <a:lnTo>
                    <a:pt x="58960" y="6285"/>
                  </a:lnTo>
                  <a:lnTo>
                    <a:pt x="58973" y="6285"/>
                  </a:lnTo>
                  <a:lnTo>
                    <a:pt x="58983" y="6290"/>
                  </a:lnTo>
                  <a:lnTo>
                    <a:pt x="58988" y="6295"/>
                  </a:lnTo>
                  <a:lnTo>
                    <a:pt x="59252" y="6548"/>
                  </a:lnTo>
                  <a:lnTo>
                    <a:pt x="59258" y="6550"/>
                  </a:lnTo>
                  <a:lnTo>
                    <a:pt x="59354" y="6585"/>
                  </a:lnTo>
                  <a:lnTo>
                    <a:pt x="59381" y="6595"/>
                  </a:lnTo>
                  <a:lnTo>
                    <a:pt x="59387" y="6597"/>
                  </a:lnTo>
                  <a:lnTo>
                    <a:pt x="59639" y="6688"/>
                  </a:lnTo>
                  <a:lnTo>
                    <a:pt x="59661" y="6698"/>
                  </a:lnTo>
                  <a:lnTo>
                    <a:pt x="59675" y="6704"/>
                  </a:lnTo>
                  <a:lnTo>
                    <a:pt x="59684" y="6710"/>
                  </a:lnTo>
                  <a:lnTo>
                    <a:pt x="59695" y="6719"/>
                  </a:lnTo>
                  <a:lnTo>
                    <a:pt x="59710" y="6731"/>
                  </a:lnTo>
                  <a:lnTo>
                    <a:pt x="59781" y="6793"/>
                  </a:lnTo>
                  <a:lnTo>
                    <a:pt x="59802" y="6812"/>
                  </a:lnTo>
                  <a:lnTo>
                    <a:pt x="59816" y="6825"/>
                  </a:lnTo>
                  <a:lnTo>
                    <a:pt x="60025" y="7022"/>
                  </a:lnTo>
                  <a:lnTo>
                    <a:pt x="60060" y="7075"/>
                  </a:lnTo>
                  <a:lnTo>
                    <a:pt x="60134" y="7188"/>
                  </a:lnTo>
                  <a:lnTo>
                    <a:pt x="60159" y="7227"/>
                  </a:lnTo>
                  <a:lnTo>
                    <a:pt x="60251" y="7378"/>
                  </a:lnTo>
                  <a:lnTo>
                    <a:pt x="60253" y="7382"/>
                  </a:lnTo>
                  <a:lnTo>
                    <a:pt x="60367" y="7625"/>
                  </a:lnTo>
                  <a:lnTo>
                    <a:pt x="60370" y="7635"/>
                  </a:lnTo>
                  <a:lnTo>
                    <a:pt x="60369" y="7640"/>
                  </a:lnTo>
                  <a:lnTo>
                    <a:pt x="60365" y="7650"/>
                  </a:lnTo>
                  <a:lnTo>
                    <a:pt x="60365" y="7655"/>
                  </a:lnTo>
                  <a:lnTo>
                    <a:pt x="60458" y="7998"/>
                  </a:lnTo>
                  <a:lnTo>
                    <a:pt x="60531" y="8270"/>
                  </a:lnTo>
                  <a:lnTo>
                    <a:pt x="60533" y="8279"/>
                  </a:lnTo>
                  <a:lnTo>
                    <a:pt x="60567" y="8359"/>
                  </a:lnTo>
                  <a:lnTo>
                    <a:pt x="60619" y="8481"/>
                  </a:lnTo>
                  <a:lnTo>
                    <a:pt x="60698" y="8633"/>
                  </a:lnTo>
                  <a:lnTo>
                    <a:pt x="60721" y="8626"/>
                  </a:lnTo>
                  <a:lnTo>
                    <a:pt x="60767" y="8612"/>
                  </a:lnTo>
                  <a:lnTo>
                    <a:pt x="60795" y="8604"/>
                  </a:lnTo>
                  <a:lnTo>
                    <a:pt x="60819" y="8597"/>
                  </a:lnTo>
                  <a:lnTo>
                    <a:pt x="60903" y="8572"/>
                  </a:lnTo>
                  <a:lnTo>
                    <a:pt x="60890" y="8439"/>
                  </a:lnTo>
                  <a:lnTo>
                    <a:pt x="60889" y="8432"/>
                  </a:lnTo>
                  <a:lnTo>
                    <a:pt x="60886" y="8422"/>
                  </a:lnTo>
                  <a:lnTo>
                    <a:pt x="60849" y="8345"/>
                  </a:lnTo>
                  <a:lnTo>
                    <a:pt x="60814" y="8183"/>
                  </a:lnTo>
                  <a:lnTo>
                    <a:pt x="60750" y="7878"/>
                  </a:lnTo>
                  <a:lnTo>
                    <a:pt x="60715" y="7502"/>
                  </a:lnTo>
                  <a:lnTo>
                    <a:pt x="60684" y="7305"/>
                  </a:lnTo>
                  <a:lnTo>
                    <a:pt x="60656" y="7196"/>
                  </a:lnTo>
                  <a:lnTo>
                    <a:pt x="60646" y="7164"/>
                  </a:lnTo>
                  <a:lnTo>
                    <a:pt x="60640" y="7144"/>
                  </a:lnTo>
                  <a:lnTo>
                    <a:pt x="60632" y="7120"/>
                  </a:lnTo>
                  <a:lnTo>
                    <a:pt x="60626" y="7107"/>
                  </a:lnTo>
                  <a:lnTo>
                    <a:pt x="60596" y="7042"/>
                  </a:lnTo>
                  <a:lnTo>
                    <a:pt x="60435" y="6725"/>
                  </a:lnTo>
                  <a:lnTo>
                    <a:pt x="60221" y="6431"/>
                  </a:lnTo>
                  <a:lnTo>
                    <a:pt x="60160" y="6372"/>
                  </a:lnTo>
                  <a:lnTo>
                    <a:pt x="60123" y="6340"/>
                  </a:lnTo>
                  <a:lnTo>
                    <a:pt x="60111" y="6331"/>
                  </a:lnTo>
                  <a:lnTo>
                    <a:pt x="60097" y="6321"/>
                  </a:lnTo>
                  <a:lnTo>
                    <a:pt x="60084" y="6313"/>
                  </a:lnTo>
                  <a:lnTo>
                    <a:pt x="60058" y="6296"/>
                  </a:lnTo>
                  <a:lnTo>
                    <a:pt x="59875" y="6182"/>
                  </a:lnTo>
                  <a:lnTo>
                    <a:pt x="59805" y="6137"/>
                  </a:lnTo>
                  <a:lnTo>
                    <a:pt x="59678" y="6058"/>
                  </a:lnTo>
                  <a:lnTo>
                    <a:pt x="59635" y="6031"/>
                  </a:lnTo>
                  <a:lnTo>
                    <a:pt x="59600" y="6008"/>
                  </a:lnTo>
                  <a:lnTo>
                    <a:pt x="59312" y="5887"/>
                  </a:lnTo>
                  <a:lnTo>
                    <a:pt x="59094" y="5795"/>
                  </a:lnTo>
                  <a:lnTo>
                    <a:pt x="59066" y="5783"/>
                  </a:lnTo>
                  <a:lnTo>
                    <a:pt x="58992" y="5745"/>
                  </a:lnTo>
                  <a:lnTo>
                    <a:pt x="58588" y="5537"/>
                  </a:lnTo>
                  <a:lnTo>
                    <a:pt x="58578" y="5531"/>
                  </a:lnTo>
                  <a:lnTo>
                    <a:pt x="58573" y="5502"/>
                  </a:lnTo>
                  <a:lnTo>
                    <a:pt x="58571" y="5463"/>
                  </a:lnTo>
                  <a:lnTo>
                    <a:pt x="58571" y="5455"/>
                  </a:lnTo>
                  <a:lnTo>
                    <a:pt x="58573" y="5444"/>
                  </a:lnTo>
                  <a:lnTo>
                    <a:pt x="58575" y="5439"/>
                  </a:lnTo>
                  <a:lnTo>
                    <a:pt x="58661" y="5373"/>
                  </a:lnTo>
                  <a:lnTo>
                    <a:pt x="58668" y="5370"/>
                  </a:lnTo>
                  <a:lnTo>
                    <a:pt x="58679" y="5366"/>
                  </a:lnTo>
                  <a:lnTo>
                    <a:pt x="58688" y="5363"/>
                  </a:lnTo>
                  <a:lnTo>
                    <a:pt x="58700" y="5359"/>
                  </a:lnTo>
                  <a:lnTo>
                    <a:pt x="58706" y="5357"/>
                  </a:lnTo>
                  <a:lnTo>
                    <a:pt x="58996" y="5275"/>
                  </a:lnTo>
                  <a:lnTo>
                    <a:pt x="59003" y="5273"/>
                  </a:lnTo>
                  <a:lnTo>
                    <a:pt x="59124" y="5242"/>
                  </a:lnTo>
                  <a:lnTo>
                    <a:pt x="59107" y="5183"/>
                  </a:lnTo>
                  <a:lnTo>
                    <a:pt x="59097" y="5151"/>
                  </a:lnTo>
                  <a:lnTo>
                    <a:pt x="59003" y="5114"/>
                  </a:lnTo>
                  <a:lnTo>
                    <a:pt x="58947" y="5042"/>
                  </a:lnTo>
                  <a:lnTo>
                    <a:pt x="59143" y="4698"/>
                  </a:lnTo>
                  <a:lnTo>
                    <a:pt x="59219" y="4695"/>
                  </a:lnTo>
                  <a:lnTo>
                    <a:pt x="59246" y="4694"/>
                  </a:lnTo>
                  <a:lnTo>
                    <a:pt x="59275" y="4692"/>
                  </a:lnTo>
                  <a:lnTo>
                    <a:pt x="59465" y="4449"/>
                  </a:lnTo>
                  <a:lnTo>
                    <a:pt x="59493" y="4409"/>
                  </a:lnTo>
                  <a:lnTo>
                    <a:pt x="59496" y="4401"/>
                  </a:lnTo>
                  <a:lnTo>
                    <a:pt x="59563" y="4278"/>
                  </a:lnTo>
                  <a:lnTo>
                    <a:pt x="59688" y="4082"/>
                  </a:lnTo>
                  <a:lnTo>
                    <a:pt x="59694" y="4075"/>
                  </a:lnTo>
                  <a:lnTo>
                    <a:pt x="59699" y="4071"/>
                  </a:lnTo>
                  <a:lnTo>
                    <a:pt x="59704" y="4067"/>
                  </a:lnTo>
                  <a:lnTo>
                    <a:pt x="59709" y="4064"/>
                  </a:lnTo>
                  <a:lnTo>
                    <a:pt x="59715" y="4060"/>
                  </a:lnTo>
                  <a:lnTo>
                    <a:pt x="59772" y="4029"/>
                  </a:lnTo>
                  <a:lnTo>
                    <a:pt x="59781" y="4025"/>
                  </a:lnTo>
                  <a:lnTo>
                    <a:pt x="59790" y="4021"/>
                  </a:lnTo>
                  <a:lnTo>
                    <a:pt x="59798" y="4017"/>
                  </a:lnTo>
                  <a:lnTo>
                    <a:pt x="59808" y="4013"/>
                  </a:lnTo>
                  <a:lnTo>
                    <a:pt x="59816" y="4010"/>
                  </a:lnTo>
                  <a:lnTo>
                    <a:pt x="59824" y="4008"/>
                  </a:lnTo>
                  <a:lnTo>
                    <a:pt x="59829" y="4006"/>
                  </a:lnTo>
                  <a:lnTo>
                    <a:pt x="59835" y="4005"/>
                  </a:lnTo>
                  <a:lnTo>
                    <a:pt x="59861" y="3996"/>
                  </a:lnTo>
                  <a:lnTo>
                    <a:pt x="59886" y="3983"/>
                  </a:lnTo>
                  <a:lnTo>
                    <a:pt x="59896" y="3978"/>
                  </a:lnTo>
                  <a:lnTo>
                    <a:pt x="59907" y="3971"/>
                  </a:lnTo>
                  <a:lnTo>
                    <a:pt x="59929" y="3947"/>
                  </a:lnTo>
                  <a:lnTo>
                    <a:pt x="59933" y="3942"/>
                  </a:lnTo>
                  <a:lnTo>
                    <a:pt x="59937" y="3937"/>
                  </a:lnTo>
                  <a:lnTo>
                    <a:pt x="59942" y="3932"/>
                  </a:lnTo>
                  <a:lnTo>
                    <a:pt x="59946" y="3927"/>
                  </a:lnTo>
                  <a:lnTo>
                    <a:pt x="59950" y="3921"/>
                  </a:lnTo>
                  <a:lnTo>
                    <a:pt x="59954" y="3915"/>
                  </a:lnTo>
                  <a:lnTo>
                    <a:pt x="59958" y="3909"/>
                  </a:lnTo>
                  <a:lnTo>
                    <a:pt x="59990" y="3860"/>
                  </a:lnTo>
                  <a:lnTo>
                    <a:pt x="60001" y="3842"/>
                  </a:lnTo>
                  <a:lnTo>
                    <a:pt x="60009" y="3827"/>
                  </a:lnTo>
                  <a:lnTo>
                    <a:pt x="60012" y="3821"/>
                  </a:lnTo>
                  <a:lnTo>
                    <a:pt x="60015" y="3815"/>
                  </a:lnTo>
                  <a:lnTo>
                    <a:pt x="60017" y="3808"/>
                  </a:lnTo>
                  <a:lnTo>
                    <a:pt x="60019" y="3801"/>
                  </a:lnTo>
                  <a:lnTo>
                    <a:pt x="60021" y="3795"/>
                  </a:lnTo>
                  <a:lnTo>
                    <a:pt x="60025" y="3781"/>
                  </a:lnTo>
                  <a:lnTo>
                    <a:pt x="60027" y="3769"/>
                  </a:lnTo>
                  <a:lnTo>
                    <a:pt x="60029" y="3760"/>
                  </a:lnTo>
                  <a:lnTo>
                    <a:pt x="60030" y="3751"/>
                  </a:lnTo>
                  <a:lnTo>
                    <a:pt x="60030" y="3744"/>
                  </a:lnTo>
                  <a:lnTo>
                    <a:pt x="60030" y="3738"/>
                  </a:lnTo>
                  <a:lnTo>
                    <a:pt x="60030" y="3732"/>
                  </a:lnTo>
                  <a:lnTo>
                    <a:pt x="60028" y="3583"/>
                  </a:lnTo>
                  <a:lnTo>
                    <a:pt x="60072" y="3451"/>
                  </a:lnTo>
                  <a:lnTo>
                    <a:pt x="60173" y="3152"/>
                  </a:lnTo>
                  <a:lnTo>
                    <a:pt x="60193" y="3092"/>
                  </a:lnTo>
                  <a:lnTo>
                    <a:pt x="60199" y="3079"/>
                  </a:lnTo>
                  <a:lnTo>
                    <a:pt x="60227" y="3050"/>
                  </a:lnTo>
                  <a:lnTo>
                    <a:pt x="60235" y="3027"/>
                  </a:lnTo>
                  <a:lnTo>
                    <a:pt x="60251" y="2968"/>
                  </a:lnTo>
                  <a:lnTo>
                    <a:pt x="60398" y="2590"/>
                  </a:lnTo>
                  <a:lnTo>
                    <a:pt x="60400" y="2584"/>
                  </a:lnTo>
                  <a:lnTo>
                    <a:pt x="60403" y="2577"/>
                  </a:lnTo>
                  <a:lnTo>
                    <a:pt x="60406" y="2572"/>
                  </a:lnTo>
                  <a:lnTo>
                    <a:pt x="60470" y="2447"/>
                  </a:lnTo>
                  <a:lnTo>
                    <a:pt x="60472" y="2443"/>
                  </a:lnTo>
                  <a:lnTo>
                    <a:pt x="60490" y="2418"/>
                  </a:lnTo>
                  <a:lnTo>
                    <a:pt x="60496" y="2410"/>
                  </a:lnTo>
                  <a:lnTo>
                    <a:pt x="60503" y="2403"/>
                  </a:lnTo>
                  <a:lnTo>
                    <a:pt x="60516" y="2392"/>
                  </a:lnTo>
                  <a:lnTo>
                    <a:pt x="60525" y="2384"/>
                  </a:lnTo>
                  <a:lnTo>
                    <a:pt x="60546" y="2367"/>
                  </a:lnTo>
                  <a:lnTo>
                    <a:pt x="60551" y="2364"/>
                  </a:lnTo>
                  <a:lnTo>
                    <a:pt x="60557" y="2361"/>
                  </a:lnTo>
                  <a:lnTo>
                    <a:pt x="60564" y="2357"/>
                  </a:lnTo>
                  <a:lnTo>
                    <a:pt x="60570" y="2354"/>
                  </a:lnTo>
                  <a:lnTo>
                    <a:pt x="60574" y="2352"/>
                  </a:lnTo>
                  <a:lnTo>
                    <a:pt x="60603" y="2340"/>
                  </a:lnTo>
                  <a:lnTo>
                    <a:pt x="60609" y="2338"/>
                  </a:lnTo>
                  <a:lnTo>
                    <a:pt x="60628" y="2332"/>
                  </a:lnTo>
                  <a:lnTo>
                    <a:pt x="60635" y="2330"/>
                  </a:lnTo>
                  <a:lnTo>
                    <a:pt x="60642" y="2329"/>
                  </a:lnTo>
                  <a:lnTo>
                    <a:pt x="60651" y="2327"/>
                  </a:lnTo>
                  <a:lnTo>
                    <a:pt x="60664" y="2327"/>
                  </a:lnTo>
                  <a:lnTo>
                    <a:pt x="60670" y="2328"/>
                  </a:lnTo>
                  <a:lnTo>
                    <a:pt x="60675" y="2330"/>
                  </a:lnTo>
                  <a:lnTo>
                    <a:pt x="60683" y="2333"/>
                  </a:lnTo>
                  <a:lnTo>
                    <a:pt x="60691" y="2336"/>
                  </a:lnTo>
                  <a:lnTo>
                    <a:pt x="60697" y="2340"/>
                  </a:lnTo>
                  <a:lnTo>
                    <a:pt x="60702" y="2344"/>
                  </a:lnTo>
                  <a:lnTo>
                    <a:pt x="60707" y="2349"/>
                  </a:lnTo>
                  <a:lnTo>
                    <a:pt x="60711" y="2353"/>
                  </a:lnTo>
                  <a:lnTo>
                    <a:pt x="60717" y="2359"/>
                  </a:lnTo>
                  <a:lnTo>
                    <a:pt x="60721" y="2364"/>
                  </a:lnTo>
                  <a:lnTo>
                    <a:pt x="60728" y="2375"/>
                  </a:lnTo>
                  <a:lnTo>
                    <a:pt x="60732" y="2379"/>
                  </a:lnTo>
                  <a:lnTo>
                    <a:pt x="60747" y="2396"/>
                  </a:lnTo>
                  <a:lnTo>
                    <a:pt x="60750" y="2399"/>
                  </a:lnTo>
                  <a:lnTo>
                    <a:pt x="60754" y="2403"/>
                  </a:lnTo>
                  <a:lnTo>
                    <a:pt x="60757" y="2406"/>
                  </a:lnTo>
                  <a:lnTo>
                    <a:pt x="60762" y="2409"/>
                  </a:lnTo>
                  <a:lnTo>
                    <a:pt x="60769" y="2413"/>
                  </a:lnTo>
                  <a:lnTo>
                    <a:pt x="60774" y="2415"/>
                  </a:lnTo>
                  <a:lnTo>
                    <a:pt x="60780" y="2416"/>
                  </a:lnTo>
                  <a:lnTo>
                    <a:pt x="60784" y="2416"/>
                  </a:lnTo>
                  <a:lnTo>
                    <a:pt x="60792" y="2417"/>
                  </a:lnTo>
                  <a:lnTo>
                    <a:pt x="60821" y="2418"/>
                  </a:lnTo>
                  <a:lnTo>
                    <a:pt x="60828" y="2418"/>
                  </a:lnTo>
                  <a:lnTo>
                    <a:pt x="60833" y="2418"/>
                  </a:lnTo>
                  <a:lnTo>
                    <a:pt x="60859" y="2416"/>
                  </a:lnTo>
                  <a:lnTo>
                    <a:pt x="60863" y="2416"/>
                  </a:lnTo>
                  <a:lnTo>
                    <a:pt x="60956" y="2401"/>
                  </a:lnTo>
                  <a:lnTo>
                    <a:pt x="60961" y="2400"/>
                  </a:lnTo>
                  <a:lnTo>
                    <a:pt x="61122" y="2360"/>
                  </a:lnTo>
                  <a:lnTo>
                    <a:pt x="61203" y="2324"/>
                  </a:lnTo>
                  <a:lnTo>
                    <a:pt x="61207" y="2322"/>
                  </a:lnTo>
                  <a:lnTo>
                    <a:pt x="61214" y="2318"/>
                  </a:lnTo>
                  <a:lnTo>
                    <a:pt x="61220" y="2314"/>
                  </a:lnTo>
                  <a:lnTo>
                    <a:pt x="61226" y="2310"/>
                  </a:lnTo>
                  <a:lnTo>
                    <a:pt x="61276" y="2273"/>
                  </a:lnTo>
                  <a:lnTo>
                    <a:pt x="61337" y="2228"/>
                  </a:lnTo>
                  <a:lnTo>
                    <a:pt x="61343" y="2223"/>
                  </a:lnTo>
                  <a:lnTo>
                    <a:pt x="61351" y="2216"/>
                  </a:lnTo>
                  <a:lnTo>
                    <a:pt x="61408" y="2163"/>
                  </a:lnTo>
                  <a:lnTo>
                    <a:pt x="61414" y="2157"/>
                  </a:lnTo>
                  <a:lnTo>
                    <a:pt x="61470" y="2095"/>
                  </a:lnTo>
                  <a:lnTo>
                    <a:pt x="61477" y="2085"/>
                  </a:lnTo>
                  <a:lnTo>
                    <a:pt x="61481" y="2080"/>
                  </a:lnTo>
                  <a:lnTo>
                    <a:pt x="61483" y="2075"/>
                  </a:lnTo>
                  <a:lnTo>
                    <a:pt x="61485" y="2069"/>
                  </a:lnTo>
                  <a:lnTo>
                    <a:pt x="61487" y="2061"/>
                  </a:lnTo>
                  <a:lnTo>
                    <a:pt x="61488" y="2054"/>
                  </a:lnTo>
                  <a:lnTo>
                    <a:pt x="61476" y="2008"/>
                  </a:lnTo>
                  <a:lnTo>
                    <a:pt x="61460" y="1967"/>
                  </a:lnTo>
                  <a:lnTo>
                    <a:pt x="61612" y="1582"/>
                  </a:lnTo>
                  <a:lnTo>
                    <a:pt x="61663" y="1531"/>
                  </a:lnTo>
                  <a:lnTo>
                    <a:pt x="61682" y="1516"/>
                  </a:lnTo>
                  <a:lnTo>
                    <a:pt x="61713" y="1495"/>
                  </a:lnTo>
                  <a:lnTo>
                    <a:pt x="61737" y="1479"/>
                  </a:lnTo>
                  <a:lnTo>
                    <a:pt x="61771" y="1456"/>
                  </a:lnTo>
                  <a:lnTo>
                    <a:pt x="61936" y="1351"/>
                  </a:lnTo>
                  <a:lnTo>
                    <a:pt x="62057" y="1276"/>
                  </a:lnTo>
                  <a:lnTo>
                    <a:pt x="62401" y="1066"/>
                  </a:lnTo>
                  <a:lnTo>
                    <a:pt x="62496" y="1035"/>
                  </a:lnTo>
                  <a:lnTo>
                    <a:pt x="62597" y="1004"/>
                  </a:lnTo>
                  <a:lnTo>
                    <a:pt x="62747" y="958"/>
                  </a:lnTo>
                  <a:lnTo>
                    <a:pt x="62826" y="911"/>
                  </a:lnTo>
                  <a:lnTo>
                    <a:pt x="62830" y="908"/>
                  </a:lnTo>
                  <a:lnTo>
                    <a:pt x="62852" y="893"/>
                  </a:lnTo>
                  <a:lnTo>
                    <a:pt x="62939" y="826"/>
                  </a:lnTo>
                  <a:lnTo>
                    <a:pt x="62945" y="821"/>
                  </a:lnTo>
                  <a:lnTo>
                    <a:pt x="62967" y="802"/>
                  </a:lnTo>
                  <a:lnTo>
                    <a:pt x="62971" y="798"/>
                  </a:lnTo>
                  <a:lnTo>
                    <a:pt x="62976" y="793"/>
                  </a:lnTo>
                  <a:lnTo>
                    <a:pt x="62978" y="788"/>
                  </a:lnTo>
                  <a:lnTo>
                    <a:pt x="62994" y="746"/>
                  </a:lnTo>
                  <a:lnTo>
                    <a:pt x="62996" y="710"/>
                  </a:lnTo>
                  <a:lnTo>
                    <a:pt x="62984" y="705"/>
                  </a:lnTo>
                  <a:lnTo>
                    <a:pt x="62978" y="698"/>
                  </a:lnTo>
                  <a:lnTo>
                    <a:pt x="62969" y="685"/>
                  </a:lnTo>
                  <a:lnTo>
                    <a:pt x="62935" y="577"/>
                  </a:lnTo>
                  <a:lnTo>
                    <a:pt x="62927" y="501"/>
                  </a:lnTo>
                  <a:lnTo>
                    <a:pt x="62930" y="496"/>
                  </a:lnTo>
                  <a:lnTo>
                    <a:pt x="62953" y="455"/>
                  </a:lnTo>
                  <a:lnTo>
                    <a:pt x="62985" y="413"/>
                  </a:lnTo>
                  <a:lnTo>
                    <a:pt x="63025" y="413"/>
                  </a:lnTo>
                  <a:lnTo>
                    <a:pt x="63075" y="449"/>
                  </a:lnTo>
                  <a:lnTo>
                    <a:pt x="63074" y="457"/>
                  </a:lnTo>
                  <a:lnTo>
                    <a:pt x="63069" y="465"/>
                  </a:lnTo>
                  <a:lnTo>
                    <a:pt x="63066" y="470"/>
                  </a:lnTo>
                  <a:lnTo>
                    <a:pt x="63061" y="475"/>
                  </a:lnTo>
                  <a:lnTo>
                    <a:pt x="63057" y="481"/>
                  </a:lnTo>
                  <a:lnTo>
                    <a:pt x="63053" y="486"/>
                  </a:lnTo>
                  <a:lnTo>
                    <a:pt x="63050" y="492"/>
                  </a:lnTo>
                  <a:lnTo>
                    <a:pt x="63049" y="499"/>
                  </a:lnTo>
                  <a:lnTo>
                    <a:pt x="63048" y="504"/>
                  </a:lnTo>
                  <a:lnTo>
                    <a:pt x="63048" y="509"/>
                  </a:lnTo>
                  <a:lnTo>
                    <a:pt x="63048" y="515"/>
                  </a:lnTo>
                  <a:lnTo>
                    <a:pt x="63058" y="573"/>
                  </a:lnTo>
                  <a:lnTo>
                    <a:pt x="63061" y="583"/>
                  </a:lnTo>
                  <a:lnTo>
                    <a:pt x="63090" y="647"/>
                  </a:lnTo>
                  <a:lnTo>
                    <a:pt x="63097" y="654"/>
                  </a:lnTo>
                  <a:lnTo>
                    <a:pt x="63103" y="658"/>
                  </a:lnTo>
                  <a:lnTo>
                    <a:pt x="63107" y="661"/>
                  </a:lnTo>
                  <a:lnTo>
                    <a:pt x="63111" y="664"/>
                  </a:lnTo>
                  <a:lnTo>
                    <a:pt x="63117" y="667"/>
                  </a:lnTo>
                  <a:lnTo>
                    <a:pt x="63124" y="670"/>
                  </a:lnTo>
                  <a:lnTo>
                    <a:pt x="63227" y="705"/>
                  </a:lnTo>
                  <a:lnTo>
                    <a:pt x="63233" y="707"/>
                  </a:lnTo>
                  <a:lnTo>
                    <a:pt x="63240" y="709"/>
                  </a:lnTo>
                  <a:lnTo>
                    <a:pt x="63246" y="710"/>
                  </a:lnTo>
                  <a:lnTo>
                    <a:pt x="63253" y="712"/>
                  </a:lnTo>
                  <a:lnTo>
                    <a:pt x="63261" y="713"/>
                  </a:lnTo>
                  <a:lnTo>
                    <a:pt x="63290" y="718"/>
                  </a:lnTo>
                  <a:lnTo>
                    <a:pt x="63298" y="719"/>
                  </a:lnTo>
                  <a:lnTo>
                    <a:pt x="63306" y="719"/>
                  </a:lnTo>
                  <a:lnTo>
                    <a:pt x="63313" y="719"/>
                  </a:lnTo>
                  <a:lnTo>
                    <a:pt x="63317" y="718"/>
                  </a:lnTo>
                  <a:lnTo>
                    <a:pt x="63332" y="717"/>
                  </a:lnTo>
                  <a:lnTo>
                    <a:pt x="63379" y="711"/>
                  </a:lnTo>
                  <a:lnTo>
                    <a:pt x="63435" y="704"/>
                  </a:lnTo>
                  <a:lnTo>
                    <a:pt x="63694" y="672"/>
                  </a:lnTo>
                  <a:lnTo>
                    <a:pt x="63701" y="671"/>
                  </a:lnTo>
                  <a:lnTo>
                    <a:pt x="63791" y="634"/>
                  </a:lnTo>
                  <a:lnTo>
                    <a:pt x="63804" y="627"/>
                  </a:lnTo>
                  <a:lnTo>
                    <a:pt x="63813" y="621"/>
                  </a:lnTo>
                  <a:lnTo>
                    <a:pt x="63959" y="517"/>
                  </a:lnTo>
                  <a:lnTo>
                    <a:pt x="63965" y="511"/>
                  </a:lnTo>
                  <a:lnTo>
                    <a:pt x="63969" y="504"/>
                  </a:lnTo>
                  <a:lnTo>
                    <a:pt x="64048" y="357"/>
                  </a:lnTo>
                  <a:lnTo>
                    <a:pt x="64052" y="342"/>
                  </a:lnTo>
                  <a:lnTo>
                    <a:pt x="64036" y="277"/>
                  </a:lnTo>
                  <a:lnTo>
                    <a:pt x="64034" y="270"/>
                  </a:lnTo>
                  <a:lnTo>
                    <a:pt x="64030" y="265"/>
                  </a:lnTo>
                  <a:lnTo>
                    <a:pt x="64006" y="247"/>
                  </a:lnTo>
                  <a:lnTo>
                    <a:pt x="63979" y="215"/>
                  </a:lnTo>
                  <a:lnTo>
                    <a:pt x="63976" y="210"/>
                  </a:lnTo>
                  <a:lnTo>
                    <a:pt x="63974" y="205"/>
                  </a:lnTo>
                  <a:lnTo>
                    <a:pt x="63973" y="198"/>
                  </a:lnTo>
                  <a:lnTo>
                    <a:pt x="63973" y="191"/>
                  </a:lnTo>
                  <a:lnTo>
                    <a:pt x="63973" y="183"/>
                  </a:lnTo>
                  <a:lnTo>
                    <a:pt x="63974" y="177"/>
                  </a:lnTo>
                  <a:lnTo>
                    <a:pt x="64011" y="124"/>
                  </a:lnTo>
                  <a:lnTo>
                    <a:pt x="64093" y="13"/>
                  </a:lnTo>
                  <a:lnTo>
                    <a:pt x="64137" y="0"/>
                  </a:lnTo>
                  <a:lnTo>
                    <a:pt x="64158" y="2"/>
                  </a:lnTo>
                  <a:lnTo>
                    <a:pt x="64162" y="4"/>
                  </a:lnTo>
                  <a:lnTo>
                    <a:pt x="64211" y="43"/>
                  </a:lnTo>
                  <a:lnTo>
                    <a:pt x="64246" y="87"/>
                  </a:lnTo>
                  <a:lnTo>
                    <a:pt x="64248" y="92"/>
                  </a:lnTo>
                  <a:lnTo>
                    <a:pt x="64251" y="120"/>
                  </a:lnTo>
                  <a:lnTo>
                    <a:pt x="64250" y="125"/>
                  </a:lnTo>
                  <a:lnTo>
                    <a:pt x="64247" y="130"/>
                  </a:lnTo>
                  <a:lnTo>
                    <a:pt x="64242" y="137"/>
                  </a:lnTo>
                  <a:lnTo>
                    <a:pt x="64230" y="152"/>
                  </a:lnTo>
                  <a:lnTo>
                    <a:pt x="64220" y="161"/>
                  </a:lnTo>
                  <a:lnTo>
                    <a:pt x="64225" y="182"/>
                  </a:lnTo>
                  <a:lnTo>
                    <a:pt x="64232" y="205"/>
                  </a:lnTo>
                  <a:lnTo>
                    <a:pt x="64243" y="224"/>
                  </a:lnTo>
                  <a:lnTo>
                    <a:pt x="64256" y="239"/>
                  </a:lnTo>
                  <a:lnTo>
                    <a:pt x="64271" y="254"/>
                  </a:lnTo>
                  <a:lnTo>
                    <a:pt x="64379" y="311"/>
                  </a:lnTo>
                  <a:lnTo>
                    <a:pt x="64402" y="321"/>
                  </a:lnTo>
                  <a:lnTo>
                    <a:pt x="64511" y="362"/>
                  </a:lnTo>
                  <a:lnTo>
                    <a:pt x="64673" y="393"/>
                  </a:lnTo>
                  <a:lnTo>
                    <a:pt x="64680" y="394"/>
                  </a:lnTo>
                  <a:lnTo>
                    <a:pt x="64687" y="394"/>
                  </a:lnTo>
                  <a:lnTo>
                    <a:pt x="64692" y="395"/>
                  </a:lnTo>
                  <a:lnTo>
                    <a:pt x="64706" y="395"/>
                  </a:lnTo>
                  <a:lnTo>
                    <a:pt x="65133" y="370"/>
                  </a:lnTo>
                  <a:lnTo>
                    <a:pt x="65147" y="368"/>
                  </a:lnTo>
                  <a:lnTo>
                    <a:pt x="65307" y="349"/>
                  </a:lnTo>
                  <a:lnTo>
                    <a:pt x="65357" y="342"/>
                  </a:lnTo>
                  <a:lnTo>
                    <a:pt x="65414" y="288"/>
                  </a:lnTo>
                  <a:lnTo>
                    <a:pt x="65413" y="204"/>
                  </a:lnTo>
                  <a:lnTo>
                    <a:pt x="65462" y="130"/>
                  </a:lnTo>
                  <a:lnTo>
                    <a:pt x="65482" y="110"/>
                  </a:lnTo>
                  <a:lnTo>
                    <a:pt x="65673" y="52"/>
                  </a:lnTo>
                  <a:lnTo>
                    <a:pt x="65677" y="51"/>
                  </a:lnTo>
                  <a:lnTo>
                    <a:pt x="65709" y="46"/>
                  </a:lnTo>
                  <a:lnTo>
                    <a:pt x="65831" y="33"/>
                  </a:lnTo>
                  <a:lnTo>
                    <a:pt x="65836" y="33"/>
                  </a:lnTo>
                  <a:lnTo>
                    <a:pt x="65871" y="53"/>
                  </a:lnTo>
                  <a:lnTo>
                    <a:pt x="65882" y="59"/>
                  </a:lnTo>
                  <a:lnTo>
                    <a:pt x="65944" y="99"/>
                  </a:lnTo>
                  <a:lnTo>
                    <a:pt x="66243" y="3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9264302" y="2284508"/>
              <a:ext cx="1372" cy="1172"/>
            </a:xfrm>
            <a:custGeom>
              <a:avLst/>
              <a:pathLst>
                <a:path w="1372" h="1172">
                  <a:moveTo>
                    <a:pt x="1265" y="665"/>
                  </a:moveTo>
                  <a:lnTo>
                    <a:pt x="1372" y="820"/>
                  </a:lnTo>
                  <a:lnTo>
                    <a:pt x="1368" y="876"/>
                  </a:lnTo>
                  <a:lnTo>
                    <a:pt x="1321" y="966"/>
                  </a:lnTo>
                  <a:lnTo>
                    <a:pt x="1227" y="1086"/>
                  </a:lnTo>
                  <a:lnTo>
                    <a:pt x="1081" y="1172"/>
                  </a:lnTo>
                  <a:lnTo>
                    <a:pt x="676" y="1034"/>
                  </a:lnTo>
                  <a:lnTo>
                    <a:pt x="428" y="1076"/>
                  </a:lnTo>
                  <a:lnTo>
                    <a:pt x="45" y="945"/>
                  </a:lnTo>
                  <a:lnTo>
                    <a:pt x="12" y="878"/>
                  </a:lnTo>
                  <a:lnTo>
                    <a:pt x="0" y="702"/>
                  </a:lnTo>
                  <a:lnTo>
                    <a:pt x="25" y="118"/>
                  </a:lnTo>
                  <a:lnTo>
                    <a:pt x="28" y="113"/>
                  </a:lnTo>
                  <a:lnTo>
                    <a:pt x="59" y="76"/>
                  </a:lnTo>
                  <a:lnTo>
                    <a:pt x="204" y="108"/>
                  </a:lnTo>
                  <a:lnTo>
                    <a:pt x="301" y="163"/>
                  </a:lnTo>
                  <a:lnTo>
                    <a:pt x="324" y="212"/>
                  </a:lnTo>
                  <a:lnTo>
                    <a:pt x="382" y="364"/>
                  </a:lnTo>
                  <a:lnTo>
                    <a:pt x="434" y="433"/>
                  </a:lnTo>
                  <a:lnTo>
                    <a:pt x="445" y="439"/>
                  </a:lnTo>
                  <a:lnTo>
                    <a:pt x="517" y="429"/>
                  </a:lnTo>
                  <a:lnTo>
                    <a:pt x="627" y="393"/>
                  </a:lnTo>
                  <a:lnTo>
                    <a:pt x="753" y="263"/>
                  </a:lnTo>
                  <a:lnTo>
                    <a:pt x="811" y="223"/>
                  </a:lnTo>
                  <a:lnTo>
                    <a:pt x="830" y="218"/>
                  </a:lnTo>
                  <a:lnTo>
                    <a:pt x="845" y="237"/>
                  </a:lnTo>
                  <a:lnTo>
                    <a:pt x="846" y="260"/>
                  </a:lnTo>
                  <a:lnTo>
                    <a:pt x="813" y="341"/>
                  </a:lnTo>
                  <a:lnTo>
                    <a:pt x="708" y="577"/>
                  </a:lnTo>
                  <a:lnTo>
                    <a:pt x="699" y="609"/>
                  </a:lnTo>
                  <a:lnTo>
                    <a:pt x="708" y="629"/>
                  </a:lnTo>
                  <a:lnTo>
                    <a:pt x="744" y="656"/>
                  </a:lnTo>
                  <a:lnTo>
                    <a:pt x="797" y="684"/>
                  </a:lnTo>
                  <a:lnTo>
                    <a:pt x="855" y="699"/>
                  </a:lnTo>
                  <a:lnTo>
                    <a:pt x="980" y="699"/>
                  </a:lnTo>
                  <a:lnTo>
                    <a:pt x="1030" y="652"/>
                  </a:lnTo>
                  <a:lnTo>
                    <a:pt x="997" y="448"/>
                  </a:lnTo>
                  <a:lnTo>
                    <a:pt x="943" y="290"/>
                  </a:lnTo>
                  <a:lnTo>
                    <a:pt x="946" y="171"/>
                  </a:lnTo>
                  <a:lnTo>
                    <a:pt x="968" y="45"/>
                  </a:lnTo>
                  <a:lnTo>
                    <a:pt x="1033" y="0"/>
                  </a:lnTo>
                  <a:lnTo>
                    <a:pt x="1098" y="25"/>
                  </a:lnTo>
                  <a:lnTo>
                    <a:pt x="1098" y="66"/>
                  </a:lnTo>
                  <a:lnTo>
                    <a:pt x="1265" y="66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9251569" y="2281059"/>
              <a:ext cx="628" cy="795"/>
            </a:xfrm>
            <a:custGeom>
              <a:avLst/>
              <a:pathLst>
                <a:path w="628" h="795">
                  <a:moveTo>
                    <a:pt x="193" y="780"/>
                  </a:moveTo>
                  <a:lnTo>
                    <a:pt x="81" y="795"/>
                  </a:lnTo>
                  <a:lnTo>
                    <a:pt x="0" y="700"/>
                  </a:lnTo>
                  <a:lnTo>
                    <a:pt x="7" y="660"/>
                  </a:lnTo>
                  <a:lnTo>
                    <a:pt x="75" y="538"/>
                  </a:lnTo>
                  <a:lnTo>
                    <a:pt x="435" y="33"/>
                  </a:lnTo>
                  <a:lnTo>
                    <a:pt x="590" y="0"/>
                  </a:lnTo>
                  <a:lnTo>
                    <a:pt x="628" y="8"/>
                  </a:lnTo>
                  <a:lnTo>
                    <a:pt x="543" y="289"/>
                  </a:lnTo>
                  <a:lnTo>
                    <a:pt x="338" y="620"/>
                  </a:lnTo>
                  <a:lnTo>
                    <a:pt x="193" y="78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9255286" y="2281767"/>
              <a:ext cx="2434" cy="1451"/>
            </a:xfrm>
            <a:custGeom>
              <a:avLst/>
              <a:pathLst>
                <a:path w="2434" h="1451">
                  <a:moveTo>
                    <a:pt x="2434" y="904"/>
                  </a:moveTo>
                  <a:lnTo>
                    <a:pt x="2429" y="1151"/>
                  </a:lnTo>
                  <a:lnTo>
                    <a:pt x="2298" y="1306"/>
                  </a:lnTo>
                  <a:lnTo>
                    <a:pt x="2196" y="1368"/>
                  </a:lnTo>
                  <a:lnTo>
                    <a:pt x="2085" y="1363"/>
                  </a:lnTo>
                  <a:lnTo>
                    <a:pt x="2030" y="1344"/>
                  </a:lnTo>
                  <a:lnTo>
                    <a:pt x="1931" y="1281"/>
                  </a:lnTo>
                  <a:lnTo>
                    <a:pt x="1902" y="1227"/>
                  </a:lnTo>
                  <a:lnTo>
                    <a:pt x="1722" y="1058"/>
                  </a:lnTo>
                  <a:lnTo>
                    <a:pt x="1697" y="1052"/>
                  </a:lnTo>
                  <a:lnTo>
                    <a:pt x="1594" y="1098"/>
                  </a:lnTo>
                  <a:lnTo>
                    <a:pt x="1373" y="1268"/>
                  </a:lnTo>
                  <a:lnTo>
                    <a:pt x="1113" y="1320"/>
                  </a:lnTo>
                  <a:lnTo>
                    <a:pt x="952" y="1320"/>
                  </a:lnTo>
                  <a:lnTo>
                    <a:pt x="906" y="1332"/>
                  </a:lnTo>
                  <a:lnTo>
                    <a:pt x="806" y="1432"/>
                  </a:lnTo>
                  <a:lnTo>
                    <a:pt x="657" y="1245"/>
                  </a:lnTo>
                  <a:lnTo>
                    <a:pt x="590" y="1250"/>
                  </a:lnTo>
                  <a:lnTo>
                    <a:pt x="490" y="1405"/>
                  </a:lnTo>
                  <a:lnTo>
                    <a:pt x="431" y="1448"/>
                  </a:lnTo>
                  <a:lnTo>
                    <a:pt x="384" y="1451"/>
                  </a:lnTo>
                  <a:lnTo>
                    <a:pt x="364" y="1414"/>
                  </a:lnTo>
                  <a:lnTo>
                    <a:pt x="315" y="1234"/>
                  </a:lnTo>
                  <a:lnTo>
                    <a:pt x="247" y="1117"/>
                  </a:lnTo>
                  <a:lnTo>
                    <a:pt x="198" y="1043"/>
                  </a:lnTo>
                  <a:lnTo>
                    <a:pt x="145" y="994"/>
                  </a:lnTo>
                  <a:lnTo>
                    <a:pt x="55" y="933"/>
                  </a:lnTo>
                  <a:lnTo>
                    <a:pt x="0" y="858"/>
                  </a:lnTo>
                  <a:lnTo>
                    <a:pt x="8" y="814"/>
                  </a:lnTo>
                  <a:lnTo>
                    <a:pt x="162" y="569"/>
                  </a:lnTo>
                  <a:lnTo>
                    <a:pt x="518" y="323"/>
                  </a:lnTo>
                  <a:lnTo>
                    <a:pt x="601" y="312"/>
                  </a:lnTo>
                  <a:lnTo>
                    <a:pt x="644" y="367"/>
                  </a:lnTo>
                  <a:lnTo>
                    <a:pt x="646" y="406"/>
                  </a:lnTo>
                  <a:lnTo>
                    <a:pt x="536" y="641"/>
                  </a:lnTo>
                  <a:lnTo>
                    <a:pt x="565" y="709"/>
                  </a:lnTo>
                  <a:lnTo>
                    <a:pt x="653" y="777"/>
                  </a:lnTo>
                  <a:lnTo>
                    <a:pt x="914" y="782"/>
                  </a:lnTo>
                  <a:lnTo>
                    <a:pt x="1086" y="625"/>
                  </a:lnTo>
                  <a:lnTo>
                    <a:pt x="1265" y="520"/>
                  </a:lnTo>
                  <a:lnTo>
                    <a:pt x="1604" y="425"/>
                  </a:lnTo>
                  <a:lnTo>
                    <a:pt x="1730" y="426"/>
                  </a:lnTo>
                  <a:lnTo>
                    <a:pt x="1934" y="336"/>
                  </a:lnTo>
                  <a:lnTo>
                    <a:pt x="2076" y="180"/>
                  </a:lnTo>
                  <a:lnTo>
                    <a:pt x="2156" y="60"/>
                  </a:lnTo>
                  <a:lnTo>
                    <a:pt x="2272" y="0"/>
                  </a:lnTo>
                  <a:lnTo>
                    <a:pt x="2384" y="9"/>
                  </a:lnTo>
                  <a:lnTo>
                    <a:pt x="2416" y="58"/>
                  </a:lnTo>
                  <a:lnTo>
                    <a:pt x="2380" y="162"/>
                  </a:lnTo>
                  <a:lnTo>
                    <a:pt x="2303" y="320"/>
                  </a:lnTo>
                  <a:lnTo>
                    <a:pt x="2298" y="410"/>
                  </a:lnTo>
                  <a:lnTo>
                    <a:pt x="2313" y="497"/>
                  </a:lnTo>
                  <a:lnTo>
                    <a:pt x="2384" y="676"/>
                  </a:lnTo>
                  <a:lnTo>
                    <a:pt x="2413" y="730"/>
                  </a:lnTo>
                  <a:lnTo>
                    <a:pt x="2434" y="9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9254601" y="2281321"/>
              <a:ext cx="966" cy="948"/>
            </a:xfrm>
            <a:custGeom>
              <a:avLst/>
              <a:pathLst>
                <a:path w="966" h="948">
                  <a:moveTo>
                    <a:pt x="651" y="818"/>
                  </a:moveTo>
                  <a:lnTo>
                    <a:pt x="590" y="820"/>
                  </a:lnTo>
                  <a:lnTo>
                    <a:pt x="511" y="801"/>
                  </a:lnTo>
                  <a:lnTo>
                    <a:pt x="446" y="797"/>
                  </a:lnTo>
                  <a:lnTo>
                    <a:pt x="402" y="804"/>
                  </a:lnTo>
                  <a:lnTo>
                    <a:pt x="302" y="807"/>
                  </a:lnTo>
                  <a:lnTo>
                    <a:pt x="243" y="827"/>
                  </a:lnTo>
                  <a:lnTo>
                    <a:pt x="203" y="851"/>
                  </a:lnTo>
                  <a:lnTo>
                    <a:pt x="180" y="911"/>
                  </a:lnTo>
                  <a:lnTo>
                    <a:pt x="129" y="948"/>
                  </a:lnTo>
                  <a:lnTo>
                    <a:pt x="100" y="936"/>
                  </a:lnTo>
                  <a:lnTo>
                    <a:pt x="54" y="900"/>
                  </a:lnTo>
                  <a:lnTo>
                    <a:pt x="3" y="834"/>
                  </a:lnTo>
                  <a:lnTo>
                    <a:pt x="0" y="806"/>
                  </a:lnTo>
                  <a:lnTo>
                    <a:pt x="16" y="762"/>
                  </a:lnTo>
                  <a:lnTo>
                    <a:pt x="21" y="713"/>
                  </a:lnTo>
                  <a:lnTo>
                    <a:pt x="59" y="637"/>
                  </a:lnTo>
                  <a:lnTo>
                    <a:pt x="122" y="437"/>
                  </a:lnTo>
                  <a:lnTo>
                    <a:pt x="160" y="270"/>
                  </a:lnTo>
                  <a:lnTo>
                    <a:pt x="459" y="21"/>
                  </a:lnTo>
                  <a:lnTo>
                    <a:pt x="509" y="0"/>
                  </a:lnTo>
                  <a:lnTo>
                    <a:pt x="528" y="4"/>
                  </a:lnTo>
                  <a:lnTo>
                    <a:pt x="566" y="73"/>
                  </a:lnTo>
                  <a:lnTo>
                    <a:pt x="646" y="178"/>
                  </a:lnTo>
                  <a:lnTo>
                    <a:pt x="726" y="285"/>
                  </a:lnTo>
                  <a:lnTo>
                    <a:pt x="765" y="401"/>
                  </a:lnTo>
                  <a:lnTo>
                    <a:pt x="885" y="474"/>
                  </a:lnTo>
                  <a:lnTo>
                    <a:pt x="943" y="498"/>
                  </a:lnTo>
                  <a:lnTo>
                    <a:pt x="946" y="502"/>
                  </a:lnTo>
                  <a:lnTo>
                    <a:pt x="962" y="524"/>
                  </a:lnTo>
                  <a:lnTo>
                    <a:pt x="966" y="578"/>
                  </a:lnTo>
                  <a:lnTo>
                    <a:pt x="887" y="675"/>
                  </a:lnTo>
                  <a:lnTo>
                    <a:pt x="651" y="81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9250893" y="2281047"/>
              <a:ext cx="2538" cy="2462"/>
            </a:xfrm>
            <a:custGeom>
              <a:avLst/>
              <a:pathLst>
                <a:path w="2538" h="2462">
                  <a:moveTo>
                    <a:pt x="2354" y="352"/>
                  </a:moveTo>
                  <a:lnTo>
                    <a:pt x="2072" y="701"/>
                  </a:lnTo>
                  <a:lnTo>
                    <a:pt x="2080" y="766"/>
                  </a:lnTo>
                  <a:lnTo>
                    <a:pt x="2148" y="908"/>
                  </a:lnTo>
                  <a:lnTo>
                    <a:pt x="2067" y="1197"/>
                  </a:lnTo>
                  <a:lnTo>
                    <a:pt x="1654" y="1707"/>
                  </a:lnTo>
                  <a:lnTo>
                    <a:pt x="1124" y="2149"/>
                  </a:lnTo>
                  <a:lnTo>
                    <a:pt x="1080" y="2296"/>
                  </a:lnTo>
                  <a:lnTo>
                    <a:pt x="1046" y="2336"/>
                  </a:lnTo>
                  <a:lnTo>
                    <a:pt x="884" y="2449"/>
                  </a:lnTo>
                  <a:lnTo>
                    <a:pt x="753" y="2462"/>
                  </a:lnTo>
                  <a:lnTo>
                    <a:pt x="296" y="2264"/>
                  </a:lnTo>
                  <a:lnTo>
                    <a:pt x="9" y="2095"/>
                  </a:lnTo>
                  <a:lnTo>
                    <a:pt x="0" y="2071"/>
                  </a:lnTo>
                  <a:lnTo>
                    <a:pt x="1" y="1918"/>
                  </a:lnTo>
                  <a:lnTo>
                    <a:pt x="293" y="1587"/>
                  </a:lnTo>
                  <a:lnTo>
                    <a:pt x="386" y="1615"/>
                  </a:lnTo>
                  <a:lnTo>
                    <a:pt x="410" y="1656"/>
                  </a:lnTo>
                  <a:lnTo>
                    <a:pt x="401" y="1698"/>
                  </a:lnTo>
                  <a:lnTo>
                    <a:pt x="381" y="1906"/>
                  </a:lnTo>
                  <a:lnTo>
                    <a:pt x="371" y="1946"/>
                  </a:lnTo>
                  <a:lnTo>
                    <a:pt x="332" y="1986"/>
                  </a:lnTo>
                  <a:lnTo>
                    <a:pt x="313" y="2046"/>
                  </a:lnTo>
                  <a:lnTo>
                    <a:pt x="317" y="2093"/>
                  </a:lnTo>
                  <a:lnTo>
                    <a:pt x="383" y="2157"/>
                  </a:lnTo>
                  <a:lnTo>
                    <a:pt x="493" y="2184"/>
                  </a:lnTo>
                  <a:lnTo>
                    <a:pt x="550" y="2139"/>
                  </a:lnTo>
                  <a:lnTo>
                    <a:pt x="684" y="1936"/>
                  </a:lnTo>
                  <a:lnTo>
                    <a:pt x="770" y="1826"/>
                  </a:lnTo>
                  <a:lnTo>
                    <a:pt x="794" y="1778"/>
                  </a:lnTo>
                  <a:lnTo>
                    <a:pt x="815" y="1738"/>
                  </a:lnTo>
                  <a:lnTo>
                    <a:pt x="835" y="1549"/>
                  </a:lnTo>
                  <a:lnTo>
                    <a:pt x="1250" y="1026"/>
                  </a:lnTo>
                  <a:lnTo>
                    <a:pt x="1320" y="982"/>
                  </a:lnTo>
                  <a:lnTo>
                    <a:pt x="1487" y="770"/>
                  </a:lnTo>
                  <a:lnTo>
                    <a:pt x="1549" y="711"/>
                  </a:lnTo>
                  <a:lnTo>
                    <a:pt x="1762" y="651"/>
                  </a:lnTo>
                  <a:lnTo>
                    <a:pt x="1841" y="641"/>
                  </a:lnTo>
                  <a:lnTo>
                    <a:pt x="1937" y="670"/>
                  </a:lnTo>
                  <a:lnTo>
                    <a:pt x="2047" y="610"/>
                  </a:lnTo>
                  <a:lnTo>
                    <a:pt x="2110" y="515"/>
                  </a:lnTo>
                  <a:lnTo>
                    <a:pt x="2253" y="336"/>
                  </a:lnTo>
                  <a:lnTo>
                    <a:pt x="2271" y="277"/>
                  </a:lnTo>
                  <a:lnTo>
                    <a:pt x="2502" y="3"/>
                  </a:lnTo>
                  <a:lnTo>
                    <a:pt x="2521" y="0"/>
                  </a:lnTo>
                  <a:lnTo>
                    <a:pt x="2538" y="45"/>
                  </a:lnTo>
                  <a:lnTo>
                    <a:pt x="2526" y="75"/>
                  </a:lnTo>
                  <a:lnTo>
                    <a:pt x="2354" y="35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9255835" y="2281757"/>
              <a:ext cx="9088" cy="13051"/>
            </a:xfrm>
            <a:custGeom>
              <a:avLst/>
              <a:pathLst>
                <a:path w="9088" h="13051">
                  <a:moveTo>
                    <a:pt x="4136" y="1459"/>
                  </a:moveTo>
                  <a:lnTo>
                    <a:pt x="4224" y="1987"/>
                  </a:lnTo>
                  <a:lnTo>
                    <a:pt x="4607" y="2648"/>
                  </a:lnTo>
                  <a:lnTo>
                    <a:pt x="4714" y="2749"/>
                  </a:lnTo>
                  <a:lnTo>
                    <a:pt x="4762" y="2753"/>
                  </a:lnTo>
                  <a:lnTo>
                    <a:pt x="4906" y="2704"/>
                  </a:lnTo>
                  <a:lnTo>
                    <a:pt x="5176" y="2522"/>
                  </a:lnTo>
                  <a:lnTo>
                    <a:pt x="5266" y="2447"/>
                  </a:lnTo>
                  <a:lnTo>
                    <a:pt x="5265" y="2405"/>
                  </a:lnTo>
                  <a:lnTo>
                    <a:pt x="5388" y="2295"/>
                  </a:lnTo>
                  <a:lnTo>
                    <a:pt x="5606" y="2210"/>
                  </a:lnTo>
                  <a:lnTo>
                    <a:pt x="5851" y="2266"/>
                  </a:lnTo>
                  <a:lnTo>
                    <a:pt x="6016" y="2584"/>
                  </a:lnTo>
                  <a:lnTo>
                    <a:pt x="6767" y="3038"/>
                  </a:lnTo>
                  <a:lnTo>
                    <a:pt x="6909" y="3040"/>
                  </a:lnTo>
                  <a:lnTo>
                    <a:pt x="6972" y="3068"/>
                  </a:lnTo>
                  <a:lnTo>
                    <a:pt x="6998" y="3105"/>
                  </a:lnTo>
                  <a:lnTo>
                    <a:pt x="7048" y="3248"/>
                  </a:lnTo>
                  <a:lnTo>
                    <a:pt x="7047" y="3338"/>
                  </a:lnTo>
                  <a:lnTo>
                    <a:pt x="6986" y="3441"/>
                  </a:lnTo>
                  <a:lnTo>
                    <a:pt x="6962" y="3470"/>
                  </a:lnTo>
                  <a:lnTo>
                    <a:pt x="6861" y="3474"/>
                  </a:lnTo>
                  <a:lnTo>
                    <a:pt x="6567" y="3962"/>
                  </a:lnTo>
                  <a:lnTo>
                    <a:pt x="6439" y="3996"/>
                  </a:lnTo>
                  <a:lnTo>
                    <a:pt x="6356" y="4002"/>
                  </a:lnTo>
                  <a:lnTo>
                    <a:pt x="6337" y="4026"/>
                  </a:lnTo>
                  <a:lnTo>
                    <a:pt x="6653" y="4332"/>
                  </a:lnTo>
                  <a:lnTo>
                    <a:pt x="6935" y="4560"/>
                  </a:lnTo>
                  <a:lnTo>
                    <a:pt x="7385" y="4874"/>
                  </a:lnTo>
                  <a:lnTo>
                    <a:pt x="7736" y="4959"/>
                  </a:lnTo>
                  <a:lnTo>
                    <a:pt x="8145" y="5020"/>
                  </a:lnTo>
                  <a:lnTo>
                    <a:pt x="8406" y="4980"/>
                  </a:lnTo>
                  <a:lnTo>
                    <a:pt x="8598" y="4926"/>
                  </a:lnTo>
                  <a:lnTo>
                    <a:pt x="8665" y="4828"/>
                  </a:lnTo>
                  <a:lnTo>
                    <a:pt x="8940" y="4689"/>
                  </a:lnTo>
                  <a:lnTo>
                    <a:pt x="9041" y="4725"/>
                  </a:lnTo>
                  <a:lnTo>
                    <a:pt x="9088" y="4830"/>
                  </a:lnTo>
                  <a:lnTo>
                    <a:pt x="8591" y="5667"/>
                  </a:lnTo>
                  <a:lnTo>
                    <a:pt x="8365" y="5890"/>
                  </a:lnTo>
                  <a:lnTo>
                    <a:pt x="8030" y="6153"/>
                  </a:lnTo>
                  <a:lnTo>
                    <a:pt x="7857" y="6262"/>
                  </a:lnTo>
                  <a:lnTo>
                    <a:pt x="7767" y="6286"/>
                  </a:lnTo>
                  <a:lnTo>
                    <a:pt x="7751" y="6260"/>
                  </a:lnTo>
                  <a:lnTo>
                    <a:pt x="7853" y="5857"/>
                  </a:lnTo>
                  <a:lnTo>
                    <a:pt x="7834" y="5759"/>
                  </a:lnTo>
                  <a:lnTo>
                    <a:pt x="7609" y="5605"/>
                  </a:lnTo>
                  <a:lnTo>
                    <a:pt x="7241" y="5499"/>
                  </a:lnTo>
                  <a:lnTo>
                    <a:pt x="6889" y="5528"/>
                  </a:lnTo>
                  <a:lnTo>
                    <a:pt x="6782" y="5590"/>
                  </a:lnTo>
                  <a:lnTo>
                    <a:pt x="6635" y="5783"/>
                  </a:lnTo>
                  <a:lnTo>
                    <a:pt x="6480" y="5935"/>
                  </a:lnTo>
                  <a:lnTo>
                    <a:pt x="6179" y="6057"/>
                  </a:lnTo>
                  <a:lnTo>
                    <a:pt x="6046" y="5930"/>
                  </a:lnTo>
                  <a:lnTo>
                    <a:pt x="5937" y="5993"/>
                  </a:lnTo>
                  <a:lnTo>
                    <a:pt x="5904" y="6025"/>
                  </a:lnTo>
                  <a:lnTo>
                    <a:pt x="5720" y="6493"/>
                  </a:lnTo>
                  <a:lnTo>
                    <a:pt x="5612" y="6811"/>
                  </a:lnTo>
                  <a:lnTo>
                    <a:pt x="5621" y="7058"/>
                  </a:lnTo>
                  <a:lnTo>
                    <a:pt x="5655" y="7165"/>
                  </a:lnTo>
                  <a:lnTo>
                    <a:pt x="5697" y="7448"/>
                  </a:lnTo>
                  <a:lnTo>
                    <a:pt x="5617" y="7720"/>
                  </a:lnTo>
                  <a:lnTo>
                    <a:pt x="5640" y="8077"/>
                  </a:lnTo>
                  <a:lnTo>
                    <a:pt x="5622" y="8144"/>
                  </a:lnTo>
                  <a:lnTo>
                    <a:pt x="5631" y="8240"/>
                  </a:lnTo>
                  <a:lnTo>
                    <a:pt x="5666" y="8304"/>
                  </a:lnTo>
                  <a:lnTo>
                    <a:pt x="5724" y="8349"/>
                  </a:lnTo>
                  <a:lnTo>
                    <a:pt x="5817" y="8368"/>
                  </a:lnTo>
                  <a:lnTo>
                    <a:pt x="5849" y="8359"/>
                  </a:lnTo>
                  <a:lnTo>
                    <a:pt x="5999" y="8338"/>
                  </a:lnTo>
                  <a:lnTo>
                    <a:pt x="6065" y="8319"/>
                  </a:lnTo>
                  <a:lnTo>
                    <a:pt x="6145" y="8329"/>
                  </a:lnTo>
                  <a:lnTo>
                    <a:pt x="6245" y="8350"/>
                  </a:lnTo>
                  <a:lnTo>
                    <a:pt x="6361" y="8368"/>
                  </a:lnTo>
                  <a:lnTo>
                    <a:pt x="6452" y="8415"/>
                  </a:lnTo>
                  <a:lnTo>
                    <a:pt x="6500" y="8441"/>
                  </a:lnTo>
                  <a:lnTo>
                    <a:pt x="6540" y="8467"/>
                  </a:lnTo>
                  <a:lnTo>
                    <a:pt x="6552" y="8509"/>
                  </a:lnTo>
                  <a:lnTo>
                    <a:pt x="6557" y="8559"/>
                  </a:lnTo>
                  <a:lnTo>
                    <a:pt x="6557" y="8571"/>
                  </a:lnTo>
                  <a:lnTo>
                    <a:pt x="6486" y="8653"/>
                  </a:lnTo>
                  <a:lnTo>
                    <a:pt x="6461" y="8735"/>
                  </a:lnTo>
                  <a:lnTo>
                    <a:pt x="6440" y="8839"/>
                  </a:lnTo>
                  <a:lnTo>
                    <a:pt x="6445" y="8863"/>
                  </a:lnTo>
                  <a:lnTo>
                    <a:pt x="6463" y="8930"/>
                  </a:lnTo>
                  <a:lnTo>
                    <a:pt x="6474" y="8952"/>
                  </a:lnTo>
                  <a:lnTo>
                    <a:pt x="6521" y="8985"/>
                  </a:lnTo>
                  <a:lnTo>
                    <a:pt x="6798" y="9013"/>
                  </a:lnTo>
                  <a:lnTo>
                    <a:pt x="7054" y="8865"/>
                  </a:lnTo>
                  <a:lnTo>
                    <a:pt x="7060" y="8857"/>
                  </a:lnTo>
                  <a:lnTo>
                    <a:pt x="7107" y="8782"/>
                  </a:lnTo>
                  <a:lnTo>
                    <a:pt x="7152" y="8766"/>
                  </a:lnTo>
                  <a:lnTo>
                    <a:pt x="7225" y="8785"/>
                  </a:lnTo>
                  <a:lnTo>
                    <a:pt x="7294" y="8830"/>
                  </a:lnTo>
                  <a:lnTo>
                    <a:pt x="7363" y="8875"/>
                  </a:lnTo>
                  <a:lnTo>
                    <a:pt x="7480" y="8929"/>
                  </a:lnTo>
                  <a:lnTo>
                    <a:pt x="7592" y="8938"/>
                  </a:lnTo>
                  <a:lnTo>
                    <a:pt x="7823" y="8899"/>
                  </a:lnTo>
                  <a:lnTo>
                    <a:pt x="7872" y="8860"/>
                  </a:lnTo>
                  <a:lnTo>
                    <a:pt x="7906" y="8855"/>
                  </a:lnTo>
                  <a:lnTo>
                    <a:pt x="7953" y="8878"/>
                  </a:lnTo>
                  <a:lnTo>
                    <a:pt x="7987" y="9317"/>
                  </a:lnTo>
                  <a:lnTo>
                    <a:pt x="7982" y="9402"/>
                  </a:lnTo>
                  <a:lnTo>
                    <a:pt x="7798" y="9689"/>
                  </a:lnTo>
                  <a:lnTo>
                    <a:pt x="7707" y="9944"/>
                  </a:lnTo>
                  <a:lnTo>
                    <a:pt x="7671" y="10166"/>
                  </a:lnTo>
                  <a:lnTo>
                    <a:pt x="7651" y="10190"/>
                  </a:lnTo>
                  <a:lnTo>
                    <a:pt x="7431" y="10178"/>
                  </a:lnTo>
                  <a:lnTo>
                    <a:pt x="7310" y="10142"/>
                  </a:lnTo>
                  <a:lnTo>
                    <a:pt x="7327" y="9995"/>
                  </a:lnTo>
                  <a:lnTo>
                    <a:pt x="7279" y="9714"/>
                  </a:lnTo>
                  <a:lnTo>
                    <a:pt x="7084" y="9538"/>
                  </a:lnTo>
                  <a:lnTo>
                    <a:pt x="6740" y="9428"/>
                  </a:lnTo>
                  <a:lnTo>
                    <a:pt x="6371" y="9442"/>
                  </a:lnTo>
                  <a:lnTo>
                    <a:pt x="6073" y="9613"/>
                  </a:lnTo>
                  <a:lnTo>
                    <a:pt x="5934" y="9708"/>
                  </a:lnTo>
                  <a:lnTo>
                    <a:pt x="5925" y="9780"/>
                  </a:lnTo>
                  <a:lnTo>
                    <a:pt x="5807" y="9882"/>
                  </a:lnTo>
                  <a:lnTo>
                    <a:pt x="5501" y="9986"/>
                  </a:lnTo>
                  <a:lnTo>
                    <a:pt x="5214" y="10065"/>
                  </a:lnTo>
                  <a:lnTo>
                    <a:pt x="5013" y="10099"/>
                  </a:lnTo>
                  <a:lnTo>
                    <a:pt x="4472" y="10612"/>
                  </a:lnTo>
                  <a:lnTo>
                    <a:pt x="4405" y="10661"/>
                  </a:lnTo>
                  <a:lnTo>
                    <a:pt x="3846" y="10918"/>
                  </a:lnTo>
                  <a:lnTo>
                    <a:pt x="3739" y="10921"/>
                  </a:lnTo>
                  <a:lnTo>
                    <a:pt x="3662" y="10953"/>
                  </a:lnTo>
                  <a:lnTo>
                    <a:pt x="3271" y="11561"/>
                  </a:lnTo>
                  <a:lnTo>
                    <a:pt x="3263" y="11696"/>
                  </a:lnTo>
                  <a:lnTo>
                    <a:pt x="3366" y="12062"/>
                  </a:lnTo>
                  <a:lnTo>
                    <a:pt x="3758" y="12312"/>
                  </a:lnTo>
                  <a:lnTo>
                    <a:pt x="3897" y="12215"/>
                  </a:lnTo>
                  <a:lnTo>
                    <a:pt x="3833" y="12134"/>
                  </a:lnTo>
                  <a:lnTo>
                    <a:pt x="3837" y="12075"/>
                  </a:lnTo>
                  <a:lnTo>
                    <a:pt x="4049" y="12029"/>
                  </a:lnTo>
                  <a:lnTo>
                    <a:pt x="4090" y="12030"/>
                  </a:lnTo>
                  <a:lnTo>
                    <a:pt x="4448" y="12211"/>
                  </a:lnTo>
                  <a:lnTo>
                    <a:pt x="4517" y="12394"/>
                  </a:lnTo>
                  <a:lnTo>
                    <a:pt x="4513" y="12429"/>
                  </a:lnTo>
                  <a:lnTo>
                    <a:pt x="4265" y="12666"/>
                  </a:lnTo>
                  <a:lnTo>
                    <a:pt x="4231" y="12810"/>
                  </a:lnTo>
                  <a:lnTo>
                    <a:pt x="4149" y="13030"/>
                  </a:lnTo>
                  <a:lnTo>
                    <a:pt x="4120" y="13051"/>
                  </a:lnTo>
                  <a:lnTo>
                    <a:pt x="3999" y="13051"/>
                  </a:lnTo>
                  <a:lnTo>
                    <a:pt x="3219" y="12691"/>
                  </a:lnTo>
                  <a:lnTo>
                    <a:pt x="3015" y="12487"/>
                  </a:lnTo>
                  <a:lnTo>
                    <a:pt x="2985" y="12359"/>
                  </a:lnTo>
                  <a:lnTo>
                    <a:pt x="2976" y="12338"/>
                  </a:lnTo>
                  <a:lnTo>
                    <a:pt x="2980" y="12335"/>
                  </a:lnTo>
                  <a:lnTo>
                    <a:pt x="2969" y="12252"/>
                  </a:lnTo>
                  <a:lnTo>
                    <a:pt x="2711" y="12017"/>
                  </a:lnTo>
                  <a:lnTo>
                    <a:pt x="2570" y="11960"/>
                  </a:lnTo>
                  <a:lnTo>
                    <a:pt x="1797" y="11816"/>
                  </a:lnTo>
                  <a:lnTo>
                    <a:pt x="1757" y="11761"/>
                  </a:lnTo>
                  <a:lnTo>
                    <a:pt x="1748" y="11670"/>
                  </a:lnTo>
                  <a:lnTo>
                    <a:pt x="1692" y="11549"/>
                  </a:lnTo>
                  <a:lnTo>
                    <a:pt x="1576" y="11412"/>
                  </a:lnTo>
                  <a:lnTo>
                    <a:pt x="1525" y="11379"/>
                  </a:lnTo>
                  <a:lnTo>
                    <a:pt x="1499" y="11371"/>
                  </a:lnTo>
                  <a:lnTo>
                    <a:pt x="1489" y="11362"/>
                  </a:lnTo>
                  <a:lnTo>
                    <a:pt x="1342" y="11258"/>
                  </a:lnTo>
                  <a:lnTo>
                    <a:pt x="1295" y="11225"/>
                  </a:lnTo>
                  <a:lnTo>
                    <a:pt x="1270" y="11178"/>
                  </a:lnTo>
                  <a:lnTo>
                    <a:pt x="1263" y="11120"/>
                  </a:lnTo>
                  <a:lnTo>
                    <a:pt x="1253" y="11076"/>
                  </a:lnTo>
                  <a:lnTo>
                    <a:pt x="1225" y="11038"/>
                  </a:lnTo>
                  <a:lnTo>
                    <a:pt x="1218" y="10992"/>
                  </a:lnTo>
                  <a:lnTo>
                    <a:pt x="1219" y="10934"/>
                  </a:lnTo>
                  <a:lnTo>
                    <a:pt x="1225" y="10930"/>
                  </a:lnTo>
                  <a:lnTo>
                    <a:pt x="1225" y="10890"/>
                  </a:lnTo>
                  <a:lnTo>
                    <a:pt x="1241" y="10839"/>
                  </a:lnTo>
                  <a:lnTo>
                    <a:pt x="1273" y="10761"/>
                  </a:lnTo>
                  <a:lnTo>
                    <a:pt x="1281" y="10750"/>
                  </a:lnTo>
                  <a:lnTo>
                    <a:pt x="1293" y="10734"/>
                  </a:lnTo>
                  <a:lnTo>
                    <a:pt x="1433" y="10673"/>
                  </a:lnTo>
                  <a:lnTo>
                    <a:pt x="1488" y="10622"/>
                  </a:lnTo>
                  <a:lnTo>
                    <a:pt x="1313" y="10368"/>
                  </a:lnTo>
                  <a:lnTo>
                    <a:pt x="1218" y="10295"/>
                  </a:lnTo>
                  <a:lnTo>
                    <a:pt x="1155" y="10344"/>
                  </a:lnTo>
                  <a:lnTo>
                    <a:pt x="969" y="10558"/>
                  </a:lnTo>
                  <a:lnTo>
                    <a:pt x="964" y="10563"/>
                  </a:lnTo>
                  <a:lnTo>
                    <a:pt x="907" y="10758"/>
                  </a:lnTo>
                  <a:lnTo>
                    <a:pt x="833" y="10812"/>
                  </a:lnTo>
                  <a:lnTo>
                    <a:pt x="696" y="10875"/>
                  </a:lnTo>
                  <a:lnTo>
                    <a:pt x="635" y="10770"/>
                  </a:lnTo>
                  <a:lnTo>
                    <a:pt x="627" y="10737"/>
                  </a:lnTo>
                  <a:lnTo>
                    <a:pt x="621" y="10733"/>
                  </a:lnTo>
                  <a:lnTo>
                    <a:pt x="617" y="10735"/>
                  </a:lnTo>
                  <a:lnTo>
                    <a:pt x="588" y="10747"/>
                  </a:lnTo>
                  <a:lnTo>
                    <a:pt x="573" y="10739"/>
                  </a:lnTo>
                  <a:lnTo>
                    <a:pt x="571" y="10727"/>
                  </a:lnTo>
                  <a:lnTo>
                    <a:pt x="579" y="10718"/>
                  </a:lnTo>
                  <a:lnTo>
                    <a:pt x="590" y="10702"/>
                  </a:lnTo>
                  <a:lnTo>
                    <a:pt x="587" y="10686"/>
                  </a:lnTo>
                  <a:lnTo>
                    <a:pt x="580" y="10679"/>
                  </a:lnTo>
                  <a:lnTo>
                    <a:pt x="565" y="10659"/>
                  </a:lnTo>
                  <a:lnTo>
                    <a:pt x="545" y="10638"/>
                  </a:lnTo>
                  <a:lnTo>
                    <a:pt x="539" y="10606"/>
                  </a:lnTo>
                  <a:lnTo>
                    <a:pt x="531" y="10575"/>
                  </a:lnTo>
                  <a:lnTo>
                    <a:pt x="529" y="10534"/>
                  </a:lnTo>
                  <a:lnTo>
                    <a:pt x="529" y="10511"/>
                  </a:lnTo>
                  <a:lnTo>
                    <a:pt x="523" y="10493"/>
                  </a:lnTo>
                  <a:lnTo>
                    <a:pt x="513" y="10488"/>
                  </a:lnTo>
                  <a:lnTo>
                    <a:pt x="492" y="10473"/>
                  </a:lnTo>
                  <a:lnTo>
                    <a:pt x="474" y="10465"/>
                  </a:lnTo>
                  <a:lnTo>
                    <a:pt x="450" y="10476"/>
                  </a:lnTo>
                  <a:lnTo>
                    <a:pt x="419" y="10503"/>
                  </a:lnTo>
                  <a:lnTo>
                    <a:pt x="408" y="10515"/>
                  </a:lnTo>
                  <a:lnTo>
                    <a:pt x="411" y="10528"/>
                  </a:lnTo>
                  <a:lnTo>
                    <a:pt x="426" y="10576"/>
                  </a:lnTo>
                  <a:lnTo>
                    <a:pt x="423" y="10584"/>
                  </a:lnTo>
                  <a:lnTo>
                    <a:pt x="419" y="10586"/>
                  </a:lnTo>
                  <a:lnTo>
                    <a:pt x="412" y="10573"/>
                  </a:lnTo>
                  <a:lnTo>
                    <a:pt x="381" y="10536"/>
                  </a:lnTo>
                  <a:lnTo>
                    <a:pt x="354" y="10505"/>
                  </a:lnTo>
                  <a:lnTo>
                    <a:pt x="330" y="10500"/>
                  </a:lnTo>
                  <a:lnTo>
                    <a:pt x="272" y="10513"/>
                  </a:lnTo>
                  <a:lnTo>
                    <a:pt x="267" y="10520"/>
                  </a:lnTo>
                  <a:lnTo>
                    <a:pt x="268" y="10539"/>
                  </a:lnTo>
                  <a:lnTo>
                    <a:pt x="257" y="10544"/>
                  </a:lnTo>
                  <a:lnTo>
                    <a:pt x="200" y="10409"/>
                  </a:lnTo>
                  <a:lnTo>
                    <a:pt x="237" y="10374"/>
                  </a:lnTo>
                  <a:lnTo>
                    <a:pt x="270" y="10343"/>
                  </a:lnTo>
                  <a:lnTo>
                    <a:pt x="297" y="10374"/>
                  </a:lnTo>
                  <a:lnTo>
                    <a:pt x="302" y="10380"/>
                  </a:lnTo>
                  <a:lnTo>
                    <a:pt x="326" y="10404"/>
                  </a:lnTo>
                  <a:lnTo>
                    <a:pt x="355" y="10374"/>
                  </a:lnTo>
                  <a:lnTo>
                    <a:pt x="453" y="10274"/>
                  </a:lnTo>
                  <a:lnTo>
                    <a:pt x="448" y="10262"/>
                  </a:lnTo>
                  <a:lnTo>
                    <a:pt x="444" y="10258"/>
                  </a:lnTo>
                  <a:lnTo>
                    <a:pt x="436" y="10239"/>
                  </a:lnTo>
                  <a:lnTo>
                    <a:pt x="432" y="10223"/>
                  </a:lnTo>
                  <a:lnTo>
                    <a:pt x="433" y="10217"/>
                  </a:lnTo>
                  <a:lnTo>
                    <a:pt x="447" y="10216"/>
                  </a:lnTo>
                  <a:lnTo>
                    <a:pt x="453" y="10208"/>
                  </a:lnTo>
                  <a:lnTo>
                    <a:pt x="466" y="10174"/>
                  </a:lnTo>
                  <a:lnTo>
                    <a:pt x="469" y="10103"/>
                  </a:lnTo>
                  <a:lnTo>
                    <a:pt x="462" y="10055"/>
                  </a:lnTo>
                  <a:lnTo>
                    <a:pt x="445" y="10042"/>
                  </a:lnTo>
                  <a:lnTo>
                    <a:pt x="444" y="10032"/>
                  </a:lnTo>
                  <a:lnTo>
                    <a:pt x="445" y="10026"/>
                  </a:lnTo>
                  <a:lnTo>
                    <a:pt x="461" y="10003"/>
                  </a:lnTo>
                  <a:lnTo>
                    <a:pt x="492" y="9968"/>
                  </a:lnTo>
                  <a:lnTo>
                    <a:pt x="501" y="9968"/>
                  </a:lnTo>
                  <a:lnTo>
                    <a:pt x="502" y="9951"/>
                  </a:lnTo>
                  <a:lnTo>
                    <a:pt x="519" y="9914"/>
                  </a:lnTo>
                  <a:lnTo>
                    <a:pt x="520" y="9873"/>
                  </a:lnTo>
                  <a:lnTo>
                    <a:pt x="504" y="9831"/>
                  </a:lnTo>
                  <a:lnTo>
                    <a:pt x="502" y="9803"/>
                  </a:lnTo>
                  <a:lnTo>
                    <a:pt x="505" y="9797"/>
                  </a:lnTo>
                  <a:lnTo>
                    <a:pt x="518" y="9775"/>
                  </a:lnTo>
                  <a:lnTo>
                    <a:pt x="544" y="9746"/>
                  </a:lnTo>
                  <a:lnTo>
                    <a:pt x="546" y="9738"/>
                  </a:lnTo>
                  <a:lnTo>
                    <a:pt x="551" y="9705"/>
                  </a:lnTo>
                  <a:lnTo>
                    <a:pt x="570" y="9675"/>
                  </a:lnTo>
                  <a:lnTo>
                    <a:pt x="599" y="9644"/>
                  </a:lnTo>
                  <a:lnTo>
                    <a:pt x="613" y="9615"/>
                  </a:lnTo>
                  <a:lnTo>
                    <a:pt x="630" y="9591"/>
                  </a:lnTo>
                  <a:lnTo>
                    <a:pt x="630" y="9585"/>
                  </a:lnTo>
                  <a:lnTo>
                    <a:pt x="633" y="9567"/>
                  </a:lnTo>
                  <a:lnTo>
                    <a:pt x="651" y="9546"/>
                  </a:lnTo>
                  <a:lnTo>
                    <a:pt x="678" y="9535"/>
                  </a:lnTo>
                  <a:lnTo>
                    <a:pt x="691" y="9520"/>
                  </a:lnTo>
                  <a:lnTo>
                    <a:pt x="714" y="9511"/>
                  </a:lnTo>
                  <a:lnTo>
                    <a:pt x="730" y="9500"/>
                  </a:lnTo>
                  <a:lnTo>
                    <a:pt x="741" y="9486"/>
                  </a:lnTo>
                  <a:lnTo>
                    <a:pt x="745" y="9466"/>
                  </a:lnTo>
                  <a:lnTo>
                    <a:pt x="747" y="9450"/>
                  </a:lnTo>
                  <a:lnTo>
                    <a:pt x="758" y="9436"/>
                  </a:lnTo>
                  <a:lnTo>
                    <a:pt x="772" y="9437"/>
                  </a:lnTo>
                  <a:lnTo>
                    <a:pt x="776" y="9462"/>
                  </a:lnTo>
                  <a:lnTo>
                    <a:pt x="785" y="9470"/>
                  </a:lnTo>
                  <a:lnTo>
                    <a:pt x="811" y="9457"/>
                  </a:lnTo>
                  <a:lnTo>
                    <a:pt x="822" y="9467"/>
                  </a:lnTo>
                  <a:lnTo>
                    <a:pt x="810" y="9482"/>
                  </a:lnTo>
                  <a:lnTo>
                    <a:pt x="782" y="9507"/>
                  </a:lnTo>
                  <a:lnTo>
                    <a:pt x="782" y="9517"/>
                  </a:lnTo>
                  <a:lnTo>
                    <a:pt x="800" y="9549"/>
                  </a:lnTo>
                  <a:lnTo>
                    <a:pt x="822" y="9548"/>
                  </a:lnTo>
                  <a:lnTo>
                    <a:pt x="837" y="9555"/>
                  </a:lnTo>
                  <a:lnTo>
                    <a:pt x="861" y="9565"/>
                  </a:lnTo>
                  <a:lnTo>
                    <a:pt x="871" y="9554"/>
                  </a:lnTo>
                  <a:lnTo>
                    <a:pt x="876" y="9532"/>
                  </a:lnTo>
                  <a:lnTo>
                    <a:pt x="860" y="9493"/>
                  </a:lnTo>
                  <a:lnTo>
                    <a:pt x="863" y="9481"/>
                  </a:lnTo>
                  <a:lnTo>
                    <a:pt x="875" y="9465"/>
                  </a:lnTo>
                  <a:lnTo>
                    <a:pt x="877" y="9452"/>
                  </a:lnTo>
                  <a:lnTo>
                    <a:pt x="869" y="9439"/>
                  </a:lnTo>
                  <a:lnTo>
                    <a:pt x="827" y="9407"/>
                  </a:lnTo>
                  <a:lnTo>
                    <a:pt x="791" y="9381"/>
                  </a:lnTo>
                  <a:lnTo>
                    <a:pt x="788" y="9368"/>
                  </a:lnTo>
                  <a:lnTo>
                    <a:pt x="794" y="9343"/>
                  </a:lnTo>
                  <a:lnTo>
                    <a:pt x="830" y="9277"/>
                  </a:lnTo>
                  <a:lnTo>
                    <a:pt x="852" y="9245"/>
                  </a:lnTo>
                  <a:lnTo>
                    <a:pt x="890" y="9222"/>
                  </a:lnTo>
                  <a:lnTo>
                    <a:pt x="895" y="9217"/>
                  </a:lnTo>
                  <a:lnTo>
                    <a:pt x="918" y="9197"/>
                  </a:lnTo>
                  <a:lnTo>
                    <a:pt x="928" y="9187"/>
                  </a:lnTo>
                  <a:lnTo>
                    <a:pt x="930" y="9165"/>
                  </a:lnTo>
                  <a:lnTo>
                    <a:pt x="947" y="9151"/>
                  </a:lnTo>
                  <a:lnTo>
                    <a:pt x="974" y="9130"/>
                  </a:lnTo>
                  <a:lnTo>
                    <a:pt x="1000" y="9119"/>
                  </a:lnTo>
                  <a:lnTo>
                    <a:pt x="1014" y="9113"/>
                  </a:lnTo>
                  <a:lnTo>
                    <a:pt x="1040" y="9037"/>
                  </a:lnTo>
                  <a:lnTo>
                    <a:pt x="1032" y="9006"/>
                  </a:lnTo>
                  <a:lnTo>
                    <a:pt x="1017" y="8994"/>
                  </a:lnTo>
                  <a:lnTo>
                    <a:pt x="1001" y="9005"/>
                  </a:lnTo>
                  <a:lnTo>
                    <a:pt x="978" y="9030"/>
                  </a:lnTo>
                  <a:lnTo>
                    <a:pt x="968" y="9034"/>
                  </a:lnTo>
                  <a:lnTo>
                    <a:pt x="952" y="9029"/>
                  </a:lnTo>
                  <a:lnTo>
                    <a:pt x="941" y="9028"/>
                  </a:lnTo>
                  <a:lnTo>
                    <a:pt x="936" y="9040"/>
                  </a:lnTo>
                  <a:lnTo>
                    <a:pt x="922" y="9060"/>
                  </a:lnTo>
                  <a:lnTo>
                    <a:pt x="913" y="9069"/>
                  </a:lnTo>
                  <a:lnTo>
                    <a:pt x="914" y="9082"/>
                  </a:lnTo>
                  <a:lnTo>
                    <a:pt x="914" y="9098"/>
                  </a:lnTo>
                  <a:lnTo>
                    <a:pt x="898" y="9106"/>
                  </a:lnTo>
                  <a:lnTo>
                    <a:pt x="887" y="9098"/>
                  </a:lnTo>
                  <a:lnTo>
                    <a:pt x="875" y="9092"/>
                  </a:lnTo>
                  <a:lnTo>
                    <a:pt x="852" y="9104"/>
                  </a:lnTo>
                  <a:lnTo>
                    <a:pt x="820" y="9138"/>
                  </a:lnTo>
                  <a:lnTo>
                    <a:pt x="809" y="9153"/>
                  </a:lnTo>
                  <a:lnTo>
                    <a:pt x="794" y="9174"/>
                  </a:lnTo>
                  <a:lnTo>
                    <a:pt x="786" y="9185"/>
                  </a:lnTo>
                  <a:lnTo>
                    <a:pt x="780" y="9192"/>
                  </a:lnTo>
                  <a:lnTo>
                    <a:pt x="747" y="9215"/>
                  </a:lnTo>
                  <a:lnTo>
                    <a:pt x="707" y="9242"/>
                  </a:lnTo>
                  <a:lnTo>
                    <a:pt x="671" y="9260"/>
                  </a:lnTo>
                  <a:lnTo>
                    <a:pt x="650" y="9263"/>
                  </a:lnTo>
                  <a:lnTo>
                    <a:pt x="642" y="9276"/>
                  </a:lnTo>
                  <a:lnTo>
                    <a:pt x="644" y="9318"/>
                  </a:lnTo>
                  <a:lnTo>
                    <a:pt x="641" y="9323"/>
                  </a:lnTo>
                  <a:lnTo>
                    <a:pt x="629" y="9313"/>
                  </a:lnTo>
                  <a:lnTo>
                    <a:pt x="599" y="9305"/>
                  </a:lnTo>
                  <a:lnTo>
                    <a:pt x="579" y="9310"/>
                  </a:lnTo>
                  <a:lnTo>
                    <a:pt x="564" y="9338"/>
                  </a:lnTo>
                  <a:lnTo>
                    <a:pt x="557" y="9362"/>
                  </a:lnTo>
                  <a:lnTo>
                    <a:pt x="542" y="9377"/>
                  </a:lnTo>
                  <a:lnTo>
                    <a:pt x="521" y="9382"/>
                  </a:lnTo>
                  <a:lnTo>
                    <a:pt x="513" y="9382"/>
                  </a:lnTo>
                  <a:lnTo>
                    <a:pt x="493" y="9381"/>
                  </a:lnTo>
                  <a:lnTo>
                    <a:pt x="472" y="9369"/>
                  </a:lnTo>
                  <a:lnTo>
                    <a:pt x="465" y="9373"/>
                  </a:lnTo>
                  <a:lnTo>
                    <a:pt x="453" y="9412"/>
                  </a:lnTo>
                  <a:lnTo>
                    <a:pt x="483" y="9452"/>
                  </a:lnTo>
                  <a:lnTo>
                    <a:pt x="489" y="9476"/>
                  </a:lnTo>
                  <a:lnTo>
                    <a:pt x="471" y="9512"/>
                  </a:lnTo>
                  <a:lnTo>
                    <a:pt x="458" y="9520"/>
                  </a:lnTo>
                  <a:lnTo>
                    <a:pt x="453" y="9546"/>
                  </a:lnTo>
                  <a:lnTo>
                    <a:pt x="418" y="9571"/>
                  </a:lnTo>
                  <a:lnTo>
                    <a:pt x="357" y="9643"/>
                  </a:lnTo>
                  <a:lnTo>
                    <a:pt x="348" y="9657"/>
                  </a:lnTo>
                  <a:lnTo>
                    <a:pt x="343" y="9693"/>
                  </a:lnTo>
                  <a:lnTo>
                    <a:pt x="357" y="9713"/>
                  </a:lnTo>
                  <a:lnTo>
                    <a:pt x="355" y="9723"/>
                  </a:lnTo>
                  <a:lnTo>
                    <a:pt x="338" y="9725"/>
                  </a:lnTo>
                  <a:lnTo>
                    <a:pt x="237" y="9816"/>
                  </a:lnTo>
                  <a:lnTo>
                    <a:pt x="231" y="9820"/>
                  </a:lnTo>
                  <a:lnTo>
                    <a:pt x="218" y="9824"/>
                  </a:lnTo>
                  <a:lnTo>
                    <a:pt x="193" y="9823"/>
                  </a:lnTo>
                  <a:lnTo>
                    <a:pt x="131" y="9755"/>
                  </a:lnTo>
                  <a:lnTo>
                    <a:pt x="54" y="9669"/>
                  </a:lnTo>
                  <a:lnTo>
                    <a:pt x="40" y="9678"/>
                  </a:lnTo>
                  <a:lnTo>
                    <a:pt x="32" y="9661"/>
                  </a:lnTo>
                  <a:lnTo>
                    <a:pt x="19" y="9668"/>
                  </a:lnTo>
                  <a:lnTo>
                    <a:pt x="2" y="9618"/>
                  </a:lnTo>
                  <a:lnTo>
                    <a:pt x="47" y="9604"/>
                  </a:lnTo>
                  <a:lnTo>
                    <a:pt x="78" y="9522"/>
                  </a:lnTo>
                  <a:lnTo>
                    <a:pt x="93" y="9484"/>
                  </a:lnTo>
                  <a:lnTo>
                    <a:pt x="96" y="9475"/>
                  </a:lnTo>
                  <a:lnTo>
                    <a:pt x="95" y="9467"/>
                  </a:lnTo>
                  <a:lnTo>
                    <a:pt x="76" y="9462"/>
                  </a:lnTo>
                  <a:lnTo>
                    <a:pt x="80" y="9442"/>
                  </a:lnTo>
                  <a:lnTo>
                    <a:pt x="87" y="9436"/>
                  </a:lnTo>
                  <a:lnTo>
                    <a:pt x="93" y="9432"/>
                  </a:lnTo>
                  <a:lnTo>
                    <a:pt x="102" y="9416"/>
                  </a:lnTo>
                  <a:lnTo>
                    <a:pt x="105" y="9409"/>
                  </a:lnTo>
                  <a:lnTo>
                    <a:pt x="107" y="9402"/>
                  </a:lnTo>
                  <a:lnTo>
                    <a:pt x="1" y="9285"/>
                  </a:lnTo>
                  <a:lnTo>
                    <a:pt x="0" y="9153"/>
                  </a:lnTo>
                  <a:lnTo>
                    <a:pt x="50" y="9077"/>
                  </a:lnTo>
                  <a:lnTo>
                    <a:pt x="176" y="8822"/>
                  </a:lnTo>
                  <a:lnTo>
                    <a:pt x="314" y="8496"/>
                  </a:lnTo>
                  <a:lnTo>
                    <a:pt x="310" y="8329"/>
                  </a:lnTo>
                  <a:lnTo>
                    <a:pt x="269" y="8285"/>
                  </a:lnTo>
                  <a:lnTo>
                    <a:pt x="161" y="8255"/>
                  </a:lnTo>
                  <a:lnTo>
                    <a:pt x="192" y="8152"/>
                  </a:lnTo>
                  <a:lnTo>
                    <a:pt x="440" y="7954"/>
                  </a:lnTo>
                  <a:lnTo>
                    <a:pt x="702" y="7844"/>
                  </a:lnTo>
                  <a:lnTo>
                    <a:pt x="814" y="7876"/>
                  </a:lnTo>
                  <a:lnTo>
                    <a:pt x="850" y="7958"/>
                  </a:lnTo>
                  <a:lnTo>
                    <a:pt x="999" y="7905"/>
                  </a:lnTo>
                  <a:lnTo>
                    <a:pt x="1009" y="7751"/>
                  </a:lnTo>
                  <a:lnTo>
                    <a:pt x="945" y="7471"/>
                  </a:lnTo>
                  <a:lnTo>
                    <a:pt x="998" y="7437"/>
                  </a:lnTo>
                  <a:lnTo>
                    <a:pt x="1258" y="7415"/>
                  </a:lnTo>
                  <a:lnTo>
                    <a:pt x="1461" y="7433"/>
                  </a:lnTo>
                  <a:lnTo>
                    <a:pt x="1506" y="7454"/>
                  </a:lnTo>
                  <a:lnTo>
                    <a:pt x="1669" y="7673"/>
                  </a:lnTo>
                  <a:lnTo>
                    <a:pt x="2096" y="7447"/>
                  </a:lnTo>
                  <a:lnTo>
                    <a:pt x="2198" y="7424"/>
                  </a:lnTo>
                  <a:lnTo>
                    <a:pt x="2508" y="7598"/>
                  </a:lnTo>
                  <a:lnTo>
                    <a:pt x="2552" y="7641"/>
                  </a:lnTo>
                  <a:lnTo>
                    <a:pt x="2567" y="7675"/>
                  </a:lnTo>
                  <a:lnTo>
                    <a:pt x="2590" y="7724"/>
                  </a:lnTo>
                  <a:lnTo>
                    <a:pt x="2596" y="7739"/>
                  </a:lnTo>
                  <a:lnTo>
                    <a:pt x="2666" y="7800"/>
                  </a:lnTo>
                  <a:lnTo>
                    <a:pt x="2673" y="7800"/>
                  </a:lnTo>
                  <a:lnTo>
                    <a:pt x="2687" y="7800"/>
                  </a:lnTo>
                  <a:lnTo>
                    <a:pt x="2739" y="7798"/>
                  </a:lnTo>
                  <a:lnTo>
                    <a:pt x="2769" y="7790"/>
                  </a:lnTo>
                  <a:lnTo>
                    <a:pt x="2790" y="7795"/>
                  </a:lnTo>
                  <a:lnTo>
                    <a:pt x="2799" y="7799"/>
                  </a:lnTo>
                  <a:lnTo>
                    <a:pt x="2847" y="7852"/>
                  </a:lnTo>
                  <a:lnTo>
                    <a:pt x="2883" y="7849"/>
                  </a:lnTo>
                  <a:lnTo>
                    <a:pt x="2909" y="7846"/>
                  </a:lnTo>
                  <a:lnTo>
                    <a:pt x="2918" y="7844"/>
                  </a:lnTo>
                  <a:lnTo>
                    <a:pt x="2941" y="7831"/>
                  </a:lnTo>
                  <a:lnTo>
                    <a:pt x="2952" y="7802"/>
                  </a:lnTo>
                  <a:lnTo>
                    <a:pt x="2956" y="7745"/>
                  </a:lnTo>
                  <a:lnTo>
                    <a:pt x="2942" y="7721"/>
                  </a:lnTo>
                  <a:lnTo>
                    <a:pt x="2919" y="7676"/>
                  </a:lnTo>
                  <a:lnTo>
                    <a:pt x="2918" y="7671"/>
                  </a:lnTo>
                  <a:lnTo>
                    <a:pt x="2913" y="7649"/>
                  </a:lnTo>
                  <a:lnTo>
                    <a:pt x="2917" y="7483"/>
                  </a:lnTo>
                  <a:lnTo>
                    <a:pt x="2921" y="7355"/>
                  </a:lnTo>
                  <a:lnTo>
                    <a:pt x="2646" y="7262"/>
                  </a:lnTo>
                  <a:lnTo>
                    <a:pt x="2413" y="7236"/>
                  </a:lnTo>
                  <a:lnTo>
                    <a:pt x="2261" y="7218"/>
                  </a:lnTo>
                  <a:lnTo>
                    <a:pt x="2139" y="7179"/>
                  </a:lnTo>
                  <a:lnTo>
                    <a:pt x="1601" y="6890"/>
                  </a:lnTo>
                  <a:lnTo>
                    <a:pt x="1594" y="6845"/>
                  </a:lnTo>
                  <a:lnTo>
                    <a:pt x="1745" y="6444"/>
                  </a:lnTo>
                  <a:lnTo>
                    <a:pt x="1766" y="5645"/>
                  </a:lnTo>
                  <a:lnTo>
                    <a:pt x="1757" y="5367"/>
                  </a:lnTo>
                  <a:lnTo>
                    <a:pt x="1739" y="5299"/>
                  </a:lnTo>
                  <a:lnTo>
                    <a:pt x="1578" y="4834"/>
                  </a:lnTo>
                  <a:lnTo>
                    <a:pt x="1403" y="4409"/>
                  </a:lnTo>
                  <a:lnTo>
                    <a:pt x="1202" y="4229"/>
                  </a:lnTo>
                  <a:lnTo>
                    <a:pt x="1055" y="4129"/>
                  </a:lnTo>
                  <a:lnTo>
                    <a:pt x="853" y="4111"/>
                  </a:lnTo>
                  <a:lnTo>
                    <a:pt x="677" y="3902"/>
                  </a:lnTo>
                  <a:lnTo>
                    <a:pt x="747" y="3724"/>
                  </a:lnTo>
                  <a:lnTo>
                    <a:pt x="502" y="3275"/>
                  </a:lnTo>
                  <a:lnTo>
                    <a:pt x="469" y="3185"/>
                  </a:lnTo>
                  <a:lnTo>
                    <a:pt x="471" y="3083"/>
                  </a:lnTo>
                  <a:lnTo>
                    <a:pt x="499" y="3032"/>
                  </a:lnTo>
                  <a:lnTo>
                    <a:pt x="540" y="3103"/>
                  </a:lnTo>
                  <a:lnTo>
                    <a:pt x="588" y="3105"/>
                  </a:lnTo>
                  <a:lnTo>
                    <a:pt x="724" y="3100"/>
                  </a:lnTo>
                  <a:lnTo>
                    <a:pt x="828" y="3042"/>
                  </a:lnTo>
                  <a:lnTo>
                    <a:pt x="1203" y="2305"/>
                  </a:lnTo>
                  <a:lnTo>
                    <a:pt x="1193" y="2211"/>
                  </a:lnTo>
                  <a:lnTo>
                    <a:pt x="1520" y="1975"/>
                  </a:lnTo>
                  <a:lnTo>
                    <a:pt x="1587" y="1948"/>
                  </a:lnTo>
                  <a:lnTo>
                    <a:pt x="1616" y="1968"/>
                  </a:lnTo>
                  <a:lnTo>
                    <a:pt x="1668" y="2106"/>
                  </a:lnTo>
                  <a:lnTo>
                    <a:pt x="1624" y="2208"/>
                  </a:lnTo>
                  <a:lnTo>
                    <a:pt x="1648" y="2243"/>
                  </a:lnTo>
                  <a:lnTo>
                    <a:pt x="1709" y="2267"/>
                  </a:lnTo>
                  <a:lnTo>
                    <a:pt x="1739" y="2265"/>
                  </a:lnTo>
                  <a:lnTo>
                    <a:pt x="1981" y="2079"/>
                  </a:lnTo>
                  <a:lnTo>
                    <a:pt x="2172" y="1856"/>
                  </a:lnTo>
                  <a:lnTo>
                    <a:pt x="2184" y="1799"/>
                  </a:lnTo>
                  <a:lnTo>
                    <a:pt x="2171" y="1718"/>
                  </a:lnTo>
                  <a:lnTo>
                    <a:pt x="2198" y="1550"/>
                  </a:lnTo>
                  <a:lnTo>
                    <a:pt x="2704" y="989"/>
                  </a:lnTo>
                  <a:lnTo>
                    <a:pt x="2740" y="980"/>
                  </a:lnTo>
                  <a:lnTo>
                    <a:pt x="2867" y="1143"/>
                  </a:lnTo>
                  <a:lnTo>
                    <a:pt x="2901" y="1420"/>
                  </a:lnTo>
                  <a:lnTo>
                    <a:pt x="2974" y="1758"/>
                  </a:lnTo>
                  <a:lnTo>
                    <a:pt x="3073" y="1783"/>
                  </a:lnTo>
                  <a:lnTo>
                    <a:pt x="3235" y="1731"/>
                  </a:lnTo>
                  <a:lnTo>
                    <a:pt x="3275" y="1650"/>
                  </a:lnTo>
                  <a:lnTo>
                    <a:pt x="3195" y="1551"/>
                  </a:lnTo>
                  <a:lnTo>
                    <a:pt x="3119" y="1357"/>
                  </a:lnTo>
                  <a:lnTo>
                    <a:pt x="3107" y="1254"/>
                  </a:lnTo>
                  <a:lnTo>
                    <a:pt x="3214" y="992"/>
                  </a:lnTo>
                  <a:lnTo>
                    <a:pt x="3460" y="715"/>
                  </a:lnTo>
                  <a:lnTo>
                    <a:pt x="3793" y="403"/>
                  </a:lnTo>
                  <a:lnTo>
                    <a:pt x="3938" y="335"/>
                  </a:lnTo>
                  <a:lnTo>
                    <a:pt x="4844" y="0"/>
                  </a:lnTo>
                  <a:lnTo>
                    <a:pt x="4937" y="28"/>
                  </a:lnTo>
                  <a:lnTo>
                    <a:pt x="4947" y="129"/>
                  </a:lnTo>
                  <a:lnTo>
                    <a:pt x="4529" y="710"/>
                  </a:lnTo>
                  <a:lnTo>
                    <a:pt x="4395" y="861"/>
                  </a:lnTo>
                  <a:lnTo>
                    <a:pt x="4344" y="857"/>
                  </a:lnTo>
                  <a:lnTo>
                    <a:pt x="4262" y="928"/>
                  </a:lnTo>
                  <a:lnTo>
                    <a:pt x="4155" y="1104"/>
                  </a:lnTo>
                  <a:lnTo>
                    <a:pt x="4135" y="1321"/>
                  </a:lnTo>
                  <a:lnTo>
                    <a:pt x="4136" y="145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9254268" y="2280880"/>
              <a:ext cx="821" cy="680"/>
            </a:xfrm>
            <a:custGeom>
              <a:avLst/>
              <a:pathLst>
                <a:path w="821" h="680">
                  <a:moveTo>
                    <a:pt x="800" y="81"/>
                  </a:moveTo>
                  <a:lnTo>
                    <a:pt x="598" y="303"/>
                  </a:lnTo>
                  <a:lnTo>
                    <a:pt x="577" y="318"/>
                  </a:lnTo>
                  <a:lnTo>
                    <a:pt x="517" y="326"/>
                  </a:lnTo>
                  <a:lnTo>
                    <a:pt x="358" y="390"/>
                  </a:lnTo>
                  <a:lnTo>
                    <a:pt x="294" y="429"/>
                  </a:lnTo>
                  <a:lnTo>
                    <a:pt x="246" y="513"/>
                  </a:lnTo>
                  <a:lnTo>
                    <a:pt x="212" y="573"/>
                  </a:lnTo>
                  <a:lnTo>
                    <a:pt x="205" y="578"/>
                  </a:lnTo>
                  <a:lnTo>
                    <a:pt x="28" y="680"/>
                  </a:lnTo>
                  <a:lnTo>
                    <a:pt x="0" y="657"/>
                  </a:lnTo>
                  <a:lnTo>
                    <a:pt x="6" y="498"/>
                  </a:lnTo>
                  <a:lnTo>
                    <a:pt x="141" y="263"/>
                  </a:lnTo>
                  <a:lnTo>
                    <a:pt x="164" y="242"/>
                  </a:lnTo>
                  <a:lnTo>
                    <a:pt x="184" y="234"/>
                  </a:lnTo>
                  <a:lnTo>
                    <a:pt x="261" y="225"/>
                  </a:lnTo>
                  <a:lnTo>
                    <a:pt x="285" y="236"/>
                  </a:lnTo>
                  <a:lnTo>
                    <a:pt x="401" y="196"/>
                  </a:lnTo>
                  <a:lnTo>
                    <a:pt x="449" y="186"/>
                  </a:lnTo>
                  <a:lnTo>
                    <a:pt x="503" y="181"/>
                  </a:lnTo>
                  <a:lnTo>
                    <a:pt x="572" y="152"/>
                  </a:lnTo>
                  <a:lnTo>
                    <a:pt x="606" y="128"/>
                  </a:lnTo>
                  <a:lnTo>
                    <a:pt x="695" y="53"/>
                  </a:lnTo>
                  <a:lnTo>
                    <a:pt x="724" y="14"/>
                  </a:lnTo>
                  <a:lnTo>
                    <a:pt x="740" y="8"/>
                  </a:lnTo>
                  <a:lnTo>
                    <a:pt x="770" y="0"/>
                  </a:lnTo>
                  <a:lnTo>
                    <a:pt x="814" y="20"/>
                  </a:lnTo>
                  <a:lnTo>
                    <a:pt x="821" y="46"/>
                  </a:lnTo>
                  <a:lnTo>
                    <a:pt x="800" y="8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9255561" y="2276797"/>
              <a:ext cx="544" cy="495"/>
            </a:xfrm>
            <a:custGeom>
              <a:avLst/>
              <a:pathLst>
                <a:path w="544" h="495">
                  <a:moveTo>
                    <a:pt x="427" y="495"/>
                  </a:moveTo>
                  <a:lnTo>
                    <a:pt x="297" y="492"/>
                  </a:lnTo>
                  <a:lnTo>
                    <a:pt x="125" y="427"/>
                  </a:lnTo>
                  <a:lnTo>
                    <a:pt x="40" y="303"/>
                  </a:lnTo>
                  <a:lnTo>
                    <a:pt x="0" y="121"/>
                  </a:lnTo>
                  <a:lnTo>
                    <a:pt x="105" y="0"/>
                  </a:lnTo>
                  <a:lnTo>
                    <a:pt x="410" y="78"/>
                  </a:lnTo>
                  <a:lnTo>
                    <a:pt x="544" y="156"/>
                  </a:lnTo>
                  <a:lnTo>
                    <a:pt x="478" y="451"/>
                  </a:lnTo>
                  <a:lnTo>
                    <a:pt x="427" y="49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9268120" y="2266780"/>
              <a:ext cx="1197" cy="1355"/>
            </a:xfrm>
            <a:custGeom>
              <a:avLst/>
              <a:pathLst>
                <a:path w="1197" h="1355">
                  <a:moveTo>
                    <a:pt x="837" y="399"/>
                  </a:moveTo>
                  <a:lnTo>
                    <a:pt x="851" y="454"/>
                  </a:lnTo>
                  <a:lnTo>
                    <a:pt x="892" y="453"/>
                  </a:lnTo>
                  <a:lnTo>
                    <a:pt x="980" y="402"/>
                  </a:lnTo>
                  <a:lnTo>
                    <a:pt x="994" y="300"/>
                  </a:lnTo>
                  <a:lnTo>
                    <a:pt x="1098" y="284"/>
                  </a:lnTo>
                  <a:lnTo>
                    <a:pt x="1197" y="379"/>
                  </a:lnTo>
                  <a:lnTo>
                    <a:pt x="1185" y="439"/>
                  </a:lnTo>
                  <a:lnTo>
                    <a:pt x="1048" y="671"/>
                  </a:lnTo>
                  <a:lnTo>
                    <a:pt x="996" y="725"/>
                  </a:lnTo>
                  <a:lnTo>
                    <a:pt x="637" y="1056"/>
                  </a:lnTo>
                  <a:lnTo>
                    <a:pt x="144" y="1355"/>
                  </a:lnTo>
                  <a:lnTo>
                    <a:pt x="73" y="1353"/>
                  </a:lnTo>
                  <a:lnTo>
                    <a:pt x="0" y="1291"/>
                  </a:lnTo>
                  <a:lnTo>
                    <a:pt x="12" y="1253"/>
                  </a:lnTo>
                  <a:lnTo>
                    <a:pt x="391" y="692"/>
                  </a:lnTo>
                  <a:lnTo>
                    <a:pt x="417" y="653"/>
                  </a:lnTo>
                  <a:lnTo>
                    <a:pt x="464" y="441"/>
                  </a:lnTo>
                  <a:lnTo>
                    <a:pt x="538" y="120"/>
                  </a:lnTo>
                  <a:lnTo>
                    <a:pt x="625" y="40"/>
                  </a:lnTo>
                  <a:lnTo>
                    <a:pt x="708" y="0"/>
                  </a:lnTo>
                  <a:lnTo>
                    <a:pt x="754" y="23"/>
                  </a:lnTo>
                  <a:lnTo>
                    <a:pt x="759" y="84"/>
                  </a:lnTo>
                  <a:lnTo>
                    <a:pt x="752" y="130"/>
                  </a:lnTo>
                  <a:lnTo>
                    <a:pt x="739" y="203"/>
                  </a:lnTo>
                  <a:lnTo>
                    <a:pt x="743" y="261"/>
                  </a:lnTo>
                  <a:lnTo>
                    <a:pt x="822" y="378"/>
                  </a:lnTo>
                  <a:lnTo>
                    <a:pt x="837" y="39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9266569" y="2266516"/>
              <a:ext cx="1043" cy="692"/>
            </a:xfrm>
            <a:custGeom>
              <a:avLst/>
              <a:pathLst>
                <a:path w="1043" h="692">
                  <a:moveTo>
                    <a:pt x="466" y="672"/>
                  </a:moveTo>
                  <a:lnTo>
                    <a:pt x="419" y="692"/>
                  </a:lnTo>
                  <a:lnTo>
                    <a:pt x="188" y="435"/>
                  </a:lnTo>
                  <a:lnTo>
                    <a:pt x="60" y="273"/>
                  </a:lnTo>
                  <a:lnTo>
                    <a:pt x="10" y="175"/>
                  </a:lnTo>
                  <a:lnTo>
                    <a:pt x="0" y="92"/>
                  </a:lnTo>
                  <a:lnTo>
                    <a:pt x="39" y="47"/>
                  </a:lnTo>
                  <a:lnTo>
                    <a:pt x="122" y="35"/>
                  </a:lnTo>
                  <a:lnTo>
                    <a:pt x="489" y="35"/>
                  </a:lnTo>
                  <a:lnTo>
                    <a:pt x="626" y="54"/>
                  </a:lnTo>
                  <a:lnTo>
                    <a:pt x="855" y="51"/>
                  </a:lnTo>
                  <a:lnTo>
                    <a:pt x="948" y="32"/>
                  </a:lnTo>
                  <a:lnTo>
                    <a:pt x="1013" y="0"/>
                  </a:lnTo>
                  <a:lnTo>
                    <a:pt x="1043" y="47"/>
                  </a:lnTo>
                  <a:lnTo>
                    <a:pt x="1042" y="137"/>
                  </a:lnTo>
                  <a:lnTo>
                    <a:pt x="752" y="430"/>
                  </a:lnTo>
                  <a:lnTo>
                    <a:pt x="466" y="6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9254018" y="2259644"/>
              <a:ext cx="560" cy="486"/>
            </a:xfrm>
            <a:custGeom>
              <a:avLst/>
              <a:pathLst>
                <a:path w="560" h="486">
                  <a:moveTo>
                    <a:pt x="493" y="461"/>
                  </a:moveTo>
                  <a:lnTo>
                    <a:pt x="447" y="486"/>
                  </a:lnTo>
                  <a:lnTo>
                    <a:pt x="423" y="480"/>
                  </a:lnTo>
                  <a:lnTo>
                    <a:pt x="363" y="429"/>
                  </a:lnTo>
                  <a:lnTo>
                    <a:pt x="362" y="414"/>
                  </a:lnTo>
                  <a:lnTo>
                    <a:pt x="225" y="313"/>
                  </a:lnTo>
                  <a:lnTo>
                    <a:pt x="0" y="92"/>
                  </a:lnTo>
                  <a:lnTo>
                    <a:pt x="115" y="0"/>
                  </a:lnTo>
                  <a:lnTo>
                    <a:pt x="524" y="39"/>
                  </a:lnTo>
                  <a:lnTo>
                    <a:pt x="560" y="58"/>
                  </a:lnTo>
                  <a:lnTo>
                    <a:pt x="493" y="46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9250122" y="2259181"/>
              <a:ext cx="4731" cy="3587"/>
            </a:xfrm>
            <a:custGeom>
              <a:avLst/>
              <a:pathLst>
                <a:path w="4731" h="3587">
                  <a:moveTo>
                    <a:pt x="2557" y="207"/>
                  </a:moveTo>
                  <a:lnTo>
                    <a:pt x="2823" y="429"/>
                  </a:lnTo>
                  <a:lnTo>
                    <a:pt x="3649" y="657"/>
                  </a:lnTo>
                  <a:lnTo>
                    <a:pt x="3743" y="697"/>
                  </a:lnTo>
                  <a:lnTo>
                    <a:pt x="4068" y="943"/>
                  </a:lnTo>
                  <a:lnTo>
                    <a:pt x="4141" y="1065"/>
                  </a:lnTo>
                  <a:lnTo>
                    <a:pt x="3993" y="1086"/>
                  </a:lnTo>
                  <a:lnTo>
                    <a:pt x="3963" y="1246"/>
                  </a:lnTo>
                  <a:lnTo>
                    <a:pt x="4247" y="1927"/>
                  </a:lnTo>
                  <a:lnTo>
                    <a:pt x="4350" y="2077"/>
                  </a:lnTo>
                  <a:lnTo>
                    <a:pt x="4667" y="1955"/>
                  </a:lnTo>
                  <a:lnTo>
                    <a:pt x="4731" y="2792"/>
                  </a:lnTo>
                  <a:lnTo>
                    <a:pt x="4708" y="2954"/>
                  </a:lnTo>
                  <a:lnTo>
                    <a:pt x="4383" y="3261"/>
                  </a:lnTo>
                  <a:lnTo>
                    <a:pt x="4240" y="3361"/>
                  </a:lnTo>
                  <a:lnTo>
                    <a:pt x="3553" y="3398"/>
                  </a:lnTo>
                  <a:lnTo>
                    <a:pt x="3323" y="3348"/>
                  </a:lnTo>
                  <a:lnTo>
                    <a:pt x="3025" y="3307"/>
                  </a:lnTo>
                  <a:lnTo>
                    <a:pt x="2509" y="3321"/>
                  </a:lnTo>
                  <a:lnTo>
                    <a:pt x="2085" y="3408"/>
                  </a:lnTo>
                  <a:lnTo>
                    <a:pt x="1765" y="3505"/>
                  </a:lnTo>
                  <a:lnTo>
                    <a:pt x="1502" y="3586"/>
                  </a:lnTo>
                  <a:lnTo>
                    <a:pt x="1418" y="3587"/>
                  </a:lnTo>
                  <a:lnTo>
                    <a:pt x="1279" y="3542"/>
                  </a:lnTo>
                  <a:lnTo>
                    <a:pt x="1170" y="3483"/>
                  </a:lnTo>
                  <a:lnTo>
                    <a:pt x="871" y="3232"/>
                  </a:lnTo>
                  <a:lnTo>
                    <a:pt x="821" y="3118"/>
                  </a:lnTo>
                  <a:lnTo>
                    <a:pt x="813" y="3088"/>
                  </a:lnTo>
                  <a:lnTo>
                    <a:pt x="788" y="3042"/>
                  </a:lnTo>
                  <a:lnTo>
                    <a:pt x="706" y="2919"/>
                  </a:lnTo>
                  <a:lnTo>
                    <a:pt x="697" y="2903"/>
                  </a:lnTo>
                  <a:lnTo>
                    <a:pt x="668" y="2878"/>
                  </a:lnTo>
                  <a:lnTo>
                    <a:pt x="538" y="2775"/>
                  </a:lnTo>
                  <a:lnTo>
                    <a:pt x="508" y="2729"/>
                  </a:lnTo>
                  <a:lnTo>
                    <a:pt x="359" y="2496"/>
                  </a:lnTo>
                  <a:lnTo>
                    <a:pt x="117" y="2446"/>
                  </a:lnTo>
                  <a:lnTo>
                    <a:pt x="59" y="2421"/>
                  </a:lnTo>
                  <a:lnTo>
                    <a:pt x="0" y="2321"/>
                  </a:lnTo>
                  <a:lnTo>
                    <a:pt x="691" y="1265"/>
                  </a:lnTo>
                  <a:lnTo>
                    <a:pt x="1115" y="702"/>
                  </a:lnTo>
                  <a:lnTo>
                    <a:pt x="1343" y="523"/>
                  </a:lnTo>
                  <a:lnTo>
                    <a:pt x="1966" y="211"/>
                  </a:lnTo>
                  <a:lnTo>
                    <a:pt x="2056" y="197"/>
                  </a:lnTo>
                  <a:lnTo>
                    <a:pt x="2166" y="247"/>
                  </a:lnTo>
                  <a:lnTo>
                    <a:pt x="2132" y="172"/>
                  </a:lnTo>
                  <a:lnTo>
                    <a:pt x="2213" y="0"/>
                  </a:lnTo>
                  <a:lnTo>
                    <a:pt x="2421" y="61"/>
                  </a:lnTo>
                  <a:lnTo>
                    <a:pt x="2473" y="97"/>
                  </a:lnTo>
                  <a:lnTo>
                    <a:pt x="2557" y="20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9255170" y="2258565"/>
              <a:ext cx="1060" cy="1415"/>
            </a:xfrm>
            <a:custGeom>
              <a:avLst/>
              <a:pathLst>
                <a:path w="1060" h="1415">
                  <a:moveTo>
                    <a:pt x="595" y="1408"/>
                  </a:moveTo>
                  <a:lnTo>
                    <a:pt x="542" y="1415"/>
                  </a:lnTo>
                  <a:lnTo>
                    <a:pt x="535" y="1403"/>
                  </a:lnTo>
                  <a:lnTo>
                    <a:pt x="542" y="1244"/>
                  </a:lnTo>
                  <a:lnTo>
                    <a:pt x="559" y="1210"/>
                  </a:lnTo>
                  <a:lnTo>
                    <a:pt x="522" y="1023"/>
                  </a:lnTo>
                  <a:lnTo>
                    <a:pt x="459" y="925"/>
                  </a:lnTo>
                  <a:lnTo>
                    <a:pt x="1" y="604"/>
                  </a:lnTo>
                  <a:lnTo>
                    <a:pt x="0" y="584"/>
                  </a:lnTo>
                  <a:lnTo>
                    <a:pt x="40" y="398"/>
                  </a:lnTo>
                  <a:lnTo>
                    <a:pt x="494" y="25"/>
                  </a:lnTo>
                  <a:lnTo>
                    <a:pt x="555" y="0"/>
                  </a:lnTo>
                  <a:lnTo>
                    <a:pt x="662" y="12"/>
                  </a:lnTo>
                  <a:lnTo>
                    <a:pt x="880" y="93"/>
                  </a:lnTo>
                  <a:lnTo>
                    <a:pt x="945" y="150"/>
                  </a:lnTo>
                  <a:lnTo>
                    <a:pt x="1060" y="338"/>
                  </a:lnTo>
                  <a:lnTo>
                    <a:pt x="1013" y="402"/>
                  </a:lnTo>
                  <a:lnTo>
                    <a:pt x="939" y="409"/>
                  </a:lnTo>
                  <a:lnTo>
                    <a:pt x="763" y="386"/>
                  </a:lnTo>
                  <a:lnTo>
                    <a:pt x="684" y="468"/>
                  </a:lnTo>
                  <a:lnTo>
                    <a:pt x="595" y="626"/>
                  </a:lnTo>
                  <a:lnTo>
                    <a:pt x="571" y="765"/>
                  </a:lnTo>
                  <a:lnTo>
                    <a:pt x="645" y="980"/>
                  </a:lnTo>
                  <a:lnTo>
                    <a:pt x="669" y="1344"/>
                  </a:lnTo>
                  <a:lnTo>
                    <a:pt x="655" y="1394"/>
                  </a:lnTo>
                  <a:lnTo>
                    <a:pt x="595" y="140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9252794" y="2257129"/>
              <a:ext cx="2545" cy="1944"/>
            </a:xfrm>
            <a:custGeom>
              <a:avLst/>
              <a:pathLst>
                <a:path w="2545" h="1944">
                  <a:moveTo>
                    <a:pt x="1552" y="715"/>
                  </a:moveTo>
                  <a:lnTo>
                    <a:pt x="1695" y="793"/>
                  </a:lnTo>
                  <a:lnTo>
                    <a:pt x="1823" y="712"/>
                  </a:lnTo>
                  <a:lnTo>
                    <a:pt x="2047" y="702"/>
                  </a:lnTo>
                  <a:lnTo>
                    <a:pt x="2490" y="798"/>
                  </a:lnTo>
                  <a:lnTo>
                    <a:pt x="2545" y="827"/>
                  </a:lnTo>
                  <a:lnTo>
                    <a:pt x="2523" y="873"/>
                  </a:lnTo>
                  <a:lnTo>
                    <a:pt x="2474" y="905"/>
                  </a:lnTo>
                  <a:lnTo>
                    <a:pt x="2349" y="909"/>
                  </a:lnTo>
                  <a:lnTo>
                    <a:pt x="2303" y="861"/>
                  </a:lnTo>
                  <a:lnTo>
                    <a:pt x="2265" y="882"/>
                  </a:lnTo>
                  <a:lnTo>
                    <a:pt x="2113" y="1073"/>
                  </a:lnTo>
                  <a:lnTo>
                    <a:pt x="2010" y="1330"/>
                  </a:lnTo>
                  <a:lnTo>
                    <a:pt x="2041" y="1566"/>
                  </a:lnTo>
                  <a:lnTo>
                    <a:pt x="2099" y="1623"/>
                  </a:lnTo>
                  <a:lnTo>
                    <a:pt x="2106" y="1673"/>
                  </a:lnTo>
                  <a:lnTo>
                    <a:pt x="2090" y="1859"/>
                  </a:lnTo>
                  <a:lnTo>
                    <a:pt x="1625" y="1944"/>
                  </a:lnTo>
                  <a:lnTo>
                    <a:pt x="1621" y="1873"/>
                  </a:lnTo>
                  <a:lnTo>
                    <a:pt x="1600" y="1815"/>
                  </a:lnTo>
                  <a:lnTo>
                    <a:pt x="1518" y="1739"/>
                  </a:lnTo>
                  <a:lnTo>
                    <a:pt x="1423" y="1680"/>
                  </a:lnTo>
                  <a:lnTo>
                    <a:pt x="772" y="1523"/>
                  </a:lnTo>
                  <a:lnTo>
                    <a:pt x="531" y="1401"/>
                  </a:lnTo>
                  <a:lnTo>
                    <a:pt x="420" y="1215"/>
                  </a:lnTo>
                  <a:lnTo>
                    <a:pt x="272" y="1085"/>
                  </a:lnTo>
                  <a:lnTo>
                    <a:pt x="113" y="971"/>
                  </a:lnTo>
                  <a:lnTo>
                    <a:pt x="83" y="972"/>
                  </a:lnTo>
                  <a:lnTo>
                    <a:pt x="31" y="900"/>
                  </a:lnTo>
                  <a:lnTo>
                    <a:pt x="0" y="784"/>
                  </a:lnTo>
                  <a:lnTo>
                    <a:pt x="66" y="387"/>
                  </a:lnTo>
                  <a:lnTo>
                    <a:pt x="53" y="357"/>
                  </a:lnTo>
                  <a:lnTo>
                    <a:pt x="81" y="112"/>
                  </a:lnTo>
                  <a:lnTo>
                    <a:pt x="94" y="78"/>
                  </a:lnTo>
                  <a:lnTo>
                    <a:pt x="131" y="47"/>
                  </a:lnTo>
                  <a:lnTo>
                    <a:pt x="443" y="0"/>
                  </a:lnTo>
                  <a:lnTo>
                    <a:pt x="724" y="9"/>
                  </a:lnTo>
                  <a:lnTo>
                    <a:pt x="1098" y="70"/>
                  </a:lnTo>
                  <a:lnTo>
                    <a:pt x="1161" y="147"/>
                  </a:lnTo>
                  <a:lnTo>
                    <a:pt x="1163" y="262"/>
                  </a:lnTo>
                  <a:lnTo>
                    <a:pt x="1227" y="387"/>
                  </a:lnTo>
                  <a:lnTo>
                    <a:pt x="1274" y="446"/>
                  </a:lnTo>
                  <a:lnTo>
                    <a:pt x="1552" y="7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9265937" y="2257109"/>
              <a:ext cx="2396" cy="1817"/>
            </a:xfrm>
            <a:custGeom>
              <a:avLst/>
              <a:pathLst>
                <a:path w="2396" h="1817">
                  <a:moveTo>
                    <a:pt x="733" y="358"/>
                  </a:moveTo>
                  <a:lnTo>
                    <a:pt x="635" y="519"/>
                  </a:lnTo>
                  <a:lnTo>
                    <a:pt x="625" y="617"/>
                  </a:lnTo>
                  <a:lnTo>
                    <a:pt x="669" y="683"/>
                  </a:lnTo>
                  <a:lnTo>
                    <a:pt x="676" y="688"/>
                  </a:lnTo>
                  <a:lnTo>
                    <a:pt x="727" y="672"/>
                  </a:lnTo>
                  <a:lnTo>
                    <a:pt x="881" y="669"/>
                  </a:lnTo>
                  <a:lnTo>
                    <a:pt x="934" y="665"/>
                  </a:lnTo>
                  <a:lnTo>
                    <a:pt x="1012" y="672"/>
                  </a:lnTo>
                  <a:lnTo>
                    <a:pt x="1112" y="768"/>
                  </a:lnTo>
                  <a:lnTo>
                    <a:pt x="1127" y="852"/>
                  </a:lnTo>
                  <a:lnTo>
                    <a:pt x="1139" y="1015"/>
                  </a:lnTo>
                  <a:lnTo>
                    <a:pt x="1205" y="1018"/>
                  </a:lnTo>
                  <a:lnTo>
                    <a:pt x="1474" y="826"/>
                  </a:lnTo>
                  <a:lnTo>
                    <a:pt x="1471" y="693"/>
                  </a:lnTo>
                  <a:lnTo>
                    <a:pt x="1485" y="525"/>
                  </a:lnTo>
                  <a:lnTo>
                    <a:pt x="1670" y="411"/>
                  </a:lnTo>
                  <a:lnTo>
                    <a:pt x="1710" y="375"/>
                  </a:lnTo>
                  <a:lnTo>
                    <a:pt x="1801" y="338"/>
                  </a:lnTo>
                  <a:lnTo>
                    <a:pt x="2202" y="336"/>
                  </a:lnTo>
                  <a:lnTo>
                    <a:pt x="2387" y="411"/>
                  </a:lnTo>
                  <a:lnTo>
                    <a:pt x="2396" y="443"/>
                  </a:lnTo>
                  <a:lnTo>
                    <a:pt x="2274" y="812"/>
                  </a:lnTo>
                  <a:lnTo>
                    <a:pt x="2085" y="1005"/>
                  </a:lnTo>
                  <a:lnTo>
                    <a:pt x="1410" y="1541"/>
                  </a:lnTo>
                  <a:lnTo>
                    <a:pt x="1248" y="1563"/>
                  </a:lnTo>
                  <a:lnTo>
                    <a:pt x="1210" y="1496"/>
                  </a:lnTo>
                  <a:lnTo>
                    <a:pt x="1213" y="1468"/>
                  </a:lnTo>
                  <a:lnTo>
                    <a:pt x="1201" y="1449"/>
                  </a:lnTo>
                  <a:lnTo>
                    <a:pt x="1159" y="1435"/>
                  </a:lnTo>
                  <a:lnTo>
                    <a:pt x="1076" y="1457"/>
                  </a:lnTo>
                  <a:lnTo>
                    <a:pt x="944" y="1501"/>
                  </a:lnTo>
                  <a:lnTo>
                    <a:pt x="883" y="1579"/>
                  </a:lnTo>
                  <a:lnTo>
                    <a:pt x="847" y="1627"/>
                  </a:lnTo>
                  <a:lnTo>
                    <a:pt x="862" y="1674"/>
                  </a:lnTo>
                  <a:lnTo>
                    <a:pt x="838" y="1732"/>
                  </a:lnTo>
                  <a:lnTo>
                    <a:pt x="798" y="1787"/>
                  </a:lnTo>
                  <a:lnTo>
                    <a:pt x="698" y="1817"/>
                  </a:lnTo>
                  <a:lnTo>
                    <a:pt x="647" y="1809"/>
                  </a:lnTo>
                  <a:lnTo>
                    <a:pt x="610" y="1784"/>
                  </a:lnTo>
                  <a:lnTo>
                    <a:pt x="620" y="1747"/>
                  </a:lnTo>
                  <a:lnTo>
                    <a:pt x="630" y="1702"/>
                  </a:lnTo>
                  <a:lnTo>
                    <a:pt x="652" y="1664"/>
                  </a:lnTo>
                  <a:lnTo>
                    <a:pt x="646" y="1637"/>
                  </a:lnTo>
                  <a:lnTo>
                    <a:pt x="636" y="1622"/>
                  </a:lnTo>
                  <a:lnTo>
                    <a:pt x="612" y="1607"/>
                  </a:lnTo>
                  <a:lnTo>
                    <a:pt x="597" y="1608"/>
                  </a:lnTo>
                  <a:lnTo>
                    <a:pt x="486" y="1613"/>
                  </a:lnTo>
                  <a:lnTo>
                    <a:pt x="334" y="1651"/>
                  </a:lnTo>
                  <a:lnTo>
                    <a:pt x="50" y="1507"/>
                  </a:lnTo>
                  <a:lnTo>
                    <a:pt x="0" y="1447"/>
                  </a:lnTo>
                  <a:lnTo>
                    <a:pt x="71" y="1238"/>
                  </a:lnTo>
                  <a:lnTo>
                    <a:pt x="262" y="1064"/>
                  </a:lnTo>
                  <a:lnTo>
                    <a:pt x="365" y="842"/>
                  </a:lnTo>
                  <a:lnTo>
                    <a:pt x="433" y="385"/>
                  </a:lnTo>
                  <a:lnTo>
                    <a:pt x="410" y="349"/>
                  </a:lnTo>
                  <a:lnTo>
                    <a:pt x="341" y="358"/>
                  </a:lnTo>
                  <a:lnTo>
                    <a:pt x="266" y="284"/>
                  </a:lnTo>
                  <a:lnTo>
                    <a:pt x="317" y="0"/>
                  </a:lnTo>
                  <a:lnTo>
                    <a:pt x="452" y="24"/>
                  </a:lnTo>
                  <a:lnTo>
                    <a:pt x="812" y="164"/>
                  </a:lnTo>
                  <a:lnTo>
                    <a:pt x="832" y="267"/>
                  </a:lnTo>
                  <a:lnTo>
                    <a:pt x="733" y="3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9268357" y="2254052"/>
              <a:ext cx="2125" cy="2162"/>
            </a:xfrm>
            <a:custGeom>
              <a:avLst/>
              <a:pathLst>
                <a:path w="2125" h="2162">
                  <a:moveTo>
                    <a:pt x="1523" y="124"/>
                  </a:moveTo>
                  <a:lnTo>
                    <a:pt x="1546" y="220"/>
                  </a:lnTo>
                  <a:lnTo>
                    <a:pt x="1630" y="170"/>
                  </a:lnTo>
                  <a:lnTo>
                    <a:pt x="1640" y="166"/>
                  </a:lnTo>
                  <a:lnTo>
                    <a:pt x="1691" y="176"/>
                  </a:lnTo>
                  <a:lnTo>
                    <a:pt x="1726" y="191"/>
                  </a:lnTo>
                  <a:lnTo>
                    <a:pt x="1740" y="200"/>
                  </a:lnTo>
                  <a:lnTo>
                    <a:pt x="1770" y="533"/>
                  </a:lnTo>
                  <a:lnTo>
                    <a:pt x="1780" y="527"/>
                  </a:lnTo>
                  <a:lnTo>
                    <a:pt x="1894" y="477"/>
                  </a:lnTo>
                  <a:lnTo>
                    <a:pt x="1949" y="467"/>
                  </a:lnTo>
                  <a:lnTo>
                    <a:pt x="2064" y="474"/>
                  </a:lnTo>
                  <a:lnTo>
                    <a:pt x="2102" y="479"/>
                  </a:lnTo>
                  <a:lnTo>
                    <a:pt x="2115" y="485"/>
                  </a:lnTo>
                  <a:lnTo>
                    <a:pt x="2125" y="506"/>
                  </a:lnTo>
                  <a:lnTo>
                    <a:pt x="2095" y="694"/>
                  </a:lnTo>
                  <a:lnTo>
                    <a:pt x="2089" y="708"/>
                  </a:lnTo>
                  <a:lnTo>
                    <a:pt x="2042" y="759"/>
                  </a:lnTo>
                  <a:lnTo>
                    <a:pt x="1990" y="805"/>
                  </a:lnTo>
                  <a:lnTo>
                    <a:pt x="1960" y="986"/>
                  </a:lnTo>
                  <a:lnTo>
                    <a:pt x="1969" y="1107"/>
                  </a:lnTo>
                  <a:lnTo>
                    <a:pt x="1963" y="1149"/>
                  </a:lnTo>
                  <a:lnTo>
                    <a:pt x="1954" y="1159"/>
                  </a:lnTo>
                  <a:lnTo>
                    <a:pt x="1880" y="1139"/>
                  </a:lnTo>
                  <a:lnTo>
                    <a:pt x="1786" y="911"/>
                  </a:lnTo>
                  <a:lnTo>
                    <a:pt x="1768" y="865"/>
                  </a:lnTo>
                  <a:lnTo>
                    <a:pt x="1766" y="783"/>
                  </a:lnTo>
                  <a:lnTo>
                    <a:pt x="1749" y="770"/>
                  </a:lnTo>
                  <a:lnTo>
                    <a:pt x="1647" y="748"/>
                  </a:lnTo>
                  <a:lnTo>
                    <a:pt x="1599" y="750"/>
                  </a:lnTo>
                  <a:lnTo>
                    <a:pt x="1576" y="757"/>
                  </a:lnTo>
                  <a:lnTo>
                    <a:pt x="1482" y="936"/>
                  </a:lnTo>
                  <a:lnTo>
                    <a:pt x="1464" y="933"/>
                  </a:lnTo>
                  <a:lnTo>
                    <a:pt x="1436" y="919"/>
                  </a:lnTo>
                  <a:lnTo>
                    <a:pt x="1434" y="914"/>
                  </a:lnTo>
                  <a:lnTo>
                    <a:pt x="1393" y="916"/>
                  </a:lnTo>
                  <a:lnTo>
                    <a:pt x="1366" y="919"/>
                  </a:lnTo>
                  <a:lnTo>
                    <a:pt x="1336" y="928"/>
                  </a:lnTo>
                  <a:lnTo>
                    <a:pt x="1302" y="943"/>
                  </a:lnTo>
                  <a:lnTo>
                    <a:pt x="1253" y="971"/>
                  </a:lnTo>
                  <a:lnTo>
                    <a:pt x="1059" y="1156"/>
                  </a:lnTo>
                  <a:lnTo>
                    <a:pt x="1001" y="1142"/>
                  </a:lnTo>
                  <a:lnTo>
                    <a:pt x="1016" y="995"/>
                  </a:lnTo>
                  <a:lnTo>
                    <a:pt x="917" y="947"/>
                  </a:lnTo>
                  <a:lnTo>
                    <a:pt x="781" y="953"/>
                  </a:lnTo>
                  <a:lnTo>
                    <a:pt x="441" y="1121"/>
                  </a:lnTo>
                  <a:lnTo>
                    <a:pt x="298" y="1279"/>
                  </a:lnTo>
                  <a:lnTo>
                    <a:pt x="251" y="1485"/>
                  </a:lnTo>
                  <a:lnTo>
                    <a:pt x="289" y="1764"/>
                  </a:lnTo>
                  <a:lnTo>
                    <a:pt x="341" y="1964"/>
                  </a:lnTo>
                  <a:lnTo>
                    <a:pt x="337" y="2064"/>
                  </a:lnTo>
                  <a:lnTo>
                    <a:pt x="299" y="2101"/>
                  </a:lnTo>
                  <a:lnTo>
                    <a:pt x="73" y="2162"/>
                  </a:lnTo>
                  <a:lnTo>
                    <a:pt x="34" y="2142"/>
                  </a:lnTo>
                  <a:lnTo>
                    <a:pt x="0" y="1730"/>
                  </a:lnTo>
                  <a:lnTo>
                    <a:pt x="48" y="1681"/>
                  </a:lnTo>
                  <a:lnTo>
                    <a:pt x="124" y="1401"/>
                  </a:lnTo>
                  <a:lnTo>
                    <a:pt x="163" y="1182"/>
                  </a:lnTo>
                  <a:lnTo>
                    <a:pt x="126" y="1103"/>
                  </a:lnTo>
                  <a:lnTo>
                    <a:pt x="78" y="926"/>
                  </a:lnTo>
                  <a:lnTo>
                    <a:pt x="71" y="828"/>
                  </a:lnTo>
                  <a:lnTo>
                    <a:pt x="553" y="594"/>
                  </a:lnTo>
                  <a:lnTo>
                    <a:pt x="603" y="593"/>
                  </a:lnTo>
                  <a:lnTo>
                    <a:pt x="632" y="644"/>
                  </a:lnTo>
                  <a:lnTo>
                    <a:pt x="705" y="659"/>
                  </a:lnTo>
                  <a:lnTo>
                    <a:pt x="750" y="645"/>
                  </a:lnTo>
                  <a:lnTo>
                    <a:pt x="1175" y="83"/>
                  </a:lnTo>
                  <a:lnTo>
                    <a:pt x="1266" y="0"/>
                  </a:lnTo>
                  <a:lnTo>
                    <a:pt x="1464" y="13"/>
                  </a:lnTo>
                  <a:lnTo>
                    <a:pt x="1523" y="12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9269626" y="2253418"/>
              <a:ext cx="484" cy="458"/>
            </a:xfrm>
            <a:custGeom>
              <a:avLst/>
              <a:pathLst>
                <a:path w="484" h="458">
                  <a:moveTo>
                    <a:pt x="471" y="74"/>
                  </a:moveTo>
                  <a:lnTo>
                    <a:pt x="396" y="215"/>
                  </a:lnTo>
                  <a:lnTo>
                    <a:pt x="334" y="304"/>
                  </a:lnTo>
                  <a:lnTo>
                    <a:pt x="305" y="317"/>
                  </a:lnTo>
                  <a:lnTo>
                    <a:pt x="197" y="358"/>
                  </a:lnTo>
                  <a:lnTo>
                    <a:pt x="124" y="430"/>
                  </a:lnTo>
                  <a:lnTo>
                    <a:pt x="101" y="453"/>
                  </a:lnTo>
                  <a:lnTo>
                    <a:pt x="41" y="458"/>
                  </a:lnTo>
                  <a:lnTo>
                    <a:pt x="33" y="458"/>
                  </a:lnTo>
                  <a:lnTo>
                    <a:pt x="3" y="423"/>
                  </a:lnTo>
                  <a:lnTo>
                    <a:pt x="0" y="383"/>
                  </a:lnTo>
                  <a:lnTo>
                    <a:pt x="38" y="261"/>
                  </a:lnTo>
                  <a:lnTo>
                    <a:pt x="54" y="228"/>
                  </a:lnTo>
                  <a:lnTo>
                    <a:pt x="118" y="96"/>
                  </a:lnTo>
                  <a:lnTo>
                    <a:pt x="121" y="89"/>
                  </a:lnTo>
                  <a:lnTo>
                    <a:pt x="152" y="80"/>
                  </a:lnTo>
                  <a:lnTo>
                    <a:pt x="179" y="88"/>
                  </a:lnTo>
                  <a:lnTo>
                    <a:pt x="197" y="90"/>
                  </a:lnTo>
                  <a:lnTo>
                    <a:pt x="352" y="2"/>
                  </a:lnTo>
                  <a:lnTo>
                    <a:pt x="358" y="0"/>
                  </a:lnTo>
                  <a:lnTo>
                    <a:pt x="368" y="1"/>
                  </a:lnTo>
                  <a:lnTo>
                    <a:pt x="468" y="20"/>
                  </a:lnTo>
                  <a:lnTo>
                    <a:pt x="484" y="34"/>
                  </a:lnTo>
                  <a:lnTo>
                    <a:pt x="471" y="7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9268900" y="2251813"/>
              <a:ext cx="595" cy="878"/>
            </a:xfrm>
            <a:custGeom>
              <a:avLst/>
              <a:pathLst>
                <a:path w="595" h="878">
                  <a:moveTo>
                    <a:pt x="198" y="878"/>
                  </a:moveTo>
                  <a:lnTo>
                    <a:pt x="124" y="868"/>
                  </a:lnTo>
                  <a:lnTo>
                    <a:pt x="19" y="722"/>
                  </a:lnTo>
                  <a:lnTo>
                    <a:pt x="0" y="602"/>
                  </a:lnTo>
                  <a:lnTo>
                    <a:pt x="337" y="91"/>
                  </a:lnTo>
                  <a:lnTo>
                    <a:pt x="362" y="66"/>
                  </a:lnTo>
                  <a:lnTo>
                    <a:pt x="446" y="33"/>
                  </a:lnTo>
                  <a:lnTo>
                    <a:pt x="515" y="0"/>
                  </a:lnTo>
                  <a:lnTo>
                    <a:pt x="550" y="70"/>
                  </a:lnTo>
                  <a:lnTo>
                    <a:pt x="595" y="419"/>
                  </a:lnTo>
                  <a:lnTo>
                    <a:pt x="509" y="714"/>
                  </a:lnTo>
                  <a:lnTo>
                    <a:pt x="463" y="770"/>
                  </a:lnTo>
                  <a:lnTo>
                    <a:pt x="322" y="869"/>
                  </a:lnTo>
                  <a:lnTo>
                    <a:pt x="198" y="87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9419755" y="2276513"/>
              <a:ext cx="1489" cy="796"/>
            </a:xfrm>
            <a:custGeom>
              <a:avLst/>
              <a:pathLst>
                <a:path w="1489" h="796">
                  <a:moveTo>
                    <a:pt x="937" y="75"/>
                  </a:moveTo>
                  <a:lnTo>
                    <a:pt x="968" y="88"/>
                  </a:lnTo>
                  <a:lnTo>
                    <a:pt x="1049" y="102"/>
                  </a:lnTo>
                  <a:lnTo>
                    <a:pt x="1056" y="103"/>
                  </a:lnTo>
                  <a:lnTo>
                    <a:pt x="1069" y="104"/>
                  </a:lnTo>
                  <a:lnTo>
                    <a:pt x="1088" y="105"/>
                  </a:lnTo>
                  <a:lnTo>
                    <a:pt x="1134" y="107"/>
                  </a:lnTo>
                  <a:lnTo>
                    <a:pt x="1187" y="110"/>
                  </a:lnTo>
                  <a:lnTo>
                    <a:pt x="1236" y="126"/>
                  </a:lnTo>
                  <a:lnTo>
                    <a:pt x="1258" y="141"/>
                  </a:lnTo>
                  <a:lnTo>
                    <a:pt x="1279" y="155"/>
                  </a:lnTo>
                  <a:lnTo>
                    <a:pt x="1307" y="180"/>
                  </a:lnTo>
                  <a:lnTo>
                    <a:pt x="1330" y="197"/>
                  </a:lnTo>
                  <a:lnTo>
                    <a:pt x="1340" y="205"/>
                  </a:lnTo>
                  <a:lnTo>
                    <a:pt x="1376" y="236"/>
                  </a:lnTo>
                  <a:lnTo>
                    <a:pt x="1385" y="243"/>
                  </a:lnTo>
                  <a:lnTo>
                    <a:pt x="1397" y="256"/>
                  </a:lnTo>
                  <a:lnTo>
                    <a:pt x="1437" y="295"/>
                  </a:lnTo>
                  <a:lnTo>
                    <a:pt x="1463" y="333"/>
                  </a:lnTo>
                  <a:lnTo>
                    <a:pt x="1468" y="340"/>
                  </a:lnTo>
                  <a:lnTo>
                    <a:pt x="1487" y="377"/>
                  </a:lnTo>
                  <a:lnTo>
                    <a:pt x="1488" y="392"/>
                  </a:lnTo>
                  <a:lnTo>
                    <a:pt x="1489" y="398"/>
                  </a:lnTo>
                  <a:lnTo>
                    <a:pt x="1487" y="405"/>
                  </a:lnTo>
                  <a:lnTo>
                    <a:pt x="1486" y="412"/>
                  </a:lnTo>
                  <a:lnTo>
                    <a:pt x="1482" y="434"/>
                  </a:lnTo>
                  <a:lnTo>
                    <a:pt x="1479" y="438"/>
                  </a:lnTo>
                  <a:lnTo>
                    <a:pt x="1450" y="471"/>
                  </a:lnTo>
                  <a:lnTo>
                    <a:pt x="1443" y="477"/>
                  </a:lnTo>
                  <a:lnTo>
                    <a:pt x="1401" y="497"/>
                  </a:lnTo>
                  <a:lnTo>
                    <a:pt x="1345" y="511"/>
                  </a:lnTo>
                  <a:lnTo>
                    <a:pt x="1332" y="514"/>
                  </a:lnTo>
                  <a:lnTo>
                    <a:pt x="1299" y="522"/>
                  </a:lnTo>
                  <a:lnTo>
                    <a:pt x="1267" y="524"/>
                  </a:lnTo>
                  <a:lnTo>
                    <a:pt x="1262" y="524"/>
                  </a:lnTo>
                  <a:lnTo>
                    <a:pt x="1166" y="520"/>
                  </a:lnTo>
                  <a:lnTo>
                    <a:pt x="1148" y="515"/>
                  </a:lnTo>
                  <a:lnTo>
                    <a:pt x="1123" y="511"/>
                  </a:lnTo>
                  <a:lnTo>
                    <a:pt x="1096" y="509"/>
                  </a:lnTo>
                  <a:lnTo>
                    <a:pt x="1086" y="509"/>
                  </a:lnTo>
                  <a:lnTo>
                    <a:pt x="1075" y="511"/>
                  </a:lnTo>
                  <a:lnTo>
                    <a:pt x="1044" y="518"/>
                  </a:lnTo>
                  <a:lnTo>
                    <a:pt x="995" y="517"/>
                  </a:lnTo>
                  <a:lnTo>
                    <a:pt x="990" y="517"/>
                  </a:lnTo>
                  <a:lnTo>
                    <a:pt x="924" y="510"/>
                  </a:lnTo>
                  <a:lnTo>
                    <a:pt x="881" y="505"/>
                  </a:lnTo>
                  <a:lnTo>
                    <a:pt x="870" y="501"/>
                  </a:lnTo>
                  <a:lnTo>
                    <a:pt x="852" y="498"/>
                  </a:lnTo>
                  <a:lnTo>
                    <a:pt x="833" y="494"/>
                  </a:lnTo>
                  <a:lnTo>
                    <a:pt x="807" y="489"/>
                  </a:lnTo>
                  <a:lnTo>
                    <a:pt x="787" y="494"/>
                  </a:lnTo>
                  <a:lnTo>
                    <a:pt x="777" y="496"/>
                  </a:lnTo>
                  <a:lnTo>
                    <a:pt x="716" y="541"/>
                  </a:lnTo>
                  <a:lnTo>
                    <a:pt x="710" y="545"/>
                  </a:lnTo>
                  <a:lnTo>
                    <a:pt x="688" y="558"/>
                  </a:lnTo>
                  <a:lnTo>
                    <a:pt x="682" y="561"/>
                  </a:lnTo>
                  <a:lnTo>
                    <a:pt x="667" y="568"/>
                  </a:lnTo>
                  <a:lnTo>
                    <a:pt x="603" y="599"/>
                  </a:lnTo>
                  <a:lnTo>
                    <a:pt x="598" y="601"/>
                  </a:lnTo>
                  <a:lnTo>
                    <a:pt x="560" y="619"/>
                  </a:lnTo>
                  <a:lnTo>
                    <a:pt x="541" y="630"/>
                  </a:lnTo>
                  <a:lnTo>
                    <a:pt x="527" y="645"/>
                  </a:lnTo>
                  <a:lnTo>
                    <a:pt x="504" y="667"/>
                  </a:lnTo>
                  <a:lnTo>
                    <a:pt x="458" y="684"/>
                  </a:lnTo>
                  <a:lnTo>
                    <a:pt x="442" y="693"/>
                  </a:lnTo>
                  <a:lnTo>
                    <a:pt x="391" y="713"/>
                  </a:lnTo>
                  <a:lnTo>
                    <a:pt x="348" y="730"/>
                  </a:lnTo>
                  <a:lnTo>
                    <a:pt x="333" y="733"/>
                  </a:lnTo>
                  <a:lnTo>
                    <a:pt x="319" y="736"/>
                  </a:lnTo>
                  <a:lnTo>
                    <a:pt x="306" y="741"/>
                  </a:lnTo>
                  <a:lnTo>
                    <a:pt x="300" y="745"/>
                  </a:lnTo>
                  <a:lnTo>
                    <a:pt x="289" y="760"/>
                  </a:lnTo>
                  <a:lnTo>
                    <a:pt x="282" y="768"/>
                  </a:lnTo>
                  <a:lnTo>
                    <a:pt x="259" y="791"/>
                  </a:lnTo>
                  <a:lnTo>
                    <a:pt x="250" y="796"/>
                  </a:lnTo>
                  <a:lnTo>
                    <a:pt x="243" y="796"/>
                  </a:lnTo>
                  <a:lnTo>
                    <a:pt x="239" y="790"/>
                  </a:lnTo>
                  <a:lnTo>
                    <a:pt x="227" y="782"/>
                  </a:lnTo>
                  <a:lnTo>
                    <a:pt x="211" y="780"/>
                  </a:lnTo>
                  <a:lnTo>
                    <a:pt x="193" y="780"/>
                  </a:lnTo>
                  <a:lnTo>
                    <a:pt x="179" y="780"/>
                  </a:lnTo>
                  <a:lnTo>
                    <a:pt x="164" y="780"/>
                  </a:lnTo>
                  <a:lnTo>
                    <a:pt x="153" y="780"/>
                  </a:lnTo>
                  <a:lnTo>
                    <a:pt x="141" y="780"/>
                  </a:lnTo>
                  <a:lnTo>
                    <a:pt x="131" y="779"/>
                  </a:lnTo>
                  <a:lnTo>
                    <a:pt x="120" y="775"/>
                  </a:lnTo>
                  <a:lnTo>
                    <a:pt x="106" y="755"/>
                  </a:lnTo>
                  <a:lnTo>
                    <a:pt x="97" y="751"/>
                  </a:lnTo>
                  <a:lnTo>
                    <a:pt x="90" y="749"/>
                  </a:lnTo>
                  <a:lnTo>
                    <a:pt x="77" y="757"/>
                  </a:lnTo>
                  <a:lnTo>
                    <a:pt x="64" y="757"/>
                  </a:lnTo>
                  <a:lnTo>
                    <a:pt x="57" y="751"/>
                  </a:lnTo>
                  <a:lnTo>
                    <a:pt x="56" y="746"/>
                  </a:lnTo>
                  <a:lnTo>
                    <a:pt x="55" y="738"/>
                  </a:lnTo>
                  <a:lnTo>
                    <a:pt x="52" y="716"/>
                  </a:lnTo>
                  <a:lnTo>
                    <a:pt x="49" y="709"/>
                  </a:lnTo>
                  <a:lnTo>
                    <a:pt x="46" y="703"/>
                  </a:lnTo>
                  <a:lnTo>
                    <a:pt x="42" y="697"/>
                  </a:lnTo>
                  <a:lnTo>
                    <a:pt x="33" y="687"/>
                  </a:lnTo>
                  <a:lnTo>
                    <a:pt x="26" y="675"/>
                  </a:lnTo>
                  <a:lnTo>
                    <a:pt x="16" y="654"/>
                  </a:lnTo>
                  <a:lnTo>
                    <a:pt x="11" y="635"/>
                  </a:lnTo>
                  <a:lnTo>
                    <a:pt x="1" y="597"/>
                  </a:lnTo>
                  <a:lnTo>
                    <a:pt x="1" y="588"/>
                  </a:lnTo>
                  <a:lnTo>
                    <a:pt x="1" y="576"/>
                  </a:lnTo>
                  <a:lnTo>
                    <a:pt x="0" y="571"/>
                  </a:lnTo>
                  <a:lnTo>
                    <a:pt x="0" y="557"/>
                  </a:lnTo>
                  <a:lnTo>
                    <a:pt x="3" y="528"/>
                  </a:lnTo>
                  <a:lnTo>
                    <a:pt x="9" y="504"/>
                  </a:lnTo>
                  <a:lnTo>
                    <a:pt x="28" y="455"/>
                  </a:lnTo>
                  <a:lnTo>
                    <a:pt x="40" y="424"/>
                  </a:lnTo>
                  <a:lnTo>
                    <a:pt x="66" y="379"/>
                  </a:lnTo>
                  <a:lnTo>
                    <a:pt x="87" y="358"/>
                  </a:lnTo>
                  <a:lnTo>
                    <a:pt x="110" y="335"/>
                  </a:lnTo>
                  <a:lnTo>
                    <a:pt x="121" y="325"/>
                  </a:lnTo>
                  <a:lnTo>
                    <a:pt x="158" y="296"/>
                  </a:lnTo>
                  <a:lnTo>
                    <a:pt x="180" y="279"/>
                  </a:lnTo>
                  <a:lnTo>
                    <a:pt x="184" y="276"/>
                  </a:lnTo>
                  <a:lnTo>
                    <a:pt x="217" y="252"/>
                  </a:lnTo>
                  <a:lnTo>
                    <a:pt x="226" y="244"/>
                  </a:lnTo>
                  <a:lnTo>
                    <a:pt x="235" y="235"/>
                  </a:lnTo>
                  <a:lnTo>
                    <a:pt x="251" y="220"/>
                  </a:lnTo>
                  <a:lnTo>
                    <a:pt x="266" y="206"/>
                  </a:lnTo>
                  <a:lnTo>
                    <a:pt x="286" y="193"/>
                  </a:lnTo>
                  <a:lnTo>
                    <a:pt x="305" y="181"/>
                  </a:lnTo>
                  <a:lnTo>
                    <a:pt x="322" y="170"/>
                  </a:lnTo>
                  <a:lnTo>
                    <a:pt x="330" y="165"/>
                  </a:lnTo>
                  <a:lnTo>
                    <a:pt x="339" y="159"/>
                  </a:lnTo>
                  <a:lnTo>
                    <a:pt x="363" y="147"/>
                  </a:lnTo>
                  <a:lnTo>
                    <a:pt x="409" y="124"/>
                  </a:lnTo>
                  <a:lnTo>
                    <a:pt x="471" y="95"/>
                  </a:lnTo>
                  <a:lnTo>
                    <a:pt x="503" y="77"/>
                  </a:lnTo>
                  <a:lnTo>
                    <a:pt x="512" y="73"/>
                  </a:lnTo>
                  <a:lnTo>
                    <a:pt x="583" y="46"/>
                  </a:lnTo>
                  <a:lnTo>
                    <a:pt x="590" y="43"/>
                  </a:lnTo>
                  <a:lnTo>
                    <a:pt x="608" y="37"/>
                  </a:lnTo>
                  <a:lnTo>
                    <a:pt x="660" y="21"/>
                  </a:lnTo>
                  <a:lnTo>
                    <a:pt x="672" y="19"/>
                  </a:lnTo>
                  <a:lnTo>
                    <a:pt x="740" y="7"/>
                  </a:lnTo>
                  <a:lnTo>
                    <a:pt x="757" y="5"/>
                  </a:lnTo>
                  <a:lnTo>
                    <a:pt x="789" y="0"/>
                  </a:lnTo>
                  <a:lnTo>
                    <a:pt x="806" y="1"/>
                  </a:lnTo>
                  <a:lnTo>
                    <a:pt x="821" y="2"/>
                  </a:lnTo>
                  <a:lnTo>
                    <a:pt x="828" y="6"/>
                  </a:lnTo>
                  <a:lnTo>
                    <a:pt x="840" y="14"/>
                  </a:lnTo>
                  <a:lnTo>
                    <a:pt x="854" y="23"/>
                  </a:lnTo>
                  <a:lnTo>
                    <a:pt x="863" y="29"/>
                  </a:lnTo>
                  <a:lnTo>
                    <a:pt x="912" y="64"/>
                  </a:lnTo>
                  <a:lnTo>
                    <a:pt x="919" y="67"/>
                  </a:lnTo>
                  <a:lnTo>
                    <a:pt x="937" y="7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9264663" y="2244968"/>
              <a:ext cx="411" cy="526"/>
            </a:xfrm>
            <a:custGeom>
              <a:avLst/>
              <a:pathLst>
                <a:path w="411" h="526">
                  <a:moveTo>
                    <a:pt x="291" y="401"/>
                  </a:moveTo>
                  <a:lnTo>
                    <a:pt x="0" y="526"/>
                  </a:lnTo>
                  <a:lnTo>
                    <a:pt x="56" y="418"/>
                  </a:lnTo>
                  <a:lnTo>
                    <a:pt x="102" y="97"/>
                  </a:lnTo>
                  <a:lnTo>
                    <a:pt x="131" y="10"/>
                  </a:lnTo>
                  <a:lnTo>
                    <a:pt x="154" y="0"/>
                  </a:lnTo>
                  <a:lnTo>
                    <a:pt x="298" y="103"/>
                  </a:lnTo>
                  <a:lnTo>
                    <a:pt x="411" y="295"/>
                  </a:lnTo>
                  <a:lnTo>
                    <a:pt x="374" y="349"/>
                  </a:lnTo>
                  <a:lnTo>
                    <a:pt x="291" y="40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9265680" y="2245007"/>
              <a:ext cx="597" cy="778"/>
            </a:xfrm>
            <a:custGeom>
              <a:avLst/>
              <a:pathLst>
                <a:path w="597" h="778">
                  <a:moveTo>
                    <a:pt x="198" y="750"/>
                  </a:moveTo>
                  <a:lnTo>
                    <a:pt x="150" y="778"/>
                  </a:lnTo>
                  <a:lnTo>
                    <a:pt x="23" y="687"/>
                  </a:lnTo>
                  <a:lnTo>
                    <a:pt x="0" y="658"/>
                  </a:lnTo>
                  <a:lnTo>
                    <a:pt x="23" y="634"/>
                  </a:lnTo>
                  <a:lnTo>
                    <a:pt x="144" y="548"/>
                  </a:lnTo>
                  <a:lnTo>
                    <a:pt x="394" y="161"/>
                  </a:lnTo>
                  <a:lnTo>
                    <a:pt x="392" y="130"/>
                  </a:lnTo>
                  <a:lnTo>
                    <a:pt x="391" y="89"/>
                  </a:lnTo>
                  <a:lnTo>
                    <a:pt x="399" y="62"/>
                  </a:lnTo>
                  <a:lnTo>
                    <a:pt x="416" y="47"/>
                  </a:lnTo>
                  <a:lnTo>
                    <a:pt x="516" y="0"/>
                  </a:lnTo>
                  <a:lnTo>
                    <a:pt x="589" y="5"/>
                  </a:lnTo>
                  <a:lnTo>
                    <a:pt x="597" y="23"/>
                  </a:lnTo>
                  <a:lnTo>
                    <a:pt x="588" y="45"/>
                  </a:lnTo>
                  <a:lnTo>
                    <a:pt x="506" y="117"/>
                  </a:lnTo>
                  <a:lnTo>
                    <a:pt x="452" y="166"/>
                  </a:lnTo>
                  <a:lnTo>
                    <a:pt x="447" y="199"/>
                  </a:lnTo>
                  <a:lnTo>
                    <a:pt x="478" y="229"/>
                  </a:lnTo>
                  <a:lnTo>
                    <a:pt x="513" y="280"/>
                  </a:lnTo>
                  <a:lnTo>
                    <a:pt x="530" y="316"/>
                  </a:lnTo>
                  <a:lnTo>
                    <a:pt x="521" y="341"/>
                  </a:lnTo>
                  <a:lnTo>
                    <a:pt x="469" y="377"/>
                  </a:lnTo>
                  <a:lnTo>
                    <a:pt x="390" y="416"/>
                  </a:lnTo>
                  <a:lnTo>
                    <a:pt x="379" y="437"/>
                  </a:lnTo>
                  <a:lnTo>
                    <a:pt x="391" y="452"/>
                  </a:lnTo>
                  <a:lnTo>
                    <a:pt x="443" y="479"/>
                  </a:lnTo>
                  <a:lnTo>
                    <a:pt x="477" y="496"/>
                  </a:lnTo>
                  <a:lnTo>
                    <a:pt x="483" y="503"/>
                  </a:lnTo>
                  <a:lnTo>
                    <a:pt x="483" y="569"/>
                  </a:lnTo>
                  <a:lnTo>
                    <a:pt x="383" y="643"/>
                  </a:lnTo>
                  <a:lnTo>
                    <a:pt x="375" y="647"/>
                  </a:lnTo>
                  <a:lnTo>
                    <a:pt x="356" y="646"/>
                  </a:lnTo>
                  <a:lnTo>
                    <a:pt x="326" y="654"/>
                  </a:lnTo>
                  <a:lnTo>
                    <a:pt x="252" y="672"/>
                  </a:lnTo>
                  <a:lnTo>
                    <a:pt x="233" y="686"/>
                  </a:lnTo>
                  <a:lnTo>
                    <a:pt x="215" y="715"/>
                  </a:lnTo>
                  <a:lnTo>
                    <a:pt x="198" y="75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9289861" y="2246998"/>
              <a:ext cx="1800" cy="1355"/>
            </a:xfrm>
            <a:custGeom>
              <a:avLst/>
              <a:pathLst>
                <a:path w="1800" h="1355">
                  <a:moveTo>
                    <a:pt x="599" y="319"/>
                  </a:moveTo>
                  <a:lnTo>
                    <a:pt x="582" y="344"/>
                  </a:lnTo>
                  <a:lnTo>
                    <a:pt x="550" y="365"/>
                  </a:lnTo>
                  <a:lnTo>
                    <a:pt x="529" y="476"/>
                  </a:lnTo>
                  <a:lnTo>
                    <a:pt x="520" y="615"/>
                  </a:lnTo>
                  <a:lnTo>
                    <a:pt x="687" y="683"/>
                  </a:lnTo>
                  <a:lnTo>
                    <a:pt x="965" y="641"/>
                  </a:lnTo>
                  <a:lnTo>
                    <a:pt x="983" y="622"/>
                  </a:lnTo>
                  <a:lnTo>
                    <a:pt x="991" y="555"/>
                  </a:lnTo>
                  <a:lnTo>
                    <a:pt x="986" y="432"/>
                  </a:lnTo>
                  <a:lnTo>
                    <a:pt x="1036" y="337"/>
                  </a:lnTo>
                  <a:lnTo>
                    <a:pt x="1103" y="276"/>
                  </a:lnTo>
                  <a:lnTo>
                    <a:pt x="1143" y="257"/>
                  </a:lnTo>
                  <a:lnTo>
                    <a:pt x="1183" y="255"/>
                  </a:lnTo>
                  <a:lnTo>
                    <a:pt x="1300" y="271"/>
                  </a:lnTo>
                  <a:lnTo>
                    <a:pt x="1328" y="288"/>
                  </a:lnTo>
                  <a:lnTo>
                    <a:pt x="1335" y="303"/>
                  </a:lnTo>
                  <a:lnTo>
                    <a:pt x="1332" y="353"/>
                  </a:lnTo>
                  <a:lnTo>
                    <a:pt x="1272" y="478"/>
                  </a:lnTo>
                  <a:lnTo>
                    <a:pt x="1418" y="621"/>
                  </a:lnTo>
                  <a:lnTo>
                    <a:pt x="1426" y="623"/>
                  </a:lnTo>
                  <a:lnTo>
                    <a:pt x="1465" y="607"/>
                  </a:lnTo>
                  <a:lnTo>
                    <a:pt x="1520" y="570"/>
                  </a:lnTo>
                  <a:lnTo>
                    <a:pt x="1566" y="512"/>
                  </a:lnTo>
                  <a:lnTo>
                    <a:pt x="1597" y="526"/>
                  </a:lnTo>
                  <a:lnTo>
                    <a:pt x="1769" y="768"/>
                  </a:lnTo>
                  <a:lnTo>
                    <a:pt x="1800" y="853"/>
                  </a:lnTo>
                  <a:lnTo>
                    <a:pt x="1782" y="913"/>
                  </a:lnTo>
                  <a:lnTo>
                    <a:pt x="1721" y="921"/>
                  </a:lnTo>
                  <a:lnTo>
                    <a:pt x="1349" y="895"/>
                  </a:lnTo>
                  <a:lnTo>
                    <a:pt x="1306" y="973"/>
                  </a:lnTo>
                  <a:lnTo>
                    <a:pt x="1247" y="1029"/>
                  </a:lnTo>
                  <a:lnTo>
                    <a:pt x="1142" y="1105"/>
                  </a:lnTo>
                  <a:lnTo>
                    <a:pt x="942" y="1234"/>
                  </a:lnTo>
                  <a:lnTo>
                    <a:pt x="645" y="1355"/>
                  </a:lnTo>
                  <a:lnTo>
                    <a:pt x="529" y="1228"/>
                  </a:lnTo>
                  <a:lnTo>
                    <a:pt x="526" y="1199"/>
                  </a:lnTo>
                  <a:lnTo>
                    <a:pt x="538" y="1171"/>
                  </a:lnTo>
                  <a:lnTo>
                    <a:pt x="591" y="1135"/>
                  </a:lnTo>
                  <a:lnTo>
                    <a:pt x="697" y="954"/>
                  </a:lnTo>
                  <a:lnTo>
                    <a:pt x="728" y="884"/>
                  </a:lnTo>
                  <a:lnTo>
                    <a:pt x="736" y="827"/>
                  </a:lnTo>
                  <a:lnTo>
                    <a:pt x="688" y="710"/>
                  </a:lnTo>
                  <a:lnTo>
                    <a:pt x="642" y="667"/>
                  </a:lnTo>
                  <a:lnTo>
                    <a:pt x="507" y="625"/>
                  </a:lnTo>
                  <a:lnTo>
                    <a:pt x="452" y="684"/>
                  </a:lnTo>
                  <a:lnTo>
                    <a:pt x="368" y="629"/>
                  </a:lnTo>
                  <a:lnTo>
                    <a:pt x="374" y="518"/>
                  </a:lnTo>
                  <a:lnTo>
                    <a:pt x="339" y="305"/>
                  </a:lnTo>
                  <a:lnTo>
                    <a:pt x="291" y="279"/>
                  </a:lnTo>
                  <a:lnTo>
                    <a:pt x="201" y="328"/>
                  </a:lnTo>
                  <a:lnTo>
                    <a:pt x="149" y="469"/>
                  </a:lnTo>
                  <a:lnTo>
                    <a:pt x="106" y="546"/>
                  </a:lnTo>
                  <a:lnTo>
                    <a:pt x="45" y="613"/>
                  </a:lnTo>
                  <a:lnTo>
                    <a:pt x="8" y="609"/>
                  </a:lnTo>
                  <a:lnTo>
                    <a:pt x="0" y="545"/>
                  </a:lnTo>
                  <a:lnTo>
                    <a:pt x="0" y="332"/>
                  </a:lnTo>
                  <a:lnTo>
                    <a:pt x="21" y="302"/>
                  </a:lnTo>
                  <a:lnTo>
                    <a:pt x="319" y="16"/>
                  </a:lnTo>
                  <a:lnTo>
                    <a:pt x="466" y="0"/>
                  </a:lnTo>
                  <a:lnTo>
                    <a:pt x="549" y="154"/>
                  </a:lnTo>
                  <a:lnTo>
                    <a:pt x="599" y="3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9427410" y="2268566"/>
              <a:ext cx="500" cy="462"/>
            </a:xfrm>
            <a:custGeom>
              <a:avLst/>
              <a:pathLst>
                <a:path w="500" h="462">
                  <a:moveTo>
                    <a:pt x="306" y="462"/>
                  </a:moveTo>
                  <a:lnTo>
                    <a:pt x="146" y="459"/>
                  </a:lnTo>
                  <a:lnTo>
                    <a:pt x="105" y="445"/>
                  </a:lnTo>
                  <a:lnTo>
                    <a:pt x="77" y="436"/>
                  </a:lnTo>
                  <a:lnTo>
                    <a:pt x="29" y="380"/>
                  </a:lnTo>
                  <a:lnTo>
                    <a:pt x="19" y="362"/>
                  </a:lnTo>
                  <a:lnTo>
                    <a:pt x="10" y="343"/>
                  </a:lnTo>
                  <a:lnTo>
                    <a:pt x="0" y="297"/>
                  </a:lnTo>
                  <a:lnTo>
                    <a:pt x="9" y="260"/>
                  </a:lnTo>
                  <a:lnTo>
                    <a:pt x="18" y="204"/>
                  </a:lnTo>
                  <a:lnTo>
                    <a:pt x="28" y="168"/>
                  </a:lnTo>
                  <a:lnTo>
                    <a:pt x="37" y="149"/>
                  </a:lnTo>
                  <a:lnTo>
                    <a:pt x="46" y="130"/>
                  </a:lnTo>
                  <a:lnTo>
                    <a:pt x="56" y="112"/>
                  </a:lnTo>
                  <a:lnTo>
                    <a:pt x="65" y="93"/>
                  </a:lnTo>
                  <a:lnTo>
                    <a:pt x="75" y="75"/>
                  </a:lnTo>
                  <a:lnTo>
                    <a:pt x="113" y="46"/>
                  </a:lnTo>
                  <a:lnTo>
                    <a:pt x="141" y="28"/>
                  </a:lnTo>
                  <a:lnTo>
                    <a:pt x="160" y="19"/>
                  </a:lnTo>
                  <a:lnTo>
                    <a:pt x="179" y="9"/>
                  </a:lnTo>
                  <a:lnTo>
                    <a:pt x="190" y="3"/>
                  </a:lnTo>
                  <a:lnTo>
                    <a:pt x="199" y="0"/>
                  </a:lnTo>
                  <a:lnTo>
                    <a:pt x="241" y="3"/>
                  </a:lnTo>
                  <a:lnTo>
                    <a:pt x="294" y="18"/>
                  </a:lnTo>
                  <a:lnTo>
                    <a:pt x="323" y="36"/>
                  </a:lnTo>
                  <a:lnTo>
                    <a:pt x="445" y="170"/>
                  </a:lnTo>
                  <a:lnTo>
                    <a:pt x="464" y="206"/>
                  </a:lnTo>
                  <a:lnTo>
                    <a:pt x="480" y="225"/>
                  </a:lnTo>
                  <a:lnTo>
                    <a:pt x="486" y="243"/>
                  </a:lnTo>
                  <a:lnTo>
                    <a:pt x="492" y="261"/>
                  </a:lnTo>
                  <a:lnTo>
                    <a:pt x="500" y="295"/>
                  </a:lnTo>
                  <a:lnTo>
                    <a:pt x="495" y="361"/>
                  </a:lnTo>
                  <a:lnTo>
                    <a:pt x="479" y="385"/>
                  </a:lnTo>
                  <a:lnTo>
                    <a:pt x="449" y="424"/>
                  </a:lnTo>
                  <a:lnTo>
                    <a:pt x="421" y="443"/>
                  </a:lnTo>
                  <a:lnTo>
                    <a:pt x="392" y="452"/>
                  </a:lnTo>
                  <a:lnTo>
                    <a:pt x="344" y="461"/>
                  </a:lnTo>
                  <a:lnTo>
                    <a:pt x="316" y="462"/>
                  </a:lnTo>
                  <a:lnTo>
                    <a:pt x="306" y="46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9275330" y="2241449"/>
              <a:ext cx="556" cy="542"/>
            </a:xfrm>
            <a:custGeom>
              <a:avLst/>
              <a:pathLst>
                <a:path w="556" h="542">
                  <a:moveTo>
                    <a:pt x="200" y="542"/>
                  </a:moveTo>
                  <a:lnTo>
                    <a:pt x="78" y="539"/>
                  </a:lnTo>
                  <a:lnTo>
                    <a:pt x="1" y="189"/>
                  </a:lnTo>
                  <a:lnTo>
                    <a:pt x="0" y="179"/>
                  </a:lnTo>
                  <a:lnTo>
                    <a:pt x="18" y="150"/>
                  </a:lnTo>
                  <a:lnTo>
                    <a:pt x="152" y="117"/>
                  </a:lnTo>
                  <a:lnTo>
                    <a:pt x="214" y="114"/>
                  </a:lnTo>
                  <a:lnTo>
                    <a:pt x="346" y="96"/>
                  </a:lnTo>
                  <a:lnTo>
                    <a:pt x="440" y="8"/>
                  </a:lnTo>
                  <a:lnTo>
                    <a:pt x="502" y="0"/>
                  </a:lnTo>
                  <a:lnTo>
                    <a:pt x="556" y="51"/>
                  </a:lnTo>
                  <a:lnTo>
                    <a:pt x="529" y="196"/>
                  </a:lnTo>
                  <a:lnTo>
                    <a:pt x="319" y="499"/>
                  </a:lnTo>
                  <a:lnTo>
                    <a:pt x="242" y="534"/>
                  </a:lnTo>
                  <a:lnTo>
                    <a:pt x="200" y="54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9270846" y="2240057"/>
              <a:ext cx="1750" cy="1599"/>
            </a:xfrm>
            <a:custGeom>
              <a:avLst/>
              <a:pathLst>
                <a:path w="1750" h="1599">
                  <a:moveTo>
                    <a:pt x="1750" y="343"/>
                  </a:moveTo>
                  <a:lnTo>
                    <a:pt x="1747" y="554"/>
                  </a:lnTo>
                  <a:lnTo>
                    <a:pt x="1664" y="746"/>
                  </a:lnTo>
                  <a:lnTo>
                    <a:pt x="1632" y="796"/>
                  </a:lnTo>
                  <a:lnTo>
                    <a:pt x="1537" y="1074"/>
                  </a:lnTo>
                  <a:lnTo>
                    <a:pt x="1603" y="1137"/>
                  </a:lnTo>
                  <a:lnTo>
                    <a:pt x="1593" y="1206"/>
                  </a:lnTo>
                  <a:lnTo>
                    <a:pt x="1363" y="1414"/>
                  </a:lnTo>
                  <a:lnTo>
                    <a:pt x="1318" y="1375"/>
                  </a:lnTo>
                  <a:lnTo>
                    <a:pt x="1253" y="1264"/>
                  </a:lnTo>
                  <a:lnTo>
                    <a:pt x="981" y="1124"/>
                  </a:lnTo>
                  <a:lnTo>
                    <a:pt x="911" y="1131"/>
                  </a:lnTo>
                  <a:lnTo>
                    <a:pt x="858" y="1162"/>
                  </a:lnTo>
                  <a:lnTo>
                    <a:pt x="778" y="1300"/>
                  </a:lnTo>
                  <a:lnTo>
                    <a:pt x="743" y="1416"/>
                  </a:lnTo>
                  <a:lnTo>
                    <a:pt x="701" y="1487"/>
                  </a:lnTo>
                  <a:lnTo>
                    <a:pt x="607" y="1586"/>
                  </a:lnTo>
                  <a:lnTo>
                    <a:pt x="483" y="1599"/>
                  </a:lnTo>
                  <a:lnTo>
                    <a:pt x="176" y="1598"/>
                  </a:lnTo>
                  <a:lnTo>
                    <a:pt x="165" y="1591"/>
                  </a:lnTo>
                  <a:lnTo>
                    <a:pt x="75" y="1467"/>
                  </a:lnTo>
                  <a:lnTo>
                    <a:pt x="0" y="1242"/>
                  </a:lnTo>
                  <a:lnTo>
                    <a:pt x="191" y="1208"/>
                  </a:lnTo>
                  <a:lnTo>
                    <a:pt x="279" y="1173"/>
                  </a:lnTo>
                  <a:lnTo>
                    <a:pt x="468" y="669"/>
                  </a:lnTo>
                  <a:lnTo>
                    <a:pt x="470" y="651"/>
                  </a:lnTo>
                  <a:lnTo>
                    <a:pt x="459" y="610"/>
                  </a:lnTo>
                  <a:lnTo>
                    <a:pt x="430" y="554"/>
                  </a:lnTo>
                  <a:lnTo>
                    <a:pt x="442" y="471"/>
                  </a:lnTo>
                  <a:lnTo>
                    <a:pt x="524" y="407"/>
                  </a:lnTo>
                  <a:lnTo>
                    <a:pt x="626" y="327"/>
                  </a:lnTo>
                  <a:lnTo>
                    <a:pt x="733" y="288"/>
                  </a:lnTo>
                  <a:lnTo>
                    <a:pt x="879" y="235"/>
                  </a:lnTo>
                  <a:lnTo>
                    <a:pt x="988" y="256"/>
                  </a:lnTo>
                  <a:lnTo>
                    <a:pt x="1042" y="285"/>
                  </a:lnTo>
                  <a:lnTo>
                    <a:pt x="1099" y="341"/>
                  </a:lnTo>
                  <a:lnTo>
                    <a:pt x="1154" y="435"/>
                  </a:lnTo>
                  <a:lnTo>
                    <a:pt x="1195" y="464"/>
                  </a:lnTo>
                  <a:lnTo>
                    <a:pt x="1270" y="472"/>
                  </a:lnTo>
                  <a:lnTo>
                    <a:pt x="1329" y="455"/>
                  </a:lnTo>
                  <a:lnTo>
                    <a:pt x="1406" y="387"/>
                  </a:lnTo>
                  <a:lnTo>
                    <a:pt x="1434" y="175"/>
                  </a:lnTo>
                  <a:lnTo>
                    <a:pt x="1410" y="151"/>
                  </a:lnTo>
                  <a:lnTo>
                    <a:pt x="1412" y="91"/>
                  </a:lnTo>
                  <a:lnTo>
                    <a:pt x="1517" y="2"/>
                  </a:lnTo>
                  <a:lnTo>
                    <a:pt x="1531" y="0"/>
                  </a:lnTo>
                  <a:lnTo>
                    <a:pt x="1614" y="0"/>
                  </a:lnTo>
                  <a:lnTo>
                    <a:pt x="1628" y="6"/>
                  </a:lnTo>
                  <a:lnTo>
                    <a:pt x="1666" y="36"/>
                  </a:lnTo>
                  <a:lnTo>
                    <a:pt x="1741" y="155"/>
                  </a:lnTo>
                  <a:lnTo>
                    <a:pt x="1750" y="3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9261177" y="2237699"/>
              <a:ext cx="650" cy="531"/>
            </a:xfrm>
            <a:custGeom>
              <a:avLst/>
              <a:pathLst>
                <a:path w="650" h="531">
                  <a:moveTo>
                    <a:pt x="613" y="229"/>
                  </a:moveTo>
                  <a:lnTo>
                    <a:pt x="579" y="270"/>
                  </a:lnTo>
                  <a:lnTo>
                    <a:pt x="547" y="312"/>
                  </a:lnTo>
                  <a:lnTo>
                    <a:pt x="540" y="331"/>
                  </a:lnTo>
                  <a:lnTo>
                    <a:pt x="538" y="376"/>
                  </a:lnTo>
                  <a:lnTo>
                    <a:pt x="558" y="424"/>
                  </a:lnTo>
                  <a:lnTo>
                    <a:pt x="562" y="448"/>
                  </a:lnTo>
                  <a:lnTo>
                    <a:pt x="546" y="531"/>
                  </a:lnTo>
                  <a:lnTo>
                    <a:pt x="485" y="528"/>
                  </a:lnTo>
                  <a:lnTo>
                    <a:pt x="468" y="506"/>
                  </a:lnTo>
                  <a:lnTo>
                    <a:pt x="441" y="497"/>
                  </a:lnTo>
                  <a:lnTo>
                    <a:pt x="382" y="481"/>
                  </a:lnTo>
                  <a:lnTo>
                    <a:pt x="294" y="449"/>
                  </a:lnTo>
                  <a:lnTo>
                    <a:pt x="253" y="446"/>
                  </a:lnTo>
                  <a:lnTo>
                    <a:pt x="177" y="450"/>
                  </a:lnTo>
                  <a:lnTo>
                    <a:pt x="165" y="445"/>
                  </a:lnTo>
                  <a:lnTo>
                    <a:pt x="0" y="239"/>
                  </a:lnTo>
                  <a:lnTo>
                    <a:pt x="11" y="217"/>
                  </a:lnTo>
                  <a:lnTo>
                    <a:pt x="74" y="161"/>
                  </a:lnTo>
                  <a:lnTo>
                    <a:pt x="81" y="159"/>
                  </a:lnTo>
                  <a:lnTo>
                    <a:pt x="88" y="162"/>
                  </a:lnTo>
                  <a:lnTo>
                    <a:pt x="98" y="162"/>
                  </a:lnTo>
                  <a:lnTo>
                    <a:pt x="136" y="164"/>
                  </a:lnTo>
                  <a:lnTo>
                    <a:pt x="194" y="162"/>
                  </a:lnTo>
                  <a:lnTo>
                    <a:pt x="227" y="162"/>
                  </a:lnTo>
                  <a:lnTo>
                    <a:pt x="313" y="153"/>
                  </a:lnTo>
                  <a:lnTo>
                    <a:pt x="400" y="119"/>
                  </a:lnTo>
                  <a:lnTo>
                    <a:pt x="455" y="82"/>
                  </a:lnTo>
                  <a:lnTo>
                    <a:pt x="562" y="43"/>
                  </a:lnTo>
                  <a:lnTo>
                    <a:pt x="621" y="1"/>
                  </a:lnTo>
                  <a:lnTo>
                    <a:pt x="643" y="0"/>
                  </a:lnTo>
                  <a:lnTo>
                    <a:pt x="650" y="6"/>
                  </a:lnTo>
                  <a:lnTo>
                    <a:pt x="642" y="55"/>
                  </a:lnTo>
                  <a:lnTo>
                    <a:pt x="616" y="207"/>
                  </a:lnTo>
                  <a:lnTo>
                    <a:pt x="613" y="22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9269570" y="2238658"/>
              <a:ext cx="554" cy="930"/>
            </a:xfrm>
            <a:custGeom>
              <a:avLst/>
              <a:pathLst>
                <a:path w="554" h="930">
                  <a:moveTo>
                    <a:pt x="24" y="929"/>
                  </a:moveTo>
                  <a:lnTo>
                    <a:pt x="0" y="930"/>
                  </a:lnTo>
                  <a:lnTo>
                    <a:pt x="2" y="881"/>
                  </a:lnTo>
                  <a:lnTo>
                    <a:pt x="44" y="810"/>
                  </a:lnTo>
                  <a:lnTo>
                    <a:pt x="54" y="805"/>
                  </a:lnTo>
                  <a:lnTo>
                    <a:pt x="75" y="795"/>
                  </a:lnTo>
                  <a:lnTo>
                    <a:pt x="98" y="783"/>
                  </a:lnTo>
                  <a:lnTo>
                    <a:pt x="215" y="511"/>
                  </a:lnTo>
                  <a:lnTo>
                    <a:pt x="226" y="486"/>
                  </a:lnTo>
                  <a:lnTo>
                    <a:pt x="241" y="410"/>
                  </a:lnTo>
                  <a:lnTo>
                    <a:pt x="240" y="399"/>
                  </a:lnTo>
                  <a:lnTo>
                    <a:pt x="225" y="234"/>
                  </a:lnTo>
                  <a:lnTo>
                    <a:pt x="200" y="213"/>
                  </a:lnTo>
                  <a:lnTo>
                    <a:pt x="174" y="193"/>
                  </a:lnTo>
                  <a:lnTo>
                    <a:pt x="163" y="81"/>
                  </a:lnTo>
                  <a:lnTo>
                    <a:pt x="213" y="0"/>
                  </a:lnTo>
                  <a:lnTo>
                    <a:pt x="253" y="0"/>
                  </a:lnTo>
                  <a:lnTo>
                    <a:pt x="358" y="17"/>
                  </a:lnTo>
                  <a:lnTo>
                    <a:pt x="376" y="27"/>
                  </a:lnTo>
                  <a:lnTo>
                    <a:pt x="514" y="284"/>
                  </a:lnTo>
                  <a:lnTo>
                    <a:pt x="554" y="378"/>
                  </a:lnTo>
                  <a:lnTo>
                    <a:pt x="530" y="461"/>
                  </a:lnTo>
                  <a:lnTo>
                    <a:pt x="361" y="729"/>
                  </a:lnTo>
                  <a:lnTo>
                    <a:pt x="316" y="781"/>
                  </a:lnTo>
                  <a:lnTo>
                    <a:pt x="253" y="840"/>
                  </a:lnTo>
                  <a:lnTo>
                    <a:pt x="180" y="905"/>
                  </a:lnTo>
                  <a:lnTo>
                    <a:pt x="156" y="926"/>
                  </a:lnTo>
                  <a:lnTo>
                    <a:pt x="24" y="92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9275455" y="2239116"/>
              <a:ext cx="719" cy="718"/>
            </a:xfrm>
            <a:custGeom>
              <a:avLst/>
              <a:pathLst>
                <a:path w="719" h="718">
                  <a:moveTo>
                    <a:pt x="460" y="718"/>
                  </a:moveTo>
                  <a:lnTo>
                    <a:pt x="32" y="697"/>
                  </a:lnTo>
                  <a:lnTo>
                    <a:pt x="18" y="673"/>
                  </a:lnTo>
                  <a:lnTo>
                    <a:pt x="0" y="586"/>
                  </a:lnTo>
                  <a:lnTo>
                    <a:pt x="33" y="532"/>
                  </a:lnTo>
                  <a:lnTo>
                    <a:pt x="138" y="461"/>
                  </a:lnTo>
                  <a:lnTo>
                    <a:pt x="176" y="423"/>
                  </a:lnTo>
                  <a:lnTo>
                    <a:pt x="202" y="372"/>
                  </a:lnTo>
                  <a:lnTo>
                    <a:pt x="198" y="288"/>
                  </a:lnTo>
                  <a:lnTo>
                    <a:pt x="320" y="44"/>
                  </a:lnTo>
                  <a:lnTo>
                    <a:pt x="398" y="0"/>
                  </a:lnTo>
                  <a:lnTo>
                    <a:pt x="411" y="0"/>
                  </a:lnTo>
                  <a:lnTo>
                    <a:pt x="648" y="321"/>
                  </a:lnTo>
                  <a:lnTo>
                    <a:pt x="719" y="482"/>
                  </a:lnTo>
                  <a:lnTo>
                    <a:pt x="460" y="71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9260953" y="2236070"/>
              <a:ext cx="455" cy="430"/>
            </a:xfrm>
            <a:custGeom>
              <a:avLst/>
              <a:pathLst>
                <a:path w="455" h="430">
                  <a:moveTo>
                    <a:pt x="335" y="423"/>
                  </a:moveTo>
                  <a:lnTo>
                    <a:pt x="35" y="430"/>
                  </a:lnTo>
                  <a:lnTo>
                    <a:pt x="0" y="370"/>
                  </a:lnTo>
                  <a:lnTo>
                    <a:pt x="7" y="322"/>
                  </a:lnTo>
                  <a:lnTo>
                    <a:pt x="106" y="67"/>
                  </a:lnTo>
                  <a:lnTo>
                    <a:pt x="119" y="46"/>
                  </a:lnTo>
                  <a:lnTo>
                    <a:pt x="189" y="5"/>
                  </a:lnTo>
                  <a:lnTo>
                    <a:pt x="241" y="0"/>
                  </a:lnTo>
                  <a:lnTo>
                    <a:pt x="410" y="179"/>
                  </a:lnTo>
                  <a:lnTo>
                    <a:pt x="455" y="274"/>
                  </a:lnTo>
                  <a:lnTo>
                    <a:pt x="449" y="295"/>
                  </a:lnTo>
                  <a:lnTo>
                    <a:pt x="335" y="4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9275982" y="2238292"/>
              <a:ext cx="665" cy="464"/>
            </a:xfrm>
            <a:custGeom>
              <a:avLst/>
              <a:pathLst>
                <a:path w="665" h="464">
                  <a:moveTo>
                    <a:pt x="282" y="463"/>
                  </a:moveTo>
                  <a:lnTo>
                    <a:pt x="133" y="464"/>
                  </a:lnTo>
                  <a:lnTo>
                    <a:pt x="51" y="438"/>
                  </a:lnTo>
                  <a:lnTo>
                    <a:pt x="2" y="385"/>
                  </a:lnTo>
                  <a:lnTo>
                    <a:pt x="0" y="373"/>
                  </a:lnTo>
                  <a:lnTo>
                    <a:pt x="60" y="251"/>
                  </a:lnTo>
                  <a:lnTo>
                    <a:pt x="117" y="202"/>
                  </a:lnTo>
                  <a:lnTo>
                    <a:pt x="227" y="193"/>
                  </a:lnTo>
                  <a:lnTo>
                    <a:pt x="361" y="91"/>
                  </a:lnTo>
                  <a:lnTo>
                    <a:pt x="380" y="17"/>
                  </a:lnTo>
                  <a:lnTo>
                    <a:pt x="430" y="0"/>
                  </a:lnTo>
                  <a:lnTo>
                    <a:pt x="513" y="31"/>
                  </a:lnTo>
                  <a:lnTo>
                    <a:pt x="665" y="283"/>
                  </a:lnTo>
                  <a:lnTo>
                    <a:pt x="594" y="415"/>
                  </a:lnTo>
                  <a:lnTo>
                    <a:pt x="282" y="4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9259396" y="2234999"/>
              <a:ext cx="2488" cy="1303"/>
            </a:xfrm>
            <a:custGeom>
              <a:avLst/>
              <a:pathLst>
                <a:path w="2488" h="1303">
                  <a:moveTo>
                    <a:pt x="2236" y="785"/>
                  </a:moveTo>
                  <a:lnTo>
                    <a:pt x="2102" y="823"/>
                  </a:lnTo>
                  <a:lnTo>
                    <a:pt x="2097" y="803"/>
                  </a:lnTo>
                  <a:lnTo>
                    <a:pt x="2039" y="774"/>
                  </a:lnTo>
                  <a:lnTo>
                    <a:pt x="1732" y="772"/>
                  </a:lnTo>
                  <a:lnTo>
                    <a:pt x="1213" y="1051"/>
                  </a:lnTo>
                  <a:lnTo>
                    <a:pt x="707" y="1302"/>
                  </a:lnTo>
                  <a:lnTo>
                    <a:pt x="663" y="1303"/>
                  </a:lnTo>
                  <a:lnTo>
                    <a:pt x="539" y="1053"/>
                  </a:lnTo>
                  <a:lnTo>
                    <a:pt x="340" y="1057"/>
                  </a:lnTo>
                  <a:lnTo>
                    <a:pt x="169" y="967"/>
                  </a:lnTo>
                  <a:lnTo>
                    <a:pt x="96" y="904"/>
                  </a:lnTo>
                  <a:lnTo>
                    <a:pt x="0" y="496"/>
                  </a:lnTo>
                  <a:lnTo>
                    <a:pt x="7" y="452"/>
                  </a:lnTo>
                  <a:lnTo>
                    <a:pt x="26" y="427"/>
                  </a:lnTo>
                  <a:lnTo>
                    <a:pt x="476" y="259"/>
                  </a:lnTo>
                  <a:lnTo>
                    <a:pt x="1520" y="0"/>
                  </a:lnTo>
                  <a:lnTo>
                    <a:pt x="1705" y="27"/>
                  </a:lnTo>
                  <a:lnTo>
                    <a:pt x="2193" y="161"/>
                  </a:lnTo>
                  <a:lnTo>
                    <a:pt x="2419" y="313"/>
                  </a:lnTo>
                  <a:lnTo>
                    <a:pt x="2488" y="390"/>
                  </a:lnTo>
                  <a:lnTo>
                    <a:pt x="2236" y="7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9274710" y="2236173"/>
              <a:ext cx="2158" cy="2495"/>
            </a:xfrm>
            <a:custGeom>
              <a:avLst/>
              <a:pathLst>
                <a:path w="2158" h="2495">
                  <a:moveTo>
                    <a:pt x="1833" y="1428"/>
                  </a:moveTo>
                  <a:lnTo>
                    <a:pt x="1587" y="1575"/>
                  </a:lnTo>
                  <a:lnTo>
                    <a:pt x="1454" y="1602"/>
                  </a:lnTo>
                  <a:lnTo>
                    <a:pt x="1442" y="1513"/>
                  </a:lnTo>
                  <a:lnTo>
                    <a:pt x="1424" y="1499"/>
                  </a:lnTo>
                  <a:lnTo>
                    <a:pt x="1380" y="1496"/>
                  </a:lnTo>
                  <a:lnTo>
                    <a:pt x="1338" y="1504"/>
                  </a:lnTo>
                  <a:lnTo>
                    <a:pt x="1294" y="1522"/>
                  </a:lnTo>
                  <a:lnTo>
                    <a:pt x="1279" y="1535"/>
                  </a:lnTo>
                  <a:lnTo>
                    <a:pt x="1190" y="1754"/>
                  </a:lnTo>
                  <a:lnTo>
                    <a:pt x="1175" y="1869"/>
                  </a:lnTo>
                  <a:lnTo>
                    <a:pt x="1209" y="2001"/>
                  </a:lnTo>
                  <a:lnTo>
                    <a:pt x="1233" y="2046"/>
                  </a:lnTo>
                  <a:lnTo>
                    <a:pt x="1137" y="2164"/>
                  </a:lnTo>
                  <a:lnTo>
                    <a:pt x="866" y="2393"/>
                  </a:lnTo>
                  <a:lnTo>
                    <a:pt x="696" y="2489"/>
                  </a:lnTo>
                  <a:lnTo>
                    <a:pt x="662" y="2495"/>
                  </a:lnTo>
                  <a:lnTo>
                    <a:pt x="596" y="2458"/>
                  </a:lnTo>
                  <a:lnTo>
                    <a:pt x="265" y="2149"/>
                  </a:lnTo>
                  <a:lnTo>
                    <a:pt x="9" y="1862"/>
                  </a:lnTo>
                  <a:lnTo>
                    <a:pt x="0" y="1827"/>
                  </a:lnTo>
                  <a:lnTo>
                    <a:pt x="25" y="1735"/>
                  </a:lnTo>
                  <a:lnTo>
                    <a:pt x="380" y="1418"/>
                  </a:lnTo>
                  <a:lnTo>
                    <a:pt x="422" y="1399"/>
                  </a:lnTo>
                  <a:lnTo>
                    <a:pt x="495" y="1394"/>
                  </a:lnTo>
                  <a:lnTo>
                    <a:pt x="509" y="1401"/>
                  </a:lnTo>
                  <a:lnTo>
                    <a:pt x="538" y="1443"/>
                  </a:lnTo>
                  <a:lnTo>
                    <a:pt x="868" y="1253"/>
                  </a:lnTo>
                  <a:lnTo>
                    <a:pt x="893" y="1215"/>
                  </a:lnTo>
                  <a:lnTo>
                    <a:pt x="938" y="1004"/>
                  </a:lnTo>
                  <a:lnTo>
                    <a:pt x="1045" y="658"/>
                  </a:lnTo>
                  <a:lnTo>
                    <a:pt x="1093" y="594"/>
                  </a:lnTo>
                  <a:lnTo>
                    <a:pt x="1137" y="570"/>
                  </a:lnTo>
                  <a:lnTo>
                    <a:pt x="1210" y="549"/>
                  </a:lnTo>
                  <a:lnTo>
                    <a:pt x="1427" y="287"/>
                  </a:lnTo>
                  <a:lnTo>
                    <a:pt x="1429" y="270"/>
                  </a:lnTo>
                  <a:lnTo>
                    <a:pt x="1407" y="248"/>
                  </a:lnTo>
                  <a:lnTo>
                    <a:pt x="1421" y="194"/>
                  </a:lnTo>
                  <a:lnTo>
                    <a:pt x="1463" y="104"/>
                  </a:lnTo>
                  <a:lnTo>
                    <a:pt x="1496" y="70"/>
                  </a:lnTo>
                  <a:lnTo>
                    <a:pt x="1640" y="0"/>
                  </a:lnTo>
                  <a:lnTo>
                    <a:pt x="1910" y="46"/>
                  </a:lnTo>
                  <a:lnTo>
                    <a:pt x="2121" y="271"/>
                  </a:lnTo>
                  <a:lnTo>
                    <a:pt x="2145" y="337"/>
                  </a:lnTo>
                  <a:lnTo>
                    <a:pt x="2158" y="569"/>
                  </a:lnTo>
                  <a:lnTo>
                    <a:pt x="2124" y="819"/>
                  </a:lnTo>
                  <a:lnTo>
                    <a:pt x="1958" y="1242"/>
                  </a:lnTo>
                  <a:lnTo>
                    <a:pt x="1889" y="1376"/>
                  </a:lnTo>
                  <a:lnTo>
                    <a:pt x="1833" y="142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9266122" y="2234046"/>
              <a:ext cx="495" cy="349"/>
            </a:xfrm>
            <a:custGeom>
              <a:avLst/>
              <a:pathLst>
                <a:path w="495" h="349">
                  <a:moveTo>
                    <a:pt x="387" y="13"/>
                  </a:moveTo>
                  <a:lnTo>
                    <a:pt x="495" y="186"/>
                  </a:lnTo>
                  <a:lnTo>
                    <a:pt x="489" y="261"/>
                  </a:lnTo>
                  <a:lnTo>
                    <a:pt x="451" y="321"/>
                  </a:lnTo>
                  <a:lnTo>
                    <a:pt x="316" y="349"/>
                  </a:lnTo>
                  <a:lnTo>
                    <a:pt x="285" y="335"/>
                  </a:lnTo>
                  <a:lnTo>
                    <a:pt x="218" y="218"/>
                  </a:lnTo>
                  <a:lnTo>
                    <a:pt x="135" y="257"/>
                  </a:lnTo>
                  <a:lnTo>
                    <a:pt x="32" y="193"/>
                  </a:lnTo>
                  <a:lnTo>
                    <a:pt x="0" y="14"/>
                  </a:lnTo>
                  <a:lnTo>
                    <a:pt x="35" y="0"/>
                  </a:lnTo>
                  <a:lnTo>
                    <a:pt x="80" y="77"/>
                  </a:lnTo>
                  <a:lnTo>
                    <a:pt x="163" y="92"/>
                  </a:lnTo>
                  <a:lnTo>
                    <a:pt x="367" y="9"/>
                  </a:lnTo>
                  <a:lnTo>
                    <a:pt x="387" y="1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9254972" y="2232584"/>
              <a:ext cx="4421" cy="2143"/>
            </a:xfrm>
            <a:custGeom>
              <a:avLst/>
              <a:pathLst>
                <a:path w="4421" h="2143">
                  <a:moveTo>
                    <a:pt x="4220" y="738"/>
                  </a:moveTo>
                  <a:lnTo>
                    <a:pt x="3971" y="952"/>
                  </a:lnTo>
                  <a:lnTo>
                    <a:pt x="3698" y="1011"/>
                  </a:lnTo>
                  <a:lnTo>
                    <a:pt x="3534" y="1008"/>
                  </a:lnTo>
                  <a:lnTo>
                    <a:pt x="3439" y="977"/>
                  </a:lnTo>
                  <a:lnTo>
                    <a:pt x="3264" y="1079"/>
                  </a:lnTo>
                  <a:lnTo>
                    <a:pt x="3028" y="1239"/>
                  </a:lnTo>
                  <a:lnTo>
                    <a:pt x="2832" y="1481"/>
                  </a:lnTo>
                  <a:lnTo>
                    <a:pt x="2808" y="1684"/>
                  </a:lnTo>
                  <a:lnTo>
                    <a:pt x="2724" y="1797"/>
                  </a:lnTo>
                  <a:lnTo>
                    <a:pt x="2403" y="1940"/>
                  </a:lnTo>
                  <a:lnTo>
                    <a:pt x="1547" y="2110"/>
                  </a:lnTo>
                  <a:lnTo>
                    <a:pt x="1478" y="2110"/>
                  </a:lnTo>
                  <a:lnTo>
                    <a:pt x="1353" y="2075"/>
                  </a:lnTo>
                  <a:lnTo>
                    <a:pt x="791" y="2099"/>
                  </a:lnTo>
                  <a:lnTo>
                    <a:pt x="558" y="2143"/>
                  </a:lnTo>
                  <a:lnTo>
                    <a:pt x="508" y="2098"/>
                  </a:lnTo>
                  <a:lnTo>
                    <a:pt x="423" y="2019"/>
                  </a:lnTo>
                  <a:lnTo>
                    <a:pt x="288" y="1818"/>
                  </a:lnTo>
                  <a:lnTo>
                    <a:pt x="170" y="1571"/>
                  </a:lnTo>
                  <a:lnTo>
                    <a:pt x="98" y="1347"/>
                  </a:lnTo>
                  <a:lnTo>
                    <a:pt x="58" y="1160"/>
                  </a:lnTo>
                  <a:lnTo>
                    <a:pt x="2" y="959"/>
                  </a:lnTo>
                  <a:lnTo>
                    <a:pt x="0" y="907"/>
                  </a:lnTo>
                  <a:lnTo>
                    <a:pt x="39" y="841"/>
                  </a:lnTo>
                  <a:lnTo>
                    <a:pt x="195" y="692"/>
                  </a:lnTo>
                  <a:lnTo>
                    <a:pt x="271" y="636"/>
                  </a:lnTo>
                  <a:lnTo>
                    <a:pt x="389" y="493"/>
                  </a:lnTo>
                  <a:lnTo>
                    <a:pt x="656" y="318"/>
                  </a:lnTo>
                  <a:lnTo>
                    <a:pt x="825" y="280"/>
                  </a:lnTo>
                  <a:lnTo>
                    <a:pt x="1309" y="392"/>
                  </a:lnTo>
                  <a:lnTo>
                    <a:pt x="1316" y="392"/>
                  </a:lnTo>
                  <a:lnTo>
                    <a:pt x="1324" y="394"/>
                  </a:lnTo>
                  <a:lnTo>
                    <a:pt x="2154" y="625"/>
                  </a:lnTo>
                  <a:lnTo>
                    <a:pt x="2849" y="550"/>
                  </a:lnTo>
                  <a:lnTo>
                    <a:pt x="3164" y="483"/>
                  </a:lnTo>
                  <a:lnTo>
                    <a:pt x="3395" y="264"/>
                  </a:lnTo>
                  <a:lnTo>
                    <a:pt x="3426" y="217"/>
                  </a:lnTo>
                  <a:lnTo>
                    <a:pt x="3424" y="134"/>
                  </a:lnTo>
                  <a:lnTo>
                    <a:pt x="3498" y="101"/>
                  </a:lnTo>
                  <a:lnTo>
                    <a:pt x="3863" y="0"/>
                  </a:lnTo>
                  <a:lnTo>
                    <a:pt x="4174" y="55"/>
                  </a:lnTo>
                  <a:lnTo>
                    <a:pt x="4349" y="216"/>
                  </a:lnTo>
                  <a:lnTo>
                    <a:pt x="4421" y="408"/>
                  </a:lnTo>
                  <a:lnTo>
                    <a:pt x="4220" y="7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9260989" y="2232281"/>
              <a:ext cx="1255" cy="872"/>
            </a:xfrm>
            <a:custGeom>
              <a:avLst/>
              <a:pathLst>
                <a:path w="1255" h="872">
                  <a:moveTo>
                    <a:pt x="1255" y="473"/>
                  </a:moveTo>
                  <a:lnTo>
                    <a:pt x="1214" y="574"/>
                  </a:lnTo>
                  <a:lnTo>
                    <a:pt x="981" y="746"/>
                  </a:lnTo>
                  <a:lnTo>
                    <a:pt x="779" y="872"/>
                  </a:lnTo>
                  <a:lnTo>
                    <a:pt x="710" y="867"/>
                  </a:lnTo>
                  <a:lnTo>
                    <a:pt x="779" y="724"/>
                  </a:lnTo>
                  <a:lnTo>
                    <a:pt x="752" y="576"/>
                  </a:lnTo>
                  <a:lnTo>
                    <a:pt x="599" y="419"/>
                  </a:lnTo>
                  <a:lnTo>
                    <a:pt x="523" y="415"/>
                  </a:lnTo>
                  <a:lnTo>
                    <a:pt x="431" y="463"/>
                  </a:lnTo>
                  <a:lnTo>
                    <a:pt x="398" y="461"/>
                  </a:lnTo>
                  <a:lnTo>
                    <a:pt x="187" y="355"/>
                  </a:lnTo>
                  <a:lnTo>
                    <a:pt x="0" y="160"/>
                  </a:lnTo>
                  <a:lnTo>
                    <a:pt x="22" y="26"/>
                  </a:lnTo>
                  <a:lnTo>
                    <a:pt x="239" y="0"/>
                  </a:lnTo>
                  <a:lnTo>
                    <a:pt x="355" y="25"/>
                  </a:lnTo>
                  <a:lnTo>
                    <a:pt x="1105" y="337"/>
                  </a:lnTo>
                  <a:lnTo>
                    <a:pt x="1255" y="47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9260102" y="2232040"/>
              <a:ext cx="633" cy="590"/>
            </a:xfrm>
            <a:custGeom>
              <a:avLst/>
              <a:pathLst>
                <a:path w="633" h="590">
                  <a:moveTo>
                    <a:pt x="57" y="588"/>
                  </a:moveTo>
                  <a:lnTo>
                    <a:pt x="28" y="590"/>
                  </a:lnTo>
                  <a:lnTo>
                    <a:pt x="0" y="571"/>
                  </a:lnTo>
                  <a:lnTo>
                    <a:pt x="14" y="327"/>
                  </a:lnTo>
                  <a:lnTo>
                    <a:pt x="68" y="197"/>
                  </a:lnTo>
                  <a:lnTo>
                    <a:pt x="249" y="41"/>
                  </a:lnTo>
                  <a:lnTo>
                    <a:pt x="332" y="0"/>
                  </a:lnTo>
                  <a:lnTo>
                    <a:pt x="544" y="39"/>
                  </a:lnTo>
                  <a:lnTo>
                    <a:pt x="633" y="244"/>
                  </a:lnTo>
                  <a:lnTo>
                    <a:pt x="600" y="297"/>
                  </a:lnTo>
                  <a:lnTo>
                    <a:pt x="536" y="340"/>
                  </a:lnTo>
                  <a:lnTo>
                    <a:pt x="310" y="460"/>
                  </a:lnTo>
                  <a:lnTo>
                    <a:pt x="298" y="476"/>
                  </a:lnTo>
                  <a:lnTo>
                    <a:pt x="57" y="58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9253805" y="2230071"/>
              <a:ext cx="1434" cy="1344"/>
            </a:xfrm>
            <a:custGeom>
              <a:avLst/>
              <a:pathLst>
                <a:path w="1434" h="1344">
                  <a:moveTo>
                    <a:pt x="1434" y="410"/>
                  </a:moveTo>
                  <a:lnTo>
                    <a:pt x="1298" y="591"/>
                  </a:lnTo>
                  <a:lnTo>
                    <a:pt x="1230" y="585"/>
                  </a:lnTo>
                  <a:lnTo>
                    <a:pt x="1127" y="539"/>
                  </a:lnTo>
                  <a:lnTo>
                    <a:pt x="611" y="653"/>
                  </a:lnTo>
                  <a:lnTo>
                    <a:pt x="555" y="721"/>
                  </a:lnTo>
                  <a:lnTo>
                    <a:pt x="548" y="765"/>
                  </a:lnTo>
                  <a:lnTo>
                    <a:pt x="618" y="736"/>
                  </a:lnTo>
                  <a:lnTo>
                    <a:pt x="840" y="688"/>
                  </a:lnTo>
                  <a:lnTo>
                    <a:pt x="1146" y="648"/>
                  </a:lnTo>
                  <a:lnTo>
                    <a:pt x="1201" y="657"/>
                  </a:lnTo>
                  <a:lnTo>
                    <a:pt x="1291" y="854"/>
                  </a:lnTo>
                  <a:lnTo>
                    <a:pt x="1194" y="1271"/>
                  </a:lnTo>
                  <a:lnTo>
                    <a:pt x="1141" y="1326"/>
                  </a:lnTo>
                  <a:lnTo>
                    <a:pt x="1054" y="1344"/>
                  </a:lnTo>
                  <a:lnTo>
                    <a:pt x="662" y="1267"/>
                  </a:lnTo>
                  <a:lnTo>
                    <a:pt x="642" y="1218"/>
                  </a:lnTo>
                  <a:lnTo>
                    <a:pt x="622" y="1023"/>
                  </a:lnTo>
                  <a:lnTo>
                    <a:pt x="581" y="996"/>
                  </a:lnTo>
                  <a:lnTo>
                    <a:pt x="504" y="946"/>
                  </a:lnTo>
                  <a:lnTo>
                    <a:pt x="485" y="971"/>
                  </a:lnTo>
                  <a:lnTo>
                    <a:pt x="418" y="980"/>
                  </a:lnTo>
                  <a:lnTo>
                    <a:pt x="415" y="985"/>
                  </a:lnTo>
                  <a:lnTo>
                    <a:pt x="353" y="1037"/>
                  </a:lnTo>
                  <a:lnTo>
                    <a:pt x="308" y="1057"/>
                  </a:lnTo>
                  <a:lnTo>
                    <a:pt x="293" y="1050"/>
                  </a:lnTo>
                  <a:lnTo>
                    <a:pt x="256" y="922"/>
                  </a:lnTo>
                  <a:lnTo>
                    <a:pt x="201" y="798"/>
                  </a:lnTo>
                  <a:lnTo>
                    <a:pt x="188" y="778"/>
                  </a:lnTo>
                  <a:lnTo>
                    <a:pt x="143" y="776"/>
                  </a:lnTo>
                  <a:lnTo>
                    <a:pt x="130" y="786"/>
                  </a:lnTo>
                  <a:lnTo>
                    <a:pt x="141" y="848"/>
                  </a:lnTo>
                  <a:lnTo>
                    <a:pt x="174" y="905"/>
                  </a:lnTo>
                  <a:lnTo>
                    <a:pt x="252" y="1157"/>
                  </a:lnTo>
                  <a:lnTo>
                    <a:pt x="247" y="1216"/>
                  </a:lnTo>
                  <a:lnTo>
                    <a:pt x="182" y="1305"/>
                  </a:lnTo>
                  <a:lnTo>
                    <a:pt x="142" y="1326"/>
                  </a:lnTo>
                  <a:lnTo>
                    <a:pt x="97" y="1256"/>
                  </a:lnTo>
                  <a:lnTo>
                    <a:pt x="38" y="1078"/>
                  </a:lnTo>
                  <a:lnTo>
                    <a:pt x="0" y="863"/>
                  </a:lnTo>
                  <a:lnTo>
                    <a:pt x="10" y="811"/>
                  </a:lnTo>
                  <a:lnTo>
                    <a:pt x="106" y="694"/>
                  </a:lnTo>
                  <a:lnTo>
                    <a:pt x="115" y="626"/>
                  </a:lnTo>
                  <a:lnTo>
                    <a:pt x="185" y="631"/>
                  </a:lnTo>
                  <a:lnTo>
                    <a:pt x="232" y="474"/>
                  </a:lnTo>
                  <a:lnTo>
                    <a:pt x="419" y="289"/>
                  </a:lnTo>
                  <a:lnTo>
                    <a:pt x="796" y="31"/>
                  </a:lnTo>
                  <a:lnTo>
                    <a:pt x="875" y="0"/>
                  </a:lnTo>
                  <a:lnTo>
                    <a:pt x="1112" y="163"/>
                  </a:lnTo>
                  <a:lnTo>
                    <a:pt x="1432" y="384"/>
                  </a:lnTo>
                  <a:lnTo>
                    <a:pt x="1434" y="41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9265659" y="2231813"/>
              <a:ext cx="1905" cy="1577"/>
            </a:xfrm>
            <a:custGeom>
              <a:avLst/>
              <a:pathLst>
                <a:path w="1905" h="1577">
                  <a:moveTo>
                    <a:pt x="1576" y="23"/>
                  </a:moveTo>
                  <a:lnTo>
                    <a:pt x="1723" y="86"/>
                  </a:lnTo>
                  <a:lnTo>
                    <a:pt x="1769" y="79"/>
                  </a:lnTo>
                  <a:lnTo>
                    <a:pt x="1823" y="80"/>
                  </a:lnTo>
                  <a:lnTo>
                    <a:pt x="1874" y="123"/>
                  </a:lnTo>
                  <a:lnTo>
                    <a:pt x="1905" y="191"/>
                  </a:lnTo>
                  <a:lnTo>
                    <a:pt x="1900" y="199"/>
                  </a:lnTo>
                  <a:lnTo>
                    <a:pt x="1792" y="255"/>
                  </a:lnTo>
                  <a:lnTo>
                    <a:pt x="1736" y="306"/>
                  </a:lnTo>
                  <a:lnTo>
                    <a:pt x="1686" y="372"/>
                  </a:lnTo>
                  <a:lnTo>
                    <a:pt x="1600" y="550"/>
                  </a:lnTo>
                  <a:lnTo>
                    <a:pt x="1488" y="679"/>
                  </a:lnTo>
                  <a:lnTo>
                    <a:pt x="1419" y="710"/>
                  </a:lnTo>
                  <a:lnTo>
                    <a:pt x="1350" y="784"/>
                  </a:lnTo>
                  <a:lnTo>
                    <a:pt x="1308" y="941"/>
                  </a:lnTo>
                  <a:lnTo>
                    <a:pt x="1307" y="969"/>
                  </a:lnTo>
                  <a:lnTo>
                    <a:pt x="1304" y="972"/>
                  </a:lnTo>
                  <a:lnTo>
                    <a:pt x="1300" y="1036"/>
                  </a:lnTo>
                  <a:lnTo>
                    <a:pt x="1314" y="1102"/>
                  </a:lnTo>
                  <a:lnTo>
                    <a:pt x="1364" y="1136"/>
                  </a:lnTo>
                  <a:lnTo>
                    <a:pt x="1415" y="1151"/>
                  </a:lnTo>
                  <a:lnTo>
                    <a:pt x="1599" y="1323"/>
                  </a:lnTo>
                  <a:lnTo>
                    <a:pt x="1688" y="1463"/>
                  </a:lnTo>
                  <a:lnTo>
                    <a:pt x="1713" y="1564"/>
                  </a:lnTo>
                  <a:lnTo>
                    <a:pt x="1692" y="1577"/>
                  </a:lnTo>
                  <a:lnTo>
                    <a:pt x="1378" y="1463"/>
                  </a:lnTo>
                  <a:lnTo>
                    <a:pt x="1314" y="1294"/>
                  </a:lnTo>
                  <a:lnTo>
                    <a:pt x="1245" y="1235"/>
                  </a:lnTo>
                  <a:lnTo>
                    <a:pt x="1171" y="1216"/>
                  </a:lnTo>
                  <a:lnTo>
                    <a:pt x="1106" y="1246"/>
                  </a:lnTo>
                  <a:lnTo>
                    <a:pt x="1087" y="1313"/>
                  </a:lnTo>
                  <a:lnTo>
                    <a:pt x="1054" y="1357"/>
                  </a:lnTo>
                  <a:lnTo>
                    <a:pt x="1008" y="1389"/>
                  </a:lnTo>
                  <a:lnTo>
                    <a:pt x="948" y="1387"/>
                  </a:lnTo>
                  <a:lnTo>
                    <a:pt x="899" y="1376"/>
                  </a:lnTo>
                  <a:lnTo>
                    <a:pt x="886" y="1373"/>
                  </a:lnTo>
                  <a:lnTo>
                    <a:pt x="881" y="1371"/>
                  </a:lnTo>
                  <a:lnTo>
                    <a:pt x="874" y="1343"/>
                  </a:lnTo>
                  <a:lnTo>
                    <a:pt x="866" y="1303"/>
                  </a:lnTo>
                  <a:lnTo>
                    <a:pt x="914" y="1236"/>
                  </a:lnTo>
                  <a:lnTo>
                    <a:pt x="912" y="1222"/>
                  </a:lnTo>
                  <a:lnTo>
                    <a:pt x="909" y="1211"/>
                  </a:lnTo>
                  <a:lnTo>
                    <a:pt x="908" y="1200"/>
                  </a:lnTo>
                  <a:lnTo>
                    <a:pt x="911" y="1190"/>
                  </a:lnTo>
                  <a:lnTo>
                    <a:pt x="880" y="1010"/>
                  </a:lnTo>
                  <a:lnTo>
                    <a:pt x="875" y="976"/>
                  </a:lnTo>
                  <a:lnTo>
                    <a:pt x="872" y="957"/>
                  </a:lnTo>
                  <a:lnTo>
                    <a:pt x="861" y="960"/>
                  </a:lnTo>
                  <a:lnTo>
                    <a:pt x="856" y="958"/>
                  </a:lnTo>
                  <a:lnTo>
                    <a:pt x="856" y="951"/>
                  </a:lnTo>
                  <a:lnTo>
                    <a:pt x="862" y="944"/>
                  </a:lnTo>
                  <a:lnTo>
                    <a:pt x="869" y="938"/>
                  </a:lnTo>
                  <a:lnTo>
                    <a:pt x="873" y="933"/>
                  </a:lnTo>
                  <a:lnTo>
                    <a:pt x="876" y="927"/>
                  </a:lnTo>
                  <a:lnTo>
                    <a:pt x="878" y="914"/>
                  </a:lnTo>
                  <a:lnTo>
                    <a:pt x="878" y="902"/>
                  </a:lnTo>
                  <a:lnTo>
                    <a:pt x="878" y="894"/>
                  </a:lnTo>
                  <a:lnTo>
                    <a:pt x="874" y="886"/>
                  </a:lnTo>
                  <a:lnTo>
                    <a:pt x="870" y="880"/>
                  </a:lnTo>
                  <a:lnTo>
                    <a:pt x="865" y="876"/>
                  </a:lnTo>
                  <a:lnTo>
                    <a:pt x="860" y="870"/>
                  </a:lnTo>
                  <a:lnTo>
                    <a:pt x="823" y="834"/>
                  </a:lnTo>
                  <a:lnTo>
                    <a:pt x="812" y="827"/>
                  </a:lnTo>
                  <a:lnTo>
                    <a:pt x="803" y="824"/>
                  </a:lnTo>
                  <a:lnTo>
                    <a:pt x="794" y="822"/>
                  </a:lnTo>
                  <a:lnTo>
                    <a:pt x="787" y="822"/>
                  </a:lnTo>
                  <a:lnTo>
                    <a:pt x="739" y="813"/>
                  </a:lnTo>
                  <a:lnTo>
                    <a:pt x="631" y="860"/>
                  </a:lnTo>
                  <a:lnTo>
                    <a:pt x="419" y="887"/>
                  </a:lnTo>
                  <a:lnTo>
                    <a:pt x="111" y="643"/>
                  </a:lnTo>
                  <a:lnTo>
                    <a:pt x="0" y="461"/>
                  </a:lnTo>
                  <a:lnTo>
                    <a:pt x="10" y="259"/>
                  </a:lnTo>
                  <a:lnTo>
                    <a:pt x="77" y="169"/>
                  </a:lnTo>
                  <a:lnTo>
                    <a:pt x="488" y="92"/>
                  </a:lnTo>
                  <a:lnTo>
                    <a:pt x="591" y="180"/>
                  </a:lnTo>
                  <a:lnTo>
                    <a:pt x="1104" y="187"/>
                  </a:lnTo>
                  <a:lnTo>
                    <a:pt x="1269" y="160"/>
                  </a:lnTo>
                  <a:lnTo>
                    <a:pt x="1352" y="100"/>
                  </a:lnTo>
                  <a:lnTo>
                    <a:pt x="1379" y="35"/>
                  </a:lnTo>
                  <a:lnTo>
                    <a:pt x="1474" y="0"/>
                  </a:lnTo>
                  <a:lnTo>
                    <a:pt x="1576" y="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9254244" y="2229474"/>
              <a:ext cx="624" cy="432"/>
            </a:xfrm>
            <a:custGeom>
              <a:avLst/>
              <a:pathLst>
                <a:path w="624" h="432">
                  <a:moveTo>
                    <a:pt x="124" y="127"/>
                  </a:moveTo>
                  <a:lnTo>
                    <a:pt x="135" y="143"/>
                  </a:lnTo>
                  <a:lnTo>
                    <a:pt x="154" y="143"/>
                  </a:lnTo>
                  <a:lnTo>
                    <a:pt x="205" y="121"/>
                  </a:lnTo>
                  <a:lnTo>
                    <a:pt x="244" y="101"/>
                  </a:lnTo>
                  <a:lnTo>
                    <a:pt x="262" y="83"/>
                  </a:lnTo>
                  <a:lnTo>
                    <a:pt x="274" y="68"/>
                  </a:lnTo>
                  <a:lnTo>
                    <a:pt x="284" y="64"/>
                  </a:lnTo>
                  <a:lnTo>
                    <a:pt x="300" y="68"/>
                  </a:lnTo>
                  <a:lnTo>
                    <a:pt x="323" y="87"/>
                  </a:lnTo>
                  <a:lnTo>
                    <a:pt x="367" y="103"/>
                  </a:lnTo>
                  <a:lnTo>
                    <a:pt x="403" y="110"/>
                  </a:lnTo>
                  <a:lnTo>
                    <a:pt x="443" y="123"/>
                  </a:lnTo>
                  <a:lnTo>
                    <a:pt x="478" y="119"/>
                  </a:lnTo>
                  <a:lnTo>
                    <a:pt x="542" y="105"/>
                  </a:lnTo>
                  <a:lnTo>
                    <a:pt x="575" y="97"/>
                  </a:lnTo>
                  <a:lnTo>
                    <a:pt x="602" y="91"/>
                  </a:lnTo>
                  <a:lnTo>
                    <a:pt x="624" y="98"/>
                  </a:lnTo>
                  <a:lnTo>
                    <a:pt x="623" y="109"/>
                  </a:lnTo>
                  <a:lnTo>
                    <a:pt x="618" y="126"/>
                  </a:lnTo>
                  <a:lnTo>
                    <a:pt x="601" y="136"/>
                  </a:lnTo>
                  <a:lnTo>
                    <a:pt x="499" y="196"/>
                  </a:lnTo>
                  <a:lnTo>
                    <a:pt x="492" y="215"/>
                  </a:lnTo>
                  <a:lnTo>
                    <a:pt x="493" y="228"/>
                  </a:lnTo>
                  <a:lnTo>
                    <a:pt x="504" y="243"/>
                  </a:lnTo>
                  <a:lnTo>
                    <a:pt x="508" y="250"/>
                  </a:lnTo>
                  <a:lnTo>
                    <a:pt x="512" y="256"/>
                  </a:lnTo>
                  <a:lnTo>
                    <a:pt x="514" y="277"/>
                  </a:lnTo>
                  <a:lnTo>
                    <a:pt x="511" y="296"/>
                  </a:lnTo>
                  <a:lnTo>
                    <a:pt x="502" y="304"/>
                  </a:lnTo>
                  <a:lnTo>
                    <a:pt x="461" y="308"/>
                  </a:lnTo>
                  <a:lnTo>
                    <a:pt x="206" y="346"/>
                  </a:lnTo>
                  <a:lnTo>
                    <a:pt x="182" y="360"/>
                  </a:lnTo>
                  <a:lnTo>
                    <a:pt x="122" y="432"/>
                  </a:lnTo>
                  <a:lnTo>
                    <a:pt x="72" y="429"/>
                  </a:lnTo>
                  <a:lnTo>
                    <a:pt x="17" y="391"/>
                  </a:lnTo>
                  <a:lnTo>
                    <a:pt x="7" y="350"/>
                  </a:lnTo>
                  <a:lnTo>
                    <a:pt x="7" y="323"/>
                  </a:lnTo>
                  <a:lnTo>
                    <a:pt x="11" y="288"/>
                  </a:lnTo>
                  <a:lnTo>
                    <a:pt x="28" y="216"/>
                  </a:lnTo>
                  <a:lnTo>
                    <a:pt x="36" y="165"/>
                  </a:lnTo>
                  <a:lnTo>
                    <a:pt x="31" y="124"/>
                  </a:lnTo>
                  <a:lnTo>
                    <a:pt x="9" y="78"/>
                  </a:lnTo>
                  <a:lnTo>
                    <a:pt x="0" y="49"/>
                  </a:lnTo>
                  <a:lnTo>
                    <a:pt x="4" y="19"/>
                  </a:lnTo>
                  <a:lnTo>
                    <a:pt x="10" y="14"/>
                  </a:lnTo>
                  <a:lnTo>
                    <a:pt x="23" y="5"/>
                  </a:lnTo>
                  <a:lnTo>
                    <a:pt x="46" y="0"/>
                  </a:lnTo>
                  <a:lnTo>
                    <a:pt x="66" y="3"/>
                  </a:lnTo>
                  <a:lnTo>
                    <a:pt x="79" y="10"/>
                  </a:lnTo>
                  <a:lnTo>
                    <a:pt x="128" y="31"/>
                  </a:lnTo>
                  <a:lnTo>
                    <a:pt x="137" y="64"/>
                  </a:lnTo>
                  <a:lnTo>
                    <a:pt x="127" y="100"/>
                  </a:lnTo>
                  <a:lnTo>
                    <a:pt x="124" y="1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9284639" y="2234092"/>
              <a:ext cx="825" cy="560"/>
            </a:xfrm>
            <a:custGeom>
              <a:avLst/>
              <a:pathLst>
                <a:path w="825" h="560">
                  <a:moveTo>
                    <a:pt x="709" y="560"/>
                  </a:moveTo>
                  <a:lnTo>
                    <a:pt x="545" y="538"/>
                  </a:lnTo>
                  <a:lnTo>
                    <a:pt x="51" y="410"/>
                  </a:lnTo>
                  <a:lnTo>
                    <a:pt x="15" y="304"/>
                  </a:lnTo>
                  <a:lnTo>
                    <a:pt x="0" y="218"/>
                  </a:lnTo>
                  <a:lnTo>
                    <a:pt x="2" y="180"/>
                  </a:lnTo>
                  <a:lnTo>
                    <a:pt x="179" y="11"/>
                  </a:lnTo>
                  <a:lnTo>
                    <a:pt x="225" y="0"/>
                  </a:lnTo>
                  <a:lnTo>
                    <a:pt x="366" y="4"/>
                  </a:lnTo>
                  <a:lnTo>
                    <a:pt x="398" y="5"/>
                  </a:lnTo>
                  <a:lnTo>
                    <a:pt x="497" y="123"/>
                  </a:lnTo>
                  <a:lnTo>
                    <a:pt x="820" y="240"/>
                  </a:lnTo>
                  <a:lnTo>
                    <a:pt x="825" y="346"/>
                  </a:lnTo>
                  <a:lnTo>
                    <a:pt x="773" y="526"/>
                  </a:lnTo>
                  <a:lnTo>
                    <a:pt x="746" y="550"/>
                  </a:lnTo>
                  <a:lnTo>
                    <a:pt x="709" y="56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9283374" y="2233766"/>
              <a:ext cx="442" cy="294"/>
            </a:xfrm>
            <a:custGeom>
              <a:avLst/>
              <a:pathLst>
                <a:path w="442" h="294">
                  <a:moveTo>
                    <a:pt x="327" y="243"/>
                  </a:moveTo>
                  <a:lnTo>
                    <a:pt x="43" y="294"/>
                  </a:lnTo>
                  <a:lnTo>
                    <a:pt x="0" y="236"/>
                  </a:lnTo>
                  <a:lnTo>
                    <a:pt x="1" y="187"/>
                  </a:lnTo>
                  <a:lnTo>
                    <a:pt x="149" y="15"/>
                  </a:lnTo>
                  <a:lnTo>
                    <a:pt x="308" y="0"/>
                  </a:lnTo>
                  <a:lnTo>
                    <a:pt x="429" y="54"/>
                  </a:lnTo>
                  <a:lnTo>
                    <a:pt x="442" y="125"/>
                  </a:lnTo>
                  <a:lnTo>
                    <a:pt x="408" y="178"/>
                  </a:lnTo>
                  <a:lnTo>
                    <a:pt x="401" y="183"/>
                  </a:lnTo>
                  <a:lnTo>
                    <a:pt x="327" y="2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9254501" y="2228871"/>
              <a:ext cx="444" cy="426"/>
            </a:xfrm>
            <a:custGeom>
              <a:avLst/>
              <a:pathLst>
                <a:path w="444" h="426">
                  <a:moveTo>
                    <a:pt x="185" y="426"/>
                  </a:moveTo>
                  <a:lnTo>
                    <a:pt x="74" y="419"/>
                  </a:lnTo>
                  <a:lnTo>
                    <a:pt x="44" y="391"/>
                  </a:lnTo>
                  <a:lnTo>
                    <a:pt x="0" y="144"/>
                  </a:lnTo>
                  <a:lnTo>
                    <a:pt x="241" y="0"/>
                  </a:lnTo>
                  <a:lnTo>
                    <a:pt x="267" y="1"/>
                  </a:lnTo>
                  <a:lnTo>
                    <a:pt x="370" y="86"/>
                  </a:lnTo>
                  <a:lnTo>
                    <a:pt x="439" y="176"/>
                  </a:lnTo>
                  <a:lnTo>
                    <a:pt x="444" y="253"/>
                  </a:lnTo>
                  <a:lnTo>
                    <a:pt x="324" y="385"/>
                  </a:lnTo>
                  <a:lnTo>
                    <a:pt x="185" y="4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9274817" y="2231711"/>
              <a:ext cx="820" cy="564"/>
            </a:xfrm>
            <a:custGeom>
              <a:avLst/>
              <a:pathLst>
                <a:path w="820" h="564">
                  <a:moveTo>
                    <a:pt x="685" y="522"/>
                  </a:moveTo>
                  <a:lnTo>
                    <a:pt x="594" y="564"/>
                  </a:lnTo>
                  <a:lnTo>
                    <a:pt x="572" y="559"/>
                  </a:lnTo>
                  <a:lnTo>
                    <a:pt x="177" y="334"/>
                  </a:lnTo>
                  <a:lnTo>
                    <a:pt x="16" y="144"/>
                  </a:lnTo>
                  <a:lnTo>
                    <a:pt x="3" y="124"/>
                  </a:lnTo>
                  <a:lnTo>
                    <a:pt x="0" y="100"/>
                  </a:lnTo>
                  <a:lnTo>
                    <a:pt x="4" y="63"/>
                  </a:lnTo>
                  <a:lnTo>
                    <a:pt x="153" y="0"/>
                  </a:lnTo>
                  <a:lnTo>
                    <a:pt x="497" y="31"/>
                  </a:lnTo>
                  <a:lnTo>
                    <a:pt x="563" y="50"/>
                  </a:lnTo>
                  <a:lnTo>
                    <a:pt x="585" y="62"/>
                  </a:lnTo>
                  <a:lnTo>
                    <a:pt x="805" y="226"/>
                  </a:lnTo>
                  <a:lnTo>
                    <a:pt x="808" y="240"/>
                  </a:lnTo>
                  <a:lnTo>
                    <a:pt x="820" y="316"/>
                  </a:lnTo>
                  <a:lnTo>
                    <a:pt x="788" y="396"/>
                  </a:lnTo>
                  <a:lnTo>
                    <a:pt x="735" y="483"/>
                  </a:lnTo>
                  <a:lnTo>
                    <a:pt x="685" y="52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9251869" y="2227729"/>
              <a:ext cx="1235" cy="1419"/>
            </a:xfrm>
            <a:custGeom>
              <a:avLst/>
              <a:pathLst>
                <a:path w="1235" h="1419">
                  <a:moveTo>
                    <a:pt x="1231" y="339"/>
                  </a:moveTo>
                  <a:lnTo>
                    <a:pt x="1128" y="439"/>
                  </a:lnTo>
                  <a:lnTo>
                    <a:pt x="1070" y="410"/>
                  </a:lnTo>
                  <a:lnTo>
                    <a:pt x="1046" y="435"/>
                  </a:lnTo>
                  <a:lnTo>
                    <a:pt x="972" y="624"/>
                  </a:lnTo>
                  <a:lnTo>
                    <a:pt x="984" y="716"/>
                  </a:lnTo>
                  <a:lnTo>
                    <a:pt x="952" y="892"/>
                  </a:lnTo>
                  <a:lnTo>
                    <a:pt x="726" y="1269"/>
                  </a:lnTo>
                  <a:lnTo>
                    <a:pt x="659" y="1331"/>
                  </a:lnTo>
                  <a:lnTo>
                    <a:pt x="563" y="1371"/>
                  </a:lnTo>
                  <a:lnTo>
                    <a:pt x="357" y="1419"/>
                  </a:lnTo>
                  <a:lnTo>
                    <a:pt x="203" y="1392"/>
                  </a:lnTo>
                  <a:lnTo>
                    <a:pt x="35" y="1308"/>
                  </a:lnTo>
                  <a:lnTo>
                    <a:pt x="14" y="1286"/>
                  </a:lnTo>
                  <a:lnTo>
                    <a:pt x="0" y="1249"/>
                  </a:lnTo>
                  <a:lnTo>
                    <a:pt x="23" y="1095"/>
                  </a:lnTo>
                  <a:lnTo>
                    <a:pt x="183" y="893"/>
                  </a:lnTo>
                  <a:lnTo>
                    <a:pt x="264" y="706"/>
                  </a:lnTo>
                  <a:lnTo>
                    <a:pt x="378" y="259"/>
                  </a:lnTo>
                  <a:lnTo>
                    <a:pt x="411" y="59"/>
                  </a:lnTo>
                  <a:lnTo>
                    <a:pt x="431" y="39"/>
                  </a:lnTo>
                  <a:lnTo>
                    <a:pt x="604" y="0"/>
                  </a:lnTo>
                  <a:lnTo>
                    <a:pt x="1124" y="123"/>
                  </a:lnTo>
                  <a:lnTo>
                    <a:pt x="1182" y="141"/>
                  </a:lnTo>
                  <a:lnTo>
                    <a:pt x="1210" y="168"/>
                  </a:lnTo>
                  <a:lnTo>
                    <a:pt x="1235" y="261"/>
                  </a:lnTo>
                  <a:lnTo>
                    <a:pt x="1231" y="33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9286010" y="2232334"/>
              <a:ext cx="320" cy="425"/>
            </a:xfrm>
            <a:custGeom>
              <a:avLst/>
              <a:pathLst>
                <a:path w="320" h="425">
                  <a:moveTo>
                    <a:pt x="270" y="85"/>
                  </a:moveTo>
                  <a:lnTo>
                    <a:pt x="313" y="216"/>
                  </a:lnTo>
                  <a:lnTo>
                    <a:pt x="320" y="274"/>
                  </a:lnTo>
                  <a:lnTo>
                    <a:pt x="238" y="410"/>
                  </a:lnTo>
                  <a:lnTo>
                    <a:pt x="194" y="425"/>
                  </a:lnTo>
                  <a:lnTo>
                    <a:pt x="91" y="421"/>
                  </a:lnTo>
                  <a:lnTo>
                    <a:pt x="13" y="397"/>
                  </a:lnTo>
                  <a:lnTo>
                    <a:pt x="10" y="372"/>
                  </a:lnTo>
                  <a:lnTo>
                    <a:pt x="28" y="340"/>
                  </a:lnTo>
                  <a:lnTo>
                    <a:pt x="48" y="324"/>
                  </a:lnTo>
                  <a:lnTo>
                    <a:pt x="132" y="299"/>
                  </a:lnTo>
                  <a:lnTo>
                    <a:pt x="182" y="180"/>
                  </a:lnTo>
                  <a:lnTo>
                    <a:pt x="172" y="127"/>
                  </a:lnTo>
                  <a:lnTo>
                    <a:pt x="127" y="91"/>
                  </a:lnTo>
                  <a:lnTo>
                    <a:pt x="96" y="80"/>
                  </a:lnTo>
                  <a:lnTo>
                    <a:pt x="7" y="89"/>
                  </a:lnTo>
                  <a:lnTo>
                    <a:pt x="0" y="75"/>
                  </a:lnTo>
                  <a:lnTo>
                    <a:pt x="0" y="62"/>
                  </a:lnTo>
                  <a:lnTo>
                    <a:pt x="10" y="48"/>
                  </a:lnTo>
                  <a:lnTo>
                    <a:pt x="46" y="13"/>
                  </a:lnTo>
                  <a:lnTo>
                    <a:pt x="69" y="1"/>
                  </a:lnTo>
                  <a:lnTo>
                    <a:pt x="173" y="0"/>
                  </a:lnTo>
                  <a:lnTo>
                    <a:pt x="202" y="13"/>
                  </a:lnTo>
                  <a:lnTo>
                    <a:pt x="249" y="50"/>
                  </a:lnTo>
                  <a:lnTo>
                    <a:pt x="270" y="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9284379" y="2231128"/>
              <a:ext cx="1074" cy="635"/>
            </a:xfrm>
            <a:custGeom>
              <a:avLst/>
              <a:pathLst>
                <a:path w="1074" h="635">
                  <a:moveTo>
                    <a:pt x="720" y="216"/>
                  </a:moveTo>
                  <a:lnTo>
                    <a:pt x="874" y="292"/>
                  </a:lnTo>
                  <a:lnTo>
                    <a:pt x="1002" y="305"/>
                  </a:lnTo>
                  <a:lnTo>
                    <a:pt x="1034" y="314"/>
                  </a:lnTo>
                  <a:lnTo>
                    <a:pt x="1067" y="377"/>
                  </a:lnTo>
                  <a:lnTo>
                    <a:pt x="1073" y="417"/>
                  </a:lnTo>
                  <a:lnTo>
                    <a:pt x="1074" y="423"/>
                  </a:lnTo>
                  <a:lnTo>
                    <a:pt x="1072" y="429"/>
                  </a:lnTo>
                  <a:lnTo>
                    <a:pt x="1067" y="437"/>
                  </a:lnTo>
                  <a:lnTo>
                    <a:pt x="1065" y="442"/>
                  </a:lnTo>
                  <a:lnTo>
                    <a:pt x="1049" y="455"/>
                  </a:lnTo>
                  <a:lnTo>
                    <a:pt x="973" y="484"/>
                  </a:lnTo>
                  <a:lnTo>
                    <a:pt x="916" y="496"/>
                  </a:lnTo>
                  <a:lnTo>
                    <a:pt x="858" y="482"/>
                  </a:lnTo>
                  <a:lnTo>
                    <a:pt x="836" y="468"/>
                  </a:lnTo>
                  <a:lnTo>
                    <a:pt x="697" y="483"/>
                  </a:lnTo>
                  <a:lnTo>
                    <a:pt x="466" y="568"/>
                  </a:lnTo>
                  <a:lnTo>
                    <a:pt x="256" y="635"/>
                  </a:lnTo>
                  <a:lnTo>
                    <a:pt x="83" y="579"/>
                  </a:lnTo>
                  <a:lnTo>
                    <a:pt x="4" y="535"/>
                  </a:lnTo>
                  <a:lnTo>
                    <a:pt x="0" y="507"/>
                  </a:lnTo>
                  <a:lnTo>
                    <a:pt x="59" y="377"/>
                  </a:lnTo>
                  <a:lnTo>
                    <a:pt x="103" y="344"/>
                  </a:lnTo>
                  <a:lnTo>
                    <a:pt x="133" y="327"/>
                  </a:lnTo>
                  <a:lnTo>
                    <a:pt x="154" y="316"/>
                  </a:lnTo>
                  <a:lnTo>
                    <a:pt x="356" y="283"/>
                  </a:lnTo>
                  <a:lnTo>
                    <a:pt x="381" y="183"/>
                  </a:lnTo>
                  <a:lnTo>
                    <a:pt x="399" y="146"/>
                  </a:lnTo>
                  <a:lnTo>
                    <a:pt x="556" y="0"/>
                  </a:lnTo>
                  <a:lnTo>
                    <a:pt x="604" y="9"/>
                  </a:lnTo>
                  <a:lnTo>
                    <a:pt x="621" y="23"/>
                  </a:lnTo>
                  <a:lnTo>
                    <a:pt x="626" y="78"/>
                  </a:lnTo>
                  <a:lnTo>
                    <a:pt x="630" y="114"/>
                  </a:lnTo>
                  <a:lnTo>
                    <a:pt x="720" y="21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9275584" y="2226478"/>
              <a:ext cx="1008" cy="460"/>
            </a:xfrm>
            <a:custGeom>
              <a:avLst/>
              <a:pathLst>
                <a:path w="1008" h="460">
                  <a:moveTo>
                    <a:pt x="950" y="320"/>
                  </a:moveTo>
                  <a:lnTo>
                    <a:pt x="800" y="396"/>
                  </a:lnTo>
                  <a:lnTo>
                    <a:pt x="717" y="427"/>
                  </a:lnTo>
                  <a:lnTo>
                    <a:pt x="151" y="460"/>
                  </a:lnTo>
                  <a:lnTo>
                    <a:pt x="8" y="364"/>
                  </a:lnTo>
                  <a:lnTo>
                    <a:pt x="0" y="351"/>
                  </a:lnTo>
                  <a:lnTo>
                    <a:pt x="1" y="338"/>
                  </a:lnTo>
                  <a:lnTo>
                    <a:pt x="85" y="264"/>
                  </a:lnTo>
                  <a:lnTo>
                    <a:pt x="238" y="204"/>
                  </a:lnTo>
                  <a:lnTo>
                    <a:pt x="323" y="263"/>
                  </a:lnTo>
                  <a:lnTo>
                    <a:pt x="393" y="291"/>
                  </a:lnTo>
                  <a:lnTo>
                    <a:pt x="574" y="242"/>
                  </a:lnTo>
                  <a:lnTo>
                    <a:pt x="599" y="223"/>
                  </a:lnTo>
                  <a:lnTo>
                    <a:pt x="822" y="48"/>
                  </a:lnTo>
                  <a:lnTo>
                    <a:pt x="825" y="32"/>
                  </a:lnTo>
                  <a:lnTo>
                    <a:pt x="860" y="15"/>
                  </a:lnTo>
                  <a:lnTo>
                    <a:pt x="876" y="7"/>
                  </a:lnTo>
                  <a:lnTo>
                    <a:pt x="892" y="5"/>
                  </a:lnTo>
                  <a:lnTo>
                    <a:pt x="926" y="0"/>
                  </a:lnTo>
                  <a:lnTo>
                    <a:pt x="931" y="4"/>
                  </a:lnTo>
                  <a:lnTo>
                    <a:pt x="939" y="27"/>
                  </a:lnTo>
                  <a:lnTo>
                    <a:pt x="944" y="45"/>
                  </a:lnTo>
                  <a:lnTo>
                    <a:pt x="1008" y="238"/>
                  </a:lnTo>
                  <a:lnTo>
                    <a:pt x="950" y="3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9274627" y="2225131"/>
              <a:ext cx="745" cy="247"/>
            </a:xfrm>
            <a:custGeom>
              <a:avLst/>
              <a:pathLst>
                <a:path w="745" h="247">
                  <a:moveTo>
                    <a:pt x="688" y="102"/>
                  </a:moveTo>
                  <a:lnTo>
                    <a:pt x="621" y="141"/>
                  </a:lnTo>
                  <a:lnTo>
                    <a:pt x="386" y="208"/>
                  </a:lnTo>
                  <a:lnTo>
                    <a:pt x="363" y="210"/>
                  </a:lnTo>
                  <a:lnTo>
                    <a:pt x="0" y="247"/>
                  </a:lnTo>
                  <a:lnTo>
                    <a:pt x="20" y="172"/>
                  </a:lnTo>
                  <a:lnTo>
                    <a:pt x="30" y="163"/>
                  </a:lnTo>
                  <a:lnTo>
                    <a:pt x="185" y="97"/>
                  </a:lnTo>
                  <a:lnTo>
                    <a:pt x="320" y="77"/>
                  </a:lnTo>
                  <a:lnTo>
                    <a:pt x="345" y="96"/>
                  </a:lnTo>
                  <a:lnTo>
                    <a:pt x="366" y="95"/>
                  </a:lnTo>
                  <a:lnTo>
                    <a:pt x="492" y="69"/>
                  </a:lnTo>
                  <a:lnTo>
                    <a:pt x="668" y="6"/>
                  </a:lnTo>
                  <a:lnTo>
                    <a:pt x="674" y="4"/>
                  </a:lnTo>
                  <a:lnTo>
                    <a:pt x="690" y="2"/>
                  </a:lnTo>
                  <a:lnTo>
                    <a:pt x="699" y="1"/>
                  </a:lnTo>
                  <a:lnTo>
                    <a:pt x="711" y="0"/>
                  </a:lnTo>
                  <a:lnTo>
                    <a:pt x="718" y="4"/>
                  </a:lnTo>
                  <a:lnTo>
                    <a:pt x="729" y="10"/>
                  </a:lnTo>
                  <a:lnTo>
                    <a:pt x="737" y="15"/>
                  </a:lnTo>
                  <a:lnTo>
                    <a:pt x="745" y="31"/>
                  </a:lnTo>
                  <a:lnTo>
                    <a:pt x="688" y="1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9278841" y="2222460"/>
              <a:ext cx="599" cy="664"/>
            </a:xfrm>
            <a:custGeom>
              <a:avLst/>
              <a:pathLst>
                <a:path w="599" h="664">
                  <a:moveTo>
                    <a:pt x="362" y="627"/>
                  </a:moveTo>
                  <a:lnTo>
                    <a:pt x="254" y="664"/>
                  </a:lnTo>
                  <a:lnTo>
                    <a:pt x="198" y="655"/>
                  </a:lnTo>
                  <a:lnTo>
                    <a:pt x="169" y="641"/>
                  </a:lnTo>
                  <a:lnTo>
                    <a:pt x="0" y="392"/>
                  </a:lnTo>
                  <a:lnTo>
                    <a:pt x="12" y="219"/>
                  </a:lnTo>
                  <a:lnTo>
                    <a:pt x="26" y="206"/>
                  </a:lnTo>
                  <a:lnTo>
                    <a:pt x="208" y="112"/>
                  </a:lnTo>
                  <a:lnTo>
                    <a:pt x="500" y="5"/>
                  </a:lnTo>
                  <a:lnTo>
                    <a:pt x="542" y="0"/>
                  </a:lnTo>
                  <a:lnTo>
                    <a:pt x="589" y="46"/>
                  </a:lnTo>
                  <a:lnTo>
                    <a:pt x="599" y="384"/>
                  </a:lnTo>
                  <a:lnTo>
                    <a:pt x="537" y="494"/>
                  </a:lnTo>
                  <a:lnTo>
                    <a:pt x="362" y="6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9280209" y="2220135"/>
              <a:ext cx="919" cy="981"/>
            </a:xfrm>
            <a:custGeom>
              <a:avLst/>
              <a:pathLst>
                <a:path w="919" h="981">
                  <a:moveTo>
                    <a:pt x="892" y="51"/>
                  </a:moveTo>
                  <a:lnTo>
                    <a:pt x="589" y="359"/>
                  </a:lnTo>
                  <a:lnTo>
                    <a:pt x="494" y="394"/>
                  </a:lnTo>
                  <a:lnTo>
                    <a:pt x="420" y="407"/>
                  </a:lnTo>
                  <a:lnTo>
                    <a:pt x="377" y="428"/>
                  </a:lnTo>
                  <a:lnTo>
                    <a:pt x="363" y="465"/>
                  </a:lnTo>
                  <a:lnTo>
                    <a:pt x="371" y="498"/>
                  </a:lnTo>
                  <a:lnTo>
                    <a:pt x="454" y="526"/>
                  </a:lnTo>
                  <a:lnTo>
                    <a:pt x="712" y="525"/>
                  </a:lnTo>
                  <a:lnTo>
                    <a:pt x="742" y="524"/>
                  </a:lnTo>
                  <a:lnTo>
                    <a:pt x="801" y="487"/>
                  </a:lnTo>
                  <a:lnTo>
                    <a:pt x="827" y="449"/>
                  </a:lnTo>
                  <a:lnTo>
                    <a:pt x="887" y="455"/>
                  </a:lnTo>
                  <a:lnTo>
                    <a:pt x="918" y="485"/>
                  </a:lnTo>
                  <a:lnTo>
                    <a:pt x="919" y="557"/>
                  </a:lnTo>
                  <a:lnTo>
                    <a:pt x="902" y="613"/>
                  </a:lnTo>
                  <a:lnTo>
                    <a:pt x="767" y="797"/>
                  </a:lnTo>
                  <a:lnTo>
                    <a:pt x="724" y="815"/>
                  </a:lnTo>
                  <a:lnTo>
                    <a:pt x="632" y="777"/>
                  </a:lnTo>
                  <a:lnTo>
                    <a:pt x="576" y="740"/>
                  </a:lnTo>
                  <a:lnTo>
                    <a:pt x="540" y="717"/>
                  </a:lnTo>
                  <a:lnTo>
                    <a:pt x="531" y="714"/>
                  </a:lnTo>
                  <a:lnTo>
                    <a:pt x="418" y="764"/>
                  </a:lnTo>
                  <a:lnTo>
                    <a:pt x="283" y="885"/>
                  </a:lnTo>
                  <a:lnTo>
                    <a:pt x="200" y="933"/>
                  </a:lnTo>
                  <a:lnTo>
                    <a:pt x="164" y="959"/>
                  </a:lnTo>
                  <a:lnTo>
                    <a:pt x="139" y="977"/>
                  </a:lnTo>
                  <a:lnTo>
                    <a:pt x="104" y="981"/>
                  </a:lnTo>
                  <a:lnTo>
                    <a:pt x="36" y="971"/>
                  </a:lnTo>
                  <a:lnTo>
                    <a:pt x="12" y="946"/>
                  </a:lnTo>
                  <a:lnTo>
                    <a:pt x="0" y="880"/>
                  </a:lnTo>
                  <a:lnTo>
                    <a:pt x="102" y="473"/>
                  </a:lnTo>
                  <a:lnTo>
                    <a:pt x="83" y="419"/>
                  </a:lnTo>
                  <a:lnTo>
                    <a:pt x="46" y="146"/>
                  </a:lnTo>
                  <a:lnTo>
                    <a:pt x="52" y="52"/>
                  </a:lnTo>
                  <a:lnTo>
                    <a:pt x="117" y="0"/>
                  </a:lnTo>
                  <a:lnTo>
                    <a:pt x="131" y="0"/>
                  </a:lnTo>
                  <a:lnTo>
                    <a:pt x="220" y="83"/>
                  </a:lnTo>
                  <a:lnTo>
                    <a:pt x="416" y="203"/>
                  </a:lnTo>
                  <a:lnTo>
                    <a:pt x="510" y="240"/>
                  </a:lnTo>
                  <a:lnTo>
                    <a:pt x="515" y="166"/>
                  </a:lnTo>
                  <a:lnTo>
                    <a:pt x="547" y="43"/>
                  </a:lnTo>
                  <a:lnTo>
                    <a:pt x="579" y="34"/>
                  </a:lnTo>
                  <a:lnTo>
                    <a:pt x="884" y="6"/>
                  </a:lnTo>
                  <a:lnTo>
                    <a:pt x="896" y="20"/>
                  </a:lnTo>
                  <a:lnTo>
                    <a:pt x="892" y="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9281770" y="2219927"/>
              <a:ext cx="1514" cy="796"/>
            </a:xfrm>
            <a:custGeom>
              <a:avLst/>
              <a:pathLst>
                <a:path w="1514" h="796">
                  <a:moveTo>
                    <a:pt x="1239" y="796"/>
                  </a:moveTo>
                  <a:lnTo>
                    <a:pt x="931" y="754"/>
                  </a:lnTo>
                  <a:lnTo>
                    <a:pt x="478" y="669"/>
                  </a:lnTo>
                  <a:lnTo>
                    <a:pt x="336" y="623"/>
                  </a:lnTo>
                  <a:lnTo>
                    <a:pt x="72" y="453"/>
                  </a:lnTo>
                  <a:lnTo>
                    <a:pt x="0" y="381"/>
                  </a:lnTo>
                  <a:lnTo>
                    <a:pt x="2" y="344"/>
                  </a:lnTo>
                  <a:lnTo>
                    <a:pt x="64" y="282"/>
                  </a:lnTo>
                  <a:lnTo>
                    <a:pt x="68" y="278"/>
                  </a:lnTo>
                  <a:lnTo>
                    <a:pt x="112" y="268"/>
                  </a:lnTo>
                  <a:lnTo>
                    <a:pt x="537" y="170"/>
                  </a:lnTo>
                  <a:lnTo>
                    <a:pt x="710" y="146"/>
                  </a:lnTo>
                  <a:lnTo>
                    <a:pt x="732" y="139"/>
                  </a:lnTo>
                  <a:lnTo>
                    <a:pt x="745" y="74"/>
                  </a:lnTo>
                  <a:lnTo>
                    <a:pt x="752" y="45"/>
                  </a:lnTo>
                  <a:lnTo>
                    <a:pt x="764" y="40"/>
                  </a:lnTo>
                  <a:lnTo>
                    <a:pt x="839" y="7"/>
                  </a:lnTo>
                  <a:lnTo>
                    <a:pt x="967" y="0"/>
                  </a:lnTo>
                  <a:lnTo>
                    <a:pt x="1060" y="9"/>
                  </a:lnTo>
                  <a:lnTo>
                    <a:pt x="1401" y="92"/>
                  </a:lnTo>
                  <a:lnTo>
                    <a:pt x="1514" y="302"/>
                  </a:lnTo>
                  <a:lnTo>
                    <a:pt x="1504" y="353"/>
                  </a:lnTo>
                  <a:lnTo>
                    <a:pt x="1379" y="377"/>
                  </a:lnTo>
                  <a:lnTo>
                    <a:pt x="1257" y="570"/>
                  </a:lnTo>
                  <a:lnTo>
                    <a:pt x="1245" y="654"/>
                  </a:lnTo>
                  <a:lnTo>
                    <a:pt x="1284" y="714"/>
                  </a:lnTo>
                  <a:lnTo>
                    <a:pt x="1281" y="762"/>
                  </a:lnTo>
                  <a:lnTo>
                    <a:pt x="1261" y="787"/>
                  </a:lnTo>
                  <a:lnTo>
                    <a:pt x="1239" y="79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9285769" y="2218919"/>
              <a:ext cx="643" cy="273"/>
            </a:xfrm>
            <a:custGeom>
              <a:avLst/>
              <a:pathLst>
                <a:path w="643" h="273">
                  <a:moveTo>
                    <a:pt x="13" y="260"/>
                  </a:moveTo>
                  <a:lnTo>
                    <a:pt x="4" y="259"/>
                  </a:lnTo>
                  <a:lnTo>
                    <a:pt x="3" y="254"/>
                  </a:lnTo>
                  <a:lnTo>
                    <a:pt x="0" y="184"/>
                  </a:lnTo>
                  <a:lnTo>
                    <a:pt x="29" y="129"/>
                  </a:lnTo>
                  <a:lnTo>
                    <a:pt x="42" y="121"/>
                  </a:lnTo>
                  <a:lnTo>
                    <a:pt x="208" y="17"/>
                  </a:lnTo>
                  <a:lnTo>
                    <a:pt x="276" y="0"/>
                  </a:lnTo>
                  <a:lnTo>
                    <a:pt x="391" y="12"/>
                  </a:lnTo>
                  <a:lnTo>
                    <a:pt x="505" y="28"/>
                  </a:lnTo>
                  <a:lnTo>
                    <a:pt x="620" y="57"/>
                  </a:lnTo>
                  <a:lnTo>
                    <a:pt x="625" y="68"/>
                  </a:lnTo>
                  <a:lnTo>
                    <a:pt x="643" y="143"/>
                  </a:lnTo>
                  <a:lnTo>
                    <a:pt x="642" y="149"/>
                  </a:lnTo>
                  <a:lnTo>
                    <a:pt x="640" y="160"/>
                  </a:lnTo>
                  <a:lnTo>
                    <a:pt x="638" y="168"/>
                  </a:lnTo>
                  <a:lnTo>
                    <a:pt x="633" y="170"/>
                  </a:lnTo>
                  <a:lnTo>
                    <a:pt x="619" y="175"/>
                  </a:lnTo>
                  <a:lnTo>
                    <a:pt x="144" y="273"/>
                  </a:lnTo>
                  <a:lnTo>
                    <a:pt x="31" y="262"/>
                  </a:lnTo>
                  <a:lnTo>
                    <a:pt x="13" y="26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9283428" y="2218514"/>
              <a:ext cx="3078" cy="2377"/>
            </a:xfrm>
            <a:custGeom>
              <a:avLst/>
              <a:pathLst>
                <a:path w="3078" h="2377">
                  <a:moveTo>
                    <a:pt x="1600" y="112"/>
                  </a:moveTo>
                  <a:lnTo>
                    <a:pt x="1594" y="176"/>
                  </a:lnTo>
                  <a:lnTo>
                    <a:pt x="1569" y="191"/>
                  </a:lnTo>
                  <a:lnTo>
                    <a:pt x="1549" y="239"/>
                  </a:lnTo>
                  <a:lnTo>
                    <a:pt x="1547" y="311"/>
                  </a:lnTo>
                  <a:lnTo>
                    <a:pt x="1560" y="347"/>
                  </a:lnTo>
                  <a:lnTo>
                    <a:pt x="1633" y="401"/>
                  </a:lnTo>
                  <a:lnTo>
                    <a:pt x="1678" y="408"/>
                  </a:lnTo>
                  <a:lnTo>
                    <a:pt x="1726" y="395"/>
                  </a:lnTo>
                  <a:lnTo>
                    <a:pt x="1750" y="364"/>
                  </a:lnTo>
                  <a:lnTo>
                    <a:pt x="1793" y="328"/>
                  </a:lnTo>
                  <a:lnTo>
                    <a:pt x="1856" y="327"/>
                  </a:lnTo>
                  <a:lnTo>
                    <a:pt x="1936" y="345"/>
                  </a:lnTo>
                  <a:lnTo>
                    <a:pt x="2221" y="733"/>
                  </a:lnTo>
                  <a:lnTo>
                    <a:pt x="2218" y="914"/>
                  </a:lnTo>
                  <a:lnTo>
                    <a:pt x="2210" y="962"/>
                  </a:lnTo>
                  <a:lnTo>
                    <a:pt x="2302" y="1486"/>
                  </a:lnTo>
                  <a:lnTo>
                    <a:pt x="2326" y="1585"/>
                  </a:lnTo>
                  <a:lnTo>
                    <a:pt x="2349" y="1610"/>
                  </a:lnTo>
                  <a:lnTo>
                    <a:pt x="2456" y="1657"/>
                  </a:lnTo>
                  <a:lnTo>
                    <a:pt x="2656" y="1703"/>
                  </a:lnTo>
                  <a:lnTo>
                    <a:pt x="2856" y="1735"/>
                  </a:lnTo>
                  <a:lnTo>
                    <a:pt x="2887" y="1740"/>
                  </a:lnTo>
                  <a:lnTo>
                    <a:pt x="2988" y="1756"/>
                  </a:lnTo>
                  <a:lnTo>
                    <a:pt x="3019" y="1764"/>
                  </a:lnTo>
                  <a:lnTo>
                    <a:pt x="3061" y="1807"/>
                  </a:lnTo>
                  <a:lnTo>
                    <a:pt x="3078" y="1858"/>
                  </a:lnTo>
                  <a:lnTo>
                    <a:pt x="3077" y="1917"/>
                  </a:lnTo>
                  <a:lnTo>
                    <a:pt x="3065" y="1924"/>
                  </a:lnTo>
                  <a:lnTo>
                    <a:pt x="3017" y="1927"/>
                  </a:lnTo>
                  <a:lnTo>
                    <a:pt x="2757" y="1906"/>
                  </a:lnTo>
                  <a:lnTo>
                    <a:pt x="2682" y="1849"/>
                  </a:lnTo>
                  <a:lnTo>
                    <a:pt x="2615" y="1809"/>
                  </a:lnTo>
                  <a:lnTo>
                    <a:pt x="2580" y="1796"/>
                  </a:lnTo>
                  <a:lnTo>
                    <a:pt x="2338" y="1809"/>
                  </a:lnTo>
                  <a:lnTo>
                    <a:pt x="2066" y="2024"/>
                  </a:lnTo>
                  <a:lnTo>
                    <a:pt x="2045" y="2118"/>
                  </a:lnTo>
                  <a:lnTo>
                    <a:pt x="2024" y="2166"/>
                  </a:lnTo>
                  <a:lnTo>
                    <a:pt x="2008" y="2186"/>
                  </a:lnTo>
                  <a:lnTo>
                    <a:pt x="1892" y="2267"/>
                  </a:lnTo>
                  <a:lnTo>
                    <a:pt x="1737" y="2357"/>
                  </a:lnTo>
                  <a:lnTo>
                    <a:pt x="1664" y="2370"/>
                  </a:lnTo>
                  <a:lnTo>
                    <a:pt x="1500" y="2377"/>
                  </a:lnTo>
                  <a:lnTo>
                    <a:pt x="1328" y="2312"/>
                  </a:lnTo>
                  <a:lnTo>
                    <a:pt x="903" y="2124"/>
                  </a:lnTo>
                  <a:lnTo>
                    <a:pt x="780" y="2047"/>
                  </a:lnTo>
                  <a:lnTo>
                    <a:pt x="396" y="1728"/>
                  </a:lnTo>
                  <a:lnTo>
                    <a:pt x="76" y="1417"/>
                  </a:lnTo>
                  <a:lnTo>
                    <a:pt x="23" y="1327"/>
                  </a:lnTo>
                  <a:lnTo>
                    <a:pt x="24" y="1289"/>
                  </a:lnTo>
                  <a:lnTo>
                    <a:pt x="57" y="1113"/>
                  </a:lnTo>
                  <a:lnTo>
                    <a:pt x="132" y="965"/>
                  </a:lnTo>
                  <a:lnTo>
                    <a:pt x="162" y="739"/>
                  </a:lnTo>
                  <a:lnTo>
                    <a:pt x="143" y="691"/>
                  </a:lnTo>
                  <a:lnTo>
                    <a:pt x="102" y="674"/>
                  </a:lnTo>
                  <a:lnTo>
                    <a:pt x="55" y="665"/>
                  </a:lnTo>
                  <a:lnTo>
                    <a:pt x="0" y="622"/>
                  </a:lnTo>
                  <a:lnTo>
                    <a:pt x="103" y="421"/>
                  </a:lnTo>
                  <a:lnTo>
                    <a:pt x="107" y="417"/>
                  </a:lnTo>
                  <a:lnTo>
                    <a:pt x="208" y="421"/>
                  </a:lnTo>
                  <a:lnTo>
                    <a:pt x="228" y="421"/>
                  </a:lnTo>
                  <a:lnTo>
                    <a:pt x="495" y="252"/>
                  </a:lnTo>
                  <a:lnTo>
                    <a:pt x="772" y="75"/>
                  </a:lnTo>
                  <a:lnTo>
                    <a:pt x="843" y="39"/>
                  </a:lnTo>
                  <a:lnTo>
                    <a:pt x="936" y="23"/>
                  </a:lnTo>
                  <a:lnTo>
                    <a:pt x="1002" y="38"/>
                  </a:lnTo>
                  <a:lnTo>
                    <a:pt x="1051" y="50"/>
                  </a:lnTo>
                  <a:lnTo>
                    <a:pt x="1129" y="48"/>
                  </a:lnTo>
                  <a:lnTo>
                    <a:pt x="1215" y="17"/>
                  </a:lnTo>
                  <a:lnTo>
                    <a:pt x="1333" y="0"/>
                  </a:lnTo>
                  <a:lnTo>
                    <a:pt x="1465" y="44"/>
                  </a:lnTo>
                  <a:lnTo>
                    <a:pt x="1600" y="1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9300063" y="2217377"/>
              <a:ext cx="599" cy="872"/>
            </a:xfrm>
            <a:custGeom>
              <a:avLst/>
              <a:pathLst>
                <a:path w="599" h="872">
                  <a:moveTo>
                    <a:pt x="535" y="321"/>
                  </a:moveTo>
                  <a:lnTo>
                    <a:pt x="364" y="371"/>
                  </a:lnTo>
                  <a:lnTo>
                    <a:pt x="314" y="349"/>
                  </a:lnTo>
                  <a:lnTo>
                    <a:pt x="290" y="315"/>
                  </a:lnTo>
                  <a:lnTo>
                    <a:pt x="252" y="323"/>
                  </a:lnTo>
                  <a:lnTo>
                    <a:pt x="228" y="350"/>
                  </a:lnTo>
                  <a:lnTo>
                    <a:pt x="223" y="359"/>
                  </a:lnTo>
                  <a:lnTo>
                    <a:pt x="224" y="402"/>
                  </a:lnTo>
                  <a:lnTo>
                    <a:pt x="258" y="635"/>
                  </a:lnTo>
                  <a:lnTo>
                    <a:pt x="353" y="704"/>
                  </a:lnTo>
                  <a:lnTo>
                    <a:pt x="363" y="782"/>
                  </a:lnTo>
                  <a:lnTo>
                    <a:pt x="168" y="872"/>
                  </a:lnTo>
                  <a:lnTo>
                    <a:pt x="41" y="800"/>
                  </a:lnTo>
                  <a:lnTo>
                    <a:pt x="15" y="781"/>
                  </a:lnTo>
                  <a:lnTo>
                    <a:pt x="2" y="760"/>
                  </a:lnTo>
                  <a:lnTo>
                    <a:pt x="0" y="681"/>
                  </a:lnTo>
                  <a:lnTo>
                    <a:pt x="30" y="668"/>
                  </a:lnTo>
                  <a:lnTo>
                    <a:pt x="84" y="660"/>
                  </a:lnTo>
                  <a:lnTo>
                    <a:pt x="133" y="630"/>
                  </a:lnTo>
                  <a:lnTo>
                    <a:pt x="144" y="605"/>
                  </a:lnTo>
                  <a:lnTo>
                    <a:pt x="111" y="469"/>
                  </a:lnTo>
                  <a:lnTo>
                    <a:pt x="26" y="351"/>
                  </a:lnTo>
                  <a:lnTo>
                    <a:pt x="161" y="75"/>
                  </a:lnTo>
                  <a:lnTo>
                    <a:pt x="275" y="17"/>
                  </a:lnTo>
                  <a:lnTo>
                    <a:pt x="277" y="12"/>
                  </a:lnTo>
                  <a:lnTo>
                    <a:pt x="332" y="0"/>
                  </a:lnTo>
                  <a:lnTo>
                    <a:pt x="500" y="63"/>
                  </a:lnTo>
                  <a:lnTo>
                    <a:pt x="599" y="237"/>
                  </a:lnTo>
                  <a:lnTo>
                    <a:pt x="581" y="271"/>
                  </a:lnTo>
                  <a:lnTo>
                    <a:pt x="535" y="32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9299350" y="2216573"/>
              <a:ext cx="536" cy="723"/>
            </a:xfrm>
            <a:custGeom>
              <a:avLst/>
              <a:pathLst>
                <a:path w="536" h="723">
                  <a:moveTo>
                    <a:pt x="106" y="722"/>
                  </a:moveTo>
                  <a:lnTo>
                    <a:pt x="17" y="723"/>
                  </a:lnTo>
                  <a:lnTo>
                    <a:pt x="2" y="714"/>
                  </a:lnTo>
                  <a:lnTo>
                    <a:pt x="0" y="341"/>
                  </a:lnTo>
                  <a:lnTo>
                    <a:pt x="72" y="101"/>
                  </a:lnTo>
                  <a:lnTo>
                    <a:pt x="132" y="9"/>
                  </a:lnTo>
                  <a:lnTo>
                    <a:pt x="162" y="0"/>
                  </a:lnTo>
                  <a:lnTo>
                    <a:pt x="175" y="2"/>
                  </a:lnTo>
                  <a:lnTo>
                    <a:pt x="191" y="9"/>
                  </a:lnTo>
                  <a:lnTo>
                    <a:pt x="202" y="22"/>
                  </a:lnTo>
                  <a:lnTo>
                    <a:pt x="299" y="73"/>
                  </a:lnTo>
                  <a:lnTo>
                    <a:pt x="527" y="146"/>
                  </a:lnTo>
                  <a:lnTo>
                    <a:pt x="536" y="166"/>
                  </a:lnTo>
                  <a:lnTo>
                    <a:pt x="534" y="183"/>
                  </a:lnTo>
                  <a:lnTo>
                    <a:pt x="473" y="233"/>
                  </a:lnTo>
                  <a:lnTo>
                    <a:pt x="232" y="485"/>
                  </a:lnTo>
                  <a:lnTo>
                    <a:pt x="221" y="501"/>
                  </a:lnTo>
                  <a:lnTo>
                    <a:pt x="202" y="605"/>
                  </a:lnTo>
                  <a:lnTo>
                    <a:pt x="175" y="691"/>
                  </a:lnTo>
                  <a:lnTo>
                    <a:pt x="106" y="72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9286967" y="2211919"/>
              <a:ext cx="819" cy="450"/>
            </a:xfrm>
            <a:custGeom>
              <a:avLst/>
              <a:pathLst>
                <a:path w="819" h="450">
                  <a:moveTo>
                    <a:pt x="404" y="381"/>
                  </a:moveTo>
                  <a:lnTo>
                    <a:pt x="16" y="450"/>
                  </a:lnTo>
                  <a:lnTo>
                    <a:pt x="0" y="428"/>
                  </a:lnTo>
                  <a:lnTo>
                    <a:pt x="1" y="399"/>
                  </a:lnTo>
                  <a:lnTo>
                    <a:pt x="39" y="328"/>
                  </a:lnTo>
                  <a:lnTo>
                    <a:pt x="194" y="165"/>
                  </a:lnTo>
                  <a:lnTo>
                    <a:pt x="234" y="141"/>
                  </a:lnTo>
                  <a:lnTo>
                    <a:pt x="399" y="64"/>
                  </a:lnTo>
                  <a:lnTo>
                    <a:pt x="439" y="51"/>
                  </a:lnTo>
                  <a:lnTo>
                    <a:pt x="493" y="42"/>
                  </a:lnTo>
                  <a:lnTo>
                    <a:pt x="548" y="49"/>
                  </a:lnTo>
                  <a:lnTo>
                    <a:pt x="698" y="45"/>
                  </a:lnTo>
                  <a:lnTo>
                    <a:pt x="736" y="11"/>
                  </a:lnTo>
                  <a:lnTo>
                    <a:pt x="750" y="0"/>
                  </a:lnTo>
                  <a:lnTo>
                    <a:pt x="811" y="10"/>
                  </a:lnTo>
                  <a:lnTo>
                    <a:pt x="819" y="25"/>
                  </a:lnTo>
                  <a:lnTo>
                    <a:pt x="816" y="42"/>
                  </a:lnTo>
                  <a:lnTo>
                    <a:pt x="732" y="175"/>
                  </a:lnTo>
                  <a:lnTo>
                    <a:pt x="654" y="265"/>
                  </a:lnTo>
                  <a:lnTo>
                    <a:pt x="404" y="38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9289638" y="2209116"/>
              <a:ext cx="880" cy="1048"/>
            </a:xfrm>
            <a:custGeom>
              <a:avLst/>
              <a:pathLst>
                <a:path w="880" h="1048">
                  <a:moveTo>
                    <a:pt x="754" y="676"/>
                  </a:moveTo>
                  <a:lnTo>
                    <a:pt x="862" y="905"/>
                  </a:lnTo>
                  <a:lnTo>
                    <a:pt x="880" y="1013"/>
                  </a:lnTo>
                  <a:lnTo>
                    <a:pt x="880" y="1022"/>
                  </a:lnTo>
                  <a:lnTo>
                    <a:pt x="859" y="1048"/>
                  </a:lnTo>
                  <a:lnTo>
                    <a:pt x="800" y="1029"/>
                  </a:lnTo>
                  <a:lnTo>
                    <a:pt x="729" y="993"/>
                  </a:lnTo>
                  <a:lnTo>
                    <a:pt x="684" y="892"/>
                  </a:lnTo>
                  <a:lnTo>
                    <a:pt x="667" y="821"/>
                  </a:lnTo>
                  <a:lnTo>
                    <a:pt x="666" y="770"/>
                  </a:lnTo>
                  <a:lnTo>
                    <a:pt x="638" y="741"/>
                  </a:lnTo>
                  <a:lnTo>
                    <a:pt x="554" y="700"/>
                  </a:lnTo>
                  <a:lnTo>
                    <a:pt x="442" y="673"/>
                  </a:lnTo>
                  <a:lnTo>
                    <a:pt x="235" y="667"/>
                  </a:lnTo>
                  <a:lnTo>
                    <a:pt x="174" y="715"/>
                  </a:lnTo>
                  <a:lnTo>
                    <a:pt x="65" y="619"/>
                  </a:lnTo>
                  <a:lnTo>
                    <a:pt x="25" y="395"/>
                  </a:lnTo>
                  <a:lnTo>
                    <a:pt x="0" y="191"/>
                  </a:lnTo>
                  <a:lnTo>
                    <a:pt x="65" y="33"/>
                  </a:lnTo>
                  <a:lnTo>
                    <a:pt x="82" y="18"/>
                  </a:lnTo>
                  <a:lnTo>
                    <a:pt x="114" y="6"/>
                  </a:lnTo>
                  <a:lnTo>
                    <a:pt x="120" y="6"/>
                  </a:lnTo>
                  <a:lnTo>
                    <a:pt x="204" y="0"/>
                  </a:lnTo>
                  <a:lnTo>
                    <a:pt x="225" y="14"/>
                  </a:lnTo>
                  <a:lnTo>
                    <a:pt x="351" y="114"/>
                  </a:lnTo>
                  <a:lnTo>
                    <a:pt x="397" y="179"/>
                  </a:lnTo>
                  <a:lnTo>
                    <a:pt x="387" y="207"/>
                  </a:lnTo>
                  <a:lnTo>
                    <a:pt x="392" y="258"/>
                  </a:lnTo>
                  <a:lnTo>
                    <a:pt x="513" y="465"/>
                  </a:lnTo>
                  <a:lnTo>
                    <a:pt x="605" y="547"/>
                  </a:lnTo>
                  <a:lnTo>
                    <a:pt x="656" y="573"/>
                  </a:lnTo>
                  <a:lnTo>
                    <a:pt x="754" y="67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9291724" y="2208217"/>
              <a:ext cx="951" cy="1662"/>
            </a:xfrm>
            <a:custGeom>
              <a:avLst/>
              <a:pathLst>
                <a:path w="951" h="1662">
                  <a:moveTo>
                    <a:pt x="391" y="844"/>
                  </a:moveTo>
                  <a:lnTo>
                    <a:pt x="370" y="952"/>
                  </a:lnTo>
                  <a:lnTo>
                    <a:pt x="373" y="973"/>
                  </a:lnTo>
                  <a:lnTo>
                    <a:pt x="403" y="1023"/>
                  </a:lnTo>
                  <a:lnTo>
                    <a:pt x="496" y="970"/>
                  </a:lnTo>
                  <a:lnTo>
                    <a:pt x="512" y="968"/>
                  </a:lnTo>
                  <a:lnTo>
                    <a:pt x="620" y="1046"/>
                  </a:lnTo>
                  <a:lnTo>
                    <a:pt x="734" y="1176"/>
                  </a:lnTo>
                  <a:lnTo>
                    <a:pt x="719" y="1258"/>
                  </a:lnTo>
                  <a:lnTo>
                    <a:pt x="617" y="1554"/>
                  </a:lnTo>
                  <a:lnTo>
                    <a:pt x="542" y="1610"/>
                  </a:lnTo>
                  <a:lnTo>
                    <a:pt x="438" y="1662"/>
                  </a:lnTo>
                  <a:lnTo>
                    <a:pt x="159" y="1536"/>
                  </a:lnTo>
                  <a:lnTo>
                    <a:pt x="112" y="1508"/>
                  </a:lnTo>
                  <a:lnTo>
                    <a:pt x="22" y="1411"/>
                  </a:lnTo>
                  <a:lnTo>
                    <a:pt x="11" y="1351"/>
                  </a:lnTo>
                  <a:lnTo>
                    <a:pt x="0" y="982"/>
                  </a:lnTo>
                  <a:lnTo>
                    <a:pt x="136" y="833"/>
                  </a:lnTo>
                  <a:lnTo>
                    <a:pt x="190" y="826"/>
                  </a:lnTo>
                  <a:lnTo>
                    <a:pt x="240" y="842"/>
                  </a:lnTo>
                  <a:lnTo>
                    <a:pt x="259" y="833"/>
                  </a:lnTo>
                  <a:lnTo>
                    <a:pt x="285" y="756"/>
                  </a:lnTo>
                  <a:lnTo>
                    <a:pt x="334" y="341"/>
                  </a:lnTo>
                  <a:lnTo>
                    <a:pt x="340" y="136"/>
                  </a:lnTo>
                  <a:lnTo>
                    <a:pt x="355" y="9"/>
                  </a:lnTo>
                  <a:lnTo>
                    <a:pt x="425" y="0"/>
                  </a:lnTo>
                  <a:lnTo>
                    <a:pt x="507" y="21"/>
                  </a:lnTo>
                  <a:lnTo>
                    <a:pt x="642" y="86"/>
                  </a:lnTo>
                  <a:lnTo>
                    <a:pt x="703" y="124"/>
                  </a:lnTo>
                  <a:lnTo>
                    <a:pt x="951" y="477"/>
                  </a:lnTo>
                  <a:lnTo>
                    <a:pt x="940" y="502"/>
                  </a:lnTo>
                  <a:lnTo>
                    <a:pt x="689" y="720"/>
                  </a:lnTo>
                  <a:lnTo>
                    <a:pt x="437" y="788"/>
                  </a:lnTo>
                  <a:lnTo>
                    <a:pt x="391" y="8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9281543" y="2205011"/>
              <a:ext cx="260" cy="431"/>
            </a:xfrm>
            <a:custGeom>
              <a:avLst/>
              <a:pathLst>
                <a:path w="260" h="431">
                  <a:moveTo>
                    <a:pt x="165" y="426"/>
                  </a:moveTo>
                  <a:lnTo>
                    <a:pt x="140" y="431"/>
                  </a:lnTo>
                  <a:lnTo>
                    <a:pt x="110" y="426"/>
                  </a:lnTo>
                  <a:lnTo>
                    <a:pt x="52" y="380"/>
                  </a:lnTo>
                  <a:lnTo>
                    <a:pt x="33" y="352"/>
                  </a:lnTo>
                  <a:lnTo>
                    <a:pt x="2" y="270"/>
                  </a:lnTo>
                  <a:lnTo>
                    <a:pt x="0" y="248"/>
                  </a:lnTo>
                  <a:lnTo>
                    <a:pt x="81" y="73"/>
                  </a:lnTo>
                  <a:lnTo>
                    <a:pt x="116" y="37"/>
                  </a:lnTo>
                  <a:lnTo>
                    <a:pt x="194" y="0"/>
                  </a:lnTo>
                  <a:lnTo>
                    <a:pt x="220" y="14"/>
                  </a:lnTo>
                  <a:lnTo>
                    <a:pt x="260" y="238"/>
                  </a:lnTo>
                  <a:lnTo>
                    <a:pt x="246" y="343"/>
                  </a:lnTo>
                  <a:lnTo>
                    <a:pt x="226" y="372"/>
                  </a:lnTo>
                  <a:lnTo>
                    <a:pt x="165" y="4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9293272" y="2205114"/>
              <a:ext cx="581" cy="366"/>
            </a:xfrm>
            <a:custGeom>
              <a:avLst/>
              <a:pathLst>
                <a:path w="581" h="366">
                  <a:moveTo>
                    <a:pt x="195" y="361"/>
                  </a:moveTo>
                  <a:lnTo>
                    <a:pt x="160" y="366"/>
                  </a:lnTo>
                  <a:lnTo>
                    <a:pt x="88" y="318"/>
                  </a:lnTo>
                  <a:lnTo>
                    <a:pt x="58" y="265"/>
                  </a:lnTo>
                  <a:lnTo>
                    <a:pt x="42" y="227"/>
                  </a:lnTo>
                  <a:lnTo>
                    <a:pt x="0" y="23"/>
                  </a:lnTo>
                  <a:lnTo>
                    <a:pt x="17" y="2"/>
                  </a:lnTo>
                  <a:lnTo>
                    <a:pt x="37" y="0"/>
                  </a:lnTo>
                  <a:lnTo>
                    <a:pt x="567" y="79"/>
                  </a:lnTo>
                  <a:lnTo>
                    <a:pt x="578" y="88"/>
                  </a:lnTo>
                  <a:lnTo>
                    <a:pt x="581" y="130"/>
                  </a:lnTo>
                  <a:lnTo>
                    <a:pt x="218" y="348"/>
                  </a:lnTo>
                  <a:lnTo>
                    <a:pt x="195" y="36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9294575" y="2200067"/>
              <a:ext cx="849" cy="749"/>
            </a:xfrm>
            <a:custGeom>
              <a:avLst/>
              <a:pathLst>
                <a:path w="849" h="749">
                  <a:moveTo>
                    <a:pt x="824" y="123"/>
                  </a:moveTo>
                  <a:lnTo>
                    <a:pt x="627" y="401"/>
                  </a:lnTo>
                  <a:lnTo>
                    <a:pt x="571" y="419"/>
                  </a:lnTo>
                  <a:lnTo>
                    <a:pt x="507" y="422"/>
                  </a:lnTo>
                  <a:lnTo>
                    <a:pt x="406" y="401"/>
                  </a:lnTo>
                  <a:lnTo>
                    <a:pt x="321" y="736"/>
                  </a:lnTo>
                  <a:lnTo>
                    <a:pt x="314" y="742"/>
                  </a:lnTo>
                  <a:lnTo>
                    <a:pt x="292" y="749"/>
                  </a:lnTo>
                  <a:lnTo>
                    <a:pt x="122" y="690"/>
                  </a:lnTo>
                  <a:lnTo>
                    <a:pt x="111" y="675"/>
                  </a:lnTo>
                  <a:lnTo>
                    <a:pt x="0" y="343"/>
                  </a:lnTo>
                  <a:lnTo>
                    <a:pt x="1" y="284"/>
                  </a:lnTo>
                  <a:lnTo>
                    <a:pt x="34" y="249"/>
                  </a:lnTo>
                  <a:lnTo>
                    <a:pt x="177" y="165"/>
                  </a:lnTo>
                  <a:lnTo>
                    <a:pt x="262" y="162"/>
                  </a:lnTo>
                  <a:lnTo>
                    <a:pt x="260" y="214"/>
                  </a:lnTo>
                  <a:lnTo>
                    <a:pt x="299" y="240"/>
                  </a:lnTo>
                  <a:lnTo>
                    <a:pt x="322" y="244"/>
                  </a:lnTo>
                  <a:lnTo>
                    <a:pt x="392" y="188"/>
                  </a:lnTo>
                  <a:lnTo>
                    <a:pt x="434" y="127"/>
                  </a:lnTo>
                  <a:lnTo>
                    <a:pt x="426" y="80"/>
                  </a:lnTo>
                  <a:lnTo>
                    <a:pt x="555" y="0"/>
                  </a:lnTo>
                  <a:lnTo>
                    <a:pt x="831" y="37"/>
                  </a:lnTo>
                  <a:lnTo>
                    <a:pt x="845" y="48"/>
                  </a:lnTo>
                  <a:lnTo>
                    <a:pt x="849" y="60"/>
                  </a:lnTo>
                  <a:lnTo>
                    <a:pt x="824" y="1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9315553" y="2195955"/>
              <a:ext cx="636" cy="443"/>
            </a:xfrm>
            <a:custGeom>
              <a:avLst/>
              <a:pathLst>
                <a:path w="636" h="443">
                  <a:moveTo>
                    <a:pt x="610" y="397"/>
                  </a:moveTo>
                  <a:lnTo>
                    <a:pt x="455" y="443"/>
                  </a:lnTo>
                  <a:lnTo>
                    <a:pt x="434" y="435"/>
                  </a:lnTo>
                  <a:lnTo>
                    <a:pt x="389" y="413"/>
                  </a:lnTo>
                  <a:lnTo>
                    <a:pt x="4" y="84"/>
                  </a:lnTo>
                  <a:lnTo>
                    <a:pt x="0" y="72"/>
                  </a:lnTo>
                  <a:lnTo>
                    <a:pt x="6" y="59"/>
                  </a:lnTo>
                  <a:lnTo>
                    <a:pt x="38" y="22"/>
                  </a:lnTo>
                  <a:lnTo>
                    <a:pt x="103" y="0"/>
                  </a:lnTo>
                  <a:lnTo>
                    <a:pt x="507" y="85"/>
                  </a:lnTo>
                  <a:lnTo>
                    <a:pt x="582" y="182"/>
                  </a:lnTo>
                  <a:lnTo>
                    <a:pt x="636" y="281"/>
                  </a:lnTo>
                  <a:lnTo>
                    <a:pt x="610" y="39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9316944" y="2194004"/>
              <a:ext cx="615" cy="459"/>
            </a:xfrm>
            <a:custGeom>
              <a:avLst/>
              <a:pathLst>
                <a:path w="615" h="459">
                  <a:moveTo>
                    <a:pt x="340" y="459"/>
                  </a:moveTo>
                  <a:lnTo>
                    <a:pt x="214" y="449"/>
                  </a:lnTo>
                  <a:lnTo>
                    <a:pt x="124" y="414"/>
                  </a:lnTo>
                  <a:lnTo>
                    <a:pt x="104" y="393"/>
                  </a:lnTo>
                  <a:lnTo>
                    <a:pt x="0" y="41"/>
                  </a:lnTo>
                  <a:lnTo>
                    <a:pt x="0" y="24"/>
                  </a:lnTo>
                  <a:lnTo>
                    <a:pt x="21" y="0"/>
                  </a:lnTo>
                  <a:lnTo>
                    <a:pt x="67" y="3"/>
                  </a:lnTo>
                  <a:lnTo>
                    <a:pt x="156" y="30"/>
                  </a:lnTo>
                  <a:lnTo>
                    <a:pt x="383" y="133"/>
                  </a:lnTo>
                  <a:lnTo>
                    <a:pt x="509" y="226"/>
                  </a:lnTo>
                  <a:lnTo>
                    <a:pt x="615" y="360"/>
                  </a:lnTo>
                  <a:lnTo>
                    <a:pt x="598" y="407"/>
                  </a:lnTo>
                  <a:lnTo>
                    <a:pt x="399" y="459"/>
                  </a:lnTo>
                  <a:lnTo>
                    <a:pt x="340" y="45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9317702" y="2194033"/>
              <a:ext cx="427" cy="315"/>
            </a:xfrm>
            <a:custGeom>
              <a:avLst/>
              <a:pathLst>
                <a:path w="427" h="315">
                  <a:moveTo>
                    <a:pt x="425" y="265"/>
                  </a:moveTo>
                  <a:lnTo>
                    <a:pt x="311" y="315"/>
                  </a:lnTo>
                  <a:lnTo>
                    <a:pt x="43" y="173"/>
                  </a:lnTo>
                  <a:lnTo>
                    <a:pt x="0" y="118"/>
                  </a:lnTo>
                  <a:lnTo>
                    <a:pt x="37" y="7"/>
                  </a:lnTo>
                  <a:lnTo>
                    <a:pt x="46" y="0"/>
                  </a:lnTo>
                  <a:lnTo>
                    <a:pt x="389" y="108"/>
                  </a:lnTo>
                  <a:lnTo>
                    <a:pt x="414" y="127"/>
                  </a:lnTo>
                  <a:lnTo>
                    <a:pt x="427" y="157"/>
                  </a:lnTo>
                  <a:lnTo>
                    <a:pt x="425" y="26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9314426" y="2193508"/>
              <a:ext cx="2620" cy="1925"/>
            </a:xfrm>
            <a:custGeom>
              <a:avLst/>
              <a:pathLst>
                <a:path w="2620" h="1925">
                  <a:moveTo>
                    <a:pt x="604" y="32"/>
                  </a:moveTo>
                  <a:lnTo>
                    <a:pt x="618" y="40"/>
                  </a:lnTo>
                  <a:lnTo>
                    <a:pt x="655" y="37"/>
                  </a:lnTo>
                  <a:lnTo>
                    <a:pt x="686" y="72"/>
                  </a:lnTo>
                  <a:lnTo>
                    <a:pt x="767" y="189"/>
                  </a:lnTo>
                  <a:lnTo>
                    <a:pt x="789" y="264"/>
                  </a:lnTo>
                  <a:lnTo>
                    <a:pt x="802" y="283"/>
                  </a:lnTo>
                  <a:lnTo>
                    <a:pt x="882" y="300"/>
                  </a:lnTo>
                  <a:lnTo>
                    <a:pt x="971" y="364"/>
                  </a:lnTo>
                  <a:lnTo>
                    <a:pt x="1088" y="447"/>
                  </a:lnTo>
                  <a:lnTo>
                    <a:pt x="1297" y="504"/>
                  </a:lnTo>
                  <a:lnTo>
                    <a:pt x="1525" y="589"/>
                  </a:lnTo>
                  <a:lnTo>
                    <a:pt x="1564" y="639"/>
                  </a:lnTo>
                  <a:lnTo>
                    <a:pt x="1711" y="940"/>
                  </a:lnTo>
                  <a:lnTo>
                    <a:pt x="2122" y="1154"/>
                  </a:lnTo>
                  <a:lnTo>
                    <a:pt x="2230" y="1234"/>
                  </a:lnTo>
                  <a:lnTo>
                    <a:pt x="2278" y="1279"/>
                  </a:lnTo>
                  <a:lnTo>
                    <a:pt x="2398" y="1413"/>
                  </a:lnTo>
                  <a:lnTo>
                    <a:pt x="2422" y="1472"/>
                  </a:lnTo>
                  <a:lnTo>
                    <a:pt x="2414" y="1491"/>
                  </a:lnTo>
                  <a:lnTo>
                    <a:pt x="2340" y="1556"/>
                  </a:lnTo>
                  <a:lnTo>
                    <a:pt x="2476" y="1750"/>
                  </a:lnTo>
                  <a:lnTo>
                    <a:pt x="2617" y="1883"/>
                  </a:lnTo>
                  <a:lnTo>
                    <a:pt x="2620" y="1894"/>
                  </a:lnTo>
                  <a:lnTo>
                    <a:pt x="2596" y="1919"/>
                  </a:lnTo>
                  <a:lnTo>
                    <a:pt x="2580" y="1925"/>
                  </a:lnTo>
                  <a:lnTo>
                    <a:pt x="2409" y="1887"/>
                  </a:lnTo>
                  <a:lnTo>
                    <a:pt x="2272" y="1802"/>
                  </a:lnTo>
                  <a:lnTo>
                    <a:pt x="2245" y="1769"/>
                  </a:lnTo>
                  <a:lnTo>
                    <a:pt x="2232" y="1728"/>
                  </a:lnTo>
                  <a:lnTo>
                    <a:pt x="1737" y="1272"/>
                  </a:lnTo>
                  <a:lnTo>
                    <a:pt x="1587" y="1144"/>
                  </a:lnTo>
                  <a:lnTo>
                    <a:pt x="1550" y="1120"/>
                  </a:lnTo>
                  <a:lnTo>
                    <a:pt x="1535" y="1144"/>
                  </a:lnTo>
                  <a:lnTo>
                    <a:pt x="1635" y="1311"/>
                  </a:lnTo>
                  <a:lnTo>
                    <a:pt x="1669" y="1325"/>
                  </a:lnTo>
                  <a:lnTo>
                    <a:pt x="1703" y="1355"/>
                  </a:lnTo>
                  <a:lnTo>
                    <a:pt x="1870" y="1563"/>
                  </a:lnTo>
                  <a:lnTo>
                    <a:pt x="1879" y="1585"/>
                  </a:lnTo>
                  <a:lnTo>
                    <a:pt x="1878" y="1611"/>
                  </a:lnTo>
                  <a:lnTo>
                    <a:pt x="1794" y="1599"/>
                  </a:lnTo>
                  <a:lnTo>
                    <a:pt x="1762" y="1585"/>
                  </a:lnTo>
                  <a:lnTo>
                    <a:pt x="1105" y="1250"/>
                  </a:lnTo>
                  <a:lnTo>
                    <a:pt x="709" y="1036"/>
                  </a:lnTo>
                  <a:lnTo>
                    <a:pt x="689" y="1050"/>
                  </a:lnTo>
                  <a:lnTo>
                    <a:pt x="598" y="1190"/>
                  </a:lnTo>
                  <a:lnTo>
                    <a:pt x="585" y="1236"/>
                  </a:lnTo>
                  <a:lnTo>
                    <a:pt x="686" y="1445"/>
                  </a:lnTo>
                  <a:lnTo>
                    <a:pt x="722" y="1485"/>
                  </a:lnTo>
                  <a:lnTo>
                    <a:pt x="755" y="1500"/>
                  </a:lnTo>
                  <a:lnTo>
                    <a:pt x="783" y="1525"/>
                  </a:lnTo>
                  <a:lnTo>
                    <a:pt x="900" y="1685"/>
                  </a:lnTo>
                  <a:lnTo>
                    <a:pt x="954" y="1833"/>
                  </a:lnTo>
                  <a:lnTo>
                    <a:pt x="946" y="1880"/>
                  </a:lnTo>
                  <a:lnTo>
                    <a:pt x="931" y="1902"/>
                  </a:lnTo>
                  <a:lnTo>
                    <a:pt x="915" y="1910"/>
                  </a:lnTo>
                  <a:lnTo>
                    <a:pt x="836" y="1895"/>
                  </a:lnTo>
                  <a:lnTo>
                    <a:pt x="682" y="1783"/>
                  </a:lnTo>
                  <a:lnTo>
                    <a:pt x="654" y="1751"/>
                  </a:lnTo>
                  <a:lnTo>
                    <a:pt x="614" y="1685"/>
                  </a:lnTo>
                  <a:lnTo>
                    <a:pt x="602" y="1635"/>
                  </a:lnTo>
                  <a:lnTo>
                    <a:pt x="370" y="1422"/>
                  </a:lnTo>
                  <a:lnTo>
                    <a:pt x="138" y="1300"/>
                  </a:lnTo>
                  <a:lnTo>
                    <a:pt x="29" y="1232"/>
                  </a:lnTo>
                  <a:lnTo>
                    <a:pt x="12" y="1214"/>
                  </a:lnTo>
                  <a:lnTo>
                    <a:pt x="3" y="1192"/>
                  </a:lnTo>
                  <a:lnTo>
                    <a:pt x="0" y="1117"/>
                  </a:lnTo>
                  <a:lnTo>
                    <a:pt x="93" y="1027"/>
                  </a:lnTo>
                  <a:lnTo>
                    <a:pt x="147" y="989"/>
                  </a:lnTo>
                  <a:lnTo>
                    <a:pt x="193" y="981"/>
                  </a:lnTo>
                  <a:lnTo>
                    <a:pt x="229" y="1001"/>
                  </a:lnTo>
                  <a:lnTo>
                    <a:pt x="386" y="1049"/>
                  </a:lnTo>
                  <a:lnTo>
                    <a:pt x="450" y="1057"/>
                  </a:lnTo>
                  <a:lnTo>
                    <a:pt x="487" y="1021"/>
                  </a:lnTo>
                  <a:lnTo>
                    <a:pt x="492" y="970"/>
                  </a:lnTo>
                  <a:lnTo>
                    <a:pt x="485" y="931"/>
                  </a:lnTo>
                  <a:lnTo>
                    <a:pt x="401" y="746"/>
                  </a:lnTo>
                  <a:lnTo>
                    <a:pt x="295" y="470"/>
                  </a:lnTo>
                  <a:lnTo>
                    <a:pt x="330" y="452"/>
                  </a:lnTo>
                  <a:lnTo>
                    <a:pt x="362" y="450"/>
                  </a:lnTo>
                  <a:lnTo>
                    <a:pt x="581" y="492"/>
                  </a:lnTo>
                  <a:lnTo>
                    <a:pt x="768" y="592"/>
                  </a:lnTo>
                  <a:lnTo>
                    <a:pt x="811" y="629"/>
                  </a:lnTo>
                  <a:lnTo>
                    <a:pt x="887" y="674"/>
                  </a:lnTo>
                  <a:lnTo>
                    <a:pt x="961" y="708"/>
                  </a:lnTo>
                  <a:lnTo>
                    <a:pt x="1057" y="718"/>
                  </a:lnTo>
                  <a:lnTo>
                    <a:pt x="1071" y="676"/>
                  </a:lnTo>
                  <a:lnTo>
                    <a:pt x="1053" y="560"/>
                  </a:lnTo>
                  <a:lnTo>
                    <a:pt x="1025" y="522"/>
                  </a:lnTo>
                  <a:lnTo>
                    <a:pt x="984" y="502"/>
                  </a:lnTo>
                  <a:lnTo>
                    <a:pt x="907" y="493"/>
                  </a:lnTo>
                  <a:lnTo>
                    <a:pt x="795" y="411"/>
                  </a:lnTo>
                  <a:lnTo>
                    <a:pt x="746" y="380"/>
                  </a:lnTo>
                  <a:lnTo>
                    <a:pt x="742" y="355"/>
                  </a:lnTo>
                  <a:lnTo>
                    <a:pt x="760" y="302"/>
                  </a:lnTo>
                  <a:lnTo>
                    <a:pt x="766" y="295"/>
                  </a:lnTo>
                  <a:lnTo>
                    <a:pt x="764" y="275"/>
                  </a:lnTo>
                  <a:lnTo>
                    <a:pt x="753" y="257"/>
                  </a:lnTo>
                  <a:lnTo>
                    <a:pt x="739" y="246"/>
                  </a:lnTo>
                  <a:lnTo>
                    <a:pt x="602" y="193"/>
                  </a:lnTo>
                  <a:lnTo>
                    <a:pt x="480" y="131"/>
                  </a:lnTo>
                  <a:lnTo>
                    <a:pt x="461" y="109"/>
                  </a:lnTo>
                  <a:lnTo>
                    <a:pt x="442" y="65"/>
                  </a:lnTo>
                  <a:lnTo>
                    <a:pt x="385" y="14"/>
                  </a:lnTo>
                  <a:lnTo>
                    <a:pt x="381" y="8"/>
                  </a:lnTo>
                  <a:lnTo>
                    <a:pt x="385" y="0"/>
                  </a:lnTo>
                  <a:lnTo>
                    <a:pt x="549" y="24"/>
                  </a:lnTo>
                  <a:lnTo>
                    <a:pt x="589" y="23"/>
                  </a:lnTo>
                  <a:lnTo>
                    <a:pt x="604" y="3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9316045" y="2193024"/>
              <a:ext cx="398" cy="346"/>
            </a:xfrm>
            <a:custGeom>
              <a:avLst/>
              <a:pathLst>
                <a:path w="398" h="346">
                  <a:moveTo>
                    <a:pt x="345" y="345"/>
                  </a:moveTo>
                  <a:lnTo>
                    <a:pt x="305" y="346"/>
                  </a:lnTo>
                  <a:lnTo>
                    <a:pt x="111" y="248"/>
                  </a:lnTo>
                  <a:lnTo>
                    <a:pt x="0" y="82"/>
                  </a:lnTo>
                  <a:lnTo>
                    <a:pt x="82" y="22"/>
                  </a:lnTo>
                  <a:lnTo>
                    <a:pt x="217" y="1"/>
                  </a:lnTo>
                  <a:lnTo>
                    <a:pt x="263" y="0"/>
                  </a:lnTo>
                  <a:lnTo>
                    <a:pt x="313" y="26"/>
                  </a:lnTo>
                  <a:lnTo>
                    <a:pt x="398" y="138"/>
                  </a:lnTo>
                  <a:lnTo>
                    <a:pt x="368" y="322"/>
                  </a:lnTo>
                  <a:lnTo>
                    <a:pt x="345" y="34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9304813" y="2185472"/>
              <a:ext cx="624" cy="609"/>
            </a:xfrm>
            <a:custGeom>
              <a:avLst/>
              <a:pathLst>
                <a:path w="624" h="609">
                  <a:moveTo>
                    <a:pt x="624" y="83"/>
                  </a:moveTo>
                  <a:lnTo>
                    <a:pt x="501" y="176"/>
                  </a:lnTo>
                  <a:lnTo>
                    <a:pt x="427" y="159"/>
                  </a:lnTo>
                  <a:lnTo>
                    <a:pt x="345" y="190"/>
                  </a:lnTo>
                  <a:lnTo>
                    <a:pt x="275" y="232"/>
                  </a:lnTo>
                  <a:lnTo>
                    <a:pt x="239" y="303"/>
                  </a:lnTo>
                  <a:lnTo>
                    <a:pt x="215" y="389"/>
                  </a:lnTo>
                  <a:lnTo>
                    <a:pt x="109" y="561"/>
                  </a:lnTo>
                  <a:lnTo>
                    <a:pt x="58" y="606"/>
                  </a:lnTo>
                  <a:lnTo>
                    <a:pt x="8" y="609"/>
                  </a:lnTo>
                  <a:lnTo>
                    <a:pt x="0" y="570"/>
                  </a:lnTo>
                  <a:lnTo>
                    <a:pt x="3" y="344"/>
                  </a:lnTo>
                  <a:lnTo>
                    <a:pt x="16" y="237"/>
                  </a:lnTo>
                  <a:lnTo>
                    <a:pt x="82" y="188"/>
                  </a:lnTo>
                  <a:lnTo>
                    <a:pt x="305" y="49"/>
                  </a:lnTo>
                  <a:lnTo>
                    <a:pt x="469" y="0"/>
                  </a:lnTo>
                  <a:lnTo>
                    <a:pt x="605" y="39"/>
                  </a:lnTo>
                  <a:lnTo>
                    <a:pt x="617" y="49"/>
                  </a:lnTo>
                  <a:lnTo>
                    <a:pt x="624" y="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9321638" y="2187018"/>
              <a:ext cx="468" cy="522"/>
            </a:xfrm>
            <a:custGeom>
              <a:avLst/>
              <a:pathLst>
                <a:path w="468" h="522">
                  <a:moveTo>
                    <a:pt x="250" y="522"/>
                  </a:moveTo>
                  <a:lnTo>
                    <a:pt x="212" y="519"/>
                  </a:lnTo>
                  <a:lnTo>
                    <a:pt x="3" y="282"/>
                  </a:lnTo>
                  <a:lnTo>
                    <a:pt x="0" y="253"/>
                  </a:lnTo>
                  <a:lnTo>
                    <a:pt x="13" y="209"/>
                  </a:lnTo>
                  <a:lnTo>
                    <a:pt x="112" y="58"/>
                  </a:lnTo>
                  <a:lnTo>
                    <a:pt x="171" y="27"/>
                  </a:lnTo>
                  <a:lnTo>
                    <a:pt x="296" y="0"/>
                  </a:lnTo>
                  <a:lnTo>
                    <a:pt x="458" y="62"/>
                  </a:lnTo>
                  <a:lnTo>
                    <a:pt x="468" y="71"/>
                  </a:lnTo>
                  <a:lnTo>
                    <a:pt x="402" y="417"/>
                  </a:lnTo>
                  <a:lnTo>
                    <a:pt x="333" y="485"/>
                  </a:lnTo>
                  <a:lnTo>
                    <a:pt x="294" y="510"/>
                  </a:lnTo>
                  <a:lnTo>
                    <a:pt x="250" y="52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9321097" y="2186904"/>
              <a:ext cx="505" cy="621"/>
            </a:xfrm>
            <a:custGeom>
              <a:avLst/>
              <a:pathLst>
                <a:path w="505" h="621">
                  <a:moveTo>
                    <a:pt x="55" y="620"/>
                  </a:moveTo>
                  <a:lnTo>
                    <a:pt x="39" y="621"/>
                  </a:lnTo>
                  <a:lnTo>
                    <a:pt x="0" y="513"/>
                  </a:lnTo>
                  <a:lnTo>
                    <a:pt x="0" y="493"/>
                  </a:lnTo>
                  <a:lnTo>
                    <a:pt x="198" y="87"/>
                  </a:lnTo>
                  <a:lnTo>
                    <a:pt x="212" y="73"/>
                  </a:lnTo>
                  <a:lnTo>
                    <a:pt x="355" y="0"/>
                  </a:lnTo>
                  <a:lnTo>
                    <a:pt x="501" y="36"/>
                  </a:lnTo>
                  <a:lnTo>
                    <a:pt x="505" y="44"/>
                  </a:lnTo>
                  <a:lnTo>
                    <a:pt x="398" y="265"/>
                  </a:lnTo>
                  <a:lnTo>
                    <a:pt x="219" y="539"/>
                  </a:lnTo>
                  <a:lnTo>
                    <a:pt x="199" y="555"/>
                  </a:lnTo>
                  <a:lnTo>
                    <a:pt x="128" y="589"/>
                  </a:lnTo>
                  <a:lnTo>
                    <a:pt x="55" y="6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9319455" y="2186356"/>
              <a:ext cx="494" cy="385"/>
            </a:xfrm>
            <a:custGeom>
              <a:avLst/>
              <a:pathLst>
                <a:path w="494" h="385">
                  <a:moveTo>
                    <a:pt x="246" y="365"/>
                  </a:moveTo>
                  <a:lnTo>
                    <a:pt x="133" y="385"/>
                  </a:lnTo>
                  <a:lnTo>
                    <a:pt x="87" y="372"/>
                  </a:lnTo>
                  <a:lnTo>
                    <a:pt x="1" y="279"/>
                  </a:lnTo>
                  <a:lnTo>
                    <a:pt x="0" y="263"/>
                  </a:lnTo>
                  <a:lnTo>
                    <a:pt x="19" y="180"/>
                  </a:lnTo>
                  <a:lnTo>
                    <a:pt x="92" y="80"/>
                  </a:lnTo>
                  <a:lnTo>
                    <a:pt x="119" y="58"/>
                  </a:lnTo>
                  <a:lnTo>
                    <a:pt x="155" y="42"/>
                  </a:lnTo>
                  <a:lnTo>
                    <a:pt x="273" y="6"/>
                  </a:lnTo>
                  <a:lnTo>
                    <a:pt x="318" y="0"/>
                  </a:lnTo>
                  <a:lnTo>
                    <a:pt x="365" y="3"/>
                  </a:lnTo>
                  <a:lnTo>
                    <a:pt x="399" y="30"/>
                  </a:lnTo>
                  <a:lnTo>
                    <a:pt x="479" y="130"/>
                  </a:lnTo>
                  <a:lnTo>
                    <a:pt x="494" y="153"/>
                  </a:lnTo>
                  <a:lnTo>
                    <a:pt x="494" y="166"/>
                  </a:lnTo>
                  <a:lnTo>
                    <a:pt x="246" y="36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9305085" y="2183656"/>
              <a:ext cx="570" cy="594"/>
            </a:xfrm>
            <a:custGeom>
              <a:avLst/>
              <a:pathLst>
                <a:path w="570" h="594">
                  <a:moveTo>
                    <a:pt x="356" y="593"/>
                  </a:moveTo>
                  <a:lnTo>
                    <a:pt x="335" y="594"/>
                  </a:lnTo>
                  <a:lnTo>
                    <a:pt x="170" y="403"/>
                  </a:lnTo>
                  <a:lnTo>
                    <a:pt x="0" y="116"/>
                  </a:lnTo>
                  <a:lnTo>
                    <a:pt x="55" y="34"/>
                  </a:lnTo>
                  <a:lnTo>
                    <a:pt x="105" y="2"/>
                  </a:lnTo>
                  <a:lnTo>
                    <a:pt x="127" y="0"/>
                  </a:lnTo>
                  <a:lnTo>
                    <a:pt x="303" y="82"/>
                  </a:lnTo>
                  <a:lnTo>
                    <a:pt x="335" y="111"/>
                  </a:lnTo>
                  <a:lnTo>
                    <a:pt x="502" y="294"/>
                  </a:lnTo>
                  <a:lnTo>
                    <a:pt x="570" y="505"/>
                  </a:lnTo>
                  <a:lnTo>
                    <a:pt x="563" y="516"/>
                  </a:lnTo>
                  <a:lnTo>
                    <a:pt x="511" y="550"/>
                  </a:lnTo>
                  <a:lnTo>
                    <a:pt x="356" y="59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9320689" y="2186277"/>
              <a:ext cx="1081" cy="866"/>
            </a:xfrm>
            <a:custGeom>
              <a:avLst/>
              <a:pathLst>
                <a:path w="1081" h="866">
                  <a:moveTo>
                    <a:pt x="298" y="838"/>
                  </a:moveTo>
                  <a:lnTo>
                    <a:pt x="106" y="866"/>
                  </a:lnTo>
                  <a:lnTo>
                    <a:pt x="0" y="655"/>
                  </a:lnTo>
                  <a:lnTo>
                    <a:pt x="17" y="546"/>
                  </a:lnTo>
                  <a:lnTo>
                    <a:pt x="126" y="438"/>
                  </a:lnTo>
                  <a:lnTo>
                    <a:pt x="168" y="417"/>
                  </a:lnTo>
                  <a:lnTo>
                    <a:pt x="378" y="351"/>
                  </a:lnTo>
                  <a:lnTo>
                    <a:pt x="412" y="349"/>
                  </a:lnTo>
                  <a:lnTo>
                    <a:pt x="454" y="217"/>
                  </a:lnTo>
                  <a:lnTo>
                    <a:pt x="552" y="53"/>
                  </a:lnTo>
                  <a:lnTo>
                    <a:pt x="577" y="34"/>
                  </a:lnTo>
                  <a:lnTo>
                    <a:pt x="683" y="0"/>
                  </a:lnTo>
                  <a:lnTo>
                    <a:pt x="985" y="5"/>
                  </a:lnTo>
                  <a:lnTo>
                    <a:pt x="1014" y="7"/>
                  </a:lnTo>
                  <a:lnTo>
                    <a:pt x="1065" y="43"/>
                  </a:lnTo>
                  <a:lnTo>
                    <a:pt x="1081" y="94"/>
                  </a:lnTo>
                  <a:lnTo>
                    <a:pt x="828" y="446"/>
                  </a:lnTo>
                  <a:lnTo>
                    <a:pt x="589" y="678"/>
                  </a:lnTo>
                  <a:lnTo>
                    <a:pt x="539" y="712"/>
                  </a:lnTo>
                  <a:lnTo>
                    <a:pt x="298" y="8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9311002" y="2184475"/>
              <a:ext cx="795" cy="1233"/>
            </a:xfrm>
            <a:custGeom>
              <a:avLst/>
              <a:pathLst>
                <a:path w="795" h="1233">
                  <a:moveTo>
                    <a:pt x="792" y="349"/>
                  </a:moveTo>
                  <a:lnTo>
                    <a:pt x="795" y="478"/>
                  </a:lnTo>
                  <a:lnTo>
                    <a:pt x="761" y="711"/>
                  </a:lnTo>
                  <a:lnTo>
                    <a:pt x="683" y="842"/>
                  </a:lnTo>
                  <a:lnTo>
                    <a:pt x="291" y="1170"/>
                  </a:lnTo>
                  <a:lnTo>
                    <a:pt x="187" y="1213"/>
                  </a:lnTo>
                  <a:lnTo>
                    <a:pt x="100" y="1233"/>
                  </a:lnTo>
                  <a:lnTo>
                    <a:pt x="86" y="1186"/>
                  </a:lnTo>
                  <a:lnTo>
                    <a:pt x="187" y="1086"/>
                  </a:lnTo>
                  <a:lnTo>
                    <a:pt x="219" y="1014"/>
                  </a:lnTo>
                  <a:lnTo>
                    <a:pt x="186" y="856"/>
                  </a:lnTo>
                  <a:lnTo>
                    <a:pt x="125" y="828"/>
                  </a:lnTo>
                  <a:lnTo>
                    <a:pt x="70" y="748"/>
                  </a:lnTo>
                  <a:lnTo>
                    <a:pt x="5" y="556"/>
                  </a:lnTo>
                  <a:lnTo>
                    <a:pt x="0" y="420"/>
                  </a:lnTo>
                  <a:lnTo>
                    <a:pt x="25" y="342"/>
                  </a:lnTo>
                  <a:lnTo>
                    <a:pt x="68" y="294"/>
                  </a:lnTo>
                  <a:lnTo>
                    <a:pt x="82" y="294"/>
                  </a:lnTo>
                  <a:lnTo>
                    <a:pt x="140" y="332"/>
                  </a:lnTo>
                  <a:lnTo>
                    <a:pt x="192" y="346"/>
                  </a:lnTo>
                  <a:lnTo>
                    <a:pt x="335" y="365"/>
                  </a:lnTo>
                  <a:lnTo>
                    <a:pt x="498" y="202"/>
                  </a:lnTo>
                  <a:lnTo>
                    <a:pt x="468" y="55"/>
                  </a:lnTo>
                  <a:lnTo>
                    <a:pt x="473" y="0"/>
                  </a:lnTo>
                  <a:lnTo>
                    <a:pt x="507" y="0"/>
                  </a:lnTo>
                  <a:lnTo>
                    <a:pt x="545" y="22"/>
                  </a:lnTo>
                  <a:lnTo>
                    <a:pt x="644" y="127"/>
                  </a:lnTo>
                  <a:lnTo>
                    <a:pt x="732" y="247"/>
                  </a:lnTo>
                  <a:lnTo>
                    <a:pt x="792" y="34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9304331" y="2183268"/>
              <a:ext cx="465" cy="340"/>
            </a:xfrm>
            <a:custGeom>
              <a:avLst/>
              <a:pathLst>
                <a:path w="465" h="340">
                  <a:moveTo>
                    <a:pt x="128" y="321"/>
                  </a:moveTo>
                  <a:lnTo>
                    <a:pt x="63" y="340"/>
                  </a:lnTo>
                  <a:lnTo>
                    <a:pt x="39" y="325"/>
                  </a:lnTo>
                  <a:lnTo>
                    <a:pt x="4" y="277"/>
                  </a:lnTo>
                  <a:lnTo>
                    <a:pt x="0" y="251"/>
                  </a:lnTo>
                  <a:lnTo>
                    <a:pt x="9" y="225"/>
                  </a:lnTo>
                  <a:lnTo>
                    <a:pt x="52" y="161"/>
                  </a:lnTo>
                  <a:lnTo>
                    <a:pt x="173" y="47"/>
                  </a:lnTo>
                  <a:lnTo>
                    <a:pt x="212" y="28"/>
                  </a:lnTo>
                  <a:lnTo>
                    <a:pt x="372" y="0"/>
                  </a:lnTo>
                  <a:lnTo>
                    <a:pt x="417" y="0"/>
                  </a:lnTo>
                  <a:lnTo>
                    <a:pt x="465" y="66"/>
                  </a:lnTo>
                  <a:lnTo>
                    <a:pt x="462" y="83"/>
                  </a:lnTo>
                  <a:lnTo>
                    <a:pt x="413" y="119"/>
                  </a:lnTo>
                  <a:lnTo>
                    <a:pt x="348" y="124"/>
                  </a:lnTo>
                  <a:lnTo>
                    <a:pt x="255" y="198"/>
                  </a:lnTo>
                  <a:lnTo>
                    <a:pt x="185" y="279"/>
                  </a:lnTo>
                  <a:lnTo>
                    <a:pt x="128" y="32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9308178" y="2183020"/>
              <a:ext cx="412" cy="446"/>
            </a:xfrm>
            <a:custGeom>
              <a:avLst/>
              <a:pathLst>
                <a:path w="412" h="446">
                  <a:moveTo>
                    <a:pt x="402" y="387"/>
                  </a:moveTo>
                  <a:lnTo>
                    <a:pt x="342" y="446"/>
                  </a:lnTo>
                  <a:lnTo>
                    <a:pt x="12" y="256"/>
                  </a:lnTo>
                  <a:lnTo>
                    <a:pt x="0" y="242"/>
                  </a:lnTo>
                  <a:lnTo>
                    <a:pt x="1" y="229"/>
                  </a:lnTo>
                  <a:lnTo>
                    <a:pt x="62" y="187"/>
                  </a:lnTo>
                  <a:lnTo>
                    <a:pt x="146" y="20"/>
                  </a:lnTo>
                  <a:lnTo>
                    <a:pt x="168" y="0"/>
                  </a:lnTo>
                  <a:lnTo>
                    <a:pt x="243" y="0"/>
                  </a:lnTo>
                  <a:lnTo>
                    <a:pt x="389" y="25"/>
                  </a:lnTo>
                  <a:lnTo>
                    <a:pt x="412" y="37"/>
                  </a:lnTo>
                  <a:lnTo>
                    <a:pt x="412" y="78"/>
                  </a:lnTo>
                  <a:lnTo>
                    <a:pt x="358" y="121"/>
                  </a:lnTo>
                  <a:lnTo>
                    <a:pt x="302" y="258"/>
                  </a:lnTo>
                  <a:lnTo>
                    <a:pt x="386" y="359"/>
                  </a:lnTo>
                  <a:lnTo>
                    <a:pt x="398" y="364"/>
                  </a:lnTo>
                  <a:lnTo>
                    <a:pt x="402" y="38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9307569" y="2182479"/>
              <a:ext cx="609" cy="310"/>
            </a:xfrm>
            <a:custGeom>
              <a:avLst/>
              <a:pathLst>
                <a:path w="609" h="310">
                  <a:moveTo>
                    <a:pt x="276" y="296"/>
                  </a:moveTo>
                  <a:lnTo>
                    <a:pt x="27" y="310"/>
                  </a:lnTo>
                  <a:lnTo>
                    <a:pt x="0" y="285"/>
                  </a:lnTo>
                  <a:lnTo>
                    <a:pt x="13" y="194"/>
                  </a:lnTo>
                  <a:lnTo>
                    <a:pt x="32" y="151"/>
                  </a:lnTo>
                  <a:lnTo>
                    <a:pt x="79" y="115"/>
                  </a:lnTo>
                  <a:lnTo>
                    <a:pt x="375" y="0"/>
                  </a:lnTo>
                  <a:lnTo>
                    <a:pt x="579" y="15"/>
                  </a:lnTo>
                  <a:lnTo>
                    <a:pt x="609" y="25"/>
                  </a:lnTo>
                  <a:lnTo>
                    <a:pt x="607" y="45"/>
                  </a:lnTo>
                  <a:lnTo>
                    <a:pt x="547" y="141"/>
                  </a:lnTo>
                  <a:lnTo>
                    <a:pt x="446" y="223"/>
                  </a:lnTo>
                  <a:lnTo>
                    <a:pt x="369" y="262"/>
                  </a:lnTo>
                  <a:lnTo>
                    <a:pt x="276" y="29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9318574" y="2180008"/>
              <a:ext cx="367" cy="386"/>
            </a:xfrm>
            <a:custGeom>
              <a:avLst/>
              <a:pathLst>
                <a:path w="367" h="386">
                  <a:moveTo>
                    <a:pt x="195" y="341"/>
                  </a:moveTo>
                  <a:lnTo>
                    <a:pt x="43" y="386"/>
                  </a:lnTo>
                  <a:lnTo>
                    <a:pt x="35" y="382"/>
                  </a:lnTo>
                  <a:lnTo>
                    <a:pt x="9" y="249"/>
                  </a:lnTo>
                  <a:lnTo>
                    <a:pt x="0" y="145"/>
                  </a:lnTo>
                  <a:lnTo>
                    <a:pt x="1" y="108"/>
                  </a:lnTo>
                  <a:lnTo>
                    <a:pt x="23" y="76"/>
                  </a:lnTo>
                  <a:lnTo>
                    <a:pt x="104" y="0"/>
                  </a:lnTo>
                  <a:lnTo>
                    <a:pt x="116" y="1"/>
                  </a:lnTo>
                  <a:lnTo>
                    <a:pt x="320" y="22"/>
                  </a:lnTo>
                  <a:lnTo>
                    <a:pt x="344" y="24"/>
                  </a:lnTo>
                  <a:lnTo>
                    <a:pt x="367" y="55"/>
                  </a:lnTo>
                  <a:lnTo>
                    <a:pt x="311" y="256"/>
                  </a:lnTo>
                  <a:lnTo>
                    <a:pt x="293" y="293"/>
                  </a:lnTo>
                  <a:lnTo>
                    <a:pt x="218" y="330"/>
                  </a:lnTo>
                  <a:lnTo>
                    <a:pt x="195" y="3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9317919" y="2179891"/>
              <a:ext cx="588" cy="537"/>
            </a:xfrm>
            <a:custGeom>
              <a:avLst/>
              <a:pathLst>
                <a:path w="588" h="537">
                  <a:moveTo>
                    <a:pt x="157" y="537"/>
                  </a:moveTo>
                  <a:lnTo>
                    <a:pt x="84" y="526"/>
                  </a:lnTo>
                  <a:lnTo>
                    <a:pt x="17" y="403"/>
                  </a:lnTo>
                  <a:lnTo>
                    <a:pt x="0" y="217"/>
                  </a:lnTo>
                  <a:lnTo>
                    <a:pt x="31" y="129"/>
                  </a:lnTo>
                  <a:lnTo>
                    <a:pt x="132" y="85"/>
                  </a:lnTo>
                  <a:lnTo>
                    <a:pt x="303" y="10"/>
                  </a:lnTo>
                  <a:lnTo>
                    <a:pt x="342" y="0"/>
                  </a:lnTo>
                  <a:lnTo>
                    <a:pt x="370" y="0"/>
                  </a:lnTo>
                  <a:lnTo>
                    <a:pt x="527" y="124"/>
                  </a:lnTo>
                  <a:lnTo>
                    <a:pt x="537" y="137"/>
                  </a:lnTo>
                  <a:lnTo>
                    <a:pt x="564" y="172"/>
                  </a:lnTo>
                  <a:lnTo>
                    <a:pt x="588" y="294"/>
                  </a:lnTo>
                  <a:lnTo>
                    <a:pt x="457" y="411"/>
                  </a:lnTo>
                  <a:lnTo>
                    <a:pt x="387" y="450"/>
                  </a:lnTo>
                  <a:lnTo>
                    <a:pt x="157" y="5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9317946" y="2179330"/>
              <a:ext cx="809" cy="442"/>
            </a:xfrm>
            <a:custGeom>
              <a:avLst/>
              <a:pathLst>
                <a:path w="809" h="442">
                  <a:moveTo>
                    <a:pt x="253" y="442"/>
                  </a:moveTo>
                  <a:lnTo>
                    <a:pt x="8" y="422"/>
                  </a:lnTo>
                  <a:lnTo>
                    <a:pt x="0" y="411"/>
                  </a:lnTo>
                  <a:lnTo>
                    <a:pt x="9" y="227"/>
                  </a:lnTo>
                  <a:lnTo>
                    <a:pt x="87" y="148"/>
                  </a:lnTo>
                  <a:lnTo>
                    <a:pt x="101" y="133"/>
                  </a:lnTo>
                  <a:lnTo>
                    <a:pt x="171" y="83"/>
                  </a:lnTo>
                  <a:lnTo>
                    <a:pt x="272" y="10"/>
                  </a:lnTo>
                  <a:lnTo>
                    <a:pt x="287" y="0"/>
                  </a:lnTo>
                  <a:lnTo>
                    <a:pt x="293" y="2"/>
                  </a:lnTo>
                  <a:lnTo>
                    <a:pt x="302" y="5"/>
                  </a:lnTo>
                  <a:lnTo>
                    <a:pt x="584" y="115"/>
                  </a:lnTo>
                  <a:lnTo>
                    <a:pt x="805" y="227"/>
                  </a:lnTo>
                  <a:lnTo>
                    <a:pt x="807" y="235"/>
                  </a:lnTo>
                  <a:lnTo>
                    <a:pt x="809" y="246"/>
                  </a:lnTo>
                  <a:lnTo>
                    <a:pt x="745" y="353"/>
                  </a:lnTo>
                  <a:lnTo>
                    <a:pt x="723" y="363"/>
                  </a:lnTo>
                  <a:lnTo>
                    <a:pt x="718" y="364"/>
                  </a:lnTo>
                  <a:lnTo>
                    <a:pt x="268" y="440"/>
                  </a:lnTo>
                  <a:lnTo>
                    <a:pt x="253" y="44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9315507" y="2178527"/>
              <a:ext cx="930" cy="819"/>
            </a:xfrm>
            <a:custGeom>
              <a:avLst/>
              <a:pathLst>
                <a:path w="930" h="819">
                  <a:moveTo>
                    <a:pt x="630" y="817"/>
                  </a:moveTo>
                  <a:lnTo>
                    <a:pt x="325" y="819"/>
                  </a:lnTo>
                  <a:lnTo>
                    <a:pt x="62" y="739"/>
                  </a:lnTo>
                  <a:lnTo>
                    <a:pt x="0" y="698"/>
                  </a:lnTo>
                  <a:lnTo>
                    <a:pt x="0" y="693"/>
                  </a:lnTo>
                  <a:lnTo>
                    <a:pt x="4" y="679"/>
                  </a:lnTo>
                  <a:lnTo>
                    <a:pt x="70" y="581"/>
                  </a:lnTo>
                  <a:lnTo>
                    <a:pt x="162" y="550"/>
                  </a:lnTo>
                  <a:lnTo>
                    <a:pt x="212" y="544"/>
                  </a:lnTo>
                  <a:lnTo>
                    <a:pt x="287" y="522"/>
                  </a:lnTo>
                  <a:lnTo>
                    <a:pt x="316" y="508"/>
                  </a:lnTo>
                  <a:lnTo>
                    <a:pt x="341" y="451"/>
                  </a:lnTo>
                  <a:lnTo>
                    <a:pt x="359" y="291"/>
                  </a:lnTo>
                  <a:lnTo>
                    <a:pt x="340" y="169"/>
                  </a:lnTo>
                  <a:lnTo>
                    <a:pt x="346" y="154"/>
                  </a:lnTo>
                  <a:lnTo>
                    <a:pt x="413" y="82"/>
                  </a:lnTo>
                  <a:lnTo>
                    <a:pt x="420" y="74"/>
                  </a:lnTo>
                  <a:lnTo>
                    <a:pt x="637" y="2"/>
                  </a:lnTo>
                  <a:lnTo>
                    <a:pt x="697" y="0"/>
                  </a:lnTo>
                  <a:lnTo>
                    <a:pt x="721" y="13"/>
                  </a:lnTo>
                  <a:lnTo>
                    <a:pt x="867" y="208"/>
                  </a:lnTo>
                  <a:lnTo>
                    <a:pt x="899" y="280"/>
                  </a:lnTo>
                  <a:lnTo>
                    <a:pt x="918" y="379"/>
                  </a:lnTo>
                  <a:lnTo>
                    <a:pt x="930" y="437"/>
                  </a:lnTo>
                  <a:lnTo>
                    <a:pt x="890" y="600"/>
                  </a:lnTo>
                  <a:lnTo>
                    <a:pt x="836" y="668"/>
                  </a:lnTo>
                  <a:lnTo>
                    <a:pt x="729" y="776"/>
                  </a:lnTo>
                  <a:lnTo>
                    <a:pt x="683" y="809"/>
                  </a:lnTo>
                  <a:lnTo>
                    <a:pt x="630" y="81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9317938" y="2177381"/>
              <a:ext cx="1116" cy="1415"/>
            </a:xfrm>
            <a:custGeom>
              <a:avLst/>
              <a:pathLst>
                <a:path w="1116" h="1415">
                  <a:moveTo>
                    <a:pt x="490" y="1224"/>
                  </a:moveTo>
                  <a:lnTo>
                    <a:pt x="136" y="1415"/>
                  </a:lnTo>
                  <a:lnTo>
                    <a:pt x="43" y="1368"/>
                  </a:lnTo>
                  <a:lnTo>
                    <a:pt x="27" y="1336"/>
                  </a:lnTo>
                  <a:lnTo>
                    <a:pt x="0" y="1172"/>
                  </a:lnTo>
                  <a:lnTo>
                    <a:pt x="0" y="1140"/>
                  </a:lnTo>
                  <a:lnTo>
                    <a:pt x="19" y="1108"/>
                  </a:lnTo>
                  <a:lnTo>
                    <a:pt x="36" y="1094"/>
                  </a:lnTo>
                  <a:lnTo>
                    <a:pt x="116" y="1073"/>
                  </a:lnTo>
                  <a:lnTo>
                    <a:pt x="123" y="1047"/>
                  </a:lnTo>
                  <a:lnTo>
                    <a:pt x="118" y="1038"/>
                  </a:lnTo>
                  <a:lnTo>
                    <a:pt x="15" y="910"/>
                  </a:lnTo>
                  <a:lnTo>
                    <a:pt x="16" y="898"/>
                  </a:lnTo>
                  <a:lnTo>
                    <a:pt x="23" y="854"/>
                  </a:lnTo>
                  <a:lnTo>
                    <a:pt x="34" y="838"/>
                  </a:lnTo>
                  <a:lnTo>
                    <a:pt x="110" y="842"/>
                  </a:lnTo>
                  <a:lnTo>
                    <a:pt x="411" y="744"/>
                  </a:lnTo>
                  <a:lnTo>
                    <a:pt x="427" y="736"/>
                  </a:lnTo>
                  <a:lnTo>
                    <a:pt x="733" y="353"/>
                  </a:lnTo>
                  <a:lnTo>
                    <a:pt x="732" y="330"/>
                  </a:lnTo>
                  <a:lnTo>
                    <a:pt x="895" y="152"/>
                  </a:lnTo>
                  <a:lnTo>
                    <a:pt x="1063" y="3"/>
                  </a:lnTo>
                  <a:lnTo>
                    <a:pt x="1094" y="0"/>
                  </a:lnTo>
                  <a:lnTo>
                    <a:pt x="1116" y="23"/>
                  </a:lnTo>
                  <a:lnTo>
                    <a:pt x="1116" y="38"/>
                  </a:lnTo>
                  <a:lnTo>
                    <a:pt x="1075" y="148"/>
                  </a:lnTo>
                  <a:lnTo>
                    <a:pt x="994" y="229"/>
                  </a:lnTo>
                  <a:lnTo>
                    <a:pt x="934" y="261"/>
                  </a:lnTo>
                  <a:lnTo>
                    <a:pt x="848" y="450"/>
                  </a:lnTo>
                  <a:lnTo>
                    <a:pt x="835" y="551"/>
                  </a:lnTo>
                  <a:lnTo>
                    <a:pt x="824" y="638"/>
                  </a:lnTo>
                  <a:lnTo>
                    <a:pt x="798" y="735"/>
                  </a:lnTo>
                  <a:lnTo>
                    <a:pt x="575" y="1155"/>
                  </a:lnTo>
                  <a:lnTo>
                    <a:pt x="545" y="1188"/>
                  </a:lnTo>
                  <a:lnTo>
                    <a:pt x="490" y="122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9321470" y="2177036"/>
              <a:ext cx="474" cy="344"/>
            </a:xfrm>
            <a:custGeom>
              <a:avLst/>
              <a:pathLst>
                <a:path w="474" h="344">
                  <a:moveTo>
                    <a:pt x="248" y="288"/>
                  </a:moveTo>
                  <a:lnTo>
                    <a:pt x="109" y="344"/>
                  </a:lnTo>
                  <a:lnTo>
                    <a:pt x="69" y="333"/>
                  </a:lnTo>
                  <a:lnTo>
                    <a:pt x="42" y="315"/>
                  </a:lnTo>
                  <a:lnTo>
                    <a:pt x="0" y="170"/>
                  </a:lnTo>
                  <a:lnTo>
                    <a:pt x="25" y="138"/>
                  </a:lnTo>
                  <a:lnTo>
                    <a:pt x="186" y="124"/>
                  </a:lnTo>
                  <a:lnTo>
                    <a:pt x="405" y="18"/>
                  </a:lnTo>
                  <a:lnTo>
                    <a:pt x="434" y="0"/>
                  </a:lnTo>
                  <a:lnTo>
                    <a:pt x="474" y="5"/>
                  </a:lnTo>
                  <a:lnTo>
                    <a:pt x="464" y="113"/>
                  </a:lnTo>
                  <a:lnTo>
                    <a:pt x="369" y="225"/>
                  </a:lnTo>
                  <a:lnTo>
                    <a:pt x="248" y="28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9313233" y="2174515"/>
              <a:ext cx="2918" cy="1884"/>
            </a:xfrm>
            <a:custGeom>
              <a:avLst/>
              <a:pathLst>
                <a:path w="2918" h="1884">
                  <a:moveTo>
                    <a:pt x="1387" y="131"/>
                  </a:moveTo>
                  <a:lnTo>
                    <a:pt x="1365" y="228"/>
                  </a:lnTo>
                  <a:lnTo>
                    <a:pt x="1355" y="313"/>
                  </a:lnTo>
                  <a:lnTo>
                    <a:pt x="1479" y="603"/>
                  </a:lnTo>
                  <a:lnTo>
                    <a:pt x="1526" y="632"/>
                  </a:lnTo>
                  <a:lnTo>
                    <a:pt x="1857" y="787"/>
                  </a:lnTo>
                  <a:lnTo>
                    <a:pt x="2044" y="781"/>
                  </a:lnTo>
                  <a:lnTo>
                    <a:pt x="2093" y="769"/>
                  </a:lnTo>
                  <a:lnTo>
                    <a:pt x="2178" y="725"/>
                  </a:lnTo>
                  <a:lnTo>
                    <a:pt x="2234" y="673"/>
                  </a:lnTo>
                  <a:lnTo>
                    <a:pt x="2404" y="566"/>
                  </a:lnTo>
                  <a:lnTo>
                    <a:pt x="2862" y="489"/>
                  </a:lnTo>
                  <a:lnTo>
                    <a:pt x="2908" y="483"/>
                  </a:lnTo>
                  <a:lnTo>
                    <a:pt x="2918" y="491"/>
                  </a:lnTo>
                  <a:lnTo>
                    <a:pt x="2910" y="527"/>
                  </a:lnTo>
                  <a:lnTo>
                    <a:pt x="2467" y="978"/>
                  </a:lnTo>
                  <a:lnTo>
                    <a:pt x="2301" y="1085"/>
                  </a:lnTo>
                  <a:lnTo>
                    <a:pt x="2212" y="1110"/>
                  </a:lnTo>
                  <a:lnTo>
                    <a:pt x="2137" y="1140"/>
                  </a:lnTo>
                  <a:lnTo>
                    <a:pt x="2070" y="1185"/>
                  </a:lnTo>
                  <a:lnTo>
                    <a:pt x="2046" y="1253"/>
                  </a:lnTo>
                  <a:lnTo>
                    <a:pt x="2051" y="1318"/>
                  </a:lnTo>
                  <a:lnTo>
                    <a:pt x="2060" y="1329"/>
                  </a:lnTo>
                  <a:lnTo>
                    <a:pt x="2070" y="1329"/>
                  </a:lnTo>
                  <a:lnTo>
                    <a:pt x="2093" y="1316"/>
                  </a:lnTo>
                  <a:lnTo>
                    <a:pt x="2125" y="1313"/>
                  </a:lnTo>
                  <a:lnTo>
                    <a:pt x="2202" y="1379"/>
                  </a:lnTo>
                  <a:lnTo>
                    <a:pt x="2128" y="1530"/>
                  </a:lnTo>
                  <a:lnTo>
                    <a:pt x="1967" y="1657"/>
                  </a:lnTo>
                  <a:lnTo>
                    <a:pt x="1892" y="1653"/>
                  </a:lnTo>
                  <a:lnTo>
                    <a:pt x="1857" y="1626"/>
                  </a:lnTo>
                  <a:lnTo>
                    <a:pt x="1831" y="1382"/>
                  </a:lnTo>
                  <a:lnTo>
                    <a:pt x="1617" y="1365"/>
                  </a:lnTo>
                  <a:lnTo>
                    <a:pt x="1322" y="1212"/>
                  </a:lnTo>
                  <a:lnTo>
                    <a:pt x="1236" y="1205"/>
                  </a:lnTo>
                  <a:lnTo>
                    <a:pt x="1196" y="1209"/>
                  </a:lnTo>
                  <a:lnTo>
                    <a:pt x="963" y="1272"/>
                  </a:lnTo>
                  <a:lnTo>
                    <a:pt x="600" y="1406"/>
                  </a:lnTo>
                  <a:lnTo>
                    <a:pt x="576" y="1425"/>
                  </a:lnTo>
                  <a:lnTo>
                    <a:pt x="413" y="1642"/>
                  </a:lnTo>
                  <a:lnTo>
                    <a:pt x="294" y="1884"/>
                  </a:lnTo>
                  <a:lnTo>
                    <a:pt x="54" y="1718"/>
                  </a:lnTo>
                  <a:lnTo>
                    <a:pt x="32" y="1677"/>
                  </a:lnTo>
                  <a:lnTo>
                    <a:pt x="4" y="1576"/>
                  </a:lnTo>
                  <a:lnTo>
                    <a:pt x="0" y="1497"/>
                  </a:lnTo>
                  <a:lnTo>
                    <a:pt x="79" y="1401"/>
                  </a:lnTo>
                  <a:lnTo>
                    <a:pt x="126" y="1408"/>
                  </a:lnTo>
                  <a:lnTo>
                    <a:pt x="163" y="1434"/>
                  </a:lnTo>
                  <a:lnTo>
                    <a:pt x="214" y="1452"/>
                  </a:lnTo>
                  <a:lnTo>
                    <a:pt x="300" y="1363"/>
                  </a:lnTo>
                  <a:lnTo>
                    <a:pt x="372" y="1002"/>
                  </a:lnTo>
                  <a:lnTo>
                    <a:pt x="359" y="834"/>
                  </a:lnTo>
                  <a:lnTo>
                    <a:pt x="344" y="802"/>
                  </a:lnTo>
                  <a:lnTo>
                    <a:pt x="302" y="756"/>
                  </a:lnTo>
                  <a:lnTo>
                    <a:pt x="247" y="568"/>
                  </a:lnTo>
                  <a:lnTo>
                    <a:pt x="257" y="555"/>
                  </a:lnTo>
                  <a:lnTo>
                    <a:pt x="302" y="529"/>
                  </a:lnTo>
                  <a:lnTo>
                    <a:pt x="392" y="543"/>
                  </a:lnTo>
                  <a:lnTo>
                    <a:pt x="461" y="553"/>
                  </a:lnTo>
                  <a:lnTo>
                    <a:pt x="521" y="586"/>
                  </a:lnTo>
                  <a:lnTo>
                    <a:pt x="661" y="549"/>
                  </a:lnTo>
                  <a:lnTo>
                    <a:pt x="717" y="323"/>
                  </a:lnTo>
                  <a:lnTo>
                    <a:pt x="759" y="17"/>
                  </a:lnTo>
                  <a:lnTo>
                    <a:pt x="796" y="0"/>
                  </a:lnTo>
                  <a:lnTo>
                    <a:pt x="813" y="39"/>
                  </a:lnTo>
                  <a:lnTo>
                    <a:pt x="837" y="77"/>
                  </a:lnTo>
                  <a:lnTo>
                    <a:pt x="1044" y="110"/>
                  </a:lnTo>
                  <a:lnTo>
                    <a:pt x="1086" y="64"/>
                  </a:lnTo>
                  <a:lnTo>
                    <a:pt x="1142" y="25"/>
                  </a:lnTo>
                  <a:lnTo>
                    <a:pt x="1163" y="23"/>
                  </a:lnTo>
                  <a:lnTo>
                    <a:pt x="1187" y="29"/>
                  </a:lnTo>
                  <a:lnTo>
                    <a:pt x="1278" y="54"/>
                  </a:lnTo>
                  <a:lnTo>
                    <a:pt x="1312" y="70"/>
                  </a:lnTo>
                  <a:lnTo>
                    <a:pt x="1387" y="13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9316291" y="2175355"/>
              <a:ext cx="4458" cy="2247"/>
            </a:xfrm>
            <a:custGeom>
              <a:avLst/>
              <a:pathLst>
                <a:path w="4458" h="2247">
                  <a:moveTo>
                    <a:pt x="4311" y="123"/>
                  </a:moveTo>
                  <a:lnTo>
                    <a:pt x="4458" y="433"/>
                  </a:lnTo>
                  <a:lnTo>
                    <a:pt x="4445" y="477"/>
                  </a:lnTo>
                  <a:lnTo>
                    <a:pt x="4345" y="630"/>
                  </a:lnTo>
                  <a:lnTo>
                    <a:pt x="4080" y="953"/>
                  </a:lnTo>
                  <a:lnTo>
                    <a:pt x="4040" y="991"/>
                  </a:lnTo>
                  <a:lnTo>
                    <a:pt x="3922" y="917"/>
                  </a:lnTo>
                  <a:lnTo>
                    <a:pt x="3772" y="784"/>
                  </a:lnTo>
                  <a:lnTo>
                    <a:pt x="3733" y="745"/>
                  </a:lnTo>
                  <a:lnTo>
                    <a:pt x="3683" y="691"/>
                  </a:lnTo>
                  <a:lnTo>
                    <a:pt x="3495" y="691"/>
                  </a:lnTo>
                  <a:lnTo>
                    <a:pt x="3472" y="698"/>
                  </a:lnTo>
                  <a:lnTo>
                    <a:pt x="3420" y="732"/>
                  </a:lnTo>
                  <a:lnTo>
                    <a:pt x="3403" y="759"/>
                  </a:lnTo>
                  <a:lnTo>
                    <a:pt x="3402" y="778"/>
                  </a:lnTo>
                  <a:lnTo>
                    <a:pt x="3423" y="810"/>
                  </a:lnTo>
                  <a:lnTo>
                    <a:pt x="3620" y="991"/>
                  </a:lnTo>
                  <a:lnTo>
                    <a:pt x="3654" y="1011"/>
                  </a:lnTo>
                  <a:lnTo>
                    <a:pt x="3673" y="1087"/>
                  </a:lnTo>
                  <a:lnTo>
                    <a:pt x="3605" y="1193"/>
                  </a:lnTo>
                  <a:lnTo>
                    <a:pt x="3512" y="1307"/>
                  </a:lnTo>
                  <a:lnTo>
                    <a:pt x="3502" y="1335"/>
                  </a:lnTo>
                  <a:lnTo>
                    <a:pt x="3479" y="1877"/>
                  </a:lnTo>
                  <a:lnTo>
                    <a:pt x="3488" y="1900"/>
                  </a:lnTo>
                  <a:lnTo>
                    <a:pt x="3509" y="1918"/>
                  </a:lnTo>
                  <a:lnTo>
                    <a:pt x="3591" y="1919"/>
                  </a:lnTo>
                  <a:lnTo>
                    <a:pt x="3741" y="1870"/>
                  </a:lnTo>
                  <a:lnTo>
                    <a:pt x="3838" y="1869"/>
                  </a:lnTo>
                  <a:lnTo>
                    <a:pt x="3849" y="1893"/>
                  </a:lnTo>
                  <a:lnTo>
                    <a:pt x="3829" y="1970"/>
                  </a:lnTo>
                  <a:lnTo>
                    <a:pt x="3619" y="2167"/>
                  </a:lnTo>
                  <a:lnTo>
                    <a:pt x="3427" y="2244"/>
                  </a:lnTo>
                  <a:lnTo>
                    <a:pt x="3402" y="2247"/>
                  </a:lnTo>
                  <a:lnTo>
                    <a:pt x="3346" y="2241"/>
                  </a:lnTo>
                  <a:lnTo>
                    <a:pt x="3020" y="1978"/>
                  </a:lnTo>
                  <a:lnTo>
                    <a:pt x="2979" y="1813"/>
                  </a:lnTo>
                  <a:lnTo>
                    <a:pt x="2971" y="1799"/>
                  </a:lnTo>
                  <a:lnTo>
                    <a:pt x="2911" y="1760"/>
                  </a:lnTo>
                  <a:lnTo>
                    <a:pt x="2453" y="1911"/>
                  </a:lnTo>
                  <a:lnTo>
                    <a:pt x="1992" y="2137"/>
                  </a:lnTo>
                  <a:lnTo>
                    <a:pt x="1592" y="2139"/>
                  </a:lnTo>
                  <a:lnTo>
                    <a:pt x="1343" y="2113"/>
                  </a:lnTo>
                  <a:lnTo>
                    <a:pt x="1038" y="1960"/>
                  </a:lnTo>
                  <a:lnTo>
                    <a:pt x="1024" y="1959"/>
                  </a:lnTo>
                  <a:lnTo>
                    <a:pt x="843" y="2008"/>
                  </a:lnTo>
                  <a:lnTo>
                    <a:pt x="714" y="2067"/>
                  </a:lnTo>
                  <a:lnTo>
                    <a:pt x="473" y="2000"/>
                  </a:lnTo>
                  <a:lnTo>
                    <a:pt x="147" y="1995"/>
                  </a:lnTo>
                  <a:lnTo>
                    <a:pt x="78" y="2002"/>
                  </a:lnTo>
                  <a:lnTo>
                    <a:pt x="19" y="1984"/>
                  </a:lnTo>
                  <a:lnTo>
                    <a:pt x="15" y="1979"/>
                  </a:lnTo>
                  <a:lnTo>
                    <a:pt x="0" y="1927"/>
                  </a:lnTo>
                  <a:lnTo>
                    <a:pt x="150" y="1830"/>
                  </a:lnTo>
                  <a:lnTo>
                    <a:pt x="224" y="1805"/>
                  </a:lnTo>
                  <a:lnTo>
                    <a:pt x="331" y="1769"/>
                  </a:lnTo>
                  <a:lnTo>
                    <a:pt x="362" y="1764"/>
                  </a:lnTo>
                  <a:lnTo>
                    <a:pt x="487" y="1718"/>
                  </a:lnTo>
                  <a:lnTo>
                    <a:pt x="488" y="1657"/>
                  </a:lnTo>
                  <a:lnTo>
                    <a:pt x="378" y="1626"/>
                  </a:lnTo>
                  <a:lnTo>
                    <a:pt x="288" y="1611"/>
                  </a:lnTo>
                  <a:lnTo>
                    <a:pt x="198" y="1570"/>
                  </a:lnTo>
                  <a:lnTo>
                    <a:pt x="144" y="1517"/>
                  </a:lnTo>
                  <a:lnTo>
                    <a:pt x="156" y="1492"/>
                  </a:lnTo>
                  <a:lnTo>
                    <a:pt x="164" y="1487"/>
                  </a:lnTo>
                  <a:lnTo>
                    <a:pt x="572" y="1387"/>
                  </a:lnTo>
                  <a:lnTo>
                    <a:pt x="783" y="1343"/>
                  </a:lnTo>
                  <a:lnTo>
                    <a:pt x="873" y="1216"/>
                  </a:lnTo>
                  <a:lnTo>
                    <a:pt x="892" y="1186"/>
                  </a:lnTo>
                  <a:lnTo>
                    <a:pt x="949" y="1092"/>
                  </a:lnTo>
                  <a:lnTo>
                    <a:pt x="1047" y="992"/>
                  </a:lnTo>
                  <a:lnTo>
                    <a:pt x="1298" y="871"/>
                  </a:lnTo>
                  <a:lnTo>
                    <a:pt x="1390" y="820"/>
                  </a:lnTo>
                  <a:lnTo>
                    <a:pt x="1450" y="776"/>
                  </a:lnTo>
                  <a:lnTo>
                    <a:pt x="1478" y="732"/>
                  </a:lnTo>
                  <a:lnTo>
                    <a:pt x="1483" y="663"/>
                  </a:lnTo>
                  <a:lnTo>
                    <a:pt x="1415" y="626"/>
                  </a:lnTo>
                  <a:lnTo>
                    <a:pt x="1404" y="572"/>
                  </a:lnTo>
                  <a:lnTo>
                    <a:pt x="1463" y="507"/>
                  </a:lnTo>
                  <a:lnTo>
                    <a:pt x="1692" y="393"/>
                  </a:lnTo>
                  <a:lnTo>
                    <a:pt x="2117" y="224"/>
                  </a:lnTo>
                  <a:lnTo>
                    <a:pt x="2753" y="375"/>
                  </a:lnTo>
                  <a:lnTo>
                    <a:pt x="2792" y="301"/>
                  </a:lnTo>
                  <a:lnTo>
                    <a:pt x="3005" y="90"/>
                  </a:lnTo>
                  <a:lnTo>
                    <a:pt x="3361" y="0"/>
                  </a:lnTo>
                  <a:lnTo>
                    <a:pt x="3686" y="79"/>
                  </a:lnTo>
                  <a:lnTo>
                    <a:pt x="3745" y="85"/>
                  </a:lnTo>
                  <a:lnTo>
                    <a:pt x="3815" y="104"/>
                  </a:lnTo>
                  <a:lnTo>
                    <a:pt x="3847" y="113"/>
                  </a:lnTo>
                  <a:lnTo>
                    <a:pt x="3938" y="174"/>
                  </a:lnTo>
                  <a:lnTo>
                    <a:pt x="3943" y="177"/>
                  </a:lnTo>
                  <a:lnTo>
                    <a:pt x="4030" y="176"/>
                  </a:lnTo>
                  <a:lnTo>
                    <a:pt x="4051" y="170"/>
                  </a:lnTo>
                  <a:lnTo>
                    <a:pt x="4201" y="124"/>
                  </a:lnTo>
                  <a:lnTo>
                    <a:pt x="4311" y="1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9318681" y="2174651"/>
              <a:ext cx="1256" cy="772"/>
            </a:xfrm>
            <a:custGeom>
              <a:avLst/>
              <a:pathLst>
                <a:path w="1256" h="772">
                  <a:moveTo>
                    <a:pt x="82" y="772"/>
                  </a:moveTo>
                  <a:lnTo>
                    <a:pt x="24" y="763"/>
                  </a:lnTo>
                  <a:lnTo>
                    <a:pt x="0" y="752"/>
                  </a:lnTo>
                  <a:lnTo>
                    <a:pt x="10" y="688"/>
                  </a:lnTo>
                  <a:lnTo>
                    <a:pt x="20" y="675"/>
                  </a:lnTo>
                  <a:lnTo>
                    <a:pt x="174" y="488"/>
                  </a:lnTo>
                  <a:lnTo>
                    <a:pt x="279" y="410"/>
                  </a:lnTo>
                  <a:lnTo>
                    <a:pt x="321" y="265"/>
                  </a:lnTo>
                  <a:lnTo>
                    <a:pt x="342" y="205"/>
                  </a:lnTo>
                  <a:lnTo>
                    <a:pt x="409" y="120"/>
                  </a:lnTo>
                  <a:lnTo>
                    <a:pt x="555" y="73"/>
                  </a:lnTo>
                  <a:lnTo>
                    <a:pt x="953" y="43"/>
                  </a:lnTo>
                  <a:lnTo>
                    <a:pt x="1146" y="0"/>
                  </a:lnTo>
                  <a:lnTo>
                    <a:pt x="1211" y="7"/>
                  </a:lnTo>
                  <a:lnTo>
                    <a:pt x="1246" y="25"/>
                  </a:lnTo>
                  <a:lnTo>
                    <a:pt x="1252" y="48"/>
                  </a:lnTo>
                  <a:lnTo>
                    <a:pt x="1256" y="124"/>
                  </a:lnTo>
                  <a:lnTo>
                    <a:pt x="1226" y="163"/>
                  </a:lnTo>
                  <a:lnTo>
                    <a:pt x="1032" y="357"/>
                  </a:lnTo>
                  <a:lnTo>
                    <a:pt x="417" y="651"/>
                  </a:lnTo>
                  <a:lnTo>
                    <a:pt x="82" y="7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9316844" y="2173083"/>
              <a:ext cx="1930" cy="1947"/>
            </a:xfrm>
            <a:custGeom>
              <a:avLst/>
              <a:pathLst>
                <a:path w="1930" h="1947">
                  <a:moveTo>
                    <a:pt x="1930" y="604"/>
                  </a:moveTo>
                  <a:lnTo>
                    <a:pt x="1914" y="630"/>
                  </a:lnTo>
                  <a:lnTo>
                    <a:pt x="1884" y="650"/>
                  </a:lnTo>
                  <a:lnTo>
                    <a:pt x="1834" y="657"/>
                  </a:lnTo>
                  <a:lnTo>
                    <a:pt x="1735" y="777"/>
                  </a:lnTo>
                  <a:lnTo>
                    <a:pt x="1708" y="1029"/>
                  </a:lnTo>
                  <a:lnTo>
                    <a:pt x="1583" y="1465"/>
                  </a:lnTo>
                  <a:lnTo>
                    <a:pt x="1570" y="1488"/>
                  </a:lnTo>
                  <a:lnTo>
                    <a:pt x="285" y="1947"/>
                  </a:lnTo>
                  <a:lnTo>
                    <a:pt x="229" y="1937"/>
                  </a:lnTo>
                  <a:lnTo>
                    <a:pt x="65" y="1870"/>
                  </a:lnTo>
                  <a:lnTo>
                    <a:pt x="0" y="1725"/>
                  </a:lnTo>
                  <a:lnTo>
                    <a:pt x="102" y="1552"/>
                  </a:lnTo>
                  <a:lnTo>
                    <a:pt x="443" y="1214"/>
                  </a:lnTo>
                  <a:lnTo>
                    <a:pt x="735" y="1106"/>
                  </a:lnTo>
                  <a:lnTo>
                    <a:pt x="838" y="1048"/>
                  </a:lnTo>
                  <a:lnTo>
                    <a:pt x="848" y="1002"/>
                  </a:lnTo>
                  <a:lnTo>
                    <a:pt x="851" y="988"/>
                  </a:lnTo>
                  <a:lnTo>
                    <a:pt x="836" y="965"/>
                  </a:lnTo>
                  <a:lnTo>
                    <a:pt x="808" y="924"/>
                  </a:lnTo>
                  <a:lnTo>
                    <a:pt x="746" y="887"/>
                  </a:lnTo>
                  <a:lnTo>
                    <a:pt x="607" y="657"/>
                  </a:lnTo>
                  <a:lnTo>
                    <a:pt x="721" y="499"/>
                  </a:lnTo>
                  <a:lnTo>
                    <a:pt x="843" y="427"/>
                  </a:lnTo>
                  <a:lnTo>
                    <a:pt x="918" y="441"/>
                  </a:lnTo>
                  <a:lnTo>
                    <a:pt x="1217" y="292"/>
                  </a:lnTo>
                  <a:lnTo>
                    <a:pt x="1296" y="208"/>
                  </a:lnTo>
                  <a:lnTo>
                    <a:pt x="1337" y="150"/>
                  </a:lnTo>
                  <a:lnTo>
                    <a:pt x="1411" y="68"/>
                  </a:lnTo>
                  <a:lnTo>
                    <a:pt x="1548" y="12"/>
                  </a:lnTo>
                  <a:lnTo>
                    <a:pt x="1621" y="0"/>
                  </a:lnTo>
                  <a:lnTo>
                    <a:pt x="1653" y="2"/>
                  </a:lnTo>
                  <a:lnTo>
                    <a:pt x="1674" y="17"/>
                  </a:lnTo>
                  <a:lnTo>
                    <a:pt x="1683" y="24"/>
                  </a:lnTo>
                  <a:lnTo>
                    <a:pt x="1672" y="78"/>
                  </a:lnTo>
                  <a:lnTo>
                    <a:pt x="1669" y="90"/>
                  </a:lnTo>
                  <a:lnTo>
                    <a:pt x="1664" y="222"/>
                  </a:lnTo>
                  <a:lnTo>
                    <a:pt x="1701" y="302"/>
                  </a:lnTo>
                  <a:lnTo>
                    <a:pt x="1760" y="331"/>
                  </a:lnTo>
                  <a:lnTo>
                    <a:pt x="1775" y="338"/>
                  </a:lnTo>
                  <a:lnTo>
                    <a:pt x="1916" y="389"/>
                  </a:lnTo>
                  <a:lnTo>
                    <a:pt x="1930" y="398"/>
                  </a:lnTo>
                  <a:lnTo>
                    <a:pt x="1930" y="6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9316971" y="2172328"/>
              <a:ext cx="654" cy="747"/>
            </a:xfrm>
            <a:custGeom>
              <a:avLst/>
              <a:pathLst>
                <a:path w="654" h="747">
                  <a:moveTo>
                    <a:pt x="518" y="470"/>
                  </a:moveTo>
                  <a:lnTo>
                    <a:pt x="228" y="747"/>
                  </a:lnTo>
                  <a:lnTo>
                    <a:pt x="118" y="676"/>
                  </a:lnTo>
                  <a:lnTo>
                    <a:pt x="0" y="561"/>
                  </a:lnTo>
                  <a:lnTo>
                    <a:pt x="12" y="507"/>
                  </a:lnTo>
                  <a:lnTo>
                    <a:pt x="171" y="160"/>
                  </a:lnTo>
                  <a:lnTo>
                    <a:pt x="265" y="101"/>
                  </a:lnTo>
                  <a:lnTo>
                    <a:pt x="648" y="0"/>
                  </a:lnTo>
                  <a:lnTo>
                    <a:pt x="654" y="67"/>
                  </a:lnTo>
                  <a:lnTo>
                    <a:pt x="518" y="47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9314062" y="2169251"/>
              <a:ext cx="4226" cy="2204"/>
            </a:xfrm>
            <a:custGeom>
              <a:avLst/>
              <a:pathLst>
                <a:path w="4226" h="2204">
                  <a:moveTo>
                    <a:pt x="3791" y="776"/>
                  </a:moveTo>
                  <a:lnTo>
                    <a:pt x="4103" y="847"/>
                  </a:lnTo>
                  <a:lnTo>
                    <a:pt x="4144" y="847"/>
                  </a:lnTo>
                  <a:lnTo>
                    <a:pt x="4211" y="922"/>
                  </a:lnTo>
                  <a:lnTo>
                    <a:pt x="4224" y="936"/>
                  </a:lnTo>
                  <a:lnTo>
                    <a:pt x="4226" y="1086"/>
                  </a:lnTo>
                  <a:lnTo>
                    <a:pt x="4207" y="1129"/>
                  </a:lnTo>
                  <a:lnTo>
                    <a:pt x="4170" y="1215"/>
                  </a:lnTo>
                  <a:lnTo>
                    <a:pt x="4173" y="1400"/>
                  </a:lnTo>
                  <a:lnTo>
                    <a:pt x="4183" y="1416"/>
                  </a:lnTo>
                  <a:lnTo>
                    <a:pt x="4182" y="1499"/>
                  </a:lnTo>
                  <a:lnTo>
                    <a:pt x="4170" y="1515"/>
                  </a:lnTo>
                  <a:lnTo>
                    <a:pt x="4114" y="1559"/>
                  </a:lnTo>
                  <a:lnTo>
                    <a:pt x="3991" y="1611"/>
                  </a:lnTo>
                  <a:lnTo>
                    <a:pt x="3930" y="1628"/>
                  </a:lnTo>
                  <a:lnTo>
                    <a:pt x="3861" y="1635"/>
                  </a:lnTo>
                  <a:lnTo>
                    <a:pt x="3696" y="1703"/>
                  </a:lnTo>
                  <a:lnTo>
                    <a:pt x="3529" y="1835"/>
                  </a:lnTo>
                  <a:lnTo>
                    <a:pt x="3146" y="1945"/>
                  </a:lnTo>
                  <a:lnTo>
                    <a:pt x="2852" y="1983"/>
                  </a:lnTo>
                  <a:lnTo>
                    <a:pt x="2774" y="1953"/>
                  </a:lnTo>
                  <a:lnTo>
                    <a:pt x="2705" y="1907"/>
                  </a:lnTo>
                  <a:lnTo>
                    <a:pt x="2637" y="1901"/>
                  </a:lnTo>
                  <a:lnTo>
                    <a:pt x="2611" y="1905"/>
                  </a:lnTo>
                  <a:lnTo>
                    <a:pt x="2568" y="1926"/>
                  </a:lnTo>
                  <a:lnTo>
                    <a:pt x="2538" y="2053"/>
                  </a:lnTo>
                  <a:lnTo>
                    <a:pt x="2434" y="2185"/>
                  </a:lnTo>
                  <a:lnTo>
                    <a:pt x="2407" y="2204"/>
                  </a:lnTo>
                  <a:lnTo>
                    <a:pt x="2249" y="2101"/>
                  </a:lnTo>
                  <a:lnTo>
                    <a:pt x="2188" y="2003"/>
                  </a:lnTo>
                  <a:lnTo>
                    <a:pt x="2155" y="1887"/>
                  </a:lnTo>
                  <a:lnTo>
                    <a:pt x="2146" y="1831"/>
                  </a:lnTo>
                  <a:lnTo>
                    <a:pt x="2137" y="1773"/>
                  </a:lnTo>
                  <a:lnTo>
                    <a:pt x="1507" y="1494"/>
                  </a:lnTo>
                  <a:lnTo>
                    <a:pt x="1076" y="1501"/>
                  </a:lnTo>
                  <a:lnTo>
                    <a:pt x="698" y="1593"/>
                  </a:lnTo>
                  <a:lnTo>
                    <a:pt x="522" y="1787"/>
                  </a:lnTo>
                  <a:lnTo>
                    <a:pt x="376" y="1844"/>
                  </a:lnTo>
                  <a:lnTo>
                    <a:pt x="205" y="1877"/>
                  </a:lnTo>
                  <a:lnTo>
                    <a:pt x="172" y="1852"/>
                  </a:lnTo>
                  <a:lnTo>
                    <a:pt x="121" y="1768"/>
                  </a:lnTo>
                  <a:lnTo>
                    <a:pt x="0" y="1296"/>
                  </a:lnTo>
                  <a:lnTo>
                    <a:pt x="136" y="1033"/>
                  </a:lnTo>
                  <a:lnTo>
                    <a:pt x="279" y="900"/>
                  </a:lnTo>
                  <a:lnTo>
                    <a:pt x="603" y="748"/>
                  </a:lnTo>
                  <a:lnTo>
                    <a:pt x="776" y="614"/>
                  </a:lnTo>
                  <a:lnTo>
                    <a:pt x="888" y="545"/>
                  </a:lnTo>
                  <a:lnTo>
                    <a:pt x="896" y="540"/>
                  </a:lnTo>
                  <a:lnTo>
                    <a:pt x="1097" y="408"/>
                  </a:lnTo>
                  <a:lnTo>
                    <a:pt x="1104" y="403"/>
                  </a:lnTo>
                  <a:lnTo>
                    <a:pt x="1119" y="386"/>
                  </a:lnTo>
                  <a:lnTo>
                    <a:pt x="1178" y="314"/>
                  </a:lnTo>
                  <a:lnTo>
                    <a:pt x="1203" y="177"/>
                  </a:lnTo>
                  <a:lnTo>
                    <a:pt x="1212" y="162"/>
                  </a:lnTo>
                  <a:lnTo>
                    <a:pt x="1541" y="0"/>
                  </a:lnTo>
                  <a:lnTo>
                    <a:pt x="1558" y="3"/>
                  </a:lnTo>
                  <a:lnTo>
                    <a:pt x="1581" y="26"/>
                  </a:lnTo>
                  <a:lnTo>
                    <a:pt x="1573" y="99"/>
                  </a:lnTo>
                  <a:lnTo>
                    <a:pt x="1545" y="120"/>
                  </a:lnTo>
                  <a:lnTo>
                    <a:pt x="1499" y="201"/>
                  </a:lnTo>
                  <a:lnTo>
                    <a:pt x="1442" y="329"/>
                  </a:lnTo>
                  <a:lnTo>
                    <a:pt x="1440" y="345"/>
                  </a:lnTo>
                  <a:lnTo>
                    <a:pt x="1451" y="371"/>
                  </a:lnTo>
                  <a:lnTo>
                    <a:pt x="1541" y="478"/>
                  </a:lnTo>
                  <a:lnTo>
                    <a:pt x="1570" y="495"/>
                  </a:lnTo>
                  <a:lnTo>
                    <a:pt x="1602" y="488"/>
                  </a:lnTo>
                  <a:lnTo>
                    <a:pt x="1950" y="411"/>
                  </a:lnTo>
                  <a:lnTo>
                    <a:pt x="2094" y="362"/>
                  </a:lnTo>
                  <a:lnTo>
                    <a:pt x="2161" y="313"/>
                  </a:lnTo>
                  <a:lnTo>
                    <a:pt x="2328" y="249"/>
                  </a:lnTo>
                  <a:lnTo>
                    <a:pt x="2945" y="261"/>
                  </a:lnTo>
                  <a:lnTo>
                    <a:pt x="3119" y="149"/>
                  </a:lnTo>
                  <a:lnTo>
                    <a:pt x="3352" y="77"/>
                  </a:lnTo>
                  <a:lnTo>
                    <a:pt x="3521" y="109"/>
                  </a:lnTo>
                  <a:lnTo>
                    <a:pt x="3539" y="327"/>
                  </a:lnTo>
                  <a:lnTo>
                    <a:pt x="3552" y="370"/>
                  </a:lnTo>
                  <a:lnTo>
                    <a:pt x="3791" y="77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9314151" y="2168124"/>
              <a:ext cx="1993" cy="1235"/>
            </a:xfrm>
            <a:custGeom>
              <a:avLst/>
              <a:pathLst>
                <a:path w="1993" h="1235">
                  <a:moveTo>
                    <a:pt x="1493" y="6"/>
                  </a:moveTo>
                  <a:lnTo>
                    <a:pt x="1696" y="209"/>
                  </a:lnTo>
                  <a:lnTo>
                    <a:pt x="1807" y="96"/>
                  </a:lnTo>
                  <a:lnTo>
                    <a:pt x="1831" y="83"/>
                  </a:lnTo>
                  <a:lnTo>
                    <a:pt x="1840" y="85"/>
                  </a:lnTo>
                  <a:lnTo>
                    <a:pt x="1846" y="87"/>
                  </a:lnTo>
                  <a:lnTo>
                    <a:pt x="1989" y="252"/>
                  </a:lnTo>
                  <a:lnTo>
                    <a:pt x="1993" y="291"/>
                  </a:lnTo>
                  <a:lnTo>
                    <a:pt x="1959" y="396"/>
                  </a:lnTo>
                  <a:lnTo>
                    <a:pt x="1942" y="408"/>
                  </a:lnTo>
                  <a:lnTo>
                    <a:pt x="1805" y="497"/>
                  </a:lnTo>
                  <a:lnTo>
                    <a:pt x="1761" y="508"/>
                  </a:lnTo>
                  <a:lnTo>
                    <a:pt x="1752" y="510"/>
                  </a:lnTo>
                  <a:lnTo>
                    <a:pt x="1622" y="544"/>
                  </a:lnTo>
                  <a:lnTo>
                    <a:pt x="1584" y="569"/>
                  </a:lnTo>
                  <a:lnTo>
                    <a:pt x="1498" y="651"/>
                  </a:lnTo>
                  <a:lnTo>
                    <a:pt x="1200" y="884"/>
                  </a:lnTo>
                  <a:lnTo>
                    <a:pt x="1104" y="934"/>
                  </a:lnTo>
                  <a:lnTo>
                    <a:pt x="974" y="951"/>
                  </a:lnTo>
                  <a:lnTo>
                    <a:pt x="692" y="1004"/>
                  </a:lnTo>
                  <a:lnTo>
                    <a:pt x="496" y="1130"/>
                  </a:lnTo>
                  <a:lnTo>
                    <a:pt x="411" y="1174"/>
                  </a:lnTo>
                  <a:lnTo>
                    <a:pt x="188" y="1217"/>
                  </a:lnTo>
                  <a:lnTo>
                    <a:pt x="0" y="1235"/>
                  </a:lnTo>
                  <a:lnTo>
                    <a:pt x="0" y="1198"/>
                  </a:lnTo>
                  <a:lnTo>
                    <a:pt x="13" y="946"/>
                  </a:lnTo>
                  <a:lnTo>
                    <a:pt x="111" y="874"/>
                  </a:lnTo>
                  <a:lnTo>
                    <a:pt x="395" y="695"/>
                  </a:lnTo>
                  <a:lnTo>
                    <a:pt x="503" y="676"/>
                  </a:lnTo>
                  <a:lnTo>
                    <a:pt x="735" y="510"/>
                  </a:lnTo>
                  <a:lnTo>
                    <a:pt x="1237" y="201"/>
                  </a:lnTo>
                  <a:lnTo>
                    <a:pt x="1404" y="60"/>
                  </a:lnTo>
                  <a:lnTo>
                    <a:pt x="1443" y="12"/>
                  </a:lnTo>
                  <a:lnTo>
                    <a:pt x="1481" y="0"/>
                  </a:lnTo>
                  <a:lnTo>
                    <a:pt x="1493" y="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9319743" y="2168527"/>
              <a:ext cx="2830" cy="1696"/>
            </a:xfrm>
            <a:custGeom>
              <a:avLst/>
              <a:pathLst>
                <a:path w="2830" h="1696">
                  <a:moveTo>
                    <a:pt x="2744" y="449"/>
                  </a:moveTo>
                  <a:lnTo>
                    <a:pt x="2017" y="742"/>
                  </a:lnTo>
                  <a:lnTo>
                    <a:pt x="1981" y="752"/>
                  </a:lnTo>
                  <a:lnTo>
                    <a:pt x="1861" y="697"/>
                  </a:lnTo>
                  <a:lnTo>
                    <a:pt x="1844" y="696"/>
                  </a:lnTo>
                  <a:lnTo>
                    <a:pt x="1670" y="829"/>
                  </a:lnTo>
                  <a:lnTo>
                    <a:pt x="1586" y="945"/>
                  </a:lnTo>
                  <a:lnTo>
                    <a:pt x="1276" y="979"/>
                  </a:lnTo>
                  <a:lnTo>
                    <a:pt x="1226" y="924"/>
                  </a:lnTo>
                  <a:lnTo>
                    <a:pt x="1192" y="920"/>
                  </a:lnTo>
                  <a:lnTo>
                    <a:pt x="919" y="985"/>
                  </a:lnTo>
                  <a:lnTo>
                    <a:pt x="847" y="1066"/>
                  </a:lnTo>
                  <a:lnTo>
                    <a:pt x="832" y="1107"/>
                  </a:lnTo>
                  <a:lnTo>
                    <a:pt x="817" y="1168"/>
                  </a:lnTo>
                  <a:lnTo>
                    <a:pt x="826" y="1193"/>
                  </a:lnTo>
                  <a:lnTo>
                    <a:pt x="831" y="1194"/>
                  </a:lnTo>
                  <a:lnTo>
                    <a:pt x="905" y="1267"/>
                  </a:lnTo>
                  <a:lnTo>
                    <a:pt x="824" y="1460"/>
                  </a:lnTo>
                  <a:lnTo>
                    <a:pt x="670" y="1623"/>
                  </a:lnTo>
                  <a:lnTo>
                    <a:pt x="599" y="1672"/>
                  </a:lnTo>
                  <a:lnTo>
                    <a:pt x="549" y="1696"/>
                  </a:lnTo>
                  <a:lnTo>
                    <a:pt x="531" y="1685"/>
                  </a:lnTo>
                  <a:lnTo>
                    <a:pt x="456" y="1586"/>
                  </a:lnTo>
                  <a:lnTo>
                    <a:pt x="400" y="1402"/>
                  </a:lnTo>
                  <a:lnTo>
                    <a:pt x="430" y="1340"/>
                  </a:lnTo>
                  <a:lnTo>
                    <a:pt x="439" y="1310"/>
                  </a:lnTo>
                  <a:lnTo>
                    <a:pt x="451" y="1274"/>
                  </a:lnTo>
                  <a:lnTo>
                    <a:pt x="453" y="1257"/>
                  </a:lnTo>
                  <a:lnTo>
                    <a:pt x="430" y="1197"/>
                  </a:lnTo>
                  <a:lnTo>
                    <a:pt x="286" y="1044"/>
                  </a:lnTo>
                  <a:lnTo>
                    <a:pt x="231" y="1025"/>
                  </a:lnTo>
                  <a:lnTo>
                    <a:pt x="191" y="1046"/>
                  </a:lnTo>
                  <a:lnTo>
                    <a:pt x="173" y="1066"/>
                  </a:lnTo>
                  <a:lnTo>
                    <a:pt x="129" y="1092"/>
                  </a:lnTo>
                  <a:lnTo>
                    <a:pt x="78" y="1108"/>
                  </a:lnTo>
                  <a:lnTo>
                    <a:pt x="51" y="1075"/>
                  </a:lnTo>
                  <a:lnTo>
                    <a:pt x="0" y="959"/>
                  </a:lnTo>
                  <a:lnTo>
                    <a:pt x="4" y="900"/>
                  </a:lnTo>
                  <a:lnTo>
                    <a:pt x="44" y="777"/>
                  </a:lnTo>
                  <a:lnTo>
                    <a:pt x="95" y="670"/>
                  </a:lnTo>
                  <a:lnTo>
                    <a:pt x="133" y="595"/>
                  </a:lnTo>
                  <a:lnTo>
                    <a:pt x="183" y="533"/>
                  </a:lnTo>
                  <a:lnTo>
                    <a:pt x="268" y="459"/>
                  </a:lnTo>
                  <a:lnTo>
                    <a:pt x="493" y="325"/>
                  </a:lnTo>
                  <a:lnTo>
                    <a:pt x="698" y="216"/>
                  </a:lnTo>
                  <a:lnTo>
                    <a:pt x="849" y="107"/>
                  </a:lnTo>
                  <a:lnTo>
                    <a:pt x="853" y="105"/>
                  </a:lnTo>
                  <a:lnTo>
                    <a:pt x="927" y="70"/>
                  </a:lnTo>
                  <a:lnTo>
                    <a:pt x="977" y="19"/>
                  </a:lnTo>
                  <a:lnTo>
                    <a:pt x="1000" y="9"/>
                  </a:lnTo>
                  <a:lnTo>
                    <a:pt x="1013" y="7"/>
                  </a:lnTo>
                  <a:lnTo>
                    <a:pt x="1018" y="10"/>
                  </a:lnTo>
                  <a:lnTo>
                    <a:pt x="1065" y="0"/>
                  </a:lnTo>
                  <a:lnTo>
                    <a:pt x="1070" y="16"/>
                  </a:lnTo>
                  <a:lnTo>
                    <a:pt x="1024" y="79"/>
                  </a:lnTo>
                  <a:lnTo>
                    <a:pt x="1020" y="106"/>
                  </a:lnTo>
                  <a:lnTo>
                    <a:pt x="951" y="175"/>
                  </a:lnTo>
                  <a:lnTo>
                    <a:pt x="905" y="246"/>
                  </a:lnTo>
                  <a:lnTo>
                    <a:pt x="917" y="265"/>
                  </a:lnTo>
                  <a:lnTo>
                    <a:pt x="1255" y="273"/>
                  </a:lnTo>
                  <a:lnTo>
                    <a:pt x="1687" y="369"/>
                  </a:lnTo>
                  <a:lnTo>
                    <a:pt x="1837" y="459"/>
                  </a:lnTo>
                  <a:lnTo>
                    <a:pt x="2034" y="505"/>
                  </a:lnTo>
                  <a:lnTo>
                    <a:pt x="2078" y="507"/>
                  </a:lnTo>
                  <a:lnTo>
                    <a:pt x="2318" y="452"/>
                  </a:lnTo>
                  <a:lnTo>
                    <a:pt x="2516" y="331"/>
                  </a:lnTo>
                  <a:lnTo>
                    <a:pt x="2818" y="266"/>
                  </a:lnTo>
                  <a:lnTo>
                    <a:pt x="2830" y="279"/>
                  </a:lnTo>
                  <a:lnTo>
                    <a:pt x="2812" y="404"/>
                  </a:lnTo>
                  <a:lnTo>
                    <a:pt x="2744" y="44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9318581" y="2167433"/>
              <a:ext cx="848" cy="433"/>
            </a:xfrm>
            <a:custGeom>
              <a:avLst/>
              <a:pathLst>
                <a:path w="848" h="433">
                  <a:moveTo>
                    <a:pt x="848" y="21"/>
                  </a:moveTo>
                  <a:lnTo>
                    <a:pt x="749" y="112"/>
                  </a:lnTo>
                  <a:lnTo>
                    <a:pt x="664" y="173"/>
                  </a:lnTo>
                  <a:lnTo>
                    <a:pt x="593" y="206"/>
                  </a:lnTo>
                  <a:lnTo>
                    <a:pt x="565" y="209"/>
                  </a:lnTo>
                  <a:lnTo>
                    <a:pt x="517" y="217"/>
                  </a:lnTo>
                  <a:lnTo>
                    <a:pt x="378" y="255"/>
                  </a:lnTo>
                  <a:lnTo>
                    <a:pt x="194" y="329"/>
                  </a:lnTo>
                  <a:lnTo>
                    <a:pt x="140" y="354"/>
                  </a:lnTo>
                  <a:lnTo>
                    <a:pt x="84" y="412"/>
                  </a:lnTo>
                  <a:lnTo>
                    <a:pt x="53" y="431"/>
                  </a:lnTo>
                  <a:lnTo>
                    <a:pt x="34" y="433"/>
                  </a:lnTo>
                  <a:lnTo>
                    <a:pt x="4" y="406"/>
                  </a:lnTo>
                  <a:lnTo>
                    <a:pt x="0" y="386"/>
                  </a:lnTo>
                  <a:lnTo>
                    <a:pt x="18" y="337"/>
                  </a:lnTo>
                  <a:lnTo>
                    <a:pt x="26" y="316"/>
                  </a:lnTo>
                  <a:lnTo>
                    <a:pt x="188" y="131"/>
                  </a:lnTo>
                  <a:lnTo>
                    <a:pt x="504" y="18"/>
                  </a:lnTo>
                  <a:lnTo>
                    <a:pt x="566" y="13"/>
                  </a:lnTo>
                  <a:lnTo>
                    <a:pt x="579" y="22"/>
                  </a:lnTo>
                  <a:lnTo>
                    <a:pt x="583" y="52"/>
                  </a:lnTo>
                  <a:lnTo>
                    <a:pt x="622" y="63"/>
                  </a:lnTo>
                  <a:lnTo>
                    <a:pt x="683" y="38"/>
                  </a:lnTo>
                  <a:lnTo>
                    <a:pt x="730" y="9"/>
                  </a:lnTo>
                  <a:lnTo>
                    <a:pt x="756" y="0"/>
                  </a:lnTo>
                  <a:lnTo>
                    <a:pt x="832" y="0"/>
                  </a:lnTo>
                  <a:lnTo>
                    <a:pt x="848" y="2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9323066" y="2166040"/>
              <a:ext cx="438" cy="489"/>
            </a:xfrm>
            <a:custGeom>
              <a:avLst/>
              <a:pathLst>
                <a:path w="438" h="489">
                  <a:moveTo>
                    <a:pt x="359" y="380"/>
                  </a:moveTo>
                  <a:lnTo>
                    <a:pt x="130" y="489"/>
                  </a:lnTo>
                  <a:lnTo>
                    <a:pt x="45" y="426"/>
                  </a:lnTo>
                  <a:lnTo>
                    <a:pt x="27" y="413"/>
                  </a:lnTo>
                  <a:lnTo>
                    <a:pt x="0" y="372"/>
                  </a:lnTo>
                  <a:lnTo>
                    <a:pt x="1" y="350"/>
                  </a:lnTo>
                  <a:lnTo>
                    <a:pt x="6" y="300"/>
                  </a:lnTo>
                  <a:lnTo>
                    <a:pt x="114" y="94"/>
                  </a:lnTo>
                  <a:lnTo>
                    <a:pt x="154" y="38"/>
                  </a:lnTo>
                  <a:lnTo>
                    <a:pt x="175" y="28"/>
                  </a:lnTo>
                  <a:lnTo>
                    <a:pt x="367" y="0"/>
                  </a:lnTo>
                  <a:lnTo>
                    <a:pt x="408" y="15"/>
                  </a:lnTo>
                  <a:lnTo>
                    <a:pt x="423" y="41"/>
                  </a:lnTo>
                  <a:lnTo>
                    <a:pt x="438" y="287"/>
                  </a:lnTo>
                  <a:lnTo>
                    <a:pt x="421" y="328"/>
                  </a:lnTo>
                  <a:lnTo>
                    <a:pt x="376" y="372"/>
                  </a:lnTo>
                  <a:lnTo>
                    <a:pt x="359" y="38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9324341" y="2165395"/>
              <a:ext cx="585" cy="300"/>
            </a:xfrm>
            <a:custGeom>
              <a:avLst/>
              <a:pathLst>
                <a:path w="585" h="300">
                  <a:moveTo>
                    <a:pt x="370" y="206"/>
                  </a:moveTo>
                  <a:lnTo>
                    <a:pt x="83" y="300"/>
                  </a:lnTo>
                  <a:lnTo>
                    <a:pt x="51" y="276"/>
                  </a:lnTo>
                  <a:lnTo>
                    <a:pt x="0" y="187"/>
                  </a:lnTo>
                  <a:lnTo>
                    <a:pt x="3" y="140"/>
                  </a:lnTo>
                  <a:lnTo>
                    <a:pt x="8" y="130"/>
                  </a:lnTo>
                  <a:lnTo>
                    <a:pt x="18" y="118"/>
                  </a:lnTo>
                  <a:lnTo>
                    <a:pt x="40" y="100"/>
                  </a:lnTo>
                  <a:lnTo>
                    <a:pt x="70" y="78"/>
                  </a:lnTo>
                  <a:lnTo>
                    <a:pt x="99" y="64"/>
                  </a:lnTo>
                  <a:lnTo>
                    <a:pt x="132" y="50"/>
                  </a:lnTo>
                  <a:lnTo>
                    <a:pt x="138" y="48"/>
                  </a:lnTo>
                  <a:lnTo>
                    <a:pt x="195" y="29"/>
                  </a:lnTo>
                  <a:lnTo>
                    <a:pt x="290" y="11"/>
                  </a:lnTo>
                  <a:lnTo>
                    <a:pt x="427" y="0"/>
                  </a:lnTo>
                  <a:lnTo>
                    <a:pt x="501" y="1"/>
                  </a:lnTo>
                  <a:lnTo>
                    <a:pt x="519" y="3"/>
                  </a:lnTo>
                  <a:lnTo>
                    <a:pt x="568" y="6"/>
                  </a:lnTo>
                  <a:lnTo>
                    <a:pt x="578" y="21"/>
                  </a:lnTo>
                  <a:lnTo>
                    <a:pt x="585" y="36"/>
                  </a:lnTo>
                  <a:lnTo>
                    <a:pt x="585" y="47"/>
                  </a:lnTo>
                  <a:lnTo>
                    <a:pt x="581" y="65"/>
                  </a:lnTo>
                  <a:lnTo>
                    <a:pt x="538" y="104"/>
                  </a:lnTo>
                  <a:lnTo>
                    <a:pt x="528" y="112"/>
                  </a:lnTo>
                  <a:lnTo>
                    <a:pt x="370" y="2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9329646" y="2165739"/>
              <a:ext cx="550" cy="325"/>
            </a:xfrm>
            <a:custGeom>
              <a:avLst/>
              <a:pathLst>
                <a:path w="550" h="325">
                  <a:moveTo>
                    <a:pt x="191" y="325"/>
                  </a:moveTo>
                  <a:lnTo>
                    <a:pt x="0" y="309"/>
                  </a:lnTo>
                  <a:lnTo>
                    <a:pt x="0" y="269"/>
                  </a:lnTo>
                  <a:lnTo>
                    <a:pt x="31" y="219"/>
                  </a:lnTo>
                  <a:lnTo>
                    <a:pt x="95" y="201"/>
                  </a:lnTo>
                  <a:lnTo>
                    <a:pt x="141" y="181"/>
                  </a:lnTo>
                  <a:lnTo>
                    <a:pt x="321" y="100"/>
                  </a:lnTo>
                  <a:lnTo>
                    <a:pt x="520" y="0"/>
                  </a:lnTo>
                  <a:lnTo>
                    <a:pt x="536" y="0"/>
                  </a:lnTo>
                  <a:lnTo>
                    <a:pt x="542" y="12"/>
                  </a:lnTo>
                  <a:lnTo>
                    <a:pt x="550" y="172"/>
                  </a:lnTo>
                  <a:lnTo>
                    <a:pt x="549" y="218"/>
                  </a:lnTo>
                  <a:lnTo>
                    <a:pt x="546" y="261"/>
                  </a:lnTo>
                  <a:lnTo>
                    <a:pt x="538" y="294"/>
                  </a:lnTo>
                  <a:lnTo>
                    <a:pt x="452" y="308"/>
                  </a:lnTo>
                  <a:lnTo>
                    <a:pt x="191" y="3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9329486" y="2163582"/>
              <a:ext cx="525" cy="1122"/>
            </a:xfrm>
            <a:custGeom>
              <a:avLst/>
              <a:pathLst>
                <a:path w="525" h="1122">
                  <a:moveTo>
                    <a:pt x="227" y="1091"/>
                  </a:moveTo>
                  <a:lnTo>
                    <a:pt x="125" y="1122"/>
                  </a:lnTo>
                  <a:lnTo>
                    <a:pt x="118" y="1117"/>
                  </a:lnTo>
                  <a:lnTo>
                    <a:pt x="92" y="1031"/>
                  </a:lnTo>
                  <a:lnTo>
                    <a:pt x="75" y="928"/>
                  </a:lnTo>
                  <a:lnTo>
                    <a:pt x="99" y="623"/>
                  </a:lnTo>
                  <a:lnTo>
                    <a:pt x="0" y="435"/>
                  </a:lnTo>
                  <a:lnTo>
                    <a:pt x="33" y="346"/>
                  </a:lnTo>
                  <a:lnTo>
                    <a:pt x="129" y="209"/>
                  </a:lnTo>
                  <a:lnTo>
                    <a:pt x="197" y="141"/>
                  </a:lnTo>
                  <a:lnTo>
                    <a:pt x="331" y="32"/>
                  </a:lnTo>
                  <a:lnTo>
                    <a:pt x="370" y="0"/>
                  </a:lnTo>
                  <a:lnTo>
                    <a:pt x="362" y="64"/>
                  </a:lnTo>
                  <a:lnTo>
                    <a:pt x="358" y="97"/>
                  </a:lnTo>
                  <a:lnTo>
                    <a:pt x="379" y="246"/>
                  </a:lnTo>
                  <a:lnTo>
                    <a:pt x="407" y="436"/>
                  </a:lnTo>
                  <a:lnTo>
                    <a:pt x="484" y="565"/>
                  </a:lnTo>
                  <a:lnTo>
                    <a:pt x="525" y="635"/>
                  </a:lnTo>
                  <a:lnTo>
                    <a:pt x="520" y="708"/>
                  </a:lnTo>
                  <a:lnTo>
                    <a:pt x="510" y="854"/>
                  </a:lnTo>
                  <a:lnTo>
                    <a:pt x="465" y="939"/>
                  </a:lnTo>
                  <a:lnTo>
                    <a:pt x="425" y="990"/>
                  </a:lnTo>
                  <a:lnTo>
                    <a:pt x="334" y="1045"/>
                  </a:lnTo>
                  <a:lnTo>
                    <a:pt x="227" y="109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9327017" y="2163189"/>
              <a:ext cx="1283" cy="999"/>
            </a:xfrm>
            <a:custGeom>
              <a:avLst/>
              <a:pathLst>
                <a:path w="1283" h="999">
                  <a:moveTo>
                    <a:pt x="1128" y="546"/>
                  </a:moveTo>
                  <a:lnTo>
                    <a:pt x="516" y="960"/>
                  </a:lnTo>
                  <a:lnTo>
                    <a:pt x="472" y="962"/>
                  </a:lnTo>
                  <a:lnTo>
                    <a:pt x="436" y="953"/>
                  </a:lnTo>
                  <a:lnTo>
                    <a:pt x="214" y="920"/>
                  </a:lnTo>
                  <a:lnTo>
                    <a:pt x="125" y="999"/>
                  </a:lnTo>
                  <a:lnTo>
                    <a:pt x="106" y="997"/>
                  </a:lnTo>
                  <a:lnTo>
                    <a:pt x="0" y="838"/>
                  </a:lnTo>
                  <a:lnTo>
                    <a:pt x="13" y="795"/>
                  </a:lnTo>
                  <a:lnTo>
                    <a:pt x="128" y="698"/>
                  </a:lnTo>
                  <a:lnTo>
                    <a:pt x="456" y="625"/>
                  </a:lnTo>
                  <a:lnTo>
                    <a:pt x="480" y="637"/>
                  </a:lnTo>
                  <a:lnTo>
                    <a:pt x="482" y="653"/>
                  </a:lnTo>
                  <a:lnTo>
                    <a:pt x="567" y="654"/>
                  </a:lnTo>
                  <a:lnTo>
                    <a:pt x="585" y="654"/>
                  </a:lnTo>
                  <a:lnTo>
                    <a:pt x="765" y="580"/>
                  </a:lnTo>
                  <a:lnTo>
                    <a:pt x="1101" y="180"/>
                  </a:lnTo>
                  <a:lnTo>
                    <a:pt x="1213" y="10"/>
                  </a:lnTo>
                  <a:lnTo>
                    <a:pt x="1248" y="0"/>
                  </a:lnTo>
                  <a:lnTo>
                    <a:pt x="1269" y="5"/>
                  </a:lnTo>
                  <a:lnTo>
                    <a:pt x="1283" y="17"/>
                  </a:lnTo>
                  <a:lnTo>
                    <a:pt x="1281" y="61"/>
                  </a:lnTo>
                  <a:lnTo>
                    <a:pt x="1271" y="121"/>
                  </a:lnTo>
                  <a:lnTo>
                    <a:pt x="1205" y="439"/>
                  </a:lnTo>
                  <a:lnTo>
                    <a:pt x="1128" y="54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9333790" y="2163545"/>
              <a:ext cx="1281" cy="1374"/>
            </a:xfrm>
            <a:custGeom>
              <a:avLst/>
              <a:pathLst>
                <a:path w="1281" h="1374">
                  <a:moveTo>
                    <a:pt x="1118" y="583"/>
                  </a:moveTo>
                  <a:lnTo>
                    <a:pt x="1012" y="718"/>
                  </a:lnTo>
                  <a:lnTo>
                    <a:pt x="980" y="742"/>
                  </a:lnTo>
                  <a:lnTo>
                    <a:pt x="958" y="742"/>
                  </a:lnTo>
                  <a:lnTo>
                    <a:pt x="781" y="603"/>
                  </a:lnTo>
                  <a:lnTo>
                    <a:pt x="592" y="583"/>
                  </a:lnTo>
                  <a:lnTo>
                    <a:pt x="561" y="619"/>
                  </a:lnTo>
                  <a:lnTo>
                    <a:pt x="528" y="679"/>
                  </a:lnTo>
                  <a:lnTo>
                    <a:pt x="417" y="879"/>
                  </a:lnTo>
                  <a:lnTo>
                    <a:pt x="381" y="989"/>
                  </a:lnTo>
                  <a:lnTo>
                    <a:pt x="359" y="1056"/>
                  </a:lnTo>
                  <a:lnTo>
                    <a:pt x="360" y="1082"/>
                  </a:lnTo>
                  <a:lnTo>
                    <a:pt x="362" y="1131"/>
                  </a:lnTo>
                  <a:lnTo>
                    <a:pt x="350" y="1173"/>
                  </a:lnTo>
                  <a:lnTo>
                    <a:pt x="327" y="1194"/>
                  </a:lnTo>
                  <a:lnTo>
                    <a:pt x="135" y="1358"/>
                  </a:lnTo>
                  <a:lnTo>
                    <a:pt x="103" y="1368"/>
                  </a:lnTo>
                  <a:lnTo>
                    <a:pt x="72" y="1374"/>
                  </a:lnTo>
                  <a:lnTo>
                    <a:pt x="6" y="1346"/>
                  </a:lnTo>
                  <a:lnTo>
                    <a:pt x="0" y="1320"/>
                  </a:lnTo>
                  <a:lnTo>
                    <a:pt x="3" y="1167"/>
                  </a:lnTo>
                  <a:lnTo>
                    <a:pt x="86" y="945"/>
                  </a:lnTo>
                  <a:lnTo>
                    <a:pt x="154" y="804"/>
                  </a:lnTo>
                  <a:lnTo>
                    <a:pt x="299" y="592"/>
                  </a:lnTo>
                  <a:lnTo>
                    <a:pt x="405" y="507"/>
                  </a:lnTo>
                  <a:lnTo>
                    <a:pt x="418" y="511"/>
                  </a:lnTo>
                  <a:lnTo>
                    <a:pt x="443" y="540"/>
                  </a:lnTo>
                  <a:lnTo>
                    <a:pt x="488" y="545"/>
                  </a:lnTo>
                  <a:lnTo>
                    <a:pt x="746" y="449"/>
                  </a:lnTo>
                  <a:lnTo>
                    <a:pt x="783" y="398"/>
                  </a:lnTo>
                  <a:lnTo>
                    <a:pt x="870" y="238"/>
                  </a:lnTo>
                  <a:lnTo>
                    <a:pt x="893" y="151"/>
                  </a:lnTo>
                  <a:lnTo>
                    <a:pt x="907" y="98"/>
                  </a:lnTo>
                  <a:lnTo>
                    <a:pt x="1008" y="17"/>
                  </a:lnTo>
                  <a:lnTo>
                    <a:pt x="1027" y="13"/>
                  </a:lnTo>
                  <a:lnTo>
                    <a:pt x="1047" y="0"/>
                  </a:lnTo>
                  <a:lnTo>
                    <a:pt x="1069" y="0"/>
                  </a:lnTo>
                  <a:lnTo>
                    <a:pt x="1074" y="7"/>
                  </a:lnTo>
                  <a:lnTo>
                    <a:pt x="1281" y="316"/>
                  </a:lnTo>
                  <a:lnTo>
                    <a:pt x="1278" y="351"/>
                  </a:lnTo>
                  <a:lnTo>
                    <a:pt x="1126" y="572"/>
                  </a:lnTo>
                  <a:lnTo>
                    <a:pt x="1118" y="5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9328842" y="2162195"/>
              <a:ext cx="747" cy="507"/>
            </a:xfrm>
            <a:custGeom>
              <a:avLst/>
              <a:pathLst>
                <a:path w="747" h="507">
                  <a:moveTo>
                    <a:pt x="458" y="405"/>
                  </a:moveTo>
                  <a:lnTo>
                    <a:pt x="144" y="507"/>
                  </a:lnTo>
                  <a:lnTo>
                    <a:pt x="45" y="499"/>
                  </a:lnTo>
                  <a:lnTo>
                    <a:pt x="15" y="479"/>
                  </a:lnTo>
                  <a:lnTo>
                    <a:pt x="0" y="455"/>
                  </a:lnTo>
                  <a:lnTo>
                    <a:pt x="0" y="435"/>
                  </a:lnTo>
                  <a:lnTo>
                    <a:pt x="59" y="400"/>
                  </a:lnTo>
                  <a:lnTo>
                    <a:pt x="107" y="392"/>
                  </a:lnTo>
                  <a:lnTo>
                    <a:pt x="124" y="406"/>
                  </a:lnTo>
                  <a:lnTo>
                    <a:pt x="175" y="417"/>
                  </a:lnTo>
                  <a:lnTo>
                    <a:pt x="235" y="386"/>
                  </a:lnTo>
                  <a:lnTo>
                    <a:pt x="313" y="345"/>
                  </a:lnTo>
                  <a:lnTo>
                    <a:pt x="543" y="122"/>
                  </a:lnTo>
                  <a:lnTo>
                    <a:pt x="622" y="34"/>
                  </a:lnTo>
                  <a:lnTo>
                    <a:pt x="666" y="1"/>
                  </a:lnTo>
                  <a:lnTo>
                    <a:pt x="675" y="0"/>
                  </a:lnTo>
                  <a:lnTo>
                    <a:pt x="707" y="0"/>
                  </a:lnTo>
                  <a:lnTo>
                    <a:pt x="725" y="2"/>
                  </a:lnTo>
                  <a:lnTo>
                    <a:pt x="731" y="4"/>
                  </a:lnTo>
                  <a:lnTo>
                    <a:pt x="747" y="18"/>
                  </a:lnTo>
                  <a:lnTo>
                    <a:pt x="745" y="33"/>
                  </a:lnTo>
                  <a:lnTo>
                    <a:pt x="735" y="58"/>
                  </a:lnTo>
                  <a:lnTo>
                    <a:pt x="604" y="230"/>
                  </a:lnTo>
                  <a:lnTo>
                    <a:pt x="483" y="388"/>
                  </a:lnTo>
                  <a:lnTo>
                    <a:pt x="458" y="4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9318643" y="2159992"/>
              <a:ext cx="627" cy="671"/>
            </a:xfrm>
            <a:custGeom>
              <a:avLst/>
              <a:pathLst>
                <a:path w="627" h="671">
                  <a:moveTo>
                    <a:pt x="273" y="668"/>
                  </a:moveTo>
                  <a:lnTo>
                    <a:pt x="40" y="647"/>
                  </a:lnTo>
                  <a:lnTo>
                    <a:pt x="0" y="610"/>
                  </a:lnTo>
                  <a:lnTo>
                    <a:pt x="38" y="350"/>
                  </a:lnTo>
                  <a:lnTo>
                    <a:pt x="51" y="324"/>
                  </a:lnTo>
                  <a:lnTo>
                    <a:pt x="167" y="80"/>
                  </a:lnTo>
                  <a:lnTo>
                    <a:pt x="193" y="47"/>
                  </a:lnTo>
                  <a:lnTo>
                    <a:pt x="306" y="2"/>
                  </a:lnTo>
                  <a:lnTo>
                    <a:pt x="338" y="0"/>
                  </a:lnTo>
                  <a:lnTo>
                    <a:pt x="345" y="8"/>
                  </a:lnTo>
                  <a:lnTo>
                    <a:pt x="465" y="161"/>
                  </a:lnTo>
                  <a:lnTo>
                    <a:pt x="452" y="199"/>
                  </a:lnTo>
                  <a:lnTo>
                    <a:pt x="474" y="403"/>
                  </a:lnTo>
                  <a:lnTo>
                    <a:pt x="581" y="537"/>
                  </a:lnTo>
                  <a:lnTo>
                    <a:pt x="625" y="566"/>
                  </a:lnTo>
                  <a:lnTo>
                    <a:pt x="627" y="574"/>
                  </a:lnTo>
                  <a:lnTo>
                    <a:pt x="544" y="621"/>
                  </a:lnTo>
                  <a:lnTo>
                    <a:pt x="523" y="630"/>
                  </a:lnTo>
                  <a:lnTo>
                    <a:pt x="456" y="648"/>
                  </a:lnTo>
                  <a:lnTo>
                    <a:pt x="340" y="670"/>
                  </a:lnTo>
                  <a:lnTo>
                    <a:pt x="328" y="671"/>
                  </a:lnTo>
                  <a:lnTo>
                    <a:pt x="273" y="66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9318963" y="2156990"/>
              <a:ext cx="1200" cy="1467"/>
            </a:xfrm>
            <a:custGeom>
              <a:avLst/>
              <a:pathLst>
                <a:path w="1200" h="1467">
                  <a:moveTo>
                    <a:pt x="317" y="1466"/>
                  </a:moveTo>
                  <a:lnTo>
                    <a:pt x="264" y="1467"/>
                  </a:lnTo>
                  <a:lnTo>
                    <a:pt x="222" y="1438"/>
                  </a:lnTo>
                  <a:lnTo>
                    <a:pt x="182" y="1306"/>
                  </a:lnTo>
                  <a:lnTo>
                    <a:pt x="135" y="917"/>
                  </a:lnTo>
                  <a:lnTo>
                    <a:pt x="118" y="839"/>
                  </a:lnTo>
                  <a:lnTo>
                    <a:pt x="77" y="650"/>
                  </a:lnTo>
                  <a:lnTo>
                    <a:pt x="47" y="632"/>
                  </a:lnTo>
                  <a:lnTo>
                    <a:pt x="23" y="592"/>
                  </a:lnTo>
                  <a:lnTo>
                    <a:pt x="0" y="553"/>
                  </a:lnTo>
                  <a:lnTo>
                    <a:pt x="8" y="524"/>
                  </a:lnTo>
                  <a:lnTo>
                    <a:pt x="580" y="122"/>
                  </a:lnTo>
                  <a:lnTo>
                    <a:pt x="730" y="46"/>
                  </a:lnTo>
                  <a:lnTo>
                    <a:pt x="749" y="36"/>
                  </a:lnTo>
                  <a:lnTo>
                    <a:pt x="956" y="18"/>
                  </a:lnTo>
                  <a:lnTo>
                    <a:pt x="1017" y="13"/>
                  </a:lnTo>
                  <a:lnTo>
                    <a:pt x="1099" y="0"/>
                  </a:lnTo>
                  <a:lnTo>
                    <a:pt x="1200" y="72"/>
                  </a:lnTo>
                  <a:lnTo>
                    <a:pt x="1050" y="683"/>
                  </a:lnTo>
                  <a:lnTo>
                    <a:pt x="1014" y="771"/>
                  </a:lnTo>
                  <a:lnTo>
                    <a:pt x="957" y="892"/>
                  </a:lnTo>
                  <a:lnTo>
                    <a:pt x="723" y="1288"/>
                  </a:lnTo>
                  <a:lnTo>
                    <a:pt x="317" y="14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9319389" y="2156238"/>
              <a:ext cx="450" cy="472"/>
            </a:xfrm>
            <a:custGeom>
              <a:avLst/>
              <a:pathLst>
                <a:path w="450" h="472">
                  <a:moveTo>
                    <a:pt x="99" y="472"/>
                  </a:moveTo>
                  <a:lnTo>
                    <a:pt x="28" y="467"/>
                  </a:lnTo>
                  <a:lnTo>
                    <a:pt x="0" y="458"/>
                  </a:lnTo>
                  <a:lnTo>
                    <a:pt x="31" y="184"/>
                  </a:lnTo>
                  <a:lnTo>
                    <a:pt x="49" y="43"/>
                  </a:lnTo>
                  <a:lnTo>
                    <a:pt x="83" y="23"/>
                  </a:lnTo>
                  <a:lnTo>
                    <a:pt x="102" y="13"/>
                  </a:lnTo>
                  <a:lnTo>
                    <a:pt x="297" y="0"/>
                  </a:lnTo>
                  <a:lnTo>
                    <a:pt x="302" y="1"/>
                  </a:lnTo>
                  <a:lnTo>
                    <a:pt x="333" y="58"/>
                  </a:lnTo>
                  <a:lnTo>
                    <a:pt x="450" y="359"/>
                  </a:lnTo>
                  <a:lnTo>
                    <a:pt x="384" y="430"/>
                  </a:lnTo>
                  <a:lnTo>
                    <a:pt x="338" y="448"/>
                  </a:lnTo>
                  <a:lnTo>
                    <a:pt x="99" y="4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9318139" y="2155729"/>
              <a:ext cx="302" cy="526"/>
            </a:xfrm>
            <a:custGeom>
              <a:avLst/>
              <a:pathLst>
                <a:path w="302" h="526">
                  <a:moveTo>
                    <a:pt x="302" y="115"/>
                  </a:moveTo>
                  <a:lnTo>
                    <a:pt x="237" y="315"/>
                  </a:lnTo>
                  <a:lnTo>
                    <a:pt x="197" y="298"/>
                  </a:lnTo>
                  <a:lnTo>
                    <a:pt x="192" y="302"/>
                  </a:lnTo>
                  <a:lnTo>
                    <a:pt x="116" y="464"/>
                  </a:lnTo>
                  <a:lnTo>
                    <a:pt x="109" y="513"/>
                  </a:lnTo>
                  <a:lnTo>
                    <a:pt x="99" y="523"/>
                  </a:lnTo>
                  <a:lnTo>
                    <a:pt x="80" y="526"/>
                  </a:lnTo>
                  <a:lnTo>
                    <a:pt x="43" y="510"/>
                  </a:lnTo>
                  <a:lnTo>
                    <a:pt x="11" y="468"/>
                  </a:lnTo>
                  <a:lnTo>
                    <a:pt x="0" y="396"/>
                  </a:lnTo>
                  <a:lnTo>
                    <a:pt x="27" y="82"/>
                  </a:lnTo>
                  <a:lnTo>
                    <a:pt x="49" y="38"/>
                  </a:lnTo>
                  <a:lnTo>
                    <a:pt x="71" y="15"/>
                  </a:lnTo>
                  <a:lnTo>
                    <a:pt x="107" y="0"/>
                  </a:lnTo>
                  <a:lnTo>
                    <a:pt x="259" y="21"/>
                  </a:lnTo>
                  <a:lnTo>
                    <a:pt x="289" y="56"/>
                  </a:lnTo>
                  <a:lnTo>
                    <a:pt x="302" y="1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9318846" y="2155509"/>
              <a:ext cx="638" cy="615"/>
            </a:xfrm>
            <a:custGeom>
              <a:avLst/>
              <a:pathLst>
                <a:path w="638" h="615">
                  <a:moveTo>
                    <a:pt x="448" y="598"/>
                  </a:moveTo>
                  <a:lnTo>
                    <a:pt x="296" y="615"/>
                  </a:lnTo>
                  <a:lnTo>
                    <a:pt x="236" y="585"/>
                  </a:lnTo>
                  <a:lnTo>
                    <a:pt x="92" y="415"/>
                  </a:lnTo>
                  <a:lnTo>
                    <a:pt x="21" y="291"/>
                  </a:lnTo>
                  <a:lnTo>
                    <a:pt x="0" y="100"/>
                  </a:lnTo>
                  <a:lnTo>
                    <a:pt x="53" y="19"/>
                  </a:lnTo>
                  <a:lnTo>
                    <a:pt x="130" y="0"/>
                  </a:lnTo>
                  <a:lnTo>
                    <a:pt x="255" y="65"/>
                  </a:lnTo>
                  <a:lnTo>
                    <a:pt x="575" y="343"/>
                  </a:lnTo>
                  <a:lnTo>
                    <a:pt x="638" y="530"/>
                  </a:lnTo>
                  <a:lnTo>
                    <a:pt x="448" y="5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9339366" y="2157210"/>
              <a:ext cx="595" cy="539"/>
            </a:xfrm>
            <a:custGeom>
              <a:avLst/>
              <a:pathLst>
                <a:path w="595" h="539">
                  <a:moveTo>
                    <a:pt x="486" y="450"/>
                  </a:moveTo>
                  <a:lnTo>
                    <a:pt x="263" y="539"/>
                  </a:lnTo>
                  <a:lnTo>
                    <a:pt x="245" y="536"/>
                  </a:lnTo>
                  <a:lnTo>
                    <a:pt x="218" y="510"/>
                  </a:lnTo>
                  <a:lnTo>
                    <a:pt x="167" y="496"/>
                  </a:lnTo>
                  <a:lnTo>
                    <a:pt x="67" y="492"/>
                  </a:lnTo>
                  <a:lnTo>
                    <a:pt x="8" y="513"/>
                  </a:lnTo>
                  <a:lnTo>
                    <a:pt x="0" y="501"/>
                  </a:lnTo>
                  <a:lnTo>
                    <a:pt x="27" y="275"/>
                  </a:lnTo>
                  <a:lnTo>
                    <a:pt x="58" y="214"/>
                  </a:lnTo>
                  <a:lnTo>
                    <a:pt x="101" y="171"/>
                  </a:lnTo>
                  <a:lnTo>
                    <a:pt x="474" y="1"/>
                  </a:lnTo>
                  <a:lnTo>
                    <a:pt x="492" y="0"/>
                  </a:lnTo>
                  <a:lnTo>
                    <a:pt x="567" y="22"/>
                  </a:lnTo>
                  <a:lnTo>
                    <a:pt x="573" y="26"/>
                  </a:lnTo>
                  <a:lnTo>
                    <a:pt x="595" y="52"/>
                  </a:lnTo>
                  <a:lnTo>
                    <a:pt x="515" y="431"/>
                  </a:lnTo>
                  <a:lnTo>
                    <a:pt x="486" y="45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9319773" y="2151490"/>
              <a:ext cx="1419" cy="1532"/>
            </a:xfrm>
            <a:custGeom>
              <a:avLst/>
              <a:pathLst>
                <a:path w="1419" h="1532">
                  <a:moveTo>
                    <a:pt x="789" y="1532"/>
                  </a:moveTo>
                  <a:lnTo>
                    <a:pt x="674" y="1520"/>
                  </a:lnTo>
                  <a:lnTo>
                    <a:pt x="517" y="1392"/>
                  </a:lnTo>
                  <a:lnTo>
                    <a:pt x="27" y="847"/>
                  </a:lnTo>
                  <a:lnTo>
                    <a:pt x="21" y="831"/>
                  </a:lnTo>
                  <a:lnTo>
                    <a:pt x="0" y="728"/>
                  </a:lnTo>
                  <a:lnTo>
                    <a:pt x="54" y="575"/>
                  </a:lnTo>
                  <a:lnTo>
                    <a:pt x="171" y="330"/>
                  </a:lnTo>
                  <a:lnTo>
                    <a:pt x="191" y="302"/>
                  </a:lnTo>
                  <a:lnTo>
                    <a:pt x="249" y="251"/>
                  </a:lnTo>
                  <a:lnTo>
                    <a:pt x="697" y="6"/>
                  </a:lnTo>
                  <a:lnTo>
                    <a:pt x="724" y="0"/>
                  </a:lnTo>
                  <a:lnTo>
                    <a:pt x="787" y="12"/>
                  </a:lnTo>
                  <a:lnTo>
                    <a:pt x="814" y="29"/>
                  </a:lnTo>
                  <a:lnTo>
                    <a:pt x="849" y="60"/>
                  </a:lnTo>
                  <a:lnTo>
                    <a:pt x="881" y="91"/>
                  </a:lnTo>
                  <a:lnTo>
                    <a:pt x="923" y="140"/>
                  </a:lnTo>
                  <a:lnTo>
                    <a:pt x="1010" y="244"/>
                  </a:lnTo>
                  <a:lnTo>
                    <a:pt x="1091" y="406"/>
                  </a:lnTo>
                  <a:lnTo>
                    <a:pt x="1280" y="772"/>
                  </a:lnTo>
                  <a:lnTo>
                    <a:pt x="1400" y="968"/>
                  </a:lnTo>
                  <a:lnTo>
                    <a:pt x="1419" y="1082"/>
                  </a:lnTo>
                  <a:lnTo>
                    <a:pt x="1414" y="1190"/>
                  </a:lnTo>
                  <a:lnTo>
                    <a:pt x="1397" y="1205"/>
                  </a:lnTo>
                  <a:lnTo>
                    <a:pt x="1123" y="1347"/>
                  </a:lnTo>
                  <a:lnTo>
                    <a:pt x="1138" y="1421"/>
                  </a:lnTo>
                  <a:lnTo>
                    <a:pt x="1119" y="1444"/>
                  </a:lnTo>
                  <a:lnTo>
                    <a:pt x="1022" y="1518"/>
                  </a:lnTo>
                  <a:lnTo>
                    <a:pt x="981" y="1532"/>
                  </a:lnTo>
                  <a:lnTo>
                    <a:pt x="789" y="153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9341289" y="2154450"/>
              <a:ext cx="517" cy="777"/>
            </a:xfrm>
            <a:custGeom>
              <a:avLst/>
              <a:pathLst>
                <a:path w="517" h="777">
                  <a:moveTo>
                    <a:pt x="467" y="743"/>
                  </a:moveTo>
                  <a:lnTo>
                    <a:pt x="432" y="777"/>
                  </a:lnTo>
                  <a:lnTo>
                    <a:pt x="91" y="611"/>
                  </a:lnTo>
                  <a:lnTo>
                    <a:pt x="23" y="439"/>
                  </a:lnTo>
                  <a:lnTo>
                    <a:pt x="0" y="226"/>
                  </a:lnTo>
                  <a:lnTo>
                    <a:pt x="9" y="197"/>
                  </a:lnTo>
                  <a:lnTo>
                    <a:pt x="55" y="160"/>
                  </a:lnTo>
                  <a:lnTo>
                    <a:pt x="345" y="25"/>
                  </a:lnTo>
                  <a:lnTo>
                    <a:pt x="391" y="5"/>
                  </a:lnTo>
                  <a:lnTo>
                    <a:pt x="416" y="0"/>
                  </a:lnTo>
                  <a:lnTo>
                    <a:pt x="430" y="56"/>
                  </a:lnTo>
                  <a:lnTo>
                    <a:pt x="517" y="398"/>
                  </a:lnTo>
                  <a:lnTo>
                    <a:pt x="500" y="628"/>
                  </a:lnTo>
                  <a:lnTo>
                    <a:pt x="471" y="734"/>
                  </a:lnTo>
                  <a:lnTo>
                    <a:pt x="467" y="7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9320766" y="2151003"/>
              <a:ext cx="625" cy="1126"/>
            </a:xfrm>
            <a:custGeom>
              <a:avLst/>
              <a:pathLst>
                <a:path w="625" h="1126">
                  <a:moveTo>
                    <a:pt x="625" y="580"/>
                  </a:moveTo>
                  <a:lnTo>
                    <a:pt x="579" y="1069"/>
                  </a:lnTo>
                  <a:lnTo>
                    <a:pt x="572" y="1105"/>
                  </a:lnTo>
                  <a:lnTo>
                    <a:pt x="562" y="1119"/>
                  </a:lnTo>
                  <a:lnTo>
                    <a:pt x="537" y="1126"/>
                  </a:lnTo>
                  <a:lnTo>
                    <a:pt x="450" y="1117"/>
                  </a:lnTo>
                  <a:lnTo>
                    <a:pt x="418" y="1075"/>
                  </a:lnTo>
                  <a:lnTo>
                    <a:pt x="393" y="976"/>
                  </a:lnTo>
                  <a:lnTo>
                    <a:pt x="400" y="844"/>
                  </a:lnTo>
                  <a:lnTo>
                    <a:pt x="358" y="669"/>
                  </a:lnTo>
                  <a:lnTo>
                    <a:pt x="302" y="635"/>
                  </a:lnTo>
                  <a:lnTo>
                    <a:pt x="153" y="658"/>
                  </a:lnTo>
                  <a:lnTo>
                    <a:pt x="49" y="384"/>
                  </a:lnTo>
                  <a:lnTo>
                    <a:pt x="55" y="318"/>
                  </a:lnTo>
                  <a:lnTo>
                    <a:pt x="33" y="226"/>
                  </a:lnTo>
                  <a:lnTo>
                    <a:pt x="9" y="199"/>
                  </a:lnTo>
                  <a:lnTo>
                    <a:pt x="0" y="176"/>
                  </a:lnTo>
                  <a:lnTo>
                    <a:pt x="2" y="146"/>
                  </a:lnTo>
                  <a:lnTo>
                    <a:pt x="69" y="55"/>
                  </a:lnTo>
                  <a:lnTo>
                    <a:pt x="110" y="34"/>
                  </a:lnTo>
                  <a:lnTo>
                    <a:pt x="215" y="0"/>
                  </a:lnTo>
                  <a:lnTo>
                    <a:pt x="264" y="9"/>
                  </a:lnTo>
                  <a:lnTo>
                    <a:pt x="435" y="110"/>
                  </a:lnTo>
                  <a:lnTo>
                    <a:pt x="503" y="198"/>
                  </a:lnTo>
                  <a:lnTo>
                    <a:pt x="545" y="252"/>
                  </a:lnTo>
                  <a:lnTo>
                    <a:pt x="600" y="348"/>
                  </a:lnTo>
                  <a:lnTo>
                    <a:pt x="624" y="538"/>
                  </a:lnTo>
                  <a:lnTo>
                    <a:pt x="625" y="58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9340460" y="2154122"/>
              <a:ext cx="267" cy="445"/>
            </a:xfrm>
            <a:custGeom>
              <a:avLst/>
              <a:pathLst>
                <a:path w="267" h="445">
                  <a:moveTo>
                    <a:pt x="158" y="426"/>
                  </a:moveTo>
                  <a:lnTo>
                    <a:pt x="94" y="445"/>
                  </a:lnTo>
                  <a:lnTo>
                    <a:pt x="0" y="419"/>
                  </a:lnTo>
                  <a:lnTo>
                    <a:pt x="0" y="379"/>
                  </a:lnTo>
                  <a:lnTo>
                    <a:pt x="31" y="333"/>
                  </a:lnTo>
                  <a:lnTo>
                    <a:pt x="65" y="282"/>
                  </a:lnTo>
                  <a:lnTo>
                    <a:pt x="53" y="231"/>
                  </a:lnTo>
                  <a:lnTo>
                    <a:pt x="21" y="143"/>
                  </a:lnTo>
                  <a:lnTo>
                    <a:pt x="29" y="116"/>
                  </a:lnTo>
                  <a:lnTo>
                    <a:pt x="36" y="101"/>
                  </a:lnTo>
                  <a:lnTo>
                    <a:pt x="72" y="44"/>
                  </a:lnTo>
                  <a:lnTo>
                    <a:pt x="99" y="20"/>
                  </a:lnTo>
                  <a:lnTo>
                    <a:pt x="187" y="0"/>
                  </a:lnTo>
                  <a:lnTo>
                    <a:pt x="261" y="5"/>
                  </a:lnTo>
                  <a:lnTo>
                    <a:pt x="266" y="15"/>
                  </a:lnTo>
                  <a:lnTo>
                    <a:pt x="267" y="301"/>
                  </a:lnTo>
                  <a:lnTo>
                    <a:pt x="158" y="4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9339939" y="2153852"/>
              <a:ext cx="394" cy="472"/>
            </a:xfrm>
            <a:custGeom>
              <a:avLst/>
              <a:pathLst>
                <a:path w="394" h="472">
                  <a:moveTo>
                    <a:pt x="113" y="464"/>
                  </a:moveTo>
                  <a:lnTo>
                    <a:pt x="68" y="472"/>
                  </a:lnTo>
                  <a:lnTo>
                    <a:pt x="59" y="468"/>
                  </a:lnTo>
                  <a:lnTo>
                    <a:pt x="17" y="450"/>
                  </a:lnTo>
                  <a:lnTo>
                    <a:pt x="5" y="444"/>
                  </a:lnTo>
                  <a:lnTo>
                    <a:pt x="0" y="438"/>
                  </a:lnTo>
                  <a:lnTo>
                    <a:pt x="44" y="278"/>
                  </a:lnTo>
                  <a:lnTo>
                    <a:pt x="193" y="37"/>
                  </a:lnTo>
                  <a:lnTo>
                    <a:pt x="221" y="0"/>
                  </a:lnTo>
                  <a:lnTo>
                    <a:pt x="310" y="50"/>
                  </a:lnTo>
                  <a:lnTo>
                    <a:pt x="394" y="102"/>
                  </a:lnTo>
                  <a:lnTo>
                    <a:pt x="372" y="218"/>
                  </a:lnTo>
                  <a:lnTo>
                    <a:pt x="368" y="235"/>
                  </a:lnTo>
                  <a:lnTo>
                    <a:pt x="240" y="413"/>
                  </a:lnTo>
                  <a:lnTo>
                    <a:pt x="215" y="426"/>
                  </a:lnTo>
                  <a:lnTo>
                    <a:pt x="113" y="4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9339804" y="2150785"/>
              <a:ext cx="690" cy="759"/>
            </a:xfrm>
            <a:custGeom>
              <a:avLst/>
              <a:pathLst>
                <a:path w="690" h="759">
                  <a:moveTo>
                    <a:pt x="101" y="755"/>
                  </a:moveTo>
                  <a:lnTo>
                    <a:pt x="36" y="759"/>
                  </a:lnTo>
                  <a:lnTo>
                    <a:pt x="6" y="752"/>
                  </a:lnTo>
                  <a:lnTo>
                    <a:pt x="0" y="739"/>
                  </a:lnTo>
                  <a:lnTo>
                    <a:pt x="13" y="712"/>
                  </a:lnTo>
                  <a:lnTo>
                    <a:pt x="149" y="646"/>
                  </a:lnTo>
                  <a:lnTo>
                    <a:pt x="203" y="630"/>
                  </a:lnTo>
                  <a:lnTo>
                    <a:pt x="468" y="289"/>
                  </a:lnTo>
                  <a:lnTo>
                    <a:pt x="473" y="268"/>
                  </a:lnTo>
                  <a:lnTo>
                    <a:pt x="540" y="145"/>
                  </a:lnTo>
                  <a:lnTo>
                    <a:pt x="599" y="36"/>
                  </a:lnTo>
                  <a:lnTo>
                    <a:pt x="618" y="15"/>
                  </a:lnTo>
                  <a:lnTo>
                    <a:pt x="634" y="0"/>
                  </a:lnTo>
                  <a:lnTo>
                    <a:pt x="640" y="0"/>
                  </a:lnTo>
                  <a:lnTo>
                    <a:pt x="646" y="0"/>
                  </a:lnTo>
                  <a:lnTo>
                    <a:pt x="690" y="1"/>
                  </a:lnTo>
                  <a:lnTo>
                    <a:pt x="606" y="397"/>
                  </a:lnTo>
                  <a:lnTo>
                    <a:pt x="583" y="425"/>
                  </a:lnTo>
                  <a:lnTo>
                    <a:pt x="515" y="491"/>
                  </a:lnTo>
                  <a:lnTo>
                    <a:pt x="303" y="658"/>
                  </a:lnTo>
                  <a:lnTo>
                    <a:pt x="159" y="741"/>
                  </a:lnTo>
                  <a:lnTo>
                    <a:pt x="101" y="7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9341311" y="2150333"/>
              <a:ext cx="510" cy="312"/>
            </a:xfrm>
            <a:custGeom>
              <a:avLst/>
              <a:pathLst>
                <a:path w="510" h="312">
                  <a:moveTo>
                    <a:pt x="299" y="312"/>
                  </a:moveTo>
                  <a:lnTo>
                    <a:pt x="236" y="304"/>
                  </a:lnTo>
                  <a:lnTo>
                    <a:pt x="0" y="133"/>
                  </a:lnTo>
                  <a:lnTo>
                    <a:pt x="2" y="122"/>
                  </a:lnTo>
                  <a:lnTo>
                    <a:pt x="176" y="27"/>
                  </a:lnTo>
                  <a:lnTo>
                    <a:pt x="197" y="24"/>
                  </a:lnTo>
                  <a:lnTo>
                    <a:pt x="355" y="0"/>
                  </a:lnTo>
                  <a:lnTo>
                    <a:pt x="448" y="70"/>
                  </a:lnTo>
                  <a:lnTo>
                    <a:pt x="510" y="242"/>
                  </a:lnTo>
                  <a:lnTo>
                    <a:pt x="480" y="276"/>
                  </a:lnTo>
                  <a:lnTo>
                    <a:pt x="415" y="289"/>
                  </a:lnTo>
                  <a:lnTo>
                    <a:pt x="299" y="3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9341658" y="2149827"/>
              <a:ext cx="402" cy="486"/>
            </a:xfrm>
            <a:custGeom>
              <a:avLst/>
              <a:pathLst>
                <a:path w="402" h="486">
                  <a:moveTo>
                    <a:pt x="279" y="391"/>
                  </a:moveTo>
                  <a:lnTo>
                    <a:pt x="19" y="486"/>
                  </a:lnTo>
                  <a:lnTo>
                    <a:pt x="0" y="463"/>
                  </a:lnTo>
                  <a:lnTo>
                    <a:pt x="15" y="379"/>
                  </a:lnTo>
                  <a:lnTo>
                    <a:pt x="26" y="377"/>
                  </a:lnTo>
                  <a:lnTo>
                    <a:pt x="51" y="366"/>
                  </a:lnTo>
                  <a:lnTo>
                    <a:pt x="125" y="275"/>
                  </a:lnTo>
                  <a:lnTo>
                    <a:pt x="193" y="132"/>
                  </a:lnTo>
                  <a:lnTo>
                    <a:pt x="189" y="0"/>
                  </a:lnTo>
                  <a:lnTo>
                    <a:pt x="402" y="192"/>
                  </a:lnTo>
                  <a:lnTo>
                    <a:pt x="401" y="253"/>
                  </a:lnTo>
                  <a:lnTo>
                    <a:pt x="373" y="294"/>
                  </a:lnTo>
                  <a:lnTo>
                    <a:pt x="279" y="39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9343270" y="2149931"/>
              <a:ext cx="356" cy="365"/>
            </a:xfrm>
            <a:custGeom>
              <a:avLst/>
              <a:pathLst>
                <a:path w="356" h="365">
                  <a:moveTo>
                    <a:pt x="83" y="359"/>
                  </a:moveTo>
                  <a:lnTo>
                    <a:pt x="60" y="356"/>
                  </a:lnTo>
                  <a:lnTo>
                    <a:pt x="33" y="339"/>
                  </a:lnTo>
                  <a:lnTo>
                    <a:pt x="8" y="295"/>
                  </a:lnTo>
                  <a:lnTo>
                    <a:pt x="0" y="252"/>
                  </a:lnTo>
                  <a:lnTo>
                    <a:pt x="48" y="136"/>
                  </a:lnTo>
                  <a:lnTo>
                    <a:pt x="72" y="85"/>
                  </a:lnTo>
                  <a:lnTo>
                    <a:pt x="152" y="30"/>
                  </a:lnTo>
                  <a:lnTo>
                    <a:pt x="225" y="0"/>
                  </a:lnTo>
                  <a:lnTo>
                    <a:pt x="241" y="0"/>
                  </a:lnTo>
                  <a:lnTo>
                    <a:pt x="295" y="59"/>
                  </a:lnTo>
                  <a:lnTo>
                    <a:pt x="352" y="124"/>
                  </a:lnTo>
                  <a:lnTo>
                    <a:pt x="354" y="191"/>
                  </a:lnTo>
                  <a:lnTo>
                    <a:pt x="356" y="259"/>
                  </a:lnTo>
                  <a:lnTo>
                    <a:pt x="265" y="337"/>
                  </a:lnTo>
                  <a:lnTo>
                    <a:pt x="149" y="365"/>
                  </a:lnTo>
                  <a:lnTo>
                    <a:pt x="83" y="35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9340589" y="2148392"/>
              <a:ext cx="505" cy="533"/>
            </a:xfrm>
            <a:custGeom>
              <a:avLst/>
              <a:pathLst>
                <a:path w="505" h="533">
                  <a:moveTo>
                    <a:pt x="110" y="533"/>
                  </a:moveTo>
                  <a:lnTo>
                    <a:pt x="95" y="533"/>
                  </a:lnTo>
                  <a:lnTo>
                    <a:pt x="22" y="430"/>
                  </a:lnTo>
                  <a:lnTo>
                    <a:pt x="0" y="319"/>
                  </a:lnTo>
                  <a:lnTo>
                    <a:pt x="31" y="289"/>
                  </a:lnTo>
                  <a:lnTo>
                    <a:pt x="386" y="55"/>
                  </a:lnTo>
                  <a:lnTo>
                    <a:pt x="492" y="0"/>
                  </a:lnTo>
                  <a:lnTo>
                    <a:pt x="498" y="24"/>
                  </a:lnTo>
                  <a:lnTo>
                    <a:pt x="505" y="55"/>
                  </a:lnTo>
                  <a:lnTo>
                    <a:pt x="487" y="91"/>
                  </a:lnTo>
                  <a:lnTo>
                    <a:pt x="309" y="412"/>
                  </a:lnTo>
                  <a:lnTo>
                    <a:pt x="221" y="522"/>
                  </a:lnTo>
                  <a:lnTo>
                    <a:pt x="205" y="532"/>
                  </a:lnTo>
                  <a:lnTo>
                    <a:pt x="170" y="533"/>
                  </a:lnTo>
                  <a:lnTo>
                    <a:pt x="110" y="53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9341044" y="2148384"/>
              <a:ext cx="774" cy="507"/>
            </a:xfrm>
            <a:custGeom>
              <a:avLst/>
              <a:pathLst>
                <a:path w="774" h="507">
                  <a:moveTo>
                    <a:pt x="774" y="337"/>
                  </a:moveTo>
                  <a:lnTo>
                    <a:pt x="772" y="383"/>
                  </a:lnTo>
                  <a:lnTo>
                    <a:pt x="767" y="479"/>
                  </a:lnTo>
                  <a:lnTo>
                    <a:pt x="764" y="486"/>
                  </a:lnTo>
                  <a:lnTo>
                    <a:pt x="756" y="496"/>
                  </a:lnTo>
                  <a:lnTo>
                    <a:pt x="745" y="505"/>
                  </a:lnTo>
                  <a:lnTo>
                    <a:pt x="739" y="507"/>
                  </a:lnTo>
                  <a:lnTo>
                    <a:pt x="596" y="479"/>
                  </a:lnTo>
                  <a:lnTo>
                    <a:pt x="518" y="381"/>
                  </a:lnTo>
                  <a:lnTo>
                    <a:pt x="325" y="300"/>
                  </a:lnTo>
                  <a:lnTo>
                    <a:pt x="192" y="283"/>
                  </a:lnTo>
                  <a:lnTo>
                    <a:pt x="150" y="312"/>
                  </a:lnTo>
                  <a:lnTo>
                    <a:pt x="133" y="344"/>
                  </a:lnTo>
                  <a:lnTo>
                    <a:pt x="117" y="402"/>
                  </a:lnTo>
                  <a:lnTo>
                    <a:pt x="76" y="425"/>
                  </a:lnTo>
                  <a:lnTo>
                    <a:pt x="12" y="355"/>
                  </a:lnTo>
                  <a:lnTo>
                    <a:pt x="0" y="301"/>
                  </a:lnTo>
                  <a:lnTo>
                    <a:pt x="6" y="262"/>
                  </a:lnTo>
                  <a:lnTo>
                    <a:pt x="28" y="174"/>
                  </a:lnTo>
                  <a:lnTo>
                    <a:pt x="63" y="126"/>
                  </a:lnTo>
                  <a:lnTo>
                    <a:pt x="89" y="107"/>
                  </a:lnTo>
                  <a:lnTo>
                    <a:pt x="158" y="74"/>
                  </a:lnTo>
                  <a:lnTo>
                    <a:pt x="296" y="10"/>
                  </a:lnTo>
                  <a:lnTo>
                    <a:pt x="360" y="0"/>
                  </a:lnTo>
                  <a:lnTo>
                    <a:pt x="377" y="0"/>
                  </a:lnTo>
                  <a:lnTo>
                    <a:pt x="715" y="231"/>
                  </a:lnTo>
                  <a:lnTo>
                    <a:pt x="774" y="3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9340267" y="2147936"/>
              <a:ext cx="874" cy="369"/>
            </a:xfrm>
            <a:custGeom>
              <a:avLst/>
              <a:pathLst>
                <a:path w="874" h="369">
                  <a:moveTo>
                    <a:pt x="198" y="325"/>
                  </a:moveTo>
                  <a:lnTo>
                    <a:pt x="87" y="313"/>
                  </a:lnTo>
                  <a:lnTo>
                    <a:pt x="21" y="290"/>
                  </a:lnTo>
                  <a:lnTo>
                    <a:pt x="0" y="229"/>
                  </a:lnTo>
                  <a:lnTo>
                    <a:pt x="7" y="207"/>
                  </a:lnTo>
                  <a:lnTo>
                    <a:pt x="65" y="162"/>
                  </a:lnTo>
                  <a:lnTo>
                    <a:pt x="82" y="148"/>
                  </a:lnTo>
                  <a:lnTo>
                    <a:pt x="361" y="16"/>
                  </a:lnTo>
                  <a:lnTo>
                    <a:pt x="450" y="0"/>
                  </a:lnTo>
                  <a:lnTo>
                    <a:pt x="533" y="14"/>
                  </a:lnTo>
                  <a:lnTo>
                    <a:pt x="697" y="88"/>
                  </a:lnTo>
                  <a:lnTo>
                    <a:pt x="707" y="93"/>
                  </a:lnTo>
                  <a:lnTo>
                    <a:pt x="874" y="180"/>
                  </a:lnTo>
                  <a:lnTo>
                    <a:pt x="770" y="297"/>
                  </a:lnTo>
                  <a:lnTo>
                    <a:pt x="551" y="361"/>
                  </a:lnTo>
                  <a:lnTo>
                    <a:pt x="499" y="369"/>
                  </a:lnTo>
                  <a:lnTo>
                    <a:pt x="316" y="344"/>
                  </a:lnTo>
                  <a:lnTo>
                    <a:pt x="198" y="3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9339655" y="2147506"/>
              <a:ext cx="1462" cy="360"/>
            </a:xfrm>
            <a:custGeom>
              <a:avLst/>
              <a:pathLst>
                <a:path w="1462" h="360">
                  <a:moveTo>
                    <a:pt x="1462" y="275"/>
                  </a:moveTo>
                  <a:lnTo>
                    <a:pt x="1460" y="283"/>
                  </a:lnTo>
                  <a:lnTo>
                    <a:pt x="1442" y="294"/>
                  </a:lnTo>
                  <a:lnTo>
                    <a:pt x="1317" y="304"/>
                  </a:lnTo>
                  <a:lnTo>
                    <a:pt x="1283" y="306"/>
                  </a:lnTo>
                  <a:lnTo>
                    <a:pt x="1176" y="277"/>
                  </a:lnTo>
                  <a:lnTo>
                    <a:pt x="1114" y="238"/>
                  </a:lnTo>
                  <a:lnTo>
                    <a:pt x="1094" y="215"/>
                  </a:lnTo>
                  <a:lnTo>
                    <a:pt x="482" y="237"/>
                  </a:lnTo>
                  <a:lnTo>
                    <a:pt x="391" y="275"/>
                  </a:lnTo>
                  <a:lnTo>
                    <a:pt x="373" y="318"/>
                  </a:lnTo>
                  <a:lnTo>
                    <a:pt x="348" y="345"/>
                  </a:lnTo>
                  <a:lnTo>
                    <a:pt x="322" y="357"/>
                  </a:lnTo>
                  <a:lnTo>
                    <a:pt x="292" y="360"/>
                  </a:lnTo>
                  <a:lnTo>
                    <a:pt x="0" y="215"/>
                  </a:lnTo>
                  <a:lnTo>
                    <a:pt x="60" y="8"/>
                  </a:lnTo>
                  <a:lnTo>
                    <a:pt x="71" y="0"/>
                  </a:lnTo>
                  <a:lnTo>
                    <a:pt x="319" y="49"/>
                  </a:lnTo>
                  <a:lnTo>
                    <a:pt x="505" y="107"/>
                  </a:lnTo>
                  <a:lnTo>
                    <a:pt x="624" y="135"/>
                  </a:lnTo>
                  <a:lnTo>
                    <a:pt x="884" y="143"/>
                  </a:lnTo>
                  <a:lnTo>
                    <a:pt x="1046" y="137"/>
                  </a:lnTo>
                  <a:lnTo>
                    <a:pt x="1187" y="109"/>
                  </a:lnTo>
                  <a:lnTo>
                    <a:pt x="1307" y="112"/>
                  </a:lnTo>
                  <a:lnTo>
                    <a:pt x="1455" y="229"/>
                  </a:lnTo>
                  <a:lnTo>
                    <a:pt x="1462" y="27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9351240" y="2149254"/>
              <a:ext cx="438" cy="424"/>
            </a:xfrm>
            <a:custGeom>
              <a:avLst/>
              <a:pathLst>
                <a:path w="438" h="424">
                  <a:moveTo>
                    <a:pt x="173" y="379"/>
                  </a:moveTo>
                  <a:lnTo>
                    <a:pt x="73" y="424"/>
                  </a:lnTo>
                  <a:lnTo>
                    <a:pt x="37" y="413"/>
                  </a:lnTo>
                  <a:lnTo>
                    <a:pt x="0" y="317"/>
                  </a:lnTo>
                  <a:lnTo>
                    <a:pt x="89" y="98"/>
                  </a:lnTo>
                  <a:lnTo>
                    <a:pt x="141" y="28"/>
                  </a:lnTo>
                  <a:lnTo>
                    <a:pt x="185" y="9"/>
                  </a:lnTo>
                  <a:lnTo>
                    <a:pt x="251" y="0"/>
                  </a:lnTo>
                  <a:lnTo>
                    <a:pt x="438" y="50"/>
                  </a:lnTo>
                  <a:lnTo>
                    <a:pt x="173" y="37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9338590" y="2144647"/>
              <a:ext cx="1907" cy="1717"/>
            </a:xfrm>
            <a:custGeom>
              <a:avLst/>
              <a:pathLst>
                <a:path w="1907" h="1717">
                  <a:moveTo>
                    <a:pt x="1111" y="967"/>
                  </a:moveTo>
                  <a:lnTo>
                    <a:pt x="1116" y="980"/>
                  </a:lnTo>
                  <a:lnTo>
                    <a:pt x="1110" y="988"/>
                  </a:lnTo>
                  <a:lnTo>
                    <a:pt x="1099" y="995"/>
                  </a:lnTo>
                  <a:lnTo>
                    <a:pt x="1086" y="1007"/>
                  </a:lnTo>
                  <a:lnTo>
                    <a:pt x="1076" y="1024"/>
                  </a:lnTo>
                  <a:lnTo>
                    <a:pt x="1068" y="1035"/>
                  </a:lnTo>
                  <a:lnTo>
                    <a:pt x="1059" y="1037"/>
                  </a:lnTo>
                  <a:lnTo>
                    <a:pt x="1051" y="1037"/>
                  </a:lnTo>
                  <a:lnTo>
                    <a:pt x="1042" y="1034"/>
                  </a:lnTo>
                  <a:lnTo>
                    <a:pt x="1032" y="1028"/>
                  </a:lnTo>
                  <a:lnTo>
                    <a:pt x="1014" y="1010"/>
                  </a:lnTo>
                  <a:lnTo>
                    <a:pt x="1012" y="1005"/>
                  </a:lnTo>
                  <a:lnTo>
                    <a:pt x="1006" y="1004"/>
                  </a:lnTo>
                  <a:lnTo>
                    <a:pt x="1000" y="998"/>
                  </a:lnTo>
                  <a:lnTo>
                    <a:pt x="991" y="994"/>
                  </a:lnTo>
                  <a:lnTo>
                    <a:pt x="983" y="982"/>
                  </a:lnTo>
                  <a:lnTo>
                    <a:pt x="976" y="965"/>
                  </a:lnTo>
                  <a:lnTo>
                    <a:pt x="964" y="949"/>
                  </a:lnTo>
                  <a:lnTo>
                    <a:pt x="947" y="947"/>
                  </a:lnTo>
                  <a:lnTo>
                    <a:pt x="939" y="952"/>
                  </a:lnTo>
                  <a:lnTo>
                    <a:pt x="930" y="956"/>
                  </a:lnTo>
                  <a:lnTo>
                    <a:pt x="922" y="954"/>
                  </a:lnTo>
                  <a:lnTo>
                    <a:pt x="908" y="952"/>
                  </a:lnTo>
                  <a:lnTo>
                    <a:pt x="895" y="958"/>
                  </a:lnTo>
                  <a:lnTo>
                    <a:pt x="886" y="960"/>
                  </a:lnTo>
                  <a:lnTo>
                    <a:pt x="876" y="958"/>
                  </a:lnTo>
                  <a:lnTo>
                    <a:pt x="869" y="958"/>
                  </a:lnTo>
                  <a:lnTo>
                    <a:pt x="864" y="959"/>
                  </a:lnTo>
                  <a:lnTo>
                    <a:pt x="860" y="968"/>
                  </a:lnTo>
                  <a:lnTo>
                    <a:pt x="864" y="976"/>
                  </a:lnTo>
                  <a:lnTo>
                    <a:pt x="874" y="980"/>
                  </a:lnTo>
                  <a:lnTo>
                    <a:pt x="903" y="988"/>
                  </a:lnTo>
                  <a:lnTo>
                    <a:pt x="910" y="989"/>
                  </a:lnTo>
                  <a:lnTo>
                    <a:pt x="915" y="990"/>
                  </a:lnTo>
                  <a:lnTo>
                    <a:pt x="921" y="991"/>
                  </a:lnTo>
                  <a:lnTo>
                    <a:pt x="925" y="1000"/>
                  </a:lnTo>
                  <a:lnTo>
                    <a:pt x="918" y="1005"/>
                  </a:lnTo>
                  <a:lnTo>
                    <a:pt x="913" y="1006"/>
                  </a:lnTo>
                  <a:lnTo>
                    <a:pt x="906" y="1011"/>
                  </a:lnTo>
                  <a:lnTo>
                    <a:pt x="891" y="1016"/>
                  </a:lnTo>
                  <a:lnTo>
                    <a:pt x="875" y="1011"/>
                  </a:lnTo>
                  <a:lnTo>
                    <a:pt x="849" y="1021"/>
                  </a:lnTo>
                  <a:lnTo>
                    <a:pt x="835" y="1029"/>
                  </a:lnTo>
                  <a:lnTo>
                    <a:pt x="833" y="1036"/>
                  </a:lnTo>
                  <a:lnTo>
                    <a:pt x="836" y="1046"/>
                  </a:lnTo>
                  <a:lnTo>
                    <a:pt x="847" y="1047"/>
                  </a:lnTo>
                  <a:lnTo>
                    <a:pt x="856" y="1052"/>
                  </a:lnTo>
                  <a:lnTo>
                    <a:pt x="863" y="1068"/>
                  </a:lnTo>
                  <a:lnTo>
                    <a:pt x="869" y="1076"/>
                  </a:lnTo>
                  <a:lnTo>
                    <a:pt x="892" y="1090"/>
                  </a:lnTo>
                  <a:lnTo>
                    <a:pt x="909" y="1095"/>
                  </a:lnTo>
                  <a:lnTo>
                    <a:pt x="930" y="1096"/>
                  </a:lnTo>
                  <a:lnTo>
                    <a:pt x="962" y="1100"/>
                  </a:lnTo>
                  <a:lnTo>
                    <a:pt x="971" y="1108"/>
                  </a:lnTo>
                  <a:lnTo>
                    <a:pt x="980" y="1115"/>
                  </a:lnTo>
                  <a:lnTo>
                    <a:pt x="995" y="1123"/>
                  </a:lnTo>
                  <a:lnTo>
                    <a:pt x="1001" y="1132"/>
                  </a:lnTo>
                  <a:lnTo>
                    <a:pt x="1006" y="1142"/>
                  </a:lnTo>
                  <a:lnTo>
                    <a:pt x="1010" y="1147"/>
                  </a:lnTo>
                  <a:lnTo>
                    <a:pt x="1014" y="1148"/>
                  </a:lnTo>
                  <a:lnTo>
                    <a:pt x="1023" y="1150"/>
                  </a:lnTo>
                  <a:lnTo>
                    <a:pt x="1029" y="1150"/>
                  </a:lnTo>
                  <a:lnTo>
                    <a:pt x="1040" y="1149"/>
                  </a:lnTo>
                  <a:lnTo>
                    <a:pt x="1047" y="1148"/>
                  </a:lnTo>
                  <a:lnTo>
                    <a:pt x="1060" y="1142"/>
                  </a:lnTo>
                  <a:lnTo>
                    <a:pt x="1073" y="1134"/>
                  </a:lnTo>
                  <a:lnTo>
                    <a:pt x="1082" y="1140"/>
                  </a:lnTo>
                  <a:lnTo>
                    <a:pt x="1087" y="1149"/>
                  </a:lnTo>
                  <a:lnTo>
                    <a:pt x="1093" y="1171"/>
                  </a:lnTo>
                  <a:lnTo>
                    <a:pt x="1096" y="1177"/>
                  </a:lnTo>
                  <a:lnTo>
                    <a:pt x="1103" y="1181"/>
                  </a:lnTo>
                  <a:lnTo>
                    <a:pt x="1129" y="1181"/>
                  </a:lnTo>
                  <a:lnTo>
                    <a:pt x="1146" y="1175"/>
                  </a:lnTo>
                  <a:lnTo>
                    <a:pt x="1160" y="1174"/>
                  </a:lnTo>
                  <a:lnTo>
                    <a:pt x="1166" y="1179"/>
                  </a:lnTo>
                  <a:lnTo>
                    <a:pt x="1170" y="1191"/>
                  </a:lnTo>
                  <a:lnTo>
                    <a:pt x="1178" y="1213"/>
                  </a:lnTo>
                  <a:lnTo>
                    <a:pt x="1181" y="1229"/>
                  </a:lnTo>
                  <a:lnTo>
                    <a:pt x="1184" y="1248"/>
                  </a:lnTo>
                  <a:lnTo>
                    <a:pt x="1181" y="1262"/>
                  </a:lnTo>
                  <a:lnTo>
                    <a:pt x="1174" y="1281"/>
                  </a:lnTo>
                  <a:lnTo>
                    <a:pt x="1173" y="1288"/>
                  </a:lnTo>
                  <a:lnTo>
                    <a:pt x="1171" y="1295"/>
                  </a:lnTo>
                  <a:lnTo>
                    <a:pt x="1171" y="1304"/>
                  </a:lnTo>
                  <a:lnTo>
                    <a:pt x="1175" y="1316"/>
                  </a:lnTo>
                  <a:lnTo>
                    <a:pt x="1183" y="1319"/>
                  </a:lnTo>
                  <a:lnTo>
                    <a:pt x="1191" y="1316"/>
                  </a:lnTo>
                  <a:lnTo>
                    <a:pt x="1199" y="1309"/>
                  </a:lnTo>
                  <a:lnTo>
                    <a:pt x="1208" y="1302"/>
                  </a:lnTo>
                  <a:lnTo>
                    <a:pt x="1228" y="1294"/>
                  </a:lnTo>
                  <a:lnTo>
                    <a:pt x="1243" y="1287"/>
                  </a:lnTo>
                  <a:lnTo>
                    <a:pt x="1270" y="1252"/>
                  </a:lnTo>
                  <a:lnTo>
                    <a:pt x="1278" y="1222"/>
                  </a:lnTo>
                  <a:lnTo>
                    <a:pt x="1281" y="1189"/>
                  </a:lnTo>
                  <a:lnTo>
                    <a:pt x="1288" y="1187"/>
                  </a:lnTo>
                  <a:lnTo>
                    <a:pt x="1298" y="1194"/>
                  </a:lnTo>
                  <a:lnTo>
                    <a:pt x="1305" y="1198"/>
                  </a:lnTo>
                  <a:lnTo>
                    <a:pt x="1311" y="1201"/>
                  </a:lnTo>
                  <a:lnTo>
                    <a:pt x="1318" y="1202"/>
                  </a:lnTo>
                  <a:lnTo>
                    <a:pt x="1328" y="1201"/>
                  </a:lnTo>
                  <a:lnTo>
                    <a:pt x="1340" y="1194"/>
                  </a:lnTo>
                  <a:lnTo>
                    <a:pt x="1347" y="1189"/>
                  </a:lnTo>
                  <a:lnTo>
                    <a:pt x="1358" y="1196"/>
                  </a:lnTo>
                  <a:lnTo>
                    <a:pt x="1377" y="1200"/>
                  </a:lnTo>
                  <a:lnTo>
                    <a:pt x="1399" y="1199"/>
                  </a:lnTo>
                  <a:lnTo>
                    <a:pt x="1407" y="1206"/>
                  </a:lnTo>
                  <a:lnTo>
                    <a:pt x="1418" y="1186"/>
                  </a:lnTo>
                  <a:lnTo>
                    <a:pt x="1427" y="1161"/>
                  </a:lnTo>
                  <a:lnTo>
                    <a:pt x="1439" y="1147"/>
                  </a:lnTo>
                  <a:lnTo>
                    <a:pt x="1445" y="1138"/>
                  </a:lnTo>
                  <a:lnTo>
                    <a:pt x="1452" y="1136"/>
                  </a:lnTo>
                  <a:lnTo>
                    <a:pt x="1461" y="1136"/>
                  </a:lnTo>
                  <a:lnTo>
                    <a:pt x="1472" y="1140"/>
                  </a:lnTo>
                  <a:lnTo>
                    <a:pt x="1482" y="1146"/>
                  </a:lnTo>
                  <a:lnTo>
                    <a:pt x="1493" y="1157"/>
                  </a:lnTo>
                  <a:lnTo>
                    <a:pt x="1499" y="1160"/>
                  </a:lnTo>
                  <a:lnTo>
                    <a:pt x="1516" y="1168"/>
                  </a:lnTo>
                  <a:lnTo>
                    <a:pt x="1520" y="1181"/>
                  </a:lnTo>
                  <a:lnTo>
                    <a:pt x="1522" y="1195"/>
                  </a:lnTo>
                  <a:lnTo>
                    <a:pt x="1523" y="1204"/>
                  </a:lnTo>
                  <a:lnTo>
                    <a:pt x="1527" y="1206"/>
                  </a:lnTo>
                  <a:lnTo>
                    <a:pt x="1543" y="1208"/>
                  </a:lnTo>
                  <a:lnTo>
                    <a:pt x="1558" y="1208"/>
                  </a:lnTo>
                  <a:lnTo>
                    <a:pt x="1565" y="1206"/>
                  </a:lnTo>
                  <a:lnTo>
                    <a:pt x="1574" y="1204"/>
                  </a:lnTo>
                  <a:lnTo>
                    <a:pt x="1591" y="1204"/>
                  </a:lnTo>
                  <a:lnTo>
                    <a:pt x="1605" y="1206"/>
                  </a:lnTo>
                  <a:lnTo>
                    <a:pt x="1613" y="1208"/>
                  </a:lnTo>
                  <a:lnTo>
                    <a:pt x="1627" y="1213"/>
                  </a:lnTo>
                  <a:lnTo>
                    <a:pt x="1644" y="1216"/>
                  </a:lnTo>
                  <a:lnTo>
                    <a:pt x="1652" y="1212"/>
                  </a:lnTo>
                  <a:lnTo>
                    <a:pt x="1670" y="1206"/>
                  </a:lnTo>
                  <a:lnTo>
                    <a:pt x="1681" y="1208"/>
                  </a:lnTo>
                  <a:lnTo>
                    <a:pt x="1702" y="1226"/>
                  </a:lnTo>
                  <a:lnTo>
                    <a:pt x="1705" y="1236"/>
                  </a:lnTo>
                  <a:lnTo>
                    <a:pt x="1697" y="1246"/>
                  </a:lnTo>
                  <a:lnTo>
                    <a:pt x="1693" y="1263"/>
                  </a:lnTo>
                  <a:lnTo>
                    <a:pt x="1684" y="1283"/>
                  </a:lnTo>
                  <a:lnTo>
                    <a:pt x="1672" y="1297"/>
                  </a:lnTo>
                  <a:lnTo>
                    <a:pt x="1661" y="1310"/>
                  </a:lnTo>
                  <a:lnTo>
                    <a:pt x="1643" y="1317"/>
                  </a:lnTo>
                  <a:lnTo>
                    <a:pt x="1630" y="1322"/>
                  </a:lnTo>
                  <a:lnTo>
                    <a:pt x="1617" y="1331"/>
                  </a:lnTo>
                  <a:lnTo>
                    <a:pt x="1612" y="1351"/>
                  </a:lnTo>
                  <a:lnTo>
                    <a:pt x="1615" y="1363"/>
                  </a:lnTo>
                  <a:lnTo>
                    <a:pt x="1620" y="1366"/>
                  </a:lnTo>
                  <a:lnTo>
                    <a:pt x="1630" y="1358"/>
                  </a:lnTo>
                  <a:lnTo>
                    <a:pt x="1641" y="1364"/>
                  </a:lnTo>
                  <a:lnTo>
                    <a:pt x="1664" y="1362"/>
                  </a:lnTo>
                  <a:lnTo>
                    <a:pt x="1675" y="1351"/>
                  </a:lnTo>
                  <a:lnTo>
                    <a:pt x="1681" y="1347"/>
                  </a:lnTo>
                  <a:lnTo>
                    <a:pt x="1699" y="1356"/>
                  </a:lnTo>
                  <a:lnTo>
                    <a:pt x="1714" y="1365"/>
                  </a:lnTo>
                  <a:lnTo>
                    <a:pt x="1721" y="1367"/>
                  </a:lnTo>
                  <a:lnTo>
                    <a:pt x="1734" y="1363"/>
                  </a:lnTo>
                  <a:lnTo>
                    <a:pt x="1749" y="1362"/>
                  </a:lnTo>
                  <a:lnTo>
                    <a:pt x="1770" y="1365"/>
                  </a:lnTo>
                  <a:lnTo>
                    <a:pt x="1788" y="1374"/>
                  </a:lnTo>
                  <a:lnTo>
                    <a:pt x="1809" y="1386"/>
                  </a:lnTo>
                  <a:lnTo>
                    <a:pt x="1839" y="1399"/>
                  </a:lnTo>
                  <a:lnTo>
                    <a:pt x="1869" y="1409"/>
                  </a:lnTo>
                  <a:lnTo>
                    <a:pt x="1891" y="1415"/>
                  </a:lnTo>
                  <a:lnTo>
                    <a:pt x="1904" y="1422"/>
                  </a:lnTo>
                  <a:lnTo>
                    <a:pt x="1906" y="1441"/>
                  </a:lnTo>
                  <a:lnTo>
                    <a:pt x="1906" y="1459"/>
                  </a:lnTo>
                  <a:lnTo>
                    <a:pt x="1907" y="1481"/>
                  </a:lnTo>
                  <a:lnTo>
                    <a:pt x="1900" y="1501"/>
                  </a:lnTo>
                  <a:lnTo>
                    <a:pt x="1885" y="1502"/>
                  </a:lnTo>
                  <a:lnTo>
                    <a:pt x="1878" y="1504"/>
                  </a:lnTo>
                  <a:lnTo>
                    <a:pt x="1868" y="1511"/>
                  </a:lnTo>
                  <a:lnTo>
                    <a:pt x="1863" y="1518"/>
                  </a:lnTo>
                  <a:lnTo>
                    <a:pt x="1860" y="1532"/>
                  </a:lnTo>
                  <a:lnTo>
                    <a:pt x="1858" y="1546"/>
                  </a:lnTo>
                  <a:lnTo>
                    <a:pt x="1851" y="1562"/>
                  </a:lnTo>
                  <a:lnTo>
                    <a:pt x="1834" y="1587"/>
                  </a:lnTo>
                  <a:lnTo>
                    <a:pt x="1826" y="1591"/>
                  </a:lnTo>
                  <a:lnTo>
                    <a:pt x="1810" y="1589"/>
                  </a:lnTo>
                  <a:lnTo>
                    <a:pt x="1799" y="1581"/>
                  </a:lnTo>
                  <a:lnTo>
                    <a:pt x="1780" y="1568"/>
                  </a:lnTo>
                  <a:lnTo>
                    <a:pt x="1770" y="1562"/>
                  </a:lnTo>
                  <a:lnTo>
                    <a:pt x="1761" y="1560"/>
                  </a:lnTo>
                  <a:lnTo>
                    <a:pt x="1756" y="1560"/>
                  </a:lnTo>
                  <a:lnTo>
                    <a:pt x="1749" y="1562"/>
                  </a:lnTo>
                  <a:lnTo>
                    <a:pt x="1741" y="1568"/>
                  </a:lnTo>
                  <a:lnTo>
                    <a:pt x="1734" y="1573"/>
                  </a:lnTo>
                  <a:lnTo>
                    <a:pt x="1726" y="1576"/>
                  </a:lnTo>
                  <a:lnTo>
                    <a:pt x="1716" y="1580"/>
                  </a:lnTo>
                  <a:lnTo>
                    <a:pt x="1698" y="1567"/>
                  </a:lnTo>
                  <a:lnTo>
                    <a:pt x="1697" y="1582"/>
                  </a:lnTo>
                  <a:lnTo>
                    <a:pt x="1683" y="1584"/>
                  </a:lnTo>
                  <a:lnTo>
                    <a:pt x="1671" y="1586"/>
                  </a:lnTo>
                  <a:lnTo>
                    <a:pt x="1666" y="1595"/>
                  </a:lnTo>
                  <a:lnTo>
                    <a:pt x="1667" y="1605"/>
                  </a:lnTo>
                  <a:lnTo>
                    <a:pt x="1676" y="1609"/>
                  </a:lnTo>
                  <a:lnTo>
                    <a:pt x="1694" y="1613"/>
                  </a:lnTo>
                  <a:lnTo>
                    <a:pt x="1719" y="1611"/>
                  </a:lnTo>
                  <a:lnTo>
                    <a:pt x="1736" y="1611"/>
                  </a:lnTo>
                  <a:lnTo>
                    <a:pt x="1741" y="1618"/>
                  </a:lnTo>
                  <a:lnTo>
                    <a:pt x="1741" y="1627"/>
                  </a:lnTo>
                  <a:lnTo>
                    <a:pt x="1741" y="1638"/>
                  </a:lnTo>
                  <a:lnTo>
                    <a:pt x="1749" y="1648"/>
                  </a:lnTo>
                  <a:lnTo>
                    <a:pt x="1759" y="1655"/>
                  </a:lnTo>
                  <a:lnTo>
                    <a:pt x="1766" y="1670"/>
                  </a:lnTo>
                  <a:lnTo>
                    <a:pt x="1763" y="1679"/>
                  </a:lnTo>
                  <a:lnTo>
                    <a:pt x="1753" y="1689"/>
                  </a:lnTo>
                  <a:lnTo>
                    <a:pt x="1740" y="1702"/>
                  </a:lnTo>
                  <a:lnTo>
                    <a:pt x="1724" y="1713"/>
                  </a:lnTo>
                  <a:lnTo>
                    <a:pt x="1686" y="1717"/>
                  </a:lnTo>
                  <a:lnTo>
                    <a:pt x="1588" y="1689"/>
                  </a:lnTo>
                  <a:lnTo>
                    <a:pt x="1383" y="1652"/>
                  </a:lnTo>
                  <a:lnTo>
                    <a:pt x="1180" y="1609"/>
                  </a:lnTo>
                  <a:lnTo>
                    <a:pt x="1114" y="1593"/>
                  </a:lnTo>
                  <a:lnTo>
                    <a:pt x="1096" y="1590"/>
                  </a:lnTo>
                  <a:lnTo>
                    <a:pt x="1083" y="1582"/>
                  </a:lnTo>
                  <a:lnTo>
                    <a:pt x="1072" y="1563"/>
                  </a:lnTo>
                  <a:lnTo>
                    <a:pt x="1063" y="1559"/>
                  </a:lnTo>
                  <a:lnTo>
                    <a:pt x="1059" y="1556"/>
                  </a:lnTo>
                  <a:lnTo>
                    <a:pt x="1054" y="1556"/>
                  </a:lnTo>
                  <a:lnTo>
                    <a:pt x="1038" y="1561"/>
                  </a:lnTo>
                  <a:lnTo>
                    <a:pt x="1019" y="1574"/>
                  </a:lnTo>
                  <a:lnTo>
                    <a:pt x="1010" y="1581"/>
                  </a:lnTo>
                  <a:lnTo>
                    <a:pt x="994" y="1575"/>
                  </a:lnTo>
                  <a:lnTo>
                    <a:pt x="987" y="1575"/>
                  </a:lnTo>
                  <a:lnTo>
                    <a:pt x="976" y="1571"/>
                  </a:lnTo>
                  <a:lnTo>
                    <a:pt x="968" y="1571"/>
                  </a:lnTo>
                  <a:lnTo>
                    <a:pt x="963" y="1574"/>
                  </a:lnTo>
                  <a:lnTo>
                    <a:pt x="957" y="1575"/>
                  </a:lnTo>
                  <a:lnTo>
                    <a:pt x="951" y="1571"/>
                  </a:lnTo>
                  <a:lnTo>
                    <a:pt x="950" y="1564"/>
                  </a:lnTo>
                  <a:lnTo>
                    <a:pt x="949" y="1555"/>
                  </a:lnTo>
                  <a:lnTo>
                    <a:pt x="949" y="1544"/>
                  </a:lnTo>
                  <a:lnTo>
                    <a:pt x="949" y="1538"/>
                  </a:lnTo>
                  <a:lnTo>
                    <a:pt x="950" y="1533"/>
                  </a:lnTo>
                  <a:lnTo>
                    <a:pt x="952" y="1527"/>
                  </a:lnTo>
                  <a:lnTo>
                    <a:pt x="952" y="1519"/>
                  </a:lnTo>
                  <a:lnTo>
                    <a:pt x="952" y="1513"/>
                  </a:lnTo>
                  <a:lnTo>
                    <a:pt x="948" y="1504"/>
                  </a:lnTo>
                  <a:lnTo>
                    <a:pt x="943" y="1498"/>
                  </a:lnTo>
                  <a:lnTo>
                    <a:pt x="917" y="1503"/>
                  </a:lnTo>
                  <a:lnTo>
                    <a:pt x="902" y="1516"/>
                  </a:lnTo>
                  <a:lnTo>
                    <a:pt x="883" y="1528"/>
                  </a:lnTo>
                  <a:lnTo>
                    <a:pt x="871" y="1526"/>
                  </a:lnTo>
                  <a:lnTo>
                    <a:pt x="852" y="1517"/>
                  </a:lnTo>
                  <a:lnTo>
                    <a:pt x="839" y="1514"/>
                  </a:lnTo>
                  <a:lnTo>
                    <a:pt x="827" y="1496"/>
                  </a:lnTo>
                  <a:lnTo>
                    <a:pt x="817" y="1468"/>
                  </a:lnTo>
                  <a:lnTo>
                    <a:pt x="805" y="1453"/>
                  </a:lnTo>
                  <a:lnTo>
                    <a:pt x="772" y="1426"/>
                  </a:lnTo>
                  <a:lnTo>
                    <a:pt x="751" y="1406"/>
                  </a:lnTo>
                  <a:lnTo>
                    <a:pt x="721" y="1388"/>
                  </a:lnTo>
                  <a:lnTo>
                    <a:pt x="698" y="1382"/>
                  </a:lnTo>
                  <a:lnTo>
                    <a:pt x="670" y="1382"/>
                  </a:lnTo>
                  <a:lnTo>
                    <a:pt x="650" y="1384"/>
                  </a:lnTo>
                  <a:lnTo>
                    <a:pt x="634" y="1378"/>
                  </a:lnTo>
                  <a:lnTo>
                    <a:pt x="609" y="1369"/>
                  </a:lnTo>
                  <a:lnTo>
                    <a:pt x="586" y="1378"/>
                  </a:lnTo>
                  <a:lnTo>
                    <a:pt x="567" y="1378"/>
                  </a:lnTo>
                  <a:lnTo>
                    <a:pt x="546" y="1377"/>
                  </a:lnTo>
                  <a:lnTo>
                    <a:pt x="491" y="1407"/>
                  </a:lnTo>
                  <a:lnTo>
                    <a:pt x="403" y="1348"/>
                  </a:lnTo>
                  <a:lnTo>
                    <a:pt x="224" y="1226"/>
                  </a:lnTo>
                  <a:lnTo>
                    <a:pt x="142" y="1170"/>
                  </a:lnTo>
                  <a:lnTo>
                    <a:pt x="254" y="1118"/>
                  </a:lnTo>
                  <a:lnTo>
                    <a:pt x="202" y="1066"/>
                  </a:lnTo>
                  <a:lnTo>
                    <a:pt x="226" y="1041"/>
                  </a:lnTo>
                  <a:lnTo>
                    <a:pt x="177" y="999"/>
                  </a:lnTo>
                  <a:lnTo>
                    <a:pt x="199" y="967"/>
                  </a:lnTo>
                  <a:lnTo>
                    <a:pt x="156" y="926"/>
                  </a:lnTo>
                  <a:lnTo>
                    <a:pt x="158" y="907"/>
                  </a:lnTo>
                  <a:lnTo>
                    <a:pt x="191" y="880"/>
                  </a:lnTo>
                  <a:lnTo>
                    <a:pt x="174" y="855"/>
                  </a:lnTo>
                  <a:lnTo>
                    <a:pt x="191" y="841"/>
                  </a:lnTo>
                  <a:lnTo>
                    <a:pt x="316" y="805"/>
                  </a:lnTo>
                  <a:lnTo>
                    <a:pt x="311" y="776"/>
                  </a:lnTo>
                  <a:lnTo>
                    <a:pt x="281" y="735"/>
                  </a:lnTo>
                  <a:lnTo>
                    <a:pt x="0" y="350"/>
                  </a:lnTo>
                  <a:lnTo>
                    <a:pt x="4" y="313"/>
                  </a:lnTo>
                  <a:lnTo>
                    <a:pt x="19" y="251"/>
                  </a:lnTo>
                  <a:lnTo>
                    <a:pt x="34" y="189"/>
                  </a:lnTo>
                  <a:lnTo>
                    <a:pt x="54" y="166"/>
                  </a:lnTo>
                  <a:lnTo>
                    <a:pt x="111" y="117"/>
                  </a:lnTo>
                  <a:lnTo>
                    <a:pt x="414" y="25"/>
                  </a:lnTo>
                  <a:lnTo>
                    <a:pt x="501" y="0"/>
                  </a:lnTo>
                  <a:lnTo>
                    <a:pt x="596" y="33"/>
                  </a:lnTo>
                  <a:lnTo>
                    <a:pt x="840" y="182"/>
                  </a:lnTo>
                  <a:lnTo>
                    <a:pt x="1105" y="343"/>
                  </a:lnTo>
                  <a:lnTo>
                    <a:pt x="1131" y="380"/>
                  </a:lnTo>
                  <a:lnTo>
                    <a:pt x="940" y="546"/>
                  </a:lnTo>
                  <a:lnTo>
                    <a:pt x="897" y="583"/>
                  </a:lnTo>
                  <a:lnTo>
                    <a:pt x="911" y="593"/>
                  </a:lnTo>
                  <a:lnTo>
                    <a:pt x="923" y="603"/>
                  </a:lnTo>
                  <a:lnTo>
                    <a:pt x="938" y="613"/>
                  </a:lnTo>
                  <a:lnTo>
                    <a:pt x="958" y="620"/>
                  </a:lnTo>
                  <a:lnTo>
                    <a:pt x="977" y="637"/>
                  </a:lnTo>
                  <a:lnTo>
                    <a:pt x="983" y="650"/>
                  </a:lnTo>
                  <a:lnTo>
                    <a:pt x="989" y="666"/>
                  </a:lnTo>
                  <a:lnTo>
                    <a:pt x="995" y="687"/>
                  </a:lnTo>
                  <a:lnTo>
                    <a:pt x="1011" y="714"/>
                  </a:lnTo>
                  <a:lnTo>
                    <a:pt x="1047" y="781"/>
                  </a:lnTo>
                  <a:lnTo>
                    <a:pt x="1064" y="804"/>
                  </a:lnTo>
                  <a:lnTo>
                    <a:pt x="1076" y="823"/>
                  </a:lnTo>
                  <a:lnTo>
                    <a:pt x="1076" y="841"/>
                  </a:lnTo>
                  <a:lnTo>
                    <a:pt x="1080" y="848"/>
                  </a:lnTo>
                  <a:lnTo>
                    <a:pt x="1093" y="861"/>
                  </a:lnTo>
                  <a:lnTo>
                    <a:pt x="1099" y="871"/>
                  </a:lnTo>
                  <a:lnTo>
                    <a:pt x="1110" y="878"/>
                  </a:lnTo>
                  <a:lnTo>
                    <a:pt x="1125" y="888"/>
                  </a:lnTo>
                  <a:lnTo>
                    <a:pt x="1130" y="900"/>
                  </a:lnTo>
                  <a:lnTo>
                    <a:pt x="1129" y="917"/>
                  </a:lnTo>
                  <a:lnTo>
                    <a:pt x="1124" y="929"/>
                  </a:lnTo>
                  <a:lnTo>
                    <a:pt x="1112" y="951"/>
                  </a:lnTo>
                  <a:lnTo>
                    <a:pt x="1111" y="96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9349769" y="2146014"/>
              <a:ext cx="1919" cy="1638"/>
            </a:xfrm>
            <a:custGeom>
              <a:avLst/>
              <a:pathLst>
                <a:path w="1919" h="1638">
                  <a:moveTo>
                    <a:pt x="1136" y="1085"/>
                  </a:moveTo>
                  <a:lnTo>
                    <a:pt x="942" y="1279"/>
                  </a:lnTo>
                  <a:lnTo>
                    <a:pt x="794" y="1467"/>
                  </a:lnTo>
                  <a:lnTo>
                    <a:pt x="568" y="1421"/>
                  </a:lnTo>
                  <a:lnTo>
                    <a:pt x="574" y="1317"/>
                  </a:lnTo>
                  <a:lnTo>
                    <a:pt x="554" y="1209"/>
                  </a:lnTo>
                  <a:lnTo>
                    <a:pt x="496" y="1185"/>
                  </a:lnTo>
                  <a:lnTo>
                    <a:pt x="444" y="1216"/>
                  </a:lnTo>
                  <a:lnTo>
                    <a:pt x="380" y="1327"/>
                  </a:lnTo>
                  <a:lnTo>
                    <a:pt x="202" y="1638"/>
                  </a:lnTo>
                  <a:lnTo>
                    <a:pt x="111" y="1621"/>
                  </a:lnTo>
                  <a:lnTo>
                    <a:pt x="0" y="1601"/>
                  </a:lnTo>
                  <a:lnTo>
                    <a:pt x="128" y="1497"/>
                  </a:lnTo>
                  <a:lnTo>
                    <a:pt x="219" y="1324"/>
                  </a:lnTo>
                  <a:lnTo>
                    <a:pt x="182" y="1112"/>
                  </a:lnTo>
                  <a:lnTo>
                    <a:pt x="189" y="1092"/>
                  </a:lnTo>
                  <a:lnTo>
                    <a:pt x="207" y="1054"/>
                  </a:lnTo>
                  <a:lnTo>
                    <a:pt x="381" y="897"/>
                  </a:lnTo>
                  <a:lnTo>
                    <a:pt x="604" y="719"/>
                  </a:lnTo>
                  <a:lnTo>
                    <a:pt x="993" y="641"/>
                  </a:lnTo>
                  <a:lnTo>
                    <a:pt x="1084" y="625"/>
                  </a:lnTo>
                  <a:lnTo>
                    <a:pt x="1401" y="608"/>
                  </a:lnTo>
                  <a:lnTo>
                    <a:pt x="1407" y="608"/>
                  </a:lnTo>
                  <a:lnTo>
                    <a:pt x="1511" y="601"/>
                  </a:lnTo>
                  <a:lnTo>
                    <a:pt x="1781" y="523"/>
                  </a:lnTo>
                  <a:lnTo>
                    <a:pt x="1786" y="519"/>
                  </a:lnTo>
                  <a:lnTo>
                    <a:pt x="1794" y="513"/>
                  </a:lnTo>
                  <a:lnTo>
                    <a:pt x="1799" y="510"/>
                  </a:lnTo>
                  <a:lnTo>
                    <a:pt x="1844" y="430"/>
                  </a:lnTo>
                  <a:lnTo>
                    <a:pt x="1845" y="398"/>
                  </a:lnTo>
                  <a:lnTo>
                    <a:pt x="1816" y="363"/>
                  </a:lnTo>
                  <a:lnTo>
                    <a:pt x="1786" y="354"/>
                  </a:lnTo>
                  <a:lnTo>
                    <a:pt x="1752" y="329"/>
                  </a:lnTo>
                  <a:lnTo>
                    <a:pt x="1711" y="274"/>
                  </a:lnTo>
                  <a:lnTo>
                    <a:pt x="1709" y="265"/>
                  </a:lnTo>
                  <a:lnTo>
                    <a:pt x="1720" y="168"/>
                  </a:lnTo>
                  <a:lnTo>
                    <a:pt x="1736" y="33"/>
                  </a:lnTo>
                  <a:lnTo>
                    <a:pt x="1762" y="16"/>
                  </a:lnTo>
                  <a:lnTo>
                    <a:pt x="1789" y="3"/>
                  </a:lnTo>
                  <a:lnTo>
                    <a:pt x="1800" y="0"/>
                  </a:lnTo>
                  <a:lnTo>
                    <a:pt x="1853" y="14"/>
                  </a:lnTo>
                  <a:lnTo>
                    <a:pt x="1869" y="19"/>
                  </a:lnTo>
                  <a:lnTo>
                    <a:pt x="1919" y="62"/>
                  </a:lnTo>
                  <a:lnTo>
                    <a:pt x="1904" y="315"/>
                  </a:lnTo>
                  <a:lnTo>
                    <a:pt x="1902" y="343"/>
                  </a:lnTo>
                  <a:lnTo>
                    <a:pt x="1899" y="389"/>
                  </a:lnTo>
                  <a:lnTo>
                    <a:pt x="1877" y="562"/>
                  </a:lnTo>
                  <a:lnTo>
                    <a:pt x="1726" y="811"/>
                  </a:lnTo>
                  <a:lnTo>
                    <a:pt x="1667" y="873"/>
                  </a:lnTo>
                  <a:lnTo>
                    <a:pt x="1655" y="886"/>
                  </a:lnTo>
                  <a:lnTo>
                    <a:pt x="1453" y="1021"/>
                  </a:lnTo>
                  <a:lnTo>
                    <a:pt x="1303" y="1038"/>
                  </a:lnTo>
                  <a:lnTo>
                    <a:pt x="1287" y="1040"/>
                  </a:lnTo>
                  <a:lnTo>
                    <a:pt x="1136" y="10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9349586" y="2143615"/>
              <a:ext cx="1936" cy="1908"/>
            </a:xfrm>
            <a:custGeom>
              <a:avLst/>
              <a:pathLst>
                <a:path w="1936" h="1908">
                  <a:moveTo>
                    <a:pt x="876" y="225"/>
                  </a:moveTo>
                  <a:lnTo>
                    <a:pt x="893" y="301"/>
                  </a:lnTo>
                  <a:lnTo>
                    <a:pt x="1081" y="633"/>
                  </a:lnTo>
                  <a:lnTo>
                    <a:pt x="1089" y="647"/>
                  </a:lnTo>
                  <a:lnTo>
                    <a:pt x="1140" y="711"/>
                  </a:lnTo>
                  <a:lnTo>
                    <a:pt x="1184" y="733"/>
                  </a:lnTo>
                  <a:lnTo>
                    <a:pt x="1223" y="753"/>
                  </a:lnTo>
                  <a:lnTo>
                    <a:pt x="1376" y="777"/>
                  </a:lnTo>
                  <a:lnTo>
                    <a:pt x="1412" y="769"/>
                  </a:lnTo>
                  <a:lnTo>
                    <a:pt x="1467" y="757"/>
                  </a:lnTo>
                  <a:lnTo>
                    <a:pt x="1513" y="719"/>
                  </a:lnTo>
                  <a:lnTo>
                    <a:pt x="1554" y="665"/>
                  </a:lnTo>
                  <a:lnTo>
                    <a:pt x="1687" y="708"/>
                  </a:lnTo>
                  <a:lnTo>
                    <a:pt x="1936" y="813"/>
                  </a:lnTo>
                  <a:lnTo>
                    <a:pt x="1596" y="1209"/>
                  </a:lnTo>
                  <a:lnTo>
                    <a:pt x="1327" y="1476"/>
                  </a:lnTo>
                  <a:lnTo>
                    <a:pt x="1086" y="1700"/>
                  </a:lnTo>
                  <a:lnTo>
                    <a:pt x="979" y="1739"/>
                  </a:lnTo>
                  <a:lnTo>
                    <a:pt x="412" y="1908"/>
                  </a:lnTo>
                  <a:lnTo>
                    <a:pt x="280" y="1870"/>
                  </a:lnTo>
                  <a:lnTo>
                    <a:pt x="245" y="1847"/>
                  </a:lnTo>
                  <a:lnTo>
                    <a:pt x="216" y="1825"/>
                  </a:lnTo>
                  <a:lnTo>
                    <a:pt x="180" y="1770"/>
                  </a:lnTo>
                  <a:lnTo>
                    <a:pt x="157" y="1731"/>
                  </a:lnTo>
                  <a:lnTo>
                    <a:pt x="585" y="1417"/>
                  </a:lnTo>
                  <a:lnTo>
                    <a:pt x="633" y="1376"/>
                  </a:lnTo>
                  <a:lnTo>
                    <a:pt x="707" y="1226"/>
                  </a:lnTo>
                  <a:lnTo>
                    <a:pt x="582" y="1024"/>
                  </a:lnTo>
                  <a:lnTo>
                    <a:pt x="578" y="1003"/>
                  </a:lnTo>
                  <a:lnTo>
                    <a:pt x="812" y="784"/>
                  </a:lnTo>
                  <a:lnTo>
                    <a:pt x="821" y="750"/>
                  </a:lnTo>
                  <a:lnTo>
                    <a:pt x="809" y="730"/>
                  </a:lnTo>
                  <a:lnTo>
                    <a:pt x="771" y="705"/>
                  </a:lnTo>
                  <a:lnTo>
                    <a:pt x="370" y="739"/>
                  </a:lnTo>
                  <a:lnTo>
                    <a:pt x="227" y="812"/>
                  </a:lnTo>
                  <a:lnTo>
                    <a:pt x="48" y="881"/>
                  </a:lnTo>
                  <a:lnTo>
                    <a:pt x="28" y="870"/>
                  </a:lnTo>
                  <a:lnTo>
                    <a:pt x="0" y="676"/>
                  </a:lnTo>
                  <a:lnTo>
                    <a:pt x="8" y="629"/>
                  </a:lnTo>
                  <a:lnTo>
                    <a:pt x="59" y="592"/>
                  </a:lnTo>
                  <a:lnTo>
                    <a:pt x="208" y="613"/>
                  </a:lnTo>
                  <a:lnTo>
                    <a:pt x="249" y="633"/>
                  </a:lnTo>
                  <a:lnTo>
                    <a:pt x="271" y="655"/>
                  </a:lnTo>
                  <a:lnTo>
                    <a:pt x="304" y="661"/>
                  </a:lnTo>
                  <a:lnTo>
                    <a:pt x="410" y="651"/>
                  </a:lnTo>
                  <a:lnTo>
                    <a:pt x="462" y="639"/>
                  </a:lnTo>
                  <a:lnTo>
                    <a:pt x="789" y="340"/>
                  </a:lnTo>
                  <a:lnTo>
                    <a:pt x="798" y="299"/>
                  </a:lnTo>
                  <a:lnTo>
                    <a:pt x="798" y="255"/>
                  </a:lnTo>
                  <a:lnTo>
                    <a:pt x="743" y="213"/>
                  </a:lnTo>
                  <a:lnTo>
                    <a:pt x="697" y="206"/>
                  </a:lnTo>
                  <a:lnTo>
                    <a:pt x="652" y="164"/>
                  </a:lnTo>
                  <a:lnTo>
                    <a:pt x="672" y="132"/>
                  </a:lnTo>
                  <a:lnTo>
                    <a:pt x="707" y="103"/>
                  </a:lnTo>
                  <a:lnTo>
                    <a:pt x="1003" y="15"/>
                  </a:lnTo>
                  <a:lnTo>
                    <a:pt x="1044" y="12"/>
                  </a:lnTo>
                  <a:lnTo>
                    <a:pt x="1082" y="1"/>
                  </a:lnTo>
                  <a:lnTo>
                    <a:pt x="1093" y="0"/>
                  </a:lnTo>
                  <a:lnTo>
                    <a:pt x="1109" y="2"/>
                  </a:lnTo>
                  <a:lnTo>
                    <a:pt x="1123" y="10"/>
                  </a:lnTo>
                  <a:lnTo>
                    <a:pt x="1127" y="14"/>
                  </a:lnTo>
                  <a:lnTo>
                    <a:pt x="1127" y="21"/>
                  </a:lnTo>
                  <a:lnTo>
                    <a:pt x="1128" y="65"/>
                  </a:lnTo>
                  <a:lnTo>
                    <a:pt x="1124" y="70"/>
                  </a:lnTo>
                  <a:lnTo>
                    <a:pt x="1095" y="92"/>
                  </a:lnTo>
                  <a:lnTo>
                    <a:pt x="1032" y="139"/>
                  </a:lnTo>
                  <a:lnTo>
                    <a:pt x="904" y="209"/>
                  </a:lnTo>
                  <a:lnTo>
                    <a:pt x="876" y="2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9346915" y="2139264"/>
              <a:ext cx="493" cy="312"/>
            </a:xfrm>
            <a:custGeom>
              <a:avLst/>
              <a:pathLst>
                <a:path w="493" h="312">
                  <a:moveTo>
                    <a:pt x="161" y="282"/>
                  </a:moveTo>
                  <a:lnTo>
                    <a:pt x="74" y="312"/>
                  </a:lnTo>
                  <a:lnTo>
                    <a:pt x="36" y="281"/>
                  </a:lnTo>
                  <a:lnTo>
                    <a:pt x="0" y="220"/>
                  </a:lnTo>
                  <a:lnTo>
                    <a:pt x="47" y="162"/>
                  </a:lnTo>
                  <a:lnTo>
                    <a:pt x="140" y="95"/>
                  </a:lnTo>
                  <a:lnTo>
                    <a:pt x="145" y="91"/>
                  </a:lnTo>
                  <a:lnTo>
                    <a:pt x="271" y="25"/>
                  </a:lnTo>
                  <a:lnTo>
                    <a:pt x="360" y="7"/>
                  </a:lnTo>
                  <a:lnTo>
                    <a:pt x="372" y="0"/>
                  </a:lnTo>
                  <a:lnTo>
                    <a:pt x="385" y="5"/>
                  </a:lnTo>
                  <a:lnTo>
                    <a:pt x="486" y="46"/>
                  </a:lnTo>
                  <a:lnTo>
                    <a:pt x="492" y="61"/>
                  </a:lnTo>
                  <a:lnTo>
                    <a:pt x="493" y="127"/>
                  </a:lnTo>
                  <a:lnTo>
                    <a:pt x="486" y="139"/>
                  </a:lnTo>
                  <a:lnTo>
                    <a:pt x="161" y="2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9346753" y="2138864"/>
              <a:ext cx="793" cy="548"/>
            </a:xfrm>
            <a:custGeom>
              <a:avLst/>
              <a:pathLst>
                <a:path w="793" h="548">
                  <a:moveTo>
                    <a:pt x="749" y="266"/>
                  </a:moveTo>
                  <a:lnTo>
                    <a:pt x="664" y="358"/>
                  </a:lnTo>
                  <a:lnTo>
                    <a:pt x="633" y="365"/>
                  </a:lnTo>
                  <a:lnTo>
                    <a:pt x="616" y="359"/>
                  </a:lnTo>
                  <a:lnTo>
                    <a:pt x="556" y="328"/>
                  </a:lnTo>
                  <a:lnTo>
                    <a:pt x="552" y="306"/>
                  </a:lnTo>
                  <a:lnTo>
                    <a:pt x="430" y="318"/>
                  </a:lnTo>
                  <a:lnTo>
                    <a:pt x="236" y="467"/>
                  </a:lnTo>
                  <a:lnTo>
                    <a:pt x="83" y="533"/>
                  </a:lnTo>
                  <a:lnTo>
                    <a:pt x="13" y="548"/>
                  </a:lnTo>
                  <a:lnTo>
                    <a:pt x="0" y="482"/>
                  </a:lnTo>
                  <a:lnTo>
                    <a:pt x="90" y="294"/>
                  </a:lnTo>
                  <a:lnTo>
                    <a:pt x="127" y="286"/>
                  </a:lnTo>
                  <a:lnTo>
                    <a:pt x="298" y="283"/>
                  </a:lnTo>
                  <a:lnTo>
                    <a:pt x="308" y="282"/>
                  </a:lnTo>
                  <a:lnTo>
                    <a:pt x="332" y="255"/>
                  </a:lnTo>
                  <a:lnTo>
                    <a:pt x="389" y="191"/>
                  </a:lnTo>
                  <a:lnTo>
                    <a:pt x="407" y="120"/>
                  </a:lnTo>
                  <a:lnTo>
                    <a:pt x="410" y="109"/>
                  </a:lnTo>
                  <a:lnTo>
                    <a:pt x="439" y="0"/>
                  </a:lnTo>
                  <a:lnTo>
                    <a:pt x="622" y="34"/>
                  </a:lnTo>
                  <a:lnTo>
                    <a:pt x="793" y="127"/>
                  </a:lnTo>
                  <a:lnTo>
                    <a:pt x="767" y="216"/>
                  </a:lnTo>
                  <a:lnTo>
                    <a:pt x="749" y="2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9344979" y="2134256"/>
              <a:ext cx="1894" cy="1323"/>
            </a:xfrm>
            <a:custGeom>
              <a:avLst/>
              <a:pathLst>
                <a:path w="1894" h="1323">
                  <a:moveTo>
                    <a:pt x="1891" y="313"/>
                  </a:moveTo>
                  <a:lnTo>
                    <a:pt x="1860" y="325"/>
                  </a:lnTo>
                  <a:lnTo>
                    <a:pt x="1850" y="325"/>
                  </a:lnTo>
                  <a:lnTo>
                    <a:pt x="1847" y="317"/>
                  </a:lnTo>
                  <a:lnTo>
                    <a:pt x="1779" y="333"/>
                  </a:lnTo>
                  <a:lnTo>
                    <a:pt x="1526" y="507"/>
                  </a:lnTo>
                  <a:lnTo>
                    <a:pt x="1446" y="723"/>
                  </a:lnTo>
                  <a:lnTo>
                    <a:pt x="1437" y="748"/>
                  </a:lnTo>
                  <a:lnTo>
                    <a:pt x="1410" y="841"/>
                  </a:lnTo>
                  <a:lnTo>
                    <a:pt x="1414" y="854"/>
                  </a:lnTo>
                  <a:lnTo>
                    <a:pt x="1430" y="907"/>
                  </a:lnTo>
                  <a:lnTo>
                    <a:pt x="1410" y="1001"/>
                  </a:lnTo>
                  <a:lnTo>
                    <a:pt x="1352" y="1142"/>
                  </a:lnTo>
                  <a:lnTo>
                    <a:pt x="1290" y="1232"/>
                  </a:lnTo>
                  <a:lnTo>
                    <a:pt x="1274" y="1247"/>
                  </a:lnTo>
                  <a:lnTo>
                    <a:pt x="1253" y="1264"/>
                  </a:lnTo>
                  <a:lnTo>
                    <a:pt x="1238" y="1271"/>
                  </a:lnTo>
                  <a:lnTo>
                    <a:pt x="1032" y="1323"/>
                  </a:lnTo>
                  <a:lnTo>
                    <a:pt x="962" y="1285"/>
                  </a:lnTo>
                  <a:lnTo>
                    <a:pt x="799" y="1110"/>
                  </a:lnTo>
                  <a:lnTo>
                    <a:pt x="767" y="1055"/>
                  </a:lnTo>
                  <a:lnTo>
                    <a:pt x="653" y="859"/>
                  </a:lnTo>
                  <a:lnTo>
                    <a:pt x="357" y="712"/>
                  </a:lnTo>
                  <a:lnTo>
                    <a:pt x="248" y="698"/>
                  </a:lnTo>
                  <a:lnTo>
                    <a:pt x="180" y="700"/>
                  </a:lnTo>
                  <a:lnTo>
                    <a:pt x="149" y="717"/>
                  </a:lnTo>
                  <a:lnTo>
                    <a:pt x="136" y="752"/>
                  </a:lnTo>
                  <a:lnTo>
                    <a:pt x="30" y="681"/>
                  </a:lnTo>
                  <a:lnTo>
                    <a:pt x="0" y="454"/>
                  </a:lnTo>
                  <a:lnTo>
                    <a:pt x="58" y="87"/>
                  </a:lnTo>
                  <a:lnTo>
                    <a:pt x="68" y="72"/>
                  </a:lnTo>
                  <a:lnTo>
                    <a:pt x="100" y="67"/>
                  </a:lnTo>
                  <a:lnTo>
                    <a:pt x="352" y="119"/>
                  </a:lnTo>
                  <a:lnTo>
                    <a:pt x="515" y="161"/>
                  </a:lnTo>
                  <a:lnTo>
                    <a:pt x="614" y="263"/>
                  </a:lnTo>
                  <a:lnTo>
                    <a:pt x="667" y="353"/>
                  </a:lnTo>
                  <a:lnTo>
                    <a:pt x="672" y="376"/>
                  </a:lnTo>
                  <a:lnTo>
                    <a:pt x="638" y="395"/>
                  </a:lnTo>
                  <a:lnTo>
                    <a:pt x="613" y="375"/>
                  </a:lnTo>
                  <a:lnTo>
                    <a:pt x="449" y="574"/>
                  </a:lnTo>
                  <a:lnTo>
                    <a:pt x="1136" y="807"/>
                  </a:lnTo>
                  <a:lnTo>
                    <a:pt x="1163" y="816"/>
                  </a:lnTo>
                  <a:lnTo>
                    <a:pt x="1180" y="808"/>
                  </a:lnTo>
                  <a:lnTo>
                    <a:pt x="1234" y="655"/>
                  </a:lnTo>
                  <a:lnTo>
                    <a:pt x="1332" y="543"/>
                  </a:lnTo>
                  <a:lnTo>
                    <a:pt x="1347" y="527"/>
                  </a:lnTo>
                  <a:lnTo>
                    <a:pt x="1634" y="256"/>
                  </a:lnTo>
                  <a:lnTo>
                    <a:pt x="1747" y="109"/>
                  </a:lnTo>
                  <a:lnTo>
                    <a:pt x="1831" y="0"/>
                  </a:lnTo>
                  <a:lnTo>
                    <a:pt x="1833" y="4"/>
                  </a:lnTo>
                  <a:lnTo>
                    <a:pt x="1880" y="173"/>
                  </a:lnTo>
                  <a:lnTo>
                    <a:pt x="1894" y="299"/>
                  </a:lnTo>
                  <a:lnTo>
                    <a:pt x="1891" y="31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9351382" y="2133525"/>
              <a:ext cx="1235" cy="740"/>
            </a:xfrm>
            <a:custGeom>
              <a:avLst/>
              <a:pathLst>
                <a:path w="1235" h="740">
                  <a:moveTo>
                    <a:pt x="517" y="623"/>
                  </a:moveTo>
                  <a:lnTo>
                    <a:pt x="342" y="740"/>
                  </a:lnTo>
                  <a:lnTo>
                    <a:pt x="277" y="693"/>
                  </a:lnTo>
                  <a:lnTo>
                    <a:pt x="0" y="312"/>
                  </a:lnTo>
                  <a:lnTo>
                    <a:pt x="0" y="305"/>
                  </a:lnTo>
                  <a:lnTo>
                    <a:pt x="127" y="192"/>
                  </a:lnTo>
                  <a:lnTo>
                    <a:pt x="138" y="183"/>
                  </a:lnTo>
                  <a:lnTo>
                    <a:pt x="346" y="150"/>
                  </a:lnTo>
                  <a:lnTo>
                    <a:pt x="642" y="177"/>
                  </a:lnTo>
                  <a:lnTo>
                    <a:pt x="760" y="129"/>
                  </a:lnTo>
                  <a:lnTo>
                    <a:pt x="764" y="96"/>
                  </a:lnTo>
                  <a:lnTo>
                    <a:pt x="853" y="41"/>
                  </a:lnTo>
                  <a:lnTo>
                    <a:pt x="1176" y="0"/>
                  </a:lnTo>
                  <a:lnTo>
                    <a:pt x="1195" y="8"/>
                  </a:lnTo>
                  <a:lnTo>
                    <a:pt x="1231" y="32"/>
                  </a:lnTo>
                  <a:lnTo>
                    <a:pt x="1235" y="40"/>
                  </a:lnTo>
                  <a:lnTo>
                    <a:pt x="1235" y="50"/>
                  </a:lnTo>
                  <a:lnTo>
                    <a:pt x="1143" y="149"/>
                  </a:lnTo>
                  <a:lnTo>
                    <a:pt x="851" y="391"/>
                  </a:lnTo>
                  <a:lnTo>
                    <a:pt x="633" y="543"/>
                  </a:lnTo>
                  <a:lnTo>
                    <a:pt x="517" y="6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9348535" y="2132093"/>
              <a:ext cx="1422" cy="1318"/>
            </a:xfrm>
            <a:custGeom>
              <a:avLst/>
              <a:pathLst>
                <a:path w="1422" h="1318">
                  <a:moveTo>
                    <a:pt x="1365" y="171"/>
                  </a:moveTo>
                  <a:lnTo>
                    <a:pt x="1220" y="331"/>
                  </a:lnTo>
                  <a:lnTo>
                    <a:pt x="1097" y="421"/>
                  </a:lnTo>
                  <a:lnTo>
                    <a:pt x="1042" y="418"/>
                  </a:lnTo>
                  <a:lnTo>
                    <a:pt x="978" y="394"/>
                  </a:lnTo>
                  <a:lnTo>
                    <a:pt x="969" y="396"/>
                  </a:lnTo>
                  <a:lnTo>
                    <a:pt x="925" y="427"/>
                  </a:lnTo>
                  <a:lnTo>
                    <a:pt x="677" y="645"/>
                  </a:lnTo>
                  <a:lnTo>
                    <a:pt x="669" y="652"/>
                  </a:lnTo>
                  <a:lnTo>
                    <a:pt x="682" y="682"/>
                  </a:lnTo>
                  <a:lnTo>
                    <a:pt x="749" y="682"/>
                  </a:lnTo>
                  <a:lnTo>
                    <a:pt x="959" y="759"/>
                  </a:lnTo>
                  <a:lnTo>
                    <a:pt x="1043" y="863"/>
                  </a:lnTo>
                  <a:lnTo>
                    <a:pt x="1107" y="1020"/>
                  </a:lnTo>
                  <a:lnTo>
                    <a:pt x="1086" y="1091"/>
                  </a:lnTo>
                  <a:lnTo>
                    <a:pt x="644" y="1318"/>
                  </a:lnTo>
                  <a:lnTo>
                    <a:pt x="486" y="1302"/>
                  </a:lnTo>
                  <a:lnTo>
                    <a:pt x="475" y="1293"/>
                  </a:lnTo>
                  <a:lnTo>
                    <a:pt x="470" y="1223"/>
                  </a:lnTo>
                  <a:lnTo>
                    <a:pt x="479" y="1197"/>
                  </a:lnTo>
                  <a:lnTo>
                    <a:pt x="543" y="1143"/>
                  </a:lnTo>
                  <a:lnTo>
                    <a:pt x="556" y="1136"/>
                  </a:lnTo>
                  <a:lnTo>
                    <a:pt x="604" y="1115"/>
                  </a:lnTo>
                  <a:lnTo>
                    <a:pt x="594" y="1050"/>
                  </a:lnTo>
                  <a:lnTo>
                    <a:pt x="587" y="1040"/>
                  </a:lnTo>
                  <a:lnTo>
                    <a:pt x="365" y="990"/>
                  </a:lnTo>
                  <a:lnTo>
                    <a:pt x="283" y="999"/>
                  </a:lnTo>
                  <a:lnTo>
                    <a:pt x="190" y="1073"/>
                  </a:lnTo>
                  <a:lnTo>
                    <a:pt x="153" y="1081"/>
                  </a:lnTo>
                  <a:lnTo>
                    <a:pt x="45" y="1079"/>
                  </a:lnTo>
                  <a:lnTo>
                    <a:pt x="23" y="1068"/>
                  </a:lnTo>
                  <a:lnTo>
                    <a:pt x="245" y="831"/>
                  </a:lnTo>
                  <a:lnTo>
                    <a:pt x="408" y="755"/>
                  </a:lnTo>
                  <a:lnTo>
                    <a:pt x="420" y="734"/>
                  </a:lnTo>
                  <a:lnTo>
                    <a:pt x="428" y="703"/>
                  </a:lnTo>
                  <a:lnTo>
                    <a:pt x="430" y="696"/>
                  </a:lnTo>
                  <a:lnTo>
                    <a:pt x="431" y="683"/>
                  </a:lnTo>
                  <a:lnTo>
                    <a:pt x="432" y="615"/>
                  </a:lnTo>
                  <a:lnTo>
                    <a:pt x="432" y="602"/>
                  </a:lnTo>
                  <a:lnTo>
                    <a:pt x="429" y="590"/>
                  </a:lnTo>
                  <a:lnTo>
                    <a:pt x="414" y="539"/>
                  </a:lnTo>
                  <a:lnTo>
                    <a:pt x="408" y="533"/>
                  </a:lnTo>
                  <a:lnTo>
                    <a:pt x="221" y="350"/>
                  </a:lnTo>
                  <a:lnTo>
                    <a:pt x="203" y="345"/>
                  </a:lnTo>
                  <a:lnTo>
                    <a:pt x="66" y="382"/>
                  </a:lnTo>
                  <a:lnTo>
                    <a:pt x="42" y="409"/>
                  </a:lnTo>
                  <a:lnTo>
                    <a:pt x="5" y="417"/>
                  </a:lnTo>
                  <a:lnTo>
                    <a:pt x="0" y="410"/>
                  </a:lnTo>
                  <a:lnTo>
                    <a:pt x="35" y="327"/>
                  </a:lnTo>
                  <a:lnTo>
                    <a:pt x="324" y="62"/>
                  </a:lnTo>
                  <a:lnTo>
                    <a:pt x="504" y="28"/>
                  </a:lnTo>
                  <a:lnTo>
                    <a:pt x="516" y="79"/>
                  </a:lnTo>
                  <a:lnTo>
                    <a:pt x="525" y="116"/>
                  </a:lnTo>
                  <a:lnTo>
                    <a:pt x="665" y="216"/>
                  </a:lnTo>
                  <a:lnTo>
                    <a:pt x="1045" y="133"/>
                  </a:lnTo>
                  <a:lnTo>
                    <a:pt x="1259" y="79"/>
                  </a:lnTo>
                  <a:lnTo>
                    <a:pt x="1255" y="63"/>
                  </a:lnTo>
                  <a:lnTo>
                    <a:pt x="1287" y="36"/>
                  </a:lnTo>
                  <a:lnTo>
                    <a:pt x="1402" y="0"/>
                  </a:lnTo>
                  <a:lnTo>
                    <a:pt x="1417" y="1"/>
                  </a:lnTo>
                  <a:lnTo>
                    <a:pt x="1422" y="24"/>
                  </a:lnTo>
                  <a:lnTo>
                    <a:pt x="1365" y="1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9347260" y="2131223"/>
              <a:ext cx="526" cy="633"/>
            </a:xfrm>
            <a:custGeom>
              <a:avLst/>
              <a:pathLst>
                <a:path w="526" h="633">
                  <a:moveTo>
                    <a:pt x="169" y="603"/>
                  </a:moveTo>
                  <a:lnTo>
                    <a:pt x="112" y="633"/>
                  </a:lnTo>
                  <a:lnTo>
                    <a:pt x="0" y="534"/>
                  </a:lnTo>
                  <a:lnTo>
                    <a:pt x="95" y="469"/>
                  </a:lnTo>
                  <a:lnTo>
                    <a:pt x="159" y="409"/>
                  </a:lnTo>
                  <a:lnTo>
                    <a:pt x="166" y="329"/>
                  </a:lnTo>
                  <a:lnTo>
                    <a:pt x="138" y="217"/>
                  </a:lnTo>
                  <a:lnTo>
                    <a:pt x="176" y="107"/>
                  </a:lnTo>
                  <a:lnTo>
                    <a:pt x="367" y="16"/>
                  </a:lnTo>
                  <a:lnTo>
                    <a:pt x="402" y="0"/>
                  </a:lnTo>
                  <a:lnTo>
                    <a:pt x="478" y="19"/>
                  </a:lnTo>
                  <a:lnTo>
                    <a:pt x="509" y="27"/>
                  </a:lnTo>
                  <a:lnTo>
                    <a:pt x="526" y="57"/>
                  </a:lnTo>
                  <a:lnTo>
                    <a:pt x="297" y="501"/>
                  </a:lnTo>
                  <a:lnTo>
                    <a:pt x="169" y="60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9349959" y="2131527"/>
              <a:ext cx="1041" cy="587"/>
            </a:xfrm>
            <a:custGeom>
              <a:avLst/>
              <a:pathLst>
                <a:path w="1041" h="587">
                  <a:moveTo>
                    <a:pt x="636" y="16"/>
                  </a:moveTo>
                  <a:lnTo>
                    <a:pt x="679" y="44"/>
                  </a:lnTo>
                  <a:lnTo>
                    <a:pt x="988" y="82"/>
                  </a:lnTo>
                  <a:lnTo>
                    <a:pt x="1015" y="90"/>
                  </a:lnTo>
                  <a:lnTo>
                    <a:pt x="1030" y="95"/>
                  </a:lnTo>
                  <a:lnTo>
                    <a:pt x="1041" y="118"/>
                  </a:lnTo>
                  <a:lnTo>
                    <a:pt x="1033" y="139"/>
                  </a:lnTo>
                  <a:lnTo>
                    <a:pt x="963" y="167"/>
                  </a:lnTo>
                  <a:lnTo>
                    <a:pt x="646" y="198"/>
                  </a:lnTo>
                  <a:lnTo>
                    <a:pt x="523" y="311"/>
                  </a:lnTo>
                  <a:lnTo>
                    <a:pt x="515" y="324"/>
                  </a:lnTo>
                  <a:lnTo>
                    <a:pt x="500" y="349"/>
                  </a:lnTo>
                  <a:lnTo>
                    <a:pt x="566" y="382"/>
                  </a:lnTo>
                  <a:lnTo>
                    <a:pt x="806" y="406"/>
                  </a:lnTo>
                  <a:lnTo>
                    <a:pt x="841" y="421"/>
                  </a:lnTo>
                  <a:lnTo>
                    <a:pt x="848" y="450"/>
                  </a:lnTo>
                  <a:lnTo>
                    <a:pt x="734" y="532"/>
                  </a:lnTo>
                  <a:lnTo>
                    <a:pt x="680" y="527"/>
                  </a:lnTo>
                  <a:lnTo>
                    <a:pt x="649" y="506"/>
                  </a:lnTo>
                  <a:lnTo>
                    <a:pt x="544" y="462"/>
                  </a:lnTo>
                  <a:lnTo>
                    <a:pt x="474" y="457"/>
                  </a:lnTo>
                  <a:lnTo>
                    <a:pt x="401" y="494"/>
                  </a:lnTo>
                  <a:lnTo>
                    <a:pt x="159" y="561"/>
                  </a:lnTo>
                  <a:lnTo>
                    <a:pt x="41" y="587"/>
                  </a:lnTo>
                  <a:lnTo>
                    <a:pt x="22" y="582"/>
                  </a:lnTo>
                  <a:lnTo>
                    <a:pt x="8" y="575"/>
                  </a:lnTo>
                  <a:lnTo>
                    <a:pt x="2" y="567"/>
                  </a:lnTo>
                  <a:lnTo>
                    <a:pt x="0" y="560"/>
                  </a:lnTo>
                  <a:lnTo>
                    <a:pt x="7" y="513"/>
                  </a:lnTo>
                  <a:lnTo>
                    <a:pt x="36" y="489"/>
                  </a:lnTo>
                  <a:lnTo>
                    <a:pt x="162" y="429"/>
                  </a:lnTo>
                  <a:lnTo>
                    <a:pt x="226" y="428"/>
                  </a:lnTo>
                  <a:lnTo>
                    <a:pt x="307" y="412"/>
                  </a:lnTo>
                  <a:lnTo>
                    <a:pt x="437" y="244"/>
                  </a:lnTo>
                  <a:lnTo>
                    <a:pt x="480" y="131"/>
                  </a:lnTo>
                  <a:lnTo>
                    <a:pt x="497" y="85"/>
                  </a:lnTo>
                  <a:lnTo>
                    <a:pt x="545" y="13"/>
                  </a:lnTo>
                  <a:lnTo>
                    <a:pt x="596" y="0"/>
                  </a:lnTo>
                  <a:lnTo>
                    <a:pt x="601" y="1"/>
                  </a:lnTo>
                  <a:lnTo>
                    <a:pt x="626" y="9"/>
                  </a:lnTo>
                  <a:lnTo>
                    <a:pt x="636" y="1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9348124" y="2129061"/>
              <a:ext cx="1642" cy="2062"/>
            </a:xfrm>
            <a:custGeom>
              <a:avLst/>
              <a:pathLst>
                <a:path w="1642" h="2062">
                  <a:moveTo>
                    <a:pt x="1425" y="243"/>
                  </a:moveTo>
                  <a:lnTo>
                    <a:pt x="1641" y="616"/>
                  </a:lnTo>
                  <a:lnTo>
                    <a:pt x="1642" y="635"/>
                  </a:lnTo>
                  <a:lnTo>
                    <a:pt x="1603" y="668"/>
                  </a:lnTo>
                  <a:lnTo>
                    <a:pt x="1500" y="684"/>
                  </a:lnTo>
                  <a:lnTo>
                    <a:pt x="1273" y="647"/>
                  </a:lnTo>
                  <a:lnTo>
                    <a:pt x="1215" y="638"/>
                  </a:lnTo>
                  <a:lnTo>
                    <a:pt x="1165" y="639"/>
                  </a:lnTo>
                  <a:lnTo>
                    <a:pt x="1156" y="645"/>
                  </a:lnTo>
                  <a:lnTo>
                    <a:pt x="1115" y="701"/>
                  </a:lnTo>
                  <a:lnTo>
                    <a:pt x="1106" y="733"/>
                  </a:lnTo>
                  <a:lnTo>
                    <a:pt x="1009" y="1388"/>
                  </a:lnTo>
                  <a:lnTo>
                    <a:pt x="1057" y="1416"/>
                  </a:lnTo>
                  <a:lnTo>
                    <a:pt x="1067" y="1464"/>
                  </a:lnTo>
                  <a:lnTo>
                    <a:pt x="834" y="1651"/>
                  </a:lnTo>
                  <a:lnTo>
                    <a:pt x="826" y="1657"/>
                  </a:lnTo>
                  <a:lnTo>
                    <a:pt x="204" y="2034"/>
                  </a:lnTo>
                  <a:lnTo>
                    <a:pt x="130" y="2062"/>
                  </a:lnTo>
                  <a:lnTo>
                    <a:pt x="48" y="2055"/>
                  </a:lnTo>
                  <a:lnTo>
                    <a:pt x="0" y="2037"/>
                  </a:lnTo>
                  <a:lnTo>
                    <a:pt x="0" y="2002"/>
                  </a:lnTo>
                  <a:lnTo>
                    <a:pt x="5" y="1879"/>
                  </a:lnTo>
                  <a:lnTo>
                    <a:pt x="100" y="1844"/>
                  </a:lnTo>
                  <a:lnTo>
                    <a:pt x="157" y="1836"/>
                  </a:lnTo>
                  <a:lnTo>
                    <a:pt x="172" y="1841"/>
                  </a:lnTo>
                  <a:lnTo>
                    <a:pt x="174" y="1856"/>
                  </a:lnTo>
                  <a:lnTo>
                    <a:pt x="201" y="1881"/>
                  </a:lnTo>
                  <a:lnTo>
                    <a:pt x="220" y="1886"/>
                  </a:lnTo>
                  <a:lnTo>
                    <a:pt x="243" y="1881"/>
                  </a:lnTo>
                  <a:lnTo>
                    <a:pt x="247" y="1877"/>
                  </a:lnTo>
                  <a:lnTo>
                    <a:pt x="448" y="1711"/>
                  </a:lnTo>
                  <a:lnTo>
                    <a:pt x="472" y="1691"/>
                  </a:lnTo>
                  <a:lnTo>
                    <a:pt x="480" y="1678"/>
                  </a:lnTo>
                  <a:lnTo>
                    <a:pt x="499" y="1647"/>
                  </a:lnTo>
                  <a:lnTo>
                    <a:pt x="825" y="912"/>
                  </a:lnTo>
                  <a:lnTo>
                    <a:pt x="826" y="419"/>
                  </a:lnTo>
                  <a:lnTo>
                    <a:pt x="741" y="416"/>
                  </a:lnTo>
                  <a:lnTo>
                    <a:pt x="594" y="344"/>
                  </a:lnTo>
                  <a:lnTo>
                    <a:pt x="589" y="341"/>
                  </a:lnTo>
                  <a:lnTo>
                    <a:pt x="573" y="324"/>
                  </a:lnTo>
                  <a:lnTo>
                    <a:pt x="574" y="283"/>
                  </a:lnTo>
                  <a:lnTo>
                    <a:pt x="1028" y="4"/>
                  </a:lnTo>
                  <a:lnTo>
                    <a:pt x="1072" y="0"/>
                  </a:lnTo>
                  <a:lnTo>
                    <a:pt x="1225" y="23"/>
                  </a:lnTo>
                  <a:lnTo>
                    <a:pt x="1243" y="25"/>
                  </a:lnTo>
                  <a:lnTo>
                    <a:pt x="1281" y="36"/>
                  </a:lnTo>
                  <a:lnTo>
                    <a:pt x="1425" y="2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9340561" y="2124703"/>
              <a:ext cx="1899" cy="1011"/>
            </a:xfrm>
            <a:custGeom>
              <a:avLst/>
              <a:pathLst>
                <a:path w="1899" h="1011">
                  <a:moveTo>
                    <a:pt x="1887" y="247"/>
                  </a:moveTo>
                  <a:lnTo>
                    <a:pt x="1899" y="767"/>
                  </a:lnTo>
                  <a:lnTo>
                    <a:pt x="1544" y="917"/>
                  </a:lnTo>
                  <a:lnTo>
                    <a:pt x="1322" y="1011"/>
                  </a:lnTo>
                  <a:lnTo>
                    <a:pt x="1225" y="682"/>
                  </a:lnTo>
                  <a:lnTo>
                    <a:pt x="1202" y="665"/>
                  </a:lnTo>
                  <a:lnTo>
                    <a:pt x="869" y="504"/>
                  </a:lnTo>
                  <a:lnTo>
                    <a:pt x="695" y="588"/>
                  </a:lnTo>
                  <a:lnTo>
                    <a:pt x="658" y="747"/>
                  </a:lnTo>
                  <a:lnTo>
                    <a:pt x="658" y="927"/>
                  </a:lnTo>
                  <a:lnTo>
                    <a:pt x="622" y="923"/>
                  </a:lnTo>
                  <a:lnTo>
                    <a:pt x="472" y="905"/>
                  </a:lnTo>
                  <a:lnTo>
                    <a:pt x="138" y="706"/>
                  </a:lnTo>
                  <a:lnTo>
                    <a:pt x="87" y="656"/>
                  </a:lnTo>
                  <a:lnTo>
                    <a:pt x="4" y="524"/>
                  </a:lnTo>
                  <a:lnTo>
                    <a:pt x="0" y="490"/>
                  </a:lnTo>
                  <a:lnTo>
                    <a:pt x="26" y="442"/>
                  </a:lnTo>
                  <a:lnTo>
                    <a:pt x="57" y="422"/>
                  </a:lnTo>
                  <a:lnTo>
                    <a:pt x="170" y="379"/>
                  </a:lnTo>
                  <a:lnTo>
                    <a:pt x="290" y="338"/>
                  </a:lnTo>
                  <a:lnTo>
                    <a:pt x="428" y="296"/>
                  </a:lnTo>
                  <a:lnTo>
                    <a:pt x="605" y="228"/>
                  </a:lnTo>
                  <a:lnTo>
                    <a:pt x="654" y="204"/>
                  </a:lnTo>
                  <a:lnTo>
                    <a:pt x="674" y="195"/>
                  </a:lnTo>
                  <a:lnTo>
                    <a:pt x="804" y="101"/>
                  </a:lnTo>
                  <a:lnTo>
                    <a:pt x="926" y="39"/>
                  </a:lnTo>
                  <a:lnTo>
                    <a:pt x="1022" y="0"/>
                  </a:lnTo>
                  <a:lnTo>
                    <a:pt x="1422" y="31"/>
                  </a:lnTo>
                  <a:lnTo>
                    <a:pt x="1738" y="109"/>
                  </a:lnTo>
                  <a:lnTo>
                    <a:pt x="1887" y="24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9364897" y="2126621"/>
              <a:ext cx="565" cy="488"/>
            </a:xfrm>
            <a:custGeom>
              <a:avLst/>
              <a:pathLst>
                <a:path w="565" h="488">
                  <a:moveTo>
                    <a:pt x="152" y="486"/>
                  </a:moveTo>
                  <a:lnTo>
                    <a:pt x="115" y="486"/>
                  </a:lnTo>
                  <a:lnTo>
                    <a:pt x="106" y="482"/>
                  </a:lnTo>
                  <a:lnTo>
                    <a:pt x="102" y="480"/>
                  </a:lnTo>
                  <a:lnTo>
                    <a:pt x="0" y="301"/>
                  </a:lnTo>
                  <a:lnTo>
                    <a:pt x="11" y="235"/>
                  </a:lnTo>
                  <a:lnTo>
                    <a:pt x="62" y="141"/>
                  </a:lnTo>
                  <a:lnTo>
                    <a:pt x="100" y="120"/>
                  </a:lnTo>
                  <a:lnTo>
                    <a:pt x="503" y="0"/>
                  </a:lnTo>
                  <a:lnTo>
                    <a:pt x="537" y="17"/>
                  </a:lnTo>
                  <a:lnTo>
                    <a:pt x="553" y="48"/>
                  </a:lnTo>
                  <a:lnTo>
                    <a:pt x="565" y="104"/>
                  </a:lnTo>
                  <a:lnTo>
                    <a:pt x="478" y="383"/>
                  </a:lnTo>
                  <a:lnTo>
                    <a:pt x="435" y="433"/>
                  </a:lnTo>
                  <a:lnTo>
                    <a:pt x="354" y="488"/>
                  </a:lnTo>
                  <a:lnTo>
                    <a:pt x="152" y="48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9366113" y="2125423"/>
              <a:ext cx="344" cy="405"/>
            </a:xfrm>
            <a:custGeom>
              <a:avLst/>
              <a:pathLst>
                <a:path w="344" h="405">
                  <a:moveTo>
                    <a:pt x="282" y="405"/>
                  </a:moveTo>
                  <a:lnTo>
                    <a:pt x="80" y="402"/>
                  </a:lnTo>
                  <a:lnTo>
                    <a:pt x="6" y="382"/>
                  </a:lnTo>
                  <a:lnTo>
                    <a:pt x="58" y="336"/>
                  </a:lnTo>
                  <a:lnTo>
                    <a:pt x="57" y="287"/>
                  </a:lnTo>
                  <a:lnTo>
                    <a:pt x="0" y="117"/>
                  </a:lnTo>
                  <a:lnTo>
                    <a:pt x="75" y="5"/>
                  </a:lnTo>
                  <a:lnTo>
                    <a:pt x="117" y="0"/>
                  </a:lnTo>
                  <a:lnTo>
                    <a:pt x="182" y="6"/>
                  </a:lnTo>
                  <a:lnTo>
                    <a:pt x="198" y="12"/>
                  </a:lnTo>
                  <a:lnTo>
                    <a:pt x="271" y="51"/>
                  </a:lnTo>
                  <a:lnTo>
                    <a:pt x="334" y="87"/>
                  </a:lnTo>
                  <a:lnTo>
                    <a:pt x="344" y="148"/>
                  </a:lnTo>
                  <a:lnTo>
                    <a:pt x="322" y="312"/>
                  </a:lnTo>
                  <a:lnTo>
                    <a:pt x="282" y="4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9340474" y="2116904"/>
              <a:ext cx="898" cy="483"/>
            </a:xfrm>
            <a:custGeom>
              <a:avLst/>
              <a:pathLst>
                <a:path w="898" h="483">
                  <a:moveTo>
                    <a:pt x="898" y="203"/>
                  </a:moveTo>
                  <a:lnTo>
                    <a:pt x="870" y="366"/>
                  </a:lnTo>
                  <a:lnTo>
                    <a:pt x="796" y="449"/>
                  </a:lnTo>
                  <a:lnTo>
                    <a:pt x="740" y="478"/>
                  </a:lnTo>
                  <a:lnTo>
                    <a:pt x="706" y="483"/>
                  </a:lnTo>
                  <a:lnTo>
                    <a:pt x="567" y="450"/>
                  </a:lnTo>
                  <a:lnTo>
                    <a:pt x="366" y="291"/>
                  </a:lnTo>
                  <a:lnTo>
                    <a:pt x="185" y="219"/>
                  </a:lnTo>
                  <a:lnTo>
                    <a:pt x="150" y="217"/>
                  </a:lnTo>
                  <a:lnTo>
                    <a:pt x="136" y="213"/>
                  </a:lnTo>
                  <a:lnTo>
                    <a:pt x="72" y="164"/>
                  </a:lnTo>
                  <a:lnTo>
                    <a:pt x="10" y="37"/>
                  </a:lnTo>
                  <a:lnTo>
                    <a:pt x="0" y="1"/>
                  </a:lnTo>
                  <a:lnTo>
                    <a:pt x="339" y="0"/>
                  </a:lnTo>
                  <a:lnTo>
                    <a:pt x="512" y="13"/>
                  </a:lnTo>
                  <a:lnTo>
                    <a:pt x="898" y="20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9352108" y="2117783"/>
              <a:ext cx="958" cy="593"/>
            </a:xfrm>
            <a:custGeom>
              <a:avLst/>
              <a:pathLst>
                <a:path w="958" h="593">
                  <a:moveTo>
                    <a:pt x="392" y="391"/>
                  </a:moveTo>
                  <a:lnTo>
                    <a:pt x="434" y="502"/>
                  </a:lnTo>
                  <a:lnTo>
                    <a:pt x="429" y="547"/>
                  </a:lnTo>
                  <a:lnTo>
                    <a:pt x="293" y="591"/>
                  </a:lnTo>
                  <a:lnTo>
                    <a:pt x="262" y="593"/>
                  </a:lnTo>
                  <a:lnTo>
                    <a:pt x="247" y="575"/>
                  </a:lnTo>
                  <a:lnTo>
                    <a:pt x="267" y="496"/>
                  </a:lnTo>
                  <a:lnTo>
                    <a:pt x="261" y="455"/>
                  </a:lnTo>
                  <a:lnTo>
                    <a:pt x="189" y="417"/>
                  </a:lnTo>
                  <a:lnTo>
                    <a:pt x="109" y="413"/>
                  </a:lnTo>
                  <a:lnTo>
                    <a:pt x="65" y="450"/>
                  </a:lnTo>
                  <a:lnTo>
                    <a:pt x="45" y="459"/>
                  </a:lnTo>
                  <a:lnTo>
                    <a:pt x="29" y="461"/>
                  </a:lnTo>
                  <a:lnTo>
                    <a:pt x="2" y="439"/>
                  </a:lnTo>
                  <a:lnTo>
                    <a:pt x="0" y="414"/>
                  </a:lnTo>
                  <a:lnTo>
                    <a:pt x="12" y="253"/>
                  </a:lnTo>
                  <a:lnTo>
                    <a:pt x="733" y="9"/>
                  </a:lnTo>
                  <a:lnTo>
                    <a:pt x="818" y="2"/>
                  </a:lnTo>
                  <a:lnTo>
                    <a:pt x="846" y="0"/>
                  </a:lnTo>
                  <a:lnTo>
                    <a:pt x="902" y="6"/>
                  </a:lnTo>
                  <a:lnTo>
                    <a:pt x="946" y="38"/>
                  </a:lnTo>
                  <a:lnTo>
                    <a:pt x="958" y="70"/>
                  </a:lnTo>
                  <a:lnTo>
                    <a:pt x="951" y="105"/>
                  </a:lnTo>
                  <a:lnTo>
                    <a:pt x="563" y="291"/>
                  </a:lnTo>
                  <a:lnTo>
                    <a:pt x="409" y="359"/>
                  </a:lnTo>
                  <a:lnTo>
                    <a:pt x="392" y="39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9342077" y="2115537"/>
              <a:ext cx="582" cy="661"/>
            </a:xfrm>
            <a:custGeom>
              <a:avLst/>
              <a:pathLst>
                <a:path w="582" h="661">
                  <a:moveTo>
                    <a:pt x="362" y="315"/>
                  </a:moveTo>
                  <a:lnTo>
                    <a:pt x="519" y="390"/>
                  </a:lnTo>
                  <a:lnTo>
                    <a:pt x="582" y="448"/>
                  </a:lnTo>
                  <a:lnTo>
                    <a:pt x="579" y="474"/>
                  </a:lnTo>
                  <a:lnTo>
                    <a:pt x="552" y="538"/>
                  </a:lnTo>
                  <a:lnTo>
                    <a:pt x="542" y="564"/>
                  </a:lnTo>
                  <a:lnTo>
                    <a:pt x="506" y="647"/>
                  </a:lnTo>
                  <a:lnTo>
                    <a:pt x="486" y="661"/>
                  </a:lnTo>
                  <a:lnTo>
                    <a:pt x="468" y="660"/>
                  </a:lnTo>
                  <a:lnTo>
                    <a:pt x="437" y="636"/>
                  </a:lnTo>
                  <a:lnTo>
                    <a:pt x="437" y="623"/>
                  </a:lnTo>
                  <a:lnTo>
                    <a:pt x="472" y="551"/>
                  </a:lnTo>
                  <a:lnTo>
                    <a:pt x="450" y="506"/>
                  </a:lnTo>
                  <a:lnTo>
                    <a:pt x="375" y="404"/>
                  </a:lnTo>
                  <a:lnTo>
                    <a:pt x="234" y="356"/>
                  </a:lnTo>
                  <a:lnTo>
                    <a:pt x="146" y="327"/>
                  </a:lnTo>
                  <a:lnTo>
                    <a:pt x="52" y="334"/>
                  </a:lnTo>
                  <a:lnTo>
                    <a:pt x="0" y="288"/>
                  </a:lnTo>
                  <a:lnTo>
                    <a:pt x="5" y="194"/>
                  </a:lnTo>
                  <a:lnTo>
                    <a:pt x="10" y="109"/>
                  </a:lnTo>
                  <a:lnTo>
                    <a:pt x="31" y="80"/>
                  </a:lnTo>
                  <a:lnTo>
                    <a:pt x="103" y="22"/>
                  </a:lnTo>
                  <a:lnTo>
                    <a:pt x="149" y="0"/>
                  </a:lnTo>
                  <a:lnTo>
                    <a:pt x="188" y="15"/>
                  </a:lnTo>
                  <a:lnTo>
                    <a:pt x="203" y="37"/>
                  </a:lnTo>
                  <a:lnTo>
                    <a:pt x="207" y="63"/>
                  </a:lnTo>
                  <a:lnTo>
                    <a:pt x="175" y="191"/>
                  </a:lnTo>
                  <a:lnTo>
                    <a:pt x="184" y="219"/>
                  </a:lnTo>
                  <a:lnTo>
                    <a:pt x="303" y="305"/>
                  </a:lnTo>
                  <a:lnTo>
                    <a:pt x="362" y="3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9341494" y="2114685"/>
              <a:ext cx="615" cy="809"/>
            </a:xfrm>
            <a:custGeom>
              <a:avLst/>
              <a:pathLst>
                <a:path w="615" h="809">
                  <a:moveTo>
                    <a:pt x="506" y="809"/>
                  </a:moveTo>
                  <a:lnTo>
                    <a:pt x="430" y="805"/>
                  </a:lnTo>
                  <a:lnTo>
                    <a:pt x="240" y="682"/>
                  </a:lnTo>
                  <a:lnTo>
                    <a:pt x="217" y="635"/>
                  </a:lnTo>
                  <a:lnTo>
                    <a:pt x="43" y="245"/>
                  </a:lnTo>
                  <a:lnTo>
                    <a:pt x="0" y="74"/>
                  </a:lnTo>
                  <a:lnTo>
                    <a:pt x="16" y="33"/>
                  </a:lnTo>
                  <a:lnTo>
                    <a:pt x="68" y="14"/>
                  </a:lnTo>
                  <a:lnTo>
                    <a:pt x="300" y="0"/>
                  </a:lnTo>
                  <a:lnTo>
                    <a:pt x="364" y="29"/>
                  </a:lnTo>
                  <a:lnTo>
                    <a:pt x="503" y="186"/>
                  </a:lnTo>
                  <a:lnTo>
                    <a:pt x="516" y="201"/>
                  </a:lnTo>
                  <a:lnTo>
                    <a:pt x="615" y="480"/>
                  </a:lnTo>
                  <a:lnTo>
                    <a:pt x="610" y="725"/>
                  </a:lnTo>
                  <a:lnTo>
                    <a:pt x="600" y="767"/>
                  </a:lnTo>
                  <a:lnTo>
                    <a:pt x="506" y="8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9346109" y="2115243"/>
              <a:ext cx="2226" cy="2279"/>
            </a:xfrm>
            <a:custGeom>
              <a:avLst/>
              <a:pathLst>
                <a:path w="2226" h="2279">
                  <a:moveTo>
                    <a:pt x="1621" y="152"/>
                  </a:moveTo>
                  <a:lnTo>
                    <a:pt x="1797" y="276"/>
                  </a:lnTo>
                  <a:lnTo>
                    <a:pt x="2213" y="676"/>
                  </a:lnTo>
                  <a:lnTo>
                    <a:pt x="2226" y="715"/>
                  </a:lnTo>
                  <a:lnTo>
                    <a:pt x="2217" y="725"/>
                  </a:lnTo>
                  <a:lnTo>
                    <a:pt x="2137" y="762"/>
                  </a:lnTo>
                  <a:lnTo>
                    <a:pt x="2091" y="768"/>
                  </a:lnTo>
                  <a:lnTo>
                    <a:pt x="2029" y="745"/>
                  </a:lnTo>
                  <a:lnTo>
                    <a:pt x="1991" y="707"/>
                  </a:lnTo>
                  <a:lnTo>
                    <a:pt x="1847" y="670"/>
                  </a:lnTo>
                  <a:lnTo>
                    <a:pt x="1718" y="695"/>
                  </a:lnTo>
                  <a:lnTo>
                    <a:pt x="1621" y="730"/>
                  </a:lnTo>
                  <a:lnTo>
                    <a:pt x="1618" y="780"/>
                  </a:lnTo>
                  <a:lnTo>
                    <a:pt x="1737" y="1047"/>
                  </a:lnTo>
                  <a:lnTo>
                    <a:pt x="1762" y="1073"/>
                  </a:lnTo>
                  <a:lnTo>
                    <a:pt x="1838" y="1103"/>
                  </a:lnTo>
                  <a:lnTo>
                    <a:pt x="1912" y="1101"/>
                  </a:lnTo>
                  <a:lnTo>
                    <a:pt x="2054" y="1098"/>
                  </a:lnTo>
                  <a:lnTo>
                    <a:pt x="2078" y="1109"/>
                  </a:lnTo>
                  <a:lnTo>
                    <a:pt x="2166" y="1202"/>
                  </a:lnTo>
                  <a:lnTo>
                    <a:pt x="2173" y="1225"/>
                  </a:lnTo>
                  <a:lnTo>
                    <a:pt x="2172" y="1231"/>
                  </a:lnTo>
                  <a:lnTo>
                    <a:pt x="2009" y="1363"/>
                  </a:lnTo>
                  <a:lnTo>
                    <a:pt x="1899" y="1351"/>
                  </a:lnTo>
                  <a:lnTo>
                    <a:pt x="1839" y="1374"/>
                  </a:lnTo>
                  <a:lnTo>
                    <a:pt x="1764" y="1478"/>
                  </a:lnTo>
                  <a:lnTo>
                    <a:pt x="1762" y="1530"/>
                  </a:lnTo>
                  <a:lnTo>
                    <a:pt x="1795" y="1774"/>
                  </a:lnTo>
                  <a:lnTo>
                    <a:pt x="1815" y="1916"/>
                  </a:lnTo>
                  <a:lnTo>
                    <a:pt x="1909" y="1931"/>
                  </a:lnTo>
                  <a:lnTo>
                    <a:pt x="2039" y="1988"/>
                  </a:lnTo>
                  <a:lnTo>
                    <a:pt x="2042" y="1993"/>
                  </a:lnTo>
                  <a:lnTo>
                    <a:pt x="2039" y="2005"/>
                  </a:lnTo>
                  <a:lnTo>
                    <a:pt x="1979" y="2121"/>
                  </a:lnTo>
                  <a:lnTo>
                    <a:pt x="1811" y="2274"/>
                  </a:lnTo>
                  <a:lnTo>
                    <a:pt x="1788" y="2279"/>
                  </a:lnTo>
                  <a:lnTo>
                    <a:pt x="1706" y="2277"/>
                  </a:lnTo>
                  <a:lnTo>
                    <a:pt x="1435" y="2267"/>
                  </a:lnTo>
                  <a:lnTo>
                    <a:pt x="1244" y="2156"/>
                  </a:lnTo>
                  <a:lnTo>
                    <a:pt x="1240" y="2143"/>
                  </a:lnTo>
                  <a:lnTo>
                    <a:pt x="1262" y="1976"/>
                  </a:lnTo>
                  <a:lnTo>
                    <a:pt x="1317" y="1856"/>
                  </a:lnTo>
                  <a:lnTo>
                    <a:pt x="1321" y="1847"/>
                  </a:lnTo>
                  <a:lnTo>
                    <a:pt x="1308" y="1795"/>
                  </a:lnTo>
                  <a:lnTo>
                    <a:pt x="1278" y="1741"/>
                  </a:lnTo>
                  <a:lnTo>
                    <a:pt x="1248" y="1711"/>
                  </a:lnTo>
                  <a:lnTo>
                    <a:pt x="1210" y="1686"/>
                  </a:lnTo>
                  <a:lnTo>
                    <a:pt x="1145" y="1678"/>
                  </a:lnTo>
                  <a:lnTo>
                    <a:pt x="1002" y="1687"/>
                  </a:lnTo>
                  <a:lnTo>
                    <a:pt x="907" y="1694"/>
                  </a:lnTo>
                  <a:lnTo>
                    <a:pt x="848" y="1761"/>
                  </a:lnTo>
                  <a:lnTo>
                    <a:pt x="755" y="1803"/>
                  </a:lnTo>
                  <a:lnTo>
                    <a:pt x="706" y="1771"/>
                  </a:lnTo>
                  <a:lnTo>
                    <a:pt x="405" y="1443"/>
                  </a:lnTo>
                  <a:lnTo>
                    <a:pt x="334" y="1329"/>
                  </a:lnTo>
                  <a:lnTo>
                    <a:pt x="183" y="1270"/>
                  </a:lnTo>
                  <a:lnTo>
                    <a:pt x="45" y="1140"/>
                  </a:lnTo>
                  <a:lnTo>
                    <a:pt x="20" y="1111"/>
                  </a:lnTo>
                  <a:lnTo>
                    <a:pt x="0" y="980"/>
                  </a:lnTo>
                  <a:lnTo>
                    <a:pt x="86" y="945"/>
                  </a:lnTo>
                  <a:lnTo>
                    <a:pt x="94" y="944"/>
                  </a:lnTo>
                  <a:lnTo>
                    <a:pt x="19" y="248"/>
                  </a:lnTo>
                  <a:lnTo>
                    <a:pt x="31" y="160"/>
                  </a:lnTo>
                  <a:lnTo>
                    <a:pt x="72" y="91"/>
                  </a:lnTo>
                  <a:lnTo>
                    <a:pt x="108" y="68"/>
                  </a:lnTo>
                  <a:lnTo>
                    <a:pt x="824" y="45"/>
                  </a:lnTo>
                  <a:lnTo>
                    <a:pt x="975" y="106"/>
                  </a:lnTo>
                  <a:lnTo>
                    <a:pt x="998" y="90"/>
                  </a:lnTo>
                  <a:lnTo>
                    <a:pt x="1158" y="39"/>
                  </a:lnTo>
                  <a:lnTo>
                    <a:pt x="1283" y="0"/>
                  </a:lnTo>
                  <a:lnTo>
                    <a:pt x="1548" y="119"/>
                  </a:lnTo>
                  <a:lnTo>
                    <a:pt x="1621" y="15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9345791" y="2112749"/>
              <a:ext cx="4607" cy="3130"/>
            </a:xfrm>
            <a:custGeom>
              <a:avLst/>
              <a:pathLst>
                <a:path w="4607" h="3130">
                  <a:moveTo>
                    <a:pt x="3748" y="798"/>
                  </a:moveTo>
                  <a:lnTo>
                    <a:pt x="3645" y="1020"/>
                  </a:lnTo>
                  <a:lnTo>
                    <a:pt x="3622" y="1017"/>
                  </a:lnTo>
                  <a:lnTo>
                    <a:pt x="3620" y="1064"/>
                  </a:lnTo>
                  <a:lnTo>
                    <a:pt x="3635" y="1113"/>
                  </a:lnTo>
                  <a:lnTo>
                    <a:pt x="3736" y="1250"/>
                  </a:lnTo>
                  <a:lnTo>
                    <a:pt x="3794" y="1292"/>
                  </a:lnTo>
                  <a:lnTo>
                    <a:pt x="3854" y="1334"/>
                  </a:lnTo>
                  <a:lnTo>
                    <a:pt x="3887" y="1358"/>
                  </a:lnTo>
                  <a:lnTo>
                    <a:pt x="4063" y="1385"/>
                  </a:lnTo>
                  <a:lnTo>
                    <a:pt x="4246" y="1400"/>
                  </a:lnTo>
                  <a:lnTo>
                    <a:pt x="4260" y="1392"/>
                  </a:lnTo>
                  <a:lnTo>
                    <a:pt x="4307" y="1388"/>
                  </a:lnTo>
                  <a:lnTo>
                    <a:pt x="4382" y="1421"/>
                  </a:lnTo>
                  <a:lnTo>
                    <a:pt x="4455" y="1472"/>
                  </a:lnTo>
                  <a:lnTo>
                    <a:pt x="4499" y="1523"/>
                  </a:lnTo>
                  <a:lnTo>
                    <a:pt x="4512" y="1550"/>
                  </a:lnTo>
                  <a:lnTo>
                    <a:pt x="4598" y="1745"/>
                  </a:lnTo>
                  <a:lnTo>
                    <a:pt x="4607" y="1816"/>
                  </a:lnTo>
                  <a:lnTo>
                    <a:pt x="4603" y="1834"/>
                  </a:lnTo>
                  <a:lnTo>
                    <a:pt x="4479" y="1939"/>
                  </a:lnTo>
                  <a:lnTo>
                    <a:pt x="4425" y="1936"/>
                  </a:lnTo>
                  <a:lnTo>
                    <a:pt x="4328" y="1930"/>
                  </a:lnTo>
                  <a:lnTo>
                    <a:pt x="4226" y="1903"/>
                  </a:lnTo>
                  <a:lnTo>
                    <a:pt x="4165" y="1958"/>
                  </a:lnTo>
                  <a:lnTo>
                    <a:pt x="4161" y="2064"/>
                  </a:lnTo>
                  <a:lnTo>
                    <a:pt x="4186" y="2161"/>
                  </a:lnTo>
                  <a:lnTo>
                    <a:pt x="4185" y="2189"/>
                  </a:lnTo>
                  <a:lnTo>
                    <a:pt x="4182" y="2253"/>
                  </a:lnTo>
                  <a:lnTo>
                    <a:pt x="4190" y="2369"/>
                  </a:lnTo>
                  <a:lnTo>
                    <a:pt x="4162" y="2445"/>
                  </a:lnTo>
                  <a:lnTo>
                    <a:pt x="3970" y="2969"/>
                  </a:lnTo>
                  <a:lnTo>
                    <a:pt x="3926" y="3047"/>
                  </a:lnTo>
                  <a:lnTo>
                    <a:pt x="3670" y="3130"/>
                  </a:lnTo>
                  <a:lnTo>
                    <a:pt x="3418" y="3093"/>
                  </a:lnTo>
                  <a:lnTo>
                    <a:pt x="3340" y="3005"/>
                  </a:lnTo>
                  <a:lnTo>
                    <a:pt x="3368" y="2866"/>
                  </a:lnTo>
                  <a:lnTo>
                    <a:pt x="3184" y="2876"/>
                  </a:lnTo>
                  <a:lnTo>
                    <a:pt x="2651" y="2892"/>
                  </a:lnTo>
                  <a:lnTo>
                    <a:pt x="2518" y="2895"/>
                  </a:lnTo>
                  <a:lnTo>
                    <a:pt x="2404" y="2834"/>
                  </a:lnTo>
                  <a:lnTo>
                    <a:pt x="2346" y="2799"/>
                  </a:lnTo>
                  <a:lnTo>
                    <a:pt x="2118" y="2584"/>
                  </a:lnTo>
                  <a:lnTo>
                    <a:pt x="2117" y="2568"/>
                  </a:lnTo>
                  <a:lnTo>
                    <a:pt x="2142" y="2524"/>
                  </a:lnTo>
                  <a:lnTo>
                    <a:pt x="2152" y="2506"/>
                  </a:lnTo>
                  <a:lnTo>
                    <a:pt x="2172" y="2435"/>
                  </a:lnTo>
                  <a:lnTo>
                    <a:pt x="2159" y="2363"/>
                  </a:lnTo>
                  <a:lnTo>
                    <a:pt x="2125" y="2259"/>
                  </a:lnTo>
                  <a:lnTo>
                    <a:pt x="2019" y="2191"/>
                  </a:lnTo>
                  <a:lnTo>
                    <a:pt x="1937" y="2147"/>
                  </a:lnTo>
                  <a:lnTo>
                    <a:pt x="1867" y="2115"/>
                  </a:lnTo>
                  <a:lnTo>
                    <a:pt x="1425" y="1913"/>
                  </a:lnTo>
                  <a:lnTo>
                    <a:pt x="1388" y="1897"/>
                  </a:lnTo>
                  <a:lnTo>
                    <a:pt x="1239" y="1832"/>
                  </a:lnTo>
                  <a:lnTo>
                    <a:pt x="1049" y="1794"/>
                  </a:lnTo>
                  <a:lnTo>
                    <a:pt x="1009" y="1789"/>
                  </a:lnTo>
                  <a:lnTo>
                    <a:pt x="576" y="1745"/>
                  </a:lnTo>
                  <a:lnTo>
                    <a:pt x="541" y="1747"/>
                  </a:lnTo>
                  <a:lnTo>
                    <a:pt x="376" y="1791"/>
                  </a:lnTo>
                  <a:lnTo>
                    <a:pt x="222" y="1908"/>
                  </a:lnTo>
                  <a:lnTo>
                    <a:pt x="217" y="1906"/>
                  </a:lnTo>
                  <a:lnTo>
                    <a:pt x="189" y="1883"/>
                  </a:lnTo>
                  <a:lnTo>
                    <a:pt x="141" y="1735"/>
                  </a:lnTo>
                  <a:lnTo>
                    <a:pt x="0" y="1188"/>
                  </a:lnTo>
                  <a:lnTo>
                    <a:pt x="5" y="1170"/>
                  </a:lnTo>
                  <a:lnTo>
                    <a:pt x="10" y="1152"/>
                  </a:lnTo>
                  <a:lnTo>
                    <a:pt x="35" y="1106"/>
                  </a:lnTo>
                  <a:lnTo>
                    <a:pt x="109" y="962"/>
                  </a:lnTo>
                  <a:lnTo>
                    <a:pt x="101" y="768"/>
                  </a:lnTo>
                  <a:lnTo>
                    <a:pt x="103" y="457"/>
                  </a:lnTo>
                  <a:lnTo>
                    <a:pt x="114" y="395"/>
                  </a:lnTo>
                  <a:lnTo>
                    <a:pt x="129" y="313"/>
                  </a:lnTo>
                  <a:lnTo>
                    <a:pt x="153" y="276"/>
                  </a:lnTo>
                  <a:lnTo>
                    <a:pt x="277" y="149"/>
                  </a:lnTo>
                  <a:lnTo>
                    <a:pt x="875" y="0"/>
                  </a:lnTo>
                  <a:lnTo>
                    <a:pt x="938" y="5"/>
                  </a:lnTo>
                  <a:lnTo>
                    <a:pt x="1374" y="108"/>
                  </a:lnTo>
                  <a:lnTo>
                    <a:pt x="1384" y="120"/>
                  </a:lnTo>
                  <a:lnTo>
                    <a:pt x="1551" y="339"/>
                  </a:lnTo>
                  <a:lnTo>
                    <a:pt x="1604" y="408"/>
                  </a:lnTo>
                  <a:lnTo>
                    <a:pt x="1767" y="468"/>
                  </a:lnTo>
                  <a:lnTo>
                    <a:pt x="2030" y="541"/>
                  </a:lnTo>
                  <a:lnTo>
                    <a:pt x="2179" y="573"/>
                  </a:lnTo>
                  <a:lnTo>
                    <a:pt x="2383" y="575"/>
                  </a:lnTo>
                  <a:lnTo>
                    <a:pt x="2423" y="572"/>
                  </a:lnTo>
                  <a:lnTo>
                    <a:pt x="2728" y="533"/>
                  </a:lnTo>
                  <a:lnTo>
                    <a:pt x="3132" y="471"/>
                  </a:lnTo>
                  <a:lnTo>
                    <a:pt x="3386" y="432"/>
                  </a:lnTo>
                  <a:lnTo>
                    <a:pt x="3429" y="426"/>
                  </a:lnTo>
                  <a:lnTo>
                    <a:pt x="3490" y="417"/>
                  </a:lnTo>
                  <a:lnTo>
                    <a:pt x="3651" y="404"/>
                  </a:lnTo>
                  <a:lnTo>
                    <a:pt x="3744" y="412"/>
                  </a:lnTo>
                  <a:lnTo>
                    <a:pt x="3770" y="421"/>
                  </a:lnTo>
                  <a:lnTo>
                    <a:pt x="3795" y="444"/>
                  </a:lnTo>
                  <a:lnTo>
                    <a:pt x="3807" y="471"/>
                  </a:lnTo>
                  <a:lnTo>
                    <a:pt x="3838" y="560"/>
                  </a:lnTo>
                  <a:lnTo>
                    <a:pt x="3838" y="591"/>
                  </a:lnTo>
                  <a:lnTo>
                    <a:pt x="3775" y="737"/>
                  </a:lnTo>
                  <a:lnTo>
                    <a:pt x="3748" y="7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9337624" y="2110524"/>
              <a:ext cx="364" cy="321"/>
            </a:xfrm>
            <a:custGeom>
              <a:avLst/>
              <a:pathLst>
                <a:path w="364" h="321">
                  <a:moveTo>
                    <a:pt x="236" y="318"/>
                  </a:moveTo>
                  <a:lnTo>
                    <a:pt x="162" y="321"/>
                  </a:lnTo>
                  <a:lnTo>
                    <a:pt x="138" y="309"/>
                  </a:lnTo>
                  <a:lnTo>
                    <a:pt x="0" y="241"/>
                  </a:lnTo>
                  <a:lnTo>
                    <a:pt x="53" y="143"/>
                  </a:lnTo>
                  <a:lnTo>
                    <a:pt x="241" y="8"/>
                  </a:lnTo>
                  <a:lnTo>
                    <a:pt x="293" y="0"/>
                  </a:lnTo>
                  <a:lnTo>
                    <a:pt x="358" y="10"/>
                  </a:lnTo>
                  <a:lnTo>
                    <a:pt x="364" y="29"/>
                  </a:lnTo>
                  <a:lnTo>
                    <a:pt x="347" y="115"/>
                  </a:lnTo>
                  <a:lnTo>
                    <a:pt x="303" y="287"/>
                  </a:lnTo>
                  <a:lnTo>
                    <a:pt x="284" y="306"/>
                  </a:lnTo>
                  <a:lnTo>
                    <a:pt x="236" y="31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9349007" y="2111956"/>
              <a:ext cx="876" cy="382"/>
            </a:xfrm>
            <a:custGeom>
              <a:avLst/>
              <a:pathLst>
                <a:path w="876" h="382">
                  <a:moveTo>
                    <a:pt x="330" y="374"/>
                  </a:moveTo>
                  <a:lnTo>
                    <a:pt x="36" y="333"/>
                  </a:lnTo>
                  <a:lnTo>
                    <a:pt x="0" y="286"/>
                  </a:lnTo>
                  <a:lnTo>
                    <a:pt x="129" y="139"/>
                  </a:lnTo>
                  <a:lnTo>
                    <a:pt x="240" y="45"/>
                  </a:lnTo>
                  <a:lnTo>
                    <a:pt x="307" y="12"/>
                  </a:lnTo>
                  <a:lnTo>
                    <a:pt x="373" y="0"/>
                  </a:lnTo>
                  <a:lnTo>
                    <a:pt x="505" y="4"/>
                  </a:lnTo>
                  <a:lnTo>
                    <a:pt x="714" y="46"/>
                  </a:lnTo>
                  <a:lnTo>
                    <a:pt x="778" y="78"/>
                  </a:lnTo>
                  <a:lnTo>
                    <a:pt x="855" y="144"/>
                  </a:lnTo>
                  <a:lnTo>
                    <a:pt x="876" y="194"/>
                  </a:lnTo>
                  <a:lnTo>
                    <a:pt x="862" y="244"/>
                  </a:lnTo>
                  <a:lnTo>
                    <a:pt x="817" y="317"/>
                  </a:lnTo>
                  <a:lnTo>
                    <a:pt x="772" y="347"/>
                  </a:lnTo>
                  <a:lnTo>
                    <a:pt x="577" y="382"/>
                  </a:lnTo>
                  <a:lnTo>
                    <a:pt x="330" y="37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9350191" y="2111898"/>
              <a:ext cx="876" cy="376"/>
            </a:xfrm>
            <a:custGeom>
              <a:avLst/>
              <a:pathLst>
                <a:path w="876" h="376">
                  <a:moveTo>
                    <a:pt x="163" y="349"/>
                  </a:moveTo>
                  <a:lnTo>
                    <a:pt x="7" y="376"/>
                  </a:lnTo>
                  <a:lnTo>
                    <a:pt x="5" y="359"/>
                  </a:lnTo>
                  <a:lnTo>
                    <a:pt x="0" y="287"/>
                  </a:lnTo>
                  <a:lnTo>
                    <a:pt x="10" y="259"/>
                  </a:lnTo>
                  <a:lnTo>
                    <a:pt x="324" y="68"/>
                  </a:lnTo>
                  <a:lnTo>
                    <a:pt x="546" y="42"/>
                  </a:lnTo>
                  <a:lnTo>
                    <a:pt x="729" y="0"/>
                  </a:lnTo>
                  <a:lnTo>
                    <a:pt x="848" y="38"/>
                  </a:lnTo>
                  <a:lnTo>
                    <a:pt x="871" y="62"/>
                  </a:lnTo>
                  <a:lnTo>
                    <a:pt x="876" y="82"/>
                  </a:lnTo>
                  <a:lnTo>
                    <a:pt x="420" y="293"/>
                  </a:lnTo>
                  <a:lnTo>
                    <a:pt x="163" y="34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9349571" y="2111182"/>
              <a:ext cx="4929" cy="6474"/>
            </a:xfrm>
            <a:custGeom>
              <a:avLst/>
              <a:pathLst>
                <a:path w="4929" h="6474">
                  <a:moveTo>
                    <a:pt x="4764" y="1722"/>
                  </a:moveTo>
                  <a:lnTo>
                    <a:pt x="4711" y="1768"/>
                  </a:lnTo>
                  <a:lnTo>
                    <a:pt x="4617" y="1745"/>
                  </a:lnTo>
                  <a:lnTo>
                    <a:pt x="4572" y="1715"/>
                  </a:lnTo>
                  <a:lnTo>
                    <a:pt x="4551" y="1711"/>
                  </a:lnTo>
                  <a:lnTo>
                    <a:pt x="4514" y="1718"/>
                  </a:lnTo>
                  <a:lnTo>
                    <a:pt x="4479" y="1768"/>
                  </a:lnTo>
                  <a:lnTo>
                    <a:pt x="4438" y="2016"/>
                  </a:lnTo>
                  <a:lnTo>
                    <a:pt x="4438" y="2137"/>
                  </a:lnTo>
                  <a:lnTo>
                    <a:pt x="4447" y="2191"/>
                  </a:lnTo>
                  <a:lnTo>
                    <a:pt x="4512" y="2349"/>
                  </a:lnTo>
                  <a:lnTo>
                    <a:pt x="4556" y="2361"/>
                  </a:lnTo>
                  <a:lnTo>
                    <a:pt x="4688" y="2371"/>
                  </a:lnTo>
                  <a:lnTo>
                    <a:pt x="4784" y="2559"/>
                  </a:lnTo>
                  <a:lnTo>
                    <a:pt x="4602" y="2741"/>
                  </a:lnTo>
                  <a:lnTo>
                    <a:pt x="4586" y="2768"/>
                  </a:lnTo>
                  <a:lnTo>
                    <a:pt x="4581" y="2793"/>
                  </a:lnTo>
                  <a:lnTo>
                    <a:pt x="4741" y="2965"/>
                  </a:lnTo>
                  <a:lnTo>
                    <a:pt x="4812" y="3055"/>
                  </a:lnTo>
                  <a:lnTo>
                    <a:pt x="4929" y="3421"/>
                  </a:lnTo>
                  <a:lnTo>
                    <a:pt x="4927" y="3645"/>
                  </a:lnTo>
                  <a:lnTo>
                    <a:pt x="4916" y="3685"/>
                  </a:lnTo>
                  <a:lnTo>
                    <a:pt x="4885" y="3734"/>
                  </a:lnTo>
                  <a:lnTo>
                    <a:pt x="4738" y="3837"/>
                  </a:lnTo>
                  <a:lnTo>
                    <a:pt x="4619" y="3856"/>
                  </a:lnTo>
                  <a:lnTo>
                    <a:pt x="4595" y="3845"/>
                  </a:lnTo>
                  <a:lnTo>
                    <a:pt x="4577" y="3844"/>
                  </a:lnTo>
                  <a:lnTo>
                    <a:pt x="4571" y="3847"/>
                  </a:lnTo>
                  <a:lnTo>
                    <a:pt x="4503" y="3875"/>
                  </a:lnTo>
                  <a:lnTo>
                    <a:pt x="4210" y="4054"/>
                  </a:lnTo>
                  <a:lnTo>
                    <a:pt x="3883" y="4254"/>
                  </a:lnTo>
                  <a:lnTo>
                    <a:pt x="3883" y="4291"/>
                  </a:lnTo>
                  <a:lnTo>
                    <a:pt x="4021" y="4432"/>
                  </a:lnTo>
                  <a:lnTo>
                    <a:pt x="4052" y="4455"/>
                  </a:lnTo>
                  <a:lnTo>
                    <a:pt x="4092" y="4470"/>
                  </a:lnTo>
                  <a:lnTo>
                    <a:pt x="4374" y="4457"/>
                  </a:lnTo>
                  <a:lnTo>
                    <a:pt x="4489" y="4413"/>
                  </a:lnTo>
                  <a:lnTo>
                    <a:pt x="4622" y="4412"/>
                  </a:lnTo>
                  <a:lnTo>
                    <a:pt x="4710" y="4437"/>
                  </a:lnTo>
                  <a:lnTo>
                    <a:pt x="4731" y="4448"/>
                  </a:lnTo>
                  <a:lnTo>
                    <a:pt x="4809" y="4615"/>
                  </a:lnTo>
                  <a:lnTo>
                    <a:pt x="4809" y="4632"/>
                  </a:lnTo>
                  <a:lnTo>
                    <a:pt x="4758" y="4672"/>
                  </a:lnTo>
                  <a:lnTo>
                    <a:pt x="4423" y="4901"/>
                  </a:lnTo>
                  <a:lnTo>
                    <a:pt x="4375" y="4927"/>
                  </a:lnTo>
                  <a:lnTo>
                    <a:pt x="4267" y="4922"/>
                  </a:lnTo>
                  <a:lnTo>
                    <a:pt x="4141" y="4924"/>
                  </a:lnTo>
                  <a:lnTo>
                    <a:pt x="3906" y="5070"/>
                  </a:lnTo>
                  <a:lnTo>
                    <a:pt x="3903" y="5080"/>
                  </a:lnTo>
                  <a:lnTo>
                    <a:pt x="3976" y="5183"/>
                  </a:lnTo>
                  <a:lnTo>
                    <a:pt x="4010" y="5340"/>
                  </a:lnTo>
                  <a:lnTo>
                    <a:pt x="3936" y="5580"/>
                  </a:lnTo>
                  <a:lnTo>
                    <a:pt x="3791" y="5634"/>
                  </a:lnTo>
                  <a:lnTo>
                    <a:pt x="3785" y="5777"/>
                  </a:lnTo>
                  <a:lnTo>
                    <a:pt x="3793" y="5950"/>
                  </a:lnTo>
                  <a:lnTo>
                    <a:pt x="3799" y="6077"/>
                  </a:lnTo>
                  <a:lnTo>
                    <a:pt x="3855" y="6179"/>
                  </a:lnTo>
                  <a:lnTo>
                    <a:pt x="3436" y="6462"/>
                  </a:lnTo>
                  <a:lnTo>
                    <a:pt x="3360" y="6474"/>
                  </a:lnTo>
                  <a:lnTo>
                    <a:pt x="3239" y="6422"/>
                  </a:lnTo>
                  <a:lnTo>
                    <a:pt x="3226" y="6408"/>
                  </a:lnTo>
                  <a:lnTo>
                    <a:pt x="3232" y="6391"/>
                  </a:lnTo>
                  <a:lnTo>
                    <a:pt x="3301" y="6368"/>
                  </a:lnTo>
                  <a:lnTo>
                    <a:pt x="3333" y="6364"/>
                  </a:lnTo>
                  <a:lnTo>
                    <a:pt x="3409" y="6248"/>
                  </a:lnTo>
                  <a:lnTo>
                    <a:pt x="3413" y="6230"/>
                  </a:lnTo>
                  <a:lnTo>
                    <a:pt x="3370" y="6141"/>
                  </a:lnTo>
                  <a:lnTo>
                    <a:pt x="3138" y="6128"/>
                  </a:lnTo>
                  <a:lnTo>
                    <a:pt x="3076" y="6137"/>
                  </a:lnTo>
                  <a:lnTo>
                    <a:pt x="3065" y="6173"/>
                  </a:lnTo>
                  <a:lnTo>
                    <a:pt x="3038" y="6226"/>
                  </a:lnTo>
                  <a:lnTo>
                    <a:pt x="2942" y="6267"/>
                  </a:lnTo>
                  <a:lnTo>
                    <a:pt x="2675" y="6213"/>
                  </a:lnTo>
                  <a:lnTo>
                    <a:pt x="2657" y="6202"/>
                  </a:lnTo>
                  <a:lnTo>
                    <a:pt x="2625" y="6143"/>
                  </a:lnTo>
                  <a:lnTo>
                    <a:pt x="2625" y="6128"/>
                  </a:lnTo>
                  <a:lnTo>
                    <a:pt x="2692" y="6071"/>
                  </a:lnTo>
                  <a:lnTo>
                    <a:pt x="2760" y="6013"/>
                  </a:lnTo>
                  <a:lnTo>
                    <a:pt x="2767" y="5985"/>
                  </a:lnTo>
                  <a:lnTo>
                    <a:pt x="2759" y="5868"/>
                  </a:lnTo>
                  <a:lnTo>
                    <a:pt x="2722" y="5355"/>
                  </a:lnTo>
                  <a:lnTo>
                    <a:pt x="2715" y="5331"/>
                  </a:lnTo>
                  <a:lnTo>
                    <a:pt x="2691" y="5305"/>
                  </a:lnTo>
                  <a:lnTo>
                    <a:pt x="2575" y="5209"/>
                  </a:lnTo>
                  <a:lnTo>
                    <a:pt x="2473" y="5177"/>
                  </a:lnTo>
                  <a:lnTo>
                    <a:pt x="1898" y="5050"/>
                  </a:lnTo>
                  <a:lnTo>
                    <a:pt x="1847" y="5058"/>
                  </a:lnTo>
                  <a:lnTo>
                    <a:pt x="1681" y="5263"/>
                  </a:lnTo>
                  <a:lnTo>
                    <a:pt x="1473" y="5417"/>
                  </a:lnTo>
                  <a:lnTo>
                    <a:pt x="1434" y="5442"/>
                  </a:lnTo>
                  <a:lnTo>
                    <a:pt x="1420" y="5438"/>
                  </a:lnTo>
                  <a:lnTo>
                    <a:pt x="1411" y="5430"/>
                  </a:lnTo>
                  <a:lnTo>
                    <a:pt x="1354" y="5380"/>
                  </a:lnTo>
                  <a:lnTo>
                    <a:pt x="1348" y="5327"/>
                  </a:lnTo>
                  <a:lnTo>
                    <a:pt x="1377" y="5262"/>
                  </a:lnTo>
                  <a:lnTo>
                    <a:pt x="1557" y="5091"/>
                  </a:lnTo>
                  <a:lnTo>
                    <a:pt x="1668" y="4955"/>
                  </a:lnTo>
                  <a:lnTo>
                    <a:pt x="1731" y="4749"/>
                  </a:lnTo>
                  <a:lnTo>
                    <a:pt x="1706" y="4626"/>
                  </a:lnTo>
                  <a:lnTo>
                    <a:pt x="1646" y="4538"/>
                  </a:lnTo>
                  <a:lnTo>
                    <a:pt x="1552" y="4533"/>
                  </a:lnTo>
                  <a:lnTo>
                    <a:pt x="1499" y="4493"/>
                  </a:lnTo>
                  <a:lnTo>
                    <a:pt x="1421" y="4370"/>
                  </a:lnTo>
                  <a:lnTo>
                    <a:pt x="1080" y="3696"/>
                  </a:lnTo>
                  <a:lnTo>
                    <a:pt x="960" y="3579"/>
                  </a:lnTo>
                  <a:lnTo>
                    <a:pt x="943" y="3562"/>
                  </a:lnTo>
                  <a:lnTo>
                    <a:pt x="885" y="3392"/>
                  </a:lnTo>
                  <a:lnTo>
                    <a:pt x="894" y="3332"/>
                  </a:lnTo>
                  <a:lnTo>
                    <a:pt x="918" y="3311"/>
                  </a:lnTo>
                  <a:lnTo>
                    <a:pt x="948" y="3320"/>
                  </a:lnTo>
                  <a:lnTo>
                    <a:pt x="967" y="3305"/>
                  </a:lnTo>
                  <a:lnTo>
                    <a:pt x="1004" y="3263"/>
                  </a:lnTo>
                  <a:lnTo>
                    <a:pt x="1030" y="3203"/>
                  </a:lnTo>
                  <a:lnTo>
                    <a:pt x="932" y="3045"/>
                  </a:lnTo>
                  <a:lnTo>
                    <a:pt x="922" y="3027"/>
                  </a:lnTo>
                  <a:lnTo>
                    <a:pt x="659" y="2802"/>
                  </a:lnTo>
                  <a:lnTo>
                    <a:pt x="622" y="2782"/>
                  </a:lnTo>
                  <a:lnTo>
                    <a:pt x="403" y="2712"/>
                  </a:lnTo>
                  <a:lnTo>
                    <a:pt x="34" y="2654"/>
                  </a:lnTo>
                  <a:lnTo>
                    <a:pt x="5" y="2629"/>
                  </a:lnTo>
                  <a:lnTo>
                    <a:pt x="0" y="2615"/>
                  </a:lnTo>
                  <a:lnTo>
                    <a:pt x="150" y="2413"/>
                  </a:lnTo>
                  <a:lnTo>
                    <a:pt x="222" y="2347"/>
                  </a:lnTo>
                  <a:lnTo>
                    <a:pt x="259" y="2196"/>
                  </a:lnTo>
                  <a:lnTo>
                    <a:pt x="268" y="2053"/>
                  </a:lnTo>
                  <a:lnTo>
                    <a:pt x="278" y="2003"/>
                  </a:lnTo>
                  <a:lnTo>
                    <a:pt x="322" y="1938"/>
                  </a:lnTo>
                  <a:lnTo>
                    <a:pt x="417" y="1832"/>
                  </a:lnTo>
                  <a:lnTo>
                    <a:pt x="863" y="1558"/>
                  </a:lnTo>
                  <a:lnTo>
                    <a:pt x="1350" y="1314"/>
                  </a:lnTo>
                  <a:lnTo>
                    <a:pt x="1479" y="1254"/>
                  </a:lnTo>
                  <a:lnTo>
                    <a:pt x="1496" y="1246"/>
                  </a:lnTo>
                  <a:lnTo>
                    <a:pt x="1725" y="1152"/>
                  </a:lnTo>
                  <a:lnTo>
                    <a:pt x="1821" y="1101"/>
                  </a:lnTo>
                  <a:lnTo>
                    <a:pt x="2070" y="950"/>
                  </a:lnTo>
                  <a:lnTo>
                    <a:pt x="2365" y="727"/>
                  </a:lnTo>
                  <a:lnTo>
                    <a:pt x="2498" y="536"/>
                  </a:lnTo>
                  <a:lnTo>
                    <a:pt x="2658" y="271"/>
                  </a:lnTo>
                  <a:lnTo>
                    <a:pt x="2640" y="211"/>
                  </a:lnTo>
                  <a:lnTo>
                    <a:pt x="2814" y="88"/>
                  </a:lnTo>
                  <a:lnTo>
                    <a:pt x="2911" y="36"/>
                  </a:lnTo>
                  <a:lnTo>
                    <a:pt x="2961" y="15"/>
                  </a:lnTo>
                  <a:lnTo>
                    <a:pt x="2996" y="3"/>
                  </a:lnTo>
                  <a:lnTo>
                    <a:pt x="3035" y="0"/>
                  </a:lnTo>
                  <a:lnTo>
                    <a:pt x="3217" y="0"/>
                  </a:lnTo>
                  <a:lnTo>
                    <a:pt x="3270" y="7"/>
                  </a:lnTo>
                  <a:lnTo>
                    <a:pt x="3380" y="182"/>
                  </a:lnTo>
                  <a:lnTo>
                    <a:pt x="3416" y="240"/>
                  </a:lnTo>
                  <a:lnTo>
                    <a:pt x="3512" y="392"/>
                  </a:lnTo>
                  <a:lnTo>
                    <a:pt x="3646" y="586"/>
                  </a:lnTo>
                  <a:lnTo>
                    <a:pt x="3789" y="794"/>
                  </a:lnTo>
                  <a:lnTo>
                    <a:pt x="3812" y="824"/>
                  </a:lnTo>
                  <a:lnTo>
                    <a:pt x="3977" y="969"/>
                  </a:lnTo>
                  <a:lnTo>
                    <a:pt x="4319" y="1223"/>
                  </a:lnTo>
                  <a:lnTo>
                    <a:pt x="4471" y="1325"/>
                  </a:lnTo>
                  <a:lnTo>
                    <a:pt x="4511" y="1335"/>
                  </a:lnTo>
                  <a:lnTo>
                    <a:pt x="4524" y="1351"/>
                  </a:lnTo>
                  <a:lnTo>
                    <a:pt x="4630" y="1470"/>
                  </a:lnTo>
                  <a:lnTo>
                    <a:pt x="4727" y="1636"/>
                  </a:lnTo>
                  <a:lnTo>
                    <a:pt x="4753" y="1680"/>
                  </a:lnTo>
                  <a:lnTo>
                    <a:pt x="4764" y="172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9353042" y="2110755"/>
              <a:ext cx="1220" cy="1363"/>
            </a:xfrm>
            <a:custGeom>
              <a:avLst/>
              <a:pathLst>
                <a:path w="1220" h="1363">
                  <a:moveTo>
                    <a:pt x="874" y="682"/>
                  </a:moveTo>
                  <a:lnTo>
                    <a:pt x="947" y="725"/>
                  </a:lnTo>
                  <a:lnTo>
                    <a:pt x="1045" y="741"/>
                  </a:lnTo>
                  <a:lnTo>
                    <a:pt x="1049" y="742"/>
                  </a:lnTo>
                  <a:lnTo>
                    <a:pt x="1069" y="741"/>
                  </a:lnTo>
                  <a:lnTo>
                    <a:pt x="1197" y="735"/>
                  </a:lnTo>
                  <a:lnTo>
                    <a:pt x="1220" y="750"/>
                  </a:lnTo>
                  <a:lnTo>
                    <a:pt x="1200" y="1200"/>
                  </a:lnTo>
                  <a:lnTo>
                    <a:pt x="1196" y="1273"/>
                  </a:lnTo>
                  <a:lnTo>
                    <a:pt x="1133" y="1339"/>
                  </a:lnTo>
                  <a:lnTo>
                    <a:pt x="1058" y="1363"/>
                  </a:lnTo>
                  <a:lnTo>
                    <a:pt x="952" y="1346"/>
                  </a:lnTo>
                  <a:lnTo>
                    <a:pt x="854" y="1303"/>
                  </a:lnTo>
                  <a:lnTo>
                    <a:pt x="822" y="1289"/>
                  </a:lnTo>
                  <a:lnTo>
                    <a:pt x="664" y="1174"/>
                  </a:lnTo>
                  <a:lnTo>
                    <a:pt x="641" y="1150"/>
                  </a:lnTo>
                  <a:lnTo>
                    <a:pt x="448" y="906"/>
                  </a:lnTo>
                  <a:lnTo>
                    <a:pt x="211" y="584"/>
                  </a:lnTo>
                  <a:lnTo>
                    <a:pt x="155" y="482"/>
                  </a:lnTo>
                  <a:lnTo>
                    <a:pt x="14" y="413"/>
                  </a:lnTo>
                  <a:lnTo>
                    <a:pt x="0" y="369"/>
                  </a:lnTo>
                  <a:lnTo>
                    <a:pt x="0" y="243"/>
                  </a:lnTo>
                  <a:lnTo>
                    <a:pt x="18" y="209"/>
                  </a:lnTo>
                  <a:lnTo>
                    <a:pt x="62" y="191"/>
                  </a:lnTo>
                  <a:lnTo>
                    <a:pt x="224" y="123"/>
                  </a:lnTo>
                  <a:lnTo>
                    <a:pt x="364" y="65"/>
                  </a:lnTo>
                  <a:lnTo>
                    <a:pt x="615" y="0"/>
                  </a:lnTo>
                  <a:lnTo>
                    <a:pt x="858" y="70"/>
                  </a:lnTo>
                  <a:lnTo>
                    <a:pt x="854" y="173"/>
                  </a:lnTo>
                  <a:lnTo>
                    <a:pt x="804" y="262"/>
                  </a:lnTo>
                  <a:lnTo>
                    <a:pt x="779" y="338"/>
                  </a:lnTo>
                  <a:lnTo>
                    <a:pt x="779" y="521"/>
                  </a:lnTo>
                  <a:lnTo>
                    <a:pt x="799" y="573"/>
                  </a:lnTo>
                  <a:lnTo>
                    <a:pt x="874" y="6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9353054" y="2109694"/>
              <a:ext cx="668" cy="830"/>
            </a:xfrm>
            <a:custGeom>
              <a:avLst/>
              <a:pathLst>
                <a:path w="668" h="830">
                  <a:moveTo>
                    <a:pt x="81" y="823"/>
                  </a:moveTo>
                  <a:lnTo>
                    <a:pt x="27" y="815"/>
                  </a:lnTo>
                  <a:lnTo>
                    <a:pt x="0" y="802"/>
                  </a:lnTo>
                  <a:lnTo>
                    <a:pt x="3" y="87"/>
                  </a:lnTo>
                  <a:lnTo>
                    <a:pt x="7" y="58"/>
                  </a:lnTo>
                  <a:lnTo>
                    <a:pt x="124" y="0"/>
                  </a:lnTo>
                  <a:lnTo>
                    <a:pt x="247" y="17"/>
                  </a:lnTo>
                  <a:lnTo>
                    <a:pt x="321" y="24"/>
                  </a:lnTo>
                  <a:lnTo>
                    <a:pt x="390" y="21"/>
                  </a:lnTo>
                  <a:lnTo>
                    <a:pt x="403" y="48"/>
                  </a:lnTo>
                  <a:lnTo>
                    <a:pt x="405" y="100"/>
                  </a:lnTo>
                  <a:lnTo>
                    <a:pt x="393" y="283"/>
                  </a:lnTo>
                  <a:lnTo>
                    <a:pt x="380" y="471"/>
                  </a:lnTo>
                  <a:lnTo>
                    <a:pt x="668" y="756"/>
                  </a:lnTo>
                  <a:lnTo>
                    <a:pt x="581" y="830"/>
                  </a:lnTo>
                  <a:lnTo>
                    <a:pt x="252" y="826"/>
                  </a:lnTo>
                  <a:lnTo>
                    <a:pt x="81" y="8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9355721" y="2109969"/>
              <a:ext cx="2492" cy="2668"/>
            </a:xfrm>
            <a:custGeom>
              <a:avLst/>
              <a:pathLst>
                <a:path w="2492" h="2668">
                  <a:moveTo>
                    <a:pt x="1224" y="1103"/>
                  </a:moveTo>
                  <a:lnTo>
                    <a:pt x="1200" y="1186"/>
                  </a:lnTo>
                  <a:lnTo>
                    <a:pt x="1204" y="1304"/>
                  </a:lnTo>
                  <a:lnTo>
                    <a:pt x="1239" y="1445"/>
                  </a:lnTo>
                  <a:lnTo>
                    <a:pt x="1258" y="1488"/>
                  </a:lnTo>
                  <a:lnTo>
                    <a:pt x="1357" y="1638"/>
                  </a:lnTo>
                  <a:lnTo>
                    <a:pt x="1434" y="1677"/>
                  </a:lnTo>
                  <a:lnTo>
                    <a:pt x="1532" y="1715"/>
                  </a:lnTo>
                  <a:lnTo>
                    <a:pt x="1682" y="1722"/>
                  </a:lnTo>
                  <a:lnTo>
                    <a:pt x="1741" y="1704"/>
                  </a:lnTo>
                  <a:lnTo>
                    <a:pt x="1980" y="1630"/>
                  </a:lnTo>
                  <a:lnTo>
                    <a:pt x="2201" y="1561"/>
                  </a:lnTo>
                  <a:lnTo>
                    <a:pt x="2445" y="1485"/>
                  </a:lnTo>
                  <a:lnTo>
                    <a:pt x="2458" y="1487"/>
                  </a:lnTo>
                  <a:lnTo>
                    <a:pt x="2492" y="1529"/>
                  </a:lnTo>
                  <a:lnTo>
                    <a:pt x="2434" y="1632"/>
                  </a:lnTo>
                  <a:lnTo>
                    <a:pt x="2231" y="1898"/>
                  </a:lnTo>
                  <a:lnTo>
                    <a:pt x="2140" y="2018"/>
                  </a:lnTo>
                  <a:lnTo>
                    <a:pt x="1967" y="2176"/>
                  </a:lnTo>
                  <a:lnTo>
                    <a:pt x="1750" y="2335"/>
                  </a:lnTo>
                  <a:lnTo>
                    <a:pt x="1475" y="2335"/>
                  </a:lnTo>
                  <a:lnTo>
                    <a:pt x="1447" y="2228"/>
                  </a:lnTo>
                  <a:lnTo>
                    <a:pt x="1465" y="2110"/>
                  </a:lnTo>
                  <a:lnTo>
                    <a:pt x="1426" y="1974"/>
                  </a:lnTo>
                  <a:lnTo>
                    <a:pt x="1219" y="1896"/>
                  </a:lnTo>
                  <a:lnTo>
                    <a:pt x="1171" y="1886"/>
                  </a:lnTo>
                  <a:lnTo>
                    <a:pt x="1125" y="1910"/>
                  </a:lnTo>
                  <a:lnTo>
                    <a:pt x="977" y="2125"/>
                  </a:lnTo>
                  <a:lnTo>
                    <a:pt x="981" y="2186"/>
                  </a:lnTo>
                  <a:lnTo>
                    <a:pt x="1027" y="2345"/>
                  </a:lnTo>
                  <a:lnTo>
                    <a:pt x="933" y="2561"/>
                  </a:lnTo>
                  <a:lnTo>
                    <a:pt x="888" y="2621"/>
                  </a:lnTo>
                  <a:lnTo>
                    <a:pt x="21" y="2668"/>
                  </a:lnTo>
                  <a:lnTo>
                    <a:pt x="20" y="2505"/>
                  </a:lnTo>
                  <a:lnTo>
                    <a:pt x="87" y="2442"/>
                  </a:lnTo>
                  <a:lnTo>
                    <a:pt x="110" y="2394"/>
                  </a:lnTo>
                  <a:lnTo>
                    <a:pt x="113" y="2389"/>
                  </a:lnTo>
                  <a:lnTo>
                    <a:pt x="163" y="2027"/>
                  </a:lnTo>
                  <a:lnTo>
                    <a:pt x="31" y="1902"/>
                  </a:lnTo>
                  <a:lnTo>
                    <a:pt x="29" y="1898"/>
                  </a:lnTo>
                  <a:lnTo>
                    <a:pt x="0" y="1793"/>
                  </a:lnTo>
                  <a:lnTo>
                    <a:pt x="7" y="1766"/>
                  </a:lnTo>
                  <a:lnTo>
                    <a:pt x="119" y="1692"/>
                  </a:lnTo>
                  <a:lnTo>
                    <a:pt x="149" y="1681"/>
                  </a:lnTo>
                  <a:lnTo>
                    <a:pt x="258" y="1744"/>
                  </a:lnTo>
                  <a:lnTo>
                    <a:pt x="301" y="1775"/>
                  </a:lnTo>
                  <a:lnTo>
                    <a:pt x="361" y="1836"/>
                  </a:lnTo>
                  <a:lnTo>
                    <a:pt x="624" y="1747"/>
                  </a:lnTo>
                  <a:lnTo>
                    <a:pt x="1023" y="1460"/>
                  </a:lnTo>
                  <a:lnTo>
                    <a:pt x="1025" y="1453"/>
                  </a:lnTo>
                  <a:lnTo>
                    <a:pt x="1069" y="1304"/>
                  </a:lnTo>
                  <a:lnTo>
                    <a:pt x="1080" y="1210"/>
                  </a:lnTo>
                  <a:lnTo>
                    <a:pt x="1046" y="1106"/>
                  </a:lnTo>
                  <a:lnTo>
                    <a:pt x="1019" y="1097"/>
                  </a:lnTo>
                  <a:lnTo>
                    <a:pt x="884" y="1053"/>
                  </a:lnTo>
                  <a:lnTo>
                    <a:pt x="800" y="1040"/>
                  </a:lnTo>
                  <a:lnTo>
                    <a:pt x="734" y="1029"/>
                  </a:lnTo>
                  <a:lnTo>
                    <a:pt x="726" y="1008"/>
                  </a:lnTo>
                  <a:lnTo>
                    <a:pt x="724" y="941"/>
                  </a:lnTo>
                  <a:lnTo>
                    <a:pt x="849" y="579"/>
                  </a:lnTo>
                  <a:lnTo>
                    <a:pt x="855" y="529"/>
                  </a:lnTo>
                  <a:lnTo>
                    <a:pt x="856" y="512"/>
                  </a:lnTo>
                  <a:lnTo>
                    <a:pt x="861" y="239"/>
                  </a:lnTo>
                  <a:lnTo>
                    <a:pt x="875" y="71"/>
                  </a:lnTo>
                  <a:lnTo>
                    <a:pt x="954" y="1"/>
                  </a:lnTo>
                  <a:lnTo>
                    <a:pt x="965" y="0"/>
                  </a:lnTo>
                  <a:lnTo>
                    <a:pt x="1021" y="49"/>
                  </a:lnTo>
                  <a:lnTo>
                    <a:pt x="1247" y="286"/>
                  </a:lnTo>
                  <a:lnTo>
                    <a:pt x="1373" y="419"/>
                  </a:lnTo>
                  <a:lnTo>
                    <a:pt x="1761" y="934"/>
                  </a:lnTo>
                  <a:lnTo>
                    <a:pt x="1715" y="960"/>
                  </a:lnTo>
                  <a:lnTo>
                    <a:pt x="1697" y="961"/>
                  </a:lnTo>
                  <a:lnTo>
                    <a:pt x="1610" y="950"/>
                  </a:lnTo>
                  <a:lnTo>
                    <a:pt x="1288" y="1038"/>
                  </a:lnTo>
                  <a:lnTo>
                    <a:pt x="1224" y="110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9354376" y="2108936"/>
              <a:ext cx="744" cy="467"/>
            </a:xfrm>
            <a:custGeom>
              <a:avLst/>
              <a:pathLst>
                <a:path w="744" h="467">
                  <a:moveTo>
                    <a:pt x="549" y="467"/>
                  </a:moveTo>
                  <a:lnTo>
                    <a:pt x="481" y="464"/>
                  </a:lnTo>
                  <a:lnTo>
                    <a:pt x="443" y="442"/>
                  </a:lnTo>
                  <a:lnTo>
                    <a:pt x="335" y="362"/>
                  </a:lnTo>
                  <a:lnTo>
                    <a:pt x="2" y="97"/>
                  </a:lnTo>
                  <a:lnTo>
                    <a:pt x="0" y="58"/>
                  </a:lnTo>
                  <a:lnTo>
                    <a:pt x="33" y="27"/>
                  </a:lnTo>
                  <a:lnTo>
                    <a:pt x="130" y="0"/>
                  </a:lnTo>
                  <a:lnTo>
                    <a:pt x="398" y="55"/>
                  </a:lnTo>
                  <a:lnTo>
                    <a:pt x="485" y="73"/>
                  </a:lnTo>
                  <a:lnTo>
                    <a:pt x="737" y="310"/>
                  </a:lnTo>
                  <a:lnTo>
                    <a:pt x="744" y="339"/>
                  </a:lnTo>
                  <a:lnTo>
                    <a:pt x="625" y="463"/>
                  </a:lnTo>
                  <a:lnTo>
                    <a:pt x="572" y="466"/>
                  </a:lnTo>
                  <a:lnTo>
                    <a:pt x="549" y="46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9355126" y="2108685"/>
              <a:ext cx="501" cy="508"/>
            </a:xfrm>
            <a:custGeom>
              <a:avLst/>
              <a:pathLst>
                <a:path w="501" h="508">
                  <a:moveTo>
                    <a:pt x="378" y="448"/>
                  </a:moveTo>
                  <a:lnTo>
                    <a:pt x="302" y="508"/>
                  </a:lnTo>
                  <a:lnTo>
                    <a:pt x="130" y="423"/>
                  </a:lnTo>
                  <a:lnTo>
                    <a:pt x="9" y="295"/>
                  </a:lnTo>
                  <a:lnTo>
                    <a:pt x="0" y="260"/>
                  </a:lnTo>
                  <a:lnTo>
                    <a:pt x="1" y="150"/>
                  </a:lnTo>
                  <a:lnTo>
                    <a:pt x="50" y="99"/>
                  </a:lnTo>
                  <a:lnTo>
                    <a:pt x="198" y="39"/>
                  </a:lnTo>
                  <a:lnTo>
                    <a:pt x="294" y="0"/>
                  </a:lnTo>
                  <a:lnTo>
                    <a:pt x="501" y="12"/>
                  </a:lnTo>
                  <a:lnTo>
                    <a:pt x="488" y="113"/>
                  </a:lnTo>
                  <a:lnTo>
                    <a:pt x="478" y="197"/>
                  </a:lnTo>
                  <a:lnTo>
                    <a:pt x="408" y="407"/>
                  </a:lnTo>
                  <a:lnTo>
                    <a:pt x="378" y="4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9346145" y="2104823"/>
              <a:ext cx="526" cy="1531"/>
            </a:xfrm>
            <a:custGeom>
              <a:avLst/>
              <a:pathLst>
                <a:path w="526" h="1531">
                  <a:moveTo>
                    <a:pt x="249" y="1509"/>
                  </a:moveTo>
                  <a:lnTo>
                    <a:pt x="201" y="1531"/>
                  </a:lnTo>
                  <a:lnTo>
                    <a:pt x="180" y="1524"/>
                  </a:lnTo>
                  <a:lnTo>
                    <a:pt x="170" y="1355"/>
                  </a:lnTo>
                  <a:lnTo>
                    <a:pt x="136" y="1221"/>
                  </a:lnTo>
                  <a:lnTo>
                    <a:pt x="53" y="1018"/>
                  </a:lnTo>
                  <a:lnTo>
                    <a:pt x="38" y="990"/>
                  </a:lnTo>
                  <a:lnTo>
                    <a:pt x="1" y="922"/>
                  </a:lnTo>
                  <a:lnTo>
                    <a:pt x="0" y="891"/>
                  </a:lnTo>
                  <a:lnTo>
                    <a:pt x="45" y="762"/>
                  </a:lnTo>
                  <a:lnTo>
                    <a:pt x="93" y="724"/>
                  </a:lnTo>
                  <a:lnTo>
                    <a:pt x="153" y="654"/>
                  </a:lnTo>
                  <a:lnTo>
                    <a:pt x="225" y="481"/>
                  </a:lnTo>
                  <a:lnTo>
                    <a:pt x="264" y="248"/>
                  </a:lnTo>
                  <a:lnTo>
                    <a:pt x="255" y="53"/>
                  </a:lnTo>
                  <a:lnTo>
                    <a:pt x="351" y="0"/>
                  </a:lnTo>
                  <a:lnTo>
                    <a:pt x="373" y="12"/>
                  </a:lnTo>
                  <a:lnTo>
                    <a:pt x="400" y="718"/>
                  </a:lnTo>
                  <a:lnTo>
                    <a:pt x="480" y="856"/>
                  </a:lnTo>
                  <a:lnTo>
                    <a:pt x="497" y="884"/>
                  </a:lnTo>
                  <a:lnTo>
                    <a:pt x="518" y="961"/>
                  </a:lnTo>
                  <a:lnTo>
                    <a:pt x="526" y="1029"/>
                  </a:lnTo>
                  <a:lnTo>
                    <a:pt x="517" y="1091"/>
                  </a:lnTo>
                  <a:lnTo>
                    <a:pt x="397" y="1330"/>
                  </a:lnTo>
                  <a:lnTo>
                    <a:pt x="368" y="1375"/>
                  </a:lnTo>
                  <a:lnTo>
                    <a:pt x="295" y="1478"/>
                  </a:lnTo>
                  <a:lnTo>
                    <a:pt x="249" y="15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9353850" y="2103148"/>
              <a:ext cx="610" cy="710"/>
            </a:xfrm>
            <a:custGeom>
              <a:avLst/>
              <a:pathLst>
                <a:path w="610" h="710">
                  <a:moveTo>
                    <a:pt x="348" y="707"/>
                  </a:moveTo>
                  <a:lnTo>
                    <a:pt x="333" y="710"/>
                  </a:lnTo>
                  <a:lnTo>
                    <a:pt x="229" y="666"/>
                  </a:lnTo>
                  <a:lnTo>
                    <a:pt x="25" y="417"/>
                  </a:lnTo>
                  <a:lnTo>
                    <a:pt x="0" y="364"/>
                  </a:lnTo>
                  <a:lnTo>
                    <a:pt x="160" y="182"/>
                  </a:lnTo>
                  <a:lnTo>
                    <a:pt x="200" y="137"/>
                  </a:lnTo>
                  <a:lnTo>
                    <a:pt x="491" y="4"/>
                  </a:lnTo>
                  <a:lnTo>
                    <a:pt x="564" y="0"/>
                  </a:lnTo>
                  <a:lnTo>
                    <a:pt x="592" y="23"/>
                  </a:lnTo>
                  <a:lnTo>
                    <a:pt x="610" y="61"/>
                  </a:lnTo>
                  <a:lnTo>
                    <a:pt x="606" y="70"/>
                  </a:lnTo>
                  <a:lnTo>
                    <a:pt x="380" y="196"/>
                  </a:lnTo>
                  <a:lnTo>
                    <a:pt x="272" y="218"/>
                  </a:lnTo>
                  <a:lnTo>
                    <a:pt x="263" y="229"/>
                  </a:lnTo>
                  <a:lnTo>
                    <a:pt x="246" y="286"/>
                  </a:lnTo>
                  <a:lnTo>
                    <a:pt x="237" y="354"/>
                  </a:lnTo>
                  <a:lnTo>
                    <a:pt x="262" y="418"/>
                  </a:lnTo>
                  <a:lnTo>
                    <a:pt x="404" y="492"/>
                  </a:lnTo>
                  <a:lnTo>
                    <a:pt x="565" y="536"/>
                  </a:lnTo>
                  <a:lnTo>
                    <a:pt x="569" y="552"/>
                  </a:lnTo>
                  <a:lnTo>
                    <a:pt x="451" y="682"/>
                  </a:lnTo>
                  <a:lnTo>
                    <a:pt x="407" y="700"/>
                  </a:lnTo>
                  <a:lnTo>
                    <a:pt x="348" y="70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9355157" y="2100035"/>
              <a:ext cx="691" cy="365"/>
            </a:xfrm>
            <a:custGeom>
              <a:avLst/>
              <a:pathLst>
                <a:path w="691" h="365">
                  <a:moveTo>
                    <a:pt x="566" y="365"/>
                  </a:moveTo>
                  <a:lnTo>
                    <a:pt x="159" y="360"/>
                  </a:lnTo>
                  <a:lnTo>
                    <a:pt x="92" y="330"/>
                  </a:lnTo>
                  <a:lnTo>
                    <a:pt x="24" y="183"/>
                  </a:lnTo>
                  <a:lnTo>
                    <a:pt x="0" y="112"/>
                  </a:lnTo>
                  <a:lnTo>
                    <a:pt x="0" y="104"/>
                  </a:lnTo>
                  <a:lnTo>
                    <a:pt x="49" y="46"/>
                  </a:lnTo>
                  <a:lnTo>
                    <a:pt x="94" y="23"/>
                  </a:lnTo>
                  <a:lnTo>
                    <a:pt x="170" y="0"/>
                  </a:lnTo>
                  <a:lnTo>
                    <a:pt x="342" y="13"/>
                  </a:lnTo>
                  <a:lnTo>
                    <a:pt x="604" y="98"/>
                  </a:lnTo>
                  <a:lnTo>
                    <a:pt x="686" y="146"/>
                  </a:lnTo>
                  <a:lnTo>
                    <a:pt x="691" y="159"/>
                  </a:lnTo>
                  <a:lnTo>
                    <a:pt x="566" y="36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9364565" y="2101617"/>
              <a:ext cx="394" cy="282"/>
            </a:xfrm>
            <a:custGeom>
              <a:avLst/>
              <a:pathLst>
                <a:path w="394" h="282">
                  <a:moveTo>
                    <a:pt x="280" y="282"/>
                  </a:moveTo>
                  <a:lnTo>
                    <a:pt x="218" y="275"/>
                  </a:lnTo>
                  <a:lnTo>
                    <a:pt x="0" y="194"/>
                  </a:lnTo>
                  <a:lnTo>
                    <a:pt x="0" y="176"/>
                  </a:lnTo>
                  <a:lnTo>
                    <a:pt x="5" y="167"/>
                  </a:lnTo>
                  <a:lnTo>
                    <a:pt x="78" y="77"/>
                  </a:lnTo>
                  <a:lnTo>
                    <a:pt x="114" y="43"/>
                  </a:lnTo>
                  <a:lnTo>
                    <a:pt x="163" y="38"/>
                  </a:lnTo>
                  <a:lnTo>
                    <a:pt x="184" y="15"/>
                  </a:lnTo>
                  <a:lnTo>
                    <a:pt x="222" y="0"/>
                  </a:lnTo>
                  <a:lnTo>
                    <a:pt x="235" y="1"/>
                  </a:lnTo>
                  <a:lnTo>
                    <a:pt x="274" y="7"/>
                  </a:lnTo>
                  <a:lnTo>
                    <a:pt x="279" y="9"/>
                  </a:lnTo>
                  <a:lnTo>
                    <a:pt x="308" y="20"/>
                  </a:lnTo>
                  <a:lnTo>
                    <a:pt x="330" y="30"/>
                  </a:lnTo>
                  <a:lnTo>
                    <a:pt x="343" y="39"/>
                  </a:lnTo>
                  <a:lnTo>
                    <a:pt x="351" y="48"/>
                  </a:lnTo>
                  <a:lnTo>
                    <a:pt x="380" y="131"/>
                  </a:lnTo>
                  <a:lnTo>
                    <a:pt x="394" y="176"/>
                  </a:lnTo>
                  <a:lnTo>
                    <a:pt x="366" y="219"/>
                  </a:lnTo>
                  <a:lnTo>
                    <a:pt x="339" y="256"/>
                  </a:lnTo>
                  <a:lnTo>
                    <a:pt x="280" y="2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9362489" y="2100344"/>
              <a:ext cx="486" cy="295"/>
            </a:xfrm>
            <a:custGeom>
              <a:avLst/>
              <a:pathLst>
                <a:path w="486" h="295">
                  <a:moveTo>
                    <a:pt x="255" y="294"/>
                  </a:moveTo>
                  <a:lnTo>
                    <a:pt x="13" y="295"/>
                  </a:lnTo>
                  <a:lnTo>
                    <a:pt x="0" y="277"/>
                  </a:lnTo>
                  <a:lnTo>
                    <a:pt x="21" y="190"/>
                  </a:lnTo>
                  <a:lnTo>
                    <a:pt x="43" y="135"/>
                  </a:lnTo>
                  <a:lnTo>
                    <a:pt x="228" y="16"/>
                  </a:lnTo>
                  <a:lnTo>
                    <a:pt x="279" y="0"/>
                  </a:lnTo>
                  <a:lnTo>
                    <a:pt x="344" y="24"/>
                  </a:lnTo>
                  <a:lnTo>
                    <a:pt x="405" y="78"/>
                  </a:lnTo>
                  <a:lnTo>
                    <a:pt x="426" y="117"/>
                  </a:lnTo>
                  <a:lnTo>
                    <a:pt x="486" y="259"/>
                  </a:lnTo>
                  <a:lnTo>
                    <a:pt x="478" y="283"/>
                  </a:lnTo>
                  <a:lnTo>
                    <a:pt x="474" y="287"/>
                  </a:lnTo>
                  <a:lnTo>
                    <a:pt x="461" y="291"/>
                  </a:lnTo>
                  <a:lnTo>
                    <a:pt x="274" y="294"/>
                  </a:lnTo>
                  <a:lnTo>
                    <a:pt x="255" y="2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9337126" y="2096013"/>
              <a:ext cx="484" cy="331"/>
            </a:xfrm>
            <a:custGeom>
              <a:avLst/>
              <a:pathLst>
                <a:path w="484" h="331">
                  <a:moveTo>
                    <a:pt x="133" y="315"/>
                  </a:moveTo>
                  <a:lnTo>
                    <a:pt x="14" y="331"/>
                  </a:lnTo>
                  <a:lnTo>
                    <a:pt x="0" y="248"/>
                  </a:lnTo>
                  <a:lnTo>
                    <a:pt x="4" y="228"/>
                  </a:lnTo>
                  <a:lnTo>
                    <a:pt x="27" y="192"/>
                  </a:lnTo>
                  <a:lnTo>
                    <a:pt x="261" y="44"/>
                  </a:lnTo>
                  <a:lnTo>
                    <a:pt x="306" y="24"/>
                  </a:lnTo>
                  <a:lnTo>
                    <a:pt x="451" y="0"/>
                  </a:lnTo>
                  <a:lnTo>
                    <a:pt x="471" y="1"/>
                  </a:lnTo>
                  <a:lnTo>
                    <a:pt x="474" y="16"/>
                  </a:lnTo>
                  <a:lnTo>
                    <a:pt x="484" y="68"/>
                  </a:lnTo>
                  <a:lnTo>
                    <a:pt x="425" y="179"/>
                  </a:lnTo>
                  <a:lnTo>
                    <a:pt x="133" y="3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9337658" y="2095409"/>
              <a:ext cx="956" cy="664"/>
            </a:xfrm>
            <a:custGeom>
              <a:avLst/>
              <a:pathLst>
                <a:path w="956" h="664">
                  <a:moveTo>
                    <a:pt x="74" y="664"/>
                  </a:moveTo>
                  <a:lnTo>
                    <a:pt x="55" y="664"/>
                  </a:lnTo>
                  <a:lnTo>
                    <a:pt x="51" y="661"/>
                  </a:lnTo>
                  <a:lnTo>
                    <a:pt x="0" y="568"/>
                  </a:lnTo>
                  <a:lnTo>
                    <a:pt x="6" y="519"/>
                  </a:lnTo>
                  <a:lnTo>
                    <a:pt x="286" y="238"/>
                  </a:lnTo>
                  <a:lnTo>
                    <a:pt x="403" y="99"/>
                  </a:lnTo>
                  <a:lnTo>
                    <a:pt x="523" y="21"/>
                  </a:lnTo>
                  <a:lnTo>
                    <a:pt x="720" y="51"/>
                  </a:lnTo>
                  <a:lnTo>
                    <a:pt x="806" y="13"/>
                  </a:lnTo>
                  <a:lnTo>
                    <a:pt x="847" y="0"/>
                  </a:lnTo>
                  <a:lnTo>
                    <a:pt x="956" y="23"/>
                  </a:lnTo>
                  <a:lnTo>
                    <a:pt x="862" y="140"/>
                  </a:lnTo>
                  <a:lnTo>
                    <a:pt x="784" y="208"/>
                  </a:lnTo>
                  <a:lnTo>
                    <a:pt x="74" y="6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9336275" y="2094279"/>
              <a:ext cx="1246" cy="682"/>
            </a:xfrm>
            <a:custGeom>
              <a:avLst/>
              <a:pathLst>
                <a:path w="1246" h="682">
                  <a:moveTo>
                    <a:pt x="796" y="233"/>
                  </a:moveTo>
                  <a:lnTo>
                    <a:pt x="971" y="382"/>
                  </a:lnTo>
                  <a:lnTo>
                    <a:pt x="1092" y="401"/>
                  </a:lnTo>
                  <a:lnTo>
                    <a:pt x="1156" y="364"/>
                  </a:lnTo>
                  <a:lnTo>
                    <a:pt x="1246" y="409"/>
                  </a:lnTo>
                  <a:lnTo>
                    <a:pt x="1233" y="641"/>
                  </a:lnTo>
                  <a:lnTo>
                    <a:pt x="1212" y="662"/>
                  </a:lnTo>
                  <a:lnTo>
                    <a:pt x="1166" y="682"/>
                  </a:lnTo>
                  <a:lnTo>
                    <a:pt x="1117" y="679"/>
                  </a:lnTo>
                  <a:lnTo>
                    <a:pt x="854" y="608"/>
                  </a:lnTo>
                  <a:lnTo>
                    <a:pt x="715" y="536"/>
                  </a:lnTo>
                  <a:lnTo>
                    <a:pt x="670" y="490"/>
                  </a:lnTo>
                  <a:lnTo>
                    <a:pt x="395" y="330"/>
                  </a:lnTo>
                  <a:lnTo>
                    <a:pt x="384" y="340"/>
                  </a:lnTo>
                  <a:lnTo>
                    <a:pt x="338" y="381"/>
                  </a:lnTo>
                  <a:lnTo>
                    <a:pt x="279" y="412"/>
                  </a:lnTo>
                  <a:lnTo>
                    <a:pt x="226" y="435"/>
                  </a:lnTo>
                  <a:lnTo>
                    <a:pt x="171" y="417"/>
                  </a:lnTo>
                  <a:lnTo>
                    <a:pt x="61" y="381"/>
                  </a:lnTo>
                  <a:lnTo>
                    <a:pt x="0" y="355"/>
                  </a:lnTo>
                  <a:lnTo>
                    <a:pt x="1" y="350"/>
                  </a:lnTo>
                  <a:lnTo>
                    <a:pt x="33" y="277"/>
                  </a:lnTo>
                  <a:lnTo>
                    <a:pt x="104" y="187"/>
                  </a:lnTo>
                  <a:lnTo>
                    <a:pt x="233" y="46"/>
                  </a:lnTo>
                  <a:lnTo>
                    <a:pt x="450" y="16"/>
                  </a:lnTo>
                  <a:lnTo>
                    <a:pt x="666" y="0"/>
                  </a:lnTo>
                  <a:lnTo>
                    <a:pt x="761" y="3"/>
                  </a:lnTo>
                  <a:lnTo>
                    <a:pt x="769" y="22"/>
                  </a:lnTo>
                  <a:lnTo>
                    <a:pt x="773" y="33"/>
                  </a:lnTo>
                  <a:lnTo>
                    <a:pt x="825" y="170"/>
                  </a:lnTo>
                  <a:lnTo>
                    <a:pt x="792" y="220"/>
                  </a:lnTo>
                  <a:lnTo>
                    <a:pt x="796" y="23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9362681" y="2098730"/>
              <a:ext cx="2059" cy="1506"/>
            </a:xfrm>
            <a:custGeom>
              <a:avLst/>
              <a:pathLst>
                <a:path w="2059" h="1506">
                  <a:moveTo>
                    <a:pt x="2020" y="240"/>
                  </a:moveTo>
                  <a:lnTo>
                    <a:pt x="2051" y="277"/>
                  </a:lnTo>
                  <a:lnTo>
                    <a:pt x="2056" y="288"/>
                  </a:lnTo>
                  <a:lnTo>
                    <a:pt x="2059" y="301"/>
                  </a:lnTo>
                  <a:lnTo>
                    <a:pt x="2035" y="449"/>
                  </a:lnTo>
                  <a:lnTo>
                    <a:pt x="2031" y="466"/>
                  </a:lnTo>
                  <a:lnTo>
                    <a:pt x="1982" y="482"/>
                  </a:lnTo>
                  <a:lnTo>
                    <a:pt x="1417" y="468"/>
                  </a:lnTo>
                  <a:lnTo>
                    <a:pt x="1387" y="451"/>
                  </a:lnTo>
                  <a:lnTo>
                    <a:pt x="1313" y="357"/>
                  </a:lnTo>
                  <a:lnTo>
                    <a:pt x="1228" y="387"/>
                  </a:lnTo>
                  <a:lnTo>
                    <a:pt x="1052" y="498"/>
                  </a:lnTo>
                  <a:lnTo>
                    <a:pt x="1039" y="506"/>
                  </a:lnTo>
                  <a:lnTo>
                    <a:pt x="1028" y="537"/>
                  </a:lnTo>
                  <a:lnTo>
                    <a:pt x="1062" y="625"/>
                  </a:lnTo>
                  <a:lnTo>
                    <a:pt x="1102" y="627"/>
                  </a:lnTo>
                  <a:lnTo>
                    <a:pt x="1138" y="641"/>
                  </a:lnTo>
                  <a:lnTo>
                    <a:pt x="1233" y="713"/>
                  </a:lnTo>
                  <a:lnTo>
                    <a:pt x="1238" y="723"/>
                  </a:lnTo>
                  <a:lnTo>
                    <a:pt x="1158" y="819"/>
                  </a:lnTo>
                  <a:lnTo>
                    <a:pt x="816" y="1184"/>
                  </a:lnTo>
                  <a:lnTo>
                    <a:pt x="790" y="1203"/>
                  </a:lnTo>
                  <a:lnTo>
                    <a:pt x="759" y="1215"/>
                  </a:lnTo>
                  <a:lnTo>
                    <a:pt x="668" y="1226"/>
                  </a:lnTo>
                  <a:lnTo>
                    <a:pt x="624" y="1219"/>
                  </a:lnTo>
                  <a:lnTo>
                    <a:pt x="535" y="1147"/>
                  </a:lnTo>
                  <a:lnTo>
                    <a:pt x="528" y="1125"/>
                  </a:lnTo>
                  <a:lnTo>
                    <a:pt x="359" y="1107"/>
                  </a:lnTo>
                  <a:lnTo>
                    <a:pt x="277" y="1250"/>
                  </a:lnTo>
                  <a:lnTo>
                    <a:pt x="259" y="1311"/>
                  </a:lnTo>
                  <a:lnTo>
                    <a:pt x="208" y="1482"/>
                  </a:lnTo>
                  <a:lnTo>
                    <a:pt x="199" y="1491"/>
                  </a:lnTo>
                  <a:lnTo>
                    <a:pt x="181" y="1506"/>
                  </a:lnTo>
                  <a:lnTo>
                    <a:pt x="103" y="1476"/>
                  </a:lnTo>
                  <a:lnTo>
                    <a:pt x="55" y="1406"/>
                  </a:lnTo>
                  <a:lnTo>
                    <a:pt x="48" y="1385"/>
                  </a:lnTo>
                  <a:lnTo>
                    <a:pt x="0" y="1004"/>
                  </a:lnTo>
                  <a:lnTo>
                    <a:pt x="2" y="928"/>
                  </a:lnTo>
                  <a:lnTo>
                    <a:pt x="75" y="726"/>
                  </a:lnTo>
                  <a:lnTo>
                    <a:pt x="88" y="721"/>
                  </a:lnTo>
                  <a:lnTo>
                    <a:pt x="225" y="738"/>
                  </a:lnTo>
                  <a:lnTo>
                    <a:pt x="340" y="809"/>
                  </a:lnTo>
                  <a:lnTo>
                    <a:pt x="395" y="884"/>
                  </a:lnTo>
                  <a:lnTo>
                    <a:pt x="453" y="894"/>
                  </a:lnTo>
                  <a:lnTo>
                    <a:pt x="747" y="786"/>
                  </a:lnTo>
                  <a:lnTo>
                    <a:pt x="850" y="713"/>
                  </a:lnTo>
                  <a:lnTo>
                    <a:pt x="995" y="483"/>
                  </a:lnTo>
                  <a:lnTo>
                    <a:pt x="1007" y="465"/>
                  </a:lnTo>
                  <a:lnTo>
                    <a:pt x="1022" y="423"/>
                  </a:lnTo>
                  <a:lnTo>
                    <a:pt x="1012" y="404"/>
                  </a:lnTo>
                  <a:lnTo>
                    <a:pt x="985" y="392"/>
                  </a:lnTo>
                  <a:lnTo>
                    <a:pt x="955" y="389"/>
                  </a:lnTo>
                  <a:lnTo>
                    <a:pt x="928" y="358"/>
                  </a:lnTo>
                  <a:lnTo>
                    <a:pt x="864" y="216"/>
                  </a:lnTo>
                  <a:lnTo>
                    <a:pt x="871" y="200"/>
                  </a:lnTo>
                  <a:lnTo>
                    <a:pt x="882" y="180"/>
                  </a:lnTo>
                  <a:lnTo>
                    <a:pt x="1021" y="122"/>
                  </a:lnTo>
                  <a:lnTo>
                    <a:pt x="1109" y="86"/>
                  </a:lnTo>
                  <a:lnTo>
                    <a:pt x="1124" y="88"/>
                  </a:lnTo>
                  <a:lnTo>
                    <a:pt x="1141" y="101"/>
                  </a:lnTo>
                  <a:lnTo>
                    <a:pt x="1220" y="90"/>
                  </a:lnTo>
                  <a:lnTo>
                    <a:pt x="1277" y="53"/>
                  </a:lnTo>
                  <a:lnTo>
                    <a:pt x="1338" y="8"/>
                  </a:lnTo>
                  <a:lnTo>
                    <a:pt x="1389" y="0"/>
                  </a:lnTo>
                  <a:lnTo>
                    <a:pt x="1450" y="6"/>
                  </a:lnTo>
                  <a:lnTo>
                    <a:pt x="1897" y="119"/>
                  </a:lnTo>
                  <a:lnTo>
                    <a:pt x="1944" y="150"/>
                  </a:lnTo>
                  <a:lnTo>
                    <a:pt x="2020" y="24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9354162" y="2096936"/>
              <a:ext cx="585" cy="390"/>
            </a:xfrm>
            <a:custGeom>
              <a:avLst/>
              <a:pathLst>
                <a:path w="585" h="390">
                  <a:moveTo>
                    <a:pt x="447" y="388"/>
                  </a:moveTo>
                  <a:lnTo>
                    <a:pt x="423" y="390"/>
                  </a:lnTo>
                  <a:lnTo>
                    <a:pt x="319" y="353"/>
                  </a:lnTo>
                  <a:lnTo>
                    <a:pt x="157" y="246"/>
                  </a:lnTo>
                  <a:lnTo>
                    <a:pt x="9" y="62"/>
                  </a:lnTo>
                  <a:lnTo>
                    <a:pt x="0" y="33"/>
                  </a:lnTo>
                  <a:lnTo>
                    <a:pt x="56" y="6"/>
                  </a:lnTo>
                  <a:lnTo>
                    <a:pt x="145" y="0"/>
                  </a:lnTo>
                  <a:lnTo>
                    <a:pt x="360" y="64"/>
                  </a:lnTo>
                  <a:lnTo>
                    <a:pt x="584" y="295"/>
                  </a:lnTo>
                  <a:lnTo>
                    <a:pt x="585" y="306"/>
                  </a:lnTo>
                  <a:lnTo>
                    <a:pt x="584" y="337"/>
                  </a:lnTo>
                  <a:lnTo>
                    <a:pt x="582" y="342"/>
                  </a:lnTo>
                  <a:lnTo>
                    <a:pt x="556" y="367"/>
                  </a:lnTo>
                  <a:lnTo>
                    <a:pt x="511" y="376"/>
                  </a:lnTo>
                  <a:lnTo>
                    <a:pt x="447" y="38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9337195" y="2093978"/>
              <a:ext cx="349" cy="362"/>
            </a:xfrm>
            <a:custGeom>
              <a:avLst/>
              <a:pathLst>
                <a:path w="349" h="362">
                  <a:moveTo>
                    <a:pt x="245" y="362"/>
                  </a:moveTo>
                  <a:lnTo>
                    <a:pt x="137" y="358"/>
                  </a:lnTo>
                  <a:lnTo>
                    <a:pt x="74" y="346"/>
                  </a:lnTo>
                  <a:lnTo>
                    <a:pt x="6" y="289"/>
                  </a:lnTo>
                  <a:lnTo>
                    <a:pt x="0" y="246"/>
                  </a:lnTo>
                  <a:lnTo>
                    <a:pt x="13" y="158"/>
                  </a:lnTo>
                  <a:lnTo>
                    <a:pt x="142" y="0"/>
                  </a:lnTo>
                  <a:lnTo>
                    <a:pt x="331" y="71"/>
                  </a:lnTo>
                  <a:lnTo>
                    <a:pt x="342" y="74"/>
                  </a:lnTo>
                  <a:lnTo>
                    <a:pt x="346" y="80"/>
                  </a:lnTo>
                  <a:lnTo>
                    <a:pt x="349" y="141"/>
                  </a:lnTo>
                  <a:lnTo>
                    <a:pt x="330" y="233"/>
                  </a:lnTo>
                  <a:lnTo>
                    <a:pt x="326" y="253"/>
                  </a:lnTo>
                  <a:lnTo>
                    <a:pt x="320" y="260"/>
                  </a:lnTo>
                  <a:lnTo>
                    <a:pt x="255" y="348"/>
                  </a:lnTo>
                  <a:lnTo>
                    <a:pt x="245" y="36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9338594" y="2093929"/>
              <a:ext cx="491" cy="275"/>
            </a:xfrm>
            <a:custGeom>
              <a:avLst/>
              <a:pathLst>
                <a:path w="491" h="275">
                  <a:moveTo>
                    <a:pt x="319" y="251"/>
                  </a:moveTo>
                  <a:lnTo>
                    <a:pt x="75" y="275"/>
                  </a:lnTo>
                  <a:lnTo>
                    <a:pt x="52" y="266"/>
                  </a:lnTo>
                  <a:lnTo>
                    <a:pt x="0" y="247"/>
                  </a:lnTo>
                  <a:lnTo>
                    <a:pt x="0" y="228"/>
                  </a:lnTo>
                  <a:lnTo>
                    <a:pt x="128" y="0"/>
                  </a:lnTo>
                  <a:lnTo>
                    <a:pt x="351" y="17"/>
                  </a:lnTo>
                  <a:lnTo>
                    <a:pt x="390" y="28"/>
                  </a:lnTo>
                  <a:lnTo>
                    <a:pt x="432" y="67"/>
                  </a:lnTo>
                  <a:lnTo>
                    <a:pt x="486" y="154"/>
                  </a:lnTo>
                  <a:lnTo>
                    <a:pt x="491" y="219"/>
                  </a:lnTo>
                  <a:lnTo>
                    <a:pt x="468" y="230"/>
                  </a:lnTo>
                  <a:lnTo>
                    <a:pt x="324" y="250"/>
                  </a:lnTo>
                  <a:lnTo>
                    <a:pt x="319" y="2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9340534" y="2093894"/>
              <a:ext cx="331" cy="361"/>
            </a:xfrm>
            <a:custGeom>
              <a:avLst/>
              <a:pathLst>
                <a:path w="331" h="361">
                  <a:moveTo>
                    <a:pt x="222" y="343"/>
                  </a:moveTo>
                  <a:lnTo>
                    <a:pt x="173" y="361"/>
                  </a:lnTo>
                  <a:lnTo>
                    <a:pt x="68" y="272"/>
                  </a:lnTo>
                  <a:lnTo>
                    <a:pt x="60" y="265"/>
                  </a:lnTo>
                  <a:lnTo>
                    <a:pt x="25" y="235"/>
                  </a:lnTo>
                  <a:lnTo>
                    <a:pt x="9" y="221"/>
                  </a:lnTo>
                  <a:lnTo>
                    <a:pt x="0" y="83"/>
                  </a:lnTo>
                  <a:lnTo>
                    <a:pt x="63" y="11"/>
                  </a:lnTo>
                  <a:lnTo>
                    <a:pt x="67" y="3"/>
                  </a:lnTo>
                  <a:lnTo>
                    <a:pt x="91" y="0"/>
                  </a:lnTo>
                  <a:lnTo>
                    <a:pt x="183" y="30"/>
                  </a:lnTo>
                  <a:lnTo>
                    <a:pt x="193" y="39"/>
                  </a:lnTo>
                  <a:lnTo>
                    <a:pt x="221" y="79"/>
                  </a:lnTo>
                  <a:lnTo>
                    <a:pt x="331" y="240"/>
                  </a:lnTo>
                  <a:lnTo>
                    <a:pt x="331" y="247"/>
                  </a:lnTo>
                  <a:lnTo>
                    <a:pt x="331" y="259"/>
                  </a:lnTo>
                  <a:lnTo>
                    <a:pt x="329" y="265"/>
                  </a:lnTo>
                  <a:lnTo>
                    <a:pt x="308" y="297"/>
                  </a:lnTo>
                  <a:lnTo>
                    <a:pt x="222" y="3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9362891" y="2097502"/>
              <a:ext cx="592" cy="577"/>
            </a:xfrm>
            <a:custGeom>
              <a:avLst/>
              <a:pathLst>
                <a:path w="592" h="577">
                  <a:moveTo>
                    <a:pt x="469" y="523"/>
                  </a:moveTo>
                  <a:lnTo>
                    <a:pt x="328" y="577"/>
                  </a:lnTo>
                  <a:lnTo>
                    <a:pt x="245" y="539"/>
                  </a:lnTo>
                  <a:lnTo>
                    <a:pt x="33" y="442"/>
                  </a:lnTo>
                  <a:lnTo>
                    <a:pt x="14" y="428"/>
                  </a:lnTo>
                  <a:lnTo>
                    <a:pt x="0" y="379"/>
                  </a:lnTo>
                  <a:lnTo>
                    <a:pt x="55" y="188"/>
                  </a:lnTo>
                  <a:lnTo>
                    <a:pt x="94" y="163"/>
                  </a:lnTo>
                  <a:lnTo>
                    <a:pt x="248" y="124"/>
                  </a:lnTo>
                  <a:lnTo>
                    <a:pt x="248" y="97"/>
                  </a:lnTo>
                  <a:lnTo>
                    <a:pt x="257" y="76"/>
                  </a:lnTo>
                  <a:lnTo>
                    <a:pt x="305" y="31"/>
                  </a:lnTo>
                  <a:lnTo>
                    <a:pt x="315" y="25"/>
                  </a:lnTo>
                  <a:lnTo>
                    <a:pt x="443" y="0"/>
                  </a:lnTo>
                  <a:lnTo>
                    <a:pt x="589" y="127"/>
                  </a:lnTo>
                  <a:lnTo>
                    <a:pt x="592" y="135"/>
                  </a:lnTo>
                  <a:lnTo>
                    <a:pt x="484" y="510"/>
                  </a:lnTo>
                  <a:lnTo>
                    <a:pt x="481" y="514"/>
                  </a:lnTo>
                  <a:lnTo>
                    <a:pt x="469" y="5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9354066" y="2095329"/>
              <a:ext cx="902" cy="629"/>
            </a:xfrm>
            <a:custGeom>
              <a:avLst/>
              <a:pathLst>
                <a:path w="902" h="629">
                  <a:moveTo>
                    <a:pt x="902" y="290"/>
                  </a:moveTo>
                  <a:lnTo>
                    <a:pt x="829" y="345"/>
                  </a:lnTo>
                  <a:lnTo>
                    <a:pt x="811" y="350"/>
                  </a:lnTo>
                  <a:lnTo>
                    <a:pt x="780" y="335"/>
                  </a:lnTo>
                  <a:lnTo>
                    <a:pt x="758" y="320"/>
                  </a:lnTo>
                  <a:lnTo>
                    <a:pt x="705" y="300"/>
                  </a:lnTo>
                  <a:lnTo>
                    <a:pt x="486" y="236"/>
                  </a:lnTo>
                  <a:lnTo>
                    <a:pt x="328" y="230"/>
                  </a:lnTo>
                  <a:lnTo>
                    <a:pt x="278" y="256"/>
                  </a:lnTo>
                  <a:lnTo>
                    <a:pt x="200" y="625"/>
                  </a:lnTo>
                  <a:lnTo>
                    <a:pt x="174" y="629"/>
                  </a:lnTo>
                  <a:lnTo>
                    <a:pt x="16" y="500"/>
                  </a:lnTo>
                  <a:lnTo>
                    <a:pt x="0" y="423"/>
                  </a:lnTo>
                  <a:lnTo>
                    <a:pt x="3" y="238"/>
                  </a:lnTo>
                  <a:lnTo>
                    <a:pt x="431" y="40"/>
                  </a:lnTo>
                  <a:lnTo>
                    <a:pt x="569" y="0"/>
                  </a:lnTo>
                  <a:lnTo>
                    <a:pt x="588" y="1"/>
                  </a:lnTo>
                  <a:lnTo>
                    <a:pt x="696" y="11"/>
                  </a:lnTo>
                  <a:lnTo>
                    <a:pt x="815" y="112"/>
                  </a:lnTo>
                  <a:lnTo>
                    <a:pt x="861" y="181"/>
                  </a:lnTo>
                  <a:lnTo>
                    <a:pt x="882" y="217"/>
                  </a:lnTo>
                  <a:lnTo>
                    <a:pt x="902" y="29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9340923" y="2093160"/>
              <a:ext cx="1251" cy="718"/>
            </a:xfrm>
            <a:custGeom>
              <a:avLst/>
              <a:pathLst>
                <a:path w="1251" h="718">
                  <a:moveTo>
                    <a:pt x="1012" y="0"/>
                  </a:moveTo>
                  <a:lnTo>
                    <a:pt x="1038" y="92"/>
                  </a:lnTo>
                  <a:lnTo>
                    <a:pt x="1147" y="166"/>
                  </a:lnTo>
                  <a:lnTo>
                    <a:pt x="1221" y="165"/>
                  </a:lnTo>
                  <a:lnTo>
                    <a:pt x="1251" y="311"/>
                  </a:lnTo>
                  <a:lnTo>
                    <a:pt x="1199" y="501"/>
                  </a:lnTo>
                  <a:lnTo>
                    <a:pt x="1123" y="589"/>
                  </a:lnTo>
                  <a:lnTo>
                    <a:pt x="999" y="619"/>
                  </a:lnTo>
                  <a:lnTo>
                    <a:pt x="532" y="710"/>
                  </a:lnTo>
                  <a:lnTo>
                    <a:pt x="490" y="718"/>
                  </a:lnTo>
                  <a:lnTo>
                    <a:pt x="199" y="662"/>
                  </a:lnTo>
                  <a:lnTo>
                    <a:pt x="189" y="661"/>
                  </a:lnTo>
                  <a:lnTo>
                    <a:pt x="0" y="492"/>
                  </a:lnTo>
                  <a:lnTo>
                    <a:pt x="19" y="427"/>
                  </a:lnTo>
                  <a:lnTo>
                    <a:pt x="181" y="313"/>
                  </a:lnTo>
                  <a:lnTo>
                    <a:pt x="743" y="8"/>
                  </a:lnTo>
                  <a:lnTo>
                    <a:pt x="785" y="7"/>
                  </a:lnTo>
                  <a:lnTo>
                    <a:pt x="839" y="15"/>
                  </a:lnTo>
                  <a:lnTo>
                    <a:pt x="864" y="32"/>
                  </a:lnTo>
                  <a:lnTo>
                    <a:pt x="963" y="19"/>
                  </a:lnTo>
                  <a:lnTo>
                    <a:pt x="1012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9344047" y="2090803"/>
              <a:ext cx="557" cy="282"/>
            </a:xfrm>
            <a:custGeom>
              <a:avLst/>
              <a:pathLst>
                <a:path w="557" h="282">
                  <a:moveTo>
                    <a:pt x="89" y="282"/>
                  </a:moveTo>
                  <a:lnTo>
                    <a:pt x="75" y="282"/>
                  </a:lnTo>
                  <a:lnTo>
                    <a:pt x="45" y="267"/>
                  </a:lnTo>
                  <a:lnTo>
                    <a:pt x="0" y="209"/>
                  </a:lnTo>
                  <a:lnTo>
                    <a:pt x="9" y="190"/>
                  </a:lnTo>
                  <a:lnTo>
                    <a:pt x="36" y="170"/>
                  </a:lnTo>
                  <a:lnTo>
                    <a:pt x="81" y="140"/>
                  </a:lnTo>
                  <a:lnTo>
                    <a:pt x="102" y="128"/>
                  </a:lnTo>
                  <a:lnTo>
                    <a:pt x="249" y="57"/>
                  </a:lnTo>
                  <a:lnTo>
                    <a:pt x="432" y="0"/>
                  </a:lnTo>
                  <a:lnTo>
                    <a:pt x="538" y="13"/>
                  </a:lnTo>
                  <a:lnTo>
                    <a:pt x="551" y="25"/>
                  </a:lnTo>
                  <a:lnTo>
                    <a:pt x="557" y="48"/>
                  </a:lnTo>
                  <a:lnTo>
                    <a:pt x="537" y="92"/>
                  </a:lnTo>
                  <a:lnTo>
                    <a:pt x="417" y="216"/>
                  </a:lnTo>
                  <a:lnTo>
                    <a:pt x="316" y="237"/>
                  </a:lnTo>
                  <a:lnTo>
                    <a:pt x="139" y="260"/>
                  </a:lnTo>
                  <a:lnTo>
                    <a:pt x="89" y="2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9355980" y="2089752"/>
              <a:ext cx="597" cy="909"/>
            </a:xfrm>
            <a:custGeom>
              <a:avLst/>
              <a:pathLst>
                <a:path w="597" h="909">
                  <a:moveTo>
                    <a:pt x="208" y="904"/>
                  </a:moveTo>
                  <a:lnTo>
                    <a:pt x="159" y="909"/>
                  </a:lnTo>
                  <a:lnTo>
                    <a:pt x="42" y="857"/>
                  </a:lnTo>
                  <a:lnTo>
                    <a:pt x="0" y="774"/>
                  </a:lnTo>
                  <a:lnTo>
                    <a:pt x="0" y="760"/>
                  </a:lnTo>
                  <a:lnTo>
                    <a:pt x="53" y="291"/>
                  </a:lnTo>
                  <a:lnTo>
                    <a:pt x="72" y="235"/>
                  </a:lnTo>
                  <a:lnTo>
                    <a:pt x="242" y="18"/>
                  </a:lnTo>
                  <a:lnTo>
                    <a:pt x="368" y="0"/>
                  </a:lnTo>
                  <a:lnTo>
                    <a:pt x="497" y="48"/>
                  </a:lnTo>
                  <a:lnTo>
                    <a:pt x="552" y="112"/>
                  </a:lnTo>
                  <a:lnTo>
                    <a:pt x="597" y="467"/>
                  </a:lnTo>
                  <a:lnTo>
                    <a:pt x="568" y="526"/>
                  </a:lnTo>
                  <a:lnTo>
                    <a:pt x="307" y="845"/>
                  </a:lnTo>
                  <a:lnTo>
                    <a:pt x="208" y="9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9355103" y="2089508"/>
              <a:ext cx="350" cy="434"/>
            </a:xfrm>
            <a:custGeom>
              <a:avLst/>
              <a:pathLst>
                <a:path w="350" h="434">
                  <a:moveTo>
                    <a:pt x="170" y="377"/>
                  </a:moveTo>
                  <a:lnTo>
                    <a:pt x="102" y="434"/>
                  </a:lnTo>
                  <a:lnTo>
                    <a:pt x="13" y="382"/>
                  </a:lnTo>
                  <a:lnTo>
                    <a:pt x="0" y="336"/>
                  </a:lnTo>
                  <a:lnTo>
                    <a:pt x="21" y="237"/>
                  </a:lnTo>
                  <a:lnTo>
                    <a:pt x="83" y="113"/>
                  </a:lnTo>
                  <a:lnTo>
                    <a:pt x="131" y="40"/>
                  </a:lnTo>
                  <a:lnTo>
                    <a:pt x="204" y="0"/>
                  </a:lnTo>
                  <a:lnTo>
                    <a:pt x="296" y="65"/>
                  </a:lnTo>
                  <a:lnTo>
                    <a:pt x="332" y="100"/>
                  </a:lnTo>
                  <a:lnTo>
                    <a:pt x="345" y="162"/>
                  </a:lnTo>
                  <a:lnTo>
                    <a:pt x="350" y="205"/>
                  </a:lnTo>
                  <a:lnTo>
                    <a:pt x="224" y="327"/>
                  </a:lnTo>
                  <a:lnTo>
                    <a:pt x="170" y="37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9361303" y="2090049"/>
              <a:ext cx="598" cy="524"/>
            </a:xfrm>
            <a:custGeom>
              <a:avLst/>
              <a:pathLst>
                <a:path w="598" h="524">
                  <a:moveTo>
                    <a:pt x="120" y="524"/>
                  </a:moveTo>
                  <a:lnTo>
                    <a:pt x="19" y="508"/>
                  </a:lnTo>
                  <a:lnTo>
                    <a:pt x="16" y="502"/>
                  </a:lnTo>
                  <a:lnTo>
                    <a:pt x="0" y="467"/>
                  </a:lnTo>
                  <a:lnTo>
                    <a:pt x="3" y="402"/>
                  </a:lnTo>
                  <a:lnTo>
                    <a:pt x="289" y="52"/>
                  </a:lnTo>
                  <a:lnTo>
                    <a:pt x="397" y="14"/>
                  </a:lnTo>
                  <a:lnTo>
                    <a:pt x="441" y="4"/>
                  </a:lnTo>
                  <a:lnTo>
                    <a:pt x="464" y="0"/>
                  </a:lnTo>
                  <a:lnTo>
                    <a:pt x="521" y="8"/>
                  </a:lnTo>
                  <a:lnTo>
                    <a:pt x="587" y="18"/>
                  </a:lnTo>
                  <a:lnTo>
                    <a:pt x="598" y="33"/>
                  </a:lnTo>
                  <a:lnTo>
                    <a:pt x="590" y="66"/>
                  </a:lnTo>
                  <a:lnTo>
                    <a:pt x="443" y="436"/>
                  </a:lnTo>
                  <a:lnTo>
                    <a:pt x="425" y="459"/>
                  </a:lnTo>
                  <a:lnTo>
                    <a:pt x="396" y="481"/>
                  </a:lnTo>
                  <a:lnTo>
                    <a:pt x="120" y="52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9364175" y="2089022"/>
              <a:ext cx="747" cy="462"/>
            </a:xfrm>
            <a:custGeom>
              <a:avLst/>
              <a:pathLst>
                <a:path w="747" h="462">
                  <a:moveTo>
                    <a:pt x="301" y="451"/>
                  </a:moveTo>
                  <a:lnTo>
                    <a:pt x="207" y="462"/>
                  </a:lnTo>
                  <a:lnTo>
                    <a:pt x="152" y="448"/>
                  </a:lnTo>
                  <a:lnTo>
                    <a:pt x="123" y="429"/>
                  </a:lnTo>
                  <a:lnTo>
                    <a:pt x="0" y="223"/>
                  </a:lnTo>
                  <a:lnTo>
                    <a:pt x="2" y="194"/>
                  </a:lnTo>
                  <a:lnTo>
                    <a:pt x="86" y="78"/>
                  </a:lnTo>
                  <a:lnTo>
                    <a:pt x="240" y="0"/>
                  </a:lnTo>
                  <a:lnTo>
                    <a:pt x="292" y="0"/>
                  </a:lnTo>
                  <a:lnTo>
                    <a:pt x="650" y="159"/>
                  </a:lnTo>
                  <a:lnTo>
                    <a:pt x="747" y="251"/>
                  </a:lnTo>
                  <a:lnTo>
                    <a:pt x="732" y="314"/>
                  </a:lnTo>
                  <a:lnTo>
                    <a:pt x="724" y="321"/>
                  </a:lnTo>
                  <a:lnTo>
                    <a:pt x="301" y="4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9364880" y="2087858"/>
              <a:ext cx="691" cy="425"/>
            </a:xfrm>
            <a:custGeom>
              <a:avLst/>
              <a:pathLst>
                <a:path w="691" h="425">
                  <a:moveTo>
                    <a:pt x="665" y="425"/>
                  </a:moveTo>
                  <a:lnTo>
                    <a:pt x="618" y="418"/>
                  </a:lnTo>
                  <a:lnTo>
                    <a:pt x="482" y="347"/>
                  </a:lnTo>
                  <a:lnTo>
                    <a:pt x="436" y="323"/>
                  </a:lnTo>
                  <a:lnTo>
                    <a:pt x="38" y="117"/>
                  </a:lnTo>
                  <a:lnTo>
                    <a:pt x="0" y="69"/>
                  </a:lnTo>
                  <a:lnTo>
                    <a:pt x="0" y="64"/>
                  </a:lnTo>
                  <a:lnTo>
                    <a:pt x="44" y="17"/>
                  </a:lnTo>
                  <a:lnTo>
                    <a:pt x="58" y="3"/>
                  </a:lnTo>
                  <a:lnTo>
                    <a:pt x="77" y="0"/>
                  </a:lnTo>
                  <a:lnTo>
                    <a:pt x="94" y="1"/>
                  </a:lnTo>
                  <a:lnTo>
                    <a:pt x="564" y="132"/>
                  </a:lnTo>
                  <a:lnTo>
                    <a:pt x="587" y="160"/>
                  </a:lnTo>
                  <a:lnTo>
                    <a:pt x="691" y="382"/>
                  </a:lnTo>
                  <a:lnTo>
                    <a:pt x="665" y="4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9365034" y="2087009"/>
              <a:ext cx="392" cy="494"/>
            </a:xfrm>
            <a:custGeom>
              <a:avLst/>
              <a:pathLst>
                <a:path w="392" h="494">
                  <a:moveTo>
                    <a:pt x="375" y="444"/>
                  </a:moveTo>
                  <a:lnTo>
                    <a:pt x="188" y="494"/>
                  </a:lnTo>
                  <a:lnTo>
                    <a:pt x="161" y="481"/>
                  </a:lnTo>
                  <a:lnTo>
                    <a:pt x="85" y="413"/>
                  </a:lnTo>
                  <a:lnTo>
                    <a:pt x="55" y="386"/>
                  </a:lnTo>
                  <a:lnTo>
                    <a:pt x="5" y="265"/>
                  </a:lnTo>
                  <a:lnTo>
                    <a:pt x="0" y="57"/>
                  </a:lnTo>
                  <a:lnTo>
                    <a:pt x="83" y="0"/>
                  </a:lnTo>
                  <a:lnTo>
                    <a:pt x="98" y="99"/>
                  </a:lnTo>
                  <a:lnTo>
                    <a:pt x="351" y="269"/>
                  </a:lnTo>
                  <a:lnTo>
                    <a:pt x="376" y="296"/>
                  </a:lnTo>
                  <a:lnTo>
                    <a:pt x="392" y="344"/>
                  </a:lnTo>
                  <a:lnTo>
                    <a:pt x="375" y="4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9364186" y="2086526"/>
              <a:ext cx="685" cy="327"/>
            </a:xfrm>
            <a:custGeom>
              <a:avLst/>
              <a:pathLst>
                <a:path w="685" h="327">
                  <a:moveTo>
                    <a:pt x="685" y="215"/>
                  </a:moveTo>
                  <a:lnTo>
                    <a:pt x="676" y="247"/>
                  </a:lnTo>
                  <a:lnTo>
                    <a:pt x="651" y="260"/>
                  </a:lnTo>
                  <a:lnTo>
                    <a:pt x="625" y="260"/>
                  </a:lnTo>
                  <a:lnTo>
                    <a:pt x="555" y="231"/>
                  </a:lnTo>
                  <a:lnTo>
                    <a:pt x="469" y="204"/>
                  </a:lnTo>
                  <a:lnTo>
                    <a:pt x="395" y="229"/>
                  </a:lnTo>
                  <a:lnTo>
                    <a:pt x="219" y="327"/>
                  </a:lnTo>
                  <a:lnTo>
                    <a:pt x="134" y="322"/>
                  </a:lnTo>
                  <a:lnTo>
                    <a:pt x="0" y="169"/>
                  </a:lnTo>
                  <a:lnTo>
                    <a:pt x="27" y="102"/>
                  </a:lnTo>
                  <a:lnTo>
                    <a:pt x="178" y="19"/>
                  </a:lnTo>
                  <a:lnTo>
                    <a:pt x="220" y="14"/>
                  </a:lnTo>
                  <a:lnTo>
                    <a:pt x="550" y="0"/>
                  </a:lnTo>
                  <a:lnTo>
                    <a:pt x="584" y="7"/>
                  </a:lnTo>
                  <a:lnTo>
                    <a:pt x="640" y="39"/>
                  </a:lnTo>
                  <a:lnTo>
                    <a:pt x="681" y="160"/>
                  </a:lnTo>
                  <a:lnTo>
                    <a:pt x="685" y="2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9363931" y="2085324"/>
              <a:ext cx="3198" cy="1961"/>
            </a:xfrm>
            <a:custGeom>
              <a:avLst/>
              <a:pathLst>
                <a:path w="3198" h="1961">
                  <a:moveTo>
                    <a:pt x="898" y="357"/>
                  </a:moveTo>
                  <a:lnTo>
                    <a:pt x="932" y="587"/>
                  </a:lnTo>
                  <a:lnTo>
                    <a:pt x="961" y="724"/>
                  </a:lnTo>
                  <a:lnTo>
                    <a:pt x="1202" y="904"/>
                  </a:lnTo>
                  <a:lnTo>
                    <a:pt x="1508" y="1006"/>
                  </a:lnTo>
                  <a:lnTo>
                    <a:pt x="1721" y="1077"/>
                  </a:lnTo>
                  <a:lnTo>
                    <a:pt x="1845" y="1131"/>
                  </a:lnTo>
                  <a:lnTo>
                    <a:pt x="2267" y="1333"/>
                  </a:lnTo>
                  <a:lnTo>
                    <a:pt x="2303" y="1353"/>
                  </a:lnTo>
                  <a:lnTo>
                    <a:pt x="2474" y="1404"/>
                  </a:lnTo>
                  <a:lnTo>
                    <a:pt x="2541" y="1368"/>
                  </a:lnTo>
                  <a:lnTo>
                    <a:pt x="2559" y="1342"/>
                  </a:lnTo>
                  <a:lnTo>
                    <a:pt x="2636" y="1316"/>
                  </a:lnTo>
                  <a:lnTo>
                    <a:pt x="2883" y="1305"/>
                  </a:lnTo>
                  <a:lnTo>
                    <a:pt x="3147" y="1336"/>
                  </a:lnTo>
                  <a:lnTo>
                    <a:pt x="3190" y="1419"/>
                  </a:lnTo>
                  <a:lnTo>
                    <a:pt x="3198" y="1491"/>
                  </a:lnTo>
                  <a:lnTo>
                    <a:pt x="3194" y="1532"/>
                  </a:lnTo>
                  <a:lnTo>
                    <a:pt x="3149" y="1494"/>
                  </a:lnTo>
                  <a:lnTo>
                    <a:pt x="3049" y="1444"/>
                  </a:lnTo>
                  <a:lnTo>
                    <a:pt x="3015" y="1447"/>
                  </a:lnTo>
                  <a:lnTo>
                    <a:pt x="2991" y="1623"/>
                  </a:lnTo>
                  <a:lnTo>
                    <a:pt x="2983" y="1767"/>
                  </a:lnTo>
                  <a:lnTo>
                    <a:pt x="3012" y="1837"/>
                  </a:lnTo>
                  <a:lnTo>
                    <a:pt x="3080" y="1901"/>
                  </a:lnTo>
                  <a:lnTo>
                    <a:pt x="3080" y="1936"/>
                  </a:lnTo>
                  <a:lnTo>
                    <a:pt x="3071" y="1945"/>
                  </a:lnTo>
                  <a:lnTo>
                    <a:pt x="3055" y="1961"/>
                  </a:lnTo>
                  <a:lnTo>
                    <a:pt x="2934" y="1948"/>
                  </a:lnTo>
                  <a:lnTo>
                    <a:pt x="2835" y="1898"/>
                  </a:lnTo>
                  <a:lnTo>
                    <a:pt x="2832" y="1890"/>
                  </a:lnTo>
                  <a:lnTo>
                    <a:pt x="2799" y="1823"/>
                  </a:lnTo>
                  <a:lnTo>
                    <a:pt x="2829" y="1805"/>
                  </a:lnTo>
                  <a:lnTo>
                    <a:pt x="2876" y="1795"/>
                  </a:lnTo>
                  <a:lnTo>
                    <a:pt x="2870" y="1743"/>
                  </a:lnTo>
                  <a:lnTo>
                    <a:pt x="2722" y="1472"/>
                  </a:lnTo>
                  <a:lnTo>
                    <a:pt x="2710" y="1463"/>
                  </a:lnTo>
                  <a:lnTo>
                    <a:pt x="2534" y="1450"/>
                  </a:lnTo>
                  <a:lnTo>
                    <a:pt x="2364" y="1497"/>
                  </a:lnTo>
                  <a:lnTo>
                    <a:pt x="1900" y="1384"/>
                  </a:lnTo>
                  <a:lnTo>
                    <a:pt x="1716" y="1501"/>
                  </a:lnTo>
                  <a:lnTo>
                    <a:pt x="1631" y="1533"/>
                  </a:lnTo>
                  <a:lnTo>
                    <a:pt x="1535" y="1496"/>
                  </a:lnTo>
                  <a:lnTo>
                    <a:pt x="1412" y="1448"/>
                  </a:lnTo>
                  <a:lnTo>
                    <a:pt x="1224" y="1361"/>
                  </a:lnTo>
                  <a:lnTo>
                    <a:pt x="1218" y="1317"/>
                  </a:lnTo>
                  <a:lnTo>
                    <a:pt x="1209" y="1301"/>
                  </a:lnTo>
                  <a:lnTo>
                    <a:pt x="1153" y="1231"/>
                  </a:lnTo>
                  <a:lnTo>
                    <a:pt x="1010" y="1109"/>
                  </a:lnTo>
                  <a:lnTo>
                    <a:pt x="776" y="929"/>
                  </a:lnTo>
                  <a:lnTo>
                    <a:pt x="752" y="926"/>
                  </a:lnTo>
                  <a:lnTo>
                    <a:pt x="747" y="931"/>
                  </a:lnTo>
                  <a:lnTo>
                    <a:pt x="727" y="983"/>
                  </a:lnTo>
                  <a:lnTo>
                    <a:pt x="661" y="973"/>
                  </a:lnTo>
                  <a:lnTo>
                    <a:pt x="581" y="956"/>
                  </a:lnTo>
                  <a:lnTo>
                    <a:pt x="548" y="942"/>
                  </a:lnTo>
                  <a:lnTo>
                    <a:pt x="293" y="785"/>
                  </a:lnTo>
                  <a:lnTo>
                    <a:pt x="221" y="735"/>
                  </a:lnTo>
                  <a:lnTo>
                    <a:pt x="136" y="651"/>
                  </a:lnTo>
                  <a:lnTo>
                    <a:pt x="55" y="461"/>
                  </a:lnTo>
                  <a:lnTo>
                    <a:pt x="56" y="198"/>
                  </a:lnTo>
                  <a:lnTo>
                    <a:pt x="15" y="137"/>
                  </a:lnTo>
                  <a:lnTo>
                    <a:pt x="0" y="101"/>
                  </a:lnTo>
                  <a:lnTo>
                    <a:pt x="80" y="69"/>
                  </a:lnTo>
                  <a:lnTo>
                    <a:pt x="218" y="49"/>
                  </a:lnTo>
                  <a:lnTo>
                    <a:pt x="256" y="53"/>
                  </a:lnTo>
                  <a:lnTo>
                    <a:pt x="368" y="114"/>
                  </a:lnTo>
                  <a:lnTo>
                    <a:pt x="375" y="230"/>
                  </a:lnTo>
                  <a:lnTo>
                    <a:pt x="454" y="290"/>
                  </a:lnTo>
                  <a:lnTo>
                    <a:pt x="833" y="317"/>
                  </a:lnTo>
                  <a:lnTo>
                    <a:pt x="860" y="309"/>
                  </a:lnTo>
                  <a:lnTo>
                    <a:pt x="863" y="304"/>
                  </a:lnTo>
                  <a:lnTo>
                    <a:pt x="939" y="179"/>
                  </a:lnTo>
                  <a:lnTo>
                    <a:pt x="965" y="135"/>
                  </a:lnTo>
                  <a:lnTo>
                    <a:pt x="977" y="42"/>
                  </a:lnTo>
                  <a:lnTo>
                    <a:pt x="978" y="37"/>
                  </a:lnTo>
                  <a:lnTo>
                    <a:pt x="973" y="21"/>
                  </a:lnTo>
                  <a:lnTo>
                    <a:pt x="1068" y="0"/>
                  </a:lnTo>
                  <a:lnTo>
                    <a:pt x="1164" y="18"/>
                  </a:lnTo>
                  <a:lnTo>
                    <a:pt x="1223" y="105"/>
                  </a:lnTo>
                  <a:lnTo>
                    <a:pt x="1200" y="188"/>
                  </a:lnTo>
                  <a:lnTo>
                    <a:pt x="1062" y="228"/>
                  </a:lnTo>
                  <a:lnTo>
                    <a:pt x="1032" y="229"/>
                  </a:lnTo>
                  <a:lnTo>
                    <a:pt x="979" y="257"/>
                  </a:lnTo>
                  <a:lnTo>
                    <a:pt x="910" y="305"/>
                  </a:lnTo>
                  <a:lnTo>
                    <a:pt x="898" y="35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9363516" y="2084748"/>
              <a:ext cx="979" cy="491"/>
            </a:xfrm>
            <a:custGeom>
              <a:avLst/>
              <a:pathLst>
                <a:path w="979" h="491">
                  <a:moveTo>
                    <a:pt x="253" y="34"/>
                  </a:moveTo>
                  <a:lnTo>
                    <a:pt x="342" y="81"/>
                  </a:lnTo>
                  <a:lnTo>
                    <a:pt x="569" y="118"/>
                  </a:lnTo>
                  <a:lnTo>
                    <a:pt x="707" y="122"/>
                  </a:lnTo>
                  <a:lnTo>
                    <a:pt x="931" y="198"/>
                  </a:lnTo>
                  <a:lnTo>
                    <a:pt x="976" y="249"/>
                  </a:lnTo>
                  <a:lnTo>
                    <a:pt x="979" y="312"/>
                  </a:lnTo>
                  <a:lnTo>
                    <a:pt x="976" y="353"/>
                  </a:lnTo>
                  <a:lnTo>
                    <a:pt x="968" y="437"/>
                  </a:lnTo>
                  <a:lnTo>
                    <a:pt x="917" y="491"/>
                  </a:lnTo>
                  <a:lnTo>
                    <a:pt x="816" y="487"/>
                  </a:lnTo>
                  <a:lnTo>
                    <a:pt x="489" y="389"/>
                  </a:lnTo>
                  <a:lnTo>
                    <a:pt x="72" y="173"/>
                  </a:lnTo>
                  <a:lnTo>
                    <a:pt x="0" y="79"/>
                  </a:lnTo>
                  <a:lnTo>
                    <a:pt x="19" y="40"/>
                  </a:lnTo>
                  <a:lnTo>
                    <a:pt x="83" y="0"/>
                  </a:lnTo>
                  <a:lnTo>
                    <a:pt x="120" y="0"/>
                  </a:lnTo>
                  <a:lnTo>
                    <a:pt x="142" y="0"/>
                  </a:lnTo>
                  <a:lnTo>
                    <a:pt x="253" y="3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9355583" y="2083215"/>
              <a:ext cx="1337" cy="2237"/>
            </a:xfrm>
            <a:custGeom>
              <a:avLst/>
              <a:pathLst>
                <a:path w="1337" h="2237">
                  <a:moveTo>
                    <a:pt x="467" y="2225"/>
                  </a:moveTo>
                  <a:lnTo>
                    <a:pt x="418" y="2237"/>
                  </a:lnTo>
                  <a:lnTo>
                    <a:pt x="360" y="2227"/>
                  </a:lnTo>
                  <a:lnTo>
                    <a:pt x="284" y="2165"/>
                  </a:lnTo>
                  <a:lnTo>
                    <a:pt x="154" y="1864"/>
                  </a:lnTo>
                  <a:lnTo>
                    <a:pt x="170" y="1621"/>
                  </a:lnTo>
                  <a:lnTo>
                    <a:pt x="188" y="1476"/>
                  </a:lnTo>
                  <a:lnTo>
                    <a:pt x="85" y="1028"/>
                  </a:lnTo>
                  <a:lnTo>
                    <a:pt x="0" y="871"/>
                  </a:lnTo>
                  <a:lnTo>
                    <a:pt x="0" y="860"/>
                  </a:lnTo>
                  <a:lnTo>
                    <a:pt x="54" y="702"/>
                  </a:lnTo>
                  <a:lnTo>
                    <a:pt x="260" y="442"/>
                  </a:lnTo>
                  <a:lnTo>
                    <a:pt x="532" y="228"/>
                  </a:lnTo>
                  <a:lnTo>
                    <a:pt x="608" y="189"/>
                  </a:lnTo>
                  <a:lnTo>
                    <a:pt x="881" y="56"/>
                  </a:lnTo>
                  <a:lnTo>
                    <a:pt x="1002" y="0"/>
                  </a:lnTo>
                  <a:lnTo>
                    <a:pt x="1012" y="2"/>
                  </a:lnTo>
                  <a:lnTo>
                    <a:pt x="1058" y="39"/>
                  </a:lnTo>
                  <a:lnTo>
                    <a:pt x="1226" y="222"/>
                  </a:lnTo>
                  <a:lnTo>
                    <a:pt x="1302" y="304"/>
                  </a:lnTo>
                  <a:lnTo>
                    <a:pt x="1337" y="685"/>
                  </a:lnTo>
                  <a:lnTo>
                    <a:pt x="1333" y="733"/>
                  </a:lnTo>
                  <a:lnTo>
                    <a:pt x="1242" y="798"/>
                  </a:lnTo>
                  <a:lnTo>
                    <a:pt x="1170" y="811"/>
                  </a:lnTo>
                  <a:lnTo>
                    <a:pt x="1120" y="814"/>
                  </a:lnTo>
                  <a:lnTo>
                    <a:pt x="797" y="1019"/>
                  </a:lnTo>
                  <a:lnTo>
                    <a:pt x="743" y="1081"/>
                  </a:lnTo>
                  <a:lnTo>
                    <a:pt x="745" y="1129"/>
                  </a:lnTo>
                  <a:lnTo>
                    <a:pt x="749" y="1212"/>
                  </a:lnTo>
                  <a:lnTo>
                    <a:pt x="755" y="1330"/>
                  </a:lnTo>
                  <a:lnTo>
                    <a:pt x="617" y="1560"/>
                  </a:lnTo>
                  <a:lnTo>
                    <a:pt x="533" y="1558"/>
                  </a:lnTo>
                  <a:lnTo>
                    <a:pt x="547" y="1869"/>
                  </a:lnTo>
                  <a:lnTo>
                    <a:pt x="580" y="1965"/>
                  </a:lnTo>
                  <a:lnTo>
                    <a:pt x="585" y="2064"/>
                  </a:lnTo>
                  <a:lnTo>
                    <a:pt x="467" y="22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9364698" y="2084139"/>
              <a:ext cx="674" cy="502"/>
            </a:xfrm>
            <a:custGeom>
              <a:avLst/>
              <a:pathLst>
                <a:path w="674" h="502">
                  <a:moveTo>
                    <a:pt x="652" y="502"/>
                  </a:moveTo>
                  <a:lnTo>
                    <a:pt x="604" y="500"/>
                  </a:lnTo>
                  <a:lnTo>
                    <a:pt x="472" y="429"/>
                  </a:lnTo>
                  <a:lnTo>
                    <a:pt x="269" y="345"/>
                  </a:lnTo>
                  <a:lnTo>
                    <a:pt x="28" y="140"/>
                  </a:lnTo>
                  <a:lnTo>
                    <a:pt x="0" y="111"/>
                  </a:lnTo>
                  <a:lnTo>
                    <a:pt x="13" y="85"/>
                  </a:lnTo>
                  <a:lnTo>
                    <a:pt x="41" y="38"/>
                  </a:lnTo>
                  <a:lnTo>
                    <a:pt x="50" y="31"/>
                  </a:lnTo>
                  <a:lnTo>
                    <a:pt x="146" y="0"/>
                  </a:lnTo>
                  <a:lnTo>
                    <a:pt x="299" y="29"/>
                  </a:lnTo>
                  <a:lnTo>
                    <a:pt x="355" y="61"/>
                  </a:lnTo>
                  <a:lnTo>
                    <a:pt x="440" y="145"/>
                  </a:lnTo>
                  <a:lnTo>
                    <a:pt x="663" y="443"/>
                  </a:lnTo>
                  <a:lnTo>
                    <a:pt x="674" y="467"/>
                  </a:lnTo>
                  <a:lnTo>
                    <a:pt x="668" y="486"/>
                  </a:lnTo>
                  <a:lnTo>
                    <a:pt x="652" y="5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9363160" y="2082957"/>
              <a:ext cx="516" cy="455"/>
            </a:xfrm>
            <a:custGeom>
              <a:avLst/>
              <a:pathLst>
                <a:path w="516" h="455">
                  <a:moveTo>
                    <a:pt x="100" y="454"/>
                  </a:moveTo>
                  <a:lnTo>
                    <a:pt x="33" y="455"/>
                  </a:lnTo>
                  <a:lnTo>
                    <a:pt x="23" y="445"/>
                  </a:lnTo>
                  <a:lnTo>
                    <a:pt x="0" y="405"/>
                  </a:lnTo>
                  <a:lnTo>
                    <a:pt x="183" y="0"/>
                  </a:lnTo>
                  <a:lnTo>
                    <a:pt x="369" y="6"/>
                  </a:lnTo>
                  <a:lnTo>
                    <a:pt x="431" y="8"/>
                  </a:lnTo>
                  <a:lnTo>
                    <a:pt x="460" y="49"/>
                  </a:lnTo>
                  <a:lnTo>
                    <a:pt x="516" y="259"/>
                  </a:lnTo>
                  <a:lnTo>
                    <a:pt x="514" y="271"/>
                  </a:lnTo>
                  <a:lnTo>
                    <a:pt x="366" y="375"/>
                  </a:lnTo>
                  <a:lnTo>
                    <a:pt x="100" y="45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9357260" y="2081699"/>
              <a:ext cx="6777" cy="6758"/>
            </a:xfrm>
            <a:custGeom>
              <a:avLst/>
              <a:pathLst>
                <a:path w="6777" h="6758">
                  <a:moveTo>
                    <a:pt x="3613" y="861"/>
                  </a:moveTo>
                  <a:lnTo>
                    <a:pt x="3592" y="984"/>
                  </a:lnTo>
                  <a:lnTo>
                    <a:pt x="3568" y="1067"/>
                  </a:lnTo>
                  <a:lnTo>
                    <a:pt x="3540" y="1111"/>
                  </a:lnTo>
                  <a:lnTo>
                    <a:pt x="3509" y="1129"/>
                  </a:lnTo>
                  <a:lnTo>
                    <a:pt x="3445" y="1425"/>
                  </a:lnTo>
                  <a:lnTo>
                    <a:pt x="3445" y="1444"/>
                  </a:lnTo>
                  <a:lnTo>
                    <a:pt x="3457" y="1753"/>
                  </a:lnTo>
                  <a:lnTo>
                    <a:pt x="3819" y="2121"/>
                  </a:lnTo>
                  <a:lnTo>
                    <a:pt x="3847" y="2177"/>
                  </a:lnTo>
                  <a:lnTo>
                    <a:pt x="3874" y="2231"/>
                  </a:lnTo>
                  <a:lnTo>
                    <a:pt x="3980" y="2441"/>
                  </a:lnTo>
                  <a:lnTo>
                    <a:pt x="3989" y="2458"/>
                  </a:lnTo>
                  <a:lnTo>
                    <a:pt x="4326" y="2932"/>
                  </a:lnTo>
                  <a:lnTo>
                    <a:pt x="4619" y="2983"/>
                  </a:lnTo>
                  <a:lnTo>
                    <a:pt x="5173" y="3183"/>
                  </a:lnTo>
                  <a:lnTo>
                    <a:pt x="5376" y="3374"/>
                  </a:lnTo>
                  <a:lnTo>
                    <a:pt x="5366" y="3311"/>
                  </a:lnTo>
                  <a:lnTo>
                    <a:pt x="5365" y="3305"/>
                  </a:lnTo>
                  <a:lnTo>
                    <a:pt x="5398" y="3300"/>
                  </a:lnTo>
                  <a:lnTo>
                    <a:pt x="5401" y="3293"/>
                  </a:lnTo>
                  <a:lnTo>
                    <a:pt x="5398" y="3282"/>
                  </a:lnTo>
                  <a:lnTo>
                    <a:pt x="5394" y="3279"/>
                  </a:lnTo>
                  <a:lnTo>
                    <a:pt x="5389" y="3277"/>
                  </a:lnTo>
                  <a:lnTo>
                    <a:pt x="5380" y="3279"/>
                  </a:lnTo>
                  <a:lnTo>
                    <a:pt x="5352" y="3270"/>
                  </a:lnTo>
                  <a:lnTo>
                    <a:pt x="5264" y="3177"/>
                  </a:lnTo>
                  <a:lnTo>
                    <a:pt x="5264" y="3168"/>
                  </a:lnTo>
                  <a:lnTo>
                    <a:pt x="5358" y="3097"/>
                  </a:lnTo>
                  <a:lnTo>
                    <a:pt x="5367" y="3090"/>
                  </a:lnTo>
                  <a:lnTo>
                    <a:pt x="5372" y="3094"/>
                  </a:lnTo>
                  <a:lnTo>
                    <a:pt x="5377" y="3090"/>
                  </a:lnTo>
                  <a:lnTo>
                    <a:pt x="5390" y="3080"/>
                  </a:lnTo>
                  <a:lnTo>
                    <a:pt x="5394" y="3084"/>
                  </a:lnTo>
                  <a:lnTo>
                    <a:pt x="5402" y="3089"/>
                  </a:lnTo>
                  <a:lnTo>
                    <a:pt x="5405" y="3084"/>
                  </a:lnTo>
                  <a:lnTo>
                    <a:pt x="5549" y="3224"/>
                  </a:lnTo>
                  <a:lnTo>
                    <a:pt x="5662" y="3336"/>
                  </a:lnTo>
                  <a:lnTo>
                    <a:pt x="5827" y="3495"/>
                  </a:lnTo>
                  <a:lnTo>
                    <a:pt x="5851" y="3518"/>
                  </a:lnTo>
                  <a:lnTo>
                    <a:pt x="5795" y="3660"/>
                  </a:lnTo>
                  <a:lnTo>
                    <a:pt x="6090" y="3812"/>
                  </a:lnTo>
                  <a:lnTo>
                    <a:pt x="6285" y="3870"/>
                  </a:lnTo>
                  <a:lnTo>
                    <a:pt x="6326" y="3895"/>
                  </a:lnTo>
                  <a:lnTo>
                    <a:pt x="6368" y="4061"/>
                  </a:lnTo>
                  <a:lnTo>
                    <a:pt x="6428" y="4303"/>
                  </a:lnTo>
                  <a:lnTo>
                    <a:pt x="6431" y="4434"/>
                  </a:lnTo>
                  <a:lnTo>
                    <a:pt x="6777" y="4850"/>
                  </a:lnTo>
                  <a:lnTo>
                    <a:pt x="6776" y="4872"/>
                  </a:lnTo>
                  <a:lnTo>
                    <a:pt x="6691" y="4934"/>
                  </a:lnTo>
                  <a:lnTo>
                    <a:pt x="6632" y="4928"/>
                  </a:lnTo>
                  <a:lnTo>
                    <a:pt x="6581" y="4905"/>
                  </a:lnTo>
                  <a:lnTo>
                    <a:pt x="6545" y="4888"/>
                  </a:lnTo>
                  <a:lnTo>
                    <a:pt x="6488" y="4881"/>
                  </a:lnTo>
                  <a:lnTo>
                    <a:pt x="6452" y="4901"/>
                  </a:lnTo>
                  <a:lnTo>
                    <a:pt x="6339" y="5113"/>
                  </a:lnTo>
                  <a:lnTo>
                    <a:pt x="6299" y="5312"/>
                  </a:lnTo>
                  <a:lnTo>
                    <a:pt x="6350" y="5427"/>
                  </a:lnTo>
                  <a:lnTo>
                    <a:pt x="6350" y="5448"/>
                  </a:lnTo>
                  <a:lnTo>
                    <a:pt x="6344" y="5630"/>
                  </a:lnTo>
                  <a:lnTo>
                    <a:pt x="6226" y="5855"/>
                  </a:lnTo>
                  <a:lnTo>
                    <a:pt x="6116" y="6006"/>
                  </a:lnTo>
                  <a:lnTo>
                    <a:pt x="6098" y="6031"/>
                  </a:lnTo>
                  <a:lnTo>
                    <a:pt x="5956" y="6228"/>
                  </a:lnTo>
                  <a:lnTo>
                    <a:pt x="5793" y="6428"/>
                  </a:lnTo>
                  <a:lnTo>
                    <a:pt x="5792" y="6432"/>
                  </a:lnTo>
                  <a:lnTo>
                    <a:pt x="5769" y="6505"/>
                  </a:lnTo>
                  <a:lnTo>
                    <a:pt x="5754" y="6661"/>
                  </a:lnTo>
                  <a:lnTo>
                    <a:pt x="5715" y="6680"/>
                  </a:lnTo>
                  <a:lnTo>
                    <a:pt x="5463" y="6758"/>
                  </a:lnTo>
                  <a:lnTo>
                    <a:pt x="5397" y="6747"/>
                  </a:lnTo>
                  <a:lnTo>
                    <a:pt x="5380" y="6671"/>
                  </a:lnTo>
                  <a:lnTo>
                    <a:pt x="5389" y="6595"/>
                  </a:lnTo>
                  <a:lnTo>
                    <a:pt x="5395" y="6548"/>
                  </a:lnTo>
                  <a:lnTo>
                    <a:pt x="5409" y="6437"/>
                  </a:lnTo>
                  <a:lnTo>
                    <a:pt x="5421" y="6337"/>
                  </a:lnTo>
                  <a:lnTo>
                    <a:pt x="5534" y="6133"/>
                  </a:lnTo>
                  <a:lnTo>
                    <a:pt x="5552" y="6106"/>
                  </a:lnTo>
                  <a:lnTo>
                    <a:pt x="5641" y="5975"/>
                  </a:lnTo>
                  <a:lnTo>
                    <a:pt x="5538" y="5768"/>
                  </a:lnTo>
                  <a:lnTo>
                    <a:pt x="5503" y="5745"/>
                  </a:lnTo>
                  <a:lnTo>
                    <a:pt x="5480" y="5755"/>
                  </a:lnTo>
                  <a:lnTo>
                    <a:pt x="5150" y="5898"/>
                  </a:lnTo>
                  <a:lnTo>
                    <a:pt x="5016" y="6022"/>
                  </a:lnTo>
                  <a:lnTo>
                    <a:pt x="4994" y="6042"/>
                  </a:lnTo>
                  <a:lnTo>
                    <a:pt x="4992" y="6049"/>
                  </a:lnTo>
                  <a:lnTo>
                    <a:pt x="4952" y="6208"/>
                  </a:lnTo>
                  <a:lnTo>
                    <a:pt x="4916" y="6286"/>
                  </a:lnTo>
                  <a:lnTo>
                    <a:pt x="4838" y="6345"/>
                  </a:lnTo>
                  <a:lnTo>
                    <a:pt x="4804" y="6355"/>
                  </a:lnTo>
                  <a:lnTo>
                    <a:pt x="4779" y="6362"/>
                  </a:lnTo>
                  <a:lnTo>
                    <a:pt x="4681" y="6374"/>
                  </a:lnTo>
                  <a:lnTo>
                    <a:pt x="4530" y="6367"/>
                  </a:lnTo>
                  <a:lnTo>
                    <a:pt x="4429" y="6334"/>
                  </a:lnTo>
                  <a:lnTo>
                    <a:pt x="4396" y="6311"/>
                  </a:lnTo>
                  <a:lnTo>
                    <a:pt x="4386" y="6304"/>
                  </a:lnTo>
                  <a:lnTo>
                    <a:pt x="4370" y="6293"/>
                  </a:lnTo>
                  <a:lnTo>
                    <a:pt x="4417" y="6212"/>
                  </a:lnTo>
                  <a:lnTo>
                    <a:pt x="4470" y="6189"/>
                  </a:lnTo>
                  <a:lnTo>
                    <a:pt x="4510" y="6189"/>
                  </a:lnTo>
                  <a:lnTo>
                    <a:pt x="4610" y="6188"/>
                  </a:lnTo>
                  <a:lnTo>
                    <a:pt x="4653" y="6059"/>
                  </a:lnTo>
                  <a:lnTo>
                    <a:pt x="4401" y="5748"/>
                  </a:lnTo>
                  <a:lnTo>
                    <a:pt x="4385" y="5741"/>
                  </a:lnTo>
                  <a:lnTo>
                    <a:pt x="4247" y="5798"/>
                  </a:lnTo>
                  <a:lnTo>
                    <a:pt x="4211" y="5821"/>
                  </a:lnTo>
                  <a:lnTo>
                    <a:pt x="4100" y="6046"/>
                  </a:lnTo>
                  <a:lnTo>
                    <a:pt x="3964" y="6202"/>
                  </a:lnTo>
                  <a:lnTo>
                    <a:pt x="3920" y="6245"/>
                  </a:lnTo>
                  <a:lnTo>
                    <a:pt x="3901" y="6263"/>
                  </a:lnTo>
                  <a:lnTo>
                    <a:pt x="3839" y="6261"/>
                  </a:lnTo>
                  <a:lnTo>
                    <a:pt x="3744" y="6206"/>
                  </a:lnTo>
                  <a:lnTo>
                    <a:pt x="3699" y="6139"/>
                  </a:lnTo>
                  <a:lnTo>
                    <a:pt x="3701" y="6056"/>
                  </a:lnTo>
                  <a:lnTo>
                    <a:pt x="3750" y="6002"/>
                  </a:lnTo>
                  <a:lnTo>
                    <a:pt x="3833" y="5909"/>
                  </a:lnTo>
                  <a:lnTo>
                    <a:pt x="3853" y="5829"/>
                  </a:lnTo>
                  <a:lnTo>
                    <a:pt x="3886" y="5653"/>
                  </a:lnTo>
                  <a:lnTo>
                    <a:pt x="3877" y="5556"/>
                  </a:lnTo>
                  <a:lnTo>
                    <a:pt x="3843" y="5529"/>
                  </a:lnTo>
                  <a:lnTo>
                    <a:pt x="3803" y="5556"/>
                  </a:lnTo>
                  <a:lnTo>
                    <a:pt x="3757" y="5631"/>
                  </a:lnTo>
                  <a:lnTo>
                    <a:pt x="3776" y="5652"/>
                  </a:lnTo>
                  <a:lnTo>
                    <a:pt x="3754" y="5697"/>
                  </a:lnTo>
                  <a:lnTo>
                    <a:pt x="3644" y="5775"/>
                  </a:lnTo>
                  <a:lnTo>
                    <a:pt x="3625" y="5777"/>
                  </a:lnTo>
                  <a:lnTo>
                    <a:pt x="3503" y="5745"/>
                  </a:lnTo>
                  <a:lnTo>
                    <a:pt x="3464" y="5697"/>
                  </a:lnTo>
                  <a:lnTo>
                    <a:pt x="3464" y="5683"/>
                  </a:lnTo>
                  <a:lnTo>
                    <a:pt x="3565" y="5562"/>
                  </a:lnTo>
                  <a:lnTo>
                    <a:pt x="3636" y="5479"/>
                  </a:lnTo>
                  <a:lnTo>
                    <a:pt x="3687" y="5385"/>
                  </a:lnTo>
                  <a:lnTo>
                    <a:pt x="3682" y="5369"/>
                  </a:lnTo>
                  <a:lnTo>
                    <a:pt x="3291" y="4553"/>
                  </a:lnTo>
                  <a:lnTo>
                    <a:pt x="3127" y="4403"/>
                  </a:lnTo>
                  <a:lnTo>
                    <a:pt x="3102" y="4419"/>
                  </a:lnTo>
                  <a:lnTo>
                    <a:pt x="2964" y="4417"/>
                  </a:lnTo>
                  <a:lnTo>
                    <a:pt x="2679" y="4395"/>
                  </a:lnTo>
                  <a:lnTo>
                    <a:pt x="2631" y="4362"/>
                  </a:lnTo>
                  <a:lnTo>
                    <a:pt x="2646" y="4139"/>
                  </a:lnTo>
                  <a:lnTo>
                    <a:pt x="2524" y="3498"/>
                  </a:lnTo>
                  <a:lnTo>
                    <a:pt x="1990" y="3349"/>
                  </a:lnTo>
                  <a:lnTo>
                    <a:pt x="1763" y="3490"/>
                  </a:lnTo>
                  <a:lnTo>
                    <a:pt x="1300" y="3947"/>
                  </a:lnTo>
                  <a:lnTo>
                    <a:pt x="1084" y="4188"/>
                  </a:lnTo>
                  <a:lnTo>
                    <a:pt x="1014" y="4188"/>
                  </a:lnTo>
                  <a:lnTo>
                    <a:pt x="808" y="3965"/>
                  </a:lnTo>
                  <a:lnTo>
                    <a:pt x="299" y="3791"/>
                  </a:lnTo>
                  <a:lnTo>
                    <a:pt x="169" y="3783"/>
                  </a:lnTo>
                  <a:lnTo>
                    <a:pt x="108" y="3793"/>
                  </a:lnTo>
                  <a:lnTo>
                    <a:pt x="82" y="3779"/>
                  </a:lnTo>
                  <a:lnTo>
                    <a:pt x="73" y="3774"/>
                  </a:lnTo>
                  <a:lnTo>
                    <a:pt x="35" y="3724"/>
                  </a:lnTo>
                  <a:lnTo>
                    <a:pt x="19" y="3672"/>
                  </a:lnTo>
                  <a:lnTo>
                    <a:pt x="0" y="3611"/>
                  </a:lnTo>
                  <a:lnTo>
                    <a:pt x="22" y="3409"/>
                  </a:lnTo>
                  <a:lnTo>
                    <a:pt x="170" y="3174"/>
                  </a:lnTo>
                  <a:lnTo>
                    <a:pt x="349" y="2827"/>
                  </a:lnTo>
                  <a:lnTo>
                    <a:pt x="394" y="2668"/>
                  </a:lnTo>
                  <a:lnTo>
                    <a:pt x="454" y="2506"/>
                  </a:lnTo>
                  <a:lnTo>
                    <a:pt x="653" y="1973"/>
                  </a:lnTo>
                  <a:lnTo>
                    <a:pt x="682" y="1949"/>
                  </a:lnTo>
                  <a:lnTo>
                    <a:pt x="768" y="1845"/>
                  </a:lnTo>
                  <a:lnTo>
                    <a:pt x="815" y="1673"/>
                  </a:lnTo>
                  <a:lnTo>
                    <a:pt x="909" y="1158"/>
                  </a:lnTo>
                  <a:lnTo>
                    <a:pt x="864" y="918"/>
                  </a:lnTo>
                  <a:lnTo>
                    <a:pt x="934" y="822"/>
                  </a:lnTo>
                  <a:lnTo>
                    <a:pt x="955" y="801"/>
                  </a:lnTo>
                  <a:lnTo>
                    <a:pt x="1128" y="661"/>
                  </a:lnTo>
                  <a:lnTo>
                    <a:pt x="1222" y="587"/>
                  </a:lnTo>
                  <a:lnTo>
                    <a:pt x="1408" y="513"/>
                  </a:lnTo>
                  <a:lnTo>
                    <a:pt x="1537" y="567"/>
                  </a:lnTo>
                  <a:lnTo>
                    <a:pt x="1799" y="605"/>
                  </a:lnTo>
                  <a:lnTo>
                    <a:pt x="2060" y="577"/>
                  </a:lnTo>
                  <a:lnTo>
                    <a:pt x="2478" y="432"/>
                  </a:lnTo>
                  <a:lnTo>
                    <a:pt x="2507" y="422"/>
                  </a:lnTo>
                  <a:lnTo>
                    <a:pt x="2598" y="385"/>
                  </a:lnTo>
                  <a:lnTo>
                    <a:pt x="2655" y="362"/>
                  </a:lnTo>
                  <a:lnTo>
                    <a:pt x="2858" y="175"/>
                  </a:lnTo>
                  <a:lnTo>
                    <a:pt x="2906" y="98"/>
                  </a:lnTo>
                  <a:lnTo>
                    <a:pt x="2910" y="92"/>
                  </a:lnTo>
                  <a:lnTo>
                    <a:pt x="2912" y="49"/>
                  </a:lnTo>
                  <a:lnTo>
                    <a:pt x="3079" y="4"/>
                  </a:lnTo>
                  <a:lnTo>
                    <a:pt x="3123" y="0"/>
                  </a:lnTo>
                  <a:lnTo>
                    <a:pt x="3243" y="9"/>
                  </a:lnTo>
                  <a:lnTo>
                    <a:pt x="3258" y="16"/>
                  </a:lnTo>
                  <a:lnTo>
                    <a:pt x="3305" y="82"/>
                  </a:lnTo>
                  <a:lnTo>
                    <a:pt x="3538" y="648"/>
                  </a:lnTo>
                  <a:lnTo>
                    <a:pt x="3543" y="664"/>
                  </a:lnTo>
                  <a:lnTo>
                    <a:pt x="3613" y="86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9364345" y="2082094"/>
              <a:ext cx="4045" cy="2599"/>
            </a:xfrm>
            <a:custGeom>
              <a:avLst/>
              <a:pathLst>
                <a:path w="4045" h="2599">
                  <a:moveTo>
                    <a:pt x="1288" y="309"/>
                  </a:moveTo>
                  <a:lnTo>
                    <a:pt x="1538" y="358"/>
                  </a:lnTo>
                  <a:lnTo>
                    <a:pt x="1729" y="369"/>
                  </a:lnTo>
                  <a:lnTo>
                    <a:pt x="1830" y="491"/>
                  </a:lnTo>
                  <a:lnTo>
                    <a:pt x="1794" y="739"/>
                  </a:lnTo>
                  <a:lnTo>
                    <a:pt x="1544" y="911"/>
                  </a:lnTo>
                  <a:lnTo>
                    <a:pt x="1353" y="1150"/>
                  </a:lnTo>
                  <a:lnTo>
                    <a:pt x="1252" y="1278"/>
                  </a:lnTo>
                  <a:lnTo>
                    <a:pt x="1271" y="1330"/>
                  </a:lnTo>
                  <a:lnTo>
                    <a:pt x="1344" y="1386"/>
                  </a:lnTo>
                  <a:lnTo>
                    <a:pt x="1360" y="1398"/>
                  </a:lnTo>
                  <a:lnTo>
                    <a:pt x="1636" y="1611"/>
                  </a:lnTo>
                  <a:lnTo>
                    <a:pt x="1814" y="1736"/>
                  </a:lnTo>
                  <a:lnTo>
                    <a:pt x="2055" y="1721"/>
                  </a:lnTo>
                  <a:lnTo>
                    <a:pt x="2297" y="1724"/>
                  </a:lnTo>
                  <a:lnTo>
                    <a:pt x="2330" y="1724"/>
                  </a:lnTo>
                  <a:lnTo>
                    <a:pt x="2846" y="1897"/>
                  </a:lnTo>
                  <a:lnTo>
                    <a:pt x="3024" y="1972"/>
                  </a:lnTo>
                  <a:lnTo>
                    <a:pt x="3158" y="2027"/>
                  </a:lnTo>
                  <a:lnTo>
                    <a:pt x="3218" y="1892"/>
                  </a:lnTo>
                  <a:lnTo>
                    <a:pt x="3481" y="1849"/>
                  </a:lnTo>
                  <a:lnTo>
                    <a:pt x="3657" y="1876"/>
                  </a:lnTo>
                  <a:lnTo>
                    <a:pt x="3841" y="1904"/>
                  </a:lnTo>
                  <a:lnTo>
                    <a:pt x="3853" y="1914"/>
                  </a:lnTo>
                  <a:lnTo>
                    <a:pt x="3907" y="1959"/>
                  </a:lnTo>
                  <a:lnTo>
                    <a:pt x="4045" y="2200"/>
                  </a:lnTo>
                  <a:lnTo>
                    <a:pt x="4026" y="2424"/>
                  </a:lnTo>
                  <a:lnTo>
                    <a:pt x="3965" y="2491"/>
                  </a:lnTo>
                  <a:lnTo>
                    <a:pt x="3941" y="2508"/>
                  </a:lnTo>
                  <a:lnTo>
                    <a:pt x="3813" y="2497"/>
                  </a:lnTo>
                  <a:lnTo>
                    <a:pt x="3513" y="2454"/>
                  </a:lnTo>
                  <a:lnTo>
                    <a:pt x="3317" y="2371"/>
                  </a:lnTo>
                  <a:lnTo>
                    <a:pt x="3285" y="2358"/>
                  </a:lnTo>
                  <a:lnTo>
                    <a:pt x="3135" y="2439"/>
                  </a:lnTo>
                  <a:lnTo>
                    <a:pt x="3007" y="2575"/>
                  </a:lnTo>
                  <a:lnTo>
                    <a:pt x="2993" y="2599"/>
                  </a:lnTo>
                  <a:lnTo>
                    <a:pt x="2564" y="2437"/>
                  </a:lnTo>
                  <a:lnTo>
                    <a:pt x="2214" y="2253"/>
                  </a:lnTo>
                  <a:lnTo>
                    <a:pt x="1939" y="2225"/>
                  </a:lnTo>
                  <a:lnTo>
                    <a:pt x="1922" y="2233"/>
                  </a:lnTo>
                  <a:lnTo>
                    <a:pt x="1914" y="2261"/>
                  </a:lnTo>
                  <a:lnTo>
                    <a:pt x="1937" y="2380"/>
                  </a:lnTo>
                  <a:lnTo>
                    <a:pt x="1927" y="2424"/>
                  </a:lnTo>
                  <a:lnTo>
                    <a:pt x="1910" y="2429"/>
                  </a:lnTo>
                  <a:lnTo>
                    <a:pt x="1885" y="2436"/>
                  </a:lnTo>
                  <a:lnTo>
                    <a:pt x="1789" y="2411"/>
                  </a:lnTo>
                  <a:lnTo>
                    <a:pt x="1301" y="2020"/>
                  </a:lnTo>
                  <a:lnTo>
                    <a:pt x="1260" y="2005"/>
                  </a:lnTo>
                  <a:lnTo>
                    <a:pt x="453" y="1214"/>
                  </a:lnTo>
                  <a:lnTo>
                    <a:pt x="395" y="1157"/>
                  </a:lnTo>
                  <a:lnTo>
                    <a:pt x="62" y="800"/>
                  </a:lnTo>
                  <a:lnTo>
                    <a:pt x="19" y="734"/>
                  </a:lnTo>
                  <a:lnTo>
                    <a:pt x="0" y="689"/>
                  </a:lnTo>
                  <a:lnTo>
                    <a:pt x="0" y="629"/>
                  </a:lnTo>
                  <a:lnTo>
                    <a:pt x="0" y="599"/>
                  </a:lnTo>
                  <a:lnTo>
                    <a:pt x="36" y="456"/>
                  </a:lnTo>
                  <a:lnTo>
                    <a:pt x="144" y="360"/>
                  </a:lnTo>
                  <a:lnTo>
                    <a:pt x="378" y="212"/>
                  </a:lnTo>
                  <a:lnTo>
                    <a:pt x="631" y="102"/>
                  </a:lnTo>
                  <a:lnTo>
                    <a:pt x="739" y="55"/>
                  </a:lnTo>
                  <a:lnTo>
                    <a:pt x="890" y="0"/>
                  </a:lnTo>
                  <a:lnTo>
                    <a:pt x="1176" y="50"/>
                  </a:lnTo>
                  <a:lnTo>
                    <a:pt x="1261" y="74"/>
                  </a:lnTo>
                  <a:lnTo>
                    <a:pt x="1282" y="112"/>
                  </a:lnTo>
                  <a:lnTo>
                    <a:pt x="1282" y="150"/>
                  </a:lnTo>
                  <a:lnTo>
                    <a:pt x="1256" y="155"/>
                  </a:lnTo>
                  <a:lnTo>
                    <a:pt x="1278" y="286"/>
                  </a:lnTo>
                  <a:lnTo>
                    <a:pt x="1288" y="3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9362511" y="2081425"/>
              <a:ext cx="1098" cy="523"/>
            </a:xfrm>
            <a:custGeom>
              <a:avLst/>
              <a:pathLst>
                <a:path w="1098" h="523">
                  <a:moveTo>
                    <a:pt x="907" y="56"/>
                  </a:moveTo>
                  <a:lnTo>
                    <a:pt x="1098" y="306"/>
                  </a:lnTo>
                  <a:lnTo>
                    <a:pt x="1018" y="509"/>
                  </a:lnTo>
                  <a:lnTo>
                    <a:pt x="975" y="519"/>
                  </a:lnTo>
                  <a:lnTo>
                    <a:pt x="925" y="523"/>
                  </a:lnTo>
                  <a:lnTo>
                    <a:pt x="757" y="483"/>
                  </a:lnTo>
                  <a:lnTo>
                    <a:pt x="372" y="392"/>
                  </a:lnTo>
                  <a:lnTo>
                    <a:pt x="137" y="219"/>
                  </a:lnTo>
                  <a:lnTo>
                    <a:pt x="113" y="189"/>
                  </a:lnTo>
                  <a:lnTo>
                    <a:pt x="74" y="130"/>
                  </a:lnTo>
                  <a:lnTo>
                    <a:pt x="34" y="86"/>
                  </a:lnTo>
                  <a:lnTo>
                    <a:pt x="0" y="40"/>
                  </a:lnTo>
                  <a:lnTo>
                    <a:pt x="3" y="27"/>
                  </a:lnTo>
                  <a:lnTo>
                    <a:pt x="59" y="0"/>
                  </a:lnTo>
                  <a:lnTo>
                    <a:pt x="95" y="9"/>
                  </a:lnTo>
                  <a:lnTo>
                    <a:pt x="457" y="107"/>
                  </a:lnTo>
                  <a:lnTo>
                    <a:pt x="753" y="98"/>
                  </a:lnTo>
                  <a:lnTo>
                    <a:pt x="749" y="85"/>
                  </a:lnTo>
                  <a:lnTo>
                    <a:pt x="761" y="68"/>
                  </a:lnTo>
                  <a:lnTo>
                    <a:pt x="809" y="33"/>
                  </a:lnTo>
                  <a:lnTo>
                    <a:pt x="858" y="26"/>
                  </a:lnTo>
                  <a:lnTo>
                    <a:pt x="907" y="5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9351853" y="2080210"/>
              <a:ext cx="4711" cy="3654"/>
            </a:xfrm>
            <a:custGeom>
              <a:avLst/>
              <a:pathLst>
                <a:path w="4711" h="3654">
                  <a:moveTo>
                    <a:pt x="4436" y="985"/>
                  </a:moveTo>
                  <a:lnTo>
                    <a:pt x="4182" y="1407"/>
                  </a:lnTo>
                  <a:lnTo>
                    <a:pt x="4034" y="1506"/>
                  </a:lnTo>
                  <a:lnTo>
                    <a:pt x="3721" y="2134"/>
                  </a:lnTo>
                  <a:lnTo>
                    <a:pt x="3614" y="2330"/>
                  </a:lnTo>
                  <a:lnTo>
                    <a:pt x="3438" y="2554"/>
                  </a:lnTo>
                  <a:lnTo>
                    <a:pt x="3296" y="2705"/>
                  </a:lnTo>
                  <a:lnTo>
                    <a:pt x="3225" y="2763"/>
                  </a:lnTo>
                  <a:lnTo>
                    <a:pt x="3192" y="2778"/>
                  </a:lnTo>
                  <a:lnTo>
                    <a:pt x="3098" y="2851"/>
                  </a:lnTo>
                  <a:lnTo>
                    <a:pt x="3008" y="2900"/>
                  </a:lnTo>
                  <a:lnTo>
                    <a:pt x="289" y="3515"/>
                  </a:lnTo>
                  <a:lnTo>
                    <a:pt x="187" y="3523"/>
                  </a:lnTo>
                  <a:lnTo>
                    <a:pt x="187" y="3607"/>
                  </a:lnTo>
                  <a:lnTo>
                    <a:pt x="153" y="3649"/>
                  </a:lnTo>
                  <a:lnTo>
                    <a:pt x="54" y="3654"/>
                  </a:lnTo>
                  <a:lnTo>
                    <a:pt x="15" y="3637"/>
                  </a:lnTo>
                  <a:lnTo>
                    <a:pt x="0" y="3598"/>
                  </a:lnTo>
                  <a:lnTo>
                    <a:pt x="1" y="3340"/>
                  </a:lnTo>
                  <a:lnTo>
                    <a:pt x="19" y="3308"/>
                  </a:lnTo>
                  <a:lnTo>
                    <a:pt x="53" y="3294"/>
                  </a:lnTo>
                  <a:lnTo>
                    <a:pt x="137" y="3294"/>
                  </a:lnTo>
                  <a:lnTo>
                    <a:pt x="198" y="3305"/>
                  </a:lnTo>
                  <a:lnTo>
                    <a:pt x="447" y="2941"/>
                  </a:lnTo>
                  <a:lnTo>
                    <a:pt x="849" y="2352"/>
                  </a:lnTo>
                  <a:lnTo>
                    <a:pt x="857" y="2345"/>
                  </a:lnTo>
                  <a:lnTo>
                    <a:pt x="868" y="2336"/>
                  </a:lnTo>
                  <a:lnTo>
                    <a:pt x="877" y="2328"/>
                  </a:lnTo>
                  <a:lnTo>
                    <a:pt x="1088" y="2254"/>
                  </a:lnTo>
                  <a:lnTo>
                    <a:pt x="1730" y="1572"/>
                  </a:lnTo>
                  <a:lnTo>
                    <a:pt x="2170" y="1093"/>
                  </a:lnTo>
                  <a:lnTo>
                    <a:pt x="2437" y="835"/>
                  </a:lnTo>
                  <a:lnTo>
                    <a:pt x="2509" y="780"/>
                  </a:lnTo>
                  <a:lnTo>
                    <a:pt x="2548" y="800"/>
                  </a:lnTo>
                  <a:lnTo>
                    <a:pt x="2833" y="612"/>
                  </a:lnTo>
                  <a:lnTo>
                    <a:pt x="3161" y="437"/>
                  </a:lnTo>
                  <a:lnTo>
                    <a:pt x="3676" y="200"/>
                  </a:lnTo>
                  <a:lnTo>
                    <a:pt x="3837" y="139"/>
                  </a:lnTo>
                  <a:lnTo>
                    <a:pt x="4014" y="72"/>
                  </a:lnTo>
                  <a:lnTo>
                    <a:pt x="4382" y="0"/>
                  </a:lnTo>
                  <a:lnTo>
                    <a:pt x="4405" y="3"/>
                  </a:lnTo>
                  <a:lnTo>
                    <a:pt x="4517" y="66"/>
                  </a:lnTo>
                  <a:lnTo>
                    <a:pt x="4609" y="149"/>
                  </a:lnTo>
                  <a:lnTo>
                    <a:pt x="4691" y="296"/>
                  </a:lnTo>
                  <a:lnTo>
                    <a:pt x="4706" y="389"/>
                  </a:lnTo>
                  <a:lnTo>
                    <a:pt x="4710" y="570"/>
                  </a:lnTo>
                  <a:lnTo>
                    <a:pt x="4711" y="598"/>
                  </a:lnTo>
                  <a:lnTo>
                    <a:pt x="4705" y="710"/>
                  </a:lnTo>
                  <a:lnTo>
                    <a:pt x="4677" y="781"/>
                  </a:lnTo>
                  <a:lnTo>
                    <a:pt x="4627" y="800"/>
                  </a:lnTo>
                  <a:lnTo>
                    <a:pt x="4556" y="847"/>
                  </a:lnTo>
                  <a:lnTo>
                    <a:pt x="4436" y="9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9361968" y="2080986"/>
              <a:ext cx="744" cy="429"/>
            </a:xfrm>
            <a:custGeom>
              <a:avLst/>
              <a:pathLst>
                <a:path w="744" h="429">
                  <a:moveTo>
                    <a:pt x="381" y="429"/>
                  </a:moveTo>
                  <a:lnTo>
                    <a:pt x="354" y="429"/>
                  </a:lnTo>
                  <a:lnTo>
                    <a:pt x="72" y="227"/>
                  </a:lnTo>
                  <a:lnTo>
                    <a:pt x="0" y="153"/>
                  </a:lnTo>
                  <a:lnTo>
                    <a:pt x="0" y="110"/>
                  </a:lnTo>
                  <a:lnTo>
                    <a:pt x="12" y="93"/>
                  </a:lnTo>
                  <a:lnTo>
                    <a:pt x="141" y="3"/>
                  </a:lnTo>
                  <a:lnTo>
                    <a:pt x="156" y="0"/>
                  </a:lnTo>
                  <a:lnTo>
                    <a:pt x="497" y="54"/>
                  </a:lnTo>
                  <a:lnTo>
                    <a:pt x="744" y="156"/>
                  </a:lnTo>
                  <a:lnTo>
                    <a:pt x="714" y="231"/>
                  </a:lnTo>
                  <a:lnTo>
                    <a:pt x="475" y="388"/>
                  </a:lnTo>
                  <a:lnTo>
                    <a:pt x="381" y="42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9364618" y="2080834"/>
              <a:ext cx="638" cy="445"/>
            </a:xfrm>
            <a:custGeom>
              <a:avLst/>
              <a:pathLst>
                <a:path w="638" h="445">
                  <a:moveTo>
                    <a:pt x="605" y="445"/>
                  </a:moveTo>
                  <a:lnTo>
                    <a:pt x="207" y="394"/>
                  </a:lnTo>
                  <a:lnTo>
                    <a:pt x="146" y="376"/>
                  </a:lnTo>
                  <a:lnTo>
                    <a:pt x="52" y="324"/>
                  </a:lnTo>
                  <a:lnTo>
                    <a:pt x="45" y="314"/>
                  </a:lnTo>
                  <a:lnTo>
                    <a:pt x="22" y="281"/>
                  </a:lnTo>
                  <a:lnTo>
                    <a:pt x="0" y="247"/>
                  </a:lnTo>
                  <a:lnTo>
                    <a:pt x="8" y="226"/>
                  </a:lnTo>
                  <a:lnTo>
                    <a:pt x="22" y="194"/>
                  </a:lnTo>
                  <a:lnTo>
                    <a:pt x="78" y="96"/>
                  </a:lnTo>
                  <a:lnTo>
                    <a:pt x="135" y="18"/>
                  </a:lnTo>
                  <a:lnTo>
                    <a:pt x="180" y="0"/>
                  </a:lnTo>
                  <a:lnTo>
                    <a:pt x="230" y="4"/>
                  </a:lnTo>
                  <a:lnTo>
                    <a:pt x="446" y="114"/>
                  </a:lnTo>
                  <a:lnTo>
                    <a:pt x="638" y="335"/>
                  </a:lnTo>
                  <a:lnTo>
                    <a:pt x="638" y="376"/>
                  </a:lnTo>
                  <a:lnTo>
                    <a:pt x="633" y="390"/>
                  </a:lnTo>
                  <a:lnTo>
                    <a:pt x="610" y="441"/>
                  </a:lnTo>
                  <a:lnTo>
                    <a:pt x="605" y="44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9363010" y="2080376"/>
              <a:ext cx="698" cy="564"/>
            </a:xfrm>
            <a:custGeom>
              <a:avLst/>
              <a:pathLst>
                <a:path w="698" h="564">
                  <a:moveTo>
                    <a:pt x="528" y="538"/>
                  </a:moveTo>
                  <a:lnTo>
                    <a:pt x="450" y="564"/>
                  </a:lnTo>
                  <a:lnTo>
                    <a:pt x="311" y="503"/>
                  </a:lnTo>
                  <a:lnTo>
                    <a:pt x="195" y="419"/>
                  </a:lnTo>
                  <a:lnTo>
                    <a:pt x="33" y="253"/>
                  </a:lnTo>
                  <a:lnTo>
                    <a:pt x="0" y="124"/>
                  </a:lnTo>
                  <a:lnTo>
                    <a:pt x="59" y="98"/>
                  </a:lnTo>
                  <a:lnTo>
                    <a:pt x="92" y="84"/>
                  </a:lnTo>
                  <a:lnTo>
                    <a:pt x="217" y="31"/>
                  </a:lnTo>
                  <a:lnTo>
                    <a:pt x="355" y="0"/>
                  </a:lnTo>
                  <a:lnTo>
                    <a:pt x="550" y="103"/>
                  </a:lnTo>
                  <a:lnTo>
                    <a:pt x="621" y="160"/>
                  </a:lnTo>
                  <a:lnTo>
                    <a:pt x="659" y="204"/>
                  </a:lnTo>
                  <a:lnTo>
                    <a:pt x="698" y="300"/>
                  </a:lnTo>
                  <a:lnTo>
                    <a:pt x="674" y="357"/>
                  </a:lnTo>
                  <a:lnTo>
                    <a:pt x="528" y="5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9364593" y="2078984"/>
              <a:ext cx="4467" cy="3833"/>
            </a:xfrm>
            <a:custGeom>
              <a:avLst/>
              <a:pathLst>
                <a:path w="4467" h="3833">
                  <a:moveTo>
                    <a:pt x="2986" y="370"/>
                  </a:moveTo>
                  <a:lnTo>
                    <a:pt x="3036" y="402"/>
                  </a:lnTo>
                  <a:lnTo>
                    <a:pt x="3324" y="646"/>
                  </a:lnTo>
                  <a:lnTo>
                    <a:pt x="3327" y="673"/>
                  </a:lnTo>
                  <a:lnTo>
                    <a:pt x="3480" y="766"/>
                  </a:lnTo>
                  <a:lnTo>
                    <a:pt x="3672" y="834"/>
                  </a:lnTo>
                  <a:lnTo>
                    <a:pt x="3931" y="866"/>
                  </a:lnTo>
                  <a:lnTo>
                    <a:pt x="4024" y="854"/>
                  </a:lnTo>
                  <a:lnTo>
                    <a:pt x="4066" y="880"/>
                  </a:lnTo>
                  <a:lnTo>
                    <a:pt x="4259" y="1237"/>
                  </a:lnTo>
                  <a:lnTo>
                    <a:pt x="4265" y="1259"/>
                  </a:lnTo>
                  <a:lnTo>
                    <a:pt x="4256" y="1296"/>
                  </a:lnTo>
                  <a:lnTo>
                    <a:pt x="4252" y="1315"/>
                  </a:lnTo>
                  <a:lnTo>
                    <a:pt x="4196" y="1346"/>
                  </a:lnTo>
                  <a:lnTo>
                    <a:pt x="4128" y="1366"/>
                  </a:lnTo>
                  <a:lnTo>
                    <a:pt x="4095" y="1363"/>
                  </a:lnTo>
                  <a:lnTo>
                    <a:pt x="4036" y="1341"/>
                  </a:lnTo>
                  <a:lnTo>
                    <a:pt x="3918" y="1222"/>
                  </a:lnTo>
                  <a:lnTo>
                    <a:pt x="3739" y="1079"/>
                  </a:lnTo>
                  <a:lnTo>
                    <a:pt x="3726" y="1075"/>
                  </a:lnTo>
                  <a:lnTo>
                    <a:pt x="3693" y="1081"/>
                  </a:lnTo>
                  <a:lnTo>
                    <a:pt x="3266" y="1251"/>
                  </a:lnTo>
                  <a:lnTo>
                    <a:pt x="3231" y="1265"/>
                  </a:lnTo>
                  <a:lnTo>
                    <a:pt x="3182" y="1321"/>
                  </a:lnTo>
                  <a:lnTo>
                    <a:pt x="3068" y="1546"/>
                  </a:lnTo>
                  <a:lnTo>
                    <a:pt x="3065" y="1567"/>
                  </a:lnTo>
                  <a:lnTo>
                    <a:pt x="3046" y="1742"/>
                  </a:lnTo>
                  <a:lnTo>
                    <a:pt x="3170" y="1783"/>
                  </a:lnTo>
                  <a:lnTo>
                    <a:pt x="3359" y="1753"/>
                  </a:lnTo>
                  <a:lnTo>
                    <a:pt x="3396" y="1754"/>
                  </a:lnTo>
                  <a:lnTo>
                    <a:pt x="3668" y="1831"/>
                  </a:lnTo>
                  <a:lnTo>
                    <a:pt x="3717" y="1867"/>
                  </a:lnTo>
                  <a:lnTo>
                    <a:pt x="3816" y="1965"/>
                  </a:lnTo>
                  <a:lnTo>
                    <a:pt x="3846" y="2016"/>
                  </a:lnTo>
                  <a:lnTo>
                    <a:pt x="3764" y="2269"/>
                  </a:lnTo>
                  <a:lnTo>
                    <a:pt x="3536" y="2269"/>
                  </a:lnTo>
                  <a:lnTo>
                    <a:pt x="3512" y="2296"/>
                  </a:lnTo>
                  <a:lnTo>
                    <a:pt x="3549" y="2527"/>
                  </a:lnTo>
                  <a:lnTo>
                    <a:pt x="3588" y="2609"/>
                  </a:lnTo>
                  <a:lnTo>
                    <a:pt x="3900" y="3053"/>
                  </a:lnTo>
                  <a:lnTo>
                    <a:pt x="3928" y="3082"/>
                  </a:lnTo>
                  <a:lnTo>
                    <a:pt x="3949" y="3097"/>
                  </a:lnTo>
                  <a:lnTo>
                    <a:pt x="3991" y="3109"/>
                  </a:lnTo>
                  <a:lnTo>
                    <a:pt x="4001" y="3111"/>
                  </a:lnTo>
                  <a:lnTo>
                    <a:pt x="4031" y="3108"/>
                  </a:lnTo>
                  <a:lnTo>
                    <a:pt x="4054" y="3094"/>
                  </a:lnTo>
                  <a:lnTo>
                    <a:pt x="4154" y="3112"/>
                  </a:lnTo>
                  <a:lnTo>
                    <a:pt x="4310" y="3178"/>
                  </a:lnTo>
                  <a:lnTo>
                    <a:pt x="4329" y="3193"/>
                  </a:lnTo>
                  <a:lnTo>
                    <a:pt x="4371" y="3234"/>
                  </a:lnTo>
                  <a:lnTo>
                    <a:pt x="4439" y="3309"/>
                  </a:lnTo>
                  <a:lnTo>
                    <a:pt x="4467" y="3348"/>
                  </a:lnTo>
                  <a:lnTo>
                    <a:pt x="4371" y="3485"/>
                  </a:lnTo>
                  <a:lnTo>
                    <a:pt x="3962" y="3601"/>
                  </a:lnTo>
                  <a:lnTo>
                    <a:pt x="3984" y="3703"/>
                  </a:lnTo>
                  <a:lnTo>
                    <a:pt x="3993" y="3786"/>
                  </a:lnTo>
                  <a:lnTo>
                    <a:pt x="3967" y="3816"/>
                  </a:lnTo>
                  <a:lnTo>
                    <a:pt x="3938" y="3821"/>
                  </a:lnTo>
                  <a:lnTo>
                    <a:pt x="3841" y="3833"/>
                  </a:lnTo>
                  <a:lnTo>
                    <a:pt x="3830" y="3833"/>
                  </a:lnTo>
                  <a:lnTo>
                    <a:pt x="3750" y="3807"/>
                  </a:lnTo>
                  <a:lnTo>
                    <a:pt x="3703" y="3767"/>
                  </a:lnTo>
                  <a:lnTo>
                    <a:pt x="3364" y="3449"/>
                  </a:lnTo>
                  <a:lnTo>
                    <a:pt x="3247" y="3339"/>
                  </a:lnTo>
                  <a:lnTo>
                    <a:pt x="2961" y="3229"/>
                  </a:lnTo>
                  <a:lnTo>
                    <a:pt x="2888" y="3264"/>
                  </a:lnTo>
                  <a:lnTo>
                    <a:pt x="2829" y="3249"/>
                  </a:lnTo>
                  <a:lnTo>
                    <a:pt x="2691" y="3193"/>
                  </a:lnTo>
                  <a:lnTo>
                    <a:pt x="2577" y="3129"/>
                  </a:lnTo>
                  <a:lnTo>
                    <a:pt x="2483" y="3065"/>
                  </a:lnTo>
                  <a:lnTo>
                    <a:pt x="2405" y="2995"/>
                  </a:lnTo>
                  <a:lnTo>
                    <a:pt x="2362" y="2957"/>
                  </a:lnTo>
                  <a:lnTo>
                    <a:pt x="2020" y="2650"/>
                  </a:lnTo>
                  <a:lnTo>
                    <a:pt x="1969" y="2610"/>
                  </a:lnTo>
                  <a:lnTo>
                    <a:pt x="1663" y="2370"/>
                  </a:lnTo>
                  <a:lnTo>
                    <a:pt x="1632" y="2347"/>
                  </a:lnTo>
                  <a:lnTo>
                    <a:pt x="1340" y="2140"/>
                  </a:lnTo>
                  <a:lnTo>
                    <a:pt x="1276" y="2085"/>
                  </a:lnTo>
                  <a:lnTo>
                    <a:pt x="1175" y="1965"/>
                  </a:lnTo>
                  <a:lnTo>
                    <a:pt x="1190" y="1884"/>
                  </a:lnTo>
                  <a:lnTo>
                    <a:pt x="1120" y="1684"/>
                  </a:lnTo>
                  <a:lnTo>
                    <a:pt x="1044" y="1469"/>
                  </a:lnTo>
                  <a:lnTo>
                    <a:pt x="699" y="1120"/>
                  </a:lnTo>
                  <a:lnTo>
                    <a:pt x="464" y="1112"/>
                  </a:lnTo>
                  <a:lnTo>
                    <a:pt x="375" y="1109"/>
                  </a:lnTo>
                  <a:lnTo>
                    <a:pt x="30" y="718"/>
                  </a:lnTo>
                  <a:lnTo>
                    <a:pt x="0" y="546"/>
                  </a:lnTo>
                  <a:lnTo>
                    <a:pt x="184" y="350"/>
                  </a:lnTo>
                  <a:lnTo>
                    <a:pt x="232" y="300"/>
                  </a:lnTo>
                  <a:lnTo>
                    <a:pt x="409" y="165"/>
                  </a:lnTo>
                  <a:lnTo>
                    <a:pt x="450" y="141"/>
                  </a:lnTo>
                  <a:lnTo>
                    <a:pt x="485" y="127"/>
                  </a:lnTo>
                  <a:lnTo>
                    <a:pt x="524" y="111"/>
                  </a:lnTo>
                  <a:lnTo>
                    <a:pt x="658" y="55"/>
                  </a:lnTo>
                  <a:lnTo>
                    <a:pt x="975" y="0"/>
                  </a:lnTo>
                  <a:lnTo>
                    <a:pt x="1561" y="28"/>
                  </a:lnTo>
                  <a:lnTo>
                    <a:pt x="1755" y="120"/>
                  </a:lnTo>
                  <a:lnTo>
                    <a:pt x="2154" y="232"/>
                  </a:lnTo>
                  <a:lnTo>
                    <a:pt x="2279" y="222"/>
                  </a:lnTo>
                  <a:lnTo>
                    <a:pt x="2311" y="206"/>
                  </a:lnTo>
                  <a:lnTo>
                    <a:pt x="2400" y="161"/>
                  </a:lnTo>
                  <a:lnTo>
                    <a:pt x="2494" y="142"/>
                  </a:lnTo>
                  <a:lnTo>
                    <a:pt x="2628" y="145"/>
                  </a:lnTo>
                  <a:lnTo>
                    <a:pt x="2986" y="37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9368696" y="2079328"/>
              <a:ext cx="488" cy="692"/>
            </a:xfrm>
            <a:custGeom>
              <a:avLst/>
              <a:pathLst>
                <a:path w="488" h="692">
                  <a:moveTo>
                    <a:pt x="367" y="692"/>
                  </a:moveTo>
                  <a:lnTo>
                    <a:pt x="362" y="691"/>
                  </a:lnTo>
                  <a:lnTo>
                    <a:pt x="354" y="683"/>
                  </a:lnTo>
                  <a:lnTo>
                    <a:pt x="270" y="572"/>
                  </a:lnTo>
                  <a:lnTo>
                    <a:pt x="208" y="470"/>
                  </a:lnTo>
                  <a:lnTo>
                    <a:pt x="168" y="303"/>
                  </a:lnTo>
                  <a:lnTo>
                    <a:pt x="142" y="239"/>
                  </a:lnTo>
                  <a:lnTo>
                    <a:pt x="116" y="188"/>
                  </a:lnTo>
                  <a:lnTo>
                    <a:pt x="28" y="108"/>
                  </a:lnTo>
                  <a:lnTo>
                    <a:pt x="4" y="85"/>
                  </a:lnTo>
                  <a:lnTo>
                    <a:pt x="0" y="59"/>
                  </a:lnTo>
                  <a:lnTo>
                    <a:pt x="19" y="34"/>
                  </a:lnTo>
                  <a:lnTo>
                    <a:pt x="103" y="9"/>
                  </a:lnTo>
                  <a:lnTo>
                    <a:pt x="191" y="0"/>
                  </a:lnTo>
                  <a:lnTo>
                    <a:pt x="277" y="106"/>
                  </a:lnTo>
                  <a:lnTo>
                    <a:pt x="294" y="128"/>
                  </a:lnTo>
                  <a:lnTo>
                    <a:pt x="398" y="257"/>
                  </a:lnTo>
                  <a:lnTo>
                    <a:pt x="435" y="316"/>
                  </a:lnTo>
                  <a:lnTo>
                    <a:pt x="444" y="330"/>
                  </a:lnTo>
                  <a:lnTo>
                    <a:pt x="488" y="426"/>
                  </a:lnTo>
                  <a:lnTo>
                    <a:pt x="456" y="558"/>
                  </a:lnTo>
                  <a:lnTo>
                    <a:pt x="388" y="692"/>
                  </a:lnTo>
                  <a:lnTo>
                    <a:pt x="367" y="69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9355644" y="2076849"/>
              <a:ext cx="499" cy="721"/>
            </a:xfrm>
            <a:custGeom>
              <a:avLst/>
              <a:pathLst>
                <a:path w="499" h="721">
                  <a:moveTo>
                    <a:pt x="496" y="94"/>
                  </a:moveTo>
                  <a:lnTo>
                    <a:pt x="499" y="147"/>
                  </a:lnTo>
                  <a:lnTo>
                    <a:pt x="489" y="285"/>
                  </a:lnTo>
                  <a:lnTo>
                    <a:pt x="437" y="440"/>
                  </a:lnTo>
                  <a:lnTo>
                    <a:pt x="369" y="543"/>
                  </a:lnTo>
                  <a:lnTo>
                    <a:pt x="219" y="692"/>
                  </a:lnTo>
                  <a:lnTo>
                    <a:pt x="125" y="721"/>
                  </a:lnTo>
                  <a:lnTo>
                    <a:pt x="97" y="717"/>
                  </a:lnTo>
                  <a:lnTo>
                    <a:pt x="83" y="703"/>
                  </a:lnTo>
                  <a:lnTo>
                    <a:pt x="57" y="644"/>
                  </a:lnTo>
                  <a:lnTo>
                    <a:pt x="19" y="392"/>
                  </a:lnTo>
                  <a:lnTo>
                    <a:pt x="0" y="201"/>
                  </a:lnTo>
                  <a:lnTo>
                    <a:pt x="6" y="14"/>
                  </a:lnTo>
                  <a:lnTo>
                    <a:pt x="29" y="7"/>
                  </a:lnTo>
                  <a:lnTo>
                    <a:pt x="109" y="34"/>
                  </a:lnTo>
                  <a:lnTo>
                    <a:pt x="186" y="51"/>
                  </a:lnTo>
                  <a:lnTo>
                    <a:pt x="393" y="0"/>
                  </a:lnTo>
                  <a:lnTo>
                    <a:pt x="449" y="1"/>
                  </a:lnTo>
                  <a:lnTo>
                    <a:pt x="459" y="9"/>
                  </a:lnTo>
                  <a:lnTo>
                    <a:pt x="496" y="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9354706" y="2076505"/>
              <a:ext cx="447" cy="371"/>
            </a:xfrm>
            <a:custGeom>
              <a:avLst/>
              <a:pathLst>
                <a:path w="447" h="371">
                  <a:moveTo>
                    <a:pt x="208" y="371"/>
                  </a:moveTo>
                  <a:lnTo>
                    <a:pt x="199" y="370"/>
                  </a:lnTo>
                  <a:lnTo>
                    <a:pt x="65" y="299"/>
                  </a:lnTo>
                  <a:lnTo>
                    <a:pt x="7" y="239"/>
                  </a:lnTo>
                  <a:lnTo>
                    <a:pt x="0" y="217"/>
                  </a:lnTo>
                  <a:lnTo>
                    <a:pt x="14" y="189"/>
                  </a:lnTo>
                  <a:lnTo>
                    <a:pt x="127" y="90"/>
                  </a:lnTo>
                  <a:lnTo>
                    <a:pt x="307" y="0"/>
                  </a:lnTo>
                  <a:lnTo>
                    <a:pt x="333" y="1"/>
                  </a:lnTo>
                  <a:lnTo>
                    <a:pt x="346" y="5"/>
                  </a:lnTo>
                  <a:lnTo>
                    <a:pt x="398" y="89"/>
                  </a:lnTo>
                  <a:lnTo>
                    <a:pt x="411" y="111"/>
                  </a:lnTo>
                  <a:lnTo>
                    <a:pt x="447" y="265"/>
                  </a:lnTo>
                  <a:lnTo>
                    <a:pt x="417" y="317"/>
                  </a:lnTo>
                  <a:lnTo>
                    <a:pt x="402" y="328"/>
                  </a:lnTo>
                  <a:lnTo>
                    <a:pt x="373" y="338"/>
                  </a:lnTo>
                  <a:lnTo>
                    <a:pt x="348" y="344"/>
                  </a:lnTo>
                  <a:lnTo>
                    <a:pt x="208" y="3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9370426" y="2079189"/>
              <a:ext cx="827" cy="784"/>
            </a:xfrm>
            <a:custGeom>
              <a:avLst/>
              <a:pathLst>
                <a:path w="827" h="784">
                  <a:moveTo>
                    <a:pt x="736" y="784"/>
                  </a:moveTo>
                  <a:lnTo>
                    <a:pt x="673" y="780"/>
                  </a:lnTo>
                  <a:lnTo>
                    <a:pt x="415" y="694"/>
                  </a:lnTo>
                  <a:lnTo>
                    <a:pt x="39" y="329"/>
                  </a:lnTo>
                  <a:lnTo>
                    <a:pt x="0" y="262"/>
                  </a:lnTo>
                  <a:lnTo>
                    <a:pt x="149" y="85"/>
                  </a:lnTo>
                  <a:lnTo>
                    <a:pt x="303" y="35"/>
                  </a:lnTo>
                  <a:lnTo>
                    <a:pt x="479" y="0"/>
                  </a:lnTo>
                  <a:lnTo>
                    <a:pt x="526" y="0"/>
                  </a:lnTo>
                  <a:lnTo>
                    <a:pt x="667" y="40"/>
                  </a:lnTo>
                  <a:lnTo>
                    <a:pt x="684" y="47"/>
                  </a:lnTo>
                  <a:lnTo>
                    <a:pt x="702" y="60"/>
                  </a:lnTo>
                  <a:lnTo>
                    <a:pt x="827" y="473"/>
                  </a:lnTo>
                  <a:lnTo>
                    <a:pt x="805" y="666"/>
                  </a:lnTo>
                  <a:lnTo>
                    <a:pt x="741" y="781"/>
                  </a:lnTo>
                  <a:lnTo>
                    <a:pt x="736" y="7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9355343" y="2076381"/>
              <a:ext cx="466" cy="343"/>
            </a:xfrm>
            <a:custGeom>
              <a:avLst/>
              <a:pathLst>
                <a:path w="466" h="343">
                  <a:moveTo>
                    <a:pt x="466" y="24"/>
                  </a:moveTo>
                  <a:lnTo>
                    <a:pt x="466" y="169"/>
                  </a:lnTo>
                  <a:lnTo>
                    <a:pt x="329" y="337"/>
                  </a:lnTo>
                  <a:lnTo>
                    <a:pt x="306" y="343"/>
                  </a:lnTo>
                  <a:lnTo>
                    <a:pt x="72" y="338"/>
                  </a:lnTo>
                  <a:lnTo>
                    <a:pt x="67" y="338"/>
                  </a:lnTo>
                  <a:lnTo>
                    <a:pt x="54" y="331"/>
                  </a:lnTo>
                  <a:lnTo>
                    <a:pt x="48" y="323"/>
                  </a:lnTo>
                  <a:lnTo>
                    <a:pt x="38" y="304"/>
                  </a:lnTo>
                  <a:lnTo>
                    <a:pt x="0" y="119"/>
                  </a:lnTo>
                  <a:lnTo>
                    <a:pt x="2" y="88"/>
                  </a:lnTo>
                  <a:lnTo>
                    <a:pt x="12" y="79"/>
                  </a:lnTo>
                  <a:lnTo>
                    <a:pt x="82" y="44"/>
                  </a:lnTo>
                  <a:lnTo>
                    <a:pt x="204" y="26"/>
                  </a:lnTo>
                  <a:lnTo>
                    <a:pt x="235" y="50"/>
                  </a:lnTo>
                  <a:lnTo>
                    <a:pt x="287" y="64"/>
                  </a:lnTo>
                  <a:lnTo>
                    <a:pt x="336" y="67"/>
                  </a:lnTo>
                  <a:lnTo>
                    <a:pt x="434" y="13"/>
                  </a:lnTo>
                  <a:lnTo>
                    <a:pt x="445" y="0"/>
                  </a:lnTo>
                  <a:lnTo>
                    <a:pt x="466" y="2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9365937" y="2077571"/>
              <a:ext cx="981" cy="663"/>
            </a:xfrm>
            <a:custGeom>
              <a:avLst/>
              <a:pathLst>
                <a:path w="981" h="663">
                  <a:moveTo>
                    <a:pt x="462" y="647"/>
                  </a:moveTo>
                  <a:lnTo>
                    <a:pt x="224" y="663"/>
                  </a:lnTo>
                  <a:lnTo>
                    <a:pt x="88" y="442"/>
                  </a:lnTo>
                  <a:lnTo>
                    <a:pt x="66" y="402"/>
                  </a:lnTo>
                  <a:lnTo>
                    <a:pt x="34" y="340"/>
                  </a:lnTo>
                  <a:lnTo>
                    <a:pt x="0" y="91"/>
                  </a:lnTo>
                  <a:lnTo>
                    <a:pt x="65" y="34"/>
                  </a:lnTo>
                  <a:lnTo>
                    <a:pt x="107" y="14"/>
                  </a:lnTo>
                  <a:lnTo>
                    <a:pt x="386" y="0"/>
                  </a:lnTo>
                  <a:lnTo>
                    <a:pt x="432" y="9"/>
                  </a:lnTo>
                  <a:lnTo>
                    <a:pt x="528" y="28"/>
                  </a:lnTo>
                  <a:lnTo>
                    <a:pt x="708" y="171"/>
                  </a:lnTo>
                  <a:lnTo>
                    <a:pt x="981" y="388"/>
                  </a:lnTo>
                  <a:lnTo>
                    <a:pt x="973" y="420"/>
                  </a:lnTo>
                  <a:lnTo>
                    <a:pt x="868" y="561"/>
                  </a:lnTo>
                  <a:lnTo>
                    <a:pt x="806" y="596"/>
                  </a:lnTo>
                  <a:lnTo>
                    <a:pt x="790" y="600"/>
                  </a:lnTo>
                  <a:lnTo>
                    <a:pt x="499" y="643"/>
                  </a:lnTo>
                  <a:lnTo>
                    <a:pt x="462" y="64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9355315" y="2075619"/>
              <a:ext cx="753" cy="707"/>
            </a:xfrm>
            <a:custGeom>
              <a:avLst/>
              <a:pathLst>
                <a:path w="753" h="707">
                  <a:moveTo>
                    <a:pt x="665" y="664"/>
                  </a:moveTo>
                  <a:lnTo>
                    <a:pt x="488" y="707"/>
                  </a:lnTo>
                  <a:lnTo>
                    <a:pt x="461" y="702"/>
                  </a:lnTo>
                  <a:lnTo>
                    <a:pt x="311" y="676"/>
                  </a:lnTo>
                  <a:lnTo>
                    <a:pt x="158" y="603"/>
                  </a:lnTo>
                  <a:lnTo>
                    <a:pt x="55" y="509"/>
                  </a:lnTo>
                  <a:lnTo>
                    <a:pt x="5" y="388"/>
                  </a:lnTo>
                  <a:lnTo>
                    <a:pt x="0" y="310"/>
                  </a:lnTo>
                  <a:lnTo>
                    <a:pt x="12" y="162"/>
                  </a:lnTo>
                  <a:lnTo>
                    <a:pt x="149" y="30"/>
                  </a:lnTo>
                  <a:lnTo>
                    <a:pt x="180" y="10"/>
                  </a:lnTo>
                  <a:lnTo>
                    <a:pt x="192" y="5"/>
                  </a:lnTo>
                  <a:lnTo>
                    <a:pt x="210" y="1"/>
                  </a:lnTo>
                  <a:lnTo>
                    <a:pt x="219" y="0"/>
                  </a:lnTo>
                  <a:lnTo>
                    <a:pt x="242" y="5"/>
                  </a:lnTo>
                  <a:lnTo>
                    <a:pt x="285" y="16"/>
                  </a:lnTo>
                  <a:lnTo>
                    <a:pt x="606" y="184"/>
                  </a:lnTo>
                  <a:lnTo>
                    <a:pt x="735" y="362"/>
                  </a:lnTo>
                  <a:lnTo>
                    <a:pt x="753" y="470"/>
                  </a:lnTo>
                  <a:lnTo>
                    <a:pt x="746" y="554"/>
                  </a:lnTo>
                  <a:lnTo>
                    <a:pt x="673" y="658"/>
                  </a:lnTo>
                  <a:lnTo>
                    <a:pt x="665" y="6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9367160" y="2077222"/>
              <a:ext cx="2785" cy="1585"/>
            </a:xfrm>
            <a:custGeom>
              <a:avLst/>
              <a:pathLst>
                <a:path w="2785" h="1585">
                  <a:moveTo>
                    <a:pt x="2785" y="316"/>
                  </a:moveTo>
                  <a:lnTo>
                    <a:pt x="2746" y="531"/>
                  </a:lnTo>
                  <a:lnTo>
                    <a:pt x="2694" y="526"/>
                  </a:lnTo>
                  <a:lnTo>
                    <a:pt x="2659" y="512"/>
                  </a:lnTo>
                  <a:lnTo>
                    <a:pt x="2576" y="508"/>
                  </a:lnTo>
                  <a:lnTo>
                    <a:pt x="2570" y="508"/>
                  </a:lnTo>
                  <a:lnTo>
                    <a:pt x="2473" y="508"/>
                  </a:lnTo>
                  <a:lnTo>
                    <a:pt x="2331" y="606"/>
                  </a:lnTo>
                  <a:lnTo>
                    <a:pt x="2330" y="640"/>
                  </a:lnTo>
                  <a:lnTo>
                    <a:pt x="2368" y="737"/>
                  </a:lnTo>
                  <a:lnTo>
                    <a:pt x="2482" y="880"/>
                  </a:lnTo>
                  <a:lnTo>
                    <a:pt x="2491" y="1028"/>
                  </a:lnTo>
                  <a:lnTo>
                    <a:pt x="2472" y="1063"/>
                  </a:lnTo>
                  <a:lnTo>
                    <a:pt x="2458" y="1088"/>
                  </a:lnTo>
                  <a:lnTo>
                    <a:pt x="2348" y="1104"/>
                  </a:lnTo>
                  <a:lnTo>
                    <a:pt x="2323" y="1107"/>
                  </a:lnTo>
                  <a:lnTo>
                    <a:pt x="2074" y="1081"/>
                  </a:lnTo>
                  <a:lnTo>
                    <a:pt x="2023" y="1086"/>
                  </a:lnTo>
                  <a:lnTo>
                    <a:pt x="1904" y="1141"/>
                  </a:lnTo>
                  <a:lnTo>
                    <a:pt x="1886" y="1155"/>
                  </a:lnTo>
                  <a:lnTo>
                    <a:pt x="1876" y="1168"/>
                  </a:lnTo>
                  <a:lnTo>
                    <a:pt x="1808" y="1323"/>
                  </a:lnTo>
                  <a:lnTo>
                    <a:pt x="1591" y="1414"/>
                  </a:lnTo>
                  <a:lnTo>
                    <a:pt x="1509" y="1402"/>
                  </a:lnTo>
                  <a:lnTo>
                    <a:pt x="1368" y="1408"/>
                  </a:lnTo>
                  <a:lnTo>
                    <a:pt x="1173" y="1444"/>
                  </a:lnTo>
                  <a:lnTo>
                    <a:pt x="1051" y="1540"/>
                  </a:lnTo>
                  <a:lnTo>
                    <a:pt x="993" y="1585"/>
                  </a:lnTo>
                  <a:lnTo>
                    <a:pt x="658" y="1507"/>
                  </a:lnTo>
                  <a:lnTo>
                    <a:pt x="589" y="1481"/>
                  </a:lnTo>
                  <a:lnTo>
                    <a:pt x="260" y="1323"/>
                  </a:lnTo>
                  <a:lnTo>
                    <a:pt x="195" y="1279"/>
                  </a:lnTo>
                  <a:lnTo>
                    <a:pt x="135" y="1219"/>
                  </a:lnTo>
                  <a:lnTo>
                    <a:pt x="27" y="1022"/>
                  </a:lnTo>
                  <a:lnTo>
                    <a:pt x="0" y="498"/>
                  </a:lnTo>
                  <a:lnTo>
                    <a:pt x="8" y="483"/>
                  </a:lnTo>
                  <a:lnTo>
                    <a:pt x="199" y="356"/>
                  </a:lnTo>
                  <a:lnTo>
                    <a:pt x="795" y="0"/>
                  </a:lnTo>
                  <a:lnTo>
                    <a:pt x="802" y="0"/>
                  </a:lnTo>
                  <a:lnTo>
                    <a:pt x="1358" y="143"/>
                  </a:lnTo>
                  <a:lnTo>
                    <a:pt x="1391" y="207"/>
                  </a:lnTo>
                  <a:lnTo>
                    <a:pt x="1465" y="250"/>
                  </a:lnTo>
                  <a:lnTo>
                    <a:pt x="1702" y="341"/>
                  </a:lnTo>
                  <a:lnTo>
                    <a:pt x="2210" y="216"/>
                  </a:lnTo>
                  <a:lnTo>
                    <a:pt x="2233" y="172"/>
                  </a:lnTo>
                  <a:lnTo>
                    <a:pt x="2238" y="145"/>
                  </a:lnTo>
                  <a:lnTo>
                    <a:pt x="2247" y="134"/>
                  </a:lnTo>
                  <a:lnTo>
                    <a:pt x="2387" y="56"/>
                  </a:lnTo>
                  <a:lnTo>
                    <a:pt x="2410" y="59"/>
                  </a:lnTo>
                  <a:lnTo>
                    <a:pt x="2473" y="71"/>
                  </a:lnTo>
                  <a:lnTo>
                    <a:pt x="2775" y="292"/>
                  </a:lnTo>
                  <a:lnTo>
                    <a:pt x="2782" y="304"/>
                  </a:lnTo>
                  <a:lnTo>
                    <a:pt x="2785" y="31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9351915" y="2073898"/>
              <a:ext cx="3229" cy="2928"/>
            </a:xfrm>
            <a:custGeom>
              <a:avLst/>
              <a:pathLst>
                <a:path w="3229" h="2928">
                  <a:moveTo>
                    <a:pt x="1053" y="2927"/>
                  </a:moveTo>
                  <a:lnTo>
                    <a:pt x="933" y="2928"/>
                  </a:lnTo>
                  <a:lnTo>
                    <a:pt x="916" y="2921"/>
                  </a:lnTo>
                  <a:lnTo>
                    <a:pt x="783" y="2808"/>
                  </a:lnTo>
                  <a:lnTo>
                    <a:pt x="751" y="2757"/>
                  </a:lnTo>
                  <a:lnTo>
                    <a:pt x="730" y="2698"/>
                  </a:lnTo>
                  <a:lnTo>
                    <a:pt x="689" y="2633"/>
                  </a:lnTo>
                  <a:lnTo>
                    <a:pt x="430" y="2291"/>
                  </a:lnTo>
                  <a:lnTo>
                    <a:pt x="266" y="1881"/>
                  </a:lnTo>
                  <a:lnTo>
                    <a:pt x="149" y="1561"/>
                  </a:lnTo>
                  <a:lnTo>
                    <a:pt x="0" y="1152"/>
                  </a:lnTo>
                  <a:lnTo>
                    <a:pt x="5" y="1127"/>
                  </a:lnTo>
                  <a:lnTo>
                    <a:pt x="605" y="729"/>
                  </a:lnTo>
                  <a:lnTo>
                    <a:pt x="711" y="666"/>
                  </a:lnTo>
                  <a:lnTo>
                    <a:pt x="867" y="574"/>
                  </a:lnTo>
                  <a:lnTo>
                    <a:pt x="1040" y="472"/>
                  </a:lnTo>
                  <a:lnTo>
                    <a:pt x="1614" y="32"/>
                  </a:lnTo>
                  <a:lnTo>
                    <a:pt x="1702" y="0"/>
                  </a:lnTo>
                  <a:lnTo>
                    <a:pt x="1900" y="111"/>
                  </a:lnTo>
                  <a:lnTo>
                    <a:pt x="2209" y="441"/>
                  </a:lnTo>
                  <a:lnTo>
                    <a:pt x="2235" y="469"/>
                  </a:lnTo>
                  <a:lnTo>
                    <a:pt x="2345" y="671"/>
                  </a:lnTo>
                  <a:lnTo>
                    <a:pt x="2425" y="864"/>
                  </a:lnTo>
                  <a:lnTo>
                    <a:pt x="2444" y="894"/>
                  </a:lnTo>
                  <a:lnTo>
                    <a:pt x="2601" y="1135"/>
                  </a:lnTo>
                  <a:lnTo>
                    <a:pt x="2675" y="1150"/>
                  </a:lnTo>
                  <a:lnTo>
                    <a:pt x="2811" y="1241"/>
                  </a:lnTo>
                  <a:lnTo>
                    <a:pt x="3015" y="1408"/>
                  </a:lnTo>
                  <a:lnTo>
                    <a:pt x="3170" y="1568"/>
                  </a:lnTo>
                  <a:lnTo>
                    <a:pt x="3227" y="1636"/>
                  </a:lnTo>
                  <a:lnTo>
                    <a:pt x="3229" y="1674"/>
                  </a:lnTo>
                  <a:lnTo>
                    <a:pt x="3088" y="2041"/>
                  </a:lnTo>
                  <a:lnTo>
                    <a:pt x="3046" y="2244"/>
                  </a:lnTo>
                  <a:lnTo>
                    <a:pt x="3045" y="2427"/>
                  </a:lnTo>
                  <a:lnTo>
                    <a:pt x="3055" y="2471"/>
                  </a:lnTo>
                  <a:lnTo>
                    <a:pt x="3021" y="2488"/>
                  </a:lnTo>
                  <a:lnTo>
                    <a:pt x="2905" y="2521"/>
                  </a:lnTo>
                  <a:lnTo>
                    <a:pt x="2423" y="2656"/>
                  </a:lnTo>
                  <a:lnTo>
                    <a:pt x="2307" y="2679"/>
                  </a:lnTo>
                  <a:lnTo>
                    <a:pt x="2194" y="2702"/>
                  </a:lnTo>
                  <a:lnTo>
                    <a:pt x="1990" y="2687"/>
                  </a:lnTo>
                  <a:lnTo>
                    <a:pt x="1959" y="2688"/>
                  </a:lnTo>
                  <a:lnTo>
                    <a:pt x="1508" y="2717"/>
                  </a:lnTo>
                  <a:lnTo>
                    <a:pt x="1459" y="2726"/>
                  </a:lnTo>
                  <a:lnTo>
                    <a:pt x="1332" y="2765"/>
                  </a:lnTo>
                  <a:lnTo>
                    <a:pt x="1251" y="2864"/>
                  </a:lnTo>
                  <a:lnTo>
                    <a:pt x="1225" y="2886"/>
                  </a:lnTo>
                  <a:lnTo>
                    <a:pt x="1053" y="29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9357411" y="2074174"/>
              <a:ext cx="310" cy="440"/>
            </a:xfrm>
            <a:custGeom>
              <a:avLst/>
              <a:pathLst>
                <a:path w="310" h="440">
                  <a:moveTo>
                    <a:pt x="225" y="382"/>
                  </a:moveTo>
                  <a:lnTo>
                    <a:pt x="134" y="440"/>
                  </a:lnTo>
                  <a:lnTo>
                    <a:pt x="81" y="398"/>
                  </a:lnTo>
                  <a:lnTo>
                    <a:pt x="48" y="341"/>
                  </a:lnTo>
                  <a:lnTo>
                    <a:pt x="11" y="233"/>
                  </a:lnTo>
                  <a:lnTo>
                    <a:pt x="0" y="143"/>
                  </a:lnTo>
                  <a:lnTo>
                    <a:pt x="141" y="0"/>
                  </a:lnTo>
                  <a:lnTo>
                    <a:pt x="267" y="0"/>
                  </a:lnTo>
                  <a:lnTo>
                    <a:pt x="284" y="6"/>
                  </a:lnTo>
                  <a:lnTo>
                    <a:pt x="295" y="15"/>
                  </a:lnTo>
                  <a:lnTo>
                    <a:pt x="310" y="37"/>
                  </a:lnTo>
                  <a:lnTo>
                    <a:pt x="292" y="254"/>
                  </a:lnTo>
                  <a:lnTo>
                    <a:pt x="288" y="303"/>
                  </a:lnTo>
                  <a:lnTo>
                    <a:pt x="225" y="3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9358468" y="2073700"/>
              <a:ext cx="816" cy="928"/>
            </a:xfrm>
            <a:custGeom>
              <a:avLst/>
              <a:pathLst>
                <a:path w="816" h="928">
                  <a:moveTo>
                    <a:pt x="648" y="616"/>
                  </a:moveTo>
                  <a:lnTo>
                    <a:pt x="755" y="670"/>
                  </a:lnTo>
                  <a:lnTo>
                    <a:pt x="797" y="664"/>
                  </a:lnTo>
                  <a:lnTo>
                    <a:pt x="803" y="660"/>
                  </a:lnTo>
                  <a:lnTo>
                    <a:pt x="816" y="652"/>
                  </a:lnTo>
                  <a:lnTo>
                    <a:pt x="810" y="672"/>
                  </a:lnTo>
                  <a:lnTo>
                    <a:pt x="801" y="695"/>
                  </a:lnTo>
                  <a:lnTo>
                    <a:pt x="689" y="795"/>
                  </a:lnTo>
                  <a:lnTo>
                    <a:pt x="388" y="886"/>
                  </a:lnTo>
                  <a:lnTo>
                    <a:pt x="285" y="892"/>
                  </a:lnTo>
                  <a:lnTo>
                    <a:pt x="259" y="916"/>
                  </a:lnTo>
                  <a:lnTo>
                    <a:pt x="141" y="928"/>
                  </a:lnTo>
                  <a:lnTo>
                    <a:pt x="105" y="837"/>
                  </a:lnTo>
                  <a:lnTo>
                    <a:pt x="4" y="579"/>
                  </a:lnTo>
                  <a:lnTo>
                    <a:pt x="0" y="339"/>
                  </a:lnTo>
                  <a:lnTo>
                    <a:pt x="6" y="279"/>
                  </a:lnTo>
                  <a:lnTo>
                    <a:pt x="31" y="228"/>
                  </a:lnTo>
                  <a:lnTo>
                    <a:pt x="118" y="110"/>
                  </a:lnTo>
                  <a:lnTo>
                    <a:pt x="414" y="0"/>
                  </a:lnTo>
                  <a:lnTo>
                    <a:pt x="588" y="136"/>
                  </a:lnTo>
                  <a:lnTo>
                    <a:pt x="593" y="226"/>
                  </a:lnTo>
                  <a:lnTo>
                    <a:pt x="561" y="425"/>
                  </a:lnTo>
                  <a:lnTo>
                    <a:pt x="569" y="540"/>
                  </a:lnTo>
                  <a:lnTo>
                    <a:pt x="648" y="61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9356353" y="2073290"/>
              <a:ext cx="1170" cy="1650"/>
            </a:xfrm>
            <a:custGeom>
              <a:avLst/>
              <a:pathLst>
                <a:path w="1170" h="1650">
                  <a:moveTo>
                    <a:pt x="486" y="1589"/>
                  </a:moveTo>
                  <a:lnTo>
                    <a:pt x="362" y="1650"/>
                  </a:lnTo>
                  <a:lnTo>
                    <a:pt x="67" y="1324"/>
                  </a:lnTo>
                  <a:lnTo>
                    <a:pt x="46" y="1293"/>
                  </a:lnTo>
                  <a:lnTo>
                    <a:pt x="29" y="1182"/>
                  </a:lnTo>
                  <a:lnTo>
                    <a:pt x="26" y="1151"/>
                  </a:lnTo>
                  <a:lnTo>
                    <a:pt x="15" y="746"/>
                  </a:lnTo>
                  <a:lnTo>
                    <a:pt x="6" y="743"/>
                  </a:lnTo>
                  <a:lnTo>
                    <a:pt x="0" y="589"/>
                  </a:lnTo>
                  <a:lnTo>
                    <a:pt x="36" y="474"/>
                  </a:lnTo>
                  <a:lnTo>
                    <a:pt x="47" y="438"/>
                  </a:lnTo>
                  <a:lnTo>
                    <a:pt x="584" y="6"/>
                  </a:lnTo>
                  <a:lnTo>
                    <a:pt x="610" y="0"/>
                  </a:lnTo>
                  <a:lnTo>
                    <a:pt x="621" y="1"/>
                  </a:lnTo>
                  <a:lnTo>
                    <a:pt x="836" y="42"/>
                  </a:lnTo>
                  <a:lnTo>
                    <a:pt x="938" y="83"/>
                  </a:lnTo>
                  <a:lnTo>
                    <a:pt x="1146" y="365"/>
                  </a:lnTo>
                  <a:lnTo>
                    <a:pt x="1170" y="509"/>
                  </a:lnTo>
                  <a:lnTo>
                    <a:pt x="1044" y="859"/>
                  </a:lnTo>
                  <a:lnTo>
                    <a:pt x="943" y="1027"/>
                  </a:lnTo>
                  <a:lnTo>
                    <a:pt x="767" y="1266"/>
                  </a:lnTo>
                  <a:lnTo>
                    <a:pt x="654" y="1420"/>
                  </a:lnTo>
                  <a:lnTo>
                    <a:pt x="533" y="1542"/>
                  </a:lnTo>
                  <a:lnTo>
                    <a:pt x="486" y="158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9358136" y="2073337"/>
              <a:ext cx="219" cy="680"/>
            </a:xfrm>
            <a:custGeom>
              <a:avLst/>
              <a:pathLst>
                <a:path w="219" h="680">
                  <a:moveTo>
                    <a:pt x="162" y="678"/>
                  </a:moveTo>
                  <a:lnTo>
                    <a:pt x="153" y="680"/>
                  </a:lnTo>
                  <a:lnTo>
                    <a:pt x="148" y="678"/>
                  </a:lnTo>
                  <a:lnTo>
                    <a:pt x="80" y="604"/>
                  </a:lnTo>
                  <a:lnTo>
                    <a:pt x="55" y="542"/>
                  </a:lnTo>
                  <a:lnTo>
                    <a:pt x="42" y="491"/>
                  </a:lnTo>
                  <a:lnTo>
                    <a:pt x="10" y="327"/>
                  </a:lnTo>
                  <a:lnTo>
                    <a:pt x="0" y="252"/>
                  </a:lnTo>
                  <a:lnTo>
                    <a:pt x="12" y="192"/>
                  </a:lnTo>
                  <a:lnTo>
                    <a:pt x="53" y="8"/>
                  </a:lnTo>
                  <a:lnTo>
                    <a:pt x="80" y="0"/>
                  </a:lnTo>
                  <a:lnTo>
                    <a:pt x="208" y="3"/>
                  </a:lnTo>
                  <a:lnTo>
                    <a:pt x="218" y="12"/>
                  </a:lnTo>
                  <a:lnTo>
                    <a:pt x="219" y="324"/>
                  </a:lnTo>
                  <a:lnTo>
                    <a:pt x="219" y="380"/>
                  </a:lnTo>
                  <a:lnTo>
                    <a:pt x="184" y="636"/>
                  </a:lnTo>
                  <a:lnTo>
                    <a:pt x="173" y="667"/>
                  </a:lnTo>
                  <a:lnTo>
                    <a:pt x="170" y="671"/>
                  </a:lnTo>
                  <a:lnTo>
                    <a:pt x="162" y="67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9367369" y="2074360"/>
              <a:ext cx="1138" cy="935"/>
            </a:xfrm>
            <a:custGeom>
              <a:avLst/>
              <a:pathLst>
                <a:path w="1138" h="935">
                  <a:moveTo>
                    <a:pt x="712" y="935"/>
                  </a:moveTo>
                  <a:lnTo>
                    <a:pt x="525" y="915"/>
                  </a:lnTo>
                  <a:lnTo>
                    <a:pt x="203" y="826"/>
                  </a:lnTo>
                  <a:lnTo>
                    <a:pt x="196" y="823"/>
                  </a:lnTo>
                  <a:lnTo>
                    <a:pt x="148" y="727"/>
                  </a:lnTo>
                  <a:lnTo>
                    <a:pt x="19" y="400"/>
                  </a:lnTo>
                  <a:lnTo>
                    <a:pt x="0" y="352"/>
                  </a:lnTo>
                  <a:lnTo>
                    <a:pt x="7" y="329"/>
                  </a:lnTo>
                  <a:lnTo>
                    <a:pt x="36" y="307"/>
                  </a:lnTo>
                  <a:lnTo>
                    <a:pt x="550" y="54"/>
                  </a:lnTo>
                  <a:lnTo>
                    <a:pt x="712" y="13"/>
                  </a:lnTo>
                  <a:lnTo>
                    <a:pt x="795" y="0"/>
                  </a:lnTo>
                  <a:lnTo>
                    <a:pt x="834" y="4"/>
                  </a:lnTo>
                  <a:lnTo>
                    <a:pt x="985" y="43"/>
                  </a:lnTo>
                  <a:lnTo>
                    <a:pt x="993" y="47"/>
                  </a:lnTo>
                  <a:lnTo>
                    <a:pt x="1043" y="88"/>
                  </a:lnTo>
                  <a:lnTo>
                    <a:pt x="1071" y="132"/>
                  </a:lnTo>
                  <a:lnTo>
                    <a:pt x="1122" y="304"/>
                  </a:lnTo>
                  <a:lnTo>
                    <a:pt x="1138" y="522"/>
                  </a:lnTo>
                  <a:lnTo>
                    <a:pt x="1074" y="676"/>
                  </a:lnTo>
                  <a:lnTo>
                    <a:pt x="981" y="793"/>
                  </a:lnTo>
                  <a:lnTo>
                    <a:pt x="832" y="911"/>
                  </a:lnTo>
                  <a:lnTo>
                    <a:pt x="712" y="9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9360541" y="2073083"/>
              <a:ext cx="717" cy="350"/>
            </a:xfrm>
            <a:custGeom>
              <a:avLst/>
              <a:pathLst>
                <a:path w="717" h="350">
                  <a:moveTo>
                    <a:pt x="97" y="337"/>
                  </a:moveTo>
                  <a:lnTo>
                    <a:pt x="16" y="330"/>
                  </a:lnTo>
                  <a:lnTo>
                    <a:pt x="0" y="150"/>
                  </a:lnTo>
                  <a:lnTo>
                    <a:pt x="62" y="26"/>
                  </a:lnTo>
                  <a:lnTo>
                    <a:pt x="78" y="21"/>
                  </a:lnTo>
                  <a:lnTo>
                    <a:pt x="209" y="0"/>
                  </a:lnTo>
                  <a:lnTo>
                    <a:pt x="257" y="9"/>
                  </a:lnTo>
                  <a:lnTo>
                    <a:pt x="528" y="66"/>
                  </a:lnTo>
                  <a:lnTo>
                    <a:pt x="696" y="161"/>
                  </a:lnTo>
                  <a:lnTo>
                    <a:pt x="717" y="202"/>
                  </a:lnTo>
                  <a:lnTo>
                    <a:pt x="371" y="339"/>
                  </a:lnTo>
                  <a:lnTo>
                    <a:pt x="328" y="343"/>
                  </a:lnTo>
                  <a:lnTo>
                    <a:pt x="312" y="344"/>
                  </a:lnTo>
                  <a:lnTo>
                    <a:pt x="289" y="350"/>
                  </a:lnTo>
                  <a:lnTo>
                    <a:pt x="97" y="33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9360741" y="2073207"/>
              <a:ext cx="1558" cy="1020"/>
            </a:xfrm>
            <a:custGeom>
              <a:avLst/>
              <a:pathLst>
                <a:path w="1558" h="1020">
                  <a:moveTo>
                    <a:pt x="913" y="968"/>
                  </a:moveTo>
                  <a:lnTo>
                    <a:pt x="322" y="1020"/>
                  </a:lnTo>
                  <a:lnTo>
                    <a:pt x="292" y="1012"/>
                  </a:lnTo>
                  <a:lnTo>
                    <a:pt x="8" y="647"/>
                  </a:lnTo>
                  <a:lnTo>
                    <a:pt x="0" y="494"/>
                  </a:lnTo>
                  <a:lnTo>
                    <a:pt x="3" y="484"/>
                  </a:lnTo>
                  <a:lnTo>
                    <a:pt x="36" y="454"/>
                  </a:lnTo>
                  <a:lnTo>
                    <a:pt x="87" y="406"/>
                  </a:lnTo>
                  <a:lnTo>
                    <a:pt x="239" y="304"/>
                  </a:lnTo>
                  <a:lnTo>
                    <a:pt x="266" y="293"/>
                  </a:lnTo>
                  <a:lnTo>
                    <a:pt x="824" y="94"/>
                  </a:lnTo>
                  <a:lnTo>
                    <a:pt x="1015" y="25"/>
                  </a:lnTo>
                  <a:lnTo>
                    <a:pt x="1197" y="0"/>
                  </a:lnTo>
                  <a:lnTo>
                    <a:pt x="1212" y="4"/>
                  </a:lnTo>
                  <a:lnTo>
                    <a:pt x="1231" y="18"/>
                  </a:lnTo>
                  <a:lnTo>
                    <a:pt x="1245" y="36"/>
                  </a:lnTo>
                  <a:lnTo>
                    <a:pt x="1339" y="167"/>
                  </a:lnTo>
                  <a:lnTo>
                    <a:pt x="1558" y="434"/>
                  </a:lnTo>
                  <a:lnTo>
                    <a:pt x="1555" y="559"/>
                  </a:lnTo>
                  <a:lnTo>
                    <a:pt x="1383" y="776"/>
                  </a:lnTo>
                  <a:lnTo>
                    <a:pt x="1022" y="937"/>
                  </a:lnTo>
                  <a:lnTo>
                    <a:pt x="913" y="96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9364346" y="2073341"/>
              <a:ext cx="1582" cy="921"/>
            </a:xfrm>
            <a:custGeom>
              <a:avLst/>
              <a:pathLst>
                <a:path w="1582" h="921">
                  <a:moveTo>
                    <a:pt x="1554" y="892"/>
                  </a:moveTo>
                  <a:lnTo>
                    <a:pt x="1516" y="921"/>
                  </a:lnTo>
                  <a:lnTo>
                    <a:pt x="1490" y="912"/>
                  </a:lnTo>
                  <a:lnTo>
                    <a:pt x="1013" y="820"/>
                  </a:lnTo>
                  <a:lnTo>
                    <a:pt x="781" y="744"/>
                  </a:lnTo>
                  <a:lnTo>
                    <a:pt x="740" y="730"/>
                  </a:lnTo>
                  <a:lnTo>
                    <a:pt x="613" y="580"/>
                  </a:lnTo>
                  <a:lnTo>
                    <a:pt x="511" y="481"/>
                  </a:lnTo>
                  <a:lnTo>
                    <a:pt x="507" y="477"/>
                  </a:lnTo>
                  <a:lnTo>
                    <a:pt x="318" y="328"/>
                  </a:lnTo>
                  <a:lnTo>
                    <a:pt x="222" y="276"/>
                  </a:lnTo>
                  <a:lnTo>
                    <a:pt x="216" y="272"/>
                  </a:lnTo>
                  <a:lnTo>
                    <a:pt x="0" y="76"/>
                  </a:lnTo>
                  <a:lnTo>
                    <a:pt x="24" y="8"/>
                  </a:lnTo>
                  <a:lnTo>
                    <a:pt x="34" y="0"/>
                  </a:lnTo>
                  <a:lnTo>
                    <a:pt x="380" y="37"/>
                  </a:lnTo>
                  <a:lnTo>
                    <a:pt x="713" y="140"/>
                  </a:lnTo>
                  <a:lnTo>
                    <a:pt x="822" y="197"/>
                  </a:lnTo>
                  <a:lnTo>
                    <a:pt x="993" y="302"/>
                  </a:lnTo>
                  <a:lnTo>
                    <a:pt x="1231" y="448"/>
                  </a:lnTo>
                  <a:lnTo>
                    <a:pt x="1354" y="508"/>
                  </a:lnTo>
                  <a:lnTo>
                    <a:pt x="1558" y="651"/>
                  </a:lnTo>
                  <a:lnTo>
                    <a:pt x="1582" y="781"/>
                  </a:lnTo>
                  <a:lnTo>
                    <a:pt x="1577" y="801"/>
                  </a:lnTo>
                  <a:lnTo>
                    <a:pt x="1554" y="89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9356900" y="2072087"/>
              <a:ext cx="504" cy="531"/>
            </a:xfrm>
            <a:custGeom>
              <a:avLst/>
              <a:pathLst>
                <a:path w="504" h="531">
                  <a:moveTo>
                    <a:pt x="379" y="509"/>
                  </a:moveTo>
                  <a:lnTo>
                    <a:pt x="314" y="531"/>
                  </a:lnTo>
                  <a:lnTo>
                    <a:pt x="20" y="406"/>
                  </a:lnTo>
                  <a:lnTo>
                    <a:pt x="2" y="379"/>
                  </a:lnTo>
                  <a:lnTo>
                    <a:pt x="0" y="371"/>
                  </a:lnTo>
                  <a:lnTo>
                    <a:pt x="20" y="258"/>
                  </a:lnTo>
                  <a:lnTo>
                    <a:pt x="233" y="9"/>
                  </a:lnTo>
                  <a:lnTo>
                    <a:pt x="265" y="5"/>
                  </a:lnTo>
                  <a:lnTo>
                    <a:pt x="347" y="0"/>
                  </a:lnTo>
                  <a:lnTo>
                    <a:pt x="457" y="87"/>
                  </a:lnTo>
                  <a:lnTo>
                    <a:pt x="504" y="397"/>
                  </a:lnTo>
                  <a:lnTo>
                    <a:pt x="499" y="464"/>
                  </a:lnTo>
                  <a:lnTo>
                    <a:pt x="492" y="470"/>
                  </a:lnTo>
                  <a:lnTo>
                    <a:pt x="412" y="472"/>
                  </a:lnTo>
                  <a:lnTo>
                    <a:pt x="379" y="5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9359708" y="2072528"/>
              <a:ext cx="800" cy="1015"/>
            </a:xfrm>
            <a:custGeom>
              <a:avLst/>
              <a:pathLst>
                <a:path w="800" h="1015">
                  <a:moveTo>
                    <a:pt x="354" y="1002"/>
                  </a:moveTo>
                  <a:lnTo>
                    <a:pt x="137" y="1015"/>
                  </a:lnTo>
                  <a:lnTo>
                    <a:pt x="57" y="941"/>
                  </a:lnTo>
                  <a:lnTo>
                    <a:pt x="62" y="900"/>
                  </a:lnTo>
                  <a:lnTo>
                    <a:pt x="12" y="789"/>
                  </a:lnTo>
                  <a:lnTo>
                    <a:pt x="0" y="766"/>
                  </a:lnTo>
                  <a:lnTo>
                    <a:pt x="18" y="642"/>
                  </a:lnTo>
                  <a:lnTo>
                    <a:pt x="73" y="338"/>
                  </a:lnTo>
                  <a:lnTo>
                    <a:pt x="126" y="173"/>
                  </a:lnTo>
                  <a:lnTo>
                    <a:pt x="139" y="132"/>
                  </a:lnTo>
                  <a:lnTo>
                    <a:pt x="187" y="88"/>
                  </a:lnTo>
                  <a:lnTo>
                    <a:pt x="312" y="0"/>
                  </a:lnTo>
                  <a:lnTo>
                    <a:pt x="394" y="24"/>
                  </a:lnTo>
                  <a:lnTo>
                    <a:pt x="475" y="49"/>
                  </a:lnTo>
                  <a:lnTo>
                    <a:pt x="736" y="145"/>
                  </a:lnTo>
                  <a:lnTo>
                    <a:pt x="800" y="307"/>
                  </a:lnTo>
                  <a:lnTo>
                    <a:pt x="780" y="483"/>
                  </a:lnTo>
                  <a:lnTo>
                    <a:pt x="716" y="851"/>
                  </a:lnTo>
                  <a:lnTo>
                    <a:pt x="701" y="900"/>
                  </a:lnTo>
                  <a:lnTo>
                    <a:pt x="620" y="965"/>
                  </a:lnTo>
                  <a:lnTo>
                    <a:pt x="538" y="977"/>
                  </a:lnTo>
                  <a:lnTo>
                    <a:pt x="354" y="10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9360765" y="2072222"/>
              <a:ext cx="502" cy="370"/>
            </a:xfrm>
            <a:custGeom>
              <a:avLst/>
              <a:pathLst>
                <a:path w="502" h="370">
                  <a:moveTo>
                    <a:pt x="382" y="369"/>
                  </a:moveTo>
                  <a:lnTo>
                    <a:pt x="333" y="370"/>
                  </a:lnTo>
                  <a:lnTo>
                    <a:pt x="281" y="352"/>
                  </a:lnTo>
                  <a:lnTo>
                    <a:pt x="137" y="254"/>
                  </a:lnTo>
                  <a:lnTo>
                    <a:pt x="16" y="172"/>
                  </a:lnTo>
                  <a:lnTo>
                    <a:pt x="0" y="148"/>
                  </a:lnTo>
                  <a:lnTo>
                    <a:pt x="6" y="125"/>
                  </a:lnTo>
                  <a:lnTo>
                    <a:pt x="366" y="0"/>
                  </a:lnTo>
                  <a:lnTo>
                    <a:pt x="476" y="26"/>
                  </a:lnTo>
                  <a:lnTo>
                    <a:pt x="502" y="72"/>
                  </a:lnTo>
                  <a:lnTo>
                    <a:pt x="394" y="354"/>
                  </a:lnTo>
                  <a:lnTo>
                    <a:pt x="382" y="36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9369203" y="2073709"/>
              <a:ext cx="4475" cy="6129"/>
            </a:xfrm>
            <a:custGeom>
              <a:avLst/>
              <a:pathLst>
                <a:path w="4475" h="6129">
                  <a:moveTo>
                    <a:pt x="3754" y="1092"/>
                  </a:moveTo>
                  <a:lnTo>
                    <a:pt x="3875" y="1462"/>
                  </a:lnTo>
                  <a:lnTo>
                    <a:pt x="3886" y="1478"/>
                  </a:lnTo>
                  <a:lnTo>
                    <a:pt x="3956" y="1542"/>
                  </a:lnTo>
                  <a:lnTo>
                    <a:pt x="4023" y="1603"/>
                  </a:lnTo>
                  <a:lnTo>
                    <a:pt x="4120" y="1615"/>
                  </a:lnTo>
                  <a:lnTo>
                    <a:pt x="4188" y="1569"/>
                  </a:lnTo>
                  <a:lnTo>
                    <a:pt x="4235" y="1588"/>
                  </a:lnTo>
                  <a:lnTo>
                    <a:pt x="4283" y="1751"/>
                  </a:lnTo>
                  <a:lnTo>
                    <a:pt x="4271" y="1822"/>
                  </a:lnTo>
                  <a:lnTo>
                    <a:pt x="4239" y="1821"/>
                  </a:lnTo>
                  <a:lnTo>
                    <a:pt x="3776" y="1760"/>
                  </a:lnTo>
                  <a:lnTo>
                    <a:pt x="3251" y="1690"/>
                  </a:lnTo>
                  <a:lnTo>
                    <a:pt x="3233" y="1704"/>
                  </a:lnTo>
                  <a:lnTo>
                    <a:pt x="3174" y="1839"/>
                  </a:lnTo>
                  <a:lnTo>
                    <a:pt x="3172" y="1888"/>
                  </a:lnTo>
                  <a:lnTo>
                    <a:pt x="3366" y="2122"/>
                  </a:lnTo>
                  <a:lnTo>
                    <a:pt x="3526" y="2190"/>
                  </a:lnTo>
                  <a:lnTo>
                    <a:pt x="3555" y="2192"/>
                  </a:lnTo>
                  <a:lnTo>
                    <a:pt x="3651" y="2173"/>
                  </a:lnTo>
                  <a:lnTo>
                    <a:pt x="3768" y="2170"/>
                  </a:lnTo>
                  <a:lnTo>
                    <a:pt x="4252" y="2271"/>
                  </a:lnTo>
                  <a:lnTo>
                    <a:pt x="4286" y="2283"/>
                  </a:lnTo>
                  <a:lnTo>
                    <a:pt x="4383" y="2349"/>
                  </a:lnTo>
                  <a:lnTo>
                    <a:pt x="4379" y="2406"/>
                  </a:lnTo>
                  <a:lnTo>
                    <a:pt x="4356" y="2509"/>
                  </a:lnTo>
                  <a:lnTo>
                    <a:pt x="4305" y="2578"/>
                  </a:lnTo>
                  <a:lnTo>
                    <a:pt x="4250" y="2607"/>
                  </a:lnTo>
                  <a:lnTo>
                    <a:pt x="4188" y="2591"/>
                  </a:lnTo>
                  <a:lnTo>
                    <a:pt x="4109" y="2679"/>
                  </a:lnTo>
                  <a:lnTo>
                    <a:pt x="4026" y="2771"/>
                  </a:lnTo>
                  <a:lnTo>
                    <a:pt x="4019" y="2784"/>
                  </a:lnTo>
                  <a:lnTo>
                    <a:pt x="4018" y="2823"/>
                  </a:lnTo>
                  <a:lnTo>
                    <a:pt x="4070" y="3047"/>
                  </a:lnTo>
                  <a:lnTo>
                    <a:pt x="4140" y="3092"/>
                  </a:lnTo>
                  <a:lnTo>
                    <a:pt x="4264" y="3089"/>
                  </a:lnTo>
                  <a:lnTo>
                    <a:pt x="4342" y="3099"/>
                  </a:lnTo>
                  <a:lnTo>
                    <a:pt x="4475" y="3254"/>
                  </a:lnTo>
                  <a:lnTo>
                    <a:pt x="4452" y="3312"/>
                  </a:lnTo>
                  <a:lnTo>
                    <a:pt x="4348" y="3445"/>
                  </a:lnTo>
                  <a:lnTo>
                    <a:pt x="4198" y="3474"/>
                  </a:lnTo>
                  <a:lnTo>
                    <a:pt x="4145" y="3464"/>
                  </a:lnTo>
                  <a:lnTo>
                    <a:pt x="4019" y="3412"/>
                  </a:lnTo>
                  <a:lnTo>
                    <a:pt x="3953" y="3385"/>
                  </a:lnTo>
                  <a:lnTo>
                    <a:pt x="3892" y="3350"/>
                  </a:lnTo>
                  <a:lnTo>
                    <a:pt x="3888" y="3349"/>
                  </a:lnTo>
                  <a:lnTo>
                    <a:pt x="3857" y="3343"/>
                  </a:lnTo>
                  <a:lnTo>
                    <a:pt x="3772" y="3410"/>
                  </a:lnTo>
                  <a:lnTo>
                    <a:pt x="3698" y="3505"/>
                  </a:lnTo>
                  <a:lnTo>
                    <a:pt x="3643" y="3675"/>
                  </a:lnTo>
                  <a:lnTo>
                    <a:pt x="3542" y="3851"/>
                  </a:lnTo>
                  <a:lnTo>
                    <a:pt x="3422" y="3855"/>
                  </a:lnTo>
                  <a:lnTo>
                    <a:pt x="3317" y="3868"/>
                  </a:lnTo>
                  <a:lnTo>
                    <a:pt x="3209" y="3914"/>
                  </a:lnTo>
                  <a:lnTo>
                    <a:pt x="3028" y="4035"/>
                  </a:lnTo>
                  <a:lnTo>
                    <a:pt x="2943" y="4100"/>
                  </a:lnTo>
                  <a:lnTo>
                    <a:pt x="2861" y="4176"/>
                  </a:lnTo>
                  <a:lnTo>
                    <a:pt x="2770" y="4343"/>
                  </a:lnTo>
                  <a:lnTo>
                    <a:pt x="2758" y="4381"/>
                  </a:lnTo>
                  <a:lnTo>
                    <a:pt x="2722" y="4832"/>
                  </a:lnTo>
                  <a:lnTo>
                    <a:pt x="2720" y="4971"/>
                  </a:lnTo>
                  <a:lnTo>
                    <a:pt x="2729" y="5015"/>
                  </a:lnTo>
                  <a:lnTo>
                    <a:pt x="2764" y="5047"/>
                  </a:lnTo>
                  <a:lnTo>
                    <a:pt x="2819" y="5044"/>
                  </a:lnTo>
                  <a:lnTo>
                    <a:pt x="3153" y="5126"/>
                  </a:lnTo>
                  <a:lnTo>
                    <a:pt x="3524" y="5287"/>
                  </a:lnTo>
                  <a:lnTo>
                    <a:pt x="3579" y="5323"/>
                  </a:lnTo>
                  <a:lnTo>
                    <a:pt x="3589" y="5338"/>
                  </a:lnTo>
                  <a:lnTo>
                    <a:pt x="3596" y="5352"/>
                  </a:lnTo>
                  <a:lnTo>
                    <a:pt x="3598" y="5381"/>
                  </a:lnTo>
                  <a:lnTo>
                    <a:pt x="3538" y="5818"/>
                  </a:lnTo>
                  <a:lnTo>
                    <a:pt x="3627" y="6067"/>
                  </a:lnTo>
                  <a:lnTo>
                    <a:pt x="3622" y="6095"/>
                  </a:lnTo>
                  <a:lnTo>
                    <a:pt x="3618" y="6099"/>
                  </a:lnTo>
                  <a:lnTo>
                    <a:pt x="3567" y="6121"/>
                  </a:lnTo>
                  <a:lnTo>
                    <a:pt x="3397" y="6129"/>
                  </a:lnTo>
                  <a:lnTo>
                    <a:pt x="3221" y="6124"/>
                  </a:lnTo>
                  <a:lnTo>
                    <a:pt x="3157" y="6072"/>
                  </a:lnTo>
                  <a:lnTo>
                    <a:pt x="3048" y="5948"/>
                  </a:lnTo>
                  <a:lnTo>
                    <a:pt x="2867" y="5932"/>
                  </a:lnTo>
                  <a:lnTo>
                    <a:pt x="2650" y="5958"/>
                  </a:lnTo>
                  <a:lnTo>
                    <a:pt x="2581" y="5952"/>
                  </a:lnTo>
                  <a:lnTo>
                    <a:pt x="2452" y="5876"/>
                  </a:lnTo>
                  <a:lnTo>
                    <a:pt x="2358" y="5806"/>
                  </a:lnTo>
                  <a:lnTo>
                    <a:pt x="2087" y="5450"/>
                  </a:lnTo>
                  <a:lnTo>
                    <a:pt x="2026" y="5342"/>
                  </a:lnTo>
                  <a:lnTo>
                    <a:pt x="1997" y="5268"/>
                  </a:lnTo>
                  <a:lnTo>
                    <a:pt x="1960" y="5169"/>
                  </a:lnTo>
                  <a:lnTo>
                    <a:pt x="1875" y="4946"/>
                  </a:lnTo>
                  <a:lnTo>
                    <a:pt x="1685" y="4534"/>
                  </a:lnTo>
                  <a:lnTo>
                    <a:pt x="1684" y="4516"/>
                  </a:lnTo>
                  <a:lnTo>
                    <a:pt x="1692" y="4499"/>
                  </a:lnTo>
                  <a:lnTo>
                    <a:pt x="1769" y="4432"/>
                  </a:lnTo>
                  <a:lnTo>
                    <a:pt x="1831" y="4395"/>
                  </a:lnTo>
                  <a:lnTo>
                    <a:pt x="1885" y="4367"/>
                  </a:lnTo>
                  <a:lnTo>
                    <a:pt x="1938" y="4302"/>
                  </a:lnTo>
                  <a:lnTo>
                    <a:pt x="2093" y="3988"/>
                  </a:lnTo>
                  <a:lnTo>
                    <a:pt x="2119" y="3916"/>
                  </a:lnTo>
                  <a:lnTo>
                    <a:pt x="2128" y="3846"/>
                  </a:lnTo>
                  <a:lnTo>
                    <a:pt x="2125" y="3580"/>
                  </a:lnTo>
                  <a:lnTo>
                    <a:pt x="1978" y="3347"/>
                  </a:lnTo>
                  <a:lnTo>
                    <a:pt x="1804" y="2923"/>
                  </a:lnTo>
                  <a:lnTo>
                    <a:pt x="1754" y="2801"/>
                  </a:lnTo>
                  <a:lnTo>
                    <a:pt x="1730" y="2735"/>
                  </a:lnTo>
                  <a:lnTo>
                    <a:pt x="1712" y="2682"/>
                  </a:lnTo>
                  <a:lnTo>
                    <a:pt x="1701" y="2641"/>
                  </a:lnTo>
                  <a:lnTo>
                    <a:pt x="1675" y="2525"/>
                  </a:lnTo>
                  <a:lnTo>
                    <a:pt x="1667" y="2496"/>
                  </a:lnTo>
                  <a:lnTo>
                    <a:pt x="1668" y="2462"/>
                  </a:lnTo>
                  <a:lnTo>
                    <a:pt x="1208" y="2359"/>
                  </a:lnTo>
                  <a:lnTo>
                    <a:pt x="1136" y="2343"/>
                  </a:lnTo>
                  <a:lnTo>
                    <a:pt x="1110" y="2334"/>
                  </a:lnTo>
                  <a:lnTo>
                    <a:pt x="1100" y="2327"/>
                  </a:lnTo>
                  <a:lnTo>
                    <a:pt x="1086" y="2310"/>
                  </a:lnTo>
                  <a:lnTo>
                    <a:pt x="1062" y="2082"/>
                  </a:lnTo>
                  <a:lnTo>
                    <a:pt x="1057" y="2075"/>
                  </a:lnTo>
                  <a:lnTo>
                    <a:pt x="1051" y="2067"/>
                  </a:lnTo>
                  <a:lnTo>
                    <a:pt x="986" y="2042"/>
                  </a:lnTo>
                  <a:lnTo>
                    <a:pt x="782" y="1961"/>
                  </a:lnTo>
                  <a:lnTo>
                    <a:pt x="715" y="1968"/>
                  </a:lnTo>
                  <a:lnTo>
                    <a:pt x="563" y="1984"/>
                  </a:lnTo>
                  <a:lnTo>
                    <a:pt x="547" y="1969"/>
                  </a:lnTo>
                  <a:lnTo>
                    <a:pt x="502" y="1927"/>
                  </a:lnTo>
                  <a:lnTo>
                    <a:pt x="486" y="1913"/>
                  </a:lnTo>
                  <a:lnTo>
                    <a:pt x="331" y="1766"/>
                  </a:lnTo>
                  <a:lnTo>
                    <a:pt x="47" y="1341"/>
                  </a:lnTo>
                  <a:lnTo>
                    <a:pt x="0" y="951"/>
                  </a:lnTo>
                  <a:lnTo>
                    <a:pt x="13" y="936"/>
                  </a:lnTo>
                  <a:lnTo>
                    <a:pt x="43" y="921"/>
                  </a:lnTo>
                  <a:lnTo>
                    <a:pt x="806" y="0"/>
                  </a:lnTo>
                  <a:lnTo>
                    <a:pt x="858" y="19"/>
                  </a:lnTo>
                  <a:lnTo>
                    <a:pt x="1018" y="227"/>
                  </a:lnTo>
                  <a:lnTo>
                    <a:pt x="1037" y="267"/>
                  </a:lnTo>
                  <a:lnTo>
                    <a:pt x="1035" y="339"/>
                  </a:lnTo>
                  <a:lnTo>
                    <a:pt x="1042" y="357"/>
                  </a:lnTo>
                  <a:lnTo>
                    <a:pt x="1047" y="372"/>
                  </a:lnTo>
                  <a:lnTo>
                    <a:pt x="1442" y="268"/>
                  </a:lnTo>
                  <a:lnTo>
                    <a:pt x="1513" y="231"/>
                  </a:lnTo>
                  <a:lnTo>
                    <a:pt x="1557" y="209"/>
                  </a:lnTo>
                  <a:lnTo>
                    <a:pt x="1680" y="146"/>
                  </a:lnTo>
                  <a:lnTo>
                    <a:pt x="1730" y="160"/>
                  </a:lnTo>
                  <a:lnTo>
                    <a:pt x="1782" y="250"/>
                  </a:lnTo>
                  <a:lnTo>
                    <a:pt x="1782" y="303"/>
                  </a:lnTo>
                  <a:lnTo>
                    <a:pt x="2439" y="528"/>
                  </a:lnTo>
                  <a:lnTo>
                    <a:pt x="2482" y="567"/>
                  </a:lnTo>
                  <a:lnTo>
                    <a:pt x="2512" y="656"/>
                  </a:lnTo>
                  <a:lnTo>
                    <a:pt x="2558" y="747"/>
                  </a:lnTo>
                  <a:lnTo>
                    <a:pt x="2573" y="896"/>
                  </a:lnTo>
                  <a:lnTo>
                    <a:pt x="2592" y="896"/>
                  </a:lnTo>
                  <a:lnTo>
                    <a:pt x="2873" y="816"/>
                  </a:lnTo>
                  <a:lnTo>
                    <a:pt x="3302" y="694"/>
                  </a:lnTo>
                  <a:lnTo>
                    <a:pt x="3396" y="667"/>
                  </a:lnTo>
                  <a:lnTo>
                    <a:pt x="3436" y="647"/>
                  </a:lnTo>
                  <a:lnTo>
                    <a:pt x="3456" y="623"/>
                  </a:lnTo>
                  <a:lnTo>
                    <a:pt x="3499" y="535"/>
                  </a:lnTo>
                  <a:lnTo>
                    <a:pt x="3509" y="498"/>
                  </a:lnTo>
                  <a:lnTo>
                    <a:pt x="3621" y="474"/>
                  </a:lnTo>
                  <a:lnTo>
                    <a:pt x="3664" y="465"/>
                  </a:lnTo>
                  <a:lnTo>
                    <a:pt x="3852" y="439"/>
                  </a:lnTo>
                  <a:lnTo>
                    <a:pt x="4019" y="602"/>
                  </a:lnTo>
                  <a:lnTo>
                    <a:pt x="4020" y="608"/>
                  </a:lnTo>
                  <a:lnTo>
                    <a:pt x="3984" y="688"/>
                  </a:lnTo>
                  <a:lnTo>
                    <a:pt x="3949" y="700"/>
                  </a:lnTo>
                  <a:lnTo>
                    <a:pt x="3909" y="704"/>
                  </a:lnTo>
                  <a:lnTo>
                    <a:pt x="3829" y="744"/>
                  </a:lnTo>
                  <a:lnTo>
                    <a:pt x="3769" y="785"/>
                  </a:lnTo>
                  <a:lnTo>
                    <a:pt x="3751" y="835"/>
                  </a:lnTo>
                  <a:lnTo>
                    <a:pt x="3745" y="1053"/>
                  </a:lnTo>
                  <a:lnTo>
                    <a:pt x="3754" y="109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9358058" y="2071556"/>
              <a:ext cx="1170" cy="1345"/>
            </a:xfrm>
            <a:custGeom>
              <a:avLst/>
              <a:pathLst>
                <a:path w="1170" h="1345">
                  <a:moveTo>
                    <a:pt x="1137" y="966"/>
                  </a:moveTo>
                  <a:lnTo>
                    <a:pt x="1170" y="1078"/>
                  </a:lnTo>
                  <a:lnTo>
                    <a:pt x="1064" y="1193"/>
                  </a:lnTo>
                  <a:lnTo>
                    <a:pt x="913" y="1251"/>
                  </a:lnTo>
                  <a:lnTo>
                    <a:pt x="851" y="1242"/>
                  </a:lnTo>
                  <a:lnTo>
                    <a:pt x="777" y="1202"/>
                  </a:lnTo>
                  <a:lnTo>
                    <a:pt x="740" y="1172"/>
                  </a:lnTo>
                  <a:lnTo>
                    <a:pt x="689" y="1085"/>
                  </a:lnTo>
                  <a:lnTo>
                    <a:pt x="742" y="998"/>
                  </a:lnTo>
                  <a:lnTo>
                    <a:pt x="726" y="981"/>
                  </a:lnTo>
                  <a:lnTo>
                    <a:pt x="450" y="1065"/>
                  </a:lnTo>
                  <a:lnTo>
                    <a:pt x="379" y="1154"/>
                  </a:lnTo>
                  <a:lnTo>
                    <a:pt x="290" y="1314"/>
                  </a:lnTo>
                  <a:lnTo>
                    <a:pt x="273" y="1328"/>
                  </a:lnTo>
                  <a:lnTo>
                    <a:pt x="182" y="1345"/>
                  </a:lnTo>
                  <a:lnTo>
                    <a:pt x="145" y="1329"/>
                  </a:lnTo>
                  <a:lnTo>
                    <a:pt x="103" y="1293"/>
                  </a:lnTo>
                  <a:lnTo>
                    <a:pt x="38" y="691"/>
                  </a:lnTo>
                  <a:lnTo>
                    <a:pt x="3" y="366"/>
                  </a:lnTo>
                  <a:lnTo>
                    <a:pt x="1" y="323"/>
                  </a:lnTo>
                  <a:lnTo>
                    <a:pt x="0" y="261"/>
                  </a:lnTo>
                  <a:lnTo>
                    <a:pt x="5" y="245"/>
                  </a:lnTo>
                  <a:lnTo>
                    <a:pt x="208" y="13"/>
                  </a:lnTo>
                  <a:lnTo>
                    <a:pt x="253" y="0"/>
                  </a:lnTo>
                  <a:lnTo>
                    <a:pt x="424" y="109"/>
                  </a:lnTo>
                  <a:lnTo>
                    <a:pt x="889" y="634"/>
                  </a:lnTo>
                  <a:lnTo>
                    <a:pt x="956" y="710"/>
                  </a:lnTo>
                  <a:lnTo>
                    <a:pt x="985" y="746"/>
                  </a:lnTo>
                  <a:lnTo>
                    <a:pt x="1016" y="793"/>
                  </a:lnTo>
                  <a:lnTo>
                    <a:pt x="1137" y="9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9361123" y="2072125"/>
              <a:ext cx="2290" cy="1527"/>
            </a:xfrm>
            <a:custGeom>
              <a:avLst/>
              <a:pathLst>
                <a:path w="2290" h="1527">
                  <a:moveTo>
                    <a:pt x="1768" y="651"/>
                  </a:moveTo>
                  <a:lnTo>
                    <a:pt x="2169" y="1153"/>
                  </a:lnTo>
                  <a:lnTo>
                    <a:pt x="2185" y="1174"/>
                  </a:lnTo>
                  <a:lnTo>
                    <a:pt x="2290" y="1340"/>
                  </a:lnTo>
                  <a:lnTo>
                    <a:pt x="2279" y="1407"/>
                  </a:lnTo>
                  <a:lnTo>
                    <a:pt x="2273" y="1422"/>
                  </a:lnTo>
                  <a:lnTo>
                    <a:pt x="2249" y="1448"/>
                  </a:lnTo>
                  <a:lnTo>
                    <a:pt x="2099" y="1527"/>
                  </a:lnTo>
                  <a:lnTo>
                    <a:pt x="1788" y="1514"/>
                  </a:lnTo>
                  <a:lnTo>
                    <a:pt x="1721" y="1432"/>
                  </a:lnTo>
                  <a:lnTo>
                    <a:pt x="1639" y="1333"/>
                  </a:lnTo>
                  <a:lnTo>
                    <a:pt x="1525" y="1221"/>
                  </a:lnTo>
                  <a:lnTo>
                    <a:pt x="1432" y="1145"/>
                  </a:lnTo>
                  <a:lnTo>
                    <a:pt x="1237" y="1025"/>
                  </a:lnTo>
                  <a:lnTo>
                    <a:pt x="1021" y="941"/>
                  </a:lnTo>
                  <a:lnTo>
                    <a:pt x="854" y="875"/>
                  </a:lnTo>
                  <a:lnTo>
                    <a:pt x="507" y="801"/>
                  </a:lnTo>
                  <a:lnTo>
                    <a:pt x="337" y="838"/>
                  </a:lnTo>
                  <a:lnTo>
                    <a:pt x="284" y="863"/>
                  </a:lnTo>
                  <a:lnTo>
                    <a:pt x="164" y="897"/>
                  </a:lnTo>
                  <a:lnTo>
                    <a:pt x="41" y="913"/>
                  </a:lnTo>
                  <a:lnTo>
                    <a:pt x="8" y="857"/>
                  </a:lnTo>
                  <a:lnTo>
                    <a:pt x="0" y="797"/>
                  </a:lnTo>
                  <a:lnTo>
                    <a:pt x="12" y="682"/>
                  </a:lnTo>
                  <a:lnTo>
                    <a:pt x="22" y="663"/>
                  </a:lnTo>
                  <a:lnTo>
                    <a:pt x="54" y="647"/>
                  </a:lnTo>
                  <a:lnTo>
                    <a:pt x="112" y="634"/>
                  </a:lnTo>
                  <a:lnTo>
                    <a:pt x="159" y="637"/>
                  </a:lnTo>
                  <a:lnTo>
                    <a:pt x="294" y="573"/>
                  </a:lnTo>
                  <a:lnTo>
                    <a:pt x="504" y="473"/>
                  </a:lnTo>
                  <a:lnTo>
                    <a:pt x="654" y="360"/>
                  </a:lnTo>
                  <a:lnTo>
                    <a:pt x="875" y="80"/>
                  </a:lnTo>
                  <a:lnTo>
                    <a:pt x="896" y="51"/>
                  </a:lnTo>
                  <a:lnTo>
                    <a:pt x="943" y="21"/>
                  </a:lnTo>
                  <a:lnTo>
                    <a:pt x="1080" y="0"/>
                  </a:lnTo>
                  <a:lnTo>
                    <a:pt x="1094" y="2"/>
                  </a:lnTo>
                  <a:lnTo>
                    <a:pt x="1137" y="18"/>
                  </a:lnTo>
                  <a:lnTo>
                    <a:pt x="1147" y="25"/>
                  </a:lnTo>
                  <a:lnTo>
                    <a:pt x="1256" y="148"/>
                  </a:lnTo>
                  <a:lnTo>
                    <a:pt x="1277" y="180"/>
                  </a:lnTo>
                  <a:lnTo>
                    <a:pt x="1383" y="337"/>
                  </a:lnTo>
                  <a:lnTo>
                    <a:pt x="1470" y="451"/>
                  </a:lnTo>
                  <a:lnTo>
                    <a:pt x="1586" y="553"/>
                  </a:lnTo>
                  <a:lnTo>
                    <a:pt x="1684" y="619"/>
                  </a:lnTo>
                  <a:lnTo>
                    <a:pt x="1768" y="65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9374330" y="2074078"/>
              <a:ext cx="474" cy="1072"/>
            </a:xfrm>
            <a:custGeom>
              <a:avLst/>
              <a:pathLst>
                <a:path w="474" h="1072">
                  <a:moveTo>
                    <a:pt x="349" y="841"/>
                  </a:moveTo>
                  <a:lnTo>
                    <a:pt x="275" y="1072"/>
                  </a:lnTo>
                  <a:lnTo>
                    <a:pt x="259" y="1067"/>
                  </a:lnTo>
                  <a:lnTo>
                    <a:pt x="228" y="1045"/>
                  </a:lnTo>
                  <a:lnTo>
                    <a:pt x="96" y="863"/>
                  </a:lnTo>
                  <a:lnTo>
                    <a:pt x="79" y="816"/>
                  </a:lnTo>
                  <a:lnTo>
                    <a:pt x="0" y="456"/>
                  </a:lnTo>
                  <a:lnTo>
                    <a:pt x="11" y="346"/>
                  </a:lnTo>
                  <a:lnTo>
                    <a:pt x="56" y="186"/>
                  </a:lnTo>
                  <a:lnTo>
                    <a:pt x="80" y="141"/>
                  </a:lnTo>
                  <a:lnTo>
                    <a:pt x="270" y="17"/>
                  </a:lnTo>
                  <a:lnTo>
                    <a:pt x="307" y="4"/>
                  </a:lnTo>
                  <a:lnTo>
                    <a:pt x="368" y="0"/>
                  </a:lnTo>
                  <a:lnTo>
                    <a:pt x="474" y="252"/>
                  </a:lnTo>
                  <a:lnTo>
                    <a:pt x="410" y="589"/>
                  </a:lnTo>
                  <a:lnTo>
                    <a:pt x="382" y="737"/>
                  </a:lnTo>
                  <a:lnTo>
                    <a:pt x="349" y="8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9359347" y="2071491"/>
              <a:ext cx="313" cy="342"/>
            </a:xfrm>
            <a:custGeom>
              <a:avLst/>
              <a:pathLst>
                <a:path w="313" h="342">
                  <a:moveTo>
                    <a:pt x="285" y="336"/>
                  </a:moveTo>
                  <a:lnTo>
                    <a:pt x="256" y="342"/>
                  </a:lnTo>
                  <a:lnTo>
                    <a:pt x="211" y="334"/>
                  </a:lnTo>
                  <a:lnTo>
                    <a:pt x="166" y="327"/>
                  </a:lnTo>
                  <a:lnTo>
                    <a:pt x="126" y="314"/>
                  </a:lnTo>
                  <a:lnTo>
                    <a:pt x="108" y="300"/>
                  </a:lnTo>
                  <a:lnTo>
                    <a:pt x="22" y="170"/>
                  </a:lnTo>
                  <a:lnTo>
                    <a:pt x="0" y="94"/>
                  </a:lnTo>
                  <a:lnTo>
                    <a:pt x="29" y="54"/>
                  </a:lnTo>
                  <a:lnTo>
                    <a:pt x="49" y="33"/>
                  </a:lnTo>
                  <a:lnTo>
                    <a:pt x="115" y="0"/>
                  </a:lnTo>
                  <a:lnTo>
                    <a:pt x="187" y="7"/>
                  </a:lnTo>
                  <a:lnTo>
                    <a:pt x="292" y="74"/>
                  </a:lnTo>
                  <a:lnTo>
                    <a:pt x="313" y="286"/>
                  </a:lnTo>
                  <a:lnTo>
                    <a:pt x="311" y="313"/>
                  </a:lnTo>
                  <a:lnTo>
                    <a:pt x="285" y="33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9374086" y="2073616"/>
              <a:ext cx="561" cy="508"/>
            </a:xfrm>
            <a:custGeom>
              <a:avLst/>
              <a:pathLst>
                <a:path w="561" h="508">
                  <a:moveTo>
                    <a:pt x="258" y="465"/>
                  </a:moveTo>
                  <a:lnTo>
                    <a:pt x="161" y="508"/>
                  </a:lnTo>
                  <a:lnTo>
                    <a:pt x="119" y="482"/>
                  </a:lnTo>
                  <a:lnTo>
                    <a:pt x="76" y="390"/>
                  </a:lnTo>
                  <a:lnTo>
                    <a:pt x="0" y="133"/>
                  </a:lnTo>
                  <a:lnTo>
                    <a:pt x="46" y="100"/>
                  </a:lnTo>
                  <a:lnTo>
                    <a:pt x="194" y="0"/>
                  </a:lnTo>
                  <a:lnTo>
                    <a:pt x="233" y="12"/>
                  </a:lnTo>
                  <a:lnTo>
                    <a:pt x="426" y="80"/>
                  </a:lnTo>
                  <a:lnTo>
                    <a:pt x="469" y="149"/>
                  </a:lnTo>
                  <a:lnTo>
                    <a:pt x="503" y="205"/>
                  </a:lnTo>
                  <a:lnTo>
                    <a:pt x="558" y="304"/>
                  </a:lnTo>
                  <a:lnTo>
                    <a:pt x="561" y="316"/>
                  </a:lnTo>
                  <a:lnTo>
                    <a:pt x="551" y="325"/>
                  </a:lnTo>
                  <a:lnTo>
                    <a:pt x="523" y="343"/>
                  </a:lnTo>
                  <a:lnTo>
                    <a:pt x="258" y="46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9374051" y="2072856"/>
              <a:ext cx="372" cy="437"/>
            </a:xfrm>
            <a:custGeom>
              <a:avLst/>
              <a:pathLst>
                <a:path w="372" h="437">
                  <a:moveTo>
                    <a:pt x="266" y="390"/>
                  </a:moveTo>
                  <a:lnTo>
                    <a:pt x="203" y="437"/>
                  </a:lnTo>
                  <a:lnTo>
                    <a:pt x="0" y="269"/>
                  </a:lnTo>
                  <a:lnTo>
                    <a:pt x="93" y="100"/>
                  </a:lnTo>
                  <a:lnTo>
                    <a:pt x="316" y="0"/>
                  </a:lnTo>
                  <a:lnTo>
                    <a:pt x="331" y="9"/>
                  </a:lnTo>
                  <a:lnTo>
                    <a:pt x="348" y="12"/>
                  </a:lnTo>
                  <a:lnTo>
                    <a:pt x="372" y="128"/>
                  </a:lnTo>
                  <a:lnTo>
                    <a:pt x="266" y="39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9347482" y="2067505"/>
              <a:ext cx="1279" cy="1041"/>
            </a:xfrm>
            <a:custGeom>
              <a:avLst/>
              <a:pathLst>
                <a:path w="1279" h="1041">
                  <a:moveTo>
                    <a:pt x="985" y="1026"/>
                  </a:moveTo>
                  <a:lnTo>
                    <a:pt x="806" y="999"/>
                  </a:lnTo>
                  <a:lnTo>
                    <a:pt x="516" y="798"/>
                  </a:lnTo>
                  <a:lnTo>
                    <a:pt x="452" y="754"/>
                  </a:lnTo>
                  <a:lnTo>
                    <a:pt x="286" y="579"/>
                  </a:lnTo>
                  <a:lnTo>
                    <a:pt x="112" y="284"/>
                  </a:lnTo>
                  <a:lnTo>
                    <a:pt x="83" y="236"/>
                  </a:lnTo>
                  <a:lnTo>
                    <a:pt x="1" y="90"/>
                  </a:lnTo>
                  <a:lnTo>
                    <a:pt x="0" y="83"/>
                  </a:lnTo>
                  <a:lnTo>
                    <a:pt x="3" y="79"/>
                  </a:lnTo>
                  <a:lnTo>
                    <a:pt x="159" y="0"/>
                  </a:lnTo>
                  <a:lnTo>
                    <a:pt x="378" y="32"/>
                  </a:lnTo>
                  <a:lnTo>
                    <a:pt x="441" y="55"/>
                  </a:lnTo>
                  <a:lnTo>
                    <a:pt x="745" y="210"/>
                  </a:lnTo>
                  <a:lnTo>
                    <a:pt x="899" y="294"/>
                  </a:lnTo>
                  <a:lnTo>
                    <a:pt x="1024" y="375"/>
                  </a:lnTo>
                  <a:lnTo>
                    <a:pt x="1266" y="722"/>
                  </a:lnTo>
                  <a:lnTo>
                    <a:pt x="1279" y="756"/>
                  </a:lnTo>
                  <a:lnTo>
                    <a:pt x="1264" y="850"/>
                  </a:lnTo>
                  <a:lnTo>
                    <a:pt x="1157" y="1011"/>
                  </a:lnTo>
                  <a:lnTo>
                    <a:pt x="1122" y="1041"/>
                  </a:lnTo>
                  <a:lnTo>
                    <a:pt x="985" y="102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9353540" y="2068479"/>
              <a:ext cx="403" cy="681"/>
            </a:xfrm>
            <a:custGeom>
              <a:avLst/>
              <a:pathLst>
                <a:path w="403" h="681">
                  <a:moveTo>
                    <a:pt x="286" y="669"/>
                  </a:moveTo>
                  <a:lnTo>
                    <a:pt x="195" y="681"/>
                  </a:lnTo>
                  <a:lnTo>
                    <a:pt x="160" y="663"/>
                  </a:lnTo>
                  <a:lnTo>
                    <a:pt x="46" y="546"/>
                  </a:lnTo>
                  <a:lnTo>
                    <a:pt x="23" y="384"/>
                  </a:lnTo>
                  <a:lnTo>
                    <a:pt x="0" y="220"/>
                  </a:lnTo>
                  <a:lnTo>
                    <a:pt x="36" y="160"/>
                  </a:lnTo>
                  <a:lnTo>
                    <a:pt x="41" y="154"/>
                  </a:lnTo>
                  <a:lnTo>
                    <a:pt x="149" y="41"/>
                  </a:lnTo>
                  <a:lnTo>
                    <a:pt x="192" y="10"/>
                  </a:lnTo>
                  <a:lnTo>
                    <a:pt x="230" y="0"/>
                  </a:lnTo>
                  <a:lnTo>
                    <a:pt x="316" y="14"/>
                  </a:lnTo>
                  <a:lnTo>
                    <a:pt x="370" y="48"/>
                  </a:lnTo>
                  <a:lnTo>
                    <a:pt x="403" y="100"/>
                  </a:lnTo>
                  <a:lnTo>
                    <a:pt x="394" y="360"/>
                  </a:lnTo>
                  <a:lnTo>
                    <a:pt x="369" y="489"/>
                  </a:lnTo>
                  <a:lnTo>
                    <a:pt x="351" y="541"/>
                  </a:lnTo>
                  <a:lnTo>
                    <a:pt x="317" y="639"/>
                  </a:lnTo>
                  <a:lnTo>
                    <a:pt x="302" y="661"/>
                  </a:lnTo>
                  <a:lnTo>
                    <a:pt x="286" y="66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9348209" y="2066651"/>
              <a:ext cx="3983" cy="6484"/>
            </a:xfrm>
            <a:custGeom>
              <a:avLst/>
              <a:pathLst>
                <a:path w="3983" h="6484">
                  <a:moveTo>
                    <a:pt x="1015" y="105"/>
                  </a:moveTo>
                  <a:lnTo>
                    <a:pt x="980" y="158"/>
                  </a:lnTo>
                  <a:lnTo>
                    <a:pt x="963" y="183"/>
                  </a:lnTo>
                  <a:lnTo>
                    <a:pt x="1143" y="250"/>
                  </a:lnTo>
                  <a:lnTo>
                    <a:pt x="1151" y="246"/>
                  </a:lnTo>
                  <a:lnTo>
                    <a:pt x="1156" y="242"/>
                  </a:lnTo>
                  <a:lnTo>
                    <a:pt x="1167" y="244"/>
                  </a:lnTo>
                  <a:lnTo>
                    <a:pt x="1172" y="252"/>
                  </a:lnTo>
                  <a:lnTo>
                    <a:pt x="1179" y="260"/>
                  </a:lnTo>
                  <a:lnTo>
                    <a:pt x="1183" y="266"/>
                  </a:lnTo>
                  <a:lnTo>
                    <a:pt x="1475" y="377"/>
                  </a:lnTo>
                  <a:lnTo>
                    <a:pt x="1577" y="415"/>
                  </a:lnTo>
                  <a:lnTo>
                    <a:pt x="1725" y="472"/>
                  </a:lnTo>
                  <a:lnTo>
                    <a:pt x="1737" y="477"/>
                  </a:lnTo>
                  <a:lnTo>
                    <a:pt x="1743" y="478"/>
                  </a:lnTo>
                  <a:lnTo>
                    <a:pt x="1752" y="481"/>
                  </a:lnTo>
                  <a:lnTo>
                    <a:pt x="1757" y="489"/>
                  </a:lnTo>
                  <a:lnTo>
                    <a:pt x="1757" y="498"/>
                  </a:lnTo>
                  <a:lnTo>
                    <a:pt x="1753" y="505"/>
                  </a:lnTo>
                  <a:lnTo>
                    <a:pt x="1748" y="510"/>
                  </a:lnTo>
                  <a:lnTo>
                    <a:pt x="1741" y="513"/>
                  </a:lnTo>
                  <a:lnTo>
                    <a:pt x="1736" y="516"/>
                  </a:lnTo>
                  <a:lnTo>
                    <a:pt x="1723" y="523"/>
                  </a:lnTo>
                  <a:lnTo>
                    <a:pt x="1721" y="529"/>
                  </a:lnTo>
                  <a:lnTo>
                    <a:pt x="1723" y="536"/>
                  </a:lnTo>
                  <a:lnTo>
                    <a:pt x="1729" y="544"/>
                  </a:lnTo>
                  <a:lnTo>
                    <a:pt x="1734" y="551"/>
                  </a:lnTo>
                  <a:lnTo>
                    <a:pt x="1734" y="557"/>
                  </a:lnTo>
                  <a:lnTo>
                    <a:pt x="1732" y="562"/>
                  </a:lnTo>
                  <a:lnTo>
                    <a:pt x="1727" y="566"/>
                  </a:lnTo>
                  <a:lnTo>
                    <a:pt x="1723" y="570"/>
                  </a:lnTo>
                  <a:lnTo>
                    <a:pt x="1718" y="574"/>
                  </a:lnTo>
                  <a:lnTo>
                    <a:pt x="1714" y="582"/>
                  </a:lnTo>
                  <a:lnTo>
                    <a:pt x="1715" y="588"/>
                  </a:lnTo>
                  <a:lnTo>
                    <a:pt x="1719" y="593"/>
                  </a:lnTo>
                  <a:lnTo>
                    <a:pt x="1723" y="596"/>
                  </a:lnTo>
                  <a:lnTo>
                    <a:pt x="1734" y="602"/>
                  </a:lnTo>
                  <a:lnTo>
                    <a:pt x="1740" y="598"/>
                  </a:lnTo>
                  <a:lnTo>
                    <a:pt x="1748" y="597"/>
                  </a:lnTo>
                  <a:lnTo>
                    <a:pt x="1754" y="595"/>
                  </a:lnTo>
                  <a:lnTo>
                    <a:pt x="1760" y="591"/>
                  </a:lnTo>
                  <a:lnTo>
                    <a:pt x="1767" y="593"/>
                  </a:lnTo>
                  <a:lnTo>
                    <a:pt x="1772" y="596"/>
                  </a:lnTo>
                  <a:lnTo>
                    <a:pt x="1775" y="602"/>
                  </a:lnTo>
                  <a:lnTo>
                    <a:pt x="1777" y="610"/>
                  </a:lnTo>
                  <a:lnTo>
                    <a:pt x="1777" y="618"/>
                  </a:lnTo>
                  <a:lnTo>
                    <a:pt x="1780" y="627"/>
                  </a:lnTo>
                  <a:lnTo>
                    <a:pt x="1687" y="741"/>
                  </a:lnTo>
                  <a:lnTo>
                    <a:pt x="1676" y="752"/>
                  </a:lnTo>
                  <a:lnTo>
                    <a:pt x="1661" y="753"/>
                  </a:lnTo>
                  <a:lnTo>
                    <a:pt x="1654" y="750"/>
                  </a:lnTo>
                  <a:lnTo>
                    <a:pt x="1626" y="744"/>
                  </a:lnTo>
                  <a:lnTo>
                    <a:pt x="1618" y="747"/>
                  </a:lnTo>
                  <a:lnTo>
                    <a:pt x="1609" y="753"/>
                  </a:lnTo>
                  <a:lnTo>
                    <a:pt x="1631" y="751"/>
                  </a:lnTo>
                  <a:lnTo>
                    <a:pt x="1660" y="758"/>
                  </a:lnTo>
                  <a:lnTo>
                    <a:pt x="1683" y="767"/>
                  </a:lnTo>
                  <a:lnTo>
                    <a:pt x="2127" y="942"/>
                  </a:lnTo>
                  <a:lnTo>
                    <a:pt x="2202" y="1058"/>
                  </a:lnTo>
                  <a:lnTo>
                    <a:pt x="2116" y="1274"/>
                  </a:lnTo>
                  <a:lnTo>
                    <a:pt x="2435" y="1668"/>
                  </a:lnTo>
                  <a:lnTo>
                    <a:pt x="2630" y="1988"/>
                  </a:lnTo>
                  <a:lnTo>
                    <a:pt x="2709" y="2103"/>
                  </a:lnTo>
                  <a:lnTo>
                    <a:pt x="2901" y="2337"/>
                  </a:lnTo>
                  <a:lnTo>
                    <a:pt x="3032" y="2309"/>
                  </a:lnTo>
                  <a:lnTo>
                    <a:pt x="3038" y="2307"/>
                  </a:lnTo>
                  <a:lnTo>
                    <a:pt x="3100" y="2284"/>
                  </a:lnTo>
                  <a:lnTo>
                    <a:pt x="3275" y="2274"/>
                  </a:lnTo>
                  <a:lnTo>
                    <a:pt x="3431" y="2377"/>
                  </a:lnTo>
                  <a:lnTo>
                    <a:pt x="3574" y="2522"/>
                  </a:lnTo>
                  <a:lnTo>
                    <a:pt x="3579" y="2545"/>
                  </a:lnTo>
                  <a:lnTo>
                    <a:pt x="3549" y="2674"/>
                  </a:lnTo>
                  <a:lnTo>
                    <a:pt x="3514" y="2783"/>
                  </a:lnTo>
                  <a:lnTo>
                    <a:pt x="3501" y="2868"/>
                  </a:lnTo>
                  <a:lnTo>
                    <a:pt x="3520" y="3057"/>
                  </a:lnTo>
                  <a:lnTo>
                    <a:pt x="3623" y="3501"/>
                  </a:lnTo>
                  <a:lnTo>
                    <a:pt x="3769" y="4052"/>
                  </a:lnTo>
                  <a:lnTo>
                    <a:pt x="3814" y="4222"/>
                  </a:lnTo>
                  <a:lnTo>
                    <a:pt x="3838" y="4281"/>
                  </a:lnTo>
                  <a:lnTo>
                    <a:pt x="3910" y="4454"/>
                  </a:lnTo>
                  <a:lnTo>
                    <a:pt x="3971" y="4602"/>
                  </a:lnTo>
                  <a:lnTo>
                    <a:pt x="3983" y="4915"/>
                  </a:lnTo>
                  <a:lnTo>
                    <a:pt x="3972" y="4964"/>
                  </a:lnTo>
                  <a:lnTo>
                    <a:pt x="3887" y="5057"/>
                  </a:lnTo>
                  <a:lnTo>
                    <a:pt x="3812" y="5112"/>
                  </a:lnTo>
                  <a:lnTo>
                    <a:pt x="3530" y="5285"/>
                  </a:lnTo>
                  <a:lnTo>
                    <a:pt x="2977" y="5624"/>
                  </a:lnTo>
                  <a:lnTo>
                    <a:pt x="2800" y="5693"/>
                  </a:lnTo>
                  <a:lnTo>
                    <a:pt x="2707" y="5713"/>
                  </a:lnTo>
                  <a:lnTo>
                    <a:pt x="2418" y="5806"/>
                  </a:lnTo>
                  <a:lnTo>
                    <a:pt x="2302" y="5861"/>
                  </a:lnTo>
                  <a:lnTo>
                    <a:pt x="2092" y="6032"/>
                  </a:lnTo>
                  <a:lnTo>
                    <a:pt x="1917" y="6174"/>
                  </a:lnTo>
                  <a:lnTo>
                    <a:pt x="1727" y="6365"/>
                  </a:lnTo>
                  <a:lnTo>
                    <a:pt x="1686" y="6381"/>
                  </a:lnTo>
                  <a:lnTo>
                    <a:pt x="1403" y="6484"/>
                  </a:lnTo>
                  <a:lnTo>
                    <a:pt x="1239" y="6460"/>
                  </a:lnTo>
                  <a:lnTo>
                    <a:pt x="1224" y="6463"/>
                  </a:lnTo>
                  <a:lnTo>
                    <a:pt x="1001" y="6400"/>
                  </a:lnTo>
                  <a:lnTo>
                    <a:pt x="863" y="6350"/>
                  </a:lnTo>
                  <a:lnTo>
                    <a:pt x="718" y="6297"/>
                  </a:lnTo>
                  <a:lnTo>
                    <a:pt x="704" y="6296"/>
                  </a:lnTo>
                  <a:lnTo>
                    <a:pt x="647" y="6315"/>
                  </a:lnTo>
                  <a:lnTo>
                    <a:pt x="536" y="6314"/>
                  </a:lnTo>
                  <a:lnTo>
                    <a:pt x="550" y="6128"/>
                  </a:lnTo>
                  <a:lnTo>
                    <a:pt x="582" y="6048"/>
                  </a:lnTo>
                  <a:lnTo>
                    <a:pt x="584" y="5922"/>
                  </a:lnTo>
                  <a:lnTo>
                    <a:pt x="566" y="5852"/>
                  </a:lnTo>
                  <a:lnTo>
                    <a:pt x="449" y="5610"/>
                  </a:lnTo>
                  <a:lnTo>
                    <a:pt x="383" y="5517"/>
                  </a:lnTo>
                  <a:lnTo>
                    <a:pt x="319" y="5470"/>
                  </a:lnTo>
                  <a:lnTo>
                    <a:pt x="135" y="5356"/>
                  </a:lnTo>
                  <a:lnTo>
                    <a:pt x="143" y="5402"/>
                  </a:lnTo>
                  <a:lnTo>
                    <a:pt x="110" y="5419"/>
                  </a:lnTo>
                  <a:lnTo>
                    <a:pt x="31" y="5397"/>
                  </a:lnTo>
                  <a:lnTo>
                    <a:pt x="0" y="5299"/>
                  </a:lnTo>
                  <a:lnTo>
                    <a:pt x="26" y="5030"/>
                  </a:lnTo>
                  <a:lnTo>
                    <a:pt x="39" y="4982"/>
                  </a:lnTo>
                  <a:lnTo>
                    <a:pt x="347" y="4606"/>
                  </a:lnTo>
                  <a:lnTo>
                    <a:pt x="482" y="4555"/>
                  </a:lnTo>
                  <a:lnTo>
                    <a:pt x="463" y="4121"/>
                  </a:lnTo>
                  <a:lnTo>
                    <a:pt x="324" y="3396"/>
                  </a:lnTo>
                  <a:lnTo>
                    <a:pt x="319" y="3389"/>
                  </a:lnTo>
                  <a:lnTo>
                    <a:pt x="227" y="3281"/>
                  </a:lnTo>
                  <a:lnTo>
                    <a:pt x="211" y="3273"/>
                  </a:lnTo>
                  <a:lnTo>
                    <a:pt x="178" y="3199"/>
                  </a:lnTo>
                  <a:lnTo>
                    <a:pt x="111" y="2982"/>
                  </a:lnTo>
                  <a:lnTo>
                    <a:pt x="107" y="2909"/>
                  </a:lnTo>
                  <a:lnTo>
                    <a:pt x="92" y="2641"/>
                  </a:lnTo>
                  <a:lnTo>
                    <a:pt x="216" y="2315"/>
                  </a:lnTo>
                  <a:lnTo>
                    <a:pt x="543" y="1933"/>
                  </a:lnTo>
                  <a:lnTo>
                    <a:pt x="553" y="1938"/>
                  </a:lnTo>
                  <a:lnTo>
                    <a:pt x="580" y="1903"/>
                  </a:lnTo>
                  <a:lnTo>
                    <a:pt x="644" y="1798"/>
                  </a:lnTo>
                  <a:lnTo>
                    <a:pt x="688" y="1690"/>
                  </a:lnTo>
                  <a:lnTo>
                    <a:pt x="716" y="1575"/>
                  </a:lnTo>
                  <a:lnTo>
                    <a:pt x="712" y="1545"/>
                  </a:lnTo>
                  <a:lnTo>
                    <a:pt x="676" y="1453"/>
                  </a:lnTo>
                  <a:lnTo>
                    <a:pt x="654" y="1420"/>
                  </a:lnTo>
                  <a:lnTo>
                    <a:pt x="533" y="1244"/>
                  </a:lnTo>
                  <a:lnTo>
                    <a:pt x="520" y="1072"/>
                  </a:lnTo>
                  <a:lnTo>
                    <a:pt x="553" y="987"/>
                  </a:lnTo>
                  <a:lnTo>
                    <a:pt x="565" y="955"/>
                  </a:lnTo>
                  <a:lnTo>
                    <a:pt x="573" y="944"/>
                  </a:lnTo>
                  <a:lnTo>
                    <a:pt x="498" y="475"/>
                  </a:lnTo>
                  <a:lnTo>
                    <a:pt x="489" y="415"/>
                  </a:lnTo>
                  <a:lnTo>
                    <a:pt x="491" y="370"/>
                  </a:lnTo>
                  <a:lnTo>
                    <a:pt x="497" y="351"/>
                  </a:lnTo>
                  <a:lnTo>
                    <a:pt x="511" y="294"/>
                  </a:lnTo>
                  <a:lnTo>
                    <a:pt x="517" y="242"/>
                  </a:lnTo>
                  <a:lnTo>
                    <a:pt x="517" y="197"/>
                  </a:lnTo>
                  <a:lnTo>
                    <a:pt x="505" y="129"/>
                  </a:lnTo>
                  <a:lnTo>
                    <a:pt x="493" y="74"/>
                  </a:lnTo>
                  <a:lnTo>
                    <a:pt x="492" y="65"/>
                  </a:lnTo>
                  <a:lnTo>
                    <a:pt x="497" y="57"/>
                  </a:lnTo>
                  <a:lnTo>
                    <a:pt x="506" y="51"/>
                  </a:lnTo>
                  <a:lnTo>
                    <a:pt x="539" y="54"/>
                  </a:lnTo>
                  <a:lnTo>
                    <a:pt x="547" y="57"/>
                  </a:lnTo>
                  <a:lnTo>
                    <a:pt x="554" y="59"/>
                  </a:lnTo>
                  <a:lnTo>
                    <a:pt x="558" y="48"/>
                  </a:lnTo>
                  <a:lnTo>
                    <a:pt x="577" y="27"/>
                  </a:lnTo>
                  <a:lnTo>
                    <a:pt x="590" y="17"/>
                  </a:lnTo>
                  <a:lnTo>
                    <a:pt x="624" y="5"/>
                  </a:lnTo>
                  <a:lnTo>
                    <a:pt x="675" y="0"/>
                  </a:lnTo>
                  <a:lnTo>
                    <a:pt x="749" y="8"/>
                  </a:lnTo>
                  <a:lnTo>
                    <a:pt x="964" y="46"/>
                  </a:lnTo>
                  <a:lnTo>
                    <a:pt x="989" y="60"/>
                  </a:lnTo>
                  <a:lnTo>
                    <a:pt x="1009" y="71"/>
                  </a:lnTo>
                  <a:lnTo>
                    <a:pt x="1015" y="81"/>
                  </a:lnTo>
                  <a:lnTo>
                    <a:pt x="1016" y="95"/>
                  </a:lnTo>
                  <a:lnTo>
                    <a:pt x="1016" y="100"/>
                  </a:lnTo>
                  <a:lnTo>
                    <a:pt x="1015" y="1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9354036" y="2067464"/>
              <a:ext cx="676" cy="823"/>
            </a:xfrm>
            <a:custGeom>
              <a:avLst/>
              <a:pathLst>
                <a:path w="676" h="823">
                  <a:moveTo>
                    <a:pt x="447" y="745"/>
                  </a:moveTo>
                  <a:lnTo>
                    <a:pt x="249" y="823"/>
                  </a:lnTo>
                  <a:lnTo>
                    <a:pt x="127" y="780"/>
                  </a:lnTo>
                  <a:lnTo>
                    <a:pt x="60" y="711"/>
                  </a:lnTo>
                  <a:lnTo>
                    <a:pt x="9" y="609"/>
                  </a:lnTo>
                  <a:lnTo>
                    <a:pt x="0" y="540"/>
                  </a:lnTo>
                  <a:lnTo>
                    <a:pt x="1" y="496"/>
                  </a:lnTo>
                  <a:lnTo>
                    <a:pt x="4" y="472"/>
                  </a:lnTo>
                  <a:lnTo>
                    <a:pt x="12" y="457"/>
                  </a:lnTo>
                  <a:lnTo>
                    <a:pt x="126" y="284"/>
                  </a:lnTo>
                  <a:lnTo>
                    <a:pt x="272" y="72"/>
                  </a:lnTo>
                  <a:lnTo>
                    <a:pt x="330" y="43"/>
                  </a:lnTo>
                  <a:lnTo>
                    <a:pt x="345" y="38"/>
                  </a:lnTo>
                  <a:lnTo>
                    <a:pt x="461" y="0"/>
                  </a:lnTo>
                  <a:lnTo>
                    <a:pt x="512" y="21"/>
                  </a:lnTo>
                  <a:lnTo>
                    <a:pt x="517" y="23"/>
                  </a:lnTo>
                  <a:lnTo>
                    <a:pt x="508" y="58"/>
                  </a:lnTo>
                  <a:lnTo>
                    <a:pt x="475" y="178"/>
                  </a:lnTo>
                  <a:lnTo>
                    <a:pt x="484" y="252"/>
                  </a:lnTo>
                  <a:lnTo>
                    <a:pt x="485" y="262"/>
                  </a:lnTo>
                  <a:lnTo>
                    <a:pt x="518" y="339"/>
                  </a:lnTo>
                  <a:lnTo>
                    <a:pt x="536" y="349"/>
                  </a:lnTo>
                  <a:lnTo>
                    <a:pt x="625" y="395"/>
                  </a:lnTo>
                  <a:lnTo>
                    <a:pt x="667" y="465"/>
                  </a:lnTo>
                  <a:lnTo>
                    <a:pt x="676" y="512"/>
                  </a:lnTo>
                  <a:lnTo>
                    <a:pt x="667" y="556"/>
                  </a:lnTo>
                  <a:lnTo>
                    <a:pt x="624" y="618"/>
                  </a:lnTo>
                  <a:lnTo>
                    <a:pt x="581" y="663"/>
                  </a:lnTo>
                  <a:lnTo>
                    <a:pt x="447" y="74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9370858" y="2069990"/>
              <a:ext cx="2086" cy="2867"/>
            </a:xfrm>
            <a:custGeom>
              <a:avLst/>
              <a:pathLst>
                <a:path w="2086" h="2867">
                  <a:moveTo>
                    <a:pt x="1453" y="386"/>
                  </a:moveTo>
                  <a:lnTo>
                    <a:pt x="1301" y="953"/>
                  </a:lnTo>
                  <a:lnTo>
                    <a:pt x="1316" y="1131"/>
                  </a:lnTo>
                  <a:lnTo>
                    <a:pt x="1368" y="1185"/>
                  </a:lnTo>
                  <a:lnTo>
                    <a:pt x="1415" y="1200"/>
                  </a:lnTo>
                  <a:lnTo>
                    <a:pt x="1681" y="1288"/>
                  </a:lnTo>
                  <a:lnTo>
                    <a:pt x="1703" y="1295"/>
                  </a:lnTo>
                  <a:lnTo>
                    <a:pt x="1776" y="1319"/>
                  </a:lnTo>
                  <a:lnTo>
                    <a:pt x="1788" y="1320"/>
                  </a:lnTo>
                  <a:lnTo>
                    <a:pt x="1928" y="1327"/>
                  </a:lnTo>
                  <a:lnTo>
                    <a:pt x="2055" y="1354"/>
                  </a:lnTo>
                  <a:lnTo>
                    <a:pt x="2086" y="1371"/>
                  </a:lnTo>
                  <a:lnTo>
                    <a:pt x="2038" y="1507"/>
                  </a:lnTo>
                  <a:lnTo>
                    <a:pt x="1995" y="1538"/>
                  </a:lnTo>
                  <a:lnTo>
                    <a:pt x="1889" y="1615"/>
                  </a:lnTo>
                  <a:lnTo>
                    <a:pt x="1798" y="1632"/>
                  </a:lnTo>
                  <a:lnTo>
                    <a:pt x="1624" y="1620"/>
                  </a:lnTo>
                  <a:lnTo>
                    <a:pt x="1604" y="1565"/>
                  </a:lnTo>
                  <a:lnTo>
                    <a:pt x="1569" y="1515"/>
                  </a:lnTo>
                  <a:lnTo>
                    <a:pt x="1464" y="1489"/>
                  </a:lnTo>
                  <a:lnTo>
                    <a:pt x="1149" y="1525"/>
                  </a:lnTo>
                  <a:lnTo>
                    <a:pt x="1120" y="1549"/>
                  </a:lnTo>
                  <a:lnTo>
                    <a:pt x="1022" y="1743"/>
                  </a:lnTo>
                  <a:lnTo>
                    <a:pt x="858" y="2169"/>
                  </a:lnTo>
                  <a:lnTo>
                    <a:pt x="853" y="2183"/>
                  </a:lnTo>
                  <a:lnTo>
                    <a:pt x="873" y="2414"/>
                  </a:lnTo>
                  <a:lnTo>
                    <a:pt x="899" y="2457"/>
                  </a:lnTo>
                  <a:lnTo>
                    <a:pt x="976" y="2648"/>
                  </a:lnTo>
                  <a:lnTo>
                    <a:pt x="912" y="2709"/>
                  </a:lnTo>
                  <a:lnTo>
                    <a:pt x="659" y="2867"/>
                  </a:lnTo>
                  <a:lnTo>
                    <a:pt x="500" y="2834"/>
                  </a:lnTo>
                  <a:lnTo>
                    <a:pt x="328" y="2775"/>
                  </a:lnTo>
                  <a:lnTo>
                    <a:pt x="296" y="2747"/>
                  </a:lnTo>
                  <a:lnTo>
                    <a:pt x="87" y="2556"/>
                  </a:lnTo>
                  <a:lnTo>
                    <a:pt x="0" y="2379"/>
                  </a:lnTo>
                  <a:lnTo>
                    <a:pt x="0" y="2367"/>
                  </a:lnTo>
                  <a:lnTo>
                    <a:pt x="95" y="2423"/>
                  </a:lnTo>
                  <a:lnTo>
                    <a:pt x="157" y="2423"/>
                  </a:lnTo>
                  <a:lnTo>
                    <a:pt x="246" y="1890"/>
                  </a:lnTo>
                  <a:lnTo>
                    <a:pt x="300" y="1563"/>
                  </a:lnTo>
                  <a:lnTo>
                    <a:pt x="313" y="1468"/>
                  </a:lnTo>
                  <a:lnTo>
                    <a:pt x="393" y="1320"/>
                  </a:lnTo>
                  <a:lnTo>
                    <a:pt x="438" y="1332"/>
                  </a:lnTo>
                  <a:lnTo>
                    <a:pt x="461" y="1326"/>
                  </a:lnTo>
                  <a:lnTo>
                    <a:pt x="488" y="1299"/>
                  </a:lnTo>
                  <a:lnTo>
                    <a:pt x="493" y="1295"/>
                  </a:lnTo>
                  <a:lnTo>
                    <a:pt x="525" y="1182"/>
                  </a:lnTo>
                  <a:lnTo>
                    <a:pt x="647" y="752"/>
                  </a:lnTo>
                  <a:lnTo>
                    <a:pt x="643" y="705"/>
                  </a:lnTo>
                  <a:lnTo>
                    <a:pt x="583" y="628"/>
                  </a:lnTo>
                  <a:lnTo>
                    <a:pt x="505" y="465"/>
                  </a:lnTo>
                  <a:lnTo>
                    <a:pt x="875" y="395"/>
                  </a:lnTo>
                  <a:lnTo>
                    <a:pt x="925" y="419"/>
                  </a:lnTo>
                  <a:lnTo>
                    <a:pt x="1038" y="475"/>
                  </a:lnTo>
                  <a:lnTo>
                    <a:pt x="1444" y="51"/>
                  </a:lnTo>
                  <a:lnTo>
                    <a:pt x="1501" y="0"/>
                  </a:lnTo>
                  <a:lnTo>
                    <a:pt x="1540" y="2"/>
                  </a:lnTo>
                  <a:lnTo>
                    <a:pt x="1590" y="35"/>
                  </a:lnTo>
                  <a:lnTo>
                    <a:pt x="1611" y="58"/>
                  </a:lnTo>
                  <a:lnTo>
                    <a:pt x="1658" y="254"/>
                  </a:lnTo>
                  <a:lnTo>
                    <a:pt x="1598" y="352"/>
                  </a:lnTo>
                  <a:lnTo>
                    <a:pt x="1525" y="352"/>
                  </a:lnTo>
                  <a:lnTo>
                    <a:pt x="1453" y="38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9353723" y="2066735"/>
              <a:ext cx="583" cy="642"/>
            </a:xfrm>
            <a:custGeom>
              <a:avLst/>
              <a:pathLst>
                <a:path w="583" h="642">
                  <a:moveTo>
                    <a:pt x="447" y="470"/>
                  </a:moveTo>
                  <a:lnTo>
                    <a:pt x="228" y="642"/>
                  </a:lnTo>
                  <a:lnTo>
                    <a:pt x="204" y="596"/>
                  </a:lnTo>
                  <a:lnTo>
                    <a:pt x="197" y="551"/>
                  </a:lnTo>
                  <a:lnTo>
                    <a:pt x="181" y="513"/>
                  </a:lnTo>
                  <a:lnTo>
                    <a:pt x="0" y="208"/>
                  </a:lnTo>
                  <a:lnTo>
                    <a:pt x="88" y="110"/>
                  </a:lnTo>
                  <a:lnTo>
                    <a:pt x="241" y="0"/>
                  </a:lnTo>
                  <a:lnTo>
                    <a:pt x="327" y="2"/>
                  </a:lnTo>
                  <a:lnTo>
                    <a:pt x="583" y="199"/>
                  </a:lnTo>
                  <a:lnTo>
                    <a:pt x="571" y="325"/>
                  </a:lnTo>
                  <a:lnTo>
                    <a:pt x="531" y="384"/>
                  </a:lnTo>
                  <a:lnTo>
                    <a:pt x="447" y="47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9349129" y="2065897"/>
              <a:ext cx="402" cy="578"/>
            </a:xfrm>
            <a:custGeom>
              <a:avLst/>
              <a:pathLst>
                <a:path w="402" h="578">
                  <a:moveTo>
                    <a:pt x="69" y="576"/>
                  </a:moveTo>
                  <a:lnTo>
                    <a:pt x="33" y="578"/>
                  </a:lnTo>
                  <a:lnTo>
                    <a:pt x="18" y="570"/>
                  </a:lnTo>
                  <a:lnTo>
                    <a:pt x="0" y="543"/>
                  </a:lnTo>
                  <a:lnTo>
                    <a:pt x="0" y="534"/>
                  </a:lnTo>
                  <a:lnTo>
                    <a:pt x="6" y="420"/>
                  </a:lnTo>
                  <a:lnTo>
                    <a:pt x="12" y="387"/>
                  </a:lnTo>
                  <a:lnTo>
                    <a:pt x="18" y="352"/>
                  </a:lnTo>
                  <a:lnTo>
                    <a:pt x="73" y="31"/>
                  </a:lnTo>
                  <a:lnTo>
                    <a:pt x="85" y="8"/>
                  </a:lnTo>
                  <a:lnTo>
                    <a:pt x="112" y="0"/>
                  </a:lnTo>
                  <a:lnTo>
                    <a:pt x="136" y="0"/>
                  </a:lnTo>
                  <a:lnTo>
                    <a:pt x="319" y="81"/>
                  </a:lnTo>
                  <a:lnTo>
                    <a:pt x="330" y="102"/>
                  </a:lnTo>
                  <a:lnTo>
                    <a:pt x="402" y="358"/>
                  </a:lnTo>
                  <a:lnTo>
                    <a:pt x="388" y="462"/>
                  </a:lnTo>
                  <a:lnTo>
                    <a:pt x="378" y="485"/>
                  </a:lnTo>
                  <a:lnTo>
                    <a:pt x="364" y="498"/>
                  </a:lnTo>
                  <a:lnTo>
                    <a:pt x="228" y="556"/>
                  </a:lnTo>
                  <a:lnTo>
                    <a:pt x="129" y="576"/>
                  </a:lnTo>
                  <a:lnTo>
                    <a:pt x="69" y="57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9373169" y="2069570"/>
              <a:ext cx="588" cy="920"/>
            </a:xfrm>
            <a:custGeom>
              <a:avLst/>
              <a:pathLst>
                <a:path w="588" h="920">
                  <a:moveTo>
                    <a:pt x="442" y="920"/>
                  </a:moveTo>
                  <a:lnTo>
                    <a:pt x="397" y="918"/>
                  </a:lnTo>
                  <a:lnTo>
                    <a:pt x="159" y="774"/>
                  </a:lnTo>
                  <a:lnTo>
                    <a:pt x="246" y="644"/>
                  </a:lnTo>
                  <a:lnTo>
                    <a:pt x="255" y="524"/>
                  </a:lnTo>
                  <a:lnTo>
                    <a:pt x="188" y="424"/>
                  </a:lnTo>
                  <a:lnTo>
                    <a:pt x="0" y="295"/>
                  </a:lnTo>
                  <a:lnTo>
                    <a:pt x="27" y="107"/>
                  </a:lnTo>
                  <a:lnTo>
                    <a:pt x="111" y="21"/>
                  </a:lnTo>
                  <a:lnTo>
                    <a:pt x="149" y="0"/>
                  </a:lnTo>
                  <a:lnTo>
                    <a:pt x="179" y="5"/>
                  </a:lnTo>
                  <a:lnTo>
                    <a:pt x="191" y="21"/>
                  </a:lnTo>
                  <a:lnTo>
                    <a:pt x="329" y="366"/>
                  </a:lnTo>
                  <a:lnTo>
                    <a:pt x="473" y="511"/>
                  </a:lnTo>
                  <a:lnTo>
                    <a:pt x="588" y="808"/>
                  </a:lnTo>
                  <a:lnTo>
                    <a:pt x="536" y="877"/>
                  </a:lnTo>
                  <a:lnTo>
                    <a:pt x="442" y="9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9351271" y="2066037"/>
              <a:ext cx="2174" cy="2307"/>
            </a:xfrm>
            <a:custGeom>
              <a:avLst/>
              <a:pathLst>
                <a:path w="2174" h="2307">
                  <a:moveTo>
                    <a:pt x="1817" y="1484"/>
                  </a:moveTo>
                  <a:lnTo>
                    <a:pt x="1721" y="1585"/>
                  </a:lnTo>
                  <a:lnTo>
                    <a:pt x="1566" y="1948"/>
                  </a:lnTo>
                  <a:lnTo>
                    <a:pt x="1557" y="1995"/>
                  </a:lnTo>
                  <a:lnTo>
                    <a:pt x="1570" y="2037"/>
                  </a:lnTo>
                  <a:lnTo>
                    <a:pt x="1604" y="2056"/>
                  </a:lnTo>
                  <a:lnTo>
                    <a:pt x="1610" y="2120"/>
                  </a:lnTo>
                  <a:lnTo>
                    <a:pt x="1565" y="2218"/>
                  </a:lnTo>
                  <a:lnTo>
                    <a:pt x="1532" y="2256"/>
                  </a:lnTo>
                  <a:lnTo>
                    <a:pt x="1480" y="2286"/>
                  </a:lnTo>
                  <a:lnTo>
                    <a:pt x="1428" y="2306"/>
                  </a:lnTo>
                  <a:lnTo>
                    <a:pt x="956" y="2307"/>
                  </a:lnTo>
                  <a:lnTo>
                    <a:pt x="832" y="2294"/>
                  </a:lnTo>
                  <a:lnTo>
                    <a:pt x="787" y="2246"/>
                  </a:lnTo>
                  <a:lnTo>
                    <a:pt x="779" y="2191"/>
                  </a:lnTo>
                  <a:lnTo>
                    <a:pt x="812" y="2155"/>
                  </a:lnTo>
                  <a:lnTo>
                    <a:pt x="834" y="2131"/>
                  </a:lnTo>
                  <a:lnTo>
                    <a:pt x="1008" y="1996"/>
                  </a:lnTo>
                  <a:lnTo>
                    <a:pt x="1012" y="1730"/>
                  </a:lnTo>
                  <a:lnTo>
                    <a:pt x="727" y="1438"/>
                  </a:lnTo>
                  <a:lnTo>
                    <a:pt x="421" y="1339"/>
                  </a:lnTo>
                  <a:lnTo>
                    <a:pt x="242" y="1383"/>
                  </a:lnTo>
                  <a:lnTo>
                    <a:pt x="180" y="1317"/>
                  </a:lnTo>
                  <a:lnTo>
                    <a:pt x="187" y="1236"/>
                  </a:lnTo>
                  <a:lnTo>
                    <a:pt x="20" y="1096"/>
                  </a:lnTo>
                  <a:lnTo>
                    <a:pt x="0" y="964"/>
                  </a:lnTo>
                  <a:lnTo>
                    <a:pt x="7" y="940"/>
                  </a:lnTo>
                  <a:lnTo>
                    <a:pt x="11" y="932"/>
                  </a:lnTo>
                  <a:lnTo>
                    <a:pt x="85" y="850"/>
                  </a:lnTo>
                  <a:lnTo>
                    <a:pt x="453" y="441"/>
                  </a:lnTo>
                  <a:lnTo>
                    <a:pt x="1266" y="27"/>
                  </a:lnTo>
                  <a:lnTo>
                    <a:pt x="1340" y="8"/>
                  </a:lnTo>
                  <a:lnTo>
                    <a:pt x="1528" y="0"/>
                  </a:lnTo>
                  <a:lnTo>
                    <a:pt x="1607" y="5"/>
                  </a:lnTo>
                  <a:lnTo>
                    <a:pt x="1627" y="9"/>
                  </a:lnTo>
                  <a:lnTo>
                    <a:pt x="1662" y="75"/>
                  </a:lnTo>
                  <a:lnTo>
                    <a:pt x="1724" y="204"/>
                  </a:lnTo>
                  <a:lnTo>
                    <a:pt x="1838" y="298"/>
                  </a:lnTo>
                  <a:lnTo>
                    <a:pt x="1978" y="331"/>
                  </a:lnTo>
                  <a:lnTo>
                    <a:pt x="2172" y="413"/>
                  </a:lnTo>
                  <a:lnTo>
                    <a:pt x="2174" y="595"/>
                  </a:lnTo>
                  <a:lnTo>
                    <a:pt x="1955" y="1358"/>
                  </a:lnTo>
                  <a:lnTo>
                    <a:pt x="1949" y="1375"/>
                  </a:lnTo>
                  <a:lnTo>
                    <a:pt x="1919" y="1394"/>
                  </a:lnTo>
                  <a:lnTo>
                    <a:pt x="1817" y="14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9361435" y="2065424"/>
              <a:ext cx="549" cy="482"/>
            </a:xfrm>
            <a:custGeom>
              <a:avLst/>
              <a:pathLst>
                <a:path w="549" h="482">
                  <a:moveTo>
                    <a:pt x="192" y="239"/>
                  </a:moveTo>
                  <a:lnTo>
                    <a:pt x="254" y="270"/>
                  </a:lnTo>
                  <a:lnTo>
                    <a:pt x="374" y="245"/>
                  </a:lnTo>
                  <a:lnTo>
                    <a:pt x="541" y="387"/>
                  </a:lnTo>
                  <a:lnTo>
                    <a:pt x="549" y="409"/>
                  </a:lnTo>
                  <a:lnTo>
                    <a:pt x="539" y="422"/>
                  </a:lnTo>
                  <a:lnTo>
                    <a:pt x="449" y="482"/>
                  </a:lnTo>
                  <a:lnTo>
                    <a:pt x="381" y="479"/>
                  </a:lnTo>
                  <a:lnTo>
                    <a:pt x="78" y="235"/>
                  </a:lnTo>
                  <a:lnTo>
                    <a:pt x="9" y="168"/>
                  </a:lnTo>
                  <a:lnTo>
                    <a:pt x="2" y="148"/>
                  </a:lnTo>
                  <a:lnTo>
                    <a:pt x="0" y="38"/>
                  </a:lnTo>
                  <a:lnTo>
                    <a:pt x="30" y="0"/>
                  </a:lnTo>
                  <a:lnTo>
                    <a:pt x="49" y="11"/>
                  </a:lnTo>
                  <a:lnTo>
                    <a:pt x="52" y="38"/>
                  </a:lnTo>
                  <a:lnTo>
                    <a:pt x="73" y="72"/>
                  </a:lnTo>
                  <a:lnTo>
                    <a:pt x="192" y="23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9352443" y="2062706"/>
              <a:ext cx="17268" cy="11821"/>
            </a:xfrm>
            <a:custGeom>
              <a:avLst/>
              <a:pathLst>
                <a:path w="17268" h="11821">
                  <a:moveTo>
                    <a:pt x="1723" y="929"/>
                  </a:moveTo>
                  <a:lnTo>
                    <a:pt x="1756" y="958"/>
                  </a:lnTo>
                  <a:lnTo>
                    <a:pt x="1762" y="953"/>
                  </a:lnTo>
                  <a:lnTo>
                    <a:pt x="1920" y="822"/>
                  </a:lnTo>
                  <a:lnTo>
                    <a:pt x="1946" y="812"/>
                  </a:lnTo>
                  <a:lnTo>
                    <a:pt x="1962" y="813"/>
                  </a:lnTo>
                  <a:lnTo>
                    <a:pt x="2170" y="985"/>
                  </a:lnTo>
                  <a:lnTo>
                    <a:pt x="2258" y="1047"/>
                  </a:lnTo>
                  <a:lnTo>
                    <a:pt x="2479" y="1164"/>
                  </a:lnTo>
                  <a:lnTo>
                    <a:pt x="2647" y="1215"/>
                  </a:lnTo>
                  <a:lnTo>
                    <a:pt x="3027" y="1280"/>
                  </a:lnTo>
                  <a:lnTo>
                    <a:pt x="3302" y="1364"/>
                  </a:lnTo>
                  <a:lnTo>
                    <a:pt x="3412" y="1411"/>
                  </a:lnTo>
                  <a:lnTo>
                    <a:pt x="3430" y="1418"/>
                  </a:lnTo>
                  <a:lnTo>
                    <a:pt x="3722" y="1551"/>
                  </a:lnTo>
                  <a:lnTo>
                    <a:pt x="3726" y="1555"/>
                  </a:lnTo>
                  <a:lnTo>
                    <a:pt x="3705" y="1608"/>
                  </a:lnTo>
                  <a:lnTo>
                    <a:pt x="4009" y="1760"/>
                  </a:lnTo>
                  <a:lnTo>
                    <a:pt x="4763" y="1826"/>
                  </a:lnTo>
                  <a:lnTo>
                    <a:pt x="5098" y="1732"/>
                  </a:lnTo>
                  <a:lnTo>
                    <a:pt x="5605" y="1590"/>
                  </a:lnTo>
                  <a:lnTo>
                    <a:pt x="5912" y="1504"/>
                  </a:lnTo>
                  <a:lnTo>
                    <a:pt x="5917" y="1503"/>
                  </a:lnTo>
                  <a:lnTo>
                    <a:pt x="6160" y="1431"/>
                  </a:lnTo>
                  <a:lnTo>
                    <a:pt x="6373" y="1369"/>
                  </a:lnTo>
                  <a:lnTo>
                    <a:pt x="6531" y="1330"/>
                  </a:lnTo>
                  <a:lnTo>
                    <a:pt x="6547" y="1328"/>
                  </a:lnTo>
                  <a:lnTo>
                    <a:pt x="6663" y="1313"/>
                  </a:lnTo>
                  <a:lnTo>
                    <a:pt x="6980" y="1304"/>
                  </a:lnTo>
                  <a:lnTo>
                    <a:pt x="7073" y="1309"/>
                  </a:lnTo>
                  <a:lnTo>
                    <a:pt x="7290" y="1387"/>
                  </a:lnTo>
                  <a:lnTo>
                    <a:pt x="7327" y="1412"/>
                  </a:lnTo>
                  <a:lnTo>
                    <a:pt x="7720" y="1745"/>
                  </a:lnTo>
                  <a:lnTo>
                    <a:pt x="7694" y="1856"/>
                  </a:lnTo>
                  <a:lnTo>
                    <a:pt x="7685" y="1896"/>
                  </a:lnTo>
                  <a:lnTo>
                    <a:pt x="7663" y="2048"/>
                  </a:lnTo>
                  <a:lnTo>
                    <a:pt x="7672" y="2063"/>
                  </a:lnTo>
                  <a:lnTo>
                    <a:pt x="7721" y="2151"/>
                  </a:lnTo>
                  <a:lnTo>
                    <a:pt x="7777" y="2232"/>
                  </a:lnTo>
                  <a:lnTo>
                    <a:pt x="7900" y="2270"/>
                  </a:lnTo>
                  <a:lnTo>
                    <a:pt x="8054" y="2357"/>
                  </a:lnTo>
                  <a:lnTo>
                    <a:pt x="8166" y="2452"/>
                  </a:lnTo>
                  <a:lnTo>
                    <a:pt x="8205" y="2488"/>
                  </a:lnTo>
                  <a:lnTo>
                    <a:pt x="8442" y="2755"/>
                  </a:lnTo>
                  <a:lnTo>
                    <a:pt x="8572" y="3011"/>
                  </a:lnTo>
                  <a:lnTo>
                    <a:pt x="8597" y="3062"/>
                  </a:lnTo>
                  <a:lnTo>
                    <a:pt x="8635" y="3110"/>
                  </a:lnTo>
                  <a:lnTo>
                    <a:pt x="8689" y="3178"/>
                  </a:lnTo>
                  <a:lnTo>
                    <a:pt x="8751" y="3220"/>
                  </a:lnTo>
                  <a:lnTo>
                    <a:pt x="8844" y="3283"/>
                  </a:lnTo>
                  <a:lnTo>
                    <a:pt x="9050" y="3414"/>
                  </a:lnTo>
                  <a:lnTo>
                    <a:pt x="9214" y="3517"/>
                  </a:lnTo>
                  <a:lnTo>
                    <a:pt x="9260" y="3517"/>
                  </a:lnTo>
                  <a:lnTo>
                    <a:pt x="9879" y="3519"/>
                  </a:lnTo>
                  <a:lnTo>
                    <a:pt x="10198" y="3580"/>
                  </a:lnTo>
                  <a:lnTo>
                    <a:pt x="10682" y="3633"/>
                  </a:lnTo>
                  <a:lnTo>
                    <a:pt x="11158" y="3645"/>
                  </a:lnTo>
                  <a:lnTo>
                    <a:pt x="11183" y="3640"/>
                  </a:lnTo>
                  <a:lnTo>
                    <a:pt x="11582" y="3662"/>
                  </a:lnTo>
                  <a:lnTo>
                    <a:pt x="11605" y="3663"/>
                  </a:lnTo>
                  <a:lnTo>
                    <a:pt x="11637" y="3665"/>
                  </a:lnTo>
                  <a:lnTo>
                    <a:pt x="12451" y="3702"/>
                  </a:lnTo>
                  <a:lnTo>
                    <a:pt x="12453" y="3696"/>
                  </a:lnTo>
                  <a:lnTo>
                    <a:pt x="12489" y="3602"/>
                  </a:lnTo>
                  <a:lnTo>
                    <a:pt x="12507" y="3604"/>
                  </a:lnTo>
                  <a:lnTo>
                    <a:pt x="12729" y="3742"/>
                  </a:lnTo>
                  <a:lnTo>
                    <a:pt x="12737" y="3747"/>
                  </a:lnTo>
                  <a:lnTo>
                    <a:pt x="12744" y="3743"/>
                  </a:lnTo>
                  <a:lnTo>
                    <a:pt x="12813" y="3702"/>
                  </a:lnTo>
                  <a:lnTo>
                    <a:pt x="12857" y="3676"/>
                  </a:lnTo>
                  <a:lnTo>
                    <a:pt x="12910" y="3654"/>
                  </a:lnTo>
                  <a:lnTo>
                    <a:pt x="12945" y="3667"/>
                  </a:lnTo>
                  <a:lnTo>
                    <a:pt x="13171" y="3817"/>
                  </a:lnTo>
                  <a:lnTo>
                    <a:pt x="13598" y="4100"/>
                  </a:lnTo>
                  <a:lnTo>
                    <a:pt x="13623" y="4116"/>
                  </a:lnTo>
                  <a:lnTo>
                    <a:pt x="13693" y="4113"/>
                  </a:lnTo>
                  <a:lnTo>
                    <a:pt x="13979" y="4052"/>
                  </a:lnTo>
                  <a:lnTo>
                    <a:pt x="14462" y="3950"/>
                  </a:lnTo>
                  <a:lnTo>
                    <a:pt x="14606" y="3936"/>
                  </a:lnTo>
                  <a:lnTo>
                    <a:pt x="14694" y="3948"/>
                  </a:lnTo>
                  <a:lnTo>
                    <a:pt x="15142" y="4008"/>
                  </a:lnTo>
                  <a:lnTo>
                    <a:pt x="15191" y="4014"/>
                  </a:lnTo>
                  <a:lnTo>
                    <a:pt x="15223" y="4069"/>
                  </a:lnTo>
                  <a:lnTo>
                    <a:pt x="15189" y="4145"/>
                  </a:lnTo>
                  <a:lnTo>
                    <a:pt x="15181" y="4201"/>
                  </a:lnTo>
                  <a:lnTo>
                    <a:pt x="15243" y="4202"/>
                  </a:lnTo>
                  <a:lnTo>
                    <a:pt x="15248" y="4224"/>
                  </a:lnTo>
                  <a:lnTo>
                    <a:pt x="15257" y="4207"/>
                  </a:lnTo>
                  <a:lnTo>
                    <a:pt x="15308" y="4207"/>
                  </a:lnTo>
                  <a:lnTo>
                    <a:pt x="15469" y="4454"/>
                  </a:lnTo>
                  <a:lnTo>
                    <a:pt x="15499" y="4500"/>
                  </a:lnTo>
                  <a:lnTo>
                    <a:pt x="15502" y="4628"/>
                  </a:lnTo>
                  <a:lnTo>
                    <a:pt x="15484" y="4642"/>
                  </a:lnTo>
                  <a:lnTo>
                    <a:pt x="15413" y="5178"/>
                  </a:lnTo>
                  <a:lnTo>
                    <a:pt x="15054" y="5174"/>
                  </a:lnTo>
                  <a:lnTo>
                    <a:pt x="15046" y="5179"/>
                  </a:lnTo>
                  <a:lnTo>
                    <a:pt x="14991" y="5252"/>
                  </a:lnTo>
                  <a:lnTo>
                    <a:pt x="14944" y="5294"/>
                  </a:lnTo>
                  <a:lnTo>
                    <a:pt x="14932" y="5292"/>
                  </a:lnTo>
                  <a:lnTo>
                    <a:pt x="14925" y="5267"/>
                  </a:lnTo>
                  <a:lnTo>
                    <a:pt x="14870" y="5251"/>
                  </a:lnTo>
                  <a:lnTo>
                    <a:pt x="14834" y="5249"/>
                  </a:lnTo>
                  <a:lnTo>
                    <a:pt x="14771" y="5264"/>
                  </a:lnTo>
                  <a:lnTo>
                    <a:pt x="14721" y="5224"/>
                  </a:lnTo>
                  <a:lnTo>
                    <a:pt x="14757" y="5074"/>
                  </a:lnTo>
                  <a:lnTo>
                    <a:pt x="14765" y="5059"/>
                  </a:lnTo>
                  <a:lnTo>
                    <a:pt x="14779" y="5035"/>
                  </a:lnTo>
                  <a:lnTo>
                    <a:pt x="14649" y="5043"/>
                  </a:lnTo>
                  <a:lnTo>
                    <a:pt x="14571" y="5048"/>
                  </a:lnTo>
                  <a:lnTo>
                    <a:pt x="14543" y="5047"/>
                  </a:lnTo>
                  <a:lnTo>
                    <a:pt x="14487" y="5046"/>
                  </a:lnTo>
                  <a:lnTo>
                    <a:pt x="14372" y="5051"/>
                  </a:lnTo>
                  <a:lnTo>
                    <a:pt x="14246" y="5060"/>
                  </a:lnTo>
                  <a:lnTo>
                    <a:pt x="14085" y="5073"/>
                  </a:lnTo>
                  <a:lnTo>
                    <a:pt x="13980" y="5078"/>
                  </a:lnTo>
                  <a:lnTo>
                    <a:pt x="13930" y="5087"/>
                  </a:lnTo>
                  <a:lnTo>
                    <a:pt x="13893" y="5099"/>
                  </a:lnTo>
                  <a:lnTo>
                    <a:pt x="13857" y="5117"/>
                  </a:lnTo>
                  <a:lnTo>
                    <a:pt x="13802" y="5153"/>
                  </a:lnTo>
                  <a:lnTo>
                    <a:pt x="13760" y="5182"/>
                  </a:lnTo>
                  <a:lnTo>
                    <a:pt x="13713" y="5213"/>
                  </a:lnTo>
                  <a:lnTo>
                    <a:pt x="13702" y="5226"/>
                  </a:lnTo>
                  <a:lnTo>
                    <a:pt x="13691" y="5235"/>
                  </a:lnTo>
                  <a:lnTo>
                    <a:pt x="13663" y="5254"/>
                  </a:lnTo>
                  <a:lnTo>
                    <a:pt x="13657" y="5260"/>
                  </a:lnTo>
                  <a:lnTo>
                    <a:pt x="13608" y="5299"/>
                  </a:lnTo>
                  <a:lnTo>
                    <a:pt x="13512" y="5376"/>
                  </a:lnTo>
                  <a:lnTo>
                    <a:pt x="13476" y="5511"/>
                  </a:lnTo>
                  <a:lnTo>
                    <a:pt x="13502" y="5723"/>
                  </a:lnTo>
                  <a:lnTo>
                    <a:pt x="13547" y="5753"/>
                  </a:lnTo>
                  <a:lnTo>
                    <a:pt x="13702" y="5819"/>
                  </a:lnTo>
                  <a:lnTo>
                    <a:pt x="13887" y="5896"/>
                  </a:lnTo>
                  <a:lnTo>
                    <a:pt x="13933" y="5887"/>
                  </a:lnTo>
                  <a:lnTo>
                    <a:pt x="14374" y="5803"/>
                  </a:lnTo>
                  <a:lnTo>
                    <a:pt x="14585" y="5796"/>
                  </a:lnTo>
                  <a:lnTo>
                    <a:pt x="14975" y="5783"/>
                  </a:lnTo>
                  <a:lnTo>
                    <a:pt x="15062" y="5780"/>
                  </a:lnTo>
                  <a:lnTo>
                    <a:pt x="15168" y="5965"/>
                  </a:lnTo>
                  <a:lnTo>
                    <a:pt x="15171" y="5972"/>
                  </a:lnTo>
                  <a:lnTo>
                    <a:pt x="15193" y="6051"/>
                  </a:lnTo>
                  <a:lnTo>
                    <a:pt x="15277" y="6221"/>
                  </a:lnTo>
                  <a:lnTo>
                    <a:pt x="15665" y="6799"/>
                  </a:lnTo>
                  <a:lnTo>
                    <a:pt x="15873" y="7089"/>
                  </a:lnTo>
                  <a:lnTo>
                    <a:pt x="16126" y="7196"/>
                  </a:lnTo>
                  <a:lnTo>
                    <a:pt x="16163" y="7212"/>
                  </a:lnTo>
                  <a:lnTo>
                    <a:pt x="16191" y="7215"/>
                  </a:lnTo>
                  <a:lnTo>
                    <a:pt x="16224" y="7202"/>
                  </a:lnTo>
                  <a:lnTo>
                    <a:pt x="16237" y="7203"/>
                  </a:lnTo>
                  <a:lnTo>
                    <a:pt x="16472" y="7392"/>
                  </a:lnTo>
                  <a:lnTo>
                    <a:pt x="16632" y="7678"/>
                  </a:lnTo>
                  <a:lnTo>
                    <a:pt x="16662" y="7746"/>
                  </a:lnTo>
                  <a:lnTo>
                    <a:pt x="16643" y="7825"/>
                  </a:lnTo>
                  <a:lnTo>
                    <a:pt x="16692" y="7941"/>
                  </a:lnTo>
                  <a:lnTo>
                    <a:pt x="16719" y="7977"/>
                  </a:lnTo>
                  <a:lnTo>
                    <a:pt x="16769" y="8015"/>
                  </a:lnTo>
                  <a:lnTo>
                    <a:pt x="16845" y="8054"/>
                  </a:lnTo>
                  <a:lnTo>
                    <a:pt x="16970" y="8082"/>
                  </a:lnTo>
                  <a:lnTo>
                    <a:pt x="17034" y="8074"/>
                  </a:lnTo>
                  <a:lnTo>
                    <a:pt x="17054" y="8065"/>
                  </a:lnTo>
                  <a:lnTo>
                    <a:pt x="17062" y="8064"/>
                  </a:lnTo>
                  <a:lnTo>
                    <a:pt x="17244" y="8015"/>
                  </a:lnTo>
                  <a:lnTo>
                    <a:pt x="17268" y="8194"/>
                  </a:lnTo>
                  <a:lnTo>
                    <a:pt x="16924" y="8348"/>
                  </a:lnTo>
                  <a:lnTo>
                    <a:pt x="16847" y="8540"/>
                  </a:lnTo>
                  <a:lnTo>
                    <a:pt x="16803" y="8686"/>
                  </a:lnTo>
                  <a:lnTo>
                    <a:pt x="16803" y="8716"/>
                  </a:lnTo>
                  <a:lnTo>
                    <a:pt x="16827" y="8804"/>
                  </a:lnTo>
                  <a:lnTo>
                    <a:pt x="16863" y="8845"/>
                  </a:lnTo>
                  <a:lnTo>
                    <a:pt x="17163" y="9016"/>
                  </a:lnTo>
                  <a:lnTo>
                    <a:pt x="16620" y="10395"/>
                  </a:lnTo>
                  <a:lnTo>
                    <a:pt x="16387" y="10988"/>
                  </a:lnTo>
                  <a:lnTo>
                    <a:pt x="16365" y="11289"/>
                  </a:lnTo>
                  <a:lnTo>
                    <a:pt x="16288" y="11541"/>
                  </a:lnTo>
                  <a:lnTo>
                    <a:pt x="16269" y="11602"/>
                  </a:lnTo>
                  <a:lnTo>
                    <a:pt x="16254" y="11652"/>
                  </a:lnTo>
                  <a:lnTo>
                    <a:pt x="16154" y="11611"/>
                  </a:lnTo>
                  <a:lnTo>
                    <a:pt x="15936" y="11558"/>
                  </a:lnTo>
                  <a:lnTo>
                    <a:pt x="15815" y="11560"/>
                  </a:lnTo>
                  <a:lnTo>
                    <a:pt x="15630" y="11577"/>
                  </a:lnTo>
                  <a:lnTo>
                    <a:pt x="15619" y="11578"/>
                  </a:lnTo>
                  <a:lnTo>
                    <a:pt x="15610" y="11578"/>
                  </a:lnTo>
                  <a:lnTo>
                    <a:pt x="15550" y="11591"/>
                  </a:lnTo>
                  <a:lnTo>
                    <a:pt x="15404" y="11622"/>
                  </a:lnTo>
                  <a:lnTo>
                    <a:pt x="15299" y="11659"/>
                  </a:lnTo>
                  <a:lnTo>
                    <a:pt x="15130" y="11746"/>
                  </a:lnTo>
                  <a:lnTo>
                    <a:pt x="14999" y="11791"/>
                  </a:lnTo>
                  <a:lnTo>
                    <a:pt x="14827" y="11821"/>
                  </a:lnTo>
                  <a:lnTo>
                    <a:pt x="14670" y="11801"/>
                  </a:lnTo>
                  <a:lnTo>
                    <a:pt x="14462" y="11714"/>
                  </a:lnTo>
                  <a:lnTo>
                    <a:pt x="14304" y="11589"/>
                  </a:lnTo>
                  <a:lnTo>
                    <a:pt x="14107" y="11434"/>
                  </a:lnTo>
                  <a:lnTo>
                    <a:pt x="14027" y="11370"/>
                  </a:lnTo>
                  <a:lnTo>
                    <a:pt x="13585" y="11021"/>
                  </a:lnTo>
                  <a:lnTo>
                    <a:pt x="13461" y="10941"/>
                  </a:lnTo>
                  <a:lnTo>
                    <a:pt x="13325" y="10857"/>
                  </a:lnTo>
                  <a:lnTo>
                    <a:pt x="13040" y="10679"/>
                  </a:lnTo>
                  <a:lnTo>
                    <a:pt x="12800" y="10542"/>
                  </a:lnTo>
                  <a:lnTo>
                    <a:pt x="12583" y="10453"/>
                  </a:lnTo>
                  <a:lnTo>
                    <a:pt x="12028" y="10224"/>
                  </a:lnTo>
                  <a:lnTo>
                    <a:pt x="11895" y="10172"/>
                  </a:lnTo>
                  <a:lnTo>
                    <a:pt x="11747" y="10115"/>
                  </a:lnTo>
                  <a:lnTo>
                    <a:pt x="11008" y="9859"/>
                  </a:lnTo>
                  <a:lnTo>
                    <a:pt x="10863" y="9816"/>
                  </a:lnTo>
                  <a:lnTo>
                    <a:pt x="10553" y="9677"/>
                  </a:lnTo>
                  <a:lnTo>
                    <a:pt x="10503" y="9648"/>
                  </a:lnTo>
                  <a:lnTo>
                    <a:pt x="10468" y="9628"/>
                  </a:lnTo>
                  <a:lnTo>
                    <a:pt x="10378" y="9562"/>
                  </a:lnTo>
                  <a:lnTo>
                    <a:pt x="10241" y="9423"/>
                  </a:lnTo>
                  <a:lnTo>
                    <a:pt x="10075" y="9313"/>
                  </a:lnTo>
                  <a:lnTo>
                    <a:pt x="9786" y="9231"/>
                  </a:lnTo>
                  <a:lnTo>
                    <a:pt x="9748" y="9228"/>
                  </a:lnTo>
                  <a:lnTo>
                    <a:pt x="9616" y="9262"/>
                  </a:lnTo>
                  <a:lnTo>
                    <a:pt x="9482" y="9297"/>
                  </a:lnTo>
                  <a:lnTo>
                    <a:pt x="9376" y="9348"/>
                  </a:lnTo>
                  <a:lnTo>
                    <a:pt x="9282" y="9362"/>
                  </a:lnTo>
                  <a:lnTo>
                    <a:pt x="8927" y="9414"/>
                  </a:lnTo>
                  <a:lnTo>
                    <a:pt x="8785" y="9368"/>
                  </a:lnTo>
                  <a:lnTo>
                    <a:pt x="8637" y="9358"/>
                  </a:lnTo>
                  <a:lnTo>
                    <a:pt x="8466" y="9379"/>
                  </a:lnTo>
                  <a:lnTo>
                    <a:pt x="8057" y="9448"/>
                  </a:lnTo>
                  <a:lnTo>
                    <a:pt x="7922" y="9451"/>
                  </a:lnTo>
                  <a:lnTo>
                    <a:pt x="7847" y="9411"/>
                  </a:lnTo>
                  <a:lnTo>
                    <a:pt x="7778" y="9326"/>
                  </a:lnTo>
                  <a:lnTo>
                    <a:pt x="7592" y="8948"/>
                  </a:lnTo>
                  <a:lnTo>
                    <a:pt x="7538" y="8861"/>
                  </a:lnTo>
                  <a:lnTo>
                    <a:pt x="7360" y="8638"/>
                  </a:lnTo>
                  <a:lnTo>
                    <a:pt x="7342" y="8624"/>
                  </a:lnTo>
                  <a:lnTo>
                    <a:pt x="7247" y="8581"/>
                  </a:lnTo>
                  <a:lnTo>
                    <a:pt x="7172" y="8547"/>
                  </a:lnTo>
                  <a:lnTo>
                    <a:pt x="6986" y="8500"/>
                  </a:lnTo>
                  <a:lnTo>
                    <a:pt x="6575" y="8501"/>
                  </a:lnTo>
                  <a:lnTo>
                    <a:pt x="6106" y="8450"/>
                  </a:lnTo>
                  <a:lnTo>
                    <a:pt x="5998" y="8421"/>
                  </a:lnTo>
                  <a:lnTo>
                    <a:pt x="5602" y="8428"/>
                  </a:lnTo>
                  <a:lnTo>
                    <a:pt x="5570" y="8439"/>
                  </a:lnTo>
                  <a:lnTo>
                    <a:pt x="5426" y="8485"/>
                  </a:lnTo>
                  <a:lnTo>
                    <a:pt x="5069" y="8672"/>
                  </a:lnTo>
                  <a:lnTo>
                    <a:pt x="4982" y="8743"/>
                  </a:lnTo>
                  <a:lnTo>
                    <a:pt x="4999" y="8750"/>
                  </a:lnTo>
                  <a:lnTo>
                    <a:pt x="5001" y="8759"/>
                  </a:lnTo>
                  <a:lnTo>
                    <a:pt x="4993" y="8806"/>
                  </a:lnTo>
                  <a:lnTo>
                    <a:pt x="4972" y="8878"/>
                  </a:lnTo>
                  <a:lnTo>
                    <a:pt x="4929" y="8936"/>
                  </a:lnTo>
                  <a:lnTo>
                    <a:pt x="4800" y="8998"/>
                  </a:lnTo>
                  <a:lnTo>
                    <a:pt x="4618" y="9048"/>
                  </a:lnTo>
                  <a:lnTo>
                    <a:pt x="4484" y="9068"/>
                  </a:lnTo>
                  <a:lnTo>
                    <a:pt x="4480" y="9069"/>
                  </a:lnTo>
                  <a:lnTo>
                    <a:pt x="4469" y="9069"/>
                  </a:lnTo>
                  <a:lnTo>
                    <a:pt x="4449" y="9078"/>
                  </a:lnTo>
                  <a:lnTo>
                    <a:pt x="4442" y="9083"/>
                  </a:lnTo>
                  <a:lnTo>
                    <a:pt x="4406" y="9110"/>
                  </a:lnTo>
                  <a:lnTo>
                    <a:pt x="4371" y="9147"/>
                  </a:lnTo>
                  <a:lnTo>
                    <a:pt x="4270" y="9295"/>
                  </a:lnTo>
                  <a:lnTo>
                    <a:pt x="4258" y="9303"/>
                  </a:lnTo>
                  <a:lnTo>
                    <a:pt x="4193" y="9301"/>
                  </a:lnTo>
                  <a:lnTo>
                    <a:pt x="4167" y="9301"/>
                  </a:lnTo>
                  <a:lnTo>
                    <a:pt x="3908" y="9257"/>
                  </a:lnTo>
                  <a:lnTo>
                    <a:pt x="3771" y="9179"/>
                  </a:lnTo>
                  <a:lnTo>
                    <a:pt x="3751" y="9157"/>
                  </a:lnTo>
                  <a:lnTo>
                    <a:pt x="3740" y="9107"/>
                  </a:lnTo>
                  <a:lnTo>
                    <a:pt x="3747" y="9093"/>
                  </a:lnTo>
                  <a:lnTo>
                    <a:pt x="3765" y="9081"/>
                  </a:lnTo>
                  <a:lnTo>
                    <a:pt x="3752" y="8990"/>
                  </a:lnTo>
                  <a:lnTo>
                    <a:pt x="3571" y="8465"/>
                  </a:lnTo>
                  <a:lnTo>
                    <a:pt x="3521" y="8340"/>
                  </a:lnTo>
                  <a:lnTo>
                    <a:pt x="3159" y="7699"/>
                  </a:lnTo>
                  <a:lnTo>
                    <a:pt x="2735" y="7120"/>
                  </a:lnTo>
                  <a:lnTo>
                    <a:pt x="2725" y="7106"/>
                  </a:lnTo>
                  <a:lnTo>
                    <a:pt x="2704" y="7077"/>
                  </a:lnTo>
                  <a:lnTo>
                    <a:pt x="2603" y="6958"/>
                  </a:lnTo>
                  <a:lnTo>
                    <a:pt x="2598" y="6955"/>
                  </a:lnTo>
                  <a:lnTo>
                    <a:pt x="2344" y="6746"/>
                  </a:lnTo>
                  <a:lnTo>
                    <a:pt x="2336" y="6739"/>
                  </a:lnTo>
                  <a:lnTo>
                    <a:pt x="2325" y="6732"/>
                  </a:lnTo>
                  <a:lnTo>
                    <a:pt x="2090" y="6598"/>
                  </a:lnTo>
                  <a:lnTo>
                    <a:pt x="1995" y="6492"/>
                  </a:lnTo>
                  <a:lnTo>
                    <a:pt x="1894" y="6350"/>
                  </a:lnTo>
                  <a:lnTo>
                    <a:pt x="1793" y="6184"/>
                  </a:lnTo>
                  <a:lnTo>
                    <a:pt x="1771" y="5957"/>
                  </a:lnTo>
                  <a:lnTo>
                    <a:pt x="1783" y="5863"/>
                  </a:lnTo>
                  <a:lnTo>
                    <a:pt x="1823" y="5764"/>
                  </a:lnTo>
                  <a:lnTo>
                    <a:pt x="1861" y="5712"/>
                  </a:lnTo>
                  <a:lnTo>
                    <a:pt x="1911" y="5651"/>
                  </a:lnTo>
                  <a:lnTo>
                    <a:pt x="1973" y="5616"/>
                  </a:lnTo>
                  <a:lnTo>
                    <a:pt x="2121" y="5556"/>
                  </a:lnTo>
                  <a:lnTo>
                    <a:pt x="2127" y="5552"/>
                  </a:lnTo>
                  <a:lnTo>
                    <a:pt x="2176" y="5514"/>
                  </a:lnTo>
                  <a:lnTo>
                    <a:pt x="2233" y="5471"/>
                  </a:lnTo>
                  <a:lnTo>
                    <a:pt x="2249" y="5453"/>
                  </a:lnTo>
                  <a:lnTo>
                    <a:pt x="2264" y="5436"/>
                  </a:lnTo>
                  <a:lnTo>
                    <a:pt x="2292" y="5389"/>
                  </a:lnTo>
                  <a:lnTo>
                    <a:pt x="2308" y="5362"/>
                  </a:lnTo>
                  <a:lnTo>
                    <a:pt x="2311" y="5358"/>
                  </a:lnTo>
                  <a:lnTo>
                    <a:pt x="2312" y="5350"/>
                  </a:lnTo>
                  <a:lnTo>
                    <a:pt x="2322" y="5305"/>
                  </a:lnTo>
                  <a:lnTo>
                    <a:pt x="2325" y="5289"/>
                  </a:lnTo>
                  <a:lnTo>
                    <a:pt x="2324" y="5263"/>
                  </a:lnTo>
                  <a:lnTo>
                    <a:pt x="2321" y="5214"/>
                  </a:lnTo>
                  <a:lnTo>
                    <a:pt x="2287" y="5142"/>
                  </a:lnTo>
                  <a:lnTo>
                    <a:pt x="2221" y="5087"/>
                  </a:lnTo>
                  <a:lnTo>
                    <a:pt x="2213" y="5081"/>
                  </a:lnTo>
                  <a:lnTo>
                    <a:pt x="2155" y="5055"/>
                  </a:lnTo>
                  <a:lnTo>
                    <a:pt x="2141" y="5024"/>
                  </a:lnTo>
                  <a:lnTo>
                    <a:pt x="2170" y="4952"/>
                  </a:lnTo>
                  <a:lnTo>
                    <a:pt x="2186" y="4910"/>
                  </a:lnTo>
                  <a:lnTo>
                    <a:pt x="2200" y="4840"/>
                  </a:lnTo>
                  <a:lnTo>
                    <a:pt x="2212" y="4780"/>
                  </a:lnTo>
                  <a:lnTo>
                    <a:pt x="2201" y="4222"/>
                  </a:lnTo>
                  <a:lnTo>
                    <a:pt x="2121" y="3919"/>
                  </a:lnTo>
                  <a:lnTo>
                    <a:pt x="1795" y="3478"/>
                  </a:lnTo>
                  <a:lnTo>
                    <a:pt x="1592" y="3252"/>
                  </a:lnTo>
                  <a:lnTo>
                    <a:pt x="1522" y="3146"/>
                  </a:lnTo>
                  <a:lnTo>
                    <a:pt x="1481" y="3098"/>
                  </a:lnTo>
                  <a:lnTo>
                    <a:pt x="1124" y="2678"/>
                  </a:lnTo>
                  <a:lnTo>
                    <a:pt x="854" y="2257"/>
                  </a:lnTo>
                  <a:lnTo>
                    <a:pt x="842" y="2169"/>
                  </a:lnTo>
                  <a:lnTo>
                    <a:pt x="849" y="2058"/>
                  </a:lnTo>
                  <a:lnTo>
                    <a:pt x="820" y="2041"/>
                  </a:lnTo>
                  <a:lnTo>
                    <a:pt x="746" y="2014"/>
                  </a:lnTo>
                  <a:lnTo>
                    <a:pt x="739" y="1975"/>
                  </a:lnTo>
                  <a:lnTo>
                    <a:pt x="729" y="1906"/>
                  </a:lnTo>
                  <a:lnTo>
                    <a:pt x="770" y="1894"/>
                  </a:lnTo>
                  <a:lnTo>
                    <a:pt x="826" y="1889"/>
                  </a:lnTo>
                  <a:lnTo>
                    <a:pt x="762" y="1805"/>
                  </a:lnTo>
                  <a:lnTo>
                    <a:pt x="598" y="1544"/>
                  </a:lnTo>
                  <a:lnTo>
                    <a:pt x="524" y="1469"/>
                  </a:lnTo>
                  <a:lnTo>
                    <a:pt x="311" y="1260"/>
                  </a:lnTo>
                  <a:lnTo>
                    <a:pt x="81" y="1137"/>
                  </a:lnTo>
                  <a:lnTo>
                    <a:pt x="35" y="1088"/>
                  </a:lnTo>
                  <a:lnTo>
                    <a:pt x="0" y="843"/>
                  </a:lnTo>
                  <a:lnTo>
                    <a:pt x="98" y="600"/>
                  </a:lnTo>
                  <a:lnTo>
                    <a:pt x="114" y="576"/>
                  </a:lnTo>
                  <a:lnTo>
                    <a:pt x="349" y="401"/>
                  </a:lnTo>
                  <a:lnTo>
                    <a:pt x="390" y="338"/>
                  </a:lnTo>
                  <a:lnTo>
                    <a:pt x="609" y="0"/>
                  </a:lnTo>
                  <a:lnTo>
                    <a:pt x="619" y="2"/>
                  </a:lnTo>
                  <a:lnTo>
                    <a:pt x="667" y="17"/>
                  </a:lnTo>
                  <a:lnTo>
                    <a:pt x="741" y="39"/>
                  </a:lnTo>
                  <a:lnTo>
                    <a:pt x="1632" y="482"/>
                  </a:lnTo>
                  <a:lnTo>
                    <a:pt x="1743" y="613"/>
                  </a:lnTo>
                  <a:lnTo>
                    <a:pt x="1763" y="661"/>
                  </a:lnTo>
                  <a:lnTo>
                    <a:pt x="1693" y="828"/>
                  </a:lnTo>
                  <a:lnTo>
                    <a:pt x="1718" y="909"/>
                  </a:lnTo>
                  <a:lnTo>
                    <a:pt x="1723" y="92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9355788" y="2061911"/>
              <a:ext cx="2019" cy="1781"/>
            </a:xfrm>
            <a:custGeom>
              <a:avLst/>
              <a:pathLst>
                <a:path w="2019" h="1781">
                  <a:moveTo>
                    <a:pt x="1797" y="353"/>
                  </a:moveTo>
                  <a:lnTo>
                    <a:pt x="1919" y="475"/>
                  </a:lnTo>
                  <a:lnTo>
                    <a:pt x="1987" y="470"/>
                  </a:lnTo>
                  <a:lnTo>
                    <a:pt x="2019" y="553"/>
                  </a:lnTo>
                  <a:lnTo>
                    <a:pt x="1993" y="649"/>
                  </a:lnTo>
                  <a:lnTo>
                    <a:pt x="1931" y="883"/>
                  </a:lnTo>
                  <a:lnTo>
                    <a:pt x="1872" y="958"/>
                  </a:lnTo>
                  <a:lnTo>
                    <a:pt x="960" y="1627"/>
                  </a:lnTo>
                  <a:lnTo>
                    <a:pt x="855" y="1674"/>
                  </a:lnTo>
                  <a:lnTo>
                    <a:pt x="647" y="1765"/>
                  </a:lnTo>
                  <a:lnTo>
                    <a:pt x="587" y="1779"/>
                  </a:lnTo>
                  <a:lnTo>
                    <a:pt x="374" y="1781"/>
                  </a:lnTo>
                  <a:lnTo>
                    <a:pt x="353" y="1776"/>
                  </a:lnTo>
                  <a:lnTo>
                    <a:pt x="332" y="1735"/>
                  </a:lnTo>
                  <a:lnTo>
                    <a:pt x="323" y="1676"/>
                  </a:lnTo>
                  <a:lnTo>
                    <a:pt x="341" y="1639"/>
                  </a:lnTo>
                  <a:lnTo>
                    <a:pt x="361" y="1635"/>
                  </a:lnTo>
                  <a:lnTo>
                    <a:pt x="375" y="1546"/>
                  </a:lnTo>
                  <a:lnTo>
                    <a:pt x="373" y="1541"/>
                  </a:lnTo>
                  <a:lnTo>
                    <a:pt x="34" y="878"/>
                  </a:lnTo>
                  <a:lnTo>
                    <a:pt x="1" y="737"/>
                  </a:lnTo>
                  <a:lnTo>
                    <a:pt x="0" y="712"/>
                  </a:lnTo>
                  <a:lnTo>
                    <a:pt x="33" y="663"/>
                  </a:lnTo>
                  <a:lnTo>
                    <a:pt x="88" y="610"/>
                  </a:lnTo>
                  <a:lnTo>
                    <a:pt x="124" y="587"/>
                  </a:lnTo>
                  <a:lnTo>
                    <a:pt x="253" y="560"/>
                  </a:lnTo>
                  <a:lnTo>
                    <a:pt x="302" y="617"/>
                  </a:lnTo>
                  <a:lnTo>
                    <a:pt x="446" y="636"/>
                  </a:lnTo>
                  <a:lnTo>
                    <a:pt x="495" y="588"/>
                  </a:lnTo>
                  <a:lnTo>
                    <a:pt x="644" y="342"/>
                  </a:lnTo>
                  <a:lnTo>
                    <a:pt x="801" y="178"/>
                  </a:lnTo>
                  <a:lnTo>
                    <a:pt x="873" y="160"/>
                  </a:lnTo>
                  <a:lnTo>
                    <a:pt x="1174" y="82"/>
                  </a:lnTo>
                  <a:lnTo>
                    <a:pt x="1219" y="70"/>
                  </a:lnTo>
                  <a:lnTo>
                    <a:pt x="1436" y="17"/>
                  </a:lnTo>
                  <a:lnTo>
                    <a:pt x="1584" y="0"/>
                  </a:lnTo>
                  <a:lnTo>
                    <a:pt x="1564" y="47"/>
                  </a:lnTo>
                  <a:lnTo>
                    <a:pt x="1566" y="57"/>
                  </a:lnTo>
                  <a:lnTo>
                    <a:pt x="1587" y="88"/>
                  </a:lnTo>
                  <a:lnTo>
                    <a:pt x="1648" y="179"/>
                  </a:lnTo>
                  <a:lnTo>
                    <a:pt x="1792" y="348"/>
                  </a:lnTo>
                  <a:lnTo>
                    <a:pt x="1797" y="35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9361212" y="2061876"/>
              <a:ext cx="2889" cy="2982"/>
            </a:xfrm>
            <a:custGeom>
              <a:avLst/>
              <a:pathLst>
                <a:path w="2889" h="2982">
                  <a:moveTo>
                    <a:pt x="1428" y="415"/>
                  </a:moveTo>
                  <a:lnTo>
                    <a:pt x="1456" y="449"/>
                  </a:lnTo>
                  <a:lnTo>
                    <a:pt x="1506" y="446"/>
                  </a:lnTo>
                  <a:lnTo>
                    <a:pt x="1644" y="419"/>
                  </a:lnTo>
                  <a:lnTo>
                    <a:pt x="1671" y="391"/>
                  </a:lnTo>
                  <a:lnTo>
                    <a:pt x="1845" y="347"/>
                  </a:lnTo>
                  <a:lnTo>
                    <a:pt x="1973" y="351"/>
                  </a:lnTo>
                  <a:lnTo>
                    <a:pt x="2149" y="357"/>
                  </a:lnTo>
                  <a:lnTo>
                    <a:pt x="2214" y="403"/>
                  </a:lnTo>
                  <a:lnTo>
                    <a:pt x="2621" y="608"/>
                  </a:lnTo>
                  <a:lnTo>
                    <a:pt x="2682" y="587"/>
                  </a:lnTo>
                  <a:lnTo>
                    <a:pt x="2700" y="557"/>
                  </a:lnTo>
                  <a:lnTo>
                    <a:pt x="2698" y="541"/>
                  </a:lnTo>
                  <a:lnTo>
                    <a:pt x="2674" y="522"/>
                  </a:lnTo>
                  <a:lnTo>
                    <a:pt x="2664" y="450"/>
                  </a:lnTo>
                  <a:lnTo>
                    <a:pt x="2727" y="452"/>
                  </a:lnTo>
                  <a:lnTo>
                    <a:pt x="2757" y="464"/>
                  </a:lnTo>
                  <a:lnTo>
                    <a:pt x="2799" y="527"/>
                  </a:lnTo>
                  <a:lnTo>
                    <a:pt x="2808" y="559"/>
                  </a:lnTo>
                  <a:lnTo>
                    <a:pt x="2889" y="849"/>
                  </a:lnTo>
                  <a:lnTo>
                    <a:pt x="2865" y="857"/>
                  </a:lnTo>
                  <a:lnTo>
                    <a:pt x="2725" y="838"/>
                  </a:lnTo>
                  <a:lnTo>
                    <a:pt x="2711" y="825"/>
                  </a:lnTo>
                  <a:lnTo>
                    <a:pt x="2706" y="801"/>
                  </a:lnTo>
                  <a:lnTo>
                    <a:pt x="2696" y="791"/>
                  </a:lnTo>
                  <a:lnTo>
                    <a:pt x="2681" y="786"/>
                  </a:lnTo>
                  <a:lnTo>
                    <a:pt x="2649" y="791"/>
                  </a:lnTo>
                  <a:lnTo>
                    <a:pt x="2557" y="856"/>
                  </a:lnTo>
                  <a:lnTo>
                    <a:pt x="2532" y="881"/>
                  </a:lnTo>
                  <a:lnTo>
                    <a:pt x="2535" y="909"/>
                  </a:lnTo>
                  <a:lnTo>
                    <a:pt x="2542" y="924"/>
                  </a:lnTo>
                  <a:lnTo>
                    <a:pt x="2561" y="948"/>
                  </a:lnTo>
                  <a:lnTo>
                    <a:pt x="2581" y="1007"/>
                  </a:lnTo>
                  <a:lnTo>
                    <a:pt x="2570" y="1017"/>
                  </a:lnTo>
                  <a:lnTo>
                    <a:pt x="2538" y="1017"/>
                  </a:lnTo>
                  <a:lnTo>
                    <a:pt x="2501" y="1009"/>
                  </a:lnTo>
                  <a:lnTo>
                    <a:pt x="2471" y="1009"/>
                  </a:lnTo>
                  <a:lnTo>
                    <a:pt x="2459" y="1025"/>
                  </a:lnTo>
                  <a:lnTo>
                    <a:pt x="2458" y="1043"/>
                  </a:lnTo>
                  <a:lnTo>
                    <a:pt x="2462" y="1060"/>
                  </a:lnTo>
                  <a:lnTo>
                    <a:pt x="2476" y="1082"/>
                  </a:lnTo>
                  <a:lnTo>
                    <a:pt x="2502" y="1093"/>
                  </a:lnTo>
                  <a:lnTo>
                    <a:pt x="2520" y="1104"/>
                  </a:lnTo>
                  <a:lnTo>
                    <a:pt x="2548" y="1111"/>
                  </a:lnTo>
                  <a:lnTo>
                    <a:pt x="2569" y="1113"/>
                  </a:lnTo>
                  <a:lnTo>
                    <a:pt x="2567" y="1126"/>
                  </a:lnTo>
                  <a:lnTo>
                    <a:pt x="2571" y="1132"/>
                  </a:lnTo>
                  <a:lnTo>
                    <a:pt x="2584" y="1140"/>
                  </a:lnTo>
                  <a:lnTo>
                    <a:pt x="2625" y="1143"/>
                  </a:lnTo>
                  <a:lnTo>
                    <a:pt x="2641" y="1152"/>
                  </a:lnTo>
                  <a:lnTo>
                    <a:pt x="2641" y="1157"/>
                  </a:lnTo>
                  <a:lnTo>
                    <a:pt x="2637" y="1164"/>
                  </a:lnTo>
                  <a:lnTo>
                    <a:pt x="2640" y="1169"/>
                  </a:lnTo>
                  <a:lnTo>
                    <a:pt x="2653" y="1176"/>
                  </a:lnTo>
                  <a:lnTo>
                    <a:pt x="2700" y="1181"/>
                  </a:lnTo>
                  <a:lnTo>
                    <a:pt x="2728" y="1188"/>
                  </a:lnTo>
                  <a:lnTo>
                    <a:pt x="2737" y="1200"/>
                  </a:lnTo>
                  <a:lnTo>
                    <a:pt x="2737" y="1212"/>
                  </a:lnTo>
                  <a:lnTo>
                    <a:pt x="2712" y="1236"/>
                  </a:lnTo>
                  <a:lnTo>
                    <a:pt x="2671" y="1270"/>
                  </a:lnTo>
                  <a:lnTo>
                    <a:pt x="2634" y="1303"/>
                  </a:lnTo>
                  <a:lnTo>
                    <a:pt x="2584" y="1332"/>
                  </a:lnTo>
                  <a:lnTo>
                    <a:pt x="2568" y="1328"/>
                  </a:lnTo>
                  <a:lnTo>
                    <a:pt x="2568" y="1321"/>
                  </a:lnTo>
                  <a:lnTo>
                    <a:pt x="2569" y="1315"/>
                  </a:lnTo>
                  <a:lnTo>
                    <a:pt x="2610" y="1275"/>
                  </a:lnTo>
                  <a:lnTo>
                    <a:pt x="2614" y="1260"/>
                  </a:lnTo>
                  <a:lnTo>
                    <a:pt x="2605" y="1247"/>
                  </a:lnTo>
                  <a:lnTo>
                    <a:pt x="2575" y="1217"/>
                  </a:lnTo>
                  <a:lnTo>
                    <a:pt x="2523" y="1188"/>
                  </a:lnTo>
                  <a:lnTo>
                    <a:pt x="2476" y="1188"/>
                  </a:lnTo>
                  <a:lnTo>
                    <a:pt x="2454" y="1211"/>
                  </a:lnTo>
                  <a:lnTo>
                    <a:pt x="2440" y="1250"/>
                  </a:lnTo>
                  <a:lnTo>
                    <a:pt x="2423" y="1254"/>
                  </a:lnTo>
                  <a:lnTo>
                    <a:pt x="2406" y="1241"/>
                  </a:lnTo>
                  <a:lnTo>
                    <a:pt x="2355" y="1205"/>
                  </a:lnTo>
                  <a:lnTo>
                    <a:pt x="2354" y="1184"/>
                  </a:lnTo>
                  <a:lnTo>
                    <a:pt x="2363" y="1161"/>
                  </a:lnTo>
                  <a:lnTo>
                    <a:pt x="2360" y="1147"/>
                  </a:lnTo>
                  <a:lnTo>
                    <a:pt x="2352" y="1142"/>
                  </a:lnTo>
                  <a:lnTo>
                    <a:pt x="2341" y="1124"/>
                  </a:lnTo>
                  <a:lnTo>
                    <a:pt x="2329" y="1119"/>
                  </a:lnTo>
                  <a:lnTo>
                    <a:pt x="2310" y="1116"/>
                  </a:lnTo>
                  <a:lnTo>
                    <a:pt x="2300" y="1117"/>
                  </a:lnTo>
                  <a:lnTo>
                    <a:pt x="2264" y="1127"/>
                  </a:lnTo>
                  <a:lnTo>
                    <a:pt x="2268" y="1148"/>
                  </a:lnTo>
                  <a:lnTo>
                    <a:pt x="2258" y="1160"/>
                  </a:lnTo>
                  <a:lnTo>
                    <a:pt x="2237" y="1168"/>
                  </a:lnTo>
                  <a:lnTo>
                    <a:pt x="2214" y="1172"/>
                  </a:lnTo>
                  <a:lnTo>
                    <a:pt x="2219" y="1181"/>
                  </a:lnTo>
                  <a:lnTo>
                    <a:pt x="2211" y="1188"/>
                  </a:lnTo>
                  <a:lnTo>
                    <a:pt x="2204" y="1181"/>
                  </a:lnTo>
                  <a:lnTo>
                    <a:pt x="2201" y="1174"/>
                  </a:lnTo>
                  <a:lnTo>
                    <a:pt x="2184" y="1163"/>
                  </a:lnTo>
                  <a:lnTo>
                    <a:pt x="2174" y="1161"/>
                  </a:lnTo>
                  <a:lnTo>
                    <a:pt x="2144" y="1164"/>
                  </a:lnTo>
                  <a:lnTo>
                    <a:pt x="2130" y="1169"/>
                  </a:lnTo>
                  <a:lnTo>
                    <a:pt x="2087" y="1188"/>
                  </a:lnTo>
                  <a:lnTo>
                    <a:pt x="1899" y="1380"/>
                  </a:lnTo>
                  <a:lnTo>
                    <a:pt x="1833" y="1447"/>
                  </a:lnTo>
                  <a:lnTo>
                    <a:pt x="1698" y="1603"/>
                  </a:lnTo>
                  <a:lnTo>
                    <a:pt x="1648" y="1661"/>
                  </a:lnTo>
                  <a:lnTo>
                    <a:pt x="1647" y="1715"/>
                  </a:lnTo>
                  <a:lnTo>
                    <a:pt x="1694" y="1796"/>
                  </a:lnTo>
                  <a:lnTo>
                    <a:pt x="1790" y="1847"/>
                  </a:lnTo>
                  <a:lnTo>
                    <a:pt x="1839" y="1862"/>
                  </a:lnTo>
                  <a:lnTo>
                    <a:pt x="1695" y="2141"/>
                  </a:lnTo>
                  <a:lnTo>
                    <a:pt x="1347" y="2396"/>
                  </a:lnTo>
                  <a:lnTo>
                    <a:pt x="1167" y="2763"/>
                  </a:lnTo>
                  <a:lnTo>
                    <a:pt x="1083" y="2876"/>
                  </a:lnTo>
                  <a:lnTo>
                    <a:pt x="877" y="2982"/>
                  </a:lnTo>
                  <a:lnTo>
                    <a:pt x="825" y="2975"/>
                  </a:lnTo>
                  <a:lnTo>
                    <a:pt x="810" y="2970"/>
                  </a:lnTo>
                  <a:lnTo>
                    <a:pt x="700" y="2898"/>
                  </a:lnTo>
                  <a:lnTo>
                    <a:pt x="393" y="2613"/>
                  </a:lnTo>
                  <a:lnTo>
                    <a:pt x="357" y="2581"/>
                  </a:lnTo>
                  <a:lnTo>
                    <a:pt x="140" y="2180"/>
                  </a:lnTo>
                  <a:lnTo>
                    <a:pt x="121" y="2108"/>
                  </a:lnTo>
                  <a:lnTo>
                    <a:pt x="37" y="1789"/>
                  </a:lnTo>
                  <a:lnTo>
                    <a:pt x="8" y="1659"/>
                  </a:lnTo>
                  <a:lnTo>
                    <a:pt x="0" y="1621"/>
                  </a:lnTo>
                  <a:lnTo>
                    <a:pt x="88" y="1137"/>
                  </a:lnTo>
                  <a:lnTo>
                    <a:pt x="279" y="536"/>
                  </a:lnTo>
                  <a:lnTo>
                    <a:pt x="320" y="486"/>
                  </a:lnTo>
                  <a:lnTo>
                    <a:pt x="1033" y="125"/>
                  </a:lnTo>
                  <a:lnTo>
                    <a:pt x="1389" y="0"/>
                  </a:lnTo>
                  <a:lnTo>
                    <a:pt x="1422" y="7"/>
                  </a:lnTo>
                  <a:lnTo>
                    <a:pt x="1432" y="20"/>
                  </a:lnTo>
                  <a:lnTo>
                    <a:pt x="1376" y="83"/>
                  </a:lnTo>
                  <a:lnTo>
                    <a:pt x="1386" y="194"/>
                  </a:lnTo>
                  <a:lnTo>
                    <a:pt x="1401" y="356"/>
                  </a:lnTo>
                  <a:lnTo>
                    <a:pt x="1428" y="41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9360466" y="2060793"/>
              <a:ext cx="981" cy="694"/>
            </a:xfrm>
            <a:custGeom>
              <a:avLst/>
              <a:pathLst>
                <a:path w="981" h="694">
                  <a:moveTo>
                    <a:pt x="103" y="694"/>
                  </a:moveTo>
                  <a:lnTo>
                    <a:pt x="4" y="678"/>
                  </a:lnTo>
                  <a:lnTo>
                    <a:pt x="0" y="372"/>
                  </a:lnTo>
                  <a:lnTo>
                    <a:pt x="5" y="342"/>
                  </a:lnTo>
                  <a:lnTo>
                    <a:pt x="15" y="307"/>
                  </a:lnTo>
                  <a:lnTo>
                    <a:pt x="28" y="273"/>
                  </a:lnTo>
                  <a:lnTo>
                    <a:pt x="49" y="247"/>
                  </a:lnTo>
                  <a:lnTo>
                    <a:pt x="92" y="201"/>
                  </a:lnTo>
                  <a:lnTo>
                    <a:pt x="139" y="166"/>
                  </a:lnTo>
                  <a:lnTo>
                    <a:pt x="357" y="24"/>
                  </a:lnTo>
                  <a:lnTo>
                    <a:pt x="607" y="0"/>
                  </a:lnTo>
                  <a:lnTo>
                    <a:pt x="824" y="87"/>
                  </a:lnTo>
                  <a:lnTo>
                    <a:pt x="981" y="206"/>
                  </a:lnTo>
                  <a:lnTo>
                    <a:pt x="945" y="258"/>
                  </a:lnTo>
                  <a:lnTo>
                    <a:pt x="713" y="288"/>
                  </a:lnTo>
                  <a:lnTo>
                    <a:pt x="586" y="353"/>
                  </a:lnTo>
                  <a:lnTo>
                    <a:pt x="535" y="434"/>
                  </a:lnTo>
                  <a:lnTo>
                    <a:pt x="516" y="483"/>
                  </a:lnTo>
                  <a:lnTo>
                    <a:pt x="435" y="544"/>
                  </a:lnTo>
                  <a:lnTo>
                    <a:pt x="103" y="6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9387484" y="2064654"/>
              <a:ext cx="1189" cy="890"/>
            </a:xfrm>
            <a:custGeom>
              <a:avLst/>
              <a:pathLst>
                <a:path w="1189" h="890">
                  <a:moveTo>
                    <a:pt x="921" y="787"/>
                  </a:moveTo>
                  <a:lnTo>
                    <a:pt x="878" y="791"/>
                  </a:lnTo>
                  <a:lnTo>
                    <a:pt x="804" y="783"/>
                  </a:lnTo>
                  <a:lnTo>
                    <a:pt x="707" y="767"/>
                  </a:lnTo>
                  <a:lnTo>
                    <a:pt x="634" y="741"/>
                  </a:lnTo>
                  <a:lnTo>
                    <a:pt x="472" y="770"/>
                  </a:lnTo>
                  <a:lnTo>
                    <a:pt x="416" y="844"/>
                  </a:lnTo>
                  <a:lnTo>
                    <a:pt x="435" y="890"/>
                  </a:lnTo>
                  <a:lnTo>
                    <a:pt x="358" y="881"/>
                  </a:lnTo>
                  <a:lnTo>
                    <a:pt x="318" y="869"/>
                  </a:lnTo>
                  <a:lnTo>
                    <a:pt x="252" y="818"/>
                  </a:lnTo>
                  <a:lnTo>
                    <a:pt x="65" y="556"/>
                  </a:lnTo>
                  <a:lnTo>
                    <a:pt x="26" y="463"/>
                  </a:lnTo>
                  <a:lnTo>
                    <a:pt x="21" y="390"/>
                  </a:lnTo>
                  <a:lnTo>
                    <a:pt x="0" y="104"/>
                  </a:lnTo>
                  <a:lnTo>
                    <a:pt x="93" y="8"/>
                  </a:lnTo>
                  <a:lnTo>
                    <a:pt x="96" y="0"/>
                  </a:lnTo>
                  <a:lnTo>
                    <a:pt x="158" y="21"/>
                  </a:lnTo>
                  <a:lnTo>
                    <a:pt x="567" y="178"/>
                  </a:lnTo>
                  <a:lnTo>
                    <a:pt x="812" y="320"/>
                  </a:lnTo>
                  <a:lnTo>
                    <a:pt x="1136" y="672"/>
                  </a:lnTo>
                  <a:lnTo>
                    <a:pt x="1188" y="728"/>
                  </a:lnTo>
                  <a:lnTo>
                    <a:pt x="1189" y="743"/>
                  </a:lnTo>
                  <a:lnTo>
                    <a:pt x="1003" y="781"/>
                  </a:lnTo>
                  <a:lnTo>
                    <a:pt x="921" y="78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9362735" y="2060411"/>
              <a:ext cx="1077" cy="824"/>
            </a:xfrm>
            <a:custGeom>
              <a:avLst/>
              <a:pathLst>
                <a:path w="1077" h="824">
                  <a:moveTo>
                    <a:pt x="1019" y="487"/>
                  </a:moveTo>
                  <a:lnTo>
                    <a:pt x="1073" y="695"/>
                  </a:lnTo>
                  <a:lnTo>
                    <a:pt x="1077" y="719"/>
                  </a:lnTo>
                  <a:lnTo>
                    <a:pt x="1040" y="735"/>
                  </a:lnTo>
                  <a:lnTo>
                    <a:pt x="1025" y="739"/>
                  </a:lnTo>
                  <a:lnTo>
                    <a:pt x="840" y="778"/>
                  </a:lnTo>
                  <a:lnTo>
                    <a:pt x="626" y="823"/>
                  </a:lnTo>
                  <a:lnTo>
                    <a:pt x="470" y="824"/>
                  </a:lnTo>
                  <a:lnTo>
                    <a:pt x="393" y="780"/>
                  </a:lnTo>
                  <a:lnTo>
                    <a:pt x="407" y="751"/>
                  </a:lnTo>
                  <a:lnTo>
                    <a:pt x="423" y="718"/>
                  </a:lnTo>
                  <a:lnTo>
                    <a:pt x="422" y="645"/>
                  </a:lnTo>
                  <a:lnTo>
                    <a:pt x="347" y="553"/>
                  </a:lnTo>
                  <a:lnTo>
                    <a:pt x="294" y="537"/>
                  </a:lnTo>
                  <a:lnTo>
                    <a:pt x="11" y="654"/>
                  </a:lnTo>
                  <a:lnTo>
                    <a:pt x="7" y="637"/>
                  </a:lnTo>
                  <a:lnTo>
                    <a:pt x="0" y="225"/>
                  </a:lnTo>
                  <a:lnTo>
                    <a:pt x="0" y="131"/>
                  </a:lnTo>
                  <a:lnTo>
                    <a:pt x="103" y="64"/>
                  </a:lnTo>
                  <a:lnTo>
                    <a:pt x="308" y="1"/>
                  </a:lnTo>
                  <a:lnTo>
                    <a:pt x="509" y="0"/>
                  </a:lnTo>
                  <a:lnTo>
                    <a:pt x="807" y="139"/>
                  </a:lnTo>
                  <a:lnTo>
                    <a:pt x="881" y="196"/>
                  </a:lnTo>
                  <a:lnTo>
                    <a:pt x="888" y="204"/>
                  </a:lnTo>
                  <a:lnTo>
                    <a:pt x="1019" y="48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9364700" y="2060281"/>
              <a:ext cx="788" cy="728"/>
            </a:xfrm>
            <a:custGeom>
              <a:avLst/>
              <a:pathLst>
                <a:path w="788" h="728">
                  <a:moveTo>
                    <a:pt x="788" y="594"/>
                  </a:moveTo>
                  <a:lnTo>
                    <a:pt x="775" y="694"/>
                  </a:lnTo>
                  <a:lnTo>
                    <a:pt x="723" y="728"/>
                  </a:lnTo>
                  <a:lnTo>
                    <a:pt x="697" y="721"/>
                  </a:lnTo>
                  <a:lnTo>
                    <a:pt x="489" y="615"/>
                  </a:lnTo>
                  <a:lnTo>
                    <a:pt x="125" y="560"/>
                  </a:lnTo>
                  <a:lnTo>
                    <a:pt x="104" y="546"/>
                  </a:lnTo>
                  <a:lnTo>
                    <a:pt x="0" y="384"/>
                  </a:lnTo>
                  <a:lnTo>
                    <a:pt x="11" y="240"/>
                  </a:lnTo>
                  <a:lnTo>
                    <a:pt x="19" y="222"/>
                  </a:lnTo>
                  <a:lnTo>
                    <a:pt x="84" y="163"/>
                  </a:lnTo>
                  <a:lnTo>
                    <a:pt x="255" y="10"/>
                  </a:lnTo>
                  <a:lnTo>
                    <a:pt x="295" y="0"/>
                  </a:lnTo>
                  <a:lnTo>
                    <a:pt x="468" y="12"/>
                  </a:lnTo>
                  <a:lnTo>
                    <a:pt x="486" y="21"/>
                  </a:lnTo>
                  <a:lnTo>
                    <a:pt x="720" y="301"/>
                  </a:lnTo>
                  <a:lnTo>
                    <a:pt x="759" y="386"/>
                  </a:lnTo>
                  <a:lnTo>
                    <a:pt x="788" y="5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9363988" y="2060070"/>
              <a:ext cx="391" cy="351"/>
            </a:xfrm>
            <a:custGeom>
              <a:avLst/>
              <a:pathLst>
                <a:path w="391" h="351">
                  <a:moveTo>
                    <a:pt x="263" y="301"/>
                  </a:moveTo>
                  <a:lnTo>
                    <a:pt x="218" y="322"/>
                  </a:lnTo>
                  <a:lnTo>
                    <a:pt x="210" y="329"/>
                  </a:lnTo>
                  <a:lnTo>
                    <a:pt x="196" y="329"/>
                  </a:lnTo>
                  <a:lnTo>
                    <a:pt x="180" y="330"/>
                  </a:lnTo>
                  <a:lnTo>
                    <a:pt x="168" y="334"/>
                  </a:lnTo>
                  <a:lnTo>
                    <a:pt x="160" y="331"/>
                  </a:lnTo>
                  <a:lnTo>
                    <a:pt x="156" y="303"/>
                  </a:lnTo>
                  <a:lnTo>
                    <a:pt x="144" y="288"/>
                  </a:lnTo>
                  <a:lnTo>
                    <a:pt x="138" y="286"/>
                  </a:lnTo>
                  <a:lnTo>
                    <a:pt x="122" y="290"/>
                  </a:lnTo>
                  <a:lnTo>
                    <a:pt x="118" y="298"/>
                  </a:lnTo>
                  <a:lnTo>
                    <a:pt x="106" y="301"/>
                  </a:lnTo>
                  <a:lnTo>
                    <a:pt x="90" y="309"/>
                  </a:lnTo>
                  <a:lnTo>
                    <a:pt x="84" y="327"/>
                  </a:lnTo>
                  <a:lnTo>
                    <a:pt x="84" y="334"/>
                  </a:lnTo>
                  <a:lnTo>
                    <a:pt x="80" y="339"/>
                  </a:lnTo>
                  <a:lnTo>
                    <a:pt x="74" y="336"/>
                  </a:lnTo>
                  <a:lnTo>
                    <a:pt x="67" y="336"/>
                  </a:lnTo>
                  <a:lnTo>
                    <a:pt x="58" y="345"/>
                  </a:lnTo>
                  <a:lnTo>
                    <a:pt x="40" y="348"/>
                  </a:lnTo>
                  <a:lnTo>
                    <a:pt x="27" y="351"/>
                  </a:lnTo>
                  <a:lnTo>
                    <a:pt x="2" y="344"/>
                  </a:lnTo>
                  <a:lnTo>
                    <a:pt x="0" y="334"/>
                  </a:lnTo>
                  <a:lnTo>
                    <a:pt x="1" y="323"/>
                  </a:lnTo>
                  <a:lnTo>
                    <a:pt x="9" y="320"/>
                  </a:lnTo>
                  <a:lnTo>
                    <a:pt x="8" y="314"/>
                  </a:lnTo>
                  <a:lnTo>
                    <a:pt x="9" y="304"/>
                  </a:lnTo>
                  <a:lnTo>
                    <a:pt x="15" y="294"/>
                  </a:lnTo>
                  <a:lnTo>
                    <a:pt x="24" y="272"/>
                  </a:lnTo>
                  <a:lnTo>
                    <a:pt x="27" y="256"/>
                  </a:lnTo>
                  <a:lnTo>
                    <a:pt x="26" y="237"/>
                  </a:lnTo>
                  <a:lnTo>
                    <a:pt x="28" y="224"/>
                  </a:lnTo>
                  <a:lnTo>
                    <a:pt x="31" y="209"/>
                  </a:lnTo>
                  <a:lnTo>
                    <a:pt x="47" y="208"/>
                  </a:lnTo>
                  <a:lnTo>
                    <a:pt x="50" y="188"/>
                  </a:lnTo>
                  <a:lnTo>
                    <a:pt x="51" y="173"/>
                  </a:lnTo>
                  <a:lnTo>
                    <a:pt x="24" y="126"/>
                  </a:lnTo>
                  <a:lnTo>
                    <a:pt x="16" y="112"/>
                  </a:lnTo>
                  <a:lnTo>
                    <a:pt x="12" y="100"/>
                  </a:lnTo>
                  <a:lnTo>
                    <a:pt x="15" y="82"/>
                  </a:lnTo>
                  <a:lnTo>
                    <a:pt x="23" y="69"/>
                  </a:lnTo>
                  <a:lnTo>
                    <a:pt x="51" y="56"/>
                  </a:lnTo>
                  <a:lnTo>
                    <a:pt x="70" y="49"/>
                  </a:lnTo>
                  <a:lnTo>
                    <a:pt x="104" y="37"/>
                  </a:lnTo>
                  <a:lnTo>
                    <a:pt x="121" y="35"/>
                  </a:lnTo>
                  <a:lnTo>
                    <a:pt x="128" y="34"/>
                  </a:lnTo>
                  <a:lnTo>
                    <a:pt x="165" y="37"/>
                  </a:lnTo>
                  <a:lnTo>
                    <a:pt x="211" y="38"/>
                  </a:lnTo>
                  <a:lnTo>
                    <a:pt x="254" y="17"/>
                  </a:lnTo>
                  <a:lnTo>
                    <a:pt x="265" y="1"/>
                  </a:lnTo>
                  <a:lnTo>
                    <a:pt x="271" y="0"/>
                  </a:lnTo>
                  <a:lnTo>
                    <a:pt x="275" y="0"/>
                  </a:lnTo>
                  <a:lnTo>
                    <a:pt x="282" y="3"/>
                  </a:lnTo>
                  <a:lnTo>
                    <a:pt x="286" y="8"/>
                  </a:lnTo>
                  <a:lnTo>
                    <a:pt x="299" y="11"/>
                  </a:lnTo>
                  <a:lnTo>
                    <a:pt x="304" y="14"/>
                  </a:lnTo>
                  <a:lnTo>
                    <a:pt x="313" y="21"/>
                  </a:lnTo>
                  <a:lnTo>
                    <a:pt x="318" y="26"/>
                  </a:lnTo>
                  <a:lnTo>
                    <a:pt x="322" y="31"/>
                  </a:lnTo>
                  <a:lnTo>
                    <a:pt x="336" y="36"/>
                  </a:lnTo>
                  <a:lnTo>
                    <a:pt x="353" y="43"/>
                  </a:lnTo>
                  <a:lnTo>
                    <a:pt x="364" y="53"/>
                  </a:lnTo>
                  <a:lnTo>
                    <a:pt x="371" y="63"/>
                  </a:lnTo>
                  <a:lnTo>
                    <a:pt x="378" y="95"/>
                  </a:lnTo>
                  <a:lnTo>
                    <a:pt x="385" y="127"/>
                  </a:lnTo>
                  <a:lnTo>
                    <a:pt x="391" y="172"/>
                  </a:lnTo>
                  <a:lnTo>
                    <a:pt x="388" y="198"/>
                  </a:lnTo>
                  <a:lnTo>
                    <a:pt x="378" y="224"/>
                  </a:lnTo>
                  <a:lnTo>
                    <a:pt x="357" y="250"/>
                  </a:lnTo>
                  <a:lnTo>
                    <a:pt x="334" y="269"/>
                  </a:lnTo>
                  <a:lnTo>
                    <a:pt x="305" y="282"/>
                  </a:lnTo>
                  <a:lnTo>
                    <a:pt x="293" y="288"/>
                  </a:lnTo>
                  <a:lnTo>
                    <a:pt x="263" y="30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9368882" y="2060452"/>
              <a:ext cx="514" cy="399"/>
            </a:xfrm>
            <a:custGeom>
              <a:avLst/>
              <a:pathLst>
                <a:path w="514" h="399">
                  <a:moveTo>
                    <a:pt x="392" y="396"/>
                  </a:moveTo>
                  <a:lnTo>
                    <a:pt x="360" y="399"/>
                  </a:lnTo>
                  <a:lnTo>
                    <a:pt x="220" y="353"/>
                  </a:lnTo>
                  <a:lnTo>
                    <a:pt x="0" y="197"/>
                  </a:lnTo>
                  <a:lnTo>
                    <a:pt x="29" y="150"/>
                  </a:lnTo>
                  <a:lnTo>
                    <a:pt x="38" y="136"/>
                  </a:lnTo>
                  <a:lnTo>
                    <a:pt x="67" y="106"/>
                  </a:lnTo>
                  <a:lnTo>
                    <a:pt x="391" y="0"/>
                  </a:lnTo>
                  <a:lnTo>
                    <a:pt x="514" y="69"/>
                  </a:lnTo>
                  <a:lnTo>
                    <a:pt x="478" y="300"/>
                  </a:lnTo>
                  <a:lnTo>
                    <a:pt x="456" y="339"/>
                  </a:lnTo>
                  <a:lnTo>
                    <a:pt x="392" y="39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9385641" y="2062862"/>
              <a:ext cx="499" cy="534"/>
            </a:xfrm>
            <a:custGeom>
              <a:avLst/>
              <a:pathLst>
                <a:path w="499" h="534">
                  <a:moveTo>
                    <a:pt x="204" y="534"/>
                  </a:moveTo>
                  <a:lnTo>
                    <a:pt x="117" y="530"/>
                  </a:lnTo>
                  <a:lnTo>
                    <a:pt x="27" y="344"/>
                  </a:lnTo>
                  <a:lnTo>
                    <a:pt x="0" y="207"/>
                  </a:lnTo>
                  <a:lnTo>
                    <a:pt x="213" y="1"/>
                  </a:lnTo>
                  <a:lnTo>
                    <a:pt x="218" y="0"/>
                  </a:lnTo>
                  <a:lnTo>
                    <a:pt x="288" y="23"/>
                  </a:lnTo>
                  <a:lnTo>
                    <a:pt x="492" y="288"/>
                  </a:lnTo>
                  <a:lnTo>
                    <a:pt x="499" y="316"/>
                  </a:lnTo>
                  <a:lnTo>
                    <a:pt x="480" y="344"/>
                  </a:lnTo>
                  <a:lnTo>
                    <a:pt x="250" y="515"/>
                  </a:lnTo>
                  <a:lnTo>
                    <a:pt x="213" y="534"/>
                  </a:lnTo>
                  <a:lnTo>
                    <a:pt x="204" y="53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9380074" y="2061604"/>
              <a:ext cx="331" cy="538"/>
            </a:xfrm>
            <a:custGeom>
              <a:avLst/>
              <a:pathLst>
                <a:path w="331" h="538">
                  <a:moveTo>
                    <a:pt x="171" y="535"/>
                  </a:moveTo>
                  <a:lnTo>
                    <a:pt x="150" y="538"/>
                  </a:lnTo>
                  <a:lnTo>
                    <a:pt x="144" y="536"/>
                  </a:lnTo>
                  <a:lnTo>
                    <a:pt x="0" y="415"/>
                  </a:lnTo>
                  <a:lnTo>
                    <a:pt x="76" y="300"/>
                  </a:lnTo>
                  <a:lnTo>
                    <a:pt x="48" y="166"/>
                  </a:lnTo>
                  <a:lnTo>
                    <a:pt x="186" y="39"/>
                  </a:lnTo>
                  <a:lnTo>
                    <a:pt x="282" y="0"/>
                  </a:lnTo>
                  <a:lnTo>
                    <a:pt x="320" y="0"/>
                  </a:lnTo>
                  <a:lnTo>
                    <a:pt x="331" y="14"/>
                  </a:lnTo>
                  <a:lnTo>
                    <a:pt x="236" y="461"/>
                  </a:lnTo>
                  <a:lnTo>
                    <a:pt x="223" y="483"/>
                  </a:lnTo>
                  <a:lnTo>
                    <a:pt x="171" y="5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9375286" y="2060319"/>
              <a:ext cx="1280" cy="775"/>
            </a:xfrm>
            <a:custGeom>
              <a:avLst/>
              <a:pathLst>
                <a:path w="1280" h="775">
                  <a:moveTo>
                    <a:pt x="303" y="0"/>
                  </a:moveTo>
                  <a:lnTo>
                    <a:pt x="369" y="44"/>
                  </a:lnTo>
                  <a:lnTo>
                    <a:pt x="878" y="109"/>
                  </a:lnTo>
                  <a:lnTo>
                    <a:pt x="1224" y="265"/>
                  </a:lnTo>
                  <a:lnTo>
                    <a:pt x="1267" y="312"/>
                  </a:lnTo>
                  <a:lnTo>
                    <a:pt x="1280" y="371"/>
                  </a:lnTo>
                  <a:lnTo>
                    <a:pt x="1260" y="595"/>
                  </a:lnTo>
                  <a:lnTo>
                    <a:pt x="1246" y="760"/>
                  </a:lnTo>
                  <a:lnTo>
                    <a:pt x="1193" y="775"/>
                  </a:lnTo>
                  <a:lnTo>
                    <a:pt x="1093" y="768"/>
                  </a:lnTo>
                  <a:lnTo>
                    <a:pt x="526" y="624"/>
                  </a:lnTo>
                  <a:lnTo>
                    <a:pt x="36" y="334"/>
                  </a:lnTo>
                  <a:lnTo>
                    <a:pt x="11" y="310"/>
                  </a:lnTo>
                  <a:lnTo>
                    <a:pt x="0" y="287"/>
                  </a:lnTo>
                  <a:lnTo>
                    <a:pt x="8" y="276"/>
                  </a:lnTo>
                  <a:lnTo>
                    <a:pt x="135" y="114"/>
                  </a:lnTo>
                  <a:lnTo>
                    <a:pt x="303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9351757" y="2056231"/>
              <a:ext cx="589" cy="451"/>
            </a:xfrm>
            <a:custGeom>
              <a:avLst/>
              <a:pathLst>
                <a:path w="589" h="451">
                  <a:moveTo>
                    <a:pt x="284" y="435"/>
                  </a:moveTo>
                  <a:lnTo>
                    <a:pt x="210" y="451"/>
                  </a:lnTo>
                  <a:lnTo>
                    <a:pt x="0" y="315"/>
                  </a:lnTo>
                  <a:lnTo>
                    <a:pt x="1" y="297"/>
                  </a:lnTo>
                  <a:lnTo>
                    <a:pt x="64" y="235"/>
                  </a:lnTo>
                  <a:lnTo>
                    <a:pt x="447" y="0"/>
                  </a:lnTo>
                  <a:lnTo>
                    <a:pt x="548" y="36"/>
                  </a:lnTo>
                  <a:lnTo>
                    <a:pt x="589" y="51"/>
                  </a:lnTo>
                  <a:lnTo>
                    <a:pt x="462" y="304"/>
                  </a:lnTo>
                  <a:lnTo>
                    <a:pt x="435" y="339"/>
                  </a:lnTo>
                  <a:lnTo>
                    <a:pt x="284" y="4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9382273" y="2061286"/>
              <a:ext cx="721" cy="1268"/>
            </a:xfrm>
            <a:custGeom>
              <a:avLst/>
              <a:pathLst>
                <a:path w="721" h="1268">
                  <a:moveTo>
                    <a:pt x="574" y="64"/>
                  </a:moveTo>
                  <a:lnTo>
                    <a:pt x="604" y="207"/>
                  </a:lnTo>
                  <a:lnTo>
                    <a:pt x="690" y="754"/>
                  </a:lnTo>
                  <a:lnTo>
                    <a:pt x="717" y="1037"/>
                  </a:lnTo>
                  <a:lnTo>
                    <a:pt x="721" y="1089"/>
                  </a:lnTo>
                  <a:lnTo>
                    <a:pt x="710" y="1237"/>
                  </a:lnTo>
                  <a:lnTo>
                    <a:pt x="687" y="1268"/>
                  </a:lnTo>
                  <a:lnTo>
                    <a:pt x="449" y="1212"/>
                  </a:lnTo>
                  <a:lnTo>
                    <a:pt x="413" y="1188"/>
                  </a:lnTo>
                  <a:lnTo>
                    <a:pt x="294" y="845"/>
                  </a:lnTo>
                  <a:lnTo>
                    <a:pt x="259" y="761"/>
                  </a:lnTo>
                  <a:lnTo>
                    <a:pt x="127" y="450"/>
                  </a:lnTo>
                  <a:lnTo>
                    <a:pt x="60" y="345"/>
                  </a:lnTo>
                  <a:lnTo>
                    <a:pt x="0" y="249"/>
                  </a:lnTo>
                  <a:lnTo>
                    <a:pt x="98" y="0"/>
                  </a:lnTo>
                  <a:lnTo>
                    <a:pt x="143" y="11"/>
                  </a:lnTo>
                  <a:lnTo>
                    <a:pt x="199" y="56"/>
                  </a:lnTo>
                  <a:lnTo>
                    <a:pt x="368" y="56"/>
                  </a:lnTo>
                  <a:lnTo>
                    <a:pt x="568" y="57"/>
                  </a:lnTo>
                  <a:lnTo>
                    <a:pt x="574" y="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9377119" y="2060331"/>
              <a:ext cx="558" cy="470"/>
            </a:xfrm>
            <a:custGeom>
              <a:avLst/>
              <a:pathLst>
                <a:path w="558" h="470">
                  <a:moveTo>
                    <a:pt x="558" y="109"/>
                  </a:moveTo>
                  <a:lnTo>
                    <a:pt x="506" y="333"/>
                  </a:lnTo>
                  <a:lnTo>
                    <a:pt x="402" y="457"/>
                  </a:lnTo>
                  <a:lnTo>
                    <a:pt x="333" y="470"/>
                  </a:lnTo>
                  <a:lnTo>
                    <a:pt x="316" y="456"/>
                  </a:lnTo>
                  <a:lnTo>
                    <a:pt x="297" y="354"/>
                  </a:lnTo>
                  <a:lnTo>
                    <a:pt x="314" y="338"/>
                  </a:lnTo>
                  <a:lnTo>
                    <a:pt x="349" y="324"/>
                  </a:lnTo>
                  <a:lnTo>
                    <a:pt x="373" y="287"/>
                  </a:lnTo>
                  <a:lnTo>
                    <a:pt x="374" y="280"/>
                  </a:lnTo>
                  <a:lnTo>
                    <a:pt x="356" y="195"/>
                  </a:lnTo>
                  <a:lnTo>
                    <a:pt x="165" y="66"/>
                  </a:lnTo>
                  <a:lnTo>
                    <a:pt x="137" y="71"/>
                  </a:lnTo>
                  <a:lnTo>
                    <a:pt x="123" y="74"/>
                  </a:lnTo>
                  <a:lnTo>
                    <a:pt x="38" y="90"/>
                  </a:lnTo>
                  <a:lnTo>
                    <a:pt x="0" y="42"/>
                  </a:lnTo>
                  <a:lnTo>
                    <a:pt x="1" y="25"/>
                  </a:lnTo>
                  <a:lnTo>
                    <a:pt x="24" y="7"/>
                  </a:lnTo>
                  <a:lnTo>
                    <a:pt x="75" y="0"/>
                  </a:lnTo>
                  <a:lnTo>
                    <a:pt x="279" y="24"/>
                  </a:lnTo>
                  <a:lnTo>
                    <a:pt x="364" y="35"/>
                  </a:lnTo>
                  <a:lnTo>
                    <a:pt x="548" y="57"/>
                  </a:lnTo>
                  <a:lnTo>
                    <a:pt x="558" y="1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9383817" y="2061420"/>
              <a:ext cx="888" cy="1392"/>
            </a:xfrm>
            <a:custGeom>
              <a:avLst/>
              <a:pathLst>
                <a:path w="888" h="1392">
                  <a:moveTo>
                    <a:pt x="743" y="1382"/>
                  </a:moveTo>
                  <a:lnTo>
                    <a:pt x="708" y="1392"/>
                  </a:lnTo>
                  <a:lnTo>
                    <a:pt x="701" y="1390"/>
                  </a:lnTo>
                  <a:lnTo>
                    <a:pt x="628" y="1040"/>
                  </a:lnTo>
                  <a:lnTo>
                    <a:pt x="384" y="908"/>
                  </a:lnTo>
                  <a:lnTo>
                    <a:pt x="30" y="320"/>
                  </a:lnTo>
                  <a:lnTo>
                    <a:pt x="28" y="313"/>
                  </a:lnTo>
                  <a:lnTo>
                    <a:pt x="0" y="48"/>
                  </a:lnTo>
                  <a:lnTo>
                    <a:pt x="10" y="0"/>
                  </a:lnTo>
                  <a:lnTo>
                    <a:pt x="20" y="0"/>
                  </a:lnTo>
                  <a:lnTo>
                    <a:pt x="371" y="76"/>
                  </a:lnTo>
                  <a:lnTo>
                    <a:pt x="557" y="133"/>
                  </a:lnTo>
                  <a:lnTo>
                    <a:pt x="787" y="431"/>
                  </a:lnTo>
                  <a:lnTo>
                    <a:pt x="888" y="1006"/>
                  </a:lnTo>
                  <a:lnTo>
                    <a:pt x="816" y="1327"/>
                  </a:lnTo>
                  <a:lnTo>
                    <a:pt x="776" y="1372"/>
                  </a:lnTo>
                  <a:lnTo>
                    <a:pt x="743" y="13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9365952" y="2058473"/>
              <a:ext cx="2639" cy="1674"/>
            </a:xfrm>
            <a:custGeom>
              <a:avLst/>
              <a:pathLst>
                <a:path w="2639" h="1674">
                  <a:moveTo>
                    <a:pt x="1979" y="395"/>
                  </a:moveTo>
                  <a:lnTo>
                    <a:pt x="2012" y="411"/>
                  </a:lnTo>
                  <a:lnTo>
                    <a:pt x="2136" y="399"/>
                  </a:lnTo>
                  <a:lnTo>
                    <a:pt x="2191" y="353"/>
                  </a:lnTo>
                  <a:lnTo>
                    <a:pt x="2421" y="300"/>
                  </a:lnTo>
                  <a:lnTo>
                    <a:pt x="2639" y="603"/>
                  </a:lnTo>
                  <a:lnTo>
                    <a:pt x="2625" y="832"/>
                  </a:lnTo>
                  <a:lnTo>
                    <a:pt x="2605" y="896"/>
                  </a:lnTo>
                  <a:lnTo>
                    <a:pt x="2570" y="935"/>
                  </a:lnTo>
                  <a:lnTo>
                    <a:pt x="2516" y="946"/>
                  </a:lnTo>
                  <a:lnTo>
                    <a:pt x="2190" y="966"/>
                  </a:lnTo>
                  <a:lnTo>
                    <a:pt x="1948" y="959"/>
                  </a:lnTo>
                  <a:lnTo>
                    <a:pt x="1727" y="979"/>
                  </a:lnTo>
                  <a:lnTo>
                    <a:pt x="1577" y="992"/>
                  </a:lnTo>
                  <a:lnTo>
                    <a:pt x="1096" y="1080"/>
                  </a:lnTo>
                  <a:lnTo>
                    <a:pt x="811" y="1213"/>
                  </a:lnTo>
                  <a:lnTo>
                    <a:pt x="757" y="1250"/>
                  </a:lnTo>
                  <a:lnTo>
                    <a:pt x="574" y="1424"/>
                  </a:lnTo>
                  <a:lnTo>
                    <a:pt x="498" y="1528"/>
                  </a:lnTo>
                  <a:lnTo>
                    <a:pt x="261" y="1660"/>
                  </a:lnTo>
                  <a:lnTo>
                    <a:pt x="108" y="1674"/>
                  </a:lnTo>
                  <a:lnTo>
                    <a:pt x="81" y="1640"/>
                  </a:lnTo>
                  <a:lnTo>
                    <a:pt x="0" y="1470"/>
                  </a:lnTo>
                  <a:lnTo>
                    <a:pt x="20" y="893"/>
                  </a:lnTo>
                  <a:lnTo>
                    <a:pt x="34" y="734"/>
                  </a:lnTo>
                  <a:lnTo>
                    <a:pt x="107" y="517"/>
                  </a:lnTo>
                  <a:lnTo>
                    <a:pt x="311" y="140"/>
                  </a:lnTo>
                  <a:lnTo>
                    <a:pt x="381" y="56"/>
                  </a:lnTo>
                  <a:lnTo>
                    <a:pt x="397" y="50"/>
                  </a:lnTo>
                  <a:lnTo>
                    <a:pt x="636" y="31"/>
                  </a:lnTo>
                  <a:lnTo>
                    <a:pt x="810" y="17"/>
                  </a:lnTo>
                  <a:lnTo>
                    <a:pt x="974" y="22"/>
                  </a:lnTo>
                  <a:lnTo>
                    <a:pt x="1922" y="0"/>
                  </a:lnTo>
                  <a:lnTo>
                    <a:pt x="1917" y="94"/>
                  </a:lnTo>
                  <a:lnTo>
                    <a:pt x="1933" y="241"/>
                  </a:lnTo>
                  <a:lnTo>
                    <a:pt x="1953" y="358"/>
                  </a:lnTo>
                  <a:lnTo>
                    <a:pt x="1979" y="39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9385072" y="2061407"/>
              <a:ext cx="497" cy="1041"/>
            </a:xfrm>
            <a:custGeom>
              <a:avLst/>
              <a:pathLst>
                <a:path w="497" h="1041">
                  <a:moveTo>
                    <a:pt x="426" y="1041"/>
                  </a:moveTo>
                  <a:lnTo>
                    <a:pt x="244" y="1040"/>
                  </a:lnTo>
                  <a:lnTo>
                    <a:pt x="234" y="1035"/>
                  </a:lnTo>
                  <a:lnTo>
                    <a:pt x="22" y="711"/>
                  </a:lnTo>
                  <a:lnTo>
                    <a:pt x="0" y="428"/>
                  </a:lnTo>
                  <a:lnTo>
                    <a:pt x="17" y="380"/>
                  </a:lnTo>
                  <a:lnTo>
                    <a:pt x="46" y="302"/>
                  </a:lnTo>
                  <a:lnTo>
                    <a:pt x="113" y="192"/>
                  </a:lnTo>
                  <a:lnTo>
                    <a:pt x="163" y="110"/>
                  </a:lnTo>
                  <a:lnTo>
                    <a:pt x="319" y="73"/>
                  </a:lnTo>
                  <a:lnTo>
                    <a:pt x="336" y="61"/>
                  </a:lnTo>
                  <a:lnTo>
                    <a:pt x="352" y="38"/>
                  </a:lnTo>
                  <a:lnTo>
                    <a:pt x="402" y="14"/>
                  </a:lnTo>
                  <a:lnTo>
                    <a:pt x="425" y="0"/>
                  </a:lnTo>
                  <a:lnTo>
                    <a:pt x="445" y="44"/>
                  </a:lnTo>
                  <a:lnTo>
                    <a:pt x="448" y="247"/>
                  </a:lnTo>
                  <a:lnTo>
                    <a:pt x="375" y="452"/>
                  </a:lnTo>
                  <a:lnTo>
                    <a:pt x="406" y="729"/>
                  </a:lnTo>
                  <a:lnTo>
                    <a:pt x="473" y="814"/>
                  </a:lnTo>
                  <a:lnTo>
                    <a:pt x="497" y="887"/>
                  </a:lnTo>
                  <a:lnTo>
                    <a:pt x="479" y="1014"/>
                  </a:lnTo>
                  <a:lnTo>
                    <a:pt x="470" y="1033"/>
                  </a:lnTo>
                  <a:lnTo>
                    <a:pt x="426" y="10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9366877" y="2058344"/>
              <a:ext cx="6141" cy="2285"/>
            </a:xfrm>
            <a:custGeom>
              <a:avLst/>
              <a:pathLst>
                <a:path w="6141" h="2285">
                  <a:moveTo>
                    <a:pt x="5560" y="31"/>
                  </a:moveTo>
                  <a:lnTo>
                    <a:pt x="5676" y="526"/>
                  </a:lnTo>
                  <a:lnTo>
                    <a:pt x="5676" y="550"/>
                  </a:lnTo>
                  <a:lnTo>
                    <a:pt x="5661" y="616"/>
                  </a:lnTo>
                  <a:lnTo>
                    <a:pt x="5735" y="868"/>
                  </a:lnTo>
                  <a:lnTo>
                    <a:pt x="5761" y="955"/>
                  </a:lnTo>
                  <a:lnTo>
                    <a:pt x="5862" y="951"/>
                  </a:lnTo>
                  <a:lnTo>
                    <a:pt x="6134" y="1067"/>
                  </a:lnTo>
                  <a:lnTo>
                    <a:pt x="6141" y="1275"/>
                  </a:lnTo>
                  <a:lnTo>
                    <a:pt x="5976" y="1460"/>
                  </a:lnTo>
                  <a:lnTo>
                    <a:pt x="5816" y="1619"/>
                  </a:lnTo>
                  <a:lnTo>
                    <a:pt x="5777" y="1675"/>
                  </a:lnTo>
                  <a:lnTo>
                    <a:pt x="5661" y="1846"/>
                  </a:lnTo>
                  <a:lnTo>
                    <a:pt x="5686" y="1862"/>
                  </a:lnTo>
                  <a:lnTo>
                    <a:pt x="5691" y="1870"/>
                  </a:lnTo>
                  <a:lnTo>
                    <a:pt x="5686" y="1888"/>
                  </a:lnTo>
                  <a:lnTo>
                    <a:pt x="5652" y="1957"/>
                  </a:lnTo>
                  <a:lnTo>
                    <a:pt x="5548" y="2161"/>
                  </a:lnTo>
                  <a:lnTo>
                    <a:pt x="5204" y="2282"/>
                  </a:lnTo>
                  <a:lnTo>
                    <a:pt x="5196" y="2285"/>
                  </a:lnTo>
                  <a:lnTo>
                    <a:pt x="5172" y="2275"/>
                  </a:lnTo>
                  <a:lnTo>
                    <a:pt x="5097" y="2003"/>
                  </a:lnTo>
                  <a:lnTo>
                    <a:pt x="5105" y="1948"/>
                  </a:lnTo>
                  <a:lnTo>
                    <a:pt x="5113" y="1902"/>
                  </a:lnTo>
                  <a:lnTo>
                    <a:pt x="5119" y="1873"/>
                  </a:lnTo>
                  <a:lnTo>
                    <a:pt x="5157" y="1817"/>
                  </a:lnTo>
                  <a:lnTo>
                    <a:pt x="5243" y="1764"/>
                  </a:lnTo>
                  <a:lnTo>
                    <a:pt x="5240" y="1728"/>
                  </a:lnTo>
                  <a:lnTo>
                    <a:pt x="5190" y="1582"/>
                  </a:lnTo>
                  <a:lnTo>
                    <a:pt x="5108" y="1544"/>
                  </a:lnTo>
                  <a:lnTo>
                    <a:pt x="5055" y="1527"/>
                  </a:lnTo>
                  <a:lnTo>
                    <a:pt x="4692" y="1403"/>
                  </a:lnTo>
                  <a:lnTo>
                    <a:pt x="4685" y="1420"/>
                  </a:lnTo>
                  <a:lnTo>
                    <a:pt x="4674" y="1434"/>
                  </a:lnTo>
                  <a:lnTo>
                    <a:pt x="4666" y="1436"/>
                  </a:lnTo>
                  <a:lnTo>
                    <a:pt x="4658" y="1442"/>
                  </a:lnTo>
                  <a:lnTo>
                    <a:pt x="4653" y="1443"/>
                  </a:lnTo>
                  <a:lnTo>
                    <a:pt x="4638" y="1436"/>
                  </a:lnTo>
                  <a:lnTo>
                    <a:pt x="4609" y="1433"/>
                  </a:lnTo>
                  <a:lnTo>
                    <a:pt x="4595" y="1422"/>
                  </a:lnTo>
                  <a:lnTo>
                    <a:pt x="4577" y="1418"/>
                  </a:lnTo>
                  <a:lnTo>
                    <a:pt x="4565" y="1412"/>
                  </a:lnTo>
                  <a:lnTo>
                    <a:pt x="4555" y="1412"/>
                  </a:lnTo>
                  <a:lnTo>
                    <a:pt x="4549" y="1406"/>
                  </a:lnTo>
                  <a:lnTo>
                    <a:pt x="4541" y="1405"/>
                  </a:lnTo>
                  <a:lnTo>
                    <a:pt x="4532" y="1410"/>
                  </a:lnTo>
                  <a:lnTo>
                    <a:pt x="4526" y="1415"/>
                  </a:lnTo>
                  <a:lnTo>
                    <a:pt x="4528" y="1420"/>
                  </a:lnTo>
                  <a:lnTo>
                    <a:pt x="4525" y="1424"/>
                  </a:lnTo>
                  <a:lnTo>
                    <a:pt x="4537" y="1442"/>
                  </a:lnTo>
                  <a:lnTo>
                    <a:pt x="4548" y="1450"/>
                  </a:lnTo>
                  <a:lnTo>
                    <a:pt x="4554" y="1456"/>
                  </a:lnTo>
                  <a:lnTo>
                    <a:pt x="4559" y="1459"/>
                  </a:lnTo>
                  <a:lnTo>
                    <a:pt x="4567" y="1459"/>
                  </a:lnTo>
                  <a:lnTo>
                    <a:pt x="4569" y="1455"/>
                  </a:lnTo>
                  <a:lnTo>
                    <a:pt x="4576" y="1457"/>
                  </a:lnTo>
                  <a:lnTo>
                    <a:pt x="4587" y="1464"/>
                  </a:lnTo>
                  <a:lnTo>
                    <a:pt x="4596" y="1465"/>
                  </a:lnTo>
                  <a:lnTo>
                    <a:pt x="4599" y="1470"/>
                  </a:lnTo>
                  <a:lnTo>
                    <a:pt x="4601" y="1476"/>
                  </a:lnTo>
                  <a:lnTo>
                    <a:pt x="4609" y="1475"/>
                  </a:lnTo>
                  <a:lnTo>
                    <a:pt x="4611" y="1483"/>
                  </a:lnTo>
                  <a:lnTo>
                    <a:pt x="4622" y="1493"/>
                  </a:lnTo>
                  <a:lnTo>
                    <a:pt x="4634" y="1498"/>
                  </a:lnTo>
                  <a:lnTo>
                    <a:pt x="4635" y="1506"/>
                  </a:lnTo>
                  <a:lnTo>
                    <a:pt x="4632" y="1518"/>
                  </a:lnTo>
                  <a:lnTo>
                    <a:pt x="4632" y="1526"/>
                  </a:lnTo>
                  <a:lnTo>
                    <a:pt x="4635" y="1534"/>
                  </a:lnTo>
                  <a:lnTo>
                    <a:pt x="4635" y="1541"/>
                  </a:lnTo>
                  <a:lnTo>
                    <a:pt x="4631" y="1546"/>
                  </a:lnTo>
                  <a:lnTo>
                    <a:pt x="4630" y="1554"/>
                  </a:lnTo>
                  <a:lnTo>
                    <a:pt x="4626" y="1558"/>
                  </a:lnTo>
                  <a:lnTo>
                    <a:pt x="4622" y="1562"/>
                  </a:lnTo>
                  <a:lnTo>
                    <a:pt x="4618" y="1565"/>
                  </a:lnTo>
                  <a:lnTo>
                    <a:pt x="4615" y="1572"/>
                  </a:lnTo>
                  <a:lnTo>
                    <a:pt x="4598" y="1580"/>
                  </a:lnTo>
                  <a:lnTo>
                    <a:pt x="4590" y="1581"/>
                  </a:lnTo>
                  <a:lnTo>
                    <a:pt x="4584" y="1580"/>
                  </a:lnTo>
                  <a:lnTo>
                    <a:pt x="4580" y="1576"/>
                  </a:lnTo>
                  <a:lnTo>
                    <a:pt x="4575" y="1577"/>
                  </a:lnTo>
                  <a:lnTo>
                    <a:pt x="4568" y="1581"/>
                  </a:lnTo>
                  <a:lnTo>
                    <a:pt x="4568" y="1587"/>
                  </a:lnTo>
                  <a:lnTo>
                    <a:pt x="4563" y="1592"/>
                  </a:lnTo>
                  <a:lnTo>
                    <a:pt x="4540" y="1600"/>
                  </a:lnTo>
                  <a:lnTo>
                    <a:pt x="4535" y="1603"/>
                  </a:lnTo>
                  <a:lnTo>
                    <a:pt x="4529" y="1603"/>
                  </a:lnTo>
                  <a:lnTo>
                    <a:pt x="4526" y="1614"/>
                  </a:lnTo>
                  <a:lnTo>
                    <a:pt x="4521" y="1614"/>
                  </a:lnTo>
                  <a:lnTo>
                    <a:pt x="4513" y="1632"/>
                  </a:lnTo>
                  <a:lnTo>
                    <a:pt x="4516" y="1640"/>
                  </a:lnTo>
                  <a:lnTo>
                    <a:pt x="4529" y="1657"/>
                  </a:lnTo>
                  <a:lnTo>
                    <a:pt x="4534" y="1659"/>
                  </a:lnTo>
                  <a:lnTo>
                    <a:pt x="4543" y="1661"/>
                  </a:lnTo>
                  <a:lnTo>
                    <a:pt x="4559" y="1659"/>
                  </a:lnTo>
                  <a:lnTo>
                    <a:pt x="4566" y="1661"/>
                  </a:lnTo>
                  <a:lnTo>
                    <a:pt x="4611" y="1666"/>
                  </a:lnTo>
                  <a:lnTo>
                    <a:pt x="4628" y="1674"/>
                  </a:lnTo>
                  <a:lnTo>
                    <a:pt x="4659" y="1687"/>
                  </a:lnTo>
                  <a:lnTo>
                    <a:pt x="4666" y="1687"/>
                  </a:lnTo>
                  <a:lnTo>
                    <a:pt x="4668" y="1695"/>
                  </a:lnTo>
                  <a:lnTo>
                    <a:pt x="4675" y="1698"/>
                  </a:lnTo>
                  <a:lnTo>
                    <a:pt x="4680" y="1701"/>
                  </a:lnTo>
                  <a:lnTo>
                    <a:pt x="4686" y="1705"/>
                  </a:lnTo>
                  <a:lnTo>
                    <a:pt x="4691" y="1709"/>
                  </a:lnTo>
                  <a:lnTo>
                    <a:pt x="4708" y="1720"/>
                  </a:lnTo>
                  <a:lnTo>
                    <a:pt x="4704" y="1740"/>
                  </a:lnTo>
                  <a:lnTo>
                    <a:pt x="4697" y="1746"/>
                  </a:lnTo>
                  <a:lnTo>
                    <a:pt x="4694" y="1755"/>
                  </a:lnTo>
                  <a:lnTo>
                    <a:pt x="4697" y="1762"/>
                  </a:lnTo>
                  <a:lnTo>
                    <a:pt x="4680" y="1842"/>
                  </a:lnTo>
                  <a:lnTo>
                    <a:pt x="4674" y="1871"/>
                  </a:lnTo>
                  <a:lnTo>
                    <a:pt x="4665" y="1885"/>
                  </a:lnTo>
                  <a:lnTo>
                    <a:pt x="4647" y="1899"/>
                  </a:lnTo>
                  <a:lnTo>
                    <a:pt x="4633" y="1908"/>
                  </a:lnTo>
                  <a:lnTo>
                    <a:pt x="4615" y="1917"/>
                  </a:lnTo>
                  <a:lnTo>
                    <a:pt x="4611" y="1920"/>
                  </a:lnTo>
                  <a:lnTo>
                    <a:pt x="4602" y="1930"/>
                  </a:lnTo>
                  <a:lnTo>
                    <a:pt x="4584" y="1942"/>
                  </a:lnTo>
                  <a:lnTo>
                    <a:pt x="4567" y="1943"/>
                  </a:lnTo>
                  <a:lnTo>
                    <a:pt x="4559" y="1946"/>
                  </a:lnTo>
                  <a:lnTo>
                    <a:pt x="4561" y="1966"/>
                  </a:lnTo>
                  <a:lnTo>
                    <a:pt x="4567" y="1989"/>
                  </a:lnTo>
                  <a:lnTo>
                    <a:pt x="4561" y="2000"/>
                  </a:lnTo>
                  <a:lnTo>
                    <a:pt x="4552" y="1996"/>
                  </a:lnTo>
                  <a:lnTo>
                    <a:pt x="4547" y="1981"/>
                  </a:lnTo>
                  <a:lnTo>
                    <a:pt x="4546" y="1970"/>
                  </a:lnTo>
                  <a:lnTo>
                    <a:pt x="4543" y="1954"/>
                  </a:lnTo>
                  <a:lnTo>
                    <a:pt x="4526" y="1948"/>
                  </a:lnTo>
                  <a:lnTo>
                    <a:pt x="4507" y="1957"/>
                  </a:lnTo>
                  <a:lnTo>
                    <a:pt x="4497" y="1969"/>
                  </a:lnTo>
                  <a:lnTo>
                    <a:pt x="4487" y="1982"/>
                  </a:lnTo>
                  <a:lnTo>
                    <a:pt x="4456" y="1979"/>
                  </a:lnTo>
                  <a:lnTo>
                    <a:pt x="3529" y="1693"/>
                  </a:lnTo>
                  <a:lnTo>
                    <a:pt x="3489" y="1713"/>
                  </a:lnTo>
                  <a:lnTo>
                    <a:pt x="3466" y="1721"/>
                  </a:lnTo>
                  <a:lnTo>
                    <a:pt x="3063" y="1864"/>
                  </a:lnTo>
                  <a:lnTo>
                    <a:pt x="3005" y="1884"/>
                  </a:lnTo>
                  <a:lnTo>
                    <a:pt x="2384" y="2027"/>
                  </a:lnTo>
                  <a:lnTo>
                    <a:pt x="2220" y="2009"/>
                  </a:lnTo>
                  <a:lnTo>
                    <a:pt x="1946" y="1771"/>
                  </a:lnTo>
                  <a:lnTo>
                    <a:pt x="1834" y="1612"/>
                  </a:lnTo>
                  <a:lnTo>
                    <a:pt x="1534" y="1548"/>
                  </a:lnTo>
                  <a:lnTo>
                    <a:pt x="1371" y="1701"/>
                  </a:lnTo>
                  <a:lnTo>
                    <a:pt x="1308" y="1761"/>
                  </a:lnTo>
                  <a:lnTo>
                    <a:pt x="1313" y="1796"/>
                  </a:lnTo>
                  <a:lnTo>
                    <a:pt x="1325" y="1882"/>
                  </a:lnTo>
                  <a:lnTo>
                    <a:pt x="1363" y="1971"/>
                  </a:lnTo>
                  <a:lnTo>
                    <a:pt x="1261" y="2050"/>
                  </a:lnTo>
                  <a:lnTo>
                    <a:pt x="1234" y="2058"/>
                  </a:lnTo>
                  <a:lnTo>
                    <a:pt x="1226" y="2060"/>
                  </a:lnTo>
                  <a:lnTo>
                    <a:pt x="1182" y="2043"/>
                  </a:lnTo>
                  <a:lnTo>
                    <a:pt x="1175" y="2040"/>
                  </a:lnTo>
                  <a:lnTo>
                    <a:pt x="1103" y="2004"/>
                  </a:lnTo>
                  <a:lnTo>
                    <a:pt x="827" y="1897"/>
                  </a:lnTo>
                  <a:lnTo>
                    <a:pt x="761" y="1984"/>
                  </a:lnTo>
                  <a:lnTo>
                    <a:pt x="698" y="2066"/>
                  </a:lnTo>
                  <a:lnTo>
                    <a:pt x="626" y="2114"/>
                  </a:lnTo>
                  <a:lnTo>
                    <a:pt x="580" y="2144"/>
                  </a:lnTo>
                  <a:lnTo>
                    <a:pt x="460" y="2190"/>
                  </a:lnTo>
                  <a:lnTo>
                    <a:pt x="399" y="2195"/>
                  </a:lnTo>
                  <a:lnTo>
                    <a:pt x="320" y="2144"/>
                  </a:lnTo>
                  <a:lnTo>
                    <a:pt x="0" y="1758"/>
                  </a:lnTo>
                  <a:lnTo>
                    <a:pt x="44" y="1620"/>
                  </a:lnTo>
                  <a:lnTo>
                    <a:pt x="192" y="1505"/>
                  </a:lnTo>
                  <a:lnTo>
                    <a:pt x="514" y="1422"/>
                  </a:lnTo>
                  <a:lnTo>
                    <a:pt x="518" y="1447"/>
                  </a:lnTo>
                  <a:lnTo>
                    <a:pt x="649" y="1436"/>
                  </a:lnTo>
                  <a:lnTo>
                    <a:pt x="733" y="1429"/>
                  </a:lnTo>
                  <a:lnTo>
                    <a:pt x="1735" y="1180"/>
                  </a:lnTo>
                  <a:lnTo>
                    <a:pt x="1818" y="1150"/>
                  </a:lnTo>
                  <a:lnTo>
                    <a:pt x="1853" y="1126"/>
                  </a:lnTo>
                  <a:lnTo>
                    <a:pt x="1918" y="1060"/>
                  </a:lnTo>
                  <a:lnTo>
                    <a:pt x="1818" y="999"/>
                  </a:lnTo>
                  <a:lnTo>
                    <a:pt x="2055" y="428"/>
                  </a:lnTo>
                  <a:lnTo>
                    <a:pt x="2170" y="365"/>
                  </a:lnTo>
                  <a:lnTo>
                    <a:pt x="2353" y="265"/>
                  </a:lnTo>
                  <a:lnTo>
                    <a:pt x="2513" y="178"/>
                  </a:lnTo>
                  <a:lnTo>
                    <a:pt x="2791" y="243"/>
                  </a:lnTo>
                  <a:lnTo>
                    <a:pt x="2803" y="245"/>
                  </a:lnTo>
                  <a:lnTo>
                    <a:pt x="2875" y="255"/>
                  </a:lnTo>
                  <a:lnTo>
                    <a:pt x="3043" y="278"/>
                  </a:lnTo>
                  <a:lnTo>
                    <a:pt x="3189" y="262"/>
                  </a:lnTo>
                  <a:lnTo>
                    <a:pt x="3319" y="197"/>
                  </a:lnTo>
                  <a:lnTo>
                    <a:pt x="3363" y="172"/>
                  </a:lnTo>
                  <a:lnTo>
                    <a:pt x="3463" y="145"/>
                  </a:lnTo>
                  <a:lnTo>
                    <a:pt x="3770" y="97"/>
                  </a:lnTo>
                  <a:lnTo>
                    <a:pt x="4266" y="83"/>
                  </a:lnTo>
                  <a:lnTo>
                    <a:pt x="4399" y="96"/>
                  </a:lnTo>
                  <a:lnTo>
                    <a:pt x="4447" y="140"/>
                  </a:lnTo>
                  <a:lnTo>
                    <a:pt x="4462" y="192"/>
                  </a:lnTo>
                  <a:lnTo>
                    <a:pt x="4474" y="208"/>
                  </a:lnTo>
                  <a:lnTo>
                    <a:pt x="4512" y="222"/>
                  </a:lnTo>
                  <a:lnTo>
                    <a:pt x="4814" y="139"/>
                  </a:lnTo>
                  <a:lnTo>
                    <a:pt x="4833" y="131"/>
                  </a:lnTo>
                  <a:lnTo>
                    <a:pt x="5096" y="23"/>
                  </a:lnTo>
                  <a:lnTo>
                    <a:pt x="5311" y="0"/>
                  </a:lnTo>
                  <a:lnTo>
                    <a:pt x="5560" y="3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9370404" y="2057880"/>
              <a:ext cx="725" cy="321"/>
            </a:xfrm>
            <a:custGeom>
              <a:avLst/>
              <a:pathLst>
                <a:path w="725" h="321">
                  <a:moveTo>
                    <a:pt x="665" y="175"/>
                  </a:moveTo>
                  <a:lnTo>
                    <a:pt x="467" y="242"/>
                  </a:lnTo>
                  <a:lnTo>
                    <a:pt x="181" y="321"/>
                  </a:lnTo>
                  <a:lnTo>
                    <a:pt x="28" y="284"/>
                  </a:lnTo>
                  <a:lnTo>
                    <a:pt x="0" y="240"/>
                  </a:lnTo>
                  <a:lnTo>
                    <a:pt x="1" y="141"/>
                  </a:lnTo>
                  <a:lnTo>
                    <a:pt x="41" y="122"/>
                  </a:lnTo>
                  <a:lnTo>
                    <a:pt x="138" y="129"/>
                  </a:lnTo>
                  <a:lnTo>
                    <a:pt x="198" y="144"/>
                  </a:lnTo>
                  <a:lnTo>
                    <a:pt x="251" y="178"/>
                  </a:lnTo>
                  <a:lnTo>
                    <a:pt x="272" y="192"/>
                  </a:lnTo>
                  <a:lnTo>
                    <a:pt x="378" y="172"/>
                  </a:lnTo>
                  <a:lnTo>
                    <a:pt x="536" y="116"/>
                  </a:lnTo>
                  <a:lnTo>
                    <a:pt x="709" y="0"/>
                  </a:lnTo>
                  <a:lnTo>
                    <a:pt x="713" y="2"/>
                  </a:lnTo>
                  <a:lnTo>
                    <a:pt x="720" y="37"/>
                  </a:lnTo>
                  <a:lnTo>
                    <a:pt x="724" y="63"/>
                  </a:lnTo>
                  <a:lnTo>
                    <a:pt x="725" y="70"/>
                  </a:lnTo>
                  <a:lnTo>
                    <a:pt x="665" y="17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9353086" y="2054989"/>
              <a:ext cx="1477" cy="2384"/>
            </a:xfrm>
            <a:custGeom>
              <a:avLst/>
              <a:pathLst>
                <a:path w="1477" h="2384">
                  <a:moveTo>
                    <a:pt x="1215" y="684"/>
                  </a:moveTo>
                  <a:lnTo>
                    <a:pt x="949" y="874"/>
                  </a:lnTo>
                  <a:lnTo>
                    <a:pt x="856" y="1140"/>
                  </a:lnTo>
                  <a:lnTo>
                    <a:pt x="785" y="1343"/>
                  </a:lnTo>
                  <a:lnTo>
                    <a:pt x="768" y="1622"/>
                  </a:lnTo>
                  <a:lnTo>
                    <a:pt x="760" y="1749"/>
                  </a:lnTo>
                  <a:lnTo>
                    <a:pt x="704" y="1973"/>
                  </a:lnTo>
                  <a:lnTo>
                    <a:pt x="563" y="2081"/>
                  </a:lnTo>
                  <a:lnTo>
                    <a:pt x="313" y="2272"/>
                  </a:lnTo>
                  <a:lnTo>
                    <a:pt x="252" y="2384"/>
                  </a:lnTo>
                  <a:lnTo>
                    <a:pt x="123" y="2300"/>
                  </a:lnTo>
                  <a:lnTo>
                    <a:pt x="0" y="1759"/>
                  </a:lnTo>
                  <a:lnTo>
                    <a:pt x="54" y="1714"/>
                  </a:lnTo>
                  <a:lnTo>
                    <a:pt x="109" y="1708"/>
                  </a:lnTo>
                  <a:lnTo>
                    <a:pt x="186" y="1672"/>
                  </a:lnTo>
                  <a:lnTo>
                    <a:pt x="195" y="1666"/>
                  </a:lnTo>
                  <a:lnTo>
                    <a:pt x="212" y="1645"/>
                  </a:lnTo>
                  <a:lnTo>
                    <a:pt x="218" y="1638"/>
                  </a:lnTo>
                  <a:lnTo>
                    <a:pt x="195" y="1425"/>
                  </a:lnTo>
                  <a:lnTo>
                    <a:pt x="503" y="1175"/>
                  </a:lnTo>
                  <a:lnTo>
                    <a:pt x="510" y="1163"/>
                  </a:lnTo>
                  <a:lnTo>
                    <a:pt x="441" y="868"/>
                  </a:lnTo>
                  <a:lnTo>
                    <a:pt x="385" y="850"/>
                  </a:lnTo>
                  <a:lnTo>
                    <a:pt x="380" y="834"/>
                  </a:lnTo>
                  <a:lnTo>
                    <a:pt x="378" y="806"/>
                  </a:lnTo>
                  <a:lnTo>
                    <a:pt x="382" y="786"/>
                  </a:lnTo>
                  <a:lnTo>
                    <a:pt x="454" y="611"/>
                  </a:lnTo>
                  <a:lnTo>
                    <a:pt x="515" y="553"/>
                  </a:lnTo>
                  <a:lnTo>
                    <a:pt x="645" y="475"/>
                  </a:lnTo>
                  <a:lnTo>
                    <a:pt x="707" y="492"/>
                  </a:lnTo>
                  <a:lnTo>
                    <a:pt x="725" y="549"/>
                  </a:lnTo>
                  <a:lnTo>
                    <a:pt x="803" y="629"/>
                  </a:lnTo>
                  <a:lnTo>
                    <a:pt x="839" y="637"/>
                  </a:lnTo>
                  <a:lnTo>
                    <a:pt x="914" y="626"/>
                  </a:lnTo>
                  <a:lnTo>
                    <a:pt x="916" y="621"/>
                  </a:lnTo>
                  <a:lnTo>
                    <a:pt x="943" y="564"/>
                  </a:lnTo>
                  <a:lnTo>
                    <a:pt x="1035" y="195"/>
                  </a:lnTo>
                  <a:lnTo>
                    <a:pt x="1089" y="49"/>
                  </a:lnTo>
                  <a:lnTo>
                    <a:pt x="1241" y="0"/>
                  </a:lnTo>
                  <a:lnTo>
                    <a:pt x="1438" y="43"/>
                  </a:lnTo>
                  <a:lnTo>
                    <a:pt x="1447" y="47"/>
                  </a:lnTo>
                  <a:lnTo>
                    <a:pt x="1453" y="51"/>
                  </a:lnTo>
                  <a:lnTo>
                    <a:pt x="1474" y="91"/>
                  </a:lnTo>
                  <a:lnTo>
                    <a:pt x="1477" y="146"/>
                  </a:lnTo>
                  <a:lnTo>
                    <a:pt x="1473" y="164"/>
                  </a:lnTo>
                  <a:lnTo>
                    <a:pt x="1342" y="619"/>
                  </a:lnTo>
                  <a:lnTo>
                    <a:pt x="1254" y="670"/>
                  </a:lnTo>
                  <a:lnTo>
                    <a:pt x="1215" y="68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9357310" y="2054994"/>
              <a:ext cx="8222" cy="5355"/>
            </a:xfrm>
            <a:custGeom>
              <a:avLst/>
              <a:pathLst>
                <a:path w="8222" h="5355">
                  <a:moveTo>
                    <a:pt x="5885" y="658"/>
                  </a:moveTo>
                  <a:lnTo>
                    <a:pt x="6016" y="764"/>
                  </a:lnTo>
                  <a:lnTo>
                    <a:pt x="6064" y="768"/>
                  </a:lnTo>
                  <a:lnTo>
                    <a:pt x="6111" y="757"/>
                  </a:lnTo>
                  <a:lnTo>
                    <a:pt x="6230" y="726"/>
                  </a:lnTo>
                  <a:lnTo>
                    <a:pt x="6235" y="724"/>
                  </a:lnTo>
                  <a:lnTo>
                    <a:pt x="6257" y="682"/>
                  </a:lnTo>
                  <a:lnTo>
                    <a:pt x="6253" y="637"/>
                  </a:lnTo>
                  <a:lnTo>
                    <a:pt x="6263" y="613"/>
                  </a:lnTo>
                  <a:lnTo>
                    <a:pt x="6339" y="539"/>
                  </a:lnTo>
                  <a:lnTo>
                    <a:pt x="6534" y="476"/>
                  </a:lnTo>
                  <a:lnTo>
                    <a:pt x="6842" y="427"/>
                  </a:lnTo>
                  <a:lnTo>
                    <a:pt x="6953" y="429"/>
                  </a:lnTo>
                  <a:lnTo>
                    <a:pt x="7171" y="448"/>
                  </a:lnTo>
                  <a:lnTo>
                    <a:pt x="7250" y="458"/>
                  </a:lnTo>
                  <a:lnTo>
                    <a:pt x="7478" y="588"/>
                  </a:lnTo>
                  <a:lnTo>
                    <a:pt x="7490" y="604"/>
                  </a:lnTo>
                  <a:lnTo>
                    <a:pt x="7484" y="642"/>
                  </a:lnTo>
                  <a:lnTo>
                    <a:pt x="7474" y="661"/>
                  </a:lnTo>
                  <a:lnTo>
                    <a:pt x="7411" y="689"/>
                  </a:lnTo>
                  <a:lnTo>
                    <a:pt x="7336" y="711"/>
                  </a:lnTo>
                  <a:lnTo>
                    <a:pt x="7269" y="720"/>
                  </a:lnTo>
                  <a:lnTo>
                    <a:pt x="7198" y="752"/>
                  </a:lnTo>
                  <a:lnTo>
                    <a:pt x="7171" y="790"/>
                  </a:lnTo>
                  <a:lnTo>
                    <a:pt x="7160" y="821"/>
                  </a:lnTo>
                  <a:lnTo>
                    <a:pt x="7157" y="995"/>
                  </a:lnTo>
                  <a:lnTo>
                    <a:pt x="7223" y="1258"/>
                  </a:lnTo>
                  <a:lnTo>
                    <a:pt x="7255" y="1320"/>
                  </a:lnTo>
                  <a:lnTo>
                    <a:pt x="7400" y="1535"/>
                  </a:lnTo>
                  <a:lnTo>
                    <a:pt x="7594" y="1749"/>
                  </a:lnTo>
                  <a:lnTo>
                    <a:pt x="7707" y="1826"/>
                  </a:lnTo>
                  <a:lnTo>
                    <a:pt x="7873" y="1875"/>
                  </a:lnTo>
                  <a:lnTo>
                    <a:pt x="7898" y="1875"/>
                  </a:lnTo>
                  <a:lnTo>
                    <a:pt x="7912" y="1870"/>
                  </a:lnTo>
                  <a:lnTo>
                    <a:pt x="7957" y="1856"/>
                  </a:lnTo>
                  <a:lnTo>
                    <a:pt x="8061" y="1793"/>
                  </a:lnTo>
                  <a:lnTo>
                    <a:pt x="8090" y="1742"/>
                  </a:lnTo>
                  <a:lnTo>
                    <a:pt x="8093" y="1697"/>
                  </a:lnTo>
                  <a:lnTo>
                    <a:pt x="8118" y="1675"/>
                  </a:lnTo>
                  <a:lnTo>
                    <a:pt x="8125" y="1672"/>
                  </a:lnTo>
                  <a:lnTo>
                    <a:pt x="8162" y="1669"/>
                  </a:lnTo>
                  <a:lnTo>
                    <a:pt x="8222" y="1740"/>
                  </a:lnTo>
                  <a:lnTo>
                    <a:pt x="8215" y="1897"/>
                  </a:lnTo>
                  <a:lnTo>
                    <a:pt x="7954" y="2126"/>
                  </a:lnTo>
                  <a:lnTo>
                    <a:pt x="7845" y="2202"/>
                  </a:lnTo>
                  <a:lnTo>
                    <a:pt x="7446" y="2386"/>
                  </a:lnTo>
                  <a:lnTo>
                    <a:pt x="7406" y="2383"/>
                  </a:lnTo>
                  <a:lnTo>
                    <a:pt x="7409" y="2334"/>
                  </a:lnTo>
                  <a:lnTo>
                    <a:pt x="7377" y="2310"/>
                  </a:lnTo>
                  <a:lnTo>
                    <a:pt x="7212" y="2487"/>
                  </a:lnTo>
                  <a:lnTo>
                    <a:pt x="7665" y="3229"/>
                  </a:lnTo>
                  <a:lnTo>
                    <a:pt x="7790" y="3160"/>
                  </a:lnTo>
                  <a:lnTo>
                    <a:pt x="7867" y="3218"/>
                  </a:lnTo>
                  <a:lnTo>
                    <a:pt x="7889" y="3257"/>
                  </a:lnTo>
                  <a:lnTo>
                    <a:pt x="7858" y="3330"/>
                  </a:lnTo>
                  <a:lnTo>
                    <a:pt x="7777" y="3516"/>
                  </a:lnTo>
                  <a:lnTo>
                    <a:pt x="7734" y="3568"/>
                  </a:lnTo>
                  <a:lnTo>
                    <a:pt x="7725" y="3576"/>
                  </a:lnTo>
                  <a:lnTo>
                    <a:pt x="7699" y="3603"/>
                  </a:lnTo>
                  <a:lnTo>
                    <a:pt x="7668" y="3602"/>
                  </a:lnTo>
                  <a:lnTo>
                    <a:pt x="7627" y="3600"/>
                  </a:lnTo>
                  <a:lnTo>
                    <a:pt x="7589" y="3629"/>
                  </a:lnTo>
                  <a:lnTo>
                    <a:pt x="7494" y="3963"/>
                  </a:lnTo>
                  <a:lnTo>
                    <a:pt x="7449" y="4500"/>
                  </a:lnTo>
                  <a:lnTo>
                    <a:pt x="7462" y="4730"/>
                  </a:lnTo>
                  <a:lnTo>
                    <a:pt x="7566" y="5220"/>
                  </a:lnTo>
                  <a:lnTo>
                    <a:pt x="7550" y="5251"/>
                  </a:lnTo>
                  <a:lnTo>
                    <a:pt x="7388" y="5319"/>
                  </a:lnTo>
                  <a:lnTo>
                    <a:pt x="7231" y="5355"/>
                  </a:lnTo>
                  <a:lnTo>
                    <a:pt x="7212" y="5348"/>
                  </a:lnTo>
                  <a:lnTo>
                    <a:pt x="7137" y="5278"/>
                  </a:lnTo>
                  <a:lnTo>
                    <a:pt x="7122" y="5180"/>
                  </a:lnTo>
                  <a:lnTo>
                    <a:pt x="7093" y="5092"/>
                  </a:lnTo>
                  <a:lnTo>
                    <a:pt x="7069" y="5060"/>
                  </a:lnTo>
                  <a:lnTo>
                    <a:pt x="7046" y="5046"/>
                  </a:lnTo>
                  <a:lnTo>
                    <a:pt x="6954" y="5031"/>
                  </a:lnTo>
                  <a:lnTo>
                    <a:pt x="6878" y="5028"/>
                  </a:lnTo>
                  <a:lnTo>
                    <a:pt x="6843" y="5037"/>
                  </a:lnTo>
                  <a:lnTo>
                    <a:pt x="6669" y="5078"/>
                  </a:lnTo>
                  <a:lnTo>
                    <a:pt x="6596" y="5088"/>
                  </a:lnTo>
                  <a:lnTo>
                    <a:pt x="6463" y="5106"/>
                  </a:lnTo>
                  <a:lnTo>
                    <a:pt x="6406" y="4946"/>
                  </a:lnTo>
                  <a:lnTo>
                    <a:pt x="6351" y="4883"/>
                  </a:lnTo>
                  <a:lnTo>
                    <a:pt x="6066" y="4713"/>
                  </a:lnTo>
                  <a:lnTo>
                    <a:pt x="5989" y="4684"/>
                  </a:lnTo>
                  <a:lnTo>
                    <a:pt x="5656" y="4663"/>
                  </a:lnTo>
                  <a:lnTo>
                    <a:pt x="5467" y="4652"/>
                  </a:lnTo>
                  <a:lnTo>
                    <a:pt x="4811" y="4610"/>
                  </a:lnTo>
                  <a:lnTo>
                    <a:pt x="4761" y="4613"/>
                  </a:lnTo>
                  <a:lnTo>
                    <a:pt x="4738" y="4614"/>
                  </a:lnTo>
                  <a:lnTo>
                    <a:pt x="4272" y="4480"/>
                  </a:lnTo>
                  <a:lnTo>
                    <a:pt x="3890" y="4329"/>
                  </a:lnTo>
                  <a:lnTo>
                    <a:pt x="3815" y="4349"/>
                  </a:lnTo>
                  <a:lnTo>
                    <a:pt x="3573" y="4236"/>
                  </a:lnTo>
                  <a:lnTo>
                    <a:pt x="3424" y="4151"/>
                  </a:lnTo>
                  <a:lnTo>
                    <a:pt x="2639" y="3480"/>
                  </a:lnTo>
                  <a:lnTo>
                    <a:pt x="2165" y="3146"/>
                  </a:lnTo>
                  <a:lnTo>
                    <a:pt x="2013" y="3146"/>
                  </a:lnTo>
                  <a:lnTo>
                    <a:pt x="1360" y="2932"/>
                  </a:lnTo>
                  <a:lnTo>
                    <a:pt x="1248" y="2842"/>
                  </a:lnTo>
                  <a:lnTo>
                    <a:pt x="1224" y="2814"/>
                  </a:lnTo>
                  <a:lnTo>
                    <a:pt x="1164" y="2769"/>
                  </a:lnTo>
                  <a:lnTo>
                    <a:pt x="1147" y="2748"/>
                  </a:lnTo>
                  <a:lnTo>
                    <a:pt x="1150" y="2729"/>
                  </a:lnTo>
                  <a:lnTo>
                    <a:pt x="1143" y="2708"/>
                  </a:lnTo>
                  <a:lnTo>
                    <a:pt x="967" y="2596"/>
                  </a:lnTo>
                  <a:lnTo>
                    <a:pt x="935" y="2567"/>
                  </a:lnTo>
                  <a:lnTo>
                    <a:pt x="1018" y="2487"/>
                  </a:lnTo>
                  <a:lnTo>
                    <a:pt x="1042" y="2444"/>
                  </a:lnTo>
                  <a:lnTo>
                    <a:pt x="992" y="2426"/>
                  </a:lnTo>
                  <a:lnTo>
                    <a:pt x="958" y="2430"/>
                  </a:lnTo>
                  <a:lnTo>
                    <a:pt x="947" y="2445"/>
                  </a:lnTo>
                  <a:lnTo>
                    <a:pt x="914" y="2493"/>
                  </a:lnTo>
                  <a:lnTo>
                    <a:pt x="871" y="2515"/>
                  </a:lnTo>
                  <a:lnTo>
                    <a:pt x="669" y="2504"/>
                  </a:lnTo>
                  <a:lnTo>
                    <a:pt x="450" y="2401"/>
                  </a:lnTo>
                  <a:lnTo>
                    <a:pt x="390" y="2373"/>
                  </a:lnTo>
                  <a:lnTo>
                    <a:pt x="229" y="2254"/>
                  </a:lnTo>
                  <a:lnTo>
                    <a:pt x="16" y="2013"/>
                  </a:lnTo>
                  <a:lnTo>
                    <a:pt x="0" y="1978"/>
                  </a:lnTo>
                  <a:lnTo>
                    <a:pt x="28" y="1939"/>
                  </a:lnTo>
                  <a:lnTo>
                    <a:pt x="61" y="1919"/>
                  </a:lnTo>
                  <a:lnTo>
                    <a:pt x="224" y="1875"/>
                  </a:lnTo>
                  <a:lnTo>
                    <a:pt x="341" y="1893"/>
                  </a:lnTo>
                  <a:lnTo>
                    <a:pt x="687" y="1947"/>
                  </a:lnTo>
                  <a:lnTo>
                    <a:pt x="840" y="1971"/>
                  </a:lnTo>
                  <a:lnTo>
                    <a:pt x="826" y="1933"/>
                  </a:lnTo>
                  <a:lnTo>
                    <a:pt x="755" y="1806"/>
                  </a:lnTo>
                  <a:lnTo>
                    <a:pt x="747" y="1745"/>
                  </a:lnTo>
                  <a:lnTo>
                    <a:pt x="800" y="1719"/>
                  </a:lnTo>
                  <a:lnTo>
                    <a:pt x="864" y="1711"/>
                  </a:lnTo>
                  <a:lnTo>
                    <a:pt x="945" y="1762"/>
                  </a:lnTo>
                  <a:lnTo>
                    <a:pt x="1049" y="1797"/>
                  </a:lnTo>
                  <a:lnTo>
                    <a:pt x="1669" y="1843"/>
                  </a:lnTo>
                  <a:lnTo>
                    <a:pt x="1875" y="1861"/>
                  </a:lnTo>
                  <a:lnTo>
                    <a:pt x="1926" y="1884"/>
                  </a:lnTo>
                  <a:lnTo>
                    <a:pt x="1931" y="1935"/>
                  </a:lnTo>
                  <a:lnTo>
                    <a:pt x="1946" y="1959"/>
                  </a:lnTo>
                  <a:lnTo>
                    <a:pt x="2005" y="1892"/>
                  </a:lnTo>
                  <a:lnTo>
                    <a:pt x="2063" y="1872"/>
                  </a:lnTo>
                  <a:lnTo>
                    <a:pt x="2084" y="1879"/>
                  </a:lnTo>
                  <a:lnTo>
                    <a:pt x="2117" y="1890"/>
                  </a:lnTo>
                  <a:lnTo>
                    <a:pt x="2149" y="1901"/>
                  </a:lnTo>
                  <a:lnTo>
                    <a:pt x="2299" y="1829"/>
                  </a:lnTo>
                  <a:lnTo>
                    <a:pt x="2365" y="1800"/>
                  </a:lnTo>
                  <a:lnTo>
                    <a:pt x="2375" y="1774"/>
                  </a:lnTo>
                  <a:lnTo>
                    <a:pt x="2332" y="1731"/>
                  </a:lnTo>
                  <a:lnTo>
                    <a:pt x="2289" y="1692"/>
                  </a:lnTo>
                  <a:lnTo>
                    <a:pt x="2530" y="1475"/>
                  </a:lnTo>
                  <a:lnTo>
                    <a:pt x="2660" y="1357"/>
                  </a:lnTo>
                  <a:lnTo>
                    <a:pt x="2713" y="1308"/>
                  </a:lnTo>
                  <a:lnTo>
                    <a:pt x="2806" y="1225"/>
                  </a:lnTo>
                  <a:lnTo>
                    <a:pt x="2879" y="1194"/>
                  </a:lnTo>
                  <a:lnTo>
                    <a:pt x="2926" y="1205"/>
                  </a:lnTo>
                  <a:lnTo>
                    <a:pt x="3060" y="1237"/>
                  </a:lnTo>
                  <a:lnTo>
                    <a:pt x="3484" y="1339"/>
                  </a:lnTo>
                  <a:lnTo>
                    <a:pt x="3826" y="1326"/>
                  </a:lnTo>
                  <a:lnTo>
                    <a:pt x="3886" y="1324"/>
                  </a:lnTo>
                  <a:lnTo>
                    <a:pt x="4041" y="1226"/>
                  </a:lnTo>
                  <a:lnTo>
                    <a:pt x="4091" y="1190"/>
                  </a:lnTo>
                  <a:lnTo>
                    <a:pt x="4118" y="1173"/>
                  </a:lnTo>
                  <a:lnTo>
                    <a:pt x="4173" y="1172"/>
                  </a:lnTo>
                  <a:lnTo>
                    <a:pt x="4233" y="1203"/>
                  </a:lnTo>
                  <a:lnTo>
                    <a:pt x="4253" y="1207"/>
                  </a:lnTo>
                  <a:lnTo>
                    <a:pt x="4280" y="1202"/>
                  </a:lnTo>
                  <a:lnTo>
                    <a:pt x="4349" y="1159"/>
                  </a:lnTo>
                  <a:lnTo>
                    <a:pt x="4382" y="1148"/>
                  </a:lnTo>
                  <a:lnTo>
                    <a:pt x="4399" y="1120"/>
                  </a:lnTo>
                  <a:lnTo>
                    <a:pt x="4409" y="1019"/>
                  </a:lnTo>
                  <a:lnTo>
                    <a:pt x="4373" y="940"/>
                  </a:lnTo>
                  <a:lnTo>
                    <a:pt x="4392" y="911"/>
                  </a:lnTo>
                  <a:lnTo>
                    <a:pt x="4485" y="832"/>
                  </a:lnTo>
                  <a:lnTo>
                    <a:pt x="4837" y="539"/>
                  </a:lnTo>
                  <a:lnTo>
                    <a:pt x="4908" y="482"/>
                  </a:lnTo>
                  <a:lnTo>
                    <a:pt x="5015" y="400"/>
                  </a:lnTo>
                  <a:lnTo>
                    <a:pt x="5075" y="348"/>
                  </a:lnTo>
                  <a:lnTo>
                    <a:pt x="5318" y="139"/>
                  </a:lnTo>
                  <a:lnTo>
                    <a:pt x="5388" y="0"/>
                  </a:lnTo>
                  <a:lnTo>
                    <a:pt x="5441" y="9"/>
                  </a:lnTo>
                  <a:lnTo>
                    <a:pt x="5556" y="130"/>
                  </a:lnTo>
                  <a:lnTo>
                    <a:pt x="5647" y="228"/>
                  </a:lnTo>
                  <a:lnTo>
                    <a:pt x="5871" y="631"/>
                  </a:lnTo>
                  <a:lnTo>
                    <a:pt x="5885" y="6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9375038" y="2051658"/>
              <a:ext cx="429" cy="322"/>
            </a:xfrm>
            <a:custGeom>
              <a:avLst/>
              <a:pathLst>
                <a:path w="429" h="322">
                  <a:moveTo>
                    <a:pt x="271" y="322"/>
                  </a:moveTo>
                  <a:lnTo>
                    <a:pt x="120" y="298"/>
                  </a:lnTo>
                  <a:lnTo>
                    <a:pt x="53" y="280"/>
                  </a:lnTo>
                  <a:lnTo>
                    <a:pt x="36" y="261"/>
                  </a:lnTo>
                  <a:lnTo>
                    <a:pt x="0" y="115"/>
                  </a:lnTo>
                  <a:lnTo>
                    <a:pt x="1" y="89"/>
                  </a:lnTo>
                  <a:lnTo>
                    <a:pt x="29" y="68"/>
                  </a:lnTo>
                  <a:lnTo>
                    <a:pt x="60" y="64"/>
                  </a:lnTo>
                  <a:lnTo>
                    <a:pt x="410" y="0"/>
                  </a:lnTo>
                  <a:lnTo>
                    <a:pt x="429" y="65"/>
                  </a:lnTo>
                  <a:lnTo>
                    <a:pt x="376" y="224"/>
                  </a:lnTo>
                  <a:lnTo>
                    <a:pt x="343" y="295"/>
                  </a:lnTo>
                  <a:lnTo>
                    <a:pt x="271" y="32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9374303" y="2050244"/>
              <a:ext cx="1543" cy="1261"/>
            </a:xfrm>
            <a:custGeom>
              <a:avLst/>
              <a:pathLst>
                <a:path w="1543" h="1261">
                  <a:moveTo>
                    <a:pt x="1216" y="883"/>
                  </a:moveTo>
                  <a:lnTo>
                    <a:pt x="1218" y="890"/>
                  </a:lnTo>
                  <a:lnTo>
                    <a:pt x="1227" y="920"/>
                  </a:lnTo>
                  <a:lnTo>
                    <a:pt x="1231" y="934"/>
                  </a:lnTo>
                  <a:lnTo>
                    <a:pt x="1253" y="943"/>
                  </a:lnTo>
                  <a:lnTo>
                    <a:pt x="1273" y="951"/>
                  </a:lnTo>
                  <a:lnTo>
                    <a:pt x="1328" y="975"/>
                  </a:lnTo>
                  <a:lnTo>
                    <a:pt x="1335" y="979"/>
                  </a:lnTo>
                  <a:lnTo>
                    <a:pt x="1349" y="978"/>
                  </a:lnTo>
                  <a:lnTo>
                    <a:pt x="1373" y="978"/>
                  </a:lnTo>
                  <a:lnTo>
                    <a:pt x="1398" y="977"/>
                  </a:lnTo>
                  <a:lnTo>
                    <a:pt x="1436" y="970"/>
                  </a:lnTo>
                  <a:lnTo>
                    <a:pt x="1442" y="970"/>
                  </a:lnTo>
                  <a:lnTo>
                    <a:pt x="1464" y="978"/>
                  </a:lnTo>
                  <a:lnTo>
                    <a:pt x="1474" y="982"/>
                  </a:lnTo>
                  <a:lnTo>
                    <a:pt x="1484" y="995"/>
                  </a:lnTo>
                  <a:lnTo>
                    <a:pt x="1494" y="1009"/>
                  </a:lnTo>
                  <a:lnTo>
                    <a:pt x="1543" y="1076"/>
                  </a:lnTo>
                  <a:lnTo>
                    <a:pt x="1539" y="1088"/>
                  </a:lnTo>
                  <a:lnTo>
                    <a:pt x="1502" y="1114"/>
                  </a:lnTo>
                  <a:lnTo>
                    <a:pt x="1279" y="1261"/>
                  </a:lnTo>
                  <a:lnTo>
                    <a:pt x="1145" y="1232"/>
                  </a:lnTo>
                  <a:lnTo>
                    <a:pt x="1141" y="1229"/>
                  </a:lnTo>
                  <a:lnTo>
                    <a:pt x="1026" y="1122"/>
                  </a:lnTo>
                  <a:lnTo>
                    <a:pt x="992" y="1090"/>
                  </a:lnTo>
                  <a:lnTo>
                    <a:pt x="966" y="1060"/>
                  </a:lnTo>
                  <a:lnTo>
                    <a:pt x="819" y="1184"/>
                  </a:lnTo>
                  <a:lnTo>
                    <a:pt x="800" y="1175"/>
                  </a:lnTo>
                  <a:lnTo>
                    <a:pt x="519" y="887"/>
                  </a:lnTo>
                  <a:lnTo>
                    <a:pt x="384" y="747"/>
                  </a:lnTo>
                  <a:lnTo>
                    <a:pt x="247" y="843"/>
                  </a:lnTo>
                  <a:lnTo>
                    <a:pt x="183" y="873"/>
                  </a:lnTo>
                  <a:lnTo>
                    <a:pt x="85" y="878"/>
                  </a:lnTo>
                  <a:lnTo>
                    <a:pt x="0" y="749"/>
                  </a:lnTo>
                  <a:lnTo>
                    <a:pt x="0" y="688"/>
                  </a:lnTo>
                  <a:lnTo>
                    <a:pt x="45" y="665"/>
                  </a:lnTo>
                  <a:lnTo>
                    <a:pt x="131" y="674"/>
                  </a:lnTo>
                  <a:lnTo>
                    <a:pt x="149" y="676"/>
                  </a:lnTo>
                  <a:lnTo>
                    <a:pt x="295" y="671"/>
                  </a:lnTo>
                  <a:lnTo>
                    <a:pt x="371" y="668"/>
                  </a:lnTo>
                  <a:lnTo>
                    <a:pt x="438" y="618"/>
                  </a:lnTo>
                  <a:lnTo>
                    <a:pt x="445" y="612"/>
                  </a:lnTo>
                  <a:lnTo>
                    <a:pt x="442" y="426"/>
                  </a:lnTo>
                  <a:lnTo>
                    <a:pt x="573" y="256"/>
                  </a:lnTo>
                  <a:lnTo>
                    <a:pt x="658" y="146"/>
                  </a:lnTo>
                  <a:lnTo>
                    <a:pt x="760" y="15"/>
                  </a:lnTo>
                  <a:lnTo>
                    <a:pt x="772" y="0"/>
                  </a:lnTo>
                  <a:lnTo>
                    <a:pt x="828" y="22"/>
                  </a:lnTo>
                  <a:lnTo>
                    <a:pt x="836" y="28"/>
                  </a:lnTo>
                  <a:lnTo>
                    <a:pt x="986" y="140"/>
                  </a:lnTo>
                  <a:lnTo>
                    <a:pt x="1070" y="203"/>
                  </a:lnTo>
                  <a:lnTo>
                    <a:pt x="1060" y="228"/>
                  </a:lnTo>
                  <a:lnTo>
                    <a:pt x="989" y="283"/>
                  </a:lnTo>
                  <a:lnTo>
                    <a:pt x="951" y="360"/>
                  </a:lnTo>
                  <a:lnTo>
                    <a:pt x="950" y="467"/>
                  </a:lnTo>
                  <a:lnTo>
                    <a:pt x="965" y="496"/>
                  </a:lnTo>
                  <a:lnTo>
                    <a:pt x="977" y="507"/>
                  </a:lnTo>
                  <a:lnTo>
                    <a:pt x="1281" y="790"/>
                  </a:lnTo>
                  <a:lnTo>
                    <a:pt x="1285" y="794"/>
                  </a:lnTo>
                  <a:lnTo>
                    <a:pt x="1293" y="801"/>
                  </a:lnTo>
                  <a:lnTo>
                    <a:pt x="1278" y="819"/>
                  </a:lnTo>
                  <a:lnTo>
                    <a:pt x="1239" y="863"/>
                  </a:lnTo>
                  <a:lnTo>
                    <a:pt x="1219" y="880"/>
                  </a:lnTo>
                  <a:lnTo>
                    <a:pt x="1216" y="8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9367071" y="2048514"/>
              <a:ext cx="6745" cy="3218"/>
            </a:xfrm>
            <a:custGeom>
              <a:avLst/>
              <a:pathLst>
                <a:path w="6745" h="3218">
                  <a:moveTo>
                    <a:pt x="4357" y="292"/>
                  </a:moveTo>
                  <a:lnTo>
                    <a:pt x="4309" y="309"/>
                  </a:lnTo>
                  <a:lnTo>
                    <a:pt x="4250" y="322"/>
                  </a:lnTo>
                  <a:lnTo>
                    <a:pt x="4229" y="320"/>
                  </a:lnTo>
                  <a:lnTo>
                    <a:pt x="4220" y="298"/>
                  </a:lnTo>
                  <a:lnTo>
                    <a:pt x="4204" y="290"/>
                  </a:lnTo>
                  <a:lnTo>
                    <a:pt x="4061" y="285"/>
                  </a:lnTo>
                  <a:lnTo>
                    <a:pt x="4035" y="294"/>
                  </a:lnTo>
                  <a:lnTo>
                    <a:pt x="3967" y="345"/>
                  </a:lnTo>
                  <a:lnTo>
                    <a:pt x="3860" y="519"/>
                  </a:lnTo>
                  <a:lnTo>
                    <a:pt x="3839" y="562"/>
                  </a:lnTo>
                  <a:lnTo>
                    <a:pt x="3834" y="593"/>
                  </a:lnTo>
                  <a:lnTo>
                    <a:pt x="3833" y="694"/>
                  </a:lnTo>
                  <a:lnTo>
                    <a:pt x="3833" y="748"/>
                  </a:lnTo>
                  <a:lnTo>
                    <a:pt x="3839" y="777"/>
                  </a:lnTo>
                  <a:lnTo>
                    <a:pt x="3854" y="806"/>
                  </a:lnTo>
                  <a:lnTo>
                    <a:pt x="3886" y="842"/>
                  </a:lnTo>
                  <a:lnTo>
                    <a:pt x="3907" y="867"/>
                  </a:lnTo>
                  <a:lnTo>
                    <a:pt x="4014" y="950"/>
                  </a:lnTo>
                  <a:lnTo>
                    <a:pt x="4123" y="1035"/>
                  </a:lnTo>
                  <a:lnTo>
                    <a:pt x="4526" y="1196"/>
                  </a:lnTo>
                  <a:lnTo>
                    <a:pt x="4633" y="1219"/>
                  </a:lnTo>
                  <a:lnTo>
                    <a:pt x="4676" y="1220"/>
                  </a:lnTo>
                  <a:lnTo>
                    <a:pt x="4737" y="1219"/>
                  </a:lnTo>
                  <a:lnTo>
                    <a:pt x="4753" y="1215"/>
                  </a:lnTo>
                  <a:lnTo>
                    <a:pt x="4788" y="1207"/>
                  </a:lnTo>
                  <a:lnTo>
                    <a:pt x="4835" y="1196"/>
                  </a:lnTo>
                  <a:lnTo>
                    <a:pt x="4862" y="1186"/>
                  </a:lnTo>
                  <a:lnTo>
                    <a:pt x="4944" y="1128"/>
                  </a:lnTo>
                  <a:lnTo>
                    <a:pt x="4995" y="1077"/>
                  </a:lnTo>
                  <a:lnTo>
                    <a:pt x="5008" y="1073"/>
                  </a:lnTo>
                  <a:lnTo>
                    <a:pt x="5040" y="1064"/>
                  </a:lnTo>
                  <a:lnTo>
                    <a:pt x="5120" y="1041"/>
                  </a:lnTo>
                  <a:lnTo>
                    <a:pt x="5216" y="1095"/>
                  </a:lnTo>
                  <a:lnTo>
                    <a:pt x="5641" y="1260"/>
                  </a:lnTo>
                  <a:lnTo>
                    <a:pt x="5922" y="1328"/>
                  </a:lnTo>
                  <a:lnTo>
                    <a:pt x="6226" y="1697"/>
                  </a:lnTo>
                  <a:lnTo>
                    <a:pt x="6249" y="1858"/>
                  </a:lnTo>
                  <a:lnTo>
                    <a:pt x="6220" y="2067"/>
                  </a:lnTo>
                  <a:lnTo>
                    <a:pt x="6209" y="2136"/>
                  </a:lnTo>
                  <a:lnTo>
                    <a:pt x="6193" y="2232"/>
                  </a:lnTo>
                  <a:lnTo>
                    <a:pt x="6174" y="2243"/>
                  </a:lnTo>
                  <a:lnTo>
                    <a:pt x="6128" y="2220"/>
                  </a:lnTo>
                  <a:lnTo>
                    <a:pt x="5896" y="2084"/>
                  </a:lnTo>
                  <a:lnTo>
                    <a:pt x="5880" y="2090"/>
                  </a:lnTo>
                  <a:lnTo>
                    <a:pt x="5833" y="2156"/>
                  </a:lnTo>
                  <a:lnTo>
                    <a:pt x="5847" y="2325"/>
                  </a:lnTo>
                  <a:lnTo>
                    <a:pt x="6272" y="2680"/>
                  </a:lnTo>
                  <a:lnTo>
                    <a:pt x="6310" y="2711"/>
                  </a:lnTo>
                  <a:lnTo>
                    <a:pt x="6395" y="2782"/>
                  </a:lnTo>
                  <a:lnTo>
                    <a:pt x="6522" y="2888"/>
                  </a:lnTo>
                  <a:lnTo>
                    <a:pt x="6555" y="2870"/>
                  </a:lnTo>
                  <a:lnTo>
                    <a:pt x="6558" y="2851"/>
                  </a:lnTo>
                  <a:lnTo>
                    <a:pt x="6580" y="2824"/>
                  </a:lnTo>
                  <a:lnTo>
                    <a:pt x="6590" y="2822"/>
                  </a:lnTo>
                  <a:lnTo>
                    <a:pt x="6603" y="2829"/>
                  </a:lnTo>
                  <a:lnTo>
                    <a:pt x="6715" y="2945"/>
                  </a:lnTo>
                  <a:lnTo>
                    <a:pt x="6745" y="3040"/>
                  </a:lnTo>
                  <a:lnTo>
                    <a:pt x="6732" y="3061"/>
                  </a:lnTo>
                  <a:lnTo>
                    <a:pt x="6712" y="3073"/>
                  </a:lnTo>
                  <a:lnTo>
                    <a:pt x="6366" y="3218"/>
                  </a:lnTo>
                  <a:lnTo>
                    <a:pt x="6325" y="3203"/>
                  </a:lnTo>
                  <a:lnTo>
                    <a:pt x="6129" y="3130"/>
                  </a:lnTo>
                  <a:lnTo>
                    <a:pt x="5980" y="3084"/>
                  </a:lnTo>
                  <a:lnTo>
                    <a:pt x="5951" y="3075"/>
                  </a:lnTo>
                  <a:lnTo>
                    <a:pt x="5866" y="3048"/>
                  </a:lnTo>
                  <a:lnTo>
                    <a:pt x="5774" y="3020"/>
                  </a:lnTo>
                  <a:lnTo>
                    <a:pt x="5691" y="2994"/>
                  </a:lnTo>
                  <a:lnTo>
                    <a:pt x="5658" y="2984"/>
                  </a:lnTo>
                  <a:lnTo>
                    <a:pt x="5609" y="2969"/>
                  </a:lnTo>
                  <a:lnTo>
                    <a:pt x="5574" y="2958"/>
                  </a:lnTo>
                  <a:lnTo>
                    <a:pt x="5426" y="2878"/>
                  </a:lnTo>
                  <a:lnTo>
                    <a:pt x="5149" y="2660"/>
                  </a:lnTo>
                  <a:lnTo>
                    <a:pt x="5108" y="2569"/>
                  </a:lnTo>
                  <a:lnTo>
                    <a:pt x="5071" y="2487"/>
                  </a:lnTo>
                  <a:lnTo>
                    <a:pt x="5044" y="2455"/>
                  </a:lnTo>
                  <a:lnTo>
                    <a:pt x="5024" y="2452"/>
                  </a:lnTo>
                  <a:lnTo>
                    <a:pt x="4900" y="2459"/>
                  </a:lnTo>
                  <a:lnTo>
                    <a:pt x="4298" y="2531"/>
                  </a:lnTo>
                  <a:lnTo>
                    <a:pt x="4018" y="2611"/>
                  </a:lnTo>
                  <a:lnTo>
                    <a:pt x="3824" y="2811"/>
                  </a:lnTo>
                  <a:lnTo>
                    <a:pt x="3773" y="2833"/>
                  </a:lnTo>
                  <a:lnTo>
                    <a:pt x="3699" y="2825"/>
                  </a:lnTo>
                  <a:lnTo>
                    <a:pt x="3650" y="2794"/>
                  </a:lnTo>
                  <a:lnTo>
                    <a:pt x="3565" y="2695"/>
                  </a:lnTo>
                  <a:lnTo>
                    <a:pt x="3567" y="2690"/>
                  </a:lnTo>
                  <a:lnTo>
                    <a:pt x="3595" y="2627"/>
                  </a:lnTo>
                  <a:lnTo>
                    <a:pt x="3596" y="2579"/>
                  </a:lnTo>
                  <a:lnTo>
                    <a:pt x="3558" y="2539"/>
                  </a:lnTo>
                  <a:lnTo>
                    <a:pt x="3554" y="2534"/>
                  </a:lnTo>
                  <a:lnTo>
                    <a:pt x="3486" y="2507"/>
                  </a:lnTo>
                  <a:lnTo>
                    <a:pt x="3432" y="2486"/>
                  </a:lnTo>
                  <a:lnTo>
                    <a:pt x="3429" y="2470"/>
                  </a:lnTo>
                  <a:lnTo>
                    <a:pt x="3447" y="2449"/>
                  </a:lnTo>
                  <a:lnTo>
                    <a:pt x="3511" y="2417"/>
                  </a:lnTo>
                  <a:lnTo>
                    <a:pt x="3522" y="2411"/>
                  </a:lnTo>
                  <a:lnTo>
                    <a:pt x="3588" y="2379"/>
                  </a:lnTo>
                  <a:lnTo>
                    <a:pt x="3597" y="2358"/>
                  </a:lnTo>
                  <a:lnTo>
                    <a:pt x="3598" y="2315"/>
                  </a:lnTo>
                  <a:lnTo>
                    <a:pt x="3569" y="2216"/>
                  </a:lnTo>
                  <a:lnTo>
                    <a:pt x="3532" y="2196"/>
                  </a:lnTo>
                  <a:lnTo>
                    <a:pt x="3502" y="2197"/>
                  </a:lnTo>
                  <a:lnTo>
                    <a:pt x="3481" y="2204"/>
                  </a:lnTo>
                  <a:lnTo>
                    <a:pt x="3470" y="2245"/>
                  </a:lnTo>
                  <a:lnTo>
                    <a:pt x="3458" y="2286"/>
                  </a:lnTo>
                  <a:lnTo>
                    <a:pt x="3438" y="2300"/>
                  </a:lnTo>
                  <a:lnTo>
                    <a:pt x="3420" y="2298"/>
                  </a:lnTo>
                  <a:lnTo>
                    <a:pt x="3400" y="2271"/>
                  </a:lnTo>
                  <a:lnTo>
                    <a:pt x="3381" y="2240"/>
                  </a:lnTo>
                  <a:lnTo>
                    <a:pt x="3320" y="2215"/>
                  </a:lnTo>
                  <a:lnTo>
                    <a:pt x="3253" y="2215"/>
                  </a:lnTo>
                  <a:lnTo>
                    <a:pt x="3191" y="2218"/>
                  </a:lnTo>
                  <a:lnTo>
                    <a:pt x="3123" y="2249"/>
                  </a:lnTo>
                  <a:lnTo>
                    <a:pt x="3076" y="2254"/>
                  </a:lnTo>
                  <a:lnTo>
                    <a:pt x="3054" y="2252"/>
                  </a:lnTo>
                  <a:lnTo>
                    <a:pt x="3041" y="2237"/>
                  </a:lnTo>
                  <a:lnTo>
                    <a:pt x="3034" y="2218"/>
                  </a:lnTo>
                  <a:lnTo>
                    <a:pt x="3037" y="2203"/>
                  </a:lnTo>
                  <a:lnTo>
                    <a:pt x="3058" y="2180"/>
                  </a:lnTo>
                  <a:lnTo>
                    <a:pt x="3179" y="2120"/>
                  </a:lnTo>
                  <a:lnTo>
                    <a:pt x="3202" y="2085"/>
                  </a:lnTo>
                  <a:lnTo>
                    <a:pt x="3199" y="2054"/>
                  </a:lnTo>
                  <a:lnTo>
                    <a:pt x="3178" y="2027"/>
                  </a:lnTo>
                  <a:lnTo>
                    <a:pt x="3148" y="2014"/>
                  </a:lnTo>
                  <a:lnTo>
                    <a:pt x="3119" y="2022"/>
                  </a:lnTo>
                  <a:lnTo>
                    <a:pt x="3034" y="2069"/>
                  </a:lnTo>
                  <a:lnTo>
                    <a:pt x="2969" y="2071"/>
                  </a:lnTo>
                  <a:lnTo>
                    <a:pt x="2884" y="2153"/>
                  </a:lnTo>
                  <a:lnTo>
                    <a:pt x="2838" y="2214"/>
                  </a:lnTo>
                  <a:lnTo>
                    <a:pt x="2893" y="2359"/>
                  </a:lnTo>
                  <a:lnTo>
                    <a:pt x="2913" y="2413"/>
                  </a:lnTo>
                  <a:lnTo>
                    <a:pt x="2968" y="2513"/>
                  </a:lnTo>
                  <a:lnTo>
                    <a:pt x="2955" y="2581"/>
                  </a:lnTo>
                  <a:lnTo>
                    <a:pt x="2939" y="2663"/>
                  </a:lnTo>
                  <a:lnTo>
                    <a:pt x="2901" y="2774"/>
                  </a:lnTo>
                  <a:lnTo>
                    <a:pt x="2842" y="2873"/>
                  </a:lnTo>
                  <a:lnTo>
                    <a:pt x="2816" y="2953"/>
                  </a:lnTo>
                  <a:lnTo>
                    <a:pt x="2801" y="2957"/>
                  </a:lnTo>
                  <a:lnTo>
                    <a:pt x="2781" y="2963"/>
                  </a:lnTo>
                  <a:lnTo>
                    <a:pt x="1989" y="3059"/>
                  </a:lnTo>
                  <a:lnTo>
                    <a:pt x="1986" y="3078"/>
                  </a:lnTo>
                  <a:lnTo>
                    <a:pt x="1973" y="3089"/>
                  </a:lnTo>
                  <a:lnTo>
                    <a:pt x="1556" y="3137"/>
                  </a:lnTo>
                  <a:lnTo>
                    <a:pt x="1516" y="3127"/>
                  </a:lnTo>
                  <a:lnTo>
                    <a:pt x="1467" y="3114"/>
                  </a:lnTo>
                  <a:lnTo>
                    <a:pt x="1444" y="3109"/>
                  </a:lnTo>
                  <a:lnTo>
                    <a:pt x="1432" y="3099"/>
                  </a:lnTo>
                  <a:lnTo>
                    <a:pt x="1310" y="2982"/>
                  </a:lnTo>
                  <a:lnTo>
                    <a:pt x="1251" y="2927"/>
                  </a:lnTo>
                  <a:lnTo>
                    <a:pt x="1188" y="2867"/>
                  </a:lnTo>
                  <a:lnTo>
                    <a:pt x="583" y="2760"/>
                  </a:lnTo>
                  <a:lnTo>
                    <a:pt x="559" y="2751"/>
                  </a:lnTo>
                  <a:lnTo>
                    <a:pt x="200" y="2616"/>
                  </a:lnTo>
                  <a:lnTo>
                    <a:pt x="134" y="2575"/>
                  </a:lnTo>
                  <a:lnTo>
                    <a:pt x="243" y="2424"/>
                  </a:lnTo>
                  <a:lnTo>
                    <a:pt x="317" y="2234"/>
                  </a:lnTo>
                  <a:lnTo>
                    <a:pt x="227" y="2053"/>
                  </a:lnTo>
                  <a:lnTo>
                    <a:pt x="218" y="2033"/>
                  </a:lnTo>
                  <a:lnTo>
                    <a:pt x="179" y="1954"/>
                  </a:lnTo>
                  <a:lnTo>
                    <a:pt x="85" y="1708"/>
                  </a:lnTo>
                  <a:lnTo>
                    <a:pt x="36" y="1579"/>
                  </a:lnTo>
                  <a:lnTo>
                    <a:pt x="0" y="1449"/>
                  </a:lnTo>
                  <a:lnTo>
                    <a:pt x="53" y="1354"/>
                  </a:lnTo>
                  <a:lnTo>
                    <a:pt x="160" y="1162"/>
                  </a:lnTo>
                  <a:lnTo>
                    <a:pt x="283" y="967"/>
                  </a:lnTo>
                  <a:lnTo>
                    <a:pt x="286" y="961"/>
                  </a:lnTo>
                  <a:lnTo>
                    <a:pt x="319" y="910"/>
                  </a:lnTo>
                  <a:lnTo>
                    <a:pt x="323" y="904"/>
                  </a:lnTo>
                  <a:lnTo>
                    <a:pt x="177" y="670"/>
                  </a:lnTo>
                  <a:lnTo>
                    <a:pt x="160" y="620"/>
                  </a:lnTo>
                  <a:lnTo>
                    <a:pt x="113" y="485"/>
                  </a:lnTo>
                  <a:lnTo>
                    <a:pt x="92" y="425"/>
                  </a:lnTo>
                  <a:lnTo>
                    <a:pt x="78" y="388"/>
                  </a:lnTo>
                  <a:lnTo>
                    <a:pt x="53" y="315"/>
                  </a:lnTo>
                  <a:lnTo>
                    <a:pt x="19" y="218"/>
                  </a:lnTo>
                  <a:lnTo>
                    <a:pt x="0" y="108"/>
                  </a:lnTo>
                  <a:lnTo>
                    <a:pt x="204" y="51"/>
                  </a:lnTo>
                  <a:lnTo>
                    <a:pt x="311" y="114"/>
                  </a:lnTo>
                  <a:lnTo>
                    <a:pt x="427" y="239"/>
                  </a:lnTo>
                  <a:lnTo>
                    <a:pt x="721" y="500"/>
                  </a:lnTo>
                  <a:lnTo>
                    <a:pt x="968" y="587"/>
                  </a:lnTo>
                  <a:lnTo>
                    <a:pt x="1062" y="620"/>
                  </a:lnTo>
                  <a:lnTo>
                    <a:pt x="1255" y="650"/>
                  </a:lnTo>
                  <a:lnTo>
                    <a:pt x="1315" y="659"/>
                  </a:lnTo>
                  <a:lnTo>
                    <a:pt x="1326" y="653"/>
                  </a:lnTo>
                  <a:lnTo>
                    <a:pt x="1367" y="626"/>
                  </a:lnTo>
                  <a:lnTo>
                    <a:pt x="1373" y="622"/>
                  </a:lnTo>
                  <a:lnTo>
                    <a:pt x="1453" y="485"/>
                  </a:lnTo>
                  <a:lnTo>
                    <a:pt x="1587" y="397"/>
                  </a:lnTo>
                  <a:lnTo>
                    <a:pt x="1832" y="434"/>
                  </a:lnTo>
                  <a:lnTo>
                    <a:pt x="1995" y="458"/>
                  </a:lnTo>
                  <a:lnTo>
                    <a:pt x="2081" y="584"/>
                  </a:lnTo>
                  <a:lnTo>
                    <a:pt x="2095" y="605"/>
                  </a:lnTo>
                  <a:lnTo>
                    <a:pt x="2109" y="626"/>
                  </a:lnTo>
                  <a:lnTo>
                    <a:pt x="2169" y="686"/>
                  </a:lnTo>
                  <a:lnTo>
                    <a:pt x="2199" y="701"/>
                  </a:lnTo>
                  <a:lnTo>
                    <a:pt x="2581" y="751"/>
                  </a:lnTo>
                  <a:lnTo>
                    <a:pt x="2732" y="793"/>
                  </a:lnTo>
                  <a:lnTo>
                    <a:pt x="2754" y="799"/>
                  </a:lnTo>
                  <a:lnTo>
                    <a:pt x="2785" y="807"/>
                  </a:lnTo>
                  <a:lnTo>
                    <a:pt x="2947" y="867"/>
                  </a:lnTo>
                  <a:lnTo>
                    <a:pt x="2967" y="891"/>
                  </a:lnTo>
                  <a:lnTo>
                    <a:pt x="3074" y="913"/>
                  </a:lnTo>
                  <a:lnTo>
                    <a:pt x="3134" y="882"/>
                  </a:lnTo>
                  <a:lnTo>
                    <a:pt x="3155" y="871"/>
                  </a:lnTo>
                  <a:lnTo>
                    <a:pt x="3460" y="655"/>
                  </a:lnTo>
                  <a:lnTo>
                    <a:pt x="3726" y="449"/>
                  </a:lnTo>
                  <a:lnTo>
                    <a:pt x="3833" y="235"/>
                  </a:lnTo>
                  <a:lnTo>
                    <a:pt x="3889" y="99"/>
                  </a:lnTo>
                  <a:lnTo>
                    <a:pt x="3971" y="0"/>
                  </a:lnTo>
                  <a:lnTo>
                    <a:pt x="4156" y="68"/>
                  </a:lnTo>
                  <a:lnTo>
                    <a:pt x="4176" y="76"/>
                  </a:lnTo>
                  <a:lnTo>
                    <a:pt x="4365" y="191"/>
                  </a:lnTo>
                  <a:lnTo>
                    <a:pt x="4399" y="260"/>
                  </a:lnTo>
                  <a:lnTo>
                    <a:pt x="4362" y="290"/>
                  </a:lnTo>
                  <a:lnTo>
                    <a:pt x="4357" y="29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9368019" y="2047331"/>
              <a:ext cx="957" cy="373"/>
            </a:xfrm>
            <a:custGeom>
              <a:avLst/>
              <a:pathLst>
                <a:path w="957" h="373">
                  <a:moveTo>
                    <a:pt x="398" y="234"/>
                  </a:moveTo>
                  <a:lnTo>
                    <a:pt x="473" y="270"/>
                  </a:lnTo>
                  <a:lnTo>
                    <a:pt x="562" y="283"/>
                  </a:lnTo>
                  <a:lnTo>
                    <a:pt x="624" y="272"/>
                  </a:lnTo>
                  <a:lnTo>
                    <a:pt x="694" y="242"/>
                  </a:lnTo>
                  <a:lnTo>
                    <a:pt x="759" y="225"/>
                  </a:lnTo>
                  <a:lnTo>
                    <a:pt x="899" y="227"/>
                  </a:lnTo>
                  <a:lnTo>
                    <a:pt x="953" y="256"/>
                  </a:lnTo>
                  <a:lnTo>
                    <a:pt x="957" y="279"/>
                  </a:lnTo>
                  <a:lnTo>
                    <a:pt x="922" y="305"/>
                  </a:lnTo>
                  <a:lnTo>
                    <a:pt x="900" y="306"/>
                  </a:lnTo>
                  <a:lnTo>
                    <a:pt x="877" y="292"/>
                  </a:lnTo>
                  <a:lnTo>
                    <a:pt x="846" y="273"/>
                  </a:lnTo>
                  <a:lnTo>
                    <a:pt x="816" y="262"/>
                  </a:lnTo>
                  <a:lnTo>
                    <a:pt x="782" y="258"/>
                  </a:lnTo>
                  <a:lnTo>
                    <a:pt x="720" y="295"/>
                  </a:lnTo>
                  <a:lnTo>
                    <a:pt x="633" y="316"/>
                  </a:lnTo>
                  <a:lnTo>
                    <a:pt x="582" y="320"/>
                  </a:lnTo>
                  <a:lnTo>
                    <a:pt x="504" y="367"/>
                  </a:lnTo>
                  <a:lnTo>
                    <a:pt x="464" y="373"/>
                  </a:lnTo>
                  <a:lnTo>
                    <a:pt x="429" y="351"/>
                  </a:lnTo>
                  <a:lnTo>
                    <a:pt x="295" y="274"/>
                  </a:lnTo>
                  <a:lnTo>
                    <a:pt x="59" y="160"/>
                  </a:lnTo>
                  <a:lnTo>
                    <a:pt x="0" y="33"/>
                  </a:lnTo>
                  <a:lnTo>
                    <a:pt x="37" y="5"/>
                  </a:lnTo>
                  <a:lnTo>
                    <a:pt x="61" y="0"/>
                  </a:lnTo>
                  <a:lnTo>
                    <a:pt x="77" y="0"/>
                  </a:lnTo>
                  <a:lnTo>
                    <a:pt x="145" y="99"/>
                  </a:lnTo>
                  <a:lnTo>
                    <a:pt x="171" y="125"/>
                  </a:lnTo>
                  <a:lnTo>
                    <a:pt x="192" y="136"/>
                  </a:lnTo>
                  <a:lnTo>
                    <a:pt x="219" y="150"/>
                  </a:lnTo>
                  <a:lnTo>
                    <a:pt x="339" y="187"/>
                  </a:lnTo>
                  <a:lnTo>
                    <a:pt x="379" y="202"/>
                  </a:lnTo>
                  <a:lnTo>
                    <a:pt x="398" y="23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9338762" y="2041859"/>
              <a:ext cx="817" cy="291"/>
            </a:xfrm>
            <a:custGeom>
              <a:avLst/>
              <a:pathLst>
                <a:path w="817" h="291">
                  <a:moveTo>
                    <a:pt x="568" y="86"/>
                  </a:moveTo>
                  <a:lnTo>
                    <a:pt x="658" y="116"/>
                  </a:lnTo>
                  <a:lnTo>
                    <a:pt x="722" y="113"/>
                  </a:lnTo>
                  <a:lnTo>
                    <a:pt x="806" y="108"/>
                  </a:lnTo>
                  <a:lnTo>
                    <a:pt x="817" y="119"/>
                  </a:lnTo>
                  <a:lnTo>
                    <a:pt x="816" y="147"/>
                  </a:lnTo>
                  <a:lnTo>
                    <a:pt x="807" y="157"/>
                  </a:lnTo>
                  <a:lnTo>
                    <a:pt x="793" y="169"/>
                  </a:lnTo>
                  <a:lnTo>
                    <a:pt x="772" y="174"/>
                  </a:lnTo>
                  <a:lnTo>
                    <a:pt x="506" y="217"/>
                  </a:lnTo>
                  <a:lnTo>
                    <a:pt x="367" y="236"/>
                  </a:lnTo>
                  <a:lnTo>
                    <a:pt x="211" y="263"/>
                  </a:lnTo>
                  <a:lnTo>
                    <a:pt x="50" y="291"/>
                  </a:lnTo>
                  <a:lnTo>
                    <a:pt x="14" y="278"/>
                  </a:lnTo>
                  <a:lnTo>
                    <a:pt x="0" y="241"/>
                  </a:lnTo>
                  <a:lnTo>
                    <a:pt x="42" y="206"/>
                  </a:lnTo>
                  <a:lnTo>
                    <a:pt x="104" y="194"/>
                  </a:lnTo>
                  <a:lnTo>
                    <a:pt x="112" y="185"/>
                  </a:lnTo>
                  <a:lnTo>
                    <a:pt x="215" y="165"/>
                  </a:lnTo>
                  <a:lnTo>
                    <a:pt x="326" y="121"/>
                  </a:lnTo>
                  <a:lnTo>
                    <a:pt x="398" y="19"/>
                  </a:lnTo>
                  <a:lnTo>
                    <a:pt x="407" y="7"/>
                  </a:lnTo>
                  <a:lnTo>
                    <a:pt x="447" y="0"/>
                  </a:lnTo>
                  <a:lnTo>
                    <a:pt x="473" y="11"/>
                  </a:lnTo>
                  <a:lnTo>
                    <a:pt x="492" y="31"/>
                  </a:lnTo>
                  <a:lnTo>
                    <a:pt x="514" y="54"/>
                  </a:lnTo>
                  <a:lnTo>
                    <a:pt x="544" y="72"/>
                  </a:lnTo>
                  <a:lnTo>
                    <a:pt x="568" y="8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9366064" y="2046049"/>
              <a:ext cx="852" cy="710"/>
            </a:xfrm>
            <a:custGeom>
              <a:avLst/>
              <a:pathLst>
                <a:path w="852" h="710">
                  <a:moveTo>
                    <a:pt x="289" y="699"/>
                  </a:moveTo>
                  <a:lnTo>
                    <a:pt x="164" y="710"/>
                  </a:lnTo>
                  <a:lnTo>
                    <a:pt x="59" y="684"/>
                  </a:lnTo>
                  <a:lnTo>
                    <a:pt x="44" y="675"/>
                  </a:lnTo>
                  <a:lnTo>
                    <a:pt x="9" y="655"/>
                  </a:lnTo>
                  <a:lnTo>
                    <a:pt x="0" y="644"/>
                  </a:lnTo>
                  <a:lnTo>
                    <a:pt x="29" y="399"/>
                  </a:lnTo>
                  <a:lnTo>
                    <a:pt x="56" y="362"/>
                  </a:lnTo>
                  <a:lnTo>
                    <a:pt x="235" y="188"/>
                  </a:lnTo>
                  <a:lnTo>
                    <a:pt x="427" y="39"/>
                  </a:lnTo>
                  <a:lnTo>
                    <a:pt x="517" y="0"/>
                  </a:lnTo>
                  <a:lnTo>
                    <a:pt x="730" y="34"/>
                  </a:lnTo>
                  <a:lnTo>
                    <a:pt x="757" y="38"/>
                  </a:lnTo>
                  <a:lnTo>
                    <a:pt x="845" y="78"/>
                  </a:lnTo>
                  <a:lnTo>
                    <a:pt x="852" y="114"/>
                  </a:lnTo>
                  <a:lnTo>
                    <a:pt x="842" y="139"/>
                  </a:lnTo>
                  <a:lnTo>
                    <a:pt x="768" y="194"/>
                  </a:lnTo>
                  <a:lnTo>
                    <a:pt x="728" y="294"/>
                  </a:lnTo>
                  <a:lnTo>
                    <a:pt x="680" y="417"/>
                  </a:lnTo>
                  <a:lnTo>
                    <a:pt x="729" y="526"/>
                  </a:lnTo>
                  <a:lnTo>
                    <a:pt x="723" y="586"/>
                  </a:lnTo>
                  <a:lnTo>
                    <a:pt x="715" y="603"/>
                  </a:lnTo>
                  <a:lnTo>
                    <a:pt x="703" y="627"/>
                  </a:lnTo>
                  <a:lnTo>
                    <a:pt x="631" y="663"/>
                  </a:lnTo>
                  <a:lnTo>
                    <a:pt x="582" y="678"/>
                  </a:lnTo>
                  <a:lnTo>
                    <a:pt x="498" y="703"/>
                  </a:lnTo>
                  <a:lnTo>
                    <a:pt x="415" y="708"/>
                  </a:lnTo>
                  <a:lnTo>
                    <a:pt x="335" y="696"/>
                  </a:lnTo>
                  <a:lnTo>
                    <a:pt x="289" y="69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9368642" y="2046007"/>
              <a:ext cx="1219" cy="1014"/>
            </a:xfrm>
            <a:custGeom>
              <a:avLst/>
              <a:pathLst>
                <a:path w="1219" h="1014">
                  <a:moveTo>
                    <a:pt x="1219" y="241"/>
                  </a:moveTo>
                  <a:lnTo>
                    <a:pt x="1169" y="668"/>
                  </a:lnTo>
                  <a:lnTo>
                    <a:pt x="1077" y="936"/>
                  </a:lnTo>
                  <a:lnTo>
                    <a:pt x="1027" y="1000"/>
                  </a:lnTo>
                  <a:lnTo>
                    <a:pt x="956" y="1014"/>
                  </a:lnTo>
                  <a:lnTo>
                    <a:pt x="869" y="1009"/>
                  </a:lnTo>
                  <a:lnTo>
                    <a:pt x="761" y="976"/>
                  </a:lnTo>
                  <a:lnTo>
                    <a:pt x="679" y="929"/>
                  </a:lnTo>
                  <a:lnTo>
                    <a:pt x="596" y="863"/>
                  </a:lnTo>
                  <a:lnTo>
                    <a:pt x="573" y="804"/>
                  </a:lnTo>
                  <a:lnTo>
                    <a:pt x="394" y="613"/>
                  </a:lnTo>
                  <a:lnTo>
                    <a:pt x="232" y="538"/>
                  </a:lnTo>
                  <a:lnTo>
                    <a:pt x="139" y="570"/>
                  </a:lnTo>
                  <a:lnTo>
                    <a:pt x="122" y="590"/>
                  </a:lnTo>
                  <a:lnTo>
                    <a:pt x="117" y="614"/>
                  </a:lnTo>
                  <a:lnTo>
                    <a:pt x="96" y="623"/>
                  </a:lnTo>
                  <a:lnTo>
                    <a:pt x="8" y="503"/>
                  </a:lnTo>
                  <a:lnTo>
                    <a:pt x="0" y="471"/>
                  </a:lnTo>
                  <a:lnTo>
                    <a:pt x="0" y="433"/>
                  </a:lnTo>
                  <a:lnTo>
                    <a:pt x="49" y="343"/>
                  </a:lnTo>
                  <a:lnTo>
                    <a:pt x="137" y="312"/>
                  </a:lnTo>
                  <a:lnTo>
                    <a:pt x="159" y="310"/>
                  </a:lnTo>
                  <a:lnTo>
                    <a:pt x="306" y="295"/>
                  </a:lnTo>
                  <a:lnTo>
                    <a:pt x="310" y="303"/>
                  </a:lnTo>
                  <a:lnTo>
                    <a:pt x="298" y="355"/>
                  </a:lnTo>
                  <a:lnTo>
                    <a:pt x="275" y="415"/>
                  </a:lnTo>
                  <a:lnTo>
                    <a:pt x="286" y="447"/>
                  </a:lnTo>
                  <a:lnTo>
                    <a:pt x="390" y="492"/>
                  </a:lnTo>
                  <a:lnTo>
                    <a:pt x="569" y="514"/>
                  </a:lnTo>
                  <a:lnTo>
                    <a:pt x="607" y="519"/>
                  </a:lnTo>
                  <a:lnTo>
                    <a:pt x="654" y="518"/>
                  </a:lnTo>
                  <a:lnTo>
                    <a:pt x="737" y="501"/>
                  </a:lnTo>
                  <a:lnTo>
                    <a:pt x="859" y="429"/>
                  </a:lnTo>
                  <a:lnTo>
                    <a:pt x="944" y="327"/>
                  </a:lnTo>
                  <a:lnTo>
                    <a:pt x="951" y="244"/>
                  </a:lnTo>
                  <a:lnTo>
                    <a:pt x="964" y="99"/>
                  </a:lnTo>
                  <a:lnTo>
                    <a:pt x="1019" y="14"/>
                  </a:lnTo>
                  <a:lnTo>
                    <a:pt x="1067" y="1"/>
                  </a:lnTo>
                  <a:lnTo>
                    <a:pt x="1075" y="0"/>
                  </a:lnTo>
                  <a:lnTo>
                    <a:pt x="1114" y="3"/>
                  </a:lnTo>
                  <a:lnTo>
                    <a:pt x="1142" y="5"/>
                  </a:lnTo>
                  <a:lnTo>
                    <a:pt x="1163" y="16"/>
                  </a:lnTo>
                  <a:lnTo>
                    <a:pt x="1203" y="38"/>
                  </a:lnTo>
                  <a:lnTo>
                    <a:pt x="1219" y="2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9357419" y="2042709"/>
              <a:ext cx="1499" cy="1084"/>
            </a:xfrm>
            <a:custGeom>
              <a:avLst/>
              <a:pathLst>
                <a:path w="1499" h="1084">
                  <a:moveTo>
                    <a:pt x="742" y="1081"/>
                  </a:moveTo>
                  <a:lnTo>
                    <a:pt x="729" y="1084"/>
                  </a:lnTo>
                  <a:lnTo>
                    <a:pt x="708" y="1076"/>
                  </a:lnTo>
                  <a:lnTo>
                    <a:pt x="618" y="960"/>
                  </a:lnTo>
                  <a:lnTo>
                    <a:pt x="596" y="931"/>
                  </a:lnTo>
                  <a:lnTo>
                    <a:pt x="552" y="874"/>
                  </a:lnTo>
                  <a:lnTo>
                    <a:pt x="239" y="555"/>
                  </a:lnTo>
                  <a:lnTo>
                    <a:pt x="42" y="443"/>
                  </a:lnTo>
                  <a:lnTo>
                    <a:pt x="28" y="425"/>
                  </a:lnTo>
                  <a:lnTo>
                    <a:pt x="2" y="379"/>
                  </a:lnTo>
                  <a:lnTo>
                    <a:pt x="0" y="318"/>
                  </a:lnTo>
                  <a:lnTo>
                    <a:pt x="47" y="170"/>
                  </a:lnTo>
                  <a:lnTo>
                    <a:pt x="122" y="87"/>
                  </a:lnTo>
                  <a:lnTo>
                    <a:pt x="736" y="16"/>
                  </a:lnTo>
                  <a:lnTo>
                    <a:pt x="750" y="14"/>
                  </a:lnTo>
                  <a:lnTo>
                    <a:pt x="811" y="7"/>
                  </a:lnTo>
                  <a:lnTo>
                    <a:pt x="952" y="2"/>
                  </a:lnTo>
                  <a:lnTo>
                    <a:pt x="1025" y="0"/>
                  </a:lnTo>
                  <a:lnTo>
                    <a:pt x="1153" y="4"/>
                  </a:lnTo>
                  <a:lnTo>
                    <a:pt x="1201" y="5"/>
                  </a:lnTo>
                  <a:lnTo>
                    <a:pt x="1434" y="90"/>
                  </a:lnTo>
                  <a:lnTo>
                    <a:pt x="1478" y="106"/>
                  </a:lnTo>
                  <a:lnTo>
                    <a:pt x="1499" y="152"/>
                  </a:lnTo>
                  <a:lnTo>
                    <a:pt x="1494" y="222"/>
                  </a:lnTo>
                  <a:lnTo>
                    <a:pt x="1479" y="245"/>
                  </a:lnTo>
                  <a:lnTo>
                    <a:pt x="1411" y="255"/>
                  </a:lnTo>
                  <a:lnTo>
                    <a:pt x="1357" y="264"/>
                  </a:lnTo>
                  <a:lnTo>
                    <a:pt x="1152" y="334"/>
                  </a:lnTo>
                  <a:lnTo>
                    <a:pt x="1097" y="399"/>
                  </a:lnTo>
                  <a:lnTo>
                    <a:pt x="1081" y="428"/>
                  </a:lnTo>
                  <a:lnTo>
                    <a:pt x="1071" y="487"/>
                  </a:lnTo>
                  <a:lnTo>
                    <a:pt x="1203" y="583"/>
                  </a:lnTo>
                  <a:lnTo>
                    <a:pt x="1224" y="704"/>
                  </a:lnTo>
                  <a:lnTo>
                    <a:pt x="1204" y="764"/>
                  </a:lnTo>
                  <a:lnTo>
                    <a:pt x="973" y="1035"/>
                  </a:lnTo>
                  <a:lnTo>
                    <a:pt x="742" y="108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9359431" y="2041864"/>
              <a:ext cx="1394" cy="774"/>
            </a:xfrm>
            <a:custGeom>
              <a:avLst/>
              <a:pathLst>
                <a:path w="1394" h="774">
                  <a:moveTo>
                    <a:pt x="1315" y="259"/>
                  </a:moveTo>
                  <a:lnTo>
                    <a:pt x="1306" y="375"/>
                  </a:lnTo>
                  <a:lnTo>
                    <a:pt x="1301" y="432"/>
                  </a:lnTo>
                  <a:lnTo>
                    <a:pt x="1388" y="541"/>
                  </a:lnTo>
                  <a:lnTo>
                    <a:pt x="1394" y="555"/>
                  </a:lnTo>
                  <a:lnTo>
                    <a:pt x="1374" y="653"/>
                  </a:lnTo>
                  <a:lnTo>
                    <a:pt x="1326" y="750"/>
                  </a:lnTo>
                  <a:lnTo>
                    <a:pt x="1314" y="762"/>
                  </a:lnTo>
                  <a:lnTo>
                    <a:pt x="1300" y="774"/>
                  </a:lnTo>
                  <a:lnTo>
                    <a:pt x="1216" y="750"/>
                  </a:lnTo>
                  <a:lnTo>
                    <a:pt x="1110" y="721"/>
                  </a:lnTo>
                  <a:lnTo>
                    <a:pt x="939" y="674"/>
                  </a:lnTo>
                  <a:lnTo>
                    <a:pt x="902" y="664"/>
                  </a:lnTo>
                  <a:lnTo>
                    <a:pt x="575" y="627"/>
                  </a:lnTo>
                  <a:lnTo>
                    <a:pt x="314" y="630"/>
                  </a:lnTo>
                  <a:lnTo>
                    <a:pt x="49" y="549"/>
                  </a:lnTo>
                  <a:lnTo>
                    <a:pt x="10" y="525"/>
                  </a:lnTo>
                  <a:lnTo>
                    <a:pt x="0" y="499"/>
                  </a:lnTo>
                  <a:lnTo>
                    <a:pt x="49" y="350"/>
                  </a:lnTo>
                  <a:lnTo>
                    <a:pt x="69" y="334"/>
                  </a:lnTo>
                  <a:lnTo>
                    <a:pt x="324" y="404"/>
                  </a:lnTo>
                  <a:lnTo>
                    <a:pt x="406" y="95"/>
                  </a:lnTo>
                  <a:lnTo>
                    <a:pt x="448" y="0"/>
                  </a:lnTo>
                  <a:lnTo>
                    <a:pt x="507" y="46"/>
                  </a:lnTo>
                  <a:lnTo>
                    <a:pt x="1030" y="212"/>
                  </a:lnTo>
                  <a:lnTo>
                    <a:pt x="1051" y="217"/>
                  </a:lnTo>
                  <a:lnTo>
                    <a:pt x="1075" y="222"/>
                  </a:lnTo>
                  <a:lnTo>
                    <a:pt x="1093" y="218"/>
                  </a:lnTo>
                  <a:lnTo>
                    <a:pt x="1229" y="188"/>
                  </a:lnTo>
                  <a:lnTo>
                    <a:pt x="1304" y="159"/>
                  </a:lnTo>
                  <a:lnTo>
                    <a:pt x="1323" y="109"/>
                  </a:lnTo>
                  <a:lnTo>
                    <a:pt x="1347" y="65"/>
                  </a:lnTo>
                  <a:lnTo>
                    <a:pt x="1373" y="66"/>
                  </a:lnTo>
                  <a:lnTo>
                    <a:pt x="1389" y="82"/>
                  </a:lnTo>
                  <a:lnTo>
                    <a:pt x="1390" y="104"/>
                  </a:lnTo>
                  <a:lnTo>
                    <a:pt x="1358" y="132"/>
                  </a:lnTo>
                  <a:lnTo>
                    <a:pt x="1343" y="206"/>
                  </a:lnTo>
                  <a:lnTo>
                    <a:pt x="1315" y="25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9360880" y="2041611"/>
              <a:ext cx="541" cy="320"/>
            </a:xfrm>
            <a:custGeom>
              <a:avLst/>
              <a:pathLst>
                <a:path w="541" h="320">
                  <a:moveTo>
                    <a:pt x="445" y="135"/>
                  </a:moveTo>
                  <a:lnTo>
                    <a:pt x="541" y="304"/>
                  </a:lnTo>
                  <a:lnTo>
                    <a:pt x="484" y="316"/>
                  </a:lnTo>
                  <a:lnTo>
                    <a:pt x="426" y="320"/>
                  </a:lnTo>
                  <a:lnTo>
                    <a:pt x="203" y="305"/>
                  </a:lnTo>
                  <a:lnTo>
                    <a:pt x="50" y="293"/>
                  </a:lnTo>
                  <a:lnTo>
                    <a:pt x="0" y="146"/>
                  </a:lnTo>
                  <a:lnTo>
                    <a:pt x="18" y="110"/>
                  </a:lnTo>
                  <a:lnTo>
                    <a:pt x="42" y="98"/>
                  </a:lnTo>
                  <a:lnTo>
                    <a:pt x="56" y="99"/>
                  </a:lnTo>
                  <a:lnTo>
                    <a:pt x="117" y="139"/>
                  </a:lnTo>
                  <a:lnTo>
                    <a:pt x="173" y="146"/>
                  </a:lnTo>
                  <a:lnTo>
                    <a:pt x="206" y="137"/>
                  </a:lnTo>
                  <a:lnTo>
                    <a:pt x="434" y="0"/>
                  </a:lnTo>
                  <a:lnTo>
                    <a:pt x="445" y="1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9369006" y="2042507"/>
              <a:ext cx="715" cy="436"/>
            </a:xfrm>
            <a:custGeom>
              <a:avLst/>
              <a:pathLst>
                <a:path w="715" h="436">
                  <a:moveTo>
                    <a:pt x="573" y="272"/>
                  </a:moveTo>
                  <a:lnTo>
                    <a:pt x="461" y="327"/>
                  </a:lnTo>
                  <a:lnTo>
                    <a:pt x="79" y="436"/>
                  </a:lnTo>
                  <a:lnTo>
                    <a:pt x="73" y="435"/>
                  </a:lnTo>
                  <a:lnTo>
                    <a:pt x="16" y="421"/>
                  </a:lnTo>
                  <a:lnTo>
                    <a:pt x="0" y="358"/>
                  </a:lnTo>
                  <a:lnTo>
                    <a:pt x="1" y="322"/>
                  </a:lnTo>
                  <a:lnTo>
                    <a:pt x="42" y="242"/>
                  </a:lnTo>
                  <a:lnTo>
                    <a:pt x="72" y="232"/>
                  </a:lnTo>
                  <a:lnTo>
                    <a:pt x="89" y="239"/>
                  </a:lnTo>
                  <a:lnTo>
                    <a:pt x="126" y="239"/>
                  </a:lnTo>
                  <a:lnTo>
                    <a:pt x="250" y="191"/>
                  </a:lnTo>
                  <a:lnTo>
                    <a:pt x="344" y="130"/>
                  </a:lnTo>
                  <a:lnTo>
                    <a:pt x="408" y="88"/>
                  </a:lnTo>
                  <a:lnTo>
                    <a:pt x="611" y="18"/>
                  </a:lnTo>
                  <a:lnTo>
                    <a:pt x="672" y="0"/>
                  </a:lnTo>
                  <a:lnTo>
                    <a:pt x="713" y="25"/>
                  </a:lnTo>
                  <a:lnTo>
                    <a:pt x="715" y="34"/>
                  </a:lnTo>
                  <a:lnTo>
                    <a:pt x="715" y="51"/>
                  </a:lnTo>
                  <a:lnTo>
                    <a:pt x="656" y="158"/>
                  </a:lnTo>
                  <a:lnTo>
                    <a:pt x="586" y="263"/>
                  </a:lnTo>
                  <a:lnTo>
                    <a:pt x="573" y="2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9370252" y="2042493"/>
              <a:ext cx="779" cy="595"/>
            </a:xfrm>
            <a:custGeom>
              <a:avLst/>
              <a:pathLst>
                <a:path w="779" h="595">
                  <a:moveTo>
                    <a:pt x="751" y="595"/>
                  </a:moveTo>
                  <a:lnTo>
                    <a:pt x="688" y="584"/>
                  </a:lnTo>
                  <a:lnTo>
                    <a:pt x="194" y="404"/>
                  </a:lnTo>
                  <a:lnTo>
                    <a:pt x="189" y="400"/>
                  </a:lnTo>
                  <a:lnTo>
                    <a:pt x="140" y="361"/>
                  </a:lnTo>
                  <a:lnTo>
                    <a:pt x="62" y="301"/>
                  </a:lnTo>
                  <a:lnTo>
                    <a:pt x="58" y="296"/>
                  </a:lnTo>
                  <a:lnTo>
                    <a:pt x="0" y="131"/>
                  </a:lnTo>
                  <a:lnTo>
                    <a:pt x="41" y="55"/>
                  </a:lnTo>
                  <a:lnTo>
                    <a:pt x="86" y="0"/>
                  </a:lnTo>
                  <a:lnTo>
                    <a:pt x="186" y="20"/>
                  </a:lnTo>
                  <a:lnTo>
                    <a:pt x="382" y="156"/>
                  </a:lnTo>
                  <a:lnTo>
                    <a:pt x="504" y="241"/>
                  </a:lnTo>
                  <a:lnTo>
                    <a:pt x="738" y="511"/>
                  </a:lnTo>
                  <a:lnTo>
                    <a:pt x="750" y="527"/>
                  </a:lnTo>
                  <a:lnTo>
                    <a:pt x="779" y="576"/>
                  </a:lnTo>
                  <a:lnTo>
                    <a:pt x="751" y="59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9356841" y="2040261"/>
              <a:ext cx="2922" cy="2141"/>
            </a:xfrm>
            <a:custGeom>
              <a:avLst/>
              <a:pathLst>
                <a:path w="2922" h="2141">
                  <a:moveTo>
                    <a:pt x="2839" y="1156"/>
                  </a:moveTo>
                  <a:lnTo>
                    <a:pt x="2885" y="1200"/>
                  </a:lnTo>
                  <a:lnTo>
                    <a:pt x="2891" y="1196"/>
                  </a:lnTo>
                  <a:lnTo>
                    <a:pt x="2916" y="1204"/>
                  </a:lnTo>
                  <a:lnTo>
                    <a:pt x="2922" y="1219"/>
                  </a:lnTo>
                  <a:lnTo>
                    <a:pt x="2860" y="1490"/>
                  </a:lnTo>
                  <a:lnTo>
                    <a:pt x="2751" y="1599"/>
                  </a:lnTo>
                  <a:lnTo>
                    <a:pt x="2628" y="1661"/>
                  </a:lnTo>
                  <a:lnTo>
                    <a:pt x="2555" y="1699"/>
                  </a:lnTo>
                  <a:lnTo>
                    <a:pt x="2510" y="1709"/>
                  </a:lnTo>
                  <a:lnTo>
                    <a:pt x="2488" y="1988"/>
                  </a:lnTo>
                  <a:lnTo>
                    <a:pt x="2400" y="2099"/>
                  </a:lnTo>
                  <a:lnTo>
                    <a:pt x="2369" y="2125"/>
                  </a:lnTo>
                  <a:lnTo>
                    <a:pt x="2336" y="2141"/>
                  </a:lnTo>
                  <a:lnTo>
                    <a:pt x="2219" y="2104"/>
                  </a:lnTo>
                  <a:lnTo>
                    <a:pt x="1242" y="1402"/>
                  </a:lnTo>
                  <a:lnTo>
                    <a:pt x="1227" y="1416"/>
                  </a:lnTo>
                  <a:lnTo>
                    <a:pt x="533" y="844"/>
                  </a:lnTo>
                  <a:lnTo>
                    <a:pt x="205" y="574"/>
                  </a:lnTo>
                  <a:lnTo>
                    <a:pt x="0" y="253"/>
                  </a:lnTo>
                  <a:lnTo>
                    <a:pt x="2" y="238"/>
                  </a:lnTo>
                  <a:lnTo>
                    <a:pt x="15" y="228"/>
                  </a:lnTo>
                  <a:lnTo>
                    <a:pt x="210" y="187"/>
                  </a:lnTo>
                  <a:lnTo>
                    <a:pt x="545" y="157"/>
                  </a:lnTo>
                  <a:lnTo>
                    <a:pt x="803" y="77"/>
                  </a:lnTo>
                  <a:lnTo>
                    <a:pt x="941" y="0"/>
                  </a:lnTo>
                  <a:lnTo>
                    <a:pt x="1327" y="67"/>
                  </a:lnTo>
                  <a:lnTo>
                    <a:pt x="1323" y="195"/>
                  </a:lnTo>
                  <a:lnTo>
                    <a:pt x="1353" y="256"/>
                  </a:lnTo>
                  <a:lnTo>
                    <a:pt x="1465" y="290"/>
                  </a:lnTo>
                  <a:lnTo>
                    <a:pt x="1569" y="325"/>
                  </a:lnTo>
                  <a:lnTo>
                    <a:pt x="1655" y="584"/>
                  </a:lnTo>
                  <a:lnTo>
                    <a:pt x="2141" y="821"/>
                  </a:lnTo>
                  <a:lnTo>
                    <a:pt x="2763" y="1112"/>
                  </a:lnTo>
                  <a:lnTo>
                    <a:pt x="2839" y="115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9355649" y="2039624"/>
              <a:ext cx="1408" cy="568"/>
            </a:xfrm>
            <a:custGeom>
              <a:avLst/>
              <a:pathLst>
                <a:path w="1408" h="568">
                  <a:moveTo>
                    <a:pt x="657" y="59"/>
                  </a:moveTo>
                  <a:lnTo>
                    <a:pt x="653" y="71"/>
                  </a:lnTo>
                  <a:lnTo>
                    <a:pt x="651" y="77"/>
                  </a:lnTo>
                  <a:lnTo>
                    <a:pt x="643" y="90"/>
                  </a:lnTo>
                  <a:lnTo>
                    <a:pt x="647" y="95"/>
                  </a:lnTo>
                  <a:lnTo>
                    <a:pt x="674" y="100"/>
                  </a:lnTo>
                  <a:lnTo>
                    <a:pt x="732" y="116"/>
                  </a:lnTo>
                  <a:lnTo>
                    <a:pt x="782" y="130"/>
                  </a:lnTo>
                  <a:lnTo>
                    <a:pt x="840" y="149"/>
                  </a:lnTo>
                  <a:lnTo>
                    <a:pt x="902" y="174"/>
                  </a:lnTo>
                  <a:lnTo>
                    <a:pt x="934" y="188"/>
                  </a:lnTo>
                  <a:lnTo>
                    <a:pt x="988" y="214"/>
                  </a:lnTo>
                  <a:lnTo>
                    <a:pt x="1050" y="246"/>
                  </a:lnTo>
                  <a:lnTo>
                    <a:pt x="1077" y="264"/>
                  </a:lnTo>
                  <a:lnTo>
                    <a:pt x="1084" y="269"/>
                  </a:lnTo>
                  <a:lnTo>
                    <a:pt x="1093" y="269"/>
                  </a:lnTo>
                  <a:lnTo>
                    <a:pt x="1098" y="267"/>
                  </a:lnTo>
                  <a:lnTo>
                    <a:pt x="1103" y="263"/>
                  </a:lnTo>
                  <a:lnTo>
                    <a:pt x="1111" y="259"/>
                  </a:lnTo>
                  <a:lnTo>
                    <a:pt x="1121" y="257"/>
                  </a:lnTo>
                  <a:lnTo>
                    <a:pt x="1134" y="258"/>
                  </a:lnTo>
                  <a:lnTo>
                    <a:pt x="1166" y="269"/>
                  </a:lnTo>
                  <a:lnTo>
                    <a:pt x="1176" y="275"/>
                  </a:lnTo>
                  <a:lnTo>
                    <a:pt x="1182" y="275"/>
                  </a:lnTo>
                  <a:lnTo>
                    <a:pt x="1188" y="273"/>
                  </a:lnTo>
                  <a:lnTo>
                    <a:pt x="1194" y="270"/>
                  </a:lnTo>
                  <a:lnTo>
                    <a:pt x="1199" y="266"/>
                  </a:lnTo>
                  <a:lnTo>
                    <a:pt x="1204" y="269"/>
                  </a:lnTo>
                  <a:lnTo>
                    <a:pt x="1209" y="276"/>
                  </a:lnTo>
                  <a:lnTo>
                    <a:pt x="1214" y="284"/>
                  </a:lnTo>
                  <a:lnTo>
                    <a:pt x="1223" y="291"/>
                  </a:lnTo>
                  <a:lnTo>
                    <a:pt x="1258" y="291"/>
                  </a:lnTo>
                  <a:lnTo>
                    <a:pt x="1277" y="291"/>
                  </a:lnTo>
                  <a:lnTo>
                    <a:pt x="1290" y="291"/>
                  </a:lnTo>
                  <a:lnTo>
                    <a:pt x="1313" y="293"/>
                  </a:lnTo>
                  <a:lnTo>
                    <a:pt x="1329" y="291"/>
                  </a:lnTo>
                  <a:lnTo>
                    <a:pt x="1336" y="293"/>
                  </a:lnTo>
                  <a:lnTo>
                    <a:pt x="1342" y="297"/>
                  </a:lnTo>
                  <a:lnTo>
                    <a:pt x="1363" y="300"/>
                  </a:lnTo>
                  <a:lnTo>
                    <a:pt x="1369" y="304"/>
                  </a:lnTo>
                  <a:lnTo>
                    <a:pt x="1377" y="302"/>
                  </a:lnTo>
                  <a:lnTo>
                    <a:pt x="1387" y="300"/>
                  </a:lnTo>
                  <a:lnTo>
                    <a:pt x="1405" y="299"/>
                  </a:lnTo>
                  <a:lnTo>
                    <a:pt x="1408" y="304"/>
                  </a:lnTo>
                  <a:lnTo>
                    <a:pt x="1403" y="309"/>
                  </a:lnTo>
                  <a:lnTo>
                    <a:pt x="1393" y="312"/>
                  </a:lnTo>
                  <a:lnTo>
                    <a:pt x="1383" y="314"/>
                  </a:lnTo>
                  <a:lnTo>
                    <a:pt x="1371" y="315"/>
                  </a:lnTo>
                  <a:lnTo>
                    <a:pt x="1364" y="315"/>
                  </a:lnTo>
                  <a:lnTo>
                    <a:pt x="1360" y="318"/>
                  </a:lnTo>
                  <a:lnTo>
                    <a:pt x="1350" y="320"/>
                  </a:lnTo>
                  <a:lnTo>
                    <a:pt x="1338" y="325"/>
                  </a:lnTo>
                  <a:lnTo>
                    <a:pt x="1319" y="325"/>
                  </a:lnTo>
                  <a:lnTo>
                    <a:pt x="1296" y="329"/>
                  </a:lnTo>
                  <a:lnTo>
                    <a:pt x="1273" y="334"/>
                  </a:lnTo>
                  <a:lnTo>
                    <a:pt x="1263" y="335"/>
                  </a:lnTo>
                  <a:lnTo>
                    <a:pt x="1257" y="338"/>
                  </a:lnTo>
                  <a:lnTo>
                    <a:pt x="1252" y="344"/>
                  </a:lnTo>
                  <a:lnTo>
                    <a:pt x="1248" y="351"/>
                  </a:lnTo>
                  <a:lnTo>
                    <a:pt x="1248" y="358"/>
                  </a:lnTo>
                  <a:lnTo>
                    <a:pt x="1249" y="369"/>
                  </a:lnTo>
                  <a:lnTo>
                    <a:pt x="1252" y="384"/>
                  </a:lnTo>
                  <a:lnTo>
                    <a:pt x="1256" y="396"/>
                  </a:lnTo>
                  <a:lnTo>
                    <a:pt x="1260" y="417"/>
                  </a:lnTo>
                  <a:lnTo>
                    <a:pt x="1283" y="457"/>
                  </a:lnTo>
                  <a:lnTo>
                    <a:pt x="1288" y="467"/>
                  </a:lnTo>
                  <a:lnTo>
                    <a:pt x="1300" y="482"/>
                  </a:lnTo>
                  <a:lnTo>
                    <a:pt x="1311" y="495"/>
                  </a:lnTo>
                  <a:lnTo>
                    <a:pt x="1318" y="506"/>
                  </a:lnTo>
                  <a:lnTo>
                    <a:pt x="1321" y="517"/>
                  </a:lnTo>
                  <a:lnTo>
                    <a:pt x="1321" y="526"/>
                  </a:lnTo>
                  <a:lnTo>
                    <a:pt x="1314" y="537"/>
                  </a:lnTo>
                  <a:lnTo>
                    <a:pt x="1309" y="549"/>
                  </a:lnTo>
                  <a:lnTo>
                    <a:pt x="1296" y="554"/>
                  </a:lnTo>
                  <a:lnTo>
                    <a:pt x="1279" y="558"/>
                  </a:lnTo>
                  <a:lnTo>
                    <a:pt x="1268" y="563"/>
                  </a:lnTo>
                  <a:lnTo>
                    <a:pt x="1258" y="567"/>
                  </a:lnTo>
                  <a:lnTo>
                    <a:pt x="1233" y="568"/>
                  </a:lnTo>
                  <a:lnTo>
                    <a:pt x="1224" y="568"/>
                  </a:lnTo>
                  <a:lnTo>
                    <a:pt x="1219" y="566"/>
                  </a:lnTo>
                  <a:lnTo>
                    <a:pt x="1212" y="561"/>
                  </a:lnTo>
                  <a:lnTo>
                    <a:pt x="1211" y="557"/>
                  </a:lnTo>
                  <a:lnTo>
                    <a:pt x="1206" y="551"/>
                  </a:lnTo>
                  <a:lnTo>
                    <a:pt x="1200" y="548"/>
                  </a:lnTo>
                  <a:lnTo>
                    <a:pt x="1176" y="538"/>
                  </a:lnTo>
                  <a:lnTo>
                    <a:pt x="1165" y="535"/>
                  </a:lnTo>
                  <a:lnTo>
                    <a:pt x="1151" y="531"/>
                  </a:lnTo>
                  <a:lnTo>
                    <a:pt x="1138" y="528"/>
                  </a:lnTo>
                  <a:lnTo>
                    <a:pt x="1125" y="526"/>
                  </a:lnTo>
                  <a:lnTo>
                    <a:pt x="1096" y="519"/>
                  </a:lnTo>
                  <a:lnTo>
                    <a:pt x="1066" y="507"/>
                  </a:lnTo>
                  <a:lnTo>
                    <a:pt x="1056" y="501"/>
                  </a:lnTo>
                  <a:lnTo>
                    <a:pt x="1046" y="500"/>
                  </a:lnTo>
                  <a:lnTo>
                    <a:pt x="1037" y="501"/>
                  </a:lnTo>
                  <a:lnTo>
                    <a:pt x="1032" y="504"/>
                  </a:lnTo>
                  <a:lnTo>
                    <a:pt x="1027" y="511"/>
                  </a:lnTo>
                  <a:lnTo>
                    <a:pt x="1021" y="513"/>
                  </a:lnTo>
                  <a:lnTo>
                    <a:pt x="0" y="223"/>
                  </a:lnTo>
                  <a:lnTo>
                    <a:pt x="51" y="54"/>
                  </a:lnTo>
                  <a:lnTo>
                    <a:pt x="46" y="49"/>
                  </a:lnTo>
                  <a:lnTo>
                    <a:pt x="46" y="42"/>
                  </a:lnTo>
                  <a:lnTo>
                    <a:pt x="45" y="35"/>
                  </a:lnTo>
                  <a:lnTo>
                    <a:pt x="43" y="29"/>
                  </a:lnTo>
                  <a:lnTo>
                    <a:pt x="38" y="20"/>
                  </a:lnTo>
                  <a:lnTo>
                    <a:pt x="40" y="11"/>
                  </a:lnTo>
                  <a:lnTo>
                    <a:pt x="43" y="4"/>
                  </a:lnTo>
                  <a:lnTo>
                    <a:pt x="49" y="0"/>
                  </a:lnTo>
                  <a:lnTo>
                    <a:pt x="58" y="1"/>
                  </a:lnTo>
                  <a:lnTo>
                    <a:pt x="62" y="4"/>
                  </a:lnTo>
                  <a:lnTo>
                    <a:pt x="64" y="10"/>
                  </a:lnTo>
                  <a:lnTo>
                    <a:pt x="62" y="17"/>
                  </a:lnTo>
                  <a:lnTo>
                    <a:pt x="68" y="17"/>
                  </a:lnTo>
                  <a:lnTo>
                    <a:pt x="75" y="17"/>
                  </a:lnTo>
                  <a:lnTo>
                    <a:pt x="81" y="21"/>
                  </a:lnTo>
                  <a:lnTo>
                    <a:pt x="83" y="26"/>
                  </a:lnTo>
                  <a:lnTo>
                    <a:pt x="87" y="28"/>
                  </a:lnTo>
                  <a:lnTo>
                    <a:pt x="96" y="34"/>
                  </a:lnTo>
                  <a:lnTo>
                    <a:pt x="101" y="37"/>
                  </a:lnTo>
                  <a:lnTo>
                    <a:pt x="116" y="33"/>
                  </a:lnTo>
                  <a:lnTo>
                    <a:pt x="124" y="31"/>
                  </a:lnTo>
                  <a:lnTo>
                    <a:pt x="136" y="33"/>
                  </a:lnTo>
                  <a:lnTo>
                    <a:pt x="141" y="36"/>
                  </a:lnTo>
                  <a:lnTo>
                    <a:pt x="203" y="59"/>
                  </a:lnTo>
                  <a:lnTo>
                    <a:pt x="246" y="74"/>
                  </a:lnTo>
                  <a:lnTo>
                    <a:pt x="252" y="68"/>
                  </a:lnTo>
                  <a:lnTo>
                    <a:pt x="258" y="60"/>
                  </a:lnTo>
                  <a:lnTo>
                    <a:pt x="263" y="56"/>
                  </a:lnTo>
                  <a:lnTo>
                    <a:pt x="283" y="54"/>
                  </a:lnTo>
                  <a:lnTo>
                    <a:pt x="300" y="41"/>
                  </a:lnTo>
                  <a:lnTo>
                    <a:pt x="305" y="33"/>
                  </a:lnTo>
                  <a:lnTo>
                    <a:pt x="313" y="28"/>
                  </a:lnTo>
                  <a:lnTo>
                    <a:pt x="323" y="26"/>
                  </a:lnTo>
                  <a:lnTo>
                    <a:pt x="332" y="26"/>
                  </a:lnTo>
                  <a:lnTo>
                    <a:pt x="345" y="24"/>
                  </a:lnTo>
                  <a:lnTo>
                    <a:pt x="358" y="22"/>
                  </a:lnTo>
                  <a:lnTo>
                    <a:pt x="383" y="22"/>
                  </a:lnTo>
                  <a:lnTo>
                    <a:pt x="417" y="20"/>
                  </a:lnTo>
                  <a:lnTo>
                    <a:pt x="468" y="13"/>
                  </a:lnTo>
                  <a:lnTo>
                    <a:pt x="478" y="10"/>
                  </a:lnTo>
                  <a:lnTo>
                    <a:pt x="487" y="12"/>
                  </a:lnTo>
                  <a:lnTo>
                    <a:pt x="493" y="13"/>
                  </a:lnTo>
                  <a:lnTo>
                    <a:pt x="500" y="10"/>
                  </a:lnTo>
                  <a:lnTo>
                    <a:pt x="509" y="7"/>
                  </a:lnTo>
                  <a:lnTo>
                    <a:pt x="517" y="7"/>
                  </a:lnTo>
                  <a:lnTo>
                    <a:pt x="524" y="10"/>
                  </a:lnTo>
                  <a:lnTo>
                    <a:pt x="543" y="21"/>
                  </a:lnTo>
                  <a:lnTo>
                    <a:pt x="553" y="28"/>
                  </a:lnTo>
                  <a:lnTo>
                    <a:pt x="559" y="33"/>
                  </a:lnTo>
                  <a:lnTo>
                    <a:pt x="563" y="39"/>
                  </a:lnTo>
                  <a:lnTo>
                    <a:pt x="566" y="44"/>
                  </a:lnTo>
                  <a:lnTo>
                    <a:pt x="571" y="50"/>
                  </a:lnTo>
                  <a:lnTo>
                    <a:pt x="577" y="49"/>
                  </a:lnTo>
                  <a:lnTo>
                    <a:pt x="584" y="42"/>
                  </a:lnTo>
                  <a:lnTo>
                    <a:pt x="590" y="32"/>
                  </a:lnTo>
                  <a:lnTo>
                    <a:pt x="596" y="26"/>
                  </a:lnTo>
                  <a:lnTo>
                    <a:pt x="602" y="24"/>
                  </a:lnTo>
                  <a:lnTo>
                    <a:pt x="609" y="18"/>
                  </a:lnTo>
                  <a:lnTo>
                    <a:pt x="614" y="14"/>
                  </a:lnTo>
                  <a:lnTo>
                    <a:pt x="620" y="20"/>
                  </a:lnTo>
                  <a:lnTo>
                    <a:pt x="626" y="21"/>
                  </a:lnTo>
                  <a:lnTo>
                    <a:pt x="633" y="24"/>
                  </a:lnTo>
                  <a:lnTo>
                    <a:pt x="640" y="29"/>
                  </a:lnTo>
                  <a:lnTo>
                    <a:pt x="646" y="31"/>
                  </a:lnTo>
                  <a:lnTo>
                    <a:pt x="655" y="45"/>
                  </a:lnTo>
                  <a:lnTo>
                    <a:pt x="657" y="53"/>
                  </a:lnTo>
                  <a:lnTo>
                    <a:pt x="657" y="5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9373166" y="2041363"/>
              <a:ext cx="369" cy="557"/>
            </a:xfrm>
            <a:custGeom>
              <a:avLst/>
              <a:pathLst>
                <a:path w="369" h="557">
                  <a:moveTo>
                    <a:pt x="103" y="554"/>
                  </a:moveTo>
                  <a:lnTo>
                    <a:pt x="88" y="557"/>
                  </a:lnTo>
                  <a:lnTo>
                    <a:pt x="10" y="502"/>
                  </a:lnTo>
                  <a:lnTo>
                    <a:pt x="1" y="489"/>
                  </a:lnTo>
                  <a:lnTo>
                    <a:pt x="0" y="482"/>
                  </a:lnTo>
                  <a:lnTo>
                    <a:pt x="79" y="106"/>
                  </a:lnTo>
                  <a:lnTo>
                    <a:pt x="120" y="29"/>
                  </a:lnTo>
                  <a:lnTo>
                    <a:pt x="127" y="15"/>
                  </a:lnTo>
                  <a:lnTo>
                    <a:pt x="296" y="0"/>
                  </a:lnTo>
                  <a:lnTo>
                    <a:pt x="355" y="4"/>
                  </a:lnTo>
                  <a:lnTo>
                    <a:pt x="366" y="17"/>
                  </a:lnTo>
                  <a:lnTo>
                    <a:pt x="369" y="101"/>
                  </a:lnTo>
                  <a:lnTo>
                    <a:pt x="340" y="227"/>
                  </a:lnTo>
                  <a:lnTo>
                    <a:pt x="336" y="246"/>
                  </a:lnTo>
                  <a:lnTo>
                    <a:pt x="103" y="55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9366913" y="2040021"/>
              <a:ext cx="814" cy="649"/>
            </a:xfrm>
            <a:custGeom>
              <a:avLst/>
              <a:pathLst>
                <a:path w="814" h="649">
                  <a:moveTo>
                    <a:pt x="736" y="496"/>
                  </a:moveTo>
                  <a:lnTo>
                    <a:pt x="726" y="500"/>
                  </a:lnTo>
                  <a:lnTo>
                    <a:pt x="658" y="524"/>
                  </a:lnTo>
                  <a:lnTo>
                    <a:pt x="617" y="523"/>
                  </a:lnTo>
                  <a:lnTo>
                    <a:pt x="605" y="515"/>
                  </a:lnTo>
                  <a:lnTo>
                    <a:pt x="574" y="489"/>
                  </a:lnTo>
                  <a:lnTo>
                    <a:pt x="533" y="464"/>
                  </a:lnTo>
                  <a:lnTo>
                    <a:pt x="506" y="483"/>
                  </a:lnTo>
                  <a:lnTo>
                    <a:pt x="482" y="529"/>
                  </a:lnTo>
                  <a:lnTo>
                    <a:pt x="487" y="547"/>
                  </a:lnTo>
                  <a:lnTo>
                    <a:pt x="471" y="560"/>
                  </a:lnTo>
                  <a:lnTo>
                    <a:pt x="400" y="616"/>
                  </a:lnTo>
                  <a:lnTo>
                    <a:pt x="307" y="649"/>
                  </a:lnTo>
                  <a:lnTo>
                    <a:pt x="187" y="638"/>
                  </a:lnTo>
                  <a:lnTo>
                    <a:pt x="78" y="628"/>
                  </a:lnTo>
                  <a:lnTo>
                    <a:pt x="1" y="613"/>
                  </a:lnTo>
                  <a:lnTo>
                    <a:pt x="0" y="589"/>
                  </a:lnTo>
                  <a:lnTo>
                    <a:pt x="6" y="578"/>
                  </a:lnTo>
                  <a:lnTo>
                    <a:pt x="13" y="566"/>
                  </a:lnTo>
                  <a:lnTo>
                    <a:pt x="70" y="477"/>
                  </a:lnTo>
                  <a:lnTo>
                    <a:pt x="85" y="454"/>
                  </a:lnTo>
                  <a:lnTo>
                    <a:pt x="104" y="427"/>
                  </a:lnTo>
                  <a:lnTo>
                    <a:pt x="290" y="167"/>
                  </a:lnTo>
                  <a:lnTo>
                    <a:pt x="317" y="130"/>
                  </a:lnTo>
                  <a:lnTo>
                    <a:pt x="350" y="102"/>
                  </a:lnTo>
                  <a:lnTo>
                    <a:pt x="512" y="0"/>
                  </a:lnTo>
                  <a:lnTo>
                    <a:pt x="542" y="2"/>
                  </a:lnTo>
                  <a:lnTo>
                    <a:pt x="640" y="12"/>
                  </a:lnTo>
                  <a:lnTo>
                    <a:pt x="656" y="21"/>
                  </a:lnTo>
                  <a:lnTo>
                    <a:pt x="741" y="164"/>
                  </a:lnTo>
                  <a:lnTo>
                    <a:pt x="814" y="286"/>
                  </a:lnTo>
                  <a:lnTo>
                    <a:pt x="736" y="49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9376967" y="2040096"/>
              <a:ext cx="410" cy="421"/>
            </a:xfrm>
            <a:custGeom>
              <a:avLst/>
              <a:pathLst>
                <a:path w="410" h="421">
                  <a:moveTo>
                    <a:pt x="371" y="412"/>
                  </a:moveTo>
                  <a:lnTo>
                    <a:pt x="345" y="421"/>
                  </a:lnTo>
                  <a:lnTo>
                    <a:pt x="139" y="314"/>
                  </a:lnTo>
                  <a:lnTo>
                    <a:pt x="55" y="233"/>
                  </a:lnTo>
                  <a:lnTo>
                    <a:pt x="0" y="69"/>
                  </a:lnTo>
                  <a:lnTo>
                    <a:pt x="108" y="0"/>
                  </a:lnTo>
                  <a:lnTo>
                    <a:pt x="138" y="1"/>
                  </a:lnTo>
                  <a:lnTo>
                    <a:pt x="206" y="79"/>
                  </a:lnTo>
                  <a:lnTo>
                    <a:pt x="305" y="174"/>
                  </a:lnTo>
                  <a:lnTo>
                    <a:pt x="333" y="201"/>
                  </a:lnTo>
                  <a:lnTo>
                    <a:pt x="409" y="260"/>
                  </a:lnTo>
                  <a:lnTo>
                    <a:pt x="410" y="301"/>
                  </a:lnTo>
                  <a:lnTo>
                    <a:pt x="393" y="394"/>
                  </a:lnTo>
                  <a:lnTo>
                    <a:pt x="371" y="4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9372533" y="2038387"/>
              <a:ext cx="1099" cy="731"/>
            </a:xfrm>
            <a:custGeom>
              <a:avLst/>
              <a:pathLst>
                <a:path w="1099" h="731">
                  <a:moveTo>
                    <a:pt x="680" y="314"/>
                  </a:moveTo>
                  <a:lnTo>
                    <a:pt x="730" y="325"/>
                  </a:lnTo>
                  <a:lnTo>
                    <a:pt x="746" y="269"/>
                  </a:lnTo>
                  <a:lnTo>
                    <a:pt x="758" y="252"/>
                  </a:lnTo>
                  <a:lnTo>
                    <a:pt x="841" y="258"/>
                  </a:lnTo>
                  <a:lnTo>
                    <a:pt x="1081" y="477"/>
                  </a:lnTo>
                  <a:lnTo>
                    <a:pt x="1097" y="492"/>
                  </a:lnTo>
                  <a:lnTo>
                    <a:pt x="1099" y="511"/>
                  </a:lnTo>
                  <a:lnTo>
                    <a:pt x="1088" y="530"/>
                  </a:lnTo>
                  <a:lnTo>
                    <a:pt x="924" y="629"/>
                  </a:lnTo>
                  <a:lnTo>
                    <a:pt x="790" y="673"/>
                  </a:lnTo>
                  <a:lnTo>
                    <a:pt x="755" y="685"/>
                  </a:lnTo>
                  <a:lnTo>
                    <a:pt x="749" y="683"/>
                  </a:lnTo>
                  <a:lnTo>
                    <a:pt x="716" y="724"/>
                  </a:lnTo>
                  <a:lnTo>
                    <a:pt x="690" y="731"/>
                  </a:lnTo>
                  <a:lnTo>
                    <a:pt x="665" y="728"/>
                  </a:lnTo>
                  <a:lnTo>
                    <a:pt x="518" y="687"/>
                  </a:lnTo>
                  <a:lnTo>
                    <a:pt x="392" y="660"/>
                  </a:lnTo>
                  <a:lnTo>
                    <a:pt x="396" y="632"/>
                  </a:lnTo>
                  <a:lnTo>
                    <a:pt x="406" y="568"/>
                  </a:lnTo>
                  <a:lnTo>
                    <a:pt x="389" y="580"/>
                  </a:lnTo>
                  <a:lnTo>
                    <a:pt x="358" y="620"/>
                  </a:lnTo>
                  <a:lnTo>
                    <a:pt x="333" y="650"/>
                  </a:lnTo>
                  <a:lnTo>
                    <a:pt x="298" y="685"/>
                  </a:lnTo>
                  <a:lnTo>
                    <a:pt x="272" y="705"/>
                  </a:lnTo>
                  <a:lnTo>
                    <a:pt x="242" y="715"/>
                  </a:lnTo>
                  <a:lnTo>
                    <a:pt x="218" y="712"/>
                  </a:lnTo>
                  <a:lnTo>
                    <a:pt x="192" y="702"/>
                  </a:lnTo>
                  <a:lnTo>
                    <a:pt x="125" y="656"/>
                  </a:lnTo>
                  <a:lnTo>
                    <a:pt x="10" y="627"/>
                  </a:lnTo>
                  <a:lnTo>
                    <a:pt x="5" y="623"/>
                  </a:lnTo>
                  <a:lnTo>
                    <a:pt x="0" y="612"/>
                  </a:lnTo>
                  <a:lnTo>
                    <a:pt x="92" y="548"/>
                  </a:lnTo>
                  <a:lnTo>
                    <a:pt x="173" y="471"/>
                  </a:lnTo>
                  <a:lnTo>
                    <a:pt x="201" y="428"/>
                  </a:lnTo>
                  <a:lnTo>
                    <a:pt x="230" y="252"/>
                  </a:lnTo>
                  <a:lnTo>
                    <a:pt x="221" y="214"/>
                  </a:lnTo>
                  <a:lnTo>
                    <a:pt x="235" y="161"/>
                  </a:lnTo>
                  <a:lnTo>
                    <a:pt x="537" y="16"/>
                  </a:lnTo>
                  <a:lnTo>
                    <a:pt x="627" y="0"/>
                  </a:lnTo>
                  <a:lnTo>
                    <a:pt x="710" y="9"/>
                  </a:lnTo>
                  <a:lnTo>
                    <a:pt x="651" y="107"/>
                  </a:lnTo>
                  <a:lnTo>
                    <a:pt x="613" y="222"/>
                  </a:lnTo>
                  <a:lnTo>
                    <a:pt x="635" y="295"/>
                  </a:lnTo>
                  <a:lnTo>
                    <a:pt x="680" y="31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9377433" y="2038983"/>
              <a:ext cx="915" cy="647"/>
            </a:xfrm>
            <a:custGeom>
              <a:avLst/>
              <a:pathLst>
                <a:path w="915" h="647">
                  <a:moveTo>
                    <a:pt x="881" y="442"/>
                  </a:moveTo>
                  <a:lnTo>
                    <a:pt x="898" y="505"/>
                  </a:lnTo>
                  <a:lnTo>
                    <a:pt x="915" y="570"/>
                  </a:lnTo>
                  <a:lnTo>
                    <a:pt x="911" y="587"/>
                  </a:lnTo>
                  <a:lnTo>
                    <a:pt x="887" y="616"/>
                  </a:lnTo>
                  <a:lnTo>
                    <a:pt x="878" y="621"/>
                  </a:lnTo>
                  <a:lnTo>
                    <a:pt x="825" y="642"/>
                  </a:lnTo>
                  <a:lnTo>
                    <a:pt x="812" y="647"/>
                  </a:lnTo>
                  <a:lnTo>
                    <a:pt x="583" y="458"/>
                  </a:lnTo>
                  <a:lnTo>
                    <a:pt x="391" y="387"/>
                  </a:lnTo>
                  <a:lnTo>
                    <a:pt x="377" y="414"/>
                  </a:lnTo>
                  <a:lnTo>
                    <a:pt x="298" y="461"/>
                  </a:lnTo>
                  <a:lnTo>
                    <a:pt x="162" y="327"/>
                  </a:lnTo>
                  <a:lnTo>
                    <a:pt x="31" y="158"/>
                  </a:lnTo>
                  <a:lnTo>
                    <a:pt x="0" y="96"/>
                  </a:lnTo>
                  <a:lnTo>
                    <a:pt x="20" y="32"/>
                  </a:lnTo>
                  <a:lnTo>
                    <a:pt x="398" y="0"/>
                  </a:lnTo>
                  <a:lnTo>
                    <a:pt x="403" y="2"/>
                  </a:lnTo>
                  <a:lnTo>
                    <a:pt x="442" y="80"/>
                  </a:lnTo>
                  <a:lnTo>
                    <a:pt x="509" y="247"/>
                  </a:lnTo>
                  <a:lnTo>
                    <a:pt x="587" y="327"/>
                  </a:lnTo>
                  <a:lnTo>
                    <a:pt x="785" y="413"/>
                  </a:lnTo>
                  <a:lnTo>
                    <a:pt x="822" y="420"/>
                  </a:lnTo>
                  <a:lnTo>
                    <a:pt x="881" y="44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9378441" y="2038842"/>
              <a:ext cx="1737" cy="1433"/>
            </a:xfrm>
            <a:custGeom>
              <a:avLst/>
              <a:pathLst>
                <a:path w="1737" h="1433">
                  <a:moveTo>
                    <a:pt x="1354" y="596"/>
                  </a:moveTo>
                  <a:lnTo>
                    <a:pt x="1374" y="600"/>
                  </a:lnTo>
                  <a:lnTo>
                    <a:pt x="1405" y="595"/>
                  </a:lnTo>
                  <a:lnTo>
                    <a:pt x="1479" y="482"/>
                  </a:lnTo>
                  <a:lnTo>
                    <a:pt x="1711" y="471"/>
                  </a:lnTo>
                  <a:lnTo>
                    <a:pt x="1737" y="530"/>
                  </a:lnTo>
                  <a:lnTo>
                    <a:pt x="1727" y="549"/>
                  </a:lnTo>
                  <a:lnTo>
                    <a:pt x="1480" y="849"/>
                  </a:lnTo>
                  <a:lnTo>
                    <a:pt x="1262" y="923"/>
                  </a:lnTo>
                  <a:lnTo>
                    <a:pt x="1103" y="930"/>
                  </a:lnTo>
                  <a:lnTo>
                    <a:pt x="938" y="888"/>
                  </a:lnTo>
                  <a:lnTo>
                    <a:pt x="828" y="826"/>
                  </a:lnTo>
                  <a:lnTo>
                    <a:pt x="808" y="816"/>
                  </a:lnTo>
                  <a:lnTo>
                    <a:pt x="794" y="815"/>
                  </a:lnTo>
                  <a:lnTo>
                    <a:pt x="759" y="814"/>
                  </a:lnTo>
                  <a:lnTo>
                    <a:pt x="734" y="829"/>
                  </a:lnTo>
                  <a:lnTo>
                    <a:pt x="681" y="949"/>
                  </a:lnTo>
                  <a:lnTo>
                    <a:pt x="677" y="976"/>
                  </a:lnTo>
                  <a:lnTo>
                    <a:pt x="694" y="1031"/>
                  </a:lnTo>
                  <a:lnTo>
                    <a:pt x="910" y="1256"/>
                  </a:lnTo>
                  <a:lnTo>
                    <a:pt x="948" y="1283"/>
                  </a:lnTo>
                  <a:lnTo>
                    <a:pt x="1091" y="1382"/>
                  </a:lnTo>
                  <a:lnTo>
                    <a:pt x="1042" y="1433"/>
                  </a:lnTo>
                  <a:lnTo>
                    <a:pt x="986" y="1423"/>
                  </a:lnTo>
                  <a:lnTo>
                    <a:pt x="853" y="1396"/>
                  </a:lnTo>
                  <a:lnTo>
                    <a:pt x="845" y="1395"/>
                  </a:lnTo>
                  <a:lnTo>
                    <a:pt x="764" y="1360"/>
                  </a:lnTo>
                  <a:lnTo>
                    <a:pt x="679" y="1253"/>
                  </a:lnTo>
                  <a:lnTo>
                    <a:pt x="285" y="1176"/>
                  </a:lnTo>
                  <a:lnTo>
                    <a:pt x="22" y="1125"/>
                  </a:lnTo>
                  <a:lnTo>
                    <a:pt x="7" y="1114"/>
                  </a:lnTo>
                  <a:lnTo>
                    <a:pt x="0" y="1001"/>
                  </a:lnTo>
                  <a:lnTo>
                    <a:pt x="3" y="982"/>
                  </a:lnTo>
                  <a:lnTo>
                    <a:pt x="28" y="962"/>
                  </a:lnTo>
                  <a:lnTo>
                    <a:pt x="43" y="951"/>
                  </a:lnTo>
                  <a:lnTo>
                    <a:pt x="42" y="926"/>
                  </a:lnTo>
                  <a:lnTo>
                    <a:pt x="45" y="916"/>
                  </a:lnTo>
                  <a:lnTo>
                    <a:pt x="70" y="915"/>
                  </a:lnTo>
                  <a:lnTo>
                    <a:pt x="123" y="914"/>
                  </a:lnTo>
                  <a:lnTo>
                    <a:pt x="189" y="947"/>
                  </a:lnTo>
                  <a:lnTo>
                    <a:pt x="228" y="954"/>
                  </a:lnTo>
                  <a:lnTo>
                    <a:pt x="247" y="950"/>
                  </a:lnTo>
                  <a:lnTo>
                    <a:pt x="272" y="924"/>
                  </a:lnTo>
                  <a:lnTo>
                    <a:pt x="288" y="893"/>
                  </a:lnTo>
                  <a:lnTo>
                    <a:pt x="293" y="872"/>
                  </a:lnTo>
                  <a:lnTo>
                    <a:pt x="293" y="843"/>
                  </a:lnTo>
                  <a:lnTo>
                    <a:pt x="289" y="829"/>
                  </a:lnTo>
                  <a:lnTo>
                    <a:pt x="271" y="801"/>
                  </a:lnTo>
                  <a:lnTo>
                    <a:pt x="233" y="735"/>
                  </a:lnTo>
                  <a:lnTo>
                    <a:pt x="134" y="646"/>
                  </a:lnTo>
                  <a:lnTo>
                    <a:pt x="92" y="597"/>
                  </a:lnTo>
                  <a:lnTo>
                    <a:pt x="72" y="568"/>
                  </a:lnTo>
                  <a:lnTo>
                    <a:pt x="75" y="550"/>
                  </a:lnTo>
                  <a:lnTo>
                    <a:pt x="118" y="504"/>
                  </a:lnTo>
                  <a:lnTo>
                    <a:pt x="206" y="450"/>
                  </a:lnTo>
                  <a:lnTo>
                    <a:pt x="275" y="455"/>
                  </a:lnTo>
                  <a:lnTo>
                    <a:pt x="333" y="479"/>
                  </a:lnTo>
                  <a:lnTo>
                    <a:pt x="425" y="417"/>
                  </a:lnTo>
                  <a:lnTo>
                    <a:pt x="481" y="337"/>
                  </a:lnTo>
                  <a:lnTo>
                    <a:pt x="461" y="238"/>
                  </a:lnTo>
                  <a:lnTo>
                    <a:pt x="414" y="129"/>
                  </a:lnTo>
                  <a:lnTo>
                    <a:pt x="404" y="118"/>
                  </a:lnTo>
                  <a:lnTo>
                    <a:pt x="534" y="4"/>
                  </a:lnTo>
                  <a:lnTo>
                    <a:pt x="624" y="0"/>
                  </a:lnTo>
                  <a:lnTo>
                    <a:pt x="956" y="364"/>
                  </a:lnTo>
                  <a:lnTo>
                    <a:pt x="1350" y="593"/>
                  </a:lnTo>
                  <a:lnTo>
                    <a:pt x="1354" y="59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9373260" y="2035472"/>
              <a:ext cx="4802" cy="2924"/>
            </a:xfrm>
            <a:custGeom>
              <a:avLst/>
              <a:pathLst>
                <a:path w="4802" h="2924">
                  <a:moveTo>
                    <a:pt x="2435" y="1664"/>
                  </a:moveTo>
                  <a:lnTo>
                    <a:pt x="2517" y="1680"/>
                  </a:lnTo>
                  <a:lnTo>
                    <a:pt x="2681" y="1681"/>
                  </a:lnTo>
                  <a:lnTo>
                    <a:pt x="2946" y="1684"/>
                  </a:lnTo>
                  <a:lnTo>
                    <a:pt x="3233" y="1557"/>
                  </a:lnTo>
                  <a:lnTo>
                    <a:pt x="3421" y="1441"/>
                  </a:lnTo>
                  <a:lnTo>
                    <a:pt x="3418" y="1392"/>
                  </a:lnTo>
                  <a:lnTo>
                    <a:pt x="3417" y="1365"/>
                  </a:lnTo>
                  <a:lnTo>
                    <a:pt x="3411" y="1273"/>
                  </a:lnTo>
                  <a:lnTo>
                    <a:pt x="3451" y="1217"/>
                  </a:lnTo>
                  <a:lnTo>
                    <a:pt x="3510" y="1184"/>
                  </a:lnTo>
                  <a:lnTo>
                    <a:pt x="3754" y="1197"/>
                  </a:lnTo>
                  <a:lnTo>
                    <a:pt x="3737" y="1231"/>
                  </a:lnTo>
                  <a:lnTo>
                    <a:pt x="3720" y="1289"/>
                  </a:lnTo>
                  <a:lnTo>
                    <a:pt x="3730" y="1336"/>
                  </a:lnTo>
                  <a:lnTo>
                    <a:pt x="3752" y="1392"/>
                  </a:lnTo>
                  <a:lnTo>
                    <a:pt x="3785" y="1477"/>
                  </a:lnTo>
                  <a:lnTo>
                    <a:pt x="3855" y="1493"/>
                  </a:lnTo>
                  <a:lnTo>
                    <a:pt x="3909" y="1482"/>
                  </a:lnTo>
                  <a:lnTo>
                    <a:pt x="3965" y="1462"/>
                  </a:lnTo>
                  <a:lnTo>
                    <a:pt x="4008" y="1435"/>
                  </a:lnTo>
                  <a:lnTo>
                    <a:pt x="4022" y="1419"/>
                  </a:lnTo>
                  <a:lnTo>
                    <a:pt x="4037" y="1377"/>
                  </a:lnTo>
                  <a:lnTo>
                    <a:pt x="4037" y="1368"/>
                  </a:lnTo>
                  <a:lnTo>
                    <a:pt x="4039" y="1303"/>
                  </a:lnTo>
                  <a:lnTo>
                    <a:pt x="4307" y="1040"/>
                  </a:lnTo>
                  <a:lnTo>
                    <a:pt x="4378" y="977"/>
                  </a:lnTo>
                  <a:lnTo>
                    <a:pt x="4408" y="974"/>
                  </a:lnTo>
                  <a:lnTo>
                    <a:pt x="4680" y="1095"/>
                  </a:lnTo>
                  <a:lnTo>
                    <a:pt x="4689" y="1101"/>
                  </a:lnTo>
                  <a:lnTo>
                    <a:pt x="4718" y="1142"/>
                  </a:lnTo>
                  <a:lnTo>
                    <a:pt x="4722" y="1177"/>
                  </a:lnTo>
                  <a:lnTo>
                    <a:pt x="4712" y="1218"/>
                  </a:lnTo>
                  <a:lnTo>
                    <a:pt x="4654" y="1269"/>
                  </a:lnTo>
                  <a:lnTo>
                    <a:pt x="4464" y="1376"/>
                  </a:lnTo>
                  <a:lnTo>
                    <a:pt x="4439" y="1372"/>
                  </a:lnTo>
                  <a:lnTo>
                    <a:pt x="4382" y="1317"/>
                  </a:lnTo>
                  <a:lnTo>
                    <a:pt x="4343" y="1321"/>
                  </a:lnTo>
                  <a:lnTo>
                    <a:pt x="4260" y="1349"/>
                  </a:lnTo>
                  <a:lnTo>
                    <a:pt x="4215" y="1413"/>
                  </a:lnTo>
                  <a:lnTo>
                    <a:pt x="4291" y="1635"/>
                  </a:lnTo>
                  <a:lnTo>
                    <a:pt x="4337" y="1771"/>
                  </a:lnTo>
                  <a:lnTo>
                    <a:pt x="4353" y="1797"/>
                  </a:lnTo>
                  <a:lnTo>
                    <a:pt x="4378" y="1812"/>
                  </a:lnTo>
                  <a:lnTo>
                    <a:pt x="4632" y="1856"/>
                  </a:lnTo>
                  <a:lnTo>
                    <a:pt x="4687" y="1866"/>
                  </a:lnTo>
                  <a:lnTo>
                    <a:pt x="4802" y="1956"/>
                  </a:lnTo>
                  <a:lnTo>
                    <a:pt x="4784" y="1985"/>
                  </a:lnTo>
                  <a:lnTo>
                    <a:pt x="4596" y="2204"/>
                  </a:lnTo>
                  <a:lnTo>
                    <a:pt x="4418" y="2079"/>
                  </a:lnTo>
                  <a:lnTo>
                    <a:pt x="4102" y="1931"/>
                  </a:lnTo>
                  <a:lnTo>
                    <a:pt x="4079" y="1927"/>
                  </a:lnTo>
                  <a:lnTo>
                    <a:pt x="3773" y="1964"/>
                  </a:lnTo>
                  <a:lnTo>
                    <a:pt x="3717" y="1971"/>
                  </a:lnTo>
                  <a:lnTo>
                    <a:pt x="3710" y="1975"/>
                  </a:lnTo>
                  <a:lnTo>
                    <a:pt x="3637" y="2019"/>
                  </a:lnTo>
                  <a:lnTo>
                    <a:pt x="3604" y="2069"/>
                  </a:lnTo>
                  <a:lnTo>
                    <a:pt x="3315" y="2151"/>
                  </a:lnTo>
                  <a:lnTo>
                    <a:pt x="3052" y="2062"/>
                  </a:lnTo>
                  <a:lnTo>
                    <a:pt x="2775" y="2319"/>
                  </a:lnTo>
                  <a:lnTo>
                    <a:pt x="2758" y="2320"/>
                  </a:lnTo>
                  <a:lnTo>
                    <a:pt x="2750" y="2317"/>
                  </a:lnTo>
                  <a:lnTo>
                    <a:pt x="2680" y="2209"/>
                  </a:lnTo>
                  <a:lnTo>
                    <a:pt x="2659" y="2173"/>
                  </a:lnTo>
                  <a:lnTo>
                    <a:pt x="2645" y="2104"/>
                  </a:lnTo>
                  <a:lnTo>
                    <a:pt x="2657" y="2067"/>
                  </a:lnTo>
                  <a:lnTo>
                    <a:pt x="2688" y="2035"/>
                  </a:lnTo>
                  <a:lnTo>
                    <a:pt x="2679" y="2001"/>
                  </a:lnTo>
                  <a:lnTo>
                    <a:pt x="2654" y="1976"/>
                  </a:lnTo>
                  <a:lnTo>
                    <a:pt x="2504" y="1970"/>
                  </a:lnTo>
                  <a:lnTo>
                    <a:pt x="2455" y="1974"/>
                  </a:lnTo>
                  <a:lnTo>
                    <a:pt x="1923" y="2153"/>
                  </a:lnTo>
                  <a:lnTo>
                    <a:pt x="1746" y="2273"/>
                  </a:lnTo>
                  <a:lnTo>
                    <a:pt x="1698" y="2325"/>
                  </a:lnTo>
                  <a:lnTo>
                    <a:pt x="1681" y="2349"/>
                  </a:lnTo>
                  <a:lnTo>
                    <a:pt x="1632" y="2422"/>
                  </a:lnTo>
                  <a:lnTo>
                    <a:pt x="1416" y="2413"/>
                  </a:lnTo>
                  <a:lnTo>
                    <a:pt x="1407" y="2410"/>
                  </a:lnTo>
                  <a:lnTo>
                    <a:pt x="1153" y="2322"/>
                  </a:lnTo>
                  <a:lnTo>
                    <a:pt x="788" y="2217"/>
                  </a:lnTo>
                  <a:lnTo>
                    <a:pt x="730" y="2215"/>
                  </a:lnTo>
                  <a:lnTo>
                    <a:pt x="704" y="2221"/>
                  </a:lnTo>
                  <a:lnTo>
                    <a:pt x="328" y="2427"/>
                  </a:lnTo>
                  <a:lnTo>
                    <a:pt x="173" y="2561"/>
                  </a:lnTo>
                  <a:lnTo>
                    <a:pt x="144" y="2587"/>
                  </a:lnTo>
                  <a:lnTo>
                    <a:pt x="118" y="2610"/>
                  </a:lnTo>
                  <a:lnTo>
                    <a:pt x="112" y="2645"/>
                  </a:lnTo>
                  <a:lnTo>
                    <a:pt x="126" y="2724"/>
                  </a:lnTo>
                  <a:lnTo>
                    <a:pt x="138" y="2734"/>
                  </a:lnTo>
                  <a:lnTo>
                    <a:pt x="161" y="2738"/>
                  </a:lnTo>
                  <a:lnTo>
                    <a:pt x="272" y="2759"/>
                  </a:lnTo>
                  <a:lnTo>
                    <a:pt x="269" y="2787"/>
                  </a:lnTo>
                  <a:lnTo>
                    <a:pt x="266" y="2827"/>
                  </a:lnTo>
                  <a:lnTo>
                    <a:pt x="230" y="2908"/>
                  </a:lnTo>
                  <a:lnTo>
                    <a:pt x="210" y="2917"/>
                  </a:lnTo>
                  <a:lnTo>
                    <a:pt x="185" y="2924"/>
                  </a:lnTo>
                  <a:lnTo>
                    <a:pt x="160" y="2922"/>
                  </a:lnTo>
                  <a:lnTo>
                    <a:pt x="62" y="2893"/>
                  </a:lnTo>
                  <a:lnTo>
                    <a:pt x="58" y="2876"/>
                  </a:lnTo>
                  <a:lnTo>
                    <a:pt x="0" y="2589"/>
                  </a:lnTo>
                  <a:lnTo>
                    <a:pt x="58" y="2228"/>
                  </a:lnTo>
                  <a:lnTo>
                    <a:pt x="143" y="2069"/>
                  </a:lnTo>
                  <a:lnTo>
                    <a:pt x="208" y="1981"/>
                  </a:lnTo>
                  <a:lnTo>
                    <a:pt x="288" y="1933"/>
                  </a:lnTo>
                  <a:lnTo>
                    <a:pt x="291" y="1935"/>
                  </a:lnTo>
                  <a:lnTo>
                    <a:pt x="312" y="1931"/>
                  </a:lnTo>
                  <a:lnTo>
                    <a:pt x="634" y="1734"/>
                  </a:lnTo>
                  <a:lnTo>
                    <a:pt x="776" y="1382"/>
                  </a:lnTo>
                  <a:lnTo>
                    <a:pt x="797" y="692"/>
                  </a:lnTo>
                  <a:lnTo>
                    <a:pt x="793" y="665"/>
                  </a:lnTo>
                  <a:lnTo>
                    <a:pt x="684" y="482"/>
                  </a:lnTo>
                  <a:lnTo>
                    <a:pt x="401" y="319"/>
                  </a:lnTo>
                  <a:lnTo>
                    <a:pt x="228" y="219"/>
                  </a:lnTo>
                  <a:lnTo>
                    <a:pt x="281" y="145"/>
                  </a:lnTo>
                  <a:lnTo>
                    <a:pt x="391" y="116"/>
                  </a:lnTo>
                  <a:lnTo>
                    <a:pt x="837" y="0"/>
                  </a:lnTo>
                  <a:lnTo>
                    <a:pt x="844" y="0"/>
                  </a:lnTo>
                  <a:lnTo>
                    <a:pt x="949" y="46"/>
                  </a:lnTo>
                  <a:lnTo>
                    <a:pt x="994" y="77"/>
                  </a:lnTo>
                  <a:lnTo>
                    <a:pt x="1063" y="163"/>
                  </a:lnTo>
                  <a:lnTo>
                    <a:pt x="1241" y="428"/>
                  </a:lnTo>
                  <a:lnTo>
                    <a:pt x="1482" y="740"/>
                  </a:lnTo>
                  <a:lnTo>
                    <a:pt x="1677" y="932"/>
                  </a:lnTo>
                  <a:lnTo>
                    <a:pt x="1986" y="1160"/>
                  </a:lnTo>
                  <a:lnTo>
                    <a:pt x="1959" y="1246"/>
                  </a:lnTo>
                  <a:lnTo>
                    <a:pt x="1918" y="1277"/>
                  </a:lnTo>
                  <a:lnTo>
                    <a:pt x="1888" y="1357"/>
                  </a:lnTo>
                  <a:lnTo>
                    <a:pt x="1900" y="1394"/>
                  </a:lnTo>
                  <a:lnTo>
                    <a:pt x="1922" y="1425"/>
                  </a:lnTo>
                  <a:lnTo>
                    <a:pt x="2058" y="1506"/>
                  </a:lnTo>
                  <a:lnTo>
                    <a:pt x="2435" y="16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9371580" y="2034642"/>
              <a:ext cx="351" cy="919"/>
            </a:xfrm>
            <a:custGeom>
              <a:avLst/>
              <a:pathLst>
                <a:path w="351" h="919">
                  <a:moveTo>
                    <a:pt x="262" y="912"/>
                  </a:moveTo>
                  <a:lnTo>
                    <a:pt x="246" y="919"/>
                  </a:lnTo>
                  <a:lnTo>
                    <a:pt x="207" y="901"/>
                  </a:lnTo>
                  <a:lnTo>
                    <a:pt x="165" y="803"/>
                  </a:lnTo>
                  <a:lnTo>
                    <a:pt x="181" y="702"/>
                  </a:lnTo>
                  <a:lnTo>
                    <a:pt x="216" y="679"/>
                  </a:lnTo>
                  <a:lnTo>
                    <a:pt x="234" y="619"/>
                  </a:lnTo>
                  <a:lnTo>
                    <a:pt x="239" y="519"/>
                  </a:lnTo>
                  <a:lnTo>
                    <a:pt x="170" y="324"/>
                  </a:lnTo>
                  <a:lnTo>
                    <a:pt x="103" y="288"/>
                  </a:lnTo>
                  <a:lnTo>
                    <a:pt x="79" y="275"/>
                  </a:lnTo>
                  <a:lnTo>
                    <a:pt x="0" y="104"/>
                  </a:lnTo>
                  <a:lnTo>
                    <a:pt x="13" y="83"/>
                  </a:lnTo>
                  <a:lnTo>
                    <a:pt x="237" y="12"/>
                  </a:lnTo>
                  <a:lnTo>
                    <a:pt x="290" y="0"/>
                  </a:lnTo>
                  <a:lnTo>
                    <a:pt x="309" y="12"/>
                  </a:lnTo>
                  <a:lnTo>
                    <a:pt x="325" y="25"/>
                  </a:lnTo>
                  <a:lnTo>
                    <a:pt x="339" y="45"/>
                  </a:lnTo>
                  <a:lnTo>
                    <a:pt x="351" y="290"/>
                  </a:lnTo>
                  <a:lnTo>
                    <a:pt x="328" y="512"/>
                  </a:lnTo>
                  <a:lnTo>
                    <a:pt x="287" y="864"/>
                  </a:lnTo>
                  <a:lnTo>
                    <a:pt x="278" y="886"/>
                  </a:lnTo>
                  <a:lnTo>
                    <a:pt x="262" y="91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9374314" y="2034950"/>
              <a:ext cx="815" cy="588"/>
            </a:xfrm>
            <a:custGeom>
              <a:avLst/>
              <a:pathLst>
                <a:path w="815" h="588">
                  <a:moveTo>
                    <a:pt x="288" y="585"/>
                  </a:moveTo>
                  <a:lnTo>
                    <a:pt x="129" y="588"/>
                  </a:lnTo>
                  <a:lnTo>
                    <a:pt x="0" y="401"/>
                  </a:lnTo>
                  <a:lnTo>
                    <a:pt x="30" y="320"/>
                  </a:lnTo>
                  <a:lnTo>
                    <a:pt x="74" y="32"/>
                  </a:lnTo>
                  <a:lnTo>
                    <a:pt x="190" y="0"/>
                  </a:lnTo>
                  <a:lnTo>
                    <a:pt x="632" y="31"/>
                  </a:lnTo>
                  <a:lnTo>
                    <a:pt x="760" y="134"/>
                  </a:lnTo>
                  <a:lnTo>
                    <a:pt x="778" y="201"/>
                  </a:lnTo>
                  <a:lnTo>
                    <a:pt x="815" y="349"/>
                  </a:lnTo>
                  <a:lnTo>
                    <a:pt x="699" y="561"/>
                  </a:lnTo>
                  <a:lnTo>
                    <a:pt x="630" y="579"/>
                  </a:lnTo>
                  <a:lnTo>
                    <a:pt x="288" y="5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9387375" y="2036241"/>
              <a:ext cx="1748" cy="1605"/>
            </a:xfrm>
            <a:custGeom>
              <a:avLst/>
              <a:pathLst>
                <a:path w="1748" h="1605">
                  <a:moveTo>
                    <a:pt x="1747" y="366"/>
                  </a:moveTo>
                  <a:lnTo>
                    <a:pt x="1748" y="534"/>
                  </a:lnTo>
                  <a:lnTo>
                    <a:pt x="1708" y="550"/>
                  </a:lnTo>
                  <a:lnTo>
                    <a:pt x="1646" y="523"/>
                  </a:lnTo>
                  <a:lnTo>
                    <a:pt x="1650" y="477"/>
                  </a:lnTo>
                  <a:lnTo>
                    <a:pt x="1628" y="450"/>
                  </a:lnTo>
                  <a:lnTo>
                    <a:pt x="1574" y="383"/>
                  </a:lnTo>
                  <a:lnTo>
                    <a:pt x="1474" y="362"/>
                  </a:lnTo>
                  <a:lnTo>
                    <a:pt x="1419" y="370"/>
                  </a:lnTo>
                  <a:lnTo>
                    <a:pt x="1288" y="420"/>
                  </a:lnTo>
                  <a:lnTo>
                    <a:pt x="1224" y="488"/>
                  </a:lnTo>
                  <a:lnTo>
                    <a:pt x="1208" y="517"/>
                  </a:lnTo>
                  <a:lnTo>
                    <a:pt x="1115" y="680"/>
                  </a:lnTo>
                  <a:lnTo>
                    <a:pt x="1106" y="750"/>
                  </a:lnTo>
                  <a:lnTo>
                    <a:pt x="1377" y="1225"/>
                  </a:lnTo>
                  <a:lnTo>
                    <a:pt x="1414" y="1460"/>
                  </a:lnTo>
                  <a:lnTo>
                    <a:pt x="1412" y="1495"/>
                  </a:lnTo>
                  <a:lnTo>
                    <a:pt x="1403" y="1511"/>
                  </a:lnTo>
                  <a:lnTo>
                    <a:pt x="1195" y="1605"/>
                  </a:lnTo>
                  <a:lnTo>
                    <a:pt x="1018" y="1601"/>
                  </a:lnTo>
                  <a:lnTo>
                    <a:pt x="967" y="1576"/>
                  </a:lnTo>
                  <a:lnTo>
                    <a:pt x="939" y="1554"/>
                  </a:lnTo>
                  <a:lnTo>
                    <a:pt x="934" y="1507"/>
                  </a:lnTo>
                  <a:lnTo>
                    <a:pt x="929" y="1464"/>
                  </a:lnTo>
                  <a:lnTo>
                    <a:pt x="988" y="1320"/>
                  </a:lnTo>
                  <a:lnTo>
                    <a:pt x="898" y="1039"/>
                  </a:lnTo>
                  <a:lnTo>
                    <a:pt x="868" y="1007"/>
                  </a:lnTo>
                  <a:lnTo>
                    <a:pt x="803" y="970"/>
                  </a:lnTo>
                  <a:lnTo>
                    <a:pt x="720" y="956"/>
                  </a:lnTo>
                  <a:lnTo>
                    <a:pt x="672" y="954"/>
                  </a:lnTo>
                  <a:lnTo>
                    <a:pt x="475" y="994"/>
                  </a:lnTo>
                  <a:lnTo>
                    <a:pt x="290" y="1132"/>
                  </a:lnTo>
                  <a:lnTo>
                    <a:pt x="275" y="1190"/>
                  </a:lnTo>
                  <a:lnTo>
                    <a:pt x="203" y="1254"/>
                  </a:lnTo>
                  <a:lnTo>
                    <a:pt x="170" y="1264"/>
                  </a:lnTo>
                  <a:lnTo>
                    <a:pt x="127" y="1271"/>
                  </a:lnTo>
                  <a:lnTo>
                    <a:pt x="111" y="1254"/>
                  </a:lnTo>
                  <a:lnTo>
                    <a:pt x="0" y="1048"/>
                  </a:lnTo>
                  <a:lnTo>
                    <a:pt x="33" y="832"/>
                  </a:lnTo>
                  <a:lnTo>
                    <a:pt x="61" y="767"/>
                  </a:lnTo>
                  <a:lnTo>
                    <a:pt x="550" y="385"/>
                  </a:lnTo>
                  <a:lnTo>
                    <a:pt x="574" y="385"/>
                  </a:lnTo>
                  <a:lnTo>
                    <a:pt x="587" y="403"/>
                  </a:lnTo>
                  <a:lnTo>
                    <a:pt x="587" y="417"/>
                  </a:lnTo>
                  <a:lnTo>
                    <a:pt x="662" y="451"/>
                  </a:lnTo>
                  <a:lnTo>
                    <a:pt x="745" y="450"/>
                  </a:lnTo>
                  <a:lnTo>
                    <a:pt x="754" y="450"/>
                  </a:lnTo>
                  <a:lnTo>
                    <a:pt x="807" y="438"/>
                  </a:lnTo>
                  <a:lnTo>
                    <a:pt x="862" y="358"/>
                  </a:lnTo>
                  <a:lnTo>
                    <a:pt x="882" y="229"/>
                  </a:lnTo>
                  <a:lnTo>
                    <a:pt x="882" y="116"/>
                  </a:lnTo>
                  <a:lnTo>
                    <a:pt x="1012" y="32"/>
                  </a:lnTo>
                  <a:lnTo>
                    <a:pt x="1074" y="27"/>
                  </a:lnTo>
                  <a:lnTo>
                    <a:pt x="1401" y="0"/>
                  </a:lnTo>
                  <a:lnTo>
                    <a:pt x="1456" y="1"/>
                  </a:lnTo>
                  <a:lnTo>
                    <a:pt x="1520" y="25"/>
                  </a:lnTo>
                  <a:lnTo>
                    <a:pt x="1732" y="253"/>
                  </a:lnTo>
                  <a:lnTo>
                    <a:pt x="1747" y="36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9389543" y="2036147"/>
              <a:ext cx="1323" cy="1467"/>
            </a:xfrm>
            <a:custGeom>
              <a:avLst/>
              <a:pathLst>
                <a:path w="1323" h="1467">
                  <a:moveTo>
                    <a:pt x="1069" y="255"/>
                  </a:moveTo>
                  <a:lnTo>
                    <a:pt x="1179" y="510"/>
                  </a:lnTo>
                  <a:lnTo>
                    <a:pt x="1225" y="687"/>
                  </a:lnTo>
                  <a:lnTo>
                    <a:pt x="1323" y="1266"/>
                  </a:lnTo>
                  <a:lnTo>
                    <a:pt x="1322" y="1279"/>
                  </a:lnTo>
                  <a:lnTo>
                    <a:pt x="1236" y="1427"/>
                  </a:lnTo>
                  <a:lnTo>
                    <a:pt x="1207" y="1444"/>
                  </a:lnTo>
                  <a:lnTo>
                    <a:pt x="1129" y="1467"/>
                  </a:lnTo>
                  <a:lnTo>
                    <a:pt x="1109" y="1454"/>
                  </a:lnTo>
                  <a:lnTo>
                    <a:pt x="964" y="1308"/>
                  </a:lnTo>
                  <a:lnTo>
                    <a:pt x="942" y="1232"/>
                  </a:lnTo>
                  <a:lnTo>
                    <a:pt x="952" y="1196"/>
                  </a:lnTo>
                  <a:lnTo>
                    <a:pt x="976" y="1167"/>
                  </a:lnTo>
                  <a:lnTo>
                    <a:pt x="977" y="1147"/>
                  </a:lnTo>
                  <a:lnTo>
                    <a:pt x="955" y="979"/>
                  </a:lnTo>
                  <a:lnTo>
                    <a:pt x="824" y="742"/>
                  </a:lnTo>
                  <a:lnTo>
                    <a:pt x="813" y="737"/>
                  </a:lnTo>
                  <a:lnTo>
                    <a:pt x="804" y="737"/>
                  </a:lnTo>
                  <a:lnTo>
                    <a:pt x="577" y="749"/>
                  </a:lnTo>
                  <a:lnTo>
                    <a:pt x="496" y="753"/>
                  </a:lnTo>
                  <a:lnTo>
                    <a:pt x="452" y="760"/>
                  </a:lnTo>
                  <a:lnTo>
                    <a:pt x="255" y="793"/>
                  </a:lnTo>
                  <a:lnTo>
                    <a:pt x="107" y="706"/>
                  </a:lnTo>
                  <a:lnTo>
                    <a:pt x="0" y="579"/>
                  </a:lnTo>
                  <a:lnTo>
                    <a:pt x="52" y="382"/>
                  </a:lnTo>
                  <a:lnTo>
                    <a:pt x="54" y="374"/>
                  </a:lnTo>
                  <a:lnTo>
                    <a:pt x="60" y="351"/>
                  </a:lnTo>
                  <a:lnTo>
                    <a:pt x="83" y="316"/>
                  </a:lnTo>
                  <a:lnTo>
                    <a:pt x="289" y="2"/>
                  </a:lnTo>
                  <a:lnTo>
                    <a:pt x="304" y="0"/>
                  </a:lnTo>
                  <a:lnTo>
                    <a:pt x="365" y="18"/>
                  </a:lnTo>
                  <a:lnTo>
                    <a:pt x="460" y="83"/>
                  </a:lnTo>
                  <a:lnTo>
                    <a:pt x="669" y="272"/>
                  </a:lnTo>
                  <a:lnTo>
                    <a:pt x="766" y="264"/>
                  </a:lnTo>
                  <a:lnTo>
                    <a:pt x="827" y="165"/>
                  </a:lnTo>
                  <a:lnTo>
                    <a:pt x="899" y="69"/>
                  </a:lnTo>
                  <a:lnTo>
                    <a:pt x="938" y="76"/>
                  </a:lnTo>
                  <a:lnTo>
                    <a:pt x="971" y="105"/>
                  </a:lnTo>
                  <a:lnTo>
                    <a:pt x="1069" y="2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9388199" y="2033221"/>
              <a:ext cx="879" cy="745"/>
            </a:xfrm>
            <a:custGeom>
              <a:avLst/>
              <a:pathLst>
                <a:path w="879" h="745">
                  <a:moveTo>
                    <a:pt x="855" y="745"/>
                  </a:moveTo>
                  <a:lnTo>
                    <a:pt x="763" y="743"/>
                  </a:lnTo>
                  <a:lnTo>
                    <a:pt x="92" y="328"/>
                  </a:lnTo>
                  <a:lnTo>
                    <a:pt x="20" y="211"/>
                  </a:lnTo>
                  <a:lnTo>
                    <a:pt x="0" y="163"/>
                  </a:lnTo>
                  <a:lnTo>
                    <a:pt x="63" y="99"/>
                  </a:lnTo>
                  <a:lnTo>
                    <a:pt x="339" y="0"/>
                  </a:lnTo>
                  <a:lnTo>
                    <a:pt x="465" y="1"/>
                  </a:lnTo>
                  <a:lnTo>
                    <a:pt x="525" y="26"/>
                  </a:lnTo>
                  <a:lnTo>
                    <a:pt x="620" y="92"/>
                  </a:lnTo>
                  <a:lnTo>
                    <a:pt x="662" y="132"/>
                  </a:lnTo>
                  <a:lnTo>
                    <a:pt x="879" y="728"/>
                  </a:lnTo>
                  <a:lnTo>
                    <a:pt x="855" y="74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9387649" y="2032981"/>
              <a:ext cx="432" cy="360"/>
            </a:xfrm>
            <a:custGeom>
              <a:avLst/>
              <a:pathLst>
                <a:path w="432" h="360">
                  <a:moveTo>
                    <a:pt x="301" y="0"/>
                  </a:moveTo>
                  <a:lnTo>
                    <a:pt x="365" y="16"/>
                  </a:lnTo>
                  <a:lnTo>
                    <a:pt x="376" y="17"/>
                  </a:lnTo>
                  <a:lnTo>
                    <a:pt x="410" y="54"/>
                  </a:lnTo>
                  <a:lnTo>
                    <a:pt x="432" y="114"/>
                  </a:lnTo>
                  <a:lnTo>
                    <a:pt x="430" y="144"/>
                  </a:lnTo>
                  <a:lnTo>
                    <a:pt x="372" y="208"/>
                  </a:lnTo>
                  <a:lnTo>
                    <a:pt x="340" y="241"/>
                  </a:lnTo>
                  <a:lnTo>
                    <a:pt x="52" y="360"/>
                  </a:lnTo>
                  <a:lnTo>
                    <a:pt x="38" y="357"/>
                  </a:lnTo>
                  <a:lnTo>
                    <a:pt x="10" y="335"/>
                  </a:lnTo>
                  <a:lnTo>
                    <a:pt x="0" y="303"/>
                  </a:lnTo>
                  <a:lnTo>
                    <a:pt x="2" y="260"/>
                  </a:lnTo>
                  <a:lnTo>
                    <a:pt x="15" y="78"/>
                  </a:lnTo>
                  <a:lnTo>
                    <a:pt x="92" y="26"/>
                  </a:lnTo>
                  <a:lnTo>
                    <a:pt x="199" y="18"/>
                  </a:lnTo>
                  <a:lnTo>
                    <a:pt x="218" y="10"/>
                  </a:lnTo>
                  <a:lnTo>
                    <a:pt x="301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9381081" y="2031516"/>
              <a:ext cx="1306" cy="587"/>
            </a:xfrm>
            <a:custGeom>
              <a:avLst/>
              <a:pathLst>
                <a:path w="1306" h="587">
                  <a:moveTo>
                    <a:pt x="1147" y="283"/>
                  </a:moveTo>
                  <a:lnTo>
                    <a:pt x="1306" y="452"/>
                  </a:lnTo>
                  <a:lnTo>
                    <a:pt x="1302" y="472"/>
                  </a:lnTo>
                  <a:lnTo>
                    <a:pt x="1238" y="517"/>
                  </a:lnTo>
                  <a:lnTo>
                    <a:pt x="1097" y="587"/>
                  </a:lnTo>
                  <a:lnTo>
                    <a:pt x="1061" y="583"/>
                  </a:lnTo>
                  <a:lnTo>
                    <a:pt x="922" y="528"/>
                  </a:lnTo>
                  <a:lnTo>
                    <a:pt x="804" y="420"/>
                  </a:lnTo>
                  <a:lnTo>
                    <a:pt x="654" y="309"/>
                  </a:lnTo>
                  <a:lnTo>
                    <a:pt x="489" y="214"/>
                  </a:lnTo>
                  <a:lnTo>
                    <a:pt x="400" y="222"/>
                  </a:lnTo>
                  <a:lnTo>
                    <a:pt x="296" y="347"/>
                  </a:lnTo>
                  <a:lnTo>
                    <a:pt x="277" y="357"/>
                  </a:lnTo>
                  <a:lnTo>
                    <a:pt x="259" y="359"/>
                  </a:lnTo>
                  <a:lnTo>
                    <a:pt x="37" y="389"/>
                  </a:lnTo>
                  <a:lnTo>
                    <a:pt x="17" y="379"/>
                  </a:lnTo>
                  <a:lnTo>
                    <a:pt x="0" y="329"/>
                  </a:lnTo>
                  <a:lnTo>
                    <a:pt x="6" y="273"/>
                  </a:lnTo>
                  <a:lnTo>
                    <a:pt x="284" y="51"/>
                  </a:lnTo>
                  <a:lnTo>
                    <a:pt x="295" y="45"/>
                  </a:lnTo>
                  <a:lnTo>
                    <a:pt x="323" y="30"/>
                  </a:lnTo>
                  <a:lnTo>
                    <a:pt x="342" y="27"/>
                  </a:lnTo>
                  <a:lnTo>
                    <a:pt x="506" y="4"/>
                  </a:lnTo>
                  <a:lnTo>
                    <a:pt x="536" y="0"/>
                  </a:lnTo>
                  <a:lnTo>
                    <a:pt x="573" y="5"/>
                  </a:lnTo>
                  <a:lnTo>
                    <a:pt x="981" y="182"/>
                  </a:lnTo>
                  <a:lnTo>
                    <a:pt x="1147" y="2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9382446" y="2031466"/>
              <a:ext cx="575" cy="663"/>
            </a:xfrm>
            <a:custGeom>
              <a:avLst/>
              <a:pathLst>
                <a:path w="575" h="663">
                  <a:moveTo>
                    <a:pt x="327" y="649"/>
                  </a:moveTo>
                  <a:lnTo>
                    <a:pt x="296" y="663"/>
                  </a:lnTo>
                  <a:lnTo>
                    <a:pt x="236" y="634"/>
                  </a:lnTo>
                  <a:lnTo>
                    <a:pt x="163" y="597"/>
                  </a:lnTo>
                  <a:lnTo>
                    <a:pt x="0" y="489"/>
                  </a:lnTo>
                  <a:lnTo>
                    <a:pt x="11" y="455"/>
                  </a:lnTo>
                  <a:lnTo>
                    <a:pt x="70" y="366"/>
                  </a:lnTo>
                  <a:lnTo>
                    <a:pt x="230" y="361"/>
                  </a:lnTo>
                  <a:lnTo>
                    <a:pt x="96" y="48"/>
                  </a:lnTo>
                  <a:lnTo>
                    <a:pt x="108" y="29"/>
                  </a:lnTo>
                  <a:lnTo>
                    <a:pt x="157" y="12"/>
                  </a:lnTo>
                  <a:lnTo>
                    <a:pt x="171" y="3"/>
                  </a:lnTo>
                  <a:lnTo>
                    <a:pt x="177" y="1"/>
                  </a:lnTo>
                  <a:lnTo>
                    <a:pt x="192" y="0"/>
                  </a:lnTo>
                  <a:lnTo>
                    <a:pt x="204" y="3"/>
                  </a:lnTo>
                  <a:lnTo>
                    <a:pt x="423" y="165"/>
                  </a:lnTo>
                  <a:lnTo>
                    <a:pt x="526" y="295"/>
                  </a:lnTo>
                  <a:lnTo>
                    <a:pt x="569" y="349"/>
                  </a:lnTo>
                  <a:lnTo>
                    <a:pt x="575" y="426"/>
                  </a:lnTo>
                  <a:lnTo>
                    <a:pt x="327" y="64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9383528" y="2029828"/>
              <a:ext cx="1653" cy="1075"/>
            </a:xfrm>
            <a:custGeom>
              <a:avLst/>
              <a:pathLst>
                <a:path w="1653" h="1075">
                  <a:moveTo>
                    <a:pt x="1061" y="628"/>
                  </a:moveTo>
                  <a:lnTo>
                    <a:pt x="1104" y="642"/>
                  </a:lnTo>
                  <a:lnTo>
                    <a:pt x="1164" y="618"/>
                  </a:lnTo>
                  <a:lnTo>
                    <a:pt x="1194" y="589"/>
                  </a:lnTo>
                  <a:lnTo>
                    <a:pt x="1225" y="523"/>
                  </a:lnTo>
                  <a:lnTo>
                    <a:pt x="1247" y="428"/>
                  </a:lnTo>
                  <a:lnTo>
                    <a:pt x="1458" y="423"/>
                  </a:lnTo>
                  <a:lnTo>
                    <a:pt x="1616" y="529"/>
                  </a:lnTo>
                  <a:lnTo>
                    <a:pt x="1653" y="604"/>
                  </a:lnTo>
                  <a:lnTo>
                    <a:pt x="1645" y="707"/>
                  </a:lnTo>
                  <a:lnTo>
                    <a:pt x="1592" y="733"/>
                  </a:lnTo>
                  <a:lnTo>
                    <a:pt x="1539" y="744"/>
                  </a:lnTo>
                  <a:lnTo>
                    <a:pt x="1433" y="737"/>
                  </a:lnTo>
                  <a:lnTo>
                    <a:pt x="1308" y="752"/>
                  </a:lnTo>
                  <a:lnTo>
                    <a:pt x="1278" y="793"/>
                  </a:lnTo>
                  <a:lnTo>
                    <a:pt x="1248" y="993"/>
                  </a:lnTo>
                  <a:lnTo>
                    <a:pt x="1181" y="1045"/>
                  </a:lnTo>
                  <a:lnTo>
                    <a:pt x="965" y="1075"/>
                  </a:lnTo>
                  <a:lnTo>
                    <a:pt x="908" y="1075"/>
                  </a:lnTo>
                  <a:lnTo>
                    <a:pt x="814" y="961"/>
                  </a:lnTo>
                  <a:lnTo>
                    <a:pt x="749" y="946"/>
                  </a:lnTo>
                  <a:lnTo>
                    <a:pt x="625" y="958"/>
                  </a:lnTo>
                  <a:lnTo>
                    <a:pt x="477" y="936"/>
                  </a:lnTo>
                  <a:lnTo>
                    <a:pt x="386" y="895"/>
                  </a:lnTo>
                  <a:lnTo>
                    <a:pt x="0" y="610"/>
                  </a:lnTo>
                  <a:lnTo>
                    <a:pt x="0" y="604"/>
                  </a:lnTo>
                  <a:lnTo>
                    <a:pt x="1" y="591"/>
                  </a:lnTo>
                  <a:lnTo>
                    <a:pt x="9" y="580"/>
                  </a:lnTo>
                  <a:lnTo>
                    <a:pt x="27" y="557"/>
                  </a:lnTo>
                  <a:lnTo>
                    <a:pt x="34" y="553"/>
                  </a:lnTo>
                  <a:lnTo>
                    <a:pt x="39" y="552"/>
                  </a:lnTo>
                  <a:lnTo>
                    <a:pt x="168" y="546"/>
                  </a:lnTo>
                  <a:lnTo>
                    <a:pt x="380" y="401"/>
                  </a:lnTo>
                  <a:lnTo>
                    <a:pt x="302" y="233"/>
                  </a:lnTo>
                  <a:lnTo>
                    <a:pt x="304" y="218"/>
                  </a:lnTo>
                  <a:lnTo>
                    <a:pt x="307" y="193"/>
                  </a:lnTo>
                  <a:lnTo>
                    <a:pt x="386" y="45"/>
                  </a:lnTo>
                  <a:lnTo>
                    <a:pt x="511" y="0"/>
                  </a:lnTo>
                  <a:lnTo>
                    <a:pt x="555" y="19"/>
                  </a:lnTo>
                  <a:lnTo>
                    <a:pt x="547" y="57"/>
                  </a:lnTo>
                  <a:lnTo>
                    <a:pt x="1005" y="586"/>
                  </a:lnTo>
                  <a:lnTo>
                    <a:pt x="1061" y="62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9329503" y="1948905"/>
              <a:ext cx="1446" cy="471"/>
            </a:xfrm>
            <a:custGeom>
              <a:avLst/>
              <a:pathLst>
                <a:path w="1446" h="471">
                  <a:moveTo>
                    <a:pt x="260" y="470"/>
                  </a:moveTo>
                  <a:lnTo>
                    <a:pt x="216" y="467"/>
                  </a:lnTo>
                  <a:lnTo>
                    <a:pt x="196" y="464"/>
                  </a:lnTo>
                  <a:lnTo>
                    <a:pt x="167" y="458"/>
                  </a:lnTo>
                  <a:lnTo>
                    <a:pt x="123" y="441"/>
                  </a:lnTo>
                  <a:lnTo>
                    <a:pt x="111" y="435"/>
                  </a:lnTo>
                  <a:lnTo>
                    <a:pt x="81" y="414"/>
                  </a:lnTo>
                  <a:lnTo>
                    <a:pt x="66" y="397"/>
                  </a:lnTo>
                  <a:lnTo>
                    <a:pt x="52" y="377"/>
                  </a:lnTo>
                  <a:lnTo>
                    <a:pt x="45" y="364"/>
                  </a:lnTo>
                  <a:lnTo>
                    <a:pt x="43" y="351"/>
                  </a:lnTo>
                  <a:lnTo>
                    <a:pt x="40" y="296"/>
                  </a:lnTo>
                  <a:lnTo>
                    <a:pt x="39" y="289"/>
                  </a:lnTo>
                  <a:lnTo>
                    <a:pt x="38" y="284"/>
                  </a:lnTo>
                  <a:lnTo>
                    <a:pt x="35" y="276"/>
                  </a:lnTo>
                  <a:lnTo>
                    <a:pt x="31" y="270"/>
                  </a:lnTo>
                  <a:lnTo>
                    <a:pt x="27" y="267"/>
                  </a:lnTo>
                  <a:lnTo>
                    <a:pt x="9" y="262"/>
                  </a:lnTo>
                  <a:lnTo>
                    <a:pt x="4" y="257"/>
                  </a:lnTo>
                  <a:lnTo>
                    <a:pt x="0" y="246"/>
                  </a:lnTo>
                  <a:lnTo>
                    <a:pt x="0" y="239"/>
                  </a:lnTo>
                  <a:lnTo>
                    <a:pt x="4" y="230"/>
                  </a:lnTo>
                  <a:lnTo>
                    <a:pt x="13" y="223"/>
                  </a:lnTo>
                  <a:lnTo>
                    <a:pt x="31" y="217"/>
                  </a:lnTo>
                  <a:lnTo>
                    <a:pt x="83" y="205"/>
                  </a:lnTo>
                  <a:lnTo>
                    <a:pt x="83" y="76"/>
                  </a:lnTo>
                  <a:lnTo>
                    <a:pt x="85" y="66"/>
                  </a:lnTo>
                  <a:lnTo>
                    <a:pt x="87" y="58"/>
                  </a:lnTo>
                  <a:lnTo>
                    <a:pt x="89" y="51"/>
                  </a:lnTo>
                  <a:lnTo>
                    <a:pt x="92" y="44"/>
                  </a:lnTo>
                  <a:lnTo>
                    <a:pt x="97" y="35"/>
                  </a:lnTo>
                  <a:lnTo>
                    <a:pt x="104" y="28"/>
                  </a:lnTo>
                  <a:lnTo>
                    <a:pt x="110" y="24"/>
                  </a:lnTo>
                  <a:lnTo>
                    <a:pt x="116" y="21"/>
                  </a:lnTo>
                  <a:lnTo>
                    <a:pt x="123" y="19"/>
                  </a:lnTo>
                  <a:lnTo>
                    <a:pt x="128" y="18"/>
                  </a:lnTo>
                  <a:lnTo>
                    <a:pt x="257" y="15"/>
                  </a:lnTo>
                  <a:lnTo>
                    <a:pt x="360" y="14"/>
                  </a:lnTo>
                  <a:lnTo>
                    <a:pt x="851" y="5"/>
                  </a:lnTo>
                  <a:lnTo>
                    <a:pt x="1032" y="2"/>
                  </a:lnTo>
                  <a:lnTo>
                    <a:pt x="1145" y="0"/>
                  </a:lnTo>
                  <a:lnTo>
                    <a:pt x="1152" y="1"/>
                  </a:lnTo>
                  <a:lnTo>
                    <a:pt x="1410" y="101"/>
                  </a:lnTo>
                  <a:lnTo>
                    <a:pt x="1425" y="111"/>
                  </a:lnTo>
                  <a:lnTo>
                    <a:pt x="1435" y="124"/>
                  </a:lnTo>
                  <a:lnTo>
                    <a:pt x="1438" y="130"/>
                  </a:lnTo>
                  <a:lnTo>
                    <a:pt x="1441" y="141"/>
                  </a:lnTo>
                  <a:lnTo>
                    <a:pt x="1446" y="402"/>
                  </a:lnTo>
                  <a:lnTo>
                    <a:pt x="1443" y="420"/>
                  </a:lnTo>
                  <a:lnTo>
                    <a:pt x="1440" y="428"/>
                  </a:lnTo>
                  <a:lnTo>
                    <a:pt x="1430" y="440"/>
                  </a:lnTo>
                  <a:lnTo>
                    <a:pt x="1420" y="449"/>
                  </a:lnTo>
                  <a:lnTo>
                    <a:pt x="1405" y="456"/>
                  </a:lnTo>
                  <a:lnTo>
                    <a:pt x="1201" y="459"/>
                  </a:lnTo>
                  <a:lnTo>
                    <a:pt x="1109" y="460"/>
                  </a:lnTo>
                  <a:lnTo>
                    <a:pt x="1087" y="460"/>
                  </a:lnTo>
                  <a:lnTo>
                    <a:pt x="1081" y="460"/>
                  </a:lnTo>
                  <a:lnTo>
                    <a:pt x="811" y="464"/>
                  </a:lnTo>
                  <a:lnTo>
                    <a:pt x="804" y="464"/>
                  </a:lnTo>
                  <a:lnTo>
                    <a:pt x="374" y="469"/>
                  </a:lnTo>
                  <a:lnTo>
                    <a:pt x="271" y="471"/>
                  </a:lnTo>
                  <a:lnTo>
                    <a:pt x="260" y="47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9243149" y="1840014"/>
              <a:ext cx="5164" cy="1437"/>
            </a:xfrm>
            <a:custGeom>
              <a:avLst/>
              <a:pathLst>
                <a:path w="5164" h="1437">
                  <a:moveTo>
                    <a:pt x="3193" y="111"/>
                  </a:moveTo>
                  <a:lnTo>
                    <a:pt x="3234" y="185"/>
                  </a:lnTo>
                  <a:lnTo>
                    <a:pt x="3237" y="190"/>
                  </a:lnTo>
                  <a:lnTo>
                    <a:pt x="3237" y="225"/>
                  </a:lnTo>
                  <a:lnTo>
                    <a:pt x="3231" y="285"/>
                  </a:lnTo>
                  <a:lnTo>
                    <a:pt x="3228" y="291"/>
                  </a:lnTo>
                  <a:lnTo>
                    <a:pt x="3222" y="299"/>
                  </a:lnTo>
                  <a:lnTo>
                    <a:pt x="3217" y="311"/>
                  </a:lnTo>
                  <a:lnTo>
                    <a:pt x="3217" y="364"/>
                  </a:lnTo>
                  <a:lnTo>
                    <a:pt x="3219" y="368"/>
                  </a:lnTo>
                  <a:lnTo>
                    <a:pt x="3229" y="383"/>
                  </a:lnTo>
                  <a:lnTo>
                    <a:pt x="3343" y="498"/>
                  </a:lnTo>
                  <a:lnTo>
                    <a:pt x="3369" y="520"/>
                  </a:lnTo>
                  <a:lnTo>
                    <a:pt x="3416" y="559"/>
                  </a:lnTo>
                  <a:lnTo>
                    <a:pt x="3422" y="560"/>
                  </a:lnTo>
                  <a:lnTo>
                    <a:pt x="3670" y="620"/>
                  </a:lnTo>
                  <a:lnTo>
                    <a:pt x="3681" y="623"/>
                  </a:lnTo>
                  <a:lnTo>
                    <a:pt x="3691" y="624"/>
                  </a:lnTo>
                  <a:lnTo>
                    <a:pt x="3696" y="624"/>
                  </a:lnTo>
                  <a:lnTo>
                    <a:pt x="3702" y="624"/>
                  </a:lnTo>
                  <a:lnTo>
                    <a:pt x="3709" y="623"/>
                  </a:lnTo>
                  <a:lnTo>
                    <a:pt x="3758" y="603"/>
                  </a:lnTo>
                  <a:lnTo>
                    <a:pt x="3803" y="583"/>
                  </a:lnTo>
                  <a:lnTo>
                    <a:pt x="3810" y="582"/>
                  </a:lnTo>
                  <a:lnTo>
                    <a:pt x="3897" y="573"/>
                  </a:lnTo>
                  <a:lnTo>
                    <a:pt x="4067" y="574"/>
                  </a:lnTo>
                  <a:lnTo>
                    <a:pt x="4148" y="585"/>
                  </a:lnTo>
                  <a:lnTo>
                    <a:pt x="4153" y="586"/>
                  </a:lnTo>
                  <a:lnTo>
                    <a:pt x="4898" y="857"/>
                  </a:lnTo>
                  <a:lnTo>
                    <a:pt x="4997" y="901"/>
                  </a:lnTo>
                  <a:lnTo>
                    <a:pt x="5002" y="904"/>
                  </a:lnTo>
                  <a:lnTo>
                    <a:pt x="5105" y="972"/>
                  </a:lnTo>
                  <a:lnTo>
                    <a:pt x="5114" y="978"/>
                  </a:lnTo>
                  <a:lnTo>
                    <a:pt x="5122" y="983"/>
                  </a:lnTo>
                  <a:lnTo>
                    <a:pt x="5129" y="990"/>
                  </a:lnTo>
                  <a:lnTo>
                    <a:pt x="5139" y="1001"/>
                  </a:lnTo>
                  <a:lnTo>
                    <a:pt x="5143" y="1009"/>
                  </a:lnTo>
                  <a:lnTo>
                    <a:pt x="5164" y="1071"/>
                  </a:lnTo>
                  <a:lnTo>
                    <a:pt x="5164" y="1081"/>
                  </a:lnTo>
                  <a:lnTo>
                    <a:pt x="5161" y="1087"/>
                  </a:lnTo>
                  <a:lnTo>
                    <a:pt x="5158" y="1098"/>
                  </a:lnTo>
                  <a:lnTo>
                    <a:pt x="5143" y="1131"/>
                  </a:lnTo>
                  <a:lnTo>
                    <a:pt x="5130" y="1148"/>
                  </a:lnTo>
                  <a:lnTo>
                    <a:pt x="5119" y="1161"/>
                  </a:lnTo>
                  <a:lnTo>
                    <a:pt x="5112" y="1165"/>
                  </a:lnTo>
                  <a:lnTo>
                    <a:pt x="4555" y="1421"/>
                  </a:lnTo>
                  <a:lnTo>
                    <a:pt x="4542" y="1424"/>
                  </a:lnTo>
                  <a:lnTo>
                    <a:pt x="4501" y="1433"/>
                  </a:lnTo>
                  <a:lnTo>
                    <a:pt x="4492" y="1434"/>
                  </a:lnTo>
                  <a:lnTo>
                    <a:pt x="4412" y="1437"/>
                  </a:lnTo>
                  <a:lnTo>
                    <a:pt x="4283" y="1436"/>
                  </a:lnTo>
                  <a:lnTo>
                    <a:pt x="4266" y="1435"/>
                  </a:lnTo>
                  <a:lnTo>
                    <a:pt x="3732" y="1303"/>
                  </a:lnTo>
                  <a:lnTo>
                    <a:pt x="3615" y="1148"/>
                  </a:lnTo>
                  <a:lnTo>
                    <a:pt x="3606" y="1072"/>
                  </a:lnTo>
                  <a:lnTo>
                    <a:pt x="3589" y="1024"/>
                  </a:lnTo>
                  <a:lnTo>
                    <a:pt x="3581" y="1007"/>
                  </a:lnTo>
                  <a:lnTo>
                    <a:pt x="3553" y="950"/>
                  </a:lnTo>
                  <a:lnTo>
                    <a:pt x="3488" y="844"/>
                  </a:lnTo>
                  <a:lnTo>
                    <a:pt x="3468" y="819"/>
                  </a:lnTo>
                  <a:lnTo>
                    <a:pt x="3447" y="802"/>
                  </a:lnTo>
                  <a:lnTo>
                    <a:pt x="3421" y="784"/>
                  </a:lnTo>
                  <a:lnTo>
                    <a:pt x="3398" y="776"/>
                  </a:lnTo>
                  <a:lnTo>
                    <a:pt x="3303" y="753"/>
                  </a:lnTo>
                  <a:lnTo>
                    <a:pt x="3163" y="719"/>
                  </a:lnTo>
                  <a:lnTo>
                    <a:pt x="3040" y="692"/>
                  </a:lnTo>
                  <a:lnTo>
                    <a:pt x="2776" y="492"/>
                  </a:lnTo>
                  <a:lnTo>
                    <a:pt x="2525" y="506"/>
                  </a:lnTo>
                  <a:lnTo>
                    <a:pt x="2525" y="690"/>
                  </a:lnTo>
                  <a:lnTo>
                    <a:pt x="2526" y="884"/>
                  </a:lnTo>
                  <a:lnTo>
                    <a:pt x="2511" y="885"/>
                  </a:lnTo>
                  <a:lnTo>
                    <a:pt x="1026" y="982"/>
                  </a:lnTo>
                  <a:lnTo>
                    <a:pt x="816" y="982"/>
                  </a:lnTo>
                  <a:lnTo>
                    <a:pt x="520" y="787"/>
                  </a:lnTo>
                  <a:lnTo>
                    <a:pt x="66" y="822"/>
                  </a:lnTo>
                  <a:lnTo>
                    <a:pt x="7" y="783"/>
                  </a:lnTo>
                  <a:lnTo>
                    <a:pt x="0" y="683"/>
                  </a:lnTo>
                  <a:lnTo>
                    <a:pt x="2292" y="515"/>
                  </a:lnTo>
                  <a:lnTo>
                    <a:pt x="2810" y="461"/>
                  </a:lnTo>
                  <a:lnTo>
                    <a:pt x="2865" y="410"/>
                  </a:lnTo>
                  <a:lnTo>
                    <a:pt x="2916" y="303"/>
                  </a:lnTo>
                  <a:lnTo>
                    <a:pt x="2918" y="272"/>
                  </a:lnTo>
                  <a:lnTo>
                    <a:pt x="2916" y="252"/>
                  </a:lnTo>
                  <a:lnTo>
                    <a:pt x="2908" y="227"/>
                  </a:lnTo>
                  <a:lnTo>
                    <a:pt x="2850" y="156"/>
                  </a:lnTo>
                  <a:lnTo>
                    <a:pt x="2814" y="114"/>
                  </a:lnTo>
                  <a:lnTo>
                    <a:pt x="2798" y="113"/>
                  </a:lnTo>
                  <a:lnTo>
                    <a:pt x="2788" y="112"/>
                  </a:lnTo>
                  <a:lnTo>
                    <a:pt x="2773" y="108"/>
                  </a:lnTo>
                  <a:lnTo>
                    <a:pt x="2646" y="53"/>
                  </a:lnTo>
                  <a:lnTo>
                    <a:pt x="2683" y="6"/>
                  </a:lnTo>
                  <a:lnTo>
                    <a:pt x="2689" y="3"/>
                  </a:lnTo>
                  <a:lnTo>
                    <a:pt x="2825" y="0"/>
                  </a:lnTo>
                  <a:lnTo>
                    <a:pt x="3176" y="97"/>
                  </a:lnTo>
                  <a:lnTo>
                    <a:pt x="3193" y="1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9266393" y="1798397"/>
              <a:ext cx="461" cy="638"/>
            </a:xfrm>
            <a:custGeom>
              <a:avLst/>
              <a:pathLst>
                <a:path w="461" h="638">
                  <a:moveTo>
                    <a:pt x="138" y="638"/>
                  </a:moveTo>
                  <a:lnTo>
                    <a:pt x="120" y="638"/>
                  </a:lnTo>
                  <a:lnTo>
                    <a:pt x="87" y="617"/>
                  </a:lnTo>
                  <a:lnTo>
                    <a:pt x="0" y="505"/>
                  </a:lnTo>
                  <a:lnTo>
                    <a:pt x="9" y="447"/>
                  </a:lnTo>
                  <a:lnTo>
                    <a:pt x="126" y="242"/>
                  </a:lnTo>
                  <a:lnTo>
                    <a:pt x="176" y="167"/>
                  </a:lnTo>
                  <a:lnTo>
                    <a:pt x="360" y="27"/>
                  </a:lnTo>
                  <a:lnTo>
                    <a:pt x="413" y="0"/>
                  </a:lnTo>
                  <a:lnTo>
                    <a:pt x="459" y="68"/>
                  </a:lnTo>
                  <a:lnTo>
                    <a:pt x="461" y="88"/>
                  </a:lnTo>
                  <a:lnTo>
                    <a:pt x="217" y="579"/>
                  </a:lnTo>
                  <a:lnTo>
                    <a:pt x="193" y="610"/>
                  </a:lnTo>
                  <a:lnTo>
                    <a:pt x="138" y="63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9276334" y="1791062"/>
              <a:ext cx="1456" cy="2201"/>
            </a:xfrm>
            <a:custGeom>
              <a:avLst/>
              <a:pathLst>
                <a:path w="1456" h="2201">
                  <a:moveTo>
                    <a:pt x="580" y="2193"/>
                  </a:moveTo>
                  <a:lnTo>
                    <a:pt x="498" y="2201"/>
                  </a:lnTo>
                  <a:lnTo>
                    <a:pt x="392" y="2185"/>
                  </a:lnTo>
                  <a:lnTo>
                    <a:pt x="380" y="2182"/>
                  </a:lnTo>
                  <a:lnTo>
                    <a:pt x="230" y="2112"/>
                  </a:lnTo>
                  <a:lnTo>
                    <a:pt x="216" y="2105"/>
                  </a:lnTo>
                  <a:lnTo>
                    <a:pt x="193" y="2085"/>
                  </a:lnTo>
                  <a:lnTo>
                    <a:pt x="179" y="2072"/>
                  </a:lnTo>
                  <a:lnTo>
                    <a:pt x="142" y="2036"/>
                  </a:lnTo>
                  <a:lnTo>
                    <a:pt x="59" y="1955"/>
                  </a:lnTo>
                  <a:lnTo>
                    <a:pt x="45" y="1938"/>
                  </a:lnTo>
                  <a:lnTo>
                    <a:pt x="32" y="1910"/>
                  </a:lnTo>
                  <a:lnTo>
                    <a:pt x="18" y="1840"/>
                  </a:lnTo>
                  <a:lnTo>
                    <a:pt x="0" y="1702"/>
                  </a:lnTo>
                  <a:lnTo>
                    <a:pt x="32" y="1292"/>
                  </a:lnTo>
                  <a:lnTo>
                    <a:pt x="36" y="1283"/>
                  </a:lnTo>
                  <a:lnTo>
                    <a:pt x="56" y="1262"/>
                  </a:lnTo>
                  <a:lnTo>
                    <a:pt x="120" y="1218"/>
                  </a:lnTo>
                  <a:lnTo>
                    <a:pt x="508" y="699"/>
                  </a:lnTo>
                  <a:lnTo>
                    <a:pt x="563" y="624"/>
                  </a:lnTo>
                  <a:lnTo>
                    <a:pt x="622" y="530"/>
                  </a:lnTo>
                  <a:lnTo>
                    <a:pt x="659" y="449"/>
                  </a:lnTo>
                  <a:lnTo>
                    <a:pt x="661" y="438"/>
                  </a:lnTo>
                  <a:lnTo>
                    <a:pt x="662" y="386"/>
                  </a:lnTo>
                  <a:lnTo>
                    <a:pt x="663" y="312"/>
                  </a:lnTo>
                  <a:lnTo>
                    <a:pt x="680" y="195"/>
                  </a:lnTo>
                  <a:lnTo>
                    <a:pt x="687" y="177"/>
                  </a:lnTo>
                  <a:lnTo>
                    <a:pt x="717" y="130"/>
                  </a:lnTo>
                  <a:lnTo>
                    <a:pt x="731" y="120"/>
                  </a:lnTo>
                  <a:lnTo>
                    <a:pt x="993" y="2"/>
                  </a:lnTo>
                  <a:lnTo>
                    <a:pt x="1008" y="0"/>
                  </a:lnTo>
                  <a:lnTo>
                    <a:pt x="1018" y="5"/>
                  </a:lnTo>
                  <a:lnTo>
                    <a:pt x="1020" y="20"/>
                  </a:lnTo>
                  <a:lnTo>
                    <a:pt x="1019" y="44"/>
                  </a:lnTo>
                  <a:lnTo>
                    <a:pt x="1015" y="59"/>
                  </a:lnTo>
                  <a:lnTo>
                    <a:pt x="1010" y="74"/>
                  </a:lnTo>
                  <a:lnTo>
                    <a:pt x="932" y="261"/>
                  </a:lnTo>
                  <a:lnTo>
                    <a:pt x="889" y="487"/>
                  </a:lnTo>
                  <a:lnTo>
                    <a:pt x="891" y="497"/>
                  </a:lnTo>
                  <a:lnTo>
                    <a:pt x="1048" y="1065"/>
                  </a:lnTo>
                  <a:lnTo>
                    <a:pt x="1210" y="1229"/>
                  </a:lnTo>
                  <a:lnTo>
                    <a:pt x="1272" y="1259"/>
                  </a:lnTo>
                  <a:lnTo>
                    <a:pt x="1301" y="1290"/>
                  </a:lnTo>
                  <a:lnTo>
                    <a:pt x="1456" y="1513"/>
                  </a:lnTo>
                  <a:lnTo>
                    <a:pt x="1311" y="1793"/>
                  </a:lnTo>
                  <a:lnTo>
                    <a:pt x="1299" y="1800"/>
                  </a:lnTo>
                  <a:lnTo>
                    <a:pt x="580" y="219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9282950" y="1783338"/>
              <a:ext cx="285" cy="387"/>
            </a:xfrm>
            <a:custGeom>
              <a:avLst/>
              <a:pathLst>
                <a:path w="285" h="387">
                  <a:moveTo>
                    <a:pt x="46" y="0"/>
                  </a:moveTo>
                  <a:lnTo>
                    <a:pt x="66" y="8"/>
                  </a:lnTo>
                  <a:lnTo>
                    <a:pt x="94" y="10"/>
                  </a:lnTo>
                  <a:lnTo>
                    <a:pt x="199" y="97"/>
                  </a:lnTo>
                  <a:lnTo>
                    <a:pt x="280" y="208"/>
                  </a:lnTo>
                  <a:lnTo>
                    <a:pt x="285" y="221"/>
                  </a:lnTo>
                  <a:lnTo>
                    <a:pt x="283" y="243"/>
                  </a:lnTo>
                  <a:lnTo>
                    <a:pt x="278" y="267"/>
                  </a:lnTo>
                  <a:lnTo>
                    <a:pt x="274" y="277"/>
                  </a:lnTo>
                  <a:lnTo>
                    <a:pt x="269" y="286"/>
                  </a:lnTo>
                  <a:lnTo>
                    <a:pt x="253" y="298"/>
                  </a:lnTo>
                  <a:lnTo>
                    <a:pt x="151" y="361"/>
                  </a:lnTo>
                  <a:lnTo>
                    <a:pt x="104" y="385"/>
                  </a:lnTo>
                  <a:lnTo>
                    <a:pt x="89" y="387"/>
                  </a:lnTo>
                  <a:lnTo>
                    <a:pt x="84" y="387"/>
                  </a:lnTo>
                  <a:lnTo>
                    <a:pt x="60" y="386"/>
                  </a:lnTo>
                  <a:lnTo>
                    <a:pt x="50" y="382"/>
                  </a:lnTo>
                  <a:lnTo>
                    <a:pt x="43" y="375"/>
                  </a:lnTo>
                  <a:lnTo>
                    <a:pt x="24" y="339"/>
                  </a:lnTo>
                  <a:lnTo>
                    <a:pt x="7" y="226"/>
                  </a:lnTo>
                  <a:lnTo>
                    <a:pt x="2" y="121"/>
                  </a:lnTo>
                  <a:lnTo>
                    <a:pt x="0" y="53"/>
                  </a:lnTo>
                  <a:lnTo>
                    <a:pt x="3" y="32"/>
                  </a:lnTo>
                  <a:lnTo>
                    <a:pt x="10" y="15"/>
                  </a:lnTo>
                  <a:lnTo>
                    <a:pt x="26" y="4"/>
                  </a:lnTo>
                  <a:lnTo>
                    <a:pt x="46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9290741" y="1782570"/>
              <a:ext cx="262" cy="174"/>
            </a:xfrm>
            <a:custGeom>
              <a:avLst/>
              <a:pathLst>
                <a:path w="262" h="174">
                  <a:moveTo>
                    <a:pt x="81" y="168"/>
                  </a:moveTo>
                  <a:lnTo>
                    <a:pt x="25" y="160"/>
                  </a:lnTo>
                  <a:lnTo>
                    <a:pt x="8" y="144"/>
                  </a:lnTo>
                  <a:lnTo>
                    <a:pt x="2" y="122"/>
                  </a:lnTo>
                  <a:lnTo>
                    <a:pt x="0" y="113"/>
                  </a:lnTo>
                  <a:lnTo>
                    <a:pt x="0" y="72"/>
                  </a:lnTo>
                  <a:lnTo>
                    <a:pt x="4" y="57"/>
                  </a:lnTo>
                  <a:lnTo>
                    <a:pt x="31" y="27"/>
                  </a:lnTo>
                  <a:lnTo>
                    <a:pt x="53" y="13"/>
                  </a:lnTo>
                  <a:lnTo>
                    <a:pt x="75" y="4"/>
                  </a:lnTo>
                  <a:lnTo>
                    <a:pt x="102" y="0"/>
                  </a:lnTo>
                  <a:lnTo>
                    <a:pt x="122" y="3"/>
                  </a:lnTo>
                  <a:lnTo>
                    <a:pt x="232" y="50"/>
                  </a:lnTo>
                  <a:lnTo>
                    <a:pt x="252" y="64"/>
                  </a:lnTo>
                  <a:lnTo>
                    <a:pt x="259" y="83"/>
                  </a:lnTo>
                  <a:lnTo>
                    <a:pt x="262" y="138"/>
                  </a:lnTo>
                  <a:lnTo>
                    <a:pt x="253" y="164"/>
                  </a:lnTo>
                  <a:lnTo>
                    <a:pt x="232" y="174"/>
                  </a:lnTo>
                  <a:lnTo>
                    <a:pt x="146" y="174"/>
                  </a:lnTo>
                  <a:lnTo>
                    <a:pt x="81" y="16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9294402" y="1776006"/>
              <a:ext cx="591" cy="432"/>
            </a:xfrm>
            <a:custGeom>
              <a:avLst/>
              <a:pathLst>
                <a:path w="591" h="432">
                  <a:moveTo>
                    <a:pt x="414" y="432"/>
                  </a:moveTo>
                  <a:lnTo>
                    <a:pt x="362" y="432"/>
                  </a:lnTo>
                  <a:lnTo>
                    <a:pt x="345" y="381"/>
                  </a:lnTo>
                  <a:lnTo>
                    <a:pt x="324" y="365"/>
                  </a:lnTo>
                  <a:lnTo>
                    <a:pt x="257" y="355"/>
                  </a:lnTo>
                  <a:lnTo>
                    <a:pt x="229" y="351"/>
                  </a:lnTo>
                  <a:lnTo>
                    <a:pt x="203" y="347"/>
                  </a:lnTo>
                  <a:lnTo>
                    <a:pt x="186" y="344"/>
                  </a:lnTo>
                  <a:lnTo>
                    <a:pt x="139" y="338"/>
                  </a:lnTo>
                  <a:lnTo>
                    <a:pt x="56" y="321"/>
                  </a:lnTo>
                  <a:lnTo>
                    <a:pt x="4" y="311"/>
                  </a:lnTo>
                  <a:lnTo>
                    <a:pt x="0" y="295"/>
                  </a:lnTo>
                  <a:lnTo>
                    <a:pt x="9" y="278"/>
                  </a:lnTo>
                  <a:lnTo>
                    <a:pt x="47" y="268"/>
                  </a:lnTo>
                  <a:lnTo>
                    <a:pt x="142" y="243"/>
                  </a:lnTo>
                  <a:lnTo>
                    <a:pt x="158" y="241"/>
                  </a:lnTo>
                  <a:lnTo>
                    <a:pt x="183" y="242"/>
                  </a:lnTo>
                  <a:lnTo>
                    <a:pt x="197" y="240"/>
                  </a:lnTo>
                  <a:lnTo>
                    <a:pt x="206" y="233"/>
                  </a:lnTo>
                  <a:lnTo>
                    <a:pt x="214" y="223"/>
                  </a:lnTo>
                  <a:lnTo>
                    <a:pt x="218" y="216"/>
                  </a:lnTo>
                  <a:lnTo>
                    <a:pt x="229" y="186"/>
                  </a:lnTo>
                  <a:lnTo>
                    <a:pt x="229" y="173"/>
                  </a:lnTo>
                  <a:lnTo>
                    <a:pt x="228" y="143"/>
                  </a:lnTo>
                  <a:lnTo>
                    <a:pt x="224" y="129"/>
                  </a:lnTo>
                  <a:lnTo>
                    <a:pt x="221" y="114"/>
                  </a:lnTo>
                  <a:lnTo>
                    <a:pt x="221" y="99"/>
                  </a:lnTo>
                  <a:lnTo>
                    <a:pt x="221" y="88"/>
                  </a:lnTo>
                  <a:lnTo>
                    <a:pt x="224" y="73"/>
                  </a:lnTo>
                  <a:lnTo>
                    <a:pt x="237" y="40"/>
                  </a:lnTo>
                  <a:lnTo>
                    <a:pt x="243" y="30"/>
                  </a:lnTo>
                  <a:lnTo>
                    <a:pt x="253" y="24"/>
                  </a:lnTo>
                  <a:lnTo>
                    <a:pt x="274" y="13"/>
                  </a:lnTo>
                  <a:lnTo>
                    <a:pt x="278" y="10"/>
                  </a:lnTo>
                  <a:lnTo>
                    <a:pt x="311" y="0"/>
                  </a:lnTo>
                  <a:lnTo>
                    <a:pt x="369" y="5"/>
                  </a:lnTo>
                  <a:lnTo>
                    <a:pt x="409" y="22"/>
                  </a:lnTo>
                  <a:lnTo>
                    <a:pt x="421" y="30"/>
                  </a:lnTo>
                  <a:lnTo>
                    <a:pt x="420" y="46"/>
                  </a:lnTo>
                  <a:lnTo>
                    <a:pt x="418" y="60"/>
                  </a:lnTo>
                  <a:lnTo>
                    <a:pt x="405" y="74"/>
                  </a:lnTo>
                  <a:lnTo>
                    <a:pt x="379" y="99"/>
                  </a:lnTo>
                  <a:lnTo>
                    <a:pt x="340" y="126"/>
                  </a:lnTo>
                  <a:lnTo>
                    <a:pt x="330" y="130"/>
                  </a:lnTo>
                  <a:lnTo>
                    <a:pt x="326" y="137"/>
                  </a:lnTo>
                  <a:lnTo>
                    <a:pt x="324" y="149"/>
                  </a:lnTo>
                  <a:lnTo>
                    <a:pt x="326" y="161"/>
                  </a:lnTo>
                  <a:lnTo>
                    <a:pt x="336" y="213"/>
                  </a:lnTo>
                  <a:lnTo>
                    <a:pt x="365" y="220"/>
                  </a:lnTo>
                  <a:lnTo>
                    <a:pt x="382" y="224"/>
                  </a:lnTo>
                  <a:lnTo>
                    <a:pt x="415" y="231"/>
                  </a:lnTo>
                  <a:lnTo>
                    <a:pt x="538" y="271"/>
                  </a:lnTo>
                  <a:lnTo>
                    <a:pt x="554" y="277"/>
                  </a:lnTo>
                  <a:lnTo>
                    <a:pt x="579" y="292"/>
                  </a:lnTo>
                  <a:lnTo>
                    <a:pt x="591" y="342"/>
                  </a:lnTo>
                  <a:lnTo>
                    <a:pt x="579" y="381"/>
                  </a:lnTo>
                  <a:lnTo>
                    <a:pt x="432" y="405"/>
                  </a:lnTo>
                  <a:lnTo>
                    <a:pt x="414" y="43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9302470" y="1769237"/>
              <a:ext cx="366" cy="704"/>
            </a:xfrm>
            <a:custGeom>
              <a:avLst/>
              <a:pathLst>
                <a:path w="366" h="704">
                  <a:moveTo>
                    <a:pt x="338" y="704"/>
                  </a:moveTo>
                  <a:lnTo>
                    <a:pt x="322" y="704"/>
                  </a:lnTo>
                  <a:lnTo>
                    <a:pt x="137" y="619"/>
                  </a:lnTo>
                  <a:lnTo>
                    <a:pt x="34" y="518"/>
                  </a:lnTo>
                  <a:lnTo>
                    <a:pt x="0" y="411"/>
                  </a:lnTo>
                  <a:lnTo>
                    <a:pt x="1" y="386"/>
                  </a:lnTo>
                  <a:lnTo>
                    <a:pt x="104" y="75"/>
                  </a:lnTo>
                  <a:lnTo>
                    <a:pt x="107" y="56"/>
                  </a:lnTo>
                  <a:lnTo>
                    <a:pt x="119" y="37"/>
                  </a:lnTo>
                  <a:lnTo>
                    <a:pt x="140" y="7"/>
                  </a:lnTo>
                  <a:lnTo>
                    <a:pt x="152" y="2"/>
                  </a:lnTo>
                  <a:lnTo>
                    <a:pt x="164" y="0"/>
                  </a:lnTo>
                  <a:lnTo>
                    <a:pt x="178" y="8"/>
                  </a:lnTo>
                  <a:lnTo>
                    <a:pt x="186" y="17"/>
                  </a:lnTo>
                  <a:lnTo>
                    <a:pt x="189" y="30"/>
                  </a:lnTo>
                  <a:lnTo>
                    <a:pt x="200" y="132"/>
                  </a:lnTo>
                  <a:lnTo>
                    <a:pt x="208" y="237"/>
                  </a:lnTo>
                  <a:lnTo>
                    <a:pt x="214" y="290"/>
                  </a:lnTo>
                  <a:lnTo>
                    <a:pt x="220" y="307"/>
                  </a:lnTo>
                  <a:lnTo>
                    <a:pt x="284" y="465"/>
                  </a:lnTo>
                  <a:lnTo>
                    <a:pt x="304" y="479"/>
                  </a:lnTo>
                  <a:lnTo>
                    <a:pt x="345" y="509"/>
                  </a:lnTo>
                  <a:lnTo>
                    <a:pt x="347" y="524"/>
                  </a:lnTo>
                  <a:lnTo>
                    <a:pt x="361" y="624"/>
                  </a:lnTo>
                  <a:lnTo>
                    <a:pt x="366" y="683"/>
                  </a:lnTo>
                  <a:lnTo>
                    <a:pt x="358" y="694"/>
                  </a:lnTo>
                  <a:lnTo>
                    <a:pt x="348" y="700"/>
                  </a:lnTo>
                  <a:lnTo>
                    <a:pt x="338" y="70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9309078" y="1760442"/>
              <a:ext cx="494" cy="457"/>
            </a:xfrm>
            <a:custGeom>
              <a:avLst/>
              <a:pathLst>
                <a:path w="494" h="457">
                  <a:moveTo>
                    <a:pt x="49" y="456"/>
                  </a:moveTo>
                  <a:lnTo>
                    <a:pt x="31" y="456"/>
                  </a:lnTo>
                  <a:lnTo>
                    <a:pt x="3" y="436"/>
                  </a:lnTo>
                  <a:lnTo>
                    <a:pt x="0" y="430"/>
                  </a:lnTo>
                  <a:lnTo>
                    <a:pt x="4" y="420"/>
                  </a:lnTo>
                  <a:lnTo>
                    <a:pt x="20" y="396"/>
                  </a:lnTo>
                  <a:lnTo>
                    <a:pt x="27" y="391"/>
                  </a:lnTo>
                  <a:lnTo>
                    <a:pt x="35" y="389"/>
                  </a:lnTo>
                  <a:lnTo>
                    <a:pt x="57" y="381"/>
                  </a:lnTo>
                  <a:lnTo>
                    <a:pt x="64" y="378"/>
                  </a:lnTo>
                  <a:lnTo>
                    <a:pt x="71" y="374"/>
                  </a:lnTo>
                  <a:lnTo>
                    <a:pt x="101" y="361"/>
                  </a:lnTo>
                  <a:lnTo>
                    <a:pt x="131" y="319"/>
                  </a:lnTo>
                  <a:lnTo>
                    <a:pt x="148" y="296"/>
                  </a:lnTo>
                  <a:lnTo>
                    <a:pt x="150" y="258"/>
                  </a:lnTo>
                  <a:lnTo>
                    <a:pt x="145" y="236"/>
                  </a:lnTo>
                  <a:lnTo>
                    <a:pt x="128" y="200"/>
                  </a:lnTo>
                  <a:lnTo>
                    <a:pt x="98" y="127"/>
                  </a:lnTo>
                  <a:lnTo>
                    <a:pt x="101" y="120"/>
                  </a:lnTo>
                  <a:lnTo>
                    <a:pt x="224" y="60"/>
                  </a:lnTo>
                  <a:lnTo>
                    <a:pt x="352" y="22"/>
                  </a:lnTo>
                  <a:lnTo>
                    <a:pt x="398" y="8"/>
                  </a:lnTo>
                  <a:lnTo>
                    <a:pt x="444" y="0"/>
                  </a:lnTo>
                  <a:lnTo>
                    <a:pt x="450" y="0"/>
                  </a:lnTo>
                  <a:lnTo>
                    <a:pt x="474" y="20"/>
                  </a:lnTo>
                  <a:lnTo>
                    <a:pt x="490" y="45"/>
                  </a:lnTo>
                  <a:lnTo>
                    <a:pt x="494" y="71"/>
                  </a:lnTo>
                  <a:lnTo>
                    <a:pt x="485" y="87"/>
                  </a:lnTo>
                  <a:lnTo>
                    <a:pt x="431" y="182"/>
                  </a:lnTo>
                  <a:lnTo>
                    <a:pt x="344" y="274"/>
                  </a:lnTo>
                  <a:lnTo>
                    <a:pt x="334" y="284"/>
                  </a:lnTo>
                  <a:lnTo>
                    <a:pt x="237" y="387"/>
                  </a:lnTo>
                  <a:lnTo>
                    <a:pt x="220" y="399"/>
                  </a:lnTo>
                  <a:lnTo>
                    <a:pt x="207" y="406"/>
                  </a:lnTo>
                  <a:lnTo>
                    <a:pt x="121" y="444"/>
                  </a:lnTo>
                  <a:lnTo>
                    <a:pt x="77" y="457"/>
                  </a:lnTo>
                  <a:lnTo>
                    <a:pt x="49" y="45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9310176" y="1760153"/>
              <a:ext cx="1411" cy="455"/>
            </a:xfrm>
            <a:custGeom>
              <a:avLst/>
              <a:pathLst>
                <a:path w="1411" h="455">
                  <a:moveTo>
                    <a:pt x="1173" y="274"/>
                  </a:moveTo>
                  <a:lnTo>
                    <a:pt x="1115" y="271"/>
                  </a:lnTo>
                  <a:lnTo>
                    <a:pt x="1096" y="267"/>
                  </a:lnTo>
                  <a:lnTo>
                    <a:pt x="1073" y="270"/>
                  </a:lnTo>
                  <a:lnTo>
                    <a:pt x="1058" y="283"/>
                  </a:lnTo>
                  <a:lnTo>
                    <a:pt x="1043" y="301"/>
                  </a:lnTo>
                  <a:lnTo>
                    <a:pt x="1032" y="334"/>
                  </a:lnTo>
                  <a:lnTo>
                    <a:pt x="1032" y="346"/>
                  </a:lnTo>
                  <a:lnTo>
                    <a:pt x="1030" y="380"/>
                  </a:lnTo>
                  <a:lnTo>
                    <a:pt x="1017" y="414"/>
                  </a:lnTo>
                  <a:lnTo>
                    <a:pt x="1005" y="418"/>
                  </a:lnTo>
                  <a:lnTo>
                    <a:pt x="971" y="426"/>
                  </a:lnTo>
                  <a:lnTo>
                    <a:pt x="821" y="391"/>
                  </a:lnTo>
                  <a:lnTo>
                    <a:pt x="802" y="357"/>
                  </a:lnTo>
                  <a:lnTo>
                    <a:pt x="790" y="335"/>
                  </a:lnTo>
                  <a:lnTo>
                    <a:pt x="767" y="318"/>
                  </a:lnTo>
                  <a:lnTo>
                    <a:pt x="744" y="313"/>
                  </a:lnTo>
                  <a:lnTo>
                    <a:pt x="674" y="316"/>
                  </a:lnTo>
                  <a:lnTo>
                    <a:pt x="597" y="346"/>
                  </a:lnTo>
                  <a:lnTo>
                    <a:pt x="547" y="370"/>
                  </a:lnTo>
                  <a:lnTo>
                    <a:pt x="478" y="435"/>
                  </a:lnTo>
                  <a:lnTo>
                    <a:pt x="415" y="450"/>
                  </a:lnTo>
                  <a:lnTo>
                    <a:pt x="346" y="412"/>
                  </a:lnTo>
                  <a:lnTo>
                    <a:pt x="228" y="431"/>
                  </a:lnTo>
                  <a:lnTo>
                    <a:pt x="147" y="455"/>
                  </a:lnTo>
                  <a:lnTo>
                    <a:pt x="30" y="412"/>
                  </a:lnTo>
                  <a:lnTo>
                    <a:pt x="0" y="366"/>
                  </a:lnTo>
                  <a:lnTo>
                    <a:pt x="21" y="286"/>
                  </a:lnTo>
                  <a:lnTo>
                    <a:pt x="50" y="262"/>
                  </a:lnTo>
                  <a:lnTo>
                    <a:pt x="68" y="256"/>
                  </a:lnTo>
                  <a:lnTo>
                    <a:pt x="128" y="223"/>
                  </a:lnTo>
                  <a:lnTo>
                    <a:pt x="153" y="175"/>
                  </a:lnTo>
                  <a:lnTo>
                    <a:pt x="192" y="104"/>
                  </a:lnTo>
                  <a:lnTo>
                    <a:pt x="207" y="85"/>
                  </a:lnTo>
                  <a:lnTo>
                    <a:pt x="219" y="80"/>
                  </a:lnTo>
                  <a:lnTo>
                    <a:pt x="288" y="49"/>
                  </a:lnTo>
                  <a:lnTo>
                    <a:pt x="302" y="43"/>
                  </a:lnTo>
                  <a:lnTo>
                    <a:pt x="330" y="70"/>
                  </a:lnTo>
                  <a:lnTo>
                    <a:pt x="352" y="90"/>
                  </a:lnTo>
                  <a:lnTo>
                    <a:pt x="438" y="149"/>
                  </a:lnTo>
                  <a:lnTo>
                    <a:pt x="483" y="166"/>
                  </a:lnTo>
                  <a:lnTo>
                    <a:pt x="518" y="174"/>
                  </a:lnTo>
                  <a:lnTo>
                    <a:pt x="760" y="226"/>
                  </a:lnTo>
                  <a:lnTo>
                    <a:pt x="901" y="223"/>
                  </a:lnTo>
                  <a:lnTo>
                    <a:pt x="980" y="209"/>
                  </a:lnTo>
                  <a:lnTo>
                    <a:pt x="1040" y="177"/>
                  </a:lnTo>
                  <a:lnTo>
                    <a:pt x="1066" y="157"/>
                  </a:lnTo>
                  <a:lnTo>
                    <a:pt x="1087" y="124"/>
                  </a:lnTo>
                  <a:lnTo>
                    <a:pt x="1091" y="114"/>
                  </a:lnTo>
                  <a:lnTo>
                    <a:pt x="1105" y="60"/>
                  </a:lnTo>
                  <a:lnTo>
                    <a:pt x="1109" y="31"/>
                  </a:lnTo>
                  <a:lnTo>
                    <a:pt x="1106" y="3"/>
                  </a:lnTo>
                  <a:lnTo>
                    <a:pt x="1118" y="0"/>
                  </a:lnTo>
                  <a:lnTo>
                    <a:pt x="1206" y="13"/>
                  </a:lnTo>
                  <a:lnTo>
                    <a:pt x="1332" y="93"/>
                  </a:lnTo>
                  <a:lnTo>
                    <a:pt x="1349" y="104"/>
                  </a:lnTo>
                  <a:lnTo>
                    <a:pt x="1406" y="180"/>
                  </a:lnTo>
                  <a:lnTo>
                    <a:pt x="1411" y="192"/>
                  </a:lnTo>
                  <a:lnTo>
                    <a:pt x="1372" y="255"/>
                  </a:lnTo>
                  <a:lnTo>
                    <a:pt x="1338" y="263"/>
                  </a:lnTo>
                  <a:lnTo>
                    <a:pt x="1313" y="268"/>
                  </a:lnTo>
                  <a:lnTo>
                    <a:pt x="1291" y="271"/>
                  </a:lnTo>
                  <a:lnTo>
                    <a:pt x="1251" y="278"/>
                  </a:lnTo>
                  <a:lnTo>
                    <a:pt x="1173" y="27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9338756" y="1745342"/>
              <a:ext cx="500" cy="806"/>
            </a:xfrm>
            <a:custGeom>
              <a:avLst/>
              <a:pathLst>
                <a:path w="500" h="806">
                  <a:moveTo>
                    <a:pt x="127" y="785"/>
                  </a:moveTo>
                  <a:lnTo>
                    <a:pt x="34" y="806"/>
                  </a:lnTo>
                  <a:lnTo>
                    <a:pt x="20" y="799"/>
                  </a:lnTo>
                  <a:lnTo>
                    <a:pt x="11" y="793"/>
                  </a:lnTo>
                  <a:lnTo>
                    <a:pt x="0" y="763"/>
                  </a:lnTo>
                  <a:lnTo>
                    <a:pt x="16" y="718"/>
                  </a:lnTo>
                  <a:lnTo>
                    <a:pt x="45" y="655"/>
                  </a:lnTo>
                  <a:lnTo>
                    <a:pt x="199" y="139"/>
                  </a:lnTo>
                  <a:lnTo>
                    <a:pt x="246" y="98"/>
                  </a:lnTo>
                  <a:lnTo>
                    <a:pt x="354" y="5"/>
                  </a:lnTo>
                  <a:lnTo>
                    <a:pt x="359" y="1"/>
                  </a:lnTo>
                  <a:lnTo>
                    <a:pt x="370" y="0"/>
                  </a:lnTo>
                  <a:lnTo>
                    <a:pt x="391" y="37"/>
                  </a:lnTo>
                  <a:lnTo>
                    <a:pt x="493" y="275"/>
                  </a:lnTo>
                  <a:lnTo>
                    <a:pt x="499" y="298"/>
                  </a:lnTo>
                  <a:lnTo>
                    <a:pt x="500" y="318"/>
                  </a:lnTo>
                  <a:lnTo>
                    <a:pt x="499" y="327"/>
                  </a:lnTo>
                  <a:lnTo>
                    <a:pt x="487" y="346"/>
                  </a:lnTo>
                  <a:lnTo>
                    <a:pt x="475" y="357"/>
                  </a:lnTo>
                  <a:lnTo>
                    <a:pt x="457" y="374"/>
                  </a:lnTo>
                  <a:lnTo>
                    <a:pt x="254" y="677"/>
                  </a:lnTo>
                  <a:lnTo>
                    <a:pt x="220" y="728"/>
                  </a:lnTo>
                  <a:lnTo>
                    <a:pt x="140" y="779"/>
                  </a:lnTo>
                  <a:lnTo>
                    <a:pt x="127" y="78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9365903" y="1744115"/>
              <a:ext cx="631" cy="438"/>
            </a:xfrm>
            <a:custGeom>
              <a:avLst/>
              <a:pathLst>
                <a:path w="631" h="438">
                  <a:moveTo>
                    <a:pt x="617" y="425"/>
                  </a:moveTo>
                  <a:lnTo>
                    <a:pt x="603" y="435"/>
                  </a:lnTo>
                  <a:lnTo>
                    <a:pt x="583" y="438"/>
                  </a:lnTo>
                  <a:lnTo>
                    <a:pt x="563" y="433"/>
                  </a:lnTo>
                  <a:lnTo>
                    <a:pt x="436" y="407"/>
                  </a:lnTo>
                  <a:lnTo>
                    <a:pt x="291" y="385"/>
                  </a:lnTo>
                  <a:lnTo>
                    <a:pt x="279" y="381"/>
                  </a:lnTo>
                  <a:lnTo>
                    <a:pt x="260" y="347"/>
                  </a:lnTo>
                  <a:lnTo>
                    <a:pt x="258" y="328"/>
                  </a:lnTo>
                  <a:lnTo>
                    <a:pt x="262" y="319"/>
                  </a:lnTo>
                  <a:lnTo>
                    <a:pt x="274" y="308"/>
                  </a:lnTo>
                  <a:lnTo>
                    <a:pt x="284" y="300"/>
                  </a:lnTo>
                  <a:lnTo>
                    <a:pt x="296" y="296"/>
                  </a:lnTo>
                  <a:lnTo>
                    <a:pt x="310" y="292"/>
                  </a:lnTo>
                  <a:lnTo>
                    <a:pt x="318" y="285"/>
                  </a:lnTo>
                  <a:lnTo>
                    <a:pt x="320" y="276"/>
                  </a:lnTo>
                  <a:lnTo>
                    <a:pt x="318" y="259"/>
                  </a:lnTo>
                  <a:lnTo>
                    <a:pt x="308" y="248"/>
                  </a:lnTo>
                  <a:lnTo>
                    <a:pt x="221" y="180"/>
                  </a:lnTo>
                  <a:lnTo>
                    <a:pt x="151" y="125"/>
                  </a:lnTo>
                  <a:lnTo>
                    <a:pt x="48" y="103"/>
                  </a:lnTo>
                  <a:lnTo>
                    <a:pt x="30" y="91"/>
                  </a:lnTo>
                  <a:lnTo>
                    <a:pt x="15" y="61"/>
                  </a:lnTo>
                  <a:lnTo>
                    <a:pt x="0" y="7"/>
                  </a:lnTo>
                  <a:lnTo>
                    <a:pt x="4" y="2"/>
                  </a:lnTo>
                  <a:lnTo>
                    <a:pt x="12" y="0"/>
                  </a:lnTo>
                  <a:lnTo>
                    <a:pt x="26" y="0"/>
                  </a:lnTo>
                  <a:lnTo>
                    <a:pt x="129" y="25"/>
                  </a:lnTo>
                  <a:lnTo>
                    <a:pt x="225" y="49"/>
                  </a:lnTo>
                  <a:lnTo>
                    <a:pt x="543" y="137"/>
                  </a:lnTo>
                  <a:lnTo>
                    <a:pt x="557" y="141"/>
                  </a:lnTo>
                  <a:lnTo>
                    <a:pt x="578" y="165"/>
                  </a:lnTo>
                  <a:lnTo>
                    <a:pt x="626" y="347"/>
                  </a:lnTo>
                  <a:lnTo>
                    <a:pt x="631" y="364"/>
                  </a:lnTo>
                  <a:lnTo>
                    <a:pt x="629" y="399"/>
                  </a:lnTo>
                  <a:lnTo>
                    <a:pt x="627" y="410"/>
                  </a:lnTo>
                  <a:lnTo>
                    <a:pt x="617" y="42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9261821" y="1716969"/>
              <a:ext cx="286" cy="328"/>
            </a:xfrm>
            <a:custGeom>
              <a:avLst/>
              <a:pathLst>
                <a:path w="286" h="328">
                  <a:moveTo>
                    <a:pt x="123" y="320"/>
                  </a:moveTo>
                  <a:lnTo>
                    <a:pt x="82" y="328"/>
                  </a:lnTo>
                  <a:lnTo>
                    <a:pt x="23" y="283"/>
                  </a:lnTo>
                  <a:lnTo>
                    <a:pt x="15" y="275"/>
                  </a:lnTo>
                  <a:lnTo>
                    <a:pt x="4" y="201"/>
                  </a:lnTo>
                  <a:lnTo>
                    <a:pt x="0" y="126"/>
                  </a:lnTo>
                  <a:lnTo>
                    <a:pt x="15" y="90"/>
                  </a:lnTo>
                  <a:lnTo>
                    <a:pt x="23" y="76"/>
                  </a:lnTo>
                  <a:lnTo>
                    <a:pt x="41" y="51"/>
                  </a:lnTo>
                  <a:lnTo>
                    <a:pt x="51" y="42"/>
                  </a:lnTo>
                  <a:lnTo>
                    <a:pt x="168" y="0"/>
                  </a:lnTo>
                  <a:lnTo>
                    <a:pt x="206" y="5"/>
                  </a:lnTo>
                  <a:lnTo>
                    <a:pt x="232" y="23"/>
                  </a:lnTo>
                  <a:lnTo>
                    <a:pt x="280" y="68"/>
                  </a:lnTo>
                  <a:lnTo>
                    <a:pt x="286" y="88"/>
                  </a:lnTo>
                  <a:lnTo>
                    <a:pt x="285" y="106"/>
                  </a:lnTo>
                  <a:lnTo>
                    <a:pt x="281" y="141"/>
                  </a:lnTo>
                  <a:lnTo>
                    <a:pt x="252" y="181"/>
                  </a:lnTo>
                  <a:lnTo>
                    <a:pt x="243" y="192"/>
                  </a:lnTo>
                  <a:lnTo>
                    <a:pt x="142" y="299"/>
                  </a:lnTo>
                  <a:lnTo>
                    <a:pt x="123" y="3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9337040" y="1708676"/>
              <a:ext cx="3232" cy="2067"/>
            </a:xfrm>
            <a:custGeom>
              <a:avLst/>
              <a:pathLst>
                <a:path w="3232" h="2067">
                  <a:moveTo>
                    <a:pt x="2090" y="1152"/>
                  </a:moveTo>
                  <a:lnTo>
                    <a:pt x="1799" y="1385"/>
                  </a:lnTo>
                  <a:lnTo>
                    <a:pt x="1765" y="1412"/>
                  </a:lnTo>
                  <a:lnTo>
                    <a:pt x="1318" y="1683"/>
                  </a:lnTo>
                  <a:lnTo>
                    <a:pt x="911" y="1792"/>
                  </a:lnTo>
                  <a:lnTo>
                    <a:pt x="428" y="2012"/>
                  </a:lnTo>
                  <a:lnTo>
                    <a:pt x="256" y="2067"/>
                  </a:lnTo>
                  <a:lnTo>
                    <a:pt x="0" y="1993"/>
                  </a:lnTo>
                  <a:lnTo>
                    <a:pt x="36" y="1905"/>
                  </a:lnTo>
                  <a:lnTo>
                    <a:pt x="75" y="1813"/>
                  </a:lnTo>
                  <a:lnTo>
                    <a:pt x="341" y="1535"/>
                  </a:lnTo>
                  <a:lnTo>
                    <a:pt x="379" y="1496"/>
                  </a:lnTo>
                  <a:lnTo>
                    <a:pt x="555" y="1312"/>
                  </a:lnTo>
                  <a:lnTo>
                    <a:pt x="565" y="1307"/>
                  </a:lnTo>
                  <a:lnTo>
                    <a:pt x="641" y="1265"/>
                  </a:lnTo>
                  <a:lnTo>
                    <a:pt x="734" y="1214"/>
                  </a:lnTo>
                  <a:lnTo>
                    <a:pt x="839" y="1157"/>
                  </a:lnTo>
                  <a:lnTo>
                    <a:pt x="876" y="1151"/>
                  </a:lnTo>
                  <a:lnTo>
                    <a:pt x="941" y="1141"/>
                  </a:lnTo>
                  <a:lnTo>
                    <a:pt x="990" y="1153"/>
                  </a:lnTo>
                  <a:lnTo>
                    <a:pt x="1078" y="1130"/>
                  </a:lnTo>
                  <a:lnTo>
                    <a:pt x="1319" y="913"/>
                  </a:lnTo>
                  <a:lnTo>
                    <a:pt x="1354" y="882"/>
                  </a:lnTo>
                  <a:lnTo>
                    <a:pt x="1624" y="666"/>
                  </a:lnTo>
                  <a:lnTo>
                    <a:pt x="1665" y="654"/>
                  </a:lnTo>
                  <a:lnTo>
                    <a:pt x="1720" y="637"/>
                  </a:lnTo>
                  <a:lnTo>
                    <a:pt x="1755" y="639"/>
                  </a:lnTo>
                  <a:lnTo>
                    <a:pt x="1784" y="642"/>
                  </a:lnTo>
                  <a:lnTo>
                    <a:pt x="1961" y="587"/>
                  </a:lnTo>
                  <a:lnTo>
                    <a:pt x="2140" y="404"/>
                  </a:lnTo>
                  <a:lnTo>
                    <a:pt x="2177" y="367"/>
                  </a:lnTo>
                  <a:lnTo>
                    <a:pt x="2283" y="259"/>
                  </a:lnTo>
                  <a:lnTo>
                    <a:pt x="2421" y="117"/>
                  </a:lnTo>
                  <a:lnTo>
                    <a:pt x="2445" y="109"/>
                  </a:lnTo>
                  <a:lnTo>
                    <a:pt x="2518" y="82"/>
                  </a:lnTo>
                  <a:lnTo>
                    <a:pt x="2527" y="79"/>
                  </a:lnTo>
                  <a:lnTo>
                    <a:pt x="2570" y="63"/>
                  </a:lnTo>
                  <a:lnTo>
                    <a:pt x="2584" y="58"/>
                  </a:lnTo>
                  <a:lnTo>
                    <a:pt x="2688" y="20"/>
                  </a:lnTo>
                  <a:lnTo>
                    <a:pt x="2731" y="12"/>
                  </a:lnTo>
                  <a:lnTo>
                    <a:pt x="2798" y="0"/>
                  </a:lnTo>
                  <a:lnTo>
                    <a:pt x="2821" y="6"/>
                  </a:lnTo>
                  <a:lnTo>
                    <a:pt x="2866" y="19"/>
                  </a:lnTo>
                  <a:lnTo>
                    <a:pt x="2937" y="41"/>
                  </a:lnTo>
                  <a:lnTo>
                    <a:pt x="2970" y="56"/>
                  </a:lnTo>
                  <a:lnTo>
                    <a:pt x="2994" y="67"/>
                  </a:lnTo>
                  <a:lnTo>
                    <a:pt x="3232" y="177"/>
                  </a:lnTo>
                  <a:lnTo>
                    <a:pt x="3213" y="211"/>
                  </a:lnTo>
                  <a:lnTo>
                    <a:pt x="3176" y="272"/>
                  </a:lnTo>
                  <a:lnTo>
                    <a:pt x="3123" y="312"/>
                  </a:lnTo>
                  <a:lnTo>
                    <a:pt x="3095" y="332"/>
                  </a:lnTo>
                  <a:lnTo>
                    <a:pt x="3056" y="362"/>
                  </a:lnTo>
                  <a:lnTo>
                    <a:pt x="3027" y="383"/>
                  </a:lnTo>
                  <a:lnTo>
                    <a:pt x="2914" y="594"/>
                  </a:lnTo>
                  <a:lnTo>
                    <a:pt x="2839" y="776"/>
                  </a:lnTo>
                  <a:lnTo>
                    <a:pt x="2090" y="115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9236317" y="1694212"/>
              <a:ext cx="448" cy="204"/>
            </a:xfrm>
            <a:custGeom>
              <a:avLst/>
              <a:pathLst>
                <a:path w="448" h="204">
                  <a:moveTo>
                    <a:pt x="223" y="202"/>
                  </a:moveTo>
                  <a:lnTo>
                    <a:pt x="215" y="204"/>
                  </a:lnTo>
                  <a:lnTo>
                    <a:pt x="103" y="189"/>
                  </a:lnTo>
                  <a:lnTo>
                    <a:pt x="71" y="182"/>
                  </a:lnTo>
                  <a:lnTo>
                    <a:pt x="34" y="173"/>
                  </a:lnTo>
                  <a:lnTo>
                    <a:pt x="12" y="162"/>
                  </a:lnTo>
                  <a:lnTo>
                    <a:pt x="9" y="153"/>
                  </a:lnTo>
                  <a:lnTo>
                    <a:pt x="0" y="108"/>
                  </a:lnTo>
                  <a:lnTo>
                    <a:pt x="1" y="98"/>
                  </a:lnTo>
                  <a:lnTo>
                    <a:pt x="18" y="81"/>
                  </a:lnTo>
                  <a:lnTo>
                    <a:pt x="188" y="0"/>
                  </a:lnTo>
                  <a:lnTo>
                    <a:pt x="404" y="33"/>
                  </a:lnTo>
                  <a:lnTo>
                    <a:pt x="443" y="43"/>
                  </a:lnTo>
                  <a:lnTo>
                    <a:pt x="448" y="70"/>
                  </a:lnTo>
                  <a:lnTo>
                    <a:pt x="448" y="96"/>
                  </a:lnTo>
                  <a:lnTo>
                    <a:pt x="442" y="103"/>
                  </a:lnTo>
                  <a:lnTo>
                    <a:pt x="420" y="117"/>
                  </a:lnTo>
                  <a:lnTo>
                    <a:pt x="384" y="135"/>
                  </a:lnTo>
                  <a:lnTo>
                    <a:pt x="349" y="151"/>
                  </a:lnTo>
                  <a:lnTo>
                    <a:pt x="223" y="2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9237467" y="1692595"/>
              <a:ext cx="489" cy="427"/>
            </a:xfrm>
            <a:custGeom>
              <a:avLst/>
              <a:pathLst>
                <a:path w="489" h="427">
                  <a:moveTo>
                    <a:pt x="42" y="427"/>
                  </a:moveTo>
                  <a:lnTo>
                    <a:pt x="30" y="426"/>
                  </a:lnTo>
                  <a:lnTo>
                    <a:pt x="14" y="400"/>
                  </a:lnTo>
                  <a:lnTo>
                    <a:pt x="8" y="389"/>
                  </a:lnTo>
                  <a:lnTo>
                    <a:pt x="0" y="360"/>
                  </a:lnTo>
                  <a:lnTo>
                    <a:pt x="1" y="331"/>
                  </a:lnTo>
                  <a:lnTo>
                    <a:pt x="19" y="229"/>
                  </a:lnTo>
                  <a:lnTo>
                    <a:pt x="33" y="169"/>
                  </a:lnTo>
                  <a:lnTo>
                    <a:pt x="63" y="148"/>
                  </a:lnTo>
                  <a:lnTo>
                    <a:pt x="188" y="60"/>
                  </a:lnTo>
                  <a:lnTo>
                    <a:pt x="225" y="38"/>
                  </a:lnTo>
                  <a:lnTo>
                    <a:pt x="301" y="1"/>
                  </a:lnTo>
                  <a:lnTo>
                    <a:pt x="308" y="0"/>
                  </a:lnTo>
                  <a:lnTo>
                    <a:pt x="316" y="4"/>
                  </a:lnTo>
                  <a:lnTo>
                    <a:pt x="346" y="28"/>
                  </a:lnTo>
                  <a:lnTo>
                    <a:pt x="363" y="42"/>
                  </a:lnTo>
                  <a:lnTo>
                    <a:pt x="398" y="71"/>
                  </a:lnTo>
                  <a:lnTo>
                    <a:pt x="471" y="130"/>
                  </a:lnTo>
                  <a:lnTo>
                    <a:pt x="489" y="145"/>
                  </a:lnTo>
                  <a:lnTo>
                    <a:pt x="487" y="151"/>
                  </a:lnTo>
                  <a:lnTo>
                    <a:pt x="482" y="166"/>
                  </a:lnTo>
                  <a:lnTo>
                    <a:pt x="447" y="268"/>
                  </a:lnTo>
                  <a:lnTo>
                    <a:pt x="72" y="418"/>
                  </a:lnTo>
                  <a:lnTo>
                    <a:pt x="42" y="4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9333971" y="1704926"/>
              <a:ext cx="842" cy="583"/>
            </a:xfrm>
            <a:custGeom>
              <a:avLst/>
              <a:pathLst>
                <a:path w="842" h="583">
                  <a:moveTo>
                    <a:pt x="539" y="0"/>
                  </a:moveTo>
                  <a:lnTo>
                    <a:pt x="637" y="17"/>
                  </a:lnTo>
                  <a:lnTo>
                    <a:pt x="676" y="22"/>
                  </a:lnTo>
                  <a:lnTo>
                    <a:pt x="797" y="70"/>
                  </a:lnTo>
                  <a:lnTo>
                    <a:pt x="835" y="101"/>
                  </a:lnTo>
                  <a:lnTo>
                    <a:pt x="841" y="110"/>
                  </a:lnTo>
                  <a:lnTo>
                    <a:pt x="842" y="130"/>
                  </a:lnTo>
                  <a:lnTo>
                    <a:pt x="811" y="277"/>
                  </a:lnTo>
                  <a:lnTo>
                    <a:pt x="809" y="284"/>
                  </a:lnTo>
                  <a:lnTo>
                    <a:pt x="795" y="292"/>
                  </a:lnTo>
                  <a:lnTo>
                    <a:pt x="689" y="271"/>
                  </a:lnTo>
                  <a:lnTo>
                    <a:pt x="647" y="282"/>
                  </a:lnTo>
                  <a:lnTo>
                    <a:pt x="453" y="362"/>
                  </a:lnTo>
                  <a:lnTo>
                    <a:pt x="180" y="559"/>
                  </a:lnTo>
                  <a:lnTo>
                    <a:pt x="64" y="583"/>
                  </a:lnTo>
                  <a:lnTo>
                    <a:pt x="42" y="493"/>
                  </a:lnTo>
                  <a:lnTo>
                    <a:pt x="35" y="467"/>
                  </a:lnTo>
                  <a:lnTo>
                    <a:pt x="23" y="447"/>
                  </a:lnTo>
                  <a:lnTo>
                    <a:pt x="0" y="425"/>
                  </a:lnTo>
                  <a:lnTo>
                    <a:pt x="4" y="410"/>
                  </a:lnTo>
                  <a:lnTo>
                    <a:pt x="77" y="398"/>
                  </a:lnTo>
                  <a:lnTo>
                    <a:pt x="239" y="343"/>
                  </a:lnTo>
                  <a:lnTo>
                    <a:pt x="284" y="303"/>
                  </a:lnTo>
                  <a:lnTo>
                    <a:pt x="310" y="260"/>
                  </a:lnTo>
                  <a:lnTo>
                    <a:pt x="331" y="199"/>
                  </a:lnTo>
                  <a:lnTo>
                    <a:pt x="271" y="144"/>
                  </a:lnTo>
                  <a:lnTo>
                    <a:pt x="230" y="135"/>
                  </a:lnTo>
                  <a:lnTo>
                    <a:pt x="176" y="97"/>
                  </a:lnTo>
                  <a:lnTo>
                    <a:pt x="155" y="70"/>
                  </a:lnTo>
                  <a:lnTo>
                    <a:pt x="155" y="53"/>
                  </a:lnTo>
                  <a:lnTo>
                    <a:pt x="160" y="40"/>
                  </a:lnTo>
                  <a:lnTo>
                    <a:pt x="171" y="33"/>
                  </a:lnTo>
                  <a:lnTo>
                    <a:pt x="254" y="15"/>
                  </a:lnTo>
                  <a:lnTo>
                    <a:pt x="499" y="2"/>
                  </a:lnTo>
                  <a:lnTo>
                    <a:pt x="539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9362492" y="1707332"/>
              <a:ext cx="1757" cy="901"/>
            </a:xfrm>
            <a:custGeom>
              <a:avLst/>
              <a:pathLst>
                <a:path w="1757" h="901">
                  <a:moveTo>
                    <a:pt x="503" y="141"/>
                  </a:moveTo>
                  <a:lnTo>
                    <a:pt x="571" y="259"/>
                  </a:lnTo>
                  <a:lnTo>
                    <a:pt x="594" y="259"/>
                  </a:lnTo>
                  <a:lnTo>
                    <a:pt x="621" y="257"/>
                  </a:lnTo>
                  <a:lnTo>
                    <a:pt x="637" y="253"/>
                  </a:lnTo>
                  <a:lnTo>
                    <a:pt x="669" y="249"/>
                  </a:lnTo>
                  <a:lnTo>
                    <a:pt x="736" y="244"/>
                  </a:lnTo>
                  <a:lnTo>
                    <a:pt x="970" y="227"/>
                  </a:lnTo>
                  <a:lnTo>
                    <a:pt x="1007" y="224"/>
                  </a:lnTo>
                  <a:lnTo>
                    <a:pt x="1035" y="237"/>
                  </a:lnTo>
                  <a:lnTo>
                    <a:pt x="1046" y="253"/>
                  </a:lnTo>
                  <a:lnTo>
                    <a:pt x="1053" y="265"/>
                  </a:lnTo>
                  <a:lnTo>
                    <a:pt x="1055" y="359"/>
                  </a:lnTo>
                  <a:lnTo>
                    <a:pt x="1048" y="381"/>
                  </a:lnTo>
                  <a:lnTo>
                    <a:pt x="1026" y="427"/>
                  </a:lnTo>
                  <a:lnTo>
                    <a:pt x="1005" y="459"/>
                  </a:lnTo>
                  <a:lnTo>
                    <a:pt x="1004" y="469"/>
                  </a:lnTo>
                  <a:lnTo>
                    <a:pt x="1019" y="492"/>
                  </a:lnTo>
                  <a:lnTo>
                    <a:pt x="1092" y="582"/>
                  </a:lnTo>
                  <a:lnTo>
                    <a:pt x="1117" y="609"/>
                  </a:lnTo>
                  <a:lnTo>
                    <a:pt x="1193" y="680"/>
                  </a:lnTo>
                  <a:lnTo>
                    <a:pt x="1205" y="690"/>
                  </a:lnTo>
                  <a:lnTo>
                    <a:pt x="1287" y="663"/>
                  </a:lnTo>
                  <a:lnTo>
                    <a:pt x="1309" y="655"/>
                  </a:lnTo>
                  <a:lnTo>
                    <a:pt x="1456" y="688"/>
                  </a:lnTo>
                  <a:lnTo>
                    <a:pt x="1639" y="780"/>
                  </a:lnTo>
                  <a:lnTo>
                    <a:pt x="1757" y="868"/>
                  </a:lnTo>
                  <a:lnTo>
                    <a:pt x="1744" y="897"/>
                  </a:lnTo>
                  <a:lnTo>
                    <a:pt x="1565" y="901"/>
                  </a:lnTo>
                  <a:lnTo>
                    <a:pt x="1384" y="876"/>
                  </a:lnTo>
                  <a:lnTo>
                    <a:pt x="1286" y="861"/>
                  </a:lnTo>
                  <a:lnTo>
                    <a:pt x="1146" y="840"/>
                  </a:lnTo>
                  <a:lnTo>
                    <a:pt x="936" y="809"/>
                  </a:lnTo>
                  <a:lnTo>
                    <a:pt x="850" y="806"/>
                  </a:lnTo>
                  <a:lnTo>
                    <a:pt x="811" y="809"/>
                  </a:lnTo>
                  <a:lnTo>
                    <a:pt x="760" y="816"/>
                  </a:lnTo>
                  <a:lnTo>
                    <a:pt x="703" y="822"/>
                  </a:lnTo>
                  <a:lnTo>
                    <a:pt x="540" y="823"/>
                  </a:lnTo>
                  <a:lnTo>
                    <a:pt x="0" y="678"/>
                  </a:lnTo>
                  <a:lnTo>
                    <a:pt x="4" y="555"/>
                  </a:lnTo>
                  <a:lnTo>
                    <a:pt x="114" y="447"/>
                  </a:lnTo>
                  <a:lnTo>
                    <a:pt x="232" y="319"/>
                  </a:lnTo>
                  <a:lnTo>
                    <a:pt x="243" y="254"/>
                  </a:lnTo>
                  <a:lnTo>
                    <a:pt x="233" y="230"/>
                  </a:lnTo>
                  <a:lnTo>
                    <a:pt x="264" y="112"/>
                  </a:lnTo>
                  <a:lnTo>
                    <a:pt x="362" y="0"/>
                  </a:lnTo>
                  <a:lnTo>
                    <a:pt x="415" y="0"/>
                  </a:lnTo>
                  <a:lnTo>
                    <a:pt x="428" y="9"/>
                  </a:lnTo>
                  <a:lnTo>
                    <a:pt x="489" y="116"/>
                  </a:lnTo>
                  <a:lnTo>
                    <a:pt x="503" y="14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9288316" y="1694154"/>
              <a:ext cx="986" cy="754"/>
            </a:xfrm>
            <a:custGeom>
              <a:avLst/>
              <a:pathLst>
                <a:path w="986" h="754">
                  <a:moveTo>
                    <a:pt x="946" y="191"/>
                  </a:moveTo>
                  <a:lnTo>
                    <a:pt x="842" y="410"/>
                  </a:lnTo>
                  <a:lnTo>
                    <a:pt x="826" y="442"/>
                  </a:lnTo>
                  <a:lnTo>
                    <a:pt x="814" y="450"/>
                  </a:lnTo>
                  <a:lnTo>
                    <a:pt x="800" y="452"/>
                  </a:lnTo>
                  <a:lnTo>
                    <a:pt x="773" y="460"/>
                  </a:lnTo>
                  <a:lnTo>
                    <a:pt x="708" y="526"/>
                  </a:lnTo>
                  <a:lnTo>
                    <a:pt x="695" y="548"/>
                  </a:lnTo>
                  <a:lnTo>
                    <a:pt x="678" y="587"/>
                  </a:lnTo>
                  <a:lnTo>
                    <a:pt x="687" y="622"/>
                  </a:lnTo>
                  <a:lnTo>
                    <a:pt x="706" y="687"/>
                  </a:lnTo>
                  <a:lnTo>
                    <a:pt x="719" y="719"/>
                  </a:lnTo>
                  <a:lnTo>
                    <a:pt x="717" y="732"/>
                  </a:lnTo>
                  <a:lnTo>
                    <a:pt x="615" y="754"/>
                  </a:lnTo>
                  <a:lnTo>
                    <a:pt x="293" y="737"/>
                  </a:lnTo>
                  <a:lnTo>
                    <a:pt x="288" y="726"/>
                  </a:lnTo>
                  <a:lnTo>
                    <a:pt x="223" y="577"/>
                  </a:lnTo>
                  <a:lnTo>
                    <a:pt x="148" y="507"/>
                  </a:lnTo>
                  <a:lnTo>
                    <a:pt x="33" y="235"/>
                  </a:lnTo>
                  <a:lnTo>
                    <a:pt x="0" y="171"/>
                  </a:lnTo>
                  <a:lnTo>
                    <a:pt x="110" y="117"/>
                  </a:lnTo>
                  <a:lnTo>
                    <a:pt x="159" y="111"/>
                  </a:lnTo>
                  <a:lnTo>
                    <a:pt x="192" y="157"/>
                  </a:lnTo>
                  <a:lnTo>
                    <a:pt x="222" y="176"/>
                  </a:lnTo>
                  <a:lnTo>
                    <a:pt x="241" y="180"/>
                  </a:lnTo>
                  <a:lnTo>
                    <a:pt x="265" y="179"/>
                  </a:lnTo>
                  <a:lnTo>
                    <a:pt x="291" y="179"/>
                  </a:lnTo>
                  <a:lnTo>
                    <a:pt x="317" y="176"/>
                  </a:lnTo>
                  <a:lnTo>
                    <a:pt x="339" y="165"/>
                  </a:lnTo>
                  <a:lnTo>
                    <a:pt x="362" y="140"/>
                  </a:lnTo>
                  <a:lnTo>
                    <a:pt x="366" y="131"/>
                  </a:lnTo>
                  <a:lnTo>
                    <a:pt x="385" y="116"/>
                  </a:lnTo>
                  <a:lnTo>
                    <a:pt x="397" y="107"/>
                  </a:lnTo>
                  <a:lnTo>
                    <a:pt x="718" y="2"/>
                  </a:lnTo>
                  <a:lnTo>
                    <a:pt x="735" y="0"/>
                  </a:lnTo>
                  <a:lnTo>
                    <a:pt x="894" y="58"/>
                  </a:lnTo>
                  <a:lnTo>
                    <a:pt x="978" y="116"/>
                  </a:lnTo>
                  <a:lnTo>
                    <a:pt x="986" y="127"/>
                  </a:lnTo>
                  <a:lnTo>
                    <a:pt x="946" y="19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9298302" y="1686140"/>
              <a:ext cx="853" cy="1137"/>
            </a:xfrm>
            <a:custGeom>
              <a:avLst/>
              <a:pathLst>
                <a:path w="853" h="1137">
                  <a:moveTo>
                    <a:pt x="762" y="0"/>
                  </a:moveTo>
                  <a:lnTo>
                    <a:pt x="779" y="2"/>
                  </a:lnTo>
                  <a:lnTo>
                    <a:pt x="783" y="3"/>
                  </a:lnTo>
                  <a:lnTo>
                    <a:pt x="791" y="11"/>
                  </a:lnTo>
                  <a:lnTo>
                    <a:pt x="802" y="39"/>
                  </a:lnTo>
                  <a:lnTo>
                    <a:pt x="810" y="70"/>
                  </a:lnTo>
                  <a:lnTo>
                    <a:pt x="813" y="93"/>
                  </a:lnTo>
                  <a:lnTo>
                    <a:pt x="850" y="265"/>
                  </a:lnTo>
                  <a:lnTo>
                    <a:pt x="853" y="281"/>
                  </a:lnTo>
                  <a:lnTo>
                    <a:pt x="845" y="430"/>
                  </a:lnTo>
                  <a:lnTo>
                    <a:pt x="842" y="445"/>
                  </a:lnTo>
                  <a:lnTo>
                    <a:pt x="803" y="641"/>
                  </a:lnTo>
                  <a:lnTo>
                    <a:pt x="705" y="926"/>
                  </a:lnTo>
                  <a:lnTo>
                    <a:pt x="686" y="982"/>
                  </a:lnTo>
                  <a:lnTo>
                    <a:pt x="670" y="996"/>
                  </a:lnTo>
                  <a:lnTo>
                    <a:pt x="651" y="1013"/>
                  </a:lnTo>
                  <a:lnTo>
                    <a:pt x="636" y="1021"/>
                  </a:lnTo>
                  <a:lnTo>
                    <a:pt x="500" y="1126"/>
                  </a:lnTo>
                  <a:lnTo>
                    <a:pt x="442" y="1137"/>
                  </a:lnTo>
                  <a:lnTo>
                    <a:pt x="173" y="1135"/>
                  </a:lnTo>
                  <a:lnTo>
                    <a:pt x="162" y="1137"/>
                  </a:lnTo>
                  <a:lnTo>
                    <a:pt x="96" y="1073"/>
                  </a:lnTo>
                  <a:lnTo>
                    <a:pt x="80" y="1051"/>
                  </a:lnTo>
                  <a:lnTo>
                    <a:pt x="97" y="1011"/>
                  </a:lnTo>
                  <a:lnTo>
                    <a:pt x="110" y="981"/>
                  </a:lnTo>
                  <a:lnTo>
                    <a:pt x="117" y="965"/>
                  </a:lnTo>
                  <a:lnTo>
                    <a:pt x="120" y="959"/>
                  </a:lnTo>
                  <a:lnTo>
                    <a:pt x="128" y="946"/>
                  </a:lnTo>
                  <a:lnTo>
                    <a:pt x="141" y="934"/>
                  </a:lnTo>
                  <a:lnTo>
                    <a:pt x="181" y="902"/>
                  </a:lnTo>
                  <a:lnTo>
                    <a:pt x="283" y="855"/>
                  </a:lnTo>
                  <a:lnTo>
                    <a:pt x="344" y="814"/>
                  </a:lnTo>
                  <a:lnTo>
                    <a:pt x="361" y="787"/>
                  </a:lnTo>
                  <a:lnTo>
                    <a:pt x="374" y="762"/>
                  </a:lnTo>
                  <a:lnTo>
                    <a:pt x="383" y="729"/>
                  </a:lnTo>
                  <a:lnTo>
                    <a:pt x="387" y="718"/>
                  </a:lnTo>
                  <a:lnTo>
                    <a:pt x="394" y="691"/>
                  </a:lnTo>
                  <a:lnTo>
                    <a:pt x="396" y="671"/>
                  </a:lnTo>
                  <a:lnTo>
                    <a:pt x="396" y="653"/>
                  </a:lnTo>
                  <a:lnTo>
                    <a:pt x="390" y="633"/>
                  </a:lnTo>
                  <a:lnTo>
                    <a:pt x="379" y="602"/>
                  </a:lnTo>
                  <a:lnTo>
                    <a:pt x="376" y="589"/>
                  </a:lnTo>
                  <a:lnTo>
                    <a:pt x="344" y="522"/>
                  </a:lnTo>
                  <a:lnTo>
                    <a:pt x="303" y="459"/>
                  </a:lnTo>
                  <a:lnTo>
                    <a:pt x="227" y="415"/>
                  </a:lnTo>
                  <a:lnTo>
                    <a:pt x="169" y="406"/>
                  </a:lnTo>
                  <a:lnTo>
                    <a:pt x="84" y="437"/>
                  </a:lnTo>
                  <a:lnTo>
                    <a:pt x="57" y="447"/>
                  </a:lnTo>
                  <a:lnTo>
                    <a:pt x="33" y="456"/>
                  </a:lnTo>
                  <a:lnTo>
                    <a:pt x="20" y="461"/>
                  </a:lnTo>
                  <a:lnTo>
                    <a:pt x="0" y="444"/>
                  </a:lnTo>
                  <a:lnTo>
                    <a:pt x="0" y="403"/>
                  </a:lnTo>
                  <a:lnTo>
                    <a:pt x="40" y="266"/>
                  </a:lnTo>
                  <a:lnTo>
                    <a:pt x="49" y="252"/>
                  </a:lnTo>
                  <a:lnTo>
                    <a:pt x="66" y="237"/>
                  </a:lnTo>
                  <a:lnTo>
                    <a:pt x="77" y="226"/>
                  </a:lnTo>
                  <a:lnTo>
                    <a:pt x="89" y="224"/>
                  </a:lnTo>
                  <a:lnTo>
                    <a:pt x="102" y="227"/>
                  </a:lnTo>
                  <a:lnTo>
                    <a:pt x="143" y="250"/>
                  </a:lnTo>
                  <a:lnTo>
                    <a:pt x="159" y="268"/>
                  </a:lnTo>
                  <a:lnTo>
                    <a:pt x="167" y="307"/>
                  </a:lnTo>
                  <a:lnTo>
                    <a:pt x="173" y="331"/>
                  </a:lnTo>
                  <a:lnTo>
                    <a:pt x="177" y="346"/>
                  </a:lnTo>
                  <a:lnTo>
                    <a:pt x="254" y="380"/>
                  </a:lnTo>
                  <a:lnTo>
                    <a:pt x="262" y="384"/>
                  </a:lnTo>
                  <a:lnTo>
                    <a:pt x="274" y="389"/>
                  </a:lnTo>
                  <a:lnTo>
                    <a:pt x="308" y="404"/>
                  </a:lnTo>
                  <a:lnTo>
                    <a:pt x="357" y="406"/>
                  </a:lnTo>
                  <a:lnTo>
                    <a:pt x="423" y="372"/>
                  </a:lnTo>
                  <a:lnTo>
                    <a:pt x="456" y="354"/>
                  </a:lnTo>
                  <a:lnTo>
                    <a:pt x="495" y="334"/>
                  </a:lnTo>
                  <a:lnTo>
                    <a:pt x="589" y="284"/>
                  </a:lnTo>
                  <a:lnTo>
                    <a:pt x="597" y="279"/>
                  </a:lnTo>
                  <a:lnTo>
                    <a:pt x="656" y="257"/>
                  </a:lnTo>
                  <a:lnTo>
                    <a:pt x="664" y="79"/>
                  </a:lnTo>
                  <a:lnTo>
                    <a:pt x="664" y="65"/>
                  </a:lnTo>
                  <a:lnTo>
                    <a:pt x="662" y="59"/>
                  </a:lnTo>
                  <a:lnTo>
                    <a:pt x="659" y="46"/>
                  </a:lnTo>
                  <a:lnTo>
                    <a:pt x="657" y="38"/>
                  </a:lnTo>
                  <a:lnTo>
                    <a:pt x="660" y="31"/>
                  </a:lnTo>
                  <a:lnTo>
                    <a:pt x="671" y="23"/>
                  </a:lnTo>
                  <a:lnTo>
                    <a:pt x="679" y="18"/>
                  </a:lnTo>
                  <a:lnTo>
                    <a:pt x="701" y="6"/>
                  </a:lnTo>
                  <a:lnTo>
                    <a:pt x="719" y="5"/>
                  </a:lnTo>
                  <a:lnTo>
                    <a:pt x="735" y="0"/>
                  </a:lnTo>
                  <a:lnTo>
                    <a:pt x="762" y="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9295236" y="1684620"/>
              <a:ext cx="1338" cy="1815"/>
            </a:xfrm>
            <a:custGeom>
              <a:avLst/>
              <a:pathLst>
                <a:path w="1338" h="1815">
                  <a:moveTo>
                    <a:pt x="944" y="164"/>
                  </a:moveTo>
                  <a:lnTo>
                    <a:pt x="979" y="172"/>
                  </a:lnTo>
                  <a:lnTo>
                    <a:pt x="1025" y="174"/>
                  </a:lnTo>
                  <a:lnTo>
                    <a:pt x="1048" y="174"/>
                  </a:lnTo>
                  <a:lnTo>
                    <a:pt x="1107" y="146"/>
                  </a:lnTo>
                  <a:lnTo>
                    <a:pt x="1112" y="137"/>
                  </a:lnTo>
                  <a:lnTo>
                    <a:pt x="1118" y="119"/>
                  </a:lnTo>
                  <a:lnTo>
                    <a:pt x="1127" y="94"/>
                  </a:lnTo>
                  <a:lnTo>
                    <a:pt x="1135" y="80"/>
                  </a:lnTo>
                  <a:lnTo>
                    <a:pt x="1141" y="78"/>
                  </a:lnTo>
                  <a:lnTo>
                    <a:pt x="1145" y="77"/>
                  </a:lnTo>
                  <a:lnTo>
                    <a:pt x="1156" y="76"/>
                  </a:lnTo>
                  <a:lnTo>
                    <a:pt x="1280" y="155"/>
                  </a:lnTo>
                  <a:lnTo>
                    <a:pt x="1298" y="167"/>
                  </a:lnTo>
                  <a:lnTo>
                    <a:pt x="1305" y="175"/>
                  </a:lnTo>
                  <a:lnTo>
                    <a:pt x="1314" y="188"/>
                  </a:lnTo>
                  <a:lnTo>
                    <a:pt x="1318" y="195"/>
                  </a:lnTo>
                  <a:lnTo>
                    <a:pt x="1322" y="207"/>
                  </a:lnTo>
                  <a:lnTo>
                    <a:pt x="1324" y="224"/>
                  </a:lnTo>
                  <a:lnTo>
                    <a:pt x="1331" y="308"/>
                  </a:lnTo>
                  <a:lnTo>
                    <a:pt x="1333" y="334"/>
                  </a:lnTo>
                  <a:lnTo>
                    <a:pt x="1331" y="370"/>
                  </a:lnTo>
                  <a:lnTo>
                    <a:pt x="1291" y="513"/>
                  </a:lnTo>
                  <a:lnTo>
                    <a:pt x="1281" y="547"/>
                  </a:lnTo>
                  <a:lnTo>
                    <a:pt x="1204" y="824"/>
                  </a:lnTo>
                  <a:lnTo>
                    <a:pt x="1173" y="933"/>
                  </a:lnTo>
                  <a:lnTo>
                    <a:pt x="1175" y="949"/>
                  </a:lnTo>
                  <a:lnTo>
                    <a:pt x="1212" y="1012"/>
                  </a:lnTo>
                  <a:lnTo>
                    <a:pt x="1227" y="1016"/>
                  </a:lnTo>
                  <a:lnTo>
                    <a:pt x="1246" y="1013"/>
                  </a:lnTo>
                  <a:lnTo>
                    <a:pt x="1264" y="1012"/>
                  </a:lnTo>
                  <a:lnTo>
                    <a:pt x="1275" y="1018"/>
                  </a:lnTo>
                  <a:lnTo>
                    <a:pt x="1302" y="1034"/>
                  </a:lnTo>
                  <a:lnTo>
                    <a:pt x="1314" y="1049"/>
                  </a:lnTo>
                  <a:lnTo>
                    <a:pt x="1334" y="1162"/>
                  </a:lnTo>
                  <a:lnTo>
                    <a:pt x="1337" y="1202"/>
                  </a:lnTo>
                  <a:lnTo>
                    <a:pt x="1338" y="1209"/>
                  </a:lnTo>
                  <a:lnTo>
                    <a:pt x="1329" y="1275"/>
                  </a:lnTo>
                  <a:lnTo>
                    <a:pt x="1325" y="1497"/>
                  </a:lnTo>
                  <a:lnTo>
                    <a:pt x="1325" y="1534"/>
                  </a:lnTo>
                  <a:lnTo>
                    <a:pt x="1313" y="1547"/>
                  </a:lnTo>
                  <a:lnTo>
                    <a:pt x="1153" y="1752"/>
                  </a:lnTo>
                  <a:lnTo>
                    <a:pt x="1123" y="1791"/>
                  </a:lnTo>
                  <a:lnTo>
                    <a:pt x="1098" y="1798"/>
                  </a:lnTo>
                  <a:lnTo>
                    <a:pt x="1081" y="1808"/>
                  </a:lnTo>
                  <a:lnTo>
                    <a:pt x="1064" y="1815"/>
                  </a:lnTo>
                  <a:lnTo>
                    <a:pt x="1027" y="1798"/>
                  </a:lnTo>
                  <a:lnTo>
                    <a:pt x="938" y="1760"/>
                  </a:lnTo>
                  <a:lnTo>
                    <a:pt x="904" y="1745"/>
                  </a:lnTo>
                  <a:lnTo>
                    <a:pt x="361" y="1343"/>
                  </a:lnTo>
                  <a:lnTo>
                    <a:pt x="328" y="1325"/>
                  </a:lnTo>
                  <a:lnTo>
                    <a:pt x="260" y="1245"/>
                  </a:lnTo>
                  <a:lnTo>
                    <a:pt x="233" y="1212"/>
                  </a:lnTo>
                  <a:lnTo>
                    <a:pt x="189" y="1136"/>
                  </a:lnTo>
                  <a:lnTo>
                    <a:pt x="174" y="1107"/>
                  </a:lnTo>
                  <a:lnTo>
                    <a:pt x="147" y="1049"/>
                  </a:lnTo>
                  <a:lnTo>
                    <a:pt x="118" y="981"/>
                  </a:lnTo>
                  <a:lnTo>
                    <a:pt x="58" y="896"/>
                  </a:lnTo>
                  <a:lnTo>
                    <a:pt x="30" y="863"/>
                  </a:lnTo>
                  <a:lnTo>
                    <a:pt x="20" y="851"/>
                  </a:lnTo>
                  <a:lnTo>
                    <a:pt x="4" y="774"/>
                  </a:lnTo>
                  <a:lnTo>
                    <a:pt x="0" y="743"/>
                  </a:lnTo>
                  <a:lnTo>
                    <a:pt x="0" y="670"/>
                  </a:lnTo>
                  <a:lnTo>
                    <a:pt x="11" y="597"/>
                  </a:lnTo>
                  <a:lnTo>
                    <a:pt x="126" y="316"/>
                  </a:lnTo>
                  <a:lnTo>
                    <a:pt x="157" y="295"/>
                  </a:lnTo>
                  <a:lnTo>
                    <a:pt x="307" y="195"/>
                  </a:lnTo>
                  <a:lnTo>
                    <a:pt x="411" y="126"/>
                  </a:lnTo>
                  <a:lnTo>
                    <a:pt x="525" y="77"/>
                  </a:lnTo>
                  <a:lnTo>
                    <a:pt x="693" y="4"/>
                  </a:lnTo>
                  <a:lnTo>
                    <a:pt x="749" y="0"/>
                  </a:lnTo>
                  <a:lnTo>
                    <a:pt x="852" y="104"/>
                  </a:lnTo>
                  <a:lnTo>
                    <a:pt x="926" y="156"/>
                  </a:lnTo>
                  <a:lnTo>
                    <a:pt x="944" y="1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9297119" y="1684807"/>
              <a:ext cx="622" cy="830"/>
            </a:xfrm>
            <a:custGeom>
              <a:avLst/>
              <a:pathLst>
                <a:path w="622" h="830">
                  <a:moveTo>
                    <a:pt x="479" y="694"/>
                  </a:moveTo>
                  <a:lnTo>
                    <a:pt x="429" y="764"/>
                  </a:lnTo>
                  <a:lnTo>
                    <a:pt x="401" y="777"/>
                  </a:lnTo>
                  <a:lnTo>
                    <a:pt x="258" y="828"/>
                  </a:lnTo>
                  <a:lnTo>
                    <a:pt x="248" y="830"/>
                  </a:lnTo>
                  <a:lnTo>
                    <a:pt x="237" y="827"/>
                  </a:lnTo>
                  <a:lnTo>
                    <a:pt x="190" y="793"/>
                  </a:lnTo>
                  <a:lnTo>
                    <a:pt x="177" y="777"/>
                  </a:lnTo>
                  <a:lnTo>
                    <a:pt x="162" y="760"/>
                  </a:lnTo>
                  <a:lnTo>
                    <a:pt x="136" y="734"/>
                  </a:lnTo>
                  <a:lnTo>
                    <a:pt x="110" y="718"/>
                  </a:lnTo>
                  <a:lnTo>
                    <a:pt x="80" y="709"/>
                  </a:lnTo>
                  <a:lnTo>
                    <a:pt x="37" y="711"/>
                  </a:lnTo>
                  <a:lnTo>
                    <a:pt x="22" y="711"/>
                  </a:lnTo>
                  <a:lnTo>
                    <a:pt x="0" y="665"/>
                  </a:lnTo>
                  <a:lnTo>
                    <a:pt x="0" y="639"/>
                  </a:lnTo>
                  <a:lnTo>
                    <a:pt x="1" y="619"/>
                  </a:lnTo>
                  <a:lnTo>
                    <a:pt x="12" y="591"/>
                  </a:lnTo>
                  <a:lnTo>
                    <a:pt x="21" y="574"/>
                  </a:lnTo>
                  <a:lnTo>
                    <a:pt x="64" y="563"/>
                  </a:lnTo>
                  <a:lnTo>
                    <a:pt x="94" y="556"/>
                  </a:lnTo>
                  <a:lnTo>
                    <a:pt x="140" y="534"/>
                  </a:lnTo>
                  <a:lnTo>
                    <a:pt x="173" y="511"/>
                  </a:lnTo>
                  <a:lnTo>
                    <a:pt x="188" y="487"/>
                  </a:lnTo>
                  <a:lnTo>
                    <a:pt x="178" y="397"/>
                  </a:lnTo>
                  <a:lnTo>
                    <a:pt x="193" y="210"/>
                  </a:lnTo>
                  <a:lnTo>
                    <a:pt x="195" y="198"/>
                  </a:lnTo>
                  <a:lnTo>
                    <a:pt x="207" y="156"/>
                  </a:lnTo>
                  <a:lnTo>
                    <a:pt x="210" y="147"/>
                  </a:lnTo>
                  <a:lnTo>
                    <a:pt x="234" y="96"/>
                  </a:lnTo>
                  <a:lnTo>
                    <a:pt x="243" y="83"/>
                  </a:lnTo>
                  <a:lnTo>
                    <a:pt x="377" y="2"/>
                  </a:lnTo>
                  <a:lnTo>
                    <a:pt x="397" y="0"/>
                  </a:lnTo>
                  <a:lnTo>
                    <a:pt x="440" y="7"/>
                  </a:lnTo>
                  <a:lnTo>
                    <a:pt x="447" y="25"/>
                  </a:lnTo>
                  <a:lnTo>
                    <a:pt x="496" y="147"/>
                  </a:lnTo>
                  <a:lnTo>
                    <a:pt x="544" y="185"/>
                  </a:lnTo>
                  <a:lnTo>
                    <a:pt x="607" y="203"/>
                  </a:lnTo>
                  <a:lnTo>
                    <a:pt x="619" y="213"/>
                  </a:lnTo>
                  <a:lnTo>
                    <a:pt x="622" y="233"/>
                  </a:lnTo>
                  <a:lnTo>
                    <a:pt x="622" y="252"/>
                  </a:lnTo>
                  <a:lnTo>
                    <a:pt x="607" y="340"/>
                  </a:lnTo>
                  <a:lnTo>
                    <a:pt x="596" y="370"/>
                  </a:lnTo>
                  <a:lnTo>
                    <a:pt x="488" y="674"/>
                  </a:lnTo>
                  <a:lnTo>
                    <a:pt x="485" y="682"/>
                  </a:lnTo>
                  <a:lnTo>
                    <a:pt x="479" y="69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9298904" y="1684089"/>
              <a:ext cx="3370" cy="4858"/>
            </a:xfrm>
            <a:custGeom>
              <a:avLst/>
              <a:pathLst>
                <a:path w="3370" h="4858">
                  <a:moveTo>
                    <a:pt x="807" y="111"/>
                  </a:moveTo>
                  <a:lnTo>
                    <a:pt x="975" y="226"/>
                  </a:lnTo>
                  <a:lnTo>
                    <a:pt x="1415" y="274"/>
                  </a:lnTo>
                  <a:lnTo>
                    <a:pt x="1460" y="279"/>
                  </a:lnTo>
                  <a:lnTo>
                    <a:pt x="1646" y="369"/>
                  </a:lnTo>
                  <a:lnTo>
                    <a:pt x="1817" y="641"/>
                  </a:lnTo>
                  <a:lnTo>
                    <a:pt x="1846" y="701"/>
                  </a:lnTo>
                  <a:lnTo>
                    <a:pt x="1852" y="726"/>
                  </a:lnTo>
                  <a:lnTo>
                    <a:pt x="1862" y="811"/>
                  </a:lnTo>
                  <a:lnTo>
                    <a:pt x="1869" y="888"/>
                  </a:lnTo>
                  <a:lnTo>
                    <a:pt x="1871" y="911"/>
                  </a:lnTo>
                  <a:lnTo>
                    <a:pt x="1882" y="955"/>
                  </a:lnTo>
                  <a:lnTo>
                    <a:pt x="1905" y="1007"/>
                  </a:lnTo>
                  <a:lnTo>
                    <a:pt x="1946" y="1052"/>
                  </a:lnTo>
                  <a:lnTo>
                    <a:pt x="1994" y="1091"/>
                  </a:lnTo>
                  <a:lnTo>
                    <a:pt x="2042" y="1122"/>
                  </a:lnTo>
                  <a:lnTo>
                    <a:pt x="2114" y="1158"/>
                  </a:lnTo>
                  <a:lnTo>
                    <a:pt x="2138" y="1204"/>
                  </a:lnTo>
                  <a:lnTo>
                    <a:pt x="2106" y="1343"/>
                  </a:lnTo>
                  <a:lnTo>
                    <a:pt x="2091" y="1408"/>
                  </a:lnTo>
                  <a:lnTo>
                    <a:pt x="2039" y="1446"/>
                  </a:lnTo>
                  <a:lnTo>
                    <a:pt x="1920" y="1532"/>
                  </a:lnTo>
                  <a:lnTo>
                    <a:pt x="1887" y="1576"/>
                  </a:lnTo>
                  <a:lnTo>
                    <a:pt x="1849" y="1652"/>
                  </a:lnTo>
                  <a:lnTo>
                    <a:pt x="1844" y="1662"/>
                  </a:lnTo>
                  <a:lnTo>
                    <a:pt x="1841" y="1703"/>
                  </a:lnTo>
                  <a:lnTo>
                    <a:pt x="1849" y="1806"/>
                  </a:lnTo>
                  <a:lnTo>
                    <a:pt x="1861" y="1848"/>
                  </a:lnTo>
                  <a:lnTo>
                    <a:pt x="1918" y="1959"/>
                  </a:lnTo>
                  <a:lnTo>
                    <a:pt x="1961" y="2037"/>
                  </a:lnTo>
                  <a:lnTo>
                    <a:pt x="1982" y="2052"/>
                  </a:lnTo>
                  <a:lnTo>
                    <a:pt x="2018" y="2063"/>
                  </a:lnTo>
                  <a:lnTo>
                    <a:pt x="2071" y="2076"/>
                  </a:lnTo>
                  <a:lnTo>
                    <a:pt x="2101" y="2075"/>
                  </a:lnTo>
                  <a:lnTo>
                    <a:pt x="2495" y="2042"/>
                  </a:lnTo>
                  <a:lnTo>
                    <a:pt x="2557" y="2120"/>
                  </a:lnTo>
                  <a:lnTo>
                    <a:pt x="2919" y="2749"/>
                  </a:lnTo>
                  <a:lnTo>
                    <a:pt x="3332" y="3431"/>
                  </a:lnTo>
                  <a:lnTo>
                    <a:pt x="3370" y="3513"/>
                  </a:lnTo>
                  <a:lnTo>
                    <a:pt x="3321" y="3631"/>
                  </a:lnTo>
                  <a:lnTo>
                    <a:pt x="3254" y="3686"/>
                  </a:lnTo>
                  <a:lnTo>
                    <a:pt x="3218" y="3712"/>
                  </a:lnTo>
                  <a:lnTo>
                    <a:pt x="3199" y="3727"/>
                  </a:lnTo>
                  <a:lnTo>
                    <a:pt x="3185" y="3738"/>
                  </a:lnTo>
                  <a:lnTo>
                    <a:pt x="3181" y="3742"/>
                  </a:lnTo>
                  <a:lnTo>
                    <a:pt x="3170" y="3755"/>
                  </a:lnTo>
                  <a:lnTo>
                    <a:pt x="3156" y="3777"/>
                  </a:lnTo>
                  <a:lnTo>
                    <a:pt x="3145" y="3815"/>
                  </a:lnTo>
                  <a:lnTo>
                    <a:pt x="3104" y="3978"/>
                  </a:lnTo>
                  <a:lnTo>
                    <a:pt x="3100" y="4003"/>
                  </a:lnTo>
                  <a:lnTo>
                    <a:pt x="3104" y="4061"/>
                  </a:lnTo>
                  <a:lnTo>
                    <a:pt x="3122" y="4131"/>
                  </a:lnTo>
                  <a:lnTo>
                    <a:pt x="3149" y="4191"/>
                  </a:lnTo>
                  <a:lnTo>
                    <a:pt x="3176" y="4303"/>
                  </a:lnTo>
                  <a:lnTo>
                    <a:pt x="3216" y="4400"/>
                  </a:lnTo>
                  <a:lnTo>
                    <a:pt x="3271" y="4548"/>
                  </a:lnTo>
                  <a:lnTo>
                    <a:pt x="3289" y="4593"/>
                  </a:lnTo>
                  <a:lnTo>
                    <a:pt x="3298" y="4606"/>
                  </a:lnTo>
                  <a:lnTo>
                    <a:pt x="3315" y="4630"/>
                  </a:lnTo>
                  <a:lnTo>
                    <a:pt x="3322" y="4657"/>
                  </a:lnTo>
                  <a:lnTo>
                    <a:pt x="3352" y="4791"/>
                  </a:lnTo>
                  <a:lnTo>
                    <a:pt x="3342" y="4817"/>
                  </a:lnTo>
                  <a:lnTo>
                    <a:pt x="3117" y="4858"/>
                  </a:lnTo>
                  <a:lnTo>
                    <a:pt x="2999" y="4825"/>
                  </a:lnTo>
                  <a:lnTo>
                    <a:pt x="2949" y="4808"/>
                  </a:lnTo>
                  <a:lnTo>
                    <a:pt x="2910" y="4792"/>
                  </a:lnTo>
                  <a:lnTo>
                    <a:pt x="2876" y="4773"/>
                  </a:lnTo>
                  <a:lnTo>
                    <a:pt x="2790" y="4723"/>
                  </a:lnTo>
                  <a:lnTo>
                    <a:pt x="2771" y="4708"/>
                  </a:lnTo>
                  <a:lnTo>
                    <a:pt x="2737" y="4680"/>
                  </a:lnTo>
                  <a:lnTo>
                    <a:pt x="2701" y="4645"/>
                  </a:lnTo>
                  <a:lnTo>
                    <a:pt x="2492" y="4338"/>
                  </a:lnTo>
                  <a:lnTo>
                    <a:pt x="2416" y="4227"/>
                  </a:lnTo>
                  <a:lnTo>
                    <a:pt x="2321" y="4095"/>
                  </a:lnTo>
                  <a:lnTo>
                    <a:pt x="1958" y="4116"/>
                  </a:lnTo>
                  <a:lnTo>
                    <a:pt x="1891" y="4120"/>
                  </a:lnTo>
                  <a:lnTo>
                    <a:pt x="1745" y="4048"/>
                  </a:lnTo>
                  <a:lnTo>
                    <a:pt x="1544" y="3948"/>
                  </a:lnTo>
                  <a:lnTo>
                    <a:pt x="1512" y="3873"/>
                  </a:lnTo>
                  <a:lnTo>
                    <a:pt x="1509" y="3862"/>
                  </a:lnTo>
                  <a:lnTo>
                    <a:pt x="1511" y="3854"/>
                  </a:lnTo>
                  <a:lnTo>
                    <a:pt x="1520" y="3827"/>
                  </a:lnTo>
                  <a:lnTo>
                    <a:pt x="1533" y="3811"/>
                  </a:lnTo>
                  <a:lnTo>
                    <a:pt x="1548" y="3800"/>
                  </a:lnTo>
                  <a:lnTo>
                    <a:pt x="1571" y="3786"/>
                  </a:lnTo>
                  <a:lnTo>
                    <a:pt x="1576" y="3786"/>
                  </a:lnTo>
                  <a:lnTo>
                    <a:pt x="1618" y="3782"/>
                  </a:lnTo>
                  <a:lnTo>
                    <a:pt x="1716" y="3770"/>
                  </a:lnTo>
                  <a:lnTo>
                    <a:pt x="1843" y="3738"/>
                  </a:lnTo>
                  <a:lnTo>
                    <a:pt x="1969" y="3647"/>
                  </a:lnTo>
                  <a:lnTo>
                    <a:pt x="1983" y="3633"/>
                  </a:lnTo>
                  <a:lnTo>
                    <a:pt x="1993" y="3606"/>
                  </a:lnTo>
                  <a:lnTo>
                    <a:pt x="2005" y="3528"/>
                  </a:lnTo>
                  <a:lnTo>
                    <a:pt x="2004" y="3481"/>
                  </a:lnTo>
                  <a:lnTo>
                    <a:pt x="1990" y="3404"/>
                  </a:lnTo>
                  <a:lnTo>
                    <a:pt x="1932" y="3250"/>
                  </a:lnTo>
                  <a:lnTo>
                    <a:pt x="1922" y="3223"/>
                  </a:lnTo>
                  <a:lnTo>
                    <a:pt x="1807" y="2918"/>
                  </a:lnTo>
                  <a:lnTo>
                    <a:pt x="1699" y="2736"/>
                  </a:lnTo>
                  <a:lnTo>
                    <a:pt x="1684" y="2684"/>
                  </a:lnTo>
                  <a:lnTo>
                    <a:pt x="1691" y="2687"/>
                  </a:lnTo>
                  <a:lnTo>
                    <a:pt x="1708" y="2575"/>
                  </a:lnTo>
                  <a:lnTo>
                    <a:pt x="1766" y="2450"/>
                  </a:lnTo>
                  <a:lnTo>
                    <a:pt x="1917" y="2315"/>
                  </a:lnTo>
                  <a:lnTo>
                    <a:pt x="1926" y="2310"/>
                  </a:lnTo>
                  <a:lnTo>
                    <a:pt x="1986" y="2259"/>
                  </a:lnTo>
                  <a:lnTo>
                    <a:pt x="2011" y="2234"/>
                  </a:lnTo>
                  <a:lnTo>
                    <a:pt x="2019" y="2195"/>
                  </a:lnTo>
                  <a:lnTo>
                    <a:pt x="2003" y="2115"/>
                  </a:lnTo>
                  <a:lnTo>
                    <a:pt x="1963" y="2075"/>
                  </a:lnTo>
                  <a:lnTo>
                    <a:pt x="1931" y="2023"/>
                  </a:lnTo>
                  <a:lnTo>
                    <a:pt x="1876" y="1928"/>
                  </a:lnTo>
                  <a:lnTo>
                    <a:pt x="1864" y="1902"/>
                  </a:lnTo>
                  <a:lnTo>
                    <a:pt x="1842" y="1856"/>
                  </a:lnTo>
                  <a:lnTo>
                    <a:pt x="1826" y="1806"/>
                  </a:lnTo>
                  <a:lnTo>
                    <a:pt x="1820" y="1731"/>
                  </a:lnTo>
                  <a:lnTo>
                    <a:pt x="1819" y="1666"/>
                  </a:lnTo>
                  <a:lnTo>
                    <a:pt x="1818" y="1610"/>
                  </a:lnTo>
                  <a:lnTo>
                    <a:pt x="1812" y="1581"/>
                  </a:lnTo>
                  <a:lnTo>
                    <a:pt x="1801" y="1568"/>
                  </a:lnTo>
                  <a:lnTo>
                    <a:pt x="1676" y="1498"/>
                  </a:lnTo>
                  <a:lnTo>
                    <a:pt x="1620" y="1467"/>
                  </a:lnTo>
                  <a:lnTo>
                    <a:pt x="1589" y="1453"/>
                  </a:lnTo>
                  <a:lnTo>
                    <a:pt x="1488" y="1413"/>
                  </a:lnTo>
                  <a:lnTo>
                    <a:pt x="1478" y="1411"/>
                  </a:lnTo>
                  <a:lnTo>
                    <a:pt x="1431" y="1421"/>
                  </a:lnTo>
                  <a:lnTo>
                    <a:pt x="1350" y="1425"/>
                  </a:lnTo>
                  <a:lnTo>
                    <a:pt x="1209" y="1429"/>
                  </a:lnTo>
                  <a:lnTo>
                    <a:pt x="1181" y="1429"/>
                  </a:lnTo>
                  <a:lnTo>
                    <a:pt x="1132" y="1416"/>
                  </a:lnTo>
                  <a:lnTo>
                    <a:pt x="1107" y="1409"/>
                  </a:lnTo>
                  <a:lnTo>
                    <a:pt x="530" y="1076"/>
                  </a:lnTo>
                  <a:lnTo>
                    <a:pt x="507" y="1061"/>
                  </a:lnTo>
                  <a:lnTo>
                    <a:pt x="489" y="1046"/>
                  </a:lnTo>
                  <a:lnTo>
                    <a:pt x="470" y="1025"/>
                  </a:lnTo>
                  <a:lnTo>
                    <a:pt x="457" y="981"/>
                  </a:lnTo>
                  <a:lnTo>
                    <a:pt x="355" y="645"/>
                  </a:lnTo>
                  <a:lnTo>
                    <a:pt x="349" y="639"/>
                  </a:lnTo>
                  <a:lnTo>
                    <a:pt x="205" y="482"/>
                  </a:lnTo>
                  <a:lnTo>
                    <a:pt x="164" y="438"/>
                  </a:lnTo>
                  <a:lnTo>
                    <a:pt x="27" y="289"/>
                  </a:lnTo>
                  <a:lnTo>
                    <a:pt x="0" y="215"/>
                  </a:lnTo>
                  <a:lnTo>
                    <a:pt x="57" y="190"/>
                  </a:lnTo>
                  <a:lnTo>
                    <a:pt x="491" y="1"/>
                  </a:lnTo>
                  <a:lnTo>
                    <a:pt x="498" y="0"/>
                  </a:lnTo>
                  <a:lnTo>
                    <a:pt x="686" y="27"/>
                  </a:lnTo>
                  <a:lnTo>
                    <a:pt x="807" y="1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9309433" y="1682068"/>
              <a:ext cx="748" cy="767"/>
            </a:xfrm>
            <a:custGeom>
              <a:avLst/>
              <a:pathLst>
                <a:path w="748" h="767">
                  <a:moveTo>
                    <a:pt x="481" y="767"/>
                  </a:moveTo>
                  <a:lnTo>
                    <a:pt x="467" y="767"/>
                  </a:lnTo>
                  <a:lnTo>
                    <a:pt x="447" y="762"/>
                  </a:lnTo>
                  <a:lnTo>
                    <a:pt x="342" y="700"/>
                  </a:lnTo>
                  <a:lnTo>
                    <a:pt x="230" y="631"/>
                  </a:lnTo>
                  <a:lnTo>
                    <a:pt x="102" y="521"/>
                  </a:lnTo>
                  <a:lnTo>
                    <a:pt x="81" y="491"/>
                  </a:lnTo>
                  <a:lnTo>
                    <a:pt x="45" y="440"/>
                  </a:lnTo>
                  <a:lnTo>
                    <a:pt x="42" y="293"/>
                  </a:lnTo>
                  <a:lnTo>
                    <a:pt x="41" y="254"/>
                  </a:lnTo>
                  <a:lnTo>
                    <a:pt x="36" y="226"/>
                  </a:lnTo>
                  <a:lnTo>
                    <a:pt x="23" y="150"/>
                  </a:lnTo>
                  <a:lnTo>
                    <a:pt x="15" y="107"/>
                  </a:lnTo>
                  <a:lnTo>
                    <a:pt x="7" y="67"/>
                  </a:lnTo>
                  <a:lnTo>
                    <a:pt x="2" y="46"/>
                  </a:lnTo>
                  <a:lnTo>
                    <a:pt x="0" y="31"/>
                  </a:lnTo>
                  <a:lnTo>
                    <a:pt x="7" y="14"/>
                  </a:lnTo>
                  <a:lnTo>
                    <a:pt x="15" y="2"/>
                  </a:lnTo>
                  <a:lnTo>
                    <a:pt x="25" y="0"/>
                  </a:lnTo>
                  <a:lnTo>
                    <a:pt x="48" y="4"/>
                  </a:lnTo>
                  <a:lnTo>
                    <a:pt x="441" y="171"/>
                  </a:lnTo>
                  <a:lnTo>
                    <a:pt x="455" y="177"/>
                  </a:lnTo>
                  <a:lnTo>
                    <a:pt x="647" y="272"/>
                  </a:lnTo>
                  <a:lnTo>
                    <a:pt x="684" y="290"/>
                  </a:lnTo>
                  <a:lnTo>
                    <a:pt x="687" y="294"/>
                  </a:lnTo>
                  <a:lnTo>
                    <a:pt x="695" y="303"/>
                  </a:lnTo>
                  <a:lnTo>
                    <a:pt x="699" y="308"/>
                  </a:lnTo>
                  <a:lnTo>
                    <a:pt x="708" y="322"/>
                  </a:lnTo>
                  <a:lnTo>
                    <a:pt x="716" y="351"/>
                  </a:lnTo>
                  <a:lnTo>
                    <a:pt x="743" y="464"/>
                  </a:lnTo>
                  <a:lnTo>
                    <a:pt x="745" y="478"/>
                  </a:lnTo>
                  <a:lnTo>
                    <a:pt x="746" y="498"/>
                  </a:lnTo>
                  <a:lnTo>
                    <a:pt x="748" y="533"/>
                  </a:lnTo>
                  <a:lnTo>
                    <a:pt x="746" y="591"/>
                  </a:lnTo>
                  <a:lnTo>
                    <a:pt x="743" y="631"/>
                  </a:lnTo>
                  <a:lnTo>
                    <a:pt x="738" y="654"/>
                  </a:lnTo>
                  <a:lnTo>
                    <a:pt x="715" y="685"/>
                  </a:lnTo>
                  <a:lnTo>
                    <a:pt x="699" y="702"/>
                  </a:lnTo>
                  <a:lnTo>
                    <a:pt x="671" y="717"/>
                  </a:lnTo>
                  <a:lnTo>
                    <a:pt x="647" y="730"/>
                  </a:lnTo>
                  <a:lnTo>
                    <a:pt x="609" y="743"/>
                  </a:lnTo>
                  <a:lnTo>
                    <a:pt x="481" y="76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9296877" y="1676827"/>
              <a:ext cx="395" cy="493"/>
            </a:xfrm>
            <a:custGeom>
              <a:avLst/>
              <a:pathLst>
                <a:path w="395" h="493">
                  <a:moveTo>
                    <a:pt x="127" y="487"/>
                  </a:moveTo>
                  <a:lnTo>
                    <a:pt x="89" y="493"/>
                  </a:lnTo>
                  <a:lnTo>
                    <a:pt x="82" y="488"/>
                  </a:lnTo>
                  <a:lnTo>
                    <a:pt x="66" y="474"/>
                  </a:lnTo>
                  <a:lnTo>
                    <a:pt x="47" y="453"/>
                  </a:lnTo>
                  <a:lnTo>
                    <a:pt x="0" y="364"/>
                  </a:lnTo>
                  <a:lnTo>
                    <a:pt x="0" y="358"/>
                  </a:lnTo>
                  <a:lnTo>
                    <a:pt x="3" y="352"/>
                  </a:lnTo>
                  <a:lnTo>
                    <a:pt x="135" y="129"/>
                  </a:lnTo>
                  <a:lnTo>
                    <a:pt x="199" y="48"/>
                  </a:lnTo>
                  <a:lnTo>
                    <a:pt x="227" y="16"/>
                  </a:lnTo>
                  <a:lnTo>
                    <a:pt x="261" y="0"/>
                  </a:lnTo>
                  <a:lnTo>
                    <a:pt x="270" y="4"/>
                  </a:lnTo>
                  <a:lnTo>
                    <a:pt x="290" y="17"/>
                  </a:lnTo>
                  <a:lnTo>
                    <a:pt x="297" y="28"/>
                  </a:lnTo>
                  <a:lnTo>
                    <a:pt x="310" y="52"/>
                  </a:lnTo>
                  <a:lnTo>
                    <a:pt x="393" y="233"/>
                  </a:lnTo>
                  <a:lnTo>
                    <a:pt x="395" y="237"/>
                  </a:lnTo>
                  <a:lnTo>
                    <a:pt x="390" y="273"/>
                  </a:lnTo>
                  <a:lnTo>
                    <a:pt x="388" y="280"/>
                  </a:lnTo>
                  <a:lnTo>
                    <a:pt x="384" y="303"/>
                  </a:lnTo>
                  <a:lnTo>
                    <a:pt x="371" y="329"/>
                  </a:lnTo>
                  <a:lnTo>
                    <a:pt x="357" y="350"/>
                  </a:lnTo>
                  <a:lnTo>
                    <a:pt x="347" y="363"/>
                  </a:lnTo>
                  <a:lnTo>
                    <a:pt x="332" y="376"/>
                  </a:lnTo>
                  <a:lnTo>
                    <a:pt x="299" y="405"/>
                  </a:lnTo>
                  <a:lnTo>
                    <a:pt x="288" y="421"/>
                  </a:lnTo>
                  <a:lnTo>
                    <a:pt x="170" y="476"/>
                  </a:lnTo>
                  <a:lnTo>
                    <a:pt x="147" y="479"/>
                  </a:lnTo>
                  <a:lnTo>
                    <a:pt x="142" y="484"/>
                  </a:lnTo>
                  <a:lnTo>
                    <a:pt x="127" y="48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9301234" y="1674128"/>
              <a:ext cx="1888" cy="2049"/>
            </a:xfrm>
            <a:custGeom>
              <a:avLst/>
              <a:pathLst>
                <a:path w="1888" h="2049">
                  <a:moveTo>
                    <a:pt x="719" y="1444"/>
                  </a:moveTo>
                  <a:lnTo>
                    <a:pt x="746" y="1449"/>
                  </a:lnTo>
                  <a:lnTo>
                    <a:pt x="774" y="1448"/>
                  </a:lnTo>
                  <a:lnTo>
                    <a:pt x="804" y="1439"/>
                  </a:lnTo>
                  <a:lnTo>
                    <a:pt x="1005" y="1381"/>
                  </a:lnTo>
                  <a:lnTo>
                    <a:pt x="1113" y="1385"/>
                  </a:lnTo>
                  <a:lnTo>
                    <a:pt x="1193" y="1387"/>
                  </a:lnTo>
                  <a:lnTo>
                    <a:pt x="1375" y="1393"/>
                  </a:lnTo>
                  <a:lnTo>
                    <a:pt x="1390" y="1393"/>
                  </a:lnTo>
                  <a:lnTo>
                    <a:pt x="1470" y="1429"/>
                  </a:lnTo>
                  <a:lnTo>
                    <a:pt x="1481" y="1441"/>
                  </a:lnTo>
                  <a:lnTo>
                    <a:pt x="1607" y="1584"/>
                  </a:lnTo>
                  <a:lnTo>
                    <a:pt x="1784" y="1749"/>
                  </a:lnTo>
                  <a:lnTo>
                    <a:pt x="1888" y="1864"/>
                  </a:lnTo>
                  <a:lnTo>
                    <a:pt x="1858" y="1995"/>
                  </a:lnTo>
                  <a:lnTo>
                    <a:pt x="1511" y="2020"/>
                  </a:lnTo>
                  <a:lnTo>
                    <a:pt x="1313" y="2036"/>
                  </a:lnTo>
                  <a:lnTo>
                    <a:pt x="1251" y="2026"/>
                  </a:lnTo>
                  <a:lnTo>
                    <a:pt x="1112" y="2004"/>
                  </a:lnTo>
                  <a:lnTo>
                    <a:pt x="984" y="1969"/>
                  </a:lnTo>
                  <a:lnTo>
                    <a:pt x="797" y="1918"/>
                  </a:lnTo>
                  <a:lnTo>
                    <a:pt x="670" y="1941"/>
                  </a:lnTo>
                  <a:lnTo>
                    <a:pt x="394" y="2038"/>
                  </a:lnTo>
                  <a:lnTo>
                    <a:pt x="306" y="2049"/>
                  </a:lnTo>
                  <a:lnTo>
                    <a:pt x="114" y="1985"/>
                  </a:lnTo>
                  <a:lnTo>
                    <a:pt x="85" y="1968"/>
                  </a:lnTo>
                  <a:lnTo>
                    <a:pt x="63" y="1949"/>
                  </a:lnTo>
                  <a:lnTo>
                    <a:pt x="44" y="1929"/>
                  </a:lnTo>
                  <a:lnTo>
                    <a:pt x="18" y="1883"/>
                  </a:lnTo>
                  <a:lnTo>
                    <a:pt x="0" y="1835"/>
                  </a:lnTo>
                  <a:lnTo>
                    <a:pt x="1" y="1766"/>
                  </a:lnTo>
                  <a:lnTo>
                    <a:pt x="8" y="1295"/>
                  </a:lnTo>
                  <a:lnTo>
                    <a:pt x="80" y="931"/>
                  </a:lnTo>
                  <a:lnTo>
                    <a:pt x="93" y="841"/>
                  </a:lnTo>
                  <a:lnTo>
                    <a:pt x="135" y="550"/>
                  </a:lnTo>
                  <a:lnTo>
                    <a:pt x="170" y="306"/>
                  </a:lnTo>
                  <a:lnTo>
                    <a:pt x="203" y="75"/>
                  </a:lnTo>
                  <a:lnTo>
                    <a:pt x="224" y="13"/>
                  </a:lnTo>
                  <a:lnTo>
                    <a:pt x="230" y="5"/>
                  </a:lnTo>
                  <a:lnTo>
                    <a:pt x="238" y="2"/>
                  </a:lnTo>
                  <a:lnTo>
                    <a:pt x="258" y="0"/>
                  </a:lnTo>
                  <a:lnTo>
                    <a:pt x="290" y="2"/>
                  </a:lnTo>
                  <a:lnTo>
                    <a:pt x="315" y="19"/>
                  </a:lnTo>
                  <a:lnTo>
                    <a:pt x="353" y="59"/>
                  </a:lnTo>
                  <a:lnTo>
                    <a:pt x="370" y="87"/>
                  </a:lnTo>
                  <a:lnTo>
                    <a:pt x="381" y="106"/>
                  </a:lnTo>
                  <a:lnTo>
                    <a:pt x="387" y="127"/>
                  </a:lnTo>
                  <a:lnTo>
                    <a:pt x="541" y="480"/>
                  </a:lnTo>
                  <a:lnTo>
                    <a:pt x="639" y="753"/>
                  </a:lnTo>
                  <a:lnTo>
                    <a:pt x="700" y="922"/>
                  </a:lnTo>
                  <a:lnTo>
                    <a:pt x="734" y="1019"/>
                  </a:lnTo>
                  <a:lnTo>
                    <a:pt x="669" y="1047"/>
                  </a:lnTo>
                  <a:lnTo>
                    <a:pt x="554" y="1098"/>
                  </a:lnTo>
                  <a:lnTo>
                    <a:pt x="549" y="1108"/>
                  </a:lnTo>
                  <a:lnTo>
                    <a:pt x="550" y="1129"/>
                  </a:lnTo>
                  <a:lnTo>
                    <a:pt x="550" y="1141"/>
                  </a:lnTo>
                  <a:lnTo>
                    <a:pt x="560" y="1182"/>
                  </a:lnTo>
                  <a:lnTo>
                    <a:pt x="574" y="1233"/>
                  </a:lnTo>
                  <a:lnTo>
                    <a:pt x="580" y="1251"/>
                  </a:lnTo>
                  <a:lnTo>
                    <a:pt x="609" y="1326"/>
                  </a:lnTo>
                  <a:lnTo>
                    <a:pt x="620" y="1350"/>
                  </a:lnTo>
                  <a:lnTo>
                    <a:pt x="623" y="1356"/>
                  </a:lnTo>
                  <a:lnTo>
                    <a:pt x="665" y="1415"/>
                  </a:lnTo>
                  <a:lnTo>
                    <a:pt x="698" y="1439"/>
                  </a:lnTo>
                  <a:lnTo>
                    <a:pt x="719" y="144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9303766" y="1668425"/>
              <a:ext cx="2072" cy="1564"/>
            </a:xfrm>
            <a:custGeom>
              <a:avLst/>
              <a:pathLst>
                <a:path w="2072" h="1564">
                  <a:moveTo>
                    <a:pt x="1796" y="762"/>
                  </a:moveTo>
                  <a:lnTo>
                    <a:pt x="1550" y="887"/>
                  </a:lnTo>
                  <a:lnTo>
                    <a:pt x="1349" y="898"/>
                  </a:lnTo>
                  <a:lnTo>
                    <a:pt x="1021" y="859"/>
                  </a:lnTo>
                  <a:lnTo>
                    <a:pt x="917" y="846"/>
                  </a:lnTo>
                  <a:lnTo>
                    <a:pt x="809" y="950"/>
                  </a:lnTo>
                  <a:lnTo>
                    <a:pt x="666" y="1246"/>
                  </a:lnTo>
                  <a:lnTo>
                    <a:pt x="646" y="1289"/>
                  </a:lnTo>
                  <a:lnTo>
                    <a:pt x="558" y="1404"/>
                  </a:lnTo>
                  <a:lnTo>
                    <a:pt x="304" y="1523"/>
                  </a:lnTo>
                  <a:lnTo>
                    <a:pt x="130" y="1564"/>
                  </a:lnTo>
                  <a:lnTo>
                    <a:pt x="84" y="1551"/>
                  </a:lnTo>
                  <a:lnTo>
                    <a:pt x="75" y="1531"/>
                  </a:lnTo>
                  <a:lnTo>
                    <a:pt x="1" y="1360"/>
                  </a:lnTo>
                  <a:lnTo>
                    <a:pt x="0" y="1349"/>
                  </a:lnTo>
                  <a:lnTo>
                    <a:pt x="3" y="1287"/>
                  </a:lnTo>
                  <a:lnTo>
                    <a:pt x="10" y="1267"/>
                  </a:lnTo>
                  <a:lnTo>
                    <a:pt x="17" y="1249"/>
                  </a:lnTo>
                  <a:lnTo>
                    <a:pt x="33" y="1239"/>
                  </a:lnTo>
                  <a:lnTo>
                    <a:pt x="50" y="1229"/>
                  </a:lnTo>
                  <a:lnTo>
                    <a:pt x="61" y="1225"/>
                  </a:lnTo>
                  <a:lnTo>
                    <a:pt x="95" y="1209"/>
                  </a:lnTo>
                  <a:lnTo>
                    <a:pt x="101" y="1207"/>
                  </a:lnTo>
                  <a:lnTo>
                    <a:pt x="236" y="1110"/>
                  </a:lnTo>
                  <a:lnTo>
                    <a:pt x="434" y="969"/>
                  </a:lnTo>
                  <a:lnTo>
                    <a:pt x="522" y="907"/>
                  </a:lnTo>
                  <a:lnTo>
                    <a:pt x="542" y="879"/>
                  </a:lnTo>
                  <a:lnTo>
                    <a:pt x="553" y="843"/>
                  </a:lnTo>
                  <a:lnTo>
                    <a:pt x="557" y="817"/>
                  </a:lnTo>
                  <a:lnTo>
                    <a:pt x="554" y="793"/>
                  </a:lnTo>
                  <a:lnTo>
                    <a:pt x="550" y="774"/>
                  </a:lnTo>
                  <a:lnTo>
                    <a:pt x="527" y="738"/>
                  </a:lnTo>
                  <a:lnTo>
                    <a:pt x="512" y="718"/>
                  </a:lnTo>
                  <a:lnTo>
                    <a:pt x="491" y="708"/>
                  </a:lnTo>
                  <a:lnTo>
                    <a:pt x="475" y="707"/>
                  </a:lnTo>
                  <a:lnTo>
                    <a:pt x="435" y="725"/>
                  </a:lnTo>
                  <a:lnTo>
                    <a:pt x="431" y="733"/>
                  </a:lnTo>
                  <a:lnTo>
                    <a:pt x="400" y="737"/>
                  </a:lnTo>
                  <a:lnTo>
                    <a:pt x="383" y="722"/>
                  </a:lnTo>
                  <a:lnTo>
                    <a:pt x="356" y="698"/>
                  </a:lnTo>
                  <a:lnTo>
                    <a:pt x="355" y="678"/>
                  </a:lnTo>
                  <a:lnTo>
                    <a:pt x="404" y="565"/>
                  </a:lnTo>
                  <a:lnTo>
                    <a:pt x="414" y="540"/>
                  </a:lnTo>
                  <a:lnTo>
                    <a:pt x="520" y="335"/>
                  </a:lnTo>
                  <a:lnTo>
                    <a:pt x="604" y="205"/>
                  </a:lnTo>
                  <a:lnTo>
                    <a:pt x="738" y="172"/>
                  </a:lnTo>
                  <a:lnTo>
                    <a:pt x="961" y="148"/>
                  </a:lnTo>
                  <a:lnTo>
                    <a:pt x="1163" y="86"/>
                  </a:lnTo>
                  <a:lnTo>
                    <a:pt x="1434" y="17"/>
                  </a:lnTo>
                  <a:lnTo>
                    <a:pt x="1485" y="0"/>
                  </a:lnTo>
                  <a:lnTo>
                    <a:pt x="1769" y="80"/>
                  </a:lnTo>
                  <a:lnTo>
                    <a:pt x="1855" y="153"/>
                  </a:lnTo>
                  <a:lnTo>
                    <a:pt x="2031" y="283"/>
                  </a:lnTo>
                  <a:lnTo>
                    <a:pt x="2049" y="302"/>
                  </a:lnTo>
                  <a:lnTo>
                    <a:pt x="2067" y="325"/>
                  </a:lnTo>
                  <a:lnTo>
                    <a:pt x="2072" y="357"/>
                  </a:lnTo>
                  <a:lnTo>
                    <a:pt x="2068" y="365"/>
                  </a:lnTo>
                  <a:lnTo>
                    <a:pt x="1984" y="384"/>
                  </a:lnTo>
                  <a:lnTo>
                    <a:pt x="1956" y="384"/>
                  </a:lnTo>
                  <a:lnTo>
                    <a:pt x="1889" y="432"/>
                  </a:lnTo>
                  <a:lnTo>
                    <a:pt x="1872" y="477"/>
                  </a:lnTo>
                  <a:lnTo>
                    <a:pt x="1872" y="554"/>
                  </a:lnTo>
                  <a:lnTo>
                    <a:pt x="1876" y="584"/>
                  </a:lnTo>
                  <a:lnTo>
                    <a:pt x="1878" y="592"/>
                  </a:lnTo>
                  <a:lnTo>
                    <a:pt x="1884" y="612"/>
                  </a:lnTo>
                  <a:lnTo>
                    <a:pt x="1896" y="634"/>
                  </a:lnTo>
                  <a:lnTo>
                    <a:pt x="1917" y="661"/>
                  </a:lnTo>
                  <a:lnTo>
                    <a:pt x="1924" y="675"/>
                  </a:lnTo>
                  <a:lnTo>
                    <a:pt x="1924" y="681"/>
                  </a:lnTo>
                  <a:lnTo>
                    <a:pt x="1851" y="733"/>
                  </a:lnTo>
                  <a:lnTo>
                    <a:pt x="1796" y="76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9305508" y="1666583"/>
              <a:ext cx="652" cy="936"/>
            </a:xfrm>
            <a:custGeom>
              <a:avLst/>
              <a:pathLst>
                <a:path w="652" h="936">
                  <a:moveTo>
                    <a:pt x="508" y="498"/>
                  </a:moveTo>
                  <a:lnTo>
                    <a:pt x="566" y="517"/>
                  </a:lnTo>
                  <a:lnTo>
                    <a:pt x="624" y="540"/>
                  </a:lnTo>
                  <a:lnTo>
                    <a:pt x="642" y="550"/>
                  </a:lnTo>
                  <a:lnTo>
                    <a:pt x="649" y="565"/>
                  </a:lnTo>
                  <a:lnTo>
                    <a:pt x="652" y="576"/>
                  </a:lnTo>
                  <a:lnTo>
                    <a:pt x="646" y="583"/>
                  </a:lnTo>
                  <a:lnTo>
                    <a:pt x="586" y="643"/>
                  </a:lnTo>
                  <a:lnTo>
                    <a:pt x="566" y="660"/>
                  </a:lnTo>
                  <a:lnTo>
                    <a:pt x="508" y="712"/>
                  </a:lnTo>
                  <a:lnTo>
                    <a:pt x="414" y="763"/>
                  </a:lnTo>
                  <a:lnTo>
                    <a:pt x="341" y="755"/>
                  </a:lnTo>
                  <a:lnTo>
                    <a:pt x="317" y="753"/>
                  </a:lnTo>
                  <a:lnTo>
                    <a:pt x="290" y="758"/>
                  </a:lnTo>
                  <a:lnTo>
                    <a:pt x="264" y="769"/>
                  </a:lnTo>
                  <a:lnTo>
                    <a:pt x="218" y="811"/>
                  </a:lnTo>
                  <a:lnTo>
                    <a:pt x="211" y="818"/>
                  </a:lnTo>
                  <a:lnTo>
                    <a:pt x="190" y="844"/>
                  </a:lnTo>
                  <a:lnTo>
                    <a:pt x="181" y="856"/>
                  </a:lnTo>
                  <a:lnTo>
                    <a:pt x="168" y="875"/>
                  </a:lnTo>
                  <a:lnTo>
                    <a:pt x="154" y="897"/>
                  </a:lnTo>
                  <a:lnTo>
                    <a:pt x="148" y="914"/>
                  </a:lnTo>
                  <a:lnTo>
                    <a:pt x="108" y="928"/>
                  </a:lnTo>
                  <a:lnTo>
                    <a:pt x="46" y="936"/>
                  </a:lnTo>
                  <a:lnTo>
                    <a:pt x="39" y="936"/>
                  </a:lnTo>
                  <a:lnTo>
                    <a:pt x="30" y="933"/>
                  </a:lnTo>
                  <a:lnTo>
                    <a:pt x="22" y="927"/>
                  </a:lnTo>
                  <a:lnTo>
                    <a:pt x="4" y="901"/>
                  </a:lnTo>
                  <a:lnTo>
                    <a:pt x="0" y="892"/>
                  </a:lnTo>
                  <a:lnTo>
                    <a:pt x="0" y="870"/>
                  </a:lnTo>
                  <a:lnTo>
                    <a:pt x="2" y="862"/>
                  </a:lnTo>
                  <a:lnTo>
                    <a:pt x="16" y="836"/>
                  </a:lnTo>
                  <a:lnTo>
                    <a:pt x="74" y="761"/>
                  </a:lnTo>
                  <a:lnTo>
                    <a:pt x="133" y="687"/>
                  </a:lnTo>
                  <a:lnTo>
                    <a:pt x="190" y="622"/>
                  </a:lnTo>
                  <a:lnTo>
                    <a:pt x="210" y="598"/>
                  </a:lnTo>
                  <a:lnTo>
                    <a:pt x="213" y="592"/>
                  </a:lnTo>
                  <a:lnTo>
                    <a:pt x="216" y="543"/>
                  </a:lnTo>
                  <a:lnTo>
                    <a:pt x="208" y="501"/>
                  </a:lnTo>
                  <a:lnTo>
                    <a:pt x="199" y="487"/>
                  </a:lnTo>
                  <a:lnTo>
                    <a:pt x="190" y="475"/>
                  </a:lnTo>
                  <a:lnTo>
                    <a:pt x="177" y="465"/>
                  </a:lnTo>
                  <a:lnTo>
                    <a:pt x="165" y="457"/>
                  </a:lnTo>
                  <a:lnTo>
                    <a:pt x="149" y="452"/>
                  </a:lnTo>
                  <a:lnTo>
                    <a:pt x="138" y="452"/>
                  </a:lnTo>
                  <a:lnTo>
                    <a:pt x="94" y="470"/>
                  </a:lnTo>
                  <a:lnTo>
                    <a:pt x="84" y="478"/>
                  </a:lnTo>
                  <a:lnTo>
                    <a:pt x="35" y="496"/>
                  </a:lnTo>
                  <a:lnTo>
                    <a:pt x="25" y="496"/>
                  </a:lnTo>
                  <a:lnTo>
                    <a:pt x="22" y="490"/>
                  </a:lnTo>
                  <a:lnTo>
                    <a:pt x="15" y="461"/>
                  </a:lnTo>
                  <a:lnTo>
                    <a:pt x="48" y="391"/>
                  </a:lnTo>
                  <a:lnTo>
                    <a:pt x="70" y="367"/>
                  </a:lnTo>
                  <a:lnTo>
                    <a:pt x="78" y="362"/>
                  </a:lnTo>
                  <a:lnTo>
                    <a:pt x="110" y="342"/>
                  </a:lnTo>
                  <a:lnTo>
                    <a:pt x="146" y="310"/>
                  </a:lnTo>
                  <a:lnTo>
                    <a:pt x="168" y="281"/>
                  </a:lnTo>
                  <a:lnTo>
                    <a:pt x="177" y="267"/>
                  </a:lnTo>
                  <a:lnTo>
                    <a:pt x="189" y="241"/>
                  </a:lnTo>
                  <a:lnTo>
                    <a:pt x="188" y="218"/>
                  </a:lnTo>
                  <a:lnTo>
                    <a:pt x="188" y="206"/>
                  </a:lnTo>
                  <a:lnTo>
                    <a:pt x="181" y="124"/>
                  </a:lnTo>
                  <a:lnTo>
                    <a:pt x="175" y="114"/>
                  </a:lnTo>
                  <a:lnTo>
                    <a:pt x="152" y="80"/>
                  </a:lnTo>
                  <a:lnTo>
                    <a:pt x="140" y="62"/>
                  </a:lnTo>
                  <a:lnTo>
                    <a:pt x="119" y="30"/>
                  </a:lnTo>
                  <a:lnTo>
                    <a:pt x="116" y="25"/>
                  </a:lnTo>
                  <a:lnTo>
                    <a:pt x="127" y="18"/>
                  </a:lnTo>
                  <a:lnTo>
                    <a:pt x="149" y="10"/>
                  </a:lnTo>
                  <a:lnTo>
                    <a:pt x="158" y="7"/>
                  </a:lnTo>
                  <a:lnTo>
                    <a:pt x="164" y="5"/>
                  </a:lnTo>
                  <a:lnTo>
                    <a:pt x="182" y="0"/>
                  </a:lnTo>
                  <a:lnTo>
                    <a:pt x="187" y="2"/>
                  </a:lnTo>
                  <a:lnTo>
                    <a:pt x="278" y="96"/>
                  </a:lnTo>
                  <a:lnTo>
                    <a:pt x="394" y="229"/>
                  </a:lnTo>
                  <a:lnTo>
                    <a:pt x="405" y="243"/>
                  </a:lnTo>
                  <a:lnTo>
                    <a:pt x="418" y="263"/>
                  </a:lnTo>
                  <a:lnTo>
                    <a:pt x="418" y="268"/>
                  </a:lnTo>
                  <a:lnTo>
                    <a:pt x="411" y="279"/>
                  </a:lnTo>
                  <a:lnTo>
                    <a:pt x="399" y="294"/>
                  </a:lnTo>
                  <a:lnTo>
                    <a:pt x="394" y="303"/>
                  </a:lnTo>
                  <a:lnTo>
                    <a:pt x="382" y="340"/>
                  </a:lnTo>
                  <a:lnTo>
                    <a:pt x="382" y="349"/>
                  </a:lnTo>
                  <a:lnTo>
                    <a:pt x="389" y="374"/>
                  </a:lnTo>
                  <a:lnTo>
                    <a:pt x="402" y="394"/>
                  </a:lnTo>
                  <a:lnTo>
                    <a:pt x="441" y="454"/>
                  </a:lnTo>
                  <a:lnTo>
                    <a:pt x="480" y="485"/>
                  </a:lnTo>
                  <a:lnTo>
                    <a:pt x="508" y="4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9307903" y="1665772"/>
              <a:ext cx="991" cy="1294"/>
            </a:xfrm>
            <a:custGeom>
              <a:avLst/>
              <a:pathLst>
                <a:path w="991" h="1294">
                  <a:moveTo>
                    <a:pt x="625" y="255"/>
                  </a:moveTo>
                  <a:lnTo>
                    <a:pt x="615" y="294"/>
                  </a:lnTo>
                  <a:lnTo>
                    <a:pt x="569" y="325"/>
                  </a:lnTo>
                  <a:lnTo>
                    <a:pt x="560" y="333"/>
                  </a:lnTo>
                  <a:lnTo>
                    <a:pt x="524" y="371"/>
                  </a:lnTo>
                  <a:lnTo>
                    <a:pt x="458" y="402"/>
                  </a:lnTo>
                  <a:lnTo>
                    <a:pt x="402" y="412"/>
                  </a:lnTo>
                  <a:lnTo>
                    <a:pt x="401" y="522"/>
                  </a:lnTo>
                  <a:lnTo>
                    <a:pt x="402" y="542"/>
                  </a:lnTo>
                  <a:lnTo>
                    <a:pt x="410" y="577"/>
                  </a:lnTo>
                  <a:lnTo>
                    <a:pt x="445" y="614"/>
                  </a:lnTo>
                  <a:lnTo>
                    <a:pt x="454" y="621"/>
                  </a:lnTo>
                  <a:lnTo>
                    <a:pt x="511" y="652"/>
                  </a:lnTo>
                  <a:lnTo>
                    <a:pt x="589" y="639"/>
                  </a:lnTo>
                  <a:lnTo>
                    <a:pt x="624" y="619"/>
                  </a:lnTo>
                  <a:lnTo>
                    <a:pt x="630" y="616"/>
                  </a:lnTo>
                  <a:lnTo>
                    <a:pt x="667" y="597"/>
                  </a:lnTo>
                  <a:lnTo>
                    <a:pt x="713" y="581"/>
                  </a:lnTo>
                  <a:lnTo>
                    <a:pt x="909" y="474"/>
                  </a:lnTo>
                  <a:lnTo>
                    <a:pt x="949" y="446"/>
                  </a:lnTo>
                  <a:lnTo>
                    <a:pt x="973" y="432"/>
                  </a:lnTo>
                  <a:lnTo>
                    <a:pt x="991" y="430"/>
                  </a:lnTo>
                  <a:lnTo>
                    <a:pt x="989" y="570"/>
                  </a:lnTo>
                  <a:lnTo>
                    <a:pt x="978" y="579"/>
                  </a:lnTo>
                  <a:lnTo>
                    <a:pt x="962" y="583"/>
                  </a:lnTo>
                  <a:lnTo>
                    <a:pt x="951" y="585"/>
                  </a:lnTo>
                  <a:lnTo>
                    <a:pt x="940" y="579"/>
                  </a:lnTo>
                  <a:lnTo>
                    <a:pt x="889" y="567"/>
                  </a:lnTo>
                  <a:lnTo>
                    <a:pt x="858" y="568"/>
                  </a:lnTo>
                  <a:lnTo>
                    <a:pt x="754" y="603"/>
                  </a:lnTo>
                  <a:lnTo>
                    <a:pt x="732" y="621"/>
                  </a:lnTo>
                  <a:lnTo>
                    <a:pt x="707" y="654"/>
                  </a:lnTo>
                  <a:lnTo>
                    <a:pt x="692" y="683"/>
                  </a:lnTo>
                  <a:lnTo>
                    <a:pt x="681" y="705"/>
                  </a:lnTo>
                  <a:lnTo>
                    <a:pt x="678" y="713"/>
                  </a:lnTo>
                  <a:lnTo>
                    <a:pt x="674" y="724"/>
                  </a:lnTo>
                  <a:lnTo>
                    <a:pt x="667" y="743"/>
                  </a:lnTo>
                  <a:lnTo>
                    <a:pt x="660" y="764"/>
                  </a:lnTo>
                  <a:lnTo>
                    <a:pt x="660" y="808"/>
                  </a:lnTo>
                  <a:lnTo>
                    <a:pt x="673" y="916"/>
                  </a:lnTo>
                  <a:lnTo>
                    <a:pt x="754" y="1036"/>
                  </a:lnTo>
                  <a:lnTo>
                    <a:pt x="812" y="1073"/>
                  </a:lnTo>
                  <a:lnTo>
                    <a:pt x="918" y="1165"/>
                  </a:lnTo>
                  <a:lnTo>
                    <a:pt x="977" y="1208"/>
                  </a:lnTo>
                  <a:lnTo>
                    <a:pt x="977" y="1216"/>
                  </a:lnTo>
                  <a:lnTo>
                    <a:pt x="938" y="1283"/>
                  </a:lnTo>
                  <a:lnTo>
                    <a:pt x="933" y="1287"/>
                  </a:lnTo>
                  <a:lnTo>
                    <a:pt x="922" y="1292"/>
                  </a:lnTo>
                  <a:lnTo>
                    <a:pt x="910" y="1292"/>
                  </a:lnTo>
                  <a:lnTo>
                    <a:pt x="860" y="1294"/>
                  </a:lnTo>
                  <a:lnTo>
                    <a:pt x="835" y="1291"/>
                  </a:lnTo>
                  <a:lnTo>
                    <a:pt x="827" y="1283"/>
                  </a:lnTo>
                  <a:lnTo>
                    <a:pt x="765" y="1214"/>
                  </a:lnTo>
                  <a:lnTo>
                    <a:pt x="752" y="1195"/>
                  </a:lnTo>
                  <a:lnTo>
                    <a:pt x="719" y="1139"/>
                  </a:lnTo>
                  <a:lnTo>
                    <a:pt x="699" y="1099"/>
                  </a:lnTo>
                  <a:lnTo>
                    <a:pt x="679" y="1062"/>
                  </a:lnTo>
                  <a:lnTo>
                    <a:pt x="662" y="1039"/>
                  </a:lnTo>
                  <a:lnTo>
                    <a:pt x="649" y="1025"/>
                  </a:lnTo>
                  <a:lnTo>
                    <a:pt x="611" y="1004"/>
                  </a:lnTo>
                  <a:lnTo>
                    <a:pt x="570" y="988"/>
                  </a:lnTo>
                  <a:lnTo>
                    <a:pt x="535" y="983"/>
                  </a:lnTo>
                  <a:lnTo>
                    <a:pt x="467" y="970"/>
                  </a:lnTo>
                  <a:lnTo>
                    <a:pt x="421" y="900"/>
                  </a:lnTo>
                  <a:lnTo>
                    <a:pt x="356" y="812"/>
                  </a:lnTo>
                  <a:lnTo>
                    <a:pt x="283" y="702"/>
                  </a:lnTo>
                  <a:lnTo>
                    <a:pt x="261" y="675"/>
                  </a:lnTo>
                  <a:lnTo>
                    <a:pt x="193" y="626"/>
                  </a:lnTo>
                  <a:lnTo>
                    <a:pt x="94" y="556"/>
                  </a:lnTo>
                  <a:lnTo>
                    <a:pt x="89" y="547"/>
                  </a:lnTo>
                  <a:lnTo>
                    <a:pt x="77" y="525"/>
                  </a:lnTo>
                  <a:lnTo>
                    <a:pt x="50" y="474"/>
                  </a:lnTo>
                  <a:lnTo>
                    <a:pt x="41" y="453"/>
                  </a:lnTo>
                  <a:lnTo>
                    <a:pt x="35" y="438"/>
                  </a:lnTo>
                  <a:lnTo>
                    <a:pt x="0" y="349"/>
                  </a:lnTo>
                  <a:lnTo>
                    <a:pt x="18" y="305"/>
                  </a:lnTo>
                  <a:lnTo>
                    <a:pt x="85" y="151"/>
                  </a:lnTo>
                  <a:lnTo>
                    <a:pt x="101" y="135"/>
                  </a:lnTo>
                  <a:lnTo>
                    <a:pt x="129" y="132"/>
                  </a:lnTo>
                  <a:lnTo>
                    <a:pt x="319" y="116"/>
                  </a:lnTo>
                  <a:lnTo>
                    <a:pt x="345" y="115"/>
                  </a:lnTo>
                  <a:lnTo>
                    <a:pt x="368" y="126"/>
                  </a:lnTo>
                  <a:lnTo>
                    <a:pt x="368" y="134"/>
                  </a:lnTo>
                  <a:lnTo>
                    <a:pt x="355" y="155"/>
                  </a:lnTo>
                  <a:lnTo>
                    <a:pt x="342" y="171"/>
                  </a:lnTo>
                  <a:lnTo>
                    <a:pt x="342" y="193"/>
                  </a:lnTo>
                  <a:lnTo>
                    <a:pt x="366" y="217"/>
                  </a:lnTo>
                  <a:lnTo>
                    <a:pt x="389" y="225"/>
                  </a:lnTo>
                  <a:lnTo>
                    <a:pt x="409" y="230"/>
                  </a:lnTo>
                  <a:lnTo>
                    <a:pt x="464" y="219"/>
                  </a:lnTo>
                  <a:lnTo>
                    <a:pt x="529" y="196"/>
                  </a:lnTo>
                  <a:lnTo>
                    <a:pt x="544" y="189"/>
                  </a:lnTo>
                  <a:lnTo>
                    <a:pt x="550" y="180"/>
                  </a:lnTo>
                  <a:lnTo>
                    <a:pt x="571" y="113"/>
                  </a:lnTo>
                  <a:lnTo>
                    <a:pt x="574" y="95"/>
                  </a:lnTo>
                  <a:lnTo>
                    <a:pt x="584" y="84"/>
                  </a:lnTo>
                  <a:lnTo>
                    <a:pt x="639" y="38"/>
                  </a:lnTo>
                  <a:lnTo>
                    <a:pt x="674" y="14"/>
                  </a:lnTo>
                  <a:lnTo>
                    <a:pt x="691" y="3"/>
                  </a:lnTo>
                  <a:lnTo>
                    <a:pt x="701" y="0"/>
                  </a:lnTo>
                  <a:lnTo>
                    <a:pt x="726" y="6"/>
                  </a:lnTo>
                  <a:lnTo>
                    <a:pt x="740" y="27"/>
                  </a:lnTo>
                  <a:lnTo>
                    <a:pt x="753" y="47"/>
                  </a:lnTo>
                  <a:lnTo>
                    <a:pt x="755" y="53"/>
                  </a:lnTo>
                  <a:lnTo>
                    <a:pt x="719" y="91"/>
                  </a:lnTo>
                  <a:lnTo>
                    <a:pt x="688" y="114"/>
                  </a:lnTo>
                  <a:lnTo>
                    <a:pt x="625" y="163"/>
                  </a:lnTo>
                  <a:lnTo>
                    <a:pt x="621" y="168"/>
                  </a:lnTo>
                  <a:lnTo>
                    <a:pt x="614" y="189"/>
                  </a:lnTo>
                  <a:lnTo>
                    <a:pt x="614" y="198"/>
                  </a:lnTo>
                  <a:lnTo>
                    <a:pt x="625" y="25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9308045" y="1664416"/>
              <a:ext cx="1405" cy="835"/>
            </a:xfrm>
            <a:custGeom>
              <a:avLst/>
              <a:pathLst>
                <a:path w="1405" h="835">
                  <a:moveTo>
                    <a:pt x="1145" y="411"/>
                  </a:moveTo>
                  <a:lnTo>
                    <a:pt x="1217" y="442"/>
                  </a:lnTo>
                  <a:lnTo>
                    <a:pt x="1289" y="441"/>
                  </a:lnTo>
                  <a:lnTo>
                    <a:pt x="1295" y="441"/>
                  </a:lnTo>
                  <a:lnTo>
                    <a:pt x="1308" y="451"/>
                  </a:lnTo>
                  <a:lnTo>
                    <a:pt x="1405" y="726"/>
                  </a:lnTo>
                  <a:lnTo>
                    <a:pt x="1401" y="735"/>
                  </a:lnTo>
                  <a:lnTo>
                    <a:pt x="1383" y="753"/>
                  </a:lnTo>
                  <a:lnTo>
                    <a:pt x="1346" y="789"/>
                  </a:lnTo>
                  <a:lnTo>
                    <a:pt x="1276" y="789"/>
                  </a:lnTo>
                  <a:lnTo>
                    <a:pt x="1138" y="729"/>
                  </a:lnTo>
                  <a:lnTo>
                    <a:pt x="1026" y="609"/>
                  </a:lnTo>
                  <a:lnTo>
                    <a:pt x="892" y="628"/>
                  </a:lnTo>
                  <a:lnTo>
                    <a:pt x="823" y="638"/>
                  </a:lnTo>
                  <a:lnTo>
                    <a:pt x="489" y="712"/>
                  </a:lnTo>
                  <a:lnTo>
                    <a:pt x="366" y="756"/>
                  </a:lnTo>
                  <a:lnTo>
                    <a:pt x="342" y="768"/>
                  </a:lnTo>
                  <a:lnTo>
                    <a:pt x="246" y="801"/>
                  </a:lnTo>
                  <a:lnTo>
                    <a:pt x="140" y="833"/>
                  </a:lnTo>
                  <a:lnTo>
                    <a:pt x="132" y="835"/>
                  </a:lnTo>
                  <a:lnTo>
                    <a:pt x="93" y="832"/>
                  </a:lnTo>
                  <a:lnTo>
                    <a:pt x="70" y="820"/>
                  </a:lnTo>
                  <a:lnTo>
                    <a:pt x="29" y="798"/>
                  </a:lnTo>
                  <a:lnTo>
                    <a:pt x="1" y="758"/>
                  </a:lnTo>
                  <a:lnTo>
                    <a:pt x="0" y="744"/>
                  </a:lnTo>
                  <a:lnTo>
                    <a:pt x="32" y="578"/>
                  </a:lnTo>
                  <a:lnTo>
                    <a:pt x="37" y="553"/>
                  </a:lnTo>
                  <a:lnTo>
                    <a:pt x="47" y="528"/>
                  </a:lnTo>
                  <a:lnTo>
                    <a:pt x="65" y="498"/>
                  </a:lnTo>
                  <a:lnTo>
                    <a:pt x="73" y="491"/>
                  </a:lnTo>
                  <a:lnTo>
                    <a:pt x="78" y="485"/>
                  </a:lnTo>
                  <a:lnTo>
                    <a:pt x="88" y="479"/>
                  </a:lnTo>
                  <a:lnTo>
                    <a:pt x="161" y="440"/>
                  </a:lnTo>
                  <a:lnTo>
                    <a:pt x="173" y="440"/>
                  </a:lnTo>
                  <a:lnTo>
                    <a:pt x="212" y="451"/>
                  </a:lnTo>
                  <a:lnTo>
                    <a:pt x="281" y="470"/>
                  </a:lnTo>
                  <a:lnTo>
                    <a:pt x="365" y="441"/>
                  </a:lnTo>
                  <a:lnTo>
                    <a:pt x="526" y="347"/>
                  </a:lnTo>
                  <a:lnTo>
                    <a:pt x="554" y="215"/>
                  </a:lnTo>
                  <a:lnTo>
                    <a:pt x="581" y="94"/>
                  </a:lnTo>
                  <a:lnTo>
                    <a:pt x="671" y="24"/>
                  </a:lnTo>
                  <a:lnTo>
                    <a:pt x="799" y="0"/>
                  </a:lnTo>
                  <a:lnTo>
                    <a:pt x="824" y="5"/>
                  </a:lnTo>
                  <a:lnTo>
                    <a:pt x="829" y="6"/>
                  </a:lnTo>
                  <a:lnTo>
                    <a:pt x="894" y="19"/>
                  </a:lnTo>
                  <a:lnTo>
                    <a:pt x="894" y="36"/>
                  </a:lnTo>
                  <a:lnTo>
                    <a:pt x="984" y="284"/>
                  </a:lnTo>
                  <a:lnTo>
                    <a:pt x="988" y="302"/>
                  </a:lnTo>
                  <a:lnTo>
                    <a:pt x="999" y="326"/>
                  </a:lnTo>
                  <a:lnTo>
                    <a:pt x="1024" y="358"/>
                  </a:lnTo>
                  <a:lnTo>
                    <a:pt x="1059" y="375"/>
                  </a:lnTo>
                  <a:lnTo>
                    <a:pt x="1145" y="41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9313445" y="1641521"/>
              <a:ext cx="746" cy="294"/>
            </a:xfrm>
            <a:custGeom>
              <a:avLst/>
              <a:pathLst>
                <a:path w="746" h="294">
                  <a:moveTo>
                    <a:pt x="592" y="96"/>
                  </a:moveTo>
                  <a:lnTo>
                    <a:pt x="661" y="116"/>
                  </a:lnTo>
                  <a:lnTo>
                    <a:pt x="665" y="116"/>
                  </a:lnTo>
                  <a:lnTo>
                    <a:pt x="678" y="111"/>
                  </a:lnTo>
                  <a:lnTo>
                    <a:pt x="737" y="169"/>
                  </a:lnTo>
                  <a:lnTo>
                    <a:pt x="742" y="174"/>
                  </a:lnTo>
                  <a:lnTo>
                    <a:pt x="746" y="196"/>
                  </a:lnTo>
                  <a:lnTo>
                    <a:pt x="744" y="201"/>
                  </a:lnTo>
                  <a:lnTo>
                    <a:pt x="740" y="208"/>
                  </a:lnTo>
                  <a:lnTo>
                    <a:pt x="726" y="207"/>
                  </a:lnTo>
                  <a:lnTo>
                    <a:pt x="698" y="190"/>
                  </a:lnTo>
                  <a:lnTo>
                    <a:pt x="694" y="186"/>
                  </a:lnTo>
                  <a:lnTo>
                    <a:pt x="686" y="166"/>
                  </a:lnTo>
                  <a:lnTo>
                    <a:pt x="678" y="156"/>
                  </a:lnTo>
                  <a:lnTo>
                    <a:pt x="668" y="151"/>
                  </a:lnTo>
                  <a:lnTo>
                    <a:pt x="649" y="144"/>
                  </a:lnTo>
                  <a:lnTo>
                    <a:pt x="634" y="145"/>
                  </a:lnTo>
                  <a:lnTo>
                    <a:pt x="572" y="159"/>
                  </a:lnTo>
                  <a:lnTo>
                    <a:pt x="525" y="158"/>
                  </a:lnTo>
                  <a:lnTo>
                    <a:pt x="483" y="145"/>
                  </a:lnTo>
                  <a:lnTo>
                    <a:pt x="471" y="144"/>
                  </a:lnTo>
                  <a:lnTo>
                    <a:pt x="457" y="145"/>
                  </a:lnTo>
                  <a:lnTo>
                    <a:pt x="384" y="156"/>
                  </a:lnTo>
                  <a:lnTo>
                    <a:pt x="368" y="161"/>
                  </a:lnTo>
                  <a:lnTo>
                    <a:pt x="349" y="173"/>
                  </a:lnTo>
                  <a:lnTo>
                    <a:pt x="306" y="214"/>
                  </a:lnTo>
                  <a:lnTo>
                    <a:pt x="223" y="240"/>
                  </a:lnTo>
                  <a:lnTo>
                    <a:pt x="181" y="283"/>
                  </a:lnTo>
                  <a:lnTo>
                    <a:pt x="146" y="294"/>
                  </a:lnTo>
                  <a:lnTo>
                    <a:pt x="137" y="290"/>
                  </a:lnTo>
                  <a:lnTo>
                    <a:pt x="100" y="257"/>
                  </a:lnTo>
                  <a:lnTo>
                    <a:pt x="98" y="253"/>
                  </a:lnTo>
                  <a:lnTo>
                    <a:pt x="117" y="238"/>
                  </a:lnTo>
                  <a:lnTo>
                    <a:pt x="121" y="232"/>
                  </a:lnTo>
                  <a:lnTo>
                    <a:pt x="122" y="226"/>
                  </a:lnTo>
                  <a:lnTo>
                    <a:pt x="119" y="217"/>
                  </a:lnTo>
                  <a:lnTo>
                    <a:pt x="110" y="204"/>
                  </a:lnTo>
                  <a:lnTo>
                    <a:pt x="91" y="185"/>
                  </a:lnTo>
                  <a:lnTo>
                    <a:pt x="82" y="182"/>
                  </a:lnTo>
                  <a:lnTo>
                    <a:pt x="62" y="179"/>
                  </a:lnTo>
                  <a:lnTo>
                    <a:pt x="50" y="175"/>
                  </a:lnTo>
                  <a:lnTo>
                    <a:pt x="11" y="152"/>
                  </a:lnTo>
                  <a:lnTo>
                    <a:pt x="1" y="141"/>
                  </a:lnTo>
                  <a:lnTo>
                    <a:pt x="0" y="136"/>
                  </a:lnTo>
                  <a:lnTo>
                    <a:pt x="4" y="129"/>
                  </a:lnTo>
                  <a:lnTo>
                    <a:pt x="43" y="125"/>
                  </a:lnTo>
                  <a:lnTo>
                    <a:pt x="77" y="129"/>
                  </a:lnTo>
                  <a:lnTo>
                    <a:pt x="81" y="133"/>
                  </a:lnTo>
                  <a:lnTo>
                    <a:pt x="87" y="136"/>
                  </a:lnTo>
                  <a:lnTo>
                    <a:pt x="101" y="137"/>
                  </a:lnTo>
                  <a:lnTo>
                    <a:pt x="116" y="135"/>
                  </a:lnTo>
                  <a:lnTo>
                    <a:pt x="126" y="131"/>
                  </a:lnTo>
                  <a:lnTo>
                    <a:pt x="175" y="100"/>
                  </a:lnTo>
                  <a:lnTo>
                    <a:pt x="194" y="91"/>
                  </a:lnTo>
                  <a:lnTo>
                    <a:pt x="207" y="90"/>
                  </a:lnTo>
                  <a:lnTo>
                    <a:pt x="250" y="95"/>
                  </a:lnTo>
                  <a:lnTo>
                    <a:pt x="264" y="95"/>
                  </a:lnTo>
                  <a:lnTo>
                    <a:pt x="281" y="87"/>
                  </a:lnTo>
                  <a:lnTo>
                    <a:pt x="295" y="70"/>
                  </a:lnTo>
                  <a:lnTo>
                    <a:pt x="299" y="67"/>
                  </a:lnTo>
                  <a:lnTo>
                    <a:pt x="355" y="54"/>
                  </a:lnTo>
                  <a:lnTo>
                    <a:pt x="376" y="48"/>
                  </a:lnTo>
                  <a:lnTo>
                    <a:pt x="387" y="43"/>
                  </a:lnTo>
                  <a:lnTo>
                    <a:pt x="405" y="30"/>
                  </a:lnTo>
                  <a:lnTo>
                    <a:pt x="414" y="17"/>
                  </a:lnTo>
                  <a:lnTo>
                    <a:pt x="423" y="8"/>
                  </a:lnTo>
                  <a:lnTo>
                    <a:pt x="432" y="2"/>
                  </a:lnTo>
                  <a:lnTo>
                    <a:pt x="442" y="0"/>
                  </a:lnTo>
                  <a:lnTo>
                    <a:pt x="453" y="2"/>
                  </a:lnTo>
                  <a:lnTo>
                    <a:pt x="500" y="42"/>
                  </a:lnTo>
                  <a:lnTo>
                    <a:pt x="558" y="74"/>
                  </a:lnTo>
                  <a:lnTo>
                    <a:pt x="592" y="9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9220490" y="1629096"/>
              <a:ext cx="860" cy="1049"/>
            </a:xfrm>
            <a:custGeom>
              <a:avLst/>
              <a:pathLst>
                <a:path w="860" h="1049">
                  <a:moveTo>
                    <a:pt x="384" y="1043"/>
                  </a:moveTo>
                  <a:lnTo>
                    <a:pt x="190" y="1049"/>
                  </a:lnTo>
                  <a:lnTo>
                    <a:pt x="0" y="959"/>
                  </a:lnTo>
                  <a:lnTo>
                    <a:pt x="82" y="515"/>
                  </a:lnTo>
                  <a:lnTo>
                    <a:pt x="565" y="59"/>
                  </a:lnTo>
                  <a:lnTo>
                    <a:pt x="687" y="0"/>
                  </a:lnTo>
                  <a:lnTo>
                    <a:pt x="821" y="23"/>
                  </a:lnTo>
                  <a:lnTo>
                    <a:pt x="860" y="99"/>
                  </a:lnTo>
                  <a:lnTo>
                    <a:pt x="835" y="223"/>
                  </a:lnTo>
                  <a:lnTo>
                    <a:pt x="814" y="274"/>
                  </a:lnTo>
                  <a:lnTo>
                    <a:pt x="711" y="486"/>
                  </a:lnTo>
                  <a:lnTo>
                    <a:pt x="575" y="860"/>
                  </a:lnTo>
                  <a:lnTo>
                    <a:pt x="466" y="992"/>
                  </a:lnTo>
                  <a:lnTo>
                    <a:pt x="384" y="104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9218999" y="1627930"/>
              <a:ext cx="1246" cy="1446"/>
            </a:xfrm>
            <a:custGeom>
              <a:avLst/>
              <a:pathLst>
                <a:path w="1246" h="1446">
                  <a:moveTo>
                    <a:pt x="427" y="1446"/>
                  </a:moveTo>
                  <a:lnTo>
                    <a:pt x="225" y="1422"/>
                  </a:lnTo>
                  <a:lnTo>
                    <a:pt x="41" y="1260"/>
                  </a:lnTo>
                  <a:lnTo>
                    <a:pt x="0" y="1009"/>
                  </a:lnTo>
                  <a:lnTo>
                    <a:pt x="47" y="795"/>
                  </a:lnTo>
                  <a:lnTo>
                    <a:pt x="235" y="526"/>
                  </a:lnTo>
                  <a:lnTo>
                    <a:pt x="428" y="357"/>
                  </a:lnTo>
                  <a:lnTo>
                    <a:pt x="999" y="4"/>
                  </a:lnTo>
                  <a:lnTo>
                    <a:pt x="1067" y="0"/>
                  </a:lnTo>
                  <a:lnTo>
                    <a:pt x="1206" y="42"/>
                  </a:lnTo>
                  <a:lnTo>
                    <a:pt x="1246" y="237"/>
                  </a:lnTo>
                  <a:lnTo>
                    <a:pt x="1171" y="648"/>
                  </a:lnTo>
                  <a:lnTo>
                    <a:pt x="1026" y="939"/>
                  </a:lnTo>
                  <a:lnTo>
                    <a:pt x="627" y="1329"/>
                  </a:lnTo>
                  <a:lnTo>
                    <a:pt x="427" y="144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9311306" y="1637386"/>
              <a:ext cx="560" cy="546"/>
            </a:xfrm>
            <a:custGeom>
              <a:avLst/>
              <a:pathLst>
                <a:path w="560" h="546">
                  <a:moveTo>
                    <a:pt x="467" y="546"/>
                  </a:moveTo>
                  <a:lnTo>
                    <a:pt x="417" y="544"/>
                  </a:lnTo>
                  <a:lnTo>
                    <a:pt x="379" y="527"/>
                  </a:lnTo>
                  <a:lnTo>
                    <a:pt x="287" y="478"/>
                  </a:lnTo>
                  <a:lnTo>
                    <a:pt x="227" y="431"/>
                  </a:lnTo>
                  <a:lnTo>
                    <a:pt x="126" y="351"/>
                  </a:lnTo>
                  <a:lnTo>
                    <a:pt x="97" y="317"/>
                  </a:lnTo>
                  <a:lnTo>
                    <a:pt x="31" y="219"/>
                  </a:lnTo>
                  <a:lnTo>
                    <a:pt x="10" y="186"/>
                  </a:lnTo>
                  <a:lnTo>
                    <a:pt x="0" y="169"/>
                  </a:lnTo>
                  <a:lnTo>
                    <a:pt x="8" y="145"/>
                  </a:lnTo>
                  <a:lnTo>
                    <a:pt x="25" y="116"/>
                  </a:lnTo>
                  <a:lnTo>
                    <a:pt x="65" y="88"/>
                  </a:lnTo>
                  <a:lnTo>
                    <a:pt x="85" y="78"/>
                  </a:lnTo>
                  <a:lnTo>
                    <a:pt x="100" y="71"/>
                  </a:lnTo>
                  <a:lnTo>
                    <a:pt x="111" y="56"/>
                  </a:lnTo>
                  <a:lnTo>
                    <a:pt x="125" y="22"/>
                  </a:lnTo>
                  <a:lnTo>
                    <a:pt x="141" y="7"/>
                  </a:lnTo>
                  <a:lnTo>
                    <a:pt x="164" y="0"/>
                  </a:lnTo>
                  <a:lnTo>
                    <a:pt x="185" y="7"/>
                  </a:lnTo>
                  <a:lnTo>
                    <a:pt x="220" y="22"/>
                  </a:lnTo>
                  <a:lnTo>
                    <a:pt x="247" y="49"/>
                  </a:lnTo>
                  <a:lnTo>
                    <a:pt x="262" y="81"/>
                  </a:lnTo>
                  <a:lnTo>
                    <a:pt x="291" y="105"/>
                  </a:lnTo>
                  <a:lnTo>
                    <a:pt x="352" y="121"/>
                  </a:lnTo>
                  <a:lnTo>
                    <a:pt x="386" y="130"/>
                  </a:lnTo>
                  <a:lnTo>
                    <a:pt x="435" y="137"/>
                  </a:lnTo>
                  <a:lnTo>
                    <a:pt x="477" y="150"/>
                  </a:lnTo>
                  <a:lnTo>
                    <a:pt x="503" y="173"/>
                  </a:lnTo>
                  <a:lnTo>
                    <a:pt x="529" y="216"/>
                  </a:lnTo>
                  <a:lnTo>
                    <a:pt x="532" y="224"/>
                  </a:lnTo>
                  <a:lnTo>
                    <a:pt x="556" y="299"/>
                  </a:lnTo>
                  <a:lnTo>
                    <a:pt x="559" y="347"/>
                  </a:lnTo>
                  <a:lnTo>
                    <a:pt x="560" y="365"/>
                  </a:lnTo>
                  <a:lnTo>
                    <a:pt x="552" y="420"/>
                  </a:lnTo>
                  <a:lnTo>
                    <a:pt x="536" y="463"/>
                  </a:lnTo>
                  <a:lnTo>
                    <a:pt x="518" y="498"/>
                  </a:lnTo>
                  <a:lnTo>
                    <a:pt x="510" y="509"/>
                  </a:lnTo>
                  <a:lnTo>
                    <a:pt x="500" y="520"/>
                  </a:lnTo>
                  <a:lnTo>
                    <a:pt x="487" y="532"/>
                  </a:lnTo>
                  <a:lnTo>
                    <a:pt x="467" y="54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9347482" y="1640422"/>
              <a:ext cx="813" cy="1527"/>
            </a:xfrm>
            <a:custGeom>
              <a:avLst/>
              <a:pathLst>
                <a:path w="813" h="1527">
                  <a:moveTo>
                    <a:pt x="697" y="58"/>
                  </a:moveTo>
                  <a:lnTo>
                    <a:pt x="703" y="75"/>
                  </a:lnTo>
                  <a:lnTo>
                    <a:pt x="705" y="84"/>
                  </a:lnTo>
                  <a:lnTo>
                    <a:pt x="704" y="90"/>
                  </a:lnTo>
                  <a:lnTo>
                    <a:pt x="698" y="115"/>
                  </a:lnTo>
                  <a:lnTo>
                    <a:pt x="660" y="174"/>
                  </a:lnTo>
                  <a:lnTo>
                    <a:pt x="626" y="245"/>
                  </a:lnTo>
                  <a:lnTo>
                    <a:pt x="584" y="335"/>
                  </a:lnTo>
                  <a:lnTo>
                    <a:pt x="544" y="385"/>
                  </a:lnTo>
                  <a:lnTo>
                    <a:pt x="507" y="433"/>
                  </a:lnTo>
                  <a:lnTo>
                    <a:pt x="472" y="476"/>
                  </a:lnTo>
                  <a:lnTo>
                    <a:pt x="459" y="505"/>
                  </a:lnTo>
                  <a:lnTo>
                    <a:pt x="455" y="515"/>
                  </a:lnTo>
                  <a:lnTo>
                    <a:pt x="447" y="570"/>
                  </a:lnTo>
                  <a:lnTo>
                    <a:pt x="447" y="591"/>
                  </a:lnTo>
                  <a:lnTo>
                    <a:pt x="448" y="608"/>
                  </a:lnTo>
                  <a:lnTo>
                    <a:pt x="452" y="622"/>
                  </a:lnTo>
                  <a:lnTo>
                    <a:pt x="459" y="639"/>
                  </a:lnTo>
                  <a:lnTo>
                    <a:pt x="474" y="664"/>
                  </a:lnTo>
                  <a:lnTo>
                    <a:pt x="479" y="669"/>
                  </a:lnTo>
                  <a:lnTo>
                    <a:pt x="490" y="677"/>
                  </a:lnTo>
                  <a:lnTo>
                    <a:pt x="507" y="687"/>
                  </a:lnTo>
                  <a:lnTo>
                    <a:pt x="523" y="692"/>
                  </a:lnTo>
                  <a:lnTo>
                    <a:pt x="555" y="699"/>
                  </a:lnTo>
                  <a:lnTo>
                    <a:pt x="558" y="706"/>
                  </a:lnTo>
                  <a:lnTo>
                    <a:pt x="796" y="1038"/>
                  </a:lnTo>
                  <a:lnTo>
                    <a:pt x="813" y="1062"/>
                  </a:lnTo>
                  <a:lnTo>
                    <a:pt x="812" y="1073"/>
                  </a:lnTo>
                  <a:lnTo>
                    <a:pt x="808" y="1078"/>
                  </a:lnTo>
                  <a:lnTo>
                    <a:pt x="489" y="1408"/>
                  </a:lnTo>
                  <a:lnTo>
                    <a:pt x="438" y="1458"/>
                  </a:lnTo>
                  <a:lnTo>
                    <a:pt x="427" y="1467"/>
                  </a:lnTo>
                  <a:lnTo>
                    <a:pt x="384" y="1494"/>
                  </a:lnTo>
                  <a:lnTo>
                    <a:pt x="363" y="1508"/>
                  </a:lnTo>
                  <a:lnTo>
                    <a:pt x="348" y="1514"/>
                  </a:lnTo>
                  <a:lnTo>
                    <a:pt x="320" y="1526"/>
                  </a:lnTo>
                  <a:lnTo>
                    <a:pt x="310" y="1527"/>
                  </a:lnTo>
                  <a:lnTo>
                    <a:pt x="305" y="1526"/>
                  </a:lnTo>
                  <a:lnTo>
                    <a:pt x="258" y="1500"/>
                  </a:lnTo>
                  <a:lnTo>
                    <a:pt x="254" y="1498"/>
                  </a:lnTo>
                  <a:lnTo>
                    <a:pt x="56" y="1341"/>
                  </a:lnTo>
                  <a:lnTo>
                    <a:pt x="53" y="1330"/>
                  </a:lnTo>
                  <a:lnTo>
                    <a:pt x="48" y="1318"/>
                  </a:lnTo>
                  <a:lnTo>
                    <a:pt x="0" y="1178"/>
                  </a:lnTo>
                  <a:lnTo>
                    <a:pt x="2" y="1132"/>
                  </a:lnTo>
                  <a:lnTo>
                    <a:pt x="27" y="724"/>
                  </a:lnTo>
                  <a:lnTo>
                    <a:pt x="21" y="717"/>
                  </a:lnTo>
                  <a:lnTo>
                    <a:pt x="15" y="706"/>
                  </a:lnTo>
                  <a:lnTo>
                    <a:pt x="12" y="693"/>
                  </a:lnTo>
                  <a:lnTo>
                    <a:pt x="11" y="685"/>
                  </a:lnTo>
                  <a:lnTo>
                    <a:pt x="15" y="676"/>
                  </a:lnTo>
                  <a:lnTo>
                    <a:pt x="41" y="670"/>
                  </a:lnTo>
                  <a:lnTo>
                    <a:pt x="75" y="671"/>
                  </a:lnTo>
                  <a:lnTo>
                    <a:pt x="83" y="672"/>
                  </a:lnTo>
                  <a:lnTo>
                    <a:pt x="88" y="674"/>
                  </a:lnTo>
                  <a:lnTo>
                    <a:pt x="105" y="679"/>
                  </a:lnTo>
                  <a:lnTo>
                    <a:pt x="125" y="676"/>
                  </a:lnTo>
                  <a:lnTo>
                    <a:pt x="206" y="661"/>
                  </a:lnTo>
                  <a:lnTo>
                    <a:pt x="286" y="650"/>
                  </a:lnTo>
                  <a:lnTo>
                    <a:pt x="328" y="645"/>
                  </a:lnTo>
                  <a:lnTo>
                    <a:pt x="366" y="639"/>
                  </a:lnTo>
                  <a:lnTo>
                    <a:pt x="374" y="639"/>
                  </a:lnTo>
                  <a:lnTo>
                    <a:pt x="381" y="636"/>
                  </a:lnTo>
                  <a:lnTo>
                    <a:pt x="387" y="633"/>
                  </a:lnTo>
                  <a:lnTo>
                    <a:pt x="393" y="628"/>
                  </a:lnTo>
                  <a:lnTo>
                    <a:pt x="399" y="618"/>
                  </a:lnTo>
                  <a:lnTo>
                    <a:pt x="408" y="602"/>
                  </a:lnTo>
                  <a:lnTo>
                    <a:pt x="413" y="587"/>
                  </a:lnTo>
                  <a:lnTo>
                    <a:pt x="417" y="570"/>
                  </a:lnTo>
                  <a:lnTo>
                    <a:pt x="421" y="543"/>
                  </a:lnTo>
                  <a:lnTo>
                    <a:pt x="421" y="526"/>
                  </a:lnTo>
                  <a:lnTo>
                    <a:pt x="419" y="512"/>
                  </a:lnTo>
                  <a:lnTo>
                    <a:pt x="408" y="467"/>
                  </a:lnTo>
                  <a:lnTo>
                    <a:pt x="403" y="456"/>
                  </a:lnTo>
                  <a:lnTo>
                    <a:pt x="392" y="439"/>
                  </a:lnTo>
                  <a:lnTo>
                    <a:pt x="380" y="423"/>
                  </a:lnTo>
                  <a:lnTo>
                    <a:pt x="372" y="415"/>
                  </a:lnTo>
                  <a:lnTo>
                    <a:pt x="367" y="411"/>
                  </a:lnTo>
                  <a:lnTo>
                    <a:pt x="357" y="404"/>
                  </a:lnTo>
                  <a:lnTo>
                    <a:pt x="348" y="400"/>
                  </a:lnTo>
                  <a:lnTo>
                    <a:pt x="340" y="398"/>
                  </a:lnTo>
                  <a:lnTo>
                    <a:pt x="267" y="385"/>
                  </a:lnTo>
                  <a:lnTo>
                    <a:pt x="186" y="375"/>
                  </a:lnTo>
                  <a:lnTo>
                    <a:pt x="156" y="373"/>
                  </a:lnTo>
                  <a:lnTo>
                    <a:pt x="122" y="374"/>
                  </a:lnTo>
                  <a:lnTo>
                    <a:pt x="109" y="373"/>
                  </a:lnTo>
                  <a:lnTo>
                    <a:pt x="105" y="371"/>
                  </a:lnTo>
                  <a:lnTo>
                    <a:pt x="77" y="313"/>
                  </a:lnTo>
                  <a:lnTo>
                    <a:pt x="178" y="59"/>
                  </a:lnTo>
                  <a:lnTo>
                    <a:pt x="185" y="41"/>
                  </a:lnTo>
                  <a:lnTo>
                    <a:pt x="245" y="1"/>
                  </a:lnTo>
                  <a:lnTo>
                    <a:pt x="251" y="0"/>
                  </a:lnTo>
                  <a:lnTo>
                    <a:pt x="259" y="0"/>
                  </a:lnTo>
                  <a:lnTo>
                    <a:pt x="268" y="3"/>
                  </a:lnTo>
                  <a:lnTo>
                    <a:pt x="276" y="7"/>
                  </a:lnTo>
                  <a:lnTo>
                    <a:pt x="300" y="11"/>
                  </a:lnTo>
                  <a:lnTo>
                    <a:pt x="316" y="13"/>
                  </a:lnTo>
                  <a:lnTo>
                    <a:pt x="364" y="18"/>
                  </a:lnTo>
                  <a:lnTo>
                    <a:pt x="392" y="21"/>
                  </a:lnTo>
                  <a:lnTo>
                    <a:pt x="427" y="14"/>
                  </a:lnTo>
                  <a:lnTo>
                    <a:pt x="443" y="10"/>
                  </a:lnTo>
                  <a:lnTo>
                    <a:pt x="470" y="5"/>
                  </a:lnTo>
                  <a:lnTo>
                    <a:pt x="491" y="5"/>
                  </a:lnTo>
                  <a:lnTo>
                    <a:pt x="544" y="10"/>
                  </a:lnTo>
                  <a:lnTo>
                    <a:pt x="579" y="14"/>
                  </a:lnTo>
                  <a:lnTo>
                    <a:pt x="682" y="42"/>
                  </a:lnTo>
                  <a:lnTo>
                    <a:pt x="688" y="45"/>
                  </a:lnTo>
                  <a:lnTo>
                    <a:pt x="693" y="50"/>
                  </a:lnTo>
                  <a:lnTo>
                    <a:pt x="697" y="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9347769" y="1639318"/>
              <a:ext cx="485" cy="274"/>
            </a:xfrm>
            <a:custGeom>
              <a:avLst/>
              <a:pathLst>
                <a:path w="485" h="274">
                  <a:moveTo>
                    <a:pt x="375" y="202"/>
                  </a:moveTo>
                  <a:lnTo>
                    <a:pt x="356" y="221"/>
                  </a:lnTo>
                  <a:lnTo>
                    <a:pt x="342" y="235"/>
                  </a:lnTo>
                  <a:lnTo>
                    <a:pt x="317" y="260"/>
                  </a:lnTo>
                  <a:lnTo>
                    <a:pt x="308" y="268"/>
                  </a:lnTo>
                  <a:lnTo>
                    <a:pt x="302" y="271"/>
                  </a:lnTo>
                  <a:lnTo>
                    <a:pt x="295" y="274"/>
                  </a:lnTo>
                  <a:lnTo>
                    <a:pt x="281" y="274"/>
                  </a:lnTo>
                  <a:lnTo>
                    <a:pt x="275" y="274"/>
                  </a:lnTo>
                  <a:lnTo>
                    <a:pt x="264" y="260"/>
                  </a:lnTo>
                  <a:lnTo>
                    <a:pt x="229" y="226"/>
                  </a:lnTo>
                  <a:lnTo>
                    <a:pt x="213" y="213"/>
                  </a:lnTo>
                  <a:lnTo>
                    <a:pt x="188" y="195"/>
                  </a:lnTo>
                  <a:lnTo>
                    <a:pt x="173" y="188"/>
                  </a:lnTo>
                  <a:lnTo>
                    <a:pt x="166" y="186"/>
                  </a:lnTo>
                  <a:lnTo>
                    <a:pt x="110" y="178"/>
                  </a:lnTo>
                  <a:lnTo>
                    <a:pt x="49" y="165"/>
                  </a:lnTo>
                  <a:lnTo>
                    <a:pt x="38" y="157"/>
                  </a:lnTo>
                  <a:lnTo>
                    <a:pt x="31" y="153"/>
                  </a:lnTo>
                  <a:lnTo>
                    <a:pt x="19" y="143"/>
                  </a:lnTo>
                  <a:lnTo>
                    <a:pt x="11" y="114"/>
                  </a:lnTo>
                  <a:lnTo>
                    <a:pt x="0" y="74"/>
                  </a:lnTo>
                  <a:lnTo>
                    <a:pt x="6" y="62"/>
                  </a:lnTo>
                  <a:lnTo>
                    <a:pt x="12" y="50"/>
                  </a:lnTo>
                  <a:lnTo>
                    <a:pt x="109" y="8"/>
                  </a:lnTo>
                  <a:lnTo>
                    <a:pt x="118" y="4"/>
                  </a:lnTo>
                  <a:lnTo>
                    <a:pt x="126" y="2"/>
                  </a:lnTo>
                  <a:lnTo>
                    <a:pt x="131" y="1"/>
                  </a:lnTo>
                  <a:lnTo>
                    <a:pt x="147" y="0"/>
                  </a:lnTo>
                  <a:lnTo>
                    <a:pt x="315" y="8"/>
                  </a:lnTo>
                  <a:lnTo>
                    <a:pt x="321" y="8"/>
                  </a:lnTo>
                  <a:lnTo>
                    <a:pt x="453" y="17"/>
                  </a:lnTo>
                  <a:lnTo>
                    <a:pt x="460" y="18"/>
                  </a:lnTo>
                  <a:lnTo>
                    <a:pt x="468" y="23"/>
                  </a:lnTo>
                  <a:lnTo>
                    <a:pt x="472" y="27"/>
                  </a:lnTo>
                  <a:lnTo>
                    <a:pt x="484" y="53"/>
                  </a:lnTo>
                  <a:lnTo>
                    <a:pt x="485" y="59"/>
                  </a:lnTo>
                  <a:lnTo>
                    <a:pt x="485" y="66"/>
                  </a:lnTo>
                  <a:lnTo>
                    <a:pt x="483" y="72"/>
                  </a:lnTo>
                  <a:lnTo>
                    <a:pt x="480" y="78"/>
                  </a:lnTo>
                  <a:lnTo>
                    <a:pt x="445" y="123"/>
                  </a:lnTo>
                  <a:lnTo>
                    <a:pt x="440" y="130"/>
                  </a:lnTo>
                  <a:lnTo>
                    <a:pt x="417" y="157"/>
                  </a:lnTo>
                  <a:lnTo>
                    <a:pt x="403" y="174"/>
                  </a:lnTo>
                  <a:lnTo>
                    <a:pt x="375" y="2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9319083" y="1630700"/>
              <a:ext cx="789" cy="556"/>
            </a:xfrm>
            <a:custGeom>
              <a:avLst/>
              <a:pathLst>
                <a:path w="789" h="556">
                  <a:moveTo>
                    <a:pt x="789" y="316"/>
                  </a:moveTo>
                  <a:lnTo>
                    <a:pt x="762" y="447"/>
                  </a:lnTo>
                  <a:lnTo>
                    <a:pt x="638" y="452"/>
                  </a:lnTo>
                  <a:lnTo>
                    <a:pt x="625" y="395"/>
                  </a:lnTo>
                  <a:lnTo>
                    <a:pt x="615" y="356"/>
                  </a:lnTo>
                  <a:lnTo>
                    <a:pt x="601" y="334"/>
                  </a:lnTo>
                  <a:lnTo>
                    <a:pt x="560" y="310"/>
                  </a:lnTo>
                  <a:lnTo>
                    <a:pt x="533" y="301"/>
                  </a:lnTo>
                  <a:lnTo>
                    <a:pt x="460" y="296"/>
                  </a:lnTo>
                  <a:lnTo>
                    <a:pt x="426" y="299"/>
                  </a:lnTo>
                  <a:lnTo>
                    <a:pt x="400" y="310"/>
                  </a:lnTo>
                  <a:lnTo>
                    <a:pt x="375" y="324"/>
                  </a:lnTo>
                  <a:lnTo>
                    <a:pt x="215" y="544"/>
                  </a:lnTo>
                  <a:lnTo>
                    <a:pt x="178" y="556"/>
                  </a:lnTo>
                  <a:lnTo>
                    <a:pt x="157" y="549"/>
                  </a:lnTo>
                  <a:lnTo>
                    <a:pt x="111" y="533"/>
                  </a:lnTo>
                  <a:lnTo>
                    <a:pt x="69" y="519"/>
                  </a:lnTo>
                  <a:lnTo>
                    <a:pt x="0" y="395"/>
                  </a:lnTo>
                  <a:lnTo>
                    <a:pt x="5" y="321"/>
                  </a:lnTo>
                  <a:lnTo>
                    <a:pt x="9" y="262"/>
                  </a:lnTo>
                  <a:lnTo>
                    <a:pt x="90" y="201"/>
                  </a:lnTo>
                  <a:lnTo>
                    <a:pt x="172" y="139"/>
                  </a:lnTo>
                  <a:lnTo>
                    <a:pt x="234" y="109"/>
                  </a:lnTo>
                  <a:lnTo>
                    <a:pt x="458" y="0"/>
                  </a:lnTo>
                  <a:lnTo>
                    <a:pt x="576" y="61"/>
                  </a:lnTo>
                  <a:lnTo>
                    <a:pt x="733" y="200"/>
                  </a:lnTo>
                  <a:lnTo>
                    <a:pt x="789" y="31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9321868" y="1630050"/>
              <a:ext cx="441" cy="240"/>
            </a:xfrm>
            <a:custGeom>
              <a:avLst/>
              <a:pathLst>
                <a:path w="441" h="240">
                  <a:moveTo>
                    <a:pt x="425" y="230"/>
                  </a:moveTo>
                  <a:lnTo>
                    <a:pt x="324" y="232"/>
                  </a:lnTo>
                  <a:lnTo>
                    <a:pt x="294" y="228"/>
                  </a:lnTo>
                  <a:lnTo>
                    <a:pt x="260" y="228"/>
                  </a:lnTo>
                  <a:lnTo>
                    <a:pt x="214" y="233"/>
                  </a:lnTo>
                  <a:lnTo>
                    <a:pt x="187" y="237"/>
                  </a:lnTo>
                  <a:lnTo>
                    <a:pt x="157" y="239"/>
                  </a:lnTo>
                  <a:lnTo>
                    <a:pt x="138" y="240"/>
                  </a:lnTo>
                  <a:lnTo>
                    <a:pt x="97" y="216"/>
                  </a:lnTo>
                  <a:lnTo>
                    <a:pt x="61" y="188"/>
                  </a:lnTo>
                  <a:lnTo>
                    <a:pt x="35" y="169"/>
                  </a:lnTo>
                  <a:lnTo>
                    <a:pt x="31" y="157"/>
                  </a:lnTo>
                  <a:lnTo>
                    <a:pt x="27" y="132"/>
                  </a:lnTo>
                  <a:lnTo>
                    <a:pt x="20" y="119"/>
                  </a:lnTo>
                  <a:lnTo>
                    <a:pt x="10" y="107"/>
                  </a:lnTo>
                  <a:lnTo>
                    <a:pt x="1" y="102"/>
                  </a:lnTo>
                  <a:lnTo>
                    <a:pt x="0" y="96"/>
                  </a:lnTo>
                  <a:lnTo>
                    <a:pt x="5" y="82"/>
                  </a:lnTo>
                  <a:lnTo>
                    <a:pt x="15" y="55"/>
                  </a:lnTo>
                  <a:lnTo>
                    <a:pt x="60" y="44"/>
                  </a:lnTo>
                  <a:lnTo>
                    <a:pt x="250" y="0"/>
                  </a:lnTo>
                  <a:lnTo>
                    <a:pt x="299" y="5"/>
                  </a:lnTo>
                  <a:lnTo>
                    <a:pt x="367" y="13"/>
                  </a:lnTo>
                  <a:lnTo>
                    <a:pt x="378" y="14"/>
                  </a:lnTo>
                  <a:lnTo>
                    <a:pt x="386" y="26"/>
                  </a:lnTo>
                  <a:lnTo>
                    <a:pt x="398" y="45"/>
                  </a:lnTo>
                  <a:lnTo>
                    <a:pt x="410" y="61"/>
                  </a:lnTo>
                  <a:lnTo>
                    <a:pt x="419" y="69"/>
                  </a:lnTo>
                  <a:lnTo>
                    <a:pt x="426" y="83"/>
                  </a:lnTo>
                  <a:lnTo>
                    <a:pt x="425" y="117"/>
                  </a:lnTo>
                  <a:lnTo>
                    <a:pt x="426" y="128"/>
                  </a:lnTo>
                  <a:lnTo>
                    <a:pt x="435" y="149"/>
                  </a:lnTo>
                  <a:lnTo>
                    <a:pt x="441" y="172"/>
                  </a:lnTo>
                  <a:lnTo>
                    <a:pt x="440" y="199"/>
                  </a:lnTo>
                  <a:lnTo>
                    <a:pt x="425" y="23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9331390" y="1625431"/>
              <a:ext cx="1470" cy="866"/>
            </a:xfrm>
            <a:custGeom>
              <a:avLst/>
              <a:pathLst>
                <a:path w="1470" h="866">
                  <a:moveTo>
                    <a:pt x="630" y="19"/>
                  </a:moveTo>
                  <a:lnTo>
                    <a:pt x="655" y="83"/>
                  </a:lnTo>
                  <a:lnTo>
                    <a:pt x="658" y="91"/>
                  </a:lnTo>
                  <a:lnTo>
                    <a:pt x="683" y="157"/>
                  </a:lnTo>
                  <a:lnTo>
                    <a:pt x="695" y="187"/>
                  </a:lnTo>
                  <a:lnTo>
                    <a:pt x="714" y="242"/>
                  </a:lnTo>
                  <a:lnTo>
                    <a:pt x="763" y="278"/>
                  </a:lnTo>
                  <a:lnTo>
                    <a:pt x="768" y="282"/>
                  </a:lnTo>
                  <a:lnTo>
                    <a:pt x="805" y="310"/>
                  </a:lnTo>
                  <a:lnTo>
                    <a:pt x="885" y="369"/>
                  </a:lnTo>
                  <a:lnTo>
                    <a:pt x="926" y="387"/>
                  </a:lnTo>
                  <a:lnTo>
                    <a:pt x="959" y="402"/>
                  </a:lnTo>
                  <a:lnTo>
                    <a:pt x="1001" y="421"/>
                  </a:lnTo>
                  <a:lnTo>
                    <a:pt x="1037" y="437"/>
                  </a:lnTo>
                  <a:lnTo>
                    <a:pt x="1163" y="452"/>
                  </a:lnTo>
                  <a:lnTo>
                    <a:pt x="1184" y="461"/>
                  </a:lnTo>
                  <a:lnTo>
                    <a:pt x="1230" y="481"/>
                  </a:lnTo>
                  <a:lnTo>
                    <a:pt x="1271" y="499"/>
                  </a:lnTo>
                  <a:lnTo>
                    <a:pt x="1281" y="506"/>
                  </a:lnTo>
                  <a:lnTo>
                    <a:pt x="1308" y="528"/>
                  </a:lnTo>
                  <a:lnTo>
                    <a:pt x="1330" y="545"/>
                  </a:lnTo>
                  <a:lnTo>
                    <a:pt x="1335" y="549"/>
                  </a:lnTo>
                  <a:lnTo>
                    <a:pt x="1353" y="589"/>
                  </a:lnTo>
                  <a:lnTo>
                    <a:pt x="1389" y="666"/>
                  </a:lnTo>
                  <a:lnTo>
                    <a:pt x="1394" y="677"/>
                  </a:lnTo>
                  <a:lnTo>
                    <a:pt x="1414" y="722"/>
                  </a:lnTo>
                  <a:lnTo>
                    <a:pt x="1443" y="745"/>
                  </a:lnTo>
                  <a:lnTo>
                    <a:pt x="1447" y="749"/>
                  </a:lnTo>
                  <a:lnTo>
                    <a:pt x="1470" y="767"/>
                  </a:lnTo>
                  <a:lnTo>
                    <a:pt x="1470" y="816"/>
                  </a:lnTo>
                  <a:lnTo>
                    <a:pt x="1422" y="843"/>
                  </a:lnTo>
                  <a:lnTo>
                    <a:pt x="1403" y="854"/>
                  </a:lnTo>
                  <a:lnTo>
                    <a:pt x="1395" y="853"/>
                  </a:lnTo>
                  <a:lnTo>
                    <a:pt x="1313" y="844"/>
                  </a:lnTo>
                  <a:lnTo>
                    <a:pt x="1289" y="842"/>
                  </a:lnTo>
                  <a:lnTo>
                    <a:pt x="1236" y="866"/>
                  </a:lnTo>
                  <a:lnTo>
                    <a:pt x="1208" y="838"/>
                  </a:lnTo>
                  <a:lnTo>
                    <a:pt x="1198" y="828"/>
                  </a:lnTo>
                  <a:lnTo>
                    <a:pt x="1177" y="808"/>
                  </a:lnTo>
                  <a:lnTo>
                    <a:pt x="1129" y="802"/>
                  </a:lnTo>
                  <a:lnTo>
                    <a:pt x="1101" y="772"/>
                  </a:lnTo>
                  <a:lnTo>
                    <a:pt x="1038" y="703"/>
                  </a:lnTo>
                  <a:lnTo>
                    <a:pt x="1037" y="649"/>
                  </a:lnTo>
                  <a:lnTo>
                    <a:pt x="1036" y="622"/>
                  </a:lnTo>
                  <a:lnTo>
                    <a:pt x="1023" y="564"/>
                  </a:lnTo>
                  <a:lnTo>
                    <a:pt x="1011" y="541"/>
                  </a:lnTo>
                  <a:lnTo>
                    <a:pt x="994" y="517"/>
                  </a:lnTo>
                  <a:lnTo>
                    <a:pt x="980" y="501"/>
                  </a:lnTo>
                  <a:lnTo>
                    <a:pt x="957" y="471"/>
                  </a:lnTo>
                  <a:lnTo>
                    <a:pt x="946" y="462"/>
                  </a:lnTo>
                  <a:lnTo>
                    <a:pt x="936" y="456"/>
                  </a:lnTo>
                  <a:lnTo>
                    <a:pt x="892" y="451"/>
                  </a:lnTo>
                  <a:lnTo>
                    <a:pt x="876" y="449"/>
                  </a:lnTo>
                  <a:lnTo>
                    <a:pt x="740" y="362"/>
                  </a:lnTo>
                  <a:lnTo>
                    <a:pt x="721" y="340"/>
                  </a:lnTo>
                  <a:lnTo>
                    <a:pt x="618" y="215"/>
                  </a:lnTo>
                  <a:lnTo>
                    <a:pt x="570" y="159"/>
                  </a:lnTo>
                  <a:lnTo>
                    <a:pt x="493" y="129"/>
                  </a:lnTo>
                  <a:lnTo>
                    <a:pt x="461" y="117"/>
                  </a:lnTo>
                  <a:lnTo>
                    <a:pt x="415" y="104"/>
                  </a:lnTo>
                  <a:lnTo>
                    <a:pt x="378" y="94"/>
                  </a:lnTo>
                  <a:lnTo>
                    <a:pt x="319" y="118"/>
                  </a:lnTo>
                  <a:lnTo>
                    <a:pt x="313" y="117"/>
                  </a:lnTo>
                  <a:lnTo>
                    <a:pt x="302" y="110"/>
                  </a:lnTo>
                  <a:lnTo>
                    <a:pt x="285" y="99"/>
                  </a:lnTo>
                  <a:lnTo>
                    <a:pt x="271" y="92"/>
                  </a:lnTo>
                  <a:lnTo>
                    <a:pt x="265" y="89"/>
                  </a:lnTo>
                  <a:lnTo>
                    <a:pt x="260" y="86"/>
                  </a:lnTo>
                  <a:lnTo>
                    <a:pt x="253" y="84"/>
                  </a:lnTo>
                  <a:lnTo>
                    <a:pt x="246" y="80"/>
                  </a:lnTo>
                  <a:lnTo>
                    <a:pt x="241" y="79"/>
                  </a:lnTo>
                  <a:lnTo>
                    <a:pt x="236" y="79"/>
                  </a:lnTo>
                  <a:lnTo>
                    <a:pt x="228" y="81"/>
                  </a:lnTo>
                  <a:lnTo>
                    <a:pt x="219" y="83"/>
                  </a:lnTo>
                  <a:lnTo>
                    <a:pt x="210" y="83"/>
                  </a:lnTo>
                  <a:lnTo>
                    <a:pt x="200" y="83"/>
                  </a:lnTo>
                  <a:lnTo>
                    <a:pt x="187" y="85"/>
                  </a:lnTo>
                  <a:lnTo>
                    <a:pt x="180" y="87"/>
                  </a:lnTo>
                  <a:lnTo>
                    <a:pt x="174" y="90"/>
                  </a:lnTo>
                  <a:lnTo>
                    <a:pt x="170" y="94"/>
                  </a:lnTo>
                  <a:lnTo>
                    <a:pt x="165" y="100"/>
                  </a:lnTo>
                  <a:lnTo>
                    <a:pt x="160" y="104"/>
                  </a:lnTo>
                  <a:lnTo>
                    <a:pt x="153" y="108"/>
                  </a:lnTo>
                  <a:lnTo>
                    <a:pt x="115" y="126"/>
                  </a:lnTo>
                  <a:lnTo>
                    <a:pt x="88" y="138"/>
                  </a:lnTo>
                  <a:lnTo>
                    <a:pt x="68" y="131"/>
                  </a:lnTo>
                  <a:lnTo>
                    <a:pt x="31" y="93"/>
                  </a:lnTo>
                  <a:lnTo>
                    <a:pt x="18" y="79"/>
                  </a:lnTo>
                  <a:lnTo>
                    <a:pt x="8" y="69"/>
                  </a:lnTo>
                  <a:lnTo>
                    <a:pt x="2" y="65"/>
                  </a:lnTo>
                  <a:lnTo>
                    <a:pt x="0" y="57"/>
                  </a:lnTo>
                  <a:lnTo>
                    <a:pt x="9" y="49"/>
                  </a:lnTo>
                  <a:lnTo>
                    <a:pt x="16" y="47"/>
                  </a:lnTo>
                  <a:lnTo>
                    <a:pt x="27" y="47"/>
                  </a:lnTo>
                  <a:lnTo>
                    <a:pt x="38" y="48"/>
                  </a:lnTo>
                  <a:lnTo>
                    <a:pt x="46" y="48"/>
                  </a:lnTo>
                  <a:lnTo>
                    <a:pt x="54" y="49"/>
                  </a:lnTo>
                  <a:lnTo>
                    <a:pt x="67" y="50"/>
                  </a:lnTo>
                  <a:lnTo>
                    <a:pt x="80" y="47"/>
                  </a:lnTo>
                  <a:lnTo>
                    <a:pt x="91" y="46"/>
                  </a:lnTo>
                  <a:lnTo>
                    <a:pt x="100" y="47"/>
                  </a:lnTo>
                  <a:lnTo>
                    <a:pt x="112" y="43"/>
                  </a:lnTo>
                  <a:lnTo>
                    <a:pt x="118" y="41"/>
                  </a:lnTo>
                  <a:lnTo>
                    <a:pt x="124" y="48"/>
                  </a:lnTo>
                  <a:lnTo>
                    <a:pt x="130" y="59"/>
                  </a:lnTo>
                  <a:lnTo>
                    <a:pt x="137" y="70"/>
                  </a:lnTo>
                  <a:lnTo>
                    <a:pt x="140" y="75"/>
                  </a:lnTo>
                  <a:lnTo>
                    <a:pt x="284" y="60"/>
                  </a:lnTo>
                  <a:lnTo>
                    <a:pt x="371" y="11"/>
                  </a:lnTo>
                  <a:lnTo>
                    <a:pt x="380" y="14"/>
                  </a:lnTo>
                  <a:lnTo>
                    <a:pt x="470" y="47"/>
                  </a:lnTo>
                  <a:lnTo>
                    <a:pt x="499" y="34"/>
                  </a:lnTo>
                  <a:lnTo>
                    <a:pt x="522" y="25"/>
                  </a:lnTo>
                  <a:lnTo>
                    <a:pt x="553" y="12"/>
                  </a:lnTo>
                  <a:lnTo>
                    <a:pt x="575" y="2"/>
                  </a:lnTo>
                  <a:lnTo>
                    <a:pt x="603" y="0"/>
                  </a:lnTo>
                  <a:lnTo>
                    <a:pt x="630" y="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9336546" y="1625980"/>
              <a:ext cx="610" cy="388"/>
            </a:xfrm>
            <a:custGeom>
              <a:avLst/>
              <a:pathLst>
                <a:path w="610" h="388">
                  <a:moveTo>
                    <a:pt x="356" y="35"/>
                  </a:moveTo>
                  <a:lnTo>
                    <a:pt x="422" y="84"/>
                  </a:lnTo>
                  <a:lnTo>
                    <a:pt x="444" y="100"/>
                  </a:lnTo>
                  <a:lnTo>
                    <a:pt x="481" y="147"/>
                  </a:lnTo>
                  <a:lnTo>
                    <a:pt x="543" y="223"/>
                  </a:lnTo>
                  <a:lnTo>
                    <a:pt x="558" y="253"/>
                  </a:lnTo>
                  <a:lnTo>
                    <a:pt x="581" y="298"/>
                  </a:lnTo>
                  <a:lnTo>
                    <a:pt x="610" y="356"/>
                  </a:lnTo>
                  <a:lnTo>
                    <a:pt x="607" y="360"/>
                  </a:lnTo>
                  <a:lnTo>
                    <a:pt x="586" y="368"/>
                  </a:lnTo>
                  <a:lnTo>
                    <a:pt x="568" y="375"/>
                  </a:lnTo>
                  <a:lnTo>
                    <a:pt x="534" y="388"/>
                  </a:lnTo>
                  <a:lnTo>
                    <a:pt x="425" y="362"/>
                  </a:lnTo>
                  <a:lnTo>
                    <a:pt x="219" y="386"/>
                  </a:lnTo>
                  <a:lnTo>
                    <a:pt x="199" y="385"/>
                  </a:lnTo>
                  <a:lnTo>
                    <a:pt x="180" y="383"/>
                  </a:lnTo>
                  <a:lnTo>
                    <a:pt x="169" y="376"/>
                  </a:lnTo>
                  <a:lnTo>
                    <a:pt x="160" y="373"/>
                  </a:lnTo>
                  <a:lnTo>
                    <a:pt x="141" y="364"/>
                  </a:lnTo>
                  <a:lnTo>
                    <a:pt x="134" y="358"/>
                  </a:lnTo>
                  <a:lnTo>
                    <a:pt x="111" y="348"/>
                  </a:lnTo>
                  <a:lnTo>
                    <a:pt x="75" y="308"/>
                  </a:lnTo>
                  <a:lnTo>
                    <a:pt x="70" y="248"/>
                  </a:lnTo>
                  <a:lnTo>
                    <a:pt x="85" y="192"/>
                  </a:lnTo>
                  <a:lnTo>
                    <a:pt x="87" y="186"/>
                  </a:lnTo>
                  <a:lnTo>
                    <a:pt x="91" y="170"/>
                  </a:lnTo>
                  <a:lnTo>
                    <a:pt x="86" y="153"/>
                  </a:lnTo>
                  <a:lnTo>
                    <a:pt x="76" y="137"/>
                  </a:lnTo>
                  <a:lnTo>
                    <a:pt x="67" y="134"/>
                  </a:lnTo>
                  <a:lnTo>
                    <a:pt x="40" y="127"/>
                  </a:lnTo>
                  <a:lnTo>
                    <a:pt x="26" y="118"/>
                  </a:lnTo>
                  <a:lnTo>
                    <a:pt x="14" y="104"/>
                  </a:lnTo>
                  <a:lnTo>
                    <a:pt x="7" y="95"/>
                  </a:lnTo>
                  <a:lnTo>
                    <a:pt x="4" y="84"/>
                  </a:lnTo>
                  <a:lnTo>
                    <a:pt x="1" y="77"/>
                  </a:lnTo>
                  <a:lnTo>
                    <a:pt x="0" y="68"/>
                  </a:lnTo>
                  <a:lnTo>
                    <a:pt x="7" y="53"/>
                  </a:lnTo>
                  <a:lnTo>
                    <a:pt x="23" y="20"/>
                  </a:lnTo>
                  <a:lnTo>
                    <a:pt x="51" y="0"/>
                  </a:lnTo>
                  <a:lnTo>
                    <a:pt x="138" y="16"/>
                  </a:lnTo>
                  <a:lnTo>
                    <a:pt x="285" y="8"/>
                  </a:lnTo>
                  <a:lnTo>
                    <a:pt x="291" y="8"/>
                  </a:lnTo>
                  <a:lnTo>
                    <a:pt x="318" y="6"/>
                  </a:lnTo>
                  <a:lnTo>
                    <a:pt x="356" y="3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9333064" y="1625301"/>
              <a:ext cx="681" cy="662"/>
            </a:xfrm>
            <a:custGeom>
              <a:avLst/>
              <a:pathLst>
                <a:path w="681" h="662">
                  <a:moveTo>
                    <a:pt x="345" y="610"/>
                  </a:moveTo>
                  <a:lnTo>
                    <a:pt x="317" y="662"/>
                  </a:lnTo>
                  <a:lnTo>
                    <a:pt x="276" y="652"/>
                  </a:lnTo>
                  <a:lnTo>
                    <a:pt x="193" y="584"/>
                  </a:lnTo>
                  <a:lnTo>
                    <a:pt x="187" y="579"/>
                  </a:lnTo>
                  <a:lnTo>
                    <a:pt x="182" y="574"/>
                  </a:lnTo>
                  <a:lnTo>
                    <a:pt x="107" y="441"/>
                  </a:lnTo>
                  <a:lnTo>
                    <a:pt x="13" y="380"/>
                  </a:lnTo>
                  <a:lnTo>
                    <a:pt x="0" y="373"/>
                  </a:lnTo>
                  <a:lnTo>
                    <a:pt x="2" y="356"/>
                  </a:lnTo>
                  <a:lnTo>
                    <a:pt x="4" y="294"/>
                  </a:lnTo>
                  <a:lnTo>
                    <a:pt x="51" y="241"/>
                  </a:lnTo>
                  <a:lnTo>
                    <a:pt x="76" y="200"/>
                  </a:lnTo>
                  <a:lnTo>
                    <a:pt x="80" y="193"/>
                  </a:lnTo>
                  <a:lnTo>
                    <a:pt x="229" y="209"/>
                  </a:lnTo>
                  <a:lnTo>
                    <a:pt x="345" y="196"/>
                  </a:lnTo>
                  <a:lnTo>
                    <a:pt x="448" y="111"/>
                  </a:lnTo>
                  <a:lnTo>
                    <a:pt x="447" y="95"/>
                  </a:lnTo>
                  <a:lnTo>
                    <a:pt x="452" y="69"/>
                  </a:lnTo>
                  <a:lnTo>
                    <a:pt x="459" y="47"/>
                  </a:lnTo>
                  <a:lnTo>
                    <a:pt x="525" y="0"/>
                  </a:lnTo>
                  <a:lnTo>
                    <a:pt x="602" y="11"/>
                  </a:lnTo>
                  <a:lnTo>
                    <a:pt x="672" y="101"/>
                  </a:lnTo>
                  <a:lnTo>
                    <a:pt x="681" y="113"/>
                  </a:lnTo>
                  <a:lnTo>
                    <a:pt x="679" y="184"/>
                  </a:lnTo>
                  <a:lnTo>
                    <a:pt x="626" y="216"/>
                  </a:lnTo>
                  <a:lnTo>
                    <a:pt x="538" y="269"/>
                  </a:lnTo>
                  <a:lnTo>
                    <a:pt x="509" y="287"/>
                  </a:lnTo>
                  <a:lnTo>
                    <a:pt x="454" y="321"/>
                  </a:lnTo>
                  <a:lnTo>
                    <a:pt x="433" y="342"/>
                  </a:lnTo>
                  <a:lnTo>
                    <a:pt x="419" y="357"/>
                  </a:lnTo>
                  <a:lnTo>
                    <a:pt x="390" y="387"/>
                  </a:lnTo>
                  <a:lnTo>
                    <a:pt x="364" y="465"/>
                  </a:lnTo>
                  <a:lnTo>
                    <a:pt x="358" y="482"/>
                  </a:lnTo>
                  <a:lnTo>
                    <a:pt x="338" y="542"/>
                  </a:lnTo>
                  <a:lnTo>
                    <a:pt x="360" y="583"/>
                  </a:lnTo>
                  <a:lnTo>
                    <a:pt x="345" y="61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9385130" y="1632970"/>
              <a:ext cx="2514" cy="1889"/>
            </a:xfrm>
            <a:custGeom>
              <a:avLst/>
              <a:pathLst>
                <a:path w="2514" h="1889">
                  <a:moveTo>
                    <a:pt x="1066" y="723"/>
                  </a:moveTo>
                  <a:lnTo>
                    <a:pt x="1199" y="775"/>
                  </a:lnTo>
                  <a:lnTo>
                    <a:pt x="1362" y="771"/>
                  </a:lnTo>
                  <a:lnTo>
                    <a:pt x="1410" y="769"/>
                  </a:lnTo>
                  <a:lnTo>
                    <a:pt x="1524" y="649"/>
                  </a:lnTo>
                  <a:lnTo>
                    <a:pt x="1551" y="620"/>
                  </a:lnTo>
                  <a:lnTo>
                    <a:pt x="1906" y="717"/>
                  </a:lnTo>
                  <a:lnTo>
                    <a:pt x="1937" y="802"/>
                  </a:lnTo>
                  <a:lnTo>
                    <a:pt x="1954" y="848"/>
                  </a:lnTo>
                  <a:lnTo>
                    <a:pt x="1907" y="1024"/>
                  </a:lnTo>
                  <a:lnTo>
                    <a:pt x="1913" y="1041"/>
                  </a:lnTo>
                  <a:lnTo>
                    <a:pt x="1979" y="1230"/>
                  </a:lnTo>
                  <a:lnTo>
                    <a:pt x="1995" y="1278"/>
                  </a:lnTo>
                  <a:lnTo>
                    <a:pt x="2030" y="1325"/>
                  </a:lnTo>
                  <a:lnTo>
                    <a:pt x="2059" y="1331"/>
                  </a:lnTo>
                  <a:lnTo>
                    <a:pt x="2175" y="1357"/>
                  </a:lnTo>
                  <a:lnTo>
                    <a:pt x="2261" y="1358"/>
                  </a:lnTo>
                  <a:lnTo>
                    <a:pt x="2301" y="1340"/>
                  </a:lnTo>
                  <a:lnTo>
                    <a:pt x="2384" y="1303"/>
                  </a:lnTo>
                  <a:lnTo>
                    <a:pt x="2420" y="1343"/>
                  </a:lnTo>
                  <a:lnTo>
                    <a:pt x="2436" y="1360"/>
                  </a:lnTo>
                  <a:lnTo>
                    <a:pt x="2442" y="1377"/>
                  </a:lnTo>
                  <a:lnTo>
                    <a:pt x="2456" y="1417"/>
                  </a:lnTo>
                  <a:lnTo>
                    <a:pt x="2463" y="1437"/>
                  </a:lnTo>
                  <a:lnTo>
                    <a:pt x="2449" y="1471"/>
                  </a:lnTo>
                  <a:lnTo>
                    <a:pt x="2431" y="1514"/>
                  </a:lnTo>
                  <a:lnTo>
                    <a:pt x="2505" y="1668"/>
                  </a:lnTo>
                  <a:lnTo>
                    <a:pt x="2514" y="1687"/>
                  </a:lnTo>
                  <a:lnTo>
                    <a:pt x="2509" y="1717"/>
                  </a:lnTo>
                  <a:lnTo>
                    <a:pt x="2255" y="1889"/>
                  </a:lnTo>
                  <a:lnTo>
                    <a:pt x="2245" y="1885"/>
                  </a:lnTo>
                  <a:lnTo>
                    <a:pt x="2090" y="1831"/>
                  </a:lnTo>
                  <a:lnTo>
                    <a:pt x="2054" y="1818"/>
                  </a:lnTo>
                  <a:lnTo>
                    <a:pt x="1927" y="1774"/>
                  </a:lnTo>
                  <a:lnTo>
                    <a:pt x="1868" y="1753"/>
                  </a:lnTo>
                  <a:lnTo>
                    <a:pt x="1707" y="1748"/>
                  </a:lnTo>
                  <a:lnTo>
                    <a:pt x="1687" y="1749"/>
                  </a:lnTo>
                  <a:lnTo>
                    <a:pt x="1669" y="1743"/>
                  </a:lnTo>
                  <a:lnTo>
                    <a:pt x="1450" y="1626"/>
                  </a:lnTo>
                  <a:lnTo>
                    <a:pt x="1440" y="1620"/>
                  </a:lnTo>
                  <a:lnTo>
                    <a:pt x="1332" y="1563"/>
                  </a:lnTo>
                  <a:lnTo>
                    <a:pt x="1308" y="1550"/>
                  </a:lnTo>
                  <a:lnTo>
                    <a:pt x="1291" y="1552"/>
                  </a:lnTo>
                  <a:lnTo>
                    <a:pt x="1265" y="1569"/>
                  </a:lnTo>
                  <a:lnTo>
                    <a:pt x="1256" y="1585"/>
                  </a:lnTo>
                  <a:lnTo>
                    <a:pt x="1253" y="1592"/>
                  </a:lnTo>
                  <a:lnTo>
                    <a:pt x="1252" y="1617"/>
                  </a:lnTo>
                  <a:lnTo>
                    <a:pt x="1254" y="1642"/>
                  </a:lnTo>
                  <a:lnTo>
                    <a:pt x="1252" y="1648"/>
                  </a:lnTo>
                  <a:lnTo>
                    <a:pt x="1241" y="1667"/>
                  </a:lnTo>
                  <a:lnTo>
                    <a:pt x="1228" y="1683"/>
                  </a:lnTo>
                  <a:lnTo>
                    <a:pt x="1212" y="1694"/>
                  </a:lnTo>
                  <a:lnTo>
                    <a:pt x="1188" y="1713"/>
                  </a:lnTo>
                  <a:lnTo>
                    <a:pt x="1178" y="1717"/>
                  </a:lnTo>
                  <a:lnTo>
                    <a:pt x="1147" y="1689"/>
                  </a:lnTo>
                  <a:lnTo>
                    <a:pt x="1096" y="1643"/>
                  </a:lnTo>
                  <a:lnTo>
                    <a:pt x="1054" y="1605"/>
                  </a:lnTo>
                  <a:lnTo>
                    <a:pt x="1014" y="1569"/>
                  </a:lnTo>
                  <a:lnTo>
                    <a:pt x="1004" y="1560"/>
                  </a:lnTo>
                  <a:lnTo>
                    <a:pt x="958" y="1519"/>
                  </a:lnTo>
                  <a:lnTo>
                    <a:pt x="914" y="1480"/>
                  </a:lnTo>
                  <a:lnTo>
                    <a:pt x="742" y="1352"/>
                  </a:lnTo>
                  <a:lnTo>
                    <a:pt x="598" y="1228"/>
                  </a:lnTo>
                  <a:lnTo>
                    <a:pt x="571" y="1205"/>
                  </a:lnTo>
                  <a:lnTo>
                    <a:pt x="314" y="1217"/>
                  </a:lnTo>
                  <a:lnTo>
                    <a:pt x="309" y="1215"/>
                  </a:lnTo>
                  <a:lnTo>
                    <a:pt x="290" y="1180"/>
                  </a:lnTo>
                  <a:lnTo>
                    <a:pt x="273" y="1161"/>
                  </a:lnTo>
                  <a:lnTo>
                    <a:pt x="255" y="1126"/>
                  </a:lnTo>
                  <a:lnTo>
                    <a:pt x="236" y="1090"/>
                  </a:lnTo>
                  <a:lnTo>
                    <a:pt x="208" y="1068"/>
                  </a:lnTo>
                  <a:lnTo>
                    <a:pt x="202" y="1053"/>
                  </a:lnTo>
                  <a:lnTo>
                    <a:pt x="204" y="1046"/>
                  </a:lnTo>
                  <a:lnTo>
                    <a:pt x="211" y="1038"/>
                  </a:lnTo>
                  <a:lnTo>
                    <a:pt x="223" y="1036"/>
                  </a:lnTo>
                  <a:lnTo>
                    <a:pt x="266" y="1038"/>
                  </a:lnTo>
                  <a:lnTo>
                    <a:pt x="403" y="1041"/>
                  </a:lnTo>
                  <a:lnTo>
                    <a:pt x="423" y="1042"/>
                  </a:lnTo>
                  <a:lnTo>
                    <a:pt x="448" y="1043"/>
                  </a:lnTo>
                  <a:lnTo>
                    <a:pt x="484" y="1044"/>
                  </a:lnTo>
                  <a:lnTo>
                    <a:pt x="538" y="1045"/>
                  </a:lnTo>
                  <a:lnTo>
                    <a:pt x="623" y="1048"/>
                  </a:lnTo>
                  <a:lnTo>
                    <a:pt x="649" y="1048"/>
                  </a:lnTo>
                  <a:lnTo>
                    <a:pt x="655" y="1044"/>
                  </a:lnTo>
                  <a:lnTo>
                    <a:pt x="666" y="1033"/>
                  </a:lnTo>
                  <a:lnTo>
                    <a:pt x="675" y="1013"/>
                  </a:lnTo>
                  <a:lnTo>
                    <a:pt x="672" y="999"/>
                  </a:lnTo>
                  <a:lnTo>
                    <a:pt x="675" y="993"/>
                  </a:lnTo>
                  <a:lnTo>
                    <a:pt x="680" y="986"/>
                  </a:lnTo>
                  <a:lnTo>
                    <a:pt x="685" y="968"/>
                  </a:lnTo>
                  <a:lnTo>
                    <a:pt x="683" y="955"/>
                  </a:lnTo>
                  <a:lnTo>
                    <a:pt x="680" y="944"/>
                  </a:lnTo>
                  <a:lnTo>
                    <a:pt x="611" y="856"/>
                  </a:lnTo>
                  <a:lnTo>
                    <a:pt x="553" y="858"/>
                  </a:lnTo>
                  <a:lnTo>
                    <a:pt x="499" y="859"/>
                  </a:lnTo>
                  <a:lnTo>
                    <a:pt x="455" y="771"/>
                  </a:lnTo>
                  <a:lnTo>
                    <a:pt x="442" y="745"/>
                  </a:lnTo>
                  <a:lnTo>
                    <a:pt x="398" y="659"/>
                  </a:lnTo>
                  <a:lnTo>
                    <a:pt x="379" y="621"/>
                  </a:lnTo>
                  <a:lnTo>
                    <a:pt x="348" y="559"/>
                  </a:lnTo>
                  <a:lnTo>
                    <a:pt x="327" y="548"/>
                  </a:lnTo>
                  <a:lnTo>
                    <a:pt x="290" y="527"/>
                  </a:lnTo>
                  <a:lnTo>
                    <a:pt x="124" y="436"/>
                  </a:lnTo>
                  <a:lnTo>
                    <a:pt x="14" y="317"/>
                  </a:lnTo>
                  <a:lnTo>
                    <a:pt x="0" y="301"/>
                  </a:lnTo>
                  <a:lnTo>
                    <a:pt x="88" y="249"/>
                  </a:lnTo>
                  <a:lnTo>
                    <a:pt x="113" y="234"/>
                  </a:lnTo>
                  <a:lnTo>
                    <a:pt x="139" y="235"/>
                  </a:lnTo>
                  <a:lnTo>
                    <a:pt x="220" y="238"/>
                  </a:lnTo>
                  <a:lnTo>
                    <a:pt x="292" y="241"/>
                  </a:lnTo>
                  <a:lnTo>
                    <a:pt x="324" y="242"/>
                  </a:lnTo>
                  <a:lnTo>
                    <a:pt x="333" y="242"/>
                  </a:lnTo>
                  <a:lnTo>
                    <a:pt x="473" y="70"/>
                  </a:lnTo>
                  <a:lnTo>
                    <a:pt x="764" y="0"/>
                  </a:lnTo>
                  <a:lnTo>
                    <a:pt x="861" y="112"/>
                  </a:lnTo>
                  <a:lnTo>
                    <a:pt x="947" y="331"/>
                  </a:lnTo>
                  <a:lnTo>
                    <a:pt x="963" y="542"/>
                  </a:lnTo>
                  <a:lnTo>
                    <a:pt x="1016" y="635"/>
                  </a:lnTo>
                  <a:lnTo>
                    <a:pt x="1066" y="72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9389911" y="1632500"/>
              <a:ext cx="991" cy="847"/>
            </a:xfrm>
            <a:custGeom>
              <a:avLst/>
              <a:pathLst>
                <a:path w="991" h="847">
                  <a:moveTo>
                    <a:pt x="980" y="475"/>
                  </a:moveTo>
                  <a:lnTo>
                    <a:pt x="991" y="515"/>
                  </a:lnTo>
                  <a:lnTo>
                    <a:pt x="961" y="568"/>
                  </a:lnTo>
                  <a:lnTo>
                    <a:pt x="951" y="587"/>
                  </a:lnTo>
                  <a:lnTo>
                    <a:pt x="914" y="599"/>
                  </a:lnTo>
                  <a:lnTo>
                    <a:pt x="826" y="627"/>
                  </a:lnTo>
                  <a:lnTo>
                    <a:pt x="792" y="638"/>
                  </a:lnTo>
                  <a:lnTo>
                    <a:pt x="295" y="847"/>
                  </a:lnTo>
                  <a:lnTo>
                    <a:pt x="258" y="831"/>
                  </a:lnTo>
                  <a:lnTo>
                    <a:pt x="138" y="774"/>
                  </a:lnTo>
                  <a:lnTo>
                    <a:pt x="129" y="770"/>
                  </a:lnTo>
                  <a:lnTo>
                    <a:pt x="83" y="748"/>
                  </a:lnTo>
                  <a:lnTo>
                    <a:pt x="77" y="743"/>
                  </a:lnTo>
                  <a:lnTo>
                    <a:pt x="50" y="722"/>
                  </a:lnTo>
                  <a:lnTo>
                    <a:pt x="0" y="682"/>
                  </a:lnTo>
                  <a:lnTo>
                    <a:pt x="25" y="553"/>
                  </a:lnTo>
                  <a:lnTo>
                    <a:pt x="45" y="516"/>
                  </a:lnTo>
                  <a:lnTo>
                    <a:pt x="99" y="415"/>
                  </a:lnTo>
                  <a:lnTo>
                    <a:pt x="86" y="374"/>
                  </a:lnTo>
                  <a:lnTo>
                    <a:pt x="80" y="372"/>
                  </a:lnTo>
                  <a:lnTo>
                    <a:pt x="75" y="366"/>
                  </a:lnTo>
                  <a:lnTo>
                    <a:pt x="71" y="360"/>
                  </a:lnTo>
                  <a:lnTo>
                    <a:pt x="68" y="352"/>
                  </a:lnTo>
                  <a:lnTo>
                    <a:pt x="62" y="343"/>
                  </a:lnTo>
                  <a:lnTo>
                    <a:pt x="53" y="337"/>
                  </a:lnTo>
                  <a:lnTo>
                    <a:pt x="48" y="334"/>
                  </a:lnTo>
                  <a:lnTo>
                    <a:pt x="48" y="329"/>
                  </a:lnTo>
                  <a:lnTo>
                    <a:pt x="52" y="325"/>
                  </a:lnTo>
                  <a:lnTo>
                    <a:pt x="60" y="321"/>
                  </a:lnTo>
                  <a:lnTo>
                    <a:pt x="69" y="315"/>
                  </a:lnTo>
                  <a:lnTo>
                    <a:pt x="73" y="309"/>
                  </a:lnTo>
                  <a:lnTo>
                    <a:pt x="75" y="301"/>
                  </a:lnTo>
                  <a:lnTo>
                    <a:pt x="76" y="292"/>
                  </a:lnTo>
                  <a:lnTo>
                    <a:pt x="78" y="285"/>
                  </a:lnTo>
                  <a:lnTo>
                    <a:pt x="85" y="281"/>
                  </a:lnTo>
                  <a:lnTo>
                    <a:pt x="92" y="281"/>
                  </a:lnTo>
                  <a:lnTo>
                    <a:pt x="104" y="283"/>
                  </a:lnTo>
                  <a:lnTo>
                    <a:pt x="123" y="288"/>
                  </a:lnTo>
                  <a:lnTo>
                    <a:pt x="137" y="294"/>
                  </a:lnTo>
                  <a:lnTo>
                    <a:pt x="148" y="300"/>
                  </a:lnTo>
                  <a:lnTo>
                    <a:pt x="158" y="308"/>
                  </a:lnTo>
                  <a:lnTo>
                    <a:pt x="178" y="323"/>
                  </a:lnTo>
                  <a:lnTo>
                    <a:pt x="213" y="348"/>
                  </a:lnTo>
                  <a:lnTo>
                    <a:pt x="244" y="367"/>
                  </a:lnTo>
                  <a:lnTo>
                    <a:pt x="255" y="377"/>
                  </a:lnTo>
                  <a:lnTo>
                    <a:pt x="263" y="387"/>
                  </a:lnTo>
                  <a:lnTo>
                    <a:pt x="270" y="393"/>
                  </a:lnTo>
                  <a:lnTo>
                    <a:pt x="277" y="396"/>
                  </a:lnTo>
                  <a:lnTo>
                    <a:pt x="305" y="398"/>
                  </a:lnTo>
                  <a:lnTo>
                    <a:pt x="384" y="362"/>
                  </a:lnTo>
                  <a:lnTo>
                    <a:pt x="395" y="357"/>
                  </a:lnTo>
                  <a:lnTo>
                    <a:pt x="403" y="353"/>
                  </a:lnTo>
                  <a:lnTo>
                    <a:pt x="417" y="333"/>
                  </a:lnTo>
                  <a:lnTo>
                    <a:pt x="477" y="249"/>
                  </a:lnTo>
                  <a:lnTo>
                    <a:pt x="492" y="228"/>
                  </a:lnTo>
                  <a:lnTo>
                    <a:pt x="503" y="181"/>
                  </a:lnTo>
                  <a:lnTo>
                    <a:pt x="491" y="167"/>
                  </a:lnTo>
                  <a:lnTo>
                    <a:pt x="443" y="109"/>
                  </a:lnTo>
                  <a:lnTo>
                    <a:pt x="436" y="101"/>
                  </a:lnTo>
                  <a:lnTo>
                    <a:pt x="413" y="64"/>
                  </a:lnTo>
                  <a:lnTo>
                    <a:pt x="409" y="58"/>
                  </a:lnTo>
                  <a:lnTo>
                    <a:pt x="406" y="53"/>
                  </a:lnTo>
                  <a:lnTo>
                    <a:pt x="406" y="43"/>
                  </a:lnTo>
                  <a:lnTo>
                    <a:pt x="407" y="31"/>
                  </a:lnTo>
                  <a:lnTo>
                    <a:pt x="407" y="22"/>
                  </a:lnTo>
                  <a:lnTo>
                    <a:pt x="441" y="12"/>
                  </a:lnTo>
                  <a:lnTo>
                    <a:pt x="451" y="8"/>
                  </a:lnTo>
                  <a:lnTo>
                    <a:pt x="479" y="0"/>
                  </a:lnTo>
                  <a:lnTo>
                    <a:pt x="548" y="37"/>
                  </a:lnTo>
                  <a:lnTo>
                    <a:pt x="642" y="88"/>
                  </a:lnTo>
                  <a:lnTo>
                    <a:pt x="835" y="194"/>
                  </a:lnTo>
                  <a:lnTo>
                    <a:pt x="860" y="233"/>
                  </a:lnTo>
                  <a:lnTo>
                    <a:pt x="869" y="247"/>
                  </a:lnTo>
                  <a:lnTo>
                    <a:pt x="933" y="349"/>
                  </a:lnTo>
                  <a:lnTo>
                    <a:pt x="945" y="368"/>
                  </a:lnTo>
                  <a:lnTo>
                    <a:pt x="956" y="385"/>
                  </a:lnTo>
                  <a:lnTo>
                    <a:pt x="959" y="398"/>
                  </a:lnTo>
                  <a:lnTo>
                    <a:pt x="980" y="47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9391347" y="1631964"/>
              <a:ext cx="1232" cy="926"/>
            </a:xfrm>
            <a:custGeom>
              <a:avLst/>
              <a:pathLst>
                <a:path w="1232" h="926">
                  <a:moveTo>
                    <a:pt x="272" y="71"/>
                  </a:moveTo>
                  <a:lnTo>
                    <a:pt x="412" y="168"/>
                  </a:lnTo>
                  <a:lnTo>
                    <a:pt x="496" y="258"/>
                  </a:lnTo>
                  <a:lnTo>
                    <a:pt x="627" y="311"/>
                  </a:lnTo>
                  <a:lnTo>
                    <a:pt x="640" y="316"/>
                  </a:lnTo>
                  <a:lnTo>
                    <a:pt x="655" y="322"/>
                  </a:lnTo>
                  <a:lnTo>
                    <a:pt x="662" y="323"/>
                  </a:lnTo>
                  <a:lnTo>
                    <a:pt x="672" y="321"/>
                  </a:lnTo>
                  <a:lnTo>
                    <a:pt x="680" y="316"/>
                  </a:lnTo>
                  <a:lnTo>
                    <a:pt x="770" y="252"/>
                  </a:lnTo>
                  <a:lnTo>
                    <a:pt x="788" y="239"/>
                  </a:lnTo>
                  <a:lnTo>
                    <a:pt x="795" y="234"/>
                  </a:lnTo>
                  <a:lnTo>
                    <a:pt x="850" y="238"/>
                  </a:lnTo>
                  <a:lnTo>
                    <a:pt x="857" y="271"/>
                  </a:lnTo>
                  <a:lnTo>
                    <a:pt x="871" y="355"/>
                  </a:lnTo>
                  <a:lnTo>
                    <a:pt x="876" y="382"/>
                  </a:lnTo>
                  <a:lnTo>
                    <a:pt x="948" y="324"/>
                  </a:lnTo>
                  <a:lnTo>
                    <a:pt x="1004" y="300"/>
                  </a:lnTo>
                  <a:lnTo>
                    <a:pt x="1015" y="295"/>
                  </a:lnTo>
                  <a:lnTo>
                    <a:pt x="1029" y="290"/>
                  </a:lnTo>
                  <a:lnTo>
                    <a:pt x="1067" y="274"/>
                  </a:lnTo>
                  <a:lnTo>
                    <a:pt x="1077" y="262"/>
                  </a:lnTo>
                  <a:lnTo>
                    <a:pt x="1079" y="253"/>
                  </a:lnTo>
                  <a:lnTo>
                    <a:pt x="1077" y="239"/>
                  </a:lnTo>
                  <a:lnTo>
                    <a:pt x="1067" y="223"/>
                  </a:lnTo>
                  <a:lnTo>
                    <a:pt x="1047" y="202"/>
                  </a:lnTo>
                  <a:lnTo>
                    <a:pt x="1042" y="189"/>
                  </a:lnTo>
                  <a:lnTo>
                    <a:pt x="1046" y="184"/>
                  </a:lnTo>
                  <a:lnTo>
                    <a:pt x="1051" y="183"/>
                  </a:lnTo>
                  <a:lnTo>
                    <a:pt x="1078" y="188"/>
                  </a:lnTo>
                  <a:lnTo>
                    <a:pt x="1104" y="191"/>
                  </a:lnTo>
                  <a:lnTo>
                    <a:pt x="1132" y="198"/>
                  </a:lnTo>
                  <a:lnTo>
                    <a:pt x="1157" y="212"/>
                  </a:lnTo>
                  <a:lnTo>
                    <a:pt x="1180" y="230"/>
                  </a:lnTo>
                  <a:lnTo>
                    <a:pt x="1192" y="240"/>
                  </a:lnTo>
                  <a:lnTo>
                    <a:pt x="1208" y="259"/>
                  </a:lnTo>
                  <a:lnTo>
                    <a:pt x="1214" y="271"/>
                  </a:lnTo>
                  <a:lnTo>
                    <a:pt x="1216" y="280"/>
                  </a:lnTo>
                  <a:lnTo>
                    <a:pt x="1221" y="308"/>
                  </a:lnTo>
                  <a:lnTo>
                    <a:pt x="1227" y="334"/>
                  </a:lnTo>
                  <a:lnTo>
                    <a:pt x="1228" y="341"/>
                  </a:lnTo>
                  <a:lnTo>
                    <a:pt x="1232" y="360"/>
                  </a:lnTo>
                  <a:lnTo>
                    <a:pt x="1212" y="396"/>
                  </a:lnTo>
                  <a:lnTo>
                    <a:pt x="1127" y="422"/>
                  </a:lnTo>
                  <a:lnTo>
                    <a:pt x="1131" y="471"/>
                  </a:lnTo>
                  <a:lnTo>
                    <a:pt x="1138" y="568"/>
                  </a:lnTo>
                  <a:lnTo>
                    <a:pt x="1030" y="568"/>
                  </a:lnTo>
                  <a:lnTo>
                    <a:pt x="957" y="568"/>
                  </a:lnTo>
                  <a:lnTo>
                    <a:pt x="955" y="595"/>
                  </a:lnTo>
                  <a:lnTo>
                    <a:pt x="954" y="620"/>
                  </a:lnTo>
                  <a:lnTo>
                    <a:pt x="944" y="753"/>
                  </a:lnTo>
                  <a:lnTo>
                    <a:pt x="944" y="763"/>
                  </a:lnTo>
                  <a:lnTo>
                    <a:pt x="928" y="793"/>
                  </a:lnTo>
                  <a:lnTo>
                    <a:pt x="919" y="808"/>
                  </a:lnTo>
                  <a:lnTo>
                    <a:pt x="890" y="862"/>
                  </a:lnTo>
                  <a:lnTo>
                    <a:pt x="865" y="908"/>
                  </a:lnTo>
                  <a:lnTo>
                    <a:pt x="813" y="918"/>
                  </a:lnTo>
                  <a:lnTo>
                    <a:pt x="769" y="926"/>
                  </a:lnTo>
                  <a:lnTo>
                    <a:pt x="739" y="919"/>
                  </a:lnTo>
                  <a:lnTo>
                    <a:pt x="616" y="892"/>
                  </a:lnTo>
                  <a:lnTo>
                    <a:pt x="528" y="872"/>
                  </a:lnTo>
                  <a:lnTo>
                    <a:pt x="493" y="840"/>
                  </a:lnTo>
                  <a:lnTo>
                    <a:pt x="525" y="775"/>
                  </a:lnTo>
                  <a:lnTo>
                    <a:pt x="535" y="763"/>
                  </a:lnTo>
                  <a:lnTo>
                    <a:pt x="542" y="754"/>
                  </a:lnTo>
                  <a:lnTo>
                    <a:pt x="546" y="745"/>
                  </a:lnTo>
                  <a:lnTo>
                    <a:pt x="547" y="737"/>
                  </a:lnTo>
                  <a:lnTo>
                    <a:pt x="547" y="729"/>
                  </a:lnTo>
                  <a:lnTo>
                    <a:pt x="551" y="720"/>
                  </a:lnTo>
                  <a:lnTo>
                    <a:pt x="567" y="695"/>
                  </a:lnTo>
                  <a:lnTo>
                    <a:pt x="576" y="688"/>
                  </a:lnTo>
                  <a:lnTo>
                    <a:pt x="579" y="681"/>
                  </a:lnTo>
                  <a:lnTo>
                    <a:pt x="578" y="676"/>
                  </a:lnTo>
                  <a:lnTo>
                    <a:pt x="576" y="669"/>
                  </a:lnTo>
                  <a:lnTo>
                    <a:pt x="567" y="655"/>
                  </a:lnTo>
                  <a:lnTo>
                    <a:pt x="553" y="641"/>
                  </a:lnTo>
                  <a:lnTo>
                    <a:pt x="543" y="632"/>
                  </a:lnTo>
                  <a:lnTo>
                    <a:pt x="535" y="630"/>
                  </a:lnTo>
                  <a:lnTo>
                    <a:pt x="526" y="630"/>
                  </a:lnTo>
                  <a:lnTo>
                    <a:pt x="514" y="635"/>
                  </a:lnTo>
                  <a:lnTo>
                    <a:pt x="500" y="640"/>
                  </a:lnTo>
                  <a:lnTo>
                    <a:pt x="481" y="651"/>
                  </a:lnTo>
                  <a:lnTo>
                    <a:pt x="473" y="660"/>
                  </a:lnTo>
                  <a:lnTo>
                    <a:pt x="467" y="665"/>
                  </a:lnTo>
                  <a:lnTo>
                    <a:pt x="460" y="670"/>
                  </a:lnTo>
                  <a:lnTo>
                    <a:pt x="450" y="672"/>
                  </a:lnTo>
                  <a:lnTo>
                    <a:pt x="440" y="673"/>
                  </a:lnTo>
                  <a:lnTo>
                    <a:pt x="432" y="671"/>
                  </a:lnTo>
                  <a:lnTo>
                    <a:pt x="424" y="667"/>
                  </a:lnTo>
                  <a:lnTo>
                    <a:pt x="413" y="656"/>
                  </a:lnTo>
                  <a:lnTo>
                    <a:pt x="407" y="644"/>
                  </a:lnTo>
                  <a:lnTo>
                    <a:pt x="384" y="620"/>
                  </a:lnTo>
                  <a:lnTo>
                    <a:pt x="374" y="613"/>
                  </a:lnTo>
                  <a:lnTo>
                    <a:pt x="368" y="604"/>
                  </a:lnTo>
                  <a:lnTo>
                    <a:pt x="365" y="593"/>
                  </a:lnTo>
                  <a:lnTo>
                    <a:pt x="368" y="453"/>
                  </a:lnTo>
                  <a:lnTo>
                    <a:pt x="365" y="427"/>
                  </a:lnTo>
                  <a:lnTo>
                    <a:pt x="357" y="375"/>
                  </a:lnTo>
                  <a:lnTo>
                    <a:pt x="355" y="360"/>
                  </a:lnTo>
                  <a:lnTo>
                    <a:pt x="339" y="307"/>
                  </a:lnTo>
                  <a:lnTo>
                    <a:pt x="326" y="292"/>
                  </a:lnTo>
                  <a:lnTo>
                    <a:pt x="240" y="197"/>
                  </a:lnTo>
                  <a:lnTo>
                    <a:pt x="132" y="115"/>
                  </a:lnTo>
                  <a:lnTo>
                    <a:pt x="37" y="102"/>
                  </a:lnTo>
                  <a:lnTo>
                    <a:pt x="28" y="98"/>
                  </a:lnTo>
                  <a:lnTo>
                    <a:pt x="19" y="93"/>
                  </a:lnTo>
                  <a:lnTo>
                    <a:pt x="15" y="89"/>
                  </a:lnTo>
                  <a:lnTo>
                    <a:pt x="14" y="83"/>
                  </a:lnTo>
                  <a:lnTo>
                    <a:pt x="16" y="76"/>
                  </a:lnTo>
                  <a:lnTo>
                    <a:pt x="17" y="65"/>
                  </a:lnTo>
                  <a:lnTo>
                    <a:pt x="14" y="51"/>
                  </a:lnTo>
                  <a:lnTo>
                    <a:pt x="9" y="37"/>
                  </a:lnTo>
                  <a:lnTo>
                    <a:pt x="3" y="24"/>
                  </a:lnTo>
                  <a:lnTo>
                    <a:pt x="0" y="16"/>
                  </a:lnTo>
                  <a:lnTo>
                    <a:pt x="0" y="10"/>
                  </a:lnTo>
                  <a:lnTo>
                    <a:pt x="5" y="3"/>
                  </a:lnTo>
                  <a:lnTo>
                    <a:pt x="9" y="1"/>
                  </a:lnTo>
                  <a:lnTo>
                    <a:pt x="15" y="0"/>
                  </a:lnTo>
                  <a:lnTo>
                    <a:pt x="26" y="1"/>
                  </a:lnTo>
                  <a:lnTo>
                    <a:pt x="34" y="5"/>
                  </a:lnTo>
                  <a:lnTo>
                    <a:pt x="41" y="11"/>
                  </a:lnTo>
                  <a:lnTo>
                    <a:pt x="254" y="67"/>
                  </a:lnTo>
                  <a:lnTo>
                    <a:pt x="272" y="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9388359" y="1631529"/>
              <a:ext cx="809" cy="449"/>
            </a:xfrm>
            <a:custGeom>
              <a:avLst/>
              <a:pathLst>
                <a:path w="809" h="449">
                  <a:moveTo>
                    <a:pt x="495" y="122"/>
                  </a:moveTo>
                  <a:lnTo>
                    <a:pt x="520" y="135"/>
                  </a:lnTo>
                  <a:lnTo>
                    <a:pt x="546" y="150"/>
                  </a:lnTo>
                  <a:lnTo>
                    <a:pt x="614" y="186"/>
                  </a:lnTo>
                  <a:lnTo>
                    <a:pt x="647" y="196"/>
                  </a:lnTo>
                  <a:lnTo>
                    <a:pt x="739" y="224"/>
                  </a:lnTo>
                  <a:lnTo>
                    <a:pt x="754" y="228"/>
                  </a:lnTo>
                  <a:lnTo>
                    <a:pt x="799" y="274"/>
                  </a:lnTo>
                  <a:lnTo>
                    <a:pt x="809" y="310"/>
                  </a:lnTo>
                  <a:lnTo>
                    <a:pt x="787" y="323"/>
                  </a:lnTo>
                  <a:lnTo>
                    <a:pt x="774" y="331"/>
                  </a:lnTo>
                  <a:lnTo>
                    <a:pt x="683" y="386"/>
                  </a:lnTo>
                  <a:lnTo>
                    <a:pt x="663" y="398"/>
                  </a:lnTo>
                  <a:lnTo>
                    <a:pt x="628" y="382"/>
                  </a:lnTo>
                  <a:lnTo>
                    <a:pt x="625" y="376"/>
                  </a:lnTo>
                  <a:lnTo>
                    <a:pt x="611" y="371"/>
                  </a:lnTo>
                  <a:lnTo>
                    <a:pt x="599" y="367"/>
                  </a:lnTo>
                  <a:lnTo>
                    <a:pt x="582" y="364"/>
                  </a:lnTo>
                  <a:lnTo>
                    <a:pt x="567" y="363"/>
                  </a:lnTo>
                  <a:lnTo>
                    <a:pt x="552" y="368"/>
                  </a:lnTo>
                  <a:lnTo>
                    <a:pt x="522" y="392"/>
                  </a:lnTo>
                  <a:lnTo>
                    <a:pt x="507" y="405"/>
                  </a:lnTo>
                  <a:lnTo>
                    <a:pt x="476" y="430"/>
                  </a:lnTo>
                  <a:lnTo>
                    <a:pt x="452" y="441"/>
                  </a:lnTo>
                  <a:lnTo>
                    <a:pt x="422" y="449"/>
                  </a:lnTo>
                  <a:lnTo>
                    <a:pt x="411" y="449"/>
                  </a:lnTo>
                  <a:lnTo>
                    <a:pt x="404" y="446"/>
                  </a:lnTo>
                  <a:lnTo>
                    <a:pt x="395" y="438"/>
                  </a:lnTo>
                  <a:lnTo>
                    <a:pt x="389" y="431"/>
                  </a:lnTo>
                  <a:lnTo>
                    <a:pt x="383" y="423"/>
                  </a:lnTo>
                  <a:lnTo>
                    <a:pt x="376" y="404"/>
                  </a:lnTo>
                  <a:lnTo>
                    <a:pt x="374" y="400"/>
                  </a:lnTo>
                  <a:lnTo>
                    <a:pt x="374" y="395"/>
                  </a:lnTo>
                  <a:lnTo>
                    <a:pt x="380" y="382"/>
                  </a:lnTo>
                  <a:lnTo>
                    <a:pt x="380" y="370"/>
                  </a:lnTo>
                  <a:lnTo>
                    <a:pt x="375" y="363"/>
                  </a:lnTo>
                  <a:lnTo>
                    <a:pt x="369" y="360"/>
                  </a:lnTo>
                  <a:lnTo>
                    <a:pt x="324" y="338"/>
                  </a:lnTo>
                  <a:lnTo>
                    <a:pt x="282" y="317"/>
                  </a:lnTo>
                  <a:lnTo>
                    <a:pt x="244" y="310"/>
                  </a:lnTo>
                  <a:lnTo>
                    <a:pt x="224" y="307"/>
                  </a:lnTo>
                  <a:lnTo>
                    <a:pt x="196" y="302"/>
                  </a:lnTo>
                  <a:lnTo>
                    <a:pt x="143" y="271"/>
                  </a:lnTo>
                  <a:lnTo>
                    <a:pt x="98" y="140"/>
                  </a:lnTo>
                  <a:lnTo>
                    <a:pt x="69" y="85"/>
                  </a:lnTo>
                  <a:lnTo>
                    <a:pt x="19" y="81"/>
                  </a:lnTo>
                  <a:lnTo>
                    <a:pt x="3" y="78"/>
                  </a:lnTo>
                  <a:lnTo>
                    <a:pt x="1" y="71"/>
                  </a:lnTo>
                  <a:lnTo>
                    <a:pt x="3" y="63"/>
                  </a:lnTo>
                  <a:lnTo>
                    <a:pt x="0" y="41"/>
                  </a:lnTo>
                  <a:lnTo>
                    <a:pt x="0" y="28"/>
                  </a:lnTo>
                  <a:lnTo>
                    <a:pt x="9" y="22"/>
                  </a:lnTo>
                  <a:lnTo>
                    <a:pt x="44" y="0"/>
                  </a:lnTo>
                  <a:lnTo>
                    <a:pt x="63" y="11"/>
                  </a:lnTo>
                  <a:lnTo>
                    <a:pt x="160" y="65"/>
                  </a:lnTo>
                  <a:lnTo>
                    <a:pt x="165" y="66"/>
                  </a:lnTo>
                  <a:lnTo>
                    <a:pt x="198" y="73"/>
                  </a:lnTo>
                  <a:lnTo>
                    <a:pt x="278" y="91"/>
                  </a:lnTo>
                  <a:lnTo>
                    <a:pt x="328" y="103"/>
                  </a:lnTo>
                  <a:lnTo>
                    <a:pt x="344" y="101"/>
                  </a:lnTo>
                  <a:lnTo>
                    <a:pt x="373" y="93"/>
                  </a:lnTo>
                  <a:lnTo>
                    <a:pt x="381" y="88"/>
                  </a:lnTo>
                  <a:lnTo>
                    <a:pt x="388" y="83"/>
                  </a:lnTo>
                  <a:lnTo>
                    <a:pt x="389" y="72"/>
                  </a:lnTo>
                  <a:lnTo>
                    <a:pt x="387" y="65"/>
                  </a:lnTo>
                  <a:lnTo>
                    <a:pt x="383" y="48"/>
                  </a:lnTo>
                  <a:lnTo>
                    <a:pt x="382" y="26"/>
                  </a:lnTo>
                  <a:lnTo>
                    <a:pt x="386" y="17"/>
                  </a:lnTo>
                  <a:lnTo>
                    <a:pt x="395" y="10"/>
                  </a:lnTo>
                  <a:lnTo>
                    <a:pt x="405" y="7"/>
                  </a:lnTo>
                  <a:lnTo>
                    <a:pt x="416" y="7"/>
                  </a:lnTo>
                  <a:lnTo>
                    <a:pt x="425" y="9"/>
                  </a:lnTo>
                  <a:lnTo>
                    <a:pt x="432" y="14"/>
                  </a:lnTo>
                  <a:lnTo>
                    <a:pt x="436" y="18"/>
                  </a:lnTo>
                  <a:lnTo>
                    <a:pt x="436" y="25"/>
                  </a:lnTo>
                  <a:lnTo>
                    <a:pt x="437" y="39"/>
                  </a:lnTo>
                  <a:lnTo>
                    <a:pt x="437" y="54"/>
                  </a:lnTo>
                  <a:lnTo>
                    <a:pt x="438" y="63"/>
                  </a:lnTo>
                  <a:lnTo>
                    <a:pt x="443" y="77"/>
                  </a:lnTo>
                  <a:lnTo>
                    <a:pt x="452" y="87"/>
                  </a:lnTo>
                  <a:lnTo>
                    <a:pt x="459" y="93"/>
                  </a:lnTo>
                  <a:lnTo>
                    <a:pt x="495" y="12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9389248" y="1631396"/>
              <a:ext cx="764" cy="673"/>
            </a:xfrm>
            <a:custGeom>
              <a:avLst/>
              <a:pathLst>
                <a:path w="764" h="673">
                  <a:moveTo>
                    <a:pt x="518" y="301"/>
                  </a:moveTo>
                  <a:lnTo>
                    <a:pt x="564" y="320"/>
                  </a:lnTo>
                  <a:lnTo>
                    <a:pt x="637" y="276"/>
                  </a:lnTo>
                  <a:lnTo>
                    <a:pt x="644" y="271"/>
                  </a:lnTo>
                  <a:lnTo>
                    <a:pt x="674" y="253"/>
                  </a:lnTo>
                  <a:lnTo>
                    <a:pt x="706" y="272"/>
                  </a:lnTo>
                  <a:lnTo>
                    <a:pt x="723" y="282"/>
                  </a:lnTo>
                  <a:lnTo>
                    <a:pt x="764" y="331"/>
                  </a:lnTo>
                  <a:lnTo>
                    <a:pt x="763" y="337"/>
                  </a:lnTo>
                  <a:lnTo>
                    <a:pt x="660" y="412"/>
                  </a:lnTo>
                  <a:lnTo>
                    <a:pt x="632" y="450"/>
                  </a:lnTo>
                  <a:lnTo>
                    <a:pt x="636" y="461"/>
                  </a:lnTo>
                  <a:lnTo>
                    <a:pt x="645" y="490"/>
                  </a:lnTo>
                  <a:lnTo>
                    <a:pt x="693" y="531"/>
                  </a:lnTo>
                  <a:lnTo>
                    <a:pt x="687" y="564"/>
                  </a:lnTo>
                  <a:lnTo>
                    <a:pt x="683" y="585"/>
                  </a:lnTo>
                  <a:lnTo>
                    <a:pt x="673" y="637"/>
                  </a:lnTo>
                  <a:lnTo>
                    <a:pt x="672" y="644"/>
                  </a:lnTo>
                  <a:lnTo>
                    <a:pt x="628" y="673"/>
                  </a:lnTo>
                  <a:lnTo>
                    <a:pt x="565" y="639"/>
                  </a:lnTo>
                  <a:lnTo>
                    <a:pt x="504" y="576"/>
                  </a:lnTo>
                  <a:lnTo>
                    <a:pt x="502" y="569"/>
                  </a:lnTo>
                  <a:lnTo>
                    <a:pt x="475" y="477"/>
                  </a:lnTo>
                  <a:lnTo>
                    <a:pt x="453" y="442"/>
                  </a:lnTo>
                  <a:lnTo>
                    <a:pt x="380" y="432"/>
                  </a:lnTo>
                  <a:lnTo>
                    <a:pt x="278" y="417"/>
                  </a:lnTo>
                  <a:lnTo>
                    <a:pt x="261" y="422"/>
                  </a:lnTo>
                  <a:lnTo>
                    <a:pt x="213" y="435"/>
                  </a:lnTo>
                  <a:lnTo>
                    <a:pt x="205" y="437"/>
                  </a:lnTo>
                  <a:lnTo>
                    <a:pt x="168" y="397"/>
                  </a:lnTo>
                  <a:lnTo>
                    <a:pt x="146" y="372"/>
                  </a:lnTo>
                  <a:lnTo>
                    <a:pt x="131" y="356"/>
                  </a:lnTo>
                  <a:lnTo>
                    <a:pt x="112" y="328"/>
                  </a:lnTo>
                  <a:lnTo>
                    <a:pt x="94" y="302"/>
                  </a:lnTo>
                  <a:lnTo>
                    <a:pt x="9" y="268"/>
                  </a:lnTo>
                  <a:lnTo>
                    <a:pt x="8" y="252"/>
                  </a:lnTo>
                  <a:lnTo>
                    <a:pt x="0" y="116"/>
                  </a:lnTo>
                  <a:lnTo>
                    <a:pt x="8" y="90"/>
                  </a:lnTo>
                  <a:lnTo>
                    <a:pt x="236" y="5"/>
                  </a:lnTo>
                  <a:lnTo>
                    <a:pt x="250" y="0"/>
                  </a:lnTo>
                  <a:lnTo>
                    <a:pt x="289" y="7"/>
                  </a:lnTo>
                  <a:lnTo>
                    <a:pt x="301" y="10"/>
                  </a:lnTo>
                  <a:lnTo>
                    <a:pt x="358" y="58"/>
                  </a:lnTo>
                  <a:lnTo>
                    <a:pt x="399" y="143"/>
                  </a:lnTo>
                  <a:lnTo>
                    <a:pt x="403" y="150"/>
                  </a:lnTo>
                  <a:lnTo>
                    <a:pt x="465" y="211"/>
                  </a:lnTo>
                  <a:lnTo>
                    <a:pt x="478" y="224"/>
                  </a:lnTo>
                  <a:lnTo>
                    <a:pt x="495" y="276"/>
                  </a:lnTo>
                  <a:lnTo>
                    <a:pt x="500" y="293"/>
                  </a:lnTo>
                  <a:lnTo>
                    <a:pt x="518" y="30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9372215" y="1626582"/>
              <a:ext cx="995" cy="460"/>
            </a:xfrm>
            <a:custGeom>
              <a:avLst/>
              <a:pathLst>
                <a:path w="995" h="460">
                  <a:moveTo>
                    <a:pt x="463" y="48"/>
                  </a:moveTo>
                  <a:lnTo>
                    <a:pt x="536" y="109"/>
                  </a:lnTo>
                  <a:lnTo>
                    <a:pt x="560" y="149"/>
                  </a:lnTo>
                  <a:lnTo>
                    <a:pt x="558" y="168"/>
                  </a:lnTo>
                  <a:lnTo>
                    <a:pt x="557" y="178"/>
                  </a:lnTo>
                  <a:lnTo>
                    <a:pt x="612" y="208"/>
                  </a:lnTo>
                  <a:lnTo>
                    <a:pt x="618" y="211"/>
                  </a:lnTo>
                  <a:lnTo>
                    <a:pt x="626" y="215"/>
                  </a:lnTo>
                  <a:lnTo>
                    <a:pt x="636" y="220"/>
                  </a:lnTo>
                  <a:lnTo>
                    <a:pt x="667" y="249"/>
                  </a:lnTo>
                  <a:lnTo>
                    <a:pt x="670" y="256"/>
                  </a:lnTo>
                  <a:lnTo>
                    <a:pt x="680" y="282"/>
                  </a:lnTo>
                  <a:lnTo>
                    <a:pt x="682" y="290"/>
                  </a:lnTo>
                  <a:lnTo>
                    <a:pt x="683" y="296"/>
                  </a:lnTo>
                  <a:lnTo>
                    <a:pt x="681" y="304"/>
                  </a:lnTo>
                  <a:lnTo>
                    <a:pt x="681" y="313"/>
                  </a:lnTo>
                  <a:lnTo>
                    <a:pt x="682" y="321"/>
                  </a:lnTo>
                  <a:lnTo>
                    <a:pt x="697" y="334"/>
                  </a:lnTo>
                  <a:lnTo>
                    <a:pt x="703" y="337"/>
                  </a:lnTo>
                  <a:lnTo>
                    <a:pt x="716" y="342"/>
                  </a:lnTo>
                  <a:lnTo>
                    <a:pt x="731" y="339"/>
                  </a:lnTo>
                  <a:lnTo>
                    <a:pt x="747" y="334"/>
                  </a:lnTo>
                  <a:lnTo>
                    <a:pt x="781" y="316"/>
                  </a:lnTo>
                  <a:lnTo>
                    <a:pt x="792" y="307"/>
                  </a:lnTo>
                  <a:lnTo>
                    <a:pt x="799" y="304"/>
                  </a:lnTo>
                  <a:lnTo>
                    <a:pt x="805" y="303"/>
                  </a:lnTo>
                  <a:lnTo>
                    <a:pt x="827" y="308"/>
                  </a:lnTo>
                  <a:lnTo>
                    <a:pt x="919" y="348"/>
                  </a:lnTo>
                  <a:lnTo>
                    <a:pt x="960" y="368"/>
                  </a:lnTo>
                  <a:lnTo>
                    <a:pt x="976" y="422"/>
                  </a:lnTo>
                  <a:lnTo>
                    <a:pt x="990" y="450"/>
                  </a:lnTo>
                  <a:lnTo>
                    <a:pt x="995" y="460"/>
                  </a:lnTo>
                  <a:lnTo>
                    <a:pt x="968" y="459"/>
                  </a:lnTo>
                  <a:lnTo>
                    <a:pt x="956" y="459"/>
                  </a:lnTo>
                  <a:lnTo>
                    <a:pt x="911" y="453"/>
                  </a:lnTo>
                  <a:lnTo>
                    <a:pt x="844" y="426"/>
                  </a:lnTo>
                  <a:lnTo>
                    <a:pt x="825" y="418"/>
                  </a:lnTo>
                  <a:lnTo>
                    <a:pt x="735" y="403"/>
                  </a:lnTo>
                  <a:lnTo>
                    <a:pt x="676" y="391"/>
                  </a:lnTo>
                  <a:lnTo>
                    <a:pt x="668" y="388"/>
                  </a:lnTo>
                  <a:lnTo>
                    <a:pt x="522" y="321"/>
                  </a:lnTo>
                  <a:lnTo>
                    <a:pt x="508" y="314"/>
                  </a:lnTo>
                  <a:lnTo>
                    <a:pt x="424" y="278"/>
                  </a:lnTo>
                  <a:lnTo>
                    <a:pt x="331" y="243"/>
                  </a:lnTo>
                  <a:lnTo>
                    <a:pt x="300" y="238"/>
                  </a:lnTo>
                  <a:lnTo>
                    <a:pt x="261" y="233"/>
                  </a:lnTo>
                  <a:lnTo>
                    <a:pt x="188" y="222"/>
                  </a:lnTo>
                  <a:lnTo>
                    <a:pt x="60" y="202"/>
                  </a:lnTo>
                  <a:lnTo>
                    <a:pt x="15" y="183"/>
                  </a:lnTo>
                  <a:lnTo>
                    <a:pt x="5" y="169"/>
                  </a:lnTo>
                  <a:lnTo>
                    <a:pt x="0" y="158"/>
                  </a:lnTo>
                  <a:lnTo>
                    <a:pt x="0" y="149"/>
                  </a:lnTo>
                  <a:lnTo>
                    <a:pt x="0" y="140"/>
                  </a:lnTo>
                  <a:lnTo>
                    <a:pt x="4" y="133"/>
                  </a:lnTo>
                  <a:lnTo>
                    <a:pt x="12" y="127"/>
                  </a:lnTo>
                  <a:lnTo>
                    <a:pt x="27" y="117"/>
                  </a:lnTo>
                  <a:lnTo>
                    <a:pt x="47" y="104"/>
                  </a:lnTo>
                  <a:lnTo>
                    <a:pt x="133" y="99"/>
                  </a:lnTo>
                  <a:lnTo>
                    <a:pt x="149" y="98"/>
                  </a:lnTo>
                  <a:lnTo>
                    <a:pt x="206" y="60"/>
                  </a:lnTo>
                  <a:lnTo>
                    <a:pt x="237" y="37"/>
                  </a:lnTo>
                  <a:lnTo>
                    <a:pt x="271" y="45"/>
                  </a:lnTo>
                  <a:lnTo>
                    <a:pt x="316" y="54"/>
                  </a:lnTo>
                  <a:lnTo>
                    <a:pt x="365" y="0"/>
                  </a:lnTo>
                  <a:lnTo>
                    <a:pt x="391" y="1"/>
                  </a:lnTo>
                  <a:lnTo>
                    <a:pt x="408" y="12"/>
                  </a:lnTo>
                  <a:lnTo>
                    <a:pt x="436" y="31"/>
                  </a:lnTo>
                  <a:lnTo>
                    <a:pt x="463" y="4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9367834" y="1625395"/>
              <a:ext cx="579" cy="386"/>
            </a:xfrm>
            <a:custGeom>
              <a:avLst/>
              <a:pathLst>
                <a:path w="579" h="386">
                  <a:moveTo>
                    <a:pt x="335" y="260"/>
                  </a:moveTo>
                  <a:lnTo>
                    <a:pt x="411" y="367"/>
                  </a:lnTo>
                  <a:lnTo>
                    <a:pt x="416" y="377"/>
                  </a:lnTo>
                  <a:lnTo>
                    <a:pt x="415" y="383"/>
                  </a:lnTo>
                  <a:lnTo>
                    <a:pt x="409" y="386"/>
                  </a:lnTo>
                  <a:lnTo>
                    <a:pt x="390" y="379"/>
                  </a:lnTo>
                  <a:lnTo>
                    <a:pt x="287" y="326"/>
                  </a:lnTo>
                  <a:lnTo>
                    <a:pt x="242" y="313"/>
                  </a:lnTo>
                  <a:lnTo>
                    <a:pt x="199" y="317"/>
                  </a:lnTo>
                  <a:lnTo>
                    <a:pt x="163" y="325"/>
                  </a:lnTo>
                  <a:lnTo>
                    <a:pt x="113" y="328"/>
                  </a:lnTo>
                  <a:lnTo>
                    <a:pt x="65" y="307"/>
                  </a:lnTo>
                  <a:lnTo>
                    <a:pt x="58" y="303"/>
                  </a:lnTo>
                  <a:lnTo>
                    <a:pt x="47" y="304"/>
                  </a:lnTo>
                  <a:lnTo>
                    <a:pt x="27" y="301"/>
                  </a:lnTo>
                  <a:lnTo>
                    <a:pt x="15" y="292"/>
                  </a:lnTo>
                  <a:lnTo>
                    <a:pt x="11" y="276"/>
                  </a:lnTo>
                  <a:lnTo>
                    <a:pt x="0" y="213"/>
                  </a:lnTo>
                  <a:lnTo>
                    <a:pt x="11" y="189"/>
                  </a:lnTo>
                  <a:lnTo>
                    <a:pt x="90" y="158"/>
                  </a:lnTo>
                  <a:lnTo>
                    <a:pt x="294" y="87"/>
                  </a:lnTo>
                  <a:lnTo>
                    <a:pt x="554" y="0"/>
                  </a:lnTo>
                  <a:lnTo>
                    <a:pt x="559" y="0"/>
                  </a:lnTo>
                  <a:lnTo>
                    <a:pt x="569" y="0"/>
                  </a:lnTo>
                  <a:lnTo>
                    <a:pt x="575" y="1"/>
                  </a:lnTo>
                  <a:lnTo>
                    <a:pt x="579" y="8"/>
                  </a:lnTo>
                  <a:lnTo>
                    <a:pt x="557" y="39"/>
                  </a:lnTo>
                  <a:lnTo>
                    <a:pt x="552" y="46"/>
                  </a:lnTo>
                  <a:lnTo>
                    <a:pt x="542" y="59"/>
                  </a:lnTo>
                  <a:lnTo>
                    <a:pt x="532" y="69"/>
                  </a:lnTo>
                  <a:lnTo>
                    <a:pt x="462" y="137"/>
                  </a:lnTo>
                  <a:lnTo>
                    <a:pt x="453" y="146"/>
                  </a:lnTo>
                  <a:lnTo>
                    <a:pt x="394" y="191"/>
                  </a:lnTo>
                  <a:lnTo>
                    <a:pt x="359" y="218"/>
                  </a:lnTo>
                  <a:lnTo>
                    <a:pt x="337" y="232"/>
                  </a:lnTo>
                  <a:lnTo>
                    <a:pt x="332" y="240"/>
                  </a:lnTo>
                  <a:lnTo>
                    <a:pt x="331" y="254"/>
                  </a:lnTo>
                  <a:lnTo>
                    <a:pt x="335" y="26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9403793" y="1630449"/>
              <a:ext cx="2605" cy="3587"/>
            </a:xfrm>
            <a:custGeom>
              <a:avLst/>
              <a:pathLst>
                <a:path w="2605" h="3587">
                  <a:moveTo>
                    <a:pt x="1786" y="882"/>
                  </a:moveTo>
                  <a:lnTo>
                    <a:pt x="1955" y="1057"/>
                  </a:lnTo>
                  <a:lnTo>
                    <a:pt x="2245" y="1137"/>
                  </a:lnTo>
                  <a:lnTo>
                    <a:pt x="2259" y="1142"/>
                  </a:lnTo>
                  <a:lnTo>
                    <a:pt x="2265" y="1144"/>
                  </a:lnTo>
                  <a:lnTo>
                    <a:pt x="2375" y="1183"/>
                  </a:lnTo>
                  <a:lnTo>
                    <a:pt x="2380" y="1215"/>
                  </a:lnTo>
                  <a:lnTo>
                    <a:pt x="2192" y="1373"/>
                  </a:lnTo>
                  <a:lnTo>
                    <a:pt x="2174" y="1389"/>
                  </a:lnTo>
                  <a:lnTo>
                    <a:pt x="2165" y="1396"/>
                  </a:lnTo>
                  <a:lnTo>
                    <a:pt x="2171" y="1500"/>
                  </a:lnTo>
                  <a:lnTo>
                    <a:pt x="2296" y="1618"/>
                  </a:lnTo>
                  <a:lnTo>
                    <a:pt x="2340" y="1660"/>
                  </a:lnTo>
                  <a:lnTo>
                    <a:pt x="2366" y="1659"/>
                  </a:lnTo>
                  <a:lnTo>
                    <a:pt x="2395" y="1658"/>
                  </a:lnTo>
                  <a:lnTo>
                    <a:pt x="2451" y="1657"/>
                  </a:lnTo>
                  <a:lnTo>
                    <a:pt x="2473" y="1656"/>
                  </a:lnTo>
                  <a:lnTo>
                    <a:pt x="2553" y="1653"/>
                  </a:lnTo>
                  <a:lnTo>
                    <a:pt x="2571" y="1653"/>
                  </a:lnTo>
                  <a:lnTo>
                    <a:pt x="2605" y="1777"/>
                  </a:lnTo>
                  <a:lnTo>
                    <a:pt x="2600" y="1834"/>
                  </a:lnTo>
                  <a:lnTo>
                    <a:pt x="2599" y="1849"/>
                  </a:lnTo>
                  <a:lnTo>
                    <a:pt x="2580" y="2078"/>
                  </a:lnTo>
                  <a:lnTo>
                    <a:pt x="2573" y="2165"/>
                  </a:lnTo>
                  <a:lnTo>
                    <a:pt x="2469" y="2284"/>
                  </a:lnTo>
                  <a:lnTo>
                    <a:pt x="2419" y="2341"/>
                  </a:lnTo>
                  <a:lnTo>
                    <a:pt x="2212" y="2355"/>
                  </a:lnTo>
                  <a:lnTo>
                    <a:pt x="2099" y="2473"/>
                  </a:lnTo>
                  <a:lnTo>
                    <a:pt x="1537" y="2877"/>
                  </a:lnTo>
                  <a:lnTo>
                    <a:pt x="1454" y="2935"/>
                  </a:lnTo>
                  <a:lnTo>
                    <a:pt x="1421" y="2959"/>
                  </a:lnTo>
                  <a:lnTo>
                    <a:pt x="1402" y="2971"/>
                  </a:lnTo>
                  <a:lnTo>
                    <a:pt x="1382" y="2985"/>
                  </a:lnTo>
                  <a:lnTo>
                    <a:pt x="1247" y="3112"/>
                  </a:lnTo>
                  <a:lnTo>
                    <a:pt x="1233" y="3124"/>
                  </a:lnTo>
                  <a:lnTo>
                    <a:pt x="1168" y="3185"/>
                  </a:lnTo>
                  <a:lnTo>
                    <a:pt x="1152" y="3221"/>
                  </a:lnTo>
                  <a:lnTo>
                    <a:pt x="1141" y="3245"/>
                  </a:lnTo>
                  <a:lnTo>
                    <a:pt x="1103" y="3329"/>
                  </a:lnTo>
                  <a:lnTo>
                    <a:pt x="1094" y="3346"/>
                  </a:lnTo>
                  <a:lnTo>
                    <a:pt x="1089" y="3358"/>
                  </a:lnTo>
                  <a:lnTo>
                    <a:pt x="1085" y="3545"/>
                  </a:lnTo>
                  <a:lnTo>
                    <a:pt x="1084" y="3561"/>
                  </a:lnTo>
                  <a:lnTo>
                    <a:pt x="1037" y="3569"/>
                  </a:lnTo>
                  <a:lnTo>
                    <a:pt x="1010" y="3574"/>
                  </a:lnTo>
                  <a:lnTo>
                    <a:pt x="968" y="3581"/>
                  </a:lnTo>
                  <a:lnTo>
                    <a:pt x="935" y="3587"/>
                  </a:lnTo>
                  <a:lnTo>
                    <a:pt x="837" y="3562"/>
                  </a:lnTo>
                  <a:lnTo>
                    <a:pt x="783" y="3548"/>
                  </a:lnTo>
                  <a:lnTo>
                    <a:pt x="738" y="3539"/>
                  </a:lnTo>
                  <a:lnTo>
                    <a:pt x="588" y="3510"/>
                  </a:lnTo>
                  <a:lnTo>
                    <a:pt x="386" y="3222"/>
                  </a:lnTo>
                  <a:lnTo>
                    <a:pt x="375" y="3206"/>
                  </a:lnTo>
                  <a:lnTo>
                    <a:pt x="292" y="3088"/>
                  </a:lnTo>
                  <a:lnTo>
                    <a:pt x="214" y="2874"/>
                  </a:lnTo>
                  <a:lnTo>
                    <a:pt x="194" y="2818"/>
                  </a:lnTo>
                  <a:lnTo>
                    <a:pt x="177" y="2771"/>
                  </a:lnTo>
                  <a:lnTo>
                    <a:pt x="141" y="2671"/>
                  </a:lnTo>
                  <a:lnTo>
                    <a:pt x="139" y="2664"/>
                  </a:lnTo>
                  <a:lnTo>
                    <a:pt x="179" y="2611"/>
                  </a:lnTo>
                  <a:lnTo>
                    <a:pt x="186" y="2602"/>
                  </a:lnTo>
                  <a:lnTo>
                    <a:pt x="238" y="2533"/>
                  </a:lnTo>
                  <a:lnTo>
                    <a:pt x="385" y="2338"/>
                  </a:lnTo>
                  <a:lnTo>
                    <a:pt x="432" y="1988"/>
                  </a:lnTo>
                  <a:lnTo>
                    <a:pt x="424" y="1960"/>
                  </a:lnTo>
                  <a:lnTo>
                    <a:pt x="411" y="1918"/>
                  </a:lnTo>
                  <a:lnTo>
                    <a:pt x="515" y="1818"/>
                  </a:lnTo>
                  <a:lnTo>
                    <a:pt x="522" y="1811"/>
                  </a:lnTo>
                  <a:lnTo>
                    <a:pt x="507" y="1665"/>
                  </a:lnTo>
                  <a:lnTo>
                    <a:pt x="491" y="1486"/>
                  </a:lnTo>
                  <a:lnTo>
                    <a:pt x="502" y="1481"/>
                  </a:lnTo>
                  <a:lnTo>
                    <a:pt x="541" y="1465"/>
                  </a:lnTo>
                  <a:lnTo>
                    <a:pt x="577" y="1449"/>
                  </a:lnTo>
                  <a:lnTo>
                    <a:pt x="596" y="1462"/>
                  </a:lnTo>
                  <a:lnTo>
                    <a:pt x="604" y="1467"/>
                  </a:lnTo>
                  <a:lnTo>
                    <a:pt x="615" y="1475"/>
                  </a:lnTo>
                  <a:lnTo>
                    <a:pt x="808" y="1604"/>
                  </a:lnTo>
                  <a:lnTo>
                    <a:pt x="837" y="1623"/>
                  </a:lnTo>
                  <a:lnTo>
                    <a:pt x="847" y="1713"/>
                  </a:lnTo>
                  <a:lnTo>
                    <a:pt x="850" y="1743"/>
                  </a:lnTo>
                  <a:lnTo>
                    <a:pt x="851" y="1756"/>
                  </a:lnTo>
                  <a:lnTo>
                    <a:pt x="856" y="1804"/>
                  </a:lnTo>
                  <a:lnTo>
                    <a:pt x="863" y="1870"/>
                  </a:lnTo>
                  <a:lnTo>
                    <a:pt x="869" y="1931"/>
                  </a:lnTo>
                  <a:lnTo>
                    <a:pt x="878" y="2013"/>
                  </a:lnTo>
                  <a:lnTo>
                    <a:pt x="1038" y="2073"/>
                  </a:lnTo>
                  <a:lnTo>
                    <a:pt x="1124" y="2133"/>
                  </a:lnTo>
                  <a:lnTo>
                    <a:pt x="1227" y="2206"/>
                  </a:lnTo>
                  <a:lnTo>
                    <a:pt x="1242" y="2207"/>
                  </a:lnTo>
                  <a:lnTo>
                    <a:pt x="1258" y="2205"/>
                  </a:lnTo>
                  <a:lnTo>
                    <a:pt x="1270" y="2203"/>
                  </a:lnTo>
                  <a:lnTo>
                    <a:pt x="1281" y="2199"/>
                  </a:lnTo>
                  <a:lnTo>
                    <a:pt x="1292" y="2195"/>
                  </a:lnTo>
                  <a:lnTo>
                    <a:pt x="1301" y="2189"/>
                  </a:lnTo>
                  <a:lnTo>
                    <a:pt x="1311" y="2180"/>
                  </a:lnTo>
                  <a:lnTo>
                    <a:pt x="1340" y="2145"/>
                  </a:lnTo>
                  <a:lnTo>
                    <a:pt x="1349" y="2133"/>
                  </a:lnTo>
                  <a:lnTo>
                    <a:pt x="1355" y="2123"/>
                  </a:lnTo>
                  <a:lnTo>
                    <a:pt x="1358" y="2115"/>
                  </a:lnTo>
                  <a:lnTo>
                    <a:pt x="1360" y="2104"/>
                  </a:lnTo>
                  <a:lnTo>
                    <a:pt x="1361" y="2093"/>
                  </a:lnTo>
                  <a:lnTo>
                    <a:pt x="1361" y="2083"/>
                  </a:lnTo>
                  <a:lnTo>
                    <a:pt x="1358" y="2065"/>
                  </a:lnTo>
                  <a:lnTo>
                    <a:pt x="1355" y="2049"/>
                  </a:lnTo>
                  <a:lnTo>
                    <a:pt x="1351" y="2030"/>
                  </a:lnTo>
                  <a:lnTo>
                    <a:pt x="1298" y="1929"/>
                  </a:lnTo>
                  <a:lnTo>
                    <a:pt x="1208" y="1758"/>
                  </a:lnTo>
                  <a:lnTo>
                    <a:pt x="1225" y="1592"/>
                  </a:lnTo>
                  <a:lnTo>
                    <a:pt x="1227" y="1571"/>
                  </a:lnTo>
                  <a:lnTo>
                    <a:pt x="1227" y="1562"/>
                  </a:lnTo>
                  <a:lnTo>
                    <a:pt x="1260" y="1497"/>
                  </a:lnTo>
                  <a:lnTo>
                    <a:pt x="1287" y="1442"/>
                  </a:lnTo>
                  <a:lnTo>
                    <a:pt x="1248" y="1361"/>
                  </a:lnTo>
                  <a:lnTo>
                    <a:pt x="969" y="1186"/>
                  </a:lnTo>
                  <a:lnTo>
                    <a:pt x="961" y="1184"/>
                  </a:lnTo>
                  <a:lnTo>
                    <a:pt x="671" y="1105"/>
                  </a:lnTo>
                  <a:lnTo>
                    <a:pt x="655" y="1101"/>
                  </a:lnTo>
                  <a:lnTo>
                    <a:pt x="452" y="1030"/>
                  </a:lnTo>
                  <a:lnTo>
                    <a:pt x="276" y="1133"/>
                  </a:lnTo>
                  <a:lnTo>
                    <a:pt x="249" y="1149"/>
                  </a:lnTo>
                  <a:lnTo>
                    <a:pt x="238" y="1155"/>
                  </a:lnTo>
                  <a:lnTo>
                    <a:pt x="197" y="1179"/>
                  </a:lnTo>
                  <a:lnTo>
                    <a:pt x="161" y="1200"/>
                  </a:lnTo>
                  <a:lnTo>
                    <a:pt x="53" y="1206"/>
                  </a:lnTo>
                  <a:lnTo>
                    <a:pt x="41" y="1187"/>
                  </a:lnTo>
                  <a:lnTo>
                    <a:pt x="24" y="1160"/>
                  </a:lnTo>
                  <a:lnTo>
                    <a:pt x="0" y="1120"/>
                  </a:lnTo>
                  <a:lnTo>
                    <a:pt x="5" y="1042"/>
                  </a:lnTo>
                  <a:lnTo>
                    <a:pt x="66" y="1000"/>
                  </a:lnTo>
                  <a:lnTo>
                    <a:pt x="184" y="918"/>
                  </a:lnTo>
                  <a:lnTo>
                    <a:pt x="139" y="810"/>
                  </a:lnTo>
                  <a:lnTo>
                    <a:pt x="57" y="651"/>
                  </a:lnTo>
                  <a:lnTo>
                    <a:pt x="141" y="580"/>
                  </a:lnTo>
                  <a:lnTo>
                    <a:pt x="220" y="600"/>
                  </a:lnTo>
                  <a:lnTo>
                    <a:pt x="226" y="602"/>
                  </a:lnTo>
                  <a:lnTo>
                    <a:pt x="244" y="607"/>
                  </a:lnTo>
                  <a:lnTo>
                    <a:pt x="564" y="689"/>
                  </a:lnTo>
                  <a:lnTo>
                    <a:pt x="626" y="718"/>
                  </a:lnTo>
                  <a:lnTo>
                    <a:pt x="770" y="787"/>
                  </a:lnTo>
                  <a:lnTo>
                    <a:pt x="820" y="811"/>
                  </a:lnTo>
                  <a:lnTo>
                    <a:pt x="855" y="818"/>
                  </a:lnTo>
                  <a:lnTo>
                    <a:pt x="977" y="842"/>
                  </a:lnTo>
                  <a:lnTo>
                    <a:pt x="1166" y="881"/>
                  </a:lnTo>
                  <a:lnTo>
                    <a:pt x="1192" y="886"/>
                  </a:lnTo>
                  <a:lnTo>
                    <a:pt x="1201" y="885"/>
                  </a:lnTo>
                  <a:lnTo>
                    <a:pt x="1303" y="878"/>
                  </a:lnTo>
                  <a:lnTo>
                    <a:pt x="1420" y="869"/>
                  </a:lnTo>
                  <a:lnTo>
                    <a:pt x="1567" y="674"/>
                  </a:lnTo>
                  <a:lnTo>
                    <a:pt x="1600" y="496"/>
                  </a:lnTo>
                  <a:lnTo>
                    <a:pt x="1542" y="323"/>
                  </a:lnTo>
                  <a:lnTo>
                    <a:pt x="1538" y="312"/>
                  </a:lnTo>
                  <a:lnTo>
                    <a:pt x="1525" y="272"/>
                  </a:lnTo>
                  <a:lnTo>
                    <a:pt x="1309" y="167"/>
                  </a:lnTo>
                  <a:lnTo>
                    <a:pt x="1313" y="157"/>
                  </a:lnTo>
                  <a:lnTo>
                    <a:pt x="1314" y="151"/>
                  </a:lnTo>
                  <a:lnTo>
                    <a:pt x="1313" y="139"/>
                  </a:lnTo>
                  <a:lnTo>
                    <a:pt x="1320" y="123"/>
                  </a:lnTo>
                  <a:lnTo>
                    <a:pt x="1327" y="106"/>
                  </a:lnTo>
                  <a:lnTo>
                    <a:pt x="1339" y="69"/>
                  </a:lnTo>
                  <a:lnTo>
                    <a:pt x="1343" y="56"/>
                  </a:lnTo>
                  <a:lnTo>
                    <a:pt x="1349" y="28"/>
                  </a:lnTo>
                  <a:lnTo>
                    <a:pt x="1357" y="0"/>
                  </a:lnTo>
                  <a:lnTo>
                    <a:pt x="1361" y="0"/>
                  </a:lnTo>
                  <a:lnTo>
                    <a:pt x="1370" y="7"/>
                  </a:lnTo>
                  <a:lnTo>
                    <a:pt x="1712" y="137"/>
                  </a:lnTo>
                  <a:lnTo>
                    <a:pt x="1770" y="217"/>
                  </a:lnTo>
                  <a:lnTo>
                    <a:pt x="1831" y="302"/>
                  </a:lnTo>
                  <a:lnTo>
                    <a:pt x="1855" y="336"/>
                  </a:lnTo>
                  <a:lnTo>
                    <a:pt x="1855" y="359"/>
                  </a:lnTo>
                  <a:lnTo>
                    <a:pt x="1856" y="373"/>
                  </a:lnTo>
                  <a:lnTo>
                    <a:pt x="1857" y="424"/>
                  </a:lnTo>
                  <a:lnTo>
                    <a:pt x="1721" y="663"/>
                  </a:lnTo>
                  <a:lnTo>
                    <a:pt x="1709" y="684"/>
                  </a:lnTo>
                  <a:lnTo>
                    <a:pt x="1679" y="736"/>
                  </a:lnTo>
                  <a:lnTo>
                    <a:pt x="1707" y="833"/>
                  </a:lnTo>
                  <a:lnTo>
                    <a:pt x="1786" y="88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9368505" y="1624773"/>
              <a:ext cx="3939" cy="3604"/>
            </a:xfrm>
            <a:custGeom>
              <a:avLst/>
              <a:pathLst>
                <a:path w="3939" h="3604">
                  <a:moveTo>
                    <a:pt x="3696" y="280"/>
                  </a:moveTo>
                  <a:lnTo>
                    <a:pt x="3525" y="370"/>
                  </a:lnTo>
                  <a:lnTo>
                    <a:pt x="3454" y="360"/>
                  </a:lnTo>
                  <a:lnTo>
                    <a:pt x="3438" y="334"/>
                  </a:lnTo>
                  <a:lnTo>
                    <a:pt x="3394" y="265"/>
                  </a:lnTo>
                  <a:lnTo>
                    <a:pt x="3363" y="263"/>
                  </a:lnTo>
                  <a:lnTo>
                    <a:pt x="3350" y="261"/>
                  </a:lnTo>
                  <a:lnTo>
                    <a:pt x="3340" y="259"/>
                  </a:lnTo>
                  <a:lnTo>
                    <a:pt x="3331" y="260"/>
                  </a:lnTo>
                  <a:lnTo>
                    <a:pt x="3304" y="267"/>
                  </a:lnTo>
                  <a:lnTo>
                    <a:pt x="3279" y="283"/>
                  </a:lnTo>
                  <a:lnTo>
                    <a:pt x="3092" y="555"/>
                  </a:lnTo>
                  <a:lnTo>
                    <a:pt x="3092" y="562"/>
                  </a:lnTo>
                  <a:lnTo>
                    <a:pt x="3095" y="566"/>
                  </a:lnTo>
                  <a:lnTo>
                    <a:pt x="3100" y="570"/>
                  </a:lnTo>
                  <a:lnTo>
                    <a:pt x="3101" y="576"/>
                  </a:lnTo>
                  <a:lnTo>
                    <a:pt x="3101" y="588"/>
                  </a:lnTo>
                  <a:lnTo>
                    <a:pt x="3101" y="594"/>
                  </a:lnTo>
                  <a:lnTo>
                    <a:pt x="3103" y="600"/>
                  </a:lnTo>
                  <a:lnTo>
                    <a:pt x="3102" y="610"/>
                  </a:lnTo>
                  <a:lnTo>
                    <a:pt x="2975" y="745"/>
                  </a:lnTo>
                  <a:lnTo>
                    <a:pt x="2958" y="763"/>
                  </a:lnTo>
                  <a:lnTo>
                    <a:pt x="2933" y="804"/>
                  </a:lnTo>
                  <a:lnTo>
                    <a:pt x="2881" y="956"/>
                  </a:lnTo>
                  <a:lnTo>
                    <a:pt x="2872" y="1218"/>
                  </a:lnTo>
                  <a:lnTo>
                    <a:pt x="2868" y="1280"/>
                  </a:lnTo>
                  <a:lnTo>
                    <a:pt x="2869" y="1318"/>
                  </a:lnTo>
                  <a:lnTo>
                    <a:pt x="2875" y="1347"/>
                  </a:lnTo>
                  <a:lnTo>
                    <a:pt x="2876" y="1361"/>
                  </a:lnTo>
                  <a:lnTo>
                    <a:pt x="2921" y="1393"/>
                  </a:lnTo>
                  <a:lnTo>
                    <a:pt x="2965" y="1443"/>
                  </a:lnTo>
                  <a:lnTo>
                    <a:pt x="3038" y="1526"/>
                  </a:lnTo>
                  <a:lnTo>
                    <a:pt x="3187" y="1717"/>
                  </a:lnTo>
                  <a:lnTo>
                    <a:pt x="3190" y="1724"/>
                  </a:lnTo>
                  <a:lnTo>
                    <a:pt x="3193" y="1728"/>
                  </a:lnTo>
                  <a:lnTo>
                    <a:pt x="3199" y="1730"/>
                  </a:lnTo>
                  <a:lnTo>
                    <a:pt x="3219" y="1765"/>
                  </a:lnTo>
                  <a:lnTo>
                    <a:pt x="3238" y="1807"/>
                  </a:lnTo>
                  <a:lnTo>
                    <a:pt x="3251" y="1825"/>
                  </a:lnTo>
                  <a:lnTo>
                    <a:pt x="3270" y="1855"/>
                  </a:lnTo>
                  <a:lnTo>
                    <a:pt x="3353" y="2011"/>
                  </a:lnTo>
                  <a:lnTo>
                    <a:pt x="3362" y="2092"/>
                  </a:lnTo>
                  <a:lnTo>
                    <a:pt x="3295" y="2258"/>
                  </a:lnTo>
                  <a:lnTo>
                    <a:pt x="3307" y="2277"/>
                  </a:lnTo>
                  <a:lnTo>
                    <a:pt x="3319" y="2294"/>
                  </a:lnTo>
                  <a:lnTo>
                    <a:pt x="3364" y="2360"/>
                  </a:lnTo>
                  <a:lnTo>
                    <a:pt x="3390" y="2397"/>
                  </a:lnTo>
                  <a:lnTo>
                    <a:pt x="3420" y="2406"/>
                  </a:lnTo>
                  <a:lnTo>
                    <a:pt x="3449" y="2413"/>
                  </a:lnTo>
                  <a:lnTo>
                    <a:pt x="3521" y="2433"/>
                  </a:lnTo>
                  <a:lnTo>
                    <a:pt x="3533" y="2436"/>
                  </a:lnTo>
                  <a:lnTo>
                    <a:pt x="3533" y="2467"/>
                  </a:lnTo>
                  <a:lnTo>
                    <a:pt x="3533" y="2533"/>
                  </a:lnTo>
                  <a:lnTo>
                    <a:pt x="3533" y="2552"/>
                  </a:lnTo>
                  <a:lnTo>
                    <a:pt x="3545" y="2627"/>
                  </a:lnTo>
                  <a:lnTo>
                    <a:pt x="3555" y="2696"/>
                  </a:lnTo>
                  <a:lnTo>
                    <a:pt x="3557" y="2708"/>
                  </a:lnTo>
                  <a:lnTo>
                    <a:pt x="3560" y="2723"/>
                  </a:lnTo>
                  <a:lnTo>
                    <a:pt x="3559" y="2729"/>
                  </a:lnTo>
                  <a:lnTo>
                    <a:pt x="3553" y="2736"/>
                  </a:lnTo>
                  <a:lnTo>
                    <a:pt x="3541" y="2741"/>
                  </a:lnTo>
                  <a:lnTo>
                    <a:pt x="3537" y="2744"/>
                  </a:lnTo>
                  <a:lnTo>
                    <a:pt x="3526" y="2751"/>
                  </a:lnTo>
                  <a:lnTo>
                    <a:pt x="3520" y="2753"/>
                  </a:lnTo>
                  <a:lnTo>
                    <a:pt x="3508" y="2753"/>
                  </a:lnTo>
                  <a:lnTo>
                    <a:pt x="3480" y="2752"/>
                  </a:lnTo>
                  <a:lnTo>
                    <a:pt x="3435" y="2755"/>
                  </a:lnTo>
                  <a:lnTo>
                    <a:pt x="3425" y="2755"/>
                  </a:lnTo>
                  <a:lnTo>
                    <a:pt x="3418" y="2751"/>
                  </a:lnTo>
                  <a:lnTo>
                    <a:pt x="3414" y="2747"/>
                  </a:lnTo>
                  <a:lnTo>
                    <a:pt x="3414" y="2741"/>
                  </a:lnTo>
                  <a:lnTo>
                    <a:pt x="3414" y="2734"/>
                  </a:lnTo>
                  <a:lnTo>
                    <a:pt x="3414" y="2723"/>
                  </a:lnTo>
                  <a:lnTo>
                    <a:pt x="3412" y="2715"/>
                  </a:lnTo>
                  <a:lnTo>
                    <a:pt x="3407" y="2710"/>
                  </a:lnTo>
                  <a:lnTo>
                    <a:pt x="3378" y="2692"/>
                  </a:lnTo>
                  <a:lnTo>
                    <a:pt x="3352" y="2683"/>
                  </a:lnTo>
                  <a:lnTo>
                    <a:pt x="3343" y="2680"/>
                  </a:lnTo>
                  <a:lnTo>
                    <a:pt x="3334" y="2678"/>
                  </a:lnTo>
                  <a:lnTo>
                    <a:pt x="3133" y="2629"/>
                  </a:lnTo>
                  <a:lnTo>
                    <a:pt x="2976" y="2515"/>
                  </a:lnTo>
                  <a:lnTo>
                    <a:pt x="2911" y="2469"/>
                  </a:lnTo>
                  <a:lnTo>
                    <a:pt x="2886" y="2458"/>
                  </a:lnTo>
                  <a:lnTo>
                    <a:pt x="2868" y="2453"/>
                  </a:lnTo>
                  <a:lnTo>
                    <a:pt x="2848" y="2452"/>
                  </a:lnTo>
                  <a:lnTo>
                    <a:pt x="2817" y="2454"/>
                  </a:lnTo>
                  <a:lnTo>
                    <a:pt x="2791" y="2457"/>
                  </a:lnTo>
                  <a:lnTo>
                    <a:pt x="2771" y="2463"/>
                  </a:lnTo>
                  <a:lnTo>
                    <a:pt x="2758" y="2469"/>
                  </a:lnTo>
                  <a:lnTo>
                    <a:pt x="2753" y="2471"/>
                  </a:lnTo>
                  <a:lnTo>
                    <a:pt x="2742" y="2483"/>
                  </a:lnTo>
                  <a:lnTo>
                    <a:pt x="2732" y="2496"/>
                  </a:lnTo>
                  <a:lnTo>
                    <a:pt x="2731" y="2505"/>
                  </a:lnTo>
                  <a:lnTo>
                    <a:pt x="2732" y="2525"/>
                  </a:lnTo>
                  <a:lnTo>
                    <a:pt x="2728" y="2535"/>
                  </a:lnTo>
                  <a:lnTo>
                    <a:pt x="2727" y="2545"/>
                  </a:lnTo>
                  <a:lnTo>
                    <a:pt x="2729" y="2549"/>
                  </a:lnTo>
                  <a:lnTo>
                    <a:pt x="2729" y="2555"/>
                  </a:lnTo>
                  <a:lnTo>
                    <a:pt x="2736" y="2558"/>
                  </a:lnTo>
                  <a:lnTo>
                    <a:pt x="2741" y="2559"/>
                  </a:lnTo>
                  <a:lnTo>
                    <a:pt x="2743" y="2564"/>
                  </a:lnTo>
                  <a:lnTo>
                    <a:pt x="2748" y="2575"/>
                  </a:lnTo>
                  <a:lnTo>
                    <a:pt x="2750" y="2580"/>
                  </a:lnTo>
                  <a:lnTo>
                    <a:pt x="2748" y="2586"/>
                  </a:lnTo>
                  <a:lnTo>
                    <a:pt x="2742" y="2586"/>
                  </a:lnTo>
                  <a:lnTo>
                    <a:pt x="2736" y="2583"/>
                  </a:lnTo>
                  <a:lnTo>
                    <a:pt x="2723" y="2583"/>
                  </a:lnTo>
                  <a:lnTo>
                    <a:pt x="2704" y="2580"/>
                  </a:lnTo>
                  <a:lnTo>
                    <a:pt x="2697" y="2579"/>
                  </a:lnTo>
                  <a:lnTo>
                    <a:pt x="2688" y="2571"/>
                  </a:lnTo>
                  <a:lnTo>
                    <a:pt x="2646" y="2530"/>
                  </a:lnTo>
                  <a:lnTo>
                    <a:pt x="2633" y="2518"/>
                  </a:lnTo>
                  <a:lnTo>
                    <a:pt x="2629" y="2510"/>
                  </a:lnTo>
                  <a:lnTo>
                    <a:pt x="2627" y="2505"/>
                  </a:lnTo>
                  <a:lnTo>
                    <a:pt x="2638" y="2469"/>
                  </a:lnTo>
                  <a:lnTo>
                    <a:pt x="2645" y="2442"/>
                  </a:lnTo>
                  <a:lnTo>
                    <a:pt x="2650" y="2430"/>
                  </a:lnTo>
                  <a:lnTo>
                    <a:pt x="2668" y="2407"/>
                  </a:lnTo>
                  <a:lnTo>
                    <a:pt x="2758" y="2365"/>
                  </a:lnTo>
                  <a:lnTo>
                    <a:pt x="2792" y="2349"/>
                  </a:lnTo>
                  <a:lnTo>
                    <a:pt x="2811" y="2339"/>
                  </a:lnTo>
                  <a:lnTo>
                    <a:pt x="2812" y="2333"/>
                  </a:lnTo>
                  <a:lnTo>
                    <a:pt x="2812" y="2326"/>
                  </a:lnTo>
                  <a:lnTo>
                    <a:pt x="2816" y="2300"/>
                  </a:lnTo>
                  <a:lnTo>
                    <a:pt x="2816" y="2279"/>
                  </a:lnTo>
                  <a:lnTo>
                    <a:pt x="2811" y="2256"/>
                  </a:lnTo>
                  <a:lnTo>
                    <a:pt x="2796" y="2222"/>
                  </a:lnTo>
                  <a:lnTo>
                    <a:pt x="2776" y="2190"/>
                  </a:lnTo>
                  <a:lnTo>
                    <a:pt x="2761" y="2161"/>
                  </a:lnTo>
                  <a:lnTo>
                    <a:pt x="2739" y="2144"/>
                  </a:lnTo>
                  <a:lnTo>
                    <a:pt x="2694" y="2127"/>
                  </a:lnTo>
                  <a:lnTo>
                    <a:pt x="2546" y="2071"/>
                  </a:lnTo>
                  <a:lnTo>
                    <a:pt x="2540" y="2071"/>
                  </a:lnTo>
                  <a:lnTo>
                    <a:pt x="2285" y="2103"/>
                  </a:lnTo>
                  <a:lnTo>
                    <a:pt x="2247" y="2109"/>
                  </a:lnTo>
                  <a:lnTo>
                    <a:pt x="2189" y="2124"/>
                  </a:lnTo>
                  <a:lnTo>
                    <a:pt x="2160" y="2135"/>
                  </a:lnTo>
                  <a:lnTo>
                    <a:pt x="2128" y="2150"/>
                  </a:lnTo>
                  <a:lnTo>
                    <a:pt x="2068" y="2186"/>
                  </a:lnTo>
                  <a:lnTo>
                    <a:pt x="2032" y="2216"/>
                  </a:lnTo>
                  <a:lnTo>
                    <a:pt x="1996" y="2258"/>
                  </a:lnTo>
                  <a:lnTo>
                    <a:pt x="1981" y="2281"/>
                  </a:lnTo>
                  <a:lnTo>
                    <a:pt x="1973" y="2310"/>
                  </a:lnTo>
                  <a:lnTo>
                    <a:pt x="1971" y="2338"/>
                  </a:lnTo>
                  <a:lnTo>
                    <a:pt x="2001" y="2366"/>
                  </a:lnTo>
                  <a:lnTo>
                    <a:pt x="2032" y="2395"/>
                  </a:lnTo>
                  <a:lnTo>
                    <a:pt x="2040" y="2405"/>
                  </a:lnTo>
                  <a:lnTo>
                    <a:pt x="2109" y="2489"/>
                  </a:lnTo>
                  <a:lnTo>
                    <a:pt x="2169" y="2587"/>
                  </a:lnTo>
                  <a:lnTo>
                    <a:pt x="2192" y="2625"/>
                  </a:lnTo>
                  <a:lnTo>
                    <a:pt x="2166" y="2667"/>
                  </a:lnTo>
                  <a:lnTo>
                    <a:pt x="2162" y="2675"/>
                  </a:lnTo>
                  <a:lnTo>
                    <a:pt x="2133" y="2695"/>
                  </a:lnTo>
                  <a:lnTo>
                    <a:pt x="2057" y="2747"/>
                  </a:lnTo>
                  <a:lnTo>
                    <a:pt x="2035" y="2763"/>
                  </a:lnTo>
                  <a:lnTo>
                    <a:pt x="1961" y="2814"/>
                  </a:lnTo>
                  <a:lnTo>
                    <a:pt x="1952" y="2903"/>
                  </a:lnTo>
                  <a:lnTo>
                    <a:pt x="2045" y="2928"/>
                  </a:lnTo>
                  <a:lnTo>
                    <a:pt x="2058" y="3042"/>
                  </a:lnTo>
                  <a:lnTo>
                    <a:pt x="2060" y="3062"/>
                  </a:lnTo>
                  <a:lnTo>
                    <a:pt x="2056" y="3067"/>
                  </a:lnTo>
                  <a:lnTo>
                    <a:pt x="2041" y="3076"/>
                  </a:lnTo>
                  <a:lnTo>
                    <a:pt x="2027" y="3085"/>
                  </a:lnTo>
                  <a:lnTo>
                    <a:pt x="1992" y="3108"/>
                  </a:lnTo>
                  <a:lnTo>
                    <a:pt x="1890" y="3174"/>
                  </a:lnTo>
                  <a:lnTo>
                    <a:pt x="1878" y="3181"/>
                  </a:lnTo>
                  <a:lnTo>
                    <a:pt x="1783" y="3238"/>
                  </a:lnTo>
                  <a:lnTo>
                    <a:pt x="1720" y="3276"/>
                  </a:lnTo>
                  <a:lnTo>
                    <a:pt x="1693" y="3292"/>
                  </a:lnTo>
                  <a:lnTo>
                    <a:pt x="1680" y="3300"/>
                  </a:lnTo>
                  <a:lnTo>
                    <a:pt x="1623" y="3331"/>
                  </a:lnTo>
                  <a:lnTo>
                    <a:pt x="1587" y="3351"/>
                  </a:lnTo>
                  <a:lnTo>
                    <a:pt x="1514" y="3392"/>
                  </a:lnTo>
                  <a:lnTo>
                    <a:pt x="1326" y="3552"/>
                  </a:lnTo>
                  <a:lnTo>
                    <a:pt x="1314" y="3555"/>
                  </a:lnTo>
                  <a:lnTo>
                    <a:pt x="1135" y="3595"/>
                  </a:lnTo>
                  <a:lnTo>
                    <a:pt x="1094" y="3604"/>
                  </a:lnTo>
                  <a:lnTo>
                    <a:pt x="1041" y="3578"/>
                  </a:lnTo>
                  <a:lnTo>
                    <a:pt x="916" y="3517"/>
                  </a:lnTo>
                  <a:lnTo>
                    <a:pt x="833" y="3342"/>
                  </a:lnTo>
                  <a:lnTo>
                    <a:pt x="828" y="3332"/>
                  </a:lnTo>
                  <a:lnTo>
                    <a:pt x="786" y="3271"/>
                  </a:lnTo>
                  <a:lnTo>
                    <a:pt x="769" y="3246"/>
                  </a:lnTo>
                  <a:lnTo>
                    <a:pt x="684" y="3121"/>
                  </a:lnTo>
                  <a:lnTo>
                    <a:pt x="646" y="3082"/>
                  </a:lnTo>
                  <a:lnTo>
                    <a:pt x="430" y="2866"/>
                  </a:lnTo>
                  <a:lnTo>
                    <a:pt x="402" y="2848"/>
                  </a:lnTo>
                  <a:lnTo>
                    <a:pt x="363" y="2830"/>
                  </a:lnTo>
                  <a:lnTo>
                    <a:pt x="238" y="2840"/>
                  </a:lnTo>
                  <a:lnTo>
                    <a:pt x="224" y="2841"/>
                  </a:lnTo>
                  <a:lnTo>
                    <a:pt x="205" y="2843"/>
                  </a:lnTo>
                  <a:lnTo>
                    <a:pt x="174" y="2821"/>
                  </a:lnTo>
                  <a:lnTo>
                    <a:pt x="169" y="2767"/>
                  </a:lnTo>
                  <a:lnTo>
                    <a:pt x="156" y="2631"/>
                  </a:lnTo>
                  <a:lnTo>
                    <a:pt x="155" y="2621"/>
                  </a:lnTo>
                  <a:lnTo>
                    <a:pt x="130" y="2353"/>
                  </a:lnTo>
                  <a:lnTo>
                    <a:pt x="134" y="2319"/>
                  </a:lnTo>
                  <a:lnTo>
                    <a:pt x="138" y="2276"/>
                  </a:lnTo>
                  <a:lnTo>
                    <a:pt x="259" y="2235"/>
                  </a:lnTo>
                  <a:lnTo>
                    <a:pt x="274" y="2233"/>
                  </a:lnTo>
                  <a:lnTo>
                    <a:pt x="286" y="2228"/>
                  </a:lnTo>
                  <a:lnTo>
                    <a:pt x="297" y="2214"/>
                  </a:lnTo>
                  <a:lnTo>
                    <a:pt x="300" y="2206"/>
                  </a:lnTo>
                  <a:lnTo>
                    <a:pt x="309" y="2178"/>
                  </a:lnTo>
                  <a:lnTo>
                    <a:pt x="312" y="2145"/>
                  </a:lnTo>
                  <a:lnTo>
                    <a:pt x="311" y="2122"/>
                  </a:lnTo>
                  <a:lnTo>
                    <a:pt x="306" y="2102"/>
                  </a:lnTo>
                  <a:lnTo>
                    <a:pt x="300" y="2077"/>
                  </a:lnTo>
                  <a:lnTo>
                    <a:pt x="277" y="2026"/>
                  </a:lnTo>
                  <a:lnTo>
                    <a:pt x="242" y="1981"/>
                  </a:lnTo>
                  <a:lnTo>
                    <a:pt x="207" y="1925"/>
                  </a:lnTo>
                  <a:lnTo>
                    <a:pt x="185" y="1891"/>
                  </a:lnTo>
                  <a:lnTo>
                    <a:pt x="159" y="1840"/>
                  </a:lnTo>
                  <a:lnTo>
                    <a:pt x="134" y="1794"/>
                  </a:lnTo>
                  <a:lnTo>
                    <a:pt x="100" y="1751"/>
                  </a:lnTo>
                  <a:lnTo>
                    <a:pt x="63" y="1710"/>
                  </a:lnTo>
                  <a:lnTo>
                    <a:pt x="38" y="1690"/>
                  </a:lnTo>
                  <a:lnTo>
                    <a:pt x="21" y="1679"/>
                  </a:lnTo>
                  <a:lnTo>
                    <a:pt x="12" y="1673"/>
                  </a:lnTo>
                  <a:lnTo>
                    <a:pt x="0" y="1659"/>
                  </a:lnTo>
                  <a:lnTo>
                    <a:pt x="0" y="1652"/>
                  </a:lnTo>
                  <a:lnTo>
                    <a:pt x="8" y="1648"/>
                  </a:lnTo>
                  <a:lnTo>
                    <a:pt x="22" y="1645"/>
                  </a:lnTo>
                  <a:lnTo>
                    <a:pt x="38" y="1645"/>
                  </a:lnTo>
                  <a:lnTo>
                    <a:pt x="52" y="1646"/>
                  </a:lnTo>
                  <a:lnTo>
                    <a:pt x="104" y="1648"/>
                  </a:lnTo>
                  <a:lnTo>
                    <a:pt x="120" y="1649"/>
                  </a:lnTo>
                  <a:lnTo>
                    <a:pt x="199" y="1656"/>
                  </a:lnTo>
                  <a:lnTo>
                    <a:pt x="261" y="1659"/>
                  </a:lnTo>
                  <a:lnTo>
                    <a:pt x="334" y="1660"/>
                  </a:lnTo>
                  <a:lnTo>
                    <a:pt x="436" y="1659"/>
                  </a:lnTo>
                  <a:lnTo>
                    <a:pt x="529" y="1651"/>
                  </a:lnTo>
                  <a:lnTo>
                    <a:pt x="549" y="1650"/>
                  </a:lnTo>
                  <a:lnTo>
                    <a:pt x="557" y="1650"/>
                  </a:lnTo>
                  <a:lnTo>
                    <a:pt x="562" y="1650"/>
                  </a:lnTo>
                  <a:lnTo>
                    <a:pt x="575" y="1648"/>
                  </a:lnTo>
                  <a:lnTo>
                    <a:pt x="579" y="1648"/>
                  </a:lnTo>
                  <a:lnTo>
                    <a:pt x="586" y="1651"/>
                  </a:lnTo>
                  <a:lnTo>
                    <a:pt x="622" y="1647"/>
                  </a:lnTo>
                  <a:lnTo>
                    <a:pt x="713" y="1635"/>
                  </a:lnTo>
                  <a:lnTo>
                    <a:pt x="794" y="1619"/>
                  </a:lnTo>
                  <a:lnTo>
                    <a:pt x="842" y="1609"/>
                  </a:lnTo>
                  <a:lnTo>
                    <a:pt x="882" y="1593"/>
                  </a:lnTo>
                  <a:lnTo>
                    <a:pt x="925" y="1570"/>
                  </a:lnTo>
                  <a:lnTo>
                    <a:pt x="939" y="1555"/>
                  </a:lnTo>
                  <a:lnTo>
                    <a:pt x="1005" y="1479"/>
                  </a:lnTo>
                  <a:lnTo>
                    <a:pt x="1019" y="1463"/>
                  </a:lnTo>
                  <a:lnTo>
                    <a:pt x="1009" y="1402"/>
                  </a:lnTo>
                  <a:lnTo>
                    <a:pt x="1007" y="1391"/>
                  </a:lnTo>
                  <a:lnTo>
                    <a:pt x="1062" y="1300"/>
                  </a:lnTo>
                  <a:lnTo>
                    <a:pt x="1087" y="1258"/>
                  </a:lnTo>
                  <a:lnTo>
                    <a:pt x="1161" y="1238"/>
                  </a:lnTo>
                  <a:lnTo>
                    <a:pt x="1301" y="1200"/>
                  </a:lnTo>
                  <a:lnTo>
                    <a:pt x="1410" y="1077"/>
                  </a:lnTo>
                  <a:lnTo>
                    <a:pt x="1392" y="1050"/>
                  </a:lnTo>
                  <a:lnTo>
                    <a:pt x="1216" y="786"/>
                  </a:lnTo>
                  <a:lnTo>
                    <a:pt x="1215" y="777"/>
                  </a:lnTo>
                  <a:lnTo>
                    <a:pt x="1215" y="772"/>
                  </a:lnTo>
                  <a:lnTo>
                    <a:pt x="1242" y="751"/>
                  </a:lnTo>
                  <a:lnTo>
                    <a:pt x="1330" y="722"/>
                  </a:lnTo>
                  <a:lnTo>
                    <a:pt x="1347" y="724"/>
                  </a:lnTo>
                  <a:lnTo>
                    <a:pt x="1367" y="726"/>
                  </a:lnTo>
                  <a:lnTo>
                    <a:pt x="1501" y="741"/>
                  </a:lnTo>
                  <a:lnTo>
                    <a:pt x="1555" y="748"/>
                  </a:lnTo>
                  <a:lnTo>
                    <a:pt x="1597" y="751"/>
                  </a:lnTo>
                  <a:lnTo>
                    <a:pt x="1634" y="754"/>
                  </a:lnTo>
                  <a:lnTo>
                    <a:pt x="1750" y="764"/>
                  </a:lnTo>
                  <a:lnTo>
                    <a:pt x="1899" y="777"/>
                  </a:lnTo>
                  <a:lnTo>
                    <a:pt x="1938" y="780"/>
                  </a:lnTo>
                  <a:lnTo>
                    <a:pt x="1997" y="785"/>
                  </a:lnTo>
                  <a:lnTo>
                    <a:pt x="2026" y="784"/>
                  </a:lnTo>
                  <a:lnTo>
                    <a:pt x="2057" y="779"/>
                  </a:lnTo>
                  <a:lnTo>
                    <a:pt x="2103" y="771"/>
                  </a:lnTo>
                  <a:lnTo>
                    <a:pt x="2207" y="747"/>
                  </a:lnTo>
                  <a:lnTo>
                    <a:pt x="2325" y="728"/>
                  </a:lnTo>
                  <a:lnTo>
                    <a:pt x="2401" y="714"/>
                  </a:lnTo>
                  <a:lnTo>
                    <a:pt x="2473" y="698"/>
                  </a:lnTo>
                  <a:lnTo>
                    <a:pt x="2554" y="676"/>
                  </a:lnTo>
                  <a:lnTo>
                    <a:pt x="2602" y="659"/>
                  </a:lnTo>
                  <a:lnTo>
                    <a:pt x="2637" y="647"/>
                  </a:lnTo>
                  <a:lnTo>
                    <a:pt x="2648" y="643"/>
                  </a:lnTo>
                  <a:lnTo>
                    <a:pt x="2664" y="636"/>
                  </a:lnTo>
                  <a:lnTo>
                    <a:pt x="2694" y="621"/>
                  </a:lnTo>
                  <a:lnTo>
                    <a:pt x="2739" y="594"/>
                  </a:lnTo>
                  <a:lnTo>
                    <a:pt x="2764" y="565"/>
                  </a:lnTo>
                  <a:lnTo>
                    <a:pt x="2753" y="507"/>
                  </a:lnTo>
                  <a:lnTo>
                    <a:pt x="2750" y="490"/>
                  </a:lnTo>
                  <a:lnTo>
                    <a:pt x="2748" y="481"/>
                  </a:lnTo>
                  <a:lnTo>
                    <a:pt x="2743" y="450"/>
                  </a:lnTo>
                  <a:lnTo>
                    <a:pt x="2728" y="406"/>
                  </a:lnTo>
                  <a:lnTo>
                    <a:pt x="2743" y="383"/>
                  </a:lnTo>
                  <a:lnTo>
                    <a:pt x="2794" y="372"/>
                  </a:lnTo>
                  <a:lnTo>
                    <a:pt x="2989" y="331"/>
                  </a:lnTo>
                  <a:lnTo>
                    <a:pt x="3025" y="322"/>
                  </a:lnTo>
                  <a:lnTo>
                    <a:pt x="3264" y="259"/>
                  </a:lnTo>
                  <a:lnTo>
                    <a:pt x="3351" y="220"/>
                  </a:lnTo>
                  <a:lnTo>
                    <a:pt x="3360" y="211"/>
                  </a:lnTo>
                  <a:lnTo>
                    <a:pt x="3390" y="181"/>
                  </a:lnTo>
                  <a:lnTo>
                    <a:pt x="3523" y="144"/>
                  </a:lnTo>
                  <a:lnTo>
                    <a:pt x="3535" y="138"/>
                  </a:lnTo>
                  <a:lnTo>
                    <a:pt x="3634" y="88"/>
                  </a:lnTo>
                  <a:lnTo>
                    <a:pt x="3676" y="67"/>
                  </a:lnTo>
                  <a:lnTo>
                    <a:pt x="3690" y="11"/>
                  </a:lnTo>
                  <a:lnTo>
                    <a:pt x="3699" y="6"/>
                  </a:lnTo>
                  <a:lnTo>
                    <a:pt x="3708" y="1"/>
                  </a:lnTo>
                  <a:lnTo>
                    <a:pt x="3737" y="0"/>
                  </a:lnTo>
                  <a:lnTo>
                    <a:pt x="3744" y="1"/>
                  </a:lnTo>
                  <a:lnTo>
                    <a:pt x="3912" y="27"/>
                  </a:lnTo>
                  <a:lnTo>
                    <a:pt x="3927" y="29"/>
                  </a:lnTo>
                  <a:lnTo>
                    <a:pt x="3932" y="32"/>
                  </a:lnTo>
                  <a:lnTo>
                    <a:pt x="3936" y="38"/>
                  </a:lnTo>
                  <a:lnTo>
                    <a:pt x="3937" y="49"/>
                  </a:lnTo>
                  <a:lnTo>
                    <a:pt x="3931" y="77"/>
                  </a:lnTo>
                  <a:lnTo>
                    <a:pt x="3931" y="89"/>
                  </a:lnTo>
                  <a:lnTo>
                    <a:pt x="3932" y="104"/>
                  </a:lnTo>
                  <a:lnTo>
                    <a:pt x="3939" y="143"/>
                  </a:lnTo>
                  <a:lnTo>
                    <a:pt x="3939" y="152"/>
                  </a:lnTo>
                  <a:lnTo>
                    <a:pt x="3936" y="163"/>
                  </a:lnTo>
                  <a:lnTo>
                    <a:pt x="3931" y="172"/>
                  </a:lnTo>
                  <a:lnTo>
                    <a:pt x="3843" y="213"/>
                  </a:lnTo>
                  <a:lnTo>
                    <a:pt x="3830" y="219"/>
                  </a:lnTo>
                  <a:lnTo>
                    <a:pt x="3783" y="240"/>
                  </a:lnTo>
                  <a:lnTo>
                    <a:pt x="3696" y="28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9372864" y="1623899"/>
              <a:ext cx="1326" cy="802"/>
            </a:xfrm>
            <a:custGeom>
              <a:avLst/>
              <a:pathLst>
                <a:path w="1326" h="802">
                  <a:moveTo>
                    <a:pt x="1285" y="497"/>
                  </a:moveTo>
                  <a:lnTo>
                    <a:pt x="1234" y="543"/>
                  </a:lnTo>
                  <a:lnTo>
                    <a:pt x="1211" y="559"/>
                  </a:lnTo>
                  <a:lnTo>
                    <a:pt x="1176" y="584"/>
                  </a:lnTo>
                  <a:lnTo>
                    <a:pt x="1152" y="585"/>
                  </a:lnTo>
                  <a:lnTo>
                    <a:pt x="1139" y="582"/>
                  </a:lnTo>
                  <a:lnTo>
                    <a:pt x="1128" y="573"/>
                  </a:lnTo>
                  <a:lnTo>
                    <a:pt x="1119" y="563"/>
                  </a:lnTo>
                  <a:lnTo>
                    <a:pt x="1109" y="555"/>
                  </a:lnTo>
                  <a:lnTo>
                    <a:pt x="1102" y="549"/>
                  </a:lnTo>
                  <a:lnTo>
                    <a:pt x="1102" y="540"/>
                  </a:lnTo>
                  <a:lnTo>
                    <a:pt x="1102" y="528"/>
                  </a:lnTo>
                  <a:lnTo>
                    <a:pt x="1101" y="519"/>
                  </a:lnTo>
                  <a:lnTo>
                    <a:pt x="1091" y="514"/>
                  </a:lnTo>
                  <a:lnTo>
                    <a:pt x="1070" y="503"/>
                  </a:lnTo>
                  <a:lnTo>
                    <a:pt x="1056" y="500"/>
                  </a:lnTo>
                  <a:lnTo>
                    <a:pt x="999" y="498"/>
                  </a:lnTo>
                  <a:lnTo>
                    <a:pt x="968" y="500"/>
                  </a:lnTo>
                  <a:lnTo>
                    <a:pt x="955" y="510"/>
                  </a:lnTo>
                  <a:lnTo>
                    <a:pt x="943" y="519"/>
                  </a:lnTo>
                  <a:lnTo>
                    <a:pt x="930" y="534"/>
                  </a:lnTo>
                  <a:lnTo>
                    <a:pt x="922" y="547"/>
                  </a:lnTo>
                  <a:lnTo>
                    <a:pt x="917" y="560"/>
                  </a:lnTo>
                  <a:lnTo>
                    <a:pt x="910" y="568"/>
                  </a:lnTo>
                  <a:lnTo>
                    <a:pt x="880" y="580"/>
                  </a:lnTo>
                  <a:lnTo>
                    <a:pt x="793" y="580"/>
                  </a:lnTo>
                  <a:lnTo>
                    <a:pt x="674" y="616"/>
                  </a:lnTo>
                  <a:lnTo>
                    <a:pt x="622" y="657"/>
                  </a:lnTo>
                  <a:lnTo>
                    <a:pt x="646" y="706"/>
                  </a:lnTo>
                  <a:lnTo>
                    <a:pt x="635" y="742"/>
                  </a:lnTo>
                  <a:lnTo>
                    <a:pt x="625" y="774"/>
                  </a:lnTo>
                  <a:lnTo>
                    <a:pt x="616" y="784"/>
                  </a:lnTo>
                  <a:lnTo>
                    <a:pt x="597" y="802"/>
                  </a:lnTo>
                  <a:lnTo>
                    <a:pt x="589" y="801"/>
                  </a:lnTo>
                  <a:lnTo>
                    <a:pt x="547" y="794"/>
                  </a:lnTo>
                  <a:lnTo>
                    <a:pt x="543" y="791"/>
                  </a:lnTo>
                  <a:lnTo>
                    <a:pt x="542" y="783"/>
                  </a:lnTo>
                  <a:lnTo>
                    <a:pt x="539" y="778"/>
                  </a:lnTo>
                  <a:lnTo>
                    <a:pt x="532" y="746"/>
                  </a:lnTo>
                  <a:lnTo>
                    <a:pt x="529" y="733"/>
                  </a:lnTo>
                  <a:lnTo>
                    <a:pt x="519" y="683"/>
                  </a:lnTo>
                  <a:lnTo>
                    <a:pt x="511" y="643"/>
                  </a:lnTo>
                  <a:lnTo>
                    <a:pt x="507" y="626"/>
                  </a:lnTo>
                  <a:lnTo>
                    <a:pt x="502" y="603"/>
                  </a:lnTo>
                  <a:lnTo>
                    <a:pt x="435" y="517"/>
                  </a:lnTo>
                  <a:lnTo>
                    <a:pt x="423" y="516"/>
                  </a:lnTo>
                  <a:lnTo>
                    <a:pt x="413" y="515"/>
                  </a:lnTo>
                  <a:lnTo>
                    <a:pt x="382" y="511"/>
                  </a:lnTo>
                  <a:lnTo>
                    <a:pt x="337" y="505"/>
                  </a:lnTo>
                  <a:lnTo>
                    <a:pt x="275" y="498"/>
                  </a:lnTo>
                  <a:lnTo>
                    <a:pt x="251" y="511"/>
                  </a:lnTo>
                  <a:lnTo>
                    <a:pt x="243" y="527"/>
                  </a:lnTo>
                  <a:lnTo>
                    <a:pt x="235" y="542"/>
                  </a:lnTo>
                  <a:lnTo>
                    <a:pt x="204" y="604"/>
                  </a:lnTo>
                  <a:lnTo>
                    <a:pt x="145" y="605"/>
                  </a:lnTo>
                  <a:lnTo>
                    <a:pt x="4" y="541"/>
                  </a:lnTo>
                  <a:lnTo>
                    <a:pt x="0" y="537"/>
                  </a:lnTo>
                  <a:lnTo>
                    <a:pt x="0" y="530"/>
                  </a:lnTo>
                  <a:lnTo>
                    <a:pt x="0" y="524"/>
                  </a:lnTo>
                  <a:lnTo>
                    <a:pt x="7" y="515"/>
                  </a:lnTo>
                  <a:lnTo>
                    <a:pt x="15" y="509"/>
                  </a:lnTo>
                  <a:lnTo>
                    <a:pt x="17" y="504"/>
                  </a:lnTo>
                  <a:lnTo>
                    <a:pt x="27" y="492"/>
                  </a:lnTo>
                  <a:lnTo>
                    <a:pt x="185" y="398"/>
                  </a:lnTo>
                  <a:lnTo>
                    <a:pt x="251" y="337"/>
                  </a:lnTo>
                  <a:lnTo>
                    <a:pt x="265" y="324"/>
                  </a:lnTo>
                  <a:lnTo>
                    <a:pt x="356" y="240"/>
                  </a:lnTo>
                  <a:lnTo>
                    <a:pt x="382" y="216"/>
                  </a:lnTo>
                  <a:lnTo>
                    <a:pt x="395" y="212"/>
                  </a:lnTo>
                  <a:lnTo>
                    <a:pt x="405" y="207"/>
                  </a:lnTo>
                  <a:lnTo>
                    <a:pt x="446" y="182"/>
                  </a:lnTo>
                  <a:lnTo>
                    <a:pt x="495" y="151"/>
                  </a:lnTo>
                  <a:lnTo>
                    <a:pt x="552" y="115"/>
                  </a:lnTo>
                  <a:lnTo>
                    <a:pt x="598" y="76"/>
                  </a:lnTo>
                  <a:lnTo>
                    <a:pt x="625" y="51"/>
                  </a:lnTo>
                  <a:lnTo>
                    <a:pt x="654" y="40"/>
                  </a:lnTo>
                  <a:lnTo>
                    <a:pt x="701" y="19"/>
                  </a:lnTo>
                  <a:lnTo>
                    <a:pt x="721" y="9"/>
                  </a:lnTo>
                  <a:lnTo>
                    <a:pt x="728" y="6"/>
                  </a:lnTo>
                  <a:lnTo>
                    <a:pt x="735" y="1"/>
                  </a:lnTo>
                  <a:lnTo>
                    <a:pt x="745" y="0"/>
                  </a:lnTo>
                  <a:lnTo>
                    <a:pt x="754" y="1"/>
                  </a:lnTo>
                  <a:lnTo>
                    <a:pt x="1043" y="66"/>
                  </a:lnTo>
                  <a:lnTo>
                    <a:pt x="1159" y="131"/>
                  </a:lnTo>
                  <a:lnTo>
                    <a:pt x="1131" y="162"/>
                  </a:lnTo>
                  <a:lnTo>
                    <a:pt x="1107" y="187"/>
                  </a:lnTo>
                  <a:lnTo>
                    <a:pt x="1100" y="208"/>
                  </a:lnTo>
                  <a:lnTo>
                    <a:pt x="1097" y="226"/>
                  </a:lnTo>
                  <a:lnTo>
                    <a:pt x="1097" y="236"/>
                  </a:lnTo>
                  <a:lnTo>
                    <a:pt x="1100" y="243"/>
                  </a:lnTo>
                  <a:lnTo>
                    <a:pt x="1134" y="271"/>
                  </a:lnTo>
                  <a:lnTo>
                    <a:pt x="1258" y="374"/>
                  </a:lnTo>
                  <a:lnTo>
                    <a:pt x="1300" y="408"/>
                  </a:lnTo>
                  <a:lnTo>
                    <a:pt x="1307" y="423"/>
                  </a:lnTo>
                  <a:lnTo>
                    <a:pt x="1326" y="460"/>
                  </a:lnTo>
                  <a:lnTo>
                    <a:pt x="1318" y="467"/>
                  </a:lnTo>
                  <a:lnTo>
                    <a:pt x="1285" y="49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9380155" y="1624463"/>
              <a:ext cx="1011" cy="888"/>
            </a:xfrm>
            <a:custGeom>
              <a:avLst/>
              <a:pathLst>
                <a:path w="1011" h="888">
                  <a:moveTo>
                    <a:pt x="1007" y="302"/>
                  </a:moveTo>
                  <a:lnTo>
                    <a:pt x="1011" y="420"/>
                  </a:lnTo>
                  <a:lnTo>
                    <a:pt x="985" y="443"/>
                  </a:lnTo>
                  <a:lnTo>
                    <a:pt x="964" y="461"/>
                  </a:lnTo>
                  <a:lnTo>
                    <a:pt x="915" y="502"/>
                  </a:lnTo>
                  <a:lnTo>
                    <a:pt x="903" y="514"/>
                  </a:lnTo>
                  <a:lnTo>
                    <a:pt x="868" y="549"/>
                  </a:lnTo>
                  <a:lnTo>
                    <a:pt x="831" y="585"/>
                  </a:lnTo>
                  <a:lnTo>
                    <a:pt x="805" y="592"/>
                  </a:lnTo>
                  <a:lnTo>
                    <a:pt x="782" y="599"/>
                  </a:lnTo>
                  <a:lnTo>
                    <a:pt x="651" y="642"/>
                  </a:lnTo>
                  <a:lnTo>
                    <a:pt x="589" y="695"/>
                  </a:lnTo>
                  <a:lnTo>
                    <a:pt x="575" y="697"/>
                  </a:lnTo>
                  <a:lnTo>
                    <a:pt x="554" y="698"/>
                  </a:lnTo>
                  <a:lnTo>
                    <a:pt x="549" y="700"/>
                  </a:lnTo>
                  <a:lnTo>
                    <a:pt x="542" y="700"/>
                  </a:lnTo>
                  <a:lnTo>
                    <a:pt x="535" y="700"/>
                  </a:lnTo>
                  <a:lnTo>
                    <a:pt x="524" y="699"/>
                  </a:lnTo>
                  <a:lnTo>
                    <a:pt x="514" y="695"/>
                  </a:lnTo>
                  <a:lnTo>
                    <a:pt x="493" y="684"/>
                  </a:lnTo>
                  <a:lnTo>
                    <a:pt x="459" y="666"/>
                  </a:lnTo>
                  <a:lnTo>
                    <a:pt x="445" y="659"/>
                  </a:lnTo>
                  <a:lnTo>
                    <a:pt x="437" y="659"/>
                  </a:lnTo>
                  <a:lnTo>
                    <a:pt x="430" y="661"/>
                  </a:lnTo>
                  <a:lnTo>
                    <a:pt x="425" y="664"/>
                  </a:lnTo>
                  <a:lnTo>
                    <a:pt x="418" y="669"/>
                  </a:lnTo>
                  <a:lnTo>
                    <a:pt x="411" y="674"/>
                  </a:lnTo>
                  <a:lnTo>
                    <a:pt x="402" y="682"/>
                  </a:lnTo>
                  <a:lnTo>
                    <a:pt x="394" y="687"/>
                  </a:lnTo>
                  <a:lnTo>
                    <a:pt x="386" y="690"/>
                  </a:lnTo>
                  <a:lnTo>
                    <a:pt x="380" y="693"/>
                  </a:lnTo>
                  <a:lnTo>
                    <a:pt x="373" y="696"/>
                  </a:lnTo>
                  <a:lnTo>
                    <a:pt x="365" y="701"/>
                  </a:lnTo>
                  <a:lnTo>
                    <a:pt x="349" y="721"/>
                  </a:lnTo>
                  <a:lnTo>
                    <a:pt x="345" y="732"/>
                  </a:lnTo>
                  <a:lnTo>
                    <a:pt x="342" y="739"/>
                  </a:lnTo>
                  <a:lnTo>
                    <a:pt x="342" y="749"/>
                  </a:lnTo>
                  <a:lnTo>
                    <a:pt x="350" y="765"/>
                  </a:lnTo>
                  <a:lnTo>
                    <a:pt x="357" y="784"/>
                  </a:lnTo>
                  <a:lnTo>
                    <a:pt x="365" y="793"/>
                  </a:lnTo>
                  <a:lnTo>
                    <a:pt x="390" y="808"/>
                  </a:lnTo>
                  <a:lnTo>
                    <a:pt x="405" y="831"/>
                  </a:lnTo>
                  <a:lnTo>
                    <a:pt x="411" y="841"/>
                  </a:lnTo>
                  <a:lnTo>
                    <a:pt x="412" y="848"/>
                  </a:lnTo>
                  <a:lnTo>
                    <a:pt x="410" y="856"/>
                  </a:lnTo>
                  <a:lnTo>
                    <a:pt x="401" y="868"/>
                  </a:lnTo>
                  <a:lnTo>
                    <a:pt x="387" y="872"/>
                  </a:lnTo>
                  <a:lnTo>
                    <a:pt x="338" y="884"/>
                  </a:lnTo>
                  <a:lnTo>
                    <a:pt x="324" y="888"/>
                  </a:lnTo>
                  <a:lnTo>
                    <a:pt x="220" y="857"/>
                  </a:lnTo>
                  <a:lnTo>
                    <a:pt x="212" y="854"/>
                  </a:lnTo>
                  <a:lnTo>
                    <a:pt x="198" y="839"/>
                  </a:lnTo>
                  <a:lnTo>
                    <a:pt x="191" y="831"/>
                  </a:lnTo>
                  <a:lnTo>
                    <a:pt x="206" y="757"/>
                  </a:lnTo>
                  <a:lnTo>
                    <a:pt x="202" y="750"/>
                  </a:lnTo>
                  <a:lnTo>
                    <a:pt x="195" y="747"/>
                  </a:lnTo>
                  <a:lnTo>
                    <a:pt x="113" y="725"/>
                  </a:lnTo>
                  <a:lnTo>
                    <a:pt x="4" y="684"/>
                  </a:lnTo>
                  <a:lnTo>
                    <a:pt x="2" y="667"/>
                  </a:lnTo>
                  <a:lnTo>
                    <a:pt x="0" y="644"/>
                  </a:lnTo>
                  <a:lnTo>
                    <a:pt x="40" y="627"/>
                  </a:lnTo>
                  <a:lnTo>
                    <a:pt x="50" y="622"/>
                  </a:lnTo>
                  <a:lnTo>
                    <a:pt x="73" y="608"/>
                  </a:lnTo>
                  <a:lnTo>
                    <a:pt x="128" y="575"/>
                  </a:lnTo>
                  <a:lnTo>
                    <a:pt x="173" y="547"/>
                  </a:lnTo>
                  <a:lnTo>
                    <a:pt x="190" y="567"/>
                  </a:lnTo>
                  <a:lnTo>
                    <a:pt x="242" y="625"/>
                  </a:lnTo>
                  <a:lnTo>
                    <a:pt x="248" y="629"/>
                  </a:lnTo>
                  <a:lnTo>
                    <a:pt x="257" y="630"/>
                  </a:lnTo>
                  <a:lnTo>
                    <a:pt x="270" y="629"/>
                  </a:lnTo>
                  <a:lnTo>
                    <a:pt x="294" y="622"/>
                  </a:lnTo>
                  <a:lnTo>
                    <a:pt x="312" y="611"/>
                  </a:lnTo>
                  <a:lnTo>
                    <a:pt x="330" y="597"/>
                  </a:lnTo>
                  <a:lnTo>
                    <a:pt x="333" y="593"/>
                  </a:lnTo>
                  <a:lnTo>
                    <a:pt x="336" y="585"/>
                  </a:lnTo>
                  <a:lnTo>
                    <a:pt x="361" y="530"/>
                  </a:lnTo>
                  <a:lnTo>
                    <a:pt x="376" y="494"/>
                  </a:lnTo>
                  <a:lnTo>
                    <a:pt x="376" y="428"/>
                  </a:lnTo>
                  <a:lnTo>
                    <a:pt x="376" y="383"/>
                  </a:lnTo>
                  <a:lnTo>
                    <a:pt x="376" y="364"/>
                  </a:lnTo>
                  <a:lnTo>
                    <a:pt x="354" y="313"/>
                  </a:lnTo>
                  <a:lnTo>
                    <a:pt x="366" y="278"/>
                  </a:lnTo>
                  <a:lnTo>
                    <a:pt x="395" y="272"/>
                  </a:lnTo>
                  <a:lnTo>
                    <a:pt x="420" y="261"/>
                  </a:lnTo>
                  <a:lnTo>
                    <a:pt x="445" y="243"/>
                  </a:lnTo>
                  <a:lnTo>
                    <a:pt x="462" y="225"/>
                  </a:lnTo>
                  <a:lnTo>
                    <a:pt x="466" y="220"/>
                  </a:lnTo>
                  <a:lnTo>
                    <a:pt x="472" y="210"/>
                  </a:lnTo>
                  <a:lnTo>
                    <a:pt x="483" y="190"/>
                  </a:lnTo>
                  <a:lnTo>
                    <a:pt x="491" y="179"/>
                  </a:lnTo>
                  <a:lnTo>
                    <a:pt x="495" y="172"/>
                  </a:lnTo>
                  <a:lnTo>
                    <a:pt x="497" y="165"/>
                  </a:lnTo>
                  <a:lnTo>
                    <a:pt x="503" y="162"/>
                  </a:lnTo>
                  <a:lnTo>
                    <a:pt x="509" y="162"/>
                  </a:lnTo>
                  <a:lnTo>
                    <a:pt x="514" y="165"/>
                  </a:lnTo>
                  <a:lnTo>
                    <a:pt x="530" y="172"/>
                  </a:lnTo>
                  <a:lnTo>
                    <a:pt x="533" y="176"/>
                  </a:lnTo>
                  <a:lnTo>
                    <a:pt x="535" y="182"/>
                  </a:lnTo>
                  <a:lnTo>
                    <a:pt x="538" y="187"/>
                  </a:lnTo>
                  <a:lnTo>
                    <a:pt x="548" y="224"/>
                  </a:lnTo>
                  <a:lnTo>
                    <a:pt x="561" y="266"/>
                  </a:lnTo>
                  <a:lnTo>
                    <a:pt x="564" y="273"/>
                  </a:lnTo>
                  <a:lnTo>
                    <a:pt x="576" y="291"/>
                  </a:lnTo>
                  <a:lnTo>
                    <a:pt x="583" y="295"/>
                  </a:lnTo>
                  <a:lnTo>
                    <a:pt x="592" y="296"/>
                  </a:lnTo>
                  <a:lnTo>
                    <a:pt x="605" y="295"/>
                  </a:lnTo>
                  <a:lnTo>
                    <a:pt x="648" y="288"/>
                  </a:lnTo>
                  <a:lnTo>
                    <a:pt x="681" y="279"/>
                  </a:lnTo>
                  <a:lnTo>
                    <a:pt x="711" y="268"/>
                  </a:lnTo>
                  <a:lnTo>
                    <a:pt x="741" y="254"/>
                  </a:lnTo>
                  <a:lnTo>
                    <a:pt x="768" y="238"/>
                  </a:lnTo>
                  <a:lnTo>
                    <a:pt x="794" y="206"/>
                  </a:lnTo>
                  <a:lnTo>
                    <a:pt x="811" y="146"/>
                  </a:lnTo>
                  <a:lnTo>
                    <a:pt x="812" y="138"/>
                  </a:lnTo>
                  <a:lnTo>
                    <a:pt x="806" y="120"/>
                  </a:lnTo>
                  <a:lnTo>
                    <a:pt x="800" y="116"/>
                  </a:lnTo>
                  <a:lnTo>
                    <a:pt x="797" y="105"/>
                  </a:lnTo>
                  <a:lnTo>
                    <a:pt x="787" y="94"/>
                  </a:lnTo>
                  <a:lnTo>
                    <a:pt x="780" y="87"/>
                  </a:lnTo>
                  <a:lnTo>
                    <a:pt x="774" y="83"/>
                  </a:lnTo>
                  <a:lnTo>
                    <a:pt x="767" y="81"/>
                  </a:lnTo>
                  <a:lnTo>
                    <a:pt x="763" y="77"/>
                  </a:lnTo>
                  <a:lnTo>
                    <a:pt x="754" y="72"/>
                  </a:lnTo>
                  <a:lnTo>
                    <a:pt x="741" y="69"/>
                  </a:lnTo>
                  <a:lnTo>
                    <a:pt x="726" y="60"/>
                  </a:lnTo>
                  <a:lnTo>
                    <a:pt x="721" y="52"/>
                  </a:lnTo>
                  <a:lnTo>
                    <a:pt x="718" y="43"/>
                  </a:lnTo>
                  <a:lnTo>
                    <a:pt x="716" y="27"/>
                  </a:lnTo>
                  <a:lnTo>
                    <a:pt x="719" y="20"/>
                  </a:lnTo>
                  <a:lnTo>
                    <a:pt x="723" y="18"/>
                  </a:lnTo>
                  <a:lnTo>
                    <a:pt x="728" y="18"/>
                  </a:lnTo>
                  <a:lnTo>
                    <a:pt x="757" y="15"/>
                  </a:lnTo>
                  <a:lnTo>
                    <a:pt x="842" y="0"/>
                  </a:lnTo>
                  <a:lnTo>
                    <a:pt x="851" y="23"/>
                  </a:lnTo>
                  <a:lnTo>
                    <a:pt x="895" y="136"/>
                  </a:lnTo>
                  <a:lnTo>
                    <a:pt x="900" y="149"/>
                  </a:lnTo>
                  <a:lnTo>
                    <a:pt x="910" y="174"/>
                  </a:lnTo>
                  <a:lnTo>
                    <a:pt x="919" y="187"/>
                  </a:lnTo>
                  <a:lnTo>
                    <a:pt x="936" y="215"/>
                  </a:lnTo>
                  <a:lnTo>
                    <a:pt x="945" y="230"/>
                  </a:lnTo>
                  <a:lnTo>
                    <a:pt x="953" y="244"/>
                  </a:lnTo>
                  <a:lnTo>
                    <a:pt x="1005" y="291"/>
                  </a:lnTo>
                  <a:lnTo>
                    <a:pt x="1007" y="30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9376052" y="1623899"/>
              <a:ext cx="2390" cy="651"/>
            </a:xfrm>
            <a:custGeom>
              <a:avLst/>
              <a:pathLst>
                <a:path w="2390" h="651">
                  <a:moveTo>
                    <a:pt x="2390" y="153"/>
                  </a:moveTo>
                  <a:lnTo>
                    <a:pt x="2384" y="309"/>
                  </a:lnTo>
                  <a:lnTo>
                    <a:pt x="2368" y="325"/>
                  </a:lnTo>
                  <a:lnTo>
                    <a:pt x="2358" y="335"/>
                  </a:lnTo>
                  <a:lnTo>
                    <a:pt x="2337" y="356"/>
                  </a:lnTo>
                  <a:lnTo>
                    <a:pt x="2323" y="371"/>
                  </a:lnTo>
                  <a:lnTo>
                    <a:pt x="2285" y="379"/>
                  </a:lnTo>
                  <a:lnTo>
                    <a:pt x="2158" y="407"/>
                  </a:lnTo>
                  <a:lnTo>
                    <a:pt x="2037" y="475"/>
                  </a:lnTo>
                  <a:lnTo>
                    <a:pt x="1893" y="575"/>
                  </a:lnTo>
                  <a:lnTo>
                    <a:pt x="1881" y="583"/>
                  </a:lnTo>
                  <a:lnTo>
                    <a:pt x="1640" y="620"/>
                  </a:lnTo>
                  <a:lnTo>
                    <a:pt x="1598" y="626"/>
                  </a:lnTo>
                  <a:lnTo>
                    <a:pt x="1578" y="629"/>
                  </a:lnTo>
                  <a:lnTo>
                    <a:pt x="1548" y="634"/>
                  </a:lnTo>
                  <a:lnTo>
                    <a:pt x="1312" y="624"/>
                  </a:lnTo>
                  <a:lnTo>
                    <a:pt x="1294" y="623"/>
                  </a:lnTo>
                  <a:lnTo>
                    <a:pt x="1068" y="638"/>
                  </a:lnTo>
                  <a:lnTo>
                    <a:pt x="1047" y="639"/>
                  </a:lnTo>
                  <a:lnTo>
                    <a:pt x="1019" y="641"/>
                  </a:lnTo>
                  <a:lnTo>
                    <a:pt x="874" y="650"/>
                  </a:lnTo>
                  <a:lnTo>
                    <a:pt x="850" y="651"/>
                  </a:lnTo>
                  <a:lnTo>
                    <a:pt x="842" y="634"/>
                  </a:lnTo>
                  <a:lnTo>
                    <a:pt x="813" y="571"/>
                  </a:lnTo>
                  <a:lnTo>
                    <a:pt x="803" y="564"/>
                  </a:lnTo>
                  <a:lnTo>
                    <a:pt x="748" y="525"/>
                  </a:lnTo>
                  <a:lnTo>
                    <a:pt x="740" y="524"/>
                  </a:lnTo>
                  <a:lnTo>
                    <a:pt x="672" y="512"/>
                  </a:lnTo>
                  <a:lnTo>
                    <a:pt x="439" y="469"/>
                  </a:lnTo>
                  <a:lnTo>
                    <a:pt x="380" y="444"/>
                  </a:lnTo>
                  <a:lnTo>
                    <a:pt x="356" y="434"/>
                  </a:lnTo>
                  <a:lnTo>
                    <a:pt x="230" y="381"/>
                  </a:lnTo>
                  <a:lnTo>
                    <a:pt x="223" y="377"/>
                  </a:lnTo>
                  <a:lnTo>
                    <a:pt x="108" y="323"/>
                  </a:lnTo>
                  <a:lnTo>
                    <a:pt x="80" y="309"/>
                  </a:lnTo>
                  <a:lnTo>
                    <a:pt x="0" y="272"/>
                  </a:lnTo>
                  <a:lnTo>
                    <a:pt x="25" y="98"/>
                  </a:lnTo>
                  <a:lnTo>
                    <a:pt x="27" y="83"/>
                  </a:lnTo>
                  <a:lnTo>
                    <a:pt x="115" y="25"/>
                  </a:lnTo>
                  <a:lnTo>
                    <a:pt x="124" y="19"/>
                  </a:lnTo>
                  <a:lnTo>
                    <a:pt x="138" y="10"/>
                  </a:lnTo>
                  <a:lnTo>
                    <a:pt x="169" y="11"/>
                  </a:lnTo>
                  <a:lnTo>
                    <a:pt x="179" y="11"/>
                  </a:lnTo>
                  <a:lnTo>
                    <a:pt x="255" y="11"/>
                  </a:lnTo>
                  <a:lnTo>
                    <a:pt x="273" y="12"/>
                  </a:lnTo>
                  <a:lnTo>
                    <a:pt x="345" y="12"/>
                  </a:lnTo>
                  <a:lnTo>
                    <a:pt x="386" y="13"/>
                  </a:lnTo>
                  <a:lnTo>
                    <a:pt x="395" y="13"/>
                  </a:lnTo>
                  <a:lnTo>
                    <a:pt x="410" y="15"/>
                  </a:lnTo>
                  <a:lnTo>
                    <a:pt x="667" y="36"/>
                  </a:lnTo>
                  <a:lnTo>
                    <a:pt x="732" y="42"/>
                  </a:lnTo>
                  <a:lnTo>
                    <a:pt x="796" y="39"/>
                  </a:lnTo>
                  <a:lnTo>
                    <a:pt x="859" y="37"/>
                  </a:lnTo>
                  <a:lnTo>
                    <a:pt x="897" y="35"/>
                  </a:lnTo>
                  <a:lnTo>
                    <a:pt x="1028" y="30"/>
                  </a:lnTo>
                  <a:lnTo>
                    <a:pt x="1101" y="28"/>
                  </a:lnTo>
                  <a:lnTo>
                    <a:pt x="1125" y="27"/>
                  </a:lnTo>
                  <a:lnTo>
                    <a:pt x="1168" y="42"/>
                  </a:lnTo>
                  <a:lnTo>
                    <a:pt x="1215" y="60"/>
                  </a:lnTo>
                  <a:lnTo>
                    <a:pt x="1360" y="113"/>
                  </a:lnTo>
                  <a:lnTo>
                    <a:pt x="1394" y="122"/>
                  </a:lnTo>
                  <a:lnTo>
                    <a:pt x="1417" y="132"/>
                  </a:lnTo>
                  <a:lnTo>
                    <a:pt x="1435" y="140"/>
                  </a:lnTo>
                  <a:lnTo>
                    <a:pt x="1448" y="142"/>
                  </a:lnTo>
                  <a:lnTo>
                    <a:pt x="1468" y="146"/>
                  </a:lnTo>
                  <a:lnTo>
                    <a:pt x="1502" y="157"/>
                  </a:lnTo>
                  <a:lnTo>
                    <a:pt x="1604" y="162"/>
                  </a:lnTo>
                  <a:lnTo>
                    <a:pt x="1672" y="161"/>
                  </a:lnTo>
                  <a:lnTo>
                    <a:pt x="1720" y="159"/>
                  </a:lnTo>
                  <a:lnTo>
                    <a:pt x="1746" y="157"/>
                  </a:lnTo>
                  <a:lnTo>
                    <a:pt x="1766" y="155"/>
                  </a:lnTo>
                  <a:lnTo>
                    <a:pt x="1849" y="138"/>
                  </a:lnTo>
                  <a:lnTo>
                    <a:pt x="1915" y="122"/>
                  </a:lnTo>
                  <a:lnTo>
                    <a:pt x="2035" y="87"/>
                  </a:lnTo>
                  <a:lnTo>
                    <a:pt x="2145" y="46"/>
                  </a:lnTo>
                  <a:lnTo>
                    <a:pt x="2257" y="3"/>
                  </a:lnTo>
                  <a:lnTo>
                    <a:pt x="2276" y="0"/>
                  </a:lnTo>
                  <a:lnTo>
                    <a:pt x="2290" y="2"/>
                  </a:lnTo>
                  <a:lnTo>
                    <a:pt x="2301" y="10"/>
                  </a:lnTo>
                  <a:lnTo>
                    <a:pt x="2370" y="60"/>
                  </a:lnTo>
                  <a:lnTo>
                    <a:pt x="2376" y="88"/>
                  </a:lnTo>
                  <a:lnTo>
                    <a:pt x="2378" y="96"/>
                  </a:lnTo>
                  <a:lnTo>
                    <a:pt x="2387" y="134"/>
                  </a:lnTo>
                  <a:lnTo>
                    <a:pt x="2390" y="146"/>
                  </a:lnTo>
                  <a:lnTo>
                    <a:pt x="2390" y="15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9367123" y="1621804"/>
              <a:ext cx="876" cy="632"/>
            </a:xfrm>
            <a:custGeom>
              <a:avLst/>
              <a:pathLst>
                <a:path w="876" h="632">
                  <a:moveTo>
                    <a:pt x="844" y="162"/>
                  </a:moveTo>
                  <a:lnTo>
                    <a:pt x="862" y="227"/>
                  </a:lnTo>
                  <a:lnTo>
                    <a:pt x="876" y="274"/>
                  </a:lnTo>
                  <a:lnTo>
                    <a:pt x="876" y="281"/>
                  </a:lnTo>
                  <a:lnTo>
                    <a:pt x="874" y="313"/>
                  </a:lnTo>
                  <a:lnTo>
                    <a:pt x="862" y="339"/>
                  </a:lnTo>
                  <a:lnTo>
                    <a:pt x="761" y="392"/>
                  </a:lnTo>
                  <a:lnTo>
                    <a:pt x="738" y="405"/>
                  </a:lnTo>
                  <a:lnTo>
                    <a:pt x="721" y="414"/>
                  </a:lnTo>
                  <a:lnTo>
                    <a:pt x="722" y="428"/>
                  </a:lnTo>
                  <a:lnTo>
                    <a:pt x="724" y="455"/>
                  </a:lnTo>
                  <a:lnTo>
                    <a:pt x="717" y="467"/>
                  </a:lnTo>
                  <a:lnTo>
                    <a:pt x="602" y="553"/>
                  </a:lnTo>
                  <a:lnTo>
                    <a:pt x="562" y="583"/>
                  </a:lnTo>
                  <a:lnTo>
                    <a:pt x="508" y="632"/>
                  </a:lnTo>
                  <a:lnTo>
                    <a:pt x="449" y="631"/>
                  </a:lnTo>
                  <a:lnTo>
                    <a:pt x="436" y="631"/>
                  </a:lnTo>
                  <a:lnTo>
                    <a:pt x="431" y="631"/>
                  </a:lnTo>
                  <a:lnTo>
                    <a:pt x="425" y="628"/>
                  </a:lnTo>
                  <a:lnTo>
                    <a:pt x="420" y="624"/>
                  </a:lnTo>
                  <a:lnTo>
                    <a:pt x="415" y="615"/>
                  </a:lnTo>
                  <a:lnTo>
                    <a:pt x="413" y="603"/>
                  </a:lnTo>
                  <a:lnTo>
                    <a:pt x="410" y="588"/>
                  </a:lnTo>
                  <a:lnTo>
                    <a:pt x="438" y="562"/>
                  </a:lnTo>
                  <a:lnTo>
                    <a:pt x="449" y="552"/>
                  </a:lnTo>
                  <a:lnTo>
                    <a:pt x="475" y="529"/>
                  </a:lnTo>
                  <a:lnTo>
                    <a:pt x="471" y="511"/>
                  </a:lnTo>
                  <a:lnTo>
                    <a:pt x="460" y="471"/>
                  </a:lnTo>
                  <a:lnTo>
                    <a:pt x="454" y="448"/>
                  </a:lnTo>
                  <a:lnTo>
                    <a:pt x="333" y="398"/>
                  </a:lnTo>
                  <a:lnTo>
                    <a:pt x="321" y="410"/>
                  </a:lnTo>
                  <a:lnTo>
                    <a:pt x="302" y="429"/>
                  </a:lnTo>
                  <a:lnTo>
                    <a:pt x="290" y="430"/>
                  </a:lnTo>
                  <a:lnTo>
                    <a:pt x="276" y="429"/>
                  </a:lnTo>
                  <a:lnTo>
                    <a:pt x="264" y="427"/>
                  </a:lnTo>
                  <a:lnTo>
                    <a:pt x="257" y="423"/>
                  </a:lnTo>
                  <a:lnTo>
                    <a:pt x="208" y="384"/>
                  </a:lnTo>
                  <a:lnTo>
                    <a:pt x="181" y="363"/>
                  </a:lnTo>
                  <a:lnTo>
                    <a:pt x="174" y="356"/>
                  </a:lnTo>
                  <a:lnTo>
                    <a:pt x="94" y="292"/>
                  </a:lnTo>
                  <a:lnTo>
                    <a:pt x="82" y="283"/>
                  </a:lnTo>
                  <a:lnTo>
                    <a:pt x="66" y="258"/>
                  </a:lnTo>
                  <a:lnTo>
                    <a:pt x="53" y="235"/>
                  </a:lnTo>
                  <a:lnTo>
                    <a:pt x="60" y="217"/>
                  </a:lnTo>
                  <a:lnTo>
                    <a:pt x="99" y="127"/>
                  </a:lnTo>
                  <a:lnTo>
                    <a:pt x="116" y="107"/>
                  </a:lnTo>
                  <a:lnTo>
                    <a:pt x="125" y="97"/>
                  </a:lnTo>
                  <a:lnTo>
                    <a:pt x="29" y="54"/>
                  </a:lnTo>
                  <a:lnTo>
                    <a:pt x="18" y="50"/>
                  </a:lnTo>
                  <a:lnTo>
                    <a:pt x="9" y="47"/>
                  </a:lnTo>
                  <a:lnTo>
                    <a:pt x="5" y="44"/>
                  </a:lnTo>
                  <a:lnTo>
                    <a:pt x="1" y="39"/>
                  </a:lnTo>
                  <a:lnTo>
                    <a:pt x="0" y="29"/>
                  </a:lnTo>
                  <a:lnTo>
                    <a:pt x="0" y="22"/>
                  </a:lnTo>
                  <a:lnTo>
                    <a:pt x="3" y="15"/>
                  </a:lnTo>
                  <a:lnTo>
                    <a:pt x="13" y="2"/>
                  </a:lnTo>
                  <a:lnTo>
                    <a:pt x="41" y="1"/>
                  </a:lnTo>
                  <a:lnTo>
                    <a:pt x="73" y="0"/>
                  </a:lnTo>
                  <a:lnTo>
                    <a:pt x="255" y="43"/>
                  </a:lnTo>
                  <a:lnTo>
                    <a:pt x="296" y="53"/>
                  </a:lnTo>
                  <a:lnTo>
                    <a:pt x="313" y="57"/>
                  </a:lnTo>
                  <a:lnTo>
                    <a:pt x="432" y="101"/>
                  </a:lnTo>
                  <a:lnTo>
                    <a:pt x="456" y="109"/>
                  </a:lnTo>
                  <a:lnTo>
                    <a:pt x="592" y="180"/>
                  </a:lnTo>
                  <a:lnTo>
                    <a:pt x="611" y="182"/>
                  </a:lnTo>
                  <a:lnTo>
                    <a:pt x="642" y="183"/>
                  </a:lnTo>
                  <a:lnTo>
                    <a:pt x="658" y="181"/>
                  </a:lnTo>
                  <a:lnTo>
                    <a:pt x="664" y="181"/>
                  </a:lnTo>
                  <a:lnTo>
                    <a:pt x="668" y="179"/>
                  </a:lnTo>
                  <a:lnTo>
                    <a:pt x="784" y="120"/>
                  </a:lnTo>
                  <a:lnTo>
                    <a:pt x="792" y="112"/>
                  </a:lnTo>
                  <a:lnTo>
                    <a:pt x="803" y="98"/>
                  </a:lnTo>
                  <a:lnTo>
                    <a:pt x="811" y="89"/>
                  </a:lnTo>
                  <a:lnTo>
                    <a:pt x="817" y="85"/>
                  </a:lnTo>
                  <a:lnTo>
                    <a:pt x="824" y="85"/>
                  </a:lnTo>
                  <a:lnTo>
                    <a:pt x="830" y="87"/>
                  </a:lnTo>
                  <a:lnTo>
                    <a:pt x="831" y="96"/>
                  </a:lnTo>
                  <a:lnTo>
                    <a:pt x="835" y="108"/>
                  </a:lnTo>
                  <a:lnTo>
                    <a:pt x="844" y="16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9372897" y="1622217"/>
              <a:ext cx="1846" cy="821"/>
            </a:xfrm>
            <a:custGeom>
              <a:avLst/>
              <a:pathLst>
                <a:path w="1846" h="821">
                  <a:moveTo>
                    <a:pt x="806" y="205"/>
                  </a:moveTo>
                  <a:lnTo>
                    <a:pt x="836" y="231"/>
                  </a:lnTo>
                  <a:lnTo>
                    <a:pt x="867" y="274"/>
                  </a:lnTo>
                  <a:lnTo>
                    <a:pt x="906" y="329"/>
                  </a:lnTo>
                  <a:lnTo>
                    <a:pt x="917" y="344"/>
                  </a:lnTo>
                  <a:lnTo>
                    <a:pt x="928" y="359"/>
                  </a:lnTo>
                  <a:lnTo>
                    <a:pt x="937" y="363"/>
                  </a:lnTo>
                  <a:lnTo>
                    <a:pt x="1008" y="375"/>
                  </a:lnTo>
                  <a:lnTo>
                    <a:pt x="1055" y="382"/>
                  </a:lnTo>
                  <a:lnTo>
                    <a:pt x="1162" y="389"/>
                  </a:lnTo>
                  <a:lnTo>
                    <a:pt x="1230" y="388"/>
                  </a:lnTo>
                  <a:lnTo>
                    <a:pt x="1278" y="359"/>
                  </a:lnTo>
                  <a:lnTo>
                    <a:pt x="1312" y="375"/>
                  </a:lnTo>
                  <a:lnTo>
                    <a:pt x="1328" y="386"/>
                  </a:lnTo>
                  <a:lnTo>
                    <a:pt x="1342" y="393"/>
                  </a:lnTo>
                  <a:lnTo>
                    <a:pt x="1349" y="399"/>
                  </a:lnTo>
                  <a:lnTo>
                    <a:pt x="1352" y="408"/>
                  </a:lnTo>
                  <a:lnTo>
                    <a:pt x="1419" y="522"/>
                  </a:lnTo>
                  <a:lnTo>
                    <a:pt x="1434" y="548"/>
                  </a:lnTo>
                  <a:lnTo>
                    <a:pt x="1440" y="564"/>
                  </a:lnTo>
                  <a:lnTo>
                    <a:pt x="1464" y="577"/>
                  </a:lnTo>
                  <a:lnTo>
                    <a:pt x="1517" y="586"/>
                  </a:lnTo>
                  <a:lnTo>
                    <a:pt x="1631" y="605"/>
                  </a:lnTo>
                  <a:lnTo>
                    <a:pt x="1659" y="610"/>
                  </a:lnTo>
                  <a:lnTo>
                    <a:pt x="1700" y="616"/>
                  </a:lnTo>
                  <a:lnTo>
                    <a:pt x="1728" y="620"/>
                  </a:lnTo>
                  <a:lnTo>
                    <a:pt x="1823" y="680"/>
                  </a:lnTo>
                  <a:lnTo>
                    <a:pt x="1835" y="687"/>
                  </a:lnTo>
                  <a:lnTo>
                    <a:pt x="1846" y="705"/>
                  </a:lnTo>
                  <a:lnTo>
                    <a:pt x="1832" y="712"/>
                  </a:lnTo>
                  <a:lnTo>
                    <a:pt x="1826" y="714"/>
                  </a:lnTo>
                  <a:lnTo>
                    <a:pt x="1797" y="722"/>
                  </a:lnTo>
                  <a:lnTo>
                    <a:pt x="1786" y="725"/>
                  </a:lnTo>
                  <a:lnTo>
                    <a:pt x="1766" y="731"/>
                  </a:lnTo>
                  <a:lnTo>
                    <a:pt x="1727" y="733"/>
                  </a:lnTo>
                  <a:lnTo>
                    <a:pt x="1566" y="715"/>
                  </a:lnTo>
                  <a:lnTo>
                    <a:pt x="1508" y="684"/>
                  </a:lnTo>
                  <a:lnTo>
                    <a:pt x="1495" y="677"/>
                  </a:lnTo>
                  <a:lnTo>
                    <a:pt x="1455" y="687"/>
                  </a:lnTo>
                  <a:lnTo>
                    <a:pt x="1326" y="717"/>
                  </a:lnTo>
                  <a:lnTo>
                    <a:pt x="1257" y="745"/>
                  </a:lnTo>
                  <a:lnTo>
                    <a:pt x="1232" y="761"/>
                  </a:lnTo>
                  <a:lnTo>
                    <a:pt x="1222" y="771"/>
                  </a:lnTo>
                  <a:lnTo>
                    <a:pt x="1215" y="781"/>
                  </a:lnTo>
                  <a:lnTo>
                    <a:pt x="1215" y="792"/>
                  </a:lnTo>
                  <a:lnTo>
                    <a:pt x="1212" y="803"/>
                  </a:lnTo>
                  <a:lnTo>
                    <a:pt x="1176" y="819"/>
                  </a:lnTo>
                  <a:lnTo>
                    <a:pt x="1155" y="821"/>
                  </a:lnTo>
                  <a:lnTo>
                    <a:pt x="1119" y="817"/>
                  </a:lnTo>
                  <a:lnTo>
                    <a:pt x="1098" y="809"/>
                  </a:lnTo>
                  <a:lnTo>
                    <a:pt x="1089" y="800"/>
                  </a:lnTo>
                  <a:lnTo>
                    <a:pt x="1086" y="790"/>
                  </a:lnTo>
                  <a:lnTo>
                    <a:pt x="1086" y="774"/>
                  </a:lnTo>
                  <a:lnTo>
                    <a:pt x="1087" y="758"/>
                  </a:lnTo>
                  <a:lnTo>
                    <a:pt x="1093" y="747"/>
                  </a:lnTo>
                  <a:lnTo>
                    <a:pt x="1104" y="738"/>
                  </a:lnTo>
                  <a:lnTo>
                    <a:pt x="1117" y="735"/>
                  </a:lnTo>
                  <a:lnTo>
                    <a:pt x="1124" y="730"/>
                  </a:lnTo>
                  <a:lnTo>
                    <a:pt x="1127" y="723"/>
                  </a:lnTo>
                  <a:lnTo>
                    <a:pt x="1122" y="711"/>
                  </a:lnTo>
                  <a:lnTo>
                    <a:pt x="1032" y="622"/>
                  </a:lnTo>
                  <a:lnTo>
                    <a:pt x="904" y="539"/>
                  </a:lnTo>
                  <a:lnTo>
                    <a:pt x="749" y="498"/>
                  </a:lnTo>
                  <a:lnTo>
                    <a:pt x="732" y="494"/>
                  </a:lnTo>
                  <a:lnTo>
                    <a:pt x="686" y="444"/>
                  </a:lnTo>
                  <a:lnTo>
                    <a:pt x="678" y="433"/>
                  </a:lnTo>
                  <a:lnTo>
                    <a:pt x="628" y="362"/>
                  </a:lnTo>
                  <a:lnTo>
                    <a:pt x="550" y="345"/>
                  </a:lnTo>
                  <a:lnTo>
                    <a:pt x="536" y="342"/>
                  </a:lnTo>
                  <a:lnTo>
                    <a:pt x="410" y="298"/>
                  </a:lnTo>
                  <a:lnTo>
                    <a:pt x="402" y="293"/>
                  </a:lnTo>
                  <a:lnTo>
                    <a:pt x="390" y="280"/>
                  </a:lnTo>
                  <a:lnTo>
                    <a:pt x="383" y="269"/>
                  </a:lnTo>
                  <a:lnTo>
                    <a:pt x="375" y="257"/>
                  </a:lnTo>
                  <a:lnTo>
                    <a:pt x="362" y="246"/>
                  </a:lnTo>
                  <a:lnTo>
                    <a:pt x="339" y="234"/>
                  </a:lnTo>
                  <a:lnTo>
                    <a:pt x="325" y="228"/>
                  </a:lnTo>
                  <a:lnTo>
                    <a:pt x="320" y="221"/>
                  </a:lnTo>
                  <a:lnTo>
                    <a:pt x="316" y="215"/>
                  </a:lnTo>
                  <a:lnTo>
                    <a:pt x="256" y="203"/>
                  </a:lnTo>
                  <a:lnTo>
                    <a:pt x="227" y="199"/>
                  </a:lnTo>
                  <a:lnTo>
                    <a:pt x="202" y="202"/>
                  </a:lnTo>
                  <a:lnTo>
                    <a:pt x="123" y="214"/>
                  </a:lnTo>
                  <a:lnTo>
                    <a:pt x="47" y="225"/>
                  </a:lnTo>
                  <a:lnTo>
                    <a:pt x="36" y="226"/>
                  </a:lnTo>
                  <a:lnTo>
                    <a:pt x="29" y="224"/>
                  </a:lnTo>
                  <a:lnTo>
                    <a:pt x="1" y="182"/>
                  </a:lnTo>
                  <a:lnTo>
                    <a:pt x="0" y="177"/>
                  </a:lnTo>
                  <a:lnTo>
                    <a:pt x="0" y="168"/>
                  </a:lnTo>
                  <a:lnTo>
                    <a:pt x="4" y="165"/>
                  </a:lnTo>
                  <a:lnTo>
                    <a:pt x="26" y="154"/>
                  </a:lnTo>
                  <a:lnTo>
                    <a:pt x="35" y="150"/>
                  </a:lnTo>
                  <a:lnTo>
                    <a:pt x="47" y="144"/>
                  </a:lnTo>
                  <a:lnTo>
                    <a:pt x="81" y="128"/>
                  </a:lnTo>
                  <a:lnTo>
                    <a:pt x="88" y="105"/>
                  </a:lnTo>
                  <a:lnTo>
                    <a:pt x="92" y="92"/>
                  </a:lnTo>
                  <a:lnTo>
                    <a:pt x="91" y="83"/>
                  </a:lnTo>
                  <a:lnTo>
                    <a:pt x="81" y="69"/>
                  </a:lnTo>
                  <a:lnTo>
                    <a:pt x="64" y="49"/>
                  </a:lnTo>
                  <a:lnTo>
                    <a:pt x="51" y="33"/>
                  </a:lnTo>
                  <a:lnTo>
                    <a:pt x="45" y="18"/>
                  </a:lnTo>
                  <a:lnTo>
                    <a:pt x="44" y="10"/>
                  </a:lnTo>
                  <a:lnTo>
                    <a:pt x="48" y="3"/>
                  </a:lnTo>
                  <a:lnTo>
                    <a:pt x="60" y="0"/>
                  </a:lnTo>
                  <a:lnTo>
                    <a:pt x="79" y="0"/>
                  </a:lnTo>
                  <a:lnTo>
                    <a:pt x="86" y="6"/>
                  </a:lnTo>
                  <a:lnTo>
                    <a:pt x="94" y="11"/>
                  </a:lnTo>
                  <a:lnTo>
                    <a:pt x="108" y="17"/>
                  </a:lnTo>
                  <a:lnTo>
                    <a:pt x="165" y="40"/>
                  </a:lnTo>
                  <a:lnTo>
                    <a:pt x="188" y="48"/>
                  </a:lnTo>
                  <a:lnTo>
                    <a:pt x="228" y="51"/>
                  </a:lnTo>
                  <a:lnTo>
                    <a:pt x="234" y="52"/>
                  </a:lnTo>
                  <a:lnTo>
                    <a:pt x="247" y="57"/>
                  </a:lnTo>
                  <a:lnTo>
                    <a:pt x="260" y="63"/>
                  </a:lnTo>
                  <a:lnTo>
                    <a:pt x="299" y="111"/>
                  </a:lnTo>
                  <a:lnTo>
                    <a:pt x="303" y="115"/>
                  </a:lnTo>
                  <a:lnTo>
                    <a:pt x="308" y="122"/>
                  </a:lnTo>
                  <a:lnTo>
                    <a:pt x="336" y="146"/>
                  </a:lnTo>
                  <a:lnTo>
                    <a:pt x="341" y="150"/>
                  </a:lnTo>
                  <a:lnTo>
                    <a:pt x="466" y="155"/>
                  </a:lnTo>
                  <a:lnTo>
                    <a:pt x="550" y="145"/>
                  </a:lnTo>
                  <a:lnTo>
                    <a:pt x="587" y="141"/>
                  </a:lnTo>
                  <a:lnTo>
                    <a:pt x="598" y="139"/>
                  </a:lnTo>
                  <a:lnTo>
                    <a:pt x="618" y="91"/>
                  </a:lnTo>
                  <a:lnTo>
                    <a:pt x="629" y="87"/>
                  </a:lnTo>
                  <a:lnTo>
                    <a:pt x="658" y="80"/>
                  </a:lnTo>
                  <a:lnTo>
                    <a:pt x="688" y="86"/>
                  </a:lnTo>
                  <a:lnTo>
                    <a:pt x="775" y="134"/>
                  </a:lnTo>
                  <a:lnTo>
                    <a:pt x="791" y="191"/>
                  </a:lnTo>
                  <a:lnTo>
                    <a:pt x="806" y="2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9387946" y="1624201"/>
              <a:ext cx="1746" cy="556"/>
            </a:xfrm>
            <a:custGeom>
              <a:avLst/>
              <a:pathLst>
                <a:path w="1746" h="556">
                  <a:moveTo>
                    <a:pt x="1577" y="220"/>
                  </a:moveTo>
                  <a:lnTo>
                    <a:pt x="1555" y="301"/>
                  </a:lnTo>
                  <a:lnTo>
                    <a:pt x="1543" y="309"/>
                  </a:lnTo>
                  <a:lnTo>
                    <a:pt x="1538" y="311"/>
                  </a:lnTo>
                  <a:lnTo>
                    <a:pt x="1532" y="316"/>
                  </a:lnTo>
                  <a:lnTo>
                    <a:pt x="1510" y="331"/>
                  </a:lnTo>
                  <a:lnTo>
                    <a:pt x="1498" y="330"/>
                  </a:lnTo>
                  <a:lnTo>
                    <a:pt x="1492" y="330"/>
                  </a:lnTo>
                  <a:lnTo>
                    <a:pt x="1430" y="326"/>
                  </a:lnTo>
                  <a:lnTo>
                    <a:pt x="1354" y="292"/>
                  </a:lnTo>
                  <a:lnTo>
                    <a:pt x="1276" y="257"/>
                  </a:lnTo>
                  <a:lnTo>
                    <a:pt x="1133" y="262"/>
                  </a:lnTo>
                  <a:lnTo>
                    <a:pt x="1113" y="263"/>
                  </a:lnTo>
                  <a:lnTo>
                    <a:pt x="1096" y="263"/>
                  </a:lnTo>
                  <a:lnTo>
                    <a:pt x="1090" y="263"/>
                  </a:lnTo>
                  <a:lnTo>
                    <a:pt x="1022" y="263"/>
                  </a:lnTo>
                  <a:lnTo>
                    <a:pt x="998" y="252"/>
                  </a:lnTo>
                  <a:lnTo>
                    <a:pt x="974" y="241"/>
                  </a:lnTo>
                  <a:lnTo>
                    <a:pt x="969" y="235"/>
                  </a:lnTo>
                  <a:lnTo>
                    <a:pt x="961" y="228"/>
                  </a:lnTo>
                  <a:lnTo>
                    <a:pt x="953" y="227"/>
                  </a:lnTo>
                  <a:lnTo>
                    <a:pt x="945" y="226"/>
                  </a:lnTo>
                  <a:lnTo>
                    <a:pt x="937" y="226"/>
                  </a:lnTo>
                  <a:lnTo>
                    <a:pt x="928" y="228"/>
                  </a:lnTo>
                  <a:lnTo>
                    <a:pt x="913" y="234"/>
                  </a:lnTo>
                  <a:lnTo>
                    <a:pt x="887" y="262"/>
                  </a:lnTo>
                  <a:lnTo>
                    <a:pt x="830" y="321"/>
                  </a:lnTo>
                  <a:lnTo>
                    <a:pt x="828" y="315"/>
                  </a:lnTo>
                  <a:lnTo>
                    <a:pt x="741" y="359"/>
                  </a:lnTo>
                  <a:lnTo>
                    <a:pt x="728" y="371"/>
                  </a:lnTo>
                  <a:lnTo>
                    <a:pt x="687" y="409"/>
                  </a:lnTo>
                  <a:lnTo>
                    <a:pt x="674" y="494"/>
                  </a:lnTo>
                  <a:lnTo>
                    <a:pt x="643" y="502"/>
                  </a:lnTo>
                  <a:lnTo>
                    <a:pt x="590" y="517"/>
                  </a:lnTo>
                  <a:lnTo>
                    <a:pt x="564" y="525"/>
                  </a:lnTo>
                  <a:lnTo>
                    <a:pt x="501" y="547"/>
                  </a:lnTo>
                  <a:lnTo>
                    <a:pt x="474" y="556"/>
                  </a:lnTo>
                  <a:lnTo>
                    <a:pt x="440" y="514"/>
                  </a:lnTo>
                  <a:lnTo>
                    <a:pt x="343" y="392"/>
                  </a:lnTo>
                  <a:lnTo>
                    <a:pt x="321" y="393"/>
                  </a:lnTo>
                  <a:lnTo>
                    <a:pt x="313" y="393"/>
                  </a:lnTo>
                  <a:lnTo>
                    <a:pt x="301" y="392"/>
                  </a:lnTo>
                  <a:lnTo>
                    <a:pt x="281" y="378"/>
                  </a:lnTo>
                  <a:lnTo>
                    <a:pt x="278" y="371"/>
                  </a:lnTo>
                  <a:lnTo>
                    <a:pt x="279" y="357"/>
                  </a:lnTo>
                  <a:lnTo>
                    <a:pt x="283" y="352"/>
                  </a:lnTo>
                  <a:lnTo>
                    <a:pt x="289" y="348"/>
                  </a:lnTo>
                  <a:lnTo>
                    <a:pt x="296" y="341"/>
                  </a:lnTo>
                  <a:lnTo>
                    <a:pt x="301" y="333"/>
                  </a:lnTo>
                  <a:lnTo>
                    <a:pt x="310" y="319"/>
                  </a:lnTo>
                  <a:lnTo>
                    <a:pt x="312" y="312"/>
                  </a:lnTo>
                  <a:lnTo>
                    <a:pt x="332" y="305"/>
                  </a:lnTo>
                  <a:lnTo>
                    <a:pt x="336" y="300"/>
                  </a:lnTo>
                  <a:lnTo>
                    <a:pt x="338" y="294"/>
                  </a:lnTo>
                  <a:lnTo>
                    <a:pt x="336" y="280"/>
                  </a:lnTo>
                  <a:lnTo>
                    <a:pt x="319" y="254"/>
                  </a:lnTo>
                  <a:lnTo>
                    <a:pt x="301" y="242"/>
                  </a:lnTo>
                  <a:lnTo>
                    <a:pt x="286" y="234"/>
                  </a:lnTo>
                  <a:lnTo>
                    <a:pt x="277" y="232"/>
                  </a:lnTo>
                  <a:lnTo>
                    <a:pt x="271" y="232"/>
                  </a:lnTo>
                  <a:lnTo>
                    <a:pt x="261" y="237"/>
                  </a:lnTo>
                  <a:lnTo>
                    <a:pt x="194" y="269"/>
                  </a:lnTo>
                  <a:lnTo>
                    <a:pt x="162" y="340"/>
                  </a:lnTo>
                  <a:lnTo>
                    <a:pt x="151" y="365"/>
                  </a:lnTo>
                  <a:lnTo>
                    <a:pt x="142" y="367"/>
                  </a:lnTo>
                  <a:lnTo>
                    <a:pt x="113" y="377"/>
                  </a:lnTo>
                  <a:lnTo>
                    <a:pt x="78" y="372"/>
                  </a:lnTo>
                  <a:lnTo>
                    <a:pt x="66" y="334"/>
                  </a:lnTo>
                  <a:lnTo>
                    <a:pt x="52" y="285"/>
                  </a:lnTo>
                  <a:lnTo>
                    <a:pt x="45" y="261"/>
                  </a:lnTo>
                  <a:lnTo>
                    <a:pt x="37" y="235"/>
                  </a:lnTo>
                  <a:lnTo>
                    <a:pt x="0" y="111"/>
                  </a:lnTo>
                  <a:lnTo>
                    <a:pt x="0" y="100"/>
                  </a:lnTo>
                  <a:lnTo>
                    <a:pt x="0" y="93"/>
                  </a:lnTo>
                  <a:lnTo>
                    <a:pt x="2" y="86"/>
                  </a:lnTo>
                  <a:lnTo>
                    <a:pt x="13" y="77"/>
                  </a:lnTo>
                  <a:lnTo>
                    <a:pt x="107" y="48"/>
                  </a:lnTo>
                  <a:lnTo>
                    <a:pt x="259" y="0"/>
                  </a:lnTo>
                  <a:lnTo>
                    <a:pt x="269" y="0"/>
                  </a:lnTo>
                  <a:lnTo>
                    <a:pt x="532" y="0"/>
                  </a:lnTo>
                  <a:lnTo>
                    <a:pt x="582" y="34"/>
                  </a:lnTo>
                  <a:lnTo>
                    <a:pt x="568" y="52"/>
                  </a:lnTo>
                  <a:lnTo>
                    <a:pt x="563" y="59"/>
                  </a:lnTo>
                  <a:lnTo>
                    <a:pt x="562" y="64"/>
                  </a:lnTo>
                  <a:lnTo>
                    <a:pt x="564" y="69"/>
                  </a:lnTo>
                  <a:lnTo>
                    <a:pt x="565" y="77"/>
                  </a:lnTo>
                  <a:lnTo>
                    <a:pt x="570" y="85"/>
                  </a:lnTo>
                  <a:lnTo>
                    <a:pt x="575" y="92"/>
                  </a:lnTo>
                  <a:lnTo>
                    <a:pt x="583" y="98"/>
                  </a:lnTo>
                  <a:lnTo>
                    <a:pt x="590" y="100"/>
                  </a:lnTo>
                  <a:lnTo>
                    <a:pt x="658" y="102"/>
                  </a:lnTo>
                  <a:lnTo>
                    <a:pt x="739" y="103"/>
                  </a:lnTo>
                  <a:lnTo>
                    <a:pt x="904" y="107"/>
                  </a:lnTo>
                  <a:lnTo>
                    <a:pt x="1053" y="58"/>
                  </a:lnTo>
                  <a:lnTo>
                    <a:pt x="1299" y="38"/>
                  </a:lnTo>
                  <a:lnTo>
                    <a:pt x="1318" y="36"/>
                  </a:lnTo>
                  <a:lnTo>
                    <a:pt x="1351" y="32"/>
                  </a:lnTo>
                  <a:lnTo>
                    <a:pt x="1492" y="18"/>
                  </a:lnTo>
                  <a:lnTo>
                    <a:pt x="1607" y="37"/>
                  </a:lnTo>
                  <a:lnTo>
                    <a:pt x="1642" y="56"/>
                  </a:lnTo>
                  <a:lnTo>
                    <a:pt x="1688" y="92"/>
                  </a:lnTo>
                  <a:lnTo>
                    <a:pt x="1698" y="100"/>
                  </a:lnTo>
                  <a:lnTo>
                    <a:pt x="1704" y="105"/>
                  </a:lnTo>
                  <a:lnTo>
                    <a:pt x="1708" y="112"/>
                  </a:lnTo>
                  <a:lnTo>
                    <a:pt x="1715" y="117"/>
                  </a:lnTo>
                  <a:lnTo>
                    <a:pt x="1720" y="120"/>
                  </a:lnTo>
                  <a:lnTo>
                    <a:pt x="1722" y="125"/>
                  </a:lnTo>
                  <a:lnTo>
                    <a:pt x="1728" y="132"/>
                  </a:lnTo>
                  <a:lnTo>
                    <a:pt x="1738" y="137"/>
                  </a:lnTo>
                  <a:lnTo>
                    <a:pt x="1743" y="140"/>
                  </a:lnTo>
                  <a:lnTo>
                    <a:pt x="1746" y="147"/>
                  </a:lnTo>
                  <a:lnTo>
                    <a:pt x="1740" y="152"/>
                  </a:lnTo>
                  <a:lnTo>
                    <a:pt x="1689" y="178"/>
                  </a:lnTo>
                  <a:lnTo>
                    <a:pt x="1679" y="180"/>
                  </a:lnTo>
                  <a:lnTo>
                    <a:pt x="1672" y="181"/>
                  </a:lnTo>
                  <a:lnTo>
                    <a:pt x="1668" y="182"/>
                  </a:lnTo>
                  <a:lnTo>
                    <a:pt x="1583" y="197"/>
                  </a:lnTo>
                  <a:lnTo>
                    <a:pt x="1580" y="208"/>
                  </a:lnTo>
                  <a:lnTo>
                    <a:pt x="1577" y="2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9381877" y="1623361"/>
              <a:ext cx="5330" cy="1990"/>
            </a:xfrm>
            <a:custGeom>
              <a:avLst/>
              <a:pathLst>
                <a:path w="5330" h="1990">
                  <a:moveTo>
                    <a:pt x="4768" y="321"/>
                  </a:moveTo>
                  <a:lnTo>
                    <a:pt x="4750" y="481"/>
                  </a:lnTo>
                  <a:lnTo>
                    <a:pt x="4747" y="509"/>
                  </a:lnTo>
                  <a:lnTo>
                    <a:pt x="4752" y="514"/>
                  </a:lnTo>
                  <a:lnTo>
                    <a:pt x="4817" y="568"/>
                  </a:lnTo>
                  <a:lnTo>
                    <a:pt x="4832" y="571"/>
                  </a:lnTo>
                  <a:lnTo>
                    <a:pt x="4897" y="584"/>
                  </a:lnTo>
                  <a:lnTo>
                    <a:pt x="5031" y="610"/>
                  </a:lnTo>
                  <a:lnTo>
                    <a:pt x="5056" y="615"/>
                  </a:lnTo>
                  <a:lnTo>
                    <a:pt x="5208" y="645"/>
                  </a:lnTo>
                  <a:lnTo>
                    <a:pt x="5275" y="658"/>
                  </a:lnTo>
                  <a:lnTo>
                    <a:pt x="5330" y="681"/>
                  </a:lnTo>
                  <a:lnTo>
                    <a:pt x="5307" y="804"/>
                  </a:lnTo>
                  <a:lnTo>
                    <a:pt x="5303" y="823"/>
                  </a:lnTo>
                  <a:lnTo>
                    <a:pt x="5296" y="831"/>
                  </a:lnTo>
                  <a:lnTo>
                    <a:pt x="5259" y="866"/>
                  </a:lnTo>
                  <a:lnTo>
                    <a:pt x="5250" y="869"/>
                  </a:lnTo>
                  <a:lnTo>
                    <a:pt x="4910" y="981"/>
                  </a:lnTo>
                  <a:lnTo>
                    <a:pt x="4754" y="1095"/>
                  </a:lnTo>
                  <a:lnTo>
                    <a:pt x="4712" y="1125"/>
                  </a:lnTo>
                  <a:lnTo>
                    <a:pt x="4555" y="1228"/>
                  </a:lnTo>
                  <a:lnTo>
                    <a:pt x="4488" y="1258"/>
                  </a:lnTo>
                  <a:lnTo>
                    <a:pt x="4446" y="1096"/>
                  </a:lnTo>
                  <a:lnTo>
                    <a:pt x="4372" y="1071"/>
                  </a:lnTo>
                  <a:lnTo>
                    <a:pt x="4359" y="1067"/>
                  </a:lnTo>
                  <a:lnTo>
                    <a:pt x="4221" y="1075"/>
                  </a:lnTo>
                  <a:lnTo>
                    <a:pt x="4197" y="1101"/>
                  </a:lnTo>
                  <a:lnTo>
                    <a:pt x="4126" y="1175"/>
                  </a:lnTo>
                  <a:lnTo>
                    <a:pt x="4192" y="1268"/>
                  </a:lnTo>
                  <a:lnTo>
                    <a:pt x="4286" y="1400"/>
                  </a:lnTo>
                  <a:lnTo>
                    <a:pt x="4281" y="1422"/>
                  </a:lnTo>
                  <a:lnTo>
                    <a:pt x="4189" y="1502"/>
                  </a:lnTo>
                  <a:lnTo>
                    <a:pt x="4078" y="1600"/>
                  </a:lnTo>
                  <a:lnTo>
                    <a:pt x="3955" y="1575"/>
                  </a:lnTo>
                  <a:lnTo>
                    <a:pt x="3901" y="1552"/>
                  </a:lnTo>
                  <a:lnTo>
                    <a:pt x="3885" y="1545"/>
                  </a:lnTo>
                  <a:lnTo>
                    <a:pt x="3786" y="1502"/>
                  </a:lnTo>
                  <a:lnTo>
                    <a:pt x="3768" y="1505"/>
                  </a:lnTo>
                  <a:lnTo>
                    <a:pt x="3743" y="1508"/>
                  </a:lnTo>
                  <a:lnTo>
                    <a:pt x="3588" y="1530"/>
                  </a:lnTo>
                  <a:lnTo>
                    <a:pt x="3572" y="1532"/>
                  </a:lnTo>
                  <a:lnTo>
                    <a:pt x="3518" y="1566"/>
                  </a:lnTo>
                  <a:lnTo>
                    <a:pt x="3477" y="1592"/>
                  </a:lnTo>
                  <a:lnTo>
                    <a:pt x="3436" y="1618"/>
                  </a:lnTo>
                  <a:lnTo>
                    <a:pt x="3444" y="1740"/>
                  </a:lnTo>
                  <a:lnTo>
                    <a:pt x="3446" y="1763"/>
                  </a:lnTo>
                  <a:lnTo>
                    <a:pt x="3447" y="1777"/>
                  </a:lnTo>
                  <a:lnTo>
                    <a:pt x="3453" y="1781"/>
                  </a:lnTo>
                  <a:lnTo>
                    <a:pt x="3437" y="1793"/>
                  </a:lnTo>
                  <a:lnTo>
                    <a:pt x="3237" y="1939"/>
                  </a:lnTo>
                  <a:lnTo>
                    <a:pt x="3164" y="1956"/>
                  </a:lnTo>
                  <a:lnTo>
                    <a:pt x="3019" y="1990"/>
                  </a:lnTo>
                  <a:lnTo>
                    <a:pt x="2821" y="1900"/>
                  </a:lnTo>
                  <a:lnTo>
                    <a:pt x="2821" y="1847"/>
                  </a:lnTo>
                  <a:lnTo>
                    <a:pt x="2821" y="1732"/>
                  </a:lnTo>
                  <a:lnTo>
                    <a:pt x="2861" y="1681"/>
                  </a:lnTo>
                  <a:lnTo>
                    <a:pt x="2925" y="1600"/>
                  </a:lnTo>
                  <a:lnTo>
                    <a:pt x="2952" y="1565"/>
                  </a:lnTo>
                  <a:lnTo>
                    <a:pt x="2999" y="1506"/>
                  </a:lnTo>
                  <a:lnTo>
                    <a:pt x="3029" y="1468"/>
                  </a:lnTo>
                  <a:lnTo>
                    <a:pt x="3099" y="1379"/>
                  </a:lnTo>
                  <a:lnTo>
                    <a:pt x="3106" y="1366"/>
                  </a:lnTo>
                  <a:lnTo>
                    <a:pt x="3260" y="1075"/>
                  </a:lnTo>
                  <a:lnTo>
                    <a:pt x="3319" y="1077"/>
                  </a:lnTo>
                  <a:lnTo>
                    <a:pt x="3361" y="1078"/>
                  </a:lnTo>
                  <a:lnTo>
                    <a:pt x="3365" y="1075"/>
                  </a:lnTo>
                  <a:lnTo>
                    <a:pt x="3367" y="1070"/>
                  </a:lnTo>
                  <a:lnTo>
                    <a:pt x="3372" y="1065"/>
                  </a:lnTo>
                  <a:lnTo>
                    <a:pt x="3382" y="1058"/>
                  </a:lnTo>
                  <a:lnTo>
                    <a:pt x="3388" y="1052"/>
                  </a:lnTo>
                  <a:lnTo>
                    <a:pt x="3393" y="1045"/>
                  </a:lnTo>
                  <a:lnTo>
                    <a:pt x="3399" y="1025"/>
                  </a:lnTo>
                  <a:lnTo>
                    <a:pt x="3402" y="994"/>
                  </a:lnTo>
                  <a:lnTo>
                    <a:pt x="3395" y="949"/>
                  </a:lnTo>
                  <a:lnTo>
                    <a:pt x="3390" y="925"/>
                  </a:lnTo>
                  <a:lnTo>
                    <a:pt x="3382" y="908"/>
                  </a:lnTo>
                  <a:lnTo>
                    <a:pt x="3364" y="879"/>
                  </a:lnTo>
                  <a:lnTo>
                    <a:pt x="3330" y="832"/>
                  </a:lnTo>
                  <a:lnTo>
                    <a:pt x="3299" y="794"/>
                  </a:lnTo>
                  <a:lnTo>
                    <a:pt x="3270" y="762"/>
                  </a:lnTo>
                  <a:lnTo>
                    <a:pt x="3262" y="752"/>
                  </a:lnTo>
                  <a:lnTo>
                    <a:pt x="3208" y="732"/>
                  </a:lnTo>
                  <a:lnTo>
                    <a:pt x="3124" y="699"/>
                  </a:lnTo>
                  <a:lnTo>
                    <a:pt x="3051" y="685"/>
                  </a:lnTo>
                  <a:lnTo>
                    <a:pt x="2844" y="644"/>
                  </a:lnTo>
                  <a:lnTo>
                    <a:pt x="2821" y="642"/>
                  </a:lnTo>
                  <a:lnTo>
                    <a:pt x="2619" y="620"/>
                  </a:lnTo>
                  <a:lnTo>
                    <a:pt x="2443" y="616"/>
                  </a:lnTo>
                  <a:lnTo>
                    <a:pt x="2413" y="631"/>
                  </a:lnTo>
                  <a:lnTo>
                    <a:pt x="2323" y="675"/>
                  </a:lnTo>
                  <a:lnTo>
                    <a:pt x="2317" y="679"/>
                  </a:lnTo>
                  <a:lnTo>
                    <a:pt x="2283" y="698"/>
                  </a:lnTo>
                  <a:lnTo>
                    <a:pt x="2186" y="753"/>
                  </a:lnTo>
                  <a:lnTo>
                    <a:pt x="1929" y="673"/>
                  </a:lnTo>
                  <a:lnTo>
                    <a:pt x="1873" y="632"/>
                  </a:lnTo>
                  <a:lnTo>
                    <a:pt x="1864" y="626"/>
                  </a:lnTo>
                  <a:lnTo>
                    <a:pt x="1830" y="602"/>
                  </a:lnTo>
                  <a:lnTo>
                    <a:pt x="1720" y="599"/>
                  </a:lnTo>
                  <a:lnTo>
                    <a:pt x="1589" y="726"/>
                  </a:lnTo>
                  <a:lnTo>
                    <a:pt x="1505" y="809"/>
                  </a:lnTo>
                  <a:lnTo>
                    <a:pt x="1491" y="822"/>
                  </a:lnTo>
                  <a:lnTo>
                    <a:pt x="1445" y="806"/>
                  </a:lnTo>
                  <a:lnTo>
                    <a:pt x="1418" y="796"/>
                  </a:lnTo>
                  <a:lnTo>
                    <a:pt x="1413" y="791"/>
                  </a:lnTo>
                  <a:lnTo>
                    <a:pt x="1313" y="666"/>
                  </a:lnTo>
                  <a:lnTo>
                    <a:pt x="1229" y="671"/>
                  </a:lnTo>
                  <a:lnTo>
                    <a:pt x="1182" y="673"/>
                  </a:lnTo>
                  <a:lnTo>
                    <a:pt x="1172" y="674"/>
                  </a:lnTo>
                  <a:lnTo>
                    <a:pt x="1160" y="675"/>
                  </a:lnTo>
                  <a:lnTo>
                    <a:pt x="1083" y="700"/>
                  </a:lnTo>
                  <a:lnTo>
                    <a:pt x="986" y="731"/>
                  </a:lnTo>
                  <a:lnTo>
                    <a:pt x="913" y="755"/>
                  </a:lnTo>
                  <a:lnTo>
                    <a:pt x="902" y="767"/>
                  </a:lnTo>
                  <a:lnTo>
                    <a:pt x="831" y="850"/>
                  </a:lnTo>
                  <a:lnTo>
                    <a:pt x="818" y="865"/>
                  </a:lnTo>
                  <a:lnTo>
                    <a:pt x="857" y="965"/>
                  </a:lnTo>
                  <a:lnTo>
                    <a:pt x="861" y="975"/>
                  </a:lnTo>
                  <a:lnTo>
                    <a:pt x="863" y="986"/>
                  </a:lnTo>
                  <a:lnTo>
                    <a:pt x="862" y="993"/>
                  </a:lnTo>
                  <a:lnTo>
                    <a:pt x="858" y="997"/>
                  </a:lnTo>
                  <a:lnTo>
                    <a:pt x="851" y="1004"/>
                  </a:lnTo>
                  <a:lnTo>
                    <a:pt x="829" y="1016"/>
                  </a:lnTo>
                  <a:lnTo>
                    <a:pt x="818" y="1023"/>
                  </a:lnTo>
                  <a:lnTo>
                    <a:pt x="796" y="1028"/>
                  </a:lnTo>
                  <a:lnTo>
                    <a:pt x="785" y="1034"/>
                  </a:lnTo>
                  <a:lnTo>
                    <a:pt x="776" y="1035"/>
                  </a:lnTo>
                  <a:lnTo>
                    <a:pt x="607" y="1057"/>
                  </a:lnTo>
                  <a:lnTo>
                    <a:pt x="584" y="1060"/>
                  </a:lnTo>
                  <a:lnTo>
                    <a:pt x="544" y="1050"/>
                  </a:lnTo>
                  <a:lnTo>
                    <a:pt x="506" y="1040"/>
                  </a:lnTo>
                  <a:lnTo>
                    <a:pt x="414" y="1018"/>
                  </a:lnTo>
                  <a:lnTo>
                    <a:pt x="385" y="1010"/>
                  </a:lnTo>
                  <a:lnTo>
                    <a:pt x="326" y="996"/>
                  </a:lnTo>
                  <a:lnTo>
                    <a:pt x="286" y="986"/>
                  </a:lnTo>
                  <a:lnTo>
                    <a:pt x="136" y="953"/>
                  </a:lnTo>
                  <a:lnTo>
                    <a:pt x="122" y="950"/>
                  </a:lnTo>
                  <a:lnTo>
                    <a:pt x="110" y="948"/>
                  </a:lnTo>
                  <a:lnTo>
                    <a:pt x="60" y="937"/>
                  </a:lnTo>
                  <a:lnTo>
                    <a:pt x="46" y="890"/>
                  </a:lnTo>
                  <a:lnTo>
                    <a:pt x="5" y="752"/>
                  </a:lnTo>
                  <a:lnTo>
                    <a:pt x="1" y="707"/>
                  </a:lnTo>
                  <a:lnTo>
                    <a:pt x="0" y="692"/>
                  </a:lnTo>
                  <a:lnTo>
                    <a:pt x="43" y="577"/>
                  </a:lnTo>
                  <a:lnTo>
                    <a:pt x="181" y="521"/>
                  </a:lnTo>
                  <a:lnTo>
                    <a:pt x="191" y="521"/>
                  </a:lnTo>
                  <a:lnTo>
                    <a:pt x="202" y="519"/>
                  </a:lnTo>
                  <a:lnTo>
                    <a:pt x="217" y="513"/>
                  </a:lnTo>
                  <a:lnTo>
                    <a:pt x="574" y="371"/>
                  </a:lnTo>
                  <a:lnTo>
                    <a:pt x="685" y="327"/>
                  </a:lnTo>
                  <a:lnTo>
                    <a:pt x="921" y="247"/>
                  </a:lnTo>
                  <a:lnTo>
                    <a:pt x="980" y="254"/>
                  </a:lnTo>
                  <a:lnTo>
                    <a:pt x="1159" y="274"/>
                  </a:lnTo>
                  <a:lnTo>
                    <a:pt x="1425" y="305"/>
                  </a:lnTo>
                  <a:lnTo>
                    <a:pt x="1439" y="306"/>
                  </a:lnTo>
                  <a:lnTo>
                    <a:pt x="1498" y="309"/>
                  </a:lnTo>
                  <a:lnTo>
                    <a:pt x="1599" y="315"/>
                  </a:lnTo>
                  <a:lnTo>
                    <a:pt x="1668" y="318"/>
                  </a:lnTo>
                  <a:lnTo>
                    <a:pt x="1839" y="328"/>
                  </a:lnTo>
                  <a:lnTo>
                    <a:pt x="1863" y="329"/>
                  </a:lnTo>
                  <a:lnTo>
                    <a:pt x="2305" y="267"/>
                  </a:lnTo>
                  <a:lnTo>
                    <a:pt x="2347" y="261"/>
                  </a:lnTo>
                  <a:lnTo>
                    <a:pt x="2352" y="260"/>
                  </a:lnTo>
                  <a:lnTo>
                    <a:pt x="2357" y="260"/>
                  </a:lnTo>
                  <a:lnTo>
                    <a:pt x="2362" y="260"/>
                  </a:lnTo>
                  <a:lnTo>
                    <a:pt x="2369" y="261"/>
                  </a:lnTo>
                  <a:lnTo>
                    <a:pt x="2375" y="261"/>
                  </a:lnTo>
                  <a:lnTo>
                    <a:pt x="2388" y="263"/>
                  </a:lnTo>
                  <a:lnTo>
                    <a:pt x="2397" y="263"/>
                  </a:lnTo>
                  <a:lnTo>
                    <a:pt x="2403" y="263"/>
                  </a:lnTo>
                  <a:lnTo>
                    <a:pt x="2428" y="274"/>
                  </a:lnTo>
                  <a:lnTo>
                    <a:pt x="2436" y="276"/>
                  </a:lnTo>
                  <a:lnTo>
                    <a:pt x="2795" y="162"/>
                  </a:lnTo>
                  <a:lnTo>
                    <a:pt x="2812" y="157"/>
                  </a:lnTo>
                  <a:lnTo>
                    <a:pt x="3050" y="111"/>
                  </a:lnTo>
                  <a:lnTo>
                    <a:pt x="3090" y="113"/>
                  </a:lnTo>
                  <a:lnTo>
                    <a:pt x="3408" y="134"/>
                  </a:lnTo>
                  <a:lnTo>
                    <a:pt x="3789" y="226"/>
                  </a:lnTo>
                  <a:lnTo>
                    <a:pt x="3798" y="228"/>
                  </a:lnTo>
                  <a:lnTo>
                    <a:pt x="3846" y="240"/>
                  </a:lnTo>
                  <a:lnTo>
                    <a:pt x="4011" y="300"/>
                  </a:lnTo>
                  <a:lnTo>
                    <a:pt x="4017" y="300"/>
                  </a:lnTo>
                  <a:lnTo>
                    <a:pt x="4024" y="298"/>
                  </a:lnTo>
                  <a:lnTo>
                    <a:pt x="4035" y="297"/>
                  </a:lnTo>
                  <a:lnTo>
                    <a:pt x="4047" y="298"/>
                  </a:lnTo>
                  <a:lnTo>
                    <a:pt x="4055" y="297"/>
                  </a:lnTo>
                  <a:lnTo>
                    <a:pt x="4059" y="295"/>
                  </a:lnTo>
                  <a:lnTo>
                    <a:pt x="4064" y="293"/>
                  </a:lnTo>
                  <a:lnTo>
                    <a:pt x="4082" y="292"/>
                  </a:lnTo>
                  <a:lnTo>
                    <a:pt x="4092" y="292"/>
                  </a:lnTo>
                  <a:lnTo>
                    <a:pt x="4143" y="207"/>
                  </a:lnTo>
                  <a:lnTo>
                    <a:pt x="4155" y="186"/>
                  </a:lnTo>
                  <a:lnTo>
                    <a:pt x="4199" y="111"/>
                  </a:lnTo>
                  <a:lnTo>
                    <a:pt x="4203" y="104"/>
                  </a:lnTo>
                  <a:lnTo>
                    <a:pt x="4378" y="48"/>
                  </a:lnTo>
                  <a:lnTo>
                    <a:pt x="4647" y="43"/>
                  </a:lnTo>
                  <a:lnTo>
                    <a:pt x="4728" y="7"/>
                  </a:lnTo>
                  <a:lnTo>
                    <a:pt x="4745" y="0"/>
                  </a:lnTo>
                  <a:lnTo>
                    <a:pt x="4800" y="39"/>
                  </a:lnTo>
                  <a:lnTo>
                    <a:pt x="4799" y="49"/>
                  </a:lnTo>
                  <a:lnTo>
                    <a:pt x="4768" y="32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9376285" y="1620516"/>
              <a:ext cx="8329" cy="2532"/>
            </a:xfrm>
            <a:custGeom>
              <a:avLst/>
              <a:pathLst>
                <a:path w="8329" h="2532">
                  <a:moveTo>
                    <a:pt x="2158" y="373"/>
                  </a:moveTo>
                  <a:lnTo>
                    <a:pt x="2137" y="372"/>
                  </a:lnTo>
                  <a:lnTo>
                    <a:pt x="2132" y="371"/>
                  </a:lnTo>
                  <a:lnTo>
                    <a:pt x="2125" y="369"/>
                  </a:lnTo>
                  <a:lnTo>
                    <a:pt x="2120" y="370"/>
                  </a:lnTo>
                  <a:lnTo>
                    <a:pt x="2114" y="374"/>
                  </a:lnTo>
                  <a:lnTo>
                    <a:pt x="2092" y="376"/>
                  </a:lnTo>
                  <a:lnTo>
                    <a:pt x="2086" y="378"/>
                  </a:lnTo>
                  <a:lnTo>
                    <a:pt x="2081" y="380"/>
                  </a:lnTo>
                  <a:lnTo>
                    <a:pt x="2068" y="377"/>
                  </a:lnTo>
                  <a:lnTo>
                    <a:pt x="2028" y="371"/>
                  </a:lnTo>
                  <a:lnTo>
                    <a:pt x="2016" y="372"/>
                  </a:lnTo>
                  <a:lnTo>
                    <a:pt x="2005" y="375"/>
                  </a:lnTo>
                  <a:lnTo>
                    <a:pt x="2000" y="377"/>
                  </a:lnTo>
                  <a:lnTo>
                    <a:pt x="1994" y="379"/>
                  </a:lnTo>
                  <a:lnTo>
                    <a:pt x="1985" y="379"/>
                  </a:lnTo>
                  <a:lnTo>
                    <a:pt x="1974" y="379"/>
                  </a:lnTo>
                  <a:lnTo>
                    <a:pt x="1965" y="382"/>
                  </a:lnTo>
                  <a:lnTo>
                    <a:pt x="1957" y="389"/>
                  </a:lnTo>
                  <a:lnTo>
                    <a:pt x="1952" y="392"/>
                  </a:lnTo>
                  <a:lnTo>
                    <a:pt x="1926" y="397"/>
                  </a:lnTo>
                  <a:lnTo>
                    <a:pt x="1900" y="413"/>
                  </a:lnTo>
                  <a:lnTo>
                    <a:pt x="1873" y="434"/>
                  </a:lnTo>
                  <a:lnTo>
                    <a:pt x="1871" y="439"/>
                  </a:lnTo>
                  <a:lnTo>
                    <a:pt x="1872" y="447"/>
                  </a:lnTo>
                  <a:lnTo>
                    <a:pt x="1872" y="456"/>
                  </a:lnTo>
                  <a:lnTo>
                    <a:pt x="1876" y="463"/>
                  </a:lnTo>
                  <a:lnTo>
                    <a:pt x="1885" y="471"/>
                  </a:lnTo>
                  <a:lnTo>
                    <a:pt x="1988" y="554"/>
                  </a:lnTo>
                  <a:lnTo>
                    <a:pt x="2027" y="586"/>
                  </a:lnTo>
                  <a:lnTo>
                    <a:pt x="2037" y="588"/>
                  </a:lnTo>
                  <a:lnTo>
                    <a:pt x="2044" y="587"/>
                  </a:lnTo>
                  <a:lnTo>
                    <a:pt x="2048" y="583"/>
                  </a:lnTo>
                  <a:lnTo>
                    <a:pt x="2050" y="577"/>
                  </a:lnTo>
                  <a:lnTo>
                    <a:pt x="2057" y="565"/>
                  </a:lnTo>
                  <a:lnTo>
                    <a:pt x="2120" y="537"/>
                  </a:lnTo>
                  <a:lnTo>
                    <a:pt x="2134" y="545"/>
                  </a:lnTo>
                  <a:lnTo>
                    <a:pt x="2176" y="570"/>
                  </a:lnTo>
                  <a:lnTo>
                    <a:pt x="2188" y="594"/>
                  </a:lnTo>
                  <a:lnTo>
                    <a:pt x="2211" y="643"/>
                  </a:lnTo>
                  <a:lnTo>
                    <a:pt x="2220" y="662"/>
                  </a:lnTo>
                  <a:lnTo>
                    <a:pt x="2193" y="678"/>
                  </a:lnTo>
                  <a:lnTo>
                    <a:pt x="2156" y="699"/>
                  </a:lnTo>
                  <a:lnTo>
                    <a:pt x="2129" y="715"/>
                  </a:lnTo>
                  <a:lnTo>
                    <a:pt x="2099" y="725"/>
                  </a:lnTo>
                  <a:lnTo>
                    <a:pt x="2059" y="737"/>
                  </a:lnTo>
                  <a:lnTo>
                    <a:pt x="2033" y="807"/>
                  </a:lnTo>
                  <a:lnTo>
                    <a:pt x="2026" y="827"/>
                  </a:lnTo>
                  <a:lnTo>
                    <a:pt x="2028" y="925"/>
                  </a:lnTo>
                  <a:lnTo>
                    <a:pt x="2069" y="936"/>
                  </a:lnTo>
                  <a:lnTo>
                    <a:pt x="2281" y="980"/>
                  </a:lnTo>
                  <a:lnTo>
                    <a:pt x="2329" y="986"/>
                  </a:lnTo>
                  <a:lnTo>
                    <a:pt x="2370" y="979"/>
                  </a:lnTo>
                  <a:lnTo>
                    <a:pt x="2403" y="968"/>
                  </a:lnTo>
                  <a:lnTo>
                    <a:pt x="2421" y="956"/>
                  </a:lnTo>
                  <a:lnTo>
                    <a:pt x="2446" y="936"/>
                  </a:lnTo>
                  <a:lnTo>
                    <a:pt x="2452" y="929"/>
                  </a:lnTo>
                  <a:lnTo>
                    <a:pt x="2451" y="923"/>
                  </a:lnTo>
                  <a:lnTo>
                    <a:pt x="2448" y="905"/>
                  </a:lnTo>
                  <a:lnTo>
                    <a:pt x="2447" y="892"/>
                  </a:lnTo>
                  <a:lnTo>
                    <a:pt x="2446" y="883"/>
                  </a:lnTo>
                  <a:lnTo>
                    <a:pt x="2447" y="875"/>
                  </a:lnTo>
                  <a:lnTo>
                    <a:pt x="2448" y="862"/>
                  </a:lnTo>
                  <a:lnTo>
                    <a:pt x="2448" y="850"/>
                  </a:lnTo>
                  <a:lnTo>
                    <a:pt x="2446" y="832"/>
                  </a:lnTo>
                  <a:lnTo>
                    <a:pt x="2444" y="818"/>
                  </a:lnTo>
                  <a:lnTo>
                    <a:pt x="2437" y="778"/>
                  </a:lnTo>
                  <a:lnTo>
                    <a:pt x="2433" y="742"/>
                  </a:lnTo>
                  <a:lnTo>
                    <a:pt x="2451" y="684"/>
                  </a:lnTo>
                  <a:lnTo>
                    <a:pt x="2456" y="666"/>
                  </a:lnTo>
                  <a:lnTo>
                    <a:pt x="2491" y="612"/>
                  </a:lnTo>
                  <a:lnTo>
                    <a:pt x="2549" y="579"/>
                  </a:lnTo>
                  <a:lnTo>
                    <a:pt x="2618" y="540"/>
                  </a:lnTo>
                  <a:lnTo>
                    <a:pt x="2702" y="477"/>
                  </a:lnTo>
                  <a:lnTo>
                    <a:pt x="2792" y="491"/>
                  </a:lnTo>
                  <a:lnTo>
                    <a:pt x="2894" y="616"/>
                  </a:lnTo>
                  <a:lnTo>
                    <a:pt x="2919" y="646"/>
                  </a:lnTo>
                  <a:lnTo>
                    <a:pt x="3135" y="848"/>
                  </a:lnTo>
                  <a:lnTo>
                    <a:pt x="3225" y="977"/>
                  </a:lnTo>
                  <a:lnTo>
                    <a:pt x="3243" y="1004"/>
                  </a:lnTo>
                  <a:lnTo>
                    <a:pt x="3250" y="1014"/>
                  </a:lnTo>
                  <a:lnTo>
                    <a:pt x="3266" y="1037"/>
                  </a:lnTo>
                  <a:lnTo>
                    <a:pt x="3289" y="1064"/>
                  </a:lnTo>
                  <a:lnTo>
                    <a:pt x="3311" y="1080"/>
                  </a:lnTo>
                  <a:lnTo>
                    <a:pt x="3337" y="1094"/>
                  </a:lnTo>
                  <a:lnTo>
                    <a:pt x="3375" y="1108"/>
                  </a:lnTo>
                  <a:lnTo>
                    <a:pt x="3412" y="1121"/>
                  </a:lnTo>
                  <a:lnTo>
                    <a:pt x="3438" y="1130"/>
                  </a:lnTo>
                  <a:lnTo>
                    <a:pt x="3450" y="1133"/>
                  </a:lnTo>
                  <a:lnTo>
                    <a:pt x="3474" y="1137"/>
                  </a:lnTo>
                  <a:lnTo>
                    <a:pt x="3503" y="1143"/>
                  </a:lnTo>
                  <a:lnTo>
                    <a:pt x="3519" y="1146"/>
                  </a:lnTo>
                  <a:lnTo>
                    <a:pt x="3545" y="1154"/>
                  </a:lnTo>
                  <a:lnTo>
                    <a:pt x="3551" y="1156"/>
                  </a:lnTo>
                  <a:lnTo>
                    <a:pt x="3556" y="1159"/>
                  </a:lnTo>
                  <a:lnTo>
                    <a:pt x="3564" y="1162"/>
                  </a:lnTo>
                  <a:lnTo>
                    <a:pt x="3572" y="1163"/>
                  </a:lnTo>
                  <a:lnTo>
                    <a:pt x="3583" y="1163"/>
                  </a:lnTo>
                  <a:lnTo>
                    <a:pt x="3589" y="1162"/>
                  </a:lnTo>
                  <a:lnTo>
                    <a:pt x="3594" y="1165"/>
                  </a:lnTo>
                  <a:lnTo>
                    <a:pt x="3599" y="1169"/>
                  </a:lnTo>
                  <a:lnTo>
                    <a:pt x="3612" y="1173"/>
                  </a:lnTo>
                  <a:lnTo>
                    <a:pt x="3644" y="1188"/>
                  </a:lnTo>
                  <a:lnTo>
                    <a:pt x="3678" y="1202"/>
                  </a:lnTo>
                  <a:lnTo>
                    <a:pt x="3713" y="1215"/>
                  </a:lnTo>
                  <a:lnTo>
                    <a:pt x="3721" y="1216"/>
                  </a:lnTo>
                  <a:lnTo>
                    <a:pt x="3756" y="1221"/>
                  </a:lnTo>
                  <a:lnTo>
                    <a:pt x="3781" y="1222"/>
                  </a:lnTo>
                  <a:lnTo>
                    <a:pt x="3796" y="1223"/>
                  </a:lnTo>
                  <a:lnTo>
                    <a:pt x="3810" y="1221"/>
                  </a:lnTo>
                  <a:lnTo>
                    <a:pt x="3817" y="1223"/>
                  </a:lnTo>
                  <a:lnTo>
                    <a:pt x="3821" y="1227"/>
                  </a:lnTo>
                  <a:lnTo>
                    <a:pt x="3827" y="1233"/>
                  </a:lnTo>
                  <a:lnTo>
                    <a:pt x="3841" y="1244"/>
                  </a:lnTo>
                  <a:lnTo>
                    <a:pt x="3856" y="1257"/>
                  </a:lnTo>
                  <a:lnTo>
                    <a:pt x="3883" y="1267"/>
                  </a:lnTo>
                  <a:lnTo>
                    <a:pt x="3922" y="1281"/>
                  </a:lnTo>
                  <a:lnTo>
                    <a:pt x="3930" y="1286"/>
                  </a:lnTo>
                  <a:lnTo>
                    <a:pt x="3934" y="1289"/>
                  </a:lnTo>
                  <a:lnTo>
                    <a:pt x="3938" y="1293"/>
                  </a:lnTo>
                  <a:lnTo>
                    <a:pt x="3946" y="1299"/>
                  </a:lnTo>
                  <a:lnTo>
                    <a:pt x="3971" y="1312"/>
                  </a:lnTo>
                  <a:lnTo>
                    <a:pt x="3994" y="1322"/>
                  </a:lnTo>
                  <a:lnTo>
                    <a:pt x="4015" y="1331"/>
                  </a:lnTo>
                  <a:lnTo>
                    <a:pt x="4043" y="1339"/>
                  </a:lnTo>
                  <a:lnTo>
                    <a:pt x="4105" y="1357"/>
                  </a:lnTo>
                  <a:lnTo>
                    <a:pt x="4149" y="1366"/>
                  </a:lnTo>
                  <a:lnTo>
                    <a:pt x="4206" y="1370"/>
                  </a:lnTo>
                  <a:lnTo>
                    <a:pt x="4270" y="1368"/>
                  </a:lnTo>
                  <a:lnTo>
                    <a:pt x="4332" y="1366"/>
                  </a:lnTo>
                  <a:lnTo>
                    <a:pt x="4449" y="1360"/>
                  </a:lnTo>
                  <a:lnTo>
                    <a:pt x="4476" y="1363"/>
                  </a:lnTo>
                  <a:lnTo>
                    <a:pt x="4502" y="1362"/>
                  </a:lnTo>
                  <a:lnTo>
                    <a:pt x="4567" y="1359"/>
                  </a:lnTo>
                  <a:lnTo>
                    <a:pt x="4573" y="1358"/>
                  </a:lnTo>
                  <a:lnTo>
                    <a:pt x="4643" y="1352"/>
                  </a:lnTo>
                  <a:lnTo>
                    <a:pt x="4649" y="1352"/>
                  </a:lnTo>
                  <a:lnTo>
                    <a:pt x="4690" y="1352"/>
                  </a:lnTo>
                  <a:lnTo>
                    <a:pt x="4739" y="1352"/>
                  </a:lnTo>
                  <a:lnTo>
                    <a:pt x="4764" y="1348"/>
                  </a:lnTo>
                  <a:lnTo>
                    <a:pt x="4836" y="1319"/>
                  </a:lnTo>
                  <a:lnTo>
                    <a:pt x="4868" y="1306"/>
                  </a:lnTo>
                  <a:lnTo>
                    <a:pt x="5392" y="1258"/>
                  </a:lnTo>
                  <a:lnTo>
                    <a:pt x="5553" y="1243"/>
                  </a:lnTo>
                  <a:lnTo>
                    <a:pt x="5664" y="1183"/>
                  </a:lnTo>
                  <a:lnTo>
                    <a:pt x="5741" y="1083"/>
                  </a:lnTo>
                  <a:lnTo>
                    <a:pt x="5723" y="992"/>
                  </a:lnTo>
                  <a:lnTo>
                    <a:pt x="5721" y="981"/>
                  </a:lnTo>
                  <a:lnTo>
                    <a:pt x="5701" y="946"/>
                  </a:lnTo>
                  <a:lnTo>
                    <a:pt x="5686" y="921"/>
                  </a:lnTo>
                  <a:lnTo>
                    <a:pt x="5699" y="885"/>
                  </a:lnTo>
                  <a:lnTo>
                    <a:pt x="5707" y="885"/>
                  </a:lnTo>
                  <a:lnTo>
                    <a:pt x="5879" y="894"/>
                  </a:lnTo>
                  <a:lnTo>
                    <a:pt x="5917" y="896"/>
                  </a:lnTo>
                  <a:lnTo>
                    <a:pt x="5919" y="928"/>
                  </a:lnTo>
                  <a:lnTo>
                    <a:pt x="5920" y="936"/>
                  </a:lnTo>
                  <a:lnTo>
                    <a:pt x="5935" y="953"/>
                  </a:lnTo>
                  <a:lnTo>
                    <a:pt x="5948" y="964"/>
                  </a:lnTo>
                  <a:lnTo>
                    <a:pt x="5975" y="976"/>
                  </a:lnTo>
                  <a:lnTo>
                    <a:pt x="6001" y="980"/>
                  </a:lnTo>
                  <a:lnTo>
                    <a:pt x="6032" y="981"/>
                  </a:lnTo>
                  <a:lnTo>
                    <a:pt x="6059" y="977"/>
                  </a:lnTo>
                  <a:lnTo>
                    <a:pt x="6084" y="970"/>
                  </a:lnTo>
                  <a:lnTo>
                    <a:pt x="6108" y="960"/>
                  </a:lnTo>
                  <a:lnTo>
                    <a:pt x="6115" y="953"/>
                  </a:lnTo>
                  <a:lnTo>
                    <a:pt x="6120" y="945"/>
                  </a:lnTo>
                  <a:lnTo>
                    <a:pt x="6123" y="937"/>
                  </a:lnTo>
                  <a:lnTo>
                    <a:pt x="6122" y="931"/>
                  </a:lnTo>
                  <a:lnTo>
                    <a:pt x="6115" y="914"/>
                  </a:lnTo>
                  <a:lnTo>
                    <a:pt x="6124" y="900"/>
                  </a:lnTo>
                  <a:lnTo>
                    <a:pt x="6130" y="895"/>
                  </a:lnTo>
                  <a:lnTo>
                    <a:pt x="6142" y="894"/>
                  </a:lnTo>
                  <a:lnTo>
                    <a:pt x="6150" y="895"/>
                  </a:lnTo>
                  <a:lnTo>
                    <a:pt x="6172" y="913"/>
                  </a:lnTo>
                  <a:lnTo>
                    <a:pt x="6233" y="964"/>
                  </a:lnTo>
                  <a:lnTo>
                    <a:pt x="6240" y="970"/>
                  </a:lnTo>
                  <a:lnTo>
                    <a:pt x="6245" y="974"/>
                  </a:lnTo>
                  <a:lnTo>
                    <a:pt x="6311" y="1030"/>
                  </a:lnTo>
                  <a:lnTo>
                    <a:pt x="6300" y="1065"/>
                  </a:lnTo>
                  <a:lnTo>
                    <a:pt x="6292" y="1091"/>
                  </a:lnTo>
                  <a:lnTo>
                    <a:pt x="6365" y="1223"/>
                  </a:lnTo>
                  <a:lnTo>
                    <a:pt x="6384" y="1245"/>
                  </a:lnTo>
                  <a:lnTo>
                    <a:pt x="6395" y="1258"/>
                  </a:lnTo>
                  <a:lnTo>
                    <a:pt x="6411" y="1276"/>
                  </a:lnTo>
                  <a:lnTo>
                    <a:pt x="6446" y="1302"/>
                  </a:lnTo>
                  <a:lnTo>
                    <a:pt x="6495" y="1325"/>
                  </a:lnTo>
                  <a:lnTo>
                    <a:pt x="6791" y="1466"/>
                  </a:lnTo>
                  <a:lnTo>
                    <a:pt x="6970" y="1556"/>
                  </a:lnTo>
                  <a:lnTo>
                    <a:pt x="6988" y="1564"/>
                  </a:lnTo>
                  <a:lnTo>
                    <a:pt x="7034" y="1587"/>
                  </a:lnTo>
                  <a:lnTo>
                    <a:pt x="7105" y="1622"/>
                  </a:lnTo>
                  <a:lnTo>
                    <a:pt x="7155" y="1647"/>
                  </a:lnTo>
                  <a:lnTo>
                    <a:pt x="7252" y="1649"/>
                  </a:lnTo>
                  <a:lnTo>
                    <a:pt x="7297" y="1615"/>
                  </a:lnTo>
                  <a:lnTo>
                    <a:pt x="7331" y="1590"/>
                  </a:lnTo>
                  <a:lnTo>
                    <a:pt x="7349" y="1583"/>
                  </a:lnTo>
                  <a:lnTo>
                    <a:pt x="7375" y="1578"/>
                  </a:lnTo>
                  <a:lnTo>
                    <a:pt x="7387" y="1578"/>
                  </a:lnTo>
                  <a:lnTo>
                    <a:pt x="7393" y="1575"/>
                  </a:lnTo>
                  <a:lnTo>
                    <a:pt x="7399" y="1575"/>
                  </a:lnTo>
                  <a:lnTo>
                    <a:pt x="7406" y="1579"/>
                  </a:lnTo>
                  <a:lnTo>
                    <a:pt x="7416" y="1585"/>
                  </a:lnTo>
                  <a:lnTo>
                    <a:pt x="7430" y="1590"/>
                  </a:lnTo>
                  <a:lnTo>
                    <a:pt x="7437" y="1595"/>
                  </a:lnTo>
                  <a:lnTo>
                    <a:pt x="7446" y="1603"/>
                  </a:lnTo>
                  <a:lnTo>
                    <a:pt x="7457" y="1617"/>
                  </a:lnTo>
                  <a:lnTo>
                    <a:pt x="7455" y="1696"/>
                  </a:lnTo>
                  <a:lnTo>
                    <a:pt x="7446" y="1720"/>
                  </a:lnTo>
                  <a:lnTo>
                    <a:pt x="7449" y="1739"/>
                  </a:lnTo>
                  <a:lnTo>
                    <a:pt x="7458" y="1757"/>
                  </a:lnTo>
                  <a:lnTo>
                    <a:pt x="7474" y="1770"/>
                  </a:lnTo>
                  <a:lnTo>
                    <a:pt x="7495" y="1781"/>
                  </a:lnTo>
                  <a:lnTo>
                    <a:pt x="7568" y="1809"/>
                  </a:lnTo>
                  <a:lnTo>
                    <a:pt x="7593" y="1817"/>
                  </a:lnTo>
                  <a:lnTo>
                    <a:pt x="7622" y="1821"/>
                  </a:lnTo>
                  <a:lnTo>
                    <a:pt x="7646" y="1823"/>
                  </a:lnTo>
                  <a:lnTo>
                    <a:pt x="7656" y="1824"/>
                  </a:lnTo>
                  <a:lnTo>
                    <a:pt x="7668" y="1823"/>
                  </a:lnTo>
                  <a:lnTo>
                    <a:pt x="7704" y="1812"/>
                  </a:lnTo>
                  <a:lnTo>
                    <a:pt x="7714" y="1802"/>
                  </a:lnTo>
                  <a:lnTo>
                    <a:pt x="7720" y="1790"/>
                  </a:lnTo>
                  <a:lnTo>
                    <a:pt x="7723" y="1783"/>
                  </a:lnTo>
                  <a:lnTo>
                    <a:pt x="7725" y="1775"/>
                  </a:lnTo>
                  <a:lnTo>
                    <a:pt x="7745" y="1750"/>
                  </a:lnTo>
                  <a:lnTo>
                    <a:pt x="7750" y="1738"/>
                  </a:lnTo>
                  <a:lnTo>
                    <a:pt x="7834" y="1730"/>
                  </a:lnTo>
                  <a:lnTo>
                    <a:pt x="7925" y="1775"/>
                  </a:lnTo>
                  <a:lnTo>
                    <a:pt x="7945" y="1784"/>
                  </a:lnTo>
                  <a:lnTo>
                    <a:pt x="7971" y="1779"/>
                  </a:lnTo>
                  <a:lnTo>
                    <a:pt x="8052" y="1763"/>
                  </a:lnTo>
                  <a:lnTo>
                    <a:pt x="8085" y="1682"/>
                  </a:lnTo>
                  <a:lnTo>
                    <a:pt x="8113" y="1641"/>
                  </a:lnTo>
                  <a:lnTo>
                    <a:pt x="8179" y="1653"/>
                  </a:lnTo>
                  <a:lnTo>
                    <a:pt x="8199" y="1682"/>
                  </a:lnTo>
                  <a:lnTo>
                    <a:pt x="8196" y="1695"/>
                  </a:lnTo>
                  <a:lnTo>
                    <a:pt x="8183" y="1757"/>
                  </a:lnTo>
                  <a:lnTo>
                    <a:pt x="8201" y="1814"/>
                  </a:lnTo>
                  <a:lnTo>
                    <a:pt x="8215" y="1827"/>
                  </a:lnTo>
                  <a:lnTo>
                    <a:pt x="8238" y="1840"/>
                  </a:lnTo>
                  <a:lnTo>
                    <a:pt x="8255" y="1844"/>
                  </a:lnTo>
                  <a:lnTo>
                    <a:pt x="8272" y="1843"/>
                  </a:lnTo>
                  <a:lnTo>
                    <a:pt x="8283" y="1839"/>
                  </a:lnTo>
                  <a:lnTo>
                    <a:pt x="8297" y="1833"/>
                  </a:lnTo>
                  <a:lnTo>
                    <a:pt x="8304" y="1832"/>
                  </a:lnTo>
                  <a:lnTo>
                    <a:pt x="8310" y="1834"/>
                  </a:lnTo>
                  <a:lnTo>
                    <a:pt x="8314" y="1839"/>
                  </a:lnTo>
                  <a:lnTo>
                    <a:pt x="8319" y="1845"/>
                  </a:lnTo>
                  <a:lnTo>
                    <a:pt x="8327" y="1853"/>
                  </a:lnTo>
                  <a:lnTo>
                    <a:pt x="8329" y="1862"/>
                  </a:lnTo>
                  <a:lnTo>
                    <a:pt x="8327" y="1887"/>
                  </a:lnTo>
                  <a:lnTo>
                    <a:pt x="8320" y="1896"/>
                  </a:lnTo>
                  <a:lnTo>
                    <a:pt x="8314" y="1898"/>
                  </a:lnTo>
                  <a:lnTo>
                    <a:pt x="8280" y="1907"/>
                  </a:lnTo>
                  <a:lnTo>
                    <a:pt x="8248" y="1914"/>
                  </a:lnTo>
                  <a:lnTo>
                    <a:pt x="8217" y="1923"/>
                  </a:lnTo>
                  <a:lnTo>
                    <a:pt x="8197" y="1925"/>
                  </a:lnTo>
                  <a:lnTo>
                    <a:pt x="7998" y="1907"/>
                  </a:lnTo>
                  <a:lnTo>
                    <a:pt x="7915" y="1892"/>
                  </a:lnTo>
                  <a:lnTo>
                    <a:pt x="7890" y="1907"/>
                  </a:lnTo>
                  <a:lnTo>
                    <a:pt x="7669" y="2040"/>
                  </a:lnTo>
                  <a:lnTo>
                    <a:pt x="7624" y="2134"/>
                  </a:lnTo>
                  <a:lnTo>
                    <a:pt x="7539" y="2198"/>
                  </a:lnTo>
                  <a:lnTo>
                    <a:pt x="7474" y="2247"/>
                  </a:lnTo>
                  <a:lnTo>
                    <a:pt x="7390" y="2361"/>
                  </a:lnTo>
                  <a:lnTo>
                    <a:pt x="7333" y="2385"/>
                  </a:lnTo>
                  <a:lnTo>
                    <a:pt x="7299" y="2399"/>
                  </a:lnTo>
                  <a:lnTo>
                    <a:pt x="7210" y="2437"/>
                  </a:lnTo>
                  <a:lnTo>
                    <a:pt x="7175" y="2448"/>
                  </a:lnTo>
                  <a:lnTo>
                    <a:pt x="7165" y="2448"/>
                  </a:lnTo>
                  <a:lnTo>
                    <a:pt x="7149" y="2449"/>
                  </a:lnTo>
                  <a:lnTo>
                    <a:pt x="7131" y="2440"/>
                  </a:lnTo>
                  <a:lnTo>
                    <a:pt x="7108" y="2426"/>
                  </a:lnTo>
                  <a:lnTo>
                    <a:pt x="7090" y="2414"/>
                  </a:lnTo>
                  <a:lnTo>
                    <a:pt x="7099" y="2408"/>
                  </a:lnTo>
                  <a:lnTo>
                    <a:pt x="7111" y="2399"/>
                  </a:lnTo>
                  <a:lnTo>
                    <a:pt x="7120" y="2392"/>
                  </a:lnTo>
                  <a:lnTo>
                    <a:pt x="7101" y="2365"/>
                  </a:lnTo>
                  <a:lnTo>
                    <a:pt x="7052" y="2317"/>
                  </a:lnTo>
                  <a:lnTo>
                    <a:pt x="7016" y="2278"/>
                  </a:lnTo>
                  <a:lnTo>
                    <a:pt x="6902" y="2186"/>
                  </a:lnTo>
                  <a:lnTo>
                    <a:pt x="6881" y="2167"/>
                  </a:lnTo>
                  <a:lnTo>
                    <a:pt x="6734" y="2099"/>
                  </a:lnTo>
                  <a:lnTo>
                    <a:pt x="6609" y="2042"/>
                  </a:lnTo>
                  <a:lnTo>
                    <a:pt x="6544" y="2016"/>
                  </a:lnTo>
                  <a:lnTo>
                    <a:pt x="6536" y="2013"/>
                  </a:lnTo>
                  <a:lnTo>
                    <a:pt x="6389" y="1956"/>
                  </a:lnTo>
                  <a:lnTo>
                    <a:pt x="6274" y="1967"/>
                  </a:lnTo>
                  <a:lnTo>
                    <a:pt x="6243" y="1970"/>
                  </a:lnTo>
                  <a:lnTo>
                    <a:pt x="6185" y="1975"/>
                  </a:lnTo>
                  <a:lnTo>
                    <a:pt x="5869" y="1986"/>
                  </a:lnTo>
                  <a:lnTo>
                    <a:pt x="5810" y="1987"/>
                  </a:lnTo>
                  <a:lnTo>
                    <a:pt x="5802" y="1988"/>
                  </a:lnTo>
                  <a:lnTo>
                    <a:pt x="5779" y="1983"/>
                  </a:lnTo>
                  <a:lnTo>
                    <a:pt x="5726" y="1971"/>
                  </a:lnTo>
                  <a:lnTo>
                    <a:pt x="5666" y="1948"/>
                  </a:lnTo>
                  <a:lnTo>
                    <a:pt x="5608" y="1933"/>
                  </a:lnTo>
                  <a:lnTo>
                    <a:pt x="5563" y="1924"/>
                  </a:lnTo>
                  <a:lnTo>
                    <a:pt x="5511" y="1918"/>
                  </a:lnTo>
                  <a:lnTo>
                    <a:pt x="5486" y="1917"/>
                  </a:lnTo>
                  <a:lnTo>
                    <a:pt x="5428" y="1951"/>
                  </a:lnTo>
                  <a:lnTo>
                    <a:pt x="5408" y="1963"/>
                  </a:lnTo>
                  <a:lnTo>
                    <a:pt x="5321" y="1964"/>
                  </a:lnTo>
                  <a:lnTo>
                    <a:pt x="5279" y="1942"/>
                  </a:lnTo>
                  <a:lnTo>
                    <a:pt x="5199" y="1896"/>
                  </a:lnTo>
                  <a:lnTo>
                    <a:pt x="5164" y="1876"/>
                  </a:lnTo>
                  <a:lnTo>
                    <a:pt x="5060" y="1816"/>
                  </a:lnTo>
                  <a:lnTo>
                    <a:pt x="5017" y="1803"/>
                  </a:lnTo>
                  <a:lnTo>
                    <a:pt x="4763" y="1730"/>
                  </a:lnTo>
                  <a:lnTo>
                    <a:pt x="4626" y="1724"/>
                  </a:lnTo>
                  <a:lnTo>
                    <a:pt x="4609" y="1723"/>
                  </a:lnTo>
                  <a:lnTo>
                    <a:pt x="4588" y="1722"/>
                  </a:lnTo>
                  <a:lnTo>
                    <a:pt x="4504" y="1718"/>
                  </a:lnTo>
                  <a:lnTo>
                    <a:pt x="4429" y="1715"/>
                  </a:lnTo>
                  <a:lnTo>
                    <a:pt x="4389" y="1715"/>
                  </a:lnTo>
                  <a:lnTo>
                    <a:pt x="4137" y="1702"/>
                  </a:lnTo>
                  <a:lnTo>
                    <a:pt x="4081" y="1695"/>
                  </a:lnTo>
                  <a:lnTo>
                    <a:pt x="4039" y="1689"/>
                  </a:lnTo>
                  <a:lnTo>
                    <a:pt x="4020" y="1689"/>
                  </a:lnTo>
                  <a:lnTo>
                    <a:pt x="4005" y="1689"/>
                  </a:lnTo>
                  <a:lnTo>
                    <a:pt x="3972" y="1701"/>
                  </a:lnTo>
                  <a:lnTo>
                    <a:pt x="3943" y="1711"/>
                  </a:lnTo>
                  <a:lnTo>
                    <a:pt x="3898" y="1727"/>
                  </a:lnTo>
                  <a:lnTo>
                    <a:pt x="3882" y="1740"/>
                  </a:lnTo>
                  <a:lnTo>
                    <a:pt x="3864" y="1758"/>
                  </a:lnTo>
                  <a:lnTo>
                    <a:pt x="3846" y="1778"/>
                  </a:lnTo>
                  <a:lnTo>
                    <a:pt x="3816" y="1825"/>
                  </a:lnTo>
                  <a:lnTo>
                    <a:pt x="3808" y="1842"/>
                  </a:lnTo>
                  <a:lnTo>
                    <a:pt x="3804" y="1853"/>
                  </a:lnTo>
                  <a:lnTo>
                    <a:pt x="3803" y="1866"/>
                  </a:lnTo>
                  <a:lnTo>
                    <a:pt x="3806" y="1879"/>
                  </a:lnTo>
                  <a:lnTo>
                    <a:pt x="3809" y="1887"/>
                  </a:lnTo>
                  <a:lnTo>
                    <a:pt x="3975" y="2013"/>
                  </a:lnTo>
                  <a:lnTo>
                    <a:pt x="4039" y="2017"/>
                  </a:lnTo>
                  <a:lnTo>
                    <a:pt x="4044" y="2022"/>
                  </a:lnTo>
                  <a:lnTo>
                    <a:pt x="4047" y="2031"/>
                  </a:lnTo>
                  <a:lnTo>
                    <a:pt x="4038" y="2094"/>
                  </a:lnTo>
                  <a:lnTo>
                    <a:pt x="4032" y="2116"/>
                  </a:lnTo>
                  <a:lnTo>
                    <a:pt x="4024" y="2118"/>
                  </a:lnTo>
                  <a:lnTo>
                    <a:pt x="3966" y="2131"/>
                  </a:lnTo>
                  <a:lnTo>
                    <a:pt x="3960" y="2133"/>
                  </a:lnTo>
                  <a:lnTo>
                    <a:pt x="3933" y="2143"/>
                  </a:lnTo>
                  <a:lnTo>
                    <a:pt x="3908" y="2154"/>
                  </a:lnTo>
                  <a:lnTo>
                    <a:pt x="3887" y="2165"/>
                  </a:lnTo>
                  <a:lnTo>
                    <a:pt x="3872" y="2177"/>
                  </a:lnTo>
                  <a:lnTo>
                    <a:pt x="3862" y="2186"/>
                  </a:lnTo>
                  <a:lnTo>
                    <a:pt x="3850" y="2205"/>
                  </a:lnTo>
                  <a:lnTo>
                    <a:pt x="3846" y="2225"/>
                  </a:lnTo>
                  <a:lnTo>
                    <a:pt x="3840" y="2252"/>
                  </a:lnTo>
                  <a:lnTo>
                    <a:pt x="3808" y="2417"/>
                  </a:lnTo>
                  <a:lnTo>
                    <a:pt x="3799" y="2428"/>
                  </a:lnTo>
                  <a:lnTo>
                    <a:pt x="3776" y="2460"/>
                  </a:lnTo>
                  <a:lnTo>
                    <a:pt x="3756" y="2467"/>
                  </a:lnTo>
                  <a:lnTo>
                    <a:pt x="3603" y="2522"/>
                  </a:lnTo>
                  <a:lnTo>
                    <a:pt x="3555" y="2532"/>
                  </a:lnTo>
                  <a:lnTo>
                    <a:pt x="3532" y="2515"/>
                  </a:lnTo>
                  <a:lnTo>
                    <a:pt x="3537" y="2501"/>
                  </a:lnTo>
                  <a:lnTo>
                    <a:pt x="3540" y="2492"/>
                  </a:lnTo>
                  <a:lnTo>
                    <a:pt x="3565" y="2419"/>
                  </a:lnTo>
                  <a:lnTo>
                    <a:pt x="3467" y="2319"/>
                  </a:lnTo>
                  <a:lnTo>
                    <a:pt x="3379" y="2222"/>
                  </a:lnTo>
                  <a:lnTo>
                    <a:pt x="3331" y="2166"/>
                  </a:lnTo>
                  <a:lnTo>
                    <a:pt x="3291" y="2117"/>
                  </a:lnTo>
                  <a:lnTo>
                    <a:pt x="3269" y="2097"/>
                  </a:lnTo>
                  <a:lnTo>
                    <a:pt x="3257" y="2086"/>
                  </a:lnTo>
                  <a:lnTo>
                    <a:pt x="3293" y="2059"/>
                  </a:lnTo>
                  <a:lnTo>
                    <a:pt x="3421" y="1963"/>
                  </a:lnTo>
                  <a:lnTo>
                    <a:pt x="3465" y="1892"/>
                  </a:lnTo>
                  <a:lnTo>
                    <a:pt x="3427" y="1820"/>
                  </a:lnTo>
                  <a:lnTo>
                    <a:pt x="3414" y="1796"/>
                  </a:lnTo>
                  <a:lnTo>
                    <a:pt x="3396" y="1773"/>
                  </a:lnTo>
                  <a:lnTo>
                    <a:pt x="3373" y="1750"/>
                  </a:lnTo>
                  <a:lnTo>
                    <a:pt x="3327" y="1714"/>
                  </a:lnTo>
                  <a:lnTo>
                    <a:pt x="3308" y="1697"/>
                  </a:lnTo>
                  <a:lnTo>
                    <a:pt x="3268" y="1674"/>
                  </a:lnTo>
                  <a:lnTo>
                    <a:pt x="3236" y="1661"/>
                  </a:lnTo>
                  <a:lnTo>
                    <a:pt x="3203" y="1649"/>
                  </a:lnTo>
                  <a:lnTo>
                    <a:pt x="3162" y="1635"/>
                  </a:lnTo>
                  <a:lnTo>
                    <a:pt x="3103" y="1620"/>
                  </a:lnTo>
                  <a:lnTo>
                    <a:pt x="3022" y="1597"/>
                  </a:lnTo>
                  <a:lnTo>
                    <a:pt x="2995" y="1590"/>
                  </a:lnTo>
                  <a:lnTo>
                    <a:pt x="2944" y="1575"/>
                  </a:lnTo>
                  <a:lnTo>
                    <a:pt x="2819" y="1572"/>
                  </a:lnTo>
                  <a:lnTo>
                    <a:pt x="2680" y="1586"/>
                  </a:lnTo>
                  <a:lnTo>
                    <a:pt x="2637" y="1579"/>
                  </a:lnTo>
                  <a:lnTo>
                    <a:pt x="2416" y="1546"/>
                  </a:lnTo>
                  <a:lnTo>
                    <a:pt x="2386" y="1526"/>
                  </a:lnTo>
                  <a:lnTo>
                    <a:pt x="2322" y="1482"/>
                  </a:lnTo>
                  <a:lnTo>
                    <a:pt x="2246" y="1437"/>
                  </a:lnTo>
                  <a:lnTo>
                    <a:pt x="2166" y="1390"/>
                  </a:lnTo>
                  <a:lnTo>
                    <a:pt x="2133" y="1350"/>
                  </a:lnTo>
                  <a:lnTo>
                    <a:pt x="2114" y="1326"/>
                  </a:lnTo>
                  <a:lnTo>
                    <a:pt x="2098" y="1308"/>
                  </a:lnTo>
                  <a:lnTo>
                    <a:pt x="2062" y="1298"/>
                  </a:lnTo>
                  <a:lnTo>
                    <a:pt x="2056" y="1297"/>
                  </a:lnTo>
                  <a:lnTo>
                    <a:pt x="2042" y="1293"/>
                  </a:lnTo>
                  <a:lnTo>
                    <a:pt x="1979" y="1278"/>
                  </a:lnTo>
                  <a:lnTo>
                    <a:pt x="1868" y="1248"/>
                  </a:lnTo>
                  <a:lnTo>
                    <a:pt x="1858" y="1246"/>
                  </a:lnTo>
                  <a:lnTo>
                    <a:pt x="1780" y="1225"/>
                  </a:lnTo>
                  <a:lnTo>
                    <a:pt x="1690" y="1138"/>
                  </a:lnTo>
                  <a:lnTo>
                    <a:pt x="1602" y="1052"/>
                  </a:lnTo>
                  <a:lnTo>
                    <a:pt x="1566" y="1017"/>
                  </a:lnTo>
                  <a:lnTo>
                    <a:pt x="1488" y="1002"/>
                  </a:lnTo>
                  <a:lnTo>
                    <a:pt x="1433" y="998"/>
                  </a:lnTo>
                  <a:lnTo>
                    <a:pt x="1399" y="998"/>
                  </a:lnTo>
                  <a:lnTo>
                    <a:pt x="1385" y="995"/>
                  </a:lnTo>
                  <a:lnTo>
                    <a:pt x="1370" y="993"/>
                  </a:lnTo>
                  <a:lnTo>
                    <a:pt x="1361" y="992"/>
                  </a:lnTo>
                  <a:lnTo>
                    <a:pt x="1352" y="985"/>
                  </a:lnTo>
                  <a:lnTo>
                    <a:pt x="1286" y="927"/>
                  </a:lnTo>
                  <a:lnTo>
                    <a:pt x="1262" y="913"/>
                  </a:lnTo>
                  <a:lnTo>
                    <a:pt x="1248" y="906"/>
                  </a:lnTo>
                  <a:lnTo>
                    <a:pt x="1224" y="899"/>
                  </a:lnTo>
                  <a:lnTo>
                    <a:pt x="1190" y="892"/>
                  </a:lnTo>
                  <a:lnTo>
                    <a:pt x="1120" y="886"/>
                  </a:lnTo>
                  <a:lnTo>
                    <a:pt x="1095" y="885"/>
                  </a:lnTo>
                  <a:lnTo>
                    <a:pt x="1068" y="886"/>
                  </a:lnTo>
                  <a:lnTo>
                    <a:pt x="1053" y="887"/>
                  </a:lnTo>
                  <a:lnTo>
                    <a:pt x="1012" y="890"/>
                  </a:lnTo>
                  <a:lnTo>
                    <a:pt x="1002" y="891"/>
                  </a:lnTo>
                  <a:lnTo>
                    <a:pt x="940" y="892"/>
                  </a:lnTo>
                  <a:lnTo>
                    <a:pt x="892" y="895"/>
                  </a:lnTo>
                  <a:lnTo>
                    <a:pt x="850" y="893"/>
                  </a:lnTo>
                  <a:lnTo>
                    <a:pt x="790" y="886"/>
                  </a:lnTo>
                  <a:lnTo>
                    <a:pt x="655" y="843"/>
                  </a:lnTo>
                  <a:lnTo>
                    <a:pt x="626" y="834"/>
                  </a:lnTo>
                  <a:lnTo>
                    <a:pt x="592" y="821"/>
                  </a:lnTo>
                  <a:lnTo>
                    <a:pt x="455" y="768"/>
                  </a:lnTo>
                  <a:lnTo>
                    <a:pt x="432" y="749"/>
                  </a:lnTo>
                  <a:lnTo>
                    <a:pt x="414" y="740"/>
                  </a:lnTo>
                  <a:lnTo>
                    <a:pt x="376" y="713"/>
                  </a:lnTo>
                  <a:lnTo>
                    <a:pt x="367" y="698"/>
                  </a:lnTo>
                  <a:lnTo>
                    <a:pt x="351" y="679"/>
                  </a:lnTo>
                  <a:lnTo>
                    <a:pt x="343" y="673"/>
                  </a:lnTo>
                  <a:lnTo>
                    <a:pt x="328" y="662"/>
                  </a:lnTo>
                  <a:lnTo>
                    <a:pt x="319" y="651"/>
                  </a:lnTo>
                  <a:lnTo>
                    <a:pt x="288" y="625"/>
                  </a:lnTo>
                  <a:lnTo>
                    <a:pt x="257" y="603"/>
                  </a:lnTo>
                  <a:lnTo>
                    <a:pt x="175" y="545"/>
                  </a:lnTo>
                  <a:lnTo>
                    <a:pt x="127" y="511"/>
                  </a:lnTo>
                  <a:lnTo>
                    <a:pt x="120" y="509"/>
                  </a:lnTo>
                  <a:lnTo>
                    <a:pt x="101" y="491"/>
                  </a:lnTo>
                  <a:lnTo>
                    <a:pt x="78" y="470"/>
                  </a:lnTo>
                  <a:lnTo>
                    <a:pt x="44" y="415"/>
                  </a:lnTo>
                  <a:lnTo>
                    <a:pt x="33" y="397"/>
                  </a:lnTo>
                  <a:lnTo>
                    <a:pt x="0" y="351"/>
                  </a:lnTo>
                  <a:lnTo>
                    <a:pt x="101" y="320"/>
                  </a:lnTo>
                  <a:lnTo>
                    <a:pt x="119" y="314"/>
                  </a:lnTo>
                  <a:lnTo>
                    <a:pt x="272" y="306"/>
                  </a:lnTo>
                  <a:lnTo>
                    <a:pt x="373" y="301"/>
                  </a:lnTo>
                  <a:lnTo>
                    <a:pt x="394" y="299"/>
                  </a:lnTo>
                  <a:lnTo>
                    <a:pt x="482" y="295"/>
                  </a:lnTo>
                  <a:lnTo>
                    <a:pt x="566" y="323"/>
                  </a:lnTo>
                  <a:lnTo>
                    <a:pt x="594" y="332"/>
                  </a:lnTo>
                  <a:lnTo>
                    <a:pt x="680" y="324"/>
                  </a:lnTo>
                  <a:lnTo>
                    <a:pt x="702" y="322"/>
                  </a:lnTo>
                  <a:lnTo>
                    <a:pt x="724" y="320"/>
                  </a:lnTo>
                  <a:lnTo>
                    <a:pt x="776" y="256"/>
                  </a:lnTo>
                  <a:lnTo>
                    <a:pt x="746" y="226"/>
                  </a:lnTo>
                  <a:lnTo>
                    <a:pt x="748" y="185"/>
                  </a:lnTo>
                  <a:lnTo>
                    <a:pt x="898" y="63"/>
                  </a:lnTo>
                  <a:lnTo>
                    <a:pt x="907" y="56"/>
                  </a:lnTo>
                  <a:lnTo>
                    <a:pt x="925" y="66"/>
                  </a:lnTo>
                  <a:lnTo>
                    <a:pt x="1036" y="131"/>
                  </a:lnTo>
                  <a:lnTo>
                    <a:pt x="1082" y="157"/>
                  </a:lnTo>
                  <a:lnTo>
                    <a:pt x="1087" y="178"/>
                  </a:lnTo>
                  <a:lnTo>
                    <a:pt x="1112" y="293"/>
                  </a:lnTo>
                  <a:lnTo>
                    <a:pt x="1101" y="329"/>
                  </a:lnTo>
                  <a:lnTo>
                    <a:pt x="1092" y="361"/>
                  </a:lnTo>
                  <a:lnTo>
                    <a:pt x="1110" y="375"/>
                  </a:lnTo>
                  <a:lnTo>
                    <a:pt x="1124" y="388"/>
                  </a:lnTo>
                  <a:lnTo>
                    <a:pt x="1134" y="394"/>
                  </a:lnTo>
                  <a:lnTo>
                    <a:pt x="1149" y="400"/>
                  </a:lnTo>
                  <a:lnTo>
                    <a:pt x="1177" y="407"/>
                  </a:lnTo>
                  <a:lnTo>
                    <a:pt x="1203" y="412"/>
                  </a:lnTo>
                  <a:lnTo>
                    <a:pt x="1223" y="414"/>
                  </a:lnTo>
                  <a:lnTo>
                    <a:pt x="1236" y="414"/>
                  </a:lnTo>
                  <a:lnTo>
                    <a:pt x="1249" y="415"/>
                  </a:lnTo>
                  <a:lnTo>
                    <a:pt x="1262" y="414"/>
                  </a:lnTo>
                  <a:lnTo>
                    <a:pt x="1277" y="412"/>
                  </a:lnTo>
                  <a:lnTo>
                    <a:pt x="1469" y="401"/>
                  </a:lnTo>
                  <a:lnTo>
                    <a:pt x="1480" y="402"/>
                  </a:lnTo>
                  <a:lnTo>
                    <a:pt x="1490" y="399"/>
                  </a:lnTo>
                  <a:lnTo>
                    <a:pt x="1493" y="394"/>
                  </a:lnTo>
                  <a:lnTo>
                    <a:pt x="1497" y="377"/>
                  </a:lnTo>
                  <a:lnTo>
                    <a:pt x="1499" y="369"/>
                  </a:lnTo>
                  <a:lnTo>
                    <a:pt x="1498" y="362"/>
                  </a:lnTo>
                  <a:lnTo>
                    <a:pt x="1496" y="357"/>
                  </a:lnTo>
                  <a:lnTo>
                    <a:pt x="1491" y="354"/>
                  </a:lnTo>
                  <a:lnTo>
                    <a:pt x="1486" y="352"/>
                  </a:lnTo>
                  <a:lnTo>
                    <a:pt x="1482" y="348"/>
                  </a:lnTo>
                  <a:lnTo>
                    <a:pt x="1479" y="338"/>
                  </a:lnTo>
                  <a:lnTo>
                    <a:pt x="1467" y="326"/>
                  </a:lnTo>
                  <a:lnTo>
                    <a:pt x="1458" y="272"/>
                  </a:lnTo>
                  <a:lnTo>
                    <a:pt x="1512" y="212"/>
                  </a:lnTo>
                  <a:lnTo>
                    <a:pt x="1629" y="143"/>
                  </a:lnTo>
                  <a:lnTo>
                    <a:pt x="1673" y="117"/>
                  </a:lnTo>
                  <a:lnTo>
                    <a:pt x="1695" y="104"/>
                  </a:lnTo>
                  <a:lnTo>
                    <a:pt x="1741" y="50"/>
                  </a:lnTo>
                  <a:lnTo>
                    <a:pt x="1791" y="3"/>
                  </a:lnTo>
                  <a:lnTo>
                    <a:pt x="1928" y="0"/>
                  </a:lnTo>
                  <a:lnTo>
                    <a:pt x="1974" y="30"/>
                  </a:lnTo>
                  <a:lnTo>
                    <a:pt x="1998" y="47"/>
                  </a:lnTo>
                  <a:lnTo>
                    <a:pt x="2009" y="147"/>
                  </a:lnTo>
                  <a:lnTo>
                    <a:pt x="2032" y="225"/>
                  </a:lnTo>
                  <a:lnTo>
                    <a:pt x="2050" y="245"/>
                  </a:lnTo>
                  <a:lnTo>
                    <a:pt x="2070" y="263"/>
                  </a:lnTo>
                  <a:lnTo>
                    <a:pt x="2093" y="278"/>
                  </a:lnTo>
                  <a:lnTo>
                    <a:pt x="2099" y="281"/>
                  </a:lnTo>
                  <a:lnTo>
                    <a:pt x="2137" y="298"/>
                  </a:lnTo>
                  <a:lnTo>
                    <a:pt x="2169" y="311"/>
                  </a:lnTo>
                  <a:lnTo>
                    <a:pt x="2186" y="318"/>
                  </a:lnTo>
                  <a:lnTo>
                    <a:pt x="2214" y="330"/>
                  </a:lnTo>
                  <a:lnTo>
                    <a:pt x="2222" y="335"/>
                  </a:lnTo>
                  <a:lnTo>
                    <a:pt x="2222" y="341"/>
                  </a:lnTo>
                  <a:lnTo>
                    <a:pt x="2223" y="346"/>
                  </a:lnTo>
                  <a:lnTo>
                    <a:pt x="2225" y="354"/>
                  </a:lnTo>
                  <a:lnTo>
                    <a:pt x="2220" y="360"/>
                  </a:lnTo>
                  <a:lnTo>
                    <a:pt x="2204" y="365"/>
                  </a:lnTo>
                  <a:lnTo>
                    <a:pt x="2185" y="371"/>
                  </a:lnTo>
                  <a:lnTo>
                    <a:pt x="2158" y="37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9368733" y="1618640"/>
              <a:ext cx="1391" cy="921"/>
            </a:xfrm>
            <a:custGeom>
              <a:avLst/>
              <a:pathLst>
                <a:path w="1391" h="921">
                  <a:moveTo>
                    <a:pt x="1000" y="3"/>
                  </a:moveTo>
                  <a:lnTo>
                    <a:pt x="1096" y="74"/>
                  </a:lnTo>
                  <a:lnTo>
                    <a:pt x="1146" y="70"/>
                  </a:lnTo>
                  <a:lnTo>
                    <a:pt x="1288" y="56"/>
                  </a:lnTo>
                  <a:lnTo>
                    <a:pt x="1311" y="67"/>
                  </a:lnTo>
                  <a:lnTo>
                    <a:pt x="1323" y="82"/>
                  </a:lnTo>
                  <a:lnTo>
                    <a:pt x="1356" y="166"/>
                  </a:lnTo>
                  <a:lnTo>
                    <a:pt x="1391" y="329"/>
                  </a:lnTo>
                  <a:lnTo>
                    <a:pt x="1376" y="442"/>
                  </a:lnTo>
                  <a:lnTo>
                    <a:pt x="1352" y="495"/>
                  </a:lnTo>
                  <a:lnTo>
                    <a:pt x="1336" y="521"/>
                  </a:lnTo>
                  <a:lnTo>
                    <a:pt x="1249" y="625"/>
                  </a:lnTo>
                  <a:lnTo>
                    <a:pt x="1138" y="720"/>
                  </a:lnTo>
                  <a:lnTo>
                    <a:pt x="1118" y="730"/>
                  </a:lnTo>
                  <a:lnTo>
                    <a:pt x="1093" y="739"/>
                  </a:lnTo>
                  <a:lnTo>
                    <a:pt x="1064" y="745"/>
                  </a:lnTo>
                  <a:lnTo>
                    <a:pt x="1057" y="745"/>
                  </a:lnTo>
                  <a:lnTo>
                    <a:pt x="1049" y="748"/>
                  </a:lnTo>
                  <a:lnTo>
                    <a:pt x="1049" y="754"/>
                  </a:lnTo>
                  <a:lnTo>
                    <a:pt x="1043" y="760"/>
                  </a:lnTo>
                  <a:lnTo>
                    <a:pt x="1036" y="762"/>
                  </a:lnTo>
                  <a:lnTo>
                    <a:pt x="1028" y="761"/>
                  </a:lnTo>
                  <a:lnTo>
                    <a:pt x="1022" y="759"/>
                  </a:lnTo>
                  <a:lnTo>
                    <a:pt x="1019" y="753"/>
                  </a:lnTo>
                  <a:lnTo>
                    <a:pt x="1012" y="746"/>
                  </a:lnTo>
                  <a:lnTo>
                    <a:pt x="1004" y="742"/>
                  </a:lnTo>
                  <a:lnTo>
                    <a:pt x="999" y="740"/>
                  </a:lnTo>
                  <a:lnTo>
                    <a:pt x="994" y="740"/>
                  </a:lnTo>
                  <a:lnTo>
                    <a:pt x="986" y="737"/>
                  </a:lnTo>
                  <a:lnTo>
                    <a:pt x="984" y="733"/>
                  </a:lnTo>
                  <a:lnTo>
                    <a:pt x="982" y="727"/>
                  </a:lnTo>
                  <a:lnTo>
                    <a:pt x="976" y="721"/>
                  </a:lnTo>
                  <a:lnTo>
                    <a:pt x="970" y="717"/>
                  </a:lnTo>
                  <a:lnTo>
                    <a:pt x="965" y="713"/>
                  </a:lnTo>
                  <a:lnTo>
                    <a:pt x="947" y="701"/>
                  </a:lnTo>
                  <a:lnTo>
                    <a:pt x="937" y="695"/>
                  </a:lnTo>
                  <a:lnTo>
                    <a:pt x="814" y="616"/>
                  </a:lnTo>
                  <a:lnTo>
                    <a:pt x="789" y="600"/>
                  </a:lnTo>
                  <a:lnTo>
                    <a:pt x="784" y="604"/>
                  </a:lnTo>
                  <a:lnTo>
                    <a:pt x="778" y="652"/>
                  </a:lnTo>
                  <a:lnTo>
                    <a:pt x="681" y="767"/>
                  </a:lnTo>
                  <a:lnTo>
                    <a:pt x="625" y="718"/>
                  </a:lnTo>
                  <a:lnTo>
                    <a:pt x="613" y="713"/>
                  </a:lnTo>
                  <a:lnTo>
                    <a:pt x="580" y="690"/>
                  </a:lnTo>
                  <a:lnTo>
                    <a:pt x="495" y="675"/>
                  </a:lnTo>
                  <a:lnTo>
                    <a:pt x="451" y="921"/>
                  </a:lnTo>
                  <a:lnTo>
                    <a:pt x="0" y="860"/>
                  </a:lnTo>
                  <a:lnTo>
                    <a:pt x="59" y="521"/>
                  </a:lnTo>
                  <a:lnTo>
                    <a:pt x="79" y="409"/>
                  </a:lnTo>
                  <a:lnTo>
                    <a:pt x="100" y="292"/>
                  </a:lnTo>
                  <a:lnTo>
                    <a:pt x="122" y="168"/>
                  </a:lnTo>
                  <a:lnTo>
                    <a:pt x="131" y="112"/>
                  </a:lnTo>
                  <a:lnTo>
                    <a:pt x="140" y="102"/>
                  </a:lnTo>
                  <a:lnTo>
                    <a:pt x="175" y="73"/>
                  </a:lnTo>
                  <a:lnTo>
                    <a:pt x="225" y="50"/>
                  </a:lnTo>
                  <a:lnTo>
                    <a:pt x="261" y="38"/>
                  </a:lnTo>
                  <a:lnTo>
                    <a:pt x="307" y="37"/>
                  </a:lnTo>
                  <a:lnTo>
                    <a:pt x="370" y="49"/>
                  </a:lnTo>
                  <a:lnTo>
                    <a:pt x="401" y="64"/>
                  </a:lnTo>
                  <a:lnTo>
                    <a:pt x="429" y="165"/>
                  </a:lnTo>
                  <a:lnTo>
                    <a:pt x="457" y="270"/>
                  </a:lnTo>
                  <a:lnTo>
                    <a:pt x="469" y="314"/>
                  </a:lnTo>
                  <a:lnTo>
                    <a:pt x="478" y="314"/>
                  </a:lnTo>
                  <a:lnTo>
                    <a:pt x="519" y="317"/>
                  </a:lnTo>
                  <a:lnTo>
                    <a:pt x="538" y="315"/>
                  </a:lnTo>
                  <a:lnTo>
                    <a:pt x="561" y="313"/>
                  </a:lnTo>
                  <a:lnTo>
                    <a:pt x="555" y="203"/>
                  </a:lnTo>
                  <a:lnTo>
                    <a:pt x="569" y="140"/>
                  </a:lnTo>
                  <a:lnTo>
                    <a:pt x="723" y="82"/>
                  </a:lnTo>
                  <a:lnTo>
                    <a:pt x="895" y="22"/>
                  </a:lnTo>
                  <a:lnTo>
                    <a:pt x="961" y="0"/>
                  </a:lnTo>
                  <a:lnTo>
                    <a:pt x="980" y="0"/>
                  </a:lnTo>
                  <a:lnTo>
                    <a:pt x="1000" y="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9397211" y="1622649"/>
              <a:ext cx="1216" cy="631"/>
            </a:xfrm>
            <a:custGeom>
              <a:avLst/>
              <a:pathLst>
                <a:path w="1216" h="631">
                  <a:moveTo>
                    <a:pt x="1215" y="158"/>
                  </a:moveTo>
                  <a:lnTo>
                    <a:pt x="1216" y="226"/>
                  </a:lnTo>
                  <a:lnTo>
                    <a:pt x="1191" y="240"/>
                  </a:lnTo>
                  <a:lnTo>
                    <a:pt x="1183" y="244"/>
                  </a:lnTo>
                  <a:lnTo>
                    <a:pt x="1161" y="257"/>
                  </a:lnTo>
                  <a:lnTo>
                    <a:pt x="1029" y="209"/>
                  </a:lnTo>
                  <a:lnTo>
                    <a:pt x="998" y="198"/>
                  </a:lnTo>
                  <a:lnTo>
                    <a:pt x="933" y="205"/>
                  </a:lnTo>
                  <a:lnTo>
                    <a:pt x="926" y="214"/>
                  </a:lnTo>
                  <a:lnTo>
                    <a:pt x="921" y="223"/>
                  </a:lnTo>
                  <a:lnTo>
                    <a:pt x="918" y="230"/>
                  </a:lnTo>
                  <a:lnTo>
                    <a:pt x="918" y="236"/>
                  </a:lnTo>
                  <a:lnTo>
                    <a:pt x="920" y="254"/>
                  </a:lnTo>
                  <a:lnTo>
                    <a:pt x="926" y="271"/>
                  </a:lnTo>
                  <a:lnTo>
                    <a:pt x="938" y="304"/>
                  </a:lnTo>
                  <a:lnTo>
                    <a:pt x="951" y="333"/>
                  </a:lnTo>
                  <a:lnTo>
                    <a:pt x="957" y="342"/>
                  </a:lnTo>
                  <a:lnTo>
                    <a:pt x="967" y="351"/>
                  </a:lnTo>
                  <a:lnTo>
                    <a:pt x="970" y="357"/>
                  </a:lnTo>
                  <a:lnTo>
                    <a:pt x="971" y="392"/>
                  </a:lnTo>
                  <a:lnTo>
                    <a:pt x="951" y="468"/>
                  </a:lnTo>
                  <a:lnTo>
                    <a:pt x="940" y="476"/>
                  </a:lnTo>
                  <a:lnTo>
                    <a:pt x="927" y="485"/>
                  </a:lnTo>
                  <a:lnTo>
                    <a:pt x="875" y="520"/>
                  </a:lnTo>
                  <a:lnTo>
                    <a:pt x="854" y="534"/>
                  </a:lnTo>
                  <a:lnTo>
                    <a:pt x="728" y="616"/>
                  </a:lnTo>
                  <a:lnTo>
                    <a:pt x="713" y="625"/>
                  </a:lnTo>
                  <a:lnTo>
                    <a:pt x="664" y="631"/>
                  </a:lnTo>
                  <a:lnTo>
                    <a:pt x="634" y="556"/>
                  </a:lnTo>
                  <a:lnTo>
                    <a:pt x="519" y="497"/>
                  </a:lnTo>
                  <a:lnTo>
                    <a:pt x="467" y="492"/>
                  </a:lnTo>
                  <a:lnTo>
                    <a:pt x="327" y="484"/>
                  </a:lnTo>
                  <a:lnTo>
                    <a:pt x="315" y="482"/>
                  </a:lnTo>
                  <a:lnTo>
                    <a:pt x="201" y="466"/>
                  </a:lnTo>
                  <a:lnTo>
                    <a:pt x="177" y="463"/>
                  </a:lnTo>
                  <a:lnTo>
                    <a:pt x="169" y="459"/>
                  </a:lnTo>
                  <a:lnTo>
                    <a:pt x="112" y="435"/>
                  </a:lnTo>
                  <a:lnTo>
                    <a:pt x="62" y="413"/>
                  </a:lnTo>
                  <a:lnTo>
                    <a:pt x="19" y="368"/>
                  </a:lnTo>
                  <a:lnTo>
                    <a:pt x="0" y="274"/>
                  </a:lnTo>
                  <a:lnTo>
                    <a:pt x="5" y="269"/>
                  </a:lnTo>
                  <a:lnTo>
                    <a:pt x="13" y="265"/>
                  </a:lnTo>
                  <a:lnTo>
                    <a:pt x="27" y="259"/>
                  </a:lnTo>
                  <a:lnTo>
                    <a:pt x="200" y="187"/>
                  </a:lnTo>
                  <a:lnTo>
                    <a:pt x="228" y="175"/>
                  </a:lnTo>
                  <a:lnTo>
                    <a:pt x="533" y="0"/>
                  </a:lnTo>
                  <a:lnTo>
                    <a:pt x="574" y="9"/>
                  </a:lnTo>
                  <a:lnTo>
                    <a:pt x="693" y="39"/>
                  </a:lnTo>
                  <a:lnTo>
                    <a:pt x="743" y="75"/>
                  </a:lnTo>
                  <a:lnTo>
                    <a:pt x="764" y="91"/>
                  </a:lnTo>
                  <a:lnTo>
                    <a:pt x="788" y="109"/>
                  </a:lnTo>
                  <a:lnTo>
                    <a:pt x="794" y="113"/>
                  </a:lnTo>
                  <a:lnTo>
                    <a:pt x="822" y="114"/>
                  </a:lnTo>
                  <a:lnTo>
                    <a:pt x="835" y="114"/>
                  </a:lnTo>
                  <a:lnTo>
                    <a:pt x="879" y="90"/>
                  </a:lnTo>
                  <a:lnTo>
                    <a:pt x="887" y="85"/>
                  </a:lnTo>
                  <a:lnTo>
                    <a:pt x="940" y="56"/>
                  </a:lnTo>
                  <a:lnTo>
                    <a:pt x="989" y="29"/>
                  </a:lnTo>
                  <a:lnTo>
                    <a:pt x="999" y="27"/>
                  </a:lnTo>
                  <a:lnTo>
                    <a:pt x="1038" y="17"/>
                  </a:lnTo>
                  <a:lnTo>
                    <a:pt x="1103" y="68"/>
                  </a:lnTo>
                  <a:lnTo>
                    <a:pt x="1122" y="83"/>
                  </a:lnTo>
                  <a:lnTo>
                    <a:pt x="1134" y="93"/>
                  </a:lnTo>
                  <a:lnTo>
                    <a:pt x="1163" y="116"/>
                  </a:lnTo>
                  <a:lnTo>
                    <a:pt x="1173" y="124"/>
                  </a:lnTo>
                  <a:lnTo>
                    <a:pt x="1182" y="131"/>
                  </a:lnTo>
                  <a:lnTo>
                    <a:pt x="1215" y="15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9400045" y="1613227"/>
              <a:ext cx="2093" cy="1436"/>
            </a:xfrm>
            <a:custGeom>
              <a:avLst/>
              <a:pathLst>
                <a:path w="2093" h="1436">
                  <a:moveTo>
                    <a:pt x="478" y="232"/>
                  </a:moveTo>
                  <a:lnTo>
                    <a:pt x="490" y="235"/>
                  </a:lnTo>
                  <a:lnTo>
                    <a:pt x="510" y="238"/>
                  </a:lnTo>
                  <a:lnTo>
                    <a:pt x="537" y="243"/>
                  </a:lnTo>
                  <a:lnTo>
                    <a:pt x="563" y="247"/>
                  </a:lnTo>
                  <a:lnTo>
                    <a:pt x="595" y="250"/>
                  </a:lnTo>
                  <a:lnTo>
                    <a:pt x="617" y="251"/>
                  </a:lnTo>
                  <a:lnTo>
                    <a:pt x="649" y="252"/>
                  </a:lnTo>
                  <a:lnTo>
                    <a:pt x="662" y="251"/>
                  </a:lnTo>
                  <a:lnTo>
                    <a:pt x="675" y="252"/>
                  </a:lnTo>
                  <a:lnTo>
                    <a:pt x="710" y="262"/>
                  </a:lnTo>
                  <a:lnTo>
                    <a:pt x="728" y="269"/>
                  </a:lnTo>
                  <a:lnTo>
                    <a:pt x="756" y="284"/>
                  </a:lnTo>
                  <a:lnTo>
                    <a:pt x="781" y="303"/>
                  </a:lnTo>
                  <a:lnTo>
                    <a:pt x="800" y="314"/>
                  </a:lnTo>
                  <a:lnTo>
                    <a:pt x="823" y="323"/>
                  </a:lnTo>
                  <a:lnTo>
                    <a:pt x="843" y="327"/>
                  </a:lnTo>
                  <a:lnTo>
                    <a:pt x="865" y="334"/>
                  </a:lnTo>
                  <a:lnTo>
                    <a:pt x="888" y="337"/>
                  </a:lnTo>
                  <a:lnTo>
                    <a:pt x="956" y="347"/>
                  </a:lnTo>
                  <a:lnTo>
                    <a:pt x="1054" y="349"/>
                  </a:lnTo>
                  <a:lnTo>
                    <a:pt x="1126" y="351"/>
                  </a:lnTo>
                  <a:lnTo>
                    <a:pt x="1304" y="342"/>
                  </a:lnTo>
                  <a:lnTo>
                    <a:pt x="1316" y="341"/>
                  </a:lnTo>
                  <a:lnTo>
                    <a:pt x="1383" y="331"/>
                  </a:lnTo>
                  <a:lnTo>
                    <a:pt x="1423" y="326"/>
                  </a:lnTo>
                  <a:lnTo>
                    <a:pt x="1439" y="330"/>
                  </a:lnTo>
                  <a:lnTo>
                    <a:pt x="1479" y="353"/>
                  </a:lnTo>
                  <a:lnTo>
                    <a:pt x="1529" y="395"/>
                  </a:lnTo>
                  <a:lnTo>
                    <a:pt x="1551" y="411"/>
                  </a:lnTo>
                  <a:lnTo>
                    <a:pt x="1563" y="420"/>
                  </a:lnTo>
                  <a:lnTo>
                    <a:pt x="1588" y="426"/>
                  </a:lnTo>
                  <a:lnTo>
                    <a:pt x="1748" y="493"/>
                  </a:lnTo>
                  <a:lnTo>
                    <a:pt x="1775" y="504"/>
                  </a:lnTo>
                  <a:lnTo>
                    <a:pt x="1961" y="631"/>
                  </a:lnTo>
                  <a:lnTo>
                    <a:pt x="2027" y="721"/>
                  </a:lnTo>
                  <a:lnTo>
                    <a:pt x="2045" y="747"/>
                  </a:lnTo>
                  <a:lnTo>
                    <a:pt x="2069" y="780"/>
                  </a:lnTo>
                  <a:lnTo>
                    <a:pt x="2093" y="814"/>
                  </a:lnTo>
                  <a:lnTo>
                    <a:pt x="2091" y="819"/>
                  </a:lnTo>
                  <a:lnTo>
                    <a:pt x="2086" y="823"/>
                  </a:lnTo>
                  <a:lnTo>
                    <a:pt x="2076" y="823"/>
                  </a:lnTo>
                  <a:lnTo>
                    <a:pt x="2064" y="821"/>
                  </a:lnTo>
                  <a:lnTo>
                    <a:pt x="2052" y="816"/>
                  </a:lnTo>
                  <a:lnTo>
                    <a:pt x="2011" y="794"/>
                  </a:lnTo>
                  <a:lnTo>
                    <a:pt x="1948" y="762"/>
                  </a:lnTo>
                  <a:lnTo>
                    <a:pt x="1814" y="694"/>
                  </a:lnTo>
                  <a:lnTo>
                    <a:pt x="1782" y="671"/>
                  </a:lnTo>
                  <a:lnTo>
                    <a:pt x="1772" y="662"/>
                  </a:lnTo>
                  <a:lnTo>
                    <a:pt x="1763" y="657"/>
                  </a:lnTo>
                  <a:lnTo>
                    <a:pt x="1751" y="655"/>
                  </a:lnTo>
                  <a:lnTo>
                    <a:pt x="1739" y="652"/>
                  </a:lnTo>
                  <a:lnTo>
                    <a:pt x="1727" y="654"/>
                  </a:lnTo>
                  <a:lnTo>
                    <a:pt x="1665" y="667"/>
                  </a:lnTo>
                  <a:lnTo>
                    <a:pt x="1616" y="677"/>
                  </a:lnTo>
                  <a:lnTo>
                    <a:pt x="1532" y="692"/>
                  </a:lnTo>
                  <a:lnTo>
                    <a:pt x="1488" y="700"/>
                  </a:lnTo>
                  <a:lnTo>
                    <a:pt x="1457" y="709"/>
                  </a:lnTo>
                  <a:lnTo>
                    <a:pt x="1411" y="732"/>
                  </a:lnTo>
                  <a:lnTo>
                    <a:pt x="1376" y="757"/>
                  </a:lnTo>
                  <a:lnTo>
                    <a:pt x="1346" y="784"/>
                  </a:lnTo>
                  <a:lnTo>
                    <a:pt x="1332" y="817"/>
                  </a:lnTo>
                  <a:lnTo>
                    <a:pt x="1291" y="916"/>
                  </a:lnTo>
                  <a:lnTo>
                    <a:pt x="1283" y="934"/>
                  </a:lnTo>
                  <a:lnTo>
                    <a:pt x="1293" y="957"/>
                  </a:lnTo>
                  <a:lnTo>
                    <a:pt x="1335" y="1053"/>
                  </a:lnTo>
                  <a:lnTo>
                    <a:pt x="1417" y="1326"/>
                  </a:lnTo>
                  <a:lnTo>
                    <a:pt x="1419" y="1356"/>
                  </a:lnTo>
                  <a:lnTo>
                    <a:pt x="1423" y="1417"/>
                  </a:lnTo>
                  <a:lnTo>
                    <a:pt x="1420" y="1424"/>
                  </a:lnTo>
                  <a:lnTo>
                    <a:pt x="1417" y="1429"/>
                  </a:lnTo>
                  <a:lnTo>
                    <a:pt x="1395" y="1433"/>
                  </a:lnTo>
                  <a:lnTo>
                    <a:pt x="1374" y="1436"/>
                  </a:lnTo>
                  <a:lnTo>
                    <a:pt x="1359" y="1435"/>
                  </a:lnTo>
                  <a:lnTo>
                    <a:pt x="1322" y="1432"/>
                  </a:lnTo>
                  <a:lnTo>
                    <a:pt x="1267" y="1419"/>
                  </a:lnTo>
                  <a:lnTo>
                    <a:pt x="1224" y="1380"/>
                  </a:lnTo>
                  <a:lnTo>
                    <a:pt x="1061" y="1357"/>
                  </a:lnTo>
                  <a:lnTo>
                    <a:pt x="1013" y="1311"/>
                  </a:lnTo>
                  <a:lnTo>
                    <a:pt x="985" y="1200"/>
                  </a:lnTo>
                  <a:lnTo>
                    <a:pt x="952" y="1065"/>
                  </a:lnTo>
                  <a:lnTo>
                    <a:pt x="956" y="1045"/>
                  </a:lnTo>
                  <a:lnTo>
                    <a:pt x="950" y="1034"/>
                  </a:lnTo>
                  <a:lnTo>
                    <a:pt x="938" y="1023"/>
                  </a:lnTo>
                  <a:lnTo>
                    <a:pt x="919" y="1014"/>
                  </a:lnTo>
                  <a:lnTo>
                    <a:pt x="857" y="1008"/>
                  </a:lnTo>
                  <a:lnTo>
                    <a:pt x="765" y="1001"/>
                  </a:lnTo>
                  <a:lnTo>
                    <a:pt x="729" y="998"/>
                  </a:lnTo>
                  <a:lnTo>
                    <a:pt x="712" y="998"/>
                  </a:lnTo>
                  <a:lnTo>
                    <a:pt x="700" y="1003"/>
                  </a:lnTo>
                  <a:lnTo>
                    <a:pt x="692" y="1014"/>
                  </a:lnTo>
                  <a:lnTo>
                    <a:pt x="688" y="1030"/>
                  </a:lnTo>
                  <a:lnTo>
                    <a:pt x="655" y="1146"/>
                  </a:lnTo>
                  <a:lnTo>
                    <a:pt x="643" y="1188"/>
                  </a:lnTo>
                  <a:lnTo>
                    <a:pt x="628" y="1197"/>
                  </a:lnTo>
                  <a:lnTo>
                    <a:pt x="609" y="1198"/>
                  </a:lnTo>
                  <a:lnTo>
                    <a:pt x="591" y="1191"/>
                  </a:lnTo>
                  <a:lnTo>
                    <a:pt x="582" y="1181"/>
                  </a:lnTo>
                  <a:lnTo>
                    <a:pt x="566" y="1140"/>
                  </a:lnTo>
                  <a:lnTo>
                    <a:pt x="559" y="1124"/>
                  </a:lnTo>
                  <a:lnTo>
                    <a:pt x="549" y="1104"/>
                  </a:lnTo>
                  <a:lnTo>
                    <a:pt x="516" y="1071"/>
                  </a:lnTo>
                  <a:lnTo>
                    <a:pt x="473" y="1021"/>
                  </a:lnTo>
                  <a:lnTo>
                    <a:pt x="427" y="977"/>
                  </a:lnTo>
                  <a:lnTo>
                    <a:pt x="382" y="938"/>
                  </a:lnTo>
                  <a:lnTo>
                    <a:pt x="351" y="899"/>
                  </a:lnTo>
                  <a:lnTo>
                    <a:pt x="337" y="883"/>
                  </a:lnTo>
                  <a:lnTo>
                    <a:pt x="324" y="868"/>
                  </a:lnTo>
                  <a:lnTo>
                    <a:pt x="302" y="830"/>
                  </a:lnTo>
                  <a:lnTo>
                    <a:pt x="289" y="811"/>
                  </a:lnTo>
                  <a:lnTo>
                    <a:pt x="279" y="799"/>
                  </a:lnTo>
                  <a:lnTo>
                    <a:pt x="265" y="790"/>
                  </a:lnTo>
                  <a:lnTo>
                    <a:pt x="254" y="778"/>
                  </a:lnTo>
                  <a:lnTo>
                    <a:pt x="252" y="765"/>
                  </a:lnTo>
                  <a:lnTo>
                    <a:pt x="250" y="750"/>
                  </a:lnTo>
                  <a:lnTo>
                    <a:pt x="250" y="730"/>
                  </a:lnTo>
                  <a:lnTo>
                    <a:pt x="254" y="689"/>
                  </a:lnTo>
                  <a:lnTo>
                    <a:pt x="249" y="672"/>
                  </a:lnTo>
                  <a:lnTo>
                    <a:pt x="236" y="649"/>
                  </a:lnTo>
                  <a:lnTo>
                    <a:pt x="216" y="631"/>
                  </a:lnTo>
                  <a:lnTo>
                    <a:pt x="180" y="615"/>
                  </a:lnTo>
                  <a:lnTo>
                    <a:pt x="125" y="603"/>
                  </a:lnTo>
                  <a:lnTo>
                    <a:pt x="90" y="600"/>
                  </a:lnTo>
                  <a:lnTo>
                    <a:pt x="76" y="603"/>
                  </a:lnTo>
                  <a:lnTo>
                    <a:pt x="57" y="605"/>
                  </a:lnTo>
                  <a:lnTo>
                    <a:pt x="46" y="584"/>
                  </a:lnTo>
                  <a:lnTo>
                    <a:pt x="8" y="510"/>
                  </a:lnTo>
                  <a:lnTo>
                    <a:pt x="3" y="504"/>
                  </a:lnTo>
                  <a:lnTo>
                    <a:pt x="0" y="497"/>
                  </a:lnTo>
                  <a:lnTo>
                    <a:pt x="0" y="489"/>
                  </a:lnTo>
                  <a:lnTo>
                    <a:pt x="6" y="472"/>
                  </a:lnTo>
                  <a:lnTo>
                    <a:pt x="25" y="431"/>
                  </a:lnTo>
                  <a:lnTo>
                    <a:pt x="29" y="428"/>
                  </a:lnTo>
                  <a:lnTo>
                    <a:pt x="34" y="417"/>
                  </a:lnTo>
                  <a:lnTo>
                    <a:pt x="38" y="399"/>
                  </a:lnTo>
                  <a:lnTo>
                    <a:pt x="117" y="264"/>
                  </a:lnTo>
                  <a:lnTo>
                    <a:pt x="116" y="235"/>
                  </a:lnTo>
                  <a:lnTo>
                    <a:pt x="113" y="216"/>
                  </a:lnTo>
                  <a:lnTo>
                    <a:pt x="88" y="156"/>
                  </a:lnTo>
                  <a:lnTo>
                    <a:pt x="58" y="102"/>
                  </a:lnTo>
                  <a:lnTo>
                    <a:pt x="28" y="45"/>
                  </a:lnTo>
                  <a:lnTo>
                    <a:pt x="8" y="13"/>
                  </a:lnTo>
                  <a:lnTo>
                    <a:pt x="3" y="3"/>
                  </a:lnTo>
                  <a:lnTo>
                    <a:pt x="9" y="0"/>
                  </a:lnTo>
                  <a:lnTo>
                    <a:pt x="27" y="2"/>
                  </a:lnTo>
                  <a:lnTo>
                    <a:pt x="71" y="11"/>
                  </a:lnTo>
                  <a:lnTo>
                    <a:pt x="129" y="29"/>
                  </a:lnTo>
                  <a:lnTo>
                    <a:pt x="207" y="62"/>
                  </a:lnTo>
                  <a:lnTo>
                    <a:pt x="226" y="76"/>
                  </a:lnTo>
                  <a:lnTo>
                    <a:pt x="249" y="92"/>
                  </a:lnTo>
                  <a:lnTo>
                    <a:pt x="264" y="109"/>
                  </a:lnTo>
                  <a:lnTo>
                    <a:pt x="326" y="158"/>
                  </a:lnTo>
                  <a:lnTo>
                    <a:pt x="387" y="197"/>
                  </a:lnTo>
                  <a:lnTo>
                    <a:pt x="399" y="202"/>
                  </a:lnTo>
                  <a:lnTo>
                    <a:pt x="406" y="207"/>
                  </a:lnTo>
                  <a:lnTo>
                    <a:pt x="421" y="213"/>
                  </a:lnTo>
                  <a:lnTo>
                    <a:pt x="436" y="219"/>
                  </a:lnTo>
                  <a:lnTo>
                    <a:pt x="461" y="227"/>
                  </a:lnTo>
                  <a:lnTo>
                    <a:pt x="478" y="23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9400153" y="1610730"/>
              <a:ext cx="530" cy="1022"/>
            </a:xfrm>
            <a:custGeom>
              <a:avLst/>
              <a:pathLst>
                <a:path w="530" h="1022">
                  <a:moveTo>
                    <a:pt x="491" y="281"/>
                  </a:moveTo>
                  <a:lnTo>
                    <a:pt x="437" y="325"/>
                  </a:lnTo>
                  <a:lnTo>
                    <a:pt x="384" y="300"/>
                  </a:lnTo>
                  <a:lnTo>
                    <a:pt x="368" y="293"/>
                  </a:lnTo>
                  <a:lnTo>
                    <a:pt x="348" y="307"/>
                  </a:lnTo>
                  <a:lnTo>
                    <a:pt x="342" y="313"/>
                  </a:lnTo>
                  <a:lnTo>
                    <a:pt x="333" y="329"/>
                  </a:lnTo>
                  <a:lnTo>
                    <a:pt x="322" y="352"/>
                  </a:lnTo>
                  <a:lnTo>
                    <a:pt x="311" y="380"/>
                  </a:lnTo>
                  <a:lnTo>
                    <a:pt x="308" y="421"/>
                  </a:lnTo>
                  <a:lnTo>
                    <a:pt x="285" y="459"/>
                  </a:lnTo>
                  <a:lnTo>
                    <a:pt x="271" y="527"/>
                  </a:lnTo>
                  <a:lnTo>
                    <a:pt x="270" y="614"/>
                  </a:lnTo>
                  <a:lnTo>
                    <a:pt x="270" y="684"/>
                  </a:lnTo>
                  <a:lnTo>
                    <a:pt x="284" y="745"/>
                  </a:lnTo>
                  <a:lnTo>
                    <a:pt x="288" y="759"/>
                  </a:lnTo>
                  <a:lnTo>
                    <a:pt x="305" y="772"/>
                  </a:lnTo>
                  <a:lnTo>
                    <a:pt x="312" y="781"/>
                  </a:lnTo>
                  <a:lnTo>
                    <a:pt x="331" y="794"/>
                  </a:lnTo>
                  <a:lnTo>
                    <a:pt x="344" y="800"/>
                  </a:lnTo>
                  <a:lnTo>
                    <a:pt x="356" y="805"/>
                  </a:lnTo>
                  <a:lnTo>
                    <a:pt x="373" y="822"/>
                  </a:lnTo>
                  <a:lnTo>
                    <a:pt x="431" y="880"/>
                  </a:lnTo>
                  <a:lnTo>
                    <a:pt x="504" y="955"/>
                  </a:lnTo>
                  <a:lnTo>
                    <a:pt x="507" y="966"/>
                  </a:lnTo>
                  <a:lnTo>
                    <a:pt x="508" y="975"/>
                  </a:lnTo>
                  <a:lnTo>
                    <a:pt x="510" y="988"/>
                  </a:lnTo>
                  <a:lnTo>
                    <a:pt x="469" y="1022"/>
                  </a:lnTo>
                  <a:lnTo>
                    <a:pt x="437" y="1011"/>
                  </a:lnTo>
                  <a:lnTo>
                    <a:pt x="256" y="961"/>
                  </a:lnTo>
                  <a:lnTo>
                    <a:pt x="242" y="955"/>
                  </a:lnTo>
                  <a:lnTo>
                    <a:pt x="220" y="954"/>
                  </a:lnTo>
                  <a:lnTo>
                    <a:pt x="207" y="954"/>
                  </a:lnTo>
                  <a:lnTo>
                    <a:pt x="195" y="950"/>
                  </a:lnTo>
                  <a:lnTo>
                    <a:pt x="186" y="944"/>
                  </a:lnTo>
                  <a:lnTo>
                    <a:pt x="172" y="927"/>
                  </a:lnTo>
                  <a:lnTo>
                    <a:pt x="158" y="905"/>
                  </a:lnTo>
                  <a:lnTo>
                    <a:pt x="153" y="890"/>
                  </a:lnTo>
                  <a:lnTo>
                    <a:pt x="154" y="876"/>
                  </a:lnTo>
                  <a:lnTo>
                    <a:pt x="159" y="863"/>
                  </a:lnTo>
                  <a:lnTo>
                    <a:pt x="164" y="853"/>
                  </a:lnTo>
                  <a:lnTo>
                    <a:pt x="164" y="842"/>
                  </a:lnTo>
                  <a:lnTo>
                    <a:pt x="86" y="744"/>
                  </a:lnTo>
                  <a:lnTo>
                    <a:pt x="79" y="720"/>
                  </a:lnTo>
                  <a:lnTo>
                    <a:pt x="76" y="704"/>
                  </a:lnTo>
                  <a:lnTo>
                    <a:pt x="75" y="694"/>
                  </a:lnTo>
                  <a:lnTo>
                    <a:pt x="76" y="687"/>
                  </a:lnTo>
                  <a:lnTo>
                    <a:pt x="79" y="681"/>
                  </a:lnTo>
                  <a:lnTo>
                    <a:pt x="86" y="663"/>
                  </a:lnTo>
                  <a:lnTo>
                    <a:pt x="106" y="645"/>
                  </a:lnTo>
                  <a:lnTo>
                    <a:pt x="128" y="632"/>
                  </a:lnTo>
                  <a:lnTo>
                    <a:pt x="134" y="628"/>
                  </a:lnTo>
                  <a:lnTo>
                    <a:pt x="136" y="623"/>
                  </a:lnTo>
                  <a:lnTo>
                    <a:pt x="134" y="612"/>
                  </a:lnTo>
                  <a:lnTo>
                    <a:pt x="130" y="600"/>
                  </a:lnTo>
                  <a:lnTo>
                    <a:pt x="127" y="588"/>
                  </a:lnTo>
                  <a:lnTo>
                    <a:pt x="121" y="574"/>
                  </a:lnTo>
                  <a:lnTo>
                    <a:pt x="89" y="512"/>
                  </a:lnTo>
                  <a:lnTo>
                    <a:pt x="17" y="374"/>
                  </a:lnTo>
                  <a:lnTo>
                    <a:pt x="15" y="367"/>
                  </a:lnTo>
                  <a:lnTo>
                    <a:pt x="15" y="360"/>
                  </a:lnTo>
                  <a:lnTo>
                    <a:pt x="11" y="352"/>
                  </a:lnTo>
                  <a:lnTo>
                    <a:pt x="1" y="337"/>
                  </a:lnTo>
                  <a:lnTo>
                    <a:pt x="0" y="325"/>
                  </a:lnTo>
                  <a:lnTo>
                    <a:pt x="0" y="318"/>
                  </a:lnTo>
                  <a:lnTo>
                    <a:pt x="1" y="302"/>
                  </a:lnTo>
                  <a:lnTo>
                    <a:pt x="4" y="296"/>
                  </a:lnTo>
                  <a:lnTo>
                    <a:pt x="6" y="292"/>
                  </a:lnTo>
                  <a:lnTo>
                    <a:pt x="40" y="242"/>
                  </a:lnTo>
                  <a:lnTo>
                    <a:pt x="97" y="157"/>
                  </a:lnTo>
                  <a:lnTo>
                    <a:pt x="128" y="111"/>
                  </a:lnTo>
                  <a:lnTo>
                    <a:pt x="206" y="9"/>
                  </a:lnTo>
                  <a:lnTo>
                    <a:pt x="221" y="4"/>
                  </a:lnTo>
                  <a:lnTo>
                    <a:pt x="227" y="3"/>
                  </a:lnTo>
                  <a:lnTo>
                    <a:pt x="236" y="0"/>
                  </a:lnTo>
                  <a:lnTo>
                    <a:pt x="430" y="7"/>
                  </a:lnTo>
                  <a:lnTo>
                    <a:pt x="443" y="12"/>
                  </a:lnTo>
                  <a:lnTo>
                    <a:pt x="457" y="17"/>
                  </a:lnTo>
                  <a:lnTo>
                    <a:pt x="469" y="25"/>
                  </a:lnTo>
                  <a:lnTo>
                    <a:pt x="478" y="32"/>
                  </a:lnTo>
                  <a:lnTo>
                    <a:pt x="489" y="45"/>
                  </a:lnTo>
                  <a:lnTo>
                    <a:pt x="505" y="70"/>
                  </a:lnTo>
                  <a:lnTo>
                    <a:pt x="515" y="99"/>
                  </a:lnTo>
                  <a:lnTo>
                    <a:pt x="518" y="109"/>
                  </a:lnTo>
                  <a:lnTo>
                    <a:pt x="530" y="154"/>
                  </a:lnTo>
                  <a:lnTo>
                    <a:pt x="530" y="172"/>
                  </a:lnTo>
                  <a:lnTo>
                    <a:pt x="525" y="187"/>
                  </a:lnTo>
                  <a:lnTo>
                    <a:pt x="508" y="218"/>
                  </a:lnTo>
                  <a:lnTo>
                    <a:pt x="498" y="259"/>
                  </a:lnTo>
                  <a:lnTo>
                    <a:pt x="495" y="267"/>
                  </a:lnTo>
                  <a:lnTo>
                    <a:pt x="491" y="28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9402105" y="1610395"/>
              <a:ext cx="413" cy="541"/>
            </a:xfrm>
            <a:custGeom>
              <a:avLst/>
              <a:pathLst>
                <a:path w="413" h="541">
                  <a:moveTo>
                    <a:pt x="268" y="10"/>
                  </a:moveTo>
                  <a:lnTo>
                    <a:pt x="267" y="23"/>
                  </a:lnTo>
                  <a:lnTo>
                    <a:pt x="257" y="42"/>
                  </a:lnTo>
                  <a:lnTo>
                    <a:pt x="256" y="80"/>
                  </a:lnTo>
                  <a:lnTo>
                    <a:pt x="260" y="109"/>
                  </a:lnTo>
                  <a:lnTo>
                    <a:pt x="266" y="129"/>
                  </a:lnTo>
                  <a:lnTo>
                    <a:pt x="280" y="155"/>
                  </a:lnTo>
                  <a:lnTo>
                    <a:pt x="297" y="189"/>
                  </a:lnTo>
                  <a:lnTo>
                    <a:pt x="310" y="215"/>
                  </a:lnTo>
                  <a:lnTo>
                    <a:pt x="311" y="226"/>
                  </a:lnTo>
                  <a:lnTo>
                    <a:pt x="306" y="243"/>
                  </a:lnTo>
                  <a:lnTo>
                    <a:pt x="300" y="265"/>
                  </a:lnTo>
                  <a:lnTo>
                    <a:pt x="300" y="272"/>
                  </a:lnTo>
                  <a:lnTo>
                    <a:pt x="309" y="286"/>
                  </a:lnTo>
                  <a:lnTo>
                    <a:pt x="321" y="296"/>
                  </a:lnTo>
                  <a:lnTo>
                    <a:pt x="332" y="298"/>
                  </a:lnTo>
                  <a:lnTo>
                    <a:pt x="350" y="297"/>
                  </a:lnTo>
                  <a:lnTo>
                    <a:pt x="367" y="294"/>
                  </a:lnTo>
                  <a:lnTo>
                    <a:pt x="380" y="295"/>
                  </a:lnTo>
                  <a:lnTo>
                    <a:pt x="394" y="298"/>
                  </a:lnTo>
                  <a:lnTo>
                    <a:pt x="404" y="303"/>
                  </a:lnTo>
                  <a:lnTo>
                    <a:pt x="410" y="307"/>
                  </a:lnTo>
                  <a:lnTo>
                    <a:pt x="413" y="318"/>
                  </a:lnTo>
                  <a:lnTo>
                    <a:pt x="409" y="328"/>
                  </a:lnTo>
                  <a:lnTo>
                    <a:pt x="404" y="337"/>
                  </a:lnTo>
                  <a:lnTo>
                    <a:pt x="402" y="347"/>
                  </a:lnTo>
                  <a:lnTo>
                    <a:pt x="404" y="370"/>
                  </a:lnTo>
                  <a:lnTo>
                    <a:pt x="404" y="381"/>
                  </a:lnTo>
                  <a:lnTo>
                    <a:pt x="399" y="398"/>
                  </a:lnTo>
                  <a:lnTo>
                    <a:pt x="378" y="427"/>
                  </a:lnTo>
                  <a:lnTo>
                    <a:pt x="370" y="439"/>
                  </a:lnTo>
                  <a:lnTo>
                    <a:pt x="367" y="448"/>
                  </a:lnTo>
                  <a:lnTo>
                    <a:pt x="369" y="460"/>
                  </a:lnTo>
                  <a:lnTo>
                    <a:pt x="380" y="474"/>
                  </a:lnTo>
                  <a:lnTo>
                    <a:pt x="384" y="484"/>
                  </a:lnTo>
                  <a:lnTo>
                    <a:pt x="365" y="513"/>
                  </a:lnTo>
                  <a:lnTo>
                    <a:pt x="363" y="527"/>
                  </a:lnTo>
                  <a:lnTo>
                    <a:pt x="353" y="536"/>
                  </a:lnTo>
                  <a:lnTo>
                    <a:pt x="341" y="540"/>
                  </a:lnTo>
                  <a:lnTo>
                    <a:pt x="320" y="541"/>
                  </a:lnTo>
                  <a:lnTo>
                    <a:pt x="310" y="539"/>
                  </a:lnTo>
                  <a:lnTo>
                    <a:pt x="303" y="531"/>
                  </a:lnTo>
                  <a:lnTo>
                    <a:pt x="299" y="517"/>
                  </a:lnTo>
                  <a:lnTo>
                    <a:pt x="302" y="506"/>
                  </a:lnTo>
                  <a:lnTo>
                    <a:pt x="309" y="493"/>
                  </a:lnTo>
                  <a:lnTo>
                    <a:pt x="313" y="483"/>
                  </a:lnTo>
                  <a:lnTo>
                    <a:pt x="311" y="475"/>
                  </a:lnTo>
                  <a:lnTo>
                    <a:pt x="305" y="464"/>
                  </a:lnTo>
                  <a:lnTo>
                    <a:pt x="295" y="457"/>
                  </a:lnTo>
                  <a:lnTo>
                    <a:pt x="257" y="448"/>
                  </a:lnTo>
                  <a:lnTo>
                    <a:pt x="211" y="447"/>
                  </a:lnTo>
                  <a:lnTo>
                    <a:pt x="172" y="458"/>
                  </a:lnTo>
                  <a:lnTo>
                    <a:pt x="143" y="475"/>
                  </a:lnTo>
                  <a:lnTo>
                    <a:pt x="128" y="490"/>
                  </a:lnTo>
                  <a:lnTo>
                    <a:pt x="118" y="504"/>
                  </a:lnTo>
                  <a:lnTo>
                    <a:pt x="111" y="512"/>
                  </a:lnTo>
                  <a:lnTo>
                    <a:pt x="101" y="517"/>
                  </a:lnTo>
                  <a:lnTo>
                    <a:pt x="81" y="519"/>
                  </a:lnTo>
                  <a:lnTo>
                    <a:pt x="67" y="515"/>
                  </a:lnTo>
                  <a:lnTo>
                    <a:pt x="53" y="505"/>
                  </a:lnTo>
                  <a:lnTo>
                    <a:pt x="40" y="489"/>
                  </a:lnTo>
                  <a:lnTo>
                    <a:pt x="34" y="469"/>
                  </a:lnTo>
                  <a:lnTo>
                    <a:pt x="34" y="458"/>
                  </a:lnTo>
                  <a:lnTo>
                    <a:pt x="43" y="443"/>
                  </a:lnTo>
                  <a:lnTo>
                    <a:pt x="57" y="426"/>
                  </a:lnTo>
                  <a:lnTo>
                    <a:pt x="70" y="406"/>
                  </a:lnTo>
                  <a:lnTo>
                    <a:pt x="80" y="392"/>
                  </a:lnTo>
                  <a:lnTo>
                    <a:pt x="82" y="382"/>
                  </a:lnTo>
                  <a:lnTo>
                    <a:pt x="89" y="348"/>
                  </a:lnTo>
                  <a:lnTo>
                    <a:pt x="89" y="329"/>
                  </a:lnTo>
                  <a:lnTo>
                    <a:pt x="83" y="318"/>
                  </a:lnTo>
                  <a:lnTo>
                    <a:pt x="66" y="300"/>
                  </a:lnTo>
                  <a:lnTo>
                    <a:pt x="30" y="259"/>
                  </a:lnTo>
                  <a:lnTo>
                    <a:pt x="23" y="253"/>
                  </a:lnTo>
                  <a:lnTo>
                    <a:pt x="1" y="242"/>
                  </a:lnTo>
                  <a:lnTo>
                    <a:pt x="0" y="233"/>
                  </a:lnTo>
                  <a:lnTo>
                    <a:pt x="3" y="226"/>
                  </a:lnTo>
                  <a:lnTo>
                    <a:pt x="30" y="212"/>
                  </a:lnTo>
                  <a:lnTo>
                    <a:pt x="76" y="192"/>
                  </a:lnTo>
                  <a:lnTo>
                    <a:pt x="131" y="172"/>
                  </a:lnTo>
                  <a:lnTo>
                    <a:pt x="141" y="162"/>
                  </a:lnTo>
                  <a:lnTo>
                    <a:pt x="142" y="137"/>
                  </a:lnTo>
                  <a:lnTo>
                    <a:pt x="142" y="119"/>
                  </a:lnTo>
                  <a:lnTo>
                    <a:pt x="145" y="105"/>
                  </a:lnTo>
                  <a:lnTo>
                    <a:pt x="157" y="77"/>
                  </a:lnTo>
                  <a:lnTo>
                    <a:pt x="162" y="69"/>
                  </a:lnTo>
                  <a:lnTo>
                    <a:pt x="167" y="29"/>
                  </a:lnTo>
                  <a:lnTo>
                    <a:pt x="174" y="16"/>
                  </a:lnTo>
                  <a:lnTo>
                    <a:pt x="181" y="5"/>
                  </a:lnTo>
                  <a:lnTo>
                    <a:pt x="194" y="0"/>
                  </a:lnTo>
                  <a:lnTo>
                    <a:pt x="207" y="5"/>
                  </a:lnTo>
                  <a:lnTo>
                    <a:pt x="223" y="8"/>
                  </a:lnTo>
                  <a:lnTo>
                    <a:pt x="239" y="6"/>
                  </a:lnTo>
                  <a:lnTo>
                    <a:pt x="252" y="3"/>
                  </a:lnTo>
                  <a:lnTo>
                    <a:pt x="268" y="1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9395365" y="1608324"/>
              <a:ext cx="3938" cy="3069"/>
            </a:xfrm>
            <a:custGeom>
              <a:avLst/>
              <a:pathLst>
                <a:path w="3938" h="3069">
                  <a:moveTo>
                    <a:pt x="1588" y="314"/>
                  </a:moveTo>
                  <a:lnTo>
                    <a:pt x="1571" y="337"/>
                  </a:lnTo>
                  <a:lnTo>
                    <a:pt x="2368" y="337"/>
                  </a:lnTo>
                  <a:lnTo>
                    <a:pt x="2395" y="308"/>
                  </a:lnTo>
                  <a:lnTo>
                    <a:pt x="2435" y="265"/>
                  </a:lnTo>
                  <a:lnTo>
                    <a:pt x="2450" y="250"/>
                  </a:lnTo>
                  <a:lnTo>
                    <a:pt x="2500" y="244"/>
                  </a:lnTo>
                  <a:lnTo>
                    <a:pt x="2640" y="228"/>
                  </a:lnTo>
                  <a:lnTo>
                    <a:pt x="2684" y="237"/>
                  </a:lnTo>
                  <a:lnTo>
                    <a:pt x="2727" y="245"/>
                  </a:lnTo>
                  <a:lnTo>
                    <a:pt x="2732" y="245"/>
                  </a:lnTo>
                  <a:lnTo>
                    <a:pt x="2739" y="251"/>
                  </a:lnTo>
                  <a:lnTo>
                    <a:pt x="2740" y="256"/>
                  </a:lnTo>
                  <a:lnTo>
                    <a:pt x="2741" y="267"/>
                  </a:lnTo>
                  <a:lnTo>
                    <a:pt x="2744" y="281"/>
                  </a:lnTo>
                  <a:lnTo>
                    <a:pt x="2744" y="287"/>
                  </a:lnTo>
                  <a:lnTo>
                    <a:pt x="2746" y="296"/>
                  </a:lnTo>
                  <a:lnTo>
                    <a:pt x="2754" y="309"/>
                  </a:lnTo>
                  <a:lnTo>
                    <a:pt x="2767" y="326"/>
                  </a:lnTo>
                  <a:lnTo>
                    <a:pt x="2777" y="344"/>
                  </a:lnTo>
                  <a:lnTo>
                    <a:pt x="2780" y="349"/>
                  </a:lnTo>
                  <a:lnTo>
                    <a:pt x="2813" y="384"/>
                  </a:lnTo>
                  <a:lnTo>
                    <a:pt x="2857" y="423"/>
                  </a:lnTo>
                  <a:lnTo>
                    <a:pt x="2892" y="446"/>
                  </a:lnTo>
                  <a:lnTo>
                    <a:pt x="2931" y="470"/>
                  </a:lnTo>
                  <a:lnTo>
                    <a:pt x="2971" y="490"/>
                  </a:lnTo>
                  <a:lnTo>
                    <a:pt x="3198" y="569"/>
                  </a:lnTo>
                  <a:lnTo>
                    <a:pt x="3261" y="590"/>
                  </a:lnTo>
                  <a:lnTo>
                    <a:pt x="3312" y="608"/>
                  </a:lnTo>
                  <a:lnTo>
                    <a:pt x="3506" y="694"/>
                  </a:lnTo>
                  <a:lnTo>
                    <a:pt x="3536" y="721"/>
                  </a:lnTo>
                  <a:lnTo>
                    <a:pt x="3632" y="808"/>
                  </a:lnTo>
                  <a:lnTo>
                    <a:pt x="3698" y="888"/>
                  </a:lnTo>
                  <a:lnTo>
                    <a:pt x="3723" y="920"/>
                  </a:lnTo>
                  <a:lnTo>
                    <a:pt x="3736" y="936"/>
                  </a:lnTo>
                  <a:lnTo>
                    <a:pt x="3771" y="1002"/>
                  </a:lnTo>
                  <a:lnTo>
                    <a:pt x="3820" y="1094"/>
                  </a:lnTo>
                  <a:lnTo>
                    <a:pt x="3830" y="1113"/>
                  </a:lnTo>
                  <a:lnTo>
                    <a:pt x="3847" y="1124"/>
                  </a:lnTo>
                  <a:lnTo>
                    <a:pt x="3938" y="1183"/>
                  </a:lnTo>
                  <a:lnTo>
                    <a:pt x="3921" y="1236"/>
                  </a:lnTo>
                  <a:lnTo>
                    <a:pt x="3913" y="1262"/>
                  </a:lnTo>
                  <a:lnTo>
                    <a:pt x="3899" y="1308"/>
                  </a:lnTo>
                  <a:lnTo>
                    <a:pt x="3894" y="1321"/>
                  </a:lnTo>
                  <a:lnTo>
                    <a:pt x="3781" y="1358"/>
                  </a:lnTo>
                  <a:lnTo>
                    <a:pt x="3632" y="1541"/>
                  </a:lnTo>
                  <a:lnTo>
                    <a:pt x="3561" y="1628"/>
                  </a:lnTo>
                  <a:lnTo>
                    <a:pt x="3494" y="1709"/>
                  </a:lnTo>
                  <a:lnTo>
                    <a:pt x="3433" y="1784"/>
                  </a:lnTo>
                  <a:lnTo>
                    <a:pt x="3380" y="1849"/>
                  </a:lnTo>
                  <a:lnTo>
                    <a:pt x="3356" y="1879"/>
                  </a:lnTo>
                  <a:lnTo>
                    <a:pt x="3310" y="2069"/>
                  </a:lnTo>
                  <a:lnTo>
                    <a:pt x="3248" y="2176"/>
                  </a:lnTo>
                  <a:lnTo>
                    <a:pt x="3077" y="2360"/>
                  </a:lnTo>
                  <a:lnTo>
                    <a:pt x="3051" y="2387"/>
                  </a:lnTo>
                  <a:lnTo>
                    <a:pt x="3029" y="2388"/>
                  </a:lnTo>
                  <a:lnTo>
                    <a:pt x="3001" y="2389"/>
                  </a:lnTo>
                  <a:lnTo>
                    <a:pt x="2896" y="2392"/>
                  </a:lnTo>
                  <a:lnTo>
                    <a:pt x="2885" y="2399"/>
                  </a:lnTo>
                  <a:lnTo>
                    <a:pt x="2695" y="2529"/>
                  </a:lnTo>
                  <a:lnTo>
                    <a:pt x="2640" y="2565"/>
                  </a:lnTo>
                  <a:lnTo>
                    <a:pt x="2613" y="2592"/>
                  </a:lnTo>
                  <a:lnTo>
                    <a:pt x="2603" y="2602"/>
                  </a:lnTo>
                  <a:lnTo>
                    <a:pt x="2582" y="2625"/>
                  </a:lnTo>
                  <a:lnTo>
                    <a:pt x="2573" y="2647"/>
                  </a:lnTo>
                  <a:lnTo>
                    <a:pt x="2576" y="2667"/>
                  </a:lnTo>
                  <a:lnTo>
                    <a:pt x="2582" y="2681"/>
                  </a:lnTo>
                  <a:lnTo>
                    <a:pt x="2586" y="2695"/>
                  </a:lnTo>
                  <a:lnTo>
                    <a:pt x="2595" y="2713"/>
                  </a:lnTo>
                  <a:lnTo>
                    <a:pt x="2617" y="2729"/>
                  </a:lnTo>
                  <a:lnTo>
                    <a:pt x="2631" y="2741"/>
                  </a:lnTo>
                  <a:lnTo>
                    <a:pt x="2633" y="2752"/>
                  </a:lnTo>
                  <a:lnTo>
                    <a:pt x="2632" y="2760"/>
                  </a:lnTo>
                  <a:lnTo>
                    <a:pt x="2613" y="2779"/>
                  </a:lnTo>
                  <a:lnTo>
                    <a:pt x="2591" y="2789"/>
                  </a:lnTo>
                  <a:lnTo>
                    <a:pt x="2568" y="2800"/>
                  </a:lnTo>
                  <a:lnTo>
                    <a:pt x="2552" y="2808"/>
                  </a:lnTo>
                  <a:lnTo>
                    <a:pt x="2399" y="2882"/>
                  </a:lnTo>
                  <a:lnTo>
                    <a:pt x="2375" y="2893"/>
                  </a:lnTo>
                  <a:lnTo>
                    <a:pt x="2357" y="2902"/>
                  </a:lnTo>
                  <a:lnTo>
                    <a:pt x="2322" y="2918"/>
                  </a:lnTo>
                  <a:lnTo>
                    <a:pt x="2287" y="2936"/>
                  </a:lnTo>
                  <a:lnTo>
                    <a:pt x="2257" y="2962"/>
                  </a:lnTo>
                  <a:lnTo>
                    <a:pt x="2249" y="2969"/>
                  </a:lnTo>
                  <a:lnTo>
                    <a:pt x="2172" y="3038"/>
                  </a:lnTo>
                  <a:lnTo>
                    <a:pt x="2136" y="3069"/>
                  </a:lnTo>
                  <a:lnTo>
                    <a:pt x="2023" y="3029"/>
                  </a:lnTo>
                  <a:lnTo>
                    <a:pt x="2011" y="3025"/>
                  </a:lnTo>
                  <a:lnTo>
                    <a:pt x="2030" y="2947"/>
                  </a:lnTo>
                  <a:lnTo>
                    <a:pt x="2035" y="2927"/>
                  </a:lnTo>
                  <a:lnTo>
                    <a:pt x="1841" y="2897"/>
                  </a:lnTo>
                  <a:lnTo>
                    <a:pt x="1820" y="2894"/>
                  </a:lnTo>
                  <a:lnTo>
                    <a:pt x="1792" y="2890"/>
                  </a:lnTo>
                  <a:lnTo>
                    <a:pt x="1710" y="3058"/>
                  </a:lnTo>
                  <a:lnTo>
                    <a:pt x="1242" y="2841"/>
                  </a:lnTo>
                  <a:lnTo>
                    <a:pt x="1225" y="2840"/>
                  </a:lnTo>
                  <a:lnTo>
                    <a:pt x="1254" y="2575"/>
                  </a:lnTo>
                  <a:lnTo>
                    <a:pt x="1217" y="2409"/>
                  </a:lnTo>
                  <a:lnTo>
                    <a:pt x="1079" y="2284"/>
                  </a:lnTo>
                  <a:lnTo>
                    <a:pt x="1074" y="2279"/>
                  </a:lnTo>
                  <a:lnTo>
                    <a:pt x="1040" y="2215"/>
                  </a:lnTo>
                  <a:lnTo>
                    <a:pt x="1042" y="2204"/>
                  </a:lnTo>
                  <a:lnTo>
                    <a:pt x="1059" y="2177"/>
                  </a:lnTo>
                  <a:lnTo>
                    <a:pt x="1083" y="2151"/>
                  </a:lnTo>
                  <a:lnTo>
                    <a:pt x="1096" y="2125"/>
                  </a:lnTo>
                  <a:lnTo>
                    <a:pt x="1105" y="2055"/>
                  </a:lnTo>
                  <a:lnTo>
                    <a:pt x="1110" y="2014"/>
                  </a:lnTo>
                  <a:lnTo>
                    <a:pt x="1116" y="1966"/>
                  </a:lnTo>
                  <a:lnTo>
                    <a:pt x="1078" y="1912"/>
                  </a:lnTo>
                  <a:lnTo>
                    <a:pt x="1059" y="1898"/>
                  </a:lnTo>
                  <a:lnTo>
                    <a:pt x="1030" y="1877"/>
                  </a:lnTo>
                  <a:lnTo>
                    <a:pt x="1015" y="1870"/>
                  </a:lnTo>
                  <a:lnTo>
                    <a:pt x="998" y="1863"/>
                  </a:lnTo>
                  <a:lnTo>
                    <a:pt x="948" y="1852"/>
                  </a:lnTo>
                  <a:lnTo>
                    <a:pt x="881" y="1836"/>
                  </a:lnTo>
                  <a:lnTo>
                    <a:pt x="803" y="1802"/>
                  </a:lnTo>
                  <a:lnTo>
                    <a:pt x="791" y="1799"/>
                  </a:lnTo>
                  <a:lnTo>
                    <a:pt x="753" y="1790"/>
                  </a:lnTo>
                  <a:lnTo>
                    <a:pt x="745" y="1788"/>
                  </a:lnTo>
                  <a:lnTo>
                    <a:pt x="705" y="1790"/>
                  </a:lnTo>
                  <a:lnTo>
                    <a:pt x="667" y="1776"/>
                  </a:lnTo>
                  <a:lnTo>
                    <a:pt x="645" y="1766"/>
                  </a:lnTo>
                  <a:lnTo>
                    <a:pt x="627" y="1758"/>
                  </a:lnTo>
                  <a:lnTo>
                    <a:pt x="570" y="1744"/>
                  </a:lnTo>
                  <a:lnTo>
                    <a:pt x="560" y="1744"/>
                  </a:lnTo>
                  <a:lnTo>
                    <a:pt x="459" y="1733"/>
                  </a:lnTo>
                  <a:lnTo>
                    <a:pt x="395" y="1731"/>
                  </a:lnTo>
                  <a:lnTo>
                    <a:pt x="353" y="1739"/>
                  </a:lnTo>
                  <a:lnTo>
                    <a:pt x="303" y="1784"/>
                  </a:lnTo>
                  <a:lnTo>
                    <a:pt x="262" y="1820"/>
                  </a:lnTo>
                  <a:lnTo>
                    <a:pt x="248" y="1833"/>
                  </a:lnTo>
                  <a:lnTo>
                    <a:pt x="225" y="1853"/>
                  </a:lnTo>
                  <a:lnTo>
                    <a:pt x="191" y="1861"/>
                  </a:lnTo>
                  <a:lnTo>
                    <a:pt x="186" y="1854"/>
                  </a:lnTo>
                  <a:lnTo>
                    <a:pt x="168" y="1810"/>
                  </a:lnTo>
                  <a:lnTo>
                    <a:pt x="129" y="1794"/>
                  </a:lnTo>
                  <a:lnTo>
                    <a:pt x="91" y="1786"/>
                  </a:lnTo>
                  <a:lnTo>
                    <a:pt x="13" y="1790"/>
                  </a:lnTo>
                  <a:lnTo>
                    <a:pt x="1" y="1783"/>
                  </a:lnTo>
                  <a:lnTo>
                    <a:pt x="0" y="1764"/>
                  </a:lnTo>
                  <a:lnTo>
                    <a:pt x="4" y="1738"/>
                  </a:lnTo>
                  <a:lnTo>
                    <a:pt x="17" y="1721"/>
                  </a:lnTo>
                  <a:lnTo>
                    <a:pt x="35" y="1706"/>
                  </a:lnTo>
                  <a:lnTo>
                    <a:pt x="99" y="1653"/>
                  </a:lnTo>
                  <a:lnTo>
                    <a:pt x="131" y="1626"/>
                  </a:lnTo>
                  <a:lnTo>
                    <a:pt x="169" y="1595"/>
                  </a:lnTo>
                  <a:lnTo>
                    <a:pt x="177" y="1541"/>
                  </a:lnTo>
                  <a:lnTo>
                    <a:pt x="180" y="1488"/>
                  </a:lnTo>
                  <a:lnTo>
                    <a:pt x="206" y="1421"/>
                  </a:lnTo>
                  <a:lnTo>
                    <a:pt x="272" y="1249"/>
                  </a:lnTo>
                  <a:lnTo>
                    <a:pt x="281" y="1240"/>
                  </a:lnTo>
                  <a:lnTo>
                    <a:pt x="297" y="1230"/>
                  </a:lnTo>
                  <a:lnTo>
                    <a:pt x="461" y="1166"/>
                  </a:lnTo>
                  <a:lnTo>
                    <a:pt x="509" y="1147"/>
                  </a:lnTo>
                  <a:lnTo>
                    <a:pt x="643" y="1062"/>
                  </a:lnTo>
                  <a:lnTo>
                    <a:pt x="642" y="1036"/>
                  </a:lnTo>
                  <a:lnTo>
                    <a:pt x="643" y="1007"/>
                  </a:lnTo>
                  <a:lnTo>
                    <a:pt x="652" y="955"/>
                  </a:lnTo>
                  <a:lnTo>
                    <a:pt x="668" y="909"/>
                  </a:lnTo>
                  <a:lnTo>
                    <a:pt x="680" y="877"/>
                  </a:lnTo>
                  <a:lnTo>
                    <a:pt x="707" y="836"/>
                  </a:lnTo>
                  <a:lnTo>
                    <a:pt x="720" y="828"/>
                  </a:lnTo>
                  <a:lnTo>
                    <a:pt x="738" y="826"/>
                  </a:lnTo>
                  <a:lnTo>
                    <a:pt x="744" y="830"/>
                  </a:lnTo>
                  <a:lnTo>
                    <a:pt x="761" y="842"/>
                  </a:lnTo>
                  <a:lnTo>
                    <a:pt x="796" y="865"/>
                  </a:lnTo>
                  <a:lnTo>
                    <a:pt x="819" y="869"/>
                  </a:lnTo>
                  <a:lnTo>
                    <a:pt x="831" y="867"/>
                  </a:lnTo>
                  <a:lnTo>
                    <a:pt x="852" y="856"/>
                  </a:lnTo>
                  <a:lnTo>
                    <a:pt x="869" y="845"/>
                  </a:lnTo>
                  <a:lnTo>
                    <a:pt x="887" y="839"/>
                  </a:lnTo>
                  <a:lnTo>
                    <a:pt x="899" y="831"/>
                  </a:lnTo>
                  <a:lnTo>
                    <a:pt x="913" y="811"/>
                  </a:lnTo>
                  <a:lnTo>
                    <a:pt x="921" y="785"/>
                  </a:lnTo>
                  <a:lnTo>
                    <a:pt x="927" y="759"/>
                  </a:lnTo>
                  <a:lnTo>
                    <a:pt x="927" y="741"/>
                  </a:lnTo>
                  <a:lnTo>
                    <a:pt x="925" y="731"/>
                  </a:lnTo>
                  <a:lnTo>
                    <a:pt x="898" y="622"/>
                  </a:lnTo>
                  <a:lnTo>
                    <a:pt x="875" y="576"/>
                  </a:lnTo>
                  <a:lnTo>
                    <a:pt x="874" y="565"/>
                  </a:lnTo>
                  <a:lnTo>
                    <a:pt x="872" y="544"/>
                  </a:lnTo>
                  <a:lnTo>
                    <a:pt x="882" y="506"/>
                  </a:lnTo>
                  <a:lnTo>
                    <a:pt x="895" y="485"/>
                  </a:lnTo>
                  <a:lnTo>
                    <a:pt x="898" y="479"/>
                  </a:lnTo>
                  <a:lnTo>
                    <a:pt x="928" y="459"/>
                  </a:lnTo>
                  <a:lnTo>
                    <a:pt x="993" y="432"/>
                  </a:lnTo>
                  <a:lnTo>
                    <a:pt x="1099" y="381"/>
                  </a:lnTo>
                  <a:lnTo>
                    <a:pt x="1128" y="360"/>
                  </a:lnTo>
                  <a:lnTo>
                    <a:pt x="1146" y="346"/>
                  </a:lnTo>
                  <a:lnTo>
                    <a:pt x="1176" y="306"/>
                  </a:lnTo>
                  <a:lnTo>
                    <a:pt x="1310" y="150"/>
                  </a:lnTo>
                  <a:lnTo>
                    <a:pt x="1340" y="121"/>
                  </a:lnTo>
                  <a:lnTo>
                    <a:pt x="1382" y="68"/>
                  </a:lnTo>
                  <a:lnTo>
                    <a:pt x="1405" y="28"/>
                  </a:lnTo>
                  <a:lnTo>
                    <a:pt x="1408" y="23"/>
                  </a:lnTo>
                  <a:lnTo>
                    <a:pt x="1427" y="3"/>
                  </a:lnTo>
                  <a:lnTo>
                    <a:pt x="1435" y="0"/>
                  </a:lnTo>
                  <a:lnTo>
                    <a:pt x="1443" y="3"/>
                  </a:lnTo>
                  <a:lnTo>
                    <a:pt x="1451" y="9"/>
                  </a:lnTo>
                  <a:lnTo>
                    <a:pt x="1456" y="22"/>
                  </a:lnTo>
                  <a:lnTo>
                    <a:pt x="1457" y="29"/>
                  </a:lnTo>
                  <a:lnTo>
                    <a:pt x="1460" y="67"/>
                  </a:lnTo>
                  <a:lnTo>
                    <a:pt x="1472" y="91"/>
                  </a:lnTo>
                  <a:lnTo>
                    <a:pt x="1519" y="147"/>
                  </a:lnTo>
                  <a:lnTo>
                    <a:pt x="1538" y="166"/>
                  </a:lnTo>
                  <a:lnTo>
                    <a:pt x="1555" y="183"/>
                  </a:lnTo>
                  <a:lnTo>
                    <a:pt x="1586" y="205"/>
                  </a:lnTo>
                  <a:lnTo>
                    <a:pt x="1615" y="215"/>
                  </a:lnTo>
                  <a:lnTo>
                    <a:pt x="1633" y="235"/>
                  </a:lnTo>
                  <a:lnTo>
                    <a:pt x="1649" y="259"/>
                  </a:lnTo>
                  <a:lnTo>
                    <a:pt x="1655" y="269"/>
                  </a:lnTo>
                  <a:lnTo>
                    <a:pt x="1651" y="275"/>
                  </a:lnTo>
                  <a:lnTo>
                    <a:pt x="1588" y="31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9399087" y="1603835"/>
              <a:ext cx="614" cy="332"/>
            </a:xfrm>
            <a:custGeom>
              <a:avLst/>
              <a:pathLst>
                <a:path w="614" h="332">
                  <a:moveTo>
                    <a:pt x="275" y="98"/>
                  </a:moveTo>
                  <a:lnTo>
                    <a:pt x="286" y="101"/>
                  </a:lnTo>
                  <a:lnTo>
                    <a:pt x="296" y="100"/>
                  </a:lnTo>
                  <a:lnTo>
                    <a:pt x="306" y="97"/>
                  </a:lnTo>
                  <a:lnTo>
                    <a:pt x="328" y="86"/>
                  </a:lnTo>
                  <a:lnTo>
                    <a:pt x="337" y="80"/>
                  </a:lnTo>
                  <a:lnTo>
                    <a:pt x="346" y="75"/>
                  </a:lnTo>
                  <a:lnTo>
                    <a:pt x="357" y="76"/>
                  </a:lnTo>
                  <a:lnTo>
                    <a:pt x="374" y="77"/>
                  </a:lnTo>
                  <a:lnTo>
                    <a:pt x="410" y="88"/>
                  </a:lnTo>
                  <a:lnTo>
                    <a:pt x="420" y="92"/>
                  </a:lnTo>
                  <a:lnTo>
                    <a:pt x="429" y="97"/>
                  </a:lnTo>
                  <a:lnTo>
                    <a:pt x="440" y="100"/>
                  </a:lnTo>
                  <a:lnTo>
                    <a:pt x="469" y="105"/>
                  </a:lnTo>
                  <a:lnTo>
                    <a:pt x="493" y="111"/>
                  </a:lnTo>
                  <a:lnTo>
                    <a:pt x="502" y="115"/>
                  </a:lnTo>
                  <a:lnTo>
                    <a:pt x="507" y="123"/>
                  </a:lnTo>
                  <a:lnTo>
                    <a:pt x="511" y="131"/>
                  </a:lnTo>
                  <a:lnTo>
                    <a:pt x="517" y="138"/>
                  </a:lnTo>
                  <a:lnTo>
                    <a:pt x="538" y="150"/>
                  </a:lnTo>
                  <a:lnTo>
                    <a:pt x="581" y="165"/>
                  </a:lnTo>
                  <a:lnTo>
                    <a:pt x="595" y="178"/>
                  </a:lnTo>
                  <a:lnTo>
                    <a:pt x="609" y="193"/>
                  </a:lnTo>
                  <a:lnTo>
                    <a:pt x="613" y="201"/>
                  </a:lnTo>
                  <a:lnTo>
                    <a:pt x="614" y="208"/>
                  </a:lnTo>
                  <a:lnTo>
                    <a:pt x="605" y="218"/>
                  </a:lnTo>
                  <a:lnTo>
                    <a:pt x="592" y="230"/>
                  </a:lnTo>
                  <a:lnTo>
                    <a:pt x="574" y="248"/>
                  </a:lnTo>
                  <a:lnTo>
                    <a:pt x="559" y="264"/>
                  </a:lnTo>
                  <a:lnTo>
                    <a:pt x="519" y="272"/>
                  </a:lnTo>
                  <a:lnTo>
                    <a:pt x="499" y="275"/>
                  </a:lnTo>
                  <a:lnTo>
                    <a:pt x="463" y="273"/>
                  </a:lnTo>
                  <a:lnTo>
                    <a:pt x="453" y="269"/>
                  </a:lnTo>
                  <a:lnTo>
                    <a:pt x="441" y="262"/>
                  </a:lnTo>
                  <a:lnTo>
                    <a:pt x="421" y="253"/>
                  </a:lnTo>
                  <a:lnTo>
                    <a:pt x="395" y="246"/>
                  </a:lnTo>
                  <a:lnTo>
                    <a:pt x="379" y="243"/>
                  </a:lnTo>
                  <a:lnTo>
                    <a:pt x="371" y="244"/>
                  </a:lnTo>
                  <a:lnTo>
                    <a:pt x="365" y="246"/>
                  </a:lnTo>
                  <a:lnTo>
                    <a:pt x="353" y="252"/>
                  </a:lnTo>
                  <a:lnTo>
                    <a:pt x="330" y="272"/>
                  </a:lnTo>
                  <a:lnTo>
                    <a:pt x="309" y="290"/>
                  </a:lnTo>
                  <a:lnTo>
                    <a:pt x="292" y="305"/>
                  </a:lnTo>
                  <a:lnTo>
                    <a:pt x="285" y="315"/>
                  </a:lnTo>
                  <a:lnTo>
                    <a:pt x="282" y="321"/>
                  </a:lnTo>
                  <a:lnTo>
                    <a:pt x="276" y="328"/>
                  </a:lnTo>
                  <a:lnTo>
                    <a:pt x="269" y="330"/>
                  </a:lnTo>
                  <a:lnTo>
                    <a:pt x="260" y="331"/>
                  </a:lnTo>
                  <a:lnTo>
                    <a:pt x="234" y="332"/>
                  </a:lnTo>
                  <a:lnTo>
                    <a:pt x="219" y="331"/>
                  </a:lnTo>
                  <a:lnTo>
                    <a:pt x="209" y="327"/>
                  </a:lnTo>
                  <a:lnTo>
                    <a:pt x="205" y="323"/>
                  </a:lnTo>
                  <a:lnTo>
                    <a:pt x="201" y="318"/>
                  </a:lnTo>
                  <a:lnTo>
                    <a:pt x="193" y="307"/>
                  </a:lnTo>
                  <a:lnTo>
                    <a:pt x="178" y="289"/>
                  </a:lnTo>
                  <a:lnTo>
                    <a:pt x="168" y="277"/>
                  </a:lnTo>
                  <a:lnTo>
                    <a:pt x="156" y="267"/>
                  </a:lnTo>
                  <a:lnTo>
                    <a:pt x="151" y="262"/>
                  </a:lnTo>
                  <a:lnTo>
                    <a:pt x="144" y="249"/>
                  </a:lnTo>
                  <a:lnTo>
                    <a:pt x="145" y="242"/>
                  </a:lnTo>
                  <a:lnTo>
                    <a:pt x="149" y="234"/>
                  </a:lnTo>
                  <a:lnTo>
                    <a:pt x="149" y="226"/>
                  </a:lnTo>
                  <a:lnTo>
                    <a:pt x="139" y="213"/>
                  </a:lnTo>
                  <a:lnTo>
                    <a:pt x="127" y="207"/>
                  </a:lnTo>
                  <a:lnTo>
                    <a:pt x="113" y="202"/>
                  </a:lnTo>
                  <a:lnTo>
                    <a:pt x="84" y="194"/>
                  </a:lnTo>
                  <a:lnTo>
                    <a:pt x="37" y="181"/>
                  </a:lnTo>
                  <a:lnTo>
                    <a:pt x="29" y="177"/>
                  </a:lnTo>
                  <a:lnTo>
                    <a:pt x="15" y="166"/>
                  </a:lnTo>
                  <a:lnTo>
                    <a:pt x="0" y="150"/>
                  </a:lnTo>
                  <a:lnTo>
                    <a:pt x="0" y="142"/>
                  </a:lnTo>
                  <a:lnTo>
                    <a:pt x="3" y="136"/>
                  </a:lnTo>
                  <a:lnTo>
                    <a:pt x="7" y="127"/>
                  </a:lnTo>
                  <a:lnTo>
                    <a:pt x="9" y="117"/>
                  </a:lnTo>
                  <a:lnTo>
                    <a:pt x="13" y="105"/>
                  </a:lnTo>
                  <a:lnTo>
                    <a:pt x="23" y="88"/>
                  </a:lnTo>
                  <a:lnTo>
                    <a:pt x="37" y="69"/>
                  </a:lnTo>
                  <a:lnTo>
                    <a:pt x="41" y="61"/>
                  </a:lnTo>
                  <a:lnTo>
                    <a:pt x="46" y="54"/>
                  </a:lnTo>
                  <a:lnTo>
                    <a:pt x="51" y="46"/>
                  </a:lnTo>
                  <a:lnTo>
                    <a:pt x="69" y="30"/>
                  </a:lnTo>
                  <a:lnTo>
                    <a:pt x="81" y="16"/>
                  </a:lnTo>
                  <a:lnTo>
                    <a:pt x="92" y="9"/>
                  </a:lnTo>
                  <a:lnTo>
                    <a:pt x="97" y="6"/>
                  </a:lnTo>
                  <a:lnTo>
                    <a:pt x="104" y="3"/>
                  </a:lnTo>
                  <a:lnTo>
                    <a:pt x="113" y="0"/>
                  </a:lnTo>
                  <a:lnTo>
                    <a:pt x="120" y="0"/>
                  </a:lnTo>
                  <a:lnTo>
                    <a:pt x="130" y="0"/>
                  </a:lnTo>
                  <a:lnTo>
                    <a:pt x="140" y="0"/>
                  </a:lnTo>
                  <a:lnTo>
                    <a:pt x="149" y="2"/>
                  </a:lnTo>
                  <a:lnTo>
                    <a:pt x="158" y="6"/>
                  </a:lnTo>
                  <a:lnTo>
                    <a:pt x="185" y="27"/>
                  </a:lnTo>
                  <a:lnTo>
                    <a:pt x="227" y="67"/>
                  </a:lnTo>
                  <a:lnTo>
                    <a:pt x="248" y="83"/>
                  </a:lnTo>
                  <a:lnTo>
                    <a:pt x="261" y="91"/>
                  </a:lnTo>
                  <a:lnTo>
                    <a:pt x="275" y="9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9428097" y="1598322"/>
              <a:ext cx="2138" cy="967"/>
            </a:xfrm>
            <a:custGeom>
              <a:avLst/>
              <a:pathLst>
                <a:path w="2138" h="967">
                  <a:moveTo>
                    <a:pt x="1962" y="595"/>
                  </a:moveTo>
                  <a:lnTo>
                    <a:pt x="1974" y="604"/>
                  </a:lnTo>
                  <a:lnTo>
                    <a:pt x="1978" y="607"/>
                  </a:lnTo>
                  <a:lnTo>
                    <a:pt x="1985" y="610"/>
                  </a:lnTo>
                  <a:lnTo>
                    <a:pt x="1991" y="611"/>
                  </a:lnTo>
                  <a:lnTo>
                    <a:pt x="1998" y="607"/>
                  </a:lnTo>
                  <a:lnTo>
                    <a:pt x="2005" y="605"/>
                  </a:lnTo>
                  <a:lnTo>
                    <a:pt x="2010" y="606"/>
                  </a:lnTo>
                  <a:lnTo>
                    <a:pt x="2038" y="614"/>
                  </a:lnTo>
                  <a:lnTo>
                    <a:pt x="2124" y="593"/>
                  </a:lnTo>
                  <a:lnTo>
                    <a:pt x="2136" y="591"/>
                  </a:lnTo>
                  <a:lnTo>
                    <a:pt x="2138" y="597"/>
                  </a:lnTo>
                  <a:lnTo>
                    <a:pt x="2138" y="606"/>
                  </a:lnTo>
                  <a:lnTo>
                    <a:pt x="2133" y="642"/>
                  </a:lnTo>
                  <a:lnTo>
                    <a:pt x="2130" y="671"/>
                  </a:lnTo>
                  <a:lnTo>
                    <a:pt x="2129" y="676"/>
                  </a:lnTo>
                  <a:lnTo>
                    <a:pt x="2125" y="683"/>
                  </a:lnTo>
                  <a:lnTo>
                    <a:pt x="2122" y="688"/>
                  </a:lnTo>
                  <a:lnTo>
                    <a:pt x="2117" y="695"/>
                  </a:lnTo>
                  <a:lnTo>
                    <a:pt x="2110" y="702"/>
                  </a:lnTo>
                  <a:lnTo>
                    <a:pt x="2098" y="711"/>
                  </a:lnTo>
                  <a:lnTo>
                    <a:pt x="2085" y="720"/>
                  </a:lnTo>
                  <a:lnTo>
                    <a:pt x="2072" y="727"/>
                  </a:lnTo>
                  <a:lnTo>
                    <a:pt x="2048" y="734"/>
                  </a:lnTo>
                  <a:lnTo>
                    <a:pt x="2013" y="743"/>
                  </a:lnTo>
                  <a:lnTo>
                    <a:pt x="2000" y="746"/>
                  </a:lnTo>
                  <a:lnTo>
                    <a:pt x="1994" y="745"/>
                  </a:lnTo>
                  <a:lnTo>
                    <a:pt x="1988" y="742"/>
                  </a:lnTo>
                  <a:lnTo>
                    <a:pt x="1982" y="738"/>
                  </a:lnTo>
                  <a:lnTo>
                    <a:pt x="1977" y="734"/>
                  </a:lnTo>
                  <a:lnTo>
                    <a:pt x="1973" y="731"/>
                  </a:lnTo>
                  <a:lnTo>
                    <a:pt x="1968" y="724"/>
                  </a:lnTo>
                  <a:lnTo>
                    <a:pt x="1965" y="719"/>
                  </a:lnTo>
                  <a:lnTo>
                    <a:pt x="1963" y="714"/>
                  </a:lnTo>
                  <a:lnTo>
                    <a:pt x="1961" y="708"/>
                  </a:lnTo>
                  <a:lnTo>
                    <a:pt x="1960" y="700"/>
                  </a:lnTo>
                  <a:lnTo>
                    <a:pt x="1960" y="693"/>
                  </a:lnTo>
                  <a:lnTo>
                    <a:pt x="1963" y="684"/>
                  </a:lnTo>
                  <a:lnTo>
                    <a:pt x="1970" y="671"/>
                  </a:lnTo>
                  <a:lnTo>
                    <a:pt x="1975" y="663"/>
                  </a:lnTo>
                  <a:lnTo>
                    <a:pt x="1981" y="655"/>
                  </a:lnTo>
                  <a:lnTo>
                    <a:pt x="1994" y="640"/>
                  </a:lnTo>
                  <a:lnTo>
                    <a:pt x="1992" y="632"/>
                  </a:lnTo>
                  <a:lnTo>
                    <a:pt x="1988" y="627"/>
                  </a:lnTo>
                  <a:lnTo>
                    <a:pt x="1980" y="621"/>
                  </a:lnTo>
                  <a:lnTo>
                    <a:pt x="1962" y="608"/>
                  </a:lnTo>
                  <a:lnTo>
                    <a:pt x="1952" y="602"/>
                  </a:lnTo>
                  <a:lnTo>
                    <a:pt x="1940" y="594"/>
                  </a:lnTo>
                  <a:lnTo>
                    <a:pt x="1934" y="592"/>
                  </a:lnTo>
                  <a:lnTo>
                    <a:pt x="1928" y="591"/>
                  </a:lnTo>
                  <a:lnTo>
                    <a:pt x="1922" y="592"/>
                  </a:lnTo>
                  <a:lnTo>
                    <a:pt x="1915" y="597"/>
                  </a:lnTo>
                  <a:lnTo>
                    <a:pt x="1912" y="601"/>
                  </a:lnTo>
                  <a:lnTo>
                    <a:pt x="1909" y="606"/>
                  </a:lnTo>
                  <a:lnTo>
                    <a:pt x="1906" y="616"/>
                  </a:lnTo>
                  <a:lnTo>
                    <a:pt x="1904" y="620"/>
                  </a:lnTo>
                  <a:lnTo>
                    <a:pt x="1899" y="625"/>
                  </a:lnTo>
                  <a:lnTo>
                    <a:pt x="1896" y="629"/>
                  </a:lnTo>
                  <a:lnTo>
                    <a:pt x="1881" y="642"/>
                  </a:lnTo>
                  <a:lnTo>
                    <a:pt x="1789" y="695"/>
                  </a:lnTo>
                  <a:lnTo>
                    <a:pt x="1743" y="698"/>
                  </a:lnTo>
                  <a:lnTo>
                    <a:pt x="1666" y="703"/>
                  </a:lnTo>
                  <a:lnTo>
                    <a:pt x="1621" y="694"/>
                  </a:lnTo>
                  <a:lnTo>
                    <a:pt x="1601" y="689"/>
                  </a:lnTo>
                  <a:lnTo>
                    <a:pt x="1587" y="687"/>
                  </a:lnTo>
                  <a:lnTo>
                    <a:pt x="1556" y="641"/>
                  </a:lnTo>
                  <a:lnTo>
                    <a:pt x="1551" y="627"/>
                  </a:lnTo>
                  <a:lnTo>
                    <a:pt x="1546" y="609"/>
                  </a:lnTo>
                  <a:lnTo>
                    <a:pt x="1543" y="595"/>
                  </a:lnTo>
                  <a:lnTo>
                    <a:pt x="1541" y="585"/>
                  </a:lnTo>
                  <a:lnTo>
                    <a:pt x="1535" y="578"/>
                  </a:lnTo>
                  <a:lnTo>
                    <a:pt x="1529" y="573"/>
                  </a:lnTo>
                  <a:lnTo>
                    <a:pt x="1522" y="570"/>
                  </a:lnTo>
                  <a:lnTo>
                    <a:pt x="1517" y="569"/>
                  </a:lnTo>
                  <a:lnTo>
                    <a:pt x="1512" y="568"/>
                  </a:lnTo>
                  <a:lnTo>
                    <a:pt x="1507" y="568"/>
                  </a:lnTo>
                  <a:lnTo>
                    <a:pt x="1502" y="568"/>
                  </a:lnTo>
                  <a:lnTo>
                    <a:pt x="1493" y="568"/>
                  </a:lnTo>
                  <a:lnTo>
                    <a:pt x="1462" y="570"/>
                  </a:lnTo>
                  <a:lnTo>
                    <a:pt x="1397" y="577"/>
                  </a:lnTo>
                  <a:lnTo>
                    <a:pt x="1377" y="579"/>
                  </a:lnTo>
                  <a:lnTo>
                    <a:pt x="1287" y="593"/>
                  </a:lnTo>
                  <a:lnTo>
                    <a:pt x="1190" y="611"/>
                  </a:lnTo>
                  <a:lnTo>
                    <a:pt x="1136" y="622"/>
                  </a:lnTo>
                  <a:lnTo>
                    <a:pt x="1089" y="631"/>
                  </a:lnTo>
                  <a:lnTo>
                    <a:pt x="986" y="650"/>
                  </a:lnTo>
                  <a:lnTo>
                    <a:pt x="929" y="660"/>
                  </a:lnTo>
                  <a:lnTo>
                    <a:pt x="898" y="666"/>
                  </a:lnTo>
                  <a:lnTo>
                    <a:pt x="864" y="671"/>
                  </a:lnTo>
                  <a:lnTo>
                    <a:pt x="665" y="702"/>
                  </a:lnTo>
                  <a:lnTo>
                    <a:pt x="517" y="724"/>
                  </a:lnTo>
                  <a:lnTo>
                    <a:pt x="451" y="733"/>
                  </a:lnTo>
                  <a:lnTo>
                    <a:pt x="400" y="884"/>
                  </a:lnTo>
                  <a:lnTo>
                    <a:pt x="396" y="895"/>
                  </a:lnTo>
                  <a:lnTo>
                    <a:pt x="379" y="899"/>
                  </a:lnTo>
                  <a:lnTo>
                    <a:pt x="274" y="926"/>
                  </a:lnTo>
                  <a:lnTo>
                    <a:pt x="236" y="956"/>
                  </a:lnTo>
                  <a:lnTo>
                    <a:pt x="168" y="966"/>
                  </a:lnTo>
                  <a:lnTo>
                    <a:pt x="162" y="967"/>
                  </a:lnTo>
                  <a:lnTo>
                    <a:pt x="156" y="962"/>
                  </a:lnTo>
                  <a:lnTo>
                    <a:pt x="154" y="956"/>
                  </a:lnTo>
                  <a:lnTo>
                    <a:pt x="152" y="946"/>
                  </a:lnTo>
                  <a:lnTo>
                    <a:pt x="138" y="924"/>
                  </a:lnTo>
                  <a:lnTo>
                    <a:pt x="134" y="919"/>
                  </a:lnTo>
                  <a:lnTo>
                    <a:pt x="131" y="916"/>
                  </a:lnTo>
                  <a:lnTo>
                    <a:pt x="127" y="913"/>
                  </a:lnTo>
                  <a:lnTo>
                    <a:pt x="109" y="904"/>
                  </a:lnTo>
                  <a:lnTo>
                    <a:pt x="70" y="886"/>
                  </a:lnTo>
                  <a:lnTo>
                    <a:pt x="66" y="883"/>
                  </a:lnTo>
                  <a:lnTo>
                    <a:pt x="58" y="878"/>
                  </a:lnTo>
                  <a:lnTo>
                    <a:pt x="52" y="874"/>
                  </a:lnTo>
                  <a:lnTo>
                    <a:pt x="46" y="871"/>
                  </a:lnTo>
                  <a:lnTo>
                    <a:pt x="40" y="869"/>
                  </a:lnTo>
                  <a:lnTo>
                    <a:pt x="33" y="866"/>
                  </a:lnTo>
                  <a:lnTo>
                    <a:pt x="29" y="864"/>
                  </a:lnTo>
                  <a:lnTo>
                    <a:pt x="25" y="862"/>
                  </a:lnTo>
                  <a:lnTo>
                    <a:pt x="21" y="859"/>
                  </a:lnTo>
                  <a:lnTo>
                    <a:pt x="15" y="855"/>
                  </a:lnTo>
                  <a:lnTo>
                    <a:pt x="9" y="850"/>
                  </a:lnTo>
                  <a:lnTo>
                    <a:pt x="5" y="846"/>
                  </a:lnTo>
                  <a:lnTo>
                    <a:pt x="2" y="841"/>
                  </a:lnTo>
                  <a:lnTo>
                    <a:pt x="1" y="833"/>
                  </a:lnTo>
                  <a:lnTo>
                    <a:pt x="0" y="821"/>
                  </a:lnTo>
                  <a:lnTo>
                    <a:pt x="0" y="815"/>
                  </a:lnTo>
                  <a:lnTo>
                    <a:pt x="1" y="809"/>
                  </a:lnTo>
                  <a:lnTo>
                    <a:pt x="4" y="800"/>
                  </a:lnTo>
                  <a:lnTo>
                    <a:pt x="8" y="791"/>
                  </a:lnTo>
                  <a:lnTo>
                    <a:pt x="104" y="680"/>
                  </a:lnTo>
                  <a:lnTo>
                    <a:pt x="119" y="662"/>
                  </a:lnTo>
                  <a:lnTo>
                    <a:pt x="164" y="618"/>
                  </a:lnTo>
                  <a:lnTo>
                    <a:pt x="218" y="564"/>
                  </a:lnTo>
                  <a:lnTo>
                    <a:pt x="220" y="557"/>
                  </a:lnTo>
                  <a:lnTo>
                    <a:pt x="248" y="471"/>
                  </a:lnTo>
                  <a:lnTo>
                    <a:pt x="335" y="398"/>
                  </a:lnTo>
                  <a:lnTo>
                    <a:pt x="342" y="394"/>
                  </a:lnTo>
                  <a:lnTo>
                    <a:pt x="354" y="384"/>
                  </a:lnTo>
                  <a:lnTo>
                    <a:pt x="360" y="378"/>
                  </a:lnTo>
                  <a:lnTo>
                    <a:pt x="366" y="375"/>
                  </a:lnTo>
                  <a:lnTo>
                    <a:pt x="372" y="372"/>
                  </a:lnTo>
                  <a:lnTo>
                    <a:pt x="377" y="369"/>
                  </a:lnTo>
                  <a:lnTo>
                    <a:pt x="391" y="358"/>
                  </a:lnTo>
                  <a:lnTo>
                    <a:pt x="395" y="354"/>
                  </a:lnTo>
                  <a:lnTo>
                    <a:pt x="402" y="350"/>
                  </a:lnTo>
                  <a:lnTo>
                    <a:pt x="409" y="347"/>
                  </a:lnTo>
                  <a:lnTo>
                    <a:pt x="414" y="346"/>
                  </a:lnTo>
                  <a:lnTo>
                    <a:pt x="419" y="345"/>
                  </a:lnTo>
                  <a:lnTo>
                    <a:pt x="426" y="342"/>
                  </a:lnTo>
                  <a:lnTo>
                    <a:pt x="431" y="340"/>
                  </a:lnTo>
                  <a:lnTo>
                    <a:pt x="439" y="336"/>
                  </a:lnTo>
                  <a:lnTo>
                    <a:pt x="443" y="334"/>
                  </a:lnTo>
                  <a:lnTo>
                    <a:pt x="449" y="332"/>
                  </a:lnTo>
                  <a:lnTo>
                    <a:pt x="453" y="331"/>
                  </a:lnTo>
                  <a:lnTo>
                    <a:pt x="479" y="320"/>
                  </a:lnTo>
                  <a:lnTo>
                    <a:pt x="520" y="302"/>
                  </a:lnTo>
                  <a:lnTo>
                    <a:pt x="703" y="222"/>
                  </a:lnTo>
                  <a:lnTo>
                    <a:pt x="750" y="202"/>
                  </a:lnTo>
                  <a:lnTo>
                    <a:pt x="773" y="192"/>
                  </a:lnTo>
                  <a:lnTo>
                    <a:pt x="798" y="181"/>
                  </a:lnTo>
                  <a:lnTo>
                    <a:pt x="1094" y="24"/>
                  </a:lnTo>
                  <a:lnTo>
                    <a:pt x="1112" y="14"/>
                  </a:lnTo>
                  <a:lnTo>
                    <a:pt x="1156" y="9"/>
                  </a:lnTo>
                  <a:lnTo>
                    <a:pt x="1172" y="7"/>
                  </a:lnTo>
                  <a:lnTo>
                    <a:pt x="1205" y="3"/>
                  </a:lnTo>
                  <a:lnTo>
                    <a:pt x="1220" y="1"/>
                  </a:lnTo>
                  <a:lnTo>
                    <a:pt x="1237" y="0"/>
                  </a:lnTo>
                  <a:lnTo>
                    <a:pt x="1397" y="24"/>
                  </a:lnTo>
                  <a:lnTo>
                    <a:pt x="1421" y="35"/>
                  </a:lnTo>
                  <a:lnTo>
                    <a:pt x="1475" y="59"/>
                  </a:lnTo>
                  <a:lnTo>
                    <a:pt x="1533" y="84"/>
                  </a:lnTo>
                  <a:lnTo>
                    <a:pt x="1607" y="118"/>
                  </a:lnTo>
                  <a:lnTo>
                    <a:pt x="1605" y="127"/>
                  </a:lnTo>
                  <a:lnTo>
                    <a:pt x="1642" y="196"/>
                  </a:lnTo>
                  <a:lnTo>
                    <a:pt x="1647" y="206"/>
                  </a:lnTo>
                  <a:lnTo>
                    <a:pt x="1662" y="235"/>
                  </a:lnTo>
                  <a:lnTo>
                    <a:pt x="1753" y="311"/>
                  </a:lnTo>
                  <a:lnTo>
                    <a:pt x="1767" y="322"/>
                  </a:lnTo>
                  <a:lnTo>
                    <a:pt x="1771" y="326"/>
                  </a:lnTo>
                  <a:lnTo>
                    <a:pt x="1828" y="379"/>
                  </a:lnTo>
                  <a:lnTo>
                    <a:pt x="1827" y="405"/>
                  </a:lnTo>
                  <a:lnTo>
                    <a:pt x="1826" y="424"/>
                  </a:lnTo>
                  <a:lnTo>
                    <a:pt x="1825" y="447"/>
                  </a:lnTo>
                  <a:lnTo>
                    <a:pt x="1870" y="482"/>
                  </a:lnTo>
                  <a:lnTo>
                    <a:pt x="1907" y="511"/>
                  </a:lnTo>
                  <a:lnTo>
                    <a:pt x="1911" y="516"/>
                  </a:lnTo>
                  <a:lnTo>
                    <a:pt x="1924" y="536"/>
                  </a:lnTo>
                  <a:lnTo>
                    <a:pt x="1930" y="543"/>
                  </a:lnTo>
                  <a:lnTo>
                    <a:pt x="1939" y="551"/>
                  </a:lnTo>
                  <a:lnTo>
                    <a:pt x="1946" y="557"/>
                  </a:lnTo>
                  <a:lnTo>
                    <a:pt x="1952" y="563"/>
                  </a:lnTo>
                  <a:lnTo>
                    <a:pt x="1951" y="569"/>
                  </a:lnTo>
                  <a:lnTo>
                    <a:pt x="1943" y="575"/>
                  </a:lnTo>
                  <a:lnTo>
                    <a:pt x="1947" y="584"/>
                  </a:lnTo>
                  <a:lnTo>
                    <a:pt x="1952" y="588"/>
                  </a:lnTo>
                  <a:lnTo>
                    <a:pt x="1962" y="59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9432274" y="1596799"/>
              <a:ext cx="846" cy="506"/>
            </a:xfrm>
            <a:custGeom>
              <a:avLst/>
              <a:pathLst>
                <a:path w="846" h="506">
                  <a:moveTo>
                    <a:pt x="707" y="52"/>
                  </a:moveTo>
                  <a:lnTo>
                    <a:pt x="700" y="58"/>
                  </a:lnTo>
                  <a:lnTo>
                    <a:pt x="689" y="66"/>
                  </a:lnTo>
                  <a:lnTo>
                    <a:pt x="679" y="71"/>
                  </a:lnTo>
                  <a:lnTo>
                    <a:pt x="667" y="76"/>
                  </a:lnTo>
                  <a:lnTo>
                    <a:pt x="660" y="79"/>
                  </a:lnTo>
                  <a:lnTo>
                    <a:pt x="655" y="83"/>
                  </a:lnTo>
                  <a:lnTo>
                    <a:pt x="652" y="90"/>
                  </a:lnTo>
                  <a:lnTo>
                    <a:pt x="648" y="98"/>
                  </a:lnTo>
                  <a:lnTo>
                    <a:pt x="643" y="112"/>
                  </a:lnTo>
                  <a:lnTo>
                    <a:pt x="641" y="120"/>
                  </a:lnTo>
                  <a:lnTo>
                    <a:pt x="639" y="128"/>
                  </a:lnTo>
                  <a:lnTo>
                    <a:pt x="638" y="136"/>
                  </a:lnTo>
                  <a:lnTo>
                    <a:pt x="637" y="144"/>
                  </a:lnTo>
                  <a:lnTo>
                    <a:pt x="640" y="150"/>
                  </a:lnTo>
                  <a:lnTo>
                    <a:pt x="645" y="157"/>
                  </a:lnTo>
                  <a:lnTo>
                    <a:pt x="648" y="166"/>
                  </a:lnTo>
                  <a:lnTo>
                    <a:pt x="650" y="173"/>
                  </a:lnTo>
                  <a:lnTo>
                    <a:pt x="649" y="179"/>
                  </a:lnTo>
                  <a:lnTo>
                    <a:pt x="647" y="184"/>
                  </a:lnTo>
                  <a:lnTo>
                    <a:pt x="644" y="188"/>
                  </a:lnTo>
                  <a:lnTo>
                    <a:pt x="640" y="195"/>
                  </a:lnTo>
                  <a:lnTo>
                    <a:pt x="636" y="202"/>
                  </a:lnTo>
                  <a:lnTo>
                    <a:pt x="630" y="207"/>
                  </a:lnTo>
                  <a:lnTo>
                    <a:pt x="626" y="212"/>
                  </a:lnTo>
                  <a:lnTo>
                    <a:pt x="622" y="219"/>
                  </a:lnTo>
                  <a:lnTo>
                    <a:pt x="618" y="225"/>
                  </a:lnTo>
                  <a:lnTo>
                    <a:pt x="616" y="230"/>
                  </a:lnTo>
                  <a:lnTo>
                    <a:pt x="618" y="237"/>
                  </a:lnTo>
                  <a:lnTo>
                    <a:pt x="636" y="256"/>
                  </a:lnTo>
                  <a:lnTo>
                    <a:pt x="644" y="264"/>
                  </a:lnTo>
                  <a:lnTo>
                    <a:pt x="661" y="271"/>
                  </a:lnTo>
                  <a:lnTo>
                    <a:pt x="667" y="286"/>
                  </a:lnTo>
                  <a:lnTo>
                    <a:pt x="672" y="298"/>
                  </a:lnTo>
                  <a:lnTo>
                    <a:pt x="673" y="319"/>
                  </a:lnTo>
                  <a:lnTo>
                    <a:pt x="674" y="330"/>
                  </a:lnTo>
                  <a:lnTo>
                    <a:pt x="675" y="341"/>
                  </a:lnTo>
                  <a:lnTo>
                    <a:pt x="685" y="344"/>
                  </a:lnTo>
                  <a:lnTo>
                    <a:pt x="707" y="351"/>
                  </a:lnTo>
                  <a:lnTo>
                    <a:pt x="722" y="356"/>
                  </a:lnTo>
                  <a:lnTo>
                    <a:pt x="757" y="370"/>
                  </a:lnTo>
                  <a:lnTo>
                    <a:pt x="813" y="411"/>
                  </a:lnTo>
                  <a:lnTo>
                    <a:pt x="830" y="425"/>
                  </a:lnTo>
                  <a:lnTo>
                    <a:pt x="846" y="480"/>
                  </a:lnTo>
                  <a:lnTo>
                    <a:pt x="846" y="488"/>
                  </a:lnTo>
                  <a:lnTo>
                    <a:pt x="841" y="496"/>
                  </a:lnTo>
                  <a:lnTo>
                    <a:pt x="821" y="506"/>
                  </a:lnTo>
                  <a:lnTo>
                    <a:pt x="778" y="505"/>
                  </a:lnTo>
                  <a:lnTo>
                    <a:pt x="767" y="504"/>
                  </a:lnTo>
                  <a:lnTo>
                    <a:pt x="732" y="486"/>
                  </a:lnTo>
                  <a:lnTo>
                    <a:pt x="723" y="478"/>
                  </a:lnTo>
                  <a:lnTo>
                    <a:pt x="680" y="439"/>
                  </a:lnTo>
                  <a:lnTo>
                    <a:pt x="671" y="428"/>
                  </a:lnTo>
                  <a:lnTo>
                    <a:pt x="626" y="354"/>
                  </a:lnTo>
                  <a:lnTo>
                    <a:pt x="625" y="349"/>
                  </a:lnTo>
                  <a:lnTo>
                    <a:pt x="574" y="315"/>
                  </a:lnTo>
                  <a:lnTo>
                    <a:pt x="536" y="287"/>
                  </a:lnTo>
                  <a:lnTo>
                    <a:pt x="507" y="273"/>
                  </a:lnTo>
                  <a:lnTo>
                    <a:pt x="466" y="265"/>
                  </a:lnTo>
                  <a:lnTo>
                    <a:pt x="434" y="265"/>
                  </a:lnTo>
                  <a:lnTo>
                    <a:pt x="397" y="269"/>
                  </a:lnTo>
                  <a:lnTo>
                    <a:pt x="371" y="276"/>
                  </a:lnTo>
                  <a:lnTo>
                    <a:pt x="369" y="286"/>
                  </a:lnTo>
                  <a:lnTo>
                    <a:pt x="368" y="293"/>
                  </a:lnTo>
                  <a:lnTo>
                    <a:pt x="368" y="304"/>
                  </a:lnTo>
                  <a:lnTo>
                    <a:pt x="369" y="314"/>
                  </a:lnTo>
                  <a:lnTo>
                    <a:pt x="374" y="318"/>
                  </a:lnTo>
                  <a:lnTo>
                    <a:pt x="379" y="319"/>
                  </a:lnTo>
                  <a:lnTo>
                    <a:pt x="384" y="320"/>
                  </a:lnTo>
                  <a:lnTo>
                    <a:pt x="389" y="324"/>
                  </a:lnTo>
                  <a:lnTo>
                    <a:pt x="390" y="332"/>
                  </a:lnTo>
                  <a:lnTo>
                    <a:pt x="388" y="339"/>
                  </a:lnTo>
                  <a:lnTo>
                    <a:pt x="384" y="345"/>
                  </a:lnTo>
                  <a:lnTo>
                    <a:pt x="348" y="372"/>
                  </a:lnTo>
                  <a:lnTo>
                    <a:pt x="342" y="376"/>
                  </a:lnTo>
                  <a:lnTo>
                    <a:pt x="336" y="377"/>
                  </a:lnTo>
                  <a:lnTo>
                    <a:pt x="331" y="378"/>
                  </a:lnTo>
                  <a:lnTo>
                    <a:pt x="326" y="378"/>
                  </a:lnTo>
                  <a:lnTo>
                    <a:pt x="321" y="377"/>
                  </a:lnTo>
                  <a:lnTo>
                    <a:pt x="315" y="376"/>
                  </a:lnTo>
                  <a:lnTo>
                    <a:pt x="309" y="374"/>
                  </a:lnTo>
                  <a:lnTo>
                    <a:pt x="303" y="323"/>
                  </a:lnTo>
                  <a:lnTo>
                    <a:pt x="302" y="316"/>
                  </a:lnTo>
                  <a:lnTo>
                    <a:pt x="300" y="308"/>
                  </a:lnTo>
                  <a:lnTo>
                    <a:pt x="297" y="300"/>
                  </a:lnTo>
                  <a:lnTo>
                    <a:pt x="290" y="296"/>
                  </a:lnTo>
                  <a:lnTo>
                    <a:pt x="283" y="294"/>
                  </a:lnTo>
                  <a:lnTo>
                    <a:pt x="278" y="294"/>
                  </a:lnTo>
                  <a:lnTo>
                    <a:pt x="272" y="293"/>
                  </a:lnTo>
                  <a:lnTo>
                    <a:pt x="264" y="293"/>
                  </a:lnTo>
                  <a:lnTo>
                    <a:pt x="259" y="293"/>
                  </a:lnTo>
                  <a:lnTo>
                    <a:pt x="254" y="293"/>
                  </a:lnTo>
                  <a:lnTo>
                    <a:pt x="249" y="294"/>
                  </a:lnTo>
                  <a:lnTo>
                    <a:pt x="244" y="294"/>
                  </a:lnTo>
                  <a:lnTo>
                    <a:pt x="240" y="295"/>
                  </a:lnTo>
                  <a:lnTo>
                    <a:pt x="234" y="296"/>
                  </a:lnTo>
                  <a:lnTo>
                    <a:pt x="226" y="298"/>
                  </a:lnTo>
                  <a:lnTo>
                    <a:pt x="219" y="302"/>
                  </a:lnTo>
                  <a:lnTo>
                    <a:pt x="198" y="334"/>
                  </a:lnTo>
                  <a:lnTo>
                    <a:pt x="186" y="353"/>
                  </a:lnTo>
                  <a:lnTo>
                    <a:pt x="188" y="360"/>
                  </a:lnTo>
                  <a:lnTo>
                    <a:pt x="192" y="367"/>
                  </a:lnTo>
                  <a:lnTo>
                    <a:pt x="193" y="373"/>
                  </a:lnTo>
                  <a:lnTo>
                    <a:pt x="192" y="379"/>
                  </a:lnTo>
                  <a:lnTo>
                    <a:pt x="189" y="385"/>
                  </a:lnTo>
                  <a:lnTo>
                    <a:pt x="185" y="388"/>
                  </a:lnTo>
                  <a:lnTo>
                    <a:pt x="181" y="391"/>
                  </a:lnTo>
                  <a:lnTo>
                    <a:pt x="176" y="393"/>
                  </a:lnTo>
                  <a:lnTo>
                    <a:pt x="171" y="391"/>
                  </a:lnTo>
                  <a:lnTo>
                    <a:pt x="166" y="388"/>
                  </a:lnTo>
                  <a:lnTo>
                    <a:pt x="90" y="338"/>
                  </a:lnTo>
                  <a:lnTo>
                    <a:pt x="82" y="335"/>
                  </a:lnTo>
                  <a:lnTo>
                    <a:pt x="62" y="328"/>
                  </a:lnTo>
                  <a:lnTo>
                    <a:pt x="52" y="324"/>
                  </a:lnTo>
                  <a:lnTo>
                    <a:pt x="37" y="314"/>
                  </a:lnTo>
                  <a:lnTo>
                    <a:pt x="26" y="305"/>
                  </a:lnTo>
                  <a:lnTo>
                    <a:pt x="14" y="293"/>
                  </a:lnTo>
                  <a:lnTo>
                    <a:pt x="2" y="278"/>
                  </a:lnTo>
                  <a:lnTo>
                    <a:pt x="0" y="266"/>
                  </a:lnTo>
                  <a:lnTo>
                    <a:pt x="1" y="247"/>
                  </a:lnTo>
                  <a:lnTo>
                    <a:pt x="9" y="229"/>
                  </a:lnTo>
                  <a:lnTo>
                    <a:pt x="23" y="208"/>
                  </a:lnTo>
                  <a:lnTo>
                    <a:pt x="31" y="198"/>
                  </a:lnTo>
                  <a:lnTo>
                    <a:pt x="94" y="170"/>
                  </a:lnTo>
                  <a:lnTo>
                    <a:pt x="107" y="164"/>
                  </a:lnTo>
                  <a:lnTo>
                    <a:pt x="131" y="153"/>
                  </a:lnTo>
                  <a:lnTo>
                    <a:pt x="186" y="128"/>
                  </a:lnTo>
                  <a:lnTo>
                    <a:pt x="225" y="111"/>
                  </a:lnTo>
                  <a:lnTo>
                    <a:pt x="235" y="106"/>
                  </a:lnTo>
                  <a:lnTo>
                    <a:pt x="238" y="100"/>
                  </a:lnTo>
                  <a:lnTo>
                    <a:pt x="241" y="89"/>
                  </a:lnTo>
                  <a:lnTo>
                    <a:pt x="243" y="80"/>
                  </a:lnTo>
                  <a:lnTo>
                    <a:pt x="248" y="72"/>
                  </a:lnTo>
                  <a:lnTo>
                    <a:pt x="253" y="67"/>
                  </a:lnTo>
                  <a:lnTo>
                    <a:pt x="257" y="64"/>
                  </a:lnTo>
                  <a:lnTo>
                    <a:pt x="262" y="62"/>
                  </a:lnTo>
                  <a:lnTo>
                    <a:pt x="267" y="61"/>
                  </a:lnTo>
                  <a:lnTo>
                    <a:pt x="273" y="60"/>
                  </a:lnTo>
                  <a:lnTo>
                    <a:pt x="286" y="61"/>
                  </a:lnTo>
                  <a:lnTo>
                    <a:pt x="296" y="63"/>
                  </a:lnTo>
                  <a:lnTo>
                    <a:pt x="308" y="66"/>
                  </a:lnTo>
                  <a:lnTo>
                    <a:pt x="312" y="68"/>
                  </a:lnTo>
                  <a:lnTo>
                    <a:pt x="324" y="71"/>
                  </a:lnTo>
                  <a:lnTo>
                    <a:pt x="337" y="73"/>
                  </a:lnTo>
                  <a:lnTo>
                    <a:pt x="351" y="73"/>
                  </a:lnTo>
                  <a:lnTo>
                    <a:pt x="357" y="71"/>
                  </a:lnTo>
                  <a:lnTo>
                    <a:pt x="371" y="66"/>
                  </a:lnTo>
                  <a:lnTo>
                    <a:pt x="383" y="63"/>
                  </a:lnTo>
                  <a:lnTo>
                    <a:pt x="396" y="57"/>
                  </a:lnTo>
                  <a:lnTo>
                    <a:pt x="405" y="52"/>
                  </a:lnTo>
                  <a:lnTo>
                    <a:pt x="415" y="44"/>
                  </a:lnTo>
                  <a:lnTo>
                    <a:pt x="420" y="37"/>
                  </a:lnTo>
                  <a:lnTo>
                    <a:pt x="425" y="24"/>
                  </a:lnTo>
                  <a:lnTo>
                    <a:pt x="430" y="19"/>
                  </a:lnTo>
                  <a:lnTo>
                    <a:pt x="471" y="8"/>
                  </a:lnTo>
                  <a:lnTo>
                    <a:pt x="506" y="1"/>
                  </a:lnTo>
                  <a:lnTo>
                    <a:pt x="515" y="0"/>
                  </a:lnTo>
                  <a:lnTo>
                    <a:pt x="520" y="9"/>
                  </a:lnTo>
                  <a:lnTo>
                    <a:pt x="525" y="30"/>
                  </a:lnTo>
                  <a:lnTo>
                    <a:pt x="557" y="30"/>
                  </a:lnTo>
                  <a:lnTo>
                    <a:pt x="574" y="30"/>
                  </a:lnTo>
                  <a:lnTo>
                    <a:pt x="594" y="33"/>
                  </a:lnTo>
                  <a:lnTo>
                    <a:pt x="608" y="36"/>
                  </a:lnTo>
                  <a:lnTo>
                    <a:pt x="614" y="35"/>
                  </a:lnTo>
                  <a:lnTo>
                    <a:pt x="620" y="32"/>
                  </a:lnTo>
                  <a:lnTo>
                    <a:pt x="624" y="28"/>
                  </a:lnTo>
                  <a:lnTo>
                    <a:pt x="628" y="24"/>
                  </a:lnTo>
                  <a:lnTo>
                    <a:pt x="634" y="18"/>
                  </a:lnTo>
                  <a:lnTo>
                    <a:pt x="640" y="13"/>
                  </a:lnTo>
                  <a:lnTo>
                    <a:pt x="651" y="9"/>
                  </a:lnTo>
                  <a:lnTo>
                    <a:pt x="661" y="7"/>
                  </a:lnTo>
                  <a:lnTo>
                    <a:pt x="670" y="8"/>
                  </a:lnTo>
                  <a:lnTo>
                    <a:pt x="681" y="10"/>
                  </a:lnTo>
                  <a:lnTo>
                    <a:pt x="688" y="12"/>
                  </a:lnTo>
                  <a:lnTo>
                    <a:pt x="703" y="17"/>
                  </a:lnTo>
                  <a:lnTo>
                    <a:pt x="712" y="23"/>
                  </a:lnTo>
                  <a:lnTo>
                    <a:pt x="714" y="29"/>
                  </a:lnTo>
                  <a:lnTo>
                    <a:pt x="712" y="38"/>
                  </a:lnTo>
                  <a:lnTo>
                    <a:pt x="710" y="44"/>
                  </a:lnTo>
                  <a:lnTo>
                    <a:pt x="707" y="5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9455057" y="1594038"/>
              <a:ext cx="604" cy="667"/>
            </a:xfrm>
            <a:custGeom>
              <a:avLst/>
              <a:pathLst>
                <a:path w="604" h="667">
                  <a:moveTo>
                    <a:pt x="74" y="272"/>
                  </a:moveTo>
                  <a:lnTo>
                    <a:pt x="388" y="657"/>
                  </a:lnTo>
                  <a:lnTo>
                    <a:pt x="562" y="667"/>
                  </a:lnTo>
                  <a:lnTo>
                    <a:pt x="604" y="601"/>
                  </a:lnTo>
                  <a:lnTo>
                    <a:pt x="513" y="385"/>
                  </a:lnTo>
                  <a:lnTo>
                    <a:pt x="223" y="37"/>
                  </a:lnTo>
                  <a:lnTo>
                    <a:pt x="91" y="0"/>
                  </a:lnTo>
                  <a:lnTo>
                    <a:pt x="8" y="28"/>
                  </a:lnTo>
                  <a:lnTo>
                    <a:pt x="0" y="150"/>
                  </a:lnTo>
                  <a:lnTo>
                    <a:pt x="74" y="27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9295862" y="1567179"/>
              <a:ext cx="312" cy="587"/>
            </a:xfrm>
            <a:custGeom>
              <a:avLst/>
              <a:pathLst>
                <a:path w="312" h="587">
                  <a:moveTo>
                    <a:pt x="51" y="587"/>
                  </a:moveTo>
                  <a:lnTo>
                    <a:pt x="41" y="587"/>
                  </a:lnTo>
                  <a:lnTo>
                    <a:pt x="19" y="575"/>
                  </a:lnTo>
                  <a:lnTo>
                    <a:pt x="1" y="543"/>
                  </a:lnTo>
                  <a:lnTo>
                    <a:pt x="0" y="454"/>
                  </a:lnTo>
                  <a:lnTo>
                    <a:pt x="91" y="194"/>
                  </a:lnTo>
                  <a:lnTo>
                    <a:pt x="109" y="145"/>
                  </a:lnTo>
                  <a:lnTo>
                    <a:pt x="143" y="87"/>
                  </a:lnTo>
                  <a:lnTo>
                    <a:pt x="152" y="54"/>
                  </a:lnTo>
                  <a:lnTo>
                    <a:pt x="204" y="0"/>
                  </a:lnTo>
                  <a:lnTo>
                    <a:pt x="256" y="83"/>
                  </a:lnTo>
                  <a:lnTo>
                    <a:pt x="274" y="154"/>
                  </a:lnTo>
                  <a:lnTo>
                    <a:pt x="289" y="226"/>
                  </a:lnTo>
                  <a:lnTo>
                    <a:pt x="312" y="387"/>
                  </a:lnTo>
                  <a:lnTo>
                    <a:pt x="223" y="536"/>
                  </a:lnTo>
                  <a:lnTo>
                    <a:pt x="201" y="557"/>
                  </a:lnTo>
                  <a:lnTo>
                    <a:pt x="51" y="58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9453286" y="1590319"/>
              <a:ext cx="678" cy="750"/>
            </a:xfrm>
            <a:custGeom>
              <a:avLst/>
              <a:pathLst>
                <a:path w="678" h="750">
                  <a:moveTo>
                    <a:pt x="355" y="83"/>
                  </a:moveTo>
                  <a:lnTo>
                    <a:pt x="57" y="308"/>
                  </a:lnTo>
                  <a:lnTo>
                    <a:pt x="0" y="496"/>
                  </a:lnTo>
                  <a:lnTo>
                    <a:pt x="8" y="656"/>
                  </a:lnTo>
                  <a:lnTo>
                    <a:pt x="91" y="750"/>
                  </a:lnTo>
                  <a:lnTo>
                    <a:pt x="273" y="712"/>
                  </a:lnTo>
                  <a:lnTo>
                    <a:pt x="587" y="355"/>
                  </a:lnTo>
                  <a:lnTo>
                    <a:pt x="678" y="129"/>
                  </a:lnTo>
                  <a:lnTo>
                    <a:pt x="662" y="36"/>
                  </a:lnTo>
                  <a:lnTo>
                    <a:pt x="547" y="0"/>
                  </a:lnTo>
                  <a:lnTo>
                    <a:pt x="355" y="8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9454411" y="1589481"/>
              <a:ext cx="361" cy="315"/>
            </a:xfrm>
            <a:custGeom>
              <a:avLst/>
              <a:pathLst>
                <a:path w="361" h="315">
                  <a:moveTo>
                    <a:pt x="0" y="262"/>
                  </a:moveTo>
                  <a:lnTo>
                    <a:pt x="26" y="315"/>
                  </a:lnTo>
                  <a:lnTo>
                    <a:pt x="128" y="315"/>
                  </a:lnTo>
                  <a:lnTo>
                    <a:pt x="252" y="265"/>
                  </a:lnTo>
                  <a:lnTo>
                    <a:pt x="313" y="210"/>
                  </a:lnTo>
                  <a:lnTo>
                    <a:pt x="361" y="121"/>
                  </a:lnTo>
                  <a:lnTo>
                    <a:pt x="323" y="49"/>
                  </a:lnTo>
                  <a:lnTo>
                    <a:pt x="272" y="22"/>
                  </a:lnTo>
                  <a:lnTo>
                    <a:pt x="199" y="0"/>
                  </a:lnTo>
                  <a:lnTo>
                    <a:pt x="109" y="13"/>
                  </a:lnTo>
                  <a:lnTo>
                    <a:pt x="45" y="60"/>
                  </a:lnTo>
                  <a:lnTo>
                    <a:pt x="6" y="138"/>
                  </a:lnTo>
                  <a:lnTo>
                    <a:pt x="0" y="26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9455957" y="1589527"/>
              <a:ext cx="14" cy="9"/>
            </a:xfrm>
            <a:custGeom>
              <a:avLst/>
              <a:pathLst>
                <a:path w="14" h="9">
                  <a:moveTo>
                    <a:pt x="8" y="7"/>
                  </a:moveTo>
                  <a:lnTo>
                    <a:pt x="0" y="9"/>
                  </a:lnTo>
                  <a:lnTo>
                    <a:pt x="14" y="0"/>
                  </a:lnTo>
                  <a:lnTo>
                    <a:pt x="8" y="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9452696" y="1587431"/>
              <a:ext cx="2704" cy="2836"/>
            </a:xfrm>
            <a:custGeom>
              <a:avLst/>
              <a:pathLst>
                <a:path w="2704" h="2836">
                  <a:moveTo>
                    <a:pt x="1158" y="1009"/>
                  </a:moveTo>
                  <a:lnTo>
                    <a:pt x="1144" y="1016"/>
                  </a:lnTo>
                  <a:lnTo>
                    <a:pt x="1121" y="1020"/>
                  </a:lnTo>
                  <a:lnTo>
                    <a:pt x="1111" y="1017"/>
                  </a:lnTo>
                  <a:lnTo>
                    <a:pt x="1091" y="1007"/>
                  </a:lnTo>
                  <a:lnTo>
                    <a:pt x="1076" y="1007"/>
                  </a:lnTo>
                  <a:lnTo>
                    <a:pt x="1020" y="1010"/>
                  </a:lnTo>
                  <a:lnTo>
                    <a:pt x="978" y="1016"/>
                  </a:lnTo>
                  <a:lnTo>
                    <a:pt x="956" y="1023"/>
                  </a:lnTo>
                  <a:lnTo>
                    <a:pt x="946" y="1024"/>
                  </a:lnTo>
                  <a:lnTo>
                    <a:pt x="942" y="1017"/>
                  </a:lnTo>
                  <a:lnTo>
                    <a:pt x="939" y="1011"/>
                  </a:lnTo>
                  <a:lnTo>
                    <a:pt x="897" y="1010"/>
                  </a:lnTo>
                  <a:lnTo>
                    <a:pt x="867" y="1008"/>
                  </a:lnTo>
                  <a:lnTo>
                    <a:pt x="845" y="1005"/>
                  </a:lnTo>
                  <a:lnTo>
                    <a:pt x="814" y="1000"/>
                  </a:lnTo>
                  <a:lnTo>
                    <a:pt x="773" y="995"/>
                  </a:lnTo>
                  <a:lnTo>
                    <a:pt x="736" y="989"/>
                  </a:lnTo>
                  <a:lnTo>
                    <a:pt x="727" y="988"/>
                  </a:lnTo>
                  <a:lnTo>
                    <a:pt x="710" y="985"/>
                  </a:lnTo>
                  <a:lnTo>
                    <a:pt x="694" y="980"/>
                  </a:lnTo>
                  <a:lnTo>
                    <a:pt x="680" y="974"/>
                  </a:lnTo>
                  <a:lnTo>
                    <a:pt x="669" y="966"/>
                  </a:lnTo>
                  <a:lnTo>
                    <a:pt x="658" y="950"/>
                  </a:lnTo>
                  <a:lnTo>
                    <a:pt x="648" y="935"/>
                  </a:lnTo>
                  <a:lnTo>
                    <a:pt x="642" y="928"/>
                  </a:lnTo>
                  <a:lnTo>
                    <a:pt x="633" y="924"/>
                  </a:lnTo>
                  <a:lnTo>
                    <a:pt x="610" y="921"/>
                  </a:lnTo>
                  <a:lnTo>
                    <a:pt x="575" y="924"/>
                  </a:lnTo>
                  <a:lnTo>
                    <a:pt x="493" y="949"/>
                  </a:lnTo>
                  <a:lnTo>
                    <a:pt x="462" y="963"/>
                  </a:lnTo>
                  <a:lnTo>
                    <a:pt x="438" y="974"/>
                  </a:lnTo>
                  <a:lnTo>
                    <a:pt x="429" y="980"/>
                  </a:lnTo>
                  <a:lnTo>
                    <a:pt x="421" y="990"/>
                  </a:lnTo>
                  <a:lnTo>
                    <a:pt x="413" y="996"/>
                  </a:lnTo>
                  <a:lnTo>
                    <a:pt x="406" y="999"/>
                  </a:lnTo>
                  <a:lnTo>
                    <a:pt x="411" y="1003"/>
                  </a:lnTo>
                  <a:lnTo>
                    <a:pt x="428" y="1010"/>
                  </a:lnTo>
                  <a:lnTo>
                    <a:pt x="433" y="1013"/>
                  </a:lnTo>
                  <a:lnTo>
                    <a:pt x="438" y="1018"/>
                  </a:lnTo>
                  <a:lnTo>
                    <a:pt x="442" y="1030"/>
                  </a:lnTo>
                  <a:lnTo>
                    <a:pt x="445" y="1043"/>
                  </a:lnTo>
                  <a:lnTo>
                    <a:pt x="443" y="1071"/>
                  </a:lnTo>
                  <a:lnTo>
                    <a:pt x="441" y="1081"/>
                  </a:lnTo>
                  <a:lnTo>
                    <a:pt x="430" y="1113"/>
                  </a:lnTo>
                  <a:lnTo>
                    <a:pt x="427" y="1117"/>
                  </a:lnTo>
                  <a:lnTo>
                    <a:pt x="419" y="1128"/>
                  </a:lnTo>
                  <a:lnTo>
                    <a:pt x="410" y="1139"/>
                  </a:lnTo>
                  <a:lnTo>
                    <a:pt x="400" y="1145"/>
                  </a:lnTo>
                  <a:lnTo>
                    <a:pt x="393" y="1146"/>
                  </a:lnTo>
                  <a:lnTo>
                    <a:pt x="382" y="1151"/>
                  </a:lnTo>
                  <a:lnTo>
                    <a:pt x="373" y="1154"/>
                  </a:lnTo>
                  <a:lnTo>
                    <a:pt x="362" y="1156"/>
                  </a:lnTo>
                  <a:lnTo>
                    <a:pt x="352" y="1158"/>
                  </a:lnTo>
                  <a:lnTo>
                    <a:pt x="342" y="1158"/>
                  </a:lnTo>
                  <a:lnTo>
                    <a:pt x="330" y="1165"/>
                  </a:lnTo>
                  <a:lnTo>
                    <a:pt x="320" y="1165"/>
                  </a:lnTo>
                  <a:lnTo>
                    <a:pt x="308" y="1168"/>
                  </a:lnTo>
                  <a:lnTo>
                    <a:pt x="291" y="1168"/>
                  </a:lnTo>
                  <a:lnTo>
                    <a:pt x="276" y="1166"/>
                  </a:lnTo>
                  <a:lnTo>
                    <a:pt x="259" y="1166"/>
                  </a:lnTo>
                  <a:lnTo>
                    <a:pt x="239" y="1166"/>
                  </a:lnTo>
                  <a:lnTo>
                    <a:pt x="228" y="1170"/>
                  </a:lnTo>
                  <a:lnTo>
                    <a:pt x="212" y="1169"/>
                  </a:lnTo>
                  <a:lnTo>
                    <a:pt x="205" y="1173"/>
                  </a:lnTo>
                  <a:lnTo>
                    <a:pt x="197" y="1178"/>
                  </a:lnTo>
                  <a:lnTo>
                    <a:pt x="193" y="1181"/>
                  </a:lnTo>
                  <a:lnTo>
                    <a:pt x="188" y="1186"/>
                  </a:lnTo>
                  <a:lnTo>
                    <a:pt x="184" y="1190"/>
                  </a:lnTo>
                  <a:lnTo>
                    <a:pt x="177" y="1196"/>
                  </a:lnTo>
                  <a:lnTo>
                    <a:pt x="173" y="1200"/>
                  </a:lnTo>
                  <a:lnTo>
                    <a:pt x="166" y="1207"/>
                  </a:lnTo>
                  <a:lnTo>
                    <a:pt x="157" y="1215"/>
                  </a:lnTo>
                  <a:lnTo>
                    <a:pt x="147" y="1224"/>
                  </a:lnTo>
                  <a:lnTo>
                    <a:pt x="139" y="1231"/>
                  </a:lnTo>
                  <a:lnTo>
                    <a:pt x="132" y="1237"/>
                  </a:lnTo>
                  <a:lnTo>
                    <a:pt x="119" y="1247"/>
                  </a:lnTo>
                  <a:lnTo>
                    <a:pt x="107" y="1250"/>
                  </a:lnTo>
                  <a:lnTo>
                    <a:pt x="99" y="1254"/>
                  </a:lnTo>
                  <a:lnTo>
                    <a:pt x="87" y="1263"/>
                  </a:lnTo>
                  <a:lnTo>
                    <a:pt x="77" y="1271"/>
                  </a:lnTo>
                  <a:lnTo>
                    <a:pt x="70" y="1275"/>
                  </a:lnTo>
                  <a:lnTo>
                    <a:pt x="65" y="1279"/>
                  </a:lnTo>
                  <a:lnTo>
                    <a:pt x="60" y="1286"/>
                  </a:lnTo>
                  <a:lnTo>
                    <a:pt x="56" y="1295"/>
                  </a:lnTo>
                  <a:lnTo>
                    <a:pt x="53" y="1300"/>
                  </a:lnTo>
                  <a:lnTo>
                    <a:pt x="51" y="1311"/>
                  </a:lnTo>
                  <a:lnTo>
                    <a:pt x="52" y="1323"/>
                  </a:lnTo>
                  <a:lnTo>
                    <a:pt x="55" y="1333"/>
                  </a:lnTo>
                  <a:lnTo>
                    <a:pt x="59" y="1342"/>
                  </a:lnTo>
                  <a:lnTo>
                    <a:pt x="67" y="1354"/>
                  </a:lnTo>
                  <a:lnTo>
                    <a:pt x="72" y="1358"/>
                  </a:lnTo>
                  <a:lnTo>
                    <a:pt x="78" y="1359"/>
                  </a:lnTo>
                  <a:lnTo>
                    <a:pt x="83" y="1363"/>
                  </a:lnTo>
                  <a:lnTo>
                    <a:pt x="83" y="1369"/>
                  </a:lnTo>
                  <a:lnTo>
                    <a:pt x="90" y="1375"/>
                  </a:lnTo>
                  <a:lnTo>
                    <a:pt x="103" y="1385"/>
                  </a:lnTo>
                  <a:lnTo>
                    <a:pt x="109" y="1392"/>
                  </a:lnTo>
                  <a:lnTo>
                    <a:pt x="124" y="1415"/>
                  </a:lnTo>
                  <a:lnTo>
                    <a:pt x="129" y="1422"/>
                  </a:lnTo>
                  <a:lnTo>
                    <a:pt x="132" y="1428"/>
                  </a:lnTo>
                  <a:lnTo>
                    <a:pt x="137" y="1441"/>
                  </a:lnTo>
                  <a:lnTo>
                    <a:pt x="140" y="1449"/>
                  </a:lnTo>
                  <a:lnTo>
                    <a:pt x="143" y="1460"/>
                  </a:lnTo>
                  <a:lnTo>
                    <a:pt x="142" y="1477"/>
                  </a:lnTo>
                  <a:lnTo>
                    <a:pt x="143" y="1517"/>
                  </a:lnTo>
                  <a:lnTo>
                    <a:pt x="144" y="1530"/>
                  </a:lnTo>
                  <a:lnTo>
                    <a:pt x="145" y="1544"/>
                  </a:lnTo>
                  <a:lnTo>
                    <a:pt x="142" y="1561"/>
                  </a:lnTo>
                  <a:lnTo>
                    <a:pt x="138" y="1580"/>
                  </a:lnTo>
                  <a:lnTo>
                    <a:pt x="134" y="1597"/>
                  </a:lnTo>
                  <a:lnTo>
                    <a:pt x="130" y="1613"/>
                  </a:lnTo>
                  <a:lnTo>
                    <a:pt x="126" y="1624"/>
                  </a:lnTo>
                  <a:lnTo>
                    <a:pt x="121" y="1637"/>
                  </a:lnTo>
                  <a:lnTo>
                    <a:pt x="100" y="1721"/>
                  </a:lnTo>
                  <a:lnTo>
                    <a:pt x="91" y="1748"/>
                  </a:lnTo>
                  <a:lnTo>
                    <a:pt x="92" y="1773"/>
                  </a:lnTo>
                  <a:lnTo>
                    <a:pt x="96" y="1797"/>
                  </a:lnTo>
                  <a:lnTo>
                    <a:pt x="97" y="1811"/>
                  </a:lnTo>
                  <a:lnTo>
                    <a:pt x="92" y="1833"/>
                  </a:lnTo>
                  <a:lnTo>
                    <a:pt x="80" y="1853"/>
                  </a:lnTo>
                  <a:lnTo>
                    <a:pt x="67" y="1863"/>
                  </a:lnTo>
                  <a:lnTo>
                    <a:pt x="54" y="1876"/>
                  </a:lnTo>
                  <a:lnTo>
                    <a:pt x="47" y="1888"/>
                  </a:lnTo>
                  <a:lnTo>
                    <a:pt x="42" y="1896"/>
                  </a:lnTo>
                  <a:lnTo>
                    <a:pt x="38" y="1907"/>
                  </a:lnTo>
                  <a:lnTo>
                    <a:pt x="39" y="1918"/>
                  </a:lnTo>
                  <a:lnTo>
                    <a:pt x="39" y="1930"/>
                  </a:lnTo>
                  <a:lnTo>
                    <a:pt x="46" y="1946"/>
                  </a:lnTo>
                  <a:lnTo>
                    <a:pt x="59" y="1971"/>
                  </a:lnTo>
                  <a:lnTo>
                    <a:pt x="69" y="1983"/>
                  </a:lnTo>
                  <a:lnTo>
                    <a:pt x="80" y="1996"/>
                  </a:lnTo>
                  <a:lnTo>
                    <a:pt x="89" y="2005"/>
                  </a:lnTo>
                  <a:lnTo>
                    <a:pt x="104" y="2016"/>
                  </a:lnTo>
                  <a:lnTo>
                    <a:pt x="116" y="2023"/>
                  </a:lnTo>
                  <a:lnTo>
                    <a:pt x="126" y="2028"/>
                  </a:lnTo>
                  <a:lnTo>
                    <a:pt x="139" y="2033"/>
                  </a:lnTo>
                  <a:lnTo>
                    <a:pt x="150" y="2036"/>
                  </a:lnTo>
                  <a:lnTo>
                    <a:pt x="158" y="2035"/>
                  </a:lnTo>
                  <a:lnTo>
                    <a:pt x="170" y="2033"/>
                  </a:lnTo>
                  <a:lnTo>
                    <a:pt x="190" y="2025"/>
                  </a:lnTo>
                  <a:lnTo>
                    <a:pt x="196" y="2022"/>
                  </a:lnTo>
                  <a:lnTo>
                    <a:pt x="222" y="2016"/>
                  </a:lnTo>
                  <a:lnTo>
                    <a:pt x="239" y="2011"/>
                  </a:lnTo>
                  <a:lnTo>
                    <a:pt x="254" y="2009"/>
                  </a:lnTo>
                  <a:lnTo>
                    <a:pt x="258" y="2009"/>
                  </a:lnTo>
                  <a:lnTo>
                    <a:pt x="271" y="2008"/>
                  </a:lnTo>
                  <a:lnTo>
                    <a:pt x="310" y="2012"/>
                  </a:lnTo>
                  <a:lnTo>
                    <a:pt x="317" y="2013"/>
                  </a:lnTo>
                  <a:lnTo>
                    <a:pt x="332" y="2018"/>
                  </a:lnTo>
                  <a:lnTo>
                    <a:pt x="350" y="2022"/>
                  </a:lnTo>
                  <a:lnTo>
                    <a:pt x="360" y="2026"/>
                  </a:lnTo>
                  <a:lnTo>
                    <a:pt x="428" y="2057"/>
                  </a:lnTo>
                  <a:lnTo>
                    <a:pt x="448" y="2067"/>
                  </a:lnTo>
                  <a:lnTo>
                    <a:pt x="456" y="2071"/>
                  </a:lnTo>
                  <a:lnTo>
                    <a:pt x="461" y="2074"/>
                  </a:lnTo>
                  <a:lnTo>
                    <a:pt x="512" y="2104"/>
                  </a:lnTo>
                  <a:lnTo>
                    <a:pt x="517" y="2115"/>
                  </a:lnTo>
                  <a:lnTo>
                    <a:pt x="520" y="2124"/>
                  </a:lnTo>
                  <a:lnTo>
                    <a:pt x="521" y="2136"/>
                  </a:lnTo>
                  <a:lnTo>
                    <a:pt x="517" y="2148"/>
                  </a:lnTo>
                  <a:lnTo>
                    <a:pt x="507" y="2162"/>
                  </a:lnTo>
                  <a:lnTo>
                    <a:pt x="493" y="2175"/>
                  </a:lnTo>
                  <a:lnTo>
                    <a:pt x="483" y="2181"/>
                  </a:lnTo>
                  <a:lnTo>
                    <a:pt x="471" y="2184"/>
                  </a:lnTo>
                  <a:lnTo>
                    <a:pt x="454" y="2190"/>
                  </a:lnTo>
                  <a:lnTo>
                    <a:pt x="434" y="2194"/>
                  </a:lnTo>
                  <a:lnTo>
                    <a:pt x="401" y="2211"/>
                  </a:lnTo>
                  <a:lnTo>
                    <a:pt x="377" y="2222"/>
                  </a:lnTo>
                  <a:lnTo>
                    <a:pt x="367" y="2227"/>
                  </a:lnTo>
                  <a:lnTo>
                    <a:pt x="335" y="2251"/>
                  </a:lnTo>
                  <a:lnTo>
                    <a:pt x="321" y="2267"/>
                  </a:lnTo>
                  <a:lnTo>
                    <a:pt x="309" y="2280"/>
                  </a:lnTo>
                  <a:lnTo>
                    <a:pt x="298" y="2294"/>
                  </a:lnTo>
                  <a:lnTo>
                    <a:pt x="217" y="2371"/>
                  </a:lnTo>
                  <a:lnTo>
                    <a:pt x="202" y="2380"/>
                  </a:lnTo>
                  <a:lnTo>
                    <a:pt x="190" y="2388"/>
                  </a:lnTo>
                  <a:lnTo>
                    <a:pt x="169" y="2403"/>
                  </a:lnTo>
                  <a:lnTo>
                    <a:pt x="158" y="2411"/>
                  </a:lnTo>
                  <a:lnTo>
                    <a:pt x="149" y="2419"/>
                  </a:lnTo>
                  <a:lnTo>
                    <a:pt x="142" y="2424"/>
                  </a:lnTo>
                  <a:lnTo>
                    <a:pt x="136" y="2435"/>
                  </a:lnTo>
                  <a:lnTo>
                    <a:pt x="134" y="2445"/>
                  </a:lnTo>
                  <a:lnTo>
                    <a:pt x="137" y="2467"/>
                  </a:lnTo>
                  <a:lnTo>
                    <a:pt x="139" y="2473"/>
                  </a:lnTo>
                  <a:lnTo>
                    <a:pt x="140" y="2491"/>
                  </a:lnTo>
                  <a:lnTo>
                    <a:pt x="145" y="2507"/>
                  </a:lnTo>
                  <a:lnTo>
                    <a:pt x="148" y="2523"/>
                  </a:lnTo>
                  <a:lnTo>
                    <a:pt x="152" y="2549"/>
                  </a:lnTo>
                  <a:lnTo>
                    <a:pt x="152" y="2563"/>
                  </a:lnTo>
                  <a:lnTo>
                    <a:pt x="150" y="2578"/>
                  </a:lnTo>
                  <a:lnTo>
                    <a:pt x="141" y="2592"/>
                  </a:lnTo>
                  <a:lnTo>
                    <a:pt x="133" y="2606"/>
                  </a:lnTo>
                  <a:lnTo>
                    <a:pt x="120" y="2624"/>
                  </a:lnTo>
                  <a:lnTo>
                    <a:pt x="105" y="2640"/>
                  </a:lnTo>
                  <a:lnTo>
                    <a:pt x="89" y="2653"/>
                  </a:lnTo>
                  <a:lnTo>
                    <a:pt x="65" y="2663"/>
                  </a:lnTo>
                  <a:lnTo>
                    <a:pt x="55" y="2666"/>
                  </a:lnTo>
                  <a:lnTo>
                    <a:pt x="49" y="2668"/>
                  </a:lnTo>
                  <a:lnTo>
                    <a:pt x="42" y="2670"/>
                  </a:lnTo>
                  <a:lnTo>
                    <a:pt x="36" y="2672"/>
                  </a:lnTo>
                  <a:lnTo>
                    <a:pt x="15" y="2682"/>
                  </a:lnTo>
                  <a:lnTo>
                    <a:pt x="8" y="2691"/>
                  </a:lnTo>
                  <a:lnTo>
                    <a:pt x="6" y="2701"/>
                  </a:lnTo>
                  <a:lnTo>
                    <a:pt x="2" y="2714"/>
                  </a:lnTo>
                  <a:lnTo>
                    <a:pt x="1" y="2725"/>
                  </a:lnTo>
                  <a:lnTo>
                    <a:pt x="0" y="2750"/>
                  </a:lnTo>
                  <a:lnTo>
                    <a:pt x="0" y="2759"/>
                  </a:lnTo>
                  <a:lnTo>
                    <a:pt x="0" y="2765"/>
                  </a:lnTo>
                  <a:lnTo>
                    <a:pt x="2" y="2771"/>
                  </a:lnTo>
                  <a:lnTo>
                    <a:pt x="11" y="2780"/>
                  </a:lnTo>
                  <a:lnTo>
                    <a:pt x="30" y="2792"/>
                  </a:lnTo>
                  <a:lnTo>
                    <a:pt x="36" y="2796"/>
                  </a:lnTo>
                  <a:lnTo>
                    <a:pt x="66" y="2820"/>
                  </a:lnTo>
                  <a:lnTo>
                    <a:pt x="80" y="2833"/>
                  </a:lnTo>
                  <a:lnTo>
                    <a:pt x="92" y="2836"/>
                  </a:lnTo>
                  <a:lnTo>
                    <a:pt x="100" y="2832"/>
                  </a:lnTo>
                  <a:lnTo>
                    <a:pt x="121" y="2811"/>
                  </a:lnTo>
                  <a:lnTo>
                    <a:pt x="136" y="2794"/>
                  </a:lnTo>
                  <a:lnTo>
                    <a:pt x="157" y="2775"/>
                  </a:lnTo>
                  <a:lnTo>
                    <a:pt x="204" y="2735"/>
                  </a:lnTo>
                  <a:lnTo>
                    <a:pt x="215" y="2725"/>
                  </a:lnTo>
                  <a:lnTo>
                    <a:pt x="228" y="2713"/>
                  </a:lnTo>
                  <a:lnTo>
                    <a:pt x="248" y="2696"/>
                  </a:lnTo>
                  <a:lnTo>
                    <a:pt x="280" y="2667"/>
                  </a:lnTo>
                  <a:lnTo>
                    <a:pt x="316" y="2631"/>
                  </a:lnTo>
                  <a:lnTo>
                    <a:pt x="330" y="2619"/>
                  </a:lnTo>
                  <a:lnTo>
                    <a:pt x="335" y="2614"/>
                  </a:lnTo>
                  <a:lnTo>
                    <a:pt x="365" y="2589"/>
                  </a:lnTo>
                  <a:lnTo>
                    <a:pt x="402" y="2555"/>
                  </a:lnTo>
                  <a:lnTo>
                    <a:pt x="463" y="2507"/>
                  </a:lnTo>
                  <a:lnTo>
                    <a:pt x="489" y="2488"/>
                  </a:lnTo>
                  <a:lnTo>
                    <a:pt x="511" y="2471"/>
                  </a:lnTo>
                  <a:lnTo>
                    <a:pt x="533" y="2459"/>
                  </a:lnTo>
                  <a:lnTo>
                    <a:pt x="563" y="2443"/>
                  </a:lnTo>
                  <a:lnTo>
                    <a:pt x="633" y="2401"/>
                  </a:lnTo>
                  <a:lnTo>
                    <a:pt x="651" y="2388"/>
                  </a:lnTo>
                  <a:lnTo>
                    <a:pt x="691" y="2356"/>
                  </a:lnTo>
                  <a:lnTo>
                    <a:pt x="739" y="2314"/>
                  </a:lnTo>
                  <a:lnTo>
                    <a:pt x="830" y="2234"/>
                  </a:lnTo>
                  <a:lnTo>
                    <a:pt x="886" y="2182"/>
                  </a:lnTo>
                  <a:lnTo>
                    <a:pt x="952" y="2118"/>
                  </a:lnTo>
                  <a:lnTo>
                    <a:pt x="956" y="2114"/>
                  </a:lnTo>
                  <a:lnTo>
                    <a:pt x="966" y="2106"/>
                  </a:lnTo>
                  <a:lnTo>
                    <a:pt x="972" y="2101"/>
                  </a:lnTo>
                  <a:lnTo>
                    <a:pt x="982" y="2094"/>
                  </a:lnTo>
                  <a:lnTo>
                    <a:pt x="1002" y="2078"/>
                  </a:lnTo>
                  <a:lnTo>
                    <a:pt x="1101" y="1997"/>
                  </a:lnTo>
                  <a:lnTo>
                    <a:pt x="1134" y="1974"/>
                  </a:lnTo>
                  <a:lnTo>
                    <a:pt x="1169" y="1954"/>
                  </a:lnTo>
                  <a:lnTo>
                    <a:pt x="1180" y="1948"/>
                  </a:lnTo>
                  <a:lnTo>
                    <a:pt x="1188" y="1945"/>
                  </a:lnTo>
                  <a:lnTo>
                    <a:pt x="1273" y="1902"/>
                  </a:lnTo>
                  <a:lnTo>
                    <a:pt x="1799" y="1639"/>
                  </a:lnTo>
                  <a:lnTo>
                    <a:pt x="1828" y="1623"/>
                  </a:lnTo>
                  <a:lnTo>
                    <a:pt x="1838" y="1619"/>
                  </a:lnTo>
                  <a:lnTo>
                    <a:pt x="1847" y="1615"/>
                  </a:lnTo>
                  <a:lnTo>
                    <a:pt x="1910" y="1591"/>
                  </a:lnTo>
                  <a:lnTo>
                    <a:pt x="1917" y="1589"/>
                  </a:lnTo>
                  <a:lnTo>
                    <a:pt x="1923" y="1586"/>
                  </a:lnTo>
                  <a:lnTo>
                    <a:pt x="1931" y="1582"/>
                  </a:lnTo>
                  <a:lnTo>
                    <a:pt x="1938" y="1578"/>
                  </a:lnTo>
                  <a:lnTo>
                    <a:pt x="1957" y="1566"/>
                  </a:lnTo>
                  <a:lnTo>
                    <a:pt x="1963" y="1563"/>
                  </a:lnTo>
                  <a:lnTo>
                    <a:pt x="1968" y="1561"/>
                  </a:lnTo>
                  <a:lnTo>
                    <a:pt x="1975" y="1559"/>
                  </a:lnTo>
                  <a:lnTo>
                    <a:pt x="1982" y="1557"/>
                  </a:lnTo>
                  <a:lnTo>
                    <a:pt x="1990" y="1556"/>
                  </a:lnTo>
                  <a:lnTo>
                    <a:pt x="2002" y="1554"/>
                  </a:lnTo>
                  <a:lnTo>
                    <a:pt x="2006" y="1553"/>
                  </a:lnTo>
                  <a:lnTo>
                    <a:pt x="2011" y="1552"/>
                  </a:lnTo>
                  <a:lnTo>
                    <a:pt x="2051" y="1538"/>
                  </a:lnTo>
                  <a:lnTo>
                    <a:pt x="2059" y="1535"/>
                  </a:lnTo>
                  <a:lnTo>
                    <a:pt x="2067" y="1531"/>
                  </a:lnTo>
                  <a:lnTo>
                    <a:pt x="2092" y="1515"/>
                  </a:lnTo>
                  <a:lnTo>
                    <a:pt x="2114" y="1503"/>
                  </a:lnTo>
                  <a:lnTo>
                    <a:pt x="2169" y="1471"/>
                  </a:lnTo>
                  <a:lnTo>
                    <a:pt x="2196" y="1457"/>
                  </a:lnTo>
                  <a:lnTo>
                    <a:pt x="2246" y="1432"/>
                  </a:lnTo>
                  <a:lnTo>
                    <a:pt x="2257" y="1426"/>
                  </a:lnTo>
                  <a:lnTo>
                    <a:pt x="2281" y="1413"/>
                  </a:lnTo>
                  <a:lnTo>
                    <a:pt x="2287" y="1410"/>
                  </a:lnTo>
                  <a:lnTo>
                    <a:pt x="2292" y="1408"/>
                  </a:lnTo>
                  <a:lnTo>
                    <a:pt x="2327" y="1398"/>
                  </a:lnTo>
                  <a:lnTo>
                    <a:pt x="2378" y="1376"/>
                  </a:lnTo>
                  <a:lnTo>
                    <a:pt x="2385" y="1372"/>
                  </a:lnTo>
                  <a:lnTo>
                    <a:pt x="2391" y="1369"/>
                  </a:lnTo>
                  <a:lnTo>
                    <a:pt x="2421" y="1350"/>
                  </a:lnTo>
                  <a:lnTo>
                    <a:pt x="2427" y="1345"/>
                  </a:lnTo>
                  <a:lnTo>
                    <a:pt x="2432" y="1340"/>
                  </a:lnTo>
                  <a:lnTo>
                    <a:pt x="2436" y="1335"/>
                  </a:lnTo>
                  <a:lnTo>
                    <a:pt x="2470" y="1305"/>
                  </a:lnTo>
                  <a:lnTo>
                    <a:pt x="2483" y="1291"/>
                  </a:lnTo>
                  <a:lnTo>
                    <a:pt x="2486" y="1287"/>
                  </a:lnTo>
                  <a:lnTo>
                    <a:pt x="2489" y="1280"/>
                  </a:lnTo>
                  <a:lnTo>
                    <a:pt x="2496" y="1269"/>
                  </a:lnTo>
                  <a:lnTo>
                    <a:pt x="2499" y="1264"/>
                  </a:lnTo>
                  <a:lnTo>
                    <a:pt x="2500" y="1256"/>
                  </a:lnTo>
                  <a:lnTo>
                    <a:pt x="2508" y="1213"/>
                  </a:lnTo>
                  <a:lnTo>
                    <a:pt x="2515" y="1180"/>
                  </a:lnTo>
                  <a:lnTo>
                    <a:pt x="2516" y="1174"/>
                  </a:lnTo>
                  <a:lnTo>
                    <a:pt x="2518" y="1168"/>
                  </a:lnTo>
                  <a:lnTo>
                    <a:pt x="2524" y="1152"/>
                  </a:lnTo>
                  <a:lnTo>
                    <a:pt x="2529" y="1141"/>
                  </a:lnTo>
                  <a:lnTo>
                    <a:pt x="2534" y="1129"/>
                  </a:lnTo>
                  <a:lnTo>
                    <a:pt x="2555" y="1089"/>
                  </a:lnTo>
                  <a:lnTo>
                    <a:pt x="2558" y="1082"/>
                  </a:lnTo>
                  <a:lnTo>
                    <a:pt x="2560" y="1075"/>
                  </a:lnTo>
                  <a:lnTo>
                    <a:pt x="2563" y="1063"/>
                  </a:lnTo>
                  <a:lnTo>
                    <a:pt x="2566" y="1053"/>
                  </a:lnTo>
                  <a:lnTo>
                    <a:pt x="2570" y="1032"/>
                  </a:lnTo>
                  <a:lnTo>
                    <a:pt x="2572" y="1024"/>
                  </a:lnTo>
                  <a:lnTo>
                    <a:pt x="2577" y="1009"/>
                  </a:lnTo>
                  <a:lnTo>
                    <a:pt x="2584" y="991"/>
                  </a:lnTo>
                  <a:lnTo>
                    <a:pt x="2594" y="960"/>
                  </a:lnTo>
                  <a:lnTo>
                    <a:pt x="2618" y="920"/>
                  </a:lnTo>
                  <a:lnTo>
                    <a:pt x="2638" y="873"/>
                  </a:lnTo>
                  <a:lnTo>
                    <a:pt x="2655" y="844"/>
                  </a:lnTo>
                  <a:lnTo>
                    <a:pt x="2665" y="825"/>
                  </a:lnTo>
                  <a:lnTo>
                    <a:pt x="2677" y="792"/>
                  </a:lnTo>
                  <a:lnTo>
                    <a:pt x="2681" y="772"/>
                  </a:lnTo>
                  <a:lnTo>
                    <a:pt x="2680" y="760"/>
                  </a:lnTo>
                  <a:lnTo>
                    <a:pt x="2677" y="750"/>
                  </a:lnTo>
                  <a:lnTo>
                    <a:pt x="2648" y="717"/>
                  </a:lnTo>
                  <a:lnTo>
                    <a:pt x="2625" y="668"/>
                  </a:lnTo>
                  <a:lnTo>
                    <a:pt x="2624" y="624"/>
                  </a:lnTo>
                  <a:lnTo>
                    <a:pt x="2629" y="574"/>
                  </a:lnTo>
                  <a:lnTo>
                    <a:pt x="2630" y="549"/>
                  </a:lnTo>
                  <a:lnTo>
                    <a:pt x="2631" y="518"/>
                  </a:lnTo>
                  <a:lnTo>
                    <a:pt x="2631" y="506"/>
                  </a:lnTo>
                  <a:lnTo>
                    <a:pt x="2636" y="446"/>
                  </a:lnTo>
                  <a:lnTo>
                    <a:pt x="2647" y="423"/>
                  </a:lnTo>
                  <a:lnTo>
                    <a:pt x="2658" y="399"/>
                  </a:lnTo>
                  <a:lnTo>
                    <a:pt x="2661" y="385"/>
                  </a:lnTo>
                  <a:lnTo>
                    <a:pt x="2660" y="372"/>
                  </a:lnTo>
                  <a:lnTo>
                    <a:pt x="2658" y="361"/>
                  </a:lnTo>
                  <a:lnTo>
                    <a:pt x="2651" y="351"/>
                  </a:lnTo>
                  <a:lnTo>
                    <a:pt x="2640" y="335"/>
                  </a:lnTo>
                  <a:lnTo>
                    <a:pt x="2637" y="331"/>
                  </a:lnTo>
                  <a:lnTo>
                    <a:pt x="2631" y="322"/>
                  </a:lnTo>
                  <a:lnTo>
                    <a:pt x="2629" y="314"/>
                  </a:lnTo>
                  <a:lnTo>
                    <a:pt x="2625" y="293"/>
                  </a:lnTo>
                  <a:lnTo>
                    <a:pt x="2625" y="267"/>
                  </a:lnTo>
                  <a:lnTo>
                    <a:pt x="2626" y="253"/>
                  </a:lnTo>
                  <a:lnTo>
                    <a:pt x="2628" y="232"/>
                  </a:lnTo>
                  <a:lnTo>
                    <a:pt x="2630" y="219"/>
                  </a:lnTo>
                  <a:lnTo>
                    <a:pt x="2631" y="209"/>
                  </a:lnTo>
                  <a:lnTo>
                    <a:pt x="2633" y="196"/>
                  </a:lnTo>
                  <a:lnTo>
                    <a:pt x="2646" y="141"/>
                  </a:lnTo>
                  <a:lnTo>
                    <a:pt x="2649" y="126"/>
                  </a:lnTo>
                  <a:lnTo>
                    <a:pt x="2651" y="117"/>
                  </a:lnTo>
                  <a:lnTo>
                    <a:pt x="2660" y="87"/>
                  </a:lnTo>
                  <a:lnTo>
                    <a:pt x="2667" y="70"/>
                  </a:lnTo>
                  <a:lnTo>
                    <a:pt x="2673" y="61"/>
                  </a:lnTo>
                  <a:lnTo>
                    <a:pt x="2679" y="54"/>
                  </a:lnTo>
                  <a:lnTo>
                    <a:pt x="2687" y="47"/>
                  </a:lnTo>
                  <a:lnTo>
                    <a:pt x="2692" y="42"/>
                  </a:lnTo>
                  <a:lnTo>
                    <a:pt x="2696" y="37"/>
                  </a:lnTo>
                  <a:lnTo>
                    <a:pt x="2702" y="23"/>
                  </a:lnTo>
                  <a:lnTo>
                    <a:pt x="2704" y="19"/>
                  </a:lnTo>
                  <a:lnTo>
                    <a:pt x="2702" y="13"/>
                  </a:lnTo>
                  <a:lnTo>
                    <a:pt x="2700" y="9"/>
                  </a:lnTo>
                  <a:lnTo>
                    <a:pt x="2700" y="0"/>
                  </a:lnTo>
                  <a:lnTo>
                    <a:pt x="2691" y="2"/>
                  </a:lnTo>
                  <a:lnTo>
                    <a:pt x="2686" y="8"/>
                  </a:lnTo>
                  <a:lnTo>
                    <a:pt x="2676" y="16"/>
                  </a:lnTo>
                  <a:lnTo>
                    <a:pt x="2665" y="21"/>
                  </a:lnTo>
                  <a:lnTo>
                    <a:pt x="2648" y="26"/>
                  </a:lnTo>
                  <a:lnTo>
                    <a:pt x="2631" y="38"/>
                  </a:lnTo>
                  <a:lnTo>
                    <a:pt x="2618" y="45"/>
                  </a:lnTo>
                  <a:lnTo>
                    <a:pt x="2604" y="48"/>
                  </a:lnTo>
                  <a:lnTo>
                    <a:pt x="2575" y="51"/>
                  </a:lnTo>
                  <a:lnTo>
                    <a:pt x="2561" y="52"/>
                  </a:lnTo>
                  <a:lnTo>
                    <a:pt x="2553" y="57"/>
                  </a:lnTo>
                  <a:lnTo>
                    <a:pt x="2541" y="64"/>
                  </a:lnTo>
                  <a:lnTo>
                    <a:pt x="2500" y="90"/>
                  </a:lnTo>
                  <a:lnTo>
                    <a:pt x="2470" y="110"/>
                  </a:lnTo>
                  <a:lnTo>
                    <a:pt x="2455" y="120"/>
                  </a:lnTo>
                  <a:lnTo>
                    <a:pt x="2444" y="126"/>
                  </a:lnTo>
                  <a:lnTo>
                    <a:pt x="2419" y="138"/>
                  </a:lnTo>
                  <a:lnTo>
                    <a:pt x="2405" y="146"/>
                  </a:lnTo>
                  <a:lnTo>
                    <a:pt x="2396" y="151"/>
                  </a:lnTo>
                  <a:lnTo>
                    <a:pt x="2388" y="155"/>
                  </a:lnTo>
                  <a:lnTo>
                    <a:pt x="2372" y="161"/>
                  </a:lnTo>
                  <a:lnTo>
                    <a:pt x="2324" y="181"/>
                  </a:lnTo>
                  <a:lnTo>
                    <a:pt x="2306" y="188"/>
                  </a:lnTo>
                  <a:lnTo>
                    <a:pt x="2283" y="198"/>
                  </a:lnTo>
                  <a:lnTo>
                    <a:pt x="2273" y="201"/>
                  </a:lnTo>
                  <a:lnTo>
                    <a:pt x="2266" y="202"/>
                  </a:lnTo>
                  <a:lnTo>
                    <a:pt x="2257" y="203"/>
                  </a:lnTo>
                  <a:lnTo>
                    <a:pt x="2250" y="207"/>
                  </a:lnTo>
                  <a:lnTo>
                    <a:pt x="2232" y="213"/>
                  </a:lnTo>
                  <a:lnTo>
                    <a:pt x="2197" y="222"/>
                  </a:lnTo>
                  <a:lnTo>
                    <a:pt x="2185" y="225"/>
                  </a:lnTo>
                  <a:lnTo>
                    <a:pt x="2174" y="228"/>
                  </a:lnTo>
                  <a:lnTo>
                    <a:pt x="2162" y="232"/>
                  </a:lnTo>
                  <a:lnTo>
                    <a:pt x="2151" y="236"/>
                  </a:lnTo>
                  <a:lnTo>
                    <a:pt x="2143" y="238"/>
                  </a:lnTo>
                  <a:lnTo>
                    <a:pt x="2132" y="242"/>
                  </a:lnTo>
                  <a:lnTo>
                    <a:pt x="2109" y="251"/>
                  </a:lnTo>
                  <a:lnTo>
                    <a:pt x="2082" y="264"/>
                  </a:lnTo>
                  <a:lnTo>
                    <a:pt x="2068" y="271"/>
                  </a:lnTo>
                  <a:lnTo>
                    <a:pt x="2049" y="280"/>
                  </a:lnTo>
                  <a:lnTo>
                    <a:pt x="2027" y="292"/>
                  </a:lnTo>
                  <a:lnTo>
                    <a:pt x="1980" y="320"/>
                  </a:lnTo>
                  <a:lnTo>
                    <a:pt x="1958" y="334"/>
                  </a:lnTo>
                  <a:lnTo>
                    <a:pt x="1951" y="338"/>
                  </a:lnTo>
                  <a:lnTo>
                    <a:pt x="1876" y="379"/>
                  </a:lnTo>
                  <a:lnTo>
                    <a:pt x="1808" y="412"/>
                  </a:lnTo>
                  <a:lnTo>
                    <a:pt x="1786" y="427"/>
                  </a:lnTo>
                  <a:lnTo>
                    <a:pt x="1764" y="445"/>
                  </a:lnTo>
                  <a:lnTo>
                    <a:pt x="1743" y="464"/>
                  </a:lnTo>
                  <a:lnTo>
                    <a:pt x="1732" y="475"/>
                  </a:lnTo>
                  <a:lnTo>
                    <a:pt x="1728" y="483"/>
                  </a:lnTo>
                  <a:lnTo>
                    <a:pt x="1726" y="489"/>
                  </a:lnTo>
                  <a:lnTo>
                    <a:pt x="1729" y="497"/>
                  </a:lnTo>
                  <a:lnTo>
                    <a:pt x="1734" y="508"/>
                  </a:lnTo>
                  <a:lnTo>
                    <a:pt x="1739" y="521"/>
                  </a:lnTo>
                  <a:lnTo>
                    <a:pt x="1743" y="528"/>
                  </a:lnTo>
                  <a:lnTo>
                    <a:pt x="1751" y="532"/>
                  </a:lnTo>
                  <a:lnTo>
                    <a:pt x="1755" y="537"/>
                  </a:lnTo>
                  <a:lnTo>
                    <a:pt x="1757" y="543"/>
                  </a:lnTo>
                  <a:lnTo>
                    <a:pt x="1755" y="550"/>
                  </a:lnTo>
                  <a:lnTo>
                    <a:pt x="1749" y="557"/>
                  </a:lnTo>
                  <a:lnTo>
                    <a:pt x="1735" y="571"/>
                  </a:lnTo>
                  <a:lnTo>
                    <a:pt x="1722" y="587"/>
                  </a:lnTo>
                  <a:lnTo>
                    <a:pt x="1705" y="606"/>
                  </a:lnTo>
                  <a:lnTo>
                    <a:pt x="1692" y="620"/>
                  </a:lnTo>
                  <a:lnTo>
                    <a:pt x="1680" y="630"/>
                  </a:lnTo>
                  <a:lnTo>
                    <a:pt x="1672" y="639"/>
                  </a:lnTo>
                  <a:lnTo>
                    <a:pt x="1667" y="647"/>
                  </a:lnTo>
                  <a:lnTo>
                    <a:pt x="1659" y="656"/>
                  </a:lnTo>
                  <a:lnTo>
                    <a:pt x="1647" y="667"/>
                  </a:lnTo>
                  <a:lnTo>
                    <a:pt x="1626" y="689"/>
                  </a:lnTo>
                  <a:lnTo>
                    <a:pt x="1610" y="704"/>
                  </a:lnTo>
                  <a:lnTo>
                    <a:pt x="1599" y="717"/>
                  </a:lnTo>
                  <a:lnTo>
                    <a:pt x="1595" y="721"/>
                  </a:lnTo>
                  <a:lnTo>
                    <a:pt x="1580" y="737"/>
                  </a:lnTo>
                  <a:lnTo>
                    <a:pt x="1568" y="748"/>
                  </a:lnTo>
                  <a:lnTo>
                    <a:pt x="1557" y="758"/>
                  </a:lnTo>
                  <a:lnTo>
                    <a:pt x="1546" y="768"/>
                  </a:lnTo>
                  <a:lnTo>
                    <a:pt x="1527" y="785"/>
                  </a:lnTo>
                  <a:lnTo>
                    <a:pt x="1510" y="798"/>
                  </a:lnTo>
                  <a:lnTo>
                    <a:pt x="1486" y="816"/>
                  </a:lnTo>
                  <a:lnTo>
                    <a:pt x="1455" y="832"/>
                  </a:lnTo>
                  <a:lnTo>
                    <a:pt x="1442" y="839"/>
                  </a:lnTo>
                  <a:lnTo>
                    <a:pt x="1407" y="856"/>
                  </a:lnTo>
                  <a:lnTo>
                    <a:pt x="1361" y="882"/>
                  </a:lnTo>
                  <a:lnTo>
                    <a:pt x="1343" y="899"/>
                  </a:lnTo>
                  <a:lnTo>
                    <a:pt x="1348" y="918"/>
                  </a:lnTo>
                  <a:lnTo>
                    <a:pt x="1343" y="924"/>
                  </a:lnTo>
                  <a:lnTo>
                    <a:pt x="1327" y="932"/>
                  </a:lnTo>
                  <a:lnTo>
                    <a:pt x="1295" y="946"/>
                  </a:lnTo>
                  <a:lnTo>
                    <a:pt x="1276" y="952"/>
                  </a:lnTo>
                  <a:lnTo>
                    <a:pt x="1270" y="956"/>
                  </a:lnTo>
                  <a:lnTo>
                    <a:pt x="1245" y="967"/>
                  </a:lnTo>
                  <a:lnTo>
                    <a:pt x="1233" y="973"/>
                  </a:lnTo>
                  <a:lnTo>
                    <a:pt x="1188" y="991"/>
                  </a:lnTo>
                  <a:lnTo>
                    <a:pt x="1175" y="996"/>
                  </a:lnTo>
                  <a:lnTo>
                    <a:pt x="1167" y="1001"/>
                  </a:lnTo>
                  <a:lnTo>
                    <a:pt x="1162" y="1006"/>
                  </a:lnTo>
                  <a:lnTo>
                    <a:pt x="1158" y="100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9302723" y="1561885"/>
              <a:ext cx="2459" cy="2026"/>
            </a:xfrm>
            <a:custGeom>
              <a:avLst/>
              <a:pathLst>
                <a:path w="2459" h="2026">
                  <a:moveTo>
                    <a:pt x="2414" y="1114"/>
                  </a:moveTo>
                  <a:lnTo>
                    <a:pt x="2284" y="1218"/>
                  </a:lnTo>
                  <a:lnTo>
                    <a:pt x="2220" y="1269"/>
                  </a:lnTo>
                  <a:lnTo>
                    <a:pt x="2071" y="1316"/>
                  </a:lnTo>
                  <a:lnTo>
                    <a:pt x="2033" y="1328"/>
                  </a:lnTo>
                  <a:lnTo>
                    <a:pt x="2009" y="1333"/>
                  </a:lnTo>
                  <a:lnTo>
                    <a:pt x="1984" y="1337"/>
                  </a:lnTo>
                  <a:lnTo>
                    <a:pt x="1641" y="1347"/>
                  </a:lnTo>
                  <a:lnTo>
                    <a:pt x="1615" y="1336"/>
                  </a:lnTo>
                  <a:lnTo>
                    <a:pt x="1550" y="1308"/>
                  </a:lnTo>
                  <a:lnTo>
                    <a:pt x="1516" y="1294"/>
                  </a:lnTo>
                  <a:lnTo>
                    <a:pt x="1451" y="1275"/>
                  </a:lnTo>
                  <a:lnTo>
                    <a:pt x="1261" y="1251"/>
                  </a:lnTo>
                  <a:lnTo>
                    <a:pt x="1246" y="1249"/>
                  </a:lnTo>
                  <a:lnTo>
                    <a:pt x="1144" y="1249"/>
                  </a:lnTo>
                  <a:lnTo>
                    <a:pt x="1103" y="1254"/>
                  </a:lnTo>
                  <a:lnTo>
                    <a:pt x="1012" y="1266"/>
                  </a:lnTo>
                  <a:lnTo>
                    <a:pt x="956" y="1297"/>
                  </a:lnTo>
                  <a:lnTo>
                    <a:pt x="941" y="1315"/>
                  </a:lnTo>
                  <a:lnTo>
                    <a:pt x="725" y="1664"/>
                  </a:lnTo>
                  <a:lnTo>
                    <a:pt x="656" y="1847"/>
                  </a:lnTo>
                  <a:lnTo>
                    <a:pt x="565" y="1928"/>
                  </a:lnTo>
                  <a:lnTo>
                    <a:pt x="551" y="1939"/>
                  </a:lnTo>
                  <a:lnTo>
                    <a:pt x="499" y="1980"/>
                  </a:lnTo>
                  <a:lnTo>
                    <a:pt x="454" y="2015"/>
                  </a:lnTo>
                  <a:lnTo>
                    <a:pt x="437" y="2026"/>
                  </a:lnTo>
                  <a:lnTo>
                    <a:pt x="405" y="2026"/>
                  </a:lnTo>
                  <a:lnTo>
                    <a:pt x="166" y="1927"/>
                  </a:lnTo>
                  <a:lnTo>
                    <a:pt x="141" y="1895"/>
                  </a:lnTo>
                  <a:lnTo>
                    <a:pt x="40" y="1771"/>
                  </a:lnTo>
                  <a:lnTo>
                    <a:pt x="8" y="1733"/>
                  </a:lnTo>
                  <a:lnTo>
                    <a:pt x="0" y="1670"/>
                  </a:lnTo>
                  <a:lnTo>
                    <a:pt x="4" y="1416"/>
                  </a:lnTo>
                  <a:lnTo>
                    <a:pt x="5" y="1402"/>
                  </a:lnTo>
                  <a:lnTo>
                    <a:pt x="15" y="1354"/>
                  </a:lnTo>
                  <a:lnTo>
                    <a:pt x="17" y="1345"/>
                  </a:lnTo>
                  <a:lnTo>
                    <a:pt x="275" y="928"/>
                  </a:lnTo>
                  <a:lnTo>
                    <a:pt x="303" y="894"/>
                  </a:lnTo>
                  <a:lnTo>
                    <a:pt x="339" y="872"/>
                  </a:lnTo>
                  <a:lnTo>
                    <a:pt x="369" y="865"/>
                  </a:lnTo>
                  <a:lnTo>
                    <a:pt x="561" y="856"/>
                  </a:lnTo>
                  <a:lnTo>
                    <a:pt x="591" y="855"/>
                  </a:lnTo>
                  <a:lnTo>
                    <a:pt x="609" y="863"/>
                  </a:lnTo>
                  <a:lnTo>
                    <a:pt x="630" y="887"/>
                  </a:lnTo>
                  <a:lnTo>
                    <a:pt x="658" y="918"/>
                  </a:lnTo>
                  <a:lnTo>
                    <a:pt x="661" y="927"/>
                  </a:lnTo>
                  <a:lnTo>
                    <a:pt x="670" y="947"/>
                  </a:lnTo>
                  <a:lnTo>
                    <a:pt x="727" y="965"/>
                  </a:lnTo>
                  <a:lnTo>
                    <a:pt x="777" y="965"/>
                  </a:lnTo>
                  <a:lnTo>
                    <a:pt x="845" y="954"/>
                  </a:lnTo>
                  <a:lnTo>
                    <a:pt x="865" y="951"/>
                  </a:lnTo>
                  <a:lnTo>
                    <a:pt x="903" y="929"/>
                  </a:lnTo>
                  <a:lnTo>
                    <a:pt x="980" y="877"/>
                  </a:lnTo>
                  <a:lnTo>
                    <a:pt x="999" y="858"/>
                  </a:lnTo>
                  <a:lnTo>
                    <a:pt x="1015" y="803"/>
                  </a:lnTo>
                  <a:lnTo>
                    <a:pt x="1007" y="748"/>
                  </a:lnTo>
                  <a:lnTo>
                    <a:pt x="988" y="639"/>
                  </a:lnTo>
                  <a:lnTo>
                    <a:pt x="982" y="605"/>
                  </a:lnTo>
                  <a:lnTo>
                    <a:pt x="1079" y="290"/>
                  </a:lnTo>
                  <a:lnTo>
                    <a:pt x="1248" y="239"/>
                  </a:lnTo>
                  <a:lnTo>
                    <a:pt x="1421" y="186"/>
                  </a:lnTo>
                  <a:lnTo>
                    <a:pt x="1640" y="62"/>
                  </a:lnTo>
                  <a:lnTo>
                    <a:pt x="1953" y="0"/>
                  </a:lnTo>
                  <a:lnTo>
                    <a:pt x="1986" y="10"/>
                  </a:lnTo>
                  <a:lnTo>
                    <a:pt x="2214" y="81"/>
                  </a:lnTo>
                  <a:lnTo>
                    <a:pt x="2315" y="116"/>
                  </a:lnTo>
                  <a:lnTo>
                    <a:pt x="2335" y="248"/>
                  </a:lnTo>
                  <a:lnTo>
                    <a:pt x="2351" y="353"/>
                  </a:lnTo>
                  <a:lnTo>
                    <a:pt x="2456" y="1052"/>
                  </a:lnTo>
                  <a:lnTo>
                    <a:pt x="2459" y="1069"/>
                  </a:lnTo>
                  <a:lnTo>
                    <a:pt x="2414" y="111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9456382" y="1583274"/>
              <a:ext cx="337" cy="575"/>
            </a:xfrm>
            <a:custGeom>
              <a:avLst/>
              <a:pathLst>
                <a:path w="337" h="575">
                  <a:moveTo>
                    <a:pt x="162" y="547"/>
                  </a:moveTo>
                  <a:lnTo>
                    <a:pt x="283" y="575"/>
                  </a:lnTo>
                  <a:lnTo>
                    <a:pt x="287" y="561"/>
                  </a:lnTo>
                  <a:lnTo>
                    <a:pt x="290" y="555"/>
                  </a:lnTo>
                  <a:lnTo>
                    <a:pt x="300" y="536"/>
                  </a:lnTo>
                  <a:lnTo>
                    <a:pt x="305" y="517"/>
                  </a:lnTo>
                  <a:lnTo>
                    <a:pt x="309" y="499"/>
                  </a:lnTo>
                  <a:lnTo>
                    <a:pt x="309" y="480"/>
                  </a:lnTo>
                  <a:lnTo>
                    <a:pt x="307" y="469"/>
                  </a:lnTo>
                  <a:lnTo>
                    <a:pt x="315" y="422"/>
                  </a:lnTo>
                  <a:lnTo>
                    <a:pt x="322" y="409"/>
                  </a:lnTo>
                  <a:lnTo>
                    <a:pt x="333" y="389"/>
                  </a:lnTo>
                  <a:lnTo>
                    <a:pt x="337" y="375"/>
                  </a:lnTo>
                  <a:lnTo>
                    <a:pt x="336" y="349"/>
                  </a:lnTo>
                  <a:lnTo>
                    <a:pt x="331" y="308"/>
                  </a:lnTo>
                  <a:lnTo>
                    <a:pt x="321" y="266"/>
                  </a:lnTo>
                  <a:lnTo>
                    <a:pt x="308" y="228"/>
                  </a:lnTo>
                  <a:lnTo>
                    <a:pt x="305" y="222"/>
                  </a:lnTo>
                  <a:lnTo>
                    <a:pt x="274" y="156"/>
                  </a:lnTo>
                  <a:lnTo>
                    <a:pt x="259" y="131"/>
                  </a:lnTo>
                  <a:lnTo>
                    <a:pt x="215" y="62"/>
                  </a:lnTo>
                  <a:lnTo>
                    <a:pt x="192" y="29"/>
                  </a:lnTo>
                  <a:lnTo>
                    <a:pt x="170" y="0"/>
                  </a:lnTo>
                  <a:lnTo>
                    <a:pt x="55" y="34"/>
                  </a:lnTo>
                  <a:lnTo>
                    <a:pt x="5" y="114"/>
                  </a:lnTo>
                  <a:lnTo>
                    <a:pt x="0" y="264"/>
                  </a:lnTo>
                  <a:lnTo>
                    <a:pt x="45" y="420"/>
                  </a:lnTo>
                  <a:lnTo>
                    <a:pt x="162" y="54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9455117" y="1582998"/>
              <a:ext cx="1186" cy="1830"/>
            </a:xfrm>
            <a:custGeom>
              <a:avLst/>
              <a:pathLst>
                <a:path w="1186" h="1830">
                  <a:moveTo>
                    <a:pt x="680" y="108"/>
                  </a:moveTo>
                  <a:lnTo>
                    <a:pt x="641" y="139"/>
                  </a:lnTo>
                  <a:lnTo>
                    <a:pt x="605" y="169"/>
                  </a:lnTo>
                  <a:lnTo>
                    <a:pt x="561" y="205"/>
                  </a:lnTo>
                  <a:lnTo>
                    <a:pt x="543" y="224"/>
                  </a:lnTo>
                  <a:lnTo>
                    <a:pt x="531" y="243"/>
                  </a:lnTo>
                  <a:lnTo>
                    <a:pt x="508" y="280"/>
                  </a:lnTo>
                  <a:lnTo>
                    <a:pt x="496" y="292"/>
                  </a:lnTo>
                  <a:lnTo>
                    <a:pt x="480" y="312"/>
                  </a:lnTo>
                  <a:lnTo>
                    <a:pt x="466" y="328"/>
                  </a:lnTo>
                  <a:lnTo>
                    <a:pt x="450" y="344"/>
                  </a:lnTo>
                  <a:lnTo>
                    <a:pt x="431" y="368"/>
                  </a:lnTo>
                  <a:lnTo>
                    <a:pt x="405" y="398"/>
                  </a:lnTo>
                  <a:lnTo>
                    <a:pt x="388" y="426"/>
                  </a:lnTo>
                  <a:lnTo>
                    <a:pt x="371" y="445"/>
                  </a:lnTo>
                  <a:lnTo>
                    <a:pt x="357" y="454"/>
                  </a:lnTo>
                  <a:lnTo>
                    <a:pt x="344" y="464"/>
                  </a:lnTo>
                  <a:lnTo>
                    <a:pt x="329" y="482"/>
                  </a:lnTo>
                  <a:lnTo>
                    <a:pt x="322" y="489"/>
                  </a:lnTo>
                  <a:lnTo>
                    <a:pt x="304" y="507"/>
                  </a:lnTo>
                  <a:lnTo>
                    <a:pt x="290" y="522"/>
                  </a:lnTo>
                  <a:lnTo>
                    <a:pt x="261" y="557"/>
                  </a:lnTo>
                  <a:lnTo>
                    <a:pt x="246" y="579"/>
                  </a:lnTo>
                  <a:lnTo>
                    <a:pt x="232" y="607"/>
                  </a:lnTo>
                  <a:lnTo>
                    <a:pt x="218" y="633"/>
                  </a:lnTo>
                  <a:lnTo>
                    <a:pt x="200" y="664"/>
                  </a:lnTo>
                  <a:lnTo>
                    <a:pt x="171" y="721"/>
                  </a:lnTo>
                  <a:lnTo>
                    <a:pt x="144" y="790"/>
                  </a:lnTo>
                  <a:lnTo>
                    <a:pt x="100" y="881"/>
                  </a:lnTo>
                  <a:lnTo>
                    <a:pt x="76" y="923"/>
                  </a:lnTo>
                  <a:lnTo>
                    <a:pt x="69" y="944"/>
                  </a:lnTo>
                  <a:lnTo>
                    <a:pt x="54" y="961"/>
                  </a:lnTo>
                  <a:lnTo>
                    <a:pt x="44" y="976"/>
                  </a:lnTo>
                  <a:lnTo>
                    <a:pt x="28" y="1052"/>
                  </a:lnTo>
                  <a:lnTo>
                    <a:pt x="19" y="1087"/>
                  </a:lnTo>
                  <a:lnTo>
                    <a:pt x="12" y="1159"/>
                  </a:lnTo>
                  <a:lnTo>
                    <a:pt x="5" y="1216"/>
                  </a:lnTo>
                  <a:lnTo>
                    <a:pt x="0" y="1262"/>
                  </a:lnTo>
                  <a:lnTo>
                    <a:pt x="1" y="1324"/>
                  </a:lnTo>
                  <a:lnTo>
                    <a:pt x="10" y="1358"/>
                  </a:lnTo>
                  <a:lnTo>
                    <a:pt x="18" y="1375"/>
                  </a:lnTo>
                  <a:lnTo>
                    <a:pt x="26" y="1391"/>
                  </a:lnTo>
                  <a:lnTo>
                    <a:pt x="45" y="1410"/>
                  </a:lnTo>
                  <a:lnTo>
                    <a:pt x="95" y="1449"/>
                  </a:lnTo>
                  <a:lnTo>
                    <a:pt x="144" y="1486"/>
                  </a:lnTo>
                  <a:lnTo>
                    <a:pt x="167" y="1501"/>
                  </a:lnTo>
                  <a:lnTo>
                    <a:pt x="213" y="1527"/>
                  </a:lnTo>
                  <a:lnTo>
                    <a:pt x="282" y="1562"/>
                  </a:lnTo>
                  <a:lnTo>
                    <a:pt x="316" y="1576"/>
                  </a:lnTo>
                  <a:lnTo>
                    <a:pt x="396" y="1611"/>
                  </a:lnTo>
                  <a:lnTo>
                    <a:pt x="450" y="1637"/>
                  </a:lnTo>
                  <a:lnTo>
                    <a:pt x="483" y="1652"/>
                  </a:lnTo>
                  <a:lnTo>
                    <a:pt x="502" y="1656"/>
                  </a:lnTo>
                  <a:lnTo>
                    <a:pt x="532" y="1668"/>
                  </a:lnTo>
                  <a:lnTo>
                    <a:pt x="545" y="1671"/>
                  </a:lnTo>
                  <a:lnTo>
                    <a:pt x="572" y="1680"/>
                  </a:lnTo>
                  <a:lnTo>
                    <a:pt x="577" y="1682"/>
                  </a:lnTo>
                  <a:lnTo>
                    <a:pt x="580" y="1686"/>
                  </a:lnTo>
                  <a:lnTo>
                    <a:pt x="584" y="1688"/>
                  </a:lnTo>
                  <a:lnTo>
                    <a:pt x="589" y="1688"/>
                  </a:lnTo>
                  <a:lnTo>
                    <a:pt x="597" y="1691"/>
                  </a:lnTo>
                  <a:lnTo>
                    <a:pt x="607" y="1696"/>
                  </a:lnTo>
                  <a:lnTo>
                    <a:pt x="614" y="1697"/>
                  </a:lnTo>
                  <a:lnTo>
                    <a:pt x="621" y="1701"/>
                  </a:lnTo>
                  <a:lnTo>
                    <a:pt x="627" y="1705"/>
                  </a:lnTo>
                  <a:lnTo>
                    <a:pt x="632" y="1707"/>
                  </a:lnTo>
                  <a:lnTo>
                    <a:pt x="647" y="1714"/>
                  </a:lnTo>
                  <a:lnTo>
                    <a:pt x="652" y="1716"/>
                  </a:lnTo>
                  <a:lnTo>
                    <a:pt x="661" y="1721"/>
                  </a:lnTo>
                  <a:lnTo>
                    <a:pt x="668" y="1723"/>
                  </a:lnTo>
                  <a:lnTo>
                    <a:pt x="673" y="1723"/>
                  </a:lnTo>
                  <a:lnTo>
                    <a:pt x="680" y="1724"/>
                  </a:lnTo>
                  <a:lnTo>
                    <a:pt x="691" y="1729"/>
                  </a:lnTo>
                  <a:lnTo>
                    <a:pt x="704" y="1734"/>
                  </a:lnTo>
                  <a:lnTo>
                    <a:pt x="716" y="1737"/>
                  </a:lnTo>
                  <a:lnTo>
                    <a:pt x="725" y="1740"/>
                  </a:lnTo>
                  <a:lnTo>
                    <a:pt x="738" y="1745"/>
                  </a:lnTo>
                  <a:lnTo>
                    <a:pt x="757" y="1755"/>
                  </a:lnTo>
                  <a:lnTo>
                    <a:pt x="781" y="1765"/>
                  </a:lnTo>
                  <a:lnTo>
                    <a:pt x="792" y="1771"/>
                  </a:lnTo>
                  <a:lnTo>
                    <a:pt x="806" y="1777"/>
                  </a:lnTo>
                  <a:lnTo>
                    <a:pt x="833" y="1789"/>
                  </a:lnTo>
                  <a:lnTo>
                    <a:pt x="855" y="1797"/>
                  </a:lnTo>
                  <a:lnTo>
                    <a:pt x="863" y="1797"/>
                  </a:lnTo>
                  <a:lnTo>
                    <a:pt x="916" y="1793"/>
                  </a:lnTo>
                  <a:lnTo>
                    <a:pt x="940" y="1796"/>
                  </a:lnTo>
                  <a:lnTo>
                    <a:pt x="983" y="1802"/>
                  </a:lnTo>
                  <a:lnTo>
                    <a:pt x="1026" y="1808"/>
                  </a:lnTo>
                  <a:lnTo>
                    <a:pt x="1034" y="1808"/>
                  </a:lnTo>
                  <a:lnTo>
                    <a:pt x="1045" y="1809"/>
                  </a:lnTo>
                  <a:lnTo>
                    <a:pt x="1051" y="1811"/>
                  </a:lnTo>
                  <a:lnTo>
                    <a:pt x="1069" y="1819"/>
                  </a:lnTo>
                  <a:lnTo>
                    <a:pt x="1093" y="1825"/>
                  </a:lnTo>
                  <a:lnTo>
                    <a:pt x="1114" y="1828"/>
                  </a:lnTo>
                  <a:lnTo>
                    <a:pt x="1137" y="1830"/>
                  </a:lnTo>
                  <a:lnTo>
                    <a:pt x="1142" y="1828"/>
                  </a:lnTo>
                  <a:lnTo>
                    <a:pt x="1153" y="1799"/>
                  </a:lnTo>
                  <a:lnTo>
                    <a:pt x="1155" y="1789"/>
                  </a:lnTo>
                  <a:lnTo>
                    <a:pt x="1160" y="1760"/>
                  </a:lnTo>
                  <a:lnTo>
                    <a:pt x="1163" y="1731"/>
                  </a:lnTo>
                  <a:lnTo>
                    <a:pt x="1169" y="1707"/>
                  </a:lnTo>
                  <a:lnTo>
                    <a:pt x="1175" y="1692"/>
                  </a:lnTo>
                  <a:lnTo>
                    <a:pt x="1186" y="1671"/>
                  </a:lnTo>
                  <a:lnTo>
                    <a:pt x="1184" y="1662"/>
                  </a:lnTo>
                  <a:lnTo>
                    <a:pt x="1176" y="1635"/>
                  </a:lnTo>
                  <a:lnTo>
                    <a:pt x="1165" y="1613"/>
                  </a:lnTo>
                  <a:lnTo>
                    <a:pt x="1150" y="1594"/>
                  </a:lnTo>
                  <a:lnTo>
                    <a:pt x="1136" y="1576"/>
                  </a:lnTo>
                  <a:lnTo>
                    <a:pt x="1121" y="1552"/>
                  </a:lnTo>
                  <a:lnTo>
                    <a:pt x="1109" y="1539"/>
                  </a:lnTo>
                  <a:lnTo>
                    <a:pt x="1093" y="1525"/>
                  </a:lnTo>
                  <a:lnTo>
                    <a:pt x="1085" y="1513"/>
                  </a:lnTo>
                  <a:lnTo>
                    <a:pt x="1075" y="1477"/>
                  </a:lnTo>
                  <a:lnTo>
                    <a:pt x="1071" y="1460"/>
                  </a:lnTo>
                  <a:lnTo>
                    <a:pt x="1060" y="1436"/>
                  </a:lnTo>
                  <a:lnTo>
                    <a:pt x="1053" y="1413"/>
                  </a:lnTo>
                  <a:lnTo>
                    <a:pt x="1045" y="1372"/>
                  </a:lnTo>
                  <a:lnTo>
                    <a:pt x="1035" y="1342"/>
                  </a:lnTo>
                  <a:lnTo>
                    <a:pt x="1032" y="1318"/>
                  </a:lnTo>
                  <a:lnTo>
                    <a:pt x="1030" y="1298"/>
                  </a:lnTo>
                  <a:lnTo>
                    <a:pt x="1029" y="1284"/>
                  </a:lnTo>
                  <a:lnTo>
                    <a:pt x="1024" y="1244"/>
                  </a:lnTo>
                  <a:lnTo>
                    <a:pt x="1006" y="1202"/>
                  </a:lnTo>
                  <a:lnTo>
                    <a:pt x="996" y="1177"/>
                  </a:lnTo>
                  <a:lnTo>
                    <a:pt x="989" y="1155"/>
                  </a:lnTo>
                  <a:lnTo>
                    <a:pt x="981" y="1142"/>
                  </a:lnTo>
                  <a:lnTo>
                    <a:pt x="972" y="1128"/>
                  </a:lnTo>
                  <a:lnTo>
                    <a:pt x="967" y="1111"/>
                  </a:lnTo>
                  <a:lnTo>
                    <a:pt x="965" y="1104"/>
                  </a:lnTo>
                  <a:lnTo>
                    <a:pt x="952" y="1088"/>
                  </a:lnTo>
                  <a:lnTo>
                    <a:pt x="931" y="1053"/>
                  </a:lnTo>
                  <a:lnTo>
                    <a:pt x="922" y="1027"/>
                  </a:lnTo>
                  <a:lnTo>
                    <a:pt x="923" y="1003"/>
                  </a:lnTo>
                  <a:lnTo>
                    <a:pt x="926" y="991"/>
                  </a:lnTo>
                  <a:lnTo>
                    <a:pt x="925" y="986"/>
                  </a:lnTo>
                  <a:lnTo>
                    <a:pt x="913" y="960"/>
                  </a:lnTo>
                  <a:lnTo>
                    <a:pt x="910" y="946"/>
                  </a:lnTo>
                  <a:lnTo>
                    <a:pt x="903" y="927"/>
                  </a:lnTo>
                  <a:lnTo>
                    <a:pt x="886" y="891"/>
                  </a:lnTo>
                  <a:lnTo>
                    <a:pt x="880" y="862"/>
                  </a:lnTo>
                  <a:lnTo>
                    <a:pt x="879" y="847"/>
                  </a:lnTo>
                  <a:lnTo>
                    <a:pt x="884" y="835"/>
                  </a:lnTo>
                  <a:lnTo>
                    <a:pt x="886" y="828"/>
                  </a:lnTo>
                  <a:lnTo>
                    <a:pt x="882" y="823"/>
                  </a:lnTo>
                  <a:lnTo>
                    <a:pt x="879" y="819"/>
                  </a:lnTo>
                  <a:lnTo>
                    <a:pt x="876" y="801"/>
                  </a:lnTo>
                  <a:lnTo>
                    <a:pt x="866" y="754"/>
                  </a:lnTo>
                  <a:lnTo>
                    <a:pt x="851" y="669"/>
                  </a:lnTo>
                  <a:lnTo>
                    <a:pt x="843" y="623"/>
                  </a:lnTo>
                  <a:lnTo>
                    <a:pt x="839" y="593"/>
                  </a:lnTo>
                  <a:lnTo>
                    <a:pt x="835" y="554"/>
                  </a:lnTo>
                  <a:lnTo>
                    <a:pt x="836" y="527"/>
                  </a:lnTo>
                  <a:lnTo>
                    <a:pt x="839" y="475"/>
                  </a:lnTo>
                  <a:lnTo>
                    <a:pt x="843" y="440"/>
                  </a:lnTo>
                  <a:lnTo>
                    <a:pt x="844" y="415"/>
                  </a:lnTo>
                  <a:lnTo>
                    <a:pt x="841" y="372"/>
                  </a:lnTo>
                  <a:lnTo>
                    <a:pt x="839" y="354"/>
                  </a:lnTo>
                  <a:lnTo>
                    <a:pt x="833" y="336"/>
                  </a:lnTo>
                  <a:lnTo>
                    <a:pt x="831" y="327"/>
                  </a:lnTo>
                  <a:lnTo>
                    <a:pt x="831" y="320"/>
                  </a:lnTo>
                  <a:lnTo>
                    <a:pt x="832" y="307"/>
                  </a:lnTo>
                  <a:lnTo>
                    <a:pt x="829" y="293"/>
                  </a:lnTo>
                  <a:lnTo>
                    <a:pt x="809" y="255"/>
                  </a:lnTo>
                  <a:lnTo>
                    <a:pt x="801" y="228"/>
                  </a:lnTo>
                  <a:lnTo>
                    <a:pt x="792" y="169"/>
                  </a:lnTo>
                  <a:lnTo>
                    <a:pt x="790" y="148"/>
                  </a:lnTo>
                  <a:lnTo>
                    <a:pt x="790" y="138"/>
                  </a:lnTo>
                  <a:lnTo>
                    <a:pt x="789" y="121"/>
                  </a:lnTo>
                  <a:lnTo>
                    <a:pt x="783" y="87"/>
                  </a:lnTo>
                  <a:lnTo>
                    <a:pt x="785" y="70"/>
                  </a:lnTo>
                  <a:lnTo>
                    <a:pt x="789" y="62"/>
                  </a:lnTo>
                  <a:lnTo>
                    <a:pt x="795" y="54"/>
                  </a:lnTo>
                  <a:lnTo>
                    <a:pt x="799" y="41"/>
                  </a:lnTo>
                  <a:lnTo>
                    <a:pt x="807" y="13"/>
                  </a:lnTo>
                  <a:lnTo>
                    <a:pt x="807" y="3"/>
                  </a:lnTo>
                  <a:lnTo>
                    <a:pt x="802" y="0"/>
                  </a:lnTo>
                  <a:lnTo>
                    <a:pt x="790" y="2"/>
                  </a:lnTo>
                  <a:lnTo>
                    <a:pt x="780" y="9"/>
                  </a:lnTo>
                  <a:lnTo>
                    <a:pt x="763" y="27"/>
                  </a:lnTo>
                  <a:lnTo>
                    <a:pt x="726" y="64"/>
                  </a:lnTo>
                  <a:lnTo>
                    <a:pt x="680" y="10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9461167" y="1580361"/>
              <a:ext cx="17" cy="35"/>
            </a:xfrm>
            <a:custGeom>
              <a:avLst/>
              <a:pathLst>
                <a:path w="17" h="35">
                  <a:moveTo>
                    <a:pt x="14" y="33"/>
                  </a:moveTo>
                  <a:lnTo>
                    <a:pt x="6" y="35"/>
                  </a:lnTo>
                  <a:lnTo>
                    <a:pt x="4" y="29"/>
                  </a:lnTo>
                  <a:lnTo>
                    <a:pt x="5" y="24"/>
                  </a:lnTo>
                  <a:lnTo>
                    <a:pt x="5" y="19"/>
                  </a:lnTo>
                  <a:lnTo>
                    <a:pt x="5" y="14"/>
                  </a:lnTo>
                  <a:lnTo>
                    <a:pt x="3" y="7"/>
                  </a:lnTo>
                  <a:lnTo>
                    <a:pt x="0" y="0"/>
                  </a:lnTo>
                  <a:lnTo>
                    <a:pt x="6" y="0"/>
                  </a:lnTo>
                  <a:lnTo>
                    <a:pt x="11" y="4"/>
                  </a:lnTo>
                  <a:lnTo>
                    <a:pt x="15" y="8"/>
                  </a:lnTo>
                  <a:lnTo>
                    <a:pt x="17" y="14"/>
                  </a:lnTo>
                  <a:lnTo>
                    <a:pt x="17" y="24"/>
                  </a:lnTo>
                  <a:lnTo>
                    <a:pt x="14" y="3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9459241" y="1579414"/>
              <a:ext cx="278" cy="320"/>
            </a:xfrm>
            <a:custGeom>
              <a:avLst/>
              <a:pathLst>
                <a:path w="278" h="320">
                  <a:moveTo>
                    <a:pt x="0" y="252"/>
                  </a:moveTo>
                  <a:lnTo>
                    <a:pt x="34" y="320"/>
                  </a:lnTo>
                  <a:lnTo>
                    <a:pt x="115" y="314"/>
                  </a:lnTo>
                  <a:lnTo>
                    <a:pt x="182" y="287"/>
                  </a:lnTo>
                  <a:lnTo>
                    <a:pt x="185" y="254"/>
                  </a:lnTo>
                  <a:lnTo>
                    <a:pt x="186" y="241"/>
                  </a:lnTo>
                  <a:lnTo>
                    <a:pt x="188" y="234"/>
                  </a:lnTo>
                  <a:lnTo>
                    <a:pt x="187" y="214"/>
                  </a:lnTo>
                  <a:lnTo>
                    <a:pt x="187" y="208"/>
                  </a:lnTo>
                  <a:lnTo>
                    <a:pt x="189" y="202"/>
                  </a:lnTo>
                  <a:lnTo>
                    <a:pt x="191" y="195"/>
                  </a:lnTo>
                  <a:lnTo>
                    <a:pt x="193" y="184"/>
                  </a:lnTo>
                  <a:lnTo>
                    <a:pt x="195" y="173"/>
                  </a:lnTo>
                  <a:lnTo>
                    <a:pt x="200" y="158"/>
                  </a:lnTo>
                  <a:lnTo>
                    <a:pt x="214" y="130"/>
                  </a:lnTo>
                  <a:lnTo>
                    <a:pt x="221" y="115"/>
                  </a:lnTo>
                  <a:lnTo>
                    <a:pt x="242" y="87"/>
                  </a:lnTo>
                  <a:lnTo>
                    <a:pt x="251" y="76"/>
                  </a:lnTo>
                  <a:lnTo>
                    <a:pt x="259" y="62"/>
                  </a:lnTo>
                  <a:lnTo>
                    <a:pt x="271" y="52"/>
                  </a:lnTo>
                  <a:lnTo>
                    <a:pt x="275" y="45"/>
                  </a:lnTo>
                  <a:lnTo>
                    <a:pt x="278" y="36"/>
                  </a:lnTo>
                  <a:lnTo>
                    <a:pt x="267" y="24"/>
                  </a:lnTo>
                  <a:lnTo>
                    <a:pt x="243" y="0"/>
                  </a:lnTo>
                  <a:lnTo>
                    <a:pt x="201" y="10"/>
                  </a:lnTo>
                  <a:lnTo>
                    <a:pt x="164" y="16"/>
                  </a:lnTo>
                  <a:lnTo>
                    <a:pt x="164" y="21"/>
                  </a:lnTo>
                  <a:lnTo>
                    <a:pt x="160" y="26"/>
                  </a:lnTo>
                  <a:lnTo>
                    <a:pt x="158" y="33"/>
                  </a:lnTo>
                  <a:lnTo>
                    <a:pt x="151" y="41"/>
                  </a:lnTo>
                  <a:lnTo>
                    <a:pt x="136" y="54"/>
                  </a:lnTo>
                  <a:lnTo>
                    <a:pt x="124" y="61"/>
                  </a:lnTo>
                  <a:lnTo>
                    <a:pt x="115" y="63"/>
                  </a:lnTo>
                  <a:lnTo>
                    <a:pt x="105" y="64"/>
                  </a:lnTo>
                  <a:lnTo>
                    <a:pt x="99" y="65"/>
                  </a:lnTo>
                  <a:lnTo>
                    <a:pt x="91" y="65"/>
                  </a:lnTo>
                  <a:lnTo>
                    <a:pt x="86" y="69"/>
                  </a:lnTo>
                  <a:lnTo>
                    <a:pt x="81" y="75"/>
                  </a:lnTo>
                  <a:lnTo>
                    <a:pt x="73" y="93"/>
                  </a:lnTo>
                  <a:lnTo>
                    <a:pt x="67" y="102"/>
                  </a:lnTo>
                  <a:lnTo>
                    <a:pt x="61" y="111"/>
                  </a:lnTo>
                  <a:lnTo>
                    <a:pt x="55" y="118"/>
                  </a:lnTo>
                  <a:lnTo>
                    <a:pt x="49" y="123"/>
                  </a:lnTo>
                  <a:lnTo>
                    <a:pt x="45" y="127"/>
                  </a:lnTo>
                  <a:lnTo>
                    <a:pt x="38" y="132"/>
                  </a:lnTo>
                  <a:lnTo>
                    <a:pt x="26" y="143"/>
                  </a:lnTo>
                  <a:lnTo>
                    <a:pt x="0" y="25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9459731" y="1579099"/>
              <a:ext cx="264" cy="246"/>
            </a:xfrm>
            <a:custGeom>
              <a:avLst/>
              <a:pathLst>
                <a:path w="264" h="246">
                  <a:moveTo>
                    <a:pt x="2" y="242"/>
                  </a:moveTo>
                  <a:lnTo>
                    <a:pt x="7" y="246"/>
                  </a:lnTo>
                  <a:lnTo>
                    <a:pt x="13" y="243"/>
                  </a:lnTo>
                  <a:lnTo>
                    <a:pt x="19" y="236"/>
                  </a:lnTo>
                  <a:lnTo>
                    <a:pt x="25" y="231"/>
                  </a:lnTo>
                  <a:lnTo>
                    <a:pt x="31" y="228"/>
                  </a:lnTo>
                  <a:lnTo>
                    <a:pt x="35" y="227"/>
                  </a:lnTo>
                  <a:lnTo>
                    <a:pt x="49" y="224"/>
                  </a:lnTo>
                  <a:lnTo>
                    <a:pt x="55" y="223"/>
                  </a:lnTo>
                  <a:lnTo>
                    <a:pt x="60" y="220"/>
                  </a:lnTo>
                  <a:lnTo>
                    <a:pt x="66" y="217"/>
                  </a:lnTo>
                  <a:lnTo>
                    <a:pt x="105" y="189"/>
                  </a:lnTo>
                  <a:lnTo>
                    <a:pt x="114" y="183"/>
                  </a:lnTo>
                  <a:lnTo>
                    <a:pt x="122" y="178"/>
                  </a:lnTo>
                  <a:lnTo>
                    <a:pt x="126" y="176"/>
                  </a:lnTo>
                  <a:lnTo>
                    <a:pt x="142" y="170"/>
                  </a:lnTo>
                  <a:lnTo>
                    <a:pt x="149" y="167"/>
                  </a:lnTo>
                  <a:lnTo>
                    <a:pt x="158" y="165"/>
                  </a:lnTo>
                  <a:lnTo>
                    <a:pt x="165" y="170"/>
                  </a:lnTo>
                  <a:lnTo>
                    <a:pt x="171" y="169"/>
                  </a:lnTo>
                  <a:lnTo>
                    <a:pt x="175" y="164"/>
                  </a:lnTo>
                  <a:lnTo>
                    <a:pt x="178" y="159"/>
                  </a:lnTo>
                  <a:lnTo>
                    <a:pt x="180" y="155"/>
                  </a:lnTo>
                  <a:lnTo>
                    <a:pt x="181" y="150"/>
                  </a:lnTo>
                  <a:lnTo>
                    <a:pt x="181" y="144"/>
                  </a:lnTo>
                  <a:lnTo>
                    <a:pt x="178" y="135"/>
                  </a:lnTo>
                  <a:lnTo>
                    <a:pt x="177" y="125"/>
                  </a:lnTo>
                  <a:lnTo>
                    <a:pt x="177" y="115"/>
                  </a:lnTo>
                  <a:lnTo>
                    <a:pt x="180" y="90"/>
                  </a:lnTo>
                  <a:lnTo>
                    <a:pt x="179" y="84"/>
                  </a:lnTo>
                  <a:lnTo>
                    <a:pt x="182" y="77"/>
                  </a:lnTo>
                  <a:lnTo>
                    <a:pt x="187" y="71"/>
                  </a:lnTo>
                  <a:lnTo>
                    <a:pt x="191" y="67"/>
                  </a:lnTo>
                  <a:lnTo>
                    <a:pt x="200" y="59"/>
                  </a:lnTo>
                  <a:lnTo>
                    <a:pt x="204" y="55"/>
                  </a:lnTo>
                  <a:lnTo>
                    <a:pt x="212" y="49"/>
                  </a:lnTo>
                  <a:lnTo>
                    <a:pt x="226" y="38"/>
                  </a:lnTo>
                  <a:lnTo>
                    <a:pt x="242" y="27"/>
                  </a:lnTo>
                  <a:lnTo>
                    <a:pt x="248" y="22"/>
                  </a:lnTo>
                  <a:lnTo>
                    <a:pt x="253" y="17"/>
                  </a:lnTo>
                  <a:lnTo>
                    <a:pt x="257" y="11"/>
                  </a:lnTo>
                  <a:lnTo>
                    <a:pt x="264" y="0"/>
                  </a:lnTo>
                  <a:lnTo>
                    <a:pt x="259" y="0"/>
                  </a:lnTo>
                  <a:lnTo>
                    <a:pt x="255" y="1"/>
                  </a:lnTo>
                  <a:lnTo>
                    <a:pt x="250" y="3"/>
                  </a:lnTo>
                  <a:lnTo>
                    <a:pt x="245" y="6"/>
                  </a:lnTo>
                  <a:lnTo>
                    <a:pt x="240" y="9"/>
                  </a:lnTo>
                  <a:lnTo>
                    <a:pt x="218" y="21"/>
                  </a:lnTo>
                  <a:lnTo>
                    <a:pt x="207" y="27"/>
                  </a:lnTo>
                  <a:lnTo>
                    <a:pt x="171" y="47"/>
                  </a:lnTo>
                  <a:lnTo>
                    <a:pt x="137" y="69"/>
                  </a:lnTo>
                  <a:lnTo>
                    <a:pt x="124" y="80"/>
                  </a:lnTo>
                  <a:lnTo>
                    <a:pt x="115" y="93"/>
                  </a:lnTo>
                  <a:lnTo>
                    <a:pt x="109" y="102"/>
                  </a:lnTo>
                  <a:lnTo>
                    <a:pt x="100" y="114"/>
                  </a:lnTo>
                  <a:lnTo>
                    <a:pt x="92" y="127"/>
                  </a:lnTo>
                  <a:lnTo>
                    <a:pt x="81" y="143"/>
                  </a:lnTo>
                  <a:lnTo>
                    <a:pt x="76" y="150"/>
                  </a:lnTo>
                  <a:lnTo>
                    <a:pt x="72" y="154"/>
                  </a:lnTo>
                  <a:lnTo>
                    <a:pt x="31" y="193"/>
                  </a:lnTo>
                  <a:lnTo>
                    <a:pt x="27" y="196"/>
                  </a:lnTo>
                  <a:lnTo>
                    <a:pt x="22" y="198"/>
                  </a:lnTo>
                  <a:lnTo>
                    <a:pt x="18" y="203"/>
                  </a:lnTo>
                  <a:lnTo>
                    <a:pt x="11" y="211"/>
                  </a:lnTo>
                  <a:lnTo>
                    <a:pt x="8" y="215"/>
                  </a:lnTo>
                  <a:lnTo>
                    <a:pt x="4" y="221"/>
                  </a:lnTo>
                  <a:lnTo>
                    <a:pt x="0" y="228"/>
                  </a:lnTo>
                  <a:lnTo>
                    <a:pt x="0" y="235"/>
                  </a:lnTo>
                  <a:lnTo>
                    <a:pt x="2" y="24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9461040" y="1579280"/>
              <a:ext cx="436" cy="1118"/>
            </a:xfrm>
            <a:custGeom>
              <a:avLst/>
              <a:pathLst>
                <a:path w="436" h="1118">
                  <a:moveTo>
                    <a:pt x="46" y="1106"/>
                  </a:moveTo>
                  <a:lnTo>
                    <a:pt x="52" y="1109"/>
                  </a:lnTo>
                  <a:lnTo>
                    <a:pt x="58" y="1110"/>
                  </a:lnTo>
                  <a:lnTo>
                    <a:pt x="63" y="1109"/>
                  </a:lnTo>
                  <a:lnTo>
                    <a:pt x="68" y="1108"/>
                  </a:lnTo>
                  <a:lnTo>
                    <a:pt x="76" y="1101"/>
                  </a:lnTo>
                  <a:lnTo>
                    <a:pt x="82" y="1098"/>
                  </a:lnTo>
                  <a:lnTo>
                    <a:pt x="89" y="1092"/>
                  </a:lnTo>
                  <a:lnTo>
                    <a:pt x="94" y="1089"/>
                  </a:lnTo>
                  <a:lnTo>
                    <a:pt x="99" y="1085"/>
                  </a:lnTo>
                  <a:lnTo>
                    <a:pt x="104" y="1083"/>
                  </a:lnTo>
                  <a:lnTo>
                    <a:pt x="110" y="1080"/>
                  </a:lnTo>
                  <a:lnTo>
                    <a:pt x="116" y="1081"/>
                  </a:lnTo>
                  <a:lnTo>
                    <a:pt x="111" y="1086"/>
                  </a:lnTo>
                  <a:lnTo>
                    <a:pt x="107" y="1091"/>
                  </a:lnTo>
                  <a:lnTo>
                    <a:pt x="104" y="1096"/>
                  </a:lnTo>
                  <a:lnTo>
                    <a:pt x="100" y="1103"/>
                  </a:lnTo>
                  <a:lnTo>
                    <a:pt x="96" y="1107"/>
                  </a:lnTo>
                  <a:lnTo>
                    <a:pt x="90" y="1111"/>
                  </a:lnTo>
                  <a:lnTo>
                    <a:pt x="84" y="1113"/>
                  </a:lnTo>
                  <a:lnTo>
                    <a:pt x="79" y="1115"/>
                  </a:lnTo>
                  <a:lnTo>
                    <a:pt x="74" y="1116"/>
                  </a:lnTo>
                  <a:lnTo>
                    <a:pt x="68" y="1117"/>
                  </a:lnTo>
                  <a:lnTo>
                    <a:pt x="63" y="1118"/>
                  </a:lnTo>
                  <a:lnTo>
                    <a:pt x="59" y="1118"/>
                  </a:lnTo>
                  <a:lnTo>
                    <a:pt x="53" y="1117"/>
                  </a:lnTo>
                  <a:lnTo>
                    <a:pt x="47" y="1116"/>
                  </a:lnTo>
                  <a:lnTo>
                    <a:pt x="37" y="1113"/>
                  </a:lnTo>
                  <a:lnTo>
                    <a:pt x="32" y="1109"/>
                  </a:lnTo>
                  <a:lnTo>
                    <a:pt x="24" y="1098"/>
                  </a:lnTo>
                  <a:lnTo>
                    <a:pt x="20" y="1089"/>
                  </a:lnTo>
                  <a:lnTo>
                    <a:pt x="15" y="1072"/>
                  </a:lnTo>
                  <a:lnTo>
                    <a:pt x="9" y="1065"/>
                  </a:lnTo>
                  <a:lnTo>
                    <a:pt x="3" y="1057"/>
                  </a:lnTo>
                  <a:lnTo>
                    <a:pt x="1" y="1046"/>
                  </a:lnTo>
                  <a:lnTo>
                    <a:pt x="0" y="1034"/>
                  </a:lnTo>
                  <a:lnTo>
                    <a:pt x="2" y="1023"/>
                  </a:lnTo>
                  <a:lnTo>
                    <a:pt x="18" y="944"/>
                  </a:lnTo>
                  <a:lnTo>
                    <a:pt x="33" y="882"/>
                  </a:lnTo>
                  <a:lnTo>
                    <a:pt x="67" y="876"/>
                  </a:lnTo>
                  <a:lnTo>
                    <a:pt x="93" y="858"/>
                  </a:lnTo>
                  <a:lnTo>
                    <a:pt x="97" y="853"/>
                  </a:lnTo>
                  <a:lnTo>
                    <a:pt x="102" y="848"/>
                  </a:lnTo>
                  <a:lnTo>
                    <a:pt x="106" y="843"/>
                  </a:lnTo>
                  <a:lnTo>
                    <a:pt x="110" y="836"/>
                  </a:lnTo>
                  <a:lnTo>
                    <a:pt x="144" y="732"/>
                  </a:lnTo>
                  <a:lnTo>
                    <a:pt x="148" y="719"/>
                  </a:lnTo>
                  <a:lnTo>
                    <a:pt x="183" y="605"/>
                  </a:lnTo>
                  <a:lnTo>
                    <a:pt x="190" y="582"/>
                  </a:lnTo>
                  <a:lnTo>
                    <a:pt x="241" y="491"/>
                  </a:lnTo>
                  <a:lnTo>
                    <a:pt x="246" y="487"/>
                  </a:lnTo>
                  <a:lnTo>
                    <a:pt x="310" y="375"/>
                  </a:lnTo>
                  <a:lnTo>
                    <a:pt x="324" y="351"/>
                  </a:lnTo>
                  <a:lnTo>
                    <a:pt x="329" y="339"/>
                  </a:lnTo>
                  <a:lnTo>
                    <a:pt x="331" y="331"/>
                  </a:lnTo>
                  <a:lnTo>
                    <a:pt x="338" y="307"/>
                  </a:lnTo>
                  <a:lnTo>
                    <a:pt x="339" y="295"/>
                  </a:lnTo>
                  <a:lnTo>
                    <a:pt x="339" y="289"/>
                  </a:lnTo>
                  <a:lnTo>
                    <a:pt x="339" y="284"/>
                  </a:lnTo>
                  <a:lnTo>
                    <a:pt x="336" y="272"/>
                  </a:lnTo>
                  <a:lnTo>
                    <a:pt x="328" y="251"/>
                  </a:lnTo>
                  <a:lnTo>
                    <a:pt x="328" y="240"/>
                  </a:lnTo>
                  <a:lnTo>
                    <a:pt x="338" y="183"/>
                  </a:lnTo>
                  <a:lnTo>
                    <a:pt x="354" y="148"/>
                  </a:lnTo>
                  <a:lnTo>
                    <a:pt x="388" y="81"/>
                  </a:lnTo>
                  <a:lnTo>
                    <a:pt x="392" y="73"/>
                  </a:lnTo>
                  <a:lnTo>
                    <a:pt x="396" y="61"/>
                  </a:lnTo>
                  <a:lnTo>
                    <a:pt x="401" y="33"/>
                  </a:lnTo>
                  <a:lnTo>
                    <a:pt x="402" y="26"/>
                  </a:lnTo>
                  <a:lnTo>
                    <a:pt x="404" y="3"/>
                  </a:lnTo>
                  <a:lnTo>
                    <a:pt x="433" y="0"/>
                  </a:lnTo>
                  <a:lnTo>
                    <a:pt x="430" y="7"/>
                  </a:lnTo>
                  <a:lnTo>
                    <a:pt x="430" y="14"/>
                  </a:lnTo>
                  <a:lnTo>
                    <a:pt x="430" y="19"/>
                  </a:lnTo>
                  <a:lnTo>
                    <a:pt x="436" y="23"/>
                  </a:lnTo>
                  <a:lnTo>
                    <a:pt x="436" y="32"/>
                  </a:lnTo>
                  <a:lnTo>
                    <a:pt x="432" y="53"/>
                  </a:lnTo>
                  <a:lnTo>
                    <a:pt x="429" y="66"/>
                  </a:lnTo>
                  <a:lnTo>
                    <a:pt x="425" y="80"/>
                  </a:lnTo>
                  <a:lnTo>
                    <a:pt x="418" y="99"/>
                  </a:lnTo>
                  <a:lnTo>
                    <a:pt x="416" y="106"/>
                  </a:lnTo>
                  <a:lnTo>
                    <a:pt x="400" y="141"/>
                  </a:lnTo>
                  <a:lnTo>
                    <a:pt x="393" y="159"/>
                  </a:lnTo>
                  <a:lnTo>
                    <a:pt x="390" y="167"/>
                  </a:lnTo>
                  <a:lnTo>
                    <a:pt x="388" y="174"/>
                  </a:lnTo>
                  <a:lnTo>
                    <a:pt x="387" y="181"/>
                  </a:lnTo>
                  <a:lnTo>
                    <a:pt x="384" y="225"/>
                  </a:lnTo>
                  <a:lnTo>
                    <a:pt x="372" y="308"/>
                  </a:lnTo>
                  <a:lnTo>
                    <a:pt x="373" y="322"/>
                  </a:lnTo>
                  <a:lnTo>
                    <a:pt x="371" y="330"/>
                  </a:lnTo>
                  <a:lnTo>
                    <a:pt x="370" y="336"/>
                  </a:lnTo>
                  <a:lnTo>
                    <a:pt x="367" y="345"/>
                  </a:lnTo>
                  <a:lnTo>
                    <a:pt x="306" y="458"/>
                  </a:lnTo>
                  <a:lnTo>
                    <a:pt x="247" y="571"/>
                  </a:lnTo>
                  <a:lnTo>
                    <a:pt x="226" y="616"/>
                  </a:lnTo>
                  <a:lnTo>
                    <a:pt x="218" y="636"/>
                  </a:lnTo>
                  <a:lnTo>
                    <a:pt x="214" y="649"/>
                  </a:lnTo>
                  <a:lnTo>
                    <a:pt x="211" y="661"/>
                  </a:lnTo>
                  <a:lnTo>
                    <a:pt x="208" y="687"/>
                  </a:lnTo>
                  <a:lnTo>
                    <a:pt x="202" y="770"/>
                  </a:lnTo>
                  <a:lnTo>
                    <a:pt x="201" y="780"/>
                  </a:lnTo>
                  <a:lnTo>
                    <a:pt x="201" y="787"/>
                  </a:lnTo>
                  <a:lnTo>
                    <a:pt x="200" y="792"/>
                  </a:lnTo>
                  <a:lnTo>
                    <a:pt x="199" y="799"/>
                  </a:lnTo>
                  <a:lnTo>
                    <a:pt x="197" y="806"/>
                  </a:lnTo>
                  <a:lnTo>
                    <a:pt x="194" y="813"/>
                  </a:lnTo>
                  <a:lnTo>
                    <a:pt x="191" y="820"/>
                  </a:lnTo>
                  <a:lnTo>
                    <a:pt x="185" y="831"/>
                  </a:lnTo>
                  <a:lnTo>
                    <a:pt x="182" y="836"/>
                  </a:lnTo>
                  <a:lnTo>
                    <a:pt x="179" y="841"/>
                  </a:lnTo>
                  <a:lnTo>
                    <a:pt x="175" y="847"/>
                  </a:lnTo>
                  <a:lnTo>
                    <a:pt x="171" y="851"/>
                  </a:lnTo>
                  <a:lnTo>
                    <a:pt x="156" y="864"/>
                  </a:lnTo>
                  <a:lnTo>
                    <a:pt x="139" y="877"/>
                  </a:lnTo>
                  <a:lnTo>
                    <a:pt x="108" y="897"/>
                  </a:lnTo>
                  <a:lnTo>
                    <a:pt x="105" y="902"/>
                  </a:lnTo>
                  <a:lnTo>
                    <a:pt x="104" y="908"/>
                  </a:lnTo>
                  <a:lnTo>
                    <a:pt x="106" y="915"/>
                  </a:lnTo>
                  <a:lnTo>
                    <a:pt x="111" y="930"/>
                  </a:lnTo>
                  <a:lnTo>
                    <a:pt x="112" y="936"/>
                  </a:lnTo>
                  <a:lnTo>
                    <a:pt x="113" y="943"/>
                  </a:lnTo>
                  <a:lnTo>
                    <a:pt x="111" y="959"/>
                  </a:lnTo>
                  <a:lnTo>
                    <a:pt x="110" y="967"/>
                  </a:lnTo>
                  <a:lnTo>
                    <a:pt x="109" y="973"/>
                  </a:lnTo>
                  <a:lnTo>
                    <a:pt x="106" y="980"/>
                  </a:lnTo>
                  <a:lnTo>
                    <a:pt x="104" y="986"/>
                  </a:lnTo>
                  <a:lnTo>
                    <a:pt x="100" y="992"/>
                  </a:lnTo>
                  <a:lnTo>
                    <a:pt x="97" y="996"/>
                  </a:lnTo>
                  <a:lnTo>
                    <a:pt x="91" y="1002"/>
                  </a:lnTo>
                  <a:lnTo>
                    <a:pt x="79" y="1010"/>
                  </a:lnTo>
                  <a:lnTo>
                    <a:pt x="44" y="1029"/>
                  </a:lnTo>
                  <a:lnTo>
                    <a:pt x="39" y="1032"/>
                  </a:lnTo>
                  <a:lnTo>
                    <a:pt x="34" y="1036"/>
                  </a:lnTo>
                  <a:lnTo>
                    <a:pt x="31" y="1041"/>
                  </a:lnTo>
                  <a:lnTo>
                    <a:pt x="28" y="1049"/>
                  </a:lnTo>
                  <a:lnTo>
                    <a:pt x="28" y="1055"/>
                  </a:lnTo>
                  <a:lnTo>
                    <a:pt x="28" y="1062"/>
                  </a:lnTo>
                  <a:lnTo>
                    <a:pt x="29" y="1067"/>
                  </a:lnTo>
                  <a:lnTo>
                    <a:pt x="30" y="1073"/>
                  </a:lnTo>
                  <a:lnTo>
                    <a:pt x="31" y="1079"/>
                  </a:lnTo>
                  <a:lnTo>
                    <a:pt x="33" y="1085"/>
                  </a:lnTo>
                  <a:lnTo>
                    <a:pt x="35" y="1090"/>
                  </a:lnTo>
                  <a:lnTo>
                    <a:pt x="38" y="1096"/>
                  </a:lnTo>
                  <a:lnTo>
                    <a:pt x="42" y="1102"/>
                  </a:lnTo>
                  <a:lnTo>
                    <a:pt x="46" y="110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9460125" y="1578408"/>
              <a:ext cx="162" cy="172"/>
            </a:xfrm>
            <a:custGeom>
              <a:avLst/>
              <a:pathLst>
                <a:path w="162" h="172">
                  <a:moveTo>
                    <a:pt x="34" y="163"/>
                  </a:moveTo>
                  <a:lnTo>
                    <a:pt x="44" y="172"/>
                  </a:lnTo>
                  <a:lnTo>
                    <a:pt x="98" y="104"/>
                  </a:lnTo>
                  <a:lnTo>
                    <a:pt x="105" y="94"/>
                  </a:lnTo>
                  <a:lnTo>
                    <a:pt x="140" y="44"/>
                  </a:lnTo>
                  <a:lnTo>
                    <a:pt x="158" y="22"/>
                  </a:lnTo>
                  <a:lnTo>
                    <a:pt x="162" y="18"/>
                  </a:lnTo>
                  <a:lnTo>
                    <a:pt x="159" y="7"/>
                  </a:lnTo>
                  <a:lnTo>
                    <a:pt x="153" y="0"/>
                  </a:lnTo>
                  <a:lnTo>
                    <a:pt x="127" y="3"/>
                  </a:lnTo>
                  <a:lnTo>
                    <a:pt x="105" y="10"/>
                  </a:lnTo>
                  <a:lnTo>
                    <a:pt x="79" y="17"/>
                  </a:lnTo>
                  <a:lnTo>
                    <a:pt x="65" y="21"/>
                  </a:lnTo>
                  <a:lnTo>
                    <a:pt x="17" y="54"/>
                  </a:lnTo>
                  <a:lnTo>
                    <a:pt x="6" y="65"/>
                  </a:lnTo>
                  <a:lnTo>
                    <a:pt x="0" y="85"/>
                  </a:lnTo>
                  <a:lnTo>
                    <a:pt x="0" y="99"/>
                  </a:lnTo>
                  <a:lnTo>
                    <a:pt x="2" y="110"/>
                  </a:lnTo>
                  <a:lnTo>
                    <a:pt x="14" y="132"/>
                  </a:lnTo>
                  <a:lnTo>
                    <a:pt x="27" y="149"/>
                  </a:lnTo>
                  <a:lnTo>
                    <a:pt x="34" y="163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9462123" y="1575415"/>
              <a:ext cx="1901" cy="1645"/>
            </a:xfrm>
            <a:custGeom>
              <a:avLst/>
              <a:pathLst>
                <a:path w="1901" h="1645">
                  <a:moveTo>
                    <a:pt x="1868" y="271"/>
                  </a:moveTo>
                  <a:lnTo>
                    <a:pt x="1858" y="264"/>
                  </a:lnTo>
                  <a:lnTo>
                    <a:pt x="1853" y="281"/>
                  </a:lnTo>
                  <a:lnTo>
                    <a:pt x="1856" y="316"/>
                  </a:lnTo>
                  <a:lnTo>
                    <a:pt x="1851" y="319"/>
                  </a:lnTo>
                  <a:lnTo>
                    <a:pt x="1838" y="317"/>
                  </a:lnTo>
                  <a:lnTo>
                    <a:pt x="1808" y="306"/>
                  </a:lnTo>
                  <a:lnTo>
                    <a:pt x="1795" y="298"/>
                  </a:lnTo>
                  <a:lnTo>
                    <a:pt x="1761" y="252"/>
                  </a:lnTo>
                  <a:lnTo>
                    <a:pt x="1754" y="248"/>
                  </a:lnTo>
                  <a:lnTo>
                    <a:pt x="1749" y="250"/>
                  </a:lnTo>
                  <a:lnTo>
                    <a:pt x="1740" y="260"/>
                  </a:lnTo>
                  <a:lnTo>
                    <a:pt x="1687" y="345"/>
                  </a:lnTo>
                  <a:lnTo>
                    <a:pt x="1647" y="386"/>
                  </a:lnTo>
                  <a:lnTo>
                    <a:pt x="1639" y="391"/>
                  </a:lnTo>
                  <a:lnTo>
                    <a:pt x="1635" y="388"/>
                  </a:lnTo>
                  <a:lnTo>
                    <a:pt x="1631" y="382"/>
                  </a:lnTo>
                  <a:lnTo>
                    <a:pt x="1634" y="367"/>
                  </a:lnTo>
                  <a:lnTo>
                    <a:pt x="1643" y="345"/>
                  </a:lnTo>
                  <a:lnTo>
                    <a:pt x="1653" y="331"/>
                  </a:lnTo>
                  <a:lnTo>
                    <a:pt x="1682" y="289"/>
                  </a:lnTo>
                  <a:lnTo>
                    <a:pt x="1699" y="246"/>
                  </a:lnTo>
                  <a:lnTo>
                    <a:pt x="1708" y="223"/>
                  </a:lnTo>
                  <a:lnTo>
                    <a:pt x="1717" y="205"/>
                  </a:lnTo>
                  <a:lnTo>
                    <a:pt x="1711" y="190"/>
                  </a:lnTo>
                  <a:lnTo>
                    <a:pt x="1689" y="168"/>
                  </a:lnTo>
                  <a:lnTo>
                    <a:pt x="1658" y="141"/>
                  </a:lnTo>
                  <a:lnTo>
                    <a:pt x="1646" y="128"/>
                  </a:lnTo>
                  <a:lnTo>
                    <a:pt x="1625" y="105"/>
                  </a:lnTo>
                  <a:lnTo>
                    <a:pt x="1610" y="94"/>
                  </a:lnTo>
                  <a:lnTo>
                    <a:pt x="1587" y="86"/>
                  </a:lnTo>
                  <a:lnTo>
                    <a:pt x="1568" y="52"/>
                  </a:lnTo>
                  <a:lnTo>
                    <a:pt x="1566" y="46"/>
                  </a:lnTo>
                  <a:lnTo>
                    <a:pt x="1592" y="0"/>
                  </a:lnTo>
                  <a:lnTo>
                    <a:pt x="1555" y="21"/>
                  </a:lnTo>
                  <a:lnTo>
                    <a:pt x="1492" y="49"/>
                  </a:lnTo>
                  <a:lnTo>
                    <a:pt x="1456" y="66"/>
                  </a:lnTo>
                  <a:lnTo>
                    <a:pt x="1338" y="132"/>
                  </a:lnTo>
                  <a:lnTo>
                    <a:pt x="1196" y="207"/>
                  </a:lnTo>
                  <a:lnTo>
                    <a:pt x="1172" y="222"/>
                  </a:lnTo>
                  <a:lnTo>
                    <a:pt x="1142" y="227"/>
                  </a:lnTo>
                  <a:lnTo>
                    <a:pt x="1118" y="222"/>
                  </a:lnTo>
                  <a:lnTo>
                    <a:pt x="1106" y="220"/>
                  </a:lnTo>
                  <a:lnTo>
                    <a:pt x="1096" y="220"/>
                  </a:lnTo>
                  <a:lnTo>
                    <a:pt x="1069" y="229"/>
                  </a:lnTo>
                  <a:lnTo>
                    <a:pt x="1028" y="246"/>
                  </a:lnTo>
                  <a:lnTo>
                    <a:pt x="1011" y="249"/>
                  </a:lnTo>
                  <a:lnTo>
                    <a:pt x="995" y="249"/>
                  </a:lnTo>
                  <a:lnTo>
                    <a:pt x="977" y="243"/>
                  </a:lnTo>
                  <a:lnTo>
                    <a:pt x="969" y="244"/>
                  </a:lnTo>
                  <a:lnTo>
                    <a:pt x="954" y="247"/>
                  </a:lnTo>
                  <a:lnTo>
                    <a:pt x="929" y="246"/>
                  </a:lnTo>
                  <a:lnTo>
                    <a:pt x="920" y="245"/>
                  </a:lnTo>
                  <a:lnTo>
                    <a:pt x="912" y="245"/>
                  </a:lnTo>
                  <a:lnTo>
                    <a:pt x="906" y="247"/>
                  </a:lnTo>
                  <a:lnTo>
                    <a:pt x="905" y="254"/>
                  </a:lnTo>
                  <a:lnTo>
                    <a:pt x="906" y="261"/>
                  </a:lnTo>
                  <a:lnTo>
                    <a:pt x="904" y="269"/>
                  </a:lnTo>
                  <a:lnTo>
                    <a:pt x="890" y="277"/>
                  </a:lnTo>
                  <a:lnTo>
                    <a:pt x="866" y="282"/>
                  </a:lnTo>
                  <a:lnTo>
                    <a:pt x="832" y="293"/>
                  </a:lnTo>
                  <a:lnTo>
                    <a:pt x="821" y="301"/>
                  </a:lnTo>
                  <a:lnTo>
                    <a:pt x="816" y="309"/>
                  </a:lnTo>
                  <a:lnTo>
                    <a:pt x="812" y="320"/>
                  </a:lnTo>
                  <a:lnTo>
                    <a:pt x="806" y="334"/>
                  </a:lnTo>
                  <a:lnTo>
                    <a:pt x="800" y="343"/>
                  </a:lnTo>
                  <a:lnTo>
                    <a:pt x="794" y="348"/>
                  </a:lnTo>
                  <a:lnTo>
                    <a:pt x="765" y="373"/>
                  </a:lnTo>
                  <a:lnTo>
                    <a:pt x="754" y="388"/>
                  </a:lnTo>
                  <a:lnTo>
                    <a:pt x="746" y="400"/>
                  </a:lnTo>
                  <a:lnTo>
                    <a:pt x="736" y="403"/>
                  </a:lnTo>
                  <a:lnTo>
                    <a:pt x="724" y="399"/>
                  </a:lnTo>
                  <a:lnTo>
                    <a:pt x="707" y="399"/>
                  </a:lnTo>
                  <a:lnTo>
                    <a:pt x="696" y="403"/>
                  </a:lnTo>
                  <a:lnTo>
                    <a:pt x="691" y="409"/>
                  </a:lnTo>
                  <a:lnTo>
                    <a:pt x="684" y="416"/>
                  </a:lnTo>
                  <a:lnTo>
                    <a:pt x="678" y="420"/>
                  </a:lnTo>
                  <a:lnTo>
                    <a:pt x="672" y="424"/>
                  </a:lnTo>
                  <a:lnTo>
                    <a:pt x="667" y="428"/>
                  </a:lnTo>
                  <a:lnTo>
                    <a:pt x="661" y="431"/>
                  </a:lnTo>
                  <a:lnTo>
                    <a:pt x="654" y="436"/>
                  </a:lnTo>
                  <a:lnTo>
                    <a:pt x="649" y="441"/>
                  </a:lnTo>
                  <a:lnTo>
                    <a:pt x="643" y="451"/>
                  </a:lnTo>
                  <a:lnTo>
                    <a:pt x="642" y="461"/>
                  </a:lnTo>
                  <a:lnTo>
                    <a:pt x="645" y="468"/>
                  </a:lnTo>
                  <a:lnTo>
                    <a:pt x="648" y="472"/>
                  </a:lnTo>
                  <a:lnTo>
                    <a:pt x="652" y="478"/>
                  </a:lnTo>
                  <a:lnTo>
                    <a:pt x="663" y="492"/>
                  </a:lnTo>
                  <a:lnTo>
                    <a:pt x="666" y="498"/>
                  </a:lnTo>
                  <a:lnTo>
                    <a:pt x="675" y="509"/>
                  </a:lnTo>
                  <a:lnTo>
                    <a:pt x="679" y="514"/>
                  </a:lnTo>
                  <a:lnTo>
                    <a:pt x="686" y="524"/>
                  </a:lnTo>
                  <a:lnTo>
                    <a:pt x="689" y="530"/>
                  </a:lnTo>
                  <a:lnTo>
                    <a:pt x="692" y="535"/>
                  </a:lnTo>
                  <a:lnTo>
                    <a:pt x="695" y="539"/>
                  </a:lnTo>
                  <a:lnTo>
                    <a:pt x="703" y="549"/>
                  </a:lnTo>
                  <a:lnTo>
                    <a:pt x="709" y="556"/>
                  </a:lnTo>
                  <a:lnTo>
                    <a:pt x="715" y="562"/>
                  </a:lnTo>
                  <a:lnTo>
                    <a:pt x="723" y="570"/>
                  </a:lnTo>
                  <a:lnTo>
                    <a:pt x="725" y="583"/>
                  </a:lnTo>
                  <a:lnTo>
                    <a:pt x="723" y="588"/>
                  </a:lnTo>
                  <a:lnTo>
                    <a:pt x="718" y="598"/>
                  </a:lnTo>
                  <a:lnTo>
                    <a:pt x="712" y="614"/>
                  </a:lnTo>
                  <a:lnTo>
                    <a:pt x="704" y="622"/>
                  </a:lnTo>
                  <a:lnTo>
                    <a:pt x="694" y="635"/>
                  </a:lnTo>
                  <a:lnTo>
                    <a:pt x="701" y="638"/>
                  </a:lnTo>
                  <a:lnTo>
                    <a:pt x="707" y="643"/>
                  </a:lnTo>
                  <a:lnTo>
                    <a:pt x="706" y="650"/>
                  </a:lnTo>
                  <a:lnTo>
                    <a:pt x="696" y="664"/>
                  </a:lnTo>
                  <a:lnTo>
                    <a:pt x="655" y="699"/>
                  </a:lnTo>
                  <a:lnTo>
                    <a:pt x="616" y="723"/>
                  </a:lnTo>
                  <a:lnTo>
                    <a:pt x="551" y="748"/>
                  </a:lnTo>
                  <a:lnTo>
                    <a:pt x="503" y="762"/>
                  </a:lnTo>
                  <a:lnTo>
                    <a:pt x="450" y="777"/>
                  </a:lnTo>
                  <a:lnTo>
                    <a:pt x="392" y="793"/>
                  </a:lnTo>
                  <a:lnTo>
                    <a:pt x="372" y="796"/>
                  </a:lnTo>
                  <a:lnTo>
                    <a:pt x="350" y="804"/>
                  </a:lnTo>
                  <a:lnTo>
                    <a:pt x="332" y="814"/>
                  </a:lnTo>
                  <a:lnTo>
                    <a:pt x="319" y="820"/>
                  </a:lnTo>
                  <a:lnTo>
                    <a:pt x="307" y="820"/>
                  </a:lnTo>
                  <a:lnTo>
                    <a:pt x="292" y="824"/>
                  </a:lnTo>
                  <a:lnTo>
                    <a:pt x="285" y="831"/>
                  </a:lnTo>
                  <a:lnTo>
                    <a:pt x="277" y="844"/>
                  </a:lnTo>
                  <a:lnTo>
                    <a:pt x="268" y="861"/>
                  </a:lnTo>
                  <a:lnTo>
                    <a:pt x="264" y="879"/>
                  </a:lnTo>
                  <a:lnTo>
                    <a:pt x="261" y="889"/>
                  </a:lnTo>
                  <a:lnTo>
                    <a:pt x="257" y="905"/>
                  </a:lnTo>
                  <a:lnTo>
                    <a:pt x="255" y="926"/>
                  </a:lnTo>
                  <a:lnTo>
                    <a:pt x="253" y="934"/>
                  </a:lnTo>
                  <a:lnTo>
                    <a:pt x="253" y="942"/>
                  </a:lnTo>
                  <a:lnTo>
                    <a:pt x="252" y="947"/>
                  </a:lnTo>
                  <a:lnTo>
                    <a:pt x="248" y="956"/>
                  </a:lnTo>
                  <a:lnTo>
                    <a:pt x="231" y="1004"/>
                  </a:lnTo>
                  <a:lnTo>
                    <a:pt x="202" y="1057"/>
                  </a:lnTo>
                  <a:lnTo>
                    <a:pt x="161" y="1187"/>
                  </a:lnTo>
                  <a:lnTo>
                    <a:pt x="101" y="1311"/>
                  </a:lnTo>
                  <a:lnTo>
                    <a:pt x="44" y="1491"/>
                  </a:lnTo>
                  <a:lnTo>
                    <a:pt x="0" y="1597"/>
                  </a:lnTo>
                  <a:lnTo>
                    <a:pt x="1" y="1627"/>
                  </a:lnTo>
                  <a:lnTo>
                    <a:pt x="15" y="1619"/>
                  </a:lnTo>
                  <a:lnTo>
                    <a:pt x="25" y="1629"/>
                  </a:lnTo>
                  <a:lnTo>
                    <a:pt x="30" y="1635"/>
                  </a:lnTo>
                  <a:lnTo>
                    <a:pt x="32" y="1640"/>
                  </a:lnTo>
                  <a:lnTo>
                    <a:pt x="34" y="1645"/>
                  </a:lnTo>
                  <a:lnTo>
                    <a:pt x="38" y="1643"/>
                  </a:lnTo>
                  <a:lnTo>
                    <a:pt x="42" y="1637"/>
                  </a:lnTo>
                  <a:lnTo>
                    <a:pt x="44" y="1633"/>
                  </a:lnTo>
                  <a:lnTo>
                    <a:pt x="46" y="1626"/>
                  </a:lnTo>
                  <a:lnTo>
                    <a:pt x="47" y="1621"/>
                  </a:lnTo>
                  <a:lnTo>
                    <a:pt x="47" y="1614"/>
                  </a:lnTo>
                  <a:lnTo>
                    <a:pt x="45" y="1601"/>
                  </a:lnTo>
                  <a:lnTo>
                    <a:pt x="46" y="1594"/>
                  </a:lnTo>
                  <a:lnTo>
                    <a:pt x="50" y="1586"/>
                  </a:lnTo>
                  <a:lnTo>
                    <a:pt x="53" y="1582"/>
                  </a:lnTo>
                  <a:lnTo>
                    <a:pt x="57" y="1577"/>
                  </a:lnTo>
                  <a:lnTo>
                    <a:pt x="63" y="1572"/>
                  </a:lnTo>
                  <a:lnTo>
                    <a:pt x="69" y="1566"/>
                  </a:lnTo>
                  <a:lnTo>
                    <a:pt x="76" y="1561"/>
                  </a:lnTo>
                  <a:lnTo>
                    <a:pt x="92" y="1549"/>
                  </a:lnTo>
                  <a:lnTo>
                    <a:pt x="110" y="1538"/>
                  </a:lnTo>
                  <a:lnTo>
                    <a:pt x="118" y="1533"/>
                  </a:lnTo>
                  <a:lnTo>
                    <a:pt x="125" y="1529"/>
                  </a:lnTo>
                  <a:lnTo>
                    <a:pt x="131" y="1526"/>
                  </a:lnTo>
                  <a:lnTo>
                    <a:pt x="136" y="1524"/>
                  </a:lnTo>
                  <a:lnTo>
                    <a:pt x="153" y="1518"/>
                  </a:lnTo>
                  <a:lnTo>
                    <a:pt x="157" y="1514"/>
                  </a:lnTo>
                  <a:lnTo>
                    <a:pt x="162" y="1508"/>
                  </a:lnTo>
                  <a:lnTo>
                    <a:pt x="167" y="1504"/>
                  </a:lnTo>
                  <a:lnTo>
                    <a:pt x="172" y="1500"/>
                  </a:lnTo>
                  <a:lnTo>
                    <a:pt x="179" y="1497"/>
                  </a:lnTo>
                  <a:lnTo>
                    <a:pt x="190" y="1492"/>
                  </a:lnTo>
                  <a:lnTo>
                    <a:pt x="206" y="1485"/>
                  </a:lnTo>
                  <a:lnTo>
                    <a:pt x="212" y="1481"/>
                  </a:lnTo>
                  <a:lnTo>
                    <a:pt x="216" y="1476"/>
                  </a:lnTo>
                  <a:lnTo>
                    <a:pt x="225" y="1463"/>
                  </a:lnTo>
                  <a:lnTo>
                    <a:pt x="243" y="1445"/>
                  </a:lnTo>
                  <a:lnTo>
                    <a:pt x="246" y="1440"/>
                  </a:lnTo>
                  <a:lnTo>
                    <a:pt x="249" y="1435"/>
                  </a:lnTo>
                  <a:lnTo>
                    <a:pt x="250" y="1429"/>
                  </a:lnTo>
                  <a:lnTo>
                    <a:pt x="251" y="1424"/>
                  </a:lnTo>
                  <a:lnTo>
                    <a:pt x="253" y="1419"/>
                  </a:lnTo>
                  <a:lnTo>
                    <a:pt x="270" y="1375"/>
                  </a:lnTo>
                  <a:lnTo>
                    <a:pt x="279" y="1366"/>
                  </a:lnTo>
                  <a:lnTo>
                    <a:pt x="285" y="1358"/>
                  </a:lnTo>
                  <a:lnTo>
                    <a:pt x="292" y="1352"/>
                  </a:lnTo>
                  <a:lnTo>
                    <a:pt x="299" y="1348"/>
                  </a:lnTo>
                  <a:lnTo>
                    <a:pt x="314" y="1338"/>
                  </a:lnTo>
                  <a:lnTo>
                    <a:pt x="331" y="1328"/>
                  </a:lnTo>
                  <a:lnTo>
                    <a:pt x="351" y="1316"/>
                  </a:lnTo>
                  <a:lnTo>
                    <a:pt x="366" y="1306"/>
                  </a:lnTo>
                  <a:lnTo>
                    <a:pt x="380" y="1297"/>
                  </a:lnTo>
                  <a:lnTo>
                    <a:pt x="390" y="1291"/>
                  </a:lnTo>
                  <a:lnTo>
                    <a:pt x="396" y="1288"/>
                  </a:lnTo>
                  <a:lnTo>
                    <a:pt x="406" y="1285"/>
                  </a:lnTo>
                  <a:lnTo>
                    <a:pt x="416" y="1281"/>
                  </a:lnTo>
                  <a:lnTo>
                    <a:pt x="425" y="1272"/>
                  </a:lnTo>
                  <a:lnTo>
                    <a:pt x="435" y="1265"/>
                  </a:lnTo>
                  <a:lnTo>
                    <a:pt x="474" y="1243"/>
                  </a:lnTo>
                  <a:lnTo>
                    <a:pt x="501" y="1227"/>
                  </a:lnTo>
                  <a:lnTo>
                    <a:pt x="530" y="1207"/>
                  </a:lnTo>
                  <a:lnTo>
                    <a:pt x="545" y="1196"/>
                  </a:lnTo>
                  <a:lnTo>
                    <a:pt x="562" y="1187"/>
                  </a:lnTo>
                  <a:lnTo>
                    <a:pt x="619" y="1164"/>
                  </a:lnTo>
                  <a:lnTo>
                    <a:pt x="679" y="1133"/>
                  </a:lnTo>
                  <a:lnTo>
                    <a:pt x="691" y="1125"/>
                  </a:lnTo>
                  <a:lnTo>
                    <a:pt x="698" y="1119"/>
                  </a:lnTo>
                  <a:lnTo>
                    <a:pt x="707" y="1112"/>
                  </a:lnTo>
                  <a:lnTo>
                    <a:pt x="721" y="1105"/>
                  </a:lnTo>
                  <a:lnTo>
                    <a:pt x="768" y="1078"/>
                  </a:lnTo>
                  <a:lnTo>
                    <a:pt x="777" y="1070"/>
                  </a:lnTo>
                  <a:lnTo>
                    <a:pt x="782" y="1060"/>
                  </a:lnTo>
                  <a:lnTo>
                    <a:pt x="792" y="1044"/>
                  </a:lnTo>
                  <a:lnTo>
                    <a:pt x="797" y="1039"/>
                  </a:lnTo>
                  <a:lnTo>
                    <a:pt x="803" y="1037"/>
                  </a:lnTo>
                  <a:lnTo>
                    <a:pt x="808" y="1038"/>
                  </a:lnTo>
                  <a:lnTo>
                    <a:pt x="813" y="1046"/>
                  </a:lnTo>
                  <a:lnTo>
                    <a:pt x="810" y="1052"/>
                  </a:lnTo>
                  <a:lnTo>
                    <a:pt x="801" y="1063"/>
                  </a:lnTo>
                  <a:lnTo>
                    <a:pt x="798" y="1070"/>
                  </a:lnTo>
                  <a:lnTo>
                    <a:pt x="802" y="1074"/>
                  </a:lnTo>
                  <a:lnTo>
                    <a:pt x="811" y="1074"/>
                  </a:lnTo>
                  <a:lnTo>
                    <a:pt x="833" y="1070"/>
                  </a:lnTo>
                  <a:lnTo>
                    <a:pt x="862" y="1066"/>
                  </a:lnTo>
                  <a:lnTo>
                    <a:pt x="891" y="1062"/>
                  </a:lnTo>
                  <a:lnTo>
                    <a:pt x="950" y="1044"/>
                  </a:lnTo>
                  <a:lnTo>
                    <a:pt x="1029" y="1014"/>
                  </a:lnTo>
                  <a:lnTo>
                    <a:pt x="1070" y="995"/>
                  </a:lnTo>
                  <a:lnTo>
                    <a:pt x="1114" y="971"/>
                  </a:lnTo>
                  <a:lnTo>
                    <a:pt x="1148" y="956"/>
                  </a:lnTo>
                  <a:lnTo>
                    <a:pt x="1177" y="944"/>
                  </a:lnTo>
                  <a:lnTo>
                    <a:pt x="1196" y="934"/>
                  </a:lnTo>
                  <a:lnTo>
                    <a:pt x="1222" y="925"/>
                  </a:lnTo>
                  <a:lnTo>
                    <a:pt x="1240" y="920"/>
                  </a:lnTo>
                  <a:lnTo>
                    <a:pt x="1254" y="918"/>
                  </a:lnTo>
                  <a:lnTo>
                    <a:pt x="1268" y="916"/>
                  </a:lnTo>
                  <a:lnTo>
                    <a:pt x="1283" y="916"/>
                  </a:lnTo>
                  <a:lnTo>
                    <a:pt x="1297" y="914"/>
                  </a:lnTo>
                  <a:lnTo>
                    <a:pt x="1329" y="916"/>
                  </a:lnTo>
                  <a:lnTo>
                    <a:pt x="1359" y="906"/>
                  </a:lnTo>
                  <a:lnTo>
                    <a:pt x="1409" y="897"/>
                  </a:lnTo>
                  <a:lnTo>
                    <a:pt x="1441" y="884"/>
                  </a:lnTo>
                  <a:lnTo>
                    <a:pt x="1446" y="882"/>
                  </a:lnTo>
                  <a:lnTo>
                    <a:pt x="1451" y="882"/>
                  </a:lnTo>
                  <a:lnTo>
                    <a:pt x="1461" y="881"/>
                  </a:lnTo>
                  <a:lnTo>
                    <a:pt x="1468" y="876"/>
                  </a:lnTo>
                  <a:lnTo>
                    <a:pt x="1473" y="871"/>
                  </a:lnTo>
                  <a:lnTo>
                    <a:pt x="1477" y="867"/>
                  </a:lnTo>
                  <a:lnTo>
                    <a:pt x="1482" y="865"/>
                  </a:lnTo>
                  <a:lnTo>
                    <a:pt x="1488" y="862"/>
                  </a:lnTo>
                  <a:lnTo>
                    <a:pt x="1497" y="859"/>
                  </a:lnTo>
                  <a:lnTo>
                    <a:pt x="1509" y="855"/>
                  </a:lnTo>
                  <a:lnTo>
                    <a:pt x="1517" y="853"/>
                  </a:lnTo>
                  <a:lnTo>
                    <a:pt x="1527" y="847"/>
                  </a:lnTo>
                  <a:lnTo>
                    <a:pt x="1546" y="837"/>
                  </a:lnTo>
                  <a:lnTo>
                    <a:pt x="1555" y="831"/>
                  </a:lnTo>
                  <a:lnTo>
                    <a:pt x="1576" y="821"/>
                  </a:lnTo>
                  <a:lnTo>
                    <a:pt x="1587" y="817"/>
                  </a:lnTo>
                  <a:lnTo>
                    <a:pt x="1597" y="813"/>
                  </a:lnTo>
                  <a:lnTo>
                    <a:pt x="1623" y="798"/>
                  </a:lnTo>
                  <a:lnTo>
                    <a:pt x="1635" y="791"/>
                  </a:lnTo>
                  <a:lnTo>
                    <a:pt x="1646" y="788"/>
                  </a:lnTo>
                  <a:lnTo>
                    <a:pt x="1661" y="783"/>
                  </a:lnTo>
                  <a:lnTo>
                    <a:pt x="1682" y="772"/>
                  </a:lnTo>
                  <a:lnTo>
                    <a:pt x="1708" y="760"/>
                  </a:lnTo>
                  <a:lnTo>
                    <a:pt x="1746" y="738"/>
                  </a:lnTo>
                  <a:lnTo>
                    <a:pt x="1757" y="732"/>
                  </a:lnTo>
                  <a:lnTo>
                    <a:pt x="1781" y="720"/>
                  </a:lnTo>
                  <a:lnTo>
                    <a:pt x="1798" y="706"/>
                  </a:lnTo>
                  <a:lnTo>
                    <a:pt x="1814" y="690"/>
                  </a:lnTo>
                  <a:lnTo>
                    <a:pt x="1826" y="677"/>
                  </a:lnTo>
                  <a:lnTo>
                    <a:pt x="1835" y="666"/>
                  </a:lnTo>
                  <a:lnTo>
                    <a:pt x="1853" y="638"/>
                  </a:lnTo>
                  <a:lnTo>
                    <a:pt x="1857" y="630"/>
                  </a:lnTo>
                  <a:lnTo>
                    <a:pt x="1864" y="615"/>
                  </a:lnTo>
                  <a:lnTo>
                    <a:pt x="1884" y="580"/>
                  </a:lnTo>
                  <a:lnTo>
                    <a:pt x="1891" y="559"/>
                  </a:lnTo>
                  <a:lnTo>
                    <a:pt x="1894" y="545"/>
                  </a:lnTo>
                  <a:lnTo>
                    <a:pt x="1896" y="530"/>
                  </a:lnTo>
                  <a:lnTo>
                    <a:pt x="1897" y="513"/>
                  </a:lnTo>
                  <a:lnTo>
                    <a:pt x="1901" y="483"/>
                  </a:lnTo>
                  <a:lnTo>
                    <a:pt x="1901" y="456"/>
                  </a:lnTo>
                  <a:lnTo>
                    <a:pt x="1900" y="449"/>
                  </a:lnTo>
                  <a:lnTo>
                    <a:pt x="1900" y="415"/>
                  </a:lnTo>
                  <a:lnTo>
                    <a:pt x="1886" y="337"/>
                  </a:lnTo>
                  <a:lnTo>
                    <a:pt x="1878" y="277"/>
                  </a:lnTo>
                  <a:lnTo>
                    <a:pt x="1868" y="2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9464046" y="1574585"/>
              <a:ext cx="1498" cy="1489"/>
            </a:xfrm>
            <a:custGeom>
              <a:avLst/>
              <a:pathLst>
                <a:path w="1498" h="1489">
                  <a:moveTo>
                    <a:pt x="1371" y="65"/>
                  </a:moveTo>
                  <a:lnTo>
                    <a:pt x="1346" y="71"/>
                  </a:lnTo>
                  <a:lnTo>
                    <a:pt x="1327" y="76"/>
                  </a:lnTo>
                  <a:lnTo>
                    <a:pt x="1309" y="84"/>
                  </a:lnTo>
                  <a:lnTo>
                    <a:pt x="1295" y="95"/>
                  </a:lnTo>
                  <a:lnTo>
                    <a:pt x="1283" y="96"/>
                  </a:lnTo>
                  <a:lnTo>
                    <a:pt x="1269" y="97"/>
                  </a:lnTo>
                  <a:lnTo>
                    <a:pt x="1254" y="94"/>
                  </a:lnTo>
                  <a:lnTo>
                    <a:pt x="1237" y="94"/>
                  </a:lnTo>
                  <a:lnTo>
                    <a:pt x="1222" y="96"/>
                  </a:lnTo>
                  <a:lnTo>
                    <a:pt x="1208" y="96"/>
                  </a:lnTo>
                  <a:lnTo>
                    <a:pt x="1199" y="94"/>
                  </a:lnTo>
                  <a:lnTo>
                    <a:pt x="1188" y="88"/>
                  </a:lnTo>
                  <a:lnTo>
                    <a:pt x="1183" y="80"/>
                  </a:lnTo>
                  <a:lnTo>
                    <a:pt x="1184" y="73"/>
                  </a:lnTo>
                  <a:lnTo>
                    <a:pt x="1186" y="59"/>
                  </a:lnTo>
                  <a:lnTo>
                    <a:pt x="1189" y="47"/>
                  </a:lnTo>
                  <a:lnTo>
                    <a:pt x="1184" y="35"/>
                  </a:lnTo>
                  <a:lnTo>
                    <a:pt x="1179" y="29"/>
                  </a:lnTo>
                  <a:lnTo>
                    <a:pt x="1169" y="22"/>
                  </a:lnTo>
                  <a:lnTo>
                    <a:pt x="1148" y="12"/>
                  </a:lnTo>
                  <a:lnTo>
                    <a:pt x="1129" y="5"/>
                  </a:lnTo>
                  <a:lnTo>
                    <a:pt x="1109" y="0"/>
                  </a:lnTo>
                  <a:lnTo>
                    <a:pt x="1088" y="0"/>
                  </a:lnTo>
                  <a:lnTo>
                    <a:pt x="1067" y="6"/>
                  </a:lnTo>
                  <a:lnTo>
                    <a:pt x="1050" y="17"/>
                  </a:lnTo>
                  <a:lnTo>
                    <a:pt x="1045" y="25"/>
                  </a:lnTo>
                  <a:lnTo>
                    <a:pt x="1038" y="31"/>
                  </a:lnTo>
                  <a:lnTo>
                    <a:pt x="1025" y="39"/>
                  </a:lnTo>
                  <a:lnTo>
                    <a:pt x="1018" y="47"/>
                  </a:lnTo>
                  <a:lnTo>
                    <a:pt x="1009" y="61"/>
                  </a:lnTo>
                  <a:lnTo>
                    <a:pt x="999" y="72"/>
                  </a:lnTo>
                  <a:lnTo>
                    <a:pt x="989" y="79"/>
                  </a:lnTo>
                  <a:lnTo>
                    <a:pt x="967" y="90"/>
                  </a:lnTo>
                  <a:lnTo>
                    <a:pt x="945" y="102"/>
                  </a:lnTo>
                  <a:lnTo>
                    <a:pt x="928" y="112"/>
                  </a:lnTo>
                  <a:lnTo>
                    <a:pt x="902" y="134"/>
                  </a:lnTo>
                  <a:lnTo>
                    <a:pt x="861" y="163"/>
                  </a:lnTo>
                  <a:lnTo>
                    <a:pt x="854" y="167"/>
                  </a:lnTo>
                  <a:lnTo>
                    <a:pt x="847" y="171"/>
                  </a:lnTo>
                  <a:lnTo>
                    <a:pt x="819" y="186"/>
                  </a:lnTo>
                  <a:lnTo>
                    <a:pt x="796" y="198"/>
                  </a:lnTo>
                  <a:lnTo>
                    <a:pt x="705" y="240"/>
                  </a:lnTo>
                  <a:lnTo>
                    <a:pt x="655" y="266"/>
                  </a:lnTo>
                  <a:lnTo>
                    <a:pt x="590" y="296"/>
                  </a:lnTo>
                  <a:lnTo>
                    <a:pt x="560" y="312"/>
                  </a:lnTo>
                  <a:lnTo>
                    <a:pt x="448" y="362"/>
                  </a:lnTo>
                  <a:lnTo>
                    <a:pt x="421" y="376"/>
                  </a:lnTo>
                  <a:lnTo>
                    <a:pt x="400" y="388"/>
                  </a:lnTo>
                  <a:lnTo>
                    <a:pt x="336" y="428"/>
                  </a:lnTo>
                  <a:lnTo>
                    <a:pt x="291" y="460"/>
                  </a:lnTo>
                  <a:lnTo>
                    <a:pt x="283" y="466"/>
                  </a:lnTo>
                  <a:lnTo>
                    <a:pt x="211" y="536"/>
                  </a:lnTo>
                  <a:lnTo>
                    <a:pt x="177" y="570"/>
                  </a:lnTo>
                  <a:lnTo>
                    <a:pt x="166" y="588"/>
                  </a:lnTo>
                  <a:lnTo>
                    <a:pt x="160" y="603"/>
                  </a:lnTo>
                  <a:lnTo>
                    <a:pt x="140" y="632"/>
                  </a:lnTo>
                  <a:lnTo>
                    <a:pt x="131" y="643"/>
                  </a:lnTo>
                  <a:lnTo>
                    <a:pt x="127" y="647"/>
                  </a:lnTo>
                  <a:lnTo>
                    <a:pt x="121" y="652"/>
                  </a:lnTo>
                  <a:lnTo>
                    <a:pt x="116" y="656"/>
                  </a:lnTo>
                  <a:lnTo>
                    <a:pt x="108" y="659"/>
                  </a:lnTo>
                  <a:lnTo>
                    <a:pt x="99" y="664"/>
                  </a:lnTo>
                  <a:lnTo>
                    <a:pt x="93" y="668"/>
                  </a:lnTo>
                  <a:lnTo>
                    <a:pt x="86" y="674"/>
                  </a:lnTo>
                  <a:lnTo>
                    <a:pt x="55" y="703"/>
                  </a:lnTo>
                  <a:lnTo>
                    <a:pt x="40" y="719"/>
                  </a:lnTo>
                  <a:lnTo>
                    <a:pt x="25" y="736"/>
                  </a:lnTo>
                  <a:lnTo>
                    <a:pt x="20" y="743"/>
                  </a:lnTo>
                  <a:lnTo>
                    <a:pt x="16" y="749"/>
                  </a:lnTo>
                  <a:lnTo>
                    <a:pt x="13" y="755"/>
                  </a:lnTo>
                  <a:lnTo>
                    <a:pt x="10" y="760"/>
                  </a:lnTo>
                  <a:lnTo>
                    <a:pt x="7" y="770"/>
                  </a:lnTo>
                  <a:lnTo>
                    <a:pt x="4" y="777"/>
                  </a:lnTo>
                  <a:lnTo>
                    <a:pt x="2" y="785"/>
                  </a:lnTo>
                  <a:lnTo>
                    <a:pt x="0" y="794"/>
                  </a:lnTo>
                  <a:lnTo>
                    <a:pt x="0" y="800"/>
                  </a:lnTo>
                  <a:lnTo>
                    <a:pt x="0" y="806"/>
                  </a:lnTo>
                  <a:lnTo>
                    <a:pt x="0" y="813"/>
                  </a:lnTo>
                  <a:lnTo>
                    <a:pt x="1" y="819"/>
                  </a:lnTo>
                  <a:lnTo>
                    <a:pt x="7" y="844"/>
                  </a:lnTo>
                  <a:lnTo>
                    <a:pt x="8" y="849"/>
                  </a:lnTo>
                  <a:lnTo>
                    <a:pt x="28" y="901"/>
                  </a:lnTo>
                  <a:lnTo>
                    <a:pt x="41" y="929"/>
                  </a:lnTo>
                  <a:lnTo>
                    <a:pt x="44" y="936"/>
                  </a:lnTo>
                  <a:lnTo>
                    <a:pt x="46" y="942"/>
                  </a:lnTo>
                  <a:lnTo>
                    <a:pt x="47" y="950"/>
                  </a:lnTo>
                  <a:lnTo>
                    <a:pt x="53" y="983"/>
                  </a:lnTo>
                  <a:lnTo>
                    <a:pt x="56" y="996"/>
                  </a:lnTo>
                  <a:lnTo>
                    <a:pt x="60" y="1009"/>
                  </a:lnTo>
                  <a:lnTo>
                    <a:pt x="64" y="1021"/>
                  </a:lnTo>
                  <a:lnTo>
                    <a:pt x="67" y="1029"/>
                  </a:lnTo>
                  <a:lnTo>
                    <a:pt x="74" y="1043"/>
                  </a:lnTo>
                  <a:lnTo>
                    <a:pt x="89" y="1079"/>
                  </a:lnTo>
                  <a:lnTo>
                    <a:pt x="91" y="1085"/>
                  </a:lnTo>
                  <a:lnTo>
                    <a:pt x="96" y="1101"/>
                  </a:lnTo>
                  <a:lnTo>
                    <a:pt x="104" y="1124"/>
                  </a:lnTo>
                  <a:lnTo>
                    <a:pt x="106" y="1129"/>
                  </a:lnTo>
                  <a:lnTo>
                    <a:pt x="107" y="1136"/>
                  </a:lnTo>
                  <a:lnTo>
                    <a:pt x="108" y="1142"/>
                  </a:lnTo>
                  <a:lnTo>
                    <a:pt x="110" y="1161"/>
                  </a:lnTo>
                  <a:lnTo>
                    <a:pt x="110" y="1184"/>
                  </a:lnTo>
                  <a:lnTo>
                    <a:pt x="109" y="1198"/>
                  </a:lnTo>
                  <a:lnTo>
                    <a:pt x="110" y="1214"/>
                  </a:lnTo>
                  <a:lnTo>
                    <a:pt x="110" y="1220"/>
                  </a:lnTo>
                  <a:lnTo>
                    <a:pt x="111" y="1230"/>
                  </a:lnTo>
                  <a:lnTo>
                    <a:pt x="110" y="1248"/>
                  </a:lnTo>
                  <a:lnTo>
                    <a:pt x="111" y="1258"/>
                  </a:lnTo>
                  <a:lnTo>
                    <a:pt x="118" y="1271"/>
                  </a:lnTo>
                  <a:lnTo>
                    <a:pt x="126" y="1308"/>
                  </a:lnTo>
                  <a:lnTo>
                    <a:pt x="127" y="1315"/>
                  </a:lnTo>
                  <a:lnTo>
                    <a:pt x="128" y="1322"/>
                  </a:lnTo>
                  <a:lnTo>
                    <a:pt x="129" y="1337"/>
                  </a:lnTo>
                  <a:lnTo>
                    <a:pt x="129" y="1353"/>
                  </a:lnTo>
                  <a:lnTo>
                    <a:pt x="128" y="1360"/>
                  </a:lnTo>
                  <a:lnTo>
                    <a:pt x="126" y="1381"/>
                  </a:lnTo>
                  <a:lnTo>
                    <a:pt x="125" y="1407"/>
                  </a:lnTo>
                  <a:lnTo>
                    <a:pt x="123" y="1428"/>
                  </a:lnTo>
                  <a:lnTo>
                    <a:pt x="120" y="1442"/>
                  </a:lnTo>
                  <a:lnTo>
                    <a:pt x="114" y="1472"/>
                  </a:lnTo>
                  <a:lnTo>
                    <a:pt x="114" y="1478"/>
                  </a:lnTo>
                  <a:lnTo>
                    <a:pt x="116" y="1485"/>
                  </a:lnTo>
                  <a:lnTo>
                    <a:pt x="119" y="1489"/>
                  </a:lnTo>
                  <a:lnTo>
                    <a:pt x="126" y="1488"/>
                  </a:lnTo>
                  <a:lnTo>
                    <a:pt x="131" y="1486"/>
                  </a:lnTo>
                  <a:lnTo>
                    <a:pt x="145" y="1477"/>
                  </a:lnTo>
                  <a:lnTo>
                    <a:pt x="150" y="1474"/>
                  </a:lnTo>
                  <a:lnTo>
                    <a:pt x="154" y="1470"/>
                  </a:lnTo>
                  <a:lnTo>
                    <a:pt x="159" y="1467"/>
                  </a:lnTo>
                  <a:lnTo>
                    <a:pt x="163" y="1463"/>
                  </a:lnTo>
                  <a:lnTo>
                    <a:pt x="170" y="1455"/>
                  </a:lnTo>
                  <a:lnTo>
                    <a:pt x="174" y="1452"/>
                  </a:lnTo>
                  <a:lnTo>
                    <a:pt x="179" y="1448"/>
                  </a:lnTo>
                  <a:lnTo>
                    <a:pt x="184" y="1445"/>
                  </a:lnTo>
                  <a:lnTo>
                    <a:pt x="191" y="1441"/>
                  </a:lnTo>
                  <a:lnTo>
                    <a:pt x="199" y="1438"/>
                  </a:lnTo>
                  <a:lnTo>
                    <a:pt x="207" y="1435"/>
                  </a:lnTo>
                  <a:lnTo>
                    <a:pt x="215" y="1433"/>
                  </a:lnTo>
                  <a:lnTo>
                    <a:pt x="221" y="1431"/>
                  </a:lnTo>
                  <a:lnTo>
                    <a:pt x="226" y="1430"/>
                  </a:lnTo>
                  <a:lnTo>
                    <a:pt x="233" y="1430"/>
                  </a:lnTo>
                  <a:lnTo>
                    <a:pt x="239" y="1430"/>
                  </a:lnTo>
                  <a:lnTo>
                    <a:pt x="247" y="1429"/>
                  </a:lnTo>
                  <a:lnTo>
                    <a:pt x="252" y="1426"/>
                  </a:lnTo>
                  <a:lnTo>
                    <a:pt x="258" y="1429"/>
                  </a:lnTo>
                  <a:lnTo>
                    <a:pt x="255" y="1434"/>
                  </a:lnTo>
                  <a:lnTo>
                    <a:pt x="252" y="1438"/>
                  </a:lnTo>
                  <a:lnTo>
                    <a:pt x="250" y="1442"/>
                  </a:lnTo>
                  <a:lnTo>
                    <a:pt x="253" y="1446"/>
                  </a:lnTo>
                  <a:lnTo>
                    <a:pt x="258" y="1451"/>
                  </a:lnTo>
                  <a:lnTo>
                    <a:pt x="265" y="1452"/>
                  </a:lnTo>
                  <a:lnTo>
                    <a:pt x="270" y="1453"/>
                  </a:lnTo>
                  <a:lnTo>
                    <a:pt x="278" y="1452"/>
                  </a:lnTo>
                  <a:lnTo>
                    <a:pt x="286" y="1452"/>
                  </a:lnTo>
                  <a:lnTo>
                    <a:pt x="295" y="1450"/>
                  </a:lnTo>
                  <a:lnTo>
                    <a:pt x="303" y="1449"/>
                  </a:lnTo>
                  <a:lnTo>
                    <a:pt x="310" y="1447"/>
                  </a:lnTo>
                  <a:lnTo>
                    <a:pt x="317" y="1445"/>
                  </a:lnTo>
                  <a:lnTo>
                    <a:pt x="322" y="1443"/>
                  </a:lnTo>
                  <a:lnTo>
                    <a:pt x="330" y="1440"/>
                  </a:lnTo>
                  <a:lnTo>
                    <a:pt x="336" y="1439"/>
                  </a:lnTo>
                  <a:lnTo>
                    <a:pt x="361" y="1435"/>
                  </a:lnTo>
                  <a:lnTo>
                    <a:pt x="376" y="1434"/>
                  </a:lnTo>
                  <a:lnTo>
                    <a:pt x="381" y="1434"/>
                  </a:lnTo>
                  <a:lnTo>
                    <a:pt x="386" y="1432"/>
                  </a:lnTo>
                  <a:lnTo>
                    <a:pt x="400" y="1413"/>
                  </a:lnTo>
                  <a:lnTo>
                    <a:pt x="405" y="1407"/>
                  </a:lnTo>
                  <a:lnTo>
                    <a:pt x="467" y="1343"/>
                  </a:lnTo>
                  <a:lnTo>
                    <a:pt x="473" y="1334"/>
                  </a:lnTo>
                  <a:lnTo>
                    <a:pt x="484" y="1321"/>
                  </a:lnTo>
                  <a:lnTo>
                    <a:pt x="487" y="1316"/>
                  </a:lnTo>
                  <a:lnTo>
                    <a:pt x="491" y="1312"/>
                  </a:lnTo>
                  <a:lnTo>
                    <a:pt x="497" y="1307"/>
                  </a:lnTo>
                  <a:lnTo>
                    <a:pt x="503" y="1304"/>
                  </a:lnTo>
                  <a:lnTo>
                    <a:pt x="509" y="1302"/>
                  </a:lnTo>
                  <a:lnTo>
                    <a:pt x="561" y="1287"/>
                  </a:lnTo>
                  <a:lnTo>
                    <a:pt x="567" y="1286"/>
                  </a:lnTo>
                  <a:lnTo>
                    <a:pt x="572" y="1285"/>
                  </a:lnTo>
                  <a:lnTo>
                    <a:pt x="581" y="1284"/>
                  </a:lnTo>
                  <a:lnTo>
                    <a:pt x="589" y="1284"/>
                  </a:lnTo>
                  <a:lnTo>
                    <a:pt x="597" y="1285"/>
                  </a:lnTo>
                  <a:lnTo>
                    <a:pt x="611" y="1289"/>
                  </a:lnTo>
                  <a:lnTo>
                    <a:pt x="621" y="1291"/>
                  </a:lnTo>
                  <a:lnTo>
                    <a:pt x="626" y="1291"/>
                  </a:lnTo>
                  <a:lnTo>
                    <a:pt x="638" y="1292"/>
                  </a:lnTo>
                  <a:lnTo>
                    <a:pt x="650" y="1292"/>
                  </a:lnTo>
                  <a:lnTo>
                    <a:pt x="655" y="1293"/>
                  </a:lnTo>
                  <a:lnTo>
                    <a:pt x="661" y="1293"/>
                  </a:lnTo>
                  <a:lnTo>
                    <a:pt x="669" y="1296"/>
                  </a:lnTo>
                  <a:lnTo>
                    <a:pt x="675" y="1298"/>
                  </a:lnTo>
                  <a:lnTo>
                    <a:pt x="681" y="1299"/>
                  </a:lnTo>
                  <a:lnTo>
                    <a:pt x="688" y="1297"/>
                  </a:lnTo>
                  <a:lnTo>
                    <a:pt x="696" y="1294"/>
                  </a:lnTo>
                  <a:lnTo>
                    <a:pt x="703" y="1292"/>
                  </a:lnTo>
                  <a:lnTo>
                    <a:pt x="773" y="1255"/>
                  </a:lnTo>
                  <a:lnTo>
                    <a:pt x="814" y="1231"/>
                  </a:lnTo>
                  <a:lnTo>
                    <a:pt x="840" y="1213"/>
                  </a:lnTo>
                  <a:lnTo>
                    <a:pt x="849" y="1208"/>
                  </a:lnTo>
                  <a:lnTo>
                    <a:pt x="858" y="1203"/>
                  </a:lnTo>
                  <a:lnTo>
                    <a:pt x="868" y="1198"/>
                  </a:lnTo>
                  <a:lnTo>
                    <a:pt x="888" y="1189"/>
                  </a:lnTo>
                  <a:lnTo>
                    <a:pt x="896" y="1186"/>
                  </a:lnTo>
                  <a:lnTo>
                    <a:pt x="906" y="1182"/>
                  </a:lnTo>
                  <a:lnTo>
                    <a:pt x="917" y="1178"/>
                  </a:lnTo>
                  <a:lnTo>
                    <a:pt x="943" y="1165"/>
                  </a:lnTo>
                  <a:lnTo>
                    <a:pt x="955" y="1158"/>
                  </a:lnTo>
                  <a:lnTo>
                    <a:pt x="1010" y="1120"/>
                  </a:lnTo>
                  <a:lnTo>
                    <a:pt x="1051" y="1087"/>
                  </a:lnTo>
                  <a:lnTo>
                    <a:pt x="1055" y="1083"/>
                  </a:lnTo>
                  <a:lnTo>
                    <a:pt x="1059" y="1079"/>
                  </a:lnTo>
                  <a:lnTo>
                    <a:pt x="1062" y="1075"/>
                  </a:lnTo>
                  <a:lnTo>
                    <a:pt x="1065" y="1072"/>
                  </a:lnTo>
                  <a:lnTo>
                    <a:pt x="1072" y="1061"/>
                  </a:lnTo>
                  <a:lnTo>
                    <a:pt x="1079" y="1054"/>
                  </a:lnTo>
                  <a:lnTo>
                    <a:pt x="1111" y="1027"/>
                  </a:lnTo>
                  <a:lnTo>
                    <a:pt x="1124" y="1017"/>
                  </a:lnTo>
                  <a:lnTo>
                    <a:pt x="1135" y="1012"/>
                  </a:lnTo>
                  <a:lnTo>
                    <a:pt x="1143" y="1009"/>
                  </a:lnTo>
                  <a:lnTo>
                    <a:pt x="1149" y="1007"/>
                  </a:lnTo>
                  <a:lnTo>
                    <a:pt x="1157" y="1006"/>
                  </a:lnTo>
                  <a:lnTo>
                    <a:pt x="1168" y="1005"/>
                  </a:lnTo>
                  <a:lnTo>
                    <a:pt x="1175" y="1004"/>
                  </a:lnTo>
                  <a:lnTo>
                    <a:pt x="1181" y="1002"/>
                  </a:lnTo>
                  <a:lnTo>
                    <a:pt x="1190" y="997"/>
                  </a:lnTo>
                  <a:lnTo>
                    <a:pt x="1196" y="994"/>
                  </a:lnTo>
                  <a:lnTo>
                    <a:pt x="1206" y="991"/>
                  </a:lnTo>
                  <a:lnTo>
                    <a:pt x="1212" y="988"/>
                  </a:lnTo>
                  <a:lnTo>
                    <a:pt x="1219" y="985"/>
                  </a:lnTo>
                  <a:lnTo>
                    <a:pt x="1226" y="981"/>
                  </a:lnTo>
                  <a:lnTo>
                    <a:pt x="1232" y="977"/>
                  </a:lnTo>
                  <a:lnTo>
                    <a:pt x="1236" y="974"/>
                  </a:lnTo>
                  <a:lnTo>
                    <a:pt x="1242" y="968"/>
                  </a:lnTo>
                  <a:lnTo>
                    <a:pt x="1253" y="955"/>
                  </a:lnTo>
                  <a:lnTo>
                    <a:pt x="1259" y="949"/>
                  </a:lnTo>
                  <a:lnTo>
                    <a:pt x="1264" y="944"/>
                  </a:lnTo>
                  <a:lnTo>
                    <a:pt x="1276" y="940"/>
                  </a:lnTo>
                  <a:lnTo>
                    <a:pt x="1298" y="923"/>
                  </a:lnTo>
                  <a:lnTo>
                    <a:pt x="1305" y="919"/>
                  </a:lnTo>
                  <a:lnTo>
                    <a:pt x="1320" y="911"/>
                  </a:lnTo>
                  <a:lnTo>
                    <a:pt x="1325" y="908"/>
                  </a:lnTo>
                  <a:lnTo>
                    <a:pt x="1334" y="898"/>
                  </a:lnTo>
                  <a:lnTo>
                    <a:pt x="1340" y="892"/>
                  </a:lnTo>
                  <a:lnTo>
                    <a:pt x="1347" y="887"/>
                  </a:lnTo>
                  <a:lnTo>
                    <a:pt x="1352" y="882"/>
                  </a:lnTo>
                  <a:lnTo>
                    <a:pt x="1370" y="870"/>
                  </a:lnTo>
                  <a:lnTo>
                    <a:pt x="1379" y="864"/>
                  </a:lnTo>
                  <a:lnTo>
                    <a:pt x="1388" y="860"/>
                  </a:lnTo>
                  <a:lnTo>
                    <a:pt x="1392" y="857"/>
                  </a:lnTo>
                  <a:lnTo>
                    <a:pt x="1398" y="852"/>
                  </a:lnTo>
                  <a:lnTo>
                    <a:pt x="1406" y="845"/>
                  </a:lnTo>
                  <a:lnTo>
                    <a:pt x="1418" y="832"/>
                  </a:lnTo>
                  <a:lnTo>
                    <a:pt x="1423" y="828"/>
                  </a:lnTo>
                  <a:lnTo>
                    <a:pt x="1428" y="831"/>
                  </a:lnTo>
                  <a:lnTo>
                    <a:pt x="1433" y="829"/>
                  </a:lnTo>
                  <a:lnTo>
                    <a:pt x="1439" y="817"/>
                  </a:lnTo>
                  <a:lnTo>
                    <a:pt x="1443" y="811"/>
                  </a:lnTo>
                  <a:lnTo>
                    <a:pt x="1448" y="803"/>
                  </a:lnTo>
                  <a:lnTo>
                    <a:pt x="1453" y="796"/>
                  </a:lnTo>
                  <a:lnTo>
                    <a:pt x="1456" y="788"/>
                  </a:lnTo>
                  <a:lnTo>
                    <a:pt x="1458" y="780"/>
                  </a:lnTo>
                  <a:lnTo>
                    <a:pt x="1460" y="774"/>
                  </a:lnTo>
                  <a:lnTo>
                    <a:pt x="1463" y="766"/>
                  </a:lnTo>
                  <a:lnTo>
                    <a:pt x="1465" y="760"/>
                  </a:lnTo>
                  <a:lnTo>
                    <a:pt x="1467" y="754"/>
                  </a:lnTo>
                  <a:lnTo>
                    <a:pt x="1470" y="747"/>
                  </a:lnTo>
                  <a:lnTo>
                    <a:pt x="1472" y="739"/>
                  </a:lnTo>
                  <a:lnTo>
                    <a:pt x="1486" y="707"/>
                  </a:lnTo>
                  <a:lnTo>
                    <a:pt x="1487" y="703"/>
                  </a:lnTo>
                  <a:lnTo>
                    <a:pt x="1488" y="697"/>
                  </a:lnTo>
                  <a:lnTo>
                    <a:pt x="1487" y="682"/>
                  </a:lnTo>
                  <a:lnTo>
                    <a:pt x="1487" y="674"/>
                  </a:lnTo>
                  <a:lnTo>
                    <a:pt x="1491" y="662"/>
                  </a:lnTo>
                  <a:lnTo>
                    <a:pt x="1492" y="656"/>
                  </a:lnTo>
                  <a:lnTo>
                    <a:pt x="1494" y="645"/>
                  </a:lnTo>
                  <a:lnTo>
                    <a:pt x="1494" y="637"/>
                  </a:lnTo>
                  <a:lnTo>
                    <a:pt x="1496" y="617"/>
                  </a:lnTo>
                  <a:lnTo>
                    <a:pt x="1497" y="610"/>
                  </a:lnTo>
                  <a:lnTo>
                    <a:pt x="1494" y="557"/>
                  </a:lnTo>
                  <a:lnTo>
                    <a:pt x="1498" y="523"/>
                  </a:lnTo>
                  <a:lnTo>
                    <a:pt x="1497" y="496"/>
                  </a:lnTo>
                  <a:lnTo>
                    <a:pt x="1495" y="427"/>
                  </a:lnTo>
                  <a:lnTo>
                    <a:pt x="1492" y="330"/>
                  </a:lnTo>
                  <a:lnTo>
                    <a:pt x="1487" y="284"/>
                  </a:lnTo>
                  <a:lnTo>
                    <a:pt x="1483" y="247"/>
                  </a:lnTo>
                  <a:lnTo>
                    <a:pt x="1485" y="200"/>
                  </a:lnTo>
                  <a:lnTo>
                    <a:pt x="1486" y="157"/>
                  </a:lnTo>
                  <a:lnTo>
                    <a:pt x="1486" y="144"/>
                  </a:lnTo>
                  <a:lnTo>
                    <a:pt x="1485" y="134"/>
                  </a:lnTo>
                  <a:lnTo>
                    <a:pt x="1488" y="100"/>
                  </a:lnTo>
                  <a:lnTo>
                    <a:pt x="1487" y="78"/>
                  </a:lnTo>
                  <a:lnTo>
                    <a:pt x="1484" y="35"/>
                  </a:lnTo>
                  <a:lnTo>
                    <a:pt x="1479" y="28"/>
                  </a:lnTo>
                  <a:lnTo>
                    <a:pt x="1474" y="27"/>
                  </a:lnTo>
                  <a:lnTo>
                    <a:pt x="1459" y="31"/>
                  </a:lnTo>
                  <a:lnTo>
                    <a:pt x="1441" y="38"/>
                  </a:lnTo>
                  <a:lnTo>
                    <a:pt x="1429" y="40"/>
                  </a:lnTo>
                  <a:lnTo>
                    <a:pt x="1421" y="42"/>
                  </a:lnTo>
                  <a:lnTo>
                    <a:pt x="1410" y="46"/>
                  </a:lnTo>
                  <a:lnTo>
                    <a:pt x="1401" y="51"/>
                  </a:lnTo>
                  <a:lnTo>
                    <a:pt x="1384" y="59"/>
                  </a:lnTo>
                  <a:lnTo>
                    <a:pt x="1371" y="6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9464491" y="1574410"/>
              <a:ext cx="629" cy="421"/>
            </a:xfrm>
            <a:custGeom>
              <a:avLst/>
              <a:pathLst>
                <a:path w="629" h="421">
                  <a:moveTo>
                    <a:pt x="5" y="419"/>
                  </a:moveTo>
                  <a:lnTo>
                    <a:pt x="11" y="420"/>
                  </a:lnTo>
                  <a:lnTo>
                    <a:pt x="17" y="421"/>
                  </a:lnTo>
                  <a:lnTo>
                    <a:pt x="23" y="419"/>
                  </a:lnTo>
                  <a:lnTo>
                    <a:pt x="31" y="416"/>
                  </a:lnTo>
                  <a:lnTo>
                    <a:pt x="48" y="409"/>
                  </a:lnTo>
                  <a:lnTo>
                    <a:pt x="58" y="406"/>
                  </a:lnTo>
                  <a:lnTo>
                    <a:pt x="79" y="398"/>
                  </a:lnTo>
                  <a:lnTo>
                    <a:pt x="138" y="374"/>
                  </a:lnTo>
                  <a:lnTo>
                    <a:pt x="160" y="366"/>
                  </a:lnTo>
                  <a:lnTo>
                    <a:pt x="219" y="342"/>
                  </a:lnTo>
                  <a:lnTo>
                    <a:pt x="227" y="339"/>
                  </a:lnTo>
                  <a:lnTo>
                    <a:pt x="237" y="333"/>
                  </a:lnTo>
                  <a:lnTo>
                    <a:pt x="260" y="321"/>
                  </a:lnTo>
                  <a:lnTo>
                    <a:pt x="269" y="313"/>
                  </a:lnTo>
                  <a:lnTo>
                    <a:pt x="275" y="309"/>
                  </a:lnTo>
                  <a:lnTo>
                    <a:pt x="282" y="305"/>
                  </a:lnTo>
                  <a:lnTo>
                    <a:pt x="290" y="301"/>
                  </a:lnTo>
                  <a:lnTo>
                    <a:pt x="297" y="297"/>
                  </a:lnTo>
                  <a:lnTo>
                    <a:pt x="301" y="292"/>
                  </a:lnTo>
                  <a:lnTo>
                    <a:pt x="305" y="285"/>
                  </a:lnTo>
                  <a:lnTo>
                    <a:pt x="310" y="282"/>
                  </a:lnTo>
                  <a:lnTo>
                    <a:pt x="324" y="276"/>
                  </a:lnTo>
                  <a:lnTo>
                    <a:pt x="340" y="270"/>
                  </a:lnTo>
                  <a:lnTo>
                    <a:pt x="363" y="263"/>
                  </a:lnTo>
                  <a:lnTo>
                    <a:pt x="377" y="258"/>
                  </a:lnTo>
                  <a:lnTo>
                    <a:pt x="397" y="248"/>
                  </a:lnTo>
                  <a:lnTo>
                    <a:pt x="454" y="221"/>
                  </a:lnTo>
                  <a:lnTo>
                    <a:pt x="471" y="213"/>
                  </a:lnTo>
                  <a:lnTo>
                    <a:pt x="492" y="198"/>
                  </a:lnTo>
                  <a:lnTo>
                    <a:pt x="503" y="187"/>
                  </a:lnTo>
                  <a:lnTo>
                    <a:pt x="515" y="178"/>
                  </a:lnTo>
                  <a:lnTo>
                    <a:pt x="521" y="169"/>
                  </a:lnTo>
                  <a:lnTo>
                    <a:pt x="532" y="161"/>
                  </a:lnTo>
                  <a:lnTo>
                    <a:pt x="570" y="141"/>
                  </a:lnTo>
                  <a:lnTo>
                    <a:pt x="580" y="135"/>
                  </a:lnTo>
                  <a:lnTo>
                    <a:pt x="586" y="126"/>
                  </a:lnTo>
                  <a:lnTo>
                    <a:pt x="590" y="118"/>
                  </a:lnTo>
                  <a:lnTo>
                    <a:pt x="612" y="103"/>
                  </a:lnTo>
                  <a:lnTo>
                    <a:pt x="623" y="75"/>
                  </a:lnTo>
                  <a:lnTo>
                    <a:pt x="625" y="52"/>
                  </a:lnTo>
                  <a:lnTo>
                    <a:pt x="628" y="33"/>
                  </a:lnTo>
                  <a:lnTo>
                    <a:pt x="629" y="20"/>
                  </a:lnTo>
                  <a:lnTo>
                    <a:pt x="625" y="13"/>
                  </a:lnTo>
                  <a:lnTo>
                    <a:pt x="619" y="6"/>
                  </a:lnTo>
                  <a:lnTo>
                    <a:pt x="609" y="0"/>
                  </a:lnTo>
                  <a:lnTo>
                    <a:pt x="602" y="0"/>
                  </a:lnTo>
                  <a:lnTo>
                    <a:pt x="594" y="3"/>
                  </a:lnTo>
                  <a:lnTo>
                    <a:pt x="577" y="12"/>
                  </a:lnTo>
                  <a:lnTo>
                    <a:pt x="560" y="20"/>
                  </a:lnTo>
                  <a:lnTo>
                    <a:pt x="546" y="23"/>
                  </a:lnTo>
                  <a:lnTo>
                    <a:pt x="534" y="25"/>
                  </a:lnTo>
                  <a:lnTo>
                    <a:pt x="526" y="25"/>
                  </a:lnTo>
                  <a:lnTo>
                    <a:pt x="521" y="22"/>
                  </a:lnTo>
                  <a:lnTo>
                    <a:pt x="518" y="17"/>
                  </a:lnTo>
                  <a:lnTo>
                    <a:pt x="510" y="12"/>
                  </a:lnTo>
                  <a:lnTo>
                    <a:pt x="499" y="13"/>
                  </a:lnTo>
                  <a:lnTo>
                    <a:pt x="496" y="18"/>
                  </a:lnTo>
                  <a:lnTo>
                    <a:pt x="488" y="25"/>
                  </a:lnTo>
                  <a:lnTo>
                    <a:pt x="442" y="48"/>
                  </a:lnTo>
                  <a:lnTo>
                    <a:pt x="424" y="59"/>
                  </a:lnTo>
                  <a:lnTo>
                    <a:pt x="411" y="68"/>
                  </a:lnTo>
                  <a:lnTo>
                    <a:pt x="383" y="90"/>
                  </a:lnTo>
                  <a:lnTo>
                    <a:pt x="357" y="113"/>
                  </a:lnTo>
                  <a:lnTo>
                    <a:pt x="315" y="151"/>
                  </a:lnTo>
                  <a:lnTo>
                    <a:pt x="287" y="181"/>
                  </a:lnTo>
                  <a:lnTo>
                    <a:pt x="249" y="223"/>
                  </a:lnTo>
                  <a:lnTo>
                    <a:pt x="223" y="250"/>
                  </a:lnTo>
                  <a:lnTo>
                    <a:pt x="210" y="263"/>
                  </a:lnTo>
                  <a:lnTo>
                    <a:pt x="207" y="270"/>
                  </a:lnTo>
                  <a:lnTo>
                    <a:pt x="207" y="282"/>
                  </a:lnTo>
                  <a:lnTo>
                    <a:pt x="193" y="289"/>
                  </a:lnTo>
                  <a:lnTo>
                    <a:pt x="176" y="301"/>
                  </a:lnTo>
                  <a:lnTo>
                    <a:pt x="145" y="324"/>
                  </a:lnTo>
                  <a:lnTo>
                    <a:pt x="101" y="355"/>
                  </a:lnTo>
                  <a:lnTo>
                    <a:pt x="47" y="389"/>
                  </a:lnTo>
                  <a:lnTo>
                    <a:pt x="15" y="410"/>
                  </a:lnTo>
                  <a:lnTo>
                    <a:pt x="9" y="413"/>
                  </a:lnTo>
                  <a:lnTo>
                    <a:pt x="4" y="414"/>
                  </a:lnTo>
                  <a:lnTo>
                    <a:pt x="0" y="418"/>
                  </a:lnTo>
                  <a:lnTo>
                    <a:pt x="5" y="419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9465134" y="1574006"/>
              <a:ext cx="512" cy="627"/>
            </a:xfrm>
            <a:custGeom>
              <a:avLst/>
              <a:pathLst>
                <a:path w="512" h="627">
                  <a:moveTo>
                    <a:pt x="50" y="405"/>
                  </a:moveTo>
                  <a:lnTo>
                    <a:pt x="35" y="449"/>
                  </a:lnTo>
                  <a:lnTo>
                    <a:pt x="31" y="472"/>
                  </a:lnTo>
                  <a:lnTo>
                    <a:pt x="23" y="496"/>
                  </a:lnTo>
                  <a:lnTo>
                    <a:pt x="18" y="510"/>
                  </a:lnTo>
                  <a:lnTo>
                    <a:pt x="11" y="527"/>
                  </a:lnTo>
                  <a:lnTo>
                    <a:pt x="8" y="532"/>
                  </a:lnTo>
                  <a:lnTo>
                    <a:pt x="1" y="539"/>
                  </a:lnTo>
                  <a:lnTo>
                    <a:pt x="0" y="546"/>
                  </a:lnTo>
                  <a:lnTo>
                    <a:pt x="27" y="552"/>
                  </a:lnTo>
                  <a:lnTo>
                    <a:pt x="36" y="553"/>
                  </a:lnTo>
                  <a:lnTo>
                    <a:pt x="61" y="558"/>
                  </a:lnTo>
                  <a:lnTo>
                    <a:pt x="80" y="561"/>
                  </a:lnTo>
                  <a:lnTo>
                    <a:pt x="96" y="569"/>
                  </a:lnTo>
                  <a:lnTo>
                    <a:pt x="126" y="591"/>
                  </a:lnTo>
                  <a:lnTo>
                    <a:pt x="149" y="611"/>
                  </a:lnTo>
                  <a:lnTo>
                    <a:pt x="155" y="617"/>
                  </a:lnTo>
                  <a:lnTo>
                    <a:pt x="170" y="625"/>
                  </a:lnTo>
                  <a:lnTo>
                    <a:pt x="178" y="627"/>
                  </a:lnTo>
                  <a:lnTo>
                    <a:pt x="197" y="625"/>
                  </a:lnTo>
                  <a:lnTo>
                    <a:pt x="242" y="617"/>
                  </a:lnTo>
                  <a:lnTo>
                    <a:pt x="255" y="614"/>
                  </a:lnTo>
                  <a:lnTo>
                    <a:pt x="281" y="602"/>
                  </a:lnTo>
                  <a:lnTo>
                    <a:pt x="303" y="588"/>
                  </a:lnTo>
                  <a:lnTo>
                    <a:pt x="321" y="574"/>
                  </a:lnTo>
                  <a:lnTo>
                    <a:pt x="338" y="557"/>
                  </a:lnTo>
                  <a:lnTo>
                    <a:pt x="348" y="546"/>
                  </a:lnTo>
                  <a:lnTo>
                    <a:pt x="356" y="537"/>
                  </a:lnTo>
                  <a:lnTo>
                    <a:pt x="371" y="508"/>
                  </a:lnTo>
                  <a:lnTo>
                    <a:pt x="384" y="487"/>
                  </a:lnTo>
                  <a:lnTo>
                    <a:pt x="391" y="470"/>
                  </a:lnTo>
                  <a:lnTo>
                    <a:pt x="394" y="463"/>
                  </a:lnTo>
                  <a:lnTo>
                    <a:pt x="401" y="449"/>
                  </a:lnTo>
                  <a:lnTo>
                    <a:pt x="409" y="431"/>
                  </a:lnTo>
                  <a:lnTo>
                    <a:pt x="415" y="416"/>
                  </a:lnTo>
                  <a:lnTo>
                    <a:pt x="430" y="386"/>
                  </a:lnTo>
                  <a:lnTo>
                    <a:pt x="438" y="363"/>
                  </a:lnTo>
                  <a:lnTo>
                    <a:pt x="441" y="354"/>
                  </a:lnTo>
                  <a:lnTo>
                    <a:pt x="445" y="350"/>
                  </a:lnTo>
                  <a:lnTo>
                    <a:pt x="453" y="345"/>
                  </a:lnTo>
                  <a:lnTo>
                    <a:pt x="457" y="339"/>
                  </a:lnTo>
                  <a:lnTo>
                    <a:pt x="459" y="334"/>
                  </a:lnTo>
                  <a:lnTo>
                    <a:pt x="461" y="327"/>
                  </a:lnTo>
                  <a:lnTo>
                    <a:pt x="463" y="320"/>
                  </a:lnTo>
                  <a:lnTo>
                    <a:pt x="464" y="312"/>
                  </a:lnTo>
                  <a:lnTo>
                    <a:pt x="464" y="305"/>
                  </a:lnTo>
                  <a:lnTo>
                    <a:pt x="465" y="288"/>
                  </a:lnTo>
                  <a:lnTo>
                    <a:pt x="467" y="264"/>
                  </a:lnTo>
                  <a:lnTo>
                    <a:pt x="470" y="246"/>
                  </a:lnTo>
                  <a:lnTo>
                    <a:pt x="471" y="240"/>
                  </a:lnTo>
                  <a:lnTo>
                    <a:pt x="473" y="235"/>
                  </a:lnTo>
                  <a:lnTo>
                    <a:pt x="492" y="189"/>
                  </a:lnTo>
                  <a:lnTo>
                    <a:pt x="496" y="179"/>
                  </a:lnTo>
                  <a:lnTo>
                    <a:pt x="499" y="168"/>
                  </a:lnTo>
                  <a:lnTo>
                    <a:pt x="504" y="147"/>
                  </a:lnTo>
                  <a:lnTo>
                    <a:pt x="509" y="113"/>
                  </a:lnTo>
                  <a:lnTo>
                    <a:pt x="510" y="103"/>
                  </a:lnTo>
                  <a:lnTo>
                    <a:pt x="512" y="60"/>
                  </a:lnTo>
                  <a:lnTo>
                    <a:pt x="512" y="51"/>
                  </a:lnTo>
                  <a:lnTo>
                    <a:pt x="510" y="42"/>
                  </a:lnTo>
                  <a:lnTo>
                    <a:pt x="506" y="36"/>
                  </a:lnTo>
                  <a:lnTo>
                    <a:pt x="500" y="32"/>
                  </a:lnTo>
                  <a:lnTo>
                    <a:pt x="496" y="30"/>
                  </a:lnTo>
                  <a:lnTo>
                    <a:pt x="490" y="28"/>
                  </a:lnTo>
                  <a:lnTo>
                    <a:pt x="486" y="25"/>
                  </a:lnTo>
                  <a:lnTo>
                    <a:pt x="481" y="24"/>
                  </a:lnTo>
                  <a:lnTo>
                    <a:pt x="472" y="26"/>
                  </a:lnTo>
                  <a:lnTo>
                    <a:pt x="455" y="28"/>
                  </a:lnTo>
                  <a:lnTo>
                    <a:pt x="444" y="24"/>
                  </a:lnTo>
                  <a:lnTo>
                    <a:pt x="441" y="16"/>
                  </a:lnTo>
                  <a:lnTo>
                    <a:pt x="435" y="11"/>
                  </a:lnTo>
                  <a:lnTo>
                    <a:pt x="412" y="2"/>
                  </a:lnTo>
                  <a:lnTo>
                    <a:pt x="408" y="0"/>
                  </a:lnTo>
                  <a:lnTo>
                    <a:pt x="401" y="0"/>
                  </a:lnTo>
                  <a:lnTo>
                    <a:pt x="383" y="16"/>
                  </a:lnTo>
                  <a:lnTo>
                    <a:pt x="375" y="21"/>
                  </a:lnTo>
                  <a:lnTo>
                    <a:pt x="347" y="46"/>
                  </a:lnTo>
                  <a:lnTo>
                    <a:pt x="318" y="72"/>
                  </a:lnTo>
                  <a:lnTo>
                    <a:pt x="285" y="100"/>
                  </a:lnTo>
                  <a:lnTo>
                    <a:pt x="277" y="107"/>
                  </a:lnTo>
                  <a:lnTo>
                    <a:pt x="241" y="158"/>
                  </a:lnTo>
                  <a:lnTo>
                    <a:pt x="221" y="175"/>
                  </a:lnTo>
                  <a:lnTo>
                    <a:pt x="196" y="198"/>
                  </a:lnTo>
                  <a:lnTo>
                    <a:pt x="184" y="212"/>
                  </a:lnTo>
                  <a:lnTo>
                    <a:pt x="154" y="245"/>
                  </a:lnTo>
                  <a:lnTo>
                    <a:pt x="136" y="276"/>
                  </a:lnTo>
                  <a:lnTo>
                    <a:pt x="123" y="293"/>
                  </a:lnTo>
                  <a:lnTo>
                    <a:pt x="113" y="310"/>
                  </a:lnTo>
                  <a:lnTo>
                    <a:pt x="66" y="383"/>
                  </a:lnTo>
                  <a:lnTo>
                    <a:pt x="59" y="396"/>
                  </a:lnTo>
                  <a:lnTo>
                    <a:pt x="50" y="405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9467354" y="1572106"/>
              <a:ext cx="1903" cy="610"/>
            </a:xfrm>
            <a:custGeom>
              <a:avLst/>
              <a:pathLst>
                <a:path w="1903" h="610">
                  <a:moveTo>
                    <a:pt x="1890" y="64"/>
                  </a:moveTo>
                  <a:lnTo>
                    <a:pt x="1897" y="64"/>
                  </a:lnTo>
                  <a:lnTo>
                    <a:pt x="1903" y="66"/>
                  </a:lnTo>
                  <a:lnTo>
                    <a:pt x="1868" y="35"/>
                  </a:lnTo>
                  <a:lnTo>
                    <a:pt x="1834" y="8"/>
                  </a:lnTo>
                  <a:lnTo>
                    <a:pt x="1797" y="0"/>
                  </a:lnTo>
                  <a:lnTo>
                    <a:pt x="1741" y="1"/>
                  </a:lnTo>
                  <a:lnTo>
                    <a:pt x="1736" y="3"/>
                  </a:lnTo>
                  <a:lnTo>
                    <a:pt x="1731" y="4"/>
                  </a:lnTo>
                  <a:lnTo>
                    <a:pt x="1724" y="5"/>
                  </a:lnTo>
                  <a:lnTo>
                    <a:pt x="1715" y="5"/>
                  </a:lnTo>
                  <a:lnTo>
                    <a:pt x="1712" y="12"/>
                  </a:lnTo>
                  <a:lnTo>
                    <a:pt x="1707" y="14"/>
                  </a:lnTo>
                  <a:lnTo>
                    <a:pt x="1697" y="15"/>
                  </a:lnTo>
                  <a:lnTo>
                    <a:pt x="1691" y="16"/>
                  </a:lnTo>
                  <a:lnTo>
                    <a:pt x="1686" y="17"/>
                  </a:lnTo>
                  <a:lnTo>
                    <a:pt x="1679" y="17"/>
                  </a:lnTo>
                  <a:lnTo>
                    <a:pt x="1638" y="19"/>
                  </a:lnTo>
                  <a:lnTo>
                    <a:pt x="1538" y="29"/>
                  </a:lnTo>
                  <a:lnTo>
                    <a:pt x="1500" y="31"/>
                  </a:lnTo>
                  <a:lnTo>
                    <a:pt x="1407" y="31"/>
                  </a:lnTo>
                  <a:lnTo>
                    <a:pt x="1384" y="30"/>
                  </a:lnTo>
                  <a:lnTo>
                    <a:pt x="1378" y="30"/>
                  </a:lnTo>
                  <a:lnTo>
                    <a:pt x="1371" y="29"/>
                  </a:lnTo>
                  <a:lnTo>
                    <a:pt x="1354" y="29"/>
                  </a:lnTo>
                  <a:lnTo>
                    <a:pt x="1346" y="31"/>
                  </a:lnTo>
                  <a:lnTo>
                    <a:pt x="1342" y="32"/>
                  </a:lnTo>
                  <a:lnTo>
                    <a:pt x="1332" y="36"/>
                  </a:lnTo>
                  <a:lnTo>
                    <a:pt x="1325" y="38"/>
                  </a:lnTo>
                  <a:lnTo>
                    <a:pt x="1320" y="40"/>
                  </a:lnTo>
                  <a:lnTo>
                    <a:pt x="1315" y="41"/>
                  </a:lnTo>
                  <a:lnTo>
                    <a:pt x="1306" y="43"/>
                  </a:lnTo>
                  <a:lnTo>
                    <a:pt x="1277" y="52"/>
                  </a:lnTo>
                  <a:lnTo>
                    <a:pt x="1271" y="55"/>
                  </a:lnTo>
                  <a:lnTo>
                    <a:pt x="1265" y="56"/>
                  </a:lnTo>
                  <a:lnTo>
                    <a:pt x="1261" y="52"/>
                  </a:lnTo>
                  <a:lnTo>
                    <a:pt x="1255" y="56"/>
                  </a:lnTo>
                  <a:lnTo>
                    <a:pt x="1249" y="58"/>
                  </a:lnTo>
                  <a:lnTo>
                    <a:pt x="1241" y="61"/>
                  </a:lnTo>
                  <a:lnTo>
                    <a:pt x="1170" y="73"/>
                  </a:lnTo>
                  <a:lnTo>
                    <a:pt x="1151" y="74"/>
                  </a:lnTo>
                  <a:lnTo>
                    <a:pt x="1145" y="75"/>
                  </a:lnTo>
                  <a:lnTo>
                    <a:pt x="1138" y="76"/>
                  </a:lnTo>
                  <a:lnTo>
                    <a:pt x="1129" y="77"/>
                  </a:lnTo>
                  <a:lnTo>
                    <a:pt x="1112" y="80"/>
                  </a:lnTo>
                  <a:lnTo>
                    <a:pt x="1106" y="81"/>
                  </a:lnTo>
                  <a:lnTo>
                    <a:pt x="1101" y="83"/>
                  </a:lnTo>
                  <a:lnTo>
                    <a:pt x="1089" y="87"/>
                  </a:lnTo>
                  <a:lnTo>
                    <a:pt x="1048" y="95"/>
                  </a:lnTo>
                  <a:lnTo>
                    <a:pt x="1017" y="100"/>
                  </a:lnTo>
                  <a:lnTo>
                    <a:pt x="943" y="113"/>
                  </a:lnTo>
                  <a:lnTo>
                    <a:pt x="893" y="122"/>
                  </a:lnTo>
                  <a:lnTo>
                    <a:pt x="877" y="123"/>
                  </a:lnTo>
                  <a:lnTo>
                    <a:pt x="871" y="126"/>
                  </a:lnTo>
                  <a:lnTo>
                    <a:pt x="866" y="129"/>
                  </a:lnTo>
                  <a:lnTo>
                    <a:pt x="859" y="132"/>
                  </a:lnTo>
                  <a:lnTo>
                    <a:pt x="853" y="133"/>
                  </a:lnTo>
                  <a:lnTo>
                    <a:pt x="845" y="135"/>
                  </a:lnTo>
                  <a:lnTo>
                    <a:pt x="816" y="141"/>
                  </a:lnTo>
                  <a:lnTo>
                    <a:pt x="797" y="144"/>
                  </a:lnTo>
                  <a:lnTo>
                    <a:pt x="789" y="144"/>
                  </a:lnTo>
                  <a:lnTo>
                    <a:pt x="783" y="145"/>
                  </a:lnTo>
                  <a:lnTo>
                    <a:pt x="770" y="145"/>
                  </a:lnTo>
                  <a:lnTo>
                    <a:pt x="764" y="148"/>
                  </a:lnTo>
                  <a:lnTo>
                    <a:pt x="754" y="155"/>
                  </a:lnTo>
                  <a:lnTo>
                    <a:pt x="750" y="157"/>
                  </a:lnTo>
                  <a:lnTo>
                    <a:pt x="744" y="152"/>
                  </a:lnTo>
                  <a:lnTo>
                    <a:pt x="738" y="151"/>
                  </a:lnTo>
                  <a:lnTo>
                    <a:pt x="732" y="152"/>
                  </a:lnTo>
                  <a:lnTo>
                    <a:pt x="704" y="158"/>
                  </a:lnTo>
                  <a:lnTo>
                    <a:pt x="698" y="159"/>
                  </a:lnTo>
                  <a:lnTo>
                    <a:pt x="691" y="159"/>
                  </a:lnTo>
                  <a:lnTo>
                    <a:pt x="685" y="158"/>
                  </a:lnTo>
                  <a:lnTo>
                    <a:pt x="680" y="157"/>
                  </a:lnTo>
                  <a:lnTo>
                    <a:pt x="674" y="158"/>
                  </a:lnTo>
                  <a:lnTo>
                    <a:pt x="669" y="164"/>
                  </a:lnTo>
                  <a:lnTo>
                    <a:pt x="672" y="171"/>
                  </a:lnTo>
                  <a:lnTo>
                    <a:pt x="670" y="176"/>
                  </a:lnTo>
                  <a:lnTo>
                    <a:pt x="664" y="177"/>
                  </a:lnTo>
                  <a:lnTo>
                    <a:pt x="658" y="176"/>
                  </a:lnTo>
                  <a:lnTo>
                    <a:pt x="652" y="176"/>
                  </a:lnTo>
                  <a:lnTo>
                    <a:pt x="647" y="178"/>
                  </a:lnTo>
                  <a:lnTo>
                    <a:pt x="643" y="181"/>
                  </a:lnTo>
                  <a:lnTo>
                    <a:pt x="639" y="184"/>
                  </a:lnTo>
                  <a:lnTo>
                    <a:pt x="632" y="188"/>
                  </a:lnTo>
                  <a:lnTo>
                    <a:pt x="626" y="191"/>
                  </a:lnTo>
                  <a:lnTo>
                    <a:pt x="618" y="193"/>
                  </a:lnTo>
                  <a:lnTo>
                    <a:pt x="608" y="196"/>
                  </a:lnTo>
                  <a:lnTo>
                    <a:pt x="573" y="203"/>
                  </a:lnTo>
                  <a:lnTo>
                    <a:pt x="532" y="217"/>
                  </a:lnTo>
                  <a:lnTo>
                    <a:pt x="498" y="231"/>
                  </a:lnTo>
                  <a:lnTo>
                    <a:pt x="488" y="236"/>
                  </a:lnTo>
                  <a:lnTo>
                    <a:pt x="483" y="239"/>
                  </a:lnTo>
                  <a:lnTo>
                    <a:pt x="469" y="248"/>
                  </a:lnTo>
                  <a:lnTo>
                    <a:pt x="466" y="253"/>
                  </a:lnTo>
                  <a:lnTo>
                    <a:pt x="466" y="260"/>
                  </a:lnTo>
                  <a:lnTo>
                    <a:pt x="469" y="272"/>
                  </a:lnTo>
                  <a:lnTo>
                    <a:pt x="470" y="278"/>
                  </a:lnTo>
                  <a:lnTo>
                    <a:pt x="471" y="285"/>
                  </a:lnTo>
                  <a:lnTo>
                    <a:pt x="468" y="305"/>
                  </a:lnTo>
                  <a:lnTo>
                    <a:pt x="469" y="310"/>
                  </a:lnTo>
                  <a:lnTo>
                    <a:pt x="468" y="316"/>
                  </a:lnTo>
                  <a:lnTo>
                    <a:pt x="479" y="316"/>
                  </a:lnTo>
                  <a:lnTo>
                    <a:pt x="484" y="316"/>
                  </a:lnTo>
                  <a:lnTo>
                    <a:pt x="490" y="315"/>
                  </a:lnTo>
                  <a:lnTo>
                    <a:pt x="495" y="314"/>
                  </a:lnTo>
                  <a:lnTo>
                    <a:pt x="500" y="312"/>
                  </a:lnTo>
                  <a:lnTo>
                    <a:pt x="508" y="308"/>
                  </a:lnTo>
                  <a:lnTo>
                    <a:pt x="522" y="301"/>
                  </a:lnTo>
                  <a:lnTo>
                    <a:pt x="532" y="296"/>
                  </a:lnTo>
                  <a:lnTo>
                    <a:pt x="569" y="282"/>
                  </a:lnTo>
                  <a:lnTo>
                    <a:pt x="575" y="278"/>
                  </a:lnTo>
                  <a:lnTo>
                    <a:pt x="582" y="275"/>
                  </a:lnTo>
                  <a:lnTo>
                    <a:pt x="650" y="249"/>
                  </a:lnTo>
                  <a:lnTo>
                    <a:pt x="656" y="247"/>
                  </a:lnTo>
                  <a:lnTo>
                    <a:pt x="662" y="246"/>
                  </a:lnTo>
                  <a:lnTo>
                    <a:pt x="667" y="248"/>
                  </a:lnTo>
                  <a:lnTo>
                    <a:pt x="671" y="251"/>
                  </a:lnTo>
                  <a:lnTo>
                    <a:pt x="666" y="258"/>
                  </a:lnTo>
                  <a:lnTo>
                    <a:pt x="660" y="261"/>
                  </a:lnTo>
                  <a:lnTo>
                    <a:pt x="648" y="265"/>
                  </a:lnTo>
                  <a:lnTo>
                    <a:pt x="624" y="274"/>
                  </a:lnTo>
                  <a:lnTo>
                    <a:pt x="543" y="301"/>
                  </a:lnTo>
                  <a:lnTo>
                    <a:pt x="516" y="313"/>
                  </a:lnTo>
                  <a:lnTo>
                    <a:pt x="505" y="317"/>
                  </a:lnTo>
                  <a:lnTo>
                    <a:pt x="480" y="329"/>
                  </a:lnTo>
                  <a:lnTo>
                    <a:pt x="468" y="333"/>
                  </a:lnTo>
                  <a:lnTo>
                    <a:pt x="466" y="342"/>
                  </a:lnTo>
                  <a:lnTo>
                    <a:pt x="462" y="346"/>
                  </a:lnTo>
                  <a:lnTo>
                    <a:pt x="447" y="359"/>
                  </a:lnTo>
                  <a:lnTo>
                    <a:pt x="438" y="365"/>
                  </a:lnTo>
                  <a:lnTo>
                    <a:pt x="427" y="372"/>
                  </a:lnTo>
                  <a:lnTo>
                    <a:pt x="418" y="377"/>
                  </a:lnTo>
                  <a:lnTo>
                    <a:pt x="414" y="381"/>
                  </a:lnTo>
                  <a:lnTo>
                    <a:pt x="411" y="386"/>
                  </a:lnTo>
                  <a:lnTo>
                    <a:pt x="404" y="393"/>
                  </a:lnTo>
                  <a:lnTo>
                    <a:pt x="397" y="399"/>
                  </a:lnTo>
                  <a:lnTo>
                    <a:pt x="391" y="403"/>
                  </a:lnTo>
                  <a:lnTo>
                    <a:pt x="393" y="398"/>
                  </a:lnTo>
                  <a:lnTo>
                    <a:pt x="396" y="392"/>
                  </a:lnTo>
                  <a:lnTo>
                    <a:pt x="398" y="388"/>
                  </a:lnTo>
                  <a:lnTo>
                    <a:pt x="409" y="375"/>
                  </a:lnTo>
                  <a:lnTo>
                    <a:pt x="409" y="369"/>
                  </a:lnTo>
                  <a:lnTo>
                    <a:pt x="404" y="364"/>
                  </a:lnTo>
                  <a:lnTo>
                    <a:pt x="396" y="364"/>
                  </a:lnTo>
                  <a:lnTo>
                    <a:pt x="391" y="362"/>
                  </a:lnTo>
                  <a:lnTo>
                    <a:pt x="374" y="366"/>
                  </a:lnTo>
                  <a:lnTo>
                    <a:pt x="367" y="368"/>
                  </a:lnTo>
                  <a:lnTo>
                    <a:pt x="343" y="373"/>
                  </a:lnTo>
                  <a:lnTo>
                    <a:pt x="329" y="376"/>
                  </a:lnTo>
                  <a:lnTo>
                    <a:pt x="319" y="378"/>
                  </a:lnTo>
                  <a:lnTo>
                    <a:pt x="313" y="376"/>
                  </a:lnTo>
                  <a:lnTo>
                    <a:pt x="305" y="370"/>
                  </a:lnTo>
                  <a:lnTo>
                    <a:pt x="295" y="369"/>
                  </a:lnTo>
                  <a:lnTo>
                    <a:pt x="294" y="379"/>
                  </a:lnTo>
                  <a:lnTo>
                    <a:pt x="295" y="384"/>
                  </a:lnTo>
                  <a:lnTo>
                    <a:pt x="295" y="390"/>
                  </a:lnTo>
                  <a:lnTo>
                    <a:pt x="295" y="397"/>
                  </a:lnTo>
                  <a:lnTo>
                    <a:pt x="294" y="404"/>
                  </a:lnTo>
                  <a:lnTo>
                    <a:pt x="292" y="411"/>
                  </a:lnTo>
                  <a:lnTo>
                    <a:pt x="288" y="425"/>
                  </a:lnTo>
                  <a:lnTo>
                    <a:pt x="283" y="431"/>
                  </a:lnTo>
                  <a:lnTo>
                    <a:pt x="279" y="435"/>
                  </a:lnTo>
                  <a:lnTo>
                    <a:pt x="274" y="439"/>
                  </a:lnTo>
                  <a:lnTo>
                    <a:pt x="268" y="443"/>
                  </a:lnTo>
                  <a:lnTo>
                    <a:pt x="261" y="446"/>
                  </a:lnTo>
                  <a:lnTo>
                    <a:pt x="255" y="449"/>
                  </a:lnTo>
                  <a:lnTo>
                    <a:pt x="246" y="453"/>
                  </a:lnTo>
                  <a:lnTo>
                    <a:pt x="240" y="456"/>
                  </a:lnTo>
                  <a:lnTo>
                    <a:pt x="234" y="459"/>
                  </a:lnTo>
                  <a:lnTo>
                    <a:pt x="211" y="478"/>
                  </a:lnTo>
                  <a:lnTo>
                    <a:pt x="208" y="482"/>
                  </a:lnTo>
                  <a:lnTo>
                    <a:pt x="195" y="500"/>
                  </a:lnTo>
                  <a:lnTo>
                    <a:pt x="130" y="531"/>
                  </a:lnTo>
                  <a:lnTo>
                    <a:pt x="125" y="535"/>
                  </a:lnTo>
                  <a:lnTo>
                    <a:pt x="121" y="538"/>
                  </a:lnTo>
                  <a:lnTo>
                    <a:pt x="60" y="563"/>
                  </a:lnTo>
                  <a:lnTo>
                    <a:pt x="53" y="566"/>
                  </a:lnTo>
                  <a:lnTo>
                    <a:pt x="35" y="576"/>
                  </a:lnTo>
                  <a:lnTo>
                    <a:pt x="25" y="581"/>
                  </a:lnTo>
                  <a:lnTo>
                    <a:pt x="10" y="590"/>
                  </a:lnTo>
                  <a:lnTo>
                    <a:pt x="5" y="593"/>
                  </a:lnTo>
                  <a:lnTo>
                    <a:pt x="2" y="598"/>
                  </a:lnTo>
                  <a:lnTo>
                    <a:pt x="0" y="603"/>
                  </a:lnTo>
                  <a:lnTo>
                    <a:pt x="0" y="608"/>
                  </a:lnTo>
                  <a:lnTo>
                    <a:pt x="6" y="610"/>
                  </a:lnTo>
                  <a:lnTo>
                    <a:pt x="13" y="610"/>
                  </a:lnTo>
                  <a:lnTo>
                    <a:pt x="19" y="609"/>
                  </a:lnTo>
                  <a:lnTo>
                    <a:pt x="54" y="601"/>
                  </a:lnTo>
                  <a:lnTo>
                    <a:pt x="71" y="598"/>
                  </a:lnTo>
                  <a:lnTo>
                    <a:pt x="128" y="591"/>
                  </a:lnTo>
                  <a:lnTo>
                    <a:pt x="262" y="571"/>
                  </a:lnTo>
                  <a:lnTo>
                    <a:pt x="300" y="564"/>
                  </a:lnTo>
                  <a:lnTo>
                    <a:pt x="434" y="539"/>
                  </a:lnTo>
                  <a:lnTo>
                    <a:pt x="442" y="538"/>
                  </a:lnTo>
                  <a:lnTo>
                    <a:pt x="458" y="537"/>
                  </a:lnTo>
                  <a:lnTo>
                    <a:pt x="468" y="536"/>
                  </a:lnTo>
                  <a:lnTo>
                    <a:pt x="480" y="536"/>
                  </a:lnTo>
                  <a:lnTo>
                    <a:pt x="506" y="538"/>
                  </a:lnTo>
                  <a:lnTo>
                    <a:pt x="553" y="543"/>
                  </a:lnTo>
                  <a:lnTo>
                    <a:pt x="578" y="545"/>
                  </a:lnTo>
                  <a:lnTo>
                    <a:pt x="640" y="547"/>
                  </a:lnTo>
                  <a:lnTo>
                    <a:pt x="664" y="549"/>
                  </a:lnTo>
                  <a:lnTo>
                    <a:pt x="672" y="548"/>
                  </a:lnTo>
                  <a:lnTo>
                    <a:pt x="678" y="547"/>
                  </a:lnTo>
                  <a:lnTo>
                    <a:pt x="687" y="546"/>
                  </a:lnTo>
                  <a:lnTo>
                    <a:pt x="724" y="538"/>
                  </a:lnTo>
                  <a:lnTo>
                    <a:pt x="795" y="519"/>
                  </a:lnTo>
                  <a:lnTo>
                    <a:pt x="847" y="502"/>
                  </a:lnTo>
                  <a:lnTo>
                    <a:pt x="874" y="491"/>
                  </a:lnTo>
                  <a:lnTo>
                    <a:pt x="914" y="473"/>
                  </a:lnTo>
                  <a:lnTo>
                    <a:pt x="1003" y="439"/>
                  </a:lnTo>
                  <a:lnTo>
                    <a:pt x="1152" y="380"/>
                  </a:lnTo>
                  <a:lnTo>
                    <a:pt x="1275" y="334"/>
                  </a:lnTo>
                  <a:lnTo>
                    <a:pt x="1281" y="335"/>
                  </a:lnTo>
                  <a:lnTo>
                    <a:pt x="1287" y="334"/>
                  </a:lnTo>
                  <a:lnTo>
                    <a:pt x="1297" y="333"/>
                  </a:lnTo>
                  <a:lnTo>
                    <a:pt x="1302" y="332"/>
                  </a:lnTo>
                  <a:lnTo>
                    <a:pt x="1308" y="330"/>
                  </a:lnTo>
                  <a:lnTo>
                    <a:pt x="1365" y="312"/>
                  </a:lnTo>
                  <a:lnTo>
                    <a:pt x="1378" y="309"/>
                  </a:lnTo>
                  <a:lnTo>
                    <a:pt x="1449" y="288"/>
                  </a:lnTo>
                  <a:lnTo>
                    <a:pt x="1459" y="284"/>
                  </a:lnTo>
                  <a:lnTo>
                    <a:pt x="1468" y="278"/>
                  </a:lnTo>
                  <a:lnTo>
                    <a:pt x="1486" y="262"/>
                  </a:lnTo>
                  <a:lnTo>
                    <a:pt x="1490" y="258"/>
                  </a:lnTo>
                  <a:lnTo>
                    <a:pt x="1494" y="253"/>
                  </a:lnTo>
                  <a:lnTo>
                    <a:pt x="1498" y="249"/>
                  </a:lnTo>
                  <a:lnTo>
                    <a:pt x="1550" y="213"/>
                  </a:lnTo>
                  <a:lnTo>
                    <a:pt x="1556" y="210"/>
                  </a:lnTo>
                  <a:lnTo>
                    <a:pt x="1562" y="208"/>
                  </a:lnTo>
                  <a:lnTo>
                    <a:pt x="1639" y="183"/>
                  </a:lnTo>
                  <a:lnTo>
                    <a:pt x="1648" y="181"/>
                  </a:lnTo>
                  <a:lnTo>
                    <a:pt x="1664" y="181"/>
                  </a:lnTo>
                  <a:lnTo>
                    <a:pt x="1672" y="179"/>
                  </a:lnTo>
                  <a:lnTo>
                    <a:pt x="1703" y="171"/>
                  </a:lnTo>
                  <a:lnTo>
                    <a:pt x="1727" y="163"/>
                  </a:lnTo>
                  <a:lnTo>
                    <a:pt x="1751" y="154"/>
                  </a:lnTo>
                  <a:lnTo>
                    <a:pt x="1774" y="143"/>
                  </a:lnTo>
                  <a:lnTo>
                    <a:pt x="1801" y="124"/>
                  </a:lnTo>
                  <a:lnTo>
                    <a:pt x="1863" y="72"/>
                  </a:lnTo>
                  <a:lnTo>
                    <a:pt x="1867" y="69"/>
                  </a:lnTo>
                  <a:lnTo>
                    <a:pt x="1874" y="65"/>
                  </a:lnTo>
                  <a:lnTo>
                    <a:pt x="1880" y="64"/>
                  </a:lnTo>
                  <a:lnTo>
                    <a:pt x="1890" y="64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9469361" y="1571951"/>
              <a:ext cx="603" cy="272"/>
            </a:xfrm>
            <a:custGeom>
              <a:avLst/>
              <a:pathLst>
                <a:path w="603" h="272">
                  <a:moveTo>
                    <a:pt x="196" y="171"/>
                  </a:moveTo>
                  <a:lnTo>
                    <a:pt x="79" y="222"/>
                  </a:lnTo>
                  <a:lnTo>
                    <a:pt x="21" y="249"/>
                  </a:lnTo>
                  <a:lnTo>
                    <a:pt x="17" y="252"/>
                  </a:lnTo>
                  <a:lnTo>
                    <a:pt x="7" y="259"/>
                  </a:lnTo>
                  <a:lnTo>
                    <a:pt x="2" y="263"/>
                  </a:lnTo>
                  <a:lnTo>
                    <a:pt x="0" y="267"/>
                  </a:lnTo>
                  <a:lnTo>
                    <a:pt x="5" y="270"/>
                  </a:lnTo>
                  <a:lnTo>
                    <a:pt x="13" y="271"/>
                  </a:lnTo>
                  <a:lnTo>
                    <a:pt x="21" y="272"/>
                  </a:lnTo>
                  <a:lnTo>
                    <a:pt x="28" y="272"/>
                  </a:lnTo>
                  <a:lnTo>
                    <a:pt x="107" y="254"/>
                  </a:lnTo>
                  <a:lnTo>
                    <a:pt x="112" y="253"/>
                  </a:lnTo>
                  <a:lnTo>
                    <a:pt x="118" y="251"/>
                  </a:lnTo>
                  <a:lnTo>
                    <a:pt x="130" y="247"/>
                  </a:lnTo>
                  <a:lnTo>
                    <a:pt x="176" y="232"/>
                  </a:lnTo>
                  <a:lnTo>
                    <a:pt x="243" y="207"/>
                  </a:lnTo>
                  <a:lnTo>
                    <a:pt x="291" y="183"/>
                  </a:lnTo>
                  <a:lnTo>
                    <a:pt x="321" y="169"/>
                  </a:lnTo>
                  <a:lnTo>
                    <a:pt x="351" y="158"/>
                  </a:lnTo>
                  <a:lnTo>
                    <a:pt x="372" y="149"/>
                  </a:lnTo>
                  <a:lnTo>
                    <a:pt x="383" y="139"/>
                  </a:lnTo>
                  <a:lnTo>
                    <a:pt x="410" y="124"/>
                  </a:lnTo>
                  <a:lnTo>
                    <a:pt x="444" y="106"/>
                  </a:lnTo>
                  <a:lnTo>
                    <a:pt x="488" y="80"/>
                  </a:lnTo>
                  <a:lnTo>
                    <a:pt x="505" y="69"/>
                  </a:lnTo>
                  <a:lnTo>
                    <a:pt x="512" y="65"/>
                  </a:lnTo>
                  <a:lnTo>
                    <a:pt x="517" y="62"/>
                  </a:lnTo>
                  <a:lnTo>
                    <a:pt x="534" y="52"/>
                  </a:lnTo>
                  <a:lnTo>
                    <a:pt x="561" y="35"/>
                  </a:lnTo>
                  <a:lnTo>
                    <a:pt x="575" y="25"/>
                  </a:lnTo>
                  <a:lnTo>
                    <a:pt x="598" y="12"/>
                  </a:lnTo>
                  <a:lnTo>
                    <a:pt x="603" y="8"/>
                  </a:lnTo>
                  <a:lnTo>
                    <a:pt x="603" y="3"/>
                  </a:lnTo>
                  <a:lnTo>
                    <a:pt x="599" y="0"/>
                  </a:lnTo>
                  <a:lnTo>
                    <a:pt x="591" y="0"/>
                  </a:lnTo>
                  <a:lnTo>
                    <a:pt x="585" y="0"/>
                  </a:lnTo>
                  <a:lnTo>
                    <a:pt x="495" y="35"/>
                  </a:lnTo>
                  <a:lnTo>
                    <a:pt x="480" y="38"/>
                  </a:lnTo>
                  <a:lnTo>
                    <a:pt x="442" y="53"/>
                  </a:lnTo>
                  <a:lnTo>
                    <a:pt x="384" y="81"/>
                  </a:lnTo>
                  <a:lnTo>
                    <a:pt x="362" y="91"/>
                  </a:lnTo>
                  <a:lnTo>
                    <a:pt x="299" y="119"/>
                  </a:lnTo>
                  <a:lnTo>
                    <a:pt x="196" y="171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9471262" y="1571003"/>
              <a:ext cx="468" cy="518"/>
            </a:xfrm>
            <a:custGeom>
              <a:avLst/>
              <a:pathLst>
                <a:path w="468" h="518">
                  <a:moveTo>
                    <a:pt x="314" y="168"/>
                  </a:moveTo>
                  <a:lnTo>
                    <a:pt x="298" y="193"/>
                  </a:lnTo>
                  <a:lnTo>
                    <a:pt x="293" y="201"/>
                  </a:lnTo>
                  <a:lnTo>
                    <a:pt x="264" y="237"/>
                  </a:lnTo>
                  <a:lnTo>
                    <a:pt x="239" y="269"/>
                  </a:lnTo>
                  <a:lnTo>
                    <a:pt x="229" y="281"/>
                  </a:lnTo>
                  <a:lnTo>
                    <a:pt x="224" y="286"/>
                  </a:lnTo>
                  <a:lnTo>
                    <a:pt x="201" y="308"/>
                  </a:lnTo>
                  <a:lnTo>
                    <a:pt x="178" y="332"/>
                  </a:lnTo>
                  <a:lnTo>
                    <a:pt x="154" y="354"/>
                  </a:lnTo>
                  <a:lnTo>
                    <a:pt x="145" y="362"/>
                  </a:lnTo>
                  <a:lnTo>
                    <a:pt x="138" y="368"/>
                  </a:lnTo>
                  <a:lnTo>
                    <a:pt x="123" y="379"/>
                  </a:lnTo>
                  <a:lnTo>
                    <a:pt x="93" y="401"/>
                  </a:lnTo>
                  <a:lnTo>
                    <a:pt x="86" y="406"/>
                  </a:lnTo>
                  <a:lnTo>
                    <a:pt x="75" y="413"/>
                  </a:lnTo>
                  <a:lnTo>
                    <a:pt x="64" y="422"/>
                  </a:lnTo>
                  <a:lnTo>
                    <a:pt x="57" y="426"/>
                  </a:lnTo>
                  <a:lnTo>
                    <a:pt x="50" y="429"/>
                  </a:lnTo>
                  <a:lnTo>
                    <a:pt x="45" y="431"/>
                  </a:lnTo>
                  <a:lnTo>
                    <a:pt x="37" y="434"/>
                  </a:lnTo>
                  <a:lnTo>
                    <a:pt x="12" y="445"/>
                  </a:lnTo>
                  <a:lnTo>
                    <a:pt x="7" y="447"/>
                  </a:lnTo>
                  <a:lnTo>
                    <a:pt x="2" y="452"/>
                  </a:lnTo>
                  <a:lnTo>
                    <a:pt x="0" y="457"/>
                  </a:lnTo>
                  <a:lnTo>
                    <a:pt x="5" y="463"/>
                  </a:lnTo>
                  <a:lnTo>
                    <a:pt x="29" y="482"/>
                  </a:lnTo>
                  <a:lnTo>
                    <a:pt x="34" y="485"/>
                  </a:lnTo>
                  <a:lnTo>
                    <a:pt x="38" y="488"/>
                  </a:lnTo>
                  <a:lnTo>
                    <a:pt x="47" y="492"/>
                  </a:lnTo>
                  <a:lnTo>
                    <a:pt x="62" y="501"/>
                  </a:lnTo>
                  <a:lnTo>
                    <a:pt x="72" y="507"/>
                  </a:lnTo>
                  <a:lnTo>
                    <a:pt x="83" y="512"/>
                  </a:lnTo>
                  <a:lnTo>
                    <a:pt x="88" y="514"/>
                  </a:lnTo>
                  <a:lnTo>
                    <a:pt x="96" y="517"/>
                  </a:lnTo>
                  <a:lnTo>
                    <a:pt x="102" y="518"/>
                  </a:lnTo>
                  <a:lnTo>
                    <a:pt x="109" y="517"/>
                  </a:lnTo>
                  <a:lnTo>
                    <a:pt x="118" y="513"/>
                  </a:lnTo>
                  <a:lnTo>
                    <a:pt x="127" y="509"/>
                  </a:lnTo>
                  <a:lnTo>
                    <a:pt x="164" y="496"/>
                  </a:lnTo>
                  <a:lnTo>
                    <a:pt x="170" y="494"/>
                  </a:lnTo>
                  <a:lnTo>
                    <a:pt x="175" y="491"/>
                  </a:lnTo>
                  <a:lnTo>
                    <a:pt x="186" y="484"/>
                  </a:lnTo>
                  <a:lnTo>
                    <a:pt x="195" y="479"/>
                  </a:lnTo>
                  <a:lnTo>
                    <a:pt x="247" y="460"/>
                  </a:lnTo>
                  <a:lnTo>
                    <a:pt x="260" y="454"/>
                  </a:lnTo>
                  <a:lnTo>
                    <a:pt x="272" y="449"/>
                  </a:lnTo>
                  <a:lnTo>
                    <a:pt x="281" y="444"/>
                  </a:lnTo>
                  <a:lnTo>
                    <a:pt x="289" y="439"/>
                  </a:lnTo>
                  <a:lnTo>
                    <a:pt x="295" y="435"/>
                  </a:lnTo>
                  <a:lnTo>
                    <a:pt x="300" y="431"/>
                  </a:lnTo>
                  <a:lnTo>
                    <a:pt x="304" y="428"/>
                  </a:lnTo>
                  <a:lnTo>
                    <a:pt x="312" y="420"/>
                  </a:lnTo>
                  <a:lnTo>
                    <a:pt x="316" y="416"/>
                  </a:lnTo>
                  <a:lnTo>
                    <a:pt x="320" y="412"/>
                  </a:lnTo>
                  <a:lnTo>
                    <a:pt x="324" y="407"/>
                  </a:lnTo>
                  <a:lnTo>
                    <a:pt x="328" y="400"/>
                  </a:lnTo>
                  <a:lnTo>
                    <a:pt x="385" y="295"/>
                  </a:lnTo>
                  <a:lnTo>
                    <a:pt x="414" y="244"/>
                  </a:lnTo>
                  <a:lnTo>
                    <a:pt x="446" y="175"/>
                  </a:lnTo>
                  <a:lnTo>
                    <a:pt x="451" y="165"/>
                  </a:lnTo>
                  <a:lnTo>
                    <a:pt x="455" y="154"/>
                  </a:lnTo>
                  <a:lnTo>
                    <a:pt x="457" y="149"/>
                  </a:lnTo>
                  <a:lnTo>
                    <a:pt x="457" y="142"/>
                  </a:lnTo>
                  <a:lnTo>
                    <a:pt x="455" y="133"/>
                  </a:lnTo>
                  <a:lnTo>
                    <a:pt x="457" y="110"/>
                  </a:lnTo>
                  <a:lnTo>
                    <a:pt x="458" y="104"/>
                  </a:lnTo>
                  <a:lnTo>
                    <a:pt x="459" y="97"/>
                  </a:lnTo>
                  <a:lnTo>
                    <a:pt x="460" y="85"/>
                  </a:lnTo>
                  <a:lnTo>
                    <a:pt x="463" y="80"/>
                  </a:lnTo>
                  <a:lnTo>
                    <a:pt x="466" y="75"/>
                  </a:lnTo>
                  <a:lnTo>
                    <a:pt x="467" y="55"/>
                  </a:lnTo>
                  <a:lnTo>
                    <a:pt x="467" y="39"/>
                  </a:lnTo>
                  <a:lnTo>
                    <a:pt x="468" y="29"/>
                  </a:lnTo>
                  <a:lnTo>
                    <a:pt x="462" y="17"/>
                  </a:lnTo>
                  <a:lnTo>
                    <a:pt x="458" y="10"/>
                  </a:lnTo>
                  <a:lnTo>
                    <a:pt x="450" y="5"/>
                  </a:lnTo>
                  <a:lnTo>
                    <a:pt x="445" y="3"/>
                  </a:lnTo>
                  <a:lnTo>
                    <a:pt x="434" y="0"/>
                  </a:lnTo>
                  <a:lnTo>
                    <a:pt x="429" y="0"/>
                  </a:lnTo>
                  <a:lnTo>
                    <a:pt x="423" y="1"/>
                  </a:lnTo>
                  <a:lnTo>
                    <a:pt x="403" y="19"/>
                  </a:lnTo>
                  <a:lnTo>
                    <a:pt x="399" y="23"/>
                  </a:lnTo>
                  <a:lnTo>
                    <a:pt x="390" y="32"/>
                  </a:lnTo>
                  <a:lnTo>
                    <a:pt x="387" y="35"/>
                  </a:lnTo>
                  <a:lnTo>
                    <a:pt x="371" y="51"/>
                  </a:lnTo>
                  <a:lnTo>
                    <a:pt x="366" y="57"/>
                  </a:lnTo>
                  <a:lnTo>
                    <a:pt x="361" y="60"/>
                  </a:lnTo>
                  <a:lnTo>
                    <a:pt x="348" y="73"/>
                  </a:lnTo>
                  <a:lnTo>
                    <a:pt x="342" y="78"/>
                  </a:lnTo>
                  <a:lnTo>
                    <a:pt x="339" y="83"/>
                  </a:lnTo>
                  <a:lnTo>
                    <a:pt x="342" y="87"/>
                  </a:lnTo>
                  <a:lnTo>
                    <a:pt x="348" y="89"/>
                  </a:lnTo>
                  <a:lnTo>
                    <a:pt x="354" y="91"/>
                  </a:lnTo>
                  <a:lnTo>
                    <a:pt x="352" y="96"/>
                  </a:lnTo>
                  <a:lnTo>
                    <a:pt x="349" y="102"/>
                  </a:lnTo>
                  <a:lnTo>
                    <a:pt x="344" y="113"/>
                  </a:lnTo>
                  <a:lnTo>
                    <a:pt x="334" y="132"/>
                  </a:lnTo>
                  <a:lnTo>
                    <a:pt x="314" y="16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9721066" y="1466398"/>
              <a:ext cx="685" cy="700"/>
            </a:xfrm>
            <a:custGeom>
              <a:avLst/>
              <a:pathLst>
                <a:path w="685" h="700">
                  <a:moveTo>
                    <a:pt x="10" y="686"/>
                  </a:moveTo>
                  <a:lnTo>
                    <a:pt x="71" y="700"/>
                  </a:lnTo>
                  <a:lnTo>
                    <a:pt x="229" y="621"/>
                  </a:lnTo>
                  <a:lnTo>
                    <a:pt x="496" y="527"/>
                  </a:lnTo>
                  <a:lnTo>
                    <a:pt x="576" y="508"/>
                  </a:lnTo>
                  <a:lnTo>
                    <a:pt x="635" y="483"/>
                  </a:lnTo>
                  <a:lnTo>
                    <a:pt x="685" y="401"/>
                  </a:lnTo>
                  <a:lnTo>
                    <a:pt x="675" y="268"/>
                  </a:lnTo>
                  <a:lnTo>
                    <a:pt x="628" y="136"/>
                  </a:lnTo>
                  <a:lnTo>
                    <a:pt x="547" y="81"/>
                  </a:lnTo>
                  <a:lnTo>
                    <a:pt x="336" y="0"/>
                  </a:lnTo>
                  <a:lnTo>
                    <a:pt x="182" y="20"/>
                  </a:lnTo>
                  <a:lnTo>
                    <a:pt x="101" y="135"/>
                  </a:lnTo>
                  <a:lnTo>
                    <a:pt x="0" y="568"/>
                  </a:lnTo>
                  <a:lnTo>
                    <a:pt x="10" y="68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9719757" y="1464041"/>
              <a:ext cx="607" cy="1192"/>
            </a:xfrm>
            <a:custGeom>
              <a:avLst/>
              <a:pathLst>
                <a:path w="607" h="1192">
                  <a:moveTo>
                    <a:pt x="492" y="1188"/>
                  </a:moveTo>
                  <a:lnTo>
                    <a:pt x="495" y="1192"/>
                  </a:lnTo>
                  <a:lnTo>
                    <a:pt x="521" y="1161"/>
                  </a:lnTo>
                  <a:lnTo>
                    <a:pt x="602" y="964"/>
                  </a:lnTo>
                  <a:lnTo>
                    <a:pt x="607" y="789"/>
                  </a:lnTo>
                  <a:lnTo>
                    <a:pt x="603" y="751"/>
                  </a:lnTo>
                  <a:lnTo>
                    <a:pt x="587" y="660"/>
                  </a:lnTo>
                  <a:lnTo>
                    <a:pt x="508" y="467"/>
                  </a:lnTo>
                  <a:lnTo>
                    <a:pt x="446" y="343"/>
                  </a:lnTo>
                  <a:lnTo>
                    <a:pt x="405" y="262"/>
                  </a:lnTo>
                  <a:lnTo>
                    <a:pt x="354" y="188"/>
                  </a:lnTo>
                  <a:lnTo>
                    <a:pt x="298" y="136"/>
                  </a:lnTo>
                  <a:lnTo>
                    <a:pt x="233" y="91"/>
                  </a:lnTo>
                  <a:lnTo>
                    <a:pt x="66" y="17"/>
                  </a:lnTo>
                  <a:lnTo>
                    <a:pt x="0" y="0"/>
                  </a:lnTo>
                  <a:lnTo>
                    <a:pt x="6" y="51"/>
                  </a:lnTo>
                  <a:lnTo>
                    <a:pt x="85" y="195"/>
                  </a:lnTo>
                  <a:lnTo>
                    <a:pt x="222" y="435"/>
                  </a:lnTo>
                  <a:lnTo>
                    <a:pt x="238" y="466"/>
                  </a:lnTo>
                  <a:lnTo>
                    <a:pt x="262" y="560"/>
                  </a:lnTo>
                  <a:lnTo>
                    <a:pt x="268" y="588"/>
                  </a:lnTo>
                  <a:lnTo>
                    <a:pt x="270" y="655"/>
                  </a:lnTo>
                  <a:lnTo>
                    <a:pt x="273" y="746"/>
                  </a:lnTo>
                  <a:lnTo>
                    <a:pt x="293" y="783"/>
                  </a:lnTo>
                  <a:lnTo>
                    <a:pt x="354" y="848"/>
                  </a:lnTo>
                  <a:lnTo>
                    <a:pt x="402" y="991"/>
                  </a:lnTo>
                  <a:lnTo>
                    <a:pt x="492" y="1188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9707238" y="1454781"/>
              <a:ext cx="43" cy="47"/>
            </a:xfrm>
            <a:custGeom>
              <a:avLst/>
              <a:pathLst>
                <a:path w="43" h="47">
                  <a:moveTo>
                    <a:pt x="9" y="42"/>
                  </a:moveTo>
                  <a:lnTo>
                    <a:pt x="23" y="46"/>
                  </a:lnTo>
                  <a:lnTo>
                    <a:pt x="36" y="47"/>
                  </a:lnTo>
                  <a:lnTo>
                    <a:pt x="42" y="35"/>
                  </a:lnTo>
                  <a:lnTo>
                    <a:pt x="43" y="21"/>
                  </a:lnTo>
                  <a:lnTo>
                    <a:pt x="41" y="14"/>
                  </a:lnTo>
                  <a:lnTo>
                    <a:pt x="5" y="0"/>
                  </a:lnTo>
                  <a:lnTo>
                    <a:pt x="2" y="6"/>
                  </a:lnTo>
                  <a:lnTo>
                    <a:pt x="0" y="33"/>
                  </a:lnTo>
                  <a:lnTo>
                    <a:pt x="9" y="42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9707099" y="1453225"/>
              <a:ext cx="84" cy="240"/>
            </a:xfrm>
            <a:custGeom>
              <a:avLst/>
              <a:pathLst>
                <a:path w="84" h="240">
                  <a:moveTo>
                    <a:pt x="10" y="227"/>
                  </a:moveTo>
                  <a:lnTo>
                    <a:pt x="25" y="240"/>
                  </a:lnTo>
                  <a:lnTo>
                    <a:pt x="84" y="182"/>
                  </a:lnTo>
                  <a:lnTo>
                    <a:pt x="74" y="22"/>
                  </a:lnTo>
                  <a:lnTo>
                    <a:pt x="64" y="0"/>
                  </a:lnTo>
                  <a:lnTo>
                    <a:pt x="0" y="169"/>
                  </a:lnTo>
                  <a:lnTo>
                    <a:pt x="10" y="227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9706574" y="1450924"/>
              <a:ext cx="1122" cy="1421"/>
            </a:xfrm>
            <a:custGeom>
              <a:avLst/>
              <a:pathLst>
                <a:path w="1122" h="1421">
                  <a:moveTo>
                    <a:pt x="357" y="1220"/>
                  </a:moveTo>
                  <a:lnTo>
                    <a:pt x="385" y="1230"/>
                  </a:lnTo>
                  <a:lnTo>
                    <a:pt x="420" y="1209"/>
                  </a:lnTo>
                  <a:lnTo>
                    <a:pt x="462" y="1205"/>
                  </a:lnTo>
                  <a:lnTo>
                    <a:pt x="548" y="1273"/>
                  </a:lnTo>
                  <a:lnTo>
                    <a:pt x="553" y="1277"/>
                  </a:lnTo>
                  <a:lnTo>
                    <a:pt x="587" y="1347"/>
                  </a:lnTo>
                  <a:lnTo>
                    <a:pt x="623" y="1421"/>
                  </a:lnTo>
                  <a:lnTo>
                    <a:pt x="637" y="1394"/>
                  </a:lnTo>
                  <a:lnTo>
                    <a:pt x="615" y="1361"/>
                  </a:lnTo>
                  <a:lnTo>
                    <a:pt x="602" y="1304"/>
                  </a:lnTo>
                  <a:lnTo>
                    <a:pt x="485" y="1161"/>
                  </a:lnTo>
                  <a:lnTo>
                    <a:pt x="480" y="1150"/>
                  </a:lnTo>
                  <a:lnTo>
                    <a:pt x="477" y="1130"/>
                  </a:lnTo>
                  <a:lnTo>
                    <a:pt x="483" y="1116"/>
                  </a:lnTo>
                  <a:lnTo>
                    <a:pt x="488" y="1110"/>
                  </a:lnTo>
                  <a:lnTo>
                    <a:pt x="566" y="1030"/>
                  </a:lnTo>
                  <a:lnTo>
                    <a:pt x="585" y="1013"/>
                  </a:lnTo>
                  <a:lnTo>
                    <a:pt x="593" y="1008"/>
                  </a:lnTo>
                  <a:lnTo>
                    <a:pt x="605" y="1003"/>
                  </a:lnTo>
                  <a:lnTo>
                    <a:pt x="640" y="990"/>
                  </a:lnTo>
                  <a:lnTo>
                    <a:pt x="649" y="989"/>
                  </a:lnTo>
                  <a:lnTo>
                    <a:pt x="711" y="987"/>
                  </a:lnTo>
                  <a:lnTo>
                    <a:pt x="728" y="986"/>
                  </a:lnTo>
                  <a:lnTo>
                    <a:pt x="756" y="987"/>
                  </a:lnTo>
                  <a:lnTo>
                    <a:pt x="788" y="993"/>
                  </a:lnTo>
                  <a:lnTo>
                    <a:pt x="801" y="998"/>
                  </a:lnTo>
                  <a:lnTo>
                    <a:pt x="817" y="1001"/>
                  </a:lnTo>
                  <a:lnTo>
                    <a:pt x="877" y="998"/>
                  </a:lnTo>
                  <a:lnTo>
                    <a:pt x="909" y="995"/>
                  </a:lnTo>
                  <a:lnTo>
                    <a:pt x="927" y="989"/>
                  </a:lnTo>
                  <a:lnTo>
                    <a:pt x="964" y="975"/>
                  </a:lnTo>
                  <a:lnTo>
                    <a:pt x="983" y="964"/>
                  </a:lnTo>
                  <a:lnTo>
                    <a:pt x="1027" y="932"/>
                  </a:lnTo>
                  <a:lnTo>
                    <a:pt x="1038" y="921"/>
                  </a:lnTo>
                  <a:lnTo>
                    <a:pt x="1059" y="901"/>
                  </a:lnTo>
                  <a:lnTo>
                    <a:pt x="1069" y="890"/>
                  </a:lnTo>
                  <a:lnTo>
                    <a:pt x="1101" y="847"/>
                  </a:lnTo>
                  <a:lnTo>
                    <a:pt x="1107" y="838"/>
                  </a:lnTo>
                  <a:lnTo>
                    <a:pt x="1109" y="833"/>
                  </a:lnTo>
                  <a:lnTo>
                    <a:pt x="1121" y="762"/>
                  </a:lnTo>
                  <a:lnTo>
                    <a:pt x="1122" y="754"/>
                  </a:lnTo>
                  <a:lnTo>
                    <a:pt x="1116" y="672"/>
                  </a:lnTo>
                  <a:lnTo>
                    <a:pt x="1114" y="652"/>
                  </a:lnTo>
                  <a:lnTo>
                    <a:pt x="1096" y="602"/>
                  </a:lnTo>
                  <a:lnTo>
                    <a:pt x="1093" y="596"/>
                  </a:lnTo>
                  <a:lnTo>
                    <a:pt x="1078" y="576"/>
                  </a:lnTo>
                  <a:lnTo>
                    <a:pt x="1072" y="570"/>
                  </a:lnTo>
                  <a:lnTo>
                    <a:pt x="1063" y="563"/>
                  </a:lnTo>
                  <a:lnTo>
                    <a:pt x="984" y="517"/>
                  </a:lnTo>
                  <a:lnTo>
                    <a:pt x="863" y="429"/>
                  </a:lnTo>
                  <a:lnTo>
                    <a:pt x="856" y="424"/>
                  </a:lnTo>
                  <a:lnTo>
                    <a:pt x="839" y="410"/>
                  </a:lnTo>
                  <a:lnTo>
                    <a:pt x="660" y="206"/>
                  </a:lnTo>
                  <a:lnTo>
                    <a:pt x="650" y="194"/>
                  </a:lnTo>
                  <a:lnTo>
                    <a:pt x="642" y="178"/>
                  </a:lnTo>
                  <a:lnTo>
                    <a:pt x="638" y="168"/>
                  </a:lnTo>
                  <a:lnTo>
                    <a:pt x="597" y="31"/>
                  </a:lnTo>
                  <a:lnTo>
                    <a:pt x="590" y="0"/>
                  </a:lnTo>
                  <a:lnTo>
                    <a:pt x="420" y="259"/>
                  </a:lnTo>
                  <a:lnTo>
                    <a:pt x="334" y="336"/>
                  </a:lnTo>
                  <a:lnTo>
                    <a:pt x="213" y="491"/>
                  </a:lnTo>
                  <a:lnTo>
                    <a:pt x="132" y="627"/>
                  </a:lnTo>
                  <a:lnTo>
                    <a:pt x="103" y="654"/>
                  </a:lnTo>
                  <a:lnTo>
                    <a:pt x="60" y="677"/>
                  </a:lnTo>
                  <a:lnTo>
                    <a:pt x="0" y="725"/>
                  </a:lnTo>
                  <a:lnTo>
                    <a:pt x="12" y="764"/>
                  </a:lnTo>
                  <a:lnTo>
                    <a:pt x="29" y="788"/>
                  </a:lnTo>
                  <a:lnTo>
                    <a:pt x="85" y="843"/>
                  </a:lnTo>
                  <a:lnTo>
                    <a:pt x="112" y="863"/>
                  </a:lnTo>
                  <a:lnTo>
                    <a:pt x="117" y="867"/>
                  </a:lnTo>
                  <a:lnTo>
                    <a:pt x="175" y="929"/>
                  </a:lnTo>
                  <a:lnTo>
                    <a:pt x="214" y="985"/>
                  </a:lnTo>
                  <a:lnTo>
                    <a:pt x="264" y="1076"/>
                  </a:lnTo>
                  <a:lnTo>
                    <a:pt x="357" y="1220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7283944" y="929369"/>
              <a:ext cx="2630280" cy="1616303"/>
            </a:xfrm>
            <a:custGeom>
              <a:avLst/>
              <a:pathLst>
                <a:path w="2630280" h="1616303">
                  <a:moveTo>
                    <a:pt x="2139833" y="556"/>
                  </a:moveTo>
                  <a:lnTo>
                    <a:pt x="2139863" y="562"/>
                  </a:lnTo>
                  <a:lnTo>
                    <a:pt x="2139907" y="565"/>
                  </a:lnTo>
                  <a:lnTo>
                    <a:pt x="2139964" y="573"/>
                  </a:lnTo>
                  <a:lnTo>
                    <a:pt x="2140011" y="580"/>
                  </a:lnTo>
                  <a:lnTo>
                    <a:pt x="2140117" y="596"/>
                  </a:lnTo>
                  <a:lnTo>
                    <a:pt x="2140166" y="604"/>
                  </a:lnTo>
                  <a:lnTo>
                    <a:pt x="2140220" y="609"/>
                  </a:lnTo>
                  <a:lnTo>
                    <a:pt x="2140283" y="619"/>
                  </a:lnTo>
                  <a:lnTo>
                    <a:pt x="2140316" y="624"/>
                  </a:lnTo>
                  <a:lnTo>
                    <a:pt x="2140360" y="637"/>
                  </a:lnTo>
                  <a:lnTo>
                    <a:pt x="2140390" y="646"/>
                  </a:lnTo>
                  <a:lnTo>
                    <a:pt x="2140412" y="657"/>
                  </a:lnTo>
                  <a:lnTo>
                    <a:pt x="2140442" y="672"/>
                  </a:lnTo>
                  <a:lnTo>
                    <a:pt x="2140480" y="694"/>
                  </a:lnTo>
                  <a:lnTo>
                    <a:pt x="2140526" y="716"/>
                  </a:lnTo>
                  <a:lnTo>
                    <a:pt x="2140576" y="738"/>
                  </a:lnTo>
                  <a:lnTo>
                    <a:pt x="2140687" y="790"/>
                  </a:lnTo>
                  <a:lnTo>
                    <a:pt x="2140769" y="825"/>
                  </a:lnTo>
                  <a:lnTo>
                    <a:pt x="2140802" y="838"/>
                  </a:lnTo>
                  <a:lnTo>
                    <a:pt x="2140838" y="854"/>
                  </a:lnTo>
                  <a:lnTo>
                    <a:pt x="2140903" y="882"/>
                  </a:lnTo>
                  <a:lnTo>
                    <a:pt x="2140979" y="913"/>
                  </a:lnTo>
                  <a:lnTo>
                    <a:pt x="2141018" y="926"/>
                  </a:lnTo>
                  <a:lnTo>
                    <a:pt x="2141051" y="937"/>
                  </a:lnTo>
                  <a:lnTo>
                    <a:pt x="2141088" y="952"/>
                  </a:lnTo>
                  <a:lnTo>
                    <a:pt x="2141146" y="974"/>
                  </a:lnTo>
                  <a:lnTo>
                    <a:pt x="2141217" y="1005"/>
                  </a:lnTo>
                  <a:lnTo>
                    <a:pt x="2141307" y="1039"/>
                  </a:lnTo>
                  <a:lnTo>
                    <a:pt x="2141354" y="1058"/>
                  </a:lnTo>
                  <a:lnTo>
                    <a:pt x="2141391" y="1075"/>
                  </a:lnTo>
                  <a:lnTo>
                    <a:pt x="2141422" y="1092"/>
                  </a:lnTo>
                  <a:lnTo>
                    <a:pt x="2141487" y="1119"/>
                  </a:lnTo>
                  <a:lnTo>
                    <a:pt x="2141528" y="1131"/>
                  </a:lnTo>
                  <a:lnTo>
                    <a:pt x="2141561" y="1142"/>
                  </a:lnTo>
                  <a:lnTo>
                    <a:pt x="2141607" y="1152"/>
                  </a:lnTo>
                  <a:lnTo>
                    <a:pt x="2141645" y="1158"/>
                  </a:lnTo>
                  <a:lnTo>
                    <a:pt x="2141681" y="1158"/>
                  </a:lnTo>
                  <a:lnTo>
                    <a:pt x="2141727" y="1156"/>
                  </a:lnTo>
                  <a:lnTo>
                    <a:pt x="2141774" y="1156"/>
                  </a:lnTo>
                  <a:lnTo>
                    <a:pt x="2141823" y="1154"/>
                  </a:lnTo>
                  <a:lnTo>
                    <a:pt x="2141866" y="1160"/>
                  </a:lnTo>
                  <a:lnTo>
                    <a:pt x="2141918" y="1167"/>
                  </a:lnTo>
                  <a:lnTo>
                    <a:pt x="2141953" y="1176"/>
                  </a:lnTo>
                  <a:lnTo>
                    <a:pt x="2141983" y="1186"/>
                  </a:lnTo>
                  <a:lnTo>
                    <a:pt x="2142008" y="1193"/>
                  </a:lnTo>
                  <a:lnTo>
                    <a:pt x="2142054" y="1215"/>
                  </a:lnTo>
                  <a:lnTo>
                    <a:pt x="2142095" y="1241"/>
                  </a:lnTo>
                  <a:lnTo>
                    <a:pt x="2142150" y="1278"/>
                  </a:lnTo>
                  <a:lnTo>
                    <a:pt x="2142169" y="1293"/>
                  </a:lnTo>
                  <a:lnTo>
                    <a:pt x="2142196" y="1316"/>
                  </a:lnTo>
                  <a:lnTo>
                    <a:pt x="2142218" y="1342"/>
                  </a:lnTo>
                  <a:lnTo>
                    <a:pt x="2142237" y="1366"/>
                  </a:lnTo>
                  <a:lnTo>
                    <a:pt x="2142262" y="1400"/>
                  </a:lnTo>
                  <a:lnTo>
                    <a:pt x="2142281" y="1435"/>
                  </a:lnTo>
                  <a:lnTo>
                    <a:pt x="2142300" y="1483"/>
                  </a:lnTo>
                  <a:lnTo>
                    <a:pt x="2142309" y="1516"/>
                  </a:lnTo>
                  <a:lnTo>
                    <a:pt x="2142319" y="1547"/>
                  </a:lnTo>
                  <a:lnTo>
                    <a:pt x="2142325" y="1575"/>
                  </a:lnTo>
                  <a:lnTo>
                    <a:pt x="2142327" y="1600"/>
                  </a:lnTo>
                  <a:lnTo>
                    <a:pt x="2142328" y="1623"/>
                  </a:lnTo>
                  <a:lnTo>
                    <a:pt x="2142331" y="1652"/>
                  </a:lnTo>
                  <a:lnTo>
                    <a:pt x="2142330" y="1676"/>
                  </a:lnTo>
                  <a:lnTo>
                    <a:pt x="2142333" y="1709"/>
                  </a:lnTo>
                  <a:lnTo>
                    <a:pt x="2142341" y="1735"/>
                  </a:lnTo>
                  <a:lnTo>
                    <a:pt x="2142350" y="1757"/>
                  </a:lnTo>
                  <a:lnTo>
                    <a:pt x="2142363" y="1779"/>
                  </a:lnTo>
                  <a:lnTo>
                    <a:pt x="2142388" y="1812"/>
                  </a:lnTo>
                  <a:lnTo>
                    <a:pt x="2142429" y="1848"/>
                  </a:lnTo>
                  <a:lnTo>
                    <a:pt x="2142464" y="1877"/>
                  </a:lnTo>
                  <a:lnTo>
                    <a:pt x="2142519" y="1925"/>
                  </a:lnTo>
                  <a:lnTo>
                    <a:pt x="2142568" y="1962"/>
                  </a:lnTo>
                  <a:lnTo>
                    <a:pt x="2142617" y="1999"/>
                  </a:lnTo>
                  <a:lnTo>
                    <a:pt x="2142642" y="2017"/>
                  </a:lnTo>
                  <a:lnTo>
                    <a:pt x="2142750" y="2165"/>
                  </a:lnTo>
                  <a:lnTo>
                    <a:pt x="2142900" y="2476"/>
                  </a:lnTo>
                  <a:lnTo>
                    <a:pt x="2143091" y="2796"/>
                  </a:lnTo>
                  <a:lnTo>
                    <a:pt x="2143298" y="3040"/>
                  </a:lnTo>
                  <a:lnTo>
                    <a:pt x="2143305" y="3051"/>
                  </a:lnTo>
                  <a:lnTo>
                    <a:pt x="2143329" y="3077"/>
                  </a:lnTo>
                  <a:lnTo>
                    <a:pt x="2143357" y="3103"/>
                  </a:lnTo>
                  <a:lnTo>
                    <a:pt x="2143397" y="3129"/>
                  </a:lnTo>
                  <a:lnTo>
                    <a:pt x="2143482" y="3170"/>
                  </a:lnTo>
                  <a:lnTo>
                    <a:pt x="2143645" y="3243"/>
                  </a:lnTo>
                  <a:lnTo>
                    <a:pt x="2143817" y="3313"/>
                  </a:lnTo>
                  <a:lnTo>
                    <a:pt x="2143915" y="3344"/>
                  </a:lnTo>
                  <a:lnTo>
                    <a:pt x="2143964" y="3357"/>
                  </a:lnTo>
                  <a:lnTo>
                    <a:pt x="2144037" y="3368"/>
                  </a:lnTo>
                  <a:lnTo>
                    <a:pt x="2144106" y="3378"/>
                  </a:lnTo>
                  <a:lnTo>
                    <a:pt x="2144165" y="3383"/>
                  </a:lnTo>
                  <a:lnTo>
                    <a:pt x="2144272" y="3383"/>
                  </a:lnTo>
                  <a:lnTo>
                    <a:pt x="2144335" y="3377"/>
                  </a:lnTo>
                  <a:lnTo>
                    <a:pt x="2144402" y="3374"/>
                  </a:lnTo>
                  <a:lnTo>
                    <a:pt x="2144460" y="3366"/>
                  </a:lnTo>
                  <a:lnTo>
                    <a:pt x="2144528" y="3350"/>
                  </a:lnTo>
                  <a:lnTo>
                    <a:pt x="2144580" y="3333"/>
                  </a:lnTo>
                  <a:lnTo>
                    <a:pt x="2144634" y="3318"/>
                  </a:lnTo>
                  <a:lnTo>
                    <a:pt x="2144713" y="3296"/>
                  </a:lnTo>
                  <a:lnTo>
                    <a:pt x="2144767" y="3274"/>
                  </a:lnTo>
                  <a:lnTo>
                    <a:pt x="2144816" y="3256"/>
                  </a:lnTo>
                  <a:lnTo>
                    <a:pt x="2144866" y="3235"/>
                  </a:lnTo>
                  <a:lnTo>
                    <a:pt x="2144912" y="3217"/>
                  </a:lnTo>
                  <a:lnTo>
                    <a:pt x="2144958" y="3197"/>
                  </a:lnTo>
                  <a:lnTo>
                    <a:pt x="2144980" y="3189"/>
                  </a:lnTo>
                  <a:lnTo>
                    <a:pt x="2145010" y="3178"/>
                  </a:lnTo>
                  <a:lnTo>
                    <a:pt x="2145043" y="3171"/>
                  </a:lnTo>
                  <a:lnTo>
                    <a:pt x="2145179" y="3153"/>
                  </a:lnTo>
                  <a:lnTo>
                    <a:pt x="2145312" y="3136"/>
                  </a:lnTo>
                  <a:lnTo>
                    <a:pt x="2145454" y="3118"/>
                  </a:lnTo>
                  <a:lnTo>
                    <a:pt x="2145588" y="3101"/>
                  </a:lnTo>
                  <a:lnTo>
                    <a:pt x="2145699" y="3090"/>
                  </a:lnTo>
                  <a:lnTo>
                    <a:pt x="2145806" y="3083"/>
                  </a:lnTo>
                  <a:lnTo>
                    <a:pt x="2145876" y="3081"/>
                  </a:lnTo>
                  <a:lnTo>
                    <a:pt x="2145934" y="3081"/>
                  </a:lnTo>
                  <a:lnTo>
                    <a:pt x="2145988" y="3088"/>
                  </a:lnTo>
                  <a:lnTo>
                    <a:pt x="2146033" y="3096"/>
                  </a:lnTo>
                  <a:lnTo>
                    <a:pt x="2146051" y="3101"/>
                  </a:lnTo>
                  <a:lnTo>
                    <a:pt x="2146105" y="3112"/>
                  </a:lnTo>
                  <a:lnTo>
                    <a:pt x="2146160" y="3127"/>
                  </a:lnTo>
                  <a:lnTo>
                    <a:pt x="2146347" y="3177"/>
                  </a:lnTo>
                  <a:lnTo>
                    <a:pt x="2146452" y="3207"/>
                  </a:lnTo>
                  <a:lnTo>
                    <a:pt x="2146530" y="3230"/>
                  </a:lnTo>
                  <a:lnTo>
                    <a:pt x="2146573" y="3243"/>
                  </a:lnTo>
                  <a:lnTo>
                    <a:pt x="2146630" y="3256"/>
                  </a:lnTo>
                  <a:lnTo>
                    <a:pt x="2146718" y="3278"/>
                  </a:lnTo>
                  <a:lnTo>
                    <a:pt x="2146830" y="3300"/>
                  </a:lnTo>
                  <a:lnTo>
                    <a:pt x="2146917" y="3317"/>
                  </a:lnTo>
                  <a:lnTo>
                    <a:pt x="2147489" y="3482"/>
                  </a:lnTo>
                  <a:lnTo>
                    <a:pt x="2147926" y="3588"/>
                  </a:lnTo>
                  <a:lnTo>
                    <a:pt x="2148297" y="3642"/>
                  </a:lnTo>
                  <a:lnTo>
                    <a:pt x="2148332" y="3647"/>
                  </a:lnTo>
                  <a:lnTo>
                    <a:pt x="2148562" y="3648"/>
                  </a:lnTo>
                  <a:lnTo>
                    <a:pt x="2148603" y="3648"/>
                  </a:lnTo>
                  <a:lnTo>
                    <a:pt x="2148646" y="3651"/>
                  </a:lnTo>
                  <a:lnTo>
                    <a:pt x="2148706" y="3649"/>
                  </a:lnTo>
                  <a:lnTo>
                    <a:pt x="2148750" y="3647"/>
                  </a:lnTo>
                  <a:lnTo>
                    <a:pt x="2148790" y="3643"/>
                  </a:lnTo>
                  <a:lnTo>
                    <a:pt x="2148864" y="3635"/>
                  </a:lnTo>
                  <a:lnTo>
                    <a:pt x="2148937" y="3626"/>
                  </a:lnTo>
                  <a:lnTo>
                    <a:pt x="2149005" y="3618"/>
                  </a:lnTo>
                  <a:lnTo>
                    <a:pt x="2149041" y="3616"/>
                  </a:lnTo>
                  <a:lnTo>
                    <a:pt x="2149095" y="3611"/>
                  </a:lnTo>
                  <a:lnTo>
                    <a:pt x="2149155" y="3605"/>
                  </a:lnTo>
                  <a:lnTo>
                    <a:pt x="2149215" y="3599"/>
                  </a:lnTo>
                  <a:lnTo>
                    <a:pt x="2149310" y="3586"/>
                  </a:lnTo>
                  <a:lnTo>
                    <a:pt x="2149370" y="3578"/>
                  </a:lnTo>
                  <a:lnTo>
                    <a:pt x="2149405" y="3572"/>
                  </a:lnTo>
                  <a:lnTo>
                    <a:pt x="2149429" y="3570"/>
                  </a:lnTo>
                  <a:lnTo>
                    <a:pt x="2149465" y="3566"/>
                  </a:lnTo>
                  <a:lnTo>
                    <a:pt x="2149509" y="3559"/>
                  </a:lnTo>
                  <a:lnTo>
                    <a:pt x="2149563" y="3551"/>
                  </a:lnTo>
                  <a:lnTo>
                    <a:pt x="2149617" y="3544"/>
                  </a:lnTo>
                  <a:lnTo>
                    <a:pt x="2149647" y="3540"/>
                  </a:lnTo>
                  <a:lnTo>
                    <a:pt x="2149683" y="3539"/>
                  </a:lnTo>
                  <a:lnTo>
                    <a:pt x="2149745" y="3541"/>
                  </a:lnTo>
                  <a:lnTo>
                    <a:pt x="2149797" y="3543"/>
                  </a:lnTo>
                  <a:lnTo>
                    <a:pt x="2149835" y="3545"/>
                  </a:lnTo>
                  <a:lnTo>
                    <a:pt x="2149871" y="3540"/>
                  </a:lnTo>
                  <a:lnTo>
                    <a:pt x="2149933" y="3533"/>
                  </a:lnTo>
                  <a:lnTo>
                    <a:pt x="2150039" y="3521"/>
                  </a:lnTo>
                  <a:lnTo>
                    <a:pt x="2150056" y="3519"/>
                  </a:lnTo>
                  <a:lnTo>
                    <a:pt x="2150379" y="3524"/>
                  </a:lnTo>
                  <a:lnTo>
                    <a:pt x="2150636" y="3558"/>
                  </a:lnTo>
                  <a:lnTo>
                    <a:pt x="2150905" y="3645"/>
                  </a:lnTo>
                  <a:lnTo>
                    <a:pt x="2151424" y="3820"/>
                  </a:lnTo>
                  <a:lnTo>
                    <a:pt x="2151784" y="3936"/>
                  </a:lnTo>
                  <a:lnTo>
                    <a:pt x="2151921" y="4003"/>
                  </a:lnTo>
                  <a:lnTo>
                    <a:pt x="2152369" y="4319"/>
                  </a:lnTo>
                  <a:lnTo>
                    <a:pt x="2153017" y="4755"/>
                  </a:lnTo>
                  <a:lnTo>
                    <a:pt x="2154258" y="5375"/>
                  </a:lnTo>
                  <a:lnTo>
                    <a:pt x="2155220" y="5959"/>
                  </a:lnTo>
                  <a:lnTo>
                    <a:pt x="2155247" y="5974"/>
                  </a:lnTo>
                  <a:lnTo>
                    <a:pt x="2155282" y="5998"/>
                  </a:lnTo>
                  <a:lnTo>
                    <a:pt x="2155337" y="6033"/>
                  </a:lnTo>
                  <a:lnTo>
                    <a:pt x="2155376" y="6058"/>
                  </a:lnTo>
                  <a:lnTo>
                    <a:pt x="2155414" y="6082"/>
                  </a:lnTo>
                  <a:lnTo>
                    <a:pt x="2155444" y="6097"/>
                  </a:lnTo>
                  <a:lnTo>
                    <a:pt x="2156492" y="6842"/>
                  </a:lnTo>
                  <a:lnTo>
                    <a:pt x="2156538" y="6892"/>
                  </a:lnTo>
                  <a:lnTo>
                    <a:pt x="2156579" y="6942"/>
                  </a:lnTo>
                  <a:lnTo>
                    <a:pt x="2156599" y="6960"/>
                  </a:lnTo>
                  <a:lnTo>
                    <a:pt x="2156610" y="6988"/>
                  </a:lnTo>
                  <a:lnTo>
                    <a:pt x="2156618" y="7023"/>
                  </a:lnTo>
                  <a:lnTo>
                    <a:pt x="2156629" y="7059"/>
                  </a:lnTo>
                  <a:lnTo>
                    <a:pt x="2156634" y="7094"/>
                  </a:lnTo>
                  <a:lnTo>
                    <a:pt x="2156637" y="7118"/>
                  </a:lnTo>
                  <a:lnTo>
                    <a:pt x="2156640" y="7151"/>
                  </a:lnTo>
                  <a:lnTo>
                    <a:pt x="2156646" y="7181"/>
                  </a:lnTo>
                  <a:lnTo>
                    <a:pt x="2156649" y="7218"/>
                  </a:lnTo>
                  <a:lnTo>
                    <a:pt x="2156652" y="7251"/>
                  </a:lnTo>
                  <a:lnTo>
                    <a:pt x="2156649" y="7273"/>
                  </a:lnTo>
                  <a:lnTo>
                    <a:pt x="2156641" y="7308"/>
                  </a:lnTo>
                  <a:lnTo>
                    <a:pt x="2156638" y="7321"/>
                  </a:lnTo>
                  <a:lnTo>
                    <a:pt x="2156647" y="7353"/>
                  </a:lnTo>
                  <a:lnTo>
                    <a:pt x="2156657" y="7380"/>
                  </a:lnTo>
                  <a:lnTo>
                    <a:pt x="2156677" y="7435"/>
                  </a:lnTo>
                  <a:lnTo>
                    <a:pt x="2156697" y="7480"/>
                  </a:lnTo>
                  <a:lnTo>
                    <a:pt x="2156710" y="7505"/>
                  </a:lnTo>
                  <a:lnTo>
                    <a:pt x="2156724" y="7529"/>
                  </a:lnTo>
                  <a:lnTo>
                    <a:pt x="2156762" y="7577"/>
                  </a:lnTo>
                  <a:lnTo>
                    <a:pt x="2156828" y="7651"/>
                  </a:lnTo>
                  <a:lnTo>
                    <a:pt x="2156909" y="7742"/>
                  </a:lnTo>
                  <a:lnTo>
                    <a:pt x="2157030" y="7847"/>
                  </a:lnTo>
                  <a:lnTo>
                    <a:pt x="2157060" y="7869"/>
                  </a:lnTo>
                  <a:lnTo>
                    <a:pt x="2157095" y="7893"/>
                  </a:lnTo>
                  <a:lnTo>
                    <a:pt x="2157131" y="7917"/>
                  </a:lnTo>
                  <a:lnTo>
                    <a:pt x="2157169" y="7943"/>
                  </a:lnTo>
                  <a:lnTo>
                    <a:pt x="2157223" y="7974"/>
                  </a:lnTo>
                  <a:lnTo>
                    <a:pt x="2157255" y="7992"/>
                  </a:lnTo>
                  <a:lnTo>
                    <a:pt x="2157294" y="8007"/>
                  </a:lnTo>
                  <a:lnTo>
                    <a:pt x="2157340" y="8025"/>
                  </a:lnTo>
                  <a:lnTo>
                    <a:pt x="2157403" y="8047"/>
                  </a:lnTo>
                  <a:lnTo>
                    <a:pt x="2157438" y="8056"/>
                  </a:lnTo>
                  <a:lnTo>
                    <a:pt x="2157482" y="8065"/>
                  </a:lnTo>
                  <a:lnTo>
                    <a:pt x="2157517" y="8072"/>
                  </a:lnTo>
                  <a:lnTo>
                    <a:pt x="2157639" y="8087"/>
                  </a:lnTo>
                  <a:lnTo>
                    <a:pt x="2157715" y="8088"/>
                  </a:lnTo>
                  <a:lnTo>
                    <a:pt x="2157752" y="8088"/>
                  </a:lnTo>
                  <a:lnTo>
                    <a:pt x="2157786" y="8085"/>
                  </a:lnTo>
                  <a:lnTo>
                    <a:pt x="2157840" y="8081"/>
                  </a:lnTo>
                  <a:lnTo>
                    <a:pt x="2157881" y="8075"/>
                  </a:lnTo>
                  <a:lnTo>
                    <a:pt x="2157906" y="8070"/>
                  </a:lnTo>
                  <a:lnTo>
                    <a:pt x="2157944" y="8062"/>
                  </a:lnTo>
                  <a:lnTo>
                    <a:pt x="2158008" y="8045"/>
                  </a:lnTo>
                  <a:lnTo>
                    <a:pt x="2158052" y="8032"/>
                  </a:lnTo>
                  <a:lnTo>
                    <a:pt x="2158125" y="8004"/>
                  </a:lnTo>
                  <a:lnTo>
                    <a:pt x="2158162" y="7988"/>
                  </a:lnTo>
                  <a:lnTo>
                    <a:pt x="2158201" y="7971"/>
                  </a:lnTo>
                  <a:lnTo>
                    <a:pt x="2158252" y="7941"/>
                  </a:lnTo>
                  <a:lnTo>
                    <a:pt x="2158331" y="7900"/>
                  </a:lnTo>
                  <a:lnTo>
                    <a:pt x="2158404" y="7852"/>
                  </a:lnTo>
                  <a:lnTo>
                    <a:pt x="2158429" y="7839"/>
                  </a:lnTo>
                  <a:lnTo>
                    <a:pt x="2158458" y="7826"/>
                  </a:lnTo>
                  <a:lnTo>
                    <a:pt x="2158486" y="7813"/>
                  </a:lnTo>
                  <a:lnTo>
                    <a:pt x="2158510" y="7806"/>
                  </a:lnTo>
                  <a:lnTo>
                    <a:pt x="2158534" y="7794"/>
                  </a:lnTo>
                  <a:lnTo>
                    <a:pt x="2158570" y="7787"/>
                  </a:lnTo>
                  <a:lnTo>
                    <a:pt x="2158597" y="7782"/>
                  </a:lnTo>
                  <a:lnTo>
                    <a:pt x="2158621" y="7780"/>
                  </a:lnTo>
                  <a:lnTo>
                    <a:pt x="2158689" y="7772"/>
                  </a:lnTo>
                  <a:lnTo>
                    <a:pt x="2158762" y="7764"/>
                  </a:lnTo>
                  <a:lnTo>
                    <a:pt x="2158838" y="7759"/>
                  </a:lnTo>
                  <a:lnTo>
                    <a:pt x="2158889" y="7763"/>
                  </a:lnTo>
                  <a:lnTo>
                    <a:pt x="2158959" y="7756"/>
                  </a:lnTo>
                  <a:lnTo>
                    <a:pt x="2159031" y="7752"/>
                  </a:lnTo>
                  <a:lnTo>
                    <a:pt x="2159048" y="7751"/>
                  </a:lnTo>
                  <a:lnTo>
                    <a:pt x="2159083" y="7752"/>
                  </a:lnTo>
                  <a:lnTo>
                    <a:pt x="2159108" y="7756"/>
                  </a:lnTo>
                  <a:lnTo>
                    <a:pt x="2159132" y="7763"/>
                  </a:lnTo>
                  <a:lnTo>
                    <a:pt x="2159157" y="7770"/>
                  </a:lnTo>
                  <a:lnTo>
                    <a:pt x="2159187" y="7782"/>
                  </a:lnTo>
                  <a:lnTo>
                    <a:pt x="2159230" y="7802"/>
                  </a:lnTo>
                  <a:lnTo>
                    <a:pt x="2159260" y="7817"/>
                  </a:lnTo>
                  <a:lnTo>
                    <a:pt x="2159303" y="7837"/>
                  </a:lnTo>
                  <a:lnTo>
                    <a:pt x="2159360" y="7870"/>
                  </a:lnTo>
                  <a:lnTo>
                    <a:pt x="2159410" y="7901"/>
                  </a:lnTo>
                  <a:lnTo>
                    <a:pt x="2159464" y="7939"/>
                  </a:lnTo>
                  <a:lnTo>
                    <a:pt x="2159488" y="7955"/>
                  </a:lnTo>
                  <a:lnTo>
                    <a:pt x="2159532" y="7986"/>
                  </a:lnTo>
                  <a:lnTo>
                    <a:pt x="2159594" y="8033"/>
                  </a:lnTo>
                  <a:lnTo>
                    <a:pt x="2159648" y="8077"/>
                  </a:lnTo>
                  <a:lnTo>
                    <a:pt x="2159681" y="8105"/>
                  </a:lnTo>
                  <a:lnTo>
                    <a:pt x="2159692" y="8121"/>
                  </a:lnTo>
                  <a:lnTo>
                    <a:pt x="2159711" y="8147"/>
                  </a:lnTo>
                  <a:lnTo>
                    <a:pt x="2159732" y="8171"/>
                  </a:lnTo>
                  <a:lnTo>
                    <a:pt x="2159746" y="8188"/>
                  </a:lnTo>
                  <a:lnTo>
                    <a:pt x="2159765" y="8206"/>
                  </a:lnTo>
                  <a:lnTo>
                    <a:pt x="2159779" y="8223"/>
                  </a:lnTo>
                  <a:lnTo>
                    <a:pt x="2159795" y="8236"/>
                  </a:lnTo>
                  <a:lnTo>
                    <a:pt x="2159836" y="8267"/>
                  </a:lnTo>
                  <a:lnTo>
                    <a:pt x="2159868" y="8295"/>
                  </a:lnTo>
                  <a:lnTo>
                    <a:pt x="2159912" y="8334"/>
                  </a:lnTo>
                  <a:lnTo>
                    <a:pt x="2159963" y="8382"/>
                  </a:lnTo>
                  <a:lnTo>
                    <a:pt x="2159985" y="8409"/>
                  </a:lnTo>
                  <a:lnTo>
                    <a:pt x="2159996" y="8430"/>
                  </a:lnTo>
                  <a:lnTo>
                    <a:pt x="2159999" y="8450"/>
                  </a:lnTo>
                  <a:lnTo>
                    <a:pt x="2160002" y="8468"/>
                  </a:lnTo>
                  <a:lnTo>
                    <a:pt x="2159996" y="8493"/>
                  </a:lnTo>
                  <a:lnTo>
                    <a:pt x="2159983" y="8516"/>
                  </a:lnTo>
                  <a:lnTo>
                    <a:pt x="2159971" y="8537"/>
                  </a:lnTo>
                  <a:lnTo>
                    <a:pt x="2159963" y="8555"/>
                  </a:lnTo>
                  <a:lnTo>
                    <a:pt x="2159955" y="8578"/>
                  </a:lnTo>
                  <a:lnTo>
                    <a:pt x="2159953" y="8596"/>
                  </a:lnTo>
                  <a:lnTo>
                    <a:pt x="2159947" y="8620"/>
                  </a:lnTo>
                  <a:lnTo>
                    <a:pt x="2159947" y="8651"/>
                  </a:lnTo>
                  <a:lnTo>
                    <a:pt x="2159950" y="8692"/>
                  </a:lnTo>
                  <a:lnTo>
                    <a:pt x="2159950" y="8734"/>
                  </a:lnTo>
                  <a:lnTo>
                    <a:pt x="2159964" y="8862"/>
                  </a:lnTo>
                  <a:lnTo>
                    <a:pt x="2159970" y="8896"/>
                  </a:lnTo>
                  <a:lnTo>
                    <a:pt x="2159977" y="8934"/>
                  </a:lnTo>
                  <a:lnTo>
                    <a:pt x="2159986" y="8971"/>
                  </a:lnTo>
                  <a:lnTo>
                    <a:pt x="2159994" y="9006"/>
                  </a:lnTo>
                  <a:lnTo>
                    <a:pt x="2160001" y="9037"/>
                  </a:lnTo>
                  <a:lnTo>
                    <a:pt x="2160010" y="9061"/>
                  </a:lnTo>
                  <a:lnTo>
                    <a:pt x="2160018" y="9080"/>
                  </a:lnTo>
                  <a:lnTo>
                    <a:pt x="2160029" y="9100"/>
                  </a:lnTo>
                  <a:lnTo>
                    <a:pt x="2160045" y="9124"/>
                  </a:lnTo>
                  <a:lnTo>
                    <a:pt x="2160061" y="9146"/>
                  </a:lnTo>
                  <a:lnTo>
                    <a:pt x="2160083" y="9170"/>
                  </a:lnTo>
                  <a:lnTo>
                    <a:pt x="2160127" y="9214"/>
                  </a:lnTo>
                  <a:lnTo>
                    <a:pt x="2160164" y="9246"/>
                  </a:lnTo>
                  <a:lnTo>
                    <a:pt x="2160195" y="9270"/>
                  </a:lnTo>
                  <a:lnTo>
                    <a:pt x="2160233" y="9292"/>
                  </a:lnTo>
                  <a:lnTo>
                    <a:pt x="2160268" y="9309"/>
                  </a:lnTo>
                  <a:lnTo>
                    <a:pt x="2160292" y="9323"/>
                  </a:lnTo>
                  <a:lnTo>
                    <a:pt x="2160338" y="9340"/>
                  </a:lnTo>
                  <a:lnTo>
                    <a:pt x="2160379" y="9353"/>
                  </a:lnTo>
                  <a:lnTo>
                    <a:pt x="2160415" y="9362"/>
                  </a:lnTo>
                  <a:lnTo>
                    <a:pt x="2160469" y="9377"/>
                  </a:lnTo>
                  <a:lnTo>
                    <a:pt x="2160517" y="9386"/>
                  </a:lnTo>
                  <a:lnTo>
                    <a:pt x="2160566" y="9399"/>
                  </a:lnTo>
                  <a:lnTo>
                    <a:pt x="2160618" y="9414"/>
                  </a:lnTo>
                  <a:lnTo>
                    <a:pt x="2160648" y="9423"/>
                  </a:lnTo>
                  <a:lnTo>
                    <a:pt x="2160678" y="9438"/>
                  </a:lnTo>
                  <a:lnTo>
                    <a:pt x="2160721" y="9460"/>
                  </a:lnTo>
                  <a:lnTo>
                    <a:pt x="2160751" y="9478"/>
                  </a:lnTo>
                  <a:lnTo>
                    <a:pt x="2160794" y="9506"/>
                  </a:lnTo>
                  <a:lnTo>
                    <a:pt x="2160824" y="9528"/>
                  </a:lnTo>
                  <a:lnTo>
                    <a:pt x="2160851" y="9554"/>
                  </a:lnTo>
                  <a:lnTo>
                    <a:pt x="2160897" y="9602"/>
                  </a:lnTo>
                  <a:lnTo>
                    <a:pt x="2160916" y="9628"/>
                  </a:lnTo>
                  <a:lnTo>
                    <a:pt x="2160935" y="9659"/>
                  </a:lnTo>
                  <a:lnTo>
                    <a:pt x="2160946" y="9689"/>
                  </a:lnTo>
                  <a:lnTo>
                    <a:pt x="2160959" y="9724"/>
                  </a:lnTo>
                  <a:lnTo>
                    <a:pt x="2160965" y="9748"/>
                  </a:lnTo>
                  <a:lnTo>
                    <a:pt x="2160970" y="9774"/>
                  </a:lnTo>
                  <a:lnTo>
                    <a:pt x="2160976" y="9801"/>
                  </a:lnTo>
                  <a:lnTo>
                    <a:pt x="2160979" y="9824"/>
                  </a:lnTo>
                  <a:lnTo>
                    <a:pt x="2160982" y="9848"/>
                  </a:lnTo>
                  <a:lnTo>
                    <a:pt x="2160987" y="9872"/>
                  </a:lnTo>
                  <a:lnTo>
                    <a:pt x="2160998" y="9907"/>
                  </a:lnTo>
                  <a:lnTo>
                    <a:pt x="2161007" y="9942"/>
                  </a:lnTo>
                  <a:lnTo>
                    <a:pt x="2161022" y="9984"/>
                  </a:lnTo>
                  <a:lnTo>
                    <a:pt x="2161038" y="10017"/>
                  </a:lnTo>
                  <a:lnTo>
                    <a:pt x="2161063" y="10052"/>
                  </a:lnTo>
                  <a:lnTo>
                    <a:pt x="2161087" y="10099"/>
                  </a:lnTo>
                  <a:lnTo>
                    <a:pt x="2161112" y="10134"/>
                  </a:lnTo>
                  <a:lnTo>
                    <a:pt x="2161130" y="10158"/>
                  </a:lnTo>
                  <a:lnTo>
                    <a:pt x="2161149" y="10176"/>
                  </a:lnTo>
                  <a:lnTo>
                    <a:pt x="2161176" y="10198"/>
                  </a:lnTo>
                  <a:lnTo>
                    <a:pt x="2161204" y="10217"/>
                  </a:lnTo>
                  <a:lnTo>
                    <a:pt x="2161231" y="10235"/>
                  </a:lnTo>
                  <a:lnTo>
                    <a:pt x="2161255" y="10252"/>
                  </a:lnTo>
                  <a:lnTo>
                    <a:pt x="2161279" y="10265"/>
                  </a:lnTo>
                  <a:lnTo>
                    <a:pt x="2161284" y="10269"/>
                  </a:lnTo>
                  <a:lnTo>
                    <a:pt x="2161307" y="10280"/>
                  </a:lnTo>
                  <a:lnTo>
                    <a:pt x="2161331" y="10293"/>
                  </a:lnTo>
                  <a:lnTo>
                    <a:pt x="2161366" y="10306"/>
                  </a:lnTo>
                  <a:lnTo>
                    <a:pt x="2161410" y="10322"/>
                  </a:lnTo>
                  <a:lnTo>
                    <a:pt x="2161450" y="10337"/>
                  </a:lnTo>
                  <a:lnTo>
                    <a:pt x="2161532" y="10361"/>
                  </a:lnTo>
                  <a:lnTo>
                    <a:pt x="2161610" y="10381"/>
                  </a:lnTo>
                  <a:lnTo>
                    <a:pt x="2161711" y="10403"/>
                  </a:lnTo>
                  <a:lnTo>
                    <a:pt x="2161746" y="10410"/>
                  </a:lnTo>
                  <a:lnTo>
                    <a:pt x="2162103" y="10387"/>
                  </a:lnTo>
                  <a:lnTo>
                    <a:pt x="2162252" y="10366"/>
                  </a:lnTo>
                  <a:lnTo>
                    <a:pt x="2162427" y="10306"/>
                  </a:lnTo>
                  <a:lnTo>
                    <a:pt x="2162780" y="10116"/>
                  </a:lnTo>
                  <a:lnTo>
                    <a:pt x="2162788" y="10110"/>
                  </a:lnTo>
                  <a:lnTo>
                    <a:pt x="2162826" y="10082"/>
                  </a:lnTo>
                  <a:lnTo>
                    <a:pt x="2162891" y="10040"/>
                  </a:lnTo>
                  <a:lnTo>
                    <a:pt x="2162970" y="9991"/>
                  </a:lnTo>
                  <a:lnTo>
                    <a:pt x="2163014" y="9958"/>
                  </a:lnTo>
                  <a:lnTo>
                    <a:pt x="2163043" y="9936"/>
                  </a:lnTo>
                  <a:lnTo>
                    <a:pt x="2163095" y="9903"/>
                  </a:lnTo>
                  <a:lnTo>
                    <a:pt x="2163182" y="9840"/>
                  </a:lnTo>
                  <a:lnTo>
                    <a:pt x="2163231" y="9799"/>
                  </a:lnTo>
                  <a:lnTo>
                    <a:pt x="2163255" y="9781"/>
                  </a:lnTo>
                  <a:lnTo>
                    <a:pt x="2163337" y="9709"/>
                  </a:lnTo>
                  <a:lnTo>
                    <a:pt x="2163378" y="9676"/>
                  </a:lnTo>
                  <a:lnTo>
                    <a:pt x="2163416" y="9641"/>
                  </a:lnTo>
                  <a:lnTo>
                    <a:pt x="2163440" y="9622"/>
                  </a:lnTo>
                  <a:lnTo>
                    <a:pt x="2163470" y="9600"/>
                  </a:lnTo>
                  <a:lnTo>
                    <a:pt x="2163516" y="9569"/>
                  </a:lnTo>
                  <a:lnTo>
                    <a:pt x="2163546" y="9548"/>
                  </a:lnTo>
                  <a:lnTo>
                    <a:pt x="2163554" y="9543"/>
                  </a:lnTo>
                  <a:lnTo>
                    <a:pt x="2163625" y="9499"/>
                  </a:lnTo>
                  <a:lnTo>
                    <a:pt x="2163688" y="9465"/>
                  </a:lnTo>
                  <a:lnTo>
                    <a:pt x="2163747" y="9438"/>
                  </a:lnTo>
                  <a:lnTo>
                    <a:pt x="2163810" y="9408"/>
                  </a:lnTo>
                  <a:lnTo>
                    <a:pt x="2163869" y="9383"/>
                  </a:lnTo>
                  <a:lnTo>
                    <a:pt x="2163921" y="9360"/>
                  </a:lnTo>
                  <a:lnTo>
                    <a:pt x="2163992" y="9335"/>
                  </a:lnTo>
                  <a:lnTo>
                    <a:pt x="2164046" y="9320"/>
                  </a:lnTo>
                  <a:lnTo>
                    <a:pt x="2164106" y="9309"/>
                  </a:lnTo>
                  <a:lnTo>
                    <a:pt x="2164155" y="9302"/>
                  </a:lnTo>
                  <a:lnTo>
                    <a:pt x="2164193" y="9298"/>
                  </a:lnTo>
                  <a:lnTo>
                    <a:pt x="2164233" y="9298"/>
                  </a:lnTo>
                  <a:lnTo>
                    <a:pt x="2164290" y="9301"/>
                  </a:lnTo>
                  <a:lnTo>
                    <a:pt x="2164323" y="9307"/>
                  </a:lnTo>
                  <a:lnTo>
                    <a:pt x="2164355" y="9313"/>
                  </a:lnTo>
                  <a:lnTo>
                    <a:pt x="2164391" y="9316"/>
                  </a:lnTo>
                  <a:lnTo>
                    <a:pt x="2164437" y="9318"/>
                  </a:lnTo>
                  <a:lnTo>
                    <a:pt x="2164472" y="9316"/>
                  </a:lnTo>
                  <a:lnTo>
                    <a:pt x="2164505" y="9313"/>
                  </a:lnTo>
                  <a:lnTo>
                    <a:pt x="2164543" y="9306"/>
                  </a:lnTo>
                  <a:lnTo>
                    <a:pt x="2164584" y="9296"/>
                  </a:lnTo>
                  <a:lnTo>
                    <a:pt x="2164629" y="9285"/>
                  </a:lnTo>
                  <a:lnTo>
                    <a:pt x="2164673" y="9270"/>
                  </a:lnTo>
                  <a:lnTo>
                    <a:pt x="2164713" y="9256"/>
                  </a:lnTo>
                  <a:lnTo>
                    <a:pt x="2165548" y="9009"/>
                  </a:lnTo>
                  <a:lnTo>
                    <a:pt x="2166042" y="8912"/>
                  </a:lnTo>
                  <a:lnTo>
                    <a:pt x="2166487" y="8864"/>
                  </a:lnTo>
                  <a:lnTo>
                    <a:pt x="2166514" y="8858"/>
                  </a:lnTo>
                  <a:lnTo>
                    <a:pt x="2166566" y="8857"/>
                  </a:lnTo>
                  <a:lnTo>
                    <a:pt x="2166618" y="8853"/>
                  </a:lnTo>
                  <a:lnTo>
                    <a:pt x="2166674" y="8849"/>
                  </a:lnTo>
                  <a:lnTo>
                    <a:pt x="2166732" y="8850"/>
                  </a:lnTo>
                  <a:lnTo>
                    <a:pt x="2166756" y="8850"/>
                  </a:lnTo>
                  <a:lnTo>
                    <a:pt x="2166808" y="8855"/>
                  </a:lnTo>
                  <a:lnTo>
                    <a:pt x="2166845" y="8865"/>
                  </a:lnTo>
                  <a:lnTo>
                    <a:pt x="2166889" y="8878"/>
                  </a:lnTo>
                  <a:lnTo>
                    <a:pt x="2166952" y="8902"/>
                  </a:lnTo>
                  <a:lnTo>
                    <a:pt x="2167027" y="8935"/>
                  </a:lnTo>
                  <a:lnTo>
                    <a:pt x="2167065" y="8955"/>
                  </a:lnTo>
                  <a:lnTo>
                    <a:pt x="2167101" y="8977"/>
                  </a:lnTo>
                  <a:lnTo>
                    <a:pt x="2167125" y="8996"/>
                  </a:lnTo>
                  <a:lnTo>
                    <a:pt x="2167157" y="9020"/>
                  </a:lnTo>
                  <a:lnTo>
                    <a:pt x="2167190" y="9053"/>
                  </a:lnTo>
                  <a:lnTo>
                    <a:pt x="2167244" y="9107"/>
                  </a:lnTo>
                  <a:lnTo>
                    <a:pt x="2167298" y="9166"/>
                  </a:lnTo>
                  <a:lnTo>
                    <a:pt x="2167344" y="9229"/>
                  </a:lnTo>
                  <a:lnTo>
                    <a:pt x="2167379" y="9282"/>
                  </a:lnTo>
                  <a:lnTo>
                    <a:pt x="2167387" y="9298"/>
                  </a:lnTo>
                  <a:lnTo>
                    <a:pt x="2167398" y="9317"/>
                  </a:lnTo>
                  <a:lnTo>
                    <a:pt x="2167435" y="9380"/>
                  </a:lnTo>
                  <a:lnTo>
                    <a:pt x="2167470" y="9439"/>
                  </a:lnTo>
                  <a:lnTo>
                    <a:pt x="2167490" y="9485"/>
                  </a:lnTo>
                  <a:lnTo>
                    <a:pt x="2167506" y="9533"/>
                  </a:lnTo>
                  <a:lnTo>
                    <a:pt x="2167514" y="9556"/>
                  </a:lnTo>
                  <a:lnTo>
                    <a:pt x="2167527" y="9581"/>
                  </a:lnTo>
                  <a:lnTo>
                    <a:pt x="2167543" y="9603"/>
                  </a:lnTo>
                  <a:lnTo>
                    <a:pt x="2167559" y="9622"/>
                  </a:lnTo>
                  <a:lnTo>
                    <a:pt x="2167587" y="9648"/>
                  </a:lnTo>
                  <a:lnTo>
                    <a:pt x="2167613" y="9664"/>
                  </a:lnTo>
                  <a:lnTo>
                    <a:pt x="2167692" y="9714"/>
                  </a:lnTo>
                  <a:lnTo>
                    <a:pt x="2167757" y="9758"/>
                  </a:lnTo>
                  <a:lnTo>
                    <a:pt x="2167838" y="9821"/>
                  </a:lnTo>
                  <a:lnTo>
                    <a:pt x="2167968" y="9916"/>
                  </a:lnTo>
                  <a:lnTo>
                    <a:pt x="2168017" y="9955"/>
                  </a:lnTo>
                  <a:lnTo>
                    <a:pt x="2168058" y="9982"/>
                  </a:lnTo>
                  <a:lnTo>
                    <a:pt x="2168117" y="10021"/>
                  </a:lnTo>
                  <a:lnTo>
                    <a:pt x="2168187" y="10066"/>
                  </a:lnTo>
                  <a:lnTo>
                    <a:pt x="2168236" y="10086"/>
                  </a:lnTo>
                  <a:lnTo>
                    <a:pt x="2168277" y="10101"/>
                  </a:lnTo>
                  <a:lnTo>
                    <a:pt x="2168309" y="10114"/>
                  </a:lnTo>
                  <a:lnTo>
                    <a:pt x="2168334" y="10127"/>
                  </a:lnTo>
                  <a:lnTo>
                    <a:pt x="2168366" y="10147"/>
                  </a:lnTo>
                  <a:lnTo>
                    <a:pt x="2168391" y="10167"/>
                  </a:lnTo>
                  <a:lnTo>
                    <a:pt x="2168434" y="10201"/>
                  </a:lnTo>
                  <a:lnTo>
                    <a:pt x="2168474" y="10239"/>
                  </a:lnTo>
                  <a:lnTo>
                    <a:pt x="2168525" y="10285"/>
                  </a:lnTo>
                  <a:lnTo>
                    <a:pt x="2168569" y="10322"/>
                  </a:lnTo>
                  <a:lnTo>
                    <a:pt x="2168601" y="10346"/>
                  </a:lnTo>
                  <a:lnTo>
                    <a:pt x="2168672" y="10391"/>
                  </a:lnTo>
                  <a:lnTo>
                    <a:pt x="2168834" y="10492"/>
                  </a:lnTo>
                  <a:lnTo>
                    <a:pt x="2168926" y="10546"/>
                  </a:lnTo>
                  <a:lnTo>
                    <a:pt x="2169072" y="10622"/>
                  </a:lnTo>
                  <a:lnTo>
                    <a:pt x="2169210" y="10691"/>
                  </a:lnTo>
                  <a:lnTo>
                    <a:pt x="2169259" y="10714"/>
                  </a:lnTo>
                  <a:lnTo>
                    <a:pt x="2169311" y="10737"/>
                  </a:lnTo>
                  <a:lnTo>
                    <a:pt x="2169619" y="10858"/>
                  </a:lnTo>
                  <a:lnTo>
                    <a:pt x="2169700" y="10885"/>
                  </a:lnTo>
                  <a:lnTo>
                    <a:pt x="2169743" y="10900"/>
                  </a:lnTo>
                  <a:lnTo>
                    <a:pt x="2169877" y="10996"/>
                  </a:lnTo>
                  <a:lnTo>
                    <a:pt x="2170129" y="11149"/>
                  </a:lnTo>
                  <a:lnTo>
                    <a:pt x="2170393" y="11421"/>
                  </a:lnTo>
                  <a:lnTo>
                    <a:pt x="2170520" y="11638"/>
                  </a:lnTo>
                  <a:lnTo>
                    <a:pt x="2170648" y="11855"/>
                  </a:lnTo>
                  <a:lnTo>
                    <a:pt x="2170664" y="11898"/>
                  </a:lnTo>
                  <a:lnTo>
                    <a:pt x="2170738" y="12036"/>
                  </a:lnTo>
                  <a:lnTo>
                    <a:pt x="2170760" y="12069"/>
                  </a:lnTo>
                  <a:lnTo>
                    <a:pt x="2170784" y="12104"/>
                  </a:lnTo>
                  <a:lnTo>
                    <a:pt x="2170817" y="12146"/>
                  </a:lnTo>
                  <a:lnTo>
                    <a:pt x="2170956" y="12351"/>
                  </a:lnTo>
                  <a:lnTo>
                    <a:pt x="2171074" y="12526"/>
                  </a:lnTo>
                  <a:lnTo>
                    <a:pt x="2171159" y="12692"/>
                  </a:lnTo>
                  <a:lnTo>
                    <a:pt x="2171172" y="12725"/>
                  </a:lnTo>
                  <a:lnTo>
                    <a:pt x="2171221" y="12848"/>
                  </a:lnTo>
                  <a:lnTo>
                    <a:pt x="2171244" y="12918"/>
                  </a:lnTo>
                  <a:lnTo>
                    <a:pt x="2171263" y="12979"/>
                  </a:lnTo>
                  <a:lnTo>
                    <a:pt x="2171274" y="13022"/>
                  </a:lnTo>
                  <a:lnTo>
                    <a:pt x="2171279" y="13053"/>
                  </a:lnTo>
                  <a:lnTo>
                    <a:pt x="2171290" y="13088"/>
                  </a:lnTo>
                  <a:lnTo>
                    <a:pt x="2171323" y="13166"/>
                  </a:lnTo>
                  <a:lnTo>
                    <a:pt x="2171356" y="13232"/>
                  </a:lnTo>
                  <a:lnTo>
                    <a:pt x="2171383" y="13280"/>
                  </a:lnTo>
                  <a:lnTo>
                    <a:pt x="2171410" y="13313"/>
                  </a:lnTo>
                  <a:lnTo>
                    <a:pt x="2171457" y="13400"/>
                  </a:lnTo>
                  <a:lnTo>
                    <a:pt x="2171529" y="13429"/>
                  </a:lnTo>
                  <a:lnTo>
                    <a:pt x="2171607" y="13460"/>
                  </a:lnTo>
                  <a:lnTo>
                    <a:pt x="2171757" y="13561"/>
                  </a:lnTo>
                  <a:lnTo>
                    <a:pt x="2171804" y="13648"/>
                  </a:lnTo>
                  <a:lnTo>
                    <a:pt x="2171822" y="13681"/>
                  </a:lnTo>
                  <a:lnTo>
                    <a:pt x="2171891" y="14004"/>
                  </a:lnTo>
                  <a:lnTo>
                    <a:pt x="2171978" y="14290"/>
                  </a:lnTo>
                  <a:lnTo>
                    <a:pt x="2172177" y="14562"/>
                  </a:lnTo>
                  <a:lnTo>
                    <a:pt x="2172397" y="14758"/>
                  </a:lnTo>
                  <a:lnTo>
                    <a:pt x="2172568" y="14877"/>
                  </a:lnTo>
                  <a:lnTo>
                    <a:pt x="2172795" y="14974"/>
                  </a:lnTo>
                  <a:lnTo>
                    <a:pt x="2172897" y="15004"/>
                  </a:lnTo>
                  <a:lnTo>
                    <a:pt x="2173034" y="15046"/>
                  </a:lnTo>
                  <a:lnTo>
                    <a:pt x="2173365" y="15087"/>
                  </a:lnTo>
                  <a:lnTo>
                    <a:pt x="2173573" y="15098"/>
                  </a:lnTo>
                  <a:lnTo>
                    <a:pt x="2173748" y="15141"/>
                  </a:lnTo>
                  <a:lnTo>
                    <a:pt x="2173916" y="15216"/>
                  </a:lnTo>
                  <a:lnTo>
                    <a:pt x="2174119" y="15306"/>
                  </a:lnTo>
                  <a:lnTo>
                    <a:pt x="2174155" y="15324"/>
                  </a:lnTo>
                  <a:lnTo>
                    <a:pt x="2174184" y="15344"/>
                  </a:lnTo>
                  <a:lnTo>
                    <a:pt x="2174209" y="15361"/>
                  </a:lnTo>
                  <a:lnTo>
                    <a:pt x="2174303" y="15447"/>
                  </a:lnTo>
                  <a:lnTo>
                    <a:pt x="2174491" y="15656"/>
                  </a:lnTo>
                  <a:lnTo>
                    <a:pt x="2174534" y="15705"/>
                  </a:lnTo>
                  <a:lnTo>
                    <a:pt x="2174585" y="15771"/>
                  </a:lnTo>
                  <a:lnTo>
                    <a:pt x="2174666" y="15917"/>
                  </a:lnTo>
                  <a:lnTo>
                    <a:pt x="2174811" y="16190"/>
                  </a:lnTo>
                  <a:lnTo>
                    <a:pt x="2174822" y="16213"/>
                  </a:lnTo>
                  <a:lnTo>
                    <a:pt x="2174831" y="16235"/>
                  </a:lnTo>
                  <a:lnTo>
                    <a:pt x="2174830" y="16275"/>
                  </a:lnTo>
                  <a:lnTo>
                    <a:pt x="2174833" y="16296"/>
                  </a:lnTo>
                  <a:lnTo>
                    <a:pt x="2174841" y="16334"/>
                  </a:lnTo>
                  <a:lnTo>
                    <a:pt x="2174849" y="16359"/>
                  </a:lnTo>
                  <a:lnTo>
                    <a:pt x="2174863" y="16386"/>
                  </a:lnTo>
                  <a:lnTo>
                    <a:pt x="2174879" y="16406"/>
                  </a:lnTo>
                  <a:lnTo>
                    <a:pt x="2174912" y="16438"/>
                  </a:lnTo>
                  <a:lnTo>
                    <a:pt x="2175025" y="16541"/>
                  </a:lnTo>
                  <a:lnTo>
                    <a:pt x="2175063" y="16569"/>
                  </a:lnTo>
                  <a:lnTo>
                    <a:pt x="2175111" y="16604"/>
                  </a:lnTo>
                  <a:lnTo>
                    <a:pt x="2175184" y="16645"/>
                  </a:lnTo>
                  <a:lnTo>
                    <a:pt x="2175252" y="16674"/>
                  </a:lnTo>
                  <a:lnTo>
                    <a:pt x="2175287" y="16683"/>
                  </a:lnTo>
                  <a:lnTo>
                    <a:pt x="2175325" y="16693"/>
                  </a:lnTo>
                  <a:lnTo>
                    <a:pt x="2175428" y="16717"/>
                  </a:lnTo>
                  <a:lnTo>
                    <a:pt x="2175493" y="16730"/>
                  </a:lnTo>
                  <a:lnTo>
                    <a:pt x="2175525" y="16734"/>
                  </a:lnTo>
                  <a:lnTo>
                    <a:pt x="2175558" y="16734"/>
                  </a:lnTo>
                  <a:lnTo>
                    <a:pt x="2175615" y="16734"/>
                  </a:lnTo>
                  <a:lnTo>
                    <a:pt x="2175644" y="16732"/>
                  </a:lnTo>
                  <a:lnTo>
                    <a:pt x="2175682" y="16726"/>
                  </a:lnTo>
                  <a:lnTo>
                    <a:pt x="2175763" y="16710"/>
                  </a:lnTo>
                  <a:lnTo>
                    <a:pt x="2175874" y="16673"/>
                  </a:lnTo>
                  <a:lnTo>
                    <a:pt x="2175920" y="16657"/>
                  </a:lnTo>
                  <a:lnTo>
                    <a:pt x="2176057" y="16662"/>
                  </a:lnTo>
                  <a:lnTo>
                    <a:pt x="2176226" y="16679"/>
                  </a:lnTo>
                  <a:lnTo>
                    <a:pt x="2176718" y="16771"/>
                  </a:lnTo>
                  <a:lnTo>
                    <a:pt x="2177080" y="16886"/>
                  </a:lnTo>
                  <a:lnTo>
                    <a:pt x="2177678" y="17177"/>
                  </a:lnTo>
                  <a:lnTo>
                    <a:pt x="2177713" y="17225"/>
                  </a:lnTo>
                  <a:lnTo>
                    <a:pt x="2177737" y="17247"/>
                  </a:lnTo>
                  <a:lnTo>
                    <a:pt x="2177756" y="17262"/>
                  </a:lnTo>
                  <a:lnTo>
                    <a:pt x="2177775" y="17274"/>
                  </a:lnTo>
                  <a:lnTo>
                    <a:pt x="2177807" y="17292"/>
                  </a:lnTo>
                  <a:lnTo>
                    <a:pt x="2177856" y="17312"/>
                  </a:lnTo>
                  <a:lnTo>
                    <a:pt x="2177880" y="17320"/>
                  </a:lnTo>
                  <a:lnTo>
                    <a:pt x="2177967" y="17342"/>
                  </a:lnTo>
                  <a:lnTo>
                    <a:pt x="2178155" y="17379"/>
                  </a:lnTo>
                  <a:lnTo>
                    <a:pt x="2178194" y="17385"/>
                  </a:lnTo>
                  <a:lnTo>
                    <a:pt x="2178278" y="17394"/>
                  </a:lnTo>
                  <a:lnTo>
                    <a:pt x="2178542" y="17418"/>
                  </a:lnTo>
                  <a:lnTo>
                    <a:pt x="2178672" y="17428"/>
                  </a:lnTo>
                  <a:lnTo>
                    <a:pt x="2178780" y="17436"/>
                  </a:lnTo>
                  <a:lnTo>
                    <a:pt x="2178899" y="17443"/>
                  </a:lnTo>
                  <a:lnTo>
                    <a:pt x="2179240" y="17462"/>
                  </a:lnTo>
                  <a:lnTo>
                    <a:pt x="2179372" y="17468"/>
                  </a:lnTo>
                  <a:lnTo>
                    <a:pt x="2179492" y="17472"/>
                  </a:lnTo>
                  <a:lnTo>
                    <a:pt x="2179616" y="17468"/>
                  </a:lnTo>
                  <a:lnTo>
                    <a:pt x="2179727" y="17461"/>
                  </a:lnTo>
                  <a:lnTo>
                    <a:pt x="2181246" y="17302"/>
                  </a:lnTo>
                  <a:lnTo>
                    <a:pt x="2181865" y="17171"/>
                  </a:lnTo>
                  <a:lnTo>
                    <a:pt x="2182168" y="17141"/>
                  </a:lnTo>
                  <a:lnTo>
                    <a:pt x="2182568" y="17150"/>
                  </a:lnTo>
                  <a:lnTo>
                    <a:pt x="2182595" y="17154"/>
                  </a:lnTo>
                  <a:lnTo>
                    <a:pt x="2182630" y="17158"/>
                  </a:lnTo>
                  <a:lnTo>
                    <a:pt x="2182892" y="17172"/>
                  </a:lnTo>
                  <a:lnTo>
                    <a:pt x="2182938" y="17174"/>
                  </a:lnTo>
                  <a:lnTo>
                    <a:pt x="2182987" y="17174"/>
                  </a:lnTo>
                  <a:lnTo>
                    <a:pt x="2183033" y="17175"/>
                  </a:lnTo>
                  <a:lnTo>
                    <a:pt x="2183084" y="17167"/>
                  </a:lnTo>
                  <a:lnTo>
                    <a:pt x="2183179" y="17155"/>
                  </a:lnTo>
                  <a:lnTo>
                    <a:pt x="2183207" y="17152"/>
                  </a:lnTo>
                  <a:lnTo>
                    <a:pt x="2183271" y="17144"/>
                  </a:lnTo>
                  <a:lnTo>
                    <a:pt x="2183320" y="17139"/>
                  </a:lnTo>
                  <a:lnTo>
                    <a:pt x="2183366" y="17141"/>
                  </a:lnTo>
                  <a:lnTo>
                    <a:pt x="2183428" y="17149"/>
                  </a:lnTo>
                  <a:lnTo>
                    <a:pt x="2183512" y="17160"/>
                  </a:lnTo>
                  <a:lnTo>
                    <a:pt x="2183571" y="17170"/>
                  </a:lnTo>
                  <a:lnTo>
                    <a:pt x="2184081" y="17235"/>
                  </a:lnTo>
                  <a:lnTo>
                    <a:pt x="2184525" y="17282"/>
                  </a:lnTo>
                  <a:lnTo>
                    <a:pt x="2184962" y="17326"/>
                  </a:lnTo>
                  <a:lnTo>
                    <a:pt x="2185267" y="17354"/>
                  </a:lnTo>
                  <a:lnTo>
                    <a:pt x="2185303" y="17357"/>
                  </a:lnTo>
                  <a:lnTo>
                    <a:pt x="2185399" y="17369"/>
                  </a:lnTo>
                  <a:lnTo>
                    <a:pt x="2185442" y="17377"/>
                  </a:lnTo>
                  <a:lnTo>
                    <a:pt x="2185483" y="17386"/>
                  </a:lnTo>
                  <a:lnTo>
                    <a:pt x="2185524" y="17396"/>
                  </a:lnTo>
                  <a:lnTo>
                    <a:pt x="2185580" y="17411"/>
                  </a:lnTo>
                  <a:lnTo>
                    <a:pt x="2185631" y="17428"/>
                  </a:lnTo>
                  <a:lnTo>
                    <a:pt x="2186032" y="17601"/>
                  </a:lnTo>
                  <a:lnTo>
                    <a:pt x="2186099" y="17637"/>
                  </a:lnTo>
                  <a:lnTo>
                    <a:pt x="2186145" y="17659"/>
                  </a:lnTo>
                  <a:lnTo>
                    <a:pt x="2186210" y="17689"/>
                  </a:lnTo>
                  <a:lnTo>
                    <a:pt x="2186252" y="17708"/>
                  </a:lnTo>
                  <a:lnTo>
                    <a:pt x="2186338" y="17732"/>
                  </a:lnTo>
                  <a:lnTo>
                    <a:pt x="2186427" y="17751"/>
                  </a:lnTo>
                  <a:lnTo>
                    <a:pt x="2186547" y="17759"/>
                  </a:lnTo>
                  <a:lnTo>
                    <a:pt x="2186646" y="17767"/>
                  </a:lnTo>
                  <a:lnTo>
                    <a:pt x="2186708" y="17778"/>
                  </a:lnTo>
                  <a:lnTo>
                    <a:pt x="2186773" y="17792"/>
                  </a:lnTo>
                  <a:lnTo>
                    <a:pt x="2186884" y="17818"/>
                  </a:lnTo>
                  <a:lnTo>
                    <a:pt x="2186938" y="17835"/>
                  </a:lnTo>
                  <a:lnTo>
                    <a:pt x="2186970" y="17848"/>
                  </a:lnTo>
                  <a:lnTo>
                    <a:pt x="2187053" y="17882"/>
                  </a:lnTo>
                  <a:lnTo>
                    <a:pt x="2187096" y="17904"/>
                  </a:lnTo>
                  <a:lnTo>
                    <a:pt x="2187268" y="17996"/>
                  </a:lnTo>
                  <a:lnTo>
                    <a:pt x="2187303" y="18014"/>
                  </a:lnTo>
                  <a:lnTo>
                    <a:pt x="2187333" y="18036"/>
                  </a:lnTo>
                  <a:lnTo>
                    <a:pt x="2187346" y="18046"/>
                  </a:lnTo>
                  <a:lnTo>
                    <a:pt x="2187367" y="18066"/>
                  </a:lnTo>
                  <a:lnTo>
                    <a:pt x="2187391" y="18094"/>
                  </a:lnTo>
                  <a:lnTo>
                    <a:pt x="2187465" y="18188"/>
                  </a:lnTo>
                  <a:lnTo>
                    <a:pt x="2187484" y="18220"/>
                  </a:lnTo>
                  <a:lnTo>
                    <a:pt x="2187499" y="18247"/>
                  </a:lnTo>
                  <a:lnTo>
                    <a:pt x="2187510" y="18272"/>
                  </a:lnTo>
                  <a:lnTo>
                    <a:pt x="2187520" y="18309"/>
                  </a:lnTo>
                  <a:lnTo>
                    <a:pt x="2187525" y="18342"/>
                  </a:lnTo>
                  <a:lnTo>
                    <a:pt x="2187525" y="18373"/>
                  </a:lnTo>
                  <a:lnTo>
                    <a:pt x="2187519" y="18417"/>
                  </a:lnTo>
                  <a:lnTo>
                    <a:pt x="2187508" y="18439"/>
                  </a:lnTo>
                  <a:lnTo>
                    <a:pt x="2187492" y="18469"/>
                  </a:lnTo>
                  <a:lnTo>
                    <a:pt x="2187284" y="18803"/>
                  </a:lnTo>
                  <a:lnTo>
                    <a:pt x="2187244" y="18853"/>
                  </a:lnTo>
                  <a:lnTo>
                    <a:pt x="2187219" y="18882"/>
                  </a:lnTo>
                  <a:lnTo>
                    <a:pt x="2187181" y="18921"/>
                  </a:lnTo>
                  <a:lnTo>
                    <a:pt x="2187156" y="18943"/>
                  </a:lnTo>
                  <a:lnTo>
                    <a:pt x="2187134" y="18965"/>
                  </a:lnTo>
                  <a:lnTo>
                    <a:pt x="2187093" y="19012"/>
                  </a:lnTo>
                  <a:lnTo>
                    <a:pt x="2187059" y="19059"/>
                  </a:lnTo>
                  <a:lnTo>
                    <a:pt x="2187040" y="19093"/>
                  </a:lnTo>
                  <a:lnTo>
                    <a:pt x="2186969" y="19222"/>
                  </a:lnTo>
                  <a:lnTo>
                    <a:pt x="2186938" y="19283"/>
                  </a:lnTo>
                  <a:lnTo>
                    <a:pt x="2186924" y="19312"/>
                  </a:lnTo>
                  <a:lnTo>
                    <a:pt x="2186907" y="19362"/>
                  </a:lnTo>
                  <a:lnTo>
                    <a:pt x="2186899" y="19386"/>
                  </a:lnTo>
                  <a:lnTo>
                    <a:pt x="2186896" y="19436"/>
                  </a:lnTo>
                  <a:lnTo>
                    <a:pt x="2186895" y="19469"/>
                  </a:lnTo>
                  <a:lnTo>
                    <a:pt x="2186898" y="19502"/>
                  </a:lnTo>
                  <a:lnTo>
                    <a:pt x="2186908" y="19547"/>
                  </a:lnTo>
                  <a:lnTo>
                    <a:pt x="2186940" y="19622"/>
                  </a:lnTo>
                  <a:lnTo>
                    <a:pt x="2186965" y="19666"/>
                  </a:lnTo>
                  <a:lnTo>
                    <a:pt x="2186987" y="19703"/>
                  </a:lnTo>
                  <a:lnTo>
                    <a:pt x="2187011" y="19739"/>
                  </a:lnTo>
                  <a:lnTo>
                    <a:pt x="2187350" y="19958"/>
                  </a:lnTo>
                  <a:lnTo>
                    <a:pt x="2187899" y="20212"/>
                  </a:lnTo>
                  <a:lnTo>
                    <a:pt x="2187958" y="20225"/>
                  </a:lnTo>
                  <a:lnTo>
                    <a:pt x="2188017" y="20235"/>
                  </a:lnTo>
                  <a:lnTo>
                    <a:pt x="2188060" y="20240"/>
                  </a:lnTo>
                  <a:lnTo>
                    <a:pt x="2188166" y="20250"/>
                  </a:lnTo>
                  <a:lnTo>
                    <a:pt x="2188214" y="20255"/>
                  </a:lnTo>
                  <a:lnTo>
                    <a:pt x="2188308" y="20264"/>
                  </a:lnTo>
                  <a:lnTo>
                    <a:pt x="2188325" y="20266"/>
                  </a:lnTo>
                  <a:lnTo>
                    <a:pt x="2188540" y="20300"/>
                  </a:lnTo>
                  <a:lnTo>
                    <a:pt x="2188594" y="20312"/>
                  </a:lnTo>
                  <a:lnTo>
                    <a:pt x="2188647" y="20327"/>
                  </a:lnTo>
                  <a:lnTo>
                    <a:pt x="2188741" y="20357"/>
                  </a:lnTo>
                  <a:lnTo>
                    <a:pt x="2188847" y="20379"/>
                  </a:lnTo>
                  <a:lnTo>
                    <a:pt x="2188895" y="20389"/>
                  </a:lnTo>
                  <a:lnTo>
                    <a:pt x="2188952" y="20397"/>
                  </a:lnTo>
                  <a:lnTo>
                    <a:pt x="2189823" y="20451"/>
                  </a:lnTo>
                  <a:lnTo>
                    <a:pt x="2190468" y="20402"/>
                  </a:lnTo>
                  <a:lnTo>
                    <a:pt x="2190737" y="20361"/>
                  </a:lnTo>
                  <a:lnTo>
                    <a:pt x="2190985" y="20336"/>
                  </a:lnTo>
                  <a:lnTo>
                    <a:pt x="2191049" y="20324"/>
                  </a:lnTo>
                  <a:lnTo>
                    <a:pt x="2191108" y="20313"/>
                  </a:lnTo>
                  <a:lnTo>
                    <a:pt x="2191438" y="20233"/>
                  </a:lnTo>
                  <a:lnTo>
                    <a:pt x="2191475" y="20224"/>
                  </a:lnTo>
                  <a:lnTo>
                    <a:pt x="2191534" y="20209"/>
                  </a:lnTo>
                  <a:lnTo>
                    <a:pt x="2191704" y="20167"/>
                  </a:lnTo>
                  <a:lnTo>
                    <a:pt x="2191778" y="20156"/>
                  </a:lnTo>
                  <a:lnTo>
                    <a:pt x="2191815" y="20151"/>
                  </a:lnTo>
                  <a:lnTo>
                    <a:pt x="2191866" y="20150"/>
                  </a:lnTo>
                  <a:lnTo>
                    <a:pt x="2191904" y="20156"/>
                  </a:lnTo>
                  <a:lnTo>
                    <a:pt x="2191934" y="20161"/>
                  </a:lnTo>
                  <a:lnTo>
                    <a:pt x="2191956" y="20172"/>
                  </a:lnTo>
                  <a:lnTo>
                    <a:pt x="2191988" y="20191"/>
                  </a:lnTo>
                  <a:lnTo>
                    <a:pt x="2192294" y="20382"/>
                  </a:lnTo>
                  <a:lnTo>
                    <a:pt x="2192321" y="20400"/>
                  </a:lnTo>
                  <a:lnTo>
                    <a:pt x="2192444" y="20617"/>
                  </a:lnTo>
                  <a:lnTo>
                    <a:pt x="2192624" y="20969"/>
                  </a:lnTo>
                  <a:lnTo>
                    <a:pt x="2192758" y="21254"/>
                  </a:lnTo>
                  <a:lnTo>
                    <a:pt x="2192867" y="21623"/>
                  </a:lnTo>
                  <a:lnTo>
                    <a:pt x="2192875" y="21700"/>
                  </a:lnTo>
                  <a:lnTo>
                    <a:pt x="2192878" y="21726"/>
                  </a:lnTo>
                  <a:lnTo>
                    <a:pt x="2192875" y="21752"/>
                  </a:lnTo>
                  <a:lnTo>
                    <a:pt x="2192878" y="21789"/>
                  </a:lnTo>
                  <a:lnTo>
                    <a:pt x="2192900" y="21875"/>
                  </a:lnTo>
                  <a:lnTo>
                    <a:pt x="2192930" y="21966"/>
                  </a:lnTo>
                  <a:lnTo>
                    <a:pt x="2192946" y="22012"/>
                  </a:lnTo>
                  <a:lnTo>
                    <a:pt x="2193005" y="22137"/>
                  </a:lnTo>
                  <a:lnTo>
                    <a:pt x="2193147" y="22293"/>
                  </a:lnTo>
                  <a:lnTo>
                    <a:pt x="2193325" y="22414"/>
                  </a:lnTo>
                  <a:lnTo>
                    <a:pt x="2193602" y="22509"/>
                  </a:lnTo>
                  <a:lnTo>
                    <a:pt x="2193833" y="22541"/>
                  </a:lnTo>
                  <a:lnTo>
                    <a:pt x="2194115" y="22534"/>
                  </a:lnTo>
                  <a:lnTo>
                    <a:pt x="2194174" y="22536"/>
                  </a:lnTo>
                  <a:lnTo>
                    <a:pt x="2194247" y="22534"/>
                  </a:lnTo>
                  <a:lnTo>
                    <a:pt x="2194300" y="22530"/>
                  </a:lnTo>
                  <a:lnTo>
                    <a:pt x="2194362" y="22525"/>
                  </a:lnTo>
                  <a:lnTo>
                    <a:pt x="2194411" y="22519"/>
                  </a:lnTo>
                  <a:lnTo>
                    <a:pt x="2194457" y="22508"/>
                  </a:lnTo>
                  <a:lnTo>
                    <a:pt x="2194497" y="22497"/>
                  </a:lnTo>
                  <a:lnTo>
                    <a:pt x="2194527" y="22486"/>
                  </a:lnTo>
                  <a:lnTo>
                    <a:pt x="2194589" y="22462"/>
                  </a:lnTo>
                  <a:lnTo>
                    <a:pt x="2194635" y="22438"/>
                  </a:lnTo>
                  <a:lnTo>
                    <a:pt x="2194721" y="22385"/>
                  </a:lnTo>
                  <a:lnTo>
                    <a:pt x="2194799" y="22326"/>
                  </a:lnTo>
                  <a:lnTo>
                    <a:pt x="2194837" y="22293"/>
                  </a:lnTo>
                  <a:lnTo>
                    <a:pt x="2194869" y="22261"/>
                  </a:lnTo>
                  <a:lnTo>
                    <a:pt x="2194896" y="22234"/>
                  </a:lnTo>
                  <a:lnTo>
                    <a:pt x="2194931" y="22195"/>
                  </a:lnTo>
                  <a:lnTo>
                    <a:pt x="2194969" y="22152"/>
                  </a:lnTo>
                  <a:lnTo>
                    <a:pt x="2195046" y="22045"/>
                  </a:lnTo>
                  <a:lnTo>
                    <a:pt x="2195073" y="21999"/>
                  </a:lnTo>
                  <a:lnTo>
                    <a:pt x="2195162" y="21762"/>
                  </a:lnTo>
                  <a:lnTo>
                    <a:pt x="2195175" y="21716"/>
                  </a:lnTo>
                  <a:lnTo>
                    <a:pt x="2195185" y="21679"/>
                  </a:lnTo>
                  <a:lnTo>
                    <a:pt x="2195193" y="21635"/>
                  </a:lnTo>
                  <a:lnTo>
                    <a:pt x="2195199" y="21592"/>
                  </a:lnTo>
                  <a:lnTo>
                    <a:pt x="2195201" y="21563"/>
                  </a:lnTo>
                  <a:lnTo>
                    <a:pt x="2195201" y="21528"/>
                  </a:lnTo>
                  <a:lnTo>
                    <a:pt x="2195182" y="21363"/>
                  </a:lnTo>
                  <a:lnTo>
                    <a:pt x="2195171" y="21316"/>
                  </a:lnTo>
                  <a:lnTo>
                    <a:pt x="2195159" y="21279"/>
                  </a:lnTo>
                  <a:lnTo>
                    <a:pt x="2195138" y="21221"/>
                  </a:lnTo>
                  <a:lnTo>
                    <a:pt x="2195125" y="21190"/>
                  </a:lnTo>
                  <a:lnTo>
                    <a:pt x="2195108" y="21164"/>
                  </a:lnTo>
                  <a:lnTo>
                    <a:pt x="2195086" y="21144"/>
                  </a:lnTo>
                  <a:lnTo>
                    <a:pt x="2195067" y="21126"/>
                  </a:lnTo>
                  <a:lnTo>
                    <a:pt x="2195051" y="21106"/>
                  </a:lnTo>
                  <a:lnTo>
                    <a:pt x="2194980" y="20995"/>
                  </a:lnTo>
                  <a:lnTo>
                    <a:pt x="2194959" y="20951"/>
                  </a:lnTo>
                  <a:lnTo>
                    <a:pt x="2194942" y="20910"/>
                  </a:lnTo>
                  <a:lnTo>
                    <a:pt x="2194885" y="20744"/>
                  </a:lnTo>
                  <a:lnTo>
                    <a:pt x="2194855" y="20646"/>
                  </a:lnTo>
                  <a:lnTo>
                    <a:pt x="2194831" y="20591"/>
                  </a:lnTo>
                  <a:lnTo>
                    <a:pt x="2194792" y="20510"/>
                  </a:lnTo>
                  <a:lnTo>
                    <a:pt x="2194771" y="20475"/>
                  </a:lnTo>
                  <a:lnTo>
                    <a:pt x="2194646" y="20320"/>
                  </a:lnTo>
                  <a:lnTo>
                    <a:pt x="2194540" y="20187"/>
                  </a:lnTo>
                  <a:lnTo>
                    <a:pt x="2194516" y="20156"/>
                  </a:lnTo>
                  <a:lnTo>
                    <a:pt x="2194494" y="20128"/>
                  </a:lnTo>
                  <a:lnTo>
                    <a:pt x="2194323" y="19896"/>
                  </a:lnTo>
                  <a:lnTo>
                    <a:pt x="2194226" y="19684"/>
                  </a:lnTo>
                  <a:lnTo>
                    <a:pt x="2194194" y="19467"/>
                  </a:lnTo>
                  <a:lnTo>
                    <a:pt x="2194235" y="19346"/>
                  </a:lnTo>
                  <a:lnTo>
                    <a:pt x="2194387" y="19224"/>
                  </a:lnTo>
                  <a:lnTo>
                    <a:pt x="2194834" y="18994"/>
                  </a:lnTo>
                  <a:lnTo>
                    <a:pt x="2195639" y="18649"/>
                  </a:lnTo>
                  <a:lnTo>
                    <a:pt x="2196487" y="18340"/>
                  </a:lnTo>
                  <a:lnTo>
                    <a:pt x="2196824" y="18269"/>
                  </a:lnTo>
                  <a:lnTo>
                    <a:pt x="2196862" y="18263"/>
                  </a:lnTo>
                  <a:lnTo>
                    <a:pt x="2196908" y="18256"/>
                  </a:lnTo>
                  <a:lnTo>
                    <a:pt x="2197145" y="18205"/>
                  </a:lnTo>
                  <a:lnTo>
                    <a:pt x="2197240" y="18185"/>
                  </a:lnTo>
                  <a:lnTo>
                    <a:pt x="2197394" y="18152"/>
                  </a:lnTo>
                  <a:lnTo>
                    <a:pt x="2197451" y="18133"/>
                  </a:lnTo>
                  <a:lnTo>
                    <a:pt x="2197513" y="18109"/>
                  </a:lnTo>
                  <a:lnTo>
                    <a:pt x="2197683" y="18043"/>
                  </a:lnTo>
                  <a:lnTo>
                    <a:pt x="2197743" y="18018"/>
                  </a:lnTo>
                  <a:lnTo>
                    <a:pt x="2197772" y="18005"/>
                  </a:lnTo>
                  <a:lnTo>
                    <a:pt x="2197802" y="17991"/>
                  </a:lnTo>
                  <a:lnTo>
                    <a:pt x="2197867" y="17954"/>
                  </a:lnTo>
                  <a:lnTo>
                    <a:pt x="2197899" y="17924"/>
                  </a:lnTo>
                  <a:lnTo>
                    <a:pt x="2197923" y="17902"/>
                  </a:lnTo>
                  <a:lnTo>
                    <a:pt x="2197953" y="17870"/>
                  </a:lnTo>
                  <a:lnTo>
                    <a:pt x="2197980" y="17846"/>
                  </a:lnTo>
                  <a:lnTo>
                    <a:pt x="2198009" y="17822"/>
                  </a:lnTo>
                  <a:lnTo>
                    <a:pt x="2198039" y="17800"/>
                  </a:lnTo>
                  <a:lnTo>
                    <a:pt x="2198066" y="17785"/>
                  </a:lnTo>
                  <a:lnTo>
                    <a:pt x="2198096" y="17769"/>
                  </a:lnTo>
                  <a:lnTo>
                    <a:pt x="2198136" y="17752"/>
                  </a:lnTo>
                  <a:lnTo>
                    <a:pt x="2198171" y="17741"/>
                  </a:lnTo>
                  <a:lnTo>
                    <a:pt x="2198228" y="17732"/>
                  </a:lnTo>
                  <a:lnTo>
                    <a:pt x="2198312" y="17724"/>
                  </a:lnTo>
                  <a:lnTo>
                    <a:pt x="2198993" y="17672"/>
                  </a:lnTo>
                  <a:lnTo>
                    <a:pt x="2199515" y="17647"/>
                  </a:lnTo>
                  <a:lnTo>
                    <a:pt x="2199696" y="17640"/>
                  </a:lnTo>
                  <a:lnTo>
                    <a:pt x="2200032" y="17561"/>
                  </a:lnTo>
                  <a:lnTo>
                    <a:pt x="2200135" y="17553"/>
                  </a:lnTo>
                  <a:lnTo>
                    <a:pt x="2200609" y="17512"/>
                  </a:lnTo>
                  <a:lnTo>
                    <a:pt x="2200944" y="17484"/>
                  </a:lnTo>
                  <a:lnTo>
                    <a:pt x="2201341" y="17472"/>
                  </a:lnTo>
                  <a:lnTo>
                    <a:pt x="2201740" y="17444"/>
                  </a:lnTo>
                  <a:lnTo>
                    <a:pt x="2201797" y="17441"/>
                  </a:lnTo>
                  <a:lnTo>
                    <a:pt x="2201827" y="17437"/>
                  </a:lnTo>
                  <a:lnTo>
                    <a:pt x="2201856" y="17433"/>
                  </a:lnTo>
                  <a:lnTo>
                    <a:pt x="2202435" y="17350"/>
                  </a:lnTo>
                  <a:lnTo>
                    <a:pt x="2203994" y="17433"/>
                  </a:lnTo>
                  <a:lnTo>
                    <a:pt x="2204751" y="17416"/>
                  </a:lnTo>
                  <a:lnTo>
                    <a:pt x="2205210" y="17392"/>
                  </a:lnTo>
                  <a:lnTo>
                    <a:pt x="2205280" y="17382"/>
                  </a:lnTo>
                  <a:lnTo>
                    <a:pt x="2205327" y="17377"/>
                  </a:lnTo>
                  <a:lnTo>
                    <a:pt x="2205370" y="17377"/>
                  </a:lnTo>
                  <a:lnTo>
                    <a:pt x="2205594" y="17401"/>
                  </a:lnTo>
                  <a:lnTo>
                    <a:pt x="2205729" y="17418"/>
                  </a:lnTo>
                  <a:lnTo>
                    <a:pt x="2205818" y="17431"/>
                  </a:lnTo>
                  <a:lnTo>
                    <a:pt x="2205943" y="17453"/>
                  </a:lnTo>
                  <a:lnTo>
                    <a:pt x="2206040" y="17475"/>
                  </a:lnTo>
                  <a:lnTo>
                    <a:pt x="2206086" y="17488"/>
                  </a:lnTo>
                  <a:lnTo>
                    <a:pt x="2206115" y="17497"/>
                  </a:lnTo>
                  <a:lnTo>
                    <a:pt x="2206143" y="17511"/>
                  </a:lnTo>
                  <a:lnTo>
                    <a:pt x="2206178" y="17531"/>
                  </a:lnTo>
                  <a:lnTo>
                    <a:pt x="2206237" y="17560"/>
                  </a:lnTo>
                  <a:lnTo>
                    <a:pt x="2206283" y="17582"/>
                  </a:lnTo>
                  <a:lnTo>
                    <a:pt x="2206353" y="17612"/>
                  </a:lnTo>
                  <a:lnTo>
                    <a:pt x="2206407" y="17631"/>
                  </a:lnTo>
                  <a:lnTo>
                    <a:pt x="2206458" y="17645"/>
                  </a:lnTo>
                  <a:lnTo>
                    <a:pt x="2206499" y="17655"/>
                  </a:lnTo>
                  <a:lnTo>
                    <a:pt x="2206545" y="17660"/>
                  </a:lnTo>
                  <a:lnTo>
                    <a:pt x="2206605" y="17662"/>
                  </a:lnTo>
                  <a:lnTo>
                    <a:pt x="2206670" y="17657"/>
                  </a:lnTo>
                  <a:lnTo>
                    <a:pt x="2206853" y="17635"/>
                  </a:lnTo>
                  <a:lnTo>
                    <a:pt x="2206948" y="17620"/>
                  </a:lnTo>
                  <a:lnTo>
                    <a:pt x="2207005" y="17610"/>
                  </a:lnTo>
                  <a:lnTo>
                    <a:pt x="2207557" y="17701"/>
                  </a:lnTo>
                  <a:lnTo>
                    <a:pt x="2208240" y="17927"/>
                  </a:lnTo>
                  <a:lnTo>
                    <a:pt x="2208447" y="18018"/>
                  </a:lnTo>
                  <a:lnTo>
                    <a:pt x="2208457" y="18042"/>
                  </a:lnTo>
                  <a:lnTo>
                    <a:pt x="2208470" y="18085"/>
                  </a:lnTo>
                  <a:lnTo>
                    <a:pt x="2208479" y="18105"/>
                  </a:lnTo>
                  <a:lnTo>
                    <a:pt x="2208503" y="18144"/>
                  </a:lnTo>
                  <a:lnTo>
                    <a:pt x="2208535" y="18175"/>
                  </a:lnTo>
                  <a:lnTo>
                    <a:pt x="2208565" y="18197"/>
                  </a:lnTo>
                  <a:lnTo>
                    <a:pt x="2208854" y="18317"/>
                  </a:lnTo>
                  <a:lnTo>
                    <a:pt x="2208910" y="18330"/>
                  </a:lnTo>
                  <a:lnTo>
                    <a:pt x="2208964" y="18342"/>
                  </a:lnTo>
                  <a:lnTo>
                    <a:pt x="2209567" y="18457"/>
                  </a:lnTo>
                  <a:lnTo>
                    <a:pt x="2209674" y="18469"/>
                  </a:lnTo>
                  <a:lnTo>
                    <a:pt x="2209703" y="18473"/>
                  </a:lnTo>
                  <a:lnTo>
                    <a:pt x="2211175" y="19365"/>
                  </a:lnTo>
                  <a:lnTo>
                    <a:pt x="2211306" y="19520"/>
                  </a:lnTo>
                  <a:lnTo>
                    <a:pt x="2211441" y="19672"/>
                  </a:lnTo>
                  <a:lnTo>
                    <a:pt x="2211575" y="19750"/>
                  </a:lnTo>
                  <a:lnTo>
                    <a:pt x="2211894" y="19910"/>
                  </a:lnTo>
                  <a:lnTo>
                    <a:pt x="2211929" y="19918"/>
                  </a:lnTo>
                  <a:lnTo>
                    <a:pt x="2211959" y="19929"/>
                  </a:lnTo>
                  <a:lnTo>
                    <a:pt x="2212010" y="19951"/>
                  </a:lnTo>
                  <a:lnTo>
                    <a:pt x="2212051" y="19973"/>
                  </a:lnTo>
                  <a:lnTo>
                    <a:pt x="2212134" y="20020"/>
                  </a:lnTo>
                  <a:lnTo>
                    <a:pt x="2212177" y="20042"/>
                  </a:lnTo>
                  <a:lnTo>
                    <a:pt x="2212231" y="20066"/>
                  </a:lnTo>
                  <a:lnTo>
                    <a:pt x="2212670" y="20235"/>
                  </a:lnTo>
                  <a:lnTo>
                    <a:pt x="2212834" y="20299"/>
                  </a:lnTo>
                  <a:lnTo>
                    <a:pt x="2212980" y="20341"/>
                  </a:lnTo>
                  <a:lnTo>
                    <a:pt x="2213298" y="20405"/>
                  </a:lnTo>
                  <a:lnTo>
                    <a:pt x="2213498" y="20437"/>
                  </a:lnTo>
                  <a:lnTo>
                    <a:pt x="2213635" y="20463"/>
                  </a:lnTo>
                  <a:lnTo>
                    <a:pt x="2213748" y="20500"/>
                  </a:lnTo>
                  <a:lnTo>
                    <a:pt x="2213848" y="20539"/>
                  </a:lnTo>
                  <a:lnTo>
                    <a:pt x="2213861" y="20543"/>
                  </a:lnTo>
                  <a:lnTo>
                    <a:pt x="2213915" y="20554"/>
                  </a:lnTo>
                  <a:lnTo>
                    <a:pt x="2214023" y="20560"/>
                  </a:lnTo>
                  <a:lnTo>
                    <a:pt x="2214431" y="20613"/>
                  </a:lnTo>
                  <a:lnTo>
                    <a:pt x="2214884" y="20790"/>
                  </a:lnTo>
                  <a:lnTo>
                    <a:pt x="2215287" y="20917"/>
                  </a:lnTo>
                  <a:lnTo>
                    <a:pt x="2215626" y="20961"/>
                  </a:lnTo>
                  <a:lnTo>
                    <a:pt x="2215828" y="20934"/>
                  </a:lnTo>
                  <a:lnTo>
                    <a:pt x="2216090" y="20986"/>
                  </a:lnTo>
                  <a:lnTo>
                    <a:pt x="2216611" y="21197"/>
                  </a:lnTo>
                  <a:lnTo>
                    <a:pt x="2217022" y="21407"/>
                  </a:lnTo>
                  <a:lnTo>
                    <a:pt x="2217443" y="21646"/>
                  </a:lnTo>
                  <a:lnTo>
                    <a:pt x="2217647" y="21743"/>
                  </a:lnTo>
                  <a:lnTo>
                    <a:pt x="2217808" y="21811"/>
                  </a:lnTo>
                  <a:lnTo>
                    <a:pt x="2217975" y="21882"/>
                  </a:lnTo>
                  <a:lnTo>
                    <a:pt x="2218061" y="21910"/>
                  </a:lnTo>
                  <a:lnTo>
                    <a:pt x="2218188" y="21929"/>
                  </a:lnTo>
                  <a:lnTo>
                    <a:pt x="2218312" y="21947"/>
                  </a:lnTo>
                  <a:lnTo>
                    <a:pt x="2218535" y="21969"/>
                  </a:lnTo>
                  <a:lnTo>
                    <a:pt x="2218638" y="21991"/>
                  </a:lnTo>
                  <a:lnTo>
                    <a:pt x="2218699" y="22017"/>
                  </a:lnTo>
                  <a:lnTo>
                    <a:pt x="2218896" y="22099"/>
                  </a:lnTo>
                  <a:lnTo>
                    <a:pt x="2219071" y="22137"/>
                  </a:lnTo>
                  <a:lnTo>
                    <a:pt x="2219219" y="22165"/>
                  </a:lnTo>
                  <a:lnTo>
                    <a:pt x="2219310" y="22171"/>
                  </a:lnTo>
                  <a:lnTo>
                    <a:pt x="2219375" y="22186"/>
                  </a:lnTo>
                  <a:lnTo>
                    <a:pt x="2219833" y="22298"/>
                  </a:lnTo>
                  <a:lnTo>
                    <a:pt x="2220032" y="22354"/>
                  </a:lnTo>
                  <a:lnTo>
                    <a:pt x="2220241" y="22444"/>
                  </a:lnTo>
                  <a:lnTo>
                    <a:pt x="2220411" y="22526"/>
                  </a:lnTo>
                  <a:lnTo>
                    <a:pt x="2220545" y="22602"/>
                  </a:lnTo>
                  <a:lnTo>
                    <a:pt x="2220633" y="22669"/>
                  </a:lnTo>
                  <a:lnTo>
                    <a:pt x="2220697" y="22722"/>
                  </a:lnTo>
                  <a:lnTo>
                    <a:pt x="2220710" y="22742"/>
                  </a:lnTo>
                  <a:lnTo>
                    <a:pt x="2220716" y="22752"/>
                  </a:lnTo>
                  <a:lnTo>
                    <a:pt x="2220729" y="22807"/>
                  </a:lnTo>
                  <a:lnTo>
                    <a:pt x="2220734" y="22875"/>
                  </a:lnTo>
                  <a:lnTo>
                    <a:pt x="2220722" y="22951"/>
                  </a:lnTo>
                  <a:lnTo>
                    <a:pt x="2220686" y="23034"/>
                  </a:lnTo>
                  <a:lnTo>
                    <a:pt x="2220629" y="23140"/>
                  </a:lnTo>
                  <a:lnTo>
                    <a:pt x="2220585" y="23212"/>
                  </a:lnTo>
                  <a:lnTo>
                    <a:pt x="2220522" y="23297"/>
                  </a:lnTo>
                  <a:lnTo>
                    <a:pt x="2220505" y="23368"/>
                  </a:lnTo>
                  <a:lnTo>
                    <a:pt x="2220491" y="23466"/>
                  </a:lnTo>
                  <a:lnTo>
                    <a:pt x="2220490" y="23529"/>
                  </a:lnTo>
                  <a:lnTo>
                    <a:pt x="2220519" y="23877"/>
                  </a:lnTo>
                  <a:lnTo>
                    <a:pt x="2220527" y="23909"/>
                  </a:lnTo>
                  <a:lnTo>
                    <a:pt x="2220579" y="24084"/>
                  </a:lnTo>
                  <a:lnTo>
                    <a:pt x="2220603" y="24143"/>
                  </a:lnTo>
                  <a:lnTo>
                    <a:pt x="2220748" y="24492"/>
                  </a:lnTo>
                  <a:lnTo>
                    <a:pt x="2220969" y="24764"/>
                  </a:lnTo>
                  <a:lnTo>
                    <a:pt x="2221001" y="24799"/>
                  </a:lnTo>
                  <a:lnTo>
                    <a:pt x="2221049" y="24823"/>
                  </a:lnTo>
                  <a:lnTo>
                    <a:pt x="2221138" y="24848"/>
                  </a:lnTo>
                  <a:lnTo>
                    <a:pt x="2221151" y="24852"/>
                  </a:lnTo>
                  <a:lnTo>
                    <a:pt x="2221334" y="24876"/>
                  </a:lnTo>
                  <a:lnTo>
                    <a:pt x="2221364" y="24878"/>
                  </a:lnTo>
                  <a:lnTo>
                    <a:pt x="2221425" y="24880"/>
                  </a:lnTo>
                  <a:lnTo>
                    <a:pt x="2221485" y="24873"/>
                  </a:lnTo>
                  <a:lnTo>
                    <a:pt x="2221509" y="24865"/>
                  </a:lnTo>
                  <a:lnTo>
                    <a:pt x="2221541" y="24855"/>
                  </a:lnTo>
                  <a:lnTo>
                    <a:pt x="2221645" y="24817"/>
                  </a:lnTo>
                  <a:lnTo>
                    <a:pt x="2221861" y="24718"/>
                  </a:lnTo>
                  <a:lnTo>
                    <a:pt x="2222365" y="24469"/>
                  </a:lnTo>
                  <a:lnTo>
                    <a:pt x="2222581" y="24341"/>
                  </a:lnTo>
                  <a:lnTo>
                    <a:pt x="2222772" y="24210"/>
                  </a:lnTo>
                  <a:lnTo>
                    <a:pt x="2222837" y="24162"/>
                  </a:lnTo>
                  <a:lnTo>
                    <a:pt x="2222910" y="24100"/>
                  </a:lnTo>
                  <a:lnTo>
                    <a:pt x="2222956" y="24054"/>
                  </a:lnTo>
                  <a:lnTo>
                    <a:pt x="2222965" y="24045"/>
                  </a:lnTo>
                  <a:lnTo>
                    <a:pt x="2223019" y="23984"/>
                  </a:lnTo>
                  <a:lnTo>
                    <a:pt x="2223089" y="23902"/>
                  </a:lnTo>
                  <a:lnTo>
                    <a:pt x="2223160" y="23821"/>
                  </a:lnTo>
                  <a:lnTo>
                    <a:pt x="2223247" y="23743"/>
                  </a:lnTo>
                  <a:lnTo>
                    <a:pt x="2223362" y="23656"/>
                  </a:lnTo>
                  <a:lnTo>
                    <a:pt x="2223420" y="23627"/>
                  </a:lnTo>
                  <a:lnTo>
                    <a:pt x="2223596" y="23542"/>
                  </a:lnTo>
                  <a:lnTo>
                    <a:pt x="2223701" y="23506"/>
                  </a:lnTo>
                  <a:lnTo>
                    <a:pt x="2224359" y="23314"/>
                  </a:lnTo>
                  <a:lnTo>
                    <a:pt x="2224444" y="23293"/>
                  </a:lnTo>
                  <a:lnTo>
                    <a:pt x="2224517" y="23282"/>
                  </a:lnTo>
                  <a:lnTo>
                    <a:pt x="2224923" y="23239"/>
                  </a:lnTo>
                  <a:lnTo>
                    <a:pt x="2225093" y="23224"/>
                  </a:lnTo>
                  <a:lnTo>
                    <a:pt x="2225289" y="23212"/>
                  </a:lnTo>
                  <a:lnTo>
                    <a:pt x="2225351" y="23223"/>
                  </a:lnTo>
                  <a:lnTo>
                    <a:pt x="2225443" y="23259"/>
                  </a:lnTo>
                  <a:lnTo>
                    <a:pt x="2225597" y="23348"/>
                  </a:lnTo>
                  <a:lnTo>
                    <a:pt x="2225846" y="23535"/>
                  </a:lnTo>
                  <a:lnTo>
                    <a:pt x="2225924" y="23638"/>
                  </a:lnTo>
                  <a:lnTo>
                    <a:pt x="2225973" y="23691"/>
                  </a:lnTo>
                  <a:lnTo>
                    <a:pt x="2226092" y="23795"/>
                  </a:lnTo>
                  <a:lnTo>
                    <a:pt x="2226199" y="23888"/>
                  </a:lnTo>
                  <a:lnTo>
                    <a:pt x="2226213" y="23907"/>
                  </a:lnTo>
                  <a:lnTo>
                    <a:pt x="2226237" y="23940"/>
                  </a:lnTo>
                  <a:lnTo>
                    <a:pt x="2226361" y="24121"/>
                  </a:lnTo>
                  <a:lnTo>
                    <a:pt x="2226388" y="24165"/>
                  </a:lnTo>
                  <a:lnTo>
                    <a:pt x="2226421" y="24235"/>
                  </a:lnTo>
                  <a:lnTo>
                    <a:pt x="2226564" y="24577"/>
                  </a:lnTo>
                  <a:lnTo>
                    <a:pt x="2226578" y="24628"/>
                  </a:lnTo>
                  <a:lnTo>
                    <a:pt x="2226573" y="24694"/>
                  </a:lnTo>
                  <a:lnTo>
                    <a:pt x="2226522" y="24924"/>
                  </a:lnTo>
                  <a:lnTo>
                    <a:pt x="2226490" y="25065"/>
                  </a:lnTo>
                  <a:lnTo>
                    <a:pt x="2226487" y="25119"/>
                  </a:lnTo>
                  <a:lnTo>
                    <a:pt x="2226487" y="25126"/>
                  </a:lnTo>
                  <a:lnTo>
                    <a:pt x="2226493" y="25166"/>
                  </a:lnTo>
                  <a:lnTo>
                    <a:pt x="2226498" y="25205"/>
                  </a:lnTo>
                  <a:lnTo>
                    <a:pt x="2226514" y="25280"/>
                  </a:lnTo>
                  <a:lnTo>
                    <a:pt x="2226533" y="25333"/>
                  </a:lnTo>
                  <a:lnTo>
                    <a:pt x="2226574" y="25401"/>
                  </a:lnTo>
                  <a:lnTo>
                    <a:pt x="2226638" y="25491"/>
                  </a:lnTo>
                  <a:lnTo>
                    <a:pt x="2226746" y="25611"/>
                  </a:lnTo>
                  <a:lnTo>
                    <a:pt x="2226800" y="25642"/>
                  </a:lnTo>
                  <a:lnTo>
                    <a:pt x="2226881" y="25679"/>
                  </a:lnTo>
                  <a:lnTo>
                    <a:pt x="2226980" y="25716"/>
                  </a:lnTo>
                  <a:lnTo>
                    <a:pt x="2227080" y="25747"/>
                  </a:lnTo>
                  <a:lnTo>
                    <a:pt x="2227194" y="25788"/>
                  </a:lnTo>
                  <a:lnTo>
                    <a:pt x="2227274" y="25825"/>
                  </a:lnTo>
                  <a:lnTo>
                    <a:pt x="2227360" y="25894"/>
                  </a:lnTo>
                  <a:lnTo>
                    <a:pt x="2227447" y="25981"/>
                  </a:lnTo>
                  <a:lnTo>
                    <a:pt x="2227784" y="26340"/>
                  </a:lnTo>
                  <a:lnTo>
                    <a:pt x="2228032" y="26681"/>
                  </a:lnTo>
                  <a:lnTo>
                    <a:pt x="2228304" y="26929"/>
                  </a:lnTo>
                  <a:lnTo>
                    <a:pt x="2228439" y="27043"/>
                  </a:lnTo>
                  <a:lnTo>
                    <a:pt x="2228784" y="27191"/>
                  </a:lnTo>
                  <a:lnTo>
                    <a:pt x="2228853" y="27217"/>
                  </a:lnTo>
                  <a:lnTo>
                    <a:pt x="2228926" y="27228"/>
                  </a:lnTo>
                  <a:lnTo>
                    <a:pt x="2229082" y="27245"/>
                  </a:lnTo>
                  <a:lnTo>
                    <a:pt x="2229319" y="27258"/>
                  </a:lnTo>
                  <a:lnTo>
                    <a:pt x="2229409" y="27260"/>
                  </a:lnTo>
                  <a:lnTo>
                    <a:pt x="2230019" y="27349"/>
                  </a:lnTo>
                  <a:lnTo>
                    <a:pt x="2230438" y="27461"/>
                  </a:lnTo>
                  <a:lnTo>
                    <a:pt x="2230470" y="27469"/>
                  </a:lnTo>
                  <a:lnTo>
                    <a:pt x="2230502" y="27476"/>
                  </a:lnTo>
                  <a:lnTo>
                    <a:pt x="2230577" y="27491"/>
                  </a:lnTo>
                  <a:lnTo>
                    <a:pt x="2230617" y="27500"/>
                  </a:lnTo>
                  <a:lnTo>
                    <a:pt x="2230671" y="27533"/>
                  </a:lnTo>
                  <a:lnTo>
                    <a:pt x="2230864" y="27663"/>
                  </a:lnTo>
                  <a:lnTo>
                    <a:pt x="2230942" y="27715"/>
                  </a:lnTo>
                  <a:lnTo>
                    <a:pt x="2231003" y="27764"/>
                  </a:lnTo>
                  <a:lnTo>
                    <a:pt x="2231068" y="27840"/>
                  </a:lnTo>
                  <a:lnTo>
                    <a:pt x="2231127" y="27914"/>
                  </a:lnTo>
                  <a:lnTo>
                    <a:pt x="2231156" y="27972"/>
                  </a:lnTo>
                  <a:lnTo>
                    <a:pt x="2231167" y="28008"/>
                  </a:lnTo>
                  <a:lnTo>
                    <a:pt x="2231166" y="28042"/>
                  </a:lnTo>
                  <a:lnTo>
                    <a:pt x="2231158" y="28077"/>
                  </a:lnTo>
                  <a:lnTo>
                    <a:pt x="2231136" y="28137"/>
                  </a:lnTo>
                  <a:lnTo>
                    <a:pt x="2231120" y="28178"/>
                  </a:lnTo>
                  <a:lnTo>
                    <a:pt x="2231096" y="28220"/>
                  </a:lnTo>
                  <a:lnTo>
                    <a:pt x="2231028" y="28283"/>
                  </a:lnTo>
                  <a:lnTo>
                    <a:pt x="2230931" y="28349"/>
                  </a:lnTo>
                  <a:lnTo>
                    <a:pt x="2230869" y="28382"/>
                  </a:lnTo>
                  <a:lnTo>
                    <a:pt x="2230812" y="28401"/>
                  </a:lnTo>
                  <a:lnTo>
                    <a:pt x="2230758" y="28411"/>
                  </a:lnTo>
                  <a:lnTo>
                    <a:pt x="2230629" y="28424"/>
                  </a:lnTo>
                  <a:lnTo>
                    <a:pt x="2230570" y="28439"/>
                  </a:lnTo>
                  <a:lnTo>
                    <a:pt x="2230516" y="28463"/>
                  </a:lnTo>
                  <a:lnTo>
                    <a:pt x="2230467" y="28494"/>
                  </a:lnTo>
                  <a:lnTo>
                    <a:pt x="2230424" y="28536"/>
                  </a:lnTo>
                  <a:lnTo>
                    <a:pt x="2230378" y="28591"/>
                  </a:lnTo>
                  <a:lnTo>
                    <a:pt x="2230351" y="28656"/>
                  </a:lnTo>
                  <a:lnTo>
                    <a:pt x="2230326" y="28720"/>
                  </a:lnTo>
                  <a:lnTo>
                    <a:pt x="2230283" y="28868"/>
                  </a:lnTo>
                  <a:lnTo>
                    <a:pt x="2230271" y="28984"/>
                  </a:lnTo>
                  <a:lnTo>
                    <a:pt x="2230276" y="29102"/>
                  </a:lnTo>
                  <a:lnTo>
                    <a:pt x="2230279" y="29144"/>
                  </a:lnTo>
                  <a:lnTo>
                    <a:pt x="2230321" y="29349"/>
                  </a:lnTo>
                  <a:lnTo>
                    <a:pt x="2230340" y="29401"/>
                  </a:lnTo>
                  <a:lnTo>
                    <a:pt x="2230377" y="29451"/>
                  </a:lnTo>
                  <a:lnTo>
                    <a:pt x="2230443" y="29547"/>
                  </a:lnTo>
                  <a:lnTo>
                    <a:pt x="2230457" y="29574"/>
                  </a:lnTo>
                  <a:lnTo>
                    <a:pt x="2230488" y="29698"/>
                  </a:lnTo>
                  <a:lnTo>
                    <a:pt x="2230517" y="29892"/>
                  </a:lnTo>
                  <a:lnTo>
                    <a:pt x="2230519" y="29930"/>
                  </a:lnTo>
                  <a:lnTo>
                    <a:pt x="2230520" y="29973"/>
                  </a:lnTo>
                  <a:lnTo>
                    <a:pt x="2230511" y="30009"/>
                  </a:lnTo>
                  <a:lnTo>
                    <a:pt x="2230495" y="30060"/>
                  </a:lnTo>
                  <a:lnTo>
                    <a:pt x="2230471" y="30096"/>
                  </a:lnTo>
                  <a:lnTo>
                    <a:pt x="2230443" y="30122"/>
                  </a:lnTo>
                  <a:lnTo>
                    <a:pt x="2230360" y="30190"/>
                  </a:lnTo>
                  <a:lnTo>
                    <a:pt x="2230308" y="30229"/>
                  </a:lnTo>
                  <a:lnTo>
                    <a:pt x="2230139" y="30324"/>
                  </a:lnTo>
                  <a:lnTo>
                    <a:pt x="2230015" y="30389"/>
                  </a:lnTo>
                  <a:lnTo>
                    <a:pt x="2229891" y="30444"/>
                  </a:lnTo>
                  <a:lnTo>
                    <a:pt x="2229824" y="30471"/>
                  </a:lnTo>
                  <a:lnTo>
                    <a:pt x="2229762" y="30490"/>
                  </a:lnTo>
                  <a:lnTo>
                    <a:pt x="2229030" y="30675"/>
                  </a:lnTo>
                  <a:lnTo>
                    <a:pt x="2228992" y="30684"/>
                  </a:lnTo>
                  <a:lnTo>
                    <a:pt x="2228941" y="30686"/>
                  </a:lnTo>
                  <a:lnTo>
                    <a:pt x="2228754" y="30680"/>
                  </a:lnTo>
                  <a:lnTo>
                    <a:pt x="2228616" y="30684"/>
                  </a:lnTo>
                  <a:lnTo>
                    <a:pt x="2228542" y="30693"/>
                  </a:lnTo>
                  <a:lnTo>
                    <a:pt x="2228477" y="30707"/>
                  </a:lnTo>
                  <a:lnTo>
                    <a:pt x="2228366" y="30746"/>
                  </a:lnTo>
                  <a:lnTo>
                    <a:pt x="2227898" y="30947"/>
                  </a:lnTo>
                  <a:lnTo>
                    <a:pt x="2227823" y="30987"/>
                  </a:lnTo>
                  <a:lnTo>
                    <a:pt x="2227740" y="31035"/>
                  </a:lnTo>
                  <a:lnTo>
                    <a:pt x="2227683" y="31070"/>
                  </a:lnTo>
                  <a:lnTo>
                    <a:pt x="2227648" y="31099"/>
                  </a:lnTo>
                  <a:lnTo>
                    <a:pt x="2227508" y="31217"/>
                  </a:lnTo>
                  <a:lnTo>
                    <a:pt x="2227467" y="31260"/>
                  </a:lnTo>
                  <a:lnTo>
                    <a:pt x="2227408" y="31352"/>
                  </a:lnTo>
                  <a:lnTo>
                    <a:pt x="2227389" y="31409"/>
                  </a:lnTo>
                  <a:lnTo>
                    <a:pt x="2227378" y="31483"/>
                  </a:lnTo>
                  <a:lnTo>
                    <a:pt x="2227375" y="31533"/>
                  </a:lnTo>
                  <a:lnTo>
                    <a:pt x="2227380" y="31586"/>
                  </a:lnTo>
                  <a:lnTo>
                    <a:pt x="2227399" y="31654"/>
                  </a:lnTo>
                  <a:lnTo>
                    <a:pt x="2227418" y="31704"/>
                  </a:lnTo>
                  <a:lnTo>
                    <a:pt x="2227431" y="31765"/>
                  </a:lnTo>
                  <a:lnTo>
                    <a:pt x="2227434" y="31789"/>
                  </a:lnTo>
                  <a:lnTo>
                    <a:pt x="2227459" y="32230"/>
                  </a:lnTo>
                  <a:lnTo>
                    <a:pt x="2227467" y="32278"/>
                  </a:lnTo>
                  <a:lnTo>
                    <a:pt x="2227526" y="33066"/>
                  </a:lnTo>
                  <a:lnTo>
                    <a:pt x="2227517" y="33143"/>
                  </a:lnTo>
                  <a:lnTo>
                    <a:pt x="2227504" y="33196"/>
                  </a:lnTo>
                  <a:lnTo>
                    <a:pt x="2227482" y="33242"/>
                  </a:lnTo>
                  <a:lnTo>
                    <a:pt x="2227450" y="33290"/>
                  </a:lnTo>
                  <a:lnTo>
                    <a:pt x="2227426" y="33329"/>
                  </a:lnTo>
                  <a:lnTo>
                    <a:pt x="2227418" y="33359"/>
                  </a:lnTo>
                  <a:lnTo>
                    <a:pt x="2227412" y="33383"/>
                  </a:lnTo>
                  <a:lnTo>
                    <a:pt x="2227420" y="33427"/>
                  </a:lnTo>
                  <a:lnTo>
                    <a:pt x="2227458" y="33510"/>
                  </a:lnTo>
                  <a:lnTo>
                    <a:pt x="2227495" y="33565"/>
                  </a:lnTo>
                  <a:lnTo>
                    <a:pt x="2227551" y="33639"/>
                  </a:lnTo>
                  <a:lnTo>
                    <a:pt x="2227618" y="33722"/>
                  </a:lnTo>
                  <a:lnTo>
                    <a:pt x="2227714" y="33803"/>
                  </a:lnTo>
                  <a:lnTo>
                    <a:pt x="2227791" y="33861"/>
                  </a:lnTo>
                  <a:lnTo>
                    <a:pt x="2227912" y="33931"/>
                  </a:lnTo>
                  <a:lnTo>
                    <a:pt x="2228030" y="33979"/>
                  </a:lnTo>
                  <a:lnTo>
                    <a:pt x="2228094" y="34001"/>
                  </a:lnTo>
                  <a:lnTo>
                    <a:pt x="2228145" y="34010"/>
                  </a:lnTo>
                  <a:lnTo>
                    <a:pt x="2228201" y="34012"/>
                  </a:lnTo>
                  <a:lnTo>
                    <a:pt x="2228266" y="34007"/>
                  </a:lnTo>
                  <a:lnTo>
                    <a:pt x="2228328" y="33992"/>
                  </a:lnTo>
                  <a:lnTo>
                    <a:pt x="2228371" y="33972"/>
                  </a:lnTo>
                  <a:lnTo>
                    <a:pt x="2228459" y="33920"/>
                  </a:lnTo>
                  <a:lnTo>
                    <a:pt x="2228521" y="33887"/>
                  </a:lnTo>
                  <a:lnTo>
                    <a:pt x="2228873" y="33723"/>
                  </a:lnTo>
                  <a:lnTo>
                    <a:pt x="2228967" y="33694"/>
                  </a:lnTo>
                  <a:lnTo>
                    <a:pt x="2229035" y="33676"/>
                  </a:lnTo>
                  <a:lnTo>
                    <a:pt x="2229193" y="33613"/>
                  </a:lnTo>
                  <a:lnTo>
                    <a:pt x="2229263" y="33576"/>
                  </a:lnTo>
                  <a:lnTo>
                    <a:pt x="2229290" y="33556"/>
                  </a:lnTo>
                  <a:lnTo>
                    <a:pt x="2229330" y="33510"/>
                  </a:lnTo>
                  <a:lnTo>
                    <a:pt x="2229355" y="33461"/>
                  </a:lnTo>
                  <a:lnTo>
                    <a:pt x="2229376" y="33422"/>
                  </a:lnTo>
                  <a:lnTo>
                    <a:pt x="2229414" y="33357"/>
                  </a:lnTo>
                  <a:lnTo>
                    <a:pt x="2229452" y="33315"/>
                  </a:lnTo>
                  <a:lnTo>
                    <a:pt x="2229597" y="33182"/>
                  </a:lnTo>
                  <a:lnTo>
                    <a:pt x="2229630" y="33156"/>
                  </a:lnTo>
                  <a:lnTo>
                    <a:pt x="2229683" y="33129"/>
                  </a:lnTo>
                  <a:lnTo>
                    <a:pt x="2229738" y="33108"/>
                  </a:lnTo>
                  <a:lnTo>
                    <a:pt x="2230180" y="33045"/>
                  </a:lnTo>
                  <a:lnTo>
                    <a:pt x="2230495" y="33034"/>
                  </a:lnTo>
                  <a:lnTo>
                    <a:pt x="2230973" y="33032"/>
                  </a:lnTo>
                  <a:lnTo>
                    <a:pt x="2231144" y="33012"/>
                  </a:lnTo>
                  <a:lnTo>
                    <a:pt x="2231302" y="32947"/>
                  </a:lnTo>
                  <a:lnTo>
                    <a:pt x="2231359" y="32915"/>
                  </a:lnTo>
                  <a:lnTo>
                    <a:pt x="2231449" y="32864"/>
                  </a:lnTo>
                  <a:lnTo>
                    <a:pt x="2231469" y="32853"/>
                  </a:lnTo>
                  <a:lnTo>
                    <a:pt x="2231744" y="32636"/>
                  </a:lnTo>
                  <a:lnTo>
                    <a:pt x="2231812" y="32553"/>
                  </a:lnTo>
                  <a:lnTo>
                    <a:pt x="2231841" y="32492"/>
                  </a:lnTo>
                  <a:lnTo>
                    <a:pt x="2231855" y="32444"/>
                  </a:lnTo>
                  <a:lnTo>
                    <a:pt x="2231880" y="32404"/>
                  </a:lnTo>
                  <a:lnTo>
                    <a:pt x="2231915" y="32356"/>
                  </a:lnTo>
                  <a:lnTo>
                    <a:pt x="2231936" y="32327"/>
                  </a:lnTo>
                  <a:lnTo>
                    <a:pt x="2231969" y="32291"/>
                  </a:lnTo>
                  <a:lnTo>
                    <a:pt x="2232008" y="32268"/>
                  </a:lnTo>
                  <a:lnTo>
                    <a:pt x="2232015" y="32264"/>
                  </a:lnTo>
                  <a:lnTo>
                    <a:pt x="2232076" y="32238"/>
                  </a:lnTo>
                  <a:lnTo>
                    <a:pt x="2232170" y="32214"/>
                  </a:lnTo>
                  <a:lnTo>
                    <a:pt x="2232251" y="32198"/>
                  </a:lnTo>
                  <a:lnTo>
                    <a:pt x="2232334" y="32191"/>
                  </a:lnTo>
                  <a:lnTo>
                    <a:pt x="2232423" y="32189"/>
                  </a:lnTo>
                  <a:lnTo>
                    <a:pt x="2232469" y="32191"/>
                  </a:lnTo>
                  <a:lnTo>
                    <a:pt x="2232560" y="32201"/>
                  </a:lnTo>
                  <a:lnTo>
                    <a:pt x="2232686" y="32228"/>
                  </a:lnTo>
                  <a:lnTo>
                    <a:pt x="2232941" y="32273"/>
                  </a:lnTo>
                  <a:lnTo>
                    <a:pt x="2233246" y="32325"/>
                  </a:lnTo>
                  <a:lnTo>
                    <a:pt x="2233343" y="32339"/>
                  </a:lnTo>
                  <a:lnTo>
                    <a:pt x="2233429" y="32348"/>
                  </a:lnTo>
                  <a:lnTo>
                    <a:pt x="2233434" y="32348"/>
                  </a:lnTo>
                  <a:lnTo>
                    <a:pt x="2233512" y="32350"/>
                  </a:lnTo>
                  <a:lnTo>
                    <a:pt x="2233576" y="32350"/>
                  </a:lnTo>
                  <a:lnTo>
                    <a:pt x="2233612" y="32346"/>
                  </a:lnTo>
                  <a:lnTo>
                    <a:pt x="2233687" y="32335"/>
                  </a:lnTo>
                  <a:lnTo>
                    <a:pt x="2233783" y="32313"/>
                  </a:lnTo>
                  <a:lnTo>
                    <a:pt x="2233851" y="32295"/>
                  </a:lnTo>
                  <a:lnTo>
                    <a:pt x="2233876" y="32288"/>
                  </a:lnTo>
                  <a:lnTo>
                    <a:pt x="2233987" y="32262"/>
                  </a:lnTo>
                  <a:lnTo>
                    <a:pt x="2234035" y="32256"/>
                  </a:lnTo>
                  <a:lnTo>
                    <a:pt x="2234419" y="32222"/>
                  </a:lnTo>
                  <a:lnTo>
                    <a:pt x="2234507" y="32215"/>
                  </a:lnTo>
                  <a:lnTo>
                    <a:pt x="2234634" y="32215"/>
                  </a:lnTo>
                  <a:lnTo>
                    <a:pt x="2234700" y="32224"/>
                  </a:lnTo>
                  <a:lnTo>
                    <a:pt x="2234845" y="32246"/>
                  </a:lnTo>
                  <a:lnTo>
                    <a:pt x="2235003" y="32287"/>
                  </a:lnTo>
                  <a:lnTo>
                    <a:pt x="2235207" y="32367"/>
                  </a:lnTo>
                  <a:lnTo>
                    <a:pt x="2235419" y="32459"/>
                  </a:lnTo>
                  <a:lnTo>
                    <a:pt x="2235541" y="32523"/>
                  </a:lnTo>
                  <a:lnTo>
                    <a:pt x="2235621" y="32574"/>
                  </a:lnTo>
                  <a:lnTo>
                    <a:pt x="2235659" y="32615"/>
                  </a:lnTo>
                  <a:lnTo>
                    <a:pt x="2235686" y="32661"/>
                  </a:lnTo>
                  <a:lnTo>
                    <a:pt x="2235691" y="32680"/>
                  </a:lnTo>
                  <a:lnTo>
                    <a:pt x="2235686" y="32727"/>
                  </a:lnTo>
                  <a:lnTo>
                    <a:pt x="2235656" y="32803"/>
                  </a:lnTo>
                  <a:lnTo>
                    <a:pt x="2235569" y="32967"/>
                  </a:lnTo>
                  <a:lnTo>
                    <a:pt x="2235521" y="33046"/>
                  </a:lnTo>
                  <a:lnTo>
                    <a:pt x="2235480" y="33144"/>
                  </a:lnTo>
                  <a:lnTo>
                    <a:pt x="2235475" y="33181"/>
                  </a:lnTo>
                  <a:lnTo>
                    <a:pt x="2235469" y="33230"/>
                  </a:lnTo>
                  <a:lnTo>
                    <a:pt x="2235471" y="33406"/>
                  </a:lnTo>
                  <a:lnTo>
                    <a:pt x="2235478" y="33514"/>
                  </a:lnTo>
                  <a:lnTo>
                    <a:pt x="2235489" y="33603"/>
                  </a:lnTo>
                  <a:lnTo>
                    <a:pt x="2235502" y="33655"/>
                  </a:lnTo>
                  <a:lnTo>
                    <a:pt x="2235526" y="33699"/>
                  </a:lnTo>
                  <a:lnTo>
                    <a:pt x="2235595" y="33775"/>
                  </a:lnTo>
                  <a:lnTo>
                    <a:pt x="2235708" y="33882"/>
                  </a:lnTo>
                  <a:lnTo>
                    <a:pt x="2235833" y="33984"/>
                  </a:lnTo>
                  <a:lnTo>
                    <a:pt x="2235991" y="34132"/>
                  </a:lnTo>
                  <a:lnTo>
                    <a:pt x="2236254" y="34442"/>
                  </a:lnTo>
                  <a:lnTo>
                    <a:pt x="2236321" y="34523"/>
                  </a:lnTo>
                  <a:lnTo>
                    <a:pt x="2236353" y="34561"/>
                  </a:lnTo>
                  <a:lnTo>
                    <a:pt x="2236369" y="34580"/>
                  </a:lnTo>
                  <a:lnTo>
                    <a:pt x="2236399" y="34606"/>
                  </a:lnTo>
                  <a:lnTo>
                    <a:pt x="2236471" y="34656"/>
                  </a:lnTo>
                  <a:lnTo>
                    <a:pt x="2236546" y="34706"/>
                  </a:lnTo>
                  <a:lnTo>
                    <a:pt x="2236816" y="34874"/>
                  </a:lnTo>
                  <a:lnTo>
                    <a:pt x="2237134" y="35074"/>
                  </a:lnTo>
                  <a:lnTo>
                    <a:pt x="2237179" y="35103"/>
                  </a:lnTo>
                  <a:lnTo>
                    <a:pt x="2237227" y="35144"/>
                  </a:lnTo>
                  <a:lnTo>
                    <a:pt x="2237249" y="35166"/>
                  </a:lnTo>
                  <a:lnTo>
                    <a:pt x="2237275" y="35192"/>
                  </a:lnTo>
                  <a:lnTo>
                    <a:pt x="2237310" y="35240"/>
                  </a:lnTo>
                  <a:lnTo>
                    <a:pt x="2237362" y="35307"/>
                  </a:lnTo>
                  <a:lnTo>
                    <a:pt x="2237384" y="35323"/>
                  </a:lnTo>
                  <a:lnTo>
                    <a:pt x="2237453" y="35366"/>
                  </a:lnTo>
                  <a:lnTo>
                    <a:pt x="2237590" y="35438"/>
                  </a:lnTo>
                  <a:lnTo>
                    <a:pt x="2237670" y="35481"/>
                  </a:lnTo>
                  <a:lnTo>
                    <a:pt x="2237732" y="35523"/>
                  </a:lnTo>
                  <a:lnTo>
                    <a:pt x="2237772" y="35555"/>
                  </a:lnTo>
                  <a:lnTo>
                    <a:pt x="2237836" y="35619"/>
                  </a:lnTo>
                  <a:lnTo>
                    <a:pt x="2237882" y="35664"/>
                  </a:lnTo>
                  <a:lnTo>
                    <a:pt x="2238005" y="35749"/>
                  </a:lnTo>
                  <a:lnTo>
                    <a:pt x="2238088" y="35793"/>
                  </a:lnTo>
                  <a:lnTo>
                    <a:pt x="2238152" y="35826"/>
                  </a:lnTo>
                  <a:lnTo>
                    <a:pt x="2238192" y="35854"/>
                  </a:lnTo>
                  <a:lnTo>
                    <a:pt x="2238245" y="35906"/>
                  </a:lnTo>
                  <a:lnTo>
                    <a:pt x="2238505" y="36179"/>
                  </a:lnTo>
                  <a:lnTo>
                    <a:pt x="2238532" y="36209"/>
                  </a:lnTo>
                  <a:lnTo>
                    <a:pt x="2238558" y="36253"/>
                  </a:lnTo>
                  <a:lnTo>
                    <a:pt x="2238582" y="36297"/>
                  </a:lnTo>
                  <a:lnTo>
                    <a:pt x="2238694" y="36531"/>
                  </a:lnTo>
                  <a:lnTo>
                    <a:pt x="2238772" y="36725"/>
                  </a:lnTo>
                  <a:lnTo>
                    <a:pt x="2238782" y="36784"/>
                  </a:lnTo>
                  <a:lnTo>
                    <a:pt x="2238798" y="36919"/>
                  </a:lnTo>
                  <a:lnTo>
                    <a:pt x="2238803" y="36987"/>
                  </a:lnTo>
                  <a:lnTo>
                    <a:pt x="2238813" y="37050"/>
                  </a:lnTo>
                  <a:lnTo>
                    <a:pt x="2238837" y="37118"/>
                  </a:lnTo>
                  <a:lnTo>
                    <a:pt x="2238872" y="37184"/>
                  </a:lnTo>
                  <a:lnTo>
                    <a:pt x="2238893" y="37216"/>
                  </a:lnTo>
                  <a:lnTo>
                    <a:pt x="2238960" y="37271"/>
                  </a:lnTo>
                  <a:lnTo>
                    <a:pt x="2239011" y="37319"/>
                  </a:lnTo>
                  <a:lnTo>
                    <a:pt x="2239040" y="37356"/>
                  </a:lnTo>
                  <a:lnTo>
                    <a:pt x="2239064" y="37412"/>
                  </a:lnTo>
                  <a:lnTo>
                    <a:pt x="2239085" y="37491"/>
                  </a:lnTo>
                  <a:lnTo>
                    <a:pt x="2239091" y="37540"/>
                  </a:lnTo>
                  <a:lnTo>
                    <a:pt x="2239095" y="37601"/>
                  </a:lnTo>
                  <a:lnTo>
                    <a:pt x="2239145" y="37656"/>
                  </a:lnTo>
                  <a:lnTo>
                    <a:pt x="2239222" y="37715"/>
                  </a:lnTo>
                  <a:lnTo>
                    <a:pt x="2239420" y="37826"/>
                  </a:lnTo>
                  <a:lnTo>
                    <a:pt x="2239673" y="37910"/>
                  </a:lnTo>
                  <a:lnTo>
                    <a:pt x="2239719" y="37918"/>
                  </a:lnTo>
                  <a:lnTo>
                    <a:pt x="2239775" y="37938"/>
                  </a:lnTo>
                  <a:lnTo>
                    <a:pt x="2239844" y="37975"/>
                  </a:lnTo>
                  <a:lnTo>
                    <a:pt x="2239890" y="38010"/>
                  </a:lnTo>
                  <a:lnTo>
                    <a:pt x="2239911" y="38036"/>
                  </a:lnTo>
                  <a:lnTo>
                    <a:pt x="2239937" y="38124"/>
                  </a:lnTo>
                  <a:lnTo>
                    <a:pt x="2239946" y="38165"/>
                  </a:lnTo>
                  <a:lnTo>
                    <a:pt x="2239959" y="38220"/>
                  </a:lnTo>
                  <a:lnTo>
                    <a:pt x="2239980" y="38265"/>
                  </a:lnTo>
                  <a:lnTo>
                    <a:pt x="2240001" y="38305"/>
                  </a:lnTo>
                  <a:lnTo>
                    <a:pt x="2240078" y="38438"/>
                  </a:lnTo>
                  <a:lnTo>
                    <a:pt x="2240100" y="38469"/>
                  </a:lnTo>
                  <a:lnTo>
                    <a:pt x="2240396" y="38804"/>
                  </a:lnTo>
                  <a:lnTo>
                    <a:pt x="2240441" y="38842"/>
                  </a:lnTo>
                  <a:lnTo>
                    <a:pt x="2240516" y="38885"/>
                  </a:lnTo>
                  <a:lnTo>
                    <a:pt x="2240625" y="38929"/>
                  </a:lnTo>
                  <a:lnTo>
                    <a:pt x="2240716" y="38957"/>
                  </a:lnTo>
                  <a:lnTo>
                    <a:pt x="2240799" y="38978"/>
                  </a:lnTo>
                  <a:lnTo>
                    <a:pt x="2240898" y="38992"/>
                  </a:lnTo>
                  <a:lnTo>
                    <a:pt x="2240984" y="39000"/>
                  </a:lnTo>
                  <a:lnTo>
                    <a:pt x="2241056" y="39004"/>
                  </a:lnTo>
                  <a:lnTo>
                    <a:pt x="2241142" y="39002"/>
                  </a:lnTo>
                  <a:lnTo>
                    <a:pt x="2241193" y="38995"/>
                  </a:lnTo>
                  <a:lnTo>
                    <a:pt x="2241249" y="38978"/>
                  </a:lnTo>
                  <a:lnTo>
                    <a:pt x="2241335" y="38942"/>
                  </a:lnTo>
                  <a:lnTo>
                    <a:pt x="2241416" y="38903"/>
                  </a:lnTo>
                  <a:lnTo>
                    <a:pt x="2241474" y="38864"/>
                  </a:lnTo>
                  <a:lnTo>
                    <a:pt x="2241558" y="38784"/>
                  </a:lnTo>
                  <a:lnTo>
                    <a:pt x="2241614" y="38714"/>
                  </a:lnTo>
                  <a:lnTo>
                    <a:pt x="2241652" y="38642"/>
                  </a:lnTo>
                  <a:lnTo>
                    <a:pt x="2241687" y="38589"/>
                  </a:lnTo>
                  <a:lnTo>
                    <a:pt x="2241771" y="38484"/>
                  </a:lnTo>
                  <a:lnTo>
                    <a:pt x="2241867" y="38379"/>
                  </a:lnTo>
                  <a:lnTo>
                    <a:pt x="2241916" y="38334"/>
                  </a:lnTo>
                  <a:lnTo>
                    <a:pt x="2241956" y="38294"/>
                  </a:lnTo>
                  <a:lnTo>
                    <a:pt x="2242050" y="38189"/>
                  </a:lnTo>
                  <a:lnTo>
                    <a:pt x="2242091" y="38142"/>
                  </a:lnTo>
                  <a:lnTo>
                    <a:pt x="2242107" y="38116"/>
                  </a:lnTo>
                  <a:lnTo>
                    <a:pt x="2242127" y="38045"/>
                  </a:lnTo>
                  <a:lnTo>
                    <a:pt x="2242450" y="37322"/>
                  </a:lnTo>
                  <a:lnTo>
                    <a:pt x="2242860" y="37089"/>
                  </a:lnTo>
                  <a:lnTo>
                    <a:pt x="2243049" y="37057"/>
                  </a:lnTo>
                  <a:lnTo>
                    <a:pt x="2243287" y="37012"/>
                  </a:lnTo>
                  <a:lnTo>
                    <a:pt x="2243656" y="37037"/>
                  </a:lnTo>
                  <a:lnTo>
                    <a:pt x="2244052" y="37092"/>
                  </a:lnTo>
                  <a:lnTo>
                    <a:pt x="2245265" y="37677"/>
                  </a:lnTo>
                  <a:lnTo>
                    <a:pt x="2245889" y="37982"/>
                  </a:lnTo>
                  <a:lnTo>
                    <a:pt x="2245994" y="38020"/>
                  </a:lnTo>
                  <a:lnTo>
                    <a:pt x="2246093" y="38067"/>
                  </a:lnTo>
                  <a:lnTo>
                    <a:pt x="2246298" y="38166"/>
                  </a:lnTo>
                  <a:lnTo>
                    <a:pt x="2246494" y="38265"/>
                  </a:lnTo>
                  <a:lnTo>
                    <a:pt x="2246577" y="38306"/>
                  </a:lnTo>
                  <a:lnTo>
                    <a:pt x="2246623" y="38345"/>
                  </a:lnTo>
                  <a:lnTo>
                    <a:pt x="2246669" y="38385"/>
                  </a:lnTo>
                  <a:lnTo>
                    <a:pt x="2246715" y="38429"/>
                  </a:lnTo>
                  <a:lnTo>
                    <a:pt x="2246782" y="38518"/>
                  </a:lnTo>
                  <a:lnTo>
                    <a:pt x="2246826" y="38601"/>
                  </a:lnTo>
                  <a:lnTo>
                    <a:pt x="2246835" y="38641"/>
                  </a:lnTo>
                  <a:lnTo>
                    <a:pt x="2246838" y="38694"/>
                  </a:lnTo>
                  <a:lnTo>
                    <a:pt x="2246825" y="38754"/>
                  </a:lnTo>
                  <a:lnTo>
                    <a:pt x="2246788" y="38844"/>
                  </a:lnTo>
                  <a:lnTo>
                    <a:pt x="2246749" y="38903"/>
                  </a:lnTo>
                  <a:lnTo>
                    <a:pt x="2246711" y="38935"/>
                  </a:lnTo>
                  <a:lnTo>
                    <a:pt x="2246658" y="38975"/>
                  </a:lnTo>
                  <a:lnTo>
                    <a:pt x="2246629" y="38994"/>
                  </a:lnTo>
                  <a:lnTo>
                    <a:pt x="2246576" y="39018"/>
                  </a:lnTo>
                  <a:lnTo>
                    <a:pt x="2246506" y="39039"/>
                  </a:lnTo>
                  <a:lnTo>
                    <a:pt x="2246365" y="39069"/>
                  </a:lnTo>
                  <a:lnTo>
                    <a:pt x="2246282" y="39084"/>
                  </a:lnTo>
                  <a:lnTo>
                    <a:pt x="2246025" y="39094"/>
                  </a:lnTo>
                  <a:lnTo>
                    <a:pt x="2245678" y="39124"/>
                  </a:lnTo>
                  <a:lnTo>
                    <a:pt x="2245485" y="39147"/>
                  </a:lnTo>
                  <a:lnTo>
                    <a:pt x="2244788" y="39222"/>
                  </a:lnTo>
                  <a:lnTo>
                    <a:pt x="2244120" y="39444"/>
                  </a:lnTo>
                  <a:lnTo>
                    <a:pt x="2243860" y="39574"/>
                  </a:lnTo>
                  <a:lnTo>
                    <a:pt x="2243766" y="39651"/>
                  </a:lnTo>
                  <a:lnTo>
                    <a:pt x="2243711" y="39770"/>
                  </a:lnTo>
                  <a:lnTo>
                    <a:pt x="2243676" y="39916"/>
                  </a:lnTo>
                  <a:lnTo>
                    <a:pt x="2243704" y="40019"/>
                  </a:lnTo>
                  <a:lnTo>
                    <a:pt x="2244092" y="40867"/>
                  </a:lnTo>
                  <a:lnTo>
                    <a:pt x="2244331" y="41181"/>
                  </a:lnTo>
                  <a:lnTo>
                    <a:pt x="2244614" y="41621"/>
                  </a:lnTo>
                  <a:lnTo>
                    <a:pt x="2244706" y="41818"/>
                  </a:lnTo>
                  <a:lnTo>
                    <a:pt x="2244780" y="42047"/>
                  </a:lnTo>
                  <a:lnTo>
                    <a:pt x="2244821" y="42269"/>
                  </a:lnTo>
                  <a:lnTo>
                    <a:pt x="2244821" y="42532"/>
                  </a:lnTo>
                  <a:lnTo>
                    <a:pt x="2244747" y="42734"/>
                  </a:lnTo>
                  <a:lnTo>
                    <a:pt x="2244257" y="42910"/>
                  </a:lnTo>
                  <a:lnTo>
                    <a:pt x="2242752" y="43025"/>
                  </a:lnTo>
                  <a:lnTo>
                    <a:pt x="2242693" y="43024"/>
                  </a:lnTo>
                  <a:lnTo>
                    <a:pt x="2242575" y="43013"/>
                  </a:lnTo>
                  <a:lnTo>
                    <a:pt x="2242458" y="43001"/>
                  </a:lnTo>
                  <a:lnTo>
                    <a:pt x="2242329" y="42978"/>
                  </a:lnTo>
                  <a:lnTo>
                    <a:pt x="2242174" y="42953"/>
                  </a:lnTo>
                  <a:lnTo>
                    <a:pt x="2242127" y="42951"/>
                  </a:lnTo>
                  <a:lnTo>
                    <a:pt x="2241918" y="42940"/>
                  </a:lnTo>
                  <a:lnTo>
                    <a:pt x="2241736" y="42943"/>
                  </a:lnTo>
                  <a:lnTo>
                    <a:pt x="2241640" y="42953"/>
                  </a:lnTo>
                  <a:lnTo>
                    <a:pt x="2241602" y="42967"/>
                  </a:lnTo>
                  <a:lnTo>
                    <a:pt x="2241495" y="43020"/>
                  </a:lnTo>
                  <a:lnTo>
                    <a:pt x="2241396" y="43083"/>
                  </a:lnTo>
                  <a:lnTo>
                    <a:pt x="2241292" y="43166"/>
                  </a:lnTo>
                  <a:lnTo>
                    <a:pt x="2241222" y="43227"/>
                  </a:lnTo>
                  <a:lnTo>
                    <a:pt x="2241080" y="43353"/>
                  </a:lnTo>
                  <a:lnTo>
                    <a:pt x="2240967" y="43455"/>
                  </a:lnTo>
                  <a:lnTo>
                    <a:pt x="2240659" y="43818"/>
                  </a:lnTo>
                  <a:lnTo>
                    <a:pt x="2240610" y="43895"/>
                  </a:lnTo>
                  <a:lnTo>
                    <a:pt x="2240597" y="43928"/>
                  </a:lnTo>
                  <a:lnTo>
                    <a:pt x="2240584" y="43971"/>
                  </a:lnTo>
                  <a:lnTo>
                    <a:pt x="2240498" y="44250"/>
                  </a:lnTo>
                  <a:lnTo>
                    <a:pt x="2240485" y="44299"/>
                  </a:lnTo>
                  <a:lnTo>
                    <a:pt x="2240483" y="44341"/>
                  </a:lnTo>
                  <a:lnTo>
                    <a:pt x="2240481" y="44408"/>
                  </a:lnTo>
                  <a:lnTo>
                    <a:pt x="2240478" y="44725"/>
                  </a:lnTo>
                  <a:lnTo>
                    <a:pt x="2240477" y="45147"/>
                  </a:lnTo>
                  <a:lnTo>
                    <a:pt x="2240478" y="45185"/>
                  </a:lnTo>
                  <a:lnTo>
                    <a:pt x="2240483" y="45207"/>
                  </a:lnTo>
                  <a:lnTo>
                    <a:pt x="2240627" y="45663"/>
                  </a:lnTo>
                  <a:lnTo>
                    <a:pt x="2240701" y="45844"/>
                  </a:lnTo>
                  <a:lnTo>
                    <a:pt x="2240715" y="45872"/>
                  </a:lnTo>
                  <a:lnTo>
                    <a:pt x="2240737" y="45900"/>
                  </a:lnTo>
                  <a:lnTo>
                    <a:pt x="2240761" y="45928"/>
                  </a:lnTo>
                  <a:lnTo>
                    <a:pt x="2240785" y="45954"/>
                  </a:lnTo>
                  <a:lnTo>
                    <a:pt x="2240901" y="46082"/>
                  </a:lnTo>
                  <a:lnTo>
                    <a:pt x="2240942" y="46125"/>
                  </a:lnTo>
                  <a:lnTo>
                    <a:pt x="2241224" y="46402"/>
                  </a:lnTo>
                  <a:lnTo>
                    <a:pt x="2241272" y="46447"/>
                  </a:lnTo>
                  <a:lnTo>
                    <a:pt x="2241311" y="46483"/>
                  </a:lnTo>
                  <a:lnTo>
                    <a:pt x="2241511" y="46657"/>
                  </a:lnTo>
                  <a:lnTo>
                    <a:pt x="2241573" y="46710"/>
                  </a:lnTo>
                  <a:lnTo>
                    <a:pt x="2241630" y="46759"/>
                  </a:lnTo>
                  <a:lnTo>
                    <a:pt x="2241755" y="46861"/>
                  </a:lnTo>
                  <a:lnTo>
                    <a:pt x="2241828" y="46915"/>
                  </a:lnTo>
                  <a:lnTo>
                    <a:pt x="2241898" y="46959"/>
                  </a:lnTo>
                  <a:lnTo>
                    <a:pt x="2241964" y="46994"/>
                  </a:lnTo>
                  <a:lnTo>
                    <a:pt x="2242027" y="47027"/>
                  </a:lnTo>
                  <a:lnTo>
                    <a:pt x="2242127" y="47074"/>
                  </a:lnTo>
                  <a:lnTo>
                    <a:pt x="2242575" y="47551"/>
                  </a:lnTo>
                  <a:lnTo>
                    <a:pt x="2242745" y="47668"/>
                  </a:lnTo>
                  <a:lnTo>
                    <a:pt x="2242916" y="47739"/>
                  </a:lnTo>
                  <a:lnTo>
                    <a:pt x="2243231" y="47869"/>
                  </a:lnTo>
                  <a:lnTo>
                    <a:pt x="2243405" y="47904"/>
                  </a:lnTo>
                  <a:lnTo>
                    <a:pt x="2243573" y="47880"/>
                  </a:lnTo>
                  <a:lnTo>
                    <a:pt x="2243808" y="47762"/>
                  </a:lnTo>
                  <a:lnTo>
                    <a:pt x="2244073" y="47530"/>
                  </a:lnTo>
                  <a:lnTo>
                    <a:pt x="2244316" y="47231"/>
                  </a:lnTo>
                  <a:lnTo>
                    <a:pt x="2244338" y="46768"/>
                  </a:lnTo>
                  <a:lnTo>
                    <a:pt x="2244515" y="46500"/>
                  </a:lnTo>
                  <a:lnTo>
                    <a:pt x="2244597" y="46443"/>
                  </a:lnTo>
                  <a:lnTo>
                    <a:pt x="2244695" y="46409"/>
                  </a:lnTo>
                  <a:lnTo>
                    <a:pt x="2244805" y="46402"/>
                  </a:lnTo>
                  <a:lnTo>
                    <a:pt x="2244986" y="46408"/>
                  </a:lnTo>
                  <a:lnTo>
                    <a:pt x="2245931" y="46796"/>
                  </a:lnTo>
                  <a:lnTo>
                    <a:pt x="2246435" y="47118"/>
                  </a:lnTo>
                  <a:lnTo>
                    <a:pt x="2246607" y="47271"/>
                  </a:lnTo>
                  <a:lnTo>
                    <a:pt x="2246858" y="47450"/>
                  </a:lnTo>
                  <a:lnTo>
                    <a:pt x="2247054" y="47554"/>
                  </a:lnTo>
                  <a:lnTo>
                    <a:pt x="2247498" y="47747"/>
                  </a:lnTo>
                  <a:lnTo>
                    <a:pt x="2247560" y="47782"/>
                  </a:lnTo>
                  <a:lnTo>
                    <a:pt x="2249298" y="48735"/>
                  </a:lnTo>
                  <a:lnTo>
                    <a:pt x="2249380" y="48805"/>
                  </a:lnTo>
                  <a:lnTo>
                    <a:pt x="2249837" y="49199"/>
                  </a:lnTo>
                  <a:lnTo>
                    <a:pt x="2249941" y="49260"/>
                  </a:lnTo>
                  <a:lnTo>
                    <a:pt x="2250451" y="49681"/>
                  </a:lnTo>
                  <a:lnTo>
                    <a:pt x="2250581" y="49768"/>
                  </a:lnTo>
                  <a:lnTo>
                    <a:pt x="2250649" y="49851"/>
                  </a:lnTo>
                  <a:lnTo>
                    <a:pt x="2250725" y="49943"/>
                  </a:lnTo>
                  <a:lnTo>
                    <a:pt x="2250783" y="50041"/>
                  </a:lnTo>
                  <a:lnTo>
                    <a:pt x="2250812" y="50130"/>
                  </a:lnTo>
                  <a:lnTo>
                    <a:pt x="2250827" y="50261"/>
                  </a:lnTo>
                  <a:lnTo>
                    <a:pt x="2250831" y="50329"/>
                  </a:lnTo>
                  <a:lnTo>
                    <a:pt x="2250823" y="50368"/>
                  </a:lnTo>
                  <a:lnTo>
                    <a:pt x="2250534" y="50919"/>
                  </a:lnTo>
                  <a:lnTo>
                    <a:pt x="2250395" y="51106"/>
                  </a:lnTo>
                  <a:lnTo>
                    <a:pt x="2250275" y="51279"/>
                  </a:lnTo>
                  <a:lnTo>
                    <a:pt x="2250153" y="51513"/>
                  </a:lnTo>
                  <a:lnTo>
                    <a:pt x="2250050" y="51740"/>
                  </a:lnTo>
                  <a:lnTo>
                    <a:pt x="2250009" y="51835"/>
                  </a:lnTo>
                  <a:lnTo>
                    <a:pt x="2250002" y="51865"/>
                  </a:lnTo>
                  <a:lnTo>
                    <a:pt x="2249996" y="51911"/>
                  </a:lnTo>
                  <a:lnTo>
                    <a:pt x="2249879" y="52437"/>
                  </a:lnTo>
                  <a:lnTo>
                    <a:pt x="2249896" y="52576"/>
                  </a:lnTo>
                  <a:lnTo>
                    <a:pt x="2249914" y="52724"/>
                  </a:lnTo>
                  <a:lnTo>
                    <a:pt x="2249945" y="52784"/>
                  </a:lnTo>
                  <a:lnTo>
                    <a:pt x="2250048" y="52936"/>
                  </a:lnTo>
                  <a:lnTo>
                    <a:pt x="2250135" y="53036"/>
                  </a:lnTo>
                  <a:lnTo>
                    <a:pt x="2250260" y="53090"/>
                  </a:lnTo>
                  <a:lnTo>
                    <a:pt x="2250363" y="53122"/>
                  </a:lnTo>
                  <a:lnTo>
                    <a:pt x="2250541" y="53155"/>
                  </a:lnTo>
                  <a:lnTo>
                    <a:pt x="2250603" y="53163"/>
                  </a:lnTo>
                  <a:lnTo>
                    <a:pt x="2250672" y="53157"/>
                  </a:lnTo>
                  <a:lnTo>
                    <a:pt x="2250789" y="53139"/>
                  </a:lnTo>
                  <a:lnTo>
                    <a:pt x="2250906" y="53114"/>
                  </a:lnTo>
                  <a:lnTo>
                    <a:pt x="2251157" y="53011"/>
                  </a:lnTo>
                  <a:lnTo>
                    <a:pt x="2251402" y="52888"/>
                  </a:lnTo>
                  <a:lnTo>
                    <a:pt x="2251581" y="52817"/>
                  </a:lnTo>
                  <a:lnTo>
                    <a:pt x="2251765" y="52756"/>
                  </a:lnTo>
                  <a:lnTo>
                    <a:pt x="2251815" y="52743"/>
                  </a:lnTo>
                  <a:lnTo>
                    <a:pt x="2251874" y="52727"/>
                  </a:lnTo>
                  <a:lnTo>
                    <a:pt x="2252026" y="52718"/>
                  </a:lnTo>
                  <a:lnTo>
                    <a:pt x="2252199" y="52717"/>
                  </a:lnTo>
                  <a:lnTo>
                    <a:pt x="2252329" y="52723"/>
                  </a:lnTo>
                  <a:lnTo>
                    <a:pt x="2252414" y="52710"/>
                  </a:lnTo>
                  <a:lnTo>
                    <a:pt x="2252523" y="52696"/>
                  </a:lnTo>
                  <a:lnTo>
                    <a:pt x="2252752" y="52652"/>
                  </a:lnTo>
                  <a:lnTo>
                    <a:pt x="2252804" y="52652"/>
                  </a:lnTo>
                  <a:lnTo>
                    <a:pt x="2252846" y="52651"/>
                  </a:lnTo>
                  <a:lnTo>
                    <a:pt x="2252949" y="52655"/>
                  </a:lnTo>
                  <a:lnTo>
                    <a:pt x="2253132" y="52681"/>
                  </a:lnTo>
                  <a:lnTo>
                    <a:pt x="2253271" y="52709"/>
                  </a:lnTo>
                  <a:lnTo>
                    <a:pt x="2253289" y="52716"/>
                  </a:lnTo>
                  <a:lnTo>
                    <a:pt x="2253376" y="52748"/>
                  </a:lnTo>
                  <a:lnTo>
                    <a:pt x="2253448" y="52789"/>
                  </a:lnTo>
                  <a:lnTo>
                    <a:pt x="2253492" y="52823"/>
                  </a:lnTo>
                  <a:lnTo>
                    <a:pt x="2253498" y="52828"/>
                  </a:lnTo>
                  <a:lnTo>
                    <a:pt x="2253527" y="52860"/>
                  </a:lnTo>
                  <a:lnTo>
                    <a:pt x="2253556" y="52919"/>
                  </a:lnTo>
                  <a:lnTo>
                    <a:pt x="2253561" y="52969"/>
                  </a:lnTo>
                  <a:lnTo>
                    <a:pt x="2253563" y="53018"/>
                  </a:lnTo>
                  <a:lnTo>
                    <a:pt x="2253801" y="53387"/>
                  </a:lnTo>
                  <a:lnTo>
                    <a:pt x="2254136" y="53764"/>
                  </a:lnTo>
                  <a:lnTo>
                    <a:pt x="2254611" y="54323"/>
                  </a:lnTo>
                  <a:lnTo>
                    <a:pt x="2254664" y="54360"/>
                  </a:lnTo>
                  <a:lnTo>
                    <a:pt x="2254751" y="54428"/>
                  </a:lnTo>
                  <a:lnTo>
                    <a:pt x="2254799" y="54472"/>
                  </a:lnTo>
                  <a:lnTo>
                    <a:pt x="2254893" y="54556"/>
                  </a:lnTo>
                  <a:lnTo>
                    <a:pt x="2254934" y="54594"/>
                  </a:lnTo>
                  <a:lnTo>
                    <a:pt x="2254980" y="54636"/>
                  </a:lnTo>
                  <a:lnTo>
                    <a:pt x="2255028" y="54676"/>
                  </a:lnTo>
                  <a:lnTo>
                    <a:pt x="2255083" y="54706"/>
                  </a:lnTo>
                  <a:lnTo>
                    <a:pt x="2255205" y="54762"/>
                  </a:lnTo>
                  <a:lnTo>
                    <a:pt x="2255308" y="54801"/>
                  </a:lnTo>
                  <a:lnTo>
                    <a:pt x="2256008" y="55441"/>
                  </a:lnTo>
                  <a:lnTo>
                    <a:pt x="2256206" y="55738"/>
                  </a:lnTo>
                  <a:lnTo>
                    <a:pt x="2256712" y="56460"/>
                  </a:lnTo>
                  <a:lnTo>
                    <a:pt x="2256991" y="57018"/>
                  </a:lnTo>
                  <a:lnTo>
                    <a:pt x="2257008" y="57114"/>
                  </a:lnTo>
                  <a:lnTo>
                    <a:pt x="2257053" y="57399"/>
                  </a:lnTo>
                  <a:lnTo>
                    <a:pt x="2257045" y="57438"/>
                  </a:lnTo>
                  <a:lnTo>
                    <a:pt x="2256813" y="58153"/>
                  </a:lnTo>
                  <a:lnTo>
                    <a:pt x="2256807" y="58217"/>
                  </a:lnTo>
                  <a:lnTo>
                    <a:pt x="2256800" y="58247"/>
                  </a:lnTo>
                  <a:lnTo>
                    <a:pt x="2256787" y="58305"/>
                  </a:lnTo>
                  <a:lnTo>
                    <a:pt x="2256757" y="58372"/>
                  </a:lnTo>
                  <a:lnTo>
                    <a:pt x="2256709" y="58445"/>
                  </a:lnTo>
                  <a:lnTo>
                    <a:pt x="2256652" y="58517"/>
                  </a:lnTo>
                  <a:lnTo>
                    <a:pt x="2256639" y="58533"/>
                  </a:lnTo>
                  <a:lnTo>
                    <a:pt x="2256564" y="58609"/>
                  </a:lnTo>
                  <a:lnTo>
                    <a:pt x="2256520" y="58643"/>
                  </a:lnTo>
                  <a:lnTo>
                    <a:pt x="2256455" y="58693"/>
                  </a:lnTo>
                  <a:lnTo>
                    <a:pt x="2256356" y="58752"/>
                  </a:lnTo>
                  <a:lnTo>
                    <a:pt x="2256258" y="58792"/>
                  </a:lnTo>
                  <a:lnTo>
                    <a:pt x="2256170" y="58818"/>
                  </a:lnTo>
                  <a:lnTo>
                    <a:pt x="2256105" y="58827"/>
                  </a:lnTo>
                  <a:lnTo>
                    <a:pt x="2256066" y="58832"/>
                  </a:lnTo>
                  <a:lnTo>
                    <a:pt x="2255971" y="58850"/>
                  </a:lnTo>
                  <a:lnTo>
                    <a:pt x="2255881" y="58876"/>
                  </a:lnTo>
                  <a:lnTo>
                    <a:pt x="2255772" y="58910"/>
                  </a:lnTo>
                  <a:lnTo>
                    <a:pt x="2255733" y="58928"/>
                  </a:lnTo>
                  <a:lnTo>
                    <a:pt x="2255705" y="58941"/>
                  </a:lnTo>
                  <a:lnTo>
                    <a:pt x="2255654" y="58976"/>
                  </a:lnTo>
                  <a:lnTo>
                    <a:pt x="2255598" y="59031"/>
                  </a:lnTo>
                  <a:lnTo>
                    <a:pt x="2255553" y="59085"/>
                  </a:lnTo>
                  <a:lnTo>
                    <a:pt x="2255523" y="59123"/>
                  </a:lnTo>
                  <a:lnTo>
                    <a:pt x="2255477" y="59200"/>
                  </a:lnTo>
                  <a:lnTo>
                    <a:pt x="2255453" y="59265"/>
                  </a:lnTo>
                  <a:lnTo>
                    <a:pt x="2255423" y="59366"/>
                  </a:lnTo>
                  <a:lnTo>
                    <a:pt x="2255403" y="59447"/>
                  </a:lnTo>
                  <a:lnTo>
                    <a:pt x="2255418" y="59513"/>
                  </a:lnTo>
                  <a:lnTo>
                    <a:pt x="2255442" y="59556"/>
                  </a:lnTo>
                  <a:lnTo>
                    <a:pt x="2255453" y="59600"/>
                  </a:lnTo>
                  <a:lnTo>
                    <a:pt x="2255458" y="59659"/>
                  </a:lnTo>
                  <a:lnTo>
                    <a:pt x="2255459" y="59783"/>
                  </a:lnTo>
                  <a:lnTo>
                    <a:pt x="2255456" y="59827"/>
                  </a:lnTo>
                  <a:lnTo>
                    <a:pt x="2255445" y="59877"/>
                  </a:lnTo>
                  <a:lnTo>
                    <a:pt x="2255419" y="59982"/>
                  </a:lnTo>
                  <a:lnTo>
                    <a:pt x="2255416" y="60032"/>
                  </a:lnTo>
                  <a:lnTo>
                    <a:pt x="2255413" y="60069"/>
                  </a:lnTo>
                  <a:lnTo>
                    <a:pt x="2255424" y="60120"/>
                  </a:lnTo>
                  <a:lnTo>
                    <a:pt x="2255490" y="60327"/>
                  </a:lnTo>
                  <a:lnTo>
                    <a:pt x="2255535" y="60401"/>
                  </a:lnTo>
                  <a:lnTo>
                    <a:pt x="2255594" y="60473"/>
                  </a:lnTo>
                  <a:lnTo>
                    <a:pt x="2255904" y="60740"/>
                  </a:lnTo>
                  <a:lnTo>
                    <a:pt x="2255976" y="60785"/>
                  </a:lnTo>
                  <a:lnTo>
                    <a:pt x="2256076" y="60834"/>
                  </a:lnTo>
                  <a:lnTo>
                    <a:pt x="2256230" y="60892"/>
                  </a:lnTo>
                  <a:lnTo>
                    <a:pt x="2256378" y="60951"/>
                  </a:lnTo>
                  <a:lnTo>
                    <a:pt x="2256497" y="61002"/>
                  </a:lnTo>
                  <a:lnTo>
                    <a:pt x="2256617" y="61041"/>
                  </a:lnTo>
                  <a:lnTo>
                    <a:pt x="2256712" y="61058"/>
                  </a:lnTo>
                  <a:lnTo>
                    <a:pt x="2256815" y="61070"/>
                  </a:lnTo>
                  <a:lnTo>
                    <a:pt x="2256924" y="61072"/>
                  </a:lnTo>
                  <a:lnTo>
                    <a:pt x="2257001" y="61065"/>
                  </a:lnTo>
                  <a:lnTo>
                    <a:pt x="2257096" y="61045"/>
                  </a:lnTo>
                  <a:lnTo>
                    <a:pt x="2257175" y="61037"/>
                  </a:lnTo>
                  <a:lnTo>
                    <a:pt x="2257472" y="61025"/>
                  </a:lnTo>
                  <a:lnTo>
                    <a:pt x="2257689" y="61015"/>
                  </a:lnTo>
                  <a:lnTo>
                    <a:pt x="2258134" y="60997"/>
                  </a:lnTo>
                  <a:lnTo>
                    <a:pt x="2258206" y="60997"/>
                  </a:lnTo>
                  <a:lnTo>
                    <a:pt x="2258330" y="60999"/>
                  </a:lnTo>
                  <a:lnTo>
                    <a:pt x="2258522" y="60990"/>
                  </a:lnTo>
                  <a:lnTo>
                    <a:pt x="2258693" y="60978"/>
                  </a:lnTo>
                  <a:lnTo>
                    <a:pt x="2258831" y="60975"/>
                  </a:lnTo>
                  <a:lnTo>
                    <a:pt x="2258900" y="60984"/>
                  </a:lnTo>
                  <a:lnTo>
                    <a:pt x="2259181" y="61040"/>
                  </a:lnTo>
                  <a:lnTo>
                    <a:pt x="2259316" y="61066"/>
                  </a:lnTo>
                  <a:lnTo>
                    <a:pt x="2259414" y="61077"/>
                  </a:lnTo>
                  <a:lnTo>
                    <a:pt x="2259549" y="61088"/>
                  </a:lnTo>
                  <a:lnTo>
                    <a:pt x="2259644" y="61099"/>
                  </a:lnTo>
                  <a:lnTo>
                    <a:pt x="2259793" y="61116"/>
                  </a:lnTo>
                  <a:lnTo>
                    <a:pt x="2259864" y="61130"/>
                  </a:lnTo>
                  <a:lnTo>
                    <a:pt x="2259954" y="61160"/>
                  </a:lnTo>
                  <a:lnTo>
                    <a:pt x="2260045" y="61184"/>
                  </a:lnTo>
                  <a:lnTo>
                    <a:pt x="2260137" y="61203"/>
                  </a:lnTo>
                  <a:lnTo>
                    <a:pt x="2260208" y="61206"/>
                  </a:lnTo>
                  <a:lnTo>
                    <a:pt x="2260264" y="61216"/>
                  </a:lnTo>
                  <a:lnTo>
                    <a:pt x="2260306" y="61232"/>
                  </a:lnTo>
                  <a:lnTo>
                    <a:pt x="2260365" y="61260"/>
                  </a:lnTo>
                  <a:lnTo>
                    <a:pt x="2260431" y="61315"/>
                  </a:lnTo>
                  <a:lnTo>
                    <a:pt x="2260487" y="61378"/>
                  </a:lnTo>
                  <a:lnTo>
                    <a:pt x="2260514" y="61410"/>
                  </a:lnTo>
                  <a:lnTo>
                    <a:pt x="2260542" y="61443"/>
                  </a:lnTo>
                  <a:lnTo>
                    <a:pt x="2260578" y="61602"/>
                  </a:lnTo>
                  <a:lnTo>
                    <a:pt x="2260525" y="61819"/>
                  </a:lnTo>
                  <a:lnTo>
                    <a:pt x="2260439" y="62013"/>
                  </a:lnTo>
                  <a:lnTo>
                    <a:pt x="2260299" y="62131"/>
                  </a:lnTo>
                  <a:lnTo>
                    <a:pt x="2260141" y="62172"/>
                  </a:lnTo>
                  <a:lnTo>
                    <a:pt x="2259868" y="62140"/>
                  </a:lnTo>
                  <a:lnTo>
                    <a:pt x="2259831" y="62114"/>
                  </a:lnTo>
                  <a:lnTo>
                    <a:pt x="2259747" y="62088"/>
                  </a:lnTo>
                  <a:lnTo>
                    <a:pt x="2259649" y="62058"/>
                  </a:lnTo>
                  <a:lnTo>
                    <a:pt x="2259524" y="62042"/>
                  </a:lnTo>
                  <a:lnTo>
                    <a:pt x="2259437" y="62038"/>
                  </a:lnTo>
                  <a:lnTo>
                    <a:pt x="2259323" y="62038"/>
                  </a:lnTo>
                  <a:lnTo>
                    <a:pt x="2259283" y="62044"/>
                  </a:lnTo>
                  <a:lnTo>
                    <a:pt x="2259225" y="62053"/>
                  </a:lnTo>
                  <a:lnTo>
                    <a:pt x="2259124" y="62084"/>
                  </a:lnTo>
                  <a:lnTo>
                    <a:pt x="2259024" y="62125"/>
                  </a:lnTo>
                  <a:lnTo>
                    <a:pt x="2258923" y="62171"/>
                  </a:lnTo>
                  <a:lnTo>
                    <a:pt x="2258857" y="62209"/>
                  </a:lnTo>
                  <a:lnTo>
                    <a:pt x="2258746" y="62278"/>
                  </a:lnTo>
                  <a:lnTo>
                    <a:pt x="2258613" y="62361"/>
                  </a:lnTo>
                  <a:lnTo>
                    <a:pt x="2258499" y="62420"/>
                  </a:lnTo>
                  <a:lnTo>
                    <a:pt x="2258377" y="62484"/>
                  </a:lnTo>
                  <a:lnTo>
                    <a:pt x="2258276" y="62534"/>
                  </a:lnTo>
                  <a:lnTo>
                    <a:pt x="2258157" y="62593"/>
                  </a:lnTo>
                  <a:lnTo>
                    <a:pt x="2258054" y="62641"/>
                  </a:lnTo>
                  <a:lnTo>
                    <a:pt x="2257972" y="62678"/>
                  </a:lnTo>
                  <a:lnTo>
                    <a:pt x="2257877" y="62715"/>
                  </a:lnTo>
                  <a:lnTo>
                    <a:pt x="2257797" y="62745"/>
                  </a:lnTo>
                  <a:lnTo>
                    <a:pt x="2257694" y="62776"/>
                  </a:lnTo>
                  <a:lnTo>
                    <a:pt x="2257578" y="62802"/>
                  </a:lnTo>
                  <a:lnTo>
                    <a:pt x="2257416" y="62846"/>
                  </a:lnTo>
                  <a:lnTo>
                    <a:pt x="2257344" y="62867"/>
                  </a:lnTo>
                  <a:lnTo>
                    <a:pt x="2257297" y="62887"/>
                  </a:lnTo>
                  <a:lnTo>
                    <a:pt x="2257273" y="62901"/>
                  </a:lnTo>
                  <a:lnTo>
                    <a:pt x="2257246" y="62918"/>
                  </a:lnTo>
                  <a:lnTo>
                    <a:pt x="2257172" y="62949"/>
                  </a:lnTo>
                  <a:lnTo>
                    <a:pt x="2257037" y="62992"/>
                  </a:lnTo>
                  <a:lnTo>
                    <a:pt x="2256966" y="63018"/>
                  </a:lnTo>
                  <a:lnTo>
                    <a:pt x="2256891" y="63044"/>
                  </a:lnTo>
                  <a:lnTo>
                    <a:pt x="2256818" y="63071"/>
                  </a:lnTo>
                  <a:lnTo>
                    <a:pt x="2256717" y="63117"/>
                  </a:lnTo>
                  <a:lnTo>
                    <a:pt x="2256627" y="63155"/>
                  </a:lnTo>
                  <a:lnTo>
                    <a:pt x="2256547" y="63190"/>
                  </a:lnTo>
                  <a:lnTo>
                    <a:pt x="2256478" y="63232"/>
                  </a:lnTo>
                  <a:lnTo>
                    <a:pt x="2256421" y="63288"/>
                  </a:lnTo>
                  <a:lnTo>
                    <a:pt x="2256383" y="63336"/>
                  </a:lnTo>
                  <a:lnTo>
                    <a:pt x="2256365" y="63365"/>
                  </a:lnTo>
                  <a:lnTo>
                    <a:pt x="2256325" y="63402"/>
                  </a:lnTo>
                  <a:lnTo>
                    <a:pt x="2256275" y="63450"/>
                  </a:lnTo>
                  <a:lnTo>
                    <a:pt x="2256227" y="63490"/>
                  </a:lnTo>
                  <a:lnTo>
                    <a:pt x="2256156" y="63539"/>
                  </a:lnTo>
                  <a:lnTo>
                    <a:pt x="2256042" y="63611"/>
                  </a:lnTo>
                  <a:lnTo>
                    <a:pt x="2255896" y="63696"/>
                  </a:lnTo>
                  <a:lnTo>
                    <a:pt x="2255743" y="63790"/>
                  </a:lnTo>
                  <a:lnTo>
                    <a:pt x="2255658" y="63842"/>
                  </a:lnTo>
                  <a:lnTo>
                    <a:pt x="2255539" y="63917"/>
                  </a:lnTo>
                  <a:lnTo>
                    <a:pt x="2255444" y="63978"/>
                  </a:lnTo>
                  <a:lnTo>
                    <a:pt x="2255380" y="64024"/>
                  </a:lnTo>
                  <a:lnTo>
                    <a:pt x="2255317" y="64072"/>
                  </a:lnTo>
                  <a:lnTo>
                    <a:pt x="2255259" y="64117"/>
                  </a:lnTo>
                  <a:lnTo>
                    <a:pt x="2255198" y="64172"/>
                  </a:lnTo>
                  <a:lnTo>
                    <a:pt x="2255164" y="64211"/>
                  </a:lnTo>
                  <a:lnTo>
                    <a:pt x="2255140" y="64252"/>
                  </a:lnTo>
                  <a:lnTo>
                    <a:pt x="2255100" y="64320"/>
                  </a:lnTo>
                  <a:lnTo>
                    <a:pt x="2255005" y="64508"/>
                  </a:lnTo>
                  <a:lnTo>
                    <a:pt x="2254926" y="64647"/>
                  </a:lnTo>
                  <a:lnTo>
                    <a:pt x="2254825" y="64824"/>
                  </a:lnTo>
                  <a:lnTo>
                    <a:pt x="2254772" y="64900"/>
                  </a:lnTo>
                  <a:lnTo>
                    <a:pt x="2254715" y="65031"/>
                  </a:lnTo>
                  <a:lnTo>
                    <a:pt x="2254692" y="65161"/>
                  </a:lnTo>
                  <a:lnTo>
                    <a:pt x="2254695" y="65322"/>
                  </a:lnTo>
                  <a:lnTo>
                    <a:pt x="2254736" y="65481"/>
                  </a:lnTo>
                  <a:lnTo>
                    <a:pt x="2254847" y="65723"/>
                  </a:lnTo>
                  <a:lnTo>
                    <a:pt x="2254892" y="65754"/>
                  </a:lnTo>
                  <a:lnTo>
                    <a:pt x="2255050" y="65845"/>
                  </a:lnTo>
                  <a:lnTo>
                    <a:pt x="2255201" y="65917"/>
                  </a:lnTo>
                  <a:lnTo>
                    <a:pt x="2255296" y="65957"/>
                  </a:lnTo>
                  <a:lnTo>
                    <a:pt x="2255450" y="66003"/>
                  </a:lnTo>
                  <a:lnTo>
                    <a:pt x="2255603" y="66068"/>
                  </a:lnTo>
                  <a:lnTo>
                    <a:pt x="2255695" y="66108"/>
                  </a:lnTo>
                  <a:lnTo>
                    <a:pt x="2255854" y="66167"/>
                  </a:lnTo>
                  <a:lnTo>
                    <a:pt x="2256026" y="66235"/>
                  </a:lnTo>
                  <a:lnTo>
                    <a:pt x="2256182" y="66296"/>
                  </a:lnTo>
                  <a:lnTo>
                    <a:pt x="2256352" y="66359"/>
                  </a:lnTo>
                  <a:lnTo>
                    <a:pt x="2256452" y="66400"/>
                  </a:lnTo>
                  <a:lnTo>
                    <a:pt x="2256521" y="66427"/>
                  </a:lnTo>
                  <a:lnTo>
                    <a:pt x="2256698" y="66479"/>
                  </a:lnTo>
                  <a:lnTo>
                    <a:pt x="2256820" y="66516"/>
                  </a:lnTo>
                  <a:lnTo>
                    <a:pt x="2256933" y="66547"/>
                  </a:lnTo>
                  <a:lnTo>
                    <a:pt x="2257100" y="66582"/>
                  </a:lnTo>
                  <a:lnTo>
                    <a:pt x="2257242" y="66611"/>
                  </a:lnTo>
                  <a:lnTo>
                    <a:pt x="2257351" y="66626"/>
                  </a:lnTo>
                  <a:lnTo>
                    <a:pt x="2257491" y="66635"/>
                  </a:lnTo>
                  <a:lnTo>
                    <a:pt x="2257776" y="66654"/>
                  </a:lnTo>
                  <a:lnTo>
                    <a:pt x="2257972" y="66663"/>
                  </a:lnTo>
                  <a:lnTo>
                    <a:pt x="2258514" y="66724"/>
                  </a:lnTo>
                  <a:lnTo>
                    <a:pt x="2258718" y="66737"/>
                  </a:lnTo>
                  <a:lnTo>
                    <a:pt x="2258921" y="66746"/>
                  </a:lnTo>
                  <a:lnTo>
                    <a:pt x="2259032" y="66746"/>
                  </a:lnTo>
                  <a:lnTo>
                    <a:pt x="2259106" y="66759"/>
                  </a:lnTo>
                  <a:lnTo>
                    <a:pt x="2259182" y="66788"/>
                  </a:lnTo>
                  <a:lnTo>
                    <a:pt x="2259363" y="66879"/>
                  </a:lnTo>
                  <a:lnTo>
                    <a:pt x="2259454" y="66955"/>
                  </a:lnTo>
                  <a:lnTo>
                    <a:pt x="2259561" y="67040"/>
                  </a:lnTo>
                  <a:lnTo>
                    <a:pt x="2259645" y="67100"/>
                  </a:lnTo>
                  <a:lnTo>
                    <a:pt x="2259777" y="67196"/>
                  </a:lnTo>
                  <a:lnTo>
                    <a:pt x="2259893" y="67267"/>
                  </a:lnTo>
                  <a:lnTo>
                    <a:pt x="2260044" y="67341"/>
                  </a:lnTo>
                  <a:lnTo>
                    <a:pt x="2260205" y="67414"/>
                  </a:lnTo>
                  <a:lnTo>
                    <a:pt x="2260294" y="67452"/>
                  </a:lnTo>
                  <a:lnTo>
                    <a:pt x="2260413" y="67499"/>
                  </a:lnTo>
                  <a:lnTo>
                    <a:pt x="2260561" y="67556"/>
                  </a:lnTo>
                  <a:lnTo>
                    <a:pt x="2260641" y="67592"/>
                  </a:lnTo>
                  <a:lnTo>
                    <a:pt x="2260646" y="67593"/>
                  </a:lnTo>
                  <a:lnTo>
                    <a:pt x="2260836" y="67650"/>
                  </a:lnTo>
                  <a:lnTo>
                    <a:pt x="2260966" y="67687"/>
                  </a:lnTo>
                  <a:lnTo>
                    <a:pt x="2261151" y="67739"/>
                  </a:lnTo>
                  <a:lnTo>
                    <a:pt x="2261344" y="67780"/>
                  </a:lnTo>
                  <a:lnTo>
                    <a:pt x="2261487" y="67810"/>
                  </a:lnTo>
                  <a:lnTo>
                    <a:pt x="2262293" y="67892"/>
                  </a:lnTo>
                  <a:lnTo>
                    <a:pt x="2262528" y="67902"/>
                  </a:lnTo>
                  <a:lnTo>
                    <a:pt x="2262774" y="67917"/>
                  </a:lnTo>
                  <a:lnTo>
                    <a:pt x="2262935" y="67930"/>
                  </a:lnTo>
                  <a:lnTo>
                    <a:pt x="2263088" y="67955"/>
                  </a:lnTo>
                  <a:lnTo>
                    <a:pt x="2263170" y="67974"/>
                  </a:lnTo>
                  <a:lnTo>
                    <a:pt x="2263270" y="67999"/>
                  </a:lnTo>
                  <a:lnTo>
                    <a:pt x="2263336" y="68025"/>
                  </a:lnTo>
                  <a:lnTo>
                    <a:pt x="2264849" y="68762"/>
                  </a:lnTo>
                  <a:lnTo>
                    <a:pt x="2264939" y="68806"/>
                  </a:lnTo>
                  <a:lnTo>
                    <a:pt x="2265105" y="68875"/>
                  </a:lnTo>
                  <a:lnTo>
                    <a:pt x="2265361" y="69005"/>
                  </a:lnTo>
                  <a:lnTo>
                    <a:pt x="2265446" y="69051"/>
                  </a:lnTo>
                  <a:lnTo>
                    <a:pt x="2265557" y="69117"/>
                  </a:lnTo>
                  <a:lnTo>
                    <a:pt x="2265647" y="69169"/>
                  </a:lnTo>
                  <a:lnTo>
                    <a:pt x="2265715" y="69219"/>
                  </a:lnTo>
                  <a:lnTo>
                    <a:pt x="2265745" y="69244"/>
                  </a:lnTo>
                  <a:lnTo>
                    <a:pt x="2265819" y="69314"/>
                  </a:lnTo>
                  <a:lnTo>
                    <a:pt x="2265869" y="69375"/>
                  </a:lnTo>
                  <a:lnTo>
                    <a:pt x="2265906" y="69436"/>
                  </a:lnTo>
                  <a:lnTo>
                    <a:pt x="2265940" y="69535"/>
                  </a:lnTo>
                  <a:lnTo>
                    <a:pt x="2265975" y="69662"/>
                  </a:lnTo>
                  <a:lnTo>
                    <a:pt x="2265988" y="69784"/>
                  </a:lnTo>
                  <a:lnTo>
                    <a:pt x="2265989" y="69824"/>
                  </a:lnTo>
                  <a:lnTo>
                    <a:pt x="2265978" y="69880"/>
                  </a:lnTo>
                  <a:lnTo>
                    <a:pt x="2265602" y="70499"/>
                  </a:lnTo>
                  <a:lnTo>
                    <a:pt x="2265560" y="70547"/>
                  </a:lnTo>
                  <a:lnTo>
                    <a:pt x="2265492" y="70613"/>
                  </a:lnTo>
                  <a:lnTo>
                    <a:pt x="2265415" y="70674"/>
                  </a:lnTo>
                  <a:lnTo>
                    <a:pt x="2265320" y="70746"/>
                  </a:lnTo>
                  <a:lnTo>
                    <a:pt x="2265220" y="70818"/>
                  </a:lnTo>
                  <a:lnTo>
                    <a:pt x="2265152" y="70868"/>
                  </a:lnTo>
                  <a:lnTo>
                    <a:pt x="2265107" y="70908"/>
                  </a:lnTo>
                  <a:lnTo>
                    <a:pt x="2265073" y="70949"/>
                  </a:lnTo>
                  <a:lnTo>
                    <a:pt x="2265057" y="70978"/>
                  </a:lnTo>
                  <a:lnTo>
                    <a:pt x="2264994" y="71057"/>
                  </a:lnTo>
                  <a:lnTo>
                    <a:pt x="2264907" y="71194"/>
                  </a:lnTo>
                  <a:lnTo>
                    <a:pt x="2264873" y="71257"/>
                  </a:lnTo>
                  <a:lnTo>
                    <a:pt x="2264860" y="71308"/>
                  </a:lnTo>
                  <a:lnTo>
                    <a:pt x="2264863" y="71371"/>
                  </a:lnTo>
                  <a:lnTo>
                    <a:pt x="2264884" y="71498"/>
                  </a:lnTo>
                  <a:lnTo>
                    <a:pt x="2264895" y="71544"/>
                  </a:lnTo>
                  <a:lnTo>
                    <a:pt x="2264937" y="71671"/>
                  </a:lnTo>
                  <a:lnTo>
                    <a:pt x="2264967" y="71756"/>
                  </a:lnTo>
                  <a:lnTo>
                    <a:pt x="2264996" y="71874"/>
                  </a:lnTo>
                  <a:lnTo>
                    <a:pt x="2265020" y="71975"/>
                  </a:lnTo>
                  <a:lnTo>
                    <a:pt x="2265036" y="72047"/>
                  </a:lnTo>
                  <a:lnTo>
                    <a:pt x="2265041" y="72100"/>
                  </a:lnTo>
                  <a:lnTo>
                    <a:pt x="2265031" y="72174"/>
                  </a:lnTo>
                  <a:lnTo>
                    <a:pt x="2265013" y="72215"/>
                  </a:lnTo>
                  <a:lnTo>
                    <a:pt x="2264984" y="72255"/>
                  </a:lnTo>
                  <a:lnTo>
                    <a:pt x="2264926" y="72318"/>
                  </a:lnTo>
                  <a:lnTo>
                    <a:pt x="2264834" y="72390"/>
                  </a:lnTo>
                  <a:lnTo>
                    <a:pt x="2264726" y="72467"/>
                  </a:lnTo>
                  <a:lnTo>
                    <a:pt x="2264642" y="72525"/>
                  </a:lnTo>
                  <a:lnTo>
                    <a:pt x="2264568" y="72576"/>
                  </a:lnTo>
                  <a:lnTo>
                    <a:pt x="2264494" y="72620"/>
                  </a:lnTo>
                  <a:lnTo>
                    <a:pt x="2264399" y="72679"/>
                  </a:lnTo>
                  <a:lnTo>
                    <a:pt x="2264313" y="72728"/>
                  </a:lnTo>
                  <a:lnTo>
                    <a:pt x="2264239" y="72781"/>
                  </a:lnTo>
                  <a:lnTo>
                    <a:pt x="2264186" y="72834"/>
                  </a:lnTo>
                  <a:lnTo>
                    <a:pt x="2264144" y="72888"/>
                  </a:lnTo>
                  <a:lnTo>
                    <a:pt x="2264108" y="72947"/>
                  </a:lnTo>
                  <a:lnTo>
                    <a:pt x="2264081" y="73017"/>
                  </a:lnTo>
                  <a:lnTo>
                    <a:pt x="2264060" y="73109"/>
                  </a:lnTo>
                  <a:lnTo>
                    <a:pt x="2264050" y="73198"/>
                  </a:lnTo>
                  <a:lnTo>
                    <a:pt x="2264043" y="73306"/>
                  </a:lnTo>
                  <a:lnTo>
                    <a:pt x="2264051" y="73393"/>
                  </a:lnTo>
                  <a:lnTo>
                    <a:pt x="2264064" y="73437"/>
                  </a:lnTo>
                  <a:lnTo>
                    <a:pt x="2264088" y="73504"/>
                  </a:lnTo>
                  <a:lnTo>
                    <a:pt x="2264120" y="73596"/>
                  </a:lnTo>
                  <a:lnTo>
                    <a:pt x="2264133" y="73662"/>
                  </a:lnTo>
                  <a:lnTo>
                    <a:pt x="2264131" y="73717"/>
                  </a:lnTo>
                  <a:lnTo>
                    <a:pt x="2264128" y="73772"/>
                  </a:lnTo>
                  <a:lnTo>
                    <a:pt x="2264113" y="73844"/>
                  </a:lnTo>
                  <a:lnTo>
                    <a:pt x="2264089" y="73885"/>
                  </a:lnTo>
                  <a:lnTo>
                    <a:pt x="2264050" y="73924"/>
                  </a:lnTo>
                  <a:lnTo>
                    <a:pt x="2264013" y="73949"/>
                  </a:lnTo>
                  <a:lnTo>
                    <a:pt x="2263963" y="73972"/>
                  </a:lnTo>
                  <a:lnTo>
                    <a:pt x="2263892" y="73990"/>
                  </a:lnTo>
                  <a:lnTo>
                    <a:pt x="2263797" y="74001"/>
                  </a:lnTo>
                  <a:lnTo>
                    <a:pt x="2263700" y="74009"/>
                  </a:lnTo>
                  <a:lnTo>
                    <a:pt x="2263605" y="74002"/>
                  </a:lnTo>
                  <a:lnTo>
                    <a:pt x="2263048" y="73802"/>
                  </a:lnTo>
                  <a:lnTo>
                    <a:pt x="2262571" y="73720"/>
                  </a:lnTo>
                  <a:lnTo>
                    <a:pt x="2262471" y="73707"/>
                  </a:lnTo>
                  <a:lnTo>
                    <a:pt x="2262406" y="73708"/>
                  </a:lnTo>
                  <a:lnTo>
                    <a:pt x="2262308" y="73719"/>
                  </a:lnTo>
                  <a:lnTo>
                    <a:pt x="2262232" y="73738"/>
                  </a:lnTo>
                  <a:lnTo>
                    <a:pt x="2262166" y="73756"/>
                  </a:lnTo>
                  <a:lnTo>
                    <a:pt x="2262127" y="73778"/>
                  </a:lnTo>
                  <a:lnTo>
                    <a:pt x="2262074" y="73830"/>
                  </a:lnTo>
                  <a:lnTo>
                    <a:pt x="2262037" y="73858"/>
                  </a:lnTo>
                  <a:lnTo>
                    <a:pt x="2261995" y="73884"/>
                  </a:lnTo>
                  <a:lnTo>
                    <a:pt x="2261193" y="74263"/>
                  </a:lnTo>
                  <a:lnTo>
                    <a:pt x="2261077" y="74353"/>
                  </a:lnTo>
                  <a:lnTo>
                    <a:pt x="2260929" y="74595"/>
                  </a:lnTo>
                  <a:lnTo>
                    <a:pt x="2260856" y="74875"/>
                  </a:lnTo>
                  <a:lnTo>
                    <a:pt x="2260819" y="75173"/>
                  </a:lnTo>
                  <a:lnTo>
                    <a:pt x="2260896" y="75573"/>
                  </a:lnTo>
                  <a:lnTo>
                    <a:pt x="2260954" y="75676"/>
                  </a:lnTo>
                  <a:lnTo>
                    <a:pt x="2261385" y="75958"/>
                  </a:lnTo>
                  <a:lnTo>
                    <a:pt x="2261669" y="76178"/>
                  </a:lnTo>
                  <a:lnTo>
                    <a:pt x="2261875" y="76390"/>
                  </a:lnTo>
                  <a:lnTo>
                    <a:pt x="2261913" y="76639"/>
                  </a:lnTo>
                  <a:lnTo>
                    <a:pt x="2261894" y="76807"/>
                  </a:lnTo>
                  <a:lnTo>
                    <a:pt x="2261705" y="77197"/>
                  </a:lnTo>
                  <a:lnTo>
                    <a:pt x="2261624" y="77487"/>
                  </a:lnTo>
                  <a:lnTo>
                    <a:pt x="2261604" y="77735"/>
                  </a:lnTo>
                  <a:lnTo>
                    <a:pt x="2261649" y="78028"/>
                  </a:lnTo>
                  <a:lnTo>
                    <a:pt x="2261694" y="78269"/>
                  </a:lnTo>
                  <a:lnTo>
                    <a:pt x="2261804" y="78532"/>
                  </a:lnTo>
                  <a:lnTo>
                    <a:pt x="2261952" y="78722"/>
                  </a:lnTo>
                  <a:lnTo>
                    <a:pt x="2262332" y="78948"/>
                  </a:lnTo>
                  <a:lnTo>
                    <a:pt x="2262641" y="79029"/>
                  </a:lnTo>
                  <a:lnTo>
                    <a:pt x="2263066" y="79073"/>
                  </a:lnTo>
                  <a:lnTo>
                    <a:pt x="2263343" y="79219"/>
                  </a:lnTo>
                  <a:lnTo>
                    <a:pt x="2263481" y="79417"/>
                  </a:lnTo>
                  <a:lnTo>
                    <a:pt x="2263600" y="79716"/>
                  </a:lnTo>
                  <a:lnTo>
                    <a:pt x="2264012" y="80352"/>
                  </a:lnTo>
                  <a:lnTo>
                    <a:pt x="2264418" y="80798"/>
                  </a:lnTo>
                  <a:lnTo>
                    <a:pt x="2264894" y="81119"/>
                  </a:lnTo>
                  <a:lnTo>
                    <a:pt x="2265339" y="81594"/>
                  </a:lnTo>
                  <a:lnTo>
                    <a:pt x="2265899" y="82442"/>
                  </a:lnTo>
                  <a:lnTo>
                    <a:pt x="2266214" y="83246"/>
                  </a:lnTo>
                  <a:lnTo>
                    <a:pt x="2266336" y="83621"/>
                  </a:lnTo>
                  <a:lnTo>
                    <a:pt x="2266427" y="83824"/>
                  </a:lnTo>
                  <a:lnTo>
                    <a:pt x="2266755" y="84284"/>
                  </a:lnTo>
                  <a:lnTo>
                    <a:pt x="2267335" y="84803"/>
                  </a:lnTo>
                  <a:lnTo>
                    <a:pt x="2267650" y="85176"/>
                  </a:lnTo>
                  <a:lnTo>
                    <a:pt x="2267946" y="85666"/>
                  </a:lnTo>
                  <a:lnTo>
                    <a:pt x="2268416" y="86397"/>
                  </a:lnTo>
                  <a:lnTo>
                    <a:pt x="2268718" y="86702"/>
                  </a:lnTo>
                  <a:lnTo>
                    <a:pt x="2268881" y="86812"/>
                  </a:lnTo>
                  <a:lnTo>
                    <a:pt x="2269006" y="86889"/>
                  </a:lnTo>
                  <a:lnTo>
                    <a:pt x="2269113" y="86946"/>
                  </a:lnTo>
                  <a:lnTo>
                    <a:pt x="2269302" y="87027"/>
                  </a:lnTo>
                  <a:lnTo>
                    <a:pt x="2269351" y="87048"/>
                  </a:lnTo>
                  <a:lnTo>
                    <a:pt x="2269484" y="87091"/>
                  </a:lnTo>
                  <a:lnTo>
                    <a:pt x="2269498" y="87096"/>
                  </a:lnTo>
                  <a:lnTo>
                    <a:pt x="2269631" y="87127"/>
                  </a:lnTo>
                  <a:lnTo>
                    <a:pt x="2269759" y="87142"/>
                  </a:lnTo>
                  <a:lnTo>
                    <a:pt x="2269861" y="87168"/>
                  </a:lnTo>
                  <a:lnTo>
                    <a:pt x="2269955" y="87214"/>
                  </a:lnTo>
                  <a:lnTo>
                    <a:pt x="2270107" y="87303"/>
                  </a:lnTo>
                  <a:lnTo>
                    <a:pt x="2270193" y="87367"/>
                  </a:lnTo>
                  <a:lnTo>
                    <a:pt x="2270245" y="87421"/>
                  </a:lnTo>
                  <a:lnTo>
                    <a:pt x="2270281" y="87494"/>
                  </a:lnTo>
                  <a:lnTo>
                    <a:pt x="2270300" y="87564"/>
                  </a:lnTo>
                  <a:lnTo>
                    <a:pt x="2270301" y="87585"/>
                  </a:lnTo>
                  <a:lnTo>
                    <a:pt x="2270271" y="87749"/>
                  </a:lnTo>
                  <a:lnTo>
                    <a:pt x="2270148" y="87961"/>
                  </a:lnTo>
                  <a:lnTo>
                    <a:pt x="2270110" y="88100"/>
                  </a:lnTo>
                  <a:lnTo>
                    <a:pt x="2270168" y="88378"/>
                  </a:lnTo>
                  <a:lnTo>
                    <a:pt x="2270338" y="88605"/>
                  </a:lnTo>
                  <a:lnTo>
                    <a:pt x="2270573" y="88787"/>
                  </a:lnTo>
                  <a:lnTo>
                    <a:pt x="2271101" y="88948"/>
                  </a:lnTo>
                  <a:lnTo>
                    <a:pt x="2271501" y="88904"/>
                  </a:lnTo>
                  <a:lnTo>
                    <a:pt x="2271958" y="88809"/>
                  </a:lnTo>
                  <a:lnTo>
                    <a:pt x="2272202" y="88758"/>
                  </a:lnTo>
                  <a:lnTo>
                    <a:pt x="2272486" y="88772"/>
                  </a:lnTo>
                  <a:lnTo>
                    <a:pt x="2272685" y="88926"/>
                  </a:lnTo>
                  <a:lnTo>
                    <a:pt x="2273074" y="89543"/>
                  </a:lnTo>
                  <a:lnTo>
                    <a:pt x="2273117" y="89723"/>
                  </a:lnTo>
                  <a:lnTo>
                    <a:pt x="2273078" y="90110"/>
                  </a:lnTo>
                  <a:lnTo>
                    <a:pt x="2272895" y="90410"/>
                  </a:lnTo>
                  <a:lnTo>
                    <a:pt x="2272757" y="90565"/>
                  </a:lnTo>
                  <a:lnTo>
                    <a:pt x="2272697" y="90719"/>
                  </a:lnTo>
                  <a:lnTo>
                    <a:pt x="2272682" y="90764"/>
                  </a:lnTo>
                  <a:lnTo>
                    <a:pt x="2272666" y="90972"/>
                  </a:lnTo>
                  <a:lnTo>
                    <a:pt x="2272666" y="91144"/>
                  </a:lnTo>
                  <a:lnTo>
                    <a:pt x="2272706" y="91289"/>
                  </a:lnTo>
                  <a:lnTo>
                    <a:pt x="2272827" y="91521"/>
                  </a:lnTo>
                  <a:lnTo>
                    <a:pt x="2273110" y="91952"/>
                  </a:lnTo>
                  <a:lnTo>
                    <a:pt x="2273374" y="92471"/>
                  </a:lnTo>
                  <a:lnTo>
                    <a:pt x="2273419" y="92829"/>
                  </a:lnTo>
                  <a:lnTo>
                    <a:pt x="2273407" y="93224"/>
                  </a:lnTo>
                  <a:lnTo>
                    <a:pt x="2273361" y="93421"/>
                  </a:lnTo>
                  <a:lnTo>
                    <a:pt x="2273038" y="93789"/>
                  </a:lnTo>
                  <a:lnTo>
                    <a:pt x="2273032" y="93793"/>
                  </a:lnTo>
                  <a:lnTo>
                    <a:pt x="2273013" y="93805"/>
                  </a:lnTo>
                  <a:lnTo>
                    <a:pt x="2272763" y="93911"/>
                  </a:lnTo>
                  <a:lnTo>
                    <a:pt x="2272383" y="94028"/>
                  </a:lnTo>
                  <a:lnTo>
                    <a:pt x="2271868" y="94159"/>
                  </a:lnTo>
                  <a:lnTo>
                    <a:pt x="2271468" y="94327"/>
                  </a:lnTo>
                  <a:lnTo>
                    <a:pt x="2270799" y="94883"/>
                  </a:lnTo>
                  <a:lnTo>
                    <a:pt x="2270676" y="95051"/>
                  </a:lnTo>
                  <a:lnTo>
                    <a:pt x="2270709" y="95270"/>
                  </a:lnTo>
                  <a:lnTo>
                    <a:pt x="2270769" y="95365"/>
                  </a:lnTo>
                  <a:lnTo>
                    <a:pt x="2270779" y="95409"/>
                  </a:lnTo>
                  <a:lnTo>
                    <a:pt x="2270966" y="95680"/>
                  </a:lnTo>
                  <a:lnTo>
                    <a:pt x="2271456" y="96126"/>
                  </a:lnTo>
                  <a:lnTo>
                    <a:pt x="2271958" y="96374"/>
                  </a:lnTo>
                  <a:lnTo>
                    <a:pt x="2272338" y="96557"/>
                  </a:lnTo>
                  <a:lnTo>
                    <a:pt x="2272885" y="96725"/>
                  </a:lnTo>
                  <a:lnTo>
                    <a:pt x="2273324" y="96806"/>
                  </a:lnTo>
                  <a:lnTo>
                    <a:pt x="2273567" y="96877"/>
                  </a:lnTo>
                  <a:lnTo>
                    <a:pt x="2273640" y="96900"/>
                  </a:lnTo>
                  <a:lnTo>
                    <a:pt x="2274121" y="96981"/>
                  </a:lnTo>
                  <a:lnTo>
                    <a:pt x="2275081" y="97207"/>
                  </a:lnTo>
                  <a:lnTo>
                    <a:pt x="2275802" y="97485"/>
                  </a:lnTo>
                  <a:lnTo>
                    <a:pt x="2276394" y="97697"/>
                  </a:lnTo>
                  <a:lnTo>
                    <a:pt x="2277526" y="98228"/>
                  </a:lnTo>
                  <a:lnTo>
                    <a:pt x="2277633" y="98289"/>
                  </a:lnTo>
                  <a:lnTo>
                    <a:pt x="2277875" y="98446"/>
                  </a:lnTo>
                  <a:lnTo>
                    <a:pt x="2277920" y="98489"/>
                  </a:lnTo>
                  <a:lnTo>
                    <a:pt x="2277930" y="98497"/>
                  </a:lnTo>
                  <a:lnTo>
                    <a:pt x="2277956" y="98560"/>
                  </a:lnTo>
                  <a:lnTo>
                    <a:pt x="2277955" y="98626"/>
                  </a:lnTo>
                  <a:lnTo>
                    <a:pt x="2277945" y="98707"/>
                  </a:lnTo>
                  <a:lnTo>
                    <a:pt x="2277908" y="98842"/>
                  </a:lnTo>
                  <a:lnTo>
                    <a:pt x="2277864" y="98936"/>
                  </a:lnTo>
                  <a:lnTo>
                    <a:pt x="2277786" y="99032"/>
                  </a:lnTo>
                  <a:lnTo>
                    <a:pt x="2277745" y="99061"/>
                  </a:lnTo>
                  <a:lnTo>
                    <a:pt x="2277664" y="99117"/>
                  </a:lnTo>
                  <a:lnTo>
                    <a:pt x="2277625" y="99148"/>
                  </a:lnTo>
                  <a:lnTo>
                    <a:pt x="2277612" y="99159"/>
                  </a:lnTo>
                  <a:lnTo>
                    <a:pt x="2277552" y="99227"/>
                  </a:lnTo>
                  <a:lnTo>
                    <a:pt x="2277500" y="99325"/>
                  </a:lnTo>
                  <a:lnTo>
                    <a:pt x="2277443" y="99430"/>
                  </a:lnTo>
                  <a:lnTo>
                    <a:pt x="2277425" y="99471"/>
                  </a:lnTo>
                  <a:lnTo>
                    <a:pt x="2277386" y="99526"/>
                  </a:lnTo>
                  <a:lnTo>
                    <a:pt x="2277302" y="99629"/>
                  </a:lnTo>
                  <a:lnTo>
                    <a:pt x="2277276" y="99661"/>
                  </a:lnTo>
                  <a:lnTo>
                    <a:pt x="2277227" y="99707"/>
                  </a:lnTo>
                  <a:lnTo>
                    <a:pt x="2276983" y="99915"/>
                  </a:lnTo>
                  <a:lnTo>
                    <a:pt x="2276968" y="99922"/>
                  </a:lnTo>
                  <a:lnTo>
                    <a:pt x="2276895" y="99963"/>
                  </a:lnTo>
                  <a:lnTo>
                    <a:pt x="2276783" y="100044"/>
                  </a:lnTo>
                  <a:lnTo>
                    <a:pt x="2276694" y="100116"/>
                  </a:lnTo>
                  <a:lnTo>
                    <a:pt x="2276611" y="100184"/>
                  </a:lnTo>
                  <a:lnTo>
                    <a:pt x="2276546" y="100240"/>
                  </a:lnTo>
                  <a:lnTo>
                    <a:pt x="2276486" y="100301"/>
                  </a:lnTo>
                  <a:lnTo>
                    <a:pt x="2276423" y="100374"/>
                  </a:lnTo>
                  <a:lnTo>
                    <a:pt x="2276379" y="100434"/>
                  </a:lnTo>
                  <a:lnTo>
                    <a:pt x="2276345" y="100502"/>
                  </a:lnTo>
                  <a:lnTo>
                    <a:pt x="2276293" y="100637"/>
                  </a:lnTo>
                  <a:lnTo>
                    <a:pt x="2276218" y="100833"/>
                  </a:lnTo>
                  <a:lnTo>
                    <a:pt x="2276207" y="100873"/>
                  </a:lnTo>
                  <a:lnTo>
                    <a:pt x="2276194" y="101001"/>
                  </a:lnTo>
                  <a:lnTo>
                    <a:pt x="2276198" y="101066"/>
                  </a:lnTo>
                  <a:lnTo>
                    <a:pt x="2276212" y="101279"/>
                  </a:lnTo>
                  <a:lnTo>
                    <a:pt x="2276217" y="101372"/>
                  </a:lnTo>
                  <a:lnTo>
                    <a:pt x="2276212" y="101398"/>
                  </a:lnTo>
                  <a:lnTo>
                    <a:pt x="2276196" y="101446"/>
                  </a:lnTo>
                  <a:lnTo>
                    <a:pt x="2276152" y="101529"/>
                  </a:lnTo>
                  <a:lnTo>
                    <a:pt x="2276069" y="101651"/>
                  </a:lnTo>
                  <a:lnTo>
                    <a:pt x="2275962" y="101775"/>
                  </a:lnTo>
                  <a:lnTo>
                    <a:pt x="2275832" y="101915"/>
                  </a:lnTo>
                  <a:lnTo>
                    <a:pt x="2275731" y="102013"/>
                  </a:lnTo>
                  <a:lnTo>
                    <a:pt x="2275676" y="102061"/>
                  </a:lnTo>
                  <a:lnTo>
                    <a:pt x="2275528" y="102171"/>
                  </a:lnTo>
                  <a:lnTo>
                    <a:pt x="2275450" y="102242"/>
                  </a:lnTo>
                  <a:lnTo>
                    <a:pt x="2275385" y="102309"/>
                  </a:lnTo>
                  <a:lnTo>
                    <a:pt x="2275364" y="102331"/>
                  </a:lnTo>
                  <a:lnTo>
                    <a:pt x="2275315" y="102388"/>
                  </a:lnTo>
                  <a:lnTo>
                    <a:pt x="2275301" y="102415"/>
                  </a:lnTo>
                  <a:lnTo>
                    <a:pt x="2275289" y="102439"/>
                  </a:lnTo>
                  <a:lnTo>
                    <a:pt x="2275271" y="102504"/>
                  </a:lnTo>
                  <a:lnTo>
                    <a:pt x="2275265" y="102556"/>
                  </a:lnTo>
                  <a:lnTo>
                    <a:pt x="2275265" y="102598"/>
                  </a:lnTo>
                  <a:lnTo>
                    <a:pt x="2275276" y="102679"/>
                  </a:lnTo>
                  <a:lnTo>
                    <a:pt x="2275289" y="102774"/>
                  </a:lnTo>
                  <a:lnTo>
                    <a:pt x="2275315" y="102857"/>
                  </a:lnTo>
                  <a:lnTo>
                    <a:pt x="2275364" y="102960"/>
                  </a:lnTo>
                  <a:lnTo>
                    <a:pt x="2275411" y="103036"/>
                  </a:lnTo>
                  <a:lnTo>
                    <a:pt x="2275471" y="103115"/>
                  </a:lnTo>
                  <a:lnTo>
                    <a:pt x="2275533" y="103186"/>
                  </a:lnTo>
                  <a:lnTo>
                    <a:pt x="2275632" y="103295"/>
                  </a:lnTo>
                  <a:lnTo>
                    <a:pt x="2275728" y="103374"/>
                  </a:lnTo>
                  <a:lnTo>
                    <a:pt x="2275853" y="103465"/>
                  </a:lnTo>
                  <a:lnTo>
                    <a:pt x="2276362" y="103776"/>
                  </a:lnTo>
                  <a:lnTo>
                    <a:pt x="2276528" y="103873"/>
                  </a:lnTo>
                  <a:lnTo>
                    <a:pt x="2276688" y="103939"/>
                  </a:lnTo>
                  <a:lnTo>
                    <a:pt x="2276986" y="103998"/>
                  </a:lnTo>
                  <a:lnTo>
                    <a:pt x="2277476" y="104078"/>
                  </a:lnTo>
                  <a:lnTo>
                    <a:pt x="2278448" y="104202"/>
                  </a:lnTo>
                  <a:lnTo>
                    <a:pt x="2279428" y="104289"/>
                  </a:lnTo>
                  <a:lnTo>
                    <a:pt x="2279453" y="104290"/>
                  </a:lnTo>
                  <a:lnTo>
                    <a:pt x="2280148" y="104327"/>
                  </a:lnTo>
                  <a:lnTo>
                    <a:pt x="2280373" y="104377"/>
                  </a:lnTo>
                  <a:lnTo>
                    <a:pt x="2280485" y="104440"/>
                  </a:lnTo>
                  <a:lnTo>
                    <a:pt x="2280824" y="104824"/>
                  </a:lnTo>
                  <a:lnTo>
                    <a:pt x="2281094" y="105160"/>
                  </a:lnTo>
                  <a:lnTo>
                    <a:pt x="2281293" y="105551"/>
                  </a:lnTo>
                  <a:lnTo>
                    <a:pt x="2281474" y="106330"/>
                  </a:lnTo>
                  <a:lnTo>
                    <a:pt x="2281474" y="106680"/>
                  </a:lnTo>
                  <a:lnTo>
                    <a:pt x="2281384" y="107002"/>
                  </a:lnTo>
                  <a:lnTo>
                    <a:pt x="2281230" y="107258"/>
                  </a:lnTo>
                  <a:lnTo>
                    <a:pt x="2280805" y="107550"/>
                  </a:lnTo>
                  <a:lnTo>
                    <a:pt x="2280399" y="107718"/>
                  </a:lnTo>
                  <a:lnTo>
                    <a:pt x="2279671" y="107674"/>
                  </a:lnTo>
                  <a:lnTo>
                    <a:pt x="2279131" y="107572"/>
                  </a:lnTo>
                  <a:lnTo>
                    <a:pt x="2278397" y="107514"/>
                  </a:lnTo>
                  <a:lnTo>
                    <a:pt x="2277965" y="107441"/>
                  </a:lnTo>
                  <a:lnTo>
                    <a:pt x="2277553" y="107543"/>
                  </a:lnTo>
                  <a:lnTo>
                    <a:pt x="2277288" y="107709"/>
                  </a:lnTo>
                  <a:lnTo>
                    <a:pt x="2277213" y="107776"/>
                  </a:lnTo>
                  <a:lnTo>
                    <a:pt x="2277130" y="107854"/>
                  </a:lnTo>
                  <a:lnTo>
                    <a:pt x="2277049" y="107937"/>
                  </a:lnTo>
                  <a:lnTo>
                    <a:pt x="2277025" y="107974"/>
                  </a:lnTo>
                  <a:lnTo>
                    <a:pt x="2276838" y="108252"/>
                  </a:lnTo>
                  <a:lnTo>
                    <a:pt x="2276684" y="108683"/>
                  </a:lnTo>
                  <a:lnTo>
                    <a:pt x="2276600" y="109085"/>
                  </a:lnTo>
                  <a:lnTo>
                    <a:pt x="2276710" y="109801"/>
                  </a:lnTo>
                  <a:lnTo>
                    <a:pt x="2276941" y="110671"/>
                  </a:lnTo>
                  <a:lnTo>
                    <a:pt x="2277168" y="111086"/>
                  </a:lnTo>
                  <a:lnTo>
                    <a:pt x="2277436" y="111404"/>
                  </a:lnTo>
                  <a:lnTo>
                    <a:pt x="2277493" y="111455"/>
                  </a:lnTo>
                  <a:lnTo>
                    <a:pt x="2277566" y="111518"/>
                  </a:lnTo>
                  <a:lnTo>
                    <a:pt x="2277746" y="111675"/>
                  </a:lnTo>
                  <a:lnTo>
                    <a:pt x="2277816" y="111734"/>
                  </a:lnTo>
                  <a:lnTo>
                    <a:pt x="2277887" y="111781"/>
                  </a:lnTo>
                  <a:lnTo>
                    <a:pt x="2278442" y="112024"/>
                  </a:lnTo>
                  <a:lnTo>
                    <a:pt x="2278918" y="112192"/>
                  </a:lnTo>
                  <a:lnTo>
                    <a:pt x="2279459" y="112301"/>
                  </a:lnTo>
                  <a:lnTo>
                    <a:pt x="2279877" y="112367"/>
                  </a:lnTo>
                  <a:lnTo>
                    <a:pt x="2280193" y="112352"/>
                  </a:lnTo>
                  <a:lnTo>
                    <a:pt x="2280508" y="112272"/>
                  </a:lnTo>
                  <a:lnTo>
                    <a:pt x="2280772" y="112097"/>
                  </a:lnTo>
                  <a:lnTo>
                    <a:pt x="2281153" y="111749"/>
                  </a:lnTo>
                  <a:lnTo>
                    <a:pt x="2281191" y="111629"/>
                  </a:lnTo>
                  <a:lnTo>
                    <a:pt x="2281201" y="111385"/>
                  </a:lnTo>
                  <a:lnTo>
                    <a:pt x="2281083" y="111052"/>
                  </a:lnTo>
                  <a:lnTo>
                    <a:pt x="2281004" y="110886"/>
                  </a:lnTo>
                  <a:lnTo>
                    <a:pt x="2280911" y="110723"/>
                  </a:lnTo>
                  <a:lnTo>
                    <a:pt x="2280772" y="110554"/>
                  </a:lnTo>
                  <a:lnTo>
                    <a:pt x="2280135" y="110204"/>
                  </a:lnTo>
                  <a:lnTo>
                    <a:pt x="2279562" y="109787"/>
                  </a:lnTo>
                  <a:lnTo>
                    <a:pt x="2279279" y="109553"/>
                  </a:lnTo>
                  <a:lnTo>
                    <a:pt x="2279169" y="109275"/>
                  </a:lnTo>
                  <a:lnTo>
                    <a:pt x="2279156" y="109071"/>
                  </a:lnTo>
                  <a:lnTo>
                    <a:pt x="2279180" y="108906"/>
                  </a:lnTo>
                  <a:lnTo>
                    <a:pt x="2279224" y="108829"/>
                  </a:lnTo>
                  <a:lnTo>
                    <a:pt x="2279472" y="108676"/>
                  </a:lnTo>
                  <a:lnTo>
                    <a:pt x="2279666" y="108639"/>
                  </a:lnTo>
                  <a:lnTo>
                    <a:pt x="2279697" y="108627"/>
                  </a:lnTo>
                  <a:lnTo>
                    <a:pt x="2279832" y="108592"/>
                  </a:lnTo>
                  <a:lnTo>
                    <a:pt x="2279928" y="108568"/>
                  </a:lnTo>
                  <a:lnTo>
                    <a:pt x="2280185" y="108500"/>
                  </a:lnTo>
                  <a:lnTo>
                    <a:pt x="2280252" y="108482"/>
                  </a:lnTo>
                  <a:lnTo>
                    <a:pt x="2280283" y="108478"/>
                  </a:lnTo>
                  <a:lnTo>
                    <a:pt x="2280959" y="108303"/>
                  </a:lnTo>
                  <a:lnTo>
                    <a:pt x="2281822" y="108098"/>
                  </a:lnTo>
                  <a:lnTo>
                    <a:pt x="2282698" y="108033"/>
                  </a:lnTo>
                  <a:lnTo>
                    <a:pt x="2283213" y="108003"/>
                  </a:lnTo>
                  <a:lnTo>
                    <a:pt x="2283670" y="108215"/>
                  </a:lnTo>
                  <a:lnTo>
                    <a:pt x="2283760" y="108318"/>
                  </a:lnTo>
                  <a:lnTo>
                    <a:pt x="2283761" y="108329"/>
                  </a:lnTo>
                  <a:lnTo>
                    <a:pt x="2283772" y="108364"/>
                  </a:lnTo>
                  <a:lnTo>
                    <a:pt x="2283810" y="108438"/>
                  </a:lnTo>
                  <a:lnTo>
                    <a:pt x="2283828" y="108496"/>
                  </a:lnTo>
                  <a:lnTo>
                    <a:pt x="2283843" y="108582"/>
                  </a:lnTo>
                  <a:lnTo>
                    <a:pt x="2283843" y="108637"/>
                  </a:lnTo>
                  <a:lnTo>
                    <a:pt x="2283839" y="108829"/>
                  </a:lnTo>
                  <a:lnTo>
                    <a:pt x="2283815" y="109063"/>
                  </a:lnTo>
                  <a:lnTo>
                    <a:pt x="2283799" y="109171"/>
                  </a:lnTo>
                  <a:lnTo>
                    <a:pt x="2283765" y="109382"/>
                  </a:lnTo>
                  <a:lnTo>
                    <a:pt x="2283683" y="109626"/>
                  </a:lnTo>
                  <a:lnTo>
                    <a:pt x="2283470" y="110079"/>
                  </a:lnTo>
                  <a:lnTo>
                    <a:pt x="2283240" y="110437"/>
                  </a:lnTo>
                  <a:lnTo>
                    <a:pt x="2283011" y="110708"/>
                  </a:lnTo>
                  <a:lnTo>
                    <a:pt x="2282958" y="110773"/>
                  </a:lnTo>
                  <a:lnTo>
                    <a:pt x="2282949" y="110788"/>
                  </a:lnTo>
                  <a:lnTo>
                    <a:pt x="2282524" y="111278"/>
                  </a:lnTo>
                  <a:lnTo>
                    <a:pt x="2281880" y="111797"/>
                  </a:lnTo>
                  <a:lnTo>
                    <a:pt x="2281603" y="112038"/>
                  </a:lnTo>
                  <a:lnTo>
                    <a:pt x="2281397" y="112360"/>
                  </a:lnTo>
                  <a:lnTo>
                    <a:pt x="2281127" y="113010"/>
                  </a:lnTo>
                  <a:lnTo>
                    <a:pt x="2281060" y="113083"/>
                  </a:lnTo>
                  <a:lnTo>
                    <a:pt x="2281043" y="113121"/>
                  </a:lnTo>
                  <a:lnTo>
                    <a:pt x="2280972" y="113208"/>
                  </a:lnTo>
                  <a:lnTo>
                    <a:pt x="2280483" y="113756"/>
                  </a:lnTo>
                  <a:lnTo>
                    <a:pt x="2280322" y="114143"/>
                  </a:lnTo>
                  <a:lnTo>
                    <a:pt x="2280290" y="114370"/>
                  </a:lnTo>
                  <a:lnTo>
                    <a:pt x="2280335" y="114713"/>
                  </a:lnTo>
                  <a:lnTo>
                    <a:pt x="2280400" y="115056"/>
                  </a:lnTo>
                  <a:lnTo>
                    <a:pt x="2280521" y="115642"/>
                  </a:lnTo>
                  <a:lnTo>
                    <a:pt x="2280818" y="116621"/>
                  </a:lnTo>
                  <a:lnTo>
                    <a:pt x="2280998" y="117177"/>
                  </a:lnTo>
                  <a:lnTo>
                    <a:pt x="2281082" y="117871"/>
                  </a:lnTo>
                  <a:lnTo>
                    <a:pt x="2281236" y="118807"/>
                  </a:lnTo>
                  <a:lnTo>
                    <a:pt x="2281281" y="119384"/>
                  </a:lnTo>
                  <a:lnTo>
                    <a:pt x="2281204" y="119954"/>
                  </a:lnTo>
                  <a:lnTo>
                    <a:pt x="2281210" y="120437"/>
                  </a:lnTo>
                  <a:lnTo>
                    <a:pt x="2281307" y="121036"/>
                  </a:lnTo>
                  <a:lnTo>
                    <a:pt x="2281326" y="121285"/>
                  </a:lnTo>
                  <a:lnTo>
                    <a:pt x="2281423" y="121409"/>
                  </a:lnTo>
                  <a:lnTo>
                    <a:pt x="2281642" y="121533"/>
                  </a:lnTo>
                  <a:lnTo>
                    <a:pt x="2281977" y="121621"/>
                  </a:lnTo>
                  <a:lnTo>
                    <a:pt x="2282369" y="121774"/>
                  </a:lnTo>
                  <a:lnTo>
                    <a:pt x="2282730" y="121994"/>
                  </a:lnTo>
                  <a:lnTo>
                    <a:pt x="2283496" y="122549"/>
                  </a:lnTo>
                  <a:lnTo>
                    <a:pt x="2284320" y="123236"/>
                  </a:lnTo>
                  <a:lnTo>
                    <a:pt x="2284996" y="123938"/>
                  </a:lnTo>
                  <a:lnTo>
                    <a:pt x="2285381" y="124363"/>
                  </a:lnTo>
                  <a:lnTo>
                    <a:pt x="2285685" y="124844"/>
                  </a:lnTo>
                  <a:lnTo>
                    <a:pt x="2285868" y="125233"/>
                  </a:lnTo>
                  <a:lnTo>
                    <a:pt x="2285883" y="125252"/>
                  </a:lnTo>
                  <a:lnTo>
                    <a:pt x="2286323" y="125673"/>
                  </a:lnTo>
                  <a:lnTo>
                    <a:pt x="2286419" y="125757"/>
                  </a:lnTo>
                  <a:lnTo>
                    <a:pt x="2286552" y="125861"/>
                  </a:lnTo>
                  <a:lnTo>
                    <a:pt x="2286787" y="126029"/>
                  </a:lnTo>
                  <a:lnTo>
                    <a:pt x="2286992" y="126153"/>
                  </a:lnTo>
                  <a:lnTo>
                    <a:pt x="2287636" y="126423"/>
                  </a:lnTo>
                  <a:lnTo>
                    <a:pt x="2288505" y="126789"/>
                  </a:lnTo>
                  <a:lnTo>
                    <a:pt x="2289220" y="127154"/>
                  </a:lnTo>
                  <a:lnTo>
                    <a:pt x="2289819" y="127636"/>
                  </a:lnTo>
                  <a:lnTo>
                    <a:pt x="2290249" y="128032"/>
                  </a:lnTo>
                  <a:lnTo>
                    <a:pt x="2290399" y="128224"/>
                  </a:lnTo>
                  <a:lnTo>
                    <a:pt x="2290452" y="128293"/>
                  </a:lnTo>
                  <a:lnTo>
                    <a:pt x="2290619" y="128479"/>
                  </a:lnTo>
                  <a:lnTo>
                    <a:pt x="2290648" y="128523"/>
                  </a:lnTo>
                  <a:lnTo>
                    <a:pt x="2290709" y="128611"/>
                  </a:lnTo>
                  <a:lnTo>
                    <a:pt x="2290805" y="128737"/>
                  </a:lnTo>
                  <a:lnTo>
                    <a:pt x="2290888" y="128846"/>
                  </a:lnTo>
                  <a:lnTo>
                    <a:pt x="2291091" y="129130"/>
                  </a:lnTo>
                  <a:lnTo>
                    <a:pt x="2291235" y="129343"/>
                  </a:lnTo>
                  <a:lnTo>
                    <a:pt x="2291341" y="129502"/>
                  </a:lnTo>
                  <a:lnTo>
                    <a:pt x="2291873" y="130421"/>
                  </a:lnTo>
                  <a:lnTo>
                    <a:pt x="2292543" y="131518"/>
                  </a:lnTo>
                  <a:lnTo>
                    <a:pt x="2293219" y="132534"/>
                  </a:lnTo>
                  <a:lnTo>
                    <a:pt x="2293753" y="133608"/>
                  </a:lnTo>
                  <a:lnTo>
                    <a:pt x="2294307" y="134478"/>
                  </a:lnTo>
                  <a:lnTo>
                    <a:pt x="2294886" y="135136"/>
                  </a:lnTo>
                  <a:lnTo>
                    <a:pt x="2295286" y="135450"/>
                  </a:lnTo>
                  <a:lnTo>
                    <a:pt x="2295441" y="135523"/>
                  </a:lnTo>
                  <a:lnTo>
                    <a:pt x="2295581" y="135584"/>
                  </a:lnTo>
                  <a:lnTo>
                    <a:pt x="2295758" y="135656"/>
                  </a:lnTo>
                  <a:lnTo>
                    <a:pt x="2295920" y="135713"/>
                  </a:lnTo>
                  <a:lnTo>
                    <a:pt x="2296107" y="135765"/>
                  </a:lnTo>
                  <a:lnTo>
                    <a:pt x="2296501" y="135859"/>
                  </a:lnTo>
                  <a:lnTo>
                    <a:pt x="2296595" y="135879"/>
                  </a:lnTo>
                  <a:lnTo>
                    <a:pt x="2296692" y="135900"/>
                  </a:lnTo>
                  <a:lnTo>
                    <a:pt x="2296821" y="135929"/>
                  </a:lnTo>
                  <a:lnTo>
                    <a:pt x="2296946" y="135969"/>
                  </a:lnTo>
                  <a:lnTo>
                    <a:pt x="2297007" y="135989"/>
                  </a:lnTo>
                  <a:lnTo>
                    <a:pt x="2297052" y="136004"/>
                  </a:lnTo>
                  <a:lnTo>
                    <a:pt x="2297127" y="136035"/>
                  </a:lnTo>
                  <a:lnTo>
                    <a:pt x="2297443" y="136240"/>
                  </a:lnTo>
                  <a:lnTo>
                    <a:pt x="2297603" y="136503"/>
                  </a:lnTo>
                  <a:lnTo>
                    <a:pt x="2297616" y="136795"/>
                  </a:lnTo>
                  <a:lnTo>
                    <a:pt x="2297578" y="137088"/>
                  </a:lnTo>
                  <a:lnTo>
                    <a:pt x="2297352" y="137511"/>
                  </a:lnTo>
                  <a:lnTo>
                    <a:pt x="2296992" y="137994"/>
                  </a:lnTo>
                  <a:lnTo>
                    <a:pt x="2296863" y="138184"/>
                  </a:lnTo>
                  <a:lnTo>
                    <a:pt x="2296812" y="138345"/>
                  </a:lnTo>
                  <a:lnTo>
                    <a:pt x="2296810" y="138386"/>
                  </a:lnTo>
                  <a:lnTo>
                    <a:pt x="2296788" y="138495"/>
                  </a:lnTo>
                  <a:lnTo>
                    <a:pt x="2296792" y="138608"/>
                  </a:lnTo>
                  <a:lnTo>
                    <a:pt x="2296824" y="139112"/>
                  </a:lnTo>
                  <a:lnTo>
                    <a:pt x="2296927" y="139507"/>
                  </a:lnTo>
                  <a:lnTo>
                    <a:pt x="2297121" y="140260"/>
                  </a:lnTo>
                  <a:lnTo>
                    <a:pt x="2297339" y="140684"/>
                  </a:lnTo>
                  <a:lnTo>
                    <a:pt x="2297810" y="141305"/>
                  </a:lnTo>
                  <a:lnTo>
                    <a:pt x="2298286" y="141853"/>
                  </a:lnTo>
                  <a:lnTo>
                    <a:pt x="2298808" y="142241"/>
                  </a:lnTo>
                  <a:lnTo>
                    <a:pt x="2299072" y="142489"/>
                  </a:lnTo>
                  <a:lnTo>
                    <a:pt x="2299387" y="142913"/>
                  </a:lnTo>
                  <a:lnTo>
                    <a:pt x="2299748" y="143534"/>
                  </a:lnTo>
                  <a:lnTo>
                    <a:pt x="2300372" y="144295"/>
                  </a:lnTo>
                  <a:lnTo>
                    <a:pt x="2300424" y="144536"/>
                  </a:lnTo>
                  <a:lnTo>
                    <a:pt x="2300417" y="144719"/>
                  </a:lnTo>
                  <a:lnTo>
                    <a:pt x="2300263" y="145164"/>
                  </a:lnTo>
                  <a:lnTo>
                    <a:pt x="2300121" y="145566"/>
                  </a:lnTo>
                  <a:lnTo>
                    <a:pt x="2300057" y="146085"/>
                  </a:lnTo>
                  <a:lnTo>
                    <a:pt x="2299934" y="146327"/>
                  </a:lnTo>
                  <a:lnTo>
                    <a:pt x="2299554" y="146524"/>
                  </a:lnTo>
                  <a:lnTo>
                    <a:pt x="2298724" y="146853"/>
                  </a:lnTo>
                  <a:lnTo>
                    <a:pt x="2298635" y="146908"/>
                  </a:lnTo>
                  <a:lnTo>
                    <a:pt x="2298614" y="146912"/>
                  </a:lnTo>
                  <a:lnTo>
                    <a:pt x="2298549" y="146925"/>
                  </a:lnTo>
                  <a:lnTo>
                    <a:pt x="2298257" y="147121"/>
                  </a:lnTo>
                  <a:lnTo>
                    <a:pt x="2298125" y="147305"/>
                  </a:lnTo>
                  <a:lnTo>
                    <a:pt x="2298054" y="147513"/>
                  </a:lnTo>
                  <a:lnTo>
                    <a:pt x="2297963" y="148124"/>
                  </a:lnTo>
                  <a:lnTo>
                    <a:pt x="2297912" y="148424"/>
                  </a:lnTo>
                  <a:lnTo>
                    <a:pt x="2297647" y="148990"/>
                  </a:lnTo>
                  <a:lnTo>
                    <a:pt x="2297526" y="149163"/>
                  </a:lnTo>
                  <a:lnTo>
                    <a:pt x="2297312" y="149347"/>
                  </a:lnTo>
                  <a:lnTo>
                    <a:pt x="2297129" y="149520"/>
                  </a:lnTo>
                  <a:lnTo>
                    <a:pt x="2297112" y="149588"/>
                  </a:lnTo>
                  <a:lnTo>
                    <a:pt x="2297066" y="149692"/>
                  </a:lnTo>
                  <a:lnTo>
                    <a:pt x="2297066" y="149819"/>
                  </a:lnTo>
                  <a:lnTo>
                    <a:pt x="2297148" y="150073"/>
                  </a:lnTo>
                  <a:lnTo>
                    <a:pt x="2297269" y="150350"/>
                  </a:lnTo>
                  <a:lnTo>
                    <a:pt x="2297676" y="150696"/>
                  </a:lnTo>
                  <a:lnTo>
                    <a:pt x="2298225" y="150903"/>
                  </a:lnTo>
                  <a:lnTo>
                    <a:pt x="2298596" y="150970"/>
                  </a:lnTo>
                  <a:lnTo>
                    <a:pt x="2298781" y="150977"/>
                  </a:lnTo>
                  <a:lnTo>
                    <a:pt x="2298975" y="150960"/>
                  </a:lnTo>
                  <a:lnTo>
                    <a:pt x="2299067" y="150958"/>
                  </a:lnTo>
                  <a:lnTo>
                    <a:pt x="2299176" y="150957"/>
                  </a:lnTo>
                  <a:lnTo>
                    <a:pt x="2299285" y="150965"/>
                  </a:lnTo>
                  <a:lnTo>
                    <a:pt x="2299352" y="150977"/>
                  </a:lnTo>
                  <a:lnTo>
                    <a:pt x="2299361" y="150980"/>
                  </a:lnTo>
                  <a:lnTo>
                    <a:pt x="2299443" y="151000"/>
                  </a:lnTo>
                  <a:lnTo>
                    <a:pt x="2299517" y="151022"/>
                  </a:lnTo>
                  <a:lnTo>
                    <a:pt x="2299550" y="151033"/>
                  </a:lnTo>
                  <a:lnTo>
                    <a:pt x="2299598" y="151048"/>
                  </a:lnTo>
                  <a:lnTo>
                    <a:pt x="2299623" y="151059"/>
                  </a:lnTo>
                  <a:lnTo>
                    <a:pt x="2299987" y="151307"/>
                  </a:lnTo>
                  <a:lnTo>
                    <a:pt x="2300047" y="151356"/>
                  </a:lnTo>
                  <a:lnTo>
                    <a:pt x="2300097" y="151408"/>
                  </a:lnTo>
                  <a:lnTo>
                    <a:pt x="2300127" y="151449"/>
                  </a:lnTo>
                  <a:lnTo>
                    <a:pt x="2300160" y="151501"/>
                  </a:lnTo>
                  <a:lnTo>
                    <a:pt x="2300183" y="151540"/>
                  </a:lnTo>
                  <a:lnTo>
                    <a:pt x="2300223" y="151610"/>
                  </a:lnTo>
                  <a:lnTo>
                    <a:pt x="2300246" y="151664"/>
                  </a:lnTo>
                  <a:lnTo>
                    <a:pt x="2300254" y="151684"/>
                  </a:lnTo>
                  <a:lnTo>
                    <a:pt x="2300277" y="151849"/>
                  </a:lnTo>
                  <a:lnTo>
                    <a:pt x="2300257" y="152103"/>
                  </a:lnTo>
                  <a:lnTo>
                    <a:pt x="2300277" y="152472"/>
                  </a:lnTo>
                  <a:lnTo>
                    <a:pt x="2300349" y="152795"/>
                  </a:lnTo>
                  <a:lnTo>
                    <a:pt x="2300349" y="153049"/>
                  </a:lnTo>
                  <a:lnTo>
                    <a:pt x="2300196" y="153522"/>
                  </a:lnTo>
                  <a:lnTo>
                    <a:pt x="2299956" y="153892"/>
                  </a:lnTo>
                  <a:lnTo>
                    <a:pt x="2299929" y="153920"/>
                  </a:lnTo>
                  <a:lnTo>
                    <a:pt x="2299896" y="153957"/>
                  </a:lnTo>
                  <a:lnTo>
                    <a:pt x="2299751" y="154126"/>
                  </a:lnTo>
                  <a:lnTo>
                    <a:pt x="2299715" y="154171"/>
                  </a:lnTo>
                  <a:lnTo>
                    <a:pt x="2299689" y="154204"/>
                  </a:lnTo>
                  <a:lnTo>
                    <a:pt x="2299549" y="154386"/>
                  </a:lnTo>
                  <a:lnTo>
                    <a:pt x="2299249" y="154735"/>
                  </a:lnTo>
                  <a:lnTo>
                    <a:pt x="2299198" y="154788"/>
                  </a:lnTo>
                  <a:lnTo>
                    <a:pt x="2299170" y="154816"/>
                  </a:lnTo>
                  <a:lnTo>
                    <a:pt x="2299119" y="154860"/>
                  </a:lnTo>
                  <a:lnTo>
                    <a:pt x="2299078" y="154893"/>
                  </a:lnTo>
                  <a:lnTo>
                    <a:pt x="2299037" y="154924"/>
                  </a:lnTo>
                  <a:lnTo>
                    <a:pt x="2299013" y="154943"/>
                  </a:lnTo>
                  <a:lnTo>
                    <a:pt x="2298991" y="154960"/>
                  </a:lnTo>
                  <a:lnTo>
                    <a:pt x="2298968" y="154980"/>
                  </a:lnTo>
                  <a:lnTo>
                    <a:pt x="2298933" y="155015"/>
                  </a:lnTo>
                  <a:lnTo>
                    <a:pt x="2298911" y="155042"/>
                  </a:lnTo>
                  <a:lnTo>
                    <a:pt x="2298743" y="155495"/>
                  </a:lnTo>
                  <a:lnTo>
                    <a:pt x="2298731" y="155544"/>
                  </a:lnTo>
                  <a:lnTo>
                    <a:pt x="2298717" y="156036"/>
                  </a:lnTo>
                  <a:lnTo>
                    <a:pt x="2298753" y="156233"/>
                  </a:lnTo>
                  <a:lnTo>
                    <a:pt x="2298885" y="156510"/>
                  </a:lnTo>
                  <a:lnTo>
                    <a:pt x="2299264" y="156960"/>
                  </a:lnTo>
                  <a:lnTo>
                    <a:pt x="2299473" y="157177"/>
                  </a:lnTo>
                  <a:lnTo>
                    <a:pt x="2299509" y="157210"/>
                  </a:lnTo>
                  <a:lnTo>
                    <a:pt x="2299719" y="157479"/>
                  </a:lnTo>
                  <a:lnTo>
                    <a:pt x="2300166" y="157998"/>
                  </a:lnTo>
                  <a:lnTo>
                    <a:pt x="2300704" y="158575"/>
                  </a:lnTo>
                  <a:lnTo>
                    <a:pt x="2301233" y="158875"/>
                  </a:lnTo>
                  <a:lnTo>
                    <a:pt x="2301944" y="159025"/>
                  </a:lnTo>
                  <a:lnTo>
                    <a:pt x="2302716" y="159198"/>
                  </a:lnTo>
                  <a:lnTo>
                    <a:pt x="2303364" y="159345"/>
                  </a:lnTo>
                  <a:lnTo>
                    <a:pt x="2303483" y="159384"/>
                  </a:lnTo>
                  <a:lnTo>
                    <a:pt x="2303830" y="159482"/>
                  </a:lnTo>
                  <a:lnTo>
                    <a:pt x="2303890" y="159501"/>
                  </a:lnTo>
                  <a:lnTo>
                    <a:pt x="2303956" y="159521"/>
                  </a:lnTo>
                  <a:lnTo>
                    <a:pt x="2303999" y="159539"/>
                  </a:lnTo>
                  <a:lnTo>
                    <a:pt x="2304060" y="159566"/>
                  </a:lnTo>
                  <a:lnTo>
                    <a:pt x="2304131" y="159592"/>
                  </a:lnTo>
                  <a:lnTo>
                    <a:pt x="2304255" y="159636"/>
                  </a:lnTo>
                  <a:lnTo>
                    <a:pt x="2304459" y="159704"/>
                  </a:lnTo>
                  <a:lnTo>
                    <a:pt x="2304735" y="159796"/>
                  </a:lnTo>
                  <a:lnTo>
                    <a:pt x="2304834" y="159835"/>
                  </a:lnTo>
                  <a:lnTo>
                    <a:pt x="2305077" y="159934"/>
                  </a:lnTo>
                  <a:lnTo>
                    <a:pt x="2305196" y="159986"/>
                  </a:lnTo>
                  <a:lnTo>
                    <a:pt x="2305229" y="160000"/>
                  </a:lnTo>
                  <a:lnTo>
                    <a:pt x="2305277" y="160023"/>
                  </a:lnTo>
                  <a:lnTo>
                    <a:pt x="2305359" y="160060"/>
                  </a:lnTo>
                  <a:lnTo>
                    <a:pt x="2305485" y="160113"/>
                  </a:lnTo>
                  <a:lnTo>
                    <a:pt x="2305579" y="160150"/>
                  </a:lnTo>
                  <a:lnTo>
                    <a:pt x="2305615" y="160160"/>
                  </a:lnTo>
                  <a:lnTo>
                    <a:pt x="2306233" y="160283"/>
                  </a:lnTo>
                  <a:lnTo>
                    <a:pt x="2306974" y="160375"/>
                  </a:lnTo>
                  <a:lnTo>
                    <a:pt x="2307879" y="160490"/>
                  </a:lnTo>
                  <a:lnTo>
                    <a:pt x="2308712" y="160779"/>
                  </a:lnTo>
                  <a:lnTo>
                    <a:pt x="2309271" y="160917"/>
                  </a:lnTo>
                  <a:lnTo>
                    <a:pt x="2310191" y="161071"/>
                  </a:lnTo>
                  <a:lnTo>
                    <a:pt x="2310402" y="161179"/>
                  </a:lnTo>
                  <a:lnTo>
                    <a:pt x="2310431" y="161213"/>
                  </a:lnTo>
                  <a:lnTo>
                    <a:pt x="2310592" y="161563"/>
                  </a:lnTo>
                  <a:lnTo>
                    <a:pt x="2310653" y="162075"/>
                  </a:lnTo>
                  <a:lnTo>
                    <a:pt x="2310633" y="162371"/>
                  </a:lnTo>
                  <a:lnTo>
                    <a:pt x="2310470" y="163605"/>
                  </a:lnTo>
                  <a:lnTo>
                    <a:pt x="2310365" y="164221"/>
                  </a:lnTo>
                  <a:lnTo>
                    <a:pt x="2310165" y="164759"/>
                  </a:lnTo>
                  <a:lnTo>
                    <a:pt x="2309891" y="165393"/>
                  </a:lnTo>
                  <a:lnTo>
                    <a:pt x="2309515" y="165981"/>
                  </a:lnTo>
                  <a:lnTo>
                    <a:pt x="2308915" y="166708"/>
                  </a:lnTo>
                  <a:lnTo>
                    <a:pt x="2308169" y="167400"/>
                  </a:lnTo>
                  <a:lnTo>
                    <a:pt x="2308000" y="167519"/>
                  </a:lnTo>
                  <a:lnTo>
                    <a:pt x="2307810" y="167647"/>
                  </a:lnTo>
                  <a:lnTo>
                    <a:pt x="2307495" y="167936"/>
                  </a:lnTo>
                  <a:lnTo>
                    <a:pt x="2306853" y="168705"/>
                  </a:lnTo>
                  <a:lnTo>
                    <a:pt x="2306478" y="169329"/>
                  </a:lnTo>
                  <a:lnTo>
                    <a:pt x="2306267" y="169791"/>
                  </a:lnTo>
                  <a:lnTo>
                    <a:pt x="2305942" y="170935"/>
                  </a:lnTo>
                  <a:lnTo>
                    <a:pt x="2305880" y="171096"/>
                  </a:lnTo>
                  <a:lnTo>
                    <a:pt x="2305703" y="171942"/>
                  </a:lnTo>
                  <a:lnTo>
                    <a:pt x="2305698" y="172052"/>
                  </a:lnTo>
                  <a:lnTo>
                    <a:pt x="2305665" y="172643"/>
                  </a:lnTo>
                  <a:lnTo>
                    <a:pt x="2305778" y="173260"/>
                  </a:lnTo>
                  <a:lnTo>
                    <a:pt x="2305836" y="173381"/>
                  </a:lnTo>
                  <a:lnTo>
                    <a:pt x="2306226" y="173925"/>
                  </a:lnTo>
                  <a:lnTo>
                    <a:pt x="2306796" y="174516"/>
                  </a:lnTo>
                  <a:lnTo>
                    <a:pt x="2307503" y="175180"/>
                  </a:lnTo>
                  <a:lnTo>
                    <a:pt x="2307584" y="175319"/>
                  </a:lnTo>
                  <a:lnTo>
                    <a:pt x="2307672" y="175400"/>
                  </a:lnTo>
                  <a:lnTo>
                    <a:pt x="2307769" y="175555"/>
                  </a:lnTo>
                  <a:lnTo>
                    <a:pt x="2307852" y="175900"/>
                  </a:lnTo>
                  <a:lnTo>
                    <a:pt x="2307926" y="176279"/>
                  </a:lnTo>
                  <a:lnTo>
                    <a:pt x="2307885" y="176869"/>
                  </a:lnTo>
                  <a:lnTo>
                    <a:pt x="2307584" y="177654"/>
                  </a:lnTo>
                  <a:lnTo>
                    <a:pt x="2307316" y="178706"/>
                  </a:lnTo>
                  <a:lnTo>
                    <a:pt x="2307064" y="179721"/>
                  </a:lnTo>
                  <a:lnTo>
                    <a:pt x="2307080" y="179952"/>
                  </a:lnTo>
                  <a:lnTo>
                    <a:pt x="2307161" y="180487"/>
                  </a:lnTo>
                  <a:lnTo>
                    <a:pt x="2307275" y="181050"/>
                  </a:lnTo>
                  <a:lnTo>
                    <a:pt x="2307495" y="181456"/>
                  </a:lnTo>
                  <a:lnTo>
                    <a:pt x="2307812" y="182030"/>
                  </a:lnTo>
                  <a:lnTo>
                    <a:pt x="2308405" y="182582"/>
                  </a:lnTo>
                  <a:lnTo>
                    <a:pt x="2308836" y="182905"/>
                  </a:lnTo>
                  <a:lnTo>
                    <a:pt x="2309365" y="183090"/>
                  </a:lnTo>
                  <a:lnTo>
                    <a:pt x="2310462" y="183228"/>
                  </a:lnTo>
                  <a:lnTo>
                    <a:pt x="2311389" y="183293"/>
                  </a:lnTo>
                  <a:lnTo>
                    <a:pt x="2312218" y="183413"/>
                  </a:lnTo>
                  <a:lnTo>
                    <a:pt x="2312345" y="183444"/>
                  </a:lnTo>
                  <a:lnTo>
                    <a:pt x="2312771" y="183487"/>
                  </a:lnTo>
                  <a:lnTo>
                    <a:pt x="2313047" y="183634"/>
                  </a:lnTo>
                  <a:lnTo>
                    <a:pt x="2313267" y="183837"/>
                  </a:lnTo>
                  <a:lnTo>
                    <a:pt x="2313324" y="184031"/>
                  </a:lnTo>
                  <a:lnTo>
                    <a:pt x="2313389" y="184299"/>
                  </a:lnTo>
                  <a:lnTo>
                    <a:pt x="2313389" y="184677"/>
                  </a:lnTo>
                  <a:lnTo>
                    <a:pt x="2313381" y="185314"/>
                  </a:lnTo>
                  <a:lnTo>
                    <a:pt x="2313486" y="185951"/>
                  </a:lnTo>
                  <a:lnTo>
                    <a:pt x="2313543" y="186929"/>
                  </a:lnTo>
                  <a:lnTo>
                    <a:pt x="2313633" y="187438"/>
                  </a:lnTo>
                  <a:lnTo>
                    <a:pt x="2313681" y="187575"/>
                  </a:lnTo>
                  <a:lnTo>
                    <a:pt x="2313787" y="187880"/>
                  </a:lnTo>
                  <a:lnTo>
                    <a:pt x="2313877" y="188122"/>
                  </a:lnTo>
                  <a:lnTo>
                    <a:pt x="2314245" y="188613"/>
                  </a:lnTo>
                  <a:lnTo>
                    <a:pt x="2314944" y="189233"/>
                  </a:lnTo>
                  <a:lnTo>
                    <a:pt x="2315617" y="189620"/>
                  </a:lnTo>
                  <a:lnTo>
                    <a:pt x="2315814" y="189694"/>
                  </a:lnTo>
                  <a:lnTo>
                    <a:pt x="2316449" y="189882"/>
                  </a:lnTo>
                  <a:lnTo>
                    <a:pt x="2317427" y="190393"/>
                  </a:lnTo>
                  <a:lnTo>
                    <a:pt x="2317646" y="190559"/>
                  </a:lnTo>
                  <a:lnTo>
                    <a:pt x="2317706" y="190590"/>
                  </a:lnTo>
                  <a:lnTo>
                    <a:pt x="2317766" y="190624"/>
                  </a:lnTo>
                  <a:lnTo>
                    <a:pt x="2317828" y="190668"/>
                  </a:lnTo>
                  <a:lnTo>
                    <a:pt x="2318106" y="190865"/>
                  </a:lnTo>
                  <a:lnTo>
                    <a:pt x="2318126" y="190884"/>
                  </a:lnTo>
                  <a:lnTo>
                    <a:pt x="2318431" y="191237"/>
                  </a:lnTo>
                  <a:lnTo>
                    <a:pt x="2318920" y="192059"/>
                  </a:lnTo>
                  <a:lnTo>
                    <a:pt x="2319129" y="192405"/>
                  </a:lnTo>
                  <a:lnTo>
                    <a:pt x="2319386" y="192643"/>
                  </a:lnTo>
                  <a:lnTo>
                    <a:pt x="2319580" y="192708"/>
                  </a:lnTo>
                  <a:lnTo>
                    <a:pt x="2320031" y="192744"/>
                  </a:lnTo>
                  <a:lnTo>
                    <a:pt x="2320393" y="192722"/>
                  </a:lnTo>
                  <a:lnTo>
                    <a:pt x="2321003" y="192636"/>
                  </a:lnTo>
                  <a:lnTo>
                    <a:pt x="2321314" y="192737"/>
                  </a:lnTo>
                  <a:lnTo>
                    <a:pt x="2321676" y="192852"/>
                  </a:lnTo>
                  <a:lnTo>
                    <a:pt x="2321844" y="192944"/>
                  </a:lnTo>
                  <a:lnTo>
                    <a:pt x="2321943" y="192989"/>
                  </a:lnTo>
                  <a:lnTo>
                    <a:pt x="2322502" y="193227"/>
                  </a:lnTo>
                  <a:lnTo>
                    <a:pt x="2322881" y="193281"/>
                  </a:lnTo>
                  <a:lnTo>
                    <a:pt x="2323204" y="193273"/>
                  </a:lnTo>
                  <a:lnTo>
                    <a:pt x="2323277" y="193256"/>
                  </a:lnTo>
                  <a:lnTo>
                    <a:pt x="2323607" y="193184"/>
                  </a:lnTo>
                  <a:lnTo>
                    <a:pt x="2323982" y="193076"/>
                  </a:lnTo>
                  <a:lnTo>
                    <a:pt x="2324274" y="192888"/>
                  </a:lnTo>
                  <a:lnTo>
                    <a:pt x="2324674" y="192614"/>
                  </a:lnTo>
                  <a:lnTo>
                    <a:pt x="2325055" y="192427"/>
                  </a:lnTo>
                  <a:lnTo>
                    <a:pt x="2325115" y="192397"/>
                  </a:lnTo>
                  <a:lnTo>
                    <a:pt x="2325120" y="192392"/>
                  </a:lnTo>
                  <a:lnTo>
                    <a:pt x="2325153" y="192367"/>
                  </a:lnTo>
                  <a:lnTo>
                    <a:pt x="2325194" y="192341"/>
                  </a:lnTo>
                  <a:lnTo>
                    <a:pt x="2325253" y="192310"/>
                  </a:lnTo>
                  <a:lnTo>
                    <a:pt x="2325302" y="192290"/>
                  </a:lnTo>
                  <a:lnTo>
                    <a:pt x="2325361" y="192270"/>
                  </a:lnTo>
                  <a:lnTo>
                    <a:pt x="2325451" y="192241"/>
                  </a:lnTo>
                  <a:lnTo>
                    <a:pt x="2325556" y="192214"/>
                  </a:lnTo>
                  <a:lnTo>
                    <a:pt x="2325642" y="192201"/>
                  </a:lnTo>
                  <a:lnTo>
                    <a:pt x="2325653" y="192199"/>
                  </a:lnTo>
                  <a:lnTo>
                    <a:pt x="2325938" y="192248"/>
                  </a:lnTo>
                  <a:lnTo>
                    <a:pt x="2326014" y="192290"/>
                  </a:lnTo>
                  <a:lnTo>
                    <a:pt x="2326490" y="192636"/>
                  </a:lnTo>
                  <a:lnTo>
                    <a:pt x="2326846" y="192780"/>
                  </a:lnTo>
                  <a:lnTo>
                    <a:pt x="2327094" y="192859"/>
                  </a:lnTo>
                  <a:lnTo>
                    <a:pt x="2327551" y="192960"/>
                  </a:lnTo>
                  <a:lnTo>
                    <a:pt x="2327706" y="193027"/>
                  </a:lnTo>
                  <a:lnTo>
                    <a:pt x="2327977" y="193213"/>
                  </a:lnTo>
                  <a:lnTo>
                    <a:pt x="2328402" y="193521"/>
                  </a:lnTo>
                  <a:lnTo>
                    <a:pt x="2328942" y="193862"/>
                  </a:lnTo>
                  <a:lnTo>
                    <a:pt x="2329514" y="194071"/>
                  </a:lnTo>
                  <a:lnTo>
                    <a:pt x="2330149" y="194251"/>
                  </a:lnTo>
                  <a:lnTo>
                    <a:pt x="2331178" y="194554"/>
                  </a:lnTo>
                  <a:lnTo>
                    <a:pt x="2331293" y="194592"/>
                  </a:lnTo>
                  <a:lnTo>
                    <a:pt x="2331465" y="194625"/>
                  </a:lnTo>
                  <a:lnTo>
                    <a:pt x="2331742" y="194607"/>
                  </a:lnTo>
                  <a:lnTo>
                    <a:pt x="2332351" y="194496"/>
                  </a:lnTo>
                  <a:lnTo>
                    <a:pt x="2332920" y="194514"/>
                  </a:lnTo>
                  <a:lnTo>
                    <a:pt x="2333676" y="194736"/>
                  </a:lnTo>
                  <a:lnTo>
                    <a:pt x="2334408" y="194967"/>
                  </a:lnTo>
                  <a:lnTo>
                    <a:pt x="2335335" y="195124"/>
                  </a:lnTo>
                  <a:lnTo>
                    <a:pt x="2335926" y="195062"/>
                  </a:lnTo>
                  <a:lnTo>
                    <a:pt x="2335989" y="195036"/>
                  </a:lnTo>
                  <a:lnTo>
                    <a:pt x="2336095" y="194990"/>
                  </a:lnTo>
                  <a:lnTo>
                    <a:pt x="2336206" y="194935"/>
                  </a:lnTo>
                  <a:lnTo>
                    <a:pt x="2336264" y="194904"/>
                  </a:lnTo>
                  <a:lnTo>
                    <a:pt x="2336488" y="194802"/>
                  </a:lnTo>
                  <a:lnTo>
                    <a:pt x="2336557" y="194775"/>
                  </a:lnTo>
                  <a:lnTo>
                    <a:pt x="2336684" y="194681"/>
                  </a:lnTo>
                  <a:lnTo>
                    <a:pt x="2337132" y="194275"/>
                  </a:lnTo>
                  <a:lnTo>
                    <a:pt x="2337440" y="194025"/>
                  </a:lnTo>
                  <a:lnTo>
                    <a:pt x="2338083" y="193832"/>
                  </a:lnTo>
                  <a:lnTo>
                    <a:pt x="2338774" y="193767"/>
                  </a:lnTo>
                  <a:lnTo>
                    <a:pt x="2339270" y="193767"/>
                  </a:lnTo>
                  <a:lnTo>
                    <a:pt x="2339692" y="193832"/>
                  </a:lnTo>
                  <a:lnTo>
                    <a:pt x="2340123" y="194016"/>
                  </a:lnTo>
                  <a:lnTo>
                    <a:pt x="2340635" y="194395"/>
                  </a:lnTo>
                  <a:lnTo>
                    <a:pt x="2341253" y="194810"/>
                  </a:lnTo>
                  <a:lnTo>
                    <a:pt x="2341539" y="194899"/>
                  </a:lnTo>
                  <a:lnTo>
                    <a:pt x="2341880" y="194854"/>
                  </a:lnTo>
                  <a:lnTo>
                    <a:pt x="2341961" y="194828"/>
                  </a:lnTo>
                  <a:lnTo>
                    <a:pt x="2342416" y="194588"/>
                  </a:lnTo>
                  <a:lnTo>
                    <a:pt x="2342863" y="194164"/>
                  </a:lnTo>
                  <a:lnTo>
                    <a:pt x="2343058" y="193905"/>
                  </a:lnTo>
                  <a:lnTo>
                    <a:pt x="2343115" y="193776"/>
                  </a:lnTo>
                  <a:lnTo>
                    <a:pt x="2343123" y="193754"/>
                  </a:lnTo>
                  <a:lnTo>
                    <a:pt x="2343123" y="193748"/>
                  </a:lnTo>
                  <a:lnTo>
                    <a:pt x="2343066" y="193555"/>
                  </a:lnTo>
                  <a:lnTo>
                    <a:pt x="2343042" y="193259"/>
                  </a:lnTo>
                  <a:lnTo>
                    <a:pt x="2343075" y="193018"/>
                  </a:lnTo>
                  <a:lnTo>
                    <a:pt x="2343221" y="192835"/>
                  </a:lnTo>
                  <a:lnTo>
                    <a:pt x="2343538" y="192687"/>
                  </a:lnTo>
                  <a:lnTo>
                    <a:pt x="2344481" y="192521"/>
                  </a:lnTo>
                  <a:lnTo>
                    <a:pt x="2345497" y="192558"/>
                  </a:lnTo>
                  <a:lnTo>
                    <a:pt x="2346530" y="192650"/>
                  </a:lnTo>
                  <a:lnTo>
                    <a:pt x="2347440" y="192623"/>
                  </a:lnTo>
                  <a:lnTo>
                    <a:pt x="2348432" y="192521"/>
                  </a:lnTo>
                  <a:lnTo>
                    <a:pt x="2349350" y="192240"/>
                  </a:lnTo>
                  <a:lnTo>
                    <a:pt x="2349679" y="192065"/>
                  </a:lnTo>
                  <a:lnTo>
                    <a:pt x="2349697" y="192055"/>
                  </a:lnTo>
                  <a:lnTo>
                    <a:pt x="2349746" y="192033"/>
                  </a:lnTo>
                  <a:lnTo>
                    <a:pt x="2349824" y="192003"/>
                  </a:lnTo>
                  <a:lnTo>
                    <a:pt x="2349907" y="191979"/>
                  </a:lnTo>
                  <a:lnTo>
                    <a:pt x="2350017" y="191948"/>
                  </a:lnTo>
                  <a:lnTo>
                    <a:pt x="2350041" y="191942"/>
                  </a:lnTo>
                  <a:lnTo>
                    <a:pt x="2350168" y="191911"/>
                  </a:lnTo>
                  <a:lnTo>
                    <a:pt x="2350268" y="191890"/>
                  </a:lnTo>
                  <a:lnTo>
                    <a:pt x="2350351" y="191876"/>
                  </a:lnTo>
                  <a:lnTo>
                    <a:pt x="2350432" y="191867"/>
                  </a:lnTo>
                  <a:lnTo>
                    <a:pt x="2350481" y="191864"/>
                  </a:lnTo>
                  <a:lnTo>
                    <a:pt x="2350529" y="191864"/>
                  </a:lnTo>
                  <a:lnTo>
                    <a:pt x="2350565" y="191865"/>
                  </a:lnTo>
                  <a:lnTo>
                    <a:pt x="2350613" y="191869"/>
                  </a:lnTo>
                  <a:lnTo>
                    <a:pt x="2351172" y="191986"/>
                  </a:lnTo>
                  <a:lnTo>
                    <a:pt x="2352074" y="192226"/>
                  </a:lnTo>
                  <a:lnTo>
                    <a:pt x="2352977" y="192438"/>
                  </a:lnTo>
                  <a:lnTo>
                    <a:pt x="2353724" y="192623"/>
                  </a:lnTo>
                  <a:lnTo>
                    <a:pt x="2354196" y="192807"/>
                  </a:lnTo>
                  <a:lnTo>
                    <a:pt x="2354812" y="193073"/>
                  </a:lnTo>
                  <a:lnTo>
                    <a:pt x="2355147" y="193195"/>
                  </a:lnTo>
                  <a:lnTo>
                    <a:pt x="2355952" y="193425"/>
                  </a:lnTo>
                  <a:lnTo>
                    <a:pt x="2356830" y="193545"/>
                  </a:lnTo>
                  <a:lnTo>
                    <a:pt x="2357367" y="193702"/>
                  </a:lnTo>
                  <a:lnTo>
                    <a:pt x="2357922" y="193886"/>
                  </a:lnTo>
                  <a:lnTo>
                    <a:pt x="2358107" y="193869"/>
                  </a:lnTo>
                  <a:lnTo>
                    <a:pt x="2358269" y="193795"/>
                  </a:lnTo>
                  <a:lnTo>
                    <a:pt x="2358378" y="193632"/>
                  </a:lnTo>
                  <a:lnTo>
                    <a:pt x="2358445" y="193556"/>
                  </a:lnTo>
                  <a:lnTo>
                    <a:pt x="2358482" y="193508"/>
                  </a:lnTo>
                  <a:lnTo>
                    <a:pt x="2358485" y="193503"/>
                  </a:lnTo>
                  <a:lnTo>
                    <a:pt x="2358505" y="193469"/>
                  </a:lnTo>
                  <a:lnTo>
                    <a:pt x="2358522" y="193430"/>
                  </a:lnTo>
                  <a:lnTo>
                    <a:pt x="2358528" y="193404"/>
                  </a:lnTo>
                  <a:lnTo>
                    <a:pt x="2358595" y="193032"/>
                  </a:lnTo>
                  <a:lnTo>
                    <a:pt x="2358600" y="192980"/>
                  </a:lnTo>
                  <a:lnTo>
                    <a:pt x="2358599" y="192918"/>
                  </a:lnTo>
                  <a:lnTo>
                    <a:pt x="2358599" y="192906"/>
                  </a:lnTo>
                  <a:lnTo>
                    <a:pt x="2358604" y="192868"/>
                  </a:lnTo>
                  <a:lnTo>
                    <a:pt x="2358613" y="192809"/>
                  </a:lnTo>
                  <a:lnTo>
                    <a:pt x="2358634" y="192701"/>
                  </a:lnTo>
                  <a:lnTo>
                    <a:pt x="2358654" y="192637"/>
                  </a:lnTo>
                  <a:lnTo>
                    <a:pt x="2358675" y="192583"/>
                  </a:lnTo>
                  <a:lnTo>
                    <a:pt x="2358700" y="192523"/>
                  </a:lnTo>
                  <a:lnTo>
                    <a:pt x="2358724" y="192482"/>
                  </a:lnTo>
                  <a:lnTo>
                    <a:pt x="2358745" y="192459"/>
                  </a:lnTo>
                  <a:lnTo>
                    <a:pt x="2358767" y="192438"/>
                  </a:lnTo>
                  <a:lnTo>
                    <a:pt x="2358792" y="192416"/>
                  </a:lnTo>
                  <a:lnTo>
                    <a:pt x="2358821" y="192397"/>
                  </a:lnTo>
                  <a:lnTo>
                    <a:pt x="2358845" y="192387"/>
                  </a:lnTo>
                  <a:lnTo>
                    <a:pt x="2358888" y="192372"/>
                  </a:lnTo>
                  <a:lnTo>
                    <a:pt x="2359173" y="192315"/>
                  </a:lnTo>
                  <a:lnTo>
                    <a:pt x="2359280" y="192296"/>
                  </a:lnTo>
                  <a:lnTo>
                    <a:pt x="2359330" y="192291"/>
                  </a:lnTo>
                  <a:lnTo>
                    <a:pt x="2359384" y="192287"/>
                  </a:lnTo>
                  <a:lnTo>
                    <a:pt x="2359474" y="192288"/>
                  </a:lnTo>
                  <a:lnTo>
                    <a:pt x="2359540" y="192289"/>
                  </a:lnTo>
                  <a:lnTo>
                    <a:pt x="2359625" y="192304"/>
                  </a:lnTo>
                  <a:lnTo>
                    <a:pt x="2359644" y="192312"/>
                  </a:lnTo>
                  <a:lnTo>
                    <a:pt x="2359693" y="192331"/>
                  </a:lnTo>
                  <a:lnTo>
                    <a:pt x="2359772" y="192364"/>
                  </a:lnTo>
                  <a:lnTo>
                    <a:pt x="2359827" y="192394"/>
                  </a:lnTo>
                  <a:lnTo>
                    <a:pt x="2360245" y="192539"/>
                  </a:lnTo>
                  <a:lnTo>
                    <a:pt x="2361017" y="192687"/>
                  </a:lnTo>
                  <a:lnTo>
                    <a:pt x="2361570" y="193010"/>
                  </a:lnTo>
                  <a:lnTo>
                    <a:pt x="2361708" y="193186"/>
                  </a:lnTo>
                  <a:lnTo>
                    <a:pt x="2361903" y="193822"/>
                  </a:lnTo>
                  <a:lnTo>
                    <a:pt x="2361846" y="194099"/>
                  </a:lnTo>
                  <a:lnTo>
                    <a:pt x="2361820" y="194152"/>
                  </a:lnTo>
                  <a:lnTo>
                    <a:pt x="2361814" y="194171"/>
                  </a:lnTo>
                  <a:lnTo>
                    <a:pt x="2361754" y="194331"/>
                  </a:lnTo>
                  <a:lnTo>
                    <a:pt x="2361654" y="194598"/>
                  </a:lnTo>
                  <a:lnTo>
                    <a:pt x="2361640" y="194624"/>
                  </a:lnTo>
                  <a:lnTo>
                    <a:pt x="2361626" y="194645"/>
                  </a:lnTo>
                  <a:lnTo>
                    <a:pt x="2361609" y="194665"/>
                  </a:lnTo>
                  <a:lnTo>
                    <a:pt x="2361549" y="194708"/>
                  </a:lnTo>
                  <a:lnTo>
                    <a:pt x="2361523" y="194725"/>
                  </a:lnTo>
                  <a:lnTo>
                    <a:pt x="2361272" y="194869"/>
                  </a:lnTo>
                  <a:lnTo>
                    <a:pt x="2360887" y="195151"/>
                  </a:lnTo>
                  <a:lnTo>
                    <a:pt x="2360789" y="195217"/>
                  </a:lnTo>
                  <a:lnTo>
                    <a:pt x="2360659" y="195327"/>
                  </a:lnTo>
                  <a:lnTo>
                    <a:pt x="2359781" y="196034"/>
                  </a:lnTo>
                  <a:lnTo>
                    <a:pt x="2359523" y="196298"/>
                  </a:lnTo>
                  <a:lnTo>
                    <a:pt x="2359302" y="196716"/>
                  </a:lnTo>
                  <a:lnTo>
                    <a:pt x="2359300" y="196727"/>
                  </a:lnTo>
                  <a:lnTo>
                    <a:pt x="2359212" y="197062"/>
                  </a:lnTo>
                  <a:lnTo>
                    <a:pt x="2359255" y="197496"/>
                  </a:lnTo>
                  <a:lnTo>
                    <a:pt x="2359415" y="197782"/>
                  </a:lnTo>
                  <a:lnTo>
                    <a:pt x="2359806" y="198077"/>
                  </a:lnTo>
                  <a:lnTo>
                    <a:pt x="2360025" y="198160"/>
                  </a:lnTo>
                  <a:lnTo>
                    <a:pt x="2360553" y="198298"/>
                  </a:lnTo>
                  <a:lnTo>
                    <a:pt x="2361131" y="198354"/>
                  </a:lnTo>
                  <a:lnTo>
                    <a:pt x="2361441" y="198286"/>
                  </a:lnTo>
                  <a:lnTo>
                    <a:pt x="2361624" y="198194"/>
                  </a:lnTo>
                  <a:lnTo>
                    <a:pt x="2361828" y="198094"/>
                  </a:lnTo>
                  <a:lnTo>
                    <a:pt x="2361908" y="198061"/>
                  </a:lnTo>
                  <a:lnTo>
                    <a:pt x="2362037" y="198008"/>
                  </a:lnTo>
                  <a:lnTo>
                    <a:pt x="2362134" y="197968"/>
                  </a:lnTo>
                  <a:lnTo>
                    <a:pt x="2362749" y="197809"/>
                  </a:lnTo>
                  <a:lnTo>
                    <a:pt x="2363496" y="197569"/>
                  </a:lnTo>
                  <a:lnTo>
                    <a:pt x="2364057" y="197412"/>
                  </a:lnTo>
                  <a:lnTo>
                    <a:pt x="2364125" y="197405"/>
                  </a:lnTo>
                  <a:lnTo>
                    <a:pt x="2364757" y="197422"/>
                  </a:lnTo>
                  <a:lnTo>
                    <a:pt x="2365452" y="197575"/>
                  </a:lnTo>
                  <a:lnTo>
                    <a:pt x="2366163" y="197957"/>
                  </a:lnTo>
                  <a:lnTo>
                    <a:pt x="2366773" y="198465"/>
                  </a:lnTo>
                  <a:lnTo>
                    <a:pt x="2367252" y="198714"/>
                  </a:lnTo>
                  <a:lnTo>
                    <a:pt x="2367781" y="198871"/>
                  </a:lnTo>
                  <a:lnTo>
                    <a:pt x="2368599" y="198960"/>
                  </a:lnTo>
                  <a:lnTo>
                    <a:pt x="2368722" y="198941"/>
                  </a:lnTo>
                  <a:lnTo>
                    <a:pt x="2369561" y="198954"/>
                  </a:lnTo>
                  <a:lnTo>
                    <a:pt x="2370106" y="198963"/>
                  </a:lnTo>
                  <a:lnTo>
                    <a:pt x="2370691" y="199249"/>
                  </a:lnTo>
                  <a:lnTo>
                    <a:pt x="2371098" y="199738"/>
                  </a:lnTo>
                  <a:lnTo>
                    <a:pt x="2371374" y="200227"/>
                  </a:lnTo>
                  <a:lnTo>
                    <a:pt x="2371691" y="201021"/>
                  </a:lnTo>
                  <a:lnTo>
                    <a:pt x="2372029" y="202158"/>
                  </a:lnTo>
                  <a:lnTo>
                    <a:pt x="2372220" y="202608"/>
                  </a:lnTo>
                  <a:lnTo>
                    <a:pt x="2372326" y="202776"/>
                  </a:lnTo>
                  <a:lnTo>
                    <a:pt x="2372331" y="202801"/>
                  </a:lnTo>
                  <a:lnTo>
                    <a:pt x="2372496" y="203088"/>
                  </a:lnTo>
                  <a:lnTo>
                    <a:pt x="2372886" y="203494"/>
                  </a:lnTo>
                  <a:lnTo>
                    <a:pt x="2373350" y="203762"/>
                  </a:lnTo>
                  <a:lnTo>
                    <a:pt x="2373968" y="203928"/>
                  </a:lnTo>
                  <a:lnTo>
                    <a:pt x="2374585" y="204094"/>
                  </a:lnTo>
                  <a:lnTo>
                    <a:pt x="2375260" y="204131"/>
                  </a:lnTo>
                  <a:lnTo>
                    <a:pt x="2375691" y="204094"/>
                  </a:lnTo>
                  <a:lnTo>
                    <a:pt x="2375959" y="204011"/>
                  </a:lnTo>
                  <a:lnTo>
                    <a:pt x="2375998" y="203976"/>
                  </a:lnTo>
                  <a:lnTo>
                    <a:pt x="2376007" y="203974"/>
                  </a:lnTo>
                  <a:lnTo>
                    <a:pt x="2376187" y="203836"/>
                  </a:lnTo>
                  <a:lnTo>
                    <a:pt x="2376439" y="203605"/>
                  </a:lnTo>
                  <a:lnTo>
                    <a:pt x="2376976" y="203088"/>
                  </a:lnTo>
                  <a:lnTo>
                    <a:pt x="2377276" y="202701"/>
                  </a:lnTo>
                  <a:lnTo>
                    <a:pt x="2377569" y="202451"/>
                  </a:lnTo>
                  <a:lnTo>
                    <a:pt x="2378301" y="202101"/>
                  </a:lnTo>
                  <a:lnTo>
                    <a:pt x="2379179" y="201778"/>
                  </a:lnTo>
                  <a:lnTo>
                    <a:pt x="2379813" y="201732"/>
                  </a:lnTo>
                  <a:lnTo>
                    <a:pt x="2380707" y="201935"/>
                  </a:lnTo>
                  <a:lnTo>
                    <a:pt x="2381406" y="202138"/>
                  </a:lnTo>
                  <a:lnTo>
                    <a:pt x="2381973" y="202518"/>
                  </a:lnTo>
                  <a:lnTo>
                    <a:pt x="2382029" y="202574"/>
                  </a:lnTo>
                  <a:lnTo>
                    <a:pt x="2382276" y="202785"/>
                  </a:lnTo>
                  <a:lnTo>
                    <a:pt x="2382406" y="202892"/>
                  </a:lnTo>
                  <a:lnTo>
                    <a:pt x="2382558" y="203039"/>
                  </a:lnTo>
                  <a:lnTo>
                    <a:pt x="2382797" y="203301"/>
                  </a:lnTo>
                  <a:lnTo>
                    <a:pt x="2382859" y="203368"/>
                  </a:lnTo>
                  <a:lnTo>
                    <a:pt x="2382964" y="203468"/>
                  </a:lnTo>
                  <a:lnTo>
                    <a:pt x="2383027" y="203526"/>
                  </a:lnTo>
                  <a:lnTo>
                    <a:pt x="2383138" y="203623"/>
                  </a:lnTo>
                  <a:lnTo>
                    <a:pt x="2383306" y="203762"/>
                  </a:lnTo>
                  <a:lnTo>
                    <a:pt x="2383351" y="203793"/>
                  </a:lnTo>
                  <a:lnTo>
                    <a:pt x="2383440" y="203855"/>
                  </a:lnTo>
                  <a:lnTo>
                    <a:pt x="2383478" y="203878"/>
                  </a:lnTo>
                  <a:lnTo>
                    <a:pt x="2383523" y="203898"/>
                  </a:lnTo>
                  <a:lnTo>
                    <a:pt x="2383555" y="203911"/>
                  </a:lnTo>
                  <a:lnTo>
                    <a:pt x="2383647" y="203937"/>
                  </a:lnTo>
                  <a:lnTo>
                    <a:pt x="2383747" y="203957"/>
                  </a:lnTo>
                  <a:lnTo>
                    <a:pt x="2383798" y="203970"/>
                  </a:lnTo>
                  <a:lnTo>
                    <a:pt x="2383866" y="203982"/>
                  </a:lnTo>
                  <a:lnTo>
                    <a:pt x="2383940" y="203996"/>
                  </a:lnTo>
                  <a:lnTo>
                    <a:pt x="2384028" y="204010"/>
                  </a:lnTo>
                  <a:lnTo>
                    <a:pt x="2384104" y="204021"/>
                  </a:lnTo>
                  <a:lnTo>
                    <a:pt x="2384640" y="204079"/>
                  </a:lnTo>
                  <a:lnTo>
                    <a:pt x="2384705" y="204085"/>
                  </a:lnTo>
                  <a:lnTo>
                    <a:pt x="2385081" y="204030"/>
                  </a:lnTo>
                  <a:lnTo>
                    <a:pt x="2385544" y="203937"/>
                  </a:lnTo>
                  <a:lnTo>
                    <a:pt x="2385910" y="203771"/>
                  </a:lnTo>
                  <a:lnTo>
                    <a:pt x="2386170" y="203513"/>
                  </a:lnTo>
                  <a:lnTo>
                    <a:pt x="2386235" y="203291"/>
                  </a:lnTo>
                  <a:lnTo>
                    <a:pt x="2386260" y="203098"/>
                  </a:lnTo>
                  <a:lnTo>
                    <a:pt x="2386235" y="202885"/>
                  </a:lnTo>
                  <a:lnTo>
                    <a:pt x="2386160" y="202628"/>
                  </a:lnTo>
                  <a:lnTo>
                    <a:pt x="2386097" y="202507"/>
                  </a:lnTo>
                  <a:lnTo>
                    <a:pt x="2386094" y="202496"/>
                  </a:lnTo>
                  <a:lnTo>
                    <a:pt x="2385959" y="202304"/>
                  </a:lnTo>
                  <a:lnTo>
                    <a:pt x="2385878" y="202036"/>
                  </a:lnTo>
                  <a:lnTo>
                    <a:pt x="2385853" y="201685"/>
                  </a:lnTo>
                  <a:lnTo>
                    <a:pt x="2385951" y="201261"/>
                  </a:lnTo>
                  <a:lnTo>
                    <a:pt x="2386034" y="200970"/>
                  </a:lnTo>
                  <a:lnTo>
                    <a:pt x="2386179" y="200661"/>
                  </a:lnTo>
                  <a:lnTo>
                    <a:pt x="2386585" y="200329"/>
                  </a:lnTo>
                  <a:lnTo>
                    <a:pt x="2387406" y="199923"/>
                  </a:lnTo>
                  <a:lnTo>
                    <a:pt x="2387894" y="199830"/>
                  </a:lnTo>
                  <a:lnTo>
                    <a:pt x="2388585" y="199766"/>
                  </a:lnTo>
                  <a:lnTo>
                    <a:pt x="2389065" y="199895"/>
                  </a:lnTo>
                  <a:lnTo>
                    <a:pt x="2389673" y="200086"/>
                  </a:lnTo>
                  <a:lnTo>
                    <a:pt x="2389787" y="200109"/>
                  </a:lnTo>
                  <a:lnTo>
                    <a:pt x="2389946" y="200156"/>
                  </a:lnTo>
                  <a:lnTo>
                    <a:pt x="2390132" y="200207"/>
                  </a:lnTo>
                  <a:lnTo>
                    <a:pt x="2390489" y="200296"/>
                  </a:lnTo>
                  <a:lnTo>
                    <a:pt x="2390573" y="200315"/>
                  </a:lnTo>
                  <a:lnTo>
                    <a:pt x="2390658" y="200333"/>
                  </a:lnTo>
                  <a:lnTo>
                    <a:pt x="2390694" y="200339"/>
                  </a:lnTo>
                  <a:lnTo>
                    <a:pt x="2390737" y="200345"/>
                  </a:lnTo>
                  <a:lnTo>
                    <a:pt x="2391276" y="200467"/>
                  </a:lnTo>
                  <a:lnTo>
                    <a:pt x="2392073" y="200726"/>
                  </a:lnTo>
                  <a:lnTo>
                    <a:pt x="2392658" y="201224"/>
                  </a:lnTo>
                  <a:lnTo>
                    <a:pt x="2393040" y="201741"/>
                  </a:lnTo>
                  <a:lnTo>
                    <a:pt x="2393226" y="202228"/>
                  </a:lnTo>
                  <a:lnTo>
                    <a:pt x="2393268" y="202470"/>
                  </a:lnTo>
                  <a:lnTo>
                    <a:pt x="2393308" y="203402"/>
                  </a:lnTo>
                  <a:lnTo>
                    <a:pt x="2393398" y="204556"/>
                  </a:lnTo>
                  <a:lnTo>
                    <a:pt x="2393463" y="205368"/>
                  </a:lnTo>
                  <a:lnTo>
                    <a:pt x="2393585" y="205818"/>
                  </a:lnTo>
                  <a:lnTo>
                    <a:pt x="2393585" y="205836"/>
                  </a:lnTo>
                  <a:lnTo>
                    <a:pt x="2393587" y="205891"/>
                  </a:lnTo>
                  <a:lnTo>
                    <a:pt x="2393592" y="205934"/>
                  </a:lnTo>
                  <a:lnTo>
                    <a:pt x="2393611" y="206033"/>
                  </a:lnTo>
                  <a:lnTo>
                    <a:pt x="2393622" y="206091"/>
                  </a:lnTo>
                  <a:lnTo>
                    <a:pt x="2393631" y="206133"/>
                  </a:lnTo>
                  <a:lnTo>
                    <a:pt x="2393637" y="206159"/>
                  </a:lnTo>
                  <a:lnTo>
                    <a:pt x="2393651" y="206219"/>
                  </a:lnTo>
                  <a:lnTo>
                    <a:pt x="2393663" y="206265"/>
                  </a:lnTo>
                  <a:lnTo>
                    <a:pt x="2393699" y="206376"/>
                  </a:lnTo>
                  <a:lnTo>
                    <a:pt x="2393744" y="206476"/>
                  </a:lnTo>
                  <a:lnTo>
                    <a:pt x="2393893" y="206778"/>
                  </a:lnTo>
                  <a:lnTo>
                    <a:pt x="2393912" y="206811"/>
                  </a:lnTo>
                  <a:lnTo>
                    <a:pt x="2393940" y="206859"/>
                  </a:lnTo>
                  <a:lnTo>
                    <a:pt x="2393985" y="206928"/>
                  </a:lnTo>
                  <a:lnTo>
                    <a:pt x="2394013" y="206964"/>
                  </a:lnTo>
                  <a:lnTo>
                    <a:pt x="2394088" y="207056"/>
                  </a:lnTo>
                  <a:lnTo>
                    <a:pt x="2394143" y="207118"/>
                  </a:lnTo>
                  <a:lnTo>
                    <a:pt x="2394176" y="207154"/>
                  </a:lnTo>
                  <a:lnTo>
                    <a:pt x="2394282" y="207265"/>
                  </a:lnTo>
                  <a:lnTo>
                    <a:pt x="2394346" y="207322"/>
                  </a:lnTo>
                  <a:lnTo>
                    <a:pt x="2394398" y="207363"/>
                  </a:lnTo>
                  <a:lnTo>
                    <a:pt x="2394528" y="207455"/>
                  </a:lnTo>
                  <a:lnTo>
                    <a:pt x="2394640" y="207525"/>
                  </a:lnTo>
                  <a:lnTo>
                    <a:pt x="2394673" y="207543"/>
                  </a:lnTo>
                  <a:lnTo>
                    <a:pt x="2394739" y="207578"/>
                  </a:lnTo>
                  <a:lnTo>
                    <a:pt x="2394789" y="207598"/>
                  </a:lnTo>
                  <a:lnTo>
                    <a:pt x="2394828" y="207607"/>
                  </a:lnTo>
                  <a:lnTo>
                    <a:pt x="2394885" y="207620"/>
                  </a:lnTo>
                  <a:lnTo>
                    <a:pt x="2395122" y="207671"/>
                  </a:lnTo>
                  <a:lnTo>
                    <a:pt x="2395148" y="207680"/>
                  </a:lnTo>
                  <a:lnTo>
                    <a:pt x="2395206" y="207700"/>
                  </a:lnTo>
                  <a:lnTo>
                    <a:pt x="2395251" y="207716"/>
                  </a:lnTo>
                  <a:lnTo>
                    <a:pt x="2395329" y="207746"/>
                  </a:lnTo>
                  <a:lnTo>
                    <a:pt x="2395398" y="207775"/>
                  </a:lnTo>
                  <a:lnTo>
                    <a:pt x="2395425" y="207786"/>
                  </a:lnTo>
                  <a:lnTo>
                    <a:pt x="2395467" y="207796"/>
                  </a:lnTo>
                  <a:lnTo>
                    <a:pt x="2395506" y="207805"/>
                  </a:lnTo>
                  <a:lnTo>
                    <a:pt x="2395627" y="207810"/>
                  </a:lnTo>
                  <a:lnTo>
                    <a:pt x="2395736" y="207810"/>
                  </a:lnTo>
                  <a:lnTo>
                    <a:pt x="2395962" y="207799"/>
                  </a:lnTo>
                  <a:lnTo>
                    <a:pt x="2396024" y="207793"/>
                  </a:lnTo>
                  <a:lnTo>
                    <a:pt x="2396076" y="207787"/>
                  </a:lnTo>
                  <a:lnTo>
                    <a:pt x="2396433" y="207720"/>
                  </a:lnTo>
                  <a:lnTo>
                    <a:pt x="2396482" y="207708"/>
                  </a:lnTo>
                  <a:lnTo>
                    <a:pt x="2396546" y="207688"/>
                  </a:lnTo>
                  <a:lnTo>
                    <a:pt x="2396658" y="207642"/>
                  </a:lnTo>
                  <a:lnTo>
                    <a:pt x="2396691" y="207627"/>
                  </a:lnTo>
                  <a:lnTo>
                    <a:pt x="2397406" y="207287"/>
                  </a:lnTo>
                  <a:lnTo>
                    <a:pt x="2397739" y="207121"/>
                  </a:lnTo>
                  <a:lnTo>
                    <a:pt x="2397846" y="207063"/>
                  </a:lnTo>
                  <a:lnTo>
                    <a:pt x="2397881" y="207049"/>
                  </a:lnTo>
                  <a:lnTo>
                    <a:pt x="2397934" y="207031"/>
                  </a:lnTo>
                  <a:lnTo>
                    <a:pt x="2398421" y="206885"/>
                  </a:lnTo>
                  <a:lnTo>
                    <a:pt x="2398458" y="206874"/>
                  </a:lnTo>
                  <a:lnTo>
                    <a:pt x="2398503" y="206863"/>
                  </a:lnTo>
                  <a:lnTo>
                    <a:pt x="2398574" y="206847"/>
                  </a:lnTo>
                  <a:lnTo>
                    <a:pt x="2398634" y="206839"/>
                  </a:lnTo>
                  <a:lnTo>
                    <a:pt x="2398726" y="206830"/>
                  </a:lnTo>
                  <a:lnTo>
                    <a:pt x="2398941" y="206813"/>
                  </a:lnTo>
                  <a:lnTo>
                    <a:pt x="2399081" y="206803"/>
                  </a:lnTo>
                  <a:lnTo>
                    <a:pt x="2399157" y="206799"/>
                  </a:lnTo>
                  <a:lnTo>
                    <a:pt x="2399221" y="206798"/>
                  </a:lnTo>
                  <a:lnTo>
                    <a:pt x="2399279" y="206798"/>
                  </a:lnTo>
                  <a:lnTo>
                    <a:pt x="2399433" y="206798"/>
                  </a:lnTo>
                  <a:lnTo>
                    <a:pt x="2399713" y="206806"/>
                  </a:lnTo>
                  <a:lnTo>
                    <a:pt x="2399908" y="206821"/>
                  </a:lnTo>
                  <a:lnTo>
                    <a:pt x="2399970" y="206827"/>
                  </a:lnTo>
                  <a:lnTo>
                    <a:pt x="2400048" y="206840"/>
                  </a:lnTo>
                  <a:lnTo>
                    <a:pt x="2400122" y="206852"/>
                  </a:lnTo>
                  <a:lnTo>
                    <a:pt x="2400256" y="206890"/>
                  </a:lnTo>
                  <a:lnTo>
                    <a:pt x="2400322" y="206914"/>
                  </a:lnTo>
                  <a:lnTo>
                    <a:pt x="2400388" y="206938"/>
                  </a:lnTo>
                  <a:lnTo>
                    <a:pt x="2400467" y="206975"/>
                  </a:lnTo>
                  <a:lnTo>
                    <a:pt x="2400548" y="207016"/>
                  </a:lnTo>
                  <a:lnTo>
                    <a:pt x="2400718" y="207111"/>
                  </a:lnTo>
                  <a:lnTo>
                    <a:pt x="2400770" y="207141"/>
                  </a:lnTo>
                  <a:lnTo>
                    <a:pt x="2400825" y="207176"/>
                  </a:lnTo>
                  <a:lnTo>
                    <a:pt x="2401162" y="207449"/>
                  </a:lnTo>
                  <a:lnTo>
                    <a:pt x="2401511" y="207762"/>
                  </a:lnTo>
                  <a:lnTo>
                    <a:pt x="2401601" y="207847"/>
                  </a:lnTo>
                  <a:lnTo>
                    <a:pt x="2401640" y="207885"/>
                  </a:lnTo>
                  <a:lnTo>
                    <a:pt x="2401696" y="207940"/>
                  </a:lnTo>
                  <a:lnTo>
                    <a:pt x="2401754" y="208001"/>
                  </a:lnTo>
                  <a:lnTo>
                    <a:pt x="2401820" y="208070"/>
                  </a:lnTo>
                  <a:lnTo>
                    <a:pt x="2401844" y="208097"/>
                  </a:lnTo>
                  <a:lnTo>
                    <a:pt x="2401892" y="208163"/>
                  </a:lnTo>
                  <a:lnTo>
                    <a:pt x="2401954" y="208250"/>
                  </a:lnTo>
                  <a:lnTo>
                    <a:pt x="2402001" y="208316"/>
                  </a:lnTo>
                  <a:lnTo>
                    <a:pt x="2402018" y="208349"/>
                  </a:lnTo>
                  <a:lnTo>
                    <a:pt x="2402055" y="208429"/>
                  </a:lnTo>
                  <a:lnTo>
                    <a:pt x="2402079" y="208499"/>
                  </a:lnTo>
                  <a:lnTo>
                    <a:pt x="2402099" y="208582"/>
                  </a:lnTo>
                  <a:lnTo>
                    <a:pt x="2402105" y="208621"/>
                  </a:lnTo>
                  <a:lnTo>
                    <a:pt x="2402111" y="208670"/>
                  </a:lnTo>
                  <a:lnTo>
                    <a:pt x="2402120" y="208800"/>
                  </a:lnTo>
                  <a:lnTo>
                    <a:pt x="2402125" y="208913"/>
                  </a:lnTo>
                  <a:lnTo>
                    <a:pt x="2402132" y="208960"/>
                  </a:lnTo>
                  <a:lnTo>
                    <a:pt x="2402160" y="209087"/>
                  </a:lnTo>
                  <a:lnTo>
                    <a:pt x="2402170" y="209119"/>
                  </a:lnTo>
                  <a:lnTo>
                    <a:pt x="2402170" y="209484"/>
                  </a:lnTo>
                  <a:lnTo>
                    <a:pt x="2402137" y="209701"/>
                  </a:lnTo>
                  <a:lnTo>
                    <a:pt x="2402056" y="209992"/>
                  </a:lnTo>
                  <a:lnTo>
                    <a:pt x="2402072" y="210444"/>
                  </a:lnTo>
                  <a:lnTo>
                    <a:pt x="2402170" y="211053"/>
                  </a:lnTo>
                  <a:lnTo>
                    <a:pt x="2402335" y="211459"/>
                  </a:lnTo>
                  <a:lnTo>
                    <a:pt x="2402544" y="211745"/>
                  </a:lnTo>
                  <a:lnTo>
                    <a:pt x="2403015" y="212087"/>
                  </a:lnTo>
                  <a:lnTo>
                    <a:pt x="2403430" y="212400"/>
                  </a:lnTo>
                  <a:lnTo>
                    <a:pt x="2404032" y="212539"/>
                  </a:lnTo>
                  <a:lnTo>
                    <a:pt x="2404723" y="212613"/>
                  </a:lnTo>
                  <a:lnTo>
                    <a:pt x="2405388" y="212578"/>
                  </a:lnTo>
                  <a:lnTo>
                    <a:pt x="2405494" y="212553"/>
                  </a:lnTo>
                  <a:lnTo>
                    <a:pt x="2405879" y="212507"/>
                  </a:lnTo>
                  <a:lnTo>
                    <a:pt x="2405913" y="212505"/>
                  </a:lnTo>
                  <a:lnTo>
                    <a:pt x="2405927" y="212505"/>
                  </a:lnTo>
                  <a:lnTo>
                    <a:pt x="2405968" y="212507"/>
                  </a:lnTo>
                  <a:lnTo>
                    <a:pt x="2406027" y="212510"/>
                  </a:lnTo>
                  <a:lnTo>
                    <a:pt x="2406083" y="212515"/>
                  </a:lnTo>
                  <a:lnTo>
                    <a:pt x="2406149" y="212527"/>
                  </a:lnTo>
                  <a:lnTo>
                    <a:pt x="2406200" y="212539"/>
                  </a:lnTo>
                  <a:lnTo>
                    <a:pt x="2406258" y="212559"/>
                  </a:lnTo>
                  <a:lnTo>
                    <a:pt x="2406306" y="212588"/>
                  </a:lnTo>
                  <a:lnTo>
                    <a:pt x="2406500" y="212706"/>
                  </a:lnTo>
                  <a:lnTo>
                    <a:pt x="2406543" y="212734"/>
                  </a:lnTo>
                  <a:lnTo>
                    <a:pt x="2406548" y="212738"/>
                  </a:lnTo>
                  <a:lnTo>
                    <a:pt x="2406779" y="213000"/>
                  </a:lnTo>
                  <a:lnTo>
                    <a:pt x="2406836" y="213249"/>
                  </a:lnTo>
                  <a:lnTo>
                    <a:pt x="2406872" y="213466"/>
                  </a:lnTo>
                  <a:lnTo>
                    <a:pt x="2406812" y="213833"/>
                  </a:lnTo>
                  <a:lnTo>
                    <a:pt x="2406779" y="213932"/>
                  </a:lnTo>
                  <a:lnTo>
                    <a:pt x="2406373" y="214477"/>
                  </a:lnTo>
                  <a:lnTo>
                    <a:pt x="2406283" y="214745"/>
                  </a:lnTo>
                  <a:lnTo>
                    <a:pt x="2406240" y="215010"/>
                  </a:lnTo>
                  <a:lnTo>
                    <a:pt x="2406262" y="215231"/>
                  </a:lnTo>
                  <a:lnTo>
                    <a:pt x="2406405" y="215529"/>
                  </a:lnTo>
                  <a:lnTo>
                    <a:pt x="2406700" y="215799"/>
                  </a:lnTo>
                  <a:lnTo>
                    <a:pt x="2407015" y="215898"/>
                  </a:lnTo>
                  <a:lnTo>
                    <a:pt x="2407657" y="215954"/>
                  </a:lnTo>
                  <a:lnTo>
                    <a:pt x="2408454" y="216000"/>
                  </a:lnTo>
                  <a:lnTo>
                    <a:pt x="2409082" y="216174"/>
                  </a:lnTo>
                  <a:lnTo>
                    <a:pt x="2409326" y="216326"/>
                  </a:lnTo>
                  <a:lnTo>
                    <a:pt x="2409396" y="216382"/>
                  </a:lnTo>
                  <a:lnTo>
                    <a:pt x="2409549" y="216510"/>
                  </a:lnTo>
                  <a:lnTo>
                    <a:pt x="2409580" y="216537"/>
                  </a:lnTo>
                  <a:lnTo>
                    <a:pt x="2409609" y="216581"/>
                  </a:lnTo>
                  <a:lnTo>
                    <a:pt x="2409691" y="216757"/>
                  </a:lnTo>
                  <a:lnTo>
                    <a:pt x="2409747" y="217080"/>
                  </a:lnTo>
                  <a:lnTo>
                    <a:pt x="2409722" y="217403"/>
                  </a:lnTo>
                  <a:lnTo>
                    <a:pt x="2409676" y="217579"/>
                  </a:lnTo>
                  <a:lnTo>
                    <a:pt x="2409503" y="217873"/>
                  </a:lnTo>
                  <a:lnTo>
                    <a:pt x="2409186" y="218169"/>
                  </a:lnTo>
                  <a:lnTo>
                    <a:pt x="2409105" y="218307"/>
                  </a:lnTo>
                  <a:lnTo>
                    <a:pt x="2409088" y="218418"/>
                  </a:lnTo>
                  <a:lnTo>
                    <a:pt x="2409096" y="218612"/>
                  </a:lnTo>
                  <a:lnTo>
                    <a:pt x="2409121" y="218879"/>
                  </a:lnTo>
                  <a:lnTo>
                    <a:pt x="2409210" y="219056"/>
                  </a:lnTo>
                  <a:lnTo>
                    <a:pt x="2409560" y="219285"/>
                  </a:lnTo>
                  <a:lnTo>
                    <a:pt x="2410121" y="219525"/>
                  </a:lnTo>
                  <a:lnTo>
                    <a:pt x="2410755" y="219710"/>
                  </a:lnTo>
                  <a:lnTo>
                    <a:pt x="2411503" y="219793"/>
                  </a:lnTo>
                  <a:lnTo>
                    <a:pt x="2411982" y="219931"/>
                  </a:lnTo>
                  <a:lnTo>
                    <a:pt x="2412584" y="220153"/>
                  </a:lnTo>
                  <a:lnTo>
                    <a:pt x="2413178" y="220356"/>
                  </a:lnTo>
                  <a:lnTo>
                    <a:pt x="2413462" y="220467"/>
                  </a:lnTo>
                  <a:lnTo>
                    <a:pt x="2413763" y="220660"/>
                  </a:lnTo>
                  <a:lnTo>
                    <a:pt x="2413943" y="220858"/>
                  </a:lnTo>
                  <a:lnTo>
                    <a:pt x="2414052" y="221028"/>
                  </a:lnTo>
                  <a:lnTo>
                    <a:pt x="2414098" y="221107"/>
                  </a:lnTo>
                  <a:lnTo>
                    <a:pt x="2414172" y="221263"/>
                  </a:lnTo>
                  <a:lnTo>
                    <a:pt x="2414185" y="221297"/>
                  </a:lnTo>
                  <a:lnTo>
                    <a:pt x="2414198" y="221335"/>
                  </a:lnTo>
                  <a:lnTo>
                    <a:pt x="2414213" y="221385"/>
                  </a:lnTo>
                  <a:lnTo>
                    <a:pt x="2414229" y="221429"/>
                  </a:lnTo>
                  <a:lnTo>
                    <a:pt x="2414243" y="221463"/>
                  </a:lnTo>
                  <a:lnTo>
                    <a:pt x="2414303" y="221567"/>
                  </a:lnTo>
                  <a:lnTo>
                    <a:pt x="2414363" y="221671"/>
                  </a:lnTo>
                  <a:lnTo>
                    <a:pt x="2414455" y="221810"/>
                  </a:lnTo>
                  <a:lnTo>
                    <a:pt x="2414486" y="221853"/>
                  </a:lnTo>
                  <a:lnTo>
                    <a:pt x="2414604" y="222009"/>
                  </a:lnTo>
                  <a:lnTo>
                    <a:pt x="2414670" y="222089"/>
                  </a:lnTo>
                  <a:lnTo>
                    <a:pt x="2414752" y="222157"/>
                  </a:lnTo>
                  <a:lnTo>
                    <a:pt x="2414794" y="222189"/>
                  </a:lnTo>
                  <a:lnTo>
                    <a:pt x="2414818" y="222205"/>
                  </a:lnTo>
                  <a:lnTo>
                    <a:pt x="2415029" y="222386"/>
                  </a:lnTo>
                  <a:lnTo>
                    <a:pt x="2415123" y="222474"/>
                  </a:lnTo>
                  <a:lnTo>
                    <a:pt x="2415661" y="222760"/>
                  </a:lnTo>
                  <a:lnTo>
                    <a:pt x="2415712" y="222779"/>
                  </a:lnTo>
                  <a:lnTo>
                    <a:pt x="2416258" y="222967"/>
                  </a:lnTo>
                  <a:lnTo>
                    <a:pt x="2416419" y="223013"/>
                  </a:lnTo>
                  <a:lnTo>
                    <a:pt x="2416488" y="223035"/>
                  </a:lnTo>
                  <a:lnTo>
                    <a:pt x="2416533" y="223049"/>
                  </a:lnTo>
                  <a:lnTo>
                    <a:pt x="2417079" y="223268"/>
                  </a:lnTo>
                  <a:lnTo>
                    <a:pt x="2417147" y="223296"/>
                  </a:lnTo>
                  <a:lnTo>
                    <a:pt x="2417209" y="223328"/>
                  </a:lnTo>
                  <a:lnTo>
                    <a:pt x="2417257" y="223353"/>
                  </a:lnTo>
                  <a:lnTo>
                    <a:pt x="2417384" y="223421"/>
                  </a:lnTo>
                  <a:lnTo>
                    <a:pt x="2417538" y="223506"/>
                  </a:lnTo>
                  <a:lnTo>
                    <a:pt x="2417591" y="223537"/>
                  </a:lnTo>
                  <a:lnTo>
                    <a:pt x="2417675" y="223589"/>
                  </a:lnTo>
                  <a:lnTo>
                    <a:pt x="2417706" y="223607"/>
                  </a:lnTo>
                  <a:lnTo>
                    <a:pt x="2418120" y="223843"/>
                  </a:lnTo>
                  <a:lnTo>
                    <a:pt x="2418217" y="223899"/>
                  </a:lnTo>
                  <a:lnTo>
                    <a:pt x="2418315" y="223964"/>
                  </a:lnTo>
                  <a:lnTo>
                    <a:pt x="2418398" y="224020"/>
                  </a:lnTo>
                  <a:lnTo>
                    <a:pt x="2418539" y="224130"/>
                  </a:lnTo>
                  <a:lnTo>
                    <a:pt x="2418708" y="224260"/>
                  </a:lnTo>
                  <a:lnTo>
                    <a:pt x="2418782" y="224311"/>
                  </a:lnTo>
                  <a:lnTo>
                    <a:pt x="2418827" y="224339"/>
                  </a:lnTo>
                  <a:lnTo>
                    <a:pt x="2418947" y="224420"/>
                  </a:lnTo>
                  <a:lnTo>
                    <a:pt x="2419117" y="224553"/>
                  </a:lnTo>
                  <a:lnTo>
                    <a:pt x="2419213" y="224630"/>
                  </a:lnTo>
                  <a:lnTo>
                    <a:pt x="2419231" y="224644"/>
                  </a:lnTo>
                  <a:lnTo>
                    <a:pt x="2419405" y="224758"/>
                  </a:lnTo>
                  <a:lnTo>
                    <a:pt x="2420397" y="225450"/>
                  </a:lnTo>
                  <a:lnTo>
                    <a:pt x="2420882" y="225737"/>
                  </a:lnTo>
                  <a:lnTo>
                    <a:pt x="2421299" y="226059"/>
                  </a:lnTo>
                  <a:lnTo>
                    <a:pt x="2421726" y="226459"/>
                  </a:lnTo>
                  <a:lnTo>
                    <a:pt x="2421876" y="226668"/>
                  </a:lnTo>
                  <a:lnTo>
                    <a:pt x="2422234" y="227213"/>
                  </a:lnTo>
                  <a:lnTo>
                    <a:pt x="2422681" y="227647"/>
                  </a:lnTo>
                  <a:lnTo>
                    <a:pt x="2422846" y="227740"/>
                  </a:lnTo>
                  <a:lnTo>
                    <a:pt x="2423405" y="227850"/>
                  </a:lnTo>
                  <a:lnTo>
                    <a:pt x="2424332" y="227794"/>
                  </a:lnTo>
                  <a:lnTo>
                    <a:pt x="2424392" y="227790"/>
                  </a:lnTo>
                  <a:lnTo>
                    <a:pt x="2424461" y="227778"/>
                  </a:lnTo>
                  <a:lnTo>
                    <a:pt x="2424830" y="227706"/>
                  </a:lnTo>
                  <a:lnTo>
                    <a:pt x="2424894" y="227692"/>
                  </a:lnTo>
                  <a:lnTo>
                    <a:pt x="2424952" y="227678"/>
                  </a:lnTo>
                  <a:lnTo>
                    <a:pt x="2425064" y="227645"/>
                  </a:lnTo>
                  <a:lnTo>
                    <a:pt x="2425409" y="227531"/>
                  </a:lnTo>
                  <a:lnTo>
                    <a:pt x="2425502" y="227518"/>
                  </a:lnTo>
                  <a:lnTo>
                    <a:pt x="2426421" y="227158"/>
                  </a:lnTo>
                  <a:lnTo>
                    <a:pt x="2427543" y="226696"/>
                  </a:lnTo>
                  <a:lnTo>
                    <a:pt x="2428323" y="226419"/>
                  </a:lnTo>
                  <a:lnTo>
                    <a:pt x="2429323" y="226106"/>
                  </a:lnTo>
                  <a:lnTo>
                    <a:pt x="2430018" y="225888"/>
                  </a:lnTo>
                  <a:lnTo>
                    <a:pt x="2430375" y="225818"/>
                  </a:lnTo>
                  <a:lnTo>
                    <a:pt x="2430556" y="225783"/>
                  </a:lnTo>
                  <a:lnTo>
                    <a:pt x="2430695" y="225757"/>
                  </a:lnTo>
                  <a:lnTo>
                    <a:pt x="2430902" y="225721"/>
                  </a:lnTo>
                  <a:lnTo>
                    <a:pt x="2431102" y="225698"/>
                  </a:lnTo>
                  <a:lnTo>
                    <a:pt x="2431214" y="225690"/>
                  </a:lnTo>
                  <a:lnTo>
                    <a:pt x="2431318" y="225685"/>
                  </a:lnTo>
                  <a:lnTo>
                    <a:pt x="2431388" y="225682"/>
                  </a:lnTo>
                  <a:lnTo>
                    <a:pt x="2431489" y="225683"/>
                  </a:lnTo>
                  <a:lnTo>
                    <a:pt x="2431579" y="225689"/>
                  </a:lnTo>
                  <a:lnTo>
                    <a:pt x="2431648" y="225696"/>
                  </a:lnTo>
                  <a:lnTo>
                    <a:pt x="2431766" y="225708"/>
                  </a:lnTo>
                  <a:lnTo>
                    <a:pt x="2432100" y="225750"/>
                  </a:lnTo>
                  <a:lnTo>
                    <a:pt x="2432153" y="225758"/>
                  </a:lnTo>
                  <a:lnTo>
                    <a:pt x="2432222" y="225771"/>
                  </a:lnTo>
                  <a:lnTo>
                    <a:pt x="2432538" y="225855"/>
                  </a:lnTo>
                  <a:lnTo>
                    <a:pt x="2432621" y="225880"/>
                  </a:lnTo>
                  <a:lnTo>
                    <a:pt x="2432677" y="225900"/>
                  </a:lnTo>
                  <a:lnTo>
                    <a:pt x="2432720" y="225918"/>
                  </a:lnTo>
                  <a:lnTo>
                    <a:pt x="2432750" y="225932"/>
                  </a:lnTo>
                  <a:lnTo>
                    <a:pt x="2432777" y="225947"/>
                  </a:lnTo>
                  <a:lnTo>
                    <a:pt x="2432821" y="225974"/>
                  </a:lnTo>
                  <a:lnTo>
                    <a:pt x="2432862" y="226004"/>
                  </a:lnTo>
                  <a:lnTo>
                    <a:pt x="2432895" y="226032"/>
                  </a:lnTo>
                  <a:lnTo>
                    <a:pt x="2432935" y="226068"/>
                  </a:lnTo>
                  <a:lnTo>
                    <a:pt x="2432974" y="226105"/>
                  </a:lnTo>
                  <a:lnTo>
                    <a:pt x="2433006" y="226139"/>
                  </a:lnTo>
                  <a:lnTo>
                    <a:pt x="2433032" y="226168"/>
                  </a:lnTo>
                  <a:lnTo>
                    <a:pt x="2433069" y="226210"/>
                  </a:lnTo>
                  <a:lnTo>
                    <a:pt x="2433090" y="226236"/>
                  </a:lnTo>
                  <a:lnTo>
                    <a:pt x="2433118" y="226271"/>
                  </a:lnTo>
                  <a:lnTo>
                    <a:pt x="2433178" y="226350"/>
                  </a:lnTo>
                  <a:lnTo>
                    <a:pt x="2433250" y="226471"/>
                  </a:lnTo>
                  <a:lnTo>
                    <a:pt x="2433268" y="226503"/>
                  </a:lnTo>
                  <a:lnTo>
                    <a:pt x="2433288" y="226544"/>
                  </a:lnTo>
                  <a:lnTo>
                    <a:pt x="2433326" y="226626"/>
                  </a:lnTo>
                  <a:lnTo>
                    <a:pt x="2433346" y="226689"/>
                  </a:lnTo>
                  <a:lnTo>
                    <a:pt x="2433378" y="226751"/>
                  </a:lnTo>
                  <a:lnTo>
                    <a:pt x="2433432" y="226884"/>
                  </a:lnTo>
                  <a:lnTo>
                    <a:pt x="2433502" y="227074"/>
                  </a:lnTo>
                  <a:lnTo>
                    <a:pt x="2433515" y="227111"/>
                  </a:lnTo>
                  <a:lnTo>
                    <a:pt x="2433529" y="227149"/>
                  </a:lnTo>
                  <a:lnTo>
                    <a:pt x="2433541" y="227188"/>
                  </a:lnTo>
                  <a:lnTo>
                    <a:pt x="2433554" y="227243"/>
                  </a:lnTo>
                  <a:lnTo>
                    <a:pt x="2433574" y="227318"/>
                  </a:lnTo>
                  <a:lnTo>
                    <a:pt x="2433602" y="227409"/>
                  </a:lnTo>
                  <a:lnTo>
                    <a:pt x="2433632" y="227476"/>
                  </a:lnTo>
                  <a:lnTo>
                    <a:pt x="2433660" y="227539"/>
                  </a:lnTo>
                  <a:lnTo>
                    <a:pt x="2433680" y="227579"/>
                  </a:lnTo>
                  <a:lnTo>
                    <a:pt x="2433706" y="227620"/>
                  </a:lnTo>
                  <a:lnTo>
                    <a:pt x="2433741" y="227659"/>
                  </a:lnTo>
                  <a:lnTo>
                    <a:pt x="2433780" y="227696"/>
                  </a:lnTo>
                  <a:lnTo>
                    <a:pt x="2433823" y="227729"/>
                  </a:lnTo>
                  <a:lnTo>
                    <a:pt x="2433866" y="227762"/>
                  </a:lnTo>
                  <a:lnTo>
                    <a:pt x="2433922" y="227803"/>
                  </a:lnTo>
                  <a:lnTo>
                    <a:pt x="2433995" y="227844"/>
                  </a:lnTo>
                  <a:lnTo>
                    <a:pt x="2434259" y="228007"/>
                  </a:lnTo>
                  <a:lnTo>
                    <a:pt x="2434382" y="228070"/>
                  </a:lnTo>
                  <a:lnTo>
                    <a:pt x="2434549" y="228155"/>
                  </a:lnTo>
                  <a:lnTo>
                    <a:pt x="2434649" y="228198"/>
                  </a:lnTo>
                  <a:lnTo>
                    <a:pt x="2434694" y="228212"/>
                  </a:lnTo>
                  <a:lnTo>
                    <a:pt x="2434734" y="228222"/>
                  </a:lnTo>
                  <a:lnTo>
                    <a:pt x="2434790" y="228232"/>
                  </a:lnTo>
                  <a:lnTo>
                    <a:pt x="2434875" y="228241"/>
                  </a:lnTo>
                  <a:lnTo>
                    <a:pt x="2434891" y="228243"/>
                  </a:lnTo>
                  <a:lnTo>
                    <a:pt x="2435032" y="228257"/>
                  </a:lnTo>
                  <a:lnTo>
                    <a:pt x="2435569" y="228303"/>
                  </a:lnTo>
                  <a:lnTo>
                    <a:pt x="2435644" y="228308"/>
                  </a:lnTo>
                  <a:lnTo>
                    <a:pt x="2435733" y="228308"/>
                  </a:lnTo>
                  <a:lnTo>
                    <a:pt x="2435776" y="228308"/>
                  </a:lnTo>
                  <a:lnTo>
                    <a:pt x="2435851" y="228302"/>
                  </a:lnTo>
                  <a:lnTo>
                    <a:pt x="2435904" y="228297"/>
                  </a:lnTo>
                  <a:lnTo>
                    <a:pt x="2436048" y="228268"/>
                  </a:lnTo>
                  <a:lnTo>
                    <a:pt x="2436113" y="228254"/>
                  </a:lnTo>
                  <a:lnTo>
                    <a:pt x="2436213" y="228228"/>
                  </a:lnTo>
                  <a:lnTo>
                    <a:pt x="2436262" y="228212"/>
                  </a:lnTo>
                  <a:lnTo>
                    <a:pt x="2436457" y="228148"/>
                  </a:lnTo>
                  <a:lnTo>
                    <a:pt x="2436589" y="228101"/>
                  </a:lnTo>
                  <a:lnTo>
                    <a:pt x="2436774" y="228030"/>
                  </a:lnTo>
                  <a:lnTo>
                    <a:pt x="2436871" y="227985"/>
                  </a:lnTo>
                  <a:lnTo>
                    <a:pt x="2436941" y="227950"/>
                  </a:lnTo>
                  <a:lnTo>
                    <a:pt x="2436995" y="227924"/>
                  </a:lnTo>
                  <a:lnTo>
                    <a:pt x="2437153" y="227839"/>
                  </a:lnTo>
                  <a:lnTo>
                    <a:pt x="2437230" y="227797"/>
                  </a:lnTo>
                  <a:lnTo>
                    <a:pt x="2437281" y="227767"/>
                  </a:lnTo>
                  <a:lnTo>
                    <a:pt x="2437522" y="227615"/>
                  </a:lnTo>
                  <a:lnTo>
                    <a:pt x="2437628" y="227547"/>
                  </a:lnTo>
                  <a:lnTo>
                    <a:pt x="2437707" y="227492"/>
                  </a:lnTo>
                  <a:lnTo>
                    <a:pt x="2437801" y="227435"/>
                  </a:lnTo>
                  <a:lnTo>
                    <a:pt x="2437874" y="227395"/>
                  </a:lnTo>
                  <a:lnTo>
                    <a:pt x="2437923" y="227370"/>
                  </a:lnTo>
                  <a:lnTo>
                    <a:pt x="2438008" y="227338"/>
                  </a:lnTo>
                  <a:lnTo>
                    <a:pt x="2438119" y="227297"/>
                  </a:lnTo>
                  <a:lnTo>
                    <a:pt x="2438528" y="227118"/>
                  </a:lnTo>
                  <a:lnTo>
                    <a:pt x="2438620" y="227074"/>
                  </a:lnTo>
                  <a:lnTo>
                    <a:pt x="2438701" y="227035"/>
                  </a:lnTo>
                  <a:lnTo>
                    <a:pt x="2438807" y="226988"/>
                  </a:lnTo>
                  <a:lnTo>
                    <a:pt x="2438955" y="226924"/>
                  </a:lnTo>
                  <a:lnTo>
                    <a:pt x="2439000" y="226907"/>
                  </a:lnTo>
                  <a:lnTo>
                    <a:pt x="2439045" y="226895"/>
                  </a:lnTo>
                  <a:lnTo>
                    <a:pt x="2439111" y="226878"/>
                  </a:lnTo>
                  <a:lnTo>
                    <a:pt x="2439288" y="226844"/>
                  </a:lnTo>
                  <a:lnTo>
                    <a:pt x="2439346" y="226837"/>
                  </a:lnTo>
                  <a:lnTo>
                    <a:pt x="2439418" y="226832"/>
                  </a:lnTo>
                  <a:lnTo>
                    <a:pt x="2439513" y="226829"/>
                  </a:lnTo>
                  <a:lnTo>
                    <a:pt x="2439599" y="226835"/>
                  </a:lnTo>
                  <a:lnTo>
                    <a:pt x="2439685" y="226846"/>
                  </a:lnTo>
                  <a:lnTo>
                    <a:pt x="2439771" y="226860"/>
                  </a:lnTo>
                  <a:lnTo>
                    <a:pt x="2439888" y="226893"/>
                  </a:lnTo>
                  <a:lnTo>
                    <a:pt x="2439894" y="226895"/>
                  </a:lnTo>
                  <a:lnTo>
                    <a:pt x="2439983" y="226918"/>
                  </a:lnTo>
                  <a:lnTo>
                    <a:pt x="2440074" y="226919"/>
                  </a:lnTo>
                  <a:lnTo>
                    <a:pt x="2440205" y="226918"/>
                  </a:lnTo>
                  <a:lnTo>
                    <a:pt x="2440373" y="226914"/>
                  </a:lnTo>
                  <a:lnTo>
                    <a:pt x="2440422" y="226911"/>
                  </a:lnTo>
                  <a:lnTo>
                    <a:pt x="2440494" y="226903"/>
                  </a:lnTo>
                  <a:lnTo>
                    <a:pt x="2440560" y="226899"/>
                  </a:lnTo>
                  <a:lnTo>
                    <a:pt x="2440630" y="226899"/>
                  </a:lnTo>
                  <a:lnTo>
                    <a:pt x="2440883" y="226910"/>
                  </a:lnTo>
                  <a:lnTo>
                    <a:pt x="2440955" y="226916"/>
                  </a:lnTo>
                  <a:lnTo>
                    <a:pt x="2441013" y="226922"/>
                  </a:lnTo>
                  <a:lnTo>
                    <a:pt x="2441084" y="226934"/>
                  </a:lnTo>
                  <a:lnTo>
                    <a:pt x="2441160" y="226950"/>
                  </a:lnTo>
                  <a:lnTo>
                    <a:pt x="2441285" y="226981"/>
                  </a:lnTo>
                  <a:lnTo>
                    <a:pt x="2441385" y="227011"/>
                  </a:lnTo>
                  <a:lnTo>
                    <a:pt x="2441473" y="227040"/>
                  </a:lnTo>
                  <a:lnTo>
                    <a:pt x="2441524" y="227058"/>
                  </a:lnTo>
                  <a:lnTo>
                    <a:pt x="2441570" y="227077"/>
                  </a:lnTo>
                  <a:lnTo>
                    <a:pt x="2441673" y="227122"/>
                  </a:lnTo>
                  <a:lnTo>
                    <a:pt x="2441715" y="227143"/>
                  </a:lnTo>
                  <a:lnTo>
                    <a:pt x="2441791" y="227180"/>
                  </a:lnTo>
                  <a:lnTo>
                    <a:pt x="2441798" y="227185"/>
                  </a:lnTo>
                  <a:lnTo>
                    <a:pt x="2441814" y="227195"/>
                  </a:lnTo>
                  <a:lnTo>
                    <a:pt x="2441887" y="227252"/>
                  </a:lnTo>
                  <a:lnTo>
                    <a:pt x="2441952" y="227305"/>
                  </a:lnTo>
                  <a:lnTo>
                    <a:pt x="2441997" y="227343"/>
                  </a:lnTo>
                  <a:lnTo>
                    <a:pt x="2442055" y="227395"/>
                  </a:lnTo>
                  <a:lnTo>
                    <a:pt x="2442093" y="227442"/>
                  </a:lnTo>
                  <a:lnTo>
                    <a:pt x="2442117" y="227477"/>
                  </a:lnTo>
                  <a:lnTo>
                    <a:pt x="2442152" y="227537"/>
                  </a:lnTo>
                  <a:lnTo>
                    <a:pt x="2442176" y="227616"/>
                  </a:lnTo>
                  <a:lnTo>
                    <a:pt x="2442193" y="227675"/>
                  </a:lnTo>
                  <a:lnTo>
                    <a:pt x="2442200" y="227704"/>
                  </a:lnTo>
                  <a:lnTo>
                    <a:pt x="2442206" y="227748"/>
                  </a:lnTo>
                  <a:lnTo>
                    <a:pt x="2442205" y="227821"/>
                  </a:lnTo>
                  <a:lnTo>
                    <a:pt x="2442205" y="227830"/>
                  </a:lnTo>
                  <a:lnTo>
                    <a:pt x="2442203" y="227864"/>
                  </a:lnTo>
                  <a:lnTo>
                    <a:pt x="2442190" y="227954"/>
                  </a:lnTo>
                  <a:lnTo>
                    <a:pt x="2442173" y="228040"/>
                  </a:lnTo>
                  <a:lnTo>
                    <a:pt x="2442157" y="228103"/>
                  </a:lnTo>
                  <a:lnTo>
                    <a:pt x="2442154" y="228120"/>
                  </a:lnTo>
                  <a:lnTo>
                    <a:pt x="2442136" y="228200"/>
                  </a:lnTo>
                  <a:lnTo>
                    <a:pt x="2442110" y="228319"/>
                  </a:lnTo>
                  <a:lnTo>
                    <a:pt x="2442096" y="228361"/>
                  </a:lnTo>
                  <a:lnTo>
                    <a:pt x="2442079" y="228407"/>
                  </a:lnTo>
                  <a:lnTo>
                    <a:pt x="2442066" y="228441"/>
                  </a:lnTo>
                  <a:lnTo>
                    <a:pt x="2442013" y="228560"/>
                  </a:lnTo>
                  <a:lnTo>
                    <a:pt x="2441973" y="228627"/>
                  </a:lnTo>
                  <a:lnTo>
                    <a:pt x="2441948" y="228664"/>
                  </a:lnTo>
                  <a:lnTo>
                    <a:pt x="2441907" y="228720"/>
                  </a:lnTo>
                  <a:lnTo>
                    <a:pt x="2441877" y="228758"/>
                  </a:lnTo>
                  <a:lnTo>
                    <a:pt x="2441748" y="228879"/>
                  </a:lnTo>
                  <a:lnTo>
                    <a:pt x="2441707" y="228916"/>
                  </a:lnTo>
                  <a:lnTo>
                    <a:pt x="2441621" y="228984"/>
                  </a:lnTo>
                  <a:lnTo>
                    <a:pt x="2441462" y="229095"/>
                  </a:lnTo>
                  <a:lnTo>
                    <a:pt x="2441420" y="229123"/>
                  </a:lnTo>
                  <a:lnTo>
                    <a:pt x="2441398" y="229138"/>
                  </a:lnTo>
                  <a:lnTo>
                    <a:pt x="2441284" y="229217"/>
                  </a:lnTo>
                  <a:lnTo>
                    <a:pt x="2441246" y="229247"/>
                  </a:lnTo>
                  <a:lnTo>
                    <a:pt x="2440854" y="229557"/>
                  </a:lnTo>
                  <a:lnTo>
                    <a:pt x="2440747" y="229644"/>
                  </a:lnTo>
                  <a:lnTo>
                    <a:pt x="2440650" y="229741"/>
                  </a:lnTo>
                  <a:lnTo>
                    <a:pt x="2440567" y="229822"/>
                  </a:lnTo>
                  <a:lnTo>
                    <a:pt x="2440530" y="229862"/>
                  </a:lnTo>
                  <a:lnTo>
                    <a:pt x="2440482" y="229912"/>
                  </a:lnTo>
                  <a:lnTo>
                    <a:pt x="2440360" y="230037"/>
                  </a:lnTo>
                  <a:lnTo>
                    <a:pt x="2440223" y="230164"/>
                  </a:lnTo>
                  <a:lnTo>
                    <a:pt x="2440145" y="230233"/>
                  </a:lnTo>
                  <a:lnTo>
                    <a:pt x="2440113" y="230259"/>
                  </a:lnTo>
                  <a:lnTo>
                    <a:pt x="2440059" y="230307"/>
                  </a:lnTo>
                  <a:lnTo>
                    <a:pt x="2439937" y="230419"/>
                  </a:lnTo>
                  <a:lnTo>
                    <a:pt x="2439861" y="230493"/>
                  </a:lnTo>
                  <a:lnTo>
                    <a:pt x="2439760" y="230623"/>
                  </a:lnTo>
                  <a:lnTo>
                    <a:pt x="2439721" y="230677"/>
                  </a:lnTo>
                  <a:lnTo>
                    <a:pt x="2439682" y="230744"/>
                  </a:lnTo>
                  <a:lnTo>
                    <a:pt x="2439639" y="230804"/>
                  </a:lnTo>
                  <a:lnTo>
                    <a:pt x="2439501" y="230996"/>
                  </a:lnTo>
                  <a:lnTo>
                    <a:pt x="2439485" y="231015"/>
                  </a:lnTo>
                  <a:lnTo>
                    <a:pt x="2439441" y="231058"/>
                  </a:lnTo>
                  <a:lnTo>
                    <a:pt x="2439385" y="231100"/>
                  </a:lnTo>
                  <a:lnTo>
                    <a:pt x="2439334" y="231140"/>
                  </a:lnTo>
                  <a:lnTo>
                    <a:pt x="2439277" y="231187"/>
                  </a:lnTo>
                  <a:lnTo>
                    <a:pt x="2439233" y="231233"/>
                  </a:lnTo>
                  <a:lnTo>
                    <a:pt x="2439210" y="231264"/>
                  </a:lnTo>
                  <a:lnTo>
                    <a:pt x="2439112" y="231425"/>
                  </a:lnTo>
                  <a:lnTo>
                    <a:pt x="2439082" y="231483"/>
                  </a:lnTo>
                  <a:lnTo>
                    <a:pt x="2439058" y="231533"/>
                  </a:lnTo>
                  <a:lnTo>
                    <a:pt x="2439034" y="231582"/>
                  </a:lnTo>
                  <a:lnTo>
                    <a:pt x="2439003" y="231667"/>
                  </a:lnTo>
                  <a:lnTo>
                    <a:pt x="2438997" y="231711"/>
                  </a:lnTo>
                  <a:lnTo>
                    <a:pt x="2438992" y="231752"/>
                  </a:lnTo>
                  <a:lnTo>
                    <a:pt x="2438987" y="231795"/>
                  </a:lnTo>
                  <a:lnTo>
                    <a:pt x="2438984" y="231840"/>
                  </a:lnTo>
                  <a:lnTo>
                    <a:pt x="2438981" y="231880"/>
                  </a:lnTo>
                  <a:lnTo>
                    <a:pt x="2438964" y="231932"/>
                  </a:lnTo>
                  <a:lnTo>
                    <a:pt x="2438939" y="231995"/>
                  </a:lnTo>
                  <a:lnTo>
                    <a:pt x="2438922" y="232036"/>
                  </a:lnTo>
                  <a:lnTo>
                    <a:pt x="2438891" y="232123"/>
                  </a:lnTo>
                  <a:lnTo>
                    <a:pt x="2438734" y="232546"/>
                  </a:lnTo>
                  <a:lnTo>
                    <a:pt x="2438716" y="232590"/>
                  </a:lnTo>
                  <a:lnTo>
                    <a:pt x="2438675" y="232677"/>
                  </a:lnTo>
                  <a:lnTo>
                    <a:pt x="2438651" y="232722"/>
                  </a:lnTo>
                  <a:lnTo>
                    <a:pt x="2438554" y="232942"/>
                  </a:lnTo>
                  <a:lnTo>
                    <a:pt x="2438368" y="233293"/>
                  </a:lnTo>
                  <a:lnTo>
                    <a:pt x="2438363" y="233312"/>
                  </a:lnTo>
                  <a:lnTo>
                    <a:pt x="2438242" y="233534"/>
                  </a:lnTo>
                  <a:lnTo>
                    <a:pt x="2438100" y="233788"/>
                  </a:lnTo>
                  <a:lnTo>
                    <a:pt x="2437917" y="234235"/>
                  </a:lnTo>
                  <a:lnTo>
                    <a:pt x="2437757" y="234556"/>
                  </a:lnTo>
                  <a:lnTo>
                    <a:pt x="2437723" y="234599"/>
                  </a:lnTo>
                  <a:lnTo>
                    <a:pt x="2437676" y="234674"/>
                  </a:lnTo>
                  <a:lnTo>
                    <a:pt x="2437636" y="234760"/>
                  </a:lnTo>
                  <a:lnTo>
                    <a:pt x="2437601" y="234835"/>
                  </a:lnTo>
                  <a:lnTo>
                    <a:pt x="2437424" y="235300"/>
                  </a:lnTo>
                  <a:lnTo>
                    <a:pt x="2437417" y="235323"/>
                  </a:lnTo>
                  <a:lnTo>
                    <a:pt x="2437411" y="235345"/>
                  </a:lnTo>
                  <a:lnTo>
                    <a:pt x="2437407" y="235457"/>
                  </a:lnTo>
                  <a:lnTo>
                    <a:pt x="2437400" y="235489"/>
                  </a:lnTo>
                  <a:lnTo>
                    <a:pt x="2437388" y="235535"/>
                  </a:lnTo>
                  <a:lnTo>
                    <a:pt x="2437379" y="235571"/>
                  </a:lnTo>
                  <a:lnTo>
                    <a:pt x="2437364" y="235621"/>
                  </a:lnTo>
                  <a:lnTo>
                    <a:pt x="2437358" y="235639"/>
                  </a:lnTo>
                  <a:lnTo>
                    <a:pt x="2437076" y="236274"/>
                  </a:lnTo>
                  <a:lnTo>
                    <a:pt x="2436894" y="236660"/>
                  </a:lnTo>
                  <a:lnTo>
                    <a:pt x="2436881" y="236688"/>
                  </a:lnTo>
                  <a:lnTo>
                    <a:pt x="2436871" y="236708"/>
                  </a:lnTo>
                  <a:lnTo>
                    <a:pt x="2436836" y="236773"/>
                  </a:lnTo>
                  <a:lnTo>
                    <a:pt x="2436787" y="236853"/>
                  </a:lnTo>
                  <a:lnTo>
                    <a:pt x="2436646" y="237074"/>
                  </a:lnTo>
                  <a:lnTo>
                    <a:pt x="2436531" y="237244"/>
                  </a:lnTo>
                  <a:lnTo>
                    <a:pt x="2436371" y="237475"/>
                  </a:lnTo>
                  <a:lnTo>
                    <a:pt x="2436269" y="237628"/>
                  </a:lnTo>
                  <a:lnTo>
                    <a:pt x="2436204" y="237740"/>
                  </a:lnTo>
                  <a:lnTo>
                    <a:pt x="2436167" y="237811"/>
                  </a:lnTo>
                  <a:lnTo>
                    <a:pt x="2436122" y="237899"/>
                  </a:lnTo>
                  <a:lnTo>
                    <a:pt x="2436094" y="237961"/>
                  </a:lnTo>
                  <a:lnTo>
                    <a:pt x="2436027" y="238069"/>
                  </a:lnTo>
                  <a:lnTo>
                    <a:pt x="2435910" y="238222"/>
                  </a:lnTo>
                  <a:lnTo>
                    <a:pt x="2435830" y="238326"/>
                  </a:lnTo>
                  <a:lnTo>
                    <a:pt x="2435710" y="238468"/>
                  </a:lnTo>
                  <a:lnTo>
                    <a:pt x="2435490" y="238736"/>
                  </a:lnTo>
                  <a:lnTo>
                    <a:pt x="2435460" y="238783"/>
                  </a:lnTo>
                  <a:lnTo>
                    <a:pt x="2435431" y="238832"/>
                  </a:lnTo>
                  <a:lnTo>
                    <a:pt x="2435405" y="238879"/>
                  </a:lnTo>
                  <a:lnTo>
                    <a:pt x="2435338" y="239042"/>
                  </a:lnTo>
                  <a:lnTo>
                    <a:pt x="2435285" y="239200"/>
                  </a:lnTo>
                  <a:lnTo>
                    <a:pt x="2435272" y="239268"/>
                  </a:lnTo>
                  <a:lnTo>
                    <a:pt x="2435263" y="239322"/>
                  </a:lnTo>
                  <a:lnTo>
                    <a:pt x="2435257" y="239390"/>
                  </a:lnTo>
                  <a:lnTo>
                    <a:pt x="2435252" y="239519"/>
                  </a:lnTo>
                  <a:lnTo>
                    <a:pt x="2435251" y="239622"/>
                  </a:lnTo>
                  <a:lnTo>
                    <a:pt x="2435259" y="239716"/>
                  </a:lnTo>
                  <a:lnTo>
                    <a:pt x="2435268" y="239744"/>
                  </a:lnTo>
                  <a:lnTo>
                    <a:pt x="2435297" y="239815"/>
                  </a:lnTo>
                  <a:lnTo>
                    <a:pt x="2435316" y="239854"/>
                  </a:lnTo>
                  <a:lnTo>
                    <a:pt x="2435367" y="239951"/>
                  </a:lnTo>
                  <a:lnTo>
                    <a:pt x="2435388" y="239989"/>
                  </a:lnTo>
                  <a:lnTo>
                    <a:pt x="2435420" y="240029"/>
                  </a:lnTo>
                  <a:lnTo>
                    <a:pt x="2435444" y="240057"/>
                  </a:lnTo>
                  <a:lnTo>
                    <a:pt x="2435464" y="240080"/>
                  </a:lnTo>
                  <a:lnTo>
                    <a:pt x="2435472" y="240089"/>
                  </a:lnTo>
                  <a:lnTo>
                    <a:pt x="2435517" y="240133"/>
                  </a:lnTo>
                  <a:lnTo>
                    <a:pt x="2435570" y="240183"/>
                  </a:lnTo>
                  <a:lnTo>
                    <a:pt x="2435599" y="240213"/>
                  </a:lnTo>
                  <a:lnTo>
                    <a:pt x="2435640" y="240249"/>
                  </a:lnTo>
                  <a:lnTo>
                    <a:pt x="2435681" y="240276"/>
                  </a:lnTo>
                  <a:lnTo>
                    <a:pt x="2435740" y="240313"/>
                  </a:lnTo>
                  <a:lnTo>
                    <a:pt x="2435788" y="240340"/>
                  </a:lnTo>
                  <a:lnTo>
                    <a:pt x="2435843" y="240364"/>
                  </a:lnTo>
                  <a:lnTo>
                    <a:pt x="2435857" y="240368"/>
                  </a:lnTo>
                  <a:lnTo>
                    <a:pt x="2435967" y="240402"/>
                  </a:lnTo>
                  <a:lnTo>
                    <a:pt x="2436061" y="240420"/>
                  </a:lnTo>
                  <a:lnTo>
                    <a:pt x="2436118" y="240426"/>
                  </a:lnTo>
                  <a:lnTo>
                    <a:pt x="2436234" y="240436"/>
                  </a:lnTo>
                  <a:lnTo>
                    <a:pt x="2436395" y="240454"/>
                  </a:lnTo>
                  <a:lnTo>
                    <a:pt x="2436989" y="240544"/>
                  </a:lnTo>
                  <a:lnTo>
                    <a:pt x="2437091" y="240560"/>
                  </a:lnTo>
                  <a:lnTo>
                    <a:pt x="2437249" y="240588"/>
                  </a:lnTo>
                  <a:lnTo>
                    <a:pt x="2437392" y="240615"/>
                  </a:lnTo>
                  <a:lnTo>
                    <a:pt x="2437580" y="240655"/>
                  </a:lnTo>
                  <a:lnTo>
                    <a:pt x="2437715" y="240684"/>
                  </a:lnTo>
                  <a:lnTo>
                    <a:pt x="2437743" y="240691"/>
                  </a:lnTo>
                  <a:lnTo>
                    <a:pt x="2437919" y="240741"/>
                  </a:lnTo>
                  <a:lnTo>
                    <a:pt x="2437978" y="240759"/>
                  </a:lnTo>
                  <a:lnTo>
                    <a:pt x="2438095" y="240808"/>
                  </a:lnTo>
                  <a:lnTo>
                    <a:pt x="2438150" y="240834"/>
                  </a:lnTo>
                  <a:lnTo>
                    <a:pt x="2438260" y="240888"/>
                  </a:lnTo>
                  <a:lnTo>
                    <a:pt x="2438297" y="240909"/>
                  </a:lnTo>
                  <a:lnTo>
                    <a:pt x="2438353" y="240943"/>
                  </a:lnTo>
                  <a:lnTo>
                    <a:pt x="2438409" y="240981"/>
                  </a:lnTo>
                  <a:lnTo>
                    <a:pt x="2438432" y="240997"/>
                  </a:lnTo>
                  <a:lnTo>
                    <a:pt x="2438488" y="241038"/>
                  </a:lnTo>
                  <a:lnTo>
                    <a:pt x="2438521" y="241063"/>
                  </a:lnTo>
                  <a:lnTo>
                    <a:pt x="2438568" y="241099"/>
                  </a:lnTo>
                  <a:lnTo>
                    <a:pt x="2438604" y="241132"/>
                  </a:lnTo>
                  <a:lnTo>
                    <a:pt x="2438636" y="241161"/>
                  </a:lnTo>
                  <a:lnTo>
                    <a:pt x="2438679" y="241206"/>
                  </a:lnTo>
                  <a:lnTo>
                    <a:pt x="2438720" y="241251"/>
                  </a:lnTo>
                  <a:lnTo>
                    <a:pt x="2438740" y="241282"/>
                  </a:lnTo>
                  <a:lnTo>
                    <a:pt x="2438757" y="241313"/>
                  </a:lnTo>
                  <a:lnTo>
                    <a:pt x="2438799" y="241394"/>
                  </a:lnTo>
                  <a:lnTo>
                    <a:pt x="2438819" y="241441"/>
                  </a:lnTo>
                  <a:lnTo>
                    <a:pt x="2438866" y="241552"/>
                  </a:lnTo>
                  <a:lnTo>
                    <a:pt x="2438929" y="241706"/>
                  </a:lnTo>
                  <a:lnTo>
                    <a:pt x="2438970" y="241807"/>
                  </a:lnTo>
                  <a:lnTo>
                    <a:pt x="2438983" y="241875"/>
                  </a:lnTo>
                  <a:lnTo>
                    <a:pt x="2438987" y="241900"/>
                  </a:lnTo>
                  <a:lnTo>
                    <a:pt x="2438991" y="241945"/>
                  </a:lnTo>
                  <a:lnTo>
                    <a:pt x="2438991" y="242004"/>
                  </a:lnTo>
                  <a:lnTo>
                    <a:pt x="2438989" y="242054"/>
                  </a:lnTo>
                  <a:lnTo>
                    <a:pt x="2438986" y="242114"/>
                  </a:lnTo>
                  <a:lnTo>
                    <a:pt x="2438968" y="242224"/>
                  </a:lnTo>
                  <a:lnTo>
                    <a:pt x="2438961" y="242271"/>
                  </a:lnTo>
                  <a:lnTo>
                    <a:pt x="2438950" y="242316"/>
                  </a:lnTo>
                  <a:lnTo>
                    <a:pt x="2438943" y="242356"/>
                  </a:lnTo>
                  <a:lnTo>
                    <a:pt x="2438931" y="242398"/>
                  </a:lnTo>
                  <a:lnTo>
                    <a:pt x="2438919" y="242442"/>
                  </a:lnTo>
                  <a:lnTo>
                    <a:pt x="2438904" y="242491"/>
                  </a:lnTo>
                  <a:lnTo>
                    <a:pt x="2438889" y="242547"/>
                  </a:lnTo>
                  <a:lnTo>
                    <a:pt x="2438879" y="242579"/>
                  </a:lnTo>
                  <a:lnTo>
                    <a:pt x="2438877" y="242603"/>
                  </a:lnTo>
                  <a:lnTo>
                    <a:pt x="2438872" y="242647"/>
                  </a:lnTo>
                  <a:lnTo>
                    <a:pt x="2438866" y="242706"/>
                  </a:lnTo>
                  <a:lnTo>
                    <a:pt x="2438866" y="242756"/>
                  </a:lnTo>
                  <a:lnTo>
                    <a:pt x="2438868" y="242809"/>
                  </a:lnTo>
                  <a:lnTo>
                    <a:pt x="2438869" y="242858"/>
                  </a:lnTo>
                  <a:lnTo>
                    <a:pt x="2438870" y="242899"/>
                  </a:lnTo>
                  <a:lnTo>
                    <a:pt x="2438874" y="242961"/>
                  </a:lnTo>
                  <a:lnTo>
                    <a:pt x="2438877" y="242998"/>
                  </a:lnTo>
                  <a:lnTo>
                    <a:pt x="2438879" y="243032"/>
                  </a:lnTo>
                  <a:lnTo>
                    <a:pt x="2438884" y="243056"/>
                  </a:lnTo>
                  <a:lnTo>
                    <a:pt x="2438885" y="243067"/>
                  </a:lnTo>
                  <a:lnTo>
                    <a:pt x="2438880" y="243177"/>
                  </a:lnTo>
                  <a:lnTo>
                    <a:pt x="2438879" y="243248"/>
                  </a:lnTo>
                  <a:lnTo>
                    <a:pt x="2438886" y="243282"/>
                  </a:lnTo>
                  <a:lnTo>
                    <a:pt x="2438890" y="243300"/>
                  </a:lnTo>
                  <a:lnTo>
                    <a:pt x="2438911" y="243336"/>
                  </a:lnTo>
                  <a:lnTo>
                    <a:pt x="2438928" y="243371"/>
                  </a:lnTo>
                  <a:lnTo>
                    <a:pt x="2438930" y="243398"/>
                  </a:lnTo>
                  <a:lnTo>
                    <a:pt x="2438934" y="243590"/>
                  </a:lnTo>
                  <a:lnTo>
                    <a:pt x="2438932" y="243692"/>
                  </a:lnTo>
                  <a:lnTo>
                    <a:pt x="2438922" y="243748"/>
                  </a:lnTo>
                  <a:lnTo>
                    <a:pt x="2438915" y="243846"/>
                  </a:lnTo>
                  <a:lnTo>
                    <a:pt x="2438912" y="244090"/>
                  </a:lnTo>
                  <a:lnTo>
                    <a:pt x="2438911" y="244526"/>
                  </a:lnTo>
                  <a:lnTo>
                    <a:pt x="2438915" y="244687"/>
                  </a:lnTo>
                  <a:lnTo>
                    <a:pt x="2438918" y="244728"/>
                  </a:lnTo>
                  <a:lnTo>
                    <a:pt x="2438924" y="244776"/>
                  </a:lnTo>
                  <a:lnTo>
                    <a:pt x="2438931" y="244813"/>
                  </a:lnTo>
                  <a:lnTo>
                    <a:pt x="2438966" y="244972"/>
                  </a:lnTo>
                  <a:lnTo>
                    <a:pt x="2438985" y="245027"/>
                  </a:lnTo>
                  <a:lnTo>
                    <a:pt x="2439013" y="245108"/>
                  </a:lnTo>
                  <a:lnTo>
                    <a:pt x="2439030" y="245150"/>
                  </a:lnTo>
                  <a:lnTo>
                    <a:pt x="2439156" y="245366"/>
                  </a:lnTo>
                  <a:lnTo>
                    <a:pt x="2439206" y="245448"/>
                  </a:lnTo>
                  <a:lnTo>
                    <a:pt x="2439255" y="245510"/>
                  </a:lnTo>
                  <a:lnTo>
                    <a:pt x="2439313" y="245592"/>
                  </a:lnTo>
                  <a:lnTo>
                    <a:pt x="2439333" y="245625"/>
                  </a:lnTo>
                  <a:lnTo>
                    <a:pt x="2439346" y="245650"/>
                  </a:lnTo>
                  <a:lnTo>
                    <a:pt x="2439356" y="245670"/>
                  </a:lnTo>
                  <a:lnTo>
                    <a:pt x="2439362" y="245681"/>
                  </a:lnTo>
                  <a:lnTo>
                    <a:pt x="2439381" y="245718"/>
                  </a:lnTo>
                  <a:lnTo>
                    <a:pt x="2439401" y="245747"/>
                  </a:lnTo>
                  <a:lnTo>
                    <a:pt x="2439434" y="245789"/>
                  </a:lnTo>
                  <a:lnTo>
                    <a:pt x="2439457" y="245815"/>
                  </a:lnTo>
                  <a:lnTo>
                    <a:pt x="2439478" y="245839"/>
                  </a:lnTo>
                  <a:lnTo>
                    <a:pt x="2439517" y="245871"/>
                  </a:lnTo>
                  <a:lnTo>
                    <a:pt x="2439548" y="245891"/>
                  </a:lnTo>
                  <a:lnTo>
                    <a:pt x="2439590" y="245907"/>
                  </a:lnTo>
                  <a:lnTo>
                    <a:pt x="2439628" y="245921"/>
                  </a:lnTo>
                  <a:lnTo>
                    <a:pt x="2439665" y="245941"/>
                  </a:lnTo>
                  <a:lnTo>
                    <a:pt x="2439740" y="245965"/>
                  </a:lnTo>
                  <a:lnTo>
                    <a:pt x="2439801" y="245985"/>
                  </a:lnTo>
                  <a:lnTo>
                    <a:pt x="2439881" y="246003"/>
                  </a:lnTo>
                  <a:lnTo>
                    <a:pt x="2439968" y="246017"/>
                  </a:lnTo>
                  <a:lnTo>
                    <a:pt x="2440053" y="246028"/>
                  </a:lnTo>
                  <a:lnTo>
                    <a:pt x="2440113" y="246034"/>
                  </a:lnTo>
                  <a:lnTo>
                    <a:pt x="2440179" y="246034"/>
                  </a:lnTo>
                  <a:lnTo>
                    <a:pt x="2440246" y="246034"/>
                  </a:lnTo>
                  <a:lnTo>
                    <a:pt x="2440270" y="246034"/>
                  </a:lnTo>
                  <a:lnTo>
                    <a:pt x="2440321" y="246029"/>
                  </a:lnTo>
                  <a:lnTo>
                    <a:pt x="2440414" y="246020"/>
                  </a:lnTo>
                  <a:lnTo>
                    <a:pt x="2440529" y="246008"/>
                  </a:lnTo>
                  <a:lnTo>
                    <a:pt x="2440634" y="245996"/>
                  </a:lnTo>
                  <a:lnTo>
                    <a:pt x="2440733" y="245986"/>
                  </a:lnTo>
                  <a:lnTo>
                    <a:pt x="2440790" y="245978"/>
                  </a:lnTo>
                  <a:lnTo>
                    <a:pt x="2440834" y="245973"/>
                  </a:lnTo>
                  <a:lnTo>
                    <a:pt x="2440926" y="245954"/>
                  </a:lnTo>
                  <a:lnTo>
                    <a:pt x="2441047" y="245925"/>
                  </a:lnTo>
                  <a:lnTo>
                    <a:pt x="2441137" y="245900"/>
                  </a:lnTo>
                  <a:lnTo>
                    <a:pt x="2441322" y="245846"/>
                  </a:lnTo>
                  <a:lnTo>
                    <a:pt x="2441432" y="245810"/>
                  </a:lnTo>
                  <a:lnTo>
                    <a:pt x="2441523" y="245774"/>
                  </a:lnTo>
                  <a:lnTo>
                    <a:pt x="2441603" y="245745"/>
                  </a:lnTo>
                  <a:lnTo>
                    <a:pt x="2441636" y="245728"/>
                  </a:lnTo>
                  <a:lnTo>
                    <a:pt x="2441705" y="245691"/>
                  </a:lnTo>
                  <a:lnTo>
                    <a:pt x="2441745" y="245666"/>
                  </a:lnTo>
                  <a:lnTo>
                    <a:pt x="2441835" y="245609"/>
                  </a:lnTo>
                  <a:lnTo>
                    <a:pt x="2441934" y="245548"/>
                  </a:lnTo>
                  <a:lnTo>
                    <a:pt x="2442043" y="245482"/>
                  </a:lnTo>
                  <a:lnTo>
                    <a:pt x="2442119" y="245440"/>
                  </a:lnTo>
                  <a:lnTo>
                    <a:pt x="2442186" y="245418"/>
                  </a:lnTo>
                  <a:lnTo>
                    <a:pt x="2442264" y="245371"/>
                  </a:lnTo>
                  <a:lnTo>
                    <a:pt x="2442296" y="245352"/>
                  </a:lnTo>
                  <a:lnTo>
                    <a:pt x="2442419" y="245281"/>
                  </a:lnTo>
                  <a:lnTo>
                    <a:pt x="2442453" y="245262"/>
                  </a:lnTo>
                  <a:lnTo>
                    <a:pt x="2442519" y="245225"/>
                  </a:lnTo>
                  <a:lnTo>
                    <a:pt x="2442599" y="245181"/>
                  </a:lnTo>
                  <a:lnTo>
                    <a:pt x="2442674" y="245146"/>
                  </a:lnTo>
                  <a:lnTo>
                    <a:pt x="2442754" y="245111"/>
                  </a:lnTo>
                  <a:lnTo>
                    <a:pt x="2442793" y="245097"/>
                  </a:lnTo>
                  <a:lnTo>
                    <a:pt x="2442845" y="245070"/>
                  </a:lnTo>
                  <a:lnTo>
                    <a:pt x="2442897" y="245041"/>
                  </a:lnTo>
                  <a:lnTo>
                    <a:pt x="2442956" y="245002"/>
                  </a:lnTo>
                  <a:lnTo>
                    <a:pt x="2443011" y="244961"/>
                  </a:lnTo>
                  <a:lnTo>
                    <a:pt x="2443076" y="244919"/>
                  </a:lnTo>
                  <a:lnTo>
                    <a:pt x="2443081" y="244915"/>
                  </a:lnTo>
                  <a:lnTo>
                    <a:pt x="2443153" y="244865"/>
                  </a:lnTo>
                  <a:lnTo>
                    <a:pt x="2443253" y="244797"/>
                  </a:lnTo>
                  <a:lnTo>
                    <a:pt x="2443297" y="244771"/>
                  </a:lnTo>
                  <a:lnTo>
                    <a:pt x="2443337" y="244744"/>
                  </a:lnTo>
                  <a:lnTo>
                    <a:pt x="2443431" y="244693"/>
                  </a:lnTo>
                  <a:lnTo>
                    <a:pt x="2443497" y="244662"/>
                  </a:lnTo>
                  <a:lnTo>
                    <a:pt x="2443543" y="244638"/>
                  </a:lnTo>
                  <a:lnTo>
                    <a:pt x="2443584" y="244628"/>
                  </a:lnTo>
                  <a:lnTo>
                    <a:pt x="2443632" y="244613"/>
                  </a:lnTo>
                  <a:lnTo>
                    <a:pt x="2443665" y="244603"/>
                  </a:lnTo>
                  <a:lnTo>
                    <a:pt x="2443708" y="244595"/>
                  </a:lnTo>
                  <a:lnTo>
                    <a:pt x="2443743" y="244590"/>
                  </a:lnTo>
                  <a:lnTo>
                    <a:pt x="2443778" y="244582"/>
                  </a:lnTo>
                  <a:lnTo>
                    <a:pt x="2443835" y="244575"/>
                  </a:lnTo>
                  <a:lnTo>
                    <a:pt x="2443895" y="244576"/>
                  </a:lnTo>
                  <a:lnTo>
                    <a:pt x="2443980" y="244582"/>
                  </a:lnTo>
                  <a:lnTo>
                    <a:pt x="2444084" y="244594"/>
                  </a:lnTo>
                  <a:lnTo>
                    <a:pt x="2444142" y="244609"/>
                  </a:lnTo>
                  <a:lnTo>
                    <a:pt x="2444203" y="244624"/>
                  </a:lnTo>
                  <a:lnTo>
                    <a:pt x="2444268" y="244642"/>
                  </a:lnTo>
                  <a:lnTo>
                    <a:pt x="2444342" y="244664"/>
                  </a:lnTo>
                  <a:lnTo>
                    <a:pt x="2444394" y="244683"/>
                  </a:lnTo>
                  <a:lnTo>
                    <a:pt x="2444435" y="244701"/>
                  </a:lnTo>
                  <a:lnTo>
                    <a:pt x="2444486" y="244728"/>
                  </a:lnTo>
                  <a:lnTo>
                    <a:pt x="2444531" y="244753"/>
                  </a:lnTo>
                  <a:lnTo>
                    <a:pt x="2444645" y="244818"/>
                  </a:lnTo>
                  <a:lnTo>
                    <a:pt x="2444680" y="244840"/>
                  </a:lnTo>
                  <a:lnTo>
                    <a:pt x="2444721" y="244871"/>
                  </a:lnTo>
                  <a:lnTo>
                    <a:pt x="2444771" y="244909"/>
                  </a:lnTo>
                  <a:lnTo>
                    <a:pt x="2444804" y="244937"/>
                  </a:lnTo>
                  <a:lnTo>
                    <a:pt x="2444929" y="245052"/>
                  </a:lnTo>
                  <a:lnTo>
                    <a:pt x="2445080" y="245199"/>
                  </a:lnTo>
                  <a:lnTo>
                    <a:pt x="2445155" y="245269"/>
                  </a:lnTo>
                  <a:lnTo>
                    <a:pt x="2445182" y="245296"/>
                  </a:lnTo>
                  <a:lnTo>
                    <a:pt x="2445210" y="245326"/>
                  </a:lnTo>
                  <a:lnTo>
                    <a:pt x="2445269" y="245396"/>
                  </a:lnTo>
                  <a:lnTo>
                    <a:pt x="2445404" y="245579"/>
                  </a:lnTo>
                  <a:lnTo>
                    <a:pt x="2445475" y="245687"/>
                  </a:lnTo>
                  <a:lnTo>
                    <a:pt x="2445492" y="245719"/>
                  </a:lnTo>
                  <a:lnTo>
                    <a:pt x="2445535" y="245816"/>
                  </a:lnTo>
                  <a:lnTo>
                    <a:pt x="2445597" y="245959"/>
                  </a:lnTo>
                  <a:lnTo>
                    <a:pt x="2445623" y="246043"/>
                  </a:lnTo>
                  <a:lnTo>
                    <a:pt x="2445628" y="246073"/>
                  </a:lnTo>
                  <a:lnTo>
                    <a:pt x="2445629" y="246107"/>
                  </a:lnTo>
                  <a:lnTo>
                    <a:pt x="2445622" y="246166"/>
                  </a:lnTo>
                  <a:lnTo>
                    <a:pt x="2445614" y="246216"/>
                  </a:lnTo>
                  <a:lnTo>
                    <a:pt x="2445609" y="246243"/>
                  </a:lnTo>
                  <a:lnTo>
                    <a:pt x="2445577" y="246338"/>
                  </a:lnTo>
                  <a:lnTo>
                    <a:pt x="2445556" y="246400"/>
                  </a:lnTo>
                  <a:lnTo>
                    <a:pt x="2445546" y="246427"/>
                  </a:lnTo>
                  <a:lnTo>
                    <a:pt x="2445531" y="246463"/>
                  </a:lnTo>
                  <a:lnTo>
                    <a:pt x="2445495" y="246541"/>
                  </a:lnTo>
                  <a:lnTo>
                    <a:pt x="2445466" y="246604"/>
                  </a:lnTo>
                  <a:lnTo>
                    <a:pt x="2445410" y="246678"/>
                  </a:lnTo>
                  <a:lnTo>
                    <a:pt x="2445356" y="246750"/>
                  </a:lnTo>
                  <a:lnTo>
                    <a:pt x="2445248" y="246891"/>
                  </a:lnTo>
                  <a:lnTo>
                    <a:pt x="2445058" y="247094"/>
                  </a:lnTo>
                  <a:lnTo>
                    <a:pt x="2444964" y="247189"/>
                  </a:lnTo>
                  <a:lnTo>
                    <a:pt x="2444935" y="247212"/>
                  </a:lnTo>
                  <a:lnTo>
                    <a:pt x="2444886" y="247253"/>
                  </a:lnTo>
                  <a:lnTo>
                    <a:pt x="2444737" y="247392"/>
                  </a:lnTo>
                  <a:lnTo>
                    <a:pt x="2444524" y="247602"/>
                  </a:lnTo>
                  <a:lnTo>
                    <a:pt x="2444484" y="247643"/>
                  </a:lnTo>
                  <a:lnTo>
                    <a:pt x="2444452" y="247679"/>
                  </a:lnTo>
                  <a:lnTo>
                    <a:pt x="2444432" y="247709"/>
                  </a:lnTo>
                  <a:lnTo>
                    <a:pt x="2444408" y="247749"/>
                  </a:lnTo>
                  <a:lnTo>
                    <a:pt x="2444327" y="247884"/>
                  </a:lnTo>
                  <a:lnTo>
                    <a:pt x="2444281" y="247951"/>
                  </a:lnTo>
                  <a:lnTo>
                    <a:pt x="2444238" y="248021"/>
                  </a:lnTo>
                  <a:lnTo>
                    <a:pt x="2444143" y="248206"/>
                  </a:lnTo>
                  <a:lnTo>
                    <a:pt x="2444121" y="248252"/>
                  </a:lnTo>
                  <a:lnTo>
                    <a:pt x="2444117" y="248282"/>
                  </a:lnTo>
                  <a:lnTo>
                    <a:pt x="2444109" y="248432"/>
                  </a:lnTo>
                  <a:lnTo>
                    <a:pt x="2444110" y="248502"/>
                  </a:lnTo>
                  <a:lnTo>
                    <a:pt x="2444119" y="248560"/>
                  </a:lnTo>
                  <a:lnTo>
                    <a:pt x="2444130" y="248604"/>
                  </a:lnTo>
                  <a:lnTo>
                    <a:pt x="2444141" y="248631"/>
                  </a:lnTo>
                  <a:lnTo>
                    <a:pt x="2444263" y="248871"/>
                  </a:lnTo>
                  <a:lnTo>
                    <a:pt x="2444274" y="248891"/>
                  </a:lnTo>
                  <a:lnTo>
                    <a:pt x="2444409" y="249130"/>
                  </a:lnTo>
                  <a:lnTo>
                    <a:pt x="2444437" y="249179"/>
                  </a:lnTo>
                  <a:lnTo>
                    <a:pt x="2444499" y="249254"/>
                  </a:lnTo>
                  <a:lnTo>
                    <a:pt x="2444523" y="249280"/>
                  </a:lnTo>
                  <a:lnTo>
                    <a:pt x="2444603" y="249398"/>
                  </a:lnTo>
                  <a:lnTo>
                    <a:pt x="2444644" y="249463"/>
                  </a:lnTo>
                  <a:lnTo>
                    <a:pt x="2444688" y="249537"/>
                  </a:lnTo>
                  <a:lnTo>
                    <a:pt x="2444732" y="249612"/>
                  </a:lnTo>
                  <a:lnTo>
                    <a:pt x="2444746" y="249640"/>
                  </a:lnTo>
                  <a:lnTo>
                    <a:pt x="2444785" y="249731"/>
                  </a:lnTo>
                  <a:lnTo>
                    <a:pt x="2444794" y="249754"/>
                  </a:lnTo>
                  <a:lnTo>
                    <a:pt x="2444845" y="249920"/>
                  </a:lnTo>
                  <a:lnTo>
                    <a:pt x="2444892" y="250040"/>
                  </a:lnTo>
                  <a:lnTo>
                    <a:pt x="2444993" y="250236"/>
                  </a:lnTo>
                  <a:lnTo>
                    <a:pt x="2445059" y="250330"/>
                  </a:lnTo>
                  <a:lnTo>
                    <a:pt x="2445132" y="250440"/>
                  </a:lnTo>
                  <a:lnTo>
                    <a:pt x="2445155" y="250478"/>
                  </a:lnTo>
                  <a:lnTo>
                    <a:pt x="2445170" y="250502"/>
                  </a:lnTo>
                  <a:lnTo>
                    <a:pt x="2445213" y="250579"/>
                  </a:lnTo>
                  <a:lnTo>
                    <a:pt x="2445253" y="250654"/>
                  </a:lnTo>
                  <a:lnTo>
                    <a:pt x="2445291" y="250725"/>
                  </a:lnTo>
                  <a:lnTo>
                    <a:pt x="2445339" y="250828"/>
                  </a:lnTo>
                  <a:lnTo>
                    <a:pt x="2445364" y="250890"/>
                  </a:lnTo>
                  <a:lnTo>
                    <a:pt x="2445428" y="251053"/>
                  </a:lnTo>
                  <a:lnTo>
                    <a:pt x="2445478" y="251185"/>
                  </a:lnTo>
                  <a:lnTo>
                    <a:pt x="2445519" y="251310"/>
                  </a:lnTo>
                  <a:lnTo>
                    <a:pt x="2445548" y="251406"/>
                  </a:lnTo>
                  <a:lnTo>
                    <a:pt x="2445562" y="251455"/>
                  </a:lnTo>
                  <a:lnTo>
                    <a:pt x="2445578" y="251531"/>
                  </a:lnTo>
                  <a:lnTo>
                    <a:pt x="2445583" y="251595"/>
                  </a:lnTo>
                  <a:lnTo>
                    <a:pt x="2445585" y="251619"/>
                  </a:lnTo>
                  <a:lnTo>
                    <a:pt x="2445588" y="251675"/>
                  </a:lnTo>
                  <a:lnTo>
                    <a:pt x="2445585" y="251777"/>
                  </a:lnTo>
                  <a:lnTo>
                    <a:pt x="2445582" y="251813"/>
                  </a:lnTo>
                  <a:lnTo>
                    <a:pt x="2445578" y="251852"/>
                  </a:lnTo>
                  <a:lnTo>
                    <a:pt x="2445575" y="251878"/>
                  </a:lnTo>
                  <a:lnTo>
                    <a:pt x="2445572" y="251928"/>
                  </a:lnTo>
                  <a:lnTo>
                    <a:pt x="2445574" y="251967"/>
                  </a:lnTo>
                  <a:lnTo>
                    <a:pt x="2445594" y="252039"/>
                  </a:lnTo>
                  <a:lnTo>
                    <a:pt x="2445606" y="252072"/>
                  </a:lnTo>
                  <a:lnTo>
                    <a:pt x="2445619" y="252098"/>
                  </a:lnTo>
                  <a:lnTo>
                    <a:pt x="2445701" y="252238"/>
                  </a:lnTo>
                  <a:lnTo>
                    <a:pt x="2445724" y="252272"/>
                  </a:lnTo>
                  <a:lnTo>
                    <a:pt x="2445769" y="252327"/>
                  </a:lnTo>
                  <a:lnTo>
                    <a:pt x="2445795" y="252352"/>
                  </a:lnTo>
                  <a:lnTo>
                    <a:pt x="2445826" y="252378"/>
                  </a:lnTo>
                  <a:lnTo>
                    <a:pt x="2445984" y="252511"/>
                  </a:lnTo>
                  <a:lnTo>
                    <a:pt x="2446015" y="252532"/>
                  </a:lnTo>
                  <a:lnTo>
                    <a:pt x="2446074" y="252571"/>
                  </a:lnTo>
                  <a:lnTo>
                    <a:pt x="2446097" y="252588"/>
                  </a:lnTo>
                  <a:lnTo>
                    <a:pt x="2446143" y="252616"/>
                  </a:lnTo>
                  <a:lnTo>
                    <a:pt x="2446177" y="252634"/>
                  </a:lnTo>
                  <a:lnTo>
                    <a:pt x="2446216" y="252652"/>
                  </a:lnTo>
                  <a:lnTo>
                    <a:pt x="2446260" y="252665"/>
                  </a:lnTo>
                  <a:lnTo>
                    <a:pt x="2446324" y="252679"/>
                  </a:lnTo>
                  <a:lnTo>
                    <a:pt x="2446365" y="252684"/>
                  </a:lnTo>
                  <a:lnTo>
                    <a:pt x="2446446" y="252691"/>
                  </a:lnTo>
                  <a:lnTo>
                    <a:pt x="2446501" y="252695"/>
                  </a:lnTo>
                  <a:lnTo>
                    <a:pt x="2446612" y="252703"/>
                  </a:lnTo>
                  <a:lnTo>
                    <a:pt x="2446677" y="252711"/>
                  </a:lnTo>
                  <a:lnTo>
                    <a:pt x="2446783" y="252728"/>
                  </a:lnTo>
                  <a:lnTo>
                    <a:pt x="2446853" y="252737"/>
                  </a:lnTo>
                  <a:lnTo>
                    <a:pt x="2446944" y="252756"/>
                  </a:lnTo>
                  <a:lnTo>
                    <a:pt x="2447028" y="252772"/>
                  </a:lnTo>
                  <a:lnTo>
                    <a:pt x="2447129" y="252795"/>
                  </a:lnTo>
                  <a:lnTo>
                    <a:pt x="2447155" y="252804"/>
                  </a:lnTo>
                  <a:lnTo>
                    <a:pt x="2447206" y="252821"/>
                  </a:lnTo>
                  <a:lnTo>
                    <a:pt x="2447268" y="252847"/>
                  </a:lnTo>
                  <a:lnTo>
                    <a:pt x="2447324" y="252871"/>
                  </a:lnTo>
                  <a:lnTo>
                    <a:pt x="2447373" y="252895"/>
                  </a:lnTo>
                  <a:lnTo>
                    <a:pt x="2447437" y="252931"/>
                  </a:lnTo>
                  <a:lnTo>
                    <a:pt x="2447495" y="252963"/>
                  </a:lnTo>
                  <a:lnTo>
                    <a:pt x="2447554" y="253002"/>
                  </a:lnTo>
                  <a:lnTo>
                    <a:pt x="2447600" y="253034"/>
                  </a:lnTo>
                  <a:lnTo>
                    <a:pt x="2447635" y="253059"/>
                  </a:lnTo>
                  <a:lnTo>
                    <a:pt x="2447657" y="253075"/>
                  </a:lnTo>
                  <a:lnTo>
                    <a:pt x="2447703" y="253117"/>
                  </a:lnTo>
                  <a:lnTo>
                    <a:pt x="2447748" y="253161"/>
                  </a:lnTo>
                  <a:lnTo>
                    <a:pt x="2447804" y="253236"/>
                  </a:lnTo>
                  <a:lnTo>
                    <a:pt x="2447832" y="253286"/>
                  </a:lnTo>
                  <a:lnTo>
                    <a:pt x="2447858" y="253338"/>
                  </a:lnTo>
                  <a:lnTo>
                    <a:pt x="2447888" y="253402"/>
                  </a:lnTo>
                  <a:lnTo>
                    <a:pt x="2447918" y="253506"/>
                  </a:lnTo>
                  <a:lnTo>
                    <a:pt x="2447928" y="253556"/>
                  </a:lnTo>
                  <a:lnTo>
                    <a:pt x="2447935" y="253626"/>
                  </a:lnTo>
                  <a:lnTo>
                    <a:pt x="2447937" y="253747"/>
                  </a:lnTo>
                  <a:lnTo>
                    <a:pt x="2447935" y="253802"/>
                  </a:lnTo>
                  <a:lnTo>
                    <a:pt x="2447921" y="254051"/>
                  </a:lnTo>
                  <a:lnTo>
                    <a:pt x="2447920" y="254093"/>
                  </a:lnTo>
                  <a:lnTo>
                    <a:pt x="2447922" y="254137"/>
                  </a:lnTo>
                  <a:lnTo>
                    <a:pt x="2447928" y="254172"/>
                  </a:lnTo>
                  <a:lnTo>
                    <a:pt x="2447940" y="254214"/>
                  </a:lnTo>
                  <a:lnTo>
                    <a:pt x="2447960" y="254260"/>
                  </a:lnTo>
                  <a:lnTo>
                    <a:pt x="2447978" y="254299"/>
                  </a:lnTo>
                  <a:lnTo>
                    <a:pt x="2448004" y="254337"/>
                  </a:lnTo>
                  <a:lnTo>
                    <a:pt x="2448024" y="254361"/>
                  </a:lnTo>
                  <a:lnTo>
                    <a:pt x="2448061" y="254398"/>
                  </a:lnTo>
                  <a:lnTo>
                    <a:pt x="2448108" y="254436"/>
                  </a:lnTo>
                  <a:lnTo>
                    <a:pt x="2448217" y="254515"/>
                  </a:lnTo>
                  <a:lnTo>
                    <a:pt x="2448298" y="254572"/>
                  </a:lnTo>
                  <a:lnTo>
                    <a:pt x="2448401" y="254649"/>
                  </a:lnTo>
                  <a:lnTo>
                    <a:pt x="2448443" y="254685"/>
                  </a:lnTo>
                  <a:lnTo>
                    <a:pt x="2448481" y="254719"/>
                  </a:lnTo>
                  <a:lnTo>
                    <a:pt x="2448501" y="254742"/>
                  </a:lnTo>
                  <a:lnTo>
                    <a:pt x="2448522" y="254768"/>
                  </a:lnTo>
                  <a:lnTo>
                    <a:pt x="2448543" y="254796"/>
                  </a:lnTo>
                  <a:lnTo>
                    <a:pt x="2448562" y="254828"/>
                  </a:lnTo>
                  <a:lnTo>
                    <a:pt x="2448590" y="254887"/>
                  </a:lnTo>
                  <a:lnTo>
                    <a:pt x="2448600" y="254920"/>
                  </a:lnTo>
                  <a:lnTo>
                    <a:pt x="2448606" y="254964"/>
                  </a:lnTo>
                  <a:lnTo>
                    <a:pt x="2448604" y="255089"/>
                  </a:lnTo>
                  <a:lnTo>
                    <a:pt x="2448603" y="255123"/>
                  </a:lnTo>
                  <a:lnTo>
                    <a:pt x="2448589" y="255176"/>
                  </a:lnTo>
                  <a:lnTo>
                    <a:pt x="2448557" y="255248"/>
                  </a:lnTo>
                  <a:lnTo>
                    <a:pt x="2448541" y="255271"/>
                  </a:lnTo>
                  <a:lnTo>
                    <a:pt x="2448485" y="255332"/>
                  </a:lnTo>
                  <a:lnTo>
                    <a:pt x="2448457" y="255356"/>
                  </a:lnTo>
                  <a:lnTo>
                    <a:pt x="2448449" y="255364"/>
                  </a:lnTo>
                  <a:lnTo>
                    <a:pt x="2448282" y="255504"/>
                  </a:lnTo>
                  <a:lnTo>
                    <a:pt x="2448195" y="255570"/>
                  </a:lnTo>
                  <a:lnTo>
                    <a:pt x="2448032" y="255693"/>
                  </a:lnTo>
                  <a:lnTo>
                    <a:pt x="2447997" y="255715"/>
                  </a:lnTo>
                  <a:lnTo>
                    <a:pt x="2447903" y="255793"/>
                  </a:lnTo>
                  <a:lnTo>
                    <a:pt x="2447816" y="255876"/>
                  </a:lnTo>
                  <a:lnTo>
                    <a:pt x="2447772" y="255929"/>
                  </a:lnTo>
                  <a:lnTo>
                    <a:pt x="2447749" y="255966"/>
                  </a:lnTo>
                  <a:lnTo>
                    <a:pt x="2447721" y="256039"/>
                  </a:lnTo>
                  <a:lnTo>
                    <a:pt x="2447705" y="256097"/>
                  </a:lnTo>
                  <a:lnTo>
                    <a:pt x="2447671" y="256192"/>
                  </a:lnTo>
                  <a:lnTo>
                    <a:pt x="2447628" y="256292"/>
                  </a:lnTo>
                  <a:lnTo>
                    <a:pt x="2447527" y="256529"/>
                  </a:lnTo>
                  <a:lnTo>
                    <a:pt x="2447499" y="256586"/>
                  </a:lnTo>
                  <a:lnTo>
                    <a:pt x="2447472" y="256624"/>
                  </a:lnTo>
                  <a:lnTo>
                    <a:pt x="2447437" y="256670"/>
                  </a:lnTo>
                  <a:lnTo>
                    <a:pt x="2447415" y="256696"/>
                  </a:lnTo>
                  <a:lnTo>
                    <a:pt x="2447276" y="256843"/>
                  </a:lnTo>
                  <a:lnTo>
                    <a:pt x="2447234" y="256881"/>
                  </a:lnTo>
                  <a:lnTo>
                    <a:pt x="2447185" y="256918"/>
                  </a:lnTo>
                  <a:lnTo>
                    <a:pt x="2447056" y="256980"/>
                  </a:lnTo>
                  <a:lnTo>
                    <a:pt x="2447019" y="256998"/>
                  </a:lnTo>
                  <a:lnTo>
                    <a:pt x="2446926" y="257034"/>
                  </a:lnTo>
                  <a:lnTo>
                    <a:pt x="2446782" y="257080"/>
                  </a:lnTo>
                  <a:lnTo>
                    <a:pt x="2446682" y="257099"/>
                  </a:lnTo>
                  <a:lnTo>
                    <a:pt x="2446637" y="257105"/>
                  </a:lnTo>
                  <a:lnTo>
                    <a:pt x="2446537" y="257109"/>
                  </a:lnTo>
                  <a:lnTo>
                    <a:pt x="2446419" y="257113"/>
                  </a:lnTo>
                  <a:lnTo>
                    <a:pt x="2446370" y="257114"/>
                  </a:lnTo>
                  <a:lnTo>
                    <a:pt x="2446313" y="257124"/>
                  </a:lnTo>
                  <a:lnTo>
                    <a:pt x="2446269" y="257138"/>
                  </a:lnTo>
                  <a:lnTo>
                    <a:pt x="2446219" y="257155"/>
                  </a:lnTo>
                  <a:lnTo>
                    <a:pt x="2446182" y="257171"/>
                  </a:lnTo>
                  <a:lnTo>
                    <a:pt x="2446063" y="257231"/>
                  </a:lnTo>
                  <a:lnTo>
                    <a:pt x="2445991" y="257273"/>
                  </a:lnTo>
                  <a:lnTo>
                    <a:pt x="2445921" y="257329"/>
                  </a:lnTo>
                  <a:lnTo>
                    <a:pt x="2445884" y="257363"/>
                  </a:lnTo>
                  <a:lnTo>
                    <a:pt x="2445847" y="257407"/>
                  </a:lnTo>
                  <a:lnTo>
                    <a:pt x="2445811" y="257449"/>
                  </a:lnTo>
                  <a:lnTo>
                    <a:pt x="2445790" y="257475"/>
                  </a:lnTo>
                  <a:lnTo>
                    <a:pt x="2445761" y="257517"/>
                  </a:lnTo>
                  <a:lnTo>
                    <a:pt x="2445732" y="257569"/>
                  </a:lnTo>
                  <a:lnTo>
                    <a:pt x="2445723" y="257596"/>
                  </a:lnTo>
                  <a:lnTo>
                    <a:pt x="2445693" y="257686"/>
                  </a:lnTo>
                  <a:lnTo>
                    <a:pt x="2445660" y="257800"/>
                  </a:lnTo>
                  <a:lnTo>
                    <a:pt x="2445637" y="257888"/>
                  </a:lnTo>
                  <a:lnTo>
                    <a:pt x="2445607" y="258011"/>
                  </a:lnTo>
                  <a:lnTo>
                    <a:pt x="2445600" y="258034"/>
                  </a:lnTo>
                  <a:lnTo>
                    <a:pt x="2445579" y="258095"/>
                  </a:lnTo>
                  <a:lnTo>
                    <a:pt x="2445560" y="258144"/>
                  </a:lnTo>
                  <a:lnTo>
                    <a:pt x="2445548" y="258173"/>
                  </a:lnTo>
                  <a:lnTo>
                    <a:pt x="2445529" y="258211"/>
                  </a:lnTo>
                  <a:lnTo>
                    <a:pt x="2445472" y="258297"/>
                  </a:lnTo>
                  <a:lnTo>
                    <a:pt x="2445449" y="258331"/>
                  </a:lnTo>
                  <a:lnTo>
                    <a:pt x="2445420" y="258373"/>
                  </a:lnTo>
                  <a:lnTo>
                    <a:pt x="2445394" y="258400"/>
                  </a:lnTo>
                  <a:lnTo>
                    <a:pt x="2445345" y="258455"/>
                  </a:lnTo>
                  <a:lnTo>
                    <a:pt x="2445300" y="258506"/>
                  </a:lnTo>
                  <a:lnTo>
                    <a:pt x="2445244" y="258572"/>
                  </a:lnTo>
                  <a:lnTo>
                    <a:pt x="2445183" y="258649"/>
                  </a:lnTo>
                  <a:lnTo>
                    <a:pt x="2445169" y="258669"/>
                  </a:lnTo>
                  <a:lnTo>
                    <a:pt x="2445144" y="258709"/>
                  </a:lnTo>
                  <a:lnTo>
                    <a:pt x="2445113" y="258771"/>
                  </a:lnTo>
                  <a:lnTo>
                    <a:pt x="2445101" y="258800"/>
                  </a:lnTo>
                  <a:lnTo>
                    <a:pt x="2445091" y="258835"/>
                  </a:lnTo>
                  <a:lnTo>
                    <a:pt x="2445078" y="258939"/>
                  </a:lnTo>
                  <a:lnTo>
                    <a:pt x="2445073" y="258979"/>
                  </a:lnTo>
                  <a:lnTo>
                    <a:pt x="2445063" y="259072"/>
                  </a:lnTo>
                  <a:lnTo>
                    <a:pt x="2445052" y="259278"/>
                  </a:lnTo>
                  <a:lnTo>
                    <a:pt x="2445057" y="259369"/>
                  </a:lnTo>
                  <a:lnTo>
                    <a:pt x="2445061" y="259424"/>
                  </a:lnTo>
                  <a:lnTo>
                    <a:pt x="2445065" y="259455"/>
                  </a:lnTo>
                  <a:lnTo>
                    <a:pt x="2445073" y="259494"/>
                  </a:lnTo>
                  <a:lnTo>
                    <a:pt x="2445083" y="259520"/>
                  </a:lnTo>
                  <a:lnTo>
                    <a:pt x="2445098" y="259573"/>
                  </a:lnTo>
                  <a:lnTo>
                    <a:pt x="2445106" y="259609"/>
                  </a:lnTo>
                  <a:lnTo>
                    <a:pt x="2445115" y="259703"/>
                  </a:lnTo>
                  <a:lnTo>
                    <a:pt x="2445119" y="259756"/>
                  </a:lnTo>
                  <a:lnTo>
                    <a:pt x="2445120" y="259794"/>
                  </a:lnTo>
                  <a:lnTo>
                    <a:pt x="2445112" y="259914"/>
                  </a:lnTo>
                  <a:lnTo>
                    <a:pt x="2445106" y="259993"/>
                  </a:lnTo>
                  <a:lnTo>
                    <a:pt x="2445102" y="260053"/>
                  </a:lnTo>
                  <a:lnTo>
                    <a:pt x="2445098" y="260115"/>
                  </a:lnTo>
                  <a:lnTo>
                    <a:pt x="2445104" y="260183"/>
                  </a:lnTo>
                  <a:lnTo>
                    <a:pt x="2445109" y="260220"/>
                  </a:lnTo>
                  <a:lnTo>
                    <a:pt x="2445119" y="260281"/>
                  </a:lnTo>
                  <a:lnTo>
                    <a:pt x="2445127" y="260324"/>
                  </a:lnTo>
                  <a:lnTo>
                    <a:pt x="2445130" y="260351"/>
                  </a:lnTo>
                  <a:lnTo>
                    <a:pt x="2445134" y="260413"/>
                  </a:lnTo>
                  <a:lnTo>
                    <a:pt x="2445136" y="260467"/>
                  </a:lnTo>
                  <a:lnTo>
                    <a:pt x="2445133" y="260490"/>
                  </a:lnTo>
                  <a:lnTo>
                    <a:pt x="2445119" y="260538"/>
                  </a:lnTo>
                  <a:lnTo>
                    <a:pt x="2445095" y="260580"/>
                  </a:lnTo>
                  <a:lnTo>
                    <a:pt x="2445070" y="260616"/>
                  </a:lnTo>
                  <a:lnTo>
                    <a:pt x="2445051" y="260642"/>
                  </a:lnTo>
                  <a:lnTo>
                    <a:pt x="2445047" y="260646"/>
                  </a:lnTo>
                  <a:lnTo>
                    <a:pt x="2445025" y="260674"/>
                  </a:lnTo>
                  <a:lnTo>
                    <a:pt x="2444947" y="260738"/>
                  </a:lnTo>
                  <a:lnTo>
                    <a:pt x="2444896" y="260772"/>
                  </a:lnTo>
                  <a:lnTo>
                    <a:pt x="2444855" y="260797"/>
                  </a:lnTo>
                  <a:lnTo>
                    <a:pt x="2444797" y="260829"/>
                  </a:lnTo>
                  <a:lnTo>
                    <a:pt x="2444751" y="260853"/>
                  </a:lnTo>
                  <a:lnTo>
                    <a:pt x="2444700" y="260879"/>
                  </a:lnTo>
                  <a:lnTo>
                    <a:pt x="2444657" y="260896"/>
                  </a:lnTo>
                  <a:lnTo>
                    <a:pt x="2444631" y="260904"/>
                  </a:lnTo>
                  <a:lnTo>
                    <a:pt x="2444466" y="260964"/>
                  </a:lnTo>
                  <a:lnTo>
                    <a:pt x="2444339" y="261010"/>
                  </a:lnTo>
                  <a:lnTo>
                    <a:pt x="2444201" y="261076"/>
                  </a:lnTo>
                  <a:lnTo>
                    <a:pt x="2444131" y="261114"/>
                  </a:lnTo>
                  <a:lnTo>
                    <a:pt x="2443789" y="261317"/>
                  </a:lnTo>
                  <a:lnTo>
                    <a:pt x="2443717" y="261360"/>
                  </a:lnTo>
                  <a:lnTo>
                    <a:pt x="2443663" y="261398"/>
                  </a:lnTo>
                  <a:lnTo>
                    <a:pt x="2443597" y="261453"/>
                  </a:lnTo>
                  <a:lnTo>
                    <a:pt x="2443521" y="261524"/>
                  </a:lnTo>
                  <a:lnTo>
                    <a:pt x="2443512" y="261533"/>
                  </a:lnTo>
                  <a:lnTo>
                    <a:pt x="2443479" y="261566"/>
                  </a:lnTo>
                  <a:lnTo>
                    <a:pt x="2443387" y="261663"/>
                  </a:lnTo>
                  <a:lnTo>
                    <a:pt x="2443358" y="261693"/>
                  </a:lnTo>
                  <a:lnTo>
                    <a:pt x="2443285" y="261780"/>
                  </a:lnTo>
                  <a:lnTo>
                    <a:pt x="2443256" y="261821"/>
                  </a:lnTo>
                  <a:lnTo>
                    <a:pt x="2443216" y="261869"/>
                  </a:lnTo>
                  <a:lnTo>
                    <a:pt x="2442849" y="262214"/>
                  </a:lnTo>
                  <a:lnTo>
                    <a:pt x="2442809" y="262250"/>
                  </a:lnTo>
                  <a:lnTo>
                    <a:pt x="2442780" y="262275"/>
                  </a:lnTo>
                  <a:lnTo>
                    <a:pt x="2442734" y="262311"/>
                  </a:lnTo>
                  <a:lnTo>
                    <a:pt x="2442334" y="262613"/>
                  </a:lnTo>
                  <a:lnTo>
                    <a:pt x="2442236" y="262678"/>
                  </a:lnTo>
                  <a:lnTo>
                    <a:pt x="2442170" y="262715"/>
                  </a:lnTo>
                  <a:lnTo>
                    <a:pt x="2442004" y="262828"/>
                  </a:lnTo>
                  <a:lnTo>
                    <a:pt x="2441904" y="262925"/>
                  </a:lnTo>
                  <a:lnTo>
                    <a:pt x="2441631" y="263167"/>
                  </a:lnTo>
                  <a:lnTo>
                    <a:pt x="2441552" y="263233"/>
                  </a:lnTo>
                  <a:lnTo>
                    <a:pt x="2441526" y="263256"/>
                  </a:lnTo>
                  <a:lnTo>
                    <a:pt x="2441467" y="263322"/>
                  </a:lnTo>
                  <a:lnTo>
                    <a:pt x="2441425" y="263369"/>
                  </a:lnTo>
                  <a:lnTo>
                    <a:pt x="2441394" y="263406"/>
                  </a:lnTo>
                  <a:lnTo>
                    <a:pt x="2441371" y="263437"/>
                  </a:lnTo>
                  <a:lnTo>
                    <a:pt x="2441330" y="263492"/>
                  </a:lnTo>
                  <a:lnTo>
                    <a:pt x="2441304" y="263530"/>
                  </a:lnTo>
                  <a:lnTo>
                    <a:pt x="2441293" y="263546"/>
                  </a:lnTo>
                  <a:lnTo>
                    <a:pt x="2441271" y="263585"/>
                  </a:lnTo>
                  <a:lnTo>
                    <a:pt x="2441189" y="263757"/>
                  </a:lnTo>
                  <a:lnTo>
                    <a:pt x="2441181" y="263777"/>
                  </a:lnTo>
                  <a:lnTo>
                    <a:pt x="2441167" y="263801"/>
                  </a:lnTo>
                  <a:lnTo>
                    <a:pt x="2441147" y="263845"/>
                  </a:lnTo>
                  <a:lnTo>
                    <a:pt x="2441125" y="263891"/>
                  </a:lnTo>
                  <a:lnTo>
                    <a:pt x="2441089" y="263953"/>
                  </a:lnTo>
                  <a:lnTo>
                    <a:pt x="2441068" y="263991"/>
                  </a:lnTo>
                  <a:lnTo>
                    <a:pt x="2441048" y="264027"/>
                  </a:lnTo>
                  <a:lnTo>
                    <a:pt x="2441029" y="264052"/>
                  </a:lnTo>
                  <a:lnTo>
                    <a:pt x="2441010" y="264079"/>
                  </a:lnTo>
                  <a:lnTo>
                    <a:pt x="2440981" y="264116"/>
                  </a:lnTo>
                  <a:lnTo>
                    <a:pt x="2440954" y="264152"/>
                  </a:lnTo>
                  <a:lnTo>
                    <a:pt x="2440936" y="264186"/>
                  </a:lnTo>
                  <a:lnTo>
                    <a:pt x="2440931" y="264196"/>
                  </a:lnTo>
                  <a:lnTo>
                    <a:pt x="2440919" y="264219"/>
                  </a:lnTo>
                  <a:lnTo>
                    <a:pt x="2440906" y="264258"/>
                  </a:lnTo>
                  <a:lnTo>
                    <a:pt x="2440895" y="264293"/>
                  </a:lnTo>
                  <a:lnTo>
                    <a:pt x="2440888" y="264320"/>
                  </a:lnTo>
                  <a:lnTo>
                    <a:pt x="2440888" y="264356"/>
                  </a:lnTo>
                  <a:lnTo>
                    <a:pt x="2440882" y="264421"/>
                  </a:lnTo>
                  <a:lnTo>
                    <a:pt x="2440883" y="264475"/>
                  </a:lnTo>
                  <a:lnTo>
                    <a:pt x="2440877" y="264521"/>
                  </a:lnTo>
                  <a:lnTo>
                    <a:pt x="2440872" y="264561"/>
                  </a:lnTo>
                  <a:lnTo>
                    <a:pt x="2440867" y="264611"/>
                  </a:lnTo>
                  <a:lnTo>
                    <a:pt x="2440868" y="264665"/>
                  </a:lnTo>
                  <a:lnTo>
                    <a:pt x="2440871" y="264709"/>
                  </a:lnTo>
                  <a:lnTo>
                    <a:pt x="2440876" y="264755"/>
                  </a:lnTo>
                  <a:lnTo>
                    <a:pt x="2440886" y="264798"/>
                  </a:lnTo>
                  <a:lnTo>
                    <a:pt x="2440899" y="264846"/>
                  </a:lnTo>
                  <a:lnTo>
                    <a:pt x="2440911" y="264880"/>
                  </a:lnTo>
                  <a:lnTo>
                    <a:pt x="2440926" y="264906"/>
                  </a:lnTo>
                  <a:lnTo>
                    <a:pt x="2440944" y="264941"/>
                  </a:lnTo>
                  <a:lnTo>
                    <a:pt x="2440961" y="264972"/>
                  </a:lnTo>
                  <a:lnTo>
                    <a:pt x="2440980" y="265000"/>
                  </a:lnTo>
                  <a:lnTo>
                    <a:pt x="2441003" y="265030"/>
                  </a:lnTo>
                  <a:lnTo>
                    <a:pt x="2441025" y="265056"/>
                  </a:lnTo>
                  <a:lnTo>
                    <a:pt x="2441053" y="265083"/>
                  </a:lnTo>
                  <a:lnTo>
                    <a:pt x="2441060" y="265091"/>
                  </a:lnTo>
                  <a:lnTo>
                    <a:pt x="2441082" y="265113"/>
                  </a:lnTo>
                  <a:lnTo>
                    <a:pt x="2441124" y="265148"/>
                  </a:lnTo>
                  <a:lnTo>
                    <a:pt x="2441157" y="265175"/>
                  </a:lnTo>
                  <a:lnTo>
                    <a:pt x="2441197" y="265210"/>
                  </a:lnTo>
                  <a:lnTo>
                    <a:pt x="2441231" y="265236"/>
                  </a:lnTo>
                  <a:lnTo>
                    <a:pt x="2441266" y="265261"/>
                  </a:lnTo>
                  <a:lnTo>
                    <a:pt x="2441292" y="265276"/>
                  </a:lnTo>
                  <a:lnTo>
                    <a:pt x="2441345" y="265307"/>
                  </a:lnTo>
                  <a:lnTo>
                    <a:pt x="2441395" y="265339"/>
                  </a:lnTo>
                  <a:lnTo>
                    <a:pt x="2441428" y="265360"/>
                  </a:lnTo>
                  <a:lnTo>
                    <a:pt x="2441461" y="265381"/>
                  </a:lnTo>
                  <a:lnTo>
                    <a:pt x="2441490" y="265397"/>
                  </a:lnTo>
                  <a:lnTo>
                    <a:pt x="2441534" y="265420"/>
                  </a:lnTo>
                  <a:lnTo>
                    <a:pt x="2441562" y="265433"/>
                  </a:lnTo>
                  <a:lnTo>
                    <a:pt x="2441569" y="265440"/>
                  </a:lnTo>
                  <a:lnTo>
                    <a:pt x="2441575" y="265445"/>
                  </a:lnTo>
                  <a:lnTo>
                    <a:pt x="2441594" y="265458"/>
                  </a:lnTo>
                  <a:lnTo>
                    <a:pt x="2441626" y="265483"/>
                  </a:lnTo>
                  <a:lnTo>
                    <a:pt x="2441685" y="265524"/>
                  </a:lnTo>
                  <a:lnTo>
                    <a:pt x="2441729" y="265564"/>
                  </a:lnTo>
                  <a:lnTo>
                    <a:pt x="2441762" y="265595"/>
                  </a:lnTo>
                  <a:lnTo>
                    <a:pt x="2441785" y="265620"/>
                  </a:lnTo>
                  <a:lnTo>
                    <a:pt x="2441805" y="265642"/>
                  </a:lnTo>
                  <a:lnTo>
                    <a:pt x="2441818" y="265659"/>
                  </a:lnTo>
                  <a:lnTo>
                    <a:pt x="2441839" y="265682"/>
                  </a:lnTo>
                  <a:lnTo>
                    <a:pt x="2441850" y="265702"/>
                  </a:lnTo>
                  <a:lnTo>
                    <a:pt x="2441868" y="265737"/>
                  </a:lnTo>
                  <a:lnTo>
                    <a:pt x="2441878" y="265769"/>
                  </a:lnTo>
                  <a:lnTo>
                    <a:pt x="2441891" y="265793"/>
                  </a:lnTo>
                  <a:lnTo>
                    <a:pt x="2441896" y="265825"/>
                  </a:lnTo>
                  <a:lnTo>
                    <a:pt x="2441899" y="265852"/>
                  </a:lnTo>
                  <a:lnTo>
                    <a:pt x="2441899" y="265859"/>
                  </a:lnTo>
                  <a:lnTo>
                    <a:pt x="2441900" y="265886"/>
                  </a:lnTo>
                  <a:lnTo>
                    <a:pt x="2441899" y="265913"/>
                  </a:lnTo>
                  <a:lnTo>
                    <a:pt x="2441896" y="265962"/>
                  </a:lnTo>
                  <a:lnTo>
                    <a:pt x="2441892" y="266017"/>
                  </a:lnTo>
                  <a:lnTo>
                    <a:pt x="2441884" y="266069"/>
                  </a:lnTo>
                  <a:lnTo>
                    <a:pt x="2441881" y="266105"/>
                  </a:lnTo>
                  <a:lnTo>
                    <a:pt x="2441877" y="266134"/>
                  </a:lnTo>
                  <a:lnTo>
                    <a:pt x="2441872" y="266166"/>
                  </a:lnTo>
                  <a:lnTo>
                    <a:pt x="2441867" y="266207"/>
                  </a:lnTo>
                  <a:lnTo>
                    <a:pt x="2441863" y="266242"/>
                  </a:lnTo>
                  <a:lnTo>
                    <a:pt x="2441848" y="266294"/>
                  </a:lnTo>
                  <a:lnTo>
                    <a:pt x="2441840" y="266332"/>
                  </a:lnTo>
                  <a:lnTo>
                    <a:pt x="2441834" y="266369"/>
                  </a:lnTo>
                  <a:lnTo>
                    <a:pt x="2441829" y="266403"/>
                  </a:lnTo>
                  <a:lnTo>
                    <a:pt x="2441822" y="266433"/>
                  </a:lnTo>
                  <a:lnTo>
                    <a:pt x="2441814" y="266460"/>
                  </a:lnTo>
                  <a:lnTo>
                    <a:pt x="2441808" y="266504"/>
                  </a:lnTo>
                  <a:lnTo>
                    <a:pt x="2441799" y="266537"/>
                  </a:lnTo>
                  <a:lnTo>
                    <a:pt x="2441788" y="266569"/>
                  </a:lnTo>
                  <a:lnTo>
                    <a:pt x="2441784" y="266595"/>
                  </a:lnTo>
                  <a:lnTo>
                    <a:pt x="2441774" y="266642"/>
                  </a:lnTo>
                  <a:lnTo>
                    <a:pt x="2441767" y="266682"/>
                  </a:lnTo>
                  <a:lnTo>
                    <a:pt x="2441764" y="266736"/>
                  </a:lnTo>
                  <a:lnTo>
                    <a:pt x="2441762" y="266786"/>
                  </a:lnTo>
                  <a:lnTo>
                    <a:pt x="2441762" y="266828"/>
                  </a:lnTo>
                  <a:lnTo>
                    <a:pt x="2441760" y="266870"/>
                  </a:lnTo>
                  <a:lnTo>
                    <a:pt x="2441764" y="266902"/>
                  </a:lnTo>
                  <a:lnTo>
                    <a:pt x="2441769" y="266935"/>
                  </a:lnTo>
                  <a:lnTo>
                    <a:pt x="2441776" y="266957"/>
                  </a:lnTo>
                  <a:lnTo>
                    <a:pt x="2441784" y="266974"/>
                  </a:lnTo>
                  <a:lnTo>
                    <a:pt x="2441799" y="266998"/>
                  </a:lnTo>
                  <a:lnTo>
                    <a:pt x="2441817" y="267021"/>
                  </a:lnTo>
                  <a:lnTo>
                    <a:pt x="2441840" y="267053"/>
                  </a:lnTo>
                  <a:lnTo>
                    <a:pt x="2441874" y="267095"/>
                  </a:lnTo>
                  <a:lnTo>
                    <a:pt x="2441898" y="267122"/>
                  </a:lnTo>
                  <a:lnTo>
                    <a:pt x="2441914" y="267162"/>
                  </a:lnTo>
                  <a:lnTo>
                    <a:pt x="2441926" y="267181"/>
                  </a:lnTo>
                  <a:lnTo>
                    <a:pt x="2441951" y="267223"/>
                  </a:lnTo>
                  <a:lnTo>
                    <a:pt x="2441971" y="267248"/>
                  </a:lnTo>
                  <a:lnTo>
                    <a:pt x="2441988" y="267270"/>
                  </a:lnTo>
                  <a:lnTo>
                    <a:pt x="2442031" y="267316"/>
                  </a:lnTo>
                  <a:lnTo>
                    <a:pt x="2442063" y="267345"/>
                  </a:lnTo>
                  <a:lnTo>
                    <a:pt x="2442099" y="267373"/>
                  </a:lnTo>
                  <a:lnTo>
                    <a:pt x="2442130" y="267398"/>
                  </a:lnTo>
                  <a:lnTo>
                    <a:pt x="2442162" y="267418"/>
                  </a:lnTo>
                  <a:lnTo>
                    <a:pt x="2442207" y="267449"/>
                  </a:lnTo>
                  <a:lnTo>
                    <a:pt x="2442240" y="267468"/>
                  </a:lnTo>
                  <a:lnTo>
                    <a:pt x="2442274" y="267491"/>
                  </a:lnTo>
                  <a:lnTo>
                    <a:pt x="2442288" y="267503"/>
                  </a:lnTo>
                  <a:lnTo>
                    <a:pt x="2442323" y="267533"/>
                  </a:lnTo>
                  <a:lnTo>
                    <a:pt x="2442359" y="267561"/>
                  </a:lnTo>
                  <a:lnTo>
                    <a:pt x="2442432" y="267619"/>
                  </a:lnTo>
                  <a:lnTo>
                    <a:pt x="2442465" y="267637"/>
                  </a:lnTo>
                  <a:lnTo>
                    <a:pt x="2442545" y="267683"/>
                  </a:lnTo>
                  <a:lnTo>
                    <a:pt x="2442592" y="267706"/>
                  </a:lnTo>
                  <a:lnTo>
                    <a:pt x="2442628" y="267722"/>
                  </a:lnTo>
                  <a:lnTo>
                    <a:pt x="2442692" y="267745"/>
                  </a:lnTo>
                  <a:lnTo>
                    <a:pt x="2442762" y="267761"/>
                  </a:lnTo>
                  <a:lnTo>
                    <a:pt x="2442827" y="267776"/>
                  </a:lnTo>
                  <a:lnTo>
                    <a:pt x="2442896" y="267788"/>
                  </a:lnTo>
                  <a:lnTo>
                    <a:pt x="2443113" y="267816"/>
                  </a:lnTo>
                  <a:lnTo>
                    <a:pt x="2443142" y="267818"/>
                  </a:lnTo>
                  <a:lnTo>
                    <a:pt x="2443193" y="267833"/>
                  </a:lnTo>
                  <a:lnTo>
                    <a:pt x="2443282" y="267861"/>
                  </a:lnTo>
                  <a:lnTo>
                    <a:pt x="2443365" y="267892"/>
                  </a:lnTo>
                  <a:lnTo>
                    <a:pt x="2443600" y="267989"/>
                  </a:lnTo>
                  <a:lnTo>
                    <a:pt x="2443703" y="268033"/>
                  </a:lnTo>
                  <a:lnTo>
                    <a:pt x="2443794" y="268077"/>
                  </a:lnTo>
                  <a:lnTo>
                    <a:pt x="2444091" y="268234"/>
                  </a:lnTo>
                  <a:lnTo>
                    <a:pt x="2444133" y="268266"/>
                  </a:lnTo>
                  <a:lnTo>
                    <a:pt x="2444171" y="268297"/>
                  </a:lnTo>
                  <a:lnTo>
                    <a:pt x="2444188" y="268321"/>
                  </a:lnTo>
                  <a:lnTo>
                    <a:pt x="2444203" y="268350"/>
                  </a:lnTo>
                  <a:lnTo>
                    <a:pt x="2444220" y="268399"/>
                  </a:lnTo>
                  <a:lnTo>
                    <a:pt x="2444235" y="268444"/>
                  </a:lnTo>
                  <a:lnTo>
                    <a:pt x="2444246" y="268481"/>
                  </a:lnTo>
                  <a:lnTo>
                    <a:pt x="2444253" y="268514"/>
                  </a:lnTo>
                  <a:lnTo>
                    <a:pt x="2444257" y="268551"/>
                  </a:lnTo>
                  <a:lnTo>
                    <a:pt x="2444260" y="268618"/>
                  </a:lnTo>
                  <a:lnTo>
                    <a:pt x="2444265" y="268682"/>
                  </a:lnTo>
                  <a:lnTo>
                    <a:pt x="2444278" y="268765"/>
                  </a:lnTo>
                  <a:lnTo>
                    <a:pt x="2444289" y="268801"/>
                  </a:lnTo>
                  <a:lnTo>
                    <a:pt x="2444460" y="269123"/>
                  </a:lnTo>
                  <a:lnTo>
                    <a:pt x="2444479" y="269154"/>
                  </a:lnTo>
                  <a:lnTo>
                    <a:pt x="2444508" y="269185"/>
                  </a:lnTo>
                  <a:lnTo>
                    <a:pt x="2444765" y="269445"/>
                  </a:lnTo>
                  <a:lnTo>
                    <a:pt x="2444960" y="269608"/>
                  </a:lnTo>
                  <a:lnTo>
                    <a:pt x="2445002" y="269640"/>
                  </a:lnTo>
                  <a:lnTo>
                    <a:pt x="2445676" y="270045"/>
                  </a:lnTo>
                  <a:lnTo>
                    <a:pt x="2446929" y="270856"/>
                  </a:lnTo>
                  <a:lnTo>
                    <a:pt x="2448562" y="271923"/>
                  </a:lnTo>
                  <a:lnTo>
                    <a:pt x="2449278" y="272311"/>
                  </a:lnTo>
                  <a:lnTo>
                    <a:pt x="2449834" y="272746"/>
                  </a:lnTo>
                  <a:lnTo>
                    <a:pt x="2450171" y="273168"/>
                  </a:lnTo>
                  <a:lnTo>
                    <a:pt x="2450380" y="273549"/>
                  </a:lnTo>
                  <a:lnTo>
                    <a:pt x="2450519" y="273681"/>
                  </a:lnTo>
                  <a:lnTo>
                    <a:pt x="2450698" y="273817"/>
                  </a:lnTo>
                  <a:lnTo>
                    <a:pt x="2450853" y="273968"/>
                  </a:lnTo>
                  <a:lnTo>
                    <a:pt x="2451267" y="274478"/>
                  </a:lnTo>
                  <a:lnTo>
                    <a:pt x="2451519" y="274857"/>
                  </a:lnTo>
                  <a:lnTo>
                    <a:pt x="2451552" y="274905"/>
                  </a:lnTo>
                  <a:lnTo>
                    <a:pt x="2451918" y="275593"/>
                  </a:lnTo>
                  <a:lnTo>
                    <a:pt x="2452367" y="276342"/>
                  </a:lnTo>
                  <a:lnTo>
                    <a:pt x="2452947" y="277213"/>
                  </a:lnTo>
                  <a:lnTo>
                    <a:pt x="2452981" y="277259"/>
                  </a:lnTo>
                  <a:lnTo>
                    <a:pt x="2453355" y="277694"/>
                  </a:lnTo>
                  <a:lnTo>
                    <a:pt x="2453377" y="277723"/>
                  </a:lnTo>
                  <a:lnTo>
                    <a:pt x="2453466" y="277869"/>
                  </a:lnTo>
                  <a:lnTo>
                    <a:pt x="2453486" y="277918"/>
                  </a:lnTo>
                  <a:lnTo>
                    <a:pt x="2453634" y="278474"/>
                  </a:lnTo>
                  <a:lnTo>
                    <a:pt x="2453643" y="278517"/>
                  </a:lnTo>
                  <a:lnTo>
                    <a:pt x="2453650" y="278553"/>
                  </a:lnTo>
                  <a:lnTo>
                    <a:pt x="2453659" y="278727"/>
                  </a:lnTo>
                  <a:lnTo>
                    <a:pt x="2453626" y="278950"/>
                  </a:lnTo>
                  <a:lnTo>
                    <a:pt x="2453654" y="279848"/>
                  </a:lnTo>
                  <a:lnTo>
                    <a:pt x="2453692" y="280624"/>
                  </a:lnTo>
                  <a:lnTo>
                    <a:pt x="2453721" y="281729"/>
                  </a:lnTo>
                  <a:lnTo>
                    <a:pt x="2453761" y="282274"/>
                  </a:lnTo>
                  <a:lnTo>
                    <a:pt x="2453847" y="282789"/>
                  </a:lnTo>
                  <a:lnTo>
                    <a:pt x="2453863" y="282855"/>
                  </a:lnTo>
                  <a:lnTo>
                    <a:pt x="2453891" y="282930"/>
                  </a:lnTo>
                  <a:lnTo>
                    <a:pt x="2453949" y="283074"/>
                  </a:lnTo>
                  <a:lnTo>
                    <a:pt x="2453994" y="283185"/>
                  </a:lnTo>
                  <a:lnTo>
                    <a:pt x="2454083" y="283375"/>
                  </a:lnTo>
                  <a:lnTo>
                    <a:pt x="2454170" y="283519"/>
                  </a:lnTo>
                  <a:lnTo>
                    <a:pt x="2454187" y="283545"/>
                  </a:lnTo>
                  <a:lnTo>
                    <a:pt x="2454212" y="283584"/>
                  </a:lnTo>
                  <a:lnTo>
                    <a:pt x="2454237" y="283618"/>
                  </a:lnTo>
                  <a:lnTo>
                    <a:pt x="2454274" y="283665"/>
                  </a:lnTo>
                  <a:lnTo>
                    <a:pt x="2454291" y="283684"/>
                  </a:lnTo>
                  <a:lnTo>
                    <a:pt x="2454353" y="283748"/>
                  </a:lnTo>
                  <a:lnTo>
                    <a:pt x="2454426" y="283808"/>
                  </a:lnTo>
                  <a:lnTo>
                    <a:pt x="2454491" y="283844"/>
                  </a:lnTo>
                  <a:lnTo>
                    <a:pt x="2454604" y="283907"/>
                  </a:lnTo>
                  <a:lnTo>
                    <a:pt x="2454798" y="283968"/>
                  </a:lnTo>
                  <a:lnTo>
                    <a:pt x="2455730" y="284447"/>
                  </a:lnTo>
                  <a:lnTo>
                    <a:pt x="2456484" y="284664"/>
                  </a:lnTo>
                  <a:lnTo>
                    <a:pt x="2457495" y="284843"/>
                  </a:lnTo>
                  <a:lnTo>
                    <a:pt x="2457836" y="284859"/>
                  </a:lnTo>
                  <a:lnTo>
                    <a:pt x="2459428" y="284880"/>
                  </a:lnTo>
                  <a:lnTo>
                    <a:pt x="2459975" y="284867"/>
                  </a:lnTo>
                  <a:lnTo>
                    <a:pt x="2460088" y="284867"/>
                  </a:lnTo>
                  <a:lnTo>
                    <a:pt x="2460210" y="284867"/>
                  </a:lnTo>
                  <a:lnTo>
                    <a:pt x="2460270" y="284865"/>
                  </a:lnTo>
                  <a:lnTo>
                    <a:pt x="2460507" y="284847"/>
                  </a:lnTo>
                  <a:lnTo>
                    <a:pt x="2460555" y="284841"/>
                  </a:lnTo>
                  <a:lnTo>
                    <a:pt x="2460663" y="284826"/>
                  </a:lnTo>
                  <a:lnTo>
                    <a:pt x="2463211" y="284190"/>
                  </a:lnTo>
                  <a:lnTo>
                    <a:pt x="2463805" y="283826"/>
                  </a:lnTo>
                  <a:lnTo>
                    <a:pt x="2463898" y="283771"/>
                  </a:lnTo>
                  <a:lnTo>
                    <a:pt x="2463960" y="283728"/>
                  </a:lnTo>
                  <a:lnTo>
                    <a:pt x="2464013" y="283690"/>
                  </a:lnTo>
                  <a:lnTo>
                    <a:pt x="2464059" y="283645"/>
                  </a:lnTo>
                  <a:lnTo>
                    <a:pt x="2464110" y="283596"/>
                  </a:lnTo>
                  <a:lnTo>
                    <a:pt x="2464153" y="283546"/>
                  </a:lnTo>
                  <a:lnTo>
                    <a:pt x="2464208" y="283489"/>
                  </a:lnTo>
                  <a:lnTo>
                    <a:pt x="2464417" y="283312"/>
                  </a:lnTo>
                  <a:lnTo>
                    <a:pt x="2464482" y="283266"/>
                  </a:lnTo>
                  <a:lnTo>
                    <a:pt x="2464635" y="283171"/>
                  </a:lnTo>
                  <a:lnTo>
                    <a:pt x="2464812" y="283068"/>
                  </a:lnTo>
                  <a:lnTo>
                    <a:pt x="2464939" y="282997"/>
                  </a:lnTo>
                  <a:lnTo>
                    <a:pt x="2465104" y="282903"/>
                  </a:lnTo>
                  <a:lnTo>
                    <a:pt x="2465299" y="282825"/>
                  </a:lnTo>
                  <a:lnTo>
                    <a:pt x="2465615" y="282766"/>
                  </a:lnTo>
                  <a:lnTo>
                    <a:pt x="2466317" y="282600"/>
                  </a:lnTo>
                  <a:lnTo>
                    <a:pt x="2466846" y="282398"/>
                  </a:lnTo>
                  <a:lnTo>
                    <a:pt x="2466925" y="282380"/>
                  </a:lnTo>
                  <a:lnTo>
                    <a:pt x="2467229" y="282370"/>
                  </a:lnTo>
                  <a:lnTo>
                    <a:pt x="2467425" y="282384"/>
                  </a:lnTo>
                  <a:lnTo>
                    <a:pt x="2467712" y="282402"/>
                  </a:lnTo>
                  <a:lnTo>
                    <a:pt x="2468408" y="282534"/>
                  </a:lnTo>
                  <a:lnTo>
                    <a:pt x="2468612" y="282557"/>
                  </a:lnTo>
                  <a:lnTo>
                    <a:pt x="2469531" y="282671"/>
                  </a:lnTo>
                  <a:lnTo>
                    <a:pt x="2470222" y="282720"/>
                  </a:lnTo>
                  <a:lnTo>
                    <a:pt x="2471206" y="282825"/>
                  </a:lnTo>
                  <a:lnTo>
                    <a:pt x="2471250" y="282831"/>
                  </a:lnTo>
                  <a:lnTo>
                    <a:pt x="2471730" y="282807"/>
                  </a:lnTo>
                  <a:lnTo>
                    <a:pt x="2471967" y="282748"/>
                  </a:lnTo>
                  <a:lnTo>
                    <a:pt x="2472286" y="282620"/>
                  </a:lnTo>
                  <a:lnTo>
                    <a:pt x="2472623" y="282488"/>
                  </a:lnTo>
                  <a:lnTo>
                    <a:pt x="2473123" y="282278"/>
                  </a:lnTo>
                  <a:lnTo>
                    <a:pt x="2473803" y="282106"/>
                  </a:lnTo>
                  <a:lnTo>
                    <a:pt x="2474229" y="282051"/>
                  </a:lnTo>
                  <a:lnTo>
                    <a:pt x="2474481" y="282005"/>
                  </a:lnTo>
                  <a:lnTo>
                    <a:pt x="2474815" y="281986"/>
                  </a:lnTo>
                  <a:lnTo>
                    <a:pt x="2474891" y="281990"/>
                  </a:lnTo>
                  <a:lnTo>
                    <a:pt x="2475028" y="282001"/>
                  </a:lnTo>
                  <a:lnTo>
                    <a:pt x="2475481" y="282093"/>
                  </a:lnTo>
                  <a:lnTo>
                    <a:pt x="2475786" y="282184"/>
                  </a:lnTo>
                  <a:lnTo>
                    <a:pt x="2476429" y="282330"/>
                  </a:lnTo>
                  <a:lnTo>
                    <a:pt x="2477275" y="282438"/>
                  </a:lnTo>
                  <a:lnTo>
                    <a:pt x="2477962" y="282437"/>
                  </a:lnTo>
                  <a:lnTo>
                    <a:pt x="2478149" y="282449"/>
                  </a:lnTo>
                  <a:lnTo>
                    <a:pt x="2478360" y="282498"/>
                  </a:lnTo>
                  <a:lnTo>
                    <a:pt x="2478481" y="282544"/>
                  </a:lnTo>
                  <a:lnTo>
                    <a:pt x="2478632" y="282614"/>
                  </a:lnTo>
                  <a:lnTo>
                    <a:pt x="2479033" y="282977"/>
                  </a:lnTo>
                  <a:lnTo>
                    <a:pt x="2479283" y="283458"/>
                  </a:lnTo>
                  <a:lnTo>
                    <a:pt x="2479362" y="283922"/>
                  </a:lnTo>
                  <a:lnTo>
                    <a:pt x="2479318" y="284730"/>
                  </a:lnTo>
                  <a:lnTo>
                    <a:pt x="2479298" y="284856"/>
                  </a:lnTo>
                  <a:lnTo>
                    <a:pt x="2479294" y="284906"/>
                  </a:lnTo>
                  <a:lnTo>
                    <a:pt x="2479295" y="284930"/>
                  </a:lnTo>
                  <a:lnTo>
                    <a:pt x="2479311" y="284994"/>
                  </a:lnTo>
                  <a:lnTo>
                    <a:pt x="2479386" y="285209"/>
                  </a:lnTo>
                  <a:lnTo>
                    <a:pt x="2479465" y="285330"/>
                  </a:lnTo>
                  <a:lnTo>
                    <a:pt x="2479590" y="285482"/>
                  </a:lnTo>
                  <a:lnTo>
                    <a:pt x="2480535" y="286080"/>
                  </a:lnTo>
                  <a:lnTo>
                    <a:pt x="2481190" y="286263"/>
                  </a:lnTo>
                  <a:lnTo>
                    <a:pt x="2481669" y="286264"/>
                  </a:lnTo>
                  <a:lnTo>
                    <a:pt x="2482039" y="286242"/>
                  </a:lnTo>
                  <a:lnTo>
                    <a:pt x="2482358" y="286159"/>
                  </a:lnTo>
                  <a:lnTo>
                    <a:pt x="2483045" y="285833"/>
                  </a:lnTo>
                  <a:lnTo>
                    <a:pt x="2483571" y="285431"/>
                  </a:lnTo>
                  <a:lnTo>
                    <a:pt x="2483692" y="285317"/>
                  </a:lnTo>
                  <a:lnTo>
                    <a:pt x="2483888" y="285037"/>
                  </a:lnTo>
                  <a:lnTo>
                    <a:pt x="2484123" y="284522"/>
                  </a:lnTo>
                  <a:lnTo>
                    <a:pt x="2484363" y="284250"/>
                  </a:lnTo>
                  <a:lnTo>
                    <a:pt x="2484544" y="284127"/>
                  </a:lnTo>
                  <a:lnTo>
                    <a:pt x="2484810" y="283993"/>
                  </a:lnTo>
                  <a:lnTo>
                    <a:pt x="2485137" y="283829"/>
                  </a:lnTo>
                  <a:lnTo>
                    <a:pt x="2485191" y="283811"/>
                  </a:lnTo>
                  <a:lnTo>
                    <a:pt x="2485334" y="283786"/>
                  </a:lnTo>
                  <a:lnTo>
                    <a:pt x="2485640" y="283766"/>
                  </a:lnTo>
                  <a:lnTo>
                    <a:pt x="2486456" y="283872"/>
                  </a:lnTo>
                  <a:lnTo>
                    <a:pt x="2486690" y="283927"/>
                  </a:lnTo>
                  <a:lnTo>
                    <a:pt x="2487447" y="284298"/>
                  </a:lnTo>
                  <a:lnTo>
                    <a:pt x="2488011" y="284638"/>
                  </a:lnTo>
                  <a:lnTo>
                    <a:pt x="2488131" y="284753"/>
                  </a:lnTo>
                  <a:lnTo>
                    <a:pt x="2488348" y="284994"/>
                  </a:lnTo>
                  <a:lnTo>
                    <a:pt x="2488398" y="285029"/>
                  </a:lnTo>
                  <a:lnTo>
                    <a:pt x="2488467" y="285067"/>
                  </a:lnTo>
                  <a:lnTo>
                    <a:pt x="2488541" y="285090"/>
                  </a:lnTo>
                  <a:lnTo>
                    <a:pt x="2488654" y="285089"/>
                  </a:lnTo>
                  <a:lnTo>
                    <a:pt x="2488982" y="285091"/>
                  </a:lnTo>
                  <a:lnTo>
                    <a:pt x="2489386" y="285176"/>
                  </a:lnTo>
                  <a:lnTo>
                    <a:pt x="2490319" y="285465"/>
                  </a:lnTo>
                  <a:lnTo>
                    <a:pt x="2490457" y="285501"/>
                  </a:lnTo>
                  <a:lnTo>
                    <a:pt x="2490808" y="285543"/>
                  </a:lnTo>
                  <a:lnTo>
                    <a:pt x="2491337" y="285560"/>
                  </a:lnTo>
                  <a:lnTo>
                    <a:pt x="2491410" y="285560"/>
                  </a:lnTo>
                  <a:lnTo>
                    <a:pt x="2491965" y="285503"/>
                  </a:lnTo>
                  <a:lnTo>
                    <a:pt x="2492335" y="285310"/>
                  </a:lnTo>
                  <a:lnTo>
                    <a:pt x="2492440" y="285278"/>
                  </a:lnTo>
                  <a:lnTo>
                    <a:pt x="2492765" y="285224"/>
                  </a:lnTo>
                  <a:lnTo>
                    <a:pt x="2493784" y="284982"/>
                  </a:lnTo>
                  <a:lnTo>
                    <a:pt x="2493922" y="284968"/>
                  </a:lnTo>
                  <a:lnTo>
                    <a:pt x="2494076" y="285015"/>
                  </a:lnTo>
                  <a:lnTo>
                    <a:pt x="2494158" y="285079"/>
                  </a:lnTo>
                  <a:lnTo>
                    <a:pt x="2494305" y="285278"/>
                  </a:lnTo>
                  <a:lnTo>
                    <a:pt x="2494488" y="285374"/>
                  </a:lnTo>
                  <a:lnTo>
                    <a:pt x="2494605" y="285397"/>
                  </a:lnTo>
                  <a:lnTo>
                    <a:pt x="2495911" y="285683"/>
                  </a:lnTo>
                  <a:lnTo>
                    <a:pt x="2496544" y="285810"/>
                  </a:lnTo>
                  <a:lnTo>
                    <a:pt x="2496858" y="285814"/>
                  </a:lnTo>
                  <a:lnTo>
                    <a:pt x="2497120" y="285763"/>
                  </a:lnTo>
                  <a:lnTo>
                    <a:pt x="2497264" y="285722"/>
                  </a:lnTo>
                  <a:lnTo>
                    <a:pt x="2497533" y="285553"/>
                  </a:lnTo>
                  <a:lnTo>
                    <a:pt x="2497685" y="285268"/>
                  </a:lnTo>
                  <a:lnTo>
                    <a:pt x="2497798" y="284791"/>
                  </a:lnTo>
                  <a:lnTo>
                    <a:pt x="2497916" y="284298"/>
                  </a:lnTo>
                  <a:lnTo>
                    <a:pt x="2497939" y="284203"/>
                  </a:lnTo>
                  <a:lnTo>
                    <a:pt x="2497983" y="284020"/>
                  </a:lnTo>
                  <a:lnTo>
                    <a:pt x="2498158" y="283745"/>
                  </a:lnTo>
                  <a:lnTo>
                    <a:pt x="2498375" y="283647"/>
                  </a:lnTo>
                  <a:lnTo>
                    <a:pt x="2498471" y="283602"/>
                  </a:lnTo>
                  <a:lnTo>
                    <a:pt x="2498808" y="283552"/>
                  </a:lnTo>
                  <a:lnTo>
                    <a:pt x="2498933" y="283530"/>
                  </a:lnTo>
                  <a:lnTo>
                    <a:pt x="2498959" y="283533"/>
                  </a:lnTo>
                  <a:lnTo>
                    <a:pt x="2499264" y="283570"/>
                  </a:lnTo>
                  <a:lnTo>
                    <a:pt x="2499491" y="283635"/>
                  </a:lnTo>
                  <a:lnTo>
                    <a:pt x="2499910" y="283805"/>
                  </a:lnTo>
                  <a:lnTo>
                    <a:pt x="2500217" y="283901"/>
                  </a:lnTo>
                  <a:lnTo>
                    <a:pt x="2500240" y="283910"/>
                  </a:lnTo>
                  <a:lnTo>
                    <a:pt x="2500281" y="283929"/>
                  </a:lnTo>
                  <a:lnTo>
                    <a:pt x="2500329" y="283952"/>
                  </a:lnTo>
                  <a:lnTo>
                    <a:pt x="2500372" y="283975"/>
                  </a:lnTo>
                  <a:lnTo>
                    <a:pt x="2500418" y="284002"/>
                  </a:lnTo>
                  <a:lnTo>
                    <a:pt x="2500453" y="284022"/>
                  </a:lnTo>
                  <a:lnTo>
                    <a:pt x="2500494" y="284042"/>
                  </a:lnTo>
                  <a:lnTo>
                    <a:pt x="2500530" y="284060"/>
                  </a:lnTo>
                  <a:lnTo>
                    <a:pt x="2500560" y="284070"/>
                  </a:lnTo>
                  <a:lnTo>
                    <a:pt x="2500594" y="284082"/>
                  </a:lnTo>
                  <a:lnTo>
                    <a:pt x="2500643" y="284102"/>
                  </a:lnTo>
                  <a:lnTo>
                    <a:pt x="2500676" y="284114"/>
                  </a:lnTo>
                  <a:lnTo>
                    <a:pt x="2500697" y="284126"/>
                  </a:lnTo>
                  <a:lnTo>
                    <a:pt x="2500715" y="284131"/>
                  </a:lnTo>
                  <a:lnTo>
                    <a:pt x="2500726" y="284133"/>
                  </a:lnTo>
                  <a:lnTo>
                    <a:pt x="2500752" y="284143"/>
                  </a:lnTo>
                  <a:lnTo>
                    <a:pt x="2500781" y="284157"/>
                  </a:lnTo>
                  <a:lnTo>
                    <a:pt x="2500803" y="284167"/>
                  </a:lnTo>
                  <a:lnTo>
                    <a:pt x="2500825" y="284177"/>
                  </a:lnTo>
                  <a:lnTo>
                    <a:pt x="2500930" y="284198"/>
                  </a:lnTo>
                  <a:lnTo>
                    <a:pt x="2501036" y="284198"/>
                  </a:lnTo>
                  <a:lnTo>
                    <a:pt x="2501276" y="284198"/>
                  </a:lnTo>
                  <a:lnTo>
                    <a:pt x="2501458" y="284167"/>
                  </a:lnTo>
                  <a:lnTo>
                    <a:pt x="2502414" y="284090"/>
                  </a:lnTo>
                  <a:lnTo>
                    <a:pt x="2502447" y="284091"/>
                  </a:lnTo>
                  <a:lnTo>
                    <a:pt x="2502875" y="284114"/>
                  </a:lnTo>
                  <a:lnTo>
                    <a:pt x="2502889" y="284110"/>
                  </a:lnTo>
                  <a:lnTo>
                    <a:pt x="2502955" y="284099"/>
                  </a:lnTo>
                  <a:lnTo>
                    <a:pt x="2503149" y="284086"/>
                  </a:lnTo>
                  <a:lnTo>
                    <a:pt x="2503407" y="284068"/>
                  </a:lnTo>
                  <a:lnTo>
                    <a:pt x="2503465" y="284062"/>
                  </a:lnTo>
                  <a:lnTo>
                    <a:pt x="2503533" y="284056"/>
                  </a:lnTo>
                  <a:lnTo>
                    <a:pt x="2503597" y="284050"/>
                  </a:lnTo>
                  <a:lnTo>
                    <a:pt x="2503673" y="284047"/>
                  </a:lnTo>
                  <a:lnTo>
                    <a:pt x="2503768" y="284048"/>
                  </a:lnTo>
                  <a:lnTo>
                    <a:pt x="2503906" y="284054"/>
                  </a:lnTo>
                  <a:lnTo>
                    <a:pt x="2504678" y="284041"/>
                  </a:lnTo>
                  <a:lnTo>
                    <a:pt x="2505086" y="284038"/>
                  </a:lnTo>
                  <a:lnTo>
                    <a:pt x="2505164" y="284041"/>
                  </a:lnTo>
                  <a:lnTo>
                    <a:pt x="2505183" y="284043"/>
                  </a:lnTo>
                  <a:lnTo>
                    <a:pt x="2505199" y="284039"/>
                  </a:lnTo>
                  <a:lnTo>
                    <a:pt x="2505633" y="283869"/>
                  </a:lnTo>
                  <a:lnTo>
                    <a:pt x="2506267" y="283707"/>
                  </a:lnTo>
                  <a:lnTo>
                    <a:pt x="2506406" y="283677"/>
                  </a:lnTo>
                  <a:lnTo>
                    <a:pt x="2506460" y="283658"/>
                  </a:lnTo>
                  <a:lnTo>
                    <a:pt x="2506483" y="283643"/>
                  </a:lnTo>
                  <a:lnTo>
                    <a:pt x="2506563" y="283604"/>
                  </a:lnTo>
                  <a:lnTo>
                    <a:pt x="2506640" y="283568"/>
                  </a:lnTo>
                  <a:lnTo>
                    <a:pt x="2506689" y="283551"/>
                  </a:lnTo>
                  <a:lnTo>
                    <a:pt x="2506726" y="283540"/>
                  </a:lnTo>
                  <a:lnTo>
                    <a:pt x="2506762" y="283529"/>
                  </a:lnTo>
                  <a:lnTo>
                    <a:pt x="2506793" y="283523"/>
                  </a:lnTo>
                  <a:lnTo>
                    <a:pt x="2506825" y="283517"/>
                  </a:lnTo>
                  <a:lnTo>
                    <a:pt x="2506868" y="283507"/>
                  </a:lnTo>
                  <a:lnTo>
                    <a:pt x="2506971" y="283499"/>
                  </a:lnTo>
                  <a:lnTo>
                    <a:pt x="2507237" y="283491"/>
                  </a:lnTo>
                  <a:lnTo>
                    <a:pt x="2507345" y="283492"/>
                  </a:lnTo>
                  <a:lnTo>
                    <a:pt x="2507416" y="283497"/>
                  </a:lnTo>
                  <a:lnTo>
                    <a:pt x="2507532" y="283506"/>
                  </a:lnTo>
                  <a:lnTo>
                    <a:pt x="2507598" y="283511"/>
                  </a:lnTo>
                  <a:lnTo>
                    <a:pt x="2507655" y="283515"/>
                  </a:lnTo>
                  <a:lnTo>
                    <a:pt x="2507705" y="283520"/>
                  </a:lnTo>
                  <a:lnTo>
                    <a:pt x="2507770" y="283529"/>
                  </a:lnTo>
                  <a:lnTo>
                    <a:pt x="2507839" y="283544"/>
                  </a:lnTo>
                  <a:lnTo>
                    <a:pt x="2507936" y="283568"/>
                  </a:lnTo>
                  <a:lnTo>
                    <a:pt x="2508023" y="283595"/>
                  </a:lnTo>
                  <a:lnTo>
                    <a:pt x="2508129" y="283628"/>
                  </a:lnTo>
                  <a:lnTo>
                    <a:pt x="2508178" y="283644"/>
                  </a:lnTo>
                  <a:lnTo>
                    <a:pt x="2508223" y="283662"/>
                  </a:lnTo>
                  <a:lnTo>
                    <a:pt x="2508279" y="283681"/>
                  </a:lnTo>
                  <a:lnTo>
                    <a:pt x="2508365" y="283705"/>
                  </a:lnTo>
                  <a:lnTo>
                    <a:pt x="2508534" y="283747"/>
                  </a:lnTo>
                  <a:lnTo>
                    <a:pt x="2508614" y="283775"/>
                  </a:lnTo>
                  <a:lnTo>
                    <a:pt x="2508682" y="283798"/>
                  </a:lnTo>
                  <a:lnTo>
                    <a:pt x="2508771" y="283821"/>
                  </a:lnTo>
                  <a:lnTo>
                    <a:pt x="2508855" y="283829"/>
                  </a:lnTo>
                  <a:lnTo>
                    <a:pt x="2508943" y="283829"/>
                  </a:lnTo>
                  <a:lnTo>
                    <a:pt x="2509070" y="283823"/>
                  </a:lnTo>
                  <a:lnTo>
                    <a:pt x="2509119" y="283816"/>
                  </a:lnTo>
                  <a:lnTo>
                    <a:pt x="2509153" y="283811"/>
                  </a:lnTo>
                  <a:lnTo>
                    <a:pt x="2509194" y="283801"/>
                  </a:lnTo>
                  <a:lnTo>
                    <a:pt x="2509246" y="283785"/>
                  </a:lnTo>
                  <a:lnTo>
                    <a:pt x="2509285" y="283771"/>
                  </a:lnTo>
                  <a:lnTo>
                    <a:pt x="2509323" y="283757"/>
                  </a:lnTo>
                  <a:lnTo>
                    <a:pt x="2509372" y="283737"/>
                  </a:lnTo>
                  <a:lnTo>
                    <a:pt x="2509445" y="283705"/>
                  </a:lnTo>
                  <a:lnTo>
                    <a:pt x="2509493" y="283680"/>
                  </a:lnTo>
                  <a:lnTo>
                    <a:pt x="2509593" y="283634"/>
                  </a:lnTo>
                  <a:lnTo>
                    <a:pt x="2509626" y="283616"/>
                  </a:lnTo>
                  <a:lnTo>
                    <a:pt x="2509673" y="283590"/>
                  </a:lnTo>
                  <a:lnTo>
                    <a:pt x="2509731" y="283560"/>
                  </a:lnTo>
                  <a:lnTo>
                    <a:pt x="2509806" y="283523"/>
                  </a:lnTo>
                  <a:lnTo>
                    <a:pt x="2509866" y="283491"/>
                  </a:lnTo>
                  <a:lnTo>
                    <a:pt x="2509913" y="283466"/>
                  </a:lnTo>
                  <a:lnTo>
                    <a:pt x="2509948" y="283443"/>
                  </a:lnTo>
                  <a:lnTo>
                    <a:pt x="2509994" y="283416"/>
                  </a:lnTo>
                  <a:lnTo>
                    <a:pt x="2510044" y="283370"/>
                  </a:lnTo>
                  <a:lnTo>
                    <a:pt x="2510066" y="283350"/>
                  </a:lnTo>
                  <a:lnTo>
                    <a:pt x="2510099" y="283308"/>
                  </a:lnTo>
                  <a:lnTo>
                    <a:pt x="2510127" y="283270"/>
                  </a:lnTo>
                  <a:lnTo>
                    <a:pt x="2510156" y="283220"/>
                  </a:lnTo>
                  <a:lnTo>
                    <a:pt x="2510171" y="283199"/>
                  </a:lnTo>
                  <a:lnTo>
                    <a:pt x="2510194" y="283155"/>
                  </a:lnTo>
                  <a:lnTo>
                    <a:pt x="2510213" y="283122"/>
                  </a:lnTo>
                  <a:lnTo>
                    <a:pt x="2510240" y="283076"/>
                  </a:lnTo>
                  <a:lnTo>
                    <a:pt x="2510260" y="283033"/>
                  </a:lnTo>
                  <a:lnTo>
                    <a:pt x="2510277" y="283003"/>
                  </a:lnTo>
                  <a:lnTo>
                    <a:pt x="2510286" y="282986"/>
                  </a:lnTo>
                  <a:lnTo>
                    <a:pt x="2510294" y="282952"/>
                  </a:lnTo>
                  <a:lnTo>
                    <a:pt x="2510308" y="282927"/>
                  </a:lnTo>
                  <a:lnTo>
                    <a:pt x="2510313" y="282909"/>
                  </a:lnTo>
                  <a:lnTo>
                    <a:pt x="2510324" y="282884"/>
                  </a:lnTo>
                  <a:lnTo>
                    <a:pt x="2510330" y="282864"/>
                  </a:lnTo>
                  <a:lnTo>
                    <a:pt x="2510343" y="282834"/>
                  </a:lnTo>
                  <a:lnTo>
                    <a:pt x="2510348" y="282816"/>
                  </a:lnTo>
                  <a:lnTo>
                    <a:pt x="2510354" y="282802"/>
                  </a:lnTo>
                  <a:lnTo>
                    <a:pt x="2510360" y="282782"/>
                  </a:lnTo>
                  <a:lnTo>
                    <a:pt x="2510369" y="282760"/>
                  </a:lnTo>
                  <a:lnTo>
                    <a:pt x="2510373" y="282731"/>
                  </a:lnTo>
                  <a:lnTo>
                    <a:pt x="2510381" y="282705"/>
                  </a:lnTo>
                  <a:lnTo>
                    <a:pt x="2510386" y="282678"/>
                  </a:lnTo>
                  <a:lnTo>
                    <a:pt x="2510386" y="282637"/>
                  </a:lnTo>
                  <a:lnTo>
                    <a:pt x="2510441" y="282337"/>
                  </a:lnTo>
                  <a:lnTo>
                    <a:pt x="2510515" y="282195"/>
                  </a:lnTo>
                  <a:lnTo>
                    <a:pt x="2510815" y="281832"/>
                  </a:lnTo>
                  <a:lnTo>
                    <a:pt x="2511348" y="281509"/>
                  </a:lnTo>
                  <a:lnTo>
                    <a:pt x="2511719" y="281428"/>
                  </a:lnTo>
                  <a:lnTo>
                    <a:pt x="2512166" y="281428"/>
                  </a:lnTo>
                  <a:lnTo>
                    <a:pt x="2512382" y="281428"/>
                  </a:lnTo>
                  <a:lnTo>
                    <a:pt x="2512390" y="281431"/>
                  </a:lnTo>
                  <a:lnTo>
                    <a:pt x="2512418" y="281439"/>
                  </a:lnTo>
                  <a:lnTo>
                    <a:pt x="2512439" y="281444"/>
                  </a:lnTo>
                  <a:lnTo>
                    <a:pt x="2512455" y="281446"/>
                  </a:lnTo>
                  <a:lnTo>
                    <a:pt x="2512470" y="281446"/>
                  </a:lnTo>
                  <a:lnTo>
                    <a:pt x="2512492" y="281445"/>
                  </a:lnTo>
                  <a:lnTo>
                    <a:pt x="2512520" y="281444"/>
                  </a:lnTo>
                  <a:lnTo>
                    <a:pt x="2512548" y="281439"/>
                  </a:lnTo>
                  <a:lnTo>
                    <a:pt x="2512570" y="281439"/>
                  </a:lnTo>
                  <a:lnTo>
                    <a:pt x="2512589" y="281438"/>
                  </a:lnTo>
                  <a:lnTo>
                    <a:pt x="2512612" y="281435"/>
                  </a:lnTo>
                  <a:lnTo>
                    <a:pt x="2512655" y="281431"/>
                  </a:lnTo>
                  <a:lnTo>
                    <a:pt x="2512769" y="281409"/>
                  </a:lnTo>
                  <a:lnTo>
                    <a:pt x="2512831" y="281396"/>
                  </a:lnTo>
                  <a:lnTo>
                    <a:pt x="2512865" y="281390"/>
                  </a:lnTo>
                  <a:lnTo>
                    <a:pt x="2512934" y="281387"/>
                  </a:lnTo>
                  <a:lnTo>
                    <a:pt x="2512963" y="281391"/>
                  </a:lnTo>
                  <a:lnTo>
                    <a:pt x="2513020" y="281396"/>
                  </a:lnTo>
                  <a:lnTo>
                    <a:pt x="2513073" y="281402"/>
                  </a:lnTo>
                  <a:lnTo>
                    <a:pt x="2513115" y="281408"/>
                  </a:lnTo>
                  <a:lnTo>
                    <a:pt x="2513157" y="281416"/>
                  </a:lnTo>
                  <a:lnTo>
                    <a:pt x="2513188" y="281419"/>
                  </a:lnTo>
                  <a:lnTo>
                    <a:pt x="2513251" y="281431"/>
                  </a:lnTo>
                  <a:lnTo>
                    <a:pt x="2513299" y="281436"/>
                  </a:lnTo>
                  <a:lnTo>
                    <a:pt x="2513344" y="281446"/>
                  </a:lnTo>
                  <a:lnTo>
                    <a:pt x="2513402" y="281452"/>
                  </a:lnTo>
                  <a:lnTo>
                    <a:pt x="2513437" y="281459"/>
                  </a:lnTo>
                  <a:lnTo>
                    <a:pt x="2513498" y="281463"/>
                  </a:lnTo>
                  <a:lnTo>
                    <a:pt x="2513538" y="281470"/>
                  </a:lnTo>
                  <a:lnTo>
                    <a:pt x="2513596" y="281473"/>
                  </a:lnTo>
                  <a:lnTo>
                    <a:pt x="2513632" y="281478"/>
                  </a:lnTo>
                  <a:lnTo>
                    <a:pt x="2513706" y="281485"/>
                  </a:lnTo>
                  <a:lnTo>
                    <a:pt x="2513759" y="281494"/>
                  </a:lnTo>
                  <a:lnTo>
                    <a:pt x="2513796" y="281499"/>
                  </a:lnTo>
                  <a:lnTo>
                    <a:pt x="2513847" y="281510"/>
                  </a:lnTo>
                  <a:lnTo>
                    <a:pt x="2513904" y="281524"/>
                  </a:lnTo>
                  <a:lnTo>
                    <a:pt x="2513947" y="281536"/>
                  </a:lnTo>
                  <a:lnTo>
                    <a:pt x="2514010" y="281549"/>
                  </a:lnTo>
                  <a:lnTo>
                    <a:pt x="2514040" y="281557"/>
                  </a:lnTo>
                  <a:lnTo>
                    <a:pt x="2514083" y="281568"/>
                  </a:lnTo>
                  <a:lnTo>
                    <a:pt x="2514143" y="281579"/>
                  </a:lnTo>
                  <a:lnTo>
                    <a:pt x="2514186" y="281588"/>
                  </a:lnTo>
                  <a:lnTo>
                    <a:pt x="2514230" y="281592"/>
                  </a:lnTo>
                  <a:lnTo>
                    <a:pt x="2514297" y="281598"/>
                  </a:lnTo>
                  <a:lnTo>
                    <a:pt x="2514340" y="281598"/>
                  </a:lnTo>
                  <a:lnTo>
                    <a:pt x="2514384" y="281605"/>
                  </a:lnTo>
                  <a:lnTo>
                    <a:pt x="2514427" y="281611"/>
                  </a:lnTo>
                  <a:lnTo>
                    <a:pt x="2514466" y="281619"/>
                  </a:lnTo>
                  <a:lnTo>
                    <a:pt x="2514505" y="281622"/>
                  </a:lnTo>
                  <a:lnTo>
                    <a:pt x="2514547" y="281628"/>
                  </a:lnTo>
                  <a:lnTo>
                    <a:pt x="2514599" y="281637"/>
                  </a:lnTo>
                  <a:lnTo>
                    <a:pt x="2514631" y="281644"/>
                  </a:lnTo>
                  <a:lnTo>
                    <a:pt x="2514715" y="281663"/>
                  </a:lnTo>
                  <a:lnTo>
                    <a:pt x="2514762" y="281672"/>
                  </a:lnTo>
                  <a:lnTo>
                    <a:pt x="2514809" y="281684"/>
                  </a:lnTo>
                  <a:lnTo>
                    <a:pt x="2514891" y="281704"/>
                  </a:lnTo>
                  <a:lnTo>
                    <a:pt x="2514932" y="281717"/>
                  </a:lnTo>
                  <a:lnTo>
                    <a:pt x="2514973" y="281734"/>
                  </a:lnTo>
                  <a:lnTo>
                    <a:pt x="2515010" y="281753"/>
                  </a:lnTo>
                  <a:lnTo>
                    <a:pt x="2515069" y="281788"/>
                  </a:lnTo>
                  <a:lnTo>
                    <a:pt x="2515124" y="281815"/>
                  </a:lnTo>
                  <a:lnTo>
                    <a:pt x="2515196" y="281852"/>
                  </a:lnTo>
                  <a:lnTo>
                    <a:pt x="2515258" y="281885"/>
                  </a:lnTo>
                  <a:lnTo>
                    <a:pt x="2515317" y="281918"/>
                  </a:lnTo>
                  <a:lnTo>
                    <a:pt x="2515379" y="281952"/>
                  </a:lnTo>
                  <a:lnTo>
                    <a:pt x="2515403" y="281965"/>
                  </a:lnTo>
                  <a:lnTo>
                    <a:pt x="2515418" y="281973"/>
                  </a:lnTo>
                  <a:lnTo>
                    <a:pt x="2515588" y="282082"/>
                  </a:lnTo>
                  <a:lnTo>
                    <a:pt x="2515924" y="282234"/>
                  </a:lnTo>
                  <a:lnTo>
                    <a:pt x="2515962" y="282257"/>
                  </a:lnTo>
                  <a:lnTo>
                    <a:pt x="2516068" y="282347"/>
                  </a:lnTo>
                  <a:lnTo>
                    <a:pt x="2516109" y="282371"/>
                  </a:lnTo>
                  <a:lnTo>
                    <a:pt x="2516185" y="282400"/>
                  </a:lnTo>
                  <a:lnTo>
                    <a:pt x="2516598" y="282525"/>
                  </a:lnTo>
                  <a:lnTo>
                    <a:pt x="2517078" y="282664"/>
                  </a:lnTo>
                  <a:lnTo>
                    <a:pt x="2517427" y="282672"/>
                  </a:lnTo>
                  <a:lnTo>
                    <a:pt x="2517473" y="282684"/>
                  </a:lnTo>
                  <a:lnTo>
                    <a:pt x="2518439" y="283110"/>
                  </a:lnTo>
                  <a:lnTo>
                    <a:pt x="2518541" y="283141"/>
                  </a:lnTo>
                  <a:lnTo>
                    <a:pt x="2518543" y="283147"/>
                  </a:lnTo>
                  <a:lnTo>
                    <a:pt x="2518943" y="283287"/>
                  </a:lnTo>
                  <a:lnTo>
                    <a:pt x="2519000" y="283301"/>
                  </a:lnTo>
                  <a:lnTo>
                    <a:pt x="2519393" y="283371"/>
                  </a:lnTo>
                  <a:lnTo>
                    <a:pt x="2519556" y="283384"/>
                  </a:lnTo>
                  <a:lnTo>
                    <a:pt x="2519776" y="283403"/>
                  </a:lnTo>
                  <a:lnTo>
                    <a:pt x="2519848" y="283406"/>
                  </a:lnTo>
                  <a:lnTo>
                    <a:pt x="2520538" y="283454"/>
                  </a:lnTo>
                  <a:lnTo>
                    <a:pt x="2521243" y="283458"/>
                  </a:lnTo>
                  <a:lnTo>
                    <a:pt x="2521275" y="283457"/>
                  </a:lnTo>
                  <a:lnTo>
                    <a:pt x="2521325" y="283457"/>
                  </a:lnTo>
                  <a:lnTo>
                    <a:pt x="2521347" y="283455"/>
                  </a:lnTo>
                  <a:lnTo>
                    <a:pt x="2521398" y="283446"/>
                  </a:lnTo>
                  <a:lnTo>
                    <a:pt x="2521431" y="283437"/>
                  </a:lnTo>
                  <a:lnTo>
                    <a:pt x="2521465" y="283423"/>
                  </a:lnTo>
                  <a:lnTo>
                    <a:pt x="2521515" y="283404"/>
                  </a:lnTo>
                  <a:lnTo>
                    <a:pt x="2521557" y="283387"/>
                  </a:lnTo>
                  <a:lnTo>
                    <a:pt x="2521590" y="283373"/>
                  </a:lnTo>
                  <a:lnTo>
                    <a:pt x="2521641" y="283356"/>
                  </a:lnTo>
                  <a:lnTo>
                    <a:pt x="2521686" y="283344"/>
                  </a:lnTo>
                  <a:lnTo>
                    <a:pt x="2521729" y="283335"/>
                  </a:lnTo>
                  <a:lnTo>
                    <a:pt x="2521770" y="283325"/>
                  </a:lnTo>
                  <a:lnTo>
                    <a:pt x="2521795" y="283322"/>
                  </a:lnTo>
                  <a:lnTo>
                    <a:pt x="2521828" y="283308"/>
                  </a:lnTo>
                  <a:lnTo>
                    <a:pt x="2521886" y="283285"/>
                  </a:lnTo>
                  <a:lnTo>
                    <a:pt x="2521917" y="283277"/>
                  </a:lnTo>
                  <a:lnTo>
                    <a:pt x="2521959" y="283262"/>
                  </a:lnTo>
                  <a:lnTo>
                    <a:pt x="2522012" y="283248"/>
                  </a:lnTo>
                  <a:lnTo>
                    <a:pt x="2522054" y="283239"/>
                  </a:lnTo>
                  <a:lnTo>
                    <a:pt x="2522108" y="283228"/>
                  </a:lnTo>
                  <a:lnTo>
                    <a:pt x="2522148" y="283219"/>
                  </a:lnTo>
                  <a:lnTo>
                    <a:pt x="2522202" y="283205"/>
                  </a:lnTo>
                  <a:lnTo>
                    <a:pt x="2522241" y="283201"/>
                  </a:lnTo>
                  <a:lnTo>
                    <a:pt x="2522277" y="283198"/>
                  </a:lnTo>
                  <a:lnTo>
                    <a:pt x="2522348" y="283189"/>
                  </a:lnTo>
                  <a:lnTo>
                    <a:pt x="2522404" y="283186"/>
                  </a:lnTo>
                  <a:lnTo>
                    <a:pt x="2522466" y="283180"/>
                  </a:lnTo>
                  <a:lnTo>
                    <a:pt x="2522524" y="283172"/>
                  </a:lnTo>
                  <a:lnTo>
                    <a:pt x="2522578" y="283155"/>
                  </a:lnTo>
                  <a:lnTo>
                    <a:pt x="2522651" y="283131"/>
                  </a:lnTo>
                  <a:lnTo>
                    <a:pt x="2522722" y="283113"/>
                  </a:lnTo>
                  <a:lnTo>
                    <a:pt x="2522755" y="283103"/>
                  </a:lnTo>
                  <a:lnTo>
                    <a:pt x="2522823" y="283083"/>
                  </a:lnTo>
                  <a:lnTo>
                    <a:pt x="2522861" y="283069"/>
                  </a:lnTo>
                  <a:lnTo>
                    <a:pt x="2522887" y="283065"/>
                  </a:lnTo>
                  <a:lnTo>
                    <a:pt x="2522922" y="283050"/>
                  </a:lnTo>
                  <a:lnTo>
                    <a:pt x="2522963" y="283040"/>
                  </a:lnTo>
                  <a:lnTo>
                    <a:pt x="2523015" y="283019"/>
                  </a:lnTo>
                  <a:lnTo>
                    <a:pt x="2523065" y="282998"/>
                  </a:lnTo>
                  <a:lnTo>
                    <a:pt x="2523100" y="282983"/>
                  </a:lnTo>
                  <a:lnTo>
                    <a:pt x="2523146" y="282959"/>
                  </a:lnTo>
                  <a:lnTo>
                    <a:pt x="2523171" y="282949"/>
                  </a:lnTo>
                  <a:lnTo>
                    <a:pt x="2523207" y="282931"/>
                  </a:lnTo>
                  <a:lnTo>
                    <a:pt x="2523242" y="282915"/>
                  </a:lnTo>
                  <a:lnTo>
                    <a:pt x="2523274" y="282901"/>
                  </a:lnTo>
                  <a:lnTo>
                    <a:pt x="2523302" y="282888"/>
                  </a:lnTo>
                  <a:lnTo>
                    <a:pt x="2523341" y="282871"/>
                  </a:lnTo>
                  <a:lnTo>
                    <a:pt x="2523417" y="282819"/>
                  </a:lnTo>
                  <a:lnTo>
                    <a:pt x="2523498" y="282768"/>
                  </a:lnTo>
                  <a:lnTo>
                    <a:pt x="2523580" y="282707"/>
                  </a:lnTo>
                  <a:lnTo>
                    <a:pt x="2523661" y="282652"/>
                  </a:lnTo>
                  <a:lnTo>
                    <a:pt x="2523701" y="282621"/>
                  </a:lnTo>
                  <a:lnTo>
                    <a:pt x="2523761" y="282582"/>
                  </a:lnTo>
                  <a:lnTo>
                    <a:pt x="2523823" y="282536"/>
                  </a:lnTo>
                  <a:lnTo>
                    <a:pt x="2523867" y="282500"/>
                  </a:lnTo>
                  <a:lnTo>
                    <a:pt x="2523925" y="282441"/>
                  </a:lnTo>
                  <a:lnTo>
                    <a:pt x="2523970" y="282385"/>
                  </a:lnTo>
                  <a:lnTo>
                    <a:pt x="2523991" y="282361"/>
                  </a:lnTo>
                  <a:lnTo>
                    <a:pt x="2524017" y="282322"/>
                  </a:lnTo>
                  <a:lnTo>
                    <a:pt x="2524040" y="282288"/>
                  </a:lnTo>
                  <a:lnTo>
                    <a:pt x="2524071" y="282240"/>
                  </a:lnTo>
                  <a:lnTo>
                    <a:pt x="2524085" y="282214"/>
                  </a:lnTo>
                  <a:lnTo>
                    <a:pt x="2524099" y="282157"/>
                  </a:lnTo>
                  <a:lnTo>
                    <a:pt x="2524123" y="282090"/>
                  </a:lnTo>
                  <a:lnTo>
                    <a:pt x="2524124" y="282067"/>
                  </a:lnTo>
                  <a:lnTo>
                    <a:pt x="2524138" y="282036"/>
                  </a:lnTo>
                  <a:lnTo>
                    <a:pt x="2524146" y="282001"/>
                  </a:lnTo>
                  <a:lnTo>
                    <a:pt x="2524167" y="281940"/>
                  </a:lnTo>
                  <a:lnTo>
                    <a:pt x="2524181" y="281920"/>
                  </a:lnTo>
                  <a:lnTo>
                    <a:pt x="2524193" y="281877"/>
                  </a:lnTo>
                  <a:lnTo>
                    <a:pt x="2524211" y="281832"/>
                  </a:lnTo>
                  <a:lnTo>
                    <a:pt x="2524223" y="281798"/>
                  </a:lnTo>
                  <a:lnTo>
                    <a:pt x="2524232" y="281746"/>
                  </a:lnTo>
                  <a:lnTo>
                    <a:pt x="2524230" y="281685"/>
                  </a:lnTo>
                  <a:lnTo>
                    <a:pt x="2524218" y="281629"/>
                  </a:lnTo>
                  <a:lnTo>
                    <a:pt x="2524204" y="281587"/>
                  </a:lnTo>
                  <a:lnTo>
                    <a:pt x="2524167" y="281520"/>
                  </a:lnTo>
                  <a:lnTo>
                    <a:pt x="2524135" y="281467"/>
                  </a:lnTo>
                  <a:lnTo>
                    <a:pt x="2524120" y="281443"/>
                  </a:lnTo>
                  <a:lnTo>
                    <a:pt x="2524094" y="281417"/>
                  </a:lnTo>
                  <a:lnTo>
                    <a:pt x="2524065" y="281392"/>
                  </a:lnTo>
                  <a:lnTo>
                    <a:pt x="2523993" y="281341"/>
                  </a:lnTo>
                  <a:lnTo>
                    <a:pt x="2523942" y="281304"/>
                  </a:lnTo>
                  <a:lnTo>
                    <a:pt x="2523881" y="281256"/>
                  </a:lnTo>
                  <a:lnTo>
                    <a:pt x="2523837" y="281215"/>
                  </a:lnTo>
                  <a:lnTo>
                    <a:pt x="2523802" y="281174"/>
                  </a:lnTo>
                  <a:lnTo>
                    <a:pt x="2523779" y="281149"/>
                  </a:lnTo>
                  <a:lnTo>
                    <a:pt x="2523747" y="281119"/>
                  </a:lnTo>
                  <a:lnTo>
                    <a:pt x="2523719" y="281102"/>
                  </a:lnTo>
                  <a:lnTo>
                    <a:pt x="2523699" y="281092"/>
                  </a:lnTo>
                  <a:lnTo>
                    <a:pt x="2523665" y="281071"/>
                  </a:lnTo>
                  <a:lnTo>
                    <a:pt x="2523596" y="281017"/>
                  </a:lnTo>
                  <a:lnTo>
                    <a:pt x="2523563" y="280984"/>
                  </a:lnTo>
                  <a:lnTo>
                    <a:pt x="2523525" y="280923"/>
                  </a:lnTo>
                  <a:lnTo>
                    <a:pt x="2523488" y="280851"/>
                  </a:lnTo>
                  <a:lnTo>
                    <a:pt x="2523469" y="280806"/>
                  </a:lnTo>
                  <a:lnTo>
                    <a:pt x="2523454" y="280729"/>
                  </a:lnTo>
                  <a:lnTo>
                    <a:pt x="2523442" y="280667"/>
                  </a:lnTo>
                  <a:lnTo>
                    <a:pt x="2523435" y="280628"/>
                  </a:lnTo>
                  <a:lnTo>
                    <a:pt x="2523429" y="280590"/>
                  </a:lnTo>
                  <a:lnTo>
                    <a:pt x="2523425" y="280506"/>
                  </a:lnTo>
                  <a:lnTo>
                    <a:pt x="2523422" y="280453"/>
                  </a:lnTo>
                  <a:lnTo>
                    <a:pt x="2523429" y="280383"/>
                  </a:lnTo>
                  <a:lnTo>
                    <a:pt x="2523439" y="280349"/>
                  </a:lnTo>
                  <a:lnTo>
                    <a:pt x="2523448" y="280322"/>
                  </a:lnTo>
                  <a:lnTo>
                    <a:pt x="2523463" y="280265"/>
                  </a:lnTo>
                  <a:lnTo>
                    <a:pt x="2523478" y="280239"/>
                  </a:lnTo>
                  <a:lnTo>
                    <a:pt x="2523498" y="280152"/>
                  </a:lnTo>
                  <a:lnTo>
                    <a:pt x="2523501" y="280095"/>
                  </a:lnTo>
                  <a:lnTo>
                    <a:pt x="2523506" y="280068"/>
                  </a:lnTo>
                  <a:lnTo>
                    <a:pt x="2523510" y="280024"/>
                  </a:lnTo>
                  <a:lnTo>
                    <a:pt x="2523517" y="279978"/>
                  </a:lnTo>
                  <a:lnTo>
                    <a:pt x="2523536" y="279902"/>
                  </a:lnTo>
                  <a:lnTo>
                    <a:pt x="2523558" y="279849"/>
                  </a:lnTo>
                  <a:lnTo>
                    <a:pt x="2523576" y="279804"/>
                  </a:lnTo>
                  <a:lnTo>
                    <a:pt x="2523590" y="279764"/>
                  </a:lnTo>
                  <a:lnTo>
                    <a:pt x="2523602" y="279692"/>
                  </a:lnTo>
                  <a:lnTo>
                    <a:pt x="2523620" y="279616"/>
                  </a:lnTo>
                  <a:lnTo>
                    <a:pt x="2523634" y="279568"/>
                  </a:lnTo>
                  <a:lnTo>
                    <a:pt x="2523642" y="279521"/>
                  </a:lnTo>
                  <a:lnTo>
                    <a:pt x="2523658" y="279467"/>
                  </a:lnTo>
                  <a:lnTo>
                    <a:pt x="2523669" y="279422"/>
                  </a:lnTo>
                  <a:lnTo>
                    <a:pt x="2523698" y="279339"/>
                  </a:lnTo>
                  <a:lnTo>
                    <a:pt x="2523707" y="279307"/>
                  </a:lnTo>
                  <a:lnTo>
                    <a:pt x="2523714" y="279263"/>
                  </a:lnTo>
                  <a:lnTo>
                    <a:pt x="2523724" y="279222"/>
                  </a:lnTo>
                  <a:lnTo>
                    <a:pt x="2523741" y="279180"/>
                  </a:lnTo>
                  <a:lnTo>
                    <a:pt x="2523757" y="279131"/>
                  </a:lnTo>
                  <a:lnTo>
                    <a:pt x="2523809" y="279048"/>
                  </a:lnTo>
                  <a:lnTo>
                    <a:pt x="2523838" y="278999"/>
                  </a:lnTo>
                  <a:lnTo>
                    <a:pt x="2523912" y="278889"/>
                  </a:lnTo>
                  <a:lnTo>
                    <a:pt x="2523995" y="278773"/>
                  </a:lnTo>
                  <a:lnTo>
                    <a:pt x="2524057" y="278685"/>
                  </a:lnTo>
                  <a:lnTo>
                    <a:pt x="2524139" y="278581"/>
                  </a:lnTo>
                  <a:lnTo>
                    <a:pt x="2524214" y="278480"/>
                  </a:lnTo>
                  <a:lnTo>
                    <a:pt x="2524272" y="278403"/>
                  </a:lnTo>
                  <a:lnTo>
                    <a:pt x="2524325" y="278339"/>
                  </a:lnTo>
                  <a:lnTo>
                    <a:pt x="2524385" y="278261"/>
                  </a:lnTo>
                  <a:lnTo>
                    <a:pt x="2524414" y="278217"/>
                  </a:lnTo>
                  <a:lnTo>
                    <a:pt x="2524447" y="278175"/>
                  </a:lnTo>
                  <a:lnTo>
                    <a:pt x="2524464" y="278137"/>
                  </a:lnTo>
                  <a:lnTo>
                    <a:pt x="2524480" y="278103"/>
                  </a:lnTo>
                  <a:lnTo>
                    <a:pt x="2524496" y="278056"/>
                  </a:lnTo>
                  <a:lnTo>
                    <a:pt x="2524503" y="278009"/>
                  </a:lnTo>
                  <a:lnTo>
                    <a:pt x="2524513" y="277978"/>
                  </a:lnTo>
                  <a:lnTo>
                    <a:pt x="2524523" y="277928"/>
                  </a:lnTo>
                  <a:lnTo>
                    <a:pt x="2524532" y="277887"/>
                  </a:lnTo>
                  <a:lnTo>
                    <a:pt x="2524543" y="277862"/>
                  </a:lnTo>
                  <a:lnTo>
                    <a:pt x="2524550" y="277812"/>
                  </a:lnTo>
                  <a:lnTo>
                    <a:pt x="2524561" y="277767"/>
                  </a:lnTo>
                  <a:lnTo>
                    <a:pt x="2524578" y="277721"/>
                  </a:lnTo>
                  <a:lnTo>
                    <a:pt x="2524595" y="277692"/>
                  </a:lnTo>
                  <a:lnTo>
                    <a:pt x="2524631" y="277660"/>
                  </a:lnTo>
                  <a:lnTo>
                    <a:pt x="2524661" y="277630"/>
                  </a:lnTo>
                  <a:lnTo>
                    <a:pt x="2524696" y="277590"/>
                  </a:lnTo>
                  <a:lnTo>
                    <a:pt x="2524725" y="277550"/>
                  </a:lnTo>
                  <a:lnTo>
                    <a:pt x="2524752" y="277510"/>
                  </a:lnTo>
                  <a:lnTo>
                    <a:pt x="2524786" y="277456"/>
                  </a:lnTo>
                  <a:lnTo>
                    <a:pt x="2524818" y="277416"/>
                  </a:lnTo>
                  <a:lnTo>
                    <a:pt x="2524863" y="277375"/>
                  </a:lnTo>
                  <a:lnTo>
                    <a:pt x="2524907" y="277344"/>
                  </a:lnTo>
                  <a:lnTo>
                    <a:pt x="2524977" y="277309"/>
                  </a:lnTo>
                  <a:lnTo>
                    <a:pt x="2525032" y="277282"/>
                  </a:lnTo>
                  <a:lnTo>
                    <a:pt x="2525104" y="277251"/>
                  </a:lnTo>
                  <a:lnTo>
                    <a:pt x="2525170" y="277222"/>
                  </a:lnTo>
                  <a:lnTo>
                    <a:pt x="2525253" y="277182"/>
                  </a:lnTo>
                  <a:lnTo>
                    <a:pt x="2525385" y="277128"/>
                  </a:lnTo>
                  <a:lnTo>
                    <a:pt x="2525426" y="277109"/>
                  </a:lnTo>
                  <a:lnTo>
                    <a:pt x="2525505" y="277080"/>
                  </a:lnTo>
                  <a:lnTo>
                    <a:pt x="2525620" y="277035"/>
                  </a:lnTo>
                  <a:lnTo>
                    <a:pt x="2525736" y="276993"/>
                  </a:lnTo>
                  <a:lnTo>
                    <a:pt x="2525835" y="276946"/>
                  </a:lnTo>
                  <a:lnTo>
                    <a:pt x="2525935" y="276895"/>
                  </a:lnTo>
                  <a:lnTo>
                    <a:pt x="2526022" y="276848"/>
                  </a:lnTo>
                  <a:lnTo>
                    <a:pt x="2526143" y="276774"/>
                  </a:lnTo>
                  <a:lnTo>
                    <a:pt x="2526234" y="276715"/>
                  </a:lnTo>
                  <a:lnTo>
                    <a:pt x="2526416" y="276604"/>
                  </a:lnTo>
                  <a:lnTo>
                    <a:pt x="2526581" y="276499"/>
                  </a:lnTo>
                  <a:lnTo>
                    <a:pt x="2526691" y="276415"/>
                  </a:lnTo>
                  <a:lnTo>
                    <a:pt x="2526732" y="276376"/>
                  </a:lnTo>
                  <a:lnTo>
                    <a:pt x="2526790" y="276327"/>
                  </a:lnTo>
                  <a:lnTo>
                    <a:pt x="2526847" y="276289"/>
                  </a:lnTo>
                  <a:lnTo>
                    <a:pt x="2526886" y="276274"/>
                  </a:lnTo>
                  <a:lnTo>
                    <a:pt x="2526919" y="276263"/>
                  </a:lnTo>
                  <a:lnTo>
                    <a:pt x="2526969" y="276256"/>
                  </a:lnTo>
                  <a:lnTo>
                    <a:pt x="2527017" y="276251"/>
                  </a:lnTo>
                  <a:lnTo>
                    <a:pt x="2527068" y="276249"/>
                  </a:lnTo>
                  <a:lnTo>
                    <a:pt x="2527093" y="276247"/>
                  </a:lnTo>
                  <a:lnTo>
                    <a:pt x="2527136" y="276221"/>
                  </a:lnTo>
                  <a:lnTo>
                    <a:pt x="2527185" y="276188"/>
                  </a:lnTo>
                  <a:lnTo>
                    <a:pt x="2527249" y="276131"/>
                  </a:lnTo>
                  <a:lnTo>
                    <a:pt x="2527321" y="276081"/>
                  </a:lnTo>
                  <a:lnTo>
                    <a:pt x="2527375" y="276036"/>
                  </a:lnTo>
                  <a:lnTo>
                    <a:pt x="2527417" y="275990"/>
                  </a:lnTo>
                  <a:lnTo>
                    <a:pt x="2527463" y="275928"/>
                  </a:lnTo>
                  <a:lnTo>
                    <a:pt x="2527501" y="275870"/>
                  </a:lnTo>
                  <a:lnTo>
                    <a:pt x="2527525" y="275792"/>
                  </a:lnTo>
                  <a:lnTo>
                    <a:pt x="2527538" y="275735"/>
                  </a:lnTo>
                  <a:lnTo>
                    <a:pt x="2527541" y="275669"/>
                  </a:lnTo>
                  <a:lnTo>
                    <a:pt x="2527548" y="275616"/>
                  </a:lnTo>
                  <a:lnTo>
                    <a:pt x="2527558" y="275551"/>
                  </a:lnTo>
                  <a:lnTo>
                    <a:pt x="2527562" y="275496"/>
                  </a:lnTo>
                  <a:lnTo>
                    <a:pt x="2527567" y="275392"/>
                  </a:lnTo>
                  <a:lnTo>
                    <a:pt x="2527577" y="275350"/>
                  </a:lnTo>
                  <a:lnTo>
                    <a:pt x="2527569" y="275269"/>
                  </a:lnTo>
                  <a:lnTo>
                    <a:pt x="2527554" y="275206"/>
                  </a:lnTo>
                  <a:lnTo>
                    <a:pt x="2527538" y="275117"/>
                  </a:lnTo>
                  <a:lnTo>
                    <a:pt x="2527513" y="275021"/>
                  </a:lnTo>
                  <a:lnTo>
                    <a:pt x="2527503" y="274978"/>
                  </a:lnTo>
                  <a:lnTo>
                    <a:pt x="2527493" y="274936"/>
                  </a:lnTo>
                  <a:lnTo>
                    <a:pt x="2527479" y="274848"/>
                  </a:lnTo>
                  <a:lnTo>
                    <a:pt x="2527469" y="274802"/>
                  </a:lnTo>
                  <a:lnTo>
                    <a:pt x="2527460" y="274771"/>
                  </a:lnTo>
                  <a:lnTo>
                    <a:pt x="2527445" y="274731"/>
                  </a:lnTo>
                  <a:lnTo>
                    <a:pt x="2527428" y="274692"/>
                  </a:lnTo>
                  <a:lnTo>
                    <a:pt x="2527407" y="274647"/>
                  </a:lnTo>
                  <a:lnTo>
                    <a:pt x="2527392" y="274617"/>
                  </a:lnTo>
                  <a:lnTo>
                    <a:pt x="2527359" y="274580"/>
                  </a:lnTo>
                  <a:lnTo>
                    <a:pt x="2527321" y="274540"/>
                  </a:lnTo>
                  <a:lnTo>
                    <a:pt x="2527267" y="274484"/>
                  </a:lnTo>
                  <a:lnTo>
                    <a:pt x="2527204" y="274425"/>
                  </a:lnTo>
                  <a:lnTo>
                    <a:pt x="2527183" y="274401"/>
                  </a:lnTo>
                  <a:lnTo>
                    <a:pt x="2527122" y="274336"/>
                  </a:lnTo>
                  <a:lnTo>
                    <a:pt x="2527102" y="274298"/>
                  </a:lnTo>
                  <a:lnTo>
                    <a:pt x="2527077" y="274258"/>
                  </a:lnTo>
                  <a:lnTo>
                    <a:pt x="2527071" y="274241"/>
                  </a:lnTo>
                  <a:lnTo>
                    <a:pt x="2526999" y="274124"/>
                  </a:lnTo>
                  <a:lnTo>
                    <a:pt x="2526957" y="274041"/>
                  </a:lnTo>
                  <a:lnTo>
                    <a:pt x="2526932" y="273987"/>
                  </a:lnTo>
                  <a:lnTo>
                    <a:pt x="2526850" y="273840"/>
                  </a:lnTo>
                  <a:lnTo>
                    <a:pt x="2526813" y="273770"/>
                  </a:lnTo>
                  <a:lnTo>
                    <a:pt x="2526711" y="273611"/>
                  </a:lnTo>
                  <a:lnTo>
                    <a:pt x="2526675" y="273549"/>
                  </a:lnTo>
                  <a:lnTo>
                    <a:pt x="2526642" y="273503"/>
                  </a:lnTo>
                  <a:lnTo>
                    <a:pt x="2526585" y="273438"/>
                  </a:lnTo>
                  <a:lnTo>
                    <a:pt x="2526517" y="273380"/>
                  </a:lnTo>
                  <a:lnTo>
                    <a:pt x="2526468" y="273344"/>
                  </a:lnTo>
                  <a:lnTo>
                    <a:pt x="2526428" y="273305"/>
                  </a:lnTo>
                  <a:lnTo>
                    <a:pt x="2526349" y="273226"/>
                  </a:lnTo>
                  <a:lnTo>
                    <a:pt x="2526313" y="273185"/>
                  </a:lnTo>
                  <a:lnTo>
                    <a:pt x="2526288" y="273153"/>
                  </a:lnTo>
                  <a:lnTo>
                    <a:pt x="2526274" y="273131"/>
                  </a:lnTo>
                  <a:lnTo>
                    <a:pt x="2526247" y="273088"/>
                  </a:lnTo>
                  <a:lnTo>
                    <a:pt x="2526231" y="273053"/>
                  </a:lnTo>
                  <a:lnTo>
                    <a:pt x="2526210" y="272969"/>
                  </a:lnTo>
                  <a:lnTo>
                    <a:pt x="2526198" y="272899"/>
                  </a:lnTo>
                  <a:lnTo>
                    <a:pt x="2526181" y="272797"/>
                  </a:lnTo>
                  <a:lnTo>
                    <a:pt x="2526180" y="272755"/>
                  </a:lnTo>
                  <a:lnTo>
                    <a:pt x="2526188" y="272727"/>
                  </a:lnTo>
                  <a:lnTo>
                    <a:pt x="2526204" y="272676"/>
                  </a:lnTo>
                  <a:lnTo>
                    <a:pt x="2526206" y="272615"/>
                  </a:lnTo>
                  <a:lnTo>
                    <a:pt x="2526217" y="272556"/>
                  </a:lnTo>
                  <a:lnTo>
                    <a:pt x="2526223" y="272510"/>
                  </a:lnTo>
                  <a:lnTo>
                    <a:pt x="2526254" y="272420"/>
                  </a:lnTo>
                  <a:lnTo>
                    <a:pt x="2526278" y="272355"/>
                  </a:lnTo>
                  <a:lnTo>
                    <a:pt x="2526306" y="272313"/>
                  </a:lnTo>
                  <a:lnTo>
                    <a:pt x="2526339" y="272264"/>
                  </a:lnTo>
                  <a:lnTo>
                    <a:pt x="2526380" y="272216"/>
                  </a:lnTo>
                  <a:lnTo>
                    <a:pt x="2526414" y="272180"/>
                  </a:lnTo>
                  <a:lnTo>
                    <a:pt x="2526456" y="272135"/>
                  </a:lnTo>
                  <a:lnTo>
                    <a:pt x="2526508" y="272085"/>
                  </a:lnTo>
                  <a:lnTo>
                    <a:pt x="2526549" y="272041"/>
                  </a:lnTo>
                  <a:lnTo>
                    <a:pt x="2526604" y="271992"/>
                  </a:lnTo>
                  <a:lnTo>
                    <a:pt x="2526663" y="271943"/>
                  </a:lnTo>
                  <a:lnTo>
                    <a:pt x="2526756" y="271873"/>
                  </a:lnTo>
                  <a:lnTo>
                    <a:pt x="2526822" y="271829"/>
                  </a:lnTo>
                  <a:lnTo>
                    <a:pt x="2526960" y="271738"/>
                  </a:lnTo>
                  <a:lnTo>
                    <a:pt x="2527026" y="271684"/>
                  </a:lnTo>
                  <a:lnTo>
                    <a:pt x="2527111" y="271621"/>
                  </a:lnTo>
                  <a:lnTo>
                    <a:pt x="2527176" y="271587"/>
                  </a:lnTo>
                  <a:lnTo>
                    <a:pt x="2527231" y="271560"/>
                  </a:lnTo>
                  <a:lnTo>
                    <a:pt x="2527280" y="271542"/>
                  </a:lnTo>
                  <a:lnTo>
                    <a:pt x="2527334" y="271528"/>
                  </a:lnTo>
                  <a:lnTo>
                    <a:pt x="2527376" y="271521"/>
                  </a:lnTo>
                  <a:lnTo>
                    <a:pt x="2527413" y="271518"/>
                  </a:lnTo>
                  <a:lnTo>
                    <a:pt x="2527486" y="271502"/>
                  </a:lnTo>
                  <a:lnTo>
                    <a:pt x="2527525" y="271489"/>
                  </a:lnTo>
                  <a:lnTo>
                    <a:pt x="2527569" y="271478"/>
                  </a:lnTo>
                  <a:lnTo>
                    <a:pt x="2527617" y="271468"/>
                  </a:lnTo>
                  <a:lnTo>
                    <a:pt x="2527691" y="271459"/>
                  </a:lnTo>
                  <a:lnTo>
                    <a:pt x="2527754" y="271451"/>
                  </a:lnTo>
                  <a:lnTo>
                    <a:pt x="2527806" y="271445"/>
                  </a:lnTo>
                  <a:lnTo>
                    <a:pt x="2527859" y="271434"/>
                  </a:lnTo>
                  <a:lnTo>
                    <a:pt x="2527910" y="271424"/>
                  </a:lnTo>
                  <a:lnTo>
                    <a:pt x="2527976" y="271408"/>
                  </a:lnTo>
                  <a:lnTo>
                    <a:pt x="2528046" y="271393"/>
                  </a:lnTo>
                  <a:lnTo>
                    <a:pt x="2528175" y="271369"/>
                  </a:lnTo>
                  <a:lnTo>
                    <a:pt x="2528280" y="271353"/>
                  </a:lnTo>
                  <a:lnTo>
                    <a:pt x="2528363" y="271342"/>
                  </a:lnTo>
                  <a:lnTo>
                    <a:pt x="2528437" y="271335"/>
                  </a:lnTo>
                  <a:lnTo>
                    <a:pt x="2528523" y="271324"/>
                  </a:lnTo>
                  <a:lnTo>
                    <a:pt x="2528586" y="271321"/>
                  </a:lnTo>
                  <a:lnTo>
                    <a:pt x="2528649" y="271322"/>
                  </a:lnTo>
                  <a:lnTo>
                    <a:pt x="2528711" y="271340"/>
                  </a:lnTo>
                  <a:lnTo>
                    <a:pt x="2528770" y="271367"/>
                  </a:lnTo>
                  <a:lnTo>
                    <a:pt x="2528819" y="271384"/>
                  </a:lnTo>
                  <a:lnTo>
                    <a:pt x="2528880" y="271407"/>
                  </a:lnTo>
                  <a:lnTo>
                    <a:pt x="2528935" y="271424"/>
                  </a:lnTo>
                  <a:lnTo>
                    <a:pt x="2528992" y="271447"/>
                  </a:lnTo>
                  <a:lnTo>
                    <a:pt x="2529038" y="271468"/>
                  </a:lnTo>
                  <a:lnTo>
                    <a:pt x="2529088" y="271475"/>
                  </a:lnTo>
                  <a:lnTo>
                    <a:pt x="2529142" y="271488"/>
                  </a:lnTo>
                  <a:lnTo>
                    <a:pt x="2529194" y="271495"/>
                  </a:lnTo>
                  <a:lnTo>
                    <a:pt x="2529234" y="271510"/>
                  </a:lnTo>
                  <a:lnTo>
                    <a:pt x="2529299" y="271546"/>
                  </a:lnTo>
                  <a:lnTo>
                    <a:pt x="2529358" y="271575"/>
                  </a:lnTo>
                  <a:lnTo>
                    <a:pt x="2529413" y="271603"/>
                  </a:lnTo>
                  <a:lnTo>
                    <a:pt x="2529471" y="271629"/>
                  </a:lnTo>
                  <a:lnTo>
                    <a:pt x="2529518" y="271663"/>
                  </a:lnTo>
                  <a:lnTo>
                    <a:pt x="2529552" y="271695"/>
                  </a:lnTo>
                  <a:lnTo>
                    <a:pt x="2529556" y="271700"/>
                  </a:lnTo>
                  <a:lnTo>
                    <a:pt x="2529786" y="272051"/>
                  </a:lnTo>
                  <a:lnTo>
                    <a:pt x="2529987" y="272350"/>
                  </a:lnTo>
                  <a:lnTo>
                    <a:pt x="2530027" y="272394"/>
                  </a:lnTo>
                  <a:lnTo>
                    <a:pt x="2530044" y="272409"/>
                  </a:lnTo>
                  <a:lnTo>
                    <a:pt x="2530221" y="272525"/>
                  </a:lnTo>
                  <a:lnTo>
                    <a:pt x="2530240" y="272543"/>
                  </a:lnTo>
                  <a:lnTo>
                    <a:pt x="2530267" y="272574"/>
                  </a:lnTo>
                  <a:lnTo>
                    <a:pt x="2530289" y="272598"/>
                  </a:lnTo>
                  <a:lnTo>
                    <a:pt x="2530292" y="272602"/>
                  </a:lnTo>
                  <a:lnTo>
                    <a:pt x="2530790" y="272889"/>
                  </a:lnTo>
                  <a:lnTo>
                    <a:pt x="2530963" y="272949"/>
                  </a:lnTo>
                  <a:lnTo>
                    <a:pt x="2531388" y="273059"/>
                  </a:lnTo>
                  <a:lnTo>
                    <a:pt x="2531583" y="273085"/>
                  </a:lnTo>
                  <a:lnTo>
                    <a:pt x="2532142" y="273085"/>
                  </a:lnTo>
                  <a:lnTo>
                    <a:pt x="2532510" y="273085"/>
                  </a:lnTo>
                  <a:lnTo>
                    <a:pt x="2532815" y="272938"/>
                  </a:lnTo>
                  <a:lnTo>
                    <a:pt x="2533011" y="272886"/>
                  </a:lnTo>
                  <a:lnTo>
                    <a:pt x="2533552" y="272548"/>
                  </a:lnTo>
                  <a:lnTo>
                    <a:pt x="2533638" y="272439"/>
                  </a:lnTo>
                  <a:lnTo>
                    <a:pt x="2533679" y="272326"/>
                  </a:lnTo>
                  <a:lnTo>
                    <a:pt x="2533759" y="272169"/>
                  </a:lnTo>
                  <a:lnTo>
                    <a:pt x="2533765" y="272165"/>
                  </a:lnTo>
                  <a:lnTo>
                    <a:pt x="2533817" y="272113"/>
                  </a:lnTo>
                  <a:lnTo>
                    <a:pt x="2533888" y="272036"/>
                  </a:lnTo>
                  <a:lnTo>
                    <a:pt x="2533956" y="271937"/>
                  </a:lnTo>
                  <a:lnTo>
                    <a:pt x="2533986" y="271858"/>
                  </a:lnTo>
                  <a:lnTo>
                    <a:pt x="2534015" y="271771"/>
                  </a:lnTo>
                  <a:lnTo>
                    <a:pt x="2534035" y="271723"/>
                  </a:lnTo>
                  <a:lnTo>
                    <a:pt x="2534073" y="271677"/>
                  </a:lnTo>
                  <a:lnTo>
                    <a:pt x="2534122" y="271635"/>
                  </a:lnTo>
                  <a:lnTo>
                    <a:pt x="2534197" y="271567"/>
                  </a:lnTo>
                  <a:lnTo>
                    <a:pt x="2534227" y="271535"/>
                  </a:lnTo>
                  <a:lnTo>
                    <a:pt x="2534260" y="271460"/>
                  </a:lnTo>
                  <a:lnTo>
                    <a:pt x="2534291" y="271391"/>
                  </a:lnTo>
                  <a:lnTo>
                    <a:pt x="2534330" y="271314"/>
                  </a:lnTo>
                  <a:lnTo>
                    <a:pt x="2534379" y="271232"/>
                  </a:lnTo>
                  <a:lnTo>
                    <a:pt x="2534427" y="271168"/>
                  </a:lnTo>
                  <a:lnTo>
                    <a:pt x="2534488" y="271100"/>
                  </a:lnTo>
                  <a:lnTo>
                    <a:pt x="2534545" y="271044"/>
                  </a:lnTo>
                  <a:lnTo>
                    <a:pt x="2534613" y="270991"/>
                  </a:lnTo>
                  <a:lnTo>
                    <a:pt x="2534799" y="270673"/>
                  </a:lnTo>
                  <a:lnTo>
                    <a:pt x="2534848" y="270576"/>
                  </a:lnTo>
                  <a:lnTo>
                    <a:pt x="2534965" y="270294"/>
                  </a:lnTo>
                  <a:lnTo>
                    <a:pt x="2535139" y="269984"/>
                  </a:lnTo>
                  <a:lnTo>
                    <a:pt x="2535186" y="269934"/>
                  </a:lnTo>
                  <a:lnTo>
                    <a:pt x="2535443" y="269608"/>
                  </a:lnTo>
                  <a:lnTo>
                    <a:pt x="2537052" y="268979"/>
                  </a:lnTo>
                  <a:lnTo>
                    <a:pt x="2537417" y="268852"/>
                  </a:lnTo>
                  <a:lnTo>
                    <a:pt x="2538160" y="268656"/>
                  </a:lnTo>
                  <a:lnTo>
                    <a:pt x="2540495" y="268162"/>
                  </a:lnTo>
                  <a:lnTo>
                    <a:pt x="2540740" y="268060"/>
                  </a:lnTo>
                  <a:lnTo>
                    <a:pt x="2540939" y="267928"/>
                  </a:lnTo>
                  <a:lnTo>
                    <a:pt x="2541554" y="267341"/>
                  </a:lnTo>
                  <a:lnTo>
                    <a:pt x="2542128" y="266192"/>
                  </a:lnTo>
                  <a:lnTo>
                    <a:pt x="2542116" y="266126"/>
                  </a:lnTo>
                  <a:lnTo>
                    <a:pt x="2542160" y="265895"/>
                  </a:lnTo>
                  <a:lnTo>
                    <a:pt x="2542262" y="265491"/>
                  </a:lnTo>
                  <a:lnTo>
                    <a:pt x="2542401" y="265102"/>
                  </a:lnTo>
                  <a:lnTo>
                    <a:pt x="2542726" y="264568"/>
                  </a:lnTo>
                  <a:lnTo>
                    <a:pt x="2542808" y="264482"/>
                  </a:lnTo>
                  <a:lnTo>
                    <a:pt x="2542972" y="264295"/>
                  </a:lnTo>
                  <a:lnTo>
                    <a:pt x="2542987" y="264290"/>
                  </a:lnTo>
                  <a:lnTo>
                    <a:pt x="2543022" y="264279"/>
                  </a:lnTo>
                  <a:lnTo>
                    <a:pt x="2543099" y="264249"/>
                  </a:lnTo>
                  <a:lnTo>
                    <a:pt x="2543144" y="264230"/>
                  </a:lnTo>
                  <a:lnTo>
                    <a:pt x="2543186" y="264213"/>
                  </a:lnTo>
                  <a:lnTo>
                    <a:pt x="2543213" y="264203"/>
                  </a:lnTo>
                  <a:lnTo>
                    <a:pt x="2543293" y="264170"/>
                  </a:lnTo>
                  <a:lnTo>
                    <a:pt x="2543349" y="264149"/>
                  </a:lnTo>
                  <a:lnTo>
                    <a:pt x="2543447" y="264109"/>
                  </a:lnTo>
                  <a:lnTo>
                    <a:pt x="2543576" y="264059"/>
                  </a:lnTo>
                  <a:lnTo>
                    <a:pt x="2543662" y="264026"/>
                  </a:lnTo>
                  <a:lnTo>
                    <a:pt x="2543712" y="264006"/>
                  </a:lnTo>
                  <a:lnTo>
                    <a:pt x="2543827" y="263960"/>
                  </a:lnTo>
                  <a:lnTo>
                    <a:pt x="2543941" y="263919"/>
                  </a:lnTo>
                  <a:lnTo>
                    <a:pt x="2544017" y="263894"/>
                  </a:lnTo>
                  <a:lnTo>
                    <a:pt x="2544097" y="263863"/>
                  </a:lnTo>
                  <a:lnTo>
                    <a:pt x="2544185" y="263834"/>
                  </a:lnTo>
                  <a:lnTo>
                    <a:pt x="2544421" y="263763"/>
                  </a:lnTo>
                  <a:lnTo>
                    <a:pt x="2544547" y="263725"/>
                  </a:lnTo>
                  <a:lnTo>
                    <a:pt x="2544626" y="263692"/>
                  </a:lnTo>
                  <a:lnTo>
                    <a:pt x="2544725" y="263651"/>
                  </a:lnTo>
                  <a:lnTo>
                    <a:pt x="2544811" y="263613"/>
                  </a:lnTo>
                  <a:lnTo>
                    <a:pt x="2544902" y="263575"/>
                  </a:lnTo>
                  <a:lnTo>
                    <a:pt x="2544985" y="263542"/>
                  </a:lnTo>
                  <a:lnTo>
                    <a:pt x="2545065" y="263510"/>
                  </a:lnTo>
                  <a:lnTo>
                    <a:pt x="2545136" y="263486"/>
                  </a:lnTo>
                  <a:lnTo>
                    <a:pt x="2545205" y="263466"/>
                  </a:lnTo>
                  <a:lnTo>
                    <a:pt x="2545259" y="263453"/>
                  </a:lnTo>
                  <a:lnTo>
                    <a:pt x="2545350" y="263434"/>
                  </a:lnTo>
                  <a:lnTo>
                    <a:pt x="2545406" y="263428"/>
                  </a:lnTo>
                  <a:lnTo>
                    <a:pt x="2545495" y="263427"/>
                  </a:lnTo>
                  <a:lnTo>
                    <a:pt x="2545540" y="263424"/>
                  </a:lnTo>
                  <a:lnTo>
                    <a:pt x="2545573" y="263417"/>
                  </a:lnTo>
                  <a:lnTo>
                    <a:pt x="2545625" y="263413"/>
                  </a:lnTo>
                  <a:lnTo>
                    <a:pt x="2545741" y="263398"/>
                  </a:lnTo>
                  <a:lnTo>
                    <a:pt x="2545812" y="263390"/>
                  </a:lnTo>
                  <a:lnTo>
                    <a:pt x="2545880" y="263386"/>
                  </a:lnTo>
                  <a:lnTo>
                    <a:pt x="2545941" y="263389"/>
                  </a:lnTo>
                  <a:lnTo>
                    <a:pt x="2545948" y="263390"/>
                  </a:lnTo>
                  <a:lnTo>
                    <a:pt x="2546324" y="263345"/>
                  </a:lnTo>
                  <a:lnTo>
                    <a:pt x="2547086" y="263247"/>
                  </a:lnTo>
                  <a:lnTo>
                    <a:pt x="2547325" y="263262"/>
                  </a:lnTo>
                  <a:lnTo>
                    <a:pt x="2547335" y="263259"/>
                  </a:lnTo>
                  <a:lnTo>
                    <a:pt x="2547398" y="263236"/>
                  </a:lnTo>
                  <a:lnTo>
                    <a:pt x="2547513" y="263193"/>
                  </a:lnTo>
                  <a:lnTo>
                    <a:pt x="2547614" y="263162"/>
                  </a:lnTo>
                  <a:lnTo>
                    <a:pt x="2547663" y="263147"/>
                  </a:lnTo>
                  <a:lnTo>
                    <a:pt x="2547970" y="263155"/>
                  </a:lnTo>
                  <a:lnTo>
                    <a:pt x="2548427" y="263198"/>
                  </a:lnTo>
                  <a:lnTo>
                    <a:pt x="2549370" y="263302"/>
                  </a:lnTo>
                  <a:lnTo>
                    <a:pt x="2549555" y="263328"/>
                  </a:lnTo>
                  <a:lnTo>
                    <a:pt x="2549919" y="263407"/>
                  </a:lnTo>
                  <a:lnTo>
                    <a:pt x="2549948" y="263421"/>
                  </a:lnTo>
                  <a:lnTo>
                    <a:pt x="2550030" y="263451"/>
                  </a:lnTo>
                  <a:lnTo>
                    <a:pt x="2550148" y="263499"/>
                  </a:lnTo>
                  <a:lnTo>
                    <a:pt x="2550158" y="263504"/>
                  </a:lnTo>
                  <a:lnTo>
                    <a:pt x="2550168" y="263506"/>
                  </a:lnTo>
                  <a:lnTo>
                    <a:pt x="2550358" y="263498"/>
                  </a:lnTo>
                  <a:lnTo>
                    <a:pt x="2550884" y="263562"/>
                  </a:lnTo>
                  <a:lnTo>
                    <a:pt x="2551263" y="263657"/>
                  </a:lnTo>
                  <a:lnTo>
                    <a:pt x="2551335" y="263690"/>
                  </a:lnTo>
                  <a:lnTo>
                    <a:pt x="2551621" y="263847"/>
                  </a:lnTo>
                  <a:lnTo>
                    <a:pt x="2551956" y="264038"/>
                  </a:lnTo>
                  <a:lnTo>
                    <a:pt x="2552311" y="264176"/>
                  </a:lnTo>
                  <a:lnTo>
                    <a:pt x="2552602" y="264242"/>
                  </a:lnTo>
                  <a:lnTo>
                    <a:pt x="2553450" y="264580"/>
                  </a:lnTo>
                  <a:lnTo>
                    <a:pt x="2554032" y="264805"/>
                  </a:lnTo>
                  <a:lnTo>
                    <a:pt x="2554193" y="264881"/>
                  </a:lnTo>
                  <a:lnTo>
                    <a:pt x="2554312" y="264881"/>
                  </a:lnTo>
                  <a:lnTo>
                    <a:pt x="2554325" y="264876"/>
                  </a:lnTo>
                  <a:lnTo>
                    <a:pt x="2554358" y="264856"/>
                  </a:lnTo>
                  <a:lnTo>
                    <a:pt x="2554400" y="264836"/>
                  </a:lnTo>
                  <a:lnTo>
                    <a:pt x="2554450" y="264809"/>
                  </a:lnTo>
                  <a:lnTo>
                    <a:pt x="2554506" y="264787"/>
                  </a:lnTo>
                  <a:lnTo>
                    <a:pt x="2554577" y="264757"/>
                  </a:lnTo>
                  <a:lnTo>
                    <a:pt x="2554623" y="264734"/>
                  </a:lnTo>
                  <a:lnTo>
                    <a:pt x="2554658" y="264719"/>
                  </a:lnTo>
                  <a:lnTo>
                    <a:pt x="2554705" y="264702"/>
                  </a:lnTo>
                  <a:lnTo>
                    <a:pt x="2554739" y="264691"/>
                  </a:lnTo>
                  <a:lnTo>
                    <a:pt x="2554776" y="264673"/>
                  </a:lnTo>
                  <a:lnTo>
                    <a:pt x="2554846" y="264648"/>
                  </a:lnTo>
                  <a:lnTo>
                    <a:pt x="2554896" y="264626"/>
                  </a:lnTo>
                  <a:lnTo>
                    <a:pt x="2554940" y="264606"/>
                  </a:lnTo>
                  <a:lnTo>
                    <a:pt x="2555003" y="264572"/>
                  </a:lnTo>
                  <a:lnTo>
                    <a:pt x="2555051" y="264540"/>
                  </a:lnTo>
                  <a:lnTo>
                    <a:pt x="2555114" y="264493"/>
                  </a:lnTo>
                  <a:lnTo>
                    <a:pt x="2555184" y="264438"/>
                  </a:lnTo>
                  <a:lnTo>
                    <a:pt x="2555250" y="264387"/>
                  </a:lnTo>
                  <a:lnTo>
                    <a:pt x="2555279" y="264371"/>
                  </a:lnTo>
                  <a:lnTo>
                    <a:pt x="2555336" y="264338"/>
                  </a:lnTo>
                  <a:lnTo>
                    <a:pt x="2555400" y="264303"/>
                  </a:lnTo>
                  <a:lnTo>
                    <a:pt x="2555436" y="264285"/>
                  </a:lnTo>
                  <a:lnTo>
                    <a:pt x="2555482" y="264261"/>
                  </a:lnTo>
                  <a:lnTo>
                    <a:pt x="2555525" y="264248"/>
                  </a:lnTo>
                  <a:lnTo>
                    <a:pt x="2555559" y="264239"/>
                  </a:lnTo>
                  <a:lnTo>
                    <a:pt x="2555630" y="264227"/>
                  </a:lnTo>
                  <a:lnTo>
                    <a:pt x="2555671" y="264220"/>
                  </a:lnTo>
                  <a:lnTo>
                    <a:pt x="2555762" y="264211"/>
                  </a:lnTo>
                  <a:lnTo>
                    <a:pt x="2555858" y="264200"/>
                  </a:lnTo>
                  <a:lnTo>
                    <a:pt x="2555922" y="264193"/>
                  </a:lnTo>
                  <a:lnTo>
                    <a:pt x="2555989" y="264179"/>
                  </a:lnTo>
                  <a:lnTo>
                    <a:pt x="2556035" y="264173"/>
                  </a:lnTo>
                  <a:lnTo>
                    <a:pt x="2556120" y="264153"/>
                  </a:lnTo>
                  <a:lnTo>
                    <a:pt x="2556177" y="264141"/>
                  </a:lnTo>
                  <a:lnTo>
                    <a:pt x="2556253" y="264119"/>
                  </a:lnTo>
                  <a:lnTo>
                    <a:pt x="2556296" y="264102"/>
                  </a:lnTo>
                  <a:lnTo>
                    <a:pt x="2556363" y="264079"/>
                  </a:lnTo>
                  <a:lnTo>
                    <a:pt x="2556404" y="264061"/>
                  </a:lnTo>
                  <a:lnTo>
                    <a:pt x="2556487" y="264026"/>
                  </a:lnTo>
                  <a:lnTo>
                    <a:pt x="2556583" y="263988"/>
                  </a:lnTo>
                  <a:lnTo>
                    <a:pt x="2556606" y="263975"/>
                  </a:lnTo>
                  <a:lnTo>
                    <a:pt x="2556691" y="263942"/>
                  </a:lnTo>
                  <a:lnTo>
                    <a:pt x="2556770" y="263906"/>
                  </a:lnTo>
                  <a:lnTo>
                    <a:pt x="2556882" y="263856"/>
                  </a:lnTo>
                  <a:lnTo>
                    <a:pt x="2556942" y="263832"/>
                  </a:lnTo>
                  <a:lnTo>
                    <a:pt x="2557011" y="263803"/>
                  </a:lnTo>
                  <a:lnTo>
                    <a:pt x="2557123" y="263763"/>
                  </a:lnTo>
                  <a:lnTo>
                    <a:pt x="2557171" y="263748"/>
                  </a:lnTo>
                  <a:lnTo>
                    <a:pt x="2557245" y="263727"/>
                  </a:lnTo>
                  <a:lnTo>
                    <a:pt x="2557307" y="263704"/>
                  </a:lnTo>
                  <a:lnTo>
                    <a:pt x="2557360" y="263683"/>
                  </a:lnTo>
                  <a:lnTo>
                    <a:pt x="2557396" y="263675"/>
                  </a:lnTo>
                  <a:lnTo>
                    <a:pt x="2557450" y="263654"/>
                  </a:lnTo>
                  <a:lnTo>
                    <a:pt x="2557510" y="263641"/>
                  </a:lnTo>
                  <a:lnTo>
                    <a:pt x="2557544" y="263631"/>
                  </a:lnTo>
                  <a:lnTo>
                    <a:pt x="2557580" y="263624"/>
                  </a:lnTo>
                  <a:lnTo>
                    <a:pt x="2557625" y="263610"/>
                  </a:lnTo>
                  <a:lnTo>
                    <a:pt x="2557686" y="263600"/>
                  </a:lnTo>
                  <a:lnTo>
                    <a:pt x="2557723" y="263592"/>
                  </a:lnTo>
                  <a:lnTo>
                    <a:pt x="2557797" y="263578"/>
                  </a:lnTo>
                  <a:lnTo>
                    <a:pt x="2557864" y="263564"/>
                  </a:lnTo>
                  <a:lnTo>
                    <a:pt x="2557924" y="263553"/>
                  </a:lnTo>
                  <a:lnTo>
                    <a:pt x="2557952" y="263548"/>
                  </a:lnTo>
                  <a:lnTo>
                    <a:pt x="2557996" y="263545"/>
                  </a:lnTo>
                  <a:lnTo>
                    <a:pt x="2558023" y="263549"/>
                  </a:lnTo>
                  <a:lnTo>
                    <a:pt x="2558074" y="263560"/>
                  </a:lnTo>
                  <a:lnTo>
                    <a:pt x="2558118" y="263570"/>
                  </a:lnTo>
                  <a:lnTo>
                    <a:pt x="2558167" y="263585"/>
                  </a:lnTo>
                  <a:lnTo>
                    <a:pt x="2558213" y="263597"/>
                  </a:lnTo>
                  <a:lnTo>
                    <a:pt x="2558260" y="263613"/>
                  </a:lnTo>
                  <a:lnTo>
                    <a:pt x="2558294" y="263621"/>
                  </a:lnTo>
                  <a:lnTo>
                    <a:pt x="2558362" y="263643"/>
                  </a:lnTo>
                  <a:lnTo>
                    <a:pt x="2558405" y="263656"/>
                  </a:lnTo>
                  <a:lnTo>
                    <a:pt x="2558481" y="263677"/>
                  </a:lnTo>
                  <a:lnTo>
                    <a:pt x="2558541" y="263694"/>
                  </a:lnTo>
                  <a:lnTo>
                    <a:pt x="2558580" y="263706"/>
                  </a:lnTo>
                  <a:lnTo>
                    <a:pt x="2558654" y="263722"/>
                  </a:lnTo>
                  <a:lnTo>
                    <a:pt x="2558709" y="263734"/>
                  </a:lnTo>
                  <a:lnTo>
                    <a:pt x="2558748" y="263743"/>
                  </a:lnTo>
                  <a:lnTo>
                    <a:pt x="2558784" y="263752"/>
                  </a:lnTo>
                  <a:lnTo>
                    <a:pt x="2558821" y="263759"/>
                  </a:lnTo>
                  <a:lnTo>
                    <a:pt x="2558866" y="263774"/>
                  </a:lnTo>
                  <a:lnTo>
                    <a:pt x="2558904" y="263788"/>
                  </a:lnTo>
                  <a:lnTo>
                    <a:pt x="2558936" y="263806"/>
                  </a:lnTo>
                  <a:lnTo>
                    <a:pt x="2558961" y="263817"/>
                  </a:lnTo>
                  <a:lnTo>
                    <a:pt x="2558990" y="263836"/>
                  </a:lnTo>
                  <a:lnTo>
                    <a:pt x="2559048" y="263868"/>
                  </a:lnTo>
                  <a:lnTo>
                    <a:pt x="2559122" y="263906"/>
                  </a:lnTo>
                  <a:lnTo>
                    <a:pt x="2559144" y="263915"/>
                  </a:lnTo>
                  <a:lnTo>
                    <a:pt x="2559208" y="263947"/>
                  </a:lnTo>
                  <a:lnTo>
                    <a:pt x="2559239" y="263966"/>
                  </a:lnTo>
                  <a:lnTo>
                    <a:pt x="2559289" y="263990"/>
                  </a:lnTo>
                  <a:lnTo>
                    <a:pt x="2559341" y="264021"/>
                  </a:lnTo>
                  <a:lnTo>
                    <a:pt x="2559393" y="264055"/>
                  </a:lnTo>
                  <a:lnTo>
                    <a:pt x="2559428" y="264074"/>
                  </a:lnTo>
                  <a:lnTo>
                    <a:pt x="2559480" y="264101"/>
                  </a:lnTo>
                  <a:lnTo>
                    <a:pt x="2559544" y="264139"/>
                  </a:lnTo>
                  <a:lnTo>
                    <a:pt x="2559587" y="264160"/>
                  </a:lnTo>
                  <a:lnTo>
                    <a:pt x="2559611" y="264172"/>
                  </a:lnTo>
                  <a:lnTo>
                    <a:pt x="2559669" y="264182"/>
                  </a:lnTo>
                  <a:lnTo>
                    <a:pt x="2560299" y="264242"/>
                  </a:lnTo>
                  <a:lnTo>
                    <a:pt x="2560729" y="264196"/>
                  </a:lnTo>
                  <a:lnTo>
                    <a:pt x="2561641" y="264092"/>
                  </a:lnTo>
                  <a:lnTo>
                    <a:pt x="2561654" y="264092"/>
                  </a:lnTo>
                  <a:lnTo>
                    <a:pt x="2561704" y="264077"/>
                  </a:lnTo>
                  <a:lnTo>
                    <a:pt x="2561725" y="264064"/>
                  </a:lnTo>
                  <a:lnTo>
                    <a:pt x="2561780" y="264035"/>
                  </a:lnTo>
                  <a:lnTo>
                    <a:pt x="2561797" y="264026"/>
                  </a:lnTo>
                  <a:lnTo>
                    <a:pt x="2562045" y="263976"/>
                  </a:lnTo>
                  <a:lnTo>
                    <a:pt x="2562553" y="263968"/>
                  </a:lnTo>
                  <a:lnTo>
                    <a:pt x="2562799" y="264004"/>
                  </a:lnTo>
                  <a:lnTo>
                    <a:pt x="2563185" y="264062"/>
                  </a:lnTo>
                  <a:lnTo>
                    <a:pt x="2563572" y="264092"/>
                  </a:lnTo>
                  <a:lnTo>
                    <a:pt x="2564003" y="264033"/>
                  </a:lnTo>
                  <a:lnTo>
                    <a:pt x="2564241" y="263982"/>
                  </a:lnTo>
                  <a:lnTo>
                    <a:pt x="2564415" y="263880"/>
                  </a:lnTo>
                  <a:lnTo>
                    <a:pt x="2564512" y="263770"/>
                  </a:lnTo>
                  <a:lnTo>
                    <a:pt x="2564705" y="263470"/>
                  </a:lnTo>
                  <a:lnTo>
                    <a:pt x="2564719" y="263448"/>
                  </a:lnTo>
                  <a:lnTo>
                    <a:pt x="2564918" y="263023"/>
                  </a:lnTo>
                  <a:lnTo>
                    <a:pt x="2565310" y="261873"/>
                  </a:lnTo>
                  <a:lnTo>
                    <a:pt x="2565544" y="261118"/>
                  </a:lnTo>
                  <a:lnTo>
                    <a:pt x="2565716" y="260674"/>
                  </a:lnTo>
                  <a:lnTo>
                    <a:pt x="2565932" y="260377"/>
                  </a:lnTo>
                  <a:lnTo>
                    <a:pt x="2566090" y="260279"/>
                  </a:lnTo>
                  <a:lnTo>
                    <a:pt x="2566385" y="260213"/>
                  </a:lnTo>
                  <a:lnTo>
                    <a:pt x="2566746" y="260148"/>
                  </a:lnTo>
                  <a:lnTo>
                    <a:pt x="2567235" y="260118"/>
                  </a:lnTo>
                  <a:lnTo>
                    <a:pt x="2567617" y="260187"/>
                  </a:lnTo>
                  <a:lnTo>
                    <a:pt x="2567858" y="260270"/>
                  </a:lnTo>
                  <a:lnTo>
                    <a:pt x="2568653" y="260560"/>
                  </a:lnTo>
                  <a:lnTo>
                    <a:pt x="2569422" y="260793"/>
                  </a:lnTo>
                  <a:lnTo>
                    <a:pt x="2569772" y="260827"/>
                  </a:lnTo>
                  <a:lnTo>
                    <a:pt x="2570603" y="260753"/>
                  </a:lnTo>
                  <a:lnTo>
                    <a:pt x="2570665" y="260741"/>
                  </a:lnTo>
                  <a:lnTo>
                    <a:pt x="2570834" y="260679"/>
                  </a:lnTo>
                  <a:lnTo>
                    <a:pt x="2571272" y="260423"/>
                  </a:lnTo>
                  <a:lnTo>
                    <a:pt x="2571292" y="260399"/>
                  </a:lnTo>
                  <a:lnTo>
                    <a:pt x="2571493" y="260098"/>
                  </a:lnTo>
                  <a:lnTo>
                    <a:pt x="2571665" y="259646"/>
                  </a:lnTo>
                  <a:lnTo>
                    <a:pt x="2571768" y="258795"/>
                  </a:lnTo>
                  <a:lnTo>
                    <a:pt x="2571813" y="258135"/>
                  </a:lnTo>
                  <a:lnTo>
                    <a:pt x="2571822" y="258051"/>
                  </a:lnTo>
                  <a:lnTo>
                    <a:pt x="2571842" y="257956"/>
                  </a:lnTo>
                  <a:lnTo>
                    <a:pt x="2571855" y="257891"/>
                  </a:lnTo>
                  <a:lnTo>
                    <a:pt x="2571874" y="257841"/>
                  </a:lnTo>
                  <a:lnTo>
                    <a:pt x="2571902" y="257791"/>
                  </a:lnTo>
                  <a:lnTo>
                    <a:pt x="2571947" y="257735"/>
                  </a:lnTo>
                  <a:lnTo>
                    <a:pt x="2571990" y="257690"/>
                  </a:lnTo>
                  <a:lnTo>
                    <a:pt x="2572042" y="257635"/>
                  </a:lnTo>
                  <a:lnTo>
                    <a:pt x="2572167" y="257558"/>
                  </a:lnTo>
                  <a:lnTo>
                    <a:pt x="2572246" y="257511"/>
                  </a:lnTo>
                  <a:lnTo>
                    <a:pt x="2572370" y="257443"/>
                  </a:lnTo>
                  <a:lnTo>
                    <a:pt x="2572453" y="257378"/>
                  </a:lnTo>
                  <a:lnTo>
                    <a:pt x="2572502" y="257349"/>
                  </a:lnTo>
                  <a:lnTo>
                    <a:pt x="2572545" y="257326"/>
                  </a:lnTo>
                  <a:lnTo>
                    <a:pt x="2572584" y="257306"/>
                  </a:lnTo>
                  <a:lnTo>
                    <a:pt x="2572650" y="257273"/>
                  </a:lnTo>
                  <a:lnTo>
                    <a:pt x="2572685" y="257260"/>
                  </a:lnTo>
                  <a:lnTo>
                    <a:pt x="2572723" y="257247"/>
                  </a:lnTo>
                  <a:lnTo>
                    <a:pt x="2572753" y="257240"/>
                  </a:lnTo>
                  <a:lnTo>
                    <a:pt x="2572788" y="257236"/>
                  </a:lnTo>
                  <a:lnTo>
                    <a:pt x="2572876" y="257224"/>
                  </a:lnTo>
                  <a:lnTo>
                    <a:pt x="2572914" y="257216"/>
                  </a:lnTo>
                  <a:lnTo>
                    <a:pt x="2572984" y="257196"/>
                  </a:lnTo>
                  <a:lnTo>
                    <a:pt x="2573011" y="257185"/>
                  </a:lnTo>
                  <a:lnTo>
                    <a:pt x="2573078" y="257167"/>
                  </a:lnTo>
                  <a:lnTo>
                    <a:pt x="2573142" y="257149"/>
                  </a:lnTo>
                  <a:lnTo>
                    <a:pt x="2573182" y="257139"/>
                  </a:lnTo>
                  <a:lnTo>
                    <a:pt x="2573215" y="257131"/>
                  </a:lnTo>
                  <a:lnTo>
                    <a:pt x="2573299" y="257112"/>
                  </a:lnTo>
                  <a:lnTo>
                    <a:pt x="2573359" y="257096"/>
                  </a:lnTo>
                  <a:lnTo>
                    <a:pt x="2573407" y="257087"/>
                  </a:lnTo>
                  <a:lnTo>
                    <a:pt x="2573458" y="257076"/>
                  </a:lnTo>
                  <a:lnTo>
                    <a:pt x="2573534" y="257061"/>
                  </a:lnTo>
                  <a:lnTo>
                    <a:pt x="2573595" y="257051"/>
                  </a:lnTo>
                  <a:lnTo>
                    <a:pt x="2573638" y="257040"/>
                  </a:lnTo>
                  <a:lnTo>
                    <a:pt x="2573680" y="257035"/>
                  </a:lnTo>
                  <a:lnTo>
                    <a:pt x="2573740" y="257027"/>
                  </a:lnTo>
                  <a:lnTo>
                    <a:pt x="2573791" y="257020"/>
                  </a:lnTo>
                  <a:lnTo>
                    <a:pt x="2573848" y="257016"/>
                  </a:lnTo>
                  <a:lnTo>
                    <a:pt x="2573900" y="257011"/>
                  </a:lnTo>
                  <a:lnTo>
                    <a:pt x="2573961" y="257006"/>
                  </a:lnTo>
                  <a:lnTo>
                    <a:pt x="2574016" y="257002"/>
                  </a:lnTo>
                  <a:lnTo>
                    <a:pt x="2574100" y="256996"/>
                  </a:lnTo>
                  <a:lnTo>
                    <a:pt x="2574154" y="256994"/>
                  </a:lnTo>
                  <a:lnTo>
                    <a:pt x="2574227" y="256992"/>
                  </a:lnTo>
                  <a:lnTo>
                    <a:pt x="2574299" y="256991"/>
                  </a:lnTo>
                  <a:lnTo>
                    <a:pt x="2574369" y="256991"/>
                  </a:lnTo>
                  <a:lnTo>
                    <a:pt x="2574420" y="256992"/>
                  </a:lnTo>
                  <a:lnTo>
                    <a:pt x="2574444" y="256994"/>
                  </a:lnTo>
                  <a:lnTo>
                    <a:pt x="2574496" y="256995"/>
                  </a:lnTo>
                  <a:lnTo>
                    <a:pt x="2574560" y="256999"/>
                  </a:lnTo>
                  <a:lnTo>
                    <a:pt x="2574629" y="257002"/>
                  </a:lnTo>
                  <a:lnTo>
                    <a:pt x="2574697" y="257004"/>
                  </a:lnTo>
                  <a:lnTo>
                    <a:pt x="2574752" y="257007"/>
                  </a:lnTo>
                  <a:lnTo>
                    <a:pt x="2574798" y="257011"/>
                  </a:lnTo>
                  <a:lnTo>
                    <a:pt x="2574833" y="257011"/>
                  </a:lnTo>
                  <a:lnTo>
                    <a:pt x="2574868" y="257012"/>
                  </a:lnTo>
                  <a:lnTo>
                    <a:pt x="2574906" y="257012"/>
                  </a:lnTo>
                  <a:lnTo>
                    <a:pt x="2574941" y="257012"/>
                  </a:lnTo>
                  <a:lnTo>
                    <a:pt x="2574996" y="257008"/>
                  </a:lnTo>
                  <a:lnTo>
                    <a:pt x="2575049" y="257001"/>
                  </a:lnTo>
                  <a:lnTo>
                    <a:pt x="2575085" y="256994"/>
                  </a:lnTo>
                  <a:lnTo>
                    <a:pt x="2575132" y="256986"/>
                  </a:lnTo>
                  <a:lnTo>
                    <a:pt x="2575173" y="256972"/>
                  </a:lnTo>
                  <a:lnTo>
                    <a:pt x="2575209" y="256962"/>
                  </a:lnTo>
                  <a:lnTo>
                    <a:pt x="2575239" y="256954"/>
                  </a:lnTo>
                  <a:lnTo>
                    <a:pt x="2575277" y="256940"/>
                  </a:lnTo>
                  <a:lnTo>
                    <a:pt x="2575351" y="256918"/>
                  </a:lnTo>
                  <a:lnTo>
                    <a:pt x="2575392" y="256898"/>
                  </a:lnTo>
                  <a:lnTo>
                    <a:pt x="2575424" y="256886"/>
                  </a:lnTo>
                  <a:lnTo>
                    <a:pt x="2575466" y="256877"/>
                  </a:lnTo>
                  <a:lnTo>
                    <a:pt x="2575499" y="256868"/>
                  </a:lnTo>
                  <a:lnTo>
                    <a:pt x="2575554" y="256845"/>
                  </a:lnTo>
                  <a:lnTo>
                    <a:pt x="2575593" y="256832"/>
                  </a:lnTo>
                  <a:lnTo>
                    <a:pt x="2575632" y="256817"/>
                  </a:lnTo>
                  <a:lnTo>
                    <a:pt x="2575740" y="256729"/>
                  </a:lnTo>
                  <a:lnTo>
                    <a:pt x="2575843" y="256646"/>
                  </a:lnTo>
                  <a:lnTo>
                    <a:pt x="2576030" y="256535"/>
                  </a:lnTo>
                  <a:lnTo>
                    <a:pt x="2576274" y="256395"/>
                  </a:lnTo>
                  <a:lnTo>
                    <a:pt x="2576426" y="256341"/>
                  </a:lnTo>
                  <a:lnTo>
                    <a:pt x="2576606" y="256274"/>
                  </a:lnTo>
                  <a:lnTo>
                    <a:pt x="2576797" y="256227"/>
                  </a:lnTo>
                  <a:lnTo>
                    <a:pt x="2576807" y="256226"/>
                  </a:lnTo>
                  <a:lnTo>
                    <a:pt x="2576978" y="256198"/>
                  </a:lnTo>
                  <a:lnTo>
                    <a:pt x="2577445" y="256131"/>
                  </a:lnTo>
                  <a:lnTo>
                    <a:pt x="2577896" y="256050"/>
                  </a:lnTo>
                  <a:lnTo>
                    <a:pt x="2578238" y="255951"/>
                  </a:lnTo>
                  <a:lnTo>
                    <a:pt x="2578453" y="255891"/>
                  </a:lnTo>
                  <a:lnTo>
                    <a:pt x="2578852" y="255734"/>
                  </a:lnTo>
                  <a:lnTo>
                    <a:pt x="2579148" y="255625"/>
                  </a:lnTo>
                  <a:lnTo>
                    <a:pt x="2579620" y="255498"/>
                  </a:lnTo>
                  <a:lnTo>
                    <a:pt x="2580045" y="255392"/>
                  </a:lnTo>
                  <a:lnTo>
                    <a:pt x="2580583" y="255157"/>
                  </a:lnTo>
                  <a:lnTo>
                    <a:pt x="2580994" y="254977"/>
                  </a:lnTo>
                  <a:lnTo>
                    <a:pt x="2581297" y="254905"/>
                  </a:lnTo>
                  <a:lnTo>
                    <a:pt x="2581724" y="254905"/>
                  </a:lnTo>
                  <a:lnTo>
                    <a:pt x="2582140" y="254991"/>
                  </a:lnTo>
                  <a:lnTo>
                    <a:pt x="2582337" y="255007"/>
                  </a:lnTo>
                  <a:lnTo>
                    <a:pt x="2582361" y="255009"/>
                  </a:lnTo>
                  <a:lnTo>
                    <a:pt x="2582375" y="255012"/>
                  </a:lnTo>
                  <a:lnTo>
                    <a:pt x="2582421" y="255026"/>
                  </a:lnTo>
                  <a:lnTo>
                    <a:pt x="2582489" y="255032"/>
                  </a:lnTo>
                  <a:lnTo>
                    <a:pt x="2582566" y="255033"/>
                  </a:lnTo>
                  <a:lnTo>
                    <a:pt x="2582664" y="255036"/>
                  </a:lnTo>
                  <a:lnTo>
                    <a:pt x="2582711" y="255040"/>
                  </a:lnTo>
                  <a:lnTo>
                    <a:pt x="2582754" y="255045"/>
                  </a:lnTo>
                  <a:lnTo>
                    <a:pt x="2582813" y="255046"/>
                  </a:lnTo>
                  <a:lnTo>
                    <a:pt x="2582860" y="255047"/>
                  </a:lnTo>
                  <a:lnTo>
                    <a:pt x="2582964" y="255048"/>
                  </a:lnTo>
                  <a:lnTo>
                    <a:pt x="2583015" y="255048"/>
                  </a:lnTo>
                  <a:lnTo>
                    <a:pt x="2583058" y="255042"/>
                  </a:lnTo>
                  <a:lnTo>
                    <a:pt x="2583129" y="255028"/>
                  </a:lnTo>
                  <a:lnTo>
                    <a:pt x="2583185" y="255017"/>
                  </a:lnTo>
                  <a:lnTo>
                    <a:pt x="2583237" y="255004"/>
                  </a:lnTo>
                  <a:lnTo>
                    <a:pt x="2583319" y="254983"/>
                  </a:lnTo>
                  <a:lnTo>
                    <a:pt x="2583383" y="254964"/>
                  </a:lnTo>
                  <a:lnTo>
                    <a:pt x="2583432" y="254950"/>
                  </a:lnTo>
                  <a:lnTo>
                    <a:pt x="2583491" y="254932"/>
                  </a:lnTo>
                  <a:lnTo>
                    <a:pt x="2583540" y="254914"/>
                  </a:lnTo>
                  <a:lnTo>
                    <a:pt x="2583565" y="254908"/>
                  </a:lnTo>
                  <a:lnTo>
                    <a:pt x="2583584" y="254903"/>
                  </a:lnTo>
                  <a:lnTo>
                    <a:pt x="2583641" y="254886"/>
                  </a:lnTo>
                  <a:lnTo>
                    <a:pt x="2583701" y="254867"/>
                  </a:lnTo>
                  <a:lnTo>
                    <a:pt x="2583789" y="254833"/>
                  </a:lnTo>
                  <a:lnTo>
                    <a:pt x="2583835" y="254810"/>
                  </a:lnTo>
                  <a:lnTo>
                    <a:pt x="2583859" y="254799"/>
                  </a:lnTo>
                  <a:lnTo>
                    <a:pt x="2583877" y="254791"/>
                  </a:lnTo>
                  <a:lnTo>
                    <a:pt x="2583969" y="254747"/>
                  </a:lnTo>
                  <a:lnTo>
                    <a:pt x="2584023" y="254722"/>
                  </a:lnTo>
                  <a:lnTo>
                    <a:pt x="2584077" y="254691"/>
                  </a:lnTo>
                  <a:lnTo>
                    <a:pt x="2584146" y="254653"/>
                  </a:lnTo>
                  <a:lnTo>
                    <a:pt x="2584186" y="254622"/>
                  </a:lnTo>
                  <a:lnTo>
                    <a:pt x="2584212" y="254594"/>
                  </a:lnTo>
                  <a:lnTo>
                    <a:pt x="2584240" y="254561"/>
                  </a:lnTo>
                  <a:lnTo>
                    <a:pt x="2584258" y="254528"/>
                  </a:lnTo>
                  <a:lnTo>
                    <a:pt x="2584281" y="254480"/>
                  </a:lnTo>
                  <a:lnTo>
                    <a:pt x="2584298" y="254433"/>
                  </a:lnTo>
                  <a:lnTo>
                    <a:pt x="2584302" y="254403"/>
                  </a:lnTo>
                  <a:lnTo>
                    <a:pt x="2584692" y="253601"/>
                  </a:lnTo>
                  <a:lnTo>
                    <a:pt x="2585182" y="253151"/>
                  </a:lnTo>
                  <a:lnTo>
                    <a:pt x="2585843" y="253143"/>
                  </a:lnTo>
                  <a:lnTo>
                    <a:pt x="2586388" y="253123"/>
                  </a:lnTo>
                  <a:lnTo>
                    <a:pt x="2586822" y="253284"/>
                  </a:lnTo>
                  <a:lnTo>
                    <a:pt x="2586978" y="253295"/>
                  </a:lnTo>
                  <a:lnTo>
                    <a:pt x="2587371" y="253382"/>
                  </a:lnTo>
                  <a:lnTo>
                    <a:pt x="2587482" y="253390"/>
                  </a:lnTo>
                  <a:lnTo>
                    <a:pt x="2588042" y="253479"/>
                  </a:lnTo>
                  <a:lnTo>
                    <a:pt x="2588346" y="253494"/>
                  </a:lnTo>
                  <a:lnTo>
                    <a:pt x="2588945" y="253451"/>
                  </a:lnTo>
                  <a:lnTo>
                    <a:pt x="2589298" y="253358"/>
                  </a:lnTo>
                  <a:lnTo>
                    <a:pt x="2589379" y="253307"/>
                  </a:lnTo>
                  <a:lnTo>
                    <a:pt x="2589411" y="253293"/>
                  </a:lnTo>
                  <a:lnTo>
                    <a:pt x="2589448" y="253267"/>
                  </a:lnTo>
                  <a:lnTo>
                    <a:pt x="2589501" y="253231"/>
                  </a:lnTo>
                  <a:lnTo>
                    <a:pt x="2589557" y="253191"/>
                  </a:lnTo>
                  <a:lnTo>
                    <a:pt x="2589623" y="253139"/>
                  </a:lnTo>
                  <a:lnTo>
                    <a:pt x="2589651" y="253117"/>
                  </a:lnTo>
                  <a:lnTo>
                    <a:pt x="2589735" y="253051"/>
                  </a:lnTo>
                  <a:lnTo>
                    <a:pt x="2589781" y="253013"/>
                  </a:lnTo>
                  <a:lnTo>
                    <a:pt x="2589814" y="252985"/>
                  </a:lnTo>
                  <a:lnTo>
                    <a:pt x="2590084" y="252714"/>
                  </a:lnTo>
                  <a:lnTo>
                    <a:pt x="2590129" y="252675"/>
                  </a:lnTo>
                  <a:lnTo>
                    <a:pt x="2590220" y="252561"/>
                  </a:lnTo>
                  <a:lnTo>
                    <a:pt x="2590481" y="252322"/>
                  </a:lnTo>
                  <a:lnTo>
                    <a:pt x="2590965" y="251857"/>
                  </a:lnTo>
                  <a:lnTo>
                    <a:pt x="2591366" y="251531"/>
                  </a:lnTo>
                  <a:lnTo>
                    <a:pt x="2591813" y="251236"/>
                  </a:lnTo>
                  <a:lnTo>
                    <a:pt x="2592207" y="251064"/>
                  </a:lnTo>
                  <a:lnTo>
                    <a:pt x="2592601" y="250985"/>
                  </a:lnTo>
                  <a:lnTo>
                    <a:pt x="2592699" y="250983"/>
                  </a:lnTo>
                  <a:lnTo>
                    <a:pt x="2593189" y="250972"/>
                  </a:lnTo>
                  <a:lnTo>
                    <a:pt x="2593447" y="250986"/>
                  </a:lnTo>
                  <a:lnTo>
                    <a:pt x="2593759" y="251024"/>
                  </a:lnTo>
                  <a:lnTo>
                    <a:pt x="2593768" y="251028"/>
                  </a:lnTo>
                  <a:lnTo>
                    <a:pt x="2594320" y="251158"/>
                  </a:lnTo>
                  <a:lnTo>
                    <a:pt x="2594489" y="251194"/>
                  </a:lnTo>
                  <a:lnTo>
                    <a:pt x="2594791" y="251209"/>
                  </a:lnTo>
                  <a:lnTo>
                    <a:pt x="2594892" y="251186"/>
                  </a:lnTo>
                  <a:lnTo>
                    <a:pt x="2595273" y="251136"/>
                  </a:lnTo>
                  <a:lnTo>
                    <a:pt x="2595622" y="251129"/>
                  </a:lnTo>
                  <a:lnTo>
                    <a:pt x="2595946" y="251129"/>
                  </a:lnTo>
                  <a:lnTo>
                    <a:pt x="2595971" y="251129"/>
                  </a:lnTo>
                  <a:lnTo>
                    <a:pt x="2596517" y="251203"/>
                  </a:lnTo>
                  <a:lnTo>
                    <a:pt x="2596531" y="251208"/>
                  </a:lnTo>
                  <a:lnTo>
                    <a:pt x="2596670" y="251244"/>
                  </a:lnTo>
                  <a:lnTo>
                    <a:pt x="2596893" y="251295"/>
                  </a:lnTo>
                  <a:lnTo>
                    <a:pt x="2597223" y="251338"/>
                  </a:lnTo>
                  <a:lnTo>
                    <a:pt x="2597483" y="251338"/>
                  </a:lnTo>
                  <a:lnTo>
                    <a:pt x="2597820" y="251331"/>
                  </a:lnTo>
                  <a:lnTo>
                    <a:pt x="2598165" y="251280"/>
                  </a:lnTo>
                  <a:lnTo>
                    <a:pt x="2598341" y="251282"/>
                  </a:lnTo>
                  <a:lnTo>
                    <a:pt x="2599171" y="251162"/>
                  </a:lnTo>
                  <a:lnTo>
                    <a:pt x="2599610" y="251033"/>
                  </a:lnTo>
                  <a:lnTo>
                    <a:pt x="2600008" y="250830"/>
                  </a:lnTo>
                  <a:lnTo>
                    <a:pt x="2600528" y="250460"/>
                  </a:lnTo>
                  <a:lnTo>
                    <a:pt x="2600829" y="250341"/>
                  </a:lnTo>
                  <a:lnTo>
                    <a:pt x="2601171" y="250202"/>
                  </a:lnTo>
                  <a:lnTo>
                    <a:pt x="2601304" y="250168"/>
                  </a:lnTo>
                  <a:lnTo>
                    <a:pt x="2601700" y="250133"/>
                  </a:lnTo>
                  <a:lnTo>
                    <a:pt x="2602152" y="250035"/>
                  </a:lnTo>
                  <a:lnTo>
                    <a:pt x="2602660" y="249945"/>
                  </a:lnTo>
                  <a:lnTo>
                    <a:pt x="2602818" y="249896"/>
                  </a:lnTo>
                  <a:lnTo>
                    <a:pt x="2603259" y="249749"/>
                  </a:lnTo>
                  <a:lnTo>
                    <a:pt x="2603858" y="249502"/>
                  </a:lnTo>
                  <a:lnTo>
                    <a:pt x="2604514" y="249267"/>
                  </a:lnTo>
                  <a:lnTo>
                    <a:pt x="2604905" y="249140"/>
                  </a:lnTo>
                  <a:lnTo>
                    <a:pt x="2605394" y="249110"/>
                  </a:lnTo>
                  <a:lnTo>
                    <a:pt x="2605750" y="249221"/>
                  </a:lnTo>
                  <a:lnTo>
                    <a:pt x="2606286" y="249415"/>
                  </a:lnTo>
                  <a:lnTo>
                    <a:pt x="2607132" y="249716"/>
                  </a:lnTo>
                  <a:lnTo>
                    <a:pt x="2607538" y="249835"/>
                  </a:lnTo>
                  <a:lnTo>
                    <a:pt x="2607720" y="249859"/>
                  </a:lnTo>
                  <a:lnTo>
                    <a:pt x="2608214" y="249937"/>
                  </a:lnTo>
                  <a:lnTo>
                    <a:pt x="2608540" y="249956"/>
                  </a:lnTo>
                  <a:lnTo>
                    <a:pt x="2609189" y="249914"/>
                  </a:lnTo>
                  <a:lnTo>
                    <a:pt x="2609727" y="249823"/>
                  </a:lnTo>
                  <a:lnTo>
                    <a:pt x="2609988" y="249778"/>
                  </a:lnTo>
                  <a:lnTo>
                    <a:pt x="2610581" y="249746"/>
                  </a:lnTo>
                  <a:lnTo>
                    <a:pt x="2610937" y="249737"/>
                  </a:lnTo>
                  <a:lnTo>
                    <a:pt x="2611307" y="249745"/>
                  </a:lnTo>
                  <a:lnTo>
                    <a:pt x="2611878" y="249829"/>
                  </a:lnTo>
                  <a:lnTo>
                    <a:pt x="2612033" y="249817"/>
                  </a:lnTo>
                  <a:lnTo>
                    <a:pt x="2612139" y="249786"/>
                  </a:lnTo>
                  <a:lnTo>
                    <a:pt x="2612201" y="249762"/>
                  </a:lnTo>
                  <a:lnTo>
                    <a:pt x="2612584" y="249669"/>
                  </a:lnTo>
                  <a:lnTo>
                    <a:pt x="2612602" y="249669"/>
                  </a:lnTo>
                  <a:lnTo>
                    <a:pt x="2612748" y="249679"/>
                  </a:lnTo>
                  <a:lnTo>
                    <a:pt x="2612766" y="249690"/>
                  </a:lnTo>
                  <a:lnTo>
                    <a:pt x="2613524" y="250033"/>
                  </a:lnTo>
                  <a:lnTo>
                    <a:pt x="2613868" y="250153"/>
                  </a:lnTo>
                  <a:lnTo>
                    <a:pt x="2614281" y="250460"/>
                  </a:lnTo>
                  <a:lnTo>
                    <a:pt x="2614986" y="250959"/>
                  </a:lnTo>
                  <a:lnTo>
                    <a:pt x="2616172" y="251578"/>
                  </a:lnTo>
                  <a:lnTo>
                    <a:pt x="2616570" y="251753"/>
                  </a:lnTo>
                  <a:lnTo>
                    <a:pt x="2616713" y="251747"/>
                  </a:lnTo>
                  <a:lnTo>
                    <a:pt x="2617283" y="251662"/>
                  </a:lnTo>
                  <a:lnTo>
                    <a:pt x="2617565" y="251646"/>
                  </a:lnTo>
                  <a:lnTo>
                    <a:pt x="2617908" y="251570"/>
                  </a:lnTo>
                  <a:lnTo>
                    <a:pt x="2618449" y="251387"/>
                  </a:lnTo>
                  <a:lnTo>
                    <a:pt x="2619067" y="251035"/>
                  </a:lnTo>
                  <a:lnTo>
                    <a:pt x="2619383" y="250689"/>
                  </a:lnTo>
                  <a:lnTo>
                    <a:pt x="2619588" y="250484"/>
                  </a:lnTo>
                  <a:lnTo>
                    <a:pt x="2619713" y="250336"/>
                  </a:lnTo>
                  <a:lnTo>
                    <a:pt x="2620133" y="249666"/>
                  </a:lnTo>
                  <a:lnTo>
                    <a:pt x="2620406" y="249236"/>
                  </a:lnTo>
                  <a:lnTo>
                    <a:pt x="2621162" y="248451"/>
                  </a:lnTo>
                  <a:lnTo>
                    <a:pt x="2622089" y="248002"/>
                  </a:lnTo>
                  <a:lnTo>
                    <a:pt x="2622102" y="247999"/>
                  </a:lnTo>
                  <a:lnTo>
                    <a:pt x="2622257" y="247990"/>
                  </a:lnTo>
                  <a:lnTo>
                    <a:pt x="2623330" y="247888"/>
                  </a:lnTo>
                  <a:lnTo>
                    <a:pt x="2623628" y="247867"/>
                  </a:lnTo>
                  <a:lnTo>
                    <a:pt x="2623892" y="247881"/>
                  </a:lnTo>
                  <a:lnTo>
                    <a:pt x="2625590" y="248240"/>
                  </a:lnTo>
                  <a:lnTo>
                    <a:pt x="2626580" y="248406"/>
                  </a:lnTo>
                  <a:lnTo>
                    <a:pt x="2627064" y="248381"/>
                  </a:lnTo>
                  <a:lnTo>
                    <a:pt x="2627158" y="248389"/>
                  </a:lnTo>
                  <a:lnTo>
                    <a:pt x="2627379" y="248396"/>
                  </a:lnTo>
                  <a:lnTo>
                    <a:pt x="2627668" y="248407"/>
                  </a:lnTo>
                  <a:lnTo>
                    <a:pt x="2627681" y="248404"/>
                  </a:lnTo>
                  <a:lnTo>
                    <a:pt x="2627962" y="248292"/>
                  </a:lnTo>
                  <a:lnTo>
                    <a:pt x="2628403" y="247925"/>
                  </a:lnTo>
                  <a:lnTo>
                    <a:pt x="2628539" y="247712"/>
                  </a:lnTo>
                  <a:lnTo>
                    <a:pt x="2628666" y="247511"/>
                  </a:lnTo>
                  <a:lnTo>
                    <a:pt x="2628704" y="247468"/>
                  </a:lnTo>
                  <a:lnTo>
                    <a:pt x="2628762" y="247383"/>
                  </a:lnTo>
                  <a:lnTo>
                    <a:pt x="2628806" y="247349"/>
                  </a:lnTo>
                  <a:lnTo>
                    <a:pt x="2628932" y="247191"/>
                  </a:lnTo>
                  <a:lnTo>
                    <a:pt x="2629704" y="247556"/>
                  </a:lnTo>
                  <a:lnTo>
                    <a:pt x="2629879" y="247782"/>
                  </a:lnTo>
                  <a:lnTo>
                    <a:pt x="2630057" y="248082"/>
                  </a:lnTo>
                  <a:lnTo>
                    <a:pt x="2630166" y="248294"/>
                  </a:lnTo>
                  <a:lnTo>
                    <a:pt x="2630280" y="248679"/>
                  </a:lnTo>
                  <a:lnTo>
                    <a:pt x="2630175" y="249415"/>
                  </a:lnTo>
                  <a:lnTo>
                    <a:pt x="2629854" y="250284"/>
                  </a:lnTo>
                  <a:lnTo>
                    <a:pt x="2629623" y="250514"/>
                  </a:lnTo>
                  <a:lnTo>
                    <a:pt x="2629310" y="250689"/>
                  </a:lnTo>
                  <a:lnTo>
                    <a:pt x="2628875" y="250929"/>
                  </a:lnTo>
                  <a:lnTo>
                    <a:pt x="2628293" y="251160"/>
                  </a:lnTo>
                  <a:lnTo>
                    <a:pt x="2627926" y="251293"/>
                  </a:lnTo>
                  <a:lnTo>
                    <a:pt x="2626595" y="251983"/>
                  </a:lnTo>
                  <a:lnTo>
                    <a:pt x="2625925" y="252153"/>
                  </a:lnTo>
                  <a:lnTo>
                    <a:pt x="2625491" y="252228"/>
                  </a:lnTo>
                  <a:lnTo>
                    <a:pt x="2624811" y="252377"/>
                  </a:lnTo>
                  <a:lnTo>
                    <a:pt x="2624623" y="252442"/>
                  </a:lnTo>
                  <a:lnTo>
                    <a:pt x="2624288" y="252513"/>
                  </a:lnTo>
                  <a:lnTo>
                    <a:pt x="2623959" y="252691"/>
                  </a:lnTo>
                  <a:lnTo>
                    <a:pt x="2622756" y="252992"/>
                  </a:lnTo>
                  <a:lnTo>
                    <a:pt x="2622568" y="253020"/>
                  </a:lnTo>
                  <a:lnTo>
                    <a:pt x="2621758" y="253231"/>
                  </a:lnTo>
                  <a:lnTo>
                    <a:pt x="2621201" y="253293"/>
                  </a:lnTo>
                  <a:lnTo>
                    <a:pt x="2620365" y="253547"/>
                  </a:lnTo>
                  <a:lnTo>
                    <a:pt x="2619487" y="253981"/>
                  </a:lnTo>
                  <a:lnTo>
                    <a:pt x="2619458" y="253995"/>
                  </a:lnTo>
                  <a:lnTo>
                    <a:pt x="2619197" y="254134"/>
                  </a:lnTo>
                  <a:lnTo>
                    <a:pt x="2618806" y="254295"/>
                  </a:lnTo>
                  <a:lnTo>
                    <a:pt x="2618385" y="254489"/>
                  </a:lnTo>
                  <a:lnTo>
                    <a:pt x="2618343" y="254504"/>
                  </a:lnTo>
                  <a:lnTo>
                    <a:pt x="2618127" y="254740"/>
                  </a:lnTo>
                  <a:lnTo>
                    <a:pt x="2617812" y="255138"/>
                  </a:lnTo>
                  <a:lnTo>
                    <a:pt x="2617624" y="255381"/>
                  </a:lnTo>
                  <a:lnTo>
                    <a:pt x="2617558" y="255452"/>
                  </a:lnTo>
                  <a:lnTo>
                    <a:pt x="2617260" y="255664"/>
                  </a:lnTo>
                  <a:lnTo>
                    <a:pt x="2617235" y="255672"/>
                  </a:lnTo>
                  <a:lnTo>
                    <a:pt x="2616903" y="255683"/>
                  </a:lnTo>
                  <a:lnTo>
                    <a:pt x="2616749" y="255638"/>
                  </a:lnTo>
                  <a:lnTo>
                    <a:pt x="2616657" y="255639"/>
                  </a:lnTo>
                  <a:lnTo>
                    <a:pt x="2616463" y="255701"/>
                  </a:lnTo>
                  <a:lnTo>
                    <a:pt x="2616300" y="255735"/>
                  </a:lnTo>
                  <a:lnTo>
                    <a:pt x="2616087" y="255827"/>
                  </a:lnTo>
                  <a:lnTo>
                    <a:pt x="2615735" y="256045"/>
                  </a:lnTo>
                  <a:lnTo>
                    <a:pt x="2615450" y="256228"/>
                  </a:lnTo>
                  <a:lnTo>
                    <a:pt x="2615221" y="256258"/>
                  </a:lnTo>
                  <a:lnTo>
                    <a:pt x="2615043" y="256244"/>
                  </a:lnTo>
                  <a:lnTo>
                    <a:pt x="2614709" y="256303"/>
                  </a:lnTo>
                  <a:lnTo>
                    <a:pt x="2614593" y="256383"/>
                  </a:lnTo>
                  <a:lnTo>
                    <a:pt x="2614475" y="256486"/>
                  </a:lnTo>
                  <a:lnTo>
                    <a:pt x="2614432" y="256514"/>
                  </a:lnTo>
                  <a:lnTo>
                    <a:pt x="2614277" y="256602"/>
                  </a:lnTo>
                  <a:lnTo>
                    <a:pt x="2614051" y="256666"/>
                  </a:lnTo>
                  <a:lnTo>
                    <a:pt x="2614038" y="256666"/>
                  </a:lnTo>
                  <a:lnTo>
                    <a:pt x="2614030" y="256669"/>
                  </a:lnTo>
                  <a:lnTo>
                    <a:pt x="2614020" y="256668"/>
                  </a:lnTo>
                  <a:lnTo>
                    <a:pt x="2613911" y="256665"/>
                  </a:lnTo>
                  <a:lnTo>
                    <a:pt x="2613859" y="256668"/>
                  </a:lnTo>
                  <a:lnTo>
                    <a:pt x="2613851" y="256669"/>
                  </a:lnTo>
                  <a:lnTo>
                    <a:pt x="2613781" y="256668"/>
                  </a:lnTo>
                  <a:lnTo>
                    <a:pt x="2613492" y="256683"/>
                  </a:lnTo>
                  <a:lnTo>
                    <a:pt x="2613296" y="256742"/>
                  </a:lnTo>
                  <a:lnTo>
                    <a:pt x="2613215" y="256770"/>
                  </a:lnTo>
                  <a:lnTo>
                    <a:pt x="2612848" y="257063"/>
                  </a:lnTo>
                  <a:lnTo>
                    <a:pt x="2612528" y="257450"/>
                  </a:lnTo>
                  <a:lnTo>
                    <a:pt x="2612501" y="257516"/>
                  </a:lnTo>
                  <a:lnTo>
                    <a:pt x="2612460" y="257601"/>
                  </a:lnTo>
                  <a:lnTo>
                    <a:pt x="2612442" y="257651"/>
                  </a:lnTo>
                  <a:lnTo>
                    <a:pt x="2612413" y="257723"/>
                  </a:lnTo>
                  <a:lnTo>
                    <a:pt x="2612387" y="257797"/>
                  </a:lnTo>
                  <a:lnTo>
                    <a:pt x="2612379" y="257817"/>
                  </a:lnTo>
                  <a:lnTo>
                    <a:pt x="2612363" y="257860"/>
                  </a:lnTo>
                  <a:lnTo>
                    <a:pt x="2612347" y="257900"/>
                  </a:lnTo>
                  <a:lnTo>
                    <a:pt x="2612336" y="257935"/>
                  </a:lnTo>
                  <a:lnTo>
                    <a:pt x="2612327" y="257965"/>
                  </a:lnTo>
                  <a:lnTo>
                    <a:pt x="2612314" y="258019"/>
                  </a:lnTo>
                  <a:lnTo>
                    <a:pt x="2612308" y="258051"/>
                  </a:lnTo>
                  <a:lnTo>
                    <a:pt x="2612301" y="258073"/>
                  </a:lnTo>
                  <a:lnTo>
                    <a:pt x="2612290" y="258123"/>
                  </a:lnTo>
                  <a:lnTo>
                    <a:pt x="2612278" y="258159"/>
                  </a:lnTo>
                  <a:lnTo>
                    <a:pt x="2612273" y="258240"/>
                  </a:lnTo>
                  <a:lnTo>
                    <a:pt x="2612276" y="258267"/>
                  </a:lnTo>
                  <a:lnTo>
                    <a:pt x="2612276" y="258319"/>
                  </a:lnTo>
                  <a:lnTo>
                    <a:pt x="2612278" y="258345"/>
                  </a:lnTo>
                  <a:lnTo>
                    <a:pt x="2612281" y="258371"/>
                  </a:lnTo>
                  <a:lnTo>
                    <a:pt x="2612285" y="258398"/>
                  </a:lnTo>
                  <a:lnTo>
                    <a:pt x="2612289" y="258422"/>
                  </a:lnTo>
                  <a:lnTo>
                    <a:pt x="2612299" y="258441"/>
                  </a:lnTo>
                  <a:lnTo>
                    <a:pt x="2612310" y="258467"/>
                  </a:lnTo>
                  <a:lnTo>
                    <a:pt x="2612306" y="258571"/>
                  </a:lnTo>
                  <a:lnTo>
                    <a:pt x="2612322" y="258991"/>
                  </a:lnTo>
                  <a:lnTo>
                    <a:pt x="2612302" y="259042"/>
                  </a:lnTo>
                  <a:lnTo>
                    <a:pt x="2612152" y="259466"/>
                  </a:lnTo>
                  <a:lnTo>
                    <a:pt x="2612168" y="259743"/>
                  </a:lnTo>
                  <a:lnTo>
                    <a:pt x="2612172" y="259909"/>
                  </a:lnTo>
                  <a:lnTo>
                    <a:pt x="2612229" y="260080"/>
                  </a:lnTo>
                  <a:lnTo>
                    <a:pt x="2612359" y="260352"/>
                  </a:lnTo>
                  <a:lnTo>
                    <a:pt x="2612375" y="260444"/>
                  </a:lnTo>
                  <a:lnTo>
                    <a:pt x="2612363" y="260583"/>
                  </a:lnTo>
                  <a:lnTo>
                    <a:pt x="2612306" y="260698"/>
                  </a:lnTo>
                  <a:lnTo>
                    <a:pt x="2612182" y="260960"/>
                  </a:lnTo>
                  <a:lnTo>
                    <a:pt x="2612164" y="261041"/>
                  </a:lnTo>
                  <a:lnTo>
                    <a:pt x="2612162" y="261229"/>
                  </a:lnTo>
                  <a:lnTo>
                    <a:pt x="2612194" y="261450"/>
                  </a:lnTo>
                  <a:lnTo>
                    <a:pt x="2612233" y="261569"/>
                  </a:lnTo>
                  <a:lnTo>
                    <a:pt x="2612294" y="261754"/>
                  </a:lnTo>
                  <a:lnTo>
                    <a:pt x="2612335" y="261915"/>
                  </a:lnTo>
                  <a:lnTo>
                    <a:pt x="2612357" y="262065"/>
                  </a:lnTo>
                  <a:lnTo>
                    <a:pt x="2612355" y="262206"/>
                  </a:lnTo>
                  <a:lnTo>
                    <a:pt x="2612349" y="262229"/>
                  </a:lnTo>
                  <a:lnTo>
                    <a:pt x="2612244" y="262474"/>
                  </a:lnTo>
                  <a:lnTo>
                    <a:pt x="2612012" y="262750"/>
                  </a:lnTo>
                  <a:lnTo>
                    <a:pt x="2611869" y="262908"/>
                  </a:lnTo>
                  <a:lnTo>
                    <a:pt x="2611815" y="262961"/>
                  </a:lnTo>
                  <a:lnTo>
                    <a:pt x="2611547" y="263201"/>
                  </a:lnTo>
                  <a:lnTo>
                    <a:pt x="2611378" y="263308"/>
                  </a:lnTo>
                  <a:lnTo>
                    <a:pt x="2611185" y="263474"/>
                  </a:lnTo>
                  <a:lnTo>
                    <a:pt x="2611010" y="263635"/>
                  </a:lnTo>
                  <a:lnTo>
                    <a:pt x="2610951" y="263694"/>
                  </a:lnTo>
                  <a:lnTo>
                    <a:pt x="2610810" y="263951"/>
                  </a:lnTo>
                  <a:lnTo>
                    <a:pt x="2610639" y="264616"/>
                  </a:lnTo>
                  <a:lnTo>
                    <a:pt x="2610343" y="265017"/>
                  </a:lnTo>
                  <a:lnTo>
                    <a:pt x="2610030" y="265285"/>
                  </a:lnTo>
                  <a:lnTo>
                    <a:pt x="2609949" y="265366"/>
                  </a:lnTo>
                  <a:lnTo>
                    <a:pt x="2609934" y="265374"/>
                  </a:lnTo>
                  <a:lnTo>
                    <a:pt x="2609902" y="265390"/>
                  </a:lnTo>
                  <a:lnTo>
                    <a:pt x="2609291" y="265899"/>
                  </a:lnTo>
                  <a:lnTo>
                    <a:pt x="2608965" y="266191"/>
                  </a:lnTo>
                  <a:lnTo>
                    <a:pt x="2608645" y="266488"/>
                  </a:lnTo>
                  <a:lnTo>
                    <a:pt x="2608501" y="266591"/>
                  </a:lnTo>
                  <a:lnTo>
                    <a:pt x="2608401" y="266663"/>
                  </a:lnTo>
                  <a:lnTo>
                    <a:pt x="2608303" y="266743"/>
                  </a:lnTo>
                  <a:lnTo>
                    <a:pt x="2608296" y="266754"/>
                  </a:lnTo>
                  <a:lnTo>
                    <a:pt x="2608259" y="266810"/>
                  </a:lnTo>
                  <a:lnTo>
                    <a:pt x="2608229" y="266875"/>
                  </a:lnTo>
                  <a:lnTo>
                    <a:pt x="2608212" y="266915"/>
                  </a:lnTo>
                  <a:lnTo>
                    <a:pt x="2608198" y="266949"/>
                  </a:lnTo>
                  <a:lnTo>
                    <a:pt x="2608184" y="266989"/>
                  </a:lnTo>
                  <a:lnTo>
                    <a:pt x="2608178" y="267030"/>
                  </a:lnTo>
                  <a:lnTo>
                    <a:pt x="2608173" y="267058"/>
                  </a:lnTo>
                  <a:lnTo>
                    <a:pt x="2608169" y="267079"/>
                  </a:lnTo>
                  <a:lnTo>
                    <a:pt x="2608169" y="267098"/>
                  </a:lnTo>
                  <a:lnTo>
                    <a:pt x="2608165" y="267116"/>
                  </a:lnTo>
                  <a:lnTo>
                    <a:pt x="2608161" y="267135"/>
                  </a:lnTo>
                  <a:lnTo>
                    <a:pt x="2608157" y="267159"/>
                  </a:lnTo>
                  <a:lnTo>
                    <a:pt x="2608157" y="267178"/>
                  </a:lnTo>
                  <a:lnTo>
                    <a:pt x="2608154" y="267198"/>
                  </a:lnTo>
                  <a:lnTo>
                    <a:pt x="2608150" y="267216"/>
                  </a:lnTo>
                  <a:lnTo>
                    <a:pt x="2608147" y="267255"/>
                  </a:lnTo>
                  <a:lnTo>
                    <a:pt x="2608147" y="267295"/>
                  </a:lnTo>
                  <a:lnTo>
                    <a:pt x="2608140" y="267334"/>
                  </a:lnTo>
                  <a:lnTo>
                    <a:pt x="2608136" y="267372"/>
                  </a:lnTo>
                  <a:lnTo>
                    <a:pt x="2608130" y="267410"/>
                  </a:lnTo>
                  <a:lnTo>
                    <a:pt x="2608124" y="267452"/>
                  </a:lnTo>
                  <a:lnTo>
                    <a:pt x="2608112" y="267493"/>
                  </a:lnTo>
                  <a:lnTo>
                    <a:pt x="2608087" y="267535"/>
                  </a:lnTo>
                  <a:lnTo>
                    <a:pt x="2608058" y="267572"/>
                  </a:lnTo>
                  <a:lnTo>
                    <a:pt x="2608017" y="267608"/>
                  </a:lnTo>
                  <a:lnTo>
                    <a:pt x="2607973" y="267636"/>
                  </a:lnTo>
                  <a:lnTo>
                    <a:pt x="2607928" y="267659"/>
                  </a:lnTo>
                  <a:lnTo>
                    <a:pt x="2607885" y="267676"/>
                  </a:lnTo>
                  <a:lnTo>
                    <a:pt x="2607815" y="267695"/>
                  </a:lnTo>
                  <a:lnTo>
                    <a:pt x="2607771" y="267701"/>
                  </a:lnTo>
                  <a:lnTo>
                    <a:pt x="2607724" y="267708"/>
                  </a:lnTo>
                  <a:lnTo>
                    <a:pt x="2607689" y="267710"/>
                  </a:lnTo>
                  <a:lnTo>
                    <a:pt x="2607652" y="267716"/>
                  </a:lnTo>
                  <a:lnTo>
                    <a:pt x="2607613" y="267722"/>
                  </a:lnTo>
                  <a:lnTo>
                    <a:pt x="2607572" y="267728"/>
                  </a:lnTo>
                  <a:lnTo>
                    <a:pt x="2607535" y="267735"/>
                  </a:lnTo>
                  <a:lnTo>
                    <a:pt x="2607494" y="267746"/>
                  </a:lnTo>
                  <a:lnTo>
                    <a:pt x="2607464" y="267754"/>
                  </a:lnTo>
                  <a:lnTo>
                    <a:pt x="2607415" y="267769"/>
                  </a:lnTo>
                  <a:lnTo>
                    <a:pt x="2607372" y="267784"/>
                  </a:lnTo>
                  <a:lnTo>
                    <a:pt x="2607336" y="267801"/>
                  </a:lnTo>
                  <a:lnTo>
                    <a:pt x="2607295" y="267821"/>
                  </a:lnTo>
                  <a:lnTo>
                    <a:pt x="2607262" y="267843"/>
                  </a:lnTo>
                  <a:lnTo>
                    <a:pt x="2607234" y="267859"/>
                  </a:lnTo>
                  <a:lnTo>
                    <a:pt x="2607194" y="267889"/>
                  </a:lnTo>
                  <a:lnTo>
                    <a:pt x="2607169" y="267910"/>
                  </a:lnTo>
                  <a:lnTo>
                    <a:pt x="2607148" y="267931"/>
                  </a:lnTo>
                  <a:lnTo>
                    <a:pt x="2607127" y="267953"/>
                  </a:lnTo>
                  <a:lnTo>
                    <a:pt x="2607107" y="267972"/>
                  </a:lnTo>
                  <a:lnTo>
                    <a:pt x="2607091" y="267991"/>
                  </a:lnTo>
                  <a:lnTo>
                    <a:pt x="2607080" y="268008"/>
                  </a:lnTo>
                  <a:lnTo>
                    <a:pt x="2607066" y="268042"/>
                  </a:lnTo>
                  <a:lnTo>
                    <a:pt x="2607058" y="268097"/>
                  </a:lnTo>
                  <a:lnTo>
                    <a:pt x="2607057" y="268121"/>
                  </a:lnTo>
                  <a:lnTo>
                    <a:pt x="2607057" y="268143"/>
                  </a:lnTo>
                  <a:lnTo>
                    <a:pt x="2607060" y="268163"/>
                  </a:lnTo>
                  <a:lnTo>
                    <a:pt x="2607061" y="268174"/>
                  </a:lnTo>
                  <a:lnTo>
                    <a:pt x="2607066" y="268190"/>
                  </a:lnTo>
                  <a:lnTo>
                    <a:pt x="2607067" y="268221"/>
                  </a:lnTo>
                  <a:lnTo>
                    <a:pt x="2607068" y="268260"/>
                  </a:lnTo>
                  <a:lnTo>
                    <a:pt x="2607069" y="268278"/>
                  </a:lnTo>
                  <a:lnTo>
                    <a:pt x="2607068" y="268313"/>
                  </a:lnTo>
                  <a:lnTo>
                    <a:pt x="2607064" y="268331"/>
                  </a:lnTo>
                  <a:lnTo>
                    <a:pt x="2607061" y="268351"/>
                  </a:lnTo>
                  <a:lnTo>
                    <a:pt x="2607057" y="268370"/>
                  </a:lnTo>
                  <a:lnTo>
                    <a:pt x="2607053" y="268392"/>
                  </a:lnTo>
                  <a:lnTo>
                    <a:pt x="2607053" y="268418"/>
                  </a:lnTo>
                  <a:lnTo>
                    <a:pt x="2607056" y="268433"/>
                  </a:lnTo>
                  <a:lnTo>
                    <a:pt x="2607058" y="268446"/>
                  </a:lnTo>
                  <a:lnTo>
                    <a:pt x="2607062" y="268460"/>
                  </a:lnTo>
                  <a:lnTo>
                    <a:pt x="2607067" y="268475"/>
                  </a:lnTo>
                  <a:lnTo>
                    <a:pt x="2607073" y="268492"/>
                  </a:lnTo>
                  <a:lnTo>
                    <a:pt x="2607080" y="268509"/>
                  </a:lnTo>
                  <a:lnTo>
                    <a:pt x="2607088" y="268530"/>
                  </a:lnTo>
                  <a:lnTo>
                    <a:pt x="2607096" y="268547"/>
                  </a:lnTo>
                  <a:lnTo>
                    <a:pt x="2607103" y="268569"/>
                  </a:lnTo>
                  <a:lnTo>
                    <a:pt x="2607114" y="268599"/>
                  </a:lnTo>
                  <a:lnTo>
                    <a:pt x="2607121" y="268614"/>
                  </a:lnTo>
                  <a:lnTo>
                    <a:pt x="2607134" y="268652"/>
                  </a:lnTo>
                  <a:lnTo>
                    <a:pt x="2607146" y="268680"/>
                  </a:lnTo>
                  <a:lnTo>
                    <a:pt x="2607150" y="268700"/>
                  </a:lnTo>
                  <a:lnTo>
                    <a:pt x="2607159" y="268732"/>
                  </a:lnTo>
                  <a:lnTo>
                    <a:pt x="2607241" y="269115"/>
                  </a:lnTo>
                  <a:lnTo>
                    <a:pt x="2607226" y="269426"/>
                  </a:lnTo>
                  <a:lnTo>
                    <a:pt x="2607146" y="269608"/>
                  </a:lnTo>
                  <a:lnTo>
                    <a:pt x="2607138" y="269667"/>
                  </a:lnTo>
                  <a:lnTo>
                    <a:pt x="2607107" y="269817"/>
                  </a:lnTo>
                  <a:lnTo>
                    <a:pt x="2607070" y="269989"/>
                  </a:lnTo>
                  <a:lnTo>
                    <a:pt x="2607056" y="270054"/>
                  </a:lnTo>
                  <a:lnTo>
                    <a:pt x="2607047" y="270077"/>
                  </a:lnTo>
                  <a:lnTo>
                    <a:pt x="2607036" y="270105"/>
                  </a:lnTo>
                  <a:lnTo>
                    <a:pt x="2607026" y="270133"/>
                  </a:lnTo>
                  <a:lnTo>
                    <a:pt x="2607020" y="270158"/>
                  </a:lnTo>
                  <a:lnTo>
                    <a:pt x="2607014" y="270191"/>
                  </a:lnTo>
                  <a:lnTo>
                    <a:pt x="2607013" y="270217"/>
                  </a:lnTo>
                  <a:lnTo>
                    <a:pt x="2607016" y="270268"/>
                  </a:lnTo>
                  <a:lnTo>
                    <a:pt x="2607016" y="270298"/>
                  </a:lnTo>
                  <a:lnTo>
                    <a:pt x="2607024" y="270326"/>
                  </a:lnTo>
                  <a:lnTo>
                    <a:pt x="2607029" y="270339"/>
                  </a:lnTo>
                  <a:lnTo>
                    <a:pt x="2607101" y="270465"/>
                  </a:lnTo>
                  <a:lnTo>
                    <a:pt x="2607167" y="270555"/>
                  </a:lnTo>
                  <a:lnTo>
                    <a:pt x="2607281" y="270649"/>
                  </a:lnTo>
                  <a:lnTo>
                    <a:pt x="2607402" y="270687"/>
                  </a:lnTo>
                  <a:lnTo>
                    <a:pt x="2607509" y="270723"/>
                  </a:lnTo>
                  <a:lnTo>
                    <a:pt x="2607804" y="270932"/>
                  </a:lnTo>
                  <a:lnTo>
                    <a:pt x="2607857" y="270959"/>
                  </a:lnTo>
                  <a:lnTo>
                    <a:pt x="2607891" y="271011"/>
                  </a:lnTo>
                  <a:lnTo>
                    <a:pt x="2607901" y="271023"/>
                  </a:lnTo>
                  <a:lnTo>
                    <a:pt x="2608047" y="271228"/>
                  </a:lnTo>
                  <a:lnTo>
                    <a:pt x="2608120" y="271337"/>
                  </a:lnTo>
                  <a:lnTo>
                    <a:pt x="2608152" y="271357"/>
                  </a:lnTo>
                  <a:lnTo>
                    <a:pt x="2608180" y="271383"/>
                  </a:lnTo>
                  <a:lnTo>
                    <a:pt x="2608221" y="271425"/>
                  </a:lnTo>
                  <a:lnTo>
                    <a:pt x="2608247" y="271451"/>
                  </a:lnTo>
                  <a:lnTo>
                    <a:pt x="2608287" y="271488"/>
                  </a:lnTo>
                  <a:lnTo>
                    <a:pt x="2608325" y="271530"/>
                  </a:lnTo>
                  <a:lnTo>
                    <a:pt x="2608359" y="271565"/>
                  </a:lnTo>
                  <a:lnTo>
                    <a:pt x="2608410" y="271609"/>
                  </a:lnTo>
                  <a:lnTo>
                    <a:pt x="2608455" y="271647"/>
                  </a:lnTo>
                  <a:lnTo>
                    <a:pt x="2608502" y="271683"/>
                  </a:lnTo>
                  <a:lnTo>
                    <a:pt x="2608547" y="271721"/>
                  </a:lnTo>
                  <a:lnTo>
                    <a:pt x="2608604" y="271765"/>
                  </a:lnTo>
                  <a:lnTo>
                    <a:pt x="2608689" y="271820"/>
                  </a:lnTo>
                  <a:lnTo>
                    <a:pt x="2608755" y="271862"/>
                  </a:lnTo>
                  <a:lnTo>
                    <a:pt x="2608813" y="271895"/>
                  </a:lnTo>
                  <a:lnTo>
                    <a:pt x="2608859" y="271920"/>
                  </a:lnTo>
                  <a:lnTo>
                    <a:pt x="2608930" y="271967"/>
                  </a:lnTo>
                  <a:lnTo>
                    <a:pt x="2608977" y="272001"/>
                  </a:lnTo>
                  <a:lnTo>
                    <a:pt x="2609019" y="272034"/>
                  </a:lnTo>
                  <a:lnTo>
                    <a:pt x="2609057" y="272075"/>
                  </a:lnTo>
                  <a:lnTo>
                    <a:pt x="2609100" y="272127"/>
                  </a:lnTo>
                  <a:lnTo>
                    <a:pt x="2609123" y="272160"/>
                  </a:lnTo>
                  <a:lnTo>
                    <a:pt x="2609133" y="272184"/>
                  </a:lnTo>
                  <a:lnTo>
                    <a:pt x="2609160" y="272238"/>
                  </a:lnTo>
                  <a:lnTo>
                    <a:pt x="2609171" y="272273"/>
                  </a:lnTo>
                  <a:lnTo>
                    <a:pt x="2609178" y="272301"/>
                  </a:lnTo>
                  <a:lnTo>
                    <a:pt x="2609188" y="272355"/>
                  </a:lnTo>
                  <a:lnTo>
                    <a:pt x="2609194" y="272392"/>
                  </a:lnTo>
                  <a:lnTo>
                    <a:pt x="2609202" y="272433"/>
                  </a:lnTo>
                  <a:lnTo>
                    <a:pt x="2609210" y="272467"/>
                  </a:lnTo>
                  <a:lnTo>
                    <a:pt x="2609216" y="272481"/>
                  </a:lnTo>
                  <a:lnTo>
                    <a:pt x="2609233" y="272536"/>
                  </a:lnTo>
                  <a:lnTo>
                    <a:pt x="2609254" y="272589"/>
                  </a:lnTo>
                  <a:lnTo>
                    <a:pt x="2609275" y="272628"/>
                  </a:lnTo>
                  <a:lnTo>
                    <a:pt x="2609299" y="272679"/>
                  </a:lnTo>
                  <a:lnTo>
                    <a:pt x="2609323" y="272719"/>
                  </a:lnTo>
                  <a:lnTo>
                    <a:pt x="2609349" y="272757"/>
                  </a:lnTo>
                  <a:lnTo>
                    <a:pt x="2609385" y="272793"/>
                  </a:lnTo>
                  <a:lnTo>
                    <a:pt x="2609398" y="272807"/>
                  </a:lnTo>
                  <a:lnTo>
                    <a:pt x="2609424" y="272839"/>
                  </a:lnTo>
                  <a:lnTo>
                    <a:pt x="2609442" y="272862"/>
                  </a:lnTo>
                  <a:lnTo>
                    <a:pt x="2609459" y="272899"/>
                  </a:lnTo>
                  <a:lnTo>
                    <a:pt x="2609471" y="272932"/>
                  </a:lnTo>
                  <a:lnTo>
                    <a:pt x="2609480" y="272967"/>
                  </a:lnTo>
                  <a:lnTo>
                    <a:pt x="2609488" y="273011"/>
                  </a:lnTo>
                  <a:lnTo>
                    <a:pt x="2609489" y="273033"/>
                  </a:lnTo>
                  <a:lnTo>
                    <a:pt x="2609497" y="273083"/>
                  </a:lnTo>
                  <a:lnTo>
                    <a:pt x="2609503" y="273118"/>
                  </a:lnTo>
                  <a:lnTo>
                    <a:pt x="2609510" y="273162"/>
                  </a:lnTo>
                  <a:lnTo>
                    <a:pt x="2609517" y="273190"/>
                  </a:lnTo>
                  <a:lnTo>
                    <a:pt x="2609531" y="273221"/>
                  </a:lnTo>
                  <a:lnTo>
                    <a:pt x="2609543" y="273254"/>
                  </a:lnTo>
                  <a:lnTo>
                    <a:pt x="2609558" y="273294"/>
                  </a:lnTo>
                  <a:lnTo>
                    <a:pt x="2609570" y="273335"/>
                  </a:lnTo>
                  <a:lnTo>
                    <a:pt x="2609576" y="273370"/>
                  </a:lnTo>
                  <a:lnTo>
                    <a:pt x="2609581" y="273401"/>
                  </a:lnTo>
                  <a:lnTo>
                    <a:pt x="2609575" y="273454"/>
                  </a:lnTo>
                  <a:lnTo>
                    <a:pt x="2609570" y="273481"/>
                  </a:lnTo>
                  <a:lnTo>
                    <a:pt x="2609564" y="273515"/>
                  </a:lnTo>
                  <a:lnTo>
                    <a:pt x="2609560" y="273532"/>
                  </a:lnTo>
                  <a:lnTo>
                    <a:pt x="2609552" y="273568"/>
                  </a:lnTo>
                  <a:lnTo>
                    <a:pt x="2609545" y="273587"/>
                  </a:lnTo>
                  <a:lnTo>
                    <a:pt x="2609531" y="273626"/>
                  </a:lnTo>
                  <a:lnTo>
                    <a:pt x="2609521" y="273649"/>
                  </a:lnTo>
                  <a:lnTo>
                    <a:pt x="2609508" y="273690"/>
                  </a:lnTo>
                  <a:lnTo>
                    <a:pt x="2609502" y="273710"/>
                  </a:lnTo>
                  <a:lnTo>
                    <a:pt x="2609490" y="273745"/>
                  </a:lnTo>
                  <a:lnTo>
                    <a:pt x="2609468" y="273796"/>
                  </a:lnTo>
                  <a:lnTo>
                    <a:pt x="2609442" y="273854"/>
                  </a:lnTo>
                  <a:lnTo>
                    <a:pt x="2609430" y="273882"/>
                  </a:lnTo>
                  <a:lnTo>
                    <a:pt x="2609406" y="273929"/>
                  </a:lnTo>
                  <a:lnTo>
                    <a:pt x="2609388" y="273962"/>
                  </a:lnTo>
                  <a:lnTo>
                    <a:pt x="2609381" y="273983"/>
                  </a:lnTo>
                  <a:lnTo>
                    <a:pt x="2609379" y="274002"/>
                  </a:lnTo>
                  <a:lnTo>
                    <a:pt x="2609379" y="274034"/>
                  </a:lnTo>
                  <a:lnTo>
                    <a:pt x="2609386" y="274055"/>
                  </a:lnTo>
                  <a:lnTo>
                    <a:pt x="2609396" y="274095"/>
                  </a:lnTo>
                  <a:lnTo>
                    <a:pt x="2609403" y="274118"/>
                  </a:lnTo>
                  <a:lnTo>
                    <a:pt x="2609415" y="274162"/>
                  </a:lnTo>
                  <a:lnTo>
                    <a:pt x="2609420" y="274180"/>
                  </a:lnTo>
                  <a:lnTo>
                    <a:pt x="2609423" y="274210"/>
                  </a:lnTo>
                  <a:lnTo>
                    <a:pt x="2609432" y="274235"/>
                  </a:lnTo>
                  <a:lnTo>
                    <a:pt x="2609442" y="274260"/>
                  </a:lnTo>
                  <a:lnTo>
                    <a:pt x="2609468" y="274281"/>
                  </a:lnTo>
                  <a:lnTo>
                    <a:pt x="2609490" y="274296"/>
                  </a:lnTo>
                  <a:lnTo>
                    <a:pt x="2609527" y="274317"/>
                  </a:lnTo>
                  <a:lnTo>
                    <a:pt x="2609555" y="274332"/>
                  </a:lnTo>
                  <a:lnTo>
                    <a:pt x="2609601" y="274349"/>
                  </a:lnTo>
                  <a:lnTo>
                    <a:pt x="2609647" y="274357"/>
                  </a:lnTo>
                  <a:lnTo>
                    <a:pt x="2609716" y="274369"/>
                  </a:lnTo>
                  <a:lnTo>
                    <a:pt x="2609762" y="274373"/>
                  </a:lnTo>
                  <a:lnTo>
                    <a:pt x="2609820" y="274375"/>
                  </a:lnTo>
                  <a:lnTo>
                    <a:pt x="2609931" y="274380"/>
                  </a:lnTo>
                  <a:lnTo>
                    <a:pt x="2610021" y="274385"/>
                  </a:lnTo>
                  <a:lnTo>
                    <a:pt x="2610099" y="274384"/>
                  </a:lnTo>
                  <a:lnTo>
                    <a:pt x="2610179" y="274385"/>
                  </a:lnTo>
                  <a:lnTo>
                    <a:pt x="2610256" y="274385"/>
                  </a:lnTo>
                  <a:lnTo>
                    <a:pt x="2610301" y="274390"/>
                  </a:lnTo>
                  <a:lnTo>
                    <a:pt x="2610380" y="274393"/>
                  </a:lnTo>
                  <a:lnTo>
                    <a:pt x="2610457" y="274392"/>
                  </a:lnTo>
                  <a:lnTo>
                    <a:pt x="2610537" y="274386"/>
                  </a:lnTo>
                  <a:lnTo>
                    <a:pt x="2610611" y="274383"/>
                  </a:lnTo>
                  <a:lnTo>
                    <a:pt x="2610687" y="274380"/>
                  </a:lnTo>
                  <a:lnTo>
                    <a:pt x="2610772" y="274381"/>
                  </a:lnTo>
                  <a:lnTo>
                    <a:pt x="2610844" y="274383"/>
                  </a:lnTo>
                  <a:lnTo>
                    <a:pt x="2610922" y="274385"/>
                  </a:lnTo>
                  <a:lnTo>
                    <a:pt x="2610988" y="274386"/>
                  </a:lnTo>
                  <a:lnTo>
                    <a:pt x="2611071" y="274394"/>
                  </a:lnTo>
                  <a:lnTo>
                    <a:pt x="2611133" y="274405"/>
                  </a:lnTo>
                  <a:lnTo>
                    <a:pt x="2611172" y="274412"/>
                  </a:lnTo>
                  <a:lnTo>
                    <a:pt x="2611208" y="274423"/>
                  </a:lnTo>
                  <a:lnTo>
                    <a:pt x="2611273" y="274439"/>
                  </a:lnTo>
                  <a:lnTo>
                    <a:pt x="2611346" y="274456"/>
                  </a:lnTo>
                  <a:lnTo>
                    <a:pt x="2611398" y="274468"/>
                  </a:lnTo>
                  <a:lnTo>
                    <a:pt x="2611430" y="274478"/>
                  </a:lnTo>
                  <a:lnTo>
                    <a:pt x="2611489" y="274500"/>
                  </a:lnTo>
                  <a:lnTo>
                    <a:pt x="2611533" y="274520"/>
                  </a:lnTo>
                  <a:lnTo>
                    <a:pt x="2611609" y="274555"/>
                  </a:lnTo>
                  <a:lnTo>
                    <a:pt x="2611648" y="274577"/>
                  </a:lnTo>
                  <a:lnTo>
                    <a:pt x="2611688" y="274604"/>
                  </a:lnTo>
                  <a:lnTo>
                    <a:pt x="2611717" y="274627"/>
                  </a:lnTo>
                  <a:lnTo>
                    <a:pt x="2611755" y="274663"/>
                  </a:lnTo>
                  <a:lnTo>
                    <a:pt x="2611822" y="274725"/>
                  </a:lnTo>
                  <a:lnTo>
                    <a:pt x="2611858" y="274762"/>
                  </a:lnTo>
                  <a:lnTo>
                    <a:pt x="2611884" y="274797"/>
                  </a:lnTo>
                  <a:lnTo>
                    <a:pt x="2611897" y="274825"/>
                  </a:lnTo>
                  <a:lnTo>
                    <a:pt x="2611923" y="274873"/>
                  </a:lnTo>
                  <a:lnTo>
                    <a:pt x="2611953" y="274930"/>
                  </a:lnTo>
                  <a:lnTo>
                    <a:pt x="2611985" y="274987"/>
                  </a:lnTo>
                  <a:lnTo>
                    <a:pt x="2612004" y="275022"/>
                  </a:lnTo>
                  <a:lnTo>
                    <a:pt x="2612030" y="275045"/>
                  </a:lnTo>
                  <a:lnTo>
                    <a:pt x="2612099" y="275098"/>
                  </a:lnTo>
                  <a:lnTo>
                    <a:pt x="2612159" y="275139"/>
                  </a:lnTo>
                  <a:lnTo>
                    <a:pt x="2612197" y="275168"/>
                  </a:lnTo>
                  <a:lnTo>
                    <a:pt x="2612236" y="275201"/>
                  </a:lnTo>
                  <a:lnTo>
                    <a:pt x="2612343" y="275341"/>
                  </a:lnTo>
                  <a:lnTo>
                    <a:pt x="2612327" y="275546"/>
                  </a:lnTo>
                  <a:lnTo>
                    <a:pt x="2612233" y="275878"/>
                  </a:lnTo>
                  <a:lnTo>
                    <a:pt x="2612142" y="276033"/>
                  </a:lnTo>
                  <a:lnTo>
                    <a:pt x="2612097" y="276255"/>
                  </a:lnTo>
                  <a:lnTo>
                    <a:pt x="2612080" y="276291"/>
                  </a:lnTo>
                  <a:lnTo>
                    <a:pt x="2612035" y="276388"/>
                  </a:lnTo>
                  <a:lnTo>
                    <a:pt x="2612009" y="276434"/>
                  </a:lnTo>
                  <a:lnTo>
                    <a:pt x="2611998" y="276461"/>
                  </a:lnTo>
                  <a:lnTo>
                    <a:pt x="2611989" y="276497"/>
                  </a:lnTo>
                  <a:lnTo>
                    <a:pt x="2611989" y="276533"/>
                  </a:lnTo>
                  <a:lnTo>
                    <a:pt x="2611994" y="276572"/>
                  </a:lnTo>
                  <a:lnTo>
                    <a:pt x="2612012" y="276626"/>
                  </a:lnTo>
                  <a:lnTo>
                    <a:pt x="2612026" y="276665"/>
                  </a:lnTo>
                  <a:lnTo>
                    <a:pt x="2612043" y="276703"/>
                  </a:lnTo>
                  <a:lnTo>
                    <a:pt x="2612072" y="276738"/>
                  </a:lnTo>
                  <a:lnTo>
                    <a:pt x="2612106" y="276774"/>
                  </a:lnTo>
                  <a:lnTo>
                    <a:pt x="2612144" y="276818"/>
                  </a:lnTo>
                  <a:lnTo>
                    <a:pt x="2612164" y="276846"/>
                  </a:lnTo>
                  <a:lnTo>
                    <a:pt x="2612187" y="276880"/>
                  </a:lnTo>
                  <a:lnTo>
                    <a:pt x="2612204" y="276915"/>
                  </a:lnTo>
                  <a:lnTo>
                    <a:pt x="2612213" y="276938"/>
                  </a:lnTo>
                  <a:lnTo>
                    <a:pt x="2612224" y="276965"/>
                  </a:lnTo>
                  <a:lnTo>
                    <a:pt x="2612234" y="276994"/>
                  </a:lnTo>
                  <a:lnTo>
                    <a:pt x="2612241" y="277018"/>
                  </a:lnTo>
                  <a:lnTo>
                    <a:pt x="2612247" y="277043"/>
                  </a:lnTo>
                  <a:lnTo>
                    <a:pt x="2612249" y="277087"/>
                  </a:lnTo>
                  <a:lnTo>
                    <a:pt x="2612252" y="277116"/>
                  </a:lnTo>
                  <a:lnTo>
                    <a:pt x="2612256" y="277166"/>
                  </a:lnTo>
                  <a:lnTo>
                    <a:pt x="2612250" y="277214"/>
                  </a:lnTo>
                  <a:lnTo>
                    <a:pt x="2612249" y="277254"/>
                  </a:lnTo>
                  <a:lnTo>
                    <a:pt x="2612241" y="277285"/>
                  </a:lnTo>
                  <a:lnTo>
                    <a:pt x="2612230" y="277343"/>
                  </a:lnTo>
                  <a:lnTo>
                    <a:pt x="2612223" y="277372"/>
                  </a:lnTo>
                  <a:lnTo>
                    <a:pt x="2612217" y="277397"/>
                  </a:lnTo>
                  <a:lnTo>
                    <a:pt x="2612211" y="277444"/>
                  </a:lnTo>
                  <a:lnTo>
                    <a:pt x="2612207" y="277484"/>
                  </a:lnTo>
                  <a:lnTo>
                    <a:pt x="2612206" y="277537"/>
                  </a:lnTo>
                  <a:lnTo>
                    <a:pt x="2612209" y="277570"/>
                  </a:lnTo>
                  <a:lnTo>
                    <a:pt x="2612217" y="277598"/>
                  </a:lnTo>
                  <a:lnTo>
                    <a:pt x="2612226" y="277621"/>
                  </a:lnTo>
                  <a:lnTo>
                    <a:pt x="2612240" y="277643"/>
                  </a:lnTo>
                  <a:lnTo>
                    <a:pt x="2612261" y="277670"/>
                  </a:lnTo>
                  <a:lnTo>
                    <a:pt x="2612255" y="277695"/>
                  </a:lnTo>
                  <a:lnTo>
                    <a:pt x="2612252" y="277707"/>
                  </a:lnTo>
                  <a:lnTo>
                    <a:pt x="2612239" y="277736"/>
                  </a:lnTo>
                  <a:lnTo>
                    <a:pt x="2612230" y="277762"/>
                  </a:lnTo>
                  <a:lnTo>
                    <a:pt x="2612215" y="277792"/>
                  </a:lnTo>
                  <a:lnTo>
                    <a:pt x="2612207" y="277806"/>
                  </a:lnTo>
                  <a:lnTo>
                    <a:pt x="2612183" y="277865"/>
                  </a:lnTo>
                  <a:lnTo>
                    <a:pt x="2612168" y="277888"/>
                  </a:lnTo>
                  <a:lnTo>
                    <a:pt x="2612146" y="277927"/>
                  </a:lnTo>
                  <a:lnTo>
                    <a:pt x="2612130" y="277955"/>
                  </a:lnTo>
                  <a:lnTo>
                    <a:pt x="2612112" y="277989"/>
                  </a:lnTo>
                  <a:lnTo>
                    <a:pt x="2612106" y="278006"/>
                  </a:lnTo>
                  <a:lnTo>
                    <a:pt x="2612103" y="278032"/>
                  </a:lnTo>
                  <a:lnTo>
                    <a:pt x="2612106" y="278053"/>
                  </a:lnTo>
                  <a:lnTo>
                    <a:pt x="2612121" y="278086"/>
                  </a:lnTo>
                  <a:lnTo>
                    <a:pt x="2612140" y="278120"/>
                  </a:lnTo>
                  <a:lnTo>
                    <a:pt x="2612161" y="278146"/>
                  </a:lnTo>
                  <a:lnTo>
                    <a:pt x="2612196" y="278187"/>
                  </a:lnTo>
                  <a:lnTo>
                    <a:pt x="2612224" y="278223"/>
                  </a:lnTo>
                  <a:lnTo>
                    <a:pt x="2612274" y="278285"/>
                  </a:lnTo>
                  <a:lnTo>
                    <a:pt x="2612303" y="278317"/>
                  </a:lnTo>
                  <a:lnTo>
                    <a:pt x="2612331" y="278350"/>
                  </a:lnTo>
                  <a:lnTo>
                    <a:pt x="2612373" y="278397"/>
                  </a:lnTo>
                  <a:lnTo>
                    <a:pt x="2612396" y="278424"/>
                  </a:lnTo>
                  <a:lnTo>
                    <a:pt x="2612419" y="278448"/>
                  </a:lnTo>
                  <a:lnTo>
                    <a:pt x="2612460" y="278485"/>
                  </a:lnTo>
                  <a:lnTo>
                    <a:pt x="2612499" y="278525"/>
                  </a:lnTo>
                  <a:lnTo>
                    <a:pt x="2612543" y="278566"/>
                  </a:lnTo>
                  <a:lnTo>
                    <a:pt x="2612575" y="278593"/>
                  </a:lnTo>
                  <a:lnTo>
                    <a:pt x="2612630" y="278644"/>
                  </a:lnTo>
                  <a:lnTo>
                    <a:pt x="2612665" y="278674"/>
                  </a:lnTo>
                  <a:lnTo>
                    <a:pt x="2612693" y="278699"/>
                  </a:lnTo>
                  <a:lnTo>
                    <a:pt x="2612730" y="278726"/>
                  </a:lnTo>
                  <a:lnTo>
                    <a:pt x="2612770" y="278748"/>
                  </a:lnTo>
                  <a:lnTo>
                    <a:pt x="2612820" y="278770"/>
                  </a:lnTo>
                  <a:lnTo>
                    <a:pt x="2612858" y="278783"/>
                  </a:lnTo>
                  <a:lnTo>
                    <a:pt x="2612901" y="278796"/>
                  </a:lnTo>
                  <a:lnTo>
                    <a:pt x="2612947" y="278812"/>
                  </a:lnTo>
                  <a:lnTo>
                    <a:pt x="2612995" y="278826"/>
                  </a:lnTo>
                  <a:lnTo>
                    <a:pt x="2613026" y="278837"/>
                  </a:lnTo>
                  <a:lnTo>
                    <a:pt x="2613083" y="278848"/>
                  </a:lnTo>
                  <a:lnTo>
                    <a:pt x="2613120" y="278857"/>
                  </a:lnTo>
                  <a:lnTo>
                    <a:pt x="2613162" y="278867"/>
                  </a:lnTo>
                  <a:lnTo>
                    <a:pt x="2613188" y="278874"/>
                  </a:lnTo>
                  <a:lnTo>
                    <a:pt x="2613271" y="278895"/>
                  </a:lnTo>
                  <a:lnTo>
                    <a:pt x="2613315" y="278908"/>
                  </a:lnTo>
                  <a:lnTo>
                    <a:pt x="2613361" y="278923"/>
                  </a:lnTo>
                  <a:lnTo>
                    <a:pt x="2613407" y="278942"/>
                  </a:lnTo>
                  <a:lnTo>
                    <a:pt x="2613452" y="278965"/>
                  </a:lnTo>
                  <a:lnTo>
                    <a:pt x="2613484" y="278985"/>
                  </a:lnTo>
                  <a:lnTo>
                    <a:pt x="2613519" y="279007"/>
                  </a:lnTo>
                  <a:lnTo>
                    <a:pt x="2613557" y="279031"/>
                  </a:lnTo>
                  <a:lnTo>
                    <a:pt x="2613616" y="279076"/>
                  </a:lnTo>
                  <a:lnTo>
                    <a:pt x="2613656" y="279106"/>
                  </a:lnTo>
                  <a:lnTo>
                    <a:pt x="2613694" y="279140"/>
                  </a:lnTo>
                  <a:lnTo>
                    <a:pt x="2613763" y="279200"/>
                  </a:lnTo>
                  <a:lnTo>
                    <a:pt x="2613805" y="279234"/>
                  </a:lnTo>
                  <a:lnTo>
                    <a:pt x="2613851" y="279275"/>
                  </a:lnTo>
                  <a:lnTo>
                    <a:pt x="2613920" y="279332"/>
                  </a:lnTo>
                  <a:lnTo>
                    <a:pt x="2613992" y="279388"/>
                  </a:lnTo>
                  <a:lnTo>
                    <a:pt x="2614026" y="279420"/>
                  </a:lnTo>
                  <a:lnTo>
                    <a:pt x="2614053" y="279444"/>
                  </a:lnTo>
                  <a:lnTo>
                    <a:pt x="2614086" y="279471"/>
                  </a:lnTo>
                  <a:lnTo>
                    <a:pt x="2614153" y="279526"/>
                  </a:lnTo>
                  <a:lnTo>
                    <a:pt x="2614187" y="279553"/>
                  </a:lnTo>
                  <a:lnTo>
                    <a:pt x="2614227" y="279585"/>
                  </a:lnTo>
                  <a:lnTo>
                    <a:pt x="2614260" y="279607"/>
                  </a:lnTo>
                  <a:lnTo>
                    <a:pt x="2614295" y="279642"/>
                  </a:lnTo>
                  <a:lnTo>
                    <a:pt x="2614323" y="279670"/>
                  </a:lnTo>
                  <a:lnTo>
                    <a:pt x="2614339" y="279690"/>
                  </a:lnTo>
                  <a:lnTo>
                    <a:pt x="2614360" y="279714"/>
                  </a:lnTo>
                  <a:lnTo>
                    <a:pt x="2614381" y="279744"/>
                  </a:lnTo>
                  <a:lnTo>
                    <a:pt x="2614402" y="279767"/>
                  </a:lnTo>
                  <a:lnTo>
                    <a:pt x="2614425" y="279795"/>
                  </a:lnTo>
                  <a:lnTo>
                    <a:pt x="2614442" y="279818"/>
                  </a:lnTo>
                  <a:lnTo>
                    <a:pt x="2614462" y="279839"/>
                  </a:lnTo>
                  <a:lnTo>
                    <a:pt x="2614484" y="279861"/>
                  </a:lnTo>
                  <a:lnTo>
                    <a:pt x="2614511" y="279892"/>
                  </a:lnTo>
                  <a:lnTo>
                    <a:pt x="2614532" y="279915"/>
                  </a:lnTo>
                  <a:lnTo>
                    <a:pt x="2614572" y="279967"/>
                  </a:lnTo>
                  <a:lnTo>
                    <a:pt x="2614601" y="280003"/>
                  </a:lnTo>
                  <a:lnTo>
                    <a:pt x="2614643" y="280051"/>
                  </a:lnTo>
                  <a:lnTo>
                    <a:pt x="2614667" y="280080"/>
                  </a:lnTo>
                  <a:lnTo>
                    <a:pt x="2614694" y="280110"/>
                  </a:lnTo>
                  <a:lnTo>
                    <a:pt x="2614739" y="280164"/>
                  </a:lnTo>
                  <a:lnTo>
                    <a:pt x="2614762" y="280198"/>
                  </a:lnTo>
                  <a:lnTo>
                    <a:pt x="2614783" y="280227"/>
                  </a:lnTo>
                  <a:lnTo>
                    <a:pt x="2614820" y="280276"/>
                  </a:lnTo>
                  <a:lnTo>
                    <a:pt x="2614841" y="280312"/>
                  </a:lnTo>
                  <a:lnTo>
                    <a:pt x="2614873" y="280346"/>
                  </a:lnTo>
                  <a:lnTo>
                    <a:pt x="2614900" y="280371"/>
                  </a:lnTo>
                  <a:lnTo>
                    <a:pt x="2614943" y="280400"/>
                  </a:lnTo>
                  <a:lnTo>
                    <a:pt x="2614984" y="280423"/>
                  </a:lnTo>
                  <a:lnTo>
                    <a:pt x="2615015" y="280438"/>
                  </a:lnTo>
                  <a:lnTo>
                    <a:pt x="2615071" y="280462"/>
                  </a:lnTo>
                  <a:lnTo>
                    <a:pt x="2615144" y="280493"/>
                  </a:lnTo>
                  <a:lnTo>
                    <a:pt x="2615208" y="280526"/>
                  </a:lnTo>
                  <a:lnTo>
                    <a:pt x="2615253" y="280554"/>
                  </a:lnTo>
                  <a:lnTo>
                    <a:pt x="2615303" y="280583"/>
                  </a:lnTo>
                  <a:lnTo>
                    <a:pt x="2615365" y="280618"/>
                  </a:lnTo>
                  <a:lnTo>
                    <a:pt x="2615421" y="280647"/>
                  </a:lnTo>
                  <a:lnTo>
                    <a:pt x="2615459" y="280662"/>
                  </a:lnTo>
                  <a:lnTo>
                    <a:pt x="2615500" y="280677"/>
                  </a:lnTo>
                  <a:lnTo>
                    <a:pt x="2615541" y="280688"/>
                  </a:lnTo>
                  <a:lnTo>
                    <a:pt x="2615578" y="280697"/>
                  </a:lnTo>
                  <a:lnTo>
                    <a:pt x="2615648" y="280713"/>
                  </a:lnTo>
                  <a:lnTo>
                    <a:pt x="2615677" y="280716"/>
                  </a:lnTo>
                  <a:lnTo>
                    <a:pt x="2615702" y="280720"/>
                  </a:lnTo>
                  <a:lnTo>
                    <a:pt x="2615739" y="280727"/>
                  </a:lnTo>
                  <a:lnTo>
                    <a:pt x="2615801" y="280744"/>
                  </a:lnTo>
                  <a:lnTo>
                    <a:pt x="2615859" y="280759"/>
                  </a:lnTo>
                  <a:lnTo>
                    <a:pt x="2615889" y="280770"/>
                  </a:lnTo>
                  <a:lnTo>
                    <a:pt x="2615894" y="280772"/>
                  </a:lnTo>
                  <a:lnTo>
                    <a:pt x="2615930" y="280788"/>
                  </a:lnTo>
                  <a:lnTo>
                    <a:pt x="2615980" y="280817"/>
                  </a:lnTo>
                  <a:lnTo>
                    <a:pt x="2616031" y="280853"/>
                  </a:lnTo>
                  <a:lnTo>
                    <a:pt x="2616089" y="280902"/>
                  </a:lnTo>
                  <a:lnTo>
                    <a:pt x="2616125" y="280934"/>
                  </a:lnTo>
                  <a:lnTo>
                    <a:pt x="2616223" y="281021"/>
                  </a:lnTo>
                  <a:lnTo>
                    <a:pt x="2616261" y="281057"/>
                  </a:lnTo>
                  <a:lnTo>
                    <a:pt x="2616313" y="281115"/>
                  </a:lnTo>
                  <a:lnTo>
                    <a:pt x="2616343" y="281148"/>
                  </a:lnTo>
                  <a:lnTo>
                    <a:pt x="2616366" y="281176"/>
                  </a:lnTo>
                  <a:lnTo>
                    <a:pt x="2616398" y="281214"/>
                  </a:lnTo>
                  <a:lnTo>
                    <a:pt x="2616420" y="281240"/>
                  </a:lnTo>
                  <a:lnTo>
                    <a:pt x="2616439" y="281266"/>
                  </a:lnTo>
                  <a:lnTo>
                    <a:pt x="2616459" y="281297"/>
                  </a:lnTo>
                  <a:lnTo>
                    <a:pt x="2616488" y="281341"/>
                  </a:lnTo>
                  <a:lnTo>
                    <a:pt x="2616508" y="281381"/>
                  </a:lnTo>
                  <a:lnTo>
                    <a:pt x="2616523" y="281420"/>
                  </a:lnTo>
                  <a:lnTo>
                    <a:pt x="2616533" y="281444"/>
                  </a:lnTo>
                  <a:lnTo>
                    <a:pt x="2616541" y="281480"/>
                  </a:lnTo>
                  <a:lnTo>
                    <a:pt x="2616548" y="281511"/>
                  </a:lnTo>
                  <a:lnTo>
                    <a:pt x="2616554" y="281547"/>
                  </a:lnTo>
                  <a:lnTo>
                    <a:pt x="2616562" y="281604"/>
                  </a:lnTo>
                  <a:lnTo>
                    <a:pt x="2616571" y="281650"/>
                  </a:lnTo>
                  <a:lnTo>
                    <a:pt x="2616580" y="281684"/>
                  </a:lnTo>
                  <a:lnTo>
                    <a:pt x="2616596" y="281714"/>
                  </a:lnTo>
                  <a:lnTo>
                    <a:pt x="2616613" y="281750"/>
                  </a:lnTo>
                  <a:lnTo>
                    <a:pt x="2616628" y="281774"/>
                  </a:lnTo>
                  <a:lnTo>
                    <a:pt x="2616637" y="281793"/>
                  </a:lnTo>
                  <a:lnTo>
                    <a:pt x="2616665" y="281834"/>
                  </a:lnTo>
                  <a:lnTo>
                    <a:pt x="2616696" y="281872"/>
                  </a:lnTo>
                  <a:lnTo>
                    <a:pt x="2616722" y="281905"/>
                  </a:lnTo>
                  <a:lnTo>
                    <a:pt x="2616739" y="281925"/>
                  </a:lnTo>
                  <a:lnTo>
                    <a:pt x="2616750" y="281941"/>
                  </a:lnTo>
                  <a:lnTo>
                    <a:pt x="2616778" y="281980"/>
                  </a:lnTo>
                  <a:lnTo>
                    <a:pt x="2616791" y="282004"/>
                  </a:lnTo>
                  <a:lnTo>
                    <a:pt x="2616808" y="282037"/>
                  </a:lnTo>
                  <a:lnTo>
                    <a:pt x="2616823" y="282070"/>
                  </a:lnTo>
                  <a:lnTo>
                    <a:pt x="2616836" y="282102"/>
                  </a:lnTo>
                  <a:lnTo>
                    <a:pt x="2616852" y="282137"/>
                  </a:lnTo>
                  <a:lnTo>
                    <a:pt x="2616868" y="282174"/>
                  </a:lnTo>
                  <a:lnTo>
                    <a:pt x="2616877" y="282204"/>
                  </a:lnTo>
                  <a:lnTo>
                    <a:pt x="2616886" y="282248"/>
                  </a:lnTo>
                  <a:lnTo>
                    <a:pt x="2616894" y="282301"/>
                  </a:lnTo>
                  <a:lnTo>
                    <a:pt x="2616896" y="282342"/>
                  </a:lnTo>
                  <a:lnTo>
                    <a:pt x="2616897" y="282375"/>
                  </a:lnTo>
                  <a:lnTo>
                    <a:pt x="2616897" y="282392"/>
                  </a:lnTo>
                  <a:lnTo>
                    <a:pt x="2616897" y="282425"/>
                  </a:lnTo>
                  <a:lnTo>
                    <a:pt x="2616897" y="282475"/>
                  </a:lnTo>
                  <a:lnTo>
                    <a:pt x="2616896" y="282531"/>
                  </a:lnTo>
                  <a:lnTo>
                    <a:pt x="2616894" y="282579"/>
                  </a:lnTo>
                  <a:lnTo>
                    <a:pt x="2616889" y="282611"/>
                  </a:lnTo>
                  <a:lnTo>
                    <a:pt x="2616884" y="282645"/>
                  </a:lnTo>
                  <a:lnTo>
                    <a:pt x="2616880" y="282678"/>
                  </a:lnTo>
                  <a:lnTo>
                    <a:pt x="2616876" y="282695"/>
                  </a:lnTo>
                  <a:lnTo>
                    <a:pt x="2616866" y="282729"/>
                  </a:lnTo>
                  <a:lnTo>
                    <a:pt x="2616855" y="282760"/>
                  </a:lnTo>
                  <a:lnTo>
                    <a:pt x="2616841" y="282793"/>
                  </a:lnTo>
                  <a:lnTo>
                    <a:pt x="2616837" y="282828"/>
                  </a:lnTo>
                  <a:lnTo>
                    <a:pt x="2616830" y="282861"/>
                  </a:lnTo>
                  <a:lnTo>
                    <a:pt x="2616825" y="282894"/>
                  </a:lnTo>
                  <a:lnTo>
                    <a:pt x="2616819" y="282928"/>
                  </a:lnTo>
                  <a:lnTo>
                    <a:pt x="2616812" y="282962"/>
                  </a:lnTo>
                  <a:lnTo>
                    <a:pt x="2616806" y="282996"/>
                  </a:lnTo>
                  <a:lnTo>
                    <a:pt x="2616796" y="283029"/>
                  </a:lnTo>
                  <a:lnTo>
                    <a:pt x="2616787" y="283060"/>
                  </a:lnTo>
                  <a:lnTo>
                    <a:pt x="2616777" y="283092"/>
                  </a:lnTo>
                  <a:lnTo>
                    <a:pt x="2616767" y="283124"/>
                  </a:lnTo>
                  <a:lnTo>
                    <a:pt x="2616757" y="283158"/>
                  </a:lnTo>
                  <a:lnTo>
                    <a:pt x="2616750" y="283178"/>
                  </a:lnTo>
                  <a:lnTo>
                    <a:pt x="2616742" y="283212"/>
                  </a:lnTo>
                  <a:lnTo>
                    <a:pt x="2616732" y="283241"/>
                  </a:lnTo>
                  <a:lnTo>
                    <a:pt x="2616721" y="283276"/>
                  </a:lnTo>
                  <a:lnTo>
                    <a:pt x="2616707" y="283329"/>
                  </a:lnTo>
                  <a:lnTo>
                    <a:pt x="2616695" y="283374"/>
                  </a:lnTo>
                  <a:lnTo>
                    <a:pt x="2616675" y="283435"/>
                  </a:lnTo>
                  <a:lnTo>
                    <a:pt x="2616645" y="283484"/>
                  </a:lnTo>
                  <a:lnTo>
                    <a:pt x="2616610" y="283545"/>
                  </a:lnTo>
                  <a:lnTo>
                    <a:pt x="2616576" y="283579"/>
                  </a:lnTo>
                  <a:lnTo>
                    <a:pt x="2616549" y="283613"/>
                  </a:lnTo>
                  <a:lnTo>
                    <a:pt x="2616516" y="283643"/>
                  </a:lnTo>
                  <a:lnTo>
                    <a:pt x="2616407" y="283735"/>
                  </a:lnTo>
                  <a:lnTo>
                    <a:pt x="2616347" y="283780"/>
                  </a:lnTo>
                  <a:lnTo>
                    <a:pt x="2616197" y="283902"/>
                  </a:lnTo>
                  <a:lnTo>
                    <a:pt x="2616089" y="284000"/>
                  </a:lnTo>
                  <a:lnTo>
                    <a:pt x="2616065" y="284034"/>
                  </a:lnTo>
                  <a:lnTo>
                    <a:pt x="2616040" y="284065"/>
                  </a:lnTo>
                  <a:lnTo>
                    <a:pt x="2616014" y="284105"/>
                  </a:lnTo>
                  <a:lnTo>
                    <a:pt x="2615958" y="284183"/>
                  </a:lnTo>
                  <a:lnTo>
                    <a:pt x="2615924" y="284238"/>
                  </a:lnTo>
                  <a:lnTo>
                    <a:pt x="2615913" y="284259"/>
                  </a:lnTo>
                  <a:lnTo>
                    <a:pt x="2615904" y="284280"/>
                  </a:lnTo>
                  <a:lnTo>
                    <a:pt x="2615889" y="284306"/>
                  </a:lnTo>
                  <a:lnTo>
                    <a:pt x="2615881" y="284321"/>
                  </a:lnTo>
                  <a:lnTo>
                    <a:pt x="2615869" y="284344"/>
                  </a:lnTo>
                  <a:lnTo>
                    <a:pt x="2615858" y="284367"/>
                  </a:lnTo>
                  <a:lnTo>
                    <a:pt x="2615850" y="284387"/>
                  </a:lnTo>
                  <a:lnTo>
                    <a:pt x="2615836" y="284411"/>
                  </a:lnTo>
                  <a:lnTo>
                    <a:pt x="2615831" y="284420"/>
                  </a:lnTo>
                  <a:lnTo>
                    <a:pt x="2615795" y="284486"/>
                  </a:lnTo>
                  <a:lnTo>
                    <a:pt x="2615772" y="284522"/>
                  </a:lnTo>
                  <a:lnTo>
                    <a:pt x="2615750" y="284560"/>
                  </a:lnTo>
                  <a:lnTo>
                    <a:pt x="2615728" y="284599"/>
                  </a:lnTo>
                  <a:lnTo>
                    <a:pt x="2615717" y="284626"/>
                  </a:lnTo>
                  <a:lnTo>
                    <a:pt x="2615707" y="284651"/>
                  </a:lnTo>
                  <a:lnTo>
                    <a:pt x="2615691" y="284681"/>
                  </a:lnTo>
                  <a:lnTo>
                    <a:pt x="2615674" y="284713"/>
                  </a:lnTo>
                  <a:lnTo>
                    <a:pt x="2615648" y="284757"/>
                  </a:lnTo>
                  <a:lnTo>
                    <a:pt x="2615623" y="284796"/>
                  </a:lnTo>
                  <a:lnTo>
                    <a:pt x="2615590" y="284852"/>
                  </a:lnTo>
                  <a:lnTo>
                    <a:pt x="2615558" y="284898"/>
                  </a:lnTo>
                  <a:lnTo>
                    <a:pt x="2615531" y="284934"/>
                  </a:lnTo>
                  <a:lnTo>
                    <a:pt x="2615518" y="284951"/>
                  </a:lnTo>
                  <a:lnTo>
                    <a:pt x="2615490" y="284975"/>
                  </a:lnTo>
                  <a:lnTo>
                    <a:pt x="2615453" y="285009"/>
                  </a:lnTo>
                  <a:lnTo>
                    <a:pt x="2615404" y="285049"/>
                  </a:lnTo>
                  <a:lnTo>
                    <a:pt x="2615351" y="285084"/>
                  </a:lnTo>
                  <a:lnTo>
                    <a:pt x="2615301" y="285114"/>
                  </a:lnTo>
                  <a:lnTo>
                    <a:pt x="2615260" y="285138"/>
                  </a:lnTo>
                  <a:lnTo>
                    <a:pt x="2615217" y="285164"/>
                  </a:lnTo>
                  <a:lnTo>
                    <a:pt x="2615186" y="285181"/>
                  </a:lnTo>
                  <a:lnTo>
                    <a:pt x="2615142" y="285206"/>
                  </a:lnTo>
                  <a:lnTo>
                    <a:pt x="2615085" y="285240"/>
                  </a:lnTo>
                  <a:lnTo>
                    <a:pt x="2615041" y="285268"/>
                  </a:lnTo>
                  <a:lnTo>
                    <a:pt x="2614968" y="285323"/>
                  </a:lnTo>
                  <a:lnTo>
                    <a:pt x="2614926" y="285361"/>
                  </a:lnTo>
                  <a:lnTo>
                    <a:pt x="2614887" y="285399"/>
                  </a:lnTo>
                  <a:lnTo>
                    <a:pt x="2614843" y="285450"/>
                  </a:lnTo>
                  <a:lnTo>
                    <a:pt x="2614819" y="285482"/>
                  </a:lnTo>
                  <a:lnTo>
                    <a:pt x="2614794" y="285512"/>
                  </a:lnTo>
                  <a:lnTo>
                    <a:pt x="2614779" y="285536"/>
                  </a:lnTo>
                  <a:lnTo>
                    <a:pt x="2614762" y="285565"/>
                  </a:lnTo>
                  <a:lnTo>
                    <a:pt x="2614753" y="285589"/>
                  </a:lnTo>
                  <a:lnTo>
                    <a:pt x="2614736" y="285617"/>
                  </a:lnTo>
                  <a:lnTo>
                    <a:pt x="2614717" y="285647"/>
                  </a:lnTo>
                  <a:lnTo>
                    <a:pt x="2614701" y="285669"/>
                  </a:lnTo>
                  <a:lnTo>
                    <a:pt x="2614694" y="285677"/>
                  </a:lnTo>
                  <a:lnTo>
                    <a:pt x="2614610" y="285808"/>
                  </a:lnTo>
                  <a:lnTo>
                    <a:pt x="2614480" y="285996"/>
                  </a:lnTo>
                  <a:lnTo>
                    <a:pt x="2614454" y="286017"/>
                  </a:lnTo>
                  <a:lnTo>
                    <a:pt x="2614437" y="286040"/>
                  </a:lnTo>
                  <a:lnTo>
                    <a:pt x="2614433" y="286046"/>
                  </a:lnTo>
                  <a:lnTo>
                    <a:pt x="2614429" y="286052"/>
                  </a:lnTo>
                  <a:lnTo>
                    <a:pt x="2614401" y="286083"/>
                  </a:lnTo>
                  <a:lnTo>
                    <a:pt x="2614243" y="286261"/>
                  </a:lnTo>
                  <a:lnTo>
                    <a:pt x="2614069" y="286460"/>
                  </a:lnTo>
                  <a:lnTo>
                    <a:pt x="2614026" y="286509"/>
                  </a:lnTo>
                  <a:lnTo>
                    <a:pt x="2614007" y="286531"/>
                  </a:lnTo>
                  <a:lnTo>
                    <a:pt x="2613968" y="286564"/>
                  </a:lnTo>
                  <a:lnTo>
                    <a:pt x="2613923" y="286596"/>
                  </a:lnTo>
                  <a:lnTo>
                    <a:pt x="2613855" y="286638"/>
                  </a:lnTo>
                  <a:lnTo>
                    <a:pt x="2613796" y="286672"/>
                  </a:lnTo>
                  <a:lnTo>
                    <a:pt x="2613748" y="286701"/>
                  </a:lnTo>
                  <a:lnTo>
                    <a:pt x="2613690" y="286735"/>
                  </a:lnTo>
                  <a:lnTo>
                    <a:pt x="2613617" y="286783"/>
                  </a:lnTo>
                  <a:lnTo>
                    <a:pt x="2613535" y="286828"/>
                  </a:lnTo>
                  <a:lnTo>
                    <a:pt x="2613400" y="286903"/>
                  </a:lnTo>
                  <a:lnTo>
                    <a:pt x="2613298" y="286963"/>
                  </a:lnTo>
                  <a:lnTo>
                    <a:pt x="2613233" y="287004"/>
                  </a:lnTo>
                  <a:lnTo>
                    <a:pt x="2613118" y="287084"/>
                  </a:lnTo>
                  <a:lnTo>
                    <a:pt x="2613047" y="287138"/>
                  </a:lnTo>
                  <a:lnTo>
                    <a:pt x="2612955" y="287214"/>
                  </a:lnTo>
                  <a:lnTo>
                    <a:pt x="2612909" y="287259"/>
                  </a:lnTo>
                  <a:lnTo>
                    <a:pt x="2612845" y="287330"/>
                  </a:lnTo>
                  <a:lnTo>
                    <a:pt x="2612803" y="287383"/>
                  </a:lnTo>
                  <a:lnTo>
                    <a:pt x="2612767" y="287429"/>
                  </a:lnTo>
                  <a:lnTo>
                    <a:pt x="2612718" y="287506"/>
                  </a:lnTo>
                  <a:lnTo>
                    <a:pt x="2612695" y="287547"/>
                  </a:lnTo>
                  <a:lnTo>
                    <a:pt x="2612673" y="287599"/>
                  </a:lnTo>
                  <a:lnTo>
                    <a:pt x="2612648" y="287677"/>
                  </a:lnTo>
                  <a:lnTo>
                    <a:pt x="2612643" y="287718"/>
                  </a:lnTo>
                  <a:lnTo>
                    <a:pt x="2612639" y="287781"/>
                  </a:lnTo>
                  <a:lnTo>
                    <a:pt x="2612649" y="287837"/>
                  </a:lnTo>
                  <a:lnTo>
                    <a:pt x="2612657" y="287865"/>
                  </a:lnTo>
                  <a:lnTo>
                    <a:pt x="2612661" y="287882"/>
                  </a:lnTo>
                  <a:lnTo>
                    <a:pt x="2612667" y="287912"/>
                  </a:lnTo>
                  <a:lnTo>
                    <a:pt x="2612674" y="287980"/>
                  </a:lnTo>
                  <a:lnTo>
                    <a:pt x="2612677" y="288002"/>
                  </a:lnTo>
                  <a:lnTo>
                    <a:pt x="2612680" y="288024"/>
                  </a:lnTo>
                  <a:lnTo>
                    <a:pt x="2612680" y="288046"/>
                  </a:lnTo>
                  <a:lnTo>
                    <a:pt x="2612684" y="288069"/>
                  </a:lnTo>
                  <a:lnTo>
                    <a:pt x="2612686" y="288093"/>
                  </a:lnTo>
                  <a:lnTo>
                    <a:pt x="2612689" y="288116"/>
                  </a:lnTo>
                  <a:lnTo>
                    <a:pt x="2612693" y="288138"/>
                  </a:lnTo>
                  <a:lnTo>
                    <a:pt x="2612699" y="288164"/>
                  </a:lnTo>
                  <a:lnTo>
                    <a:pt x="2612704" y="288188"/>
                  </a:lnTo>
                  <a:lnTo>
                    <a:pt x="2612712" y="288210"/>
                  </a:lnTo>
                  <a:lnTo>
                    <a:pt x="2612715" y="288231"/>
                  </a:lnTo>
                  <a:lnTo>
                    <a:pt x="2612721" y="288254"/>
                  </a:lnTo>
                  <a:lnTo>
                    <a:pt x="2612724" y="288277"/>
                  </a:lnTo>
                  <a:lnTo>
                    <a:pt x="2612727" y="288300"/>
                  </a:lnTo>
                  <a:lnTo>
                    <a:pt x="2612732" y="288322"/>
                  </a:lnTo>
                  <a:lnTo>
                    <a:pt x="2612735" y="288344"/>
                  </a:lnTo>
                  <a:lnTo>
                    <a:pt x="2612740" y="288367"/>
                  </a:lnTo>
                  <a:lnTo>
                    <a:pt x="2612743" y="288390"/>
                  </a:lnTo>
                  <a:lnTo>
                    <a:pt x="2612745" y="288413"/>
                  </a:lnTo>
                  <a:lnTo>
                    <a:pt x="2612750" y="288437"/>
                  </a:lnTo>
                  <a:lnTo>
                    <a:pt x="2612757" y="288460"/>
                  </a:lnTo>
                  <a:lnTo>
                    <a:pt x="2612760" y="288483"/>
                  </a:lnTo>
                  <a:lnTo>
                    <a:pt x="2612766" y="288507"/>
                  </a:lnTo>
                  <a:lnTo>
                    <a:pt x="2612771" y="288534"/>
                  </a:lnTo>
                  <a:lnTo>
                    <a:pt x="2612778" y="288553"/>
                  </a:lnTo>
                  <a:lnTo>
                    <a:pt x="2612783" y="288572"/>
                  </a:lnTo>
                  <a:lnTo>
                    <a:pt x="2612790" y="288606"/>
                  </a:lnTo>
                  <a:lnTo>
                    <a:pt x="2612792" y="288623"/>
                  </a:lnTo>
                  <a:lnTo>
                    <a:pt x="2612801" y="288654"/>
                  </a:lnTo>
                  <a:lnTo>
                    <a:pt x="2612807" y="288684"/>
                  </a:lnTo>
                  <a:lnTo>
                    <a:pt x="2612814" y="288720"/>
                  </a:lnTo>
                  <a:lnTo>
                    <a:pt x="2612827" y="288777"/>
                  </a:lnTo>
                  <a:lnTo>
                    <a:pt x="2612832" y="288842"/>
                  </a:lnTo>
                  <a:lnTo>
                    <a:pt x="2612831" y="288882"/>
                  </a:lnTo>
                  <a:lnTo>
                    <a:pt x="2612837" y="288935"/>
                  </a:lnTo>
                  <a:lnTo>
                    <a:pt x="2612841" y="288976"/>
                  </a:lnTo>
                  <a:lnTo>
                    <a:pt x="2612846" y="289002"/>
                  </a:lnTo>
                  <a:lnTo>
                    <a:pt x="2612846" y="289037"/>
                  </a:lnTo>
                  <a:lnTo>
                    <a:pt x="2612845" y="289092"/>
                  </a:lnTo>
                  <a:lnTo>
                    <a:pt x="2612826" y="289132"/>
                  </a:lnTo>
                  <a:lnTo>
                    <a:pt x="2612798" y="289174"/>
                  </a:lnTo>
                  <a:lnTo>
                    <a:pt x="2612766" y="289254"/>
                  </a:lnTo>
                  <a:lnTo>
                    <a:pt x="2612748" y="289304"/>
                  </a:lnTo>
                  <a:lnTo>
                    <a:pt x="2612721" y="289340"/>
                  </a:lnTo>
                  <a:lnTo>
                    <a:pt x="2612683" y="289383"/>
                  </a:lnTo>
                  <a:lnTo>
                    <a:pt x="2612648" y="289429"/>
                  </a:lnTo>
                  <a:lnTo>
                    <a:pt x="2612601" y="289489"/>
                  </a:lnTo>
                  <a:lnTo>
                    <a:pt x="2612553" y="289554"/>
                  </a:lnTo>
                  <a:lnTo>
                    <a:pt x="2612504" y="289611"/>
                  </a:lnTo>
                  <a:lnTo>
                    <a:pt x="2612414" y="289703"/>
                  </a:lnTo>
                  <a:lnTo>
                    <a:pt x="2612345" y="289768"/>
                  </a:lnTo>
                  <a:lnTo>
                    <a:pt x="2612242" y="289828"/>
                  </a:lnTo>
                  <a:lnTo>
                    <a:pt x="2612182" y="289857"/>
                  </a:lnTo>
                  <a:lnTo>
                    <a:pt x="2612104" y="289893"/>
                  </a:lnTo>
                  <a:lnTo>
                    <a:pt x="2612017" y="289922"/>
                  </a:lnTo>
                  <a:lnTo>
                    <a:pt x="2611978" y="289932"/>
                  </a:lnTo>
                  <a:lnTo>
                    <a:pt x="2611920" y="289943"/>
                  </a:lnTo>
                  <a:lnTo>
                    <a:pt x="2611867" y="289953"/>
                  </a:lnTo>
                  <a:lnTo>
                    <a:pt x="2611827" y="289961"/>
                  </a:lnTo>
                  <a:lnTo>
                    <a:pt x="2611798" y="289967"/>
                  </a:lnTo>
                  <a:lnTo>
                    <a:pt x="2611753" y="289980"/>
                  </a:lnTo>
                  <a:lnTo>
                    <a:pt x="2611705" y="290004"/>
                  </a:lnTo>
                  <a:lnTo>
                    <a:pt x="2611647" y="290046"/>
                  </a:lnTo>
                  <a:lnTo>
                    <a:pt x="2611593" y="290094"/>
                  </a:lnTo>
                  <a:lnTo>
                    <a:pt x="2611549" y="290141"/>
                  </a:lnTo>
                  <a:lnTo>
                    <a:pt x="2611501" y="290188"/>
                  </a:lnTo>
                  <a:lnTo>
                    <a:pt x="2611458" y="290226"/>
                  </a:lnTo>
                  <a:lnTo>
                    <a:pt x="2611393" y="290288"/>
                  </a:lnTo>
                  <a:lnTo>
                    <a:pt x="2611344" y="290338"/>
                  </a:lnTo>
                  <a:lnTo>
                    <a:pt x="2611315" y="290363"/>
                  </a:lnTo>
                  <a:lnTo>
                    <a:pt x="2611277" y="290405"/>
                  </a:lnTo>
                  <a:lnTo>
                    <a:pt x="2611254" y="290430"/>
                  </a:lnTo>
                  <a:lnTo>
                    <a:pt x="2611239" y="290455"/>
                  </a:lnTo>
                  <a:lnTo>
                    <a:pt x="2611205" y="290507"/>
                  </a:lnTo>
                  <a:lnTo>
                    <a:pt x="2611157" y="290590"/>
                  </a:lnTo>
                  <a:lnTo>
                    <a:pt x="2611129" y="290628"/>
                  </a:lnTo>
                  <a:lnTo>
                    <a:pt x="2611101" y="290662"/>
                  </a:lnTo>
                  <a:lnTo>
                    <a:pt x="2611050" y="290716"/>
                  </a:lnTo>
                  <a:lnTo>
                    <a:pt x="2611003" y="290760"/>
                  </a:lnTo>
                  <a:lnTo>
                    <a:pt x="2610964" y="290793"/>
                  </a:lnTo>
                  <a:lnTo>
                    <a:pt x="2610928" y="290824"/>
                  </a:lnTo>
                  <a:lnTo>
                    <a:pt x="2610880" y="290866"/>
                  </a:lnTo>
                  <a:lnTo>
                    <a:pt x="2610845" y="290900"/>
                  </a:lnTo>
                  <a:lnTo>
                    <a:pt x="2610824" y="290925"/>
                  </a:lnTo>
                  <a:lnTo>
                    <a:pt x="2610793" y="290957"/>
                  </a:lnTo>
                  <a:lnTo>
                    <a:pt x="2610772" y="290987"/>
                  </a:lnTo>
                  <a:lnTo>
                    <a:pt x="2610752" y="291012"/>
                  </a:lnTo>
                  <a:lnTo>
                    <a:pt x="2610744" y="291031"/>
                  </a:lnTo>
                  <a:lnTo>
                    <a:pt x="2610733" y="291060"/>
                  </a:lnTo>
                  <a:lnTo>
                    <a:pt x="2610727" y="291088"/>
                  </a:lnTo>
                  <a:lnTo>
                    <a:pt x="2610723" y="291166"/>
                  </a:lnTo>
                  <a:lnTo>
                    <a:pt x="2610717" y="291229"/>
                  </a:lnTo>
                  <a:lnTo>
                    <a:pt x="2610705" y="291330"/>
                  </a:lnTo>
                  <a:lnTo>
                    <a:pt x="2610694" y="291402"/>
                  </a:lnTo>
                  <a:lnTo>
                    <a:pt x="2610666" y="291467"/>
                  </a:lnTo>
                  <a:lnTo>
                    <a:pt x="2610634" y="291520"/>
                  </a:lnTo>
                  <a:lnTo>
                    <a:pt x="2610579" y="291570"/>
                  </a:lnTo>
                  <a:lnTo>
                    <a:pt x="2610520" y="291618"/>
                  </a:lnTo>
                  <a:lnTo>
                    <a:pt x="2610367" y="291737"/>
                  </a:lnTo>
                  <a:lnTo>
                    <a:pt x="2610324" y="291771"/>
                  </a:lnTo>
                  <a:lnTo>
                    <a:pt x="2610231" y="291846"/>
                  </a:lnTo>
                  <a:lnTo>
                    <a:pt x="2610148" y="291916"/>
                  </a:lnTo>
                  <a:lnTo>
                    <a:pt x="2610021" y="292018"/>
                  </a:lnTo>
                  <a:lnTo>
                    <a:pt x="2609926" y="292088"/>
                  </a:lnTo>
                  <a:lnTo>
                    <a:pt x="2609871" y="292128"/>
                  </a:lnTo>
                  <a:lnTo>
                    <a:pt x="2609782" y="292186"/>
                  </a:lnTo>
                  <a:lnTo>
                    <a:pt x="2609736" y="292214"/>
                  </a:lnTo>
                  <a:lnTo>
                    <a:pt x="2609664" y="292255"/>
                  </a:lnTo>
                  <a:lnTo>
                    <a:pt x="2609598" y="292287"/>
                  </a:lnTo>
                  <a:lnTo>
                    <a:pt x="2609544" y="292310"/>
                  </a:lnTo>
                  <a:lnTo>
                    <a:pt x="2609475" y="292335"/>
                  </a:lnTo>
                  <a:lnTo>
                    <a:pt x="2609426" y="292349"/>
                  </a:lnTo>
                  <a:lnTo>
                    <a:pt x="2609366" y="292364"/>
                  </a:lnTo>
                  <a:lnTo>
                    <a:pt x="2609328" y="292376"/>
                  </a:lnTo>
                  <a:lnTo>
                    <a:pt x="2609260" y="292394"/>
                  </a:lnTo>
                  <a:lnTo>
                    <a:pt x="2609167" y="292418"/>
                  </a:lnTo>
                  <a:lnTo>
                    <a:pt x="2609092" y="292438"/>
                  </a:lnTo>
                  <a:lnTo>
                    <a:pt x="2609039" y="292453"/>
                  </a:lnTo>
                  <a:lnTo>
                    <a:pt x="2608984" y="292468"/>
                  </a:lnTo>
                  <a:lnTo>
                    <a:pt x="2608916" y="292492"/>
                  </a:lnTo>
                  <a:lnTo>
                    <a:pt x="2608844" y="292521"/>
                  </a:lnTo>
                  <a:lnTo>
                    <a:pt x="2608783" y="292555"/>
                  </a:lnTo>
                  <a:lnTo>
                    <a:pt x="2608711" y="292596"/>
                  </a:lnTo>
                  <a:lnTo>
                    <a:pt x="2608626" y="292646"/>
                  </a:lnTo>
                  <a:lnTo>
                    <a:pt x="2608566" y="292684"/>
                  </a:lnTo>
                  <a:lnTo>
                    <a:pt x="2608459" y="292761"/>
                  </a:lnTo>
                  <a:lnTo>
                    <a:pt x="2608393" y="292811"/>
                  </a:lnTo>
                  <a:lnTo>
                    <a:pt x="2608347" y="292851"/>
                  </a:lnTo>
                  <a:lnTo>
                    <a:pt x="2608298" y="292898"/>
                  </a:lnTo>
                  <a:lnTo>
                    <a:pt x="2608257" y="292956"/>
                  </a:lnTo>
                  <a:lnTo>
                    <a:pt x="2608242" y="292977"/>
                  </a:lnTo>
                  <a:lnTo>
                    <a:pt x="2608215" y="293027"/>
                  </a:lnTo>
                  <a:lnTo>
                    <a:pt x="2608197" y="293066"/>
                  </a:lnTo>
                  <a:lnTo>
                    <a:pt x="2608178" y="293118"/>
                  </a:lnTo>
                  <a:lnTo>
                    <a:pt x="2608170" y="293158"/>
                  </a:lnTo>
                  <a:lnTo>
                    <a:pt x="2608164" y="293198"/>
                  </a:lnTo>
                  <a:lnTo>
                    <a:pt x="2608163" y="293252"/>
                  </a:lnTo>
                  <a:lnTo>
                    <a:pt x="2608165" y="293282"/>
                  </a:lnTo>
                  <a:lnTo>
                    <a:pt x="2608169" y="293329"/>
                  </a:lnTo>
                  <a:lnTo>
                    <a:pt x="2608178" y="293413"/>
                  </a:lnTo>
                  <a:lnTo>
                    <a:pt x="2608185" y="293464"/>
                  </a:lnTo>
                  <a:lnTo>
                    <a:pt x="2608193" y="293514"/>
                  </a:lnTo>
                  <a:lnTo>
                    <a:pt x="2608199" y="293545"/>
                  </a:lnTo>
                  <a:lnTo>
                    <a:pt x="2608208" y="293578"/>
                  </a:lnTo>
                  <a:lnTo>
                    <a:pt x="2608231" y="293649"/>
                  </a:lnTo>
                  <a:lnTo>
                    <a:pt x="2608239" y="293679"/>
                  </a:lnTo>
                  <a:lnTo>
                    <a:pt x="2608251" y="293724"/>
                  </a:lnTo>
                  <a:lnTo>
                    <a:pt x="2608264" y="293777"/>
                  </a:lnTo>
                  <a:lnTo>
                    <a:pt x="2608271" y="293811"/>
                  </a:lnTo>
                  <a:lnTo>
                    <a:pt x="2608272" y="293832"/>
                  </a:lnTo>
                  <a:lnTo>
                    <a:pt x="2608225" y="293856"/>
                  </a:lnTo>
                  <a:lnTo>
                    <a:pt x="2608204" y="293867"/>
                  </a:lnTo>
                  <a:lnTo>
                    <a:pt x="2608189" y="293901"/>
                  </a:lnTo>
                  <a:lnTo>
                    <a:pt x="2608182" y="294021"/>
                  </a:lnTo>
                  <a:lnTo>
                    <a:pt x="2608178" y="294124"/>
                  </a:lnTo>
                  <a:lnTo>
                    <a:pt x="2608173" y="294238"/>
                  </a:lnTo>
                  <a:lnTo>
                    <a:pt x="2608173" y="294268"/>
                  </a:lnTo>
                  <a:lnTo>
                    <a:pt x="2608167" y="294322"/>
                  </a:lnTo>
                  <a:lnTo>
                    <a:pt x="2608159" y="294356"/>
                  </a:lnTo>
                  <a:lnTo>
                    <a:pt x="2608134" y="294399"/>
                  </a:lnTo>
                  <a:lnTo>
                    <a:pt x="2608079" y="294467"/>
                  </a:lnTo>
                  <a:lnTo>
                    <a:pt x="2608045" y="294498"/>
                  </a:lnTo>
                  <a:lnTo>
                    <a:pt x="2608007" y="294536"/>
                  </a:lnTo>
                  <a:lnTo>
                    <a:pt x="2607975" y="294590"/>
                  </a:lnTo>
                  <a:lnTo>
                    <a:pt x="2607945" y="294650"/>
                  </a:lnTo>
                  <a:lnTo>
                    <a:pt x="2607918" y="294701"/>
                  </a:lnTo>
                  <a:lnTo>
                    <a:pt x="2607896" y="294747"/>
                  </a:lnTo>
                  <a:lnTo>
                    <a:pt x="2607876" y="294795"/>
                  </a:lnTo>
                  <a:lnTo>
                    <a:pt x="2607854" y="294845"/>
                  </a:lnTo>
                  <a:lnTo>
                    <a:pt x="2607839" y="294888"/>
                  </a:lnTo>
                  <a:lnTo>
                    <a:pt x="2607809" y="294923"/>
                  </a:lnTo>
                  <a:lnTo>
                    <a:pt x="2607749" y="294969"/>
                  </a:lnTo>
                  <a:lnTo>
                    <a:pt x="2607650" y="295038"/>
                  </a:lnTo>
                  <a:lnTo>
                    <a:pt x="2607579" y="295084"/>
                  </a:lnTo>
                  <a:lnTo>
                    <a:pt x="2607501" y="295132"/>
                  </a:lnTo>
                  <a:lnTo>
                    <a:pt x="2607424" y="295173"/>
                  </a:lnTo>
                  <a:lnTo>
                    <a:pt x="2607391" y="295183"/>
                  </a:lnTo>
                  <a:lnTo>
                    <a:pt x="2607362" y="295194"/>
                  </a:lnTo>
                  <a:lnTo>
                    <a:pt x="2607319" y="295210"/>
                  </a:lnTo>
                  <a:lnTo>
                    <a:pt x="2607289" y="295223"/>
                  </a:lnTo>
                  <a:lnTo>
                    <a:pt x="2607240" y="295238"/>
                  </a:lnTo>
                  <a:lnTo>
                    <a:pt x="2607174" y="295258"/>
                  </a:lnTo>
                  <a:lnTo>
                    <a:pt x="2607150" y="295266"/>
                  </a:lnTo>
                  <a:lnTo>
                    <a:pt x="2607117" y="295275"/>
                  </a:lnTo>
                  <a:lnTo>
                    <a:pt x="2607080" y="295276"/>
                  </a:lnTo>
                  <a:lnTo>
                    <a:pt x="2606962" y="295281"/>
                  </a:lnTo>
                  <a:lnTo>
                    <a:pt x="2606917" y="295288"/>
                  </a:lnTo>
                  <a:lnTo>
                    <a:pt x="2606893" y="295290"/>
                  </a:lnTo>
                  <a:lnTo>
                    <a:pt x="2606786" y="295331"/>
                  </a:lnTo>
                  <a:lnTo>
                    <a:pt x="2606768" y="295336"/>
                  </a:lnTo>
                  <a:lnTo>
                    <a:pt x="2606729" y="295353"/>
                  </a:lnTo>
                  <a:lnTo>
                    <a:pt x="2606690" y="295367"/>
                  </a:lnTo>
                  <a:lnTo>
                    <a:pt x="2606605" y="295395"/>
                  </a:lnTo>
                  <a:lnTo>
                    <a:pt x="2606573" y="295403"/>
                  </a:lnTo>
                  <a:lnTo>
                    <a:pt x="2606508" y="295409"/>
                  </a:lnTo>
                  <a:lnTo>
                    <a:pt x="2606489" y="295408"/>
                  </a:lnTo>
                  <a:lnTo>
                    <a:pt x="2606436" y="295401"/>
                  </a:lnTo>
                  <a:lnTo>
                    <a:pt x="2606399" y="295398"/>
                  </a:lnTo>
                  <a:lnTo>
                    <a:pt x="2606355" y="295396"/>
                  </a:lnTo>
                  <a:lnTo>
                    <a:pt x="2606311" y="295395"/>
                  </a:lnTo>
                  <a:lnTo>
                    <a:pt x="2606212" y="295401"/>
                  </a:lnTo>
                  <a:lnTo>
                    <a:pt x="2606174" y="295407"/>
                  </a:lnTo>
                  <a:lnTo>
                    <a:pt x="2606145" y="295412"/>
                  </a:lnTo>
                  <a:lnTo>
                    <a:pt x="2606027" y="295450"/>
                  </a:lnTo>
                  <a:lnTo>
                    <a:pt x="2605972" y="295471"/>
                  </a:lnTo>
                  <a:lnTo>
                    <a:pt x="2605906" y="295491"/>
                  </a:lnTo>
                  <a:lnTo>
                    <a:pt x="2605852" y="295515"/>
                  </a:lnTo>
                  <a:lnTo>
                    <a:pt x="2605764" y="295563"/>
                  </a:lnTo>
                  <a:lnTo>
                    <a:pt x="2605707" y="295605"/>
                  </a:lnTo>
                  <a:lnTo>
                    <a:pt x="2605667" y="295639"/>
                  </a:lnTo>
                  <a:lnTo>
                    <a:pt x="2605624" y="295677"/>
                  </a:lnTo>
                  <a:lnTo>
                    <a:pt x="2605581" y="295715"/>
                  </a:lnTo>
                  <a:lnTo>
                    <a:pt x="2605529" y="295761"/>
                  </a:lnTo>
                  <a:lnTo>
                    <a:pt x="2605477" y="295813"/>
                  </a:lnTo>
                  <a:lnTo>
                    <a:pt x="2605444" y="295853"/>
                  </a:lnTo>
                  <a:lnTo>
                    <a:pt x="2605407" y="295905"/>
                  </a:lnTo>
                  <a:lnTo>
                    <a:pt x="2605379" y="295953"/>
                  </a:lnTo>
                  <a:lnTo>
                    <a:pt x="2605358" y="295996"/>
                  </a:lnTo>
                  <a:lnTo>
                    <a:pt x="2605331" y="296049"/>
                  </a:lnTo>
                  <a:lnTo>
                    <a:pt x="2605293" y="296143"/>
                  </a:lnTo>
                  <a:lnTo>
                    <a:pt x="2605255" y="296224"/>
                  </a:lnTo>
                  <a:lnTo>
                    <a:pt x="2605239" y="296258"/>
                  </a:lnTo>
                  <a:lnTo>
                    <a:pt x="2605212" y="296290"/>
                  </a:lnTo>
                  <a:lnTo>
                    <a:pt x="2605207" y="296296"/>
                  </a:lnTo>
                  <a:lnTo>
                    <a:pt x="2605176" y="296334"/>
                  </a:lnTo>
                  <a:lnTo>
                    <a:pt x="2605132" y="296373"/>
                  </a:lnTo>
                  <a:lnTo>
                    <a:pt x="2605100" y="296402"/>
                  </a:lnTo>
                  <a:lnTo>
                    <a:pt x="2605053" y="296438"/>
                  </a:lnTo>
                  <a:lnTo>
                    <a:pt x="2605007" y="296471"/>
                  </a:lnTo>
                  <a:lnTo>
                    <a:pt x="2604977" y="296487"/>
                  </a:lnTo>
                  <a:lnTo>
                    <a:pt x="2604927" y="296510"/>
                  </a:lnTo>
                  <a:lnTo>
                    <a:pt x="2604880" y="296525"/>
                  </a:lnTo>
                  <a:lnTo>
                    <a:pt x="2604839" y="296541"/>
                  </a:lnTo>
                  <a:lnTo>
                    <a:pt x="2604801" y="296554"/>
                  </a:lnTo>
                  <a:lnTo>
                    <a:pt x="2604766" y="296563"/>
                  </a:lnTo>
                  <a:lnTo>
                    <a:pt x="2604725" y="296573"/>
                  </a:lnTo>
                  <a:lnTo>
                    <a:pt x="2604684" y="296583"/>
                  </a:lnTo>
                  <a:lnTo>
                    <a:pt x="2604646" y="296593"/>
                  </a:lnTo>
                  <a:lnTo>
                    <a:pt x="2604607" y="296599"/>
                  </a:lnTo>
                  <a:lnTo>
                    <a:pt x="2604563" y="296609"/>
                  </a:lnTo>
                  <a:lnTo>
                    <a:pt x="2604502" y="296614"/>
                  </a:lnTo>
                  <a:lnTo>
                    <a:pt x="2604459" y="296613"/>
                  </a:lnTo>
                  <a:lnTo>
                    <a:pt x="2604422" y="296612"/>
                  </a:lnTo>
                  <a:lnTo>
                    <a:pt x="2604383" y="296609"/>
                  </a:lnTo>
                  <a:lnTo>
                    <a:pt x="2604339" y="296608"/>
                  </a:lnTo>
                  <a:lnTo>
                    <a:pt x="2604313" y="296605"/>
                  </a:lnTo>
                  <a:lnTo>
                    <a:pt x="2604274" y="296604"/>
                  </a:lnTo>
                  <a:lnTo>
                    <a:pt x="2604253" y="296601"/>
                  </a:lnTo>
                  <a:lnTo>
                    <a:pt x="2604215" y="296598"/>
                  </a:lnTo>
                  <a:lnTo>
                    <a:pt x="2604176" y="296591"/>
                  </a:lnTo>
                  <a:lnTo>
                    <a:pt x="2604143" y="296584"/>
                  </a:lnTo>
                  <a:lnTo>
                    <a:pt x="2604088" y="296568"/>
                  </a:lnTo>
                  <a:lnTo>
                    <a:pt x="2604039" y="296548"/>
                  </a:lnTo>
                  <a:lnTo>
                    <a:pt x="2604001" y="296534"/>
                  </a:lnTo>
                  <a:lnTo>
                    <a:pt x="2603960" y="296515"/>
                  </a:lnTo>
                  <a:lnTo>
                    <a:pt x="2603922" y="296500"/>
                  </a:lnTo>
                  <a:lnTo>
                    <a:pt x="2603878" y="296485"/>
                  </a:lnTo>
                  <a:lnTo>
                    <a:pt x="2603849" y="296478"/>
                  </a:lnTo>
                  <a:lnTo>
                    <a:pt x="2603806" y="296471"/>
                  </a:lnTo>
                  <a:lnTo>
                    <a:pt x="2603758" y="296469"/>
                  </a:lnTo>
                  <a:lnTo>
                    <a:pt x="2603684" y="296474"/>
                  </a:lnTo>
                  <a:lnTo>
                    <a:pt x="2603602" y="296486"/>
                  </a:lnTo>
                  <a:lnTo>
                    <a:pt x="2603547" y="296490"/>
                  </a:lnTo>
                  <a:lnTo>
                    <a:pt x="2603420" y="296495"/>
                  </a:lnTo>
                  <a:lnTo>
                    <a:pt x="2603397" y="296492"/>
                  </a:lnTo>
                  <a:lnTo>
                    <a:pt x="2603357" y="296482"/>
                  </a:lnTo>
                  <a:lnTo>
                    <a:pt x="2603329" y="296475"/>
                  </a:lnTo>
                  <a:lnTo>
                    <a:pt x="2603274" y="296469"/>
                  </a:lnTo>
                  <a:lnTo>
                    <a:pt x="2603219" y="296463"/>
                  </a:lnTo>
                  <a:lnTo>
                    <a:pt x="2603108" y="296458"/>
                  </a:lnTo>
                  <a:lnTo>
                    <a:pt x="2603046" y="296460"/>
                  </a:lnTo>
                  <a:lnTo>
                    <a:pt x="2603005" y="296464"/>
                  </a:lnTo>
                  <a:lnTo>
                    <a:pt x="2602974" y="296466"/>
                  </a:lnTo>
                  <a:lnTo>
                    <a:pt x="2602951" y="296471"/>
                  </a:lnTo>
                  <a:lnTo>
                    <a:pt x="2602922" y="296476"/>
                  </a:lnTo>
                  <a:lnTo>
                    <a:pt x="2602865" y="296489"/>
                  </a:lnTo>
                  <a:lnTo>
                    <a:pt x="2602823" y="296500"/>
                  </a:lnTo>
                  <a:lnTo>
                    <a:pt x="2602782" y="296509"/>
                  </a:lnTo>
                  <a:lnTo>
                    <a:pt x="2602754" y="296514"/>
                  </a:lnTo>
                  <a:lnTo>
                    <a:pt x="2602685" y="296538"/>
                  </a:lnTo>
                  <a:lnTo>
                    <a:pt x="2602624" y="296563"/>
                  </a:lnTo>
                  <a:lnTo>
                    <a:pt x="2602573" y="296582"/>
                  </a:lnTo>
                  <a:lnTo>
                    <a:pt x="2602528" y="296601"/>
                  </a:lnTo>
                  <a:lnTo>
                    <a:pt x="2602493" y="296614"/>
                  </a:lnTo>
                  <a:lnTo>
                    <a:pt x="2602435" y="296631"/>
                  </a:lnTo>
                  <a:lnTo>
                    <a:pt x="2602391" y="296649"/>
                  </a:lnTo>
                  <a:lnTo>
                    <a:pt x="2602334" y="296661"/>
                  </a:lnTo>
                  <a:lnTo>
                    <a:pt x="2602283" y="296676"/>
                  </a:lnTo>
                  <a:lnTo>
                    <a:pt x="2602215" y="296687"/>
                  </a:lnTo>
                  <a:lnTo>
                    <a:pt x="2602113" y="296698"/>
                  </a:lnTo>
                  <a:lnTo>
                    <a:pt x="2602078" y="296700"/>
                  </a:lnTo>
                  <a:lnTo>
                    <a:pt x="2601968" y="296703"/>
                  </a:lnTo>
                  <a:lnTo>
                    <a:pt x="2601910" y="296707"/>
                  </a:lnTo>
                  <a:lnTo>
                    <a:pt x="2601888" y="296708"/>
                  </a:lnTo>
                  <a:lnTo>
                    <a:pt x="2601865" y="296713"/>
                  </a:lnTo>
                  <a:lnTo>
                    <a:pt x="2601826" y="296715"/>
                  </a:lnTo>
                  <a:lnTo>
                    <a:pt x="2601774" y="296731"/>
                  </a:lnTo>
                  <a:lnTo>
                    <a:pt x="2601716" y="296745"/>
                  </a:lnTo>
                  <a:lnTo>
                    <a:pt x="2601635" y="296773"/>
                  </a:lnTo>
                  <a:lnTo>
                    <a:pt x="2601581" y="296793"/>
                  </a:lnTo>
                  <a:lnTo>
                    <a:pt x="2601482" y="296825"/>
                  </a:lnTo>
                  <a:lnTo>
                    <a:pt x="2601435" y="296841"/>
                  </a:lnTo>
                  <a:lnTo>
                    <a:pt x="2601381" y="296860"/>
                  </a:lnTo>
                  <a:lnTo>
                    <a:pt x="2601329" y="296876"/>
                  </a:lnTo>
                  <a:lnTo>
                    <a:pt x="2601240" y="296916"/>
                  </a:lnTo>
                  <a:lnTo>
                    <a:pt x="2601216" y="296926"/>
                  </a:lnTo>
                  <a:lnTo>
                    <a:pt x="2601179" y="296940"/>
                  </a:lnTo>
                  <a:lnTo>
                    <a:pt x="2601150" y="296957"/>
                  </a:lnTo>
                  <a:lnTo>
                    <a:pt x="2601104" y="296967"/>
                  </a:lnTo>
                  <a:lnTo>
                    <a:pt x="2601066" y="296973"/>
                  </a:lnTo>
                  <a:lnTo>
                    <a:pt x="2601000" y="296985"/>
                  </a:lnTo>
                  <a:lnTo>
                    <a:pt x="2600906" y="296994"/>
                  </a:lnTo>
                  <a:lnTo>
                    <a:pt x="2600852" y="297005"/>
                  </a:lnTo>
                  <a:lnTo>
                    <a:pt x="2600803" y="297013"/>
                  </a:lnTo>
                  <a:lnTo>
                    <a:pt x="2600700" y="297023"/>
                  </a:lnTo>
                  <a:lnTo>
                    <a:pt x="2600612" y="297029"/>
                  </a:lnTo>
                  <a:lnTo>
                    <a:pt x="2600524" y="297037"/>
                  </a:lnTo>
                  <a:lnTo>
                    <a:pt x="2600457" y="297038"/>
                  </a:lnTo>
                  <a:lnTo>
                    <a:pt x="2600409" y="297036"/>
                  </a:lnTo>
                  <a:lnTo>
                    <a:pt x="2600375" y="297029"/>
                  </a:lnTo>
                  <a:lnTo>
                    <a:pt x="2600328" y="297019"/>
                  </a:lnTo>
                  <a:lnTo>
                    <a:pt x="2600279" y="297006"/>
                  </a:lnTo>
                  <a:lnTo>
                    <a:pt x="2600238" y="296992"/>
                  </a:lnTo>
                  <a:lnTo>
                    <a:pt x="2600196" y="296971"/>
                  </a:lnTo>
                  <a:lnTo>
                    <a:pt x="2600073" y="296942"/>
                  </a:lnTo>
                  <a:lnTo>
                    <a:pt x="2599512" y="296879"/>
                  </a:lnTo>
                  <a:lnTo>
                    <a:pt x="2599283" y="296840"/>
                  </a:lnTo>
                  <a:lnTo>
                    <a:pt x="2599096" y="296857"/>
                  </a:lnTo>
                  <a:lnTo>
                    <a:pt x="2599007" y="296844"/>
                  </a:lnTo>
                  <a:lnTo>
                    <a:pt x="2598908" y="296764"/>
                  </a:lnTo>
                  <a:lnTo>
                    <a:pt x="2598881" y="296755"/>
                  </a:lnTo>
                  <a:lnTo>
                    <a:pt x="2598833" y="296737"/>
                  </a:lnTo>
                  <a:lnTo>
                    <a:pt x="2598799" y="296728"/>
                  </a:lnTo>
                  <a:lnTo>
                    <a:pt x="2598764" y="296717"/>
                  </a:lnTo>
                  <a:lnTo>
                    <a:pt x="2598719" y="296708"/>
                  </a:lnTo>
                  <a:lnTo>
                    <a:pt x="2598680" y="296703"/>
                  </a:lnTo>
                  <a:lnTo>
                    <a:pt x="2598644" y="296704"/>
                  </a:lnTo>
                  <a:lnTo>
                    <a:pt x="2598605" y="296706"/>
                  </a:lnTo>
                  <a:lnTo>
                    <a:pt x="2598578" y="296710"/>
                  </a:lnTo>
                  <a:lnTo>
                    <a:pt x="2598545" y="296713"/>
                  </a:lnTo>
                  <a:lnTo>
                    <a:pt x="2598496" y="296715"/>
                  </a:lnTo>
                  <a:lnTo>
                    <a:pt x="2598423" y="296727"/>
                  </a:lnTo>
                  <a:lnTo>
                    <a:pt x="2598390" y="296730"/>
                  </a:lnTo>
                  <a:lnTo>
                    <a:pt x="2598353" y="296737"/>
                  </a:lnTo>
                  <a:lnTo>
                    <a:pt x="2598307" y="296741"/>
                  </a:lnTo>
                  <a:lnTo>
                    <a:pt x="2598275" y="296746"/>
                  </a:lnTo>
                  <a:lnTo>
                    <a:pt x="2598265" y="296748"/>
                  </a:lnTo>
                  <a:lnTo>
                    <a:pt x="2598238" y="296752"/>
                  </a:lnTo>
                  <a:lnTo>
                    <a:pt x="2598169" y="296794"/>
                  </a:lnTo>
                  <a:lnTo>
                    <a:pt x="2597639" y="296924"/>
                  </a:lnTo>
                  <a:lnTo>
                    <a:pt x="2597145" y="297109"/>
                  </a:lnTo>
                  <a:lnTo>
                    <a:pt x="2596848" y="297271"/>
                  </a:lnTo>
                  <a:lnTo>
                    <a:pt x="2596574" y="297521"/>
                  </a:lnTo>
                  <a:lnTo>
                    <a:pt x="2596236" y="297771"/>
                  </a:lnTo>
                  <a:lnTo>
                    <a:pt x="2596069" y="297924"/>
                  </a:lnTo>
                  <a:lnTo>
                    <a:pt x="2595820" y="298197"/>
                  </a:lnTo>
                  <a:lnTo>
                    <a:pt x="2595617" y="298375"/>
                  </a:lnTo>
                  <a:lnTo>
                    <a:pt x="2595603" y="298384"/>
                  </a:lnTo>
                  <a:lnTo>
                    <a:pt x="2595544" y="298427"/>
                  </a:lnTo>
                  <a:lnTo>
                    <a:pt x="2595469" y="298481"/>
                  </a:lnTo>
                  <a:lnTo>
                    <a:pt x="2595417" y="298515"/>
                  </a:lnTo>
                  <a:lnTo>
                    <a:pt x="2595354" y="298559"/>
                  </a:lnTo>
                  <a:lnTo>
                    <a:pt x="2595274" y="298607"/>
                  </a:lnTo>
                  <a:lnTo>
                    <a:pt x="2595230" y="298636"/>
                  </a:lnTo>
                  <a:lnTo>
                    <a:pt x="2595173" y="298680"/>
                  </a:lnTo>
                  <a:lnTo>
                    <a:pt x="2595095" y="298742"/>
                  </a:lnTo>
                  <a:lnTo>
                    <a:pt x="2595058" y="298772"/>
                  </a:lnTo>
                  <a:lnTo>
                    <a:pt x="2595008" y="298817"/>
                  </a:lnTo>
                  <a:lnTo>
                    <a:pt x="2594979" y="298852"/>
                  </a:lnTo>
                  <a:lnTo>
                    <a:pt x="2594937" y="298901"/>
                  </a:lnTo>
                  <a:lnTo>
                    <a:pt x="2594921" y="298944"/>
                  </a:lnTo>
                  <a:lnTo>
                    <a:pt x="2594900" y="299011"/>
                  </a:lnTo>
                  <a:lnTo>
                    <a:pt x="2594865" y="299113"/>
                  </a:lnTo>
                  <a:lnTo>
                    <a:pt x="2594854" y="299156"/>
                  </a:lnTo>
                  <a:lnTo>
                    <a:pt x="2594832" y="299214"/>
                  </a:lnTo>
                  <a:lnTo>
                    <a:pt x="2594822" y="299256"/>
                  </a:lnTo>
                  <a:lnTo>
                    <a:pt x="2594812" y="299285"/>
                  </a:lnTo>
                  <a:lnTo>
                    <a:pt x="2594796" y="299364"/>
                  </a:lnTo>
                  <a:lnTo>
                    <a:pt x="2594778" y="299446"/>
                  </a:lnTo>
                  <a:lnTo>
                    <a:pt x="2594764" y="299506"/>
                  </a:lnTo>
                  <a:lnTo>
                    <a:pt x="2594751" y="299555"/>
                  </a:lnTo>
                  <a:lnTo>
                    <a:pt x="2594732" y="299615"/>
                  </a:lnTo>
                  <a:lnTo>
                    <a:pt x="2594716" y="299665"/>
                  </a:lnTo>
                  <a:lnTo>
                    <a:pt x="2594698" y="299760"/>
                  </a:lnTo>
                  <a:lnTo>
                    <a:pt x="2594692" y="299825"/>
                  </a:lnTo>
                  <a:lnTo>
                    <a:pt x="2594692" y="299941"/>
                  </a:lnTo>
                  <a:lnTo>
                    <a:pt x="2594695" y="300031"/>
                  </a:lnTo>
                  <a:lnTo>
                    <a:pt x="2594702" y="300082"/>
                  </a:lnTo>
                  <a:lnTo>
                    <a:pt x="2594709" y="300125"/>
                  </a:lnTo>
                  <a:lnTo>
                    <a:pt x="2594721" y="300205"/>
                  </a:lnTo>
                  <a:lnTo>
                    <a:pt x="2594715" y="300251"/>
                  </a:lnTo>
                  <a:lnTo>
                    <a:pt x="2594698" y="300308"/>
                  </a:lnTo>
                  <a:lnTo>
                    <a:pt x="2594678" y="300344"/>
                  </a:lnTo>
                  <a:lnTo>
                    <a:pt x="2594646" y="300398"/>
                  </a:lnTo>
                  <a:lnTo>
                    <a:pt x="2594603" y="300452"/>
                  </a:lnTo>
                  <a:lnTo>
                    <a:pt x="2594550" y="300498"/>
                  </a:lnTo>
                  <a:lnTo>
                    <a:pt x="2594535" y="300511"/>
                  </a:lnTo>
                  <a:lnTo>
                    <a:pt x="2594509" y="300534"/>
                  </a:lnTo>
                  <a:lnTo>
                    <a:pt x="2594446" y="300586"/>
                  </a:lnTo>
                  <a:lnTo>
                    <a:pt x="2594373" y="300640"/>
                  </a:lnTo>
                  <a:lnTo>
                    <a:pt x="2594302" y="300689"/>
                  </a:lnTo>
                  <a:lnTo>
                    <a:pt x="2594177" y="300764"/>
                  </a:lnTo>
                  <a:lnTo>
                    <a:pt x="2594107" y="300806"/>
                  </a:lnTo>
                  <a:lnTo>
                    <a:pt x="2594046" y="300838"/>
                  </a:lnTo>
                  <a:lnTo>
                    <a:pt x="2593968" y="300884"/>
                  </a:lnTo>
                  <a:lnTo>
                    <a:pt x="2593877" y="300937"/>
                  </a:lnTo>
                  <a:lnTo>
                    <a:pt x="2593798" y="300981"/>
                  </a:lnTo>
                  <a:lnTo>
                    <a:pt x="2593735" y="301012"/>
                  </a:lnTo>
                  <a:lnTo>
                    <a:pt x="2593675" y="301041"/>
                  </a:lnTo>
                  <a:lnTo>
                    <a:pt x="2593632" y="301059"/>
                  </a:lnTo>
                  <a:lnTo>
                    <a:pt x="2593525" y="301098"/>
                  </a:lnTo>
                  <a:lnTo>
                    <a:pt x="2593465" y="301112"/>
                  </a:lnTo>
                  <a:lnTo>
                    <a:pt x="2593381" y="301131"/>
                  </a:lnTo>
                  <a:lnTo>
                    <a:pt x="2593263" y="301146"/>
                  </a:lnTo>
                  <a:lnTo>
                    <a:pt x="2593215" y="301151"/>
                  </a:lnTo>
                  <a:lnTo>
                    <a:pt x="2593168" y="301159"/>
                  </a:lnTo>
                  <a:lnTo>
                    <a:pt x="2593108" y="301164"/>
                  </a:lnTo>
                  <a:lnTo>
                    <a:pt x="2592991" y="301171"/>
                  </a:lnTo>
                  <a:lnTo>
                    <a:pt x="2592895" y="301178"/>
                  </a:lnTo>
                  <a:lnTo>
                    <a:pt x="2592824" y="301185"/>
                  </a:lnTo>
                  <a:lnTo>
                    <a:pt x="2592758" y="301192"/>
                  </a:lnTo>
                  <a:lnTo>
                    <a:pt x="2592687" y="301202"/>
                  </a:lnTo>
                  <a:lnTo>
                    <a:pt x="2592607" y="301211"/>
                  </a:lnTo>
                  <a:lnTo>
                    <a:pt x="2592551" y="301220"/>
                  </a:lnTo>
                  <a:lnTo>
                    <a:pt x="2592495" y="301233"/>
                  </a:lnTo>
                  <a:lnTo>
                    <a:pt x="2592446" y="301250"/>
                  </a:lnTo>
                  <a:lnTo>
                    <a:pt x="2592402" y="301271"/>
                  </a:lnTo>
                  <a:lnTo>
                    <a:pt x="2592362" y="301293"/>
                  </a:lnTo>
                  <a:lnTo>
                    <a:pt x="2592303" y="301334"/>
                  </a:lnTo>
                  <a:lnTo>
                    <a:pt x="2592242" y="301375"/>
                  </a:lnTo>
                  <a:lnTo>
                    <a:pt x="2592152" y="301443"/>
                  </a:lnTo>
                  <a:lnTo>
                    <a:pt x="2592100" y="301492"/>
                  </a:lnTo>
                  <a:lnTo>
                    <a:pt x="2592067" y="301527"/>
                  </a:lnTo>
                  <a:lnTo>
                    <a:pt x="2592042" y="301559"/>
                  </a:lnTo>
                  <a:lnTo>
                    <a:pt x="2592000" y="301610"/>
                  </a:lnTo>
                  <a:lnTo>
                    <a:pt x="2591963" y="301648"/>
                  </a:lnTo>
                  <a:lnTo>
                    <a:pt x="2591908" y="301690"/>
                  </a:lnTo>
                  <a:lnTo>
                    <a:pt x="2591841" y="301734"/>
                  </a:lnTo>
                  <a:lnTo>
                    <a:pt x="2591737" y="301814"/>
                  </a:lnTo>
                  <a:lnTo>
                    <a:pt x="2591681" y="301863"/>
                  </a:lnTo>
                  <a:lnTo>
                    <a:pt x="2591632" y="301919"/>
                  </a:lnTo>
                  <a:lnTo>
                    <a:pt x="2591614" y="301937"/>
                  </a:lnTo>
                  <a:lnTo>
                    <a:pt x="2591553" y="301998"/>
                  </a:lnTo>
                  <a:lnTo>
                    <a:pt x="2591408" y="302115"/>
                  </a:lnTo>
                  <a:lnTo>
                    <a:pt x="2591370" y="302143"/>
                  </a:lnTo>
                  <a:lnTo>
                    <a:pt x="2591342" y="302173"/>
                  </a:lnTo>
                  <a:lnTo>
                    <a:pt x="2591318" y="302212"/>
                  </a:lnTo>
                  <a:lnTo>
                    <a:pt x="2591293" y="302260"/>
                  </a:lnTo>
                  <a:lnTo>
                    <a:pt x="2591263" y="302325"/>
                  </a:lnTo>
                  <a:lnTo>
                    <a:pt x="2591258" y="302363"/>
                  </a:lnTo>
                  <a:lnTo>
                    <a:pt x="2591242" y="302415"/>
                  </a:lnTo>
                  <a:lnTo>
                    <a:pt x="2591220" y="302494"/>
                  </a:lnTo>
                  <a:lnTo>
                    <a:pt x="2591211" y="302524"/>
                  </a:lnTo>
                  <a:lnTo>
                    <a:pt x="2591192" y="302566"/>
                  </a:lnTo>
                  <a:lnTo>
                    <a:pt x="2591173" y="302598"/>
                  </a:lnTo>
                  <a:lnTo>
                    <a:pt x="2591155" y="302623"/>
                  </a:lnTo>
                  <a:lnTo>
                    <a:pt x="2591127" y="302661"/>
                  </a:lnTo>
                  <a:lnTo>
                    <a:pt x="2591104" y="302700"/>
                  </a:lnTo>
                  <a:lnTo>
                    <a:pt x="2591080" y="302760"/>
                  </a:lnTo>
                  <a:lnTo>
                    <a:pt x="2591050" y="302845"/>
                  </a:lnTo>
                  <a:lnTo>
                    <a:pt x="2591032" y="302913"/>
                  </a:lnTo>
                  <a:lnTo>
                    <a:pt x="2591010" y="302979"/>
                  </a:lnTo>
                  <a:lnTo>
                    <a:pt x="2590992" y="303030"/>
                  </a:lnTo>
                  <a:lnTo>
                    <a:pt x="2590973" y="303084"/>
                  </a:lnTo>
                  <a:lnTo>
                    <a:pt x="2590951" y="303174"/>
                  </a:lnTo>
                  <a:lnTo>
                    <a:pt x="2590938" y="303216"/>
                  </a:lnTo>
                  <a:lnTo>
                    <a:pt x="2590929" y="303266"/>
                  </a:lnTo>
                  <a:lnTo>
                    <a:pt x="2590918" y="303339"/>
                  </a:lnTo>
                  <a:lnTo>
                    <a:pt x="2590910" y="303408"/>
                  </a:lnTo>
                  <a:lnTo>
                    <a:pt x="2590903" y="303457"/>
                  </a:lnTo>
                  <a:lnTo>
                    <a:pt x="2590900" y="303523"/>
                  </a:lnTo>
                  <a:lnTo>
                    <a:pt x="2590910" y="303543"/>
                  </a:lnTo>
                  <a:lnTo>
                    <a:pt x="2590895" y="303580"/>
                  </a:lnTo>
                  <a:lnTo>
                    <a:pt x="2590879" y="303613"/>
                  </a:lnTo>
                  <a:lnTo>
                    <a:pt x="2590859" y="303664"/>
                  </a:lnTo>
                  <a:lnTo>
                    <a:pt x="2590846" y="303704"/>
                  </a:lnTo>
                  <a:lnTo>
                    <a:pt x="2590837" y="303733"/>
                  </a:lnTo>
                  <a:lnTo>
                    <a:pt x="2590819" y="303799"/>
                  </a:lnTo>
                  <a:lnTo>
                    <a:pt x="2590801" y="303856"/>
                  </a:lnTo>
                  <a:lnTo>
                    <a:pt x="2590782" y="303889"/>
                  </a:lnTo>
                  <a:lnTo>
                    <a:pt x="2590767" y="303931"/>
                  </a:lnTo>
                  <a:lnTo>
                    <a:pt x="2590747" y="303979"/>
                  </a:lnTo>
                  <a:lnTo>
                    <a:pt x="2590729" y="304022"/>
                  </a:lnTo>
                  <a:lnTo>
                    <a:pt x="2590704" y="304075"/>
                  </a:lnTo>
                  <a:lnTo>
                    <a:pt x="2590696" y="304109"/>
                  </a:lnTo>
                  <a:lnTo>
                    <a:pt x="2590687" y="304141"/>
                  </a:lnTo>
                  <a:lnTo>
                    <a:pt x="2590672" y="304208"/>
                  </a:lnTo>
                  <a:lnTo>
                    <a:pt x="2590645" y="304283"/>
                  </a:lnTo>
                  <a:lnTo>
                    <a:pt x="2590627" y="304345"/>
                  </a:lnTo>
                  <a:lnTo>
                    <a:pt x="2590605" y="304398"/>
                  </a:lnTo>
                  <a:lnTo>
                    <a:pt x="2590584" y="304438"/>
                  </a:lnTo>
                  <a:lnTo>
                    <a:pt x="2590560" y="304480"/>
                  </a:lnTo>
                  <a:lnTo>
                    <a:pt x="2590537" y="304535"/>
                  </a:lnTo>
                  <a:lnTo>
                    <a:pt x="2590511" y="304584"/>
                  </a:lnTo>
                  <a:lnTo>
                    <a:pt x="2590479" y="304637"/>
                  </a:lnTo>
                  <a:lnTo>
                    <a:pt x="2590452" y="304679"/>
                  </a:lnTo>
                  <a:lnTo>
                    <a:pt x="2590438" y="304713"/>
                  </a:lnTo>
                  <a:lnTo>
                    <a:pt x="2590427" y="304756"/>
                  </a:lnTo>
                  <a:lnTo>
                    <a:pt x="2590425" y="304840"/>
                  </a:lnTo>
                  <a:lnTo>
                    <a:pt x="2590423" y="304886"/>
                  </a:lnTo>
                  <a:lnTo>
                    <a:pt x="2590412" y="305044"/>
                  </a:lnTo>
                  <a:lnTo>
                    <a:pt x="2590404" y="305152"/>
                  </a:lnTo>
                  <a:lnTo>
                    <a:pt x="2590397" y="305200"/>
                  </a:lnTo>
                  <a:lnTo>
                    <a:pt x="2590384" y="305268"/>
                  </a:lnTo>
                  <a:lnTo>
                    <a:pt x="2590377" y="305318"/>
                  </a:lnTo>
                  <a:lnTo>
                    <a:pt x="2590367" y="305351"/>
                  </a:lnTo>
                  <a:lnTo>
                    <a:pt x="2590354" y="305376"/>
                  </a:lnTo>
                  <a:lnTo>
                    <a:pt x="2590340" y="305397"/>
                  </a:lnTo>
                  <a:lnTo>
                    <a:pt x="2590319" y="305424"/>
                  </a:lnTo>
                  <a:lnTo>
                    <a:pt x="2590300" y="305445"/>
                  </a:lnTo>
                  <a:lnTo>
                    <a:pt x="2590278" y="305472"/>
                  </a:lnTo>
                  <a:lnTo>
                    <a:pt x="2590253" y="305520"/>
                  </a:lnTo>
                  <a:lnTo>
                    <a:pt x="2590241" y="305545"/>
                  </a:lnTo>
                  <a:lnTo>
                    <a:pt x="2590227" y="305579"/>
                  </a:lnTo>
                  <a:lnTo>
                    <a:pt x="2590217" y="305611"/>
                  </a:lnTo>
                  <a:lnTo>
                    <a:pt x="2590204" y="305655"/>
                  </a:lnTo>
                  <a:lnTo>
                    <a:pt x="2590197" y="305706"/>
                  </a:lnTo>
                  <a:lnTo>
                    <a:pt x="2590193" y="305759"/>
                  </a:lnTo>
                  <a:lnTo>
                    <a:pt x="2590193" y="305807"/>
                  </a:lnTo>
                  <a:lnTo>
                    <a:pt x="2590198" y="305838"/>
                  </a:lnTo>
                  <a:lnTo>
                    <a:pt x="2590213" y="305864"/>
                  </a:lnTo>
                  <a:lnTo>
                    <a:pt x="2590250" y="305937"/>
                  </a:lnTo>
                  <a:lnTo>
                    <a:pt x="2590260" y="305954"/>
                  </a:lnTo>
                  <a:lnTo>
                    <a:pt x="2590271" y="305975"/>
                  </a:lnTo>
                  <a:lnTo>
                    <a:pt x="2590299" y="306027"/>
                  </a:lnTo>
                  <a:lnTo>
                    <a:pt x="2590316" y="306058"/>
                  </a:lnTo>
                  <a:lnTo>
                    <a:pt x="2590333" y="306086"/>
                  </a:lnTo>
                  <a:lnTo>
                    <a:pt x="2590348" y="306120"/>
                  </a:lnTo>
                  <a:lnTo>
                    <a:pt x="2590371" y="306159"/>
                  </a:lnTo>
                  <a:lnTo>
                    <a:pt x="2590385" y="306197"/>
                  </a:lnTo>
                  <a:lnTo>
                    <a:pt x="2590394" y="306223"/>
                  </a:lnTo>
                  <a:lnTo>
                    <a:pt x="2590405" y="306257"/>
                  </a:lnTo>
                  <a:lnTo>
                    <a:pt x="2590420" y="306303"/>
                  </a:lnTo>
                  <a:lnTo>
                    <a:pt x="2590436" y="306350"/>
                  </a:lnTo>
                  <a:lnTo>
                    <a:pt x="2590443" y="306364"/>
                  </a:lnTo>
                  <a:lnTo>
                    <a:pt x="2590464" y="306401"/>
                  </a:lnTo>
                  <a:lnTo>
                    <a:pt x="2590480" y="306431"/>
                  </a:lnTo>
                  <a:lnTo>
                    <a:pt x="2590511" y="306465"/>
                  </a:lnTo>
                  <a:lnTo>
                    <a:pt x="2590545" y="306507"/>
                  </a:lnTo>
                  <a:lnTo>
                    <a:pt x="2590568" y="306535"/>
                  </a:lnTo>
                  <a:lnTo>
                    <a:pt x="2590589" y="306556"/>
                  </a:lnTo>
                  <a:lnTo>
                    <a:pt x="2590626" y="306587"/>
                  </a:lnTo>
                  <a:lnTo>
                    <a:pt x="2590692" y="306641"/>
                  </a:lnTo>
                  <a:lnTo>
                    <a:pt x="2590749" y="306692"/>
                  </a:lnTo>
                  <a:lnTo>
                    <a:pt x="2590788" y="306738"/>
                  </a:lnTo>
                  <a:lnTo>
                    <a:pt x="2590805" y="306762"/>
                  </a:lnTo>
                  <a:lnTo>
                    <a:pt x="2590844" y="306803"/>
                  </a:lnTo>
                  <a:lnTo>
                    <a:pt x="2590882" y="306831"/>
                  </a:lnTo>
                  <a:lnTo>
                    <a:pt x="2590940" y="306866"/>
                  </a:lnTo>
                  <a:lnTo>
                    <a:pt x="2591033" y="306921"/>
                  </a:lnTo>
                  <a:lnTo>
                    <a:pt x="2591073" y="306948"/>
                  </a:lnTo>
                  <a:lnTo>
                    <a:pt x="2591122" y="306979"/>
                  </a:lnTo>
                  <a:lnTo>
                    <a:pt x="2591171" y="307012"/>
                  </a:lnTo>
                  <a:lnTo>
                    <a:pt x="2591215" y="307037"/>
                  </a:lnTo>
                  <a:lnTo>
                    <a:pt x="2591244" y="307052"/>
                  </a:lnTo>
                  <a:lnTo>
                    <a:pt x="2591276" y="307062"/>
                  </a:lnTo>
                  <a:lnTo>
                    <a:pt x="2591326" y="307077"/>
                  </a:lnTo>
                  <a:lnTo>
                    <a:pt x="2591367" y="307086"/>
                  </a:lnTo>
                  <a:lnTo>
                    <a:pt x="2591404" y="307092"/>
                  </a:lnTo>
                  <a:lnTo>
                    <a:pt x="2591448" y="307099"/>
                  </a:lnTo>
                  <a:lnTo>
                    <a:pt x="2591524" y="307126"/>
                  </a:lnTo>
                  <a:lnTo>
                    <a:pt x="2591540" y="307135"/>
                  </a:lnTo>
                  <a:lnTo>
                    <a:pt x="2591931" y="307506"/>
                  </a:lnTo>
                  <a:lnTo>
                    <a:pt x="2592162" y="307674"/>
                  </a:lnTo>
                  <a:lnTo>
                    <a:pt x="2592318" y="307841"/>
                  </a:lnTo>
                  <a:lnTo>
                    <a:pt x="2592452" y="307969"/>
                  </a:lnTo>
                  <a:lnTo>
                    <a:pt x="2592875" y="308468"/>
                  </a:lnTo>
                  <a:lnTo>
                    <a:pt x="2592935" y="308610"/>
                  </a:lnTo>
                  <a:lnTo>
                    <a:pt x="2593118" y="308873"/>
                  </a:lnTo>
                  <a:lnTo>
                    <a:pt x="2593266" y="309213"/>
                  </a:lnTo>
                  <a:lnTo>
                    <a:pt x="2593287" y="309391"/>
                  </a:lnTo>
                  <a:lnTo>
                    <a:pt x="2593327" y="310071"/>
                  </a:lnTo>
                  <a:lnTo>
                    <a:pt x="2593309" y="310274"/>
                  </a:lnTo>
                  <a:lnTo>
                    <a:pt x="2593244" y="310481"/>
                  </a:lnTo>
                  <a:lnTo>
                    <a:pt x="2593221" y="310887"/>
                  </a:lnTo>
                  <a:lnTo>
                    <a:pt x="2593217" y="310912"/>
                  </a:lnTo>
                  <a:lnTo>
                    <a:pt x="2593211" y="310941"/>
                  </a:lnTo>
                  <a:lnTo>
                    <a:pt x="2593208" y="310984"/>
                  </a:lnTo>
                  <a:lnTo>
                    <a:pt x="2593210" y="311009"/>
                  </a:lnTo>
                  <a:lnTo>
                    <a:pt x="2593216" y="311039"/>
                  </a:lnTo>
                  <a:lnTo>
                    <a:pt x="2593223" y="311062"/>
                  </a:lnTo>
                  <a:lnTo>
                    <a:pt x="2593239" y="311097"/>
                  </a:lnTo>
                  <a:lnTo>
                    <a:pt x="2593250" y="311129"/>
                  </a:lnTo>
                  <a:lnTo>
                    <a:pt x="2593269" y="311166"/>
                  </a:lnTo>
                  <a:lnTo>
                    <a:pt x="2593285" y="311199"/>
                  </a:lnTo>
                  <a:lnTo>
                    <a:pt x="2593301" y="311224"/>
                  </a:lnTo>
                  <a:lnTo>
                    <a:pt x="2593318" y="311265"/>
                  </a:lnTo>
                  <a:lnTo>
                    <a:pt x="2593341" y="311300"/>
                  </a:lnTo>
                  <a:lnTo>
                    <a:pt x="2593358" y="311331"/>
                  </a:lnTo>
                  <a:lnTo>
                    <a:pt x="2593372" y="311362"/>
                  </a:lnTo>
                  <a:lnTo>
                    <a:pt x="2593379" y="311390"/>
                  </a:lnTo>
                  <a:lnTo>
                    <a:pt x="2593385" y="311430"/>
                  </a:lnTo>
                  <a:lnTo>
                    <a:pt x="2593392" y="311467"/>
                  </a:lnTo>
                  <a:lnTo>
                    <a:pt x="2593397" y="311531"/>
                  </a:lnTo>
                  <a:lnTo>
                    <a:pt x="2593397" y="311604"/>
                  </a:lnTo>
                  <a:lnTo>
                    <a:pt x="2593399" y="311639"/>
                  </a:lnTo>
                  <a:lnTo>
                    <a:pt x="2593397" y="311741"/>
                  </a:lnTo>
                  <a:lnTo>
                    <a:pt x="2593394" y="311779"/>
                  </a:lnTo>
                  <a:lnTo>
                    <a:pt x="2593393" y="311811"/>
                  </a:lnTo>
                  <a:lnTo>
                    <a:pt x="2593385" y="311869"/>
                  </a:lnTo>
                  <a:lnTo>
                    <a:pt x="2593382" y="311904"/>
                  </a:lnTo>
                  <a:lnTo>
                    <a:pt x="2593375" y="311934"/>
                  </a:lnTo>
                  <a:lnTo>
                    <a:pt x="2593360" y="311992"/>
                  </a:lnTo>
                  <a:lnTo>
                    <a:pt x="2593345" y="312044"/>
                  </a:lnTo>
                  <a:lnTo>
                    <a:pt x="2593335" y="312072"/>
                  </a:lnTo>
                  <a:lnTo>
                    <a:pt x="2593308" y="312135"/>
                  </a:lnTo>
                  <a:lnTo>
                    <a:pt x="2593290" y="312212"/>
                  </a:lnTo>
                  <a:lnTo>
                    <a:pt x="2593228" y="312660"/>
                  </a:lnTo>
                  <a:lnTo>
                    <a:pt x="2593072" y="312934"/>
                  </a:lnTo>
                  <a:lnTo>
                    <a:pt x="2592927" y="313174"/>
                  </a:lnTo>
                  <a:lnTo>
                    <a:pt x="2592522" y="313360"/>
                  </a:lnTo>
                  <a:lnTo>
                    <a:pt x="2592140" y="313456"/>
                  </a:lnTo>
                  <a:lnTo>
                    <a:pt x="2591664" y="313444"/>
                  </a:lnTo>
                  <a:lnTo>
                    <a:pt x="2591653" y="313445"/>
                  </a:lnTo>
                  <a:lnTo>
                    <a:pt x="2591617" y="313445"/>
                  </a:lnTo>
                  <a:lnTo>
                    <a:pt x="2591574" y="313447"/>
                  </a:lnTo>
                  <a:lnTo>
                    <a:pt x="2591535" y="313454"/>
                  </a:lnTo>
                  <a:lnTo>
                    <a:pt x="2591494" y="313458"/>
                  </a:lnTo>
                  <a:lnTo>
                    <a:pt x="2591453" y="313460"/>
                  </a:lnTo>
                  <a:lnTo>
                    <a:pt x="2591412" y="313464"/>
                  </a:lnTo>
                  <a:lnTo>
                    <a:pt x="2591371" y="313469"/>
                  </a:lnTo>
                  <a:lnTo>
                    <a:pt x="2591330" y="313473"/>
                  </a:lnTo>
                  <a:lnTo>
                    <a:pt x="2591289" y="313473"/>
                  </a:lnTo>
                  <a:lnTo>
                    <a:pt x="2591247" y="313477"/>
                  </a:lnTo>
                  <a:lnTo>
                    <a:pt x="2591206" y="313478"/>
                  </a:lnTo>
                  <a:lnTo>
                    <a:pt x="2591165" y="313480"/>
                  </a:lnTo>
                  <a:lnTo>
                    <a:pt x="2591123" y="313480"/>
                  </a:lnTo>
                  <a:lnTo>
                    <a:pt x="2591082" y="313481"/>
                  </a:lnTo>
                  <a:lnTo>
                    <a:pt x="2591041" y="313480"/>
                  </a:lnTo>
                  <a:lnTo>
                    <a:pt x="2591002" y="313481"/>
                  </a:lnTo>
                  <a:lnTo>
                    <a:pt x="2590959" y="313479"/>
                  </a:lnTo>
                  <a:lnTo>
                    <a:pt x="2590918" y="313476"/>
                  </a:lnTo>
                  <a:lnTo>
                    <a:pt x="2590874" y="313476"/>
                  </a:lnTo>
                  <a:lnTo>
                    <a:pt x="2590836" y="313475"/>
                  </a:lnTo>
                  <a:lnTo>
                    <a:pt x="2590778" y="313474"/>
                  </a:lnTo>
                  <a:lnTo>
                    <a:pt x="2590694" y="313474"/>
                  </a:lnTo>
                  <a:lnTo>
                    <a:pt x="2590651" y="313473"/>
                  </a:lnTo>
                  <a:lnTo>
                    <a:pt x="2590608" y="313471"/>
                  </a:lnTo>
                  <a:lnTo>
                    <a:pt x="2590563" y="313469"/>
                  </a:lnTo>
                  <a:lnTo>
                    <a:pt x="2590521" y="313466"/>
                  </a:lnTo>
                  <a:lnTo>
                    <a:pt x="2590480" y="313465"/>
                  </a:lnTo>
                  <a:lnTo>
                    <a:pt x="2590438" y="313463"/>
                  </a:lnTo>
                  <a:lnTo>
                    <a:pt x="2590396" y="313457"/>
                  </a:lnTo>
                  <a:lnTo>
                    <a:pt x="2590351" y="313452"/>
                  </a:lnTo>
                  <a:lnTo>
                    <a:pt x="2590286" y="313438"/>
                  </a:lnTo>
                  <a:lnTo>
                    <a:pt x="2590232" y="313429"/>
                  </a:lnTo>
                  <a:lnTo>
                    <a:pt x="2590166" y="313427"/>
                  </a:lnTo>
                  <a:lnTo>
                    <a:pt x="2590132" y="313429"/>
                  </a:lnTo>
                  <a:lnTo>
                    <a:pt x="2590068" y="313433"/>
                  </a:lnTo>
                  <a:lnTo>
                    <a:pt x="2590013" y="313440"/>
                  </a:lnTo>
                  <a:lnTo>
                    <a:pt x="2589977" y="313447"/>
                  </a:lnTo>
                  <a:lnTo>
                    <a:pt x="2589937" y="313455"/>
                  </a:lnTo>
                  <a:lnTo>
                    <a:pt x="2589905" y="313464"/>
                  </a:lnTo>
                  <a:lnTo>
                    <a:pt x="2589876" y="313472"/>
                  </a:lnTo>
                  <a:lnTo>
                    <a:pt x="2589856" y="313476"/>
                  </a:lnTo>
                  <a:lnTo>
                    <a:pt x="2589834" y="313486"/>
                  </a:lnTo>
                  <a:lnTo>
                    <a:pt x="2589804" y="313500"/>
                  </a:lnTo>
                  <a:lnTo>
                    <a:pt x="2589767" y="313524"/>
                  </a:lnTo>
                  <a:lnTo>
                    <a:pt x="2589735" y="313555"/>
                  </a:lnTo>
                  <a:lnTo>
                    <a:pt x="2589687" y="313594"/>
                  </a:lnTo>
                  <a:lnTo>
                    <a:pt x="2589657" y="313622"/>
                  </a:lnTo>
                  <a:lnTo>
                    <a:pt x="2589623" y="313653"/>
                  </a:lnTo>
                  <a:lnTo>
                    <a:pt x="2589587" y="313686"/>
                  </a:lnTo>
                  <a:lnTo>
                    <a:pt x="2589539" y="313735"/>
                  </a:lnTo>
                  <a:lnTo>
                    <a:pt x="2589489" y="313788"/>
                  </a:lnTo>
                  <a:lnTo>
                    <a:pt x="2589467" y="313812"/>
                  </a:lnTo>
                  <a:lnTo>
                    <a:pt x="2589440" y="313855"/>
                  </a:lnTo>
                  <a:lnTo>
                    <a:pt x="2589408" y="313909"/>
                  </a:lnTo>
                  <a:lnTo>
                    <a:pt x="2589391" y="313937"/>
                  </a:lnTo>
                  <a:lnTo>
                    <a:pt x="2589367" y="313971"/>
                  </a:lnTo>
                  <a:lnTo>
                    <a:pt x="2589346" y="314000"/>
                  </a:lnTo>
                  <a:lnTo>
                    <a:pt x="2589313" y="314049"/>
                  </a:lnTo>
                  <a:lnTo>
                    <a:pt x="2589284" y="314099"/>
                  </a:lnTo>
                  <a:lnTo>
                    <a:pt x="2589268" y="314129"/>
                  </a:lnTo>
                  <a:lnTo>
                    <a:pt x="2589257" y="314166"/>
                  </a:lnTo>
                  <a:lnTo>
                    <a:pt x="2589255" y="314175"/>
                  </a:lnTo>
                  <a:lnTo>
                    <a:pt x="2589241" y="314194"/>
                  </a:lnTo>
                  <a:lnTo>
                    <a:pt x="2589159" y="314417"/>
                  </a:lnTo>
                  <a:lnTo>
                    <a:pt x="2589147" y="314444"/>
                  </a:lnTo>
                  <a:lnTo>
                    <a:pt x="2589093" y="314565"/>
                  </a:lnTo>
                  <a:lnTo>
                    <a:pt x="2588845" y="314761"/>
                  </a:lnTo>
                  <a:lnTo>
                    <a:pt x="2588828" y="314770"/>
                  </a:lnTo>
                  <a:lnTo>
                    <a:pt x="2588768" y="314809"/>
                  </a:lnTo>
                  <a:lnTo>
                    <a:pt x="2588727" y="314835"/>
                  </a:lnTo>
                  <a:lnTo>
                    <a:pt x="2588701" y="314857"/>
                  </a:lnTo>
                  <a:lnTo>
                    <a:pt x="2588679" y="314885"/>
                  </a:lnTo>
                  <a:lnTo>
                    <a:pt x="2588646" y="314930"/>
                  </a:lnTo>
                  <a:lnTo>
                    <a:pt x="2588621" y="314977"/>
                  </a:lnTo>
                  <a:lnTo>
                    <a:pt x="2588606" y="315011"/>
                  </a:lnTo>
                  <a:lnTo>
                    <a:pt x="2588596" y="315043"/>
                  </a:lnTo>
                  <a:lnTo>
                    <a:pt x="2588581" y="315076"/>
                  </a:lnTo>
                  <a:lnTo>
                    <a:pt x="2588570" y="315106"/>
                  </a:lnTo>
                  <a:lnTo>
                    <a:pt x="2588559" y="315135"/>
                  </a:lnTo>
                  <a:lnTo>
                    <a:pt x="2588548" y="315166"/>
                  </a:lnTo>
                  <a:lnTo>
                    <a:pt x="2588543" y="315201"/>
                  </a:lnTo>
                  <a:lnTo>
                    <a:pt x="2588540" y="315233"/>
                  </a:lnTo>
                  <a:lnTo>
                    <a:pt x="2588542" y="315271"/>
                  </a:lnTo>
                  <a:lnTo>
                    <a:pt x="2588549" y="315300"/>
                  </a:lnTo>
                  <a:lnTo>
                    <a:pt x="2588554" y="315328"/>
                  </a:lnTo>
                  <a:lnTo>
                    <a:pt x="2588563" y="315362"/>
                  </a:lnTo>
                  <a:lnTo>
                    <a:pt x="2588570" y="315388"/>
                  </a:lnTo>
                  <a:lnTo>
                    <a:pt x="2588580" y="315417"/>
                  </a:lnTo>
                  <a:lnTo>
                    <a:pt x="2588589" y="315443"/>
                  </a:lnTo>
                  <a:lnTo>
                    <a:pt x="2588602" y="315490"/>
                  </a:lnTo>
                  <a:lnTo>
                    <a:pt x="2588613" y="315532"/>
                  </a:lnTo>
                  <a:lnTo>
                    <a:pt x="2588625" y="315583"/>
                  </a:lnTo>
                  <a:lnTo>
                    <a:pt x="2588632" y="315636"/>
                  </a:lnTo>
                  <a:lnTo>
                    <a:pt x="2588635" y="315678"/>
                  </a:lnTo>
                  <a:lnTo>
                    <a:pt x="2588640" y="315828"/>
                  </a:lnTo>
                  <a:lnTo>
                    <a:pt x="2588643" y="315877"/>
                  </a:lnTo>
                  <a:lnTo>
                    <a:pt x="2588641" y="315921"/>
                  </a:lnTo>
                  <a:lnTo>
                    <a:pt x="2588636" y="315965"/>
                  </a:lnTo>
                  <a:lnTo>
                    <a:pt x="2588624" y="316031"/>
                  </a:lnTo>
                  <a:lnTo>
                    <a:pt x="2588609" y="316096"/>
                  </a:lnTo>
                  <a:lnTo>
                    <a:pt x="2588591" y="316154"/>
                  </a:lnTo>
                  <a:lnTo>
                    <a:pt x="2588579" y="316190"/>
                  </a:lnTo>
                  <a:lnTo>
                    <a:pt x="2588558" y="316241"/>
                  </a:lnTo>
                  <a:lnTo>
                    <a:pt x="2588535" y="316287"/>
                  </a:lnTo>
                  <a:lnTo>
                    <a:pt x="2588503" y="316339"/>
                  </a:lnTo>
                  <a:lnTo>
                    <a:pt x="2588469" y="316395"/>
                  </a:lnTo>
                  <a:lnTo>
                    <a:pt x="2588426" y="316451"/>
                  </a:lnTo>
                  <a:lnTo>
                    <a:pt x="2588368" y="316530"/>
                  </a:lnTo>
                  <a:lnTo>
                    <a:pt x="2588332" y="316571"/>
                  </a:lnTo>
                  <a:lnTo>
                    <a:pt x="2588289" y="316625"/>
                  </a:lnTo>
                  <a:lnTo>
                    <a:pt x="2588235" y="316689"/>
                  </a:lnTo>
                  <a:lnTo>
                    <a:pt x="2588209" y="316716"/>
                  </a:lnTo>
                  <a:lnTo>
                    <a:pt x="2588172" y="316756"/>
                  </a:lnTo>
                  <a:lnTo>
                    <a:pt x="2588151" y="316779"/>
                  </a:lnTo>
                  <a:lnTo>
                    <a:pt x="2588124" y="316811"/>
                  </a:lnTo>
                  <a:lnTo>
                    <a:pt x="2588111" y="316827"/>
                  </a:lnTo>
                  <a:lnTo>
                    <a:pt x="2588013" y="316929"/>
                  </a:lnTo>
                  <a:lnTo>
                    <a:pt x="2587980" y="317000"/>
                  </a:lnTo>
                  <a:lnTo>
                    <a:pt x="2587966" y="317040"/>
                  </a:lnTo>
                  <a:lnTo>
                    <a:pt x="2587967" y="317085"/>
                  </a:lnTo>
                  <a:lnTo>
                    <a:pt x="2587964" y="317093"/>
                  </a:lnTo>
                  <a:lnTo>
                    <a:pt x="2587957" y="317122"/>
                  </a:lnTo>
                  <a:lnTo>
                    <a:pt x="2587951" y="317153"/>
                  </a:lnTo>
                  <a:lnTo>
                    <a:pt x="2587942" y="317185"/>
                  </a:lnTo>
                  <a:lnTo>
                    <a:pt x="2587932" y="317218"/>
                  </a:lnTo>
                  <a:lnTo>
                    <a:pt x="2587925" y="317249"/>
                  </a:lnTo>
                  <a:lnTo>
                    <a:pt x="2587923" y="317279"/>
                  </a:lnTo>
                  <a:lnTo>
                    <a:pt x="2587925" y="317311"/>
                  </a:lnTo>
                  <a:lnTo>
                    <a:pt x="2587928" y="317346"/>
                  </a:lnTo>
                  <a:lnTo>
                    <a:pt x="2587932" y="317378"/>
                  </a:lnTo>
                  <a:lnTo>
                    <a:pt x="2587940" y="317411"/>
                  </a:lnTo>
                  <a:lnTo>
                    <a:pt x="2587945" y="317437"/>
                  </a:lnTo>
                  <a:lnTo>
                    <a:pt x="2587950" y="317468"/>
                  </a:lnTo>
                  <a:lnTo>
                    <a:pt x="2587954" y="317503"/>
                  </a:lnTo>
                  <a:lnTo>
                    <a:pt x="2587956" y="317537"/>
                  </a:lnTo>
                  <a:lnTo>
                    <a:pt x="2587956" y="317569"/>
                  </a:lnTo>
                  <a:lnTo>
                    <a:pt x="2587957" y="317595"/>
                  </a:lnTo>
                  <a:lnTo>
                    <a:pt x="2587956" y="317635"/>
                  </a:lnTo>
                  <a:lnTo>
                    <a:pt x="2587958" y="317683"/>
                  </a:lnTo>
                  <a:lnTo>
                    <a:pt x="2587962" y="317749"/>
                  </a:lnTo>
                  <a:lnTo>
                    <a:pt x="2587959" y="317780"/>
                  </a:lnTo>
                  <a:lnTo>
                    <a:pt x="2587801" y="317925"/>
                  </a:lnTo>
                  <a:lnTo>
                    <a:pt x="2587603" y="318034"/>
                  </a:lnTo>
                  <a:lnTo>
                    <a:pt x="2587063" y="318435"/>
                  </a:lnTo>
                  <a:lnTo>
                    <a:pt x="2586762" y="318622"/>
                  </a:lnTo>
                  <a:lnTo>
                    <a:pt x="2586557" y="318740"/>
                  </a:lnTo>
                  <a:lnTo>
                    <a:pt x="2586460" y="318807"/>
                  </a:lnTo>
                  <a:lnTo>
                    <a:pt x="2586330" y="318925"/>
                  </a:lnTo>
                  <a:lnTo>
                    <a:pt x="2586180" y="319112"/>
                  </a:lnTo>
                  <a:lnTo>
                    <a:pt x="2586127" y="319177"/>
                  </a:lnTo>
                  <a:lnTo>
                    <a:pt x="2586121" y="319210"/>
                  </a:lnTo>
                  <a:lnTo>
                    <a:pt x="2586118" y="319421"/>
                  </a:lnTo>
                  <a:lnTo>
                    <a:pt x="2586111" y="319450"/>
                  </a:lnTo>
                  <a:lnTo>
                    <a:pt x="2586105" y="319464"/>
                  </a:lnTo>
                  <a:lnTo>
                    <a:pt x="2586097" y="319486"/>
                  </a:lnTo>
                  <a:lnTo>
                    <a:pt x="2586094" y="319507"/>
                  </a:lnTo>
                  <a:lnTo>
                    <a:pt x="2586090" y="319539"/>
                  </a:lnTo>
                  <a:lnTo>
                    <a:pt x="2586090" y="319565"/>
                  </a:lnTo>
                  <a:lnTo>
                    <a:pt x="2586097" y="319586"/>
                  </a:lnTo>
                  <a:lnTo>
                    <a:pt x="2586106" y="319610"/>
                  </a:lnTo>
                  <a:lnTo>
                    <a:pt x="2586117" y="319632"/>
                  </a:lnTo>
                  <a:lnTo>
                    <a:pt x="2586135" y="319658"/>
                  </a:lnTo>
                  <a:lnTo>
                    <a:pt x="2586146" y="319685"/>
                  </a:lnTo>
                  <a:lnTo>
                    <a:pt x="2586151" y="319696"/>
                  </a:lnTo>
                  <a:lnTo>
                    <a:pt x="2586226" y="319762"/>
                  </a:lnTo>
                  <a:lnTo>
                    <a:pt x="2586281" y="319811"/>
                  </a:lnTo>
                  <a:lnTo>
                    <a:pt x="2586346" y="319854"/>
                  </a:lnTo>
                  <a:lnTo>
                    <a:pt x="2586372" y="319868"/>
                  </a:lnTo>
                  <a:lnTo>
                    <a:pt x="2586416" y="319888"/>
                  </a:lnTo>
                  <a:lnTo>
                    <a:pt x="2586456" y="319904"/>
                  </a:lnTo>
                  <a:lnTo>
                    <a:pt x="2586498" y="319922"/>
                  </a:lnTo>
                  <a:lnTo>
                    <a:pt x="2586539" y="319949"/>
                  </a:lnTo>
                  <a:lnTo>
                    <a:pt x="2586599" y="319998"/>
                  </a:lnTo>
                  <a:lnTo>
                    <a:pt x="2586621" y="320023"/>
                  </a:lnTo>
                  <a:lnTo>
                    <a:pt x="2586648" y="320061"/>
                  </a:lnTo>
                  <a:lnTo>
                    <a:pt x="2586673" y="320099"/>
                  </a:lnTo>
                  <a:lnTo>
                    <a:pt x="2586690" y="320149"/>
                  </a:lnTo>
                  <a:lnTo>
                    <a:pt x="2586691" y="320217"/>
                  </a:lnTo>
                  <a:lnTo>
                    <a:pt x="2586688" y="320268"/>
                  </a:lnTo>
                  <a:lnTo>
                    <a:pt x="2586678" y="320338"/>
                  </a:lnTo>
                  <a:lnTo>
                    <a:pt x="2586680" y="320406"/>
                  </a:lnTo>
                  <a:lnTo>
                    <a:pt x="2586684" y="320473"/>
                  </a:lnTo>
                  <a:lnTo>
                    <a:pt x="2586704" y="320547"/>
                  </a:lnTo>
                  <a:lnTo>
                    <a:pt x="2586725" y="320607"/>
                  </a:lnTo>
                  <a:lnTo>
                    <a:pt x="2586742" y="320659"/>
                  </a:lnTo>
                  <a:lnTo>
                    <a:pt x="2586757" y="320732"/>
                  </a:lnTo>
                  <a:lnTo>
                    <a:pt x="2586761" y="320792"/>
                  </a:lnTo>
                  <a:lnTo>
                    <a:pt x="2586762" y="320930"/>
                  </a:lnTo>
                  <a:lnTo>
                    <a:pt x="2586751" y="321004"/>
                  </a:lnTo>
                  <a:lnTo>
                    <a:pt x="2586722" y="321127"/>
                  </a:lnTo>
                  <a:lnTo>
                    <a:pt x="2586691" y="321227"/>
                  </a:lnTo>
                  <a:lnTo>
                    <a:pt x="2586639" y="321388"/>
                  </a:lnTo>
                  <a:lnTo>
                    <a:pt x="2586616" y="321470"/>
                  </a:lnTo>
                  <a:lnTo>
                    <a:pt x="2586592" y="321527"/>
                  </a:lnTo>
                  <a:lnTo>
                    <a:pt x="2586560" y="321575"/>
                  </a:lnTo>
                  <a:lnTo>
                    <a:pt x="2586480" y="321657"/>
                  </a:lnTo>
                  <a:lnTo>
                    <a:pt x="2586368" y="321890"/>
                  </a:lnTo>
                  <a:lnTo>
                    <a:pt x="2586150" y="322127"/>
                  </a:lnTo>
                  <a:lnTo>
                    <a:pt x="2585937" y="322524"/>
                  </a:lnTo>
                  <a:lnTo>
                    <a:pt x="2585828" y="322776"/>
                  </a:lnTo>
                  <a:lnTo>
                    <a:pt x="2585746" y="323080"/>
                  </a:lnTo>
                  <a:lnTo>
                    <a:pt x="2585409" y="323667"/>
                  </a:lnTo>
                  <a:lnTo>
                    <a:pt x="2585376" y="323694"/>
                  </a:lnTo>
                  <a:lnTo>
                    <a:pt x="2585336" y="323745"/>
                  </a:lnTo>
                  <a:lnTo>
                    <a:pt x="2585328" y="323762"/>
                  </a:lnTo>
                  <a:lnTo>
                    <a:pt x="2585326" y="323782"/>
                  </a:lnTo>
                  <a:lnTo>
                    <a:pt x="2585322" y="323803"/>
                  </a:lnTo>
                  <a:lnTo>
                    <a:pt x="2585316" y="323854"/>
                  </a:lnTo>
                  <a:lnTo>
                    <a:pt x="2585318" y="323892"/>
                  </a:lnTo>
                  <a:lnTo>
                    <a:pt x="2585325" y="323937"/>
                  </a:lnTo>
                  <a:lnTo>
                    <a:pt x="2585346" y="323999"/>
                  </a:lnTo>
                  <a:lnTo>
                    <a:pt x="2585365" y="324052"/>
                  </a:lnTo>
                  <a:lnTo>
                    <a:pt x="2585382" y="324105"/>
                  </a:lnTo>
                  <a:lnTo>
                    <a:pt x="2585397" y="324144"/>
                  </a:lnTo>
                  <a:lnTo>
                    <a:pt x="2585419" y="324198"/>
                  </a:lnTo>
                  <a:lnTo>
                    <a:pt x="2585428" y="324226"/>
                  </a:lnTo>
                  <a:lnTo>
                    <a:pt x="2585438" y="324268"/>
                  </a:lnTo>
                  <a:lnTo>
                    <a:pt x="2585438" y="324303"/>
                  </a:lnTo>
                  <a:lnTo>
                    <a:pt x="2585430" y="324340"/>
                  </a:lnTo>
                  <a:lnTo>
                    <a:pt x="2585408" y="324388"/>
                  </a:lnTo>
                  <a:lnTo>
                    <a:pt x="2585387" y="324430"/>
                  </a:lnTo>
                  <a:lnTo>
                    <a:pt x="2585353" y="324484"/>
                  </a:lnTo>
                  <a:lnTo>
                    <a:pt x="2585320" y="324534"/>
                  </a:lnTo>
                  <a:lnTo>
                    <a:pt x="2585286" y="324591"/>
                  </a:lnTo>
                  <a:lnTo>
                    <a:pt x="2585259" y="324659"/>
                  </a:lnTo>
                  <a:lnTo>
                    <a:pt x="2585237" y="324719"/>
                  </a:lnTo>
                  <a:lnTo>
                    <a:pt x="2585224" y="324785"/>
                  </a:lnTo>
                  <a:lnTo>
                    <a:pt x="2585221" y="324844"/>
                  </a:lnTo>
                  <a:lnTo>
                    <a:pt x="2585219" y="324900"/>
                  </a:lnTo>
                  <a:lnTo>
                    <a:pt x="2585221" y="324960"/>
                  </a:lnTo>
                  <a:lnTo>
                    <a:pt x="2585226" y="325005"/>
                  </a:lnTo>
                  <a:lnTo>
                    <a:pt x="2585232" y="325033"/>
                  </a:lnTo>
                  <a:lnTo>
                    <a:pt x="2585242" y="325083"/>
                  </a:lnTo>
                  <a:lnTo>
                    <a:pt x="2585260" y="325134"/>
                  </a:lnTo>
                  <a:lnTo>
                    <a:pt x="2585271" y="325184"/>
                  </a:lnTo>
                  <a:lnTo>
                    <a:pt x="2585284" y="325251"/>
                  </a:lnTo>
                  <a:lnTo>
                    <a:pt x="2585292" y="325329"/>
                  </a:lnTo>
                  <a:lnTo>
                    <a:pt x="2585294" y="325376"/>
                  </a:lnTo>
                  <a:lnTo>
                    <a:pt x="2585287" y="325420"/>
                  </a:lnTo>
                  <a:lnTo>
                    <a:pt x="2585273" y="325473"/>
                  </a:lnTo>
                  <a:lnTo>
                    <a:pt x="2585252" y="325514"/>
                  </a:lnTo>
                  <a:lnTo>
                    <a:pt x="2585235" y="325552"/>
                  </a:lnTo>
                  <a:lnTo>
                    <a:pt x="2585202" y="325599"/>
                  </a:lnTo>
                  <a:lnTo>
                    <a:pt x="2585159" y="325644"/>
                  </a:lnTo>
                  <a:lnTo>
                    <a:pt x="2585100" y="325703"/>
                  </a:lnTo>
                  <a:lnTo>
                    <a:pt x="2585058" y="325746"/>
                  </a:lnTo>
                  <a:lnTo>
                    <a:pt x="2585014" y="325784"/>
                  </a:lnTo>
                  <a:lnTo>
                    <a:pt x="2584969" y="325827"/>
                  </a:lnTo>
                  <a:lnTo>
                    <a:pt x="2584923" y="325867"/>
                  </a:lnTo>
                  <a:lnTo>
                    <a:pt x="2584845" y="325924"/>
                  </a:lnTo>
                  <a:lnTo>
                    <a:pt x="2584795" y="325960"/>
                  </a:lnTo>
                  <a:lnTo>
                    <a:pt x="2584738" y="325984"/>
                  </a:lnTo>
                  <a:lnTo>
                    <a:pt x="2584671" y="326018"/>
                  </a:lnTo>
                  <a:lnTo>
                    <a:pt x="2584622" y="326053"/>
                  </a:lnTo>
                  <a:lnTo>
                    <a:pt x="2584584" y="326092"/>
                  </a:lnTo>
                  <a:lnTo>
                    <a:pt x="2584555" y="326130"/>
                  </a:lnTo>
                  <a:lnTo>
                    <a:pt x="2584526" y="326181"/>
                  </a:lnTo>
                  <a:lnTo>
                    <a:pt x="2584506" y="326213"/>
                  </a:lnTo>
                  <a:lnTo>
                    <a:pt x="2584483" y="326259"/>
                  </a:lnTo>
                  <a:lnTo>
                    <a:pt x="2584464" y="326308"/>
                  </a:lnTo>
                  <a:lnTo>
                    <a:pt x="2584448" y="326367"/>
                  </a:lnTo>
                  <a:lnTo>
                    <a:pt x="2584444" y="326401"/>
                  </a:lnTo>
                  <a:lnTo>
                    <a:pt x="2584446" y="326463"/>
                  </a:lnTo>
                  <a:lnTo>
                    <a:pt x="2584457" y="326532"/>
                  </a:lnTo>
                  <a:lnTo>
                    <a:pt x="2584463" y="326583"/>
                  </a:lnTo>
                  <a:lnTo>
                    <a:pt x="2584471" y="326646"/>
                  </a:lnTo>
                  <a:lnTo>
                    <a:pt x="2584479" y="326691"/>
                  </a:lnTo>
                  <a:lnTo>
                    <a:pt x="2584478" y="326729"/>
                  </a:lnTo>
                  <a:lnTo>
                    <a:pt x="2584471" y="326775"/>
                  </a:lnTo>
                  <a:lnTo>
                    <a:pt x="2584463" y="326833"/>
                  </a:lnTo>
                  <a:lnTo>
                    <a:pt x="2584459" y="326887"/>
                  </a:lnTo>
                  <a:lnTo>
                    <a:pt x="2584462" y="326920"/>
                  </a:lnTo>
                  <a:lnTo>
                    <a:pt x="2584447" y="327066"/>
                  </a:lnTo>
                  <a:lnTo>
                    <a:pt x="2584493" y="327217"/>
                  </a:lnTo>
                  <a:lnTo>
                    <a:pt x="2584616" y="327402"/>
                  </a:lnTo>
                  <a:lnTo>
                    <a:pt x="2584773" y="327538"/>
                  </a:lnTo>
                  <a:lnTo>
                    <a:pt x="2584996" y="327727"/>
                  </a:lnTo>
                  <a:lnTo>
                    <a:pt x="2585072" y="327827"/>
                  </a:lnTo>
                  <a:lnTo>
                    <a:pt x="2585114" y="327948"/>
                  </a:lnTo>
                  <a:lnTo>
                    <a:pt x="2585198" y="328097"/>
                  </a:lnTo>
                  <a:lnTo>
                    <a:pt x="2585234" y="328145"/>
                  </a:lnTo>
                  <a:lnTo>
                    <a:pt x="2585274" y="328182"/>
                  </a:lnTo>
                  <a:lnTo>
                    <a:pt x="2585336" y="328241"/>
                  </a:lnTo>
                  <a:lnTo>
                    <a:pt x="2585394" y="328295"/>
                  </a:lnTo>
                  <a:lnTo>
                    <a:pt x="2585416" y="328327"/>
                  </a:lnTo>
                  <a:lnTo>
                    <a:pt x="2585442" y="328366"/>
                  </a:lnTo>
                  <a:lnTo>
                    <a:pt x="2585485" y="328438"/>
                  </a:lnTo>
                  <a:lnTo>
                    <a:pt x="2585495" y="328457"/>
                  </a:lnTo>
                  <a:lnTo>
                    <a:pt x="2585514" y="328487"/>
                  </a:lnTo>
                  <a:lnTo>
                    <a:pt x="2585533" y="328515"/>
                  </a:lnTo>
                  <a:lnTo>
                    <a:pt x="2585555" y="328543"/>
                  </a:lnTo>
                  <a:lnTo>
                    <a:pt x="2585577" y="328571"/>
                  </a:lnTo>
                  <a:lnTo>
                    <a:pt x="2585602" y="328602"/>
                  </a:lnTo>
                  <a:lnTo>
                    <a:pt x="2585617" y="328628"/>
                  </a:lnTo>
                  <a:lnTo>
                    <a:pt x="2585630" y="328657"/>
                  </a:lnTo>
                  <a:lnTo>
                    <a:pt x="2585652" y="328714"/>
                  </a:lnTo>
                  <a:lnTo>
                    <a:pt x="2585664" y="328767"/>
                  </a:lnTo>
                  <a:lnTo>
                    <a:pt x="2585673" y="328835"/>
                  </a:lnTo>
                  <a:lnTo>
                    <a:pt x="2585673" y="328854"/>
                  </a:lnTo>
                  <a:lnTo>
                    <a:pt x="2585708" y="328978"/>
                  </a:lnTo>
                  <a:lnTo>
                    <a:pt x="2585694" y="329197"/>
                  </a:lnTo>
                  <a:lnTo>
                    <a:pt x="2585667" y="329253"/>
                  </a:lnTo>
                  <a:lnTo>
                    <a:pt x="2585614" y="329305"/>
                  </a:lnTo>
                  <a:lnTo>
                    <a:pt x="2585364" y="329494"/>
                  </a:lnTo>
                  <a:lnTo>
                    <a:pt x="2585126" y="329658"/>
                  </a:lnTo>
                  <a:lnTo>
                    <a:pt x="2584998" y="329733"/>
                  </a:lnTo>
                  <a:lnTo>
                    <a:pt x="2584948" y="329834"/>
                  </a:lnTo>
                  <a:lnTo>
                    <a:pt x="2584898" y="329972"/>
                  </a:lnTo>
                  <a:lnTo>
                    <a:pt x="2584893" y="330130"/>
                  </a:lnTo>
                  <a:lnTo>
                    <a:pt x="2584902" y="330181"/>
                  </a:lnTo>
                  <a:lnTo>
                    <a:pt x="2584852" y="330425"/>
                  </a:lnTo>
                  <a:lnTo>
                    <a:pt x="2584846" y="330435"/>
                  </a:lnTo>
                  <a:lnTo>
                    <a:pt x="2584812" y="330464"/>
                  </a:lnTo>
                  <a:lnTo>
                    <a:pt x="2584771" y="330499"/>
                  </a:lnTo>
                  <a:lnTo>
                    <a:pt x="2584728" y="330557"/>
                  </a:lnTo>
                  <a:lnTo>
                    <a:pt x="2584705" y="330598"/>
                  </a:lnTo>
                  <a:lnTo>
                    <a:pt x="2584674" y="330647"/>
                  </a:lnTo>
                  <a:lnTo>
                    <a:pt x="2584629" y="330715"/>
                  </a:lnTo>
                  <a:lnTo>
                    <a:pt x="2584610" y="330747"/>
                  </a:lnTo>
                  <a:lnTo>
                    <a:pt x="2584586" y="330795"/>
                  </a:lnTo>
                  <a:lnTo>
                    <a:pt x="2584569" y="330860"/>
                  </a:lnTo>
                  <a:lnTo>
                    <a:pt x="2584563" y="330900"/>
                  </a:lnTo>
                  <a:lnTo>
                    <a:pt x="2584558" y="330969"/>
                  </a:lnTo>
                  <a:lnTo>
                    <a:pt x="2584568" y="331024"/>
                  </a:lnTo>
                  <a:lnTo>
                    <a:pt x="2584575" y="331073"/>
                  </a:lnTo>
                  <a:lnTo>
                    <a:pt x="2584582" y="331104"/>
                  </a:lnTo>
                  <a:lnTo>
                    <a:pt x="2584588" y="331157"/>
                  </a:lnTo>
                  <a:lnTo>
                    <a:pt x="2584585" y="331272"/>
                  </a:lnTo>
                  <a:lnTo>
                    <a:pt x="2584576" y="331331"/>
                  </a:lnTo>
                  <a:lnTo>
                    <a:pt x="2584557" y="331475"/>
                  </a:lnTo>
                  <a:lnTo>
                    <a:pt x="2584551" y="331523"/>
                  </a:lnTo>
                  <a:lnTo>
                    <a:pt x="2584548" y="331593"/>
                  </a:lnTo>
                  <a:lnTo>
                    <a:pt x="2584547" y="331638"/>
                  </a:lnTo>
                  <a:lnTo>
                    <a:pt x="2584554" y="331682"/>
                  </a:lnTo>
                  <a:lnTo>
                    <a:pt x="2584568" y="331758"/>
                  </a:lnTo>
                  <a:lnTo>
                    <a:pt x="2584576" y="331800"/>
                  </a:lnTo>
                  <a:lnTo>
                    <a:pt x="2584592" y="331842"/>
                  </a:lnTo>
                  <a:lnTo>
                    <a:pt x="2584612" y="331893"/>
                  </a:lnTo>
                  <a:lnTo>
                    <a:pt x="2584633" y="331929"/>
                  </a:lnTo>
                  <a:lnTo>
                    <a:pt x="2584681" y="332014"/>
                  </a:lnTo>
                  <a:lnTo>
                    <a:pt x="2584713" y="332061"/>
                  </a:lnTo>
                  <a:lnTo>
                    <a:pt x="2584740" y="332102"/>
                  </a:lnTo>
                  <a:lnTo>
                    <a:pt x="2584755" y="332132"/>
                  </a:lnTo>
                  <a:lnTo>
                    <a:pt x="2584769" y="332164"/>
                  </a:lnTo>
                  <a:lnTo>
                    <a:pt x="2584799" y="332214"/>
                  </a:lnTo>
                  <a:lnTo>
                    <a:pt x="2584811" y="332239"/>
                  </a:lnTo>
                  <a:lnTo>
                    <a:pt x="2584825" y="332271"/>
                  </a:lnTo>
                  <a:lnTo>
                    <a:pt x="2584834" y="332304"/>
                  </a:lnTo>
                  <a:lnTo>
                    <a:pt x="2584840" y="332337"/>
                  </a:lnTo>
                  <a:lnTo>
                    <a:pt x="2584850" y="332390"/>
                  </a:lnTo>
                  <a:lnTo>
                    <a:pt x="2584859" y="332422"/>
                  </a:lnTo>
                  <a:lnTo>
                    <a:pt x="2584881" y="332471"/>
                  </a:lnTo>
                  <a:lnTo>
                    <a:pt x="2584906" y="332524"/>
                  </a:lnTo>
                  <a:lnTo>
                    <a:pt x="2584939" y="332576"/>
                  </a:lnTo>
                  <a:lnTo>
                    <a:pt x="2584961" y="332622"/>
                  </a:lnTo>
                  <a:lnTo>
                    <a:pt x="2584971" y="332648"/>
                  </a:lnTo>
                  <a:lnTo>
                    <a:pt x="2584978" y="332694"/>
                  </a:lnTo>
                  <a:lnTo>
                    <a:pt x="2584976" y="332751"/>
                  </a:lnTo>
                  <a:lnTo>
                    <a:pt x="2584969" y="332811"/>
                  </a:lnTo>
                  <a:lnTo>
                    <a:pt x="2584966" y="332856"/>
                  </a:lnTo>
                  <a:lnTo>
                    <a:pt x="2584958" y="332889"/>
                  </a:lnTo>
                  <a:lnTo>
                    <a:pt x="2584936" y="332934"/>
                  </a:lnTo>
                  <a:lnTo>
                    <a:pt x="2584908" y="332990"/>
                  </a:lnTo>
                  <a:lnTo>
                    <a:pt x="2584867" y="333047"/>
                  </a:lnTo>
                  <a:lnTo>
                    <a:pt x="2584838" y="333082"/>
                  </a:lnTo>
                  <a:lnTo>
                    <a:pt x="2584801" y="333135"/>
                  </a:lnTo>
                  <a:lnTo>
                    <a:pt x="2584768" y="333187"/>
                  </a:lnTo>
                  <a:lnTo>
                    <a:pt x="2584735" y="333244"/>
                  </a:lnTo>
                  <a:lnTo>
                    <a:pt x="2584704" y="333293"/>
                  </a:lnTo>
                  <a:lnTo>
                    <a:pt x="2584676" y="333348"/>
                  </a:lnTo>
                  <a:lnTo>
                    <a:pt x="2584661" y="333380"/>
                  </a:lnTo>
                  <a:lnTo>
                    <a:pt x="2584640" y="333434"/>
                  </a:lnTo>
                  <a:lnTo>
                    <a:pt x="2584614" y="333498"/>
                  </a:lnTo>
                  <a:lnTo>
                    <a:pt x="2584595" y="333546"/>
                  </a:lnTo>
                  <a:lnTo>
                    <a:pt x="2584580" y="333592"/>
                  </a:lnTo>
                  <a:lnTo>
                    <a:pt x="2584563" y="333640"/>
                  </a:lnTo>
                  <a:lnTo>
                    <a:pt x="2584545" y="333712"/>
                  </a:lnTo>
                  <a:lnTo>
                    <a:pt x="2584527" y="333785"/>
                  </a:lnTo>
                  <a:lnTo>
                    <a:pt x="2584515" y="333829"/>
                  </a:lnTo>
                  <a:lnTo>
                    <a:pt x="2584501" y="333905"/>
                  </a:lnTo>
                  <a:lnTo>
                    <a:pt x="2584479" y="333970"/>
                  </a:lnTo>
                  <a:lnTo>
                    <a:pt x="2584463" y="334018"/>
                  </a:lnTo>
                  <a:lnTo>
                    <a:pt x="2584436" y="334085"/>
                  </a:lnTo>
                  <a:lnTo>
                    <a:pt x="2584404" y="334163"/>
                  </a:lnTo>
                  <a:lnTo>
                    <a:pt x="2584397" y="334190"/>
                  </a:lnTo>
                  <a:lnTo>
                    <a:pt x="2584383" y="334222"/>
                  </a:lnTo>
                  <a:lnTo>
                    <a:pt x="2584379" y="334261"/>
                  </a:lnTo>
                  <a:lnTo>
                    <a:pt x="2584374" y="334279"/>
                  </a:lnTo>
                  <a:lnTo>
                    <a:pt x="2584372" y="334309"/>
                  </a:lnTo>
                  <a:lnTo>
                    <a:pt x="2584270" y="334543"/>
                  </a:lnTo>
                  <a:lnTo>
                    <a:pt x="2584230" y="334620"/>
                  </a:lnTo>
                  <a:lnTo>
                    <a:pt x="2584207" y="335141"/>
                  </a:lnTo>
                  <a:lnTo>
                    <a:pt x="2584116" y="335424"/>
                  </a:lnTo>
                  <a:lnTo>
                    <a:pt x="2583804" y="335892"/>
                  </a:lnTo>
                  <a:lnTo>
                    <a:pt x="2583695" y="335967"/>
                  </a:lnTo>
                  <a:lnTo>
                    <a:pt x="2583427" y="336119"/>
                  </a:lnTo>
                  <a:lnTo>
                    <a:pt x="2582913" y="336336"/>
                  </a:lnTo>
                  <a:lnTo>
                    <a:pt x="2582508" y="336578"/>
                  </a:lnTo>
                  <a:lnTo>
                    <a:pt x="2582336" y="336644"/>
                  </a:lnTo>
                  <a:lnTo>
                    <a:pt x="2581970" y="336760"/>
                  </a:lnTo>
                  <a:lnTo>
                    <a:pt x="2581892" y="336785"/>
                  </a:lnTo>
                  <a:lnTo>
                    <a:pt x="2581454" y="337008"/>
                  </a:lnTo>
                  <a:lnTo>
                    <a:pt x="2581439" y="337012"/>
                  </a:lnTo>
                  <a:lnTo>
                    <a:pt x="2581385" y="337026"/>
                  </a:lnTo>
                  <a:lnTo>
                    <a:pt x="2581306" y="337048"/>
                  </a:lnTo>
                  <a:lnTo>
                    <a:pt x="2581225" y="337070"/>
                  </a:lnTo>
                  <a:lnTo>
                    <a:pt x="2581156" y="337092"/>
                  </a:lnTo>
                  <a:lnTo>
                    <a:pt x="2581113" y="337108"/>
                  </a:lnTo>
                  <a:lnTo>
                    <a:pt x="2581055" y="337140"/>
                  </a:lnTo>
                  <a:lnTo>
                    <a:pt x="2580999" y="337164"/>
                  </a:lnTo>
                  <a:lnTo>
                    <a:pt x="2580956" y="337182"/>
                  </a:lnTo>
                  <a:lnTo>
                    <a:pt x="2580904" y="337214"/>
                  </a:lnTo>
                  <a:lnTo>
                    <a:pt x="2580853" y="337244"/>
                  </a:lnTo>
                  <a:lnTo>
                    <a:pt x="2580810" y="337274"/>
                  </a:lnTo>
                  <a:lnTo>
                    <a:pt x="2580739" y="337327"/>
                  </a:lnTo>
                  <a:lnTo>
                    <a:pt x="2580650" y="337389"/>
                  </a:lnTo>
                  <a:lnTo>
                    <a:pt x="2580546" y="337471"/>
                  </a:lnTo>
                  <a:lnTo>
                    <a:pt x="2580471" y="337517"/>
                  </a:lnTo>
                  <a:lnTo>
                    <a:pt x="2580387" y="337579"/>
                  </a:lnTo>
                  <a:lnTo>
                    <a:pt x="2580322" y="337633"/>
                  </a:lnTo>
                  <a:lnTo>
                    <a:pt x="2580233" y="337719"/>
                  </a:lnTo>
                  <a:lnTo>
                    <a:pt x="2580168" y="337783"/>
                  </a:lnTo>
                  <a:lnTo>
                    <a:pt x="2580117" y="337838"/>
                  </a:lnTo>
                  <a:lnTo>
                    <a:pt x="2580090" y="337876"/>
                  </a:lnTo>
                  <a:lnTo>
                    <a:pt x="2580062" y="337920"/>
                  </a:lnTo>
                  <a:lnTo>
                    <a:pt x="2580056" y="337930"/>
                  </a:lnTo>
                  <a:lnTo>
                    <a:pt x="2579766" y="338397"/>
                  </a:lnTo>
                  <a:lnTo>
                    <a:pt x="2579697" y="338517"/>
                  </a:lnTo>
                  <a:lnTo>
                    <a:pt x="2579680" y="338623"/>
                  </a:lnTo>
                  <a:lnTo>
                    <a:pt x="2579696" y="338795"/>
                  </a:lnTo>
                  <a:lnTo>
                    <a:pt x="2579688" y="338832"/>
                  </a:lnTo>
                  <a:lnTo>
                    <a:pt x="2579672" y="338889"/>
                  </a:lnTo>
                  <a:lnTo>
                    <a:pt x="2579663" y="338919"/>
                  </a:lnTo>
                  <a:lnTo>
                    <a:pt x="2579657" y="338938"/>
                  </a:lnTo>
                  <a:lnTo>
                    <a:pt x="2579542" y="339039"/>
                  </a:lnTo>
                  <a:lnTo>
                    <a:pt x="2579453" y="339126"/>
                  </a:lnTo>
                  <a:lnTo>
                    <a:pt x="2579400" y="339242"/>
                  </a:lnTo>
                  <a:lnTo>
                    <a:pt x="2579359" y="339491"/>
                  </a:lnTo>
                  <a:lnTo>
                    <a:pt x="2579307" y="339900"/>
                  </a:lnTo>
                  <a:lnTo>
                    <a:pt x="2579295" y="339955"/>
                  </a:lnTo>
                  <a:lnTo>
                    <a:pt x="2579291" y="340009"/>
                  </a:lnTo>
                  <a:lnTo>
                    <a:pt x="2579286" y="340058"/>
                  </a:lnTo>
                  <a:lnTo>
                    <a:pt x="2579286" y="340132"/>
                  </a:lnTo>
                  <a:lnTo>
                    <a:pt x="2579233" y="340335"/>
                  </a:lnTo>
                  <a:lnTo>
                    <a:pt x="2579034" y="340677"/>
                  </a:lnTo>
                  <a:lnTo>
                    <a:pt x="2578803" y="341216"/>
                  </a:lnTo>
                  <a:lnTo>
                    <a:pt x="2578495" y="341495"/>
                  </a:lnTo>
                  <a:lnTo>
                    <a:pt x="2578488" y="341497"/>
                  </a:lnTo>
                  <a:lnTo>
                    <a:pt x="2578441" y="341508"/>
                  </a:lnTo>
                  <a:lnTo>
                    <a:pt x="2578409" y="341518"/>
                  </a:lnTo>
                  <a:lnTo>
                    <a:pt x="2578360" y="341542"/>
                  </a:lnTo>
                  <a:lnTo>
                    <a:pt x="2578286" y="341589"/>
                  </a:lnTo>
                  <a:lnTo>
                    <a:pt x="2578196" y="341642"/>
                  </a:lnTo>
                  <a:lnTo>
                    <a:pt x="2578134" y="341675"/>
                  </a:lnTo>
                  <a:lnTo>
                    <a:pt x="2578086" y="341705"/>
                  </a:lnTo>
                  <a:lnTo>
                    <a:pt x="2578045" y="341737"/>
                  </a:lnTo>
                  <a:lnTo>
                    <a:pt x="2578022" y="341769"/>
                  </a:lnTo>
                  <a:lnTo>
                    <a:pt x="2578017" y="341781"/>
                  </a:lnTo>
                  <a:lnTo>
                    <a:pt x="2578000" y="341823"/>
                  </a:lnTo>
                  <a:lnTo>
                    <a:pt x="2577997" y="341840"/>
                  </a:lnTo>
                  <a:lnTo>
                    <a:pt x="2577987" y="341890"/>
                  </a:lnTo>
                  <a:lnTo>
                    <a:pt x="2577978" y="341952"/>
                  </a:lnTo>
                  <a:lnTo>
                    <a:pt x="2578042" y="342101"/>
                  </a:lnTo>
                  <a:lnTo>
                    <a:pt x="2578064" y="342200"/>
                  </a:lnTo>
                  <a:lnTo>
                    <a:pt x="2577995" y="342426"/>
                  </a:lnTo>
                  <a:lnTo>
                    <a:pt x="2577727" y="342652"/>
                  </a:lnTo>
                  <a:lnTo>
                    <a:pt x="2577422" y="343097"/>
                  </a:lnTo>
                  <a:lnTo>
                    <a:pt x="2577241" y="343250"/>
                  </a:lnTo>
                  <a:lnTo>
                    <a:pt x="2577101" y="343464"/>
                  </a:lnTo>
                  <a:lnTo>
                    <a:pt x="2577034" y="343670"/>
                  </a:lnTo>
                  <a:lnTo>
                    <a:pt x="2577040" y="343738"/>
                  </a:lnTo>
                  <a:lnTo>
                    <a:pt x="2577034" y="343803"/>
                  </a:lnTo>
                  <a:lnTo>
                    <a:pt x="2577026" y="343916"/>
                  </a:lnTo>
                  <a:lnTo>
                    <a:pt x="2577121" y="344433"/>
                  </a:lnTo>
                  <a:lnTo>
                    <a:pt x="2577153" y="344777"/>
                  </a:lnTo>
                  <a:lnTo>
                    <a:pt x="2577157" y="344846"/>
                  </a:lnTo>
                  <a:lnTo>
                    <a:pt x="2577160" y="344853"/>
                  </a:lnTo>
                  <a:lnTo>
                    <a:pt x="2577202" y="344915"/>
                  </a:lnTo>
                  <a:lnTo>
                    <a:pt x="2577316" y="345028"/>
                  </a:lnTo>
                  <a:lnTo>
                    <a:pt x="2577424" y="345079"/>
                  </a:lnTo>
                  <a:lnTo>
                    <a:pt x="2577716" y="345079"/>
                  </a:lnTo>
                  <a:lnTo>
                    <a:pt x="2577738" y="345074"/>
                  </a:lnTo>
                  <a:lnTo>
                    <a:pt x="2577791" y="345066"/>
                  </a:lnTo>
                  <a:lnTo>
                    <a:pt x="2577811" y="345063"/>
                  </a:lnTo>
                  <a:lnTo>
                    <a:pt x="2577855" y="345054"/>
                  </a:lnTo>
                  <a:lnTo>
                    <a:pt x="2577908" y="345045"/>
                  </a:lnTo>
                  <a:lnTo>
                    <a:pt x="2577962" y="345042"/>
                  </a:lnTo>
                  <a:lnTo>
                    <a:pt x="2577998" y="345038"/>
                  </a:lnTo>
                  <a:lnTo>
                    <a:pt x="2578033" y="345031"/>
                  </a:lnTo>
                  <a:lnTo>
                    <a:pt x="2578072" y="345024"/>
                  </a:lnTo>
                  <a:lnTo>
                    <a:pt x="2578099" y="345017"/>
                  </a:lnTo>
                  <a:lnTo>
                    <a:pt x="2578133" y="345011"/>
                  </a:lnTo>
                  <a:lnTo>
                    <a:pt x="2578159" y="345000"/>
                  </a:lnTo>
                  <a:lnTo>
                    <a:pt x="2578215" y="344978"/>
                  </a:lnTo>
                  <a:lnTo>
                    <a:pt x="2578249" y="344964"/>
                  </a:lnTo>
                  <a:lnTo>
                    <a:pt x="2578265" y="344963"/>
                  </a:lnTo>
                  <a:lnTo>
                    <a:pt x="2578308" y="344941"/>
                  </a:lnTo>
                  <a:lnTo>
                    <a:pt x="2578347" y="344923"/>
                  </a:lnTo>
                  <a:lnTo>
                    <a:pt x="2578381" y="344909"/>
                  </a:lnTo>
                  <a:lnTo>
                    <a:pt x="2578411" y="344897"/>
                  </a:lnTo>
                  <a:lnTo>
                    <a:pt x="2578445" y="344885"/>
                  </a:lnTo>
                  <a:lnTo>
                    <a:pt x="2578464" y="344879"/>
                  </a:lnTo>
                  <a:lnTo>
                    <a:pt x="2578478" y="344876"/>
                  </a:lnTo>
                  <a:lnTo>
                    <a:pt x="2578594" y="344892"/>
                  </a:lnTo>
                  <a:lnTo>
                    <a:pt x="2578855" y="344927"/>
                  </a:lnTo>
                  <a:lnTo>
                    <a:pt x="2579318" y="345091"/>
                  </a:lnTo>
                  <a:lnTo>
                    <a:pt x="2579515" y="345208"/>
                  </a:lnTo>
                  <a:lnTo>
                    <a:pt x="2579826" y="345402"/>
                  </a:lnTo>
                  <a:lnTo>
                    <a:pt x="2579874" y="345462"/>
                  </a:lnTo>
                  <a:lnTo>
                    <a:pt x="2579922" y="345502"/>
                  </a:lnTo>
                  <a:lnTo>
                    <a:pt x="2579976" y="345551"/>
                  </a:lnTo>
                  <a:lnTo>
                    <a:pt x="2580023" y="345598"/>
                  </a:lnTo>
                  <a:lnTo>
                    <a:pt x="2580050" y="345622"/>
                  </a:lnTo>
                  <a:lnTo>
                    <a:pt x="2580072" y="345650"/>
                  </a:lnTo>
                  <a:lnTo>
                    <a:pt x="2580093" y="345679"/>
                  </a:lnTo>
                  <a:lnTo>
                    <a:pt x="2580107" y="345696"/>
                  </a:lnTo>
                  <a:lnTo>
                    <a:pt x="2580114" y="345704"/>
                  </a:lnTo>
                  <a:lnTo>
                    <a:pt x="2580132" y="345722"/>
                  </a:lnTo>
                  <a:lnTo>
                    <a:pt x="2580154" y="345735"/>
                  </a:lnTo>
                  <a:lnTo>
                    <a:pt x="2580209" y="345747"/>
                  </a:lnTo>
                  <a:lnTo>
                    <a:pt x="2580228" y="345755"/>
                  </a:lnTo>
                  <a:lnTo>
                    <a:pt x="2580246" y="345761"/>
                  </a:lnTo>
                  <a:lnTo>
                    <a:pt x="2580276" y="345775"/>
                  </a:lnTo>
                  <a:lnTo>
                    <a:pt x="2580308" y="345792"/>
                  </a:lnTo>
                  <a:lnTo>
                    <a:pt x="2580370" y="345840"/>
                  </a:lnTo>
                  <a:lnTo>
                    <a:pt x="2580397" y="345866"/>
                  </a:lnTo>
                  <a:lnTo>
                    <a:pt x="2580470" y="345937"/>
                  </a:lnTo>
                  <a:lnTo>
                    <a:pt x="2580494" y="345964"/>
                  </a:lnTo>
                  <a:lnTo>
                    <a:pt x="2580527" y="345997"/>
                  </a:lnTo>
                  <a:lnTo>
                    <a:pt x="2580550" y="346027"/>
                  </a:lnTo>
                  <a:lnTo>
                    <a:pt x="2580575" y="346057"/>
                  </a:lnTo>
                  <a:lnTo>
                    <a:pt x="2580607" y="346094"/>
                  </a:lnTo>
                  <a:lnTo>
                    <a:pt x="2580617" y="346112"/>
                  </a:lnTo>
                  <a:lnTo>
                    <a:pt x="2580628" y="346128"/>
                  </a:lnTo>
                  <a:lnTo>
                    <a:pt x="2580665" y="346170"/>
                  </a:lnTo>
                  <a:lnTo>
                    <a:pt x="2580693" y="346207"/>
                  </a:lnTo>
                  <a:lnTo>
                    <a:pt x="2580727" y="346252"/>
                  </a:lnTo>
                  <a:lnTo>
                    <a:pt x="2580747" y="346290"/>
                  </a:lnTo>
                  <a:lnTo>
                    <a:pt x="2580766" y="346343"/>
                  </a:lnTo>
                  <a:lnTo>
                    <a:pt x="2580783" y="346417"/>
                  </a:lnTo>
                  <a:lnTo>
                    <a:pt x="2580793" y="346484"/>
                  </a:lnTo>
                  <a:lnTo>
                    <a:pt x="2580797" y="346540"/>
                  </a:lnTo>
                  <a:lnTo>
                    <a:pt x="2580794" y="346581"/>
                  </a:lnTo>
                  <a:lnTo>
                    <a:pt x="2580786" y="346637"/>
                  </a:lnTo>
                  <a:lnTo>
                    <a:pt x="2580780" y="346690"/>
                  </a:lnTo>
                  <a:lnTo>
                    <a:pt x="2580788" y="346744"/>
                  </a:lnTo>
                  <a:lnTo>
                    <a:pt x="2580812" y="346798"/>
                  </a:lnTo>
                  <a:lnTo>
                    <a:pt x="2580833" y="346849"/>
                  </a:lnTo>
                  <a:lnTo>
                    <a:pt x="2580862" y="346894"/>
                  </a:lnTo>
                  <a:lnTo>
                    <a:pt x="2580880" y="346918"/>
                  </a:lnTo>
                  <a:lnTo>
                    <a:pt x="2580920" y="346968"/>
                  </a:lnTo>
                  <a:lnTo>
                    <a:pt x="2580965" y="347012"/>
                  </a:lnTo>
                  <a:lnTo>
                    <a:pt x="2581008" y="347047"/>
                  </a:lnTo>
                  <a:lnTo>
                    <a:pt x="2581051" y="347075"/>
                  </a:lnTo>
                  <a:lnTo>
                    <a:pt x="2581094" y="347102"/>
                  </a:lnTo>
                  <a:lnTo>
                    <a:pt x="2581144" y="347141"/>
                  </a:lnTo>
                  <a:lnTo>
                    <a:pt x="2581160" y="347153"/>
                  </a:lnTo>
                  <a:lnTo>
                    <a:pt x="2581198" y="347188"/>
                  </a:lnTo>
                  <a:lnTo>
                    <a:pt x="2581225" y="347214"/>
                  </a:lnTo>
                  <a:lnTo>
                    <a:pt x="2581245" y="347242"/>
                  </a:lnTo>
                  <a:lnTo>
                    <a:pt x="2581260" y="347270"/>
                  </a:lnTo>
                  <a:lnTo>
                    <a:pt x="2581270" y="347296"/>
                  </a:lnTo>
                  <a:lnTo>
                    <a:pt x="2581281" y="347372"/>
                  </a:lnTo>
                  <a:lnTo>
                    <a:pt x="2581282" y="347408"/>
                  </a:lnTo>
                  <a:lnTo>
                    <a:pt x="2581278" y="347503"/>
                  </a:lnTo>
                  <a:lnTo>
                    <a:pt x="2581274" y="347530"/>
                  </a:lnTo>
                  <a:lnTo>
                    <a:pt x="2581265" y="347559"/>
                  </a:lnTo>
                  <a:lnTo>
                    <a:pt x="2581260" y="347597"/>
                  </a:lnTo>
                  <a:lnTo>
                    <a:pt x="2581256" y="347640"/>
                  </a:lnTo>
                  <a:lnTo>
                    <a:pt x="2581256" y="347655"/>
                  </a:lnTo>
                  <a:lnTo>
                    <a:pt x="2581190" y="347896"/>
                  </a:lnTo>
                  <a:lnTo>
                    <a:pt x="2581139" y="348060"/>
                  </a:lnTo>
                  <a:lnTo>
                    <a:pt x="2580924" y="348229"/>
                  </a:lnTo>
                  <a:lnTo>
                    <a:pt x="2580737" y="348351"/>
                  </a:lnTo>
                  <a:lnTo>
                    <a:pt x="2580594" y="348496"/>
                  </a:lnTo>
                  <a:lnTo>
                    <a:pt x="2580414" y="348611"/>
                  </a:lnTo>
                  <a:lnTo>
                    <a:pt x="2580401" y="348618"/>
                  </a:lnTo>
                  <a:lnTo>
                    <a:pt x="2580347" y="348643"/>
                  </a:lnTo>
                  <a:lnTo>
                    <a:pt x="2580319" y="348661"/>
                  </a:lnTo>
                  <a:lnTo>
                    <a:pt x="2580280" y="348674"/>
                  </a:lnTo>
                  <a:lnTo>
                    <a:pt x="2580231" y="348685"/>
                  </a:lnTo>
                  <a:lnTo>
                    <a:pt x="2580164" y="348697"/>
                  </a:lnTo>
                  <a:lnTo>
                    <a:pt x="2580104" y="348708"/>
                  </a:lnTo>
                  <a:lnTo>
                    <a:pt x="2580059" y="348713"/>
                  </a:lnTo>
                  <a:lnTo>
                    <a:pt x="2580022" y="348723"/>
                  </a:lnTo>
                  <a:lnTo>
                    <a:pt x="2579991" y="348735"/>
                  </a:lnTo>
                  <a:lnTo>
                    <a:pt x="2579949" y="348754"/>
                  </a:lnTo>
                  <a:lnTo>
                    <a:pt x="2579915" y="348773"/>
                  </a:lnTo>
                  <a:lnTo>
                    <a:pt x="2579865" y="348802"/>
                  </a:lnTo>
                  <a:lnTo>
                    <a:pt x="2579800" y="348836"/>
                  </a:lnTo>
                  <a:lnTo>
                    <a:pt x="2579778" y="348848"/>
                  </a:lnTo>
                  <a:lnTo>
                    <a:pt x="2579740" y="348865"/>
                  </a:lnTo>
                  <a:lnTo>
                    <a:pt x="2579682" y="348883"/>
                  </a:lnTo>
                  <a:lnTo>
                    <a:pt x="2579655" y="348887"/>
                  </a:lnTo>
                  <a:lnTo>
                    <a:pt x="2579634" y="348890"/>
                  </a:lnTo>
                  <a:lnTo>
                    <a:pt x="2579603" y="348892"/>
                  </a:lnTo>
                  <a:lnTo>
                    <a:pt x="2579561" y="348898"/>
                  </a:lnTo>
                  <a:lnTo>
                    <a:pt x="2579522" y="348905"/>
                  </a:lnTo>
                  <a:lnTo>
                    <a:pt x="2579447" y="348915"/>
                  </a:lnTo>
                  <a:lnTo>
                    <a:pt x="2579406" y="348919"/>
                  </a:lnTo>
                  <a:lnTo>
                    <a:pt x="2579340" y="348921"/>
                  </a:lnTo>
                  <a:lnTo>
                    <a:pt x="2579294" y="348925"/>
                  </a:lnTo>
                  <a:lnTo>
                    <a:pt x="2579164" y="348923"/>
                  </a:lnTo>
                  <a:lnTo>
                    <a:pt x="2579101" y="348920"/>
                  </a:lnTo>
                  <a:lnTo>
                    <a:pt x="2579054" y="348917"/>
                  </a:lnTo>
                  <a:lnTo>
                    <a:pt x="2578987" y="348913"/>
                  </a:lnTo>
                  <a:lnTo>
                    <a:pt x="2578847" y="348926"/>
                  </a:lnTo>
                  <a:lnTo>
                    <a:pt x="2578564" y="348995"/>
                  </a:lnTo>
                  <a:lnTo>
                    <a:pt x="2578325" y="349096"/>
                  </a:lnTo>
                  <a:lnTo>
                    <a:pt x="2578243" y="349156"/>
                  </a:lnTo>
                  <a:lnTo>
                    <a:pt x="2578102" y="349313"/>
                  </a:lnTo>
                  <a:lnTo>
                    <a:pt x="2578059" y="349386"/>
                  </a:lnTo>
                  <a:lnTo>
                    <a:pt x="2578009" y="349518"/>
                  </a:lnTo>
                  <a:lnTo>
                    <a:pt x="2577978" y="349652"/>
                  </a:lnTo>
                  <a:lnTo>
                    <a:pt x="2577964" y="349684"/>
                  </a:lnTo>
                  <a:lnTo>
                    <a:pt x="2577951" y="349721"/>
                  </a:lnTo>
                  <a:lnTo>
                    <a:pt x="2577938" y="349755"/>
                  </a:lnTo>
                  <a:lnTo>
                    <a:pt x="2577904" y="349870"/>
                  </a:lnTo>
                  <a:lnTo>
                    <a:pt x="2577903" y="349895"/>
                  </a:lnTo>
                  <a:lnTo>
                    <a:pt x="2577892" y="349944"/>
                  </a:lnTo>
                  <a:lnTo>
                    <a:pt x="2577887" y="350014"/>
                  </a:lnTo>
                  <a:lnTo>
                    <a:pt x="2577891" y="350066"/>
                  </a:lnTo>
                  <a:lnTo>
                    <a:pt x="2577895" y="350102"/>
                  </a:lnTo>
                  <a:lnTo>
                    <a:pt x="2577904" y="350141"/>
                  </a:lnTo>
                  <a:lnTo>
                    <a:pt x="2577914" y="350170"/>
                  </a:lnTo>
                  <a:lnTo>
                    <a:pt x="2577923" y="350190"/>
                  </a:lnTo>
                  <a:lnTo>
                    <a:pt x="2577934" y="350213"/>
                  </a:lnTo>
                  <a:lnTo>
                    <a:pt x="2577939" y="350220"/>
                  </a:lnTo>
                  <a:lnTo>
                    <a:pt x="2577942" y="350229"/>
                  </a:lnTo>
                  <a:lnTo>
                    <a:pt x="2578039" y="350326"/>
                  </a:lnTo>
                  <a:lnTo>
                    <a:pt x="2578087" y="350353"/>
                  </a:lnTo>
                  <a:lnTo>
                    <a:pt x="2578350" y="350480"/>
                  </a:lnTo>
                  <a:lnTo>
                    <a:pt x="2578670" y="350613"/>
                  </a:lnTo>
                  <a:lnTo>
                    <a:pt x="2578960" y="350725"/>
                  </a:lnTo>
                  <a:lnTo>
                    <a:pt x="2579142" y="350765"/>
                  </a:lnTo>
                  <a:lnTo>
                    <a:pt x="2579160" y="350763"/>
                  </a:lnTo>
                  <a:lnTo>
                    <a:pt x="2579191" y="350768"/>
                  </a:lnTo>
                  <a:lnTo>
                    <a:pt x="2579229" y="350772"/>
                  </a:lnTo>
                  <a:lnTo>
                    <a:pt x="2579268" y="350773"/>
                  </a:lnTo>
                  <a:lnTo>
                    <a:pt x="2579300" y="350770"/>
                  </a:lnTo>
                  <a:lnTo>
                    <a:pt x="2579351" y="350762"/>
                  </a:lnTo>
                  <a:lnTo>
                    <a:pt x="2579402" y="350751"/>
                  </a:lnTo>
                  <a:lnTo>
                    <a:pt x="2579456" y="350730"/>
                  </a:lnTo>
                  <a:lnTo>
                    <a:pt x="2579498" y="350711"/>
                  </a:lnTo>
                  <a:lnTo>
                    <a:pt x="2579582" y="350665"/>
                  </a:lnTo>
                  <a:lnTo>
                    <a:pt x="2579630" y="350638"/>
                  </a:lnTo>
                  <a:lnTo>
                    <a:pt x="2579700" y="350593"/>
                  </a:lnTo>
                  <a:lnTo>
                    <a:pt x="2579749" y="350556"/>
                  </a:lnTo>
                  <a:lnTo>
                    <a:pt x="2579784" y="350531"/>
                  </a:lnTo>
                  <a:lnTo>
                    <a:pt x="2579814" y="350501"/>
                  </a:lnTo>
                  <a:lnTo>
                    <a:pt x="2579829" y="350482"/>
                  </a:lnTo>
                  <a:lnTo>
                    <a:pt x="2579853" y="350460"/>
                  </a:lnTo>
                  <a:lnTo>
                    <a:pt x="2579874" y="350441"/>
                  </a:lnTo>
                  <a:lnTo>
                    <a:pt x="2579900" y="350426"/>
                  </a:lnTo>
                  <a:lnTo>
                    <a:pt x="2579925" y="350419"/>
                  </a:lnTo>
                  <a:lnTo>
                    <a:pt x="2579955" y="350412"/>
                  </a:lnTo>
                  <a:lnTo>
                    <a:pt x="2579991" y="350409"/>
                  </a:lnTo>
                  <a:lnTo>
                    <a:pt x="2580021" y="350408"/>
                  </a:lnTo>
                  <a:lnTo>
                    <a:pt x="2580045" y="350408"/>
                  </a:lnTo>
                  <a:lnTo>
                    <a:pt x="2580073" y="350411"/>
                  </a:lnTo>
                  <a:lnTo>
                    <a:pt x="2580100" y="350416"/>
                  </a:lnTo>
                  <a:lnTo>
                    <a:pt x="2580108" y="350419"/>
                  </a:lnTo>
                  <a:lnTo>
                    <a:pt x="2580123" y="350425"/>
                  </a:lnTo>
                  <a:lnTo>
                    <a:pt x="2580147" y="350441"/>
                  </a:lnTo>
                  <a:lnTo>
                    <a:pt x="2580166" y="350460"/>
                  </a:lnTo>
                  <a:lnTo>
                    <a:pt x="2580191" y="350500"/>
                  </a:lnTo>
                  <a:lnTo>
                    <a:pt x="2580197" y="350519"/>
                  </a:lnTo>
                  <a:lnTo>
                    <a:pt x="2580203" y="350541"/>
                  </a:lnTo>
                  <a:lnTo>
                    <a:pt x="2580202" y="350574"/>
                  </a:lnTo>
                  <a:lnTo>
                    <a:pt x="2580199" y="350605"/>
                  </a:lnTo>
                  <a:lnTo>
                    <a:pt x="2580197" y="350650"/>
                  </a:lnTo>
                  <a:lnTo>
                    <a:pt x="2580182" y="350683"/>
                  </a:lnTo>
                  <a:lnTo>
                    <a:pt x="2580154" y="350736"/>
                  </a:lnTo>
                  <a:lnTo>
                    <a:pt x="2580125" y="350790"/>
                  </a:lnTo>
                  <a:lnTo>
                    <a:pt x="2580093" y="350832"/>
                  </a:lnTo>
                  <a:lnTo>
                    <a:pt x="2580072" y="350865"/>
                  </a:lnTo>
                  <a:lnTo>
                    <a:pt x="2580037" y="350927"/>
                  </a:lnTo>
                  <a:lnTo>
                    <a:pt x="2580008" y="350991"/>
                  </a:lnTo>
                  <a:lnTo>
                    <a:pt x="2579990" y="351036"/>
                  </a:lnTo>
                  <a:lnTo>
                    <a:pt x="2579960" y="351096"/>
                  </a:lnTo>
                  <a:lnTo>
                    <a:pt x="2579937" y="351151"/>
                  </a:lnTo>
                  <a:lnTo>
                    <a:pt x="2579918" y="351192"/>
                  </a:lnTo>
                  <a:lnTo>
                    <a:pt x="2579898" y="351242"/>
                  </a:lnTo>
                  <a:lnTo>
                    <a:pt x="2579879" y="351285"/>
                  </a:lnTo>
                  <a:lnTo>
                    <a:pt x="2579857" y="351339"/>
                  </a:lnTo>
                  <a:lnTo>
                    <a:pt x="2579839" y="351392"/>
                  </a:lnTo>
                  <a:lnTo>
                    <a:pt x="2579825" y="351435"/>
                  </a:lnTo>
                  <a:lnTo>
                    <a:pt x="2579814" y="351472"/>
                  </a:lnTo>
                  <a:lnTo>
                    <a:pt x="2579799" y="351521"/>
                  </a:lnTo>
                  <a:lnTo>
                    <a:pt x="2579783" y="351552"/>
                  </a:lnTo>
                  <a:lnTo>
                    <a:pt x="2579758" y="351580"/>
                  </a:lnTo>
                  <a:lnTo>
                    <a:pt x="2579741" y="351598"/>
                  </a:lnTo>
                  <a:lnTo>
                    <a:pt x="2579709" y="351622"/>
                  </a:lnTo>
                  <a:lnTo>
                    <a:pt x="2579676" y="351648"/>
                  </a:lnTo>
                  <a:lnTo>
                    <a:pt x="2579646" y="351676"/>
                  </a:lnTo>
                  <a:lnTo>
                    <a:pt x="2579611" y="351711"/>
                  </a:lnTo>
                  <a:lnTo>
                    <a:pt x="2579591" y="351735"/>
                  </a:lnTo>
                  <a:lnTo>
                    <a:pt x="2579561" y="351787"/>
                  </a:lnTo>
                  <a:lnTo>
                    <a:pt x="2579546" y="351824"/>
                  </a:lnTo>
                  <a:lnTo>
                    <a:pt x="2579537" y="351887"/>
                  </a:lnTo>
                  <a:lnTo>
                    <a:pt x="2579525" y="351920"/>
                  </a:lnTo>
                  <a:lnTo>
                    <a:pt x="2579516" y="352006"/>
                  </a:lnTo>
                  <a:lnTo>
                    <a:pt x="2579522" y="352018"/>
                  </a:lnTo>
                  <a:lnTo>
                    <a:pt x="2579518" y="352046"/>
                  </a:lnTo>
                  <a:lnTo>
                    <a:pt x="2579519" y="352074"/>
                  </a:lnTo>
                  <a:lnTo>
                    <a:pt x="2579517" y="352102"/>
                  </a:lnTo>
                  <a:lnTo>
                    <a:pt x="2579522" y="352132"/>
                  </a:lnTo>
                  <a:lnTo>
                    <a:pt x="2579529" y="352162"/>
                  </a:lnTo>
                  <a:lnTo>
                    <a:pt x="2579534" y="352187"/>
                  </a:lnTo>
                  <a:lnTo>
                    <a:pt x="2579541" y="352217"/>
                  </a:lnTo>
                  <a:lnTo>
                    <a:pt x="2579549" y="352246"/>
                  </a:lnTo>
                  <a:lnTo>
                    <a:pt x="2579555" y="352276"/>
                  </a:lnTo>
                  <a:lnTo>
                    <a:pt x="2579563" y="352325"/>
                  </a:lnTo>
                  <a:lnTo>
                    <a:pt x="2579569" y="352383"/>
                  </a:lnTo>
                  <a:lnTo>
                    <a:pt x="2579581" y="352439"/>
                  </a:lnTo>
                  <a:lnTo>
                    <a:pt x="2579600" y="352484"/>
                  </a:lnTo>
                  <a:lnTo>
                    <a:pt x="2579617" y="352512"/>
                  </a:lnTo>
                  <a:lnTo>
                    <a:pt x="2579659" y="352565"/>
                  </a:lnTo>
                  <a:lnTo>
                    <a:pt x="2579692" y="352601"/>
                  </a:lnTo>
                  <a:lnTo>
                    <a:pt x="2579713" y="352630"/>
                  </a:lnTo>
                  <a:lnTo>
                    <a:pt x="2579745" y="352668"/>
                  </a:lnTo>
                  <a:lnTo>
                    <a:pt x="2579778" y="352705"/>
                  </a:lnTo>
                  <a:lnTo>
                    <a:pt x="2579804" y="352726"/>
                  </a:lnTo>
                  <a:lnTo>
                    <a:pt x="2579853" y="352770"/>
                  </a:lnTo>
                  <a:lnTo>
                    <a:pt x="2579883" y="352796"/>
                  </a:lnTo>
                  <a:lnTo>
                    <a:pt x="2579916" y="352826"/>
                  </a:lnTo>
                  <a:lnTo>
                    <a:pt x="2579945" y="352855"/>
                  </a:lnTo>
                  <a:lnTo>
                    <a:pt x="2579980" y="352888"/>
                  </a:lnTo>
                  <a:lnTo>
                    <a:pt x="2580001" y="352912"/>
                  </a:lnTo>
                  <a:lnTo>
                    <a:pt x="2580014" y="352941"/>
                  </a:lnTo>
                  <a:lnTo>
                    <a:pt x="2580038" y="352974"/>
                  </a:lnTo>
                  <a:lnTo>
                    <a:pt x="2580049" y="352999"/>
                  </a:lnTo>
                  <a:lnTo>
                    <a:pt x="2580062" y="353028"/>
                  </a:lnTo>
                  <a:lnTo>
                    <a:pt x="2580074" y="353052"/>
                  </a:lnTo>
                  <a:lnTo>
                    <a:pt x="2580087" y="353081"/>
                  </a:lnTo>
                  <a:lnTo>
                    <a:pt x="2580102" y="353109"/>
                  </a:lnTo>
                  <a:lnTo>
                    <a:pt x="2580111" y="353135"/>
                  </a:lnTo>
                  <a:lnTo>
                    <a:pt x="2580124" y="353164"/>
                  </a:lnTo>
                  <a:lnTo>
                    <a:pt x="2580134" y="353193"/>
                  </a:lnTo>
                  <a:lnTo>
                    <a:pt x="2580146" y="353221"/>
                  </a:lnTo>
                  <a:lnTo>
                    <a:pt x="2580150" y="353246"/>
                  </a:lnTo>
                  <a:lnTo>
                    <a:pt x="2580157" y="353274"/>
                  </a:lnTo>
                  <a:lnTo>
                    <a:pt x="2580160" y="353301"/>
                  </a:lnTo>
                  <a:lnTo>
                    <a:pt x="2580164" y="353343"/>
                  </a:lnTo>
                  <a:lnTo>
                    <a:pt x="2580162" y="353361"/>
                  </a:lnTo>
                  <a:lnTo>
                    <a:pt x="2580154" y="353379"/>
                  </a:lnTo>
                  <a:lnTo>
                    <a:pt x="2580141" y="353397"/>
                  </a:lnTo>
                  <a:lnTo>
                    <a:pt x="2580106" y="353427"/>
                  </a:lnTo>
                  <a:lnTo>
                    <a:pt x="2580077" y="353451"/>
                  </a:lnTo>
                  <a:lnTo>
                    <a:pt x="2580053" y="353478"/>
                  </a:lnTo>
                  <a:lnTo>
                    <a:pt x="2580032" y="353509"/>
                  </a:lnTo>
                  <a:lnTo>
                    <a:pt x="2580027" y="353535"/>
                  </a:lnTo>
                  <a:lnTo>
                    <a:pt x="2580023" y="353562"/>
                  </a:lnTo>
                  <a:lnTo>
                    <a:pt x="2580027" y="353615"/>
                  </a:lnTo>
                  <a:lnTo>
                    <a:pt x="2580024" y="353655"/>
                  </a:lnTo>
                  <a:lnTo>
                    <a:pt x="2580022" y="353688"/>
                  </a:lnTo>
                  <a:lnTo>
                    <a:pt x="2580011" y="353733"/>
                  </a:lnTo>
                  <a:lnTo>
                    <a:pt x="2579997" y="353768"/>
                  </a:lnTo>
                  <a:lnTo>
                    <a:pt x="2579989" y="353794"/>
                  </a:lnTo>
                  <a:lnTo>
                    <a:pt x="2579963" y="353842"/>
                  </a:lnTo>
                  <a:lnTo>
                    <a:pt x="2579958" y="353859"/>
                  </a:lnTo>
                  <a:lnTo>
                    <a:pt x="2579951" y="353885"/>
                  </a:lnTo>
                  <a:lnTo>
                    <a:pt x="2579944" y="353918"/>
                  </a:lnTo>
                  <a:lnTo>
                    <a:pt x="2579941" y="353946"/>
                  </a:lnTo>
                  <a:lnTo>
                    <a:pt x="2579932" y="353977"/>
                  </a:lnTo>
                  <a:lnTo>
                    <a:pt x="2579916" y="354009"/>
                  </a:lnTo>
                  <a:lnTo>
                    <a:pt x="2579900" y="354035"/>
                  </a:lnTo>
                  <a:lnTo>
                    <a:pt x="2579872" y="354076"/>
                  </a:lnTo>
                  <a:lnTo>
                    <a:pt x="2579841" y="354098"/>
                  </a:lnTo>
                  <a:lnTo>
                    <a:pt x="2579799" y="354128"/>
                  </a:lnTo>
                  <a:lnTo>
                    <a:pt x="2579774" y="354145"/>
                  </a:lnTo>
                  <a:lnTo>
                    <a:pt x="2579750" y="354170"/>
                  </a:lnTo>
                  <a:lnTo>
                    <a:pt x="2579731" y="354192"/>
                  </a:lnTo>
                  <a:lnTo>
                    <a:pt x="2579716" y="354222"/>
                  </a:lnTo>
                  <a:lnTo>
                    <a:pt x="2579709" y="354248"/>
                  </a:lnTo>
                  <a:lnTo>
                    <a:pt x="2579699" y="354273"/>
                  </a:lnTo>
                  <a:lnTo>
                    <a:pt x="2579675" y="354320"/>
                  </a:lnTo>
                  <a:lnTo>
                    <a:pt x="2579645" y="354371"/>
                  </a:lnTo>
                  <a:lnTo>
                    <a:pt x="2579610" y="354412"/>
                  </a:lnTo>
                  <a:lnTo>
                    <a:pt x="2579576" y="354442"/>
                  </a:lnTo>
                  <a:lnTo>
                    <a:pt x="2579525" y="354477"/>
                  </a:lnTo>
                  <a:lnTo>
                    <a:pt x="2579496" y="354488"/>
                  </a:lnTo>
                  <a:lnTo>
                    <a:pt x="2579458" y="354497"/>
                  </a:lnTo>
                  <a:lnTo>
                    <a:pt x="2579389" y="354500"/>
                  </a:lnTo>
                  <a:lnTo>
                    <a:pt x="2579346" y="354499"/>
                  </a:lnTo>
                  <a:lnTo>
                    <a:pt x="2579275" y="354500"/>
                  </a:lnTo>
                  <a:lnTo>
                    <a:pt x="2579200" y="354507"/>
                  </a:lnTo>
                  <a:lnTo>
                    <a:pt x="2579169" y="354511"/>
                  </a:lnTo>
                  <a:lnTo>
                    <a:pt x="2579116" y="354520"/>
                  </a:lnTo>
                  <a:lnTo>
                    <a:pt x="2579081" y="354528"/>
                  </a:lnTo>
                  <a:lnTo>
                    <a:pt x="2579050" y="354540"/>
                  </a:lnTo>
                  <a:lnTo>
                    <a:pt x="2579005" y="354556"/>
                  </a:lnTo>
                  <a:lnTo>
                    <a:pt x="2578972" y="354571"/>
                  </a:lnTo>
                  <a:lnTo>
                    <a:pt x="2578934" y="354591"/>
                  </a:lnTo>
                  <a:lnTo>
                    <a:pt x="2578904" y="354601"/>
                  </a:lnTo>
                  <a:lnTo>
                    <a:pt x="2578873" y="354617"/>
                  </a:lnTo>
                  <a:lnTo>
                    <a:pt x="2578850" y="354623"/>
                  </a:lnTo>
                  <a:lnTo>
                    <a:pt x="2578798" y="354628"/>
                  </a:lnTo>
                  <a:lnTo>
                    <a:pt x="2578706" y="354625"/>
                  </a:lnTo>
                  <a:lnTo>
                    <a:pt x="2578678" y="354623"/>
                  </a:lnTo>
                  <a:lnTo>
                    <a:pt x="2578615" y="354609"/>
                  </a:lnTo>
                  <a:lnTo>
                    <a:pt x="2578550" y="354585"/>
                  </a:lnTo>
                  <a:lnTo>
                    <a:pt x="2578515" y="354572"/>
                  </a:lnTo>
                  <a:lnTo>
                    <a:pt x="2578453" y="354547"/>
                  </a:lnTo>
                  <a:lnTo>
                    <a:pt x="2578398" y="354521"/>
                  </a:lnTo>
                  <a:lnTo>
                    <a:pt x="2578344" y="354492"/>
                  </a:lnTo>
                  <a:lnTo>
                    <a:pt x="2578298" y="354471"/>
                  </a:lnTo>
                  <a:lnTo>
                    <a:pt x="2578246" y="354456"/>
                  </a:lnTo>
                  <a:lnTo>
                    <a:pt x="2578147" y="354438"/>
                  </a:lnTo>
                  <a:lnTo>
                    <a:pt x="2578082" y="354427"/>
                  </a:lnTo>
                  <a:lnTo>
                    <a:pt x="2578042" y="354424"/>
                  </a:lnTo>
                  <a:lnTo>
                    <a:pt x="2577964" y="354421"/>
                  </a:lnTo>
                  <a:lnTo>
                    <a:pt x="2577917" y="354424"/>
                  </a:lnTo>
                  <a:lnTo>
                    <a:pt x="2577847" y="354427"/>
                  </a:lnTo>
                  <a:lnTo>
                    <a:pt x="2577817" y="354431"/>
                  </a:lnTo>
                  <a:lnTo>
                    <a:pt x="2577774" y="354440"/>
                  </a:lnTo>
                  <a:lnTo>
                    <a:pt x="2577722" y="354457"/>
                  </a:lnTo>
                  <a:lnTo>
                    <a:pt x="2577670" y="354471"/>
                  </a:lnTo>
                  <a:lnTo>
                    <a:pt x="2577629" y="354487"/>
                  </a:lnTo>
                  <a:lnTo>
                    <a:pt x="2577599" y="354507"/>
                  </a:lnTo>
                  <a:lnTo>
                    <a:pt x="2577573" y="354526"/>
                  </a:lnTo>
                  <a:lnTo>
                    <a:pt x="2577550" y="354551"/>
                  </a:lnTo>
                  <a:lnTo>
                    <a:pt x="2577536" y="354568"/>
                  </a:lnTo>
                  <a:lnTo>
                    <a:pt x="2577520" y="354589"/>
                  </a:lnTo>
                  <a:lnTo>
                    <a:pt x="2577509" y="354626"/>
                  </a:lnTo>
                  <a:lnTo>
                    <a:pt x="2577515" y="354694"/>
                  </a:lnTo>
                  <a:lnTo>
                    <a:pt x="2577525" y="354734"/>
                  </a:lnTo>
                  <a:lnTo>
                    <a:pt x="2577536" y="354749"/>
                  </a:lnTo>
                  <a:lnTo>
                    <a:pt x="2577560" y="354771"/>
                  </a:lnTo>
                  <a:lnTo>
                    <a:pt x="2577588" y="354791"/>
                  </a:lnTo>
                  <a:lnTo>
                    <a:pt x="2577612" y="354808"/>
                  </a:lnTo>
                  <a:lnTo>
                    <a:pt x="2577649" y="354826"/>
                  </a:lnTo>
                  <a:lnTo>
                    <a:pt x="2577702" y="354844"/>
                  </a:lnTo>
                  <a:lnTo>
                    <a:pt x="2577747" y="354858"/>
                  </a:lnTo>
                  <a:lnTo>
                    <a:pt x="2577794" y="354869"/>
                  </a:lnTo>
                  <a:lnTo>
                    <a:pt x="2577830" y="354876"/>
                  </a:lnTo>
                  <a:lnTo>
                    <a:pt x="2577902" y="354900"/>
                  </a:lnTo>
                  <a:lnTo>
                    <a:pt x="2577967" y="354916"/>
                  </a:lnTo>
                  <a:lnTo>
                    <a:pt x="2578053" y="354946"/>
                  </a:lnTo>
                  <a:lnTo>
                    <a:pt x="2578116" y="354973"/>
                  </a:lnTo>
                  <a:lnTo>
                    <a:pt x="2578176" y="355003"/>
                  </a:lnTo>
                  <a:lnTo>
                    <a:pt x="2578222" y="355033"/>
                  </a:lnTo>
                  <a:lnTo>
                    <a:pt x="2578282" y="355079"/>
                  </a:lnTo>
                  <a:lnTo>
                    <a:pt x="2578314" y="355115"/>
                  </a:lnTo>
                  <a:lnTo>
                    <a:pt x="2578352" y="355163"/>
                  </a:lnTo>
                  <a:lnTo>
                    <a:pt x="2578373" y="355219"/>
                  </a:lnTo>
                  <a:lnTo>
                    <a:pt x="2578387" y="355255"/>
                  </a:lnTo>
                  <a:lnTo>
                    <a:pt x="2578386" y="355283"/>
                  </a:lnTo>
                  <a:lnTo>
                    <a:pt x="2578373" y="355323"/>
                  </a:lnTo>
                  <a:lnTo>
                    <a:pt x="2578356" y="355354"/>
                  </a:lnTo>
                  <a:lnTo>
                    <a:pt x="2578328" y="355389"/>
                  </a:lnTo>
                  <a:lnTo>
                    <a:pt x="2578306" y="355413"/>
                  </a:lnTo>
                  <a:lnTo>
                    <a:pt x="2578250" y="355451"/>
                  </a:lnTo>
                  <a:lnTo>
                    <a:pt x="2578221" y="355468"/>
                  </a:lnTo>
                  <a:lnTo>
                    <a:pt x="2578182" y="355484"/>
                  </a:lnTo>
                  <a:lnTo>
                    <a:pt x="2578128" y="355497"/>
                  </a:lnTo>
                  <a:lnTo>
                    <a:pt x="2578049" y="355523"/>
                  </a:lnTo>
                  <a:lnTo>
                    <a:pt x="2577993" y="355538"/>
                  </a:lnTo>
                  <a:lnTo>
                    <a:pt x="2577930" y="355557"/>
                  </a:lnTo>
                  <a:lnTo>
                    <a:pt x="2577866" y="355578"/>
                  </a:lnTo>
                  <a:lnTo>
                    <a:pt x="2577819" y="355600"/>
                  </a:lnTo>
                  <a:lnTo>
                    <a:pt x="2577774" y="355633"/>
                  </a:lnTo>
                  <a:lnTo>
                    <a:pt x="2577724" y="355676"/>
                  </a:lnTo>
                  <a:lnTo>
                    <a:pt x="2577679" y="355714"/>
                  </a:lnTo>
                  <a:lnTo>
                    <a:pt x="2577638" y="355749"/>
                  </a:lnTo>
                  <a:lnTo>
                    <a:pt x="2577598" y="355788"/>
                  </a:lnTo>
                  <a:lnTo>
                    <a:pt x="2577587" y="355807"/>
                  </a:lnTo>
                  <a:lnTo>
                    <a:pt x="2577568" y="355842"/>
                  </a:lnTo>
                  <a:lnTo>
                    <a:pt x="2577563" y="355851"/>
                  </a:lnTo>
                  <a:lnTo>
                    <a:pt x="2577558" y="355871"/>
                  </a:lnTo>
                  <a:lnTo>
                    <a:pt x="2577559" y="355919"/>
                  </a:lnTo>
                  <a:lnTo>
                    <a:pt x="2577563" y="355955"/>
                  </a:lnTo>
                  <a:lnTo>
                    <a:pt x="2577566" y="355976"/>
                  </a:lnTo>
                  <a:lnTo>
                    <a:pt x="2577563" y="355999"/>
                  </a:lnTo>
                  <a:lnTo>
                    <a:pt x="2577563" y="356023"/>
                  </a:lnTo>
                  <a:lnTo>
                    <a:pt x="2577557" y="356074"/>
                  </a:lnTo>
                  <a:lnTo>
                    <a:pt x="2577552" y="356114"/>
                  </a:lnTo>
                  <a:lnTo>
                    <a:pt x="2577536" y="356179"/>
                  </a:lnTo>
                  <a:lnTo>
                    <a:pt x="2577520" y="356233"/>
                  </a:lnTo>
                  <a:lnTo>
                    <a:pt x="2577511" y="356295"/>
                  </a:lnTo>
                  <a:lnTo>
                    <a:pt x="2577497" y="356350"/>
                  </a:lnTo>
                  <a:lnTo>
                    <a:pt x="2577485" y="356382"/>
                  </a:lnTo>
                  <a:lnTo>
                    <a:pt x="2577466" y="356440"/>
                  </a:lnTo>
                  <a:lnTo>
                    <a:pt x="2577422" y="356519"/>
                  </a:lnTo>
                  <a:lnTo>
                    <a:pt x="2577402" y="356557"/>
                  </a:lnTo>
                  <a:lnTo>
                    <a:pt x="2577371" y="356600"/>
                  </a:lnTo>
                  <a:lnTo>
                    <a:pt x="2577321" y="356666"/>
                  </a:lnTo>
                  <a:lnTo>
                    <a:pt x="2577300" y="356695"/>
                  </a:lnTo>
                  <a:lnTo>
                    <a:pt x="2577270" y="356728"/>
                  </a:lnTo>
                  <a:lnTo>
                    <a:pt x="2577190" y="356786"/>
                  </a:lnTo>
                  <a:lnTo>
                    <a:pt x="2577153" y="356811"/>
                  </a:lnTo>
                  <a:lnTo>
                    <a:pt x="2577112" y="356837"/>
                  </a:lnTo>
                  <a:lnTo>
                    <a:pt x="2577065" y="356863"/>
                  </a:lnTo>
                  <a:lnTo>
                    <a:pt x="2577010" y="356891"/>
                  </a:lnTo>
                  <a:lnTo>
                    <a:pt x="2576978" y="356905"/>
                  </a:lnTo>
                  <a:lnTo>
                    <a:pt x="2576935" y="356917"/>
                  </a:lnTo>
                  <a:lnTo>
                    <a:pt x="2576890" y="356925"/>
                  </a:lnTo>
                  <a:lnTo>
                    <a:pt x="2576824" y="356928"/>
                  </a:lnTo>
                  <a:lnTo>
                    <a:pt x="2576786" y="356926"/>
                  </a:lnTo>
                  <a:lnTo>
                    <a:pt x="2576748" y="356917"/>
                  </a:lnTo>
                  <a:lnTo>
                    <a:pt x="2576704" y="356905"/>
                  </a:lnTo>
                  <a:lnTo>
                    <a:pt x="2576631" y="356879"/>
                  </a:lnTo>
                  <a:lnTo>
                    <a:pt x="2576592" y="356864"/>
                  </a:lnTo>
                  <a:lnTo>
                    <a:pt x="2576551" y="356840"/>
                  </a:lnTo>
                  <a:lnTo>
                    <a:pt x="2576514" y="356811"/>
                  </a:lnTo>
                  <a:lnTo>
                    <a:pt x="2576472" y="356776"/>
                  </a:lnTo>
                  <a:lnTo>
                    <a:pt x="2576451" y="356752"/>
                  </a:lnTo>
                  <a:lnTo>
                    <a:pt x="2576407" y="356707"/>
                  </a:lnTo>
                  <a:lnTo>
                    <a:pt x="2576382" y="356673"/>
                  </a:lnTo>
                  <a:lnTo>
                    <a:pt x="2576368" y="356638"/>
                  </a:lnTo>
                  <a:lnTo>
                    <a:pt x="2576356" y="356615"/>
                  </a:lnTo>
                  <a:lnTo>
                    <a:pt x="2576350" y="356569"/>
                  </a:lnTo>
                  <a:lnTo>
                    <a:pt x="2576344" y="356529"/>
                  </a:lnTo>
                  <a:lnTo>
                    <a:pt x="2576342" y="356506"/>
                  </a:lnTo>
                  <a:lnTo>
                    <a:pt x="2576341" y="356472"/>
                  </a:lnTo>
                  <a:lnTo>
                    <a:pt x="2576345" y="356444"/>
                  </a:lnTo>
                  <a:lnTo>
                    <a:pt x="2576349" y="356396"/>
                  </a:lnTo>
                  <a:lnTo>
                    <a:pt x="2576354" y="356356"/>
                  </a:lnTo>
                  <a:lnTo>
                    <a:pt x="2576355" y="356324"/>
                  </a:lnTo>
                  <a:lnTo>
                    <a:pt x="2576361" y="356287"/>
                  </a:lnTo>
                  <a:lnTo>
                    <a:pt x="2576367" y="356241"/>
                  </a:lnTo>
                  <a:lnTo>
                    <a:pt x="2576371" y="356161"/>
                  </a:lnTo>
                  <a:lnTo>
                    <a:pt x="2576374" y="356130"/>
                  </a:lnTo>
                  <a:lnTo>
                    <a:pt x="2576370" y="356086"/>
                  </a:lnTo>
                  <a:lnTo>
                    <a:pt x="2576361" y="356038"/>
                  </a:lnTo>
                  <a:lnTo>
                    <a:pt x="2576348" y="355985"/>
                  </a:lnTo>
                  <a:lnTo>
                    <a:pt x="2576330" y="355939"/>
                  </a:lnTo>
                  <a:lnTo>
                    <a:pt x="2576313" y="355901"/>
                  </a:lnTo>
                  <a:lnTo>
                    <a:pt x="2576291" y="355860"/>
                  </a:lnTo>
                  <a:lnTo>
                    <a:pt x="2576248" y="355805"/>
                  </a:lnTo>
                  <a:lnTo>
                    <a:pt x="2576216" y="355766"/>
                  </a:lnTo>
                  <a:lnTo>
                    <a:pt x="2576163" y="355712"/>
                  </a:lnTo>
                  <a:lnTo>
                    <a:pt x="2576133" y="355686"/>
                  </a:lnTo>
                  <a:lnTo>
                    <a:pt x="2576098" y="355658"/>
                  </a:lnTo>
                  <a:lnTo>
                    <a:pt x="2576052" y="355627"/>
                  </a:lnTo>
                  <a:lnTo>
                    <a:pt x="2575997" y="355599"/>
                  </a:lnTo>
                  <a:lnTo>
                    <a:pt x="2575933" y="355569"/>
                  </a:lnTo>
                  <a:lnTo>
                    <a:pt x="2575886" y="355546"/>
                  </a:lnTo>
                  <a:lnTo>
                    <a:pt x="2575842" y="355530"/>
                  </a:lnTo>
                  <a:lnTo>
                    <a:pt x="2575805" y="355517"/>
                  </a:lnTo>
                  <a:lnTo>
                    <a:pt x="2575731" y="355500"/>
                  </a:lnTo>
                  <a:lnTo>
                    <a:pt x="2575653" y="355487"/>
                  </a:lnTo>
                  <a:lnTo>
                    <a:pt x="2575551" y="355484"/>
                  </a:lnTo>
                  <a:lnTo>
                    <a:pt x="2575465" y="355486"/>
                  </a:lnTo>
                  <a:lnTo>
                    <a:pt x="2575415" y="355493"/>
                  </a:lnTo>
                  <a:lnTo>
                    <a:pt x="2575382" y="355501"/>
                  </a:lnTo>
                  <a:lnTo>
                    <a:pt x="2575355" y="355510"/>
                  </a:lnTo>
                  <a:lnTo>
                    <a:pt x="2575313" y="355531"/>
                  </a:lnTo>
                  <a:lnTo>
                    <a:pt x="2575257" y="355558"/>
                  </a:lnTo>
                  <a:lnTo>
                    <a:pt x="2575204" y="355587"/>
                  </a:lnTo>
                  <a:lnTo>
                    <a:pt x="2575138" y="355641"/>
                  </a:lnTo>
                  <a:lnTo>
                    <a:pt x="2575086" y="355699"/>
                  </a:lnTo>
                  <a:lnTo>
                    <a:pt x="2575039" y="355755"/>
                  </a:lnTo>
                  <a:lnTo>
                    <a:pt x="2575007" y="355818"/>
                  </a:lnTo>
                  <a:lnTo>
                    <a:pt x="2574994" y="355846"/>
                  </a:lnTo>
                  <a:lnTo>
                    <a:pt x="2574981" y="355878"/>
                  </a:lnTo>
                  <a:lnTo>
                    <a:pt x="2574976" y="355903"/>
                  </a:lnTo>
                  <a:lnTo>
                    <a:pt x="2574974" y="355931"/>
                  </a:lnTo>
                  <a:lnTo>
                    <a:pt x="2574972" y="355960"/>
                  </a:lnTo>
                  <a:lnTo>
                    <a:pt x="2574972" y="355987"/>
                  </a:lnTo>
                  <a:lnTo>
                    <a:pt x="2574971" y="356019"/>
                  </a:lnTo>
                  <a:lnTo>
                    <a:pt x="2574979" y="356046"/>
                  </a:lnTo>
                  <a:lnTo>
                    <a:pt x="2574985" y="356076"/>
                  </a:lnTo>
                  <a:lnTo>
                    <a:pt x="2574992" y="356105"/>
                  </a:lnTo>
                  <a:lnTo>
                    <a:pt x="2574993" y="356162"/>
                  </a:lnTo>
                  <a:lnTo>
                    <a:pt x="2574994" y="356190"/>
                  </a:lnTo>
                  <a:lnTo>
                    <a:pt x="2574996" y="356246"/>
                  </a:lnTo>
                  <a:lnTo>
                    <a:pt x="2574994" y="356276"/>
                  </a:lnTo>
                  <a:lnTo>
                    <a:pt x="2574990" y="356333"/>
                  </a:lnTo>
                  <a:lnTo>
                    <a:pt x="2574988" y="356392"/>
                  </a:lnTo>
                  <a:lnTo>
                    <a:pt x="2574983" y="356445"/>
                  </a:lnTo>
                  <a:lnTo>
                    <a:pt x="2574978" y="356501"/>
                  </a:lnTo>
                  <a:lnTo>
                    <a:pt x="2574978" y="356560"/>
                  </a:lnTo>
                  <a:lnTo>
                    <a:pt x="2574968" y="356646"/>
                  </a:lnTo>
                  <a:lnTo>
                    <a:pt x="2574960" y="356701"/>
                  </a:lnTo>
                  <a:lnTo>
                    <a:pt x="2574953" y="356744"/>
                  </a:lnTo>
                  <a:lnTo>
                    <a:pt x="2574938" y="356805"/>
                  </a:lnTo>
                  <a:lnTo>
                    <a:pt x="2574923" y="356869"/>
                  </a:lnTo>
                  <a:lnTo>
                    <a:pt x="2574913" y="356914"/>
                  </a:lnTo>
                  <a:lnTo>
                    <a:pt x="2574895" y="356977"/>
                  </a:lnTo>
                  <a:lnTo>
                    <a:pt x="2574878" y="357035"/>
                  </a:lnTo>
                  <a:lnTo>
                    <a:pt x="2574853" y="357106"/>
                  </a:lnTo>
                  <a:lnTo>
                    <a:pt x="2574833" y="357152"/>
                  </a:lnTo>
                  <a:lnTo>
                    <a:pt x="2574816" y="357202"/>
                  </a:lnTo>
                  <a:lnTo>
                    <a:pt x="2574797" y="357247"/>
                  </a:lnTo>
                  <a:lnTo>
                    <a:pt x="2574781" y="357275"/>
                  </a:lnTo>
                  <a:lnTo>
                    <a:pt x="2574735" y="357338"/>
                  </a:lnTo>
                  <a:lnTo>
                    <a:pt x="2574682" y="357387"/>
                  </a:lnTo>
                  <a:lnTo>
                    <a:pt x="2574634" y="357422"/>
                  </a:lnTo>
                  <a:lnTo>
                    <a:pt x="2574588" y="357461"/>
                  </a:lnTo>
                  <a:lnTo>
                    <a:pt x="2574524" y="357507"/>
                  </a:lnTo>
                  <a:lnTo>
                    <a:pt x="2574459" y="357550"/>
                  </a:lnTo>
                  <a:lnTo>
                    <a:pt x="2574362" y="357616"/>
                  </a:lnTo>
                  <a:lnTo>
                    <a:pt x="2574303" y="357656"/>
                  </a:lnTo>
                  <a:lnTo>
                    <a:pt x="2574259" y="357686"/>
                  </a:lnTo>
                  <a:lnTo>
                    <a:pt x="2574200" y="357738"/>
                  </a:lnTo>
                  <a:lnTo>
                    <a:pt x="2574180" y="357755"/>
                  </a:lnTo>
                  <a:lnTo>
                    <a:pt x="2573965" y="357887"/>
                  </a:lnTo>
                  <a:lnTo>
                    <a:pt x="2573584" y="358054"/>
                  </a:lnTo>
                  <a:lnTo>
                    <a:pt x="2573341" y="358176"/>
                  </a:lnTo>
                  <a:lnTo>
                    <a:pt x="2573142" y="358270"/>
                  </a:lnTo>
                  <a:lnTo>
                    <a:pt x="2572865" y="358382"/>
                  </a:lnTo>
                  <a:lnTo>
                    <a:pt x="2572617" y="358439"/>
                  </a:lnTo>
                  <a:lnTo>
                    <a:pt x="2572160" y="358556"/>
                  </a:lnTo>
                  <a:lnTo>
                    <a:pt x="2572000" y="358574"/>
                  </a:lnTo>
                  <a:lnTo>
                    <a:pt x="2571988" y="358571"/>
                  </a:lnTo>
                  <a:lnTo>
                    <a:pt x="2571948" y="358564"/>
                  </a:lnTo>
                  <a:lnTo>
                    <a:pt x="2571870" y="358565"/>
                  </a:lnTo>
                  <a:lnTo>
                    <a:pt x="2571826" y="358562"/>
                  </a:lnTo>
                  <a:lnTo>
                    <a:pt x="2571772" y="358566"/>
                  </a:lnTo>
                  <a:lnTo>
                    <a:pt x="2571711" y="358577"/>
                  </a:lnTo>
                  <a:lnTo>
                    <a:pt x="2571677" y="358583"/>
                  </a:lnTo>
                  <a:lnTo>
                    <a:pt x="2571640" y="358592"/>
                  </a:lnTo>
                  <a:lnTo>
                    <a:pt x="2571604" y="358596"/>
                  </a:lnTo>
                  <a:lnTo>
                    <a:pt x="2571562" y="358604"/>
                  </a:lnTo>
                  <a:lnTo>
                    <a:pt x="2571496" y="358614"/>
                  </a:lnTo>
                  <a:lnTo>
                    <a:pt x="2571456" y="358622"/>
                  </a:lnTo>
                  <a:lnTo>
                    <a:pt x="2571424" y="358629"/>
                  </a:lnTo>
                  <a:lnTo>
                    <a:pt x="2571380" y="358633"/>
                  </a:lnTo>
                  <a:lnTo>
                    <a:pt x="2571295" y="358643"/>
                  </a:lnTo>
                  <a:lnTo>
                    <a:pt x="2571271" y="358646"/>
                  </a:lnTo>
                  <a:lnTo>
                    <a:pt x="2571222" y="358652"/>
                  </a:lnTo>
                  <a:lnTo>
                    <a:pt x="2571179" y="358656"/>
                  </a:lnTo>
                  <a:lnTo>
                    <a:pt x="2571140" y="358658"/>
                  </a:lnTo>
                  <a:lnTo>
                    <a:pt x="2571084" y="358671"/>
                  </a:lnTo>
                  <a:lnTo>
                    <a:pt x="2571051" y="358677"/>
                  </a:lnTo>
                  <a:lnTo>
                    <a:pt x="2571019" y="358685"/>
                  </a:lnTo>
                  <a:lnTo>
                    <a:pt x="2570976" y="358694"/>
                  </a:lnTo>
                  <a:lnTo>
                    <a:pt x="2570921" y="358711"/>
                  </a:lnTo>
                  <a:lnTo>
                    <a:pt x="2570884" y="358727"/>
                  </a:lnTo>
                  <a:lnTo>
                    <a:pt x="2570833" y="358749"/>
                  </a:lnTo>
                  <a:lnTo>
                    <a:pt x="2570797" y="358767"/>
                  </a:lnTo>
                  <a:lnTo>
                    <a:pt x="2570769" y="358783"/>
                  </a:lnTo>
                  <a:lnTo>
                    <a:pt x="2570747" y="358792"/>
                  </a:lnTo>
                  <a:lnTo>
                    <a:pt x="2570710" y="358811"/>
                  </a:lnTo>
                  <a:lnTo>
                    <a:pt x="2570666" y="358835"/>
                  </a:lnTo>
                  <a:lnTo>
                    <a:pt x="2570629" y="358858"/>
                  </a:lnTo>
                  <a:lnTo>
                    <a:pt x="2570579" y="358893"/>
                  </a:lnTo>
                  <a:lnTo>
                    <a:pt x="2570539" y="358931"/>
                  </a:lnTo>
                  <a:lnTo>
                    <a:pt x="2570487" y="358993"/>
                  </a:lnTo>
                  <a:lnTo>
                    <a:pt x="2570457" y="359036"/>
                  </a:lnTo>
                  <a:lnTo>
                    <a:pt x="2570440" y="359066"/>
                  </a:lnTo>
                  <a:lnTo>
                    <a:pt x="2570421" y="359104"/>
                  </a:lnTo>
                  <a:lnTo>
                    <a:pt x="2570394" y="359167"/>
                  </a:lnTo>
                  <a:lnTo>
                    <a:pt x="2570376" y="359200"/>
                  </a:lnTo>
                  <a:lnTo>
                    <a:pt x="2570351" y="359259"/>
                  </a:lnTo>
                  <a:lnTo>
                    <a:pt x="2570339" y="359308"/>
                  </a:lnTo>
                  <a:lnTo>
                    <a:pt x="2570317" y="359387"/>
                  </a:lnTo>
                  <a:lnTo>
                    <a:pt x="2570313" y="359410"/>
                  </a:lnTo>
                  <a:lnTo>
                    <a:pt x="2570303" y="359461"/>
                  </a:lnTo>
                  <a:lnTo>
                    <a:pt x="2570292" y="359497"/>
                  </a:lnTo>
                  <a:lnTo>
                    <a:pt x="2570281" y="359525"/>
                  </a:lnTo>
                  <a:lnTo>
                    <a:pt x="2570266" y="359564"/>
                  </a:lnTo>
                  <a:lnTo>
                    <a:pt x="2570248" y="359636"/>
                  </a:lnTo>
                  <a:lnTo>
                    <a:pt x="2570242" y="359658"/>
                  </a:lnTo>
                  <a:lnTo>
                    <a:pt x="2570236" y="359680"/>
                  </a:lnTo>
                  <a:lnTo>
                    <a:pt x="2570230" y="359718"/>
                  </a:lnTo>
                  <a:lnTo>
                    <a:pt x="2570209" y="359805"/>
                  </a:lnTo>
                  <a:lnTo>
                    <a:pt x="2570233" y="359917"/>
                  </a:lnTo>
                  <a:lnTo>
                    <a:pt x="2570256" y="360027"/>
                  </a:lnTo>
                  <a:lnTo>
                    <a:pt x="2570504" y="360524"/>
                  </a:lnTo>
                  <a:lnTo>
                    <a:pt x="2570547" y="360611"/>
                  </a:lnTo>
                  <a:lnTo>
                    <a:pt x="2570558" y="360654"/>
                  </a:lnTo>
                  <a:lnTo>
                    <a:pt x="2570564" y="360708"/>
                  </a:lnTo>
                  <a:lnTo>
                    <a:pt x="2570569" y="360748"/>
                  </a:lnTo>
                  <a:lnTo>
                    <a:pt x="2570588" y="360824"/>
                  </a:lnTo>
                  <a:lnTo>
                    <a:pt x="2570609" y="360880"/>
                  </a:lnTo>
                  <a:lnTo>
                    <a:pt x="2570629" y="360925"/>
                  </a:lnTo>
                  <a:lnTo>
                    <a:pt x="2570648" y="360965"/>
                  </a:lnTo>
                  <a:lnTo>
                    <a:pt x="2570666" y="360994"/>
                  </a:lnTo>
                  <a:lnTo>
                    <a:pt x="2570687" y="361029"/>
                  </a:lnTo>
                  <a:lnTo>
                    <a:pt x="2570718" y="361082"/>
                  </a:lnTo>
                  <a:lnTo>
                    <a:pt x="2570735" y="361103"/>
                  </a:lnTo>
                  <a:lnTo>
                    <a:pt x="2570745" y="361122"/>
                  </a:lnTo>
                  <a:lnTo>
                    <a:pt x="2570754" y="361136"/>
                  </a:lnTo>
                  <a:lnTo>
                    <a:pt x="2570779" y="361169"/>
                  </a:lnTo>
                  <a:lnTo>
                    <a:pt x="2570801" y="361203"/>
                  </a:lnTo>
                  <a:lnTo>
                    <a:pt x="2570827" y="361236"/>
                  </a:lnTo>
                  <a:lnTo>
                    <a:pt x="2570852" y="361270"/>
                  </a:lnTo>
                  <a:lnTo>
                    <a:pt x="2570886" y="361315"/>
                  </a:lnTo>
                  <a:lnTo>
                    <a:pt x="2570904" y="361338"/>
                  </a:lnTo>
                  <a:lnTo>
                    <a:pt x="2570927" y="361362"/>
                  </a:lnTo>
                  <a:lnTo>
                    <a:pt x="2570978" y="361411"/>
                  </a:lnTo>
                  <a:lnTo>
                    <a:pt x="2571057" y="361472"/>
                  </a:lnTo>
                  <a:lnTo>
                    <a:pt x="2571094" y="361508"/>
                  </a:lnTo>
                  <a:lnTo>
                    <a:pt x="2571136" y="361553"/>
                  </a:lnTo>
                  <a:lnTo>
                    <a:pt x="2571149" y="361566"/>
                  </a:lnTo>
                  <a:lnTo>
                    <a:pt x="2571181" y="361609"/>
                  </a:lnTo>
                  <a:lnTo>
                    <a:pt x="2571196" y="361637"/>
                  </a:lnTo>
                  <a:lnTo>
                    <a:pt x="2571218" y="361678"/>
                  </a:lnTo>
                  <a:lnTo>
                    <a:pt x="2571226" y="361707"/>
                  </a:lnTo>
                  <a:lnTo>
                    <a:pt x="2571232" y="361723"/>
                  </a:lnTo>
                  <a:lnTo>
                    <a:pt x="2571244" y="361742"/>
                  </a:lnTo>
                  <a:lnTo>
                    <a:pt x="2571275" y="361771"/>
                  </a:lnTo>
                  <a:lnTo>
                    <a:pt x="2571301" y="361794"/>
                  </a:lnTo>
                  <a:lnTo>
                    <a:pt x="2571330" y="361819"/>
                  </a:lnTo>
                  <a:lnTo>
                    <a:pt x="2571397" y="361869"/>
                  </a:lnTo>
                  <a:lnTo>
                    <a:pt x="2571471" y="361926"/>
                  </a:lnTo>
                  <a:lnTo>
                    <a:pt x="2571549" y="361980"/>
                  </a:lnTo>
                  <a:lnTo>
                    <a:pt x="2571600" y="362015"/>
                  </a:lnTo>
                  <a:lnTo>
                    <a:pt x="2571645" y="362049"/>
                  </a:lnTo>
                  <a:lnTo>
                    <a:pt x="2571707" y="362091"/>
                  </a:lnTo>
                  <a:lnTo>
                    <a:pt x="2571742" y="362116"/>
                  </a:lnTo>
                  <a:lnTo>
                    <a:pt x="2571808" y="362167"/>
                  </a:lnTo>
                  <a:lnTo>
                    <a:pt x="2571858" y="362207"/>
                  </a:lnTo>
                  <a:lnTo>
                    <a:pt x="2571895" y="362233"/>
                  </a:lnTo>
                  <a:lnTo>
                    <a:pt x="2571927" y="362257"/>
                  </a:lnTo>
                  <a:lnTo>
                    <a:pt x="2571965" y="362285"/>
                  </a:lnTo>
                  <a:lnTo>
                    <a:pt x="2571998" y="362311"/>
                  </a:lnTo>
                  <a:lnTo>
                    <a:pt x="2572046" y="362353"/>
                  </a:lnTo>
                  <a:lnTo>
                    <a:pt x="2572119" y="362427"/>
                  </a:lnTo>
                  <a:lnTo>
                    <a:pt x="2572152" y="362457"/>
                  </a:lnTo>
                  <a:lnTo>
                    <a:pt x="2572229" y="362545"/>
                  </a:lnTo>
                  <a:lnTo>
                    <a:pt x="2572265" y="362596"/>
                  </a:lnTo>
                  <a:lnTo>
                    <a:pt x="2572303" y="362640"/>
                  </a:lnTo>
                  <a:lnTo>
                    <a:pt x="2572334" y="362673"/>
                  </a:lnTo>
                  <a:lnTo>
                    <a:pt x="2572361" y="362698"/>
                  </a:lnTo>
                  <a:lnTo>
                    <a:pt x="2572393" y="362724"/>
                  </a:lnTo>
                  <a:lnTo>
                    <a:pt x="2572434" y="362753"/>
                  </a:lnTo>
                  <a:lnTo>
                    <a:pt x="2572464" y="362774"/>
                  </a:lnTo>
                  <a:lnTo>
                    <a:pt x="2572504" y="362808"/>
                  </a:lnTo>
                  <a:lnTo>
                    <a:pt x="2572528" y="362832"/>
                  </a:lnTo>
                  <a:lnTo>
                    <a:pt x="2572559" y="362876"/>
                  </a:lnTo>
                  <a:lnTo>
                    <a:pt x="2572584" y="362920"/>
                  </a:lnTo>
                  <a:lnTo>
                    <a:pt x="2572593" y="362947"/>
                  </a:lnTo>
                  <a:lnTo>
                    <a:pt x="2572593" y="362979"/>
                  </a:lnTo>
                  <a:lnTo>
                    <a:pt x="2572578" y="363023"/>
                  </a:lnTo>
                  <a:lnTo>
                    <a:pt x="2572561" y="363074"/>
                  </a:lnTo>
                  <a:lnTo>
                    <a:pt x="2572544" y="363124"/>
                  </a:lnTo>
                  <a:lnTo>
                    <a:pt x="2572538" y="363157"/>
                  </a:lnTo>
                  <a:lnTo>
                    <a:pt x="2572530" y="363203"/>
                  </a:lnTo>
                  <a:lnTo>
                    <a:pt x="2572525" y="363248"/>
                  </a:lnTo>
                  <a:lnTo>
                    <a:pt x="2572527" y="363283"/>
                  </a:lnTo>
                  <a:lnTo>
                    <a:pt x="2572530" y="363306"/>
                  </a:lnTo>
                  <a:lnTo>
                    <a:pt x="2572537" y="363328"/>
                  </a:lnTo>
                  <a:lnTo>
                    <a:pt x="2572553" y="363376"/>
                  </a:lnTo>
                  <a:lnTo>
                    <a:pt x="2572562" y="363426"/>
                  </a:lnTo>
                  <a:lnTo>
                    <a:pt x="2572571" y="363466"/>
                  </a:lnTo>
                  <a:lnTo>
                    <a:pt x="2572575" y="363483"/>
                  </a:lnTo>
                  <a:lnTo>
                    <a:pt x="2572582" y="363530"/>
                  </a:lnTo>
                  <a:lnTo>
                    <a:pt x="2572585" y="363577"/>
                  </a:lnTo>
                  <a:lnTo>
                    <a:pt x="2572587" y="363622"/>
                  </a:lnTo>
                  <a:lnTo>
                    <a:pt x="2572588" y="363664"/>
                  </a:lnTo>
                  <a:lnTo>
                    <a:pt x="2572586" y="363692"/>
                  </a:lnTo>
                  <a:lnTo>
                    <a:pt x="2572570" y="363754"/>
                  </a:lnTo>
                  <a:lnTo>
                    <a:pt x="2572556" y="363795"/>
                  </a:lnTo>
                  <a:lnTo>
                    <a:pt x="2572547" y="363830"/>
                  </a:lnTo>
                  <a:lnTo>
                    <a:pt x="2572295" y="364150"/>
                  </a:lnTo>
                  <a:lnTo>
                    <a:pt x="2572030" y="364485"/>
                  </a:lnTo>
                  <a:lnTo>
                    <a:pt x="2571961" y="364569"/>
                  </a:lnTo>
                  <a:lnTo>
                    <a:pt x="2571626" y="365116"/>
                  </a:lnTo>
                  <a:lnTo>
                    <a:pt x="2571395" y="365440"/>
                  </a:lnTo>
                  <a:lnTo>
                    <a:pt x="2571110" y="365669"/>
                  </a:lnTo>
                  <a:lnTo>
                    <a:pt x="2570780" y="365898"/>
                  </a:lnTo>
                  <a:lnTo>
                    <a:pt x="2570519" y="366139"/>
                  </a:lnTo>
                  <a:lnTo>
                    <a:pt x="2570222" y="366513"/>
                  </a:lnTo>
                  <a:lnTo>
                    <a:pt x="2570084" y="366766"/>
                  </a:lnTo>
                  <a:lnTo>
                    <a:pt x="2570081" y="366776"/>
                  </a:lnTo>
                  <a:lnTo>
                    <a:pt x="2570060" y="366823"/>
                  </a:lnTo>
                  <a:lnTo>
                    <a:pt x="2570047" y="366862"/>
                  </a:lnTo>
                  <a:lnTo>
                    <a:pt x="2570031" y="366903"/>
                  </a:lnTo>
                  <a:lnTo>
                    <a:pt x="2569998" y="366979"/>
                  </a:lnTo>
                  <a:lnTo>
                    <a:pt x="2569974" y="367047"/>
                  </a:lnTo>
                  <a:lnTo>
                    <a:pt x="2569955" y="367087"/>
                  </a:lnTo>
                  <a:lnTo>
                    <a:pt x="2569924" y="367145"/>
                  </a:lnTo>
                  <a:lnTo>
                    <a:pt x="2569893" y="367196"/>
                  </a:lnTo>
                  <a:lnTo>
                    <a:pt x="2569878" y="367228"/>
                  </a:lnTo>
                  <a:lnTo>
                    <a:pt x="2569860" y="367275"/>
                  </a:lnTo>
                  <a:lnTo>
                    <a:pt x="2569844" y="367322"/>
                  </a:lnTo>
                  <a:lnTo>
                    <a:pt x="2569829" y="367371"/>
                  </a:lnTo>
                  <a:lnTo>
                    <a:pt x="2569817" y="367418"/>
                  </a:lnTo>
                  <a:lnTo>
                    <a:pt x="2569807" y="367464"/>
                  </a:lnTo>
                  <a:lnTo>
                    <a:pt x="2569792" y="367509"/>
                  </a:lnTo>
                  <a:lnTo>
                    <a:pt x="2569783" y="367554"/>
                  </a:lnTo>
                  <a:lnTo>
                    <a:pt x="2569774" y="367589"/>
                  </a:lnTo>
                  <a:lnTo>
                    <a:pt x="2569772" y="367640"/>
                  </a:lnTo>
                  <a:lnTo>
                    <a:pt x="2569774" y="367693"/>
                  </a:lnTo>
                  <a:lnTo>
                    <a:pt x="2569773" y="367736"/>
                  </a:lnTo>
                  <a:lnTo>
                    <a:pt x="2569777" y="367771"/>
                  </a:lnTo>
                  <a:lnTo>
                    <a:pt x="2569790" y="367802"/>
                  </a:lnTo>
                  <a:lnTo>
                    <a:pt x="2569809" y="367827"/>
                  </a:lnTo>
                  <a:lnTo>
                    <a:pt x="2569830" y="367866"/>
                  </a:lnTo>
                  <a:lnTo>
                    <a:pt x="2569844" y="367886"/>
                  </a:lnTo>
                  <a:lnTo>
                    <a:pt x="2569868" y="367938"/>
                  </a:lnTo>
                  <a:lnTo>
                    <a:pt x="2569881" y="367992"/>
                  </a:lnTo>
                  <a:lnTo>
                    <a:pt x="2569890" y="368029"/>
                  </a:lnTo>
                  <a:lnTo>
                    <a:pt x="2569900" y="368132"/>
                  </a:lnTo>
                  <a:lnTo>
                    <a:pt x="2569903" y="368182"/>
                  </a:lnTo>
                  <a:lnTo>
                    <a:pt x="2569906" y="368238"/>
                  </a:lnTo>
                  <a:lnTo>
                    <a:pt x="2569905" y="368284"/>
                  </a:lnTo>
                  <a:lnTo>
                    <a:pt x="2569902" y="368323"/>
                  </a:lnTo>
                  <a:lnTo>
                    <a:pt x="2569903" y="368357"/>
                  </a:lnTo>
                  <a:lnTo>
                    <a:pt x="2569907" y="368383"/>
                  </a:lnTo>
                  <a:lnTo>
                    <a:pt x="2569918" y="368412"/>
                  </a:lnTo>
                  <a:lnTo>
                    <a:pt x="2569937" y="368433"/>
                  </a:lnTo>
                  <a:lnTo>
                    <a:pt x="2569961" y="368459"/>
                  </a:lnTo>
                  <a:lnTo>
                    <a:pt x="2569972" y="368475"/>
                  </a:lnTo>
                  <a:lnTo>
                    <a:pt x="2569974" y="368504"/>
                  </a:lnTo>
                  <a:lnTo>
                    <a:pt x="2569970" y="368537"/>
                  </a:lnTo>
                  <a:lnTo>
                    <a:pt x="2569961" y="368566"/>
                  </a:lnTo>
                  <a:lnTo>
                    <a:pt x="2569940" y="368606"/>
                  </a:lnTo>
                  <a:lnTo>
                    <a:pt x="2569927" y="368641"/>
                  </a:lnTo>
                  <a:lnTo>
                    <a:pt x="2569916" y="368677"/>
                  </a:lnTo>
                  <a:lnTo>
                    <a:pt x="2569904" y="368720"/>
                  </a:lnTo>
                  <a:lnTo>
                    <a:pt x="2569890" y="368744"/>
                  </a:lnTo>
                  <a:lnTo>
                    <a:pt x="2569875" y="368771"/>
                  </a:lnTo>
                  <a:lnTo>
                    <a:pt x="2569848" y="368806"/>
                  </a:lnTo>
                  <a:lnTo>
                    <a:pt x="2569829" y="368818"/>
                  </a:lnTo>
                  <a:lnTo>
                    <a:pt x="2569800" y="368841"/>
                  </a:lnTo>
                  <a:lnTo>
                    <a:pt x="2569758" y="368871"/>
                  </a:lnTo>
                  <a:lnTo>
                    <a:pt x="2569712" y="368898"/>
                  </a:lnTo>
                  <a:lnTo>
                    <a:pt x="2569682" y="368911"/>
                  </a:lnTo>
                  <a:lnTo>
                    <a:pt x="2569660" y="368926"/>
                  </a:lnTo>
                  <a:lnTo>
                    <a:pt x="2569635" y="368946"/>
                  </a:lnTo>
                  <a:lnTo>
                    <a:pt x="2569620" y="368961"/>
                  </a:lnTo>
                  <a:lnTo>
                    <a:pt x="2569614" y="368988"/>
                  </a:lnTo>
                  <a:lnTo>
                    <a:pt x="2569613" y="369016"/>
                  </a:lnTo>
                  <a:lnTo>
                    <a:pt x="2569624" y="369048"/>
                  </a:lnTo>
                  <a:lnTo>
                    <a:pt x="2569639" y="369076"/>
                  </a:lnTo>
                  <a:lnTo>
                    <a:pt x="2569652" y="369103"/>
                  </a:lnTo>
                  <a:lnTo>
                    <a:pt x="2569673" y="369144"/>
                  </a:lnTo>
                  <a:lnTo>
                    <a:pt x="2569681" y="369165"/>
                  </a:lnTo>
                  <a:lnTo>
                    <a:pt x="2569688" y="369192"/>
                  </a:lnTo>
                  <a:lnTo>
                    <a:pt x="2569690" y="369252"/>
                  </a:lnTo>
                  <a:lnTo>
                    <a:pt x="2569691" y="369312"/>
                  </a:lnTo>
                  <a:lnTo>
                    <a:pt x="2569689" y="369351"/>
                  </a:lnTo>
                  <a:lnTo>
                    <a:pt x="2569679" y="369375"/>
                  </a:lnTo>
                  <a:lnTo>
                    <a:pt x="2569658" y="369402"/>
                  </a:lnTo>
                  <a:lnTo>
                    <a:pt x="2569631" y="369429"/>
                  </a:lnTo>
                  <a:lnTo>
                    <a:pt x="2569586" y="369468"/>
                  </a:lnTo>
                  <a:lnTo>
                    <a:pt x="2569556" y="369491"/>
                  </a:lnTo>
                  <a:lnTo>
                    <a:pt x="2569514" y="369518"/>
                  </a:lnTo>
                  <a:lnTo>
                    <a:pt x="2569489" y="369531"/>
                  </a:lnTo>
                  <a:lnTo>
                    <a:pt x="2569456" y="369542"/>
                  </a:lnTo>
                  <a:lnTo>
                    <a:pt x="2569411" y="369554"/>
                  </a:lnTo>
                  <a:lnTo>
                    <a:pt x="2569383" y="369560"/>
                  </a:lnTo>
                  <a:lnTo>
                    <a:pt x="2569349" y="369558"/>
                  </a:lnTo>
                  <a:lnTo>
                    <a:pt x="2569306" y="369555"/>
                  </a:lnTo>
                  <a:lnTo>
                    <a:pt x="2569264" y="369545"/>
                  </a:lnTo>
                  <a:lnTo>
                    <a:pt x="2569227" y="369529"/>
                  </a:lnTo>
                  <a:lnTo>
                    <a:pt x="2569193" y="369509"/>
                  </a:lnTo>
                  <a:lnTo>
                    <a:pt x="2569165" y="369488"/>
                  </a:lnTo>
                  <a:lnTo>
                    <a:pt x="2569099" y="369438"/>
                  </a:lnTo>
                  <a:lnTo>
                    <a:pt x="2569036" y="369389"/>
                  </a:lnTo>
                  <a:lnTo>
                    <a:pt x="2568988" y="369349"/>
                  </a:lnTo>
                  <a:lnTo>
                    <a:pt x="2568935" y="369307"/>
                  </a:lnTo>
                  <a:lnTo>
                    <a:pt x="2568870" y="369269"/>
                  </a:lnTo>
                  <a:lnTo>
                    <a:pt x="2568816" y="369237"/>
                  </a:lnTo>
                  <a:lnTo>
                    <a:pt x="2568779" y="369222"/>
                  </a:lnTo>
                  <a:lnTo>
                    <a:pt x="2568748" y="369210"/>
                  </a:lnTo>
                  <a:lnTo>
                    <a:pt x="2568725" y="369201"/>
                  </a:lnTo>
                  <a:lnTo>
                    <a:pt x="2568692" y="369197"/>
                  </a:lnTo>
                  <a:lnTo>
                    <a:pt x="2568649" y="369194"/>
                  </a:lnTo>
                  <a:lnTo>
                    <a:pt x="2568563" y="369197"/>
                  </a:lnTo>
                  <a:lnTo>
                    <a:pt x="2568520" y="369199"/>
                  </a:lnTo>
                  <a:lnTo>
                    <a:pt x="2568476" y="369204"/>
                  </a:lnTo>
                  <a:lnTo>
                    <a:pt x="2568460" y="369208"/>
                  </a:lnTo>
                  <a:lnTo>
                    <a:pt x="2568326" y="369216"/>
                  </a:lnTo>
                  <a:lnTo>
                    <a:pt x="2568069" y="369219"/>
                  </a:lnTo>
                  <a:lnTo>
                    <a:pt x="2567922" y="369230"/>
                  </a:lnTo>
                  <a:lnTo>
                    <a:pt x="2567817" y="369241"/>
                  </a:lnTo>
                  <a:lnTo>
                    <a:pt x="2567619" y="369282"/>
                  </a:lnTo>
                  <a:lnTo>
                    <a:pt x="2567585" y="369292"/>
                  </a:lnTo>
                  <a:lnTo>
                    <a:pt x="2567547" y="369295"/>
                  </a:lnTo>
                  <a:lnTo>
                    <a:pt x="2567476" y="369313"/>
                  </a:lnTo>
                  <a:lnTo>
                    <a:pt x="2567411" y="369330"/>
                  </a:lnTo>
                  <a:lnTo>
                    <a:pt x="2567289" y="369368"/>
                  </a:lnTo>
                  <a:lnTo>
                    <a:pt x="2567199" y="369397"/>
                  </a:lnTo>
                  <a:lnTo>
                    <a:pt x="2567132" y="369417"/>
                  </a:lnTo>
                  <a:lnTo>
                    <a:pt x="2567087" y="369432"/>
                  </a:lnTo>
                  <a:lnTo>
                    <a:pt x="2567042" y="369462"/>
                  </a:lnTo>
                  <a:lnTo>
                    <a:pt x="2567008" y="369489"/>
                  </a:lnTo>
                  <a:lnTo>
                    <a:pt x="2566915" y="369571"/>
                  </a:lnTo>
                  <a:lnTo>
                    <a:pt x="2566742" y="369793"/>
                  </a:lnTo>
                  <a:lnTo>
                    <a:pt x="2566618" y="370105"/>
                  </a:lnTo>
                  <a:lnTo>
                    <a:pt x="2566590" y="370221"/>
                  </a:lnTo>
                  <a:lnTo>
                    <a:pt x="2566589" y="370230"/>
                  </a:lnTo>
                  <a:lnTo>
                    <a:pt x="2566593" y="370241"/>
                  </a:lnTo>
                  <a:lnTo>
                    <a:pt x="2566603" y="370270"/>
                  </a:lnTo>
                  <a:lnTo>
                    <a:pt x="2566613" y="370302"/>
                  </a:lnTo>
                  <a:lnTo>
                    <a:pt x="2566626" y="370323"/>
                  </a:lnTo>
                  <a:lnTo>
                    <a:pt x="2566639" y="370342"/>
                  </a:lnTo>
                  <a:lnTo>
                    <a:pt x="2566660" y="370362"/>
                  </a:lnTo>
                  <a:lnTo>
                    <a:pt x="2566673" y="370376"/>
                  </a:lnTo>
                  <a:lnTo>
                    <a:pt x="2566688" y="370389"/>
                  </a:lnTo>
                  <a:lnTo>
                    <a:pt x="2566707" y="370404"/>
                  </a:lnTo>
                  <a:lnTo>
                    <a:pt x="2566731" y="370422"/>
                  </a:lnTo>
                  <a:lnTo>
                    <a:pt x="2566760" y="370446"/>
                  </a:lnTo>
                  <a:lnTo>
                    <a:pt x="2566802" y="370477"/>
                  </a:lnTo>
                  <a:lnTo>
                    <a:pt x="2566836" y="370503"/>
                  </a:lnTo>
                  <a:lnTo>
                    <a:pt x="2566869" y="370527"/>
                  </a:lnTo>
                  <a:lnTo>
                    <a:pt x="2566891" y="370547"/>
                  </a:lnTo>
                  <a:lnTo>
                    <a:pt x="2567118" y="370833"/>
                  </a:lnTo>
                  <a:lnTo>
                    <a:pt x="2567139" y="370882"/>
                  </a:lnTo>
                  <a:lnTo>
                    <a:pt x="2567169" y="371016"/>
                  </a:lnTo>
                  <a:lnTo>
                    <a:pt x="2567153" y="371249"/>
                  </a:lnTo>
                  <a:lnTo>
                    <a:pt x="2567120" y="371404"/>
                  </a:lnTo>
                  <a:lnTo>
                    <a:pt x="2567051" y="371550"/>
                  </a:lnTo>
                  <a:lnTo>
                    <a:pt x="2566915" y="371638"/>
                  </a:lnTo>
                  <a:lnTo>
                    <a:pt x="2566621" y="371681"/>
                  </a:lnTo>
                  <a:lnTo>
                    <a:pt x="2566438" y="371750"/>
                  </a:lnTo>
                  <a:lnTo>
                    <a:pt x="2566418" y="371759"/>
                  </a:lnTo>
                  <a:lnTo>
                    <a:pt x="2566383" y="371780"/>
                  </a:lnTo>
                  <a:lnTo>
                    <a:pt x="2566348" y="371804"/>
                  </a:lnTo>
                  <a:lnTo>
                    <a:pt x="2566309" y="371837"/>
                  </a:lnTo>
                  <a:lnTo>
                    <a:pt x="2566264" y="371881"/>
                  </a:lnTo>
                  <a:lnTo>
                    <a:pt x="2566225" y="371921"/>
                  </a:lnTo>
                  <a:lnTo>
                    <a:pt x="2566195" y="371955"/>
                  </a:lnTo>
                  <a:lnTo>
                    <a:pt x="2566180" y="371983"/>
                  </a:lnTo>
                  <a:lnTo>
                    <a:pt x="2566162" y="372017"/>
                  </a:lnTo>
                  <a:lnTo>
                    <a:pt x="2566138" y="372074"/>
                  </a:lnTo>
                  <a:lnTo>
                    <a:pt x="2566124" y="372107"/>
                  </a:lnTo>
                  <a:lnTo>
                    <a:pt x="2566117" y="372125"/>
                  </a:lnTo>
                  <a:lnTo>
                    <a:pt x="2566115" y="372142"/>
                  </a:lnTo>
                  <a:lnTo>
                    <a:pt x="2566120" y="372205"/>
                  </a:lnTo>
                  <a:lnTo>
                    <a:pt x="2566126" y="372244"/>
                  </a:lnTo>
                  <a:lnTo>
                    <a:pt x="2566133" y="372259"/>
                  </a:lnTo>
                  <a:lnTo>
                    <a:pt x="2566144" y="372291"/>
                  </a:lnTo>
                  <a:lnTo>
                    <a:pt x="2566155" y="372314"/>
                  </a:lnTo>
                  <a:lnTo>
                    <a:pt x="2566172" y="372345"/>
                  </a:lnTo>
                  <a:lnTo>
                    <a:pt x="2566186" y="372368"/>
                  </a:lnTo>
                  <a:lnTo>
                    <a:pt x="2566195" y="372383"/>
                  </a:lnTo>
                  <a:lnTo>
                    <a:pt x="2566202" y="372397"/>
                  </a:lnTo>
                  <a:lnTo>
                    <a:pt x="2566209" y="372407"/>
                  </a:lnTo>
                  <a:lnTo>
                    <a:pt x="2566223" y="372426"/>
                  </a:lnTo>
                  <a:lnTo>
                    <a:pt x="2566232" y="372442"/>
                  </a:lnTo>
                  <a:lnTo>
                    <a:pt x="2566245" y="372459"/>
                  </a:lnTo>
                  <a:lnTo>
                    <a:pt x="2566258" y="372485"/>
                  </a:lnTo>
                  <a:lnTo>
                    <a:pt x="2566282" y="372527"/>
                  </a:lnTo>
                  <a:lnTo>
                    <a:pt x="2566299" y="372555"/>
                  </a:lnTo>
                  <a:lnTo>
                    <a:pt x="2566310" y="372576"/>
                  </a:lnTo>
                  <a:lnTo>
                    <a:pt x="2566323" y="372600"/>
                  </a:lnTo>
                  <a:lnTo>
                    <a:pt x="2566333" y="372623"/>
                  </a:lnTo>
                  <a:lnTo>
                    <a:pt x="2566346" y="372652"/>
                  </a:lnTo>
                  <a:lnTo>
                    <a:pt x="2566353" y="372674"/>
                  </a:lnTo>
                  <a:lnTo>
                    <a:pt x="2566354" y="372705"/>
                  </a:lnTo>
                  <a:lnTo>
                    <a:pt x="2566350" y="372729"/>
                  </a:lnTo>
                  <a:lnTo>
                    <a:pt x="2566335" y="372762"/>
                  </a:lnTo>
                  <a:lnTo>
                    <a:pt x="2566307" y="372806"/>
                  </a:lnTo>
                  <a:lnTo>
                    <a:pt x="2566271" y="372848"/>
                  </a:lnTo>
                  <a:lnTo>
                    <a:pt x="2566241" y="372885"/>
                  </a:lnTo>
                  <a:lnTo>
                    <a:pt x="2566198" y="372931"/>
                  </a:lnTo>
                  <a:lnTo>
                    <a:pt x="2566153" y="372964"/>
                  </a:lnTo>
                  <a:lnTo>
                    <a:pt x="2566111" y="372986"/>
                  </a:lnTo>
                  <a:lnTo>
                    <a:pt x="2566074" y="373003"/>
                  </a:lnTo>
                  <a:lnTo>
                    <a:pt x="2566048" y="373011"/>
                  </a:lnTo>
                  <a:lnTo>
                    <a:pt x="2565980" y="373035"/>
                  </a:lnTo>
                  <a:lnTo>
                    <a:pt x="2565931" y="373044"/>
                  </a:lnTo>
                  <a:lnTo>
                    <a:pt x="2565839" y="373054"/>
                  </a:lnTo>
                  <a:lnTo>
                    <a:pt x="2565787" y="373059"/>
                  </a:lnTo>
                  <a:lnTo>
                    <a:pt x="2565736" y="373063"/>
                  </a:lnTo>
                  <a:lnTo>
                    <a:pt x="2565674" y="373064"/>
                  </a:lnTo>
                  <a:lnTo>
                    <a:pt x="2565631" y="373060"/>
                  </a:lnTo>
                  <a:lnTo>
                    <a:pt x="2565599" y="373052"/>
                  </a:lnTo>
                  <a:lnTo>
                    <a:pt x="2565574" y="373044"/>
                  </a:lnTo>
                  <a:lnTo>
                    <a:pt x="2565543" y="373026"/>
                  </a:lnTo>
                  <a:lnTo>
                    <a:pt x="2565515" y="373007"/>
                  </a:lnTo>
                  <a:lnTo>
                    <a:pt x="2565476" y="372978"/>
                  </a:lnTo>
                  <a:lnTo>
                    <a:pt x="2565440" y="372955"/>
                  </a:lnTo>
                  <a:lnTo>
                    <a:pt x="2565399" y="372921"/>
                  </a:lnTo>
                  <a:lnTo>
                    <a:pt x="2565368" y="372887"/>
                  </a:lnTo>
                  <a:lnTo>
                    <a:pt x="2565332" y="372848"/>
                  </a:lnTo>
                  <a:lnTo>
                    <a:pt x="2565295" y="372791"/>
                  </a:lnTo>
                  <a:lnTo>
                    <a:pt x="2565271" y="372763"/>
                  </a:lnTo>
                  <a:lnTo>
                    <a:pt x="2565248" y="372736"/>
                  </a:lnTo>
                  <a:lnTo>
                    <a:pt x="2565214" y="372714"/>
                  </a:lnTo>
                  <a:lnTo>
                    <a:pt x="2565184" y="372695"/>
                  </a:lnTo>
                  <a:lnTo>
                    <a:pt x="2565156" y="372671"/>
                  </a:lnTo>
                  <a:lnTo>
                    <a:pt x="2565121" y="372652"/>
                  </a:lnTo>
                  <a:lnTo>
                    <a:pt x="2565089" y="372626"/>
                  </a:lnTo>
                  <a:lnTo>
                    <a:pt x="2565042" y="372597"/>
                  </a:lnTo>
                  <a:lnTo>
                    <a:pt x="2564995" y="372567"/>
                  </a:lnTo>
                  <a:lnTo>
                    <a:pt x="2564957" y="372545"/>
                  </a:lnTo>
                  <a:lnTo>
                    <a:pt x="2564921" y="372521"/>
                  </a:lnTo>
                  <a:lnTo>
                    <a:pt x="2564883" y="372489"/>
                  </a:lnTo>
                  <a:lnTo>
                    <a:pt x="2564873" y="372475"/>
                  </a:lnTo>
                  <a:lnTo>
                    <a:pt x="2564863" y="372454"/>
                  </a:lnTo>
                  <a:lnTo>
                    <a:pt x="2564855" y="372433"/>
                  </a:lnTo>
                  <a:lnTo>
                    <a:pt x="2564847" y="372404"/>
                  </a:lnTo>
                  <a:lnTo>
                    <a:pt x="2564836" y="372377"/>
                  </a:lnTo>
                  <a:lnTo>
                    <a:pt x="2564819" y="372351"/>
                  </a:lnTo>
                  <a:lnTo>
                    <a:pt x="2564802" y="372327"/>
                  </a:lnTo>
                  <a:lnTo>
                    <a:pt x="2564794" y="372311"/>
                  </a:lnTo>
                  <a:lnTo>
                    <a:pt x="2564782" y="372287"/>
                  </a:lnTo>
                  <a:lnTo>
                    <a:pt x="2564776" y="372260"/>
                  </a:lnTo>
                  <a:lnTo>
                    <a:pt x="2564774" y="372209"/>
                  </a:lnTo>
                  <a:lnTo>
                    <a:pt x="2564775" y="372182"/>
                  </a:lnTo>
                  <a:lnTo>
                    <a:pt x="2564768" y="372167"/>
                  </a:lnTo>
                  <a:lnTo>
                    <a:pt x="2564755" y="372145"/>
                  </a:lnTo>
                  <a:lnTo>
                    <a:pt x="2564728" y="372112"/>
                  </a:lnTo>
                  <a:lnTo>
                    <a:pt x="2564692" y="372083"/>
                  </a:lnTo>
                  <a:lnTo>
                    <a:pt x="2564651" y="372046"/>
                  </a:lnTo>
                  <a:lnTo>
                    <a:pt x="2564625" y="372023"/>
                  </a:lnTo>
                  <a:lnTo>
                    <a:pt x="2564606" y="372002"/>
                  </a:lnTo>
                  <a:lnTo>
                    <a:pt x="2564597" y="371986"/>
                  </a:lnTo>
                  <a:lnTo>
                    <a:pt x="2564588" y="371968"/>
                  </a:lnTo>
                  <a:lnTo>
                    <a:pt x="2564571" y="371943"/>
                  </a:lnTo>
                  <a:lnTo>
                    <a:pt x="2564533" y="371917"/>
                  </a:lnTo>
                  <a:lnTo>
                    <a:pt x="2564504" y="371899"/>
                  </a:lnTo>
                  <a:lnTo>
                    <a:pt x="2564381" y="371794"/>
                  </a:lnTo>
                  <a:lnTo>
                    <a:pt x="2564257" y="371706"/>
                  </a:lnTo>
                  <a:lnTo>
                    <a:pt x="2564148" y="371664"/>
                  </a:lnTo>
                  <a:lnTo>
                    <a:pt x="2564132" y="371652"/>
                  </a:lnTo>
                  <a:lnTo>
                    <a:pt x="2564089" y="371630"/>
                  </a:lnTo>
                  <a:lnTo>
                    <a:pt x="2564047" y="371611"/>
                  </a:lnTo>
                  <a:lnTo>
                    <a:pt x="2563995" y="371599"/>
                  </a:lnTo>
                  <a:lnTo>
                    <a:pt x="2563920" y="371588"/>
                  </a:lnTo>
                  <a:lnTo>
                    <a:pt x="2563858" y="371585"/>
                  </a:lnTo>
                  <a:lnTo>
                    <a:pt x="2563791" y="371583"/>
                  </a:lnTo>
                  <a:lnTo>
                    <a:pt x="2563733" y="371578"/>
                  </a:lnTo>
                  <a:lnTo>
                    <a:pt x="2563648" y="371580"/>
                  </a:lnTo>
                  <a:lnTo>
                    <a:pt x="2563592" y="371582"/>
                  </a:lnTo>
                  <a:lnTo>
                    <a:pt x="2563547" y="371586"/>
                  </a:lnTo>
                  <a:lnTo>
                    <a:pt x="2563495" y="371593"/>
                  </a:lnTo>
                  <a:lnTo>
                    <a:pt x="2563467" y="371606"/>
                  </a:lnTo>
                  <a:lnTo>
                    <a:pt x="2563428" y="371637"/>
                  </a:lnTo>
                  <a:lnTo>
                    <a:pt x="2563389" y="371656"/>
                  </a:lnTo>
                  <a:lnTo>
                    <a:pt x="2563361" y="371663"/>
                  </a:lnTo>
                  <a:lnTo>
                    <a:pt x="2563313" y="371677"/>
                  </a:lnTo>
                  <a:lnTo>
                    <a:pt x="2563287" y="371685"/>
                  </a:lnTo>
                  <a:lnTo>
                    <a:pt x="2563252" y="371706"/>
                  </a:lnTo>
                  <a:lnTo>
                    <a:pt x="2563216" y="371729"/>
                  </a:lnTo>
                  <a:lnTo>
                    <a:pt x="2563179" y="371752"/>
                  </a:lnTo>
                  <a:lnTo>
                    <a:pt x="2563148" y="371767"/>
                  </a:lnTo>
                  <a:lnTo>
                    <a:pt x="2563059" y="371807"/>
                  </a:lnTo>
                  <a:lnTo>
                    <a:pt x="2563036" y="371817"/>
                  </a:lnTo>
                  <a:lnTo>
                    <a:pt x="2563013" y="371827"/>
                  </a:lnTo>
                  <a:lnTo>
                    <a:pt x="2562975" y="371842"/>
                  </a:lnTo>
                  <a:lnTo>
                    <a:pt x="2562941" y="371853"/>
                  </a:lnTo>
                  <a:lnTo>
                    <a:pt x="2562893" y="371874"/>
                  </a:lnTo>
                  <a:lnTo>
                    <a:pt x="2562865" y="371883"/>
                  </a:lnTo>
                  <a:lnTo>
                    <a:pt x="2562826" y="371899"/>
                  </a:lnTo>
                  <a:lnTo>
                    <a:pt x="2562784" y="371918"/>
                  </a:lnTo>
                  <a:lnTo>
                    <a:pt x="2562747" y="371935"/>
                  </a:lnTo>
                  <a:lnTo>
                    <a:pt x="2562711" y="371951"/>
                  </a:lnTo>
                  <a:lnTo>
                    <a:pt x="2562685" y="371969"/>
                  </a:lnTo>
                  <a:lnTo>
                    <a:pt x="2562667" y="371983"/>
                  </a:lnTo>
                  <a:lnTo>
                    <a:pt x="2562640" y="372007"/>
                  </a:lnTo>
                  <a:lnTo>
                    <a:pt x="2562618" y="372032"/>
                  </a:lnTo>
                  <a:lnTo>
                    <a:pt x="2562604" y="372066"/>
                  </a:lnTo>
                  <a:lnTo>
                    <a:pt x="2562595" y="372090"/>
                  </a:lnTo>
                  <a:lnTo>
                    <a:pt x="2562584" y="372117"/>
                  </a:lnTo>
                  <a:lnTo>
                    <a:pt x="2562577" y="372145"/>
                  </a:lnTo>
                  <a:lnTo>
                    <a:pt x="2562570" y="372172"/>
                  </a:lnTo>
                  <a:lnTo>
                    <a:pt x="2562563" y="372200"/>
                  </a:lnTo>
                  <a:lnTo>
                    <a:pt x="2562556" y="372224"/>
                  </a:lnTo>
                  <a:lnTo>
                    <a:pt x="2562548" y="372250"/>
                  </a:lnTo>
                  <a:lnTo>
                    <a:pt x="2562538" y="372274"/>
                  </a:lnTo>
                  <a:lnTo>
                    <a:pt x="2562532" y="372301"/>
                  </a:lnTo>
                  <a:lnTo>
                    <a:pt x="2562523" y="372327"/>
                  </a:lnTo>
                  <a:lnTo>
                    <a:pt x="2562518" y="372354"/>
                  </a:lnTo>
                  <a:lnTo>
                    <a:pt x="2562515" y="372380"/>
                  </a:lnTo>
                  <a:lnTo>
                    <a:pt x="2562507" y="372405"/>
                  </a:lnTo>
                  <a:lnTo>
                    <a:pt x="2562503" y="372430"/>
                  </a:lnTo>
                  <a:lnTo>
                    <a:pt x="2562502" y="372437"/>
                  </a:lnTo>
                  <a:lnTo>
                    <a:pt x="2562499" y="372455"/>
                  </a:lnTo>
                  <a:lnTo>
                    <a:pt x="2562496" y="372482"/>
                  </a:lnTo>
                  <a:lnTo>
                    <a:pt x="2562493" y="372509"/>
                  </a:lnTo>
                  <a:lnTo>
                    <a:pt x="2562487" y="372539"/>
                  </a:lnTo>
                  <a:lnTo>
                    <a:pt x="2562481" y="372565"/>
                  </a:lnTo>
                  <a:lnTo>
                    <a:pt x="2562479" y="372591"/>
                  </a:lnTo>
                  <a:lnTo>
                    <a:pt x="2562475" y="372618"/>
                  </a:lnTo>
                  <a:lnTo>
                    <a:pt x="2562476" y="372645"/>
                  </a:lnTo>
                  <a:lnTo>
                    <a:pt x="2562477" y="372671"/>
                  </a:lnTo>
                  <a:lnTo>
                    <a:pt x="2562481" y="372700"/>
                  </a:lnTo>
                  <a:lnTo>
                    <a:pt x="2562484" y="372716"/>
                  </a:lnTo>
                  <a:lnTo>
                    <a:pt x="2562503" y="372752"/>
                  </a:lnTo>
                  <a:lnTo>
                    <a:pt x="2562520" y="372788"/>
                  </a:lnTo>
                  <a:lnTo>
                    <a:pt x="2562535" y="372810"/>
                  </a:lnTo>
                  <a:lnTo>
                    <a:pt x="2562544" y="372828"/>
                  </a:lnTo>
                  <a:lnTo>
                    <a:pt x="2562561" y="372859"/>
                  </a:lnTo>
                  <a:lnTo>
                    <a:pt x="2562574" y="372880"/>
                  </a:lnTo>
                  <a:lnTo>
                    <a:pt x="2562591" y="372915"/>
                  </a:lnTo>
                  <a:lnTo>
                    <a:pt x="2562604" y="372938"/>
                  </a:lnTo>
                  <a:lnTo>
                    <a:pt x="2562621" y="372967"/>
                  </a:lnTo>
                  <a:lnTo>
                    <a:pt x="2562636" y="372997"/>
                  </a:lnTo>
                  <a:lnTo>
                    <a:pt x="2562640" y="373026"/>
                  </a:lnTo>
                  <a:lnTo>
                    <a:pt x="2562644" y="373069"/>
                  </a:lnTo>
                  <a:lnTo>
                    <a:pt x="2562638" y="373099"/>
                  </a:lnTo>
                  <a:lnTo>
                    <a:pt x="2562631" y="373125"/>
                  </a:lnTo>
                  <a:lnTo>
                    <a:pt x="2562617" y="373150"/>
                  </a:lnTo>
                  <a:lnTo>
                    <a:pt x="2562600" y="373164"/>
                  </a:lnTo>
                  <a:lnTo>
                    <a:pt x="2562572" y="373176"/>
                  </a:lnTo>
                  <a:lnTo>
                    <a:pt x="2562544" y="373178"/>
                  </a:lnTo>
                  <a:lnTo>
                    <a:pt x="2562502" y="373176"/>
                  </a:lnTo>
                  <a:lnTo>
                    <a:pt x="2562468" y="373170"/>
                  </a:lnTo>
                  <a:lnTo>
                    <a:pt x="2562439" y="373164"/>
                  </a:lnTo>
                  <a:lnTo>
                    <a:pt x="2562411" y="373160"/>
                  </a:lnTo>
                  <a:lnTo>
                    <a:pt x="2562387" y="373153"/>
                  </a:lnTo>
                  <a:lnTo>
                    <a:pt x="2562356" y="373141"/>
                  </a:lnTo>
                  <a:lnTo>
                    <a:pt x="2562330" y="373128"/>
                  </a:lnTo>
                  <a:lnTo>
                    <a:pt x="2562297" y="373110"/>
                  </a:lnTo>
                  <a:lnTo>
                    <a:pt x="2562245" y="373082"/>
                  </a:lnTo>
                  <a:lnTo>
                    <a:pt x="2562207" y="373063"/>
                  </a:lnTo>
                  <a:lnTo>
                    <a:pt x="2562165" y="373043"/>
                  </a:lnTo>
                  <a:lnTo>
                    <a:pt x="2562119" y="373028"/>
                  </a:lnTo>
                  <a:lnTo>
                    <a:pt x="2562075" y="373024"/>
                  </a:lnTo>
                  <a:lnTo>
                    <a:pt x="2562028" y="373024"/>
                  </a:lnTo>
                  <a:lnTo>
                    <a:pt x="2561968" y="373029"/>
                  </a:lnTo>
                  <a:lnTo>
                    <a:pt x="2561944" y="373034"/>
                  </a:lnTo>
                  <a:lnTo>
                    <a:pt x="2561910" y="373046"/>
                  </a:lnTo>
                  <a:lnTo>
                    <a:pt x="2561878" y="373063"/>
                  </a:lnTo>
                  <a:lnTo>
                    <a:pt x="2561841" y="373092"/>
                  </a:lnTo>
                  <a:lnTo>
                    <a:pt x="2561812" y="373113"/>
                  </a:lnTo>
                  <a:lnTo>
                    <a:pt x="2561790" y="373141"/>
                  </a:lnTo>
                  <a:lnTo>
                    <a:pt x="2561751" y="373209"/>
                  </a:lnTo>
                  <a:lnTo>
                    <a:pt x="2561738" y="373235"/>
                  </a:lnTo>
                  <a:lnTo>
                    <a:pt x="2561717" y="373268"/>
                  </a:lnTo>
                  <a:lnTo>
                    <a:pt x="2561685" y="373323"/>
                  </a:lnTo>
                  <a:lnTo>
                    <a:pt x="2561667" y="373348"/>
                  </a:lnTo>
                  <a:lnTo>
                    <a:pt x="2561634" y="373393"/>
                  </a:lnTo>
                  <a:lnTo>
                    <a:pt x="2561600" y="373423"/>
                  </a:lnTo>
                  <a:lnTo>
                    <a:pt x="2561577" y="373449"/>
                  </a:lnTo>
                  <a:lnTo>
                    <a:pt x="2561550" y="373474"/>
                  </a:lnTo>
                  <a:lnTo>
                    <a:pt x="2561534" y="373499"/>
                  </a:lnTo>
                  <a:lnTo>
                    <a:pt x="2561519" y="373525"/>
                  </a:lnTo>
                  <a:lnTo>
                    <a:pt x="2561504" y="373562"/>
                  </a:lnTo>
                  <a:lnTo>
                    <a:pt x="2561494" y="373605"/>
                  </a:lnTo>
                  <a:lnTo>
                    <a:pt x="2561484" y="373645"/>
                  </a:lnTo>
                  <a:lnTo>
                    <a:pt x="2561477" y="373699"/>
                  </a:lnTo>
                  <a:lnTo>
                    <a:pt x="2561476" y="373752"/>
                  </a:lnTo>
                  <a:lnTo>
                    <a:pt x="2561480" y="373784"/>
                  </a:lnTo>
                  <a:lnTo>
                    <a:pt x="2561495" y="373814"/>
                  </a:lnTo>
                  <a:lnTo>
                    <a:pt x="2561502" y="373829"/>
                  </a:lnTo>
                  <a:lnTo>
                    <a:pt x="2561508" y="373849"/>
                  </a:lnTo>
                  <a:lnTo>
                    <a:pt x="2561525" y="373877"/>
                  </a:lnTo>
                  <a:lnTo>
                    <a:pt x="2561543" y="373901"/>
                  </a:lnTo>
                  <a:lnTo>
                    <a:pt x="2561557" y="373923"/>
                  </a:lnTo>
                  <a:lnTo>
                    <a:pt x="2561581" y="373947"/>
                  </a:lnTo>
                  <a:lnTo>
                    <a:pt x="2561613" y="373973"/>
                  </a:lnTo>
                  <a:lnTo>
                    <a:pt x="2561644" y="374002"/>
                  </a:lnTo>
                  <a:lnTo>
                    <a:pt x="2561694" y="374039"/>
                  </a:lnTo>
                  <a:lnTo>
                    <a:pt x="2561744" y="374073"/>
                  </a:lnTo>
                  <a:lnTo>
                    <a:pt x="2561785" y="374109"/>
                  </a:lnTo>
                  <a:lnTo>
                    <a:pt x="2561809" y="374133"/>
                  </a:lnTo>
                  <a:lnTo>
                    <a:pt x="2561850" y="374177"/>
                  </a:lnTo>
                  <a:lnTo>
                    <a:pt x="2561871" y="374196"/>
                  </a:lnTo>
                  <a:lnTo>
                    <a:pt x="2561895" y="374226"/>
                  </a:lnTo>
                  <a:lnTo>
                    <a:pt x="2561912" y="374241"/>
                  </a:lnTo>
                  <a:lnTo>
                    <a:pt x="2561940" y="374274"/>
                  </a:lnTo>
                  <a:lnTo>
                    <a:pt x="2561949" y="374294"/>
                  </a:lnTo>
                  <a:lnTo>
                    <a:pt x="2561963" y="374321"/>
                  </a:lnTo>
                  <a:lnTo>
                    <a:pt x="2561975" y="374353"/>
                  </a:lnTo>
                  <a:lnTo>
                    <a:pt x="2561976" y="374377"/>
                  </a:lnTo>
                  <a:lnTo>
                    <a:pt x="2561981" y="374413"/>
                  </a:lnTo>
                  <a:lnTo>
                    <a:pt x="2561983" y="374454"/>
                  </a:lnTo>
                  <a:lnTo>
                    <a:pt x="2561983" y="374491"/>
                  </a:lnTo>
                  <a:lnTo>
                    <a:pt x="2561977" y="374516"/>
                  </a:lnTo>
                  <a:lnTo>
                    <a:pt x="2561965" y="374542"/>
                  </a:lnTo>
                  <a:lnTo>
                    <a:pt x="2561940" y="374571"/>
                  </a:lnTo>
                  <a:lnTo>
                    <a:pt x="2561891" y="374615"/>
                  </a:lnTo>
                  <a:lnTo>
                    <a:pt x="2561855" y="374642"/>
                  </a:lnTo>
                  <a:lnTo>
                    <a:pt x="2561822" y="374662"/>
                  </a:lnTo>
                  <a:lnTo>
                    <a:pt x="2561817" y="374665"/>
                  </a:lnTo>
                  <a:lnTo>
                    <a:pt x="2561791" y="374677"/>
                  </a:lnTo>
                  <a:lnTo>
                    <a:pt x="2561760" y="374683"/>
                  </a:lnTo>
                  <a:lnTo>
                    <a:pt x="2561699" y="374684"/>
                  </a:lnTo>
                  <a:lnTo>
                    <a:pt x="2561681" y="374681"/>
                  </a:lnTo>
                  <a:lnTo>
                    <a:pt x="2561657" y="374674"/>
                  </a:lnTo>
                  <a:lnTo>
                    <a:pt x="2561635" y="374668"/>
                  </a:lnTo>
                  <a:lnTo>
                    <a:pt x="2561626" y="374662"/>
                  </a:lnTo>
                  <a:lnTo>
                    <a:pt x="2561596" y="374642"/>
                  </a:lnTo>
                  <a:lnTo>
                    <a:pt x="2561562" y="374628"/>
                  </a:lnTo>
                  <a:lnTo>
                    <a:pt x="2561518" y="374604"/>
                  </a:lnTo>
                  <a:lnTo>
                    <a:pt x="2561452" y="374569"/>
                  </a:lnTo>
                  <a:lnTo>
                    <a:pt x="2561397" y="374547"/>
                  </a:lnTo>
                  <a:lnTo>
                    <a:pt x="2561345" y="374531"/>
                  </a:lnTo>
                  <a:lnTo>
                    <a:pt x="2561288" y="374512"/>
                  </a:lnTo>
                  <a:lnTo>
                    <a:pt x="2561240" y="374497"/>
                  </a:lnTo>
                  <a:lnTo>
                    <a:pt x="2561194" y="374490"/>
                  </a:lnTo>
                  <a:lnTo>
                    <a:pt x="2561156" y="374484"/>
                  </a:lnTo>
                  <a:lnTo>
                    <a:pt x="2561111" y="374481"/>
                  </a:lnTo>
                  <a:lnTo>
                    <a:pt x="2561058" y="374482"/>
                  </a:lnTo>
                  <a:lnTo>
                    <a:pt x="2561015" y="374483"/>
                  </a:lnTo>
                  <a:lnTo>
                    <a:pt x="2560976" y="374490"/>
                  </a:lnTo>
                  <a:lnTo>
                    <a:pt x="2560957" y="374494"/>
                  </a:lnTo>
                  <a:lnTo>
                    <a:pt x="2560934" y="374498"/>
                  </a:lnTo>
                  <a:lnTo>
                    <a:pt x="2560902" y="374506"/>
                  </a:lnTo>
                  <a:lnTo>
                    <a:pt x="2560867" y="374517"/>
                  </a:lnTo>
                  <a:lnTo>
                    <a:pt x="2560846" y="374523"/>
                  </a:lnTo>
                  <a:lnTo>
                    <a:pt x="2560826" y="374535"/>
                  </a:lnTo>
                  <a:lnTo>
                    <a:pt x="2560804" y="374550"/>
                  </a:lnTo>
                  <a:lnTo>
                    <a:pt x="2560769" y="374574"/>
                  </a:lnTo>
                  <a:lnTo>
                    <a:pt x="2560749" y="374596"/>
                  </a:lnTo>
                  <a:lnTo>
                    <a:pt x="2560735" y="374617"/>
                  </a:lnTo>
                  <a:lnTo>
                    <a:pt x="2560725" y="374648"/>
                  </a:lnTo>
                  <a:lnTo>
                    <a:pt x="2560722" y="374661"/>
                  </a:lnTo>
                  <a:lnTo>
                    <a:pt x="2560713" y="374699"/>
                  </a:lnTo>
                  <a:lnTo>
                    <a:pt x="2560708" y="374744"/>
                  </a:lnTo>
                  <a:lnTo>
                    <a:pt x="2560702" y="374776"/>
                  </a:lnTo>
                  <a:lnTo>
                    <a:pt x="2560705" y="374826"/>
                  </a:lnTo>
                  <a:lnTo>
                    <a:pt x="2560710" y="374871"/>
                  </a:lnTo>
                  <a:lnTo>
                    <a:pt x="2560713" y="374895"/>
                  </a:lnTo>
                  <a:lnTo>
                    <a:pt x="2560728" y="374934"/>
                  </a:lnTo>
                  <a:lnTo>
                    <a:pt x="2560735" y="374954"/>
                  </a:lnTo>
                  <a:lnTo>
                    <a:pt x="2560746" y="374979"/>
                  </a:lnTo>
                  <a:lnTo>
                    <a:pt x="2560759" y="374999"/>
                  </a:lnTo>
                  <a:lnTo>
                    <a:pt x="2560776" y="375023"/>
                  </a:lnTo>
                  <a:lnTo>
                    <a:pt x="2560788" y="375042"/>
                  </a:lnTo>
                  <a:lnTo>
                    <a:pt x="2560798" y="375055"/>
                  </a:lnTo>
                  <a:lnTo>
                    <a:pt x="2560814" y="375076"/>
                  </a:lnTo>
                  <a:lnTo>
                    <a:pt x="2560825" y="375096"/>
                  </a:lnTo>
                  <a:lnTo>
                    <a:pt x="2560838" y="375117"/>
                  </a:lnTo>
                  <a:lnTo>
                    <a:pt x="2560855" y="375145"/>
                  </a:lnTo>
                  <a:lnTo>
                    <a:pt x="2560869" y="375167"/>
                  </a:lnTo>
                  <a:lnTo>
                    <a:pt x="2560885" y="375198"/>
                  </a:lnTo>
                  <a:lnTo>
                    <a:pt x="2560896" y="375221"/>
                  </a:lnTo>
                  <a:lnTo>
                    <a:pt x="2560915" y="375253"/>
                  </a:lnTo>
                  <a:lnTo>
                    <a:pt x="2560924" y="375277"/>
                  </a:lnTo>
                  <a:lnTo>
                    <a:pt x="2560939" y="375310"/>
                  </a:lnTo>
                  <a:lnTo>
                    <a:pt x="2560943" y="375332"/>
                  </a:lnTo>
                  <a:lnTo>
                    <a:pt x="2560939" y="375363"/>
                  </a:lnTo>
                  <a:lnTo>
                    <a:pt x="2560931" y="375380"/>
                  </a:lnTo>
                  <a:lnTo>
                    <a:pt x="2560912" y="375409"/>
                  </a:lnTo>
                  <a:lnTo>
                    <a:pt x="2560887" y="375445"/>
                  </a:lnTo>
                  <a:lnTo>
                    <a:pt x="2560863" y="375478"/>
                  </a:lnTo>
                  <a:lnTo>
                    <a:pt x="2560850" y="375502"/>
                  </a:lnTo>
                  <a:lnTo>
                    <a:pt x="2560839" y="375527"/>
                  </a:lnTo>
                  <a:lnTo>
                    <a:pt x="2560829" y="375559"/>
                  </a:lnTo>
                  <a:lnTo>
                    <a:pt x="2560821" y="375588"/>
                  </a:lnTo>
                  <a:lnTo>
                    <a:pt x="2560820" y="375608"/>
                  </a:lnTo>
                  <a:lnTo>
                    <a:pt x="2560814" y="375639"/>
                  </a:lnTo>
                  <a:lnTo>
                    <a:pt x="2560808" y="375663"/>
                  </a:lnTo>
                  <a:lnTo>
                    <a:pt x="2560799" y="375694"/>
                  </a:lnTo>
                  <a:lnTo>
                    <a:pt x="2560791" y="375722"/>
                  </a:lnTo>
                  <a:lnTo>
                    <a:pt x="2560780" y="375752"/>
                  </a:lnTo>
                  <a:lnTo>
                    <a:pt x="2560776" y="375797"/>
                  </a:lnTo>
                  <a:lnTo>
                    <a:pt x="2560774" y="375849"/>
                  </a:lnTo>
                  <a:lnTo>
                    <a:pt x="2560774" y="375883"/>
                  </a:lnTo>
                  <a:lnTo>
                    <a:pt x="2560784" y="375909"/>
                  </a:lnTo>
                  <a:lnTo>
                    <a:pt x="2560789" y="375924"/>
                  </a:lnTo>
                  <a:lnTo>
                    <a:pt x="2560802" y="375951"/>
                  </a:lnTo>
                  <a:lnTo>
                    <a:pt x="2560815" y="375982"/>
                  </a:lnTo>
                  <a:lnTo>
                    <a:pt x="2560825" y="376005"/>
                  </a:lnTo>
                  <a:lnTo>
                    <a:pt x="2560830" y="376047"/>
                  </a:lnTo>
                  <a:lnTo>
                    <a:pt x="2560832" y="376099"/>
                  </a:lnTo>
                  <a:lnTo>
                    <a:pt x="2560833" y="376146"/>
                  </a:lnTo>
                  <a:lnTo>
                    <a:pt x="2560828" y="376176"/>
                  </a:lnTo>
                  <a:lnTo>
                    <a:pt x="2560817" y="376221"/>
                  </a:lnTo>
                  <a:lnTo>
                    <a:pt x="2560812" y="376257"/>
                  </a:lnTo>
                  <a:lnTo>
                    <a:pt x="2560804" y="376292"/>
                  </a:lnTo>
                  <a:lnTo>
                    <a:pt x="2560798" y="376325"/>
                  </a:lnTo>
                  <a:lnTo>
                    <a:pt x="2560802" y="376362"/>
                  </a:lnTo>
                  <a:lnTo>
                    <a:pt x="2560810" y="376406"/>
                  </a:lnTo>
                  <a:lnTo>
                    <a:pt x="2560819" y="376452"/>
                  </a:lnTo>
                  <a:lnTo>
                    <a:pt x="2560832" y="376493"/>
                  </a:lnTo>
                  <a:lnTo>
                    <a:pt x="2560845" y="376529"/>
                  </a:lnTo>
                  <a:lnTo>
                    <a:pt x="2560866" y="376560"/>
                  </a:lnTo>
                  <a:lnTo>
                    <a:pt x="2560883" y="376586"/>
                  </a:lnTo>
                  <a:lnTo>
                    <a:pt x="2560899" y="376604"/>
                  </a:lnTo>
                  <a:lnTo>
                    <a:pt x="2560935" y="376630"/>
                  </a:lnTo>
                  <a:lnTo>
                    <a:pt x="2560962" y="376647"/>
                  </a:lnTo>
                  <a:lnTo>
                    <a:pt x="2560997" y="376667"/>
                  </a:lnTo>
                  <a:lnTo>
                    <a:pt x="2561044" y="376689"/>
                  </a:lnTo>
                  <a:lnTo>
                    <a:pt x="2561080" y="376703"/>
                  </a:lnTo>
                  <a:lnTo>
                    <a:pt x="2561132" y="376719"/>
                  </a:lnTo>
                  <a:lnTo>
                    <a:pt x="2561162" y="376727"/>
                  </a:lnTo>
                  <a:lnTo>
                    <a:pt x="2561196" y="376730"/>
                  </a:lnTo>
                  <a:lnTo>
                    <a:pt x="2561238" y="376732"/>
                  </a:lnTo>
                  <a:lnTo>
                    <a:pt x="2561328" y="376727"/>
                  </a:lnTo>
                  <a:lnTo>
                    <a:pt x="2561354" y="376723"/>
                  </a:lnTo>
                  <a:lnTo>
                    <a:pt x="2561382" y="376715"/>
                  </a:lnTo>
                  <a:lnTo>
                    <a:pt x="2561407" y="376712"/>
                  </a:lnTo>
                  <a:lnTo>
                    <a:pt x="2561438" y="376706"/>
                  </a:lnTo>
                  <a:lnTo>
                    <a:pt x="2561485" y="376696"/>
                  </a:lnTo>
                  <a:lnTo>
                    <a:pt x="2561528" y="376686"/>
                  </a:lnTo>
                  <a:lnTo>
                    <a:pt x="2561582" y="376669"/>
                  </a:lnTo>
                  <a:lnTo>
                    <a:pt x="2561629" y="376659"/>
                  </a:lnTo>
                  <a:lnTo>
                    <a:pt x="2561676" y="376646"/>
                  </a:lnTo>
                  <a:lnTo>
                    <a:pt x="2561713" y="376639"/>
                  </a:lnTo>
                  <a:lnTo>
                    <a:pt x="2561748" y="376638"/>
                  </a:lnTo>
                  <a:lnTo>
                    <a:pt x="2561811" y="376638"/>
                  </a:lnTo>
                  <a:lnTo>
                    <a:pt x="2561880" y="376635"/>
                  </a:lnTo>
                  <a:lnTo>
                    <a:pt x="2561921" y="376635"/>
                  </a:lnTo>
                  <a:lnTo>
                    <a:pt x="2561956" y="376639"/>
                  </a:lnTo>
                  <a:lnTo>
                    <a:pt x="2561992" y="376648"/>
                  </a:lnTo>
                  <a:lnTo>
                    <a:pt x="2562010" y="376653"/>
                  </a:lnTo>
                  <a:lnTo>
                    <a:pt x="2562045" y="376671"/>
                  </a:lnTo>
                  <a:lnTo>
                    <a:pt x="2562076" y="376687"/>
                  </a:lnTo>
                  <a:lnTo>
                    <a:pt x="2562110" y="376713"/>
                  </a:lnTo>
                  <a:lnTo>
                    <a:pt x="2562144" y="376738"/>
                  </a:lnTo>
                  <a:lnTo>
                    <a:pt x="2562192" y="376783"/>
                  </a:lnTo>
                  <a:lnTo>
                    <a:pt x="2562218" y="376815"/>
                  </a:lnTo>
                  <a:lnTo>
                    <a:pt x="2562265" y="376875"/>
                  </a:lnTo>
                  <a:lnTo>
                    <a:pt x="2562302" y="376933"/>
                  </a:lnTo>
                  <a:lnTo>
                    <a:pt x="2562323" y="376977"/>
                  </a:lnTo>
                  <a:lnTo>
                    <a:pt x="2562340" y="377020"/>
                  </a:lnTo>
                  <a:lnTo>
                    <a:pt x="2562361" y="377065"/>
                  </a:lnTo>
                  <a:lnTo>
                    <a:pt x="2562372" y="377107"/>
                  </a:lnTo>
                  <a:lnTo>
                    <a:pt x="2562385" y="377143"/>
                  </a:lnTo>
                  <a:lnTo>
                    <a:pt x="2562393" y="377180"/>
                  </a:lnTo>
                  <a:lnTo>
                    <a:pt x="2562398" y="377226"/>
                  </a:lnTo>
                  <a:lnTo>
                    <a:pt x="2562398" y="377261"/>
                  </a:lnTo>
                  <a:lnTo>
                    <a:pt x="2562391" y="377294"/>
                  </a:lnTo>
                  <a:lnTo>
                    <a:pt x="2562377" y="377343"/>
                  </a:lnTo>
                  <a:lnTo>
                    <a:pt x="2562365" y="377368"/>
                  </a:lnTo>
                  <a:lnTo>
                    <a:pt x="2562339" y="377408"/>
                  </a:lnTo>
                  <a:lnTo>
                    <a:pt x="2562320" y="377439"/>
                  </a:lnTo>
                  <a:lnTo>
                    <a:pt x="2562288" y="377474"/>
                  </a:lnTo>
                  <a:lnTo>
                    <a:pt x="2562252" y="377506"/>
                  </a:lnTo>
                  <a:lnTo>
                    <a:pt x="2562222" y="377526"/>
                  </a:lnTo>
                  <a:lnTo>
                    <a:pt x="2562138" y="377560"/>
                  </a:lnTo>
                  <a:lnTo>
                    <a:pt x="2562083" y="377577"/>
                  </a:lnTo>
                  <a:lnTo>
                    <a:pt x="2562036" y="377587"/>
                  </a:lnTo>
                  <a:lnTo>
                    <a:pt x="2561981" y="377589"/>
                  </a:lnTo>
                  <a:lnTo>
                    <a:pt x="2561921" y="377582"/>
                  </a:lnTo>
                  <a:lnTo>
                    <a:pt x="2561855" y="377565"/>
                  </a:lnTo>
                  <a:lnTo>
                    <a:pt x="2561825" y="377550"/>
                  </a:lnTo>
                  <a:lnTo>
                    <a:pt x="2561796" y="377527"/>
                  </a:lnTo>
                  <a:lnTo>
                    <a:pt x="2561773" y="377508"/>
                  </a:lnTo>
                  <a:lnTo>
                    <a:pt x="2561740" y="377468"/>
                  </a:lnTo>
                  <a:lnTo>
                    <a:pt x="2561725" y="377445"/>
                  </a:lnTo>
                  <a:lnTo>
                    <a:pt x="2561694" y="377405"/>
                  </a:lnTo>
                  <a:lnTo>
                    <a:pt x="2561672" y="377386"/>
                  </a:lnTo>
                  <a:lnTo>
                    <a:pt x="2561605" y="377322"/>
                  </a:lnTo>
                  <a:lnTo>
                    <a:pt x="2561559" y="377278"/>
                  </a:lnTo>
                  <a:lnTo>
                    <a:pt x="2561516" y="377245"/>
                  </a:lnTo>
                  <a:lnTo>
                    <a:pt x="2561470" y="377216"/>
                  </a:lnTo>
                  <a:lnTo>
                    <a:pt x="2561445" y="377202"/>
                  </a:lnTo>
                  <a:lnTo>
                    <a:pt x="2561407" y="377189"/>
                  </a:lnTo>
                  <a:lnTo>
                    <a:pt x="2561379" y="377188"/>
                  </a:lnTo>
                  <a:lnTo>
                    <a:pt x="2561351" y="377190"/>
                  </a:lnTo>
                  <a:lnTo>
                    <a:pt x="2561329" y="377198"/>
                  </a:lnTo>
                  <a:lnTo>
                    <a:pt x="2561285" y="377204"/>
                  </a:lnTo>
                  <a:lnTo>
                    <a:pt x="2561165" y="377219"/>
                  </a:lnTo>
                  <a:lnTo>
                    <a:pt x="2561127" y="377223"/>
                  </a:lnTo>
                  <a:lnTo>
                    <a:pt x="2560955" y="377232"/>
                  </a:lnTo>
                  <a:lnTo>
                    <a:pt x="2560846" y="377280"/>
                  </a:lnTo>
                  <a:lnTo>
                    <a:pt x="2560792" y="377328"/>
                  </a:lnTo>
                  <a:lnTo>
                    <a:pt x="2560773" y="377383"/>
                  </a:lnTo>
                  <a:lnTo>
                    <a:pt x="2560782" y="377479"/>
                  </a:lnTo>
                  <a:lnTo>
                    <a:pt x="2560783" y="377486"/>
                  </a:lnTo>
                  <a:lnTo>
                    <a:pt x="2560791" y="377503"/>
                  </a:lnTo>
                  <a:lnTo>
                    <a:pt x="2560805" y="377531"/>
                  </a:lnTo>
                  <a:lnTo>
                    <a:pt x="2560828" y="377571"/>
                  </a:lnTo>
                  <a:lnTo>
                    <a:pt x="2560843" y="377596"/>
                  </a:lnTo>
                  <a:lnTo>
                    <a:pt x="2560859" y="377623"/>
                  </a:lnTo>
                  <a:lnTo>
                    <a:pt x="2560879" y="377656"/>
                  </a:lnTo>
                  <a:lnTo>
                    <a:pt x="2560902" y="377685"/>
                  </a:lnTo>
                  <a:lnTo>
                    <a:pt x="2560916" y="377704"/>
                  </a:lnTo>
                  <a:lnTo>
                    <a:pt x="2560934" y="377737"/>
                  </a:lnTo>
                  <a:lnTo>
                    <a:pt x="2560950" y="377769"/>
                  </a:lnTo>
                  <a:lnTo>
                    <a:pt x="2560965" y="377811"/>
                  </a:lnTo>
                  <a:lnTo>
                    <a:pt x="2560973" y="377842"/>
                  </a:lnTo>
                  <a:lnTo>
                    <a:pt x="2560976" y="377869"/>
                  </a:lnTo>
                  <a:lnTo>
                    <a:pt x="2560974" y="377893"/>
                  </a:lnTo>
                  <a:lnTo>
                    <a:pt x="2560970" y="377904"/>
                  </a:lnTo>
                  <a:lnTo>
                    <a:pt x="2560966" y="377927"/>
                  </a:lnTo>
                  <a:lnTo>
                    <a:pt x="2560959" y="377947"/>
                  </a:lnTo>
                  <a:lnTo>
                    <a:pt x="2560943" y="377970"/>
                  </a:lnTo>
                  <a:lnTo>
                    <a:pt x="2560921" y="377999"/>
                  </a:lnTo>
                  <a:lnTo>
                    <a:pt x="2560896" y="378021"/>
                  </a:lnTo>
                  <a:lnTo>
                    <a:pt x="2560844" y="378067"/>
                  </a:lnTo>
                  <a:lnTo>
                    <a:pt x="2560788" y="378123"/>
                  </a:lnTo>
                  <a:lnTo>
                    <a:pt x="2560765" y="378144"/>
                  </a:lnTo>
                  <a:lnTo>
                    <a:pt x="2560750" y="378161"/>
                  </a:lnTo>
                  <a:lnTo>
                    <a:pt x="2560738" y="378180"/>
                  </a:lnTo>
                  <a:lnTo>
                    <a:pt x="2560715" y="378209"/>
                  </a:lnTo>
                  <a:lnTo>
                    <a:pt x="2560692" y="378244"/>
                  </a:lnTo>
                  <a:lnTo>
                    <a:pt x="2560674" y="378271"/>
                  </a:lnTo>
                  <a:lnTo>
                    <a:pt x="2560656" y="378307"/>
                  </a:lnTo>
                  <a:lnTo>
                    <a:pt x="2560640" y="378339"/>
                  </a:lnTo>
                  <a:lnTo>
                    <a:pt x="2560630" y="378371"/>
                  </a:lnTo>
                  <a:lnTo>
                    <a:pt x="2560626" y="378394"/>
                  </a:lnTo>
                  <a:lnTo>
                    <a:pt x="2560629" y="378432"/>
                  </a:lnTo>
                  <a:lnTo>
                    <a:pt x="2560632" y="378452"/>
                  </a:lnTo>
                  <a:lnTo>
                    <a:pt x="2560640" y="378471"/>
                  </a:lnTo>
                  <a:lnTo>
                    <a:pt x="2560653" y="378501"/>
                  </a:lnTo>
                  <a:lnTo>
                    <a:pt x="2560665" y="378525"/>
                  </a:lnTo>
                  <a:lnTo>
                    <a:pt x="2560678" y="378551"/>
                  </a:lnTo>
                  <a:lnTo>
                    <a:pt x="2560707" y="378582"/>
                  </a:lnTo>
                  <a:lnTo>
                    <a:pt x="2560721" y="378593"/>
                  </a:lnTo>
                  <a:lnTo>
                    <a:pt x="2560746" y="378607"/>
                  </a:lnTo>
                  <a:lnTo>
                    <a:pt x="2560774" y="378620"/>
                  </a:lnTo>
                  <a:lnTo>
                    <a:pt x="2560807" y="378631"/>
                  </a:lnTo>
                  <a:lnTo>
                    <a:pt x="2560849" y="378641"/>
                  </a:lnTo>
                  <a:lnTo>
                    <a:pt x="2560910" y="378652"/>
                  </a:lnTo>
                  <a:lnTo>
                    <a:pt x="2560937" y="378659"/>
                  </a:lnTo>
                  <a:lnTo>
                    <a:pt x="2560971" y="378664"/>
                  </a:lnTo>
                  <a:lnTo>
                    <a:pt x="2560990" y="378670"/>
                  </a:lnTo>
                  <a:lnTo>
                    <a:pt x="2561023" y="378678"/>
                  </a:lnTo>
                  <a:lnTo>
                    <a:pt x="2561050" y="378686"/>
                  </a:lnTo>
                  <a:lnTo>
                    <a:pt x="2561089" y="378698"/>
                  </a:lnTo>
                  <a:lnTo>
                    <a:pt x="2561118" y="378708"/>
                  </a:lnTo>
                  <a:lnTo>
                    <a:pt x="2561167" y="378721"/>
                  </a:lnTo>
                  <a:lnTo>
                    <a:pt x="2561210" y="378736"/>
                  </a:lnTo>
                  <a:lnTo>
                    <a:pt x="2561261" y="378753"/>
                  </a:lnTo>
                  <a:lnTo>
                    <a:pt x="2561287" y="378762"/>
                  </a:lnTo>
                  <a:lnTo>
                    <a:pt x="2561311" y="378768"/>
                  </a:lnTo>
                  <a:lnTo>
                    <a:pt x="2561357" y="378781"/>
                  </a:lnTo>
                  <a:lnTo>
                    <a:pt x="2561389" y="378789"/>
                  </a:lnTo>
                  <a:lnTo>
                    <a:pt x="2561414" y="378798"/>
                  </a:lnTo>
                  <a:lnTo>
                    <a:pt x="2561433" y="378802"/>
                  </a:lnTo>
                  <a:lnTo>
                    <a:pt x="2561451" y="378811"/>
                  </a:lnTo>
                  <a:lnTo>
                    <a:pt x="2561466" y="378820"/>
                  </a:lnTo>
                  <a:lnTo>
                    <a:pt x="2561483" y="378833"/>
                  </a:lnTo>
                  <a:lnTo>
                    <a:pt x="2561499" y="378850"/>
                  </a:lnTo>
                  <a:lnTo>
                    <a:pt x="2561523" y="378878"/>
                  </a:lnTo>
                  <a:lnTo>
                    <a:pt x="2561537" y="378897"/>
                  </a:lnTo>
                  <a:lnTo>
                    <a:pt x="2561564" y="378944"/>
                  </a:lnTo>
                  <a:lnTo>
                    <a:pt x="2561569" y="378957"/>
                  </a:lnTo>
                  <a:lnTo>
                    <a:pt x="2561580" y="378983"/>
                  </a:lnTo>
                  <a:lnTo>
                    <a:pt x="2561590" y="379011"/>
                  </a:lnTo>
                  <a:lnTo>
                    <a:pt x="2561608" y="379064"/>
                  </a:lnTo>
                  <a:lnTo>
                    <a:pt x="2561618" y="379101"/>
                  </a:lnTo>
                  <a:lnTo>
                    <a:pt x="2561617" y="379145"/>
                  </a:lnTo>
                  <a:lnTo>
                    <a:pt x="2561612" y="379200"/>
                  </a:lnTo>
                  <a:lnTo>
                    <a:pt x="2561607" y="379221"/>
                  </a:lnTo>
                  <a:lnTo>
                    <a:pt x="2561597" y="379253"/>
                  </a:lnTo>
                  <a:lnTo>
                    <a:pt x="2561586" y="379283"/>
                  </a:lnTo>
                  <a:lnTo>
                    <a:pt x="2561566" y="379313"/>
                  </a:lnTo>
                  <a:lnTo>
                    <a:pt x="2561544" y="379336"/>
                  </a:lnTo>
                  <a:lnTo>
                    <a:pt x="2561524" y="379350"/>
                  </a:lnTo>
                  <a:lnTo>
                    <a:pt x="2561491" y="379362"/>
                  </a:lnTo>
                  <a:lnTo>
                    <a:pt x="2561453" y="379368"/>
                  </a:lnTo>
                  <a:lnTo>
                    <a:pt x="2561360" y="379367"/>
                  </a:lnTo>
                  <a:lnTo>
                    <a:pt x="2561326" y="379365"/>
                  </a:lnTo>
                  <a:lnTo>
                    <a:pt x="2561285" y="379357"/>
                  </a:lnTo>
                  <a:lnTo>
                    <a:pt x="2561257" y="379350"/>
                  </a:lnTo>
                  <a:lnTo>
                    <a:pt x="2561208" y="379331"/>
                  </a:lnTo>
                  <a:lnTo>
                    <a:pt x="2561175" y="379319"/>
                  </a:lnTo>
                  <a:lnTo>
                    <a:pt x="2561120" y="379316"/>
                  </a:lnTo>
                  <a:lnTo>
                    <a:pt x="2561086" y="379312"/>
                  </a:lnTo>
                  <a:lnTo>
                    <a:pt x="2561032" y="379316"/>
                  </a:lnTo>
                  <a:lnTo>
                    <a:pt x="2561004" y="379320"/>
                  </a:lnTo>
                  <a:lnTo>
                    <a:pt x="2560974" y="379334"/>
                  </a:lnTo>
                  <a:lnTo>
                    <a:pt x="2560948" y="379348"/>
                  </a:lnTo>
                  <a:lnTo>
                    <a:pt x="2560897" y="379376"/>
                  </a:lnTo>
                  <a:lnTo>
                    <a:pt x="2560869" y="379391"/>
                  </a:lnTo>
                  <a:lnTo>
                    <a:pt x="2560838" y="379406"/>
                  </a:lnTo>
                  <a:lnTo>
                    <a:pt x="2560783" y="379428"/>
                  </a:lnTo>
                  <a:lnTo>
                    <a:pt x="2560743" y="379441"/>
                  </a:lnTo>
                  <a:lnTo>
                    <a:pt x="2560716" y="379444"/>
                  </a:lnTo>
                  <a:lnTo>
                    <a:pt x="2560671" y="379457"/>
                  </a:lnTo>
                  <a:lnTo>
                    <a:pt x="2560636" y="379464"/>
                  </a:lnTo>
                  <a:lnTo>
                    <a:pt x="2560611" y="379477"/>
                  </a:lnTo>
                  <a:lnTo>
                    <a:pt x="2560572" y="379503"/>
                  </a:lnTo>
                  <a:lnTo>
                    <a:pt x="2560533" y="379525"/>
                  </a:lnTo>
                  <a:lnTo>
                    <a:pt x="2560497" y="379546"/>
                  </a:lnTo>
                  <a:lnTo>
                    <a:pt x="2560467" y="379560"/>
                  </a:lnTo>
                  <a:lnTo>
                    <a:pt x="2560427" y="379580"/>
                  </a:lnTo>
                  <a:lnTo>
                    <a:pt x="2560403" y="379588"/>
                  </a:lnTo>
                  <a:lnTo>
                    <a:pt x="2560349" y="379610"/>
                  </a:lnTo>
                  <a:lnTo>
                    <a:pt x="2560320" y="379620"/>
                  </a:lnTo>
                  <a:lnTo>
                    <a:pt x="2560263" y="379634"/>
                  </a:lnTo>
                  <a:lnTo>
                    <a:pt x="2560226" y="379646"/>
                  </a:lnTo>
                  <a:lnTo>
                    <a:pt x="2560205" y="379657"/>
                  </a:lnTo>
                  <a:lnTo>
                    <a:pt x="2560175" y="379686"/>
                  </a:lnTo>
                  <a:lnTo>
                    <a:pt x="2560122" y="379747"/>
                  </a:lnTo>
                  <a:lnTo>
                    <a:pt x="2560097" y="379775"/>
                  </a:lnTo>
                  <a:lnTo>
                    <a:pt x="2560065" y="379809"/>
                  </a:lnTo>
                  <a:lnTo>
                    <a:pt x="2560040" y="379833"/>
                  </a:lnTo>
                  <a:lnTo>
                    <a:pt x="2560010" y="379868"/>
                  </a:lnTo>
                  <a:lnTo>
                    <a:pt x="2559994" y="379917"/>
                  </a:lnTo>
                  <a:lnTo>
                    <a:pt x="2559976" y="379956"/>
                  </a:lnTo>
                  <a:lnTo>
                    <a:pt x="2559963" y="379986"/>
                  </a:lnTo>
                  <a:lnTo>
                    <a:pt x="2559940" y="380023"/>
                  </a:lnTo>
                  <a:lnTo>
                    <a:pt x="2559932" y="380034"/>
                  </a:lnTo>
                  <a:lnTo>
                    <a:pt x="2559922" y="380054"/>
                  </a:lnTo>
                  <a:lnTo>
                    <a:pt x="2559906" y="380078"/>
                  </a:lnTo>
                  <a:lnTo>
                    <a:pt x="2559884" y="380099"/>
                  </a:lnTo>
                  <a:lnTo>
                    <a:pt x="2559855" y="380125"/>
                  </a:lnTo>
                  <a:lnTo>
                    <a:pt x="2559814" y="380156"/>
                  </a:lnTo>
                  <a:lnTo>
                    <a:pt x="2559768" y="380187"/>
                  </a:lnTo>
                  <a:lnTo>
                    <a:pt x="2559730" y="380213"/>
                  </a:lnTo>
                  <a:lnTo>
                    <a:pt x="2559698" y="380233"/>
                  </a:lnTo>
                  <a:lnTo>
                    <a:pt x="2559676" y="380249"/>
                  </a:lnTo>
                  <a:lnTo>
                    <a:pt x="2559657" y="380277"/>
                  </a:lnTo>
                  <a:lnTo>
                    <a:pt x="2559645" y="380305"/>
                  </a:lnTo>
                  <a:lnTo>
                    <a:pt x="2559644" y="380329"/>
                  </a:lnTo>
                  <a:lnTo>
                    <a:pt x="2559644" y="380357"/>
                  </a:lnTo>
                  <a:lnTo>
                    <a:pt x="2559648" y="380407"/>
                  </a:lnTo>
                  <a:lnTo>
                    <a:pt x="2559652" y="380460"/>
                  </a:lnTo>
                  <a:lnTo>
                    <a:pt x="2559657" y="380513"/>
                  </a:lnTo>
                  <a:lnTo>
                    <a:pt x="2559658" y="380562"/>
                  </a:lnTo>
                  <a:lnTo>
                    <a:pt x="2559658" y="380612"/>
                  </a:lnTo>
                  <a:lnTo>
                    <a:pt x="2559657" y="380631"/>
                  </a:lnTo>
                  <a:lnTo>
                    <a:pt x="2559646" y="380659"/>
                  </a:lnTo>
                  <a:lnTo>
                    <a:pt x="2559608" y="380721"/>
                  </a:lnTo>
                  <a:lnTo>
                    <a:pt x="2559582" y="380769"/>
                  </a:lnTo>
                  <a:lnTo>
                    <a:pt x="2559543" y="380812"/>
                  </a:lnTo>
                  <a:lnTo>
                    <a:pt x="2559494" y="380859"/>
                  </a:lnTo>
                  <a:lnTo>
                    <a:pt x="2559444" y="380910"/>
                  </a:lnTo>
                  <a:lnTo>
                    <a:pt x="2559414" y="380937"/>
                  </a:lnTo>
                  <a:lnTo>
                    <a:pt x="2559375" y="380972"/>
                  </a:lnTo>
                  <a:lnTo>
                    <a:pt x="2559327" y="381016"/>
                  </a:lnTo>
                  <a:lnTo>
                    <a:pt x="2559288" y="381048"/>
                  </a:lnTo>
                  <a:lnTo>
                    <a:pt x="2559262" y="381070"/>
                  </a:lnTo>
                  <a:lnTo>
                    <a:pt x="2559234" y="381092"/>
                  </a:lnTo>
                  <a:lnTo>
                    <a:pt x="2559194" y="381127"/>
                  </a:lnTo>
                  <a:lnTo>
                    <a:pt x="2559146" y="381169"/>
                  </a:lnTo>
                  <a:lnTo>
                    <a:pt x="2559118" y="381208"/>
                  </a:lnTo>
                  <a:lnTo>
                    <a:pt x="2559103" y="381229"/>
                  </a:lnTo>
                  <a:lnTo>
                    <a:pt x="2559086" y="381260"/>
                  </a:lnTo>
                  <a:lnTo>
                    <a:pt x="2559077" y="381285"/>
                  </a:lnTo>
                  <a:lnTo>
                    <a:pt x="2559069" y="381316"/>
                  </a:lnTo>
                  <a:lnTo>
                    <a:pt x="2559067" y="381341"/>
                  </a:lnTo>
                  <a:lnTo>
                    <a:pt x="2559070" y="381365"/>
                  </a:lnTo>
                  <a:lnTo>
                    <a:pt x="2559073" y="381391"/>
                  </a:lnTo>
                  <a:lnTo>
                    <a:pt x="2559079" y="381402"/>
                  </a:lnTo>
                  <a:lnTo>
                    <a:pt x="2559088" y="381423"/>
                  </a:lnTo>
                  <a:lnTo>
                    <a:pt x="2559096" y="381441"/>
                  </a:lnTo>
                  <a:lnTo>
                    <a:pt x="2559106" y="381456"/>
                  </a:lnTo>
                  <a:lnTo>
                    <a:pt x="2559120" y="381473"/>
                  </a:lnTo>
                  <a:lnTo>
                    <a:pt x="2559134" y="381491"/>
                  </a:lnTo>
                  <a:lnTo>
                    <a:pt x="2559171" y="381512"/>
                  </a:lnTo>
                  <a:lnTo>
                    <a:pt x="2559204" y="381531"/>
                  </a:lnTo>
                  <a:lnTo>
                    <a:pt x="2559221" y="381537"/>
                  </a:lnTo>
                  <a:lnTo>
                    <a:pt x="2559271" y="381549"/>
                  </a:lnTo>
                  <a:lnTo>
                    <a:pt x="2559287" y="381549"/>
                  </a:lnTo>
                  <a:lnTo>
                    <a:pt x="2559342" y="381549"/>
                  </a:lnTo>
                  <a:lnTo>
                    <a:pt x="2559381" y="381544"/>
                  </a:lnTo>
                  <a:lnTo>
                    <a:pt x="2559399" y="381539"/>
                  </a:lnTo>
                  <a:lnTo>
                    <a:pt x="2559448" y="381523"/>
                  </a:lnTo>
                  <a:lnTo>
                    <a:pt x="2559487" y="381507"/>
                  </a:lnTo>
                  <a:lnTo>
                    <a:pt x="2559506" y="381496"/>
                  </a:lnTo>
                  <a:lnTo>
                    <a:pt x="2559544" y="381465"/>
                  </a:lnTo>
                  <a:lnTo>
                    <a:pt x="2559562" y="381443"/>
                  </a:lnTo>
                  <a:lnTo>
                    <a:pt x="2559567" y="381418"/>
                  </a:lnTo>
                  <a:lnTo>
                    <a:pt x="2559568" y="381393"/>
                  </a:lnTo>
                  <a:lnTo>
                    <a:pt x="2559564" y="381333"/>
                  </a:lnTo>
                  <a:lnTo>
                    <a:pt x="2559561" y="381272"/>
                  </a:lnTo>
                  <a:lnTo>
                    <a:pt x="2559563" y="381235"/>
                  </a:lnTo>
                  <a:lnTo>
                    <a:pt x="2559573" y="381204"/>
                  </a:lnTo>
                  <a:lnTo>
                    <a:pt x="2559577" y="381177"/>
                  </a:lnTo>
                  <a:lnTo>
                    <a:pt x="2559598" y="381121"/>
                  </a:lnTo>
                  <a:lnTo>
                    <a:pt x="2559607" y="381099"/>
                  </a:lnTo>
                  <a:lnTo>
                    <a:pt x="2559625" y="381072"/>
                  </a:lnTo>
                  <a:lnTo>
                    <a:pt x="2559636" y="381051"/>
                  </a:lnTo>
                  <a:lnTo>
                    <a:pt x="2559655" y="381012"/>
                  </a:lnTo>
                  <a:lnTo>
                    <a:pt x="2559666" y="380990"/>
                  </a:lnTo>
                  <a:lnTo>
                    <a:pt x="2559689" y="380967"/>
                  </a:lnTo>
                  <a:lnTo>
                    <a:pt x="2559716" y="380954"/>
                  </a:lnTo>
                  <a:lnTo>
                    <a:pt x="2559765" y="380932"/>
                  </a:lnTo>
                  <a:lnTo>
                    <a:pt x="2559807" y="380921"/>
                  </a:lnTo>
                  <a:lnTo>
                    <a:pt x="2559852" y="380912"/>
                  </a:lnTo>
                  <a:lnTo>
                    <a:pt x="2559897" y="380908"/>
                  </a:lnTo>
                  <a:lnTo>
                    <a:pt x="2559947" y="380913"/>
                  </a:lnTo>
                  <a:lnTo>
                    <a:pt x="2559983" y="380917"/>
                  </a:lnTo>
                  <a:lnTo>
                    <a:pt x="2560009" y="380923"/>
                  </a:lnTo>
                  <a:lnTo>
                    <a:pt x="2560035" y="380933"/>
                  </a:lnTo>
                  <a:lnTo>
                    <a:pt x="2560063" y="380942"/>
                  </a:lnTo>
                  <a:lnTo>
                    <a:pt x="2560089" y="380955"/>
                  </a:lnTo>
                  <a:lnTo>
                    <a:pt x="2560112" y="380970"/>
                  </a:lnTo>
                  <a:lnTo>
                    <a:pt x="2560143" y="380994"/>
                  </a:lnTo>
                  <a:lnTo>
                    <a:pt x="2560160" y="381012"/>
                  </a:lnTo>
                  <a:lnTo>
                    <a:pt x="2560176" y="381034"/>
                  </a:lnTo>
                  <a:lnTo>
                    <a:pt x="2560184" y="381047"/>
                  </a:lnTo>
                  <a:lnTo>
                    <a:pt x="2560192" y="381070"/>
                  </a:lnTo>
                  <a:lnTo>
                    <a:pt x="2560202" y="381106"/>
                  </a:lnTo>
                  <a:lnTo>
                    <a:pt x="2560217" y="381160"/>
                  </a:lnTo>
                  <a:lnTo>
                    <a:pt x="2560222" y="381177"/>
                  </a:lnTo>
                  <a:lnTo>
                    <a:pt x="2560238" y="381216"/>
                  </a:lnTo>
                  <a:lnTo>
                    <a:pt x="2560249" y="381244"/>
                  </a:lnTo>
                  <a:lnTo>
                    <a:pt x="2560264" y="381281"/>
                  </a:lnTo>
                  <a:lnTo>
                    <a:pt x="2560286" y="381329"/>
                  </a:lnTo>
                  <a:lnTo>
                    <a:pt x="2560301" y="381352"/>
                  </a:lnTo>
                  <a:lnTo>
                    <a:pt x="2560321" y="381384"/>
                  </a:lnTo>
                  <a:lnTo>
                    <a:pt x="2560331" y="381403"/>
                  </a:lnTo>
                  <a:lnTo>
                    <a:pt x="2560342" y="381419"/>
                  </a:lnTo>
                  <a:lnTo>
                    <a:pt x="2560356" y="381437"/>
                  </a:lnTo>
                  <a:lnTo>
                    <a:pt x="2560392" y="381474"/>
                  </a:lnTo>
                  <a:lnTo>
                    <a:pt x="2560428" y="381508"/>
                  </a:lnTo>
                  <a:lnTo>
                    <a:pt x="2560467" y="381537"/>
                  </a:lnTo>
                  <a:lnTo>
                    <a:pt x="2560502" y="381561"/>
                  </a:lnTo>
                  <a:lnTo>
                    <a:pt x="2560530" y="381573"/>
                  </a:lnTo>
                  <a:lnTo>
                    <a:pt x="2560583" y="381596"/>
                  </a:lnTo>
                  <a:lnTo>
                    <a:pt x="2560624" y="381609"/>
                  </a:lnTo>
                  <a:lnTo>
                    <a:pt x="2560641" y="381614"/>
                  </a:lnTo>
                  <a:lnTo>
                    <a:pt x="2560698" y="381621"/>
                  </a:lnTo>
                  <a:lnTo>
                    <a:pt x="2560729" y="381620"/>
                  </a:lnTo>
                  <a:lnTo>
                    <a:pt x="2560753" y="381614"/>
                  </a:lnTo>
                  <a:lnTo>
                    <a:pt x="2560772" y="381607"/>
                  </a:lnTo>
                  <a:lnTo>
                    <a:pt x="2560800" y="381588"/>
                  </a:lnTo>
                  <a:lnTo>
                    <a:pt x="2560821" y="381578"/>
                  </a:lnTo>
                  <a:lnTo>
                    <a:pt x="2560882" y="381540"/>
                  </a:lnTo>
                  <a:lnTo>
                    <a:pt x="2560938" y="381516"/>
                  </a:lnTo>
                  <a:lnTo>
                    <a:pt x="2560963" y="381504"/>
                  </a:lnTo>
                  <a:lnTo>
                    <a:pt x="2561014" y="381490"/>
                  </a:lnTo>
                  <a:lnTo>
                    <a:pt x="2561047" y="381485"/>
                  </a:lnTo>
                  <a:lnTo>
                    <a:pt x="2561079" y="381480"/>
                  </a:lnTo>
                  <a:lnTo>
                    <a:pt x="2561118" y="381475"/>
                  </a:lnTo>
                  <a:lnTo>
                    <a:pt x="2561153" y="381474"/>
                  </a:lnTo>
                  <a:lnTo>
                    <a:pt x="2561178" y="381475"/>
                  </a:lnTo>
                  <a:lnTo>
                    <a:pt x="2561199" y="381479"/>
                  </a:lnTo>
                  <a:lnTo>
                    <a:pt x="2561215" y="381484"/>
                  </a:lnTo>
                  <a:lnTo>
                    <a:pt x="2561239" y="381490"/>
                  </a:lnTo>
                  <a:lnTo>
                    <a:pt x="2561264" y="381495"/>
                  </a:lnTo>
                  <a:lnTo>
                    <a:pt x="2561290" y="381508"/>
                  </a:lnTo>
                  <a:lnTo>
                    <a:pt x="2561337" y="381533"/>
                  </a:lnTo>
                  <a:lnTo>
                    <a:pt x="2561378" y="381558"/>
                  </a:lnTo>
                  <a:lnTo>
                    <a:pt x="2561413" y="381584"/>
                  </a:lnTo>
                  <a:lnTo>
                    <a:pt x="2561444" y="381611"/>
                  </a:lnTo>
                  <a:lnTo>
                    <a:pt x="2561461" y="381638"/>
                  </a:lnTo>
                  <a:lnTo>
                    <a:pt x="2561476" y="381665"/>
                  </a:lnTo>
                  <a:lnTo>
                    <a:pt x="2561486" y="381692"/>
                  </a:lnTo>
                  <a:lnTo>
                    <a:pt x="2561492" y="381725"/>
                  </a:lnTo>
                  <a:lnTo>
                    <a:pt x="2561494" y="381754"/>
                  </a:lnTo>
                  <a:lnTo>
                    <a:pt x="2561492" y="381782"/>
                  </a:lnTo>
                  <a:lnTo>
                    <a:pt x="2561479" y="381833"/>
                  </a:lnTo>
                  <a:lnTo>
                    <a:pt x="2561473" y="381860"/>
                  </a:lnTo>
                  <a:lnTo>
                    <a:pt x="2561461" y="381887"/>
                  </a:lnTo>
                  <a:lnTo>
                    <a:pt x="2561442" y="381929"/>
                  </a:lnTo>
                  <a:lnTo>
                    <a:pt x="2561431" y="381952"/>
                  </a:lnTo>
                  <a:lnTo>
                    <a:pt x="2561419" y="381978"/>
                  </a:lnTo>
                  <a:lnTo>
                    <a:pt x="2561401" y="382028"/>
                  </a:lnTo>
                  <a:lnTo>
                    <a:pt x="2561388" y="382071"/>
                  </a:lnTo>
                  <a:lnTo>
                    <a:pt x="2561386" y="382089"/>
                  </a:lnTo>
                  <a:lnTo>
                    <a:pt x="2561392" y="382135"/>
                  </a:lnTo>
                  <a:lnTo>
                    <a:pt x="2561401" y="382154"/>
                  </a:lnTo>
                  <a:lnTo>
                    <a:pt x="2561405" y="382177"/>
                  </a:lnTo>
                  <a:lnTo>
                    <a:pt x="2561412" y="382191"/>
                  </a:lnTo>
                  <a:lnTo>
                    <a:pt x="2561421" y="382201"/>
                  </a:lnTo>
                  <a:lnTo>
                    <a:pt x="2561433" y="382216"/>
                  </a:lnTo>
                  <a:lnTo>
                    <a:pt x="2561448" y="382231"/>
                  </a:lnTo>
                  <a:lnTo>
                    <a:pt x="2561466" y="382247"/>
                  </a:lnTo>
                  <a:lnTo>
                    <a:pt x="2561490" y="382262"/>
                  </a:lnTo>
                  <a:lnTo>
                    <a:pt x="2561528" y="382286"/>
                  </a:lnTo>
                  <a:lnTo>
                    <a:pt x="2561539" y="382293"/>
                  </a:lnTo>
                  <a:lnTo>
                    <a:pt x="2561553" y="382296"/>
                  </a:lnTo>
                  <a:lnTo>
                    <a:pt x="2561573" y="382314"/>
                  </a:lnTo>
                  <a:lnTo>
                    <a:pt x="2561594" y="382330"/>
                  </a:lnTo>
                  <a:lnTo>
                    <a:pt x="2561620" y="382351"/>
                  </a:lnTo>
                  <a:lnTo>
                    <a:pt x="2561637" y="382369"/>
                  </a:lnTo>
                  <a:lnTo>
                    <a:pt x="2561682" y="382412"/>
                  </a:lnTo>
                  <a:lnTo>
                    <a:pt x="2561695" y="382431"/>
                  </a:lnTo>
                  <a:lnTo>
                    <a:pt x="2561711" y="382449"/>
                  </a:lnTo>
                  <a:lnTo>
                    <a:pt x="2561722" y="382466"/>
                  </a:lnTo>
                  <a:lnTo>
                    <a:pt x="2561739" y="382492"/>
                  </a:lnTo>
                  <a:lnTo>
                    <a:pt x="2561749" y="382529"/>
                  </a:lnTo>
                  <a:lnTo>
                    <a:pt x="2561749" y="382550"/>
                  </a:lnTo>
                  <a:lnTo>
                    <a:pt x="2561737" y="382561"/>
                  </a:lnTo>
                  <a:lnTo>
                    <a:pt x="2561724" y="382580"/>
                  </a:lnTo>
                  <a:lnTo>
                    <a:pt x="2561711" y="382610"/>
                  </a:lnTo>
                  <a:lnTo>
                    <a:pt x="2561710" y="382629"/>
                  </a:lnTo>
                  <a:lnTo>
                    <a:pt x="2561713" y="382688"/>
                  </a:lnTo>
                  <a:lnTo>
                    <a:pt x="2561721" y="382732"/>
                  </a:lnTo>
                  <a:lnTo>
                    <a:pt x="2561722" y="382743"/>
                  </a:lnTo>
                  <a:lnTo>
                    <a:pt x="2561726" y="382783"/>
                  </a:lnTo>
                  <a:lnTo>
                    <a:pt x="2561730" y="382825"/>
                  </a:lnTo>
                  <a:lnTo>
                    <a:pt x="2561729" y="382851"/>
                  </a:lnTo>
                  <a:lnTo>
                    <a:pt x="2561730" y="382905"/>
                  </a:lnTo>
                  <a:lnTo>
                    <a:pt x="2561725" y="382945"/>
                  </a:lnTo>
                  <a:lnTo>
                    <a:pt x="2561720" y="382976"/>
                  </a:lnTo>
                  <a:lnTo>
                    <a:pt x="2561714" y="382995"/>
                  </a:lnTo>
                  <a:lnTo>
                    <a:pt x="2561705" y="383025"/>
                  </a:lnTo>
                  <a:lnTo>
                    <a:pt x="2561700" y="383046"/>
                  </a:lnTo>
                  <a:lnTo>
                    <a:pt x="2561692" y="383067"/>
                  </a:lnTo>
                  <a:lnTo>
                    <a:pt x="2561679" y="383098"/>
                  </a:lnTo>
                  <a:lnTo>
                    <a:pt x="2561659" y="383133"/>
                  </a:lnTo>
                  <a:lnTo>
                    <a:pt x="2561646" y="383151"/>
                  </a:lnTo>
                  <a:lnTo>
                    <a:pt x="2561624" y="383179"/>
                  </a:lnTo>
                  <a:lnTo>
                    <a:pt x="2561583" y="383217"/>
                  </a:lnTo>
                  <a:lnTo>
                    <a:pt x="2561560" y="383229"/>
                  </a:lnTo>
                  <a:lnTo>
                    <a:pt x="2561518" y="383249"/>
                  </a:lnTo>
                  <a:lnTo>
                    <a:pt x="2561484" y="383255"/>
                  </a:lnTo>
                  <a:lnTo>
                    <a:pt x="2561436" y="383259"/>
                  </a:lnTo>
                  <a:lnTo>
                    <a:pt x="2561385" y="383263"/>
                  </a:lnTo>
                  <a:lnTo>
                    <a:pt x="2561327" y="383265"/>
                  </a:lnTo>
                  <a:lnTo>
                    <a:pt x="2561286" y="383271"/>
                  </a:lnTo>
                  <a:lnTo>
                    <a:pt x="2561213" y="383272"/>
                  </a:lnTo>
                  <a:lnTo>
                    <a:pt x="2561123" y="383266"/>
                  </a:lnTo>
                  <a:lnTo>
                    <a:pt x="2561084" y="383264"/>
                  </a:lnTo>
                  <a:lnTo>
                    <a:pt x="2561054" y="383258"/>
                  </a:lnTo>
                  <a:lnTo>
                    <a:pt x="2560962" y="383247"/>
                  </a:lnTo>
                  <a:lnTo>
                    <a:pt x="2560860" y="383223"/>
                  </a:lnTo>
                  <a:lnTo>
                    <a:pt x="2560820" y="383219"/>
                  </a:lnTo>
                  <a:lnTo>
                    <a:pt x="2560764" y="383210"/>
                  </a:lnTo>
                  <a:lnTo>
                    <a:pt x="2560718" y="383212"/>
                  </a:lnTo>
                  <a:lnTo>
                    <a:pt x="2560681" y="383214"/>
                  </a:lnTo>
                  <a:lnTo>
                    <a:pt x="2560646" y="383216"/>
                  </a:lnTo>
                  <a:lnTo>
                    <a:pt x="2560606" y="383223"/>
                  </a:lnTo>
                  <a:lnTo>
                    <a:pt x="2560579" y="383232"/>
                  </a:lnTo>
                  <a:lnTo>
                    <a:pt x="2560530" y="383244"/>
                  </a:lnTo>
                  <a:lnTo>
                    <a:pt x="2560495" y="383257"/>
                  </a:lnTo>
                  <a:lnTo>
                    <a:pt x="2560441" y="383271"/>
                  </a:lnTo>
                  <a:lnTo>
                    <a:pt x="2560393" y="383289"/>
                  </a:lnTo>
                  <a:lnTo>
                    <a:pt x="2560336" y="383309"/>
                  </a:lnTo>
                  <a:lnTo>
                    <a:pt x="2560263" y="383337"/>
                  </a:lnTo>
                  <a:lnTo>
                    <a:pt x="2560193" y="383361"/>
                  </a:lnTo>
                  <a:lnTo>
                    <a:pt x="2560142" y="383377"/>
                  </a:lnTo>
                  <a:lnTo>
                    <a:pt x="2560110" y="383385"/>
                  </a:lnTo>
                  <a:lnTo>
                    <a:pt x="2560076" y="383397"/>
                  </a:lnTo>
                  <a:lnTo>
                    <a:pt x="2560050" y="383417"/>
                  </a:lnTo>
                  <a:lnTo>
                    <a:pt x="2560025" y="383443"/>
                  </a:lnTo>
                  <a:lnTo>
                    <a:pt x="2560005" y="383476"/>
                  </a:lnTo>
                  <a:lnTo>
                    <a:pt x="2559987" y="383502"/>
                  </a:lnTo>
                  <a:lnTo>
                    <a:pt x="2559969" y="383536"/>
                  </a:lnTo>
                  <a:lnTo>
                    <a:pt x="2559938" y="383581"/>
                  </a:lnTo>
                  <a:lnTo>
                    <a:pt x="2559913" y="383615"/>
                  </a:lnTo>
                  <a:lnTo>
                    <a:pt x="2559893" y="383646"/>
                  </a:lnTo>
                  <a:lnTo>
                    <a:pt x="2559866" y="383686"/>
                  </a:lnTo>
                  <a:lnTo>
                    <a:pt x="2559855" y="383712"/>
                  </a:lnTo>
                  <a:lnTo>
                    <a:pt x="2559853" y="383749"/>
                  </a:lnTo>
                  <a:lnTo>
                    <a:pt x="2559852" y="383809"/>
                  </a:lnTo>
                  <a:lnTo>
                    <a:pt x="2559855" y="383836"/>
                  </a:lnTo>
                  <a:lnTo>
                    <a:pt x="2559853" y="383860"/>
                  </a:lnTo>
                  <a:lnTo>
                    <a:pt x="2559852" y="383887"/>
                  </a:lnTo>
                  <a:lnTo>
                    <a:pt x="2559857" y="383908"/>
                  </a:lnTo>
                  <a:lnTo>
                    <a:pt x="2559866" y="383935"/>
                  </a:lnTo>
                  <a:lnTo>
                    <a:pt x="2559875" y="383962"/>
                  </a:lnTo>
                  <a:lnTo>
                    <a:pt x="2559884" y="383976"/>
                  </a:lnTo>
                  <a:lnTo>
                    <a:pt x="2559894" y="383991"/>
                  </a:lnTo>
                  <a:lnTo>
                    <a:pt x="2559909" y="384006"/>
                  </a:lnTo>
                  <a:lnTo>
                    <a:pt x="2559926" y="384022"/>
                  </a:lnTo>
                  <a:lnTo>
                    <a:pt x="2559948" y="384037"/>
                  </a:lnTo>
                  <a:lnTo>
                    <a:pt x="2559966" y="384053"/>
                  </a:lnTo>
                  <a:lnTo>
                    <a:pt x="2560000" y="384078"/>
                  </a:lnTo>
                  <a:lnTo>
                    <a:pt x="2560031" y="384104"/>
                  </a:lnTo>
                  <a:lnTo>
                    <a:pt x="2560065" y="384126"/>
                  </a:lnTo>
                  <a:lnTo>
                    <a:pt x="2560108" y="384152"/>
                  </a:lnTo>
                  <a:lnTo>
                    <a:pt x="2560143" y="384171"/>
                  </a:lnTo>
                  <a:lnTo>
                    <a:pt x="2560173" y="384188"/>
                  </a:lnTo>
                  <a:lnTo>
                    <a:pt x="2560214" y="384210"/>
                  </a:lnTo>
                  <a:lnTo>
                    <a:pt x="2560259" y="384239"/>
                  </a:lnTo>
                  <a:lnTo>
                    <a:pt x="2560287" y="384257"/>
                  </a:lnTo>
                  <a:lnTo>
                    <a:pt x="2560321" y="384279"/>
                  </a:lnTo>
                  <a:lnTo>
                    <a:pt x="2560356" y="384307"/>
                  </a:lnTo>
                  <a:lnTo>
                    <a:pt x="2560383" y="384325"/>
                  </a:lnTo>
                  <a:lnTo>
                    <a:pt x="2560408" y="384341"/>
                  </a:lnTo>
                  <a:lnTo>
                    <a:pt x="2560434" y="384355"/>
                  </a:lnTo>
                  <a:lnTo>
                    <a:pt x="2560461" y="384369"/>
                  </a:lnTo>
                  <a:lnTo>
                    <a:pt x="2560497" y="384384"/>
                  </a:lnTo>
                  <a:lnTo>
                    <a:pt x="2560521" y="384396"/>
                  </a:lnTo>
                  <a:lnTo>
                    <a:pt x="2560557" y="384412"/>
                  </a:lnTo>
                  <a:lnTo>
                    <a:pt x="2560602" y="384428"/>
                  </a:lnTo>
                  <a:lnTo>
                    <a:pt x="2560635" y="384440"/>
                  </a:lnTo>
                  <a:lnTo>
                    <a:pt x="2560676" y="384459"/>
                  </a:lnTo>
                  <a:lnTo>
                    <a:pt x="2560706" y="384469"/>
                  </a:lnTo>
                  <a:lnTo>
                    <a:pt x="2560740" y="384481"/>
                  </a:lnTo>
                  <a:lnTo>
                    <a:pt x="2560768" y="384492"/>
                  </a:lnTo>
                  <a:lnTo>
                    <a:pt x="2560796" y="384501"/>
                  </a:lnTo>
                  <a:lnTo>
                    <a:pt x="2560821" y="384512"/>
                  </a:lnTo>
                  <a:lnTo>
                    <a:pt x="2560848" y="384525"/>
                  </a:lnTo>
                  <a:lnTo>
                    <a:pt x="2560901" y="384557"/>
                  </a:lnTo>
                  <a:lnTo>
                    <a:pt x="2560940" y="384584"/>
                  </a:lnTo>
                  <a:lnTo>
                    <a:pt x="2560961" y="384600"/>
                  </a:lnTo>
                  <a:lnTo>
                    <a:pt x="2561007" y="384635"/>
                  </a:lnTo>
                  <a:lnTo>
                    <a:pt x="2561041" y="384667"/>
                  </a:lnTo>
                  <a:lnTo>
                    <a:pt x="2561065" y="384691"/>
                  </a:lnTo>
                  <a:lnTo>
                    <a:pt x="2561081" y="384708"/>
                  </a:lnTo>
                  <a:lnTo>
                    <a:pt x="2561103" y="384737"/>
                  </a:lnTo>
                  <a:lnTo>
                    <a:pt x="2561119" y="384755"/>
                  </a:lnTo>
                  <a:lnTo>
                    <a:pt x="2561125" y="384769"/>
                  </a:lnTo>
                  <a:lnTo>
                    <a:pt x="2561136" y="384789"/>
                  </a:lnTo>
                  <a:lnTo>
                    <a:pt x="2561146" y="384806"/>
                  </a:lnTo>
                  <a:lnTo>
                    <a:pt x="2561153" y="384821"/>
                  </a:lnTo>
                  <a:lnTo>
                    <a:pt x="2561162" y="384845"/>
                  </a:lnTo>
                  <a:lnTo>
                    <a:pt x="2561168" y="384869"/>
                  </a:lnTo>
                  <a:lnTo>
                    <a:pt x="2561172" y="384905"/>
                  </a:lnTo>
                  <a:lnTo>
                    <a:pt x="2561162" y="384947"/>
                  </a:lnTo>
                  <a:lnTo>
                    <a:pt x="2561150" y="384989"/>
                  </a:lnTo>
                  <a:lnTo>
                    <a:pt x="2561137" y="385015"/>
                  </a:lnTo>
                  <a:lnTo>
                    <a:pt x="2561101" y="385067"/>
                  </a:lnTo>
                  <a:lnTo>
                    <a:pt x="2561070" y="385101"/>
                  </a:lnTo>
                  <a:lnTo>
                    <a:pt x="2561028" y="385139"/>
                  </a:lnTo>
                  <a:lnTo>
                    <a:pt x="2560981" y="385166"/>
                  </a:lnTo>
                  <a:lnTo>
                    <a:pt x="2560948" y="385182"/>
                  </a:lnTo>
                  <a:lnTo>
                    <a:pt x="2560892" y="385203"/>
                  </a:lnTo>
                  <a:lnTo>
                    <a:pt x="2560860" y="385209"/>
                  </a:lnTo>
                  <a:lnTo>
                    <a:pt x="2560825" y="385213"/>
                  </a:lnTo>
                  <a:lnTo>
                    <a:pt x="2560762" y="385213"/>
                  </a:lnTo>
                  <a:lnTo>
                    <a:pt x="2560721" y="385209"/>
                  </a:lnTo>
                  <a:lnTo>
                    <a:pt x="2560689" y="385204"/>
                  </a:lnTo>
                  <a:lnTo>
                    <a:pt x="2560648" y="385194"/>
                  </a:lnTo>
                  <a:lnTo>
                    <a:pt x="2560620" y="385186"/>
                  </a:lnTo>
                  <a:lnTo>
                    <a:pt x="2560567" y="385166"/>
                  </a:lnTo>
                  <a:lnTo>
                    <a:pt x="2560540" y="385148"/>
                  </a:lnTo>
                  <a:lnTo>
                    <a:pt x="2560502" y="385122"/>
                  </a:lnTo>
                  <a:lnTo>
                    <a:pt x="2560475" y="385098"/>
                  </a:lnTo>
                  <a:lnTo>
                    <a:pt x="2560437" y="385062"/>
                  </a:lnTo>
                  <a:lnTo>
                    <a:pt x="2560411" y="385037"/>
                  </a:lnTo>
                  <a:lnTo>
                    <a:pt x="2560381" y="384993"/>
                  </a:lnTo>
                  <a:lnTo>
                    <a:pt x="2560358" y="384964"/>
                  </a:lnTo>
                  <a:lnTo>
                    <a:pt x="2560342" y="384945"/>
                  </a:lnTo>
                  <a:lnTo>
                    <a:pt x="2560333" y="384925"/>
                  </a:lnTo>
                  <a:lnTo>
                    <a:pt x="2560323" y="384912"/>
                  </a:lnTo>
                  <a:lnTo>
                    <a:pt x="2560300" y="384885"/>
                  </a:lnTo>
                  <a:lnTo>
                    <a:pt x="2560269" y="384842"/>
                  </a:lnTo>
                  <a:lnTo>
                    <a:pt x="2560243" y="384813"/>
                  </a:lnTo>
                  <a:lnTo>
                    <a:pt x="2560207" y="384777"/>
                  </a:lnTo>
                  <a:lnTo>
                    <a:pt x="2560177" y="384747"/>
                  </a:lnTo>
                  <a:lnTo>
                    <a:pt x="2560117" y="384701"/>
                  </a:lnTo>
                  <a:lnTo>
                    <a:pt x="2560082" y="384684"/>
                  </a:lnTo>
                  <a:lnTo>
                    <a:pt x="2560043" y="384665"/>
                  </a:lnTo>
                  <a:lnTo>
                    <a:pt x="2560007" y="384651"/>
                  </a:lnTo>
                  <a:lnTo>
                    <a:pt x="2559979" y="384644"/>
                  </a:lnTo>
                  <a:lnTo>
                    <a:pt x="2559950" y="384640"/>
                  </a:lnTo>
                  <a:lnTo>
                    <a:pt x="2559906" y="384640"/>
                  </a:lnTo>
                  <a:lnTo>
                    <a:pt x="2559841" y="384641"/>
                  </a:lnTo>
                  <a:lnTo>
                    <a:pt x="2559792" y="384644"/>
                  </a:lnTo>
                  <a:lnTo>
                    <a:pt x="2559728" y="384641"/>
                  </a:lnTo>
                  <a:lnTo>
                    <a:pt x="2559694" y="384638"/>
                  </a:lnTo>
                  <a:lnTo>
                    <a:pt x="2559668" y="384634"/>
                  </a:lnTo>
                  <a:lnTo>
                    <a:pt x="2559621" y="384621"/>
                  </a:lnTo>
                  <a:lnTo>
                    <a:pt x="2559572" y="384609"/>
                  </a:lnTo>
                  <a:lnTo>
                    <a:pt x="2559538" y="384601"/>
                  </a:lnTo>
                  <a:lnTo>
                    <a:pt x="2559500" y="384600"/>
                  </a:lnTo>
                  <a:lnTo>
                    <a:pt x="2559446" y="384601"/>
                  </a:lnTo>
                  <a:lnTo>
                    <a:pt x="2559395" y="384614"/>
                  </a:lnTo>
                  <a:lnTo>
                    <a:pt x="2559350" y="384628"/>
                  </a:lnTo>
                  <a:lnTo>
                    <a:pt x="2559328" y="384637"/>
                  </a:lnTo>
                  <a:lnTo>
                    <a:pt x="2559301" y="384654"/>
                  </a:lnTo>
                  <a:lnTo>
                    <a:pt x="2559264" y="384682"/>
                  </a:lnTo>
                  <a:lnTo>
                    <a:pt x="2559245" y="384716"/>
                  </a:lnTo>
                  <a:lnTo>
                    <a:pt x="2559240" y="384742"/>
                  </a:lnTo>
                  <a:lnTo>
                    <a:pt x="2559228" y="384778"/>
                  </a:lnTo>
                  <a:lnTo>
                    <a:pt x="2559219" y="384821"/>
                  </a:lnTo>
                  <a:lnTo>
                    <a:pt x="2559215" y="384850"/>
                  </a:lnTo>
                  <a:lnTo>
                    <a:pt x="2559212" y="384880"/>
                  </a:lnTo>
                  <a:lnTo>
                    <a:pt x="2559200" y="384912"/>
                  </a:lnTo>
                  <a:lnTo>
                    <a:pt x="2559196" y="384964"/>
                  </a:lnTo>
                  <a:lnTo>
                    <a:pt x="2559188" y="385002"/>
                  </a:lnTo>
                  <a:lnTo>
                    <a:pt x="2559183" y="385018"/>
                  </a:lnTo>
                  <a:lnTo>
                    <a:pt x="2559178" y="385045"/>
                  </a:lnTo>
                  <a:lnTo>
                    <a:pt x="2559173" y="385075"/>
                  </a:lnTo>
                  <a:lnTo>
                    <a:pt x="2559173" y="385104"/>
                  </a:lnTo>
                  <a:lnTo>
                    <a:pt x="2559178" y="385132"/>
                  </a:lnTo>
                  <a:lnTo>
                    <a:pt x="2559182" y="385149"/>
                  </a:lnTo>
                  <a:lnTo>
                    <a:pt x="2559193" y="385184"/>
                  </a:lnTo>
                  <a:lnTo>
                    <a:pt x="2559201" y="385206"/>
                  </a:lnTo>
                  <a:lnTo>
                    <a:pt x="2559206" y="385227"/>
                  </a:lnTo>
                  <a:lnTo>
                    <a:pt x="2559216" y="385250"/>
                  </a:lnTo>
                  <a:lnTo>
                    <a:pt x="2559220" y="385267"/>
                  </a:lnTo>
                  <a:lnTo>
                    <a:pt x="2559226" y="385307"/>
                  </a:lnTo>
                  <a:lnTo>
                    <a:pt x="2559223" y="385340"/>
                  </a:lnTo>
                  <a:lnTo>
                    <a:pt x="2559205" y="385370"/>
                  </a:lnTo>
                  <a:lnTo>
                    <a:pt x="2559186" y="385395"/>
                  </a:lnTo>
                  <a:lnTo>
                    <a:pt x="2559159" y="385420"/>
                  </a:lnTo>
                  <a:lnTo>
                    <a:pt x="2559135" y="385439"/>
                  </a:lnTo>
                  <a:lnTo>
                    <a:pt x="2559104" y="385454"/>
                  </a:lnTo>
                  <a:lnTo>
                    <a:pt x="2559073" y="385464"/>
                  </a:lnTo>
                  <a:lnTo>
                    <a:pt x="2559043" y="385468"/>
                  </a:lnTo>
                  <a:lnTo>
                    <a:pt x="2559011" y="385468"/>
                  </a:lnTo>
                  <a:lnTo>
                    <a:pt x="2558994" y="385464"/>
                  </a:lnTo>
                  <a:lnTo>
                    <a:pt x="2558969" y="385453"/>
                  </a:lnTo>
                  <a:lnTo>
                    <a:pt x="2558950" y="385438"/>
                  </a:lnTo>
                  <a:lnTo>
                    <a:pt x="2558932" y="385416"/>
                  </a:lnTo>
                  <a:lnTo>
                    <a:pt x="2558905" y="385374"/>
                  </a:lnTo>
                  <a:lnTo>
                    <a:pt x="2558889" y="385346"/>
                  </a:lnTo>
                  <a:lnTo>
                    <a:pt x="2558869" y="385317"/>
                  </a:lnTo>
                  <a:lnTo>
                    <a:pt x="2558850" y="385286"/>
                  </a:lnTo>
                  <a:lnTo>
                    <a:pt x="2558826" y="385262"/>
                  </a:lnTo>
                  <a:lnTo>
                    <a:pt x="2558801" y="385234"/>
                  </a:lnTo>
                  <a:lnTo>
                    <a:pt x="2558783" y="385214"/>
                  </a:lnTo>
                  <a:lnTo>
                    <a:pt x="2558750" y="385189"/>
                  </a:lnTo>
                  <a:lnTo>
                    <a:pt x="2558722" y="385167"/>
                  </a:lnTo>
                  <a:lnTo>
                    <a:pt x="2558695" y="385152"/>
                  </a:lnTo>
                  <a:lnTo>
                    <a:pt x="2558659" y="385135"/>
                  </a:lnTo>
                  <a:lnTo>
                    <a:pt x="2558603" y="385118"/>
                  </a:lnTo>
                  <a:lnTo>
                    <a:pt x="2558556" y="385110"/>
                  </a:lnTo>
                  <a:lnTo>
                    <a:pt x="2558534" y="385109"/>
                  </a:lnTo>
                  <a:lnTo>
                    <a:pt x="2558485" y="385114"/>
                  </a:lnTo>
                  <a:lnTo>
                    <a:pt x="2558450" y="385121"/>
                  </a:lnTo>
                  <a:lnTo>
                    <a:pt x="2558428" y="385128"/>
                  </a:lnTo>
                  <a:lnTo>
                    <a:pt x="2558408" y="385142"/>
                  </a:lnTo>
                  <a:lnTo>
                    <a:pt x="2558388" y="385159"/>
                  </a:lnTo>
                  <a:lnTo>
                    <a:pt x="2558377" y="385176"/>
                  </a:lnTo>
                  <a:lnTo>
                    <a:pt x="2558373" y="385195"/>
                  </a:lnTo>
                  <a:lnTo>
                    <a:pt x="2558375" y="385215"/>
                  </a:lnTo>
                  <a:lnTo>
                    <a:pt x="2558377" y="385235"/>
                  </a:lnTo>
                  <a:lnTo>
                    <a:pt x="2558386" y="385250"/>
                  </a:lnTo>
                  <a:lnTo>
                    <a:pt x="2558397" y="385269"/>
                  </a:lnTo>
                  <a:lnTo>
                    <a:pt x="2558420" y="385289"/>
                  </a:lnTo>
                  <a:lnTo>
                    <a:pt x="2558457" y="385311"/>
                  </a:lnTo>
                  <a:lnTo>
                    <a:pt x="2558482" y="385329"/>
                  </a:lnTo>
                  <a:lnTo>
                    <a:pt x="2558512" y="385349"/>
                  </a:lnTo>
                  <a:lnTo>
                    <a:pt x="2558528" y="385365"/>
                  </a:lnTo>
                  <a:lnTo>
                    <a:pt x="2558549" y="385388"/>
                  </a:lnTo>
                  <a:lnTo>
                    <a:pt x="2558570" y="385412"/>
                  </a:lnTo>
                  <a:lnTo>
                    <a:pt x="2558587" y="385442"/>
                  </a:lnTo>
                  <a:lnTo>
                    <a:pt x="2558602" y="385460"/>
                  </a:lnTo>
                  <a:lnTo>
                    <a:pt x="2558611" y="385481"/>
                  </a:lnTo>
                  <a:lnTo>
                    <a:pt x="2558617" y="385500"/>
                  </a:lnTo>
                  <a:lnTo>
                    <a:pt x="2558629" y="385534"/>
                  </a:lnTo>
                  <a:lnTo>
                    <a:pt x="2558635" y="385566"/>
                  </a:lnTo>
                  <a:lnTo>
                    <a:pt x="2558637" y="385601"/>
                  </a:lnTo>
                  <a:lnTo>
                    <a:pt x="2558634" y="385629"/>
                  </a:lnTo>
                  <a:lnTo>
                    <a:pt x="2558615" y="385661"/>
                  </a:lnTo>
                  <a:lnTo>
                    <a:pt x="2558593" y="385694"/>
                  </a:lnTo>
                  <a:lnTo>
                    <a:pt x="2558560" y="385728"/>
                  </a:lnTo>
                  <a:lnTo>
                    <a:pt x="2558518" y="385765"/>
                  </a:lnTo>
                  <a:lnTo>
                    <a:pt x="2558469" y="385804"/>
                  </a:lnTo>
                  <a:lnTo>
                    <a:pt x="2558438" y="385834"/>
                  </a:lnTo>
                  <a:lnTo>
                    <a:pt x="2558401" y="385872"/>
                  </a:lnTo>
                  <a:lnTo>
                    <a:pt x="2558374" y="385909"/>
                  </a:lnTo>
                  <a:lnTo>
                    <a:pt x="2558355" y="385950"/>
                  </a:lnTo>
                  <a:lnTo>
                    <a:pt x="2558332" y="385995"/>
                  </a:lnTo>
                  <a:lnTo>
                    <a:pt x="2558319" y="386030"/>
                  </a:lnTo>
                  <a:lnTo>
                    <a:pt x="2558317" y="386053"/>
                  </a:lnTo>
                  <a:lnTo>
                    <a:pt x="2558313" y="386082"/>
                  </a:lnTo>
                  <a:lnTo>
                    <a:pt x="2558315" y="386111"/>
                  </a:lnTo>
                  <a:lnTo>
                    <a:pt x="2558316" y="386144"/>
                  </a:lnTo>
                  <a:lnTo>
                    <a:pt x="2558313" y="386198"/>
                  </a:lnTo>
                  <a:lnTo>
                    <a:pt x="2558308" y="386229"/>
                  </a:lnTo>
                  <a:lnTo>
                    <a:pt x="2558302" y="386255"/>
                  </a:lnTo>
                  <a:lnTo>
                    <a:pt x="2558294" y="386281"/>
                  </a:lnTo>
                  <a:lnTo>
                    <a:pt x="2558295" y="386303"/>
                  </a:lnTo>
                  <a:lnTo>
                    <a:pt x="2558302" y="386327"/>
                  </a:lnTo>
                  <a:lnTo>
                    <a:pt x="2558313" y="386350"/>
                  </a:lnTo>
                  <a:lnTo>
                    <a:pt x="2558325" y="386370"/>
                  </a:lnTo>
                  <a:lnTo>
                    <a:pt x="2558339" y="386392"/>
                  </a:lnTo>
                  <a:lnTo>
                    <a:pt x="2558351" y="386411"/>
                  </a:lnTo>
                  <a:lnTo>
                    <a:pt x="2558362" y="386426"/>
                  </a:lnTo>
                  <a:lnTo>
                    <a:pt x="2558379" y="386443"/>
                  </a:lnTo>
                  <a:lnTo>
                    <a:pt x="2558390" y="386452"/>
                  </a:lnTo>
                  <a:lnTo>
                    <a:pt x="2558407" y="386462"/>
                  </a:lnTo>
                  <a:lnTo>
                    <a:pt x="2558429" y="386472"/>
                  </a:lnTo>
                  <a:lnTo>
                    <a:pt x="2558454" y="386481"/>
                  </a:lnTo>
                  <a:lnTo>
                    <a:pt x="2558473" y="386488"/>
                  </a:lnTo>
                  <a:lnTo>
                    <a:pt x="2558504" y="386499"/>
                  </a:lnTo>
                  <a:lnTo>
                    <a:pt x="2558523" y="386510"/>
                  </a:lnTo>
                  <a:lnTo>
                    <a:pt x="2558554" y="386535"/>
                  </a:lnTo>
                  <a:lnTo>
                    <a:pt x="2558585" y="386568"/>
                  </a:lnTo>
                  <a:lnTo>
                    <a:pt x="2558620" y="386610"/>
                  </a:lnTo>
                  <a:lnTo>
                    <a:pt x="2558641" y="386635"/>
                  </a:lnTo>
                  <a:lnTo>
                    <a:pt x="2558675" y="386668"/>
                  </a:lnTo>
                  <a:lnTo>
                    <a:pt x="2558709" y="386706"/>
                  </a:lnTo>
                  <a:lnTo>
                    <a:pt x="2558759" y="386754"/>
                  </a:lnTo>
                  <a:lnTo>
                    <a:pt x="2558779" y="386775"/>
                  </a:lnTo>
                  <a:lnTo>
                    <a:pt x="2558799" y="386797"/>
                  </a:lnTo>
                  <a:lnTo>
                    <a:pt x="2558820" y="386833"/>
                  </a:lnTo>
                  <a:lnTo>
                    <a:pt x="2558830" y="386853"/>
                  </a:lnTo>
                  <a:lnTo>
                    <a:pt x="2558837" y="386874"/>
                  </a:lnTo>
                  <a:lnTo>
                    <a:pt x="2558837" y="386893"/>
                  </a:lnTo>
                  <a:lnTo>
                    <a:pt x="2558842" y="386974"/>
                  </a:lnTo>
                  <a:lnTo>
                    <a:pt x="2558839" y="387023"/>
                  </a:lnTo>
                  <a:lnTo>
                    <a:pt x="2558835" y="387045"/>
                  </a:lnTo>
                  <a:lnTo>
                    <a:pt x="2558825" y="387094"/>
                  </a:lnTo>
                  <a:lnTo>
                    <a:pt x="2558808" y="387162"/>
                  </a:lnTo>
                  <a:lnTo>
                    <a:pt x="2558792" y="387222"/>
                  </a:lnTo>
                  <a:lnTo>
                    <a:pt x="2558778" y="387257"/>
                  </a:lnTo>
                  <a:lnTo>
                    <a:pt x="2558770" y="387279"/>
                  </a:lnTo>
                  <a:lnTo>
                    <a:pt x="2558746" y="387315"/>
                  </a:lnTo>
                  <a:lnTo>
                    <a:pt x="2558708" y="387349"/>
                  </a:lnTo>
                  <a:lnTo>
                    <a:pt x="2558666" y="387374"/>
                  </a:lnTo>
                  <a:lnTo>
                    <a:pt x="2558648" y="387382"/>
                  </a:lnTo>
                  <a:lnTo>
                    <a:pt x="2558616" y="387391"/>
                  </a:lnTo>
                  <a:lnTo>
                    <a:pt x="2558586" y="387393"/>
                  </a:lnTo>
                  <a:lnTo>
                    <a:pt x="2558551" y="387387"/>
                  </a:lnTo>
                  <a:lnTo>
                    <a:pt x="2558512" y="387386"/>
                  </a:lnTo>
                  <a:lnTo>
                    <a:pt x="2558210" y="387342"/>
                  </a:lnTo>
                  <a:lnTo>
                    <a:pt x="2558189" y="387346"/>
                  </a:lnTo>
                  <a:lnTo>
                    <a:pt x="2558151" y="387358"/>
                  </a:lnTo>
                  <a:lnTo>
                    <a:pt x="2558121" y="387364"/>
                  </a:lnTo>
                  <a:lnTo>
                    <a:pt x="2558100" y="387367"/>
                  </a:lnTo>
                  <a:lnTo>
                    <a:pt x="2558074" y="387363"/>
                  </a:lnTo>
                  <a:lnTo>
                    <a:pt x="2558044" y="387359"/>
                  </a:lnTo>
                  <a:lnTo>
                    <a:pt x="2558014" y="387356"/>
                  </a:lnTo>
                  <a:lnTo>
                    <a:pt x="2557986" y="387352"/>
                  </a:lnTo>
                  <a:lnTo>
                    <a:pt x="2557964" y="387352"/>
                  </a:lnTo>
                  <a:lnTo>
                    <a:pt x="2557946" y="387357"/>
                  </a:lnTo>
                  <a:lnTo>
                    <a:pt x="2557921" y="387365"/>
                  </a:lnTo>
                  <a:lnTo>
                    <a:pt x="2557887" y="387380"/>
                  </a:lnTo>
                  <a:lnTo>
                    <a:pt x="2557840" y="387408"/>
                  </a:lnTo>
                  <a:lnTo>
                    <a:pt x="2557810" y="387425"/>
                  </a:lnTo>
                  <a:lnTo>
                    <a:pt x="2557790" y="387432"/>
                  </a:lnTo>
                  <a:lnTo>
                    <a:pt x="2557758" y="387438"/>
                  </a:lnTo>
                  <a:lnTo>
                    <a:pt x="2557738" y="387438"/>
                  </a:lnTo>
                  <a:lnTo>
                    <a:pt x="2557720" y="387426"/>
                  </a:lnTo>
                  <a:lnTo>
                    <a:pt x="2557715" y="387410"/>
                  </a:lnTo>
                  <a:lnTo>
                    <a:pt x="2557717" y="387392"/>
                  </a:lnTo>
                  <a:lnTo>
                    <a:pt x="2557730" y="387373"/>
                  </a:lnTo>
                  <a:lnTo>
                    <a:pt x="2557748" y="387355"/>
                  </a:lnTo>
                  <a:lnTo>
                    <a:pt x="2557763" y="387339"/>
                  </a:lnTo>
                  <a:lnTo>
                    <a:pt x="2557788" y="387310"/>
                  </a:lnTo>
                  <a:lnTo>
                    <a:pt x="2557814" y="387281"/>
                  </a:lnTo>
                  <a:lnTo>
                    <a:pt x="2557818" y="387265"/>
                  </a:lnTo>
                  <a:lnTo>
                    <a:pt x="2557812" y="387251"/>
                  </a:lnTo>
                  <a:lnTo>
                    <a:pt x="2557796" y="387231"/>
                  </a:lnTo>
                  <a:lnTo>
                    <a:pt x="2557776" y="387221"/>
                  </a:lnTo>
                  <a:lnTo>
                    <a:pt x="2557741" y="387209"/>
                  </a:lnTo>
                  <a:lnTo>
                    <a:pt x="2557717" y="387200"/>
                  </a:lnTo>
                  <a:lnTo>
                    <a:pt x="2557687" y="387185"/>
                  </a:lnTo>
                  <a:lnTo>
                    <a:pt x="2557659" y="387172"/>
                  </a:lnTo>
                  <a:lnTo>
                    <a:pt x="2557641" y="387158"/>
                  </a:lnTo>
                  <a:lnTo>
                    <a:pt x="2557629" y="387139"/>
                  </a:lnTo>
                  <a:lnTo>
                    <a:pt x="2557617" y="387116"/>
                  </a:lnTo>
                  <a:lnTo>
                    <a:pt x="2557605" y="387091"/>
                  </a:lnTo>
                  <a:lnTo>
                    <a:pt x="2557588" y="387069"/>
                  </a:lnTo>
                  <a:lnTo>
                    <a:pt x="2557577" y="387057"/>
                  </a:lnTo>
                  <a:lnTo>
                    <a:pt x="2557558" y="387050"/>
                  </a:lnTo>
                  <a:lnTo>
                    <a:pt x="2557542" y="387050"/>
                  </a:lnTo>
                  <a:lnTo>
                    <a:pt x="2557522" y="387052"/>
                  </a:lnTo>
                  <a:lnTo>
                    <a:pt x="2557498" y="387061"/>
                  </a:lnTo>
                  <a:lnTo>
                    <a:pt x="2557464" y="387078"/>
                  </a:lnTo>
                  <a:lnTo>
                    <a:pt x="2557442" y="387088"/>
                  </a:lnTo>
                  <a:lnTo>
                    <a:pt x="2557393" y="387094"/>
                  </a:lnTo>
                  <a:lnTo>
                    <a:pt x="2557370" y="387099"/>
                  </a:lnTo>
                  <a:lnTo>
                    <a:pt x="2557348" y="387104"/>
                  </a:lnTo>
                  <a:lnTo>
                    <a:pt x="2557329" y="387115"/>
                  </a:lnTo>
                  <a:lnTo>
                    <a:pt x="2557317" y="387124"/>
                  </a:lnTo>
                  <a:lnTo>
                    <a:pt x="2557306" y="387143"/>
                  </a:lnTo>
                  <a:lnTo>
                    <a:pt x="2557306" y="387154"/>
                  </a:lnTo>
                  <a:lnTo>
                    <a:pt x="2557307" y="387169"/>
                  </a:lnTo>
                  <a:lnTo>
                    <a:pt x="2557311" y="387197"/>
                  </a:lnTo>
                  <a:lnTo>
                    <a:pt x="2557316" y="387225"/>
                  </a:lnTo>
                  <a:lnTo>
                    <a:pt x="2557326" y="387262"/>
                  </a:lnTo>
                  <a:lnTo>
                    <a:pt x="2557326" y="387283"/>
                  </a:lnTo>
                  <a:lnTo>
                    <a:pt x="2557319" y="387296"/>
                  </a:lnTo>
                  <a:lnTo>
                    <a:pt x="2557303" y="387313"/>
                  </a:lnTo>
                  <a:lnTo>
                    <a:pt x="2557289" y="387319"/>
                  </a:lnTo>
                  <a:lnTo>
                    <a:pt x="2557267" y="387322"/>
                  </a:lnTo>
                  <a:lnTo>
                    <a:pt x="2557065" y="387403"/>
                  </a:lnTo>
                  <a:lnTo>
                    <a:pt x="2557043" y="387412"/>
                  </a:lnTo>
                  <a:lnTo>
                    <a:pt x="2557017" y="387414"/>
                  </a:lnTo>
                  <a:lnTo>
                    <a:pt x="2556999" y="387413"/>
                  </a:lnTo>
                  <a:lnTo>
                    <a:pt x="2556978" y="387404"/>
                  </a:lnTo>
                  <a:lnTo>
                    <a:pt x="2556968" y="387391"/>
                  </a:lnTo>
                  <a:lnTo>
                    <a:pt x="2556967" y="387375"/>
                  </a:lnTo>
                  <a:lnTo>
                    <a:pt x="2556971" y="387359"/>
                  </a:lnTo>
                  <a:lnTo>
                    <a:pt x="2556976" y="387343"/>
                  </a:lnTo>
                  <a:lnTo>
                    <a:pt x="2556992" y="387323"/>
                  </a:lnTo>
                  <a:lnTo>
                    <a:pt x="2556996" y="387302"/>
                  </a:lnTo>
                  <a:lnTo>
                    <a:pt x="2556992" y="387281"/>
                  </a:lnTo>
                  <a:lnTo>
                    <a:pt x="2556974" y="387258"/>
                  </a:lnTo>
                  <a:lnTo>
                    <a:pt x="2556952" y="387247"/>
                  </a:lnTo>
                  <a:lnTo>
                    <a:pt x="2556932" y="387246"/>
                  </a:lnTo>
                  <a:lnTo>
                    <a:pt x="2556906" y="387258"/>
                  </a:lnTo>
                  <a:lnTo>
                    <a:pt x="2556883" y="387267"/>
                  </a:lnTo>
                  <a:lnTo>
                    <a:pt x="2556854" y="387272"/>
                  </a:lnTo>
                  <a:lnTo>
                    <a:pt x="2556833" y="387270"/>
                  </a:lnTo>
                  <a:lnTo>
                    <a:pt x="2556813" y="387259"/>
                  </a:lnTo>
                  <a:lnTo>
                    <a:pt x="2556794" y="387244"/>
                  </a:lnTo>
                  <a:lnTo>
                    <a:pt x="2556773" y="387219"/>
                  </a:lnTo>
                  <a:lnTo>
                    <a:pt x="2556755" y="387194"/>
                  </a:lnTo>
                  <a:lnTo>
                    <a:pt x="2556733" y="387172"/>
                  </a:lnTo>
                  <a:lnTo>
                    <a:pt x="2556717" y="387161"/>
                  </a:lnTo>
                  <a:lnTo>
                    <a:pt x="2556698" y="387157"/>
                  </a:lnTo>
                  <a:lnTo>
                    <a:pt x="2556680" y="387158"/>
                  </a:lnTo>
                  <a:lnTo>
                    <a:pt x="2556651" y="387168"/>
                  </a:lnTo>
                  <a:lnTo>
                    <a:pt x="2556635" y="387173"/>
                  </a:lnTo>
                  <a:lnTo>
                    <a:pt x="2556624" y="387183"/>
                  </a:lnTo>
                  <a:lnTo>
                    <a:pt x="2556608" y="387196"/>
                  </a:lnTo>
                  <a:lnTo>
                    <a:pt x="2556598" y="387205"/>
                  </a:lnTo>
                  <a:lnTo>
                    <a:pt x="2556598" y="387215"/>
                  </a:lnTo>
                  <a:lnTo>
                    <a:pt x="2556601" y="387224"/>
                  </a:lnTo>
                  <a:lnTo>
                    <a:pt x="2556645" y="387392"/>
                  </a:lnTo>
                  <a:lnTo>
                    <a:pt x="2556647" y="387409"/>
                  </a:lnTo>
                  <a:lnTo>
                    <a:pt x="2556652" y="387432"/>
                  </a:lnTo>
                  <a:lnTo>
                    <a:pt x="2556665" y="387448"/>
                  </a:lnTo>
                  <a:lnTo>
                    <a:pt x="2556677" y="387465"/>
                  </a:lnTo>
                  <a:lnTo>
                    <a:pt x="2556694" y="387477"/>
                  </a:lnTo>
                  <a:lnTo>
                    <a:pt x="2556709" y="387490"/>
                  </a:lnTo>
                  <a:lnTo>
                    <a:pt x="2556734" y="387507"/>
                  </a:lnTo>
                  <a:lnTo>
                    <a:pt x="2556747" y="387519"/>
                  </a:lnTo>
                  <a:lnTo>
                    <a:pt x="2556755" y="387533"/>
                  </a:lnTo>
                  <a:lnTo>
                    <a:pt x="2556755" y="387545"/>
                  </a:lnTo>
                  <a:lnTo>
                    <a:pt x="2556746" y="387557"/>
                  </a:lnTo>
                  <a:lnTo>
                    <a:pt x="2556725" y="387565"/>
                  </a:lnTo>
                  <a:lnTo>
                    <a:pt x="2556671" y="387574"/>
                  </a:lnTo>
                  <a:lnTo>
                    <a:pt x="2556650" y="387585"/>
                  </a:lnTo>
                  <a:lnTo>
                    <a:pt x="2556611" y="387598"/>
                  </a:lnTo>
                  <a:lnTo>
                    <a:pt x="2556583" y="387610"/>
                  </a:lnTo>
                  <a:lnTo>
                    <a:pt x="2556552" y="387618"/>
                  </a:lnTo>
                  <a:lnTo>
                    <a:pt x="2556531" y="387621"/>
                  </a:lnTo>
                  <a:lnTo>
                    <a:pt x="2556512" y="387622"/>
                  </a:lnTo>
                  <a:lnTo>
                    <a:pt x="2556493" y="387616"/>
                  </a:lnTo>
                  <a:lnTo>
                    <a:pt x="2556473" y="387599"/>
                  </a:lnTo>
                  <a:lnTo>
                    <a:pt x="2556441" y="387572"/>
                  </a:lnTo>
                  <a:lnTo>
                    <a:pt x="2556416" y="387553"/>
                  </a:lnTo>
                  <a:lnTo>
                    <a:pt x="2556383" y="387537"/>
                  </a:lnTo>
                  <a:lnTo>
                    <a:pt x="2556362" y="387534"/>
                  </a:lnTo>
                  <a:lnTo>
                    <a:pt x="2556334" y="387535"/>
                  </a:lnTo>
                  <a:lnTo>
                    <a:pt x="2556306" y="387542"/>
                  </a:lnTo>
                  <a:lnTo>
                    <a:pt x="2556291" y="387554"/>
                  </a:lnTo>
                  <a:lnTo>
                    <a:pt x="2556274" y="387571"/>
                  </a:lnTo>
                  <a:lnTo>
                    <a:pt x="2556259" y="387609"/>
                  </a:lnTo>
                  <a:lnTo>
                    <a:pt x="2556250" y="387647"/>
                  </a:lnTo>
                  <a:lnTo>
                    <a:pt x="2556242" y="387684"/>
                  </a:lnTo>
                  <a:lnTo>
                    <a:pt x="2556235" y="387705"/>
                  </a:lnTo>
                  <a:lnTo>
                    <a:pt x="2556222" y="387721"/>
                  </a:lnTo>
                  <a:lnTo>
                    <a:pt x="2556193" y="387756"/>
                  </a:lnTo>
                  <a:lnTo>
                    <a:pt x="2556164" y="387780"/>
                  </a:lnTo>
                  <a:lnTo>
                    <a:pt x="2556135" y="387798"/>
                  </a:lnTo>
                  <a:lnTo>
                    <a:pt x="2556108" y="387817"/>
                  </a:lnTo>
                  <a:lnTo>
                    <a:pt x="2556086" y="387826"/>
                  </a:lnTo>
                  <a:lnTo>
                    <a:pt x="2556065" y="387828"/>
                  </a:lnTo>
                  <a:lnTo>
                    <a:pt x="2556044" y="387821"/>
                  </a:lnTo>
                  <a:lnTo>
                    <a:pt x="2556029" y="387811"/>
                  </a:lnTo>
                  <a:lnTo>
                    <a:pt x="2556022" y="387782"/>
                  </a:lnTo>
                  <a:lnTo>
                    <a:pt x="2556026" y="387751"/>
                  </a:lnTo>
                  <a:lnTo>
                    <a:pt x="2556031" y="387736"/>
                  </a:lnTo>
                  <a:lnTo>
                    <a:pt x="2556039" y="387720"/>
                  </a:lnTo>
                  <a:lnTo>
                    <a:pt x="2556042" y="387702"/>
                  </a:lnTo>
                  <a:lnTo>
                    <a:pt x="2556041" y="387662"/>
                  </a:lnTo>
                  <a:lnTo>
                    <a:pt x="2556037" y="387643"/>
                  </a:lnTo>
                  <a:lnTo>
                    <a:pt x="2556024" y="387626"/>
                  </a:lnTo>
                  <a:lnTo>
                    <a:pt x="2556004" y="387606"/>
                  </a:lnTo>
                  <a:lnTo>
                    <a:pt x="2555979" y="387595"/>
                  </a:lnTo>
                  <a:lnTo>
                    <a:pt x="2555924" y="387592"/>
                  </a:lnTo>
                  <a:lnTo>
                    <a:pt x="2555880" y="387595"/>
                  </a:lnTo>
                  <a:lnTo>
                    <a:pt x="2555848" y="387594"/>
                  </a:lnTo>
                  <a:lnTo>
                    <a:pt x="2555788" y="387597"/>
                  </a:lnTo>
                  <a:lnTo>
                    <a:pt x="2555762" y="387600"/>
                  </a:lnTo>
                  <a:lnTo>
                    <a:pt x="2555741" y="387605"/>
                  </a:lnTo>
                  <a:lnTo>
                    <a:pt x="2555723" y="387610"/>
                  </a:lnTo>
                  <a:lnTo>
                    <a:pt x="2555707" y="387622"/>
                  </a:lnTo>
                  <a:lnTo>
                    <a:pt x="2555698" y="387632"/>
                  </a:lnTo>
                  <a:lnTo>
                    <a:pt x="2555693" y="387647"/>
                  </a:lnTo>
                  <a:lnTo>
                    <a:pt x="2555693" y="387657"/>
                  </a:lnTo>
                  <a:lnTo>
                    <a:pt x="2555696" y="387671"/>
                  </a:lnTo>
                  <a:lnTo>
                    <a:pt x="2555703" y="387682"/>
                  </a:lnTo>
                  <a:lnTo>
                    <a:pt x="2555724" y="387703"/>
                  </a:lnTo>
                  <a:lnTo>
                    <a:pt x="2555740" y="387716"/>
                  </a:lnTo>
                  <a:lnTo>
                    <a:pt x="2555759" y="387726"/>
                  </a:lnTo>
                  <a:lnTo>
                    <a:pt x="2555788" y="387736"/>
                  </a:lnTo>
                  <a:lnTo>
                    <a:pt x="2555812" y="387743"/>
                  </a:lnTo>
                  <a:lnTo>
                    <a:pt x="2555838" y="387751"/>
                  </a:lnTo>
                  <a:lnTo>
                    <a:pt x="2555888" y="387768"/>
                  </a:lnTo>
                  <a:lnTo>
                    <a:pt x="2555918" y="387781"/>
                  </a:lnTo>
                  <a:lnTo>
                    <a:pt x="2555937" y="387793"/>
                  </a:lnTo>
                  <a:lnTo>
                    <a:pt x="2555948" y="387800"/>
                  </a:lnTo>
                  <a:lnTo>
                    <a:pt x="2555950" y="387811"/>
                  </a:lnTo>
                  <a:lnTo>
                    <a:pt x="2555948" y="387824"/>
                  </a:lnTo>
                  <a:lnTo>
                    <a:pt x="2555935" y="387835"/>
                  </a:lnTo>
                  <a:lnTo>
                    <a:pt x="2555915" y="387833"/>
                  </a:lnTo>
                  <a:lnTo>
                    <a:pt x="2555896" y="387829"/>
                  </a:lnTo>
                  <a:lnTo>
                    <a:pt x="2555870" y="387821"/>
                  </a:lnTo>
                  <a:lnTo>
                    <a:pt x="2555844" y="387812"/>
                  </a:lnTo>
                  <a:lnTo>
                    <a:pt x="2555820" y="387807"/>
                  </a:lnTo>
                  <a:lnTo>
                    <a:pt x="2555778" y="387804"/>
                  </a:lnTo>
                  <a:lnTo>
                    <a:pt x="2555756" y="387808"/>
                  </a:lnTo>
                  <a:lnTo>
                    <a:pt x="2555726" y="387820"/>
                  </a:lnTo>
                  <a:lnTo>
                    <a:pt x="2555709" y="387831"/>
                  </a:lnTo>
                  <a:lnTo>
                    <a:pt x="2555687" y="387847"/>
                  </a:lnTo>
                  <a:lnTo>
                    <a:pt x="2555675" y="387863"/>
                  </a:lnTo>
                  <a:lnTo>
                    <a:pt x="2555669" y="387882"/>
                  </a:lnTo>
                  <a:lnTo>
                    <a:pt x="2555670" y="387894"/>
                  </a:lnTo>
                  <a:lnTo>
                    <a:pt x="2555622" y="387997"/>
                  </a:lnTo>
                  <a:lnTo>
                    <a:pt x="2555603" y="388008"/>
                  </a:lnTo>
                  <a:lnTo>
                    <a:pt x="2555576" y="388033"/>
                  </a:lnTo>
                  <a:lnTo>
                    <a:pt x="2555551" y="388059"/>
                  </a:lnTo>
                  <a:lnTo>
                    <a:pt x="2555537" y="388079"/>
                  </a:lnTo>
                  <a:lnTo>
                    <a:pt x="2555522" y="388107"/>
                  </a:lnTo>
                  <a:lnTo>
                    <a:pt x="2555511" y="388137"/>
                  </a:lnTo>
                  <a:lnTo>
                    <a:pt x="2555503" y="388170"/>
                  </a:lnTo>
                  <a:lnTo>
                    <a:pt x="2555493" y="388211"/>
                  </a:lnTo>
                  <a:lnTo>
                    <a:pt x="2555484" y="388242"/>
                  </a:lnTo>
                  <a:lnTo>
                    <a:pt x="2555475" y="388258"/>
                  </a:lnTo>
                  <a:lnTo>
                    <a:pt x="2555455" y="388276"/>
                  </a:lnTo>
                  <a:lnTo>
                    <a:pt x="2555422" y="388306"/>
                  </a:lnTo>
                  <a:lnTo>
                    <a:pt x="2555394" y="388325"/>
                  </a:lnTo>
                  <a:lnTo>
                    <a:pt x="2555370" y="388336"/>
                  </a:lnTo>
                  <a:lnTo>
                    <a:pt x="2555316" y="388349"/>
                  </a:lnTo>
                  <a:lnTo>
                    <a:pt x="2555292" y="388355"/>
                  </a:lnTo>
                  <a:lnTo>
                    <a:pt x="2555269" y="388358"/>
                  </a:lnTo>
                  <a:lnTo>
                    <a:pt x="2555253" y="388353"/>
                  </a:lnTo>
                  <a:lnTo>
                    <a:pt x="2555244" y="388351"/>
                  </a:lnTo>
                  <a:lnTo>
                    <a:pt x="2555236" y="388344"/>
                  </a:lnTo>
                  <a:lnTo>
                    <a:pt x="2555234" y="388337"/>
                  </a:lnTo>
                  <a:lnTo>
                    <a:pt x="2555236" y="388327"/>
                  </a:lnTo>
                  <a:lnTo>
                    <a:pt x="2555241" y="388317"/>
                  </a:lnTo>
                  <a:lnTo>
                    <a:pt x="2555279" y="388280"/>
                  </a:lnTo>
                  <a:lnTo>
                    <a:pt x="2555288" y="388267"/>
                  </a:lnTo>
                  <a:lnTo>
                    <a:pt x="2555294" y="388239"/>
                  </a:lnTo>
                  <a:lnTo>
                    <a:pt x="2555287" y="388219"/>
                  </a:lnTo>
                  <a:lnTo>
                    <a:pt x="2555281" y="388204"/>
                  </a:lnTo>
                  <a:lnTo>
                    <a:pt x="2555268" y="388194"/>
                  </a:lnTo>
                  <a:lnTo>
                    <a:pt x="2555245" y="388182"/>
                  </a:lnTo>
                  <a:lnTo>
                    <a:pt x="2555201" y="388171"/>
                  </a:lnTo>
                  <a:lnTo>
                    <a:pt x="2555163" y="388161"/>
                  </a:lnTo>
                  <a:lnTo>
                    <a:pt x="2555127" y="388144"/>
                  </a:lnTo>
                  <a:lnTo>
                    <a:pt x="2555106" y="388125"/>
                  </a:lnTo>
                  <a:lnTo>
                    <a:pt x="2555088" y="388101"/>
                  </a:lnTo>
                  <a:lnTo>
                    <a:pt x="2555076" y="388077"/>
                  </a:lnTo>
                  <a:lnTo>
                    <a:pt x="2555072" y="388044"/>
                  </a:lnTo>
                  <a:lnTo>
                    <a:pt x="2555067" y="388012"/>
                  </a:lnTo>
                  <a:lnTo>
                    <a:pt x="2555068" y="387984"/>
                  </a:lnTo>
                  <a:lnTo>
                    <a:pt x="2555062" y="387963"/>
                  </a:lnTo>
                  <a:lnTo>
                    <a:pt x="2555058" y="387948"/>
                  </a:lnTo>
                  <a:lnTo>
                    <a:pt x="2555046" y="387939"/>
                  </a:lnTo>
                  <a:lnTo>
                    <a:pt x="2555015" y="387925"/>
                  </a:lnTo>
                  <a:lnTo>
                    <a:pt x="2554996" y="387922"/>
                  </a:lnTo>
                  <a:lnTo>
                    <a:pt x="2554959" y="387923"/>
                  </a:lnTo>
                  <a:lnTo>
                    <a:pt x="2554939" y="387926"/>
                  </a:lnTo>
                  <a:lnTo>
                    <a:pt x="2554921" y="387933"/>
                  </a:lnTo>
                  <a:lnTo>
                    <a:pt x="2554897" y="387950"/>
                  </a:lnTo>
                  <a:lnTo>
                    <a:pt x="2554766" y="388155"/>
                  </a:lnTo>
                  <a:lnTo>
                    <a:pt x="2554764" y="388172"/>
                  </a:lnTo>
                  <a:lnTo>
                    <a:pt x="2554765" y="388189"/>
                  </a:lnTo>
                  <a:lnTo>
                    <a:pt x="2554772" y="388219"/>
                  </a:lnTo>
                  <a:lnTo>
                    <a:pt x="2554774" y="388249"/>
                  </a:lnTo>
                  <a:lnTo>
                    <a:pt x="2554773" y="388277"/>
                  </a:lnTo>
                  <a:lnTo>
                    <a:pt x="2554766" y="388299"/>
                  </a:lnTo>
                  <a:lnTo>
                    <a:pt x="2554753" y="388321"/>
                  </a:lnTo>
                  <a:lnTo>
                    <a:pt x="2554736" y="388349"/>
                  </a:lnTo>
                  <a:lnTo>
                    <a:pt x="2554719" y="388397"/>
                  </a:lnTo>
                  <a:lnTo>
                    <a:pt x="2554711" y="388415"/>
                  </a:lnTo>
                  <a:lnTo>
                    <a:pt x="2554700" y="388435"/>
                  </a:lnTo>
                  <a:lnTo>
                    <a:pt x="2554686" y="388455"/>
                  </a:lnTo>
                  <a:lnTo>
                    <a:pt x="2554670" y="388467"/>
                  </a:lnTo>
                  <a:lnTo>
                    <a:pt x="2554367" y="388597"/>
                  </a:lnTo>
                  <a:lnTo>
                    <a:pt x="2554347" y="388596"/>
                  </a:lnTo>
                  <a:lnTo>
                    <a:pt x="2554325" y="388594"/>
                  </a:lnTo>
                  <a:lnTo>
                    <a:pt x="2554306" y="388583"/>
                  </a:lnTo>
                  <a:lnTo>
                    <a:pt x="2554291" y="388568"/>
                  </a:lnTo>
                  <a:lnTo>
                    <a:pt x="2554288" y="388553"/>
                  </a:lnTo>
                  <a:lnTo>
                    <a:pt x="2554288" y="388537"/>
                  </a:lnTo>
                  <a:lnTo>
                    <a:pt x="2554295" y="388524"/>
                  </a:lnTo>
                  <a:lnTo>
                    <a:pt x="2554305" y="388510"/>
                  </a:lnTo>
                  <a:lnTo>
                    <a:pt x="2554313" y="388494"/>
                  </a:lnTo>
                  <a:lnTo>
                    <a:pt x="2554341" y="388460"/>
                  </a:lnTo>
                  <a:lnTo>
                    <a:pt x="2554354" y="388438"/>
                  </a:lnTo>
                  <a:lnTo>
                    <a:pt x="2554358" y="388412"/>
                  </a:lnTo>
                  <a:lnTo>
                    <a:pt x="2554356" y="388399"/>
                  </a:lnTo>
                  <a:lnTo>
                    <a:pt x="2554347" y="388378"/>
                  </a:lnTo>
                  <a:lnTo>
                    <a:pt x="2554334" y="388368"/>
                  </a:lnTo>
                  <a:lnTo>
                    <a:pt x="2554319" y="388369"/>
                  </a:lnTo>
                  <a:lnTo>
                    <a:pt x="2554306" y="388374"/>
                  </a:lnTo>
                  <a:lnTo>
                    <a:pt x="2554269" y="388388"/>
                  </a:lnTo>
                  <a:lnTo>
                    <a:pt x="2554253" y="388395"/>
                  </a:lnTo>
                  <a:lnTo>
                    <a:pt x="2554237" y="388407"/>
                  </a:lnTo>
                  <a:lnTo>
                    <a:pt x="2554219" y="388420"/>
                  </a:lnTo>
                  <a:lnTo>
                    <a:pt x="2554207" y="388443"/>
                  </a:lnTo>
                  <a:lnTo>
                    <a:pt x="2554196" y="388470"/>
                  </a:lnTo>
                  <a:lnTo>
                    <a:pt x="2554187" y="388491"/>
                  </a:lnTo>
                  <a:lnTo>
                    <a:pt x="2554163" y="388511"/>
                  </a:lnTo>
                  <a:lnTo>
                    <a:pt x="2554138" y="388523"/>
                  </a:lnTo>
                  <a:lnTo>
                    <a:pt x="2554115" y="388528"/>
                  </a:lnTo>
                  <a:lnTo>
                    <a:pt x="2554098" y="388528"/>
                  </a:lnTo>
                  <a:lnTo>
                    <a:pt x="2554038" y="388528"/>
                  </a:lnTo>
                  <a:lnTo>
                    <a:pt x="2554012" y="388530"/>
                  </a:lnTo>
                  <a:lnTo>
                    <a:pt x="2553994" y="388538"/>
                  </a:lnTo>
                  <a:lnTo>
                    <a:pt x="2553986" y="388551"/>
                  </a:lnTo>
                  <a:lnTo>
                    <a:pt x="2553979" y="388572"/>
                  </a:lnTo>
                  <a:lnTo>
                    <a:pt x="2553975" y="388594"/>
                  </a:lnTo>
                  <a:lnTo>
                    <a:pt x="2553935" y="388767"/>
                  </a:lnTo>
                  <a:lnTo>
                    <a:pt x="2553910" y="388781"/>
                  </a:lnTo>
                  <a:lnTo>
                    <a:pt x="2553883" y="388796"/>
                  </a:lnTo>
                  <a:lnTo>
                    <a:pt x="2553861" y="388803"/>
                  </a:lnTo>
                  <a:lnTo>
                    <a:pt x="2553825" y="388805"/>
                  </a:lnTo>
                  <a:lnTo>
                    <a:pt x="2553799" y="388800"/>
                  </a:lnTo>
                  <a:lnTo>
                    <a:pt x="2553773" y="388784"/>
                  </a:lnTo>
                  <a:lnTo>
                    <a:pt x="2553754" y="388765"/>
                  </a:lnTo>
                  <a:lnTo>
                    <a:pt x="2553729" y="388738"/>
                  </a:lnTo>
                  <a:lnTo>
                    <a:pt x="2553702" y="388721"/>
                  </a:lnTo>
                  <a:lnTo>
                    <a:pt x="2553671" y="388710"/>
                  </a:lnTo>
                  <a:lnTo>
                    <a:pt x="2553649" y="388705"/>
                  </a:lnTo>
                  <a:lnTo>
                    <a:pt x="2553626" y="388707"/>
                  </a:lnTo>
                  <a:lnTo>
                    <a:pt x="2553608" y="388712"/>
                  </a:lnTo>
                  <a:lnTo>
                    <a:pt x="2553590" y="388718"/>
                  </a:lnTo>
                  <a:lnTo>
                    <a:pt x="2553584" y="388732"/>
                  </a:lnTo>
                  <a:lnTo>
                    <a:pt x="2553584" y="388743"/>
                  </a:lnTo>
                  <a:lnTo>
                    <a:pt x="2553589" y="388751"/>
                  </a:lnTo>
                  <a:lnTo>
                    <a:pt x="2553604" y="388761"/>
                  </a:lnTo>
                  <a:lnTo>
                    <a:pt x="2553629" y="388774"/>
                  </a:lnTo>
                  <a:lnTo>
                    <a:pt x="2553647" y="388783"/>
                  </a:lnTo>
                  <a:lnTo>
                    <a:pt x="2553668" y="388796"/>
                  </a:lnTo>
                  <a:lnTo>
                    <a:pt x="2553693" y="388811"/>
                  </a:lnTo>
                  <a:lnTo>
                    <a:pt x="2553713" y="388826"/>
                  </a:lnTo>
                  <a:lnTo>
                    <a:pt x="2553728" y="388842"/>
                  </a:lnTo>
                  <a:lnTo>
                    <a:pt x="2553736" y="388860"/>
                  </a:lnTo>
                  <a:lnTo>
                    <a:pt x="2553733" y="388873"/>
                  </a:lnTo>
                  <a:lnTo>
                    <a:pt x="2553721" y="388883"/>
                  </a:lnTo>
                  <a:lnTo>
                    <a:pt x="2553698" y="388889"/>
                  </a:lnTo>
                  <a:lnTo>
                    <a:pt x="2553493" y="388859"/>
                  </a:lnTo>
                  <a:lnTo>
                    <a:pt x="2553472" y="388858"/>
                  </a:lnTo>
                  <a:lnTo>
                    <a:pt x="2553455" y="388847"/>
                  </a:lnTo>
                  <a:lnTo>
                    <a:pt x="2553406" y="388815"/>
                  </a:lnTo>
                  <a:lnTo>
                    <a:pt x="2553372" y="388796"/>
                  </a:lnTo>
                  <a:lnTo>
                    <a:pt x="2553339" y="388788"/>
                  </a:lnTo>
                  <a:lnTo>
                    <a:pt x="2553303" y="388782"/>
                  </a:lnTo>
                  <a:lnTo>
                    <a:pt x="2553286" y="388778"/>
                  </a:lnTo>
                  <a:lnTo>
                    <a:pt x="2553268" y="388777"/>
                  </a:lnTo>
                  <a:lnTo>
                    <a:pt x="2553251" y="388782"/>
                  </a:lnTo>
                  <a:lnTo>
                    <a:pt x="2553236" y="388787"/>
                  </a:lnTo>
                  <a:lnTo>
                    <a:pt x="2553226" y="388801"/>
                  </a:lnTo>
                  <a:lnTo>
                    <a:pt x="2553226" y="388813"/>
                  </a:lnTo>
                  <a:lnTo>
                    <a:pt x="2553233" y="388825"/>
                  </a:lnTo>
                  <a:lnTo>
                    <a:pt x="2553241" y="388834"/>
                  </a:lnTo>
                  <a:lnTo>
                    <a:pt x="2553258" y="388846"/>
                  </a:lnTo>
                  <a:lnTo>
                    <a:pt x="2553273" y="388859"/>
                  </a:lnTo>
                  <a:lnTo>
                    <a:pt x="2553301" y="388885"/>
                  </a:lnTo>
                  <a:lnTo>
                    <a:pt x="2553314" y="388897"/>
                  </a:lnTo>
                  <a:lnTo>
                    <a:pt x="2553325" y="388913"/>
                  </a:lnTo>
                  <a:lnTo>
                    <a:pt x="2553335" y="388930"/>
                  </a:lnTo>
                  <a:lnTo>
                    <a:pt x="2553341" y="388955"/>
                  </a:lnTo>
                  <a:lnTo>
                    <a:pt x="2553340" y="388984"/>
                  </a:lnTo>
                  <a:lnTo>
                    <a:pt x="2553337" y="389019"/>
                  </a:lnTo>
                  <a:lnTo>
                    <a:pt x="2553333" y="389057"/>
                  </a:lnTo>
                  <a:lnTo>
                    <a:pt x="2553326" y="389084"/>
                  </a:lnTo>
                  <a:lnTo>
                    <a:pt x="2553316" y="389107"/>
                  </a:lnTo>
                  <a:lnTo>
                    <a:pt x="2553298" y="389128"/>
                  </a:lnTo>
                  <a:lnTo>
                    <a:pt x="2553278" y="389146"/>
                  </a:lnTo>
                  <a:lnTo>
                    <a:pt x="2553243" y="389157"/>
                  </a:lnTo>
                  <a:lnTo>
                    <a:pt x="2553219" y="389158"/>
                  </a:lnTo>
                  <a:lnTo>
                    <a:pt x="2553191" y="389153"/>
                  </a:lnTo>
                  <a:lnTo>
                    <a:pt x="2553168" y="389144"/>
                  </a:lnTo>
                  <a:lnTo>
                    <a:pt x="2553141" y="389126"/>
                  </a:lnTo>
                  <a:lnTo>
                    <a:pt x="2553109" y="389093"/>
                  </a:lnTo>
                  <a:lnTo>
                    <a:pt x="2553086" y="389059"/>
                  </a:lnTo>
                  <a:lnTo>
                    <a:pt x="2553069" y="389026"/>
                  </a:lnTo>
                  <a:lnTo>
                    <a:pt x="2553059" y="388995"/>
                  </a:lnTo>
                  <a:lnTo>
                    <a:pt x="2553053" y="388967"/>
                  </a:lnTo>
                  <a:lnTo>
                    <a:pt x="2553044" y="388939"/>
                  </a:lnTo>
                  <a:lnTo>
                    <a:pt x="2553036" y="388924"/>
                  </a:lnTo>
                  <a:lnTo>
                    <a:pt x="2553023" y="388906"/>
                  </a:lnTo>
                  <a:lnTo>
                    <a:pt x="2553006" y="388896"/>
                  </a:lnTo>
                  <a:lnTo>
                    <a:pt x="2552987" y="388889"/>
                  </a:lnTo>
                  <a:lnTo>
                    <a:pt x="2552963" y="388888"/>
                  </a:lnTo>
                  <a:lnTo>
                    <a:pt x="2552937" y="388892"/>
                  </a:lnTo>
                  <a:lnTo>
                    <a:pt x="2552923" y="388899"/>
                  </a:lnTo>
                  <a:lnTo>
                    <a:pt x="2552909" y="388909"/>
                  </a:lnTo>
                  <a:lnTo>
                    <a:pt x="2552895" y="388931"/>
                  </a:lnTo>
                  <a:lnTo>
                    <a:pt x="2552873" y="388960"/>
                  </a:lnTo>
                  <a:lnTo>
                    <a:pt x="2552862" y="388975"/>
                  </a:lnTo>
                  <a:lnTo>
                    <a:pt x="2552852" y="388983"/>
                  </a:lnTo>
                  <a:lnTo>
                    <a:pt x="2552839" y="388988"/>
                  </a:lnTo>
                  <a:lnTo>
                    <a:pt x="2552822" y="388992"/>
                  </a:lnTo>
                  <a:lnTo>
                    <a:pt x="2552804" y="388995"/>
                  </a:lnTo>
                  <a:lnTo>
                    <a:pt x="2552773" y="388997"/>
                  </a:lnTo>
                  <a:lnTo>
                    <a:pt x="2552744" y="389002"/>
                  </a:lnTo>
                  <a:lnTo>
                    <a:pt x="2552725" y="389010"/>
                  </a:lnTo>
                  <a:lnTo>
                    <a:pt x="2552704" y="389020"/>
                  </a:lnTo>
                  <a:lnTo>
                    <a:pt x="2552697" y="389036"/>
                  </a:lnTo>
                  <a:lnTo>
                    <a:pt x="2552697" y="389047"/>
                  </a:lnTo>
                  <a:lnTo>
                    <a:pt x="2552703" y="389060"/>
                  </a:lnTo>
                  <a:lnTo>
                    <a:pt x="2552712" y="389071"/>
                  </a:lnTo>
                  <a:lnTo>
                    <a:pt x="2552725" y="389079"/>
                  </a:lnTo>
                  <a:lnTo>
                    <a:pt x="2552755" y="389096"/>
                  </a:lnTo>
                  <a:lnTo>
                    <a:pt x="2552786" y="389112"/>
                  </a:lnTo>
                  <a:lnTo>
                    <a:pt x="2552809" y="389128"/>
                  </a:lnTo>
                  <a:lnTo>
                    <a:pt x="2552829" y="389153"/>
                  </a:lnTo>
                  <a:lnTo>
                    <a:pt x="2552834" y="389171"/>
                  </a:lnTo>
                  <a:lnTo>
                    <a:pt x="2552836" y="389194"/>
                  </a:lnTo>
                  <a:lnTo>
                    <a:pt x="2552835" y="389218"/>
                  </a:lnTo>
                  <a:lnTo>
                    <a:pt x="2552822" y="389251"/>
                  </a:lnTo>
                  <a:lnTo>
                    <a:pt x="2552801" y="389275"/>
                  </a:lnTo>
                  <a:lnTo>
                    <a:pt x="2552778" y="389296"/>
                  </a:lnTo>
                  <a:lnTo>
                    <a:pt x="2552757" y="389317"/>
                  </a:lnTo>
                  <a:lnTo>
                    <a:pt x="2552735" y="389350"/>
                  </a:lnTo>
                  <a:lnTo>
                    <a:pt x="2552716" y="389389"/>
                  </a:lnTo>
                  <a:lnTo>
                    <a:pt x="2552707" y="389400"/>
                  </a:lnTo>
                  <a:lnTo>
                    <a:pt x="2552694" y="389401"/>
                  </a:lnTo>
                  <a:lnTo>
                    <a:pt x="2552689" y="389390"/>
                  </a:lnTo>
                  <a:lnTo>
                    <a:pt x="2552681" y="389372"/>
                  </a:lnTo>
                  <a:lnTo>
                    <a:pt x="2552671" y="389342"/>
                  </a:lnTo>
                  <a:lnTo>
                    <a:pt x="2552655" y="389309"/>
                  </a:lnTo>
                  <a:lnTo>
                    <a:pt x="2552630" y="389277"/>
                  </a:lnTo>
                  <a:lnTo>
                    <a:pt x="2552607" y="389259"/>
                  </a:lnTo>
                  <a:lnTo>
                    <a:pt x="2552579" y="389247"/>
                  </a:lnTo>
                  <a:lnTo>
                    <a:pt x="2552547" y="389242"/>
                  </a:lnTo>
                  <a:lnTo>
                    <a:pt x="2552514" y="389238"/>
                  </a:lnTo>
                  <a:lnTo>
                    <a:pt x="2552476" y="389239"/>
                  </a:lnTo>
                  <a:lnTo>
                    <a:pt x="2552442" y="389244"/>
                  </a:lnTo>
                  <a:lnTo>
                    <a:pt x="2552398" y="389256"/>
                  </a:lnTo>
                  <a:lnTo>
                    <a:pt x="2552371" y="389269"/>
                  </a:lnTo>
                  <a:lnTo>
                    <a:pt x="2552347" y="389283"/>
                  </a:lnTo>
                  <a:lnTo>
                    <a:pt x="2552329" y="389301"/>
                  </a:lnTo>
                  <a:lnTo>
                    <a:pt x="2551929" y="389534"/>
                  </a:lnTo>
                  <a:lnTo>
                    <a:pt x="2551902" y="389545"/>
                  </a:lnTo>
                  <a:lnTo>
                    <a:pt x="2551875" y="389560"/>
                  </a:lnTo>
                  <a:lnTo>
                    <a:pt x="2551825" y="389596"/>
                  </a:lnTo>
                  <a:lnTo>
                    <a:pt x="2551808" y="389609"/>
                  </a:lnTo>
                  <a:lnTo>
                    <a:pt x="2551754" y="389667"/>
                  </a:lnTo>
                  <a:lnTo>
                    <a:pt x="2551732" y="389695"/>
                  </a:lnTo>
                  <a:lnTo>
                    <a:pt x="2551720" y="389720"/>
                  </a:lnTo>
                  <a:lnTo>
                    <a:pt x="2551705" y="389756"/>
                  </a:lnTo>
                  <a:lnTo>
                    <a:pt x="2551683" y="389790"/>
                  </a:lnTo>
                  <a:lnTo>
                    <a:pt x="2551649" y="389814"/>
                  </a:lnTo>
                  <a:lnTo>
                    <a:pt x="2551601" y="389844"/>
                  </a:lnTo>
                  <a:lnTo>
                    <a:pt x="2551574" y="389869"/>
                  </a:lnTo>
                  <a:lnTo>
                    <a:pt x="2551568" y="389886"/>
                  </a:lnTo>
                  <a:lnTo>
                    <a:pt x="2551569" y="389904"/>
                  </a:lnTo>
                  <a:lnTo>
                    <a:pt x="2551590" y="389935"/>
                  </a:lnTo>
                  <a:lnTo>
                    <a:pt x="2551620" y="389960"/>
                  </a:lnTo>
                  <a:lnTo>
                    <a:pt x="2551634" y="389977"/>
                  </a:lnTo>
                  <a:lnTo>
                    <a:pt x="2551641" y="390000"/>
                  </a:lnTo>
                  <a:lnTo>
                    <a:pt x="2551635" y="390018"/>
                  </a:lnTo>
                  <a:lnTo>
                    <a:pt x="2551622" y="390032"/>
                  </a:lnTo>
                  <a:lnTo>
                    <a:pt x="2551601" y="390046"/>
                  </a:lnTo>
                  <a:lnTo>
                    <a:pt x="2551308" y="390136"/>
                  </a:lnTo>
                  <a:lnTo>
                    <a:pt x="2551290" y="390140"/>
                  </a:lnTo>
                  <a:lnTo>
                    <a:pt x="2551274" y="390142"/>
                  </a:lnTo>
                  <a:lnTo>
                    <a:pt x="2551264" y="390140"/>
                  </a:lnTo>
                  <a:lnTo>
                    <a:pt x="2551251" y="390138"/>
                  </a:lnTo>
                  <a:lnTo>
                    <a:pt x="2551247" y="390128"/>
                  </a:lnTo>
                  <a:lnTo>
                    <a:pt x="2551239" y="390105"/>
                  </a:lnTo>
                  <a:lnTo>
                    <a:pt x="2551245" y="390090"/>
                  </a:lnTo>
                  <a:lnTo>
                    <a:pt x="2551253" y="390076"/>
                  </a:lnTo>
                  <a:lnTo>
                    <a:pt x="2551279" y="390044"/>
                  </a:lnTo>
                  <a:lnTo>
                    <a:pt x="2551316" y="390008"/>
                  </a:lnTo>
                  <a:lnTo>
                    <a:pt x="2551357" y="389943"/>
                  </a:lnTo>
                  <a:lnTo>
                    <a:pt x="2551362" y="389908"/>
                  </a:lnTo>
                  <a:lnTo>
                    <a:pt x="2551363" y="389882"/>
                  </a:lnTo>
                  <a:lnTo>
                    <a:pt x="2551357" y="389858"/>
                  </a:lnTo>
                  <a:lnTo>
                    <a:pt x="2551342" y="389833"/>
                  </a:lnTo>
                  <a:lnTo>
                    <a:pt x="2551323" y="389820"/>
                  </a:lnTo>
                  <a:lnTo>
                    <a:pt x="2551301" y="389816"/>
                  </a:lnTo>
                  <a:lnTo>
                    <a:pt x="2551275" y="389823"/>
                  </a:lnTo>
                  <a:lnTo>
                    <a:pt x="2551244" y="389853"/>
                  </a:lnTo>
                  <a:lnTo>
                    <a:pt x="2551219" y="389912"/>
                  </a:lnTo>
                  <a:lnTo>
                    <a:pt x="2551214" y="389965"/>
                  </a:lnTo>
                  <a:lnTo>
                    <a:pt x="2551208" y="390022"/>
                  </a:lnTo>
                  <a:lnTo>
                    <a:pt x="2551196" y="390058"/>
                  </a:lnTo>
                  <a:lnTo>
                    <a:pt x="2551182" y="390082"/>
                  </a:lnTo>
                  <a:lnTo>
                    <a:pt x="2551156" y="390106"/>
                  </a:lnTo>
                  <a:lnTo>
                    <a:pt x="2551137" y="390111"/>
                  </a:lnTo>
                  <a:lnTo>
                    <a:pt x="2551107" y="390112"/>
                  </a:lnTo>
                  <a:lnTo>
                    <a:pt x="2551076" y="390097"/>
                  </a:lnTo>
                  <a:lnTo>
                    <a:pt x="2551054" y="390087"/>
                  </a:lnTo>
                  <a:lnTo>
                    <a:pt x="2551028" y="390068"/>
                  </a:lnTo>
                  <a:lnTo>
                    <a:pt x="2551011" y="390051"/>
                  </a:lnTo>
                  <a:lnTo>
                    <a:pt x="2550905" y="389861"/>
                  </a:lnTo>
                  <a:lnTo>
                    <a:pt x="2550896" y="389851"/>
                  </a:lnTo>
                  <a:lnTo>
                    <a:pt x="2550887" y="389834"/>
                  </a:lnTo>
                  <a:lnTo>
                    <a:pt x="2550875" y="389814"/>
                  </a:lnTo>
                  <a:lnTo>
                    <a:pt x="2550858" y="389797"/>
                  </a:lnTo>
                  <a:lnTo>
                    <a:pt x="2550844" y="389789"/>
                  </a:lnTo>
                  <a:lnTo>
                    <a:pt x="2550824" y="389785"/>
                  </a:lnTo>
                  <a:lnTo>
                    <a:pt x="2550787" y="389787"/>
                  </a:lnTo>
                  <a:lnTo>
                    <a:pt x="2550765" y="389799"/>
                  </a:lnTo>
                  <a:lnTo>
                    <a:pt x="2550726" y="389827"/>
                  </a:lnTo>
                  <a:lnTo>
                    <a:pt x="2550684" y="389879"/>
                  </a:lnTo>
                  <a:lnTo>
                    <a:pt x="2550633" y="389940"/>
                  </a:lnTo>
                  <a:lnTo>
                    <a:pt x="2550628" y="389959"/>
                  </a:lnTo>
                  <a:lnTo>
                    <a:pt x="2550626" y="389979"/>
                  </a:lnTo>
                  <a:lnTo>
                    <a:pt x="2550636" y="389997"/>
                  </a:lnTo>
                  <a:lnTo>
                    <a:pt x="2550656" y="390028"/>
                  </a:lnTo>
                  <a:lnTo>
                    <a:pt x="2550668" y="390052"/>
                  </a:lnTo>
                  <a:lnTo>
                    <a:pt x="2550682" y="390136"/>
                  </a:lnTo>
                  <a:lnTo>
                    <a:pt x="2550684" y="390170"/>
                  </a:lnTo>
                  <a:lnTo>
                    <a:pt x="2550696" y="390200"/>
                  </a:lnTo>
                  <a:lnTo>
                    <a:pt x="2550696" y="390248"/>
                  </a:lnTo>
                  <a:lnTo>
                    <a:pt x="2550694" y="390275"/>
                  </a:lnTo>
                  <a:lnTo>
                    <a:pt x="2550676" y="390298"/>
                  </a:lnTo>
                  <a:lnTo>
                    <a:pt x="2550637" y="390313"/>
                  </a:lnTo>
                  <a:lnTo>
                    <a:pt x="2550576" y="390309"/>
                  </a:lnTo>
                  <a:lnTo>
                    <a:pt x="2550500" y="390283"/>
                  </a:lnTo>
                  <a:lnTo>
                    <a:pt x="2550420" y="390258"/>
                  </a:lnTo>
                  <a:lnTo>
                    <a:pt x="2550393" y="390246"/>
                  </a:lnTo>
                  <a:lnTo>
                    <a:pt x="2550378" y="390241"/>
                  </a:lnTo>
                  <a:lnTo>
                    <a:pt x="2550348" y="390238"/>
                  </a:lnTo>
                  <a:lnTo>
                    <a:pt x="2550304" y="390240"/>
                  </a:lnTo>
                  <a:lnTo>
                    <a:pt x="2550252" y="390231"/>
                  </a:lnTo>
                  <a:lnTo>
                    <a:pt x="2550199" y="390198"/>
                  </a:lnTo>
                  <a:lnTo>
                    <a:pt x="2550180" y="390173"/>
                  </a:lnTo>
                  <a:lnTo>
                    <a:pt x="2550166" y="390166"/>
                  </a:lnTo>
                  <a:lnTo>
                    <a:pt x="2550106" y="390171"/>
                  </a:lnTo>
                  <a:lnTo>
                    <a:pt x="2550063" y="390185"/>
                  </a:lnTo>
                  <a:lnTo>
                    <a:pt x="2550027" y="390201"/>
                  </a:lnTo>
                  <a:lnTo>
                    <a:pt x="2549989" y="390227"/>
                  </a:lnTo>
                  <a:lnTo>
                    <a:pt x="2549963" y="390268"/>
                  </a:lnTo>
                  <a:lnTo>
                    <a:pt x="2549942" y="390304"/>
                  </a:lnTo>
                  <a:lnTo>
                    <a:pt x="2549930" y="390315"/>
                  </a:lnTo>
                  <a:lnTo>
                    <a:pt x="2549918" y="390319"/>
                  </a:lnTo>
                  <a:lnTo>
                    <a:pt x="2549907" y="390320"/>
                  </a:lnTo>
                  <a:lnTo>
                    <a:pt x="2549890" y="390317"/>
                  </a:lnTo>
                  <a:lnTo>
                    <a:pt x="2549865" y="390297"/>
                  </a:lnTo>
                  <a:lnTo>
                    <a:pt x="2549846" y="390264"/>
                  </a:lnTo>
                  <a:lnTo>
                    <a:pt x="2549840" y="390216"/>
                  </a:lnTo>
                  <a:lnTo>
                    <a:pt x="2549834" y="390188"/>
                  </a:lnTo>
                  <a:lnTo>
                    <a:pt x="2549817" y="390162"/>
                  </a:lnTo>
                  <a:lnTo>
                    <a:pt x="2549792" y="390144"/>
                  </a:lnTo>
                  <a:lnTo>
                    <a:pt x="2549762" y="390137"/>
                  </a:lnTo>
                  <a:lnTo>
                    <a:pt x="2549711" y="390125"/>
                  </a:lnTo>
                  <a:lnTo>
                    <a:pt x="2549660" y="390122"/>
                  </a:lnTo>
                  <a:lnTo>
                    <a:pt x="2549608" y="390116"/>
                  </a:lnTo>
                  <a:lnTo>
                    <a:pt x="2549548" y="390122"/>
                  </a:lnTo>
                  <a:lnTo>
                    <a:pt x="2549478" y="390123"/>
                  </a:lnTo>
                  <a:lnTo>
                    <a:pt x="2549427" y="390118"/>
                  </a:lnTo>
                  <a:lnTo>
                    <a:pt x="2549379" y="390132"/>
                  </a:lnTo>
                  <a:lnTo>
                    <a:pt x="2549351" y="390149"/>
                  </a:lnTo>
                  <a:lnTo>
                    <a:pt x="2549341" y="390186"/>
                  </a:lnTo>
                  <a:lnTo>
                    <a:pt x="2549341" y="390211"/>
                  </a:lnTo>
                  <a:lnTo>
                    <a:pt x="2549346" y="390242"/>
                  </a:lnTo>
                  <a:lnTo>
                    <a:pt x="2549361" y="390275"/>
                  </a:lnTo>
                  <a:lnTo>
                    <a:pt x="2549386" y="390329"/>
                  </a:lnTo>
                  <a:lnTo>
                    <a:pt x="2549422" y="390391"/>
                  </a:lnTo>
                  <a:lnTo>
                    <a:pt x="2549447" y="390421"/>
                  </a:lnTo>
                  <a:lnTo>
                    <a:pt x="2549543" y="390509"/>
                  </a:lnTo>
                  <a:lnTo>
                    <a:pt x="2549544" y="390523"/>
                  </a:lnTo>
                  <a:lnTo>
                    <a:pt x="2549549" y="390542"/>
                  </a:lnTo>
                  <a:lnTo>
                    <a:pt x="2549574" y="390564"/>
                  </a:lnTo>
                  <a:lnTo>
                    <a:pt x="2549581" y="390574"/>
                  </a:lnTo>
                  <a:lnTo>
                    <a:pt x="2549582" y="390597"/>
                  </a:lnTo>
                  <a:lnTo>
                    <a:pt x="2549581" y="390625"/>
                  </a:lnTo>
                  <a:lnTo>
                    <a:pt x="2549565" y="390656"/>
                  </a:lnTo>
                  <a:lnTo>
                    <a:pt x="2549546" y="390682"/>
                  </a:lnTo>
                  <a:lnTo>
                    <a:pt x="2549511" y="390717"/>
                  </a:lnTo>
                  <a:lnTo>
                    <a:pt x="2549463" y="390743"/>
                  </a:lnTo>
                  <a:lnTo>
                    <a:pt x="2549410" y="390769"/>
                  </a:lnTo>
                  <a:lnTo>
                    <a:pt x="2549376" y="390782"/>
                  </a:lnTo>
                  <a:lnTo>
                    <a:pt x="2549352" y="390800"/>
                  </a:lnTo>
                  <a:lnTo>
                    <a:pt x="2549341" y="390822"/>
                  </a:lnTo>
                  <a:lnTo>
                    <a:pt x="2549328" y="390848"/>
                  </a:lnTo>
                  <a:lnTo>
                    <a:pt x="2549320" y="390880"/>
                  </a:lnTo>
                  <a:lnTo>
                    <a:pt x="2549303" y="390902"/>
                  </a:lnTo>
                  <a:lnTo>
                    <a:pt x="2549292" y="390922"/>
                  </a:lnTo>
                  <a:lnTo>
                    <a:pt x="2549259" y="390930"/>
                  </a:lnTo>
                  <a:lnTo>
                    <a:pt x="2549229" y="390929"/>
                  </a:lnTo>
                  <a:lnTo>
                    <a:pt x="2549185" y="390922"/>
                  </a:lnTo>
                  <a:lnTo>
                    <a:pt x="2549140" y="390904"/>
                  </a:lnTo>
                  <a:lnTo>
                    <a:pt x="2549093" y="390880"/>
                  </a:lnTo>
                  <a:lnTo>
                    <a:pt x="2549044" y="390863"/>
                  </a:lnTo>
                  <a:lnTo>
                    <a:pt x="2549013" y="390854"/>
                  </a:lnTo>
                  <a:lnTo>
                    <a:pt x="2548978" y="390852"/>
                  </a:lnTo>
                  <a:lnTo>
                    <a:pt x="2548962" y="390868"/>
                  </a:lnTo>
                  <a:lnTo>
                    <a:pt x="2548929" y="390894"/>
                  </a:lnTo>
                  <a:lnTo>
                    <a:pt x="2548912" y="390928"/>
                  </a:lnTo>
                  <a:lnTo>
                    <a:pt x="2548875" y="391009"/>
                  </a:lnTo>
                  <a:lnTo>
                    <a:pt x="2548858" y="391054"/>
                  </a:lnTo>
                  <a:lnTo>
                    <a:pt x="2548858" y="391082"/>
                  </a:lnTo>
                  <a:lnTo>
                    <a:pt x="2548862" y="391106"/>
                  </a:lnTo>
                  <a:lnTo>
                    <a:pt x="2548873" y="391118"/>
                  </a:lnTo>
                  <a:lnTo>
                    <a:pt x="2548888" y="391131"/>
                  </a:lnTo>
                  <a:lnTo>
                    <a:pt x="2548906" y="391138"/>
                  </a:lnTo>
                  <a:lnTo>
                    <a:pt x="2548951" y="391132"/>
                  </a:lnTo>
                  <a:lnTo>
                    <a:pt x="2548990" y="391114"/>
                  </a:lnTo>
                  <a:lnTo>
                    <a:pt x="2549021" y="391091"/>
                  </a:lnTo>
                  <a:lnTo>
                    <a:pt x="2549052" y="391076"/>
                  </a:lnTo>
                  <a:lnTo>
                    <a:pt x="2549084" y="391073"/>
                  </a:lnTo>
                  <a:lnTo>
                    <a:pt x="2549113" y="391078"/>
                  </a:lnTo>
                  <a:lnTo>
                    <a:pt x="2549142" y="391091"/>
                  </a:lnTo>
                  <a:lnTo>
                    <a:pt x="2549179" y="391114"/>
                  </a:lnTo>
                  <a:lnTo>
                    <a:pt x="2549179" y="391140"/>
                  </a:lnTo>
                  <a:lnTo>
                    <a:pt x="2549172" y="391164"/>
                  </a:lnTo>
                  <a:lnTo>
                    <a:pt x="2549146" y="391180"/>
                  </a:lnTo>
                  <a:lnTo>
                    <a:pt x="2549101" y="391200"/>
                  </a:lnTo>
                  <a:lnTo>
                    <a:pt x="2549036" y="391221"/>
                  </a:lnTo>
                  <a:lnTo>
                    <a:pt x="2548983" y="391234"/>
                  </a:lnTo>
                  <a:lnTo>
                    <a:pt x="2548816" y="391378"/>
                  </a:lnTo>
                  <a:lnTo>
                    <a:pt x="2548812" y="391427"/>
                  </a:lnTo>
                  <a:lnTo>
                    <a:pt x="2548795" y="391457"/>
                  </a:lnTo>
                  <a:lnTo>
                    <a:pt x="2548795" y="391505"/>
                  </a:lnTo>
                  <a:lnTo>
                    <a:pt x="2548811" y="391571"/>
                  </a:lnTo>
                  <a:lnTo>
                    <a:pt x="2548827" y="391611"/>
                  </a:lnTo>
                  <a:lnTo>
                    <a:pt x="2548882" y="391667"/>
                  </a:lnTo>
                  <a:lnTo>
                    <a:pt x="2548936" y="391706"/>
                  </a:lnTo>
                  <a:lnTo>
                    <a:pt x="2548966" y="391722"/>
                  </a:lnTo>
                  <a:lnTo>
                    <a:pt x="2548996" y="391732"/>
                  </a:lnTo>
                  <a:lnTo>
                    <a:pt x="2549028" y="391759"/>
                  </a:lnTo>
                  <a:lnTo>
                    <a:pt x="2549028" y="391774"/>
                  </a:lnTo>
                  <a:lnTo>
                    <a:pt x="2549030" y="391798"/>
                  </a:lnTo>
                  <a:lnTo>
                    <a:pt x="2549002" y="391825"/>
                  </a:lnTo>
                  <a:lnTo>
                    <a:pt x="2548965" y="391838"/>
                  </a:lnTo>
                  <a:lnTo>
                    <a:pt x="2548925" y="391851"/>
                  </a:lnTo>
                  <a:lnTo>
                    <a:pt x="2548900" y="391857"/>
                  </a:lnTo>
                  <a:lnTo>
                    <a:pt x="2548871" y="391873"/>
                  </a:lnTo>
                  <a:lnTo>
                    <a:pt x="2548839" y="391906"/>
                  </a:lnTo>
                  <a:lnTo>
                    <a:pt x="2548809" y="391927"/>
                  </a:lnTo>
                  <a:lnTo>
                    <a:pt x="2548781" y="391933"/>
                  </a:lnTo>
                  <a:lnTo>
                    <a:pt x="2548769" y="391931"/>
                  </a:lnTo>
                  <a:lnTo>
                    <a:pt x="2548746" y="391928"/>
                  </a:lnTo>
                  <a:lnTo>
                    <a:pt x="2548725" y="391905"/>
                  </a:lnTo>
                  <a:lnTo>
                    <a:pt x="2548685" y="391865"/>
                  </a:lnTo>
                  <a:lnTo>
                    <a:pt x="2548662" y="391845"/>
                  </a:lnTo>
                  <a:lnTo>
                    <a:pt x="2548643" y="391837"/>
                  </a:lnTo>
                  <a:lnTo>
                    <a:pt x="2548616" y="391833"/>
                  </a:lnTo>
                  <a:lnTo>
                    <a:pt x="2548600" y="391836"/>
                  </a:lnTo>
                  <a:lnTo>
                    <a:pt x="2548587" y="391838"/>
                  </a:lnTo>
                  <a:lnTo>
                    <a:pt x="2548563" y="391850"/>
                  </a:lnTo>
                  <a:lnTo>
                    <a:pt x="2548550" y="391869"/>
                  </a:lnTo>
                  <a:lnTo>
                    <a:pt x="2548539" y="391892"/>
                  </a:lnTo>
                  <a:lnTo>
                    <a:pt x="2548558" y="391936"/>
                  </a:lnTo>
                  <a:lnTo>
                    <a:pt x="2548590" y="391981"/>
                  </a:lnTo>
                  <a:lnTo>
                    <a:pt x="2548601" y="392027"/>
                  </a:lnTo>
                  <a:lnTo>
                    <a:pt x="2548605" y="392075"/>
                  </a:lnTo>
                  <a:lnTo>
                    <a:pt x="2548608" y="392119"/>
                  </a:lnTo>
                  <a:lnTo>
                    <a:pt x="2548629" y="392142"/>
                  </a:lnTo>
                  <a:lnTo>
                    <a:pt x="2548663" y="392172"/>
                  </a:lnTo>
                  <a:lnTo>
                    <a:pt x="2548684" y="392186"/>
                  </a:lnTo>
                  <a:lnTo>
                    <a:pt x="2548686" y="392205"/>
                  </a:lnTo>
                  <a:lnTo>
                    <a:pt x="2548676" y="392229"/>
                  </a:lnTo>
                  <a:lnTo>
                    <a:pt x="2548665" y="392247"/>
                  </a:lnTo>
                  <a:lnTo>
                    <a:pt x="2548643" y="392255"/>
                  </a:lnTo>
                  <a:lnTo>
                    <a:pt x="2548609" y="392255"/>
                  </a:lnTo>
                  <a:lnTo>
                    <a:pt x="2548583" y="392254"/>
                  </a:lnTo>
                  <a:lnTo>
                    <a:pt x="2548552" y="392243"/>
                  </a:lnTo>
                  <a:lnTo>
                    <a:pt x="2548528" y="392223"/>
                  </a:lnTo>
                  <a:lnTo>
                    <a:pt x="2548511" y="392197"/>
                  </a:lnTo>
                  <a:lnTo>
                    <a:pt x="2548499" y="392175"/>
                  </a:lnTo>
                  <a:lnTo>
                    <a:pt x="2548474" y="392154"/>
                  </a:lnTo>
                  <a:lnTo>
                    <a:pt x="2548454" y="392128"/>
                  </a:lnTo>
                  <a:lnTo>
                    <a:pt x="2548435" y="392122"/>
                  </a:lnTo>
                  <a:lnTo>
                    <a:pt x="2548394" y="392116"/>
                  </a:lnTo>
                  <a:lnTo>
                    <a:pt x="2548328" y="392148"/>
                  </a:lnTo>
                  <a:lnTo>
                    <a:pt x="2548278" y="392199"/>
                  </a:lnTo>
                  <a:lnTo>
                    <a:pt x="2548257" y="392225"/>
                  </a:lnTo>
                  <a:lnTo>
                    <a:pt x="2548219" y="392258"/>
                  </a:lnTo>
                  <a:lnTo>
                    <a:pt x="2548172" y="392287"/>
                  </a:lnTo>
                  <a:lnTo>
                    <a:pt x="2548136" y="392312"/>
                  </a:lnTo>
                  <a:lnTo>
                    <a:pt x="2548109" y="392327"/>
                  </a:lnTo>
                  <a:lnTo>
                    <a:pt x="2548091" y="392349"/>
                  </a:lnTo>
                  <a:lnTo>
                    <a:pt x="2548082" y="392375"/>
                  </a:lnTo>
                  <a:lnTo>
                    <a:pt x="2547978" y="392515"/>
                  </a:lnTo>
                  <a:lnTo>
                    <a:pt x="2547977" y="392559"/>
                  </a:lnTo>
                  <a:lnTo>
                    <a:pt x="2547993" y="392590"/>
                  </a:lnTo>
                  <a:lnTo>
                    <a:pt x="2548018" y="392605"/>
                  </a:lnTo>
                  <a:lnTo>
                    <a:pt x="2548066" y="392614"/>
                  </a:lnTo>
                  <a:lnTo>
                    <a:pt x="2548135" y="392616"/>
                  </a:lnTo>
                  <a:lnTo>
                    <a:pt x="2548194" y="392610"/>
                  </a:lnTo>
                  <a:lnTo>
                    <a:pt x="2548274" y="392598"/>
                  </a:lnTo>
                  <a:lnTo>
                    <a:pt x="2548312" y="392593"/>
                  </a:lnTo>
                  <a:lnTo>
                    <a:pt x="2548334" y="392592"/>
                  </a:lnTo>
                  <a:lnTo>
                    <a:pt x="2548358" y="392591"/>
                  </a:lnTo>
                  <a:lnTo>
                    <a:pt x="2548381" y="392592"/>
                  </a:lnTo>
                  <a:lnTo>
                    <a:pt x="2548393" y="392596"/>
                  </a:lnTo>
                  <a:lnTo>
                    <a:pt x="2548413" y="392607"/>
                  </a:lnTo>
                  <a:lnTo>
                    <a:pt x="2548431" y="392618"/>
                  </a:lnTo>
                  <a:lnTo>
                    <a:pt x="2548442" y="392640"/>
                  </a:lnTo>
                  <a:lnTo>
                    <a:pt x="2548457" y="392701"/>
                  </a:lnTo>
                  <a:lnTo>
                    <a:pt x="2548302" y="392848"/>
                  </a:lnTo>
                  <a:lnTo>
                    <a:pt x="2548295" y="392881"/>
                  </a:lnTo>
                  <a:lnTo>
                    <a:pt x="2548278" y="392917"/>
                  </a:lnTo>
                  <a:lnTo>
                    <a:pt x="2548254" y="392948"/>
                  </a:lnTo>
                  <a:lnTo>
                    <a:pt x="2548225" y="392982"/>
                  </a:lnTo>
                  <a:lnTo>
                    <a:pt x="2548194" y="393000"/>
                  </a:lnTo>
                  <a:lnTo>
                    <a:pt x="2548166" y="392999"/>
                  </a:lnTo>
                  <a:lnTo>
                    <a:pt x="2548146" y="392994"/>
                  </a:lnTo>
                  <a:lnTo>
                    <a:pt x="2548081" y="392972"/>
                  </a:lnTo>
                  <a:lnTo>
                    <a:pt x="2548057" y="392959"/>
                  </a:lnTo>
                  <a:lnTo>
                    <a:pt x="2548041" y="392960"/>
                  </a:lnTo>
                  <a:lnTo>
                    <a:pt x="2548027" y="392962"/>
                  </a:lnTo>
                  <a:lnTo>
                    <a:pt x="2548008" y="392968"/>
                  </a:lnTo>
                  <a:lnTo>
                    <a:pt x="2547977" y="392986"/>
                  </a:lnTo>
                  <a:lnTo>
                    <a:pt x="2547960" y="393023"/>
                  </a:lnTo>
                  <a:lnTo>
                    <a:pt x="2547803" y="393193"/>
                  </a:lnTo>
                  <a:lnTo>
                    <a:pt x="2547743" y="393225"/>
                  </a:lnTo>
                  <a:lnTo>
                    <a:pt x="2547719" y="393260"/>
                  </a:lnTo>
                  <a:lnTo>
                    <a:pt x="2547694" y="393300"/>
                  </a:lnTo>
                  <a:lnTo>
                    <a:pt x="2547684" y="393335"/>
                  </a:lnTo>
                  <a:lnTo>
                    <a:pt x="2547642" y="393397"/>
                  </a:lnTo>
                  <a:lnTo>
                    <a:pt x="2547608" y="393444"/>
                  </a:lnTo>
                  <a:lnTo>
                    <a:pt x="2547594" y="393486"/>
                  </a:lnTo>
                  <a:lnTo>
                    <a:pt x="2547597" y="393511"/>
                  </a:lnTo>
                  <a:lnTo>
                    <a:pt x="2547608" y="393533"/>
                  </a:lnTo>
                  <a:lnTo>
                    <a:pt x="2547642" y="393559"/>
                  </a:lnTo>
                  <a:lnTo>
                    <a:pt x="2547726" y="393582"/>
                  </a:lnTo>
                  <a:lnTo>
                    <a:pt x="2547799" y="393598"/>
                  </a:lnTo>
                  <a:lnTo>
                    <a:pt x="2547852" y="393603"/>
                  </a:lnTo>
                  <a:lnTo>
                    <a:pt x="2547917" y="393600"/>
                  </a:lnTo>
                  <a:lnTo>
                    <a:pt x="2547952" y="393588"/>
                  </a:lnTo>
                  <a:lnTo>
                    <a:pt x="2547978" y="393575"/>
                  </a:lnTo>
                  <a:lnTo>
                    <a:pt x="2548002" y="393574"/>
                  </a:lnTo>
                  <a:lnTo>
                    <a:pt x="2548021" y="393574"/>
                  </a:lnTo>
                  <a:lnTo>
                    <a:pt x="2548042" y="393576"/>
                  </a:lnTo>
                  <a:lnTo>
                    <a:pt x="2548074" y="393586"/>
                  </a:lnTo>
                  <a:lnTo>
                    <a:pt x="2548093" y="393596"/>
                  </a:lnTo>
                  <a:lnTo>
                    <a:pt x="2548103" y="393617"/>
                  </a:lnTo>
                  <a:lnTo>
                    <a:pt x="2548095" y="393647"/>
                  </a:lnTo>
                  <a:lnTo>
                    <a:pt x="2548066" y="393690"/>
                  </a:lnTo>
                  <a:lnTo>
                    <a:pt x="2547992" y="393752"/>
                  </a:lnTo>
                  <a:lnTo>
                    <a:pt x="2547954" y="393779"/>
                  </a:lnTo>
                  <a:lnTo>
                    <a:pt x="2547898" y="393806"/>
                  </a:lnTo>
                  <a:lnTo>
                    <a:pt x="2547862" y="393832"/>
                  </a:lnTo>
                  <a:lnTo>
                    <a:pt x="2547836" y="393869"/>
                  </a:lnTo>
                  <a:lnTo>
                    <a:pt x="2547819" y="393917"/>
                  </a:lnTo>
                  <a:lnTo>
                    <a:pt x="2547808" y="393947"/>
                  </a:lnTo>
                  <a:lnTo>
                    <a:pt x="2547793" y="393970"/>
                  </a:lnTo>
                  <a:lnTo>
                    <a:pt x="2547773" y="393974"/>
                  </a:lnTo>
                  <a:lnTo>
                    <a:pt x="2547487" y="393966"/>
                  </a:lnTo>
                  <a:lnTo>
                    <a:pt x="2547465" y="393973"/>
                  </a:lnTo>
                  <a:lnTo>
                    <a:pt x="2547434" y="393974"/>
                  </a:lnTo>
                  <a:lnTo>
                    <a:pt x="2547408" y="393973"/>
                  </a:lnTo>
                  <a:lnTo>
                    <a:pt x="2547347" y="393958"/>
                  </a:lnTo>
                  <a:lnTo>
                    <a:pt x="2547290" y="393941"/>
                  </a:lnTo>
                  <a:lnTo>
                    <a:pt x="2547236" y="393928"/>
                  </a:lnTo>
                  <a:lnTo>
                    <a:pt x="2547185" y="393926"/>
                  </a:lnTo>
                  <a:lnTo>
                    <a:pt x="2547148" y="393929"/>
                  </a:lnTo>
                  <a:lnTo>
                    <a:pt x="2547110" y="393935"/>
                  </a:lnTo>
                  <a:lnTo>
                    <a:pt x="2547093" y="393954"/>
                  </a:lnTo>
                  <a:lnTo>
                    <a:pt x="2547090" y="393981"/>
                  </a:lnTo>
                  <a:lnTo>
                    <a:pt x="2547097" y="394002"/>
                  </a:lnTo>
                  <a:lnTo>
                    <a:pt x="2547114" y="394029"/>
                  </a:lnTo>
                  <a:lnTo>
                    <a:pt x="2547151" y="394060"/>
                  </a:lnTo>
                  <a:lnTo>
                    <a:pt x="2547204" y="394094"/>
                  </a:lnTo>
                  <a:lnTo>
                    <a:pt x="2547265" y="394126"/>
                  </a:lnTo>
                  <a:lnTo>
                    <a:pt x="2547309" y="394141"/>
                  </a:lnTo>
                  <a:lnTo>
                    <a:pt x="2547356" y="394161"/>
                  </a:lnTo>
                  <a:lnTo>
                    <a:pt x="2547412" y="394184"/>
                  </a:lnTo>
                  <a:lnTo>
                    <a:pt x="2547483" y="394227"/>
                  </a:lnTo>
                  <a:lnTo>
                    <a:pt x="2547526" y="394273"/>
                  </a:lnTo>
                  <a:lnTo>
                    <a:pt x="2547561" y="394319"/>
                  </a:lnTo>
                  <a:lnTo>
                    <a:pt x="2547570" y="394347"/>
                  </a:lnTo>
                  <a:lnTo>
                    <a:pt x="2547555" y="394378"/>
                  </a:lnTo>
                  <a:lnTo>
                    <a:pt x="2547513" y="394397"/>
                  </a:lnTo>
                  <a:lnTo>
                    <a:pt x="2547466" y="394398"/>
                  </a:lnTo>
                  <a:lnTo>
                    <a:pt x="2547383" y="394396"/>
                  </a:lnTo>
                  <a:lnTo>
                    <a:pt x="2547298" y="394394"/>
                  </a:lnTo>
                  <a:lnTo>
                    <a:pt x="2547225" y="394388"/>
                  </a:lnTo>
                  <a:lnTo>
                    <a:pt x="2547180" y="394384"/>
                  </a:lnTo>
                  <a:lnTo>
                    <a:pt x="2547150" y="394375"/>
                  </a:lnTo>
                  <a:lnTo>
                    <a:pt x="2547107" y="394350"/>
                  </a:lnTo>
                  <a:lnTo>
                    <a:pt x="2547067" y="394308"/>
                  </a:lnTo>
                  <a:lnTo>
                    <a:pt x="2547041" y="394288"/>
                  </a:lnTo>
                  <a:lnTo>
                    <a:pt x="2547015" y="394274"/>
                  </a:lnTo>
                  <a:lnTo>
                    <a:pt x="2546994" y="394271"/>
                  </a:lnTo>
                  <a:lnTo>
                    <a:pt x="2546964" y="394270"/>
                  </a:lnTo>
                  <a:lnTo>
                    <a:pt x="2546930" y="394273"/>
                  </a:lnTo>
                  <a:lnTo>
                    <a:pt x="2546899" y="394290"/>
                  </a:lnTo>
                  <a:lnTo>
                    <a:pt x="2546822" y="394333"/>
                  </a:lnTo>
                  <a:lnTo>
                    <a:pt x="2546800" y="394351"/>
                  </a:lnTo>
                  <a:lnTo>
                    <a:pt x="2546790" y="394372"/>
                  </a:lnTo>
                  <a:lnTo>
                    <a:pt x="2546784" y="394430"/>
                  </a:lnTo>
                  <a:lnTo>
                    <a:pt x="2546794" y="394472"/>
                  </a:lnTo>
                  <a:lnTo>
                    <a:pt x="2546796" y="394487"/>
                  </a:lnTo>
                  <a:lnTo>
                    <a:pt x="2546816" y="394503"/>
                  </a:lnTo>
                  <a:lnTo>
                    <a:pt x="2546841" y="394508"/>
                  </a:lnTo>
                  <a:lnTo>
                    <a:pt x="2546874" y="394504"/>
                  </a:lnTo>
                  <a:lnTo>
                    <a:pt x="2546923" y="394505"/>
                  </a:lnTo>
                  <a:lnTo>
                    <a:pt x="2546955" y="394519"/>
                  </a:lnTo>
                  <a:lnTo>
                    <a:pt x="2546963" y="394531"/>
                  </a:lnTo>
                  <a:lnTo>
                    <a:pt x="2546962" y="394550"/>
                  </a:lnTo>
                  <a:lnTo>
                    <a:pt x="2546951" y="394572"/>
                  </a:lnTo>
                  <a:lnTo>
                    <a:pt x="2546942" y="394610"/>
                  </a:lnTo>
                  <a:lnTo>
                    <a:pt x="2546940" y="394663"/>
                  </a:lnTo>
                  <a:lnTo>
                    <a:pt x="2546944" y="394687"/>
                  </a:lnTo>
                  <a:lnTo>
                    <a:pt x="2546959" y="394696"/>
                  </a:lnTo>
                  <a:lnTo>
                    <a:pt x="2546963" y="394707"/>
                  </a:lnTo>
                  <a:lnTo>
                    <a:pt x="2546968" y="394721"/>
                  </a:lnTo>
                  <a:lnTo>
                    <a:pt x="2546978" y="394760"/>
                  </a:lnTo>
                  <a:lnTo>
                    <a:pt x="2546969" y="394791"/>
                  </a:lnTo>
                  <a:lnTo>
                    <a:pt x="2546948" y="394803"/>
                  </a:lnTo>
                  <a:lnTo>
                    <a:pt x="2546899" y="394822"/>
                  </a:lnTo>
                  <a:lnTo>
                    <a:pt x="2546827" y="394851"/>
                  </a:lnTo>
                  <a:lnTo>
                    <a:pt x="2546776" y="394874"/>
                  </a:lnTo>
                  <a:lnTo>
                    <a:pt x="2546751" y="394893"/>
                  </a:lnTo>
                  <a:lnTo>
                    <a:pt x="2546732" y="394914"/>
                  </a:lnTo>
                  <a:lnTo>
                    <a:pt x="2546729" y="394953"/>
                  </a:lnTo>
                  <a:lnTo>
                    <a:pt x="2546733" y="394973"/>
                  </a:lnTo>
                  <a:lnTo>
                    <a:pt x="2546751" y="395003"/>
                  </a:lnTo>
                  <a:lnTo>
                    <a:pt x="2546987" y="395216"/>
                  </a:lnTo>
                  <a:lnTo>
                    <a:pt x="2547015" y="395251"/>
                  </a:lnTo>
                  <a:lnTo>
                    <a:pt x="2547048" y="395301"/>
                  </a:lnTo>
                  <a:lnTo>
                    <a:pt x="2547073" y="395353"/>
                  </a:lnTo>
                  <a:lnTo>
                    <a:pt x="2547060" y="395386"/>
                  </a:lnTo>
                  <a:lnTo>
                    <a:pt x="2547045" y="395408"/>
                  </a:lnTo>
                  <a:lnTo>
                    <a:pt x="2546993" y="395431"/>
                  </a:lnTo>
                  <a:lnTo>
                    <a:pt x="2546932" y="395447"/>
                  </a:lnTo>
                  <a:lnTo>
                    <a:pt x="2546858" y="395437"/>
                  </a:lnTo>
                  <a:lnTo>
                    <a:pt x="2546801" y="395435"/>
                  </a:lnTo>
                  <a:lnTo>
                    <a:pt x="2546760" y="395452"/>
                  </a:lnTo>
                  <a:lnTo>
                    <a:pt x="2546704" y="395490"/>
                  </a:lnTo>
                  <a:lnTo>
                    <a:pt x="2546660" y="395531"/>
                  </a:lnTo>
                  <a:lnTo>
                    <a:pt x="2546657" y="395572"/>
                  </a:lnTo>
                  <a:lnTo>
                    <a:pt x="2546665" y="395608"/>
                  </a:lnTo>
                  <a:lnTo>
                    <a:pt x="2546687" y="395638"/>
                  </a:lnTo>
                  <a:lnTo>
                    <a:pt x="2546725" y="395667"/>
                  </a:lnTo>
                  <a:lnTo>
                    <a:pt x="2546772" y="395682"/>
                  </a:lnTo>
                  <a:lnTo>
                    <a:pt x="2546818" y="395682"/>
                  </a:lnTo>
                  <a:lnTo>
                    <a:pt x="2546853" y="395671"/>
                  </a:lnTo>
                  <a:lnTo>
                    <a:pt x="2546887" y="395649"/>
                  </a:lnTo>
                  <a:lnTo>
                    <a:pt x="2546916" y="395611"/>
                  </a:lnTo>
                  <a:lnTo>
                    <a:pt x="2546940" y="395560"/>
                  </a:lnTo>
                  <a:lnTo>
                    <a:pt x="2546952" y="395546"/>
                  </a:lnTo>
                  <a:lnTo>
                    <a:pt x="2546966" y="395534"/>
                  </a:lnTo>
                  <a:lnTo>
                    <a:pt x="2546980" y="395527"/>
                  </a:lnTo>
                  <a:lnTo>
                    <a:pt x="2546995" y="395528"/>
                  </a:lnTo>
                  <a:lnTo>
                    <a:pt x="2547017" y="395535"/>
                  </a:lnTo>
                  <a:lnTo>
                    <a:pt x="2547023" y="395555"/>
                  </a:lnTo>
                  <a:lnTo>
                    <a:pt x="2547035" y="395599"/>
                  </a:lnTo>
                  <a:lnTo>
                    <a:pt x="2547035" y="395631"/>
                  </a:lnTo>
                  <a:lnTo>
                    <a:pt x="2547038" y="395700"/>
                  </a:lnTo>
                  <a:lnTo>
                    <a:pt x="2547060" y="395761"/>
                  </a:lnTo>
                  <a:lnTo>
                    <a:pt x="2547074" y="395789"/>
                  </a:lnTo>
                  <a:lnTo>
                    <a:pt x="2547084" y="395807"/>
                  </a:lnTo>
                  <a:lnTo>
                    <a:pt x="2547093" y="395818"/>
                  </a:lnTo>
                  <a:lnTo>
                    <a:pt x="2547099" y="395826"/>
                  </a:lnTo>
                  <a:lnTo>
                    <a:pt x="2547142" y="395858"/>
                  </a:lnTo>
                  <a:lnTo>
                    <a:pt x="2547167" y="395877"/>
                  </a:lnTo>
                  <a:lnTo>
                    <a:pt x="2547183" y="395888"/>
                  </a:lnTo>
                  <a:lnTo>
                    <a:pt x="2547181" y="395906"/>
                  </a:lnTo>
                  <a:lnTo>
                    <a:pt x="2547181" y="395918"/>
                  </a:lnTo>
                  <a:lnTo>
                    <a:pt x="2547174" y="395929"/>
                  </a:lnTo>
                  <a:lnTo>
                    <a:pt x="2547161" y="395928"/>
                  </a:lnTo>
                  <a:lnTo>
                    <a:pt x="2547146" y="395923"/>
                  </a:lnTo>
                  <a:lnTo>
                    <a:pt x="2547129" y="395909"/>
                  </a:lnTo>
                  <a:lnTo>
                    <a:pt x="2547097" y="395889"/>
                  </a:lnTo>
                  <a:lnTo>
                    <a:pt x="2547063" y="395879"/>
                  </a:lnTo>
                  <a:lnTo>
                    <a:pt x="2547037" y="395886"/>
                  </a:lnTo>
                  <a:lnTo>
                    <a:pt x="2547013" y="395906"/>
                  </a:lnTo>
                  <a:lnTo>
                    <a:pt x="2546981" y="395934"/>
                  </a:lnTo>
                  <a:lnTo>
                    <a:pt x="2546965" y="395961"/>
                  </a:lnTo>
                  <a:lnTo>
                    <a:pt x="2546934" y="395993"/>
                  </a:lnTo>
                  <a:lnTo>
                    <a:pt x="2546913" y="396030"/>
                  </a:lnTo>
                  <a:lnTo>
                    <a:pt x="2546683" y="396600"/>
                  </a:lnTo>
                  <a:lnTo>
                    <a:pt x="2546678" y="396622"/>
                  </a:lnTo>
                  <a:lnTo>
                    <a:pt x="2546713" y="396652"/>
                  </a:lnTo>
                  <a:lnTo>
                    <a:pt x="2546768" y="396671"/>
                  </a:lnTo>
                  <a:lnTo>
                    <a:pt x="2546837" y="396693"/>
                  </a:lnTo>
                  <a:lnTo>
                    <a:pt x="2546893" y="396715"/>
                  </a:lnTo>
                  <a:lnTo>
                    <a:pt x="2546952" y="396741"/>
                  </a:lnTo>
                  <a:lnTo>
                    <a:pt x="2547026" y="396772"/>
                  </a:lnTo>
                  <a:lnTo>
                    <a:pt x="2547080" y="396798"/>
                  </a:lnTo>
                  <a:lnTo>
                    <a:pt x="2547108" y="396812"/>
                  </a:lnTo>
                  <a:lnTo>
                    <a:pt x="2547110" y="396824"/>
                  </a:lnTo>
                  <a:lnTo>
                    <a:pt x="2547110" y="396843"/>
                  </a:lnTo>
                  <a:lnTo>
                    <a:pt x="2547099" y="396865"/>
                  </a:lnTo>
                  <a:lnTo>
                    <a:pt x="2547073" y="396886"/>
                  </a:lnTo>
                  <a:lnTo>
                    <a:pt x="2547033" y="396908"/>
                  </a:lnTo>
                  <a:lnTo>
                    <a:pt x="2546967" y="396969"/>
                  </a:lnTo>
                  <a:lnTo>
                    <a:pt x="2546944" y="397011"/>
                  </a:lnTo>
                  <a:lnTo>
                    <a:pt x="2546928" y="397050"/>
                  </a:lnTo>
                  <a:lnTo>
                    <a:pt x="2546925" y="397097"/>
                  </a:lnTo>
                  <a:lnTo>
                    <a:pt x="2546933" y="397164"/>
                  </a:lnTo>
                  <a:lnTo>
                    <a:pt x="2546934" y="397196"/>
                  </a:lnTo>
                  <a:lnTo>
                    <a:pt x="2546930" y="397223"/>
                  </a:lnTo>
                  <a:lnTo>
                    <a:pt x="2546937" y="397241"/>
                  </a:lnTo>
                  <a:lnTo>
                    <a:pt x="2546947" y="397265"/>
                  </a:lnTo>
                  <a:lnTo>
                    <a:pt x="2546954" y="397295"/>
                  </a:lnTo>
                  <a:lnTo>
                    <a:pt x="2546953" y="397328"/>
                  </a:lnTo>
                  <a:lnTo>
                    <a:pt x="2546945" y="397350"/>
                  </a:lnTo>
                  <a:lnTo>
                    <a:pt x="2546886" y="397344"/>
                  </a:lnTo>
                  <a:lnTo>
                    <a:pt x="2546834" y="397324"/>
                  </a:lnTo>
                  <a:lnTo>
                    <a:pt x="2546812" y="397292"/>
                  </a:lnTo>
                  <a:lnTo>
                    <a:pt x="2546779" y="397252"/>
                  </a:lnTo>
                  <a:lnTo>
                    <a:pt x="2546715" y="397184"/>
                  </a:lnTo>
                  <a:lnTo>
                    <a:pt x="2546675" y="397142"/>
                  </a:lnTo>
                  <a:lnTo>
                    <a:pt x="2546646" y="397099"/>
                  </a:lnTo>
                  <a:lnTo>
                    <a:pt x="2546616" y="397066"/>
                  </a:lnTo>
                  <a:lnTo>
                    <a:pt x="2546578" y="397040"/>
                  </a:lnTo>
                  <a:lnTo>
                    <a:pt x="2546545" y="397017"/>
                  </a:lnTo>
                  <a:lnTo>
                    <a:pt x="2546519" y="397011"/>
                  </a:lnTo>
                  <a:lnTo>
                    <a:pt x="2546482" y="397014"/>
                  </a:lnTo>
                  <a:lnTo>
                    <a:pt x="2546437" y="397026"/>
                  </a:lnTo>
                  <a:lnTo>
                    <a:pt x="2546423" y="397056"/>
                  </a:lnTo>
                  <a:lnTo>
                    <a:pt x="2546416" y="397086"/>
                  </a:lnTo>
                  <a:lnTo>
                    <a:pt x="2546420" y="397119"/>
                  </a:lnTo>
                  <a:lnTo>
                    <a:pt x="2546433" y="397151"/>
                  </a:lnTo>
                  <a:lnTo>
                    <a:pt x="2546446" y="397185"/>
                  </a:lnTo>
                  <a:lnTo>
                    <a:pt x="2546459" y="397217"/>
                  </a:lnTo>
                  <a:lnTo>
                    <a:pt x="2546470" y="397248"/>
                  </a:lnTo>
                  <a:lnTo>
                    <a:pt x="2546476" y="397278"/>
                  </a:lnTo>
                  <a:lnTo>
                    <a:pt x="2546479" y="397314"/>
                  </a:lnTo>
                  <a:lnTo>
                    <a:pt x="2546493" y="397363"/>
                  </a:lnTo>
                  <a:lnTo>
                    <a:pt x="2546500" y="397397"/>
                  </a:lnTo>
                  <a:lnTo>
                    <a:pt x="2546508" y="397440"/>
                  </a:lnTo>
                  <a:lnTo>
                    <a:pt x="2546504" y="397483"/>
                  </a:lnTo>
                  <a:lnTo>
                    <a:pt x="2546500" y="397512"/>
                  </a:lnTo>
                  <a:lnTo>
                    <a:pt x="2546490" y="397548"/>
                  </a:lnTo>
                  <a:lnTo>
                    <a:pt x="2546477" y="397572"/>
                  </a:lnTo>
                  <a:lnTo>
                    <a:pt x="2546444" y="397583"/>
                  </a:lnTo>
                  <a:lnTo>
                    <a:pt x="2546380" y="397575"/>
                  </a:lnTo>
                  <a:lnTo>
                    <a:pt x="2546319" y="397575"/>
                  </a:lnTo>
                  <a:lnTo>
                    <a:pt x="2546281" y="397559"/>
                  </a:lnTo>
                  <a:lnTo>
                    <a:pt x="2546247" y="397543"/>
                  </a:lnTo>
                  <a:lnTo>
                    <a:pt x="2546199" y="397537"/>
                  </a:lnTo>
                  <a:lnTo>
                    <a:pt x="2546150" y="397536"/>
                  </a:lnTo>
                  <a:lnTo>
                    <a:pt x="2546123" y="397556"/>
                  </a:lnTo>
                  <a:lnTo>
                    <a:pt x="2546096" y="397581"/>
                  </a:lnTo>
                  <a:lnTo>
                    <a:pt x="2546081" y="397602"/>
                  </a:lnTo>
                  <a:lnTo>
                    <a:pt x="2546081" y="397626"/>
                  </a:lnTo>
                  <a:lnTo>
                    <a:pt x="2546089" y="397650"/>
                  </a:lnTo>
                  <a:lnTo>
                    <a:pt x="2546109" y="397672"/>
                  </a:lnTo>
                  <a:lnTo>
                    <a:pt x="2546141" y="397685"/>
                  </a:lnTo>
                  <a:lnTo>
                    <a:pt x="2546191" y="397710"/>
                  </a:lnTo>
                  <a:lnTo>
                    <a:pt x="2546233" y="397736"/>
                  </a:lnTo>
                  <a:lnTo>
                    <a:pt x="2546284" y="397771"/>
                  </a:lnTo>
                  <a:lnTo>
                    <a:pt x="2546299" y="397792"/>
                  </a:lnTo>
                  <a:lnTo>
                    <a:pt x="2546298" y="397804"/>
                  </a:lnTo>
                  <a:lnTo>
                    <a:pt x="2546285" y="397818"/>
                  </a:lnTo>
                  <a:lnTo>
                    <a:pt x="2546261" y="397828"/>
                  </a:lnTo>
                  <a:lnTo>
                    <a:pt x="2546223" y="397831"/>
                  </a:lnTo>
                  <a:lnTo>
                    <a:pt x="2546186" y="397837"/>
                  </a:lnTo>
                  <a:lnTo>
                    <a:pt x="2546150" y="397849"/>
                  </a:lnTo>
                  <a:lnTo>
                    <a:pt x="2546084" y="397880"/>
                  </a:lnTo>
                  <a:lnTo>
                    <a:pt x="2546027" y="397916"/>
                  </a:lnTo>
                  <a:lnTo>
                    <a:pt x="2545987" y="397953"/>
                  </a:lnTo>
                  <a:lnTo>
                    <a:pt x="2545948" y="397979"/>
                  </a:lnTo>
                  <a:lnTo>
                    <a:pt x="2545903" y="397994"/>
                  </a:lnTo>
                  <a:lnTo>
                    <a:pt x="2545850" y="398029"/>
                  </a:lnTo>
                  <a:lnTo>
                    <a:pt x="2545835" y="398063"/>
                  </a:lnTo>
                  <a:lnTo>
                    <a:pt x="2545837" y="398120"/>
                  </a:lnTo>
                  <a:lnTo>
                    <a:pt x="2545837" y="398163"/>
                  </a:lnTo>
                  <a:lnTo>
                    <a:pt x="2545835" y="398211"/>
                  </a:lnTo>
                  <a:lnTo>
                    <a:pt x="2545838" y="398246"/>
                  </a:lnTo>
                  <a:lnTo>
                    <a:pt x="2545839" y="398267"/>
                  </a:lnTo>
                  <a:lnTo>
                    <a:pt x="2545851" y="398287"/>
                  </a:lnTo>
                  <a:lnTo>
                    <a:pt x="2545970" y="398471"/>
                  </a:lnTo>
                  <a:lnTo>
                    <a:pt x="2545988" y="398478"/>
                  </a:lnTo>
                  <a:lnTo>
                    <a:pt x="2546008" y="398467"/>
                  </a:lnTo>
                  <a:lnTo>
                    <a:pt x="2546043" y="398449"/>
                  </a:lnTo>
                  <a:lnTo>
                    <a:pt x="2546070" y="398428"/>
                  </a:lnTo>
                  <a:lnTo>
                    <a:pt x="2546118" y="398406"/>
                  </a:lnTo>
                  <a:lnTo>
                    <a:pt x="2546161" y="398389"/>
                  </a:lnTo>
                  <a:lnTo>
                    <a:pt x="2546186" y="398382"/>
                  </a:lnTo>
                  <a:lnTo>
                    <a:pt x="2546211" y="398383"/>
                  </a:lnTo>
                  <a:lnTo>
                    <a:pt x="2546230" y="398385"/>
                  </a:lnTo>
                  <a:lnTo>
                    <a:pt x="2546250" y="398395"/>
                  </a:lnTo>
                  <a:lnTo>
                    <a:pt x="2546267" y="398416"/>
                  </a:lnTo>
                  <a:lnTo>
                    <a:pt x="2546276" y="398442"/>
                  </a:lnTo>
                  <a:lnTo>
                    <a:pt x="2546278" y="398464"/>
                  </a:lnTo>
                  <a:lnTo>
                    <a:pt x="2546261" y="398496"/>
                  </a:lnTo>
                  <a:lnTo>
                    <a:pt x="2546236" y="398522"/>
                  </a:lnTo>
                  <a:lnTo>
                    <a:pt x="2546221" y="398568"/>
                  </a:lnTo>
                  <a:lnTo>
                    <a:pt x="2546218" y="398594"/>
                  </a:lnTo>
                  <a:lnTo>
                    <a:pt x="2546235" y="398644"/>
                  </a:lnTo>
                  <a:lnTo>
                    <a:pt x="2546260" y="398703"/>
                  </a:lnTo>
                  <a:lnTo>
                    <a:pt x="2546281" y="398736"/>
                  </a:lnTo>
                  <a:lnTo>
                    <a:pt x="2546324" y="398780"/>
                  </a:lnTo>
                  <a:lnTo>
                    <a:pt x="2546347" y="398793"/>
                  </a:lnTo>
                  <a:lnTo>
                    <a:pt x="2546367" y="398810"/>
                  </a:lnTo>
                  <a:lnTo>
                    <a:pt x="2546375" y="398823"/>
                  </a:lnTo>
                  <a:lnTo>
                    <a:pt x="2546360" y="398842"/>
                  </a:lnTo>
                  <a:lnTo>
                    <a:pt x="2546321" y="398860"/>
                  </a:lnTo>
                  <a:lnTo>
                    <a:pt x="2546272" y="398874"/>
                  </a:lnTo>
                  <a:lnTo>
                    <a:pt x="2546205" y="398875"/>
                  </a:lnTo>
                  <a:lnTo>
                    <a:pt x="2546146" y="398871"/>
                  </a:lnTo>
                  <a:lnTo>
                    <a:pt x="2546105" y="398873"/>
                  </a:lnTo>
                  <a:lnTo>
                    <a:pt x="2546070" y="398902"/>
                  </a:lnTo>
                  <a:lnTo>
                    <a:pt x="2546036" y="398921"/>
                  </a:lnTo>
                  <a:lnTo>
                    <a:pt x="2545855" y="399049"/>
                  </a:lnTo>
                  <a:lnTo>
                    <a:pt x="2545841" y="399069"/>
                  </a:lnTo>
                  <a:lnTo>
                    <a:pt x="2545841" y="399081"/>
                  </a:lnTo>
                  <a:lnTo>
                    <a:pt x="2545851" y="399111"/>
                  </a:lnTo>
                  <a:lnTo>
                    <a:pt x="2545868" y="399127"/>
                  </a:lnTo>
                  <a:lnTo>
                    <a:pt x="2545906" y="399140"/>
                  </a:lnTo>
                  <a:lnTo>
                    <a:pt x="2545927" y="399153"/>
                  </a:lnTo>
                  <a:lnTo>
                    <a:pt x="2545952" y="399166"/>
                  </a:lnTo>
                  <a:lnTo>
                    <a:pt x="2545965" y="399181"/>
                  </a:lnTo>
                  <a:lnTo>
                    <a:pt x="2545963" y="399231"/>
                  </a:lnTo>
                  <a:lnTo>
                    <a:pt x="2545955" y="399276"/>
                  </a:lnTo>
                  <a:lnTo>
                    <a:pt x="2545941" y="399293"/>
                  </a:lnTo>
                  <a:lnTo>
                    <a:pt x="2545929" y="399306"/>
                  </a:lnTo>
                  <a:lnTo>
                    <a:pt x="2545904" y="399313"/>
                  </a:lnTo>
                  <a:lnTo>
                    <a:pt x="2545879" y="399315"/>
                  </a:lnTo>
                  <a:lnTo>
                    <a:pt x="2545811" y="399292"/>
                  </a:lnTo>
                  <a:lnTo>
                    <a:pt x="2545768" y="399264"/>
                  </a:lnTo>
                  <a:lnTo>
                    <a:pt x="2545732" y="399253"/>
                  </a:lnTo>
                  <a:lnTo>
                    <a:pt x="2545708" y="399246"/>
                  </a:lnTo>
                  <a:lnTo>
                    <a:pt x="2545686" y="399244"/>
                  </a:lnTo>
                  <a:lnTo>
                    <a:pt x="2545669" y="399245"/>
                  </a:lnTo>
                  <a:lnTo>
                    <a:pt x="2545648" y="399252"/>
                  </a:lnTo>
                  <a:lnTo>
                    <a:pt x="2545644" y="399278"/>
                  </a:lnTo>
                  <a:lnTo>
                    <a:pt x="2545658" y="399309"/>
                  </a:lnTo>
                  <a:lnTo>
                    <a:pt x="2545679" y="399329"/>
                  </a:lnTo>
                  <a:lnTo>
                    <a:pt x="2545691" y="399340"/>
                  </a:lnTo>
                  <a:lnTo>
                    <a:pt x="2545707" y="399351"/>
                  </a:lnTo>
                  <a:lnTo>
                    <a:pt x="2545716" y="399398"/>
                  </a:lnTo>
                  <a:lnTo>
                    <a:pt x="2545721" y="399436"/>
                  </a:lnTo>
                  <a:lnTo>
                    <a:pt x="2545720" y="399466"/>
                  </a:lnTo>
                  <a:lnTo>
                    <a:pt x="2545707" y="399487"/>
                  </a:lnTo>
                  <a:lnTo>
                    <a:pt x="2545684" y="399501"/>
                  </a:lnTo>
                  <a:lnTo>
                    <a:pt x="2545646" y="399494"/>
                  </a:lnTo>
                  <a:lnTo>
                    <a:pt x="2545599" y="399495"/>
                  </a:lnTo>
                  <a:lnTo>
                    <a:pt x="2545571" y="399502"/>
                  </a:lnTo>
                  <a:lnTo>
                    <a:pt x="2545514" y="399520"/>
                  </a:lnTo>
                  <a:lnTo>
                    <a:pt x="2545462" y="399528"/>
                  </a:lnTo>
                  <a:lnTo>
                    <a:pt x="2545430" y="399532"/>
                  </a:lnTo>
                  <a:lnTo>
                    <a:pt x="2545398" y="399533"/>
                  </a:lnTo>
                  <a:lnTo>
                    <a:pt x="2545372" y="399534"/>
                  </a:lnTo>
                  <a:lnTo>
                    <a:pt x="2545338" y="399553"/>
                  </a:lnTo>
                  <a:lnTo>
                    <a:pt x="2545317" y="399576"/>
                  </a:lnTo>
                  <a:lnTo>
                    <a:pt x="2545312" y="399595"/>
                  </a:lnTo>
                  <a:lnTo>
                    <a:pt x="2545297" y="399897"/>
                  </a:lnTo>
                  <a:lnTo>
                    <a:pt x="2545288" y="399944"/>
                  </a:lnTo>
                  <a:lnTo>
                    <a:pt x="2545289" y="399971"/>
                  </a:lnTo>
                  <a:lnTo>
                    <a:pt x="2545304" y="399988"/>
                  </a:lnTo>
                  <a:lnTo>
                    <a:pt x="2545336" y="400002"/>
                  </a:lnTo>
                  <a:lnTo>
                    <a:pt x="2545370" y="400017"/>
                  </a:lnTo>
                  <a:lnTo>
                    <a:pt x="2545415" y="400031"/>
                  </a:lnTo>
                  <a:lnTo>
                    <a:pt x="2545451" y="400046"/>
                  </a:lnTo>
                  <a:lnTo>
                    <a:pt x="2545493" y="400055"/>
                  </a:lnTo>
                  <a:lnTo>
                    <a:pt x="2545520" y="400047"/>
                  </a:lnTo>
                  <a:lnTo>
                    <a:pt x="2545541" y="400027"/>
                  </a:lnTo>
                  <a:lnTo>
                    <a:pt x="2545855" y="400012"/>
                  </a:lnTo>
                  <a:lnTo>
                    <a:pt x="2545869" y="400011"/>
                  </a:lnTo>
                  <a:lnTo>
                    <a:pt x="2545894" y="400016"/>
                  </a:lnTo>
                  <a:lnTo>
                    <a:pt x="2545926" y="400023"/>
                  </a:lnTo>
                  <a:lnTo>
                    <a:pt x="2545945" y="400042"/>
                  </a:lnTo>
                  <a:lnTo>
                    <a:pt x="2545942" y="400080"/>
                  </a:lnTo>
                  <a:lnTo>
                    <a:pt x="2545919" y="400126"/>
                  </a:lnTo>
                  <a:lnTo>
                    <a:pt x="2545872" y="400183"/>
                  </a:lnTo>
                  <a:lnTo>
                    <a:pt x="2545859" y="400209"/>
                  </a:lnTo>
                  <a:lnTo>
                    <a:pt x="2545838" y="400220"/>
                  </a:lnTo>
                  <a:lnTo>
                    <a:pt x="2545792" y="400234"/>
                  </a:lnTo>
                  <a:lnTo>
                    <a:pt x="2545759" y="400236"/>
                  </a:lnTo>
                  <a:lnTo>
                    <a:pt x="2545717" y="400223"/>
                  </a:lnTo>
                  <a:lnTo>
                    <a:pt x="2545679" y="400213"/>
                  </a:lnTo>
                  <a:lnTo>
                    <a:pt x="2545640" y="400207"/>
                  </a:lnTo>
                  <a:lnTo>
                    <a:pt x="2545590" y="400205"/>
                  </a:lnTo>
                  <a:lnTo>
                    <a:pt x="2545565" y="400210"/>
                  </a:lnTo>
                  <a:lnTo>
                    <a:pt x="2545538" y="400218"/>
                  </a:lnTo>
                  <a:lnTo>
                    <a:pt x="2545499" y="400237"/>
                  </a:lnTo>
                  <a:lnTo>
                    <a:pt x="2545454" y="400263"/>
                  </a:lnTo>
                  <a:lnTo>
                    <a:pt x="2545435" y="400272"/>
                  </a:lnTo>
                  <a:lnTo>
                    <a:pt x="2545390" y="400289"/>
                  </a:lnTo>
                  <a:lnTo>
                    <a:pt x="2545336" y="400301"/>
                  </a:lnTo>
                  <a:lnTo>
                    <a:pt x="2545300" y="400313"/>
                  </a:lnTo>
                  <a:lnTo>
                    <a:pt x="2545265" y="400332"/>
                  </a:lnTo>
                  <a:lnTo>
                    <a:pt x="2545245" y="400345"/>
                  </a:lnTo>
                  <a:lnTo>
                    <a:pt x="2545231" y="400369"/>
                  </a:lnTo>
                  <a:lnTo>
                    <a:pt x="2545231" y="400386"/>
                  </a:lnTo>
                  <a:lnTo>
                    <a:pt x="2545236" y="400398"/>
                  </a:lnTo>
                  <a:lnTo>
                    <a:pt x="2545364" y="400465"/>
                  </a:lnTo>
                  <a:lnTo>
                    <a:pt x="2545400" y="400463"/>
                  </a:lnTo>
                  <a:lnTo>
                    <a:pt x="2545433" y="400457"/>
                  </a:lnTo>
                  <a:lnTo>
                    <a:pt x="2545463" y="400457"/>
                  </a:lnTo>
                  <a:lnTo>
                    <a:pt x="2545492" y="400463"/>
                  </a:lnTo>
                  <a:lnTo>
                    <a:pt x="2545522" y="400480"/>
                  </a:lnTo>
                  <a:lnTo>
                    <a:pt x="2545560" y="400510"/>
                  </a:lnTo>
                  <a:lnTo>
                    <a:pt x="2545582" y="400518"/>
                  </a:lnTo>
                  <a:lnTo>
                    <a:pt x="2545623" y="400522"/>
                  </a:lnTo>
                  <a:lnTo>
                    <a:pt x="2545648" y="400524"/>
                  </a:lnTo>
                  <a:lnTo>
                    <a:pt x="2545673" y="400528"/>
                  </a:lnTo>
                  <a:lnTo>
                    <a:pt x="2545685" y="400541"/>
                  </a:lnTo>
                  <a:lnTo>
                    <a:pt x="2545684" y="400569"/>
                  </a:lnTo>
                  <a:lnTo>
                    <a:pt x="2545662" y="400579"/>
                  </a:lnTo>
                  <a:lnTo>
                    <a:pt x="2545579" y="400583"/>
                  </a:lnTo>
                  <a:lnTo>
                    <a:pt x="2545535" y="400586"/>
                  </a:lnTo>
                  <a:lnTo>
                    <a:pt x="2545489" y="400596"/>
                  </a:lnTo>
                  <a:lnTo>
                    <a:pt x="2545465" y="400604"/>
                  </a:lnTo>
                  <a:lnTo>
                    <a:pt x="2545439" y="400620"/>
                  </a:lnTo>
                  <a:lnTo>
                    <a:pt x="2545423" y="400644"/>
                  </a:lnTo>
                  <a:lnTo>
                    <a:pt x="2545430" y="400666"/>
                  </a:lnTo>
                  <a:lnTo>
                    <a:pt x="2545450" y="400685"/>
                  </a:lnTo>
                  <a:lnTo>
                    <a:pt x="2545454" y="400705"/>
                  </a:lnTo>
                  <a:lnTo>
                    <a:pt x="2545454" y="400731"/>
                  </a:lnTo>
                  <a:lnTo>
                    <a:pt x="2545447" y="400759"/>
                  </a:lnTo>
                  <a:lnTo>
                    <a:pt x="2545414" y="400789"/>
                  </a:lnTo>
                  <a:lnTo>
                    <a:pt x="2545382" y="400815"/>
                  </a:lnTo>
                  <a:lnTo>
                    <a:pt x="2545239" y="400877"/>
                  </a:lnTo>
                  <a:lnTo>
                    <a:pt x="2545167" y="400900"/>
                  </a:lnTo>
                  <a:lnTo>
                    <a:pt x="2545120" y="400912"/>
                  </a:lnTo>
                  <a:lnTo>
                    <a:pt x="2545081" y="400917"/>
                  </a:lnTo>
                  <a:lnTo>
                    <a:pt x="2545035" y="400911"/>
                  </a:lnTo>
                  <a:lnTo>
                    <a:pt x="2544995" y="400903"/>
                  </a:lnTo>
                  <a:lnTo>
                    <a:pt x="2544966" y="400899"/>
                  </a:lnTo>
                  <a:lnTo>
                    <a:pt x="2544945" y="400906"/>
                  </a:lnTo>
                  <a:lnTo>
                    <a:pt x="2544932" y="400923"/>
                  </a:lnTo>
                  <a:lnTo>
                    <a:pt x="2544931" y="400948"/>
                  </a:lnTo>
                  <a:lnTo>
                    <a:pt x="2544937" y="400974"/>
                  </a:lnTo>
                  <a:lnTo>
                    <a:pt x="2544938" y="400995"/>
                  </a:lnTo>
                  <a:lnTo>
                    <a:pt x="2544926" y="401027"/>
                  </a:lnTo>
                  <a:lnTo>
                    <a:pt x="2544923" y="401059"/>
                  </a:lnTo>
                  <a:lnTo>
                    <a:pt x="2544936" y="401063"/>
                  </a:lnTo>
                  <a:lnTo>
                    <a:pt x="2544969" y="401065"/>
                  </a:lnTo>
                  <a:lnTo>
                    <a:pt x="2545007" y="401052"/>
                  </a:lnTo>
                  <a:lnTo>
                    <a:pt x="2545034" y="401038"/>
                  </a:lnTo>
                  <a:lnTo>
                    <a:pt x="2545075" y="401026"/>
                  </a:lnTo>
                  <a:lnTo>
                    <a:pt x="2545127" y="401014"/>
                  </a:lnTo>
                  <a:lnTo>
                    <a:pt x="2545183" y="401005"/>
                  </a:lnTo>
                  <a:lnTo>
                    <a:pt x="2545247" y="400994"/>
                  </a:lnTo>
                  <a:lnTo>
                    <a:pt x="2545288" y="400989"/>
                  </a:lnTo>
                  <a:lnTo>
                    <a:pt x="2545304" y="400988"/>
                  </a:lnTo>
                  <a:lnTo>
                    <a:pt x="2545316" y="400998"/>
                  </a:lnTo>
                  <a:lnTo>
                    <a:pt x="2545330" y="401012"/>
                  </a:lnTo>
                  <a:lnTo>
                    <a:pt x="2545342" y="401045"/>
                  </a:lnTo>
                  <a:lnTo>
                    <a:pt x="2545353" y="401085"/>
                  </a:lnTo>
                  <a:lnTo>
                    <a:pt x="2545355" y="401130"/>
                  </a:lnTo>
                  <a:lnTo>
                    <a:pt x="2545351" y="401158"/>
                  </a:lnTo>
                  <a:lnTo>
                    <a:pt x="2545339" y="401176"/>
                  </a:lnTo>
                  <a:lnTo>
                    <a:pt x="2545314" y="401187"/>
                  </a:lnTo>
                  <a:lnTo>
                    <a:pt x="2544945" y="401269"/>
                  </a:lnTo>
                  <a:lnTo>
                    <a:pt x="2544903" y="401311"/>
                  </a:lnTo>
                  <a:lnTo>
                    <a:pt x="2544877" y="401347"/>
                  </a:lnTo>
                  <a:lnTo>
                    <a:pt x="2544858" y="401402"/>
                  </a:lnTo>
                  <a:lnTo>
                    <a:pt x="2544849" y="401436"/>
                  </a:lnTo>
                  <a:lnTo>
                    <a:pt x="2544850" y="401471"/>
                  </a:lnTo>
                  <a:lnTo>
                    <a:pt x="2544859" y="401503"/>
                  </a:lnTo>
                  <a:lnTo>
                    <a:pt x="2544867" y="401517"/>
                  </a:lnTo>
                  <a:lnTo>
                    <a:pt x="2544885" y="401528"/>
                  </a:lnTo>
                  <a:lnTo>
                    <a:pt x="2544910" y="401528"/>
                  </a:lnTo>
                  <a:lnTo>
                    <a:pt x="2545072" y="401528"/>
                  </a:lnTo>
                  <a:lnTo>
                    <a:pt x="2545114" y="401517"/>
                  </a:lnTo>
                  <a:lnTo>
                    <a:pt x="2545156" y="401517"/>
                  </a:lnTo>
                  <a:lnTo>
                    <a:pt x="2545203" y="401520"/>
                  </a:lnTo>
                  <a:lnTo>
                    <a:pt x="2545260" y="401525"/>
                  </a:lnTo>
                  <a:lnTo>
                    <a:pt x="2545327" y="401538"/>
                  </a:lnTo>
                  <a:lnTo>
                    <a:pt x="2545368" y="401550"/>
                  </a:lnTo>
                  <a:lnTo>
                    <a:pt x="2545460" y="401582"/>
                  </a:lnTo>
                  <a:lnTo>
                    <a:pt x="2545467" y="401589"/>
                  </a:lnTo>
                  <a:lnTo>
                    <a:pt x="2545469" y="401605"/>
                  </a:lnTo>
                  <a:lnTo>
                    <a:pt x="2545458" y="401624"/>
                  </a:lnTo>
                  <a:lnTo>
                    <a:pt x="2545422" y="401635"/>
                  </a:lnTo>
                  <a:lnTo>
                    <a:pt x="2545375" y="401646"/>
                  </a:lnTo>
                  <a:lnTo>
                    <a:pt x="2545315" y="401672"/>
                  </a:lnTo>
                  <a:lnTo>
                    <a:pt x="2545275" y="401699"/>
                  </a:lnTo>
                  <a:lnTo>
                    <a:pt x="2545223" y="401726"/>
                  </a:lnTo>
                  <a:lnTo>
                    <a:pt x="2545168" y="401755"/>
                  </a:lnTo>
                  <a:lnTo>
                    <a:pt x="2545115" y="401786"/>
                  </a:lnTo>
                  <a:lnTo>
                    <a:pt x="2545075" y="401797"/>
                  </a:lnTo>
                  <a:lnTo>
                    <a:pt x="2545026" y="401819"/>
                  </a:lnTo>
                  <a:lnTo>
                    <a:pt x="2544937" y="401856"/>
                  </a:lnTo>
                  <a:lnTo>
                    <a:pt x="2544917" y="401879"/>
                  </a:lnTo>
                  <a:lnTo>
                    <a:pt x="2544911" y="401908"/>
                  </a:lnTo>
                  <a:lnTo>
                    <a:pt x="2544906" y="401951"/>
                  </a:lnTo>
                  <a:lnTo>
                    <a:pt x="2544923" y="401987"/>
                  </a:lnTo>
                  <a:lnTo>
                    <a:pt x="2544947" y="402014"/>
                  </a:lnTo>
                  <a:lnTo>
                    <a:pt x="2544972" y="402040"/>
                  </a:lnTo>
                  <a:lnTo>
                    <a:pt x="2544998" y="402058"/>
                  </a:lnTo>
                  <a:lnTo>
                    <a:pt x="2545024" y="402073"/>
                  </a:lnTo>
                  <a:lnTo>
                    <a:pt x="2545044" y="402081"/>
                  </a:lnTo>
                  <a:lnTo>
                    <a:pt x="2545062" y="402084"/>
                  </a:lnTo>
                  <a:lnTo>
                    <a:pt x="2545085" y="402078"/>
                  </a:lnTo>
                  <a:lnTo>
                    <a:pt x="2545106" y="402073"/>
                  </a:lnTo>
                  <a:lnTo>
                    <a:pt x="2545116" y="402070"/>
                  </a:lnTo>
                  <a:lnTo>
                    <a:pt x="2545214" y="401985"/>
                  </a:lnTo>
                  <a:lnTo>
                    <a:pt x="2545233" y="401973"/>
                  </a:lnTo>
                  <a:lnTo>
                    <a:pt x="2545259" y="401943"/>
                  </a:lnTo>
                  <a:lnTo>
                    <a:pt x="2545280" y="401920"/>
                  </a:lnTo>
                  <a:lnTo>
                    <a:pt x="2545319" y="401892"/>
                  </a:lnTo>
                  <a:lnTo>
                    <a:pt x="2545353" y="401871"/>
                  </a:lnTo>
                  <a:lnTo>
                    <a:pt x="2545400" y="401846"/>
                  </a:lnTo>
                  <a:lnTo>
                    <a:pt x="2545426" y="401834"/>
                  </a:lnTo>
                  <a:lnTo>
                    <a:pt x="2545435" y="401831"/>
                  </a:lnTo>
                  <a:lnTo>
                    <a:pt x="2545444" y="401831"/>
                  </a:lnTo>
                  <a:lnTo>
                    <a:pt x="2545452" y="401833"/>
                  </a:lnTo>
                  <a:lnTo>
                    <a:pt x="2545455" y="401843"/>
                  </a:lnTo>
                  <a:lnTo>
                    <a:pt x="2545451" y="401877"/>
                  </a:lnTo>
                  <a:lnTo>
                    <a:pt x="2545438" y="401902"/>
                  </a:lnTo>
                  <a:lnTo>
                    <a:pt x="2545422" y="401949"/>
                  </a:lnTo>
                  <a:lnTo>
                    <a:pt x="2545426" y="401986"/>
                  </a:lnTo>
                  <a:lnTo>
                    <a:pt x="2545435" y="402011"/>
                  </a:lnTo>
                  <a:lnTo>
                    <a:pt x="2545452" y="402035"/>
                  </a:lnTo>
                  <a:lnTo>
                    <a:pt x="2545475" y="402050"/>
                  </a:lnTo>
                  <a:lnTo>
                    <a:pt x="2545485" y="402072"/>
                  </a:lnTo>
                  <a:lnTo>
                    <a:pt x="2545501" y="402105"/>
                  </a:lnTo>
                  <a:lnTo>
                    <a:pt x="2545520" y="402124"/>
                  </a:lnTo>
                  <a:lnTo>
                    <a:pt x="2545531" y="402144"/>
                  </a:lnTo>
                  <a:lnTo>
                    <a:pt x="2545537" y="402163"/>
                  </a:lnTo>
                  <a:lnTo>
                    <a:pt x="2545547" y="402178"/>
                  </a:lnTo>
                  <a:lnTo>
                    <a:pt x="2545554" y="402203"/>
                  </a:lnTo>
                  <a:lnTo>
                    <a:pt x="2545553" y="402223"/>
                  </a:lnTo>
                  <a:lnTo>
                    <a:pt x="2545533" y="402239"/>
                  </a:lnTo>
                  <a:lnTo>
                    <a:pt x="2545506" y="402244"/>
                  </a:lnTo>
                  <a:lnTo>
                    <a:pt x="2545454" y="402245"/>
                  </a:lnTo>
                  <a:lnTo>
                    <a:pt x="2545424" y="402241"/>
                  </a:lnTo>
                  <a:lnTo>
                    <a:pt x="2545390" y="402236"/>
                  </a:lnTo>
                  <a:lnTo>
                    <a:pt x="2545357" y="402228"/>
                  </a:lnTo>
                  <a:lnTo>
                    <a:pt x="2545306" y="402219"/>
                  </a:lnTo>
                  <a:lnTo>
                    <a:pt x="2545256" y="402216"/>
                  </a:lnTo>
                  <a:lnTo>
                    <a:pt x="2545221" y="402219"/>
                  </a:lnTo>
                  <a:lnTo>
                    <a:pt x="2545170" y="402217"/>
                  </a:lnTo>
                  <a:lnTo>
                    <a:pt x="2545110" y="402216"/>
                  </a:lnTo>
                  <a:lnTo>
                    <a:pt x="2545067" y="402212"/>
                  </a:lnTo>
                  <a:lnTo>
                    <a:pt x="2545033" y="402207"/>
                  </a:lnTo>
                  <a:lnTo>
                    <a:pt x="2545002" y="402210"/>
                  </a:lnTo>
                  <a:lnTo>
                    <a:pt x="2544975" y="402220"/>
                  </a:lnTo>
                  <a:lnTo>
                    <a:pt x="2544948" y="402235"/>
                  </a:lnTo>
                  <a:lnTo>
                    <a:pt x="2544925" y="402250"/>
                  </a:lnTo>
                  <a:lnTo>
                    <a:pt x="2544918" y="402276"/>
                  </a:lnTo>
                  <a:lnTo>
                    <a:pt x="2544924" y="402283"/>
                  </a:lnTo>
                  <a:lnTo>
                    <a:pt x="2544938" y="402287"/>
                  </a:lnTo>
                  <a:lnTo>
                    <a:pt x="2544956" y="402293"/>
                  </a:lnTo>
                  <a:lnTo>
                    <a:pt x="2544975" y="402298"/>
                  </a:lnTo>
                  <a:lnTo>
                    <a:pt x="2544999" y="402311"/>
                  </a:lnTo>
                  <a:lnTo>
                    <a:pt x="2545014" y="402338"/>
                  </a:lnTo>
                  <a:lnTo>
                    <a:pt x="2545035" y="402390"/>
                  </a:lnTo>
                  <a:lnTo>
                    <a:pt x="2545047" y="402416"/>
                  </a:lnTo>
                  <a:lnTo>
                    <a:pt x="2545048" y="402433"/>
                  </a:lnTo>
                  <a:lnTo>
                    <a:pt x="2545049" y="402451"/>
                  </a:lnTo>
                  <a:lnTo>
                    <a:pt x="2545044" y="402470"/>
                  </a:lnTo>
                  <a:lnTo>
                    <a:pt x="2545023" y="402493"/>
                  </a:lnTo>
                  <a:lnTo>
                    <a:pt x="2544994" y="402509"/>
                  </a:lnTo>
                  <a:lnTo>
                    <a:pt x="2544925" y="402525"/>
                  </a:lnTo>
                  <a:lnTo>
                    <a:pt x="2544888" y="402533"/>
                  </a:lnTo>
                  <a:lnTo>
                    <a:pt x="2544850" y="402553"/>
                  </a:lnTo>
                  <a:lnTo>
                    <a:pt x="2544829" y="402572"/>
                  </a:lnTo>
                  <a:lnTo>
                    <a:pt x="2544816" y="402590"/>
                  </a:lnTo>
                  <a:lnTo>
                    <a:pt x="2544809" y="402642"/>
                  </a:lnTo>
                  <a:lnTo>
                    <a:pt x="2544811" y="402706"/>
                  </a:lnTo>
                  <a:lnTo>
                    <a:pt x="2544797" y="402742"/>
                  </a:lnTo>
                  <a:lnTo>
                    <a:pt x="2544776" y="402775"/>
                  </a:lnTo>
                  <a:lnTo>
                    <a:pt x="2544771" y="402797"/>
                  </a:lnTo>
                  <a:lnTo>
                    <a:pt x="2544771" y="402814"/>
                  </a:lnTo>
                  <a:lnTo>
                    <a:pt x="2544784" y="402834"/>
                  </a:lnTo>
                  <a:lnTo>
                    <a:pt x="2544865" y="402984"/>
                  </a:lnTo>
                  <a:lnTo>
                    <a:pt x="2544875" y="403031"/>
                  </a:lnTo>
                  <a:lnTo>
                    <a:pt x="2544887" y="403057"/>
                  </a:lnTo>
                  <a:lnTo>
                    <a:pt x="2544896" y="403078"/>
                  </a:lnTo>
                  <a:lnTo>
                    <a:pt x="2544918" y="403104"/>
                  </a:lnTo>
                  <a:lnTo>
                    <a:pt x="2544935" y="403112"/>
                  </a:lnTo>
                  <a:lnTo>
                    <a:pt x="2544951" y="403118"/>
                  </a:lnTo>
                  <a:lnTo>
                    <a:pt x="2544972" y="403117"/>
                  </a:lnTo>
                  <a:lnTo>
                    <a:pt x="2544995" y="403103"/>
                  </a:lnTo>
                  <a:lnTo>
                    <a:pt x="2545007" y="403089"/>
                  </a:lnTo>
                  <a:lnTo>
                    <a:pt x="2545018" y="403066"/>
                  </a:lnTo>
                  <a:lnTo>
                    <a:pt x="2545024" y="403044"/>
                  </a:lnTo>
                  <a:lnTo>
                    <a:pt x="2545026" y="403012"/>
                  </a:lnTo>
                  <a:lnTo>
                    <a:pt x="2545031" y="402983"/>
                  </a:lnTo>
                  <a:lnTo>
                    <a:pt x="2545041" y="402957"/>
                  </a:lnTo>
                  <a:lnTo>
                    <a:pt x="2545062" y="402937"/>
                  </a:lnTo>
                  <a:lnTo>
                    <a:pt x="2545085" y="402923"/>
                  </a:lnTo>
                  <a:lnTo>
                    <a:pt x="2545108" y="402915"/>
                  </a:lnTo>
                  <a:lnTo>
                    <a:pt x="2545142" y="402910"/>
                  </a:lnTo>
                  <a:lnTo>
                    <a:pt x="2545156" y="402904"/>
                  </a:lnTo>
                  <a:lnTo>
                    <a:pt x="2545190" y="402893"/>
                  </a:lnTo>
                  <a:lnTo>
                    <a:pt x="2545231" y="402880"/>
                  </a:lnTo>
                  <a:lnTo>
                    <a:pt x="2545289" y="402855"/>
                  </a:lnTo>
                  <a:lnTo>
                    <a:pt x="2545347" y="402834"/>
                  </a:lnTo>
                  <a:lnTo>
                    <a:pt x="2545373" y="402829"/>
                  </a:lnTo>
                  <a:lnTo>
                    <a:pt x="2545383" y="402830"/>
                  </a:lnTo>
                  <a:lnTo>
                    <a:pt x="2545397" y="402832"/>
                  </a:lnTo>
                  <a:lnTo>
                    <a:pt x="2545422" y="402844"/>
                  </a:lnTo>
                  <a:lnTo>
                    <a:pt x="2545435" y="402856"/>
                  </a:lnTo>
                  <a:lnTo>
                    <a:pt x="2545435" y="402875"/>
                  </a:lnTo>
                  <a:lnTo>
                    <a:pt x="2545428" y="402892"/>
                  </a:lnTo>
                  <a:lnTo>
                    <a:pt x="2545396" y="402902"/>
                  </a:lnTo>
                  <a:lnTo>
                    <a:pt x="2545354" y="402912"/>
                  </a:lnTo>
                  <a:lnTo>
                    <a:pt x="2545321" y="402920"/>
                  </a:lnTo>
                  <a:lnTo>
                    <a:pt x="2545284" y="402936"/>
                  </a:lnTo>
                  <a:lnTo>
                    <a:pt x="2545259" y="402948"/>
                  </a:lnTo>
                  <a:lnTo>
                    <a:pt x="2545236" y="402970"/>
                  </a:lnTo>
                  <a:lnTo>
                    <a:pt x="2545227" y="402989"/>
                  </a:lnTo>
                  <a:lnTo>
                    <a:pt x="2545226" y="403014"/>
                  </a:lnTo>
                  <a:lnTo>
                    <a:pt x="2545233" y="403027"/>
                  </a:lnTo>
                  <a:lnTo>
                    <a:pt x="2545248" y="403045"/>
                  </a:lnTo>
                  <a:lnTo>
                    <a:pt x="2545262" y="403061"/>
                  </a:lnTo>
                  <a:lnTo>
                    <a:pt x="2545287" y="403081"/>
                  </a:lnTo>
                  <a:lnTo>
                    <a:pt x="2545311" y="403097"/>
                  </a:lnTo>
                  <a:lnTo>
                    <a:pt x="2545342" y="403120"/>
                  </a:lnTo>
                  <a:lnTo>
                    <a:pt x="2545359" y="403137"/>
                  </a:lnTo>
                  <a:lnTo>
                    <a:pt x="2545368" y="403155"/>
                  </a:lnTo>
                  <a:lnTo>
                    <a:pt x="2545370" y="403176"/>
                  </a:lnTo>
                  <a:lnTo>
                    <a:pt x="2545369" y="403204"/>
                  </a:lnTo>
                  <a:lnTo>
                    <a:pt x="2545366" y="403234"/>
                  </a:lnTo>
                  <a:lnTo>
                    <a:pt x="2545360" y="403256"/>
                  </a:lnTo>
                  <a:lnTo>
                    <a:pt x="2545354" y="403271"/>
                  </a:lnTo>
                  <a:lnTo>
                    <a:pt x="2545334" y="403276"/>
                  </a:lnTo>
                  <a:lnTo>
                    <a:pt x="2545318" y="403268"/>
                  </a:lnTo>
                  <a:lnTo>
                    <a:pt x="2545291" y="403250"/>
                  </a:lnTo>
                  <a:lnTo>
                    <a:pt x="2545274" y="403238"/>
                  </a:lnTo>
                  <a:lnTo>
                    <a:pt x="2545239" y="403217"/>
                  </a:lnTo>
                  <a:lnTo>
                    <a:pt x="2545216" y="403210"/>
                  </a:lnTo>
                  <a:lnTo>
                    <a:pt x="2545181" y="403202"/>
                  </a:lnTo>
                  <a:lnTo>
                    <a:pt x="2545132" y="403198"/>
                  </a:lnTo>
                  <a:lnTo>
                    <a:pt x="2545092" y="403202"/>
                  </a:lnTo>
                  <a:lnTo>
                    <a:pt x="2545053" y="403207"/>
                  </a:lnTo>
                  <a:lnTo>
                    <a:pt x="2544989" y="403217"/>
                  </a:lnTo>
                  <a:lnTo>
                    <a:pt x="2544940" y="403223"/>
                  </a:lnTo>
                  <a:lnTo>
                    <a:pt x="2544893" y="403226"/>
                  </a:lnTo>
                  <a:lnTo>
                    <a:pt x="2544856" y="403225"/>
                  </a:lnTo>
                  <a:lnTo>
                    <a:pt x="2544831" y="403219"/>
                  </a:lnTo>
                  <a:lnTo>
                    <a:pt x="2544812" y="403217"/>
                  </a:lnTo>
                  <a:lnTo>
                    <a:pt x="2544803" y="403218"/>
                  </a:lnTo>
                  <a:lnTo>
                    <a:pt x="2544792" y="403224"/>
                  </a:lnTo>
                  <a:lnTo>
                    <a:pt x="2544801" y="403243"/>
                  </a:lnTo>
                  <a:lnTo>
                    <a:pt x="2544820" y="403273"/>
                  </a:lnTo>
                  <a:lnTo>
                    <a:pt x="2544835" y="403292"/>
                  </a:lnTo>
                  <a:lnTo>
                    <a:pt x="2544829" y="403315"/>
                  </a:lnTo>
                  <a:lnTo>
                    <a:pt x="2544829" y="403341"/>
                  </a:lnTo>
                  <a:lnTo>
                    <a:pt x="2544838" y="403358"/>
                  </a:lnTo>
                  <a:lnTo>
                    <a:pt x="2544850" y="403380"/>
                  </a:lnTo>
                  <a:lnTo>
                    <a:pt x="2544859" y="403397"/>
                  </a:lnTo>
                  <a:lnTo>
                    <a:pt x="2544874" y="403405"/>
                  </a:lnTo>
                  <a:lnTo>
                    <a:pt x="2544894" y="403412"/>
                  </a:lnTo>
                  <a:lnTo>
                    <a:pt x="2544909" y="403417"/>
                  </a:lnTo>
                  <a:lnTo>
                    <a:pt x="2544917" y="403431"/>
                  </a:lnTo>
                  <a:lnTo>
                    <a:pt x="2544926" y="403452"/>
                  </a:lnTo>
                  <a:lnTo>
                    <a:pt x="2544939" y="403469"/>
                  </a:lnTo>
                  <a:lnTo>
                    <a:pt x="2544956" y="403483"/>
                  </a:lnTo>
                  <a:lnTo>
                    <a:pt x="2544972" y="403491"/>
                  </a:lnTo>
                  <a:lnTo>
                    <a:pt x="2544990" y="403495"/>
                  </a:lnTo>
                  <a:lnTo>
                    <a:pt x="2545012" y="403493"/>
                  </a:lnTo>
                  <a:lnTo>
                    <a:pt x="2545059" y="403482"/>
                  </a:lnTo>
                  <a:lnTo>
                    <a:pt x="2545079" y="403474"/>
                  </a:lnTo>
                  <a:lnTo>
                    <a:pt x="2545141" y="403458"/>
                  </a:lnTo>
                  <a:lnTo>
                    <a:pt x="2545188" y="403446"/>
                  </a:lnTo>
                  <a:lnTo>
                    <a:pt x="2545264" y="403430"/>
                  </a:lnTo>
                  <a:lnTo>
                    <a:pt x="2545296" y="403419"/>
                  </a:lnTo>
                  <a:lnTo>
                    <a:pt x="2545322" y="403418"/>
                  </a:lnTo>
                  <a:lnTo>
                    <a:pt x="2545339" y="403424"/>
                  </a:lnTo>
                  <a:lnTo>
                    <a:pt x="2545355" y="403427"/>
                  </a:lnTo>
                  <a:lnTo>
                    <a:pt x="2545377" y="403426"/>
                  </a:lnTo>
                  <a:lnTo>
                    <a:pt x="2545394" y="403421"/>
                  </a:lnTo>
                  <a:lnTo>
                    <a:pt x="2545416" y="403415"/>
                  </a:lnTo>
                  <a:lnTo>
                    <a:pt x="2545428" y="403412"/>
                  </a:lnTo>
                  <a:lnTo>
                    <a:pt x="2545454" y="403419"/>
                  </a:lnTo>
                  <a:lnTo>
                    <a:pt x="2545475" y="403438"/>
                  </a:lnTo>
                  <a:lnTo>
                    <a:pt x="2545496" y="403459"/>
                  </a:lnTo>
                  <a:lnTo>
                    <a:pt x="2545508" y="403486"/>
                  </a:lnTo>
                  <a:lnTo>
                    <a:pt x="2545508" y="403503"/>
                  </a:lnTo>
                  <a:lnTo>
                    <a:pt x="2545491" y="403517"/>
                  </a:lnTo>
                  <a:lnTo>
                    <a:pt x="2545463" y="403524"/>
                  </a:lnTo>
                  <a:lnTo>
                    <a:pt x="2545417" y="403524"/>
                  </a:lnTo>
                  <a:lnTo>
                    <a:pt x="2545346" y="403522"/>
                  </a:lnTo>
                  <a:lnTo>
                    <a:pt x="2545298" y="403527"/>
                  </a:lnTo>
                  <a:lnTo>
                    <a:pt x="2545263" y="403537"/>
                  </a:lnTo>
                  <a:lnTo>
                    <a:pt x="2545237" y="403552"/>
                  </a:lnTo>
                  <a:lnTo>
                    <a:pt x="2545209" y="403574"/>
                  </a:lnTo>
                  <a:lnTo>
                    <a:pt x="2545196" y="403595"/>
                  </a:lnTo>
                  <a:lnTo>
                    <a:pt x="2545196" y="403611"/>
                  </a:lnTo>
                  <a:lnTo>
                    <a:pt x="2545205" y="403632"/>
                  </a:lnTo>
                  <a:lnTo>
                    <a:pt x="2545343" y="403856"/>
                  </a:lnTo>
                  <a:lnTo>
                    <a:pt x="2545357" y="403894"/>
                  </a:lnTo>
                  <a:lnTo>
                    <a:pt x="2545366" y="403918"/>
                  </a:lnTo>
                  <a:lnTo>
                    <a:pt x="2545381" y="403944"/>
                  </a:lnTo>
                  <a:lnTo>
                    <a:pt x="2545407" y="403975"/>
                  </a:lnTo>
                  <a:lnTo>
                    <a:pt x="2545426" y="403985"/>
                  </a:lnTo>
                  <a:lnTo>
                    <a:pt x="2545448" y="403987"/>
                  </a:lnTo>
                  <a:lnTo>
                    <a:pt x="2545467" y="403979"/>
                  </a:lnTo>
                  <a:lnTo>
                    <a:pt x="2545478" y="403955"/>
                  </a:lnTo>
                  <a:lnTo>
                    <a:pt x="2545509" y="403906"/>
                  </a:lnTo>
                  <a:lnTo>
                    <a:pt x="2545537" y="403863"/>
                  </a:lnTo>
                  <a:lnTo>
                    <a:pt x="2545556" y="403826"/>
                  </a:lnTo>
                  <a:lnTo>
                    <a:pt x="2545580" y="403802"/>
                  </a:lnTo>
                  <a:lnTo>
                    <a:pt x="2545597" y="403793"/>
                  </a:lnTo>
                  <a:lnTo>
                    <a:pt x="2545626" y="403786"/>
                  </a:lnTo>
                  <a:lnTo>
                    <a:pt x="2545642" y="403790"/>
                  </a:lnTo>
                  <a:lnTo>
                    <a:pt x="2545657" y="403794"/>
                  </a:lnTo>
                  <a:lnTo>
                    <a:pt x="2545670" y="403806"/>
                  </a:lnTo>
                  <a:lnTo>
                    <a:pt x="2545681" y="403820"/>
                  </a:lnTo>
                  <a:lnTo>
                    <a:pt x="2545687" y="403838"/>
                  </a:lnTo>
                  <a:lnTo>
                    <a:pt x="2545690" y="403859"/>
                  </a:lnTo>
                  <a:lnTo>
                    <a:pt x="2545693" y="403884"/>
                  </a:lnTo>
                  <a:lnTo>
                    <a:pt x="2545703" y="403910"/>
                  </a:lnTo>
                  <a:lnTo>
                    <a:pt x="2545700" y="403951"/>
                  </a:lnTo>
                  <a:lnTo>
                    <a:pt x="2545695" y="403986"/>
                  </a:lnTo>
                  <a:lnTo>
                    <a:pt x="2545684" y="404022"/>
                  </a:lnTo>
                  <a:lnTo>
                    <a:pt x="2545670" y="404073"/>
                  </a:lnTo>
                  <a:lnTo>
                    <a:pt x="2545656" y="404097"/>
                  </a:lnTo>
                  <a:lnTo>
                    <a:pt x="2545643" y="404128"/>
                  </a:lnTo>
                  <a:lnTo>
                    <a:pt x="2545642" y="404153"/>
                  </a:lnTo>
                  <a:lnTo>
                    <a:pt x="2545647" y="404179"/>
                  </a:lnTo>
                  <a:lnTo>
                    <a:pt x="2545654" y="404207"/>
                  </a:lnTo>
                  <a:lnTo>
                    <a:pt x="2545660" y="404226"/>
                  </a:lnTo>
                  <a:lnTo>
                    <a:pt x="2545668" y="404246"/>
                  </a:lnTo>
                  <a:lnTo>
                    <a:pt x="2545684" y="404271"/>
                  </a:lnTo>
                  <a:lnTo>
                    <a:pt x="2545695" y="404283"/>
                  </a:lnTo>
                  <a:lnTo>
                    <a:pt x="2545704" y="404283"/>
                  </a:lnTo>
                  <a:lnTo>
                    <a:pt x="2545720" y="404281"/>
                  </a:lnTo>
                  <a:lnTo>
                    <a:pt x="2545727" y="404271"/>
                  </a:lnTo>
                  <a:lnTo>
                    <a:pt x="2545737" y="404261"/>
                  </a:lnTo>
                  <a:lnTo>
                    <a:pt x="2545740" y="404238"/>
                  </a:lnTo>
                  <a:lnTo>
                    <a:pt x="2545738" y="404217"/>
                  </a:lnTo>
                  <a:lnTo>
                    <a:pt x="2545727" y="404189"/>
                  </a:lnTo>
                  <a:lnTo>
                    <a:pt x="2545711" y="404156"/>
                  </a:lnTo>
                  <a:lnTo>
                    <a:pt x="2545706" y="404130"/>
                  </a:lnTo>
                  <a:lnTo>
                    <a:pt x="2545707" y="404099"/>
                  </a:lnTo>
                  <a:lnTo>
                    <a:pt x="2545715" y="404085"/>
                  </a:lnTo>
                  <a:lnTo>
                    <a:pt x="2545731" y="404072"/>
                  </a:lnTo>
                  <a:lnTo>
                    <a:pt x="2545757" y="404067"/>
                  </a:lnTo>
                  <a:lnTo>
                    <a:pt x="2545785" y="404066"/>
                  </a:lnTo>
                  <a:lnTo>
                    <a:pt x="2545803" y="404073"/>
                  </a:lnTo>
                  <a:lnTo>
                    <a:pt x="2545828" y="404084"/>
                  </a:lnTo>
                  <a:lnTo>
                    <a:pt x="2545869" y="404103"/>
                  </a:lnTo>
                  <a:lnTo>
                    <a:pt x="2545905" y="404117"/>
                  </a:lnTo>
                  <a:lnTo>
                    <a:pt x="2545922" y="404123"/>
                  </a:lnTo>
                  <a:lnTo>
                    <a:pt x="2545935" y="404137"/>
                  </a:lnTo>
                  <a:lnTo>
                    <a:pt x="2545935" y="404155"/>
                  </a:lnTo>
                  <a:lnTo>
                    <a:pt x="2545935" y="404170"/>
                  </a:lnTo>
                  <a:lnTo>
                    <a:pt x="2545920" y="404200"/>
                  </a:lnTo>
                  <a:lnTo>
                    <a:pt x="2545921" y="404216"/>
                  </a:lnTo>
                  <a:lnTo>
                    <a:pt x="2545927" y="404234"/>
                  </a:lnTo>
                  <a:lnTo>
                    <a:pt x="2545942" y="404259"/>
                  </a:lnTo>
                  <a:lnTo>
                    <a:pt x="2545957" y="404282"/>
                  </a:lnTo>
                  <a:lnTo>
                    <a:pt x="2545973" y="404315"/>
                  </a:lnTo>
                  <a:lnTo>
                    <a:pt x="2545994" y="404341"/>
                  </a:lnTo>
                  <a:lnTo>
                    <a:pt x="2546008" y="404356"/>
                  </a:lnTo>
                  <a:lnTo>
                    <a:pt x="2546025" y="404365"/>
                  </a:lnTo>
                  <a:lnTo>
                    <a:pt x="2546063" y="404377"/>
                  </a:lnTo>
                  <a:lnTo>
                    <a:pt x="2546096" y="404385"/>
                  </a:lnTo>
                  <a:lnTo>
                    <a:pt x="2546129" y="404392"/>
                  </a:lnTo>
                  <a:lnTo>
                    <a:pt x="2546158" y="404404"/>
                  </a:lnTo>
                  <a:lnTo>
                    <a:pt x="2546155" y="404422"/>
                  </a:lnTo>
                  <a:lnTo>
                    <a:pt x="2546132" y="404428"/>
                  </a:lnTo>
                  <a:lnTo>
                    <a:pt x="2546106" y="404429"/>
                  </a:lnTo>
                  <a:lnTo>
                    <a:pt x="2546058" y="404433"/>
                  </a:lnTo>
                  <a:lnTo>
                    <a:pt x="2546033" y="404443"/>
                  </a:lnTo>
                  <a:lnTo>
                    <a:pt x="2545967" y="404483"/>
                  </a:lnTo>
                  <a:lnTo>
                    <a:pt x="2545942" y="404505"/>
                  </a:lnTo>
                  <a:lnTo>
                    <a:pt x="2545907" y="404532"/>
                  </a:lnTo>
                  <a:lnTo>
                    <a:pt x="2545907" y="404545"/>
                  </a:lnTo>
                  <a:lnTo>
                    <a:pt x="2545908" y="404556"/>
                  </a:lnTo>
                  <a:lnTo>
                    <a:pt x="2545891" y="404718"/>
                  </a:lnTo>
                  <a:lnTo>
                    <a:pt x="2545888" y="404733"/>
                  </a:lnTo>
                  <a:lnTo>
                    <a:pt x="2545886" y="404764"/>
                  </a:lnTo>
                  <a:lnTo>
                    <a:pt x="2545892" y="404778"/>
                  </a:lnTo>
                  <a:lnTo>
                    <a:pt x="2545900" y="404785"/>
                  </a:lnTo>
                  <a:lnTo>
                    <a:pt x="2545912" y="404792"/>
                  </a:lnTo>
                  <a:lnTo>
                    <a:pt x="2545935" y="404791"/>
                  </a:lnTo>
                  <a:lnTo>
                    <a:pt x="2545960" y="404776"/>
                  </a:lnTo>
                  <a:lnTo>
                    <a:pt x="2546004" y="404750"/>
                  </a:lnTo>
                  <a:lnTo>
                    <a:pt x="2546047" y="404719"/>
                  </a:lnTo>
                  <a:lnTo>
                    <a:pt x="2546077" y="404699"/>
                  </a:lnTo>
                  <a:lnTo>
                    <a:pt x="2546085" y="404697"/>
                  </a:lnTo>
                  <a:lnTo>
                    <a:pt x="2546097" y="404697"/>
                  </a:lnTo>
                  <a:lnTo>
                    <a:pt x="2546106" y="404697"/>
                  </a:lnTo>
                  <a:lnTo>
                    <a:pt x="2546118" y="404699"/>
                  </a:lnTo>
                  <a:lnTo>
                    <a:pt x="2546129" y="404703"/>
                  </a:lnTo>
                  <a:lnTo>
                    <a:pt x="2546134" y="404721"/>
                  </a:lnTo>
                  <a:lnTo>
                    <a:pt x="2546122" y="404755"/>
                  </a:lnTo>
                  <a:lnTo>
                    <a:pt x="2546107" y="404793"/>
                  </a:lnTo>
                  <a:lnTo>
                    <a:pt x="2546099" y="404829"/>
                  </a:lnTo>
                  <a:lnTo>
                    <a:pt x="2546099" y="404850"/>
                  </a:lnTo>
                  <a:lnTo>
                    <a:pt x="2546107" y="404862"/>
                  </a:lnTo>
                  <a:lnTo>
                    <a:pt x="2546185" y="405079"/>
                  </a:lnTo>
                  <a:lnTo>
                    <a:pt x="2546200" y="405107"/>
                  </a:lnTo>
                  <a:lnTo>
                    <a:pt x="2546206" y="405140"/>
                  </a:lnTo>
                  <a:lnTo>
                    <a:pt x="2546189" y="405183"/>
                  </a:lnTo>
                  <a:lnTo>
                    <a:pt x="2546182" y="405209"/>
                  </a:lnTo>
                  <a:lnTo>
                    <a:pt x="2546191" y="405227"/>
                  </a:lnTo>
                  <a:lnTo>
                    <a:pt x="2546208" y="405236"/>
                  </a:lnTo>
                  <a:lnTo>
                    <a:pt x="2546239" y="405252"/>
                  </a:lnTo>
                  <a:lnTo>
                    <a:pt x="2546254" y="405274"/>
                  </a:lnTo>
                  <a:lnTo>
                    <a:pt x="2546255" y="405314"/>
                  </a:lnTo>
                  <a:lnTo>
                    <a:pt x="2546241" y="405358"/>
                  </a:lnTo>
                  <a:lnTo>
                    <a:pt x="2546225" y="405409"/>
                  </a:lnTo>
                  <a:lnTo>
                    <a:pt x="2546202" y="405454"/>
                  </a:lnTo>
                  <a:lnTo>
                    <a:pt x="2546170" y="405499"/>
                  </a:lnTo>
                  <a:lnTo>
                    <a:pt x="2546124" y="405553"/>
                  </a:lnTo>
                  <a:lnTo>
                    <a:pt x="2546110" y="405584"/>
                  </a:lnTo>
                  <a:lnTo>
                    <a:pt x="2546108" y="405604"/>
                  </a:lnTo>
                  <a:lnTo>
                    <a:pt x="2546117" y="405616"/>
                  </a:lnTo>
                  <a:lnTo>
                    <a:pt x="2546135" y="405629"/>
                  </a:lnTo>
                  <a:lnTo>
                    <a:pt x="2546155" y="405636"/>
                  </a:lnTo>
                  <a:lnTo>
                    <a:pt x="2546193" y="405633"/>
                  </a:lnTo>
                  <a:lnTo>
                    <a:pt x="2546220" y="405622"/>
                  </a:lnTo>
                  <a:lnTo>
                    <a:pt x="2546241" y="405598"/>
                  </a:lnTo>
                  <a:lnTo>
                    <a:pt x="2546252" y="405557"/>
                  </a:lnTo>
                  <a:lnTo>
                    <a:pt x="2546260" y="405514"/>
                  </a:lnTo>
                  <a:lnTo>
                    <a:pt x="2546276" y="405481"/>
                  </a:lnTo>
                  <a:lnTo>
                    <a:pt x="2546294" y="405463"/>
                  </a:lnTo>
                  <a:lnTo>
                    <a:pt x="2546313" y="405451"/>
                  </a:lnTo>
                  <a:lnTo>
                    <a:pt x="2546329" y="405445"/>
                  </a:lnTo>
                  <a:lnTo>
                    <a:pt x="2546349" y="405442"/>
                  </a:lnTo>
                  <a:lnTo>
                    <a:pt x="2546379" y="405441"/>
                  </a:lnTo>
                  <a:lnTo>
                    <a:pt x="2546410" y="405444"/>
                  </a:lnTo>
                  <a:lnTo>
                    <a:pt x="2546439" y="405449"/>
                  </a:lnTo>
                  <a:lnTo>
                    <a:pt x="2546458" y="405460"/>
                  </a:lnTo>
                  <a:lnTo>
                    <a:pt x="2546462" y="405470"/>
                  </a:lnTo>
                  <a:lnTo>
                    <a:pt x="2546463" y="405486"/>
                  </a:lnTo>
                  <a:lnTo>
                    <a:pt x="2546432" y="405537"/>
                  </a:lnTo>
                  <a:lnTo>
                    <a:pt x="2546406" y="405592"/>
                  </a:lnTo>
                  <a:lnTo>
                    <a:pt x="2546392" y="405633"/>
                  </a:lnTo>
                  <a:lnTo>
                    <a:pt x="2546382" y="405695"/>
                  </a:lnTo>
                  <a:lnTo>
                    <a:pt x="2546373" y="405752"/>
                  </a:lnTo>
                  <a:lnTo>
                    <a:pt x="2546373" y="405785"/>
                  </a:lnTo>
                  <a:lnTo>
                    <a:pt x="2546384" y="405804"/>
                  </a:lnTo>
                  <a:lnTo>
                    <a:pt x="2546406" y="405819"/>
                  </a:lnTo>
                  <a:lnTo>
                    <a:pt x="2546442" y="405827"/>
                  </a:lnTo>
                  <a:lnTo>
                    <a:pt x="2546483" y="405829"/>
                  </a:lnTo>
                  <a:lnTo>
                    <a:pt x="2546537" y="405832"/>
                  </a:lnTo>
                  <a:lnTo>
                    <a:pt x="2546573" y="405831"/>
                  </a:lnTo>
                  <a:lnTo>
                    <a:pt x="2546608" y="405834"/>
                  </a:lnTo>
                  <a:lnTo>
                    <a:pt x="2546635" y="405836"/>
                  </a:lnTo>
                  <a:lnTo>
                    <a:pt x="2546644" y="405845"/>
                  </a:lnTo>
                  <a:lnTo>
                    <a:pt x="2546651" y="405869"/>
                  </a:lnTo>
                  <a:lnTo>
                    <a:pt x="2546644" y="405887"/>
                  </a:lnTo>
                  <a:lnTo>
                    <a:pt x="2546622" y="405908"/>
                  </a:lnTo>
                  <a:lnTo>
                    <a:pt x="2546592" y="405925"/>
                  </a:lnTo>
                  <a:lnTo>
                    <a:pt x="2546519" y="406032"/>
                  </a:lnTo>
                  <a:lnTo>
                    <a:pt x="2546516" y="406060"/>
                  </a:lnTo>
                  <a:lnTo>
                    <a:pt x="2546511" y="406089"/>
                  </a:lnTo>
                  <a:lnTo>
                    <a:pt x="2546509" y="406117"/>
                  </a:lnTo>
                  <a:lnTo>
                    <a:pt x="2546504" y="406152"/>
                  </a:lnTo>
                  <a:lnTo>
                    <a:pt x="2546494" y="406193"/>
                  </a:lnTo>
                  <a:lnTo>
                    <a:pt x="2546490" y="406228"/>
                  </a:lnTo>
                  <a:lnTo>
                    <a:pt x="2546496" y="406251"/>
                  </a:lnTo>
                  <a:lnTo>
                    <a:pt x="2546514" y="406279"/>
                  </a:lnTo>
                  <a:lnTo>
                    <a:pt x="2546531" y="406294"/>
                  </a:lnTo>
                  <a:lnTo>
                    <a:pt x="2546548" y="406313"/>
                  </a:lnTo>
                  <a:lnTo>
                    <a:pt x="2546564" y="406328"/>
                  </a:lnTo>
                  <a:lnTo>
                    <a:pt x="2546574" y="406343"/>
                  </a:lnTo>
                  <a:lnTo>
                    <a:pt x="2546579" y="406360"/>
                  </a:lnTo>
                  <a:lnTo>
                    <a:pt x="2546584" y="406404"/>
                  </a:lnTo>
                  <a:lnTo>
                    <a:pt x="2546587" y="406439"/>
                  </a:lnTo>
                  <a:lnTo>
                    <a:pt x="2546597" y="406462"/>
                  </a:lnTo>
                  <a:lnTo>
                    <a:pt x="2546620" y="406494"/>
                  </a:lnTo>
                  <a:lnTo>
                    <a:pt x="2546643" y="406529"/>
                  </a:lnTo>
                  <a:lnTo>
                    <a:pt x="2546644" y="406552"/>
                  </a:lnTo>
                  <a:lnTo>
                    <a:pt x="2546640" y="406575"/>
                  </a:lnTo>
                  <a:lnTo>
                    <a:pt x="2546636" y="406598"/>
                  </a:lnTo>
                  <a:lnTo>
                    <a:pt x="2546535" y="406731"/>
                  </a:lnTo>
                  <a:lnTo>
                    <a:pt x="2546502" y="406737"/>
                  </a:lnTo>
                  <a:lnTo>
                    <a:pt x="2546462" y="406737"/>
                  </a:lnTo>
                  <a:lnTo>
                    <a:pt x="2546418" y="406741"/>
                  </a:lnTo>
                  <a:lnTo>
                    <a:pt x="2546395" y="406751"/>
                  </a:lnTo>
                  <a:lnTo>
                    <a:pt x="2546367" y="406771"/>
                  </a:lnTo>
                  <a:lnTo>
                    <a:pt x="2546337" y="406799"/>
                  </a:lnTo>
                  <a:lnTo>
                    <a:pt x="2546320" y="406828"/>
                  </a:lnTo>
                  <a:lnTo>
                    <a:pt x="2546305" y="406860"/>
                  </a:lnTo>
                  <a:lnTo>
                    <a:pt x="2546294" y="406892"/>
                  </a:lnTo>
                  <a:lnTo>
                    <a:pt x="2546278" y="406927"/>
                  </a:lnTo>
                  <a:lnTo>
                    <a:pt x="2546262" y="406969"/>
                  </a:lnTo>
                  <a:lnTo>
                    <a:pt x="2546259" y="406981"/>
                  </a:lnTo>
                  <a:lnTo>
                    <a:pt x="2546255" y="406996"/>
                  </a:lnTo>
                  <a:lnTo>
                    <a:pt x="2546256" y="407013"/>
                  </a:lnTo>
                  <a:lnTo>
                    <a:pt x="2546277" y="407028"/>
                  </a:lnTo>
                  <a:lnTo>
                    <a:pt x="2546304" y="407041"/>
                  </a:lnTo>
                  <a:lnTo>
                    <a:pt x="2546326" y="407057"/>
                  </a:lnTo>
                  <a:lnTo>
                    <a:pt x="2546455" y="407205"/>
                  </a:lnTo>
                  <a:lnTo>
                    <a:pt x="2546484" y="407214"/>
                  </a:lnTo>
                  <a:lnTo>
                    <a:pt x="2546528" y="407228"/>
                  </a:lnTo>
                  <a:lnTo>
                    <a:pt x="2546557" y="407230"/>
                  </a:lnTo>
                  <a:lnTo>
                    <a:pt x="2546603" y="407231"/>
                  </a:lnTo>
                  <a:lnTo>
                    <a:pt x="2546623" y="407235"/>
                  </a:lnTo>
                  <a:lnTo>
                    <a:pt x="2546645" y="407243"/>
                  </a:lnTo>
                  <a:lnTo>
                    <a:pt x="2546663" y="407256"/>
                  </a:lnTo>
                  <a:lnTo>
                    <a:pt x="2546677" y="407276"/>
                  </a:lnTo>
                  <a:lnTo>
                    <a:pt x="2546684" y="407294"/>
                  </a:lnTo>
                  <a:lnTo>
                    <a:pt x="2546696" y="407319"/>
                  </a:lnTo>
                  <a:lnTo>
                    <a:pt x="2546704" y="407354"/>
                  </a:lnTo>
                  <a:lnTo>
                    <a:pt x="2546704" y="407373"/>
                  </a:lnTo>
                  <a:lnTo>
                    <a:pt x="2546701" y="407398"/>
                  </a:lnTo>
                  <a:lnTo>
                    <a:pt x="2546688" y="407420"/>
                  </a:lnTo>
                  <a:lnTo>
                    <a:pt x="2546655" y="407455"/>
                  </a:lnTo>
                  <a:lnTo>
                    <a:pt x="2546623" y="407485"/>
                  </a:lnTo>
                  <a:lnTo>
                    <a:pt x="2546594" y="407509"/>
                  </a:lnTo>
                  <a:lnTo>
                    <a:pt x="2546557" y="407524"/>
                  </a:lnTo>
                  <a:lnTo>
                    <a:pt x="2546524" y="407536"/>
                  </a:lnTo>
                  <a:lnTo>
                    <a:pt x="2546475" y="407548"/>
                  </a:lnTo>
                  <a:lnTo>
                    <a:pt x="2546435" y="407560"/>
                  </a:lnTo>
                  <a:lnTo>
                    <a:pt x="2546398" y="407580"/>
                  </a:lnTo>
                  <a:lnTo>
                    <a:pt x="2546363" y="407598"/>
                  </a:lnTo>
                  <a:lnTo>
                    <a:pt x="2546337" y="407626"/>
                  </a:lnTo>
                  <a:lnTo>
                    <a:pt x="2546319" y="407649"/>
                  </a:lnTo>
                  <a:lnTo>
                    <a:pt x="2546304" y="407678"/>
                  </a:lnTo>
                  <a:lnTo>
                    <a:pt x="2546298" y="407694"/>
                  </a:lnTo>
                  <a:lnTo>
                    <a:pt x="2546301" y="407707"/>
                  </a:lnTo>
                  <a:lnTo>
                    <a:pt x="2546323" y="407714"/>
                  </a:lnTo>
                  <a:lnTo>
                    <a:pt x="2546370" y="407707"/>
                  </a:lnTo>
                  <a:lnTo>
                    <a:pt x="2546410" y="407712"/>
                  </a:lnTo>
                  <a:lnTo>
                    <a:pt x="2546445" y="407721"/>
                  </a:lnTo>
                  <a:lnTo>
                    <a:pt x="2546493" y="407720"/>
                  </a:lnTo>
                  <a:lnTo>
                    <a:pt x="2546527" y="407713"/>
                  </a:lnTo>
                  <a:lnTo>
                    <a:pt x="2546574" y="407706"/>
                  </a:lnTo>
                  <a:lnTo>
                    <a:pt x="2546612" y="407705"/>
                  </a:lnTo>
                  <a:lnTo>
                    <a:pt x="2546665" y="407705"/>
                  </a:lnTo>
                  <a:lnTo>
                    <a:pt x="2546698" y="407711"/>
                  </a:lnTo>
                  <a:lnTo>
                    <a:pt x="2546721" y="407722"/>
                  </a:lnTo>
                  <a:lnTo>
                    <a:pt x="2546737" y="407733"/>
                  </a:lnTo>
                  <a:lnTo>
                    <a:pt x="2546754" y="407755"/>
                  </a:lnTo>
                  <a:lnTo>
                    <a:pt x="2546770" y="407775"/>
                  </a:lnTo>
                  <a:lnTo>
                    <a:pt x="2546784" y="407794"/>
                  </a:lnTo>
                  <a:lnTo>
                    <a:pt x="2546794" y="407812"/>
                  </a:lnTo>
                  <a:lnTo>
                    <a:pt x="2546795" y="407829"/>
                  </a:lnTo>
                  <a:lnTo>
                    <a:pt x="2546776" y="407847"/>
                  </a:lnTo>
                  <a:lnTo>
                    <a:pt x="2546759" y="407848"/>
                  </a:lnTo>
                  <a:lnTo>
                    <a:pt x="2546748" y="407829"/>
                  </a:lnTo>
                  <a:lnTo>
                    <a:pt x="2546726" y="407799"/>
                  </a:lnTo>
                  <a:lnTo>
                    <a:pt x="2546709" y="407782"/>
                  </a:lnTo>
                  <a:lnTo>
                    <a:pt x="2546696" y="407776"/>
                  </a:lnTo>
                  <a:lnTo>
                    <a:pt x="2546672" y="407776"/>
                  </a:lnTo>
                  <a:lnTo>
                    <a:pt x="2546639" y="407792"/>
                  </a:lnTo>
                  <a:lnTo>
                    <a:pt x="2546599" y="407822"/>
                  </a:lnTo>
                  <a:lnTo>
                    <a:pt x="2546560" y="407853"/>
                  </a:lnTo>
                  <a:lnTo>
                    <a:pt x="2546518" y="407892"/>
                  </a:lnTo>
                  <a:lnTo>
                    <a:pt x="2546466" y="407935"/>
                  </a:lnTo>
                  <a:lnTo>
                    <a:pt x="2546424" y="407973"/>
                  </a:lnTo>
                  <a:lnTo>
                    <a:pt x="2546408" y="407993"/>
                  </a:lnTo>
                  <a:lnTo>
                    <a:pt x="2546307" y="408264"/>
                  </a:lnTo>
                  <a:lnTo>
                    <a:pt x="2546271" y="408312"/>
                  </a:lnTo>
                  <a:lnTo>
                    <a:pt x="2546237" y="408357"/>
                  </a:lnTo>
                  <a:lnTo>
                    <a:pt x="2546204" y="408430"/>
                  </a:lnTo>
                  <a:lnTo>
                    <a:pt x="2546186" y="408483"/>
                  </a:lnTo>
                  <a:lnTo>
                    <a:pt x="2546185" y="408524"/>
                  </a:lnTo>
                  <a:lnTo>
                    <a:pt x="2546186" y="408546"/>
                  </a:lnTo>
                  <a:lnTo>
                    <a:pt x="2546194" y="408563"/>
                  </a:lnTo>
                  <a:lnTo>
                    <a:pt x="2546207" y="408583"/>
                  </a:lnTo>
                  <a:lnTo>
                    <a:pt x="2546237" y="408603"/>
                  </a:lnTo>
                  <a:lnTo>
                    <a:pt x="2546251" y="408615"/>
                  </a:lnTo>
                  <a:lnTo>
                    <a:pt x="2546266" y="408615"/>
                  </a:lnTo>
                  <a:lnTo>
                    <a:pt x="2546286" y="408614"/>
                  </a:lnTo>
                  <a:lnTo>
                    <a:pt x="2546300" y="408607"/>
                  </a:lnTo>
                  <a:lnTo>
                    <a:pt x="2546314" y="408597"/>
                  </a:lnTo>
                  <a:lnTo>
                    <a:pt x="2546318" y="408581"/>
                  </a:lnTo>
                  <a:lnTo>
                    <a:pt x="2546320" y="408546"/>
                  </a:lnTo>
                  <a:lnTo>
                    <a:pt x="2546320" y="408524"/>
                  </a:lnTo>
                  <a:lnTo>
                    <a:pt x="2546322" y="408507"/>
                  </a:lnTo>
                  <a:lnTo>
                    <a:pt x="2546334" y="408490"/>
                  </a:lnTo>
                  <a:lnTo>
                    <a:pt x="2546365" y="408459"/>
                  </a:lnTo>
                  <a:lnTo>
                    <a:pt x="2546377" y="408436"/>
                  </a:lnTo>
                  <a:lnTo>
                    <a:pt x="2546378" y="408419"/>
                  </a:lnTo>
                  <a:lnTo>
                    <a:pt x="2546367" y="408381"/>
                  </a:lnTo>
                  <a:lnTo>
                    <a:pt x="2546359" y="408344"/>
                  </a:lnTo>
                  <a:lnTo>
                    <a:pt x="2546366" y="408328"/>
                  </a:lnTo>
                  <a:lnTo>
                    <a:pt x="2546379" y="408317"/>
                  </a:lnTo>
                  <a:lnTo>
                    <a:pt x="2546404" y="408303"/>
                  </a:lnTo>
                  <a:lnTo>
                    <a:pt x="2546436" y="408290"/>
                  </a:lnTo>
                  <a:lnTo>
                    <a:pt x="2546464" y="408264"/>
                  </a:lnTo>
                  <a:lnTo>
                    <a:pt x="2546509" y="408219"/>
                  </a:lnTo>
                  <a:lnTo>
                    <a:pt x="2546548" y="408186"/>
                  </a:lnTo>
                  <a:lnTo>
                    <a:pt x="2546584" y="408171"/>
                  </a:lnTo>
                  <a:lnTo>
                    <a:pt x="2546628" y="408162"/>
                  </a:lnTo>
                  <a:lnTo>
                    <a:pt x="2546694" y="408156"/>
                  </a:lnTo>
                  <a:lnTo>
                    <a:pt x="2546733" y="408157"/>
                  </a:lnTo>
                  <a:lnTo>
                    <a:pt x="2546766" y="408162"/>
                  </a:lnTo>
                  <a:lnTo>
                    <a:pt x="2546788" y="408170"/>
                  </a:lnTo>
                  <a:lnTo>
                    <a:pt x="2546834" y="408180"/>
                  </a:lnTo>
                  <a:lnTo>
                    <a:pt x="2546849" y="408187"/>
                  </a:lnTo>
                  <a:lnTo>
                    <a:pt x="2546865" y="408207"/>
                  </a:lnTo>
                  <a:lnTo>
                    <a:pt x="2546866" y="408231"/>
                  </a:lnTo>
                  <a:lnTo>
                    <a:pt x="2546867" y="408265"/>
                  </a:lnTo>
                  <a:lnTo>
                    <a:pt x="2546864" y="408289"/>
                  </a:lnTo>
                  <a:lnTo>
                    <a:pt x="2546857" y="408306"/>
                  </a:lnTo>
                  <a:lnTo>
                    <a:pt x="2546829" y="408327"/>
                  </a:lnTo>
                  <a:lnTo>
                    <a:pt x="2546769" y="408370"/>
                  </a:lnTo>
                  <a:lnTo>
                    <a:pt x="2546729" y="408371"/>
                  </a:lnTo>
                  <a:lnTo>
                    <a:pt x="2546681" y="408367"/>
                  </a:lnTo>
                  <a:lnTo>
                    <a:pt x="2546636" y="408367"/>
                  </a:lnTo>
                  <a:lnTo>
                    <a:pt x="2546594" y="408367"/>
                  </a:lnTo>
                  <a:lnTo>
                    <a:pt x="2546557" y="408368"/>
                  </a:lnTo>
                  <a:lnTo>
                    <a:pt x="2546541" y="408374"/>
                  </a:lnTo>
                  <a:lnTo>
                    <a:pt x="2546530" y="408385"/>
                  </a:lnTo>
                  <a:lnTo>
                    <a:pt x="2546537" y="408431"/>
                  </a:lnTo>
                  <a:lnTo>
                    <a:pt x="2546552" y="408482"/>
                  </a:lnTo>
                  <a:lnTo>
                    <a:pt x="2546570" y="408538"/>
                  </a:lnTo>
                  <a:lnTo>
                    <a:pt x="2546582" y="408566"/>
                  </a:lnTo>
                  <a:lnTo>
                    <a:pt x="2546593" y="408582"/>
                  </a:lnTo>
                  <a:lnTo>
                    <a:pt x="2546604" y="408595"/>
                  </a:lnTo>
                  <a:lnTo>
                    <a:pt x="2546631" y="408591"/>
                  </a:lnTo>
                  <a:lnTo>
                    <a:pt x="2546652" y="408587"/>
                  </a:lnTo>
                  <a:lnTo>
                    <a:pt x="2546666" y="408584"/>
                  </a:lnTo>
                  <a:lnTo>
                    <a:pt x="2546686" y="408581"/>
                  </a:lnTo>
                  <a:lnTo>
                    <a:pt x="2546704" y="408581"/>
                  </a:lnTo>
                  <a:lnTo>
                    <a:pt x="2546720" y="408582"/>
                  </a:lnTo>
                  <a:lnTo>
                    <a:pt x="2546730" y="408583"/>
                  </a:lnTo>
                  <a:lnTo>
                    <a:pt x="2546747" y="408590"/>
                  </a:lnTo>
                  <a:lnTo>
                    <a:pt x="2546759" y="408595"/>
                  </a:lnTo>
                  <a:lnTo>
                    <a:pt x="2546764" y="408612"/>
                  </a:lnTo>
                  <a:lnTo>
                    <a:pt x="2546761" y="408630"/>
                  </a:lnTo>
                  <a:lnTo>
                    <a:pt x="2546739" y="408644"/>
                  </a:lnTo>
                  <a:lnTo>
                    <a:pt x="2546679" y="408682"/>
                  </a:lnTo>
                  <a:lnTo>
                    <a:pt x="2546660" y="408702"/>
                  </a:lnTo>
                  <a:lnTo>
                    <a:pt x="2546647" y="408730"/>
                  </a:lnTo>
                  <a:lnTo>
                    <a:pt x="2546642" y="408766"/>
                  </a:lnTo>
                  <a:lnTo>
                    <a:pt x="2546648" y="408814"/>
                  </a:lnTo>
                  <a:lnTo>
                    <a:pt x="2546666" y="408840"/>
                  </a:lnTo>
                  <a:lnTo>
                    <a:pt x="2546677" y="408861"/>
                  </a:lnTo>
                  <a:lnTo>
                    <a:pt x="2546720" y="408905"/>
                  </a:lnTo>
                  <a:lnTo>
                    <a:pt x="2546744" y="408919"/>
                  </a:lnTo>
                  <a:lnTo>
                    <a:pt x="2546761" y="408941"/>
                  </a:lnTo>
                  <a:lnTo>
                    <a:pt x="2546761" y="408959"/>
                  </a:lnTo>
                  <a:lnTo>
                    <a:pt x="2546647" y="409028"/>
                  </a:lnTo>
                  <a:lnTo>
                    <a:pt x="2546574" y="409070"/>
                  </a:lnTo>
                  <a:lnTo>
                    <a:pt x="2546523" y="409110"/>
                  </a:lnTo>
                  <a:lnTo>
                    <a:pt x="2546491" y="409126"/>
                  </a:lnTo>
                  <a:lnTo>
                    <a:pt x="2546466" y="409131"/>
                  </a:lnTo>
                  <a:lnTo>
                    <a:pt x="2546436" y="409132"/>
                  </a:lnTo>
                  <a:lnTo>
                    <a:pt x="2546393" y="409128"/>
                  </a:lnTo>
                  <a:lnTo>
                    <a:pt x="2546374" y="409125"/>
                  </a:lnTo>
                  <a:lnTo>
                    <a:pt x="2546354" y="409114"/>
                  </a:lnTo>
                  <a:lnTo>
                    <a:pt x="2546334" y="409096"/>
                  </a:lnTo>
                  <a:lnTo>
                    <a:pt x="2546310" y="409064"/>
                  </a:lnTo>
                  <a:lnTo>
                    <a:pt x="2546301" y="409041"/>
                  </a:lnTo>
                  <a:lnTo>
                    <a:pt x="2546301" y="409028"/>
                  </a:lnTo>
                  <a:lnTo>
                    <a:pt x="2546312" y="409017"/>
                  </a:lnTo>
                  <a:lnTo>
                    <a:pt x="2546337" y="409002"/>
                  </a:lnTo>
                  <a:lnTo>
                    <a:pt x="2546385" y="408972"/>
                  </a:lnTo>
                  <a:lnTo>
                    <a:pt x="2546433" y="408936"/>
                  </a:lnTo>
                  <a:lnTo>
                    <a:pt x="2546453" y="408914"/>
                  </a:lnTo>
                  <a:lnTo>
                    <a:pt x="2546462" y="408899"/>
                  </a:lnTo>
                  <a:lnTo>
                    <a:pt x="2546462" y="408878"/>
                  </a:lnTo>
                  <a:lnTo>
                    <a:pt x="2546455" y="408842"/>
                  </a:lnTo>
                  <a:lnTo>
                    <a:pt x="2546445" y="408821"/>
                  </a:lnTo>
                  <a:lnTo>
                    <a:pt x="2546434" y="408805"/>
                  </a:lnTo>
                  <a:lnTo>
                    <a:pt x="2546423" y="408797"/>
                  </a:lnTo>
                  <a:lnTo>
                    <a:pt x="2546411" y="408788"/>
                  </a:lnTo>
                  <a:lnTo>
                    <a:pt x="2546390" y="408788"/>
                  </a:lnTo>
                  <a:lnTo>
                    <a:pt x="2546344" y="408786"/>
                  </a:lnTo>
                  <a:lnTo>
                    <a:pt x="2546319" y="408786"/>
                  </a:lnTo>
                  <a:lnTo>
                    <a:pt x="2546298" y="408790"/>
                  </a:lnTo>
                  <a:lnTo>
                    <a:pt x="2546279" y="408807"/>
                  </a:lnTo>
                  <a:lnTo>
                    <a:pt x="2546261" y="408837"/>
                  </a:lnTo>
                  <a:lnTo>
                    <a:pt x="2546232" y="408897"/>
                  </a:lnTo>
                  <a:lnTo>
                    <a:pt x="2546218" y="408936"/>
                  </a:lnTo>
                  <a:lnTo>
                    <a:pt x="2546202" y="408976"/>
                  </a:lnTo>
                  <a:lnTo>
                    <a:pt x="2546181" y="408994"/>
                  </a:lnTo>
                  <a:lnTo>
                    <a:pt x="2546153" y="409004"/>
                  </a:lnTo>
                  <a:lnTo>
                    <a:pt x="2546125" y="409010"/>
                  </a:lnTo>
                  <a:lnTo>
                    <a:pt x="2546090" y="409015"/>
                  </a:lnTo>
                  <a:lnTo>
                    <a:pt x="2546042" y="409028"/>
                  </a:lnTo>
                  <a:lnTo>
                    <a:pt x="2546004" y="409038"/>
                  </a:lnTo>
                  <a:lnTo>
                    <a:pt x="2545989" y="409037"/>
                  </a:lnTo>
                  <a:lnTo>
                    <a:pt x="2545976" y="409038"/>
                  </a:lnTo>
                  <a:lnTo>
                    <a:pt x="2545970" y="409034"/>
                  </a:lnTo>
                  <a:lnTo>
                    <a:pt x="2545962" y="409030"/>
                  </a:lnTo>
                  <a:lnTo>
                    <a:pt x="2545957" y="408980"/>
                  </a:lnTo>
                  <a:lnTo>
                    <a:pt x="2545958" y="408959"/>
                  </a:lnTo>
                  <a:lnTo>
                    <a:pt x="2545956" y="408941"/>
                  </a:lnTo>
                  <a:lnTo>
                    <a:pt x="2545953" y="408931"/>
                  </a:lnTo>
                  <a:lnTo>
                    <a:pt x="2545941" y="408924"/>
                  </a:lnTo>
                  <a:lnTo>
                    <a:pt x="2545929" y="408918"/>
                  </a:lnTo>
                  <a:lnTo>
                    <a:pt x="2545911" y="408920"/>
                  </a:lnTo>
                  <a:lnTo>
                    <a:pt x="2545771" y="408973"/>
                  </a:lnTo>
                  <a:lnTo>
                    <a:pt x="2545740" y="408989"/>
                  </a:lnTo>
                  <a:lnTo>
                    <a:pt x="2545736" y="409020"/>
                  </a:lnTo>
                  <a:lnTo>
                    <a:pt x="2545744" y="409047"/>
                  </a:lnTo>
                  <a:lnTo>
                    <a:pt x="2545763" y="409079"/>
                  </a:lnTo>
                  <a:lnTo>
                    <a:pt x="2545763" y="409110"/>
                  </a:lnTo>
                  <a:lnTo>
                    <a:pt x="2545746" y="409138"/>
                  </a:lnTo>
                  <a:lnTo>
                    <a:pt x="2545713" y="409171"/>
                  </a:lnTo>
                  <a:lnTo>
                    <a:pt x="2545694" y="409184"/>
                  </a:lnTo>
                  <a:lnTo>
                    <a:pt x="2545661" y="409179"/>
                  </a:lnTo>
                  <a:lnTo>
                    <a:pt x="2545619" y="409160"/>
                  </a:lnTo>
                  <a:lnTo>
                    <a:pt x="2545579" y="409139"/>
                  </a:lnTo>
                  <a:lnTo>
                    <a:pt x="2545523" y="409111"/>
                  </a:lnTo>
                  <a:lnTo>
                    <a:pt x="2545469" y="409094"/>
                  </a:lnTo>
                  <a:lnTo>
                    <a:pt x="2545422" y="409086"/>
                  </a:lnTo>
                  <a:lnTo>
                    <a:pt x="2545389" y="409090"/>
                  </a:lnTo>
                  <a:lnTo>
                    <a:pt x="2545369" y="409104"/>
                  </a:lnTo>
                  <a:lnTo>
                    <a:pt x="2545348" y="409123"/>
                  </a:lnTo>
                  <a:lnTo>
                    <a:pt x="2545329" y="409147"/>
                  </a:lnTo>
                  <a:lnTo>
                    <a:pt x="2545302" y="409192"/>
                  </a:lnTo>
                  <a:lnTo>
                    <a:pt x="2545281" y="409228"/>
                  </a:lnTo>
                  <a:lnTo>
                    <a:pt x="2545270" y="409253"/>
                  </a:lnTo>
                  <a:lnTo>
                    <a:pt x="2545263" y="409271"/>
                  </a:lnTo>
                  <a:lnTo>
                    <a:pt x="2545210" y="409423"/>
                  </a:lnTo>
                  <a:lnTo>
                    <a:pt x="2545204" y="409438"/>
                  </a:lnTo>
                  <a:lnTo>
                    <a:pt x="2545215" y="409446"/>
                  </a:lnTo>
                  <a:lnTo>
                    <a:pt x="2545236" y="409455"/>
                  </a:lnTo>
                  <a:lnTo>
                    <a:pt x="2545269" y="409473"/>
                  </a:lnTo>
                  <a:lnTo>
                    <a:pt x="2545311" y="409488"/>
                  </a:lnTo>
                  <a:lnTo>
                    <a:pt x="2545343" y="409502"/>
                  </a:lnTo>
                  <a:lnTo>
                    <a:pt x="2545359" y="409516"/>
                  </a:lnTo>
                  <a:lnTo>
                    <a:pt x="2545366" y="409534"/>
                  </a:lnTo>
                  <a:lnTo>
                    <a:pt x="2545372" y="409566"/>
                  </a:lnTo>
                  <a:lnTo>
                    <a:pt x="2545373" y="409599"/>
                  </a:lnTo>
                  <a:lnTo>
                    <a:pt x="2545359" y="409615"/>
                  </a:lnTo>
                  <a:lnTo>
                    <a:pt x="2545343" y="409626"/>
                  </a:lnTo>
                  <a:lnTo>
                    <a:pt x="2545306" y="409630"/>
                  </a:lnTo>
                  <a:lnTo>
                    <a:pt x="2545274" y="409627"/>
                  </a:lnTo>
                  <a:lnTo>
                    <a:pt x="2545253" y="409620"/>
                  </a:lnTo>
                  <a:lnTo>
                    <a:pt x="2545227" y="409603"/>
                  </a:lnTo>
                  <a:lnTo>
                    <a:pt x="2545190" y="409579"/>
                  </a:lnTo>
                  <a:lnTo>
                    <a:pt x="2545171" y="409568"/>
                  </a:lnTo>
                  <a:lnTo>
                    <a:pt x="2545141" y="409561"/>
                  </a:lnTo>
                  <a:lnTo>
                    <a:pt x="2545098" y="409560"/>
                  </a:lnTo>
                  <a:lnTo>
                    <a:pt x="2545070" y="409566"/>
                  </a:lnTo>
                  <a:lnTo>
                    <a:pt x="2545060" y="409571"/>
                  </a:lnTo>
                  <a:lnTo>
                    <a:pt x="2545047" y="409581"/>
                  </a:lnTo>
                  <a:lnTo>
                    <a:pt x="2545049" y="409592"/>
                  </a:lnTo>
                  <a:lnTo>
                    <a:pt x="2545054" y="409600"/>
                  </a:lnTo>
                  <a:lnTo>
                    <a:pt x="2545064" y="409608"/>
                  </a:lnTo>
                  <a:lnTo>
                    <a:pt x="2545038" y="409746"/>
                  </a:lnTo>
                  <a:lnTo>
                    <a:pt x="2545038" y="409753"/>
                  </a:lnTo>
                  <a:lnTo>
                    <a:pt x="2545039" y="409767"/>
                  </a:lnTo>
                  <a:lnTo>
                    <a:pt x="2545047" y="409776"/>
                  </a:lnTo>
                  <a:lnTo>
                    <a:pt x="2545063" y="409792"/>
                  </a:lnTo>
                  <a:lnTo>
                    <a:pt x="2545081" y="409805"/>
                  </a:lnTo>
                  <a:lnTo>
                    <a:pt x="2545100" y="409825"/>
                  </a:lnTo>
                  <a:lnTo>
                    <a:pt x="2545120" y="409882"/>
                  </a:lnTo>
                  <a:lnTo>
                    <a:pt x="2545132" y="409913"/>
                  </a:lnTo>
                  <a:lnTo>
                    <a:pt x="2545150" y="409937"/>
                  </a:lnTo>
                  <a:lnTo>
                    <a:pt x="2545162" y="409955"/>
                  </a:lnTo>
                  <a:lnTo>
                    <a:pt x="2545176" y="409983"/>
                  </a:lnTo>
                  <a:lnTo>
                    <a:pt x="2545184" y="410014"/>
                  </a:lnTo>
                  <a:lnTo>
                    <a:pt x="2545186" y="410042"/>
                  </a:lnTo>
                  <a:lnTo>
                    <a:pt x="2545174" y="410063"/>
                  </a:lnTo>
                  <a:lnTo>
                    <a:pt x="2545149" y="410083"/>
                  </a:lnTo>
                  <a:lnTo>
                    <a:pt x="2545126" y="410089"/>
                  </a:lnTo>
                  <a:lnTo>
                    <a:pt x="2545109" y="410094"/>
                  </a:lnTo>
                  <a:lnTo>
                    <a:pt x="2545096" y="410086"/>
                  </a:lnTo>
                  <a:lnTo>
                    <a:pt x="2545086" y="410070"/>
                  </a:lnTo>
                  <a:lnTo>
                    <a:pt x="2545078" y="410036"/>
                  </a:lnTo>
                  <a:lnTo>
                    <a:pt x="2545069" y="409997"/>
                  </a:lnTo>
                  <a:lnTo>
                    <a:pt x="2545057" y="409982"/>
                  </a:lnTo>
                  <a:lnTo>
                    <a:pt x="2545032" y="409984"/>
                  </a:lnTo>
                  <a:lnTo>
                    <a:pt x="2545004" y="409998"/>
                  </a:lnTo>
                  <a:lnTo>
                    <a:pt x="2544969" y="410009"/>
                  </a:lnTo>
                  <a:lnTo>
                    <a:pt x="2544935" y="410011"/>
                  </a:lnTo>
                  <a:lnTo>
                    <a:pt x="2544894" y="409998"/>
                  </a:lnTo>
                  <a:lnTo>
                    <a:pt x="2544854" y="409988"/>
                  </a:lnTo>
                  <a:lnTo>
                    <a:pt x="2544832" y="409992"/>
                  </a:lnTo>
                  <a:lnTo>
                    <a:pt x="2544814" y="409996"/>
                  </a:lnTo>
                  <a:lnTo>
                    <a:pt x="2544809" y="410005"/>
                  </a:lnTo>
                  <a:lnTo>
                    <a:pt x="2544625" y="410131"/>
                  </a:lnTo>
                  <a:lnTo>
                    <a:pt x="2544576" y="410145"/>
                  </a:lnTo>
                  <a:lnTo>
                    <a:pt x="2544524" y="410182"/>
                  </a:lnTo>
                  <a:lnTo>
                    <a:pt x="2544504" y="410203"/>
                  </a:lnTo>
                  <a:lnTo>
                    <a:pt x="2544483" y="410237"/>
                  </a:lnTo>
                  <a:lnTo>
                    <a:pt x="2544481" y="410252"/>
                  </a:lnTo>
                  <a:lnTo>
                    <a:pt x="2544494" y="410266"/>
                  </a:lnTo>
                  <a:lnTo>
                    <a:pt x="2544528" y="410287"/>
                  </a:lnTo>
                  <a:lnTo>
                    <a:pt x="2544579" y="410308"/>
                  </a:lnTo>
                  <a:lnTo>
                    <a:pt x="2544634" y="410336"/>
                  </a:lnTo>
                  <a:lnTo>
                    <a:pt x="2544670" y="410367"/>
                  </a:lnTo>
                  <a:lnTo>
                    <a:pt x="2544678" y="410388"/>
                  </a:lnTo>
                  <a:lnTo>
                    <a:pt x="2544677" y="410398"/>
                  </a:lnTo>
                  <a:lnTo>
                    <a:pt x="2544676" y="410410"/>
                  </a:lnTo>
                  <a:lnTo>
                    <a:pt x="2544658" y="410420"/>
                  </a:lnTo>
                  <a:lnTo>
                    <a:pt x="2544647" y="410423"/>
                  </a:lnTo>
                  <a:lnTo>
                    <a:pt x="2544622" y="410426"/>
                  </a:lnTo>
                  <a:lnTo>
                    <a:pt x="2544593" y="410428"/>
                  </a:lnTo>
                  <a:lnTo>
                    <a:pt x="2544573" y="410436"/>
                  </a:lnTo>
                  <a:lnTo>
                    <a:pt x="2544440" y="410429"/>
                  </a:lnTo>
                  <a:lnTo>
                    <a:pt x="2544431" y="410412"/>
                  </a:lnTo>
                  <a:lnTo>
                    <a:pt x="2544401" y="410390"/>
                  </a:lnTo>
                  <a:lnTo>
                    <a:pt x="2544362" y="410352"/>
                  </a:lnTo>
                  <a:lnTo>
                    <a:pt x="2544310" y="410313"/>
                  </a:lnTo>
                  <a:lnTo>
                    <a:pt x="2544270" y="410278"/>
                  </a:lnTo>
                  <a:lnTo>
                    <a:pt x="2544252" y="410273"/>
                  </a:lnTo>
                  <a:lnTo>
                    <a:pt x="2544239" y="410267"/>
                  </a:lnTo>
                  <a:lnTo>
                    <a:pt x="2544224" y="410269"/>
                  </a:lnTo>
                  <a:lnTo>
                    <a:pt x="2544194" y="410290"/>
                  </a:lnTo>
                  <a:lnTo>
                    <a:pt x="2544180" y="410308"/>
                  </a:lnTo>
                  <a:lnTo>
                    <a:pt x="2544169" y="410327"/>
                  </a:lnTo>
                  <a:lnTo>
                    <a:pt x="2544174" y="410368"/>
                  </a:lnTo>
                  <a:lnTo>
                    <a:pt x="2544180" y="410382"/>
                  </a:lnTo>
                  <a:lnTo>
                    <a:pt x="2544191" y="410397"/>
                  </a:lnTo>
                  <a:lnTo>
                    <a:pt x="2544199" y="410408"/>
                  </a:lnTo>
                  <a:lnTo>
                    <a:pt x="2544200" y="410425"/>
                  </a:lnTo>
                  <a:lnTo>
                    <a:pt x="2544188" y="410448"/>
                  </a:lnTo>
                  <a:lnTo>
                    <a:pt x="2544144" y="410462"/>
                  </a:lnTo>
                  <a:lnTo>
                    <a:pt x="2544106" y="410479"/>
                  </a:lnTo>
                  <a:lnTo>
                    <a:pt x="2544059" y="410493"/>
                  </a:lnTo>
                  <a:lnTo>
                    <a:pt x="2544022" y="410500"/>
                  </a:lnTo>
                  <a:lnTo>
                    <a:pt x="2544002" y="410501"/>
                  </a:lnTo>
                  <a:lnTo>
                    <a:pt x="2543974" y="410492"/>
                  </a:lnTo>
                  <a:lnTo>
                    <a:pt x="2543925" y="410474"/>
                  </a:lnTo>
                  <a:lnTo>
                    <a:pt x="2543889" y="410463"/>
                  </a:lnTo>
                  <a:lnTo>
                    <a:pt x="2543808" y="410460"/>
                  </a:lnTo>
                  <a:lnTo>
                    <a:pt x="2543766" y="410466"/>
                  </a:lnTo>
                  <a:lnTo>
                    <a:pt x="2543718" y="410484"/>
                  </a:lnTo>
                  <a:lnTo>
                    <a:pt x="2543673" y="410506"/>
                  </a:lnTo>
                  <a:lnTo>
                    <a:pt x="2543667" y="410515"/>
                  </a:lnTo>
                  <a:lnTo>
                    <a:pt x="2543480" y="410834"/>
                  </a:lnTo>
                  <a:lnTo>
                    <a:pt x="2543453" y="410873"/>
                  </a:lnTo>
                  <a:lnTo>
                    <a:pt x="2543453" y="410900"/>
                  </a:lnTo>
                  <a:lnTo>
                    <a:pt x="2543464" y="410908"/>
                  </a:lnTo>
                  <a:lnTo>
                    <a:pt x="2543534" y="410908"/>
                  </a:lnTo>
                  <a:lnTo>
                    <a:pt x="2543563" y="410903"/>
                  </a:lnTo>
                  <a:lnTo>
                    <a:pt x="2543688" y="410906"/>
                  </a:lnTo>
                  <a:lnTo>
                    <a:pt x="2543725" y="410909"/>
                  </a:lnTo>
                  <a:lnTo>
                    <a:pt x="2543747" y="410918"/>
                  </a:lnTo>
                  <a:lnTo>
                    <a:pt x="2543761" y="410926"/>
                  </a:lnTo>
                  <a:lnTo>
                    <a:pt x="2543773" y="410963"/>
                  </a:lnTo>
                  <a:lnTo>
                    <a:pt x="2543777" y="410998"/>
                  </a:lnTo>
                  <a:lnTo>
                    <a:pt x="2543760" y="411012"/>
                  </a:lnTo>
                  <a:lnTo>
                    <a:pt x="2543697" y="411011"/>
                  </a:lnTo>
                  <a:lnTo>
                    <a:pt x="2543664" y="411006"/>
                  </a:lnTo>
                  <a:lnTo>
                    <a:pt x="2543606" y="411000"/>
                  </a:lnTo>
                  <a:lnTo>
                    <a:pt x="2543557" y="410997"/>
                  </a:lnTo>
                  <a:lnTo>
                    <a:pt x="2543461" y="411000"/>
                  </a:lnTo>
                  <a:lnTo>
                    <a:pt x="2543399" y="411005"/>
                  </a:lnTo>
                  <a:lnTo>
                    <a:pt x="2543347" y="411009"/>
                  </a:lnTo>
                  <a:lnTo>
                    <a:pt x="2543330" y="411022"/>
                  </a:lnTo>
                  <a:lnTo>
                    <a:pt x="2543304" y="411055"/>
                  </a:lnTo>
                  <a:lnTo>
                    <a:pt x="2543294" y="411138"/>
                  </a:lnTo>
                  <a:lnTo>
                    <a:pt x="2543285" y="411154"/>
                  </a:lnTo>
                  <a:lnTo>
                    <a:pt x="2543284" y="411176"/>
                  </a:lnTo>
                  <a:lnTo>
                    <a:pt x="2543291" y="411199"/>
                  </a:lnTo>
                  <a:lnTo>
                    <a:pt x="2543304" y="411258"/>
                  </a:lnTo>
                  <a:lnTo>
                    <a:pt x="2543306" y="411283"/>
                  </a:lnTo>
                  <a:lnTo>
                    <a:pt x="2543297" y="411304"/>
                  </a:lnTo>
                  <a:lnTo>
                    <a:pt x="2543261" y="411309"/>
                  </a:lnTo>
                  <a:lnTo>
                    <a:pt x="2543212" y="411286"/>
                  </a:lnTo>
                  <a:lnTo>
                    <a:pt x="2543162" y="411255"/>
                  </a:lnTo>
                  <a:lnTo>
                    <a:pt x="2543090" y="411217"/>
                  </a:lnTo>
                  <a:lnTo>
                    <a:pt x="2543042" y="411199"/>
                  </a:lnTo>
                  <a:lnTo>
                    <a:pt x="2543010" y="411193"/>
                  </a:lnTo>
                  <a:lnTo>
                    <a:pt x="2542984" y="411204"/>
                  </a:lnTo>
                  <a:lnTo>
                    <a:pt x="2542894" y="411251"/>
                  </a:lnTo>
                  <a:lnTo>
                    <a:pt x="2542812" y="411311"/>
                  </a:lnTo>
                  <a:lnTo>
                    <a:pt x="2542577" y="411618"/>
                  </a:lnTo>
                  <a:lnTo>
                    <a:pt x="2542559" y="411626"/>
                  </a:lnTo>
                  <a:lnTo>
                    <a:pt x="2542543" y="411637"/>
                  </a:lnTo>
                  <a:lnTo>
                    <a:pt x="2542508" y="411671"/>
                  </a:lnTo>
                  <a:lnTo>
                    <a:pt x="2542489" y="411698"/>
                  </a:lnTo>
                  <a:lnTo>
                    <a:pt x="2542477" y="411727"/>
                  </a:lnTo>
                  <a:lnTo>
                    <a:pt x="2542469" y="411753"/>
                  </a:lnTo>
                  <a:lnTo>
                    <a:pt x="2542473" y="411784"/>
                  </a:lnTo>
                  <a:lnTo>
                    <a:pt x="2542489" y="411803"/>
                  </a:lnTo>
                  <a:lnTo>
                    <a:pt x="2542524" y="411795"/>
                  </a:lnTo>
                  <a:lnTo>
                    <a:pt x="2542641" y="411770"/>
                  </a:lnTo>
                  <a:lnTo>
                    <a:pt x="2542673" y="411765"/>
                  </a:lnTo>
                  <a:lnTo>
                    <a:pt x="2542694" y="411763"/>
                  </a:lnTo>
                  <a:lnTo>
                    <a:pt x="2542713" y="411765"/>
                  </a:lnTo>
                  <a:lnTo>
                    <a:pt x="2542724" y="411768"/>
                  </a:lnTo>
                  <a:lnTo>
                    <a:pt x="2542739" y="411779"/>
                  </a:lnTo>
                  <a:lnTo>
                    <a:pt x="2542741" y="411801"/>
                  </a:lnTo>
                  <a:lnTo>
                    <a:pt x="2542733" y="411822"/>
                  </a:lnTo>
                  <a:lnTo>
                    <a:pt x="2542716" y="411886"/>
                  </a:lnTo>
                  <a:lnTo>
                    <a:pt x="2542711" y="411927"/>
                  </a:lnTo>
                  <a:lnTo>
                    <a:pt x="2542720" y="411949"/>
                  </a:lnTo>
                  <a:lnTo>
                    <a:pt x="2542726" y="411961"/>
                  </a:lnTo>
                  <a:lnTo>
                    <a:pt x="2542734" y="411974"/>
                  </a:lnTo>
                  <a:lnTo>
                    <a:pt x="2542742" y="411988"/>
                  </a:lnTo>
                  <a:lnTo>
                    <a:pt x="2542748" y="412008"/>
                  </a:lnTo>
                  <a:lnTo>
                    <a:pt x="2542744" y="412030"/>
                  </a:lnTo>
                  <a:lnTo>
                    <a:pt x="2542720" y="412060"/>
                  </a:lnTo>
                  <a:lnTo>
                    <a:pt x="2542691" y="412081"/>
                  </a:lnTo>
                  <a:lnTo>
                    <a:pt x="2542665" y="412084"/>
                  </a:lnTo>
                  <a:lnTo>
                    <a:pt x="2542617" y="412073"/>
                  </a:lnTo>
                  <a:lnTo>
                    <a:pt x="2542588" y="412071"/>
                  </a:lnTo>
                  <a:lnTo>
                    <a:pt x="2542561" y="412071"/>
                  </a:lnTo>
                  <a:lnTo>
                    <a:pt x="2542529" y="412076"/>
                  </a:lnTo>
                  <a:lnTo>
                    <a:pt x="2542494" y="412091"/>
                  </a:lnTo>
                  <a:lnTo>
                    <a:pt x="2542459" y="412111"/>
                  </a:lnTo>
                  <a:lnTo>
                    <a:pt x="2542436" y="412137"/>
                  </a:lnTo>
                  <a:lnTo>
                    <a:pt x="2542420" y="412165"/>
                  </a:lnTo>
                  <a:lnTo>
                    <a:pt x="2542419" y="412190"/>
                  </a:lnTo>
                  <a:lnTo>
                    <a:pt x="2542419" y="412207"/>
                  </a:lnTo>
                  <a:lnTo>
                    <a:pt x="2542427" y="412217"/>
                  </a:lnTo>
                  <a:lnTo>
                    <a:pt x="2542435" y="412222"/>
                  </a:lnTo>
                  <a:lnTo>
                    <a:pt x="2542589" y="412215"/>
                  </a:lnTo>
                  <a:lnTo>
                    <a:pt x="2542608" y="412222"/>
                  </a:lnTo>
                  <a:lnTo>
                    <a:pt x="2542655" y="412266"/>
                  </a:lnTo>
                  <a:lnTo>
                    <a:pt x="2542686" y="412299"/>
                  </a:lnTo>
                  <a:lnTo>
                    <a:pt x="2542689" y="412308"/>
                  </a:lnTo>
                  <a:lnTo>
                    <a:pt x="2542686" y="412322"/>
                  </a:lnTo>
                  <a:lnTo>
                    <a:pt x="2542658" y="412328"/>
                  </a:lnTo>
                  <a:lnTo>
                    <a:pt x="2542612" y="412340"/>
                  </a:lnTo>
                  <a:lnTo>
                    <a:pt x="2542555" y="412349"/>
                  </a:lnTo>
                  <a:lnTo>
                    <a:pt x="2542510" y="412357"/>
                  </a:lnTo>
                  <a:lnTo>
                    <a:pt x="2542467" y="412361"/>
                  </a:lnTo>
                  <a:lnTo>
                    <a:pt x="2542454" y="412369"/>
                  </a:lnTo>
                  <a:lnTo>
                    <a:pt x="2542441" y="412396"/>
                  </a:lnTo>
                  <a:lnTo>
                    <a:pt x="2542409" y="412439"/>
                  </a:lnTo>
                  <a:lnTo>
                    <a:pt x="2542391" y="412480"/>
                  </a:lnTo>
                  <a:lnTo>
                    <a:pt x="2542372" y="412515"/>
                  </a:lnTo>
                  <a:lnTo>
                    <a:pt x="2542360" y="412529"/>
                  </a:lnTo>
                  <a:lnTo>
                    <a:pt x="2542354" y="412533"/>
                  </a:lnTo>
                  <a:lnTo>
                    <a:pt x="2542339" y="412527"/>
                  </a:lnTo>
                  <a:lnTo>
                    <a:pt x="2542323" y="412514"/>
                  </a:lnTo>
                  <a:lnTo>
                    <a:pt x="2542297" y="412480"/>
                  </a:lnTo>
                  <a:lnTo>
                    <a:pt x="2542277" y="412450"/>
                  </a:lnTo>
                  <a:lnTo>
                    <a:pt x="2542245" y="412418"/>
                  </a:lnTo>
                  <a:lnTo>
                    <a:pt x="2542219" y="412412"/>
                  </a:lnTo>
                  <a:lnTo>
                    <a:pt x="2542198" y="412415"/>
                  </a:lnTo>
                  <a:lnTo>
                    <a:pt x="2541861" y="412545"/>
                  </a:lnTo>
                  <a:lnTo>
                    <a:pt x="2541812" y="412571"/>
                  </a:lnTo>
                  <a:lnTo>
                    <a:pt x="2541771" y="412597"/>
                  </a:lnTo>
                  <a:lnTo>
                    <a:pt x="2541753" y="412609"/>
                  </a:lnTo>
                  <a:lnTo>
                    <a:pt x="2541751" y="412632"/>
                  </a:lnTo>
                  <a:lnTo>
                    <a:pt x="2541753" y="412689"/>
                  </a:lnTo>
                  <a:lnTo>
                    <a:pt x="2541752" y="412714"/>
                  </a:lnTo>
                  <a:lnTo>
                    <a:pt x="2541742" y="412737"/>
                  </a:lnTo>
                  <a:lnTo>
                    <a:pt x="2541712" y="412769"/>
                  </a:lnTo>
                  <a:lnTo>
                    <a:pt x="2541674" y="412785"/>
                  </a:lnTo>
                  <a:lnTo>
                    <a:pt x="2541642" y="412795"/>
                  </a:lnTo>
                  <a:lnTo>
                    <a:pt x="2541599" y="412799"/>
                  </a:lnTo>
                  <a:lnTo>
                    <a:pt x="2541556" y="412799"/>
                  </a:lnTo>
                  <a:lnTo>
                    <a:pt x="2541535" y="412797"/>
                  </a:lnTo>
                  <a:lnTo>
                    <a:pt x="2541493" y="412797"/>
                  </a:lnTo>
                  <a:lnTo>
                    <a:pt x="2541451" y="412797"/>
                  </a:lnTo>
                  <a:lnTo>
                    <a:pt x="2541405" y="412796"/>
                  </a:lnTo>
                  <a:lnTo>
                    <a:pt x="2541356" y="412793"/>
                  </a:lnTo>
                  <a:lnTo>
                    <a:pt x="2541296" y="412792"/>
                  </a:lnTo>
                  <a:lnTo>
                    <a:pt x="2541075" y="412870"/>
                  </a:lnTo>
                  <a:lnTo>
                    <a:pt x="2541062" y="412875"/>
                  </a:lnTo>
                  <a:lnTo>
                    <a:pt x="2541050" y="412906"/>
                  </a:lnTo>
                  <a:lnTo>
                    <a:pt x="2541046" y="412939"/>
                  </a:lnTo>
                  <a:lnTo>
                    <a:pt x="2541042" y="412964"/>
                  </a:lnTo>
                  <a:lnTo>
                    <a:pt x="2541025" y="412995"/>
                  </a:lnTo>
                  <a:lnTo>
                    <a:pt x="2541004" y="413025"/>
                  </a:lnTo>
                  <a:lnTo>
                    <a:pt x="2540967" y="413057"/>
                  </a:lnTo>
                  <a:lnTo>
                    <a:pt x="2540924" y="413081"/>
                  </a:lnTo>
                  <a:lnTo>
                    <a:pt x="2540873" y="413112"/>
                  </a:lnTo>
                  <a:lnTo>
                    <a:pt x="2540831" y="413129"/>
                  </a:lnTo>
                  <a:lnTo>
                    <a:pt x="2540795" y="413138"/>
                  </a:lnTo>
                  <a:lnTo>
                    <a:pt x="2540761" y="413140"/>
                  </a:lnTo>
                  <a:lnTo>
                    <a:pt x="2540732" y="413127"/>
                  </a:lnTo>
                  <a:lnTo>
                    <a:pt x="2540702" y="413112"/>
                  </a:lnTo>
                  <a:lnTo>
                    <a:pt x="2540660" y="413080"/>
                  </a:lnTo>
                  <a:lnTo>
                    <a:pt x="2540636" y="413047"/>
                  </a:lnTo>
                  <a:lnTo>
                    <a:pt x="2540621" y="413024"/>
                  </a:lnTo>
                  <a:lnTo>
                    <a:pt x="2540598" y="413025"/>
                  </a:lnTo>
                  <a:lnTo>
                    <a:pt x="2540567" y="413039"/>
                  </a:lnTo>
                  <a:lnTo>
                    <a:pt x="2540539" y="413051"/>
                  </a:lnTo>
                  <a:lnTo>
                    <a:pt x="2540503" y="413057"/>
                  </a:lnTo>
                  <a:lnTo>
                    <a:pt x="2540442" y="413062"/>
                  </a:lnTo>
                  <a:lnTo>
                    <a:pt x="2540402" y="413058"/>
                  </a:lnTo>
                  <a:lnTo>
                    <a:pt x="2540325" y="413052"/>
                  </a:lnTo>
                  <a:lnTo>
                    <a:pt x="2540293" y="413053"/>
                  </a:lnTo>
                  <a:lnTo>
                    <a:pt x="2540280" y="413067"/>
                  </a:lnTo>
                  <a:lnTo>
                    <a:pt x="2540104" y="413282"/>
                  </a:lnTo>
                  <a:lnTo>
                    <a:pt x="2540090" y="413283"/>
                  </a:lnTo>
                  <a:lnTo>
                    <a:pt x="2540050" y="413299"/>
                  </a:lnTo>
                  <a:lnTo>
                    <a:pt x="2540003" y="413325"/>
                  </a:lnTo>
                  <a:lnTo>
                    <a:pt x="2539962" y="413358"/>
                  </a:lnTo>
                  <a:lnTo>
                    <a:pt x="2539938" y="413391"/>
                  </a:lnTo>
                  <a:lnTo>
                    <a:pt x="2539929" y="413408"/>
                  </a:lnTo>
                  <a:lnTo>
                    <a:pt x="2539931" y="413429"/>
                  </a:lnTo>
                  <a:lnTo>
                    <a:pt x="2539949" y="413449"/>
                  </a:lnTo>
                  <a:lnTo>
                    <a:pt x="2539977" y="413483"/>
                  </a:lnTo>
                  <a:lnTo>
                    <a:pt x="2540009" y="413512"/>
                  </a:lnTo>
                  <a:lnTo>
                    <a:pt x="2540041" y="413529"/>
                  </a:lnTo>
                  <a:lnTo>
                    <a:pt x="2540075" y="413613"/>
                  </a:lnTo>
                  <a:lnTo>
                    <a:pt x="2539965" y="413918"/>
                  </a:lnTo>
                  <a:lnTo>
                    <a:pt x="2539961" y="413944"/>
                  </a:lnTo>
                  <a:lnTo>
                    <a:pt x="2539951" y="413980"/>
                  </a:lnTo>
                  <a:lnTo>
                    <a:pt x="2539924" y="414012"/>
                  </a:lnTo>
                  <a:lnTo>
                    <a:pt x="2539876" y="414048"/>
                  </a:lnTo>
                  <a:lnTo>
                    <a:pt x="2539842" y="414055"/>
                  </a:lnTo>
                  <a:lnTo>
                    <a:pt x="2539619" y="414058"/>
                  </a:lnTo>
                  <a:lnTo>
                    <a:pt x="2539594" y="414048"/>
                  </a:lnTo>
                  <a:lnTo>
                    <a:pt x="2539555" y="414026"/>
                  </a:lnTo>
                  <a:lnTo>
                    <a:pt x="2539514" y="413986"/>
                  </a:lnTo>
                  <a:lnTo>
                    <a:pt x="2539494" y="413967"/>
                  </a:lnTo>
                  <a:lnTo>
                    <a:pt x="2539485" y="413898"/>
                  </a:lnTo>
                  <a:lnTo>
                    <a:pt x="2539487" y="413830"/>
                  </a:lnTo>
                  <a:lnTo>
                    <a:pt x="2539485" y="413779"/>
                  </a:lnTo>
                  <a:lnTo>
                    <a:pt x="2539483" y="413750"/>
                  </a:lnTo>
                  <a:lnTo>
                    <a:pt x="2539472" y="413694"/>
                  </a:lnTo>
                  <a:lnTo>
                    <a:pt x="2539465" y="413646"/>
                  </a:lnTo>
                  <a:lnTo>
                    <a:pt x="2539454" y="413634"/>
                  </a:lnTo>
                  <a:lnTo>
                    <a:pt x="2539429" y="413629"/>
                  </a:lnTo>
                  <a:lnTo>
                    <a:pt x="2539416" y="413633"/>
                  </a:lnTo>
                  <a:lnTo>
                    <a:pt x="2539398" y="413647"/>
                  </a:lnTo>
                  <a:lnTo>
                    <a:pt x="2539360" y="413679"/>
                  </a:lnTo>
                  <a:lnTo>
                    <a:pt x="2539324" y="413708"/>
                  </a:lnTo>
                  <a:lnTo>
                    <a:pt x="2539293" y="413728"/>
                  </a:lnTo>
                  <a:lnTo>
                    <a:pt x="2539255" y="413742"/>
                  </a:lnTo>
                  <a:lnTo>
                    <a:pt x="2539223" y="413749"/>
                  </a:lnTo>
                  <a:lnTo>
                    <a:pt x="2539182" y="413751"/>
                  </a:lnTo>
                  <a:lnTo>
                    <a:pt x="2539129" y="413754"/>
                  </a:lnTo>
                  <a:lnTo>
                    <a:pt x="2539112" y="413760"/>
                  </a:lnTo>
                  <a:lnTo>
                    <a:pt x="2539086" y="413787"/>
                  </a:lnTo>
                  <a:lnTo>
                    <a:pt x="2539069" y="413820"/>
                  </a:lnTo>
                  <a:lnTo>
                    <a:pt x="2539047" y="413841"/>
                  </a:lnTo>
                  <a:lnTo>
                    <a:pt x="2539021" y="413861"/>
                  </a:lnTo>
                  <a:lnTo>
                    <a:pt x="2538974" y="413887"/>
                  </a:lnTo>
                  <a:lnTo>
                    <a:pt x="2538953" y="413910"/>
                  </a:lnTo>
                  <a:lnTo>
                    <a:pt x="2538931" y="413936"/>
                  </a:lnTo>
                  <a:lnTo>
                    <a:pt x="2538900" y="413961"/>
                  </a:lnTo>
                  <a:lnTo>
                    <a:pt x="2538868" y="413986"/>
                  </a:lnTo>
                  <a:lnTo>
                    <a:pt x="2538851" y="414006"/>
                  </a:lnTo>
                  <a:lnTo>
                    <a:pt x="2538840" y="414032"/>
                  </a:lnTo>
                  <a:lnTo>
                    <a:pt x="2538841" y="414067"/>
                  </a:lnTo>
                  <a:lnTo>
                    <a:pt x="2539100" y="414117"/>
                  </a:lnTo>
                  <a:lnTo>
                    <a:pt x="2539113" y="414119"/>
                  </a:lnTo>
                  <a:lnTo>
                    <a:pt x="2539120" y="414131"/>
                  </a:lnTo>
                  <a:lnTo>
                    <a:pt x="2539117" y="414154"/>
                  </a:lnTo>
                  <a:lnTo>
                    <a:pt x="2539114" y="414188"/>
                  </a:lnTo>
                  <a:lnTo>
                    <a:pt x="2539111" y="414227"/>
                  </a:lnTo>
                  <a:lnTo>
                    <a:pt x="2539094" y="414259"/>
                  </a:lnTo>
                  <a:lnTo>
                    <a:pt x="2539066" y="414281"/>
                  </a:lnTo>
                  <a:lnTo>
                    <a:pt x="2539006" y="414299"/>
                  </a:lnTo>
                  <a:lnTo>
                    <a:pt x="2538960" y="414305"/>
                  </a:lnTo>
                  <a:lnTo>
                    <a:pt x="2538918" y="414304"/>
                  </a:lnTo>
                  <a:lnTo>
                    <a:pt x="2538884" y="414292"/>
                  </a:lnTo>
                  <a:lnTo>
                    <a:pt x="2538823" y="414266"/>
                  </a:lnTo>
                  <a:lnTo>
                    <a:pt x="2538785" y="414246"/>
                  </a:lnTo>
                  <a:lnTo>
                    <a:pt x="2538729" y="414216"/>
                  </a:lnTo>
                  <a:lnTo>
                    <a:pt x="2538686" y="414178"/>
                  </a:lnTo>
                  <a:lnTo>
                    <a:pt x="2538664" y="414162"/>
                  </a:lnTo>
                  <a:lnTo>
                    <a:pt x="2538631" y="414145"/>
                  </a:lnTo>
                  <a:lnTo>
                    <a:pt x="2538595" y="414132"/>
                  </a:lnTo>
                  <a:lnTo>
                    <a:pt x="2538532" y="414117"/>
                  </a:lnTo>
                  <a:lnTo>
                    <a:pt x="2538492" y="414109"/>
                  </a:lnTo>
                  <a:lnTo>
                    <a:pt x="2538451" y="414089"/>
                  </a:lnTo>
                  <a:lnTo>
                    <a:pt x="2538415" y="414033"/>
                  </a:lnTo>
                  <a:lnTo>
                    <a:pt x="2538410" y="413994"/>
                  </a:lnTo>
                  <a:lnTo>
                    <a:pt x="2538413" y="413964"/>
                  </a:lnTo>
                  <a:lnTo>
                    <a:pt x="2538496" y="413819"/>
                  </a:lnTo>
                  <a:lnTo>
                    <a:pt x="2538462" y="413680"/>
                  </a:lnTo>
                  <a:lnTo>
                    <a:pt x="2538458" y="413659"/>
                  </a:lnTo>
                  <a:lnTo>
                    <a:pt x="2538452" y="413621"/>
                  </a:lnTo>
                  <a:lnTo>
                    <a:pt x="2538441" y="413583"/>
                  </a:lnTo>
                  <a:lnTo>
                    <a:pt x="2538428" y="413560"/>
                  </a:lnTo>
                  <a:lnTo>
                    <a:pt x="2538418" y="413546"/>
                  </a:lnTo>
                  <a:lnTo>
                    <a:pt x="2538411" y="413543"/>
                  </a:lnTo>
                  <a:lnTo>
                    <a:pt x="2538202" y="413563"/>
                  </a:lnTo>
                  <a:lnTo>
                    <a:pt x="2538184" y="413565"/>
                  </a:lnTo>
                  <a:lnTo>
                    <a:pt x="2538143" y="413585"/>
                  </a:lnTo>
                  <a:lnTo>
                    <a:pt x="2538118" y="413590"/>
                  </a:lnTo>
                  <a:lnTo>
                    <a:pt x="2538100" y="413591"/>
                  </a:lnTo>
                  <a:lnTo>
                    <a:pt x="2538041" y="413599"/>
                  </a:lnTo>
                  <a:lnTo>
                    <a:pt x="2538003" y="413609"/>
                  </a:lnTo>
                  <a:lnTo>
                    <a:pt x="2537950" y="413611"/>
                  </a:lnTo>
                  <a:lnTo>
                    <a:pt x="2537912" y="413606"/>
                  </a:lnTo>
                  <a:lnTo>
                    <a:pt x="2537859" y="413593"/>
                  </a:lnTo>
                  <a:lnTo>
                    <a:pt x="2537825" y="413585"/>
                  </a:lnTo>
                  <a:lnTo>
                    <a:pt x="2537783" y="413572"/>
                  </a:lnTo>
                  <a:lnTo>
                    <a:pt x="2537736" y="413558"/>
                  </a:lnTo>
                  <a:lnTo>
                    <a:pt x="2537522" y="413532"/>
                  </a:lnTo>
                  <a:lnTo>
                    <a:pt x="2537462" y="413565"/>
                  </a:lnTo>
                  <a:lnTo>
                    <a:pt x="2537371" y="413596"/>
                  </a:lnTo>
                  <a:lnTo>
                    <a:pt x="2537309" y="413609"/>
                  </a:lnTo>
                  <a:lnTo>
                    <a:pt x="2537263" y="413612"/>
                  </a:lnTo>
                  <a:lnTo>
                    <a:pt x="2537219" y="413610"/>
                  </a:lnTo>
                  <a:lnTo>
                    <a:pt x="2537204" y="413603"/>
                  </a:lnTo>
                  <a:lnTo>
                    <a:pt x="2537212" y="413585"/>
                  </a:lnTo>
                  <a:lnTo>
                    <a:pt x="2537235" y="413573"/>
                  </a:lnTo>
                  <a:lnTo>
                    <a:pt x="2537264" y="413560"/>
                  </a:lnTo>
                  <a:lnTo>
                    <a:pt x="2537276" y="413547"/>
                  </a:lnTo>
                  <a:lnTo>
                    <a:pt x="2537279" y="413541"/>
                  </a:lnTo>
                  <a:lnTo>
                    <a:pt x="2537278" y="413534"/>
                  </a:lnTo>
                  <a:lnTo>
                    <a:pt x="2537304" y="413394"/>
                  </a:lnTo>
                  <a:lnTo>
                    <a:pt x="2537303" y="413378"/>
                  </a:lnTo>
                  <a:lnTo>
                    <a:pt x="2537302" y="413360"/>
                  </a:lnTo>
                  <a:lnTo>
                    <a:pt x="2537289" y="413341"/>
                  </a:lnTo>
                  <a:lnTo>
                    <a:pt x="2537263" y="413318"/>
                  </a:lnTo>
                  <a:lnTo>
                    <a:pt x="2537243" y="413319"/>
                  </a:lnTo>
                  <a:lnTo>
                    <a:pt x="2537205" y="413348"/>
                  </a:lnTo>
                  <a:lnTo>
                    <a:pt x="2537163" y="413402"/>
                  </a:lnTo>
                  <a:lnTo>
                    <a:pt x="2537132" y="413445"/>
                  </a:lnTo>
                  <a:lnTo>
                    <a:pt x="2537105" y="413458"/>
                  </a:lnTo>
                  <a:lnTo>
                    <a:pt x="2537088" y="413459"/>
                  </a:lnTo>
                  <a:lnTo>
                    <a:pt x="2537061" y="413454"/>
                  </a:lnTo>
                  <a:lnTo>
                    <a:pt x="2536827" y="413353"/>
                  </a:lnTo>
                  <a:lnTo>
                    <a:pt x="2536812" y="413341"/>
                  </a:lnTo>
                  <a:lnTo>
                    <a:pt x="2536812" y="413305"/>
                  </a:lnTo>
                  <a:lnTo>
                    <a:pt x="2536819" y="413249"/>
                  </a:lnTo>
                  <a:lnTo>
                    <a:pt x="2536826" y="413218"/>
                  </a:lnTo>
                  <a:lnTo>
                    <a:pt x="2536817" y="413210"/>
                  </a:lnTo>
                  <a:lnTo>
                    <a:pt x="2536782" y="413197"/>
                  </a:lnTo>
                  <a:lnTo>
                    <a:pt x="2536754" y="413181"/>
                  </a:lnTo>
                  <a:lnTo>
                    <a:pt x="2536701" y="413171"/>
                  </a:lnTo>
                  <a:lnTo>
                    <a:pt x="2536517" y="413136"/>
                  </a:lnTo>
                  <a:lnTo>
                    <a:pt x="2536447" y="413128"/>
                  </a:lnTo>
                  <a:lnTo>
                    <a:pt x="2536388" y="413115"/>
                  </a:lnTo>
                  <a:lnTo>
                    <a:pt x="2536342" y="413111"/>
                  </a:lnTo>
                  <a:lnTo>
                    <a:pt x="2536230" y="413103"/>
                  </a:lnTo>
                  <a:lnTo>
                    <a:pt x="2536181" y="413102"/>
                  </a:lnTo>
                  <a:lnTo>
                    <a:pt x="2536129" y="413100"/>
                  </a:lnTo>
                  <a:lnTo>
                    <a:pt x="2536093" y="413087"/>
                  </a:lnTo>
                  <a:lnTo>
                    <a:pt x="2536081" y="413052"/>
                  </a:lnTo>
                  <a:lnTo>
                    <a:pt x="2536080" y="413039"/>
                  </a:lnTo>
                  <a:lnTo>
                    <a:pt x="2536095" y="413022"/>
                  </a:lnTo>
                  <a:lnTo>
                    <a:pt x="2536125" y="413000"/>
                  </a:lnTo>
                  <a:lnTo>
                    <a:pt x="2536179" y="412970"/>
                  </a:lnTo>
                  <a:lnTo>
                    <a:pt x="2536212" y="412951"/>
                  </a:lnTo>
                  <a:lnTo>
                    <a:pt x="2536228" y="412936"/>
                  </a:lnTo>
                  <a:lnTo>
                    <a:pt x="2536231" y="412927"/>
                  </a:lnTo>
                  <a:lnTo>
                    <a:pt x="2536224" y="412910"/>
                  </a:lnTo>
                  <a:lnTo>
                    <a:pt x="2536192" y="412895"/>
                  </a:lnTo>
                  <a:lnTo>
                    <a:pt x="2536131" y="412884"/>
                  </a:lnTo>
                  <a:lnTo>
                    <a:pt x="2536033" y="412862"/>
                  </a:lnTo>
                  <a:lnTo>
                    <a:pt x="2535939" y="412839"/>
                  </a:lnTo>
                  <a:lnTo>
                    <a:pt x="2535887" y="412828"/>
                  </a:lnTo>
                  <a:lnTo>
                    <a:pt x="2535850" y="412819"/>
                  </a:lnTo>
                  <a:lnTo>
                    <a:pt x="2535809" y="412817"/>
                  </a:lnTo>
                  <a:lnTo>
                    <a:pt x="2535748" y="412820"/>
                  </a:lnTo>
                  <a:lnTo>
                    <a:pt x="2535713" y="412812"/>
                  </a:lnTo>
                  <a:lnTo>
                    <a:pt x="2535693" y="412798"/>
                  </a:lnTo>
                  <a:lnTo>
                    <a:pt x="2535682" y="412786"/>
                  </a:lnTo>
                  <a:lnTo>
                    <a:pt x="2535680" y="412766"/>
                  </a:lnTo>
                  <a:lnTo>
                    <a:pt x="2535682" y="412749"/>
                  </a:lnTo>
                  <a:lnTo>
                    <a:pt x="2535694" y="412742"/>
                  </a:lnTo>
                  <a:lnTo>
                    <a:pt x="2535706" y="412733"/>
                  </a:lnTo>
                  <a:lnTo>
                    <a:pt x="2535729" y="412727"/>
                  </a:lnTo>
                  <a:lnTo>
                    <a:pt x="2535768" y="412722"/>
                  </a:lnTo>
                  <a:lnTo>
                    <a:pt x="2535826" y="412719"/>
                  </a:lnTo>
                  <a:lnTo>
                    <a:pt x="2535851" y="412721"/>
                  </a:lnTo>
                  <a:lnTo>
                    <a:pt x="2535879" y="412730"/>
                  </a:lnTo>
                  <a:lnTo>
                    <a:pt x="2535912" y="412743"/>
                  </a:lnTo>
                  <a:lnTo>
                    <a:pt x="2535942" y="412755"/>
                  </a:lnTo>
                  <a:lnTo>
                    <a:pt x="2535960" y="412754"/>
                  </a:lnTo>
                  <a:lnTo>
                    <a:pt x="2535975" y="412748"/>
                  </a:lnTo>
                  <a:lnTo>
                    <a:pt x="2535994" y="412736"/>
                  </a:lnTo>
                  <a:lnTo>
                    <a:pt x="2536000" y="412714"/>
                  </a:lnTo>
                  <a:lnTo>
                    <a:pt x="2535998" y="412695"/>
                  </a:lnTo>
                  <a:lnTo>
                    <a:pt x="2535979" y="412679"/>
                  </a:lnTo>
                  <a:lnTo>
                    <a:pt x="2535949" y="412666"/>
                  </a:lnTo>
                  <a:lnTo>
                    <a:pt x="2535896" y="412662"/>
                  </a:lnTo>
                  <a:lnTo>
                    <a:pt x="2535805" y="412658"/>
                  </a:lnTo>
                  <a:lnTo>
                    <a:pt x="2535723" y="412658"/>
                  </a:lnTo>
                  <a:lnTo>
                    <a:pt x="2535697" y="412653"/>
                  </a:lnTo>
                  <a:lnTo>
                    <a:pt x="2535687" y="412637"/>
                  </a:lnTo>
                  <a:lnTo>
                    <a:pt x="2535691" y="412607"/>
                  </a:lnTo>
                  <a:lnTo>
                    <a:pt x="2535687" y="412586"/>
                  </a:lnTo>
                  <a:lnTo>
                    <a:pt x="2535659" y="412571"/>
                  </a:lnTo>
                  <a:lnTo>
                    <a:pt x="2535491" y="412449"/>
                  </a:lnTo>
                  <a:lnTo>
                    <a:pt x="2535469" y="412431"/>
                  </a:lnTo>
                  <a:lnTo>
                    <a:pt x="2535443" y="412414"/>
                  </a:lnTo>
                  <a:lnTo>
                    <a:pt x="2535382" y="412371"/>
                  </a:lnTo>
                  <a:lnTo>
                    <a:pt x="2535346" y="412350"/>
                  </a:lnTo>
                  <a:lnTo>
                    <a:pt x="2535321" y="412327"/>
                  </a:lnTo>
                  <a:lnTo>
                    <a:pt x="2535295" y="412286"/>
                  </a:lnTo>
                  <a:lnTo>
                    <a:pt x="2535280" y="412259"/>
                  </a:lnTo>
                  <a:lnTo>
                    <a:pt x="2535263" y="412192"/>
                  </a:lnTo>
                  <a:lnTo>
                    <a:pt x="2535259" y="412144"/>
                  </a:lnTo>
                  <a:lnTo>
                    <a:pt x="2535250" y="412113"/>
                  </a:lnTo>
                  <a:lnTo>
                    <a:pt x="2535236" y="412096"/>
                  </a:lnTo>
                  <a:lnTo>
                    <a:pt x="2535217" y="412090"/>
                  </a:lnTo>
                  <a:lnTo>
                    <a:pt x="2535201" y="412089"/>
                  </a:lnTo>
                  <a:lnTo>
                    <a:pt x="2535176" y="412092"/>
                  </a:lnTo>
                  <a:lnTo>
                    <a:pt x="2535153" y="412102"/>
                  </a:lnTo>
                  <a:lnTo>
                    <a:pt x="2535122" y="412109"/>
                  </a:lnTo>
                  <a:lnTo>
                    <a:pt x="2535098" y="412115"/>
                  </a:lnTo>
                  <a:lnTo>
                    <a:pt x="2535048" y="412128"/>
                  </a:lnTo>
                  <a:lnTo>
                    <a:pt x="2535029" y="412134"/>
                  </a:lnTo>
                  <a:lnTo>
                    <a:pt x="2535021" y="412149"/>
                  </a:lnTo>
                  <a:lnTo>
                    <a:pt x="2535022" y="412160"/>
                  </a:lnTo>
                  <a:lnTo>
                    <a:pt x="2535033" y="412171"/>
                  </a:lnTo>
                  <a:lnTo>
                    <a:pt x="2535049" y="412181"/>
                  </a:lnTo>
                  <a:lnTo>
                    <a:pt x="2535072" y="412192"/>
                  </a:lnTo>
                  <a:lnTo>
                    <a:pt x="2535087" y="412210"/>
                  </a:lnTo>
                  <a:lnTo>
                    <a:pt x="2535091" y="412235"/>
                  </a:lnTo>
                  <a:lnTo>
                    <a:pt x="2535080" y="412249"/>
                  </a:lnTo>
                  <a:lnTo>
                    <a:pt x="2535068" y="412258"/>
                  </a:lnTo>
                  <a:lnTo>
                    <a:pt x="2535044" y="412259"/>
                  </a:lnTo>
                  <a:lnTo>
                    <a:pt x="2534992" y="412259"/>
                  </a:lnTo>
                  <a:lnTo>
                    <a:pt x="2534956" y="412251"/>
                  </a:lnTo>
                  <a:lnTo>
                    <a:pt x="2534925" y="412241"/>
                  </a:lnTo>
                  <a:lnTo>
                    <a:pt x="2534893" y="412236"/>
                  </a:lnTo>
                  <a:lnTo>
                    <a:pt x="2534865" y="412230"/>
                  </a:lnTo>
                  <a:lnTo>
                    <a:pt x="2534623" y="412194"/>
                  </a:lnTo>
                  <a:lnTo>
                    <a:pt x="2498537" y="402848"/>
                  </a:lnTo>
                  <a:lnTo>
                    <a:pt x="2498518" y="402850"/>
                  </a:lnTo>
                  <a:lnTo>
                    <a:pt x="2498503" y="402850"/>
                  </a:lnTo>
                  <a:lnTo>
                    <a:pt x="2498476" y="402846"/>
                  </a:lnTo>
                  <a:lnTo>
                    <a:pt x="2498407" y="402831"/>
                  </a:lnTo>
                  <a:lnTo>
                    <a:pt x="2498389" y="402828"/>
                  </a:lnTo>
                  <a:lnTo>
                    <a:pt x="2498384" y="402822"/>
                  </a:lnTo>
                  <a:lnTo>
                    <a:pt x="2498377" y="402821"/>
                  </a:lnTo>
                  <a:lnTo>
                    <a:pt x="2498230" y="402644"/>
                  </a:lnTo>
                  <a:lnTo>
                    <a:pt x="2497983" y="402289"/>
                  </a:lnTo>
                  <a:lnTo>
                    <a:pt x="2497805" y="402001"/>
                  </a:lnTo>
                  <a:lnTo>
                    <a:pt x="2497615" y="401834"/>
                  </a:lnTo>
                  <a:lnTo>
                    <a:pt x="2497346" y="401724"/>
                  </a:lnTo>
                  <a:lnTo>
                    <a:pt x="2496926" y="401620"/>
                  </a:lnTo>
                  <a:lnTo>
                    <a:pt x="2496530" y="401562"/>
                  </a:lnTo>
                  <a:lnTo>
                    <a:pt x="2496118" y="401536"/>
                  </a:lnTo>
                  <a:lnTo>
                    <a:pt x="2495653" y="401456"/>
                  </a:lnTo>
                  <a:lnTo>
                    <a:pt x="2495432" y="401323"/>
                  </a:lnTo>
                  <a:lnTo>
                    <a:pt x="2495277" y="401159"/>
                  </a:lnTo>
                  <a:lnTo>
                    <a:pt x="2495107" y="400818"/>
                  </a:lnTo>
                  <a:lnTo>
                    <a:pt x="2494980" y="400139"/>
                  </a:lnTo>
                  <a:lnTo>
                    <a:pt x="2494821" y="399305"/>
                  </a:lnTo>
                  <a:lnTo>
                    <a:pt x="2494709" y="398766"/>
                  </a:lnTo>
                  <a:lnTo>
                    <a:pt x="2494667" y="398747"/>
                  </a:lnTo>
                  <a:lnTo>
                    <a:pt x="2493412" y="398517"/>
                  </a:lnTo>
                  <a:lnTo>
                    <a:pt x="2493109" y="398483"/>
                  </a:lnTo>
                  <a:lnTo>
                    <a:pt x="2492900" y="398476"/>
                  </a:lnTo>
                  <a:lnTo>
                    <a:pt x="2492707" y="398511"/>
                  </a:lnTo>
                  <a:lnTo>
                    <a:pt x="2492660" y="398534"/>
                  </a:lnTo>
                  <a:lnTo>
                    <a:pt x="2492624" y="398598"/>
                  </a:lnTo>
                  <a:lnTo>
                    <a:pt x="2492538" y="399050"/>
                  </a:lnTo>
                  <a:lnTo>
                    <a:pt x="2492507" y="399105"/>
                  </a:lnTo>
                  <a:lnTo>
                    <a:pt x="2492250" y="399216"/>
                  </a:lnTo>
                  <a:lnTo>
                    <a:pt x="2491690" y="399622"/>
                  </a:lnTo>
                  <a:lnTo>
                    <a:pt x="2491190" y="399741"/>
                  </a:lnTo>
                  <a:lnTo>
                    <a:pt x="2490880" y="399780"/>
                  </a:lnTo>
                  <a:lnTo>
                    <a:pt x="2490823" y="399837"/>
                  </a:lnTo>
                  <a:lnTo>
                    <a:pt x="2490811" y="399937"/>
                  </a:lnTo>
                  <a:lnTo>
                    <a:pt x="2490837" y="400052"/>
                  </a:lnTo>
                  <a:lnTo>
                    <a:pt x="2490868" y="400192"/>
                  </a:lnTo>
                  <a:lnTo>
                    <a:pt x="2490898" y="400474"/>
                  </a:lnTo>
                  <a:lnTo>
                    <a:pt x="2490896" y="400615"/>
                  </a:lnTo>
                  <a:lnTo>
                    <a:pt x="2490834" y="400738"/>
                  </a:lnTo>
                  <a:lnTo>
                    <a:pt x="2490663" y="400946"/>
                  </a:lnTo>
                  <a:lnTo>
                    <a:pt x="2489840" y="401883"/>
                  </a:lnTo>
                  <a:lnTo>
                    <a:pt x="2489761" y="401960"/>
                  </a:lnTo>
                  <a:lnTo>
                    <a:pt x="2489557" y="402197"/>
                  </a:lnTo>
                  <a:lnTo>
                    <a:pt x="2489231" y="402662"/>
                  </a:lnTo>
                  <a:lnTo>
                    <a:pt x="2489182" y="402756"/>
                  </a:lnTo>
                  <a:lnTo>
                    <a:pt x="2488990" y="403261"/>
                  </a:lnTo>
                  <a:lnTo>
                    <a:pt x="2488941" y="403552"/>
                  </a:lnTo>
                  <a:lnTo>
                    <a:pt x="2488929" y="403982"/>
                  </a:lnTo>
                  <a:lnTo>
                    <a:pt x="2488966" y="404281"/>
                  </a:lnTo>
                  <a:lnTo>
                    <a:pt x="2489052" y="404522"/>
                  </a:lnTo>
                  <a:lnTo>
                    <a:pt x="2489083" y="404575"/>
                  </a:lnTo>
                  <a:lnTo>
                    <a:pt x="2489115" y="404667"/>
                  </a:lnTo>
                  <a:lnTo>
                    <a:pt x="2489114" y="404696"/>
                  </a:lnTo>
                  <a:lnTo>
                    <a:pt x="2489095" y="404724"/>
                  </a:lnTo>
                  <a:lnTo>
                    <a:pt x="2489039" y="404749"/>
                  </a:lnTo>
                  <a:lnTo>
                    <a:pt x="2488975" y="404749"/>
                  </a:lnTo>
                  <a:lnTo>
                    <a:pt x="2488856" y="404749"/>
                  </a:lnTo>
                  <a:lnTo>
                    <a:pt x="2488336" y="404688"/>
                  </a:lnTo>
                  <a:lnTo>
                    <a:pt x="2487985" y="404591"/>
                  </a:lnTo>
                  <a:lnTo>
                    <a:pt x="2487651" y="404492"/>
                  </a:lnTo>
                  <a:lnTo>
                    <a:pt x="2487234" y="404303"/>
                  </a:lnTo>
                  <a:lnTo>
                    <a:pt x="2486687" y="404095"/>
                  </a:lnTo>
                  <a:lnTo>
                    <a:pt x="2486317" y="404038"/>
                  </a:lnTo>
                  <a:lnTo>
                    <a:pt x="2486293" y="404040"/>
                  </a:lnTo>
                  <a:lnTo>
                    <a:pt x="2485873" y="404156"/>
                  </a:lnTo>
                  <a:lnTo>
                    <a:pt x="2485609" y="404333"/>
                  </a:lnTo>
                  <a:lnTo>
                    <a:pt x="2485364" y="404499"/>
                  </a:lnTo>
                  <a:lnTo>
                    <a:pt x="2485238" y="404544"/>
                  </a:lnTo>
                  <a:lnTo>
                    <a:pt x="2484807" y="404586"/>
                  </a:lnTo>
                  <a:lnTo>
                    <a:pt x="2484594" y="404606"/>
                  </a:lnTo>
                  <a:lnTo>
                    <a:pt x="2484503" y="404624"/>
                  </a:lnTo>
                  <a:lnTo>
                    <a:pt x="2484415" y="404669"/>
                  </a:lnTo>
                  <a:lnTo>
                    <a:pt x="2484290" y="404790"/>
                  </a:lnTo>
                  <a:lnTo>
                    <a:pt x="2483759" y="405676"/>
                  </a:lnTo>
                  <a:lnTo>
                    <a:pt x="2483439" y="406361"/>
                  </a:lnTo>
                  <a:lnTo>
                    <a:pt x="2483089" y="407230"/>
                  </a:lnTo>
                  <a:lnTo>
                    <a:pt x="2483067" y="407379"/>
                  </a:lnTo>
                  <a:lnTo>
                    <a:pt x="2483086" y="407490"/>
                  </a:lnTo>
                  <a:lnTo>
                    <a:pt x="2483137" y="407576"/>
                  </a:lnTo>
                  <a:lnTo>
                    <a:pt x="2483258" y="407612"/>
                  </a:lnTo>
                  <a:lnTo>
                    <a:pt x="2483837" y="407721"/>
                  </a:lnTo>
                  <a:lnTo>
                    <a:pt x="2484683" y="407845"/>
                  </a:lnTo>
                  <a:lnTo>
                    <a:pt x="2484722" y="407855"/>
                  </a:lnTo>
                  <a:lnTo>
                    <a:pt x="2484749" y="407891"/>
                  </a:lnTo>
                  <a:lnTo>
                    <a:pt x="2484758" y="407924"/>
                  </a:lnTo>
                  <a:lnTo>
                    <a:pt x="2484739" y="408021"/>
                  </a:lnTo>
                  <a:lnTo>
                    <a:pt x="2484641" y="408351"/>
                  </a:lnTo>
                  <a:lnTo>
                    <a:pt x="2484636" y="408420"/>
                  </a:lnTo>
                  <a:lnTo>
                    <a:pt x="2484658" y="408538"/>
                  </a:lnTo>
                  <a:lnTo>
                    <a:pt x="2484719" y="408849"/>
                  </a:lnTo>
                  <a:lnTo>
                    <a:pt x="2484725" y="408941"/>
                  </a:lnTo>
                  <a:lnTo>
                    <a:pt x="2484703" y="409279"/>
                  </a:lnTo>
                  <a:lnTo>
                    <a:pt x="2484654" y="409394"/>
                  </a:lnTo>
                  <a:lnTo>
                    <a:pt x="2484560" y="409484"/>
                  </a:lnTo>
                  <a:lnTo>
                    <a:pt x="2484166" y="409781"/>
                  </a:lnTo>
                  <a:lnTo>
                    <a:pt x="2483791" y="410050"/>
                  </a:lnTo>
                  <a:lnTo>
                    <a:pt x="2482550" y="410928"/>
                  </a:lnTo>
                  <a:lnTo>
                    <a:pt x="2482053" y="411516"/>
                  </a:lnTo>
                  <a:lnTo>
                    <a:pt x="2481515" y="411982"/>
                  </a:lnTo>
                  <a:lnTo>
                    <a:pt x="2481156" y="412227"/>
                  </a:lnTo>
                  <a:lnTo>
                    <a:pt x="2480060" y="412792"/>
                  </a:lnTo>
                  <a:lnTo>
                    <a:pt x="2479609" y="412903"/>
                  </a:lnTo>
                  <a:lnTo>
                    <a:pt x="2479575" y="412906"/>
                  </a:lnTo>
                  <a:lnTo>
                    <a:pt x="2479527" y="412944"/>
                  </a:lnTo>
                  <a:lnTo>
                    <a:pt x="2479490" y="413016"/>
                  </a:lnTo>
                  <a:lnTo>
                    <a:pt x="2479373" y="413307"/>
                  </a:lnTo>
                  <a:lnTo>
                    <a:pt x="2479222" y="413562"/>
                  </a:lnTo>
                  <a:lnTo>
                    <a:pt x="2478879" y="413911"/>
                  </a:lnTo>
                  <a:lnTo>
                    <a:pt x="2478842" y="413948"/>
                  </a:lnTo>
                  <a:lnTo>
                    <a:pt x="2478616" y="414152"/>
                  </a:lnTo>
                  <a:lnTo>
                    <a:pt x="2478405" y="414247"/>
                  </a:lnTo>
                  <a:lnTo>
                    <a:pt x="2477776" y="414364"/>
                  </a:lnTo>
                  <a:lnTo>
                    <a:pt x="2477565" y="414394"/>
                  </a:lnTo>
                  <a:lnTo>
                    <a:pt x="2477406" y="414435"/>
                  </a:lnTo>
                  <a:lnTo>
                    <a:pt x="2477223" y="414581"/>
                  </a:lnTo>
                  <a:lnTo>
                    <a:pt x="2476941" y="414871"/>
                  </a:lnTo>
                  <a:lnTo>
                    <a:pt x="2476754" y="414975"/>
                  </a:lnTo>
                  <a:lnTo>
                    <a:pt x="2476612" y="415008"/>
                  </a:lnTo>
                  <a:lnTo>
                    <a:pt x="2476350" y="414985"/>
                  </a:lnTo>
                  <a:lnTo>
                    <a:pt x="2476309" y="414990"/>
                  </a:lnTo>
                  <a:lnTo>
                    <a:pt x="2476184" y="415030"/>
                  </a:lnTo>
                  <a:lnTo>
                    <a:pt x="2476038" y="415150"/>
                  </a:lnTo>
                  <a:lnTo>
                    <a:pt x="2476005" y="415190"/>
                  </a:lnTo>
                  <a:lnTo>
                    <a:pt x="2475970" y="415294"/>
                  </a:lnTo>
                  <a:lnTo>
                    <a:pt x="2475957" y="415605"/>
                  </a:lnTo>
                  <a:lnTo>
                    <a:pt x="2476003" y="415758"/>
                  </a:lnTo>
                  <a:lnTo>
                    <a:pt x="2476151" y="415885"/>
                  </a:lnTo>
                  <a:lnTo>
                    <a:pt x="2476283" y="415977"/>
                  </a:lnTo>
                  <a:lnTo>
                    <a:pt x="2476524" y="416107"/>
                  </a:lnTo>
                  <a:lnTo>
                    <a:pt x="2476666" y="416251"/>
                  </a:lnTo>
                  <a:lnTo>
                    <a:pt x="2476720" y="416371"/>
                  </a:lnTo>
                  <a:lnTo>
                    <a:pt x="2476682" y="416505"/>
                  </a:lnTo>
                  <a:lnTo>
                    <a:pt x="2476628" y="416591"/>
                  </a:lnTo>
                  <a:lnTo>
                    <a:pt x="2476542" y="416660"/>
                  </a:lnTo>
                  <a:lnTo>
                    <a:pt x="2476147" y="416783"/>
                  </a:lnTo>
                  <a:lnTo>
                    <a:pt x="2475583" y="416911"/>
                  </a:lnTo>
                  <a:lnTo>
                    <a:pt x="2475306" y="416936"/>
                  </a:lnTo>
                  <a:lnTo>
                    <a:pt x="2475102" y="416883"/>
                  </a:lnTo>
                  <a:lnTo>
                    <a:pt x="2474986" y="416837"/>
                  </a:lnTo>
                  <a:lnTo>
                    <a:pt x="2474531" y="416678"/>
                  </a:lnTo>
                  <a:lnTo>
                    <a:pt x="2473932" y="416645"/>
                  </a:lnTo>
                  <a:lnTo>
                    <a:pt x="2473744" y="416589"/>
                  </a:lnTo>
                  <a:lnTo>
                    <a:pt x="2473442" y="416283"/>
                  </a:lnTo>
                  <a:lnTo>
                    <a:pt x="2473122" y="416064"/>
                  </a:lnTo>
                  <a:lnTo>
                    <a:pt x="2472762" y="415863"/>
                  </a:lnTo>
                  <a:lnTo>
                    <a:pt x="2472395" y="415799"/>
                  </a:lnTo>
                  <a:lnTo>
                    <a:pt x="2472095" y="415871"/>
                  </a:lnTo>
                  <a:lnTo>
                    <a:pt x="2471646" y="416102"/>
                  </a:lnTo>
                  <a:lnTo>
                    <a:pt x="2471450" y="416148"/>
                  </a:lnTo>
                  <a:lnTo>
                    <a:pt x="2471338" y="416144"/>
                  </a:lnTo>
                  <a:lnTo>
                    <a:pt x="2470995" y="415879"/>
                  </a:lnTo>
                  <a:lnTo>
                    <a:pt x="2470800" y="415741"/>
                  </a:lnTo>
                  <a:lnTo>
                    <a:pt x="2470615" y="415676"/>
                  </a:lnTo>
                  <a:lnTo>
                    <a:pt x="2470516" y="415673"/>
                  </a:lnTo>
                  <a:lnTo>
                    <a:pt x="2470436" y="415713"/>
                  </a:lnTo>
                  <a:lnTo>
                    <a:pt x="2470333" y="415765"/>
                  </a:lnTo>
                  <a:lnTo>
                    <a:pt x="2470095" y="415917"/>
                  </a:lnTo>
                  <a:lnTo>
                    <a:pt x="2469540" y="416447"/>
                  </a:lnTo>
                  <a:lnTo>
                    <a:pt x="2469156" y="416751"/>
                  </a:lnTo>
                  <a:lnTo>
                    <a:pt x="2468707" y="416947"/>
                  </a:lnTo>
                  <a:lnTo>
                    <a:pt x="2468535" y="416976"/>
                  </a:lnTo>
                  <a:lnTo>
                    <a:pt x="2468431" y="417044"/>
                  </a:lnTo>
                  <a:lnTo>
                    <a:pt x="2468367" y="417160"/>
                  </a:lnTo>
                  <a:lnTo>
                    <a:pt x="2468288" y="417447"/>
                  </a:lnTo>
                  <a:lnTo>
                    <a:pt x="2468219" y="417686"/>
                  </a:lnTo>
                  <a:lnTo>
                    <a:pt x="2468027" y="418087"/>
                  </a:lnTo>
                  <a:lnTo>
                    <a:pt x="2467985" y="418148"/>
                  </a:lnTo>
                  <a:lnTo>
                    <a:pt x="2467771" y="418438"/>
                  </a:lnTo>
                  <a:lnTo>
                    <a:pt x="2467632" y="418520"/>
                  </a:lnTo>
                  <a:lnTo>
                    <a:pt x="2467294" y="418760"/>
                  </a:lnTo>
                  <a:lnTo>
                    <a:pt x="2467088" y="418886"/>
                  </a:lnTo>
                  <a:lnTo>
                    <a:pt x="2466850" y="418920"/>
                  </a:lnTo>
                  <a:lnTo>
                    <a:pt x="2466805" y="418902"/>
                  </a:lnTo>
                  <a:lnTo>
                    <a:pt x="2466716" y="418833"/>
                  </a:lnTo>
                  <a:lnTo>
                    <a:pt x="2466523" y="418605"/>
                  </a:lnTo>
                  <a:lnTo>
                    <a:pt x="2466428" y="418515"/>
                  </a:lnTo>
                  <a:lnTo>
                    <a:pt x="2466414" y="418507"/>
                  </a:lnTo>
                  <a:lnTo>
                    <a:pt x="2466336" y="418502"/>
                  </a:lnTo>
                  <a:lnTo>
                    <a:pt x="2466252" y="418506"/>
                  </a:lnTo>
                  <a:lnTo>
                    <a:pt x="2466069" y="418625"/>
                  </a:lnTo>
                  <a:lnTo>
                    <a:pt x="2465613" y="418902"/>
                  </a:lnTo>
                  <a:lnTo>
                    <a:pt x="2465388" y="418995"/>
                  </a:lnTo>
                  <a:lnTo>
                    <a:pt x="2465082" y="419047"/>
                  </a:lnTo>
                  <a:lnTo>
                    <a:pt x="2464598" y="419127"/>
                  </a:lnTo>
                  <a:lnTo>
                    <a:pt x="2464354" y="419150"/>
                  </a:lnTo>
                  <a:lnTo>
                    <a:pt x="2464238" y="419116"/>
                  </a:lnTo>
                  <a:lnTo>
                    <a:pt x="2464151" y="419041"/>
                  </a:lnTo>
                  <a:lnTo>
                    <a:pt x="2463888" y="418724"/>
                  </a:lnTo>
                  <a:lnTo>
                    <a:pt x="2463656" y="418493"/>
                  </a:lnTo>
                  <a:lnTo>
                    <a:pt x="2463460" y="418317"/>
                  </a:lnTo>
                  <a:lnTo>
                    <a:pt x="2463341" y="418245"/>
                  </a:lnTo>
                  <a:lnTo>
                    <a:pt x="2463244" y="418222"/>
                  </a:lnTo>
                  <a:lnTo>
                    <a:pt x="2463143" y="418230"/>
                  </a:lnTo>
                  <a:lnTo>
                    <a:pt x="2462771" y="418316"/>
                  </a:lnTo>
                  <a:lnTo>
                    <a:pt x="2462627" y="418319"/>
                  </a:lnTo>
                  <a:lnTo>
                    <a:pt x="2462434" y="418274"/>
                  </a:lnTo>
                  <a:lnTo>
                    <a:pt x="2462307" y="418222"/>
                  </a:lnTo>
                  <a:lnTo>
                    <a:pt x="2462147" y="418089"/>
                  </a:lnTo>
                  <a:lnTo>
                    <a:pt x="2461895" y="417893"/>
                  </a:lnTo>
                  <a:lnTo>
                    <a:pt x="2461630" y="417762"/>
                  </a:lnTo>
                  <a:lnTo>
                    <a:pt x="2461610" y="417756"/>
                  </a:lnTo>
                  <a:lnTo>
                    <a:pt x="2461406" y="417779"/>
                  </a:lnTo>
                  <a:lnTo>
                    <a:pt x="2461246" y="417874"/>
                  </a:lnTo>
                  <a:lnTo>
                    <a:pt x="2460845" y="418218"/>
                  </a:lnTo>
                  <a:lnTo>
                    <a:pt x="2460634" y="418316"/>
                  </a:lnTo>
                  <a:lnTo>
                    <a:pt x="2460045" y="418313"/>
                  </a:lnTo>
                  <a:lnTo>
                    <a:pt x="2459537" y="418344"/>
                  </a:lnTo>
                  <a:lnTo>
                    <a:pt x="2459272" y="418434"/>
                  </a:lnTo>
                  <a:lnTo>
                    <a:pt x="2459097" y="418578"/>
                  </a:lnTo>
                  <a:lnTo>
                    <a:pt x="2458942" y="418800"/>
                  </a:lnTo>
                  <a:lnTo>
                    <a:pt x="2458907" y="418996"/>
                  </a:lnTo>
                  <a:lnTo>
                    <a:pt x="2458968" y="419233"/>
                  </a:lnTo>
                  <a:lnTo>
                    <a:pt x="2459237" y="419613"/>
                  </a:lnTo>
                  <a:lnTo>
                    <a:pt x="2459501" y="420196"/>
                  </a:lnTo>
                  <a:lnTo>
                    <a:pt x="2459511" y="420303"/>
                  </a:lnTo>
                  <a:lnTo>
                    <a:pt x="2459425" y="420461"/>
                  </a:lnTo>
                  <a:lnTo>
                    <a:pt x="2459341" y="420490"/>
                  </a:lnTo>
                  <a:lnTo>
                    <a:pt x="2459199" y="420490"/>
                  </a:lnTo>
                  <a:lnTo>
                    <a:pt x="2458834" y="420464"/>
                  </a:lnTo>
                  <a:lnTo>
                    <a:pt x="2458723" y="420451"/>
                  </a:lnTo>
                  <a:lnTo>
                    <a:pt x="2458657" y="420472"/>
                  </a:lnTo>
                  <a:lnTo>
                    <a:pt x="2458607" y="420506"/>
                  </a:lnTo>
                  <a:lnTo>
                    <a:pt x="2457997" y="421019"/>
                  </a:lnTo>
                  <a:lnTo>
                    <a:pt x="2457377" y="421255"/>
                  </a:lnTo>
                  <a:lnTo>
                    <a:pt x="2457139" y="421312"/>
                  </a:lnTo>
                  <a:lnTo>
                    <a:pt x="2456949" y="421286"/>
                  </a:lnTo>
                  <a:lnTo>
                    <a:pt x="2456783" y="421205"/>
                  </a:lnTo>
                  <a:lnTo>
                    <a:pt x="2456735" y="421160"/>
                  </a:lnTo>
                  <a:lnTo>
                    <a:pt x="2456680" y="421119"/>
                  </a:lnTo>
                  <a:lnTo>
                    <a:pt x="2456624" y="421093"/>
                  </a:lnTo>
                  <a:lnTo>
                    <a:pt x="2456581" y="421084"/>
                  </a:lnTo>
                  <a:lnTo>
                    <a:pt x="2456499" y="421101"/>
                  </a:lnTo>
                  <a:lnTo>
                    <a:pt x="2456489" y="421103"/>
                  </a:lnTo>
                  <a:lnTo>
                    <a:pt x="2456435" y="421154"/>
                  </a:lnTo>
                  <a:lnTo>
                    <a:pt x="2456421" y="421189"/>
                  </a:lnTo>
                  <a:lnTo>
                    <a:pt x="2456335" y="421342"/>
                  </a:lnTo>
                  <a:lnTo>
                    <a:pt x="2456098" y="421525"/>
                  </a:lnTo>
                  <a:lnTo>
                    <a:pt x="2455146" y="421521"/>
                  </a:lnTo>
                  <a:lnTo>
                    <a:pt x="2454750" y="421566"/>
                  </a:lnTo>
                  <a:lnTo>
                    <a:pt x="2454347" y="421753"/>
                  </a:lnTo>
                  <a:lnTo>
                    <a:pt x="2453928" y="422090"/>
                  </a:lnTo>
                  <a:lnTo>
                    <a:pt x="2453594" y="422493"/>
                  </a:lnTo>
                  <a:lnTo>
                    <a:pt x="2453559" y="422582"/>
                  </a:lnTo>
                  <a:lnTo>
                    <a:pt x="2453517" y="422857"/>
                  </a:lnTo>
                  <a:lnTo>
                    <a:pt x="2453558" y="423273"/>
                  </a:lnTo>
                  <a:lnTo>
                    <a:pt x="2453756" y="423855"/>
                  </a:lnTo>
                  <a:lnTo>
                    <a:pt x="2453903" y="423982"/>
                  </a:lnTo>
                  <a:lnTo>
                    <a:pt x="2453994" y="423988"/>
                  </a:lnTo>
                  <a:lnTo>
                    <a:pt x="2454078" y="423994"/>
                  </a:lnTo>
                  <a:lnTo>
                    <a:pt x="2454388" y="423911"/>
                  </a:lnTo>
                  <a:lnTo>
                    <a:pt x="2454559" y="423838"/>
                  </a:lnTo>
                  <a:lnTo>
                    <a:pt x="2454724" y="423825"/>
                  </a:lnTo>
                  <a:lnTo>
                    <a:pt x="2455012" y="423896"/>
                  </a:lnTo>
                  <a:lnTo>
                    <a:pt x="2455286" y="423998"/>
                  </a:lnTo>
                  <a:lnTo>
                    <a:pt x="2455450" y="424093"/>
                  </a:lnTo>
                  <a:lnTo>
                    <a:pt x="2455718" y="424338"/>
                  </a:lnTo>
                  <a:lnTo>
                    <a:pt x="2455932" y="424532"/>
                  </a:lnTo>
                  <a:lnTo>
                    <a:pt x="2455984" y="424679"/>
                  </a:lnTo>
                  <a:lnTo>
                    <a:pt x="2455989" y="424850"/>
                  </a:lnTo>
                  <a:lnTo>
                    <a:pt x="2455935" y="425031"/>
                  </a:lnTo>
                  <a:lnTo>
                    <a:pt x="2455855" y="425324"/>
                  </a:lnTo>
                  <a:lnTo>
                    <a:pt x="2455836" y="425569"/>
                  </a:lnTo>
                  <a:lnTo>
                    <a:pt x="2455872" y="425676"/>
                  </a:lnTo>
                  <a:lnTo>
                    <a:pt x="2455954" y="425759"/>
                  </a:lnTo>
                  <a:lnTo>
                    <a:pt x="2456154" y="425805"/>
                  </a:lnTo>
                  <a:lnTo>
                    <a:pt x="2456548" y="425868"/>
                  </a:lnTo>
                  <a:lnTo>
                    <a:pt x="2456888" y="425839"/>
                  </a:lnTo>
                  <a:lnTo>
                    <a:pt x="2457094" y="425794"/>
                  </a:lnTo>
                  <a:lnTo>
                    <a:pt x="2457830" y="425685"/>
                  </a:lnTo>
                  <a:lnTo>
                    <a:pt x="2457880" y="425717"/>
                  </a:lnTo>
                  <a:lnTo>
                    <a:pt x="2457897" y="425746"/>
                  </a:lnTo>
                  <a:lnTo>
                    <a:pt x="2458104" y="426604"/>
                  </a:lnTo>
                  <a:lnTo>
                    <a:pt x="2458445" y="427095"/>
                  </a:lnTo>
                  <a:lnTo>
                    <a:pt x="2459207" y="427531"/>
                  </a:lnTo>
                  <a:lnTo>
                    <a:pt x="2459232" y="427698"/>
                  </a:lnTo>
                  <a:lnTo>
                    <a:pt x="2459098" y="428923"/>
                  </a:lnTo>
                  <a:lnTo>
                    <a:pt x="2459268" y="429082"/>
                  </a:lnTo>
                  <a:lnTo>
                    <a:pt x="2459514" y="429213"/>
                  </a:lnTo>
                  <a:lnTo>
                    <a:pt x="2459855" y="429129"/>
                  </a:lnTo>
                  <a:lnTo>
                    <a:pt x="2461606" y="435539"/>
                  </a:lnTo>
                  <a:lnTo>
                    <a:pt x="2462177" y="437719"/>
                  </a:lnTo>
                  <a:lnTo>
                    <a:pt x="2465188" y="449068"/>
                  </a:lnTo>
                  <a:lnTo>
                    <a:pt x="2468442" y="461257"/>
                  </a:lnTo>
                  <a:lnTo>
                    <a:pt x="2467895" y="461372"/>
                  </a:lnTo>
                  <a:lnTo>
                    <a:pt x="2467851" y="461389"/>
                  </a:lnTo>
                  <a:lnTo>
                    <a:pt x="2467830" y="461404"/>
                  </a:lnTo>
                  <a:lnTo>
                    <a:pt x="2467790" y="461482"/>
                  </a:lnTo>
                  <a:lnTo>
                    <a:pt x="2467715" y="461737"/>
                  </a:lnTo>
                  <a:lnTo>
                    <a:pt x="2467677" y="461830"/>
                  </a:lnTo>
                  <a:lnTo>
                    <a:pt x="2467630" y="461860"/>
                  </a:lnTo>
                  <a:lnTo>
                    <a:pt x="2467512" y="461934"/>
                  </a:lnTo>
                  <a:lnTo>
                    <a:pt x="2467287" y="461989"/>
                  </a:lnTo>
                  <a:lnTo>
                    <a:pt x="2466871" y="462010"/>
                  </a:lnTo>
                  <a:lnTo>
                    <a:pt x="2466788" y="462047"/>
                  </a:lnTo>
                  <a:lnTo>
                    <a:pt x="2466730" y="462086"/>
                  </a:lnTo>
                  <a:lnTo>
                    <a:pt x="2466673" y="462182"/>
                  </a:lnTo>
                  <a:lnTo>
                    <a:pt x="2466662" y="462213"/>
                  </a:lnTo>
                  <a:lnTo>
                    <a:pt x="2466310" y="463487"/>
                  </a:lnTo>
                  <a:lnTo>
                    <a:pt x="2466318" y="463539"/>
                  </a:lnTo>
                  <a:lnTo>
                    <a:pt x="2466280" y="463651"/>
                  </a:lnTo>
                  <a:lnTo>
                    <a:pt x="2466277" y="463662"/>
                  </a:lnTo>
                  <a:lnTo>
                    <a:pt x="2466273" y="463676"/>
                  </a:lnTo>
                  <a:lnTo>
                    <a:pt x="2466269" y="463698"/>
                  </a:lnTo>
                  <a:lnTo>
                    <a:pt x="2466268" y="463707"/>
                  </a:lnTo>
                  <a:lnTo>
                    <a:pt x="2466267" y="463720"/>
                  </a:lnTo>
                  <a:lnTo>
                    <a:pt x="2466267" y="463740"/>
                  </a:lnTo>
                  <a:lnTo>
                    <a:pt x="2466267" y="463749"/>
                  </a:lnTo>
                  <a:lnTo>
                    <a:pt x="2466269" y="463766"/>
                  </a:lnTo>
                  <a:lnTo>
                    <a:pt x="2466276" y="463802"/>
                  </a:lnTo>
                  <a:lnTo>
                    <a:pt x="2466279" y="463813"/>
                  </a:lnTo>
                  <a:lnTo>
                    <a:pt x="2466283" y="463820"/>
                  </a:lnTo>
                  <a:lnTo>
                    <a:pt x="2466288" y="463824"/>
                  </a:lnTo>
                  <a:lnTo>
                    <a:pt x="2466306" y="463835"/>
                  </a:lnTo>
                  <a:lnTo>
                    <a:pt x="2466310" y="463838"/>
                  </a:lnTo>
                  <a:lnTo>
                    <a:pt x="2466314" y="463842"/>
                  </a:lnTo>
                  <a:lnTo>
                    <a:pt x="2466331" y="463872"/>
                  </a:lnTo>
                  <a:lnTo>
                    <a:pt x="2466345" y="463920"/>
                  </a:lnTo>
                  <a:lnTo>
                    <a:pt x="2466348" y="463939"/>
                  </a:lnTo>
                  <a:lnTo>
                    <a:pt x="2466349" y="463950"/>
                  </a:lnTo>
                  <a:lnTo>
                    <a:pt x="2466346" y="463964"/>
                  </a:lnTo>
                  <a:lnTo>
                    <a:pt x="2466344" y="463971"/>
                  </a:lnTo>
                  <a:lnTo>
                    <a:pt x="2466214" y="464183"/>
                  </a:lnTo>
                  <a:lnTo>
                    <a:pt x="2466208" y="464189"/>
                  </a:lnTo>
                  <a:lnTo>
                    <a:pt x="2466203" y="464192"/>
                  </a:lnTo>
                  <a:lnTo>
                    <a:pt x="2466194" y="464194"/>
                  </a:lnTo>
                  <a:lnTo>
                    <a:pt x="2466190" y="464194"/>
                  </a:lnTo>
                  <a:lnTo>
                    <a:pt x="2466184" y="464194"/>
                  </a:lnTo>
                  <a:lnTo>
                    <a:pt x="2466115" y="464179"/>
                  </a:lnTo>
                  <a:lnTo>
                    <a:pt x="2466067" y="464144"/>
                  </a:lnTo>
                  <a:lnTo>
                    <a:pt x="2466058" y="464132"/>
                  </a:lnTo>
                  <a:lnTo>
                    <a:pt x="2466045" y="464121"/>
                  </a:lnTo>
                  <a:lnTo>
                    <a:pt x="2466034" y="464114"/>
                  </a:lnTo>
                  <a:lnTo>
                    <a:pt x="2466027" y="464111"/>
                  </a:lnTo>
                  <a:lnTo>
                    <a:pt x="2466020" y="464109"/>
                  </a:lnTo>
                  <a:lnTo>
                    <a:pt x="2466010" y="464106"/>
                  </a:lnTo>
                  <a:lnTo>
                    <a:pt x="2466002" y="464105"/>
                  </a:lnTo>
                  <a:lnTo>
                    <a:pt x="2465995" y="464105"/>
                  </a:lnTo>
                  <a:lnTo>
                    <a:pt x="2465989" y="464105"/>
                  </a:lnTo>
                  <a:lnTo>
                    <a:pt x="2465981" y="464105"/>
                  </a:lnTo>
                  <a:lnTo>
                    <a:pt x="2465973" y="464107"/>
                  </a:lnTo>
                  <a:lnTo>
                    <a:pt x="2465965" y="464109"/>
                  </a:lnTo>
                  <a:lnTo>
                    <a:pt x="2465958" y="464112"/>
                  </a:lnTo>
                  <a:lnTo>
                    <a:pt x="2465948" y="464116"/>
                  </a:lnTo>
                  <a:lnTo>
                    <a:pt x="2465940" y="464122"/>
                  </a:lnTo>
                  <a:lnTo>
                    <a:pt x="2465765" y="464234"/>
                  </a:lnTo>
                  <a:lnTo>
                    <a:pt x="2465760" y="464238"/>
                  </a:lnTo>
                  <a:lnTo>
                    <a:pt x="2465753" y="464243"/>
                  </a:lnTo>
                  <a:lnTo>
                    <a:pt x="2465749" y="464248"/>
                  </a:lnTo>
                  <a:lnTo>
                    <a:pt x="2465744" y="464256"/>
                  </a:lnTo>
                  <a:lnTo>
                    <a:pt x="2465741" y="464261"/>
                  </a:lnTo>
                  <a:lnTo>
                    <a:pt x="2465739" y="464266"/>
                  </a:lnTo>
                  <a:lnTo>
                    <a:pt x="2465738" y="464273"/>
                  </a:lnTo>
                  <a:lnTo>
                    <a:pt x="2465737" y="464286"/>
                  </a:lnTo>
                  <a:lnTo>
                    <a:pt x="2465794" y="464349"/>
                  </a:lnTo>
                  <a:lnTo>
                    <a:pt x="2466036" y="464701"/>
                  </a:lnTo>
                  <a:lnTo>
                    <a:pt x="2466043" y="464811"/>
                  </a:lnTo>
                  <a:lnTo>
                    <a:pt x="2466041" y="464816"/>
                  </a:lnTo>
                  <a:lnTo>
                    <a:pt x="2466038" y="464821"/>
                  </a:lnTo>
                  <a:lnTo>
                    <a:pt x="2465899" y="464948"/>
                  </a:lnTo>
                  <a:lnTo>
                    <a:pt x="2465753" y="465061"/>
                  </a:lnTo>
                  <a:lnTo>
                    <a:pt x="2465696" y="465101"/>
                  </a:lnTo>
                  <a:lnTo>
                    <a:pt x="2465691" y="465105"/>
                  </a:lnTo>
                  <a:lnTo>
                    <a:pt x="2465687" y="465110"/>
                  </a:lnTo>
                  <a:lnTo>
                    <a:pt x="2465685" y="465115"/>
                  </a:lnTo>
                  <a:lnTo>
                    <a:pt x="2465682" y="465122"/>
                  </a:lnTo>
                  <a:lnTo>
                    <a:pt x="2465680" y="465136"/>
                  </a:lnTo>
                  <a:lnTo>
                    <a:pt x="2465681" y="465149"/>
                  </a:lnTo>
                  <a:lnTo>
                    <a:pt x="2465686" y="465191"/>
                  </a:lnTo>
                  <a:lnTo>
                    <a:pt x="2465694" y="465235"/>
                  </a:lnTo>
                  <a:lnTo>
                    <a:pt x="2465700" y="465253"/>
                  </a:lnTo>
                  <a:lnTo>
                    <a:pt x="2465704" y="465264"/>
                  </a:lnTo>
                  <a:lnTo>
                    <a:pt x="2465710" y="465314"/>
                  </a:lnTo>
                  <a:lnTo>
                    <a:pt x="2465740" y="465452"/>
                  </a:lnTo>
                  <a:lnTo>
                    <a:pt x="2465795" y="465632"/>
                  </a:lnTo>
                  <a:lnTo>
                    <a:pt x="2465911" y="465888"/>
                  </a:lnTo>
                  <a:lnTo>
                    <a:pt x="2465984" y="465950"/>
                  </a:lnTo>
                  <a:lnTo>
                    <a:pt x="2466161" y="465977"/>
                  </a:lnTo>
                  <a:lnTo>
                    <a:pt x="2466575" y="466141"/>
                  </a:lnTo>
                  <a:lnTo>
                    <a:pt x="2466582" y="466145"/>
                  </a:lnTo>
                  <a:lnTo>
                    <a:pt x="2466591" y="466150"/>
                  </a:lnTo>
                  <a:lnTo>
                    <a:pt x="2466600" y="466158"/>
                  </a:lnTo>
                  <a:lnTo>
                    <a:pt x="2466607" y="466164"/>
                  </a:lnTo>
                  <a:lnTo>
                    <a:pt x="2466613" y="466170"/>
                  </a:lnTo>
                  <a:lnTo>
                    <a:pt x="2466618" y="466177"/>
                  </a:lnTo>
                  <a:lnTo>
                    <a:pt x="2466622" y="466184"/>
                  </a:lnTo>
                  <a:lnTo>
                    <a:pt x="2466722" y="466387"/>
                  </a:lnTo>
                  <a:lnTo>
                    <a:pt x="2466759" y="466470"/>
                  </a:lnTo>
                  <a:lnTo>
                    <a:pt x="2466738" y="466670"/>
                  </a:lnTo>
                  <a:lnTo>
                    <a:pt x="2466618" y="467271"/>
                  </a:lnTo>
                  <a:lnTo>
                    <a:pt x="2466399" y="468317"/>
                  </a:lnTo>
                  <a:lnTo>
                    <a:pt x="2466373" y="468448"/>
                  </a:lnTo>
                  <a:lnTo>
                    <a:pt x="2466348" y="468485"/>
                  </a:lnTo>
                  <a:lnTo>
                    <a:pt x="2466193" y="468726"/>
                  </a:lnTo>
                  <a:lnTo>
                    <a:pt x="2466123" y="468831"/>
                  </a:lnTo>
                  <a:lnTo>
                    <a:pt x="2465957" y="468973"/>
                  </a:lnTo>
                  <a:lnTo>
                    <a:pt x="2465787" y="469069"/>
                  </a:lnTo>
                  <a:lnTo>
                    <a:pt x="2465772" y="469078"/>
                  </a:lnTo>
                  <a:lnTo>
                    <a:pt x="2465757" y="469088"/>
                  </a:lnTo>
                  <a:lnTo>
                    <a:pt x="2465651" y="469164"/>
                  </a:lnTo>
                  <a:lnTo>
                    <a:pt x="2465646" y="469168"/>
                  </a:lnTo>
                  <a:lnTo>
                    <a:pt x="2465642" y="469172"/>
                  </a:lnTo>
                  <a:lnTo>
                    <a:pt x="2465512" y="469387"/>
                  </a:lnTo>
                  <a:lnTo>
                    <a:pt x="2465437" y="469513"/>
                  </a:lnTo>
                  <a:lnTo>
                    <a:pt x="2465411" y="469897"/>
                  </a:lnTo>
                  <a:lnTo>
                    <a:pt x="2465415" y="469907"/>
                  </a:lnTo>
                  <a:lnTo>
                    <a:pt x="2465536" y="470382"/>
                  </a:lnTo>
                  <a:lnTo>
                    <a:pt x="2465537" y="470396"/>
                  </a:lnTo>
                  <a:lnTo>
                    <a:pt x="2465535" y="470417"/>
                  </a:lnTo>
                  <a:lnTo>
                    <a:pt x="2465525" y="470433"/>
                  </a:lnTo>
                  <a:lnTo>
                    <a:pt x="2465409" y="470597"/>
                  </a:lnTo>
                  <a:lnTo>
                    <a:pt x="2465312" y="470834"/>
                  </a:lnTo>
                  <a:lnTo>
                    <a:pt x="2465115" y="471043"/>
                  </a:lnTo>
                  <a:lnTo>
                    <a:pt x="2465022" y="471222"/>
                  </a:lnTo>
                  <a:lnTo>
                    <a:pt x="2464878" y="471395"/>
                  </a:lnTo>
                  <a:lnTo>
                    <a:pt x="2464664" y="471630"/>
                  </a:lnTo>
                  <a:lnTo>
                    <a:pt x="2464449" y="471897"/>
                  </a:lnTo>
                  <a:lnTo>
                    <a:pt x="2464442" y="472001"/>
                  </a:lnTo>
                  <a:lnTo>
                    <a:pt x="2464447" y="472119"/>
                  </a:lnTo>
                  <a:lnTo>
                    <a:pt x="2464768" y="472371"/>
                  </a:lnTo>
                  <a:lnTo>
                    <a:pt x="2464770" y="472381"/>
                  </a:lnTo>
                  <a:lnTo>
                    <a:pt x="2464813" y="472568"/>
                  </a:lnTo>
                  <a:lnTo>
                    <a:pt x="2464840" y="472643"/>
                  </a:lnTo>
                  <a:lnTo>
                    <a:pt x="2464879" y="472748"/>
                  </a:lnTo>
                  <a:lnTo>
                    <a:pt x="2464941" y="472977"/>
                  </a:lnTo>
                  <a:lnTo>
                    <a:pt x="2464946" y="472995"/>
                  </a:lnTo>
                  <a:lnTo>
                    <a:pt x="2464947" y="473002"/>
                  </a:lnTo>
                  <a:lnTo>
                    <a:pt x="2464947" y="473037"/>
                  </a:lnTo>
                  <a:lnTo>
                    <a:pt x="2464946" y="473049"/>
                  </a:lnTo>
                  <a:lnTo>
                    <a:pt x="2464944" y="473069"/>
                  </a:lnTo>
                  <a:lnTo>
                    <a:pt x="2464942" y="473077"/>
                  </a:lnTo>
                  <a:lnTo>
                    <a:pt x="2464937" y="473088"/>
                  </a:lnTo>
                  <a:lnTo>
                    <a:pt x="2464923" y="473110"/>
                  </a:lnTo>
                  <a:lnTo>
                    <a:pt x="2464911" y="473124"/>
                  </a:lnTo>
                  <a:lnTo>
                    <a:pt x="2464879" y="473160"/>
                  </a:lnTo>
                  <a:lnTo>
                    <a:pt x="2464859" y="473179"/>
                  </a:lnTo>
                  <a:lnTo>
                    <a:pt x="2464823" y="473203"/>
                  </a:lnTo>
                  <a:lnTo>
                    <a:pt x="2464757" y="473245"/>
                  </a:lnTo>
                  <a:lnTo>
                    <a:pt x="2464748" y="473248"/>
                  </a:lnTo>
                  <a:lnTo>
                    <a:pt x="2464727" y="473250"/>
                  </a:lnTo>
                  <a:lnTo>
                    <a:pt x="2464683" y="473251"/>
                  </a:lnTo>
                  <a:lnTo>
                    <a:pt x="2464621" y="473258"/>
                  </a:lnTo>
                  <a:lnTo>
                    <a:pt x="2464504" y="473291"/>
                  </a:lnTo>
                  <a:lnTo>
                    <a:pt x="2464488" y="473298"/>
                  </a:lnTo>
                  <a:lnTo>
                    <a:pt x="2464478" y="473304"/>
                  </a:lnTo>
                  <a:lnTo>
                    <a:pt x="2464474" y="473307"/>
                  </a:lnTo>
                  <a:lnTo>
                    <a:pt x="2464470" y="473314"/>
                  </a:lnTo>
                  <a:lnTo>
                    <a:pt x="2464468" y="473325"/>
                  </a:lnTo>
                  <a:lnTo>
                    <a:pt x="2464466" y="473345"/>
                  </a:lnTo>
                  <a:lnTo>
                    <a:pt x="2464466" y="473363"/>
                  </a:lnTo>
                  <a:lnTo>
                    <a:pt x="2464467" y="473398"/>
                  </a:lnTo>
                  <a:lnTo>
                    <a:pt x="2464469" y="473410"/>
                  </a:lnTo>
                  <a:lnTo>
                    <a:pt x="2464477" y="473429"/>
                  </a:lnTo>
                  <a:lnTo>
                    <a:pt x="2464482" y="473437"/>
                  </a:lnTo>
                  <a:lnTo>
                    <a:pt x="2464502" y="473461"/>
                  </a:lnTo>
                  <a:lnTo>
                    <a:pt x="2464558" y="473523"/>
                  </a:lnTo>
                  <a:lnTo>
                    <a:pt x="2464581" y="473544"/>
                  </a:lnTo>
                  <a:lnTo>
                    <a:pt x="2464593" y="473552"/>
                  </a:lnTo>
                  <a:lnTo>
                    <a:pt x="2464618" y="473566"/>
                  </a:lnTo>
                  <a:lnTo>
                    <a:pt x="2464706" y="473609"/>
                  </a:lnTo>
                  <a:lnTo>
                    <a:pt x="2464721" y="473616"/>
                  </a:lnTo>
                  <a:lnTo>
                    <a:pt x="2464729" y="473622"/>
                  </a:lnTo>
                  <a:lnTo>
                    <a:pt x="2464736" y="473629"/>
                  </a:lnTo>
                  <a:lnTo>
                    <a:pt x="2464743" y="473640"/>
                  </a:lnTo>
                  <a:lnTo>
                    <a:pt x="2464745" y="473646"/>
                  </a:lnTo>
                  <a:lnTo>
                    <a:pt x="2464748" y="473665"/>
                  </a:lnTo>
                  <a:lnTo>
                    <a:pt x="2464754" y="473699"/>
                  </a:lnTo>
                  <a:lnTo>
                    <a:pt x="2464759" y="473756"/>
                  </a:lnTo>
                  <a:lnTo>
                    <a:pt x="2464759" y="473769"/>
                  </a:lnTo>
                  <a:lnTo>
                    <a:pt x="2464754" y="473796"/>
                  </a:lnTo>
                  <a:lnTo>
                    <a:pt x="2464752" y="473803"/>
                  </a:lnTo>
                  <a:lnTo>
                    <a:pt x="2464733" y="473849"/>
                  </a:lnTo>
                  <a:lnTo>
                    <a:pt x="2464729" y="473855"/>
                  </a:lnTo>
                  <a:lnTo>
                    <a:pt x="2464713" y="473870"/>
                  </a:lnTo>
                  <a:lnTo>
                    <a:pt x="2464684" y="473884"/>
                  </a:lnTo>
                  <a:lnTo>
                    <a:pt x="2464659" y="473893"/>
                  </a:lnTo>
                  <a:lnTo>
                    <a:pt x="2464626" y="473902"/>
                  </a:lnTo>
                  <a:lnTo>
                    <a:pt x="2464601" y="473910"/>
                  </a:lnTo>
                  <a:lnTo>
                    <a:pt x="2464563" y="473921"/>
                  </a:lnTo>
                  <a:lnTo>
                    <a:pt x="2464542" y="473927"/>
                  </a:lnTo>
                  <a:lnTo>
                    <a:pt x="2464521" y="473934"/>
                  </a:lnTo>
                  <a:lnTo>
                    <a:pt x="2464444" y="473960"/>
                  </a:lnTo>
                  <a:lnTo>
                    <a:pt x="2464393" y="473984"/>
                  </a:lnTo>
                  <a:lnTo>
                    <a:pt x="2464388" y="473989"/>
                  </a:lnTo>
                  <a:lnTo>
                    <a:pt x="2464382" y="473994"/>
                  </a:lnTo>
                  <a:lnTo>
                    <a:pt x="2464379" y="474001"/>
                  </a:lnTo>
                  <a:lnTo>
                    <a:pt x="2464378" y="474008"/>
                  </a:lnTo>
                  <a:lnTo>
                    <a:pt x="2464379" y="474054"/>
                  </a:lnTo>
                  <a:lnTo>
                    <a:pt x="2464382" y="474083"/>
                  </a:lnTo>
                  <a:lnTo>
                    <a:pt x="2464413" y="474173"/>
                  </a:lnTo>
                  <a:lnTo>
                    <a:pt x="2464418" y="474361"/>
                  </a:lnTo>
                  <a:lnTo>
                    <a:pt x="2464442" y="474451"/>
                  </a:lnTo>
                  <a:lnTo>
                    <a:pt x="2464603" y="474640"/>
                  </a:lnTo>
                  <a:lnTo>
                    <a:pt x="2464635" y="474669"/>
                  </a:lnTo>
                  <a:lnTo>
                    <a:pt x="2465046" y="474931"/>
                  </a:lnTo>
                  <a:lnTo>
                    <a:pt x="2465075" y="474955"/>
                  </a:lnTo>
                  <a:lnTo>
                    <a:pt x="2465133" y="475051"/>
                  </a:lnTo>
                  <a:lnTo>
                    <a:pt x="2465190" y="475200"/>
                  </a:lnTo>
                  <a:lnTo>
                    <a:pt x="2465198" y="475250"/>
                  </a:lnTo>
                  <a:lnTo>
                    <a:pt x="2465124" y="475548"/>
                  </a:lnTo>
                  <a:lnTo>
                    <a:pt x="2465125" y="475558"/>
                  </a:lnTo>
                  <a:lnTo>
                    <a:pt x="2465120" y="475628"/>
                  </a:lnTo>
                  <a:lnTo>
                    <a:pt x="2465115" y="475701"/>
                  </a:lnTo>
                  <a:lnTo>
                    <a:pt x="2465115" y="475746"/>
                  </a:lnTo>
                  <a:lnTo>
                    <a:pt x="2465118" y="475765"/>
                  </a:lnTo>
                  <a:lnTo>
                    <a:pt x="2465134" y="475828"/>
                  </a:lnTo>
                  <a:lnTo>
                    <a:pt x="2465148" y="475874"/>
                  </a:lnTo>
                  <a:lnTo>
                    <a:pt x="2465152" y="475885"/>
                  </a:lnTo>
                  <a:lnTo>
                    <a:pt x="2465175" y="475944"/>
                  </a:lnTo>
                  <a:lnTo>
                    <a:pt x="2465225" y="476032"/>
                  </a:lnTo>
                  <a:lnTo>
                    <a:pt x="2465253" y="476076"/>
                  </a:lnTo>
                  <a:lnTo>
                    <a:pt x="2465264" y="476096"/>
                  </a:lnTo>
                  <a:lnTo>
                    <a:pt x="2465279" y="476132"/>
                  </a:lnTo>
                  <a:lnTo>
                    <a:pt x="2465281" y="476141"/>
                  </a:lnTo>
                  <a:lnTo>
                    <a:pt x="2465283" y="476158"/>
                  </a:lnTo>
                  <a:lnTo>
                    <a:pt x="2465282" y="476170"/>
                  </a:lnTo>
                  <a:lnTo>
                    <a:pt x="2465280" y="476178"/>
                  </a:lnTo>
                  <a:lnTo>
                    <a:pt x="2465274" y="476191"/>
                  </a:lnTo>
                  <a:lnTo>
                    <a:pt x="2465263" y="476205"/>
                  </a:lnTo>
                  <a:lnTo>
                    <a:pt x="2465235" y="476230"/>
                  </a:lnTo>
                  <a:lnTo>
                    <a:pt x="2465226" y="476236"/>
                  </a:lnTo>
                  <a:lnTo>
                    <a:pt x="2464802" y="476478"/>
                  </a:lnTo>
                  <a:lnTo>
                    <a:pt x="2464773" y="476493"/>
                  </a:lnTo>
                  <a:lnTo>
                    <a:pt x="2464763" y="476498"/>
                  </a:lnTo>
                  <a:lnTo>
                    <a:pt x="2464753" y="476500"/>
                  </a:lnTo>
                  <a:lnTo>
                    <a:pt x="2464732" y="476504"/>
                  </a:lnTo>
                  <a:lnTo>
                    <a:pt x="2464687" y="476508"/>
                  </a:lnTo>
                  <a:lnTo>
                    <a:pt x="2464673" y="476510"/>
                  </a:lnTo>
                  <a:lnTo>
                    <a:pt x="2464659" y="476515"/>
                  </a:lnTo>
                  <a:lnTo>
                    <a:pt x="2464646" y="476522"/>
                  </a:lnTo>
                  <a:lnTo>
                    <a:pt x="2464640" y="476526"/>
                  </a:lnTo>
                  <a:lnTo>
                    <a:pt x="2464629" y="476541"/>
                  </a:lnTo>
                  <a:lnTo>
                    <a:pt x="2464618" y="476560"/>
                  </a:lnTo>
                  <a:lnTo>
                    <a:pt x="2464602" y="476599"/>
                  </a:lnTo>
                  <a:lnTo>
                    <a:pt x="2464584" y="476649"/>
                  </a:lnTo>
                  <a:lnTo>
                    <a:pt x="2464576" y="476673"/>
                  </a:lnTo>
                  <a:lnTo>
                    <a:pt x="2464573" y="476705"/>
                  </a:lnTo>
                  <a:lnTo>
                    <a:pt x="2464572" y="476734"/>
                  </a:lnTo>
                  <a:lnTo>
                    <a:pt x="2464575" y="476808"/>
                  </a:lnTo>
                  <a:lnTo>
                    <a:pt x="2464578" y="476826"/>
                  </a:lnTo>
                  <a:lnTo>
                    <a:pt x="2464594" y="476911"/>
                  </a:lnTo>
                  <a:lnTo>
                    <a:pt x="2464605" y="476938"/>
                  </a:lnTo>
                  <a:lnTo>
                    <a:pt x="2464608" y="476943"/>
                  </a:lnTo>
                  <a:lnTo>
                    <a:pt x="2464613" y="476950"/>
                  </a:lnTo>
                  <a:lnTo>
                    <a:pt x="2464643" y="476982"/>
                  </a:lnTo>
                  <a:lnTo>
                    <a:pt x="2464653" y="476991"/>
                  </a:lnTo>
                  <a:lnTo>
                    <a:pt x="2464681" y="477009"/>
                  </a:lnTo>
                  <a:lnTo>
                    <a:pt x="2464720" y="477030"/>
                  </a:lnTo>
                  <a:lnTo>
                    <a:pt x="2464774" y="477057"/>
                  </a:lnTo>
                  <a:lnTo>
                    <a:pt x="2464823" y="477079"/>
                  </a:lnTo>
                  <a:lnTo>
                    <a:pt x="2464847" y="477089"/>
                  </a:lnTo>
                  <a:lnTo>
                    <a:pt x="2464934" y="477131"/>
                  </a:lnTo>
                  <a:lnTo>
                    <a:pt x="2464958" y="477143"/>
                  </a:lnTo>
                  <a:lnTo>
                    <a:pt x="2464999" y="477165"/>
                  </a:lnTo>
                  <a:lnTo>
                    <a:pt x="2465029" y="477184"/>
                  </a:lnTo>
                  <a:lnTo>
                    <a:pt x="2465042" y="477194"/>
                  </a:lnTo>
                  <a:lnTo>
                    <a:pt x="2465069" y="477222"/>
                  </a:lnTo>
                  <a:lnTo>
                    <a:pt x="2465082" y="477244"/>
                  </a:lnTo>
                  <a:lnTo>
                    <a:pt x="2465085" y="477250"/>
                  </a:lnTo>
                  <a:lnTo>
                    <a:pt x="2465087" y="477256"/>
                  </a:lnTo>
                  <a:lnTo>
                    <a:pt x="2465093" y="477277"/>
                  </a:lnTo>
                  <a:lnTo>
                    <a:pt x="2465096" y="477302"/>
                  </a:lnTo>
                  <a:lnTo>
                    <a:pt x="2465096" y="477320"/>
                  </a:lnTo>
                  <a:lnTo>
                    <a:pt x="2465092" y="477343"/>
                  </a:lnTo>
                  <a:lnTo>
                    <a:pt x="2465077" y="477390"/>
                  </a:lnTo>
                  <a:lnTo>
                    <a:pt x="2465056" y="477451"/>
                  </a:lnTo>
                  <a:lnTo>
                    <a:pt x="2464971" y="477839"/>
                  </a:lnTo>
                  <a:lnTo>
                    <a:pt x="2464926" y="477974"/>
                  </a:lnTo>
                  <a:lnTo>
                    <a:pt x="2464894" y="477995"/>
                  </a:lnTo>
                  <a:lnTo>
                    <a:pt x="2464882" y="478001"/>
                  </a:lnTo>
                  <a:lnTo>
                    <a:pt x="2464858" y="478008"/>
                  </a:lnTo>
                  <a:lnTo>
                    <a:pt x="2464812" y="478019"/>
                  </a:lnTo>
                  <a:lnTo>
                    <a:pt x="2464805" y="478021"/>
                  </a:lnTo>
                  <a:lnTo>
                    <a:pt x="2464792" y="478030"/>
                  </a:lnTo>
                  <a:lnTo>
                    <a:pt x="2464756" y="478061"/>
                  </a:lnTo>
                  <a:lnTo>
                    <a:pt x="2464632" y="478264"/>
                  </a:lnTo>
                  <a:lnTo>
                    <a:pt x="2464648" y="478421"/>
                  </a:lnTo>
                  <a:lnTo>
                    <a:pt x="2464676" y="478746"/>
                  </a:lnTo>
                  <a:lnTo>
                    <a:pt x="2464715" y="478868"/>
                  </a:lnTo>
                  <a:lnTo>
                    <a:pt x="2464783" y="479031"/>
                  </a:lnTo>
                  <a:lnTo>
                    <a:pt x="2464786" y="479039"/>
                  </a:lnTo>
                  <a:lnTo>
                    <a:pt x="2464798" y="479063"/>
                  </a:lnTo>
                  <a:lnTo>
                    <a:pt x="2464802" y="479070"/>
                  </a:lnTo>
                  <a:lnTo>
                    <a:pt x="2464806" y="479077"/>
                  </a:lnTo>
                  <a:lnTo>
                    <a:pt x="2464812" y="479084"/>
                  </a:lnTo>
                  <a:lnTo>
                    <a:pt x="2464817" y="479089"/>
                  </a:lnTo>
                  <a:lnTo>
                    <a:pt x="2464825" y="479094"/>
                  </a:lnTo>
                  <a:lnTo>
                    <a:pt x="2464889" y="479128"/>
                  </a:lnTo>
                  <a:lnTo>
                    <a:pt x="2465027" y="479191"/>
                  </a:lnTo>
                  <a:lnTo>
                    <a:pt x="2465123" y="479232"/>
                  </a:lnTo>
                  <a:lnTo>
                    <a:pt x="2465133" y="479236"/>
                  </a:lnTo>
                  <a:lnTo>
                    <a:pt x="2465180" y="479256"/>
                  </a:lnTo>
                  <a:lnTo>
                    <a:pt x="2465242" y="479282"/>
                  </a:lnTo>
                  <a:lnTo>
                    <a:pt x="2465406" y="479354"/>
                  </a:lnTo>
                  <a:lnTo>
                    <a:pt x="2465420" y="479363"/>
                  </a:lnTo>
                  <a:lnTo>
                    <a:pt x="2465426" y="479368"/>
                  </a:lnTo>
                  <a:lnTo>
                    <a:pt x="2465495" y="479479"/>
                  </a:lnTo>
                  <a:lnTo>
                    <a:pt x="2465532" y="479547"/>
                  </a:lnTo>
                  <a:lnTo>
                    <a:pt x="2465618" y="479747"/>
                  </a:lnTo>
                  <a:lnTo>
                    <a:pt x="2465620" y="479752"/>
                  </a:lnTo>
                  <a:lnTo>
                    <a:pt x="2465622" y="479758"/>
                  </a:lnTo>
                  <a:lnTo>
                    <a:pt x="2465623" y="479763"/>
                  </a:lnTo>
                  <a:lnTo>
                    <a:pt x="2465638" y="479845"/>
                  </a:lnTo>
                  <a:lnTo>
                    <a:pt x="2465639" y="479852"/>
                  </a:lnTo>
                  <a:lnTo>
                    <a:pt x="2465639" y="479864"/>
                  </a:lnTo>
                  <a:lnTo>
                    <a:pt x="2465640" y="479892"/>
                  </a:lnTo>
                  <a:lnTo>
                    <a:pt x="2465636" y="479936"/>
                  </a:lnTo>
                  <a:lnTo>
                    <a:pt x="2465631" y="479966"/>
                  </a:lnTo>
                  <a:lnTo>
                    <a:pt x="2465626" y="479989"/>
                  </a:lnTo>
                  <a:lnTo>
                    <a:pt x="2465624" y="479996"/>
                  </a:lnTo>
                  <a:lnTo>
                    <a:pt x="2465620" y="480006"/>
                  </a:lnTo>
                  <a:lnTo>
                    <a:pt x="2465611" y="480019"/>
                  </a:lnTo>
                  <a:lnTo>
                    <a:pt x="2465606" y="480024"/>
                  </a:lnTo>
                  <a:lnTo>
                    <a:pt x="2465600" y="480027"/>
                  </a:lnTo>
                  <a:lnTo>
                    <a:pt x="2465591" y="480030"/>
                  </a:lnTo>
                  <a:lnTo>
                    <a:pt x="2465499" y="480065"/>
                  </a:lnTo>
                  <a:lnTo>
                    <a:pt x="2465487" y="480067"/>
                  </a:lnTo>
                  <a:lnTo>
                    <a:pt x="2465365" y="480063"/>
                  </a:lnTo>
                  <a:lnTo>
                    <a:pt x="2465315" y="480112"/>
                  </a:lnTo>
                  <a:lnTo>
                    <a:pt x="2465325" y="480278"/>
                  </a:lnTo>
                  <a:lnTo>
                    <a:pt x="2465259" y="480779"/>
                  </a:lnTo>
                  <a:lnTo>
                    <a:pt x="2465244" y="480897"/>
                  </a:lnTo>
                  <a:lnTo>
                    <a:pt x="2465238" y="480951"/>
                  </a:lnTo>
                  <a:lnTo>
                    <a:pt x="2465257" y="480992"/>
                  </a:lnTo>
                  <a:lnTo>
                    <a:pt x="2465346" y="481178"/>
                  </a:lnTo>
                  <a:lnTo>
                    <a:pt x="2465350" y="481185"/>
                  </a:lnTo>
                  <a:lnTo>
                    <a:pt x="2465354" y="481202"/>
                  </a:lnTo>
                  <a:lnTo>
                    <a:pt x="2465357" y="481221"/>
                  </a:lnTo>
                  <a:lnTo>
                    <a:pt x="2465360" y="481245"/>
                  </a:lnTo>
                  <a:lnTo>
                    <a:pt x="2465359" y="481262"/>
                  </a:lnTo>
                  <a:lnTo>
                    <a:pt x="2465358" y="481277"/>
                  </a:lnTo>
                  <a:lnTo>
                    <a:pt x="2465357" y="481289"/>
                  </a:lnTo>
                  <a:lnTo>
                    <a:pt x="2465355" y="481294"/>
                  </a:lnTo>
                  <a:lnTo>
                    <a:pt x="2465350" y="481302"/>
                  </a:lnTo>
                  <a:lnTo>
                    <a:pt x="2465344" y="481311"/>
                  </a:lnTo>
                  <a:lnTo>
                    <a:pt x="2465326" y="481331"/>
                  </a:lnTo>
                  <a:lnTo>
                    <a:pt x="2465319" y="481338"/>
                  </a:lnTo>
                  <a:lnTo>
                    <a:pt x="2465306" y="481349"/>
                  </a:lnTo>
                  <a:lnTo>
                    <a:pt x="2465287" y="481364"/>
                  </a:lnTo>
                  <a:lnTo>
                    <a:pt x="2465275" y="481372"/>
                  </a:lnTo>
                  <a:lnTo>
                    <a:pt x="2465269" y="481374"/>
                  </a:lnTo>
                  <a:lnTo>
                    <a:pt x="2465261" y="481376"/>
                  </a:lnTo>
                  <a:lnTo>
                    <a:pt x="2465228" y="481375"/>
                  </a:lnTo>
                  <a:lnTo>
                    <a:pt x="2465185" y="481372"/>
                  </a:lnTo>
                  <a:lnTo>
                    <a:pt x="2465171" y="481372"/>
                  </a:lnTo>
                  <a:lnTo>
                    <a:pt x="2465157" y="481372"/>
                  </a:lnTo>
                  <a:lnTo>
                    <a:pt x="2465143" y="481373"/>
                  </a:lnTo>
                  <a:lnTo>
                    <a:pt x="2465127" y="481374"/>
                  </a:lnTo>
                  <a:lnTo>
                    <a:pt x="2465114" y="481377"/>
                  </a:lnTo>
                  <a:lnTo>
                    <a:pt x="2465090" y="481382"/>
                  </a:lnTo>
                  <a:lnTo>
                    <a:pt x="2465073" y="481387"/>
                  </a:lnTo>
                  <a:lnTo>
                    <a:pt x="2465059" y="481392"/>
                  </a:lnTo>
                  <a:lnTo>
                    <a:pt x="2464874" y="481463"/>
                  </a:lnTo>
                  <a:lnTo>
                    <a:pt x="2464784" y="481498"/>
                  </a:lnTo>
                  <a:lnTo>
                    <a:pt x="2464707" y="481652"/>
                  </a:lnTo>
                  <a:lnTo>
                    <a:pt x="2464704" y="481662"/>
                  </a:lnTo>
                  <a:lnTo>
                    <a:pt x="2464700" y="481682"/>
                  </a:lnTo>
                  <a:lnTo>
                    <a:pt x="2464697" y="481715"/>
                  </a:lnTo>
                  <a:lnTo>
                    <a:pt x="2464696" y="481731"/>
                  </a:lnTo>
                  <a:lnTo>
                    <a:pt x="2464694" y="481763"/>
                  </a:lnTo>
                  <a:lnTo>
                    <a:pt x="2464694" y="481801"/>
                  </a:lnTo>
                  <a:lnTo>
                    <a:pt x="2464695" y="481813"/>
                  </a:lnTo>
                  <a:lnTo>
                    <a:pt x="2464698" y="481822"/>
                  </a:lnTo>
                  <a:lnTo>
                    <a:pt x="2464704" y="481833"/>
                  </a:lnTo>
                  <a:lnTo>
                    <a:pt x="2464723" y="481867"/>
                  </a:lnTo>
                  <a:lnTo>
                    <a:pt x="2464748" y="481900"/>
                  </a:lnTo>
                  <a:lnTo>
                    <a:pt x="2464786" y="481954"/>
                  </a:lnTo>
                  <a:lnTo>
                    <a:pt x="2464794" y="481967"/>
                  </a:lnTo>
                  <a:lnTo>
                    <a:pt x="2464800" y="481980"/>
                  </a:lnTo>
                  <a:lnTo>
                    <a:pt x="2464802" y="481986"/>
                  </a:lnTo>
                  <a:lnTo>
                    <a:pt x="2464804" y="481994"/>
                  </a:lnTo>
                  <a:lnTo>
                    <a:pt x="2464804" y="482008"/>
                  </a:lnTo>
                  <a:lnTo>
                    <a:pt x="2464802" y="482076"/>
                  </a:lnTo>
                  <a:lnTo>
                    <a:pt x="2464800" y="482091"/>
                  </a:lnTo>
                  <a:lnTo>
                    <a:pt x="2464798" y="482103"/>
                  </a:lnTo>
                  <a:lnTo>
                    <a:pt x="2464795" y="482115"/>
                  </a:lnTo>
                  <a:lnTo>
                    <a:pt x="2464784" y="482139"/>
                  </a:lnTo>
                  <a:lnTo>
                    <a:pt x="2464767" y="482167"/>
                  </a:lnTo>
                  <a:lnTo>
                    <a:pt x="2464753" y="482190"/>
                  </a:lnTo>
                  <a:lnTo>
                    <a:pt x="2464723" y="482228"/>
                  </a:lnTo>
                  <a:lnTo>
                    <a:pt x="2464664" y="482307"/>
                  </a:lnTo>
                  <a:lnTo>
                    <a:pt x="2464637" y="482346"/>
                  </a:lnTo>
                  <a:lnTo>
                    <a:pt x="2464622" y="482376"/>
                  </a:lnTo>
                  <a:lnTo>
                    <a:pt x="2464615" y="482391"/>
                  </a:lnTo>
                  <a:lnTo>
                    <a:pt x="2464610" y="482405"/>
                  </a:lnTo>
                  <a:lnTo>
                    <a:pt x="2464608" y="482416"/>
                  </a:lnTo>
                  <a:lnTo>
                    <a:pt x="2464607" y="482429"/>
                  </a:lnTo>
                  <a:lnTo>
                    <a:pt x="2464607" y="482444"/>
                  </a:lnTo>
                  <a:lnTo>
                    <a:pt x="2464609" y="482454"/>
                  </a:lnTo>
                  <a:lnTo>
                    <a:pt x="2464610" y="482461"/>
                  </a:lnTo>
                  <a:lnTo>
                    <a:pt x="2464615" y="482470"/>
                  </a:lnTo>
                  <a:lnTo>
                    <a:pt x="2464624" y="482483"/>
                  </a:lnTo>
                  <a:lnTo>
                    <a:pt x="2464631" y="482491"/>
                  </a:lnTo>
                  <a:lnTo>
                    <a:pt x="2464650" y="482506"/>
                  </a:lnTo>
                  <a:lnTo>
                    <a:pt x="2464659" y="482512"/>
                  </a:lnTo>
                  <a:lnTo>
                    <a:pt x="2464671" y="482518"/>
                  </a:lnTo>
                  <a:lnTo>
                    <a:pt x="2464690" y="482528"/>
                  </a:lnTo>
                  <a:lnTo>
                    <a:pt x="2464950" y="482646"/>
                  </a:lnTo>
                  <a:lnTo>
                    <a:pt x="2464965" y="482651"/>
                  </a:lnTo>
                  <a:lnTo>
                    <a:pt x="2464977" y="482655"/>
                  </a:lnTo>
                  <a:lnTo>
                    <a:pt x="2465363" y="482746"/>
                  </a:lnTo>
                  <a:lnTo>
                    <a:pt x="2465580" y="482775"/>
                  </a:lnTo>
                  <a:lnTo>
                    <a:pt x="2465602" y="482777"/>
                  </a:lnTo>
                  <a:lnTo>
                    <a:pt x="2465617" y="482779"/>
                  </a:lnTo>
                  <a:lnTo>
                    <a:pt x="2465636" y="482783"/>
                  </a:lnTo>
                  <a:lnTo>
                    <a:pt x="2465711" y="482802"/>
                  </a:lnTo>
                  <a:lnTo>
                    <a:pt x="2465746" y="482811"/>
                  </a:lnTo>
                  <a:lnTo>
                    <a:pt x="2465758" y="482817"/>
                  </a:lnTo>
                  <a:lnTo>
                    <a:pt x="2465782" y="482828"/>
                  </a:lnTo>
                  <a:lnTo>
                    <a:pt x="2465797" y="482837"/>
                  </a:lnTo>
                  <a:lnTo>
                    <a:pt x="2465815" y="482851"/>
                  </a:lnTo>
                  <a:lnTo>
                    <a:pt x="2465826" y="482860"/>
                  </a:lnTo>
                  <a:lnTo>
                    <a:pt x="2465840" y="482873"/>
                  </a:lnTo>
                  <a:lnTo>
                    <a:pt x="2465848" y="482882"/>
                  </a:lnTo>
                  <a:lnTo>
                    <a:pt x="2465857" y="482895"/>
                  </a:lnTo>
                  <a:lnTo>
                    <a:pt x="2465863" y="482906"/>
                  </a:lnTo>
                  <a:lnTo>
                    <a:pt x="2465867" y="482916"/>
                  </a:lnTo>
                  <a:lnTo>
                    <a:pt x="2465870" y="482926"/>
                  </a:lnTo>
                  <a:lnTo>
                    <a:pt x="2465870" y="482932"/>
                  </a:lnTo>
                  <a:lnTo>
                    <a:pt x="2465869" y="482940"/>
                  </a:lnTo>
                  <a:lnTo>
                    <a:pt x="2465866" y="482947"/>
                  </a:lnTo>
                  <a:lnTo>
                    <a:pt x="2465861" y="482954"/>
                  </a:lnTo>
                  <a:lnTo>
                    <a:pt x="2465795" y="483026"/>
                  </a:lnTo>
                  <a:lnTo>
                    <a:pt x="2465786" y="483033"/>
                  </a:lnTo>
                  <a:lnTo>
                    <a:pt x="2465776" y="483039"/>
                  </a:lnTo>
                  <a:lnTo>
                    <a:pt x="2465747" y="483053"/>
                  </a:lnTo>
                  <a:lnTo>
                    <a:pt x="2465736" y="483058"/>
                  </a:lnTo>
                  <a:lnTo>
                    <a:pt x="2465726" y="483061"/>
                  </a:lnTo>
                  <a:lnTo>
                    <a:pt x="2465717" y="483062"/>
                  </a:lnTo>
                  <a:lnTo>
                    <a:pt x="2465701" y="483063"/>
                  </a:lnTo>
                  <a:lnTo>
                    <a:pt x="2465674" y="483061"/>
                  </a:lnTo>
                  <a:lnTo>
                    <a:pt x="2465662" y="483062"/>
                  </a:lnTo>
                  <a:lnTo>
                    <a:pt x="2465655" y="483062"/>
                  </a:lnTo>
                  <a:lnTo>
                    <a:pt x="2465648" y="483063"/>
                  </a:lnTo>
                  <a:lnTo>
                    <a:pt x="2465641" y="483066"/>
                  </a:lnTo>
                  <a:lnTo>
                    <a:pt x="2465632" y="483070"/>
                  </a:lnTo>
                  <a:lnTo>
                    <a:pt x="2465582" y="483105"/>
                  </a:lnTo>
                  <a:lnTo>
                    <a:pt x="2465559" y="483125"/>
                  </a:lnTo>
                  <a:lnTo>
                    <a:pt x="2465531" y="483148"/>
                  </a:lnTo>
                  <a:lnTo>
                    <a:pt x="2465522" y="483159"/>
                  </a:lnTo>
                  <a:lnTo>
                    <a:pt x="2465503" y="483182"/>
                  </a:lnTo>
                  <a:lnTo>
                    <a:pt x="2465497" y="483191"/>
                  </a:lnTo>
                  <a:lnTo>
                    <a:pt x="2465491" y="483203"/>
                  </a:lnTo>
                  <a:lnTo>
                    <a:pt x="2465485" y="483218"/>
                  </a:lnTo>
                  <a:lnTo>
                    <a:pt x="2465371" y="483611"/>
                  </a:lnTo>
                  <a:lnTo>
                    <a:pt x="2465369" y="483617"/>
                  </a:lnTo>
                  <a:lnTo>
                    <a:pt x="2465368" y="483625"/>
                  </a:lnTo>
                  <a:lnTo>
                    <a:pt x="2465369" y="483636"/>
                  </a:lnTo>
                  <a:lnTo>
                    <a:pt x="2465372" y="483648"/>
                  </a:lnTo>
                  <a:lnTo>
                    <a:pt x="2465377" y="483660"/>
                  </a:lnTo>
                  <a:lnTo>
                    <a:pt x="2465383" y="483669"/>
                  </a:lnTo>
                  <a:lnTo>
                    <a:pt x="2465432" y="483718"/>
                  </a:lnTo>
                  <a:lnTo>
                    <a:pt x="2465436" y="483723"/>
                  </a:lnTo>
                  <a:lnTo>
                    <a:pt x="2465451" y="483743"/>
                  </a:lnTo>
                  <a:lnTo>
                    <a:pt x="2465461" y="483757"/>
                  </a:lnTo>
                  <a:lnTo>
                    <a:pt x="2465466" y="483767"/>
                  </a:lnTo>
                  <a:lnTo>
                    <a:pt x="2465468" y="483779"/>
                  </a:lnTo>
                  <a:lnTo>
                    <a:pt x="2465469" y="483788"/>
                  </a:lnTo>
                  <a:lnTo>
                    <a:pt x="2465468" y="483795"/>
                  </a:lnTo>
                  <a:lnTo>
                    <a:pt x="2465466" y="483804"/>
                  </a:lnTo>
                  <a:lnTo>
                    <a:pt x="2465462" y="483811"/>
                  </a:lnTo>
                  <a:lnTo>
                    <a:pt x="2465456" y="483817"/>
                  </a:lnTo>
                  <a:lnTo>
                    <a:pt x="2465448" y="483822"/>
                  </a:lnTo>
                  <a:lnTo>
                    <a:pt x="2465439" y="483826"/>
                  </a:lnTo>
                  <a:lnTo>
                    <a:pt x="2465426" y="483829"/>
                  </a:lnTo>
                  <a:lnTo>
                    <a:pt x="2465401" y="483833"/>
                  </a:lnTo>
                  <a:lnTo>
                    <a:pt x="2465373" y="483835"/>
                  </a:lnTo>
                  <a:lnTo>
                    <a:pt x="2465348" y="483836"/>
                  </a:lnTo>
                  <a:lnTo>
                    <a:pt x="2465329" y="483836"/>
                  </a:lnTo>
                  <a:lnTo>
                    <a:pt x="2465319" y="483835"/>
                  </a:lnTo>
                  <a:lnTo>
                    <a:pt x="2465312" y="483833"/>
                  </a:lnTo>
                  <a:lnTo>
                    <a:pt x="2465305" y="483830"/>
                  </a:lnTo>
                  <a:lnTo>
                    <a:pt x="2465298" y="483826"/>
                  </a:lnTo>
                  <a:lnTo>
                    <a:pt x="2465291" y="483820"/>
                  </a:lnTo>
                  <a:lnTo>
                    <a:pt x="2465277" y="483800"/>
                  </a:lnTo>
                  <a:lnTo>
                    <a:pt x="2465237" y="483736"/>
                  </a:lnTo>
                  <a:lnTo>
                    <a:pt x="2465215" y="483706"/>
                  </a:lnTo>
                  <a:lnTo>
                    <a:pt x="2465202" y="483691"/>
                  </a:lnTo>
                  <a:lnTo>
                    <a:pt x="2465191" y="483678"/>
                  </a:lnTo>
                  <a:lnTo>
                    <a:pt x="2465173" y="483660"/>
                  </a:lnTo>
                  <a:lnTo>
                    <a:pt x="2465081" y="483568"/>
                  </a:lnTo>
                  <a:lnTo>
                    <a:pt x="2464995" y="483483"/>
                  </a:lnTo>
                  <a:lnTo>
                    <a:pt x="2464983" y="483473"/>
                  </a:lnTo>
                  <a:lnTo>
                    <a:pt x="2464972" y="483465"/>
                  </a:lnTo>
                  <a:lnTo>
                    <a:pt x="2464952" y="483452"/>
                  </a:lnTo>
                  <a:lnTo>
                    <a:pt x="2464913" y="483430"/>
                  </a:lnTo>
                  <a:lnTo>
                    <a:pt x="2464887" y="483419"/>
                  </a:lnTo>
                  <a:lnTo>
                    <a:pt x="2464867" y="483411"/>
                  </a:lnTo>
                  <a:lnTo>
                    <a:pt x="2464850" y="483405"/>
                  </a:lnTo>
                  <a:lnTo>
                    <a:pt x="2464823" y="483398"/>
                  </a:lnTo>
                  <a:lnTo>
                    <a:pt x="2464807" y="483395"/>
                  </a:lnTo>
                  <a:lnTo>
                    <a:pt x="2464785" y="483393"/>
                  </a:lnTo>
                  <a:lnTo>
                    <a:pt x="2464769" y="483391"/>
                  </a:lnTo>
                  <a:lnTo>
                    <a:pt x="2464752" y="483391"/>
                  </a:lnTo>
                  <a:lnTo>
                    <a:pt x="2464729" y="483390"/>
                  </a:lnTo>
                  <a:lnTo>
                    <a:pt x="2464701" y="483390"/>
                  </a:lnTo>
                  <a:lnTo>
                    <a:pt x="2464676" y="483391"/>
                  </a:lnTo>
                  <a:lnTo>
                    <a:pt x="2464608" y="483398"/>
                  </a:lnTo>
                  <a:lnTo>
                    <a:pt x="2464594" y="483400"/>
                  </a:lnTo>
                  <a:lnTo>
                    <a:pt x="2464176" y="483806"/>
                  </a:lnTo>
                  <a:lnTo>
                    <a:pt x="2464141" y="483835"/>
                  </a:lnTo>
                  <a:lnTo>
                    <a:pt x="2464110" y="483862"/>
                  </a:lnTo>
                  <a:lnTo>
                    <a:pt x="2464095" y="483877"/>
                  </a:lnTo>
                  <a:lnTo>
                    <a:pt x="2464085" y="483889"/>
                  </a:lnTo>
                  <a:lnTo>
                    <a:pt x="2464080" y="483896"/>
                  </a:lnTo>
                  <a:lnTo>
                    <a:pt x="2464078" y="483902"/>
                  </a:lnTo>
                  <a:lnTo>
                    <a:pt x="2464076" y="483911"/>
                  </a:lnTo>
                  <a:lnTo>
                    <a:pt x="2464076" y="483920"/>
                  </a:lnTo>
                  <a:lnTo>
                    <a:pt x="2464076" y="483935"/>
                  </a:lnTo>
                  <a:lnTo>
                    <a:pt x="2464077" y="483944"/>
                  </a:lnTo>
                  <a:lnTo>
                    <a:pt x="2464080" y="483948"/>
                  </a:lnTo>
                  <a:lnTo>
                    <a:pt x="2464093" y="483968"/>
                  </a:lnTo>
                  <a:lnTo>
                    <a:pt x="2464108" y="483983"/>
                  </a:lnTo>
                  <a:lnTo>
                    <a:pt x="2464122" y="483997"/>
                  </a:lnTo>
                  <a:lnTo>
                    <a:pt x="2464135" y="484005"/>
                  </a:lnTo>
                  <a:lnTo>
                    <a:pt x="2464163" y="484022"/>
                  </a:lnTo>
                  <a:lnTo>
                    <a:pt x="2464217" y="484054"/>
                  </a:lnTo>
                  <a:lnTo>
                    <a:pt x="2464276" y="484088"/>
                  </a:lnTo>
                  <a:lnTo>
                    <a:pt x="2464307" y="484105"/>
                  </a:lnTo>
                  <a:lnTo>
                    <a:pt x="2464321" y="484114"/>
                  </a:lnTo>
                  <a:lnTo>
                    <a:pt x="2464332" y="484124"/>
                  </a:lnTo>
                  <a:lnTo>
                    <a:pt x="2464338" y="484132"/>
                  </a:lnTo>
                  <a:lnTo>
                    <a:pt x="2464343" y="484142"/>
                  </a:lnTo>
                  <a:lnTo>
                    <a:pt x="2464348" y="484161"/>
                  </a:lnTo>
                  <a:lnTo>
                    <a:pt x="2464354" y="484196"/>
                  </a:lnTo>
                  <a:lnTo>
                    <a:pt x="2464357" y="484231"/>
                  </a:lnTo>
                  <a:lnTo>
                    <a:pt x="2464395" y="484630"/>
                  </a:lnTo>
                  <a:lnTo>
                    <a:pt x="2464402" y="484710"/>
                  </a:lnTo>
                  <a:lnTo>
                    <a:pt x="2464405" y="484753"/>
                  </a:lnTo>
                  <a:lnTo>
                    <a:pt x="2464406" y="484768"/>
                  </a:lnTo>
                  <a:lnTo>
                    <a:pt x="2464405" y="484810"/>
                  </a:lnTo>
                  <a:lnTo>
                    <a:pt x="2464402" y="484852"/>
                  </a:lnTo>
                  <a:lnTo>
                    <a:pt x="2464400" y="484867"/>
                  </a:lnTo>
                  <a:lnTo>
                    <a:pt x="2464398" y="484877"/>
                  </a:lnTo>
                  <a:lnTo>
                    <a:pt x="2464395" y="484886"/>
                  </a:lnTo>
                  <a:lnTo>
                    <a:pt x="2464390" y="484894"/>
                  </a:lnTo>
                  <a:lnTo>
                    <a:pt x="2464386" y="484900"/>
                  </a:lnTo>
                  <a:lnTo>
                    <a:pt x="2464374" y="484911"/>
                  </a:lnTo>
                  <a:lnTo>
                    <a:pt x="2464321" y="484949"/>
                  </a:lnTo>
                  <a:lnTo>
                    <a:pt x="2464313" y="484953"/>
                  </a:lnTo>
                  <a:lnTo>
                    <a:pt x="2464303" y="484956"/>
                  </a:lnTo>
                  <a:lnTo>
                    <a:pt x="2464289" y="484959"/>
                  </a:lnTo>
                  <a:lnTo>
                    <a:pt x="2464274" y="484962"/>
                  </a:lnTo>
                  <a:lnTo>
                    <a:pt x="2464250" y="484963"/>
                  </a:lnTo>
                  <a:lnTo>
                    <a:pt x="2464231" y="484962"/>
                  </a:lnTo>
                  <a:lnTo>
                    <a:pt x="2464223" y="484961"/>
                  </a:lnTo>
                  <a:lnTo>
                    <a:pt x="2464216" y="484959"/>
                  </a:lnTo>
                  <a:lnTo>
                    <a:pt x="2464207" y="484955"/>
                  </a:lnTo>
                  <a:lnTo>
                    <a:pt x="2464196" y="484949"/>
                  </a:lnTo>
                  <a:lnTo>
                    <a:pt x="2464185" y="484941"/>
                  </a:lnTo>
                  <a:lnTo>
                    <a:pt x="2464171" y="484929"/>
                  </a:lnTo>
                  <a:lnTo>
                    <a:pt x="2464153" y="484910"/>
                  </a:lnTo>
                  <a:lnTo>
                    <a:pt x="2464139" y="484899"/>
                  </a:lnTo>
                  <a:lnTo>
                    <a:pt x="2464125" y="484888"/>
                  </a:lnTo>
                  <a:lnTo>
                    <a:pt x="2464112" y="484880"/>
                  </a:lnTo>
                  <a:lnTo>
                    <a:pt x="2464099" y="484875"/>
                  </a:lnTo>
                  <a:lnTo>
                    <a:pt x="2464088" y="484871"/>
                  </a:lnTo>
                  <a:lnTo>
                    <a:pt x="2463882" y="484841"/>
                  </a:lnTo>
                  <a:lnTo>
                    <a:pt x="2463861" y="484840"/>
                  </a:lnTo>
                  <a:lnTo>
                    <a:pt x="2463845" y="484842"/>
                  </a:lnTo>
                  <a:lnTo>
                    <a:pt x="2463790" y="484868"/>
                  </a:lnTo>
                  <a:lnTo>
                    <a:pt x="2463739" y="484892"/>
                  </a:lnTo>
                  <a:lnTo>
                    <a:pt x="2463711" y="484909"/>
                  </a:lnTo>
                  <a:lnTo>
                    <a:pt x="2463688" y="484933"/>
                  </a:lnTo>
                  <a:lnTo>
                    <a:pt x="2463678" y="484960"/>
                  </a:lnTo>
                  <a:lnTo>
                    <a:pt x="2463671" y="484986"/>
                  </a:lnTo>
                  <a:lnTo>
                    <a:pt x="2463677" y="484999"/>
                  </a:lnTo>
                  <a:lnTo>
                    <a:pt x="2463693" y="485010"/>
                  </a:lnTo>
                  <a:lnTo>
                    <a:pt x="2463709" y="485020"/>
                  </a:lnTo>
                  <a:lnTo>
                    <a:pt x="2463765" y="485050"/>
                  </a:lnTo>
                  <a:lnTo>
                    <a:pt x="2463881" y="485116"/>
                  </a:lnTo>
                  <a:lnTo>
                    <a:pt x="2463982" y="485174"/>
                  </a:lnTo>
                  <a:lnTo>
                    <a:pt x="2464016" y="485195"/>
                  </a:lnTo>
                  <a:lnTo>
                    <a:pt x="2464055" y="485220"/>
                  </a:lnTo>
                  <a:lnTo>
                    <a:pt x="2464087" y="485243"/>
                  </a:lnTo>
                  <a:lnTo>
                    <a:pt x="2464098" y="485251"/>
                  </a:lnTo>
                  <a:lnTo>
                    <a:pt x="2464122" y="485272"/>
                  </a:lnTo>
                  <a:lnTo>
                    <a:pt x="2464145" y="485293"/>
                  </a:lnTo>
                  <a:lnTo>
                    <a:pt x="2464159" y="485307"/>
                  </a:lnTo>
                  <a:lnTo>
                    <a:pt x="2464167" y="485317"/>
                  </a:lnTo>
                  <a:lnTo>
                    <a:pt x="2464175" y="485331"/>
                  </a:lnTo>
                  <a:lnTo>
                    <a:pt x="2464181" y="485345"/>
                  </a:lnTo>
                  <a:lnTo>
                    <a:pt x="2464186" y="485362"/>
                  </a:lnTo>
                  <a:lnTo>
                    <a:pt x="2464191" y="485378"/>
                  </a:lnTo>
                  <a:lnTo>
                    <a:pt x="2464193" y="485386"/>
                  </a:lnTo>
                  <a:lnTo>
                    <a:pt x="2464197" y="485404"/>
                  </a:lnTo>
                  <a:lnTo>
                    <a:pt x="2464200" y="485426"/>
                  </a:lnTo>
                  <a:lnTo>
                    <a:pt x="2464200" y="485450"/>
                  </a:lnTo>
                  <a:lnTo>
                    <a:pt x="2464200" y="485470"/>
                  </a:lnTo>
                  <a:lnTo>
                    <a:pt x="2464181" y="485742"/>
                  </a:lnTo>
                  <a:lnTo>
                    <a:pt x="2464177" y="485756"/>
                  </a:lnTo>
                  <a:lnTo>
                    <a:pt x="2464003" y="486159"/>
                  </a:lnTo>
                  <a:lnTo>
                    <a:pt x="2463980" y="486211"/>
                  </a:lnTo>
                  <a:lnTo>
                    <a:pt x="2463962" y="486281"/>
                  </a:lnTo>
                  <a:lnTo>
                    <a:pt x="2463965" y="486364"/>
                  </a:lnTo>
                  <a:lnTo>
                    <a:pt x="2464139" y="486338"/>
                  </a:lnTo>
                  <a:lnTo>
                    <a:pt x="2464155" y="486337"/>
                  </a:lnTo>
                  <a:lnTo>
                    <a:pt x="2464174" y="486337"/>
                  </a:lnTo>
                  <a:lnTo>
                    <a:pt x="2464185" y="486337"/>
                  </a:lnTo>
                  <a:lnTo>
                    <a:pt x="2464209" y="486342"/>
                  </a:lnTo>
                  <a:lnTo>
                    <a:pt x="2464228" y="486350"/>
                  </a:lnTo>
                  <a:lnTo>
                    <a:pt x="2464443" y="486455"/>
                  </a:lnTo>
                  <a:lnTo>
                    <a:pt x="2464466" y="486558"/>
                  </a:lnTo>
                  <a:lnTo>
                    <a:pt x="2464449" y="486593"/>
                  </a:lnTo>
                  <a:lnTo>
                    <a:pt x="2464433" y="486638"/>
                  </a:lnTo>
                  <a:lnTo>
                    <a:pt x="2464431" y="486648"/>
                  </a:lnTo>
                  <a:lnTo>
                    <a:pt x="2464430" y="486657"/>
                  </a:lnTo>
                  <a:lnTo>
                    <a:pt x="2464431" y="486667"/>
                  </a:lnTo>
                  <a:lnTo>
                    <a:pt x="2464435" y="486680"/>
                  </a:lnTo>
                  <a:lnTo>
                    <a:pt x="2464438" y="486687"/>
                  </a:lnTo>
                  <a:lnTo>
                    <a:pt x="2464444" y="486694"/>
                  </a:lnTo>
                  <a:lnTo>
                    <a:pt x="2464467" y="486715"/>
                  </a:lnTo>
                  <a:lnTo>
                    <a:pt x="2464485" y="486730"/>
                  </a:lnTo>
                  <a:lnTo>
                    <a:pt x="2464518" y="486750"/>
                  </a:lnTo>
                  <a:lnTo>
                    <a:pt x="2464534" y="486758"/>
                  </a:lnTo>
                  <a:lnTo>
                    <a:pt x="2464545" y="486762"/>
                  </a:lnTo>
                  <a:lnTo>
                    <a:pt x="2464563" y="486765"/>
                  </a:lnTo>
                  <a:lnTo>
                    <a:pt x="2464581" y="486766"/>
                  </a:lnTo>
                  <a:lnTo>
                    <a:pt x="2464821" y="486906"/>
                  </a:lnTo>
                  <a:lnTo>
                    <a:pt x="2464828" y="486913"/>
                  </a:lnTo>
                  <a:lnTo>
                    <a:pt x="2464907" y="486988"/>
                  </a:lnTo>
                  <a:lnTo>
                    <a:pt x="2464918" y="486998"/>
                  </a:lnTo>
                  <a:lnTo>
                    <a:pt x="2464932" y="487010"/>
                  </a:lnTo>
                  <a:lnTo>
                    <a:pt x="2464970" y="487035"/>
                  </a:lnTo>
                  <a:lnTo>
                    <a:pt x="2464976" y="487039"/>
                  </a:lnTo>
                  <a:lnTo>
                    <a:pt x="2465111" y="487103"/>
                  </a:lnTo>
                  <a:lnTo>
                    <a:pt x="2465564" y="487287"/>
                  </a:lnTo>
                  <a:lnTo>
                    <a:pt x="2465852" y="487323"/>
                  </a:lnTo>
                  <a:lnTo>
                    <a:pt x="2465863" y="487323"/>
                  </a:lnTo>
                  <a:lnTo>
                    <a:pt x="2465873" y="487323"/>
                  </a:lnTo>
                  <a:lnTo>
                    <a:pt x="2465882" y="487326"/>
                  </a:lnTo>
                  <a:lnTo>
                    <a:pt x="2465898" y="487332"/>
                  </a:lnTo>
                  <a:lnTo>
                    <a:pt x="2465916" y="487341"/>
                  </a:lnTo>
                  <a:lnTo>
                    <a:pt x="2466063" y="487415"/>
                  </a:lnTo>
                  <a:lnTo>
                    <a:pt x="2466080" y="487425"/>
                  </a:lnTo>
                  <a:lnTo>
                    <a:pt x="2466096" y="487437"/>
                  </a:lnTo>
                  <a:lnTo>
                    <a:pt x="2466144" y="487490"/>
                  </a:lnTo>
                  <a:lnTo>
                    <a:pt x="2466161" y="487511"/>
                  </a:lnTo>
                  <a:lnTo>
                    <a:pt x="2466173" y="487527"/>
                  </a:lnTo>
                  <a:lnTo>
                    <a:pt x="2466178" y="487534"/>
                  </a:lnTo>
                  <a:lnTo>
                    <a:pt x="2466184" y="487550"/>
                  </a:lnTo>
                  <a:lnTo>
                    <a:pt x="2466197" y="487595"/>
                  </a:lnTo>
                  <a:lnTo>
                    <a:pt x="2466206" y="487615"/>
                  </a:lnTo>
                  <a:lnTo>
                    <a:pt x="2466245" y="487657"/>
                  </a:lnTo>
                  <a:lnTo>
                    <a:pt x="2466259" y="487671"/>
                  </a:lnTo>
                  <a:lnTo>
                    <a:pt x="2466296" y="487703"/>
                  </a:lnTo>
                  <a:lnTo>
                    <a:pt x="2466442" y="487780"/>
                  </a:lnTo>
                  <a:lnTo>
                    <a:pt x="2466452" y="487785"/>
                  </a:lnTo>
                  <a:lnTo>
                    <a:pt x="2466946" y="488104"/>
                  </a:lnTo>
                  <a:lnTo>
                    <a:pt x="2466966" y="488114"/>
                  </a:lnTo>
                  <a:lnTo>
                    <a:pt x="2467090" y="488133"/>
                  </a:lnTo>
                  <a:lnTo>
                    <a:pt x="2467098" y="488133"/>
                  </a:lnTo>
                  <a:lnTo>
                    <a:pt x="2467109" y="488131"/>
                  </a:lnTo>
                  <a:lnTo>
                    <a:pt x="2467344" y="488067"/>
                  </a:lnTo>
                  <a:lnTo>
                    <a:pt x="2467560" y="487993"/>
                  </a:lnTo>
                  <a:lnTo>
                    <a:pt x="2467584" y="487981"/>
                  </a:lnTo>
                  <a:lnTo>
                    <a:pt x="2467614" y="487962"/>
                  </a:lnTo>
                  <a:lnTo>
                    <a:pt x="2467631" y="487951"/>
                  </a:lnTo>
                  <a:lnTo>
                    <a:pt x="2467653" y="487936"/>
                  </a:lnTo>
                  <a:lnTo>
                    <a:pt x="2467666" y="487919"/>
                  </a:lnTo>
                  <a:lnTo>
                    <a:pt x="2467767" y="487876"/>
                  </a:lnTo>
                  <a:lnTo>
                    <a:pt x="2467938" y="487825"/>
                  </a:lnTo>
                  <a:lnTo>
                    <a:pt x="2468348" y="487802"/>
                  </a:lnTo>
                  <a:lnTo>
                    <a:pt x="2468360" y="487811"/>
                  </a:lnTo>
                  <a:lnTo>
                    <a:pt x="2468398" y="487827"/>
                  </a:lnTo>
                  <a:lnTo>
                    <a:pt x="2468412" y="487831"/>
                  </a:lnTo>
                  <a:lnTo>
                    <a:pt x="2468664" y="487900"/>
                  </a:lnTo>
                  <a:lnTo>
                    <a:pt x="2468829" y="488095"/>
                  </a:lnTo>
                  <a:lnTo>
                    <a:pt x="2468902" y="488349"/>
                  </a:lnTo>
                  <a:lnTo>
                    <a:pt x="2468871" y="488758"/>
                  </a:lnTo>
                  <a:lnTo>
                    <a:pt x="2468855" y="488867"/>
                  </a:lnTo>
                  <a:lnTo>
                    <a:pt x="2468786" y="489309"/>
                  </a:lnTo>
                  <a:lnTo>
                    <a:pt x="2468531" y="489667"/>
                  </a:lnTo>
                  <a:lnTo>
                    <a:pt x="2468275" y="490171"/>
                  </a:lnTo>
                  <a:lnTo>
                    <a:pt x="2468121" y="490656"/>
                  </a:lnTo>
                  <a:lnTo>
                    <a:pt x="2468104" y="490850"/>
                  </a:lnTo>
                  <a:lnTo>
                    <a:pt x="2468125" y="491003"/>
                  </a:lnTo>
                  <a:lnTo>
                    <a:pt x="2468300" y="491490"/>
                  </a:lnTo>
                  <a:lnTo>
                    <a:pt x="2468676" y="492139"/>
                  </a:lnTo>
                  <a:lnTo>
                    <a:pt x="2468719" y="492392"/>
                  </a:lnTo>
                  <a:lnTo>
                    <a:pt x="2468642" y="492886"/>
                  </a:lnTo>
                  <a:lnTo>
                    <a:pt x="2468505" y="493099"/>
                  </a:lnTo>
                  <a:lnTo>
                    <a:pt x="2468232" y="493293"/>
                  </a:lnTo>
                  <a:lnTo>
                    <a:pt x="2467779" y="493439"/>
                  </a:lnTo>
                  <a:lnTo>
                    <a:pt x="2467293" y="493662"/>
                  </a:lnTo>
                  <a:lnTo>
                    <a:pt x="2467165" y="493817"/>
                  </a:lnTo>
                  <a:lnTo>
                    <a:pt x="2467002" y="494214"/>
                  </a:lnTo>
                  <a:lnTo>
                    <a:pt x="2466729" y="495407"/>
                  </a:lnTo>
                  <a:lnTo>
                    <a:pt x="2466712" y="495727"/>
                  </a:lnTo>
                  <a:lnTo>
                    <a:pt x="2466684" y="496172"/>
                  </a:lnTo>
                  <a:lnTo>
                    <a:pt x="2466695" y="496754"/>
                  </a:lnTo>
                  <a:lnTo>
                    <a:pt x="2466720" y="497375"/>
                  </a:lnTo>
                  <a:lnTo>
                    <a:pt x="2466661" y="497762"/>
                  </a:lnTo>
                  <a:lnTo>
                    <a:pt x="2466541" y="498019"/>
                  </a:lnTo>
                  <a:lnTo>
                    <a:pt x="2466439" y="498238"/>
                  </a:lnTo>
                  <a:lnTo>
                    <a:pt x="2466345" y="498703"/>
                  </a:lnTo>
                  <a:lnTo>
                    <a:pt x="2466191" y="499149"/>
                  </a:lnTo>
                  <a:lnTo>
                    <a:pt x="2465892" y="499488"/>
                  </a:lnTo>
                  <a:lnTo>
                    <a:pt x="2465260" y="500031"/>
                  </a:lnTo>
                  <a:lnTo>
                    <a:pt x="2464363" y="500564"/>
                  </a:lnTo>
                  <a:lnTo>
                    <a:pt x="2463996" y="501020"/>
                  </a:lnTo>
                  <a:lnTo>
                    <a:pt x="2463851" y="501563"/>
                  </a:lnTo>
                  <a:lnTo>
                    <a:pt x="2463868" y="501757"/>
                  </a:lnTo>
                  <a:lnTo>
                    <a:pt x="2463973" y="502052"/>
                  </a:lnTo>
                  <a:lnTo>
                    <a:pt x="2464090" y="502241"/>
                  </a:lnTo>
                  <a:lnTo>
                    <a:pt x="2464385" y="502539"/>
                  </a:lnTo>
                  <a:lnTo>
                    <a:pt x="2464631" y="502835"/>
                  </a:lnTo>
                  <a:lnTo>
                    <a:pt x="2464705" y="502924"/>
                  </a:lnTo>
                  <a:lnTo>
                    <a:pt x="2464772" y="503136"/>
                  </a:lnTo>
                  <a:lnTo>
                    <a:pt x="2464739" y="503298"/>
                  </a:lnTo>
                  <a:lnTo>
                    <a:pt x="2464543" y="503909"/>
                  </a:lnTo>
                  <a:lnTo>
                    <a:pt x="2464560" y="504084"/>
                  </a:lnTo>
                  <a:lnTo>
                    <a:pt x="2464671" y="504277"/>
                  </a:lnTo>
                  <a:lnTo>
                    <a:pt x="2464712" y="504637"/>
                  </a:lnTo>
                  <a:lnTo>
                    <a:pt x="2464457" y="505431"/>
                  </a:lnTo>
                  <a:lnTo>
                    <a:pt x="2464321" y="505673"/>
                  </a:lnTo>
                  <a:lnTo>
                    <a:pt x="2462877" y="506885"/>
                  </a:lnTo>
                  <a:lnTo>
                    <a:pt x="2462519" y="507263"/>
                  </a:lnTo>
                  <a:lnTo>
                    <a:pt x="2462502" y="507477"/>
                  </a:lnTo>
                  <a:lnTo>
                    <a:pt x="2462695" y="508349"/>
                  </a:lnTo>
                  <a:lnTo>
                    <a:pt x="2462696" y="508357"/>
                  </a:lnTo>
                  <a:lnTo>
                    <a:pt x="2462700" y="508483"/>
                  </a:lnTo>
                  <a:lnTo>
                    <a:pt x="2462700" y="508497"/>
                  </a:lnTo>
                  <a:lnTo>
                    <a:pt x="2462695" y="508591"/>
                  </a:lnTo>
                  <a:lnTo>
                    <a:pt x="2462621" y="508679"/>
                  </a:lnTo>
                  <a:lnTo>
                    <a:pt x="2462392" y="508669"/>
                  </a:lnTo>
                  <a:lnTo>
                    <a:pt x="2462169" y="508659"/>
                  </a:lnTo>
                  <a:lnTo>
                    <a:pt x="2462031" y="508649"/>
                  </a:lnTo>
                  <a:lnTo>
                    <a:pt x="2461656" y="508621"/>
                  </a:lnTo>
                  <a:lnTo>
                    <a:pt x="2460845" y="508766"/>
                  </a:lnTo>
                  <a:lnTo>
                    <a:pt x="2460452" y="508960"/>
                  </a:lnTo>
                  <a:lnTo>
                    <a:pt x="2460375" y="509144"/>
                  </a:lnTo>
                  <a:lnTo>
                    <a:pt x="2460358" y="509367"/>
                  </a:lnTo>
                  <a:lnTo>
                    <a:pt x="2460503" y="509629"/>
                  </a:lnTo>
                  <a:lnTo>
                    <a:pt x="2460501" y="509696"/>
                  </a:lnTo>
                  <a:lnTo>
                    <a:pt x="2460497" y="509698"/>
                  </a:lnTo>
                  <a:lnTo>
                    <a:pt x="2460490" y="509703"/>
                  </a:lnTo>
                  <a:lnTo>
                    <a:pt x="2460484" y="509710"/>
                  </a:lnTo>
                  <a:lnTo>
                    <a:pt x="2460221" y="509983"/>
                  </a:lnTo>
                  <a:lnTo>
                    <a:pt x="2460216" y="509988"/>
                  </a:lnTo>
                  <a:lnTo>
                    <a:pt x="2460210" y="509996"/>
                  </a:lnTo>
                  <a:lnTo>
                    <a:pt x="2460051" y="510114"/>
                  </a:lnTo>
                  <a:lnTo>
                    <a:pt x="2459683" y="510502"/>
                  </a:lnTo>
                  <a:lnTo>
                    <a:pt x="2459436" y="510947"/>
                  </a:lnTo>
                  <a:lnTo>
                    <a:pt x="2459444" y="511151"/>
                  </a:lnTo>
                  <a:lnTo>
                    <a:pt x="2459718" y="511452"/>
                  </a:lnTo>
                  <a:lnTo>
                    <a:pt x="2460015" y="511815"/>
                  </a:lnTo>
                  <a:lnTo>
                    <a:pt x="2460051" y="511859"/>
                  </a:lnTo>
                  <a:lnTo>
                    <a:pt x="2460281" y="512479"/>
                  </a:lnTo>
                  <a:lnTo>
                    <a:pt x="2460324" y="513022"/>
                  </a:lnTo>
                  <a:lnTo>
                    <a:pt x="2460409" y="513429"/>
                  </a:lnTo>
                  <a:lnTo>
                    <a:pt x="2460554" y="513623"/>
                  </a:lnTo>
                  <a:lnTo>
                    <a:pt x="2460930" y="513807"/>
                  </a:lnTo>
                  <a:lnTo>
                    <a:pt x="2461246" y="513827"/>
                  </a:lnTo>
                  <a:lnTo>
                    <a:pt x="2461699" y="513788"/>
                  </a:lnTo>
                  <a:lnTo>
                    <a:pt x="2461870" y="513914"/>
                  </a:lnTo>
                  <a:lnTo>
                    <a:pt x="2461870" y="514011"/>
                  </a:lnTo>
                  <a:lnTo>
                    <a:pt x="2461639" y="514360"/>
                  </a:lnTo>
                  <a:lnTo>
                    <a:pt x="2461494" y="514602"/>
                  </a:lnTo>
                  <a:lnTo>
                    <a:pt x="2461554" y="515000"/>
                  </a:lnTo>
                  <a:lnTo>
                    <a:pt x="2461502" y="515155"/>
                  </a:lnTo>
                  <a:lnTo>
                    <a:pt x="2461195" y="515339"/>
                  </a:lnTo>
                  <a:lnTo>
                    <a:pt x="2460845" y="515543"/>
                  </a:lnTo>
                  <a:lnTo>
                    <a:pt x="2460546" y="515969"/>
                  </a:lnTo>
                  <a:lnTo>
                    <a:pt x="2460324" y="516173"/>
                  </a:lnTo>
                  <a:lnTo>
                    <a:pt x="2459871" y="516270"/>
                  </a:lnTo>
                  <a:lnTo>
                    <a:pt x="2459555" y="516289"/>
                  </a:lnTo>
                  <a:lnTo>
                    <a:pt x="2459145" y="516144"/>
                  </a:lnTo>
                  <a:lnTo>
                    <a:pt x="2458633" y="515911"/>
                  </a:lnTo>
                  <a:lnTo>
                    <a:pt x="2458445" y="515872"/>
                  </a:lnTo>
                  <a:lnTo>
                    <a:pt x="2458129" y="515989"/>
                  </a:lnTo>
                  <a:lnTo>
                    <a:pt x="2457992" y="516037"/>
                  </a:lnTo>
                  <a:lnTo>
                    <a:pt x="2457267" y="515746"/>
                  </a:lnTo>
                  <a:lnTo>
                    <a:pt x="2456942" y="515572"/>
                  </a:lnTo>
                  <a:lnTo>
                    <a:pt x="2456780" y="515630"/>
                  </a:lnTo>
                  <a:lnTo>
                    <a:pt x="2456284" y="516076"/>
                  </a:lnTo>
                  <a:lnTo>
                    <a:pt x="2456139" y="516483"/>
                  </a:lnTo>
                  <a:lnTo>
                    <a:pt x="2456131" y="516697"/>
                  </a:lnTo>
                  <a:lnTo>
                    <a:pt x="2456771" y="517879"/>
                  </a:lnTo>
                  <a:lnTo>
                    <a:pt x="2457062" y="518483"/>
                  </a:lnTo>
                  <a:lnTo>
                    <a:pt x="2457062" y="518628"/>
                  </a:lnTo>
                  <a:lnTo>
                    <a:pt x="2456839" y="518749"/>
                  </a:lnTo>
                  <a:lnTo>
                    <a:pt x="2455976" y="518942"/>
                  </a:lnTo>
                  <a:lnTo>
                    <a:pt x="2454837" y="518979"/>
                  </a:lnTo>
                  <a:lnTo>
                    <a:pt x="2454656" y="518979"/>
                  </a:lnTo>
                  <a:lnTo>
                    <a:pt x="2454411" y="518955"/>
                  </a:lnTo>
                  <a:lnTo>
                    <a:pt x="2454276" y="518884"/>
                  </a:lnTo>
                  <a:lnTo>
                    <a:pt x="2453996" y="518737"/>
                  </a:lnTo>
                  <a:lnTo>
                    <a:pt x="2453634" y="518495"/>
                  </a:lnTo>
                  <a:lnTo>
                    <a:pt x="2453198" y="518241"/>
                  </a:lnTo>
                  <a:lnTo>
                    <a:pt x="2452698" y="518199"/>
                  </a:lnTo>
                  <a:lnTo>
                    <a:pt x="2452048" y="518278"/>
                  </a:lnTo>
                  <a:lnTo>
                    <a:pt x="2451526" y="518604"/>
                  </a:lnTo>
                  <a:lnTo>
                    <a:pt x="2450951" y="519160"/>
                  </a:lnTo>
                  <a:lnTo>
                    <a:pt x="2450792" y="519208"/>
                  </a:lnTo>
                  <a:lnTo>
                    <a:pt x="2450323" y="518955"/>
                  </a:lnTo>
                  <a:lnTo>
                    <a:pt x="2450142" y="518749"/>
                  </a:lnTo>
                  <a:lnTo>
                    <a:pt x="2449982" y="518721"/>
                  </a:lnTo>
                  <a:lnTo>
                    <a:pt x="2449695" y="518737"/>
                  </a:lnTo>
                  <a:lnTo>
                    <a:pt x="2449418" y="518677"/>
                  </a:lnTo>
                  <a:lnTo>
                    <a:pt x="2449078" y="518350"/>
                  </a:lnTo>
                  <a:lnTo>
                    <a:pt x="2448609" y="517964"/>
                  </a:lnTo>
                  <a:lnTo>
                    <a:pt x="2448290" y="517843"/>
                  </a:lnTo>
                  <a:lnTo>
                    <a:pt x="2447789" y="517915"/>
                  </a:lnTo>
                  <a:lnTo>
                    <a:pt x="2447119" y="518036"/>
                  </a:lnTo>
                  <a:lnTo>
                    <a:pt x="2446650" y="518254"/>
                  </a:lnTo>
                  <a:lnTo>
                    <a:pt x="2446416" y="518519"/>
                  </a:lnTo>
                  <a:lnTo>
                    <a:pt x="2446179" y="519136"/>
                  </a:lnTo>
                  <a:lnTo>
                    <a:pt x="2445894" y="519885"/>
                  </a:lnTo>
                  <a:lnTo>
                    <a:pt x="2445724" y="520054"/>
                  </a:lnTo>
                  <a:lnTo>
                    <a:pt x="2445511" y="520054"/>
                  </a:lnTo>
                  <a:lnTo>
                    <a:pt x="2444830" y="519861"/>
                  </a:lnTo>
                  <a:lnTo>
                    <a:pt x="2444478" y="519873"/>
                  </a:lnTo>
                  <a:lnTo>
                    <a:pt x="2443991" y="520134"/>
                  </a:lnTo>
                  <a:lnTo>
                    <a:pt x="2443989" y="520138"/>
                  </a:lnTo>
                  <a:lnTo>
                    <a:pt x="2443965" y="520164"/>
                  </a:lnTo>
                  <a:lnTo>
                    <a:pt x="2443938" y="520188"/>
                  </a:lnTo>
                  <a:lnTo>
                    <a:pt x="2443911" y="520207"/>
                  </a:lnTo>
                  <a:lnTo>
                    <a:pt x="2443697" y="520319"/>
                  </a:lnTo>
                  <a:lnTo>
                    <a:pt x="2443683" y="520318"/>
                  </a:lnTo>
                  <a:lnTo>
                    <a:pt x="2443479" y="520298"/>
                  </a:lnTo>
                  <a:lnTo>
                    <a:pt x="2443350" y="520139"/>
                  </a:lnTo>
                  <a:lnTo>
                    <a:pt x="2443031" y="519728"/>
                  </a:lnTo>
                  <a:lnTo>
                    <a:pt x="2442562" y="519523"/>
                  </a:lnTo>
                  <a:lnTo>
                    <a:pt x="2442062" y="519474"/>
                  </a:lnTo>
                  <a:lnTo>
                    <a:pt x="2441685" y="519484"/>
                  </a:lnTo>
                  <a:lnTo>
                    <a:pt x="2440901" y="519825"/>
                  </a:lnTo>
                  <a:lnTo>
                    <a:pt x="2439414" y="520502"/>
                  </a:lnTo>
                  <a:lnTo>
                    <a:pt x="2439177" y="520610"/>
                  </a:lnTo>
                  <a:lnTo>
                    <a:pt x="2438459" y="521067"/>
                  </a:lnTo>
                  <a:lnTo>
                    <a:pt x="2438208" y="521227"/>
                  </a:lnTo>
                  <a:lnTo>
                    <a:pt x="2437952" y="521311"/>
                  </a:lnTo>
                  <a:lnTo>
                    <a:pt x="2437654" y="521263"/>
                  </a:lnTo>
                  <a:lnTo>
                    <a:pt x="2437005" y="521106"/>
                  </a:lnTo>
                  <a:lnTo>
                    <a:pt x="2436770" y="521130"/>
                  </a:lnTo>
                  <a:lnTo>
                    <a:pt x="2436504" y="521323"/>
                  </a:lnTo>
                  <a:lnTo>
                    <a:pt x="2436110" y="521879"/>
                  </a:lnTo>
                  <a:lnTo>
                    <a:pt x="2435642" y="522327"/>
                  </a:lnTo>
                  <a:lnTo>
                    <a:pt x="2435386" y="522469"/>
                  </a:lnTo>
                  <a:lnTo>
                    <a:pt x="2435205" y="522604"/>
                  </a:lnTo>
                  <a:lnTo>
                    <a:pt x="2434918" y="522737"/>
                  </a:lnTo>
                  <a:lnTo>
                    <a:pt x="2433864" y="523112"/>
                  </a:lnTo>
                  <a:lnTo>
                    <a:pt x="2432853" y="523269"/>
                  </a:lnTo>
                  <a:lnTo>
                    <a:pt x="2432406" y="523487"/>
                  </a:lnTo>
                  <a:lnTo>
                    <a:pt x="2431682" y="524127"/>
                  </a:lnTo>
                  <a:lnTo>
                    <a:pt x="2431157" y="524548"/>
                  </a:lnTo>
                  <a:lnTo>
                    <a:pt x="2430777" y="525191"/>
                  </a:lnTo>
                  <a:lnTo>
                    <a:pt x="2430532" y="525215"/>
                  </a:lnTo>
                  <a:lnTo>
                    <a:pt x="2430296" y="525191"/>
                  </a:lnTo>
                  <a:lnTo>
                    <a:pt x="2430202" y="525167"/>
                  </a:lnTo>
                  <a:lnTo>
                    <a:pt x="2430010" y="525203"/>
                  </a:lnTo>
                  <a:lnTo>
                    <a:pt x="2429967" y="525280"/>
                  </a:lnTo>
                  <a:lnTo>
                    <a:pt x="2429908" y="525384"/>
                  </a:lnTo>
                  <a:lnTo>
                    <a:pt x="2429925" y="525433"/>
                  </a:lnTo>
                  <a:lnTo>
                    <a:pt x="2430095" y="525650"/>
                  </a:lnTo>
                  <a:lnTo>
                    <a:pt x="2430681" y="526218"/>
                  </a:lnTo>
                  <a:lnTo>
                    <a:pt x="2431117" y="526375"/>
                  </a:lnTo>
                  <a:lnTo>
                    <a:pt x="2431727" y="526506"/>
                  </a:lnTo>
                  <a:lnTo>
                    <a:pt x="2431767" y="526532"/>
                  </a:lnTo>
                  <a:lnTo>
                    <a:pt x="2432033" y="526762"/>
                  </a:lnTo>
                  <a:lnTo>
                    <a:pt x="2432267" y="527258"/>
                  </a:lnTo>
                  <a:lnTo>
                    <a:pt x="2432437" y="527366"/>
                  </a:lnTo>
                  <a:lnTo>
                    <a:pt x="2432672" y="527342"/>
                  </a:lnTo>
                  <a:lnTo>
                    <a:pt x="2433023" y="527209"/>
                  </a:lnTo>
                  <a:lnTo>
                    <a:pt x="2433821" y="527076"/>
                  </a:lnTo>
                  <a:lnTo>
                    <a:pt x="2434620" y="526726"/>
                  </a:lnTo>
                  <a:lnTo>
                    <a:pt x="2434950" y="526653"/>
                  </a:lnTo>
                  <a:lnTo>
                    <a:pt x="2435450" y="526689"/>
                  </a:lnTo>
                  <a:lnTo>
                    <a:pt x="2436387" y="526992"/>
                  </a:lnTo>
                  <a:lnTo>
                    <a:pt x="2436645" y="527149"/>
                  </a:lnTo>
                  <a:lnTo>
                    <a:pt x="2437079" y="527342"/>
                  </a:lnTo>
                  <a:lnTo>
                    <a:pt x="2437313" y="527536"/>
                  </a:lnTo>
                  <a:lnTo>
                    <a:pt x="2437750" y="527983"/>
                  </a:lnTo>
                  <a:lnTo>
                    <a:pt x="2438101" y="528345"/>
                  </a:lnTo>
                  <a:lnTo>
                    <a:pt x="2438357" y="528732"/>
                  </a:lnTo>
                  <a:lnTo>
                    <a:pt x="2438624" y="529496"/>
                  </a:lnTo>
                  <a:lnTo>
                    <a:pt x="2438921" y="529904"/>
                  </a:lnTo>
                  <a:lnTo>
                    <a:pt x="2439209" y="530206"/>
                  </a:lnTo>
                  <a:lnTo>
                    <a:pt x="2439347" y="530533"/>
                  </a:lnTo>
                  <a:lnTo>
                    <a:pt x="2439756" y="531777"/>
                  </a:lnTo>
                  <a:lnTo>
                    <a:pt x="2439762" y="531971"/>
                  </a:lnTo>
                  <a:lnTo>
                    <a:pt x="2439696" y="532199"/>
                  </a:lnTo>
                  <a:lnTo>
                    <a:pt x="2439050" y="533870"/>
                  </a:lnTo>
                  <a:lnTo>
                    <a:pt x="2438928" y="533944"/>
                  </a:lnTo>
                  <a:lnTo>
                    <a:pt x="2438232" y="533573"/>
                  </a:lnTo>
                  <a:lnTo>
                    <a:pt x="2437889" y="533499"/>
                  </a:lnTo>
                  <a:lnTo>
                    <a:pt x="2437472" y="533545"/>
                  </a:lnTo>
                  <a:lnTo>
                    <a:pt x="2437032" y="533735"/>
                  </a:lnTo>
                  <a:lnTo>
                    <a:pt x="2437022" y="533777"/>
                  </a:lnTo>
                  <a:lnTo>
                    <a:pt x="2437286" y="534306"/>
                  </a:lnTo>
                  <a:lnTo>
                    <a:pt x="2437357" y="534817"/>
                  </a:lnTo>
                  <a:lnTo>
                    <a:pt x="2437214" y="536279"/>
                  </a:lnTo>
                  <a:lnTo>
                    <a:pt x="2438459" y="536902"/>
                  </a:lnTo>
                  <a:lnTo>
                    <a:pt x="2438379" y="538845"/>
                  </a:lnTo>
                  <a:lnTo>
                    <a:pt x="2438427" y="538988"/>
                  </a:lnTo>
                  <a:lnTo>
                    <a:pt x="2438462" y="539061"/>
                  </a:lnTo>
                  <a:lnTo>
                    <a:pt x="2439169" y="539342"/>
                  </a:lnTo>
                  <a:lnTo>
                    <a:pt x="2439361" y="539412"/>
                  </a:lnTo>
                  <a:lnTo>
                    <a:pt x="2439965" y="539767"/>
                  </a:lnTo>
                  <a:lnTo>
                    <a:pt x="2440292" y="540006"/>
                  </a:lnTo>
                  <a:lnTo>
                    <a:pt x="2440325" y="540050"/>
                  </a:lnTo>
                  <a:lnTo>
                    <a:pt x="2440251" y="540143"/>
                  </a:lnTo>
                  <a:lnTo>
                    <a:pt x="2440194" y="540216"/>
                  </a:lnTo>
                  <a:lnTo>
                    <a:pt x="2440158" y="540263"/>
                  </a:lnTo>
                  <a:lnTo>
                    <a:pt x="2440137" y="540287"/>
                  </a:lnTo>
                  <a:lnTo>
                    <a:pt x="2440013" y="540225"/>
                  </a:lnTo>
                  <a:lnTo>
                    <a:pt x="2439940" y="540149"/>
                  </a:lnTo>
                  <a:lnTo>
                    <a:pt x="2439895" y="540093"/>
                  </a:lnTo>
                  <a:lnTo>
                    <a:pt x="2439859" y="540067"/>
                  </a:lnTo>
                  <a:lnTo>
                    <a:pt x="2439541" y="539889"/>
                  </a:lnTo>
                  <a:lnTo>
                    <a:pt x="2439328" y="539788"/>
                  </a:lnTo>
                  <a:lnTo>
                    <a:pt x="2439123" y="539715"/>
                  </a:lnTo>
                  <a:lnTo>
                    <a:pt x="2438958" y="539668"/>
                  </a:lnTo>
                  <a:lnTo>
                    <a:pt x="2438709" y="539615"/>
                  </a:lnTo>
                  <a:lnTo>
                    <a:pt x="2438644" y="539623"/>
                  </a:lnTo>
                  <a:lnTo>
                    <a:pt x="2438494" y="539661"/>
                  </a:lnTo>
                  <a:lnTo>
                    <a:pt x="2438249" y="539706"/>
                  </a:lnTo>
                  <a:lnTo>
                    <a:pt x="2437932" y="539669"/>
                  </a:lnTo>
                  <a:lnTo>
                    <a:pt x="2437805" y="539672"/>
                  </a:lnTo>
                  <a:lnTo>
                    <a:pt x="2437693" y="539706"/>
                  </a:lnTo>
                  <a:lnTo>
                    <a:pt x="2437586" y="539689"/>
                  </a:lnTo>
                  <a:lnTo>
                    <a:pt x="2437536" y="539669"/>
                  </a:lnTo>
                  <a:lnTo>
                    <a:pt x="2437372" y="539570"/>
                  </a:lnTo>
                  <a:lnTo>
                    <a:pt x="2437304" y="539520"/>
                  </a:lnTo>
                  <a:lnTo>
                    <a:pt x="2437234" y="539453"/>
                  </a:lnTo>
                  <a:lnTo>
                    <a:pt x="2437105" y="539297"/>
                  </a:lnTo>
                  <a:lnTo>
                    <a:pt x="2437020" y="539142"/>
                  </a:lnTo>
                  <a:lnTo>
                    <a:pt x="2436959" y="538922"/>
                  </a:lnTo>
                  <a:lnTo>
                    <a:pt x="2436894" y="538792"/>
                  </a:lnTo>
                  <a:lnTo>
                    <a:pt x="2436858" y="538675"/>
                  </a:lnTo>
                  <a:lnTo>
                    <a:pt x="2436832" y="538417"/>
                  </a:lnTo>
                  <a:lnTo>
                    <a:pt x="2436843" y="538300"/>
                  </a:lnTo>
                  <a:lnTo>
                    <a:pt x="2436946" y="538061"/>
                  </a:lnTo>
                  <a:lnTo>
                    <a:pt x="2436959" y="538003"/>
                  </a:lnTo>
                  <a:lnTo>
                    <a:pt x="2436972" y="537943"/>
                  </a:lnTo>
                  <a:lnTo>
                    <a:pt x="2436994" y="537848"/>
                  </a:lnTo>
                  <a:lnTo>
                    <a:pt x="2436982" y="537731"/>
                  </a:lnTo>
                  <a:lnTo>
                    <a:pt x="2437012" y="537429"/>
                  </a:lnTo>
                  <a:lnTo>
                    <a:pt x="2437134" y="537017"/>
                  </a:lnTo>
                  <a:lnTo>
                    <a:pt x="2437096" y="536962"/>
                  </a:lnTo>
                  <a:lnTo>
                    <a:pt x="2437011" y="536927"/>
                  </a:lnTo>
                  <a:lnTo>
                    <a:pt x="2436912" y="536902"/>
                  </a:lnTo>
                  <a:lnTo>
                    <a:pt x="2436872" y="536913"/>
                  </a:lnTo>
                  <a:lnTo>
                    <a:pt x="2436750" y="536919"/>
                  </a:lnTo>
                  <a:lnTo>
                    <a:pt x="2436455" y="536707"/>
                  </a:lnTo>
                  <a:lnTo>
                    <a:pt x="2436398" y="536616"/>
                  </a:lnTo>
                  <a:lnTo>
                    <a:pt x="2436341" y="536500"/>
                  </a:lnTo>
                  <a:lnTo>
                    <a:pt x="2436319" y="536355"/>
                  </a:lnTo>
                  <a:lnTo>
                    <a:pt x="2436300" y="536322"/>
                  </a:lnTo>
                  <a:lnTo>
                    <a:pt x="2436254" y="536273"/>
                  </a:lnTo>
                  <a:lnTo>
                    <a:pt x="2436282" y="536001"/>
                  </a:lnTo>
                  <a:lnTo>
                    <a:pt x="2436297" y="535966"/>
                  </a:lnTo>
                  <a:lnTo>
                    <a:pt x="2436289" y="535890"/>
                  </a:lnTo>
                  <a:lnTo>
                    <a:pt x="2436219" y="535779"/>
                  </a:lnTo>
                  <a:lnTo>
                    <a:pt x="2436209" y="535762"/>
                  </a:lnTo>
                  <a:lnTo>
                    <a:pt x="2436176" y="535635"/>
                  </a:lnTo>
                  <a:lnTo>
                    <a:pt x="2436143" y="535552"/>
                  </a:lnTo>
                  <a:lnTo>
                    <a:pt x="2436052" y="535412"/>
                  </a:lnTo>
                  <a:lnTo>
                    <a:pt x="2436040" y="535339"/>
                  </a:lnTo>
                  <a:lnTo>
                    <a:pt x="2436043" y="535325"/>
                  </a:lnTo>
                  <a:lnTo>
                    <a:pt x="2436054" y="535321"/>
                  </a:lnTo>
                  <a:lnTo>
                    <a:pt x="2436056" y="535294"/>
                  </a:lnTo>
                  <a:lnTo>
                    <a:pt x="2436013" y="535141"/>
                  </a:lnTo>
                  <a:lnTo>
                    <a:pt x="2435955" y="535035"/>
                  </a:lnTo>
                  <a:lnTo>
                    <a:pt x="2435793" y="534737"/>
                  </a:lnTo>
                  <a:lnTo>
                    <a:pt x="2435755" y="534679"/>
                  </a:lnTo>
                  <a:lnTo>
                    <a:pt x="2435588" y="534419"/>
                  </a:lnTo>
                  <a:lnTo>
                    <a:pt x="2435555" y="534389"/>
                  </a:lnTo>
                  <a:lnTo>
                    <a:pt x="2435540" y="534383"/>
                  </a:lnTo>
                  <a:lnTo>
                    <a:pt x="2435466" y="534351"/>
                  </a:lnTo>
                  <a:lnTo>
                    <a:pt x="2435395" y="534334"/>
                  </a:lnTo>
                  <a:lnTo>
                    <a:pt x="2435356" y="534314"/>
                  </a:lnTo>
                  <a:lnTo>
                    <a:pt x="2435342" y="534304"/>
                  </a:lnTo>
                  <a:lnTo>
                    <a:pt x="2435323" y="534259"/>
                  </a:lnTo>
                  <a:lnTo>
                    <a:pt x="2435374" y="534094"/>
                  </a:lnTo>
                  <a:lnTo>
                    <a:pt x="2435336" y="533924"/>
                  </a:lnTo>
                  <a:lnTo>
                    <a:pt x="2435267" y="533744"/>
                  </a:lnTo>
                  <a:lnTo>
                    <a:pt x="2435276" y="533603"/>
                  </a:lnTo>
                  <a:lnTo>
                    <a:pt x="2435312" y="533491"/>
                  </a:lnTo>
                  <a:lnTo>
                    <a:pt x="2435369" y="533098"/>
                  </a:lnTo>
                  <a:lnTo>
                    <a:pt x="2435313" y="533065"/>
                  </a:lnTo>
                  <a:lnTo>
                    <a:pt x="2435285" y="533048"/>
                  </a:lnTo>
                  <a:lnTo>
                    <a:pt x="2435270" y="533045"/>
                  </a:lnTo>
                  <a:lnTo>
                    <a:pt x="2435211" y="533003"/>
                  </a:lnTo>
                  <a:lnTo>
                    <a:pt x="2435100" y="532813"/>
                  </a:lnTo>
                  <a:lnTo>
                    <a:pt x="2435002" y="532672"/>
                  </a:lnTo>
                  <a:lnTo>
                    <a:pt x="2434840" y="532569"/>
                  </a:lnTo>
                  <a:lnTo>
                    <a:pt x="2434781" y="532511"/>
                  </a:lnTo>
                  <a:lnTo>
                    <a:pt x="2434672" y="532259"/>
                  </a:lnTo>
                  <a:lnTo>
                    <a:pt x="2434668" y="532127"/>
                  </a:lnTo>
                  <a:lnTo>
                    <a:pt x="2434735" y="531948"/>
                  </a:lnTo>
                  <a:lnTo>
                    <a:pt x="2434835" y="531779"/>
                  </a:lnTo>
                  <a:lnTo>
                    <a:pt x="2435012" y="531554"/>
                  </a:lnTo>
                  <a:lnTo>
                    <a:pt x="2435119" y="531373"/>
                  </a:lnTo>
                  <a:lnTo>
                    <a:pt x="2435241" y="531132"/>
                  </a:lnTo>
                  <a:lnTo>
                    <a:pt x="2435259" y="531068"/>
                  </a:lnTo>
                  <a:lnTo>
                    <a:pt x="2435244" y="531042"/>
                  </a:lnTo>
                  <a:lnTo>
                    <a:pt x="2435149" y="530987"/>
                  </a:lnTo>
                  <a:lnTo>
                    <a:pt x="2435106" y="530952"/>
                  </a:lnTo>
                  <a:lnTo>
                    <a:pt x="2435040" y="530857"/>
                  </a:lnTo>
                  <a:lnTo>
                    <a:pt x="2434982" y="530817"/>
                  </a:lnTo>
                  <a:lnTo>
                    <a:pt x="2434822" y="530725"/>
                  </a:lnTo>
                  <a:lnTo>
                    <a:pt x="2434511" y="530612"/>
                  </a:lnTo>
                  <a:lnTo>
                    <a:pt x="2434383" y="530593"/>
                  </a:lnTo>
                  <a:lnTo>
                    <a:pt x="2434245" y="530596"/>
                  </a:lnTo>
                  <a:lnTo>
                    <a:pt x="2434193" y="530587"/>
                  </a:lnTo>
                  <a:lnTo>
                    <a:pt x="2433917" y="530567"/>
                  </a:lnTo>
                  <a:lnTo>
                    <a:pt x="2433884" y="530575"/>
                  </a:lnTo>
                  <a:lnTo>
                    <a:pt x="2433840" y="530570"/>
                  </a:lnTo>
                  <a:lnTo>
                    <a:pt x="2433736" y="530539"/>
                  </a:lnTo>
                  <a:lnTo>
                    <a:pt x="2433643" y="530527"/>
                  </a:lnTo>
                  <a:lnTo>
                    <a:pt x="2433603" y="530565"/>
                  </a:lnTo>
                  <a:lnTo>
                    <a:pt x="2433591" y="530611"/>
                  </a:lnTo>
                  <a:lnTo>
                    <a:pt x="2433563" y="530663"/>
                  </a:lnTo>
                  <a:lnTo>
                    <a:pt x="2433486" y="530706"/>
                  </a:lnTo>
                  <a:lnTo>
                    <a:pt x="2433387" y="530749"/>
                  </a:lnTo>
                  <a:lnTo>
                    <a:pt x="2433299" y="530808"/>
                  </a:lnTo>
                  <a:lnTo>
                    <a:pt x="2433167" y="530929"/>
                  </a:lnTo>
                  <a:lnTo>
                    <a:pt x="2433041" y="531084"/>
                  </a:lnTo>
                  <a:lnTo>
                    <a:pt x="2432944" y="531242"/>
                  </a:lnTo>
                  <a:lnTo>
                    <a:pt x="2432870" y="531542"/>
                  </a:lnTo>
                  <a:lnTo>
                    <a:pt x="2432871" y="531564"/>
                  </a:lnTo>
                  <a:lnTo>
                    <a:pt x="2432864" y="531584"/>
                  </a:lnTo>
                  <a:lnTo>
                    <a:pt x="2432798" y="531659"/>
                  </a:lnTo>
                  <a:lnTo>
                    <a:pt x="2432800" y="531723"/>
                  </a:lnTo>
                  <a:lnTo>
                    <a:pt x="2432827" y="531776"/>
                  </a:lnTo>
                  <a:lnTo>
                    <a:pt x="2432871" y="531844"/>
                  </a:lnTo>
                  <a:lnTo>
                    <a:pt x="2432901" y="531961"/>
                  </a:lnTo>
                  <a:lnTo>
                    <a:pt x="2432907" y="531983"/>
                  </a:lnTo>
                  <a:lnTo>
                    <a:pt x="2432913" y="532004"/>
                  </a:lnTo>
                  <a:lnTo>
                    <a:pt x="2432942" y="532089"/>
                  </a:lnTo>
                  <a:lnTo>
                    <a:pt x="2433246" y="532371"/>
                  </a:lnTo>
                  <a:lnTo>
                    <a:pt x="2433301" y="532440"/>
                  </a:lnTo>
                  <a:lnTo>
                    <a:pt x="2433347" y="532510"/>
                  </a:lnTo>
                  <a:lnTo>
                    <a:pt x="2433353" y="532525"/>
                  </a:lnTo>
                  <a:lnTo>
                    <a:pt x="2433456" y="532771"/>
                  </a:lnTo>
                  <a:lnTo>
                    <a:pt x="2433502" y="532896"/>
                  </a:lnTo>
                  <a:lnTo>
                    <a:pt x="2433506" y="533072"/>
                  </a:lnTo>
                  <a:lnTo>
                    <a:pt x="2433509" y="533081"/>
                  </a:lnTo>
                  <a:lnTo>
                    <a:pt x="2433506" y="533089"/>
                  </a:lnTo>
                  <a:lnTo>
                    <a:pt x="2433462" y="533252"/>
                  </a:lnTo>
                  <a:lnTo>
                    <a:pt x="2433335" y="533445"/>
                  </a:lnTo>
                  <a:lnTo>
                    <a:pt x="2433206" y="533633"/>
                  </a:lnTo>
                  <a:lnTo>
                    <a:pt x="2433111" y="533797"/>
                  </a:lnTo>
                  <a:lnTo>
                    <a:pt x="2432970" y="533873"/>
                  </a:lnTo>
                  <a:lnTo>
                    <a:pt x="2432909" y="533920"/>
                  </a:lnTo>
                  <a:lnTo>
                    <a:pt x="2432880" y="533964"/>
                  </a:lnTo>
                  <a:lnTo>
                    <a:pt x="2432838" y="534008"/>
                  </a:lnTo>
                  <a:lnTo>
                    <a:pt x="2432721" y="534037"/>
                  </a:lnTo>
                  <a:lnTo>
                    <a:pt x="2432603" y="534044"/>
                  </a:lnTo>
                  <a:lnTo>
                    <a:pt x="2432254" y="534102"/>
                  </a:lnTo>
                  <a:lnTo>
                    <a:pt x="2432118" y="534098"/>
                  </a:lnTo>
                  <a:lnTo>
                    <a:pt x="2431827" y="534060"/>
                  </a:lnTo>
                  <a:lnTo>
                    <a:pt x="2431776" y="534054"/>
                  </a:lnTo>
                  <a:lnTo>
                    <a:pt x="2431602" y="534007"/>
                  </a:lnTo>
                  <a:lnTo>
                    <a:pt x="2431374" y="533914"/>
                  </a:lnTo>
                  <a:lnTo>
                    <a:pt x="2431324" y="533882"/>
                  </a:lnTo>
                  <a:lnTo>
                    <a:pt x="2431093" y="533666"/>
                  </a:lnTo>
                  <a:lnTo>
                    <a:pt x="2430892" y="533380"/>
                  </a:lnTo>
                  <a:lnTo>
                    <a:pt x="2430831" y="533213"/>
                  </a:lnTo>
                  <a:lnTo>
                    <a:pt x="2430759" y="533126"/>
                  </a:lnTo>
                  <a:lnTo>
                    <a:pt x="2430694" y="533077"/>
                  </a:lnTo>
                  <a:lnTo>
                    <a:pt x="2430633" y="532916"/>
                  </a:lnTo>
                  <a:lnTo>
                    <a:pt x="2430597" y="532729"/>
                  </a:lnTo>
                  <a:lnTo>
                    <a:pt x="2430629" y="532633"/>
                  </a:lnTo>
                  <a:lnTo>
                    <a:pt x="2430782" y="532403"/>
                  </a:lnTo>
                  <a:lnTo>
                    <a:pt x="2430808" y="532351"/>
                  </a:lnTo>
                  <a:lnTo>
                    <a:pt x="2430811" y="532320"/>
                  </a:lnTo>
                  <a:lnTo>
                    <a:pt x="2430871" y="532249"/>
                  </a:lnTo>
                  <a:lnTo>
                    <a:pt x="2430898" y="532232"/>
                  </a:lnTo>
                  <a:lnTo>
                    <a:pt x="2431000" y="532183"/>
                  </a:lnTo>
                  <a:lnTo>
                    <a:pt x="2431132" y="532131"/>
                  </a:lnTo>
                  <a:lnTo>
                    <a:pt x="2431178" y="532069"/>
                  </a:lnTo>
                  <a:lnTo>
                    <a:pt x="2431191" y="532015"/>
                  </a:lnTo>
                  <a:lnTo>
                    <a:pt x="2431211" y="531977"/>
                  </a:lnTo>
                  <a:lnTo>
                    <a:pt x="2431407" y="531679"/>
                  </a:lnTo>
                  <a:lnTo>
                    <a:pt x="2431496" y="531521"/>
                  </a:lnTo>
                  <a:lnTo>
                    <a:pt x="2431516" y="531407"/>
                  </a:lnTo>
                  <a:lnTo>
                    <a:pt x="2431484" y="531298"/>
                  </a:lnTo>
                  <a:lnTo>
                    <a:pt x="2431401" y="531170"/>
                  </a:lnTo>
                  <a:lnTo>
                    <a:pt x="2431348" y="531109"/>
                  </a:lnTo>
                  <a:lnTo>
                    <a:pt x="2431189" y="530995"/>
                  </a:lnTo>
                  <a:lnTo>
                    <a:pt x="2431054" y="530946"/>
                  </a:lnTo>
                  <a:lnTo>
                    <a:pt x="2430902" y="530837"/>
                  </a:lnTo>
                  <a:lnTo>
                    <a:pt x="2430927" y="530799"/>
                  </a:lnTo>
                  <a:lnTo>
                    <a:pt x="2430917" y="530769"/>
                  </a:lnTo>
                  <a:lnTo>
                    <a:pt x="2430892" y="530749"/>
                  </a:lnTo>
                  <a:lnTo>
                    <a:pt x="2430857" y="530749"/>
                  </a:lnTo>
                  <a:lnTo>
                    <a:pt x="2430791" y="530760"/>
                  </a:lnTo>
                  <a:lnTo>
                    <a:pt x="2430505" y="530931"/>
                  </a:lnTo>
                  <a:lnTo>
                    <a:pt x="2430462" y="530946"/>
                  </a:lnTo>
                  <a:lnTo>
                    <a:pt x="2430355" y="530940"/>
                  </a:lnTo>
                  <a:lnTo>
                    <a:pt x="2430304" y="530956"/>
                  </a:lnTo>
                  <a:lnTo>
                    <a:pt x="2430262" y="531013"/>
                  </a:lnTo>
                  <a:lnTo>
                    <a:pt x="2430259" y="531050"/>
                  </a:lnTo>
                  <a:lnTo>
                    <a:pt x="2430237" y="531111"/>
                  </a:lnTo>
                  <a:lnTo>
                    <a:pt x="2430169" y="531213"/>
                  </a:lnTo>
                  <a:lnTo>
                    <a:pt x="2430104" y="531277"/>
                  </a:lnTo>
                  <a:lnTo>
                    <a:pt x="2430039" y="531327"/>
                  </a:lnTo>
                  <a:lnTo>
                    <a:pt x="2429951" y="531367"/>
                  </a:lnTo>
                  <a:lnTo>
                    <a:pt x="2429897" y="531425"/>
                  </a:lnTo>
                  <a:lnTo>
                    <a:pt x="2429864" y="531495"/>
                  </a:lnTo>
                  <a:lnTo>
                    <a:pt x="2429803" y="531530"/>
                  </a:lnTo>
                  <a:lnTo>
                    <a:pt x="2429787" y="531540"/>
                  </a:lnTo>
                  <a:lnTo>
                    <a:pt x="2429512" y="531548"/>
                  </a:lnTo>
                  <a:lnTo>
                    <a:pt x="2429266" y="531544"/>
                  </a:lnTo>
                  <a:lnTo>
                    <a:pt x="2429158" y="531493"/>
                  </a:lnTo>
                  <a:lnTo>
                    <a:pt x="2429025" y="531411"/>
                  </a:lnTo>
                  <a:lnTo>
                    <a:pt x="2428972" y="531366"/>
                  </a:lnTo>
                  <a:lnTo>
                    <a:pt x="2428932" y="531307"/>
                  </a:lnTo>
                  <a:lnTo>
                    <a:pt x="2428918" y="531240"/>
                  </a:lnTo>
                  <a:lnTo>
                    <a:pt x="2428919" y="531164"/>
                  </a:lnTo>
                  <a:lnTo>
                    <a:pt x="2428934" y="531086"/>
                  </a:lnTo>
                  <a:lnTo>
                    <a:pt x="2428972" y="531082"/>
                  </a:lnTo>
                  <a:lnTo>
                    <a:pt x="2429015" y="531065"/>
                  </a:lnTo>
                  <a:lnTo>
                    <a:pt x="2429050" y="531025"/>
                  </a:lnTo>
                  <a:lnTo>
                    <a:pt x="2429018" y="530977"/>
                  </a:lnTo>
                  <a:lnTo>
                    <a:pt x="2428869" y="530880"/>
                  </a:lnTo>
                  <a:lnTo>
                    <a:pt x="2428758" y="530749"/>
                  </a:lnTo>
                  <a:lnTo>
                    <a:pt x="2428675" y="530560"/>
                  </a:lnTo>
                  <a:lnTo>
                    <a:pt x="2428507" y="530313"/>
                  </a:lnTo>
                  <a:lnTo>
                    <a:pt x="2428429" y="530227"/>
                  </a:lnTo>
                  <a:lnTo>
                    <a:pt x="2427986" y="529844"/>
                  </a:lnTo>
                  <a:lnTo>
                    <a:pt x="2427861" y="529780"/>
                  </a:lnTo>
                  <a:lnTo>
                    <a:pt x="2427677" y="529633"/>
                  </a:lnTo>
                  <a:lnTo>
                    <a:pt x="2427506" y="529530"/>
                  </a:lnTo>
                  <a:lnTo>
                    <a:pt x="2427400" y="529483"/>
                  </a:lnTo>
                  <a:lnTo>
                    <a:pt x="2426958" y="529211"/>
                  </a:lnTo>
                  <a:lnTo>
                    <a:pt x="2426795" y="529155"/>
                  </a:lnTo>
                  <a:lnTo>
                    <a:pt x="2426511" y="528993"/>
                  </a:lnTo>
                  <a:lnTo>
                    <a:pt x="2426388" y="528886"/>
                  </a:lnTo>
                  <a:lnTo>
                    <a:pt x="2426376" y="528867"/>
                  </a:lnTo>
                  <a:lnTo>
                    <a:pt x="2426314" y="528776"/>
                  </a:lnTo>
                  <a:lnTo>
                    <a:pt x="2426295" y="528756"/>
                  </a:lnTo>
                  <a:lnTo>
                    <a:pt x="2426202" y="528673"/>
                  </a:lnTo>
                  <a:lnTo>
                    <a:pt x="2426034" y="528523"/>
                  </a:lnTo>
                  <a:lnTo>
                    <a:pt x="2425989" y="528353"/>
                  </a:lnTo>
                  <a:lnTo>
                    <a:pt x="2425916" y="528219"/>
                  </a:lnTo>
                  <a:lnTo>
                    <a:pt x="2425835" y="528111"/>
                  </a:lnTo>
                  <a:lnTo>
                    <a:pt x="2425726" y="527945"/>
                  </a:lnTo>
                  <a:lnTo>
                    <a:pt x="2425662" y="527820"/>
                  </a:lnTo>
                  <a:lnTo>
                    <a:pt x="2425576" y="527469"/>
                  </a:lnTo>
                  <a:lnTo>
                    <a:pt x="2425538" y="527378"/>
                  </a:lnTo>
                  <a:lnTo>
                    <a:pt x="2425501" y="527289"/>
                  </a:lnTo>
                  <a:lnTo>
                    <a:pt x="2425449" y="526959"/>
                  </a:lnTo>
                  <a:lnTo>
                    <a:pt x="2425437" y="526927"/>
                  </a:lnTo>
                  <a:lnTo>
                    <a:pt x="2425426" y="526907"/>
                  </a:lnTo>
                  <a:lnTo>
                    <a:pt x="2425219" y="526694"/>
                  </a:lnTo>
                  <a:lnTo>
                    <a:pt x="2425111" y="526519"/>
                  </a:lnTo>
                  <a:lnTo>
                    <a:pt x="2425047" y="526489"/>
                  </a:lnTo>
                  <a:lnTo>
                    <a:pt x="2425006" y="526470"/>
                  </a:lnTo>
                  <a:lnTo>
                    <a:pt x="2424687" y="526553"/>
                  </a:lnTo>
                  <a:lnTo>
                    <a:pt x="2424423" y="526477"/>
                  </a:lnTo>
                  <a:lnTo>
                    <a:pt x="2424350" y="526464"/>
                  </a:lnTo>
                  <a:lnTo>
                    <a:pt x="2424149" y="526446"/>
                  </a:lnTo>
                  <a:lnTo>
                    <a:pt x="2424103" y="526448"/>
                  </a:lnTo>
                  <a:lnTo>
                    <a:pt x="2424082" y="526458"/>
                  </a:lnTo>
                  <a:lnTo>
                    <a:pt x="2424010" y="526450"/>
                  </a:lnTo>
                  <a:lnTo>
                    <a:pt x="2423960" y="526433"/>
                  </a:lnTo>
                  <a:lnTo>
                    <a:pt x="2423763" y="526338"/>
                  </a:lnTo>
                  <a:lnTo>
                    <a:pt x="2423745" y="526323"/>
                  </a:lnTo>
                  <a:lnTo>
                    <a:pt x="2423696" y="526285"/>
                  </a:lnTo>
                  <a:lnTo>
                    <a:pt x="2423629" y="526196"/>
                  </a:lnTo>
                  <a:lnTo>
                    <a:pt x="2423612" y="526144"/>
                  </a:lnTo>
                  <a:lnTo>
                    <a:pt x="2423619" y="526028"/>
                  </a:lnTo>
                  <a:lnTo>
                    <a:pt x="2423632" y="526006"/>
                  </a:lnTo>
                  <a:lnTo>
                    <a:pt x="2423630" y="525906"/>
                  </a:lnTo>
                  <a:lnTo>
                    <a:pt x="2423629" y="525892"/>
                  </a:lnTo>
                  <a:lnTo>
                    <a:pt x="2423521" y="525647"/>
                  </a:lnTo>
                  <a:lnTo>
                    <a:pt x="2423453" y="525591"/>
                  </a:lnTo>
                  <a:lnTo>
                    <a:pt x="2423351" y="525531"/>
                  </a:lnTo>
                  <a:lnTo>
                    <a:pt x="2423317" y="525502"/>
                  </a:lnTo>
                  <a:lnTo>
                    <a:pt x="2423258" y="525423"/>
                  </a:lnTo>
                  <a:lnTo>
                    <a:pt x="2423100" y="525169"/>
                  </a:lnTo>
                  <a:lnTo>
                    <a:pt x="2423021" y="525085"/>
                  </a:lnTo>
                  <a:lnTo>
                    <a:pt x="2422990" y="525068"/>
                  </a:lnTo>
                  <a:lnTo>
                    <a:pt x="2422890" y="524926"/>
                  </a:lnTo>
                  <a:lnTo>
                    <a:pt x="2422867" y="524799"/>
                  </a:lnTo>
                  <a:lnTo>
                    <a:pt x="2422895" y="524707"/>
                  </a:lnTo>
                  <a:lnTo>
                    <a:pt x="2422919" y="524374"/>
                  </a:lnTo>
                  <a:lnTo>
                    <a:pt x="2423072" y="524159"/>
                  </a:lnTo>
                  <a:lnTo>
                    <a:pt x="2423180" y="523874"/>
                  </a:lnTo>
                  <a:lnTo>
                    <a:pt x="2423264" y="523719"/>
                  </a:lnTo>
                  <a:lnTo>
                    <a:pt x="2423321" y="523501"/>
                  </a:lnTo>
                  <a:lnTo>
                    <a:pt x="2423293" y="523330"/>
                  </a:lnTo>
                  <a:lnTo>
                    <a:pt x="2423250" y="523200"/>
                  </a:lnTo>
                  <a:lnTo>
                    <a:pt x="2423168" y="523085"/>
                  </a:lnTo>
                  <a:lnTo>
                    <a:pt x="2423049" y="522967"/>
                  </a:lnTo>
                  <a:lnTo>
                    <a:pt x="2422989" y="522938"/>
                  </a:lnTo>
                  <a:lnTo>
                    <a:pt x="2422937" y="522900"/>
                  </a:lnTo>
                  <a:lnTo>
                    <a:pt x="2422836" y="522778"/>
                  </a:lnTo>
                  <a:lnTo>
                    <a:pt x="2422701" y="522560"/>
                  </a:lnTo>
                  <a:lnTo>
                    <a:pt x="2422541" y="522239"/>
                  </a:lnTo>
                  <a:lnTo>
                    <a:pt x="2422539" y="522177"/>
                  </a:lnTo>
                  <a:lnTo>
                    <a:pt x="2422566" y="522095"/>
                  </a:lnTo>
                  <a:lnTo>
                    <a:pt x="2422582" y="522070"/>
                  </a:lnTo>
                  <a:lnTo>
                    <a:pt x="2422617" y="522039"/>
                  </a:lnTo>
                  <a:lnTo>
                    <a:pt x="2422708" y="521987"/>
                  </a:lnTo>
                  <a:lnTo>
                    <a:pt x="2422733" y="521961"/>
                  </a:lnTo>
                  <a:lnTo>
                    <a:pt x="2422752" y="521942"/>
                  </a:lnTo>
                  <a:lnTo>
                    <a:pt x="2422780" y="521906"/>
                  </a:lnTo>
                  <a:lnTo>
                    <a:pt x="2422799" y="521881"/>
                  </a:lnTo>
                  <a:lnTo>
                    <a:pt x="2422843" y="521777"/>
                  </a:lnTo>
                  <a:lnTo>
                    <a:pt x="2422941" y="521589"/>
                  </a:lnTo>
                  <a:lnTo>
                    <a:pt x="2422981" y="521528"/>
                  </a:lnTo>
                  <a:lnTo>
                    <a:pt x="2422993" y="521451"/>
                  </a:lnTo>
                  <a:lnTo>
                    <a:pt x="2422954" y="521326"/>
                  </a:lnTo>
                  <a:lnTo>
                    <a:pt x="2422981" y="521008"/>
                  </a:lnTo>
                  <a:lnTo>
                    <a:pt x="2423033" y="520782"/>
                  </a:lnTo>
                  <a:lnTo>
                    <a:pt x="2423072" y="520665"/>
                  </a:lnTo>
                  <a:lnTo>
                    <a:pt x="2423116" y="520566"/>
                  </a:lnTo>
                  <a:lnTo>
                    <a:pt x="2423214" y="520479"/>
                  </a:lnTo>
                  <a:lnTo>
                    <a:pt x="2423228" y="520408"/>
                  </a:lnTo>
                  <a:lnTo>
                    <a:pt x="2423297" y="520176"/>
                  </a:lnTo>
                  <a:lnTo>
                    <a:pt x="2423314" y="520137"/>
                  </a:lnTo>
                  <a:lnTo>
                    <a:pt x="2423317" y="520124"/>
                  </a:lnTo>
                  <a:lnTo>
                    <a:pt x="2423339" y="519907"/>
                  </a:lnTo>
                  <a:lnTo>
                    <a:pt x="2423337" y="519889"/>
                  </a:lnTo>
                  <a:lnTo>
                    <a:pt x="2423337" y="519882"/>
                  </a:lnTo>
                  <a:lnTo>
                    <a:pt x="2423334" y="519875"/>
                  </a:lnTo>
                  <a:lnTo>
                    <a:pt x="2423307" y="519800"/>
                  </a:lnTo>
                  <a:lnTo>
                    <a:pt x="2423259" y="519689"/>
                  </a:lnTo>
                  <a:lnTo>
                    <a:pt x="2423262" y="519497"/>
                  </a:lnTo>
                  <a:lnTo>
                    <a:pt x="2423264" y="519482"/>
                  </a:lnTo>
                  <a:lnTo>
                    <a:pt x="2423267" y="519461"/>
                  </a:lnTo>
                  <a:lnTo>
                    <a:pt x="2423273" y="519446"/>
                  </a:lnTo>
                  <a:lnTo>
                    <a:pt x="2423283" y="519427"/>
                  </a:lnTo>
                  <a:lnTo>
                    <a:pt x="2423293" y="519412"/>
                  </a:lnTo>
                  <a:lnTo>
                    <a:pt x="2423298" y="519406"/>
                  </a:lnTo>
                  <a:lnTo>
                    <a:pt x="2423308" y="519403"/>
                  </a:lnTo>
                  <a:lnTo>
                    <a:pt x="2423292" y="519364"/>
                  </a:lnTo>
                  <a:lnTo>
                    <a:pt x="2423281" y="519180"/>
                  </a:lnTo>
                  <a:lnTo>
                    <a:pt x="2423347" y="519070"/>
                  </a:lnTo>
                  <a:lnTo>
                    <a:pt x="2423476" y="518940"/>
                  </a:lnTo>
                  <a:lnTo>
                    <a:pt x="2423658" y="518795"/>
                  </a:lnTo>
                  <a:lnTo>
                    <a:pt x="2423893" y="518670"/>
                  </a:lnTo>
                  <a:lnTo>
                    <a:pt x="2424026" y="518580"/>
                  </a:lnTo>
                  <a:lnTo>
                    <a:pt x="2424055" y="518552"/>
                  </a:lnTo>
                  <a:lnTo>
                    <a:pt x="2424115" y="518427"/>
                  </a:lnTo>
                  <a:lnTo>
                    <a:pt x="2424228" y="518301"/>
                  </a:lnTo>
                  <a:lnTo>
                    <a:pt x="2424328" y="518134"/>
                  </a:lnTo>
                  <a:lnTo>
                    <a:pt x="2424358" y="518043"/>
                  </a:lnTo>
                  <a:lnTo>
                    <a:pt x="2424341" y="518034"/>
                  </a:lnTo>
                  <a:lnTo>
                    <a:pt x="2424331" y="518024"/>
                  </a:lnTo>
                  <a:lnTo>
                    <a:pt x="2424323" y="518016"/>
                  </a:lnTo>
                  <a:lnTo>
                    <a:pt x="2424192" y="517882"/>
                  </a:lnTo>
                  <a:lnTo>
                    <a:pt x="2424076" y="517724"/>
                  </a:lnTo>
                  <a:lnTo>
                    <a:pt x="2423995" y="517591"/>
                  </a:lnTo>
                  <a:lnTo>
                    <a:pt x="2423948" y="517424"/>
                  </a:lnTo>
                  <a:lnTo>
                    <a:pt x="2423943" y="517265"/>
                  </a:lnTo>
                  <a:lnTo>
                    <a:pt x="2423971" y="517064"/>
                  </a:lnTo>
                  <a:lnTo>
                    <a:pt x="2424067" y="516823"/>
                  </a:lnTo>
                  <a:lnTo>
                    <a:pt x="2424111" y="516674"/>
                  </a:lnTo>
                  <a:lnTo>
                    <a:pt x="2424045" y="516623"/>
                  </a:lnTo>
                  <a:lnTo>
                    <a:pt x="2424000" y="516591"/>
                  </a:lnTo>
                  <a:lnTo>
                    <a:pt x="2423906" y="516547"/>
                  </a:lnTo>
                  <a:lnTo>
                    <a:pt x="2423854" y="516534"/>
                  </a:lnTo>
                  <a:lnTo>
                    <a:pt x="2423787" y="516518"/>
                  </a:lnTo>
                  <a:lnTo>
                    <a:pt x="2423699" y="516511"/>
                  </a:lnTo>
                  <a:lnTo>
                    <a:pt x="2423664" y="516514"/>
                  </a:lnTo>
                  <a:lnTo>
                    <a:pt x="2423636" y="516517"/>
                  </a:lnTo>
                  <a:lnTo>
                    <a:pt x="2423547" y="516536"/>
                  </a:lnTo>
                  <a:lnTo>
                    <a:pt x="2423498" y="516554"/>
                  </a:lnTo>
                  <a:lnTo>
                    <a:pt x="2423459" y="516569"/>
                  </a:lnTo>
                  <a:lnTo>
                    <a:pt x="2423447" y="516575"/>
                  </a:lnTo>
                  <a:lnTo>
                    <a:pt x="2423309" y="516639"/>
                  </a:lnTo>
                  <a:lnTo>
                    <a:pt x="2422941" y="516708"/>
                  </a:lnTo>
                  <a:lnTo>
                    <a:pt x="2422747" y="516725"/>
                  </a:lnTo>
                  <a:lnTo>
                    <a:pt x="2422627" y="516730"/>
                  </a:lnTo>
                  <a:lnTo>
                    <a:pt x="2422511" y="516733"/>
                  </a:lnTo>
                  <a:lnTo>
                    <a:pt x="2422503" y="516732"/>
                  </a:lnTo>
                  <a:lnTo>
                    <a:pt x="2422435" y="516730"/>
                  </a:lnTo>
                  <a:lnTo>
                    <a:pt x="2422329" y="516726"/>
                  </a:lnTo>
                  <a:lnTo>
                    <a:pt x="2422225" y="516720"/>
                  </a:lnTo>
                  <a:lnTo>
                    <a:pt x="2422020" y="516692"/>
                  </a:lnTo>
                  <a:lnTo>
                    <a:pt x="2422009" y="516690"/>
                  </a:lnTo>
                  <a:lnTo>
                    <a:pt x="2421948" y="516673"/>
                  </a:lnTo>
                  <a:lnTo>
                    <a:pt x="2421885" y="516656"/>
                  </a:lnTo>
                  <a:lnTo>
                    <a:pt x="2421773" y="516608"/>
                  </a:lnTo>
                  <a:lnTo>
                    <a:pt x="2421572" y="516540"/>
                  </a:lnTo>
                  <a:lnTo>
                    <a:pt x="2421055" y="516380"/>
                  </a:lnTo>
                  <a:lnTo>
                    <a:pt x="2420868" y="516376"/>
                  </a:lnTo>
                  <a:lnTo>
                    <a:pt x="2420619" y="516298"/>
                  </a:lnTo>
                  <a:lnTo>
                    <a:pt x="2420564" y="516276"/>
                  </a:lnTo>
                  <a:lnTo>
                    <a:pt x="2420365" y="516215"/>
                  </a:lnTo>
                  <a:lnTo>
                    <a:pt x="2420307" y="516206"/>
                  </a:lnTo>
                  <a:lnTo>
                    <a:pt x="2420168" y="516204"/>
                  </a:lnTo>
                  <a:lnTo>
                    <a:pt x="2419871" y="516225"/>
                  </a:lnTo>
                  <a:lnTo>
                    <a:pt x="2419818" y="516236"/>
                  </a:lnTo>
                  <a:lnTo>
                    <a:pt x="2419739" y="516271"/>
                  </a:lnTo>
                  <a:lnTo>
                    <a:pt x="2419664" y="516326"/>
                  </a:lnTo>
                  <a:lnTo>
                    <a:pt x="2419520" y="516439"/>
                  </a:lnTo>
                  <a:lnTo>
                    <a:pt x="2419463" y="516481"/>
                  </a:lnTo>
                  <a:lnTo>
                    <a:pt x="2419377" y="516515"/>
                  </a:lnTo>
                  <a:lnTo>
                    <a:pt x="2419298" y="516555"/>
                  </a:lnTo>
                  <a:lnTo>
                    <a:pt x="2419266" y="516585"/>
                  </a:lnTo>
                  <a:lnTo>
                    <a:pt x="2419216" y="516633"/>
                  </a:lnTo>
                  <a:lnTo>
                    <a:pt x="2419132" y="516687"/>
                  </a:lnTo>
                  <a:lnTo>
                    <a:pt x="2419024" y="516748"/>
                  </a:lnTo>
                  <a:lnTo>
                    <a:pt x="2418914" y="516771"/>
                  </a:lnTo>
                  <a:lnTo>
                    <a:pt x="2418842" y="516766"/>
                  </a:lnTo>
                  <a:lnTo>
                    <a:pt x="2418672" y="516697"/>
                  </a:lnTo>
                  <a:lnTo>
                    <a:pt x="2418488" y="516559"/>
                  </a:lnTo>
                  <a:lnTo>
                    <a:pt x="2418460" y="516536"/>
                  </a:lnTo>
                  <a:lnTo>
                    <a:pt x="2418351" y="516444"/>
                  </a:lnTo>
                  <a:lnTo>
                    <a:pt x="2418188" y="516353"/>
                  </a:lnTo>
                  <a:lnTo>
                    <a:pt x="2418112" y="516330"/>
                  </a:lnTo>
                  <a:lnTo>
                    <a:pt x="2418029" y="516315"/>
                  </a:lnTo>
                  <a:lnTo>
                    <a:pt x="2417847" y="516291"/>
                  </a:lnTo>
                  <a:lnTo>
                    <a:pt x="2417731" y="516281"/>
                  </a:lnTo>
                  <a:lnTo>
                    <a:pt x="2417668" y="516279"/>
                  </a:lnTo>
                  <a:lnTo>
                    <a:pt x="2417557" y="516275"/>
                  </a:lnTo>
                  <a:lnTo>
                    <a:pt x="2417422" y="516175"/>
                  </a:lnTo>
                  <a:lnTo>
                    <a:pt x="2417357" y="516040"/>
                  </a:lnTo>
                  <a:lnTo>
                    <a:pt x="2417267" y="515893"/>
                  </a:lnTo>
                  <a:lnTo>
                    <a:pt x="2417261" y="515786"/>
                  </a:lnTo>
                  <a:lnTo>
                    <a:pt x="2417289" y="515623"/>
                  </a:lnTo>
                  <a:lnTo>
                    <a:pt x="2417317" y="515587"/>
                  </a:lnTo>
                  <a:lnTo>
                    <a:pt x="2417369" y="515547"/>
                  </a:lnTo>
                  <a:lnTo>
                    <a:pt x="2417445" y="515515"/>
                  </a:lnTo>
                  <a:lnTo>
                    <a:pt x="2417498" y="515499"/>
                  </a:lnTo>
                  <a:lnTo>
                    <a:pt x="2417659" y="515461"/>
                  </a:lnTo>
                  <a:lnTo>
                    <a:pt x="2417807" y="515427"/>
                  </a:lnTo>
                  <a:lnTo>
                    <a:pt x="2417972" y="515404"/>
                  </a:lnTo>
                  <a:lnTo>
                    <a:pt x="2418002" y="515404"/>
                  </a:lnTo>
                  <a:lnTo>
                    <a:pt x="2418046" y="515409"/>
                  </a:lnTo>
                  <a:lnTo>
                    <a:pt x="2418188" y="515438"/>
                  </a:lnTo>
                  <a:lnTo>
                    <a:pt x="2418223" y="515437"/>
                  </a:lnTo>
                  <a:lnTo>
                    <a:pt x="2418363" y="515421"/>
                  </a:lnTo>
                  <a:lnTo>
                    <a:pt x="2418416" y="515411"/>
                  </a:lnTo>
                  <a:lnTo>
                    <a:pt x="2418499" y="515366"/>
                  </a:lnTo>
                  <a:lnTo>
                    <a:pt x="2418535" y="515337"/>
                  </a:lnTo>
                  <a:lnTo>
                    <a:pt x="2418624" y="515235"/>
                  </a:lnTo>
                  <a:lnTo>
                    <a:pt x="2418649" y="515175"/>
                  </a:lnTo>
                  <a:lnTo>
                    <a:pt x="2418657" y="515144"/>
                  </a:lnTo>
                  <a:lnTo>
                    <a:pt x="2418675" y="514988"/>
                  </a:lnTo>
                  <a:lnTo>
                    <a:pt x="2418674" y="514968"/>
                  </a:lnTo>
                  <a:lnTo>
                    <a:pt x="2418661" y="514945"/>
                  </a:lnTo>
                  <a:lnTo>
                    <a:pt x="2418631" y="514923"/>
                  </a:lnTo>
                  <a:lnTo>
                    <a:pt x="2418595" y="514917"/>
                  </a:lnTo>
                  <a:lnTo>
                    <a:pt x="2418501" y="514921"/>
                  </a:lnTo>
                  <a:lnTo>
                    <a:pt x="2418468" y="514926"/>
                  </a:lnTo>
                  <a:lnTo>
                    <a:pt x="2418407" y="514954"/>
                  </a:lnTo>
                  <a:lnTo>
                    <a:pt x="2418368" y="514964"/>
                  </a:lnTo>
                  <a:lnTo>
                    <a:pt x="2418351" y="514966"/>
                  </a:lnTo>
                  <a:lnTo>
                    <a:pt x="2418330" y="514968"/>
                  </a:lnTo>
                  <a:lnTo>
                    <a:pt x="2418292" y="514966"/>
                  </a:lnTo>
                  <a:lnTo>
                    <a:pt x="2418236" y="514961"/>
                  </a:lnTo>
                  <a:lnTo>
                    <a:pt x="2418202" y="514949"/>
                  </a:lnTo>
                  <a:lnTo>
                    <a:pt x="2418106" y="514881"/>
                  </a:lnTo>
                  <a:lnTo>
                    <a:pt x="2418049" y="514834"/>
                  </a:lnTo>
                  <a:lnTo>
                    <a:pt x="2417965" y="514723"/>
                  </a:lnTo>
                  <a:lnTo>
                    <a:pt x="2417926" y="514648"/>
                  </a:lnTo>
                  <a:lnTo>
                    <a:pt x="2417889" y="514538"/>
                  </a:lnTo>
                  <a:lnTo>
                    <a:pt x="2417877" y="514496"/>
                  </a:lnTo>
                  <a:lnTo>
                    <a:pt x="2417864" y="514444"/>
                  </a:lnTo>
                  <a:lnTo>
                    <a:pt x="2417861" y="514424"/>
                  </a:lnTo>
                  <a:lnTo>
                    <a:pt x="2417859" y="514394"/>
                  </a:lnTo>
                  <a:lnTo>
                    <a:pt x="2417870" y="514279"/>
                  </a:lnTo>
                  <a:lnTo>
                    <a:pt x="2417872" y="514265"/>
                  </a:lnTo>
                  <a:lnTo>
                    <a:pt x="2417892" y="514234"/>
                  </a:lnTo>
                  <a:lnTo>
                    <a:pt x="2417934" y="514177"/>
                  </a:lnTo>
                  <a:lnTo>
                    <a:pt x="2418055" y="514071"/>
                  </a:lnTo>
                  <a:lnTo>
                    <a:pt x="2418145" y="514002"/>
                  </a:lnTo>
                  <a:lnTo>
                    <a:pt x="2418263" y="513942"/>
                  </a:lnTo>
                  <a:lnTo>
                    <a:pt x="2418411" y="513877"/>
                  </a:lnTo>
                  <a:lnTo>
                    <a:pt x="2418680" y="513763"/>
                  </a:lnTo>
                  <a:lnTo>
                    <a:pt x="2418826" y="513692"/>
                  </a:lnTo>
                  <a:lnTo>
                    <a:pt x="2418946" y="513601"/>
                  </a:lnTo>
                  <a:lnTo>
                    <a:pt x="2419115" y="513487"/>
                  </a:lnTo>
                  <a:lnTo>
                    <a:pt x="2419156" y="513451"/>
                  </a:lnTo>
                  <a:lnTo>
                    <a:pt x="2419183" y="513417"/>
                  </a:lnTo>
                  <a:lnTo>
                    <a:pt x="2419206" y="513377"/>
                  </a:lnTo>
                  <a:lnTo>
                    <a:pt x="2419202" y="513309"/>
                  </a:lnTo>
                  <a:lnTo>
                    <a:pt x="2419183" y="513182"/>
                  </a:lnTo>
                  <a:lnTo>
                    <a:pt x="2419166" y="513103"/>
                  </a:lnTo>
                  <a:lnTo>
                    <a:pt x="2419124" y="513058"/>
                  </a:lnTo>
                  <a:lnTo>
                    <a:pt x="2419034" y="513004"/>
                  </a:lnTo>
                  <a:lnTo>
                    <a:pt x="2418971" y="512984"/>
                  </a:lnTo>
                  <a:lnTo>
                    <a:pt x="2418940" y="512983"/>
                  </a:lnTo>
                  <a:lnTo>
                    <a:pt x="2418882" y="512980"/>
                  </a:lnTo>
                  <a:lnTo>
                    <a:pt x="2418809" y="512981"/>
                  </a:lnTo>
                  <a:lnTo>
                    <a:pt x="2418750" y="512993"/>
                  </a:lnTo>
                  <a:lnTo>
                    <a:pt x="2418685" y="513022"/>
                  </a:lnTo>
                  <a:lnTo>
                    <a:pt x="2418611" y="513072"/>
                  </a:lnTo>
                  <a:lnTo>
                    <a:pt x="2418539" y="513116"/>
                  </a:lnTo>
                  <a:lnTo>
                    <a:pt x="2418505" y="513120"/>
                  </a:lnTo>
                  <a:lnTo>
                    <a:pt x="2418483" y="513117"/>
                  </a:lnTo>
                  <a:lnTo>
                    <a:pt x="2418464" y="513106"/>
                  </a:lnTo>
                  <a:lnTo>
                    <a:pt x="2418437" y="513085"/>
                  </a:lnTo>
                  <a:lnTo>
                    <a:pt x="2418406" y="513039"/>
                  </a:lnTo>
                  <a:lnTo>
                    <a:pt x="2418378" y="512976"/>
                  </a:lnTo>
                  <a:lnTo>
                    <a:pt x="2418348" y="512882"/>
                  </a:lnTo>
                  <a:lnTo>
                    <a:pt x="2418329" y="512806"/>
                  </a:lnTo>
                  <a:lnTo>
                    <a:pt x="2418300" y="512728"/>
                  </a:lnTo>
                  <a:lnTo>
                    <a:pt x="2418254" y="512688"/>
                  </a:lnTo>
                  <a:lnTo>
                    <a:pt x="2418103" y="512652"/>
                  </a:lnTo>
                  <a:lnTo>
                    <a:pt x="2418094" y="512651"/>
                  </a:lnTo>
                  <a:lnTo>
                    <a:pt x="2417847" y="512612"/>
                  </a:lnTo>
                  <a:lnTo>
                    <a:pt x="2417588" y="512594"/>
                  </a:lnTo>
                  <a:lnTo>
                    <a:pt x="2417452" y="512602"/>
                  </a:lnTo>
                  <a:lnTo>
                    <a:pt x="2417232" y="512650"/>
                  </a:lnTo>
                  <a:lnTo>
                    <a:pt x="2417013" y="512729"/>
                  </a:lnTo>
                  <a:lnTo>
                    <a:pt x="2416985" y="512741"/>
                  </a:lnTo>
                  <a:lnTo>
                    <a:pt x="2416716" y="512864"/>
                  </a:lnTo>
                  <a:lnTo>
                    <a:pt x="2416608" y="512917"/>
                  </a:lnTo>
                  <a:lnTo>
                    <a:pt x="2416577" y="512937"/>
                  </a:lnTo>
                  <a:lnTo>
                    <a:pt x="2416492" y="512992"/>
                  </a:lnTo>
                  <a:lnTo>
                    <a:pt x="2416434" y="513037"/>
                  </a:lnTo>
                  <a:lnTo>
                    <a:pt x="2416348" y="513107"/>
                  </a:lnTo>
                  <a:lnTo>
                    <a:pt x="2416168" y="513253"/>
                  </a:lnTo>
                  <a:lnTo>
                    <a:pt x="2416068" y="513324"/>
                  </a:lnTo>
                  <a:lnTo>
                    <a:pt x="2415839" y="513465"/>
                  </a:lnTo>
                  <a:lnTo>
                    <a:pt x="2415659" y="513575"/>
                  </a:lnTo>
                  <a:lnTo>
                    <a:pt x="2415556" y="513623"/>
                  </a:lnTo>
                  <a:lnTo>
                    <a:pt x="2415524" y="513630"/>
                  </a:lnTo>
                  <a:lnTo>
                    <a:pt x="2415487" y="513633"/>
                  </a:lnTo>
                  <a:lnTo>
                    <a:pt x="2415389" y="513618"/>
                  </a:lnTo>
                  <a:lnTo>
                    <a:pt x="2415339" y="513608"/>
                  </a:lnTo>
                  <a:lnTo>
                    <a:pt x="2414938" y="513582"/>
                  </a:lnTo>
                  <a:lnTo>
                    <a:pt x="2414387" y="513618"/>
                  </a:lnTo>
                  <a:lnTo>
                    <a:pt x="2414245" y="513637"/>
                  </a:lnTo>
                  <a:lnTo>
                    <a:pt x="2414100" y="513742"/>
                  </a:lnTo>
                  <a:lnTo>
                    <a:pt x="2413799" y="513770"/>
                  </a:lnTo>
                  <a:lnTo>
                    <a:pt x="2413567" y="513721"/>
                  </a:lnTo>
                  <a:lnTo>
                    <a:pt x="2413402" y="513614"/>
                  </a:lnTo>
                  <a:lnTo>
                    <a:pt x="2413244" y="513421"/>
                  </a:lnTo>
                  <a:lnTo>
                    <a:pt x="2412991" y="513112"/>
                  </a:lnTo>
                  <a:lnTo>
                    <a:pt x="2412959" y="513102"/>
                  </a:lnTo>
                  <a:lnTo>
                    <a:pt x="2412880" y="513077"/>
                  </a:lnTo>
                  <a:lnTo>
                    <a:pt x="2412677" y="513085"/>
                  </a:lnTo>
                  <a:lnTo>
                    <a:pt x="2412591" y="513116"/>
                  </a:lnTo>
                  <a:lnTo>
                    <a:pt x="2412204" y="513233"/>
                  </a:lnTo>
                  <a:lnTo>
                    <a:pt x="2411991" y="513361"/>
                  </a:lnTo>
                  <a:lnTo>
                    <a:pt x="2411877" y="513305"/>
                  </a:lnTo>
                  <a:lnTo>
                    <a:pt x="2411815" y="513288"/>
                  </a:lnTo>
                  <a:lnTo>
                    <a:pt x="2411707" y="513258"/>
                  </a:lnTo>
                  <a:lnTo>
                    <a:pt x="2411591" y="513238"/>
                  </a:lnTo>
                  <a:lnTo>
                    <a:pt x="2411379" y="513237"/>
                  </a:lnTo>
                  <a:lnTo>
                    <a:pt x="2411267" y="513208"/>
                  </a:lnTo>
                  <a:lnTo>
                    <a:pt x="2411161" y="513161"/>
                  </a:lnTo>
                  <a:lnTo>
                    <a:pt x="2411138" y="513151"/>
                  </a:lnTo>
                  <a:lnTo>
                    <a:pt x="2411039" y="513094"/>
                  </a:lnTo>
                  <a:lnTo>
                    <a:pt x="2410987" y="513046"/>
                  </a:lnTo>
                  <a:lnTo>
                    <a:pt x="2410987" y="513002"/>
                  </a:lnTo>
                  <a:lnTo>
                    <a:pt x="2410927" y="512816"/>
                  </a:lnTo>
                  <a:lnTo>
                    <a:pt x="2410900" y="512767"/>
                  </a:lnTo>
                  <a:lnTo>
                    <a:pt x="2410839" y="512667"/>
                  </a:lnTo>
                  <a:lnTo>
                    <a:pt x="2410844" y="512505"/>
                  </a:lnTo>
                  <a:lnTo>
                    <a:pt x="2410873" y="512245"/>
                  </a:lnTo>
                  <a:lnTo>
                    <a:pt x="2410909" y="512100"/>
                  </a:lnTo>
                  <a:lnTo>
                    <a:pt x="2411017" y="511932"/>
                  </a:lnTo>
                  <a:lnTo>
                    <a:pt x="2411023" y="511925"/>
                  </a:lnTo>
                  <a:lnTo>
                    <a:pt x="2411086" y="511847"/>
                  </a:lnTo>
                  <a:lnTo>
                    <a:pt x="2411101" y="511820"/>
                  </a:lnTo>
                  <a:lnTo>
                    <a:pt x="2411106" y="511785"/>
                  </a:lnTo>
                  <a:lnTo>
                    <a:pt x="2411111" y="511742"/>
                  </a:lnTo>
                  <a:lnTo>
                    <a:pt x="2411109" y="511720"/>
                  </a:lnTo>
                  <a:lnTo>
                    <a:pt x="2411103" y="511700"/>
                  </a:lnTo>
                  <a:lnTo>
                    <a:pt x="2411095" y="511685"/>
                  </a:lnTo>
                  <a:lnTo>
                    <a:pt x="2411031" y="511640"/>
                  </a:lnTo>
                  <a:lnTo>
                    <a:pt x="2410944" y="511609"/>
                  </a:lnTo>
                  <a:lnTo>
                    <a:pt x="2410836" y="511586"/>
                  </a:lnTo>
                  <a:lnTo>
                    <a:pt x="2410723" y="511560"/>
                  </a:lnTo>
                  <a:lnTo>
                    <a:pt x="2410461" y="511569"/>
                  </a:lnTo>
                  <a:lnTo>
                    <a:pt x="2410375" y="511560"/>
                  </a:lnTo>
                  <a:lnTo>
                    <a:pt x="2410300" y="511561"/>
                  </a:lnTo>
                  <a:lnTo>
                    <a:pt x="2410065" y="511594"/>
                  </a:lnTo>
                  <a:lnTo>
                    <a:pt x="2409925" y="511607"/>
                  </a:lnTo>
                  <a:lnTo>
                    <a:pt x="2409822" y="511611"/>
                  </a:lnTo>
                  <a:lnTo>
                    <a:pt x="2409700" y="511607"/>
                  </a:lnTo>
                  <a:lnTo>
                    <a:pt x="2409562" y="511603"/>
                  </a:lnTo>
                  <a:lnTo>
                    <a:pt x="2409468" y="511615"/>
                  </a:lnTo>
                  <a:lnTo>
                    <a:pt x="2409112" y="511683"/>
                  </a:lnTo>
                  <a:lnTo>
                    <a:pt x="2409043" y="511697"/>
                  </a:lnTo>
                  <a:lnTo>
                    <a:pt x="2408936" y="511725"/>
                  </a:lnTo>
                  <a:lnTo>
                    <a:pt x="2408733" y="511784"/>
                  </a:lnTo>
                  <a:lnTo>
                    <a:pt x="2408563" y="511843"/>
                  </a:lnTo>
                  <a:lnTo>
                    <a:pt x="2408521" y="511857"/>
                  </a:lnTo>
                  <a:lnTo>
                    <a:pt x="2408310" y="511951"/>
                  </a:lnTo>
                  <a:lnTo>
                    <a:pt x="2408273" y="511970"/>
                  </a:lnTo>
                  <a:lnTo>
                    <a:pt x="2408224" y="512004"/>
                  </a:lnTo>
                  <a:lnTo>
                    <a:pt x="2407883" y="512247"/>
                  </a:lnTo>
                  <a:lnTo>
                    <a:pt x="2407840" y="512287"/>
                  </a:lnTo>
                  <a:lnTo>
                    <a:pt x="2407787" y="512373"/>
                  </a:lnTo>
                  <a:lnTo>
                    <a:pt x="2407770" y="512402"/>
                  </a:lnTo>
                  <a:lnTo>
                    <a:pt x="2407761" y="512437"/>
                  </a:lnTo>
                  <a:lnTo>
                    <a:pt x="2407744" y="512507"/>
                  </a:lnTo>
                  <a:lnTo>
                    <a:pt x="2407734" y="512577"/>
                  </a:lnTo>
                  <a:lnTo>
                    <a:pt x="2407715" y="512710"/>
                  </a:lnTo>
                  <a:lnTo>
                    <a:pt x="2407722" y="512815"/>
                  </a:lnTo>
                  <a:lnTo>
                    <a:pt x="2407748" y="512873"/>
                  </a:lnTo>
                  <a:lnTo>
                    <a:pt x="2407816" y="512944"/>
                  </a:lnTo>
                  <a:lnTo>
                    <a:pt x="2408057" y="513054"/>
                  </a:lnTo>
                  <a:lnTo>
                    <a:pt x="2408216" y="513059"/>
                  </a:lnTo>
                  <a:lnTo>
                    <a:pt x="2408486" y="513046"/>
                  </a:lnTo>
                  <a:lnTo>
                    <a:pt x="2408681" y="513011"/>
                  </a:lnTo>
                  <a:lnTo>
                    <a:pt x="2408777" y="512993"/>
                  </a:lnTo>
                  <a:lnTo>
                    <a:pt x="2408785" y="512993"/>
                  </a:lnTo>
                  <a:lnTo>
                    <a:pt x="2408831" y="512989"/>
                  </a:lnTo>
                  <a:lnTo>
                    <a:pt x="2408884" y="512988"/>
                  </a:lnTo>
                  <a:lnTo>
                    <a:pt x="2408915" y="512994"/>
                  </a:lnTo>
                  <a:lnTo>
                    <a:pt x="2408957" y="513003"/>
                  </a:lnTo>
                  <a:lnTo>
                    <a:pt x="2409037" y="513037"/>
                  </a:lnTo>
                  <a:lnTo>
                    <a:pt x="2409099" y="513048"/>
                  </a:lnTo>
                  <a:lnTo>
                    <a:pt x="2409178" y="513047"/>
                  </a:lnTo>
                  <a:lnTo>
                    <a:pt x="2409274" y="513028"/>
                  </a:lnTo>
                  <a:lnTo>
                    <a:pt x="2409297" y="513030"/>
                  </a:lnTo>
                  <a:lnTo>
                    <a:pt x="2409311" y="513034"/>
                  </a:lnTo>
                  <a:lnTo>
                    <a:pt x="2409346" y="513045"/>
                  </a:lnTo>
                  <a:lnTo>
                    <a:pt x="2409379" y="513103"/>
                  </a:lnTo>
                  <a:lnTo>
                    <a:pt x="2409396" y="513167"/>
                  </a:lnTo>
                  <a:lnTo>
                    <a:pt x="2409389" y="513220"/>
                  </a:lnTo>
                  <a:lnTo>
                    <a:pt x="2409246" y="513416"/>
                  </a:lnTo>
                  <a:lnTo>
                    <a:pt x="2409201" y="513469"/>
                  </a:lnTo>
                  <a:lnTo>
                    <a:pt x="2409066" y="513598"/>
                  </a:lnTo>
                  <a:lnTo>
                    <a:pt x="2408993" y="513630"/>
                  </a:lnTo>
                  <a:lnTo>
                    <a:pt x="2408911" y="513627"/>
                  </a:lnTo>
                  <a:lnTo>
                    <a:pt x="2408762" y="513586"/>
                  </a:lnTo>
                  <a:lnTo>
                    <a:pt x="2408478" y="513465"/>
                  </a:lnTo>
                  <a:lnTo>
                    <a:pt x="2408405" y="513440"/>
                  </a:lnTo>
                  <a:lnTo>
                    <a:pt x="2408226" y="513385"/>
                  </a:lnTo>
                  <a:lnTo>
                    <a:pt x="2408141" y="513365"/>
                  </a:lnTo>
                  <a:lnTo>
                    <a:pt x="2408014" y="513354"/>
                  </a:lnTo>
                  <a:lnTo>
                    <a:pt x="2407504" y="513320"/>
                  </a:lnTo>
                  <a:lnTo>
                    <a:pt x="2407384" y="513348"/>
                  </a:lnTo>
                  <a:lnTo>
                    <a:pt x="2407265" y="513356"/>
                  </a:lnTo>
                  <a:lnTo>
                    <a:pt x="2407226" y="513412"/>
                  </a:lnTo>
                  <a:lnTo>
                    <a:pt x="2407210" y="513438"/>
                  </a:lnTo>
                  <a:lnTo>
                    <a:pt x="2407160" y="513480"/>
                  </a:lnTo>
                  <a:lnTo>
                    <a:pt x="2407095" y="513521"/>
                  </a:lnTo>
                  <a:lnTo>
                    <a:pt x="2406982" y="513554"/>
                  </a:lnTo>
                  <a:lnTo>
                    <a:pt x="2406932" y="513568"/>
                  </a:lnTo>
                  <a:lnTo>
                    <a:pt x="2406846" y="513615"/>
                  </a:lnTo>
                  <a:lnTo>
                    <a:pt x="2406768" y="513677"/>
                  </a:lnTo>
                  <a:lnTo>
                    <a:pt x="2406760" y="513690"/>
                  </a:lnTo>
                  <a:lnTo>
                    <a:pt x="2406623" y="513887"/>
                  </a:lnTo>
                  <a:lnTo>
                    <a:pt x="2406579" y="513977"/>
                  </a:lnTo>
                  <a:lnTo>
                    <a:pt x="2406563" y="514029"/>
                  </a:lnTo>
                  <a:lnTo>
                    <a:pt x="2406569" y="514114"/>
                  </a:lnTo>
                  <a:lnTo>
                    <a:pt x="2406563" y="514185"/>
                  </a:lnTo>
                  <a:lnTo>
                    <a:pt x="2406521" y="514365"/>
                  </a:lnTo>
                  <a:lnTo>
                    <a:pt x="2406533" y="514529"/>
                  </a:lnTo>
                  <a:lnTo>
                    <a:pt x="2406535" y="514585"/>
                  </a:lnTo>
                  <a:lnTo>
                    <a:pt x="2406582" y="514713"/>
                  </a:lnTo>
                  <a:lnTo>
                    <a:pt x="2406621" y="514795"/>
                  </a:lnTo>
                  <a:lnTo>
                    <a:pt x="2406687" y="514910"/>
                  </a:lnTo>
                  <a:lnTo>
                    <a:pt x="2406752" y="514979"/>
                  </a:lnTo>
                  <a:lnTo>
                    <a:pt x="2406926" y="515222"/>
                  </a:lnTo>
                  <a:lnTo>
                    <a:pt x="2406975" y="515292"/>
                  </a:lnTo>
                  <a:lnTo>
                    <a:pt x="2407021" y="515413"/>
                  </a:lnTo>
                  <a:lnTo>
                    <a:pt x="2407046" y="515499"/>
                  </a:lnTo>
                  <a:lnTo>
                    <a:pt x="2407063" y="515529"/>
                  </a:lnTo>
                  <a:lnTo>
                    <a:pt x="2407093" y="515548"/>
                  </a:lnTo>
                  <a:lnTo>
                    <a:pt x="2407257" y="515684"/>
                  </a:lnTo>
                  <a:lnTo>
                    <a:pt x="2407313" y="515747"/>
                  </a:lnTo>
                  <a:lnTo>
                    <a:pt x="2407355" y="515819"/>
                  </a:lnTo>
                  <a:lnTo>
                    <a:pt x="2407362" y="515836"/>
                  </a:lnTo>
                  <a:lnTo>
                    <a:pt x="2407377" y="515943"/>
                  </a:lnTo>
                  <a:lnTo>
                    <a:pt x="2407369" y="515963"/>
                  </a:lnTo>
                  <a:lnTo>
                    <a:pt x="2407313" y="516064"/>
                  </a:lnTo>
                  <a:lnTo>
                    <a:pt x="2407282" y="516082"/>
                  </a:lnTo>
                  <a:lnTo>
                    <a:pt x="2407222" y="516101"/>
                  </a:lnTo>
                  <a:lnTo>
                    <a:pt x="2407145" y="516114"/>
                  </a:lnTo>
                  <a:lnTo>
                    <a:pt x="2407052" y="516123"/>
                  </a:lnTo>
                  <a:lnTo>
                    <a:pt x="2407001" y="516119"/>
                  </a:lnTo>
                  <a:lnTo>
                    <a:pt x="2406996" y="516117"/>
                  </a:lnTo>
                  <a:lnTo>
                    <a:pt x="2406989" y="516114"/>
                  </a:lnTo>
                  <a:lnTo>
                    <a:pt x="2406955" y="516096"/>
                  </a:lnTo>
                  <a:lnTo>
                    <a:pt x="2406896" y="516049"/>
                  </a:lnTo>
                  <a:lnTo>
                    <a:pt x="2406890" y="516042"/>
                  </a:lnTo>
                  <a:lnTo>
                    <a:pt x="2406833" y="515986"/>
                  </a:lnTo>
                  <a:lnTo>
                    <a:pt x="2406719" y="515890"/>
                  </a:lnTo>
                  <a:lnTo>
                    <a:pt x="2406661" y="515855"/>
                  </a:lnTo>
                  <a:lnTo>
                    <a:pt x="2406599" y="515829"/>
                  </a:lnTo>
                  <a:lnTo>
                    <a:pt x="2406538" y="515813"/>
                  </a:lnTo>
                  <a:lnTo>
                    <a:pt x="2406463" y="515813"/>
                  </a:lnTo>
                  <a:lnTo>
                    <a:pt x="2406325" y="515824"/>
                  </a:lnTo>
                  <a:lnTo>
                    <a:pt x="2406307" y="515835"/>
                  </a:lnTo>
                  <a:lnTo>
                    <a:pt x="2406288" y="515854"/>
                  </a:lnTo>
                  <a:lnTo>
                    <a:pt x="2406280" y="515883"/>
                  </a:lnTo>
                  <a:lnTo>
                    <a:pt x="2406239" y="516080"/>
                  </a:lnTo>
                  <a:lnTo>
                    <a:pt x="2406174" y="516370"/>
                  </a:lnTo>
                  <a:lnTo>
                    <a:pt x="2406164" y="516389"/>
                  </a:lnTo>
                  <a:lnTo>
                    <a:pt x="2406123" y="516440"/>
                  </a:lnTo>
                  <a:lnTo>
                    <a:pt x="2406096" y="516509"/>
                  </a:lnTo>
                  <a:lnTo>
                    <a:pt x="2406090" y="516536"/>
                  </a:lnTo>
                  <a:lnTo>
                    <a:pt x="2406077" y="516595"/>
                  </a:lnTo>
                  <a:lnTo>
                    <a:pt x="2406071" y="516658"/>
                  </a:lnTo>
                  <a:lnTo>
                    <a:pt x="2406067" y="516696"/>
                  </a:lnTo>
                  <a:lnTo>
                    <a:pt x="2406070" y="516723"/>
                  </a:lnTo>
                  <a:lnTo>
                    <a:pt x="2406073" y="516735"/>
                  </a:lnTo>
                  <a:lnTo>
                    <a:pt x="2406223" y="517010"/>
                  </a:lnTo>
                  <a:lnTo>
                    <a:pt x="2406242" y="517040"/>
                  </a:lnTo>
                  <a:lnTo>
                    <a:pt x="2406267" y="517105"/>
                  </a:lnTo>
                  <a:lnTo>
                    <a:pt x="2406274" y="517122"/>
                  </a:lnTo>
                  <a:lnTo>
                    <a:pt x="2406285" y="517167"/>
                  </a:lnTo>
                  <a:lnTo>
                    <a:pt x="2406282" y="517235"/>
                  </a:lnTo>
                  <a:lnTo>
                    <a:pt x="2406268" y="517292"/>
                  </a:lnTo>
                  <a:lnTo>
                    <a:pt x="2406251" y="517321"/>
                  </a:lnTo>
                  <a:lnTo>
                    <a:pt x="2406234" y="517379"/>
                  </a:lnTo>
                  <a:lnTo>
                    <a:pt x="2406169" y="517604"/>
                  </a:lnTo>
                  <a:lnTo>
                    <a:pt x="2406070" y="517849"/>
                  </a:lnTo>
                  <a:lnTo>
                    <a:pt x="2406029" y="517928"/>
                  </a:lnTo>
                  <a:lnTo>
                    <a:pt x="2405967" y="518018"/>
                  </a:lnTo>
                  <a:lnTo>
                    <a:pt x="2405937" y="518085"/>
                  </a:lnTo>
                  <a:lnTo>
                    <a:pt x="2405923" y="518123"/>
                  </a:lnTo>
                  <a:lnTo>
                    <a:pt x="2405926" y="518229"/>
                  </a:lnTo>
                  <a:lnTo>
                    <a:pt x="2405938" y="518252"/>
                  </a:lnTo>
                  <a:lnTo>
                    <a:pt x="2405967" y="518293"/>
                  </a:lnTo>
                  <a:lnTo>
                    <a:pt x="2405982" y="518315"/>
                  </a:lnTo>
                  <a:lnTo>
                    <a:pt x="2406005" y="518350"/>
                  </a:lnTo>
                  <a:lnTo>
                    <a:pt x="2406035" y="518411"/>
                  </a:lnTo>
                  <a:lnTo>
                    <a:pt x="2406036" y="518446"/>
                  </a:lnTo>
                  <a:lnTo>
                    <a:pt x="2406026" y="518490"/>
                  </a:lnTo>
                  <a:lnTo>
                    <a:pt x="2406013" y="518533"/>
                  </a:lnTo>
                  <a:lnTo>
                    <a:pt x="2405983" y="518582"/>
                  </a:lnTo>
                  <a:lnTo>
                    <a:pt x="2405962" y="518603"/>
                  </a:lnTo>
                  <a:lnTo>
                    <a:pt x="2405955" y="518605"/>
                  </a:lnTo>
                  <a:lnTo>
                    <a:pt x="2405952" y="518617"/>
                  </a:lnTo>
                  <a:lnTo>
                    <a:pt x="2405937" y="518667"/>
                  </a:lnTo>
                  <a:lnTo>
                    <a:pt x="2405903" y="518707"/>
                  </a:lnTo>
                  <a:lnTo>
                    <a:pt x="2405850" y="518708"/>
                  </a:lnTo>
                  <a:lnTo>
                    <a:pt x="2405799" y="518730"/>
                  </a:lnTo>
                  <a:lnTo>
                    <a:pt x="2405757" y="518730"/>
                  </a:lnTo>
                  <a:lnTo>
                    <a:pt x="2405729" y="518711"/>
                  </a:lnTo>
                  <a:lnTo>
                    <a:pt x="2405666" y="518716"/>
                  </a:lnTo>
                  <a:lnTo>
                    <a:pt x="2405649" y="518710"/>
                  </a:lnTo>
                  <a:lnTo>
                    <a:pt x="2405569" y="518780"/>
                  </a:lnTo>
                  <a:lnTo>
                    <a:pt x="2405476" y="518945"/>
                  </a:lnTo>
                  <a:lnTo>
                    <a:pt x="2405435" y="519013"/>
                  </a:lnTo>
                  <a:lnTo>
                    <a:pt x="2405388" y="519077"/>
                  </a:lnTo>
                  <a:lnTo>
                    <a:pt x="2405359" y="519109"/>
                  </a:lnTo>
                  <a:lnTo>
                    <a:pt x="2405328" y="519130"/>
                  </a:lnTo>
                  <a:lnTo>
                    <a:pt x="2405302" y="519135"/>
                  </a:lnTo>
                  <a:lnTo>
                    <a:pt x="2405204" y="519143"/>
                  </a:lnTo>
                  <a:lnTo>
                    <a:pt x="2405156" y="519157"/>
                  </a:lnTo>
                  <a:lnTo>
                    <a:pt x="2405085" y="519194"/>
                  </a:lnTo>
                  <a:lnTo>
                    <a:pt x="2405001" y="519264"/>
                  </a:lnTo>
                  <a:lnTo>
                    <a:pt x="2404953" y="519308"/>
                  </a:lnTo>
                  <a:lnTo>
                    <a:pt x="2404919" y="519371"/>
                  </a:lnTo>
                  <a:lnTo>
                    <a:pt x="2404917" y="519383"/>
                  </a:lnTo>
                  <a:lnTo>
                    <a:pt x="2404960" y="519517"/>
                  </a:lnTo>
                  <a:lnTo>
                    <a:pt x="2405025" y="519645"/>
                  </a:lnTo>
                  <a:lnTo>
                    <a:pt x="2405033" y="519671"/>
                  </a:lnTo>
                  <a:lnTo>
                    <a:pt x="2405007" y="519805"/>
                  </a:lnTo>
                  <a:lnTo>
                    <a:pt x="2405007" y="519839"/>
                  </a:lnTo>
                  <a:lnTo>
                    <a:pt x="2404994" y="519883"/>
                  </a:lnTo>
                  <a:lnTo>
                    <a:pt x="2404960" y="520020"/>
                  </a:lnTo>
                  <a:lnTo>
                    <a:pt x="2404951" y="520029"/>
                  </a:lnTo>
                  <a:lnTo>
                    <a:pt x="2404940" y="520044"/>
                  </a:lnTo>
                  <a:lnTo>
                    <a:pt x="2404851" y="520216"/>
                  </a:lnTo>
                  <a:lnTo>
                    <a:pt x="2404836" y="520249"/>
                  </a:lnTo>
                  <a:lnTo>
                    <a:pt x="2404810" y="520307"/>
                  </a:lnTo>
                  <a:lnTo>
                    <a:pt x="2404805" y="520327"/>
                  </a:lnTo>
                  <a:lnTo>
                    <a:pt x="2404804" y="520346"/>
                  </a:lnTo>
                  <a:lnTo>
                    <a:pt x="2404806" y="520367"/>
                  </a:lnTo>
                  <a:lnTo>
                    <a:pt x="2404810" y="520387"/>
                  </a:lnTo>
                  <a:lnTo>
                    <a:pt x="2404814" y="520414"/>
                  </a:lnTo>
                  <a:lnTo>
                    <a:pt x="2404814" y="520442"/>
                  </a:lnTo>
                  <a:lnTo>
                    <a:pt x="2404808" y="520481"/>
                  </a:lnTo>
                  <a:lnTo>
                    <a:pt x="2404801" y="520506"/>
                  </a:lnTo>
                  <a:lnTo>
                    <a:pt x="2404787" y="520543"/>
                  </a:lnTo>
                  <a:lnTo>
                    <a:pt x="2404655" y="520727"/>
                  </a:lnTo>
                  <a:lnTo>
                    <a:pt x="2404552" y="520868"/>
                  </a:lnTo>
                  <a:lnTo>
                    <a:pt x="2404534" y="520893"/>
                  </a:lnTo>
                  <a:lnTo>
                    <a:pt x="2404521" y="520916"/>
                  </a:lnTo>
                  <a:lnTo>
                    <a:pt x="2404493" y="520971"/>
                  </a:lnTo>
                  <a:lnTo>
                    <a:pt x="2404479" y="521000"/>
                  </a:lnTo>
                  <a:lnTo>
                    <a:pt x="2404477" y="521018"/>
                  </a:lnTo>
                  <a:lnTo>
                    <a:pt x="2404478" y="521024"/>
                  </a:lnTo>
                  <a:lnTo>
                    <a:pt x="2404480" y="521033"/>
                  </a:lnTo>
                  <a:lnTo>
                    <a:pt x="2404483" y="521040"/>
                  </a:lnTo>
                  <a:lnTo>
                    <a:pt x="2404489" y="521052"/>
                  </a:lnTo>
                  <a:lnTo>
                    <a:pt x="2404498" y="521070"/>
                  </a:lnTo>
                  <a:lnTo>
                    <a:pt x="2404634" y="521217"/>
                  </a:lnTo>
                  <a:lnTo>
                    <a:pt x="2404653" y="521231"/>
                  </a:lnTo>
                  <a:lnTo>
                    <a:pt x="2404680" y="521254"/>
                  </a:lnTo>
                  <a:lnTo>
                    <a:pt x="2404704" y="521280"/>
                  </a:lnTo>
                  <a:lnTo>
                    <a:pt x="2404719" y="521309"/>
                  </a:lnTo>
                  <a:lnTo>
                    <a:pt x="2404784" y="521445"/>
                  </a:lnTo>
                  <a:lnTo>
                    <a:pt x="2404789" y="521471"/>
                  </a:lnTo>
                  <a:lnTo>
                    <a:pt x="2404791" y="521493"/>
                  </a:lnTo>
                  <a:lnTo>
                    <a:pt x="2404786" y="521530"/>
                  </a:lnTo>
                  <a:lnTo>
                    <a:pt x="2404781" y="521543"/>
                  </a:lnTo>
                  <a:lnTo>
                    <a:pt x="2404714" y="521693"/>
                  </a:lnTo>
                  <a:lnTo>
                    <a:pt x="2404728" y="521853"/>
                  </a:lnTo>
                  <a:lnTo>
                    <a:pt x="2404789" y="522042"/>
                  </a:lnTo>
                  <a:lnTo>
                    <a:pt x="2404790" y="522173"/>
                  </a:lnTo>
                  <a:lnTo>
                    <a:pt x="2404752" y="522244"/>
                  </a:lnTo>
                  <a:lnTo>
                    <a:pt x="2404732" y="522287"/>
                  </a:lnTo>
                  <a:lnTo>
                    <a:pt x="2404637" y="522336"/>
                  </a:lnTo>
                  <a:lnTo>
                    <a:pt x="2404552" y="522365"/>
                  </a:lnTo>
                  <a:lnTo>
                    <a:pt x="2404486" y="522401"/>
                  </a:lnTo>
                  <a:lnTo>
                    <a:pt x="2404383" y="522589"/>
                  </a:lnTo>
                  <a:lnTo>
                    <a:pt x="2404303" y="522670"/>
                  </a:lnTo>
                  <a:lnTo>
                    <a:pt x="2404254" y="522717"/>
                  </a:lnTo>
                  <a:lnTo>
                    <a:pt x="2404148" y="522812"/>
                  </a:lnTo>
                  <a:lnTo>
                    <a:pt x="2404064" y="522888"/>
                  </a:lnTo>
                  <a:lnTo>
                    <a:pt x="2403899" y="522979"/>
                  </a:lnTo>
                  <a:lnTo>
                    <a:pt x="2403872" y="522996"/>
                  </a:lnTo>
                  <a:lnTo>
                    <a:pt x="2403838" y="523019"/>
                  </a:lnTo>
                  <a:lnTo>
                    <a:pt x="2403819" y="523032"/>
                  </a:lnTo>
                  <a:lnTo>
                    <a:pt x="2403806" y="523045"/>
                  </a:lnTo>
                  <a:lnTo>
                    <a:pt x="2403800" y="523058"/>
                  </a:lnTo>
                  <a:lnTo>
                    <a:pt x="2403749" y="523161"/>
                  </a:lnTo>
                  <a:lnTo>
                    <a:pt x="2403640" y="523352"/>
                  </a:lnTo>
                  <a:lnTo>
                    <a:pt x="2403649" y="523508"/>
                  </a:lnTo>
                  <a:lnTo>
                    <a:pt x="2403696" y="523689"/>
                  </a:lnTo>
                  <a:lnTo>
                    <a:pt x="2403706" y="523737"/>
                  </a:lnTo>
                  <a:lnTo>
                    <a:pt x="2403673" y="523805"/>
                  </a:lnTo>
                  <a:lnTo>
                    <a:pt x="2403655" y="523838"/>
                  </a:lnTo>
                  <a:lnTo>
                    <a:pt x="2403613" y="523937"/>
                  </a:lnTo>
                  <a:lnTo>
                    <a:pt x="2403602" y="523965"/>
                  </a:lnTo>
                  <a:lnTo>
                    <a:pt x="2403602" y="523990"/>
                  </a:lnTo>
                  <a:lnTo>
                    <a:pt x="2403608" y="524022"/>
                  </a:lnTo>
                  <a:lnTo>
                    <a:pt x="2403608" y="524046"/>
                  </a:lnTo>
                  <a:lnTo>
                    <a:pt x="2403605" y="524067"/>
                  </a:lnTo>
                  <a:lnTo>
                    <a:pt x="2403585" y="524143"/>
                  </a:lnTo>
                  <a:lnTo>
                    <a:pt x="2403553" y="524207"/>
                  </a:lnTo>
                  <a:lnTo>
                    <a:pt x="2403543" y="524224"/>
                  </a:lnTo>
                  <a:lnTo>
                    <a:pt x="2403526" y="524250"/>
                  </a:lnTo>
                  <a:lnTo>
                    <a:pt x="2403462" y="524346"/>
                  </a:lnTo>
                  <a:lnTo>
                    <a:pt x="2403341" y="524511"/>
                  </a:lnTo>
                  <a:lnTo>
                    <a:pt x="2403291" y="524630"/>
                  </a:lnTo>
                  <a:lnTo>
                    <a:pt x="2403345" y="524785"/>
                  </a:lnTo>
                  <a:lnTo>
                    <a:pt x="2403313" y="524872"/>
                  </a:lnTo>
                  <a:lnTo>
                    <a:pt x="2403292" y="524909"/>
                  </a:lnTo>
                  <a:lnTo>
                    <a:pt x="2403271" y="524971"/>
                  </a:lnTo>
                  <a:lnTo>
                    <a:pt x="2403264" y="524986"/>
                  </a:lnTo>
                  <a:lnTo>
                    <a:pt x="2403229" y="525054"/>
                  </a:lnTo>
                  <a:lnTo>
                    <a:pt x="2403206" y="525084"/>
                  </a:lnTo>
                  <a:lnTo>
                    <a:pt x="2403188" y="525104"/>
                  </a:lnTo>
                  <a:lnTo>
                    <a:pt x="2403167" y="525117"/>
                  </a:lnTo>
                  <a:lnTo>
                    <a:pt x="2403149" y="525127"/>
                  </a:lnTo>
                  <a:lnTo>
                    <a:pt x="2403132" y="525132"/>
                  </a:lnTo>
                  <a:lnTo>
                    <a:pt x="2403073" y="525144"/>
                  </a:lnTo>
                  <a:lnTo>
                    <a:pt x="2403044" y="525147"/>
                  </a:lnTo>
                  <a:lnTo>
                    <a:pt x="2403018" y="525144"/>
                  </a:lnTo>
                  <a:lnTo>
                    <a:pt x="2402990" y="525141"/>
                  </a:lnTo>
                  <a:lnTo>
                    <a:pt x="2402964" y="525140"/>
                  </a:lnTo>
                  <a:lnTo>
                    <a:pt x="2402946" y="525140"/>
                  </a:lnTo>
                  <a:lnTo>
                    <a:pt x="2402928" y="525143"/>
                  </a:lnTo>
                  <a:lnTo>
                    <a:pt x="2402894" y="525154"/>
                  </a:lnTo>
                  <a:lnTo>
                    <a:pt x="2402868" y="525164"/>
                  </a:lnTo>
                  <a:lnTo>
                    <a:pt x="2402841" y="525181"/>
                  </a:lnTo>
                  <a:lnTo>
                    <a:pt x="2402814" y="525200"/>
                  </a:lnTo>
                  <a:lnTo>
                    <a:pt x="2402792" y="525216"/>
                  </a:lnTo>
                  <a:lnTo>
                    <a:pt x="2402776" y="525232"/>
                  </a:lnTo>
                  <a:lnTo>
                    <a:pt x="2402759" y="525253"/>
                  </a:lnTo>
                  <a:lnTo>
                    <a:pt x="2402739" y="525287"/>
                  </a:lnTo>
                  <a:lnTo>
                    <a:pt x="2402742" y="525510"/>
                  </a:lnTo>
                  <a:lnTo>
                    <a:pt x="2402749" y="525531"/>
                  </a:lnTo>
                  <a:lnTo>
                    <a:pt x="2402759" y="525562"/>
                  </a:lnTo>
                  <a:lnTo>
                    <a:pt x="2402767" y="525591"/>
                  </a:lnTo>
                  <a:lnTo>
                    <a:pt x="2402782" y="525649"/>
                  </a:lnTo>
                  <a:lnTo>
                    <a:pt x="2402787" y="525676"/>
                  </a:lnTo>
                  <a:lnTo>
                    <a:pt x="2402787" y="525699"/>
                  </a:lnTo>
                  <a:lnTo>
                    <a:pt x="2402786" y="525715"/>
                  </a:lnTo>
                  <a:lnTo>
                    <a:pt x="2402772" y="525774"/>
                  </a:lnTo>
                  <a:lnTo>
                    <a:pt x="2402764" y="525808"/>
                  </a:lnTo>
                  <a:lnTo>
                    <a:pt x="2402755" y="525836"/>
                  </a:lnTo>
                  <a:lnTo>
                    <a:pt x="2402746" y="525850"/>
                  </a:lnTo>
                  <a:lnTo>
                    <a:pt x="2402718" y="525877"/>
                  </a:lnTo>
                  <a:lnTo>
                    <a:pt x="2402714" y="526144"/>
                  </a:lnTo>
                  <a:lnTo>
                    <a:pt x="2402743" y="526238"/>
                  </a:lnTo>
                  <a:lnTo>
                    <a:pt x="2402839" y="526302"/>
                  </a:lnTo>
                  <a:lnTo>
                    <a:pt x="2402897" y="526382"/>
                  </a:lnTo>
                  <a:lnTo>
                    <a:pt x="2402982" y="526546"/>
                  </a:lnTo>
                  <a:lnTo>
                    <a:pt x="2402989" y="526563"/>
                  </a:lnTo>
                  <a:lnTo>
                    <a:pt x="2403012" y="526602"/>
                  </a:lnTo>
                  <a:lnTo>
                    <a:pt x="2403273" y="526955"/>
                  </a:lnTo>
                  <a:lnTo>
                    <a:pt x="2403299" y="526984"/>
                  </a:lnTo>
                  <a:lnTo>
                    <a:pt x="2403319" y="527003"/>
                  </a:lnTo>
                  <a:lnTo>
                    <a:pt x="2403383" y="527072"/>
                  </a:lnTo>
                  <a:lnTo>
                    <a:pt x="2403426" y="527071"/>
                  </a:lnTo>
                  <a:lnTo>
                    <a:pt x="2403480" y="527126"/>
                  </a:lnTo>
                  <a:lnTo>
                    <a:pt x="2403504" y="527145"/>
                  </a:lnTo>
                  <a:lnTo>
                    <a:pt x="2403529" y="527163"/>
                  </a:lnTo>
                  <a:lnTo>
                    <a:pt x="2403554" y="527178"/>
                  </a:lnTo>
                  <a:lnTo>
                    <a:pt x="2403626" y="527202"/>
                  </a:lnTo>
                  <a:lnTo>
                    <a:pt x="2403659" y="527209"/>
                  </a:lnTo>
                  <a:lnTo>
                    <a:pt x="2403751" y="527224"/>
                  </a:lnTo>
                  <a:lnTo>
                    <a:pt x="2403797" y="527230"/>
                  </a:lnTo>
                  <a:lnTo>
                    <a:pt x="2403832" y="527233"/>
                  </a:lnTo>
                  <a:lnTo>
                    <a:pt x="2403874" y="527240"/>
                  </a:lnTo>
                  <a:lnTo>
                    <a:pt x="2403903" y="527248"/>
                  </a:lnTo>
                  <a:lnTo>
                    <a:pt x="2403935" y="527260"/>
                  </a:lnTo>
                  <a:lnTo>
                    <a:pt x="2403957" y="527272"/>
                  </a:lnTo>
                  <a:lnTo>
                    <a:pt x="2403968" y="527283"/>
                  </a:lnTo>
                  <a:lnTo>
                    <a:pt x="2403982" y="527302"/>
                  </a:lnTo>
                  <a:lnTo>
                    <a:pt x="2403995" y="527319"/>
                  </a:lnTo>
                  <a:lnTo>
                    <a:pt x="2404095" y="527385"/>
                  </a:lnTo>
                  <a:lnTo>
                    <a:pt x="2404324" y="527393"/>
                  </a:lnTo>
                  <a:lnTo>
                    <a:pt x="2404356" y="527397"/>
                  </a:lnTo>
                  <a:lnTo>
                    <a:pt x="2404391" y="527404"/>
                  </a:lnTo>
                  <a:lnTo>
                    <a:pt x="2404448" y="527418"/>
                  </a:lnTo>
                  <a:lnTo>
                    <a:pt x="2404487" y="527429"/>
                  </a:lnTo>
                  <a:lnTo>
                    <a:pt x="2404509" y="527442"/>
                  </a:lnTo>
                  <a:lnTo>
                    <a:pt x="2404537" y="527465"/>
                  </a:lnTo>
                  <a:lnTo>
                    <a:pt x="2404552" y="527478"/>
                  </a:lnTo>
                  <a:lnTo>
                    <a:pt x="2404562" y="527499"/>
                  </a:lnTo>
                  <a:lnTo>
                    <a:pt x="2404572" y="527522"/>
                  </a:lnTo>
                  <a:lnTo>
                    <a:pt x="2404578" y="527545"/>
                  </a:lnTo>
                  <a:lnTo>
                    <a:pt x="2404580" y="527588"/>
                  </a:lnTo>
                  <a:lnTo>
                    <a:pt x="2404576" y="527607"/>
                  </a:lnTo>
                  <a:lnTo>
                    <a:pt x="2404566" y="527636"/>
                  </a:lnTo>
                  <a:lnTo>
                    <a:pt x="2404550" y="527664"/>
                  </a:lnTo>
                  <a:lnTo>
                    <a:pt x="2404532" y="527691"/>
                  </a:lnTo>
                  <a:lnTo>
                    <a:pt x="2404508" y="527721"/>
                  </a:lnTo>
                  <a:lnTo>
                    <a:pt x="2404473" y="527754"/>
                  </a:lnTo>
                  <a:lnTo>
                    <a:pt x="2404377" y="527833"/>
                  </a:lnTo>
                  <a:lnTo>
                    <a:pt x="2404355" y="527850"/>
                  </a:lnTo>
                  <a:lnTo>
                    <a:pt x="2404334" y="527860"/>
                  </a:lnTo>
                  <a:lnTo>
                    <a:pt x="2404309" y="527872"/>
                  </a:lnTo>
                  <a:lnTo>
                    <a:pt x="2404269" y="527883"/>
                  </a:lnTo>
                  <a:lnTo>
                    <a:pt x="2404203" y="527900"/>
                  </a:lnTo>
                  <a:lnTo>
                    <a:pt x="2404177" y="527905"/>
                  </a:lnTo>
                  <a:lnTo>
                    <a:pt x="2404151" y="527906"/>
                  </a:lnTo>
                  <a:lnTo>
                    <a:pt x="2404126" y="527904"/>
                  </a:lnTo>
                  <a:lnTo>
                    <a:pt x="2404105" y="527899"/>
                  </a:lnTo>
                  <a:lnTo>
                    <a:pt x="2404090" y="527893"/>
                  </a:lnTo>
                  <a:lnTo>
                    <a:pt x="2404074" y="527882"/>
                  </a:lnTo>
                  <a:lnTo>
                    <a:pt x="2404062" y="527868"/>
                  </a:lnTo>
                  <a:lnTo>
                    <a:pt x="2404053" y="527852"/>
                  </a:lnTo>
                  <a:lnTo>
                    <a:pt x="2404046" y="527835"/>
                  </a:lnTo>
                  <a:lnTo>
                    <a:pt x="2404040" y="527813"/>
                  </a:lnTo>
                  <a:lnTo>
                    <a:pt x="2404030" y="527786"/>
                  </a:lnTo>
                  <a:lnTo>
                    <a:pt x="2404019" y="527757"/>
                  </a:lnTo>
                  <a:lnTo>
                    <a:pt x="2403999" y="527715"/>
                  </a:lnTo>
                  <a:lnTo>
                    <a:pt x="2403990" y="527695"/>
                  </a:lnTo>
                  <a:lnTo>
                    <a:pt x="2403980" y="527676"/>
                  </a:lnTo>
                  <a:lnTo>
                    <a:pt x="2403968" y="527663"/>
                  </a:lnTo>
                  <a:lnTo>
                    <a:pt x="2403953" y="527647"/>
                  </a:lnTo>
                  <a:lnTo>
                    <a:pt x="2403928" y="527621"/>
                  </a:lnTo>
                  <a:lnTo>
                    <a:pt x="2403908" y="527602"/>
                  </a:lnTo>
                  <a:lnTo>
                    <a:pt x="2403885" y="527583"/>
                  </a:lnTo>
                  <a:lnTo>
                    <a:pt x="2403863" y="527571"/>
                  </a:lnTo>
                  <a:lnTo>
                    <a:pt x="2403841" y="527563"/>
                  </a:lnTo>
                  <a:lnTo>
                    <a:pt x="2403813" y="527558"/>
                  </a:lnTo>
                  <a:lnTo>
                    <a:pt x="2403785" y="527552"/>
                  </a:lnTo>
                  <a:lnTo>
                    <a:pt x="2403758" y="527552"/>
                  </a:lnTo>
                  <a:lnTo>
                    <a:pt x="2403596" y="527624"/>
                  </a:lnTo>
                  <a:lnTo>
                    <a:pt x="2403460" y="527715"/>
                  </a:lnTo>
                  <a:lnTo>
                    <a:pt x="2403455" y="527727"/>
                  </a:lnTo>
                  <a:lnTo>
                    <a:pt x="2403396" y="527864"/>
                  </a:lnTo>
                  <a:lnTo>
                    <a:pt x="2403334" y="527908"/>
                  </a:lnTo>
                  <a:lnTo>
                    <a:pt x="2403316" y="527924"/>
                  </a:lnTo>
                  <a:lnTo>
                    <a:pt x="2403310" y="527940"/>
                  </a:lnTo>
                  <a:lnTo>
                    <a:pt x="2403310" y="527955"/>
                  </a:lnTo>
                  <a:lnTo>
                    <a:pt x="2403317" y="527972"/>
                  </a:lnTo>
                  <a:lnTo>
                    <a:pt x="2403322" y="527981"/>
                  </a:lnTo>
                  <a:lnTo>
                    <a:pt x="2403327" y="527989"/>
                  </a:lnTo>
                  <a:lnTo>
                    <a:pt x="2403336" y="528004"/>
                  </a:lnTo>
                  <a:lnTo>
                    <a:pt x="2403384" y="528068"/>
                  </a:lnTo>
                  <a:lnTo>
                    <a:pt x="2403401" y="528084"/>
                  </a:lnTo>
                  <a:lnTo>
                    <a:pt x="2403424" y="528097"/>
                  </a:lnTo>
                  <a:lnTo>
                    <a:pt x="2403446" y="528115"/>
                  </a:lnTo>
                  <a:lnTo>
                    <a:pt x="2403460" y="528143"/>
                  </a:lnTo>
                  <a:lnTo>
                    <a:pt x="2403465" y="528159"/>
                  </a:lnTo>
                  <a:lnTo>
                    <a:pt x="2403469" y="528182"/>
                  </a:lnTo>
                  <a:lnTo>
                    <a:pt x="2403466" y="528230"/>
                  </a:lnTo>
                  <a:lnTo>
                    <a:pt x="2403464" y="528275"/>
                  </a:lnTo>
                  <a:lnTo>
                    <a:pt x="2403459" y="528323"/>
                  </a:lnTo>
                  <a:lnTo>
                    <a:pt x="2403457" y="528339"/>
                  </a:lnTo>
                  <a:lnTo>
                    <a:pt x="2403448" y="528375"/>
                  </a:lnTo>
                  <a:lnTo>
                    <a:pt x="2403401" y="528434"/>
                  </a:lnTo>
                  <a:lnTo>
                    <a:pt x="2403379" y="528457"/>
                  </a:lnTo>
                  <a:lnTo>
                    <a:pt x="2403367" y="528470"/>
                  </a:lnTo>
                  <a:lnTo>
                    <a:pt x="2403349" y="528518"/>
                  </a:lnTo>
                  <a:lnTo>
                    <a:pt x="2403312" y="528615"/>
                  </a:lnTo>
                  <a:lnTo>
                    <a:pt x="2403308" y="528691"/>
                  </a:lnTo>
                  <a:lnTo>
                    <a:pt x="2403313" y="528789"/>
                  </a:lnTo>
                  <a:lnTo>
                    <a:pt x="2403321" y="528848"/>
                  </a:lnTo>
                  <a:lnTo>
                    <a:pt x="2403345" y="528894"/>
                  </a:lnTo>
                  <a:lnTo>
                    <a:pt x="2403437" y="528940"/>
                  </a:lnTo>
                  <a:lnTo>
                    <a:pt x="2403567" y="528986"/>
                  </a:lnTo>
                  <a:lnTo>
                    <a:pt x="2403694" y="529037"/>
                  </a:lnTo>
                  <a:lnTo>
                    <a:pt x="2403771" y="529100"/>
                  </a:lnTo>
                  <a:lnTo>
                    <a:pt x="2403788" y="529121"/>
                  </a:lnTo>
                  <a:lnTo>
                    <a:pt x="2403807" y="529143"/>
                  </a:lnTo>
                  <a:lnTo>
                    <a:pt x="2403806" y="529196"/>
                  </a:lnTo>
                  <a:lnTo>
                    <a:pt x="2403775" y="529304"/>
                  </a:lnTo>
                  <a:lnTo>
                    <a:pt x="2403762" y="529330"/>
                  </a:lnTo>
                  <a:lnTo>
                    <a:pt x="2403754" y="529344"/>
                  </a:lnTo>
                  <a:lnTo>
                    <a:pt x="2403737" y="529357"/>
                  </a:lnTo>
                  <a:lnTo>
                    <a:pt x="2403699" y="529377"/>
                  </a:lnTo>
                  <a:lnTo>
                    <a:pt x="2403660" y="529395"/>
                  </a:lnTo>
                  <a:lnTo>
                    <a:pt x="2403634" y="529404"/>
                  </a:lnTo>
                  <a:lnTo>
                    <a:pt x="2403612" y="529408"/>
                  </a:lnTo>
                  <a:lnTo>
                    <a:pt x="2403584" y="529413"/>
                  </a:lnTo>
                  <a:lnTo>
                    <a:pt x="2403543" y="529415"/>
                  </a:lnTo>
                  <a:lnTo>
                    <a:pt x="2403344" y="529363"/>
                  </a:lnTo>
                  <a:lnTo>
                    <a:pt x="2403215" y="529318"/>
                  </a:lnTo>
                  <a:lnTo>
                    <a:pt x="2403195" y="529309"/>
                  </a:lnTo>
                  <a:lnTo>
                    <a:pt x="2403177" y="529298"/>
                  </a:lnTo>
                  <a:lnTo>
                    <a:pt x="2403164" y="529284"/>
                  </a:lnTo>
                  <a:lnTo>
                    <a:pt x="2403052" y="528998"/>
                  </a:lnTo>
                  <a:lnTo>
                    <a:pt x="2403000" y="528824"/>
                  </a:lnTo>
                  <a:lnTo>
                    <a:pt x="2402992" y="528805"/>
                  </a:lnTo>
                  <a:lnTo>
                    <a:pt x="2402978" y="528782"/>
                  </a:lnTo>
                  <a:lnTo>
                    <a:pt x="2402967" y="528766"/>
                  </a:lnTo>
                  <a:lnTo>
                    <a:pt x="2402955" y="528753"/>
                  </a:lnTo>
                  <a:lnTo>
                    <a:pt x="2402942" y="528744"/>
                  </a:lnTo>
                  <a:lnTo>
                    <a:pt x="2402922" y="528737"/>
                  </a:lnTo>
                  <a:lnTo>
                    <a:pt x="2402916" y="528736"/>
                  </a:lnTo>
                  <a:lnTo>
                    <a:pt x="2402891" y="528733"/>
                  </a:lnTo>
                  <a:lnTo>
                    <a:pt x="2402868" y="528731"/>
                  </a:lnTo>
                  <a:lnTo>
                    <a:pt x="2402848" y="528733"/>
                  </a:lnTo>
                  <a:lnTo>
                    <a:pt x="2402625" y="528803"/>
                  </a:lnTo>
                  <a:lnTo>
                    <a:pt x="2402398" y="528905"/>
                  </a:lnTo>
                  <a:lnTo>
                    <a:pt x="2402303" y="528965"/>
                  </a:lnTo>
                  <a:lnTo>
                    <a:pt x="2402215" y="529046"/>
                  </a:lnTo>
                  <a:lnTo>
                    <a:pt x="2402179" y="529103"/>
                  </a:lnTo>
                  <a:lnTo>
                    <a:pt x="2402172" y="529117"/>
                  </a:lnTo>
                  <a:lnTo>
                    <a:pt x="2402168" y="529127"/>
                  </a:lnTo>
                  <a:lnTo>
                    <a:pt x="2402165" y="529140"/>
                  </a:lnTo>
                  <a:lnTo>
                    <a:pt x="2402165" y="529150"/>
                  </a:lnTo>
                  <a:lnTo>
                    <a:pt x="2402167" y="529169"/>
                  </a:lnTo>
                  <a:lnTo>
                    <a:pt x="2402177" y="529256"/>
                  </a:lnTo>
                  <a:lnTo>
                    <a:pt x="2402179" y="529271"/>
                  </a:lnTo>
                  <a:lnTo>
                    <a:pt x="2402221" y="529380"/>
                  </a:lnTo>
                  <a:lnTo>
                    <a:pt x="2402224" y="529387"/>
                  </a:lnTo>
                  <a:lnTo>
                    <a:pt x="2402241" y="529410"/>
                  </a:lnTo>
                  <a:lnTo>
                    <a:pt x="2402257" y="529427"/>
                  </a:lnTo>
                  <a:lnTo>
                    <a:pt x="2402266" y="529436"/>
                  </a:lnTo>
                  <a:lnTo>
                    <a:pt x="2402272" y="529442"/>
                  </a:lnTo>
                  <a:lnTo>
                    <a:pt x="2402282" y="529448"/>
                  </a:lnTo>
                  <a:lnTo>
                    <a:pt x="2402351" y="529483"/>
                  </a:lnTo>
                  <a:lnTo>
                    <a:pt x="2402570" y="529524"/>
                  </a:lnTo>
                  <a:lnTo>
                    <a:pt x="2402652" y="529519"/>
                  </a:lnTo>
                  <a:lnTo>
                    <a:pt x="2402719" y="529528"/>
                  </a:lnTo>
                  <a:lnTo>
                    <a:pt x="2402773" y="529547"/>
                  </a:lnTo>
                  <a:lnTo>
                    <a:pt x="2402819" y="529582"/>
                  </a:lnTo>
                  <a:lnTo>
                    <a:pt x="2402865" y="529635"/>
                  </a:lnTo>
                  <a:lnTo>
                    <a:pt x="2402980" y="529813"/>
                  </a:lnTo>
                  <a:lnTo>
                    <a:pt x="2402990" y="529839"/>
                  </a:lnTo>
                  <a:lnTo>
                    <a:pt x="2402989" y="529862"/>
                  </a:lnTo>
                  <a:lnTo>
                    <a:pt x="2402943" y="529886"/>
                  </a:lnTo>
                  <a:lnTo>
                    <a:pt x="2402937" y="529888"/>
                  </a:lnTo>
                  <a:lnTo>
                    <a:pt x="2402884" y="529900"/>
                  </a:lnTo>
                  <a:lnTo>
                    <a:pt x="2402848" y="529910"/>
                  </a:lnTo>
                  <a:lnTo>
                    <a:pt x="2402784" y="529949"/>
                  </a:lnTo>
                  <a:lnTo>
                    <a:pt x="2402643" y="530051"/>
                  </a:lnTo>
                  <a:lnTo>
                    <a:pt x="2402534" y="530145"/>
                  </a:lnTo>
                  <a:lnTo>
                    <a:pt x="2402417" y="530243"/>
                  </a:lnTo>
                  <a:lnTo>
                    <a:pt x="2402399" y="530262"/>
                  </a:lnTo>
                  <a:lnTo>
                    <a:pt x="2402384" y="530284"/>
                  </a:lnTo>
                  <a:lnTo>
                    <a:pt x="2402373" y="530311"/>
                  </a:lnTo>
                  <a:lnTo>
                    <a:pt x="2402370" y="530334"/>
                  </a:lnTo>
                  <a:lnTo>
                    <a:pt x="2402371" y="530366"/>
                  </a:lnTo>
                  <a:lnTo>
                    <a:pt x="2402382" y="530388"/>
                  </a:lnTo>
                  <a:lnTo>
                    <a:pt x="2402406" y="530417"/>
                  </a:lnTo>
                  <a:lnTo>
                    <a:pt x="2402427" y="530481"/>
                  </a:lnTo>
                  <a:lnTo>
                    <a:pt x="2402436" y="530496"/>
                  </a:lnTo>
                  <a:lnTo>
                    <a:pt x="2402455" y="530573"/>
                  </a:lnTo>
                  <a:lnTo>
                    <a:pt x="2402466" y="530650"/>
                  </a:lnTo>
                  <a:lnTo>
                    <a:pt x="2402471" y="530666"/>
                  </a:lnTo>
                  <a:lnTo>
                    <a:pt x="2402477" y="530674"/>
                  </a:lnTo>
                  <a:lnTo>
                    <a:pt x="2402496" y="530686"/>
                  </a:lnTo>
                  <a:lnTo>
                    <a:pt x="2402524" y="530701"/>
                  </a:lnTo>
                  <a:lnTo>
                    <a:pt x="2402551" y="530714"/>
                  </a:lnTo>
                  <a:lnTo>
                    <a:pt x="2402568" y="530720"/>
                  </a:lnTo>
                  <a:lnTo>
                    <a:pt x="2402593" y="530724"/>
                  </a:lnTo>
                  <a:lnTo>
                    <a:pt x="2402619" y="530723"/>
                  </a:lnTo>
                  <a:lnTo>
                    <a:pt x="2402655" y="530716"/>
                  </a:lnTo>
                  <a:lnTo>
                    <a:pt x="2402694" y="530706"/>
                  </a:lnTo>
                  <a:lnTo>
                    <a:pt x="2402780" y="530681"/>
                  </a:lnTo>
                  <a:lnTo>
                    <a:pt x="2402923" y="530662"/>
                  </a:lnTo>
                  <a:lnTo>
                    <a:pt x="2403053" y="530649"/>
                  </a:lnTo>
                  <a:lnTo>
                    <a:pt x="2403240" y="530648"/>
                  </a:lnTo>
                  <a:lnTo>
                    <a:pt x="2403464" y="530742"/>
                  </a:lnTo>
                  <a:lnTo>
                    <a:pt x="2403516" y="530745"/>
                  </a:lnTo>
                  <a:lnTo>
                    <a:pt x="2403534" y="530749"/>
                  </a:lnTo>
                  <a:lnTo>
                    <a:pt x="2403556" y="530767"/>
                  </a:lnTo>
                  <a:lnTo>
                    <a:pt x="2403565" y="530780"/>
                  </a:lnTo>
                  <a:lnTo>
                    <a:pt x="2403571" y="530792"/>
                  </a:lnTo>
                  <a:lnTo>
                    <a:pt x="2403572" y="530811"/>
                  </a:lnTo>
                  <a:lnTo>
                    <a:pt x="2403569" y="530834"/>
                  </a:lnTo>
                  <a:lnTo>
                    <a:pt x="2403565" y="530864"/>
                  </a:lnTo>
                  <a:lnTo>
                    <a:pt x="2403559" y="530896"/>
                  </a:lnTo>
                  <a:lnTo>
                    <a:pt x="2403549" y="530930"/>
                  </a:lnTo>
                  <a:lnTo>
                    <a:pt x="2403534" y="530979"/>
                  </a:lnTo>
                  <a:lnTo>
                    <a:pt x="2403529" y="530995"/>
                  </a:lnTo>
                  <a:lnTo>
                    <a:pt x="2403502" y="531132"/>
                  </a:lnTo>
                  <a:lnTo>
                    <a:pt x="2403523" y="531156"/>
                  </a:lnTo>
                  <a:lnTo>
                    <a:pt x="2403527" y="531163"/>
                  </a:lnTo>
                  <a:lnTo>
                    <a:pt x="2403527" y="531170"/>
                  </a:lnTo>
                  <a:lnTo>
                    <a:pt x="2403522" y="531186"/>
                  </a:lnTo>
                  <a:lnTo>
                    <a:pt x="2403512" y="531197"/>
                  </a:lnTo>
                  <a:lnTo>
                    <a:pt x="2403488" y="531214"/>
                  </a:lnTo>
                  <a:lnTo>
                    <a:pt x="2403454" y="531228"/>
                  </a:lnTo>
                  <a:lnTo>
                    <a:pt x="2403426" y="531236"/>
                  </a:lnTo>
                  <a:lnTo>
                    <a:pt x="2403400" y="531243"/>
                  </a:lnTo>
                  <a:lnTo>
                    <a:pt x="2403365" y="531249"/>
                  </a:lnTo>
                  <a:lnTo>
                    <a:pt x="2403291" y="531254"/>
                  </a:lnTo>
                  <a:lnTo>
                    <a:pt x="2403201" y="531259"/>
                  </a:lnTo>
                  <a:lnTo>
                    <a:pt x="2403086" y="531273"/>
                  </a:lnTo>
                  <a:lnTo>
                    <a:pt x="2403074" y="531273"/>
                  </a:lnTo>
                  <a:lnTo>
                    <a:pt x="2402990" y="531290"/>
                  </a:lnTo>
                  <a:lnTo>
                    <a:pt x="2402829" y="531295"/>
                  </a:lnTo>
                  <a:lnTo>
                    <a:pt x="2402759" y="531300"/>
                  </a:lnTo>
                  <a:lnTo>
                    <a:pt x="2402720" y="531307"/>
                  </a:lnTo>
                  <a:lnTo>
                    <a:pt x="2402670" y="531327"/>
                  </a:lnTo>
                  <a:lnTo>
                    <a:pt x="2402632" y="531350"/>
                  </a:lnTo>
                  <a:lnTo>
                    <a:pt x="2402603" y="531375"/>
                  </a:lnTo>
                  <a:lnTo>
                    <a:pt x="2402580" y="531400"/>
                  </a:lnTo>
                  <a:lnTo>
                    <a:pt x="2402548" y="531454"/>
                  </a:lnTo>
                  <a:lnTo>
                    <a:pt x="2402543" y="531468"/>
                  </a:lnTo>
                  <a:lnTo>
                    <a:pt x="2402486" y="531558"/>
                  </a:lnTo>
                  <a:lnTo>
                    <a:pt x="2402505" y="531811"/>
                  </a:lnTo>
                  <a:lnTo>
                    <a:pt x="2402436" y="531915"/>
                  </a:lnTo>
                  <a:lnTo>
                    <a:pt x="2402431" y="531929"/>
                  </a:lnTo>
                  <a:lnTo>
                    <a:pt x="2402404" y="532005"/>
                  </a:lnTo>
                  <a:lnTo>
                    <a:pt x="2402388" y="532024"/>
                  </a:lnTo>
                  <a:lnTo>
                    <a:pt x="2402297" y="532132"/>
                  </a:lnTo>
                  <a:lnTo>
                    <a:pt x="2402076" y="532268"/>
                  </a:lnTo>
                  <a:lnTo>
                    <a:pt x="2402015" y="532286"/>
                  </a:lnTo>
                  <a:lnTo>
                    <a:pt x="2401819" y="532404"/>
                  </a:lnTo>
                  <a:lnTo>
                    <a:pt x="2401713" y="532574"/>
                  </a:lnTo>
                  <a:lnTo>
                    <a:pt x="2401672" y="532795"/>
                  </a:lnTo>
                  <a:lnTo>
                    <a:pt x="2401703" y="533053"/>
                  </a:lnTo>
                  <a:lnTo>
                    <a:pt x="2401690" y="533224"/>
                  </a:lnTo>
                  <a:lnTo>
                    <a:pt x="2401664" y="533268"/>
                  </a:lnTo>
                  <a:lnTo>
                    <a:pt x="2401645" y="533314"/>
                  </a:lnTo>
                  <a:lnTo>
                    <a:pt x="2401638" y="533370"/>
                  </a:lnTo>
                  <a:lnTo>
                    <a:pt x="2401657" y="533452"/>
                  </a:lnTo>
                  <a:lnTo>
                    <a:pt x="2401672" y="533480"/>
                  </a:lnTo>
                  <a:lnTo>
                    <a:pt x="2401741" y="533560"/>
                  </a:lnTo>
                  <a:lnTo>
                    <a:pt x="2401802" y="533645"/>
                  </a:lnTo>
                  <a:lnTo>
                    <a:pt x="2401815" y="533677"/>
                  </a:lnTo>
                  <a:lnTo>
                    <a:pt x="2401854" y="533769"/>
                  </a:lnTo>
                  <a:lnTo>
                    <a:pt x="2401885" y="533801"/>
                  </a:lnTo>
                  <a:lnTo>
                    <a:pt x="2402039" y="534027"/>
                  </a:lnTo>
                  <a:lnTo>
                    <a:pt x="2402069" y="534083"/>
                  </a:lnTo>
                  <a:lnTo>
                    <a:pt x="2402121" y="534195"/>
                  </a:lnTo>
                  <a:lnTo>
                    <a:pt x="2402130" y="534217"/>
                  </a:lnTo>
                  <a:lnTo>
                    <a:pt x="2402132" y="534232"/>
                  </a:lnTo>
                  <a:lnTo>
                    <a:pt x="2402124" y="534252"/>
                  </a:lnTo>
                  <a:lnTo>
                    <a:pt x="2402066" y="534371"/>
                  </a:lnTo>
                  <a:lnTo>
                    <a:pt x="2402011" y="534509"/>
                  </a:lnTo>
                  <a:lnTo>
                    <a:pt x="2402043" y="534662"/>
                  </a:lnTo>
                  <a:lnTo>
                    <a:pt x="2402047" y="534688"/>
                  </a:lnTo>
                  <a:lnTo>
                    <a:pt x="2402076" y="534803"/>
                  </a:lnTo>
                  <a:lnTo>
                    <a:pt x="2402050" y="534886"/>
                  </a:lnTo>
                  <a:lnTo>
                    <a:pt x="2401926" y="534960"/>
                  </a:lnTo>
                  <a:lnTo>
                    <a:pt x="2401782" y="535068"/>
                  </a:lnTo>
                  <a:lnTo>
                    <a:pt x="2401736" y="535158"/>
                  </a:lnTo>
                  <a:lnTo>
                    <a:pt x="2401704" y="535241"/>
                  </a:lnTo>
                  <a:lnTo>
                    <a:pt x="2401702" y="535251"/>
                  </a:lnTo>
                  <a:lnTo>
                    <a:pt x="2401697" y="535282"/>
                  </a:lnTo>
                  <a:lnTo>
                    <a:pt x="2401705" y="535333"/>
                  </a:lnTo>
                  <a:lnTo>
                    <a:pt x="2401718" y="535368"/>
                  </a:lnTo>
                  <a:lnTo>
                    <a:pt x="2401731" y="535386"/>
                  </a:lnTo>
                  <a:lnTo>
                    <a:pt x="2401756" y="535436"/>
                  </a:lnTo>
                  <a:lnTo>
                    <a:pt x="2401819" y="535575"/>
                  </a:lnTo>
                  <a:lnTo>
                    <a:pt x="2401830" y="535599"/>
                  </a:lnTo>
                  <a:lnTo>
                    <a:pt x="2401832" y="535614"/>
                  </a:lnTo>
                  <a:lnTo>
                    <a:pt x="2401840" y="535696"/>
                  </a:lnTo>
                  <a:lnTo>
                    <a:pt x="2401836" y="535724"/>
                  </a:lnTo>
                  <a:lnTo>
                    <a:pt x="2401787" y="535820"/>
                  </a:lnTo>
                  <a:lnTo>
                    <a:pt x="2401690" y="536036"/>
                  </a:lnTo>
                  <a:lnTo>
                    <a:pt x="2401569" y="536128"/>
                  </a:lnTo>
                  <a:lnTo>
                    <a:pt x="2401526" y="536197"/>
                  </a:lnTo>
                  <a:lnTo>
                    <a:pt x="2401541" y="536455"/>
                  </a:lnTo>
                  <a:lnTo>
                    <a:pt x="2401694" y="536526"/>
                  </a:lnTo>
                  <a:lnTo>
                    <a:pt x="2401751" y="536560"/>
                  </a:lnTo>
                  <a:lnTo>
                    <a:pt x="2401801" y="536593"/>
                  </a:lnTo>
                  <a:lnTo>
                    <a:pt x="2401823" y="536615"/>
                  </a:lnTo>
                  <a:lnTo>
                    <a:pt x="2401841" y="536643"/>
                  </a:lnTo>
                  <a:lnTo>
                    <a:pt x="2401858" y="536680"/>
                  </a:lnTo>
                  <a:lnTo>
                    <a:pt x="2401869" y="536706"/>
                  </a:lnTo>
                  <a:lnTo>
                    <a:pt x="2401871" y="536727"/>
                  </a:lnTo>
                  <a:lnTo>
                    <a:pt x="2401869" y="536739"/>
                  </a:lnTo>
                  <a:lnTo>
                    <a:pt x="2401849" y="536777"/>
                  </a:lnTo>
                  <a:lnTo>
                    <a:pt x="2401826" y="536843"/>
                  </a:lnTo>
                  <a:lnTo>
                    <a:pt x="2401821" y="536860"/>
                  </a:lnTo>
                  <a:lnTo>
                    <a:pt x="2401819" y="536867"/>
                  </a:lnTo>
                  <a:lnTo>
                    <a:pt x="2401819" y="536906"/>
                  </a:lnTo>
                  <a:lnTo>
                    <a:pt x="2401824" y="537144"/>
                  </a:lnTo>
                  <a:lnTo>
                    <a:pt x="2401857" y="537278"/>
                  </a:lnTo>
                  <a:lnTo>
                    <a:pt x="2401867" y="537289"/>
                  </a:lnTo>
                  <a:lnTo>
                    <a:pt x="2401890" y="537346"/>
                  </a:lnTo>
                  <a:lnTo>
                    <a:pt x="2401943" y="537443"/>
                  </a:lnTo>
                  <a:lnTo>
                    <a:pt x="2402022" y="537682"/>
                  </a:lnTo>
                  <a:lnTo>
                    <a:pt x="2402035" y="537759"/>
                  </a:lnTo>
                  <a:lnTo>
                    <a:pt x="2402037" y="537775"/>
                  </a:lnTo>
                  <a:lnTo>
                    <a:pt x="2402048" y="537804"/>
                  </a:lnTo>
                  <a:lnTo>
                    <a:pt x="2402047" y="537850"/>
                  </a:lnTo>
                  <a:lnTo>
                    <a:pt x="2402020" y="537906"/>
                  </a:lnTo>
                  <a:lnTo>
                    <a:pt x="2402009" y="537929"/>
                  </a:lnTo>
                  <a:lnTo>
                    <a:pt x="2401839" y="537948"/>
                  </a:lnTo>
                  <a:lnTo>
                    <a:pt x="2401812" y="537955"/>
                  </a:lnTo>
                  <a:lnTo>
                    <a:pt x="2401760" y="537974"/>
                  </a:lnTo>
                  <a:lnTo>
                    <a:pt x="2401671" y="538032"/>
                  </a:lnTo>
                  <a:lnTo>
                    <a:pt x="2401656" y="538049"/>
                  </a:lnTo>
                  <a:lnTo>
                    <a:pt x="2401658" y="538158"/>
                  </a:lnTo>
                  <a:lnTo>
                    <a:pt x="2401651" y="538182"/>
                  </a:lnTo>
                  <a:lnTo>
                    <a:pt x="2401644" y="538206"/>
                  </a:lnTo>
                  <a:lnTo>
                    <a:pt x="2401616" y="538283"/>
                  </a:lnTo>
                  <a:lnTo>
                    <a:pt x="2401595" y="538306"/>
                  </a:lnTo>
                  <a:lnTo>
                    <a:pt x="2401541" y="538363"/>
                  </a:lnTo>
                  <a:lnTo>
                    <a:pt x="2401498" y="538421"/>
                  </a:lnTo>
                  <a:lnTo>
                    <a:pt x="2401453" y="538529"/>
                  </a:lnTo>
                  <a:lnTo>
                    <a:pt x="2401402" y="538578"/>
                  </a:lnTo>
                  <a:lnTo>
                    <a:pt x="2401385" y="538589"/>
                  </a:lnTo>
                  <a:lnTo>
                    <a:pt x="2401331" y="538689"/>
                  </a:lnTo>
                  <a:lnTo>
                    <a:pt x="2401205" y="538756"/>
                  </a:lnTo>
                  <a:lnTo>
                    <a:pt x="2401262" y="538944"/>
                  </a:lnTo>
                  <a:lnTo>
                    <a:pt x="2401268" y="538975"/>
                  </a:lnTo>
                  <a:lnTo>
                    <a:pt x="2401269" y="538997"/>
                  </a:lnTo>
                  <a:lnTo>
                    <a:pt x="2401268" y="539011"/>
                  </a:lnTo>
                  <a:lnTo>
                    <a:pt x="2401262" y="539039"/>
                  </a:lnTo>
                  <a:lnTo>
                    <a:pt x="2401248" y="539062"/>
                  </a:lnTo>
                  <a:lnTo>
                    <a:pt x="2401233" y="539078"/>
                  </a:lnTo>
                  <a:lnTo>
                    <a:pt x="2401211" y="539090"/>
                  </a:lnTo>
                  <a:lnTo>
                    <a:pt x="2401181" y="539105"/>
                  </a:lnTo>
                  <a:lnTo>
                    <a:pt x="2400997" y="539189"/>
                  </a:lnTo>
                  <a:lnTo>
                    <a:pt x="2400861" y="539269"/>
                  </a:lnTo>
                  <a:lnTo>
                    <a:pt x="2400729" y="539345"/>
                  </a:lnTo>
                  <a:lnTo>
                    <a:pt x="2400650" y="539405"/>
                  </a:lnTo>
                  <a:lnTo>
                    <a:pt x="2400558" y="539480"/>
                  </a:lnTo>
                  <a:lnTo>
                    <a:pt x="2400544" y="539492"/>
                  </a:lnTo>
                  <a:lnTo>
                    <a:pt x="2400534" y="539506"/>
                  </a:lnTo>
                  <a:lnTo>
                    <a:pt x="2400530" y="539517"/>
                  </a:lnTo>
                  <a:lnTo>
                    <a:pt x="2400525" y="539528"/>
                  </a:lnTo>
                  <a:lnTo>
                    <a:pt x="2400446" y="539697"/>
                  </a:lnTo>
                  <a:lnTo>
                    <a:pt x="2400400" y="539751"/>
                  </a:lnTo>
                  <a:lnTo>
                    <a:pt x="2400366" y="539786"/>
                  </a:lnTo>
                  <a:lnTo>
                    <a:pt x="2400329" y="539808"/>
                  </a:lnTo>
                  <a:lnTo>
                    <a:pt x="2400275" y="539832"/>
                  </a:lnTo>
                  <a:lnTo>
                    <a:pt x="2400211" y="539848"/>
                  </a:lnTo>
                  <a:lnTo>
                    <a:pt x="2400170" y="539855"/>
                  </a:lnTo>
                  <a:lnTo>
                    <a:pt x="2400107" y="539859"/>
                  </a:lnTo>
                  <a:lnTo>
                    <a:pt x="2400100" y="539858"/>
                  </a:lnTo>
                  <a:lnTo>
                    <a:pt x="2400075" y="539856"/>
                  </a:lnTo>
                  <a:lnTo>
                    <a:pt x="2399854" y="539804"/>
                  </a:lnTo>
                  <a:lnTo>
                    <a:pt x="2399827" y="539792"/>
                  </a:lnTo>
                  <a:lnTo>
                    <a:pt x="2399796" y="539764"/>
                  </a:lnTo>
                  <a:lnTo>
                    <a:pt x="2399741" y="539734"/>
                  </a:lnTo>
                  <a:lnTo>
                    <a:pt x="2399646" y="539705"/>
                  </a:lnTo>
                  <a:lnTo>
                    <a:pt x="2399584" y="539697"/>
                  </a:lnTo>
                  <a:lnTo>
                    <a:pt x="2399553" y="539697"/>
                  </a:lnTo>
                  <a:lnTo>
                    <a:pt x="2399518" y="539700"/>
                  </a:lnTo>
                  <a:lnTo>
                    <a:pt x="2399474" y="539708"/>
                  </a:lnTo>
                  <a:lnTo>
                    <a:pt x="2399415" y="539713"/>
                  </a:lnTo>
                  <a:lnTo>
                    <a:pt x="2399395" y="539714"/>
                  </a:lnTo>
                  <a:lnTo>
                    <a:pt x="2399371" y="539708"/>
                  </a:lnTo>
                  <a:lnTo>
                    <a:pt x="2399303" y="539676"/>
                  </a:lnTo>
                  <a:lnTo>
                    <a:pt x="2399256" y="539650"/>
                  </a:lnTo>
                  <a:lnTo>
                    <a:pt x="2399240" y="539631"/>
                  </a:lnTo>
                  <a:lnTo>
                    <a:pt x="2399217" y="539590"/>
                  </a:lnTo>
                  <a:lnTo>
                    <a:pt x="2399191" y="539546"/>
                  </a:lnTo>
                  <a:lnTo>
                    <a:pt x="2399171" y="539520"/>
                  </a:lnTo>
                  <a:lnTo>
                    <a:pt x="2399146" y="539492"/>
                  </a:lnTo>
                  <a:lnTo>
                    <a:pt x="2399113" y="539462"/>
                  </a:lnTo>
                  <a:lnTo>
                    <a:pt x="2399055" y="539449"/>
                  </a:lnTo>
                  <a:lnTo>
                    <a:pt x="2399021" y="539442"/>
                  </a:lnTo>
                  <a:lnTo>
                    <a:pt x="2398932" y="539451"/>
                  </a:lnTo>
                  <a:lnTo>
                    <a:pt x="2398869" y="539458"/>
                  </a:lnTo>
                  <a:lnTo>
                    <a:pt x="2398701" y="539480"/>
                  </a:lnTo>
                  <a:lnTo>
                    <a:pt x="2398685" y="539483"/>
                  </a:lnTo>
                  <a:lnTo>
                    <a:pt x="2398626" y="539492"/>
                  </a:lnTo>
                  <a:lnTo>
                    <a:pt x="2398583" y="539492"/>
                  </a:lnTo>
                  <a:lnTo>
                    <a:pt x="2398535" y="539490"/>
                  </a:lnTo>
                  <a:lnTo>
                    <a:pt x="2398523" y="539489"/>
                  </a:lnTo>
                  <a:lnTo>
                    <a:pt x="2398505" y="539487"/>
                  </a:lnTo>
                  <a:lnTo>
                    <a:pt x="2398491" y="539487"/>
                  </a:lnTo>
                  <a:lnTo>
                    <a:pt x="2398475" y="539491"/>
                  </a:lnTo>
                  <a:lnTo>
                    <a:pt x="2398447" y="539514"/>
                  </a:lnTo>
                  <a:lnTo>
                    <a:pt x="2398408" y="539551"/>
                  </a:lnTo>
                  <a:lnTo>
                    <a:pt x="2398401" y="539560"/>
                  </a:lnTo>
                  <a:lnTo>
                    <a:pt x="2398362" y="539596"/>
                  </a:lnTo>
                  <a:lnTo>
                    <a:pt x="2398333" y="539623"/>
                  </a:lnTo>
                  <a:lnTo>
                    <a:pt x="2398237" y="539707"/>
                  </a:lnTo>
                  <a:lnTo>
                    <a:pt x="2398037" y="539892"/>
                  </a:lnTo>
                  <a:lnTo>
                    <a:pt x="2398028" y="539895"/>
                  </a:lnTo>
                  <a:lnTo>
                    <a:pt x="2397980" y="539915"/>
                  </a:lnTo>
                  <a:lnTo>
                    <a:pt x="2397965" y="539920"/>
                  </a:lnTo>
                  <a:lnTo>
                    <a:pt x="2397957" y="539923"/>
                  </a:lnTo>
                  <a:lnTo>
                    <a:pt x="2397923" y="539925"/>
                  </a:lnTo>
                  <a:lnTo>
                    <a:pt x="2397911" y="539921"/>
                  </a:lnTo>
                  <a:lnTo>
                    <a:pt x="2397857" y="539902"/>
                  </a:lnTo>
                  <a:lnTo>
                    <a:pt x="2397835" y="539890"/>
                  </a:lnTo>
                  <a:lnTo>
                    <a:pt x="2397801" y="539873"/>
                  </a:lnTo>
                  <a:lnTo>
                    <a:pt x="2397779" y="539858"/>
                  </a:lnTo>
                  <a:lnTo>
                    <a:pt x="2397761" y="539832"/>
                  </a:lnTo>
                  <a:lnTo>
                    <a:pt x="2397755" y="539814"/>
                  </a:lnTo>
                  <a:lnTo>
                    <a:pt x="2397706" y="539670"/>
                  </a:lnTo>
                  <a:lnTo>
                    <a:pt x="2397669" y="539568"/>
                  </a:lnTo>
                  <a:lnTo>
                    <a:pt x="2397612" y="539454"/>
                  </a:lnTo>
                  <a:lnTo>
                    <a:pt x="2397584" y="539428"/>
                  </a:lnTo>
                  <a:lnTo>
                    <a:pt x="2397547" y="539397"/>
                  </a:lnTo>
                  <a:lnTo>
                    <a:pt x="2397507" y="539379"/>
                  </a:lnTo>
                  <a:lnTo>
                    <a:pt x="2397474" y="539353"/>
                  </a:lnTo>
                  <a:lnTo>
                    <a:pt x="2397460" y="539340"/>
                  </a:lnTo>
                  <a:lnTo>
                    <a:pt x="2397405" y="539273"/>
                  </a:lnTo>
                  <a:lnTo>
                    <a:pt x="2397349" y="539205"/>
                  </a:lnTo>
                  <a:lnTo>
                    <a:pt x="2397301" y="539128"/>
                  </a:lnTo>
                  <a:lnTo>
                    <a:pt x="2397262" y="539071"/>
                  </a:lnTo>
                  <a:lnTo>
                    <a:pt x="2397192" y="538991"/>
                  </a:lnTo>
                  <a:lnTo>
                    <a:pt x="2397106" y="538899"/>
                  </a:lnTo>
                  <a:lnTo>
                    <a:pt x="2397030" y="538843"/>
                  </a:lnTo>
                  <a:lnTo>
                    <a:pt x="2397001" y="538812"/>
                  </a:lnTo>
                  <a:lnTo>
                    <a:pt x="2396988" y="538785"/>
                  </a:lnTo>
                  <a:lnTo>
                    <a:pt x="2396934" y="538617"/>
                  </a:lnTo>
                  <a:lnTo>
                    <a:pt x="2396858" y="538433"/>
                  </a:lnTo>
                  <a:lnTo>
                    <a:pt x="2396747" y="538225"/>
                  </a:lnTo>
                  <a:lnTo>
                    <a:pt x="2396688" y="538153"/>
                  </a:lnTo>
                  <a:lnTo>
                    <a:pt x="2396636" y="538118"/>
                  </a:lnTo>
                  <a:lnTo>
                    <a:pt x="2396592" y="538099"/>
                  </a:lnTo>
                  <a:lnTo>
                    <a:pt x="2396538" y="538089"/>
                  </a:lnTo>
                  <a:lnTo>
                    <a:pt x="2396467" y="538089"/>
                  </a:lnTo>
                  <a:lnTo>
                    <a:pt x="2396351" y="538101"/>
                  </a:lnTo>
                  <a:lnTo>
                    <a:pt x="2396298" y="538109"/>
                  </a:lnTo>
                  <a:lnTo>
                    <a:pt x="2396261" y="538127"/>
                  </a:lnTo>
                  <a:lnTo>
                    <a:pt x="2396244" y="538150"/>
                  </a:lnTo>
                  <a:lnTo>
                    <a:pt x="2396209" y="538201"/>
                  </a:lnTo>
                  <a:lnTo>
                    <a:pt x="2396169" y="538281"/>
                  </a:lnTo>
                  <a:lnTo>
                    <a:pt x="2396147" y="538319"/>
                  </a:lnTo>
                  <a:lnTo>
                    <a:pt x="2396006" y="538485"/>
                  </a:lnTo>
                  <a:lnTo>
                    <a:pt x="2395923" y="538544"/>
                  </a:lnTo>
                  <a:lnTo>
                    <a:pt x="2395920" y="538561"/>
                  </a:lnTo>
                  <a:lnTo>
                    <a:pt x="2395915" y="538580"/>
                  </a:lnTo>
                  <a:lnTo>
                    <a:pt x="2395877" y="538612"/>
                  </a:lnTo>
                  <a:lnTo>
                    <a:pt x="2395867" y="538619"/>
                  </a:lnTo>
                  <a:lnTo>
                    <a:pt x="2395856" y="538626"/>
                  </a:lnTo>
                  <a:lnTo>
                    <a:pt x="2395830" y="538640"/>
                  </a:lnTo>
                  <a:lnTo>
                    <a:pt x="2395817" y="538646"/>
                  </a:lnTo>
                  <a:lnTo>
                    <a:pt x="2395806" y="538650"/>
                  </a:lnTo>
                  <a:lnTo>
                    <a:pt x="2395797" y="538652"/>
                  </a:lnTo>
                  <a:lnTo>
                    <a:pt x="2395781" y="538652"/>
                  </a:lnTo>
                  <a:lnTo>
                    <a:pt x="2395760" y="538653"/>
                  </a:lnTo>
                  <a:lnTo>
                    <a:pt x="2395734" y="538652"/>
                  </a:lnTo>
                  <a:lnTo>
                    <a:pt x="2395704" y="538651"/>
                  </a:lnTo>
                  <a:lnTo>
                    <a:pt x="2395647" y="538647"/>
                  </a:lnTo>
                  <a:lnTo>
                    <a:pt x="2395609" y="538642"/>
                  </a:lnTo>
                  <a:lnTo>
                    <a:pt x="2395594" y="538640"/>
                  </a:lnTo>
                  <a:lnTo>
                    <a:pt x="2395503" y="538623"/>
                  </a:lnTo>
                  <a:lnTo>
                    <a:pt x="2395466" y="538617"/>
                  </a:lnTo>
                  <a:lnTo>
                    <a:pt x="2395446" y="538617"/>
                  </a:lnTo>
                  <a:lnTo>
                    <a:pt x="2395425" y="538618"/>
                  </a:lnTo>
                  <a:lnTo>
                    <a:pt x="2395368" y="538624"/>
                  </a:lnTo>
                  <a:lnTo>
                    <a:pt x="2395340" y="538631"/>
                  </a:lnTo>
                  <a:lnTo>
                    <a:pt x="2395330" y="538634"/>
                  </a:lnTo>
                  <a:lnTo>
                    <a:pt x="2395324" y="538636"/>
                  </a:lnTo>
                  <a:lnTo>
                    <a:pt x="2395307" y="538646"/>
                  </a:lnTo>
                  <a:lnTo>
                    <a:pt x="2395284" y="538670"/>
                  </a:lnTo>
                  <a:lnTo>
                    <a:pt x="2395257" y="538714"/>
                  </a:lnTo>
                  <a:lnTo>
                    <a:pt x="2395248" y="538735"/>
                  </a:lnTo>
                  <a:lnTo>
                    <a:pt x="2395204" y="538833"/>
                  </a:lnTo>
                  <a:lnTo>
                    <a:pt x="2395214" y="538878"/>
                  </a:lnTo>
                  <a:lnTo>
                    <a:pt x="2395240" y="538891"/>
                  </a:lnTo>
                  <a:lnTo>
                    <a:pt x="2395405" y="538976"/>
                  </a:lnTo>
                  <a:lnTo>
                    <a:pt x="2395432" y="538993"/>
                  </a:lnTo>
                  <a:lnTo>
                    <a:pt x="2395455" y="539017"/>
                  </a:lnTo>
                  <a:lnTo>
                    <a:pt x="2395468" y="539034"/>
                  </a:lnTo>
                  <a:lnTo>
                    <a:pt x="2395481" y="539054"/>
                  </a:lnTo>
                  <a:lnTo>
                    <a:pt x="2395492" y="539074"/>
                  </a:lnTo>
                  <a:lnTo>
                    <a:pt x="2395507" y="539096"/>
                  </a:lnTo>
                  <a:lnTo>
                    <a:pt x="2395520" y="539107"/>
                  </a:lnTo>
                  <a:lnTo>
                    <a:pt x="2395543" y="539120"/>
                  </a:lnTo>
                  <a:lnTo>
                    <a:pt x="2395590" y="539129"/>
                  </a:lnTo>
                  <a:lnTo>
                    <a:pt x="2395608" y="539131"/>
                  </a:lnTo>
                  <a:lnTo>
                    <a:pt x="2395623" y="539131"/>
                  </a:lnTo>
                  <a:lnTo>
                    <a:pt x="2395643" y="539128"/>
                  </a:lnTo>
                  <a:lnTo>
                    <a:pt x="2395683" y="539120"/>
                  </a:lnTo>
                  <a:lnTo>
                    <a:pt x="2395698" y="539117"/>
                  </a:lnTo>
                  <a:lnTo>
                    <a:pt x="2395762" y="539098"/>
                  </a:lnTo>
                  <a:lnTo>
                    <a:pt x="2395790" y="539086"/>
                  </a:lnTo>
                  <a:lnTo>
                    <a:pt x="2395805" y="539080"/>
                  </a:lnTo>
                  <a:lnTo>
                    <a:pt x="2395849" y="539055"/>
                  </a:lnTo>
                  <a:lnTo>
                    <a:pt x="2395891" y="539035"/>
                  </a:lnTo>
                  <a:lnTo>
                    <a:pt x="2395908" y="539030"/>
                  </a:lnTo>
                  <a:lnTo>
                    <a:pt x="2395946" y="539018"/>
                  </a:lnTo>
                  <a:lnTo>
                    <a:pt x="2395957" y="539014"/>
                  </a:lnTo>
                  <a:lnTo>
                    <a:pt x="2395972" y="539010"/>
                  </a:lnTo>
                  <a:lnTo>
                    <a:pt x="2395988" y="539007"/>
                  </a:lnTo>
                  <a:lnTo>
                    <a:pt x="2396005" y="539004"/>
                  </a:lnTo>
                  <a:lnTo>
                    <a:pt x="2396097" y="538989"/>
                  </a:lnTo>
                  <a:lnTo>
                    <a:pt x="2396102" y="538989"/>
                  </a:lnTo>
                  <a:lnTo>
                    <a:pt x="2396107" y="538988"/>
                  </a:lnTo>
                  <a:lnTo>
                    <a:pt x="2396113" y="538989"/>
                  </a:lnTo>
                  <a:lnTo>
                    <a:pt x="2396171" y="538997"/>
                  </a:lnTo>
                  <a:lnTo>
                    <a:pt x="2396212" y="539019"/>
                  </a:lnTo>
                  <a:lnTo>
                    <a:pt x="2396230" y="539030"/>
                  </a:lnTo>
                  <a:lnTo>
                    <a:pt x="2396236" y="539039"/>
                  </a:lnTo>
                  <a:lnTo>
                    <a:pt x="2396247" y="539079"/>
                  </a:lnTo>
                  <a:lnTo>
                    <a:pt x="2396250" y="539108"/>
                  </a:lnTo>
                  <a:lnTo>
                    <a:pt x="2396249" y="539125"/>
                  </a:lnTo>
                  <a:lnTo>
                    <a:pt x="2396229" y="539203"/>
                  </a:lnTo>
                  <a:lnTo>
                    <a:pt x="2396206" y="539276"/>
                  </a:lnTo>
                  <a:lnTo>
                    <a:pt x="2396203" y="539285"/>
                  </a:lnTo>
                  <a:lnTo>
                    <a:pt x="2396195" y="539303"/>
                  </a:lnTo>
                  <a:lnTo>
                    <a:pt x="2396185" y="539322"/>
                  </a:lnTo>
                  <a:lnTo>
                    <a:pt x="2396180" y="539330"/>
                  </a:lnTo>
                  <a:lnTo>
                    <a:pt x="2396175" y="539338"/>
                  </a:lnTo>
                  <a:lnTo>
                    <a:pt x="2396068" y="539478"/>
                  </a:lnTo>
                  <a:lnTo>
                    <a:pt x="2396055" y="539495"/>
                  </a:lnTo>
                  <a:lnTo>
                    <a:pt x="2396050" y="539501"/>
                  </a:lnTo>
                  <a:lnTo>
                    <a:pt x="2396044" y="539507"/>
                  </a:lnTo>
                  <a:lnTo>
                    <a:pt x="2396008" y="539545"/>
                  </a:lnTo>
                  <a:lnTo>
                    <a:pt x="2395974" y="539576"/>
                  </a:lnTo>
                  <a:lnTo>
                    <a:pt x="2395880" y="539660"/>
                  </a:lnTo>
                  <a:lnTo>
                    <a:pt x="2395875" y="539665"/>
                  </a:lnTo>
                  <a:lnTo>
                    <a:pt x="2395843" y="539697"/>
                  </a:lnTo>
                  <a:lnTo>
                    <a:pt x="2395785" y="539769"/>
                  </a:lnTo>
                  <a:lnTo>
                    <a:pt x="2395777" y="539780"/>
                  </a:lnTo>
                  <a:lnTo>
                    <a:pt x="2395774" y="539785"/>
                  </a:lnTo>
                  <a:lnTo>
                    <a:pt x="2395771" y="539790"/>
                  </a:lnTo>
                  <a:lnTo>
                    <a:pt x="2395699" y="539917"/>
                  </a:lnTo>
                  <a:lnTo>
                    <a:pt x="2395690" y="539953"/>
                  </a:lnTo>
                  <a:lnTo>
                    <a:pt x="2395688" y="539997"/>
                  </a:lnTo>
                  <a:lnTo>
                    <a:pt x="2395689" y="540044"/>
                  </a:lnTo>
                  <a:lnTo>
                    <a:pt x="2395691" y="540072"/>
                  </a:lnTo>
                  <a:lnTo>
                    <a:pt x="2395692" y="540078"/>
                  </a:lnTo>
                  <a:lnTo>
                    <a:pt x="2395716" y="540203"/>
                  </a:lnTo>
                  <a:lnTo>
                    <a:pt x="2395747" y="540297"/>
                  </a:lnTo>
                  <a:lnTo>
                    <a:pt x="2395755" y="540321"/>
                  </a:lnTo>
                  <a:lnTo>
                    <a:pt x="2395756" y="540335"/>
                  </a:lnTo>
                  <a:lnTo>
                    <a:pt x="2395749" y="540367"/>
                  </a:lnTo>
                  <a:lnTo>
                    <a:pt x="2395729" y="540434"/>
                  </a:lnTo>
                  <a:lnTo>
                    <a:pt x="2395721" y="540456"/>
                  </a:lnTo>
                  <a:lnTo>
                    <a:pt x="2395705" y="540485"/>
                  </a:lnTo>
                  <a:lnTo>
                    <a:pt x="2395636" y="540572"/>
                  </a:lnTo>
                  <a:lnTo>
                    <a:pt x="2395600" y="540612"/>
                  </a:lnTo>
                  <a:lnTo>
                    <a:pt x="2395549" y="540654"/>
                  </a:lnTo>
                  <a:lnTo>
                    <a:pt x="2395541" y="540659"/>
                  </a:lnTo>
                  <a:lnTo>
                    <a:pt x="2395522" y="540670"/>
                  </a:lnTo>
                  <a:lnTo>
                    <a:pt x="2395492" y="540683"/>
                  </a:lnTo>
                  <a:lnTo>
                    <a:pt x="2395452" y="540693"/>
                  </a:lnTo>
                  <a:lnTo>
                    <a:pt x="2395425" y="540693"/>
                  </a:lnTo>
                  <a:lnTo>
                    <a:pt x="2395411" y="540693"/>
                  </a:lnTo>
                  <a:lnTo>
                    <a:pt x="2395394" y="540689"/>
                  </a:lnTo>
                  <a:lnTo>
                    <a:pt x="2395368" y="540673"/>
                  </a:lnTo>
                  <a:lnTo>
                    <a:pt x="2395295" y="540607"/>
                  </a:lnTo>
                  <a:lnTo>
                    <a:pt x="2395250" y="540566"/>
                  </a:lnTo>
                  <a:lnTo>
                    <a:pt x="2395071" y="540469"/>
                  </a:lnTo>
                  <a:lnTo>
                    <a:pt x="2395017" y="540431"/>
                  </a:lnTo>
                  <a:lnTo>
                    <a:pt x="2394910" y="540450"/>
                  </a:lnTo>
                  <a:lnTo>
                    <a:pt x="2394843" y="540514"/>
                  </a:lnTo>
                  <a:lnTo>
                    <a:pt x="2394760" y="540590"/>
                  </a:lnTo>
                  <a:lnTo>
                    <a:pt x="2394659" y="540810"/>
                  </a:lnTo>
                  <a:lnTo>
                    <a:pt x="2394658" y="540824"/>
                  </a:lnTo>
                  <a:lnTo>
                    <a:pt x="2394657" y="540833"/>
                  </a:lnTo>
                  <a:lnTo>
                    <a:pt x="2394656" y="540842"/>
                  </a:lnTo>
                  <a:lnTo>
                    <a:pt x="2394654" y="540850"/>
                  </a:lnTo>
                  <a:lnTo>
                    <a:pt x="2394651" y="540860"/>
                  </a:lnTo>
                  <a:lnTo>
                    <a:pt x="2394644" y="540880"/>
                  </a:lnTo>
                  <a:lnTo>
                    <a:pt x="2394637" y="540897"/>
                  </a:lnTo>
                  <a:lnTo>
                    <a:pt x="2394634" y="540903"/>
                  </a:lnTo>
                  <a:lnTo>
                    <a:pt x="2394630" y="540909"/>
                  </a:lnTo>
                  <a:lnTo>
                    <a:pt x="2394627" y="540914"/>
                  </a:lnTo>
                  <a:lnTo>
                    <a:pt x="2394623" y="540919"/>
                  </a:lnTo>
                  <a:lnTo>
                    <a:pt x="2394619" y="540924"/>
                  </a:lnTo>
                  <a:lnTo>
                    <a:pt x="2394614" y="540929"/>
                  </a:lnTo>
                  <a:lnTo>
                    <a:pt x="2394608" y="540934"/>
                  </a:lnTo>
                  <a:lnTo>
                    <a:pt x="2394601" y="540940"/>
                  </a:lnTo>
                  <a:lnTo>
                    <a:pt x="2394592" y="540946"/>
                  </a:lnTo>
                  <a:lnTo>
                    <a:pt x="2394577" y="540955"/>
                  </a:lnTo>
                  <a:lnTo>
                    <a:pt x="2394510" y="540988"/>
                  </a:lnTo>
                  <a:lnTo>
                    <a:pt x="2394497" y="540994"/>
                  </a:lnTo>
                  <a:lnTo>
                    <a:pt x="2394462" y="541011"/>
                  </a:lnTo>
                  <a:lnTo>
                    <a:pt x="2394403" y="541045"/>
                  </a:lnTo>
                  <a:lnTo>
                    <a:pt x="2394351" y="541095"/>
                  </a:lnTo>
                  <a:lnTo>
                    <a:pt x="2394278" y="541193"/>
                  </a:lnTo>
                  <a:lnTo>
                    <a:pt x="2394261" y="541221"/>
                  </a:lnTo>
                  <a:lnTo>
                    <a:pt x="2394183" y="541351"/>
                  </a:lnTo>
                  <a:lnTo>
                    <a:pt x="2394177" y="541360"/>
                  </a:lnTo>
                  <a:lnTo>
                    <a:pt x="2394171" y="541373"/>
                  </a:lnTo>
                  <a:lnTo>
                    <a:pt x="2394139" y="541468"/>
                  </a:lnTo>
                  <a:lnTo>
                    <a:pt x="2394135" y="541480"/>
                  </a:lnTo>
                  <a:lnTo>
                    <a:pt x="2394115" y="541579"/>
                  </a:lnTo>
                  <a:lnTo>
                    <a:pt x="2394085" y="541671"/>
                  </a:lnTo>
                  <a:lnTo>
                    <a:pt x="2394085" y="541677"/>
                  </a:lnTo>
                  <a:lnTo>
                    <a:pt x="2394085" y="541700"/>
                  </a:lnTo>
                  <a:lnTo>
                    <a:pt x="2394086" y="541730"/>
                  </a:lnTo>
                  <a:lnTo>
                    <a:pt x="2394092" y="541749"/>
                  </a:lnTo>
                  <a:lnTo>
                    <a:pt x="2394108" y="541772"/>
                  </a:lnTo>
                  <a:lnTo>
                    <a:pt x="2394183" y="541821"/>
                  </a:lnTo>
                  <a:lnTo>
                    <a:pt x="2394204" y="541835"/>
                  </a:lnTo>
                  <a:lnTo>
                    <a:pt x="2394219" y="541843"/>
                  </a:lnTo>
                  <a:lnTo>
                    <a:pt x="2394236" y="541845"/>
                  </a:lnTo>
                  <a:lnTo>
                    <a:pt x="2394258" y="541845"/>
                  </a:lnTo>
                  <a:lnTo>
                    <a:pt x="2394285" y="541843"/>
                  </a:lnTo>
                  <a:lnTo>
                    <a:pt x="2394317" y="541830"/>
                  </a:lnTo>
                  <a:lnTo>
                    <a:pt x="2394546" y="541784"/>
                  </a:lnTo>
                  <a:lnTo>
                    <a:pt x="2394668" y="541839"/>
                  </a:lnTo>
                  <a:lnTo>
                    <a:pt x="2394587" y="542074"/>
                  </a:lnTo>
                  <a:lnTo>
                    <a:pt x="2394390" y="542185"/>
                  </a:lnTo>
                  <a:lnTo>
                    <a:pt x="2394377" y="542186"/>
                  </a:lnTo>
                  <a:lnTo>
                    <a:pt x="2394222" y="542195"/>
                  </a:lnTo>
                  <a:lnTo>
                    <a:pt x="2393994" y="542188"/>
                  </a:lnTo>
                  <a:lnTo>
                    <a:pt x="2393882" y="542218"/>
                  </a:lnTo>
                  <a:lnTo>
                    <a:pt x="2393744" y="542295"/>
                  </a:lnTo>
                  <a:lnTo>
                    <a:pt x="2393773" y="542482"/>
                  </a:lnTo>
                  <a:lnTo>
                    <a:pt x="2393819" y="542561"/>
                  </a:lnTo>
                  <a:lnTo>
                    <a:pt x="2393870" y="542866"/>
                  </a:lnTo>
                  <a:lnTo>
                    <a:pt x="2393774" y="542995"/>
                  </a:lnTo>
                  <a:lnTo>
                    <a:pt x="2393654" y="543010"/>
                  </a:lnTo>
                  <a:lnTo>
                    <a:pt x="2393589" y="543036"/>
                  </a:lnTo>
                  <a:lnTo>
                    <a:pt x="2393582" y="543039"/>
                  </a:lnTo>
                  <a:lnTo>
                    <a:pt x="2393572" y="543040"/>
                  </a:lnTo>
                  <a:lnTo>
                    <a:pt x="2393563" y="543040"/>
                  </a:lnTo>
                  <a:lnTo>
                    <a:pt x="2393556" y="543040"/>
                  </a:lnTo>
                  <a:lnTo>
                    <a:pt x="2393548" y="543039"/>
                  </a:lnTo>
                  <a:lnTo>
                    <a:pt x="2393530" y="543030"/>
                  </a:lnTo>
                  <a:lnTo>
                    <a:pt x="2393497" y="543012"/>
                  </a:lnTo>
                  <a:lnTo>
                    <a:pt x="2393484" y="543001"/>
                  </a:lnTo>
                  <a:lnTo>
                    <a:pt x="2393480" y="542995"/>
                  </a:lnTo>
                  <a:lnTo>
                    <a:pt x="2393477" y="542987"/>
                  </a:lnTo>
                  <a:lnTo>
                    <a:pt x="2393475" y="542980"/>
                  </a:lnTo>
                  <a:lnTo>
                    <a:pt x="2393476" y="542974"/>
                  </a:lnTo>
                  <a:lnTo>
                    <a:pt x="2393507" y="542916"/>
                  </a:lnTo>
                  <a:lnTo>
                    <a:pt x="2393526" y="542886"/>
                  </a:lnTo>
                  <a:lnTo>
                    <a:pt x="2393548" y="542856"/>
                  </a:lnTo>
                  <a:lnTo>
                    <a:pt x="2393576" y="542823"/>
                  </a:lnTo>
                  <a:lnTo>
                    <a:pt x="2393592" y="542787"/>
                  </a:lnTo>
                  <a:lnTo>
                    <a:pt x="2393602" y="542759"/>
                  </a:lnTo>
                  <a:lnTo>
                    <a:pt x="2393606" y="542736"/>
                  </a:lnTo>
                  <a:lnTo>
                    <a:pt x="2393606" y="542725"/>
                  </a:lnTo>
                  <a:lnTo>
                    <a:pt x="2393603" y="542704"/>
                  </a:lnTo>
                  <a:lnTo>
                    <a:pt x="2393598" y="542689"/>
                  </a:lnTo>
                  <a:lnTo>
                    <a:pt x="2393586" y="542667"/>
                  </a:lnTo>
                  <a:lnTo>
                    <a:pt x="2393558" y="542639"/>
                  </a:lnTo>
                  <a:lnTo>
                    <a:pt x="2393532" y="542619"/>
                  </a:lnTo>
                  <a:lnTo>
                    <a:pt x="2393508" y="542609"/>
                  </a:lnTo>
                  <a:lnTo>
                    <a:pt x="2393371" y="542570"/>
                  </a:lnTo>
                  <a:lnTo>
                    <a:pt x="2393361" y="542568"/>
                  </a:lnTo>
                  <a:lnTo>
                    <a:pt x="2393356" y="542569"/>
                  </a:lnTo>
                  <a:lnTo>
                    <a:pt x="2393352" y="542571"/>
                  </a:lnTo>
                  <a:lnTo>
                    <a:pt x="2393348" y="542573"/>
                  </a:lnTo>
                  <a:lnTo>
                    <a:pt x="2393344" y="542575"/>
                  </a:lnTo>
                  <a:lnTo>
                    <a:pt x="2393340" y="542578"/>
                  </a:lnTo>
                  <a:lnTo>
                    <a:pt x="2393335" y="542582"/>
                  </a:lnTo>
                  <a:lnTo>
                    <a:pt x="2393330" y="542588"/>
                  </a:lnTo>
                  <a:lnTo>
                    <a:pt x="2393325" y="542594"/>
                  </a:lnTo>
                  <a:lnTo>
                    <a:pt x="2393320" y="542601"/>
                  </a:lnTo>
                  <a:lnTo>
                    <a:pt x="2393316" y="542607"/>
                  </a:lnTo>
                  <a:lnTo>
                    <a:pt x="2393298" y="542641"/>
                  </a:lnTo>
                  <a:lnTo>
                    <a:pt x="2393294" y="542651"/>
                  </a:lnTo>
                  <a:lnTo>
                    <a:pt x="2393290" y="542666"/>
                  </a:lnTo>
                  <a:lnTo>
                    <a:pt x="2393283" y="542739"/>
                  </a:lnTo>
                  <a:lnTo>
                    <a:pt x="2393274" y="542837"/>
                  </a:lnTo>
                  <a:lnTo>
                    <a:pt x="2393268" y="542858"/>
                  </a:lnTo>
                  <a:lnTo>
                    <a:pt x="2393260" y="542871"/>
                  </a:lnTo>
                  <a:lnTo>
                    <a:pt x="2393248" y="542879"/>
                  </a:lnTo>
                  <a:lnTo>
                    <a:pt x="2393225" y="542893"/>
                  </a:lnTo>
                  <a:lnTo>
                    <a:pt x="2393204" y="542903"/>
                  </a:lnTo>
                  <a:lnTo>
                    <a:pt x="2393188" y="542906"/>
                  </a:lnTo>
                  <a:lnTo>
                    <a:pt x="2393180" y="542906"/>
                  </a:lnTo>
                  <a:lnTo>
                    <a:pt x="2393170" y="542904"/>
                  </a:lnTo>
                  <a:lnTo>
                    <a:pt x="2393164" y="542903"/>
                  </a:lnTo>
                  <a:lnTo>
                    <a:pt x="2393156" y="542899"/>
                  </a:lnTo>
                  <a:lnTo>
                    <a:pt x="2393146" y="542891"/>
                  </a:lnTo>
                  <a:lnTo>
                    <a:pt x="2393125" y="542869"/>
                  </a:lnTo>
                  <a:lnTo>
                    <a:pt x="2393086" y="542824"/>
                  </a:lnTo>
                  <a:lnTo>
                    <a:pt x="2393066" y="542799"/>
                  </a:lnTo>
                  <a:lnTo>
                    <a:pt x="2393060" y="542791"/>
                  </a:lnTo>
                  <a:lnTo>
                    <a:pt x="2393049" y="542774"/>
                  </a:lnTo>
                  <a:lnTo>
                    <a:pt x="2393038" y="542752"/>
                  </a:lnTo>
                  <a:lnTo>
                    <a:pt x="2393032" y="542727"/>
                  </a:lnTo>
                  <a:lnTo>
                    <a:pt x="2393001" y="542573"/>
                  </a:lnTo>
                  <a:lnTo>
                    <a:pt x="2392998" y="542558"/>
                  </a:lnTo>
                  <a:lnTo>
                    <a:pt x="2393000" y="542537"/>
                  </a:lnTo>
                  <a:lnTo>
                    <a:pt x="2393000" y="542525"/>
                  </a:lnTo>
                  <a:lnTo>
                    <a:pt x="2392998" y="542480"/>
                  </a:lnTo>
                  <a:lnTo>
                    <a:pt x="2392991" y="542401"/>
                  </a:lnTo>
                  <a:lnTo>
                    <a:pt x="2392990" y="542393"/>
                  </a:lnTo>
                  <a:lnTo>
                    <a:pt x="2392989" y="542385"/>
                  </a:lnTo>
                  <a:lnTo>
                    <a:pt x="2392986" y="542376"/>
                  </a:lnTo>
                  <a:lnTo>
                    <a:pt x="2392954" y="542280"/>
                  </a:lnTo>
                  <a:lnTo>
                    <a:pt x="2392935" y="542232"/>
                  </a:lnTo>
                  <a:lnTo>
                    <a:pt x="2392926" y="542213"/>
                  </a:lnTo>
                  <a:lnTo>
                    <a:pt x="2392921" y="542204"/>
                  </a:lnTo>
                  <a:lnTo>
                    <a:pt x="2392830" y="542127"/>
                  </a:lnTo>
                  <a:lnTo>
                    <a:pt x="2392643" y="541842"/>
                  </a:lnTo>
                  <a:lnTo>
                    <a:pt x="2392585" y="541604"/>
                  </a:lnTo>
                  <a:lnTo>
                    <a:pt x="2392537" y="541558"/>
                  </a:lnTo>
                  <a:lnTo>
                    <a:pt x="2392205" y="541460"/>
                  </a:lnTo>
                  <a:lnTo>
                    <a:pt x="2392189" y="541451"/>
                  </a:lnTo>
                  <a:lnTo>
                    <a:pt x="2392016" y="541422"/>
                  </a:lnTo>
                  <a:lnTo>
                    <a:pt x="2391992" y="541423"/>
                  </a:lnTo>
                  <a:lnTo>
                    <a:pt x="2391789" y="541377"/>
                  </a:lnTo>
                  <a:lnTo>
                    <a:pt x="2391611" y="541209"/>
                  </a:lnTo>
                  <a:lnTo>
                    <a:pt x="2391537" y="541153"/>
                  </a:lnTo>
                  <a:lnTo>
                    <a:pt x="2391520" y="541104"/>
                  </a:lnTo>
                  <a:lnTo>
                    <a:pt x="2391501" y="541042"/>
                  </a:lnTo>
                  <a:lnTo>
                    <a:pt x="2391498" y="541021"/>
                  </a:lnTo>
                  <a:lnTo>
                    <a:pt x="2391459" y="540926"/>
                  </a:lnTo>
                  <a:lnTo>
                    <a:pt x="2391451" y="540589"/>
                  </a:lnTo>
                  <a:lnTo>
                    <a:pt x="2391446" y="540568"/>
                  </a:lnTo>
                  <a:lnTo>
                    <a:pt x="2391328" y="540475"/>
                  </a:lnTo>
                  <a:lnTo>
                    <a:pt x="2391204" y="540427"/>
                  </a:lnTo>
                  <a:lnTo>
                    <a:pt x="2391144" y="540404"/>
                  </a:lnTo>
                  <a:lnTo>
                    <a:pt x="2391135" y="540404"/>
                  </a:lnTo>
                  <a:lnTo>
                    <a:pt x="2390984" y="540346"/>
                  </a:lnTo>
                  <a:lnTo>
                    <a:pt x="2390910" y="540308"/>
                  </a:lnTo>
                  <a:lnTo>
                    <a:pt x="2390887" y="540298"/>
                  </a:lnTo>
                  <a:lnTo>
                    <a:pt x="2390659" y="540178"/>
                  </a:lnTo>
                  <a:lnTo>
                    <a:pt x="2390448" y="540127"/>
                  </a:lnTo>
                  <a:lnTo>
                    <a:pt x="2390348" y="540104"/>
                  </a:lnTo>
                  <a:lnTo>
                    <a:pt x="2390342" y="540100"/>
                  </a:lnTo>
                  <a:lnTo>
                    <a:pt x="2390059" y="540027"/>
                  </a:lnTo>
                  <a:lnTo>
                    <a:pt x="2389984" y="540032"/>
                  </a:lnTo>
                  <a:lnTo>
                    <a:pt x="2389899" y="540050"/>
                  </a:lnTo>
                  <a:lnTo>
                    <a:pt x="2389846" y="540017"/>
                  </a:lnTo>
                  <a:lnTo>
                    <a:pt x="2389806" y="539945"/>
                  </a:lnTo>
                  <a:lnTo>
                    <a:pt x="2389766" y="539833"/>
                  </a:lnTo>
                  <a:lnTo>
                    <a:pt x="2389743" y="539753"/>
                  </a:lnTo>
                  <a:lnTo>
                    <a:pt x="2389669" y="539609"/>
                  </a:lnTo>
                  <a:lnTo>
                    <a:pt x="2389583" y="539411"/>
                  </a:lnTo>
                  <a:lnTo>
                    <a:pt x="2389550" y="539313"/>
                  </a:lnTo>
                  <a:lnTo>
                    <a:pt x="2389517" y="539258"/>
                  </a:lnTo>
                  <a:lnTo>
                    <a:pt x="2389457" y="539188"/>
                  </a:lnTo>
                  <a:lnTo>
                    <a:pt x="2389411" y="539150"/>
                  </a:lnTo>
                  <a:lnTo>
                    <a:pt x="2389332" y="539105"/>
                  </a:lnTo>
                  <a:lnTo>
                    <a:pt x="2389258" y="539074"/>
                  </a:lnTo>
                  <a:lnTo>
                    <a:pt x="2389134" y="539032"/>
                  </a:lnTo>
                  <a:lnTo>
                    <a:pt x="2389055" y="539019"/>
                  </a:lnTo>
                  <a:lnTo>
                    <a:pt x="2389010" y="539027"/>
                  </a:lnTo>
                  <a:lnTo>
                    <a:pt x="2388945" y="539043"/>
                  </a:lnTo>
                  <a:lnTo>
                    <a:pt x="2388883" y="539100"/>
                  </a:lnTo>
                  <a:lnTo>
                    <a:pt x="2388873" y="539133"/>
                  </a:lnTo>
                  <a:lnTo>
                    <a:pt x="2388863" y="539219"/>
                  </a:lnTo>
                  <a:lnTo>
                    <a:pt x="2388842" y="539292"/>
                  </a:lnTo>
                  <a:lnTo>
                    <a:pt x="2388810" y="539370"/>
                  </a:lnTo>
                  <a:lnTo>
                    <a:pt x="2388611" y="539549"/>
                  </a:lnTo>
                  <a:lnTo>
                    <a:pt x="2388325" y="539530"/>
                  </a:lnTo>
                  <a:lnTo>
                    <a:pt x="2388212" y="539525"/>
                  </a:lnTo>
                  <a:lnTo>
                    <a:pt x="2388163" y="539531"/>
                  </a:lnTo>
                  <a:lnTo>
                    <a:pt x="2388043" y="539497"/>
                  </a:lnTo>
                  <a:lnTo>
                    <a:pt x="2387958" y="539441"/>
                  </a:lnTo>
                  <a:lnTo>
                    <a:pt x="2387933" y="539401"/>
                  </a:lnTo>
                  <a:lnTo>
                    <a:pt x="2387922" y="539370"/>
                  </a:lnTo>
                  <a:lnTo>
                    <a:pt x="2387922" y="539345"/>
                  </a:lnTo>
                  <a:lnTo>
                    <a:pt x="2387704" y="539141"/>
                  </a:lnTo>
                  <a:lnTo>
                    <a:pt x="2387564" y="539072"/>
                  </a:lnTo>
                  <a:lnTo>
                    <a:pt x="2387473" y="538875"/>
                  </a:lnTo>
                  <a:lnTo>
                    <a:pt x="2387446" y="538770"/>
                  </a:lnTo>
                  <a:lnTo>
                    <a:pt x="2387385" y="538670"/>
                  </a:lnTo>
                  <a:lnTo>
                    <a:pt x="2387364" y="538636"/>
                  </a:lnTo>
                  <a:lnTo>
                    <a:pt x="2387271" y="538617"/>
                  </a:lnTo>
                  <a:lnTo>
                    <a:pt x="2387161" y="538618"/>
                  </a:lnTo>
                  <a:lnTo>
                    <a:pt x="2387063" y="538658"/>
                  </a:lnTo>
                  <a:lnTo>
                    <a:pt x="2386976" y="538711"/>
                  </a:lnTo>
                  <a:lnTo>
                    <a:pt x="2386876" y="538834"/>
                  </a:lnTo>
                  <a:lnTo>
                    <a:pt x="2386783" y="538983"/>
                  </a:lnTo>
                  <a:lnTo>
                    <a:pt x="2386771" y="539028"/>
                  </a:lnTo>
                  <a:lnTo>
                    <a:pt x="2386771" y="539090"/>
                  </a:lnTo>
                  <a:lnTo>
                    <a:pt x="2386832" y="539212"/>
                  </a:lnTo>
                  <a:lnTo>
                    <a:pt x="2386890" y="539336"/>
                  </a:lnTo>
                  <a:lnTo>
                    <a:pt x="2386907" y="539440"/>
                  </a:lnTo>
                  <a:lnTo>
                    <a:pt x="2386911" y="539538"/>
                  </a:lnTo>
                  <a:lnTo>
                    <a:pt x="2386888" y="539641"/>
                  </a:lnTo>
                  <a:lnTo>
                    <a:pt x="2386845" y="539740"/>
                  </a:lnTo>
                  <a:lnTo>
                    <a:pt x="2386719" y="539904"/>
                  </a:lnTo>
                  <a:lnTo>
                    <a:pt x="2386592" y="539998"/>
                  </a:lnTo>
                  <a:lnTo>
                    <a:pt x="2386559" y="540003"/>
                  </a:lnTo>
                  <a:lnTo>
                    <a:pt x="2386513" y="539995"/>
                  </a:lnTo>
                  <a:lnTo>
                    <a:pt x="2386442" y="539955"/>
                  </a:lnTo>
                  <a:lnTo>
                    <a:pt x="2386286" y="539883"/>
                  </a:lnTo>
                  <a:lnTo>
                    <a:pt x="2386076" y="539826"/>
                  </a:lnTo>
                  <a:lnTo>
                    <a:pt x="2385967" y="539826"/>
                  </a:lnTo>
                  <a:lnTo>
                    <a:pt x="2385940" y="539818"/>
                  </a:lnTo>
                  <a:lnTo>
                    <a:pt x="2385814" y="539831"/>
                  </a:lnTo>
                  <a:lnTo>
                    <a:pt x="2385706" y="539850"/>
                  </a:lnTo>
                  <a:lnTo>
                    <a:pt x="2385653" y="539849"/>
                  </a:lnTo>
                  <a:lnTo>
                    <a:pt x="2385595" y="539838"/>
                  </a:lnTo>
                  <a:lnTo>
                    <a:pt x="2385511" y="539797"/>
                  </a:lnTo>
                  <a:lnTo>
                    <a:pt x="2385431" y="539704"/>
                  </a:lnTo>
                  <a:lnTo>
                    <a:pt x="2385384" y="539639"/>
                  </a:lnTo>
                  <a:lnTo>
                    <a:pt x="2385361" y="539605"/>
                  </a:lnTo>
                  <a:lnTo>
                    <a:pt x="2385370" y="539578"/>
                  </a:lnTo>
                  <a:lnTo>
                    <a:pt x="2385426" y="539519"/>
                  </a:lnTo>
                  <a:lnTo>
                    <a:pt x="2385614" y="539394"/>
                  </a:lnTo>
                  <a:lnTo>
                    <a:pt x="2385645" y="539344"/>
                  </a:lnTo>
                  <a:lnTo>
                    <a:pt x="2385736" y="539282"/>
                  </a:lnTo>
                  <a:lnTo>
                    <a:pt x="2385788" y="539216"/>
                  </a:lnTo>
                  <a:lnTo>
                    <a:pt x="2385796" y="539204"/>
                  </a:lnTo>
                  <a:lnTo>
                    <a:pt x="2385822" y="539157"/>
                  </a:lnTo>
                  <a:lnTo>
                    <a:pt x="2385877" y="539074"/>
                  </a:lnTo>
                  <a:lnTo>
                    <a:pt x="2385908" y="539030"/>
                  </a:lnTo>
                  <a:lnTo>
                    <a:pt x="2386001" y="538830"/>
                  </a:lnTo>
                  <a:lnTo>
                    <a:pt x="2385986" y="538632"/>
                  </a:lnTo>
                  <a:lnTo>
                    <a:pt x="2385864" y="538475"/>
                  </a:lnTo>
                  <a:lnTo>
                    <a:pt x="2385739" y="538394"/>
                  </a:lnTo>
                  <a:lnTo>
                    <a:pt x="2385499" y="538427"/>
                  </a:lnTo>
                  <a:lnTo>
                    <a:pt x="2385413" y="538443"/>
                  </a:lnTo>
                  <a:lnTo>
                    <a:pt x="2385259" y="538475"/>
                  </a:lnTo>
                  <a:lnTo>
                    <a:pt x="2384924" y="538684"/>
                  </a:lnTo>
                  <a:lnTo>
                    <a:pt x="2384786" y="538804"/>
                  </a:lnTo>
                  <a:lnTo>
                    <a:pt x="2384749" y="538839"/>
                  </a:lnTo>
                  <a:lnTo>
                    <a:pt x="2384708" y="538892"/>
                  </a:lnTo>
                  <a:lnTo>
                    <a:pt x="2384634" y="538986"/>
                  </a:lnTo>
                  <a:lnTo>
                    <a:pt x="2384602" y="539054"/>
                  </a:lnTo>
                  <a:lnTo>
                    <a:pt x="2384578" y="539197"/>
                  </a:lnTo>
                  <a:lnTo>
                    <a:pt x="2384590" y="539234"/>
                  </a:lnTo>
                  <a:lnTo>
                    <a:pt x="2384594" y="539247"/>
                  </a:lnTo>
                  <a:lnTo>
                    <a:pt x="2384634" y="539329"/>
                  </a:lnTo>
                  <a:lnTo>
                    <a:pt x="2384708" y="539439"/>
                  </a:lnTo>
                  <a:lnTo>
                    <a:pt x="2384806" y="539574"/>
                  </a:lnTo>
                  <a:lnTo>
                    <a:pt x="2384839" y="539591"/>
                  </a:lnTo>
                  <a:lnTo>
                    <a:pt x="2384882" y="539603"/>
                  </a:lnTo>
                  <a:lnTo>
                    <a:pt x="2384922" y="539611"/>
                  </a:lnTo>
                  <a:lnTo>
                    <a:pt x="2385007" y="539622"/>
                  </a:lnTo>
                  <a:lnTo>
                    <a:pt x="2385101" y="539656"/>
                  </a:lnTo>
                  <a:lnTo>
                    <a:pt x="2385147" y="539684"/>
                  </a:lnTo>
                  <a:lnTo>
                    <a:pt x="2385229" y="539762"/>
                  </a:lnTo>
                  <a:lnTo>
                    <a:pt x="2385403" y="539956"/>
                  </a:lnTo>
                  <a:lnTo>
                    <a:pt x="2385443" y="540012"/>
                  </a:lnTo>
                  <a:lnTo>
                    <a:pt x="2385477" y="540104"/>
                  </a:lnTo>
                  <a:lnTo>
                    <a:pt x="2385482" y="540121"/>
                  </a:lnTo>
                  <a:lnTo>
                    <a:pt x="2385481" y="540139"/>
                  </a:lnTo>
                  <a:lnTo>
                    <a:pt x="2385461" y="540217"/>
                  </a:lnTo>
                  <a:lnTo>
                    <a:pt x="2385457" y="540229"/>
                  </a:lnTo>
                  <a:lnTo>
                    <a:pt x="2385428" y="540255"/>
                  </a:lnTo>
                  <a:lnTo>
                    <a:pt x="2385296" y="540319"/>
                  </a:lnTo>
                  <a:lnTo>
                    <a:pt x="2385231" y="540328"/>
                  </a:lnTo>
                  <a:lnTo>
                    <a:pt x="2385185" y="540328"/>
                  </a:lnTo>
                  <a:lnTo>
                    <a:pt x="2385040" y="540261"/>
                  </a:lnTo>
                  <a:lnTo>
                    <a:pt x="2385005" y="540242"/>
                  </a:lnTo>
                  <a:lnTo>
                    <a:pt x="2384938" y="540218"/>
                  </a:lnTo>
                  <a:lnTo>
                    <a:pt x="2384867" y="540213"/>
                  </a:lnTo>
                  <a:lnTo>
                    <a:pt x="2384845" y="540217"/>
                  </a:lnTo>
                  <a:lnTo>
                    <a:pt x="2384797" y="540258"/>
                  </a:lnTo>
                  <a:lnTo>
                    <a:pt x="2384768" y="540306"/>
                  </a:lnTo>
                  <a:lnTo>
                    <a:pt x="2384757" y="540425"/>
                  </a:lnTo>
                  <a:lnTo>
                    <a:pt x="2384900" y="540475"/>
                  </a:lnTo>
                  <a:lnTo>
                    <a:pt x="2385017" y="540528"/>
                  </a:lnTo>
                  <a:lnTo>
                    <a:pt x="2385108" y="540591"/>
                  </a:lnTo>
                  <a:lnTo>
                    <a:pt x="2385157" y="540601"/>
                  </a:lnTo>
                  <a:lnTo>
                    <a:pt x="2385173" y="540607"/>
                  </a:lnTo>
                  <a:lnTo>
                    <a:pt x="2385194" y="540625"/>
                  </a:lnTo>
                  <a:lnTo>
                    <a:pt x="2385227" y="540664"/>
                  </a:lnTo>
                  <a:lnTo>
                    <a:pt x="2385234" y="540680"/>
                  </a:lnTo>
                  <a:lnTo>
                    <a:pt x="2385236" y="540773"/>
                  </a:lnTo>
                  <a:lnTo>
                    <a:pt x="2385214" y="540792"/>
                  </a:lnTo>
                  <a:lnTo>
                    <a:pt x="2385180" y="540814"/>
                  </a:lnTo>
                  <a:lnTo>
                    <a:pt x="2385155" y="540822"/>
                  </a:lnTo>
                  <a:lnTo>
                    <a:pt x="2385001" y="540801"/>
                  </a:lnTo>
                  <a:lnTo>
                    <a:pt x="2384884" y="540779"/>
                  </a:lnTo>
                  <a:lnTo>
                    <a:pt x="2384843" y="540760"/>
                  </a:lnTo>
                  <a:lnTo>
                    <a:pt x="2384761" y="540706"/>
                  </a:lnTo>
                  <a:lnTo>
                    <a:pt x="2384663" y="540630"/>
                  </a:lnTo>
                  <a:lnTo>
                    <a:pt x="2384595" y="540574"/>
                  </a:lnTo>
                  <a:lnTo>
                    <a:pt x="2384550" y="540521"/>
                  </a:lnTo>
                  <a:lnTo>
                    <a:pt x="2384527" y="540492"/>
                  </a:lnTo>
                  <a:lnTo>
                    <a:pt x="2384474" y="540423"/>
                  </a:lnTo>
                  <a:lnTo>
                    <a:pt x="2384420" y="540286"/>
                  </a:lnTo>
                  <a:lnTo>
                    <a:pt x="2384369" y="540250"/>
                  </a:lnTo>
                  <a:lnTo>
                    <a:pt x="2384359" y="540200"/>
                  </a:lnTo>
                  <a:lnTo>
                    <a:pt x="2384342" y="540182"/>
                  </a:lnTo>
                  <a:lnTo>
                    <a:pt x="2384324" y="540136"/>
                  </a:lnTo>
                  <a:lnTo>
                    <a:pt x="2384322" y="540021"/>
                  </a:lnTo>
                  <a:lnTo>
                    <a:pt x="2384349" y="539949"/>
                  </a:lnTo>
                  <a:lnTo>
                    <a:pt x="2384441" y="539827"/>
                  </a:lnTo>
                  <a:lnTo>
                    <a:pt x="2384472" y="539686"/>
                  </a:lnTo>
                  <a:lnTo>
                    <a:pt x="2384457" y="539650"/>
                  </a:lnTo>
                  <a:lnTo>
                    <a:pt x="2384394" y="539578"/>
                  </a:lnTo>
                  <a:lnTo>
                    <a:pt x="2384346" y="539572"/>
                  </a:lnTo>
                  <a:lnTo>
                    <a:pt x="2384126" y="539787"/>
                  </a:lnTo>
                  <a:lnTo>
                    <a:pt x="2384052" y="539843"/>
                  </a:lnTo>
                  <a:lnTo>
                    <a:pt x="2383986" y="540045"/>
                  </a:lnTo>
                  <a:lnTo>
                    <a:pt x="2383985" y="540137"/>
                  </a:lnTo>
                  <a:lnTo>
                    <a:pt x="2383942" y="540215"/>
                  </a:lnTo>
                  <a:lnTo>
                    <a:pt x="2383886" y="540229"/>
                  </a:lnTo>
                  <a:lnTo>
                    <a:pt x="2383854" y="540228"/>
                  </a:lnTo>
                  <a:lnTo>
                    <a:pt x="2383838" y="540221"/>
                  </a:lnTo>
                  <a:lnTo>
                    <a:pt x="2383747" y="540139"/>
                  </a:lnTo>
                  <a:lnTo>
                    <a:pt x="2383659" y="540049"/>
                  </a:lnTo>
                  <a:lnTo>
                    <a:pt x="2383607" y="540018"/>
                  </a:lnTo>
                  <a:lnTo>
                    <a:pt x="2383480" y="539960"/>
                  </a:lnTo>
                  <a:lnTo>
                    <a:pt x="2383437" y="539961"/>
                  </a:lnTo>
                  <a:lnTo>
                    <a:pt x="2383396" y="539990"/>
                  </a:lnTo>
                  <a:lnTo>
                    <a:pt x="2383332" y="540103"/>
                  </a:lnTo>
                  <a:lnTo>
                    <a:pt x="2383244" y="540357"/>
                  </a:lnTo>
                  <a:lnTo>
                    <a:pt x="2383235" y="540394"/>
                  </a:lnTo>
                  <a:lnTo>
                    <a:pt x="2383248" y="540467"/>
                  </a:lnTo>
                  <a:lnTo>
                    <a:pt x="2383262" y="540506"/>
                  </a:lnTo>
                  <a:lnTo>
                    <a:pt x="2383325" y="540562"/>
                  </a:lnTo>
                  <a:lnTo>
                    <a:pt x="2383486" y="540669"/>
                  </a:lnTo>
                  <a:lnTo>
                    <a:pt x="2383586" y="540771"/>
                  </a:lnTo>
                  <a:lnTo>
                    <a:pt x="2383594" y="540792"/>
                  </a:lnTo>
                  <a:lnTo>
                    <a:pt x="2383589" y="540833"/>
                  </a:lnTo>
                  <a:lnTo>
                    <a:pt x="2383565" y="540868"/>
                  </a:lnTo>
                  <a:lnTo>
                    <a:pt x="2383538" y="540893"/>
                  </a:lnTo>
                  <a:lnTo>
                    <a:pt x="2383521" y="540905"/>
                  </a:lnTo>
                  <a:lnTo>
                    <a:pt x="2383430" y="540942"/>
                  </a:lnTo>
                  <a:lnTo>
                    <a:pt x="2383367" y="540941"/>
                  </a:lnTo>
                  <a:lnTo>
                    <a:pt x="2383270" y="540913"/>
                  </a:lnTo>
                  <a:lnTo>
                    <a:pt x="2383230" y="540894"/>
                  </a:lnTo>
                  <a:lnTo>
                    <a:pt x="2383145" y="540876"/>
                  </a:lnTo>
                  <a:lnTo>
                    <a:pt x="2383121" y="540876"/>
                  </a:lnTo>
                  <a:lnTo>
                    <a:pt x="2383104" y="540890"/>
                  </a:lnTo>
                  <a:lnTo>
                    <a:pt x="2383096" y="540925"/>
                  </a:lnTo>
                  <a:lnTo>
                    <a:pt x="2383106" y="540972"/>
                  </a:lnTo>
                  <a:lnTo>
                    <a:pt x="2383124" y="541008"/>
                  </a:lnTo>
                  <a:lnTo>
                    <a:pt x="2383180" y="541067"/>
                  </a:lnTo>
                  <a:lnTo>
                    <a:pt x="2383277" y="541128"/>
                  </a:lnTo>
                  <a:lnTo>
                    <a:pt x="2383397" y="541190"/>
                  </a:lnTo>
                  <a:lnTo>
                    <a:pt x="2383546" y="541357"/>
                  </a:lnTo>
                  <a:lnTo>
                    <a:pt x="2383556" y="541382"/>
                  </a:lnTo>
                  <a:lnTo>
                    <a:pt x="2383606" y="541431"/>
                  </a:lnTo>
                  <a:lnTo>
                    <a:pt x="2383773" y="541534"/>
                  </a:lnTo>
                  <a:lnTo>
                    <a:pt x="2383840" y="541599"/>
                  </a:lnTo>
                  <a:lnTo>
                    <a:pt x="2383892" y="541649"/>
                  </a:lnTo>
                  <a:lnTo>
                    <a:pt x="2383923" y="541758"/>
                  </a:lnTo>
                  <a:lnTo>
                    <a:pt x="2383923" y="541807"/>
                  </a:lnTo>
                  <a:lnTo>
                    <a:pt x="2383901" y="541866"/>
                  </a:lnTo>
                  <a:lnTo>
                    <a:pt x="2383814" y="541942"/>
                  </a:lnTo>
                  <a:lnTo>
                    <a:pt x="2383756" y="541954"/>
                  </a:lnTo>
                  <a:lnTo>
                    <a:pt x="2383645" y="541903"/>
                  </a:lnTo>
                  <a:lnTo>
                    <a:pt x="2383617" y="541890"/>
                  </a:lnTo>
                  <a:lnTo>
                    <a:pt x="2383563" y="541850"/>
                  </a:lnTo>
                  <a:lnTo>
                    <a:pt x="2383516" y="541831"/>
                  </a:lnTo>
                  <a:lnTo>
                    <a:pt x="2383048" y="541666"/>
                  </a:lnTo>
                  <a:lnTo>
                    <a:pt x="2382848" y="541595"/>
                  </a:lnTo>
                  <a:lnTo>
                    <a:pt x="2382816" y="541602"/>
                  </a:lnTo>
                  <a:lnTo>
                    <a:pt x="2382784" y="541615"/>
                  </a:lnTo>
                  <a:lnTo>
                    <a:pt x="2382773" y="541628"/>
                  </a:lnTo>
                  <a:lnTo>
                    <a:pt x="2382772" y="541649"/>
                  </a:lnTo>
                  <a:lnTo>
                    <a:pt x="2382780" y="541681"/>
                  </a:lnTo>
                  <a:lnTo>
                    <a:pt x="2382795" y="541736"/>
                  </a:lnTo>
                  <a:lnTo>
                    <a:pt x="2382819" y="541870"/>
                  </a:lnTo>
                  <a:lnTo>
                    <a:pt x="2382798" y="541948"/>
                  </a:lnTo>
                  <a:lnTo>
                    <a:pt x="2382795" y="541993"/>
                  </a:lnTo>
                  <a:lnTo>
                    <a:pt x="2382787" y="542034"/>
                  </a:lnTo>
                  <a:lnTo>
                    <a:pt x="2382758" y="542082"/>
                  </a:lnTo>
                  <a:lnTo>
                    <a:pt x="2382703" y="542117"/>
                  </a:lnTo>
                  <a:lnTo>
                    <a:pt x="2382665" y="542119"/>
                  </a:lnTo>
                  <a:lnTo>
                    <a:pt x="2382491" y="542057"/>
                  </a:lnTo>
                  <a:lnTo>
                    <a:pt x="2382260" y="541974"/>
                  </a:lnTo>
                  <a:lnTo>
                    <a:pt x="2382209" y="541944"/>
                  </a:lnTo>
                  <a:lnTo>
                    <a:pt x="2382147" y="541885"/>
                  </a:lnTo>
                  <a:lnTo>
                    <a:pt x="2382079" y="541779"/>
                  </a:lnTo>
                  <a:lnTo>
                    <a:pt x="2382031" y="541744"/>
                  </a:lnTo>
                  <a:lnTo>
                    <a:pt x="2381888" y="541694"/>
                  </a:lnTo>
                  <a:lnTo>
                    <a:pt x="2381835" y="541688"/>
                  </a:lnTo>
                  <a:lnTo>
                    <a:pt x="2381796" y="541696"/>
                  </a:lnTo>
                  <a:lnTo>
                    <a:pt x="2381739" y="541740"/>
                  </a:lnTo>
                  <a:lnTo>
                    <a:pt x="2381625" y="541950"/>
                  </a:lnTo>
                  <a:lnTo>
                    <a:pt x="2381621" y="542139"/>
                  </a:lnTo>
                  <a:lnTo>
                    <a:pt x="2381541" y="542373"/>
                  </a:lnTo>
                  <a:lnTo>
                    <a:pt x="2381405" y="542451"/>
                  </a:lnTo>
                  <a:lnTo>
                    <a:pt x="2381342" y="542461"/>
                  </a:lnTo>
                  <a:lnTo>
                    <a:pt x="2381196" y="542455"/>
                  </a:lnTo>
                  <a:lnTo>
                    <a:pt x="2381100" y="542415"/>
                  </a:lnTo>
                  <a:lnTo>
                    <a:pt x="2381062" y="542391"/>
                  </a:lnTo>
                  <a:lnTo>
                    <a:pt x="2381040" y="542365"/>
                  </a:lnTo>
                  <a:lnTo>
                    <a:pt x="2381060" y="542319"/>
                  </a:lnTo>
                  <a:lnTo>
                    <a:pt x="2381070" y="542291"/>
                  </a:lnTo>
                  <a:lnTo>
                    <a:pt x="2381050" y="542223"/>
                  </a:lnTo>
                  <a:lnTo>
                    <a:pt x="2381028" y="542182"/>
                  </a:lnTo>
                  <a:lnTo>
                    <a:pt x="2380999" y="542153"/>
                  </a:lnTo>
                  <a:lnTo>
                    <a:pt x="2380928" y="542117"/>
                  </a:lnTo>
                  <a:lnTo>
                    <a:pt x="2380895" y="542104"/>
                  </a:lnTo>
                  <a:lnTo>
                    <a:pt x="2380871" y="542100"/>
                  </a:lnTo>
                  <a:lnTo>
                    <a:pt x="2380668" y="542091"/>
                  </a:lnTo>
                  <a:lnTo>
                    <a:pt x="2380644" y="542092"/>
                  </a:lnTo>
                  <a:lnTo>
                    <a:pt x="2380624" y="542100"/>
                  </a:lnTo>
                  <a:lnTo>
                    <a:pt x="2380597" y="542120"/>
                  </a:lnTo>
                  <a:lnTo>
                    <a:pt x="2380537" y="542171"/>
                  </a:lnTo>
                  <a:lnTo>
                    <a:pt x="2380498" y="542220"/>
                  </a:lnTo>
                  <a:lnTo>
                    <a:pt x="2380400" y="542329"/>
                  </a:lnTo>
                  <a:lnTo>
                    <a:pt x="2380329" y="542401"/>
                  </a:lnTo>
                  <a:lnTo>
                    <a:pt x="2380318" y="542408"/>
                  </a:lnTo>
                  <a:lnTo>
                    <a:pt x="2380293" y="542422"/>
                  </a:lnTo>
                  <a:lnTo>
                    <a:pt x="2380266" y="542432"/>
                  </a:lnTo>
                  <a:lnTo>
                    <a:pt x="2380219" y="542456"/>
                  </a:lnTo>
                  <a:lnTo>
                    <a:pt x="2380196" y="542479"/>
                  </a:lnTo>
                  <a:lnTo>
                    <a:pt x="2380179" y="542518"/>
                  </a:lnTo>
                  <a:lnTo>
                    <a:pt x="2380174" y="542548"/>
                  </a:lnTo>
                  <a:lnTo>
                    <a:pt x="2380246" y="542691"/>
                  </a:lnTo>
                  <a:lnTo>
                    <a:pt x="2380279" y="542744"/>
                  </a:lnTo>
                  <a:lnTo>
                    <a:pt x="2380234" y="542938"/>
                  </a:lnTo>
                  <a:lnTo>
                    <a:pt x="2380210" y="543002"/>
                  </a:lnTo>
                  <a:lnTo>
                    <a:pt x="2379949" y="543159"/>
                  </a:lnTo>
                  <a:lnTo>
                    <a:pt x="2379882" y="543200"/>
                  </a:lnTo>
                  <a:lnTo>
                    <a:pt x="2379834" y="543249"/>
                  </a:lnTo>
                  <a:lnTo>
                    <a:pt x="2379813" y="543289"/>
                  </a:lnTo>
                  <a:lnTo>
                    <a:pt x="2379813" y="543454"/>
                  </a:lnTo>
                  <a:lnTo>
                    <a:pt x="2379835" y="543516"/>
                  </a:lnTo>
                  <a:lnTo>
                    <a:pt x="2379848" y="543542"/>
                  </a:lnTo>
                  <a:lnTo>
                    <a:pt x="2379858" y="543551"/>
                  </a:lnTo>
                  <a:lnTo>
                    <a:pt x="2380143" y="543738"/>
                  </a:lnTo>
                  <a:lnTo>
                    <a:pt x="2380220" y="543771"/>
                  </a:lnTo>
                  <a:lnTo>
                    <a:pt x="2380505" y="543895"/>
                  </a:lnTo>
                  <a:lnTo>
                    <a:pt x="2380726" y="544006"/>
                  </a:lnTo>
                  <a:lnTo>
                    <a:pt x="2380958" y="544241"/>
                  </a:lnTo>
                  <a:lnTo>
                    <a:pt x="2381122" y="544390"/>
                  </a:lnTo>
                  <a:lnTo>
                    <a:pt x="2381209" y="544490"/>
                  </a:lnTo>
                  <a:lnTo>
                    <a:pt x="2381222" y="544509"/>
                  </a:lnTo>
                  <a:lnTo>
                    <a:pt x="2381225" y="544520"/>
                  </a:lnTo>
                  <a:lnTo>
                    <a:pt x="2381224" y="544530"/>
                  </a:lnTo>
                  <a:lnTo>
                    <a:pt x="2381220" y="544540"/>
                  </a:lnTo>
                  <a:lnTo>
                    <a:pt x="2381192" y="544563"/>
                  </a:lnTo>
                  <a:lnTo>
                    <a:pt x="2381173" y="544578"/>
                  </a:lnTo>
                  <a:lnTo>
                    <a:pt x="2381134" y="544602"/>
                  </a:lnTo>
                  <a:lnTo>
                    <a:pt x="2381092" y="544616"/>
                  </a:lnTo>
                  <a:lnTo>
                    <a:pt x="2381063" y="544637"/>
                  </a:lnTo>
                  <a:lnTo>
                    <a:pt x="2381031" y="544671"/>
                  </a:lnTo>
                  <a:lnTo>
                    <a:pt x="2381003" y="544711"/>
                  </a:lnTo>
                  <a:lnTo>
                    <a:pt x="2380975" y="544756"/>
                  </a:lnTo>
                  <a:lnTo>
                    <a:pt x="2380957" y="544796"/>
                  </a:lnTo>
                  <a:lnTo>
                    <a:pt x="2380938" y="544883"/>
                  </a:lnTo>
                  <a:lnTo>
                    <a:pt x="2380937" y="544988"/>
                  </a:lnTo>
                  <a:lnTo>
                    <a:pt x="2380928" y="545001"/>
                  </a:lnTo>
                  <a:lnTo>
                    <a:pt x="2380917" y="545013"/>
                  </a:lnTo>
                  <a:lnTo>
                    <a:pt x="2380892" y="545036"/>
                  </a:lnTo>
                  <a:lnTo>
                    <a:pt x="2380863" y="545059"/>
                  </a:lnTo>
                  <a:lnTo>
                    <a:pt x="2380821" y="545080"/>
                  </a:lnTo>
                  <a:lnTo>
                    <a:pt x="2380715" y="545129"/>
                  </a:lnTo>
                  <a:lnTo>
                    <a:pt x="2380683" y="545141"/>
                  </a:lnTo>
                  <a:lnTo>
                    <a:pt x="2380643" y="545155"/>
                  </a:lnTo>
                  <a:lnTo>
                    <a:pt x="2380613" y="545159"/>
                  </a:lnTo>
                  <a:lnTo>
                    <a:pt x="2380589" y="545161"/>
                  </a:lnTo>
                  <a:lnTo>
                    <a:pt x="2380417" y="545193"/>
                  </a:lnTo>
                  <a:lnTo>
                    <a:pt x="2380233" y="545207"/>
                  </a:lnTo>
                  <a:lnTo>
                    <a:pt x="2380216" y="545206"/>
                  </a:lnTo>
                  <a:lnTo>
                    <a:pt x="2380138" y="545227"/>
                  </a:lnTo>
                  <a:lnTo>
                    <a:pt x="2380084" y="545241"/>
                  </a:lnTo>
                  <a:lnTo>
                    <a:pt x="2380012" y="545268"/>
                  </a:lnTo>
                  <a:lnTo>
                    <a:pt x="2379975" y="545284"/>
                  </a:lnTo>
                  <a:lnTo>
                    <a:pt x="2379932" y="545300"/>
                  </a:lnTo>
                  <a:lnTo>
                    <a:pt x="2379859" y="545316"/>
                  </a:lnTo>
                  <a:lnTo>
                    <a:pt x="2379832" y="545318"/>
                  </a:lnTo>
                  <a:lnTo>
                    <a:pt x="2379811" y="545308"/>
                  </a:lnTo>
                  <a:lnTo>
                    <a:pt x="2379788" y="545287"/>
                  </a:lnTo>
                  <a:lnTo>
                    <a:pt x="2379766" y="545263"/>
                  </a:lnTo>
                  <a:lnTo>
                    <a:pt x="2379734" y="545227"/>
                  </a:lnTo>
                  <a:lnTo>
                    <a:pt x="2379603" y="545121"/>
                  </a:lnTo>
                  <a:lnTo>
                    <a:pt x="2379535" y="545080"/>
                  </a:lnTo>
                  <a:lnTo>
                    <a:pt x="2379474" y="545043"/>
                  </a:lnTo>
                  <a:lnTo>
                    <a:pt x="2379453" y="545031"/>
                  </a:lnTo>
                  <a:lnTo>
                    <a:pt x="2379393" y="545003"/>
                  </a:lnTo>
                  <a:lnTo>
                    <a:pt x="2379337" y="544980"/>
                  </a:lnTo>
                  <a:lnTo>
                    <a:pt x="2379292" y="544969"/>
                  </a:lnTo>
                  <a:lnTo>
                    <a:pt x="2379138" y="544940"/>
                  </a:lnTo>
                  <a:lnTo>
                    <a:pt x="2379068" y="544934"/>
                  </a:lnTo>
                  <a:lnTo>
                    <a:pt x="2378989" y="544933"/>
                  </a:lnTo>
                  <a:lnTo>
                    <a:pt x="2378949" y="544940"/>
                  </a:lnTo>
                  <a:lnTo>
                    <a:pt x="2378602" y="545137"/>
                  </a:lnTo>
                  <a:lnTo>
                    <a:pt x="2378508" y="545218"/>
                  </a:lnTo>
                  <a:lnTo>
                    <a:pt x="2378488" y="545247"/>
                  </a:lnTo>
                  <a:lnTo>
                    <a:pt x="2378493" y="545266"/>
                  </a:lnTo>
                  <a:lnTo>
                    <a:pt x="2378510" y="545289"/>
                  </a:lnTo>
                  <a:lnTo>
                    <a:pt x="2378540" y="545316"/>
                  </a:lnTo>
                  <a:lnTo>
                    <a:pt x="2378582" y="545346"/>
                  </a:lnTo>
                  <a:lnTo>
                    <a:pt x="2378658" y="545380"/>
                  </a:lnTo>
                  <a:lnTo>
                    <a:pt x="2378698" y="545401"/>
                  </a:lnTo>
                  <a:lnTo>
                    <a:pt x="2378940" y="545557"/>
                  </a:lnTo>
                  <a:lnTo>
                    <a:pt x="2379092" y="545664"/>
                  </a:lnTo>
                  <a:lnTo>
                    <a:pt x="2379202" y="545746"/>
                  </a:lnTo>
                  <a:lnTo>
                    <a:pt x="2379252" y="545789"/>
                  </a:lnTo>
                  <a:lnTo>
                    <a:pt x="2379321" y="545817"/>
                  </a:lnTo>
                  <a:lnTo>
                    <a:pt x="2379345" y="545825"/>
                  </a:lnTo>
                  <a:lnTo>
                    <a:pt x="2379376" y="545828"/>
                  </a:lnTo>
                  <a:lnTo>
                    <a:pt x="2379395" y="545820"/>
                  </a:lnTo>
                  <a:lnTo>
                    <a:pt x="2379413" y="545810"/>
                  </a:lnTo>
                  <a:lnTo>
                    <a:pt x="2379417" y="545808"/>
                  </a:lnTo>
                  <a:lnTo>
                    <a:pt x="2379453" y="545777"/>
                  </a:lnTo>
                  <a:lnTo>
                    <a:pt x="2379483" y="545746"/>
                  </a:lnTo>
                  <a:lnTo>
                    <a:pt x="2379566" y="545659"/>
                  </a:lnTo>
                  <a:lnTo>
                    <a:pt x="2379611" y="545607"/>
                  </a:lnTo>
                  <a:lnTo>
                    <a:pt x="2379642" y="545583"/>
                  </a:lnTo>
                  <a:lnTo>
                    <a:pt x="2379707" y="545541"/>
                  </a:lnTo>
                  <a:lnTo>
                    <a:pt x="2379834" y="545490"/>
                  </a:lnTo>
                  <a:lnTo>
                    <a:pt x="2379968" y="545443"/>
                  </a:lnTo>
                  <a:lnTo>
                    <a:pt x="2380005" y="545446"/>
                  </a:lnTo>
                  <a:lnTo>
                    <a:pt x="2380060" y="545453"/>
                  </a:lnTo>
                  <a:lnTo>
                    <a:pt x="2380319" y="545529"/>
                  </a:lnTo>
                  <a:lnTo>
                    <a:pt x="2380332" y="545537"/>
                  </a:lnTo>
                  <a:lnTo>
                    <a:pt x="2380338" y="545549"/>
                  </a:lnTo>
                  <a:lnTo>
                    <a:pt x="2380344" y="545567"/>
                  </a:lnTo>
                  <a:lnTo>
                    <a:pt x="2380348" y="545588"/>
                  </a:lnTo>
                  <a:lnTo>
                    <a:pt x="2380347" y="545612"/>
                  </a:lnTo>
                  <a:lnTo>
                    <a:pt x="2380345" y="545626"/>
                  </a:lnTo>
                  <a:lnTo>
                    <a:pt x="2380344" y="545639"/>
                  </a:lnTo>
                  <a:lnTo>
                    <a:pt x="2380336" y="545662"/>
                  </a:lnTo>
                  <a:lnTo>
                    <a:pt x="2380329" y="545679"/>
                  </a:lnTo>
                  <a:lnTo>
                    <a:pt x="2380316" y="545697"/>
                  </a:lnTo>
                  <a:lnTo>
                    <a:pt x="2380301" y="545711"/>
                  </a:lnTo>
                  <a:lnTo>
                    <a:pt x="2380281" y="545726"/>
                  </a:lnTo>
                  <a:lnTo>
                    <a:pt x="2380265" y="545735"/>
                  </a:lnTo>
                  <a:lnTo>
                    <a:pt x="2380236" y="545750"/>
                  </a:lnTo>
                  <a:lnTo>
                    <a:pt x="2380207" y="545759"/>
                  </a:lnTo>
                  <a:lnTo>
                    <a:pt x="2380175" y="545766"/>
                  </a:lnTo>
                  <a:lnTo>
                    <a:pt x="2380113" y="545774"/>
                  </a:lnTo>
                  <a:lnTo>
                    <a:pt x="2380096" y="545778"/>
                  </a:lnTo>
                  <a:lnTo>
                    <a:pt x="2380084" y="545785"/>
                  </a:lnTo>
                  <a:lnTo>
                    <a:pt x="2380072" y="545803"/>
                  </a:lnTo>
                  <a:lnTo>
                    <a:pt x="2380059" y="545824"/>
                  </a:lnTo>
                  <a:lnTo>
                    <a:pt x="2380021" y="545890"/>
                  </a:lnTo>
                  <a:lnTo>
                    <a:pt x="2380011" y="545910"/>
                  </a:lnTo>
                  <a:lnTo>
                    <a:pt x="2379972" y="546004"/>
                  </a:lnTo>
                  <a:lnTo>
                    <a:pt x="2379909" y="546064"/>
                  </a:lnTo>
                  <a:lnTo>
                    <a:pt x="2379899" y="546081"/>
                  </a:lnTo>
                  <a:lnTo>
                    <a:pt x="2379848" y="546094"/>
                  </a:lnTo>
                  <a:lnTo>
                    <a:pt x="2379764" y="546133"/>
                  </a:lnTo>
                  <a:lnTo>
                    <a:pt x="2379710" y="546162"/>
                  </a:lnTo>
                  <a:lnTo>
                    <a:pt x="2379663" y="546165"/>
                  </a:lnTo>
                  <a:lnTo>
                    <a:pt x="2379399" y="546258"/>
                  </a:lnTo>
                  <a:lnTo>
                    <a:pt x="2379354" y="546266"/>
                  </a:lnTo>
                  <a:lnTo>
                    <a:pt x="2379249" y="546286"/>
                  </a:lnTo>
                  <a:lnTo>
                    <a:pt x="2379228" y="546291"/>
                  </a:lnTo>
                  <a:lnTo>
                    <a:pt x="2379170" y="546305"/>
                  </a:lnTo>
                  <a:lnTo>
                    <a:pt x="2379126" y="546319"/>
                  </a:lnTo>
                  <a:lnTo>
                    <a:pt x="2379104" y="546327"/>
                  </a:lnTo>
                  <a:lnTo>
                    <a:pt x="2379075" y="546342"/>
                  </a:lnTo>
                  <a:lnTo>
                    <a:pt x="2379059" y="546354"/>
                  </a:lnTo>
                  <a:lnTo>
                    <a:pt x="2379055" y="546362"/>
                  </a:lnTo>
                  <a:lnTo>
                    <a:pt x="2379049" y="546376"/>
                  </a:lnTo>
                  <a:lnTo>
                    <a:pt x="2378926" y="546487"/>
                  </a:lnTo>
                  <a:lnTo>
                    <a:pt x="2378862" y="546614"/>
                  </a:lnTo>
                  <a:lnTo>
                    <a:pt x="2378841" y="546655"/>
                  </a:lnTo>
                  <a:lnTo>
                    <a:pt x="2378865" y="546669"/>
                  </a:lnTo>
                  <a:lnTo>
                    <a:pt x="2379000" y="546748"/>
                  </a:lnTo>
                  <a:lnTo>
                    <a:pt x="2379040" y="546761"/>
                  </a:lnTo>
                  <a:lnTo>
                    <a:pt x="2379096" y="546772"/>
                  </a:lnTo>
                  <a:lnTo>
                    <a:pt x="2379133" y="546782"/>
                  </a:lnTo>
                  <a:lnTo>
                    <a:pt x="2379234" y="546808"/>
                  </a:lnTo>
                  <a:lnTo>
                    <a:pt x="2379269" y="546822"/>
                  </a:lnTo>
                  <a:lnTo>
                    <a:pt x="2379316" y="546840"/>
                  </a:lnTo>
                  <a:lnTo>
                    <a:pt x="2379375" y="546852"/>
                  </a:lnTo>
                  <a:lnTo>
                    <a:pt x="2379419" y="546850"/>
                  </a:lnTo>
                  <a:lnTo>
                    <a:pt x="2379478" y="546842"/>
                  </a:lnTo>
                  <a:lnTo>
                    <a:pt x="2379525" y="546835"/>
                  </a:lnTo>
                  <a:lnTo>
                    <a:pt x="2379828" y="546779"/>
                  </a:lnTo>
                  <a:lnTo>
                    <a:pt x="2379878" y="546841"/>
                  </a:lnTo>
                  <a:lnTo>
                    <a:pt x="2379887" y="546865"/>
                  </a:lnTo>
                  <a:lnTo>
                    <a:pt x="2379888" y="546900"/>
                  </a:lnTo>
                  <a:lnTo>
                    <a:pt x="2379849" y="547036"/>
                  </a:lnTo>
                  <a:lnTo>
                    <a:pt x="2379834" y="547079"/>
                  </a:lnTo>
                  <a:lnTo>
                    <a:pt x="2379819" y="547115"/>
                  </a:lnTo>
                  <a:lnTo>
                    <a:pt x="2379792" y="547141"/>
                  </a:lnTo>
                  <a:lnTo>
                    <a:pt x="2379762" y="547157"/>
                  </a:lnTo>
                  <a:lnTo>
                    <a:pt x="2379738" y="547170"/>
                  </a:lnTo>
                  <a:lnTo>
                    <a:pt x="2379705" y="547180"/>
                  </a:lnTo>
                  <a:lnTo>
                    <a:pt x="2379675" y="547204"/>
                  </a:lnTo>
                  <a:lnTo>
                    <a:pt x="2379662" y="547234"/>
                  </a:lnTo>
                  <a:lnTo>
                    <a:pt x="2379657" y="547257"/>
                  </a:lnTo>
                  <a:lnTo>
                    <a:pt x="2379648" y="547312"/>
                  </a:lnTo>
                  <a:lnTo>
                    <a:pt x="2379641" y="547374"/>
                  </a:lnTo>
                  <a:lnTo>
                    <a:pt x="2379640" y="547418"/>
                  </a:lnTo>
                  <a:lnTo>
                    <a:pt x="2379643" y="547450"/>
                  </a:lnTo>
                  <a:lnTo>
                    <a:pt x="2379642" y="547471"/>
                  </a:lnTo>
                  <a:lnTo>
                    <a:pt x="2379634" y="547494"/>
                  </a:lnTo>
                  <a:lnTo>
                    <a:pt x="2379615" y="547531"/>
                  </a:lnTo>
                  <a:lnTo>
                    <a:pt x="2379600" y="547561"/>
                  </a:lnTo>
                  <a:lnTo>
                    <a:pt x="2379577" y="547592"/>
                  </a:lnTo>
                  <a:lnTo>
                    <a:pt x="2379544" y="547628"/>
                  </a:lnTo>
                  <a:lnTo>
                    <a:pt x="2379518" y="547650"/>
                  </a:lnTo>
                  <a:lnTo>
                    <a:pt x="2379483" y="547674"/>
                  </a:lnTo>
                  <a:lnTo>
                    <a:pt x="2379451" y="547695"/>
                  </a:lnTo>
                  <a:lnTo>
                    <a:pt x="2379366" y="547725"/>
                  </a:lnTo>
                  <a:lnTo>
                    <a:pt x="2379343" y="547733"/>
                  </a:lnTo>
                  <a:lnTo>
                    <a:pt x="2379138" y="547790"/>
                  </a:lnTo>
                  <a:lnTo>
                    <a:pt x="2379076" y="547801"/>
                  </a:lnTo>
                  <a:lnTo>
                    <a:pt x="2379004" y="547800"/>
                  </a:lnTo>
                  <a:lnTo>
                    <a:pt x="2378934" y="547796"/>
                  </a:lnTo>
                  <a:lnTo>
                    <a:pt x="2378733" y="547781"/>
                  </a:lnTo>
                  <a:lnTo>
                    <a:pt x="2378649" y="547753"/>
                  </a:lnTo>
                  <a:lnTo>
                    <a:pt x="2378631" y="547744"/>
                  </a:lnTo>
                  <a:lnTo>
                    <a:pt x="2378556" y="547708"/>
                  </a:lnTo>
                  <a:lnTo>
                    <a:pt x="2378475" y="547679"/>
                  </a:lnTo>
                  <a:lnTo>
                    <a:pt x="2378413" y="547666"/>
                  </a:lnTo>
                  <a:lnTo>
                    <a:pt x="2378337" y="547653"/>
                  </a:lnTo>
                  <a:lnTo>
                    <a:pt x="2378284" y="547648"/>
                  </a:lnTo>
                  <a:lnTo>
                    <a:pt x="2378236" y="547648"/>
                  </a:lnTo>
                  <a:lnTo>
                    <a:pt x="2378205" y="547649"/>
                  </a:lnTo>
                  <a:lnTo>
                    <a:pt x="2378163" y="547654"/>
                  </a:lnTo>
                  <a:lnTo>
                    <a:pt x="2378117" y="547664"/>
                  </a:lnTo>
                  <a:lnTo>
                    <a:pt x="2378082" y="547672"/>
                  </a:lnTo>
                  <a:lnTo>
                    <a:pt x="2378027" y="547688"/>
                  </a:lnTo>
                  <a:lnTo>
                    <a:pt x="2377960" y="547725"/>
                  </a:lnTo>
                  <a:lnTo>
                    <a:pt x="2377917" y="547754"/>
                  </a:lnTo>
                  <a:lnTo>
                    <a:pt x="2377870" y="547796"/>
                  </a:lnTo>
                  <a:lnTo>
                    <a:pt x="2377828" y="547841"/>
                  </a:lnTo>
                  <a:lnTo>
                    <a:pt x="2377798" y="547882"/>
                  </a:lnTo>
                  <a:lnTo>
                    <a:pt x="2377784" y="547918"/>
                  </a:lnTo>
                  <a:lnTo>
                    <a:pt x="2377780" y="547948"/>
                  </a:lnTo>
                  <a:lnTo>
                    <a:pt x="2377782" y="547992"/>
                  </a:lnTo>
                  <a:lnTo>
                    <a:pt x="2377789" y="548051"/>
                  </a:lnTo>
                  <a:lnTo>
                    <a:pt x="2377800" y="548104"/>
                  </a:lnTo>
                  <a:lnTo>
                    <a:pt x="2377813" y="548148"/>
                  </a:lnTo>
                  <a:lnTo>
                    <a:pt x="2377821" y="548172"/>
                  </a:lnTo>
                  <a:lnTo>
                    <a:pt x="2377824" y="548184"/>
                  </a:lnTo>
                  <a:lnTo>
                    <a:pt x="2377825" y="548208"/>
                  </a:lnTo>
                  <a:lnTo>
                    <a:pt x="2377825" y="548232"/>
                  </a:lnTo>
                  <a:lnTo>
                    <a:pt x="2377816" y="548324"/>
                  </a:lnTo>
                  <a:lnTo>
                    <a:pt x="2377812" y="548358"/>
                  </a:lnTo>
                  <a:lnTo>
                    <a:pt x="2377802" y="548399"/>
                  </a:lnTo>
                  <a:lnTo>
                    <a:pt x="2377799" y="548490"/>
                  </a:lnTo>
                  <a:lnTo>
                    <a:pt x="2377782" y="548702"/>
                  </a:lnTo>
                  <a:lnTo>
                    <a:pt x="2377766" y="548741"/>
                  </a:lnTo>
                  <a:lnTo>
                    <a:pt x="2377754" y="548780"/>
                  </a:lnTo>
                  <a:lnTo>
                    <a:pt x="2377741" y="548847"/>
                  </a:lnTo>
                  <a:lnTo>
                    <a:pt x="2377739" y="548879"/>
                  </a:lnTo>
                  <a:lnTo>
                    <a:pt x="2377738" y="548939"/>
                  </a:lnTo>
                  <a:lnTo>
                    <a:pt x="2377746" y="548983"/>
                  </a:lnTo>
                  <a:lnTo>
                    <a:pt x="2377763" y="549013"/>
                  </a:lnTo>
                  <a:lnTo>
                    <a:pt x="2377789" y="549043"/>
                  </a:lnTo>
                  <a:lnTo>
                    <a:pt x="2377828" y="549077"/>
                  </a:lnTo>
                  <a:lnTo>
                    <a:pt x="2377889" y="549115"/>
                  </a:lnTo>
                  <a:lnTo>
                    <a:pt x="2377949" y="549146"/>
                  </a:lnTo>
                  <a:lnTo>
                    <a:pt x="2377992" y="549154"/>
                  </a:lnTo>
                  <a:lnTo>
                    <a:pt x="2378016" y="549157"/>
                  </a:lnTo>
                  <a:lnTo>
                    <a:pt x="2378037" y="549154"/>
                  </a:lnTo>
                  <a:lnTo>
                    <a:pt x="2378051" y="549147"/>
                  </a:lnTo>
                  <a:lnTo>
                    <a:pt x="2378070" y="549130"/>
                  </a:lnTo>
                  <a:lnTo>
                    <a:pt x="2378191" y="549001"/>
                  </a:lnTo>
                  <a:lnTo>
                    <a:pt x="2378202" y="548982"/>
                  </a:lnTo>
                  <a:lnTo>
                    <a:pt x="2378212" y="548962"/>
                  </a:lnTo>
                  <a:lnTo>
                    <a:pt x="2378215" y="548940"/>
                  </a:lnTo>
                  <a:lnTo>
                    <a:pt x="2378219" y="548922"/>
                  </a:lnTo>
                  <a:lnTo>
                    <a:pt x="2378227" y="548903"/>
                  </a:lnTo>
                  <a:lnTo>
                    <a:pt x="2378260" y="548832"/>
                  </a:lnTo>
                  <a:lnTo>
                    <a:pt x="2378281" y="548802"/>
                  </a:lnTo>
                  <a:lnTo>
                    <a:pt x="2378303" y="548779"/>
                  </a:lnTo>
                  <a:lnTo>
                    <a:pt x="2378321" y="548767"/>
                  </a:lnTo>
                  <a:lnTo>
                    <a:pt x="2378340" y="548761"/>
                  </a:lnTo>
                  <a:lnTo>
                    <a:pt x="2378367" y="548761"/>
                  </a:lnTo>
                  <a:lnTo>
                    <a:pt x="2378392" y="548765"/>
                  </a:lnTo>
                  <a:lnTo>
                    <a:pt x="2378466" y="548779"/>
                  </a:lnTo>
                  <a:lnTo>
                    <a:pt x="2378514" y="548792"/>
                  </a:lnTo>
                  <a:lnTo>
                    <a:pt x="2378553" y="548801"/>
                  </a:lnTo>
                  <a:lnTo>
                    <a:pt x="2378578" y="548801"/>
                  </a:lnTo>
                  <a:lnTo>
                    <a:pt x="2378720" y="548779"/>
                  </a:lnTo>
                  <a:lnTo>
                    <a:pt x="2378757" y="548763"/>
                  </a:lnTo>
                  <a:lnTo>
                    <a:pt x="2378784" y="548744"/>
                  </a:lnTo>
                  <a:lnTo>
                    <a:pt x="2378799" y="548734"/>
                  </a:lnTo>
                  <a:lnTo>
                    <a:pt x="2378824" y="548733"/>
                  </a:lnTo>
                  <a:lnTo>
                    <a:pt x="2378849" y="548741"/>
                  </a:lnTo>
                  <a:lnTo>
                    <a:pt x="2378871" y="548752"/>
                  </a:lnTo>
                  <a:lnTo>
                    <a:pt x="2378891" y="548771"/>
                  </a:lnTo>
                  <a:lnTo>
                    <a:pt x="2378910" y="548795"/>
                  </a:lnTo>
                  <a:lnTo>
                    <a:pt x="2379028" y="549002"/>
                  </a:lnTo>
                  <a:lnTo>
                    <a:pt x="2379040" y="549022"/>
                  </a:lnTo>
                  <a:lnTo>
                    <a:pt x="2379048" y="549036"/>
                  </a:lnTo>
                  <a:lnTo>
                    <a:pt x="2379053" y="549049"/>
                  </a:lnTo>
                  <a:lnTo>
                    <a:pt x="2379066" y="549073"/>
                  </a:lnTo>
                  <a:lnTo>
                    <a:pt x="2379068" y="549078"/>
                  </a:lnTo>
                  <a:lnTo>
                    <a:pt x="2378993" y="549171"/>
                  </a:lnTo>
                  <a:lnTo>
                    <a:pt x="2378970" y="549190"/>
                  </a:lnTo>
                  <a:lnTo>
                    <a:pt x="2378952" y="549200"/>
                  </a:lnTo>
                  <a:lnTo>
                    <a:pt x="2378918" y="549210"/>
                  </a:lnTo>
                  <a:lnTo>
                    <a:pt x="2378713" y="549322"/>
                  </a:lnTo>
                  <a:lnTo>
                    <a:pt x="2378680" y="549367"/>
                  </a:lnTo>
                  <a:lnTo>
                    <a:pt x="2378660" y="549380"/>
                  </a:lnTo>
                  <a:lnTo>
                    <a:pt x="2378638" y="549416"/>
                  </a:lnTo>
                  <a:lnTo>
                    <a:pt x="2378630" y="549453"/>
                  </a:lnTo>
                  <a:lnTo>
                    <a:pt x="2378626" y="549480"/>
                  </a:lnTo>
                  <a:lnTo>
                    <a:pt x="2378647" y="549620"/>
                  </a:lnTo>
                  <a:lnTo>
                    <a:pt x="2378652" y="549641"/>
                  </a:lnTo>
                  <a:lnTo>
                    <a:pt x="2378688" y="549694"/>
                  </a:lnTo>
                  <a:lnTo>
                    <a:pt x="2378958" y="550099"/>
                  </a:lnTo>
                  <a:lnTo>
                    <a:pt x="2378976" y="550122"/>
                  </a:lnTo>
                  <a:lnTo>
                    <a:pt x="2379018" y="550150"/>
                  </a:lnTo>
                  <a:lnTo>
                    <a:pt x="2379074" y="550181"/>
                  </a:lnTo>
                  <a:lnTo>
                    <a:pt x="2379106" y="550187"/>
                  </a:lnTo>
                  <a:lnTo>
                    <a:pt x="2379144" y="550188"/>
                  </a:lnTo>
                  <a:lnTo>
                    <a:pt x="2379177" y="550183"/>
                  </a:lnTo>
                  <a:lnTo>
                    <a:pt x="2379241" y="550156"/>
                  </a:lnTo>
                  <a:lnTo>
                    <a:pt x="2379260" y="550137"/>
                  </a:lnTo>
                  <a:lnTo>
                    <a:pt x="2379283" y="550112"/>
                  </a:lnTo>
                  <a:lnTo>
                    <a:pt x="2379304" y="550086"/>
                  </a:lnTo>
                  <a:lnTo>
                    <a:pt x="2379318" y="550072"/>
                  </a:lnTo>
                  <a:lnTo>
                    <a:pt x="2379344" y="550052"/>
                  </a:lnTo>
                  <a:lnTo>
                    <a:pt x="2379410" y="550004"/>
                  </a:lnTo>
                  <a:lnTo>
                    <a:pt x="2379450" y="549986"/>
                  </a:lnTo>
                  <a:lnTo>
                    <a:pt x="2379473" y="549976"/>
                  </a:lnTo>
                  <a:lnTo>
                    <a:pt x="2379500" y="549969"/>
                  </a:lnTo>
                  <a:lnTo>
                    <a:pt x="2379587" y="549976"/>
                  </a:lnTo>
                  <a:lnTo>
                    <a:pt x="2379631" y="549980"/>
                  </a:lnTo>
                  <a:lnTo>
                    <a:pt x="2379647" y="549993"/>
                  </a:lnTo>
                  <a:lnTo>
                    <a:pt x="2379653" y="550011"/>
                  </a:lnTo>
                  <a:lnTo>
                    <a:pt x="2379652" y="550039"/>
                  </a:lnTo>
                  <a:lnTo>
                    <a:pt x="2379648" y="550071"/>
                  </a:lnTo>
                  <a:lnTo>
                    <a:pt x="2379643" y="550101"/>
                  </a:lnTo>
                  <a:lnTo>
                    <a:pt x="2379638" y="550137"/>
                  </a:lnTo>
                  <a:lnTo>
                    <a:pt x="2379629" y="550233"/>
                  </a:lnTo>
                  <a:lnTo>
                    <a:pt x="2379624" y="550297"/>
                  </a:lnTo>
                  <a:lnTo>
                    <a:pt x="2379630" y="550322"/>
                  </a:lnTo>
                  <a:lnTo>
                    <a:pt x="2379669" y="550393"/>
                  </a:lnTo>
                  <a:lnTo>
                    <a:pt x="2379685" y="550415"/>
                  </a:lnTo>
                  <a:lnTo>
                    <a:pt x="2379750" y="550463"/>
                  </a:lnTo>
                  <a:lnTo>
                    <a:pt x="2379751" y="550504"/>
                  </a:lnTo>
                  <a:lnTo>
                    <a:pt x="2379749" y="550514"/>
                  </a:lnTo>
                  <a:lnTo>
                    <a:pt x="2379744" y="550528"/>
                  </a:lnTo>
                  <a:lnTo>
                    <a:pt x="2379735" y="550545"/>
                  </a:lnTo>
                  <a:lnTo>
                    <a:pt x="2379697" y="550599"/>
                  </a:lnTo>
                  <a:lnTo>
                    <a:pt x="2379684" y="550608"/>
                  </a:lnTo>
                  <a:lnTo>
                    <a:pt x="2379657" y="550620"/>
                  </a:lnTo>
                  <a:lnTo>
                    <a:pt x="2379624" y="550633"/>
                  </a:lnTo>
                  <a:lnTo>
                    <a:pt x="2379467" y="550676"/>
                  </a:lnTo>
                  <a:lnTo>
                    <a:pt x="2379450" y="550680"/>
                  </a:lnTo>
                  <a:lnTo>
                    <a:pt x="2379431" y="550680"/>
                  </a:lnTo>
                  <a:lnTo>
                    <a:pt x="2379325" y="550678"/>
                  </a:lnTo>
                  <a:lnTo>
                    <a:pt x="2379304" y="550677"/>
                  </a:lnTo>
                  <a:lnTo>
                    <a:pt x="2379278" y="550672"/>
                  </a:lnTo>
                  <a:lnTo>
                    <a:pt x="2379254" y="550658"/>
                  </a:lnTo>
                  <a:lnTo>
                    <a:pt x="2379222" y="550631"/>
                  </a:lnTo>
                  <a:lnTo>
                    <a:pt x="2379112" y="550537"/>
                  </a:lnTo>
                  <a:lnTo>
                    <a:pt x="2378963" y="550496"/>
                  </a:lnTo>
                  <a:lnTo>
                    <a:pt x="2378852" y="550615"/>
                  </a:lnTo>
                  <a:lnTo>
                    <a:pt x="2378832" y="550628"/>
                  </a:lnTo>
                  <a:lnTo>
                    <a:pt x="2378801" y="550645"/>
                  </a:lnTo>
                  <a:lnTo>
                    <a:pt x="2378739" y="550675"/>
                  </a:lnTo>
                  <a:lnTo>
                    <a:pt x="2378674" y="550694"/>
                  </a:lnTo>
                  <a:lnTo>
                    <a:pt x="2378648" y="550702"/>
                  </a:lnTo>
                  <a:lnTo>
                    <a:pt x="2378559" y="550714"/>
                  </a:lnTo>
                  <a:lnTo>
                    <a:pt x="2378544" y="550715"/>
                  </a:lnTo>
                  <a:lnTo>
                    <a:pt x="2378530" y="550714"/>
                  </a:lnTo>
                  <a:lnTo>
                    <a:pt x="2378525" y="550702"/>
                  </a:lnTo>
                  <a:lnTo>
                    <a:pt x="2378483" y="550649"/>
                  </a:lnTo>
                  <a:lnTo>
                    <a:pt x="2378468" y="550643"/>
                  </a:lnTo>
                  <a:lnTo>
                    <a:pt x="2378444" y="550636"/>
                  </a:lnTo>
                  <a:lnTo>
                    <a:pt x="2378424" y="550637"/>
                  </a:lnTo>
                  <a:lnTo>
                    <a:pt x="2378338" y="550646"/>
                  </a:lnTo>
                  <a:lnTo>
                    <a:pt x="2378314" y="550659"/>
                  </a:lnTo>
                  <a:lnTo>
                    <a:pt x="2378297" y="550674"/>
                  </a:lnTo>
                  <a:lnTo>
                    <a:pt x="2378283" y="550698"/>
                  </a:lnTo>
                  <a:lnTo>
                    <a:pt x="2378257" y="550759"/>
                  </a:lnTo>
                  <a:lnTo>
                    <a:pt x="2378251" y="550779"/>
                  </a:lnTo>
                  <a:lnTo>
                    <a:pt x="2378245" y="550891"/>
                  </a:lnTo>
                  <a:lnTo>
                    <a:pt x="2378327" y="551067"/>
                  </a:lnTo>
                  <a:lnTo>
                    <a:pt x="2378334" y="551078"/>
                  </a:lnTo>
                  <a:lnTo>
                    <a:pt x="2378346" y="551125"/>
                  </a:lnTo>
                  <a:lnTo>
                    <a:pt x="2378371" y="551251"/>
                  </a:lnTo>
                  <a:lnTo>
                    <a:pt x="2378368" y="551270"/>
                  </a:lnTo>
                  <a:lnTo>
                    <a:pt x="2378360" y="551293"/>
                  </a:lnTo>
                  <a:lnTo>
                    <a:pt x="2378339" y="551315"/>
                  </a:lnTo>
                  <a:lnTo>
                    <a:pt x="2378335" y="551318"/>
                  </a:lnTo>
                  <a:lnTo>
                    <a:pt x="2378313" y="551333"/>
                  </a:lnTo>
                  <a:lnTo>
                    <a:pt x="2378280" y="551347"/>
                  </a:lnTo>
                  <a:lnTo>
                    <a:pt x="2378215" y="551371"/>
                  </a:lnTo>
                  <a:lnTo>
                    <a:pt x="2378193" y="551374"/>
                  </a:lnTo>
                  <a:lnTo>
                    <a:pt x="2378104" y="551402"/>
                  </a:lnTo>
                  <a:lnTo>
                    <a:pt x="2377996" y="551442"/>
                  </a:lnTo>
                  <a:lnTo>
                    <a:pt x="2377940" y="551459"/>
                  </a:lnTo>
                  <a:lnTo>
                    <a:pt x="2377760" y="551489"/>
                  </a:lnTo>
                  <a:lnTo>
                    <a:pt x="2377589" y="551514"/>
                  </a:lnTo>
                  <a:lnTo>
                    <a:pt x="2377446" y="551526"/>
                  </a:lnTo>
                  <a:lnTo>
                    <a:pt x="2377398" y="551527"/>
                  </a:lnTo>
                  <a:lnTo>
                    <a:pt x="2377290" y="551519"/>
                  </a:lnTo>
                  <a:lnTo>
                    <a:pt x="2377232" y="551512"/>
                  </a:lnTo>
                  <a:lnTo>
                    <a:pt x="2377202" y="551506"/>
                  </a:lnTo>
                  <a:lnTo>
                    <a:pt x="2377184" y="551502"/>
                  </a:lnTo>
                  <a:lnTo>
                    <a:pt x="2377147" y="551499"/>
                  </a:lnTo>
                  <a:lnTo>
                    <a:pt x="2377121" y="551500"/>
                  </a:lnTo>
                  <a:lnTo>
                    <a:pt x="2377098" y="551504"/>
                  </a:lnTo>
                  <a:lnTo>
                    <a:pt x="2377089" y="551511"/>
                  </a:lnTo>
                  <a:lnTo>
                    <a:pt x="2377078" y="551522"/>
                  </a:lnTo>
                  <a:lnTo>
                    <a:pt x="2377068" y="551533"/>
                  </a:lnTo>
                  <a:lnTo>
                    <a:pt x="2377056" y="551548"/>
                  </a:lnTo>
                  <a:lnTo>
                    <a:pt x="2377034" y="551573"/>
                  </a:lnTo>
                  <a:lnTo>
                    <a:pt x="2377015" y="551602"/>
                  </a:lnTo>
                  <a:lnTo>
                    <a:pt x="2377003" y="551627"/>
                  </a:lnTo>
                  <a:lnTo>
                    <a:pt x="2376977" y="551762"/>
                  </a:lnTo>
                  <a:lnTo>
                    <a:pt x="2376972" y="551788"/>
                  </a:lnTo>
                  <a:lnTo>
                    <a:pt x="2376972" y="551808"/>
                  </a:lnTo>
                  <a:lnTo>
                    <a:pt x="2376981" y="551834"/>
                  </a:lnTo>
                  <a:lnTo>
                    <a:pt x="2376994" y="551859"/>
                  </a:lnTo>
                  <a:lnTo>
                    <a:pt x="2377009" y="551885"/>
                  </a:lnTo>
                  <a:lnTo>
                    <a:pt x="2377121" y="552064"/>
                  </a:lnTo>
                  <a:lnTo>
                    <a:pt x="2377179" y="552190"/>
                  </a:lnTo>
                  <a:lnTo>
                    <a:pt x="2377188" y="552217"/>
                  </a:lnTo>
                  <a:lnTo>
                    <a:pt x="2377284" y="552372"/>
                  </a:lnTo>
                  <a:lnTo>
                    <a:pt x="2377310" y="552395"/>
                  </a:lnTo>
                  <a:lnTo>
                    <a:pt x="2377318" y="552403"/>
                  </a:lnTo>
                  <a:lnTo>
                    <a:pt x="2377333" y="552422"/>
                  </a:lnTo>
                  <a:lnTo>
                    <a:pt x="2377349" y="552449"/>
                  </a:lnTo>
                  <a:lnTo>
                    <a:pt x="2377353" y="552456"/>
                  </a:lnTo>
                  <a:lnTo>
                    <a:pt x="2377355" y="552463"/>
                  </a:lnTo>
                  <a:lnTo>
                    <a:pt x="2377357" y="552469"/>
                  </a:lnTo>
                  <a:lnTo>
                    <a:pt x="2377362" y="552506"/>
                  </a:lnTo>
                  <a:lnTo>
                    <a:pt x="2377362" y="552519"/>
                  </a:lnTo>
                  <a:lnTo>
                    <a:pt x="2377361" y="552527"/>
                  </a:lnTo>
                  <a:lnTo>
                    <a:pt x="2377359" y="552533"/>
                  </a:lnTo>
                  <a:lnTo>
                    <a:pt x="2377355" y="552539"/>
                  </a:lnTo>
                  <a:lnTo>
                    <a:pt x="2377349" y="552547"/>
                  </a:lnTo>
                  <a:lnTo>
                    <a:pt x="2377337" y="552560"/>
                  </a:lnTo>
                  <a:lnTo>
                    <a:pt x="2377333" y="552564"/>
                  </a:lnTo>
                  <a:lnTo>
                    <a:pt x="2377330" y="552567"/>
                  </a:lnTo>
                  <a:lnTo>
                    <a:pt x="2377266" y="552608"/>
                  </a:lnTo>
                  <a:lnTo>
                    <a:pt x="2377260" y="552611"/>
                  </a:lnTo>
                  <a:lnTo>
                    <a:pt x="2377254" y="552613"/>
                  </a:lnTo>
                  <a:lnTo>
                    <a:pt x="2377249" y="552614"/>
                  </a:lnTo>
                  <a:lnTo>
                    <a:pt x="2377244" y="552615"/>
                  </a:lnTo>
                  <a:lnTo>
                    <a:pt x="2377238" y="552616"/>
                  </a:lnTo>
                  <a:lnTo>
                    <a:pt x="2377230" y="552616"/>
                  </a:lnTo>
                  <a:lnTo>
                    <a:pt x="2377223" y="552617"/>
                  </a:lnTo>
                  <a:lnTo>
                    <a:pt x="2377217" y="552617"/>
                  </a:lnTo>
                  <a:lnTo>
                    <a:pt x="2376850" y="552596"/>
                  </a:lnTo>
                  <a:lnTo>
                    <a:pt x="2376613" y="552583"/>
                  </a:lnTo>
                  <a:lnTo>
                    <a:pt x="2376607" y="552582"/>
                  </a:lnTo>
                  <a:lnTo>
                    <a:pt x="2376479" y="552550"/>
                  </a:lnTo>
                  <a:lnTo>
                    <a:pt x="2376466" y="552547"/>
                  </a:lnTo>
                  <a:lnTo>
                    <a:pt x="2376354" y="552529"/>
                  </a:lnTo>
                  <a:lnTo>
                    <a:pt x="2376339" y="552528"/>
                  </a:lnTo>
                  <a:lnTo>
                    <a:pt x="2376333" y="552527"/>
                  </a:lnTo>
                  <a:lnTo>
                    <a:pt x="2376329" y="552527"/>
                  </a:lnTo>
                  <a:lnTo>
                    <a:pt x="2376280" y="552530"/>
                  </a:lnTo>
                  <a:lnTo>
                    <a:pt x="2376275" y="552530"/>
                  </a:lnTo>
                  <a:lnTo>
                    <a:pt x="2376263" y="552532"/>
                  </a:lnTo>
                  <a:lnTo>
                    <a:pt x="2376253" y="552534"/>
                  </a:lnTo>
                  <a:lnTo>
                    <a:pt x="2376245" y="552537"/>
                  </a:lnTo>
                  <a:lnTo>
                    <a:pt x="2376238" y="552539"/>
                  </a:lnTo>
                  <a:lnTo>
                    <a:pt x="2376233" y="552541"/>
                  </a:lnTo>
                  <a:lnTo>
                    <a:pt x="2376229" y="552543"/>
                  </a:lnTo>
                  <a:lnTo>
                    <a:pt x="2376224" y="552545"/>
                  </a:lnTo>
                  <a:lnTo>
                    <a:pt x="2376220" y="552547"/>
                  </a:lnTo>
                  <a:lnTo>
                    <a:pt x="2376216" y="552550"/>
                  </a:lnTo>
                  <a:lnTo>
                    <a:pt x="2376211" y="552554"/>
                  </a:lnTo>
                  <a:lnTo>
                    <a:pt x="2376203" y="552562"/>
                  </a:lnTo>
                  <a:lnTo>
                    <a:pt x="2376199" y="552566"/>
                  </a:lnTo>
                  <a:lnTo>
                    <a:pt x="2376196" y="552572"/>
                  </a:lnTo>
                  <a:lnTo>
                    <a:pt x="2376195" y="552580"/>
                  </a:lnTo>
                  <a:lnTo>
                    <a:pt x="2375904" y="552679"/>
                  </a:lnTo>
                  <a:lnTo>
                    <a:pt x="2375767" y="552712"/>
                  </a:lnTo>
                  <a:lnTo>
                    <a:pt x="2375684" y="552737"/>
                  </a:lnTo>
                  <a:lnTo>
                    <a:pt x="2375678" y="552739"/>
                  </a:lnTo>
                  <a:lnTo>
                    <a:pt x="2375672" y="552742"/>
                  </a:lnTo>
                  <a:lnTo>
                    <a:pt x="2375666" y="552745"/>
                  </a:lnTo>
                  <a:lnTo>
                    <a:pt x="2375660" y="552749"/>
                  </a:lnTo>
                  <a:lnTo>
                    <a:pt x="2375655" y="552753"/>
                  </a:lnTo>
                  <a:lnTo>
                    <a:pt x="2375651" y="552757"/>
                  </a:lnTo>
                  <a:lnTo>
                    <a:pt x="2375648" y="552764"/>
                  </a:lnTo>
                  <a:lnTo>
                    <a:pt x="2375649" y="552770"/>
                  </a:lnTo>
                  <a:lnTo>
                    <a:pt x="2375651" y="552775"/>
                  </a:lnTo>
                  <a:lnTo>
                    <a:pt x="2375670" y="552808"/>
                  </a:lnTo>
                  <a:lnTo>
                    <a:pt x="2375674" y="552814"/>
                  </a:lnTo>
                  <a:lnTo>
                    <a:pt x="2375716" y="552871"/>
                  </a:lnTo>
                  <a:lnTo>
                    <a:pt x="2375724" y="552880"/>
                  </a:lnTo>
                  <a:lnTo>
                    <a:pt x="2375731" y="552886"/>
                  </a:lnTo>
                  <a:lnTo>
                    <a:pt x="2375748" y="552900"/>
                  </a:lnTo>
                  <a:lnTo>
                    <a:pt x="2375841" y="552996"/>
                  </a:lnTo>
                  <a:lnTo>
                    <a:pt x="2375845" y="553001"/>
                  </a:lnTo>
                  <a:lnTo>
                    <a:pt x="2375850" y="553006"/>
                  </a:lnTo>
                  <a:lnTo>
                    <a:pt x="2375853" y="553011"/>
                  </a:lnTo>
                  <a:lnTo>
                    <a:pt x="2375857" y="553019"/>
                  </a:lnTo>
                  <a:lnTo>
                    <a:pt x="2375859" y="553025"/>
                  </a:lnTo>
                  <a:lnTo>
                    <a:pt x="2375861" y="553034"/>
                  </a:lnTo>
                  <a:lnTo>
                    <a:pt x="2375861" y="553041"/>
                  </a:lnTo>
                  <a:lnTo>
                    <a:pt x="2375860" y="553046"/>
                  </a:lnTo>
                  <a:lnTo>
                    <a:pt x="2375857" y="553058"/>
                  </a:lnTo>
                  <a:lnTo>
                    <a:pt x="2375855" y="553064"/>
                  </a:lnTo>
                  <a:lnTo>
                    <a:pt x="2375851" y="553070"/>
                  </a:lnTo>
                  <a:lnTo>
                    <a:pt x="2375844" y="553079"/>
                  </a:lnTo>
                  <a:lnTo>
                    <a:pt x="2375836" y="553087"/>
                  </a:lnTo>
                  <a:lnTo>
                    <a:pt x="2375832" y="553090"/>
                  </a:lnTo>
                  <a:lnTo>
                    <a:pt x="2375829" y="553093"/>
                  </a:lnTo>
                  <a:lnTo>
                    <a:pt x="2375823" y="553097"/>
                  </a:lnTo>
                  <a:lnTo>
                    <a:pt x="2375817" y="553101"/>
                  </a:lnTo>
                  <a:lnTo>
                    <a:pt x="2375808" y="553104"/>
                  </a:lnTo>
                  <a:lnTo>
                    <a:pt x="2375803" y="553107"/>
                  </a:lnTo>
                  <a:lnTo>
                    <a:pt x="2375799" y="553111"/>
                  </a:lnTo>
                  <a:lnTo>
                    <a:pt x="2375796" y="553116"/>
                  </a:lnTo>
                  <a:lnTo>
                    <a:pt x="2375756" y="553202"/>
                  </a:lnTo>
                  <a:lnTo>
                    <a:pt x="2375750" y="553222"/>
                  </a:lnTo>
                  <a:lnTo>
                    <a:pt x="2375748" y="553251"/>
                  </a:lnTo>
                  <a:lnTo>
                    <a:pt x="2375668" y="553296"/>
                  </a:lnTo>
                  <a:lnTo>
                    <a:pt x="2375583" y="553319"/>
                  </a:lnTo>
                  <a:lnTo>
                    <a:pt x="2375492" y="553340"/>
                  </a:lnTo>
                  <a:lnTo>
                    <a:pt x="2375423" y="553359"/>
                  </a:lnTo>
                  <a:lnTo>
                    <a:pt x="2375394" y="553369"/>
                  </a:lnTo>
                  <a:lnTo>
                    <a:pt x="2375369" y="553379"/>
                  </a:lnTo>
                  <a:lnTo>
                    <a:pt x="2375347" y="553390"/>
                  </a:lnTo>
                  <a:lnTo>
                    <a:pt x="2375326" y="553402"/>
                  </a:lnTo>
                  <a:lnTo>
                    <a:pt x="2375304" y="553416"/>
                  </a:lnTo>
                  <a:lnTo>
                    <a:pt x="2375281" y="553434"/>
                  </a:lnTo>
                  <a:lnTo>
                    <a:pt x="2375256" y="553457"/>
                  </a:lnTo>
                  <a:lnTo>
                    <a:pt x="2375231" y="553483"/>
                  </a:lnTo>
                  <a:lnTo>
                    <a:pt x="2375210" y="553505"/>
                  </a:lnTo>
                  <a:lnTo>
                    <a:pt x="2375196" y="553522"/>
                  </a:lnTo>
                  <a:lnTo>
                    <a:pt x="2375189" y="553533"/>
                  </a:lnTo>
                  <a:lnTo>
                    <a:pt x="2375184" y="553542"/>
                  </a:lnTo>
                  <a:lnTo>
                    <a:pt x="2375180" y="553551"/>
                  </a:lnTo>
                  <a:lnTo>
                    <a:pt x="2375174" y="553567"/>
                  </a:lnTo>
                  <a:lnTo>
                    <a:pt x="2375172" y="553574"/>
                  </a:lnTo>
                  <a:lnTo>
                    <a:pt x="2375171" y="553580"/>
                  </a:lnTo>
                  <a:lnTo>
                    <a:pt x="2375172" y="553608"/>
                  </a:lnTo>
                  <a:lnTo>
                    <a:pt x="2375175" y="553682"/>
                  </a:lnTo>
                  <a:lnTo>
                    <a:pt x="2375175" y="553700"/>
                  </a:lnTo>
                  <a:lnTo>
                    <a:pt x="2375173" y="553713"/>
                  </a:lnTo>
                  <a:lnTo>
                    <a:pt x="2375171" y="553725"/>
                  </a:lnTo>
                  <a:lnTo>
                    <a:pt x="2375167" y="553736"/>
                  </a:lnTo>
                  <a:lnTo>
                    <a:pt x="2375162" y="553745"/>
                  </a:lnTo>
                  <a:lnTo>
                    <a:pt x="2375157" y="553753"/>
                  </a:lnTo>
                  <a:lnTo>
                    <a:pt x="2375152" y="553759"/>
                  </a:lnTo>
                  <a:lnTo>
                    <a:pt x="2375145" y="553765"/>
                  </a:lnTo>
                  <a:lnTo>
                    <a:pt x="2375133" y="553770"/>
                  </a:lnTo>
                  <a:lnTo>
                    <a:pt x="2375116" y="553776"/>
                  </a:lnTo>
                  <a:lnTo>
                    <a:pt x="2375097" y="553783"/>
                  </a:lnTo>
                  <a:lnTo>
                    <a:pt x="2375048" y="553796"/>
                  </a:lnTo>
                  <a:lnTo>
                    <a:pt x="2375024" y="553800"/>
                  </a:lnTo>
                  <a:lnTo>
                    <a:pt x="2374998" y="553805"/>
                  </a:lnTo>
                  <a:lnTo>
                    <a:pt x="2374968" y="553808"/>
                  </a:lnTo>
                  <a:lnTo>
                    <a:pt x="2374936" y="553810"/>
                  </a:lnTo>
                  <a:lnTo>
                    <a:pt x="2374903" y="553812"/>
                  </a:lnTo>
                  <a:lnTo>
                    <a:pt x="2374820" y="553812"/>
                  </a:lnTo>
                  <a:lnTo>
                    <a:pt x="2374800" y="553811"/>
                  </a:lnTo>
                  <a:lnTo>
                    <a:pt x="2374787" y="553809"/>
                  </a:lnTo>
                  <a:lnTo>
                    <a:pt x="2374778" y="553807"/>
                  </a:lnTo>
                  <a:lnTo>
                    <a:pt x="2374769" y="553804"/>
                  </a:lnTo>
                  <a:lnTo>
                    <a:pt x="2374759" y="553801"/>
                  </a:lnTo>
                  <a:lnTo>
                    <a:pt x="2374750" y="553798"/>
                  </a:lnTo>
                  <a:lnTo>
                    <a:pt x="2374742" y="553794"/>
                  </a:lnTo>
                  <a:lnTo>
                    <a:pt x="2374732" y="553788"/>
                  </a:lnTo>
                  <a:lnTo>
                    <a:pt x="2374724" y="553783"/>
                  </a:lnTo>
                  <a:lnTo>
                    <a:pt x="2374647" y="553676"/>
                  </a:lnTo>
                  <a:lnTo>
                    <a:pt x="2374451" y="553636"/>
                  </a:lnTo>
                  <a:lnTo>
                    <a:pt x="2374376" y="553682"/>
                  </a:lnTo>
                  <a:lnTo>
                    <a:pt x="2374249" y="553737"/>
                  </a:lnTo>
                  <a:lnTo>
                    <a:pt x="2374114" y="553783"/>
                  </a:lnTo>
                  <a:lnTo>
                    <a:pt x="2374104" y="553790"/>
                  </a:lnTo>
                  <a:lnTo>
                    <a:pt x="2374086" y="553795"/>
                  </a:lnTo>
                  <a:lnTo>
                    <a:pt x="2374073" y="553798"/>
                  </a:lnTo>
                  <a:lnTo>
                    <a:pt x="2374058" y="553801"/>
                  </a:lnTo>
                  <a:lnTo>
                    <a:pt x="2374043" y="553802"/>
                  </a:lnTo>
                  <a:lnTo>
                    <a:pt x="2374027" y="553802"/>
                  </a:lnTo>
                  <a:lnTo>
                    <a:pt x="2374010" y="553800"/>
                  </a:lnTo>
                  <a:lnTo>
                    <a:pt x="2373992" y="553797"/>
                  </a:lnTo>
                  <a:lnTo>
                    <a:pt x="2373973" y="553792"/>
                  </a:lnTo>
                  <a:lnTo>
                    <a:pt x="2373954" y="553786"/>
                  </a:lnTo>
                  <a:lnTo>
                    <a:pt x="2373937" y="553779"/>
                  </a:lnTo>
                  <a:lnTo>
                    <a:pt x="2373917" y="553771"/>
                  </a:lnTo>
                  <a:lnTo>
                    <a:pt x="2373901" y="553763"/>
                  </a:lnTo>
                  <a:lnTo>
                    <a:pt x="2373873" y="553747"/>
                  </a:lnTo>
                  <a:lnTo>
                    <a:pt x="2373862" y="553740"/>
                  </a:lnTo>
                  <a:lnTo>
                    <a:pt x="2373854" y="553735"/>
                  </a:lnTo>
                  <a:lnTo>
                    <a:pt x="2373848" y="553731"/>
                  </a:lnTo>
                  <a:lnTo>
                    <a:pt x="2373842" y="553725"/>
                  </a:lnTo>
                  <a:lnTo>
                    <a:pt x="2373824" y="553708"/>
                  </a:lnTo>
                  <a:lnTo>
                    <a:pt x="2373821" y="553704"/>
                  </a:lnTo>
                  <a:lnTo>
                    <a:pt x="2373816" y="553697"/>
                  </a:lnTo>
                  <a:lnTo>
                    <a:pt x="2373747" y="553587"/>
                  </a:lnTo>
                  <a:lnTo>
                    <a:pt x="2373732" y="553559"/>
                  </a:lnTo>
                  <a:lnTo>
                    <a:pt x="2373722" y="553537"/>
                  </a:lnTo>
                  <a:lnTo>
                    <a:pt x="2373700" y="553477"/>
                  </a:lnTo>
                  <a:lnTo>
                    <a:pt x="2373697" y="553462"/>
                  </a:lnTo>
                  <a:lnTo>
                    <a:pt x="2373695" y="553447"/>
                  </a:lnTo>
                  <a:lnTo>
                    <a:pt x="2373690" y="553360"/>
                  </a:lnTo>
                  <a:lnTo>
                    <a:pt x="2373686" y="553270"/>
                  </a:lnTo>
                  <a:lnTo>
                    <a:pt x="2373683" y="553249"/>
                  </a:lnTo>
                  <a:lnTo>
                    <a:pt x="2373678" y="553226"/>
                  </a:lnTo>
                  <a:lnTo>
                    <a:pt x="2373671" y="553202"/>
                  </a:lnTo>
                  <a:lnTo>
                    <a:pt x="2373659" y="553176"/>
                  </a:lnTo>
                  <a:lnTo>
                    <a:pt x="2373643" y="553147"/>
                  </a:lnTo>
                  <a:lnTo>
                    <a:pt x="2373622" y="553116"/>
                  </a:lnTo>
                  <a:lnTo>
                    <a:pt x="2373599" y="553086"/>
                  </a:lnTo>
                  <a:lnTo>
                    <a:pt x="2373575" y="553057"/>
                  </a:lnTo>
                  <a:lnTo>
                    <a:pt x="2373549" y="553030"/>
                  </a:lnTo>
                  <a:lnTo>
                    <a:pt x="2373521" y="553003"/>
                  </a:lnTo>
                  <a:lnTo>
                    <a:pt x="2373491" y="552977"/>
                  </a:lnTo>
                  <a:lnTo>
                    <a:pt x="2373461" y="552954"/>
                  </a:lnTo>
                  <a:lnTo>
                    <a:pt x="2373431" y="552935"/>
                  </a:lnTo>
                  <a:lnTo>
                    <a:pt x="2373404" y="552920"/>
                  </a:lnTo>
                  <a:lnTo>
                    <a:pt x="2373380" y="552910"/>
                  </a:lnTo>
                  <a:lnTo>
                    <a:pt x="2373359" y="552903"/>
                  </a:lnTo>
                  <a:lnTo>
                    <a:pt x="2373340" y="552897"/>
                  </a:lnTo>
                  <a:lnTo>
                    <a:pt x="2373323" y="552892"/>
                  </a:lnTo>
                  <a:lnTo>
                    <a:pt x="2373306" y="552889"/>
                  </a:lnTo>
                  <a:lnTo>
                    <a:pt x="2373289" y="552886"/>
                  </a:lnTo>
                  <a:lnTo>
                    <a:pt x="2373272" y="552884"/>
                  </a:lnTo>
                  <a:lnTo>
                    <a:pt x="2373255" y="552883"/>
                  </a:lnTo>
                  <a:lnTo>
                    <a:pt x="2373238" y="552883"/>
                  </a:lnTo>
                  <a:lnTo>
                    <a:pt x="2373221" y="552885"/>
                  </a:lnTo>
                  <a:lnTo>
                    <a:pt x="2373205" y="552888"/>
                  </a:lnTo>
                  <a:lnTo>
                    <a:pt x="2373190" y="552892"/>
                  </a:lnTo>
                  <a:lnTo>
                    <a:pt x="2373175" y="552898"/>
                  </a:lnTo>
                  <a:lnTo>
                    <a:pt x="2373160" y="552906"/>
                  </a:lnTo>
                  <a:lnTo>
                    <a:pt x="2373145" y="552915"/>
                  </a:lnTo>
                  <a:lnTo>
                    <a:pt x="2373129" y="552927"/>
                  </a:lnTo>
                  <a:lnTo>
                    <a:pt x="2373113" y="552942"/>
                  </a:lnTo>
                  <a:lnTo>
                    <a:pt x="2373012" y="553047"/>
                  </a:lnTo>
                  <a:lnTo>
                    <a:pt x="2372993" y="553069"/>
                  </a:lnTo>
                  <a:lnTo>
                    <a:pt x="2372978" y="553087"/>
                  </a:lnTo>
                  <a:lnTo>
                    <a:pt x="2372967" y="553104"/>
                  </a:lnTo>
                  <a:lnTo>
                    <a:pt x="2372959" y="553119"/>
                  </a:lnTo>
                  <a:lnTo>
                    <a:pt x="2372953" y="553133"/>
                  </a:lnTo>
                  <a:lnTo>
                    <a:pt x="2372950" y="553147"/>
                  </a:lnTo>
                  <a:lnTo>
                    <a:pt x="2372948" y="553160"/>
                  </a:lnTo>
                  <a:lnTo>
                    <a:pt x="2372948" y="553173"/>
                  </a:lnTo>
                  <a:lnTo>
                    <a:pt x="2372949" y="553184"/>
                  </a:lnTo>
                  <a:lnTo>
                    <a:pt x="2372951" y="553196"/>
                  </a:lnTo>
                  <a:lnTo>
                    <a:pt x="2372955" y="553206"/>
                  </a:lnTo>
                  <a:lnTo>
                    <a:pt x="2372960" y="553217"/>
                  </a:lnTo>
                  <a:lnTo>
                    <a:pt x="2372966" y="553229"/>
                  </a:lnTo>
                  <a:lnTo>
                    <a:pt x="2372975" y="553241"/>
                  </a:lnTo>
                  <a:lnTo>
                    <a:pt x="2373021" y="553304"/>
                  </a:lnTo>
                  <a:lnTo>
                    <a:pt x="2373028" y="553314"/>
                  </a:lnTo>
                  <a:lnTo>
                    <a:pt x="2373035" y="553322"/>
                  </a:lnTo>
                  <a:lnTo>
                    <a:pt x="2373042" y="553328"/>
                  </a:lnTo>
                  <a:lnTo>
                    <a:pt x="2373050" y="553334"/>
                  </a:lnTo>
                  <a:lnTo>
                    <a:pt x="2373073" y="553349"/>
                  </a:lnTo>
                  <a:lnTo>
                    <a:pt x="2373081" y="553356"/>
                  </a:lnTo>
                  <a:lnTo>
                    <a:pt x="2373090" y="553364"/>
                  </a:lnTo>
                  <a:lnTo>
                    <a:pt x="2373099" y="553374"/>
                  </a:lnTo>
                  <a:lnTo>
                    <a:pt x="2373109" y="553387"/>
                  </a:lnTo>
                  <a:lnTo>
                    <a:pt x="2373121" y="553404"/>
                  </a:lnTo>
                  <a:lnTo>
                    <a:pt x="2373251" y="553614"/>
                  </a:lnTo>
                  <a:lnTo>
                    <a:pt x="2373263" y="553634"/>
                  </a:lnTo>
                  <a:lnTo>
                    <a:pt x="2373300" y="553693"/>
                  </a:lnTo>
                  <a:lnTo>
                    <a:pt x="2373326" y="553752"/>
                  </a:lnTo>
                  <a:lnTo>
                    <a:pt x="2373326" y="553762"/>
                  </a:lnTo>
                  <a:lnTo>
                    <a:pt x="2373302" y="553806"/>
                  </a:lnTo>
                  <a:lnTo>
                    <a:pt x="2373299" y="553811"/>
                  </a:lnTo>
                  <a:lnTo>
                    <a:pt x="2373294" y="553815"/>
                  </a:lnTo>
                  <a:lnTo>
                    <a:pt x="2373280" y="553823"/>
                  </a:lnTo>
                  <a:lnTo>
                    <a:pt x="2373271" y="553827"/>
                  </a:lnTo>
                  <a:lnTo>
                    <a:pt x="2373264" y="553830"/>
                  </a:lnTo>
                  <a:lnTo>
                    <a:pt x="2373254" y="553833"/>
                  </a:lnTo>
                  <a:lnTo>
                    <a:pt x="2373248" y="553835"/>
                  </a:lnTo>
                  <a:lnTo>
                    <a:pt x="2373239" y="553836"/>
                  </a:lnTo>
                  <a:lnTo>
                    <a:pt x="2373234" y="553837"/>
                  </a:lnTo>
                  <a:lnTo>
                    <a:pt x="2373226" y="553838"/>
                  </a:lnTo>
                  <a:lnTo>
                    <a:pt x="2373188" y="553837"/>
                  </a:lnTo>
                  <a:lnTo>
                    <a:pt x="2373176" y="553835"/>
                  </a:lnTo>
                  <a:lnTo>
                    <a:pt x="2373171" y="553834"/>
                  </a:lnTo>
                  <a:lnTo>
                    <a:pt x="2373164" y="553833"/>
                  </a:lnTo>
                  <a:lnTo>
                    <a:pt x="2372913" y="553794"/>
                  </a:lnTo>
                  <a:lnTo>
                    <a:pt x="2372567" y="553773"/>
                  </a:lnTo>
                  <a:lnTo>
                    <a:pt x="2372557" y="553773"/>
                  </a:lnTo>
                  <a:lnTo>
                    <a:pt x="2372532" y="553775"/>
                  </a:lnTo>
                  <a:lnTo>
                    <a:pt x="2372121" y="553983"/>
                  </a:lnTo>
                  <a:lnTo>
                    <a:pt x="2371950" y="554055"/>
                  </a:lnTo>
                  <a:lnTo>
                    <a:pt x="2371928" y="554101"/>
                  </a:lnTo>
                  <a:lnTo>
                    <a:pt x="2371925" y="554107"/>
                  </a:lnTo>
                  <a:lnTo>
                    <a:pt x="2371919" y="554115"/>
                  </a:lnTo>
                  <a:lnTo>
                    <a:pt x="2371896" y="554140"/>
                  </a:lnTo>
                  <a:lnTo>
                    <a:pt x="2371839" y="554192"/>
                  </a:lnTo>
                  <a:lnTo>
                    <a:pt x="2371814" y="554215"/>
                  </a:lnTo>
                  <a:lnTo>
                    <a:pt x="2371786" y="554244"/>
                  </a:lnTo>
                  <a:lnTo>
                    <a:pt x="2371780" y="554252"/>
                  </a:lnTo>
                  <a:lnTo>
                    <a:pt x="2371777" y="554256"/>
                  </a:lnTo>
                  <a:lnTo>
                    <a:pt x="2371770" y="554266"/>
                  </a:lnTo>
                  <a:lnTo>
                    <a:pt x="2371767" y="554273"/>
                  </a:lnTo>
                  <a:lnTo>
                    <a:pt x="2371765" y="554279"/>
                  </a:lnTo>
                  <a:lnTo>
                    <a:pt x="2371765" y="554290"/>
                  </a:lnTo>
                  <a:lnTo>
                    <a:pt x="2371767" y="554298"/>
                  </a:lnTo>
                  <a:lnTo>
                    <a:pt x="2371769" y="554304"/>
                  </a:lnTo>
                  <a:lnTo>
                    <a:pt x="2371772" y="554311"/>
                  </a:lnTo>
                  <a:lnTo>
                    <a:pt x="2371805" y="554366"/>
                  </a:lnTo>
                  <a:lnTo>
                    <a:pt x="2371809" y="554374"/>
                  </a:lnTo>
                  <a:lnTo>
                    <a:pt x="2371814" y="554388"/>
                  </a:lnTo>
                  <a:lnTo>
                    <a:pt x="2372030" y="554837"/>
                  </a:lnTo>
                  <a:lnTo>
                    <a:pt x="2372033" y="554842"/>
                  </a:lnTo>
                  <a:lnTo>
                    <a:pt x="2372037" y="554849"/>
                  </a:lnTo>
                  <a:lnTo>
                    <a:pt x="2372038" y="554857"/>
                  </a:lnTo>
                  <a:lnTo>
                    <a:pt x="2372037" y="554865"/>
                  </a:lnTo>
                  <a:lnTo>
                    <a:pt x="2372036" y="554872"/>
                  </a:lnTo>
                  <a:lnTo>
                    <a:pt x="2372034" y="554878"/>
                  </a:lnTo>
                  <a:lnTo>
                    <a:pt x="2372030" y="554884"/>
                  </a:lnTo>
                  <a:lnTo>
                    <a:pt x="2371971" y="554970"/>
                  </a:lnTo>
                  <a:lnTo>
                    <a:pt x="2371954" y="554984"/>
                  </a:lnTo>
                  <a:lnTo>
                    <a:pt x="2371914" y="555004"/>
                  </a:lnTo>
                  <a:lnTo>
                    <a:pt x="2371894" y="555008"/>
                  </a:lnTo>
                  <a:lnTo>
                    <a:pt x="2371858" y="555013"/>
                  </a:lnTo>
                  <a:lnTo>
                    <a:pt x="2371805" y="555020"/>
                  </a:lnTo>
                  <a:lnTo>
                    <a:pt x="2371771" y="555027"/>
                  </a:lnTo>
                  <a:lnTo>
                    <a:pt x="2371723" y="555038"/>
                  </a:lnTo>
                  <a:lnTo>
                    <a:pt x="2371676" y="555049"/>
                  </a:lnTo>
                  <a:lnTo>
                    <a:pt x="2371662" y="555052"/>
                  </a:lnTo>
                  <a:lnTo>
                    <a:pt x="2371657" y="555054"/>
                  </a:lnTo>
                  <a:lnTo>
                    <a:pt x="2371652" y="555057"/>
                  </a:lnTo>
                  <a:lnTo>
                    <a:pt x="2371648" y="555061"/>
                  </a:lnTo>
                  <a:lnTo>
                    <a:pt x="2371643" y="555065"/>
                  </a:lnTo>
                  <a:lnTo>
                    <a:pt x="2371637" y="555073"/>
                  </a:lnTo>
                  <a:lnTo>
                    <a:pt x="2371632" y="555080"/>
                  </a:lnTo>
                  <a:lnTo>
                    <a:pt x="2371613" y="555123"/>
                  </a:lnTo>
                  <a:lnTo>
                    <a:pt x="2371609" y="555131"/>
                  </a:lnTo>
                  <a:lnTo>
                    <a:pt x="2371606" y="555139"/>
                  </a:lnTo>
                  <a:lnTo>
                    <a:pt x="2371603" y="555149"/>
                  </a:lnTo>
                  <a:lnTo>
                    <a:pt x="2371599" y="555163"/>
                  </a:lnTo>
                  <a:lnTo>
                    <a:pt x="2371597" y="555173"/>
                  </a:lnTo>
                  <a:lnTo>
                    <a:pt x="2371595" y="555183"/>
                  </a:lnTo>
                  <a:lnTo>
                    <a:pt x="2371594" y="555190"/>
                  </a:lnTo>
                  <a:lnTo>
                    <a:pt x="2371594" y="555199"/>
                  </a:lnTo>
                  <a:lnTo>
                    <a:pt x="2371595" y="555204"/>
                  </a:lnTo>
                  <a:lnTo>
                    <a:pt x="2371595" y="555210"/>
                  </a:lnTo>
                  <a:lnTo>
                    <a:pt x="2371597" y="555216"/>
                  </a:lnTo>
                  <a:lnTo>
                    <a:pt x="2371599" y="555223"/>
                  </a:lnTo>
                  <a:lnTo>
                    <a:pt x="2371603" y="555231"/>
                  </a:lnTo>
                  <a:lnTo>
                    <a:pt x="2371607" y="555238"/>
                  </a:lnTo>
                  <a:lnTo>
                    <a:pt x="2371612" y="555246"/>
                  </a:lnTo>
                  <a:lnTo>
                    <a:pt x="2371619" y="555253"/>
                  </a:lnTo>
                  <a:lnTo>
                    <a:pt x="2371629" y="555253"/>
                  </a:lnTo>
                  <a:lnTo>
                    <a:pt x="2371637" y="555259"/>
                  </a:lnTo>
                  <a:lnTo>
                    <a:pt x="2371663" y="555278"/>
                  </a:lnTo>
                  <a:lnTo>
                    <a:pt x="2371673" y="555286"/>
                  </a:lnTo>
                  <a:lnTo>
                    <a:pt x="2371699" y="555311"/>
                  </a:lnTo>
                  <a:lnTo>
                    <a:pt x="2371703" y="555315"/>
                  </a:lnTo>
                  <a:lnTo>
                    <a:pt x="2371719" y="555336"/>
                  </a:lnTo>
                  <a:lnTo>
                    <a:pt x="2371727" y="555345"/>
                  </a:lnTo>
                  <a:lnTo>
                    <a:pt x="2371730" y="555351"/>
                  </a:lnTo>
                  <a:lnTo>
                    <a:pt x="2371732" y="555357"/>
                  </a:lnTo>
                  <a:lnTo>
                    <a:pt x="2371732" y="555372"/>
                  </a:lnTo>
                  <a:lnTo>
                    <a:pt x="2371729" y="555383"/>
                  </a:lnTo>
                  <a:lnTo>
                    <a:pt x="2371659" y="555439"/>
                  </a:lnTo>
                  <a:lnTo>
                    <a:pt x="2371352" y="555692"/>
                  </a:lnTo>
                  <a:lnTo>
                    <a:pt x="2371337" y="555706"/>
                  </a:lnTo>
                  <a:lnTo>
                    <a:pt x="2371312" y="555715"/>
                  </a:lnTo>
                  <a:lnTo>
                    <a:pt x="2371278" y="555727"/>
                  </a:lnTo>
                  <a:lnTo>
                    <a:pt x="2371220" y="555747"/>
                  </a:lnTo>
                  <a:lnTo>
                    <a:pt x="2371158" y="555768"/>
                  </a:lnTo>
                  <a:lnTo>
                    <a:pt x="2371133" y="555772"/>
                  </a:lnTo>
                  <a:lnTo>
                    <a:pt x="2371113" y="555771"/>
                  </a:lnTo>
                  <a:lnTo>
                    <a:pt x="2371101" y="555767"/>
                  </a:lnTo>
                  <a:lnTo>
                    <a:pt x="2371057" y="555752"/>
                  </a:lnTo>
                  <a:lnTo>
                    <a:pt x="2370992" y="555725"/>
                  </a:lnTo>
                  <a:lnTo>
                    <a:pt x="2370966" y="555706"/>
                  </a:lnTo>
                  <a:lnTo>
                    <a:pt x="2370943" y="555690"/>
                  </a:lnTo>
                  <a:lnTo>
                    <a:pt x="2370911" y="555675"/>
                  </a:lnTo>
                  <a:lnTo>
                    <a:pt x="2370901" y="555674"/>
                  </a:lnTo>
                  <a:lnTo>
                    <a:pt x="2370879" y="555671"/>
                  </a:lnTo>
                  <a:lnTo>
                    <a:pt x="2370830" y="555667"/>
                  </a:lnTo>
                  <a:lnTo>
                    <a:pt x="2370799" y="555665"/>
                  </a:lnTo>
                  <a:lnTo>
                    <a:pt x="2370742" y="555668"/>
                  </a:lnTo>
                  <a:lnTo>
                    <a:pt x="2370698" y="555675"/>
                  </a:lnTo>
                  <a:lnTo>
                    <a:pt x="2370651" y="555688"/>
                  </a:lnTo>
                  <a:lnTo>
                    <a:pt x="2370620" y="555707"/>
                  </a:lnTo>
                  <a:lnTo>
                    <a:pt x="2370610" y="555717"/>
                  </a:lnTo>
                  <a:lnTo>
                    <a:pt x="2370562" y="555761"/>
                  </a:lnTo>
                  <a:lnTo>
                    <a:pt x="2370471" y="555927"/>
                  </a:lnTo>
                  <a:lnTo>
                    <a:pt x="2370451" y="556044"/>
                  </a:lnTo>
                  <a:lnTo>
                    <a:pt x="2370394" y="556183"/>
                  </a:lnTo>
                  <a:lnTo>
                    <a:pt x="2370368" y="556190"/>
                  </a:lnTo>
                  <a:lnTo>
                    <a:pt x="2369987" y="556059"/>
                  </a:lnTo>
                  <a:lnTo>
                    <a:pt x="2369809" y="556043"/>
                  </a:lnTo>
                  <a:lnTo>
                    <a:pt x="2369800" y="556042"/>
                  </a:lnTo>
                  <a:lnTo>
                    <a:pt x="2369763" y="556039"/>
                  </a:lnTo>
                  <a:lnTo>
                    <a:pt x="2369569" y="556009"/>
                  </a:lnTo>
                  <a:lnTo>
                    <a:pt x="2369539" y="556037"/>
                  </a:lnTo>
                  <a:lnTo>
                    <a:pt x="2369506" y="556058"/>
                  </a:lnTo>
                  <a:lnTo>
                    <a:pt x="2369405" y="556111"/>
                  </a:lnTo>
                  <a:lnTo>
                    <a:pt x="2369250" y="556160"/>
                  </a:lnTo>
                  <a:lnTo>
                    <a:pt x="2369228" y="556168"/>
                  </a:lnTo>
                  <a:lnTo>
                    <a:pt x="2369208" y="556171"/>
                  </a:lnTo>
                  <a:lnTo>
                    <a:pt x="2369186" y="556171"/>
                  </a:lnTo>
                  <a:lnTo>
                    <a:pt x="2369158" y="556170"/>
                  </a:lnTo>
                  <a:lnTo>
                    <a:pt x="2369141" y="556167"/>
                  </a:lnTo>
                  <a:lnTo>
                    <a:pt x="2369123" y="556162"/>
                  </a:lnTo>
                  <a:lnTo>
                    <a:pt x="2369105" y="556155"/>
                  </a:lnTo>
                  <a:lnTo>
                    <a:pt x="2369085" y="556147"/>
                  </a:lnTo>
                  <a:lnTo>
                    <a:pt x="2369029" y="556111"/>
                  </a:lnTo>
                  <a:lnTo>
                    <a:pt x="2368990" y="556071"/>
                  </a:lnTo>
                  <a:lnTo>
                    <a:pt x="2368962" y="556048"/>
                  </a:lnTo>
                  <a:lnTo>
                    <a:pt x="2368912" y="556009"/>
                  </a:lnTo>
                  <a:lnTo>
                    <a:pt x="2368843" y="555959"/>
                  </a:lnTo>
                  <a:lnTo>
                    <a:pt x="2368834" y="555954"/>
                  </a:lnTo>
                  <a:lnTo>
                    <a:pt x="2368826" y="555949"/>
                  </a:lnTo>
                  <a:lnTo>
                    <a:pt x="2368808" y="555938"/>
                  </a:lnTo>
                  <a:lnTo>
                    <a:pt x="2368784" y="555924"/>
                  </a:lnTo>
                  <a:lnTo>
                    <a:pt x="2368761" y="555913"/>
                  </a:lnTo>
                  <a:lnTo>
                    <a:pt x="2368736" y="555907"/>
                  </a:lnTo>
                  <a:lnTo>
                    <a:pt x="2368639" y="555961"/>
                  </a:lnTo>
                  <a:lnTo>
                    <a:pt x="2368626" y="555994"/>
                  </a:lnTo>
                  <a:lnTo>
                    <a:pt x="2368616" y="556013"/>
                  </a:lnTo>
                  <a:lnTo>
                    <a:pt x="2368498" y="556195"/>
                  </a:lnTo>
                  <a:lnTo>
                    <a:pt x="2368467" y="556234"/>
                  </a:lnTo>
                  <a:lnTo>
                    <a:pt x="2368290" y="556383"/>
                  </a:lnTo>
                  <a:lnTo>
                    <a:pt x="2368270" y="556396"/>
                  </a:lnTo>
                  <a:lnTo>
                    <a:pt x="2368259" y="556402"/>
                  </a:lnTo>
                  <a:lnTo>
                    <a:pt x="2368251" y="556406"/>
                  </a:lnTo>
                  <a:lnTo>
                    <a:pt x="2368245" y="556409"/>
                  </a:lnTo>
                  <a:lnTo>
                    <a:pt x="2368231" y="556411"/>
                  </a:lnTo>
                  <a:lnTo>
                    <a:pt x="2368180" y="556416"/>
                  </a:lnTo>
                  <a:lnTo>
                    <a:pt x="2368146" y="556419"/>
                  </a:lnTo>
                  <a:lnTo>
                    <a:pt x="2368131" y="556421"/>
                  </a:lnTo>
                  <a:lnTo>
                    <a:pt x="2368115" y="556426"/>
                  </a:lnTo>
                  <a:lnTo>
                    <a:pt x="2368089" y="556442"/>
                  </a:lnTo>
                  <a:lnTo>
                    <a:pt x="2368040" y="556475"/>
                  </a:lnTo>
                  <a:lnTo>
                    <a:pt x="2368027" y="556492"/>
                  </a:lnTo>
                  <a:lnTo>
                    <a:pt x="2368017" y="556505"/>
                  </a:lnTo>
                  <a:lnTo>
                    <a:pt x="2368008" y="556518"/>
                  </a:lnTo>
                  <a:lnTo>
                    <a:pt x="2368003" y="556527"/>
                  </a:lnTo>
                  <a:lnTo>
                    <a:pt x="2367933" y="556703"/>
                  </a:lnTo>
                  <a:lnTo>
                    <a:pt x="2367931" y="556709"/>
                  </a:lnTo>
                  <a:lnTo>
                    <a:pt x="2367934" y="556718"/>
                  </a:lnTo>
                  <a:lnTo>
                    <a:pt x="2367948" y="556755"/>
                  </a:lnTo>
                  <a:lnTo>
                    <a:pt x="2367955" y="556764"/>
                  </a:lnTo>
                  <a:lnTo>
                    <a:pt x="2367971" y="556778"/>
                  </a:lnTo>
                  <a:lnTo>
                    <a:pt x="2367981" y="556787"/>
                  </a:lnTo>
                  <a:lnTo>
                    <a:pt x="2367988" y="556798"/>
                  </a:lnTo>
                  <a:lnTo>
                    <a:pt x="2367996" y="556811"/>
                  </a:lnTo>
                  <a:lnTo>
                    <a:pt x="2368001" y="556821"/>
                  </a:lnTo>
                  <a:lnTo>
                    <a:pt x="2368005" y="556832"/>
                  </a:lnTo>
                  <a:lnTo>
                    <a:pt x="2368008" y="556844"/>
                  </a:lnTo>
                  <a:lnTo>
                    <a:pt x="2368016" y="556876"/>
                  </a:lnTo>
                  <a:lnTo>
                    <a:pt x="2368020" y="556897"/>
                  </a:lnTo>
                  <a:lnTo>
                    <a:pt x="2368022" y="556933"/>
                  </a:lnTo>
                  <a:lnTo>
                    <a:pt x="2368019" y="557056"/>
                  </a:lnTo>
                  <a:lnTo>
                    <a:pt x="2368017" y="557090"/>
                  </a:lnTo>
                  <a:lnTo>
                    <a:pt x="2368015" y="557112"/>
                  </a:lnTo>
                  <a:lnTo>
                    <a:pt x="2368011" y="557139"/>
                  </a:lnTo>
                  <a:lnTo>
                    <a:pt x="2368003" y="557162"/>
                  </a:lnTo>
                  <a:lnTo>
                    <a:pt x="2367999" y="557175"/>
                  </a:lnTo>
                  <a:lnTo>
                    <a:pt x="2367989" y="557187"/>
                  </a:lnTo>
                  <a:lnTo>
                    <a:pt x="2367968" y="557213"/>
                  </a:lnTo>
                  <a:lnTo>
                    <a:pt x="2367927" y="557272"/>
                  </a:lnTo>
                  <a:lnTo>
                    <a:pt x="2367924" y="557282"/>
                  </a:lnTo>
                  <a:lnTo>
                    <a:pt x="2367923" y="557295"/>
                  </a:lnTo>
                  <a:lnTo>
                    <a:pt x="2367922" y="557306"/>
                  </a:lnTo>
                  <a:lnTo>
                    <a:pt x="2367920" y="557407"/>
                  </a:lnTo>
                  <a:lnTo>
                    <a:pt x="2367922" y="557420"/>
                  </a:lnTo>
                  <a:lnTo>
                    <a:pt x="2367927" y="557431"/>
                  </a:lnTo>
                  <a:lnTo>
                    <a:pt x="2367934" y="557440"/>
                  </a:lnTo>
                  <a:lnTo>
                    <a:pt x="2367937" y="557444"/>
                  </a:lnTo>
                  <a:lnTo>
                    <a:pt x="2367959" y="557466"/>
                  </a:lnTo>
                  <a:lnTo>
                    <a:pt x="2367977" y="557481"/>
                  </a:lnTo>
                  <a:lnTo>
                    <a:pt x="2368041" y="557535"/>
                  </a:lnTo>
                  <a:lnTo>
                    <a:pt x="2368103" y="557580"/>
                  </a:lnTo>
                  <a:lnTo>
                    <a:pt x="2368126" y="557595"/>
                  </a:lnTo>
                  <a:lnTo>
                    <a:pt x="2368175" y="557612"/>
                  </a:lnTo>
                  <a:lnTo>
                    <a:pt x="2368191" y="557614"/>
                  </a:lnTo>
                  <a:lnTo>
                    <a:pt x="2368199" y="557613"/>
                  </a:lnTo>
                  <a:lnTo>
                    <a:pt x="2368207" y="557610"/>
                  </a:lnTo>
                  <a:lnTo>
                    <a:pt x="2368354" y="557686"/>
                  </a:lnTo>
                  <a:lnTo>
                    <a:pt x="2368486" y="557815"/>
                  </a:lnTo>
                  <a:lnTo>
                    <a:pt x="2368488" y="557827"/>
                  </a:lnTo>
                  <a:lnTo>
                    <a:pt x="2368485" y="557839"/>
                  </a:lnTo>
                  <a:lnTo>
                    <a:pt x="2368474" y="557857"/>
                  </a:lnTo>
                  <a:lnTo>
                    <a:pt x="2368466" y="557865"/>
                  </a:lnTo>
                  <a:lnTo>
                    <a:pt x="2368449" y="557878"/>
                  </a:lnTo>
                  <a:lnTo>
                    <a:pt x="2368422" y="557895"/>
                  </a:lnTo>
                  <a:lnTo>
                    <a:pt x="2368384" y="557916"/>
                  </a:lnTo>
                  <a:lnTo>
                    <a:pt x="2368364" y="557932"/>
                  </a:lnTo>
                  <a:lnTo>
                    <a:pt x="2368356" y="557938"/>
                  </a:lnTo>
                  <a:lnTo>
                    <a:pt x="2368331" y="557961"/>
                  </a:lnTo>
                  <a:lnTo>
                    <a:pt x="2368321" y="557971"/>
                  </a:lnTo>
                  <a:lnTo>
                    <a:pt x="2368165" y="558132"/>
                  </a:lnTo>
                  <a:lnTo>
                    <a:pt x="2368161" y="558138"/>
                  </a:lnTo>
                  <a:lnTo>
                    <a:pt x="2368143" y="558220"/>
                  </a:lnTo>
                  <a:lnTo>
                    <a:pt x="2368113" y="558443"/>
                  </a:lnTo>
                  <a:lnTo>
                    <a:pt x="2368058" y="558696"/>
                  </a:lnTo>
                  <a:lnTo>
                    <a:pt x="2368011" y="558770"/>
                  </a:lnTo>
                  <a:lnTo>
                    <a:pt x="2367902" y="558909"/>
                  </a:lnTo>
                  <a:lnTo>
                    <a:pt x="2367895" y="558920"/>
                  </a:lnTo>
                  <a:lnTo>
                    <a:pt x="2367893" y="558928"/>
                  </a:lnTo>
                  <a:lnTo>
                    <a:pt x="2367891" y="558936"/>
                  </a:lnTo>
                  <a:lnTo>
                    <a:pt x="2367890" y="558944"/>
                  </a:lnTo>
                  <a:lnTo>
                    <a:pt x="2367890" y="558950"/>
                  </a:lnTo>
                  <a:lnTo>
                    <a:pt x="2367891" y="558956"/>
                  </a:lnTo>
                  <a:lnTo>
                    <a:pt x="2367894" y="558964"/>
                  </a:lnTo>
                  <a:lnTo>
                    <a:pt x="2367896" y="558969"/>
                  </a:lnTo>
                  <a:lnTo>
                    <a:pt x="2367906" y="558993"/>
                  </a:lnTo>
                  <a:lnTo>
                    <a:pt x="2367909" y="558998"/>
                  </a:lnTo>
                  <a:lnTo>
                    <a:pt x="2367912" y="559002"/>
                  </a:lnTo>
                  <a:lnTo>
                    <a:pt x="2367914" y="559006"/>
                  </a:lnTo>
                  <a:lnTo>
                    <a:pt x="2367948" y="559046"/>
                  </a:lnTo>
                  <a:lnTo>
                    <a:pt x="2367957" y="559052"/>
                  </a:lnTo>
                  <a:lnTo>
                    <a:pt x="2367962" y="559055"/>
                  </a:lnTo>
                  <a:lnTo>
                    <a:pt x="2367967" y="559058"/>
                  </a:lnTo>
                  <a:lnTo>
                    <a:pt x="2367971" y="559061"/>
                  </a:lnTo>
                  <a:lnTo>
                    <a:pt x="2367975" y="559065"/>
                  </a:lnTo>
                  <a:lnTo>
                    <a:pt x="2367980" y="559069"/>
                  </a:lnTo>
                  <a:lnTo>
                    <a:pt x="2367990" y="559079"/>
                  </a:lnTo>
                  <a:lnTo>
                    <a:pt x="2368016" y="559122"/>
                  </a:lnTo>
                  <a:lnTo>
                    <a:pt x="2368016" y="559131"/>
                  </a:lnTo>
                  <a:lnTo>
                    <a:pt x="2368014" y="559159"/>
                  </a:lnTo>
                  <a:lnTo>
                    <a:pt x="2368011" y="559172"/>
                  </a:lnTo>
                  <a:lnTo>
                    <a:pt x="2367986" y="559282"/>
                  </a:lnTo>
                  <a:lnTo>
                    <a:pt x="2367916" y="559323"/>
                  </a:lnTo>
                  <a:lnTo>
                    <a:pt x="2367911" y="559324"/>
                  </a:lnTo>
                  <a:lnTo>
                    <a:pt x="2367905" y="559324"/>
                  </a:lnTo>
                  <a:lnTo>
                    <a:pt x="2367898" y="559320"/>
                  </a:lnTo>
                  <a:lnTo>
                    <a:pt x="2367893" y="559315"/>
                  </a:lnTo>
                  <a:lnTo>
                    <a:pt x="2367889" y="559311"/>
                  </a:lnTo>
                  <a:lnTo>
                    <a:pt x="2367883" y="559303"/>
                  </a:lnTo>
                  <a:lnTo>
                    <a:pt x="2367879" y="559297"/>
                  </a:lnTo>
                  <a:lnTo>
                    <a:pt x="2367876" y="559291"/>
                  </a:lnTo>
                  <a:lnTo>
                    <a:pt x="2367870" y="559285"/>
                  </a:lnTo>
                  <a:lnTo>
                    <a:pt x="2367865" y="559280"/>
                  </a:lnTo>
                  <a:lnTo>
                    <a:pt x="2367861" y="559276"/>
                  </a:lnTo>
                  <a:lnTo>
                    <a:pt x="2367856" y="559272"/>
                  </a:lnTo>
                  <a:lnTo>
                    <a:pt x="2367832" y="559252"/>
                  </a:lnTo>
                  <a:lnTo>
                    <a:pt x="2367819" y="559246"/>
                  </a:lnTo>
                  <a:lnTo>
                    <a:pt x="2367785" y="559230"/>
                  </a:lnTo>
                  <a:lnTo>
                    <a:pt x="2367756" y="559219"/>
                  </a:lnTo>
                  <a:lnTo>
                    <a:pt x="2367722" y="559209"/>
                  </a:lnTo>
                  <a:lnTo>
                    <a:pt x="2367676" y="559196"/>
                  </a:lnTo>
                  <a:lnTo>
                    <a:pt x="2367665" y="559194"/>
                  </a:lnTo>
                  <a:lnTo>
                    <a:pt x="2367657" y="559193"/>
                  </a:lnTo>
                  <a:lnTo>
                    <a:pt x="2367652" y="559193"/>
                  </a:lnTo>
                  <a:lnTo>
                    <a:pt x="2367644" y="559194"/>
                  </a:lnTo>
                  <a:lnTo>
                    <a:pt x="2367637" y="559195"/>
                  </a:lnTo>
                  <a:lnTo>
                    <a:pt x="2367630" y="559197"/>
                  </a:lnTo>
                  <a:lnTo>
                    <a:pt x="2367624" y="559199"/>
                  </a:lnTo>
                  <a:lnTo>
                    <a:pt x="2367619" y="559200"/>
                  </a:lnTo>
                  <a:lnTo>
                    <a:pt x="2367615" y="559203"/>
                  </a:lnTo>
                  <a:lnTo>
                    <a:pt x="2367610" y="559205"/>
                  </a:lnTo>
                  <a:lnTo>
                    <a:pt x="2367606" y="559208"/>
                  </a:lnTo>
                  <a:lnTo>
                    <a:pt x="2367601" y="559214"/>
                  </a:lnTo>
                  <a:lnTo>
                    <a:pt x="2367597" y="559219"/>
                  </a:lnTo>
                  <a:lnTo>
                    <a:pt x="2367594" y="559225"/>
                  </a:lnTo>
                  <a:lnTo>
                    <a:pt x="2367591" y="559231"/>
                  </a:lnTo>
                  <a:lnTo>
                    <a:pt x="2367588" y="559242"/>
                  </a:lnTo>
                  <a:lnTo>
                    <a:pt x="2367585" y="559253"/>
                  </a:lnTo>
                  <a:lnTo>
                    <a:pt x="2367584" y="559259"/>
                  </a:lnTo>
                  <a:lnTo>
                    <a:pt x="2367583" y="559264"/>
                  </a:lnTo>
                  <a:lnTo>
                    <a:pt x="2367581" y="559282"/>
                  </a:lnTo>
                  <a:lnTo>
                    <a:pt x="2367579" y="559290"/>
                  </a:lnTo>
                  <a:lnTo>
                    <a:pt x="2367577" y="559299"/>
                  </a:lnTo>
                  <a:lnTo>
                    <a:pt x="2367575" y="559306"/>
                  </a:lnTo>
                  <a:lnTo>
                    <a:pt x="2367572" y="559314"/>
                  </a:lnTo>
                  <a:lnTo>
                    <a:pt x="2367553" y="559361"/>
                  </a:lnTo>
                  <a:lnTo>
                    <a:pt x="2367550" y="559367"/>
                  </a:lnTo>
                  <a:lnTo>
                    <a:pt x="2367547" y="559372"/>
                  </a:lnTo>
                  <a:lnTo>
                    <a:pt x="2367543" y="559376"/>
                  </a:lnTo>
                  <a:lnTo>
                    <a:pt x="2367439" y="559457"/>
                  </a:lnTo>
                  <a:lnTo>
                    <a:pt x="2367397" y="559513"/>
                  </a:lnTo>
                  <a:lnTo>
                    <a:pt x="2366805" y="559914"/>
                  </a:lnTo>
                  <a:lnTo>
                    <a:pt x="2366546" y="560034"/>
                  </a:lnTo>
                  <a:lnTo>
                    <a:pt x="2366319" y="560057"/>
                  </a:lnTo>
                  <a:lnTo>
                    <a:pt x="2366313" y="560058"/>
                  </a:lnTo>
                  <a:lnTo>
                    <a:pt x="2366306" y="560057"/>
                  </a:lnTo>
                  <a:lnTo>
                    <a:pt x="2366301" y="560056"/>
                  </a:lnTo>
                  <a:lnTo>
                    <a:pt x="2366296" y="560055"/>
                  </a:lnTo>
                  <a:lnTo>
                    <a:pt x="2366291" y="560054"/>
                  </a:lnTo>
                  <a:lnTo>
                    <a:pt x="2366286" y="560053"/>
                  </a:lnTo>
                  <a:lnTo>
                    <a:pt x="2366277" y="560050"/>
                  </a:lnTo>
                  <a:lnTo>
                    <a:pt x="2366270" y="560048"/>
                  </a:lnTo>
                  <a:lnTo>
                    <a:pt x="2366262" y="560045"/>
                  </a:lnTo>
                  <a:lnTo>
                    <a:pt x="2366253" y="560041"/>
                  </a:lnTo>
                  <a:lnTo>
                    <a:pt x="2366248" y="560039"/>
                  </a:lnTo>
                  <a:lnTo>
                    <a:pt x="2366243" y="560036"/>
                  </a:lnTo>
                  <a:lnTo>
                    <a:pt x="2366238" y="560032"/>
                  </a:lnTo>
                  <a:lnTo>
                    <a:pt x="2366235" y="560029"/>
                  </a:lnTo>
                  <a:lnTo>
                    <a:pt x="2366231" y="560025"/>
                  </a:lnTo>
                  <a:lnTo>
                    <a:pt x="2366217" y="560009"/>
                  </a:lnTo>
                  <a:lnTo>
                    <a:pt x="2366214" y="560006"/>
                  </a:lnTo>
                  <a:lnTo>
                    <a:pt x="2366211" y="560002"/>
                  </a:lnTo>
                  <a:lnTo>
                    <a:pt x="2366207" y="559996"/>
                  </a:lnTo>
                  <a:lnTo>
                    <a:pt x="2366202" y="559988"/>
                  </a:lnTo>
                  <a:lnTo>
                    <a:pt x="2366200" y="559978"/>
                  </a:lnTo>
                  <a:lnTo>
                    <a:pt x="2366200" y="559969"/>
                  </a:lnTo>
                  <a:lnTo>
                    <a:pt x="2366200" y="559964"/>
                  </a:lnTo>
                  <a:lnTo>
                    <a:pt x="2366200" y="559958"/>
                  </a:lnTo>
                  <a:lnTo>
                    <a:pt x="2366200" y="559952"/>
                  </a:lnTo>
                  <a:lnTo>
                    <a:pt x="2366199" y="559947"/>
                  </a:lnTo>
                  <a:lnTo>
                    <a:pt x="2366198" y="559939"/>
                  </a:lnTo>
                  <a:lnTo>
                    <a:pt x="2366196" y="559934"/>
                  </a:lnTo>
                  <a:lnTo>
                    <a:pt x="2366193" y="559926"/>
                  </a:lnTo>
                  <a:lnTo>
                    <a:pt x="2366191" y="559921"/>
                  </a:lnTo>
                  <a:lnTo>
                    <a:pt x="2366182" y="559903"/>
                  </a:lnTo>
                  <a:lnTo>
                    <a:pt x="2366177" y="559897"/>
                  </a:lnTo>
                  <a:lnTo>
                    <a:pt x="2366174" y="559891"/>
                  </a:lnTo>
                  <a:lnTo>
                    <a:pt x="2366170" y="559886"/>
                  </a:lnTo>
                  <a:lnTo>
                    <a:pt x="2366164" y="559880"/>
                  </a:lnTo>
                  <a:lnTo>
                    <a:pt x="2366157" y="559874"/>
                  </a:lnTo>
                  <a:lnTo>
                    <a:pt x="2366153" y="559871"/>
                  </a:lnTo>
                  <a:lnTo>
                    <a:pt x="2366110" y="559847"/>
                  </a:lnTo>
                  <a:lnTo>
                    <a:pt x="2366050" y="559822"/>
                  </a:lnTo>
                  <a:lnTo>
                    <a:pt x="2366031" y="559816"/>
                  </a:lnTo>
                  <a:lnTo>
                    <a:pt x="2365930" y="559783"/>
                  </a:lnTo>
                  <a:lnTo>
                    <a:pt x="2365699" y="559694"/>
                  </a:lnTo>
                  <a:lnTo>
                    <a:pt x="2365677" y="559685"/>
                  </a:lnTo>
                  <a:lnTo>
                    <a:pt x="2365672" y="559683"/>
                  </a:lnTo>
                  <a:lnTo>
                    <a:pt x="2365667" y="559680"/>
                  </a:lnTo>
                  <a:lnTo>
                    <a:pt x="2365633" y="559656"/>
                  </a:lnTo>
                  <a:lnTo>
                    <a:pt x="2365622" y="559647"/>
                  </a:lnTo>
                  <a:lnTo>
                    <a:pt x="2365597" y="559625"/>
                  </a:lnTo>
                  <a:lnTo>
                    <a:pt x="2365590" y="559618"/>
                  </a:lnTo>
                  <a:lnTo>
                    <a:pt x="2365584" y="559611"/>
                  </a:lnTo>
                  <a:lnTo>
                    <a:pt x="2365581" y="559606"/>
                  </a:lnTo>
                  <a:lnTo>
                    <a:pt x="2365578" y="559599"/>
                  </a:lnTo>
                  <a:lnTo>
                    <a:pt x="2365576" y="559589"/>
                  </a:lnTo>
                  <a:lnTo>
                    <a:pt x="2365576" y="559581"/>
                  </a:lnTo>
                  <a:lnTo>
                    <a:pt x="2365576" y="559570"/>
                  </a:lnTo>
                  <a:lnTo>
                    <a:pt x="2365576" y="559560"/>
                  </a:lnTo>
                  <a:lnTo>
                    <a:pt x="2365578" y="559553"/>
                  </a:lnTo>
                  <a:lnTo>
                    <a:pt x="2365580" y="559548"/>
                  </a:lnTo>
                  <a:lnTo>
                    <a:pt x="2365587" y="559538"/>
                  </a:lnTo>
                  <a:lnTo>
                    <a:pt x="2365590" y="559533"/>
                  </a:lnTo>
                  <a:lnTo>
                    <a:pt x="2365594" y="559527"/>
                  </a:lnTo>
                  <a:lnTo>
                    <a:pt x="2365596" y="559520"/>
                  </a:lnTo>
                  <a:lnTo>
                    <a:pt x="2365599" y="559512"/>
                  </a:lnTo>
                  <a:lnTo>
                    <a:pt x="2365600" y="559507"/>
                  </a:lnTo>
                  <a:lnTo>
                    <a:pt x="2365602" y="559499"/>
                  </a:lnTo>
                  <a:lnTo>
                    <a:pt x="2365604" y="559491"/>
                  </a:lnTo>
                  <a:lnTo>
                    <a:pt x="2365605" y="559484"/>
                  </a:lnTo>
                  <a:lnTo>
                    <a:pt x="2365605" y="559478"/>
                  </a:lnTo>
                  <a:lnTo>
                    <a:pt x="2365605" y="559471"/>
                  </a:lnTo>
                  <a:lnTo>
                    <a:pt x="2365604" y="559465"/>
                  </a:lnTo>
                  <a:lnTo>
                    <a:pt x="2365603" y="559449"/>
                  </a:lnTo>
                  <a:lnTo>
                    <a:pt x="2365602" y="559443"/>
                  </a:lnTo>
                  <a:lnTo>
                    <a:pt x="2365600" y="559438"/>
                  </a:lnTo>
                  <a:lnTo>
                    <a:pt x="2365598" y="559432"/>
                  </a:lnTo>
                  <a:lnTo>
                    <a:pt x="2365594" y="559426"/>
                  </a:lnTo>
                  <a:lnTo>
                    <a:pt x="2365578" y="559400"/>
                  </a:lnTo>
                  <a:lnTo>
                    <a:pt x="2365574" y="559394"/>
                  </a:lnTo>
                  <a:lnTo>
                    <a:pt x="2365571" y="559391"/>
                  </a:lnTo>
                  <a:lnTo>
                    <a:pt x="2365567" y="559388"/>
                  </a:lnTo>
                  <a:lnTo>
                    <a:pt x="2365562" y="559384"/>
                  </a:lnTo>
                  <a:lnTo>
                    <a:pt x="2365537" y="559365"/>
                  </a:lnTo>
                  <a:lnTo>
                    <a:pt x="2365528" y="559359"/>
                  </a:lnTo>
                  <a:lnTo>
                    <a:pt x="2365379" y="559263"/>
                  </a:lnTo>
                  <a:lnTo>
                    <a:pt x="2365370" y="559258"/>
                  </a:lnTo>
                  <a:lnTo>
                    <a:pt x="2365365" y="559255"/>
                  </a:lnTo>
                  <a:lnTo>
                    <a:pt x="2365345" y="559248"/>
                  </a:lnTo>
                  <a:lnTo>
                    <a:pt x="2365333" y="559244"/>
                  </a:lnTo>
                  <a:lnTo>
                    <a:pt x="2365322" y="559240"/>
                  </a:lnTo>
                  <a:lnTo>
                    <a:pt x="2365315" y="559239"/>
                  </a:lnTo>
                  <a:lnTo>
                    <a:pt x="2365308" y="559237"/>
                  </a:lnTo>
                  <a:lnTo>
                    <a:pt x="2365302" y="559236"/>
                  </a:lnTo>
                  <a:lnTo>
                    <a:pt x="2365296" y="559236"/>
                  </a:lnTo>
                  <a:lnTo>
                    <a:pt x="2365289" y="559235"/>
                  </a:lnTo>
                  <a:lnTo>
                    <a:pt x="2365200" y="559232"/>
                  </a:lnTo>
                  <a:lnTo>
                    <a:pt x="2365117" y="559258"/>
                  </a:lnTo>
                  <a:lnTo>
                    <a:pt x="2364810" y="559375"/>
                  </a:lnTo>
                  <a:lnTo>
                    <a:pt x="2364745" y="559371"/>
                  </a:lnTo>
                  <a:lnTo>
                    <a:pt x="2364720" y="559356"/>
                  </a:lnTo>
                  <a:lnTo>
                    <a:pt x="2364705" y="559350"/>
                  </a:lnTo>
                  <a:lnTo>
                    <a:pt x="2364679" y="559346"/>
                  </a:lnTo>
                  <a:lnTo>
                    <a:pt x="2364674" y="559346"/>
                  </a:lnTo>
                  <a:lnTo>
                    <a:pt x="2364665" y="559346"/>
                  </a:lnTo>
                  <a:lnTo>
                    <a:pt x="2364492" y="559350"/>
                  </a:lnTo>
                  <a:lnTo>
                    <a:pt x="2364475" y="559351"/>
                  </a:lnTo>
                  <a:lnTo>
                    <a:pt x="2364465" y="559352"/>
                  </a:lnTo>
                  <a:lnTo>
                    <a:pt x="2364460" y="559352"/>
                  </a:lnTo>
                  <a:lnTo>
                    <a:pt x="2364393" y="559362"/>
                  </a:lnTo>
                  <a:lnTo>
                    <a:pt x="2364379" y="559364"/>
                  </a:lnTo>
                  <a:lnTo>
                    <a:pt x="2364372" y="559366"/>
                  </a:lnTo>
                  <a:lnTo>
                    <a:pt x="2364358" y="559367"/>
                  </a:lnTo>
                  <a:lnTo>
                    <a:pt x="2364353" y="559367"/>
                  </a:lnTo>
                  <a:lnTo>
                    <a:pt x="2364334" y="559366"/>
                  </a:lnTo>
                  <a:lnTo>
                    <a:pt x="2364315" y="559365"/>
                  </a:lnTo>
                  <a:lnTo>
                    <a:pt x="2364201" y="559340"/>
                  </a:lnTo>
                  <a:lnTo>
                    <a:pt x="2364181" y="559336"/>
                  </a:lnTo>
                  <a:lnTo>
                    <a:pt x="2364174" y="559334"/>
                  </a:lnTo>
                  <a:lnTo>
                    <a:pt x="2364124" y="559318"/>
                  </a:lnTo>
                  <a:lnTo>
                    <a:pt x="2364119" y="559316"/>
                  </a:lnTo>
                  <a:lnTo>
                    <a:pt x="2364110" y="559312"/>
                  </a:lnTo>
                  <a:lnTo>
                    <a:pt x="2364097" y="559305"/>
                  </a:lnTo>
                  <a:lnTo>
                    <a:pt x="2364071" y="559289"/>
                  </a:lnTo>
                  <a:lnTo>
                    <a:pt x="2364065" y="559277"/>
                  </a:lnTo>
                  <a:lnTo>
                    <a:pt x="2364032" y="559210"/>
                  </a:lnTo>
                  <a:lnTo>
                    <a:pt x="2364028" y="559201"/>
                  </a:lnTo>
                  <a:lnTo>
                    <a:pt x="2364020" y="559183"/>
                  </a:lnTo>
                  <a:lnTo>
                    <a:pt x="2364016" y="559165"/>
                  </a:lnTo>
                  <a:lnTo>
                    <a:pt x="2364015" y="559155"/>
                  </a:lnTo>
                  <a:lnTo>
                    <a:pt x="2363930" y="559093"/>
                  </a:lnTo>
                  <a:lnTo>
                    <a:pt x="2363619" y="559185"/>
                  </a:lnTo>
                  <a:lnTo>
                    <a:pt x="2363604" y="559192"/>
                  </a:lnTo>
                  <a:lnTo>
                    <a:pt x="2363527" y="559226"/>
                  </a:lnTo>
                  <a:lnTo>
                    <a:pt x="2363476" y="559246"/>
                  </a:lnTo>
                  <a:lnTo>
                    <a:pt x="2363394" y="559280"/>
                  </a:lnTo>
                  <a:lnTo>
                    <a:pt x="2363289" y="559322"/>
                  </a:lnTo>
                  <a:lnTo>
                    <a:pt x="2363273" y="559328"/>
                  </a:lnTo>
                  <a:lnTo>
                    <a:pt x="2363263" y="559331"/>
                  </a:lnTo>
                  <a:lnTo>
                    <a:pt x="2363256" y="559333"/>
                  </a:lnTo>
                  <a:lnTo>
                    <a:pt x="2363238" y="559333"/>
                  </a:lnTo>
                  <a:lnTo>
                    <a:pt x="2363224" y="559332"/>
                  </a:lnTo>
                  <a:lnTo>
                    <a:pt x="2363220" y="559331"/>
                  </a:lnTo>
                  <a:lnTo>
                    <a:pt x="2363202" y="559322"/>
                  </a:lnTo>
                  <a:lnTo>
                    <a:pt x="2363185" y="559313"/>
                  </a:lnTo>
                  <a:lnTo>
                    <a:pt x="2363154" y="559285"/>
                  </a:lnTo>
                  <a:lnTo>
                    <a:pt x="2363149" y="559279"/>
                  </a:lnTo>
                  <a:lnTo>
                    <a:pt x="2363140" y="559266"/>
                  </a:lnTo>
                  <a:lnTo>
                    <a:pt x="2363131" y="559250"/>
                  </a:lnTo>
                  <a:lnTo>
                    <a:pt x="2363106" y="559204"/>
                  </a:lnTo>
                  <a:lnTo>
                    <a:pt x="2363102" y="559185"/>
                  </a:lnTo>
                  <a:lnTo>
                    <a:pt x="2363098" y="559161"/>
                  </a:lnTo>
                  <a:lnTo>
                    <a:pt x="2363095" y="559154"/>
                  </a:lnTo>
                  <a:lnTo>
                    <a:pt x="2363092" y="559149"/>
                  </a:lnTo>
                  <a:lnTo>
                    <a:pt x="2363075" y="559132"/>
                  </a:lnTo>
                  <a:lnTo>
                    <a:pt x="2362912" y="558960"/>
                  </a:lnTo>
                  <a:lnTo>
                    <a:pt x="2362891" y="558942"/>
                  </a:lnTo>
                  <a:lnTo>
                    <a:pt x="2362885" y="558937"/>
                  </a:lnTo>
                  <a:lnTo>
                    <a:pt x="2362878" y="558933"/>
                  </a:lnTo>
                  <a:lnTo>
                    <a:pt x="2362829" y="558907"/>
                  </a:lnTo>
                  <a:lnTo>
                    <a:pt x="2362620" y="558788"/>
                  </a:lnTo>
                  <a:lnTo>
                    <a:pt x="2362489" y="558693"/>
                  </a:lnTo>
                  <a:lnTo>
                    <a:pt x="2362387" y="558597"/>
                  </a:lnTo>
                  <a:lnTo>
                    <a:pt x="2362319" y="558535"/>
                  </a:lnTo>
                  <a:lnTo>
                    <a:pt x="2362303" y="558524"/>
                  </a:lnTo>
                  <a:lnTo>
                    <a:pt x="2362291" y="558517"/>
                  </a:lnTo>
                  <a:lnTo>
                    <a:pt x="2362275" y="558510"/>
                  </a:lnTo>
                  <a:lnTo>
                    <a:pt x="2362266" y="558507"/>
                  </a:lnTo>
                  <a:lnTo>
                    <a:pt x="2362250" y="558503"/>
                  </a:lnTo>
                  <a:lnTo>
                    <a:pt x="2362224" y="558498"/>
                  </a:lnTo>
                  <a:lnTo>
                    <a:pt x="2362205" y="558495"/>
                  </a:lnTo>
                  <a:lnTo>
                    <a:pt x="2362190" y="558493"/>
                  </a:lnTo>
                  <a:lnTo>
                    <a:pt x="2362150" y="558490"/>
                  </a:lnTo>
                  <a:lnTo>
                    <a:pt x="2361944" y="558453"/>
                  </a:lnTo>
                  <a:lnTo>
                    <a:pt x="2361939" y="558453"/>
                  </a:lnTo>
                  <a:lnTo>
                    <a:pt x="2361929" y="558454"/>
                  </a:lnTo>
                  <a:lnTo>
                    <a:pt x="2361145" y="558516"/>
                  </a:lnTo>
                  <a:lnTo>
                    <a:pt x="2361136" y="558515"/>
                  </a:lnTo>
                  <a:lnTo>
                    <a:pt x="2361128" y="558515"/>
                  </a:lnTo>
                  <a:lnTo>
                    <a:pt x="2361111" y="558517"/>
                  </a:lnTo>
                  <a:lnTo>
                    <a:pt x="2361080" y="558523"/>
                  </a:lnTo>
                  <a:lnTo>
                    <a:pt x="2361018" y="558534"/>
                  </a:lnTo>
                  <a:lnTo>
                    <a:pt x="2360963" y="558546"/>
                  </a:lnTo>
                  <a:lnTo>
                    <a:pt x="2360943" y="558552"/>
                  </a:lnTo>
                  <a:lnTo>
                    <a:pt x="2360930" y="558557"/>
                  </a:lnTo>
                  <a:lnTo>
                    <a:pt x="2360811" y="558607"/>
                  </a:lnTo>
                  <a:lnTo>
                    <a:pt x="2360805" y="558611"/>
                  </a:lnTo>
                  <a:lnTo>
                    <a:pt x="2360791" y="558631"/>
                  </a:lnTo>
                  <a:lnTo>
                    <a:pt x="2360785" y="558639"/>
                  </a:lnTo>
                  <a:lnTo>
                    <a:pt x="2360778" y="558652"/>
                  </a:lnTo>
                  <a:lnTo>
                    <a:pt x="2360776" y="558661"/>
                  </a:lnTo>
                  <a:lnTo>
                    <a:pt x="2360776" y="558671"/>
                  </a:lnTo>
                  <a:lnTo>
                    <a:pt x="2360775" y="558692"/>
                  </a:lnTo>
                  <a:lnTo>
                    <a:pt x="2360774" y="558704"/>
                  </a:lnTo>
                  <a:lnTo>
                    <a:pt x="2360772" y="558712"/>
                  </a:lnTo>
                  <a:lnTo>
                    <a:pt x="2360767" y="558718"/>
                  </a:lnTo>
                  <a:lnTo>
                    <a:pt x="2360699" y="558807"/>
                  </a:lnTo>
                  <a:lnTo>
                    <a:pt x="2360694" y="558813"/>
                  </a:lnTo>
                  <a:lnTo>
                    <a:pt x="2360682" y="558824"/>
                  </a:lnTo>
                  <a:lnTo>
                    <a:pt x="2360518" y="558953"/>
                  </a:lnTo>
                  <a:lnTo>
                    <a:pt x="2360460" y="558972"/>
                  </a:lnTo>
                  <a:lnTo>
                    <a:pt x="2360437" y="558972"/>
                  </a:lnTo>
                  <a:lnTo>
                    <a:pt x="2360430" y="558971"/>
                  </a:lnTo>
                  <a:lnTo>
                    <a:pt x="2360353" y="558820"/>
                  </a:lnTo>
                  <a:lnTo>
                    <a:pt x="2360276" y="558741"/>
                  </a:lnTo>
                  <a:lnTo>
                    <a:pt x="2360264" y="558729"/>
                  </a:lnTo>
                  <a:lnTo>
                    <a:pt x="2360222" y="558688"/>
                  </a:lnTo>
                  <a:lnTo>
                    <a:pt x="2360217" y="558685"/>
                  </a:lnTo>
                  <a:lnTo>
                    <a:pt x="2360162" y="558666"/>
                  </a:lnTo>
                  <a:lnTo>
                    <a:pt x="2360150" y="558663"/>
                  </a:lnTo>
                  <a:lnTo>
                    <a:pt x="2359969" y="558633"/>
                  </a:lnTo>
                  <a:lnTo>
                    <a:pt x="2359956" y="558631"/>
                  </a:lnTo>
                  <a:lnTo>
                    <a:pt x="2359798" y="558536"/>
                  </a:lnTo>
                  <a:lnTo>
                    <a:pt x="2359724" y="558384"/>
                  </a:lnTo>
                  <a:lnTo>
                    <a:pt x="2359713" y="558361"/>
                  </a:lnTo>
                  <a:lnTo>
                    <a:pt x="2359553" y="558125"/>
                  </a:lnTo>
                  <a:lnTo>
                    <a:pt x="2359412" y="558031"/>
                  </a:lnTo>
                  <a:lnTo>
                    <a:pt x="2359408" y="558028"/>
                  </a:lnTo>
                  <a:lnTo>
                    <a:pt x="2359399" y="558025"/>
                  </a:lnTo>
                  <a:lnTo>
                    <a:pt x="2359369" y="558019"/>
                  </a:lnTo>
                  <a:lnTo>
                    <a:pt x="2359360" y="558018"/>
                  </a:lnTo>
                  <a:lnTo>
                    <a:pt x="2359352" y="558019"/>
                  </a:lnTo>
                  <a:lnTo>
                    <a:pt x="2359344" y="558022"/>
                  </a:lnTo>
                  <a:lnTo>
                    <a:pt x="2358702" y="558093"/>
                  </a:lnTo>
                  <a:lnTo>
                    <a:pt x="2358688" y="558096"/>
                  </a:lnTo>
                  <a:lnTo>
                    <a:pt x="2358681" y="558099"/>
                  </a:lnTo>
                  <a:lnTo>
                    <a:pt x="2358656" y="558141"/>
                  </a:lnTo>
                  <a:lnTo>
                    <a:pt x="2358653" y="558148"/>
                  </a:lnTo>
                  <a:lnTo>
                    <a:pt x="2358643" y="558213"/>
                  </a:lnTo>
                  <a:lnTo>
                    <a:pt x="2358643" y="558218"/>
                  </a:lnTo>
                  <a:lnTo>
                    <a:pt x="2358645" y="558225"/>
                  </a:lnTo>
                  <a:lnTo>
                    <a:pt x="2358650" y="558236"/>
                  </a:lnTo>
                  <a:lnTo>
                    <a:pt x="2358654" y="558247"/>
                  </a:lnTo>
                  <a:lnTo>
                    <a:pt x="2358665" y="558261"/>
                  </a:lnTo>
                  <a:lnTo>
                    <a:pt x="2358671" y="558270"/>
                  </a:lnTo>
                  <a:lnTo>
                    <a:pt x="2358705" y="558312"/>
                  </a:lnTo>
                  <a:lnTo>
                    <a:pt x="2358707" y="558375"/>
                  </a:lnTo>
                  <a:lnTo>
                    <a:pt x="2358711" y="558502"/>
                  </a:lnTo>
                  <a:lnTo>
                    <a:pt x="2358710" y="558511"/>
                  </a:lnTo>
                  <a:lnTo>
                    <a:pt x="2358710" y="558517"/>
                  </a:lnTo>
                  <a:lnTo>
                    <a:pt x="2358560" y="558566"/>
                  </a:lnTo>
                  <a:lnTo>
                    <a:pt x="2358549" y="558567"/>
                  </a:lnTo>
                  <a:lnTo>
                    <a:pt x="2358542" y="558567"/>
                  </a:lnTo>
                  <a:lnTo>
                    <a:pt x="2358397" y="558629"/>
                  </a:lnTo>
                  <a:lnTo>
                    <a:pt x="2358244" y="558674"/>
                  </a:lnTo>
                  <a:lnTo>
                    <a:pt x="2358086" y="558685"/>
                  </a:lnTo>
                  <a:lnTo>
                    <a:pt x="2358057" y="558689"/>
                  </a:lnTo>
                  <a:lnTo>
                    <a:pt x="2357723" y="559000"/>
                  </a:lnTo>
                  <a:lnTo>
                    <a:pt x="2357698" y="559046"/>
                  </a:lnTo>
                  <a:lnTo>
                    <a:pt x="2357578" y="559245"/>
                  </a:lnTo>
                  <a:lnTo>
                    <a:pt x="2357384" y="559453"/>
                  </a:lnTo>
                  <a:lnTo>
                    <a:pt x="2356971" y="559771"/>
                  </a:lnTo>
                  <a:lnTo>
                    <a:pt x="2356803" y="559865"/>
                  </a:lnTo>
                  <a:lnTo>
                    <a:pt x="2356484" y="559932"/>
                  </a:lnTo>
                  <a:lnTo>
                    <a:pt x="2356447" y="559935"/>
                  </a:lnTo>
                  <a:lnTo>
                    <a:pt x="2356441" y="559935"/>
                  </a:lnTo>
                  <a:lnTo>
                    <a:pt x="2356432" y="559931"/>
                  </a:lnTo>
                  <a:lnTo>
                    <a:pt x="2356407" y="559913"/>
                  </a:lnTo>
                  <a:lnTo>
                    <a:pt x="2356392" y="559897"/>
                  </a:lnTo>
                  <a:lnTo>
                    <a:pt x="2356198" y="559759"/>
                  </a:lnTo>
                  <a:lnTo>
                    <a:pt x="2356174" y="559746"/>
                  </a:lnTo>
                  <a:lnTo>
                    <a:pt x="2356094" y="559711"/>
                  </a:lnTo>
                  <a:lnTo>
                    <a:pt x="2356027" y="559684"/>
                  </a:lnTo>
                  <a:lnTo>
                    <a:pt x="2355901" y="559640"/>
                  </a:lnTo>
                  <a:lnTo>
                    <a:pt x="2355800" y="559611"/>
                  </a:lnTo>
                  <a:lnTo>
                    <a:pt x="2355756" y="559607"/>
                  </a:lnTo>
                  <a:lnTo>
                    <a:pt x="2355703" y="559605"/>
                  </a:lnTo>
                  <a:lnTo>
                    <a:pt x="2355695" y="559605"/>
                  </a:lnTo>
                  <a:lnTo>
                    <a:pt x="2355689" y="559606"/>
                  </a:lnTo>
                  <a:lnTo>
                    <a:pt x="2355555" y="559523"/>
                  </a:lnTo>
                  <a:lnTo>
                    <a:pt x="2355473" y="559448"/>
                  </a:lnTo>
                  <a:lnTo>
                    <a:pt x="2355462" y="559426"/>
                  </a:lnTo>
                  <a:lnTo>
                    <a:pt x="2355334" y="559169"/>
                  </a:lnTo>
                  <a:lnTo>
                    <a:pt x="2355253" y="559060"/>
                  </a:lnTo>
                  <a:lnTo>
                    <a:pt x="2355242" y="559049"/>
                  </a:lnTo>
                  <a:lnTo>
                    <a:pt x="2355221" y="559035"/>
                  </a:lnTo>
                  <a:lnTo>
                    <a:pt x="2354760" y="558794"/>
                  </a:lnTo>
                  <a:lnTo>
                    <a:pt x="2354477" y="558706"/>
                  </a:lnTo>
                  <a:lnTo>
                    <a:pt x="2354467" y="558705"/>
                  </a:lnTo>
                  <a:lnTo>
                    <a:pt x="2354453" y="558706"/>
                  </a:lnTo>
                  <a:lnTo>
                    <a:pt x="2354441" y="558709"/>
                  </a:lnTo>
                  <a:lnTo>
                    <a:pt x="2354312" y="558771"/>
                  </a:lnTo>
                  <a:lnTo>
                    <a:pt x="2354297" y="558780"/>
                  </a:lnTo>
                  <a:lnTo>
                    <a:pt x="2354273" y="558797"/>
                  </a:lnTo>
                  <a:lnTo>
                    <a:pt x="2354246" y="558817"/>
                  </a:lnTo>
                  <a:lnTo>
                    <a:pt x="2354079" y="558930"/>
                  </a:lnTo>
                  <a:lnTo>
                    <a:pt x="2353827" y="559040"/>
                  </a:lnTo>
                  <a:lnTo>
                    <a:pt x="2353740" y="559061"/>
                  </a:lnTo>
                  <a:lnTo>
                    <a:pt x="2353724" y="559064"/>
                  </a:lnTo>
                  <a:lnTo>
                    <a:pt x="2353703" y="559066"/>
                  </a:lnTo>
                  <a:lnTo>
                    <a:pt x="2353544" y="559083"/>
                  </a:lnTo>
                  <a:lnTo>
                    <a:pt x="2353533" y="559083"/>
                  </a:lnTo>
                  <a:lnTo>
                    <a:pt x="2353526" y="559081"/>
                  </a:lnTo>
                  <a:lnTo>
                    <a:pt x="2353431" y="559056"/>
                  </a:lnTo>
                  <a:lnTo>
                    <a:pt x="2353427" y="559052"/>
                  </a:lnTo>
                  <a:lnTo>
                    <a:pt x="2353426" y="559042"/>
                  </a:lnTo>
                  <a:lnTo>
                    <a:pt x="2353425" y="559027"/>
                  </a:lnTo>
                  <a:lnTo>
                    <a:pt x="2353426" y="559022"/>
                  </a:lnTo>
                  <a:lnTo>
                    <a:pt x="2353375" y="558975"/>
                  </a:lnTo>
                  <a:lnTo>
                    <a:pt x="2353323" y="558962"/>
                  </a:lnTo>
                  <a:lnTo>
                    <a:pt x="2353316" y="558965"/>
                  </a:lnTo>
                  <a:lnTo>
                    <a:pt x="2353205" y="559023"/>
                  </a:lnTo>
                  <a:lnTo>
                    <a:pt x="2352797" y="559322"/>
                  </a:lnTo>
                  <a:lnTo>
                    <a:pt x="2352791" y="559327"/>
                  </a:lnTo>
                  <a:lnTo>
                    <a:pt x="2352781" y="559336"/>
                  </a:lnTo>
                  <a:lnTo>
                    <a:pt x="2352772" y="559346"/>
                  </a:lnTo>
                  <a:lnTo>
                    <a:pt x="2352767" y="559352"/>
                  </a:lnTo>
                  <a:lnTo>
                    <a:pt x="2352741" y="559398"/>
                  </a:lnTo>
                  <a:lnTo>
                    <a:pt x="2352738" y="559403"/>
                  </a:lnTo>
                  <a:lnTo>
                    <a:pt x="2352733" y="559413"/>
                  </a:lnTo>
                  <a:lnTo>
                    <a:pt x="2352730" y="559419"/>
                  </a:lnTo>
                  <a:lnTo>
                    <a:pt x="2352728" y="559424"/>
                  </a:lnTo>
                  <a:lnTo>
                    <a:pt x="2352725" y="559434"/>
                  </a:lnTo>
                  <a:lnTo>
                    <a:pt x="2352723" y="559441"/>
                  </a:lnTo>
                  <a:lnTo>
                    <a:pt x="2352720" y="559451"/>
                  </a:lnTo>
                  <a:lnTo>
                    <a:pt x="2352717" y="559469"/>
                  </a:lnTo>
                  <a:lnTo>
                    <a:pt x="2352716" y="559478"/>
                  </a:lnTo>
                  <a:lnTo>
                    <a:pt x="2352716" y="559484"/>
                  </a:lnTo>
                  <a:lnTo>
                    <a:pt x="2352716" y="559493"/>
                  </a:lnTo>
                  <a:lnTo>
                    <a:pt x="2352716" y="559502"/>
                  </a:lnTo>
                  <a:lnTo>
                    <a:pt x="2352717" y="559507"/>
                  </a:lnTo>
                  <a:lnTo>
                    <a:pt x="2352718" y="559515"/>
                  </a:lnTo>
                  <a:lnTo>
                    <a:pt x="2352722" y="559532"/>
                  </a:lnTo>
                  <a:lnTo>
                    <a:pt x="2352729" y="559553"/>
                  </a:lnTo>
                  <a:lnTo>
                    <a:pt x="2352737" y="559569"/>
                  </a:lnTo>
                  <a:lnTo>
                    <a:pt x="2352803" y="559683"/>
                  </a:lnTo>
                  <a:lnTo>
                    <a:pt x="2352806" y="559689"/>
                  </a:lnTo>
                  <a:lnTo>
                    <a:pt x="2352818" y="559705"/>
                  </a:lnTo>
                  <a:lnTo>
                    <a:pt x="2352822" y="559709"/>
                  </a:lnTo>
                  <a:lnTo>
                    <a:pt x="2352826" y="559713"/>
                  </a:lnTo>
                  <a:lnTo>
                    <a:pt x="2352830" y="559715"/>
                  </a:lnTo>
                  <a:lnTo>
                    <a:pt x="2352834" y="559718"/>
                  </a:lnTo>
                  <a:lnTo>
                    <a:pt x="2352847" y="559726"/>
                  </a:lnTo>
                  <a:lnTo>
                    <a:pt x="2352852" y="559729"/>
                  </a:lnTo>
                  <a:lnTo>
                    <a:pt x="2352858" y="559733"/>
                  </a:lnTo>
                  <a:lnTo>
                    <a:pt x="2352864" y="559737"/>
                  </a:lnTo>
                  <a:lnTo>
                    <a:pt x="2352870" y="559743"/>
                  </a:lnTo>
                  <a:lnTo>
                    <a:pt x="2352873" y="559748"/>
                  </a:lnTo>
                  <a:lnTo>
                    <a:pt x="2352875" y="559753"/>
                  </a:lnTo>
                  <a:lnTo>
                    <a:pt x="2352877" y="559759"/>
                  </a:lnTo>
                  <a:lnTo>
                    <a:pt x="2352880" y="559769"/>
                  </a:lnTo>
                  <a:lnTo>
                    <a:pt x="2352883" y="559792"/>
                  </a:lnTo>
                  <a:lnTo>
                    <a:pt x="2352885" y="559823"/>
                  </a:lnTo>
                  <a:lnTo>
                    <a:pt x="2352885" y="559828"/>
                  </a:lnTo>
                  <a:lnTo>
                    <a:pt x="2352879" y="559903"/>
                  </a:lnTo>
                  <a:lnTo>
                    <a:pt x="2352696" y="560144"/>
                  </a:lnTo>
                  <a:lnTo>
                    <a:pt x="2352682" y="560161"/>
                  </a:lnTo>
                  <a:lnTo>
                    <a:pt x="2352614" y="560234"/>
                  </a:lnTo>
                  <a:lnTo>
                    <a:pt x="2352607" y="560241"/>
                  </a:lnTo>
                  <a:lnTo>
                    <a:pt x="2352569" y="560271"/>
                  </a:lnTo>
                  <a:lnTo>
                    <a:pt x="2352561" y="560278"/>
                  </a:lnTo>
                  <a:lnTo>
                    <a:pt x="2352547" y="560288"/>
                  </a:lnTo>
                  <a:lnTo>
                    <a:pt x="2352174" y="560502"/>
                  </a:lnTo>
                  <a:lnTo>
                    <a:pt x="2352137" y="560518"/>
                  </a:lnTo>
                  <a:lnTo>
                    <a:pt x="2352074" y="560557"/>
                  </a:lnTo>
                  <a:lnTo>
                    <a:pt x="2351808" y="560622"/>
                  </a:lnTo>
                  <a:lnTo>
                    <a:pt x="2351631" y="560640"/>
                  </a:lnTo>
                  <a:lnTo>
                    <a:pt x="2351228" y="560607"/>
                  </a:lnTo>
                  <a:lnTo>
                    <a:pt x="2350982" y="560564"/>
                  </a:lnTo>
                  <a:lnTo>
                    <a:pt x="2350963" y="560558"/>
                  </a:lnTo>
                  <a:lnTo>
                    <a:pt x="2350944" y="560552"/>
                  </a:lnTo>
                  <a:lnTo>
                    <a:pt x="2350933" y="560545"/>
                  </a:lnTo>
                  <a:lnTo>
                    <a:pt x="2350928" y="560541"/>
                  </a:lnTo>
                  <a:lnTo>
                    <a:pt x="2350880" y="560477"/>
                  </a:lnTo>
                  <a:lnTo>
                    <a:pt x="2350870" y="560463"/>
                  </a:lnTo>
                  <a:lnTo>
                    <a:pt x="2350858" y="560444"/>
                  </a:lnTo>
                  <a:lnTo>
                    <a:pt x="2350856" y="560439"/>
                  </a:lnTo>
                  <a:lnTo>
                    <a:pt x="2350842" y="560406"/>
                  </a:lnTo>
                  <a:lnTo>
                    <a:pt x="2350790" y="560384"/>
                  </a:lnTo>
                  <a:lnTo>
                    <a:pt x="2350681" y="560384"/>
                  </a:lnTo>
                  <a:lnTo>
                    <a:pt x="2350524" y="560409"/>
                  </a:lnTo>
                  <a:lnTo>
                    <a:pt x="2350508" y="560422"/>
                  </a:lnTo>
                  <a:lnTo>
                    <a:pt x="2350496" y="560427"/>
                  </a:lnTo>
                  <a:lnTo>
                    <a:pt x="2350349" y="560522"/>
                  </a:lnTo>
                  <a:lnTo>
                    <a:pt x="2349474" y="560483"/>
                  </a:lnTo>
                  <a:lnTo>
                    <a:pt x="2349405" y="560486"/>
                  </a:lnTo>
                  <a:lnTo>
                    <a:pt x="2349107" y="560583"/>
                  </a:lnTo>
                  <a:lnTo>
                    <a:pt x="2348953" y="560611"/>
                  </a:lnTo>
                  <a:lnTo>
                    <a:pt x="2348942" y="560608"/>
                  </a:lnTo>
                  <a:lnTo>
                    <a:pt x="2348364" y="560483"/>
                  </a:lnTo>
                  <a:lnTo>
                    <a:pt x="2348271" y="560449"/>
                  </a:lnTo>
                  <a:lnTo>
                    <a:pt x="2348228" y="560427"/>
                  </a:lnTo>
                  <a:lnTo>
                    <a:pt x="2348211" y="560402"/>
                  </a:lnTo>
                  <a:lnTo>
                    <a:pt x="2348177" y="560349"/>
                  </a:lnTo>
                  <a:lnTo>
                    <a:pt x="2348159" y="560307"/>
                  </a:lnTo>
                  <a:lnTo>
                    <a:pt x="2348155" y="560299"/>
                  </a:lnTo>
                  <a:lnTo>
                    <a:pt x="2348145" y="560286"/>
                  </a:lnTo>
                  <a:lnTo>
                    <a:pt x="2348136" y="560276"/>
                  </a:lnTo>
                  <a:lnTo>
                    <a:pt x="2348131" y="560273"/>
                  </a:lnTo>
                  <a:lnTo>
                    <a:pt x="2347645" y="560186"/>
                  </a:lnTo>
                  <a:lnTo>
                    <a:pt x="2347552" y="560172"/>
                  </a:lnTo>
                  <a:lnTo>
                    <a:pt x="2347534" y="560169"/>
                  </a:lnTo>
                  <a:lnTo>
                    <a:pt x="2347518" y="560169"/>
                  </a:lnTo>
                  <a:lnTo>
                    <a:pt x="2347505" y="560171"/>
                  </a:lnTo>
                  <a:lnTo>
                    <a:pt x="2347495" y="560175"/>
                  </a:lnTo>
                  <a:lnTo>
                    <a:pt x="2347379" y="560152"/>
                  </a:lnTo>
                  <a:lnTo>
                    <a:pt x="2347371" y="560146"/>
                  </a:lnTo>
                  <a:lnTo>
                    <a:pt x="2347365" y="560099"/>
                  </a:lnTo>
                  <a:lnTo>
                    <a:pt x="2347371" y="560046"/>
                  </a:lnTo>
                  <a:lnTo>
                    <a:pt x="2347376" y="560026"/>
                  </a:lnTo>
                  <a:lnTo>
                    <a:pt x="2347383" y="559981"/>
                  </a:lnTo>
                  <a:lnTo>
                    <a:pt x="2347384" y="559972"/>
                  </a:lnTo>
                  <a:lnTo>
                    <a:pt x="2347384" y="559955"/>
                  </a:lnTo>
                  <a:lnTo>
                    <a:pt x="2347383" y="559947"/>
                  </a:lnTo>
                  <a:lnTo>
                    <a:pt x="2347335" y="559831"/>
                  </a:lnTo>
                  <a:lnTo>
                    <a:pt x="2347329" y="559824"/>
                  </a:lnTo>
                  <a:lnTo>
                    <a:pt x="2347130" y="559644"/>
                  </a:lnTo>
                  <a:lnTo>
                    <a:pt x="2347048" y="559630"/>
                  </a:lnTo>
                  <a:lnTo>
                    <a:pt x="2346966" y="559645"/>
                  </a:lnTo>
                  <a:lnTo>
                    <a:pt x="2346884" y="559691"/>
                  </a:lnTo>
                  <a:lnTo>
                    <a:pt x="2346846" y="559710"/>
                  </a:lnTo>
                  <a:lnTo>
                    <a:pt x="2346837" y="559713"/>
                  </a:lnTo>
                  <a:lnTo>
                    <a:pt x="2346830" y="559716"/>
                  </a:lnTo>
                  <a:lnTo>
                    <a:pt x="2346631" y="559774"/>
                  </a:lnTo>
                  <a:lnTo>
                    <a:pt x="2346456" y="559826"/>
                  </a:lnTo>
                  <a:lnTo>
                    <a:pt x="2346361" y="559815"/>
                  </a:lnTo>
                  <a:lnTo>
                    <a:pt x="2346230" y="559751"/>
                  </a:lnTo>
                  <a:lnTo>
                    <a:pt x="2346184" y="559721"/>
                  </a:lnTo>
                  <a:lnTo>
                    <a:pt x="2346089" y="559691"/>
                  </a:lnTo>
                  <a:lnTo>
                    <a:pt x="2345888" y="559669"/>
                  </a:lnTo>
                  <a:lnTo>
                    <a:pt x="2345703" y="559696"/>
                  </a:lnTo>
                  <a:lnTo>
                    <a:pt x="2345581" y="559767"/>
                  </a:lnTo>
                  <a:lnTo>
                    <a:pt x="2339699" y="559336"/>
                  </a:lnTo>
                  <a:lnTo>
                    <a:pt x="2331380" y="559598"/>
                  </a:lnTo>
                  <a:lnTo>
                    <a:pt x="2329951" y="560100"/>
                  </a:lnTo>
                  <a:lnTo>
                    <a:pt x="2328733" y="560610"/>
                  </a:lnTo>
                  <a:lnTo>
                    <a:pt x="2329180" y="561229"/>
                  </a:lnTo>
                  <a:lnTo>
                    <a:pt x="2329436" y="561483"/>
                  </a:lnTo>
                  <a:lnTo>
                    <a:pt x="2329668" y="561616"/>
                  </a:lnTo>
                  <a:lnTo>
                    <a:pt x="2329985" y="561787"/>
                  </a:lnTo>
                  <a:lnTo>
                    <a:pt x="2330479" y="562108"/>
                  </a:lnTo>
                  <a:lnTo>
                    <a:pt x="2331156" y="562692"/>
                  </a:lnTo>
                  <a:lnTo>
                    <a:pt x="2331680" y="563071"/>
                  </a:lnTo>
                  <a:lnTo>
                    <a:pt x="2331792" y="563124"/>
                  </a:lnTo>
                  <a:lnTo>
                    <a:pt x="2331815" y="563194"/>
                  </a:lnTo>
                  <a:lnTo>
                    <a:pt x="2331817" y="563204"/>
                  </a:lnTo>
                  <a:lnTo>
                    <a:pt x="2331841" y="563351"/>
                  </a:lnTo>
                  <a:lnTo>
                    <a:pt x="2331849" y="563534"/>
                  </a:lnTo>
                  <a:lnTo>
                    <a:pt x="2331849" y="563548"/>
                  </a:lnTo>
                  <a:lnTo>
                    <a:pt x="2331848" y="563569"/>
                  </a:lnTo>
                  <a:lnTo>
                    <a:pt x="2331845" y="563625"/>
                  </a:lnTo>
                  <a:lnTo>
                    <a:pt x="2331830" y="563875"/>
                  </a:lnTo>
                  <a:lnTo>
                    <a:pt x="2331814" y="563973"/>
                  </a:lnTo>
                  <a:lnTo>
                    <a:pt x="2331813" y="563980"/>
                  </a:lnTo>
                  <a:lnTo>
                    <a:pt x="2331811" y="563989"/>
                  </a:lnTo>
                  <a:lnTo>
                    <a:pt x="2331753" y="564126"/>
                  </a:lnTo>
                  <a:lnTo>
                    <a:pt x="2331748" y="564131"/>
                  </a:lnTo>
                  <a:lnTo>
                    <a:pt x="2331743" y="564134"/>
                  </a:lnTo>
                  <a:lnTo>
                    <a:pt x="2331727" y="564140"/>
                  </a:lnTo>
                  <a:lnTo>
                    <a:pt x="2331715" y="564147"/>
                  </a:lnTo>
                  <a:lnTo>
                    <a:pt x="2331710" y="564150"/>
                  </a:lnTo>
                  <a:lnTo>
                    <a:pt x="2331706" y="564154"/>
                  </a:lnTo>
                  <a:lnTo>
                    <a:pt x="2331699" y="564161"/>
                  </a:lnTo>
                  <a:lnTo>
                    <a:pt x="2331695" y="564169"/>
                  </a:lnTo>
                  <a:lnTo>
                    <a:pt x="2331690" y="564221"/>
                  </a:lnTo>
                  <a:lnTo>
                    <a:pt x="2331714" y="564482"/>
                  </a:lnTo>
                  <a:lnTo>
                    <a:pt x="2331774" y="564909"/>
                  </a:lnTo>
                  <a:lnTo>
                    <a:pt x="2331780" y="564943"/>
                  </a:lnTo>
                  <a:lnTo>
                    <a:pt x="2331833" y="565171"/>
                  </a:lnTo>
                  <a:lnTo>
                    <a:pt x="2331861" y="565272"/>
                  </a:lnTo>
                  <a:lnTo>
                    <a:pt x="2331867" y="565292"/>
                  </a:lnTo>
                  <a:lnTo>
                    <a:pt x="2331919" y="565405"/>
                  </a:lnTo>
                  <a:lnTo>
                    <a:pt x="2331931" y="565419"/>
                  </a:lnTo>
                  <a:lnTo>
                    <a:pt x="2332004" y="565443"/>
                  </a:lnTo>
                  <a:lnTo>
                    <a:pt x="2332070" y="565502"/>
                  </a:lnTo>
                  <a:lnTo>
                    <a:pt x="2332088" y="565519"/>
                  </a:lnTo>
                  <a:lnTo>
                    <a:pt x="2332139" y="565567"/>
                  </a:lnTo>
                  <a:lnTo>
                    <a:pt x="2332149" y="565577"/>
                  </a:lnTo>
                  <a:lnTo>
                    <a:pt x="2332156" y="565587"/>
                  </a:lnTo>
                  <a:lnTo>
                    <a:pt x="2332162" y="565598"/>
                  </a:lnTo>
                  <a:lnTo>
                    <a:pt x="2332165" y="565606"/>
                  </a:lnTo>
                  <a:lnTo>
                    <a:pt x="2332169" y="565623"/>
                  </a:lnTo>
                  <a:lnTo>
                    <a:pt x="2332171" y="565638"/>
                  </a:lnTo>
                  <a:lnTo>
                    <a:pt x="2332155" y="565735"/>
                  </a:lnTo>
                  <a:lnTo>
                    <a:pt x="2332152" y="565750"/>
                  </a:lnTo>
                  <a:lnTo>
                    <a:pt x="2332148" y="565770"/>
                  </a:lnTo>
                  <a:lnTo>
                    <a:pt x="2332145" y="565778"/>
                  </a:lnTo>
                  <a:lnTo>
                    <a:pt x="2332107" y="565890"/>
                  </a:lnTo>
                  <a:lnTo>
                    <a:pt x="2332085" y="565965"/>
                  </a:lnTo>
                  <a:lnTo>
                    <a:pt x="2332049" y="566083"/>
                  </a:lnTo>
                  <a:lnTo>
                    <a:pt x="2331941" y="566455"/>
                  </a:lnTo>
                  <a:lnTo>
                    <a:pt x="2331952" y="566647"/>
                  </a:lnTo>
                  <a:lnTo>
                    <a:pt x="2331966" y="566845"/>
                  </a:lnTo>
                  <a:lnTo>
                    <a:pt x="2331968" y="566853"/>
                  </a:lnTo>
                  <a:lnTo>
                    <a:pt x="2331971" y="566866"/>
                  </a:lnTo>
                  <a:lnTo>
                    <a:pt x="2331971" y="566878"/>
                  </a:lnTo>
                  <a:lnTo>
                    <a:pt x="2331970" y="566891"/>
                  </a:lnTo>
                  <a:lnTo>
                    <a:pt x="2331967" y="566902"/>
                  </a:lnTo>
                  <a:lnTo>
                    <a:pt x="2331946" y="566958"/>
                  </a:lnTo>
                  <a:lnTo>
                    <a:pt x="2331919" y="567020"/>
                  </a:lnTo>
                  <a:lnTo>
                    <a:pt x="2331898" y="567275"/>
                  </a:lnTo>
                  <a:lnTo>
                    <a:pt x="2331903" y="567295"/>
                  </a:lnTo>
                  <a:lnTo>
                    <a:pt x="2331916" y="567361"/>
                  </a:lnTo>
                  <a:lnTo>
                    <a:pt x="2331911" y="567486"/>
                  </a:lnTo>
                  <a:lnTo>
                    <a:pt x="2331910" y="567494"/>
                  </a:lnTo>
                  <a:lnTo>
                    <a:pt x="2331839" y="567906"/>
                  </a:lnTo>
                  <a:lnTo>
                    <a:pt x="2331837" y="567911"/>
                  </a:lnTo>
                  <a:lnTo>
                    <a:pt x="2331801" y="567996"/>
                  </a:lnTo>
                  <a:lnTo>
                    <a:pt x="2331793" y="568001"/>
                  </a:lnTo>
                  <a:lnTo>
                    <a:pt x="2331771" y="568018"/>
                  </a:lnTo>
                  <a:lnTo>
                    <a:pt x="2331766" y="568023"/>
                  </a:lnTo>
                  <a:lnTo>
                    <a:pt x="2331763" y="568028"/>
                  </a:lnTo>
                  <a:lnTo>
                    <a:pt x="2331696" y="568184"/>
                  </a:lnTo>
                  <a:lnTo>
                    <a:pt x="2331690" y="568199"/>
                  </a:lnTo>
                  <a:lnTo>
                    <a:pt x="2331687" y="568210"/>
                  </a:lnTo>
                  <a:lnTo>
                    <a:pt x="2331662" y="568348"/>
                  </a:lnTo>
                  <a:lnTo>
                    <a:pt x="2331663" y="568358"/>
                  </a:lnTo>
                  <a:lnTo>
                    <a:pt x="2331674" y="568455"/>
                  </a:lnTo>
                  <a:lnTo>
                    <a:pt x="2331678" y="568467"/>
                  </a:lnTo>
                  <a:lnTo>
                    <a:pt x="2331686" y="568481"/>
                  </a:lnTo>
                  <a:lnTo>
                    <a:pt x="2331692" y="568488"/>
                  </a:lnTo>
                  <a:lnTo>
                    <a:pt x="2331698" y="568493"/>
                  </a:lnTo>
                  <a:lnTo>
                    <a:pt x="2331704" y="568494"/>
                  </a:lnTo>
                  <a:lnTo>
                    <a:pt x="2331710" y="568493"/>
                  </a:lnTo>
                  <a:lnTo>
                    <a:pt x="2331777" y="568603"/>
                  </a:lnTo>
                  <a:lnTo>
                    <a:pt x="2331812" y="568851"/>
                  </a:lnTo>
                  <a:lnTo>
                    <a:pt x="2331984" y="569457"/>
                  </a:lnTo>
                  <a:lnTo>
                    <a:pt x="2332046" y="569583"/>
                  </a:lnTo>
                  <a:lnTo>
                    <a:pt x="2332091" y="569775"/>
                  </a:lnTo>
                  <a:lnTo>
                    <a:pt x="2332016" y="569882"/>
                  </a:lnTo>
                  <a:lnTo>
                    <a:pt x="2332009" y="569892"/>
                  </a:lnTo>
                  <a:lnTo>
                    <a:pt x="2331990" y="569904"/>
                  </a:lnTo>
                  <a:lnTo>
                    <a:pt x="2331909" y="569957"/>
                  </a:lnTo>
                  <a:lnTo>
                    <a:pt x="2331905" y="570000"/>
                  </a:lnTo>
                  <a:lnTo>
                    <a:pt x="2332005" y="570463"/>
                  </a:lnTo>
                  <a:lnTo>
                    <a:pt x="2332105" y="570634"/>
                  </a:lnTo>
                  <a:lnTo>
                    <a:pt x="2332276" y="570734"/>
                  </a:lnTo>
                  <a:lnTo>
                    <a:pt x="2332654" y="570975"/>
                  </a:lnTo>
                  <a:lnTo>
                    <a:pt x="2332919" y="571153"/>
                  </a:lnTo>
                  <a:lnTo>
                    <a:pt x="2333082" y="571162"/>
                  </a:lnTo>
                  <a:lnTo>
                    <a:pt x="2333235" y="571177"/>
                  </a:lnTo>
                  <a:lnTo>
                    <a:pt x="2333307" y="571256"/>
                  </a:lnTo>
                  <a:lnTo>
                    <a:pt x="2333348" y="571493"/>
                  </a:lnTo>
                  <a:lnTo>
                    <a:pt x="2333402" y="571794"/>
                  </a:lnTo>
                  <a:lnTo>
                    <a:pt x="2333463" y="572053"/>
                  </a:lnTo>
                  <a:lnTo>
                    <a:pt x="2333521" y="572310"/>
                  </a:lnTo>
                  <a:lnTo>
                    <a:pt x="2333534" y="572489"/>
                  </a:lnTo>
                  <a:lnTo>
                    <a:pt x="2333582" y="572732"/>
                  </a:lnTo>
                  <a:lnTo>
                    <a:pt x="2333779" y="573079"/>
                  </a:lnTo>
                  <a:lnTo>
                    <a:pt x="2333949" y="573541"/>
                  </a:lnTo>
                  <a:lnTo>
                    <a:pt x="2334191" y="573957"/>
                  </a:lnTo>
                  <a:lnTo>
                    <a:pt x="2334416" y="574428"/>
                  </a:lnTo>
                  <a:lnTo>
                    <a:pt x="2334417" y="574434"/>
                  </a:lnTo>
                  <a:lnTo>
                    <a:pt x="2334495" y="574496"/>
                  </a:lnTo>
                  <a:lnTo>
                    <a:pt x="2334569" y="574532"/>
                  </a:lnTo>
                  <a:lnTo>
                    <a:pt x="2334581" y="574537"/>
                  </a:lnTo>
                  <a:lnTo>
                    <a:pt x="2334603" y="574544"/>
                  </a:lnTo>
                  <a:lnTo>
                    <a:pt x="2334650" y="574555"/>
                  </a:lnTo>
                  <a:lnTo>
                    <a:pt x="2334666" y="574558"/>
                  </a:lnTo>
                  <a:lnTo>
                    <a:pt x="2334682" y="574560"/>
                  </a:lnTo>
                  <a:lnTo>
                    <a:pt x="2334694" y="574561"/>
                  </a:lnTo>
                  <a:lnTo>
                    <a:pt x="2334709" y="574561"/>
                  </a:lnTo>
                  <a:lnTo>
                    <a:pt x="2334780" y="574564"/>
                  </a:lnTo>
                  <a:lnTo>
                    <a:pt x="2334805" y="574564"/>
                  </a:lnTo>
                  <a:lnTo>
                    <a:pt x="2334826" y="574564"/>
                  </a:lnTo>
                  <a:lnTo>
                    <a:pt x="2334839" y="574562"/>
                  </a:lnTo>
                  <a:lnTo>
                    <a:pt x="2335067" y="574545"/>
                  </a:lnTo>
                  <a:lnTo>
                    <a:pt x="2335388" y="574614"/>
                  </a:lnTo>
                  <a:lnTo>
                    <a:pt x="2335447" y="574693"/>
                  </a:lnTo>
                  <a:lnTo>
                    <a:pt x="2335448" y="574701"/>
                  </a:lnTo>
                  <a:lnTo>
                    <a:pt x="2335464" y="574835"/>
                  </a:lnTo>
                  <a:lnTo>
                    <a:pt x="2335526" y="574919"/>
                  </a:lnTo>
                  <a:lnTo>
                    <a:pt x="2335943" y="575409"/>
                  </a:lnTo>
                  <a:lnTo>
                    <a:pt x="2336139" y="575658"/>
                  </a:lnTo>
                  <a:lnTo>
                    <a:pt x="2336317" y="575712"/>
                  </a:lnTo>
                  <a:lnTo>
                    <a:pt x="2336322" y="575710"/>
                  </a:lnTo>
                  <a:lnTo>
                    <a:pt x="2336469" y="575656"/>
                  </a:lnTo>
                  <a:lnTo>
                    <a:pt x="2336488" y="575649"/>
                  </a:lnTo>
                  <a:lnTo>
                    <a:pt x="2336513" y="575642"/>
                  </a:lnTo>
                  <a:lnTo>
                    <a:pt x="2336537" y="575636"/>
                  </a:lnTo>
                  <a:lnTo>
                    <a:pt x="2336552" y="575633"/>
                  </a:lnTo>
                  <a:lnTo>
                    <a:pt x="2336565" y="575631"/>
                  </a:lnTo>
                  <a:lnTo>
                    <a:pt x="2336575" y="575631"/>
                  </a:lnTo>
                  <a:lnTo>
                    <a:pt x="2336587" y="575632"/>
                  </a:lnTo>
                  <a:lnTo>
                    <a:pt x="2336594" y="575635"/>
                  </a:lnTo>
                  <a:lnTo>
                    <a:pt x="2336600" y="575638"/>
                  </a:lnTo>
                  <a:lnTo>
                    <a:pt x="2336607" y="575641"/>
                  </a:lnTo>
                  <a:lnTo>
                    <a:pt x="2336613" y="575645"/>
                  </a:lnTo>
                  <a:lnTo>
                    <a:pt x="2336617" y="575649"/>
                  </a:lnTo>
                  <a:lnTo>
                    <a:pt x="2336622" y="575655"/>
                  </a:lnTo>
                  <a:lnTo>
                    <a:pt x="2336626" y="575664"/>
                  </a:lnTo>
                  <a:lnTo>
                    <a:pt x="2336658" y="575748"/>
                  </a:lnTo>
                  <a:lnTo>
                    <a:pt x="2336663" y="575760"/>
                  </a:lnTo>
                  <a:lnTo>
                    <a:pt x="2336666" y="575771"/>
                  </a:lnTo>
                  <a:lnTo>
                    <a:pt x="2336669" y="575781"/>
                  </a:lnTo>
                  <a:lnTo>
                    <a:pt x="2336670" y="575790"/>
                  </a:lnTo>
                  <a:lnTo>
                    <a:pt x="2336670" y="575796"/>
                  </a:lnTo>
                  <a:lnTo>
                    <a:pt x="2336669" y="575804"/>
                  </a:lnTo>
                  <a:lnTo>
                    <a:pt x="2336666" y="575813"/>
                  </a:lnTo>
                  <a:lnTo>
                    <a:pt x="2336664" y="575821"/>
                  </a:lnTo>
                  <a:lnTo>
                    <a:pt x="2336662" y="575832"/>
                  </a:lnTo>
                  <a:lnTo>
                    <a:pt x="2336662" y="575840"/>
                  </a:lnTo>
                  <a:lnTo>
                    <a:pt x="2336662" y="575856"/>
                  </a:lnTo>
                  <a:lnTo>
                    <a:pt x="2336662" y="575881"/>
                  </a:lnTo>
                  <a:lnTo>
                    <a:pt x="2336664" y="575911"/>
                  </a:lnTo>
                  <a:lnTo>
                    <a:pt x="2336669" y="575951"/>
                  </a:lnTo>
                  <a:lnTo>
                    <a:pt x="2336672" y="575963"/>
                  </a:lnTo>
                  <a:lnTo>
                    <a:pt x="2336675" y="575972"/>
                  </a:lnTo>
                  <a:lnTo>
                    <a:pt x="2336680" y="575986"/>
                  </a:lnTo>
                  <a:lnTo>
                    <a:pt x="2336685" y="575996"/>
                  </a:lnTo>
                  <a:lnTo>
                    <a:pt x="2336693" y="576005"/>
                  </a:lnTo>
                  <a:lnTo>
                    <a:pt x="2336706" y="576019"/>
                  </a:lnTo>
                  <a:lnTo>
                    <a:pt x="2336718" y="576027"/>
                  </a:lnTo>
                  <a:lnTo>
                    <a:pt x="2336732" y="576037"/>
                  </a:lnTo>
                  <a:lnTo>
                    <a:pt x="2336749" y="576047"/>
                  </a:lnTo>
                  <a:lnTo>
                    <a:pt x="2336765" y="576055"/>
                  </a:lnTo>
                  <a:lnTo>
                    <a:pt x="2336776" y="576059"/>
                  </a:lnTo>
                  <a:lnTo>
                    <a:pt x="2336787" y="576060"/>
                  </a:lnTo>
                  <a:lnTo>
                    <a:pt x="2336797" y="576061"/>
                  </a:lnTo>
                  <a:lnTo>
                    <a:pt x="2337243" y="576115"/>
                  </a:lnTo>
                  <a:lnTo>
                    <a:pt x="2337257" y="576116"/>
                  </a:lnTo>
                  <a:lnTo>
                    <a:pt x="2337338" y="576090"/>
                  </a:lnTo>
                  <a:lnTo>
                    <a:pt x="2337342" y="576083"/>
                  </a:lnTo>
                  <a:lnTo>
                    <a:pt x="2337345" y="576076"/>
                  </a:lnTo>
                  <a:lnTo>
                    <a:pt x="2337347" y="576066"/>
                  </a:lnTo>
                  <a:lnTo>
                    <a:pt x="2337437" y="575994"/>
                  </a:lnTo>
                  <a:lnTo>
                    <a:pt x="2337644" y="576003"/>
                  </a:lnTo>
                  <a:lnTo>
                    <a:pt x="2337735" y="576034"/>
                  </a:lnTo>
                  <a:lnTo>
                    <a:pt x="2337782" y="576099"/>
                  </a:lnTo>
                  <a:lnTo>
                    <a:pt x="2337777" y="576159"/>
                  </a:lnTo>
                  <a:lnTo>
                    <a:pt x="2337783" y="576202"/>
                  </a:lnTo>
                  <a:lnTo>
                    <a:pt x="2337789" y="576223"/>
                  </a:lnTo>
                  <a:lnTo>
                    <a:pt x="2337797" y="576257"/>
                  </a:lnTo>
                  <a:lnTo>
                    <a:pt x="2337813" y="576273"/>
                  </a:lnTo>
                  <a:lnTo>
                    <a:pt x="2337889" y="576344"/>
                  </a:lnTo>
                  <a:lnTo>
                    <a:pt x="2337899" y="576348"/>
                  </a:lnTo>
                  <a:lnTo>
                    <a:pt x="2338174" y="576432"/>
                  </a:lnTo>
                  <a:lnTo>
                    <a:pt x="2338218" y="576443"/>
                  </a:lnTo>
                  <a:lnTo>
                    <a:pt x="2338270" y="576425"/>
                  </a:lnTo>
                  <a:lnTo>
                    <a:pt x="2338315" y="576409"/>
                  </a:lnTo>
                  <a:lnTo>
                    <a:pt x="2338328" y="576406"/>
                  </a:lnTo>
                  <a:lnTo>
                    <a:pt x="2338342" y="576405"/>
                  </a:lnTo>
                  <a:lnTo>
                    <a:pt x="2338356" y="576410"/>
                  </a:lnTo>
                  <a:lnTo>
                    <a:pt x="2338368" y="576417"/>
                  </a:lnTo>
                  <a:lnTo>
                    <a:pt x="2338377" y="576424"/>
                  </a:lnTo>
                  <a:lnTo>
                    <a:pt x="2338546" y="576526"/>
                  </a:lnTo>
                  <a:lnTo>
                    <a:pt x="2338802" y="576724"/>
                  </a:lnTo>
                  <a:lnTo>
                    <a:pt x="2338809" y="576732"/>
                  </a:lnTo>
                  <a:lnTo>
                    <a:pt x="2338812" y="576737"/>
                  </a:lnTo>
                  <a:lnTo>
                    <a:pt x="2338814" y="576747"/>
                  </a:lnTo>
                  <a:lnTo>
                    <a:pt x="2338816" y="576756"/>
                  </a:lnTo>
                  <a:lnTo>
                    <a:pt x="2338816" y="576764"/>
                  </a:lnTo>
                  <a:lnTo>
                    <a:pt x="2338817" y="576772"/>
                  </a:lnTo>
                  <a:lnTo>
                    <a:pt x="2338813" y="576782"/>
                  </a:lnTo>
                  <a:lnTo>
                    <a:pt x="2338809" y="576794"/>
                  </a:lnTo>
                  <a:lnTo>
                    <a:pt x="2338791" y="576819"/>
                  </a:lnTo>
                  <a:lnTo>
                    <a:pt x="2338780" y="576831"/>
                  </a:lnTo>
                  <a:lnTo>
                    <a:pt x="2338768" y="576842"/>
                  </a:lnTo>
                  <a:lnTo>
                    <a:pt x="2338755" y="576852"/>
                  </a:lnTo>
                  <a:lnTo>
                    <a:pt x="2338744" y="576861"/>
                  </a:lnTo>
                  <a:lnTo>
                    <a:pt x="2338735" y="576871"/>
                  </a:lnTo>
                  <a:lnTo>
                    <a:pt x="2338726" y="576882"/>
                  </a:lnTo>
                  <a:lnTo>
                    <a:pt x="2338722" y="576890"/>
                  </a:lnTo>
                  <a:lnTo>
                    <a:pt x="2338678" y="576965"/>
                  </a:lnTo>
                  <a:lnTo>
                    <a:pt x="2338674" y="576974"/>
                  </a:lnTo>
                  <a:lnTo>
                    <a:pt x="2338671" y="576986"/>
                  </a:lnTo>
                  <a:lnTo>
                    <a:pt x="2338667" y="577025"/>
                  </a:lnTo>
                  <a:lnTo>
                    <a:pt x="2338667" y="577039"/>
                  </a:lnTo>
                  <a:lnTo>
                    <a:pt x="2338668" y="577048"/>
                  </a:lnTo>
                  <a:lnTo>
                    <a:pt x="2338671" y="577059"/>
                  </a:lnTo>
                  <a:lnTo>
                    <a:pt x="2338675" y="577072"/>
                  </a:lnTo>
                  <a:lnTo>
                    <a:pt x="2338680" y="577083"/>
                  </a:lnTo>
                  <a:lnTo>
                    <a:pt x="2338688" y="577094"/>
                  </a:lnTo>
                  <a:lnTo>
                    <a:pt x="2338800" y="577220"/>
                  </a:lnTo>
                  <a:lnTo>
                    <a:pt x="2338816" y="577233"/>
                  </a:lnTo>
                  <a:lnTo>
                    <a:pt x="2338840" y="577247"/>
                  </a:lnTo>
                  <a:lnTo>
                    <a:pt x="2338919" y="577405"/>
                  </a:lnTo>
                  <a:lnTo>
                    <a:pt x="2338969" y="577542"/>
                  </a:lnTo>
                  <a:lnTo>
                    <a:pt x="2338969" y="577557"/>
                  </a:lnTo>
                  <a:lnTo>
                    <a:pt x="2338979" y="577680"/>
                  </a:lnTo>
                  <a:lnTo>
                    <a:pt x="2338983" y="577696"/>
                  </a:lnTo>
                  <a:lnTo>
                    <a:pt x="2338990" y="577712"/>
                  </a:lnTo>
                  <a:lnTo>
                    <a:pt x="2339000" y="577723"/>
                  </a:lnTo>
                  <a:lnTo>
                    <a:pt x="2339011" y="577730"/>
                  </a:lnTo>
                  <a:lnTo>
                    <a:pt x="2339023" y="577734"/>
                  </a:lnTo>
                  <a:lnTo>
                    <a:pt x="2339043" y="577735"/>
                  </a:lnTo>
                  <a:lnTo>
                    <a:pt x="2339059" y="577734"/>
                  </a:lnTo>
                  <a:lnTo>
                    <a:pt x="2339071" y="577731"/>
                  </a:lnTo>
                  <a:lnTo>
                    <a:pt x="2339084" y="577727"/>
                  </a:lnTo>
                  <a:lnTo>
                    <a:pt x="2339096" y="577725"/>
                  </a:lnTo>
                  <a:lnTo>
                    <a:pt x="2339146" y="577723"/>
                  </a:lnTo>
                  <a:lnTo>
                    <a:pt x="2339166" y="577723"/>
                  </a:lnTo>
                  <a:lnTo>
                    <a:pt x="2339187" y="577726"/>
                  </a:lnTo>
                  <a:lnTo>
                    <a:pt x="2339250" y="577748"/>
                  </a:lnTo>
                  <a:lnTo>
                    <a:pt x="2339263" y="577759"/>
                  </a:lnTo>
                  <a:lnTo>
                    <a:pt x="2339275" y="577770"/>
                  </a:lnTo>
                  <a:lnTo>
                    <a:pt x="2339286" y="577784"/>
                  </a:lnTo>
                  <a:lnTo>
                    <a:pt x="2339294" y="577797"/>
                  </a:lnTo>
                  <a:lnTo>
                    <a:pt x="2339435" y="578027"/>
                  </a:lnTo>
                  <a:lnTo>
                    <a:pt x="2339601" y="578340"/>
                  </a:lnTo>
                  <a:lnTo>
                    <a:pt x="2339612" y="578362"/>
                  </a:lnTo>
                  <a:lnTo>
                    <a:pt x="2339645" y="578513"/>
                  </a:lnTo>
                  <a:lnTo>
                    <a:pt x="2339646" y="578524"/>
                  </a:lnTo>
                  <a:lnTo>
                    <a:pt x="2339643" y="578529"/>
                  </a:lnTo>
                  <a:lnTo>
                    <a:pt x="2339679" y="578626"/>
                  </a:lnTo>
                  <a:lnTo>
                    <a:pt x="2339763" y="578676"/>
                  </a:lnTo>
                  <a:lnTo>
                    <a:pt x="2339949" y="578600"/>
                  </a:lnTo>
                  <a:lnTo>
                    <a:pt x="2340127" y="578568"/>
                  </a:lnTo>
                  <a:lnTo>
                    <a:pt x="2340139" y="578561"/>
                  </a:lnTo>
                  <a:lnTo>
                    <a:pt x="2340200" y="578502"/>
                  </a:lnTo>
                  <a:lnTo>
                    <a:pt x="2340206" y="578502"/>
                  </a:lnTo>
                  <a:lnTo>
                    <a:pt x="2340219" y="578511"/>
                  </a:lnTo>
                  <a:lnTo>
                    <a:pt x="2340235" y="578525"/>
                  </a:lnTo>
                  <a:lnTo>
                    <a:pt x="2340250" y="578543"/>
                  </a:lnTo>
                  <a:lnTo>
                    <a:pt x="2340256" y="578556"/>
                  </a:lnTo>
                  <a:lnTo>
                    <a:pt x="2340261" y="578569"/>
                  </a:lnTo>
                  <a:lnTo>
                    <a:pt x="2340262" y="578582"/>
                  </a:lnTo>
                  <a:lnTo>
                    <a:pt x="2340338" y="579003"/>
                  </a:lnTo>
                  <a:lnTo>
                    <a:pt x="2340345" y="579014"/>
                  </a:lnTo>
                  <a:lnTo>
                    <a:pt x="2340351" y="579029"/>
                  </a:lnTo>
                  <a:lnTo>
                    <a:pt x="2340356" y="579045"/>
                  </a:lnTo>
                  <a:lnTo>
                    <a:pt x="2340356" y="579055"/>
                  </a:lnTo>
                  <a:lnTo>
                    <a:pt x="2340344" y="579112"/>
                  </a:lnTo>
                  <a:lnTo>
                    <a:pt x="2340338" y="579125"/>
                  </a:lnTo>
                  <a:lnTo>
                    <a:pt x="2340329" y="579139"/>
                  </a:lnTo>
                  <a:lnTo>
                    <a:pt x="2340319" y="579154"/>
                  </a:lnTo>
                  <a:lnTo>
                    <a:pt x="2340306" y="579164"/>
                  </a:lnTo>
                  <a:lnTo>
                    <a:pt x="2340288" y="579175"/>
                  </a:lnTo>
                  <a:lnTo>
                    <a:pt x="2340251" y="579191"/>
                  </a:lnTo>
                  <a:lnTo>
                    <a:pt x="2340228" y="579195"/>
                  </a:lnTo>
                  <a:lnTo>
                    <a:pt x="2340210" y="579198"/>
                  </a:lnTo>
                  <a:lnTo>
                    <a:pt x="2340203" y="579193"/>
                  </a:lnTo>
                  <a:lnTo>
                    <a:pt x="2340190" y="579183"/>
                  </a:lnTo>
                  <a:lnTo>
                    <a:pt x="2340152" y="579135"/>
                  </a:lnTo>
                  <a:lnTo>
                    <a:pt x="2340127" y="579102"/>
                  </a:lnTo>
                  <a:lnTo>
                    <a:pt x="2340115" y="579083"/>
                  </a:lnTo>
                  <a:lnTo>
                    <a:pt x="2340100" y="579070"/>
                  </a:lnTo>
                  <a:lnTo>
                    <a:pt x="2340092" y="579063"/>
                  </a:lnTo>
                  <a:lnTo>
                    <a:pt x="2340081" y="579060"/>
                  </a:lnTo>
                  <a:lnTo>
                    <a:pt x="2340066" y="579059"/>
                  </a:lnTo>
                  <a:lnTo>
                    <a:pt x="2340051" y="579060"/>
                  </a:lnTo>
                  <a:lnTo>
                    <a:pt x="2340028" y="579068"/>
                  </a:lnTo>
                  <a:lnTo>
                    <a:pt x="2340013" y="579074"/>
                  </a:lnTo>
                  <a:lnTo>
                    <a:pt x="2339967" y="579101"/>
                  </a:lnTo>
                  <a:lnTo>
                    <a:pt x="2339945" y="579122"/>
                  </a:lnTo>
                  <a:lnTo>
                    <a:pt x="2339924" y="579145"/>
                  </a:lnTo>
                  <a:lnTo>
                    <a:pt x="2339830" y="579261"/>
                  </a:lnTo>
                  <a:lnTo>
                    <a:pt x="2339817" y="579280"/>
                  </a:lnTo>
                  <a:lnTo>
                    <a:pt x="2339805" y="579300"/>
                  </a:lnTo>
                  <a:lnTo>
                    <a:pt x="2339793" y="579326"/>
                  </a:lnTo>
                  <a:lnTo>
                    <a:pt x="2339791" y="579351"/>
                  </a:lnTo>
                  <a:lnTo>
                    <a:pt x="2339792" y="579371"/>
                  </a:lnTo>
                  <a:lnTo>
                    <a:pt x="2339796" y="579388"/>
                  </a:lnTo>
                  <a:lnTo>
                    <a:pt x="2339805" y="579408"/>
                  </a:lnTo>
                  <a:lnTo>
                    <a:pt x="2339818" y="579428"/>
                  </a:lnTo>
                  <a:lnTo>
                    <a:pt x="2339833" y="579447"/>
                  </a:lnTo>
                  <a:lnTo>
                    <a:pt x="2339855" y="579465"/>
                  </a:lnTo>
                  <a:lnTo>
                    <a:pt x="2339878" y="579478"/>
                  </a:lnTo>
                  <a:lnTo>
                    <a:pt x="2340003" y="579601"/>
                  </a:lnTo>
                  <a:lnTo>
                    <a:pt x="2340088" y="579674"/>
                  </a:lnTo>
                  <a:lnTo>
                    <a:pt x="2340088" y="579680"/>
                  </a:lnTo>
                  <a:lnTo>
                    <a:pt x="2340111" y="579741"/>
                  </a:lnTo>
                  <a:lnTo>
                    <a:pt x="2340120" y="579758"/>
                  </a:lnTo>
                  <a:lnTo>
                    <a:pt x="2340129" y="579772"/>
                  </a:lnTo>
                  <a:lnTo>
                    <a:pt x="2340155" y="579805"/>
                  </a:lnTo>
                  <a:lnTo>
                    <a:pt x="2340169" y="579820"/>
                  </a:lnTo>
                  <a:lnTo>
                    <a:pt x="2340183" y="579832"/>
                  </a:lnTo>
                  <a:lnTo>
                    <a:pt x="2340205" y="579843"/>
                  </a:lnTo>
                  <a:lnTo>
                    <a:pt x="2340288" y="579872"/>
                  </a:lnTo>
                  <a:lnTo>
                    <a:pt x="2340343" y="579882"/>
                  </a:lnTo>
                  <a:lnTo>
                    <a:pt x="2340355" y="579884"/>
                  </a:lnTo>
                  <a:lnTo>
                    <a:pt x="2340363" y="579882"/>
                  </a:lnTo>
                  <a:lnTo>
                    <a:pt x="2340375" y="579873"/>
                  </a:lnTo>
                  <a:lnTo>
                    <a:pt x="2340503" y="579785"/>
                  </a:lnTo>
                  <a:lnTo>
                    <a:pt x="2340738" y="579794"/>
                  </a:lnTo>
                  <a:lnTo>
                    <a:pt x="2340757" y="579797"/>
                  </a:lnTo>
                  <a:lnTo>
                    <a:pt x="2340769" y="579802"/>
                  </a:lnTo>
                  <a:lnTo>
                    <a:pt x="2340787" y="579812"/>
                  </a:lnTo>
                  <a:lnTo>
                    <a:pt x="2340797" y="579822"/>
                  </a:lnTo>
                  <a:lnTo>
                    <a:pt x="2340800" y="579830"/>
                  </a:lnTo>
                  <a:lnTo>
                    <a:pt x="2340821" y="579916"/>
                  </a:lnTo>
                  <a:lnTo>
                    <a:pt x="2340819" y="579926"/>
                  </a:lnTo>
                  <a:lnTo>
                    <a:pt x="2340804" y="579946"/>
                  </a:lnTo>
                  <a:lnTo>
                    <a:pt x="2340793" y="579956"/>
                  </a:lnTo>
                  <a:lnTo>
                    <a:pt x="2340703" y="580025"/>
                  </a:lnTo>
                  <a:lnTo>
                    <a:pt x="2340607" y="580099"/>
                  </a:lnTo>
                  <a:lnTo>
                    <a:pt x="2340587" y="580111"/>
                  </a:lnTo>
                  <a:lnTo>
                    <a:pt x="2340555" y="580136"/>
                  </a:lnTo>
                  <a:lnTo>
                    <a:pt x="2340545" y="580145"/>
                  </a:lnTo>
                  <a:lnTo>
                    <a:pt x="2340541" y="580156"/>
                  </a:lnTo>
                  <a:lnTo>
                    <a:pt x="2340539" y="580168"/>
                  </a:lnTo>
                  <a:lnTo>
                    <a:pt x="2340540" y="580183"/>
                  </a:lnTo>
                  <a:lnTo>
                    <a:pt x="2340544" y="580198"/>
                  </a:lnTo>
                  <a:lnTo>
                    <a:pt x="2340552" y="580212"/>
                  </a:lnTo>
                  <a:lnTo>
                    <a:pt x="2340567" y="580231"/>
                  </a:lnTo>
                  <a:lnTo>
                    <a:pt x="2340601" y="580266"/>
                  </a:lnTo>
                  <a:lnTo>
                    <a:pt x="2340617" y="580281"/>
                  </a:lnTo>
                  <a:lnTo>
                    <a:pt x="2340644" y="580301"/>
                  </a:lnTo>
                  <a:lnTo>
                    <a:pt x="2340669" y="580318"/>
                  </a:lnTo>
                  <a:lnTo>
                    <a:pt x="2340693" y="580331"/>
                  </a:lnTo>
                  <a:lnTo>
                    <a:pt x="2340748" y="580371"/>
                  </a:lnTo>
                  <a:lnTo>
                    <a:pt x="2340767" y="580386"/>
                  </a:lnTo>
                  <a:lnTo>
                    <a:pt x="2340787" y="580408"/>
                  </a:lnTo>
                  <a:lnTo>
                    <a:pt x="2340808" y="580432"/>
                  </a:lnTo>
                  <a:lnTo>
                    <a:pt x="2340837" y="580476"/>
                  </a:lnTo>
                  <a:lnTo>
                    <a:pt x="2340853" y="580501"/>
                  </a:lnTo>
                  <a:lnTo>
                    <a:pt x="2340872" y="580533"/>
                  </a:lnTo>
                  <a:lnTo>
                    <a:pt x="2340875" y="580541"/>
                  </a:lnTo>
                  <a:lnTo>
                    <a:pt x="2340816" y="580882"/>
                  </a:lnTo>
                  <a:lnTo>
                    <a:pt x="2340812" y="580906"/>
                  </a:lnTo>
                  <a:lnTo>
                    <a:pt x="2340853" y="581198"/>
                  </a:lnTo>
                  <a:lnTo>
                    <a:pt x="2340863" y="581218"/>
                  </a:lnTo>
                  <a:lnTo>
                    <a:pt x="2340865" y="581237"/>
                  </a:lnTo>
                  <a:lnTo>
                    <a:pt x="2340863" y="581253"/>
                  </a:lnTo>
                  <a:lnTo>
                    <a:pt x="2340852" y="581279"/>
                  </a:lnTo>
                  <a:lnTo>
                    <a:pt x="2340835" y="581293"/>
                  </a:lnTo>
                  <a:lnTo>
                    <a:pt x="2340811" y="581309"/>
                  </a:lnTo>
                  <a:lnTo>
                    <a:pt x="2340711" y="581359"/>
                  </a:lnTo>
                  <a:lnTo>
                    <a:pt x="2340698" y="581363"/>
                  </a:lnTo>
                  <a:lnTo>
                    <a:pt x="2340685" y="581366"/>
                  </a:lnTo>
                  <a:lnTo>
                    <a:pt x="2340644" y="581365"/>
                  </a:lnTo>
                  <a:lnTo>
                    <a:pt x="2340619" y="581359"/>
                  </a:lnTo>
                  <a:lnTo>
                    <a:pt x="2340595" y="581358"/>
                  </a:lnTo>
                  <a:lnTo>
                    <a:pt x="2340574" y="581359"/>
                  </a:lnTo>
                  <a:lnTo>
                    <a:pt x="2340557" y="581359"/>
                  </a:lnTo>
                  <a:lnTo>
                    <a:pt x="2340537" y="581364"/>
                  </a:lnTo>
                  <a:lnTo>
                    <a:pt x="2340515" y="581372"/>
                  </a:lnTo>
                  <a:lnTo>
                    <a:pt x="2340489" y="581385"/>
                  </a:lnTo>
                  <a:lnTo>
                    <a:pt x="2340465" y="581399"/>
                  </a:lnTo>
                  <a:lnTo>
                    <a:pt x="2340416" y="581427"/>
                  </a:lnTo>
                  <a:lnTo>
                    <a:pt x="2340402" y="581438"/>
                  </a:lnTo>
                  <a:lnTo>
                    <a:pt x="2340389" y="581450"/>
                  </a:lnTo>
                  <a:lnTo>
                    <a:pt x="2340374" y="581467"/>
                  </a:lnTo>
                  <a:lnTo>
                    <a:pt x="2340364" y="581485"/>
                  </a:lnTo>
                  <a:lnTo>
                    <a:pt x="2340202" y="581643"/>
                  </a:lnTo>
                  <a:lnTo>
                    <a:pt x="2340065" y="581746"/>
                  </a:lnTo>
                  <a:lnTo>
                    <a:pt x="2339928" y="581814"/>
                  </a:lnTo>
                  <a:lnTo>
                    <a:pt x="2339920" y="581819"/>
                  </a:lnTo>
                  <a:lnTo>
                    <a:pt x="2339908" y="581828"/>
                  </a:lnTo>
                  <a:lnTo>
                    <a:pt x="2339896" y="581839"/>
                  </a:lnTo>
                  <a:lnTo>
                    <a:pt x="2339888" y="581848"/>
                  </a:lnTo>
                  <a:lnTo>
                    <a:pt x="2339880" y="581862"/>
                  </a:lnTo>
                  <a:lnTo>
                    <a:pt x="2339875" y="581874"/>
                  </a:lnTo>
                  <a:lnTo>
                    <a:pt x="2339750" y="582242"/>
                  </a:lnTo>
                  <a:lnTo>
                    <a:pt x="2339749" y="582257"/>
                  </a:lnTo>
                  <a:lnTo>
                    <a:pt x="2339752" y="582539"/>
                  </a:lnTo>
                  <a:lnTo>
                    <a:pt x="2339753" y="582554"/>
                  </a:lnTo>
                  <a:lnTo>
                    <a:pt x="2339757" y="582578"/>
                  </a:lnTo>
                  <a:lnTo>
                    <a:pt x="2339763" y="582591"/>
                  </a:lnTo>
                  <a:lnTo>
                    <a:pt x="2339771" y="582603"/>
                  </a:lnTo>
                  <a:lnTo>
                    <a:pt x="2339780" y="582614"/>
                  </a:lnTo>
                  <a:lnTo>
                    <a:pt x="2339793" y="582623"/>
                  </a:lnTo>
                  <a:lnTo>
                    <a:pt x="2339810" y="582632"/>
                  </a:lnTo>
                  <a:lnTo>
                    <a:pt x="2339830" y="582638"/>
                  </a:lnTo>
                  <a:lnTo>
                    <a:pt x="2339852" y="582638"/>
                  </a:lnTo>
                  <a:lnTo>
                    <a:pt x="2339873" y="582634"/>
                  </a:lnTo>
                  <a:lnTo>
                    <a:pt x="2339889" y="582628"/>
                  </a:lnTo>
                  <a:lnTo>
                    <a:pt x="2339922" y="582609"/>
                  </a:lnTo>
                  <a:lnTo>
                    <a:pt x="2339969" y="582581"/>
                  </a:lnTo>
                  <a:lnTo>
                    <a:pt x="2339978" y="582582"/>
                  </a:lnTo>
                  <a:lnTo>
                    <a:pt x="2340023" y="582620"/>
                  </a:lnTo>
                  <a:lnTo>
                    <a:pt x="2340036" y="582632"/>
                  </a:lnTo>
                  <a:lnTo>
                    <a:pt x="2340044" y="582644"/>
                  </a:lnTo>
                  <a:lnTo>
                    <a:pt x="2340173" y="582820"/>
                  </a:lnTo>
                  <a:lnTo>
                    <a:pt x="2340184" y="582838"/>
                  </a:lnTo>
                  <a:lnTo>
                    <a:pt x="2340193" y="582852"/>
                  </a:lnTo>
                  <a:lnTo>
                    <a:pt x="2340200" y="582865"/>
                  </a:lnTo>
                  <a:lnTo>
                    <a:pt x="2340205" y="582875"/>
                  </a:lnTo>
                  <a:lnTo>
                    <a:pt x="2340206" y="582890"/>
                  </a:lnTo>
                  <a:lnTo>
                    <a:pt x="2340206" y="582904"/>
                  </a:lnTo>
                  <a:lnTo>
                    <a:pt x="2340203" y="582920"/>
                  </a:lnTo>
                  <a:lnTo>
                    <a:pt x="2340194" y="582933"/>
                  </a:lnTo>
                  <a:lnTo>
                    <a:pt x="2340183" y="582948"/>
                  </a:lnTo>
                  <a:lnTo>
                    <a:pt x="2340105" y="583022"/>
                  </a:lnTo>
                  <a:lnTo>
                    <a:pt x="2340090" y="583033"/>
                  </a:lnTo>
                  <a:lnTo>
                    <a:pt x="2340067" y="583047"/>
                  </a:lnTo>
                  <a:lnTo>
                    <a:pt x="2340024" y="583072"/>
                  </a:lnTo>
                  <a:lnTo>
                    <a:pt x="2340002" y="583083"/>
                  </a:lnTo>
                  <a:lnTo>
                    <a:pt x="2339855" y="583154"/>
                  </a:lnTo>
                  <a:lnTo>
                    <a:pt x="2339840" y="583159"/>
                  </a:lnTo>
                  <a:lnTo>
                    <a:pt x="2339820" y="583164"/>
                  </a:lnTo>
                  <a:lnTo>
                    <a:pt x="2339795" y="583164"/>
                  </a:lnTo>
                  <a:lnTo>
                    <a:pt x="2339769" y="583161"/>
                  </a:lnTo>
                  <a:lnTo>
                    <a:pt x="2339754" y="583157"/>
                  </a:lnTo>
                  <a:lnTo>
                    <a:pt x="2339742" y="583152"/>
                  </a:lnTo>
                  <a:lnTo>
                    <a:pt x="2339729" y="583142"/>
                  </a:lnTo>
                  <a:lnTo>
                    <a:pt x="2339719" y="583133"/>
                  </a:lnTo>
                  <a:lnTo>
                    <a:pt x="2339700" y="583122"/>
                  </a:lnTo>
                  <a:lnTo>
                    <a:pt x="2339661" y="583102"/>
                  </a:lnTo>
                  <a:lnTo>
                    <a:pt x="2339648" y="583096"/>
                  </a:lnTo>
                  <a:lnTo>
                    <a:pt x="2339618" y="583083"/>
                  </a:lnTo>
                  <a:lnTo>
                    <a:pt x="2339596" y="583076"/>
                  </a:lnTo>
                  <a:lnTo>
                    <a:pt x="2339581" y="583071"/>
                  </a:lnTo>
                  <a:lnTo>
                    <a:pt x="2339568" y="583071"/>
                  </a:lnTo>
                  <a:lnTo>
                    <a:pt x="2339557" y="583074"/>
                  </a:lnTo>
                  <a:lnTo>
                    <a:pt x="2339544" y="583082"/>
                  </a:lnTo>
                  <a:lnTo>
                    <a:pt x="2339536" y="583087"/>
                  </a:lnTo>
                  <a:lnTo>
                    <a:pt x="2339477" y="583139"/>
                  </a:lnTo>
                  <a:lnTo>
                    <a:pt x="2339363" y="583261"/>
                  </a:lnTo>
                  <a:lnTo>
                    <a:pt x="2339345" y="583290"/>
                  </a:lnTo>
                  <a:lnTo>
                    <a:pt x="2339341" y="583301"/>
                  </a:lnTo>
                  <a:lnTo>
                    <a:pt x="2339338" y="583314"/>
                  </a:lnTo>
                  <a:lnTo>
                    <a:pt x="2339338" y="583328"/>
                  </a:lnTo>
                  <a:lnTo>
                    <a:pt x="2339338" y="583337"/>
                  </a:lnTo>
                  <a:lnTo>
                    <a:pt x="2339341" y="583352"/>
                  </a:lnTo>
                  <a:lnTo>
                    <a:pt x="2339348" y="583370"/>
                  </a:lnTo>
                  <a:lnTo>
                    <a:pt x="2339363" y="583401"/>
                  </a:lnTo>
                  <a:lnTo>
                    <a:pt x="2339370" y="583415"/>
                  </a:lnTo>
                  <a:lnTo>
                    <a:pt x="2339400" y="583467"/>
                  </a:lnTo>
                  <a:lnTo>
                    <a:pt x="2339428" y="583514"/>
                  </a:lnTo>
                  <a:lnTo>
                    <a:pt x="2339434" y="583528"/>
                  </a:lnTo>
                  <a:lnTo>
                    <a:pt x="2339435" y="583542"/>
                  </a:lnTo>
                  <a:lnTo>
                    <a:pt x="2339436" y="583564"/>
                  </a:lnTo>
                  <a:lnTo>
                    <a:pt x="2339433" y="583598"/>
                  </a:lnTo>
                  <a:lnTo>
                    <a:pt x="2339432" y="583613"/>
                  </a:lnTo>
                  <a:lnTo>
                    <a:pt x="2339429" y="583624"/>
                  </a:lnTo>
                  <a:lnTo>
                    <a:pt x="2339424" y="583635"/>
                  </a:lnTo>
                  <a:lnTo>
                    <a:pt x="2339417" y="583646"/>
                  </a:lnTo>
                  <a:lnTo>
                    <a:pt x="2339407" y="583658"/>
                  </a:lnTo>
                  <a:lnTo>
                    <a:pt x="2339399" y="583667"/>
                  </a:lnTo>
                  <a:lnTo>
                    <a:pt x="2339369" y="583683"/>
                  </a:lnTo>
                  <a:lnTo>
                    <a:pt x="2339352" y="583695"/>
                  </a:lnTo>
                  <a:lnTo>
                    <a:pt x="2338947" y="583963"/>
                  </a:lnTo>
                  <a:lnTo>
                    <a:pt x="2338784" y="584101"/>
                  </a:lnTo>
                  <a:lnTo>
                    <a:pt x="2338745" y="584125"/>
                  </a:lnTo>
                  <a:lnTo>
                    <a:pt x="2338618" y="584290"/>
                  </a:lnTo>
                  <a:lnTo>
                    <a:pt x="2338569" y="584348"/>
                  </a:lnTo>
                  <a:lnTo>
                    <a:pt x="2338556" y="584366"/>
                  </a:lnTo>
                  <a:lnTo>
                    <a:pt x="2338540" y="584408"/>
                  </a:lnTo>
                  <a:lnTo>
                    <a:pt x="2338535" y="584426"/>
                  </a:lnTo>
                  <a:lnTo>
                    <a:pt x="2338533" y="584440"/>
                  </a:lnTo>
                  <a:lnTo>
                    <a:pt x="2338529" y="584454"/>
                  </a:lnTo>
                  <a:lnTo>
                    <a:pt x="2338518" y="584481"/>
                  </a:lnTo>
                  <a:lnTo>
                    <a:pt x="2338512" y="584492"/>
                  </a:lnTo>
                  <a:lnTo>
                    <a:pt x="2338466" y="584550"/>
                  </a:lnTo>
                  <a:lnTo>
                    <a:pt x="2338451" y="584562"/>
                  </a:lnTo>
                  <a:lnTo>
                    <a:pt x="2338436" y="584571"/>
                  </a:lnTo>
                  <a:lnTo>
                    <a:pt x="2338413" y="584574"/>
                  </a:lnTo>
                  <a:lnTo>
                    <a:pt x="2338353" y="584579"/>
                  </a:lnTo>
                  <a:lnTo>
                    <a:pt x="2338325" y="584581"/>
                  </a:lnTo>
                  <a:lnTo>
                    <a:pt x="2338263" y="584580"/>
                  </a:lnTo>
                  <a:lnTo>
                    <a:pt x="2338237" y="584578"/>
                  </a:lnTo>
                  <a:lnTo>
                    <a:pt x="2338056" y="584636"/>
                  </a:lnTo>
                  <a:lnTo>
                    <a:pt x="2338040" y="584661"/>
                  </a:lnTo>
                  <a:lnTo>
                    <a:pt x="2338007" y="584715"/>
                  </a:lnTo>
                  <a:lnTo>
                    <a:pt x="2338002" y="584721"/>
                  </a:lnTo>
                  <a:lnTo>
                    <a:pt x="2337996" y="584729"/>
                  </a:lnTo>
                  <a:lnTo>
                    <a:pt x="2337955" y="584747"/>
                  </a:lnTo>
                  <a:lnTo>
                    <a:pt x="2337938" y="584752"/>
                  </a:lnTo>
                  <a:lnTo>
                    <a:pt x="2337839" y="584778"/>
                  </a:lnTo>
                  <a:lnTo>
                    <a:pt x="2337760" y="584799"/>
                  </a:lnTo>
                  <a:lnTo>
                    <a:pt x="2337728" y="584805"/>
                  </a:lnTo>
                  <a:lnTo>
                    <a:pt x="2337687" y="584808"/>
                  </a:lnTo>
                  <a:lnTo>
                    <a:pt x="2337645" y="584814"/>
                  </a:lnTo>
                  <a:lnTo>
                    <a:pt x="2337625" y="584819"/>
                  </a:lnTo>
                  <a:lnTo>
                    <a:pt x="2337611" y="584821"/>
                  </a:lnTo>
                  <a:lnTo>
                    <a:pt x="2337586" y="584832"/>
                  </a:lnTo>
                  <a:lnTo>
                    <a:pt x="2337574" y="584840"/>
                  </a:lnTo>
                  <a:lnTo>
                    <a:pt x="2337401" y="585151"/>
                  </a:lnTo>
                  <a:lnTo>
                    <a:pt x="2337548" y="585279"/>
                  </a:lnTo>
                  <a:lnTo>
                    <a:pt x="2337597" y="585292"/>
                  </a:lnTo>
                  <a:lnTo>
                    <a:pt x="2337658" y="585317"/>
                  </a:lnTo>
                  <a:lnTo>
                    <a:pt x="2337669" y="585321"/>
                  </a:lnTo>
                  <a:lnTo>
                    <a:pt x="2337725" y="585347"/>
                  </a:lnTo>
                  <a:lnTo>
                    <a:pt x="2337734" y="585357"/>
                  </a:lnTo>
                  <a:lnTo>
                    <a:pt x="2337740" y="585373"/>
                  </a:lnTo>
                  <a:lnTo>
                    <a:pt x="2337744" y="585402"/>
                  </a:lnTo>
                  <a:lnTo>
                    <a:pt x="2337753" y="585464"/>
                  </a:lnTo>
                  <a:lnTo>
                    <a:pt x="2337754" y="585492"/>
                  </a:lnTo>
                  <a:lnTo>
                    <a:pt x="2337745" y="585541"/>
                  </a:lnTo>
                  <a:lnTo>
                    <a:pt x="2337733" y="585558"/>
                  </a:lnTo>
                  <a:lnTo>
                    <a:pt x="2337721" y="585579"/>
                  </a:lnTo>
                  <a:lnTo>
                    <a:pt x="2337716" y="585596"/>
                  </a:lnTo>
                  <a:lnTo>
                    <a:pt x="2337710" y="585668"/>
                  </a:lnTo>
                  <a:lnTo>
                    <a:pt x="2337710" y="585708"/>
                  </a:lnTo>
                  <a:lnTo>
                    <a:pt x="2337718" y="585808"/>
                  </a:lnTo>
                  <a:lnTo>
                    <a:pt x="2337716" y="585919"/>
                  </a:lnTo>
                  <a:lnTo>
                    <a:pt x="2337712" y="585939"/>
                  </a:lnTo>
                  <a:lnTo>
                    <a:pt x="2337687" y="586023"/>
                  </a:lnTo>
                  <a:lnTo>
                    <a:pt x="2337679" y="586040"/>
                  </a:lnTo>
                  <a:lnTo>
                    <a:pt x="2337664" y="586051"/>
                  </a:lnTo>
                  <a:lnTo>
                    <a:pt x="2337615" y="586051"/>
                  </a:lnTo>
                  <a:lnTo>
                    <a:pt x="2337585" y="586048"/>
                  </a:lnTo>
                  <a:lnTo>
                    <a:pt x="2337559" y="586050"/>
                  </a:lnTo>
                  <a:lnTo>
                    <a:pt x="2337510" y="586080"/>
                  </a:lnTo>
                  <a:lnTo>
                    <a:pt x="2337479" y="586099"/>
                  </a:lnTo>
                  <a:lnTo>
                    <a:pt x="2337457" y="586131"/>
                  </a:lnTo>
                  <a:lnTo>
                    <a:pt x="2337456" y="586141"/>
                  </a:lnTo>
                  <a:lnTo>
                    <a:pt x="2337450" y="586181"/>
                  </a:lnTo>
                  <a:lnTo>
                    <a:pt x="2337458" y="586190"/>
                  </a:lnTo>
                  <a:lnTo>
                    <a:pt x="2337466" y="586202"/>
                  </a:lnTo>
                  <a:lnTo>
                    <a:pt x="2337479" y="586221"/>
                  </a:lnTo>
                  <a:lnTo>
                    <a:pt x="2337485" y="586243"/>
                  </a:lnTo>
                  <a:lnTo>
                    <a:pt x="2337485" y="586259"/>
                  </a:lnTo>
                  <a:lnTo>
                    <a:pt x="2337451" y="586431"/>
                  </a:lnTo>
                  <a:lnTo>
                    <a:pt x="2337394" y="586567"/>
                  </a:lnTo>
                  <a:lnTo>
                    <a:pt x="2337299" y="586783"/>
                  </a:lnTo>
                  <a:lnTo>
                    <a:pt x="2337276" y="586938"/>
                  </a:lnTo>
                  <a:lnTo>
                    <a:pt x="2337278" y="586950"/>
                  </a:lnTo>
                  <a:lnTo>
                    <a:pt x="2337357" y="586991"/>
                  </a:lnTo>
                  <a:lnTo>
                    <a:pt x="2337373" y="586996"/>
                  </a:lnTo>
                  <a:lnTo>
                    <a:pt x="2337429" y="587013"/>
                  </a:lnTo>
                  <a:lnTo>
                    <a:pt x="2337443" y="587016"/>
                  </a:lnTo>
                  <a:lnTo>
                    <a:pt x="2337483" y="587017"/>
                  </a:lnTo>
                  <a:lnTo>
                    <a:pt x="2337522" y="587014"/>
                  </a:lnTo>
                  <a:lnTo>
                    <a:pt x="2337564" y="587009"/>
                  </a:lnTo>
                  <a:lnTo>
                    <a:pt x="2337613" y="587001"/>
                  </a:lnTo>
                  <a:lnTo>
                    <a:pt x="2337657" y="586992"/>
                  </a:lnTo>
                  <a:lnTo>
                    <a:pt x="2337680" y="586992"/>
                  </a:lnTo>
                  <a:lnTo>
                    <a:pt x="2337705" y="587002"/>
                  </a:lnTo>
                  <a:lnTo>
                    <a:pt x="2337727" y="587017"/>
                  </a:lnTo>
                  <a:lnTo>
                    <a:pt x="2337746" y="587034"/>
                  </a:lnTo>
                  <a:lnTo>
                    <a:pt x="2337790" y="587122"/>
                  </a:lnTo>
                  <a:lnTo>
                    <a:pt x="2337802" y="587145"/>
                  </a:lnTo>
                  <a:lnTo>
                    <a:pt x="2337809" y="587166"/>
                  </a:lnTo>
                  <a:lnTo>
                    <a:pt x="2337812" y="587179"/>
                  </a:lnTo>
                  <a:lnTo>
                    <a:pt x="2337814" y="587200"/>
                  </a:lnTo>
                  <a:lnTo>
                    <a:pt x="2337810" y="587227"/>
                  </a:lnTo>
                  <a:lnTo>
                    <a:pt x="2337800" y="587254"/>
                  </a:lnTo>
                  <a:lnTo>
                    <a:pt x="2337786" y="587274"/>
                  </a:lnTo>
                  <a:lnTo>
                    <a:pt x="2337761" y="587293"/>
                  </a:lnTo>
                  <a:lnTo>
                    <a:pt x="2337514" y="587458"/>
                  </a:lnTo>
                  <a:lnTo>
                    <a:pt x="2337494" y="587471"/>
                  </a:lnTo>
                  <a:lnTo>
                    <a:pt x="2337460" y="587482"/>
                  </a:lnTo>
                  <a:lnTo>
                    <a:pt x="2337415" y="587487"/>
                  </a:lnTo>
                  <a:lnTo>
                    <a:pt x="2337374" y="587488"/>
                  </a:lnTo>
                  <a:lnTo>
                    <a:pt x="2337319" y="587483"/>
                  </a:lnTo>
                  <a:lnTo>
                    <a:pt x="2337250" y="587468"/>
                  </a:lnTo>
                  <a:lnTo>
                    <a:pt x="2337055" y="587445"/>
                  </a:lnTo>
                  <a:lnTo>
                    <a:pt x="2337049" y="587447"/>
                  </a:lnTo>
                  <a:lnTo>
                    <a:pt x="2337009" y="587463"/>
                  </a:lnTo>
                  <a:lnTo>
                    <a:pt x="2336984" y="587483"/>
                  </a:lnTo>
                  <a:lnTo>
                    <a:pt x="2336710" y="587732"/>
                  </a:lnTo>
                  <a:lnTo>
                    <a:pt x="2336638" y="587875"/>
                  </a:lnTo>
                  <a:lnTo>
                    <a:pt x="2336625" y="587950"/>
                  </a:lnTo>
                  <a:lnTo>
                    <a:pt x="2336621" y="587979"/>
                  </a:lnTo>
                  <a:lnTo>
                    <a:pt x="2336624" y="587995"/>
                  </a:lnTo>
                  <a:lnTo>
                    <a:pt x="2336627" y="588014"/>
                  </a:lnTo>
                  <a:lnTo>
                    <a:pt x="2336612" y="588075"/>
                  </a:lnTo>
                  <a:lnTo>
                    <a:pt x="2336593" y="588129"/>
                  </a:lnTo>
                  <a:lnTo>
                    <a:pt x="2336573" y="588162"/>
                  </a:lnTo>
                  <a:lnTo>
                    <a:pt x="2336552" y="588181"/>
                  </a:lnTo>
                  <a:lnTo>
                    <a:pt x="2336487" y="588216"/>
                  </a:lnTo>
                  <a:lnTo>
                    <a:pt x="2336463" y="588230"/>
                  </a:lnTo>
                  <a:lnTo>
                    <a:pt x="2336430" y="588237"/>
                  </a:lnTo>
                  <a:lnTo>
                    <a:pt x="2336412" y="588249"/>
                  </a:lnTo>
                  <a:lnTo>
                    <a:pt x="2336379" y="588280"/>
                  </a:lnTo>
                  <a:lnTo>
                    <a:pt x="2336370" y="588297"/>
                  </a:lnTo>
                  <a:lnTo>
                    <a:pt x="2336359" y="588333"/>
                  </a:lnTo>
                  <a:lnTo>
                    <a:pt x="2336356" y="588396"/>
                  </a:lnTo>
                  <a:lnTo>
                    <a:pt x="2336358" y="588455"/>
                  </a:lnTo>
                  <a:lnTo>
                    <a:pt x="2336358" y="588610"/>
                  </a:lnTo>
                  <a:lnTo>
                    <a:pt x="2336332" y="588843"/>
                  </a:lnTo>
                  <a:lnTo>
                    <a:pt x="2336322" y="588929"/>
                  </a:lnTo>
                  <a:lnTo>
                    <a:pt x="2336311" y="588985"/>
                  </a:lnTo>
                  <a:lnTo>
                    <a:pt x="2336296" y="589023"/>
                  </a:lnTo>
                  <a:lnTo>
                    <a:pt x="2336221" y="589114"/>
                  </a:lnTo>
                  <a:lnTo>
                    <a:pt x="2336169" y="589161"/>
                  </a:lnTo>
                  <a:lnTo>
                    <a:pt x="2336122" y="589188"/>
                  </a:lnTo>
                  <a:lnTo>
                    <a:pt x="2336083" y="589195"/>
                  </a:lnTo>
                  <a:lnTo>
                    <a:pt x="2336007" y="589185"/>
                  </a:lnTo>
                  <a:lnTo>
                    <a:pt x="2335936" y="589172"/>
                  </a:lnTo>
                  <a:lnTo>
                    <a:pt x="2335886" y="589161"/>
                  </a:lnTo>
                  <a:lnTo>
                    <a:pt x="2335854" y="589146"/>
                  </a:lnTo>
                  <a:lnTo>
                    <a:pt x="2335815" y="589121"/>
                  </a:lnTo>
                  <a:lnTo>
                    <a:pt x="2335791" y="589102"/>
                  </a:lnTo>
                  <a:lnTo>
                    <a:pt x="2335785" y="589088"/>
                  </a:lnTo>
                  <a:lnTo>
                    <a:pt x="2335763" y="589067"/>
                  </a:lnTo>
                  <a:lnTo>
                    <a:pt x="2335696" y="589044"/>
                  </a:lnTo>
                  <a:lnTo>
                    <a:pt x="2335587" y="589027"/>
                  </a:lnTo>
                  <a:lnTo>
                    <a:pt x="2335525" y="589032"/>
                  </a:lnTo>
                  <a:lnTo>
                    <a:pt x="2335512" y="589034"/>
                  </a:lnTo>
                  <a:lnTo>
                    <a:pt x="2335486" y="589036"/>
                  </a:lnTo>
                  <a:lnTo>
                    <a:pt x="2335449" y="589045"/>
                  </a:lnTo>
                  <a:lnTo>
                    <a:pt x="2335405" y="589060"/>
                  </a:lnTo>
                  <a:lnTo>
                    <a:pt x="2335181" y="589137"/>
                  </a:lnTo>
                  <a:lnTo>
                    <a:pt x="2335174" y="589142"/>
                  </a:lnTo>
                  <a:lnTo>
                    <a:pt x="2335144" y="589165"/>
                  </a:lnTo>
                  <a:lnTo>
                    <a:pt x="2334910" y="589316"/>
                  </a:lnTo>
                  <a:lnTo>
                    <a:pt x="2334624" y="589461"/>
                  </a:lnTo>
                  <a:lnTo>
                    <a:pt x="2334587" y="589487"/>
                  </a:lnTo>
                  <a:lnTo>
                    <a:pt x="2334546" y="589517"/>
                  </a:lnTo>
                  <a:lnTo>
                    <a:pt x="2334487" y="589583"/>
                  </a:lnTo>
                  <a:lnTo>
                    <a:pt x="2334469" y="589608"/>
                  </a:lnTo>
                  <a:lnTo>
                    <a:pt x="2334449" y="589650"/>
                  </a:lnTo>
                  <a:lnTo>
                    <a:pt x="2334433" y="589692"/>
                  </a:lnTo>
                  <a:lnTo>
                    <a:pt x="2334433" y="589722"/>
                  </a:lnTo>
                  <a:lnTo>
                    <a:pt x="2334441" y="589786"/>
                  </a:lnTo>
                  <a:lnTo>
                    <a:pt x="2334426" y="589835"/>
                  </a:lnTo>
                  <a:lnTo>
                    <a:pt x="2334389" y="589913"/>
                  </a:lnTo>
                  <a:lnTo>
                    <a:pt x="2334215" y="590228"/>
                  </a:lnTo>
                  <a:lnTo>
                    <a:pt x="2334171" y="590298"/>
                  </a:lnTo>
                  <a:lnTo>
                    <a:pt x="2334162" y="590309"/>
                  </a:lnTo>
                  <a:lnTo>
                    <a:pt x="2334146" y="590328"/>
                  </a:lnTo>
                  <a:lnTo>
                    <a:pt x="2334103" y="590363"/>
                  </a:lnTo>
                  <a:lnTo>
                    <a:pt x="2333974" y="590456"/>
                  </a:lnTo>
                  <a:lnTo>
                    <a:pt x="2333914" y="590485"/>
                  </a:lnTo>
                  <a:lnTo>
                    <a:pt x="2333795" y="590518"/>
                  </a:lnTo>
                  <a:lnTo>
                    <a:pt x="2333451" y="590579"/>
                  </a:lnTo>
                  <a:lnTo>
                    <a:pt x="2333404" y="590586"/>
                  </a:lnTo>
                  <a:lnTo>
                    <a:pt x="2333302" y="590546"/>
                  </a:lnTo>
                  <a:lnTo>
                    <a:pt x="2333220" y="590525"/>
                  </a:lnTo>
                  <a:lnTo>
                    <a:pt x="2333157" y="590525"/>
                  </a:lnTo>
                  <a:lnTo>
                    <a:pt x="2332862" y="590546"/>
                  </a:lnTo>
                  <a:lnTo>
                    <a:pt x="2332850" y="590550"/>
                  </a:lnTo>
                  <a:lnTo>
                    <a:pt x="2332826" y="590559"/>
                  </a:lnTo>
                  <a:lnTo>
                    <a:pt x="2332714" y="590613"/>
                  </a:lnTo>
                  <a:lnTo>
                    <a:pt x="2332675" y="590641"/>
                  </a:lnTo>
                  <a:lnTo>
                    <a:pt x="2332650" y="590665"/>
                  </a:lnTo>
                  <a:lnTo>
                    <a:pt x="2332635" y="590693"/>
                  </a:lnTo>
                  <a:lnTo>
                    <a:pt x="2332603" y="590798"/>
                  </a:lnTo>
                  <a:lnTo>
                    <a:pt x="2332599" y="590812"/>
                  </a:lnTo>
                  <a:lnTo>
                    <a:pt x="2332608" y="590888"/>
                  </a:lnTo>
                  <a:lnTo>
                    <a:pt x="2332610" y="590894"/>
                  </a:lnTo>
                  <a:lnTo>
                    <a:pt x="2332619" y="590921"/>
                  </a:lnTo>
                  <a:lnTo>
                    <a:pt x="2332628" y="590956"/>
                  </a:lnTo>
                  <a:lnTo>
                    <a:pt x="2332634" y="591003"/>
                  </a:lnTo>
                  <a:lnTo>
                    <a:pt x="2332632" y="591040"/>
                  </a:lnTo>
                  <a:lnTo>
                    <a:pt x="2332597" y="591128"/>
                  </a:lnTo>
                  <a:lnTo>
                    <a:pt x="2332581" y="591156"/>
                  </a:lnTo>
                  <a:lnTo>
                    <a:pt x="2332500" y="591269"/>
                  </a:lnTo>
                  <a:lnTo>
                    <a:pt x="2332435" y="591340"/>
                  </a:lnTo>
                  <a:lnTo>
                    <a:pt x="2332393" y="591369"/>
                  </a:lnTo>
                  <a:lnTo>
                    <a:pt x="2332212" y="591482"/>
                  </a:lnTo>
                  <a:lnTo>
                    <a:pt x="2332174" y="591500"/>
                  </a:lnTo>
                  <a:lnTo>
                    <a:pt x="2332137" y="591504"/>
                  </a:lnTo>
                  <a:lnTo>
                    <a:pt x="2332104" y="591495"/>
                  </a:lnTo>
                  <a:lnTo>
                    <a:pt x="2332005" y="591439"/>
                  </a:lnTo>
                  <a:lnTo>
                    <a:pt x="2331981" y="591408"/>
                  </a:lnTo>
                  <a:lnTo>
                    <a:pt x="2331972" y="591398"/>
                  </a:lnTo>
                  <a:lnTo>
                    <a:pt x="2331933" y="591324"/>
                  </a:lnTo>
                  <a:lnTo>
                    <a:pt x="2331923" y="591311"/>
                  </a:lnTo>
                  <a:lnTo>
                    <a:pt x="2331887" y="591262"/>
                  </a:lnTo>
                  <a:lnTo>
                    <a:pt x="2331852" y="591223"/>
                  </a:lnTo>
                  <a:lnTo>
                    <a:pt x="2331828" y="591196"/>
                  </a:lnTo>
                  <a:lnTo>
                    <a:pt x="2331744" y="591119"/>
                  </a:lnTo>
                  <a:lnTo>
                    <a:pt x="2331661" y="591072"/>
                  </a:lnTo>
                  <a:lnTo>
                    <a:pt x="2331587" y="591047"/>
                  </a:lnTo>
                  <a:lnTo>
                    <a:pt x="2331508" y="591034"/>
                  </a:lnTo>
                  <a:lnTo>
                    <a:pt x="2331448" y="591033"/>
                  </a:lnTo>
                  <a:lnTo>
                    <a:pt x="2331424" y="591035"/>
                  </a:lnTo>
                  <a:lnTo>
                    <a:pt x="2331376" y="591038"/>
                  </a:lnTo>
                  <a:lnTo>
                    <a:pt x="2331237" y="591020"/>
                  </a:lnTo>
                  <a:lnTo>
                    <a:pt x="2331171" y="590991"/>
                  </a:lnTo>
                  <a:lnTo>
                    <a:pt x="2331139" y="590954"/>
                  </a:lnTo>
                  <a:lnTo>
                    <a:pt x="2331125" y="590933"/>
                  </a:lnTo>
                  <a:lnTo>
                    <a:pt x="2331122" y="590921"/>
                  </a:lnTo>
                  <a:lnTo>
                    <a:pt x="2331248" y="590679"/>
                  </a:lnTo>
                  <a:lnTo>
                    <a:pt x="2331278" y="590640"/>
                  </a:lnTo>
                  <a:lnTo>
                    <a:pt x="2331365" y="590576"/>
                  </a:lnTo>
                  <a:lnTo>
                    <a:pt x="2331490" y="590507"/>
                  </a:lnTo>
                  <a:lnTo>
                    <a:pt x="2331644" y="590460"/>
                  </a:lnTo>
                  <a:lnTo>
                    <a:pt x="2331725" y="590442"/>
                  </a:lnTo>
                  <a:lnTo>
                    <a:pt x="2331747" y="590441"/>
                  </a:lnTo>
                  <a:lnTo>
                    <a:pt x="2331783" y="590443"/>
                  </a:lnTo>
                  <a:lnTo>
                    <a:pt x="2331811" y="590445"/>
                  </a:lnTo>
                  <a:lnTo>
                    <a:pt x="2331826" y="590444"/>
                  </a:lnTo>
                  <a:lnTo>
                    <a:pt x="2331858" y="590434"/>
                  </a:lnTo>
                  <a:lnTo>
                    <a:pt x="2331882" y="590426"/>
                  </a:lnTo>
                  <a:lnTo>
                    <a:pt x="2331921" y="590393"/>
                  </a:lnTo>
                  <a:lnTo>
                    <a:pt x="2331963" y="590298"/>
                  </a:lnTo>
                  <a:lnTo>
                    <a:pt x="2331979" y="590255"/>
                  </a:lnTo>
                  <a:lnTo>
                    <a:pt x="2331943" y="590072"/>
                  </a:lnTo>
                  <a:lnTo>
                    <a:pt x="2331925" y="590014"/>
                  </a:lnTo>
                  <a:lnTo>
                    <a:pt x="2331889" y="589943"/>
                  </a:lnTo>
                  <a:lnTo>
                    <a:pt x="2331853" y="589888"/>
                  </a:lnTo>
                  <a:lnTo>
                    <a:pt x="2331789" y="589821"/>
                  </a:lnTo>
                  <a:lnTo>
                    <a:pt x="2331733" y="589781"/>
                  </a:lnTo>
                  <a:lnTo>
                    <a:pt x="2331721" y="589776"/>
                  </a:lnTo>
                  <a:lnTo>
                    <a:pt x="2331681" y="589757"/>
                  </a:lnTo>
                  <a:lnTo>
                    <a:pt x="2331643" y="589747"/>
                  </a:lnTo>
                  <a:lnTo>
                    <a:pt x="2331607" y="589759"/>
                  </a:lnTo>
                  <a:lnTo>
                    <a:pt x="2331409" y="589807"/>
                  </a:lnTo>
                  <a:lnTo>
                    <a:pt x="2331099" y="589923"/>
                  </a:lnTo>
                  <a:lnTo>
                    <a:pt x="2330973" y="589986"/>
                  </a:lnTo>
                  <a:lnTo>
                    <a:pt x="2330920" y="590030"/>
                  </a:lnTo>
                  <a:lnTo>
                    <a:pt x="2330852" y="590125"/>
                  </a:lnTo>
                  <a:lnTo>
                    <a:pt x="2330818" y="590187"/>
                  </a:lnTo>
                  <a:lnTo>
                    <a:pt x="2330816" y="590211"/>
                  </a:lnTo>
                  <a:lnTo>
                    <a:pt x="2330832" y="590261"/>
                  </a:lnTo>
                  <a:lnTo>
                    <a:pt x="2330908" y="590418"/>
                  </a:lnTo>
                  <a:lnTo>
                    <a:pt x="2330970" y="590504"/>
                  </a:lnTo>
                  <a:lnTo>
                    <a:pt x="2331003" y="590549"/>
                  </a:lnTo>
                  <a:lnTo>
                    <a:pt x="2331006" y="590569"/>
                  </a:lnTo>
                  <a:lnTo>
                    <a:pt x="2330995" y="590603"/>
                  </a:lnTo>
                  <a:lnTo>
                    <a:pt x="2330965" y="590644"/>
                  </a:lnTo>
                  <a:lnTo>
                    <a:pt x="2330916" y="590678"/>
                  </a:lnTo>
                  <a:lnTo>
                    <a:pt x="2330866" y="590693"/>
                  </a:lnTo>
                  <a:lnTo>
                    <a:pt x="2330795" y="590714"/>
                  </a:lnTo>
                  <a:lnTo>
                    <a:pt x="2330745" y="590721"/>
                  </a:lnTo>
                  <a:lnTo>
                    <a:pt x="2330710" y="590717"/>
                  </a:lnTo>
                  <a:lnTo>
                    <a:pt x="2330670" y="590705"/>
                  </a:lnTo>
                  <a:lnTo>
                    <a:pt x="2330635" y="590681"/>
                  </a:lnTo>
                  <a:lnTo>
                    <a:pt x="2330615" y="590665"/>
                  </a:lnTo>
                  <a:lnTo>
                    <a:pt x="2330502" y="590562"/>
                  </a:lnTo>
                  <a:lnTo>
                    <a:pt x="2330463" y="590488"/>
                  </a:lnTo>
                  <a:lnTo>
                    <a:pt x="2330434" y="590421"/>
                  </a:lnTo>
                  <a:lnTo>
                    <a:pt x="2330409" y="590355"/>
                  </a:lnTo>
                  <a:lnTo>
                    <a:pt x="2330396" y="590280"/>
                  </a:lnTo>
                  <a:lnTo>
                    <a:pt x="2330401" y="590244"/>
                  </a:lnTo>
                  <a:lnTo>
                    <a:pt x="2330422" y="590205"/>
                  </a:lnTo>
                  <a:lnTo>
                    <a:pt x="2330441" y="590155"/>
                  </a:lnTo>
                  <a:lnTo>
                    <a:pt x="2330448" y="590119"/>
                  </a:lnTo>
                  <a:lnTo>
                    <a:pt x="2330440" y="590081"/>
                  </a:lnTo>
                  <a:lnTo>
                    <a:pt x="2330413" y="590038"/>
                  </a:lnTo>
                  <a:lnTo>
                    <a:pt x="2330374" y="589977"/>
                  </a:lnTo>
                  <a:lnTo>
                    <a:pt x="2330354" y="589957"/>
                  </a:lnTo>
                  <a:lnTo>
                    <a:pt x="2330295" y="589934"/>
                  </a:lnTo>
                  <a:lnTo>
                    <a:pt x="2329903" y="589827"/>
                  </a:lnTo>
                  <a:lnTo>
                    <a:pt x="2329841" y="589825"/>
                  </a:lnTo>
                  <a:lnTo>
                    <a:pt x="2329754" y="589840"/>
                  </a:lnTo>
                  <a:lnTo>
                    <a:pt x="2329700" y="589867"/>
                  </a:lnTo>
                  <a:lnTo>
                    <a:pt x="2329662" y="589892"/>
                  </a:lnTo>
                  <a:lnTo>
                    <a:pt x="2329624" y="589919"/>
                  </a:lnTo>
                  <a:lnTo>
                    <a:pt x="2329588" y="589947"/>
                  </a:lnTo>
                  <a:lnTo>
                    <a:pt x="2329570" y="589972"/>
                  </a:lnTo>
                  <a:lnTo>
                    <a:pt x="2329565" y="589991"/>
                  </a:lnTo>
                  <a:lnTo>
                    <a:pt x="2329567" y="590009"/>
                  </a:lnTo>
                  <a:lnTo>
                    <a:pt x="2329567" y="590024"/>
                  </a:lnTo>
                  <a:lnTo>
                    <a:pt x="2329558" y="590044"/>
                  </a:lnTo>
                  <a:lnTo>
                    <a:pt x="2329541" y="590052"/>
                  </a:lnTo>
                  <a:lnTo>
                    <a:pt x="2329316" y="590092"/>
                  </a:lnTo>
                  <a:lnTo>
                    <a:pt x="2329253" y="590096"/>
                  </a:lnTo>
                  <a:lnTo>
                    <a:pt x="2329194" y="590085"/>
                  </a:lnTo>
                  <a:lnTo>
                    <a:pt x="2328970" y="590038"/>
                  </a:lnTo>
                  <a:lnTo>
                    <a:pt x="2328916" y="590014"/>
                  </a:lnTo>
                  <a:lnTo>
                    <a:pt x="2328895" y="589997"/>
                  </a:lnTo>
                  <a:lnTo>
                    <a:pt x="2328880" y="589985"/>
                  </a:lnTo>
                  <a:lnTo>
                    <a:pt x="2328857" y="589964"/>
                  </a:lnTo>
                  <a:lnTo>
                    <a:pt x="2328855" y="589945"/>
                  </a:lnTo>
                  <a:lnTo>
                    <a:pt x="2328862" y="589924"/>
                  </a:lnTo>
                  <a:lnTo>
                    <a:pt x="2328878" y="589910"/>
                  </a:lnTo>
                  <a:lnTo>
                    <a:pt x="2328905" y="589902"/>
                  </a:lnTo>
                  <a:lnTo>
                    <a:pt x="2328951" y="589885"/>
                  </a:lnTo>
                  <a:lnTo>
                    <a:pt x="2328991" y="589868"/>
                  </a:lnTo>
                  <a:lnTo>
                    <a:pt x="2329070" y="589820"/>
                  </a:lnTo>
                  <a:lnTo>
                    <a:pt x="2329113" y="589785"/>
                  </a:lnTo>
                  <a:lnTo>
                    <a:pt x="2329137" y="589731"/>
                  </a:lnTo>
                  <a:lnTo>
                    <a:pt x="2329138" y="589682"/>
                  </a:lnTo>
                  <a:lnTo>
                    <a:pt x="2329120" y="589611"/>
                  </a:lnTo>
                  <a:lnTo>
                    <a:pt x="2329099" y="589540"/>
                  </a:lnTo>
                  <a:lnTo>
                    <a:pt x="2329052" y="589479"/>
                  </a:lnTo>
                  <a:lnTo>
                    <a:pt x="2329028" y="589446"/>
                  </a:lnTo>
                  <a:lnTo>
                    <a:pt x="2329011" y="589403"/>
                  </a:lnTo>
                  <a:lnTo>
                    <a:pt x="2329024" y="589356"/>
                  </a:lnTo>
                  <a:lnTo>
                    <a:pt x="2329065" y="589269"/>
                  </a:lnTo>
                  <a:lnTo>
                    <a:pt x="2329146" y="589150"/>
                  </a:lnTo>
                  <a:lnTo>
                    <a:pt x="2329258" y="589009"/>
                  </a:lnTo>
                  <a:lnTo>
                    <a:pt x="2329271" y="588962"/>
                  </a:lnTo>
                  <a:lnTo>
                    <a:pt x="2329272" y="588917"/>
                  </a:lnTo>
                  <a:lnTo>
                    <a:pt x="2329257" y="588888"/>
                  </a:lnTo>
                  <a:lnTo>
                    <a:pt x="2329233" y="588853"/>
                  </a:lnTo>
                  <a:lnTo>
                    <a:pt x="2329206" y="588831"/>
                  </a:lnTo>
                  <a:lnTo>
                    <a:pt x="2329014" y="588687"/>
                  </a:lnTo>
                  <a:lnTo>
                    <a:pt x="2328970" y="588663"/>
                  </a:lnTo>
                  <a:lnTo>
                    <a:pt x="2328932" y="588657"/>
                  </a:lnTo>
                  <a:lnTo>
                    <a:pt x="2328852" y="588651"/>
                  </a:lnTo>
                  <a:lnTo>
                    <a:pt x="2328817" y="588652"/>
                  </a:lnTo>
                  <a:lnTo>
                    <a:pt x="2328785" y="588665"/>
                  </a:lnTo>
                  <a:lnTo>
                    <a:pt x="2328773" y="588690"/>
                  </a:lnTo>
                  <a:lnTo>
                    <a:pt x="2328763" y="588720"/>
                  </a:lnTo>
                  <a:lnTo>
                    <a:pt x="2328760" y="588750"/>
                  </a:lnTo>
                  <a:lnTo>
                    <a:pt x="2328759" y="588781"/>
                  </a:lnTo>
                  <a:lnTo>
                    <a:pt x="2328768" y="588813"/>
                  </a:lnTo>
                  <a:lnTo>
                    <a:pt x="2328767" y="588844"/>
                  </a:lnTo>
                  <a:lnTo>
                    <a:pt x="2328754" y="588869"/>
                  </a:lnTo>
                  <a:lnTo>
                    <a:pt x="2328731" y="588907"/>
                  </a:lnTo>
                  <a:lnTo>
                    <a:pt x="2328709" y="588940"/>
                  </a:lnTo>
                  <a:lnTo>
                    <a:pt x="2328443" y="589115"/>
                  </a:lnTo>
                  <a:lnTo>
                    <a:pt x="2328386" y="589151"/>
                  </a:lnTo>
                  <a:lnTo>
                    <a:pt x="2328344" y="589160"/>
                  </a:lnTo>
                  <a:lnTo>
                    <a:pt x="2328283" y="589148"/>
                  </a:lnTo>
                  <a:lnTo>
                    <a:pt x="2328132" y="589084"/>
                  </a:lnTo>
                  <a:lnTo>
                    <a:pt x="2328075" y="589040"/>
                  </a:lnTo>
                  <a:lnTo>
                    <a:pt x="2328043" y="589010"/>
                  </a:lnTo>
                  <a:lnTo>
                    <a:pt x="2328036" y="588970"/>
                  </a:lnTo>
                  <a:lnTo>
                    <a:pt x="2328009" y="588772"/>
                  </a:lnTo>
                  <a:lnTo>
                    <a:pt x="2328005" y="588713"/>
                  </a:lnTo>
                  <a:lnTo>
                    <a:pt x="2328021" y="588630"/>
                  </a:lnTo>
                  <a:lnTo>
                    <a:pt x="2328057" y="588551"/>
                  </a:lnTo>
                  <a:lnTo>
                    <a:pt x="2328093" y="588485"/>
                  </a:lnTo>
                  <a:lnTo>
                    <a:pt x="2328109" y="588440"/>
                  </a:lnTo>
                  <a:lnTo>
                    <a:pt x="2328114" y="588417"/>
                  </a:lnTo>
                  <a:lnTo>
                    <a:pt x="2328110" y="588333"/>
                  </a:lnTo>
                  <a:lnTo>
                    <a:pt x="2328102" y="588319"/>
                  </a:lnTo>
                  <a:lnTo>
                    <a:pt x="2328076" y="588311"/>
                  </a:lnTo>
                  <a:lnTo>
                    <a:pt x="2328065" y="588312"/>
                  </a:lnTo>
                  <a:lnTo>
                    <a:pt x="2328040" y="588313"/>
                  </a:lnTo>
                  <a:lnTo>
                    <a:pt x="2328005" y="588318"/>
                  </a:lnTo>
                  <a:lnTo>
                    <a:pt x="2327979" y="588326"/>
                  </a:lnTo>
                  <a:lnTo>
                    <a:pt x="2327843" y="588345"/>
                  </a:lnTo>
                  <a:lnTo>
                    <a:pt x="2327685" y="588361"/>
                  </a:lnTo>
                  <a:lnTo>
                    <a:pt x="2327592" y="588369"/>
                  </a:lnTo>
                  <a:lnTo>
                    <a:pt x="2327564" y="588369"/>
                  </a:lnTo>
                  <a:lnTo>
                    <a:pt x="2327543" y="588364"/>
                  </a:lnTo>
                  <a:lnTo>
                    <a:pt x="2327531" y="588358"/>
                  </a:lnTo>
                  <a:lnTo>
                    <a:pt x="2327512" y="588346"/>
                  </a:lnTo>
                  <a:lnTo>
                    <a:pt x="2327503" y="588339"/>
                  </a:lnTo>
                  <a:lnTo>
                    <a:pt x="2327484" y="588321"/>
                  </a:lnTo>
                  <a:lnTo>
                    <a:pt x="2327463" y="588299"/>
                  </a:lnTo>
                  <a:lnTo>
                    <a:pt x="2327454" y="588289"/>
                  </a:lnTo>
                  <a:lnTo>
                    <a:pt x="2327447" y="588280"/>
                  </a:lnTo>
                  <a:lnTo>
                    <a:pt x="2327432" y="588258"/>
                  </a:lnTo>
                  <a:lnTo>
                    <a:pt x="2327425" y="588246"/>
                  </a:lnTo>
                  <a:lnTo>
                    <a:pt x="2327419" y="588233"/>
                  </a:lnTo>
                  <a:lnTo>
                    <a:pt x="2327414" y="588221"/>
                  </a:lnTo>
                  <a:lnTo>
                    <a:pt x="2327411" y="588208"/>
                  </a:lnTo>
                  <a:lnTo>
                    <a:pt x="2327409" y="588195"/>
                  </a:lnTo>
                  <a:lnTo>
                    <a:pt x="2327408" y="588182"/>
                  </a:lnTo>
                  <a:lnTo>
                    <a:pt x="2327409" y="588170"/>
                  </a:lnTo>
                  <a:lnTo>
                    <a:pt x="2327412" y="588157"/>
                  </a:lnTo>
                  <a:lnTo>
                    <a:pt x="2327417" y="588145"/>
                  </a:lnTo>
                  <a:lnTo>
                    <a:pt x="2327423" y="588133"/>
                  </a:lnTo>
                  <a:lnTo>
                    <a:pt x="2327432" y="588121"/>
                  </a:lnTo>
                  <a:lnTo>
                    <a:pt x="2327442" y="588110"/>
                  </a:lnTo>
                  <a:lnTo>
                    <a:pt x="2327455" y="588098"/>
                  </a:lnTo>
                  <a:lnTo>
                    <a:pt x="2327473" y="588085"/>
                  </a:lnTo>
                  <a:lnTo>
                    <a:pt x="2327543" y="588039"/>
                  </a:lnTo>
                  <a:lnTo>
                    <a:pt x="2327586" y="588012"/>
                  </a:lnTo>
                  <a:lnTo>
                    <a:pt x="2327658" y="587973"/>
                  </a:lnTo>
                  <a:lnTo>
                    <a:pt x="2327746" y="587932"/>
                  </a:lnTo>
                  <a:lnTo>
                    <a:pt x="2327776" y="587922"/>
                  </a:lnTo>
                  <a:lnTo>
                    <a:pt x="2327808" y="587913"/>
                  </a:lnTo>
                  <a:lnTo>
                    <a:pt x="2327836" y="587913"/>
                  </a:lnTo>
                  <a:lnTo>
                    <a:pt x="2327878" y="587905"/>
                  </a:lnTo>
                  <a:lnTo>
                    <a:pt x="2327895" y="587892"/>
                  </a:lnTo>
                  <a:lnTo>
                    <a:pt x="2327913" y="587873"/>
                  </a:lnTo>
                  <a:lnTo>
                    <a:pt x="2328038" y="587650"/>
                  </a:lnTo>
                  <a:lnTo>
                    <a:pt x="2328043" y="587609"/>
                  </a:lnTo>
                  <a:lnTo>
                    <a:pt x="2328046" y="587570"/>
                  </a:lnTo>
                  <a:lnTo>
                    <a:pt x="2328034" y="587519"/>
                  </a:lnTo>
                  <a:lnTo>
                    <a:pt x="2328008" y="587475"/>
                  </a:lnTo>
                  <a:lnTo>
                    <a:pt x="2327983" y="587450"/>
                  </a:lnTo>
                  <a:lnTo>
                    <a:pt x="2327976" y="587445"/>
                  </a:lnTo>
                  <a:lnTo>
                    <a:pt x="2327938" y="587413"/>
                  </a:lnTo>
                  <a:lnTo>
                    <a:pt x="2327895" y="587396"/>
                  </a:lnTo>
                  <a:lnTo>
                    <a:pt x="2327850" y="587391"/>
                  </a:lnTo>
                  <a:lnTo>
                    <a:pt x="2327774" y="587392"/>
                  </a:lnTo>
                  <a:lnTo>
                    <a:pt x="2327718" y="587396"/>
                  </a:lnTo>
                  <a:lnTo>
                    <a:pt x="2327690" y="587398"/>
                  </a:lnTo>
                  <a:lnTo>
                    <a:pt x="2327637" y="587409"/>
                  </a:lnTo>
                  <a:lnTo>
                    <a:pt x="2327608" y="587417"/>
                  </a:lnTo>
                  <a:lnTo>
                    <a:pt x="2327483" y="587460"/>
                  </a:lnTo>
                  <a:lnTo>
                    <a:pt x="2327461" y="587467"/>
                  </a:lnTo>
                  <a:lnTo>
                    <a:pt x="2327445" y="587475"/>
                  </a:lnTo>
                  <a:lnTo>
                    <a:pt x="2327435" y="587484"/>
                  </a:lnTo>
                  <a:lnTo>
                    <a:pt x="2327426" y="587495"/>
                  </a:lnTo>
                  <a:lnTo>
                    <a:pt x="2327392" y="587552"/>
                  </a:lnTo>
                  <a:lnTo>
                    <a:pt x="2327354" y="587624"/>
                  </a:lnTo>
                  <a:lnTo>
                    <a:pt x="2327240" y="587844"/>
                  </a:lnTo>
                  <a:lnTo>
                    <a:pt x="2327237" y="587850"/>
                  </a:lnTo>
                  <a:lnTo>
                    <a:pt x="2327220" y="587890"/>
                  </a:lnTo>
                  <a:lnTo>
                    <a:pt x="2327113" y="588175"/>
                  </a:lnTo>
                  <a:lnTo>
                    <a:pt x="2327110" y="588185"/>
                  </a:lnTo>
                  <a:lnTo>
                    <a:pt x="2327108" y="588194"/>
                  </a:lnTo>
                  <a:lnTo>
                    <a:pt x="2327105" y="588214"/>
                  </a:lnTo>
                  <a:lnTo>
                    <a:pt x="2327087" y="588352"/>
                  </a:lnTo>
                  <a:lnTo>
                    <a:pt x="2327081" y="588491"/>
                  </a:lnTo>
                  <a:lnTo>
                    <a:pt x="2327064" y="588546"/>
                  </a:lnTo>
                  <a:lnTo>
                    <a:pt x="2327050" y="588573"/>
                  </a:lnTo>
                  <a:lnTo>
                    <a:pt x="2327019" y="588626"/>
                  </a:lnTo>
                  <a:lnTo>
                    <a:pt x="2327012" y="588638"/>
                  </a:lnTo>
                  <a:lnTo>
                    <a:pt x="2327003" y="588651"/>
                  </a:lnTo>
                  <a:lnTo>
                    <a:pt x="2326992" y="588664"/>
                  </a:lnTo>
                  <a:lnTo>
                    <a:pt x="2326978" y="588679"/>
                  </a:lnTo>
                  <a:lnTo>
                    <a:pt x="2326943" y="588714"/>
                  </a:lnTo>
                  <a:lnTo>
                    <a:pt x="2326901" y="588751"/>
                  </a:lnTo>
                  <a:lnTo>
                    <a:pt x="2326890" y="588760"/>
                  </a:lnTo>
                  <a:lnTo>
                    <a:pt x="2326856" y="588786"/>
                  </a:lnTo>
                  <a:lnTo>
                    <a:pt x="2326835" y="588801"/>
                  </a:lnTo>
                  <a:lnTo>
                    <a:pt x="2326798" y="588824"/>
                  </a:lnTo>
                  <a:lnTo>
                    <a:pt x="2326780" y="588834"/>
                  </a:lnTo>
                  <a:lnTo>
                    <a:pt x="2326764" y="588843"/>
                  </a:lnTo>
                  <a:lnTo>
                    <a:pt x="2326748" y="588850"/>
                  </a:lnTo>
                  <a:lnTo>
                    <a:pt x="2326732" y="588856"/>
                  </a:lnTo>
                  <a:lnTo>
                    <a:pt x="2326717" y="588862"/>
                  </a:lnTo>
                  <a:lnTo>
                    <a:pt x="2326703" y="588866"/>
                  </a:lnTo>
                  <a:lnTo>
                    <a:pt x="2326689" y="588869"/>
                  </a:lnTo>
                  <a:lnTo>
                    <a:pt x="2326676" y="588872"/>
                  </a:lnTo>
                  <a:lnTo>
                    <a:pt x="2326663" y="588874"/>
                  </a:lnTo>
                  <a:lnTo>
                    <a:pt x="2326651" y="588876"/>
                  </a:lnTo>
                  <a:lnTo>
                    <a:pt x="2326640" y="588877"/>
                  </a:lnTo>
                  <a:lnTo>
                    <a:pt x="2326630" y="588877"/>
                  </a:lnTo>
                  <a:lnTo>
                    <a:pt x="2326620" y="588876"/>
                  </a:lnTo>
                  <a:lnTo>
                    <a:pt x="2326611" y="588875"/>
                  </a:lnTo>
                  <a:lnTo>
                    <a:pt x="2326603" y="588873"/>
                  </a:lnTo>
                  <a:lnTo>
                    <a:pt x="2326596" y="588871"/>
                  </a:lnTo>
                  <a:lnTo>
                    <a:pt x="2326589" y="588868"/>
                  </a:lnTo>
                  <a:lnTo>
                    <a:pt x="2326582" y="588865"/>
                  </a:lnTo>
                  <a:lnTo>
                    <a:pt x="2326576" y="588861"/>
                  </a:lnTo>
                  <a:lnTo>
                    <a:pt x="2326569" y="588856"/>
                  </a:lnTo>
                  <a:lnTo>
                    <a:pt x="2326562" y="588849"/>
                  </a:lnTo>
                  <a:lnTo>
                    <a:pt x="2326555" y="588841"/>
                  </a:lnTo>
                  <a:lnTo>
                    <a:pt x="2326548" y="588831"/>
                  </a:lnTo>
                  <a:lnTo>
                    <a:pt x="2326542" y="588822"/>
                  </a:lnTo>
                  <a:lnTo>
                    <a:pt x="2326538" y="588814"/>
                  </a:lnTo>
                  <a:lnTo>
                    <a:pt x="2326512" y="588754"/>
                  </a:lnTo>
                  <a:lnTo>
                    <a:pt x="2326504" y="588730"/>
                  </a:lnTo>
                  <a:lnTo>
                    <a:pt x="2326498" y="588706"/>
                  </a:lnTo>
                  <a:lnTo>
                    <a:pt x="2326494" y="588683"/>
                  </a:lnTo>
                  <a:lnTo>
                    <a:pt x="2326492" y="588661"/>
                  </a:lnTo>
                  <a:lnTo>
                    <a:pt x="2326491" y="588641"/>
                  </a:lnTo>
                  <a:lnTo>
                    <a:pt x="2326491" y="588618"/>
                  </a:lnTo>
                  <a:lnTo>
                    <a:pt x="2326522" y="588363"/>
                  </a:lnTo>
                  <a:lnTo>
                    <a:pt x="2326544" y="588200"/>
                  </a:lnTo>
                  <a:lnTo>
                    <a:pt x="2326546" y="588188"/>
                  </a:lnTo>
                  <a:lnTo>
                    <a:pt x="2326546" y="588178"/>
                  </a:lnTo>
                  <a:lnTo>
                    <a:pt x="2326546" y="588169"/>
                  </a:lnTo>
                  <a:lnTo>
                    <a:pt x="2326545" y="588161"/>
                  </a:lnTo>
                  <a:lnTo>
                    <a:pt x="2326543" y="588153"/>
                  </a:lnTo>
                  <a:lnTo>
                    <a:pt x="2326540" y="588145"/>
                  </a:lnTo>
                  <a:lnTo>
                    <a:pt x="2326535" y="588137"/>
                  </a:lnTo>
                  <a:lnTo>
                    <a:pt x="2326528" y="588127"/>
                  </a:lnTo>
                  <a:lnTo>
                    <a:pt x="2326518" y="588115"/>
                  </a:lnTo>
                  <a:lnTo>
                    <a:pt x="2326507" y="588103"/>
                  </a:lnTo>
                  <a:lnTo>
                    <a:pt x="2326422" y="588026"/>
                  </a:lnTo>
                  <a:lnTo>
                    <a:pt x="2326399" y="588007"/>
                  </a:lnTo>
                  <a:lnTo>
                    <a:pt x="2326374" y="587989"/>
                  </a:lnTo>
                  <a:lnTo>
                    <a:pt x="2326343" y="587970"/>
                  </a:lnTo>
                  <a:lnTo>
                    <a:pt x="2326308" y="587950"/>
                  </a:lnTo>
                  <a:lnTo>
                    <a:pt x="2326297" y="587945"/>
                  </a:lnTo>
                  <a:lnTo>
                    <a:pt x="2326267" y="587930"/>
                  </a:lnTo>
                  <a:lnTo>
                    <a:pt x="2326222" y="587909"/>
                  </a:lnTo>
                  <a:lnTo>
                    <a:pt x="2326178" y="587891"/>
                  </a:lnTo>
                  <a:lnTo>
                    <a:pt x="2326137" y="587876"/>
                  </a:lnTo>
                  <a:lnTo>
                    <a:pt x="2326098" y="587864"/>
                  </a:lnTo>
                  <a:lnTo>
                    <a:pt x="2326062" y="587854"/>
                  </a:lnTo>
                  <a:lnTo>
                    <a:pt x="2326026" y="587846"/>
                  </a:lnTo>
                  <a:lnTo>
                    <a:pt x="2325991" y="587839"/>
                  </a:lnTo>
                  <a:lnTo>
                    <a:pt x="2325916" y="587830"/>
                  </a:lnTo>
                  <a:lnTo>
                    <a:pt x="2325830" y="587822"/>
                  </a:lnTo>
                  <a:lnTo>
                    <a:pt x="2325777" y="587822"/>
                  </a:lnTo>
                  <a:lnTo>
                    <a:pt x="2325760" y="587823"/>
                  </a:lnTo>
                  <a:lnTo>
                    <a:pt x="2325741" y="587824"/>
                  </a:lnTo>
                  <a:lnTo>
                    <a:pt x="2325721" y="587827"/>
                  </a:lnTo>
                  <a:lnTo>
                    <a:pt x="2325700" y="587831"/>
                  </a:lnTo>
                  <a:lnTo>
                    <a:pt x="2325679" y="587836"/>
                  </a:lnTo>
                  <a:lnTo>
                    <a:pt x="2325529" y="587881"/>
                  </a:lnTo>
                  <a:lnTo>
                    <a:pt x="2325514" y="587885"/>
                  </a:lnTo>
                  <a:lnTo>
                    <a:pt x="2325501" y="587888"/>
                  </a:lnTo>
                  <a:lnTo>
                    <a:pt x="2325486" y="587888"/>
                  </a:lnTo>
                  <a:lnTo>
                    <a:pt x="2325463" y="587887"/>
                  </a:lnTo>
                  <a:lnTo>
                    <a:pt x="2325210" y="587845"/>
                  </a:lnTo>
                  <a:lnTo>
                    <a:pt x="2325183" y="587839"/>
                  </a:lnTo>
                  <a:lnTo>
                    <a:pt x="2325170" y="587835"/>
                  </a:lnTo>
                  <a:lnTo>
                    <a:pt x="2325159" y="587832"/>
                  </a:lnTo>
                  <a:lnTo>
                    <a:pt x="2325136" y="587823"/>
                  </a:lnTo>
                  <a:lnTo>
                    <a:pt x="2325114" y="587812"/>
                  </a:lnTo>
                  <a:lnTo>
                    <a:pt x="2325092" y="587799"/>
                  </a:lnTo>
                  <a:lnTo>
                    <a:pt x="2325071" y="587786"/>
                  </a:lnTo>
                  <a:lnTo>
                    <a:pt x="2325051" y="587771"/>
                  </a:lnTo>
                  <a:lnTo>
                    <a:pt x="2325034" y="587757"/>
                  </a:lnTo>
                  <a:lnTo>
                    <a:pt x="2325021" y="587742"/>
                  </a:lnTo>
                  <a:lnTo>
                    <a:pt x="2325012" y="587728"/>
                  </a:lnTo>
                  <a:lnTo>
                    <a:pt x="2325008" y="587721"/>
                  </a:lnTo>
                  <a:lnTo>
                    <a:pt x="2325005" y="587714"/>
                  </a:lnTo>
                  <a:lnTo>
                    <a:pt x="2325001" y="587700"/>
                  </a:lnTo>
                  <a:lnTo>
                    <a:pt x="2324998" y="587686"/>
                  </a:lnTo>
                  <a:lnTo>
                    <a:pt x="2324997" y="587674"/>
                  </a:lnTo>
                  <a:lnTo>
                    <a:pt x="2324997" y="587664"/>
                  </a:lnTo>
                  <a:lnTo>
                    <a:pt x="2324997" y="587655"/>
                  </a:lnTo>
                  <a:lnTo>
                    <a:pt x="2324998" y="587647"/>
                  </a:lnTo>
                  <a:lnTo>
                    <a:pt x="2324999" y="587640"/>
                  </a:lnTo>
                  <a:lnTo>
                    <a:pt x="2325001" y="587633"/>
                  </a:lnTo>
                  <a:lnTo>
                    <a:pt x="2325005" y="587626"/>
                  </a:lnTo>
                  <a:lnTo>
                    <a:pt x="2325010" y="587620"/>
                  </a:lnTo>
                  <a:lnTo>
                    <a:pt x="2325017" y="587613"/>
                  </a:lnTo>
                  <a:lnTo>
                    <a:pt x="2325027" y="587605"/>
                  </a:lnTo>
                  <a:lnTo>
                    <a:pt x="2325055" y="587584"/>
                  </a:lnTo>
                  <a:lnTo>
                    <a:pt x="2325064" y="587577"/>
                  </a:lnTo>
                  <a:lnTo>
                    <a:pt x="2325070" y="587572"/>
                  </a:lnTo>
                  <a:lnTo>
                    <a:pt x="2325084" y="587559"/>
                  </a:lnTo>
                  <a:lnTo>
                    <a:pt x="2325097" y="587546"/>
                  </a:lnTo>
                  <a:lnTo>
                    <a:pt x="2325172" y="587448"/>
                  </a:lnTo>
                  <a:lnTo>
                    <a:pt x="2325192" y="587423"/>
                  </a:lnTo>
                  <a:lnTo>
                    <a:pt x="2325201" y="587409"/>
                  </a:lnTo>
                  <a:lnTo>
                    <a:pt x="2325207" y="587398"/>
                  </a:lnTo>
                  <a:lnTo>
                    <a:pt x="2325212" y="587385"/>
                  </a:lnTo>
                  <a:lnTo>
                    <a:pt x="2325216" y="587370"/>
                  </a:lnTo>
                  <a:lnTo>
                    <a:pt x="2325219" y="587354"/>
                  </a:lnTo>
                  <a:lnTo>
                    <a:pt x="2325222" y="587338"/>
                  </a:lnTo>
                  <a:lnTo>
                    <a:pt x="2325223" y="587324"/>
                  </a:lnTo>
                  <a:lnTo>
                    <a:pt x="2325223" y="587311"/>
                  </a:lnTo>
                  <a:lnTo>
                    <a:pt x="2325221" y="587298"/>
                  </a:lnTo>
                  <a:lnTo>
                    <a:pt x="2325218" y="587287"/>
                  </a:lnTo>
                  <a:lnTo>
                    <a:pt x="2325212" y="587275"/>
                  </a:lnTo>
                  <a:lnTo>
                    <a:pt x="2325204" y="587263"/>
                  </a:lnTo>
                  <a:lnTo>
                    <a:pt x="2325194" y="587253"/>
                  </a:lnTo>
                  <a:lnTo>
                    <a:pt x="2325182" y="587244"/>
                  </a:lnTo>
                  <a:lnTo>
                    <a:pt x="2325171" y="587236"/>
                  </a:lnTo>
                  <a:lnTo>
                    <a:pt x="2325161" y="587230"/>
                  </a:lnTo>
                  <a:lnTo>
                    <a:pt x="2325152" y="587226"/>
                  </a:lnTo>
                  <a:lnTo>
                    <a:pt x="2325145" y="587224"/>
                  </a:lnTo>
                  <a:lnTo>
                    <a:pt x="2325134" y="587223"/>
                  </a:lnTo>
                  <a:lnTo>
                    <a:pt x="2325125" y="587225"/>
                  </a:lnTo>
                  <a:lnTo>
                    <a:pt x="2325115" y="587227"/>
                  </a:lnTo>
                  <a:lnTo>
                    <a:pt x="2325102" y="587232"/>
                  </a:lnTo>
                  <a:lnTo>
                    <a:pt x="2325088" y="587239"/>
                  </a:lnTo>
                  <a:lnTo>
                    <a:pt x="2325014" y="587279"/>
                  </a:lnTo>
                  <a:lnTo>
                    <a:pt x="2324994" y="587289"/>
                  </a:lnTo>
                  <a:lnTo>
                    <a:pt x="2324973" y="587298"/>
                  </a:lnTo>
                  <a:lnTo>
                    <a:pt x="2324952" y="587306"/>
                  </a:lnTo>
                  <a:lnTo>
                    <a:pt x="2324931" y="587312"/>
                  </a:lnTo>
                  <a:lnTo>
                    <a:pt x="2324910" y="587317"/>
                  </a:lnTo>
                  <a:lnTo>
                    <a:pt x="2324891" y="587321"/>
                  </a:lnTo>
                  <a:lnTo>
                    <a:pt x="2324874" y="587323"/>
                  </a:lnTo>
                  <a:lnTo>
                    <a:pt x="2324859" y="587325"/>
                  </a:lnTo>
                  <a:lnTo>
                    <a:pt x="2324846" y="587325"/>
                  </a:lnTo>
                  <a:lnTo>
                    <a:pt x="2324836" y="587324"/>
                  </a:lnTo>
                  <a:lnTo>
                    <a:pt x="2324826" y="587321"/>
                  </a:lnTo>
                  <a:lnTo>
                    <a:pt x="2324816" y="587317"/>
                  </a:lnTo>
                  <a:lnTo>
                    <a:pt x="2324806" y="587311"/>
                  </a:lnTo>
                  <a:lnTo>
                    <a:pt x="2324796" y="587303"/>
                  </a:lnTo>
                  <a:lnTo>
                    <a:pt x="2324787" y="587293"/>
                  </a:lnTo>
                  <a:lnTo>
                    <a:pt x="2324779" y="587281"/>
                  </a:lnTo>
                  <a:lnTo>
                    <a:pt x="2324772" y="587268"/>
                  </a:lnTo>
                  <a:lnTo>
                    <a:pt x="2324766" y="587253"/>
                  </a:lnTo>
                  <a:lnTo>
                    <a:pt x="2324761" y="587236"/>
                  </a:lnTo>
                  <a:lnTo>
                    <a:pt x="2324755" y="587217"/>
                  </a:lnTo>
                  <a:lnTo>
                    <a:pt x="2324752" y="587200"/>
                  </a:lnTo>
                  <a:lnTo>
                    <a:pt x="2324751" y="587189"/>
                  </a:lnTo>
                  <a:lnTo>
                    <a:pt x="2324752" y="587179"/>
                  </a:lnTo>
                  <a:lnTo>
                    <a:pt x="2324769" y="587025"/>
                  </a:lnTo>
                  <a:lnTo>
                    <a:pt x="2324767" y="587017"/>
                  </a:lnTo>
                  <a:lnTo>
                    <a:pt x="2324764" y="587003"/>
                  </a:lnTo>
                  <a:lnTo>
                    <a:pt x="2324759" y="586987"/>
                  </a:lnTo>
                  <a:lnTo>
                    <a:pt x="2324753" y="586971"/>
                  </a:lnTo>
                  <a:lnTo>
                    <a:pt x="2324745" y="586954"/>
                  </a:lnTo>
                  <a:lnTo>
                    <a:pt x="2324737" y="586937"/>
                  </a:lnTo>
                  <a:lnTo>
                    <a:pt x="2324728" y="586920"/>
                  </a:lnTo>
                  <a:lnTo>
                    <a:pt x="2324718" y="586904"/>
                  </a:lnTo>
                  <a:lnTo>
                    <a:pt x="2324708" y="586890"/>
                  </a:lnTo>
                  <a:lnTo>
                    <a:pt x="2324698" y="586879"/>
                  </a:lnTo>
                  <a:lnTo>
                    <a:pt x="2324689" y="586870"/>
                  </a:lnTo>
                  <a:lnTo>
                    <a:pt x="2324681" y="586863"/>
                  </a:lnTo>
                  <a:lnTo>
                    <a:pt x="2324672" y="586859"/>
                  </a:lnTo>
                  <a:lnTo>
                    <a:pt x="2324664" y="586855"/>
                  </a:lnTo>
                  <a:lnTo>
                    <a:pt x="2324655" y="586854"/>
                  </a:lnTo>
                  <a:lnTo>
                    <a:pt x="2324645" y="586854"/>
                  </a:lnTo>
                  <a:lnTo>
                    <a:pt x="2324635" y="586855"/>
                  </a:lnTo>
                  <a:lnTo>
                    <a:pt x="2324624" y="586859"/>
                  </a:lnTo>
                  <a:lnTo>
                    <a:pt x="2324613" y="586864"/>
                  </a:lnTo>
                  <a:lnTo>
                    <a:pt x="2324601" y="586872"/>
                  </a:lnTo>
                  <a:lnTo>
                    <a:pt x="2324588" y="586883"/>
                  </a:lnTo>
                  <a:lnTo>
                    <a:pt x="2324575" y="586896"/>
                  </a:lnTo>
                  <a:lnTo>
                    <a:pt x="2324429" y="587047"/>
                  </a:lnTo>
                  <a:lnTo>
                    <a:pt x="2324424" y="587053"/>
                  </a:lnTo>
                  <a:lnTo>
                    <a:pt x="2324420" y="587059"/>
                  </a:lnTo>
                  <a:lnTo>
                    <a:pt x="2324418" y="587064"/>
                  </a:lnTo>
                  <a:lnTo>
                    <a:pt x="2324417" y="587071"/>
                  </a:lnTo>
                  <a:lnTo>
                    <a:pt x="2324448" y="587288"/>
                  </a:lnTo>
                  <a:lnTo>
                    <a:pt x="2324450" y="587299"/>
                  </a:lnTo>
                  <a:lnTo>
                    <a:pt x="2324453" y="587313"/>
                  </a:lnTo>
                  <a:lnTo>
                    <a:pt x="2324463" y="587341"/>
                  </a:lnTo>
                  <a:lnTo>
                    <a:pt x="2324480" y="587388"/>
                  </a:lnTo>
                  <a:lnTo>
                    <a:pt x="2324483" y="587398"/>
                  </a:lnTo>
                  <a:lnTo>
                    <a:pt x="2324485" y="587405"/>
                  </a:lnTo>
                  <a:lnTo>
                    <a:pt x="2324485" y="587413"/>
                  </a:lnTo>
                  <a:lnTo>
                    <a:pt x="2324484" y="587419"/>
                  </a:lnTo>
                  <a:lnTo>
                    <a:pt x="2324482" y="587428"/>
                  </a:lnTo>
                  <a:lnTo>
                    <a:pt x="2324480" y="587438"/>
                  </a:lnTo>
                  <a:lnTo>
                    <a:pt x="2324477" y="587449"/>
                  </a:lnTo>
                  <a:lnTo>
                    <a:pt x="2324472" y="587459"/>
                  </a:lnTo>
                  <a:lnTo>
                    <a:pt x="2324466" y="587468"/>
                  </a:lnTo>
                  <a:lnTo>
                    <a:pt x="2324459" y="587479"/>
                  </a:lnTo>
                  <a:lnTo>
                    <a:pt x="2324449" y="587490"/>
                  </a:lnTo>
                  <a:lnTo>
                    <a:pt x="2324439" y="587502"/>
                  </a:lnTo>
                  <a:lnTo>
                    <a:pt x="2324427" y="587514"/>
                  </a:lnTo>
                  <a:lnTo>
                    <a:pt x="2324413" y="587526"/>
                  </a:lnTo>
                  <a:lnTo>
                    <a:pt x="2324398" y="587538"/>
                  </a:lnTo>
                  <a:lnTo>
                    <a:pt x="2324234" y="587664"/>
                  </a:lnTo>
                  <a:lnTo>
                    <a:pt x="2324210" y="587679"/>
                  </a:lnTo>
                  <a:lnTo>
                    <a:pt x="2324184" y="587695"/>
                  </a:lnTo>
                  <a:lnTo>
                    <a:pt x="2324156" y="587709"/>
                  </a:lnTo>
                  <a:lnTo>
                    <a:pt x="2324128" y="587723"/>
                  </a:lnTo>
                  <a:lnTo>
                    <a:pt x="2324102" y="587734"/>
                  </a:lnTo>
                  <a:lnTo>
                    <a:pt x="2324077" y="587742"/>
                  </a:lnTo>
                  <a:lnTo>
                    <a:pt x="2324053" y="587747"/>
                  </a:lnTo>
                  <a:lnTo>
                    <a:pt x="2324032" y="587749"/>
                  </a:lnTo>
                  <a:lnTo>
                    <a:pt x="2323999" y="587750"/>
                  </a:lnTo>
                  <a:lnTo>
                    <a:pt x="2323966" y="587751"/>
                  </a:lnTo>
                  <a:lnTo>
                    <a:pt x="2323957" y="587751"/>
                  </a:lnTo>
                  <a:lnTo>
                    <a:pt x="2323949" y="587752"/>
                  </a:lnTo>
                  <a:lnTo>
                    <a:pt x="2323940" y="587752"/>
                  </a:lnTo>
                  <a:lnTo>
                    <a:pt x="2323931" y="587754"/>
                  </a:lnTo>
                  <a:lnTo>
                    <a:pt x="2323922" y="587755"/>
                  </a:lnTo>
                  <a:lnTo>
                    <a:pt x="2323914" y="587757"/>
                  </a:lnTo>
                  <a:lnTo>
                    <a:pt x="2323907" y="587759"/>
                  </a:lnTo>
                  <a:lnTo>
                    <a:pt x="2323900" y="587762"/>
                  </a:lnTo>
                  <a:lnTo>
                    <a:pt x="2323894" y="587764"/>
                  </a:lnTo>
                  <a:lnTo>
                    <a:pt x="2323890" y="587767"/>
                  </a:lnTo>
                  <a:lnTo>
                    <a:pt x="2323886" y="587771"/>
                  </a:lnTo>
                  <a:lnTo>
                    <a:pt x="2323882" y="587775"/>
                  </a:lnTo>
                  <a:lnTo>
                    <a:pt x="2323704" y="588000"/>
                  </a:lnTo>
                  <a:lnTo>
                    <a:pt x="2323688" y="588021"/>
                  </a:lnTo>
                  <a:lnTo>
                    <a:pt x="2323675" y="588042"/>
                  </a:lnTo>
                  <a:lnTo>
                    <a:pt x="2323665" y="588061"/>
                  </a:lnTo>
                  <a:lnTo>
                    <a:pt x="2323656" y="588079"/>
                  </a:lnTo>
                  <a:lnTo>
                    <a:pt x="2323650" y="588094"/>
                  </a:lnTo>
                  <a:lnTo>
                    <a:pt x="2323644" y="588109"/>
                  </a:lnTo>
                  <a:lnTo>
                    <a:pt x="2323640" y="588124"/>
                  </a:lnTo>
                  <a:lnTo>
                    <a:pt x="2323629" y="588184"/>
                  </a:lnTo>
                  <a:lnTo>
                    <a:pt x="2323626" y="588202"/>
                  </a:lnTo>
                  <a:lnTo>
                    <a:pt x="2323622" y="588214"/>
                  </a:lnTo>
                  <a:lnTo>
                    <a:pt x="2323618" y="588225"/>
                  </a:lnTo>
                  <a:lnTo>
                    <a:pt x="2323613" y="588234"/>
                  </a:lnTo>
                  <a:lnTo>
                    <a:pt x="2323501" y="588291"/>
                  </a:lnTo>
                  <a:lnTo>
                    <a:pt x="2323411" y="588279"/>
                  </a:lnTo>
                  <a:lnTo>
                    <a:pt x="2323396" y="588272"/>
                  </a:lnTo>
                  <a:lnTo>
                    <a:pt x="2323383" y="588265"/>
                  </a:lnTo>
                  <a:lnTo>
                    <a:pt x="2323371" y="588257"/>
                  </a:lnTo>
                  <a:lnTo>
                    <a:pt x="2323360" y="588250"/>
                  </a:lnTo>
                  <a:lnTo>
                    <a:pt x="2323351" y="588242"/>
                  </a:lnTo>
                  <a:lnTo>
                    <a:pt x="2323343" y="588235"/>
                  </a:lnTo>
                  <a:lnTo>
                    <a:pt x="2323336" y="588228"/>
                  </a:lnTo>
                  <a:lnTo>
                    <a:pt x="2323332" y="588221"/>
                  </a:lnTo>
                  <a:lnTo>
                    <a:pt x="2323329" y="588214"/>
                  </a:lnTo>
                  <a:lnTo>
                    <a:pt x="2323328" y="588207"/>
                  </a:lnTo>
                  <a:lnTo>
                    <a:pt x="2323328" y="588199"/>
                  </a:lnTo>
                  <a:lnTo>
                    <a:pt x="2323328" y="588185"/>
                  </a:lnTo>
                  <a:lnTo>
                    <a:pt x="2323328" y="588178"/>
                  </a:lnTo>
                  <a:lnTo>
                    <a:pt x="2323327" y="588172"/>
                  </a:lnTo>
                  <a:lnTo>
                    <a:pt x="2323326" y="588166"/>
                  </a:lnTo>
                  <a:lnTo>
                    <a:pt x="2323325" y="588160"/>
                  </a:lnTo>
                  <a:lnTo>
                    <a:pt x="2323315" y="588127"/>
                  </a:lnTo>
                  <a:lnTo>
                    <a:pt x="2323310" y="588113"/>
                  </a:lnTo>
                  <a:lnTo>
                    <a:pt x="2323230" y="588018"/>
                  </a:lnTo>
                  <a:lnTo>
                    <a:pt x="2323212" y="587992"/>
                  </a:lnTo>
                  <a:lnTo>
                    <a:pt x="2323160" y="587999"/>
                  </a:lnTo>
                  <a:lnTo>
                    <a:pt x="2322796" y="588068"/>
                  </a:lnTo>
                  <a:lnTo>
                    <a:pt x="2322723" y="588066"/>
                  </a:lnTo>
                  <a:lnTo>
                    <a:pt x="2322649" y="588053"/>
                  </a:lnTo>
                  <a:lnTo>
                    <a:pt x="2322564" y="587881"/>
                  </a:lnTo>
                  <a:lnTo>
                    <a:pt x="2322564" y="587559"/>
                  </a:lnTo>
                  <a:lnTo>
                    <a:pt x="2322524" y="587412"/>
                  </a:lnTo>
                  <a:lnTo>
                    <a:pt x="2322509" y="587407"/>
                  </a:lnTo>
                  <a:lnTo>
                    <a:pt x="2322490" y="587401"/>
                  </a:lnTo>
                  <a:lnTo>
                    <a:pt x="2322470" y="587397"/>
                  </a:lnTo>
                  <a:lnTo>
                    <a:pt x="2322451" y="587393"/>
                  </a:lnTo>
                  <a:lnTo>
                    <a:pt x="2322432" y="587390"/>
                  </a:lnTo>
                  <a:lnTo>
                    <a:pt x="2322415" y="587388"/>
                  </a:lnTo>
                  <a:lnTo>
                    <a:pt x="2322398" y="587386"/>
                  </a:lnTo>
                  <a:lnTo>
                    <a:pt x="2322380" y="587386"/>
                  </a:lnTo>
                  <a:lnTo>
                    <a:pt x="2322361" y="587386"/>
                  </a:lnTo>
                  <a:lnTo>
                    <a:pt x="2322306" y="587388"/>
                  </a:lnTo>
                  <a:lnTo>
                    <a:pt x="2322243" y="587395"/>
                  </a:lnTo>
                  <a:lnTo>
                    <a:pt x="2322217" y="587399"/>
                  </a:lnTo>
                  <a:lnTo>
                    <a:pt x="2322195" y="587404"/>
                  </a:lnTo>
                  <a:lnTo>
                    <a:pt x="2322175" y="587411"/>
                  </a:lnTo>
                  <a:lnTo>
                    <a:pt x="2322156" y="587418"/>
                  </a:lnTo>
                  <a:lnTo>
                    <a:pt x="2322139" y="587427"/>
                  </a:lnTo>
                  <a:lnTo>
                    <a:pt x="2322123" y="587437"/>
                  </a:lnTo>
                  <a:lnTo>
                    <a:pt x="2322110" y="587448"/>
                  </a:lnTo>
                  <a:lnTo>
                    <a:pt x="2322098" y="587460"/>
                  </a:lnTo>
                  <a:lnTo>
                    <a:pt x="2322087" y="587473"/>
                  </a:lnTo>
                  <a:lnTo>
                    <a:pt x="2322017" y="587574"/>
                  </a:lnTo>
                  <a:lnTo>
                    <a:pt x="2322009" y="587587"/>
                  </a:lnTo>
                  <a:lnTo>
                    <a:pt x="2322004" y="587597"/>
                  </a:lnTo>
                  <a:lnTo>
                    <a:pt x="2322000" y="587605"/>
                  </a:lnTo>
                  <a:lnTo>
                    <a:pt x="2321929" y="587949"/>
                  </a:lnTo>
                  <a:lnTo>
                    <a:pt x="2321926" y="587968"/>
                  </a:lnTo>
                  <a:lnTo>
                    <a:pt x="2321918" y="588014"/>
                  </a:lnTo>
                  <a:lnTo>
                    <a:pt x="2321916" y="588027"/>
                  </a:lnTo>
                  <a:lnTo>
                    <a:pt x="2321912" y="588078"/>
                  </a:lnTo>
                  <a:lnTo>
                    <a:pt x="2321900" y="588243"/>
                  </a:lnTo>
                  <a:lnTo>
                    <a:pt x="2321899" y="588264"/>
                  </a:lnTo>
                  <a:lnTo>
                    <a:pt x="2321899" y="588270"/>
                  </a:lnTo>
                  <a:lnTo>
                    <a:pt x="2321902" y="588412"/>
                  </a:lnTo>
                  <a:lnTo>
                    <a:pt x="2321903" y="588419"/>
                  </a:lnTo>
                  <a:lnTo>
                    <a:pt x="2321904" y="588426"/>
                  </a:lnTo>
                  <a:lnTo>
                    <a:pt x="2321916" y="588472"/>
                  </a:lnTo>
                  <a:lnTo>
                    <a:pt x="2321949" y="588572"/>
                  </a:lnTo>
                  <a:lnTo>
                    <a:pt x="2321952" y="588582"/>
                  </a:lnTo>
                  <a:lnTo>
                    <a:pt x="2321953" y="588591"/>
                  </a:lnTo>
                  <a:lnTo>
                    <a:pt x="2321954" y="588600"/>
                  </a:lnTo>
                  <a:lnTo>
                    <a:pt x="2321953" y="588613"/>
                  </a:lnTo>
                  <a:lnTo>
                    <a:pt x="2321950" y="588629"/>
                  </a:lnTo>
                  <a:lnTo>
                    <a:pt x="2321942" y="588652"/>
                  </a:lnTo>
                  <a:lnTo>
                    <a:pt x="2321930" y="588683"/>
                  </a:lnTo>
                  <a:lnTo>
                    <a:pt x="2321912" y="588721"/>
                  </a:lnTo>
                  <a:lnTo>
                    <a:pt x="2321896" y="588756"/>
                  </a:lnTo>
                  <a:lnTo>
                    <a:pt x="2321844" y="588852"/>
                  </a:lnTo>
                  <a:lnTo>
                    <a:pt x="2321836" y="588872"/>
                  </a:lnTo>
                  <a:lnTo>
                    <a:pt x="2321833" y="588886"/>
                  </a:lnTo>
                  <a:lnTo>
                    <a:pt x="2321833" y="588897"/>
                  </a:lnTo>
                  <a:lnTo>
                    <a:pt x="2321837" y="588907"/>
                  </a:lnTo>
                  <a:lnTo>
                    <a:pt x="2321844" y="588918"/>
                  </a:lnTo>
                  <a:lnTo>
                    <a:pt x="2321855" y="588930"/>
                  </a:lnTo>
                  <a:lnTo>
                    <a:pt x="2321995" y="589079"/>
                  </a:lnTo>
                  <a:lnTo>
                    <a:pt x="2322003" y="589086"/>
                  </a:lnTo>
                  <a:lnTo>
                    <a:pt x="2322063" y="589144"/>
                  </a:lnTo>
                  <a:lnTo>
                    <a:pt x="2322072" y="589154"/>
                  </a:lnTo>
                  <a:lnTo>
                    <a:pt x="2322080" y="589164"/>
                  </a:lnTo>
                  <a:lnTo>
                    <a:pt x="2322086" y="589174"/>
                  </a:lnTo>
                  <a:lnTo>
                    <a:pt x="2322089" y="589183"/>
                  </a:lnTo>
                  <a:lnTo>
                    <a:pt x="2322091" y="589193"/>
                  </a:lnTo>
                  <a:lnTo>
                    <a:pt x="2322091" y="589204"/>
                  </a:lnTo>
                  <a:lnTo>
                    <a:pt x="2322090" y="589217"/>
                  </a:lnTo>
                  <a:lnTo>
                    <a:pt x="2322087" y="589232"/>
                  </a:lnTo>
                  <a:lnTo>
                    <a:pt x="2322083" y="589249"/>
                  </a:lnTo>
                  <a:lnTo>
                    <a:pt x="2322077" y="589269"/>
                  </a:lnTo>
                  <a:lnTo>
                    <a:pt x="2322070" y="589290"/>
                  </a:lnTo>
                  <a:lnTo>
                    <a:pt x="2322062" y="589310"/>
                  </a:lnTo>
                  <a:lnTo>
                    <a:pt x="2322054" y="589327"/>
                  </a:lnTo>
                  <a:lnTo>
                    <a:pt x="2322044" y="589342"/>
                  </a:lnTo>
                  <a:lnTo>
                    <a:pt x="2322034" y="589356"/>
                  </a:lnTo>
                  <a:lnTo>
                    <a:pt x="2322021" y="589370"/>
                  </a:lnTo>
                  <a:lnTo>
                    <a:pt x="2322006" y="589385"/>
                  </a:lnTo>
                  <a:lnTo>
                    <a:pt x="2321987" y="589401"/>
                  </a:lnTo>
                  <a:lnTo>
                    <a:pt x="2321871" y="589486"/>
                  </a:lnTo>
                  <a:lnTo>
                    <a:pt x="2321849" y="589501"/>
                  </a:lnTo>
                  <a:lnTo>
                    <a:pt x="2321826" y="589514"/>
                  </a:lnTo>
                  <a:lnTo>
                    <a:pt x="2321802" y="589524"/>
                  </a:lnTo>
                  <a:lnTo>
                    <a:pt x="2321777" y="589532"/>
                  </a:lnTo>
                  <a:lnTo>
                    <a:pt x="2321753" y="589536"/>
                  </a:lnTo>
                  <a:lnTo>
                    <a:pt x="2321729" y="589537"/>
                  </a:lnTo>
                  <a:lnTo>
                    <a:pt x="2321705" y="589535"/>
                  </a:lnTo>
                  <a:lnTo>
                    <a:pt x="2321682" y="589530"/>
                  </a:lnTo>
                  <a:lnTo>
                    <a:pt x="2321658" y="589522"/>
                  </a:lnTo>
                  <a:lnTo>
                    <a:pt x="2321628" y="589511"/>
                  </a:lnTo>
                  <a:lnTo>
                    <a:pt x="2321559" y="589479"/>
                  </a:lnTo>
                  <a:lnTo>
                    <a:pt x="2321523" y="589460"/>
                  </a:lnTo>
                  <a:lnTo>
                    <a:pt x="2321490" y="589442"/>
                  </a:lnTo>
                  <a:lnTo>
                    <a:pt x="2321435" y="589407"/>
                  </a:lnTo>
                  <a:lnTo>
                    <a:pt x="2321412" y="589391"/>
                  </a:lnTo>
                  <a:lnTo>
                    <a:pt x="2321390" y="589374"/>
                  </a:lnTo>
                  <a:lnTo>
                    <a:pt x="2321370" y="589357"/>
                  </a:lnTo>
                  <a:lnTo>
                    <a:pt x="2321351" y="589337"/>
                  </a:lnTo>
                  <a:lnTo>
                    <a:pt x="2321316" y="589296"/>
                  </a:lnTo>
                  <a:lnTo>
                    <a:pt x="2321302" y="589278"/>
                  </a:lnTo>
                  <a:lnTo>
                    <a:pt x="2321290" y="589260"/>
                  </a:lnTo>
                  <a:lnTo>
                    <a:pt x="2321278" y="589238"/>
                  </a:lnTo>
                  <a:lnTo>
                    <a:pt x="2321162" y="588989"/>
                  </a:lnTo>
                  <a:lnTo>
                    <a:pt x="2321154" y="588969"/>
                  </a:lnTo>
                  <a:lnTo>
                    <a:pt x="2321147" y="588952"/>
                  </a:lnTo>
                  <a:lnTo>
                    <a:pt x="2321143" y="588936"/>
                  </a:lnTo>
                  <a:lnTo>
                    <a:pt x="2321140" y="588918"/>
                  </a:lnTo>
                  <a:lnTo>
                    <a:pt x="2321136" y="588878"/>
                  </a:lnTo>
                  <a:lnTo>
                    <a:pt x="2321133" y="588858"/>
                  </a:lnTo>
                  <a:lnTo>
                    <a:pt x="2321128" y="588839"/>
                  </a:lnTo>
                  <a:lnTo>
                    <a:pt x="2321120" y="588818"/>
                  </a:lnTo>
                  <a:lnTo>
                    <a:pt x="2321095" y="588764"/>
                  </a:lnTo>
                  <a:lnTo>
                    <a:pt x="2321084" y="588743"/>
                  </a:lnTo>
                  <a:lnTo>
                    <a:pt x="2321079" y="588733"/>
                  </a:lnTo>
                  <a:lnTo>
                    <a:pt x="2321062" y="588704"/>
                  </a:lnTo>
                  <a:lnTo>
                    <a:pt x="2321046" y="588681"/>
                  </a:lnTo>
                  <a:lnTo>
                    <a:pt x="2321031" y="588664"/>
                  </a:lnTo>
                  <a:lnTo>
                    <a:pt x="2321021" y="588656"/>
                  </a:lnTo>
                  <a:lnTo>
                    <a:pt x="2321015" y="588651"/>
                  </a:lnTo>
                  <a:lnTo>
                    <a:pt x="2320999" y="588641"/>
                  </a:lnTo>
                  <a:lnTo>
                    <a:pt x="2320981" y="588633"/>
                  </a:lnTo>
                  <a:lnTo>
                    <a:pt x="2320964" y="588626"/>
                  </a:lnTo>
                  <a:lnTo>
                    <a:pt x="2320945" y="588622"/>
                  </a:lnTo>
                  <a:lnTo>
                    <a:pt x="2320924" y="588618"/>
                  </a:lnTo>
                  <a:lnTo>
                    <a:pt x="2320870" y="588611"/>
                  </a:lnTo>
                  <a:lnTo>
                    <a:pt x="2320839" y="588608"/>
                  </a:lnTo>
                  <a:lnTo>
                    <a:pt x="2320810" y="588607"/>
                  </a:lnTo>
                  <a:lnTo>
                    <a:pt x="2320787" y="588606"/>
                  </a:lnTo>
                  <a:lnTo>
                    <a:pt x="2320767" y="588608"/>
                  </a:lnTo>
                  <a:lnTo>
                    <a:pt x="2320437" y="588662"/>
                  </a:lnTo>
                  <a:lnTo>
                    <a:pt x="2320419" y="588665"/>
                  </a:lnTo>
                  <a:lnTo>
                    <a:pt x="2320400" y="588671"/>
                  </a:lnTo>
                  <a:lnTo>
                    <a:pt x="2320379" y="588680"/>
                  </a:lnTo>
                  <a:lnTo>
                    <a:pt x="2320358" y="588690"/>
                  </a:lnTo>
                  <a:lnTo>
                    <a:pt x="2320339" y="588701"/>
                  </a:lnTo>
                  <a:lnTo>
                    <a:pt x="2320324" y="588711"/>
                  </a:lnTo>
                  <a:lnTo>
                    <a:pt x="2320300" y="588730"/>
                  </a:lnTo>
                  <a:lnTo>
                    <a:pt x="2320271" y="588752"/>
                  </a:lnTo>
                  <a:lnTo>
                    <a:pt x="2320257" y="588765"/>
                  </a:lnTo>
                  <a:lnTo>
                    <a:pt x="2320247" y="588774"/>
                  </a:lnTo>
                  <a:lnTo>
                    <a:pt x="2320242" y="588779"/>
                  </a:lnTo>
                  <a:lnTo>
                    <a:pt x="2320229" y="588795"/>
                  </a:lnTo>
                  <a:lnTo>
                    <a:pt x="2320218" y="588811"/>
                  </a:lnTo>
                  <a:lnTo>
                    <a:pt x="2320210" y="588826"/>
                  </a:lnTo>
                  <a:lnTo>
                    <a:pt x="2320204" y="588841"/>
                  </a:lnTo>
                  <a:lnTo>
                    <a:pt x="2320202" y="588856"/>
                  </a:lnTo>
                  <a:lnTo>
                    <a:pt x="2320202" y="588872"/>
                  </a:lnTo>
                  <a:lnTo>
                    <a:pt x="2320204" y="588888"/>
                  </a:lnTo>
                  <a:lnTo>
                    <a:pt x="2320206" y="588897"/>
                  </a:lnTo>
                  <a:lnTo>
                    <a:pt x="2320247" y="589097"/>
                  </a:lnTo>
                  <a:lnTo>
                    <a:pt x="2320269" y="589172"/>
                  </a:lnTo>
                  <a:lnTo>
                    <a:pt x="2320275" y="589193"/>
                  </a:lnTo>
                  <a:lnTo>
                    <a:pt x="2320282" y="589219"/>
                  </a:lnTo>
                  <a:lnTo>
                    <a:pt x="2320283" y="589228"/>
                  </a:lnTo>
                  <a:lnTo>
                    <a:pt x="2320243" y="589333"/>
                  </a:lnTo>
                  <a:lnTo>
                    <a:pt x="2320233" y="589348"/>
                  </a:lnTo>
                  <a:lnTo>
                    <a:pt x="2320227" y="589355"/>
                  </a:lnTo>
                  <a:lnTo>
                    <a:pt x="2320221" y="589360"/>
                  </a:lnTo>
                  <a:lnTo>
                    <a:pt x="2320214" y="589364"/>
                  </a:lnTo>
                  <a:lnTo>
                    <a:pt x="2320207" y="589367"/>
                  </a:lnTo>
                  <a:lnTo>
                    <a:pt x="2320199" y="589369"/>
                  </a:lnTo>
                  <a:lnTo>
                    <a:pt x="2320192" y="589370"/>
                  </a:lnTo>
                  <a:lnTo>
                    <a:pt x="2320184" y="589371"/>
                  </a:lnTo>
                  <a:lnTo>
                    <a:pt x="2320175" y="589371"/>
                  </a:lnTo>
                  <a:lnTo>
                    <a:pt x="2320165" y="589371"/>
                  </a:lnTo>
                  <a:lnTo>
                    <a:pt x="2320151" y="589369"/>
                  </a:lnTo>
                  <a:lnTo>
                    <a:pt x="2320040" y="589346"/>
                  </a:lnTo>
                  <a:lnTo>
                    <a:pt x="2320025" y="589343"/>
                  </a:lnTo>
                  <a:lnTo>
                    <a:pt x="2320010" y="589338"/>
                  </a:lnTo>
                  <a:lnTo>
                    <a:pt x="2319995" y="589333"/>
                  </a:lnTo>
                  <a:lnTo>
                    <a:pt x="2319979" y="589325"/>
                  </a:lnTo>
                  <a:lnTo>
                    <a:pt x="2319961" y="589316"/>
                  </a:lnTo>
                  <a:lnTo>
                    <a:pt x="2319943" y="589305"/>
                  </a:lnTo>
                  <a:lnTo>
                    <a:pt x="2319924" y="589291"/>
                  </a:lnTo>
                  <a:lnTo>
                    <a:pt x="2319905" y="589275"/>
                  </a:lnTo>
                  <a:lnTo>
                    <a:pt x="2319885" y="589255"/>
                  </a:lnTo>
                  <a:lnTo>
                    <a:pt x="2319816" y="589179"/>
                  </a:lnTo>
                  <a:lnTo>
                    <a:pt x="2319729" y="589027"/>
                  </a:lnTo>
                  <a:lnTo>
                    <a:pt x="2319702" y="588920"/>
                  </a:lnTo>
                  <a:lnTo>
                    <a:pt x="2319685" y="588862"/>
                  </a:lnTo>
                  <a:lnTo>
                    <a:pt x="2319676" y="588839"/>
                  </a:lnTo>
                  <a:lnTo>
                    <a:pt x="2319669" y="588821"/>
                  </a:lnTo>
                  <a:lnTo>
                    <a:pt x="2319661" y="588806"/>
                  </a:lnTo>
                  <a:lnTo>
                    <a:pt x="2319588" y="588696"/>
                  </a:lnTo>
                  <a:lnTo>
                    <a:pt x="2319577" y="588682"/>
                  </a:lnTo>
                  <a:lnTo>
                    <a:pt x="2319566" y="588668"/>
                  </a:lnTo>
                  <a:lnTo>
                    <a:pt x="2319555" y="588656"/>
                  </a:lnTo>
                  <a:lnTo>
                    <a:pt x="2319543" y="588645"/>
                  </a:lnTo>
                  <a:lnTo>
                    <a:pt x="2319530" y="588636"/>
                  </a:lnTo>
                  <a:lnTo>
                    <a:pt x="2319456" y="588591"/>
                  </a:lnTo>
                  <a:lnTo>
                    <a:pt x="2319443" y="588584"/>
                  </a:lnTo>
                  <a:lnTo>
                    <a:pt x="2319432" y="588579"/>
                  </a:lnTo>
                  <a:lnTo>
                    <a:pt x="2319420" y="588574"/>
                  </a:lnTo>
                  <a:lnTo>
                    <a:pt x="2319389" y="588563"/>
                  </a:lnTo>
                  <a:lnTo>
                    <a:pt x="2319338" y="588548"/>
                  </a:lnTo>
                  <a:lnTo>
                    <a:pt x="2319274" y="588528"/>
                  </a:lnTo>
                  <a:lnTo>
                    <a:pt x="2319254" y="588522"/>
                  </a:lnTo>
                  <a:lnTo>
                    <a:pt x="2319239" y="588518"/>
                  </a:lnTo>
                  <a:lnTo>
                    <a:pt x="2319225" y="588515"/>
                  </a:lnTo>
                  <a:lnTo>
                    <a:pt x="2319199" y="588511"/>
                  </a:lnTo>
                  <a:lnTo>
                    <a:pt x="2319173" y="588508"/>
                  </a:lnTo>
                  <a:lnTo>
                    <a:pt x="2319157" y="588507"/>
                  </a:lnTo>
                  <a:lnTo>
                    <a:pt x="2319138" y="588507"/>
                  </a:lnTo>
                  <a:lnTo>
                    <a:pt x="2319113" y="588508"/>
                  </a:lnTo>
                  <a:lnTo>
                    <a:pt x="2319082" y="588511"/>
                  </a:lnTo>
                  <a:lnTo>
                    <a:pt x="2319016" y="588521"/>
                  </a:lnTo>
                  <a:lnTo>
                    <a:pt x="2318988" y="588526"/>
                  </a:lnTo>
                  <a:lnTo>
                    <a:pt x="2318964" y="588531"/>
                  </a:lnTo>
                  <a:lnTo>
                    <a:pt x="2318943" y="588537"/>
                  </a:lnTo>
                  <a:lnTo>
                    <a:pt x="2318924" y="588543"/>
                  </a:lnTo>
                  <a:lnTo>
                    <a:pt x="2318906" y="588549"/>
                  </a:lnTo>
                  <a:lnTo>
                    <a:pt x="2318902" y="588551"/>
                  </a:lnTo>
                  <a:lnTo>
                    <a:pt x="2318890" y="588556"/>
                  </a:lnTo>
                  <a:lnTo>
                    <a:pt x="2318784" y="588610"/>
                  </a:lnTo>
                  <a:lnTo>
                    <a:pt x="2318765" y="588620"/>
                  </a:lnTo>
                  <a:lnTo>
                    <a:pt x="2318748" y="588631"/>
                  </a:lnTo>
                  <a:lnTo>
                    <a:pt x="2318731" y="588642"/>
                  </a:lnTo>
                  <a:lnTo>
                    <a:pt x="2318715" y="588657"/>
                  </a:lnTo>
                  <a:lnTo>
                    <a:pt x="2318699" y="588674"/>
                  </a:lnTo>
                  <a:lnTo>
                    <a:pt x="2318682" y="588694"/>
                  </a:lnTo>
                  <a:lnTo>
                    <a:pt x="2318667" y="588715"/>
                  </a:lnTo>
                  <a:lnTo>
                    <a:pt x="2318640" y="588757"/>
                  </a:lnTo>
                  <a:lnTo>
                    <a:pt x="2318609" y="588814"/>
                  </a:lnTo>
                  <a:lnTo>
                    <a:pt x="2318600" y="588832"/>
                  </a:lnTo>
                  <a:lnTo>
                    <a:pt x="2318593" y="588851"/>
                  </a:lnTo>
                  <a:lnTo>
                    <a:pt x="2318586" y="588871"/>
                  </a:lnTo>
                  <a:lnTo>
                    <a:pt x="2318581" y="588895"/>
                  </a:lnTo>
                  <a:lnTo>
                    <a:pt x="2318577" y="588925"/>
                  </a:lnTo>
                  <a:lnTo>
                    <a:pt x="2318574" y="588959"/>
                  </a:lnTo>
                  <a:lnTo>
                    <a:pt x="2318573" y="588995"/>
                  </a:lnTo>
                  <a:lnTo>
                    <a:pt x="2318574" y="589030"/>
                  </a:lnTo>
                  <a:lnTo>
                    <a:pt x="2318577" y="589064"/>
                  </a:lnTo>
                  <a:lnTo>
                    <a:pt x="2318579" y="589089"/>
                  </a:lnTo>
                  <a:lnTo>
                    <a:pt x="2318583" y="589109"/>
                  </a:lnTo>
                  <a:lnTo>
                    <a:pt x="2318602" y="589188"/>
                  </a:lnTo>
                  <a:lnTo>
                    <a:pt x="2318606" y="589211"/>
                  </a:lnTo>
                  <a:lnTo>
                    <a:pt x="2318611" y="589239"/>
                  </a:lnTo>
                  <a:lnTo>
                    <a:pt x="2318614" y="589264"/>
                  </a:lnTo>
                  <a:lnTo>
                    <a:pt x="2318614" y="589285"/>
                  </a:lnTo>
                  <a:lnTo>
                    <a:pt x="2318612" y="589301"/>
                  </a:lnTo>
                  <a:lnTo>
                    <a:pt x="2318608" y="589314"/>
                  </a:lnTo>
                  <a:lnTo>
                    <a:pt x="2318599" y="589324"/>
                  </a:lnTo>
                  <a:lnTo>
                    <a:pt x="2318587" y="589332"/>
                  </a:lnTo>
                  <a:lnTo>
                    <a:pt x="2318573" y="589339"/>
                  </a:lnTo>
                  <a:lnTo>
                    <a:pt x="2318522" y="589362"/>
                  </a:lnTo>
                  <a:lnTo>
                    <a:pt x="2318506" y="589368"/>
                  </a:lnTo>
                  <a:lnTo>
                    <a:pt x="2318490" y="589372"/>
                  </a:lnTo>
                  <a:lnTo>
                    <a:pt x="2318476" y="589374"/>
                  </a:lnTo>
                  <a:lnTo>
                    <a:pt x="2318461" y="589375"/>
                  </a:lnTo>
                  <a:lnTo>
                    <a:pt x="2318447" y="589374"/>
                  </a:lnTo>
                  <a:lnTo>
                    <a:pt x="2318433" y="589373"/>
                  </a:lnTo>
                  <a:lnTo>
                    <a:pt x="2318419" y="589370"/>
                  </a:lnTo>
                  <a:lnTo>
                    <a:pt x="2318405" y="589367"/>
                  </a:lnTo>
                  <a:lnTo>
                    <a:pt x="2318392" y="589363"/>
                  </a:lnTo>
                  <a:lnTo>
                    <a:pt x="2318379" y="589358"/>
                  </a:lnTo>
                  <a:lnTo>
                    <a:pt x="2318366" y="589351"/>
                  </a:lnTo>
                  <a:lnTo>
                    <a:pt x="2318354" y="589342"/>
                  </a:lnTo>
                  <a:lnTo>
                    <a:pt x="2318342" y="589329"/>
                  </a:lnTo>
                  <a:lnTo>
                    <a:pt x="2318331" y="589312"/>
                  </a:lnTo>
                  <a:lnTo>
                    <a:pt x="2318299" y="589248"/>
                  </a:lnTo>
                  <a:lnTo>
                    <a:pt x="2318287" y="589221"/>
                  </a:lnTo>
                  <a:lnTo>
                    <a:pt x="2318274" y="589185"/>
                  </a:lnTo>
                  <a:lnTo>
                    <a:pt x="2318261" y="589137"/>
                  </a:lnTo>
                  <a:lnTo>
                    <a:pt x="2318248" y="589082"/>
                  </a:lnTo>
                  <a:lnTo>
                    <a:pt x="2318238" y="589030"/>
                  </a:lnTo>
                  <a:lnTo>
                    <a:pt x="2318232" y="588988"/>
                  </a:lnTo>
                  <a:lnTo>
                    <a:pt x="2318230" y="588950"/>
                  </a:lnTo>
                  <a:lnTo>
                    <a:pt x="2318236" y="588909"/>
                  </a:lnTo>
                  <a:lnTo>
                    <a:pt x="2318252" y="588781"/>
                  </a:lnTo>
                  <a:lnTo>
                    <a:pt x="2318243" y="588754"/>
                  </a:lnTo>
                  <a:lnTo>
                    <a:pt x="2318133" y="588516"/>
                  </a:lnTo>
                  <a:lnTo>
                    <a:pt x="2318102" y="588476"/>
                  </a:lnTo>
                  <a:lnTo>
                    <a:pt x="2318070" y="588440"/>
                  </a:lnTo>
                  <a:lnTo>
                    <a:pt x="2318040" y="588420"/>
                  </a:lnTo>
                  <a:lnTo>
                    <a:pt x="2318004" y="588412"/>
                  </a:lnTo>
                  <a:lnTo>
                    <a:pt x="2317970" y="588411"/>
                  </a:lnTo>
                  <a:lnTo>
                    <a:pt x="2317965" y="588411"/>
                  </a:lnTo>
                  <a:lnTo>
                    <a:pt x="2317945" y="588414"/>
                  </a:lnTo>
                  <a:lnTo>
                    <a:pt x="2317922" y="588417"/>
                  </a:lnTo>
                  <a:lnTo>
                    <a:pt x="2317910" y="588419"/>
                  </a:lnTo>
                  <a:lnTo>
                    <a:pt x="2317899" y="588422"/>
                  </a:lnTo>
                  <a:lnTo>
                    <a:pt x="2317888" y="588426"/>
                  </a:lnTo>
                  <a:lnTo>
                    <a:pt x="2317877" y="588431"/>
                  </a:lnTo>
                  <a:lnTo>
                    <a:pt x="2317865" y="588438"/>
                  </a:lnTo>
                  <a:lnTo>
                    <a:pt x="2317850" y="588448"/>
                  </a:lnTo>
                  <a:lnTo>
                    <a:pt x="2317834" y="588461"/>
                  </a:lnTo>
                  <a:lnTo>
                    <a:pt x="2317815" y="588477"/>
                  </a:lnTo>
                  <a:lnTo>
                    <a:pt x="2317795" y="588497"/>
                  </a:lnTo>
                  <a:lnTo>
                    <a:pt x="2317665" y="588630"/>
                  </a:lnTo>
                  <a:lnTo>
                    <a:pt x="2317516" y="588666"/>
                  </a:lnTo>
                  <a:lnTo>
                    <a:pt x="2317458" y="588666"/>
                  </a:lnTo>
                  <a:lnTo>
                    <a:pt x="2317375" y="588628"/>
                  </a:lnTo>
                  <a:lnTo>
                    <a:pt x="2317323" y="588598"/>
                  </a:lnTo>
                  <a:lnTo>
                    <a:pt x="2317310" y="588576"/>
                  </a:lnTo>
                  <a:lnTo>
                    <a:pt x="2317302" y="588556"/>
                  </a:lnTo>
                  <a:lnTo>
                    <a:pt x="2317277" y="588534"/>
                  </a:lnTo>
                  <a:lnTo>
                    <a:pt x="2317260" y="588521"/>
                  </a:lnTo>
                  <a:lnTo>
                    <a:pt x="2317241" y="588509"/>
                  </a:lnTo>
                  <a:lnTo>
                    <a:pt x="2317220" y="588498"/>
                  </a:lnTo>
                  <a:lnTo>
                    <a:pt x="2316996" y="588398"/>
                  </a:lnTo>
                  <a:lnTo>
                    <a:pt x="2316974" y="588390"/>
                  </a:lnTo>
                  <a:lnTo>
                    <a:pt x="2316954" y="588384"/>
                  </a:lnTo>
                  <a:lnTo>
                    <a:pt x="2316937" y="588380"/>
                  </a:lnTo>
                  <a:lnTo>
                    <a:pt x="2316921" y="588378"/>
                  </a:lnTo>
                  <a:lnTo>
                    <a:pt x="2316906" y="588378"/>
                  </a:lnTo>
                  <a:lnTo>
                    <a:pt x="2316628" y="588390"/>
                  </a:lnTo>
                  <a:lnTo>
                    <a:pt x="2316335" y="588402"/>
                  </a:lnTo>
                  <a:lnTo>
                    <a:pt x="2316254" y="588420"/>
                  </a:lnTo>
                  <a:lnTo>
                    <a:pt x="2316168" y="588452"/>
                  </a:lnTo>
                  <a:lnTo>
                    <a:pt x="2315906" y="588552"/>
                  </a:lnTo>
                  <a:lnTo>
                    <a:pt x="2315779" y="588602"/>
                  </a:lnTo>
                  <a:lnTo>
                    <a:pt x="2315756" y="588611"/>
                  </a:lnTo>
                  <a:lnTo>
                    <a:pt x="2315720" y="588640"/>
                  </a:lnTo>
                  <a:lnTo>
                    <a:pt x="2315674" y="588686"/>
                  </a:lnTo>
                  <a:lnTo>
                    <a:pt x="2315635" y="588730"/>
                  </a:lnTo>
                  <a:lnTo>
                    <a:pt x="2315615" y="588750"/>
                  </a:lnTo>
                  <a:lnTo>
                    <a:pt x="2315475" y="588775"/>
                  </a:lnTo>
                  <a:lnTo>
                    <a:pt x="2315428" y="588782"/>
                  </a:lnTo>
                  <a:lnTo>
                    <a:pt x="2315168" y="588776"/>
                  </a:lnTo>
                  <a:lnTo>
                    <a:pt x="2315070" y="588771"/>
                  </a:lnTo>
                  <a:lnTo>
                    <a:pt x="2314849" y="588757"/>
                  </a:lnTo>
                  <a:lnTo>
                    <a:pt x="2314824" y="588754"/>
                  </a:lnTo>
                  <a:lnTo>
                    <a:pt x="2314396" y="588622"/>
                  </a:lnTo>
                  <a:lnTo>
                    <a:pt x="2314288" y="588576"/>
                  </a:lnTo>
                  <a:lnTo>
                    <a:pt x="2314237" y="588552"/>
                  </a:lnTo>
                  <a:lnTo>
                    <a:pt x="2314172" y="588533"/>
                  </a:lnTo>
                  <a:lnTo>
                    <a:pt x="2314156" y="588528"/>
                  </a:lnTo>
                  <a:lnTo>
                    <a:pt x="2314093" y="588535"/>
                  </a:lnTo>
                  <a:lnTo>
                    <a:pt x="2314084" y="588537"/>
                  </a:lnTo>
                  <a:lnTo>
                    <a:pt x="2313945" y="588568"/>
                  </a:lnTo>
                  <a:lnTo>
                    <a:pt x="2313861" y="588588"/>
                  </a:lnTo>
                  <a:lnTo>
                    <a:pt x="2313814" y="588607"/>
                  </a:lnTo>
                  <a:lnTo>
                    <a:pt x="2313770" y="588645"/>
                  </a:lnTo>
                  <a:lnTo>
                    <a:pt x="2313666" y="588788"/>
                  </a:lnTo>
                  <a:lnTo>
                    <a:pt x="2313611" y="588883"/>
                  </a:lnTo>
                  <a:lnTo>
                    <a:pt x="2313537" y="588979"/>
                  </a:lnTo>
                  <a:lnTo>
                    <a:pt x="2313485" y="589008"/>
                  </a:lnTo>
                  <a:lnTo>
                    <a:pt x="2313464" y="589008"/>
                  </a:lnTo>
                  <a:lnTo>
                    <a:pt x="2313368" y="589008"/>
                  </a:lnTo>
                  <a:lnTo>
                    <a:pt x="2313337" y="588997"/>
                  </a:lnTo>
                  <a:lnTo>
                    <a:pt x="2313253" y="588924"/>
                  </a:lnTo>
                  <a:lnTo>
                    <a:pt x="2313239" y="588912"/>
                  </a:lnTo>
                  <a:lnTo>
                    <a:pt x="2313221" y="588891"/>
                  </a:lnTo>
                  <a:lnTo>
                    <a:pt x="2313216" y="588881"/>
                  </a:lnTo>
                  <a:lnTo>
                    <a:pt x="2313215" y="588867"/>
                  </a:lnTo>
                  <a:lnTo>
                    <a:pt x="2313215" y="588856"/>
                  </a:lnTo>
                  <a:lnTo>
                    <a:pt x="2313220" y="588827"/>
                  </a:lnTo>
                  <a:lnTo>
                    <a:pt x="2313222" y="588819"/>
                  </a:lnTo>
                  <a:lnTo>
                    <a:pt x="2313221" y="588808"/>
                  </a:lnTo>
                  <a:lnTo>
                    <a:pt x="2313220" y="588803"/>
                  </a:lnTo>
                  <a:lnTo>
                    <a:pt x="2313083" y="588552"/>
                  </a:lnTo>
                  <a:lnTo>
                    <a:pt x="2313054" y="588512"/>
                  </a:lnTo>
                  <a:lnTo>
                    <a:pt x="2312992" y="588468"/>
                  </a:lnTo>
                  <a:lnTo>
                    <a:pt x="2312769" y="588315"/>
                  </a:lnTo>
                  <a:lnTo>
                    <a:pt x="2312698" y="588293"/>
                  </a:lnTo>
                  <a:lnTo>
                    <a:pt x="2312619" y="588300"/>
                  </a:lnTo>
                  <a:lnTo>
                    <a:pt x="2312577" y="588315"/>
                  </a:lnTo>
                  <a:lnTo>
                    <a:pt x="2312573" y="588317"/>
                  </a:lnTo>
                  <a:lnTo>
                    <a:pt x="2312506" y="588366"/>
                  </a:lnTo>
                  <a:lnTo>
                    <a:pt x="2312464" y="588429"/>
                  </a:lnTo>
                  <a:lnTo>
                    <a:pt x="2312466" y="588449"/>
                  </a:lnTo>
                  <a:lnTo>
                    <a:pt x="2312472" y="588490"/>
                  </a:lnTo>
                  <a:lnTo>
                    <a:pt x="2312503" y="588618"/>
                  </a:lnTo>
                  <a:lnTo>
                    <a:pt x="2312519" y="588655"/>
                  </a:lnTo>
                  <a:lnTo>
                    <a:pt x="2312545" y="588712"/>
                  </a:lnTo>
                  <a:lnTo>
                    <a:pt x="2312607" y="588788"/>
                  </a:lnTo>
                  <a:lnTo>
                    <a:pt x="2312684" y="588838"/>
                  </a:lnTo>
                  <a:lnTo>
                    <a:pt x="2312774" y="588894"/>
                  </a:lnTo>
                  <a:lnTo>
                    <a:pt x="2312823" y="588933"/>
                  </a:lnTo>
                  <a:lnTo>
                    <a:pt x="2312920" y="589028"/>
                  </a:lnTo>
                  <a:lnTo>
                    <a:pt x="2312991" y="589107"/>
                  </a:lnTo>
                  <a:lnTo>
                    <a:pt x="2313029" y="589156"/>
                  </a:lnTo>
                  <a:lnTo>
                    <a:pt x="2313030" y="589175"/>
                  </a:lnTo>
                  <a:lnTo>
                    <a:pt x="2313031" y="589231"/>
                  </a:lnTo>
                  <a:lnTo>
                    <a:pt x="2312994" y="589287"/>
                  </a:lnTo>
                  <a:lnTo>
                    <a:pt x="2312941" y="589344"/>
                  </a:lnTo>
                  <a:lnTo>
                    <a:pt x="2312856" y="589373"/>
                  </a:lnTo>
                  <a:lnTo>
                    <a:pt x="2312785" y="589395"/>
                  </a:lnTo>
                  <a:lnTo>
                    <a:pt x="2312705" y="589418"/>
                  </a:lnTo>
                  <a:lnTo>
                    <a:pt x="2312594" y="589425"/>
                  </a:lnTo>
                  <a:lnTo>
                    <a:pt x="2312525" y="589417"/>
                  </a:lnTo>
                  <a:lnTo>
                    <a:pt x="2312369" y="589378"/>
                  </a:lnTo>
                  <a:lnTo>
                    <a:pt x="2312286" y="589345"/>
                  </a:lnTo>
                  <a:lnTo>
                    <a:pt x="2312038" y="589243"/>
                  </a:lnTo>
                  <a:lnTo>
                    <a:pt x="2311628" y="588960"/>
                  </a:lnTo>
                  <a:lnTo>
                    <a:pt x="2311486" y="588786"/>
                  </a:lnTo>
                  <a:lnTo>
                    <a:pt x="2311358" y="588598"/>
                  </a:lnTo>
                  <a:lnTo>
                    <a:pt x="2311277" y="588446"/>
                  </a:lnTo>
                  <a:lnTo>
                    <a:pt x="2311223" y="588340"/>
                  </a:lnTo>
                  <a:lnTo>
                    <a:pt x="2311166" y="588256"/>
                  </a:lnTo>
                  <a:lnTo>
                    <a:pt x="2311145" y="588232"/>
                  </a:lnTo>
                  <a:lnTo>
                    <a:pt x="2311066" y="588150"/>
                  </a:lnTo>
                  <a:lnTo>
                    <a:pt x="2311009" y="588115"/>
                  </a:lnTo>
                  <a:lnTo>
                    <a:pt x="2310931" y="588107"/>
                  </a:lnTo>
                  <a:lnTo>
                    <a:pt x="2310874" y="588117"/>
                  </a:lnTo>
                  <a:lnTo>
                    <a:pt x="2310802" y="588155"/>
                  </a:lnTo>
                  <a:lnTo>
                    <a:pt x="2310736" y="588188"/>
                  </a:lnTo>
                  <a:lnTo>
                    <a:pt x="2310657" y="588216"/>
                  </a:lnTo>
                  <a:lnTo>
                    <a:pt x="2310635" y="588221"/>
                  </a:lnTo>
                  <a:lnTo>
                    <a:pt x="2310554" y="588239"/>
                  </a:lnTo>
                  <a:lnTo>
                    <a:pt x="2310474" y="588257"/>
                  </a:lnTo>
                  <a:lnTo>
                    <a:pt x="2310367" y="588283"/>
                  </a:lnTo>
                  <a:lnTo>
                    <a:pt x="2310325" y="588296"/>
                  </a:lnTo>
                  <a:lnTo>
                    <a:pt x="2310278" y="588310"/>
                  </a:lnTo>
                  <a:lnTo>
                    <a:pt x="2310147" y="588355"/>
                  </a:lnTo>
                  <a:lnTo>
                    <a:pt x="2310086" y="588389"/>
                  </a:lnTo>
                  <a:lnTo>
                    <a:pt x="2310034" y="588417"/>
                  </a:lnTo>
                  <a:lnTo>
                    <a:pt x="2310002" y="588429"/>
                  </a:lnTo>
                  <a:lnTo>
                    <a:pt x="2309995" y="588432"/>
                  </a:lnTo>
                  <a:lnTo>
                    <a:pt x="2309930" y="588428"/>
                  </a:lnTo>
                  <a:lnTo>
                    <a:pt x="2309843" y="588420"/>
                  </a:lnTo>
                  <a:lnTo>
                    <a:pt x="2309765" y="588404"/>
                  </a:lnTo>
                  <a:lnTo>
                    <a:pt x="2309193" y="588285"/>
                  </a:lnTo>
                  <a:lnTo>
                    <a:pt x="2309103" y="588259"/>
                  </a:lnTo>
                  <a:lnTo>
                    <a:pt x="2308779" y="588140"/>
                  </a:lnTo>
                  <a:lnTo>
                    <a:pt x="2308617" y="588070"/>
                  </a:lnTo>
                  <a:lnTo>
                    <a:pt x="2308509" y="587990"/>
                  </a:lnTo>
                  <a:lnTo>
                    <a:pt x="2308442" y="587928"/>
                  </a:lnTo>
                  <a:lnTo>
                    <a:pt x="2308381" y="587861"/>
                  </a:lnTo>
                  <a:lnTo>
                    <a:pt x="2308359" y="587836"/>
                  </a:lnTo>
                  <a:lnTo>
                    <a:pt x="2308211" y="587659"/>
                  </a:lnTo>
                  <a:lnTo>
                    <a:pt x="2307903" y="587227"/>
                  </a:lnTo>
                  <a:lnTo>
                    <a:pt x="2307869" y="587161"/>
                  </a:lnTo>
                  <a:lnTo>
                    <a:pt x="2307851" y="587082"/>
                  </a:lnTo>
                  <a:lnTo>
                    <a:pt x="2307839" y="587019"/>
                  </a:lnTo>
                  <a:lnTo>
                    <a:pt x="2307832" y="586845"/>
                  </a:lnTo>
                  <a:lnTo>
                    <a:pt x="2307844" y="586550"/>
                  </a:lnTo>
                  <a:lnTo>
                    <a:pt x="2307854" y="586482"/>
                  </a:lnTo>
                  <a:lnTo>
                    <a:pt x="2307871" y="586422"/>
                  </a:lnTo>
                  <a:lnTo>
                    <a:pt x="2307910" y="586379"/>
                  </a:lnTo>
                  <a:lnTo>
                    <a:pt x="2307941" y="586331"/>
                  </a:lnTo>
                  <a:lnTo>
                    <a:pt x="2307969" y="586280"/>
                  </a:lnTo>
                  <a:lnTo>
                    <a:pt x="2307979" y="586249"/>
                  </a:lnTo>
                  <a:lnTo>
                    <a:pt x="2307997" y="586125"/>
                  </a:lnTo>
                  <a:lnTo>
                    <a:pt x="2308002" y="586076"/>
                  </a:lnTo>
                  <a:lnTo>
                    <a:pt x="2308001" y="586065"/>
                  </a:lnTo>
                  <a:lnTo>
                    <a:pt x="2307982" y="586014"/>
                  </a:lnTo>
                  <a:lnTo>
                    <a:pt x="2307956" y="585985"/>
                  </a:lnTo>
                  <a:lnTo>
                    <a:pt x="2307892" y="585964"/>
                  </a:lnTo>
                  <a:lnTo>
                    <a:pt x="2307825" y="585959"/>
                  </a:lnTo>
                  <a:lnTo>
                    <a:pt x="2307753" y="585968"/>
                  </a:lnTo>
                  <a:lnTo>
                    <a:pt x="2307584" y="585990"/>
                  </a:lnTo>
                  <a:lnTo>
                    <a:pt x="2307514" y="586018"/>
                  </a:lnTo>
                  <a:lnTo>
                    <a:pt x="2307437" y="586065"/>
                  </a:lnTo>
                  <a:lnTo>
                    <a:pt x="2307409" y="586093"/>
                  </a:lnTo>
                  <a:lnTo>
                    <a:pt x="2307408" y="586124"/>
                  </a:lnTo>
                  <a:lnTo>
                    <a:pt x="2307417" y="586161"/>
                  </a:lnTo>
                  <a:lnTo>
                    <a:pt x="2307416" y="586206"/>
                  </a:lnTo>
                  <a:lnTo>
                    <a:pt x="2307393" y="586280"/>
                  </a:lnTo>
                  <a:lnTo>
                    <a:pt x="2307304" y="586353"/>
                  </a:lnTo>
                  <a:lnTo>
                    <a:pt x="2307245" y="586389"/>
                  </a:lnTo>
                  <a:lnTo>
                    <a:pt x="2307169" y="586418"/>
                  </a:lnTo>
                  <a:lnTo>
                    <a:pt x="2307065" y="586441"/>
                  </a:lnTo>
                  <a:lnTo>
                    <a:pt x="2306955" y="586438"/>
                  </a:lnTo>
                  <a:lnTo>
                    <a:pt x="2306851" y="586421"/>
                  </a:lnTo>
                  <a:lnTo>
                    <a:pt x="2306646" y="586350"/>
                  </a:lnTo>
                  <a:lnTo>
                    <a:pt x="2306445" y="586253"/>
                  </a:lnTo>
                  <a:lnTo>
                    <a:pt x="2306394" y="586224"/>
                  </a:lnTo>
                  <a:lnTo>
                    <a:pt x="2306335" y="586157"/>
                  </a:lnTo>
                  <a:lnTo>
                    <a:pt x="2306255" y="586069"/>
                  </a:lnTo>
                  <a:lnTo>
                    <a:pt x="2306167" y="585978"/>
                  </a:lnTo>
                  <a:lnTo>
                    <a:pt x="2306121" y="585961"/>
                  </a:lnTo>
                  <a:lnTo>
                    <a:pt x="2305998" y="585944"/>
                  </a:lnTo>
                  <a:lnTo>
                    <a:pt x="2305911" y="585937"/>
                  </a:lnTo>
                  <a:lnTo>
                    <a:pt x="2305884" y="585959"/>
                  </a:lnTo>
                  <a:lnTo>
                    <a:pt x="2305813" y="586022"/>
                  </a:lnTo>
                  <a:lnTo>
                    <a:pt x="2305744" y="586070"/>
                  </a:lnTo>
                  <a:lnTo>
                    <a:pt x="2305693" y="586105"/>
                  </a:lnTo>
                  <a:lnTo>
                    <a:pt x="2305639" y="586119"/>
                  </a:lnTo>
                  <a:lnTo>
                    <a:pt x="2305610" y="586135"/>
                  </a:lnTo>
                  <a:lnTo>
                    <a:pt x="2305530" y="586179"/>
                  </a:lnTo>
                  <a:lnTo>
                    <a:pt x="2305428" y="586226"/>
                  </a:lnTo>
                  <a:lnTo>
                    <a:pt x="2305318" y="586261"/>
                  </a:lnTo>
                  <a:lnTo>
                    <a:pt x="2305245" y="586279"/>
                  </a:lnTo>
                  <a:lnTo>
                    <a:pt x="2305163" y="586285"/>
                  </a:lnTo>
                  <a:lnTo>
                    <a:pt x="2305076" y="586267"/>
                  </a:lnTo>
                  <a:lnTo>
                    <a:pt x="2305013" y="586242"/>
                  </a:lnTo>
                  <a:lnTo>
                    <a:pt x="2304974" y="586183"/>
                  </a:lnTo>
                  <a:lnTo>
                    <a:pt x="2304955" y="586130"/>
                  </a:lnTo>
                  <a:lnTo>
                    <a:pt x="2304966" y="586097"/>
                  </a:lnTo>
                  <a:lnTo>
                    <a:pt x="2304997" y="586064"/>
                  </a:lnTo>
                  <a:lnTo>
                    <a:pt x="2305036" y="585955"/>
                  </a:lnTo>
                  <a:lnTo>
                    <a:pt x="2305055" y="585866"/>
                  </a:lnTo>
                  <a:lnTo>
                    <a:pt x="2305061" y="585798"/>
                  </a:lnTo>
                  <a:lnTo>
                    <a:pt x="2305044" y="585717"/>
                  </a:lnTo>
                  <a:lnTo>
                    <a:pt x="2305019" y="585695"/>
                  </a:lnTo>
                  <a:lnTo>
                    <a:pt x="2304953" y="585677"/>
                  </a:lnTo>
                  <a:lnTo>
                    <a:pt x="2304873" y="585660"/>
                  </a:lnTo>
                  <a:lnTo>
                    <a:pt x="2304803" y="585666"/>
                  </a:lnTo>
                  <a:lnTo>
                    <a:pt x="2304728" y="585678"/>
                  </a:lnTo>
                  <a:lnTo>
                    <a:pt x="2304640" y="585707"/>
                  </a:lnTo>
                  <a:lnTo>
                    <a:pt x="2304586" y="585733"/>
                  </a:lnTo>
                  <a:lnTo>
                    <a:pt x="2304533" y="585790"/>
                  </a:lnTo>
                  <a:lnTo>
                    <a:pt x="2304495" y="585846"/>
                  </a:lnTo>
                  <a:lnTo>
                    <a:pt x="2304471" y="585919"/>
                  </a:lnTo>
                  <a:lnTo>
                    <a:pt x="2304432" y="586123"/>
                  </a:lnTo>
                  <a:lnTo>
                    <a:pt x="2304428" y="586218"/>
                  </a:lnTo>
                  <a:lnTo>
                    <a:pt x="2304475" y="586365"/>
                  </a:lnTo>
                  <a:lnTo>
                    <a:pt x="2304522" y="586439"/>
                  </a:lnTo>
                  <a:lnTo>
                    <a:pt x="2304550" y="586475"/>
                  </a:lnTo>
                  <a:lnTo>
                    <a:pt x="2304568" y="586497"/>
                  </a:lnTo>
                  <a:lnTo>
                    <a:pt x="2304581" y="586540"/>
                  </a:lnTo>
                  <a:lnTo>
                    <a:pt x="2304573" y="586605"/>
                  </a:lnTo>
                  <a:lnTo>
                    <a:pt x="2304546" y="586626"/>
                  </a:lnTo>
                  <a:lnTo>
                    <a:pt x="2304287" y="586754"/>
                  </a:lnTo>
                  <a:lnTo>
                    <a:pt x="2304230" y="586782"/>
                  </a:lnTo>
                  <a:lnTo>
                    <a:pt x="2304070" y="586815"/>
                  </a:lnTo>
                  <a:lnTo>
                    <a:pt x="2303813" y="586797"/>
                  </a:lnTo>
                  <a:lnTo>
                    <a:pt x="2303699" y="586788"/>
                  </a:lnTo>
                  <a:lnTo>
                    <a:pt x="2303603" y="586771"/>
                  </a:lnTo>
                  <a:lnTo>
                    <a:pt x="2303492" y="586738"/>
                  </a:lnTo>
                  <a:lnTo>
                    <a:pt x="2303390" y="586693"/>
                  </a:lnTo>
                  <a:lnTo>
                    <a:pt x="2303272" y="586645"/>
                  </a:lnTo>
                  <a:lnTo>
                    <a:pt x="2303213" y="586625"/>
                  </a:lnTo>
                  <a:lnTo>
                    <a:pt x="2303159" y="586607"/>
                  </a:lnTo>
                  <a:lnTo>
                    <a:pt x="2303084" y="586585"/>
                  </a:lnTo>
                  <a:lnTo>
                    <a:pt x="2303014" y="586582"/>
                  </a:lnTo>
                  <a:lnTo>
                    <a:pt x="2302907" y="586581"/>
                  </a:lnTo>
                  <a:lnTo>
                    <a:pt x="2302857" y="586592"/>
                  </a:lnTo>
                  <a:lnTo>
                    <a:pt x="2302696" y="586689"/>
                  </a:lnTo>
                  <a:lnTo>
                    <a:pt x="2302641" y="586741"/>
                  </a:lnTo>
                  <a:lnTo>
                    <a:pt x="2302584" y="586805"/>
                  </a:lnTo>
                  <a:lnTo>
                    <a:pt x="2302507" y="586858"/>
                  </a:lnTo>
                  <a:lnTo>
                    <a:pt x="2302433" y="586883"/>
                  </a:lnTo>
                  <a:lnTo>
                    <a:pt x="2302358" y="586893"/>
                  </a:lnTo>
                  <a:lnTo>
                    <a:pt x="2302306" y="586878"/>
                  </a:lnTo>
                  <a:lnTo>
                    <a:pt x="2302197" y="586834"/>
                  </a:lnTo>
                  <a:lnTo>
                    <a:pt x="2302153" y="586798"/>
                  </a:lnTo>
                  <a:lnTo>
                    <a:pt x="2302111" y="586765"/>
                  </a:lnTo>
                  <a:lnTo>
                    <a:pt x="2302034" y="586699"/>
                  </a:lnTo>
                  <a:lnTo>
                    <a:pt x="2301959" y="586611"/>
                  </a:lnTo>
                  <a:lnTo>
                    <a:pt x="2301905" y="586543"/>
                  </a:lnTo>
                  <a:lnTo>
                    <a:pt x="2301869" y="586404"/>
                  </a:lnTo>
                  <a:lnTo>
                    <a:pt x="2301867" y="586359"/>
                  </a:lnTo>
                  <a:lnTo>
                    <a:pt x="2301864" y="586308"/>
                  </a:lnTo>
                  <a:lnTo>
                    <a:pt x="2301872" y="586137"/>
                  </a:lnTo>
                  <a:lnTo>
                    <a:pt x="2301858" y="586082"/>
                  </a:lnTo>
                  <a:lnTo>
                    <a:pt x="2301771" y="585889"/>
                  </a:lnTo>
                  <a:lnTo>
                    <a:pt x="2301757" y="585866"/>
                  </a:lnTo>
                  <a:lnTo>
                    <a:pt x="2301733" y="585828"/>
                  </a:lnTo>
                  <a:lnTo>
                    <a:pt x="2301691" y="585795"/>
                  </a:lnTo>
                  <a:lnTo>
                    <a:pt x="2301618" y="585775"/>
                  </a:lnTo>
                  <a:lnTo>
                    <a:pt x="2301229" y="585720"/>
                  </a:lnTo>
                  <a:lnTo>
                    <a:pt x="2301140" y="585723"/>
                  </a:lnTo>
                  <a:lnTo>
                    <a:pt x="2301058" y="585746"/>
                  </a:lnTo>
                  <a:lnTo>
                    <a:pt x="2300952" y="585803"/>
                  </a:lnTo>
                  <a:lnTo>
                    <a:pt x="2300825" y="585850"/>
                  </a:lnTo>
                  <a:lnTo>
                    <a:pt x="2300664" y="585891"/>
                  </a:lnTo>
                  <a:lnTo>
                    <a:pt x="2300621" y="585894"/>
                  </a:lnTo>
                  <a:lnTo>
                    <a:pt x="2300562" y="585898"/>
                  </a:lnTo>
                  <a:lnTo>
                    <a:pt x="2300479" y="585879"/>
                  </a:lnTo>
                  <a:lnTo>
                    <a:pt x="2300411" y="585861"/>
                  </a:lnTo>
                  <a:lnTo>
                    <a:pt x="2300264" y="585846"/>
                  </a:lnTo>
                  <a:lnTo>
                    <a:pt x="2300117" y="585838"/>
                  </a:lnTo>
                  <a:lnTo>
                    <a:pt x="2300046" y="585846"/>
                  </a:lnTo>
                  <a:lnTo>
                    <a:pt x="2300001" y="585874"/>
                  </a:lnTo>
                  <a:lnTo>
                    <a:pt x="2299984" y="585920"/>
                  </a:lnTo>
                  <a:lnTo>
                    <a:pt x="2299981" y="585978"/>
                  </a:lnTo>
                  <a:lnTo>
                    <a:pt x="2300011" y="586064"/>
                  </a:lnTo>
                  <a:lnTo>
                    <a:pt x="2300053" y="586264"/>
                  </a:lnTo>
                  <a:lnTo>
                    <a:pt x="2300082" y="586452"/>
                  </a:lnTo>
                  <a:lnTo>
                    <a:pt x="2300082" y="586486"/>
                  </a:lnTo>
                  <a:lnTo>
                    <a:pt x="2300066" y="586539"/>
                  </a:lnTo>
                  <a:lnTo>
                    <a:pt x="2300027" y="586599"/>
                  </a:lnTo>
                  <a:lnTo>
                    <a:pt x="2299990" y="586626"/>
                  </a:lnTo>
                  <a:lnTo>
                    <a:pt x="2299755" y="586659"/>
                  </a:lnTo>
                  <a:lnTo>
                    <a:pt x="2299681" y="586670"/>
                  </a:lnTo>
                  <a:lnTo>
                    <a:pt x="2299573" y="586651"/>
                  </a:lnTo>
                  <a:lnTo>
                    <a:pt x="2299491" y="586617"/>
                  </a:lnTo>
                  <a:lnTo>
                    <a:pt x="2299263" y="586524"/>
                  </a:lnTo>
                  <a:lnTo>
                    <a:pt x="2299190" y="586487"/>
                  </a:lnTo>
                  <a:lnTo>
                    <a:pt x="2299087" y="586435"/>
                  </a:lnTo>
                  <a:lnTo>
                    <a:pt x="2299076" y="586399"/>
                  </a:lnTo>
                  <a:lnTo>
                    <a:pt x="2298973" y="586340"/>
                  </a:lnTo>
                  <a:lnTo>
                    <a:pt x="2298856" y="586280"/>
                  </a:lnTo>
                  <a:lnTo>
                    <a:pt x="2298734" y="586235"/>
                  </a:lnTo>
                  <a:lnTo>
                    <a:pt x="2298641" y="586224"/>
                  </a:lnTo>
                  <a:lnTo>
                    <a:pt x="2298361" y="586096"/>
                  </a:lnTo>
                  <a:lnTo>
                    <a:pt x="2298240" y="586037"/>
                  </a:lnTo>
                  <a:lnTo>
                    <a:pt x="2298117" y="585977"/>
                  </a:lnTo>
                  <a:lnTo>
                    <a:pt x="2297946" y="585888"/>
                  </a:lnTo>
                  <a:lnTo>
                    <a:pt x="2297667" y="585799"/>
                  </a:lnTo>
                  <a:lnTo>
                    <a:pt x="2297550" y="585737"/>
                  </a:lnTo>
                  <a:lnTo>
                    <a:pt x="2297414" y="585647"/>
                  </a:lnTo>
                  <a:lnTo>
                    <a:pt x="2297377" y="585629"/>
                  </a:lnTo>
                  <a:lnTo>
                    <a:pt x="2297305" y="585593"/>
                  </a:lnTo>
                  <a:lnTo>
                    <a:pt x="2297199" y="585552"/>
                  </a:lnTo>
                  <a:lnTo>
                    <a:pt x="2297128" y="585550"/>
                  </a:lnTo>
                  <a:lnTo>
                    <a:pt x="2297050" y="585565"/>
                  </a:lnTo>
                  <a:lnTo>
                    <a:pt x="2296927" y="585605"/>
                  </a:lnTo>
                  <a:lnTo>
                    <a:pt x="2296766" y="585673"/>
                  </a:lnTo>
                  <a:lnTo>
                    <a:pt x="2296670" y="585718"/>
                  </a:lnTo>
                  <a:lnTo>
                    <a:pt x="2296633" y="585759"/>
                  </a:lnTo>
                  <a:lnTo>
                    <a:pt x="2296560" y="585873"/>
                  </a:lnTo>
                  <a:lnTo>
                    <a:pt x="2296493" y="585913"/>
                  </a:lnTo>
                  <a:lnTo>
                    <a:pt x="2296419" y="585919"/>
                  </a:lnTo>
                  <a:lnTo>
                    <a:pt x="2296327" y="585917"/>
                  </a:lnTo>
                  <a:lnTo>
                    <a:pt x="2295872" y="585895"/>
                  </a:lnTo>
                  <a:lnTo>
                    <a:pt x="2295821" y="585879"/>
                  </a:lnTo>
                  <a:lnTo>
                    <a:pt x="2295662" y="585813"/>
                  </a:lnTo>
                  <a:lnTo>
                    <a:pt x="2295577" y="585771"/>
                  </a:lnTo>
                  <a:lnTo>
                    <a:pt x="2295512" y="585722"/>
                  </a:lnTo>
                  <a:lnTo>
                    <a:pt x="2295455" y="585656"/>
                  </a:lnTo>
                  <a:lnTo>
                    <a:pt x="2295409" y="585571"/>
                  </a:lnTo>
                  <a:lnTo>
                    <a:pt x="2295388" y="585504"/>
                  </a:lnTo>
                  <a:lnTo>
                    <a:pt x="2295391" y="585465"/>
                  </a:lnTo>
                  <a:lnTo>
                    <a:pt x="2295421" y="585423"/>
                  </a:lnTo>
                  <a:lnTo>
                    <a:pt x="2295470" y="585381"/>
                  </a:lnTo>
                  <a:lnTo>
                    <a:pt x="2295512" y="585365"/>
                  </a:lnTo>
                  <a:lnTo>
                    <a:pt x="2296080" y="585193"/>
                  </a:lnTo>
                  <a:lnTo>
                    <a:pt x="2296187" y="585186"/>
                  </a:lnTo>
                  <a:lnTo>
                    <a:pt x="2296268" y="585189"/>
                  </a:lnTo>
                  <a:lnTo>
                    <a:pt x="2296374" y="585188"/>
                  </a:lnTo>
                  <a:lnTo>
                    <a:pt x="2296457" y="585164"/>
                  </a:lnTo>
                  <a:lnTo>
                    <a:pt x="2296511" y="585139"/>
                  </a:lnTo>
                  <a:lnTo>
                    <a:pt x="2296593" y="585064"/>
                  </a:lnTo>
                  <a:lnTo>
                    <a:pt x="2296804" y="584867"/>
                  </a:lnTo>
                  <a:lnTo>
                    <a:pt x="2296847" y="584822"/>
                  </a:lnTo>
                  <a:lnTo>
                    <a:pt x="2296889" y="584722"/>
                  </a:lnTo>
                  <a:lnTo>
                    <a:pt x="2296896" y="584694"/>
                  </a:lnTo>
                  <a:lnTo>
                    <a:pt x="2296896" y="584667"/>
                  </a:lnTo>
                  <a:lnTo>
                    <a:pt x="2296894" y="584644"/>
                  </a:lnTo>
                  <a:lnTo>
                    <a:pt x="2296827" y="584434"/>
                  </a:lnTo>
                  <a:lnTo>
                    <a:pt x="2296801" y="584373"/>
                  </a:lnTo>
                  <a:lnTo>
                    <a:pt x="2296765" y="584323"/>
                  </a:lnTo>
                  <a:lnTo>
                    <a:pt x="2296729" y="584277"/>
                  </a:lnTo>
                  <a:lnTo>
                    <a:pt x="2296690" y="584241"/>
                  </a:lnTo>
                  <a:lnTo>
                    <a:pt x="2296625" y="584207"/>
                  </a:lnTo>
                  <a:lnTo>
                    <a:pt x="2296561" y="584181"/>
                  </a:lnTo>
                  <a:lnTo>
                    <a:pt x="2296510" y="584169"/>
                  </a:lnTo>
                  <a:lnTo>
                    <a:pt x="2296458" y="584158"/>
                  </a:lnTo>
                  <a:lnTo>
                    <a:pt x="2296397" y="584152"/>
                  </a:lnTo>
                  <a:lnTo>
                    <a:pt x="2296373" y="584152"/>
                  </a:lnTo>
                  <a:lnTo>
                    <a:pt x="2296317" y="584151"/>
                  </a:lnTo>
                  <a:lnTo>
                    <a:pt x="2296246" y="584157"/>
                  </a:lnTo>
                  <a:lnTo>
                    <a:pt x="2296079" y="584178"/>
                  </a:lnTo>
                  <a:lnTo>
                    <a:pt x="2295980" y="584198"/>
                  </a:lnTo>
                  <a:lnTo>
                    <a:pt x="2295942" y="584222"/>
                  </a:lnTo>
                  <a:lnTo>
                    <a:pt x="2295896" y="584259"/>
                  </a:lnTo>
                  <a:lnTo>
                    <a:pt x="2295830" y="584315"/>
                  </a:lnTo>
                  <a:lnTo>
                    <a:pt x="2295708" y="584453"/>
                  </a:lnTo>
                  <a:lnTo>
                    <a:pt x="2295294" y="584806"/>
                  </a:lnTo>
                  <a:lnTo>
                    <a:pt x="2295262" y="584830"/>
                  </a:lnTo>
                  <a:lnTo>
                    <a:pt x="2295189" y="584860"/>
                  </a:lnTo>
                  <a:lnTo>
                    <a:pt x="2295122" y="584877"/>
                  </a:lnTo>
                  <a:lnTo>
                    <a:pt x="2295052" y="584854"/>
                  </a:lnTo>
                  <a:lnTo>
                    <a:pt x="2295005" y="584833"/>
                  </a:lnTo>
                  <a:lnTo>
                    <a:pt x="2294956" y="584800"/>
                  </a:lnTo>
                  <a:lnTo>
                    <a:pt x="2294924" y="584762"/>
                  </a:lnTo>
                  <a:lnTo>
                    <a:pt x="2294915" y="584746"/>
                  </a:lnTo>
                  <a:lnTo>
                    <a:pt x="2294865" y="584677"/>
                  </a:lnTo>
                  <a:lnTo>
                    <a:pt x="2294807" y="584620"/>
                  </a:lnTo>
                  <a:lnTo>
                    <a:pt x="2294711" y="584539"/>
                  </a:lnTo>
                  <a:lnTo>
                    <a:pt x="2294667" y="584517"/>
                  </a:lnTo>
                  <a:lnTo>
                    <a:pt x="2294627" y="584507"/>
                  </a:lnTo>
                  <a:lnTo>
                    <a:pt x="2294603" y="584493"/>
                  </a:lnTo>
                  <a:lnTo>
                    <a:pt x="2294572" y="584450"/>
                  </a:lnTo>
                  <a:lnTo>
                    <a:pt x="2294561" y="584411"/>
                  </a:lnTo>
                  <a:lnTo>
                    <a:pt x="2294564" y="584382"/>
                  </a:lnTo>
                  <a:lnTo>
                    <a:pt x="2294580" y="584353"/>
                  </a:lnTo>
                  <a:lnTo>
                    <a:pt x="2294664" y="584232"/>
                  </a:lnTo>
                  <a:lnTo>
                    <a:pt x="2294713" y="584177"/>
                  </a:lnTo>
                  <a:lnTo>
                    <a:pt x="2294798" y="584104"/>
                  </a:lnTo>
                  <a:lnTo>
                    <a:pt x="2294866" y="583930"/>
                  </a:lnTo>
                  <a:lnTo>
                    <a:pt x="2294874" y="583881"/>
                  </a:lnTo>
                  <a:lnTo>
                    <a:pt x="2294871" y="583848"/>
                  </a:lnTo>
                  <a:lnTo>
                    <a:pt x="2294865" y="583829"/>
                  </a:lnTo>
                  <a:lnTo>
                    <a:pt x="2294847" y="583809"/>
                  </a:lnTo>
                  <a:lnTo>
                    <a:pt x="2294806" y="583784"/>
                  </a:lnTo>
                  <a:lnTo>
                    <a:pt x="2294685" y="583720"/>
                  </a:lnTo>
                  <a:lnTo>
                    <a:pt x="2294651" y="583707"/>
                  </a:lnTo>
                  <a:lnTo>
                    <a:pt x="2294600" y="583700"/>
                  </a:lnTo>
                  <a:lnTo>
                    <a:pt x="2294539" y="583697"/>
                  </a:lnTo>
                  <a:lnTo>
                    <a:pt x="2294463" y="583703"/>
                  </a:lnTo>
                  <a:lnTo>
                    <a:pt x="2294451" y="583704"/>
                  </a:lnTo>
                  <a:lnTo>
                    <a:pt x="2294394" y="583713"/>
                  </a:lnTo>
                  <a:lnTo>
                    <a:pt x="2294348" y="583727"/>
                  </a:lnTo>
                  <a:lnTo>
                    <a:pt x="2294309" y="583745"/>
                  </a:lnTo>
                  <a:lnTo>
                    <a:pt x="2294179" y="583823"/>
                  </a:lnTo>
                  <a:lnTo>
                    <a:pt x="2294163" y="583833"/>
                  </a:lnTo>
                  <a:lnTo>
                    <a:pt x="2294080" y="583877"/>
                  </a:lnTo>
                  <a:lnTo>
                    <a:pt x="2294031" y="583899"/>
                  </a:lnTo>
                  <a:lnTo>
                    <a:pt x="2294009" y="583901"/>
                  </a:lnTo>
                  <a:lnTo>
                    <a:pt x="2293867" y="583906"/>
                  </a:lnTo>
                  <a:lnTo>
                    <a:pt x="2293812" y="583907"/>
                  </a:lnTo>
                  <a:lnTo>
                    <a:pt x="2293775" y="583901"/>
                  </a:lnTo>
                  <a:lnTo>
                    <a:pt x="2293745" y="583879"/>
                  </a:lnTo>
                  <a:lnTo>
                    <a:pt x="2293692" y="583820"/>
                  </a:lnTo>
                  <a:lnTo>
                    <a:pt x="2293661" y="583785"/>
                  </a:lnTo>
                  <a:lnTo>
                    <a:pt x="2293639" y="583746"/>
                  </a:lnTo>
                  <a:lnTo>
                    <a:pt x="2293624" y="583699"/>
                  </a:lnTo>
                  <a:lnTo>
                    <a:pt x="2293611" y="583655"/>
                  </a:lnTo>
                  <a:lnTo>
                    <a:pt x="2293614" y="583631"/>
                  </a:lnTo>
                  <a:lnTo>
                    <a:pt x="2293639" y="583582"/>
                  </a:lnTo>
                  <a:lnTo>
                    <a:pt x="2293664" y="583539"/>
                  </a:lnTo>
                  <a:lnTo>
                    <a:pt x="2293695" y="583487"/>
                  </a:lnTo>
                  <a:lnTo>
                    <a:pt x="2293709" y="583463"/>
                  </a:lnTo>
                  <a:lnTo>
                    <a:pt x="2293736" y="583413"/>
                  </a:lnTo>
                  <a:lnTo>
                    <a:pt x="2293756" y="583370"/>
                  </a:lnTo>
                  <a:lnTo>
                    <a:pt x="2293757" y="583349"/>
                  </a:lnTo>
                  <a:lnTo>
                    <a:pt x="2293748" y="583310"/>
                  </a:lnTo>
                  <a:lnTo>
                    <a:pt x="2293735" y="583277"/>
                  </a:lnTo>
                  <a:lnTo>
                    <a:pt x="2293711" y="583247"/>
                  </a:lnTo>
                  <a:lnTo>
                    <a:pt x="2293661" y="583228"/>
                  </a:lnTo>
                  <a:lnTo>
                    <a:pt x="2293496" y="583189"/>
                  </a:lnTo>
                  <a:lnTo>
                    <a:pt x="2293424" y="583182"/>
                  </a:lnTo>
                  <a:lnTo>
                    <a:pt x="2293349" y="583193"/>
                  </a:lnTo>
                  <a:lnTo>
                    <a:pt x="2293280" y="583206"/>
                  </a:lnTo>
                  <a:lnTo>
                    <a:pt x="2293210" y="583231"/>
                  </a:lnTo>
                  <a:lnTo>
                    <a:pt x="2293181" y="583254"/>
                  </a:lnTo>
                  <a:lnTo>
                    <a:pt x="2293166" y="583284"/>
                  </a:lnTo>
                  <a:lnTo>
                    <a:pt x="2293150" y="583328"/>
                  </a:lnTo>
                  <a:lnTo>
                    <a:pt x="2293113" y="583404"/>
                  </a:lnTo>
                  <a:lnTo>
                    <a:pt x="2293066" y="583472"/>
                  </a:lnTo>
                  <a:lnTo>
                    <a:pt x="2293032" y="583503"/>
                  </a:lnTo>
                  <a:lnTo>
                    <a:pt x="2292975" y="583528"/>
                  </a:lnTo>
                  <a:lnTo>
                    <a:pt x="2292901" y="583560"/>
                  </a:lnTo>
                  <a:lnTo>
                    <a:pt x="2292795" y="583593"/>
                  </a:lnTo>
                  <a:lnTo>
                    <a:pt x="2292605" y="583625"/>
                  </a:lnTo>
                  <a:lnTo>
                    <a:pt x="2292346" y="583578"/>
                  </a:lnTo>
                  <a:lnTo>
                    <a:pt x="2292262" y="583561"/>
                  </a:lnTo>
                  <a:lnTo>
                    <a:pt x="2292217" y="583538"/>
                  </a:lnTo>
                  <a:lnTo>
                    <a:pt x="2292171" y="583505"/>
                  </a:lnTo>
                  <a:lnTo>
                    <a:pt x="2292136" y="583454"/>
                  </a:lnTo>
                  <a:lnTo>
                    <a:pt x="2292103" y="583366"/>
                  </a:lnTo>
                  <a:lnTo>
                    <a:pt x="2292071" y="583277"/>
                  </a:lnTo>
                  <a:lnTo>
                    <a:pt x="2292048" y="583210"/>
                  </a:lnTo>
                  <a:lnTo>
                    <a:pt x="2292041" y="583179"/>
                  </a:lnTo>
                  <a:lnTo>
                    <a:pt x="2292040" y="583141"/>
                  </a:lnTo>
                  <a:lnTo>
                    <a:pt x="2292046" y="583112"/>
                  </a:lnTo>
                  <a:lnTo>
                    <a:pt x="2292031" y="582967"/>
                  </a:lnTo>
                  <a:lnTo>
                    <a:pt x="2292020" y="582922"/>
                  </a:lnTo>
                  <a:lnTo>
                    <a:pt x="2292012" y="582897"/>
                  </a:lnTo>
                  <a:lnTo>
                    <a:pt x="2291945" y="582843"/>
                  </a:lnTo>
                  <a:lnTo>
                    <a:pt x="2291888" y="582829"/>
                  </a:lnTo>
                  <a:lnTo>
                    <a:pt x="2291816" y="582817"/>
                  </a:lnTo>
                  <a:lnTo>
                    <a:pt x="2291754" y="582809"/>
                  </a:lnTo>
                  <a:lnTo>
                    <a:pt x="2291706" y="582812"/>
                  </a:lnTo>
                  <a:lnTo>
                    <a:pt x="2291634" y="582818"/>
                  </a:lnTo>
                  <a:lnTo>
                    <a:pt x="2291584" y="582831"/>
                  </a:lnTo>
                  <a:lnTo>
                    <a:pt x="2291520" y="582858"/>
                  </a:lnTo>
                  <a:lnTo>
                    <a:pt x="2291473" y="582885"/>
                  </a:lnTo>
                  <a:lnTo>
                    <a:pt x="2291438" y="582920"/>
                  </a:lnTo>
                  <a:lnTo>
                    <a:pt x="2291430" y="582953"/>
                  </a:lnTo>
                  <a:lnTo>
                    <a:pt x="2291417" y="583013"/>
                  </a:lnTo>
                  <a:lnTo>
                    <a:pt x="2291404" y="583045"/>
                  </a:lnTo>
                  <a:lnTo>
                    <a:pt x="2291381" y="583069"/>
                  </a:lnTo>
                  <a:lnTo>
                    <a:pt x="2291314" y="583112"/>
                  </a:lnTo>
                  <a:lnTo>
                    <a:pt x="2291153" y="583239"/>
                  </a:lnTo>
                  <a:lnTo>
                    <a:pt x="2291057" y="583340"/>
                  </a:lnTo>
                  <a:lnTo>
                    <a:pt x="2291010" y="583392"/>
                  </a:lnTo>
                  <a:lnTo>
                    <a:pt x="2291006" y="583405"/>
                  </a:lnTo>
                  <a:lnTo>
                    <a:pt x="2291004" y="583415"/>
                  </a:lnTo>
                  <a:lnTo>
                    <a:pt x="2290966" y="583474"/>
                  </a:lnTo>
                  <a:lnTo>
                    <a:pt x="2290895" y="583549"/>
                  </a:lnTo>
                  <a:lnTo>
                    <a:pt x="2290862" y="583573"/>
                  </a:lnTo>
                  <a:lnTo>
                    <a:pt x="2290831" y="583580"/>
                  </a:lnTo>
                  <a:lnTo>
                    <a:pt x="2290797" y="583571"/>
                  </a:lnTo>
                  <a:lnTo>
                    <a:pt x="2290644" y="583479"/>
                  </a:lnTo>
                  <a:lnTo>
                    <a:pt x="2290618" y="583462"/>
                  </a:lnTo>
                  <a:lnTo>
                    <a:pt x="2290592" y="583427"/>
                  </a:lnTo>
                  <a:lnTo>
                    <a:pt x="2290568" y="583386"/>
                  </a:lnTo>
                  <a:lnTo>
                    <a:pt x="2290559" y="583353"/>
                  </a:lnTo>
                  <a:lnTo>
                    <a:pt x="2290566" y="583323"/>
                  </a:lnTo>
                  <a:lnTo>
                    <a:pt x="2290601" y="583278"/>
                  </a:lnTo>
                  <a:lnTo>
                    <a:pt x="2290679" y="583193"/>
                  </a:lnTo>
                  <a:lnTo>
                    <a:pt x="2290721" y="583154"/>
                  </a:lnTo>
                  <a:lnTo>
                    <a:pt x="2290737" y="583118"/>
                  </a:lnTo>
                  <a:lnTo>
                    <a:pt x="2290760" y="582973"/>
                  </a:lnTo>
                  <a:lnTo>
                    <a:pt x="2290761" y="582942"/>
                  </a:lnTo>
                  <a:lnTo>
                    <a:pt x="2290752" y="582914"/>
                  </a:lnTo>
                  <a:lnTo>
                    <a:pt x="2290722" y="582883"/>
                  </a:lnTo>
                  <a:lnTo>
                    <a:pt x="2290681" y="582860"/>
                  </a:lnTo>
                  <a:lnTo>
                    <a:pt x="2290618" y="582836"/>
                  </a:lnTo>
                  <a:lnTo>
                    <a:pt x="2290519" y="582806"/>
                  </a:lnTo>
                  <a:lnTo>
                    <a:pt x="2290460" y="582805"/>
                  </a:lnTo>
                  <a:lnTo>
                    <a:pt x="2290425" y="582809"/>
                  </a:lnTo>
                  <a:lnTo>
                    <a:pt x="2290342" y="582867"/>
                  </a:lnTo>
                  <a:lnTo>
                    <a:pt x="2290305" y="582902"/>
                  </a:lnTo>
                  <a:lnTo>
                    <a:pt x="2290265" y="582923"/>
                  </a:lnTo>
                  <a:lnTo>
                    <a:pt x="2290235" y="582938"/>
                  </a:lnTo>
                  <a:lnTo>
                    <a:pt x="2290172" y="582938"/>
                  </a:lnTo>
                  <a:lnTo>
                    <a:pt x="2290117" y="582919"/>
                  </a:lnTo>
                  <a:lnTo>
                    <a:pt x="2290070" y="582918"/>
                  </a:lnTo>
                  <a:lnTo>
                    <a:pt x="2290047" y="582919"/>
                  </a:lnTo>
                  <a:lnTo>
                    <a:pt x="2290003" y="582921"/>
                  </a:lnTo>
                  <a:lnTo>
                    <a:pt x="2289917" y="582937"/>
                  </a:lnTo>
                  <a:lnTo>
                    <a:pt x="2289823" y="582960"/>
                  </a:lnTo>
                  <a:lnTo>
                    <a:pt x="2289704" y="582988"/>
                  </a:lnTo>
                  <a:lnTo>
                    <a:pt x="2289623" y="583000"/>
                  </a:lnTo>
                  <a:lnTo>
                    <a:pt x="2289549" y="583002"/>
                  </a:lnTo>
                  <a:lnTo>
                    <a:pt x="2289497" y="583000"/>
                  </a:lnTo>
                  <a:lnTo>
                    <a:pt x="2289443" y="582983"/>
                  </a:lnTo>
                  <a:lnTo>
                    <a:pt x="2289354" y="582940"/>
                  </a:lnTo>
                  <a:lnTo>
                    <a:pt x="2289263" y="582886"/>
                  </a:lnTo>
                  <a:lnTo>
                    <a:pt x="2289077" y="582721"/>
                  </a:lnTo>
                  <a:lnTo>
                    <a:pt x="2289008" y="582653"/>
                  </a:lnTo>
                  <a:lnTo>
                    <a:pt x="2288966" y="582597"/>
                  </a:lnTo>
                  <a:lnTo>
                    <a:pt x="2288943" y="582535"/>
                  </a:lnTo>
                  <a:lnTo>
                    <a:pt x="2288937" y="582492"/>
                  </a:lnTo>
                  <a:lnTo>
                    <a:pt x="2288950" y="582415"/>
                  </a:lnTo>
                  <a:lnTo>
                    <a:pt x="2288957" y="582370"/>
                  </a:lnTo>
                  <a:lnTo>
                    <a:pt x="2288982" y="582308"/>
                  </a:lnTo>
                  <a:lnTo>
                    <a:pt x="2289011" y="582250"/>
                  </a:lnTo>
                  <a:lnTo>
                    <a:pt x="2289055" y="582199"/>
                  </a:lnTo>
                  <a:lnTo>
                    <a:pt x="2289090" y="582176"/>
                  </a:lnTo>
                  <a:lnTo>
                    <a:pt x="2289124" y="582169"/>
                  </a:lnTo>
                  <a:lnTo>
                    <a:pt x="2289153" y="582172"/>
                  </a:lnTo>
                  <a:lnTo>
                    <a:pt x="2289311" y="582209"/>
                  </a:lnTo>
                  <a:lnTo>
                    <a:pt x="2289408" y="582241"/>
                  </a:lnTo>
                  <a:lnTo>
                    <a:pt x="2289461" y="582273"/>
                  </a:lnTo>
                  <a:lnTo>
                    <a:pt x="2289506" y="582303"/>
                  </a:lnTo>
                  <a:lnTo>
                    <a:pt x="2289556" y="582349"/>
                  </a:lnTo>
                  <a:lnTo>
                    <a:pt x="2289601" y="582387"/>
                  </a:lnTo>
                  <a:lnTo>
                    <a:pt x="2289648" y="582419"/>
                  </a:lnTo>
                  <a:lnTo>
                    <a:pt x="2289689" y="582436"/>
                  </a:lnTo>
                  <a:lnTo>
                    <a:pt x="2289736" y="582435"/>
                  </a:lnTo>
                  <a:lnTo>
                    <a:pt x="2289776" y="582421"/>
                  </a:lnTo>
                  <a:lnTo>
                    <a:pt x="2289832" y="582375"/>
                  </a:lnTo>
                  <a:lnTo>
                    <a:pt x="2289848" y="582320"/>
                  </a:lnTo>
                  <a:lnTo>
                    <a:pt x="2289848" y="582222"/>
                  </a:lnTo>
                  <a:lnTo>
                    <a:pt x="2289840" y="582199"/>
                  </a:lnTo>
                  <a:lnTo>
                    <a:pt x="2289787" y="582176"/>
                  </a:lnTo>
                  <a:lnTo>
                    <a:pt x="2289741" y="582144"/>
                  </a:lnTo>
                  <a:lnTo>
                    <a:pt x="2289705" y="582106"/>
                  </a:lnTo>
                  <a:lnTo>
                    <a:pt x="2289688" y="582080"/>
                  </a:lnTo>
                  <a:lnTo>
                    <a:pt x="2289667" y="581999"/>
                  </a:lnTo>
                  <a:lnTo>
                    <a:pt x="2289660" y="581953"/>
                  </a:lnTo>
                  <a:lnTo>
                    <a:pt x="2289666" y="581891"/>
                  </a:lnTo>
                  <a:lnTo>
                    <a:pt x="2289729" y="581836"/>
                  </a:lnTo>
                  <a:lnTo>
                    <a:pt x="2289975" y="581579"/>
                  </a:lnTo>
                  <a:lnTo>
                    <a:pt x="2290017" y="581524"/>
                  </a:lnTo>
                  <a:lnTo>
                    <a:pt x="2290061" y="581500"/>
                  </a:lnTo>
                  <a:lnTo>
                    <a:pt x="2290106" y="581489"/>
                  </a:lnTo>
                  <a:lnTo>
                    <a:pt x="2290365" y="581477"/>
                  </a:lnTo>
                  <a:lnTo>
                    <a:pt x="2290415" y="581474"/>
                  </a:lnTo>
                  <a:lnTo>
                    <a:pt x="2290467" y="581479"/>
                  </a:lnTo>
                  <a:lnTo>
                    <a:pt x="2290526" y="581498"/>
                  </a:lnTo>
                  <a:lnTo>
                    <a:pt x="2290590" y="581501"/>
                  </a:lnTo>
                  <a:lnTo>
                    <a:pt x="2290652" y="581486"/>
                  </a:lnTo>
                  <a:lnTo>
                    <a:pt x="2290735" y="581446"/>
                  </a:lnTo>
                  <a:lnTo>
                    <a:pt x="2290805" y="581402"/>
                  </a:lnTo>
                  <a:lnTo>
                    <a:pt x="2290831" y="581361"/>
                  </a:lnTo>
                  <a:lnTo>
                    <a:pt x="2290834" y="581298"/>
                  </a:lnTo>
                  <a:lnTo>
                    <a:pt x="2290808" y="581206"/>
                  </a:lnTo>
                  <a:lnTo>
                    <a:pt x="2290765" y="581060"/>
                  </a:lnTo>
                  <a:lnTo>
                    <a:pt x="2290740" y="581058"/>
                  </a:lnTo>
                  <a:lnTo>
                    <a:pt x="2290730" y="581040"/>
                  </a:lnTo>
                  <a:lnTo>
                    <a:pt x="2290703" y="580973"/>
                  </a:lnTo>
                  <a:lnTo>
                    <a:pt x="2290704" y="580931"/>
                  </a:lnTo>
                  <a:lnTo>
                    <a:pt x="2290710" y="580894"/>
                  </a:lnTo>
                  <a:lnTo>
                    <a:pt x="2290717" y="580856"/>
                  </a:lnTo>
                  <a:lnTo>
                    <a:pt x="2290725" y="580835"/>
                  </a:lnTo>
                  <a:lnTo>
                    <a:pt x="2290757" y="580794"/>
                  </a:lnTo>
                  <a:lnTo>
                    <a:pt x="2290786" y="580765"/>
                  </a:lnTo>
                  <a:lnTo>
                    <a:pt x="2290933" y="580651"/>
                  </a:lnTo>
                  <a:lnTo>
                    <a:pt x="2290977" y="580625"/>
                  </a:lnTo>
                  <a:lnTo>
                    <a:pt x="2291112" y="580560"/>
                  </a:lnTo>
                  <a:lnTo>
                    <a:pt x="2291164" y="580556"/>
                  </a:lnTo>
                  <a:lnTo>
                    <a:pt x="2291219" y="580558"/>
                  </a:lnTo>
                  <a:lnTo>
                    <a:pt x="2291275" y="580565"/>
                  </a:lnTo>
                  <a:lnTo>
                    <a:pt x="2291323" y="580572"/>
                  </a:lnTo>
                  <a:lnTo>
                    <a:pt x="2291448" y="580610"/>
                  </a:lnTo>
                  <a:lnTo>
                    <a:pt x="2291681" y="580637"/>
                  </a:lnTo>
                  <a:lnTo>
                    <a:pt x="2291946" y="580633"/>
                  </a:lnTo>
                  <a:lnTo>
                    <a:pt x="2292149" y="580623"/>
                  </a:lnTo>
                  <a:lnTo>
                    <a:pt x="2292370" y="580597"/>
                  </a:lnTo>
                  <a:lnTo>
                    <a:pt x="2292416" y="580585"/>
                  </a:lnTo>
                  <a:lnTo>
                    <a:pt x="2292459" y="580557"/>
                  </a:lnTo>
                  <a:lnTo>
                    <a:pt x="2292479" y="580528"/>
                  </a:lnTo>
                  <a:lnTo>
                    <a:pt x="2292482" y="580428"/>
                  </a:lnTo>
                  <a:lnTo>
                    <a:pt x="2292480" y="580358"/>
                  </a:lnTo>
                  <a:lnTo>
                    <a:pt x="2292474" y="580309"/>
                  </a:lnTo>
                  <a:lnTo>
                    <a:pt x="2292454" y="580242"/>
                  </a:lnTo>
                  <a:lnTo>
                    <a:pt x="2292418" y="580197"/>
                  </a:lnTo>
                  <a:lnTo>
                    <a:pt x="2292364" y="580141"/>
                  </a:lnTo>
                  <a:lnTo>
                    <a:pt x="2292318" y="580105"/>
                  </a:lnTo>
                  <a:lnTo>
                    <a:pt x="2292276" y="580073"/>
                  </a:lnTo>
                  <a:lnTo>
                    <a:pt x="2292257" y="580063"/>
                  </a:lnTo>
                  <a:lnTo>
                    <a:pt x="2292226" y="580048"/>
                  </a:lnTo>
                  <a:lnTo>
                    <a:pt x="2292181" y="580028"/>
                  </a:lnTo>
                  <a:lnTo>
                    <a:pt x="2291780" y="579996"/>
                  </a:lnTo>
                  <a:lnTo>
                    <a:pt x="2291739" y="579993"/>
                  </a:lnTo>
                  <a:lnTo>
                    <a:pt x="2291685" y="579997"/>
                  </a:lnTo>
                  <a:lnTo>
                    <a:pt x="2291369" y="580030"/>
                  </a:lnTo>
                  <a:lnTo>
                    <a:pt x="2290932" y="580071"/>
                  </a:lnTo>
                  <a:lnTo>
                    <a:pt x="2290508" y="580086"/>
                  </a:lnTo>
                  <a:lnTo>
                    <a:pt x="2290422" y="580084"/>
                  </a:lnTo>
                  <a:lnTo>
                    <a:pt x="2290395" y="580079"/>
                  </a:lnTo>
                  <a:lnTo>
                    <a:pt x="2290236" y="580045"/>
                  </a:lnTo>
                  <a:lnTo>
                    <a:pt x="2290179" y="580033"/>
                  </a:lnTo>
                  <a:lnTo>
                    <a:pt x="2290109" y="580003"/>
                  </a:lnTo>
                  <a:lnTo>
                    <a:pt x="2290058" y="579965"/>
                  </a:lnTo>
                  <a:lnTo>
                    <a:pt x="2289919" y="579845"/>
                  </a:lnTo>
                  <a:lnTo>
                    <a:pt x="2289885" y="579812"/>
                  </a:lnTo>
                  <a:lnTo>
                    <a:pt x="2289821" y="579703"/>
                  </a:lnTo>
                  <a:lnTo>
                    <a:pt x="2289810" y="579684"/>
                  </a:lnTo>
                  <a:lnTo>
                    <a:pt x="2289805" y="579638"/>
                  </a:lnTo>
                  <a:lnTo>
                    <a:pt x="2289821" y="579595"/>
                  </a:lnTo>
                  <a:lnTo>
                    <a:pt x="2289848" y="579548"/>
                  </a:lnTo>
                  <a:lnTo>
                    <a:pt x="2289881" y="579534"/>
                  </a:lnTo>
                  <a:lnTo>
                    <a:pt x="2289999" y="579474"/>
                  </a:lnTo>
                  <a:lnTo>
                    <a:pt x="2290059" y="579427"/>
                  </a:lnTo>
                  <a:lnTo>
                    <a:pt x="2290049" y="579362"/>
                  </a:lnTo>
                  <a:lnTo>
                    <a:pt x="2289980" y="579021"/>
                  </a:lnTo>
                  <a:lnTo>
                    <a:pt x="2289946" y="578916"/>
                  </a:lnTo>
                  <a:lnTo>
                    <a:pt x="2289929" y="578873"/>
                  </a:lnTo>
                  <a:lnTo>
                    <a:pt x="2289906" y="578842"/>
                  </a:lnTo>
                  <a:lnTo>
                    <a:pt x="2289860" y="578804"/>
                  </a:lnTo>
                  <a:lnTo>
                    <a:pt x="2289805" y="578776"/>
                  </a:lnTo>
                  <a:lnTo>
                    <a:pt x="2289769" y="578770"/>
                  </a:lnTo>
                  <a:lnTo>
                    <a:pt x="2289727" y="578775"/>
                  </a:lnTo>
                  <a:lnTo>
                    <a:pt x="2289639" y="578804"/>
                  </a:lnTo>
                  <a:lnTo>
                    <a:pt x="2289540" y="578857"/>
                  </a:lnTo>
                  <a:lnTo>
                    <a:pt x="2289448" y="578911"/>
                  </a:lnTo>
                  <a:lnTo>
                    <a:pt x="2289342" y="578975"/>
                  </a:lnTo>
                  <a:lnTo>
                    <a:pt x="2289290" y="578990"/>
                  </a:lnTo>
                  <a:lnTo>
                    <a:pt x="2289175" y="579011"/>
                  </a:lnTo>
                  <a:lnTo>
                    <a:pt x="2289070" y="579002"/>
                  </a:lnTo>
                  <a:lnTo>
                    <a:pt x="2289040" y="578999"/>
                  </a:lnTo>
                  <a:lnTo>
                    <a:pt x="2288990" y="578981"/>
                  </a:lnTo>
                  <a:lnTo>
                    <a:pt x="2288943" y="578946"/>
                  </a:lnTo>
                  <a:lnTo>
                    <a:pt x="2288877" y="578900"/>
                  </a:lnTo>
                  <a:lnTo>
                    <a:pt x="2288773" y="578857"/>
                  </a:lnTo>
                  <a:lnTo>
                    <a:pt x="2288736" y="578849"/>
                  </a:lnTo>
                  <a:lnTo>
                    <a:pt x="2288684" y="578856"/>
                  </a:lnTo>
                  <a:lnTo>
                    <a:pt x="2288655" y="578860"/>
                  </a:lnTo>
                  <a:lnTo>
                    <a:pt x="2288631" y="578858"/>
                  </a:lnTo>
                  <a:lnTo>
                    <a:pt x="2288584" y="578829"/>
                  </a:lnTo>
                  <a:lnTo>
                    <a:pt x="2288488" y="578705"/>
                  </a:lnTo>
                  <a:lnTo>
                    <a:pt x="2288478" y="578670"/>
                  </a:lnTo>
                  <a:lnTo>
                    <a:pt x="2288467" y="578612"/>
                  </a:lnTo>
                  <a:lnTo>
                    <a:pt x="2288468" y="578593"/>
                  </a:lnTo>
                  <a:lnTo>
                    <a:pt x="2288484" y="578579"/>
                  </a:lnTo>
                  <a:lnTo>
                    <a:pt x="2288529" y="578553"/>
                  </a:lnTo>
                  <a:lnTo>
                    <a:pt x="2288588" y="578531"/>
                  </a:lnTo>
                  <a:lnTo>
                    <a:pt x="2288751" y="578477"/>
                  </a:lnTo>
                  <a:lnTo>
                    <a:pt x="2288794" y="578470"/>
                  </a:lnTo>
                  <a:lnTo>
                    <a:pt x="2288843" y="578483"/>
                  </a:lnTo>
                  <a:lnTo>
                    <a:pt x="2288893" y="578484"/>
                  </a:lnTo>
                  <a:lnTo>
                    <a:pt x="2288929" y="578480"/>
                  </a:lnTo>
                  <a:lnTo>
                    <a:pt x="2288996" y="578450"/>
                  </a:lnTo>
                  <a:lnTo>
                    <a:pt x="2289045" y="578412"/>
                  </a:lnTo>
                  <a:lnTo>
                    <a:pt x="2289144" y="578306"/>
                  </a:lnTo>
                  <a:lnTo>
                    <a:pt x="2289175" y="578266"/>
                  </a:lnTo>
                  <a:lnTo>
                    <a:pt x="2289235" y="578172"/>
                  </a:lnTo>
                  <a:lnTo>
                    <a:pt x="2289260" y="578108"/>
                  </a:lnTo>
                  <a:lnTo>
                    <a:pt x="2289274" y="578031"/>
                  </a:lnTo>
                  <a:lnTo>
                    <a:pt x="2289273" y="577981"/>
                  </a:lnTo>
                  <a:lnTo>
                    <a:pt x="2289253" y="577925"/>
                  </a:lnTo>
                  <a:lnTo>
                    <a:pt x="2289230" y="577880"/>
                  </a:lnTo>
                  <a:lnTo>
                    <a:pt x="2289062" y="577765"/>
                  </a:lnTo>
                  <a:lnTo>
                    <a:pt x="2288987" y="577730"/>
                  </a:lnTo>
                  <a:lnTo>
                    <a:pt x="2288923" y="577723"/>
                  </a:lnTo>
                  <a:lnTo>
                    <a:pt x="2288711" y="577749"/>
                  </a:lnTo>
                  <a:lnTo>
                    <a:pt x="2288637" y="577778"/>
                  </a:lnTo>
                  <a:lnTo>
                    <a:pt x="2288592" y="577799"/>
                  </a:lnTo>
                  <a:lnTo>
                    <a:pt x="2288540" y="577850"/>
                  </a:lnTo>
                  <a:lnTo>
                    <a:pt x="2288488" y="577896"/>
                  </a:lnTo>
                  <a:lnTo>
                    <a:pt x="2288435" y="577911"/>
                  </a:lnTo>
                  <a:lnTo>
                    <a:pt x="2288387" y="577903"/>
                  </a:lnTo>
                  <a:lnTo>
                    <a:pt x="2288323" y="577881"/>
                  </a:lnTo>
                  <a:lnTo>
                    <a:pt x="2288237" y="577838"/>
                  </a:lnTo>
                  <a:lnTo>
                    <a:pt x="2288177" y="577802"/>
                  </a:lnTo>
                  <a:lnTo>
                    <a:pt x="2288118" y="577790"/>
                  </a:lnTo>
                  <a:lnTo>
                    <a:pt x="2288055" y="577805"/>
                  </a:lnTo>
                  <a:lnTo>
                    <a:pt x="2287970" y="577811"/>
                  </a:lnTo>
                  <a:lnTo>
                    <a:pt x="2287889" y="577776"/>
                  </a:lnTo>
                  <a:lnTo>
                    <a:pt x="2287824" y="577737"/>
                  </a:lnTo>
                  <a:lnTo>
                    <a:pt x="2287806" y="577674"/>
                  </a:lnTo>
                  <a:lnTo>
                    <a:pt x="2287809" y="577583"/>
                  </a:lnTo>
                  <a:lnTo>
                    <a:pt x="2287798" y="577520"/>
                  </a:lnTo>
                  <a:lnTo>
                    <a:pt x="2287773" y="577457"/>
                  </a:lnTo>
                  <a:lnTo>
                    <a:pt x="2287766" y="577441"/>
                  </a:lnTo>
                  <a:lnTo>
                    <a:pt x="2287698" y="577276"/>
                  </a:lnTo>
                  <a:lnTo>
                    <a:pt x="2287664" y="577211"/>
                  </a:lnTo>
                  <a:lnTo>
                    <a:pt x="2287506" y="577085"/>
                  </a:lnTo>
                  <a:lnTo>
                    <a:pt x="2287321" y="577000"/>
                  </a:lnTo>
                  <a:lnTo>
                    <a:pt x="2287199" y="576960"/>
                  </a:lnTo>
                  <a:lnTo>
                    <a:pt x="2286969" y="576887"/>
                  </a:lnTo>
                  <a:lnTo>
                    <a:pt x="2286889" y="576880"/>
                  </a:lnTo>
                  <a:lnTo>
                    <a:pt x="2286592" y="576780"/>
                  </a:lnTo>
                  <a:lnTo>
                    <a:pt x="2286503" y="576735"/>
                  </a:lnTo>
                  <a:lnTo>
                    <a:pt x="2286430" y="576694"/>
                  </a:lnTo>
                  <a:lnTo>
                    <a:pt x="2286378" y="576664"/>
                  </a:lnTo>
                  <a:lnTo>
                    <a:pt x="2286175" y="576499"/>
                  </a:lnTo>
                  <a:lnTo>
                    <a:pt x="2286132" y="576449"/>
                  </a:lnTo>
                  <a:lnTo>
                    <a:pt x="2286129" y="576388"/>
                  </a:lnTo>
                  <a:lnTo>
                    <a:pt x="2286146" y="576325"/>
                  </a:lnTo>
                  <a:lnTo>
                    <a:pt x="2286219" y="576221"/>
                  </a:lnTo>
                  <a:lnTo>
                    <a:pt x="2286335" y="576133"/>
                  </a:lnTo>
                  <a:lnTo>
                    <a:pt x="2286526" y="575944"/>
                  </a:lnTo>
                  <a:lnTo>
                    <a:pt x="2286577" y="575800"/>
                  </a:lnTo>
                  <a:lnTo>
                    <a:pt x="2286586" y="575697"/>
                  </a:lnTo>
                  <a:lnTo>
                    <a:pt x="2286618" y="575571"/>
                  </a:lnTo>
                  <a:lnTo>
                    <a:pt x="2286647" y="575521"/>
                  </a:lnTo>
                  <a:lnTo>
                    <a:pt x="2286675" y="575473"/>
                  </a:lnTo>
                  <a:lnTo>
                    <a:pt x="2286734" y="575436"/>
                  </a:lnTo>
                  <a:lnTo>
                    <a:pt x="2286826" y="575399"/>
                  </a:lnTo>
                  <a:lnTo>
                    <a:pt x="2286923" y="575414"/>
                  </a:lnTo>
                  <a:lnTo>
                    <a:pt x="2286966" y="575428"/>
                  </a:lnTo>
                  <a:lnTo>
                    <a:pt x="2287005" y="575441"/>
                  </a:lnTo>
                  <a:lnTo>
                    <a:pt x="2287056" y="575514"/>
                  </a:lnTo>
                  <a:lnTo>
                    <a:pt x="2287142" y="575608"/>
                  </a:lnTo>
                  <a:lnTo>
                    <a:pt x="2287291" y="575703"/>
                  </a:lnTo>
                  <a:lnTo>
                    <a:pt x="2287390" y="575713"/>
                  </a:lnTo>
                  <a:lnTo>
                    <a:pt x="2287490" y="575711"/>
                  </a:lnTo>
                  <a:lnTo>
                    <a:pt x="2287621" y="575691"/>
                  </a:lnTo>
                  <a:lnTo>
                    <a:pt x="2287730" y="575641"/>
                  </a:lnTo>
                  <a:lnTo>
                    <a:pt x="2287837" y="575577"/>
                  </a:lnTo>
                  <a:lnTo>
                    <a:pt x="2287902" y="575525"/>
                  </a:lnTo>
                  <a:lnTo>
                    <a:pt x="2288007" y="575407"/>
                  </a:lnTo>
                  <a:lnTo>
                    <a:pt x="2288085" y="575215"/>
                  </a:lnTo>
                  <a:lnTo>
                    <a:pt x="2288111" y="575137"/>
                  </a:lnTo>
                  <a:lnTo>
                    <a:pt x="2288129" y="575049"/>
                  </a:lnTo>
                  <a:lnTo>
                    <a:pt x="2288098" y="574988"/>
                  </a:lnTo>
                  <a:lnTo>
                    <a:pt x="2288044" y="574941"/>
                  </a:lnTo>
                  <a:lnTo>
                    <a:pt x="2287986" y="574931"/>
                  </a:lnTo>
                  <a:lnTo>
                    <a:pt x="2287834" y="574934"/>
                  </a:lnTo>
                  <a:lnTo>
                    <a:pt x="2287635" y="574972"/>
                  </a:lnTo>
                  <a:lnTo>
                    <a:pt x="2287485" y="575013"/>
                  </a:lnTo>
                  <a:lnTo>
                    <a:pt x="2287388" y="575046"/>
                  </a:lnTo>
                  <a:lnTo>
                    <a:pt x="2287271" y="575063"/>
                  </a:lnTo>
                  <a:lnTo>
                    <a:pt x="2287208" y="575060"/>
                  </a:lnTo>
                  <a:lnTo>
                    <a:pt x="2287110" y="575046"/>
                  </a:lnTo>
                  <a:lnTo>
                    <a:pt x="2287036" y="575018"/>
                  </a:lnTo>
                  <a:lnTo>
                    <a:pt x="2286980" y="574987"/>
                  </a:lnTo>
                  <a:lnTo>
                    <a:pt x="2286951" y="574931"/>
                  </a:lnTo>
                  <a:lnTo>
                    <a:pt x="2286898" y="574716"/>
                  </a:lnTo>
                  <a:lnTo>
                    <a:pt x="2286900" y="574637"/>
                  </a:lnTo>
                  <a:lnTo>
                    <a:pt x="2286942" y="574558"/>
                  </a:lnTo>
                  <a:lnTo>
                    <a:pt x="2286976" y="574503"/>
                  </a:lnTo>
                  <a:lnTo>
                    <a:pt x="2286985" y="574449"/>
                  </a:lnTo>
                  <a:lnTo>
                    <a:pt x="2286927" y="574234"/>
                  </a:lnTo>
                  <a:lnTo>
                    <a:pt x="2286900" y="574145"/>
                  </a:lnTo>
                  <a:lnTo>
                    <a:pt x="2286855" y="574102"/>
                  </a:lnTo>
                  <a:lnTo>
                    <a:pt x="2286795" y="574038"/>
                  </a:lnTo>
                  <a:lnTo>
                    <a:pt x="2286760" y="573952"/>
                  </a:lnTo>
                  <a:lnTo>
                    <a:pt x="2286744" y="573760"/>
                  </a:lnTo>
                  <a:lnTo>
                    <a:pt x="2286756" y="573696"/>
                  </a:lnTo>
                  <a:lnTo>
                    <a:pt x="2286807" y="573586"/>
                  </a:lnTo>
                  <a:lnTo>
                    <a:pt x="2286881" y="573488"/>
                  </a:lnTo>
                  <a:lnTo>
                    <a:pt x="2286899" y="573331"/>
                  </a:lnTo>
                  <a:lnTo>
                    <a:pt x="2286906" y="573106"/>
                  </a:lnTo>
                  <a:lnTo>
                    <a:pt x="2286860" y="573056"/>
                  </a:lnTo>
                  <a:lnTo>
                    <a:pt x="2286769" y="573014"/>
                  </a:lnTo>
                  <a:lnTo>
                    <a:pt x="2286710" y="573006"/>
                  </a:lnTo>
                  <a:lnTo>
                    <a:pt x="2286597" y="573011"/>
                  </a:lnTo>
                  <a:lnTo>
                    <a:pt x="2286491" y="573037"/>
                  </a:lnTo>
                  <a:lnTo>
                    <a:pt x="2286463" y="573057"/>
                  </a:lnTo>
                  <a:lnTo>
                    <a:pt x="2286436" y="573083"/>
                  </a:lnTo>
                  <a:lnTo>
                    <a:pt x="2286405" y="573096"/>
                  </a:lnTo>
                  <a:lnTo>
                    <a:pt x="2286296" y="573130"/>
                  </a:lnTo>
                  <a:lnTo>
                    <a:pt x="2286250" y="573136"/>
                  </a:lnTo>
                  <a:lnTo>
                    <a:pt x="2285888" y="573143"/>
                  </a:lnTo>
                  <a:lnTo>
                    <a:pt x="2285818" y="573143"/>
                  </a:lnTo>
                  <a:lnTo>
                    <a:pt x="2285385" y="573131"/>
                  </a:lnTo>
                  <a:lnTo>
                    <a:pt x="2285180" y="573046"/>
                  </a:lnTo>
                  <a:lnTo>
                    <a:pt x="2284903" y="572927"/>
                  </a:lnTo>
                  <a:lnTo>
                    <a:pt x="2284798" y="572801"/>
                  </a:lnTo>
                  <a:lnTo>
                    <a:pt x="2284825" y="572745"/>
                  </a:lnTo>
                  <a:lnTo>
                    <a:pt x="2284851" y="572701"/>
                  </a:lnTo>
                  <a:lnTo>
                    <a:pt x="2284884" y="572642"/>
                  </a:lnTo>
                  <a:lnTo>
                    <a:pt x="2284929" y="572557"/>
                  </a:lnTo>
                  <a:lnTo>
                    <a:pt x="2284958" y="572501"/>
                  </a:lnTo>
                  <a:lnTo>
                    <a:pt x="2284997" y="572376"/>
                  </a:lnTo>
                  <a:lnTo>
                    <a:pt x="2285010" y="572302"/>
                  </a:lnTo>
                  <a:lnTo>
                    <a:pt x="2285008" y="572252"/>
                  </a:lnTo>
                  <a:lnTo>
                    <a:pt x="2284999" y="572202"/>
                  </a:lnTo>
                  <a:lnTo>
                    <a:pt x="2284993" y="572171"/>
                  </a:lnTo>
                  <a:lnTo>
                    <a:pt x="2284961" y="572127"/>
                  </a:lnTo>
                  <a:lnTo>
                    <a:pt x="2284898" y="572110"/>
                  </a:lnTo>
                  <a:lnTo>
                    <a:pt x="2284835" y="572116"/>
                  </a:lnTo>
                  <a:lnTo>
                    <a:pt x="2284759" y="572127"/>
                  </a:lnTo>
                  <a:lnTo>
                    <a:pt x="2284677" y="572128"/>
                  </a:lnTo>
                  <a:lnTo>
                    <a:pt x="2284572" y="572115"/>
                  </a:lnTo>
                  <a:lnTo>
                    <a:pt x="2284116" y="572027"/>
                  </a:lnTo>
                  <a:lnTo>
                    <a:pt x="2284058" y="572014"/>
                  </a:lnTo>
                  <a:lnTo>
                    <a:pt x="2284014" y="571999"/>
                  </a:lnTo>
                  <a:lnTo>
                    <a:pt x="2283972" y="571976"/>
                  </a:lnTo>
                  <a:lnTo>
                    <a:pt x="2283929" y="571945"/>
                  </a:lnTo>
                  <a:lnTo>
                    <a:pt x="2283898" y="571920"/>
                  </a:lnTo>
                  <a:lnTo>
                    <a:pt x="2283879" y="571888"/>
                  </a:lnTo>
                  <a:lnTo>
                    <a:pt x="2283875" y="571869"/>
                  </a:lnTo>
                  <a:lnTo>
                    <a:pt x="2283866" y="571824"/>
                  </a:lnTo>
                  <a:lnTo>
                    <a:pt x="2283867" y="571773"/>
                  </a:lnTo>
                  <a:lnTo>
                    <a:pt x="2283858" y="571709"/>
                  </a:lnTo>
                  <a:lnTo>
                    <a:pt x="2283822" y="571633"/>
                  </a:lnTo>
                  <a:lnTo>
                    <a:pt x="2283783" y="571564"/>
                  </a:lnTo>
                  <a:lnTo>
                    <a:pt x="2283748" y="571509"/>
                  </a:lnTo>
                  <a:lnTo>
                    <a:pt x="2283708" y="571465"/>
                  </a:lnTo>
                  <a:lnTo>
                    <a:pt x="2283683" y="571445"/>
                  </a:lnTo>
                  <a:lnTo>
                    <a:pt x="2283655" y="571436"/>
                  </a:lnTo>
                  <a:lnTo>
                    <a:pt x="2283614" y="571435"/>
                  </a:lnTo>
                  <a:lnTo>
                    <a:pt x="2283358" y="571443"/>
                  </a:lnTo>
                  <a:lnTo>
                    <a:pt x="2283260" y="571458"/>
                  </a:lnTo>
                  <a:lnTo>
                    <a:pt x="2283011" y="571508"/>
                  </a:lnTo>
                  <a:lnTo>
                    <a:pt x="2282858" y="571524"/>
                  </a:lnTo>
                  <a:lnTo>
                    <a:pt x="2282758" y="571526"/>
                  </a:lnTo>
                  <a:lnTo>
                    <a:pt x="2282691" y="571530"/>
                  </a:lnTo>
                  <a:lnTo>
                    <a:pt x="2282605" y="571538"/>
                  </a:lnTo>
                  <a:lnTo>
                    <a:pt x="2282518" y="571548"/>
                  </a:lnTo>
                  <a:lnTo>
                    <a:pt x="2282470" y="571568"/>
                  </a:lnTo>
                  <a:lnTo>
                    <a:pt x="2282435" y="571593"/>
                  </a:lnTo>
                  <a:lnTo>
                    <a:pt x="2282399" y="571653"/>
                  </a:lnTo>
                  <a:lnTo>
                    <a:pt x="2282346" y="571671"/>
                  </a:lnTo>
                  <a:lnTo>
                    <a:pt x="2282223" y="571701"/>
                  </a:lnTo>
                  <a:lnTo>
                    <a:pt x="2282160" y="571711"/>
                  </a:lnTo>
                  <a:lnTo>
                    <a:pt x="2282151" y="571713"/>
                  </a:lnTo>
                  <a:lnTo>
                    <a:pt x="2282103" y="571712"/>
                  </a:lnTo>
                  <a:lnTo>
                    <a:pt x="2282059" y="571690"/>
                  </a:lnTo>
                  <a:lnTo>
                    <a:pt x="2281886" y="571591"/>
                  </a:lnTo>
                  <a:lnTo>
                    <a:pt x="2281818" y="571529"/>
                  </a:lnTo>
                  <a:lnTo>
                    <a:pt x="2281777" y="571471"/>
                  </a:lnTo>
                  <a:lnTo>
                    <a:pt x="2281762" y="571429"/>
                  </a:lnTo>
                  <a:lnTo>
                    <a:pt x="2281762" y="571404"/>
                  </a:lnTo>
                  <a:lnTo>
                    <a:pt x="2281761" y="571382"/>
                  </a:lnTo>
                  <a:lnTo>
                    <a:pt x="2281814" y="571041"/>
                  </a:lnTo>
                  <a:lnTo>
                    <a:pt x="2281828" y="570987"/>
                  </a:lnTo>
                  <a:lnTo>
                    <a:pt x="2281842" y="570957"/>
                  </a:lnTo>
                  <a:lnTo>
                    <a:pt x="2281882" y="570918"/>
                  </a:lnTo>
                  <a:lnTo>
                    <a:pt x="2281944" y="570884"/>
                  </a:lnTo>
                  <a:lnTo>
                    <a:pt x="2281998" y="570867"/>
                  </a:lnTo>
                  <a:lnTo>
                    <a:pt x="2282053" y="570865"/>
                  </a:lnTo>
                  <a:lnTo>
                    <a:pt x="2282116" y="570861"/>
                  </a:lnTo>
                  <a:lnTo>
                    <a:pt x="2282157" y="570863"/>
                  </a:lnTo>
                  <a:lnTo>
                    <a:pt x="2282180" y="570873"/>
                  </a:lnTo>
                  <a:lnTo>
                    <a:pt x="2282207" y="570893"/>
                  </a:lnTo>
                  <a:lnTo>
                    <a:pt x="2282242" y="570919"/>
                  </a:lnTo>
                  <a:lnTo>
                    <a:pt x="2282295" y="570927"/>
                  </a:lnTo>
                  <a:lnTo>
                    <a:pt x="2282330" y="570929"/>
                  </a:lnTo>
                  <a:lnTo>
                    <a:pt x="2282354" y="570922"/>
                  </a:lnTo>
                  <a:lnTo>
                    <a:pt x="2282439" y="570872"/>
                  </a:lnTo>
                  <a:lnTo>
                    <a:pt x="2282468" y="570854"/>
                  </a:lnTo>
                  <a:lnTo>
                    <a:pt x="2282491" y="570829"/>
                  </a:lnTo>
                  <a:lnTo>
                    <a:pt x="2282501" y="570804"/>
                  </a:lnTo>
                  <a:lnTo>
                    <a:pt x="2282554" y="570639"/>
                  </a:lnTo>
                  <a:lnTo>
                    <a:pt x="2282562" y="570599"/>
                  </a:lnTo>
                  <a:lnTo>
                    <a:pt x="2282576" y="570266"/>
                  </a:lnTo>
                  <a:lnTo>
                    <a:pt x="2282564" y="570178"/>
                  </a:lnTo>
                  <a:lnTo>
                    <a:pt x="2282545" y="570124"/>
                  </a:lnTo>
                  <a:lnTo>
                    <a:pt x="2282530" y="570084"/>
                  </a:lnTo>
                  <a:lnTo>
                    <a:pt x="2282503" y="570011"/>
                  </a:lnTo>
                  <a:lnTo>
                    <a:pt x="2282462" y="569955"/>
                  </a:lnTo>
                  <a:lnTo>
                    <a:pt x="2282422" y="569921"/>
                  </a:lnTo>
                  <a:lnTo>
                    <a:pt x="2282366" y="569879"/>
                  </a:lnTo>
                  <a:lnTo>
                    <a:pt x="2282270" y="569841"/>
                  </a:lnTo>
                  <a:lnTo>
                    <a:pt x="2281808" y="569721"/>
                  </a:lnTo>
                  <a:lnTo>
                    <a:pt x="2281714" y="569706"/>
                  </a:lnTo>
                  <a:lnTo>
                    <a:pt x="2281673" y="569705"/>
                  </a:lnTo>
                  <a:lnTo>
                    <a:pt x="2281632" y="569718"/>
                  </a:lnTo>
                  <a:lnTo>
                    <a:pt x="2281568" y="569744"/>
                  </a:lnTo>
                  <a:lnTo>
                    <a:pt x="2281530" y="569768"/>
                  </a:lnTo>
                  <a:lnTo>
                    <a:pt x="2281523" y="569825"/>
                  </a:lnTo>
                  <a:lnTo>
                    <a:pt x="2281511" y="569865"/>
                  </a:lnTo>
                  <a:lnTo>
                    <a:pt x="2281487" y="569909"/>
                  </a:lnTo>
                  <a:lnTo>
                    <a:pt x="2281447" y="569951"/>
                  </a:lnTo>
                  <a:lnTo>
                    <a:pt x="2281363" y="569975"/>
                  </a:lnTo>
                  <a:lnTo>
                    <a:pt x="2281257" y="570026"/>
                  </a:lnTo>
                  <a:lnTo>
                    <a:pt x="2281157" y="570091"/>
                  </a:lnTo>
                  <a:lnTo>
                    <a:pt x="2281125" y="570116"/>
                  </a:lnTo>
                  <a:lnTo>
                    <a:pt x="2281015" y="570203"/>
                  </a:lnTo>
                  <a:lnTo>
                    <a:pt x="2280862" y="570330"/>
                  </a:lnTo>
                  <a:lnTo>
                    <a:pt x="2280769" y="570405"/>
                  </a:lnTo>
                  <a:lnTo>
                    <a:pt x="2280708" y="570441"/>
                  </a:lnTo>
                  <a:lnTo>
                    <a:pt x="2280598" y="570500"/>
                  </a:lnTo>
                  <a:lnTo>
                    <a:pt x="2280349" y="570571"/>
                  </a:lnTo>
                  <a:lnTo>
                    <a:pt x="2280209" y="570604"/>
                  </a:lnTo>
                  <a:lnTo>
                    <a:pt x="2280092" y="570628"/>
                  </a:lnTo>
                  <a:lnTo>
                    <a:pt x="2280030" y="570635"/>
                  </a:lnTo>
                  <a:lnTo>
                    <a:pt x="2279961" y="570648"/>
                  </a:lnTo>
                  <a:lnTo>
                    <a:pt x="2279900" y="570674"/>
                  </a:lnTo>
                  <a:lnTo>
                    <a:pt x="2279832" y="570709"/>
                  </a:lnTo>
                  <a:lnTo>
                    <a:pt x="2279642" y="570836"/>
                  </a:lnTo>
                  <a:lnTo>
                    <a:pt x="2279553" y="570926"/>
                  </a:lnTo>
                  <a:lnTo>
                    <a:pt x="2279349" y="571145"/>
                  </a:lnTo>
                  <a:lnTo>
                    <a:pt x="2278942" y="571580"/>
                  </a:lnTo>
                  <a:lnTo>
                    <a:pt x="2278631" y="572040"/>
                  </a:lnTo>
                  <a:lnTo>
                    <a:pt x="2278594" y="572098"/>
                  </a:lnTo>
                  <a:lnTo>
                    <a:pt x="2278565" y="572144"/>
                  </a:lnTo>
                  <a:lnTo>
                    <a:pt x="2278549" y="572180"/>
                  </a:lnTo>
                  <a:lnTo>
                    <a:pt x="2278480" y="572376"/>
                  </a:lnTo>
                  <a:lnTo>
                    <a:pt x="2278434" y="572520"/>
                  </a:lnTo>
                  <a:lnTo>
                    <a:pt x="2278408" y="572657"/>
                  </a:lnTo>
                  <a:lnTo>
                    <a:pt x="2278399" y="572712"/>
                  </a:lnTo>
                  <a:lnTo>
                    <a:pt x="2278406" y="572808"/>
                  </a:lnTo>
                  <a:lnTo>
                    <a:pt x="2278391" y="572897"/>
                  </a:lnTo>
                  <a:lnTo>
                    <a:pt x="2278298" y="573120"/>
                  </a:lnTo>
                  <a:lnTo>
                    <a:pt x="2278250" y="573203"/>
                  </a:lnTo>
                  <a:lnTo>
                    <a:pt x="2278157" y="573340"/>
                  </a:lnTo>
                  <a:lnTo>
                    <a:pt x="2278142" y="573379"/>
                  </a:lnTo>
                  <a:lnTo>
                    <a:pt x="2278148" y="573429"/>
                  </a:lnTo>
                  <a:lnTo>
                    <a:pt x="2278150" y="573509"/>
                  </a:lnTo>
                  <a:lnTo>
                    <a:pt x="2278140" y="573583"/>
                  </a:lnTo>
                  <a:lnTo>
                    <a:pt x="2278112" y="573732"/>
                  </a:lnTo>
                  <a:lnTo>
                    <a:pt x="2278063" y="573866"/>
                  </a:lnTo>
                  <a:lnTo>
                    <a:pt x="2278016" y="573944"/>
                  </a:lnTo>
                  <a:lnTo>
                    <a:pt x="2277858" y="574055"/>
                  </a:lnTo>
                  <a:lnTo>
                    <a:pt x="2277814" y="574083"/>
                  </a:lnTo>
                  <a:lnTo>
                    <a:pt x="2277753" y="574108"/>
                  </a:lnTo>
                  <a:lnTo>
                    <a:pt x="2277649" y="574127"/>
                  </a:lnTo>
                  <a:lnTo>
                    <a:pt x="2277572" y="574122"/>
                  </a:lnTo>
                  <a:lnTo>
                    <a:pt x="2277481" y="574109"/>
                  </a:lnTo>
                  <a:lnTo>
                    <a:pt x="2277445" y="574098"/>
                  </a:lnTo>
                  <a:lnTo>
                    <a:pt x="2277411" y="574074"/>
                  </a:lnTo>
                  <a:lnTo>
                    <a:pt x="2277351" y="574001"/>
                  </a:lnTo>
                  <a:lnTo>
                    <a:pt x="2277291" y="573877"/>
                  </a:lnTo>
                  <a:lnTo>
                    <a:pt x="2277253" y="573750"/>
                  </a:lnTo>
                  <a:lnTo>
                    <a:pt x="2277225" y="573622"/>
                  </a:lnTo>
                  <a:lnTo>
                    <a:pt x="2277180" y="573422"/>
                  </a:lnTo>
                  <a:lnTo>
                    <a:pt x="2277161" y="573380"/>
                  </a:lnTo>
                  <a:lnTo>
                    <a:pt x="2277019" y="573061"/>
                  </a:lnTo>
                  <a:lnTo>
                    <a:pt x="2276983" y="572994"/>
                  </a:lnTo>
                  <a:lnTo>
                    <a:pt x="2276878" y="572904"/>
                  </a:lnTo>
                  <a:lnTo>
                    <a:pt x="2276757" y="572800"/>
                  </a:lnTo>
                  <a:lnTo>
                    <a:pt x="2276697" y="572761"/>
                  </a:lnTo>
                  <a:lnTo>
                    <a:pt x="2276639" y="572752"/>
                  </a:lnTo>
                  <a:lnTo>
                    <a:pt x="2276584" y="572753"/>
                  </a:lnTo>
                  <a:lnTo>
                    <a:pt x="2276515" y="572768"/>
                  </a:lnTo>
                  <a:lnTo>
                    <a:pt x="2276476" y="572796"/>
                  </a:lnTo>
                  <a:lnTo>
                    <a:pt x="2276433" y="572850"/>
                  </a:lnTo>
                  <a:lnTo>
                    <a:pt x="2276299" y="573053"/>
                  </a:lnTo>
                  <a:lnTo>
                    <a:pt x="2276133" y="573328"/>
                  </a:lnTo>
                  <a:lnTo>
                    <a:pt x="2276088" y="573408"/>
                  </a:lnTo>
                  <a:lnTo>
                    <a:pt x="2276078" y="573451"/>
                  </a:lnTo>
                  <a:lnTo>
                    <a:pt x="2276063" y="573630"/>
                  </a:lnTo>
                  <a:lnTo>
                    <a:pt x="2276069" y="573832"/>
                  </a:lnTo>
                  <a:lnTo>
                    <a:pt x="2276083" y="574000"/>
                  </a:lnTo>
                  <a:lnTo>
                    <a:pt x="2276087" y="574055"/>
                  </a:lnTo>
                  <a:lnTo>
                    <a:pt x="2276077" y="574112"/>
                  </a:lnTo>
                  <a:lnTo>
                    <a:pt x="2276022" y="574315"/>
                  </a:lnTo>
                  <a:lnTo>
                    <a:pt x="2275983" y="574431"/>
                  </a:lnTo>
                  <a:lnTo>
                    <a:pt x="2275959" y="574483"/>
                  </a:lnTo>
                  <a:lnTo>
                    <a:pt x="2275921" y="574505"/>
                  </a:lnTo>
                  <a:lnTo>
                    <a:pt x="2275908" y="574539"/>
                  </a:lnTo>
                  <a:lnTo>
                    <a:pt x="2275909" y="574578"/>
                  </a:lnTo>
                  <a:lnTo>
                    <a:pt x="2275919" y="574609"/>
                  </a:lnTo>
                  <a:lnTo>
                    <a:pt x="2275930" y="574641"/>
                  </a:lnTo>
                  <a:lnTo>
                    <a:pt x="2275962" y="574705"/>
                  </a:lnTo>
                  <a:lnTo>
                    <a:pt x="2275986" y="574741"/>
                  </a:lnTo>
                  <a:lnTo>
                    <a:pt x="2276000" y="574761"/>
                  </a:lnTo>
                  <a:lnTo>
                    <a:pt x="2276050" y="574798"/>
                  </a:lnTo>
                  <a:lnTo>
                    <a:pt x="2276147" y="575000"/>
                  </a:lnTo>
                  <a:lnTo>
                    <a:pt x="2276172" y="575094"/>
                  </a:lnTo>
                  <a:lnTo>
                    <a:pt x="2276189" y="575206"/>
                  </a:lnTo>
                  <a:lnTo>
                    <a:pt x="2276191" y="575266"/>
                  </a:lnTo>
                  <a:lnTo>
                    <a:pt x="2276172" y="575318"/>
                  </a:lnTo>
                  <a:lnTo>
                    <a:pt x="2276133" y="575373"/>
                  </a:lnTo>
                  <a:lnTo>
                    <a:pt x="2276076" y="575419"/>
                  </a:lnTo>
                  <a:lnTo>
                    <a:pt x="2276018" y="575449"/>
                  </a:lnTo>
                  <a:lnTo>
                    <a:pt x="2275917" y="575476"/>
                  </a:lnTo>
                  <a:lnTo>
                    <a:pt x="2275806" y="575492"/>
                  </a:lnTo>
                  <a:lnTo>
                    <a:pt x="2275717" y="575494"/>
                  </a:lnTo>
                  <a:lnTo>
                    <a:pt x="2275538" y="575477"/>
                  </a:lnTo>
                  <a:lnTo>
                    <a:pt x="2275458" y="575453"/>
                  </a:lnTo>
                  <a:lnTo>
                    <a:pt x="2275348" y="575406"/>
                  </a:lnTo>
                  <a:lnTo>
                    <a:pt x="2275310" y="575383"/>
                  </a:lnTo>
                  <a:lnTo>
                    <a:pt x="2275242" y="575342"/>
                  </a:lnTo>
                  <a:lnTo>
                    <a:pt x="2275146" y="575256"/>
                  </a:lnTo>
                  <a:lnTo>
                    <a:pt x="2275087" y="575167"/>
                  </a:lnTo>
                  <a:lnTo>
                    <a:pt x="2275041" y="575077"/>
                  </a:lnTo>
                  <a:lnTo>
                    <a:pt x="2275011" y="574983"/>
                  </a:lnTo>
                  <a:lnTo>
                    <a:pt x="2275002" y="574916"/>
                  </a:lnTo>
                  <a:lnTo>
                    <a:pt x="2275010" y="574879"/>
                  </a:lnTo>
                  <a:lnTo>
                    <a:pt x="2275024" y="574817"/>
                  </a:lnTo>
                  <a:lnTo>
                    <a:pt x="2275051" y="574741"/>
                  </a:lnTo>
                  <a:lnTo>
                    <a:pt x="2275060" y="574507"/>
                  </a:lnTo>
                  <a:lnTo>
                    <a:pt x="2275060" y="574442"/>
                  </a:lnTo>
                  <a:lnTo>
                    <a:pt x="2275040" y="574381"/>
                  </a:lnTo>
                  <a:lnTo>
                    <a:pt x="2274986" y="574326"/>
                  </a:lnTo>
                  <a:lnTo>
                    <a:pt x="2274872" y="574226"/>
                  </a:lnTo>
                  <a:lnTo>
                    <a:pt x="2274733" y="574123"/>
                  </a:lnTo>
                  <a:lnTo>
                    <a:pt x="2274602" y="574030"/>
                  </a:lnTo>
                  <a:lnTo>
                    <a:pt x="2274485" y="573948"/>
                  </a:lnTo>
                  <a:lnTo>
                    <a:pt x="2274281" y="573834"/>
                  </a:lnTo>
                  <a:lnTo>
                    <a:pt x="2274261" y="573863"/>
                  </a:lnTo>
                  <a:lnTo>
                    <a:pt x="2274155" y="573890"/>
                  </a:lnTo>
                  <a:lnTo>
                    <a:pt x="2273976" y="573804"/>
                  </a:lnTo>
                  <a:lnTo>
                    <a:pt x="2273699" y="573606"/>
                  </a:lnTo>
                  <a:lnTo>
                    <a:pt x="2273540" y="573481"/>
                  </a:lnTo>
                  <a:lnTo>
                    <a:pt x="2273268" y="573253"/>
                  </a:lnTo>
                  <a:lnTo>
                    <a:pt x="2272855" y="572994"/>
                  </a:lnTo>
                  <a:lnTo>
                    <a:pt x="2272763" y="572964"/>
                  </a:lnTo>
                  <a:lnTo>
                    <a:pt x="2272128" y="572798"/>
                  </a:lnTo>
                  <a:lnTo>
                    <a:pt x="2271937" y="572770"/>
                  </a:lnTo>
                  <a:lnTo>
                    <a:pt x="2271904" y="572775"/>
                  </a:lnTo>
                  <a:lnTo>
                    <a:pt x="2271813" y="572845"/>
                  </a:lnTo>
                  <a:lnTo>
                    <a:pt x="2271799" y="572863"/>
                  </a:lnTo>
                  <a:lnTo>
                    <a:pt x="2271610" y="573168"/>
                  </a:lnTo>
                  <a:lnTo>
                    <a:pt x="2271602" y="573237"/>
                  </a:lnTo>
                  <a:lnTo>
                    <a:pt x="2271607" y="573305"/>
                  </a:lnTo>
                  <a:lnTo>
                    <a:pt x="2271620" y="573376"/>
                  </a:lnTo>
                  <a:lnTo>
                    <a:pt x="2271659" y="573388"/>
                  </a:lnTo>
                  <a:lnTo>
                    <a:pt x="2271674" y="573377"/>
                  </a:lnTo>
                  <a:lnTo>
                    <a:pt x="2271819" y="573262"/>
                  </a:lnTo>
                  <a:lnTo>
                    <a:pt x="2272029" y="573310"/>
                  </a:lnTo>
                  <a:lnTo>
                    <a:pt x="2272103" y="573493"/>
                  </a:lnTo>
                  <a:lnTo>
                    <a:pt x="2272144" y="573537"/>
                  </a:lnTo>
                  <a:lnTo>
                    <a:pt x="2272323" y="573613"/>
                  </a:lnTo>
                  <a:lnTo>
                    <a:pt x="2272349" y="573618"/>
                  </a:lnTo>
                  <a:lnTo>
                    <a:pt x="2272789" y="573713"/>
                  </a:lnTo>
                  <a:lnTo>
                    <a:pt x="2273097" y="573780"/>
                  </a:lnTo>
                  <a:lnTo>
                    <a:pt x="2273283" y="573924"/>
                  </a:lnTo>
                  <a:lnTo>
                    <a:pt x="2273432" y="574106"/>
                  </a:lnTo>
                  <a:lnTo>
                    <a:pt x="2273511" y="574236"/>
                  </a:lnTo>
                  <a:lnTo>
                    <a:pt x="2273526" y="574297"/>
                  </a:lnTo>
                  <a:lnTo>
                    <a:pt x="2273425" y="574495"/>
                  </a:lnTo>
                  <a:lnTo>
                    <a:pt x="2273330" y="574639"/>
                  </a:lnTo>
                  <a:lnTo>
                    <a:pt x="2273218" y="574781"/>
                  </a:lnTo>
                  <a:lnTo>
                    <a:pt x="2273157" y="574856"/>
                  </a:lnTo>
                  <a:lnTo>
                    <a:pt x="2273118" y="574904"/>
                  </a:lnTo>
                  <a:lnTo>
                    <a:pt x="2272924" y="575055"/>
                  </a:lnTo>
                  <a:lnTo>
                    <a:pt x="2272748" y="575208"/>
                  </a:lnTo>
                  <a:lnTo>
                    <a:pt x="2272683" y="575283"/>
                  </a:lnTo>
                  <a:lnTo>
                    <a:pt x="2272351" y="575605"/>
                  </a:lnTo>
                  <a:lnTo>
                    <a:pt x="2272153" y="575721"/>
                  </a:lnTo>
                  <a:lnTo>
                    <a:pt x="2271892" y="575833"/>
                  </a:lnTo>
                  <a:lnTo>
                    <a:pt x="2271700" y="575931"/>
                  </a:lnTo>
                  <a:lnTo>
                    <a:pt x="2271581" y="576001"/>
                  </a:lnTo>
                  <a:lnTo>
                    <a:pt x="2271451" y="576099"/>
                  </a:lnTo>
                  <a:lnTo>
                    <a:pt x="2271444" y="576125"/>
                  </a:lnTo>
                  <a:lnTo>
                    <a:pt x="2271456" y="576152"/>
                  </a:lnTo>
                  <a:lnTo>
                    <a:pt x="2271474" y="576176"/>
                  </a:lnTo>
                  <a:lnTo>
                    <a:pt x="2271499" y="576160"/>
                  </a:lnTo>
                  <a:lnTo>
                    <a:pt x="2271509" y="576156"/>
                  </a:lnTo>
                  <a:lnTo>
                    <a:pt x="2271656" y="576150"/>
                  </a:lnTo>
                  <a:lnTo>
                    <a:pt x="2271681" y="576156"/>
                  </a:lnTo>
                  <a:lnTo>
                    <a:pt x="2271782" y="576228"/>
                  </a:lnTo>
                  <a:lnTo>
                    <a:pt x="2271882" y="576358"/>
                  </a:lnTo>
                  <a:lnTo>
                    <a:pt x="2271929" y="576675"/>
                  </a:lnTo>
                  <a:lnTo>
                    <a:pt x="2271859" y="576807"/>
                  </a:lnTo>
                  <a:lnTo>
                    <a:pt x="2271788" y="576855"/>
                  </a:lnTo>
                  <a:lnTo>
                    <a:pt x="2271568" y="576966"/>
                  </a:lnTo>
                  <a:lnTo>
                    <a:pt x="2271487" y="576969"/>
                  </a:lnTo>
                  <a:lnTo>
                    <a:pt x="2271425" y="576970"/>
                  </a:lnTo>
                  <a:lnTo>
                    <a:pt x="2271368" y="576967"/>
                  </a:lnTo>
                  <a:lnTo>
                    <a:pt x="2271116" y="576947"/>
                  </a:lnTo>
                  <a:lnTo>
                    <a:pt x="2270798" y="576857"/>
                  </a:lnTo>
                  <a:lnTo>
                    <a:pt x="2270752" y="576836"/>
                  </a:lnTo>
                  <a:lnTo>
                    <a:pt x="2270749" y="576832"/>
                  </a:lnTo>
                  <a:lnTo>
                    <a:pt x="2270637" y="576814"/>
                  </a:lnTo>
                  <a:lnTo>
                    <a:pt x="2270541" y="576854"/>
                  </a:lnTo>
                  <a:lnTo>
                    <a:pt x="2270506" y="576878"/>
                  </a:lnTo>
                  <a:lnTo>
                    <a:pt x="2270496" y="576891"/>
                  </a:lnTo>
                  <a:lnTo>
                    <a:pt x="2270438" y="577000"/>
                  </a:lnTo>
                  <a:lnTo>
                    <a:pt x="2270444" y="577106"/>
                  </a:lnTo>
                  <a:lnTo>
                    <a:pt x="2270428" y="577184"/>
                  </a:lnTo>
                  <a:lnTo>
                    <a:pt x="2270382" y="577300"/>
                  </a:lnTo>
                  <a:lnTo>
                    <a:pt x="2270326" y="577386"/>
                  </a:lnTo>
                  <a:lnTo>
                    <a:pt x="2270301" y="577405"/>
                  </a:lnTo>
                  <a:lnTo>
                    <a:pt x="2270150" y="577454"/>
                  </a:lnTo>
                  <a:lnTo>
                    <a:pt x="2270056" y="577463"/>
                  </a:lnTo>
                  <a:lnTo>
                    <a:pt x="2270027" y="577458"/>
                  </a:lnTo>
                  <a:lnTo>
                    <a:pt x="2269660" y="577399"/>
                  </a:lnTo>
                  <a:lnTo>
                    <a:pt x="2269508" y="577370"/>
                  </a:lnTo>
                  <a:lnTo>
                    <a:pt x="2269413" y="577342"/>
                  </a:lnTo>
                  <a:lnTo>
                    <a:pt x="2269327" y="577301"/>
                  </a:lnTo>
                  <a:lnTo>
                    <a:pt x="2269181" y="577219"/>
                  </a:lnTo>
                  <a:lnTo>
                    <a:pt x="2269086" y="577148"/>
                  </a:lnTo>
                  <a:lnTo>
                    <a:pt x="2268869" y="576893"/>
                  </a:lnTo>
                  <a:lnTo>
                    <a:pt x="2268834" y="576870"/>
                  </a:lnTo>
                  <a:lnTo>
                    <a:pt x="2268704" y="576802"/>
                  </a:lnTo>
                  <a:lnTo>
                    <a:pt x="2268596" y="576755"/>
                  </a:lnTo>
                  <a:lnTo>
                    <a:pt x="2268381" y="576720"/>
                  </a:lnTo>
                  <a:lnTo>
                    <a:pt x="2268364" y="576722"/>
                  </a:lnTo>
                  <a:lnTo>
                    <a:pt x="2268211" y="576849"/>
                  </a:lnTo>
                  <a:lnTo>
                    <a:pt x="2268202" y="576857"/>
                  </a:lnTo>
                  <a:lnTo>
                    <a:pt x="2268168" y="576939"/>
                  </a:lnTo>
                  <a:lnTo>
                    <a:pt x="2268139" y="577078"/>
                  </a:lnTo>
                  <a:lnTo>
                    <a:pt x="2268162" y="577176"/>
                  </a:lnTo>
                  <a:lnTo>
                    <a:pt x="2268227" y="577329"/>
                  </a:lnTo>
                  <a:lnTo>
                    <a:pt x="2268257" y="577382"/>
                  </a:lnTo>
                  <a:lnTo>
                    <a:pt x="2268308" y="577452"/>
                  </a:lnTo>
                  <a:lnTo>
                    <a:pt x="2268389" y="577547"/>
                  </a:lnTo>
                  <a:lnTo>
                    <a:pt x="2268440" y="577631"/>
                  </a:lnTo>
                  <a:lnTo>
                    <a:pt x="2268473" y="577706"/>
                  </a:lnTo>
                  <a:lnTo>
                    <a:pt x="2268487" y="577788"/>
                  </a:lnTo>
                  <a:lnTo>
                    <a:pt x="2268490" y="577829"/>
                  </a:lnTo>
                  <a:lnTo>
                    <a:pt x="2268463" y="577888"/>
                  </a:lnTo>
                  <a:lnTo>
                    <a:pt x="2268406" y="577959"/>
                  </a:lnTo>
                  <a:lnTo>
                    <a:pt x="2268303" y="578087"/>
                  </a:lnTo>
                  <a:lnTo>
                    <a:pt x="2268203" y="578175"/>
                  </a:lnTo>
                  <a:lnTo>
                    <a:pt x="2268139" y="578222"/>
                  </a:lnTo>
                  <a:lnTo>
                    <a:pt x="2267800" y="578421"/>
                  </a:lnTo>
                  <a:lnTo>
                    <a:pt x="2267723" y="578454"/>
                  </a:lnTo>
                  <a:lnTo>
                    <a:pt x="2267685" y="578475"/>
                  </a:lnTo>
                  <a:lnTo>
                    <a:pt x="2267605" y="578549"/>
                  </a:lnTo>
                  <a:lnTo>
                    <a:pt x="2267555" y="578629"/>
                  </a:lnTo>
                  <a:lnTo>
                    <a:pt x="2267526" y="578709"/>
                  </a:lnTo>
                  <a:lnTo>
                    <a:pt x="2267506" y="578836"/>
                  </a:lnTo>
                  <a:lnTo>
                    <a:pt x="2267508" y="578881"/>
                  </a:lnTo>
                  <a:lnTo>
                    <a:pt x="2267525" y="578935"/>
                  </a:lnTo>
                  <a:lnTo>
                    <a:pt x="2267571" y="579132"/>
                  </a:lnTo>
                  <a:lnTo>
                    <a:pt x="2267541" y="579190"/>
                  </a:lnTo>
                  <a:lnTo>
                    <a:pt x="2267432" y="579194"/>
                  </a:lnTo>
                  <a:lnTo>
                    <a:pt x="2267198" y="579282"/>
                  </a:lnTo>
                  <a:lnTo>
                    <a:pt x="2267014" y="579318"/>
                  </a:lnTo>
                  <a:lnTo>
                    <a:pt x="2266886" y="579305"/>
                  </a:lnTo>
                  <a:lnTo>
                    <a:pt x="2266805" y="579278"/>
                  </a:lnTo>
                  <a:lnTo>
                    <a:pt x="2266694" y="579267"/>
                  </a:lnTo>
                  <a:lnTo>
                    <a:pt x="2266583" y="579270"/>
                  </a:lnTo>
                  <a:lnTo>
                    <a:pt x="2266434" y="579281"/>
                  </a:lnTo>
                  <a:lnTo>
                    <a:pt x="2266394" y="579341"/>
                  </a:lnTo>
                  <a:lnTo>
                    <a:pt x="2266341" y="579451"/>
                  </a:lnTo>
                  <a:lnTo>
                    <a:pt x="2266334" y="579571"/>
                  </a:lnTo>
                  <a:lnTo>
                    <a:pt x="2266509" y="580074"/>
                  </a:lnTo>
                  <a:lnTo>
                    <a:pt x="2266576" y="580237"/>
                  </a:lnTo>
                  <a:lnTo>
                    <a:pt x="2266657" y="580431"/>
                  </a:lnTo>
                  <a:lnTo>
                    <a:pt x="2266680" y="580483"/>
                  </a:lnTo>
                  <a:lnTo>
                    <a:pt x="2266888" y="580740"/>
                  </a:lnTo>
                  <a:lnTo>
                    <a:pt x="2266921" y="580767"/>
                  </a:lnTo>
                  <a:lnTo>
                    <a:pt x="2266956" y="580780"/>
                  </a:lnTo>
                  <a:lnTo>
                    <a:pt x="2266994" y="580827"/>
                  </a:lnTo>
                  <a:lnTo>
                    <a:pt x="2267255" y="581209"/>
                  </a:lnTo>
                  <a:lnTo>
                    <a:pt x="2267308" y="581300"/>
                  </a:lnTo>
                  <a:lnTo>
                    <a:pt x="2267361" y="581389"/>
                  </a:lnTo>
                  <a:lnTo>
                    <a:pt x="2267385" y="581424"/>
                  </a:lnTo>
                  <a:lnTo>
                    <a:pt x="2267413" y="581441"/>
                  </a:lnTo>
                  <a:lnTo>
                    <a:pt x="2267483" y="581538"/>
                  </a:lnTo>
                  <a:lnTo>
                    <a:pt x="2267420" y="581831"/>
                  </a:lnTo>
                  <a:lnTo>
                    <a:pt x="2267341" y="581983"/>
                  </a:lnTo>
                  <a:lnTo>
                    <a:pt x="2267323" y="582043"/>
                  </a:lnTo>
                  <a:lnTo>
                    <a:pt x="2267304" y="582111"/>
                  </a:lnTo>
                  <a:lnTo>
                    <a:pt x="2267291" y="582261"/>
                  </a:lnTo>
                  <a:lnTo>
                    <a:pt x="2267230" y="582413"/>
                  </a:lnTo>
                  <a:lnTo>
                    <a:pt x="2267220" y="582437"/>
                  </a:lnTo>
                  <a:lnTo>
                    <a:pt x="2267066" y="582523"/>
                  </a:lnTo>
                  <a:lnTo>
                    <a:pt x="2267024" y="582539"/>
                  </a:lnTo>
                  <a:lnTo>
                    <a:pt x="2266935" y="582555"/>
                  </a:lnTo>
                  <a:lnTo>
                    <a:pt x="2266852" y="582569"/>
                  </a:lnTo>
                  <a:lnTo>
                    <a:pt x="2266571" y="582732"/>
                  </a:lnTo>
                  <a:lnTo>
                    <a:pt x="2266491" y="582803"/>
                  </a:lnTo>
                  <a:lnTo>
                    <a:pt x="2266457" y="582873"/>
                  </a:lnTo>
                  <a:lnTo>
                    <a:pt x="2266405" y="583114"/>
                  </a:lnTo>
                  <a:lnTo>
                    <a:pt x="2266416" y="583196"/>
                  </a:lnTo>
                  <a:lnTo>
                    <a:pt x="2266440" y="583253"/>
                  </a:lnTo>
                  <a:lnTo>
                    <a:pt x="2266443" y="583286"/>
                  </a:lnTo>
                  <a:lnTo>
                    <a:pt x="2266410" y="583449"/>
                  </a:lnTo>
                  <a:lnTo>
                    <a:pt x="2266393" y="583503"/>
                  </a:lnTo>
                  <a:lnTo>
                    <a:pt x="2266295" y="583691"/>
                  </a:lnTo>
                  <a:lnTo>
                    <a:pt x="2266277" y="583718"/>
                  </a:lnTo>
                  <a:lnTo>
                    <a:pt x="2266235" y="583790"/>
                  </a:lnTo>
                  <a:lnTo>
                    <a:pt x="2266189" y="584041"/>
                  </a:lnTo>
                  <a:lnTo>
                    <a:pt x="2266193" y="584128"/>
                  </a:lnTo>
                  <a:lnTo>
                    <a:pt x="2266201" y="584166"/>
                  </a:lnTo>
                  <a:lnTo>
                    <a:pt x="2266214" y="584201"/>
                  </a:lnTo>
                  <a:lnTo>
                    <a:pt x="2266216" y="584296"/>
                  </a:lnTo>
                  <a:lnTo>
                    <a:pt x="2266129" y="584443"/>
                  </a:lnTo>
                  <a:lnTo>
                    <a:pt x="2266107" y="584471"/>
                  </a:lnTo>
                  <a:lnTo>
                    <a:pt x="2265780" y="584592"/>
                  </a:lnTo>
                  <a:lnTo>
                    <a:pt x="2265770" y="584608"/>
                  </a:lnTo>
                  <a:lnTo>
                    <a:pt x="2265675" y="584958"/>
                  </a:lnTo>
                  <a:lnTo>
                    <a:pt x="2265782" y="585054"/>
                  </a:lnTo>
                  <a:lnTo>
                    <a:pt x="2265896" y="585116"/>
                  </a:lnTo>
                  <a:lnTo>
                    <a:pt x="2265949" y="585176"/>
                  </a:lnTo>
                  <a:lnTo>
                    <a:pt x="2265966" y="585195"/>
                  </a:lnTo>
                  <a:lnTo>
                    <a:pt x="2265997" y="585249"/>
                  </a:lnTo>
                  <a:lnTo>
                    <a:pt x="2266018" y="585358"/>
                  </a:lnTo>
                  <a:lnTo>
                    <a:pt x="2265974" y="585512"/>
                  </a:lnTo>
                  <a:lnTo>
                    <a:pt x="2265960" y="585549"/>
                  </a:lnTo>
                  <a:lnTo>
                    <a:pt x="2265942" y="585577"/>
                  </a:lnTo>
                  <a:lnTo>
                    <a:pt x="2265886" y="585605"/>
                  </a:lnTo>
                  <a:lnTo>
                    <a:pt x="2265822" y="585614"/>
                  </a:lnTo>
                  <a:lnTo>
                    <a:pt x="2265813" y="585616"/>
                  </a:lnTo>
                  <a:lnTo>
                    <a:pt x="2265805" y="585614"/>
                  </a:lnTo>
                  <a:lnTo>
                    <a:pt x="2265686" y="585649"/>
                  </a:lnTo>
                  <a:lnTo>
                    <a:pt x="2265567" y="585690"/>
                  </a:lnTo>
                  <a:lnTo>
                    <a:pt x="2265411" y="585793"/>
                  </a:lnTo>
                  <a:lnTo>
                    <a:pt x="2265235" y="585923"/>
                  </a:lnTo>
                  <a:lnTo>
                    <a:pt x="2264969" y="586166"/>
                  </a:lnTo>
                  <a:lnTo>
                    <a:pt x="2264727" y="586579"/>
                  </a:lnTo>
                  <a:lnTo>
                    <a:pt x="2264667" y="586720"/>
                  </a:lnTo>
                  <a:lnTo>
                    <a:pt x="2264632" y="586866"/>
                  </a:lnTo>
                  <a:lnTo>
                    <a:pt x="2264611" y="586934"/>
                  </a:lnTo>
                  <a:lnTo>
                    <a:pt x="2264551" y="587067"/>
                  </a:lnTo>
                  <a:lnTo>
                    <a:pt x="2264406" y="587274"/>
                  </a:lnTo>
                  <a:lnTo>
                    <a:pt x="2264148" y="587567"/>
                  </a:lnTo>
                  <a:lnTo>
                    <a:pt x="2264105" y="587608"/>
                  </a:lnTo>
                  <a:lnTo>
                    <a:pt x="2264002" y="587680"/>
                  </a:lnTo>
                  <a:lnTo>
                    <a:pt x="2263957" y="587722"/>
                  </a:lnTo>
                  <a:lnTo>
                    <a:pt x="2263749" y="587943"/>
                  </a:lnTo>
                  <a:lnTo>
                    <a:pt x="2263773" y="587967"/>
                  </a:lnTo>
                  <a:lnTo>
                    <a:pt x="2264172" y="587998"/>
                  </a:lnTo>
                  <a:lnTo>
                    <a:pt x="2264332" y="588017"/>
                  </a:lnTo>
                  <a:lnTo>
                    <a:pt x="2264647" y="588050"/>
                  </a:lnTo>
                  <a:lnTo>
                    <a:pt x="2264704" y="588097"/>
                  </a:lnTo>
                  <a:lnTo>
                    <a:pt x="2264708" y="588180"/>
                  </a:lnTo>
                  <a:lnTo>
                    <a:pt x="2264675" y="588204"/>
                  </a:lnTo>
                  <a:lnTo>
                    <a:pt x="2264493" y="588339"/>
                  </a:lnTo>
                  <a:lnTo>
                    <a:pt x="2264326" y="588440"/>
                  </a:lnTo>
                  <a:lnTo>
                    <a:pt x="2264213" y="588512"/>
                  </a:lnTo>
                  <a:lnTo>
                    <a:pt x="2264161" y="588566"/>
                  </a:lnTo>
                  <a:lnTo>
                    <a:pt x="2264136" y="588613"/>
                  </a:lnTo>
                  <a:lnTo>
                    <a:pt x="2264151" y="588633"/>
                  </a:lnTo>
                  <a:lnTo>
                    <a:pt x="2264193" y="588817"/>
                  </a:lnTo>
                  <a:lnTo>
                    <a:pt x="2264190" y="588928"/>
                  </a:lnTo>
                  <a:lnTo>
                    <a:pt x="2264145" y="589030"/>
                  </a:lnTo>
                  <a:lnTo>
                    <a:pt x="2264094" y="589124"/>
                  </a:lnTo>
                  <a:lnTo>
                    <a:pt x="2264062" y="589194"/>
                  </a:lnTo>
                  <a:lnTo>
                    <a:pt x="2264035" y="589290"/>
                  </a:lnTo>
                  <a:lnTo>
                    <a:pt x="2264026" y="589335"/>
                  </a:lnTo>
                  <a:lnTo>
                    <a:pt x="2264002" y="589680"/>
                  </a:lnTo>
                  <a:lnTo>
                    <a:pt x="2264004" y="589715"/>
                  </a:lnTo>
                  <a:lnTo>
                    <a:pt x="2264063" y="589741"/>
                  </a:lnTo>
                  <a:lnTo>
                    <a:pt x="2264124" y="589717"/>
                  </a:lnTo>
                  <a:lnTo>
                    <a:pt x="2264174" y="589686"/>
                  </a:lnTo>
                  <a:lnTo>
                    <a:pt x="2264499" y="589570"/>
                  </a:lnTo>
                  <a:lnTo>
                    <a:pt x="2264656" y="589565"/>
                  </a:lnTo>
                  <a:lnTo>
                    <a:pt x="2264716" y="589615"/>
                  </a:lnTo>
                  <a:lnTo>
                    <a:pt x="2264731" y="589689"/>
                  </a:lnTo>
                  <a:lnTo>
                    <a:pt x="2264662" y="589757"/>
                  </a:lnTo>
                  <a:lnTo>
                    <a:pt x="2264435" y="589838"/>
                  </a:lnTo>
                  <a:lnTo>
                    <a:pt x="2264309" y="589883"/>
                  </a:lnTo>
                  <a:lnTo>
                    <a:pt x="2264140" y="589982"/>
                  </a:lnTo>
                  <a:lnTo>
                    <a:pt x="2264055" y="590066"/>
                  </a:lnTo>
                  <a:lnTo>
                    <a:pt x="2264076" y="590178"/>
                  </a:lnTo>
                  <a:lnTo>
                    <a:pt x="2264147" y="590284"/>
                  </a:lnTo>
                  <a:lnTo>
                    <a:pt x="2264167" y="590312"/>
                  </a:lnTo>
                  <a:lnTo>
                    <a:pt x="2264222" y="590357"/>
                  </a:lnTo>
                  <a:lnTo>
                    <a:pt x="2264086" y="590529"/>
                  </a:lnTo>
                  <a:lnTo>
                    <a:pt x="2264211" y="590542"/>
                  </a:lnTo>
                  <a:lnTo>
                    <a:pt x="2264223" y="590544"/>
                  </a:lnTo>
                  <a:lnTo>
                    <a:pt x="2264278" y="590574"/>
                  </a:lnTo>
                  <a:lnTo>
                    <a:pt x="2264554" y="590780"/>
                  </a:lnTo>
                  <a:lnTo>
                    <a:pt x="2264598" y="590814"/>
                  </a:lnTo>
                  <a:lnTo>
                    <a:pt x="2264797" y="590880"/>
                  </a:lnTo>
                  <a:lnTo>
                    <a:pt x="2264802" y="590880"/>
                  </a:lnTo>
                  <a:lnTo>
                    <a:pt x="2264809" y="590883"/>
                  </a:lnTo>
                  <a:lnTo>
                    <a:pt x="2264831" y="590897"/>
                  </a:lnTo>
                  <a:lnTo>
                    <a:pt x="2264849" y="590908"/>
                  </a:lnTo>
                  <a:lnTo>
                    <a:pt x="2264859" y="590918"/>
                  </a:lnTo>
                  <a:lnTo>
                    <a:pt x="2264868" y="590928"/>
                  </a:lnTo>
                  <a:lnTo>
                    <a:pt x="2264889" y="590953"/>
                  </a:lnTo>
                  <a:lnTo>
                    <a:pt x="2264904" y="590979"/>
                  </a:lnTo>
                  <a:lnTo>
                    <a:pt x="2264911" y="590991"/>
                  </a:lnTo>
                  <a:lnTo>
                    <a:pt x="2264917" y="591006"/>
                  </a:lnTo>
                  <a:lnTo>
                    <a:pt x="2264943" y="591086"/>
                  </a:lnTo>
                  <a:lnTo>
                    <a:pt x="2264947" y="591106"/>
                  </a:lnTo>
                  <a:lnTo>
                    <a:pt x="2264972" y="591254"/>
                  </a:lnTo>
                  <a:lnTo>
                    <a:pt x="2264971" y="591261"/>
                  </a:lnTo>
                  <a:lnTo>
                    <a:pt x="2264967" y="591439"/>
                  </a:lnTo>
                  <a:lnTo>
                    <a:pt x="2264965" y="591466"/>
                  </a:lnTo>
                  <a:lnTo>
                    <a:pt x="2264959" y="591484"/>
                  </a:lnTo>
                  <a:lnTo>
                    <a:pt x="2264953" y="591495"/>
                  </a:lnTo>
                  <a:lnTo>
                    <a:pt x="2264946" y="591508"/>
                  </a:lnTo>
                  <a:lnTo>
                    <a:pt x="2264926" y="591535"/>
                  </a:lnTo>
                  <a:lnTo>
                    <a:pt x="2264876" y="591692"/>
                  </a:lnTo>
                  <a:lnTo>
                    <a:pt x="2264726" y="591910"/>
                  </a:lnTo>
                  <a:lnTo>
                    <a:pt x="2264645" y="591977"/>
                  </a:lnTo>
                  <a:lnTo>
                    <a:pt x="2264613" y="591995"/>
                  </a:lnTo>
                  <a:lnTo>
                    <a:pt x="2264457" y="592081"/>
                  </a:lnTo>
                  <a:lnTo>
                    <a:pt x="2264418" y="592102"/>
                  </a:lnTo>
                  <a:lnTo>
                    <a:pt x="2264397" y="592110"/>
                  </a:lnTo>
                  <a:lnTo>
                    <a:pt x="2264369" y="592120"/>
                  </a:lnTo>
                  <a:lnTo>
                    <a:pt x="2264335" y="592133"/>
                  </a:lnTo>
                  <a:lnTo>
                    <a:pt x="2264283" y="592146"/>
                  </a:lnTo>
                  <a:lnTo>
                    <a:pt x="2264167" y="592171"/>
                  </a:lnTo>
                  <a:lnTo>
                    <a:pt x="2264087" y="592185"/>
                  </a:lnTo>
                  <a:lnTo>
                    <a:pt x="2263935" y="592211"/>
                  </a:lnTo>
                  <a:lnTo>
                    <a:pt x="2263722" y="592218"/>
                  </a:lnTo>
                  <a:lnTo>
                    <a:pt x="2263687" y="592219"/>
                  </a:lnTo>
                  <a:lnTo>
                    <a:pt x="2263541" y="592211"/>
                  </a:lnTo>
                  <a:lnTo>
                    <a:pt x="2263414" y="592199"/>
                  </a:lnTo>
                  <a:lnTo>
                    <a:pt x="2263326" y="592194"/>
                  </a:lnTo>
                  <a:lnTo>
                    <a:pt x="2263191" y="592187"/>
                  </a:lnTo>
                  <a:lnTo>
                    <a:pt x="2263048" y="592200"/>
                  </a:lnTo>
                  <a:lnTo>
                    <a:pt x="2262914" y="592213"/>
                  </a:lnTo>
                  <a:lnTo>
                    <a:pt x="2262904" y="592215"/>
                  </a:lnTo>
                  <a:lnTo>
                    <a:pt x="2262884" y="592223"/>
                  </a:lnTo>
                  <a:lnTo>
                    <a:pt x="2262805" y="592239"/>
                  </a:lnTo>
                  <a:lnTo>
                    <a:pt x="2262756" y="592248"/>
                  </a:lnTo>
                  <a:lnTo>
                    <a:pt x="2262712" y="592253"/>
                  </a:lnTo>
                  <a:lnTo>
                    <a:pt x="2262671" y="592256"/>
                  </a:lnTo>
                  <a:lnTo>
                    <a:pt x="2262594" y="592255"/>
                  </a:lnTo>
                  <a:lnTo>
                    <a:pt x="2262560" y="592252"/>
                  </a:lnTo>
                  <a:lnTo>
                    <a:pt x="2262406" y="592217"/>
                  </a:lnTo>
                  <a:lnTo>
                    <a:pt x="2262402" y="592214"/>
                  </a:lnTo>
                  <a:lnTo>
                    <a:pt x="2262398" y="592210"/>
                  </a:lnTo>
                  <a:lnTo>
                    <a:pt x="2262386" y="592190"/>
                  </a:lnTo>
                  <a:lnTo>
                    <a:pt x="2262381" y="592175"/>
                  </a:lnTo>
                  <a:lnTo>
                    <a:pt x="2262379" y="592165"/>
                  </a:lnTo>
                  <a:lnTo>
                    <a:pt x="2262391" y="592052"/>
                  </a:lnTo>
                  <a:lnTo>
                    <a:pt x="2262392" y="592042"/>
                  </a:lnTo>
                  <a:lnTo>
                    <a:pt x="2262394" y="592033"/>
                  </a:lnTo>
                  <a:lnTo>
                    <a:pt x="2262398" y="592022"/>
                  </a:lnTo>
                  <a:lnTo>
                    <a:pt x="2262405" y="592009"/>
                  </a:lnTo>
                  <a:lnTo>
                    <a:pt x="2262428" y="591974"/>
                  </a:lnTo>
                  <a:lnTo>
                    <a:pt x="2262440" y="591957"/>
                  </a:lnTo>
                  <a:lnTo>
                    <a:pt x="2262451" y="591943"/>
                  </a:lnTo>
                  <a:lnTo>
                    <a:pt x="2262461" y="591933"/>
                  </a:lnTo>
                  <a:lnTo>
                    <a:pt x="2262470" y="591925"/>
                  </a:lnTo>
                  <a:lnTo>
                    <a:pt x="2262480" y="591919"/>
                  </a:lnTo>
                  <a:lnTo>
                    <a:pt x="2262492" y="591914"/>
                  </a:lnTo>
                  <a:lnTo>
                    <a:pt x="2262504" y="591910"/>
                  </a:lnTo>
                  <a:lnTo>
                    <a:pt x="2262703" y="591851"/>
                  </a:lnTo>
                  <a:lnTo>
                    <a:pt x="2262724" y="591846"/>
                  </a:lnTo>
                  <a:lnTo>
                    <a:pt x="2262768" y="591836"/>
                  </a:lnTo>
                  <a:lnTo>
                    <a:pt x="2262839" y="591823"/>
                  </a:lnTo>
                  <a:lnTo>
                    <a:pt x="2262903" y="591840"/>
                  </a:lnTo>
                  <a:lnTo>
                    <a:pt x="2262945" y="591857"/>
                  </a:lnTo>
                  <a:lnTo>
                    <a:pt x="2262968" y="591864"/>
                  </a:lnTo>
                  <a:lnTo>
                    <a:pt x="2262995" y="591867"/>
                  </a:lnTo>
                  <a:lnTo>
                    <a:pt x="2263023" y="591868"/>
                  </a:lnTo>
                  <a:lnTo>
                    <a:pt x="2263421" y="591823"/>
                  </a:lnTo>
                  <a:lnTo>
                    <a:pt x="2263439" y="591820"/>
                  </a:lnTo>
                  <a:lnTo>
                    <a:pt x="2263462" y="591811"/>
                  </a:lnTo>
                  <a:lnTo>
                    <a:pt x="2263533" y="591767"/>
                  </a:lnTo>
                  <a:lnTo>
                    <a:pt x="2263691" y="591668"/>
                  </a:lnTo>
                  <a:lnTo>
                    <a:pt x="2263758" y="591587"/>
                  </a:lnTo>
                  <a:lnTo>
                    <a:pt x="2263811" y="591523"/>
                  </a:lnTo>
                  <a:lnTo>
                    <a:pt x="2263892" y="591406"/>
                  </a:lnTo>
                  <a:lnTo>
                    <a:pt x="2263901" y="591371"/>
                  </a:lnTo>
                  <a:lnTo>
                    <a:pt x="2263893" y="591330"/>
                  </a:lnTo>
                  <a:lnTo>
                    <a:pt x="2263853" y="591185"/>
                  </a:lnTo>
                  <a:lnTo>
                    <a:pt x="2263851" y="591178"/>
                  </a:lnTo>
                  <a:lnTo>
                    <a:pt x="2263827" y="591122"/>
                  </a:lnTo>
                  <a:lnTo>
                    <a:pt x="2263783" y="591050"/>
                  </a:lnTo>
                  <a:lnTo>
                    <a:pt x="2263754" y="591008"/>
                  </a:lnTo>
                  <a:lnTo>
                    <a:pt x="2263646" y="590975"/>
                  </a:lnTo>
                  <a:lnTo>
                    <a:pt x="2263560" y="590969"/>
                  </a:lnTo>
                  <a:lnTo>
                    <a:pt x="2263070" y="590958"/>
                  </a:lnTo>
                  <a:lnTo>
                    <a:pt x="2262999" y="590965"/>
                  </a:lnTo>
                  <a:lnTo>
                    <a:pt x="2262937" y="590979"/>
                  </a:lnTo>
                  <a:lnTo>
                    <a:pt x="2262880" y="590997"/>
                  </a:lnTo>
                  <a:lnTo>
                    <a:pt x="2262813" y="591028"/>
                  </a:lnTo>
                  <a:lnTo>
                    <a:pt x="2262389" y="591238"/>
                  </a:lnTo>
                  <a:lnTo>
                    <a:pt x="2262239" y="591324"/>
                  </a:lnTo>
                  <a:lnTo>
                    <a:pt x="2262139" y="591381"/>
                  </a:lnTo>
                  <a:lnTo>
                    <a:pt x="2262009" y="591462"/>
                  </a:lnTo>
                  <a:lnTo>
                    <a:pt x="2261893" y="591533"/>
                  </a:lnTo>
                  <a:lnTo>
                    <a:pt x="2261818" y="591575"/>
                  </a:lnTo>
                  <a:lnTo>
                    <a:pt x="2261674" y="591646"/>
                  </a:lnTo>
                  <a:lnTo>
                    <a:pt x="2261611" y="591669"/>
                  </a:lnTo>
                  <a:lnTo>
                    <a:pt x="2261480" y="591704"/>
                  </a:lnTo>
                  <a:lnTo>
                    <a:pt x="2261437" y="591711"/>
                  </a:lnTo>
                  <a:lnTo>
                    <a:pt x="2261207" y="591757"/>
                  </a:lnTo>
                  <a:lnTo>
                    <a:pt x="2260811" y="591859"/>
                  </a:lnTo>
                  <a:lnTo>
                    <a:pt x="2260734" y="591886"/>
                  </a:lnTo>
                  <a:lnTo>
                    <a:pt x="2260602" y="591943"/>
                  </a:lnTo>
                  <a:lnTo>
                    <a:pt x="2260548" y="591982"/>
                  </a:lnTo>
                  <a:lnTo>
                    <a:pt x="2260504" y="592026"/>
                  </a:lnTo>
                  <a:lnTo>
                    <a:pt x="2260469" y="592083"/>
                  </a:lnTo>
                  <a:lnTo>
                    <a:pt x="2260458" y="592130"/>
                  </a:lnTo>
                  <a:lnTo>
                    <a:pt x="2260450" y="592171"/>
                  </a:lnTo>
                  <a:lnTo>
                    <a:pt x="2260440" y="592236"/>
                  </a:lnTo>
                  <a:lnTo>
                    <a:pt x="2260428" y="592365"/>
                  </a:lnTo>
                  <a:lnTo>
                    <a:pt x="2260425" y="592412"/>
                  </a:lnTo>
                  <a:lnTo>
                    <a:pt x="2260425" y="592454"/>
                  </a:lnTo>
                  <a:lnTo>
                    <a:pt x="2260431" y="592493"/>
                  </a:lnTo>
                  <a:lnTo>
                    <a:pt x="2260461" y="592596"/>
                  </a:lnTo>
                  <a:lnTo>
                    <a:pt x="2260477" y="592650"/>
                  </a:lnTo>
                  <a:lnTo>
                    <a:pt x="2260500" y="592698"/>
                  </a:lnTo>
                  <a:lnTo>
                    <a:pt x="2260528" y="592740"/>
                  </a:lnTo>
                  <a:lnTo>
                    <a:pt x="2260559" y="592782"/>
                  </a:lnTo>
                  <a:lnTo>
                    <a:pt x="2260575" y="592808"/>
                  </a:lnTo>
                  <a:lnTo>
                    <a:pt x="2260582" y="592824"/>
                  </a:lnTo>
                  <a:lnTo>
                    <a:pt x="2260601" y="592869"/>
                  </a:lnTo>
                  <a:lnTo>
                    <a:pt x="2260613" y="592911"/>
                  </a:lnTo>
                  <a:lnTo>
                    <a:pt x="2260617" y="592948"/>
                  </a:lnTo>
                  <a:lnTo>
                    <a:pt x="2260586" y="593000"/>
                  </a:lnTo>
                  <a:lnTo>
                    <a:pt x="2260557" y="593023"/>
                  </a:lnTo>
                  <a:lnTo>
                    <a:pt x="2260519" y="593039"/>
                  </a:lnTo>
                  <a:lnTo>
                    <a:pt x="2260481" y="593041"/>
                  </a:lnTo>
                  <a:lnTo>
                    <a:pt x="2260430" y="593044"/>
                  </a:lnTo>
                  <a:lnTo>
                    <a:pt x="2260351" y="593042"/>
                  </a:lnTo>
                  <a:lnTo>
                    <a:pt x="2260286" y="593039"/>
                  </a:lnTo>
                  <a:lnTo>
                    <a:pt x="2260194" y="593012"/>
                  </a:lnTo>
                  <a:lnTo>
                    <a:pt x="2260117" y="592982"/>
                  </a:lnTo>
                  <a:lnTo>
                    <a:pt x="2260077" y="592972"/>
                  </a:lnTo>
                  <a:lnTo>
                    <a:pt x="2260005" y="592954"/>
                  </a:lnTo>
                  <a:lnTo>
                    <a:pt x="2259672" y="592912"/>
                  </a:lnTo>
                  <a:lnTo>
                    <a:pt x="2259619" y="592919"/>
                  </a:lnTo>
                  <a:lnTo>
                    <a:pt x="2259579" y="592937"/>
                  </a:lnTo>
                  <a:lnTo>
                    <a:pt x="2259525" y="592974"/>
                  </a:lnTo>
                  <a:lnTo>
                    <a:pt x="2259441" y="593058"/>
                  </a:lnTo>
                  <a:lnTo>
                    <a:pt x="2259409" y="593103"/>
                  </a:lnTo>
                  <a:lnTo>
                    <a:pt x="2259354" y="593203"/>
                  </a:lnTo>
                  <a:lnTo>
                    <a:pt x="2259316" y="593313"/>
                  </a:lnTo>
                  <a:lnTo>
                    <a:pt x="2259276" y="593431"/>
                  </a:lnTo>
                  <a:lnTo>
                    <a:pt x="2259234" y="593575"/>
                  </a:lnTo>
                  <a:lnTo>
                    <a:pt x="2259213" y="593682"/>
                  </a:lnTo>
                  <a:lnTo>
                    <a:pt x="2259198" y="593770"/>
                  </a:lnTo>
                  <a:lnTo>
                    <a:pt x="2259169" y="593899"/>
                  </a:lnTo>
                  <a:lnTo>
                    <a:pt x="2259157" y="593953"/>
                  </a:lnTo>
                  <a:lnTo>
                    <a:pt x="2259099" y="594107"/>
                  </a:lnTo>
                  <a:lnTo>
                    <a:pt x="2259080" y="594148"/>
                  </a:lnTo>
                  <a:lnTo>
                    <a:pt x="2258981" y="594291"/>
                  </a:lnTo>
                  <a:lnTo>
                    <a:pt x="2258950" y="594331"/>
                  </a:lnTo>
                  <a:lnTo>
                    <a:pt x="2258896" y="594385"/>
                  </a:lnTo>
                  <a:lnTo>
                    <a:pt x="2258849" y="594423"/>
                  </a:lnTo>
                  <a:lnTo>
                    <a:pt x="2258760" y="594494"/>
                  </a:lnTo>
                  <a:lnTo>
                    <a:pt x="2258439" y="594702"/>
                  </a:lnTo>
                  <a:lnTo>
                    <a:pt x="2258058" y="594948"/>
                  </a:lnTo>
                  <a:lnTo>
                    <a:pt x="2257871" y="595076"/>
                  </a:lnTo>
                  <a:lnTo>
                    <a:pt x="2257775" y="595162"/>
                  </a:lnTo>
                  <a:lnTo>
                    <a:pt x="2257681" y="595260"/>
                  </a:lnTo>
                  <a:lnTo>
                    <a:pt x="2257616" y="595330"/>
                  </a:lnTo>
                  <a:lnTo>
                    <a:pt x="2257599" y="595348"/>
                  </a:lnTo>
                  <a:lnTo>
                    <a:pt x="2257566" y="595415"/>
                  </a:lnTo>
                  <a:lnTo>
                    <a:pt x="2257550" y="595458"/>
                  </a:lnTo>
                  <a:lnTo>
                    <a:pt x="2257545" y="595482"/>
                  </a:lnTo>
                  <a:lnTo>
                    <a:pt x="2257548" y="595516"/>
                  </a:lnTo>
                  <a:lnTo>
                    <a:pt x="2257563" y="595633"/>
                  </a:lnTo>
                  <a:lnTo>
                    <a:pt x="2257564" y="595685"/>
                  </a:lnTo>
                  <a:lnTo>
                    <a:pt x="2257552" y="595732"/>
                  </a:lnTo>
                  <a:lnTo>
                    <a:pt x="2257504" y="595858"/>
                  </a:lnTo>
                  <a:lnTo>
                    <a:pt x="2257454" y="595961"/>
                  </a:lnTo>
                  <a:lnTo>
                    <a:pt x="2257397" y="596087"/>
                  </a:lnTo>
                  <a:lnTo>
                    <a:pt x="2257318" y="596280"/>
                  </a:lnTo>
                  <a:lnTo>
                    <a:pt x="2257302" y="596326"/>
                  </a:lnTo>
                  <a:lnTo>
                    <a:pt x="2257281" y="596418"/>
                  </a:lnTo>
                  <a:lnTo>
                    <a:pt x="2257278" y="596431"/>
                  </a:lnTo>
                  <a:lnTo>
                    <a:pt x="2257285" y="596552"/>
                  </a:lnTo>
                  <a:lnTo>
                    <a:pt x="2257297" y="596642"/>
                  </a:lnTo>
                  <a:lnTo>
                    <a:pt x="2257302" y="596681"/>
                  </a:lnTo>
                  <a:lnTo>
                    <a:pt x="2257317" y="596763"/>
                  </a:lnTo>
                  <a:lnTo>
                    <a:pt x="2257331" y="596812"/>
                  </a:lnTo>
                  <a:lnTo>
                    <a:pt x="2257327" y="596919"/>
                  </a:lnTo>
                  <a:lnTo>
                    <a:pt x="2257311" y="597060"/>
                  </a:lnTo>
                  <a:lnTo>
                    <a:pt x="2257287" y="597125"/>
                  </a:lnTo>
                  <a:lnTo>
                    <a:pt x="2257260" y="597159"/>
                  </a:lnTo>
                  <a:lnTo>
                    <a:pt x="2257137" y="597257"/>
                  </a:lnTo>
                  <a:lnTo>
                    <a:pt x="2257012" y="597321"/>
                  </a:lnTo>
                  <a:lnTo>
                    <a:pt x="2256843" y="597384"/>
                  </a:lnTo>
                  <a:lnTo>
                    <a:pt x="2256393" y="597506"/>
                  </a:lnTo>
                  <a:lnTo>
                    <a:pt x="2256310" y="597524"/>
                  </a:lnTo>
                  <a:lnTo>
                    <a:pt x="2256256" y="597539"/>
                  </a:lnTo>
                  <a:lnTo>
                    <a:pt x="2256202" y="597560"/>
                  </a:lnTo>
                  <a:lnTo>
                    <a:pt x="2256051" y="597625"/>
                  </a:lnTo>
                  <a:lnTo>
                    <a:pt x="2255860" y="597743"/>
                  </a:lnTo>
                  <a:lnTo>
                    <a:pt x="2255780" y="597812"/>
                  </a:lnTo>
                  <a:lnTo>
                    <a:pt x="2255666" y="597911"/>
                  </a:lnTo>
                  <a:lnTo>
                    <a:pt x="2255611" y="597996"/>
                  </a:lnTo>
                  <a:lnTo>
                    <a:pt x="2255542" y="598124"/>
                  </a:lnTo>
                  <a:lnTo>
                    <a:pt x="2255430" y="598356"/>
                  </a:lnTo>
                  <a:lnTo>
                    <a:pt x="2255393" y="598450"/>
                  </a:lnTo>
                  <a:lnTo>
                    <a:pt x="2255386" y="598470"/>
                  </a:lnTo>
                  <a:lnTo>
                    <a:pt x="2255367" y="598517"/>
                  </a:lnTo>
                  <a:lnTo>
                    <a:pt x="2255330" y="598616"/>
                  </a:lnTo>
                  <a:lnTo>
                    <a:pt x="2255285" y="598746"/>
                  </a:lnTo>
                  <a:lnTo>
                    <a:pt x="2255275" y="598810"/>
                  </a:lnTo>
                  <a:lnTo>
                    <a:pt x="2255273" y="598827"/>
                  </a:lnTo>
                  <a:lnTo>
                    <a:pt x="2255259" y="598964"/>
                  </a:lnTo>
                  <a:lnTo>
                    <a:pt x="2255258" y="598992"/>
                  </a:lnTo>
                  <a:lnTo>
                    <a:pt x="2255254" y="599089"/>
                  </a:lnTo>
                  <a:lnTo>
                    <a:pt x="2255251" y="599206"/>
                  </a:lnTo>
                  <a:lnTo>
                    <a:pt x="2255247" y="599331"/>
                  </a:lnTo>
                  <a:lnTo>
                    <a:pt x="2255236" y="599429"/>
                  </a:lnTo>
                  <a:lnTo>
                    <a:pt x="2255192" y="599657"/>
                  </a:lnTo>
                  <a:lnTo>
                    <a:pt x="2255172" y="599755"/>
                  </a:lnTo>
                  <a:lnTo>
                    <a:pt x="2255155" y="599796"/>
                  </a:lnTo>
                  <a:lnTo>
                    <a:pt x="2255141" y="599816"/>
                  </a:lnTo>
                  <a:lnTo>
                    <a:pt x="2255118" y="599827"/>
                  </a:lnTo>
                  <a:lnTo>
                    <a:pt x="2255087" y="599831"/>
                  </a:lnTo>
                  <a:lnTo>
                    <a:pt x="2255059" y="599833"/>
                  </a:lnTo>
                  <a:lnTo>
                    <a:pt x="2255046" y="599833"/>
                  </a:lnTo>
                  <a:lnTo>
                    <a:pt x="2254906" y="599834"/>
                  </a:lnTo>
                  <a:lnTo>
                    <a:pt x="2254854" y="599834"/>
                  </a:lnTo>
                  <a:lnTo>
                    <a:pt x="2254809" y="599829"/>
                  </a:lnTo>
                  <a:lnTo>
                    <a:pt x="2254770" y="599822"/>
                  </a:lnTo>
                  <a:lnTo>
                    <a:pt x="2254734" y="599823"/>
                  </a:lnTo>
                  <a:lnTo>
                    <a:pt x="2254587" y="599831"/>
                  </a:lnTo>
                  <a:lnTo>
                    <a:pt x="2254356" y="599844"/>
                  </a:lnTo>
                  <a:lnTo>
                    <a:pt x="2254305" y="599860"/>
                  </a:lnTo>
                  <a:lnTo>
                    <a:pt x="2254249" y="599904"/>
                  </a:lnTo>
                  <a:lnTo>
                    <a:pt x="2254227" y="599923"/>
                  </a:lnTo>
                  <a:lnTo>
                    <a:pt x="2254214" y="599943"/>
                  </a:lnTo>
                  <a:lnTo>
                    <a:pt x="2254212" y="599966"/>
                  </a:lnTo>
                  <a:lnTo>
                    <a:pt x="2254333" y="600256"/>
                  </a:lnTo>
                  <a:lnTo>
                    <a:pt x="2254405" y="600365"/>
                  </a:lnTo>
                  <a:lnTo>
                    <a:pt x="2254492" y="600492"/>
                  </a:lnTo>
                  <a:lnTo>
                    <a:pt x="2254549" y="600573"/>
                  </a:lnTo>
                  <a:lnTo>
                    <a:pt x="2254559" y="600715"/>
                  </a:lnTo>
                  <a:lnTo>
                    <a:pt x="2254552" y="600773"/>
                  </a:lnTo>
                  <a:lnTo>
                    <a:pt x="2254539" y="600808"/>
                  </a:lnTo>
                  <a:lnTo>
                    <a:pt x="2254180" y="601205"/>
                  </a:lnTo>
                  <a:lnTo>
                    <a:pt x="2254049" y="601323"/>
                  </a:lnTo>
                  <a:lnTo>
                    <a:pt x="2253905" y="601428"/>
                  </a:lnTo>
                  <a:lnTo>
                    <a:pt x="2253775" y="601493"/>
                  </a:lnTo>
                  <a:lnTo>
                    <a:pt x="2253627" y="601539"/>
                  </a:lnTo>
                  <a:lnTo>
                    <a:pt x="2253218" y="601643"/>
                  </a:lnTo>
                  <a:lnTo>
                    <a:pt x="2253134" y="601657"/>
                  </a:lnTo>
                  <a:lnTo>
                    <a:pt x="2252817" y="601710"/>
                  </a:lnTo>
                  <a:lnTo>
                    <a:pt x="2252725" y="601718"/>
                  </a:lnTo>
                  <a:lnTo>
                    <a:pt x="2252692" y="601725"/>
                  </a:lnTo>
                  <a:lnTo>
                    <a:pt x="2252684" y="601727"/>
                  </a:lnTo>
                  <a:lnTo>
                    <a:pt x="2252475" y="601796"/>
                  </a:lnTo>
                  <a:lnTo>
                    <a:pt x="2252416" y="601818"/>
                  </a:lnTo>
                  <a:lnTo>
                    <a:pt x="2252398" y="601825"/>
                  </a:lnTo>
                  <a:lnTo>
                    <a:pt x="2252375" y="601834"/>
                  </a:lnTo>
                  <a:lnTo>
                    <a:pt x="2252354" y="601844"/>
                  </a:lnTo>
                  <a:lnTo>
                    <a:pt x="2252304" y="601869"/>
                  </a:lnTo>
                  <a:lnTo>
                    <a:pt x="2252200" y="601929"/>
                  </a:lnTo>
                  <a:lnTo>
                    <a:pt x="2252064" y="602020"/>
                  </a:lnTo>
                  <a:lnTo>
                    <a:pt x="2251833" y="602539"/>
                  </a:lnTo>
                  <a:lnTo>
                    <a:pt x="2251832" y="602545"/>
                  </a:lnTo>
                  <a:lnTo>
                    <a:pt x="2251813" y="602590"/>
                  </a:lnTo>
                  <a:lnTo>
                    <a:pt x="2251793" y="602633"/>
                  </a:lnTo>
                  <a:lnTo>
                    <a:pt x="2251776" y="602666"/>
                  </a:lnTo>
                  <a:lnTo>
                    <a:pt x="2251749" y="602713"/>
                  </a:lnTo>
                  <a:lnTo>
                    <a:pt x="2251743" y="602719"/>
                  </a:lnTo>
                  <a:lnTo>
                    <a:pt x="2251688" y="602770"/>
                  </a:lnTo>
                  <a:lnTo>
                    <a:pt x="2251603" y="602828"/>
                  </a:lnTo>
                  <a:lnTo>
                    <a:pt x="2251392" y="602933"/>
                  </a:lnTo>
                  <a:lnTo>
                    <a:pt x="2251378" y="602938"/>
                  </a:lnTo>
                  <a:lnTo>
                    <a:pt x="2251258" y="602945"/>
                  </a:lnTo>
                  <a:lnTo>
                    <a:pt x="2251189" y="602950"/>
                  </a:lnTo>
                  <a:lnTo>
                    <a:pt x="2250996" y="602990"/>
                  </a:lnTo>
                  <a:lnTo>
                    <a:pt x="2250868" y="603025"/>
                  </a:lnTo>
                  <a:lnTo>
                    <a:pt x="2250850" y="603030"/>
                  </a:lnTo>
                  <a:lnTo>
                    <a:pt x="2250793" y="603047"/>
                  </a:lnTo>
                  <a:lnTo>
                    <a:pt x="2250395" y="603259"/>
                  </a:lnTo>
                  <a:lnTo>
                    <a:pt x="2250160" y="603382"/>
                  </a:lnTo>
                  <a:lnTo>
                    <a:pt x="2250136" y="603412"/>
                  </a:lnTo>
                  <a:lnTo>
                    <a:pt x="2250136" y="603430"/>
                  </a:lnTo>
                  <a:lnTo>
                    <a:pt x="2250067" y="603575"/>
                  </a:lnTo>
                  <a:lnTo>
                    <a:pt x="2250070" y="603604"/>
                  </a:lnTo>
                  <a:lnTo>
                    <a:pt x="2250064" y="603628"/>
                  </a:lnTo>
                  <a:lnTo>
                    <a:pt x="2249895" y="603869"/>
                  </a:lnTo>
                  <a:lnTo>
                    <a:pt x="2249862" y="603914"/>
                  </a:lnTo>
                  <a:lnTo>
                    <a:pt x="2249809" y="603977"/>
                  </a:lnTo>
                  <a:lnTo>
                    <a:pt x="2249734" y="604056"/>
                  </a:lnTo>
                  <a:lnTo>
                    <a:pt x="2249518" y="604272"/>
                  </a:lnTo>
                  <a:lnTo>
                    <a:pt x="2249493" y="604293"/>
                  </a:lnTo>
                  <a:lnTo>
                    <a:pt x="2249157" y="604518"/>
                  </a:lnTo>
                  <a:lnTo>
                    <a:pt x="2248771" y="604680"/>
                  </a:lnTo>
                  <a:lnTo>
                    <a:pt x="2248700" y="604700"/>
                  </a:lnTo>
                  <a:lnTo>
                    <a:pt x="2248381" y="604745"/>
                  </a:lnTo>
                  <a:lnTo>
                    <a:pt x="2248358" y="604743"/>
                  </a:lnTo>
                  <a:lnTo>
                    <a:pt x="2248284" y="604737"/>
                  </a:lnTo>
                  <a:lnTo>
                    <a:pt x="2248224" y="604755"/>
                  </a:lnTo>
                  <a:lnTo>
                    <a:pt x="2248185" y="604760"/>
                  </a:lnTo>
                  <a:lnTo>
                    <a:pt x="2247979" y="604752"/>
                  </a:lnTo>
                  <a:lnTo>
                    <a:pt x="2247911" y="604745"/>
                  </a:lnTo>
                  <a:lnTo>
                    <a:pt x="2247882" y="604743"/>
                  </a:lnTo>
                  <a:lnTo>
                    <a:pt x="2247784" y="604726"/>
                  </a:lnTo>
                  <a:lnTo>
                    <a:pt x="2247645" y="604700"/>
                  </a:lnTo>
                  <a:lnTo>
                    <a:pt x="2247527" y="604650"/>
                  </a:lnTo>
                  <a:lnTo>
                    <a:pt x="2247461" y="604616"/>
                  </a:lnTo>
                  <a:lnTo>
                    <a:pt x="2247378" y="604602"/>
                  </a:lnTo>
                  <a:lnTo>
                    <a:pt x="2247338" y="604603"/>
                  </a:lnTo>
                  <a:lnTo>
                    <a:pt x="2247272" y="604623"/>
                  </a:lnTo>
                  <a:lnTo>
                    <a:pt x="2247213" y="604645"/>
                  </a:lnTo>
                  <a:lnTo>
                    <a:pt x="2247159" y="604678"/>
                  </a:lnTo>
                  <a:lnTo>
                    <a:pt x="2247119" y="604727"/>
                  </a:lnTo>
                  <a:lnTo>
                    <a:pt x="2247089" y="604775"/>
                  </a:lnTo>
                  <a:lnTo>
                    <a:pt x="2246889" y="605114"/>
                  </a:lnTo>
                  <a:lnTo>
                    <a:pt x="2246804" y="605280"/>
                  </a:lnTo>
                  <a:lnTo>
                    <a:pt x="2246791" y="605315"/>
                  </a:lnTo>
                  <a:lnTo>
                    <a:pt x="2246778" y="605357"/>
                  </a:lnTo>
                  <a:lnTo>
                    <a:pt x="2246772" y="605400"/>
                  </a:lnTo>
                  <a:lnTo>
                    <a:pt x="2246768" y="605474"/>
                  </a:lnTo>
                  <a:lnTo>
                    <a:pt x="2246782" y="605517"/>
                  </a:lnTo>
                  <a:lnTo>
                    <a:pt x="2246822" y="605559"/>
                  </a:lnTo>
                  <a:lnTo>
                    <a:pt x="2246901" y="605626"/>
                  </a:lnTo>
                  <a:lnTo>
                    <a:pt x="2247065" y="605737"/>
                  </a:lnTo>
                  <a:lnTo>
                    <a:pt x="2247386" y="605933"/>
                  </a:lnTo>
                  <a:lnTo>
                    <a:pt x="2247495" y="605994"/>
                  </a:lnTo>
                  <a:lnTo>
                    <a:pt x="2247518" y="606002"/>
                  </a:lnTo>
                  <a:lnTo>
                    <a:pt x="2247602" y="606033"/>
                  </a:lnTo>
                  <a:lnTo>
                    <a:pt x="2247652" y="606069"/>
                  </a:lnTo>
                  <a:lnTo>
                    <a:pt x="2247682" y="606113"/>
                  </a:lnTo>
                  <a:lnTo>
                    <a:pt x="2247702" y="606148"/>
                  </a:lnTo>
                  <a:lnTo>
                    <a:pt x="2247711" y="606178"/>
                  </a:lnTo>
                  <a:lnTo>
                    <a:pt x="2247712" y="606217"/>
                  </a:lnTo>
                  <a:lnTo>
                    <a:pt x="2247699" y="606302"/>
                  </a:lnTo>
                  <a:lnTo>
                    <a:pt x="2247626" y="606587"/>
                  </a:lnTo>
                  <a:lnTo>
                    <a:pt x="2247422" y="607071"/>
                  </a:lnTo>
                  <a:lnTo>
                    <a:pt x="2247298" y="607307"/>
                  </a:lnTo>
                  <a:lnTo>
                    <a:pt x="2247265" y="607351"/>
                  </a:lnTo>
                  <a:lnTo>
                    <a:pt x="2247191" y="607409"/>
                  </a:lnTo>
                  <a:lnTo>
                    <a:pt x="2247125" y="607425"/>
                  </a:lnTo>
                  <a:lnTo>
                    <a:pt x="2247063" y="607431"/>
                  </a:lnTo>
                  <a:lnTo>
                    <a:pt x="2246982" y="607425"/>
                  </a:lnTo>
                  <a:lnTo>
                    <a:pt x="2246859" y="607400"/>
                  </a:lnTo>
                  <a:lnTo>
                    <a:pt x="2246773" y="607345"/>
                  </a:lnTo>
                  <a:lnTo>
                    <a:pt x="2246729" y="607295"/>
                  </a:lnTo>
                  <a:lnTo>
                    <a:pt x="2246681" y="607247"/>
                  </a:lnTo>
                  <a:lnTo>
                    <a:pt x="2246610" y="607203"/>
                  </a:lnTo>
                  <a:lnTo>
                    <a:pt x="2246513" y="607187"/>
                  </a:lnTo>
                  <a:lnTo>
                    <a:pt x="2246468" y="607181"/>
                  </a:lnTo>
                  <a:lnTo>
                    <a:pt x="2246419" y="607188"/>
                  </a:lnTo>
                  <a:lnTo>
                    <a:pt x="2246360" y="607213"/>
                  </a:lnTo>
                  <a:lnTo>
                    <a:pt x="2246283" y="607272"/>
                  </a:lnTo>
                  <a:lnTo>
                    <a:pt x="2246215" y="607367"/>
                  </a:lnTo>
                  <a:lnTo>
                    <a:pt x="2246170" y="607481"/>
                  </a:lnTo>
                  <a:lnTo>
                    <a:pt x="2246170" y="607606"/>
                  </a:lnTo>
                  <a:lnTo>
                    <a:pt x="2246176" y="607715"/>
                  </a:lnTo>
                  <a:lnTo>
                    <a:pt x="2246244" y="607873"/>
                  </a:lnTo>
                  <a:lnTo>
                    <a:pt x="2246372" y="608136"/>
                  </a:lnTo>
                  <a:lnTo>
                    <a:pt x="2246491" y="608254"/>
                  </a:lnTo>
                  <a:lnTo>
                    <a:pt x="2246536" y="608317"/>
                  </a:lnTo>
                  <a:lnTo>
                    <a:pt x="2246575" y="608379"/>
                  </a:lnTo>
                  <a:lnTo>
                    <a:pt x="2246586" y="608481"/>
                  </a:lnTo>
                  <a:lnTo>
                    <a:pt x="2246580" y="608538"/>
                  </a:lnTo>
                  <a:lnTo>
                    <a:pt x="2246574" y="608609"/>
                  </a:lnTo>
                  <a:lnTo>
                    <a:pt x="2246551" y="608702"/>
                  </a:lnTo>
                  <a:lnTo>
                    <a:pt x="2246529" y="608754"/>
                  </a:lnTo>
                  <a:lnTo>
                    <a:pt x="2246524" y="608762"/>
                  </a:lnTo>
                  <a:lnTo>
                    <a:pt x="2246499" y="608798"/>
                  </a:lnTo>
                  <a:lnTo>
                    <a:pt x="2246454" y="608867"/>
                  </a:lnTo>
                  <a:lnTo>
                    <a:pt x="2246330" y="608899"/>
                  </a:lnTo>
                  <a:lnTo>
                    <a:pt x="2246123" y="608902"/>
                  </a:lnTo>
                  <a:lnTo>
                    <a:pt x="2245831" y="608842"/>
                  </a:lnTo>
                  <a:lnTo>
                    <a:pt x="2245611" y="608839"/>
                  </a:lnTo>
                  <a:lnTo>
                    <a:pt x="2245127" y="608985"/>
                  </a:lnTo>
                  <a:lnTo>
                    <a:pt x="2244913" y="609110"/>
                  </a:lnTo>
                  <a:lnTo>
                    <a:pt x="2244862" y="609166"/>
                  </a:lnTo>
                  <a:lnTo>
                    <a:pt x="2244827" y="609232"/>
                  </a:lnTo>
                  <a:lnTo>
                    <a:pt x="2244810" y="609292"/>
                  </a:lnTo>
                  <a:lnTo>
                    <a:pt x="2244813" y="609362"/>
                  </a:lnTo>
                  <a:lnTo>
                    <a:pt x="2244831" y="609423"/>
                  </a:lnTo>
                  <a:lnTo>
                    <a:pt x="2244926" y="609513"/>
                  </a:lnTo>
                  <a:lnTo>
                    <a:pt x="2245069" y="609576"/>
                  </a:lnTo>
                  <a:lnTo>
                    <a:pt x="2245172" y="609652"/>
                  </a:lnTo>
                  <a:lnTo>
                    <a:pt x="2245236" y="609711"/>
                  </a:lnTo>
                  <a:lnTo>
                    <a:pt x="2245391" y="609861"/>
                  </a:lnTo>
                  <a:lnTo>
                    <a:pt x="2245410" y="609928"/>
                  </a:lnTo>
                  <a:lnTo>
                    <a:pt x="2245416" y="610009"/>
                  </a:lnTo>
                  <a:lnTo>
                    <a:pt x="2245395" y="610123"/>
                  </a:lnTo>
                  <a:lnTo>
                    <a:pt x="2245358" y="610222"/>
                  </a:lnTo>
                  <a:lnTo>
                    <a:pt x="2245246" y="610325"/>
                  </a:lnTo>
                  <a:lnTo>
                    <a:pt x="2245076" y="610460"/>
                  </a:lnTo>
                  <a:lnTo>
                    <a:pt x="2244733" y="610570"/>
                  </a:lnTo>
                  <a:lnTo>
                    <a:pt x="2244590" y="610632"/>
                  </a:lnTo>
                  <a:lnTo>
                    <a:pt x="2244460" y="610690"/>
                  </a:lnTo>
                  <a:lnTo>
                    <a:pt x="2244324" y="610764"/>
                  </a:lnTo>
                  <a:lnTo>
                    <a:pt x="2244255" y="610852"/>
                  </a:lnTo>
                  <a:lnTo>
                    <a:pt x="2244219" y="610975"/>
                  </a:lnTo>
                  <a:lnTo>
                    <a:pt x="2244263" y="611122"/>
                  </a:lnTo>
                  <a:lnTo>
                    <a:pt x="2244299" y="611238"/>
                  </a:lnTo>
                  <a:lnTo>
                    <a:pt x="2244322" y="611319"/>
                  </a:lnTo>
                  <a:lnTo>
                    <a:pt x="2244332" y="611356"/>
                  </a:lnTo>
                  <a:lnTo>
                    <a:pt x="2244328" y="611422"/>
                  </a:lnTo>
                  <a:lnTo>
                    <a:pt x="2244318" y="611457"/>
                  </a:lnTo>
                  <a:lnTo>
                    <a:pt x="2244292" y="611500"/>
                  </a:lnTo>
                  <a:lnTo>
                    <a:pt x="2244249" y="611548"/>
                  </a:lnTo>
                  <a:lnTo>
                    <a:pt x="2244194" y="611578"/>
                  </a:lnTo>
                  <a:lnTo>
                    <a:pt x="2244060" y="611642"/>
                  </a:lnTo>
                  <a:lnTo>
                    <a:pt x="2243969" y="611683"/>
                  </a:lnTo>
                  <a:lnTo>
                    <a:pt x="2243875" y="611726"/>
                  </a:lnTo>
                  <a:lnTo>
                    <a:pt x="2243758" y="611778"/>
                  </a:lnTo>
                  <a:lnTo>
                    <a:pt x="2243664" y="611853"/>
                  </a:lnTo>
                  <a:lnTo>
                    <a:pt x="2243623" y="611936"/>
                  </a:lnTo>
                  <a:lnTo>
                    <a:pt x="2243598" y="612031"/>
                  </a:lnTo>
                  <a:lnTo>
                    <a:pt x="2243602" y="612120"/>
                  </a:lnTo>
                  <a:lnTo>
                    <a:pt x="2243603" y="612131"/>
                  </a:lnTo>
                  <a:lnTo>
                    <a:pt x="2243611" y="612263"/>
                  </a:lnTo>
                  <a:lnTo>
                    <a:pt x="2243627" y="612365"/>
                  </a:lnTo>
                  <a:lnTo>
                    <a:pt x="2243631" y="612452"/>
                  </a:lnTo>
                  <a:lnTo>
                    <a:pt x="2243589" y="612515"/>
                  </a:lnTo>
                  <a:lnTo>
                    <a:pt x="2243541" y="612557"/>
                  </a:lnTo>
                  <a:lnTo>
                    <a:pt x="2243362" y="612576"/>
                  </a:lnTo>
                  <a:lnTo>
                    <a:pt x="2243255" y="612557"/>
                  </a:lnTo>
                  <a:lnTo>
                    <a:pt x="2243108" y="612483"/>
                  </a:lnTo>
                  <a:lnTo>
                    <a:pt x="2242833" y="612356"/>
                  </a:lnTo>
                  <a:lnTo>
                    <a:pt x="2242699" y="612301"/>
                  </a:lnTo>
                  <a:lnTo>
                    <a:pt x="2242597" y="612266"/>
                  </a:lnTo>
                  <a:lnTo>
                    <a:pt x="2242499" y="612241"/>
                  </a:lnTo>
                  <a:lnTo>
                    <a:pt x="2242395" y="612247"/>
                  </a:lnTo>
                  <a:lnTo>
                    <a:pt x="2242187" y="612274"/>
                  </a:lnTo>
                  <a:lnTo>
                    <a:pt x="2242127" y="612292"/>
                  </a:lnTo>
                  <a:lnTo>
                    <a:pt x="2242081" y="612321"/>
                  </a:lnTo>
                  <a:lnTo>
                    <a:pt x="2241819" y="612473"/>
                  </a:lnTo>
                  <a:lnTo>
                    <a:pt x="2241709" y="612515"/>
                  </a:lnTo>
                  <a:lnTo>
                    <a:pt x="2241529" y="612610"/>
                  </a:lnTo>
                  <a:lnTo>
                    <a:pt x="2241409" y="612690"/>
                  </a:lnTo>
                  <a:lnTo>
                    <a:pt x="2241272" y="612809"/>
                  </a:lnTo>
                  <a:lnTo>
                    <a:pt x="2241188" y="612887"/>
                  </a:lnTo>
                  <a:lnTo>
                    <a:pt x="2241107" y="612970"/>
                  </a:lnTo>
                  <a:lnTo>
                    <a:pt x="2241025" y="613073"/>
                  </a:lnTo>
                  <a:lnTo>
                    <a:pt x="2241007" y="613126"/>
                  </a:lnTo>
                  <a:lnTo>
                    <a:pt x="2241003" y="613191"/>
                  </a:lnTo>
                  <a:lnTo>
                    <a:pt x="2241019" y="613286"/>
                  </a:lnTo>
                  <a:lnTo>
                    <a:pt x="2241046" y="613338"/>
                  </a:lnTo>
                  <a:lnTo>
                    <a:pt x="2241115" y="613384"/>
                  </a:lnTo>
                  <a:lnTo>
                    <a:pt x="2241233" y="613412"/>
                  </a:lnTo>
                  <a:lnTo>
                    <a:pt x="2241318" y="613413"/>
                  </a:lnTo>
                  <a:lnTo>
                    <a:pt x="2241455" y="613363"/>
                  </a:lnTo>
                  <a:lnTo>
                    <a:pt x="2241610" y="613272"/>
                  </a:lnTo>
                  <a:lnTo>
                    <a:pt x="2241756" y="613180"/>
                  </a:lnTo>
                  <a:lnTo>
                    <a:pt x="2241831" y="613113"/>
                  </a:lnTo>
                  <a:lnTo>
                    <a:pt x="2241882" y="613077"/>
                  </a:lnTo>
                  <a:lnTo>
                    <a:pt x="2241941" y="613068"/>
                  </a:lnTo>
                  <a:lnTo>
                    <a:pt x="2242026" y="613057"/>
                  </a:lnTo>
                  <a:lnTo>
                    <a:pt x="2242083" y="613055"/>
                  </a:lnTo>
                  <a:lnTo>
                    <a:pt x="2242108" y="613057"/>
                  </a:lnTo>
                  <a:lnTo>
                    <a:pt x="2242127" y="613058"/>
                  </a:lnTo>
                  <a:lnTo>
                    <a:pt x="2242328" y="613104"/>
                  </a:lnTo>
                  <a:lnTo>
                    <a:pt x="2242545" y="613169"/>
                  </a:lnTo>
                  <a:lnTo>
                    <a:pt x="2242707" y="613252"/>
                  </a:lnTo>
                  <a:lnTo>
                    <a:pt x="2242770" y="613344"/>
                  </a:lnTo>
                  <a:lnTo>
                    <a:pt x="2242855" y="613494"/>
                  </a:lnTo>
                  <a:lnTo>
                    <a:pt x="2242875" y="613597"/>
                  </a:lnTo>
                  <a:lnTo>
                    <a:pt x="2242878" y="613688"/>
                  </a:lnTo>
                  <a:lnTo>
                    <a:pt x="2243031" y="613842"/>
                  </a:lnTo>
                  <a:lnTo>
                    <a:pt x="2243064" y="613889"/>
                  </a:lnTo>
                  <a:lnTo>
                    <a:pt x="2243063" y="613915"/>
                  </a:lnTo>
                  <a:lnTo>
                    <a:pt x="2243006" y="613955"/>
                  </a:lnTo>
                  <a:lnTo>
                    <a:pt x="2242667" y="614121"/>
                  </a:lnTo>
                  <a:lnTo>
                    <a:pt x="2242528" y="614182"/>
                  </a:lnTo>
                  <a:lnTo>
                    <a:pt x="2242500" y="614189"/>
                  </a:lnTo>
                  <a:lnTo>
                    <a:pt x="2242414" y="614194"/>
                  </a:lnTo>
                  <a:lnTo>
                    <a:pt x="2242329" y="614231"/>
                  </a:lnTo>
                  <a:lnTo>
                    <a:pt x="2242289" y="614257"/>
                  </a:lnTo>
                  <a:lnTo>
                    <a:pt x="2242241" y="614268"/>
                  </a:lnTo>
                  <a:lnTo>
                    <a:pt x="2242199" y="614271"/>
                  </a:lnTo>
                  <a:lnTo>
                    <a:pt x="2242127" y="614263"/>
                  </a:lnTo>
                  <a:lnTo>
                    <a:pt x="2242121" y="614265"/>
                  </a:lnTo>
                  <a:lnTo>
                    <a:pt x="2242115" y="614267"/>
                  </a:lnTo>
                  <a:lnTo>
                    <a:pt x="2242106" y="614276"/>
                  </a:lnTo>
                  <a:lnTo>
                    <a:pt x="2242103" y="614280"/>
                  </a:lnTo>
                  <a:lnTo>
                    <a:pt x="2242096" y="614286"/>
                  </a:lnTo>
                  <a:lnTo>
                    <a:pt x="2242090" y="614291"/>
                  </a:lnTo>
                  <a:lnTo>
                    <a:pt x="2242084" y="614294"/>
                  </a:lnTo>
                  <a:lnTo>
                    <a:pt x="2242066" y="614299"/>
                  </a:lnTo>
                  <a:lnTo>
                    <a:pt x="2242058" y="614301"/>
                  </a:lnTo>
                  <a:lnTo>
                    <a:pt x="2242050" y="614303"/>
                  </a:lnTo>
                  <a:lnTo>
                    <a:pt x="2242039" y="614304"/>
                  </a:lnTo>
                  <a:lnTo>
                    <a:pt x="2242029" y="614306"/>
                  </a:lnTo>
                  <a:lnTo>
                    <a:pt x="2242021" y="614308"/>
                  </a:lnTo>
                  <a:lnTo>
                    <a:pt x="2242015" y="614310"/>
                  </a:lnTo>
                  <a:lnTo>
                    <a:pt x="2242006" y="614313"/>
                  </a:lnTo>
                  <a:lnTo>
                    <a:pt x="2242002" y="614315"/>
                  </a:lnTo>
                  <a:lnTo>
                    <a:pt x="2241996" y="614317"/>
                  </a:lnTo>
                  <a:lnTo>
                    <a:pt x="2241990" y="614320"/>
                  </a:lnTo>
                  <a:lnTo>
                    <a:pt x="2241984" y="614326"/>
                  </a:lnTo>
                  <a:lnTo>
                    <a:pt x="2241979" y="614329"/>
                  </a:lnTo>
                  <a:lnTo>
                    <a:pt x="2241974" y="614334"/>
                  </a:lnTo>
                  <a:lnTo>
                    <a:pt x="2241969" y="614340"/>
                  </a:lnTo>
                  <a:lnTo>
                    <a:pt x="2241966" y="614347"/>
                  </a:lnTo>
                  <a:lnTo>
                    <a:pt x="2241963" y="614351"/>
                  </a:lnTo>
                  <a:lnTo>
                    <a:pt x="2241957" y="614357"/>
                  </a:lnTo>
                  <a:lnTo>
                    <a:pt x="2241952" y="614360"/>
                  </a:lnTo>
                  <a:lnTo>
                    <a:pt x="2241947" y="614366"/>
                  </a:lnTo>
                  <a:lnTo>
                    <a:pt x="2241943" y="614369"/>
                  </a:lnTo>
                  <a:lnTo>
                    <a:pt x="2241930" y="614379"/>
                  </a:lnTo>
                  <a:lnTo>
                    <a:pt x="2241925" y="614384"/>
                  </a:lnTo>
                  <a:lnTo>
                    <a:pt x="2241920" y="614388"/>
                  </a:lnTo>
                  <a:lnTo>
                    <a:pt x="2241910" y="614396"/>
                  </a:lnTo>
                  <a:lnTo>
                    <a:pt x="2241904" y="614400"/>
                  </a:lnTo>
                  <a:lnTo>
                    <a:pt x="2241895" y="614403"/>
                  </a:lnTo>
                  <a:lnTo>
                    <a:pt x="2241890" y="614407"/>
                  </a:lnTo>
                  <a:lnTo>
                    <a:pt x="2241885" y="614410"/>
                  </a:lnTo>
                  <a:lnTo>
                    <a:pt x="2241878" y="614413"/>
                  </a:lnTo>
                  <a:lnTo>
                    <a:pt x="2241871" y="614413"/>
                  </a:lnTo>
                  <a:lnTo>
                    <a:pt x="2241866" y="614410"/>
                  </a:lnTo>
                  <a:lnTo>
                    <a:pt x="2241868" y="614404"/>
                  </a:lnTo>
                  <a:lnTo>
                    <a:pt x="2241872" y="614400"/>
                  </a:lnTo>
                  <a:lnTo>
                    <a:pt x="2241877" y="614397"/>
                  </a:lnTo>
                  <a:lnTo>
                    <a:pt x="2241883" y="614391"/>
                  </a:lnTo>
                  <a:lnTo>
                    <a:pt x="2241887" y="614386"/>
                  </a:lnTo>
                  <a:lnTo>
                    <a:pt x="2241896" y="614375"/>
                  </a:lnTo>
                  <a:lnTo>
                    <a:pt x="2241908" y="614359"/>
                  </a:lnTo>
                  <a:lnTo>
                    <a:pt x="2241923" y="614337"/>
                  </a:lnTo>
                  <a:lnTo>
                    <a:pt x="2241935" y="614320"/>
                  </a:lnTo>
                  <a:lnTo>
                    <a:pt x="2241943" y="614307"/>
                  </a:lnTo>
                  <a:lnTo>
                    <a:pt x="2241941" y="614300"/>
                  </a:lnTo>
                  <a:lnTo>
                    <a:pt x="2241933" y="614295"/>
                  </a:lnTo>
                  <a:lnTo>
                    <a:pt x="2241917" y="614296"/>
                  </a:lnTo>
                  <a:lnTo>
                    <a:pt x="2241902" y="614297"/>
                  </a:lnTo>
                  <a:lnTo>
                    <a:pt x="2241839" y="614287"/>
                  </a:lnTo>
                  <a:lnTo>
                    <a:pt x="2241742" y="614292"/>
                  </a:lnTo>
                  <a:lnTo>
                    <a:pt x="2241617" y="614288"/>
                  </a:lnTo>
                  <a:lnTo>
                    <a:pt x="2241605" y="614286"/>
                  </a:lnTo>
                  <a:lnTo>
                    <a:pt x="2241600" y="614285"/>
                  </a:lnTo>
                  <a:lnTo>
                    <a:pt x="2241594" y="614280"/>
                  </a:lnTo>
                  <a:lnTo>
                    <a:pt x="2241589" y="614274"/>
                  </a:lnTo>
                  <a:lnTo>
                    <a:pt x="2241583" y="614268"/>
                  </a:lnTo>
                  <a:lnTo>
                    <a:pt x="2241574" y="614263"/>
                  </a:lnTo>
                  <a:lnTo>
                    <a:pt x="2241561" y="614260"/>
                  </a:lnTo>
                  <a:lnTo>
                    <a:pt x="2241509" y="614240"/>
                  </a:lnTo>
                  <a:lnTo>
                    <a:pt x="2241503" y="614236"/>
                  </a:lnTo>
                  <a:lnTo>
                    <a:pt x="2241500" y="614219"/>
                  </a:lnTo>
                  <a:lnTo>
                    <a:pt x="2241445" y="614173"/>
                  </a:lnTo>
                  <a:lnTo>
                    <a:pt x="2241442" y="614169"/>
                  </a:lnTo>
                  <a:lnTo>
                    <a:pt x="2241435" y="614160"/>
                  </a:lnTo>
                  <a:lnTo>
                    <a:pt x="2241409" y="614126"/>
                  </a:lnTo>
                  <a:lnTo>
                    <a:pt x="2241377" y="614077"/>
                  </a:lnTo>
                  <a:lnTo>
                    <a:pt x="2241331" y="614047"/>
                  </a:lnTo>
                  <a:lnTo>
                    <a:pt x="2241287" y="614026"/>
                  </a:lnTo>
                  <a:lnTo>
                    <a:pt x="2241276" y="614017"/>
                  </a:lnTo>
                  <a:lnTo>
                    <a:pt x="2241260" y="614005"/>
                  </a:lnTo>
                  <a:lnTo>
                    <a:pt x="2241239" y="613984"/>
                  </a:lnTo>
                  <a:lnTo>
                    <a:pt x="2241214" y="613957"/>
                  </a:lnTo>
                  <a:lnTo>
                    <a:pt x="2241211" y="613954"/>
                  </a:lnTo>
                  <a:lnTo>
                    <a:pt x="2241205" y="613951"/>
                  </a:lnTo>
                  <a:lnTo>
                    <a:pt x="2241195" y="613949"/>
                  </a:lnTo>
                  <a:lnTo>
                    <a:pt x="2241188" y="613948"/>
                  </a:lnTo>
                  <a:lnTo>
                    <a:pt x="2241182" y="613947"/>
                  </a:lnTo>
                  <a:lnTo>
                    <a:pt x="2241173" y="613947"/>
                  </a:lnTo>
                  <a:lnTo>
                    <a:pt x="2241167" y="613944"/>
                  </a:lnTo>
                  <a:lnTo>
                    <a:pt x="2241167" y="613938"/>
                  </a:lnTo>
                  <a:lnTo>
                    <a:pt x="2241169" y="613933"/>
                  </a:lnTo>
                  <a:lnTo>
                    <a:pt x="2241170" y="613926"/>
                  </a:lnTo>
                  <a:lnTo>
                    <a:pt x="2241167" y="613921"/>
                  </a:lnTo>
                  <a:lnTo>
                    <a:pt x="2241154" y="613904"/>
                  </a:lnTo>
                  <a:lnTo>
                    <a:pt x="2241147" y="613896"/>
                  </a:lnTo>
                  <a:lnTo>
                    <a:pt x="2241141" y="613890"/>
                  </a:lnTo>
                  <a:lnTo>
                    <a:pt x="2241136" y="613885"/>
                  </a:lnTo>
                  <a:lnTo>
                    <a:pt x="2241131" y="613882"/>
                  </a:lnTo>
                  <a:lnTo>
                    <a:pt x="2241124" y="613880"/>
                  </a:lnTo>
                  <a:lnTo>
                    <a:pt x="2241118" y="613878"/>
                  </a:lnTo>
                  <a:lnTo>
                    <a:pt x="2241112" y="613876"/>
                  </a:lnTo>
                  <a:lnTo>
                    <a:pt x="2241105" y="613875"/>
                  </a:lnTo>
                  <a:lnTo>
                    <a:pt x="2241095" y="613868"/>
                  </a:lnTo>
                  <a:lnTo>
                    <a:pt x="2241088" y="613862"/>
                  </a:lnTo>
                  <a:lnTo>
                    <a:pt x="2241082" y="613859"/>
                  </a:lnTo>
                  <a:lnTo>
                    <a:pt x="2241076" y="613856"/>
                  </a:lnTo>
                  <a:lnTo>
                    <a:pt x="2241069" y="613853"/>
                  </a:lnTo>
                  <a:lnTo>
                    <a:pt x="2241062" y="613850"/>
                  </a:lnTo>
                  <a:lnTo>
                    <a:pt x="2241044" y="613846"/>
                  </a:lnTo>
                  <a:lnTo>
                    <a:pt x="2241026" y="613842"/>
                  </a:lnTo>
                  <a:lnTo>
                    <a:pt x="2241020" y="613842"/>
                  </a:lnTo>
                  <a:lnTo>
                    <a:pt x="2240988" y="613864"/>
                  </a:lnTo>
                  <a:lnTo>
                    <a:pt x="2240967" y="613859"/>
                  </a:lnTo>
                  <a:lnTo>
                    <a:pt x="2240964" y="613844"/>
                  </a:lnTo>
                  <a:lnTo>
                    <a:pt x="2240964" y="613837"/>
                  </a:lnTo>
                  <a:lnTo>
                    <a:pt x="2240965" y="613831"/>
                  </a:lnTo>
                  <a:lnTo>
                    <a:pt x="2240984" y="613759"/>
                  </a:lnTo>
                  <a:lnTo>
                    <a:pt x="2240971" y="613757"/>
                  </a:lnTo>
                  <a:lnTo>
                    <a:pt x="2240956" y="613754"/>
                  </a:lnTo>
                  <a:lnTo>
                    <a:pt x="2240941" y="613813"/>
                  </a:lnTo>
                  <a:lnTo>
                    <a:pt x="2240911" y="613806"/>
                  </a:lnTo>
                  <a:lnTo>
                    <a:pt x="2240874" y="613794"/>
                  </a:lnTo>
                  <a:lnTo>
                    <a:pt x="2240849" y="613784"/>
                  </a:lnTo>
                  <a:lnTo>
                    <a:pt x="2240833" y="613777"/>
                  </a:lnTo>
                  <a:lnTo>
                    <a:pt x="2240828" y="613776"/>
                  </a:lnTo>
                  <a:lnTo>
                    <a:pt x="2240802" y="613780"/>
                  </a:lnTo>
                  <a:lnTo>
                    <a:pt x="2240750" y="613796"/>
                  </a:lnTo>
                  <a:lnTo>
                    <a:pt x="2240686" y="613866"/>
                  </a:lnTo>
                  <a:lnTo>
                    <a:pt x="2240673" y="613881"/>
                  </a:lnTo>
                  <a:lnTo>
                    <a:pt x="2240671" y="613888"/>
                  </a:lnTo>
                  <a:lnTo>
                    <a:pt x="2240664" y="613916"/>
                  </a:lnTo>
                  <a:lnTo>
                    <a:pt x="2240660" y="613936"/>
                  </a:lnTo>
                  <a:lnTo>
                    <a:pt x="2240644" y="613999"/>
                  </a:lnTo>
                  <a:lnTo>
                    <a:pt x="2240642" y="614009"/>
                  </a:lnTo>
                  <a:lnTo>
                    <a:pt x="2240633" y="614034"/>
                  </a:lnTo>
                  <a:lnTo>
                    <a:pt x="2240625" y="614057"/>
                  </a:lnTo>
                  <a:lnTo>
                    <a:pt x="2240599" y="614134"/>
                  </a:lnTo>
                  <a:lnTo>
                    <a:pt x="2240588" y="614166"/>
                  </a:lnTo>
                  <a:lnTo>
                    <a:pt x="2240583" y="614170"/>
                  </a:lnTo>
                  <a:lnTo>
                    <a:pt x="2240575" y="614177"/>
                  </a:lnTo>
                  <a:lnTo>
                    <a:pt x="2240571" y="614181"/>
                  </a:lnTo>
                  <a:lnTo>
                    <a:pt x="2240567" y="614184"/>
                  </a:lnTo>
                  <a:lnTo>
                    <a:pt x="2240564" y="614191"/>
                  </a:lnTo>
                  <a:lnTo>
                    <a:pt x="2240563" y="614196"/>
                  </a:lnTo>
                  <a:lnTo>
                    <a:pt x="2240563" y="614213"/>
                  </a:lnTo>
                  <a:lnTo>
                    <a:pt x="2240562" y="614219"/>
                  </a:lnTo>
                  <a:lnTo>
                    <a:pt x="2240558" y="614230"/>
                  </a:lnTo>
                  <a:lnTo>
                    <a:pt x="2240558" y="614235"/>
                  </a:lnTo>
                  <a:lnTo>
                    <a:pt x="2240565" y="614262"/>
                  </a:lnTo>
                  <a:lnTo>
                    <a:pt x="2240567" y="614269"/>
                  </a:lnTo>
                  <a:lnTo>
                    <a:pt x="2240571" y="614275"/>
                  </a:lnTo>
                  <a:lnTo>
                    <a:pt x="2240575" y="614280"/>
                  </a:lnTo>
                  <a:lnTo>
                    <a:pt x="2240578" y="614286"/>
                  </a:lnTo>
                  <a:lnTo>
                    <a:pt x="2240582" y="614293"/>
                  </a:lnTo>
                  <a:lnTo>
                    <a:pt x="2240605" y="614302"/>
                  </a:lnTo>
                  <a:lnTo>
                    <a:pt x="2240616" y="614311"/>
                  </a:lnTo>
                  <a:lnTo>
                    <a:pt x="2240625" y="614327"/>
                  </a:lnTo>
                  <a:lnTo>
                    <a:pt x="2240628" y="614352"/>
                  </a:lnTo>
                  <a:lnTo>
                    <a:pt x="2240629" y="614358"/>
                  </a:lnTo>
                  <a:lnTo>
                    <a:pt x="2240641" y="614383"/>
                  </a:lnTo>
                  <a:lnTo>
                    <a:pt x="2240644" y="614389"/>
                  </a:lnTo>
                  <a:lnTo>
                    <a:pt x="2240646" y="614395"/>
                  </a:lnTo>
                  <a:lnTo>
                    <a:pt x="2240648" y="614403"/>
                  </a:lnTo>
                  <a:lnTo>
                    <a:pt x="2240651" y="614415"/>
                  </a:lnTo>
                  <a:lnTo>
                    <a:pt x="2240652" y="614421"/>
                  </a:lnTo>
                  <a:lnTo>
                    <a:pt x="2240653" y="614427"/>
                  </a:lnTo>
                  <a:lnTo>
                    <a:pt x="2240652" y="614435"/>
                  </a:lnTo>
                  <a:lnTo>
                    <a:pt x="2240650" y="614445"/>
                  </a:lnTo>
                  <a:lnTo>
                    <a:pt x="2240647" y="614454"/>
                  </a:lnTo>
                  <a:lnTo>
                    <a:pt x="2240640" y="614474"/>
                  </a:lnTo>
                  <a:lnTo>
                    <a:pt x="2240637" y="614480"/>
                  </a:lnTo>
                  <a:lnTo>
                    <a:pt x="2240633" y="614486"/>
                  </a:lnTo>
                  <a:lnTo>
                    <a:pt x="2240627" y="614492"/>
                  </a:lnTo>
                  <a:lnTo>
                    <a:pt x="2240619" y="614498"/>
                  </a:lnTo>
                  <a:lnTo>
                    <a:pt x="2240615" y="614503"/>
                  </a:lnTo>
                  <a:lnTo>
                    <a:pt x="2240614" y="614508"/>
                  </a:lnTo>
                  <a:lnTo>
                    <a:pt x="2240614" y="614518"/>
                  </a:lnTo>
                  <a:lnTo>
                    <a:pt x="2240612" y="614526"/>
                  </a:lnTo>
                  <a:lnTo>
                    <a:pt x="2240610" y="614532"/>
                  </a:lnTo>
                  <a:lnTo>
                    <a:pt x="2240607" y="614538"/>
                  </a:lnTo>
                  <a:lnTo>
                    <a:pt x="2240603" y="614546"/>
                  </a:lnTo>
                  <a:lnTo>
                    <a:pt x="2240596" y="614562"/>
                  </a:lnTo>
                  <a:lnTo>
                    <a:pt x="2240593" y="614568"/>
                  </a:lnTo>
                  <a:lnTo>
                    <a:pt x="2240571" y="614588"/>
                  </a:lnTo>
                  <a:lnTo>
                    <a:pt x="2240561" y="614596"/>
                  </a:lnTo>
                  <a:lnTo>
                    <a:pt x="2240498" y="614646"/>
                  </a:lnTo>
                  <a:lnTo>
                    <a:pt x="2240434" y="614699"/>
                  </a:lnTo>
                  <a:lnTo>
                    <a:pt x="2240422" y="614706"/>
                  </a:lnTo>
                  <a:lnTo>
                    <a:pt x="2240387" y="614729"/>
                  </a:lnTo>
                  <a:lnTo>
                    <a:pt x="2240383" y="614732"/>
                  </a:lnTo>
                  <a:lnTo>
                    <a:pt x="2240318" y="614767"/>
                  </a:lnTo>
                  <a:lnTo>
                    <a:pt x="2240312" y="614771"/>
                  </a:lnTo>
                  <a:lnTo>
                    <a:pt x="2240305" y="614775"/>
                  </a:lnTo>
                  <a:lnTo>
                    <a:pt x="2240217" y="614824"/>
                  </a:lnTo>
                  <a:lnTo>
                    <a:pt x="2240172" y="614847"/>
                  </a:lnTo>
                  <a:lnTo>
                    <a:pt x="2240099" y="614883"/>
                  </a:lnTo>
                  <a:lnTo>
                    <a:pt x="2240089" y="614887"/>
                  </a:lnTo>
                  <a:lnTo>
                    <a:pt x="2240051" y="614899"/>
                  </a:lnTo>
                  <a:lnTo>
                    <a:pt x="2239968" y="614929"/>
                  </a:lnTo>
                  <a:lnTo>
                    <a:pt x="2239917" y="614945"/>
                  </a:lnTo>
                  <a:lnTo>
                    <a:pt x="2239881" y="614953"/>
                  </a:lnTo>
                  <a:lnTo>
                    <a:pt x="2239859" y="614957"/>
                  </a:lnTo>
                  <a:lnTo>
                    <a:pt x="2239783" y="614975"/>
                  </a:lnTo>
                  <a:lnTo>
                    <a:pt x="2239777" y="614976"/>
                  </a:lnTo>
                  <a:lnTo>
                    <a:pt x="2239730" y="614983"/>
                  </a:lnTo>
                  <a:lnTo>
                    <a:pt x="2239708" y="614987"/>
                  </a:lnTo>
                  <a:lnTo>
                    <a:pt x="2239642" y="614989"/>
                  </a:lnTo>
                  <a:lnTo>
                    <a:pt x="2239620" y="614991"/>
                  </a:lnTo>
                  <a:lnTo>
                    <a:pt x="2239611" y="614990"/>
                  </a:lnTo>
                  <a:lnTo>
                    <a:pt x="2239573" y="614992"/>
                  </a:lnTo>
                  <a:lnTo>
                    <a:pt x="2239567" y="614992"/>
                  </a:lnTo>
                  <a:lnTo>
                    <a:pt x="2239502" y="614994"/>
                  </a:lnTo>
                  <a:lnTo>
                    <a:pt x="2239489" y="614995"/>
                  </a:lnTo>
                  <a:lnTo>
                    <a:pt x="2239483" y="614995"/>
                  </a:lnTo>
                  <a:lnTo>
                    <a:pt x="2239465" y="614994"/>
                  </a:lnTo>
                  <a:lnTo>
                    <a:pt x="2239441" y="614993"/>
                  </a:lnTo>
                  <a:lnTo>
                    <a:pt x="2239396" y="614993"/>
                  </a:lnTo>
                  <a:lnTo>
                    <a:pt x="2239354" y="614994"/>
                  </a:lnTo>
                  <a:lnTo>
                    <a:pt x="2239347" y="614994"/>
                  </a:lnTo>
                  <a:lnTo>
                    <a:pt x="2239322" y="614993"/>
                  </a:lnTo>
                  <a:lnTo>
                    <a:pt x="2239258" y="614995"/>
                  </a:lnTo>
                  <a:lnTo>
                    <a:pt x="2239240" y="614991"/>
                  </a:lnTo>
                  <a:lnTo>
                    <a:pt x="2239222" y="614988"/>
                  </a:lnTo>
                  <a:lnTo>
                    <a:pt x="2239213" y="614986"/>
                  </a:lnTo>
                  <a:lnTo>
                    <a:pt x="2239200" y="614982"/>
                  </a:lnTo>
                  <a:lnTo>
                    <a:pt x="2239173" y="614972"/>
                  </a:lnTo>
                  <a:lnTo>
                    <a:pt x="2239161" y="614968"/>
                  </a:lnTo>
                  <a:lnTo>
                    <a:pt x="2239149" y="614965"/>
                  </a:lnTo>
                  <a:lnTo>
                    <a:pt x="2239138" y="614962"/>
                  </a:lnTo>
                  <a:lnTo>
                    <a:pt x="2239120" y="614960"/>
                  </a:lnTo>
                  <a:lnTo>
                    <a:pt x="2239114" y="614959"/>
                  </a:lnTo>
                  <a:lnTo>
                    <a:pt x="2239109" y="614958"/>
                  </a:lnTo>
                  <a:lnTo>
                    <a:pt x="2239088" y="614950"/>
                  </a:lnTo>
                  <a:lnTo>
                    <a:pt x="2239083" y="614948"/>
                  </a:lnTo>
                  <a:lnTo>
                    <a:pt x="2239074" y="614945"/>
                  </a:lnTo>
                  <a:lnTo>
                    <a:pt x="2239067" y="614943"/>
                  </a:lnTo>
                  <a:lnTo>
                    <a:pt x="2239059" y="614941"/>
                  </a:lnTo>
                  <a:lnTo>
                    <a:pt x="2239052" y="614940"/>
                  </a:lnTo>
                  <a:lnTo>
                    <a:pt x="2239045" y="614940"/>
                  </a:lnTo>
                  <a:lnTo>
                    <a:pt x="2239038" y="614940"/>
                  </a:lnTo>
                  <a:lnTo>
                    <a:pt x="2239023" y="614940"/>
                  </a:lnTo>
                  <a:lnTo>
                    <a:pt x="2239011" y="614940"/>
                  </a:lnTo>
                  <a:lnTo>
                    <a:pt x="2239002" y="614939"/>
                  </a:lnTo>
                  <a:lnTo>
                    <a:pt x="2238990" y="614937"/>
                  </a:lnTo>
                  <a:lnTo>
                    <a:pt x="2238916" y="614922"/>
                  </a:lnTo>
                  <a:lnTo>
                    <a:pt x="2238884" y="614917"/>
                  </a:lnTo>
                  <a:lnTo>
                    <a:pt x="2238863" y="614915"/>
                  </a:lnTo>
                  <a:lnTo>
                    <a:pt x="2238855" y="614913"/>
                  </a:lnTo>
                  <a:lnTo>
                    <a:pt x="2238827" y="614901"/>
                  </a:lnTo>
                  <a:lnTo>
                    <a:pt x="2238812" y="614897"/>
                  </a:lnTo>
                  <a:lnTo>
                    <a:pt x="2238804" y="614896"/>
                  </a:lnTo>
                  <a:lnTo>
                    <a:pt x="2238798" y="614894"/>
                  </a:lnTo>
                  <a:lnTo>
                    <a:pt x="2238787" y="614890"/>
                  </a:lnTo>
                  <a:lnTo>
                    <a:pt x="2238776" y="614887"/>
                  </a:lnTo>
                  <a:lnTo>
                    <a:pt x="2238769" y="614885"/>
                  </a:lnTo>
                  <a:lnTo>
                    <a:pt x="2238762" y="614883"/>
                  </a:lnTo>
                  <a:lnTo>
                    <a:pt x="2238755" y="614881"/>
                  </a:lnTo>
                  <a:lnTo>
                    <a:pt x="2238749" y="614880"/>
                  </a:lnTo>
                  <a:lnTo>
                    <a:pt x="2238740" y="614880"/>
                  </a:lnTo>
                  <a:lnTo>
                    <a:pt x="2238680" y="614870"/>
                  </a:lnTo>
                  <a:lnTo>
                    <a:pt x="2238667" y="614867"/>
                  </a:lnTo>
                  <a:lnTo>
                    <a:pt x="2238657" y="614864"/>
                  </a:lnTo>
                  <a:lnTo>
                    <a:pt x="2238614" y="614850"/>
                  </a:lnTo>
                  <a:lnTo>
                    <a:pt x="2238596" y="614845"/>
                  </a:lnTo>
                  <a:lnTo>
                    <a:pt x="2238588" y="614843"/>
                  </a:lnTo>
                  <a:lnTo>
                    <a:pt x="2238580" y="614843"/>
                  </a:lnTo>
                  <a:lnTo>
                    <a:pt x="2238571" y="614843"/>
                  </a:lnTo>
                  <a:lnTo>
                    <a:pt x="2238564" y="614842"/>
                  </a:lnTo>
                  <a:lnTo>
                    <a:pt x="2238559" y="614840"/>
                  </a:lnTo>
                  <a:lnTo>
                    <a:pt x="2238556" y="614837"/>
                  </a:lnTo>
                  <a:lnTo>
                    <a:pt x="2238524" y="614810"/>
                  </a:lnTo>
                  <a:lnTo>
                    <a:pt x="2238457" y="614765"/>
                  </a:lnTo>
                  <a:lnTo>
                    <a:pt x="2238350" y="614679"/>
                  </a:lnTo>
                  <a:lnTo>
                    <a:pt x="2238271" y="614610"/>
                  </a:lnTo>
                  <a:lnTo>
                    <a:pt x="2238192" y="614527"/>
                  </a:lnTo>
                  <a:lnTo>
                    <a:pt x="2238159" y="614488"/>
                  </a:lnTo>
                  <a:lnTo>
                    <a:pt x="2238145" y="614470"/>
                  </a:lnTo>
                  <a:lnTo>
                    <a:pt x="2238151" y="614459"/>
                  </a:lnTo>
                  <a:lnTo>
                    <a:pt x="2238151" y="614452"/>
                  </a:lnTo>
                  <a:lnTo>
                    <a:pt x="2238148" y="614443"/>
                  </a:lnTo>
                  <a:lnTo>
                    <a:pt x="2238146" y="614439"/>
                  </a:lnTo>
                  <a:lnTo>
                    <a:pt x="2238143" y="614435"/>
                  </a:lnTo>
                  <a:lnTo>
                    <a:pt x="2238138" y="614427"/>
                  </a:lnTo>
                  <a:lnTo>
                    <a:pt x="2238129" y="614415"/>
                  </a:lnTo>
                  <a:lnTo>
                    <a:pt x="2238124" y="614410"/>
                  </a:lnTo>
                  <a:lnTo>
                    <a:pt x="2238119" y="614405"/>
                  </a:lnTo>
                  <a:lnTo>
                    <a:pt x="2238114" y="614401"/>
                  </a:lnTo>
                  <a:lnTo>
                    <a:pt x="2238102" y="614393"/>
                  </a:lnTo>
                  <a:lnTo>
                    <a:pt x="2238097" y="614389"/>
                  </a:lnTo>
                  <a:lnTo>
                    <a:pt x="2238094" y="614384"/>
                  </a:lnTo>
                  <a:lnTo>
                    <a:pt x="2238084" y="614365"/>
                  </a:lnTo>
                  <a:lnTo>
                    <a:pt x="2238069" y="614343"/>
                  </a:lnTo>
                  <a:lnTo>
                    <a:pt x="2238066" y="614337"/>
                  </a:lnTo>
                  <a:lnTo>
                    <a:pt x="2238062" y="614329"/>
                  </a:lnTo>
                  <a:lnTo>
                    <a:pt x="2238059" y="614320"/>
                  </a:lnTo>
                  <a:lnTo>
                    <a:pt x="2238056" y="614312"/>
                  </a:lnTo>
                  <a:lnTo>
                    <a:pt x="2238054" y="614303"/>
                  </a:lnTo>
                  <a:lnTo>
                    <a:pt x="2238042" y="614246"/>
                  </a:lnTo>
                  <a:lnTo>
                    <a:pt x="2238038" y="614234"/>
                  </a:lnTo>
                  <a:lnTo>
                    <a:pt x="2238036" y="614226"/>
                  </a:lnTo>
                  <a:lnTo>
                    <a:pt x="2238035" y="614220"/>
                  </a:lnTo>
                  <a:lnTo>
                    <a:pt x="2238034" y="614213"/>
                  </a:lnTo>
                  <a:lnTo>
                    <a:pt x="2238033" y="614196"/>
                  </a:lnTo>
                  <a:lnTo>
                    <a:pt x="2238033" y="614176"/>
                  </a:lnTo>
                  <a:lnTo>
                    <a:pt x="2238034" y="614168"/>
                  </a:lnTo>
                  <a:lnTo>
                    <a:pt x="2238035" y="614161"/>
                  </a:lnTo>
                  <a:lnTo>
                    <a:pt x="2238036" y="614152"/>
                  </a:lnTo>
                  <a:lnTo>
                    <a:pt x="2238057" y="614082"/>
                  </a:lnTo>
                  <a:lnTo>
                    <a:pt x="2238067" y="614057"/>
                  </a:lnTo>
                  <a:lnTo>
                    <a:pt x="2238091" y="614003"/>
                  </a:lnTo>
                  <a:lnTo>
                    <a:pt x="2238099" y="613987"/>
                  </a:lnTo>
                  <a:lnTo>
                    <a:pt x="2238121" y="613959"/>
                  </a:lnTo>
                  <a:lnTo>
                    <a:pt x="2238149" y="613924"/>
                  </a:lnTo>
                  <a:lnTo>
                    <a:pt x="2238188" y="613886"/>
                  </a:lnTo>
                  <a:lnTo>
                    <a:pt x="2238198" y="613878"/>
                  </a:lnTo>
                  <a:lnTo>
                    <a:pt x="2238204" y="613873"/>
                  </a:lnTo>
                  <a:lnTo>
                    <a:pt x="2238208" y="613866"/>
                  </a:lnTo>
                  <a:lnTo>
                    <a:pt x="2238210" y="613854"/>
                  </a:lnTo>
                  <a:lnTo>
                    <a:pt x="2238212" y="613847"/>
                  </a:lnTo>
                  <a:lnTo>
                    <a:pt x="2238215" y="613842"/>
                  </a:lnTo>
                  <a:lnTo>
                    <a:pt x="2238228" y="613818"/>
                  </a:lnTo>
                  <a:lnTo>
                    <a:pt x="2238234" y="613808"/>
                  </a:lnTo>
                  <a:lnTo>
                    <a:pt x="2238245" y="613794"/>
                  </a:lnTo>
                  <a:lnTo>
                    <a:pt x="2238248" y="613790"/>
                  </a:lnTo>
                  <a:lnTo>
                    <a:pt x="2238252" y="613782"/>
                  </a:lnTo>
                  <a:lnTo>
                    <a:pt x="2238254" y="613774"/>
                  </a:lnTo>
                  <a:lnTo>
                    <a:pt x="2238258" y="613768"/>
                  </a:lnTo>
                  <a:lnTo>
                    <a:pt x="2238277" y="613748"/>
                  </a:lnTo>
                  <a:lnTo>
                    <a:pt x="2238280" y="613742"/>
                  </a:lnTo>
                  <a:lnTo>
                    <a:pt x="2238282" y="613736"/>
                  </a:lnTo>
                  <a:lnTo>
                    <a:pt x="2238284" y="613732"/>
                  </a:lnTo>
                  <a:lnTo>
                    <a:pt x="2238288" y="613724"/>
                  </a:lnTo>
                  <a:lnTo>
                    <a:pt x="2238289" y="613718"/>
                  </a:lnTo>
                  <a:lnTo>
                    <a:pt x="2238291" y="613711"/>
                  </a:lnTo>
                  <a:lnTo>
                    <a:pt x="2238295" y="613707"/>
                  </a:lnTo>
                  <a:lnTo>
                    <a:pt x="2238301" y="613698"/>
                  </a:lnTo>
                  <a:lnTo>
                    <a:pt x="2238305" y="613692"/>
                  </a:lnTo>
                  <a:lnTo>
                    <a:pt x="2238316" y="613673"/>
                  </a:lnTo>
                  <a:lnTo>
                    <a:pt x="2238321" y="613662"/>
                  </a:lnTo>
                  <a:lnTo>
                    <a:pt x="2238325" y="613652"/>
                  </a:lnTo>
                  <a:lnTo>
                    <a:pt x="2238327" y="613643"/>
                  </a:lnTo>
                  <a:lnTo>
                    <a:pt x="2238342" y="613596"/>
                  </a:lnTo>
                  <a:lnTo>
                    <a:pt x="2238346" y="613585"/>
                  </a:lnTo>
                  <a:lnTo>
                    <a:pt x="2238349" y="613573"/>
                  </a:lnTo>
                  <a:lnTo>
                    <a:pt x="2238351" y="613563"/>
                  </a:lnTo>
                  <a:lnTo>
                    <a:pt x="2238353" y="613554"/>
                  </a:lnTo>
                  <a:lnTo>
                    <a:pt x="2238353" y="613548"/>
                  </a:lnTo>
                  <a:lnTo>
                    <a:pt x="2238352" y="613533"/>
                  </a:lnTo>
                  <a:lnTo>
                    <a:pt x="2238351" y="613501"/>
                  </a:lnTo>
                  <a:lnTo>
                    <a:pt x="2238362" y="613443"/>
                  </a:lnTo>
                  <a:lnTo>
                    <a:pt x="2238357" y="613421"/>
                  </a:lnTo>
                  <a:lnTo>
                    <a:pt x="2238355" y="613413"/>
                  </a:lnTo>
                  <a:lnTo>
                    <a:pt x="2238349" y="613400"/>
                  </a:lnTo>
                  <a:lnTo>
                    <a:pt x="2238345" y="613395"/>
                  </a:lnTo>
                  <a:lnTo>
                    <a:pt x="2238341" y="613390"/>
                  </a:lnTo>
                  <a:lnTo>
                    <a:pt x="2238337" y="613386"/>
                  </a:lnTo>
                  <a:lnTo>
                    <a:pt x="2238333" y="613383"/>
                  </a:lnTo>
                  <a:lnTo>
                    <a:pt x="2238328" y="613380"/>
                  </a:lnTo>
                  <a:lnTo>
                    <a:pt x="2238321" y="613378"/>
                  </a:lnTo>
                  <a:lnTo>
                    <a:pt x="2238313" y="613375"/>
                  </a:lnTo>
                  <a:lnTo>
                    <a:pt x="2238305" y="613373"/>
                  </a:lnTo>
                  <a:lnTo>
                    <a:pt x="2238296" y="613371"/>
                  </a:lnTo>
                  <a:lnTo>
                    <a:pt x="2238289" y="613370"/>
                  </a:lnTo>
                  <a:lnTo>
                    <a:pt x="2238283" y="613370"/>
                  </a:lnTo>
                  <a:lnTo>
                    <a:pt x="2238277" y="613370"/>
                  </a:lnTo>
                  <a:lnTo>
                    <a:pt x="2238248" y="613373"/>
                  </a:lnTo>
                  <a:lnTo>
                    <a:pt x="2238240" y="613374"/>
                  </a:lnTo>
                  <a:lnTo>
                    <a:pt x="2238234" y="613376"/>
                  </a:lnTo>
                  <a:lnTo>
                    <a:pt x="2238217" y="613382"/>
                  </a:lnTo>
                  <a:lnTo>
                    <a:pt x="2238211" y="613386"/>
                  </a:lnTo>
                  <a:lnTo>
                    <a:pt x="2238205" y="613390"/>
                  </a:lnTo>
                  <a:lnTo>
                    <a:pt x="2238197" y="613398"/>
                  </a:lnTo>
                  <a:lnTo>
                    <a:pt x="2238185" y="613412"/>
                  </a:lnTo>
                  <a:lnTo>
                    <a:pt x="2238151" y="613456"/>
                  </a:lnTo>
                  <a:lnTo>
                    <a:pt x="2238107" y="613520"/>
                  </a:lnTo>
                  <a:lnTo>
                    <a:pt x="2238104" y="613525"/>
                  </a:lnTo>
                  <a:lnTo>
                    <a:pt x="2238104" y="613531"/>
                  </a:lnTo>
                  <a:lnTo>
                    <a:pt x="2238106" y="613536"/>
                  </a:lnTo>
                  <a:lnTo>
                    <a:pt x="2238106" y="613542"/>
                  </a:lnTo>
                  <a:lnTo>
                    <a:pt x="2238106" y="613548"/>
                  </a:lnTo>
                  <a:lnTo>
                    <a:pt x="2238106" y="613554"/>
                  </a:lnTo>
                  <a:lnTo>
                    <a:pt x="2238105" y="613561"/>
                  </a:lnTo>
                  <a:lnTo>
                    <a:pt x="2238104" y="613567"/>
                  </a:lnTo>
                  <a:lnTo>
                    <a:pt x="2238102" y="613573"/>
                  </a:lnTo>
                  <a:lnTo>
                    <a:pt x="2238101" y="613578"/>
                  </a:lnTo>
                  <a:lnTo>
                    <a:pt x="2238098" y="613583"/>
                  </a:lnTo>
                  <a:lnTo>
                    <a:pt x="2238095" y="613587"/>
                  </a:lnTo>
                  <a:lnTo>
                    <a:pt x="2238091" y="613594"/>
                  </a:lnTo>
                  <a:lnTo>
                    <a:pt x="2238086" y="613610"/>
                  </a:lnTo>
                  <a:lnTo>
                    <a:pt x="2238072" y="613671"/>
                  </a:lnTo>
                  <a:lnTo>
                    <a:pt x="2238067" y="613691"/>
                  </a:lnTo>
                  <a:lnTo>
                    <a:pt x="2238059" y="613715"/>
                  </a:lnTo>
                  <a:lnTo>
                    <a:pt x="2238042" y="613758"/>
                  </a:lnTo>
                  <a:lnTo>
                    <a:pt x="2238037" y="613770"/>
                  </a:lnTo>
                  <a:lnTo>
                    <a:pt x="2238031" y="613779"/>
                  </a:lnTo>
                  <a:lnTo>
                    <a:pt x="2238003" y="613789"/>
                  </a:lnTo>
                  <a:lnTo>
                    <a:pt x="2237998" y="613794"/>
                  </a:lnTo>
                  <a:lnTo>
                    <a:pt x="2237975" y="613815"/>
                  </a:lnTo>
                  <a:lnTo>
                    <a:pt x="2237968" y="613820"/>
                  </a:lnTo>
                  <a:lnTo>
                    <a:pt x="2237961" y="613820"/>
                  </a:lnTo>
                  <a:lnTo>
                    <a:pt x="2237953" y="613821"/>
                  </a:lnTo>
                  <a:lnTo>
                    <a:pt x="2237947" y="613826"/>
                  </a:lnTo>
                  <a:lnTo>
                    <a:pt x="2237925" y="613851"/>
                  </a:lnTo>
                  <a:lnTo>
                    <a:pt x="2237833" y="613948"/>
                  </a:lnTo>
                  <a:lnTo>
                    <a:pt x="2237809" y="613977"/>
                  </a:lnTo>
                  <a:lnTo>
                    <a:pt x="2237806" y="613982"/>
                  </a:lnTo>
                  <a:lnTo>
                    <a:pt x="2237836" y="613988"/>
                  </a:lnTo>
                  <a:lnTo>
                    <a:pt x="2237834" y="614004"/>
                  </a:lnTo>
                  <a:lnTo>
                    <a:pt x="2237826" y="614010"/>
                  </a:lnTo>
                  <a:lnTo>
                    <a:pt x="2237817" y="614016"/>
                  </a:lnTo>
                  <a:lnTo>
                    <a:pt x="2237786" y="614027"/>
                  </a:lnTo>
                  <a:lnTo>
                    <a:pt x="2237764" y="614034"/>
                  </a:lnTo>
                  <a:lnTo>
                    <a:pt x="2237754" y="614037"/>
                  </a:lnTo>
                  <a:lnTo>
                    <a:pt x="2237746" y="614039"/>
                  </a:lnTo>
                  <a:lnTo>
                    <a:pt x="2237734" y="614040"/>
                  </a:lnTo>
                  <a:lnTo>
                    <a:pt x="2237727" y="614042"/>
                  </a:lnTo>
                  <a:lnTo>
                    <a:pt x="2237713" y="614043"/>
                  </a:lnTo>
                  <a:lnTo>
                    <a:pt x="2237696" y="614044"/>
                  </a:lnTo>
                  <a:lnTo>
                    <a:pt x="2237575" y="614046"/>
                  </a:lnTo>
                  <a:lnTo>
                    <a:pt x="2237557" y="614045"/>
                  </a:lnTo>
                  <a:lnTo>
                    <a:pt x="2237542" y="614043"/>
                  </a:lnTo>
                  <a:lnTo>
                    <a:pt x="2237529" y="614040"/>
                  </a:lnTo>
                  <a:lnTo>
                    <a:pt x="2237496" y="614033"/>
                  </a:lnTo>
                  <a:lnTo>
                    <a:pt x="2237487" y="614031"/>
                  </a:lnTo>
                  <a:lnTo>
                    <a:pt x="2237477" y="614030"/>
                  </a:lnTo>
                  <a:lnTo>
                    <a:pt x="2237407" y="614025"/>
                  </a:lnTo>
                  <a:lnTo>
                    <a:pt x="2237400" y="614024"/>
                  </a:lnTo>
                  <a:lnTo>
                    <a:pt x="2237392" y="614021"/>
                  </a:lnTo>
                  <a:lnTo>
                    <a:pt x="2237354" y="614006"/>
                  </a:lnTo>
                  <a:lnTo>
                    <a:pt x="2237347" y="614004"/>
                  </a:lnTo>
                  <a:lnTo>
                    <a:pt x="2237342" y="614003"/>
                  </a:lnTo>
                  <a:lnTo>
                    <a:pt x="2237326" y="614001"/>
                  </a:lnTo>
                  <a:lnTo>
                    <a:pt x="2237321" y="614006"/>
                  </a:lnTo>
                  <a:lnTo>
                    <a:pt x="2237313" y="614008"/>
                  </a:lnTo>
                  <a:lnTo>
                    <a:pt x="2237307" y="614008"/>
                  </a:lnTo>
                  <a:lnTo>
                    <a:pt x="2237302" y="614009"/>
                  </a:lnTo>
                  <a:lnTo>
                    <a:pt x="2237293" y="614006"/>
                  </a:lnTo>
                  <a:lnTo>
                    <a:pt x="2237287" y="614002"/>
                  </a:lnTo>
                  <a:lnTo>
                    <a:pt x="2237255" y="613980"/>
                  </a:lnTo>
                  <a:lnTo>
                    <a:pt x="2237248" y="613976"/>
                  </a:lnTo>
                  <a:lnTo>
                    <a:pt x="2237242" y="613973"/>
                  </a:lnTo>
                  <a:lnTo>
                    <a:pt x="2237195" y="613953"/>
                  </a:lnTo>
                  <a:lnTo>
                    <a:pt x="2237138" y="613925"/>
                  </a:lnTo>
                  <a:lnTo>
                    <a:pt x="2237126" y="613918"/>
                  </a:lnTo>
                  <a:lnTo>
                    <a:pt x="2237119" y="613914"/>
                  </a:lnTo>
                  <a:lnTo>
                    <a:pt x="2237100" y="613898"/>
                  </a:lnTo>
                  <a:lnTo>
                    <a:pt x="2237096" y="613895"/>
                  </a:lnTo>
                  <a:lnTo>
                    <a:pt x="2237087" y="613889"/>
                  </a:lnTo>
                  <a:lnTo>
                    <a:pt x="2237071" y="613877"/>
                  </a:lnTo>
                  <a:lnTo>
                    <a:pt x="2237068" y="613874"/>
                  </a:lnTo>
                  <a:lnTo>
                    <a:pt x="2237064" y="613870"/>
                  </a:lnTo>
                  <a:lnTo>
                    <a:pt x="2237032" y="613826"/>
                  </a:lnTo>
                  <a:lnTo>
                    <a:pt x="2237029" y="613822"/>
                  </a:lnTo>
                  <a:lnTo>
                    <a:pt x="2237025" y="613820"/>
                  </a:lnTo>
                  <a:lnTo>
                    <a:pt x="2237002" y="613806"/>
                  </a:lnTo>
                  <a:lnTo>
                    <a:pt x="2236878" y="613726"/>
                  </a:lnTo>
                  <a:lnTo>
                    <a:pt x="2236871" y="613722"/>
                  </a:lnTo>
                  <a:lnTo>
                    <a:pt x="2236859" y="613716"/>
                  </a:lnTo>
                  <a:lnTo>
                    <a:pt x="2236801" y="613686"/>
                  </a:lnTo>
                  <a:lnTo>
                    <a:pt x="2236796" y="613683"/>
                  </a:lnTo>
                  <a:lnTo>
                    <a:pt x="2236782" y="613674"/>
                  </a:lnTo>
                  <a:lnTo>
                    <a:pt x="2236769" y="613667"/>
                  </a:lnTo>
                  <a:lnTo>
                    <a:pt x="2236762" y="613663"/>
                  </a:lnTo>
                  <a:lnTo>
                    <a:pt x="2236757" y="613659"/>
                  </a:lnTo>
                  <a:lnTo>
                    <a:pt x="2236748" y="613651"/>
                  </a:lnTo>
                  <a:lnTo>
                    <a:pt x="2236741" y="613646"/>
                  </a:lnTo>
                  <a:lnTo>
                    <a:pt x="2236733" y="613640"/>
                  </a:lnTo>
                  <a:lnTo>
                    <a:pt x="2236722" y="613635"/>
                  </a:lnTo>
                  <a:lnTo>
                    <a:pt x="2236710" y="613629"/>
                  </a:lnTo>
                  <a:lnTo>
                    <a:pt x="2236695" y="613625"/>
                  </a:lnTo>
                  <a:lnTo>
                    <a:pt x="2236678" y="613621"/>
                  </a:lnTo>
                  <a:lnTo>
                    <a:pt x="2236660" y="613617"/>
                  </a:lnTo>
                  <a:lnTo>
                    <a:pt x="2236640" y="613614"/>
                  </a:lnTo>
                  <a:lnTo>
                    <a:pt x="2236619" y="613612"/>
                  </a:lnTo>
                  <a:lnTo>
                    <a:pt x="2236597" y="613611"/>
                  </a:lnTo>
                  <a:lnTo>
                    <a:pt x="2236576" y="613611"/>
                  </a:lnTo>
                  <a:lnTo>
                    <a:pt x="2236558" y="613612"/>
                  </a:lnTo>
                  <a:lnTo>
                    <a:pt x="2236543" y="613615"/>
                  </a:lnTo>
                  <a:lnTo>
                    <a:pt x="2236531" y="613618"/>
                  </a:lnTo>
                  <a:lnTo>
                    <a:pt x="2236520" y="613622"/>
                  </a:lnTo>
                  <a:lnTo>
                    <a:pt x="2236509" y="613627"/>
                  </a:lnTo>
                  <a:lnTo>
                    <a:pt x="2236497" y="613633"/>
                  </a:lnTo>
                  <a:lnTo>
                    <a:pt x="2236485" y="613642"/>
                  </a:lnTo>
                  <a:lnTo>
                    <a:pt x="2236473" y="613653"/>
                  </a:lnTo>
                  <a:lnTo>
                    <a:pt x="2236461" y="613665"/>
                  </a:lnTo>
                  <a:lnTo>
                    <a:pt x="2236443" y="613686"/>
                  </a:lnTo>
                  <a:lnTo>
                    <a:pt x="2236426" y="613705"/>
                  </a:lnTo>
                  <a:lnTo>
                    <a:pt x="2236422" y="613712"/>
                  </a:lnTo>
                  <a:lnTo>
                    <a:pt x="2236416" y="613722"/>
                  </a:lnTo>
                  <a:lnTo>
                    <a:pt x="2236409" y="613736"/>
                  </a:lnTo>
                  <a:lnTo>
                    <a:pt x="2236401" y="613754"/>
                  </a:lnTo>
                  <a:lnTo>
                    <a:pt x="2236394" y="613775"/>
                  </a:lnTo>
                  <a:lnTo>
                    <a:pt x="2236387" y="613798"/>
                  </a:lnTo>
                  <a:lnTo>
                    <a:pt x="2236355" y="613921"/>
                  </a:lnTo>
                  <a:lnTo>
                    <a:pt x="2236331" y="614005"/>
                  </a:lnTo>
                  <a:lnTo>
                    <a:pt x="2236319" y="614055"/>
                  </a:lnTo>
                  <a:lnTo>
                    <a:pt x="2236287" y="614179"/>
                  </a:lnTo>
                  <a:lnTo>
                    <a:pt x="2236279" y="614227"/>
                  </a:lnTo>
                  <a:lnTo>
                    <a:pt x="2236277" y="614236"/>
                  </a:lnTo>
                  <a:lnTo>
                    <a:pt x="2236264" y="614278"/>
                  </a:lnTo>
                  <a:lnTo>
                    <a:pt x="2236238" y="614351"/>
                  </a:lnTo>
                  <a:lnTo>
                    <a:pt x="2236193" y="614463"/>
                  </a:lnTo>
                  <a:lnTo>
                    <a:pt x="2236135" y="614583"/>
                  </a:lnTo>
                  <a:lnTo>
                    <a:pt x="2236084" y="614655"/>
                  </a:lnTo>
                  <a:lnTo>
                    <a:pt x="2235994" y="614698"/>
                  </a:lnTo>
                  <a:lnTo>
                    <a:pt x="2235921" y="614727"/>
                  </a:lnTo>
                  <a:lnTo>
                    <a:pt x="2235837" y="614760"/>
                  </a:lnTo>
                  <a:lnTo>
                    <a:pt x="2235642" y="614861"/>
                  </a:lnTo>
                  <a:lnTo>
                    <a:pt x="2235638" y="614865"/>
                  </a:lnTo>
                  <a:lnTo>
                    <a:pt x="2235604" y="614869"/>
                  </a:lnTo>
                  <a:lnTo>
                    <a:pt x="2235594" y="614871"/>
                  </a:lnTo>
                  <a:lnTo>
                    <a:pt x="2235587" y="614873"/>
                  </a:lnTo>
                  <a:lnTo>
                    <a:pt x="2235579" y="614876"/>
                  </a:lnTo>
                  <a:lnTo>
                    <a:pt x="2235569" y="614879"/>
                  </a:lnTo>
                  <a:lnTo>
                    <a:pt x="2235554" y="614886"/>
                  </a:lnTo>
                  <a:lnTo>
                    <a:pt x="2235547" y="614890"/>
                  </a:lnTo>
                  <a:lnTo>
                    <a:pt x="2235541" y="614893"/>
                  </a:lnTo>
                  <a:lnTo>
                    <a:pt x="2235507" y="614920"/>
                  </a:lnTo>
                  <a:lnTo>
                    <a:pt x="2235500" y="614924"/>
                  </a:lnTo>
                  <a:lnTo>
                    <a:pt x="2235493" y="614928"/>
                  </a:lnTo>
                  <a:lnTo>
                    <a:pt x="2235486" y="614932"/>
                  </a:lnTo>
                  <a:lnTo>
                    <a:pt x="2235477" y="614935"/>
                  </a:lnTo>
                  <a:lnTo>
                    <a:pt x="2235467" y="614939"/>
                  </a:lnTo>
                  <a:lnTo>
                    <a:pt x="2235455" y="614944"/>
                  </a:lnTo>
                  <a:lnTo>
                    <a:pt x="2235442" y="614948"/>
                  </a:lnTo>
                  <a:lnTo>
                    <a:pt x="2235413" y="614955"/>
                  </a:lnTo>
                  <a:lnTo>
                    <a:pt x="2235374" y="614963"/>
                  </a:lnTo>
                  <a:lnTo>
                    <a:pt x="2235358" y="614966"/>
                  </a:lnTo>
                  <a:lnTo>
                    <a:pt x="2235233" y="615000"/>
                  </a:lnTo>
                  <a:lnTo>
                    <a:pt x="2235227" y="615001"/>
                  </a:lnTo>
                  <a:lnTo>
                    <a:pt x="2235160" y="615023"/>
                  </a:lnTo>
                  <a:lnTo>
                    <a:pt x="2234999" y="615081"/>
                  </a:lnTo>
                  <a:lnTo>
                    <a:pt x="2234830" y="615149"/>
                  </a:lnTo>
                  <a:lnTo>
                    <a:pt x="2234809" y="615160"/>
                  </a:lnTo>
                  <a:lnTo>
                    <a:pt x="2234795" y="615168"/>
                  </a:lnTo>
                  <a:lnTo>
                    <a:pt x="2234785" y="615175"/>
                  </a:lnTo>
                  <a:lnTo>
                    <a:pt x="2234779" y="615179"/>
                  </a:lnTo>
                  <a:lnTo>
                    <a:pt x="2234774" y="615186"/>
                  </a:lnTo>
                  <a:lnTo>
                    <a:pt x="2234746" y="615211"/>
                  </a:lnTo>
                  <a:lnTo>
                    <a:pt x="2234724" y="615230"/>
                  </a:lnTo>
                  <a:lnTo>
                    <a:pt x="2234718" y="615232"/>
                  </a:lnTo>
                  <a:lnTo>
                    <a:pt x="2234712" y="615234"/>
                  </a:lnTo>
                  <a:lnTo>
                    <a:pt x="2234705" y="615238"/>
                  </a:lnTo>
                  <a:lnTo>
                    <a:pt x="2234699" y="615242"/>
                  </a:lnTo>
                  <a:lnTo>
                    <a:pt x="2234693" y="615247"/>
                  </a:lnTo>
                  <a:lnTo>
                    <a:pt x="2234688" y="615252"/>
                  </a:lnTo>
                  <a:lnTo>
                    <a:pt x="2234684" y="615257"/>
                  </a:lnTo>
                  <a:lnTo>
                    <a:pt x="2234681" y="615261"/>
                  </a:lnTo>
                  <a:lnTo>
                    <a:pt x="2234678" y="615267"/>
                  </a:lnTo>
                  <a:lnTo>
                    <a:pt x="2234677" y="615272"/>
                  </a:lnTo>
                  <a:lnTo>
                    <a:pt x="2234661" y="615294"/>
                  </a:lnTo>
                  <a:lnTo>
                    <a:pt x="2234592" y="615385"/>
                  </a:lnTo>
                  <a:lnTo>
                    <a:pt x="2234585" y="615390"/>
                  </a:lnTo>
                  <a:lnTo>
                    <a:pt x="2234580" y="615400"/>
                  </a:lnTo>
                  <a:lnTo>
                    <a:pt x="2234577" y="615404"/>
                  </a:lnTo>
                  <a:lnTo>
                    <a:pt x="2234574" y="615409"/>
                  </a:lnTo>
                  <a:lnTo>
                    <a:pt x="2234571" y="615413"/>
                  </a:lnTo>
                  <a:lnTo>
                    <a:pt x="2234567" y="615417"/>
                  </a:lnTo>
                  <a:lnTo>
                    <a:pt x="2234556" y="615428"/>
                  </a:lnTo>
                  <a:lnTo>
                    <a:pt x="2234549" y="615437"/>
                  </a:lnTo>
                  <a:lnTo>
                    <a:pt x="2234544" y="615442"/>
                  </a:lnTo>
                  <a:lnTo>
                    <a:pt x="2234537" y="615447"/>
                  </a:lnTo>
                  <a:lnTo>
                    <a:pt x="2234532" y="615450"/>
                  </a:lnTo>
                  <a:lnTo>
                    <a:pt x="2234471" y="615480"/>
                  </a:lnTo>
                  <a:lnTo>
                    <a:pt x="2234445" y="615492"/>
                  </a:lnTo>
                  <a:lnTo>
                    <a:pt x="2234440" y="615495"/>
                  </a:lnTo>
                  <a:lnTo>
                    <a:pt x="2234434" y="615498"/>
                  </a:lnTo>
                  <a:lnTo>
                    <a:pt x="2234360" y="615543"/>
                  </a:lnTo>
                  <a:lnTo>
                    <a:pt x="2234243" y="615611"/>
                  </a:lnTo>
                  <a:lnTo>
                    <a:pt x="2234235" y="615617"/>
                  </a:lnTo>
                  <a:lnTo>
                    <a:pt x="2234132" y="615687"/>
                  </a:lnTo>
                  <a:lnTo>
                    <a:pt x="2234127" y="615690"/>
                  </a:lnTo>
                  <a:lnTo>
                    <a:pt x="2234117" y="615694"/>
                  </a:lnTo>
                  <a:lnTo>
                    <a:pt x="2234111" y="615696"/>
                  </a:lnTo>
                  <a:lnTo>
                    <a:pt x="2234097" y="615698"/>
                  </a:lnTo>
                  <a:lnTo>
                    <a:pt x="2234083" y="615702"/>
                  </a:lnTo>
                  <a:lnTo>
                    <a:pt x="2234066" y="615706"/>
                  </a:lnTo>
                  <a:lnTo>
                    <a:pt x="2234057" y="615707"/>
                  </a:lnTo>
                  <a:lnTo>
                    <a:pt x="2234049" y="615708"/>
                  </a:lnTo>
                  <a:lnTo>
                    <a:pt x="2233994" y="615715"/>
                  </a:lnTo>
                  <a:lnTo>
                    <a:pt x="2233981" y="615717"/>
                  </a:lnTo>
                  <a:lnTo>
                    <a:pt x="2233967" y="615718"/>
                  </a:lnTo>
                  <a:lnTo>
                    <a:pt x="2233951" y="615720"/>
                  </a:lnTo>
                  <a:lnTo>
                    <a:pt x="2233888" y="615721"/>
                  </a:lnTo>
                  <a:lnTo>
                    <a:pt x="2233862" y="615720"/>
                  </a:lnTo>
                  <a:lnTo>
                    <a:pt x="2233851" y="615719"/>
                  </a:lnTo>
                  <a:lnTo>
                    <a:pt x="2233840" y="615718"/>
                  </a:lnTo>
                  <a:lnTo>
                    <a:pt x="2233813" y="615714"/>
                  </a:lnTo>
                  <a:lnTo>
                    <a:pt x="2233790" y="615711"/>
                  </a:lnTo>
                  <a:lnTo>
                    <a:pt x="2233784" y="615710"/>
                  </a:lnTo>
                  <a:lnTo>
                    <a:pt x="2233779" y="615709"/>
                  </a:lnTo>
                  <a:lnTo>
                    <a:pt x="2233772" y="615707"/>
                  </a:lnTo>
                  <a:lnTo>
                    <a:pt x="2233741" y="615698"/>
                  </a:lnTo>
                  <a:lnTo>
                    <a:pt x="2233608" y="615657"/>
                  </a:lnTo>
                  <a:lnTo>
                    <a:pt x="2233598" y="615653"/>
                  </a:lnTo>
                  <a:lnTo>
                    <a:pt x="2233589" y="615649"/>
                  </a:lnTo>
                  <a:lnTo>
                    <a:pt x="2233531" y="615620"/>
                  </a:lnTo>
                  <a:lnTo>
                    <a:pt x="2233526" y="615619"/>
                  </a:lnTo>
                  <a:lnTo>
                    <a:pt x="2233512" y="615619"/>
                  </a:lnTo>
                  <a:lnTo>
                    <a:pt x="2233470" y="615604"/>
                  </a:lnTo>
                  <a:lnTo>
                    <a:pt x="2233468" y="615598"/>
                  </a:lnTo>
                  <a:lnTo>
                    <a:pt x="2233444" y="615585"/>
                  </a:lnTo>
                  <a:lnTo>
                    <a:pt x="2233437" y="615583"/>
                  </a:lnTo>
                  <a:lnTo>
                    <a:pt x="2233431" y="615581"/>
                  </a:lnTo>
                  <a:lnTo>
                    <a:pt x="2233424" y="615578"/>
                  </a:lnTo>
                  <a:lnTo>
                    <a:pt x="2233419" y="615576"/>
                  </a:lnTo>
                  <a:lnTo>
                    <a:pt x="2233413" y="615572"/>
                  </a:lnTo>
                  <a:lnTo>
                    <a:pt x="2233407" y="615568"/>
                  </a:lnTo>
                  <a:lnTo>
                    <a:pt x="2233400" y="615563"/>
                  </a:lnTo>
                  <a:lnTo>
                    <a:pt x="2233394" y="615557"/>
                  </a:lnTo>
                  <a:lnTo>
                    <a:pt x="2233383" y="615547"/>
                  </a:lnTo>
                  <a:lnTo>
                    <a:pt x="2233378" y="615542"/>
                  </a:lnTo>
                  <a:lnTo>
                    <a:pt x="2233373" y="615536"/>
                  </a:lnTo>
                  <a:lnTo>
                    <a:pt x="2233368" y="615530"/>
                  </a:lnTo>
                  <a:lnTo>
                    <a:pt x="2233358" y="615514"/>
                  </a:lnTo>
                  <a:lnTo>
                    <a:pt x="2233333" y="615447"/>
                  </a:lnTo>
                  <a:lnTo>
                    <a:pt x="2233332" y="615375"/>
                  </a:lnTo>
                  <a:lnTo>
                    <a:pt x="2233336" y="615307"/>
                  </a:lnTo>
                  <a:lnTo>
                    <a:pt x="2233347" y="615270"/>
                  </a:lnTo>
                  <a:lnTo>
                    <a:pt x="2233356" y="615243"/>
                  </a:lnTo>
                  <a:lnTo>
                    <a:pt x="2233380" y="615167"/>
                  </a:lnTo>
                  <a:lnTo>
                    <a:pt x="2233384" y="615162"/>
                  </a:lnTo>
                  <a:lnTo>
                    <a:pt x="2233391" y="615157"/>
                  </a:lnTo>
                  <a:lnTo>
                    <a:pt x="2233405" y="615147"/>
                  </a:lnTo>
                  <a:lnTo>
                    <a:pt x="2233409" y="615144"/>
                  </a:lnTo>
                  <a:lnTo>
                    <a:pt x="2233415" y="615142"/>
                  </a:lnTo>
                  <a:lnTo>
                    <a:pt x="2233421" y="615142"/>
                  </a:lnTo>
                  <a:lnTo>
                    <a:pt x="2233427" y="615141"/>
                  </a:lnTo>
                  <a:lnTo>
                    <a:pt x="2233433" y="615138"/>
                  </a:lnTo>
                  <a:lnTo>
                    <a:pt x="2233439" y="615133"/>
                  </a:lnTo>
                  <a:lnTo>
                    <a:pt x="2233443" y="615129"/>
                  </a:lnTo>
                  <a:lnTo>
                    <a:pt x="2233446" y="615125"/>
                  </a:lnTo>
                  <a:lnTo>
                    <a:pt x="2233448" y="615120"/>
                  </a:lnTo>
                  <a:lnTo>
                    <a:pt x="2233450" y="615113"/>
                  </a:lnTo>
                  <a:lnTo>
                    <a:pt x="2233451" y="615103"/>
                  </a:lnTo>
                  <a:lnTo>
                    <a:pt x="2233450" y="615097"/>
                  </a:lnTo>
                  <a:lnTo>
                    <a:pt x="2233450" y="615090"/>
                  </a:lnTo>
                  <a:lnTo>
                    <a:pt x="2233453" y="615084"/>
                  </a:lnTo>
                  <a:lnTo>
                    <a:pt x="2233456" y="615078"/>
                  </a:lnTo>
                  <a:lnTo>
                    <a:pt x="2233456" y="615072"/>
                  </a:lnTo>
                  <a:lnTo>
                    <a:pt x="2233456" y="615064"/>
                  </a:lnTo>
                  <a:lnTo>
                    <a:pt x="2233455" y="615039"/>
                  </a:lnTo>
                  <a:lnTo>
                    <a:pt x="2233444" y="614958"/>
                  </a:lnTo>
                  <a:lnTo>
                    <a:pt x="2233442" y="614945"/>
                  </a:lnTo>
                  <a:lnTo>
                    <a:pt x="2233438" y="614931"/>
                  </a:lnTo>
                  <a:lnTo>
                    <a:pt x="2233432" y="614917"/>
                  </a:lnTo>
                  <a:lnTo>
                    <a:pt x="2233426" y="614903"/>
                  </a:lnTo>
                  <a:lnTo>
                    <a:pt x="2233417" y="614889"/>
                  </a:lnTo>
                  <a:lnTo>
                    <a:pt x="2233347" y="614787"/>
                  </a:lnTo>
                  <a:lnTo>
                    <a:pt x="2233334" y="614770"/>
                  </a:lnTo>
                  <a:lnTo>
                    <a:pt x="2233325" y="614760"/>
                  </a:lnTo>
                  <a:lnTo>
                    <a:pt x="2233316" y="614750"/>
                  </a:lnTo>
                  <a:lnTo>
                    <a:pt x="2233292" y="614727"/>
                  </a:lnTo>
                  <a:lnTo>
                    <a:pt x="2233265" y="614703"/>
                  </a:lnTo>
                  <a:lnTo>
                    <a:pt x="2233251" y="614692"/>
                  </a:lnTo>
                  <a:lnTo>
                    <a:pt x="2233233" y="614679"/>
                  </a:lnTo>
                  <a:lnTo>
                    <a:pt x="2233168" y="614633"/>
                  </a:lnTo>
                  <a:lnTo>
                    <a:pt x="2233145" y="614618"/>
                  </a:lnTo>
                  <a:lnTo>
                    <a:pt x="2233033" y="614546"/>
                  </a:lnTo>
                  <a:lnTo>
                    <a:pt x="2232985" y="614522"/>
                  </a:lnTo>
                  <a:lnTo>
                    <a:pt x="2232972" y="614515"/>
                  </a:lnTo>
                  <a:lnTo>
                    <a:pt x="2232932" y="614491"/>
                  </a:lnTo>
                  <a:lnTo>
                    <a:pt x="2232925" y="614487"/>
                  </a:lnTo>
                  <a:lnTo>
                    <a:pt x="2232838" y="614457"/>
                  </a:lnTo>
                  <a:lnTo>
                    <a:pt x="2232741" y="614432"/>
                  </a:lnTo>
                  <a:lnTo>
                    <a:pt x="2232725" y="614427"/>
                  </a:lnTo>
                  <a:lnTo>
                    <a:pt x="2232659" y="614405"/>
                  </a:lnTo>
                  <a:lnTo>
                    <a:pt x="2232599" y="614382"/>
                  </a:lnTo>
                  <a:lnTo>
                    <a:pt x="2232477" y="614333"/>
                  </a:lnTo>
                  <a:lnTo>
                    <a:pt x="2232447" y="614330"/>
                  </a:lnTo>
                  <a:lnTo>
                    <a:pt x="2232425" y="614328"/>
                  </a:lnTo>
                  <a:lnTo>
                    <a:pt x="2232419" y="614328"/>
                  </a:lnTo>
                  <a:lnTo>
                    <a:pt x="2232335" y="614316"/>
                  </a:lnTo>
                  <a:lnTo>
                    <a:pt x="2232315" y="614315"/>
                  </a:lnTo>
                  <a:lnTo>
                    <a:pt x="2232292" y="614315"/>
                  </a:lnTo>
                  <a:lnTo>
                    <a:pt x="2232269" y="614315"/>
                  </a:lnTo>
                  <a:lnTo>
                    <a:pt x="2232245" y="614318"/>
                  </a:lnTo>
                  <a:lnTo>
                    <a:pt x="2232223" y="614321"/>
                  </a:lnTo>
                  <a:lnTo>
                    <a:pt x="2232203" y="614325"/>
                  </a:lnTo>
                  <a:lnTo>
                    <a:pt x="2232184" y="614331"/>
                  </a:lnTo>
                  <a:lnTo>
                    <a:pt x="2232162" y="614339"/>
                  </a:lnTo>
                  <a:lnTo>
                    <a:pt x="2232107" y="614362"/>
                  </a:lnTo>
                  <a:lnTo>
                    <a:pt x="2232079" y="614376"/>
                  </a:lnTo>
                  <a:lnTo>
                    <a:pt x="2232055" y="614389"/>
                  </a:lnTo>
                  <a:lnTo>
                    <a:pt x="2232036" y="614401"/>
                  </a:lnTo>
                  <a:lnTo>
                    <a:pt x="2232021" y="614411"/>
                  </a:lnTo>
                  <a:lnTo>
                    <a:pt x="2232011" y="614419"/>
                  </a:lnTo>
                  <a:lnTo>
                    <a:pt x="2232005" y="614425"/>
                  </a:lnTo>
                  <a:lnTo>
                    <a:pt x="2232002" y="614429"/>
                  </a:lnTo>
                  <a:lnTo>
                    <a:pt x="2231999" y="614435"/>
                  </a:lnTo>
                  <a:lnTo>
                    <a:pt x="2231985" y="614447"/>
                  </a:lnTo>
                  <a:lnTo>
                    <a:pt x="2231977" y="614453"/>
                  </a:lnTo>
                  <a:lnTo>
                    <a:pt x="2231970" y="614458"/>
                  </a:lnTo>
                  <a:lnTo>
                    <a:pt x="2231963" y="614465"/>
                  </a:lnTo>
                  <a:lnTo>
                    <a:pt x="2231955" y="614473"/>
                  </a:lnTo>
                  <a:lnTo>
                    <a:pt x="2231945" y="614485"/>
                  </a:lnTo>
                  <a:lnTo>
                    <a:pt x="2231896" y="614557"/>
                  </a:lnTo>
                  <a:lnTo>
                    <a:pt x="2231872" y="614599"/>
                  </a:lnTo>
                  <a:lnTo>
                    <a:pt x="2231867" y="614609"/>
                  </a:lnTo>
                  <a:lnTo>
                    <a:pt x="2231865" y="614615"/>
                  </a:lnTo>
                  <a:lnTo>
                    <a:pt x="2231863" y="614620"/>
                  </a:lnTo>
                  <a:lnTo>
                    <a:pt x="2231862" y="614625"/>
                  </a:lnTo>
                  <a:lnTo>
                    <a:pt x="2231861" y="614631"/>
                  </a:lnTo>
                  <a:lnTo>
                    <a:pt x="2231860" y="614646"/>
                  </a:lnTo>
                  <a:lnTo>
                    <a:pt x="2231859" y="614654"/>
                  </a:lnTo>
                  <a:lnTo>
                    <a:pt x="2231856" y="614662"/>
                  </a:lnTo>
                  <a:lnTo>
                    <a:pt x="2231852" y="614673"/>
                  </a:lnTo>
                  <a:lnTo>
                    <a:pt x="2231844" y="614687"/>
                  </a:lnTo>
                  <a:lnTo>
                    <a:pt x="2231787" y="614783"/>
                  </a:lnTo>
                  <a:lnTo>
                    <a:pt x="2231734" y="614891"/>
                  </a:lnTo>
                  <a:lnTo>
                    <a:pt x="2231730" y="614900"/>
                  </a:lnTo>
                  <a:lnTo>
                    <a:pt x="2231728" y="614906"/>
                  </a:lnTo>
                  <a:lnTo>
                    <a:pt x="2231727" y="614912"/>
                  </a:lnTo>
                  <a:lnTo>
                    <a:pt x="2231728" y="614932"/>
                  </a:lnTo>
                  <a:lnTo>
                    <a:pt x="2231728" y="614941"/>
                  </a:lnTo>
                  <a:lnTo>
                    <a:pt x="2231729" y="614948"/>
                  </a:lnTo>
                  <a:lnTo>
                    <a:pt x="2231732" y="614954"/>
                  </a:lnTo>
                  <a:lnTo>
                    <a:pt x="2231739" y="614956"/>
                  </a:lnTo>
                  <a:lnTo>
                    <a:pt x="2231746" y="614952"/>
                  </a:lnTo>
                  <a:lnTo>
                    <a:pt x="2231751" y="614948"/>
                  </a:lnTo>
                  <a:lnTo>
                    <a:pt x="2231757" y="614941"/>
                  </a:lnTo>
                  <a:lnTo>
                    <a:pt x="2231825" y="614854"/>
                  </a:lnTo>
                  <a:lnTo>
                    <a:pt x="2231829" y="614847"/>
                  </a:lnTo>
                  <a:lnTo>
                    <a:pt x="2231833" y="614841"/>
                  </a:lnTo>
                  <a:lnTo>
                    <a:pt x="2231838" y="614831"/>
                  </a:lnTo>
                  <a:lnTo>
                    <a:pt x="2231842" y="614826"/>
                  </a:lnTo>
                  <a:lnTo>
                    <a:pt x="2231870" y="614825"/>
                  </a:lnTo>
                  <a:lnTo>
                    <a:pt x="2231886" y="614827"/>
                  </a:lnTo>
                  <a:lnTo>
                    <a:pt x="2231883" y="614840"/>
                  </a:lnTo>
                  <a:lnTo>
                    <a:pt x="2231881" y="614846"/>
                  </a:lnTo>
                  <a:lnTo>
                    <a:pt x="2231877" y="614853"/>
                  </a:lnTo>
                  <a:lnTo>
                    <a:pt x="2231857" y="614887"/>
                  </a:lnTo>
                  <a:lnTo>
                    <a:pt x="2231853" y="614893"/>
                  </a:lnTo>
                  <a:lnTo>
                    <a:pt x="2231848" y="614899"/>
                  </a:lnTo>
                  <a:lnTo>
                    <a:pt x="2231841" y="614906"/>
                  </a:lnTo>
                  <a:lnTo>
                    <a:pt x="2231758" y="614985"/>
                  </a:lnTo>
                  <a:lnTo>
                    <a:pt x="2231751" y="614992"/>
                  </a:lnTo>
                  <a:lnTo>
                    <a:pt x="2231746" y="615002"/>
                  </a:lnTo>
                  <a:lnTo>
                    <a:pt x="2231743" y="615019"/>
                  </a:lnTo>
                  <a:lnTo>
                    <a:pt x="2231743" y="615044"/>
                  </a:lnTo>
                  <a:lnTo>
                    <a:pt x="2231748" y="615106"/>
                  </a:lnTo>
                  <a:lnTo>
                    <a:pt x="2231748" y="615115"/>
                  </a:lnTo>
                  <a:lnTo>
                    <a:pt x="2231742" y="615240"/>
                  </a:lnTo>
                  <a:lnTo>
                    <a:pt x="2231742" y="615268"/>
                  </a:lnTo>
                  <a:lnTo>
                    <a:pt x="2231742" y="615275"/>
                  </a:lnTo>
                  <a:lnTo>
                    <a:pt x="2231748" y="615280"/>
                  </a:lnTo>
                  <a:lnTo>
                    <a:pt x="2231756" y="615281"/>
                  </a:lnTo>
                  <a:lnTo>
                    <a:pt x="2231765" y="615281"/>
                  </a:lnTo>
                  <a:lnTo>
                    <a:pt x="2231774" y="615279"/>
                  </a:lnTo>
                  <a:lnTo>
                    <a:pt x="2231781" y="615274"/>
                  </a:lnTo>
                  <a:lnTo>
                    <a:pt x="2231784" y="615268"/>
                  </a:lnTo>
                  <a:lnTo>
                    <a:pt x="2231787" y="615261"/>
                  </a:lnTo>
                  <a:lnTo>
                    <a:pt x="2231789" y="615251"/>
                  </a:lnTo>
                  <a:lnTo>
                    <a:pt x="2231790" y="615241"/>
                  </a:lnTo>
                  <a:lnTo>
                    <a:pt x="2231793" y="615208"/>
                  </a:lnTo>
                  <a:lnTo>
                    <a:pt x="2231793" y="615192"/>
                  </a:lnTo>
                  <a:lnTo>
                    <a:pt x="2231787" y="615094"/>
                  </a:lnTo>
                  <a:lnTo>
                    <a:pt x="2231788" y="615088"/>
                  </a:lnTo>
                  <a:lnTo>
                    <a:pt x="2231791" y="615082"/>
                  </a:lnTo>
                  <a:lnTo>
                    <a:pt x="2231798" y="615077"/>
                  </a:lnTo>
                  <a:lnTo>
                    <a:pt x="2231803" y="615075"/>
                  </a:lnTo>
                  <a:lnTo>
                    <a:pt x="2231810" y="615075"/>
                  </a:lnTo>
                  <a:lnTo>
                    <a:pt x="2231819" y="615075"/>
                  </a:lnTo>
                  <a:lnTo>
                    <a:pt x="2231858" y="615080"/>
                  </a:lnTo>
                  <a:lnTo>
                    <a:pt x="2231866" y="615081"/>
                  </a:lnTo>
                  <a:lnTo>
                    <a:pt x="2231872" y="615081"/>
                  </a:lnTo>
                  <a:lnTo>
                    <a:pt x="2231882" y="615079"/>
                  </a:lnTo>
                  <a:lnTo>
                    <a:pt x="2231890" y="615074"/>
                  </a:lnTo>
                  <a:lnTo>
                    <a:pt x="2231893" y="615068"/>
                  </a:lnTo>
                  <a:lnTo>
                    <a:pt x="2231896" y="615061"/>
                  </a:lnTo>
                  <a:lnTo>
                    <a:pt x="2231899" y="615051"/>
                  </a:lnTo>
                  <a:lnTo>
                    <a:pt x="2231900" y="615041"/>
                  </a:lnTo>
                  <a:lnTo>
                    <a:pt x="2231900" y="615029"/>
                  </a:lnTo>
                  <a:lnTo>
                    <a:pt x="2231899" y="615017"/>
                  </a:lnTo>
                  <a:lnTo>
                    <a:pt x="2231897" y="615005"/>
                  </a:lnTo>
                  <a:lnTo>
                    <a:pt x="2231895" y="614995"/>
                  </a:lnTo>
                  <a:lnTo>
                    <a:pt x="2231891" y="614987"/>
                  </a:lnTo>
                  <a:lnTo>
                    <a:pt x="2231887" y="614977"/>
                  </a:lnTo>
                  <a:lnTo>
                    <a:pt x="2231886" y="614971"/>
                  </a:lnTo>
                  <a:lnTo>
                    <a:pt x="2231890" y="614967"/>
                  </a:lnTo>
                  <a:lnTo>
                    <a:pt x="2231895" y="614964"/>
                  </a:lnTo>
                  <a:lnTo>
                    <a:pt x="2231902" y="614962"/>
                  </a:lnTo>
                  <a:lnTo>
                    <a:pt x="2231911" y="614960"/>
                  </a:lnTo>
                  <a:lnTo>
                    <a:pt x="2231917" y="614954"/>
                  </a:lnTo>
                  <a:lnTo>
                    <a:pt x="2231920" y="614947"/>
                  </a:lnTo>
                  <a:lnTo>
                    <a:pt x="2231925" y="614940"/>
                  </a:lnTo>
                  <a:lnTo>
                    <a:pt x="2231930" y="614934"/>
                  </a:lnTo>
                  <a:lnTo>
                    <a:pt x="2231938" y="614927"/>
                  </a:lnTo>
                  <a:lnTo>
                    <a:pt x="2231944" y="614923"/>
                  </a:lnTo>
                  <a:lnTo>
                    <a:pt x="2231950" y="614918"/>
                  </a:lnTo>
                  <a:lnTo>
                    <a:pt x="2231957" y="614914"/>
                  </a:lnTo>
                  <a:lnTo>
                    <a:pt x="2231964" y="614911"/>
                  </a:lnTo>
                  <a:lnTo>
                    <a:pt x="2231972" y="614908"/>
                  </a:lnTo>
                  <a:lnTo>
                    <a:pt x="2231980" y="614905"/>
                  </a:lnTo>
                  <a:lnTo>
                    <a:pt x="2231991" y="614903"/>
                  </a:lnTo>
                  <a:lnTo>
                    <a:pt x="2232003" y="614901"/>
                  </a:lnTo>
                  <a:lnTo>
                    <a:pt x="2232015" y="614900"/>
                  </a:lnTo>
                  <a:lnTo>
                    <a:pt x="2232028" y="614900"/>
                  </a:lnTo>
                  <a:lnTo>
                    <a:pt x="2232040" y="614902"/>
                  </a:lnTo>
                  <a:lnTo>
                    <a:pt x="2232053" y="614905"/>
                  </a:lnTo>
                  <a:lnTo>
                    <a:pt x="2232090" y="614916"/>
                  </a:lnTo>
                  <a:lnTo>
                    <a:pt x="2232099" y="614919"/>
                  </a:lnTo>
                  <a:lnTo>
                    <a:pt x="2232106" y="614922"/>
                  </a:lnTo>
                  <a:lnTo>
                    <a:pt x="2232111" y="614924"/>
                  </a:lnTo>
                  <a:lnTo>
                    <a:pt x="2232117" y="614929"/>
                  </a:lnTo>
                  <a:lnTo>
                    <a:pt x="2232121" y="614935"/>
                  </a:lnTo>
                  <a:lnTo>
                    <a:pt x="2232120" y="614950"/>
                  </a:lnTo>
                  <a:lnTo>
                    <a:pt x="2232118" y="614971"/>
                  </a:lnTo>
                  <a:lnTo>
                    <a:pt x="2232116" y="614997"/>
                  </a:lnTo>
                  <a:lnTo>
                    <a:pt x="2232115" y="615014"/>
                  </a:lnTo>
                  <a:lnTo>
                    <a:pt x="2232113" y="615039"/>
                  </a:lnTo>
                  <a:lnTo>
                    <a:pt x="2232100" y="615093"/>
                  </a:lnTo>
                  <a:lnTo>
                    <a:pt x="2232105" y="615146"/>
                  </a:lnTo>
                  <a:lnTo>
                    <a:pt x="2232093" y="615177"/>
                  </a:lnTo>
                  <a:lnTo>
                    <a:pt x="2232006" y="615222"/>
                  </a:lnTo>
                  <a:lnTo>
                    <a:pt x="2231910" y="615286"/>
                  </a:lnTo>
                  <a:lnTo>
                    <a:pt x="2231816" y="615354"/>
                  </a:lnTo>
                  <a:lnTo>
                    <a:pt x="2231788" y="615369"/>
                  </a:lnTo>
                  <a:lnTo>
                    <a:pt x="2231679" y="615427"/>
                  </a:lnTo>
                  <a:lnTo>
                    <a:pt x="2231657" y="615439"/>
                  </a:lnTo>
                  <a:lnTo>
                    <a:pt x="2231640" y="615445"/>
                  </a:lnTo>
                  <a:lnTo>
                    <a:pt x="2231630" y="615448"/>
                  </a:lnTo>
                  <a:lnTo>
                    <a:pt x="2231619" y="615450"/>
                  </a:lnTo>
                  <a:lnTo>
                    <a:pt x="2231606" y="615453"/>
                  </a:lnTo>
                  <a:lnTo>
                    <a:pt x="2231563" y="615459"/>
                  </a:lnTo>
                  <a:lnTo>
                    <a:pt x="2231485" y="615467"/>
                  </a:lnTo>
                  <a:lnTo>
                    <a:pt x="2231449" y="615470"/>
                  </a:lnTo>
                  <a:lnTo>
                    <a:pt x="2231421" y="615472"/>
                  </a:lnTo>
                  <a:lnTo>
                    <a:pt x="2231380" y="615477"/>
                  </a:lnTo>
                  <a:lnTo>
                    <a:pt x="2231372" y="615478"/>
                  </a:lnTo>
                  <a:lnTo>
                    <a:pt x="2231345" y="615484"/>
                  </a:lnTo>
                  <a:lnTo>
                    <a:pt x="2231337" y="615486"/>
                  </a:lnTo>
                  <a:lnTo>
                    <a:pt x="2231331" y="615486"/>
                  </a:lnTo>
                  <a:lnTo>
                    <a:pt x="2231318" y="615487"/>
                  </a:lnTo>
                  <a:lnTo>
                    <a:pt x="2231311" y="615487"/>
                  </a:lnTo>
                  <a:lnTo>
                    <a:pt x="2231305" y="615487"/>
                  </a:lnTo>
                  <a:lnTo>
                    <a:pt x="2231298" y="615486"/>
                  </a:lnTo>
                  <a:lnTo>
                    <a:pt x="2231273" y="615483"/>
                  </a:lnTo>
                  <a:lnTo>
                    <a:pt x="2231233" y="615457"/>
                  </a:lnTo>
                  <a:lnTo>
                    <a:pt x="2231140" y="615472"/>
                  </a:lnTo>
                  <a:lnTo>
                    <a:pt x="2230851" y="615527"/>
                  </a:lnTo>
                  <a:lnTo>
                    <a:pt x="2230775" y="615541"/>
                  </a:lnTo>
                  <a:lnTo>
                    <a:pt x="2230719" y="615555"/>
                  </a:lnTo>
                  <a:lnTo>
                    <a:pt x="2230496" y="615612"/>
                  </a:lnTo>
                  <a:lnTo>
                    <a:pt x="2230456" y="615622"/>
                  </a:lnTo>
                  <a:lnTo>
                    <a:pt x="2230141" y="615686"/>
                  </a:lnTo>
                  <a:lnTo>
                    <a:pt x="2230111" y="615692"/>
                  </a:lnTo>
                  <a:lnTo>
                    <a:pt x="2230081" y="615698"/>
                  </a:lnTo>
                  <a:lnTo>
                    <a:pt x="2230069" y="615700"/>
                  </a:lnTo>
                  <a:lnTo>
                    <a:pt x="2230050" y="615708"/>
                  </a:lnTo>
                  <a:lnTo>
                    <a:pt x="2230011" y="615716"/>
                  </a:lnTo>
                  <a:lnTo>
                    <a:pt x="2229984" y="615723"/>
                  </a:lnTo>
                  <a:lnTo>
                    <a:pt x="2229959" y="615728"/>
                  </a:lnTo>
                  <a:lnTo>
                    <a:pt x="2229934" y="615730"/>
                  </a:lnTo>
                  <a:lnTo>
                    <a:pt x="2229914" y="615729"/>
                  </a:lnTo>
                  <a:lnTo>
                    <a:pt x="2229899" y="615729"/>
                  </a:lnTo>
                  <a:lnTo>
                    <a:pt x="2229881" y="615727"/>
                  </a:lnTo>
                  <a:lnTo>
                    <a:pt x="2229865" y="615722"/>
                  </a:lnTo>
                  <a:lnTo>
                    <a:pt x="2229857" y="615720"/>
                  </a:lnTo>
                  <a:lnTo>
                    <a:pt x="2229850" y="615719"/>
                  </a:lnTo>
                  <a:lnTo>
                    <a:pt x="2229843" y="615719"/>
                  </a:lnTo>
                  <a:lnTo>
                    <a:pt x="2229834" y="615718"/>
                  </a:lnTo>
                  <a:lnTo>
                    <a:pt x="2229824" y="615719"/>
                  </a:lnTo>
                  <a:lnTo>
                    <a:pt x="2229816" y="615719"/>
                  </a:lnTo>
                  <a:lnTo>
                    <a:pt x="2229808" y="615720"/>
                  </a:lnTo>
                  <a:lnTo>
                    <a:pt x="2229799" y="615723"/>
                  </a:lnTo>
                  <a:lnTo>
                    <a:pt x="2229786" y="615730"/>
                  </a:lnTo>
                  <a:lnTo>
                    <a:pt x="2229744" y="615754"/>
                  </a:lnTo>
                  <a:lnTo>
                    <a:pt x="2229717" y="615767"/>
                  </a:lnTo>
                  <a:lnTo>
                    <a:pt x="2229682" y="615789"/>
                  </a:lnTo>
                  <a:lnTo>
                    <a:pt x="2229659" y="615812"/>
                  </a:lnTo>
                  <a:lnTo>
                    <a:pt x="2229638" y="615836"/>
                  </a:lnTo>
                  <a:lnTo>
                    <a:pt x="2229621" y="615862"/>
                  </a:lnTo>
                  <a:lnTo>
                    <a:pt x="2229617" y="615867"/>
                  </a:lnTo>
                  <a:lnTo>
                    <a:pt x="2229613" y="615871"/>
                  </a:lnTo>
                  <a:lnTo>
                    <a:pt x="2229607" y="615878"/>
                  </a:lnTo>
                  <a:lnTo>
                    <a:pt x="2229578" y="615909"/>
                  </a:lnTo>
                  <a:lnTo>
                    <a:pt x="2229574" y="615914"/>
                  </a:lnTo>
                  <a:lnTo>
                    <a:pt x="2229565" y="615921"/>
                  </a:lnTo>
                  <a:lnTo>
                    <a:pt x="2229561" y="615926"/>
                  </a:lnTo>
                  <a:lnTo>
                    <a:pt x="2229543" y="615957"/>
                  </a:lnTo>
                  <a:lnTo>
                    <a:pt x="2229540" y="615963"/>
                  </a:lnTo>
                  <a:lnTo>
                    <a:pt x="2229535" y="615975"/>
                  </a:lnTo>
                  <a:lnTo>
                    <a:pt x="2229468" y="616098"/>
                  </a:lnTo>
                  <a:lnTo>
                    <a:pt x="2229417" y="616193"/>
                  </a:lnTo>
                  <a:lnTo>
                    <a:pt x="2229404" y="616204"/>
                  </a:lnTo>
                  <a:lnTo>
                    <a:pt x="2229397" y="616213"/>
                  </a:lnTo>
                  <a:lnTo>
                    <a:pt x="2229388" y="616227"/>
                  </a:lnTo>
                  <a:lnTo>
                    <a:pt x="2229360" y="616263"/>
                  </a:lnTo>
                  <a:lnTo>
                    <a:pt x="2229322" y="616309"/>
                  </a:lnTo>
                  <a:lnTo>
                    <a:pt x="2229314" y="616321"/>
                  </a:lnTo>
                  <a:lnTo>
                    <a:pt x="2229290" y="616358"/>
                  </a:lnTo>
                  <a:lnTo>
                    <a:pt x="2229258" y="616406"/>
                  </a:lnTo>
                  <a:lnTo>
                    <a:pt x="2229234" y="616450"/>
                  </a:lnTo>
                  <a:lnTo>
                    <a:pt x="2229217" y="616490"/>
                  </a:lnTo>
                  <a:lnTo>
                    <a:pt x="2229203" y="616527"/>
                  </a:lnTo>
                  <a:lnTo>
                    <a:pt x="2229185" y="616563"/>
                  </a:lnTo>
                  <a:lnTo>
                    <a:pt x="2229169" y="616592"/>
                  </a:lnTo>
                  <a:lnTo>
                    <a:pt x="2229150" y="616620"/>
                  </a:lnTo>
                  <a:lnTo>
                    <a:pt x="2229132" y="616646"/>
                  </a:lnTo>
                  <a:lnTo>
                    <a:pt x="2229112" y="616672"/>
                  </a:lnTo>
                  <a:lnTo>
                    <a:pt x="2229093" y="616694"/>
                  </a:lnTo>
                  <a:lnTo>
                    <a:pt x="2228964" y="616768"/>
                  </a:lnTo>
                  <a:lnTo>
                    <a:pt x="2228941" y="616781"/>
                  </a:lnTo>
                  <a:lnTo>
                    <a:pt x="2228786" y="616917"/>
                  </a:lnTo>
                  <a:lnTo>
                    <a:pt x="2228729" y="616933"/>
                  </a:lnTo>
                  <a:lnTo>
                    <a:pt x="2228272" y="617167"/>
                  </a:lnTo>
                  <a:lnTo>
                    <a:pt x="2227886" y="617316"/>
                  </a:lnTo>
                  <a:lnTo>
                    <a:pt x="2227778" y="617426"/>
                  </a:lnTo>
                  <a:lnTo>
                    <a:pt x="2227769" y="617441"/>
                  </a:lnTo>
                  <a:lnTo>
                    <a:pt x="2227683" y="617577"/>
                  </a:lnTo>
                  <a:lnTo>
                    <a:pt x="2227649" y="617631"/>
                  </a:lnTo>
                  <a:lnTo>
                    <a:pt x="2227643" y="617641"/>
                  </a:lnTo>
                  <a:lnTo>
                    <a:pt x="2227642" y="617656"/>
                  </a:lnTo>
                  <a:lnTo>
                    <a:pt x="2227644" y="617686"/>
                  </a:lnTo>
                  <a:lnTo>
                    <a:pt x="2227641" y="617697"/>
                  </a:lnTo>
                  <a:lnTo>
                    <a:pt x="2227636" y="617712"/>
                  </a:lnTo>
                  <a:lnTo>
                    <a:pt x="2227628" y="617728"/>
                  </a:lnTo>
                  <a:lnTo>
                    <a:pt x="2227617" y="617746"/>
                  </a:lnTo>
                  <a:lnTo>
                    <a:pt x="2227616" y="617751"/>
                  </a:lnTo>
                  <a:lnTo>
                    <a:pt x="2227616" y="617765"/>
                  </a:lnTo>
                  <a:lnTo>
                    <a:pt x="2227619" y="617769"/>
                  </a:lnTo>
                  <a:lnTo>
                    <a:pt x="2227484" y="617829"/>
                  </a:lnTo>
                  <a:lnTo>
                    <a:pt x="2227379" y="617850"/>
                  </a:lnTo>
                  <a:lnTo>
                    <a:pt x="2227299" y="617868"/>
                  </a:lnTo>
                  <a:lnTo>
                    <a:pt x="2227292" y="617872"/>
                  </a:lnTo>
                  <a:lnTo>
                    <a:pt x="2227289" y="617878"/>
                  </a:lnTo>
                  <a:lnTo>
                    <a:pt x="2227284" y="617883"/>
                  </a:lnTo>
                  <a:lnTo>
                    <a:pt x="2227273" y="617877"/>
                  </a:lnTo>
                  <a:lnTo>
                    <a:pt x="2227263" y="617875"/>
                  </a:lnTo>
                  <a:lnTo>
                    <a:pt x="2227252" y="617875"/>
                  </a:lnTo>
                  <a:lnTo>
                    <a:pt x="2227157" y="617902"/>
                  </a:lnTo>
                  <a:lnTo>
                    <a:pt x="2227087" y="617913"/>
                  </a:lnTo>
                  <a:lnTo>
                    <a:pt x="2227016" y="617928"/>
                  </a:lnTo>
                  <a:lnTo>
                    <a:pt x="2226974" y="617947"/>
                  </a:lnTo>
                  <a:lnTo>
                    <a:pt x="2226946" y="617968"/>
                  </a:lnTo>
                  <a:lnTo>
                    <a:pt x="2226924" y="617988"/>
                  </a:lnTo>
                  <a:lnTo>
                    <a:pt x="2226910" y="618012"/>
                  </a:lnTo>
                  <a:lnTo>
                    <a:pt x="2226876" y="618070"/>
                  </a:lnTo>
                  <a:lnTo>
                    <a:pt x="2226869" y="618132"/>
                  </a:lnTo>
                  <a:lnTo>
                    <a:pt x="2226861" y="618201"/>
                  </a:lnTo>
                  <a:lnTo>
                    <a:pt x="2226890" y="618379"/>
                  </a:lnTo>
                  <a:lnTo>
                    <a:pt x="2226841" y="618566"/>
                  </a:lnTo>
                  <a:lnTo>
                    <a:pt x="2226868" y="618620"/>
                  </a:lnTo>
                  <a:lnTo>
                    <a:pt x="2226886" y="618656"/>
                  </a:lnTo>
                  <a:lnTo>
                    <a:pt x="2226895" y="618674"/>
                  </a:lnTo>
                  <a:lnTo>
                    <a:pt x="2226907" y="618699"/>
                  </a:lnTo>
                  <a:lnTo>
                    <a:pt x="2226922" y="618717"/>
                  </a:lnTo>
                  <a:lnTo>
                    <a:pt x="2226994" y="618808"/>
                  </a:lnTo>
                  <a:lnTo>
                    <a:pt x="2227064" y="618874"/>
                  </a:lnTo>
                  <a:lnTo>
                    <a:pt x="2227155" y="618862"/>
                  </a:lnTo>
                  <a:lnTo>
                    <a:pt x="2227176" y="618859"/>
                  </a:lnTo>
                  <a:lnTo>
                    <a:pt x="2227228" y="618855"/>
                  </a:lnTo>
                  <a:lnTo>
                    <a:pt x="2227278" y="618910"/>
                  </a:lnTo>
                  <a:lnTo>
                    <a:pt x="2227356" y="618899"/>
                  </a:lnTo>
                  <a:lnTo>
                    <a:pt x="2227419" y="618872"/>
                  </a:lnTo>
                  <a:lnTo>
                    <a:pt x="2227437" y="618897"/>
                  </a:lnTo>
                  <a:lnTo>
                    <a:pt x="2227498" y="618916"/>
                  </a:lnTo>
                  <a:lnTo>
                    <a:pt x="2227512" y="618933"/>
                  </a:lnTo>
                  <a:lnTo>
                    <a:pt x="2227626" y="618952"/>
                  </a:lnTo>
                  <a:lnTo>
                    <a:pt x="2227660" y="618957"/>
                  </a:lnTo>
                  <a:lnTo>
                    <a:pt x="2227729" y="618974"/>
                  </a:lnTo>
                  <a:lnTo>
                    <a:pt x="2227753" y="618979"/>
                  </a:lnTo>
                  <a:lnTo>
                    <a:pt x="2227950" y="619003"/>
                  </a:lnTo>
                  <a:lnTo>
                    <a:pt x="2227972" y="619020"/>
                  </a:lnTo>
                  <a:lnTo>
                    <a:pt x="2228001" y="619032"/>
                  </a:lnTo>
                  <a:lnTo>
                    <a:pt x="2228012" y="619034"/>
                  </a:lnTo>
                  <a:lnTo>
                    <a:pt x="2228060" y="619048"/>
                  </a:lnTo>
                  <a:lnTo>
                    <a:pt x="2228104" y="619067"/>
                  </a:lnTo>
                  <a:lnTo>
                    <a:pt x="2228148" y="619085"/>
                  </a:lnTo>
                  <a:lnTo>
                    <a:pt x="2228180" y="619102"/>
                  </a:lnTo>
                  <a:lnTo>
                    <a:pt x="2228222" y="619129"/>
                  </a:lnTo>
                  <a:lnTo>
                    <a:pt x="2228251" y="619153"/>
                  </a:lnTo>
                  <a:lnTo>
                    <a:pt x="2228277" y="619166"/>
                  </a:lnTo>
                  <a:lnTo>
                    <a:pt x="2228313" y="619183"/>
                  </a:lnTo>
                  <a:lnTo>
                    <a:pt x="2228333" y="619190"/>
                  </a:lnTo>
                  <a:lnTo>
                    <a:pt x="2228338" y="619194"/>
                  </a:lnTo>
                  <a:lnTo>
                    <a:pt x="2228342" y="619198"/>
                  </a:lnTo>
                  <a:lnTo>
                    <a:pt x="2228347" y="619198"/>
                  </a:lnTo>
                  <a:lnTo>
                    <a:pt x="2228352" y="619199"/>
                  </a:lnTo>
                  <a:lnTo>
                    <a:pt x="2228405" y="619211"/>
                  </a:lnTo>
                  <a:lnTo>
                    <a:pt x="2228410" y="619217"/>
                  </a:lnTo>
                  <a:lnTo>
                    <a:pt x="2228418" y="619220"/>
                  </a:lnTo>
                  <a:lnTo>
                    <a:pt x="2228428" y="619222"/>
                  </a:lnTo>
                  <a:lnTo>
                    <a:pt x="2228433" y="619224"/>
                  </a:lnTo>
                  <a:lnTo>
                    <a:pt x="2228443" y="619227"/>
                  </a:lnTo>
                  <a:lnTo>
                    <a:pt x="2228449" y="619230"/>
                  </a:lnTo>
                  <a:lnTo>
                    <a:pt x="2228456" y="619232"/>
                  </a:lnTo>
                  <a:lnTo>
                    <a:pt x="2228464" y="619235"/>
                  </a:lnTo>
                  <a:lnTo>
                    <a:pt x="2228471" y="619238"/>
                  </a:lnTo>
                  <a:lnTo>
                    <a:pt x="2228482" y="619242"/>
                  </a:lnTo>
                  <a:lnTo>
                    <a:pt x="2228492" y="619248"/>
                  </a:lnTo>
                  <a:lnTo>
                    <a:pt x="2228502" y="619254"/>
                  </a:lnTo>
                  <a:lnTo>
                    <a:pt x="2228554" y="619284"/>
                  </a:lnTo>
                  <a:lnTo>
                    <a:pt x="2228615" y="619332"/>
                  </a:lnTo>
                  <a:lnTo>
                    <a:pt x="2228669" y="619402"/>
                  </a:lnTo>
                  <a:lnTo>
                    <a:pt x="2228713" y="619469"/>
                  </a:lnTo>
                  <a:lnTo>
                    <a:pt x="2228761" y="619551"/>
                  </a:lnTo>
                  <a:lnTo>
                    <a:pt x="2228773" y="619583"/>
                  </a:lnTo>
                  <a:lnTo>
                    <a:pt x="2228776" y="619593"/>
                  </a:lnTo>
                  <a:lnTo>
                    <a:pt x="2228777" y="619606"/>
                  </a:lnTo>
                  <a:lnTo>
                    <a:pt x="2228775" y="619618"/>
                  </a:lnTo>
                  <a:lnTo>
                    <a:pt x="2228775" y="619625"/>
                  </a:lnTo>
                  <a:lnTo>
                    <a:pt x="2228780" y="619635"/>
                  </a:lnTo>
                  <a:lnTo>
                    <a:pt x="2228787" y="619648"/>
                  </a:lnTo>
                  <a:lnTo>
                    <a:pt x="2228792" y="619667"/>
                  </a:lnTo>
                  <a:lnTo>
                    <a:pt x="2228809" y="619929"/>
                  </a:lnTo>
                  <a:lnTo>
                    <a:pt x="2228810" y="619945"/>
                  </a:lnTo>
                  <a:lnTo>
                    <a:pt x="2228813" y="619990"/>
                  </a:lnTo>
                  <a:lnTo>
                    <a:pt x="2228814" y="620015"/>
                  </a:lnTo>
                  <a:lnTo>
                    <a:pt x="2228814" y="620029"/>
                  </a:lnTo>
                  <a:lnTo>
                    <a:pt x="2228814" y="620036"/>
                  </a:lnTo>
                  <a:lnTo>
                    <a:pt x="2228811" y="620053"/>
                  </a:lnTo>
                  <a:lnTo>
                    <a:pt x="2228809" y="620099"/>
                  </a:lnTo>
                  <a:lnTo>
                    <a:pt x="2228807" y="620136"/>
                  </a:lnTo>
                  <a:lnTo>
                    <a:pt x="2228804" y="620158"/>
                  </a:lnTo>
                  <a:lnTo>
                    <a:pt x="2228804" y="620165"/>
                  </a:lnTo>
                  <a:lnTo>
                    <a:pt x="2228802" y="620177"/>
                  </a:lnTo>
                  <a:lnTo>
                    <a:pt x="2228798" y="620230"/>
                  </a:lnTo>
                  <a:lnTo>
                    <a:pt x="2228797" y="620237"/>
                  </a:lnTo>
                  <a:lnTo>
                    <a:pt x="2228795" y="620244"/>
                  </a:lnTo>
                  <a:lnTo>
                    <a:pt x="2228790" y="620256"/>
                  </a:lnTo>
                  <a:lnTo>
                    <a:pt x="2228788" y="620263"/>
                  </a:lnTo>
                  <a:lnTo>
                    <a:pt x="2228784" y="620279"/>
                  </a:lnTo>
                  <a:lnTo>
                    <a:pt x="2228781" y="620284"/>
                  </a:lnTo>
                  <a:lnTo>
                    <a:pt x="2228750" y="620343"/>
                  </a:lnTo>
                  <a:lnTo>
                    <a:pt x="2228684" y="620452"/>
                  </a:lnTo>
                  <a:lnTo>
                    <a:pt x="2228657" y="620467"/>
                  </a:lnTo>
                  <a:lnTo>
                    <a:pt x="2228631" y="620481"/>
                  </a:lnTo>
                  <a:lnTo>
                    <a:pt x="2228497" y="620556"/>
                  </a:lnTo>
                  <a:lnTo>
                    <a:pt x="2228454" y="620579"/>
                  </a:lnTo>
                  <a:lnTo>
                    <a:pt x="2228376" y="620614"/>
                  </a:lnTo>
                  <a:lnTo>
                    <a:pt x="2228311" y="620634"/>
                  </a:lnTo>
                  <a:lnTo>
                    <a:pt x="2228221" y="620650"/>
                  </a:lnTo>
                  <a:lnTo>
                    <a:pt x="2228157" y="620653"/>
                  </a:lnTo>
                  <a:lnTo>
                    <a:pt x="2228068" y="620655"/>
                  </a:lnTo>
                  <a:lnTo>
                    <a:pt x="2227953" y="620651"/>
                  </a:lnTo>
                  <a:lnTo>
                    <a:pt x="2227880" y="620646"/>
                  </a:lnTo>
                  <a:lnTo>
                    <a:pt x="2227869" y="620646"/>
                  </a:lnTo>
                  <a:lnTo>
                    <a:pt x="2227857" y="620646"/>
                  </a:lnTo>
                  <a:lnTo>
                    <a:pt x="2227586" y="620612"/>
                  </a:lnTo>
                  <a:lnTo>
                    <a:pt x="2227575" y="620607"/>
                  </a:lnTo>
                  <a:lnTo>
                    <a:pt x="2227480" y="620580"/>
                  </a:lnTo>
                  <a:lnTo>
                    <a:pt x="2227458" y="620579"/>
                  </a:lnTo>
                  <a:lnTo>
                    <a:pt x="2227077" y="620571"/>
                  </a:lnTo>
                  <a:lnTo>
                    <a:pt x="2227009" y="620573"/>
                  </a:lnTo>
                  <a:lnTo>
                    <a:pt x="2226978" y="620573"/>
                  </a:lnTo>
                  <a:lnTo>
                    <a:pt x="2226952" y="620574"/>
                  </a:lnTo>
                  <a:lnTo>
                    <a:pt x="2226934" y="620574"/>
                  </a:lnTo>
                  <a:lnTo>
                    <a:pt x="2226846" y="620576"/>
                  </a:lnTo>
                  <a:lnTo>
                    <a:pt x="2226744" y="620593"/>
                  </a:lnTo>
                  <a:lnTo>
                    <a:pt x="2226650" y="620608"/>
                  </a:lnTo>
                  <a:lnTo>
                    <a:pt x="2226388" y="620650"/>
                  </a:lnTo>
                  <a:lnTo>
                    <a:pt x="2226355" y="620655"/>
                  </a:lnTo>
                  <a:lnTo>
                    <a:pt x="2226042" y="620749"/>
                  </a:lnTo>
                  <a:lnTo>
                    <a:pt x="2226008" y="620759"/>
                  </a:lnTo>
                  <a:lnTo>
                    <a:pt x="2225936" y="620780"/>
                  </a:lnTo>
                  <a:lnTo>
                    <a:pt x="2225884" y="620800"/>
                  </a:lnTo>
                  <a:lnTo>
                    <a:pt x="2225877" y="620803"/>
                  </a:lnTo>
                  <a:lnTo>
                    <a:pt x="2225858" y="620807"/>
                  </a:lnTo>
                  <a:lnTo>
                    <a:pt x="2225731" y="620835"/>
                  </a:lnTo>
                  <a:lnTo>
                    <a:pt x="2225682" y="620848"/>
                  </a:lnTo>
                  <a:lnTo>
                    <a:pt x="2225448" y="620902"/>
                  </a:lnTo>
                  <a:lnTo>
                    <a:pt x="2225364" y="620921"/>
                  </a:lnTo>
                  <a:lnTo>
                    <a:pt x="2225329" y="620927"/>
                  </a:lnTo>
                  <a:lnTo>
                    <a:pt x="2225315" y="620929"/>
                  </a:lnTo>
                  <a:lnTo>
                    <a:pt x="2225083" y="620967"/>
                  </a:lnTo>
                  <a:lnTo>
                    <a:pt x="2225032" y="620976"/>
                  </a:lnTo>
                  <a:lnTo>
                    <a:pt x="2224806" y="620939"/>
                  </a:lnTo>
                  <a:lnTo>
                    <a:pt x="2224763" y="620933"/>
                  </a:lnTo>
                  <a:lnTo>
                    <a:pt x="2224745" y="620931"/>
                  </a:lnTo>
                  <a:lnTo>
                    <a:pt x="2224693" y="620923"/>
                  </a:lnTo>
                  <a:lnTo>
                    <a:pt x="2224603" y="620860"/>
                  </a:lnTo>
                  <a:lnTo>
                    <a:pt x="2224528" y="620775"/>
                  </a:lnTo>
                  <a:lnTo>
                    <a:pt x="2224501" y="620723"/>
                  </a:lnTo>
                  <a:lnTo>
                    <a:pt x="2224471" y="620666"/>
                  </a:lnTo>
                  <a:lnTo>
                    <a:pt x="2224469" y="620651"/>
                  </a:lnTo>
                  <a:lnTo>
                    <a:pt x="2224423" y="620325"/>
                  </a:lnTo>
                  <a:lnTo>
                    <a:pt x="2224406" y="620317"/>
                  </a:lnTo>
                  <a:lnTo>
                    <a:pt x="2224402" y="620318"/>
                  </a:lnTo>
                  <a:lnTo>
                    <a:pt x="2224397" y="620319"/>
                  </a:lnTo>
                  <a:lnTo>
                    <a:pt x="2224381" y="620328"/>
                  </a:lnTo>
                  <a:lnTo>
                    <a:pt x="2224291" y="620392"/>
                  </a:lnTo>
                  <a:lnTo>
                    <a:pt x="2224235" y="620375"/>
                  </a:lnTo>
                  <a:lnTo>
                    <a:pt x="2224204" y="620366"/>
                  </a:lnTo>
                  <a:lnTo>
                    <a:pt x="2224173" y="620374"/>
                  </a:lnTo>
                  <a:lnTo>
                    <a:pt x="2224095" y="620341"/>
                  </a:lnTo>
                  <a:lnTo>
                    <a:pt x="2224053" y="620323"/>
                  </a:lnTo>
                  <a:lnTo>
                    <a:pt x="2223933" y="620328"/>
                  </a:lnTo>
                  <a:lnTo>
                    <a:pt x="2223857" y="620333"/>
                  </a:lnTo>
                  <a:lnTo>
                    <a:pt x="2223834" y="620334"/>
                  </a:lnTo>
                  <a:lnTo>
                    <a:pt x="2223824" y="620335"/>
                  </a:lnTo>
                  <a:lnTo>
                    <a:pt x="2223814" y="620337"/>
                  </a:lnTo>
                  <a:lnTo>
                    <a:pt x="2223686" y="620366"/>
                  </a:lnTo>
                  <a:lnTo>
                    <a:pt x="2223520" y="620350"/>
                  </a:lnTo>
                  <a:lnTo>
                    <a:pt x="2223514" y="620346"/>
                  </a:lnTo>
                  <a:lnTo>
                    <a:pt x="2223446" y="620307"/>
                  </a:lnTo>
                  <a:lnTo>
                    <a:pt x="2223441" y="620303"/>
                  </a:lnTo>
                  <a:lnTo>
                    <a:pt x="2223423" y="620289"/>
                  </a:lnTo>
                  <a:lnTo>
                    <a:pt x="2223411" y="620279"/>
                  </a:lnTo>
                  <a:lnTo>
                    <a:pt x="2223399" y="620270"/>
                  </a:lnTo>
                  <a:lnTo>
                    <a:pt x="2223386" y="620263"/>
                  </a:lnTo>
                  <a:lnTo>
                    <a:pt x="2223377" y="620258"/>
                  </a:lnTo>
                  <a:lnTo>
                    <a:pt x="2223372" y="620255"/>
                  </a:lnTo>
                  <a:lnTo>
                    <a:pt x="2223366" y="620253"/>
                  </a:lnTo>
                  <a:lnTo>
                    <a:pt x="2223359" y="620251"/>
                  </a:lnTo>
                  <a:lnTo>
                    <a:pt x="2223352" y="620249"/>
                  </a:lnTo>
                  <a:lnTo>
                    <a:pt x="2223346" y="620248"/>
                  </a:lnTo>
                  <a:lnTo>
                    <a:pt x="2223341" y="620248"/>
                  </a:lnTo>
                  <a:lnTo>
                    <a:pt x="2223335" y="620247"/>
                  </a:lnTo>
                  <a:lnTo>
                    <a:pt x="2223329" y="620248"/>
                  </a:lnTo>
                  <a:lnTo>
                    <a:pt x="2223321" y="620249"/>
                  </a:lnTo>
                  <a:lnTo>
                    <a:pt x="2223314" y="620250"/>
                  </a:lnTo>
                  <a:lnTo>
                    <a:pt x="2223308" y="620251"/>
                  </a:lnTo>
                  <a:lnTo>
                    <a:pt x="2223299" y="620253"/>
                  </a:lnTo>
                  <a:lnTo>
                    <a:pt x="2223291" y="620256"/>
                  </a:lnTo>
                  <a:lnTo>
                    <a:pt x="2223283" y="620259"/>
                  </a:lnTo>
                  <a:lnTo>
                    <a:pt x="2223276" y="620263"/>
                  </a:lnTo>
                  <a:lnTo>
                    <a:pt x="2223258" y="620282"/>
                  </a:lnTo>
                  <a:lnTo>
                    <a:pt x="2223238" y="620302"/>
                  </a:lnTo>
                  <a:lnTo>
                    <a:pt x="2223200" y="620342"/>
                  </a:lnTo>
                  <a:lnTo>
                    <a:pt x="2223190" y="620368"/>
                  </a:lnTo>
                  <a:lnTo>
                    <a:pt x="2223170" y="620420"/>
                  </a:lnTo>
                  <a:lnTo>
                    <a:pt x="2223168" y="620438"/>
                  </a:lnTo>
                  <a:lnTo>
                    <a:pt x="2223155" y="620521"/>
                  </a:lnTo>
                  <a:lnTo>
                    <a:pt x="2223152" y="620535"/>
                  </a:lnTo>
                  <a:lnTo>
                    <a:pt x="2223155" y="620580"/>
                  </a:lnTo>
                  <a:lnTo>
                    <a:pt x="2223157" y="620608"/>
                  </a:lnTo>
                  <a:lnTo>
                    <a:pt x="2223170" y="620842"/>
                  </a:lnTo>
                  <a:lnTo>
                    <a:pt x="2223166" y="621025"/>
                  </a:lnTo>
                  <a:lnTo>
                    <a:pt x="2223165" y="621057"/>
                  </a:lnTo>
                  <a:lnTo>
                    <a:pt x="2223156" y="621078"/>
                  </a:lnTo>
                  <a:lnTo>
                    <a:pt x="2223047" y="621324"/>
                  </a:lnTo>
                  <a:lnTo>
                    <a:pt x="2222976" y="621445"/>
                  </a:lnTo>
                  <a:lnTo>
                    <a:pt x="2222946" y="621496"/>
                  </a:lnTo>
                  <a:lnTo>
                    <a:pt x="2222929" y="621536"/>
                  </a:lnTo>
                  <a:lnTo>
                    <a:pt x="2222927" y="621543"/>
                  </a:lnTo>
                  <a:lnTo>
                    <a:pt x="2222982" y="621647"/>
                  </a:lnTo>
                  <a:lnTo>
                    <a:pt x="2222990" y="621669"/>
                  </a:lnTo>
                  <a:lnTo>
                    <a:pt x="2222997" y="621690"/>
                  </a:lnTo>
                  <a:lnTo>
                    <a:pt x="2223001" y="621698"/>
                  </a:lnTo>
                  <a:lnTo>
                    <a:pt x="2223002" y="621711"/>
                  </a:lnTo>
                  <a:lnTo>
                    <a:pt x="2222999" y="621721"/>
                  </a:lnTo>
                  <a:lnTo>
                    <a:pt x="2222991" y="621734"/>
                  </a:lnTo>
                  <a:lnTo>
                    <a:pt x="2222983" y="621757"/>
                  </a:lnTo>
                  <a:lnTo>
                    <a:pt x="2222977" y="621780"/>
                  </a:lnTo>
                  <a:lnTo>
                    <a:pt x="2222957" y="621839"/>
                  </a:lnTo>
                  <a:lnTo>
                    <a:pt x="2222952" y="621850"/>
                  </a:lnTo>
                  <a:lnTo>
                    <a:pt x="2222948" y="621857"/>
                  </a:lnTo>
                  <a:lnTo>
                    <a:pt x="2222943" y="621862"/>
                  </a:lnTo>
                  <a:lnTo>
                    <a:pt x="2222927" y="621899"/>
                  </a:lnTo>
                  <a:lnTo>
                    <a:pt x="2222923" y="621907"/>
                  </a:lnTo>
                  <a:lnTo>
                    <a:pt x="2222916" y="621920"/>
                  </a:lnTo>
                  <a:lnTo>
                    <a:pt x="2222912" y="621925"/>
                  </a:lnTo>
                  <a:lnTo>
                    <a:pt x="2222912" y="621931"/>
                  </a:lnTo>
                  <a:lnTo>
                    <a:pt x="2222850" y="622015"/>
                  </a:lnTo>
                  <a:lnTo>
                    <a:pt x="2222831" y="622031"/>
                  </a:lnTo>
                  <a:lnTo>
                    <a:pt x="2222827" y="622035"/>
                  </a:lnTo>
                  <a:lnTo>
                    <a:pt x="2222822" y="622040"/>
                  </a:lnTo>
                  <a:lnTo>
                    <a:pt x="2222818" y="622045"/>
                  </a:lnTo>
                  <a:lnTo>
                    <a:pt x="2222811" y="622054"/>
                  </a:lnTo>
                  <a:lnTo>
                    <a:pt x="2222791" y="622084"/>
                  </a:lnTo>
                  <a:lnTo>
                    <a:pt x="2222776" y="622118"/>
                  </a:lnTo>
                  <a:lnTo>
                    <a:pt x="2222753" y="622172"/>
                  </a:lnTo>
                  <a:lnTo>
                    <a:pt x="2222728" y="622232"/>
                  </a:lnTo>
                  <a:lnTo>
                    <a:pt x="2222725" y="622241"/>
                  </a:lnTo>
                  <a:lnTo>
                    <a:pt x="2222721" y="622253"/>
                  </a:lnTo>
                  <a:lnTo>
                    <a:pt x="2222718" y="622260"/>
                  </a:lnTo>
                  <a:lnTo>
                    <a:pt x="2222716" y="622265"/>
                  </a:lnTo>
                  <a:lnTo>
                    <a:pt x="2222706" y="622279"/>
                  </a:lnTo>
                  <a:lnTo>
                    <a:pt x="2222700" y="622288"/>
                  </a:lnTo>
                  <a:lnTo>
                    <a:pt x="2222695" y="622295"/>
                  </a:lnTo>
                  <a:lnTo>
                    <a:pt x="2222691" y="622301"/>
                  </a:lnTo>
                  <a:lnTo>
                    <a:pt x="2222690" y="622306"/>
                  </a:lnTo>
                  <a:lnTo>
                    <a:pt x="2222689" y="622311"/>
                  </a:lnTo>
                  <a:lnTo>
                    <a:pt x="2222686" y="622329"/>
                  </a:lnTo>
                  <a:lnTo>
                    <a:pt x="2222684" y="622338"/>
                  </a:lnTo>
                  <a:lnTo>
                    <a:pt x="2222682" y="622343"/>
                  </a:lnTo>
                  <a:lnTo>
                    <a:pt x="2222673" y="622359"/>
                  </a:lnTo>
                  <a:lnTo>
                    <a:pt x="2222663" y="622377"/>
                  </a:lnTo>
                  <a:lnTo>
                    <a:pt x="2222646" y="622408"/>
                  </a:lnTo>
                  <a:lnTo>
                    <a:pt x="2222606" y="622479"/>
                  </a:lnTo>
                  <a:lnTo>
                    <a:pt x="2222601" y="622489"/>
                  </a:lnTo>
                  <a:lnTo>
                    <a:pt x="2222597" y="622495"/>
                  </a:lnTo>
                  <a:lnTo>
                    <a:pt x="2222597" y="622504"/>
                  </a:lnTo>
                  <a:lnTo>
                    <a:pt x="2222603" y="622511"/>
                  </a:lnTo>
                  <a:lnTo>
                    <a:pt x="2222608" y="622516"/>
                  </a:lnTo>
                  <a:lnTo>
                    <a:pt x="2222615" y="622520"/>
                  </a:lnTo>
                  <a:lnTo>
                    <a:pt x="2222620" y="622524"/>
                  </a:lnTo>
                  <a:lnTo>
                    <a:pt x="2222622" y="622529"/>
                  </a:lnTo>
                  <a:lnTo>
                    <a:pt x="2222616" y="622532"/>
                  </a:lnTo>
                  <a:lnTo>
                    <a:pt x="2222610" y="622532"/>
                  </a:lnTo>
                  <a:lnTo>
                    <a:pt x="2222604" y="622532"/>
                  </a:lnTo>
                  <a:lnTo>
                    <a:pt x="2222599" y="622532"/>
                  </a:lnTo>
                  <a:lnTo>
                    <a:pt x="2222587" y="622531"/>
                  </a:lnTo>
                  <a:lnTo>
                    <a:pt x="2222580" y="622533"/>
                  </a:lnTo>
                  <a:lnTo>
                    <a:pt x="2222576" y="622536"/>
                  </a:lnTo>
                  <a:lnTo>
                    <a:pt x="2222572" y="622540"/>
                  </a:lnTo>
                  <a:lnTo>
                    <a:pt x="2222568" y="622544"/>
                  </a:lnTo>
                  <a:lnTo>
                    <a:pt x="2222565" y="622549"/>
                  </a:lnTo>
                  <a:lnTo>
                    <a:pt x="2222555" y="622566"/>
                  </a:lnTo>
                  <a:lnTo>
                    <a:pt x="2222551" y="622572"/>
                  </a:lnTo>
                  <a:lnTo>
                    <a:pt x="2222534" y="622595"/>
                  </a:lnTo>
                  <a:lnTo>
                    <a:pt x="2222521" y="622611"/>
                  </a:lnTo>
                  <a:lnTo>
                    <a:pt x="2222517" y="622615"/>
                  </a:lnTo>
                  <a:lnTo>
                    <a:pt x="2222513" y="622620"/>
                  </a:lnTo>
                  <a:lnTo>
                    <a:pt x="2222510" y="622624"/>
                  </a:lnTo>
                  <a:lnTo>
                    <a:pt x="2222505" y="622632"/>
                  </a:lnTo>
                  <a:lnTo>
                    <a:pt x="2222499" y="622644"/>
                  </a:lnTo>
                  <a:lnTo>
                    <a:pt x="2222490" y="622661"/>
                  </a:lnTo>
                  <a:lnTo>
                    <a:pt x="2222485" y="622670"/>
                  </a:lnTo>
                  <a:lnTo>
                    <a:pt x="2222482" y="622674"/>
                  </a:lnTo>
                  <a:lnTo>
                    <a:pt x="2222477" y="622679"/>
                  </a:lnTo>
                  <a:lnTo>
                    <a:pt x="2222470" y="622686"/>
                  </a:lnTo>
                  <a:lnTo>
                    <a:pt x="2222445" y="622711"/>
                  </a:lnTo>
                  <a:lnTo>
                    <a:pt x="2222439" y="622717"/>
                  </a:lnTo>
                  <a:lnTo>
                    <a:pt x="2222434" y="622721"/>
                  </a:lnTo>
                  <a:lnTo>
                    <a:pt x="2222320" y="622772"/>
                  </a:lnTo>
                  <a:lnTo>
                    <a:pt x="2222313" y="622775"/>
                  </a:lnTo>
                  <a:lnTo>
                    <a:pt x="2222288" y="622791"/>
                  </a:lnTo>
                  <a:lnTo>
                    <a:pt x="2222281" y="622796"/>
                  </a:lnTo>
                  <a:lnTo>
                    <a:pt x="2222271" y="622800"/>
                  </a:lnTo>
                  <a:lnTo>
                    <a:pt x="2222265" y="622802"/>
                  </a:lnTo>
                  <a:lnTo>
                    <a:pt x="2222253" y="622806"/>
                  </a:lnTo>
                  <a:lnTo>
                    <a:pt x="2222247" y="622810"/>
                  </a:lnTo>
                  <a:lnTo>
                    <a:pt x="2222240" y="622814"/>
                  </a:lnTo>
                  <a:lnTo>
                    <a:pt x="2222228" y="622821"/>
                  </a:lnTo>
                  <a:lnTo>
                    <a:pt x="2222211" y="622832"/>
                  </a:lnTo>
                  <a:lnTo>
                    <a:pt x="2222206" y="622834"/>
                  </a:lnTo>
                  <a:lnTo>
                    <a:pt x="2222198" y="622837"/>
                  </a:lnTo>
                  <a:lnTo>
                    <a:pt x="2222186" y="622841"/>
                  </a:lnTo>
                  <a:lnTo>
                    <a:pt x="2222120" y="622862"/>
                  </a:lnTo>
                  <a:lnTo>
                    <a:pt x="2222080" y="622872"/>
                  </a:lnTo>
                  <a:lnTo>
                    <a:pt x="2222015" y="622890"/>
                  </a:lnTo>
                  <a:lnTo>
                    <a:pt x="2222006" y="622894"/>
                  </a:lnTo>
                  <a:lnTo>
                    <a:pt x="2221998" y="622896"/>
                  </a:lnTo>
                  <a:lnTo>
                    <a:pt x="2221984" y="622899"/>
                  </a:lnTo>
                  <a:lnTo>
                    <a:pt x="2221819" y="622917"/>
                  </a:lnTo>
                  <a:lnTo>
                    <a:pt x="2221812" y="622917"/>
                  </a:lnTo>
                  <a:lnTo>
                    <a:pt x="2221663" y="622901"/>
                  </a:lnTo>
                  <a:lnTo>
                    <a:pt x="2221497" y="622901"/>
                  </a:lnTo>
                  <a:lnTo>
                    <a:pt x="2221380" y="622897"/>
                  </a:lnTo>
                  <a:lnTo>
                    <a:pt x="2221342" y="622896"/>
                  </a:lnTo>
                  <a:lnTo>
                    <a:pt x="2221327" y="622895"/>
                  </a:lnTo>
                  <a:lnTo>
                    <a:pt x="2221303" y="622895"/>
                  </a:lnTo>
                  <a:lnTo>
                    <a:pt x="2221279" y="622889"/>
                  </a:lnTo>
                  <a:lnTo>
                    <a:pt x="2221164" y="622862"/>
                  </a:lnTo>
                  <a:lnTo>
                    <a:pt x="2221140" y="622857"/>
                  </a:lnTo>
                  <a:lnTo>
                    <a:pt x="2221120" y="622853"/>
                  </a:lnTo>
                  <a:lnTo>
                    <a:pt x="2221114" y="622852"/>
                  </a:lnTo>
                  <a:lnTo>
                    <a:pt x="2221109" y="622850"/>
                  </a:lnTo>
                  <a:lnTo>
                    <a:pt x="2221100" y="622847"/>
                  </a:lnTo>
                  <a:lnTo>
                    <a:pt x="2221089" y="622842"/>
                  </a:lnTo>
                  <a:lnTo>
                    <a:pt x="2221037" y="622822"/>
                  </a:lnTo>
                  <a:lnTo>
                    <a:pt x="2220975" y="622794"/>
                  </a:lnTo>
                  <a:lnTo>
                    <a:pt x="2220945" y="622784"/>
                  </a:lnTo>
                  <a:lnTo>
                    <a:pt x="2220898" y="622772"/>
                  </a:lnTo>
                  <a:lnTo>
                    <a:pt x="2220855" y="622756"/>
                  </a:lnTo>
                  <a:lnTo>
                    <a:pt x="2220826" y="622746"/>
                  </a:lnTo>
                  <a:lnTo>
                    <a:pt x="2220800" y="622739"/>
                  </a:lnTo>
                  <a:lnTo>
                    <a:pt x="2220793" y="622738"/>
                  </a:lnTo>
                  <a:lnTo>
                    <a:pt x="2220777" y="622738"/>
                  </a:lnTo>
                  <a:lnTo>
                    <a:pt x="2220771" y="622735"/>
                  </a:lnTo>
                  <a:lnTo>
                    <a:pt x="2220765" y="622729"/>
                  </a:lnTo>
                  <a:lnTo>
                    <a:pt x="2220759" y="622725"/>
                  </a:lnTo>
                  <a:lnTo>
                    <a:pt x="2220752" y="622721"/>
                  </a:lnTo>
                  <a:lnTo>
                    <a:pt x="2220746" y="622719"/>
                  </a:lnTo>
                  <a:lnTo>
                    <a:pt x="2220644" y="622689"/>
                  </a:lnTo>
                  <a:lnTo>
                    <a:pt x="2220637" y="622687"/>
                  </a:lnTo>
                  <a:lnTo>
                    <a:pt x="2220631" y="622686"/>
                  </a:lnTo>
                  <a:lnTo>
                    <a:pt x="2220548" y="622686"/>
                  </a:lnTo>
                  <a:lnTo>
                    <a:pt x="2220484" y="622662"/>
                  </a:lnTo>
                  <a:lnTo>
                    <a:pt x="2220415" y="622654"/>
                  </a:lnTo>
                  <a:lnTo>
                    <a:pt x="2220385" y="622651"/>
                  </a:lnTo>
                  <a:lnTo>
                    <a:pt x="2220373" y="622655"/>
                  </a:lnTo>
                  <a:lnTo>
                    <a:pt x="2220366" y="622658"/>
                  </a:lnTo>
                  <a:lnTo>
                    <a:pt x="2220355" y="622660"/>
                  </a:lnTo>
                  <a:lnTo>
                    <a:pt x="2220350" y="622661"/>
                  </a:lnTo>
                  <a:lnTo>
                    <a:pt x="2220344" y="622664"/>
                  </a:lnTo>
                  <a:lnTo>
                    <a:pt x="2220339" y="622669"/>
                  </a:lnTo>
                  <a:lnTo>
                    <a:pt x="2220335" y="622673"/>
                  </a:lnTo>
                  <a:lnTo>
                    <a:pt x="2220331" y="622678"/>
                  </a:lnTo>
                  <a:lnTo>
                    <a:pt x="2220328" y="622684"/>
                  </a:lnTo>
                  <a:lnTo>
                    <a:pt x="2220325" y="622690"/>
                  </a:lnTo>
                  <a:lnTo>
                    <a:pt x="2220196" y="622712"/>
                  </a:lnTo>
                  <a:lnTo>
                    <a:pt x="2220191" y="622711"/>
                  </a:lnTo>
                  <a:lnTo>
                    <a:pt x="2220187" y="622710"/>
                  </a:lnTo>
                  <a:lnTo>
                    <a:pt x="2220182" y="622710"/>
                  </a:lnTo>
                  <a:lnTo>
                    <a:pt x="2220176" y="622710"/>
                  </a:lnTo>
                  <a:lnTo>
                    <a:pt x="2220170" y="622711"/>
                  </a:lnTo>
                  <a:lnTo>
                    <a:pt x="2220164" y="622711"/>
                  </a:lnTo>
                  <a:lnTo>
                    <a:pt x="2220148" y="622714"/>
                  </a:lnTo>
                  <a:lnTo>
                    <a:pt x="2220144" y="622714"/>
                  </a:lnTo>
                  <a:lnTo>
                    <a:pt x="2220131" y="622715"/>
                  </a:lnTo>
                  <a:lnTo>
                    <a:pt x="2220126" y="622715"/>
                  </a:lnTo>
                  <a:lnTo>
                    <a:pt x="2220113" y="622718"/>
                  </a:lnTo>
                  <a:lnTo>
                    <a:pt x="2220101" y="622719"/>
                  </a:lnTo>
                  <a:lnTo>
                    <a:pt x="2220086" y="622724"/>
                  </a:lnTo>
                  <a:lnTo>
                    <a:pt x="2220081" y="622726"/>
                  </a:lnTo>
                  <a:lnTo>
                    <a:pt x="2220075" y="622729"/>
                  </a:lnTo>
                  <a:lnTo>
                    <a:pt x="2220070" y="622731"/>
                  </a:lnTo>
                  <a:lnTo>
                    <a:pt x="2220055" y="622734"/>
                  </a:lnTo>
                  <a:lnTo>
                    <a:pt x="2220050" y="622735"/>
                  </a:lnTo>
                  <a:lnTo>
                    <a:pt x="2220046" y="622737"/>
                  </a:lnTo>
                  <a:lnTo>
                    <a:pt x="2220041" y="622739"/>
                  </a:lnTo>
                  <a:lnTo>
                    <a:pt x="2220033" y="622743"/>
                  </a:lnTo>
                  <a:lnTo>
                    <a:pt x="2220026" y="622746"/>
                  </a:lnTo>
                  <a:lnTo>
                    <a:pt x="2220018" y="622750"/>
                  </a:lnTo>
                  <a:lnTo>
                    <a:pt x="2220011" y="622751"/>
                  </a:lnTo>
                  <a:lnTo>
                    <a:pt x="2219976" y="622758"/>
                  </a:lnTo>
                  <a:lnTo>
                    <a:pt x="2219970" y="622759"/>
                  </a:lnTo>
                  <a:lnTo>
                    <a:pt x="2219959" y="622760"/>
                  </a:lnTo>
                  <a:lnTo>
                    <a:pt x="2219953" y="622760"/>
                  </a:lnTo>
                  <a:lnTo>
                    <a:pt x="2219947" y="622762"/>
                  </a:lnTo>
                  <a:lnTo>
                    <a:pt x="2219806" y="622788"/>
                  </a:lnTo>
                  <a:lnTo>
                    <a:pt x="2219793" y="622800"/>
                  </a:lnTo>
                  <a:lnTo>
                    <a:pt x="2219779" y="622819"/>
                  </a:lnTo>
                  <a:lnTo>
                    <a:pt x="2219775" y="622830"/>
                  </a:lnTo>
                  <a:lnTo>
                    <a:pt x="2219740" y="622855"/>
                  </a:lnTo>
                  <a:lnTo>
                    <a:pt x="2219698" y="622884"/>
                  </a:lnTo>
                  <a:lnTo>
                    <a:pt x="2219677" y="622904"/>
                  </a:lnTo>
                  <a:lnTo>
                    <a:pt x="2219644" y="622935"/>
                  </a:lnTo>
                  <a:lnTo>
                    <a:pt x="2219637" y="622934"/>
                  </a:lnTo>
                  <a:lnTo>
                    <a:pt x="2219630" y="622935"/>
                  </a:lnTo>
                  <a:lnTo>
                    <a:pt x="2219612" y="622945"/>
                  </a:lnTo>
                  <a:lnTo>
                    <a:pt x="2219605" y="622949"/>
                  </a:lnTo>
                  <a:lnTo>
                    <a:pt x="2219594" y="622957"/>
                  </a:lnTo>
                  <a:lnTo>
                    <a:pt x="2219583" y="622965"/>
                  </a:lnTo>
                  <a:lnTo>
                    <a:pt x="2219575" y="622972"/>
                  </a:lnTo>
                  <a:lnTo>
                    <a:pt x="2219567" y="622978"/>
                  </a:lnTo>
                  <a:lnTo>
                    <a:pt x="2219463" y="623044"/>
                  </a:lnTo>
                  <a:lnTo>
                    <a:pt x="2219457" y="623048"/>
                  </a:lnTo>
                  <a:lnTo>
                    <a:pt x="2219453" y="623052"/>
                  </a:lnTo>
                  <a:lnTo>
                    <a:pt x="2219449" y="623056"/>
                  </a:lnTo>
                  <a:lnTo>
                    <a:pt x="2219444" y="623061"/>
                  </a:lnTo>
                  <a:lnTo>
                    <a:pt x="2219424" y="623088"/>
                  </a:lnTo>
                  <a:lnTo>
                    <a:pt x="2219392" y="623126"/>
                  </a:lnTo>
                  <a:lnTo>
                    <a:pt x="2219384" y="623135"/>
                  </a:lnTo>
                  <a:lnTo>
                    <a:pt x="2219365" y="623152"/>
                  </a:lnTo>
                  <a:lnTo>
                    <a:pt x="2219361" y="623156"/>
                  </a:lnTo>
                  <a:lnTo>
                    <a:pt x="2219358" y="623160"/>
                  </a:lnTo>
                  <a:lnTo>
                    <a:pt x="2219342" y="623180"/>
                  </a:lnTo>
                  <a:lnTo>
                    <a:pt x="2219313" y="623218"/>
                  </a:lnTo>
                  <a:lnTo>
                    <a:pt x="2219308" y="623221"/>
                  </a:lnTo>
                  <a:lnTo>
                    <a:pt x="2219304" y="623225"/>
                  </a:lnTo>
                  <a:lnTo>
                    <a:pt x="2219300" y="623229"/>
                  </a:lnTo>
                  <a:lnTo>
                    <a:pt x="2219296" y="623234"/>
                  </a:lnTo>
                  <a:lnTo>
                    <a:pt x="2219292" y="623239"/>
                  </a:lnTo>
                  <a:lnTo>
                    <a:pt x="2219289" y="623244"/>
                  </a:lnTo>
                  <a:lnTo>
                    <a:pt x="2219286" y="623249"/>
                  </a:lnTo>
                  <a:lnTo>
                    <a:pt x="2219283" y="623255"/>
                  </a:lnTo>
                  <a:lnTo>
                    <a:pt x="2219282" y="623261"/>
                  </a:lnTo>
                  <a:lnTo>
                    <a:pt x="2219284" y="623266"/>
                  </a:lnTo>
                  <a:lnTo>
                    <a:pt x="2219303" y="623290"/>
                  </a:lnTo>
                  <a:lnTo>
                    <a:pt x="2219311" y="623303"/>
                  </a:lnTo>
                  <a:lnTo>
                    <a:pt x="2219314" y="623308"/>
                  </a:lnTo>
                  <a:lnTo>
                    <a:pt x="2219314" y="623314"/>
                  </a:lnTo>
                  <a:lnTo>
                    <a:pt x="2219311" y="623318"/>
                  </a:lnTo>
                  <a:lnTo>
                    <a:pt x="2219277" y="623310"/>
                  </a:lnTo>
                  <a:lnTo>
                    <a:pt x="2219272" y="623309"/>
                  </a:lnTo>
                  <a:lnTo>
                    <a:pt x="2219262" y="623305"/>
                  </a:lnTo>
                  <a:lnTo>
                    <a:pt x="2219258" y="623305"/>
                  </a:lnTo>
                  <a:lnTo>
                    <a:pt x="2219253" y="623307"/>
                  </a:lnTo>
                  <a:lnTo>
                    <a:pt x="2219249" y="623312"/>
                  </a:lnTo>
                  <a:lnTo>
                    <a:pt x="2219245" y="623317"/>
                  </a:lnTo>
                  <a:lnTo>
                    <a:pt x="2219240" y="623325"/>
                  </a:lnTo>
                  <a:lnTo>
                    <a:pt x="2219237" y="623331"/>
                  </a:lnTo>
                  <a:lnTo>
                    <a:pt x="2219231" y="623346"/>
                  </a:lnTo>
                  <a:lnTo>
                    <a:pt x="2219228" y="623353"/>
                  </a:lnTo>
                  <a:lnTo>
                    <a:pt x="2219229" y="623360"/>
                  </a:lnTo>
                  <a:lnTo>
                    <a:pt x="2219242" y="623365"/>
                  </a:lnTo>
                  <a:lnTo>
                    <a:pt x="2219241" y="623370"/>
                  </a:lnTo>
                  <a:lnTo>
                    <a:pt x="2219237" y="623373"/>
                  </a:lnTo>
                  <a:lnTo>
                    <a:pt x="2219230" y="623378"/>
                  </a:lnTo>
                  <a:lnTo>
                    <a:pt x="2219226" y="623381"/>
                  </a:lnTo>
                  <a:lnTo>
                    <a:pt x="2219221" y="623383"/>
                  </a:lnTo>
                  <a:lnTo>
                    <a:pt x="2219215" y="623385"/>
                  </a:lnTo>
                  <a:lnTo>
                    <a:pt x="2219211" y="623387"/>
                  </a:lnTo>
                  <a:lnTo>
                    <a:pt x="2219207" y="623392"/>
                  </a:lnTo>
                  <a:lnTo>
                    <a:pt x="2219204" y="623397"/>
                  </a:lnTo>
                  <a:lnTo>
                    <a:pt x="2219201" y="623404"/>
                  </a:lnTo>
                  <a:lnTo>
                    <a:pt x="2219195" y="623416"/>
                  </a:lnTo>
                  <a:lnTo>
                    <a:pt x="2219192" y="623421"/>
                  </a:lnTo>
                  <a:lnTo>
                    <a:pt x="2219188" y="623427"/>
                  </a:lnTo>
                  <a:lnTo>
                    <a:pt x="2219182" y="623434"/>
                  </a:lnTo>
                  <a:lnTo>
                    <a:pt x="2219179" y="623440"/>
                  </a:lnTo>
                  <a:lnTo>
                    <a:pt x="2219177" y="623450"/>
                  </a:lnTo>
                  <a:lnTo>
                    <a:pt x="2219175" y="623456"/>
                  </a:lnTo>
                  <a:lnTo>
                    <a:pt x="2219172" y="623462"/>
                  </a:lnTo>
                  <a:lnTo>
                    <a:pt x="2219137" y="623522"/>
                  </a:lnTo>
                  <a:lnTo>
                    <a:pt x="2219097" y="623593"/>
                  </a:lnTo>
                  <a:lnTo>
                    <a:pt x="2219039" y="623638"/>
                  </a:lnTo>
                  <a:lnTo>
                    <a:pt x="2219034" y="623641"/>
                  </a:lnTo>
                  <a:lnTo>
                    <a:pt x="2219004" y="623712"/>
                  </a:lnTo>
                  <a:lnTo>
                    <a:pt x="2218999" y="623725"/>
                  </a:lnTo>
                  <a:lnTo>
                    <a:pt x="2218981" y="623767"/>
                  </a:lnTo>
                  <a:lnTo>
                    <a:pt x="2218978" y="623774"/>
                  </a:lnTo>
                  <a:lnTo>
                    <a:pt x="2218975" y="623804"/>
                  </a:lnTo>
                  <a:lnTo>
                    <a:pt x="2218974" y="623814"/>
                  </a:lnTo>
                  <a:lnTo>
                    <a:pt x="2218970" y="623847"/>
                  </a:lnTo>
                  <a:lnTo>
                    <a:pt x="2218938" y="623916"/>
                  </a:lnTo>
                  <a:lnTo>
                    <a:pt x="2218934" y="623945"/>
                  </a:lnTo>
                  <a:lnTo>
                    <a:pt x="2218931" y="623964"/>
                  </a:lnTo>
                  <a:lnTo>
                    <a:pt x="2218959" y="623976"/>
                  </a:lnTo>
                  <a:lnTo>
                    <a:pt x="2219001" y="623976"/>
                  </a:lnTo>
                  <a:lnTo>
                    <a:pt x="2219005" y="623979"/>
                  </a:lnTo>
                  <a:lnTo>
                    <a:pt x="2219002" y="623984"/>
                  </a:lnTo>
                  <a:lnTo>
                    <a:pt x="2218997" y="623988"/>
                  </a:lnTo>
                  <a:lnTo>
                    <a:pt x="2218991" y="623991"/>
                  </a:lnTo>
                  <a:lnTo>
                    <a:pt x="2218985" y="623994"/>
                  </a:lnTo>
                  <a:lnTo>
                    <a:pt x="2218980" y="623996"/>
                  </a:lnTo>
                  <a:lnTo>
                    <a:pt x="2218974" y="623998"/>
                  </a:lnTo>
                  <a:lnTo>
                    <a:pt x="2218950" y="624004"/>
                  </a:lnTo>
                  <a:lnTo>
                    <a:pt x="2218944" y="624006"/>
                  </a:lnTo>
                  <a:lnTo>
                    <a:pt x="2218939" y="624008"/>
                  </a:lnTo>
                  <a:lnTo>
                    <a:pt x="2218933" y="624012"/>
                  </a:lnTo>
                  <a:lnTo>
                    <a:pt x="2218928" y="624016"/>
                  </a:lnTo>
                  <a:lnTo>
                    <a:pt x="2218926" y="624022"/>
                  </a:lnTo>
                  <a:lnTo>
                    <a:pt x="2218924" y="624030"/>
                  </a:lnTo>
                  <a:lnTo>
                    <a:pt x="2218919" y="624042"/>
                  </a:lnTo>
                  <a:lnTo>
                    <a:pt x="2218916" y="624049"/>
                  </a:lnTo>
                  <a:lnTo>
                    <a:pt x="2218914" y="624056"/>
                  </a:lnTo>
                  <a:lnTo>
                    <a:pt x="2218914" y="624063"/>
                  </a:lnTo>
                  <a:lnTo>
                    <a:pt x="2218912" y="624071"/>
                  </a:lnTo>
                  <a:lnTo>
                    <a:pt x="2218917" y="624075"/>
                  </a:lnTo>
                  <a:lnTo>
                    <a:pt x="2218919" y="624092"/>
                  </a:lnTo>
                  <a:lnTo>
                    <a:pt x="2218920" y="624125"/>
                  </a:lnTo>
                  <a:lnTo>
                    <a:pt x="2218915" y="624131"/>
                  </a:lnTo>
                  <a:lnTo>
                    <a:pt x="2218908" y="624143"/>
                  </a:lnTo>
                  <a:lnTo>
                    <a:pt x="2218906" y="624149"/>
                  </a:lnTo>
                  <a:lnTo>
                    <a:pt x="2218905" y="624154"/>
                  </a:lnTo>
                  <a:lnTo>
                    <a:pt x="2218907" y="624162"/>
                  </a:lnTo>
                  <a:lnTo>
                    <a:pt x="2218913" y="624168"/>
                  </a:lnTo>
                  <a:lnTo>
                    <a:pt x="2218919" y="624170"/>
                  </a:lnTo>
                  <a:lnTo>
                    <a:pt x="2218926" y="624171"/>
                  </a:lnTo>
                  <a:lnTo>
                    <a:pt x="2218932" y="624171"/>
                  </a:lnTo>
                  <a:lnTo>
                    <a:pt x="2218937" y="624171"/>
                  </a:lnTo>
                  <a:lnTo>
                    <a:pt x="2218942" y="624170"/>
                  </a:lnTo>
                  <a:lnTo>
                    <a:pt x="2218946" y="624169"/>
                  </a:lnTo>
                  <a:lnTo>
                    <a:pt x="2218955" y="624167"/>
                  </a:lnTo>
                  <a:lnTo>
                    <a:pt x="2218968" y="624162"/>
                  </a:lnTo>
                  <a:lnTo>
                    <a:pt x="2218974" y="624161"/>
                  </a:lnTo>
                  <a:lnTo>
                    <a:pt x="2218979" y="624160"/>
                  </a:lnTo>
                  <a:lnTo>
                    <a:pt x="2218984" y="624159"/>
                  </a:lnTo>
                  <a:lnTo>
                    <a:pt x="2218989" y="624160"/>
                  </a:lnTo>
                  <a:lnTo>
                    <a:pt x="2218978" y="624218"/>
                  </a:lnTo>
                  <a:lnTo>
                    <a:pt x="2218964" y="624229"/>
                  </a:lnTo>
                  <a:lnTo>
                    <a:pt x="2218925" y="624255"/>
                  </a:lnTo>
                  <a:lnTo>
                    <a:pt x="2218923" y="624261"/>
                  </a:lnTo>
                  <a:lnTo>
                    <a:pt x="2218930" y="624265"/>
                  </a:lnTo>
                  <a:lnTo>
                    <a:pt x="2218938" y="624265"/>
                  </a:lnTo>
                  <a:lnTo>
                    <a:pt x="2218946" y="624265"/>
                  </a:lnTo>
                  <a:lnTo>
                    <a:pt x="2218974" y="624264"/>
                  </a:lnTo>
                  <a:lnTo>
                    <a:pt x="2218980" y="624264"/>
                  </a:lnTo>
                  <a:lnTo>
                    <a:pt x="2218986" y="624264"/>
                  </a:lnTo>
                  <a:lnTo>
                    <a:pt x="2218992" y="624266"/>
                  </a:lnTo>
                  <a:lnTo>
                    <a:pt x="2218996" y="624269"/>
                  </a:lnTo>
                  <a:lnTo>
                    <a:pt x="2218976" y="624319"/>
                  </a:lnTo>
                  <a:lnTo>
                    <a:pt x="2218967" y="624359"/>
                  </a:lnTo>
                  <a:lnTo>
                    <a:pt x="2218957" y="624367"/>
                  </a:lnTo>
                  <a:lnTo>
                    <a:pt x="2218931" y="624387"/>
                  </a:lnTo>
                  <a:lnTo>
                    <a:pt x="2218935" y="624392"/>
                  </a:lnTo>
                  <a:lnTo>
                    <a:pt x="2218942" y="624393"/>
                  </a:lnTo>
                  <a:lnTo>
                    <a:pt x="2218949" y="624394"/>
                  </a:lnTo>
                  <a:lnTo>
                    <a:pt x="2218957" y="624394"/>
                  </a:lnTo>
                  <a:lnTo>
                    <a:pt x="2218965" y="624395"/>
                  </a:lnTo>
                  <a:lnTo>
                    <a:pt x="2218971" y="624394"/>
                  </a:lnTo>
                  <a:lnTo>
                    <a:pt x="2218980" y="624393"/>
                  </a:lnTo>
                  <a:lnTo>
                    <a:pt x="2218983" y="624397"/>
                  </a:lnTo>
                  <a:lnTo>
                    <a:pt x="2218955" y="624456"/>
                  </a:lnTo>
                  <a:lnTo>
                    <a:pt x="2218944" y="624567"/>
                  </a:lnTo>
                  <a:lnTo>
                    <a:pt x="2218936" y="624734"/>
                  </a:lnTo>
                  <a:lnTo>
                    <a:pt x="2218885" y="624867"/>
                  </a:lnTo>
                  <a:lnTo>
                    <a:pt x="2218824" y="625027"/>
                  </a:lnTo>
                  <a:lnTo>
                    <a:pt x="2218797" y="625095"/>
                  </a:lnTo>
                  <a:lnTo>
                    <a:pt x="2218791" y="625102"/>
                  </a:lnTo>
                  <a:lnTo>
                    <a:pt x="2218784" y="625117"/>
                  </a:lnTo>
                  <a:lnTo>
                    <a:pt x="2218778" y="625126"/>
                  </a:lnTo>
                  <a:lnTo>
                    <a:pt x="2218771" y="625130"/>
                  </a:lnTo>
                  <a:lnTo>
                    <a:pt x="2218763" y="625131"/>
                  </a:lnTo>
                  <a:lnTo>
                    <a:pt x="2218749" y="625131"/>
                  </a:lnTo>
                  <a:lnTo>
                    <a:pt x="2218737" y="625128"/>
                  </a:lnTo>
                  <a:lnTo>
                    <a:pt x="2218731" y="625131"/>
                  </a:lnTo>
                  <a:lnTo>
                    <a:pt x="2218723" y="625141"/>
                  </a:lnTo>
                  <a:lnTo>
                    <a:pt x="2218719" y="625149"/>
                  </a:lnTo>
                  <a:lnTo>
                    <a:pt x="2218718" y="625157"/>
                  </a:lnTo>
                  <a:lnTo>
                    <a:pt x="2218723" y="625161"/>
                  </a:lnTo>
                  <a:lnTo>
                    <a:pt x="2218725" y="625171"/>
                  </a:lnTo>
                  <a:lnTo>
                    <a:pt x="2218722" y="625181"/>
                  </a:lnTo>
                  <a:lnTo>
                    <a:pt x="2218718" y="625185"/>
                  </a:lnTo>
                  <a:lnTo>
                    <a:pt x="2218709" y="625190"/>
                  </a:lnTo>
                  <a:lnTo>
                    <a:pt x="2218705" y="625193"/>
                  </a:lnTo>
                  <a:lnTo>
                    <a:pt x="2218704" y="625200"/>
                  </a:lnTo>
                  <a:lnTo>
                    <a:pt x="2218630" y="625263"/>
                  </a:lnTo>
                  <a:lnTo>
                    <a:pt x="2218623" y="625265"/>
                  </a:lnTo>
                  <a:lnTo>
                    <a:pt x="2218564" y="625303"/>
                  </a:lnTo>
                  <a:lnTo>
                    <a:pt x="2218543" y="625315"/>
                  </a:lnTo>
                  <a:lnTo>
                    <a:pt x="2218481" y="625355"/>
                  </a:lnTo>
                  <a:lnTo>
                    <a:pt x="2218473" y="625359"/>
                  </a:lnTo>
                  <a:lnTo>
                    <a:pt x="2218462" y="625364"/>
                  </a:lnTo>
                  <a:lnTo>
                    <a:pt x="2218420" y="625380"/>
                  </a:lnTo>
                  <a:lnTo>
                    <a:pt x="2218401" y="625389"/>
                  </a:lnTo>
                  <a:lnTo>
                    <a:pt x="2218396" y="625391"/>
                  </a:lnTo>
                  <a:lnTo>
                    <a:pt x="2218391" y="625393"/>
                  </a:lnTo>
                  <a:lnTo>
                    <a:pt x="2218386" y="625394"/>
                  </a:lnTo>
                  <a:lnTo>
                    <a:pt x="2218332" y="625404"/>
                  </a:lnTo>
                  <a:lnTo>
                    <a:pt x="2218319" y="625406"/>
                  </a:lnTo>
                  <a:lnTo>
                    <a:pt x="2218234" y="625421"/>
                  </a:lnTo>
                  <a:lnTo>
                    <a:pt x="2218081" y="625403"/>
                  </a:lnTo>
                  <a:lnTo>
                    <a:pt x="2218048" y="625390"/>
                  </a:lnTo>
                  <a:lnTo>
                    <a:pt x="2218043" y="625388"/>
                  </a:lnTo>
                  <a:lnTo>
                    <a:pt x="2217982" y="625365"/>
                  </a:lnTo>
                  <a:lnTo>
                    <a:pt x="2217949" y="625342"/>
                  </a:lnTo>
                  <a:lnTo>
                    <a:pt x="2217906" y="625312"/>
                  </a:lnTo>
                  <a:lnTo>
                    <a:pt x="2217816" y="625270"/>
                  </a:lnTo>
                  <a:lnTo>
                    <a:pt x="2217801" y="625262"/>
                  </a:lnTo>
                  <a:lnTo>
                    <a:pt x="2217753" y="625237"/>
                  </a:lnTo>
                  <a:lnTo>
                    <a:pt x="2217717" y="625215"/>
                  </a:lnTo>
                  <a:lnTo>
                    <a:pt x="2217698" y="625203"/>
                  </a:lnTo>
                  <a:lnTo>
                    <a:pt x="2217676" y="625193"/>
                  </a:lnTo>
                  <a:lnTo>
                    <a:pt x="2217643" y="625177"/>
                  </a:lnTo>
                  <a:lnTo>
                    <a:pt x="2217624" y="625169"/>
                  </a:lnTo>
                  <a:lnTo>
                    <a:pt x="2217608" y="625161"/>
                  </a:lnTo>
                  <a:lnTo>
                    <a:pt x="2217465" y="625088"/>
                  </a:lnTo>
                  <a:lnTo>
                    <a:pt x="2217434" y="625080"/>
                  </a:lnTo>
                  <a:lnTo>
                    <a:pt x="2217406" y="625069"/>
                  </a:lnTo>
                  <a:lnTo>
                    <a:pt x="2217383" y="625063"/>
                  </a:lnTo>
                  <a:lnTo>
                    <a:pt x="2217302" y="625048"/>
                  </a:lnTo>
                  <a:lnTo>
                    <a:pt x="2217269" y="625048"/>
                  </a:lnTo>
                  <a:lnTo>
                    <a:pt x="2217259" y="625051"/>
                  </a:lnTo>
                  <a:lnTo>
                    <a:pt x="2217240" y="625058"/>
                  </a:lnTo>
                  <a:lnTo>
                    <a:pt x="2217234" y="625064"/>
                  </a:lnTo>
                  <a:lnTo>
                    <a:pt x="2217235" y="625074"/>
                  </a:lnTo>
                  <a:lnTo>
                    <a:pt x="2217243" y="625095"/>
                  </a:lnTo>
                  <a:lnTo>
                    <a:pt x="2217226" y="625093"/>
                  </a:lnTo>
                  <a:lnTo>
                    <a:pt x="2217210" y="625076"/>
                  </a:lnTo>
                  <a:lnTo>
                    <a:pt x="2217202" y="625067"/>
                  </a:lnTo>
                  <a:lnTo>
                    <a:pt x="2217195" y="625066"/>
                  </a:lnTo>
                  <a:lnTo>
                    <a:pt x="2217181" y="625076"/>
                  </a:lnTo>
                  <a:lnTo>
                    <a:pt x="2217158" y="625094"/>
                  </a:lnTo>
                  <a:lnTo>
                    <a:pt x="2217156" y="625100"/>
                  </a:lnTo>
                  <a:lnTo>
                    <a:pt x="2217120" y="625140"/>
                  </a:lnTo>
                  <a:lnTo>
                    <a:pt x="2217113" y="625152"/>
                  </a:lnTo>
                  <a:lnTo>
                    <a:pt x="2217095" y="625180"/>
                  </a:lnTo>
                  <a:lnTo>
                    <a:pt x="2217095" y="625213"/>
                  </a:lnTo>
                  <a:lnTo>
                    <a:pt x="2217083" y="625227"/>
                  </a:lnTo>
                  <a:lnTo>
                    <a:pt x="2217068" y="625247"/>
                  </a:lnTo>
                  <a:lnTo>
                    <a:pt x="2217061" y="625266"/>
                  </a:lnTo>
                  <a:lnTo>
                    <a:pt x="2217056" y="625278"/>
                  </a:lnTo>
                  <a:lnTo>
                    <a:pt x="2217057" y="625315"/>
                  </a:lnTo>
                  <a:lnTo>
                    <a:pt x="2217059" y="625331"/>
                  </a:lnTo>
                  <a:lnTo>
                    <a:pt x="2217073" y="625461"/>
                  </a:lnTo>
                  <a:lnTo>
                    <a:pt x="2217077" y="625499"/>
                  </a:lnTo>
                  <a:lnTo>
                    <a:pt x="2217083" y="625536"/>
                  </a:lnTo>
                  <a:lnTo>
                    <a:pt x="2217105" y="625605"/>
                  </a:lnTo>
                  <a:lnTo>
                    <a:pt x="2217108" y="625616"/>
                  </a:lnTo>
                  <a:lnTo>
                    <a:pt x="2217132" y="625636"/>
                  </a:lnTo>
                  <a:lnTo>
                    <a:pt x="2217148" y="625641"/>
                  </a:lnTo>
                  <a:lnTo>
                    <a:pt x="2217170" y="625636"/>
                  </a:lnTo>
                  <a:lnTo>
                    <a:pt x="2217180" y="625637"/>
                  </a:lnTo>
                  <a:lnTo>
                    <a:pt x="2217185" y="625642"/>
                  </a:lnTo>
                  <a:lnTo>
                    <a:pt x="2217185" y="625648"/>
                  </a:lnTo>
                  <a:lnTo>
                    <a:pt x="2217157" y="625669"/>
                  </a:lnTo>
                  <a:lnTo>
                    <a:pt x="2217147" y="625677"/>
                  </a:lnTo>
                  <a:lnTo>
                    <a:pt x="2217140" y="625686"/>
                  </a:lnTo>
                  <a:lnTo>
                    <a:pt x="2217141" y="625693"/>
                  </a:lnTo>
                  <a:lnTo>
                    <a:pt x="2217147" y="625700"/>
                  </a:lnTo>
                  <a:lnTo>
                    <a:pt x="2217151" y="625709"/>
                  </a:lnTo>
                  <a:lnTo>
                    <a:pt x="2217154" y="625731"/>
                  </a:lnTo>
                  <a:lnTo>
                    <a:pt x="2217158" y="625738"/>
                  </a:lnTo>
                  <a:lnTo>
                    <a:pt x="2217164" y="625747"/>
                  </a:lnTo>
                  <a:lnTo>
                    <a:pt x="2217170" y="625762"/>
                  </a:lnTo>
                  <a:lnTo>
                    <a:pt x="2217176" y="625769"/>
                  </a:lnTo>
                  <a:lnTo>
                    <a:pt x="2217184" y="625769"/>
                  </a:lnTo>
                  <a:lnTo>
                    <a:pt x="2217194" y="625764"/>
                  </a:lnTo>
                  <a:lnTo>
                    <a:pt x="2217202" y="625767"/>
                  </a:lnTo>
                  <a:lnTo>
                    <a:pt x="2217205" y="625773"/>
                  </a:lnTo>
                  <a:lnTo>
                    <a:pt x="2217200" y="625787"/>
                  </a:lnTo>
                  <a:lnTo>
                    <a:pt x="2217195" y="625812"/>
                  </a:lnTo>
                  <a:lnTo>
                    <a:pt x="2217195" y="625827"/>
                  </a:lnTo>
                  <a:lnTo>
                    <a:pt x="2217203" y="625837"/>
                  </a:lnTo>
                  <a:lnTo>
                    <a:pt x="2217238" y="625915"/>
                  </a:lnTo>
                  <a:lnTo>
                    <a:pt x="2217241" y="625921"/>
                  </a:lnTo>
                  <a:lnTo>
                    <a:pt x="2217244" y="625927"/>
                  </a:lnTo>
                  <a:lnTo>
                    <a:pt x="2217249" y="625933"/>
                  </a:lnTo>
                  <a:lnTo>
                    <a:pt x="2217253" y="625939"/>
                  </a:lnTo>
                  <a:lnTo>
                    <a:pt x="2217256" y="625943"/>
                  </a:lnTo>
                  <a:lnTo>
                    <a:pt x="2217261" y="625950"/>
                  </a:lnTo>
                  <a:lnTo>
                    <a:pt x="2217295" y="625996"/>
                  </a:lnTo>
                  <a:lnTo>
                    <a:pt x="2217301" y="626004"/>
                  </a:lnTo>
                  <a:lnTo>
                    <a:pt x="2217299" y="626009"/>
                  </a:lnTo>
                  <a:lnTo>
                    <a:pt x="2217291" y="626024"/>
                  </a:lnTo>
                  <a:lnTo>
                    <a:pt x="2217302" y="626040"/>
                  </a:lnTo>
                  <a:lnTo>
                    <a:pt x="2217343" y="626040"/>
                  </a:lnTo>
                  <a:lnTo>
                    <a:pt x="2217330" y="626061"/>
                  </a:lnTo>
                  <a:lnTo>
                    <a:pt x="2217314" y="626084"/>
                  </a:lnTo>
                  <a:lnTo>
                    <a:pt x="2217331" y="626107"/>
                  </a:lnTo>
                  <a:lnTo>
                    <a:pt x="2217338" y="626117"/>
                  </a:lnTo>
                  <a:lnTo>
                    <a:pt x="2217388" y="626157"/>
                  </a:lnTo>
                  <a:lnTo>
                    <a:pt x="2217388" y="626163"/>
                  </a:lnTo>
                  <a:lnTo>
                    <a:pt x="2217388" y="626174"/>
                  </a:lnTo>
                  <a:lnTo>
                    <a:pt x="2217388" y="626206"/>
                  </a:lnTo>
                  <a:lnTo>
                    <a:pt x="2217393" y="626265"/>
                  </a:lnTo>
                  <a:lnTo>
                    <a:pt x="2217409" y="626283"/>
                  </a:lnTo>
                  <a:lnTo>
                    <a:pt x="2217417" y="626292"/>
                  </a:lnTo>
                  <a:lnTo>
                    <a:pt x="2217414" y="626314"/>
                  </a:lnTo>
                  <a:lnTo>
                    <a:pt x="2217414" y="626320"/>
                  </a:lnTo>
                  <a:lnTo>
                    <a:pt x="2217412" y="626334"/>
                  </a:lnTo>
                  <a:lnTo>
                    <a:pt x="2217433" y="626440"/>
                  </a:lnTo>
                  <a:lnTo>
                    <a:pt x="2217455" y="626568"/>
                  </a:lnTo>
                  <a:lnTo>
                    <a:pt x="2217462" y="626601"/>
                  </a:lnTo>
                  <a:lnTo>
                    <a:pt x="2217465" y="626614"/>
                  </a:lnTo>
                  <a:lnTo>
                    <a:pt x="2217464" y="626625"/>
                  </a:lnTo>
                  <a:lnTo>
                    <a:pt x="2217463" y="626653"/>
                  </a:lnTo>
                  <a:lnTo>
                    <a:pt x="2217462" y="626677"/>
                  </a:lnTo>
                  <a:lnTo>
                    <a:pt x="2217462" y="626709"/>
                  </a:lnTo>
                  <a:lnTo>
                    <a:pt x="2217462" y="626724"/>
                  </a:lnTo>
                  <a:lnTo>
                    <a:pt x="2217462" y="626730"/>
                  </a:lnTo>
                  <a:lnTo>
                    <a:pt x="2217461" y="626754"/>
                  </a:lnTo>
                  <a:lnTo>
                    <a:pt x="2217460" y="626795"/>
                  </a:lnTo>
                  <a:lnTo>
                    <a:pt x="2217457" y="626804"/>
                  </a:lnTo>
                  <a:lnTo>
                    <a:pt x="2217456" y="626809"/>
                  </a:lnTo>
                  <a:lnTo>
                    <a:pt x="2217279" y="627170"/>
                  </a:lnTo>
                  <a:lnTo>
                    <a:pt x="2217262" y="627174"/>
                  </a:lnTo>
                  <a:lnTo>
                    <a:pt x="2217241" y="627186"/>
                  </a:lnTo>
                  <a:lnTo>
                    <a:pt x="2217229" y="627197"/>
                  </a:lnTo>
                  <a:lnTo>
                    <a:pt x="2217211" y="627205"/>
                  </a:lnTo>
                  <a:lnTo>
                    <a:pt x="2217167" y="627225"/>
                  </a:lnTo>
                  <a:lnTo>
                    <a:pt x="2217062" y="627294"/>
                  </a:lnTo>
                  <a:lnTo>
                    <a:pt x="2217055" y="627297"/>
                  </a:lnTo>
                  <a:lnTo>
                    <a:pt x="2217048" y="627300"/>
                  </a:lnTo>
                  <a:lnTo>
                    <a:pt x="2217035" y="627306"/>
                  </a:lnTo>
                  <a:lnTo>
                    <a:pt x="2217028" y="627309"/>
                  </a:lnTo>
                  <a:lnTo>
                    <a:pt x="2216978" y="627332"/>
                  </a:lnTo>
                  <a:lnTo>
                    <a:pt x="2216964" y="627337"/>
                  </a:lnTo>
                  <a:lnTo>
                    <a:pt x="2216890" y="627363"/>
                  </a:lnTo>
                  <a:lnTo>
                    <a:pt x="2216843" y="627380"/>
                  </a:lnTo>
                  <a:lnTo>
                    <a:pt x="2216831" y="627384"/>
                  </a:lnTo>
                  <a:lnTo>
                    <a:pt x="2216816" y="627386"/>
                  </a:lnTo>
                  <a:lnTo>
                    <a:pt x="2216709" y="627398"/>
                  </a:lnTo>
                  <a:lnTo>
                    <a:pt x="2216631" y="627385"/>
                  </a:lnTo>
                  <a:lnTo>
                    <a:pt x="2216514" y="627365"/>
                  </a:lnTo>
                  <a:lnTo>
                    <a:pt x="2216500" y="627359"/>
                  </a:lnTo>
                  <a:lnTo>
                    <a:pt x="2216388" y="627306"/>
                  </a:lnTo>
                  <a:lnTo>
                    <a:pt x="2216367" y="627296"/>
                  </a:lnTo>
                  <a:lnTo>
                    <a:pt x="2216361" y="627293"/>
                  </a:lnTo>
                  <a:lnTo>
                    <a:pt x="2216323" y="627277"/>
                  </a:lnTo>
                  <a:lnTo>
                    <a:pt x="2216293" y="627264"/>
                  </a:lnTo>
                  <a:lnTo>
                    <a:pt x="2216267" y="627252"/>
                  </a:lnTo>
                  <a:lnTo>
                    <a:pt x="2216250" y="627246"/>
                  </a:lnTo>
                  <a:lnTo>
                    <a:pt x="2216214" y="627233"/>
                  </a:lnTo>
                  <a:lnTo>
                    <a:pt x="2216190" y="627220"/>
                  </a:lnTo>
                  <a:lnTo>
                    <a:pt x="2216152" y="627199"/>
                  </a:lnTo>
                  <a:lnTo>
                    <a:pt x="2216122" y="627181"/>
                  </a:lnTo>
                  <a:lnTo>
                    <a:pt x="2216022" y="627119"/>
                  </a:lnTo>
                  <a:lnTo>
                    <a:pt x="2215989" y="627085"/>
                  </a:lnTo>
                  <a:lnTo>
                    <a:pt x="2215938" y="627032"/>
                  </a:lnTo>
                  <a:lnTo>
                    <a:pt x="2215928" y="627022"/>
                  </a:lnTo>
                  <a:lnTo>
                    <a:pt x="2215903" y="626995"/>
                  </a:lnTo>
                  <a:lnTo>
                    <a:pt x="2215886" y="626977"/>
                  </a:lnTo>
                  <a:lnTo>
                    <a:pt x="2215873" y="626963"/>
                  </a:lnTo>
                  <a:lnTo>
                    <a:pt x="2215865" y="626954"/>
                  </a:lnTo>
                  <a:lnTo>
                    <a:pt x="2215820" y="626913"/>
                  </a:lnTo>
                  <a:lnTo>
                    <a:pt x="2215809" y="626902"/>
                  </a:lnTo>
                  <a:lnTo>
                    <a:pt x="2215791" y="626870"/>
                  </a:lnTo>
                  <a:lnTo>
                    <a:pt x="2215781" y="626853"/>
                  </a:lnTo>
                  <a:lnTo>
                    <a:pt x="2215773" y="626837"/>
                  </a:lnTo>
                  <a:lnTo>
                    <a:pt x="2215768" y="626826"/>
                  </a:lnTo>
                  <a:lnTo>
                    <a:pt x="2215761" y="626812"/>
                  </a:lnTo>
                  <a:lnTo>
                    <a:pt x="2215758" y="626806"/>
                  </a:lnTo>
                  <a:lnTo>
                    <a:pt x="2215744" y="626794"/>
                  </a:lnTo>
                  <a:lnTo>
                    <a:pt x="2215712" y="626766"/>
                  </a:lnTo>
                  <a:lnTo>
                    <a:pt x="2215704" y="626758"/>
                  </a:lnTo>
                  <a:lnTo>
                    <a:pt x="2215676" y="626686"/>
                  </a:lnTo>
                  <a:lnTo>
                    <a:pt x="2215673" y="626679"/>
                  </a:lnTo>
                  <a:lnTo>
                    <a:pt x="2215678" y="626659"/>
                  </a:lnTo>
                  <a:lnTo>
                    <a:pt x="2215658" y="626633"/>
                  </a:lnTo>
                  <a:lnTo>
                    <a:pt x="2215644" y="626613"/>
                  </a:lnTo>
                  <a:lnTo>
                    <a:pt x="2215638" y="626605"/>
                  </a:lnTo>
                  <a:lnTo>
                    <a:pt x="2215635" y="626601"/>
                  </a:lnTo>
                  <a:lnTo>
                    <a:pt x="2215609" y="626578"/>
                  </a:lnTo>
                  <a:lnTo>
                    <a:pt x="2215585" y="626574"/>
                  </a:lnTo>
                  <a:lnTo>
                    <a:pt x="2215568" y="626573"/>
                  </a:lnTo>
                  <a:lnTo>
                    <a:pt x="2215568" y="626568"/>
                  </a:lnTo>
                  <a:lnTo>
                    <a:pt x="2215575" y="626547"/>
                  </a:lnTo>
                  <a:lnTo>
                    <a:pt x="2215582" y="626523"/>
                  </a:lnTo>
                  <a:lnTo>
                    <a:pt x="2215588" y="626498"/>
                  </a:lnTo>
                  <a:lnTo>
                    <a:pt x="2215579" y="626484"/>
                  </a:lnTo>
                  <a:lnTo>
                    <a:pt x="2215576" y="626478"/>
                  </a:lnTo>
                  <a:lnTo>
                    <a:pt x="2215570" y="626469"/>
                  </a:lnTo>
                  <a:lnTo>
                    <a:pt x="2215561" y="626456"/>
                  </a:lnTo>
                  <a:lnTo>
                    <a:pt x="2215553" y="626445"/>
                  </a:lnTo>
                  <a:lnTo>
                    <a:pt x="2215546" y="626437"/>
                  </a:lnTo>
                  <a:lnTo>
                    <a:pt x="2215522" y="626406"/>
                  </a:lnTo>
                  <a:lnTo>
                    <a:pt x="2215512" y="626392"/>
                  </a:lnTo>
                  <a:lnTo>
                    <a:pt x="2215464" y="626333"/>
                  </a:lnTo>
                  <a:lnTo>
                    <a:pt x="2215448" y="626312"/>
                  </a:lnTo>
                  <a:lnTo>
                    <a:pt x="2215431" y="626293"/>
                  </a:lnTo>
                  <a:lnTo>
                    <a:pt x="2215425" y="626293"/>
                  </a:lnTo>
                  <a:lnTo>
                    <a:pt x="2215406" y="626293"/>
                  </a:lnTo>
                  <a:lnTo>
                    <a:pt x="2215400" y="626293"/>
                  </a:lnTo>
                  <a:lnTo>
                    <a:pt x="2215392" y="626293"/>
                  </a:lnTo>
                  <a:lnTo>
                    <a:pt x="2215387" y="626293"/>
                  </a:lnTo>
                  <a:lnTo>
                    <a:pt x="2215382" y="626293"/>
                  </a:lnTo>
                  <a:lnTo>
                    <a:pt x="2215377" y="626293"/>
                  </a:lnTo>
                  <a:lnTo>
                    <a:pt x="2215372" y="626294"/>
                  </a:lnTo>
                  <a:lnTo>
                    <a:pt x="2215366" y="626296"/>
                  </a:lnTo>
                  <a:lnTo>
                    <a:pt x="2215359" y="626296"/>
                  </a:lnTo>
                  <a:lnTo>
                    <a:pt x="2215362" y="626283"/>
                  </a:lnTo>
                  <a:lnTo>
                    <a:pt x="2215377" y="626269"/>
                  </a:lnTo>
                  <a:lnTo>
                    <a:pt x="2215396" y="626247"/>
                  </a:lnTo>
                  <a:lnTo>
                    <a:pt x="2215385" y="626242"/>
                  </a:lnTo>
                  <a:lnTo>
                    <a:pt x="2215360" y="626220"/>
                  </a:lnTo>
                  <a:lnTo>
                    <a:pt x="2215355" y="626216"/>
                  </a:lnTo>
                  <a:lnTo>
                    <a:pt x="2215350" y="626212"/>
                  </a:lnTo>
                  <a:lnTo>
                    <a:pt x="2215329" y="626196"/>
                  </a:lnTo>
                  <a:lnTo>
                    <a:pt x="2215323" y="626192"/>
                  </a:lnTo>
                  <a:lnTo>
                    <a:pt x="2215320" y="626196"/>
                  </a:lnTo>
                  <a:lnTo>
                    <a:pt x="2215316" y="626200"/>
                  </a:lnTo>
                  <a:lnTo>
                    <a:pt x="2215309" y="626206"/>
                  </a:lnTo>
                  <a:lnTo>
                    <a:pt x="2215299" y="626215"/>
                  </a:lnTo>
                  <a:lnTo>
                    <a:pt x="2215295" y="626220"/>
                  </a:lnTo>
                  <a:lnTo>
                    <a:pt x="2215292" y="626224"/>
                  </a:lnTo>
                  <a:lnTo>
                    <a:pt x="2215287" y="626232"/>
                  </a:lnTo>
                  <a:lnTo>
                    <a:pt x="2215277" y="626242"/>
                  </a:lnTo>
                  <a:lnTo>
                    <a:pt x="2215273" y="626247"/>
                  </a:lnTo>
                  <a:lnTo>
                    <a:pt x="2215269" y="626252"/>
                  </a:lnTo>
                  <a:lnTo>
                    <a:pt x="2215265" y="626256"/>
                  </a:lnTo>
                  <a:lnTo>
                    <a:pt x="2215261" y="626259"/>
                  </a:lnTo>
                  <a:lnTo>
                    <a:pt x="2215255" y="626258"/>
                  </a:lnTo>
                  <a:lnTo>
                    <a:pt x="2215251" y="626254"/>
                  </a:lnTo>
                  <a:lnTo>
                    <a:pt x="2215250" y="626249"/>
                  </a:lnTo>
                  <a:lnTo>
                    <a:pt x="2215250" y="626244"/>
                  </a:lnTo>
                  <a:lnTo>
                    <a:pt x="2215254" y="626200"/>
                  </a:lnTo>
                  <a:lnTo>
                    <a:pt x="2215276" y="626174"/>
                  </a:lnTo>
                  <a:lnTo>
                    <a:pt x="2215284" y="626165"/>
                  </a:lnTo>
                  <a:lnTo>
                    <a:pt x="2215287" y="626159"/>
                  </a:lnTo>
                  <a:lnTo>
                    <a:pt x="2215285" y="626154"/>
                  </a:lnTo>
                  <a:lnTo>
                    <a:pt x="2215279" y="626150"/>
                  </a:lnTo>
                  <a:lnTo>
                    <a:pt x="2215274" y="626147"/>
                  </a:lnTo>
                  <a:lnTo>
                    <a:pt x="2215268" y="626145"/>
                  </a:lnTo>
                  <a:lnTo>
                    <a:pt x="2215262" y="626144"/>
                  </a:lnTo>
                  <a:lnTo>
                    <a:pt x="2215242" y="626135"/>
                  </a:lnTo>
                  <a:lnTo>
                    <a:pt x="2215218" y="626112"/>
                  </a:lnTo>
                  <a:lnTo>
                    <a:pt x="2215202" y="626106"/>
                  </a:lnTo>
                  <a:lnTo>
                    <a:pt x="2215167" y="626095"/>
                  </a:lnTo>
                  <a:lnTo>
                    <a:pt x="2215158" y="626089"/>
                  </a:lnTo>
                  <a:lnTo>
                    <a:pt x="2215109" y="626072"/>
                  </a:lnTo>
                  <a:lnTo>
                    <a:pt x="2215097" y="626071"/>
                  </a:lnTo>
                  <a:lnTo>
                    <a:pt x="2215092" y="626071"/>
                  </a:lnTo>
                  <a:lnTo>
                    <a:pt x="2215086" y="626073"/>
                  </a:lnTo>
                  <a:lnTo>
                    <a:pt x="2215082" y="626075"/>
                  </a:lnTo>
                  <a:lnTo>
                    <a:pt x="2215072" y="626082"/>
                  </a:lnTo>
                  <a:lnTo>
                    <a:pt x="2215067" y="626084"/>
                  </a:lnTo>
                  <a:lnTo>
                    <a:pt x="2215033" y="626079"/>
                  </a:lnTo>
                  <a:lnTo>
                    <a:pt x="2215017" y="626073"/>
                  </a:lnTo>
                  <a:lnTo>
                    <a:pt x="2214994" y="626065"/>
                  </a:lnTo>
                  <a:lnTo>
                    <a:pt x="2214948" y="626087"/>
                  </a:lnTo>
                  <a:lnTo>
                    <a:pt x="2214913" y="626105"/>
                  </a:lnTo>
                  <a:lnTo>
                    <a:pt x="2214890" y="626117"/>
                  </a:lnTo>
                  <a:lnTo>
                    <a:pt x="2214881" y="626122"/>
                  </a:lnTo>
                  <a:lnTo>
                    <a:pt x="2214832" y="626128"/>
                  </a:lnTo>
                  <a:lnTo>
                    <a:pt x="2214804" y="626131"/>
                  </a:lnTo>
                  <a:lnTo>
                    <a:pt x="2214796" y="626132"/>
                  </a:lnTo>
                  <a:lnTo>
                    <a:pt x="2214734" y="626148"/>
                  </a:lnTo>
                  <a:lnTo>
                    <a:pt x="2214688" y="626183"/>
                  </a:lnTo>
                  <a:lnTo>
                    <a:pt x="2214513" y="626240"/>
                  </a:lnTo>
                  <a:lnTo>
                    <a:pt x="2214495" y="626244"/>
                  </a:lnTo>
                  <a:lnTo>
                    <a:pt x="2214433" y="626261"/>
                  </a:lnTo>
                  <a:lnTo>
                    <a:pt x="2214159" y="626420"/>
                  </a:lnTo>
                  <a:lnTo>
                    <a:pt x="2214006" y="626506"/>
                  </a:lnTo>
                  <a:lnTo>
                    <a:pt x="2214001" y="626508"/>
                  </a:lnTo>
                  <a:lnTo>
                    <a:pt x="2213993" y="626513"/>
                  </a:lnTo>
                  <a:lnTo>
                    <a:pt x="2213916" y="626570"/>
                  </a:lnTo>
                  <a:lnTo>
                    <a:pt x="2213711" y="626686"/>
                  </a:lnTo>
                  <a:lnTo>
                    <a:pt x="2213677" y="626697"/>
                  </a:lnTo>
                  <a:lnTo>
                    <a:pt x="2213588" y="626728"/>
                  </a:lnTo>
                  <a:lnTo>
                    <a:pt x="2213424" y="626764"/>
                  </a:lnTo>
                  <a:lnTo>
                    <a:pt x="2213355" y="626761"/>
                  </a:lnTo>
                  <a:lnTo>
                    <a:pt x="2213247" y="626757"/>
                  </a:lnTo>
                  <a:lnTo>
                    <a:pt x="2213204" y="626767"/>
                  </a:lnTo>
                  <a:lnTo>
                    <a:pt x="2213150" y="626729"/>
                  </a:lnTo>
                  <a:lnTo>
                    <a:pt x="2213139" y="626722"/>
                  </a:lnTo>
                  <a:lnTo>
                    <a:pt x="2213119" y="626700"/>
                  </a:lnTo>
                  <a:lnTo>
                    <a:pt x="2213032" y="626684"/>
                  </a:lnTo>
                  <a:lnTo>
                    <a:pt x="2213029" y="626674"/>
                  </a:lnTo>
                  <a:lnTo>
                    <a:pt x="2213019" y="626628"/>
                  </a:lnTo>
                  <a:lnTo>
                    <a:pt x="2212994" y="626602"/>
                  </a:lnTo>
                  <a:lnTo>
                    <a:pt x="2212941" y="626578"/>
                  </a:lnTo>
                  <a:lnTo>
                    <a:pt x="2212908" y="626564"/>
                  </a:lnTo>
                  <a:lnTo>
                    <a:pt x="2212895" y="626552"/>
                  </a:lnTo>
                  <a:lnTo>
                    <a:pt x="2212889" y="626546"/>
                  </a:lnTo>
                  <a:lnTo>
                    <a:pt x="2212851" y="626517"/>
                  </a:lnTo>
                  <a:lnTo>
                    <a:pt x="2212815" y="626489"/>
                  </a:lnTo>
                  <a:lnTo>
                    <a:pt x="2212799" y="626497"/>
                  </a:lnTo>
                  <a:lnTo>
                    <a:pt x="2212783" y="626507"/>
                  </a:lnTo>
                  <a:lnTo>
                    <a:pt x="2212776" y="626507"/>
                  </a:lnTo>
                  <a:lnTo>
                    <a:pt x="2212773" y="626494"/>
                  </a:lnTo>
                  <a:lnTo>
                    <a:pt x="2212797" y="626456"/>
                  </a:lnTo>
                  <a:lnTo>
                    <a:pt x="2212708" y="626392"/>
                  </a:lnTo>
                  <a:lnTo>
                    <a:pt x="2212670" y="626376"/>
                  </a:lnTo>
                  <a:lnTo>
                    <a:pt x="2212630" y="626360"/>
                  </a:lnTo>
                  <a:lnTo>
                    <a:pt x="2212603" y="626345"/>
                  </a:lnTo>
                  <a:lnTo>
                    <a:pt x="2212598" y="626342"/>
                  </a:lnTo>
                  <a:lnTo>
                    <a:pt x="2212568" y="626326"/>
                  </a:lnTo>
                  <a:lnTo>
                    <a:pt x="2212562" y="626323"/>
                  </a:lnTo>
                  <a:lnTo>
                    <a:pt x="2212526" y="626307"/>
                  </a:lnTo>
                  <a:lnTo>
                    <a:pt x="2212511" y="626303"/>
                  </a:lnTo>
                  <a:lnTo>
                    <a:pt x="2212506" y="626301"/>
                  </a:lnTo>
                  <a:lnTo>
                    <a:pt x="2212480" y="626294"/>
                  </a:lnTo>
                  <a:lnTo>
                    <a:pt x="2212473" y="626297"/>
                  </a:lnTo>
                  <a:lnTo>
                    <a:pt x="2212466" y="626300"/>
                  </a:lnTo>
                  <a:lnTo>
                    <a:pt x="2212460" y="626304"/>
                  </a:lnTo>
                  <a:lnTo>
                    <a:pt x="2212456" y="626309"/>
                  </a:lnTo>
                  <a:lnTo>
                    <a:pt x="2212455" y="626317"/>
                  </a:lnTo>
                  <a:lnTo>
                    <a:pt x="2212453" y="626322"/>
                  </a:lnTo>
                  <a:lnTo>
                    <a:pt x="2212452" y="626327"/>
                  </a:lnTo>
                  <a:lnTo>
                    <a:pt x="2212450" y="626333"/>
                  </a:lnTo>
                  <a:lnTo>
                    <a:pt x="2212446" y="626341"/>
                  </a:lnTo>
                  <a:lnTo>
                    <a:pt x="2212442" y="626341"/>
                  </a:lnTo>
                  <a:lnTo>
                    <a:pt x="2212434" y="626333"/>
                  </a:lnTo>
                  <a:lnTo>
                    <a:pt x="2212427" y="626328"/>
                  </a:lnTo>
                  <a:lnTo>
                    <a:pt x="2212414" y="626315"/>
                  </a:lnTo>
                  <a:lnTo>
                    <a:pt x="2212408" y="626313"/>
                  </a:lnTo>
                  <a:lnTo>
                    <a:pt x="2212403" y="626313"/>
                  </a:lnTo>
                  <a:lnTo>
                    <a:pt x="2212398" y="626314"/>
                  </a:lnTo>
                  <a:lnTo>
                    <a:pt x="2212392" y="626316"/>
                  </a:lnTo>
                  <a:lnTo>
                    <a:pt x="2212381" y="626321"/>
                  </a:lnTo>
                  <a:lnTo>
                    <a:pt x="2212380" y="626281"/>
                  </a:lnTo>
                  <a:lnTo>
                    <a:pt x="2212392" y="626256"/>
                  </a:lnTo>
                  <a:lnTo>
                    <a:pt x="2212395" y="626250"/>
                  </a:lnTo>
                  <a:lnTo>
                    <a:pt x="2212357" y="626205"/>
                  </a:lnTo>
                  <a:lnTo>
                    <a:pt x="2212352" y="626200"/>
                  </a:lnTo>
                  <a:lnTo>
                    <a:pt x="2212301" y="626181"/>
                  </a:lnTo>
                  <a:lnTo>
                    <a:pt x="2212202" y="626112"/>
                  </a:lnTo>
                  <a:lnTo>
                    <a:pt x="2212168" y="626085"/>
                  </a:lnTo>
                  <a:lnTo>
                    <a:pt x="2212158" y="626076"/>
                  </a:lnTo>
                  <a:lnTo>
                    <a:pt x="2212151" y="626071"/>
                  </a:lnTo>
                  <a:lnTo>
                    <a:pt x="2212147" y="626068"/>
                  </a:lnTo>
                  <a:lnTo>
                    <a:pt x="2212096" y="626027"/>
                  </a:lnTo>
                  <a:lnTo>
                    <a:pt x="2212087" y="626020"/>
                  </a:lnTo>
                  <a:lnTo>
                    <a:pt x="2212080" y="626015"/>
                  </a:lnTo>
                  <a:lnTo>
                    <a:pt x="2212060" y="626002"/>
                  </a:lnTo>
                  <a:lnTo>
                    <a:pt x="2212018" y="625974"/>
                  </a:lnTo>
                  <a:lnTo>
                    <a:pt x="2211997" y="625960"/>
                  </a:lnTo>
                  <a:lnTo>
                    <a:pt x="2211988" y="625962"/>
                  </a:lnTo>
                  <a:lnTo>
                    <a:pt x="2211986" y="625969"/>
                  </a:lnTo>
                  <a:lnTo>
                    <a:pt x="2211984" y="625974"/>
                  </a:lnTo>
                  <a:lnTo>
                    <a:pt x="2211980" y="625978"/>
                  </a:lnTo>
                  <a:lnTo>
                    <a:pt x="2211975" y="625978"/>
                  </a:lnTo>
                  <a:lnTo>
                    <a:pt x="2211968" y="625976"/>
                  </a:lnTo>
                  <a:lnTo>
                    <a:pt x="2211961" y="625972"/>
                  </a:lnTo>
                  <a:lnTo>
                    <a:pt x="2211954" y="625966"/>
                  </a:lnTo>
                  <a:lnTo>
                    <a:pt x="2211952" y="625960"/>
                  </a:lnTo>
                  <a:lnTo>
                    <a:pt x="2211950" y="625953"/>
                  </a:lnTo>
                  <a:lnTo>
                    <a:pt x="2211947" y="625947"/>
                  </a:lnTo>
                  <a:lnTo>
                    <a:pt x="2211945" y="625942"/>
                  </a:lnTo>
                  <a:lnTo>
                    <a:pt x="2211942" y="625935"/>
                  </a:lnTo>
                  <a:lnTo>
                    <a:pt x="2211917" y="625914"/>
                  </a:lnTo>
                  <a:lnTo>
                    <a:pt x="2211903" y="625904"/>
                  </a:lnTo>
                  <a:lnTo>
                    <a:pt x="2211894" y="625898"/>
                  </a:lnTo>
                  <a:lnTo>
                    <a:pt x="2211877" y="625894"/>
                  </a:lnTo>
                  <a:lnTo>
                    <a:pt x="2211858" y="625889"/>
                  </a:lnTo>
                  <a:lnTo>
                    <a:pt x="2211852" y="625891"/>
                  </a:lnTo>
                  <a:lnTo>
                    <a:pt x="2211831" y="625895"/>
                  </a:lnTo>
                  <a:lnTo>
                    <a:pt x="2211802" y="625897"/>
                  </a:lnTo>
                  <a:lnTo>
                    <a:pt x="2211794" y="625900"/>
                  </a:lnTo>
                  <a:lnTo>
                    <a:pt x="2211787" y="625906"/>
                  </a:lnTo>
                  <a:lnTo>
                    <a:pt x="2211779" y="625912"/>
                  </a:lnTo>
                  <a:lnTo>
                    <a:pt x="2211767" y="625920"/>
                  </a:lnTo>
                  <a:lnTo>
                    <a:pt x="2211762" y="625924"/>
                  </a:lnTo>
                  <a:lnTo>
                    <a:pt x="2211731" y="625930"/>
                  </a:lnTo>
                  <a:lnTo>
                    <a:pt x="2211713" y="625929"/>
                  </a:lnTo>
                  <a:lnTo>
                    <a:pt x="2211687" y="625915"/>
                  </a:lnTo>
                  <a:lnTo>
                    <a:pt x="2211674" y="625902"/>
                  </a:lnTo>
                  <a:lnTo>
                    <a:pt x="2211645" y="625882"/>
                  </a:lnTo>
                  <a:lnTo>
                    <a:pt x="2211627" y="625870"/>
                  </a:lnTo>
                  <a:lnTo>
                    <a:pt x="2211615" y="625864"/>
                  </a:lnTo>
                  <a:lnTo>
                    <a:pt x="2211612" y="625868"/>
                  </a:lnTo>
                  <a:lnTo>
                    <a:pt x="2211611" y="625874"/>
                  </a:lnTo>
                  <a:lnTo>
                    <a:pt x="2211607" y="625883"/>
                  </a:lnTo>
                  <a:lnTo>
                    <a:pt x="2211600" y="625888"/>
                  </a:lnTo>
                  <a:lnTo>
                    <a:pt x="2211601" y="625894"/>
                  </a:lnTo>
                  <a:lnTo>
                    <a:pt x="2211608" y="625898"/>
                  </a:lnTo>
                  <a:lnTo>
                    <a:pt x="2211612" y="625900"/>
                  </a:lnTo>
                  <a:lnTo>
                    <a:pt x="2211619" y="625902"/>
                  </a:lnTo>
                  <a:lnTo>
                    <a:pt x="2211624" y="625908"/>
                  </a:lnTo>
                  <a:lnTo>
                    <a:pt x="2211627" y="625913"/>
                  </a:lnTo>
                  <a:lnTo>
                    <a:pt x="2211639" y="625928"/>
                  </a:lnTo>
                  <a:lnTo>
                    <a:pt x="2211645" y="625932"/>
                  </a:lnTo>
                  <a:lnTo>
                    <a:pt x="2211650" y="625937"/>
                  </a:lnTo>
                  <a:lnTo>
                    <a:pt x="2211654" y="625946"/>
                  </a:lnTo>
                  <a:lnTo>
                    <a:pt x="2211656" y="625952"/>
                  </a:lnTo>
                  <a:lnTo>
                    <a:pt x="2211655" y="625957"/>
                  </a:lnTo>
                  <a:lnTo>
                    <a:pt x="2211637" y="625955"/>
                  </a:lnTo>
                  <a:lnTo>
                    <a:pt x="2211614" y="625952"/>
                  </a:lnTo>
                  <a:lnTo>
                    <a:pt x="2211607" y="625948"/>
                  </a:lnTo>
                  <a:lnTo>
                    <a:pt x="2211598" y="625942"/>
                  </a:lnTo>
                  <a:lnTo>
                    <a:pt x="2211577" y="625927"/>
                  </a:lnTo>
                  <a:lnTo>
                    <a:pt x="2211570" y="625920"/>
                  </a:lnTo>
                  <a:lnTo>
                    <a:pt x="2211562" y="625911"/>
                  </a:lnTo>
                  <a:lnTo>
                    <a:pt x="2211554" y="625904"/>
                  </a:lnTo>
                  <a:lnTo>
                    <a:pt x="2211551" y="625900"/>
                  </a:lnTo>
                  <a:lnTo>
                    <a:pt x="2211545" y="625896"/>
                  </a:lnTo>
                  <a:lnTo>
                    <a:pt x="2211539" y="625893"/>
                  </a:lnTo>
                  <a:lnTo>
                    <a:pt x="2211533" y="625891"/>
                  </a:lnTo>
                  <a:lnTo>
                    <a:pt x="2211521" y="625884"/>
                  </a:lnTo>
                  <a:lnTo>
                    <a:pt x="2211501" y="625884"/>
                  </a:lnTo>
                  <a:lnTo>
                    <a:pt x="2211481" y="625889"/>
                  </a:lnTo>
                  <a:lnTo>
                    <a:pt x="2211460" y="625904"/>
                  </a:lnTo>
                  <a:lnTo>
                    <a:pt x="2211456" y="625906"/>
                  </a:lnTo>
                  <a:lnTo>
                    <a:pt x="2211442" y="625927"/>
                  </a:lnTo>
                  <a:lnTo>
                    <a:pt x="2211439" y="625963"/>
                  </a:lnTo>
                  <a:lnTo>
                    <a:pt x="2211440" y="625969"/>
                  </a:lnTo>
                  <a:lnTo>
                    <a:pt x="2211440" y="625974"/>
                  </a:lnTo>
                  <a:lnTo>
                    <a:pt x="2211440" y="625985"/>
                  </a:lnTo>
                  <a:lnTo>
                    <a:pt x="2211439" y="625991"/>
                  </a:lnTo>
                  <a:lnTo>
                    <a:pt x="2211432" y="625992"/>
                  </a:lnTo>
                  <a:lnTo>
                    <a:pt x="2211429" y="625989"/>
                  </a:lnTo>
                  <a:lnTo>
                    <a:pt x="2211416" y="625973"/>
                  </a:lnTo>
                  <a:lnTo>
                    <a:pt x="2211400" y="625958"/>
                  </a:lnTo>
                  <a:lnTo>
                    <a:pt x="2211395" y="625955"/>
                  </a:lnTo>
                  <a:lnTo>
                    <a:pt x="2211386" y="625953"/>
                  </a:lnTo>
                  <a:lnTo>
                    <a:pt x="2211380" y="625958"/>
                  </a:lnTo>
                  <a:lnTo>
                    <a:pt x="2211368" y="625969"/>
                  </a:lnTo>
                  <a:lnTo>
                    <a:pt x="2211364" y="625973"/>
                  </a:lnTo>
                  <a:lnTo>
                    <a:pt x="2211355" y="625992"/>
                  </a:lnTo>
                  <a:lnTo>
                    <a:pt x="2211345" y="626012"/>
                  </a:lnTo>
                  <a:lnTo>
                    <a:pt x="2211345" y="626018"/>
                  </a:lnTo>
                  <a:lnTo>
                    <a:pt x="2211348" y="626022"/>
                  </a:lnTo>
                  <a:lnTo>
                    <a:pt x="2211355" y="626029"/>
                  </a:lnTo>
                  <a:lnTo>
                    <a:pt x="2211359" y="626037"/>
                  </a:lnTo>
                  <a:lnTo>
                    <a:pt x="2211351" y="626048"/>
                  </a:lnTo>
                  <a:lnTo>
                    <a:pt x="2211300" y="626079"/>
                  </a:lnTo>
                  <a:lnTo>
                    <a:pt x="2211295" y="626082"/>
                  </a:lnTo>
                  <a:lnTo>
                    <a:pt x="2211287" y="626082"/>
                  </a:lnTo>
                  <a:lnTo>
                    <a:pt x="2211282" y="626083"/>
                  </a:lnTo>
                  <a:lnTo>
                    <a:pt x="2211275" y="626084"/>
                  </a:lnTo>
                  <a:lnTo>
                    <a:pt x="2211270" y="626085"/>
                  </a:lnTo>
                  <a:lnTo>
                    <a:pt x="2211264" y="626084"/>
                  </a:lnTo>
                  <a:lnTo>
                    <a:pt x="2211256" y="626081"/>
                  </a:lnTo>
                  <a:lnTo>
                    <a:pt x="2211251" y="626082"/>
                  </a:lnTo>
                  <a:lnTo>
                    <a:pt x="2211249" y="626087"/>
                  </a:lnTo>
                  <a:lnTo>
                    <a:pt x="2211250" y="626094"/>
                  </a:lnTo>
                  <a:lnTo>
                    <a:pt x="2211253" y="626100"/>
                  </a:lnTo>
                  <a:lnTo>
                    <a:pt x="2211258" y="626104"/>
                  </a:lnTo>
                  <a:lnTo>
                    <a:pt x="2211263" y="626108"/>
                  </a:lnTo>
                  <a:lnTo>
                    <a:pt x="2211267" y="626112"/>
                  </a:lnTo>
                  <a:lnTo>
                    <a:pt x="2211280" y="626125"/>
                  </a:lnTo>
                  <a:lnTo>
                    <a:pt x="2211285" y="626128"/>
                  </a:lnTo>
                  <a:lnTo>
                    <a:pt x="2211289" y="626132"/>
                  </a:lnTo>
                  <a:lnTo>
                    <a:pt x="2211292" y="626138"/>
                  </a:lnTo>
                  <a:lnTo>
                    <a:pt x="2211296" y="626144"/>
                  </a:lnTo>
                  <a:lnTo>
                    <a:pt x="2211299" y="626148"/>
                  </a:lnTo>
                  <a:lnTo>
                    <a:pt x="2211306" y="626154"/>
                  </a:lnTo>
                  <a:lnTo>
                    <a:pt x="2211311" y="626157"/>
                  </a:lnTo>
                  <a:lnTo>
                    <a:pt x="2211316" y="626161"/>
                  </a:lnTo>
                  <a:lnTo>
                    <a:pt x="2211322" y="626167"/>
                  </a:lnTo>
                  <a:lnTo>
                    <a:pt x="2211326" y="626170"/>
                  </a:lnTo>
                  <a:lnTo>
                    <a:pt x="2211330" y="626172"/>
                  </a:lnTo>
                  <a:lnTo>
                    <a:pt x="2211335" y="626174"/>
                  </a:lnTo>
                  <a:lnTo>
                    <a:pt x="2211342" y="626178"/>
                  </a:lnTo>
                  <a:lnTo>
                    <a:pt x="2211348" y="626183"/>
                  </a:lnTo>
                  <a:lnTo>
                    <a:pt x="2211353" y="626187"/>
                  </a:lnTo>
                  <a:lnTo>
                    <a:pt x="2211359" y="626190"/>
                  </a:lnTo>
                  <a:lnTo>
                    <a:pt x="2211364" y="626193"/>
                  </a:lnTo>
                  <a:lnTo>
                    <a:pt x="2211369" y="626195"/>
                  </a:lnTo>
                  <a:lnTo>
                    <a:pt x="2211374" y="626196"/>
                  </a:lnTo>
                  <a:lnTo>
                    <a:pt x="2211379" y="626198"/>
                  </a:lnTo>
                  <a:lnTo>
                    <a:pt x="2211385" y="626200"/>
                  </a:lnTo>
                  <a:lnTo>
                    <a:pt x="2211391" y="626203"/>
                  </a:lnTo>
                  <a:lnTo>
                    <a:pt x="2211399" y="626204"/>
                  </a:lnTo>
                  <a:lnTo>
                    <a:pt x="2211410" y="626205"/>
                  </a:lnTo>
                  <a:lnTo>
                    <a:pt x="2211415" y="626209"/>
                  </a:lnTo>
                  <a:lnTo>
                    <a:pt x="2211412" y="626214"/>
                  </a:lnTo>
                  <a:lnTo>
                    <a:pt x="2211407" y="626216"/>
                  </a:lnTo>
                  <a:lnTo>
                    <a:pt x="2211390" y="626220"/>
                  </a:lnTo>
                  <a:lnTo>
                    <a:pt x="2211383" y="626224"/>
                  </a:lnTo>
                  <a:lnTo>
                    <a:pt x="2211368" y="626223"/>
                  </a:lnTo>
                  <a:lnTo>
                    <a:pt x="2211363" y="626224"/>
                  </a:lnTo>
                  <a:lnTo>
                    <a:pt x="2211357" y="626223"/>
                  </a:lnTo>
                  <a:lnTo>
                    <a:pt x="2211352" y="626223"/>
                  </a:lnTo>
                  <a:lnTo>
                    <a:pt x="2211344" y="626222"/>
                  </a:lnTo>
                  <a:lnTo>
                    <a:pt x="2211336" y="626221"/>
                  </a:lnTo>
                  <a:lnTo>
                    <a:pt x="2211331" y="626221"/>
                  </a:lnTo>
                  <a:lnTo>
                    <a:pt x="2211326" y="626221"/>
                  </a:lnTo>
                  <a:lnTo>
                    <a:pt x="2211320" y="626221"/>
                  </a:lnTo>
                  <a:lnTo>
                    <a:pt x="2211315" y="626221"/>
                  </a:lnTo>
                  <a:lnTo>
                    <a:pt x="2211310" y="626222"/>
                  </a:lnTo>
                  <a:lnTo>
                    <a:pt x="2211305" y="626224"/>
                  </a:lnTo>
                  <a:lnTo>
                    <a:pt x="2211300" y="626227"/>
                  </a:lnTo>
                  <a:lnTo>
                    <a:pt x="2211296" y="626232"/>
                  </a:lnTo>
                  <a:lnTo>
                    <a:pt x="2211290" y="626245"/>
                  </a:lnTo>
                  <a:lnTo>
                    <a:pt x="2211284" y="626259"/>
                  </a:lnTo>
                  <a:lnTo>
                    <a:pt x="2211279" y="626273"/>
                  </a:lnTo>
                  <a:lnTo>
                    <a:pt x="2211277" y="626279"/>
                  </a:lnTo>
                  <a:lnTo>
                    <a:pt x="2211271" y="626279"/>
                  </a:lnTo>
                  <a:lnTo>
                    <a:pt x="2211268" y="626271"/>
                  </a:lnTo>
                  <a:lnTo>
                    <a:pt x="2211267" y="626264"/>
                  </a:lnTo>
                  <a:lnTo>
                    <a:pt x="2211267" y="626257"/>
                  </a:lnTo>
                  <a:lnTo>
                    <a:pt x="2211267" y="626247"/>
                  </a:lnTo>
                  <a:lnTo>
                    <a:pt x="2211266" y="626238"/>
                  </a:lnTo>
                  <a:lnTo>
                    <a:pt x="2211264" y="626231"/>
                  </a:lnTo>
                  <a:lnTo>
                    <a:pt x="2211262" y="626226"/>
                  </a:lnTo>
                  <a:lnTo>
                    <a:pt x="2211257" y="626218"/>
                  </a:lnTo>
                  <a:lnTo>
                    <a:pt x="2211253" y="626208"/>
                  </a:lnTo>
                  <a:lnTo>
                    <a:pt x="2211250" y="626203"/>
                  </a:lnTo>
                  <a:lnTo>
                    <a:pt x="2211246" y="626199"/>
                  </a:lnTo>
                  <a:lnTo>
                    <a:pt x="2211242" y="626195"/>
                  </a:lnTo>
                  <a:lnTo>
                    <a:pt x="2211237" y="626191"/>
                  </a:lnTo>
                  <a:lnTo>
                    <a:pt x="2211231" y="626189"/>
                  </a:lnTo>
                  <a:lnTo>
                    <a:pt x="2211226" y="626187"/>
                  </a:lnTo>
                  <a:lnTo>
                    <a:pt x="2211221" y="626185"/>
                  </a:lnTo>
                  <a:lnTo>
                    <a:pt x="2211215" y="626181"/>
                  </a:lnTo>
                  <a:lnTo>
                    <a:pt x="2211203" y="626178"/>
                  </a:lnTo>
                  <a:lnTo>
                    <a:pt x="2211198" y="626176"/>
                  </a:lnTo>
                  <a:lnTo>
                    <a:pt x="2211191" y="626173"/>
                  </a:lnTo>
                  <a:lnTo>
                    <a:pt x="2211186" y="626171"/>
                  </a:lnTo>
                  <a:lnTo>
                    <a:pt x="2211183" y="626175"/>
                  </a:lnTo>
                  <a:lnTo>
                    <a:pt x="2211183" y="626186"/>
                  </a:lnTo>
                  <a:lnTo>
                    <a:pt x="2211182" y="626196"/>
                  </a:lnTo>
                  <a:lnTo>
                    <a:pt x="2211183" y="626203"/>
                  </a:lnTo>
                  <a:lnTo>
                    <a:pt x="2211183" y="626213"/>
                  </a:lnTo>
                  <a:lnTo>
                    <a:pt x="2211179" y="626210"/>
                  </a:lnTo>
                  <a:lnTo>
                    <a:pt x="2211176" y="626206"/>
                  </a:lnTo>
                  <a:lnTo>
                    <a:pt x="2211171" y="626203"/>
                  </a:lnTo>
                  <a:lnTo>
                    <a:pt x="2211159" y="626199"/>
                  </a:lnTo>
                  <a:lnTo>
                    <a:pt x="2211155" y="626198"/>
                  </a:lnTo>
                  <a:lnTo>
                    <a:pt x="2211150" y="626195"/>
                  </a:lnTo>
                  <a:lnTo>
                    <a:pt x="2211145" y="626193"/>
                  </a:lnTo>
                  <a:lnTo>
                    <a:pt x="2211140" y="626190"/>
                  </a:lnTo>
                  <a:lnTo>
                    <a:pt x="2211137" y="626186"/>
                  </a:lnTo>
                  <a:lnTo>
                    <a:pt x="2211133" y="626179"/>
                  </a:lnTo>
                  <a:lnTo>
                    <a:pt x="2211130" y="626174"/>
                  </a:lnTo>
                  <a:lnTo>
                    <a:pt x="2211124" y="626172"/>
                  </a:lnTo>
                  <a:lnTo>
                    <a:pt x="2211118" y="626175"/>
                  </a:lnTo>
                  <a:lnTo>
                    <a:pt x="2211113" y="626180"/>
                  </a:lnTo>
                  <a:lnTo>
                    <a:pt x="2211105" y="626189"/>
                  </a:lnTo>
                  <a:lnTo>
                    <a:pt x="2211102" y="626194"/>
                  </a:lnTo>
                  <a:lnTo>
                    <a:pt x="2211099" y="626202"/>
                  </a:lnTo>
                  <a:lnTo>
                    <a:pt x="2211097" y="626208"/>
                  </a:lnTo>
                  <a:lnTo>
                    <a:pt x="2211093" y="626214"/>
                  </a:lnTo>
                  <a:lnTo>
                    <a:pt x="2211088" y="626221"/>
                  </a:lnTo>
                  <a:lnTo>
                    <a:pt x="2211083" y="626228"/>
                  </a:lnTo>
                  <a:lnTo>
                    <a:pt x="2211075" y="626231"/>
                  </a:lnTo>
                  <a:lnTo>
                    <a:pt x="2211064" y="626232"/>
                  </a:lnTo>
                  <a:lnTo>
                    <a:pt x="2211058" y="626234"/>
                  </a:lnTo>
                  <a:lnTo>
                    <a:pt x="2211050" y="626237"/>
                  </a:lnTo>
                  <a:lnTo>
                    <a:pt x="2211047" y="626241"/>
                  </a:lnTo>
                  <a:lnTo>
                    <a:pt x="2211046" y="626247"/>
                  </a:lnTo>
                  <a:lnTo>
                    <a:pt x="2211047" y="626254"/>
                  </a:lnTo>
                  <a:lnTo>
                    <a:pt x="2211048" y="626259"/>
                  </a:lnTo>
                  <a:lnTo>
                    <a:pt x="2211051" y="626263"/>
                  </a:lnTo>
                  <a:lnTo>
                    <a:pt x="2211055" y="626267"/>
                  </a:lnTo>
                  <a:lnTo>
                    <a:pt x="2211059" y="626270"/>
                  </a:lnTo>
                  <a:lnTo>
                    <a:pt x="2211064" y="626273"/>
                  </a:lnTo>
                  <a:lnTo>
                    <a:pt x="2211068" y="626275"/>
                  </a:lnTo>
                  <a:lnTo>
                    <a:pt x="2211073" y="626276"/>
                  </a:lnTo>
                  <a:lnTo>
                    <a:pt x="2211083" y="626276"/>
                  </a:lnTo>
                  <a:lnTo>
                    <a:pt x="2211088" y="626277"/>
                  </a:lnTo>
                  <a:lnTo>
                    <a:pt x="2211092" y="626279"/>
                  </a:lnTo>
                  <a:lnTo>
                    <a:pt x="2211096" y="626282"/>
                  </a:lnTo>
                  <a:lnTo>
                    <a:pt x="2211111" y="626296"/>
                  </a:lnTo>
                  <a:lnTo>
                    <a:pt x="2211106" y="626300"/>
                  </a:lnTo>
                  <a:lnTo>
                    <a:pt x="2211102" y="626303"/>
                  </a:lnTo>
                  <a:lnTo>
                    <a:pt x="2211098" y="626307"/>
                  </a:lnTo>
                  <a:lnTo>
                    <a:pt x="2211092" y="626309"/>
                  </a:lnTo>
                  <a:lnTo>
                    <a:pt x="2211089" y="626313"/>
                  </a:lnTo>
                  <a:lnTo>
                    <a:pt x="2211084" y="626316"/>
                  </a:lnTo>
                  <a:lnTo>
                    <a:pt x="2211079" y="626317"/>
                  </a:lnTo>
                  <a:lnTo>
                    <a:pt x="2211064" y="626315"/>
                  </a:lnTo>
                  <a:lnTo>
                    <a:pt x="2211058" y="626315"/>
                  </a:lnTo>
                  <a:lnTo>
                    <a:pt x="2211053" y="626316"/>
                  </a:lnTo>
                  <a:lnTo>
                    <a:pt x="2211049" y="626317"/>
                  </a:lnTo>
                  <a:lnTo>
                    <a:pt x="2211044" y="626320"/>
                  </a:lnTo>
                  <a:lnTo>
                    <a:pt x="2211036" y="626329"/>
                  </a:lnTo>
                  <a:lnTo>
                    <a:pt x="2211030" y="626333"/>
                  </a:lnTo>
                  <a:lnTo>
                    <a:pt x="2211017" y="626337"/>
                  </a:lnTo>
                  <a:lnTo>
                    <a:pt x="2211011" y="626339"/>
                  </a:lnTo>
                  <a:lnTo>
                    <a:pt x="2211005" y="626342"/>
                  </a:lnTo>
                  <a:lnTo>
                    <a:pt x="2211001" y="626344"/>
                  </a:lnTo>
                  <a:lnTo>
                    <a:pt x="2210992" y="626350"/>
                  </a:lnTo>
                  <a:lnTo>
                    <a:pt x="2210987" y="626356"/>
                  </a:lnTo>
                  <a:lnTo>
                    <a:pt x="2210993" y="626369"/>
                  </a:lnTo>
                  <a:lnTo>
                    <a:pt x="2210994" y="626378"/>
                  </a:lnTo>
                  <a:lnTo>
                    <a:pt x="2210996" y="626383"/>
                  </a:lnTo>
                  <a:lnTo>
                    <a:pt x="2210999" y="626387"/>
                  </a:lnTo>
                  <a:lnTo>
                    <a:pt x="2211002" y="626391"/>
                  </a:lnTo>
                  <a:lnTo>
                    <a:pt x="2211004" y="626397"/>
                  </a:lnTo>
                  <a:lnTo>
                    <a:pt x="2211002" y="626402"/>
                  </a:lnTo>
                  <a:lnTo>
                    <a:pt x="2210997" y="626407"/>
                  </a:lnTo>
                  <a:lnTo>
                    <a:pt x="2210984" y="626417"/>
                  </a:lnTo>
                  <a:lnTo>
                    <a:pt x="2210980" y="626421"/>
                  </a:lnTo>
                  <a:lnTo>
                    <a:pt x="2210977" y="626426"/>
                  </a:lnTo>
                  <a:lnTo>
                    <a:pt x="2210975" y="626432"/>
                  </a:lnTo>
                  <a:lnTo>
                    <a:pt x="2210967" y="626448"/>
                  </a:lnTo>
                  <a:lnTo>
                    <a:pt x="2210966" y="626454"/>
                  </a:lnTo>
                  <a:lnTo>
                    <a:pt x="2210978" y="626472"/>
                  </a:lnTo>
                  <a:lnTo>
                    <a:pt x="2210982" y="626477"/>
                  </a:lnTo>
                  <a:lnTo>
                    <a:pt x="2210986" y="626482"/>
                  </a:lnTo>
                  <a:lnTo>
                    <a:pt x="2210987" y="626731"/>
                  </a:lnTo>
                  <a:lnTo>
                    <a:pt x="2210984" y="627265"/>
                  </a:lnTo>
                  <a:lnTo>
                    <a:pt x="2210892" y="627341"/>
                  </a:lnTo>
                  <a:lnTo>
                    <a:pt x="2210866" y="627379"/>
                  </a:lnTo>
                  <a:lnTo>
                    <a:pt x="2210862" y="627386"/>
                  </a:lnTo>
                  <a:lnTo>
                    <a:pt x="2210872" y="627407"/>
                  </a:lnTo>
                  <a:lnTo>
                    <a:pt x="2210877" y="627418"/>
                  </a:lnTo>
                  <a:lnTo>
                    <a:pt x="2210871" y="627424"/>
                  </a:lnTo>
                  <a:lnTo>
                    <a:pt x="2210840" y="627454"/>
                  </a:lnTo>
                  <a:lnTo>
                    <a:pt x="2210854" y="627479"/>
                  </a:lnTo>
                  <a:lnTo>
                    <a:pt x="2210856" y="627486"/>
                  </a:lnTo>
                  <a:lnTo>
                    <a:pt x="2210861" y="627497"/>
                  </a:lnTo>
                  <a:lnTo>
                    <a:pt x="2210872" y="627527"/>
                  </a:lnTo>
                  <a:lnTo>
                    <a:pt x="2210847" y="627551"/>
                  </a:lnTo>
                  <a:lnTo>
                    <a:pt x="2210839" y="627559"/>
                  </a:lnTo>
                  <a:lnTo>
                    <a:pt x="2210824" y="627585"/>
                  </a:lnTo>
                  <a:lnTo>
                    <a:pt x="2210806" y="627591"/>
                  </a:lnTo>
                  <a:lnTo>
                    <a:pt x="2210792" y="627595"/>
                  </a:lnTo>
                  <a:lnTo>
                    <a:pt x="2210786" y="627620"/>
                  </a:lnTo>
                  <a:lnTo>
                    <a:pt x="2210781" y="627638"/>
                  </a:lnTo>
                  <a:lnTo>
                    <a:pt x="2210778" y="627648"/>
                  </a:lnTo>
                  <a:lnTo>
                    <a:pt x="2210764" y="627671"/>
                  </a:lnTo>
                  <a:lnTo>
                    <a:pt x="2210736" y="627687"/>
                  </a:lnTo>
                  <a:lnTo>
                    <a:pt x="2210730" y="627709"/>
                  </a:lnTo>
                  <a:lnTo>
                    <a:pt x="2210720" y="627736"/>
                  </a:lnTo>
                  <a:lnTo>
                    <a:pt x="2210706" y="627748"/>
                  </a:lnTo>
                  <a:lnTo>
                    <a:pt x="2210692" y="627739"/>
                  </a:lnTo>
                  <a:lnTo>
                    <a:pt x="2210686" y="627737"/>
                  </a:lnTo>
                  <a:lnTo>
                    <a:pt x="2210672" y="627746"/>
                  </a:lnTo>
                  <a:lnTo>
                    <a:pt x="2210653" y="627775"/>
                  </a:lnTo>
                  <a:lnTo>
                    <a:pt x="2210655" y="627798"/>
                  </a:lnTo>
                  <a:lnTo>
                    <a:pt x="2210655" y="627804"/>
                  </a:lnTo>
                  <a:lnTo>
                    <a:pt x="2210658" y="627820"/>
                  </a:lnTo>
                  <a:lnTo>
                    <a:pt x="2210646" y="627834"/>
                  </a:lnTo>
                  <a:lnTo>
                    <a:pt x="2210639" y="627830"/>
                  </a:lnTo>
                  <a:lnTo>
                    <a:pt x="2210635" y="627827"/>
                  </a:lnTo>
                  <a:lnTo>
                    <a:pt x="2210605" y="627816"/>
                  </a:lnTo>
                  <a:lnTo>
                    <a:pt x="2210574" y="627818"/>
                  </a:lnTo>
                  <a:lnTo>
                    <a:pt x="2210572" y="627822"/>
                  </a:lnTo>
                  <a:lnTo>
                    <a:pt x="2210555" y="627846"/>
                  </a:lnTo>
                  <a:lnTo>
                    <a:pt x="2210541" y="627855"/>
                  </a:lnTo>
                  <a:lnTo>
                    <a:pt x="2210525" y="627865"/>
                  </a:lnTo>
                  <a:lnTo>
                    <a:pt x="2210500" y="627882"/>
                  </a:lnTo>
                  <a:lnTo>
                    <a:pt x="2210477" y="627893"/>
                  </a:lnTo>
                  <a:lnTo>
                    <a:pt x="2210396" y="627931"/>
                  </a:lnTo>
                  <a:lnTo>
                    <a:pt x="2210354" y="627954"/>
                  </a:lnTo>
                  <a:lnTo>
                    <a:pt x="2210342" y="627958"/>
                  </a:lnTo>
                  <a:lnTo>
                    <a:pt x="2210325" y="627969"/>
                  </a:lnTo>
                  <a:lnTo>
                    <a:pt x="2210303" y="627983"/>
                  </a:lnTo>
                  <a:lnTo>
                    <a:pt x="2210286" y="627991"/>
                  </a:lnTo>
                  <a:lnTo>
                    <a:pt x="2210280" y="627992"/>
                  </a:lnTo>
                  <a:lnTo>
                    <a:pt x="2210268" y="627997"/>
                  </a:lnTo>
                  <a:lnTo>
                    <a:pt x="2210259" y="628000"/>
                  </a:lnTo>
                  <a:lnTo>
                    <a:pt x="2210242" y="628009"/>
                  </a:lnTo>
                  <a:lnTo>
                    <a:pt x="2210228" y="628016"/>
                  </a:lnTo>
                  <a:lnTo>
                    <a:pt x="2210220" y="628019"/>
                  </a:lnTo>
                  <a:lnTo>
                    <a:pt x="2210231" y="628060"/>
                  </a:lnTo>
                  <a:lnTo>
                    <a:pt x="2210265" y="628057"/>
                  </a:lnTo>
                  <a:lnTo>
                    <a:pt x="2210345" y="628066"/>
                  </a:lnTo>
                  <a:lnTo>
                    <a:pt x="2210368" y="628069"/>
                  </a:lnTo>
                  <a:lnTo>
                    <a:pt x="2210538" y="628311"/>
                  </a:lnTo>
                  <a:lnTo>
                    <a:pt x="2210508" y="628483"/>
                  </a:lnTo>
                  <a:lnTo>
                    <a:pt x="2210293" y="628519"/>
                  </a:lnTo>
                  <a:lnTo>
                    <a:pt x="2210216" y="628523"/>
                  </a:lnTo>
                  <a:lnTo>
                    <a:pt x="2210084" y="628418"/>
                  </a:lnTo>
                  <a:lnTo>
                    <a:pt x="2210076" y="628399"/>
                  </a:lnTo>
                  <a:lnTo>
                    <a:pt x="2210043" y="628245"/>
                  </a:lnTo>
                  <a:lnTo>
                    <a:pt x="2210026" y="628106"/>
                  </a:lnTo>
                  <a:lnTo>
                    <a:pt x="2210020" y="628110"/>
                  </a:lnTo>
                  <a:lnTo>
                    <a:pt x="2210004" y="628115"/>
                  </a:lnTo>
                  <a:lnTo>
                    <a:pt x="2209999" y="628117"/>
                  </a:lnTo>
                  <a:lnTo>
                    <a:pt x="2209995" y="628120"/>
                  </a:lnTo>
                  <a:lnTo>
                    <a:pt x="2209976" y="628125"/>
                  </a:lnTo>
                  <a:lnTo>
                    <a:pt x="2209971" y="628127"/>
                  </a:lnTo>
                  <a:lnTo>
                    <a:pt x="2209903" y="628146"/>
                  </a:lnTo>
                  <a:lnTo>
                    <a:pt x="2209848" y="628162"/>
                  </a:lnTo>
                  <a:lnTo>
                    <a:pt x="2209842" y="628164"/>
                  </a:lnTo>
                  <a:lnTo>
                    <a:pt x="2209837" y="628165"/>
                  </a:lnTo>
                  <a:lnTo>
                    <a:pt x="2209754" y="628178"/>
                  </a:lnTo>
                  <a:lnTo>
                    <a:pt x="2209739" y="628181"/>
                  </a:lnTo>
                  <a:lnTo>
                    <a:pt x="2209726" y="628183"/>
                  </a:lnTo>
                  <a:lnTo>
                    <a:pt x="2209701" y="628187"/>
                  </a:lnTo>
                  <a:lnTo>
                    <a:pt x="2209690" y="628189"/>
                  </a:lnTo>
                  <a:lnTo>
                    <a:pt x="2209670" y="628189"/>
                  </a:lnTo>
                  <a:lnTo>
                    <a:pt x="2209621" y="628191"/>
                  </a:lnTo>
                  <a:lnTo>
                    <a:pt x="2209594" y="628193"/>
                  </a:lnTo>
                  <a:lnTo>
                    <a:pt x="2209561" y="628188"/>
                  </a:lnTo>
                  <a:lnTo>
                    <a:pt x="2209542" y="628186"/>
                  </a:lnTo>
                  <a:lnTo>
                    <a:pt x="2209451" y="628175"/>
                  </a:lnTo>
                  <a:lnTo>
                    <a:pt x="2209404" y="628169"/>
                  </a:lnTo>
                  <a:lnTo>
                    <a:pt x="2209392" y="628166"/>
                  </a:lnTo>
                  <a:lnTo>
                    <a:pt x="2209352" y="628158"/>
                  </a:lnTo>
                  <a:lnTo>
                    <a:pt x="2209323" y="628153"/>
                  </a:lnTo>
                  <a:lnTo>
                    <a:pt x="2209272" y="628133"/>
                  </a:lnTo>
                  <a:lnTo>
                    <a:pt x="2209246" y="628123"/>
                  </a:lnTo>
                  <a:lnTo>
                    <a:pt x="2209242" y="628121"/>
                  </a:lnTo>
                  <a:lnTo>
                    <a:pt x="2209236" y="628119"/>
                  </a:lnTo>
                  <a:lnTo>
                    <a:pt x="2209181" y="628108"/>
                  </a:lnTo>
                  <a:lnTo>
                    <a:pt x="2209067" y="628084"/>
                  </a:lnTo>
                  <a:lnTo>
                    <a:pt x="2209058" y="628083"/>
                  </a:lnTo>
                  <a:lnTo>
                    <a:pt x="2209052" y="628086"/>
                  </a:lnTo>
                  <a:lnTo>
                    <a:pt x="2209041" y="628088"/>
                  </a:lnTo>
                  <a:lnTo>
                    <a:pt x="2209035" y="628090"/>
                  </a:lnTo>
                  <a:lnTo>
                    <a:pt x="2208680" y="628201"/>
                  </a:lnTo>
                  <a:lnTo>
                    <a:pt x="2208615" y="628222"/>
                  </a:lnTo>
                  <a:lnTo>
                    <a:pt x="2208283" y="628329"/>
                  </a:lnTo>
                  <a:lnTo>
                    <a:pt x="2208285" y="628336"/>
                  </a:lnTo>
                  <a:lnTo>
                    <a:pt x="2208283" y="628351"/>
                  </a:lnTo>
                  <a:lnTo>
                    <a:pt x="2208221" y="628357"/>
                  </a:lnTo>
                  <a:lnTo>
                    <a:pt x="2208160" y="628371"/>
                  </a:lnTo>
                  <a:lnTo>
                    <a:pt x="2208139" y="628385"/>
                  </a:lnTo>
                  <a:lnTo>
                    <a:pt x="2208134" y="628389"/>
                  </a:lnTo>
                  <a:lnTo>
                    <a:pt x="2208129" y="628393"/>
                  </a:lnTo>
                  <a:lnTo>
                    <a:pt x="2208074" y="628426"/>
                  </a:lnTo>
                  <a:lnTo>
                    <a:pt x="2208069" y="628428"/>
                  </a:lnTo>
                  <a:lnTo>
                    <a:pt x="2207938" y="628482"/>
                  </a:lnTo>
                  <a:lnTo>
                    <a:pt x="2207884" y="628500"/>
                  </a:lnTo>
                  <a:lnTo>
                    <a:pt x="2207845" y="628513"/>
                  </a:lnTo>
                  <a:lnTo>
                    <a:pt x="2207834" y="628518"/>
                  </a:lnTo>
                  <a:lnTo>
                    <a:pt x="2207823" y="628522"/>
                  </a:lnTo>
                  <a:lnTo>
                    <a:pt x="2207784" y="628538"/>
                  </a:lnTo>
                  <a:lnTo>
                    <a:pt x="2207758" y="628548"/>
                  </a:lnTo>
                  <a:lnTo>
                    <a:pt x="2207720" y="628543"/>
                  </a:lnTo>
                  <a:lnTo>
                    <a:pt x="2207674" y="628537"/>
                  </a:lnTo>
                  <a:lnTo>
                    <a:pt x="2207564" y="628573"/>
                  </a:lnTo>
                  <a:lnTo>
                    <a:pt x="2207539" y="628580"/>
                  </a:lnTo>
                  <a:lnTo>
                    <a:pt x="2207386" y="628594"/>
                  </a:lnTo>
                  <a:lnTo>
                    <a:pt x="2207324" y="628604"/>
                  </a:lnTo>
                  <a:lnTo>
                    <a:pt x="2207290" y="628619"/>
                  </a:lnTo>
                  <a:lnTo>
                    <a:pt x="2207158" y="628676"/>
                  </a:lnTo>
                  <a:lnTo>
                    <a:pt x="2207094" y="628706"/>
                  </a:lnTo>
                  <a:lnTo>
                    <a:pt x="2207062" y="628720"/>
                  </a:lnTo>
                  <a:lnTo>
                    <a:pt x="2206986" y="628742"/>
                  </a:lnTo>
                  <a:lnTo>
                    <a:pt x="2206976" y="628745"/>
                  </a:lnTo>
                  <a:lnTo>
                    <a:pt x="2206894" y="628769"/>
                  </a:lnTo>
                  <a:lnTo>
                    <a:pt x="2206889" y="628770"/>
                  </a:lnTo>
                  <a:lnTo>
                    <a:pt x="2206884" y="628771"/>
                  </a:lnTo>
                  <a:lnTo>
                    <a:pt x="2206864" y="628769"/>
                  </a:lnTo>
                  <a:lnTo>
                    <a:pt x="2206859" y="628769"/>
                  </a:lnTo>
                  <a:lnTo>
                    <a:pt x="2206853" y="628771"/>
                  </a:lnTo>
                  <a:lnTo>
                    <a:pt x="2206846" y="628773"/>
                  </a:lnTo>
                  <a:lnTo>
                    <a:pt x="2206821" y="628776"/>
                  </a:lnTo>
                  <a:lnTo>
                    <a:pt x="2206813" y="628776"/>
                  </a:lnTo>
                  <a:lnTo>
                    <a:pt x="2206806" y="628776"/>
                  </a:lnTo>
                  <a:lnTo>
                    <a:pt x="2206800" y="628776"/>
                  </a:lnTo>
                  <a:lnTo>
                    <a:pt x="2206796" y="628776"/>
                  </a:lnTo>
                  <a:lnTo>
                    <a:pt x="2206791" y="628778"/>
                  </a:lnTo>
                  <a:lnTo>
                    <a:pt x="2206643" y="628821"/>
                  </a:lnTo>
                  <a:lnTo>
                    <a:pt x="2206468" y="628871"/>
                  </a:lnTo>
                  <a:lnTo>
                    <a:pt x="2206352" y="628879"/>
                  </a:lnTo>
                  <a:lnTo>
                    <a:pt x="2206347" y="628880"/>
                  </a:lnTo>
                  <a:lnTo>
                    <a:pt x="2206337" y="628885"/>
                  </a:lnTo>
                  <a:lnTo>
                    <a:pt x="2206332" y="628888"/>
                  </a:lnTo>
                  <a:lnTo>
                    <a:pt x="2206329" y="628893"/>
                  </a:lnTo>
                  <a:lnTo>
                    <a:pt x="2206297" y="628908"/>
                  </a:lnTo>
                  <a:lnTo>
                    <a:pt x="2206270" y="628920"/>
                  </a:lnTo>
                  <a:lnTo>
                    <a:pt x="2206199" y="628950"/>
                  </a:lnTo>
                  <a:lnTo>
                    <a:pt x="2206028" y="629098"/>
                  </a:lnTo>
                  <a:lnTo>
                    <a:pt x="2205987" y="629167"/>
                  </a:lnTo>
                  <a:lnTo>
                    <a:pt x="2205985" y="629171"/>
                  </a:lnTo>
                  <a:lnTo>
                    <a:pt x="2205948" y="629234"/>
                  </a:lnTo>
                  <a:lnTo>
                    <a:pt x="2205933" y="629257"/>
                  </a:lnTo>
                  <a:lnTo>
                    <a:pt x="2205918" y="629243"/>
                  </a:lnTo>
                  <a:lnTo>
                    <a:pt x="2205910" y="629228"/>
                  </a:lnTo>
                  <a:lnTo>
                    <a:pt x="2205897" y="629210"/>
                  </a:lnTo>
                  <a:lnTo>
                    <a:pt x="2205892" y="629204"/>
                  </a:lnTo>
                  <a:lnTo>
                    <a:pt x="2205886" y="629204"/>
                  </a:lnTo>
                  <a:lnTo>
                    <a:pt x="2205881" y="629208"/>
                  </a:lnTo>
                  <a:lnTo>
                    <a:pt x="2205877" y="629215"/>
                  </a:lnTo>
                  <a:lnTo>
                    <a:pt x="2205876" y="629222"/>
                  </a:lnTo>
                  <a:lnTo>
                    <a:pt x="2205876" y="629229"/>
                  </a:lnTo>
                  <a:lnTo>
                    <a:pt x="2205873" y="629234"/>
                  </a:lnTo>
                  <a:lnTo>
                    <a:pt x="2205869" y="629238"/>
                  </a:lnTo>
                  <a:lnTo>
                    <a:pt x="2205846" y="629309"/>
                  </a:lnTo>
                  <a:lnTo>
                    <a:pt x="2205841" y="629326"/>
                  </a:lnTo>
                  <a:lnTo>
                    <a:pt x="2205703" y="629365"/>
                  </a:lnTo>
                  <a:lnTo>
                    <a:pt x="2205693" y="629364"/>
                  </a:lnTo>
                  <a:lnTo>
                    <a:pt x="2205670" y="629357"/>
                  </a:lnTo>
                  <a:lnTo>
                    <a:pt x="2205644" y="629376"/>
                  </a:lnTo>
                  <a:lnTo>
                    <a:pt x="2205622" y="629393"/>
                  </a:lnTo>
                  <a:lnTo>
                    <a:pt x="2205605" y="629405"/>
                  </a:lnTo>
                  <a:lnTo>
                    <a:pt x="2205505" y="629490"/>
                  </a:lnTo>
                  <a:lnTo>
                    <a:pt x="2205420" y="629563"/>
                  </a:lnTo>
                  <a:lnTo>
                    <a:pt x="2205263" y="629697"/>
                  </a:lnTo>
                  <a:lnTo>
                    <a:pt x="2205248" y="629711"/>
                  </a:lnTo>
                  <a:lnTo>
                    <a:pt x="2205228" y="629730"/>
                  </a:lnTo>
                  <a:lnTo>
                    <a:pt x="2205183" y="629773"/>
                  </a:lnTo>
                  <a:lnTo>
                    <a:pt x="2205178" y="629779"/>
                  </a:lnTo>
                  <a:lnTo>
                    <a:pt x="2205118" y="629859"/>
                  </a:lnTo>
                  <a:lnTo>
                    <a:pt x="2205066" y="629929"/>
                  </a:lnTo>
                  <a:lnTo>
                    <a:pt x="2205043" y="629948"/>
                  </a:lnTo>
                  <a:lnTo>
                    <a:pt x="2204977" y="630002"/>
                  </a:lnTo>
                  <a:lnTo>
                    <a:pt x="2204952" y="630023"/>
                  </a:lnTo>
                  <a:lnTo>
                    <a:pt x="2204946" y="630028"/>
                  </a:lnTo>
                  <a:lnTo>
                    <a:pt x="2204940" y="630031"/>
                  </a:lnTo>
                  <a:lnTo>
                    <a:pt x="2204930" y="630035"/>
                  </a:lnTo>
                  <a:lnTo>
                    <a:pt x="2204919" y="630037"/>
                  </a:lnTo>
                  <a:lnTo>
                    <a:pt x="2204914" y="630038"/>
                  </a:lnTo>
                  <a:lnTo>
                    <a:pt x="2204909" y="630038"/>
                  </a:lnTo>
                  <a:lnTo>
                    <a:pt x="2204905" y="630037"/>
                  </a:lnTo>
                  <a:lnTo>
                    <a:pt x="2204897" y="630035"/>
                  </a:lnTo>
                  <a:lnTo>
                    <a:pt x="2204891" y="630040"/>
                  </a:lnTo>
                  <a:lnTo>
                    <a:pt x="2204779" y="630111"/>
                  </a:lnTo>
                  <a:lnTo>
                    <a:pt x="2204771" y="630114"/>
                  </a:lnTo>
                  <a:lnTo>
                    <a:pt x="2204769" y="630119"/>
                  </a:lnTo>
                  <a:lnTo>
                    <a:pt x="2204767" y="630125"/>
                  </a:lnTo>
                  <a:lnTo>
                    <a:pt x="2204764" y="630129"/>
                  </a:lnTo>
                  <a:lnTo>
                    <a:pt x="2204755" y="630143"/>
                  </a:lnTo>
                  <a:lnTo>
                    <a:pt x="2204752" y="630148"/>
                  </a:lnTo>
                  <a:lnTo>
                    <a:pt x="2204747" y="630159"/>
                  </a:lnTo>
                  <a:lnTo>
                    <a:pt x="2204740" y="630161"/>
                  </a:lnTo>
                  <a:lnTo>
                    <a:pt x="2204736" y="630158"/>
                  </a:lnTo>
                  <a:lnTo>
                    <a:pt x="2204727" y="630144"/>
                  </a:lnTo>
                  <a:lnTo>
                    <a:pt x="2204720" y="630147"/>
                  </a:lnTo>
                  <a:lnTo>
                    <a:pt x="2204715" y="630149"/>
                  </a:lnTo>
                  <a:lnTo>
                    <a:pt x="2204708" y="630150"/>
                  </a:lnTo>
                  <a:lnTo>
                    <a:pt x="2204703" y="630152"/>
                  </a:lnTo>
                  <a:lnTo>
                    <a:pt x="2204695" y="630157"/>
                  </a:lnTo>
                  <a:lnTo>
                    <a:pt x="2204691" y="630159"/>
                  </a:lnTo>
                  <a:lnTo>
                    <a:pt x="2204687" y="630161"/>
                  </a:lnTo>
                  <a:lnTo>
                    <a:pt x="2204683" y="630163"/>
                  </a:lnTo>
                  <a:lnTo>
                    <a:pt x="2204677" y="630165"/>
                  </a:lnTo>
                  <a:lnTo>
                    <a:pt x="2204661" y="630169"/>
                  </a:lnTo>
                  <a:lnTo>
                    <a:pt x="2204654" y="630171"/>
                  </a:lnTo>
                  <a:lnTo>
                    <a:pt x="2204648" y="630173"/>
                  </a:lnTo>
                  <a:lnTo>
                    <a:pt x="2204637" y="630174"/>
                  </a:lnTo>
                  <a:lnTo>
                    <a:pt x="2204632" y="630175"/>
                  </a:lnTo>
                  <a:lnTo>
                    <a:pt x="2204584" y="630190"/>
                  </a:lnTo>
                  <a:lnTo>
                    <a:pt x="2204579" y="630191"/>
                  </a:lnTo>
                  <a:lnTo>
                    <a:pt x="2204574" y="630192"/>
                  </a:lnTo>
                  <a:lnTo>
                    <a:pt x="2204569" y="630193"/>
                  </a:lnTo>
                  <a:lnTo>
                    <a:pt x="2204559" y="630193"/>
                  </a:lnTo>
                  <a:lnTo>
                    <a:pt x="2204553" y="630194"/>
                  </a:lnTo>
                  <a:lnTo>
                    <a:pt x="2204548" y="630196"/>
                  </a:lnTo>
                  <a:lnTo>
                    <a:pt x="2204543" y="630198"/>
                  </a:lnTo>
                  <a:lnTo>
                    <a:pt x="2204528" y="630208"/>
                  </a:lnTo>
                  <a:lnTo>
                    <a:pt x="2204522" y="630212"/>
                  </a:lnTo>
                  <a:lnTo>
                    <a:pt x="2204515" y="630215"/>
                  </a:lnTo>
                  <a:lnTo>
                    <a:pt x="2204508" y="630219"/>
                  </a:lnTo>
                  <a:lnTo>
                    <a:pt x="2204449" y="630243"/>
                  </a:lnTo>
                  <a:lnTo>
                    <a:pt x="2204438" y="630248"/>
                  </a:lnTo>
                  <a:lnTo>
                    <a:pt x="2204429" y="630250"/>
                  </a:lnTo>
                  <a:lnTo>
                    <a:pt x="2204411" y="630256"/>
                  </a:lnTo>
                  <a:lnTo>
                    <a:pt x="2204403" y="630261"/>
                  </a:lnTo>
                  <a:lnTo>
                    <a:pt x="2204399" y="630263"/>
                  </a:lnTo>
                  <a:lnTo>
                    <a:pt x="2204391" y="630269"/>
                  </a:lnTo>
                  <a:lnTo>
                    <a:pt x="2204386" y="630272"/>
                  </a:lnTo>
                  <a:lnTo>
                    <a:pt x="2204381" y="630273"/>
                  </a:lnTo>
                  <a:lnTo>
                    <a:pt x="2204375" y="630274"/>
                  </a:lnTo>
                  <a:lnTo>
                    <a:pt x="2204287" y="630321"/>
                  </a:lnTo>
                  <a:lnTo>
                    <a:pt x="2204273" y="630329"/>
                  </a:lnTo>
                  <a:lnTo>
                    <a:pt x="2204235" y="630350"/>
                  </a:lnTo>
                  <a:lnTo>
                    <a:pt x="2204216" y="630362"/>
                  </a:lnTo>
                  <a:lnTo>
                    <a:pt x="2204199" y="630372"/>
                  </a:lnTo>
                  <a:lnTo>
                    <a:pt x="2204169" y="630387"/>
                  </a:lnTo>
                  <a:lnTo>
                    <a:pt x="2204147" y="630396"/>
                  </a:lnTo>
                  <a:lnTo>
                    <a:pt x="2204133" y="630403"/>
                  </a:lnTo>
                  <a:lnTo>
                    <a:pt x="2204121" y="630409"/>
                  </a:lnTo>
                  <a:lnTo>
                    <a:pt x="2204157" y="630421"/>
                  </a:lnTo>
                  <a:lnTo>
                    <a:pt x="2204219" y="630441"/>
                  </a:lnTo>
                  <a:lnTo>
                    <a:pt x="2204266" y="630460"/>
                  </a:lnTo>
                  <a:lnTo>
                    <a:pt x="2204516" y="630460"/>
                  </a:lnTo>
                  <a:lnTo>
                    <a:pt x="2204633" y="630490"/>
                  </a:lnTo>
                  <a:lnTo>
                    <a:pt x="2204784" y="630594"/>
                  </a:lnTo>
                  <a:lnTo>
                    <a:pt x="2204999" y="630752"/>
                  </a:lnTo>
                  <a:lnTo>
                    <a:pt x="2205016" y="630806"/>
                  </a:lnTo>
                  <a:lnTo>
                    <a:pt x="2204977" y="630854"/>
                  </a:lnTo>
                  <a:lnTo>
                    <a:pt x="2204812" y="630776"/>
                  </a:lnTo>
                  <a:lnTo>
                    <a:pt x="2204651" y="630655"/>
                  </a:lnTo>
                  <a:lnTo>
                    <a:pt x="2204517" y="630614"/>
                  </a:lnTo>
                  <a:lnTo>
                    <a:pt x="2204104" y="630629"/>
                  </a:lnTo>
                  <a:lnTo>
                    <a:pt x="2204003" y="630644"/>
                  </a:lnTo>
                  <a:lnTo>
                    <a:pt x="2203850" y="630623"/>
                  </a:lnTo>
                  <a:lnTo>
                    <a:pt x="2203784" y="630568"/>
                  </a:lnTo>
                  <a:lnTo>
                    <a:pt x="2203577" y="630638"/>
                  </a:lnTo>
                  <a:lnTo>
                    <a:pt x="2203473" y="630671"/>
                  </a:lnTo>
                  <a:lnTo>
                    <a:pt x="2203466" y="630674"/>
                  </a:lnTo>
                  <a:lnTo>
                    <a:pt x="2203339" y="630715"/>
                  </a:lnTo>
                  <a:lnTo>
                    <a:pt x="2203254" y="630740"/>
                  </a:lnTo>
                  <a:lnTo>
                    <a:pt x="2203247" y="630742"/>
                  </a:lnTo>
                  <a:lnTo>
                    <a:pt x="2203086" y="630803"/>
                  </a:lnTo>
                  <a:lnTo>
                    <a:pt x="2202957" y="630852"/>
                  </a:lnTo>
                  <a:lnTo>
                    <a:pt x="2202898" y="630874"/>
                  </a:lnTo>
                  <a:lnTo>
                    <a:pt x="2202883" y="630880"/>
                  </a:lnTo>
                  <a:lnTo>
                    <a:pt x="2202858" y="630889"/>
                  </a:lnTo>
                  <a:lnTo>
                    <a:pt x="2202736" y="630936"/>
                  </a:lnTo>
                  <a:lnTo>
                    <a:pt x="2202673" y="630960"/>
                  </a:lnTo>
                  <a:lnTo>
                    <a:pt x="2202628" y="630977"/>
                  </a:lnTo>
                  <a:lnTo>
                    <a:pt x="2202620" y="630978"/>
                  </a:lnTo>
                  <a:lnTo>
                    <a:pt x="2202613" y="630979"/>
                  </a:lnTo>
                  <a:lnTo>
                    <a:pt x="2202604" y="630982"/>
                  </a:lnTo>
                  <a:lnTo>
                    <a:pt x="2202599" y="630984"/>
                  </a:lnTo>
                  <a:lnTo>
                    <a:pt x="2202595" y="630986"/>
                  </a:lnTo>
                  <a:lnTo>
                    <a:pt x="2202589" y="630990"/>
                  </a:lnTo>
                  <a:lnTo>
                    <a:pt x="2202574" y="630993"/>
                  </a:lnTo>
                  <a:lnTo>
                    <a:pt x="2202568" y="630995"/>
                  </a:lnTo>
                  <a:lnTo>
                    <a:pt x="2202562" y="630997"/>
                  </a:lnTo>
                  <a:lnTo>
                    <a:pt x="2202556" y="630999"/>
                  </a:lnTo>
                  <a:lnTo>
                    <a:pt x="2202551" y="631001"/>
                  </a:lnTo>
                  <a:lnTo>
                    <a:pt x="2202546" y="631004"/>
                  </a:lnTo>
                  <a:lnTo>
                    <a:pt x="2202539" y="631009"/>
                  </a:lnTo>
                  <a:lnTo>
                    <a:pt x="2202535" y="631012"/>
                  </a:lnTo>
                  <a:lnTo>
                    <a:pt x="2202527" y="631020"/>
                  </a:lnTo>
                  <a:lnTo>
                    <a:pt x="2202522" y="631023"/>
                  </a:lnTo>
                  <a:lnTo>
                    <a:pt x="2202509" y="631023"/>
                  </a:lnTo>
                  <a:lnTo>
                    <a:pt x="2202503" y="631024"/>
                  </a:lnTo>
                  <a:lnTo>
                    <a:pt x="2202497" y="631026"/>
                  </a:lnTo>
                  <a:lnTo>
                    <a:pt x="2202493" y="631027"/>
                  </a:lnTo>
                  <a:lnTo>
                    <a:pt x="2202487" y="631030"/>
                  </a:lnTo>
                  <a:lnTo>
                    <a:pt x="2202483" y="631033"/>
                  </a:lnTo>
                  <a:lnTo>
                    <a:pt x="2202477" y="631038"/>
                  </a:lnTo>
                  <a:lnTo>
                    <a:pt x="2202472" y="631041"/>
                  </a:lnTo>
                  <a:lnTo>
                    <a:pt x="2202467" y="631043"/>
                  </a:lnTo>
                  <a:lnTo>
                    <a:pt x="2202454" y="631047"/>
                  </a:lnTo>
                  <a:lnTo>
                    <a:pt x="2202449" y="631049"/>
                  </a:lnTo>
                  <a:lnTo>
                    <a:pt x="2202443" y="631052"/>
                  </a:lnTo>
                  <a:lnTo>
                    <a:pt x="2202431" y="631058"/>
                  </a:lnTo>
                  <a:lnTo>
                    <a:pt x="2202427" y="631060"/>
                  </a:lnTo>
                  <a:lnTo>
                    <a:pt x="2202399" y="631070"/>
                  </a:lnTo>
                  <a:lnTo>
                    <a:pt x="2202390" y="631074"/>
                  </a:lnTo>
                  <a:lnTo>
                    <a:pt x="2202306" y="631117"/>
                  </a:lnTo>
                  <a:lnTo>
                    <a:pt x="2202266" y="631137"/>
                  </a:lnTo>
                  <a:lnTo>
                    <a:pt x="2202261" y="631137"/>
                  </a:lnTo>
                  <a:lnTo>
                    <a:pt x="2202255" y="631140"/>
                  </a:lnTo>
                  <a:lnTo>
                    <a:pt x="2202247" y="631144"/>
                  </a:lnTo>
                  <a:lnTo>
                    <a:pt x="2202239" y="631148"/>
                  </a:lnTo>
                  <a:lnTo>
                    <a:pt x="2202223" y="631157"/>
                  </a:lnTo>
                  <a:lnTo>
                    <a:pt x="2202213" y="631163"/>
                  </a:lnTo>
                  <a:lnTo>
                    <a:pt x="2202205" y="631167"/>
                  </a:lnTo>
                  <a:lnTo>
                    <a:pt x="2202162" y="631190"/>
                  </a:lnTo>
                  <a:lnTo>
                    <a:pt x="2202114" y="631215"/>
                  </a:lnTo>
                  <a:lnTo>
                    <a:pt x="2202099" y="631224"/>
                  </a:lnTo>
                  <a:lnTo>
                    <a:pt x="2202093" y="631228"/>
                  </a:lnTo>
                  <a:lnTo>
                    <a:pt x="2202089" y="631232"/>
                  </a:lnTo>
                  <a:lnTo>
                    <a:pt x="2202086" y="631235"/>
                  </a:lnTo>
                  <a:lnTo>
                    <a:pt x="2202079" y="631240"/>
                  </a:lnTo>
                  <a:lnTo>
                    <a:pt x="2202073" y="631243"/>
                  </a:lnTo>
                  <a:lnTo>
                    <a:pt x="2202067" y="631246"/>
                  </a:lnTo>
                  <a:lnTo>
                    <a:pt x="2202061" y="631251"/>
                  </a:lnTo>
                  <a:lnTo>
                    <a:pt x="2202081" y="631307"/>
                  </a:lnTo>
                  <a:lnTo>
                    <a:pt x="2202085" y="631330"/>
                  </a:lnTo>
                  <a:lnTo>
                    <a:pt x="2202166" y="631396"/>
                  </a:lnTo>
                  <a:lnTo>
                    <a:pt x="2202233" y="631430"/>
                  </a:lnTo>
                  <a:lnTo>
                    <a:pt x="2202417" y="631499"/>
                  </a:lnTo>
                  <a:lnTo>
                    <a:pt x="2202670" y="631566"/>
                  </a:lnTo>
                  <a:lnTo>
                    <a:pt x="2203046" y="631819"/>
                  </a:lnTo>
                  <a:lnTo>
                    <a:pt x="2203168" y="631906"/>
                  </a:lnTo>
                  <a:lnTo>
                    <a:pt x="2203202" y="631941"/>
                  </a:lnTo>
                  <a:lnTo>
                    <a:pt x="2203202" y="631951"/>
                  </a:lnTo>
                  <a:lnTo>
                    <a:pt x="2203112" y="631978"/>
                  </a:lnTo>
                  <a:lnTo>
                    <a:pt x="2203062" y="631967"/>
                  </a:lnTo>
                  <a:lnTo>
                    <a:pt x="2203029" y="631939"/>
                  </a:lnTo>
                  <a:lnTo>
                    <a:pt x="2203004" y="631921"/>
                  </a:lnTo>
                  <a:lnTo>
                    <a:pt x="2202967" y="631900"/>
                  </a:lnTo>
                  <a:lnTo>
                    <a:pt x="2202785" y="631803"/>
                  </a:lnTo>
                  <a:lnTo>
                    <a:pt x="2202646" y="631757"/>
                  </a:lnTo>
                  <a:lnTo>
                    <a:pt x="2202228" y="631629"/>
                  </a:lnTo>
                  <a:lnTo>
                    <a:pt x="2202109" y="631663"/>
                  </a:lnTo>
                  <a:lnTo>
                    <a:pt x="2201977" y="631685"/>
                  </a:lnTo>
                  <a:lnTo>
                    <a:pt x="2201951" y="631661"/>
                  </a:lnTo>
                  <a:lnTo>
                    <a:pt x="2201815" y="631527"/>
                  </a:lnTo>
                  <a:lnTo>
                    <a:pt x="2201717" y="631499"/>
                  </a:lnTo>
                  <a:lnTo>
                    <a:pt x="2201512" y="631483"/>
                  </a:lnTo>
                  <a:lnTo>
                    <a:pt x="2201470" y="631480"/>
                  </a:lnTo>
                  <a:lnTo>
                    <a:pt x="2201301" y="631548"/>
                  </a:lnTo>
                  <a:lnTo>
                    <a:pt x="2201246" y="631564"/>
                  </a:lnTo>
                  <a:lnTo>
                    <a:pt x="2201185" y="631582"/>
                  </a:lnTo>
                  <a:lnTo>
                    <a:pt x="2201176" y="631584"/>
                  </a:lnTo>
                  <a:lnTo>
                    <a:pt x="2201158" y="631589"/>
                  </a:lnTo>
                  <a:lnTo>
                    <a:pt x="2201128" y="631598"/>
                  </a:lnTo>
                  <a:lnTo>
                    <a:pt x="2201115" y="631602"/>
                  </a:lnTo>
                  <a:lnTo>
                    <a:pt x="2201098" y="631607"/>
                  </a:lnTo>
                  <a:lnTo>
                    <a:pt x="2201079" y="631613"/>
                  </a:lnTo>
                  <a:lnTo>
                    <a:pt x="2200979" y="631642"/>
                  </a:lnTo>
                  <a:lnTo>
                    <a:pt x="2200926" y="631657"/>
                  </a:lnTo>
                  <a:lnTo>
                    <a:pt x="2200913" y="631661"/>
                  </a:lnTo>
                  <a:lnTo>
                    <a:pt x="2200907" y="631661"/>
                  </a:lnTo>
                  <a:lnTo>
                    <a:pt x="2200901" y="631661"/>
                  </a:lnTo>
                  <a:lnTo>
                    <a:pt x="2200893" y="631664"/>
                  </a:lnTo>
                  <a:lnTo>
                    <a:pt x="2200887" y="631665"/>
                  </a:lnTo>
                  <a:lnTo>
                    <a:pt x="2200878" y="631667"/>
                  </a:lnTo>
                  <a:lnTo>
                    <a:pt x="2200868" y="631670"/>
                  </a:lnTo>
                  <a:lnTo>
                    <a:pt x="2200851" y="631676"/>
                  </a:lnTo>
                  <a:lnTo>
                    <a:pt x="2200846" y="631677"/>
                  </a:lnTo>
                  <a:lnTo>
                    <a:pt x="2200839" y="631678"/>
                  </a:lnTo>
                  <a:lnTo>
                    <a:pt x="2200826" y="631681"/>
                  </a:lnTo>
                  <a:lnTo>
                    <a:pt x="2200821" y="631682"/>
                  </a:lnTo>
                  <a:lnTo>
                    <a:pt x="2200812" y="631682"/>
                  </a:lnTo>
                  <a:lnTo>
                    <a:pt x="2200807" y="631683"/>
                  </a:lnTo>
                  <a:lnTo>
                    <a:pt x="2200797" y="631684"/>
                  </a:lnTo>
                  <a:lnTo>
                    <a:pt x="2200788" y="631685"/>
                  </a:lnTo>
                  <a:lnTo>
                    <a:pt x="2200783" y="631687"/>
                  </a:lnTo>
                  <a:lnTo>
                    <a:pt x="2200626" y="631732"/>
                  </a:lnTo>
                  <a:lnTo>
                    <a:pt x="2200620" y="631733"/>
                  </a:lnTo>
                  <a:lnTo>
                    <a:pt x="2200615" y="631735"/>
                  </a:lnTo>
                  <a:lnTo>
                    <a:pt x="2200602" y="631739"/>
                  </a:lnTo>
                  <a:lnTo>
                    <a:pt x="2200590" y="631743"/>
                  </a:lnTo>
                  <a:lnTo>
                    <a:pt x="2200582" y="631747"/>
                  </a:lnTo>
                  <a:lnTo>
                    <a:pt x="2200591" y="631753"/>
                  </a:lnTo>
                  <a:lnTo>
                    <a:pt x="2200595" y="631755"/>
                  </a:lnTo>
                  <a:lnTo>
                    <a:pt x="2200600" y="631757"/>
                  </a:lnTo>
                  <a:lnTo>
                    <a:pt x="2200605" y="631760"/>
                  </a:lnTo>
                  <a:lnTo>
                    <a:pt x="2200611" y="631763"/>
                  </a:lnTo>
                  <a:lnTo>
                    <a:pt x="2200617" y="631769"/>
                  </a:lnTo>
                  <a:lnTo>
                    <a:pt x="2200613" y="631773"/>
                  </a:lnTo>
                  <a:lnTo>
                    <a:pt x="2200570" y="631781"/>
                  </a:lnTo>
                  <a:lnTo>
                    <a:pt x="2200564" y="631782"/>
                  </a:lnTo>
                  <a:lnTo>
                    <a:pt x="2200559" y="631785"/>
                  </a:lnTo>
                  <a:lnTo>
                    <a:pt x="2200551" y="631793"/>
                  </a:lnTo>
                  <a:lnTo>
                    <a:pt x="2200547" y="631796"/>
                  </a:lnTo>
                  <a:lnTo>
                    <a:pt x="2200542" y="631797"/>
                  </a:lnTo>
                  <a:lnTo>
                    <a:pt x="2200535" y="631798"/>
                  </a:lnTo>
                  <a:lnTo>
                    <a:pt x="2200529" y="631796"/>
                  </a:lnTo>
                  <a:lnTo>
                    <a:pt x="2200524" y="631795"/>
                  </a:lnTo>
                  <a:lnTo>
                    <a:pt x="2200519" y="631792"/>
                  </a:lnTo>
                  <a:lnTo>
                    <a:pt x="2200507" y="631786"/>
                  </a:lnTo>
                  <a:lnTo>
                    <a:pt x="2200500" y="631785"/>
                  </a:lnTo>
                  <a:lnTo>
                    <a:pt x="2200494" y="631787"/>
                  </a:lnTo>
                  <a:lnTo>
                    <a:pt x="2200490" y="631789"/>
                  </a:lnTo>
                  <a:lnTo>
                    <a:pt x="2200486" y="631792"/>
                  </a:lnTo>
                  <a:lnTo>
                    <a:pt x="2200479" y="631798"/>
                  </a:lnTo>
                  <a:lnTo>
                    <a:pt x="2200475" y="631803"/>
                  </a:lnTo>
                  <a:lnTo>
                    <a:pt x="2200326" y="631904"/>
                  </a:lnTo>
                  <a:lnTo>
                    <a:pt x="2200321" y="631908"/>
                  </a:lnTo>
                  <a:lnTo>
                    <a:pt x="2200316" y="631913"/>
                  </a:lnTo>
                  <a:lnTo>
                    <a:pt x="2200313" y="631917"/>
                  </a:lnTo>
                  <a:lnTo>
                    <a:pt x="2200308" y="631920"/>
                  </a:lnTo>
                  <a:lnTo>
                    <a:pt x="2200299" y="631927"/>
                  </a:lnTo>
                  <a:lnTo>
                    <a:pt x="2200288" y="631934"/>
                  </a:lnTo>
                  <a:lnTo>
                    <a:pt x="2200284" y="631938"/>
                  </a:lnTo>
                  <a:lnTo>
                    <a:pt x="2200284" y="631945"/>
                  </a:lnTo>
                  <a:lnTo>
                    <a:pt x="2200287" y="631949"/>
                  </a:lnTo>
                  <a:lnTo>
                    <a:pt x="2200291" y="631955"/>
                  </a:lnTo>
                  <a:lnTo>
                    <a:pt x="2200296" y="631959"/>
                  </a:lnTo>
                  <a:lnTo>
                    <a:pt x="2200299" y="631963"/>
                  </a:lnTo>
                  <a:lnTo>
                    <a:pt x="2200301" y="631970"/>
                  </a:lnTo>
                  <a:lnTo>
                    <a:pt x="2200306" y="631976"/>
                  </a:lnTo>
                  <a:lnTo>
                    <a:pt x="2200316" y="631987"/>
                  </a:lnTo>
                  <a:lnTo>
                    <a:pt x="2200322" y="631991"/>
                  </a:lnTo>
                  <a:lnTo>
                    <a:pt x="2200328" y="631995"/>
                  </a:lnTo>
                  <a:lnTo>
                    <a:pt x="2200332" y="631999"/>
                  </a:lnTo>
                  <a:lnTo>
                    <a:pt x="2200332" y="632005"/>
                  </a:lnTo>
                  <a:lnTo>
                    <a:pt x="2200320" y="632008"/>
                  </a:lnTo>
                  <a:lnTo>
                    <a:pt x="2200316" y="632010"/>
                  </a:lnTo>
                  <a:lnTo>
                    <a:pt x="2200310" y="632011"/>
                  </a:lnTo>
                  <a:lnTo>
                    <a:pt x="2200305" y="632012"/>
                  </a:lnTo>
                  <a:lnTo>
                    <a:pt x="2200299" y="632012"/>
                  </a:lnTo>
                  <a:lnTo>
                    <a:pt x="2200294" y="632011"/>
                  </a:lnTo>
                  <a:lnTo>
                    <a:pt x="2200287" y="632010"/>
                  </a:lnTo>
                  <a:lnTo>
                    <a:pt x="2200271" y="632007"/>
                  </a:lnTo>
                  <a:lnTo>
                    <a:pt x="2200264" y="632007"/>
                  </a:lnTo>
                  <a:lnTo>
                    <a:pt x="2200256" y="632012"/>
                  </a:lnTo>
                  <a:lnTo>
                    <a:pt x="2200251" y="632010"/>
                  </a:lnTo>
                  <a:lnTo>
                    <a:pt x="2200243" y="632005"/>
                  </a:lnTo>
                  <a:lnTo>
                    <a:pt x="2200238" y="631998"/>
                  </a:lnTo>
                  <a:lnTo>
                    <a:pt x="2200235" y="631994"/>
                  </a:lnTo>
                  <a:lnTo>
                    <a:pt x="2200229" y="631990"/>
                  </a:lnTo>
                  <a:lnTo>
                    <a:pt x="2200221" y="631989"/>
                  </a:lnTo>
                  <a:lnTo>
                    <a:pt x="2200196" y="632007"/>
                  </a:lnTo>
                  <a:lnTo>
                    <a:pt x="2200169" y="632030"/>
                  </a:lnTo>
                  <a:lnTo>
                    <a:pt x="2200128" y="632063"/>
                  </a:lnTo>
                  <a:lnTo>
                    <a:pt x="2200122" y="632067"/>
                  </a:lnTo>
                  <a:lnTo>
                    <a:pt x="2200008" y="632165"/>
                  </a:lnTo>
                  <a:lnTo>
                    <a:pt x="2199921" y="632242"/>
                  </a:lnTo>
                  <a:lnTo>
                    <a:pt x="2199912" y="632258"/>
                  </a:lnTo>
                  <a:lnTo>
                    <a:pt x="2199919" y="632260"/>
                  </a:lnTo>
                  <a:lnTo>
                    <a:pt x="2199927" y="632260"/>
                  </a:lnTo>
                  <a:lnTo>
                    <a:pt x="2199936" y="632259"/>
                  </a:lnTo>
                  <a:lnTo>
                    <a:pt x="2199943" y="632260"/>
                  </a:lnTo>
                  <a:lnTo>
                    <a:pt x="2199949" y="632260"/>
                  </a:lnTo>
                  <a:lnTo>
                    <a:pt x="2199954" y="632257"/>
                  </a:lnTo>
                  <a:lnTo>
                    <a:pt x="2199961" y="632249"/>
                  </a:lnTo>
                  <a:lnTo>
                    <a:pt x="2199973" y="632247"/>
                  </a:lnTo>
                  <a:lnTo>
                    <a:pt x="2199981" y="632246"/>
                  </a:lnTo>
                  <a:lnTo>
                    <a:pt x="2199989" y="632248"/>
                  </a:lnTo>
                  <a:lnTo>
                    <a:pt x="2199995" y="632250"/>
                  </a:lnTo>
                  <a:lnTo>
                    <a:pt x="2200000" y="632252"/>
                  </a:lnTo>
                  <a:lnTo>
                    <a:pt x="2200007" y="632255"/>
                  </a:lnTo>
                  <a:lnTo>
                    <a:pt x="2200014" y="632257"/>
                  </a:lnTo>
                  <a:lnTo>
                    <a:pt x="2200019" y="632259"/>
                  </a:lnTo>
                  <a:lnTo>
                    <a:pt x="2200015" y="632264"/>
                  </a:lnTo>
                  <a:lnTo>
                    <a:pt x="2199971" y="632297"/>
                  </a:lnTo>
                  <a:lnTo>
                    <a:pt x="2199964" y="632302"/>
                  </a:lnTo>
                  <a:lnTo>
                    <a:pt x="2199876" y="632378"/>
                  </a:lnTo>
                  <a:lnTo>
                    <a:pt x="2199866" y="632380"/>
                  </a:lnTo>
                  <a:lnTo>
                    <a:pt x="2199858" y="632382"/>
                  </a:lnTo>
                  <a:lnTo>
                    <a:pt x="2199848" y="632384"/>
                  </a:lnTo>
                  <a:lnTo>
                    <a:pt x="2199844" y="632385"/>
                  </a:lnTo>
                  <a:lnTo>
                    <a:pt x="2199838" y="632387"/>
                  </a:lnTo>
                  <a:lnTo>
                    <a:pt x="2199832" y="632390"/>
                  </a:lnTo>
                  <a:lnTo>
                    <a:pt x="2199820" y="632397"/>
                  </a:lnTo>
                  <a:lnTo>
                    <a:pt x="2199815" y="632400"/>
                  </a:lnTo>
                  <a:lnTo>
                    <a:pt x="2199809" y="632402"/>
                  </a:lnTo>
                  <a:lnTo>
                    <a:pt x="2199794" y="632405"/>
                  </a:lnTo>
                  <a:lnTo>
                    <a:pt x="2199788" y="632407"/>
                  </a:lnTo>
                  <a:lnTo>
                    <a:pt x="2199785" y="632411"/>
                  </a:lnTo>
                  <a:lnTo>
                    <a:pt x="2199787" y="632416"/>
                  </a:lnTo>
                  <a:lnTo>
                    <a:pt x="2199852" y="632708"/>
                  </a:lnTo>
                  <a:lnTo>
                    <a:pt x="2199854" y="632714"/>
                  </a:lnTo>
                  <a:lnTo>
                    <a:pt x="2199938" y="633041"/>
                  </a:lnTo>
                  <a:lnTo>
                    <a:pt x="2199940" y="633047"/>
                  </a:lnTo>
                  <a:lnTo>
                    <a:pt x="2199942" y="633051"/>
                  </a:lnTo>
                  <a:lnTo>
                    <a:pt x="2199947" y="633058"/>
                  </a:lnTo>
                  <a:lnTo>
                    <a:pt x="2200166" y="633156"/>
                  </a:lnTo>
                  <a:lnTo>
                    <a:pt x="2200270" y="633203"/>
                  </a:lnTo>
                  <a:lnTo>
                    <a:pt x="2200345" y="633228"/>
                  </a:lnTo>
                  <a:lnTo>
                    <a:pt x="2200843" y="633377"/>
                  </a:lnTo>
                  <a:lnTo>
                    <a:pt x="2201220" y="633492"/>
                  </a:lnTo>
                  <a:lnTo>
                    <a:pt x="2201596" y="633602"/>
                  </a:lnTo>
                  <a:lnTo>
                    <a:pt x="2201785" y="633593"/>
                  </a:lnTo>
                  <a:lnTo>
                    <a:pt x="2201915" y="633622"/>
                  </a:lnTo>
                  <a:lnTo>
                    <a:pt x="2201989" y="633647"/>
                  </a:lnTo>
                  <a:lnTo>
                    <a:pt x="2202016" y="633667"/>
                  </a:lnTo>
                  <a:lnTo>
                    <a:pt x="2202040" y="633698"/>
                  </a:lnTo>
                  <a:lnTo>
                    <a:pt x="2202098" y="633793"/>
                  </a:lnTo>
                  <a:lnTo>
                    <a:pt x="2202081" y="633865"/>
                  </a:lnTo>
                  <a:lnTo>
                    <a:pt x="2202077" y="633975"/>
                  </a:lnTo>
                  <a:lnTo>
                    <a:pt x="2202187" y="634028"/>
                  </a:lnTo>
                  <a:lnTo>
                    <a:pt x="2202239" y="634039"/>
                  </a:lnTo>
                  <a:lnTo>
                    <a:pt x="2202431" y="634049"/>
                  </a:lnTo>
                  <a:lnTo>
                    <a:pt x="2202537" y="634035"/>
                  </a:lnTo>
                  <a:lnTo>
                    <a:pt x="2202602" y="634145"/>
                  </a:lnTo>
                  <a:lnTo>
                    <a:pt x="2202597" y="634179"/>
                  </a:lnTo>
                  <a:lnTo>
                    <a:pt x="2202523" y="634304"/>
                  </a:lnTo>
                  <a:lnTo>
                    <a:pt x="2202244" y="634302"/>
                  </a:lnTo>
                  <a:lnTo>
                    <a:pt x="2201953" y="634285"/>
                  </a:lnTo>
                  <a:lnTo>
                    <a:pt x="2201937" y="634280"/>
                  </a:lnTo>
                  <a:lnTo>
                    <a:pt x="2201927" y="634272"/>
                  </a:lnTo>
                  <a:lnTo>
                    <a:pt x="2201926" y="634279"/>
                  </a:lnTo>
                  <a:lnTo>
                    <a:pt x="2201927" y="634287"/>
                  </a:lnTo>
                  <a:lnTo>
                    <a:pt x="2201930" y="634294"/>
                  </a:lnTo>
                  <a:lnTo>
                    <a:pt x="2201933" y="634307"/>
                  </a:lnTo>
                  <a:lnTo>
                    <a:pt x="2201935" y="634312"/>
                  </a:lnTo>
                  <a:lnTo>
                    <a:pt x="2201940" y="634321"/>
                  </a:lnTo>
                  <a:lnTo>
                    <a:pt x="2201939" y="634330"/>
                  </a:lnTo>
                  <a:lnTo>
                    <a:pt x="2201939" y="634339"/>
                  </a:lnTo>
                  <a:lnTo>
                    <a:pt x="2201945" y="634345"/>
                  </a:lnTo>
                  <a:lnTo>
                    <a:pt x="2201994" y="634401"/>
                  </a:lnTo>
                  <a:lnTo>
                    <a:pt x="2201999" y="634406"/>
                  </a:lnTo>
                  <a:lnTo>
                    <a:pt x="2202010" y="634410"/>
                  </a:lnTo>
                  <a:lnTo>
                    <a:pt x="2202016" y="634414"/>
                  </a:lnTo>
                  <a:lnTo>
                    <a:pt x="2202024" y="634424"/>
                  </a:lnTo>
                  <a:lnTo>
                    <a:pt x="2202026" y="634431"/>
                  </a:lnTo>
                  <a:lnTo>
                    <a:pt x="2202026" y="634437"/>
                  </a:lnTo>
                  <a:lnTo>
                    <a:pt x="2202021" y="634460"/>
                  </a:lnTo>
                  <a:lnTo>
                    <a:pt x="2202017" y="634485"/>
                  </a:lnTo>
                  <a:lnTo>
                    <a:pt x="2202012" y="634491"/>
                  </a:lnTo>
                  <a:lnTo>
                    <a:pt x="2201999" y="634509"/>
                  </a:lnTo>
                  <a:lnTo>
                    <a:pt x="2201991" y="634519"/>
                  </a:lnTo>
                  <a:lnTo>
                    <a:pt x="2201912" y="634657"/>
                  </a:lnTo>
                  <a:lnTo>
                    <a:pt x="2201904" y="634670"/>
                  </a:lnTo>
                  <a:lnTo>
                    <a:pt x="2201900" y="634677"/>
                  </a:lnTo>
                  <a:lnTo>
                    <a:pt x="2201876" y="634719"/>
                  </a:lnTo>
                  <a:lnTo>
                    <a:pt x="2201869" y="634732"/>
                  </a:lnTo>
                  <a:lnTo>
                    <a:pt x="2201731" y="635001"/>
                  </a:lnTo>
                  <a:lnTo>
                    <a:pt x="2201720" y="635021"/>
                  </a:lnTo>
                  <a:lnTo>
                    <a:pt x="2201715" y="635022"/>
                  </a:lnTo>
                  <a:lnTo>
                    <a:pt x="2201706" y="635023"/>
                  </a:lnTo>
                  <a:lnTo>
                    <a:pt x="2201696" y="635024"/>
                  </a:lnTo>
                  <a:lnTo>
                    <a:pt x="2201683" y="635024"/>
                  </a:lnTo>
                  <a:lnTo>
                    <a:pt x="2201678" y="635023"/>
                  </a:lnTo>
                  <a:lnTo>
                    <a:pt x="2201668" y="635022"/>
                  </a:lnTo>
                  <a:lnTo>
                    <a:pt x="2201665" y="635026"/>
                  </a:lnTo>
                  <a:lnTo>
                    <a:pt x="2201658" y="635031"/>
                  </a:lnTo>
                  <a:lnTo>
                    <a:pt x="2201523" y="635140"/>
                  </a:lnTo>
                  <a:lnTo>
                    <a:pt x="2201241" y="635365"/>
                  </a:lnTo>
                  <a:lnTo>
                    <a:pt x="2201234" y="635364"/>
                  </a:lnTo>
                  <a:lnTo>
                    <a:pt x="2201227" y="635365"/>
                  </a:lnTo>
                  <a:lnTo>
                    <a:pt x="2201220" y="635367"/>
                  </a:lnTo>
                  <a:lnTo>
                    <a:pt x="2201212" y="635370"/>
                  </a:lnTo>
                  <a:lnTo>
                    <a:pt x="2201207" y="635373"/>
                  </a:lnTo>
                  <a:lnTo>
                    <a:pt x="2201203" y="635379"/>
                  </a:lnTo>
                  <a:lnTo>
                    <a:pt x="2201199" y="635386"/>
                  </a:lnTo>
                  <a:lnTo>
                    <a:pt x="2201192" y="635393"/>
                  </a:lnTo>
                  <a:lnTo>
                    <a:pt x="2201186" y="635396"/>
                  </a:lnTo>
                  <a:lnTo>
                    <a:pt x="2201180" y="635399"/>
                  </a:lnTo>
                  <a:lnTo>
                    <a:pt x="2201176" y="635400"/>
                  </a:lnTo>
                  <a:lnTo>
                    <a:pt x="2201171" y="635400"/>
                  </a:lnTo>
                  <a:lnTo>
                    <a:pt x="2200994" y="635456"/>
                  </a:lnTo>
                  <a:lnTo>
                    <a:pt x="2200894" y="635488"/>
                  </a:lnTo>
                  <a:lnTo>
                    <a:pt x="2200858" y="635499"/>
                  </a:lnTo>
                  <a:lnTo>
                    <a:pt x="2200816" y="635513"/>
                  </a:lnTo>
                  <a:lnTo>
                    <a:pt x="2200798" y="635516"/>
                  </a:lnTo>
                  <a:lnTo>
                    <a:pt x="2200388" y="635583"/>
                  </a:lnTo>
                  <a:lnTo>
                    <a:pt x="2200382" y="635584"/>
                  </a:lnTo>
                  <a:lnTo>
                    <a:pt x="2200352" y="635576"/>
                  </a:lnTo>
                  <a:lnTo>
                    <a:pt x="2200306" y="635565"/>
                  </a:lnTo>
                  <a:lnTo>
                    <a:pt x="2200229" y="635546"/>
                  </a:lnTo>
                  <a:lnTo>
                    <a:pt x="2200153" y="635527"/>
                  </a:lnTo>
                  <a:lnTo>
                    <a:pt x="2199971" y="635480"/>
                  </a:lnTo>
                  <a:lnTo>
                    <a:pt x="2199946" y="635473"/>
                  </a:lnTo>
                  <a:lnTo>
                    <a:pt x="2199823" y="635442"/>
                  </a:lnTo>
                  <a:lnTo>
                    <a:pt x="2199814" y="635439"/>
                  </a:lnTo>
                  <a:lnTo>
                    <a:pt x="2199803" y="635437"/>
                  </a:lnTo>
                  <a:lnTo>
                    <a:pt x="2199795" y="635436"/>
                  </a:lnTo>
                  <a:lnTo>
                    <a:pt x="2199662" y="635349"/>
                  </a:lnTo>
                  <a:lnTo>
                    <a:pt x="2199660" y="635344"/>
                  </a:lnTo>
                  <a:lnTo>
                    <a:pt x="2199656" y="635340"/>
                  </a:lnTo>
                  <a:lnTo>
                    <a:pt x="2199649" y="635336"/>
                  </a:lnTo>
                  <a:lnTo>
                    <a:pt x="2199640" y="635331"/>
                  </a:lnTo>
                  <a:lnTo>
                    <a:pt x="2199630" y="635326"/>
                  </a:lnTo>
                  <a:lnTo>
                    <a:pt x="2199620" y="635322"/>
                  </a:lnTo>
                  <a:lnTo>
                    <a:pt x="2199612" y="635319"/>
                  </a:lnTo>
                  <a:lnTo>
                    <a:pt x="2199604" y="635316"/>
                  </a:lnTo>
                  <a:lnTo>
                    <a:pt x="2199588" y="635311"/>
                  </a:lnTo>
                  <a:lnTo>
                    <a:pt x="2199585" y="635305"/>
                  </a:lnTo>
                  <a:lnTo>
                    <a:pt x="2199586" y="635297"/>
                  </a:lnTo>
                  <a:lnTo>
                    <a:pt x="2199580" y="635291"/>
                  </a:lnTo>
                  <a:lnTo>
                    <a:pt x="2199570" y="635291"/>
                  </a:lnTo>
                  <a:lnTo>
                    <a:pt x="2199566" y="635291"/>
                  </a:lnTo>
                  <a:lnTo>
                    <a:pt x="2199561" y="635291"/>
                  </a:lnTo>
                  <a:lnTo>
                    <a:pt x="2199556" y="635290"/>
                  </a:lnTo>
                  <a:lnTo>
                    <a:pt x="2199552" y="635288"/>
                  </a:lnTo>
                  <a:lnTo>
                    <a:pt x="2199546" y="635287"/>
                  </a:lnTo>
                  <a:lnTo>
                    <a:pt x="2199531" y="635280"/>
                  </a:lnTo>
                  <a:lnTo>
                    <a:pt x="2199522" y="635275"/>
                  </a:lnTo>
                  <a:lnTo>
                    <a:pt x="2199514" y="635271"/>
                  </a:lnTo>
                  <a:lnTo>
                    <a:pt x="2199507" y="635267"/>
                  </a:lnTo>
                  <a:lnTo>
                    <a:pt x="2199503" y="635263"/>
                  </a:lnTo>
                  <a:lnTo>
                    <a:pt x="2199499" y="635261"/>
                  </a:lnTo>
                  <a:lnTo>
                    <a:pt x="2199494" y="635259"/>
                  </a:lnTo>
                  <a:lnTo>
                    <a:pt x="2199418" y="635257"/>
                  </a:lnTo>
                  <a:lnTo>
                    <a:pt x="2199409" y="635257"/>
                  </a:lnTo>
                  <a:lnTo>
                    <a:pt x="2199404" y="635256"/>
                  </a:lnTo>
                  <a:lnTo>
                    <a:pt x="2199400" y="635258"/>
                  </a:lnTo>
                  <a:lnTo>
                    <a:pt x="2199389" y="635265"/>
                  </a:lnTo>
                  <a:lnTo>
                    <a:pt x="2199383" y="635268"/>
                  </a:lnTo>
                  <a:lnTo>
                    <a:pt x="2199377" y="635270"/>
                  </a:lnTo>
                  <a:lnTo>
                    <a:pt x="2199371" y="635271"/>
                  </a:lnTo>
                  <a:lnTo>
                    <a:pt x="2199367" y="635272"/>
                  </a:lnTo>
                  <a:lnTo>
                    <a:pt x="2199361" y="635268"/>
                  </a:lnTo>
                  <a:lnTo>
                    <a:pt x="2199361" y="635260"/>
                  </a:lnTo>
                  <a:lnTo>
                    <a:pt x="2199364" y="635247"/>
                  </a:lnTo>
                  <a:lnTo>
                    <a:pt x="2199364" y="635240"/>
                  </a:lnTo>
                  <a:lnTo>
                    <a:pt x="2199365" y="635225"/>
                  </a:lnTo>
                  <a:lnTo>
                    <a:pt x="2199366" y="635218"/>
                  </a:lnTo>
                  <a:lnTo>
                    <a:pt x="2199368" y="635214"/>
                  </a:lnTo>
                  <a:lnTo>
                    <a:pt x="2199373" y="635211"/>
                  </a:lnTo>
                  <a:lnTo>
                    <a:pt x="2199379" y="635210"/>
                  </a:lnTo>
                  <a:lnTo>
                    <a:pt x="2199386" y="635209"/>
                  </a:lnTo>
                  <a:lnTo>
                    <a:pt x="2199390" y="635205"/>
                  </a:lnTo>
                  <a:lnTo>
                    <a:pt x="2199385" y="635202"/>
                  </a:lnTo>
                  <a:lnTo>
                    <a:pt x="2199373" y="635200"/>
                  </a:lnTo>
                  <a:lnTo>
                    <a:pt x="2199367" y="635199"/>
                  </a:lnTo>
                  <a:lnTo>
                    <a:pt x="2199364" y="635194"/>
                  </a:lnTo>
                  <a:lnTo>
                    <a:pt x="2199359" y="635183"/>
                  </a:lnTo>
                  <a:lnTo>
                    <a:pt x="2199356" y="635177"/>
                  </a:lnTo>
                  <a:lnTo>
                    <a:pt x="2199352" y="635172"/>
                  </a:lnTo>
                  <a:lnTo>
                    <a:pt x="2199348" y="635169"/>
                  </a:lnTo>
                  <a:lnTo>
                    <a:pt x="2199343" y="635166"/>
                  </a:lnTo>
                  <a:lnTo>
                    <a:pt x="2199323" y="635159"/>
                  </a:lnTo>
                  <a:lnTo>
                    <a:pt x="2199311" y="635154"/>
                  </a:lnTo>
                  <a:lnTo>
                    <a:pt x="2199304" y="635154"/>
                  </a:lnTo>
                  <a:lnTo>
                    <a:pt x="2199299" y="635157"/>
                  </a:lnTo>
                  <a:lnTo>
                    <a:pt x="2199295" y="635161"/>
                  </a:lnTo>
                  <a:lnTo>
                    <a:pt x="2199290" y="635165"/>
                  </a:lnTo>
                  <a:lnTo>
                    <a:pt x="2199284" y="635165"/>
                  </a:lnTo>
                  <a:lnTo>
                    <a:pt x="2199278" y="635159"/>
                  </a:lnTo>
                  <a:lnTo>
                    <a:pt x="2199273" y="635154"/>
                  </a:lnTo>
                  <a:lnTo>
                    <a:pt x="2199268" y="635148"/>
                  </a:lnTo>
                  <a:lnTo>
                    <a:pt x="2199264" y="635142"/>
                  </a:lnTo>
                  <a:lnTo>
                    <a:pt x="2199259" y="635133"/>
                  </a:lnTo>
                  <a:lnTo>
                    <a:pt x="2199252" y="635123"/>
                  </a:lnTo>
                  <a:lnTo>
                    <a:pt x="2199213" y="635071"/>
                  </a:lnTo>
                  <a:lnTo>
                    <a:pt x="2199209" y="635067"/>
                  </a:lnTo>
                  <a:lnTo>
                    <a:pt x="2199203" y="635057"/>
                  </a:lnTo>
                  <a:lnTo>
                    <a:pt x="2199199" y="635053"/>
                  </a:lnTo>
                  <a:lnTo>
                    <a:pt x="2199195" y="635050"/>
                  </a:lnTo>
                  <a:lnTo>
                    <a:pt x="2199189" y="635047"/>
                  </a:lnTo>
                  <a:lnTo>
                    <a:pt x="2198987" y="634908"/>
                  </a:lnTo>
                  <a:lnTo>
                    <a:pt x="2198984" y="634904"/>
                  </a:lnTo>
                  <a:lnTo>
                    <a:pt x="2198981" y="634901"/>
                  </a:lnTo>
                  <a:lnTo>
                    <a:pt x="2198976" y="634897"/>
                  </a:lnTo>
                  <a:lnTo>
                    <a:pt x="2198958" y="634883"/>
                  </a:lnTo>
                  <a:lnTo>
                    <a:pt x="2198953" y="634880"/>
                  </a:lnTo>
                  <a:lnTo>
                    <a:pt x="2198947" y="634878"/>
                  </a:lnTo>
                  <a:lnTo>
                    <a:pt x="2198844" y="634827"/>
                  </a:lnTo>
                  <a:lnTo>
                    <a:pt x="2198841" y="634821"/>
                  </a:lnTo>
                  <a:lnTo>
                    <a:pt x="2198836" y="634819"/>
                  </a:lnTo>
                  <a:lnTo>
                    <a:pt x="2198818" y="634816"/>
                  </a:lnTo>
                  <a:lnTo>
                    <a:pt x="2198811" y="634814"/>
                  </a:lnTo>
                  <a:lnTo>
                    <a:pt x="2198807" y="634818"/>
                  </a:lnTo>
                  <a:lnTo>
                    <a:pt x="2198805" y="634826"/>
                  </a:lnTo>
                  <a:lnTo>
                    <a:pt x="2198802" y="634833"/>
                  </a:lnTo>
                  <a:lnTo>
                    <a:pt x="2198797" y="634841"/>
                  </a:lnTo>
                  <a:lnTo>
                    <a:pt x="2198793" y="634846"/>
                  </a:lnTo>
                  <a:lnTo>
                    <a:pt x="2198788" y="634850"/>
                  </a:lnTo>
                  <a:lnTo>
                    <a:pt x="2198783" y="634851"/>
                  </a:lnTo>
                  <a:lnTo>
                    <a:pt x="2198777" y="634850"/>
                  </a:lnTo>
                  <a:lnTo>
                    <a:pt x="2198769" y="634847"/>
                  </a:lnTo>
                  <a:lnTo>
                    <a:pt x="2198761" y="634844"/>
                  </a:lnTo>
                  <a:lnTo>
                    <a:pt x="2198754" y="634842"/>
                  </a:lnTo>
                  <a:lnTo>
                    <a:pt x="2198748" y="634843"/>
                  </a:lnTo>
                  <a:lnTo>
                    <a:pt x="2198744" y="634844"/>
                  </a:lnTo>
                  <a:lnTo>
                    <a:pt x="2198739" y="634846"/>
                  </a:lnTo>
                  <a:lnTo>
                    <a:pt x="2198735" y="634846"/>
                  </a:lnTo>
                  <a:lnTo>
                    <a:pt x="2198730" y="634844"/>
                  </a:lnTo>
                  <a:lnTo>
                    <a:pt x="2198723" y="634842"/>
                  </a:lnTo>
                  <a:lnTo>
                    <a:pt x="2198706" y="634840"/>
                  </a:lnTo>
                  <a:lnTo>
                    <a:pt x="2198698" y="634839"/>
                  </a:lnTo>
                  <a:lnTo>
                    <a:pt x="2198688" y="634840"/>
                  </a:lnTo>
                  <a:lnTo>
                    <a:pt x="2198678" y="634842"/>
                  </a:lnTo>
                  <a:lnTo>
                    <a:pt x="2198667" y="634845"/>
                  </a:lnTo>
                  <a:lnTo>
                    <a:pt x="2198656" y="634850"/>
                  </a:lnTo>
                  <a:lnTo>
                    <a:pt x="2198644" y="634855"/>
                  </a:lnTo>
                  <a:lnTo>
                    <a:pt x="2198633" y="634861"/>
                  </a:lnTo>
                  <a:lnTo>
                    <a:pt x="2198623" y="634867"/>
                  </a:lnTo>
                  <a:lnTo>
                    <a:pt x="2198615" y="634874"/>
                  </a:lnTo>
                  <a:lnTo>
                    <a:pt x="2198609" y="634880"/>
                  </a:lnTo>
                  <a:lnTo>
                    <a:pt x="2198500" y="634957"/>
                  </a:lnTo>
                  <a:lnTo>
                    <a:pt x="2198499" y="634965"/>
                  </a:lnTo>
                  <a:lnTo>
                    <a:pt x="2198505" y="634997"/>
                  </a:lnTo>
                  <a:lnTo>
                    <a:pt x="2198506" y="635005"/>
                  </a:lnTo>
                  <a:lnTo>
                    <a:pt x="2198506" y="635013"/>
                  </a:lnTo>
                  <a:lnTo>
                    <a:pt x="2198505" y="635021"/>
                  </a:lnTo>
                  <a:lnTo>
                    <a:pt x="2198498" y="635024"/>
                  </a:lnTo>
                  <a:lnTo>
                    <a:pt x="2198493" y="635023"/>
                  </a:lnTo>
                  <a:lnTo>
                    <a:pt x="2198485" y="635021"/>
                  </a:lnTo>
                  <a:lnTo>
                    <a:pt x="2198463" y="635014"/>
                  </a:lnTo>
                  <a:lnTo>
                    <a:pt x="2198455" y="635012"/>
                  </a:lnTo>
                  <a:lnTo>
                    <a:pt x="2198446" y="635010"/>
                  </a:lnTo>
                  <a:lnTo>
                    <a:pt x="2198438" y="635008"/>
                  </a:lnTo>
                  <a:lnTo>
                    <a:pt x="2198428" y="635007"/>
                  </a:lnTo>
                  <a:lnTo>
                    <a:pt x="2198419" y="635006"/>
                  </a:lnTo>
                  <a:lnTo>
                    <a:pt x="2198411" y="635007"/>
                  </a:lnTo>
                  <a:lnTo>
                    <a:pt x="2198403" y="635009"/>
                  </a:lnTo>
                  <a:lnTo>
                    <a:pt x="2198396" y="635012"/>
                  </a:lnTo>
                  <a:lnTo>
                    <a:pt x="2198390" y="635016"/>
                  </a:lnTo>
                  <a:lnTo>
                    <a:pt x="2198379" y="635027"/>
                  </a:lnTo>
                  <a:lnTo>
                    <a:pt x="2198373" y="635032"/>
                  </a:lnTo>
                  <a:lnTo>
                    <a:pt x="2198367" y="635037"/>
                  </a:lnTo>
                  <a:lnTo>
                    <a:pt x="2198362" y="635040"/>
                  </a:lnTo>
                  <a:lnTo>
                    <a:pt x="2198356" y="635043"/>
                  </a:lnTo>
                  <a:lnTo>
                    <a:pt x="2198351" y="635046"/>
                  </a:lnTo>
                  <a:lnTo>
                    <a:pt x="2198345" y="635049"/>
                  </a:lnTo>
                  <a:lnTo>
                    <a:pt x="2198272" y="635083"/>
                  </a:lnTo>
                  <a:lnTo>
                    <a:pt x="2198125" y="635149"/>
                  </a:lnTo>
                  <a:lnTo>
                    <a:pt x="2198119" y="635149"/>
                  </a:lnTo>
                  <a:lnTo>
                    <a:pt x="2198113" y="635151"/>
                  </a:lnTo>
                  <a:lnTo>
                    <a:pt x="2198107" y="635154"/>
                  </a:lnTo>
                  <a:lnTo>
                    <a:pt x="2198098" y="635159"/>
                  </a:lnTo>
                  <a:lnTo>
                    <a:pt x="2198093" y="635163"/>
                  </a:lnTo>
                  <a:lnTo>
                    <a:pt x="2198030" y="635190"/>
                  </a:lnTo>
                  <a:lnTo>
                    <a:pt x="2197982" y="635211"/>
                  </a:lnTo>
                  <a:lnTo>
                    <a:pt x="2197976" y="635212"/>
                  </a:lnTo>
                  <a:lnTo>
                    <a:pt x="2197970" y="635213"/>
                  </a:lnTo>
                  <a:lnTo>
                    <a:pt x="2197965" y="635216"/>
                  </a:lnTo>
                  <a:lnTo>
                    <a:pt x="2197960" y="635220"/>
                  </a:lnTo>
                  <a:lnTo>
                    <a:pt x="2197954" y="635226"/>
                  </a:lnTo>
                  <a:lnTo>
                    <a:pt x="2197859" y="635115"/>
                  </a:lnTo>
                  <a:lnTo>
                    <a:pt x="2197822" y="635131"/>
                  </a:lnTo>
                  <a:lnTo>
                    <a:pt x="2197812" y="635135"/>
                  </a:lnTo>
                  <a:lnTo>
                    <a:pt x="2197859" y="635188"/>
                  </a:lnTo>
                  <a:lnTo>
                    <a:pt x="2197823" y="635201"/>
                  </a:lnTo>
                  <a:lnTo>
                    <a:pt x="2197710" y="635274"/>
                  </a:lnTo>
                  <a:lnTo>
                    <a:pt x="2197686" y="635290"/>
                  </a:lnTo>
                  <a:lnTo>
                    <a:pt x="2197565" y="635369"/>
                  </a:lnTo>
                  <a:lnTo>
                    <a:pt x="2197474" y="635425"/>
                  </a:lnTo>
                  <a:lnTo>
                    <a:pt x="2197471" y="635430"/>
                  </a:lnTo>
                  <a:lnTo>
                    <a:pt x="2197467" y="635434"/>
                  </a:lnTo>
                  <a:lnTo>
                    <a:pt x="2197462" y="635439"/>
                  </a:lnTo>
                  <a:lnTo>
                    <a:pt x="2197455" y="635444"/>
                  </a:lnTo>
                  <a:lnTo>
                    <a:pt x="2197447" y="635450"/>
                  </a:lnTo>
                  <a:lnTo>
                    <a:pt x="2197438" y="635456"/>
                  </a:lnTo>
                  <a:lnTo>
                    <a:pt x="2197429" y="635462"/>
                  </a:lnTo>
                  <a:lnTo>
                    <a:pt x="2197419" y="635467"/>
                  </a:lnTo>
                  <a:lnTo>
                    <a:pt x="2197408" y="635471"/>
                  </a:lnTo>
                  <a:lnTo>
                    <a:pt x="2197397" y="635476"/>
                  </a:lnTo>
                  <a:lnTo>
                    <a:pt x="2197385" y="635479"/>
                  </a:lnTo>
                  <a:lnTo>
                    <a:pt x="2197375" y="635481"/>
                  </a:lnTo>
                  <a:lnTo>
                    <a:pt x="2197367" y="635482"/>
                  </a:lnTo>
                  <a:lnTo>
                    <a:pt x="2197359" y="635480"/>
                  </a:lnTo>
                  <a:lnTo>
                    <a:pt x="2197350" y="635477"/>
                  </a:lnTo>
                  <a:lnTo>
                    <a:pt x="2197338" y="635471"/>
                  </a:lnTo>
                  <a:lnTo>
                    <a:pt x="2197323" y="635465"/>
                  </a:lnTo>
                  <a:lnTo>
                    <a:pt x="2197304" y="635460"/>
                  </a:lnTo>
                  <a:lnTo>
                    <a:pt x="2197281" y="635456"/>
                  </a:lnTo>
                  <a:lnTo>
                    <a:pt x="2197257" y="635453"/>
                  </a:lnTo>
                  <a:lnTo>
                    <a:pt x="2197237" y="635453"/>
                  </a:lnTo>
                  <a:lnTo>
                    <a:pt x="2197222" y="635454"/>
                  </a:lnTo>
                  <a:lnTo>
                    <a:pt x="2197212" y="635455"/>
                  </a:lnTo>
                  <a:lnTo>
                    <a:pt x="2197204" y="635457"/>
                  </a:lnTo>
                  <a:lnTo>
                    <a:pt x="2197197" y="635457"/>
                  </a:lnTo>
                  <a:lnTo>
                    <a:pt x="2197185" y="635458"/>
                  </a:lnTo>
                  <a:lnTo>
                    <a:pt x="2197180" y="635459"/>
                  </a:lnTo>
                  <a:lnTo>
                    <a:pt x="2197176" y="635462"/>
                  </a:lnTo>
                  <a:lnTo>
                    <a:pt x="2197130" y="635471"/>
                  </a:lnTo>
                  <a:lnTo>
                    <a:pt x="2197045" y="635486"/>
                  </a:lnTo>
                  <a:lnTo>
                    <a:pt x="2197035" y="635489"/>
                  </a:lnTo>
                  <a:lnTo>
                    <a:pt x="2197027" y="635500"/>
                  </a:lnTo>
                  <a:lnTo>
                    <a:pt x="2197022" y="635506"/>
                  </a:lnTo>
                  <a:lnTo>
                    <a:pt x="2196995" y="635541"/>
                  </a:lnTo>
                  <a:lnTo>
                    <a:pt x="2196847" y="635573"/>
                  </a:lnTo>
                  <a:lnTo>
                    <a:pt x="2196816" y="635574"/>
                  </a:lnTo>
                  <a:lnTo>
                    <a:pt x="2196762" y="635576"/>
                  </a:lnTo>
                  <a:lnTo>
                    <a:pt x="2196732" y="635578"/>
                  </a:lnTo>
                  <a:lnTo>
                    <a:pt x="2196666" y="635580"/>
                  </a:lnTo>
                  <a:lnTo>
                    <a:pt x="2196654" y="635579"/>
                  </a:lnTo>
                  <a:lnTo>
                    <a:pt x="2196641" y="635578"/>
                  </a:lnTo>
                  <a:lnTo>
                    <a:pt x="2196544" y="635576"/>
                  </a:lnTo>
                  <a:lnTo>
                    <a:pt x="2196484" y="635570"/>
                  </a:lnTo>
                  <a:lnTo>
                    <a:pt x="2196455" y="635569"/>
                  </a:lnTo>
                  <a:lnTo>
                    <a:pt x="2196450" y="635568"/>
                  </a:lnTo>
                  <a:lnTo>
                    <a:pt x="2196444" y="635567"/>
                  </a:lnTo>
                  <a:lnTo>
                    <a:pt x="2196438" y="635565"/>
                  </a:lnTo>
                  <a:lnTo>
                    <a:pt x="2196387" y="635549"/>
                  </a:lnTo>
                  <a:lnTo>
                    <a:pt x="2196261" y="635517"/>
                  </a:lnTo>
                  <a:lnTo>
                    <a:pt x="2196234" y="635509"/>
                  </a:lnTo>
                  <a:lnTo>
                    <a:pt x="2196228" y="635509"/>
                  </a:lnTo>
                  <a:lnTo>
                    <a:pt x="2196222" y="635508"/>
                  </a:lnTo>
                  <a:lnTo>
                    <a:pt x="2196204" y="635508"/>
                  </a:lnTo>
                  <a:lnTo>
                    <a:pt x="2196196" y="635507"/>
                  </a:lnTo>
                  <a:lnTo>
                    <a:pt x="2196188" y="635507"/>
                  </a:lnTo>
                  <a:lnTo>
                    <a:pt x="2196094" y="635492"/>
                  </a:lnTo>
                  <a:lnTo>
                    <a:pt x="2195948" y="635462"/>
                  </a:lnTo>
                  <a:lnTo>
                    <a:pt x="2195913" y="635454"/>
                  </a:lnTo>
                  <a:lnTo>
                    <a:pt x="2195859" y="635439"/>
                  </a:lnTo>
                  <a:lnTo>
                    <a:pt x="2195848" y="635435"/>
                  </a:lnTo>
                  <a:lnTo>
                    <a:pt x="2195798" y="635418"/>
                  </a:lnTo>
                  <a:lnTo>
                    <a:pt x="2195766" y="635405"/>
                  </a:lnTo>
                  <a:lnTo>
                    <a:pt x="2195645" y="635345"/>
                  </a:lnTo>
                  <a:lnTo>
                    <a:pt x="2195593" y="635318"/>
                  </a:lnTo>
                  <a:lnTo>
                    <a:pt x="2195546" y="635290"/>
                  </a:lnTo>
                  <a:lnTo>
                    <a:pt x="2195524" y="635276"/>
                  </a:lnTo>
                  <a:lnTo>
                    <a:pt x="2195494" y="635249"/>
                  </a:lnTo>
                  <a:lnTo>
                    <a:pt x="2195399" y="635167"/>
                  </a:lnTo>
                  <a:lnTo>
                    <a:pt x="2195328" y="635094"/>
                  </a:lnTo>
                  <a:lnTo>
                    <a:pt x="2195277" y="635042"/>
                  </a:lnTo>
                  <a:lnTo>
                    <a:pt x="2195262" y="635005"/>
                  </a:lnTo>
                  <a:lnTo>
                    <a:pt x="2195253" y="634984"/>
                  </a:lnTo>
                  <a:lnTo>
                    <a:pt x="2195245" y="634963"/>
                  </a:lnTo>
                  <a:lnTo>
                    <a:pt x="2195243" y="634917"/>
                  </a:lnTo>
                  <a:lnTo>
                    <a:pt x="2195242" y="634880"/>
                  </a:lnTo>
                  <a:lnTo>
                    <a:pt x="2195254" y="634846"/>
                  </a:lnTo>
                  <a:lnTo>
                    <a:pt x="2195266" y="634825"/>
                  </a:lnTo>
                  <a:lnTo>
                    <a:pt x="2195317" y="634739"/>
                  </a:lnTo>
                  <a:lnTo>
                    <a:pt x="2195324" y="634727"/>
                  </a:lnTo>
                  <a:lnTo>
                    <a:pt x="2195403" y="634610"/>
                  </a:lnTo>
                  <a:lnTo>
                    <a:pt x="2195423" y="634526"/>
                  </a:lnTo>
                  <a:lnTo>
                    <a:pt x="2195419" y="634425"/>
                  </a:lnTo>
                  <a:lnTo>
                    <a:pt x="2195406" y="634366"/>
                  </a:lnTo>
                  <a:lnTo>
                    <a:pt x="2195377" y="634310"/>
                  </a:lnTo>
                  <a:lnTo>
                    <a:pt x="2195326" y="634266"/>
                  </a:lnTo>
                  <a:lnTo>
                    <a:pt x="2195321" y="634262"/>
                  </a:lnTo>
                  <a:lnTo>
                    <a:pt x="2195315" y="634257"/>
                  </a:lnTo>
                  <a:lnTo>
                    <a:pt x="2195311" y="634253"/>
                  </a:lnTo>
                  <a:lnTo>
                    <a:pt x="2195297" y="634239"/>
                  </a:lnTo>
                  <a:lnTo>
                    <a:pt x="2195292" y="634236"/>
                  </a:lnTo>
                  <a:lnTo>
                    <a:pt x="2195287" y="634233"/>
                  </a:lnTo>
                  <a:lnTo>
                    <a:pt x="2195274" y="634227"/>
                  </a:lnTo>
                  <a:lnTo>
                    <a:pt x="2195258" y="634220"/>
                  </a:lnTo>
                  <a:lnTo>
                    <a:pt x="2195253" y="634217"/>
                  </a:lnTo>
                  <a:lnTo>
                    <a:pt x="2195228" y="634209"/>
                  </a:lnTo>
                  <a:lnTo>
                    <a:pt x="2195223" y="634207"/>
                  </a:lnTo>
                  <a:lnTo>
                    <a:pt x="2195213" y="634205"/>
                  </a:lnTo>
                  <a:lnTo>
                    <a:pt x="2195208" y="634204"/>
                  </a:lnTo>
                  <a:lnTo>
                    <a:pt x="2195201" y="634203"/>
                  </a:lnTo>
                  <a:lnTo>
                    <a:pt x="2195193" y="634202"/>
                  </a:lnTo>
                  <a:lnTo>
                    <a:pt x="2195174" y="634201"/>
                  </a:lnTo>
                  <a:lnTo>
                    <a:pt x="2195138" y="634202"/>
                  </a:lnTo>
                  <a:lnTo>
                    <a:pt x="2195132" y="634202"/>
                  </a:lnTo>
                  <a:lnTo>
                    <a:pt x="2195127" y="634203"/>
                  </a:lnTo>
                  <a:lnTo>
                    <a:pt x="2195099" y="634211"/>
                  </a:lnTo>
                  <a:lnTo>
                    <a:pt x="2195067" y="634221"/>
                  </a:lnTo>
                  <a:lnTo>
                    <a:pt x="2195050" y="634227"/>
                  </a:lnTo>
                  <a:lnTo>
                    <a:pt x="2195044" y="634230"/>
                  </a:lnTo>
                  <a:lnTo>
                    <a:pt x="2195037" y="634232"/>
                  </a:lnTo>
                  <a:lnTo>
                    <a:pt x="2195026" y="634237"/>
                  </a:lnTo>
                  <a:lnTo>
                    <a:pt x="2195019" y="634240"/>
                  </a:lnTo>
                  <a:lnTo>
                    <a:pt x="2195011" y="634245"/>
                  </a:lnTo>
                  <a:lnTo>
                    <a:pt x="2194978" y="634268"/>
                  </a:lnTo>
                  <a:lnTo>
                    <a:pt x="2194970" y="634274"/>
                  </a:lnTo>
                  <a:lnTo>
                    <a:pt x="2194963" y="634280"/>
                  </a:lnTo>
                  <a:lnTo>
                    <a:pt x="2194955" y="634288"/>
                  </a:lnTo>
                  <a:lnTo>
                    <a:pt x="2194886" y="634370"/>
                  </a:lnTo>
                  <a:lnTo>
                    <a:pt x="2194859" y="634408"/>
                  </a:lnTo>
                  <a:lnTo>
                    <a:pt x="2194845" y="634429"/>
                  </a:lnTo>
                  <a:lnTo>
                    <a:pt x="2194802" y="634505"/>
                  </a:lnTo>
                  <a:lnTo>
                    <a:pt x="2194797" y="634516"/>
                  </a:lnTo>
                  <a:lnTo>
                    <a:pt x="2194794" y="634525"/>
                  </a:lnTo>
                  <a:lnTo>
                    <a:pt x="2194792" y="634531"/>
                  </a:lnTo>
                  <a:lnTo>
                    <a:pt x="2194784" y="634551"/>
                  </a:lnTo>
                  <a:lnTo>
                    <a:pt x="2194782" y="634556"/>
                  </a:lnTo>
                  <a:lnTo>
                    <a:pt x="2194781" y="634571"/>
                  </a:lnTo>
                  <a:lnTo>
                    <a:pt x="2194780" y="634578"/>
                  </a:lnTo>
                  <a:lnTo>
                    <a:pt x="2194777" y="634587"/>
                  </a:lnTo>
                  <a:lnTo>
                    <a:pt x="2194775" y="634591"/>
                  </a:lnTo>
                  <a:lnTo>
                    <a:pt x="2194769" y="634600"/>
                  </a:lnTo>
                  <a:lnTo>
                    <a:pt x="2194766" y="634605"/>
                  </a:lnTo>
                  <a:lnTo>
                    <a:pt x="2194762" y="634625"/>
                  </a:lnTo>
                  <a:lnTo>
                    <a:pt x="2194761" y="634631"/>
                  </a:lnTo>
                  <a:lnTo>
                    <a:pt x="2194751" y="634665"/>
                  </a:lnTo>
                  <a:lnTo>
                    <a:pt x="2194749" y="634673"/>
                  </a:lnTo>
                  <a:lnTo>
                    <a:pt x="2194748" y="634683"/>
                  </a:lnTo>
                  <a:lnTo>
                    <a:pt x="2194746" y="634689"/>
                  </a:lnTo>
                  <a:lnTo>
                    <a:pt x="2194736" y="634709"/>
                  </a:lnTo>
                  <a:lnTo>
                    <a:pt x="2194734" y="634714"/>
                  </a:lnTo>
                  <a:lnTo>
                    <a:pt x="2194732" y="634720"/>
                  </a:lnTo>
                  <a:lnTo>
                    <a:pt x="2194729" y="634726"/>
                  </a:lnTo>
                  <a:lnTo>
                    <a:pt x="2194723" y="634734"/>
                  </a:lnTo>
                  <a:lnTo>
                    <a:pt x="2194720" y="634739"/>
                  </a:lnTo>
                  <a:lnTo>
                    <a:pt x="2194717" y="634745"/>
                  </a:lnTo>
                  <a:lnTo>
                    <a:pt x="2194714" y="634753"/>
                  </a:lnTo>
                  <a:lnTo>
                    <a:pt x="2194712" y="634759"/>
                  </a:lnTo>
                  <a:lnTo>
                    <a:pt x="2194712" y="634764"/>
                  </a:lnTo>
                  <a:lnTo>
                    <a:pt x="2194711" y="634769"/>
                  </a:lnTo>
                  <a:lnTo>
                    <a:pt x="2194708" y="634776"/>
                  </a:lnTo>
                  <a:lnTo>
                    <a:pt x="2194698" y="634789"/>
                  </a:lnTo>
                  <a:lnTo>
                    <a:pt x="2194695" y="634795"/>
                  </a:lnTo>
                  <a:lnTo>
                    <a:pt x="2194691" y="634804"/>
                  </a:lnTo>
                  <a:lnTo>
                    <a:pt x="2194689" y="634809"/>
                  </a:lnTo>
                  <a:lnTo>
                    <a:pt x="2194686" y="634813"/>
                  </a:lnTo>
                  <a:lnTo>
                    <a:pt x="2194682" y="634816"/>
                  </a:lnTo>
                  <a:lnTo>
                    <a:pt x="2194671" y="634827"/>
                  </a:lnTo>
                  <a:lnTo>
                    <a:pt x="2194668" y="634831"/>
                  </a:lnTo>
                  <a:lnTo>
                    <a:pt x="2194661" y="634848"/>
                  </a:lnTo>
                  <a:lnTo>
                    <a:pt x="2194573" y="635055"/>
                  </a:lnTo>
                  <a:lnTo>
                    <a:pt x="2194551" y="635108"/>
                  </a:lnTo>
                  <a:lnTo>
                    <a:pt x="2194474" y="635222"/>
                  </a:lnTo>
                  <a:lnTo>
                    <a:pt x="2194469" y="635229"/>
                  </a:lnTo>
                  <a:lnTo>
                    <a:pt x="2194464" y="635236"/>
                  </a:lnTo>
                  <a:lnTo>
                    <a:pt x="2194433" y="635282"/>
                  </a:lnTo>
                  <a:lnTo>
                    <a:pt x="2194421" y="635317"/>
                  </a:lnTo>
                  <a:lnTo>
                    <a:pt x="2194398" y="635385"/>
                  </a:lnTo>
                  <a:lnTo>
                    <a:pt x="2194384" y="635425"/>
                  </a:lnTo>
                  <a:lnTo>
                    <a:pt x="2194373" y="635456"/>
                  </a:lnTo>
                  <a:lnTo>
                    <a:pt x="2194299" y="635571"/>
                  </a:lnTo>
                  <a:lnTo>
                    <a:pt x="2194257" y="635637"/>
                  </a:lnTo>
                  <a:lnTo>
                    <a:pt x="2194175" y="635703"/>
                  </a:lnTo>
                  <a:lnTo>
                    <a:pt x="2194054" y="635856"/>
                  </a:lnTo>
                  <a:lnTo>
                    <a:pt x="2194000" y="635925"/>
                  </a:lnTo>
                  <a:lnTo>
                    <a:pt x="2193879" y="636064"/>
                  </a:lnTo>
                  <a:lnTo>
                    <a:pt x="2193860" y="636086"/>
                  </a:lnTo>
                  <a:lnTo>
                    <a:pt x="2193777" y="636182"/>
                  </a:lnTo>
                  <a:lnTo>
                    <a:pt x="2193801" y="636215"/>
                  </a:lnTo>
                  <a:lnTo>
                    <a:pt x="2193769" y="636254"/>
                  </a:lnTo>
                  <a:lnTo>
                    <a:pt x="2193672" y="636388"/>
                  </a:lnTo>
                  <a:lnTo>
                    <a:pt x="2193593" y="636500"/>
                  </a:lnTo>
                  <a:lnTo>
                    <a:pt x="2193524" y="636602"/>
                  </a:lnTo>
                  <a:lnTo>
                    <a:pt x="2193518" y="636611"/>
                  </a:lnTo>
                  <a:lnTo>
                    <a:pt x="2193515" y="636617"/>
                  </a:lnTo>
                  <a:lnTo>
                    <a:pt x="2193512" y="636625"/>
                  </a:lnTo>
                  <a:lnTo>
                    <a:pt x="2193510" y="636633"/>
                  </a:lnTo>
                  <a:lnTo>
                    <a:pt x="2193510" y="636640"/>
                  </a:lnTo>
                  <a:lnTo>
                    <a:pt x="2193510" y="636648"/>
                  </a:lnTo>
                  <a:lnTo>
                    <a:pt x="2193506" y="636651"/>
                  </a:lnTo>
                  <a:lnTo>
                    <a:pt x="2193499" y="636658"/>
                  </a:lnTo>
                  <a:lnTo>
                    <a:pt x="2193496" y="636664"/>
                  </a:lnTo>
                  <a:lnTo>
                    <a:pt x="2193493" y="636673"/>
                  </a:lnTo>
                  <a:lnTo>
                    <a:pt x="2193490" y="636680"/>
                  </a:lnTo>
                  <a:lnTo>
                    <a:pt x="2193491" y="636685"/>
                  </a:lnTo>
                  <a:lnTo>
                    <a:pt x="2193495" y="636695"/>
                  </a:lnTo>
                  <a:lnTo>
                    <a:pt x="2193495" y="636701"/>
                  </a:lnTo>
                  <a:lnTo>
                    <a:pt x="2193492" y="636706"/>
                  </a:lnTo>
                  <a:lnTo>
                    <a:pt x="2193492" y="636711"/>
                  </a:lnTo>
                  <a:lnTo>
                    <a:pt x="2193497" y="636718"/>
                  </a:lnTo>
                  <a:lnTo>
                    <a:pt x="2193500" y="636724"/>
                  </a:lnTo>
                  <a:lnTo>
                    <a:pt x="2193496" y="636728"/>
                  </a:lnTo>
                  <a:lnTo>
                    <a:pt x="2193480" y="636728"/>
                  </a:lnTo>
                  <a:lnTo>
                    <a:pt x="2193475" y="636728"/>
                  </a:lnTo>
                  <a:lnTo>
                    <a:pt x="2193471" y="636729"/>
                  </a:lnTo>
                  <a:lnTo>
                    <a:pt x="2193466" y="636730"/>
                  </a:lnTo>
                  <a:lnTo>
                    <a:pt x="2193460" y="636731"/>
                  </a:lnTo>
                  <a:lnTo>
                    <a:pt x="2193454" y="636734"/>
                  </a:lnTo>
                  <a:lnTo>
                    <a:pt x="2193447" y="636738"/>
                  </a:lnTo>
                  <a:lnTo>
                    <a:pt x="2193439" y="636743"/>
                  </a:lnTo>
                  <a:lnTo>
                    <a:pt x="2193431" y="636750"/>
                  </a:lnTo>
                  <a:lnTo>
                    <a:pt x="2193422" y="636758"/>
                  </a:lnTo>
                  <a:lnTo>
                    <a:pt x="2193414" y="636767"/>
                  </a:lnTo>
                  <a:lnTo>
                    <a:pt x="2193406" y="636776"/>
                  </a:lnTo>
                  <a:lnTo>
                    <a:pt x="2193393" y="636794"/>
                  </a:lnTo>
                  <a:lnTo>
                    <a:pt x="2193382" y="636811"/>
                  </a:lnTo>
                  <a:lnTo>
                    <a:pt x="2193370" y="636833"/>
                  </a:lnTo>
                  <a:lnTo>
                    <a:pt x="2193367" y="636838"/>
                  </a:lnTo>
                  <a:lnTo>
                    <a:pt x="2193361" y="636845"/>
                  </a:lnTo>
                  <a:lnTo>
                    <a:pt x="2193319" y="636886"/>
                  </a:lnTo>
                  <a:lnTo>
                    <a:pt x="2193305" y="636899"/>
                  </a:lnTo>
                  <a:lnTo>
                    <a:pt x="2193288" y="636911"/>
                  </a:lnTo>
                  <a:lnTo>
                    <a:pt x="2193201" y="636968"/>
                  </a:lnTo>
                  <a:lnTo>
                    <a:pt x="2193195" y="636973"/>
                  </a:lnTo>
                  <a:lnTo>
                    <a:pt x="2193193" y="636979"/>
                  </a:lnTo>
                  <a:lnTo>
                    <a:pt x="2193179" y="637022"/>
                  </a:lnTo>
                  <a:lnTo>
                    <a:pt x="2193173" y="637046"/>
                  </a:lnTo>
                  <a:lnTo>
                    <a:pt x="2193163" y="637050"/>
                  </a:lnTo>
                  <a:lnTo>
                    <a:pt x="2193154" y="637056"/>
                  </a:lnTo>
                  <a:lnTo>
                    <a:pt x="2193062" y="637084"/>
                  </a:lnTo>
                  <a:lnTo>
                    <a:pt x="2192963" y="637114"/>
                  </a:lnTo>
                  <a:lnTo>
                    <a:pt x="2192890" y="637155"/>
                  </a:lnTo>
                  <a:lnTo>
                    <a:pt x="2192803" y="637203"/>
                  </a:lnTo>
                  <a:lnTo>
                    <a:pt x="2192713" y="637253"/>
                  </a:lnTo>
                  <a:lnTo>
                    <a:pt x="2192683" y="637270"/>
                  </a:lnTo>
                  <a:lnTo>
                    <a:pt x="2192586" y="637341"/>
                  </a:lnTo>
                  <a:lnTo>
                    <a:pt x="2192493" y="637409"/>
                  </a:lnTo>
                  <a:lnTo>
                    <a:pt x="2192208" y="637591"/>
                  </a:lnTo>
                  <a:lnTo>
                    <a:pt x="2192206" y="637599"/>
                  </a:lnTo>
                  <a:lnTo>
                    <a:pt x="2192168" y="637633"/>
                  </a:lnTo>
                  <a:lnTo>
                    <a:pt x="2192125" y="637668"/>
                  </a:lnTo>
                  <a:lnTo>
                    <a:pt x="2192118" y="637670"/>
                  </a:lnTo>
                  <a:lnTo>
                    <a:pt x="2192112" y="637674"/>
                  </a:lnTo>
                  <a:lnTo>
                    <a:pt x="2192097" y="637686"/>
                  </a:lnTo>
                  <a:lnTo>
                    <a:pt x="2192085" y="637692"/>
                  </a:lnTo>
                  <a:lnTo>
                    <a:pt x="2192060" y="637704"/>
                  </a:lnTo>
                  <a:lnTo>
                    <a:pt x="2192037" y="637716"/>
                  </a:lnTo>
                  <a:lnTo>
                    <a:pt x="2191947" y="637759"/>
                  </a:lnTo>
                  <a:lnTo>
                    <a:pt x="2191814" y="637856"/>
                  </a:lnTo>
                  <a:lnTo>
                    <a:pt x="2191646" y="637985"/>
                  </a:lnTo>
                  <a:lnTo>
                    <a:pt x="2191595" y="638024"/>
                  </a:lnTo>
                  <a:lnTo>
                    <a:pt x="2191562" y="638051"/>
                  </a:lnTo>
                  <a:lnTo>
                    <a:pt x="2191552" y="638059"/>
                  </a:lnTo>
                  <a:lnTo>
                    <a:pt x="2191545" y="638064"/>
                  </a:lnTo>
                  <a:lnTo>
                    <a:pt x="2191535" y="638069"/>
                  </a:lnTo>
                  <a:lnTo>
                    <a:pt x="2191529" y="638073"/>
                  </a:lnTo>
                  <a:lnTo>
                    <a:pt x="2191524" y="638076"/>
                  </a:lnTo>
                  <a:lnTo>
                    <a:pt x="2191518" y="638081"/>
                  </a:lnTo>
                  <a:lnTo>
                    <a:pt x="2191513" y="638084"/>
                  </a:lnTo>
                  <a:lnTo>
                    <a:pt x="2191509" y="638086"/>
                  </a:lnTo>
                  <a:lnTo>
                    <a:pt x="2191505" y="638088"/>
                  </a:lnTo>
                  <a:lnTo>
                    <a:pt x="2191488" y="638098"/>
                  </a:lnTo>
                  <a:lnTo>
                    <a:pt x="2191482" y="638101"/>
                  </a:lnTo>
                  <a:lnTo>
                    <a:pt x="2191476" y="638102"/>
                  </a:lnTo>
                  <a:lnTo>
                    <a:pt x="2191467" y="638103"/>
                  </a:lnTo>
                  <a:lnTo>
                    <a:pt x="2191459" y="638103"/>
                  </a:lnTo>
                  <a:lnTo>
                    <a:pt x="2191448" y="638102"/>
                  </a:lnTo>
                  <a:lnTo>
                    <a:pt x="2191443" y="638102"/>
                  </a:lnTo>
                  <a:lnTo>
                    <a:pt x="2191438" y="638103"/>
                  </a:lnTo>
                  <a:lnTo>
                    <a:pt x="2191430" y="638106"/>
                  </a:lnTo>
                  <a:lnTo>
                    <a:pt x="2191425" y="638107"/>
                  </a:lnTo>
                  <a:lnTo>
                    <a:pt x="2191419" y="638111"/>
                  </a:lnTo>
                  <a:lnTo>
                    <a:pt x="2191415" y="638116"/>
                  </a:lnTo>
                  <a:lnTo>
                    <a:pt x="2191410" y="638124"/>
                  </a:lnTo>
                  <a:lnTo>
                    <a:pt x="2191393" y="638135"/>
                  </a:lnTo>
                  <a:lnTo>
                    <a:pt x="2191385" y="638138"/>
                  </a:lnTo>
                  <a:lnTo>
                    <a:pt x="2191381" y="638140"/>
                  </a:lnTo>
                  <a:lnTo>
                    <a:pt x="2191376" y="638143"/>
                  </a:lnTo>
                  <a:lnTo>
                    <a:pt x="2191368" y="638149"/>
                  </a:lnTo>
                  <a:lnTo>
                    <a:pt x="2191363" y="638152"/>
                  </a:lnTo>
                  <a:lnTo>
                    <a:pt x="2191347" y="638159"/>
                  </a:lnTo>
                  <a:lnTo>
                    <a:pt x="2191263" y="638208"/>
                  </a:lnTo>
                  <a:lnTo>
                    <a:pt x="2191252" y="638213"/>
                  </a:lnTo>
                  <a:lnTo>
                    <a:pt x="2191247" y="638216"/>
                  </a:lnTo>
                  <a:lnTo>
                    <a:pt x="2191243" y="638219"/>
                  </a:lnTo>
                  <a:lnTo>
                    <a:pt x="2191238" y="638222"/>
                  </a:lnTo>
                  <a:lnTo>
                    <a:pt x="2191234" y="638226"/>
                  </a:lnTo>
                  <a:lnTo>
                    <a:pt x="2191231" y="638230"/>
                  </a:lnTo>
                  <a:lnTo>
                    <a:pt x="2191225" y="638238"/>
                  </a:lnTo>
                  <a:lnTo>
                    <a:pt x="2191221" y="638242"/>
                  </a:lnTo>
                  <a:lnTo>
                    <a:pt x="2191217" y="638245"/>
                  </a:lnTo>
                  <a:lnTo>
                    <a:pt x="2191211" y="638249"/>
                  </a:lnTo>
                  <a:lnTo>
                    <a:pt x="2191163" y="638275"/>
                  </a:lnTo>
                  <a:lnTo>
                    <a:pt x="2191118" y="638296"/>
                  </a:lnTo>
                  <a:lnTo>
                    <a:pt x="2191102" y="638305"/>
                  </a:lnTo>
                  <a:lnTo>
                    <a:pt x="2191086" y="638315"/>
                  </a:lnTo>
                  <a:lnTo>
                    <a:pt x="2191041" y="638345"/>
                  </a:lnTo>
                  <a:lnTo>
                    <a:pt x="2191023" y="638356"/>
                  </a:lnTo>
                  <a:lnTo>
                    <a:pt x="2191018" y="638361"/>
                  </a:lnTo>
                  <a:lnTo>
                    <a:pt x="2191018" y="638370"/>
                  </a:lnTo>
                  <a:lnTo>
                    <a:pt x="2191012" y="638376"/>
                  </a:lnTo>
                  <a:lnTo>
                    <a:pt x="2191005" y="638377"/>
                  </a:lnTo>
                  <a:lnTo>
                    <a:pt x="2190999" y="638375"/>
                  </a:lnTo>
                  <a:lnTo>
                    <a:pt x="2190992" y="638371"/>
                  </a:lnTo>
                  <a:lnTo>
                    <a:pt x="2190988" y="638369"/>
                  </a:lnTo>
                  <a:lnTo>
                    <a:pt x="2190982" y="638370"/>
                  </a:lnTo>
                  <a:lnTo>
                    <a:pt x="2190957" y="638383"/>
                  </a:lnTo>
                  <a:lnTo>
                    <a:pt x="2190907" y="638403"/>
                  </a:lnTo>
                  <a:lnTo>
                    <a:pt x="2190849" y="638428"/>
                  </a:lnTo>
                  <a:lnTo>
                    <a:pt x="2190833" y="638434"/>
                  </a:lnTo>
                  <a:lnTo>
                    <a:pt x="2190801" y="638444"/>
                  </a:lnTo>
                  <a:lnTo>
                    <a:pt x="2190732" y="638472"/>
                  </a:lnTo>
                  <a:lnTo>
                    <a:pt x="2190704" y="638482"/>
                  </a:lnTo>
                  <a:lnTo>
                    <a:pt x="2190685" y="638488"/>
                  </a:lnTo>
                  <a:lnTo>
                    <a:pt x="2190644" y="638499"/>
                  </a:lnTo>
                  <a:lnTo>
                    <a:pt x="2190584" y="638512"/>
                  </a:lnTo>
                  <a:lnTo>
                    <a:pt x="2190560" y="638516"/>
                  </a:lnTo>
                  <a:lnTo>
                    <a:pt x="2190543" y="638518"/>
                  </a:lnTo>
                  <a:lnTo>
                    <a:pt x="2190532" y="638519"/>
                  </a:lnTo>
                  <a:lnTo>
                    <a:pt x="2190519" y="638519"/>
                  </a:lnTo>
                  <a:lnTo>
                    <a:pt x="2190511" y="638521"/>
                  </a:lnTo>
                  <a:lnTo>
                    <a:pt x="2190493" y="638526"/>
                  </a:lnTo>
                  <a:lnTo>
                    <a:pt x="2190443" y="638543"/>
                  </a:lnTo>
                  <a:lnTo>
                    <a:pt x="2190433" y="638546"/>
                  </a:lnTo>
                  <a:lnTo>
                    <a:pt x="2190393" y="638555"/>
                  </a:lnTo>
                  <a:lnTo>
                    <a:pt x="2190361" y="638567"/>
                  </a:lnTo>
                  <a:lnTo>
                    <a:pt x="2190341" y="638573"/>
                  </a:lnTo>
                  <a:lnTo>
                    <a:pt x="2190306" y="638585"/>
                  </a:lnTo>
                  <a:lnTo>
                    <a:pt x="2190260" y="638600"/>
                  </a:lnTo>
                  <a:lnTo>
                    <a:pt x="2190231" y="638610"/>
                  </a:lnTo>
                  <a:lnTo>
                    <a:pt x="2190225" y="638613"/>
                  </a:lnTo>
                  <a:lnTo>
                    <a:pt x="2190218" y="638616"/>
                  </a:lnTo>
                  <a:lnTo>
                    <a:pt x="2190181" y="638616"/>
                  </a:lnTo>
                  <a:lnTo>
                    <a:pt x="2190113" y="638616"/>
                  </a:lnTo>
                  <a:lnTo>
                    <a:pt x="2190109" y="638618"/>
                  </a:lnTo>
                  <a:lnTo>
                    <a:pt x="2190103" y="638624"/>
                  </a:lnTo>
                  <a:lnTo>
                    <a:pt x="2190096" y="638626"/>
                  </a:lnTo>
                  <a:lnTo>
                    <a:pt x="2190084" y="638627"/>
                  </a:lnTo>
                  <a:lnTo>
                    <a:pt x="2190071" y="638629"/>
                  </a:lnTo>
                  <a:lnTo>
                    <a:pt x="2190066" y="638630"/>
                  </a:lnTo>
                  <a:lnTo>
                    <a:pt x="2190060" y="638633"/>
                  </a:lnTo>
                  <a:lnTo>
                    <a:pt x="2190055" y="638637"/>
                  </a:lnTo>
                  <a:lnTo>
                    <a:pt x="2189995" y="638663"/>
                  </a:lnTo>
                  <a:lnTo>
                    <a:pt x="2189946" y="638683"/>
                  </a:lnTo>
                  <a:lnTo>
                    <a:pt x="2189939" y="638681"/>
                  </a:lnTo>
                  <a:lnTo>
                    <a:pt x="2189930" y="638681"/>
                  </a:lnTo>
                  <a:lnTo>
                    <a:pt x="2189915" y="638685"/>
                  </a:lnTo>
                  <a:lnTo>
                    <a:pt x="2189898" y="638689"/>
                  </a:lnTo>
                  <a:lnTo>
                    <a:pt x="2189887" y="638693"/>
                  </a:lnTo>
                  <a:lnTo>
                    <a:pt x="2189879" y="638698"/>
                  </a:lnTo>
                  <a:lnTo>
                    <a:pt x="2189869" y="638703"/>
                  </a:lnTo>
                  <a:lnTo>
                    <a:pt x="2189855" y="638707"/>
                  </a:lnTo>
                  <a:lnTo>
                    <a:pt x="2189783" y="638717"/>
                  </a:lnTo>
                  <a:lnTo>
                    <a:pt x="2189773" y="638720"/>
                  </a:lnTo>
                  <a:lnTo>
                    <a:pt x="2189763" y="638723"/>
                  </a:lnTo>
                  <a:lnTo>
                    <a:pt x="2189752" y="638726"/>
                  </a:lnTo>
                  <a:lnTo>
                    <a:pt x="2189744" y="638730"/>
                  </a:lnTo>
                  <a:lnTo>
                    <a:pt x="2189630" y="638781"/>
                  </a:lnTo>
                  <a:lnTo>
                    <a:pt x="2189582" y="638801"/>
                  </a:lnTo>
                  <a:lnTo>
                    <a:pt x="2189546" y="638813"/>
                  </a:lnTo>
                  <a:lnTo>
                    <a:pt x="2189541" y="638815"/>
                  </a:lnTo>
                  <a:lnTo>
                    <a:pt x="2189489" y="638841"/>
                  </a:lnTo>
                  <a:lnTo>
                    <a:pt x="2189476" y="638848"/>
                  </a:lnTo>
                  <a:lnTo>
                    <a:pt x="2189458" y="638860"/>
                  </a:lnTo>
                  <a:lnTo>
                    <a:pt x="2189445" y="638868"/>
                  </a:lnTo>
                  <a:lnTo>
                    <a:pt x="2189423" y="638885"/>
                  </a:lnTo>
                  <a:lnTo>
                    <a:pt x="2189418" y="638890"/>
                  </a:lnTo>
                  <a:lnTo>
                    <a:pt x="2189414" y="638894"/>
                  </a:lnTo>
                  <a:lnTo>
                    <a:pt x="2189412" y="638900"/>
                  </a:lnTo>
                  <a:lnTo>
                    <a:pt x="2189386" y="638918"/>
                  </a:lnTo>
                  <a:lnTo>
                    <a:pt x="2189362" y="638932"/>
                  </a:lnTo>
                  <a:lnTo>
                    <a:pt x="2189358" y="638932"/>
                  </a:lnTo>
                  <a:lnTo>
                    <a:pt x="2189347" y="638936"/>
                  </a:lnTo>
                  <a:lnTo>
                    <a:pt x="2189336" y="638942"/>
                  </a:lnTo>
                  <a:lnTo>
                    <a:pt x="2189321" y="638952"/>
                  </a:lnTo>
                  <a:lnTo>
                    <a:pt x="2189290" y="638972"/>
                  </a:lnTo>
                  <a:lnTo>
                    <a:pt x="2189280" y="638978"/>
                  </a:lnTo>
                  <a:lnTo>
                    <a:pt x="2189250" y="638998"/>
                  </a:lnTo>
                  <a:lnTo>
                    <a:pt x="2189232" y="639012"/>
                  </a:lnTo>
                  <a:lnTo>
                    <a:pt x="2189225" y="639022"/>
                  </a:lnTo>
                  <a:lnTo>
                    <a:pt x="2189210" y="639040"/>
                  </a:lnTo>
                  <a:lnTo>
                    <a:pt x="2189195" y="639057"/>
                  </a:lnTo>
                  <a:lnTo>
                    <a:pt x="2189188" y="639057"/>
                  </a:lnTo>
                  <a:lnTo>
                    <a:pt x="2189180" y="639059"/>
                  </a:lnTo>
                  <a:lnTo>
                    <a:pt x="2189169" y="639066"/>
                  </a:lnTo>
                  <a:lnTo>
                    <a:pt x="2189158" y="639075"/>
                  </a:lnTo>
                  <a:lnTo>
                    <a:pt x="2189144" y="639085"/>
                  </a:lnTo>
                  <a:lnTo>
                    <a:pt x="2189136" y="639095"/>
                  </a:lnTo>
                  <a:lnTo>
                    <a:pt x="2189132" y="639103"/>
                  </a:lnTo>
                  <a:lnTo>
                    <a:pt x="2189125" y="639109"/>
                  </a:lnTo>
                  <a:lnTo>
                    <a:pt x="2189110" y="639120"/>
                  </a:lnTo>
                  <a:lnTo>
                    <a:pt x="2189098" y="639129"/>
                  </a:lnTo>
                  <a:lnTo>
                    <a:pt x="2189089" y="639136"/>
                  </a:lnTo>
                  <a:lnTo>
                    <a:pt x="2189087" y="639143"/>
                  </a:lnTo>
                  <a:lnTo>
                    <a:pt x="2189088" y="639149"/>
                  </a:lnTo>
                  <a:lnTo>
                    <a:pt x="2189090" y="639156"/>
                  </a:lnTo>
                  <a:lnTo>
                    <a:pt x="2189093" y="639161"/>
                  </a:lnTo>
                  <a:lnTo>
                    <a:pt x="2189097" y="639169"/>
                  </a:lnTo>
                  <a:lnTo>
                    <a:pt x="2189092" y="639172"/>
                  </a:lnTo>
                  <a:lnTo>
                    <a:pt x="2189086" y="639169"/>
                  </a:lnTo>
                  <a:lnTo>
                    <a:pt x="2189078" y="639163"/>
                  </a:lnTo>
                  <a:lnTo>
                    <a:pt x="2189068" y="639160"/>
                  </a:lnTo>
                  <a:lnTo>
                    <a:pt x="2189059" y="639163"/>
                  </a:lnTo>
                  <a:lnTo>
                    <a:pt x="2189046" y="639172"/>
                  </a:lnTo>
                  <a:lnTo>
                    <a:pt x="2189024" y="639190"/>
                  </a:lnTo>
                  <a:lnTo>
                    <a:pt x="2189003" y="639207"/>
                  </a:lnTo>
                  <a:lnTo>
                    <a:pt x="2188984" y="639220"/>
                  </a:lnTo>
                  <a:lnTo>
                    <a:pt x="2188976" y="639229"/>
                  </a:lnTo>
                  <a:lnTo>
                    <a:pt x="2188954" y="639252"/>
                  </a:lnTo>
                  <a:lnTo>
                    <a:pt x="2188949" y="639257"/>
                  </a:lnTo>
                  <a:lnTo>
                    <a:pt x="2188903" y="639304"/>
                  </a:lnTo>
                  <a:lnTo>
                    <a:pt x="2188883" y="639324"/>
                  </a:lnTo>
                  <a:lnTo>
                    <a:pt x="2188854" y="639353"/>
                  </a:lnTo>
                  <a:lnTo>
                    <a:pt x="2188820" y="639397"/>
                  </a:lnTo>
                  <a:lnTo>
                    <a:pt x="2188811" y="639408"/>
                  </a:lnTo>
                  <a:lnTo>
                    <a:pt x="2188790" y="639435"/>
                  </a:lnTo>
                  <a:lnTo>
                    <a:pt x="2188772" y="639464"/>
                  </a:lnTo>
                  <a:lnTo>
                    <a:pt x="2188764" y="639477"/>
                  </a:lnTo>
                  <a:lnTo>
                    <a:pt x="2188759" y="639476"/>
                  </a:lnTo>
                  <a:lnTo>
                    <a:pt x="2188756" y="639467"/>
                  </a:lnTo>
                  <a:lnTo>
                    <a:pt x="2188751" y="639464"/>
                  </a:lnTo>
                  <a:lnTo>
                    <a:pt x="2188746" y="639464"/>
                  </a:lnTo>
                  <a:lnTo>
                    <a:pt x="2188742" y="639466"/>
                  </a:lnTo>
                  <a:lnTo>
                    <a:pt x="2188726" y="639478"/>
                  </a:lnTo>
                  <a:lnTo>
                    <a:pt x="2188719" y="639484"/>
                  </a:lnTo>
                  <a:lnTo>
                    <a:pt x="2188711" y="639491"/>
                  </a:lnTo>
                  <a:lnTo>
                    <a:pt x="2188701" y="639506"/>
                  </a:lnTo>
                  <a:lnTo>
                    <a:pt x="2188697" y="639510"/>
                  </a:lnTo>
                  <a:lnTo>
                    <a:pt x="2188654" y="639560"/>
                  </a:lnTo>
                  <a:lnTo>
                    <a:pt x="2188642" y="639570"/>
                  </a:lnTo>
                  <a:lnTo>
                    <a:pt x="2188621" y="639588"/>
                  </a:lnTo>
                  <a:lnTo>
                    <a:pt x="2188589" y="639614"/>
                  </a:lnTo>
                  <a:lnTo>
                    <a:pt x="2188571" y="639629"/>
                  </a:lnTo>
                  <a:lnTo>
                    <a:pt x="2188552" y="639646"/>
                  </a:lnTo>
                  <a:lnTo>
                    <a:pt x="2188544" y="639653"/>
                  </a:lnTo>
                  <a:lnTo>
                    <a:pt x="2188524" y="639678"/>
                  </a:lnTo>
                  <a:lnTo>
                    <a:pt x="2188494" y="639715"/>
                  </a:lnTo>
                  <a:lnTo>
                    <a:pt x="2188480" y="639750"/>
                  </a:lnTo>
                  <a:lnTo>
                    <a:pt x="2188470" y="639776"/>
                  </a:lnTo>
                  <a:lnTo>
                    <a:pt x="2188466" y="639804"/>
                  </a:lnTo>
                  <a:lnTo>
                    <a:pt x="2188465" y="639810"/>
                  </a:lnTo>
                  <a:lnTo>
                    <a:pt x="2188466" y="639822"/>
                  </a:lnTo>
                  <a:lnTo>
                    <a:pt x="2188462" y="639828"/>
                  </a:lnTo>
                  <a:lnTo>
                    <a:pt x="2188456" y="639831"/>
                  </a:lnTo>
                  <a:lnTo>
                    <a:pt x="2188449" y="639835"/>
                  </a:lnTo>
                  <a:lnTo>
                    <a:pt x="2188444" y="639839"/>
                  </a:lnTo>
                  <a:lnTo>
                    <a:pt x="2188438" y="639855"/>
                  </a:lnTo>
                  <a:lnTo>
                    <a:pt x="2188443" y="639857"/>
                  </a:lnTo>
                  <a:lnTo>
                    <a:pt x="2188447" y="639856"/>
                  </a:lnTo>
                  <a:lnTo>
                    <a:pt x="2188453" y="639852"/>
                  </a:lnTo>
                  <a:lnTo>
                    <a:pt x="2188467" y="639841"/>
                  </a:lnTo>
                  <a:lnTo>
                    <a:pt x="2188483" y="639835"/>
                  </a:lnTo>
                  <a:lnTo>
                    <a:pt x="2188491" y="639833"/>
                  </a:lnTo>
                  <a:lnTo>
                    <a:pt x="2188496" y="639834"/>
                  </a:lnTo>
                  <a:lnTo>
                    <a:pt x="2188513" y="639841"/>
                  </a:lnTo>
                  <a:lnTo>
                    <a:pt x="2188519" y="639845"/>
                  </a:lnTo>
                  <a:lnTo>
                    <a:pt x="2188523" y="639850"/>
                  </a:lnTo>
                  <a:lnTo>
                    <a:pt x="2188509" y="639866"/>
                  </a:lnTo>
                  <a:lnTo>
                    <a:pt x="2188505" y="639870"/>
                  </a:lnTo>
                  <a:lnTo>
                    <a:pt x="2188501" y="639877"/>
                  </a:lnTo>
                  <a:lnTo>
                    <a:pt x="2188499" y="639884"/>
                  </a:lnTo>
                  <a:lnTo>
                    <a:pt x="2188501" y="639890"/>
                  </a:lnTo>
                  <a:lnTo>
                    <a:pt x="2188498" y="639896"/>
                  </a:lnTo>
                  <a:lnTo>
                    <a:pt x="2188493" y="639901"/>
                  </a:lnTo>
                  <a:lnTo>
                    <a:pt x="2188461" y="639922"/>
                  </a:lnTo>
                  <a:lnTo>
                    <a:pt x="2188449" y="639931"/>
                  </a:lnTo>
                  <a:lnTo>
                    <a:pt x="2188443" y="639931"/>
                  </a:lnTo>
                  <a:lnTo>
                    <a:pt x="2188436" y="639928"/>
                  </a:lnTo>
                  <a:lnTo>
                    <a:pt x="2188431" y="639929"/>
                  </a:lnTo>
                  <a:lnTo>
                    <a:pt x="2188427" y="639933"/>
                  </a:lnTo>
                  <a:lnTo>
                    <a:pt x="2188423" y="639940"/>
                  </a:lnTo>
                  <a:lnTo>
                    <a:pt x="2188421" y="639946"/>
                  </a:lnTo>
                  <a:lnTo>
                    <a:pt x="2188413" y="639965"/>
                  </a:lnTo>
                  <a:lnTo>
                    <a:pt x="2188408" y="639977"/>
                  </a:lnTo>
                  <a:lnTo>
                    <a:pt x="2188400" y="640000"/>
                  </a:lnTo>
                  <a:lnTo>
                    <a:pt x="2188383" y="640026"/>
                  </a:lnTo>
                  <a:lnTo>
                    <a:pt x="2188378" y="640038"/>
                  </a:lnTo>
                  <a:lnTo>
                    <a:pt x="2188376" y="640044"/>
                  </a:lnTo>
                  <a:lnTo>
                    <a:pt x="2188376" y="640071"/>
                  </a:lnTo>
                  <a:lnTo>
                    <a:pt x="2188381" y="640076"/>
                  </a:lnTo>
                  <a:lnTo>
                    <a:pt x="2188403" y="640054"/>
                  </a:lnTo>
                  <a:lnTo>
                    <a:pt x="2188408" y="640050"/>
                  </a:lnTo>
                  <a:lnTo>
                    <a:pt x="2188413" y="640047"/>
                  </a:lnTo>
                  <a:lnTo>
                    <a:pt x="2188417" y="640043"/>
                  </a:lnTo>
                  <a:lnTo>
                    <a:pt x="2188423" y="640025"/>
                  </a:lnTo>
                  <a:lnTo>
                    <a:pt x="2188425" y="640019"/>
                  </a:lnTo>
                  <a:lnTo>
                    <a:pt x="2188429" y="640014"/>
                  </a:lnTo>
                  <a:lnTo>
                    <a:pt x="2188436" y="640012"/>
                  </a:lnTo>
                  <a:lnTo>
                    <a:pt x="2188441" y="640012"/>
                  </a:lnTo>
                  <a:lnTo>
                    <a:pt x="2188451" y="640013"/>
                  </a:lnTo>
                  <a:lnTo>
                    <a:pt x="2188457" y="640011"/>
                  </a:lnTo>
                  <a:lnTo>
                    <a:pt x="2188461" y="640008"/>
                  </a:lnTo>
                  <a:lnTo>
                    <a:pt x="2188471" y="639993"/>
                  </a:lnTo>
                  <a:lnTo>
                    <a:pt x="2188476" y="639987"/>
                  </a:lnTo>
                  <a:lnTo>
                    <a:pt x="2188480" y="639984"/>
                  </a:lnTo>
                  <a:lnTo>
                    <a:pt x="2188485" y="639983"/>
                  </a:lnTo>
                  <a:lnTo>
                    <a:pt x="2188498" y="639984"/>
                  </a:lnTo>
                  <a:lnTo>
                    <a:pt x="2188517" y="639983"/>
                  </a:lnTo>
                  <a:lnTo>
                    <a:pt x="2188525" y="639980"/>
                  </a:lnTo>
                  <a:lnTo>
                    <a:pt x="2188534" y="639980"/>
                  </a:lnTo>
                  <a:lnTo>
                    <a:pt x="2188541" y="639981"/>
                  </a:lnTo>
                  <a:lnTo>
                    <a:pt x="2188547" y="639980"/>
                  </a:lnTo>
                  <a:lnTo>
                    <a:pt x="2188551" y="639978"/>
                  </a:lnTo>
                  <a:lnTo>
                    <a:pt x="2188556" y="639977"/>
                  </a:lnTo>
                  <a:lnTo>
                    <a:pt x="2188561" y="639977"/>
                  </a:lnTo>
                  <a:lnTo>
                    <a:pt x="2188565" y="639978"/>
                  </a:lnTo>
                  <a:lnTo>
                    <a:pt x="2188570" y="639983"/>
                  </a:lnTo>
                  <a:lnTo>
                    <a:pt x="2188585" y="640021"/>
                  </a:lnTo>
                  <a:lnTo>
                    <a:pt x="2188586" y="640034"/>
                  </a:lnTo>
                  <a:lnTo>
                    <a:pt x="2188581" y="640044"/>
                  </a:lnTo>
                  <a:lnTo>
                    <a:pt x="2188578" y="640050"/>
                  </a:lnTo>
                  <a:lnTo>
                    <a:pt x="2188578" y="640056"/>
                  </a:lnTo>
                  <a:lnTo>
                    <a:pt x="2188566" y="640077"/>
                  </a:lnTo>
                  <a:lnTo>
                    <a:pt x="2188528" y="640134"/>
                  </a:lnTo>
                  <a:lnTo>
                    <a:pt x="2188484" y="640201"/>
                  </a:lnTo>
                  <a:lnTo>
                    <a:pt x="2188477" y="640201"/>
                  </a:lnTo>
                  <a:lnTo>
                    <a:pt x="2188462" y="640223"/>
                  </a:lnTo>
                  <a:lnTo>
                    <a:pt x="2188454" y="640233"/>
                  </a:lnTo>
                  <a:lnTo>
                    <a:pt x="2188445" y="640241"/>
                  </a:lnTo>
                  <a:lnTo>
                    <a:pt x="2188440" y="640244"/>
                  </a:lnTo>
                  <a:lnTo>
                    <a:pt x="2188435" y="640245"/>
                  </a:lnTo>
                  <a:lnTo>
                    <a:pt x="2188431" y="640246"/>
                  </a:lnTo>
                  <a:lnTo>
                    <a:pt x="2188426" y="640245"/>
                  </a:lnTo>
                  <a:lnTo>
                    <a:pt x="2188420" y="640242"/>
                  </a:lnTo>
                  <a:lnTo>
                    <a:pt x="2188413" y="640242"/>
                  </a:lnTo>
                  <a:lnTo>
                    <a:pt x="2188406" y="640243"/>
                  </a:lnTo>
                  <a:lnTo>
                    <a:pt x="2188401" y="640241"/>
                  </a:lnTo>
                  <a:lnTo>
                    <a:pt x="2188396" y="640239"/>
                  </a:lnTo>
                  <a:lnTo>
                    <a:pt x="2188391" y="640237"/>
                  </a:lnTo>
                  <a:lnTo>
                    <a:pt x="2188386" y="640238"/>
                  </a:lnTo>
                  <a:lnTo>
                    <a:pt x="2188381" y="640243"/>
                  </a:lnTo>
                  <a:lnTo>
                    <a:pt x="2188377" y="640251"/>
                  </a:lnTo>
                  <a:lnTo>
                    <a:pt x="2188377" y="640257"/>
                  </a:lnTo>
                  <a:lnTo>
                    <a:pt x="2188363" y="640285"/>
                  </a:lnTo>
                  <a:lnTo>
                    <a:pt x="2188359" y="640293"/>
                  </a:lnTo>
                  <a:lnTo>
                    <a:pt x="2188358" y="640329"/>
                  </a:lnTo>
                  <a:lnTo>
                    <a:pt x="2188365" y="640341"/>
                  </a:lnTo>
                  <a:lnTo>
                    <a:pt x="2188368" y="640346"/>
                  </a:lnTo>
                  <a:lnTo>
                    <a:pt x="2188367" y="640355"/>
                  </a:lnTo>
                  <a:lnTo>
                    <a:pt x="2188365" y="640360"/>
                  </a:lnTo>
                  <a:lnTo>
                    <a:pt x="2188360" y="640364"/>
                  </a:lnTo>
                  <a:lnTo>
                    <a:pt x="2188357" y="640369"/>
                  </a:lnTo>
                  <a:lnTo>
                    <a:pt x="2188363" y="640372"/>
                  </a:lnTo>
                  <a:lnTo>
                    <a:pt x="2188371" y="640373"/>
                  </a:lnTo>
                  <a:lnTo>
                    <a:pt x="2188380" y="640373"/>
                  </a:lnTo>
                  <a:lnTo>
                    <a:pt x="2188385" y="640373"/>
                  </a:lnTo>
                  <a:lnTo>
                    <a:pt x="2188395" y="640376"/>
                  </a:lnTo>
                  <a:lnTo>
                    <a:pt x="2188399" y="640381"/>
                  </a:lnTo>
                  <a:lnTo>
                    <a:pt x="2188397" y="640388"/>
                  </a:lnTo>
                  <a:lnTo>
                    <a:pt x="2188181" y="640370"/>
                  </a:lnTo>
                  <a:lnTo>
                    <a:pt x="2188179" y="640393"/>
                  </a:lnTo>
                  <a:lnTo>
                    <a:pt x="2188179" y="640401"/>
                  </a:lnTo>
                  <a:lnTo>
                    <a:pt x="2188182" y="640407"/>
                  </a:lnTo>
                  <a:lnTo>
                    <a:pt x="2188184" y="640412"/>
                  </a:lnTo>
                  <a:lnTo>
                    <a:pt x="2188177" y="640417"/>
                  </a:lnTo>
                  <a:lnTo>
                    <a:pt x="2188175" y="640424"/>
                  </a:lnTo>
                  <a:lnTo>
                    <a:pt x="2188176" y="640431"/>
                  </a:lnTo>
                  <a:lnTo>
                    <a:pt x="2188175" y="640438"/>
                  </a:lnTo>
                  <a:lnTo>
                    <a:pt x="2188172" y="640444"/>
                  </a:lnTo>
                  <a:lnTo>
                    <a:pt x="2188168" y="640448"/>
                  </a:lnTo>
                  <a:lnTo>
                    <a:pt x="2188163" y="640450"/>
                  </a:lnTo>
                  <a:lnTo>
                    <a:pt x="2188158" y="640451"/>
                  </a:lnTo>
                  <a:lnTo>
                    <a:pt x="2188154" y="640458"/>
                  </a:lnTo>
                  <a:lnTo>
                    <a:pt x="2188153" y="640465"/>
                  </a:lnTo>
                  <a:lnTo>
                    <a:pt x="2188153" y="640472"/>
                  </a:lnTo>
                  <a:lnTo>
                    <a:pt x="2188154" y="640480"/>
                  </a:lnTo>
                  <a:lnTo>
                    <a:pt x="2188156" y="640501"/>
                  </a:lnTo>
                  <a:lnTo>
                    <a:pt x="2188158" y="640509"/>
                  </a:lnTo>
                  <a:lnTo>
                    <a:pt x="2188160" y="640517"/>
                  </a:lnTo>
                  <a:lnTo>
                    <a:pt x="2188162" y="640523"/>
                  </a:lnTo>
                  <a:lnTo>
                    <a:pt x="2188163" y="640529"/>
                  </a:lnTo>
                  <a:lnTo>
                    <a:pt x="2188163" y="640537"/>
                  </a:lnTo>
                  <a:lnTo>
                    <a:pt x="2188162" y="640545"/>
                  </a:lnTo>
                  <a:lnTo>
                    <a:pt x="2188160" y="640569"/>
                  </a:lnTo>
                  <a:lnTo>
                    <a:pt x="2188158" y="640592"/>
                  </a:lnTo>
                  <a:lnTo>
                    <a:pt x="2188157" y="640600"/>
                  </a:lnTo>
                  <a:lnTo>
                    <a:pt x="2188150" y="640648"/>
                  </a:lnTo>
                  <a:lnTo>
                    <a:pt x="2188150" y="640655"/>
                  </a:lnTo>
                  <a:lnTo>
                    <a:pt x="2188150" y="640660"/>
                  </a:lnTo>
                  <a:lnTo>
                    <a:pt x="2188150" y="640668"/>
                  </a:lnTo>
                  <a:lnTo>
                    <a:pt x="2188150" y="640674"/>
                  </a:lnTo>
                  <a:lnTo>
                    <a:pt x="2188149" y="640680"/>
                  </a:lnTo>
                  <a:lnTo>
                    <a:pt x="2188148" y="640687"/>
                  </a:lnTo>
                  <a:lnTo>
                    <a:pt x="2188136" y="640739"/>
                  </a:lnTo>
                  <a:lnTo>
                    <a:pt x="2188129" y="640762"/>
                  </a:lnTo>
                  <a:lnTo>
                    <a:pt x="2188125" y="640776"/>
                  </a:lnTo>
                  <a:lnTo>
                    <a:pt x="2188125" y="640787"/>
                  </a:lnTo>
                  <a:lnTo>
                    <a:pt x="2188123" y="640794"/>
                  </a:lnTo>
                  <a:lnTo>
                    <a:pt x="2188120" y="640802"/>
                  </a:lnTo>
                  <a:lnTo>
                    <a:pt x="2188093" y="640864"/>
                  </a:lnTo>
                  <a:lnTo>
                    <a:pt x="2188091" y="640869"/>
                  </a:lnTo>
                  <a:lnTo>
                    <a:pt x="2188084" y="640878"/>
                  </a:lnTo>
                  <a:lnTo>
                    <a:pt x="2188081" y="640884"/>
                  </a:lnTo>
                  <a:lnTo>
                    <a:pt x="2188078" y="640891"/>
                  </a:lnTo>
                  <a:lnTo>
                    <a:pt x="2188076" y="640897"/>
                  </a:lnTo>
                  <a:lnTo>
                    <a:pt x="2188074" y="640903"/>
                  </a:lnTo>
                  <a:lnTo>
                    <a:pt x="2188071" y="640912"/>
                  </a:lnTo>
                  <a:lnTo>
                    <a:pt x="2188067" y="640918"/>
                  </a:lnTo>
                  <a:lnTo>
                    <a:pt x="2188062" y="640924"/>
                  </a:lnTo>
                  <a:lnTo>
                    <a:pt x="2188058" y="640932"/>
                  </a:lnTo>
                  <a:lnTo>
                    <a:pt x="2188051" y="640943"/>
                  </a:lnTo>
                  <a:lnTo>
                    <a:pt x="2188047" y="640950"/>
                  </a:lnTo>
                  <a:lnTo>
                    <a:pt x="2188041" y="640959"/>
                  </a:lnTo>
                  <a:lnTo>
                    <a:pt x="2188038" y="640970"/>
                  </a:lnTo>
                  <a:lnTo>
                    <a:pt x="2188022" y="640992"/>
                  </a:lnTo>
                  <a:lnTo>
                    <a:pt x="2188012" y="641008"/>
                  </a:lnTo>
                  <a:lnTo>
                    <a:pt x="2188008" y="641013"/>
                  </a:lnTo>
                  <a:lnTo>
                    <a:pt x="2188002" y="641019"/>
                  </a:lnTo>
                  <a:lnTo>
                    <a:pt x="2187996" y="641023"/>
                  </a:lnTo>
                  <a:lnTo>
                    <a:pt x="2187991" y="641028"/>
                  </a:lnTo>
                  <a:lnTo>
                    <a:pt x="2187986" y="641034"/>
                  </a:lnTo>
                  <a:lnTo>
                    <a:pt x="2187982" y="641040"/>
                  </a:lnTo>
                  <a:lnTo>
                    <a:pt x="2187979" y="641046"/>
                  </a:lnTo>
                  <a:lnTo>
                    <a:pt x="2187975" y="641055"/>
                  </a:lnTo>
                  <a:lnTo>
                    <a:pt x="2187965" y="641080"/>
                  </a:lnTo>
                  <a:lnTo>
                    <a:pt x="2187952" y="641121"/>
                  </a:lnTo>
                  <a:lnTo>
                    <a:pt x="2187950" y="641131"/>
                  </a:lnTo>
                  <a:lnTo>
                    <a:pt x="2187946" y="641154"/>
                  </a:lnTo>
                  <a:lnTo>
                    <a:pt x="2187947" y="641162"/>
                  </a:lnTo>
                  <a:lnTo>
                    <a:pt x="2187949" y="641167"/>
                  </a:lnTo>
                  <a:lnTo>
                    <a:pt x="2187958" y="641163"/>
                  </a:lnTo>
                  <a:lnTo>
                    <a:pt x="2187971" y="641158"/>
                  </a:lnTo>
                  <a:lnTo>
                    <a:pt x="2187977" y="641155"/>
                  </a:lnTo>
                  <a:lnTo>
                    <a:pt x="2187988" y="641146"/>
                  </a:lnTo>
                  <a:lnTo>
                    <a:pt x="2187993" y="641142"/>
                  </a:lnTo>
                  <a:lnTo>
                    <a:pt x="2187998" y="641140"/>
                  </a:lnTo>
                  <a:lnTo>
                    <a:pt x="2188003" y="641138"/>
                  </a:lnTo>
                  <a:lnTo>
                    <a:pt x="2188010" y="641138"/>
                  </a:lnTo>
                  <a:lnTo>
                    <a:pt x="2188016" y="641142"/>
                  </a:lnTo>
                  <a:lnTo>
                    <a:pt x="2188021" y="641148"/>
                  </a:lnTo>
                  <a:lnTo>
                    <a:pt x="2188024" y="641154"/>
                  </a:lnTo>
                  <a:lnTo>
                    <a:pt x="2188024" y="641161"/>
                  </a:lnTo>
                  <a:lnTo>
                    <a:pt x="2188024" y="641168"/>
                  </a:lnTo>
                  <a:lnTo>
                    <a:pt x="2188019" y="641201"/>
                  </a:lnTo>
                  <a:lnTo>
                    <a:pt x="2188017" y="641219"/>
                  </a:lnTo>
                  <a:lnTo>
                    <a:pt x="2188012" y="641309"/>
                  </a:lnTo>
                  <a:lnTo>
                    <a:pt x="2188007" y="641357"/>
                  </a:lnTo>
                  <a:lnTo>
                    <a:pt x="2187999" y="641411"/>
                  </a:lnTo>
                  <a:lnTo>
                    <a:pt x="2187996" y="641438"/>
                  </a:lnTo>
                  <a:lnTo>
                    <a:pt x="2187993" y="641456"/>
                  </a:lnTo>
                  <a:lnTo>
                    <a:pt x="2187985" y="641461"/>
                  </a:lnTo>
                  <a:lnTo>
                    <a:pt x="2187980" y="641466"/>
                  </a:lnTo>
                  <a:lnTo>
                    <a:pt x="2187980" y="641473"/>
                  </a:lnTo>
                  <a:lnTo>
                    <a:pt x="2187984" y="641479"/>
                  </a:lnTo>
                  <a:lnTo>
                    <a:pt x="2187982" y="641497"/>
                  </a:lnTo>
                  <a:lnTo>
                    <a:pt x="2187976" y="641532"/>
                  </a:lnTo>
                  <a:lnTo>
                    <a:pt x="2187974" y="641559"/>
                  </a:lnTo>
                  <a:lnTo>
                    <a:pt x="2187971" y="641589"/>
                  </a:lnTo>
                  <a:lnTo>
                    <a:pt x="2187965" y="641629"/>
                  </a:lnTo>
                  <a:lnTo>
                    <a:pt x="2187955" y="641660"/>
                  </a:lnTo>
                  <a:lnTo>
                    <a:pt x="2187944" y="641686"/>
                  </a:lnTo>
                  <a:lnTo>
                    <a:pt x="2187930" y="641719"/>
                  </a:lnTo>
                  <a:lnTo>
                    <a:pt x="2187921" y="641724"/>
                  </a:lnTo>
                  <a:lnTo>
                    <a:pt x="2187910" y="641729"/>
                  </a:lnTo>
                  <a:lnTo>
                    <a:pt x="2187904" y="641732"/>
                  </a:lnTo>
                  <a:lnTo>
                    <a:pt x="2187889" y="641742"/>
                  </a:lnTo>
                  <a:lnTo>
                    <a:pt x="2187882" y="641747"/>
                  </a:lnTo>
                  <a:lnTo>
                    <a:pt x="2187880" y="641752"/>
                  </a:lnTo>
                  <a:lnTo>
                    <a:pt x="2187881" y="641759"/>
                  </a:lnTo>
                  <a:lnTo>
                    <a:pt x="2187886" y="641772"/>
                  </a:lnTo>
                  <a:lnTo>
                    <a:pt x="2187888" y="641782"/>
                  </a:lnTo>
                  <a:lnTo>
                    <a:pt x="2187880" y="641797"/>
                  </a:lnTo>
                  <a:lnTo>
                    <a:pt x="2187830" y="641891"/>
                  </a:lnTo>
                  <a:lnTo>
                    <a:pt x="2187800" y="641945"/>
                  </a:lnTo>
                  <a:lnTo>
                    <a:pt x="2187788" y="641952"/>
                  </a:lnTo>
                  <a:lnTo>
                    <a:pt x="2187779" y="641963"/>
                  </a:lnTo>
                  <a:lnTo>
                    <a:pt x="2187778" y="641977"/>
                  </a:lnTo>
                  <a:lnTo>
                    <a:pt x="2187766" y="641995"/>
                  </a:lnTo>
                  <a:lnTo>
                    <a:pt x="2187731" y="642032"/>
                  </a:lnTo>
                  <a:lnTo>
                    <a:pt x="2187704" y="642061"/>
                  </a:lnTo>
                  <a:lnTo>
                    <a:pt x="2187662" y="642100"/>
                  </a:lnTo>
                  <a:lnTo>
                    <a:pt x="2187609" y="642132"/>
                  </a:lnTo>
                  <a:lnTo>
                    <a:pt x="2187585" y="642140"/>
                  </a:lnTo>
                  <a:lnTo>
                    <a:pt x="2187545" y="642152"/>
                  </a:lnTo>
                  <a:lnTo>
                    <a:pt x="2187509" y="642163"/>
                  </a:lnTo>
                  <a:lnTo>
                    <a:pt x="2187480" y="642172"/>
                  </a:lnTo>
                  <a:lnTo>
                    <a:pt x="2187475" y="642175"/>
                  </a:lnTo>
                  <a:lnTo>
                    <a:pt x="2187467" y="642178"/>
                  </a:lnTo>
                  <a:lnTo>
                    <a:pt x="2187457" y="642185"/>
                  </a:lnTo>
                  <a:lnTo>
                    <a:pt x="2187452" y="642197"/>
                  </a:lnTo>
                  <a:lnTo>
                    <a:pt x="2187453" y="642207"/>
                  </a:lnTo>
                  <a:lnTo>
                    <a:pt x="2187458" y="642216"/>
                  </a:lnTo>
                  <a:lnTo>
                    <a:pt x="2187462" y="642222"/>
                  </a:lnTo>
                  <a:lnTo>
                    <a:pt x="2187451" y="642230"/>
                  </a:lnTo>
                  <a:lnTo>
                    <a:pt x="2187444" y="642234"/>
                  </a:lnTo>
                  <a:lnTo>
                    <a:pt x="2187430" y="642231"/>
                  </a:lnTo>
                  <a:lnTo>
                    <a:pt x="2187398" y="642195"/>
                  </a:lnTo>
                  <a:lnTo>
                    <a:pt x="2187371" y="642168"/>
                  </a:lnTo>
                  <a:lnTo>
                    <a:pt x="2187342" y="642146"/>
                  </a:lnTo>
                  <a:lnTo>
                    <a:pt x="2187314" y="642130"/>
                  </a:lnTo>
                  <a:lnTo>
                    <a:pt x="2187283" y="642117"/>
                  </a:lnTo>
                  <a:lnTo>
                    <a:pt x="2187232" y="642102"/>
                  </a:lnTo>
                  <a:lnTo>
                    <a:pt x="2187216" y="642101"/>
                  </a:lnTo>
                  <a:lnTo>
                    <a:pt x="2187195" y="642105"/>
                  </a:lnTo>
                  <a:lnTo>
                    <a:pt x="2187179" y="642114"/>
                  </a:lnTo>
                  <a:lnTo>
                    <a:pt x="2187171" y="642122"/>
                  </a:lnTo>
                  <a:lnTo>
                    <a:pt x="2187163" y="642130"/>
                  </a:lnTo>
                  <a:lnTo>
                    <a:pt x="2187154" y="642140"/>
                  </a:lnTo>
                  <a:lnTo>
                    <a:pt x="2187168" y="642143"/>
                  </a:lnTo>
                  <a:lnTo>
                    <a:pt x="2187186" y="642145"/>
                  </a:lnTo>
                  <a:lnTo>
                    <a:pt x="2187190" y="642150"/>
                  </a:lnTo>
                  <a:lnTo>
                    <a:pt x="2187186" y="642156"/>
                  </a:lnTo>
                  <a:lnTo>
                    <a:pt x="2187155" y="642173"/>
                  </a:lnTo>
                  <a:lnTo>
                    <a:pt x="2187149" y="642179"/>
                  </a:lnTo>
                  <a:lnTo>
                    <a:pt x="2187138" y="642180"/>
                  </a:lnTo>
                  <a:lnTo>
                    <a:pt x="2187127" y="642177"/>
                  </a:lnTo>
                  <a:lnTo>
                    <a:pt x="2187120" y="642170"/>
                  </a:lnTo>
                  <a:lnTo>
                    <a:pt x="2187115" y="642172"/>
                  </a:lnTo>
                  <a:lnTo>
                    <a:pt x="2187110" y="642178"/>
                  </a:lnTo>
                  <a:lnTo>
                    <a:pt x="2187105" y="642188"/>
                  </a:lnTo>
                  <a:lnTo>
                    <a:pt x="2187100" y="642201"/>
                  </a:lnTo>
                  <a:lnTo>
                    <a:pt x="2187091" y="642211"/>
                  </a:lnTo>
                  <a:lnTo>
                    <a:pt x="2187036" y="642246"/>
                  </a:lnTo>
                  <a:lnTo>
                    <a:pt x="2187027" y="642256"/>
                  </a:lnTo>
                  <a:lnTo>
                    <a:pt x="2187034" y="642260"/>
                  </a:lnTo>
                  <a:lnTo>
                    <a:pt x="2187046" y="642258"/>
                  </a:lnTo>
                  <a:lnTo>
                    <a:pt x="2187064" y="642252"/>
                  </a:lnTo>
                  <a:lnTo>
                    <a:pt x="2187096" y="642237"/>
                  </a:lnTo>
                  <a:lnTo>
                    <a:pt x="2187124" y="642223"/>
                  </a:lnTo>
                  <a:lnTo>
                    <a:pt x="2187131" y="642220"/>
                  </a:lnTo>
                  <a:lnTo>
                    <a:pt x="2187139" y="642217"/>
                  </a:lnTo>
                  <a:lnTo>
                    <a:pt x="2187152" y="642220"/>
                  </a:lnTo>
                  <a:lnTo>
                    <a:pt x="2187161" y="642226"/>
                  </a:lnTo>
                  <a:lnTo>
                    <a:pt x="2187164" y="642233"/>
                  </a:lnTo>
                  <a:lnTo>
                    <a:pt x="2187172" y="642234"/>
                  </a:lnTo>
                  <a:lnTo>
                    <a:pt x="2187179" y="642235"/>
                  </a:lnTo>
                  <a:lnTo>
                    <a:pt x="2187188" y="642237"/>
                  </a:lnTo>
                  <a:lnTo>
                    <a:pt x="2187200" y="642241"/>
                  </a:lnTo>
                  <a:lnTo>
                    <a:pt x="2187206" y="642248"/>
                  </a:lnTo>
                  <a:lnTo>
                    <a:pt x="2187214" y="642252"/>
                  </a:lnTo>
                  <a:lnTo>
                    <a:pt x="2187220" y="642254"/>
                  </a:lnTo>
                  <a:lnTo>
                    <a:pt x="2187238" y="642252"/>
                  </a:lnTo>
                  <a:lnTo>
                    <a:pt x="2187246" y="642253"/>
                  </a:lnTo>
                  <a:lnTo>
                    <a:pt x="2187243" y="642257"/>
                  </a:lnTo>
                  <a:lnTo>
                    <a:pt x="2187227" y="642261"/>
                  </a:lnTo>
                  <a:lnTo>
                    <a:pt x="2187220" y="642262"/>
                  </a:lnTo>
                  <a:lnTo>
                    <a:pt x="2187197" y="642267"/>
                  </a:lnTo>
                  <a:lnTo>
                    <a:pt x="2187187" y="642269"/>
                  </a:lnTo>
                  <a:lnTo>
                    <a:pt x="2187182" y="642268"/>
                  </a:lnTo>
                  <a:lnTo>
                    <a:pt x="2187178" y="642262"/>
                  </a:lnTo>
                  <a:lnTo>
                    <a:pt x="2187154" y="642260"/>
                  </a:lnTo>
                  <a:lnTo>
                    <a:pt x="2187144" y="642262"/>
                  </a:lnTo>
                  <a:lnTo>
                    <a:pt x="2187136" y="642263"/>
                  </a:lnTo>
                  <a:lnTo>
                    <a:pt x="2187132" y="642266"/>
                  </a:lnTo>
                  <a:lnTo>
                    <a:pt x="2187128" y="642272"/>
                  </a:lnTo>
                  <a:lnTo>
                    <a:pt x="2187125" y="642277"/>
                  </a:lnTo>
                  <a:lnTo>
                    <a:pt x="2187119" y="642283"/>
                  </a:lnTo>
                  <a:lnTo>
                    <a:pt x="2187113" y="642286"/>
                  </a:lnTo>
                  <a:lnTo>
                    <a:pt x="2187104" y="642285"/>
                  </a:lnTo>
                  <a:lnTo>
                    <a:pt x="2187015" y="642312"/>
                  </a:lnTo>
                  <a:lnTo>
                    <a:pt x="2186974" y="642324"/>
                  </a:lnTo>
                  <a:lnTo>
                    <a:pt x="2186926" y="642342"/>
                  </a:lnTo>
                  <a:lnTo>
                    <a:pt x="2186907" y="642349"/>
                  </a:lnTo>
                  <a:lnTo>
                    <a:pt x="2186888" y="642352"/>
                  </a:lnTo>
                  <a:lnTo>
                    <a:pt x="2186881" y="642354"/>
                  </a:lnTo>
                  <a:lnTo>
                    <a:pt x="2186872" y="642355"/>
                  </a:lnTo>
                  <a:lnTo>
                    <a:pt x="2186831" y="642366"/>
                  </a:lnTo>
                  <a:lnTo>
                    <a:pt x="2186823" y="642368"/>
                  </a:lnTo>
                  <a:lnTo>
                    <a:pt x="2186818" y="642370"/>
                  </a:lnTo>
                  <a:lnTo>
                    <a:pt x="2186790" y="642384"/>
                  </a:lnTo>
                  <a:lnTo>
                    <a:pt x="2186783" y="642387"/>
                  </a:lnTo>
                  <a:lnTo>
                    <a:pt x="2186775" y="642390"/>
                  </a:lnTo>
                  <a:lnTo>
                    <a:pt x="2186764" y="642393"/>
                  </a:lnTo>
                  <a:lnTo>
                    <a:pt x="2186750" y="642396"/>
                  </a:lnTo>
                  <a:lnTo>
                    <a:pt x="2186639" y="642416"/>
                  </a:lnTo>
                  <a:lnTo>
                    <a:pt x="2186610" y="642422"/>
                  </a:lnTo>
                  <a:lnTo>
                    <a:pt x="2186584" y="642430"/>
                  </a:lnTo>
                  <a:lnTo>
                    <a:pt x="2186561" y="642437"/>
                  </a:lnTo>
                  <a:lnTo>
                    <a:pt x="2186540" y="642445"/>
                  </a:lnTo>
                  <a:lnTo>
                    <a:pt x="2186419" y="642497"/>
                  </a:lnTo>
                  <a:lnTo>
                    <a:pt x="2186305" y="642550"/>
                  </a:lnTo>
                  <a:lnTo>
                    <a:pt x="2186273" y="642567"/>
                  </a:lnTo>
                  <a:lnTo>
                    <a:pt x="2186268" y="642570"/>
                  </a:lnTo>
                  <a:lnTo>
                    <a:pt x="2186272" y="642575"/>
                  </a:lnTo>
                  <a:lnTo>
                    <a:pt x="2186285" y="642575"/>
                  </a:lnTo>
                  <a:lnTo>
                    <a:pt x="2186314" y="642575"/>
                  </a:lnTo>
                  <a:lnTo>
                    <a:pt x="2186321" y="642576"/>
                  </a:lnTo>
                  <a:lnTo>
                    <a:pt x="2186325" y="642582"/>
                  </a:lnTo>
                  <a:lnTo>
                    <a:pt x="2186320" y="642587"/>
                  </a:lnTo>
                  <a:lnTo>
                    <a:pt x="2186270" y="642605"/>
                  </a:lnTo>
                  <a:lnTo>
                    <a:pt x="2186265" y="642607"/>
                  </a:lnTo>
                  <a:lnTo>
                    <a:pt x="2186261" y="642609"/>
                  </a:lnTo>
                  <a:lnTo>
                    <a:pt x="2186252" y="642611"/>
                  </a:lnTo>
                  <a:lnTo>
                    <a:pt x="2186160" y="642643"/>
                  </a:lnTo>
                  <a:lnTo>
                    <a:pt x="2186130" y="642655"/>
                  </a:lnTo>
                  <a:lnTo>
                    <a:pt x="2186088" y="642670"/>
                  </a:lnTo>
                  <a:lnTo>
                    <a:pt x="2186082" y="642673"/>
                  </a:lnTo>
                  <a:lnTo>
                    <a:pt x="2186076" y="642677"/>
                  </a:lnTo>
                  <a:lnTo>
                    <a:pt x="2186063" y="642684"/>
                  </a:lnTo>
                  <a:lnTo>
                    <a:pt x="2186049" y="642691"/>
                  </a:lnTo>
                  <a:lnTo>
                    <a:pt x="2186031" y="642699"/>
                  </a:lnTo>
                  <a:lnTo>
                    <a:pt x="2186027" y="642702"/>
                  </a:lnTo>
                  <a:lnTo>
                    <a:pt x="2186008" y="642714"/>
                  </a:lnTo>
                  <a:lnTo>
                    <a:pt x="2186000" y="642718"/>
                  </a:lnTo>
                  <a:lnTo>
                    <a:pt x="2185961" y="642737"/>
                  </a:lnTo>
                  <a:lnTo>
                    <a:pt x="2185956" y="642741"/>
                  </a:lnTo>
                  <a:lnTo>
                    <a:pt x="2185937" y="642755"/>
                  </a:lnTo>
                  <a:lnTo>
                    <a:pt x="2185932" y="642758"/>
                  </a:lnTo>
                  <a:lnTo>
                    <a:pt x="2185927" y="642760"/>
                  </a:lnTo>
                  <a:lnTo>
                    <a:pt x="2185922" y="642762"/>
                  </a:lnTo>
                  <a:lnTo>
                    <a:pt x="2185894" y="642771"/>
                  </a:lnTo>
                  <a:lnTo>
                    <a:pt x="2185847" y="642791"/>
                  </a:lnTo>
                  <a:lnTo>
                    <a:pt x="2185839" y="642795"/>
                  </a:lnTo>
                  <a:lnTo>
                    <a:pt x="2185831" y="642800"/>
                  </a:lnTo>
                  <a:lnTo>
                    <a:pt x="2185815" y="642810"/>
                  </a:lnTo>
                  <a:lnTo>
                    <a:pt x="2185803" y="642818"/>
                  </a:lnTo>
                  <a:lnTo>
                    <a:pt x="2185799" y="642821"/>
                  </a:lnTo>
                  <a:lnTo>
                    <a:pt x="2185783" y="642828"/>
                  </a:lnTo>
                  <a:lnTo>
                    <a:pt x="2185776" y="642832"/>
                  </a:lnTo>
                  <a:lnTo>
                    <a:pt x="2185763" y="642841"/>
                  </a:lnTo>
                  <a:lnTo>
                    <a:pt x="2185758" y="642844"/>
                  </a:lnTo>
                  <a:lnTo>
                    <a:pt x="2185753" y="642846"/>
                  </a:lnTo>
                  <a:lnTo>
                    <a:pt x="2185749" y="642848"/>
                  </a:lnTo>
                  <a:lnTo>
                    <a:pt x="2185740" y="642851"/>
                  </a:lnTo>
                  <a:lnTo>
                    <a:pt x="2185731" y="642852"/>
                  </a:lnTo>
                  <a:lnTo>
                    <a:pt x="2185717" y="642853"/>
                  </a:lnTo>
                  <a:lnTo>
                    <a:pt x="2185712" y="642853"/>
                  </a:lnTo>
                  <a:lnTo>
                    <a:pt x="2185706" y="642854"/>
                  </a:lnTo>
                  <a:lnTo>
                    <a:pt x="2185696" y="642856"/>
                  </a:lnTo>
                  <a:lnTo>
                    <a:pt x="2185687" y="642857"/>
                  </a:lnTo>
                  <a:lnTo>
                    <a:pt x="2185659" y="642869"/>
                  </a:lnTo>
                  <a:lnTo>
                    <a:pt x="2185652" y="642872"/>
                  </a:lnTo>
                  <a:lnTo>
                    <a:pt x="2185645" y="642876"/>
                  </a:lnTo>
                  <a:lnTo>
                    <a:pt x="2185603" y="642904"/>
                  </a:lnTo>
                  <a:lnTo>
                    <a:pt x="2185564" y="642934"/>
                  </a:lnTo>
                  <a:lnTo>
                    <a:pt x="2185559" y="642937"/>
                  </a:lnTo>
                  <a:lnTo>
                    <a:pt x="2185554" y="642940"/>
                  </a:lnTo>
                  <a:lnTo>
                    <a:pt x="2185525" y="642951"/>
                  </a:lnTo>
                  <a:lnTo>
                    <a:pt x="2185518" y="642954"/>
                  </a:lnTo>
                  <a:lnTo>
                    <a:pt x="2185513" y="642957"/>
                  </a:lnTo>
                  <a:lnTo>
                    <a:pt x="2185506" y="642963"/>
                  </a:lnTo>
                  <a:lnTo>
                    <a:pt x="2185497" y="642971"/>
                  </a:lnTo>
                  <a:lnTo>
                    <a:pt x="2185454" y="642984"/>
                  </a:lnTo>
                  <a:lnTo>
                    <a:pt x="2185442" y="642986"/>
                  </a:lnTo>
                  <a:lnTo>
                    <a:pt x="2185433" y="642989"/>
                  </a:lnTo>
                  <a:lnTo>
                    <a:pt x="2185418" y="642993"/>
                  </a:lnTo>
                  <a:lnTo>
                    <a:pt x="2185408" y="642996"/>
                  </a:lnTo>
                  <a:lnTo>
                    <a:pt x="2185388" y="643000"/>
                  </a:lnTo>
                  <a:lnTo>
                    <a:pt x="2185352" y="643002"/>
                  </a:lnTo>
                  <a:lnTo>
                    <a:pt x="2185345" y="643002"/>
                  </a:lnTo>
                  <a:lnTo>
                    <a:pt x="2185339" y="643003"/>
                  </a:lnTo>
                  <a:lnTo>
                    <a:pt x="2185333" y="643006"/>
                  </a:lnTo>
                  <a:lnTo>
                    <a:pt x="2185311" y="643016"/>
                  </a:lnTo>
                  <a:lnTo>
                    <a:pt x="2185301" y="643019"/>
                  </a:lnTo>
                  <a:lnTo>
                    <a:pt x="2185276" y="643024"/>
                  </a:lnTo>
                  <a:lnTo>
                    <a:pt x="2185265" y="643027"/>
                  </a:lnTo>
                  <a:lnTo>
                    <a:pt x="2185255" y="643031"/>
                  </a:lnTo>
                  <a:lnTo>
                    <a:pt x="2185084" y="643088"/>
                  </a:lnTo>
                  <a:lnTo>
                    <a:pt x="2185077" y="643091"/>
                  </a:lnTo>
                  <a:lnTo>
                    <a:pt x="2185071" y="643093"/>
                  </a:lnTo>
                  <a:lnTo>
                    <a:pt x="2185065" y="643093"/>
                  </a:lnTo>
                  <a:lnTo>
                    <a:pt x="2185057" y="643093"/>
                  </a:lnTo>
                  <a:lnTo>
                    <a:pt x="2185042" y="643094"/>
                  </a:lnTo>
                  <a:lnTo>
                    <a:pt x="2185024" y="643094"/>
                  </a:lnTo>
                  <a:lnTo>
                    <a:pt x="2185001" y="643095"/>
                  </a:lnTo>
                  <a:lnTo>
                    <a:pt x="2184989" y="643096"/>
                  </a:lnTo>
                  <a:lnTo>
                    <a:pt x="2184977" y="643098"/>
                  </a:lnTo>
                  <a:lnTo>
                    <a:pt x="2184967" y="643100"/>
                  </a:lnTo>
                  <a:lnTo>
                    <a:pt x="2184932" y="643110"/>
                  </a:lnTo>
                  <a:lnTo>
                    <a:pt x="2184927" y="643111"/>
                  </a:lnTo>
                  <a:lnTo>
                    <a:pt x="2184917" y="643112"/>
                  </a:lnTo>
                  <a:lnTo>
                    <a:pt x="2184880" y="643116"/>
                  </a:lnTo>
                  <a:lnTo>
                    <a:pt x="2184870" y="643118"/>
                  </a:lnTo>
                  <a:lnTo>
                    <a:pt x="2184858" y="643120"/>
                  </a:lnTo>
                  <a:lnTo>
                    <a:pt x="2184830" y="643127"/>
                  </a:lnTo>
                  <a:lnTo>
                    <a:pt x="2184818" y="643131"/>
                  </a:lnTo>
                  <a:lnTo>
                    <a:pt x="2184809" y="643133"/>
                  </a:lnTo>
                  <a:lnTo>
                    <a:pt x="2184803" y="643136"/>
                  </a:lnTo>
                  <a:lnTo>
                    <a:pt x="2184799" y="643138"/>
                  </a:lnTo>
                  <a:lnTo>
                    <a:pt x="2184786" y="643145"/>
                  </a:lnTo>
                  <a:lnTo>
                    <a:pt x="2184778" y="643148"/>
                  </a:lnTo>
                  <a:lnTo>
                    <a:pt x="2184771" y="643151"/>
                  </a:lnTo>
                  <a:lnTo>
                    <a:pt x="2184767" y="643152"/>
                  </a:lnTo>
                  <a:lnTo>
                    <a:pt x="2184759" y="643154"/>
                  </a:lnTo>
                  <a:lnTo>
                    <a:pt x="2184747" y="643155"/>
                  </a:lnTo>
                  <a:lnTo>
                    <a:pt x="2184735" y="643156"/>
                  </a:lnTo>
                  <a:lnTo>
                    <a:pt x="2184730" y="643157"/>
                  </a:lnTo>
                  <a:lnTo>
                    <a:pt x="2184723" y="643159"/>
                  </a:lnTo>
                  <a:lnTo>
                    <a:pt x="2184714" y="643161"/>
                  </a:lnTo>
                  <a:lnTo>
                    <a:pt x="2184703" y="643165"/>
                  </a:lnTo>
                  <a:lnTo>
                    <a:pt x="2184679" y="643175"/>
                  </a:lnTo>
                  <a:lnTo>
                    <a:pt x="2184669" y="643181"/>
                  </a:lnTo>
                  <a:lnTo>
                    <a:pt x="2184650" y="643191"/>
                  </a:lnTo>
                  <a:lnTo>
                    <a:pt x="2184644" y="643202"/>
                  </a:lnTo>
                  <a:lnTo>
                    <a:pt x="2184639" y="643207"/>
                  </a:lnTo>
                  <a:lnTo>
                    <a:pt x="2184632" y="643210"/>
                  </a:lnTo>
                  <a:lnTo>
                    <a:pt x="2184564" y="643235"/>
                  </a:lnTo>
                  <a:lnTo>
                    <a:pt x="2184558" y="643238"/>
                  </a:lnTo>
                  <a:lnTo>
                    <a:pt x="2184552" y="643240"/>
                  </a:lnTo>
                  <a:lnTo>
                    <a:pt x="2184542" y="643240"/>
                  </a:lnTo>
                  <a:lnTo>
                    <a:pt x="2184536" y="643241"/>
                  </a:lnTo>
                  <a:lnTo>
                    <a:pt x="2184531" y="643244"/>
                  </a:lnTo>
                  <a:lnTo>
                    <a:pt x="2184525" y="643250"/>
                  </a:lnTo>
                  <a:lnTo>
                    <a:pt x="2184520" y="643253"/>
                  </a:lnTo>
                  <a:lnTo>
                    <a:pt x="2184511" y="643258"/>
                  </a:lnTo>
                  <a:lnTo>
                    <a:pt x="2184443" y="643291"/>
                  </a:lnTo>
                  <a:lnTo>
                    <a:pt x="2184416" y="643302"/>
                  </a:lnTo>
                  <a:lnTo>
                    <a:pt x="2184403" y="643308"/>
                  </a:lnTo>
                  <a:lnTo>
                    <a:pt x="2184376" y="643319"/>
                  </a:lnTo>
                  <a:lnTo>
                    <a:pt x="2184316" y="643340"/>
                  </a:lnTo>
                  <a:lnTo>
                    <a:pt x="2184249" y="643356"/>
                  </a:lnTo>
                  <a:lnTo>
                    <a:pt x="2184235" y="643358"/>
                  </a:lnTo>
                  <a:lnTo>
                    <a:pt x="2184224" y="643361"/>
                  </a:lnTo>
                  <a:lnTo>
                    <a:pt x="2184199" y="643370"/>
                  </a:lnTo>
                  <a:lnTo>
                    <a:pt x="2184189" y="643373"/>
                  </a:lnTo>
                  <a:lnTo>
                    <a:pt x="2184165" y="643380"/>
                  </a:lnTo>
                  <a:lnTo>
                    <a:pt x="2184150" y="643383"/>
                  </a:lnTo>
                  <a:lnTo>
                    <a:pt x="2184123" y="643388"/>
                  </a:lnTo>
                  <a:lnTo>
                    <a:pt x="2184055" y="643402"/>
                  </a:lnTo>
                  <a:lnTo>
                    <a:pt x="2184010" y="643408"/>
                  </a:lnTo>
                  <a:lnTo>
                    <a:pt x="2183921" y="643423"/>
                  </a:lnTo>
                  <a:lnTo>
                    <a:pt x="2183893" y="643427"/>
                  </a:lnTo>
                  <a:lnTo>
                    <a:pt x="2183875" y="643430"/>
                  </a:lnTo>
                  <a:lnTo>
                    <a:pt x="2183851" y="643434"/>
                  </a:lnTo>
                  <a:lnTo>
                    <a:pt x="2183801" y="643441"/>
                  </a:lnTo>
                  <a:lnTo>
                    <a:pt x="2183779" y="643443"/>
                  </a:lnTo>
                  <a:lnTo>
                    <a:pt x="2183774" y="643444"/>
                  </a:lnTo>
                  <a:lnTo>
                    <a:pt x="2183722" y="643454"/>
                  </a:lnTo>
                  <a:lnTo>
                    <a:pt x="2183704" y="643458"/>
                  </a:lnTo>
                  <a:lnTo>
                    <a:pt x="2183699" y="643459"/>
                  </a:lnTo>
                  <a:lnTo>
                    <a:pt x="2183694" y="643459"/>
                  </a:lnTo>
                  <a:lnTo>
                    <a:pt x="2183684" y="643458"/>
                  </a:lnTo>
                  <a:lnTo>
                    <a:pt x="2183678" y="643458"/>
                  </a:lnTo>
                  <a:lnTo>
                    <a:pt x="2183671" y="643458"/>
                  </a:lnTo>
                  <a:lnTo>
                    <a:pt x="2183634" y="643460"/>
                  </a:lnTo>
                  <a:lnTo>
                    <a:pt x="2183626" y="643461"/>
                  </a:lnTo>
                  <a:lnTo>
                    <a:pt x="2183618" y="643462"/>
                  </a:lnTo>
                  <a:lnTo>
                    <a:pt x="2183610" y="643464"/>
                  </a:lnTo>
                  <a:lnTo>
                    <a:pt x="2183589" y="643468"/>
                  </a:lnTo>
                  <a:lnTo>
                    <a:pt x="2183570" y="643472"/>
                  </a:lnTo>
                  <a:lnTo>
                    <a:pt x="2183560" y="643474"/>
                  </a:lnTo>
                  <a:lnTo>
                    <a:pt x="2183552" y="643475"/>
                  </a:lnTo>
                  <a:lnTo>
                    <a:pt x="2183531" y="643475"/>
                  </a:lnTo>
                  <a:lnTo>
                    <a:pt x="2183506" y="643476"/>
                  </a:lnTo>
                  <a:lnTo>
                    <a:pt x="2183418" y="643484"/>
                  </a:lnTo>
                  <a:lnTo>
                    <a:pt x="2183398" y="643487"/>
                  </a:lnTo>
                  <a:lnTo>
                    <a:pt x="2183365" y="643494"/>
                  </a:lnTo>
                  <a:lnTo>
                    <a:pt x="2183283" y="643517"/>
                  </a:lnTo>
                  <a:lnTo>
                    <a:pt x="2183270" y="643522"/>
                  </a:lnTo>
                  <a:lnTo>
                    <a:pt x="2183256" y="643528"/>
                  </a:lnTo>
                  <a:lnTo>
                    <a:pt x="2183223" y="643545"/>
                  </a:lnTo>
                  <a:lnTo>
                    <a:pt x="2183111" y="643599"/>
                  </a:lnTo>
                  <a:lnTo>
                    <a:pt x="2183097" y="643607"/>
                  </a:lnTo>
                  <a:lnTo>
                    <a:pt x="2183035" y="643644"/>
                  </a:lnTo>
                  <a:lnTo>
                    <a:pt x="2183019" y="643652"/>
                  </a:lnTo>
                  <a:lnTo>
                    <a:pt x="2183013" y="643656"/>
                  </a:lnTo>
                  <a:lnTo>
                    <a:pt x="2183006" y="643662"/>
                  </a:lnTo>
                  <a:lnTo>
                    <a:pt x="2183000" y="643668"/>
                  </a:lnTo>
                  <a:lnTo>
                    <a:pt x="2182993" y="643674"/>
                  </a:lnTo>
                  <a:lnTo>
                    <a:pt x="2182989" y="643680"/>
                  </a:lnTo>
                  <a:lnTo>
                    <a:pt x="2182980" y="643691"/>
                  </a:lnTo>
                  <a:lnTo>
                    <a:pt x="2182970" y="643697"/>
                  </a:lnTo>
                  <a:lnTo>
                    <a:pt x="2182966" y="643702"/>
                  </a:lnTo>
                  <a:lnTo>
                    <a:pt x="2182963" y="643707"/>
                  </a:lnTo>
                  <a:lnTo>
                    <a:pt x="2182964" y="643712"/>
                  </a:lnTo>
                  <a:lnTo>
                    <a:pt x="2182970" y="643714"/>
                  </a:lnTo>
                  <a:lnTo>
                    <a:pt x="2182975" y="643714"/>
                  </a:lnTo>
                  <a:lnTo>
                    <a:pt x="2182982" y="643712"/>
                  </a:lnTo>
                  <a:lnTo>
                    <a:pt x="2182993" y="643708"/>
                  </a:lnTo>
                  <a:lnTo>
                    <a:pt x="2182997" y="643712"/>
                  </a:lnTo>
                  <a:lnTo>
                    <a:pt x="2182995" y="643717"/>
                  </a:lnTo>
                  <a:lnTo>
                    <a:pt x="2182990" y="643723"/>
                  </a:lnTo>
                  <a:lnTo>
                    <a:pt x="2182985" y="643729"/>
                  </a:lnTo>
                  <a:lnTo>
                    <a:pt x="2182980" y="643732"/>
                  </a:lnTo>
                  <a:lnTo>
                    <a:pt x="2182930" y="643760"/>
                  </a:lnTo>
                  <a:lnTo>
                    <a:pt x="2182894" y="643783"/>
                  </a:lnTo>
                  <a:lnTo>
                    <a:pt x="2182784" y="643864"/>
                  </a:lnTo>
                  <a:lnTo>
                    <a:pt x="2182674" y="643953"/>
                  </a:lnTo>
                  <a:lnTo>
                    <a:pt x="2182566" y="644043"/>
                  </a:lnTo>
                  <a:lnTo>
                    <a:pt x="2182556" y="644052"/>
                  </a:lnTo>
                  <a:lnTo>
                    <a:pt x="2182531" y="644080"/>
                  </a:lnTo>
                  <a:lnTo>
                    <a:pt x="2182526" y="644084"/>
                  </a:lnTo>
                  <a:lnTo>
                    <a:pt x="2182518" y="644090"/>
                  </a:lnTo>
                  <a:lnTo>
                    <a:pt x="2182501" y="644100"/>
                  </a:lnTo>
                  <a:lnTo>
                    <a:pt x="2182487" y="644109"/>
                  </a:lnTo>
                  <a:lnTo>
                    <a:pt x="2182480" y="644114"/>
                  </a:lnTo>
                  <a:lnTo>
                    <a:pt x="2182474" y="644119"/>
                  </a:lnTo>
                  <a:lnTo>
                    <a:pt x="2182468" y="644124"/>
                  </a:lnTo>
                  <a:lnTo>
                    <a:pt x="2182442" y="644150"/>
                  </a:lnTo>
                  <a:lnTo>
                    <a:pt x="2182421" y="644168"/>
                  </a:lnTo>
                  <a:lnTo>
                    <a:pt x="2182412" y="644175"/>
                  </a:lnTo>
                  <a:lnTo>
                    <a:pt x="2182404" y="644180"/>
                  </a:lnTo>
                  <a:lnTo>
                    <a:pt x="2182379" y="644197"/>
                  </a:lnTo>
                  <a:lnTo>
                    <a:pt x="2182372" y="644201"/>
                  </a:lnTo>
                  <a:lnTo>
                    <a:pt x="2182367" y="644203"/>
                  </a:lnTo>
                  <a:lnTo>
                    <a:pt x="2182361" y="644202"/>
                  </a:lnTo>
                  <a:lnTo>
                    <a:pt x="2182356" y="644196"/>
                  </a:lnTo>
                  <a:lnTo>
                    <a:pt x="2182358" y="644189"/>
                  </a:lnTo>
                  <a:lnTo>
                    <a:pt x="2182363" y="644185"/>
                  </a:lnTo>
                  <a:lnTo>
                    <a:pt x="2182365" y="644180"/>
                  </a:lnTo>
                  <a:lnTo>
                    <a:pt x="2182363" y="644174"/>
                  </a:lnTo>
                  <a:lnTo>
                    <a:pt x="2182360" y="644169"/>
                  </a:lnTo>
                  <a:lnTo>
                    <a:pt x="2182356" y="644166"/>
                  </a:lnTo>
                  <a:lnTo>
                    <a:pt x="2182351" y="644164"/>
                  </a:lnTo>
                  <a:lnTo>
                    <a:pt x="2182334" y="644160"/>
                  </a:lnTo>
                  <a:lnTo>
                    <a:pt x="2182328" y="644160"/>
                  </a:lnTo>
                  <a:lnTo>
                    <a:pt x="2182322" y="644160"/>
                  </a:lnTo>
                  <a:lnTo>
                    <a:pt x="2182316" y="644160"/>
                  </a:lnTo>
                  <a:lnTo>
                    <a:pt x="2182311" y="644160"/>
                  </a:lnTo>
                  <a:lnTo>
                    <a:pt x="2182302" y="644162"/>
                  </a:lnTo>
                  <a:lnTo>
                    <a:pt x="2182287" y="644164"/>
                  </a:lnTo>
                  <a:lnTo>
                    <a:pt x="2182280" y="644169"/>
                  </a:lnTo>
                  <a:lnTo>
                    <a:pt x="2182280" y="644175"/>
                  </a:lnTo>
                  <a:lnTo>
                    <a:pt x="2182283" y="644185"/>
                  </a:lnTo>
                  <a:lnTo>
                    <a:pt x="2182283" y="644194"/>
                  </a:lnTo>
                  <a:lnTo>
                    <a:pt x="2182282" y="644201"/>
                  </a:lnTo>
                  <a:lnTo>
                    <a:pt x="2182279" y="644205"/>
                  </a:lnTo>
                  <a:lnTo>
                    <a:pt x="2182273" y="644214"/>
                  </a:lnTo>
                  <a:lnTo>
                    <a:pt x="2182271" y="644222"/>
                  </a:lnTo>
                  <a:lnTo>
                    <a:pt x="2182274" y="644226"/>
                  </a:lnTo>
                  <a:lnTo>
                    <a:pt x="2182281" y="644230"/>
                  </a:lnTo>
                  <a:lnTo>
                    <a:pt x="2182290" y="644234"/>
                  </a:lnTo>
                  <a:lnTo>
                    <a:pt x="2182294" y="644237"/>
                  </a:lnTo>
                  <a:lnTo>
                    <a:pt x="2182299" y="644239"/>
                  </a:lnTo>
                  <a:lnTo>
                    <a:pt x="2182304" y="644246"/>
                  </a:lnTo>
                  <a:lnTo>
                    <a:pt x="2182301" y="644250"/>
                  </a:lnTo>
                  <a:lnTo>
                    <a:pt x="2182297" y="644254"/>
                  </a:lnTo>
                  <a:lnTo>
                    <a:pt x="2182292" y="644258"/>
                  </a:lnTo>
                  <a:lnTo>
                    <a:pt x="2182278" y="644268"/>
                  </a:lnTo>
                  <a:lnTo>
                    <a:pt x="2182259" y="644281"/>
                  </a:lnTo>
                  <a:lnTo>
                    <a:pt x="2182253" y="644285"/>
                  </a:lnTo>
                  <a:lnTo>
                    <a:pt x="2182248" y="644289"/>
                  </a:lnTo>
                  <a:lnTo>
                    <a:pt x="2182238" y="644300"/>
                  </a:lnTo>
                  <a:lnTo>
                    <a:pt x="2182216" y="644320"/>
                  </a:lnTo>
                  <a:lnTo>
                    <a:pt x="2182196" y="644341"/>
                  </a:lnTo>
                  <a:lnTo>
                    <a:pt x="2182189" y="644350"/>
                  </a:lnTo>
                  <a:lnTo>
                    <a:pt x="2182183" y="644360"/>
                  </a:lnTo>
                  <a:lnTo>
                    <a:pt x="2182182" y="644366"/>
                  </a:lnTo>
                  <a:lnTo>
                    <a:pt x="2182180" y="644372"/>
                  </a:lnTo>
                  <a:lnTo>
                    <a:pt x="2182174" y="644378"/>
                  </a:lnTo>
                  <a:lnTo>
                    <a:pt x="2182166" y="644383"/>
                  </a:lnTo>
                  <a:lnTo>
                    <a:pt x="2182156" y="644387"/>
                  </a:lnTo>
                  <a:lnTo>
                    <a:pt x="2182151" y="644389"/>
                  </a:lnTo>
                  <a:lnTo>
                    <a:pt x="2182144" y="644393"/>
                  </a:lnTo>
                  <a:lnTo>
                    <a:pt x="2182137" y="644399"/>
                  </a:lnTo>
                  <a:lnTo>
                    <a:pt x="2182104" y="644427"/>
                  </a:lnTo>
                  <a:lnTo>
                    <a:pt x="2182080" y="644448"/>
                  </a:lnTo>
                  <a:lnTo>
                    <a:pt x="2182063" y="644463"/>
                  </a:lnTo>
                  <a:lnTo>
                    <a:pt x="2182028" y="644494"/>
                  </a:lnTo>
                  <a:lnTo>
                    <a:pt x="2181984" y="644534"/>
                  </a:lnTo>
                  <a:lnTo>
                    <a:pt x="2181976" y="644542"/>
                  </a:lnTo>
                  <a:lnTo>
                    <a:pt x="2181970" y="644549"/>
                  </a:lnTo>
                  <a:lnTo>
                    <a:pt x="2181967" y="644555"/>
                  </a:lnTo>
                  <a:lnTo>
                    <a:pt x="2181965" y="644559"/>
                  </a:lnTo>
                  <a:lnTo>
                    <a:pt x="2181964" y="644567"/>
                  </a:lnTo>
                  <a:lnTo>
                    <a:pt x="2181965" y="644574"/>
                  </a:lnTo>
                  <a:lnTo>
                    <a:pt x="2181966" y="644579"/>
                  </a:lnTo>
                  <a:lnTo>
                    <a:pt x="2181971" y="644582"/>
                  </a:lnTo>
                  <a:lnTo>
                    <a:pt x="2181976" y="644625"/>
                  </a:lnTo>
                  <a:lnTo>
                    <a:pt x="2181932" y="644688"/>
                  </a:lnTo>
                  <a:lnTo>
                    <a:pt x="2181872" y="644791"/>
                  </a:lnTo>
                  <a:lnTo>
                    <a:pt x="2181831" y="644874"/>
                  </a:lnTo>
                  <a:lnTo>
                    <a:pt x="2181811" y="644921"/>
                  </a:lnTo>
                  <a:lnTo>
                    <a:pt x="2181797" y="644967"/>
                  </a:lnTo>
                  <a:lnTo>
                    <a:pt x="2181793" y="644977"/>
                  </a:lnTo>
                  <a:lnTo>
                    <a:pt x="2181775" y="645018"/>
                  </a:lnTo>
                  <a:lnTo>
                    <a:pt x="2181732" y="645118"/>
                  </a:lnTo>
                  <a:lnTo>
                    <a:pt x="2181723" y="645146"/>
                  </a:lnTo>
                  <a:lnTo>
                    <a:pt x="2181687" y="645270"/>
                  </a:lnTo>
                  <a:lnTo>
                    <a:pt x="2181674" y="645307"/>
                  </a:lnTo>
                  <a:lnTo>
                    <a:pt x="2181672" y="645315"/>
                  </a:lnTo>
                  <a:lnTo>
                    <a:pt x="2181670" y="645323"/>
                  </a:lnTo>
                  <a:lnTo>
                    <a:pt x="2181664" y="645350"/>
                  </a:lnTo>
                  <a:lnTo>
                    <a:pt x="2181662" y="645362"/>
                  </a:lnTo>
                  <a:lnTo>
                    <a:pt x="2181659" y="645374"/>
                  </a:lnTo>
                  <a:lnTo>
                    <a:pt x="2181658" y="645387"/>
                  </a:lnTo>
                  <a:lnTo>
                    <a:pt x="2181656" y="645401"/>
                  </a:lnTo>
                  <a:lnTo>
                    <a:pt x="2181654" y="645409"/>
                  </a:lnTo>
                  <a:lnTo>
                    <a:pt x="2181652" y="645419"/>
                  </a:lnTo>
                  <a:lnTo>
                    <a:pt x="2181651" y="645428"/>
                  </a:lnTo>
                  <a:lnTo>
                    <a:pt x="2181650" y="645438"/>
                  </a:lnTo>
                  <a:lnTo>
                    <a:pt x="2181649" y="645449"/>
                  </a:lnTo>
                  <a:lnTo>
                    <a:pt x="2181649" y="645457"/>
                  </a:lnTo>
                  <a:lnTo>
                    <a:pt x="2181650" y="645462"/>
                  </a:lnTo>
                  <a:lnTo>
                    <a:pt x="2181652" y="645469"/>
                  </a:lnTo>
                  <a:lnTo>
                    <a:pt x="2181653" y="645493"/>
                  </a:lnTo>
                  <a:lnTo>
                    <a:pt x="2181655" y="645518"/>
                  </a:lnTo>
                  <a:lnTo>
                    <a:pt x="2181657" y="645542"/>
                  </a:lnTo>
                  <a:lnTo>
                    <a:pt x="2181660" y="645568"/>
                  </a:lnTo>
                  <a:lnTo>
                    <a:pt x="2181660" y="645576"/>
                  </a:lnTo>
                  <a:lnTo>
                    <a:pt x="2181661" y="645588"/>
                  </a:lnTo>
                  <a:lnTo>
                    <a:pt x="2181661" y="645600"/>
                  </a:lnTo>
                  <a:lnTo>
                    <a:pt x="2181664" y="645616"/>
                  </a:lnTo>
                  <a:lnTo>
                    <a:pt x="2181666" y="645621"/>
                  </a:lnTo>
                  <a:lnTo>
                    <a:pt x="2181667" y="645633"/>
                  </a:lnTo>
                  <a:lnTo>
                    <a:pt x="2181669" y="645646"/>
                  </a:lnTo>
                  <a:lnTo>
                    <a:pt x="2181670" y="645664"/>
                  </a:lnTo>
                  <a:lnTo>
                    <a:pt x="2181671" y="645682"/>
                  </a:lnTo>
                  <a:lnTo>
                    <a:pt x="2181671" y="645694"/>
                  </a:lnTo>
                  <a:lnTo>
                    <a:pt x="2181670" y="645706"/>
                  </a:lnTo>
                  <a:lnTo>
                    <a:pt x="2181672" y="645719"/>
                  </a:lnTo>
                  <a:lnTo>
                    <a:pt x="2181673" y="645728"/>
                  </a:lnTo>
                  <a:lnTo>
                    <a:pt x="2181673" y="645737"/>
                  </a:lnTo>
                  <a:lnTo>
                    <a:pt x="2181682" y="645778"/>
                  </a:lnTo>
                  <a:lnTo>
                    <a:pt x="2181681" y="645800"/>
                  </a:lnTo>
                  <a:lnTo>
                    <a:pt x="2181676" y="645811"/>
                  </a:lnTo>
                  <a:lnTo>
                    <a:pt x="2181670" y="645846"/>
                  </a:lnTo>
                  <a:lnTo>
                    <a:pt x="2181657" y="645953"/>
                  </a:lnTo>
                  <a:lnTo>
                    <a:pt x="2181648" y="645984"/>
                  </a:lnTo>
                  <a:lnTo>
                    <a:pt x="2181634" y="646037"/>
                  </a:lnTo>
                  <a:lnTo>
                    <a:pt x="2181630" y="646040"/>
                  </a:lnTo>
                  <a:lnTo>
                    <a:pt x="2181623" y="646048"/>
                  </a:lnTo>
                  <a:lnTo>
                    <a:pt x="2181617" y="646057"/>
                  </a:lnTo>
                  <a:lnTo>
                    <a:pt x="2181606" y="646068"/>
                  </a:lnTo>
                  <a:lnTo>
                    <a:pt x="2181588" y="646083"/>
                  </a:lnTo>
                  <a:lnTo>
                    <a:pt x="2181559" y="646104"/>
                  </a:lnTo>
                  <a:lnTo>
                    <a:pt x="2181555" y="646107"/>
                  </a:lnTo>
                  <a:lnTo>
                    <a:pt x="2181537" y="646120"/>
                  </a:lnTo>
                  <a:lnTo>
                    <a:pt x="2181511" y="646143"/>
                  </a:lnTo>
                  <a:lnTo>
                    <a:pt x="2181497" y="646159"/>
                  </a:lnTo>
                  <a:lnTo>
                    <a:pt x="2181478" y="646187"/>
                  </a:lnTo>
                  <a:lnTo>
                    <a:pt x="2181468" y="646196"/>
                  </a:lnTo>
                  <a:lnTo>
                    <a:pt x="2181456" y="646205"/>
                  </a:lnTo>
                  <a:lnTo>
                    <a:pt x="2181442" y="646222"/>
                  </a:lnTo>
                  <a:lnTo>
                    <a:pt x="2181409" y="646259"/>
                  </a:lnTo>
                  <a:lnTo>
                    <a:pt x="2181386" y="646288"/>
                  </a:lnTo>
                  <a:lnTo>
                    <a:pt x="2181374" y="646301"/>
                  </a:lnTo>
                  <a:lnTo>
                    <a:pt x="2181365" y="646313"/>
                  </a:lnTo>
                  <a:lnTo>
                    <a:pt x="2181353" y="646331"/>
                  </a:lnTo>
                  <a:lnTo>
                    <a:pt x="2181344" y="646342"/>
                  </a:lnTo>
                  <a:lnTo>
                    <a:pt x="2181340" y="646346"/>
                  </a:lnTo>
                  <a:lnTo>
                    <a:pt x="2181323" y="646365"/>
                  </a:lnTo>
                  <a:lnTo>
                    <a:pt x="2181319" y="646368"/>
                  </a:lnTo>
                  <a:lnTo>
                    <a:pt x="2181315" y="646371"/>
                  </a:lnTo>
                  <a:lnTo>
                    <a:pt x="2181306" y="646376"/>
                  </a:lnTo>
                  <a:lnTo>
                    <a:pt x="2181287" y="646387"/>
                  </a:lnTo>
                  <a:lnTo>
                    <a:pt x="2181277" y="646395"/>
                  </a:lnTo>
                  <a:lnTo>
                    <a:pt x="2181273" y="646397"/>
                  </a:lnTo>
                  <a:lnTo>
                    <a:pt x="2181264" y="646401"/>
                  </a:lnTo>
                  <a:lnTo>
                    <a:pt x="2181254" y="646405"/>
                  </a:lnTo>
                  <a:lnTo>
                    <a:pt x="2181248" y="646407"/>
                  </a:lnTo>
                  <a:lnTo>
                    <a:pt x="2181242" y="646410"/>
                  </a:lnTo>
                  <a:lnTo>
                    <a:pt x="2181237" y="646412"/>
                  </a:lnTo>
                  <a:lnTo>
                    <a:pt x="2181233" y="646415"/>
                  </a:lnTo>
                  <a:lnTo>
                    <a:pt x="2181229" y="646418"/>
                  </a:lnTo>
                  <a:lnTo>
                    <a:pt x="2181224" y="646420"/>
                  </a:lnTo>
                  <a:lnTo>
                    <a:pt x="2181215" y="646423"/>
                  </a:lnTo>
                  <a:lnTo>
                    <a:pt x="2181207" y="646421"/>
                  </a:lnTo>
                  <a:lnTo>
                    <a:pt x="2181209" y="646416"/>
                  </a:lnTo>
                  <a:lnTo>
                    <a:pt x="2181212" y="646411"/>
                  </a:lnTo>
                  <a:lnTo>
                    <a:pt x="2181216" y="646402"/>
                  </a:lnTo>
                  <a:lnTo>
                    <a:pt x="2181219" y="646397"/>
                  </a:lnTo>
                  <a:lnTo>
                    <a:pt x="2181224" y="646392"/>
                  </a:lnTo>
                  <a:lnTo>
                    <a:pt x="2181229" y="646387"/>
                  </a:lnTo>
                  <a:lnTo>
                    <a:pt x="2181235" y="646382"/>
                  </a:lnTo>
                  <a:lnTo>
                    <a:pt x="2181250" y="646371"/>
                  </a:lnTo>
                  <a:lnTo>
                    <a:pt x="2181253" y="646367"/>
                  </a:lnTo>
                  <a:lnTo>
                    <a:pt x="2181255" y="646361"/>
                  </a:lnTo>
                  <a:lnTo>
                    <a:pt x="2181253" y="646357"/>
                  </a:lnTo>
                  <a:lnTo>
                    <a:pt x="2181246" y="646352"/>
                  </a:lnTo>
                  <a:lnTo>
                    <a:pt x="2181241" y="646349"/>
                  </a:lnTo>
                  <a:lnTo>
                    <a:pt x="2181236" y="646347"/>
                  </a:lnTo>
                  <a:lnTo>
                    <a:pt x="2181231" y="646346"/>
                  </a:lnTo>
                  <a:lnTo>
                    <a:pt x="2181225" y="646345"/>
                  </a:lnTo>
                  <a:lnTo>
                    <a:pt x="2181219" y="646345"/>
                  </a:lnTo>
                  <a:lnTo>
                    <a:pt x="2181213" y="646345"/>
                  </a:lnTo>
                  <a:lnTo>
                    <a:pt x="2181197" y="646346"/>
                  </a:lnTo>
                  <a:lnTo>
                    <a:pt x="2181191" y="646345"/>
                  </a:lnTo>
                  <a:lnTo>
                    <a:pt x="2181184" y="646342"/>
                  </a:lnTo>
                  <a:lnTo>
                    <a:pt x="2181177" y="646341"/>
                  </a:lnTo>
                  <a:lnTo>
                    <a:pt x="2181171" y="646344"/>
                  </a:lnTo>
                  <a:lnTo>
                    <a:pt x="2181166" y="646347"/>
                  </a:lnTo>
                  <a:lnTo>
                    <a:pt x="2181161" y="646350"/>
                  </a:lnTo>
                  <a:lnTo>
                    <a:pt x="2181145" y="646365"/>
                  </a:lnTo>
                  <a:lnTo>
                    <a:pt x="2181136" y="646372"/>
                  </a:lnTo>
                  <a:lnTo>
                    <a:pt x="2181109" y="646390"/>
                  </a:lnTo>
                  <a:lnTo>
                    <a:pt x="2181065" y="646424"/>
                  </a:lnTo>
                  <a:lnTo>
                    <a:pt x="2181063" y="646430"/>
                  </a:lnTo>
                  <a:lnTo>
                    <a:pt x="2181061" y="646435"/>
                  </a:lnTo>
                  <a:lnTo>
                    <a:pt x="2181056" y="646439"/>
                  </a:lnTo>
                  <a:lnTo>
                    <a:pt x="2181048" y="646444"/>
                  </a:lnTo>
                  <a:lnTo>
                    <a:pt x="2181044" y="646447"/>
                  </a:lnTo>
                  <a:lnTo>
                    <a:pt x="2181033" y="646454"/>
                  </a:lnTo>
                  <a:lnTo>
                    <a:pt x="2181027" y="646458"/>
                  </a:lnTo>
                  <a:lnTo>
                    <a:pt x="2180998" y="646478"/>
                  </a:lnTo>
                  <a:lnTo>
                    <a:pt x="2180969" y="646495"/>
                  </a:lnTo>
                  <a:lnTo>
                    <a:pt x="2180963" y="646499"/>
                  </a:lnTo>
                  <a:lnTo>
                    <a:pt x="2180959" y="646503"/>
                  </a:lnTo>
                  <a:lnTo>
                    <a:pt x="2180953" y="646509"/>
                  </a:lnTo>
                  <a:lnTo>
                    <a:pt x="2180951" y="646514"/>
                  </a:lnTo>
                  <a:lnTo>
                    <a:pt x="2180946" y="646543"/>
                  </a:lnTo>
                  <a:lnTo>
                    <a:pt x="2180929" y="646547"/>
                  </a:lnTo>
                  <a:lnTo>
                    <a:pt x="2180872" y="646565"/>
                  </a:lnTo>
                  <a:lnTo>
                    <a:pt x="2180866" y="646567"/>
                  </a:lnTo>
                  <a:lnTo>
                    <a:pt x="2180859" y="646570"/>
                  </a:lnTo>
                  <a:lnTo>
                    <a:pt x="2180854" y="646573"/>
                  </a:lnTo>
                  <a:lnTo>
                    <a:pt x="2180848" y="646576"/>
                  </a:lnTo>
                  <a:lnTo>
                    <a:pt x="2180842" y="646580"/>
                  </a:lnTo>
                  <a:lnTo>
                    <a:pt x="2180816" y="646599"/>
                  </a:lnTo>
                  <a:lnTo>
                    <a:pt x="2180801" y="646608"/>
                  </a:lnTo>
                  <a:lnTo>
                    <a:pt x="2180794" y="646612"/>
                  </a:lnTo>
                  <a:lnTo>
                    <a:pt x="2180787" y="646615"/>
                  </a:lnTo>
                  <a:lnTo>
                    <a:pt x="2180780" y="646618"/>
                  </a:lnTo>
                  <a:lnTo>
                    <a:pt x="2180774" y="646620"/>
                  </a:lnTo>
                  <a:lnTo>
                    <a:pt x="2180768" y="646622"/>
                  </a:lnTo>
                  <a:lnTo>
                    <a:pt x="2180759" y="646617"/>
                  </a:lnTo>
                  <a:lnTo>
                    <a:pt x="2180755" y="646614"/>
                  </a:lnTo>
                  <a:lnTo>
                    <a:pt x="2180749" y="646615"/>
                  </a:lnTo>
                  <a:lnTo>
                    <a:pt x="2180741" y="646618"/>
                  </a:lnTo>
                  <a:lnTo>
                    <a:pt x="2180736" y="646620"/>
                  </a:lnTo>
                  <a:lnTo>
                    <a:pt x="2180731" y="646622"/>
                  </a:lnTo>
                  <a:lnTo>
                    <a:pt x="2180721" y="646627"/>
                  </a:lnTo>
                  <a:lnTo>
                    <a:pt x="2180713" y="646631"/>
                  </a:lnTo>
                  <a:lnTo>
                    <a:pt x="2180706" y="646636"/>
                  </a:lnTo>
                  <a:lnTo>
                    <a:pt x="2180693" y="646647"/>
                  </a:lnTo>
                  <a:lnTo>
                    <a:pt x="2180688" y="646650"/>
                  </a:lnTo>
                  <a:lnTo>
                    <a:pt x="2180683" y="646653"/>
                  </a:lnTo>
                  <a:lnTo>
                    <a:pt x="2180677" y="646656"/>
                  </a:lnTo>
                  <a:lnTo>
                    <a:pt x="2180671" y="646660"/>
                  </a:lnTo>
                  <a:lnTo>
                    <a:pt x="2180664" y="646662"/>
                  </a:lnTo>
                  <a:lnTo>
                    <a:pt x="2180657" y="646665"/>
                  </a:lnTo>
                  <a:lnTo>
                    <a:pt x="2180644" y="646669"/>
                  </a:lnTo>
                  <a:lnTo>
                    <a:pt x="2180551" y="646695"/>
                  </a:lnTo>
                  <a:lnTo>
                    <a:pt x="2180523" y="646702"/>
                  </a:lnTo>
                  <a:lnTo>
                    <a:pt x="2180515" y="646703"/>
                  </a:lnTo>
                  <a:lnTo>
                    <a:pt x="2180498" y="646702"/>
                  </a:lnTo>
                  <a:lnTo>
                    <a:pt x="2180493" y="646701"/>
                  </a:lnTo>
                  <a:lnTo>
                    <a:pt x="2180486" y="646701"/>
                  </a:lnTo>
                  <a:lnTo>
                    <a:pt x="2180463" y="646696"/>
                  </a:lnTo>
                  <a:lnTo>
                    <a:pt x="2180455" y="646695"/>
                  </a:lnTo>
                  <a:lnTo>
                    <a:pt x="2180447" y="646695"/>
                  </a:lnTo>
                  <a:lnTo>
                    <a:pt x="2180442" y="646695"/>
                  </a:lnTo>
                  <a:lnTo>
                    <a:pt x="2180436" y="646695"/>
                  </a:lnTo>
                  <a:lnTo>
                    <a:pt x="2180429" y="646696"/>
                  </a:lnTo>
                  <a:lnTo>
                    <a:pt x="2180412" y="646699"/>
                  </a:lnTo>
                  <a:lnTo>
                    <a:pt x="2180406" y="646700"/>
                  </a:lnTo>
                  <a:lnTo>
                    <a:pt x="2180398" y="646702"/>
                  </a:lnTo>
                  <a:lnTo>
                    <a:pt x="2180391" y="646705"/>
                  </a:lnTo>
                  <a:lnTo>
                    <a:pt x="2180350" y="646722"/>
                  </a:lnTo>
                  <a:lnTo>
                    <a:pt x="2180344" y="646725"/>
                  </a:lnTo>
                  <a:lnTo>
                    <a:pt x="2180339" y="646728"/>
                  </a:lnTo>
                  <a:lnTo>
                    <a:pt x="2180331" y="646733"/>
                  </a:lnTo>
                  <a:lnTo>
                    <a:pt x="2180325" y="646738"/>
                  </a:lnTo>
                  <a:lnTo>
                    <a:pt x="2180318" y="646745"/>
                  </a:lnTo>
                  <a:lnTo>
                    <a:pt x="2180298" y="646763"/>
                  </a:lnTo>
                  <a:lnTo>
                    <a:pt x="2180295" y="646768"/>
                  </a:lnTo>
                  <a:lnTo>
                    <a:pt x="2180255" y="646796"/>
                  </a:lnTo>
                  <a:lnTo>
                    <a:pt x="2180230" y="646800"/>
                  </a:lnTo>
                  <a:lnTo>
                    <a:pt x="2180206" y="646808"/>
                  </a:lnTo>
                  <a:lnTo>
                    <a:pt x="2180133" y="646838"/>
                  </a:lnTo>
                  <a:lnTo>
                    <a:pt x="2180092" y="646854"/>
                  </a:lnTo>
                  <a:lnTo>
                    <a:pt x="2180062" y="646854"/>
                  </a:lnTo>
                  <a:lnTo>
                    <a:pt x="2180022" y="646857"/>
                  </a:lnTo>
                  <a:lnTo>
                    <a:pt x="2179978" y="646873"/>
                  </a:lnTo>
                  <a:lnTo>
                    <a:pt x="2179938" y="646904"/>
                  </a:lnTo>
                  <a:lnTo>
                    <a:pt x="2179903" y="646926"/>
                  </a:lnTo>
                  <a:lnTo>
                    <a:pt x="2179871" y="646944"/>
                  </a:lnTo>
                  <a:lnTo>
                    <a:pt x="2179856" y="646956"/>
                  </a:lnTo>
                  <a:lnTo>
                    <a:pt x="2179802" y="646995"/>
                  </a:lnTo>
                  <a:lnTo>
                    <a:pt x="2179798" y="646999"/>
                  </a:lnTo>
                  <a:lnTo>
                    <a:pt x="2179773" y="647026"/>
                  </a:lnTo>
                  <a:lnTo>
                    <a:pt x="2179768" y="647030"/>
                  </a:lnTo>
                  <a:lnTo>
                    <a:pt x="2179741" y="647061"/>
                  </a:lnTo>
                  <a:lnTo>
                    <a:pt x="2179744" y="647065"/>
                  </a:lnTo>
                  <a:lnTo>
                    <a:pt x="2179739" y="647070"/>
                  </a:lnTo>
                  <a:lnTo>
                    <a:pt x="2179730" y="647066"/>
                  </a:lnTo>
                  <a:lnTo>
                    <a:pt x="2179706" y="647097"/>
                  </a:lnTo>
                  <a:lnTo>
                    <a:pt x="2179678" y="647089"/>
                  </a:lnTo>
                  <a:lnTo>
                    <a:pt x="2179692" y="647058"/>
                  </a:lnTo>
                  <a:lnTo>
                    <a:pt x="2179695" y="647044"/>
                  </a:lnTo>
                  <a:lnTo>
                    <a:pt x="2179683" y="647049"/>
                  </a:lnTo>
                  <a:lnTo>
                    <a:pt x="2179652" y="647066"/>
                  </a:lnTo>
                  <a:lnTo>
                    <a:pt x="2179311" y="647158"/>
                  </a:lnTo>
                  <a:lnTo>
                    <a:pt x="2179285" y="647160"/>
                  </a:lnTo>
                  <a:lnTo>
                    <a:pt x="2179274" y="647162"/>
                  </a:lnTo>
                  <a:lnTo>
                    <a:pt x="2179269" y="647163"/>
                  </a:lnTo>
                  <a:lnTo>
                    <a:pt x="2179231" y="647167"/>
                  </a:lnTo>
                  <a:lnTo>
                    <a:pt x="2179193" y="647177"/>
                  </a:lnTo>
                  <a:lnTo>
                    <a:pt x="2179149" y="647192"/>
                  </a:lnTo>
                  <a:lnTo>
                    <a:pt x="2179123" y="647207"/>
                  </a:lnTo>
                  <a:lnTo>
                    <a:pt x="2179109" y="647220"/>
                  </a:lnTo>
                  <a:lnTo>
                    <a:pt x="2179089" y="647229"/>
                  </a:lnTo>
                  <a:lnTo>
                    <a:pt x="2179071" y="647233"/>
                  </a:lnTo>
                  <a:lnTo>
                    <a:pt x="2179047" y="647238"/>
                  </a:lnTo>
                  <a:lnTo>
                    <a:pt x="2179023" y="647246"/>
                  </a:lnTo>
                  <a:lnTo>
                    <a:pt x="2179014" y="647251"/>
                  </a:lnTo>
                  <a:lnTo>
                    <a:pt x="2179015" y="647256"/>
                  </a:lnTo>
                  <a:lnTo>
                    <a:pt x="2179022" y="647264"/>
                  </a:lnTo>
                  <a:lnTo>
                    <a:pt x="2179022" y="647271"/>
                  </a:lnTo>
                  <a:lnTo>
                    <a:pt x="2179012" y="647276"/>
                  </a:lnTo>
                  <a:lnTo>
                    <a:pt x="2178953" y="647293"/>
                  </a:lnTo>
                  <a:lnTo>
                    <a:pt x="2178914" y="647303"/>
                  </a:lnTo>
                  <a:lnTo>
                    <a:pt x="2178880" y="647315"/>
                  </a:lnTo>
                  <a:lnTo>
                    <a:pt x="2178833" y="647336"/>
                  </a:lnTo>
                  <a:lnTo>
                    <a:pt x="2178798" y="647355"/>
                  </a:lnTo>
                  <a:lnTo>
                    <a:pt x="2178765" y="647375"/>
                  </a:lnTo>
                  <a:lnTo>
                    <a:pt x="2178729" y="647398"/>
                  </a:lnTo>
                  <a:lnTo>
                    <a:pt x="2178697" y="647423"/>
                  </a:lnTo>
                  <a:lnTo>
                    <a:pt x="2178688" y="647431"/>
                  </a:lnTo>
                  <a:lnTo>
                    <a:pt x="2178681" y="647439"/>
                  </a:lnTo>
                  <a:lnTo>
                    <a:pt x="2178672" y="647448"/>
                  </a:lnTo>
                  <a:lnTo>
                    <a:pt x="2178668" y="647457"/>
                  </a:lnTo>
                  <a:lnTo>
                    <a:pt x="2178664" y="647476"/>
                  </a:lnTo>
                  <a:lnTo>
                    <a:pt x="2178658" y="647484"/>
                  </a:lnTo>
                  <a:lnTo>
                    <a:pt x="2178651" y="647493"/>
                  </a:lnTo>
                  <a:lnTo>
                    <a:pt x="2178644" y="647506"/>
                  </a:lnTo>
                  <a:lnTo>
                    <a:pt x="2178641" y="647515"/>
                  </a:lnTo>
                  <a:lnTo>
                    <a:pt x="2178642" y="647525"/>
                  </a:lnTo>
                  <a:lnTo>
                    <a:pt x="2178642" y="647535"/>
                  </a:lnTo>
                  <a:lnTo>
                    <a:pt x="2178644" y="647547"/>
                  </a:lnTo>
                  <a:lnTo>
                    <a:pt x="2178646" y="647560"/>
                  </a:lnTo>
                  <a:lnTo>
                    <a:pt x="2178648" y="647568"/>
                  </a:lnTo>
                  <a:lnTo>
                    <a:pt x="2178651" y="647576"/>
                  </a:lnTo>
                  <a:lnTo>
                    <a:pt x="2178655" y="647579"/>
                  </a:lnTo>
                  <a:lnTo>
                    <a:pt x="2178665" y="647585"/>
                  </a:lnTo>
                  <a:lnTo>
                    <a:pt x="2178679" y="647592"/>
                  </a:lnTo>
                  <a:lnTo>
                    <a:pt x="2178684" y="647595"/>
                  </a:lnTo>
                  <a:lnTo>
                    <a:pt x="2178686" y="647600"/>
                  </a:lnTo>
                  <a:lnTo>
                    <a:pt x="2178684" y="647605"/>
                  </a:lnTo>
                  <a:lnTo>
                    <a:pt x="2178679" y="647609"/>
                  </a:lnTo>
                  <a:lnTo>
                    <a:pt x="2178676" y="647614"/>
                  </a:lnTo>
                  <a:lnTo>
                    <a:pt x="2178676" y="647619"/>
                  </a:lnTo>
                  <a:lnTo>
                    <a:pt x="2178680" y="647622"/>
                  </a:lnTo>
                  <a:lnTo>
                    <a:pt x="2178689" y="647626"/>
                  </a:lnTo>
                  <a:lnTo>
                    <a:pt x="2178696" y="647629"/>
                  </a:lnTo>
                  <a:lnTo>
                    <a:pt x="2178711" y="647631"/>
                  </a:lnTo>
                  <a:lnTo>
                    <a:pt x="2178720" y="647632"/>
                  </a:lnTo>
                  <a:lnTo>
                    <a:pt x="2178746" y="647635"/>
                  </a:lnTo>
                  <a:lnTo>
                    <a:pt x="2178759" y="647639"/>
                  </a:lnTo>
                  <a:lnTo>
                    <a:pt x="2178769" y="647646"/>
                  </a:lnTo>
                  <a:lnTo>
                    <a:pt x="2178776" y="647654"/>
                  </a:lnTo>
                  <a:lnTo>
                    <a:pt x="2178784" y="647666"/>
                  </a:lnTo>
                  <a:lnTo>
                    <a:pt x="2178786" y="647679"/>
                  </a:lnTo>
                  <a:lnTo>
                    <a:pt x="2178787" y="647697"/>
                  </a:lnTo>
                  <a:lnTo>
                    <a:pt x="2178786" y="647720"/>
                  </a:lnTo>
                  <a:lnTo>
                    <a:pt x="2178781" y="647730"/>
                  </a:lnTo>
                  <a:lnTo>
                    <a:pt x="2178776" y="647736"/>
                  </a:lnTo>
                  <a:lnTo>
                    <a:pt x="2178772" y="647739"/>
                  </a:lnTo>
                  <a:lnTo>
                    <a:pt x="2178768" y="647742"/>
                  </a:lnTo>
                  <a:lnTo>
                    <a:pt x="2178767" y="647748"/>
                  </a:lnTo>
                  <a:lnTo>
                    <a:pt x="2178768" y="647763"/>
                  </a:lnTo>
                  <a:lnTo>
                    <a:pt x="2178770" y="647768"/>
                  </a:lnTo>
                  <a:lnTo>
                    <a:pt x="2178777" y="647773"/>
                  </a:lnTo>
                  <a:lnTo>
                    <a:pt x="2178781" y="647782"/>
                  </a:lnTo>
                  <a:lnTo>
                    <a:pt x="2178792" y="647783"/>
                  </a:lnTo>
                  <a:lnTo>
                    <a:pt x="2178797" y="647794"/>
                  </a:lnTo>
                  <a:lnTo>
                    <a:pt x="2178801" y="647801"/>
                  </a:lnTo>
                  <a:lnTo>
                    <a:pt x="2178802" y="647812"/>
                  </a:lnTo>
                  <a:lnTo>
                    <a:pt x="2178810" y="647834"/>
                  </a:lnTo>
                  <a:lnTo>
                    <a:pt x="2178812" y="647854"/>
                  </a:lnTo>
                  <a:lnTo>
                    <a:pt x="2178811" y="647868"/>
                  </a:lnTo>
                  <a:lnTo>
                    <a:pt x="2178805" y="647901"/>
                  </a:lnTo>
                  <a:lnTo>
                    <a:pt x="2178805" y="647921"/>
                  </a:lnTo>
                  <a:lnTo>
                    <a:pt x="2178805" y="647926"/>
                  </a:lnTo>
                  <a:lnTo>
                    <a:pt x="2178811" y="647929"/>
                  </a:lnTo>
                  <a:lnTo>
                    <a:pt x="2178816" y="647926"/>
                  </a:lnTo>
                  <a:lnTo>
                    <a:pt x="2178821" y="647922"/>
                  </a:lnTo>
                  <a:lnTo>
                    <a:pt x="2178825" y="647915"/>
                  </a:lnTo>
                  <a:lnTo>
                    <a:pt x="2178829" y="647912"/>
                  </a:lnTo>
                  <a:lnTo>
                    <a:pt x="2178835" y="647915"/>
                  </a:lnTo>
                  <a:lnTo>
                    <a:pt x="2178840" y="647913"/>
                  </a:lnTo>
                  <a:lnTo>
                    <a:pt x="2178842" y="647908"/>
                  </a:lnTo>
                  <a:lnTo>
                    <a:pt x="2178845" y="647903"/>
                  </a:lnTo>
                  <a:lnTo>
                    <a:pt x="2178851" y="647904"/>
                  </a:lnTo>
                  <a:lnTo>
                    <a:pt x="2178856" y="647908"/>
                  </a:lnTo>
                  <a:lnTo>
                    <a:pt x="2178866" y="647907"/>
                  </a:lnTo>
                  <a:lnTo>
                    <a:pt x="2178869" y="647901"/>
                  </a:lnTo>
                  <a:lnTo>
                    <a:pt x="2178869" y="647893"/>
                  </a:lnTo>
                  <a:lnTo>
                    <a:pt x="2178875" y="647887"/>
                  </a:lnTo>
                  <a:lnTo>
                    <a:pt x="2178879" y="647884"/>
                  </a:lnTo>
                  <a:lnTo>
                    <a:pt x="2178909" y="647882"/>
                  </a:lnTo>
                  <a:lnTo>
                    <a:pt x="2178913" y="647884"/>
                  </a:lnTo>
                  <a:lnTo>
                    <a:pt x="2178909" y="647897"/>
                  </a:lnTo>
                  <a:lnTo>
                    <a:pt x="2178904" y="647901"/>
                  </a:lnTo>
                  <a:lnTo>
                    <a:pt x="2178900" y="647906"/>
                  </a:lnTo>
                  <a:lnTo>
                    <a:pt x="2178899" y="647913"/>
                  </a:lnTo>
                  <a:lnTo>
                    <a:pt x="2178896" y="647928"/>
                  </a:lnTo>
                  <a:lnTo>
                    <a:pt x="2178893" y="647937"/>
                  </a:lnTo>
                  <a:lnTo>
                    <a:pt x="2178886" y="647944"/>
                  </a:lnTo>
                  <a:lnTo>
                    <a:pt x="2178887" y="647950"/>
                  </a:lnTo>
                  <a:lnTo>
                    <a:pt x="2178895" y="647955"/>
                  </a:lnTo>
                  <a:lnTo>
                    <a:pt x="2178900" y="647962"/>
                  </a:lnTo>
                  <a:lnTo>
                    <a:pt x="2178898" y="647971"/>
                  </a:lnTo>
                  <a:lnTo>
                    <a:pt x="2178894" y="647982"/>
                  </a:lnTo>
                  <a:lnTo>
                    <a:pt x="2178892" y="647990"/>
                  </a:lnTo>
                  <a:lnTo>
                    <a:pt x="2178888" y="647995"/>
                  </a:lnTo>
                  <a:lnTo>
                    <a:pt x="2178880" y="648005"/>
                  </a:lnTo>
                  <a:lnTo>
                    <a:pt x="2178875" y="648011"/>
                  </a:lnTo>
                  <a:lnTo>
                    <a:pt x="2178872" y="648024"/>
                  </a:lnTo>
                  <a:lnTo>
                    <a:pt x="2178871" y="648029"/>
                  </a:lnTo>
                  <a:lnTo>
                    <a:pt x="2178873" y="648039"/>
                  </a:lnTo>
                  <a:lnTo>
                    <a:pt x="2178879" y="648063"/>
                  </a:lnTo>
                  <a:lnTo>
                    <a:pt x="2178881" y="648080"/>
                  </a:lnTo>
                  <a:lnTo>
                    <a:pt x="2178881" y="648092"/>
                  </a:lnTo>
                  <a:lnTo>
                    <a:pt x="2178883" y="648105"/>
                  </a:lnTo>
                  <a:lnTo>
                    <a:pt x="2178880" y="648111"/>
                  </a:lnTo>
                  <a:lnTo>
                    <a:pt x="2178877" y="648118"/>
                  </a:lnTo>
                  <a:lnTo>
                    <a:pt x="2178878" y="648124"/>
                  </a:lnTo>
                  <a:lnTo>
                    <a:pt x="2178877" y="648147"/>
                  </a:lnTo>
                  <a:lnTo>
                    <a:pt x="2178879" y="648164"/>
                  </a:lnTo>
                  <a:lnTo>
                    <a:pt x="2178880" y="648173"/>
                  </a:lnTo>
                  <a:lnTo>
                    <a:pt x="2178881" y="648186"/>
                  </a:lnTo>
                  <a:lnTo>
                    <a:pt x="2178884" y="648204"/>
                  </a:lnTo>
                  <a:lnTo>
                    <a:pt x="2178886" y="648214"/>
                  </a:lnTo>
                  <a:lnTo>
                    <a:pt x="2178888" y="648230"/>
                  </a:lnTo>
                  <a:lnTo>
                    <a:pt x="2178889" y="648245"/>
                  </a:lnTo>
                  <a:lnTo>
                    <a:pt x="2178894" y="648274"/>
                  </a:lnTo>
                  <a:lnTo>
                    <a:pt x="2178896" y="648289"/>
                  </a:lnTo>
                  <a:lnTo>
                    <a:pt x="2178897" y="648305"/>
                  </a:lnTo>
                  <a:lnTo>
                    <a:pt x="2178899" y="648315"/>
                  </a:lnTo>
                  <a:lnTo>
                    <a:pt x="2178901" y="648337"/>
                  </a:lnTo>
                  <a:lnTo>
                    <a:pt x="2178900" y="648343"/>
                  </a:lnTo>
                  <a:lnTo>
                    <a:pt x="2178899" y="648361"/>
                  </a:lnTo>
                  <a:lnTo>
                    <a:pt x="2178898" y="648371"/>
                  </a:lnTo>
                  <a:lnTo>
                    <a:pt x="2178896" y="648380"/>
                  </a:lnTo>
                  <a:lnTo>
                    <a:pt x="2178895" y="648385"/>
                  </a:lnTo>
                  <a:lnTo>
                    <a:pt x="2178889" y="648392"/>
                  </a:lnTo>
                  <a:lnTo>
                    <a:pt x="2178883" y="648398"/>
                  </a:lnTo>
                  <a:lnTo>
                    <a:pt x="2178876" y="648396"/>
                  </a:lnTo>
                  <a:lnTo>
                    <a:pt x="2178865" y="648392"/>
                  </a:lnTo>
                  <a:lnTo>
                    <a:pt x="2178857" y="648399"/>
                  </a:lnTo>
                  <a:lnTo>
                    <a:pt x="2178855" y="648405"/>
                  </a:lnTo>
                  <a:lnTo>
                    <a:pt x="2178850" y="648414"/>
                  </a:lnTo>
                  <a:lnTo>
                    <a:pt x="2178853" y="648418"/>
                  </a:lnTo>
                  <a:lnTo>
                    <a:pt x="2178865" y="648418"/>
                  </a:lnTo>
                  <a:lnTo>
                    <a:pt x="2178870" y="648419"/>
                  </a:lnTo>
                  <a:lnTo>
                    <a:pt x="2178874" y="648425"/>
                  </a:lnTo>
                  <a:lnTo>
                    <a:pt x="2178877" y="648429"/>
                  </a:lnTo>
                  <a:lnTo>
                    <a:pt x="2178881" y="648433"/>
                  </a:lnTo>
                  <a:lnTo>
                    <a:pt x="2178887" y="648436"/>
                  </a:lnTo>
                  <a:lnTo>
                    <a:pt x="2178890" y="648440"/>
                  </a:lnTo>
                  <a:lnTo>
                    <a:pt x="2178891" y="648447"/>
                  </a:lnTo>
                  <a:lnTo>
                    <a:pt x="2178895" y="648462"/>
                  </a:lnTo>
                  <a:lnTo>
                    <a:pt x="2178895" y="648468"/>
                  </a:lnTo>
                  <a:lnTo>
                    <a:pt x="2178892" y="648479"/>
                  </a:lnTo>
                  <a:lnTo>
                    <a:pt x="2178892" y="648484"/>
                  </a:lnTo>
                  <a:lnTo>
                    <a:pt x="2178894" y="648497"/>
                  </a:lnTo>
                  <a:lnTo>
                    <a:pt x="2178897" y="648508"/>
                  </a:lnTo>
                  <a:lnTo>
                    <a:pt x="2178903" y="648516"/>
                  </a:lnTo>
                  <a:lnTo>
                    <a:pt x="2178906" y="648523"/>
                  </a:lnTo>
                  <a:lnTo>
                    <a:pt x="2178906" y="648531"/>
                  </a:lnTo>
                  <a:lnTo>
                    <a:pt x="2178902" y="648543"/>
                  </a:lnTo>
                  <a:lnTo>
                    <a:pt x="2178900" y="648550"/>
                  </a:lnTo>
                  <a:lnTo>
                    <a:pt x="2178910" y="648571"/>
                  </a:lnTo>
                  <a:lnTo>
                    <a:pt x="2178920" y="648583"/>
                  </a:lnTo>
                  <a:lnTo>
                    <a:pt x="2178927" y="648597"/>
                  </a:lnTo>
                  <a:lnTo>
                    <a:pt x="2178926" y="648603"/>
                  </a:lnTo>
                  <a:lnTo>
                    <a:pt x="2178930" y="648607"/>
                  </a:lnTo>
                  <a:lnTo>
                    <a:pt x="2178946" y="648612"/>
                  </a:lnTo>
                  <a:lnTo>
                    <a:pt x="2178951" y="648606"/>
                  </a:lnTo>
                  <a:lnTo>
                    <a:pt x="2178949" y="648594"/>
                  </a:lnTo>
                  <a:lnTo>
                    <a:pt x="2178953" y="648588"/>
                  </a:lnTo>
                  <a:lnTo>
                    <a:pt x="2178958" y="648591"/>
                  </a:lnTo>
                  <a:lnTo>
                    <a:pt x="2178961" y="648596"/>
                  </a:lnTo>
                  <a:lnTo>
                    <a:pt x="2178966" y="648609"/>
                  </a:lnTo>
                  <a:lnTo>
                    <a:pt x="2178970" y="648623"/>
                  </a:lnTo>
                  <a:lnTo>
                    <a:pt x="2178982" y="648671"/>
                  </a:lnTo>
                  <a:lnTo>
                    <a:pt x="2178983" y="648682"/>
                  </a:lnTo>
                  <a:lnTo>
                    <a:pt x="2178985" y="648691"/>
                  </a:lnTo>
                  <a:lnTo>
                    <a:pt x="2178986" y="648696"/>
                  </a:lnTo>
                  <a:lnTo>
                    <a:pt x="2178990" y="648734"/>
                  </a:lnTo>
                  <a:lnTo>
                    <a:pt x="2178990" y="648748"/>
                  </a:lnTo>
                  <a:lnTo>
                    <a:pt x="2178991" y="648766"/>
                  </a:lnTo>
                  <a:lnTo>
                    <a:pt x="2178990" y="648780"/>
                  </a:lnTo>
                  <a:lnTo>
                    <a:pt x="2178992" y="648786"/>
                  </a:lnTo>
                  <a:lnTo>
                    <a:pt x="2179008" y="648815"/>
                  </a:lnTo>
                  <a:lnTo>
                    <a:pt x="2179016" y="648832"/>
                  </a:lnTo>
                  <a:lnTo>
                    <a:pt x="2179044" y="648896"/>
                  </a:lnTo>
                  <a:lnTo>
                    <a:pt x="2179046" y="648905"/>
                  </a:lnTo>
                  <a:lnTo>
                    <a:pt x="2179046" y="648913"/>
                  </a:lnTo>
                  <a:lnTo>
                    <a:pt x="2179044" y="648917"/>
                  </a:lnTo>
                  <a:lnTo>
                    <a:pt x="2179043" y="648925"/>
                  </a:lnTo>
                  <a:lnTo>
                    <a:pt x="2179044" y="648935"/>
                  </a:lnTo>
                  <a:lnTo>
                    <a:pt x="2179046" y="648943"/>
                  </a:lnTo>
                  <a:lnTo>
                    <a:pt x="2179049" y="648951"/>
                  </a:lnTo>
                  <a:lnTo>
                    <a:pt x="2179047" y="648960"/>
                  </a:lnTo>
                  <a:lnTo>
                    <a:pt x="2179044" y="648973"/>
                  </a:lnTo>
                  <a:lnTo>
                    <a:pt x="2179044" y="648979"/>
                  </a:lnTo>
                  <a:lnTo>
                    <a:pt x="2179044" y="648985"/>
                  </a:lnTo>
                  <a:lnTo>
                    <a:pt x="2179045" y="648991"/>
                  </a:lnTo>
                  <a:lnTo>
                    <a:pt x="2179046" y="649004"/>
                  </a:lnTo>
                  <a:lnTo>
                    <a:pt x="2179049" y="649010"/>
                  </a:lnTo>
                  <a:lnTo>
                    <a:pt x="2179069" y="649054"/>
                  </a:lnTo>
                  <a:lnTo>
                    <a:pt x="2179070" y="649062"/>
                  </a:lnTo>
                  <a:lnTo>
                    <a:pt x="2179072" y="649070"/>
                  </a:lnTo>
                  <a:lnTo>
                    <a:pt x="2179076" y="649074"/>
                  </a:lnTo>
                  <a:lnTo>
                    <a:pt x="2179080" y="649077"/>
                  </a:lnTo>
                  <a:lnTo>
                    <a:pt x="2179084" y="649081"/>
                  </a:lnTo>
                  <a:lnTo>
                    <a:pt x="2179081" y="649087"/>
                  </a:lnTo>
                  <a:lnTo>
                    <a:pt x="2179082" y="649093"/>
                  </a:lnTo>
                  <a:lnTo>
                    <a:pt x="2179085" y="649097"/>
                  </a:lnTo>
                  <a:lnTo>
                    <a:pt x="2179088" y="649102"/>
                  </a:lnTo>
                  <a:lnTo>
                    <a:pt x="2179090" y="649109"/>
                  </a:lnTo>
                  <a:lnTo>
                    <a:pt x="2179090" y="649117"/>
                  </a:lnTo>
                  <a:lnTo>
                    <a:pt x="2179090" y="649128"/>
                  </a:lnTo>
                  <a:lnTo>
                    <a:pt x="2179092" y="649134"/>
                  </a:lnTo>
                  <a:lnTo>
                    <a:pt x="2179094" y="649139"/>
                  </a:lnTo>
                  <a:lnTo>
                    <a:pt x="2179097" y="649146"/>
                  </a:lnTo>
                  <a:lnTo>
                    <a:pt x="2179099" y="649151"/>
                  </a:lnTo>
                  <a:lnTo>
                    <a:pt x="2179101" y="649158"/>
                  </a:lnTo>
                  <a:lnTo>
                    <a:pt x="2179102" y="649166"/>
                  </a:lnTo>
                  <a:lnTo>
                    <a:pt x="2179103" y="649174"/>
                  </a:lnTo>
                  <a:lnTo>
                    <a:pt x="2179104" y="649184"/>
                  </a:lnTo>
                  <a:lnTo>
                    <a:pt x="2179104" y="649194"/>
                  </a:lnTo>
                  <a:lnTo>
                    <a:pt x="2179104" y="649206"/>
                  </a:lnTo>
                  <a:lnTo>
                    <a:pt x="2179099" y="649260"/>
                  </a:lnTo>
                  <a:lnTo>
                    <a:pt x="2179082" y="649329"/>
                  </a:lnTo>
                  <a:lnTo>
                    <a:pt x="2179079" y="649338"/>
                  </a:lnTo>
                  <a:lnTo>
                    <a:pt x="2179076" y="649347"/>
                  </a:lnTo>
                  <a:lnTo>
                    <a:pt x="2179071" y="649355"/>
                  </a:lnTo>
                  <a:lnTo>
                    <a:pt x="2179067" y="649363"/>
                  </a:lnTo>
                  <a:lnTo>
                    <a:pt x="2179062" y="649370"/>
                  </a:lnTo>
                  <a:lnTo>
                    <a:pt x="2179049" y="649389"/>
                  </a:lnTo>
                  <a:lnTo>
                    <a:pt x="2179012" y="649420"/>
                  </a:lnTo>
                  <a:lnTo>
                    <a:pt x="2178992" y="649435"/>
                  </a:lnTo>
                  <a:lnTo>
                    <a:pt x="2178983" y="649440"/>
                  </a:lnTo>
                  <a:lnTo>
                    <a:pt x="2178975" y="649445"/>
                  </a:lnTo>
                  <a:lnTo>
                    <a:pt x="2178968" y="649448"/>
                  </a:lnTo>
                  <a:lnTo>
                    <a:pt x="2178957" y="649453"/>
                  </a:lnTo>
                  <a:lnTo>
                    <a:pt x="2178952" y="649456"/>
                  </a:lnTo>
                  <a:lnTo>
                    <a:pt x="2178948" y="649459"/>
                  </a:lnTo>
                  <a:lnTo>
                    <a:pt x="2178944" y="649463"/>
                  </a:lnTo>
                  <a:lnTo>
                    <a:pt x="2178939" y="649468"/>
                  </a:lnTo>
                  <a:lnTo>
                    <a:pt x="2178891" y="649488"/>
                  </a:lnTo>
                  <a:lnTo>
                    <a:pt x="2178879" y="649492"/>
                  </a:lnTo>
                  <a:lnTo>
                    <a:pt x="2178866" y="649496"/>
                  </a:lnTo>
                  <a:lnTo>
                    <a:pt x="2178853" y="649500"/>
                  </a:lnTo>
                  <a:lnTo>
                    <a:pt x="2178810" y="649510"/>
                  </a:lnTo>
                  <a:lnTo>
                    <a:pt x="2178795" y="649512"/>
                  </a:lnTo>
                  <a:lnTo>
                    <a:pt x="2178780" y="649514"/>
                  </a:lnTo>
                  <a:lnTo>
                    <a:pt x="2178765" y="649516"/>
                  </a:lnTo>
                  <a:lnTo>
                    <a:pt x="2178750" y="649516"/>
                  </a:lnTo>
                  <a:lnTo>
                    <a:pt x="2178617" y="649515"/>
                  </a:lnTo>
                  <a:lnTo>
                    <a:pt x="2178588" y="649514"/>
                  </a:lnTo>
                  <a:lnTo>
                    <a:pt x="2178549" y="649511"/>
                  </a:lnTo>
                  <a:lnTo>
                    <a:pt x="2178536" y="649510"/>
                  </a:lnTo>
                  <a:lnTo>
                    <a:pt x="2178509" y="649508"/>
                  </a:lnTo>
                  <a:lnTo>
                    <a:pt x="2178500" y="649506"/>
                  </a:lnTo>
                  <a:lnTo>
                    <a:pt x="2178493" y="649505"/>
                  </a:lnTo>
                  <a:lnTo>
                    <a:pt x="2178485" y="649505"/>
                  </a:lnTo>
                  <a:lnTo>
                    <a:pt x="2178477" y="649508"/>
                  </a:lnTo>
                  <a:lnTo>
                    <a:pt x="2178470" y="649510"/>
                  </a:lnTo>
                  <a:lnTo>
                    <a:pt x="2178463" y="649511"/>
                  </a:lnTo>
                  <a:lnTo>
                    <a:pt x="2178457" y="649511"/>
                  </a:lnTo>
                  <a:lnTo>
                    <a:pt x="2178445" y="649509"/>
                  </a:lnTo>
                  <a:lnTo>
                    <a:pt x="2178431" y="649509"/>
                  </a:lnTo>
                  <a:lnTo>
                    <a:pt x="2178388" y="649506"/>
                  </a:lnTo>
                  <a:lnTo>
                    <a:pt x="2178379" y="649504"/>
                  </a:lnTo>
                  <a:lnTo>
                    <a:pt x="2178372" y="649504"/>
                  </a:lnTo>
                  <a:lnTo>
                    <a:pt x="2178367" y="649503"/>
                  </a:lnTo>
                  <a:lnTo>
                    <a:pt x="2178356" y="649504"/>
                  </a:lnTo>
                  <a:lnTo>
                    <a:pt x="2178351" y="649504"/>
                  </a:lnTo>
                  <a:lnTo>
                    <a:pt x="2178337" y="649502"/>
                  </a:lnTo>
                  <a:lnTo>
                    <a:pt x="2178328" y="649502"/>
                  </a:lnTo>
                  <a:lnTo>
                    <a:pt x="2178316" y="649499"/>
                  </a:lnTo>
                  <a:lnTo>
                    <a:pt x="2178310" y="649499"/>
                  </a:lnTo>
                  <a:lnTo>
                    <a:pt x="2178304" y="649496"/>
                  </a:lnTo>
                  <a:lnTo>
                    <a:pt x="2178291" y="649489"/>
                  </a:lnTo>
                  <a:lnTo>
                    <a:pt x="2178285" y="649487"/>
                  </a:lnTo>
                  <a:lnTo>
                    <a:pt x="2178280" y="649486"/>
                  </a:lnTo>
                  <a:lnTo>
                    <a:pt x="2178273" y="649485"/>
                  </a:lnTo>
                  <a:lnTo>
                    <a:pt x="2178268" y="649485"/>
                  </a:lnTo>
                  <a:lnTo>
                    <a:pt x="2178273" y="649491"/>
                  </a:lnTo>
                  <a:lnTo>
                    <a:pt x="2178278" y="649494"/>
                  </a:lnTo>
                  <a:lnTo>
                    <a:pt x="2178276" y="649499"/>
                  </a:lnTo>
                  <a:lnTo>
                    <a:pt x="2178270" y="649498"/>
                  </a:lnTo>
                  <a:lnTo>
                    <a:pt x="2178265" y="649496"/>
                  </a:lnTo>
                  <a:lnTo>
                    <a:pt x="2178260" y="649495"/>
                  </a:lnTo>
                  <a:lnTo>
                    <a:pt x="2178201" y="649487"/>
                  </a:lnTo>
                  <a:lnTo>
                    <a:pt x="2178192" y="649487"/>
                  </a:lnTo>
                  <a:lnTo>
                    <a:pt x="2178186" y="649486"/>
                  </a:lnTo>
                  <a:lnTo>
                    <a:pt x="2178180" y="649484"/>
                  </a:lnTo>
                  <a:lnTo>
                    <a:pt x="2178176" y="649482"/>
                  </a:lnTo>
                  <a:lnTo>
                    <a:pt x="2178165" y="649476"/>
                  </a:lnTo>
                  <a:lnTo>
                    <a:pt x="2178161" y="649474"/>
                  </a:lnTo>
                  <a:lnTo>
                    <a:pt x="2178156" y="649472"/>
                  </a:lnTo>
                  <a:lnTo>
                    <a:pt x="2178148" y="649470"/>
                  </a:lnTo>
                  <a:lnTo>
                    <a:pt x="2178106" y="649463"/>
                  </a:lnTo>
                  <a:lnTo>
                    <a:pt x="2178101" y="649461"/>
                  </a:lnTo>
                  <a:lnTo>
                    <a:pt x="2178122" y="649445"/>
                  </a:lnTo>
                  <a:lnTo>
                    <a:pt x="2178117" y="649441"/>
                  </a:lnTo>
                  <a:lnTo>
                    <a:pt x="2178111" y="649441"/>
                  </a:lnTo>
                  <a:lnTo>
                    <a:pt x="2178106" y="649441"/>
                  </a:lnTo>
                  <a:lnTo>
                    <a:pt x="2178102" y="649441"/>
                  </a:lnTo>
                  <a:lnTo>
                    <a:pt x="2178097" y="649441"/>
                  </a:lnTo>
                  <a:lnTo>
                    <a:pt x="2178091" y="649442"/>
                  </a:lnTo>
                  <a:lnTo>
                    <a:pt x="2178084" y="649445"/>
                  </a:lnTo>
                  <a:lnTo>
                    <a:pt x="2178076" y="649451"/>
                  </a:lnTo>
                  <a:lnTo>
                    <a:pt x="2178072" y="649453"/>
                  </a:lnTo>
                  <a:lnTo>
                    <a:pt x="2178066" y="649456"/>
                  </a:lnTo>
                  <a:lnTo>
                    <a:pt x="2178051" y="649461"/>
                  </a:lnTo>
                  <a:lnTo>
                    <a:pt x="2178046" y="649463"/>
                  </a:lnTo>
                  <a:lnTo>
                    <a:pt x="2178041" y="649466"/>
                  </a:lnTo>
                  <a:lnTo>
                    <a:pt x="2178023" y="649478"/>
                  </a:lnTo>
                  <a:lnTo>
                    <a:pt x="2178018" y="649481"/>
                  </a:lnTo>
                  <a:lnTo>
                    <a:pt x="2178013" y="649483"/>
                  </a:lnTo>
                  <a:lnTo>
                    <a:pt x="2178002" y="649487"/>
                  </a:lnTo>
                  <a:lnTo>
                    <a:pt x="2177989" y="649491"/>
                  </a:lnTo>
                  <a:lnTo>
                    <a:pt x="2177980" y="649494"/>
                  </a:lnTo>
                  <a:lnTo>
                    <a:pt x="2177974" y="649495"/>
                  </a:lnTo>
                  <a:lnTo>
                    <a:pt x="2177931" y="649520"/>
                  </a:lnTo>
                  <a:lnTo>
                    <a:pt x="2177907" y="649538"/>
                  </a:lnTo>
                  <a:lnTo>
                    <a:pt x="2177881" y="649557"/>
                  </a:lnTo>
                  <a:lnTo>
                    <a:pt x="2177838" y="649593"/>
                  </a:lnTo>
                  <a:lnTo>
                    <a:pt x="2177836" y="649597"/>
                  </a:lnTo>
                  <a:lnTo>
                    <a:pt x="2177834" y="649604"/>
                  </a:lnTo>
                  <a:lnTo>
                    <a:pt x="2177831" y="649609"/>
                  </a:lnTo>
                  <a:lnTo>
                    <a:pt x="2177827" y="649614"/>
                  </a:lnTo>
                  <a:lnTo>
                    <a:pt x="2177796" y="649656"/>
                  </a:lnTo>
                  <a:lnTo>
                    <a:pt x="2177784" y="649671"/>
                  </a:lnTo>
                  <a:lnTo>
                    <a:pt x="2177781" y="649676"/>
                  </a:lnTo>
                  <a:lnTo>
                    <a:pt x="2177775" y="649684"/>
                  </a:lnTo>
                  <a:lnTo>
                    <a:pt x="2177772" y="649688"/>
                  </a:lnTo>
                  <a:lnTo>
                    <a:pt x="2177754" y="649716"/>
                  </a:lnTo>
                  <a:lnTo>
                    <a:pt x="2177735" y="649742"/>
                  </a:lnTo>
                  <a:lnTo>
                    <a:pt x="2177731" y="649747"/>
                  </a:lnTo>
                  <a:lnTo>
                    <a:pt x="2177727" y="649750"/>
                  </a:lnTo>
                  <a:lnTo>
                    <a:pt x="2177721" y="649751"/>
                  </a:lnTo>
                  <a:lnTo>
                    <a:pt x="2177715" y="649749"/>
                  </a:lnTo>
                  <a:lnTo>
                    <a:pt x="2177712" y="649743"/>
                  </a:lnTo>
                  <a:lnTo>
                    <a:pt x="2177716" y="649734"/>
                  </a:lnTo>
                  <a:lnTo>
                    <a:pt x="2177724" y="649697"/>
                  </a:lnTo>
                  <a:lnTo>
                    <a:pt x="2177727" y="649687"/>
                  </a:lnTo>
                  <a:lnTo>
                    <a:pt x="2177728" y="649680"/>
                  </a:lnTo>
                  <a:lnTo>
                    <a:pt x="2177734" y="649648"/>
                  </a:lnTo>
                  <a:lnTo>
                    <a:pt x="2177737" y="649641"/>
                  </a:lnTo>
                  <a:lnTo>
                    <a:pt x="2177741" y="649635"/>
                  </a:lnTo>
                  <a:lnTo>
                    <a:pt x="2177745" y="649628"/>
                  </a:lnTo>
                  <a:lnTo>
                    <a:pt x="2177749" y="649623"/>
                  </a:lnTo>
                  <a:lnTo>
                    <a:pt x="2177752" y="649619"/>
                  </a:lnTo>
                  <a:lnTo>
                    <a:pt x="2177756" y="649615"/>
                  </a:lnTo>
                  <a:lnTo>
                    <a:pt x="2177760" y="649609"/>
                  </a:lnTo>
                  <a:lnTo>
                    <a:pt x="2177811" y="649553"/>
                  </a:lnTo>
                  <a:lnTo>
                    <a:pt x="2177834" y="649531"/>
                  </a:lnTo>
                  <a:lnTo>
                    <a:pt x="2177902" y="649477"/>
                  </a:lnTo>
                  <a:lnTo>
                    <a:pt x="2177907" y="649473"/>
                  </a:lnTo>
                  <a:lnTo>
                    <a:pt x="2177912" y="649470"/>
                  </a:lnTo>
                  <a:lnTo>
                    <a:pt x="2177917" y="649467"/>
                  </a:lnTo>
                  <a:lnTo>
                    <a:pt x="2177923" y="649465"/>
                  </a:lnTo>
                  <a:lnTo>
                    <a:pt x="2177931" y="649462"/>
                  </a:lnTo>
                  <a:lnTo>
                    <a:pt x="2177935" y="649460"/>
                  </a:lnTo>
                  <a:lnTo>
                    <a:pt x="2177941" y="649456"/>
                  </a:lnTo>
                  <a:lnTo>
                    <a:pt x="2177951" y="649453"/>
                  </a:lnTo>
                  <a:lnTo>
                    <a:pt x="2177965" y="649448"/>
                  </a:lnTo>
                  <a:lnTo>
                    <a:pt x="2177986" y="649441"/>
                  </a:lnTo>
                  <a:lnTo>
                    <a:pt x="2178000" y="649438"/>
                  </a:lnTo>
                  <a:lnTo>
                    <a:pt x="2178004" y="649436"/>
                  </a:lnTo>
                  <a:lnTo>
                    <a:pt x="2178009" y="649434"/>
                  </a:lnTo>
                  <a:lnTo>
                    <a:pt x="2178014" y="649431"/>
                  </a:lnTo>
                  <a:lnTo>
                    <a:pt x="2178019" y="649429"/>
                  </a:lnTo>
                  <a:lnTo>
                    <a:pt x="2178023" y="649427"/>
                  </a:lnTo>
                  <a:lnTo>
                    <a:pt x="2178036" y="649418"/>
                  </a:lnTo>
                  <a:lnTo>
                    <a:pt x="2178042" y="649416"/>
                  </a:lnTo>
                  <a:lnTo>
                    <a:pt x="2178048" y="649415"/>
                  </a:lnTo>
                  <a:lnTo>
                    <a:pt x="2178054" y="649416"/>
                  </a:lnTo>
                  <a:lnTo>
                    <a:pt x="2178062" y="649417"/>
                  </a:lnTo>
                  <a:lnTo>
                    <a:pt x="2178072" y="649417"/>
                  </a:lnTo>
                  <a:lnTo>
                    <a:pt x="2178079" y="649418"/>
                  </a:lnTo>
                  <a:lnTo>
                    <a:pt x="2178086" y="649416"/>
                  </a:lnTo>
                  <a:lnTo>
                    <a:pt x="2178093" y="649413"/>
                  </a:lnTo>
                  <a:lnTo>
                    <a:pt x="2178099" y="649412"/>
                  </a:lnTo>
                  <a:lnTo>
                    <a:pt x="2178109" y="649411"/>
                  </a:lnTo>
                  <a:lnTo>
                    <a:pt x="2178116" y="649410"/>
                  </a:lnTo>
                  <a:lnTo>
                    <a:pt x="2178121" y="649410"/>
                  </a:lnTo>
                  <a:lnTo>
                    <a:pt x="2178129" y="649413"/>
                  </a:lnTo>
                  <a:lnTo>
                    <a:pt x="2178135" y="649415"/>
                  </a:lnTo>
                  <a:lnTo>
                    <a:pt x="2178145" y="649415"/>
                  </a:lnTo>
                  <a:lnTo>
                    <a:pt x="2178159" y="649418"/>
                  </a:lnTo>
                  <a:lnTo>
                    <a:pt x="2178165" y="649419"/>
                  </a:lnTo>
                  <a:lnTo>
                    <a:pt x="2178172" y="649421"/>
                  </a:lnTo>
                  <a:lnTo>
                    <a:pt x="2178179" y="649424"/>
                  </a:lnTo>
                  <a:lnTo>
                    <a:pt x="2178185" y="649426"/>
                  </a:lnTo>
                  <a:lnTo>
                    <a:pt x="2178190" y="649428"/>
                  </a:lnTo>
                  <a:lnTo>
                    <a:pt x="2178198" y="649432"/>
                  </a:lnTo>
                  <a:lnTo>
                    <a:pt x="2178207" y="649433"/>
                  </a:lnTo>
                  <a:lnTo>
                    <a:pt x="2178216" y="649433"/>
                  </a:lnTo>
                  <a:lnTo>
                    <a:pt x="2178222" y="649433"/>
                  </a:lnTo>
                  <a:lnTo>
                    <a:pt x="2178226" y="649433"/>
                  </a:lnTo>
                  <a:lnTo>
                    <a:pt x="2178231" y="649434"/>
                  </a:lnTo>
                  <a:lnTo>
                    <a:pt x="2178250" y="649439"/>
                  </a:lnTo>
                  <a:lnTo>
                    <a:pt x="2178255" y="649443"/>
                  </a:lnTo>
                  <a:lnTo>
                    <a:pt x="2178261" y="649446"/>
                  </a:lnTo>
                  <a:lnTo>
                    <a:pt x="2178267" y="649449"/>
                  </a:lnTo>
                  <a:lnTo>
                    <a:pt x="2178278" y="649453"/>
                  </a:lnTo>
                  <a:lnTo>
                    <a:pt x="2178286" y="649458"/>
                  </a:lnTo>
                  <a:lnTo>
                    <a:pt x="2178292" y="649460"/>
                  </a:lnTo>
                  <a:lnTo>
                    <a:pt x="2178321" y="649460"/>
                  </a:lnTo>
                  <a:lnTo>
                    <a:pt x="2178328" y="649460"/>
                  </a:lnTo>
                  <a:lnTo>
                    <a:pt x="2178369" y="649462"/>
                  </a:lnTo>
                  <a:lnTo>
                    <a:pt x="2178377" y="649462"/>
                  </a:lnTo>
                  <a:lnTo>
                    <a:pt x="2178382" y="649461"/>
                  </a:lnTo>
                  <a:lnTo>
                    <a:pt x="2178394" y="649459"/>
                  </a:lnTo>
                  <a:lnTo>
                    <a:pt x="2178400" y="649457"/>
                  </a:lnTo>
                  <a:lnTo>
                    <a:pt x="2178406" y="649456"/>
                  </a:lnTo>
                  <a:lnTo>
                    <a:pt x="2178412" y="649456"/>
                  </a:lnTo>
                  <a:lnTo>
                    <a:pt x="2178419" y="649457"/>
                  </a:lnTo>
                  <a:lnTo>
                    <a:pt x="2178427" y="649456"/>
                  </a:lnTo>
                  <a:lnTo>
                    <a:pt x="2178470" y="649446"/>
                  </a:lnTo>
                  <a:lnTo>
                    <a:pt x="2178475" y="649446"/>
                  </a:lnTo>
                  <a:lnTo>
                    <a:pt x="2178480" y="649447"/>
                  </a:lnTo>
                  <a:lnTo>
                    <a:pt x="2178487" y="649447"/>
                  </a:lnTo>
                  <a:lnTo>
                    <a:pt x="2178504" y="649446"/>
                  </a:lnTo>
                  <a:lnTo>
                    <a:pt x="2178511" y="649446"/>
                  </a:lnTo>
                  <a:lnTo>
                    <a:pt x="2178519" y="649446"/>
                  </a:lnTo>
                  <a:lnTo>
                    <a:pt x="2178539" y="649448"/>
                  </a:lnTo>
                  <a:lnTo>
                    <a:pt x="2178547" y="649449"/>
                  </a:lnTo>
                  <a:lnTo>
                    <a:pt x="2178555" y="649450"/>
                  </a:lnTo>
                  <a:lnTo>
                    <a:pt x="2178562" y="649451"/>
                  </a:lnTo>
                  <a:lnTo>
                    <a:pt x="2178569" y="649453"/>
                  </a:lnTo>
                  <a:lnTo>
                    <a:pt x="2178576" y="649455"/>
                  </a:lnTo>
                  <a:lnTo>
                    <a:pt x="2178583" y="649458"/>
                  </a:lnTo>
                  <a:lnTo>
                    <a:pt x="2178591" y="649461"/>
                  </a:lnTo>
                  <a:lnTo>
                    <a:pt x="2178595" y="649463"/>
                  </a:lnTo>
                  <a:lnTo>
                    <a:pt x="2178600" y="649464"/>
                  </a:lnTo>
                  <a:lnTo>
                    <a:pt x="2178605" y="649465"/>
                  </a:lnTo>
                  <a:lnTo>
                    <a:pt x="2178615" y="649466"/>
                  </a:lnTo>
                  <a:lnTo>
                    <a:pt x="2178621" y="649467"/>
                  </a:lnTo>
                  <a:lnTo>
                    <a:pt x="2178627" y="649467"/>
                  </a:lnTo>
                  <a:lnTo>
                    <a:pt x="2178647" y="649466"/>
                  </a:lnTo>
                  <a:lnTo>
                    <a:pt x="2178653" y="649466"/>
                  </a:lnTo>
                  <a:lnTo>
                    <a:pt x="2178710" y="649468"/>
                  </a:lnTo>
                  <a:lnTo>
                    <a:pt x="2178716" y="649469"/>
                  </a:lnTo>
                  <a:lnTo>
                    <a:pt x="2178725" y="649470"/>
                  </a:lnTo>
                  <a:lnTo>
                    <a:pt x="2178731" y="649471"/>
                  </a:lnTo>
                  <a:lnTo>
                    <a:pt x="2178789" y="649462"/>
                  </a:lnTo>
                  <a:lnTo>
                    <a:pt x="2178826" y="649454"/>
                  </a:lnTo>
                  <a:lnTo>
                    <a:pt x="2178839" y="649451"/>
                  </a:lnTo>
                  <a:lnTo>
                    <a:pt x="2178851" y="649446"/>
                  </a:lnTo>
                  <a:lnTo>
                    <a:pt x="2178863" y="649441"/>
                  </a:lnTo>
                  <a:lnTo>
                    <a:pt x="2178929" y="649409"/>
                  </a:lnTo>
                  <a:lnTo>
                    <a:pt x="2178936" y="649405"/>
                  </a:lnTo>
                  <a:lnTo>
                    <a:pt x="2178955" y="649393"/>
                  </a:lnTo>
                  <a:lnTo>
                    <a:pt x="2178961" y="649389"/>
                  </a:lnTo>
                  <a:lnTo>
                    <a:pt x="2178968" y="649384"/>
                  </a:lnTo>
                  <a:lnTo>
                    <a:pt x="2178972" y="649379"/>
                  </a:lnTo>
                  <a:lnTo>
                    <a:pt x="2178975" y="649375"/>
                  </a:lnTo>
                  <a:lnTo>
                    <a:pt x="2178989" y="649351"/>
                  </a:lnTo>
                  <a:lnTo>
                    <a:pt x="2179012" y="649323"/>
                  </a:lnTo>
                  <a:lnTo>
                    <a:pt x="2179016" y="649318"/>
                  </a:lnTo>
                  <a:lnTo>
                    <a:pt x="2179023" y="649307"/>
                  </a:lnTo>
                  <a:lnTo>
                    <a:pt x="2179061" y="649238"/>
                  </a:lnTo>
                  <a:lnTo>
                    <a:pt x="2179063" y="649233"/>
                  </a:lnTo>
                  <a:lnTo>
                    <a:pt x="2179065" y="649225"/>
                  </a:lnTo>
                  <a:lnTo>
                    <a:pt x="2179069" y="649191"/>
                  </a:lnTo>
                  <a:lnTo>
                    <a:pt x="2179068" y="649186"/>
                  </a:lnTo>
                  <a:lnTo>
                    <a:pt x="2179067" y="649181"/>
                  </a:lnTo>
                  <a:lnTo>
                    <a:pt x="2179062" y="649172"/>
                  </a:lnTo>
                  <a:lnTo>
                    <a:pt x="2179055" y="649169"/>
                  </a:lnTo>
                  <a:lnTo>
                    <a:pt x="2179052" y="649173"/>
                  </a:lnTo>
                  <a:lnTo>
                    <a:pt x="2179049" y="649181"/>
                  </a:lnTo>
                  <a:lnTo>
                    <a:pt x="2179047" y="649185"/>
                  </a:lnTo>
                  <a:lnTo>
                    <a:pt x="2179043" y="649194"/>
                  </a:lnTo>
                  <a:lnTo>
                    <a:pt x="2179040" y="649204"/>
                  </a:lnTo>
                  <a:lnTo>
                    <a:pt x="2179033" y="649223"/>
                  </a:lnTo>
                  <a:lnTo>
                    <a:pt x="2179027" y="649234"/>
                  </a:lnTo>
                  <a:lnTo>
                    <a:pt x="2179024" y="649238"/>
                  </a:lnTo>
                  <a:lnTo>
                    <a:pt x="2179019" y="649239"/>
                  </a:lnTo>
                  <a:lnTo>
                    <a:pt x="2179014" y="649232"/>
                  </a:lnTo>
                  <a:lnTo>
                    <a:pt x="2179012" y="649224"/>
                  </a:lnTo>
                  <a:lnTo>
                    <a:pt x="2179012" y="649218"/>
                  </a:lnTo>
                  <a:lnTo>
                    <a:pt x="2179013" y="649187"/>
                  </a:lnTo>
                  <a:lnTo>
                    <a:pt x="2179013" y="649142"/>
                  </a:lnTo>
                  <a:lnTo>
                    <a:pt x="2179018" y="649137"/>
                  </a:lnTo>
                  <a:lnTo>
                    <a:pt x="2179023" y="649139"/>
                  </a:lnTo>
                  <a:lnTo>
                    <a:pt x="2179027" y="649143"/>
                  </a:lnTo>
                  <a:lnTo>
                    <a:pt x="2179030" y="649148"/>
                  </a:lnTo>
                  <a:lnTo>
                    <a:pt x="2179035" y="649157"/>
                  </a:lnTo>
                  <a:lnTo>
                    <a:pt x="2179039" y="649161"/>
                  </a:lnTo>
                  <a:lnTo>
                    <a:pt x="2179043" y="649147"/>
                  </a:lnTo>
                  <a:lnTo>
                    <a:pt x="2179020" y="649056"/>
                  </a:lnTo>
                  <a:lnTo>
                    <a:pt x="2179002" y="648954"/>
                  </a:lnTo>
                  <a:lnTo>
                    <a:pt x="2178986" y="648896"/>
                  </a:lnTo>
                  <a:lnTo>
                    <a:pt x="2178958" y="648776"/>
                  </a:lnTo>
                  <a:lnTo>
                    <a:pt x="2178955" y="648753"/>
                  </a:lnTo>
                  <a:lnTo>
                    <a:pt x="2178953" y="648736"/>
                  </a:lnTo>
                  <a:lnTo>
                    <a:pt x="2178956" y="648708"/>
                  </a:lnTo>
                  <a:lnTo>
                    <a:pt x="2178957" y="648693"/>
                  </a:lnTo>
                  <a:lnTo>
                    <a:pt x="2178957" y="648687"/>
                  </a:lnTo>
                  <a:lnTo>
                    <a:pt x="2178955" y="648666"/>
                  </a:lnTo>
                  <a:lnTo>
                    <a:pt x="2178954" y="648650"/>
                  </a:lnTo>
                  <a:lnTo>
                    <a:pt x="2178952" y="648637"/>
                  </a:lnTo>
                  <a:lnTo>
                    <a:pt x="2178953" y="648632"/>
                  </a:lnTo>
                  <a:lnTo>
                    <a:pt x="2178950" y="648628"/>
                  </a:lnTo>
                  <a:lnTo>
                    <a:pt x="2178944" y="648627"/>
                  </a:lnTo>
                  <a:lnTo>
                    <a:pt x="2178939" y="648626"/>
                  </a:lnTo>
                  <a:lnTo>
                    <a:pt x="2178933" y="648624"/>
                  </a:lnTo>
                  <a:lnTo>
                    <a:pt x="2178927" y="648618"/>
                  </a:lnTo>
                  <a:lnTo>
                    <a:pt x="2178921" y="648615"/>
                  </a:lnTo>
                  <a:lnTo>
                    <a:pt x="2178911" y="648619"/>
                  </a:lnTo>
                  <a:lnTo>
                    <a:pt x="2178907" y="648622"/>
                  </a:lnTo>
                  <a:lnTo>
                    <a:pt x="2178903" y="648626"/>
                  </a:lnTo>
                  <a:lnTo>
                    <a:pt x="2178901" y="648631"/>
                  </a:lnTo>
                  <a:lnTo>
                    <a:pt x="2178900" y="648639"/>
                  </a:lnTo>
                  <a:lnTo>
                    <a:pt x="2178898" y="648644"/>
                  </a:lnTo>
                  <a:lnTo>
                    <a:pt x="2178895" y="648650"/>
                  </a:lnTo>
                  <a:lnTo>
                    <a:pt x="2178891" y="648656"/>
                  </a:lnTo>
                  <a:lnTo>
                    <a:pt x="2178886" y="648660"/>
                  </a:lnTo>
                  <a:lnTo>
                    <a:pt x="2178882" y="648662"/>
                  </a:lnTo>
                  <a:lnTo>
                    <a:pt x="2178876" y="648660"/>
                  </a:lnTo>
                  <a:lnTo>
                    <a:pt x="2178871" y="648656"/>
                  </a:lnTo>
                  <a:lnTo>
                    <a:pt x="2178868" y="648652"/>
                  </a:lnTo>
                  <a:lnTo>
                    <a:pt x="2178863" y="648639"/>
                  </a:lnTo>
                  <a:lnTo>
                    <a:pt x="2178857" y="648630"/>
                  </a:lnTo>
                  <a:lnTo>
                    <a:pt x="2178853" y="648603"/>
                  </a:lnTo>
                  <a:lnTo>
                    <a:pt x="2178853" y="648594"/>
                  </a:lnTo>
                  <a:lnTo>
                    <a:pt x="2178853" y="648586"/>
                  </a:lnTo>
                  <a:lnTo>
                    <a:pt x="2178852" y="648578"/>
                  </a:lnTo>
                  <a:lnTo>
                    <a:pt x="2178844" y="648560"/>
                  </a:lnTo>
                  <a:lnTo>
                    <a:pt x="2178839" y="648553"/>
                  </a:lnTo>
                  <a:lnTo>
                    <a:pt x="2178833" y="648545"/>
                  </a:lnTo>
                  <a:lnTo>
                    <a:pt x="2178831" y="648539"/>
                  </a:lnTo>
                  <a:lnTo>
                    <a:pt x="2178828" y="648531"/>
                  </a:lnTo>
                  <a:lnTo>
                    <a:pt x="2178822" y="648511"/>
                  </a:lnTo>
                  <a:lnTo>
                    <a:pt x="2178819" y="648501"/>
                  </a:lnTo>
                  <a:lnTo>
                    <a:pt x="2178814" y="648487"/>
                  </a:lnTo>
                  <a:lnTo>
                    <a:pt x="2178805" y="648470"/>
                  </a:lnTo>
                  <a:lnTo>
                    <a:pt x="2178803" y="648464"/>
                  </a:lnTo>
                  <a:lnTo>
                    <a:pt x="2178803" y="648459"/>
                  </a:lnTo>
                  <a:lnTo>
                    <a:pt x="2178804" y="648452"/>
                  </a:lnTo>
                  <a:lnTo>
                    <a:pt x="2178805" y="648446"/>
                  </a:lnTo>
                  <a:lnTo>
                    <a:pt x="2178802" y="648435"/>
                  </a:lnTo>
                  <a:lnTo>
                    <a:pt x="2178797" y="648395"/>
                  </a:lnTo>
                  <a:lnTo>
                    <a:pt x="2178794" y="648382"/>
                  </a:lnTo>
                  <a:lnTo>
                    <a:pt x="2178793" y="648352"/>
                  </a:lnTo>
                  <a:lnTo>
                    <a:pt x="2178783" y="648243"/>
                  </a:lnTo>
                  <a:lnTo>
                    <a:pt x="2178783" y="648082"/>
                  </a:lnTo>
                  <a:lnTo>
                    <a:pt x="2178785" y="648062"/>
                  </a:lnTo>
                  <a:lnTo>
                    <a:pt x="2178786" y="648043"/>
                  </a:lnTo>
                  <a:lnTo>
                    <a:pt x="2178787" y="648037"/>
                  </a:lnTo>
                  <a:lnTo>
                    <a:pt x="2178795" y="648002"/>
                  </a:lnTo>
                  <a:lnTo>
                    <a:pt x="2178796" y="647996"/>
                  </a:lnTo>
                  <a:lnTo>
                    <a:pt x="2178789" y="647986"/>
                  </a:lnTo>
                  <a:lnTo>
                    <a:pt x="2178786" y="647982"/>
                  </a:lnTo>
                  <a:lnTo>
                    <a:pt x="2178782" y="647973"/>
                  </a:lnTo>
                  <a:lnTo>
                    <a:pt x="2178781" y="647965"/>
                  </a:lnTo>
                  <a:lnTo>
                    <a:pt x="2178782" y="647953"/>
                  </a:lnTo>
                  <a:lnTo>
                    <a:pt x="2178783" y="647932"/>
                  </a:lnTo>
                  <a:lnTo>
                    <a:pt x="2178782" y="647893"/>
                  </a:lnTo>
                  <a:lnTo>
                    <a:pt x="2178779" y="647857"/>
                  </a:lnTo>
                  <a:lnTo>
                    <a:pt x="2178778" y="647851"/>
                  </a:lnTo>
                  <a:lnTo>
                    <a:pt x="2178770" y="647819"/>
                  </a:lnTo>
                  <a:lnTo>
                    <a:pt x="2178767" y="647813"/>
                  </a:lnTo>
                  <a:lnTo>
                    <a:pt x="2178751" y="647781"/>
                  </a:lnTo>
                  <a:lnTo>
                    <a:pt x="2178741" y="647754"/>
                  </a:lnTo>
                  <a:lnTo>
                    <a:pt x="2178746" y="647742"/>
                  </a:lnTo>
                  <a:lnTo>
                    <a:pt x="2178746" y="647730"/>
                  </a:lnTo>
                  <a:lnTo>
                    <a:pt x="2178747" y="647725"/>
                  </a:lnTo>
                  <a:lnTo>
                    <a:pt x="2178750" y="647719"/>
                  </a:lnTo>
                  <a:lnTo>
                    <a:pt x="2178754" y="647714"/>
                  </a:lnTo>
                  <a:lnTo>
                    <a:pt x="2178757" y="647711"/>
                  </a:lnTo>
                  <a:lnTo>
                    <a:pt x="2178762" y="647707"/>
                  </a:lnTo>
                  <a:lnTo>
                    <a:pt x="2178765" y="647701"/>
                  </a:lnTo>
                  <a:lnTo>
                    <a:pt x="2178768" y="647692"/>
                  </a:lnTo>
                  <a:lnTo>
                    <a:pt x="2178769" y="647685"/>
                  </a:lnTo>
                  <a:lnTo>
                    <a:pt x="2178770" y="647678"/>
                  </a:lnTo>
                  <a:lnTo>
                    <a:pt x="2178769" y="647673"/>
                  </a:lnTo>
                  <a:lnTo>
                    <a:pt x="2178767" y="647668"/>
                  </a:lnTo>
                  <a:lnTo>
                    <a:pt x="2178764" y="647661"/>
                  </a:lnTo>
                  <a:lnTo>
                    <a:pt x="2178761" y="647657"/>
                  </a:lnTo>
                  <a:lnTo>
                    <a:pt x="2178756" y="647653"/>
                  </a:lnTo>
                  <a:lnTo>
                    <a:pt x="2178750" y="647651"/>
                  </a:lnTo>
                  <a:lnTo>
                    <a:pt x="2178744" y="647649"/>
                  </a:lnTo>
                  <a:lnTo>
                    <a:pt x="2178675" y="647631"/>
                  </a:lnTo>
                  <a:lnTo>
                    <a:pt x="2178666" y="647628"/>
                  </a:lnTo>
                  <a:lnTo>
                    <a:pt x="2178661" y="647630"/>
                  </a:lnTo>
                  <a:lnTo>
                    <a:pt x="2178657" y="647637"/>
                  </a:lnTo>
                  <a:lnTo>
                    <a:pt x="2178651" y="647647"/>
                  </a:lnTo>
                  <a:lnTo>
                    <a:pt x="2178645" y="647653"/>
                  </a:lnTo>
                  <a:lnTo>
                    <a:pt x="2178641" y="647656"/>
                  </a:lnTo>
                  <a:lnTo>
                    <a:pt x="2178635" y="647658"/>
                  </a:lnTo>
                  <a:lnTo>
                    <a:pt x="2178629" y="647654"/>
                  </a:lnTo>
                  <a:lnTo>
                    <a:pt x="2178626" y="647650"/>
                  </a:lnTo>
                  <a:lnTo>
                    <a:pt x="2178623" y="647645"/>
                  </a:lnTo>
                  <a:lnTo>
                    <a:pt x="2178627" y="647641"/>
                  </a:lnTo>
                  <a:lnTo>
                    <a:pt x="2178631" y="647637"/>
                  </a:lnTo>
                  <a:lnTo>
                    <a:pt x="2178630" y="647627"/>
                  </a:lnTo>
                  <a:lnTo>
                    <a:pt x="2178619" y="647618"/>
                  </a:lnTo>
                  <a:lnTo>
                    <a:pt x="2178614" y="647610"/>
                  </a:lnTo>
                  <a:lnTo>
                    <a:pt x="2178618" y="647595"/>
                  </a:lnTo>
                  <a:lnTo>
                    <a:pt x="2178625" y="647592"/>
                  </a:lnTo>
                  <a:lnTo>
                    <a:pt x="2178624" y="647585"/>
                  </a:lnTo>
                  <a:lnTo>
                    <a:pt x="2178617" y="647577"/>
                  </a:lnTo>
                  <a:lnTo>
                    <a:pt x="2178615" y="647571"/>
                  </a:lnTo>
                  <a:lnTo>
                    <a:pt x="2178615" y="647557"/>
                  </a:lnTo>
                  <a:lnTo>
                    <a:pt x="2178612" y="647543"/>
                  </a:lnTo>
                  <a:lnTo>
                    <a:pt x="2178613" y="647529"/>
                  </a:lnTo>
                  <a:lnTo>
                    <a:pt x="2178616" y="647516"/>
                  </a:lnTo>
                  <a:lnTo>
                    <a:pt x="2178619" y="647506"/>
                  </a:lnTo>
                  <a:lnTo>
                    <a:pt x="2178621" y="647496"/>
                  </a:lnTo>
                  <a:lnTo>
                    <a:pt x="2178632" y="647481"/>
                  </a:lnTo>
                  <a:lnTo>
                    <a:pt x="2178635" y="647477"/>
                  </a:lnTo>
                  <a:lnTo>
                    <a:pt x="2178632" y="647472"/>
                  </a:lnTo>
                  <a:lnTo>
                    <a:pt x="2178624" y="647460"/>
                  </a:lnTo>
                  <a:lnTo>
                    <a:pt x="2178617" y="647453"/>
                  </a:lnTo>
                  <a:lnTo>
                    <a:pt x="2178616" y="647458"/>
                  </a:lnTo>
                  <a:lnTo>
                    <a:pt x="2178619" y="647468"/>
                  </a:lnTo>
                  <a:lnTo>
                    <a:pt x="2178624" y="647474"/>
                  </a:lnTo>
                  <a:lnTo>
                    <a:pt x="2178606" y="647492"/>
                  </a:lnTo>
                  <a:lnTo>
                    <a:pt x="2178596" y="647502"/>
                  </a:lnTo>
                  <a:lnTo>
                    <a:pt x="2178577" y="647513"/>
                  </a:lnTo>
                  <a:lnTo>
                    <a:pt x="2178567" y="647520"/>
                  </a:lnTo>
                  <a:lnTo>
                    <a:pt x="2178561" y="647524"/>
                  </a:lnTo>
                  <a:lnTo>
                    <a:pt x="2178557" y="647527"/>
                  </a:lnTo>
                  <a:lnTo>
                    <a:pt x="2178551" y="647531"/>
                  </a:lnTo>
                  <a:lnTo>
                    <a:pt x="2178545" y="647533"/>
                  </a:lnTo>
                  <a:lnTo>
                    <a:pt x="2178540" y="647534"/>
                  </a:lnTo>
                  <a:lnTo>
                    <a:pt x="2178533" y="647535"/>
                  </a:lnTo>
                  <a:lnTo>
                    <a:pt x="2178522" y="647540"/>
                  </a:lnTo>
                  <a:lnTo>
                    <a:pt x="2178517" y="647543"/>
                  </a:lnTo>
                  <a:lnTo>
                    <a:pt x="2178509" y="647554"/>
                  </a:lnTo>
                  <a:lnTo>
                    <a:pt x="2178508" y="647559"/>
                  </a:lnTo>
                  <a:lnTo>
                    <a:pt x="2178513" y="647563"/>
                  </a:lnTo>
                  <a:lnTo>
                    <a:pt x="2178520" y="647563"/>
                  </a:lnTo>
                  <a:lnTo>
                    <a:pt x="2178530" y="647561"/>
                  </a:lnTo>
                  <a:lnTo>
                    <a:pt x="2178534" y="647565"/>
                  </a:lnTo>
                  <a:lnTo>
                    <a:pt x="2178524" y="647574"/>
                  </a:lnTo>
                  <a:lnTo>
                    <a:pt x="2178508" y="647596"/>
                  </a:lnTo>
                  <a:lnTo>
                    <a:pt x="2178497" y="647614"/>
                  </a:lnTo>
                  <a:lnTo>
                    <a:pt x="2178482" y="647630"/>
                  </a:lnTo>
                  <a:lnTo>
                    <a:pt x="2178476" y="647633"/>
                  </a:lnTo>
                  <a:lnTo>
                    <a:pt x="2178468" y="647634"/>
                  </a:lnTo>
                  <a:lnTo>
                    <a:pt x="2178457" y="647635"/>
                  </a:lnTo>
                  <a:lnTo>
                    <a:pt x="2178445" y="647641"/>
                  </a:lnTo>
                  <a:lnTo>
                    <a:pt x="2178425" y="647650"/>
                  </a:lnTo>
                  <a:lnTo>
                    <a:pt x="2178391" y="647679"/>
                  </a:lnTo>
                  <a:lnTo>
                    <a:pt x="2178381" y="647688"/>
                  </a:lnTo>
                  <a:lnTo>
                    <a:pt x="2178370" y="647702"/>
                  </a:lnTo>
                  <a:lnTo>
                    <a:pt x="2178358" y="647712"/>
                  </a:lnTo>
                  <a:lnTo>
                    <a:pt x="2178355" y="647715"/>
                  </a:lnTo>
                  <a:lnTo>
                    <a:pt x="2178348" y="647721"/>
                  </a:lnTo>
                  <a:lnTo>
                    <a:pt x="2178323" y="647742"/>
                  </a:lnTo>
                  <a:lnTo>
                    <a:pt x="2178312" y="647752"/>
                  </a:lnTo>
                  <a:lnTo>
                    <a:pt x="2178294" y="647766"/>
                  </a:lnTo>
                  <a:lnTo>
                    <a:pt x="2178274" y="647783"/>
                  </a:lnTo>
                  <a:lnTo>
                    <a:pt x="2178231" y="647827"/>
                  </a:lnTo>
                  <a:lnTo>
                    <a:pt x="2178206" y="647845"/>
                  </a:lnTo>
                  <a:lnTo>
                    <a:pt x="2178174" y="647873"/>
                  </a:lnTo>
                  <a:lnTo>
                    <a:pt x="2178148" y="647901"/>
                  </a:lnTo>
                  <a:lnTo>
                    <a:pt x="2178113" y="647931"/>
                  </a:lnTo>
                  <a:lnTo>
                    <a:pt x="2178078" y="647959"/>
                  </a:lnTo>
                  <a:lnTo>
                    <a:pt x="2178064" y="647969"/>
                  </a:lnTo>
                  <a:lnTo>
                    <a:pt x="2178040" y="647987"/>
                  </a:lnTo>
                  <a:lnTo>
                    <a:pt x="2178005" y="648017"/>
                  </a:lnTo>
                  <a:lnTo>
                    <a:pt x="2177953" y="648066"/>
                  </a:lnTo>
                  <a:lnTo>
                    <a:pt x="2177942" y="648090"/>
                  </a:lnTo>
                  <a:lnTo>
                    <a:pt x="2177932" y="648100"/>
                  </a:lnTo>
                  <a:lnTo>
                    <a:pt x="2177925" y="648108"/>
                  </a:lnTo>
                  <a:lnTo>
                    <a:pt x="2177908" y="648124"/>
                  </a:lnTo>
                  <a:lnTo>
                    <a:pt x="2177879" y="648155"/>
                  </a:lnTo>
                  <a:lnTo>
                    <a:pt x="2177856" y="648169"/>
                  </a:lnTo>
                  <a:lnTo>
                    <a:pt x="2177821" y="648197"/>
                  </a:lnTo>
                  <a:lnTo>
                    <a:pt x="2177780" y="648225"/>
                  </a:lnTo>
                  <a:lnTo>
                    <a:pt x="2177746" y="648255"/>
                  </a:lnTo>
                  <a:lnTo>
                    <a:pt x="2177710" y="648296"/>
                  </a:lnTo>
                  <a:lnTo>
                    <a:pt x="2177677" y="648352"/>
                  </a:lnTo>
                  <a:lnTo>
                    <a:pt x="2177663" y="648390"/>
                  </a:lnTo>
                  <a:lnTo>
                    <a:pt x="2177664" y="648420"/>
                  </a:lnTo>
                  <a:lnTo>
                    <a:pt x="2177660" y="648428"/>
                  </a:lnTo>
                  <a:lnTo>
                    <a:pt x="2177659" y="648439"/>
                  </a:lnTo>
                  <a:lnTo>
                    <a:pt x="2177657" y="648449"/>
                  </a:lnTo>
                  <a:lnTo>
                    <a:pt x="2177655" y="648457"/>
                  </a:lnTo>
                  <a:lnTo>
                    <a:pt x="2177663" y="648459"/>
                  </a:lnTo>
                  <a:lnTo>
                    <a:pt x="2177673" y="648450"/>
                  </a:lnTo>
                  <a:lnTo>
                    <a:pt x="2177679" y="648431"/>
                  </a:lnTo>
                  <a:lnTo>
                    <a:pt x="2177685" y="648425"/>
                  </a:lnTo>
                  <a:lnTo>
                    <a:pt x="2177692" y="648428"/>
                  </a:lnTo>
                  <a:lnTo>
                    <a:pt x="2177691" y="648439"/>
                  </a:lnTo>
                  <a:lnTo>
                    <a:pt x="2177691" y="648451"/>
                  </a:lnTo>
                  <a:lnTo>
                    <a:pt x="2177690" y="648467"/>
                  </a:lnTo>
                  <a:lnTo>
                    <a:pt x="2177689" y="648472"/>
                  </a:lnTo>
                  <a:lnTo>
                    <a:pt x="2177683" y="648504"/>
                  </a:lnTo>
                  <a:lnTo>
                    <a:pt x="2177674" y="648534"/>
                  </a:lnTo>
                  <a:lnTo>
                    <a:pt x="2177670" y="648551"/>
                  </a:lnTo>
                  <a:lnTo>
                    <a:pt x="2177667" y="648556"/>
                  </a:lnTo>
                  <a:lnTo>
                    <a:pt x="2177659" y="648556"/>
                  </a:lnTo>
                  <a:lnTo>
                    <a:pt x="2177646" y="648559"/>
                  </a:lnTo>
                  <a:lnTo>
                    <a:pt x="2177643" y="648567"/>
                  </a:lnTo>
                  <a:lnTo>
                    <a:pt x="2177643" y="648577"/>
                  </a:lnTo>
                  <a:lnTo>
                    <a:pt x="2177642" y="648590"/>
                  </a:lnTo>
                  <a:lnTo>
                    <a:pt x="2177638" y="648605"/>
                  </a:lnTo>
                  <a:lnTo>
                    <a:pt x="2177634" y="648624"/>
                  </a:lnTo>
                  <a:lnTo>
                    <a:pt x="2177632" y="648638"/>
                  </a:lnTo>
                  <a:lnTo>
                    <a:pt x="2177628" y="648648"/>
                  </a:lnTo>
                  <a:lnTo>
                    <a:pt x="2177632" y="648652"/>
                  </a:lnTo>
                  <a:lnTo>
                    <a:pt x="2177638" y="648657"/>
                  </a:lnTo>
                  <a:lnTo>
                    <a:pt x="2177634" y="648675"/>
                  </a:lnTo>
                  <a:lnTo>
                    <a:pt x="2177627" y="648690"/>
                  </a:lnTo>
                  <a:lnTo>
                    <a:pt x="2177618" y="648708"/>
                  </a:lnTo>
                  <a:lnTo>
                    <a:pt x="2177613" y="648717"/>
                  </a:lnTo>
                  <a:lnTo>
                    <a:pt x="2177606" y="648731"/>
                  </a:lnTo>
                  <a:lnTo>
                    <a:pt x="2177597" y="648754"/>
                  </a:lnTo>
                  <a:lnTo>
                    <a:pt x="2177590" y="648777"/>
                  </a:lnTo>
                  <a:lnTo>
                    <a:pt x="2177588" y="648787"/>
                  </a:lnTo>
                  <a:lnTo>
                    <a:pt x="2177579" y="648826"/>
                  </a:lnTo>
                  <a:lnTo>
                    <a:pt x="2177570" y="648844"/>
                  </a:lnTo>
                  <a:lnTo>
                    <a:pt x="2177563" y="648851"/>
                  </a:lnTo>
                  <a:lnTo>
                    <a:pt x="2177556" y="648863"/>
                  </a:lnTo>
                  <a:lnTo>
                    <a:pt x="2177552" y="648872"/>
                  </a:lnTo>
                  <a:lnTo>
                    <a:pt x="2177539" y="648896"/>
                  </a:lnTo>
                  <a:lnTo>
                    <a:pt x="2177534" y="648908"/>
                  </a:lnTo>
                  <a:lnTo>
                    <a:pt x="2177520" y="648936"/>
                  </a:lnTo>
                  <a:lnTo>
                    <a:pt x="2177502" y="648965"/>
                  </a:lnTo>
                  <a:lnTo>
                    <a:pt x="2177477" y="648996"/>
                  </a:lnTo>
                  <a:lnTo>
                    <a:pt x="2177468" y="649011"/>
                  </a:lnTo>
                  <a:lnTo>
                    <a:pt x="2177452" y="649032"/>
                  </a:lnTo>
                  <a:lnTo>
                    <a:pt x="2177443" y="649052"/>
                  </a:lnTo>
                  <a:lnTo>
                    <a:pt x="2177439" y="649059"/>
                  </a:lnTo>
                  <a:lnTo>
                    <a:pt x="2177431" y="649068"/>
                  </a:lnTo>
                  <a:lnTo>
                    <a:pt x="2177425" y="649075"/>
                  </a:lnTo>
                  <a:lnTo>
                    <a:pt x="2177416" y="649085"/>
                  </a:lnTo>
                  <a:lnTo>
                    <a:pt x="2177409" y="649091"/>
                  </a:lnTo>
                  <a:lnTo>
                    <a:pt x="2177371" y="649122"/>
                  </a:lnTo>
                  <a:lnTo>
                    <a:pt x="2177321" y="649152"/>
                  </a:lnTo>
                  <a:lnTo>
                    <a:pt x="2177286" y="649165"/>
                  </a:lnTo>
                  <a:lnTo>
                    <a:pt x="2177264" y="649166"/>
                  </a:lnTo>
                  <a:lnTo>
                    <a:pt x="2177231" y="649156"/>
                  </a:lnTo>
                  <a:lnTo>
                    <a:pt x="2177195" y="649136"/>
                  </a:lnTo>
                  <a:lnTo>
                    <a:pt x="2177190" y="649132"/>
                  </a:lnTo>
                  <a:lnTo>
                    <a:pt x="2177185" y="649126"/>
                  </a:lnTo>
                  <a:lnTo>
                    <a:pt x="2177183" y="649120"/>
                  </a:lnTo>
                  <a:lnTo>
                    <a:pt x="2177182" y="649113"/>
                  </a:lnTo>
                  <a:lnTo>
                    <a:pt x="2177180" y="649105"/>
                  </a:lnTo>
                  <a:lnTo>
                    <a:pt x="2177176" y="649101"/>
                  </a:lnTo>
                  <a:lnTo>
                    <a:pt x="2177160" y="649092"/>
                  </a:lnTo>
                  <a:lnTo>
                    <a:pt x="2177126" y="649081"/>
                  </a:lnTo>
                  <a:lnTo>
                    <a:pt x="2177105" y="649076"/>
                  </a:lnTo>
                  <a:lnTo>
                    <a:pt x="2177078" y="649077"/>
                  </a:lnTo>
                  <a:lnTo>
                    <a:pt x="2177069" y="649078"/>
                  </a:lnTo>
                  <a:lnTo>
                    <a:pt x="2177064" y="649078"/>
                  </a:lnTo>
                  <a:lnTo>
                    <a:pt x="2177019" y="649075"/>
                  </a:lnTo>
                  <a:lnTo>
                    <a:pt x="2176919" y="649062"/>
                  </a:lnTo>
                  <a:lnTo>
                    <a:pt x="2176878" y="649052"/>
                  </a:lnTo>
                  <a:lnTo>
                    <a:pt x="2176861" y="649040"/>
                  </a:lnTo>
                  <a:lnTo>
                    <a:pt x="2176849" y="649033"/>
                  </a:lnTo>
                  <a:lnTo>
                    <a:pt x="2176833" y="649028"/>
                  </a:lnTo>
                  <a:lnTo>
                    <a:pt x="2176798" y="649022"/>
                  </a:lnTo>
                  <a:lnTo>
                    <a:pt x="2176767" y="649019"/>
                  </a:lnTo>
                  <a:lnTo>
                    <a:pt x="2176726" y="649017"/>
                  </a:lnTo>
                  <a:lnTo>
                    <a:pt x="2176677" y="649025"/>
                  </a:lnTo>
                  <a:lnTo>
                    <a:pt x="2176665" y="649025"/>
                  </a:lnTo>
                  <a:lnTo>
                    <a:pt x="2176625" y="649024"/>
                  </a:lnTo>
                  <a:lnTo>
                    <a:pt x="2176596" y="649025"/>
                  </a:lnTo>
                  <a:lnTo>
                    <a:pt x="2176548" y="649036"/>
                  </a:lnTo>
                  <a:lnTo>
                    <a:pt x="2176533" y="649040"/>
                  </a:lnTo>
                  <a:lnTo>
                    <a:pt x="2176520" y="649043"/>
                  </a:lnTo>
                  <a:lnTo>
                    <a:pt x="2176475" y="649053"/>
                  </a:lnTo>
                  <a:lnTo>
                    <a:pt x="2176426" y="649067"/>
                  </a:lnTo>
                  <a:lnTo>
                    <a:pt x="2176415" y="649073"/>
                  </a:lnTo>
                  <a:lnTo>
                    <a:pt x="2176403" y="649080"/>
                  </a:lnTo>
                  <a:lnTo>
                    <a:pt x="2176398" y="649087"/>
                  </a:lnTo>
                  <a:lnTo>
                    <a:pt x="2176394" y="649094"/>
                  </a:lnTo>
                  <a:lnTo>
                    <a:pt x="2176389" y="649101"/>
                  </a:lnTo>
                  <a:lnTo>
                    <a:pt x="2176393" y="649108"/>
                  </a:lnTo>
                  <a:lnTo>
                    <a:pt x="2176397" y="649113"/>
                  </a:lnTo>
                  <a:lnTo>
                    <a:pt x="2176399" y="649120"/>
                  </a:lnTo>
                  <a:lnTo>
                    <a:pt x="2176399" y="649128"/>
                  </a:lnTo>
                  <a:lnTo>
                    <a:pt x="2176396" y="649139"/>
                  </a:lnTo>
                  <a:lnTo>
                    <a:pt x="2176388" y="649156"/>
                  </a:lnTo>
                  <a:lnTo>
                    <a:pt x="2176385" y="649167"/>
                  </a:lnTo>
                  <a:lnTo>
                    <a:pt x="2176380" y="649174"/>
                  </a:lnTo>
                  <a:lnTo>
                    <a:pt x="2176373" y="649184"/>
                  </a:lnTo>
                  <a:lnTo>
                    <a:pt x="2176372" y="649192"/>
                  </a:lnTo>
                  <a:lnTo>
                    <a:pt x="2176376" y="649200"/>
                  </a:lnTo>
                  <a:lnTo>
                    <a:pt x="2176381" y="649208"/>
                  </a:lnTo>
                  <a:lnTo>
                    <a:pt x="2176385" y="649212"/>
                  </a:lnTo>
                  <a:lnTo>
                    <a:pt x="2176388" y="649220"/>
                  </a:lnTo>
                  <a:lnTo>
                    <a:pt x="2176387" y="649229"/>
                  </a:lnTo>
                  <a:lnTo>
                    <a:pt x="2176389" y="649238"/>
                  </a:lnTo>
                  <a:lnTo>
                    <a:pt x="2176388" y="649261"/>
                  </a:lnTo>
                  <a:lnTo>
                    <a:pt x="2176384" y="649271"/>
                  </a:lnTo>
                  <a:lnTo>
                    <a:pt x="2176380" y="649276"/>
                  </a:lnTo>
                  <a:lnTo>
                    <a:pt x="2176375" y="649282"/>
                  </a:lnTo>
                  <a:lnTo>
                    <a:pt x="2176367" y="649291"/>
                  </a:lnTo>
                  <a:lnTo>
                    <a:pt x="2176358" y="649305"/>
                  </a:lnTo>
                  <a:lnTo>
                    <a:pt x="2176355" y="649310"/>
                  </a:lnTo>
                  <a:lnTo>
                    <a:pt x="2176346" y="649316"/>
                  </a:lnTo>
                  <a:lnTo>
                    <a:pt x="2176336" y="649323"/>
                  </a:lnTo>
                  <a:lnTo>
                    <a:pt x="2176330" y="649327"/>
                  </a:lnTo>
                  <a:lnTo>
                    <a:pt x="2176324" y="649332"/>
                  </a:lnTo>
                  <a:lnTo>
                    <a:pt x="2176307" y="649345"/>
                  </a:lnTo>
                  <a:lnTo>
                    <a:pt x="2176302" y="649351"/>
                  </a:lnTo>
                  <a:lnTo>
                    <a:pt x="2176286" y="649363"/>
                  </a:lnTo>
                  <a:lnTo>
                    <a:pt x="2176280" y="649368"/>
                  </a:lnTo>
                  <a:lnTo>
                    <a:pt x="2176276" y="649371"/>
                  </a:lnTo>
                  <a:lnTo>
                    <a:pt x="2176270" y="649380"/>
                  </a:lnTo>
                  <a:lnTo>
                    <a:pt x="2176263" y="649391"/>
                  </a:lnTo>
                  <a:lnTo>
                    <a:pt x="2176260" y="649402"/>
                  </a:lnTo>
                  <a:lnTo>
                    <a:pt x="2176252" y="649412"/>
                  </a:lnTo>
                  <a:lnTo>
                    <a:pt x="2176246" y="649421"/>
                  </a:lnTo>
                  <a:lnTo>
                    <a:pt x="2176232" y="649447"/>
                  </a:lnTo>
                  <a:lnTo>
                    <a:pt x="2176229" y="649454"/>
                  </a:lnTo>
                  <a:lnTo>
                    <a:pt x="2176209" y="649497"/>
                  </a:lnTo>
                  <a:lnTo>
                    <a:pt x="2176204" y="649506"/>
                  </a:lnTo>
                  <a:lnTo>
                    <a:pt x="2176201" y="649517"/>
                  </a:lnTo>
                  <a:lnTo>
                    <a:pt x="2176200" y="649522"/>
                  </a:lnTo>
                  <a:lnTo>
                    <a:pt x="2176198" y="649528"/>
                  </a:lnTo>
                  <a:lnTo>
                    <a:pt x="2176196" y="649534"/>
                  </a:lnTo>
                  <a:lnTo>
                    <a:pt x="2176193" y="649539"/>
                  </a:lnTo>
                  <a:lnTo>
                    <a:pt x="2176190" y="649543"/>
                  </a:lnTo>
                  <a:lnTo>
                    <a:pt x="2176161" y="649582"/>
                  </a:lnTo>
                  <a:lnTo>
                    <a:pt x="2176156" y="649588"/>
                  </a:lnTo>
                  <a:lnTo>
                    <a:pt x="2176152" y="649593"/>
                  </a:lnTo>
                  <a:lnTo>
                    <a:pt x="2176147" y="649597"/>
                  </a:lnTo>
                  <a:lnTo>
                    <a:pt x="2176140" y="649604"/>
                  </a:lnTo>
                  <a:lnTo>
                    <a:pt x="2176135" y="649610"/>
                  </a:lnTo>
                  <a:lnTo>
                    <a:pt x="2176131" y="649621"/>
                  </a:lnTo>
                  <a:lnTo>
                    <a:pt x="2176128" y="649626"/>
                  </a:lnTo>
                  <a:lnTo>
                    <a:pt x="2176117" y="649639"/>
                  </a:lnTo>
                  <a:lnTo>
                    <a:pt x="2176114" y="649643"/>
                  </a:lnTo>
                  <a:lnTo>
                    <a:pt x="2176101" y="649673"/>
                  </a:lnTo>
                  <a:lnTo>
                    <a:pt x="2176080" y="649714"/>
                  </a:lnTo>
                  <a:lnTo>
                    <a:pt x="2176072" y="649727"/>
                  </a:lnTo>
                  <a:lnTo>
                    <a:pt x="2176048" y="649762"/>
                  </a:lnTo>
                  <a:lnTo>
                    <a:pt x="2176043" y="649766"/>
                  </a:lnTo>
                  <a:lnTo>
                    <a:pt x="2176038" y="649768"/>
                  </a:lnTo>
                  <a:lnTo>
                    <a:pt x="2176021" y="649779"/>
                  </a:lnTo>
                  <a:lnTo>
                    <a:pt x="2176014" y="649784"/>
                  </a:lnTo>
                  <a:lnTo>
                    <a:pt x="2176009" y="649788"/>
                  </a:lnTo>
                  <a:lnTo>
                    <a:pt x="2176005" y="649791"/>
                  </a:lnTo>
                  <a:lnTo>
                    <a:pt x="2176001" y="649795"/>
                  </a:lnTo>
                  <a:lnTo>
                    <a:pt x="2175996" y="649801"/>
                  </a:lnTo>
                  <a:lnTo>
                    <a:pt x="2175992" y="649806"/>
                  </a:lnTo>
                  <a:lnTo>
                    <a:pt x="2175987" y="649815"/>
                  </a:lnTo>
                  <a:lnTo>
                    <a:pt x="2175980" y="649820"/>
                  </a:lnTo>
                  <a:lnTo>
                    <a:pt x="2175977" y="649826"/>
                  </a:lnTo>
                  <a:lnTo>
                    <a:pt x="2175976" y="649833"/>
                  </a:lnTo>
                  <a:lnTo>
                    <a:pt x="2175978" y="649842"/>
                  </a:lnTo>
                  <a:lnTo>
                    <a:pt x="2175984" y="649855"/>
                  </a:lnTo>
                  <a:lnTo>
                    <a:pt x="2175988" y="649861"/>
                  </a:lnTo>
                  <a:lnTo>
                    <a:pt x="2175986" y="649869"/>
                  </a:lnTo>
                  <a:lnTo>
                    <a:pt x="2175982" y="649876"/>
                  </a:lnTo>
                  <a:lnTo>
                    <a:pt x="2175965" y="649906"/>
                  </a:lnTo>
                  <a:lnTo>
                    <a:pt x="2175960" y="649912"/>
                  </a:lnTo>
                  <a:lnTo>
                    <a:pt x="2175954" y="649915"/>
                  </a:lnTo>
                  <a:lnTo>
                    <a:pt x="2175948" y="649916"/>
                  </a:lnTo>
                  <a:lnTo>
                    <a:pt x="2175942" y="649918"/>
                  </a:lnTo>
                  <a:lnTo>
                    <a:pt x="2175934" y="649919"/>
                  </a:lnTo>
                  <a:lnTo>
                    <a:pt x="2175929" y="649920"/>
                  </a:lnTo>
                  <a:lnTo>
                    <a:pt x="2175923" y="649922"/>
                  </a:lnTo>
                  <a:lnTo>
                    <a:pt x="2175902" y="649930"/>
                  </a:lnTo>
                  <a:lnTo>
                    <a:pt x="2175896" y="649934"/>
                  </a:lnTo>
                  <a:lnTo>
                    <a:pt x="2175891" y="649938"/>
                  </a:lnTo>
                  <a:lnTo>
                    <a:pt x="2175886" y="649943"/>
                  </a:lnTo>
                  <a:lnTo>
                    <a:pt x="2175881" y="649949"/>
                  </a:lnTo>
                  <a:lnTo>
                    <a:pt x="2175876" y="649953"/>
                  </a:lnTo>
                  <a:lnTo>
                    <a:pt x="2175835" y="649981"/>
                  </a:lnTo>
                  <a:lnTo>
                    <a:pt x="2175826" y="649987"/>
                  </a:lnTo>
                  <a:lnTo>
                    <a:pt x="2175821" y="649992"/>
                  </a:lnTo>
                  <a:lnTo>
                    <a:pt x="2175818" y="649995"/>
                  </a:lnTo>
                  <a:lnTo>
                    <a:pt x="2175815" y="650000"/>
                  </a:lnTo>
                  <a:lnTo>
                    <a:pt x="2175811" y="650004"/>
                  </a:lnTo>
                  <a:lnTo>
                    <a:pt x="2175795" y="650015"/>
                  </a:lnTo>
                  <a:lnTo>
                    <a:pt x="2175790" y="650020"/>
                  </a:lnTo>
                  <a:lnTo>
                    <a:pt x="2175787" y="650025"/>
                  </a:lnTo>
                  <a:lnTo>
                    <a:pt x="2175784" y="650033"/>
                  </a:lnTo>
                  <a:lnTo>
                    <a:pt x="2175780" y="650039"/>
                  </a:lnTo>
                  <a:lnTo>
                    <a:pt x="2175771" y="650037"/>
                  </a:lnTo>
                  <a:lnTo>
                    <a:pt x="2175762" y="650036"/>
                  </a:lnTo>
                  <a:lnTo>
                    <a:pt x="2175749" y="650047"/>
                  </a:lnTo>
                  <a:lnTo>
                    <a:pt x="2175737" y="650055"/>
                  </a:lnTo>
                  <a:lnTo>
                    <a:pt x="2175712" y="650082"/>
                  </a:lnTo>
                  <a:lnTo>
                    <a:pt x="2175695" y="650100"/>
                  </a:lnTo>
                  <a:lnTo>
                    <a:pt x="2175673" y="650113"/>
                  </a:lnTo>
                  <a:lnTo>
                    <a:pt x="2175662" y="650126"/>
                  </a:lnTo>
                  <a:lnTo>
                    <a:pt x="2175662" y="650140"/>
                  </a:lnTo>
                  <a:lnTo>
                    <a:pt x="2175658" y="650144"/>
                  </a:lnTo>
                  <a:lnTo>
                    <a:pt x="2175649" y="650149"/>
                  </a:lnTo>
                  <a:lnTo>
                    <a:pt x="2175639" y="650149"/>
                  </a:lnTo>
                  <a:lnTo>
                    <a:pt x="2175627" y="650153"/>
                  </a:lnTo>
                  <a:lnTo>
                    <a:pt x="2175621" y="650147"/>
                  </a:lnTo>
                  <a:lnTo>
                    <a:pt x="2175618" y="650143"/>
                  </a:lnTo>
                  <a:lnTo>
                    <a:pt x="2175603" y="650151"/>
                  </a:lnTo>
                  <a:lnTo>
                    <a:pt x="2175600" y="650144"/>
                  </a:lnTo>
                  <a:lnTo>
                    <a:pt x="2175592" y="650146"/>
                  </a:lnTo>
                  <a:lnTo>
                    <a:pt x="2175577" y="650154"/>
                  </a:lnTo>
                  <a:lnTo>
                    <a:pt x="2175570" y="650173"/>
                  </a:lnTo>
                  <a:lnTo>
                    <a:pt x="2175541" y="650249"/>
                  </a:lnTo>
                  <a:lnTo>
                    <a:pt x="2175539" y="650254"/>
                  </a:lnTo>
                  <a:lnTo>
                    <a:pt x="2175538" y="650260"/>
                  </a:lnTo>
                  <a:lnTo>
                    <a:pt x="2175533" y="650292"/>
                  </a:lnTo>
                  <a:lnTo>
                    <a:pt x="2175533" y="650301"/>
                  </a:lnTo>
                  <a:lnTo>
                    <a:pt x="2175532" y="650307"/>
                  </a:lnTo>
                  <a:lnTo>
                    <a:pt x="2175533" y="650313"/>
                  </a:lnTo>
                  <a:lnTo>
                    <a:pt x="2175549" y="650331"/>
                  </a:lnTo>
                  <a:lnTo>
                    <a:pt x="2175545" y="650347"/>
                  </a:lnTo>
                  <a:lnTo>
                    <a:pt x="2175542" y="650358"/>
                  </a:lnTo>
                  <a:lnTo>
                    <a:pt x="2175539" y="650368"/>
                  </a:lnTo>
                  <a:lnTo>
                    <a:pt x="2175536" y="650375"/>
                  </a:lnTo>
                  <a:lnTo>
                    <a:pt x="2175532" y="650381"/>
                  </a:lnTo>
                  <a:lnTo>
                    <a:pt x="2175529" y="650385"/>
                  </a:lnTo>
                  <a:lnTo>
                    <a:pt x="2175526" y="650389"/>
                  </a:lnTo>
                  <a:lnTo>
                    <a:pt x="2175520" y="650392"/>
                  </a:lnTo>
                  <a:lnTo>
                    <a:pt x="2175514" y="650396"/>
                  </a:lnTo>
                  <a:lnTo>
                    <a:pt x="2175509" y="650399"/>
                  </a:lnTo>
                  <a:lnTo>
                    <a:pt x="2175504" y="650405"/>
                  </a:lnTo>
                  <a:lnTo>
                    <a:pt x="2175499" y="650411"/>
                  </a:lnTo>
                  <a:lnTo>
                    <a:pt x="2175468" y="650468"/>
                  </a:lnTo>
                  <a:lnTo>
                    <a:pt x="2175453" y="650490"/>
                  </a:lnTo>
                  <a:lnTo>
                    <a:pt x="2175436" y="650513"/>
                  </a:lnTo>
                  <a:lnTo>
                    <a:pt x="2175426" y="650526"/>
                  </a:lnTo>
                  <a:lnTo>
                    <a:pt x="2175416" y="650536"/>
                  </a:lnTo>
                  <a:lnTo>
                    <a:pt x="2175408" y="650545"/>
                  </a:lnTo>
                  <a:lnTo>
                    <a:pt x="2175399" y="650553"/>
                  </a:lnTo>
                  <a:lnTo>
                    <a:pt x="2175345" y="650593"/>
                  </a:lnTo>
                  <a:lnTo>
                    <a:pt x="2175339" y="650597"/>
                  </a:lnTo>
                  <a:lnTo>
                    <a:pt x="2175313" y="650611"/>
                  </a:lnTo>
                  <a:lnTo>
                    <a:pt x="2175296" y="650619"/>
                  </a:lnTo>
                  <a:lnTo>
                    <a:pt x="2175263" y="650630"/>
                  </a:lnTo>
                  <a:lnTo>
                    <a:pt x="2175233" y="650637"/>
                  </a:lnTo>
                  <a:lnTo>
                    <a:pt x="2175150" y="650650"/>
                  </a:lnTo>
                  <a:lnTo>
                    <a:pt x="2175096" y="650663"/>
                  </a:lnTo>
                  <a:lnTo>
                    <a:pt x="2175056" y="650673"/>
                  </a:lnTo>
                  <a:lnTo>
                    <a:pt x="2175010" y="650694"/>
                  </a:lnTo>
                  <a:lnTo>
                    <a:pt x="2175000" y="650697"/>
                  </a:lnTo>
                  <a:lnTo>
                    <a:pt x="2174939" y="650714"/>
                  </a:lnTo>
                  <a:lnTo>
                    <a:pt x="2174897" y="650728"/>
                  </a:lnTo>
                  <a:lnTo>
                    <a:pt x="2174875" y="650742"/>
                  </a:lnTo>
                  <a:lnTo>
                    <a:pt x="2174861" y="650754"/>
                  </a:lnTo>
                  <a:lnTo>
                    <a:pt x="2174852" y="650766"/>
                  </a:lnTo>
                  <a:lnTo>
                    <a:pt x="2174833" y="650782"/>
                  </a:lnTo>
                  <a:lnTo>
                    <a:pt x="2174821" y="650793"/>
                  </a:lnTo>
                  <a:lnTo>
                    <a:pt x="2174794" y="650803"/>
                  </a:lnTo>
                  <a:lnTo>
                    <a:pt x="2174744" y="650811"/>
                  </a:lnTo>
                  <a:lnTo>
                    <a:pt x="2174723" y="650812"/>
                  </a:lnTo>
                  <a:lnTo>
                    <a:pt x="2174691" y="650809"/>
                  </a:lnTo>
                  <a:lnTo>
                    <a:pt x="2174666" y="650804"/>
                  </a:lnTo>
                  <a:lnTo>
                    <a:pt x="2174643" y="650796"/>
                  </a:lnTo>
                  <a:lnTo>
                    <a:pt x="2174629" y="650798"/>
                  </a:lnTo>
                  <a:lnTo>
                    <a:pt x="2174608" y="650803"/>
                  </a:lnTo>
                  <a:lnTo>
                    <a:pt x="2174585" y="650811"/>
                  </a:lnTo>
                  <a:lnTo>
                    <a:pt x="2174578" y="650809"/>
                  </a:lnTo>
                  <a:lnTo>
                    <a:pt x="2174568" y="650810"/>
                  </a:lnTo>
                  <a:lnTo>
                    <a:pt x="2174534" y="650811"/>
                  </a:lnTo>
                  <a:lnTo>
                    <a:pt x="2174505" y="650813"/>
                  </a:lnTo>
                  <a:lnTo>
                    <a:pt x="2174489" y="650814"/>
                  </a:lnTo>
                  <a:lnTo>
                    <a:pt x="2174478" y="650814"/>
                  </a:lnTo>
                  <a:lnTo>
                    <a:pt x="2174467" y="650814"/>
                  </a:lnTo>
                  <a:lnTo>
                    <a:pt x="2174422" y="650814"/>
                  </a:lnTo>
                  <a:lnTo>
                    <a:pt x="2174405" y="650814"/>
                  </a:lnTo>
                  <a:lnTo>
                    <a:pt x="2174369" y="650824"/>
                  </a:lnTo>
                  <a:lnTo>
                    <a:pt x="2174348" y="650831"/>
                  </a:lnTo>
                  <a:lnTo>
                    <a:pt x="2174314" y="650845"/>
                  </a:lnTo>
                  <a:lnTo>
                    <a:pt x="2174266" y="650866"/>
                  </a:lnTo>
                  <a:lnTo>
                    <a:pt x="2174236" y="650882"/>
                  </a:lnTo>
                  <a:lnTo>
                    <a:pt x="2174225" y="650890"/>
                  </a:lnTo>
                  <a:lnTo>
                    <a:pt x="2174206" y="650895"/>
                  </a:lnTo>
                  <a:lnTo>
                    <a:pt x="2174194" y="650903"/>
                  </a:lnTo>
                  <a:lnTo>
                    <a:pt x="2174166" y="650924"/>
                  </a:lnTo>
                  <a:lnTo>
                    <a:pt x="2174064" y="651005"/>
                  </a:lnTo>
                  <a:lnTo>
                    <a:pt x="2174001" y="651069"/>
                  </a:lnTo>
                  <a:lnTo>
                    <a:pt x="2173965" y="651117"/>
                  </a:lnTo>
                  <a:lnTo>
                    <a:pt x="2173924" y="651197"/>
                  </a:lnTo>
                  <a:lnTo>
                    <a:pt x="2173854" y="651368"/>
                  </a:lnTo>
                  <a:lnTo>
                    <a:pt x="2173802" y="651509"/>
                  </a:lnTo>
                  <a:lnTo>
                    <a:pt x="2173787" y="651552"/>
                  </a:lnTo>
                  <a:lnTo>
                    <a:pt x="2173789" y="651572"/>
                  </a:lnTo>
                  <a:lnTo>
                    <a:pt x="2173795" y="651591"/>
                  </a:lnTo>
                  <a:lnTo>
                    <a:pt x="2173807" y="651602"/>
                  </a:lnTo>
                  <a:lnTo>
                    <a:pt x="2173820" y="651607"/>
                  </a:lnTo>
                  <a:lnTo>
                    <a:pt x="2173860" y="651602"/>
                  </a:lnTo>
                  <a:lnTo>
                    <a:pt x="2173888" y="651598"/>
                  </a:lnTo>
                  <a:lnTo>
                    <a:pt x="2173895" y="651594"/>
                  </a:lnTo>
                  <a:lnTo>
                    <a:pt x="2173925" y="651591"/>
                  </a:lnTo>
                  <a:lnTo>
                    <a:pt x="2173947" y="651586"/>
                  </a:lnTo>
                  <a:lnTo>
                    <a:pt x="2173959" y="651585"/>
                  </a:lnTo>
                  <a:lnTo>
                    <a:pt x="2173994" y="651574"/>
                  </a:lnTo>
                  <a:lnTo>
                    <a:pt x="2174070" y="651560"/>
                  </a:lnTo>
                  <a:lnTo>
                    <a:pt x="2174122" y="651548"/>
                  </a:lnTo>
                  <a:lnTo>
                    <a:pt x="2174155" y="651544"/>
                  </a:lnTo>
                  <a:lnTo>
                    <a:pt x="2174176" y="651543"/>
                  </a:lnTo>
                  <a:lnTo>
                    <a:pt x="2174213" y="651538"/>
                  </a:lnTo>
                  <a:lnTo>
                    <a:pt x="2174237" y="651536"/>
                  </a:lnTo>
                  <a:lnTo>
                    <a:pt x="2174251" y="651535"/>
                  </a:lnTo>
                  <a:lnTo>
                    <a:pt x="2174277" y="651534"/>
                  </a:lnTo>
                  <a:lnTo>
                    <a:pt x="2174337" y="651536"/>
                  </a:lnTo>
                  <a:lnTo>
                    <a:pt x="2174346" y="651535"/>
                  </a:lnTo>
                  <a:lnTo>
                    <a:pt x="2174380" y="651532"/>
                  </a:lnTo>
                  <a:lnTo>
                    <a:pt x="2174408" y="651529"/>
                  </a:lnTo>
                  <a:lnTo>
                    <a:pt x="2174438" y="651528"/>
                  </a:lnTo>
                  <a:lnTo>
                    <a:pt x="2174505" y="651532"/>
                  </a:lnTo>
                  <a:lnTo>
                    <a:pt x="2174538" y="651537"/>
                  </a:lnTo>
                  <a:lnTo>
                    <a:pt x="2174568" y="651537"/>
                  </a:lnTo>
                  <a:lnTo>
                    <a:pt x="2174615" y="651539"/>
                  </a:lnTo>
                  <a:lnTo>
                    <a:pt x="2174665" y="651532"/>
                  </a:lnTo>
                  <a:lnTo>
                    <a:pt x="2174687" y="651539"/>
                  </a:lnTo>
                  <a:lnTo>
                    <a:pt x="2174697" y="651544"/>
                  </a:lnTo>
                  <a:lnTo>
                    <a:pt x="2174708" y="651551"/>
                  </a:lnTo>
                  <a:lnTo>
                    <a:pt x="2174720" y="651557"/>
                  </a:lnTo>
                  <a:lnTo>
                    <a:pt x="2174738" y="651562"/>
                  </a:lnTo>
                  <a:lnTo>
                    <a:pt x="2174748" y="651566"/>
                  </a:lnTo>
                  <a:lnTo>
                    <a:pt x="2174776" y="651578"/>
                  </a:lnTo>
                  <a:lnTo>
                    <a:pt x="2174797" y="651580"/>
                  </a:lnTo>
                  <a:lnTo>
                    <a:pt x="2174825" y="651587"/>
                  </a:lnTo>
                  <a:lnTo>
                    <a:pt x="2174867" y="651596"/>
                  </a:lnTo>
                  <a:lnTo>
                    <a:pt x="2174920" y="651588"/>
                  </a:lnTo>
                  <a:lnTo>
                    <a:pt x="2174998" y="651562"/>
                  </a:lnTo>
                  <a:lnTo>
                    <a:pt x="2175028" y="651549"/>
                  </a:lnTo>
                  <a:lnTo>
                    <a:pt x="2175078" y="651519"/>
                  </a:lnTo>
                  <a:lnTo>
                    <a:pt x="2175097" y="651502"/>
                  </a:lnTo>
                  <a:lnTo>
                    <a:pt x="2175104" y="651494"/>
                  </a:lnTo>
                  <a:lnTo>
                    <a:pt x="2175112" y="651473"/>
                  </a:lnTo>
                  <a:lnTo>
                    <a:pt x="2175117" y="651439"/>
                  </a:lnTo>
                  <a:lnTo>
                    <a:pt x="2175123" y="651408"/>
                  </a:lnTo>
                  <a:lnTo>
                    <a:pt x="2175124" y="651400"/>
                  </a:lnTo>
                  <a:lnTo>
                    <a:pt x="2175125" y="651390"/>
                  </a:lnTo>
                  <a:lnTo>
                    <a:pt x="2175129" y="651378"/>
                  </a:lnTo>
                  <a:lnTo>
                    <a:pt x="2175133" y="651360"/>
                  </a:lnTo>
                  <a:lnTo>
                    <a:pt x="2175132" y="651352"/>
                  </a:lnTo>
                  <a:lnTo>
                    <a:pt x="2175136" y="651342"/>
                  </a:lnTo>
                  <a:lnTo>
                    <a:pt x="2175149" y="651325"/>
                  </a:lnTo>
                  <a:lnTo>
                    <a:pt x="2175169" y="651308"/>
                  </a:lnTo>
                  <a:lnTo>
                    <a:pt x="2175185" y="651298"/>
                  </a:lnTo>
                  <a:lnTo>
                    <a:pt x="2175207" y="651288"/>
                  </a:lnTo>
                  <a:lnTo>
                    <a:pt x="2175234" y="651278"/>
                  </a:lnTo>
                  <a:lnTo>
                    <a:pt x="2175258" y="651272"/>
                  </a:lnTo>
                  <a:lnTo>
                    <a:pt x="2175266" y="651273"/>
                  </a:lnTo>
                  <a:lnTo>
                    <a:pt x="2175274" y="651274"/>
                  </a:lnTo>
                  <a:lnTo>
                    <a:pt x="2175282" y="651274"/>
                  </a:lnTo>
                  <a:lnTo>
                    <a:pt x="2175309" y="651274"/>
                  </a:lnTo>
                  <a:lnTo>
                    <a:pt x="2175321" y="651273"/>
                  </a:lnTo>
                  <a:lnTo>
                    <a:pt x="2175327" y="651272"/>
                  </a:lnTo>
                  <a:lnTo>
                    <a:pt x="2175335" y="651268"/>
                  </a:lnTo>
                  <a:lnTo>
                    <a:pt x="2175347" y="651262"/>
                  </a:lnTo>
                  <a:lnTo>
                    <a:pt x="2175351" y="651260"/>
                  </a:lnTo>
                  <a:lnTo>
                    <a:pt x="2175356" y="651259"/>
                  </a:lnTo>
                  <a:lnTo>
                    <a:pt x="2175363" y="651257"/>
                  </a:lnTo>
                  <a:lnTo>
                    <a:pt x="2175372" y="651256"/>
                  </a:lnTo>
                  <a:lnTo>
                    <a:pt x="2175391" y="651255"/>
                  </a:lnTo>
                  <a:lnTo>
                    <a:pt x="2175423" y="651252"/>
                  </a:lnTo>
                  <a:lnTo>
                    <a:pt x="2175430" y="651251"/>
                  </a:lnTo>
                  <a:lnTo>
                    <a:pt x="2175446" y="651248"/>
                  </a:lnTo>
                  <a:lnTo>
                    <a:pt x="2175485" y="651245"/>
                  </a:lnTo>
                  <a:lnTo>
                    <a:pt x="2175491" y="651244"/>
                  </a:lnTo>
                  <a:lnTo>
                    <a:pt x="2175606" y="651246"/>
                  </a:lnTo>
                  <a:lnTo>
                    <a:pt x="2175612" y="651246"/>
                  </a:lnTo>
                  <a:lnTo>
                    <a:pt x="2175629" y="651245"/>
                  </a:lnTo>
                  <a:lnTo>
                    <a:pt x="2175668" y="651243"/>
                  </a:lnTo>
                  <a:lnTo>
                    <a:pt x="2175673" y="651243"/>
                  </a:lnTo>
                  <a:lnTo>
                    <a:pt x="2175679" y="651244"/>
                  </a:lnTo>
                  <a:lnTo>
                    <a:pt x="2175688" y="651244"/>
                  </a:lnTo>
                  <a:lnTo>
                    <a:pt x="2175777" y="651255"/>
                  </a:lnTo>
                  <a:lnTo>
                    <a:pt x="2175824" y="651259"/>
                  </a:lnTo>
                  <a:lnTo>
                    <a:pt x="2175851" y="651260"/>
                  </a:lnTo>
                  <a:lnTo>
                    <a:pt x="2175879" y="651260"/>
                  </a:lnTo>
                  <a:lnTo>
                    <a:pt x="2175906" y="651258"/>
                  </a:lnTo>
                  <a:lnTo>
                    <a:pt x="2175931" y="651256"/>
                  </a:lnTo>
                  <a:lnTo>
                    <a:pt x="2175953" y="651254"/>
                  </a:lnTo>
                  <a:lnTo>
                    <a:pt x="2175971" y="651251"/>
                  </a:lnTo>
                  <a:lnTo>
                    <a:pt x="2175996" y="651246"/>
                  </a:lnTo>
                  <a:lnTo>
                    <a:pt x="2176027" y="651240"/>
                  </a:lnTo>
                  <a:lnTo>
                    <a:pt x="2176058" y="651233"/>
                  </a:lnTo>
                  <a:lnTo>
                    <a:pt x="2176096" y="651222"/>
                  </a:lnTo>
                  <a:lnTo>
                    <a:pt x="2176136" y="651208"/>
                  </a:lnTo>
                  <a:lnTo>
                    <a:pt x="2176169" y="651195"/>
                  </a:lnTo>
                  <a:lnTo>
                    <a:pt x="2176183" y="651188"/>
                  </a:lnTo>
                  <a:lnTo>
                    <a:pt x="2176207" y="651176"/>
                  </a:lnTo>
                  <a:lnTo>
                    <a:pt x="2176241" y="651157"/>
                  </a:lnTo>
                  <a:lnTo>
                    <a:pt x="2176275" y="651135"/>
                  </a:lnTo>
                  <a:lnTo>
                    <a:pt x="2176353" y="651078"/>
                  </a:lnTo>
                  <a:lnTo>
                    <a:pt x="2176366" y="651065"/>
                  </a:lnTo>
                  <a:lnTo>
                    <a:pt x="2176370" y="651061"/>
                  </a:lnTo>
                  <a:lnTo>
                    <a:pt x="2176376" y="651058"/>
                  </a:lnTo>
                  <a:lnTo>
                    <a:pt x="2176384" y="651056"/>
                  </a:lnTo>
                  <a:lnTo>
                    <a:pt x="2176389" y="651053"/>
                  </a:lnTo>
                  <a:lnTo>
                    <a:pt x="2176394" y="651049"/>
                  </a:lnTo>
                  <a:lnTo>
                    <a:pt x="2176399" y="651045"/>
                  </a:lnTo>
                  <a:lnTo>
                    <a:pt x="2176404" y="651040"/>
                  </a:lnTo>
                  <a:lnTo>
                    <a:pt x="2176410" y="651033"/>
                  </a:lnTo>
                  <a:lnTo>
                    <a:pt x="2176417" y="651024"/>
                  </a:lnTo>
                  <a:lnTo>
                    <a:pt x="2176430" y="651006"/>
                  </a:lnTo>
                  <a:lnTo>
                    <a:pt x="2176440" y="650988"/>
                  </a:lnTo>
                  <a:lnTo>
                    <a:pt x="2176487" y="650912"/>
                  </a:lnTo>
                  <a:lnTo>
                    <a:pt x="2176506" y="650883"/>
                  </a:lnTo>
                  <a:lnTo>
                    <a:pt x="2176513" y="650871"/>
                  </a:lnTo>
                  <a:lnTo>
                    <a:pt x="2176520" y="650857"/>
                  </a:lnTo>
                  <a:lnTo>
                    <a:pt x="2176523" y="650849"/>
                  </a:lnTo>
                  <a:lnTo>
                    <a:pt x="2176538" y="650810"/>
                  </a:lnTo>
                  <a:lnTo>
                    <a:pt x="2176565" y="650752"/>
                  </a:lnTo>
                  <a:lnTo>
                    <a:pt x="2176568" y="650742"/>
                  </a:lnTo>
                  <a:lnTo>
                    <a:pt x="2176571" y="650731"/>
                  </a:lnTo>
                  <a:lnTo>
                    <a:pt x="2176573" y="650717"/>
                  </a:lnTo>
                  <a:lnTo>
                    <a:pt x="2176582" y="650652"/>
                  </a:lnTo>
                  <a:lnTo>
                    <a:pt x="2176583" y="650643"/>
                  </a:lnTo>
                  <a:lnTo>
                    <a:pt x="2176588" y="650613"/>
                  </a:lnTo>
                  <a:lnTo>
                    <a:pt x="2176612" y="650508"/>
                  </a:lnTo>
                  <a:lnTo>
                    <a:pt x="2176616" y="650497"/>
                  </a:lnTo>
                  <a:lnTo>
                    <a:pt x="2176621" y="650484"/>
                  </a:lnTo>
                  <a:lnTo>
                    <a:pt x="2176662" y="650391"/>
                  </a:lnTo>
                  <a:lnTo>
                    <a:pt x="2176682" y="650355"/>
                  </a:lnTo>
                  <a:lnTo>
                    <a:pt x="2176731" y="650273"/>
                  </a:lnTo>
                  <a:lnTo>
                    <a:pt x="2176735" y="650266"/>
                  </a:lnTo>
                  <a:lnTo>
                    <a:pt x="2176738" y="650259"/>
                  </a:lnTo>
                  <a:lnTo>
                    <a:pt x="2176740" y="650252"/>
                  </a:lnTo>
                  <a:lnTo>
                    <a:pt x="2176751" y="650208"/>
                  </a:lnTo>
                  <a:lnTo>
                    <a:pt x="2176753" y="650200"/>
                  </a:lnTo>
                  <a:lnTo>
                    <a:pt x="2176755" y="650194"/>
                  </a:lnTo>
                  <a:lnTo>
                    <a:pt x="2176758" y="650189"/>
                  </a:lnTo>
                  <a:lnTo>
                    <a:pt x="2176762" y="650184"/>
                  </a:lnTo>
                  <a:lnTo>
                    <a:pt x="2176766" y="650178"/>
                  </a:lnTo>
                  <a:lnTo>
                    <a:pt x="2176781" y="650160"/>
                  </a:lnTo>
                  <a:lnTo>
                    <a:pt x="2176786" y="650154"/>
                  </a:lnTo>
                  <a:lnTo>
                    <a:pt x="2176790" y="650146"/>
                  </a:lnTo>
                  <a:lnTo>
                    <a:pt x="2176794" y="650138"/>
                  </a:lnTo>
                  <a:lnTo>
                    <a:pt x="2176797" y="650128"/>
                  </a:lnTo>
                  <a:lnTo>
                    <a:pt x="2176805" y="650086"/>
                  </a:lnTo>
                  <a:lnTo>
                    <a:pt x="2176807" y="650069"/>
                  </a:lnTo>
                  <a:lnTo>
                    <a:pt x="2176809" y="650052"/>
                  </a:lnTo>
                  <a:lnTo>
                    <a:pt x="2176809" y="650034"/>
                  </a:lnTo>
                  <a:lnTo>
                    <a:pt x="2176808" y="650016"/>
                  </a:lnTo>
                  <a:lnTo>
                    <a:pt x="2176803" y="649978"/>
                  </a:lnTo>
                  <a:lnTo>
                    <a:pt x="2176789" y="649906"/>
                  </a:lnTo>
                  <a:lnTo>
                    <a:pt x="2176786" y="649894"/>
                  </a:lnTo>
                  <a:lnTo>
                    <a:pt x="2176783" y="649886"/>
                  </a:lnTo>
                  <a:lnTo>
                    <a:pt x="2176779" y="649879"/>
                  </a:lnTo>
                  <a:lnTo>
                    <a:pt x="2176775" y="649871"/>
                  </a:lnTo>
                  <a:lnTo>
                    <a:pt x="2176770" y="649863"/>
                  </a:lnTo>
                  <a:lnTo>
                    <a:pt x="2176766" y="649857"/>
                  </a:lnTo>
                  <a:lnTo>
                    <a:pt x="2176761" y="649852"/>
                  </a:lnTo>
                  <a:lnTo>
                    <a:pt x="2176755" y="649845"/>
                  </a:lnTo>
                  <a:lnTo>
                    <a:pt x="2176734" y="649817"/>
                  </a:lnTo>
                  <a:lnTo>
                    <a:pt x="2176730" y="649810"/>
                  </a:lnTo>
                  <a:lnTo>
                    <a:pt x="2176726" y="649805"/>
                  </a:lnTo>
                  <a:lnTo>
                    <a:pt x="2176724" y="649799"/>
                  </a:lnTo>
                  <a:lnTo>
                    <a:pt x="2176722" y="649794"/>
                  </a:lnTo>
                  <a:lnTo>
                    <a:pt x="2176720" y="649788"/>
                  </a:lnTo>
                  <a:lnTo>
                    <a:pt x="2176719" y="649783"/>
                  </a:lnTo>
                  <a:lnTo>
                    <a:pt x="2176718" y="649778"/>
                  </a:lnTo>
                  <a:lnTo>
                    <a:pt x="2176718" y="649771"/>
                  </a:lnTo>
                  <a:lnTo>
                    <a:pt x="2176719" y="649764"/>
                  </a:lnTo>
                  <a:lnTo>
                    <a:pt x="2176720" y="649758"/>
                  </a:lnTo>
                  <a:lnTo>
                    <a:pt x="2176723" y="649752"/>
                  </a:lnTo>
                  <a:lnTo>
                    <a:pt x="2176727" y="649746"/>
                  </a:lnTo>
                  <a:lnTo>
                    <a:pt x="2176732" y="649742"/>
                  </a:lnTo>
                  <a:lnTo>
                    <a:pt x="2176755" y="649719"/>
                  </a:lnTo>
                  <a:lnTo>
                    <a:pt x="2176760" y="649713"/>
                  </a:lnTo>
                  <a:lnTo>
                    <a:pt x="2176764" y="649708"/>
                  </a:lnTo>
                  <a:lnTo>
                    <a:pt x="2176767" y="649702"/>
                  </a:lnTo>
                  <a:lnTo>
                    <a:pt x="2176771" y="649693"/>
                  </a:lnTo>
                  <a:lnTo>
                    <a:pt x="2176777" y="649676"/>
                  </a:lnTo>
                  <a:lnTo>
                    <a:pt x="2176780" y="649669"/>
                  </a:lnTo>
                  <a:lnTo>
                    <a:pt x="2176781" y="649662"/>
                  </a:lnTo>
                  <a:lnTo>
                    <a:pt x="2176782" y="649655"/>
                  </a:lnTo>
                  <a:lnTo>
                    <a:pt x="2176779" y="649640"/>
                  </a:lnTo>
                  <a:lnTo>
                    <a:pt x="2176779" y="649633"/>
                  </a:lnTo>
                  <a:lnTo>
                    <a:pt x="2176779" y="649625"/>
                  </a:lnTo>
                  <a:lnTo>
                    <a:pt x="2176780" y="649621"/>
                  </a:lnTo>
                  <a:lnTo>
                    <a:pt x="2176782" y="649615"/>
                  </a:lnTo>
                  <a:lnTo>
                    <a:pt x="2176785" y="649610"/>
                  </a:lnTo>
                  <a:lnTo>
                    <a:pt x="2176788" y="649605"/>
                  </a:lnTo>
                  <a:lnTo>
                    <a:pt x="2176791" y="649600"/>
                  </a:lnTo>
                  <a:lnTo>
                    <a:pt x="2176795" y="649595"/>
                  </a:lnTo>
                  <a:lnTo>
                    <a:pt x="2176798" y="649591"/>
                  </a:lnTo>
                  <a:lnTo>
                    <a:pt x="2176802" y="649586"/>
                  </a:lnTo>
                  <a:lnTo>
                    <a:pt x="2176808" y="649584"/>
                  </a:lnTo>
                  <a:lnTo>
                    <a:pt x="2176808" y="649591"/>
                  </a:lnTo>
                  <a:lnTo>
                    <a:pt x="2176803" y="649596"/>
                  </a:lnTo>
                  <a:lnTo>
                    <a:pt x="2176800" y="649600"/>
                  </a:lnTo>
                  <a:lnTo>
                    <a:pt x="2176797" y="649605"/>
                  </a:lnTo>
                  <a:lnTo>
                    <a:pt x="2176793" y="649621"/>
                  </a:lnTo>
                  <a:lnTo>
                    <a:pt x="2176790" y="649625"/>
                  </a:lnTo>
                  <a:lnTo>
                    <a:pt x="2176787" y="649630"/>
                  </a:lnTo>
                  <a:lnTo>
                    <a:pt x="2176786" y="649635"/>
                  </a:lnTo>
                  <a:lnTo>
                    <a:pt x="2176790" y="649639"/>
                  </a:lnTo>
                  <a:lnTo>
                    <a:pt x="2176794" y="649639"/>
                  </a:lnTo>
                  <a:lnTo>
                    <a:pt x="2176799" y="649638"/>
                  </a:lnTo>
                  <a:lnTo>
                    <a:pt x="2176796" y="649667"/>
                  </a:lnTo>
                  <a:lnTo>
                    <a:pt x="2176794" y="649673"/>
                  </a:lnTo>
                  <a:lnTo>
                    <a:pt x="2176793" y="649679"/>
                  </a:lnTo>
                  <a:lnTo>
                    <a:pt x="2176781" y="649710"/>
                  </a:lnTo>
                  <a:lnTo>
                    <a:pt x="2176779" y="649714"/>
                  </a:lnTo>
                  <a:lnTo>
                    <a:pt x="2176765" y="649737"/>
                  </a:lnTo>
                  <a:lnTo>
                    <a:pt x="2176743" y="649766"/>
                  </a:lnTo>
                  <a:lnTo>
                    <a:pt x="2176741" y="649771"/>
                  </a:lnTo>
                  <a:lnTo>
                    <a:pt x="2176739" y="649778"/>
                  </a:lnTo>
                  <a:lnTo>
                    <a:pt x="2176738" y="649786"/>
                  </a:lnTo>
                  <a:lnTo>
                    <a:pt x="2176739" y="649791"/>
                  </a:lnTo>
                  <a:lnTo>
                    <a:pt x="2176742" y="649796"/>
                  </a:lnTo>
                  <a:lnTo>
                    <a:pt x="2176745" y="649800"/>
                  </a:lnTo>
                  <a:lnTo>
                    <a:pt x="2176756" y="649810"/>
                  </a:lnTo>
                  <a:lnTo>
                    <a:pt x="2176774" y="649831"/>
                  </a:lnTo>
                  <a:lnTo>
                    <a:pt x="2176782" y="649842"/>
                  </a:lnTo>
                  <a:lnTo>
                    <a:pt x="2176795" y="649862"/>
                  </a:lnTo>
                  <a:lnTo>
                    <a:pt x="2176802" y="649875"/>
                  </a:lnTo>
                  <a:lnTo>
                    <a:pt x="2176808" y="649887"/>
                  </a:lnTo>
                  <a:lnTo>
                    <a:pt x="2176813" y="649902"/>
                  </a:lnTo>
                  <a:lnTo>
                    <a:pt x="2176816" y="649909"/>
                  </a:lnTo>
                  <a:lnTo>
                    <a:pt x="2176825" y="649960"/>
                  </a:lnTo>
                  <a:lnTo>
                    <a:pt x="2176831" y="649981"/>
                  </a:lnTo>
                  <a:lnTo>
                    <a:pt x="2176834" y="649988"/>
                  </a:lnTo>
                  <a:lnTo>
                    <a:pt x="2176837" y="650026"/>
                  </a:lnTo>
                  <a:lnTo>
                    <a:pt x="2176833" y="650097"/>
                  </a:lnTo>
                  <a:lnTo>
                    <a:pt x="2176805" y="650202"/>
                  </a:lnTo>
                  <a:lnTo>
                    <a:pt x="2176799" y="650232"/>
                  </a:lnTo>
                  <a:lnTo>
                    <a:pt x="2176791" y="650252"/>
                  </a:lnTo>
                  <a:lnTo>
                    <a:pt x="2176789" y="650262"/>
                  </a:lnTo>
                  <a:lnTo>
                    <a:pt x="2176785" y="650272"/>
                  </a:lnTo>
                  <a:lnTo>
                    <a:pt x="2176780" y="650275"/>
                  </a:lnTo>
                  <a:lnTo>
                    <a:pt x="2176776" y="650279"/>
                  </a:lnTo>
                  <a:lnTo>
                    <a:pt x="2176765" y="650293"/>
                  </a:lnTo>
                  <a:lnTo>
                    <a:pt x="2176762" y="650297"/>
                  </a:lnTo>
                  <a:lnTo>
                    <a:pt x="2176729" y="650355"/>
                  </a:lnTo>
                  <a:lnTo>
                    <a:pt x="2176703" y="650408"/>
                  </a:lnTo>
                  <a:lnTo>
                    <a:pt x="2176673" y="650481"/>
                  </a:lnTo>
                  <a:lnTo>
                    <a:pt x="2176671" y="650486"/>
                  </a:lnTo>
                  <a:lnTo>
                    <a:pt x="2176669" y="650494"/>
                  </a:lnTo>
                  <a:lnTo>
                    <a:pt x="2176643" y="650629"/>
                  </a:lnTo>
                  <a:lnTo>
                    <a:pt x="2176623" y="650765"/>
                  </a:lnTo>
                  <a:lnTo>
                    <a:pt x="2176618" y="650807"/>
                  </a:lnTo>
                  <a:lnTo>
                    <a:pt x="2176616" y="650834"/>
                  </a:lnTo>
                  <a:lnTo>
                    <a:pt x="2176613" y="650840"/>
                  </a:lnTo>
                  <a:lnTo>
                    <a:pt x="2176609" y="650844"/>
                  </a:lnTo>
                  <a:lnTo>
                    <a:pt x="2176585" y="650865"/>
                  </a:lnTo>
                  <a:lnTo>
                    <a:pt x="2176581" y="650870"/>
                  </a:lnTo>
                  <a:lnTo>
                    <a:pt x="2176566" y="650907"/>
                  </a:lnTo>
                  <a:lnTo>
                    <a:pt x="2176559" y="650921"/>
                  </a:lnTo>
                  <a:lnTo>
                    <a:pt x="2176551" y="650935"/>
                  </a:lnTo>
                  <a:lnTo>
                    <a:pt x="2176522" y="650970"/>
                  </a:lnTo>
                  <a:lnTo>
                    <a:pt x="2176473" y="651028"/>
                  </a:lnTo>
                  <a:lnTo>
                    <a:pt x="2176426" y="651086"/>
                  </a:lnTo>
                  <a:lnTo>
                    <a:pt x="2176364" y="651247"/>
                  </a:lnTo>
                  <a:lnTo>
                    <a:pt x="2176357" y="651256"/>
                  </a:lnTo>
                  <a:lnTo>
                    <a:pt x="2176341" y="651268"/>
                  </a:lnTo>
                  <a:lnTo>
                    <a:pt x="2176330" y="651275"/>
                  </a:lnTo>
                  <a:lnTo>
                    <a:pt x="2176320" y="651282"/>
                  </a:lnTo>
                  <a:lnTo>
                    <a:pt x="2176314" y="651282"/>
                  </a:lnTo>
                  <a:lnTo>
                    <a:pt x="2176302" y="651284"/>
                  </a:lnTo>
                  <a:lnTo>
                    <a:pt x="2176286" y="651286"/>
                  </a:lnTo>
                  <a:lnTo>
                    <a:pt x="2176268" y="651289"/>
                  </a:lnTo>
                  <a:lnTo>
                    <a:pt x="2176254" y="651292"/>
                  </a:lnTo>
                  <a:lnTo>
                    <a:pt x="2176229" y="651301"/>
                  </a:lnTo>
                  <a:lnTo>
                    <a:pt x="2176190" y="651314"/>
                  </a:lnTo>
                  <a:lnTo>
                    <a:pt x="2176167" y="651321"/>
                  </a:lnTo>
                  <a:lnTo>
                    <a:pt x="2176146" y="651328"/>
                  </a:lnTo>
                  <a:lnTo>
                    <a:pt x="2176132" y="651331"/>
                  </a:lnTo>
                  <a:lnTo>
                    <a:pt x="2176120" y="651332"/>
                  </a:lnTo>
                  <a:lnTo>
                    <a:pt x="2176086" y="651337"/>
                  </a:lnTo>
                  <a:lnTo>
                    <a:pt x="2176062" y="651340"/>
                  </a:lnTo>
                  <a:lnTo>
                    <a:pt x="2176045" y="651347"/>
                  </a:lnTo>
                  <a:lnTo>
                    <a:pt x="2176029" y="651349"/>
                  </a:lnTo>
                  <a:lnTo>
                    <a:pt x="2176009" y="651353"/>
                  </a:lnTo>
                  <a:lnTo>
                    <a:pt x="2176002" y="651351"/>
                  </a:lnTo>
                  <a:lnTo>
                    <a:pt x="2175995" y="651355"/>
                  </a:lnTo>
                  <a:lnTo>
                    <a:pt x="2175989" y="651358"/>
                  </a:lnTo>
                  <a:lnTo>
                    <a:pt x="2175984" y="651355"/>
                  </a:lnTo>
                  <a:lnTo>
                    <a:pt x="2175979" y="651355"/>
                  </a:lnTo>
                  <a:lnTo>
                    <a:pt x="2175940" y="651361"/>
                  </a:lnTo>
                  <a:lnTo>
                    <a:pt x="2175807" y="651376"/>
                  </a:lnTo>
                  <a:lnTo>
                    <a:pt x="2175780" y="651378"/>
                  </a:lnTo>
                  <a:lnTo>
                    <a:pt x="2175757" y="651379"/>
                  </a:lnTo>
                  <a:lnTo>
                    <a:pt x="2175746" y="651379"/>
                  </a:lnTo>
                  <a:lnTo>
                    <a:pt x="2175741" y="651379"/>
                  </a:lnTo>
                  <a:lnTo>
                    <a:pt x="2175733" y="651374"/>
                  </a:lnTo>
                  <a:lnTo>
                    <a:pt x="2175723" y="651373"/>
                  </a:lnTo>
                  <a:lnTo>
                    <a:pt x="2175715" y="651375"/>
                  </a:lnTo>
                  <a:lnTo>
                    <a:pt x="2175711" y="651379"/>
                  </a:lnTo>
                  <a:lnTo>
                    <a:pt x="2175693" y="651384"/>
                  </a:lnTo>
                  <a:lnTo>
                    <a:pt x="2175675" y="651391"/>
                  </a:lnTo>
                  <a:lnTo>
                    <a:pt x="2175651" y="651397"/>
                  </a:lnTo>
                  <a:lnTo>
                    <a:pt x="2175643" y="651400"/>
                  </a:lnTo>
                  <a:lnTo>
                    <a:pt x="2175624" y="651406"/>
                  </a:lnTo>
                  <a:lnTo>
                    <a:pt x="2175604" y="651414"/>
                  </a:lnTo>
                  <a:lnTo>
                    <a:pt x="2175591" y="651421"/>
                  </a:lnTo>
                  <a:lnTo>
                    <a:pt x="2175577" y="651428"/>
                  </a:lnTo>
                  <a:lnTo>
                    <a:pt x="2175567" y="651434"/>
                  </a:lnTo>
                  <a:lnTo>
                    <a:pt x="2175556" y="651442"/>
                  </a:lnTo>
                  <a:lnTo>
                    <a:pt x="2175544" y="651452"/>
                  </a:lnTo>
                  <a:lnTo>
                    <a:pt x="2175537" y="651459"/>
                  </a:lnTo>
                  <a:lnTo>
                    <a:pt x="2175525" y="651466"/>
                  </a:lnTo>
                  <a:lnTo>
                    <a:pt x="2175514" y="651476"/>
                  </a:lnTo>
                  <a:lnTo>
                    <a:pt x="2175504" y="651482"/>
                  </a:lnTo>
                  <a:lnTo>
                    <a:pt x="2175493" y="651486"/>
                  </a:lnTo>
                  <a:lnTo>
                    <a:pt x="2175486" y="651487"/>
                  </a:lnTo>
                  <a:lnTo>
                    <a:pt x="2175461" y="651486"/>
                  </a:lnTo>
                  <a:lnTo>
                    <a:pt x="2175456" y="651485"/>
                  </a:lnTo>
                  <a:lnTo>
                    <a:pt x="2175447" y="651484"/>
                  </a:lnTo>
                  <a:lnTo>
                    <a:pt x="2175424" y="651492"/>
                  </a:lnTo>
                  <a:lnTo>
                    <a:pt x="2175406" y="651494"/>
                  </a:lnTo>
                  <a:lnTo>
                    <a:pt x="2175398" y="651497"/>
                  </a:lnTo>
                  <a:lnTo>
                    <a:pt x="2175390" y="651502"/>
                  </a:lnTo>
                  <a:lnTo>
                    <a:pt x="2175386" y="651505"/>
                  </a:lnTo>
                  <a:lnTo>
                    <a:pt x="2175374" y="651512"/>
                  </a:lnTo>
                  <a:lnTo>
                    <a:pt x="2175369" y="651519"/>
                  </a:lnTo>
                  <a:lnTo>
                    <a:pt x="2175347" y="651529"/>
                  </a:lnTo>
                  <a:lnTo>
                    <a:pt x="2175301" y="651552"/>
                  </a:lnTo>
                  <a:lnTo>
                    <a:pt x="2175248" y="651579"/>
                  </a:lnTo>
                  <a:lnTo>
                    <a:pt x="2175219" y="651593"/>
                  </a:lnTo>
                  <a:lnTo>
                    <a:pt x="2175209" y="651597"/>
                  </a:lnTo>
                  <a:lnTo>
                    <a:pt x="2175158" y="651619"/>
                  </a:lnTo>
                  <a:lnTo>
                    <a:pt x="2175124" y="651634"/>
                  </a:lnTo>
                  <a:lnTo>
                    <a:pt x="2175103" y="651643"/>
                  </a:lnTo>
                  <a:lnTo>
                    <a:pt x="2175051" y="651665"/>
                  </a:lnTo>
                  <a:lnTo>
                    <a:pt x="2174991" y="651689"/>
                  </a:lnTo>
                  <a:lnTo>
                    <a:pt x="2174970" y="651697"/>
                  </a:lnTo>
                  <a:lnTo>
                    <a:pt x="2174958" y="651703"/>
                  </a:lnTo>
                  <a:lnTo>
                    <a:pt x="2174939" y="651711"/>
                  </a:lnTo>
                  <a:lnTo>
                    <a:pt x="2174931" y="651714"/>
                  </a:lnTo>
                  <a:lnTo>
                    <a:pt x="2174917" y="651717"/>
                  </a:lnTo>
                  <a:lnTo>
                    <a:pt x="2174892" y="651724"/>
                  </a:lnTo>
                  <a:lnTo>
                    <a:pt x="2174884" y="651727"/>
                  </a:lnTo>
                  <a:lnTo>
                    <a:pt x="2174874" y="651732"/>
                  </a:lnTo>
                  <a:lnTo>
                    <a:pt x="2174869" y="651742"/>
                  </a:lnTo>
                  <a:lnTo>
                    <a:pt x="2174862" y="651749"/>
                  </a:lnTo>
                  <a:lnTo>
                    <a:pt x="2174860" y="651754"/>
                  </a:lnTo>
                  <a:lnTo>
                    <a:pt x="2174860" y="651764"/>
                  </a:lnTo>
                  <a:lnTo>
                    <a:pt x="2174864" y="651769"/>
                  </a:lnTo>
                  <a:lnTo>
                    <a:pt x="2174867" y="651772"/>
                  </a:lnTo>
                  <a:lnTo>
                    <a:pt x="2174881" y="651778"/>
                  </a:lnTo>
                  <a:lnTo>
                    <a:pt x="2174891" y="651783"/>
                  </a:lnTo>
                  <a:lnTo>
                    <a:pt x="2174921" y="651797"/>
                  </a:lnTo>
                  <a:lnTo>
                    <a:pt x="2174944" y="651808"/>
                  </a:lnTo>
                  <a:lnTo>
                    <a:pt x="2174956" y="651814"/>
                  </a:lnTo>
                  <a:lnTo>
                    <a:pt x="2175012" y="651844"/>
                  </a:lnTo>
                  <a:lnTo>
                    <a:pt x="2175027" y="651851"/>
                  </a:lnTo>
                  <a:lnTo>
                    <a:pt x="2175057" y="651870"/>
                  </a:lnTo>
                  <a:lnTo>
                    <a:pt x="2175107" y="651897"/>
                  </a:lnTo>
                  <a:lnTo>
                    <a:pt x="2175136" y="651918"/>
                  </a:lnTo>
                  <a:lnTo>
                    <a:pt x="2175151" y="651925"/>
                  </a:lnTo>
                  <a:lnTo>
                    <a:pt x="2175184" y="651941"/>
                  </a:lnTo>
                  <a:lnTo>
                    <a:pt x="2175199" y="651949"/>
                  </a:lnTo>
                  <a:lnTo>
                    <a:pt x="2175206" y="651954"/>
                  </a:lnTo>
                  <a:lnTo>
                    <a:pt x="2175217" y="651963"/>
                  </a:lnTo>
                  <a:lnTo>
                    <a:pt x="2175238" y="651971"/>
                  </a:lnTo>
                  <a:lnTo>
                    <a:pt x="2175260" y="651981"/>
                  </a:lnTo>
                  <a:lnTo>
                    <a:pt x="2175270" y="651987"/>
                  </a:lnTo>
                  <a:lnTo>
                    <a:pt x="2175278" y="651994"/>
                  </a:lnTo>
                  <a:lnTo>
                    <a:pt x="2175296" y="652005"/>
                  </a:lnTo>
                  <a:lnTo>
                    <a:pt x="2175290" y="652011"/>
                  </a:lnTo>
                  <a:lnTo>
                    <a:pt x="2175282" y="652012"/>
                  </a:lnTo>
                  <a:lnTo>
                    <a:pt x="2175236" y="651982"/>
                  </a:lnTo>
                  <a:lnTo>
                    <a:pt x="2175124" y="651947"/>
                  </a:lnTo>
                  <a:lnTo>
                    <a:pt x="2175081" y="651950"/>
                  </a:lnTo>
                  <a:lnTo>
                    <a:pt x="2175074" y="651949"/>
                  </a:lnTo>
                  <a:lnTo>
                    <a:pt x="2175044" y="651939"/>
                  </a:lnTo>
                  <a:lnTo>
                    <a:pt x="2175028" y="651933"/>
                  </a:lnTo>
                  <a:lnTo>
                    <a:pt x="2175015" y="651928"/>
                  </a:lnTo>
                  <a:lnTo>
                    <a:pt x="2174995" y="651920"/>
                  </a:lnTo>
                  <a:lnTo>
                    <a:pt x="2174975" y="651905"/>
                  </a:lnTo>
                  <a:lnTo>
                    <a:pt x="2174931" y="651869"/>
                  </a:lnTo>
                  <a:lnTo>
                    <a:pt x="2174895" y="651846"/>
                  </a:lnTo>
                  <a:lnTo>
                    <a:pt x="2174823" y="651815"/>
                  </a:lnTo>
                  <a:lnTo>
                    <a:pt x="2174799" y="651800"/>
                  </a:lnTo>
                  <a:lnTo>
                    <a:pt x="2174764" y="651790"/>
                  </a:lnTo>
                  <a:lnTo>
                    <a:pt x="2174726" y="651786"/>
                  </a:lnTo>
                  <a:lnTo>
                    <a:pt x="2174712" y="651789"/>
                  </a:lnTo>
                  <a:lnTo>
                    <a:pt x="2174665" y="651795"/>
                  </a:lnTo>
                  <a:lnTo>
                    <a:pt x="2174644" y="651792"/>
                  </a:lnTo>
                  <a:lnTo>
                    <a:pt x="2174618" y="651796"/>
                  </a:lnTo>
                  <a:lnTo>
                    <a:pt x="2174571" y="651805"/>
                  </a:lnTo>
                  <a:lnTo>
                    <a:pt x="2174561" y="651809"/>
                  </a:lnTo>
                  <a:lnTo>
                    <a:pt x="2174558" y="651816"/>
                  </a:lnTo>
                  <a:lnTo>
                    <a:pt x="2174551" y="651826"/>
                  </a:lnTo>
                  <a:lnTo>
                    <a:pt x="2174544" y="651836"/>
                  </a:lnTo>
                  <a:lnTo>
                    <a:pt x="2174541" y="651842"/>
                  </a:lnTo>
                  <a:lnTo>
                    <a:pt x="2174534" y="651846"/>
                  </a:lnTo>
                  <a:lnTo>
                    <a:pt x="2174530" y="651843"/>
                  </a:lnTo>
                  <a:lnTo>
                    <a:pt x="2174525" y="651839"/>
                  </a:lnTo>
                  <a:lnTo>
                    <a:pt x="2174518" y="651832"/>
                  </a:lnTo>
                  <a:lnTo>
                    <a:pt x="2174505" y="651830"/>
                  </a:lnTo>
                  <a:lnTo>
                    <a:pt x="2174500" y="651829"/>
                  </a:lnTo>
                  <a:lnTo>
                    <a:pt x="2174493" y="651829"/>
                  </a:lnTo>
                  <a:lnTo>
                    <a:pt x="2174488" y="651829"/>
                  </a:lnTo>
                  <a:lnTo>
                    <a:pt x="2174478" y="651825"/>
                  </a:lnTo>
                  <a:lnTo>
                    <a:pt x="2174469" y="651823"/>
                  </a:lnTo>
                  <a:lnTo>
                    <a:pt x="2174452" y="651821"/>
                  </a:lnTo>
                  <a:lnTo>
                    <a:pt x="2174435" y="651816"/>
                  </a:lnTo>
                  <a:lnTo>
                    <a:pt x="2174428" y="651814"/>
                  </a:lnTo>
                  <a:lnTo>
                    <a:pt x="2174418" y="651812"/>
                  </a:lnTo>
                  <a:lnTo>
                    <a:pt x="2174391" y="651807"/>
                  </a:lnTo>
                  <a:lnTo>
                    <a:pt x="2174370" y="651802"/>
                  </a:lnTo>
                  <a:lnTo>
                    <a:pt x="2174338" y="651794"/>
                  </a:lnTo>
                  <a:lnTo>
                    <a:pt x="2174324" y="651790"/>
                  </a:lnTo>
                  <a:lnTo>
                    <a:pt x="2174320" y="651789"/>
                  </a:lnTo>
                  <a:lnTo>
                    <a:pt x="2174314" y="651788"/>
                  </a:lnTo>
                  <a:lnTo>
                    <a:pt x="2174308" y="651788"/>
                  </a:lnTo>
                  <a:lnTo>
                    <a:pt x="2174302" y="651789"/>
                  </a:lnTo>
                  <a:lnTo>
                    <a:pt x="2174297" y="651790"/>
                  </a:lnTo>
                  <a:lnTo>
                    <a:pt x="2174292" y="651792"/>
                  </a:lnTo>
                  <a:lnTo>
                    <a:pt x="2174284" y="651789"/>
                  </a:lnTo>
                  <a:lnTo>
                    <a:pt x="2174268" y="651786"/>
                  </a:lnTo>
                  <a:lnTo>
                    <a:pt x="2174254" y="651787"/>
                  </a:lnTo>
                  <a:lnTo>
                    <a:pt x="2174246" y="651786"/>
                  </a:lnTo>
                  <a:lnTo>
                    <a:pt x="2174231" y="651785"/>
                  </a:lnTo>
                  <a:lnTo>
                    <a:pt x="2174212" y="651783"/>
                  </a:lnTo>
                  <a:lnTo>
                    <a:pt x="2174203" y="651783"/>
                  </a:lnTo>
                  <a:lnTo>
                    <a:pt x="2174197" y="651783"/>
                  </a:lnTo>
                  <a:lnTo>
                    <a:pt x="2174159" y="651780"/>
                  </a:lnTo>
                  <a:lnTo>
                    <a:pt x="2174145" y="651781"/>
                  </a:lnTo>
                  <a:lnTo>
                    <a:pt x="2174127" y="651782"/>
                  </a:lnTo>
                  <a:lnTo>
                    <a:pt x="2174104" y="651779"/>
                  </a:lnTo>
                  <a:lnTo>
                    <a:pt x="2174086" y="651781"/>
                  </a:lnTo>
                  <a:lnTo>
                    <a:pt x="2174059" y="651783"/>
                  </a:lnTo>
                  <a:lnTo>
                    <a:pt x="2174016" y="651787"/>
                  </a:lnTo>
                  <a:lnTo>
                    <a:pt x="2173965" y="651795"/>
                  </a:lnTo>
                  <a:lnTo>
                    <a:pt x="2173908" y="651811"/>
                  </a:lnTo>
                  <a:lnTo>
                    <a:pt x="2173869" y="651826"/>
                  </a:lnTo>
                  <a:lnTo>
                    <a:pt x="2173840" y="651841"/>
                  </a:lnTo>
                  <a:lnTo>
                    <a:pt x="2173841" y="651848"/>
                  </a:lnTo>
                  <a:lnTo>
                    <a:pt x="2173815" y="651867"/>
                  </a:lnTo>
                  <a:lnTo>
                    <a:pt x="2173808" y="651866"/>
                  </a:lnTo>
                  <a:lnTo>
                    <a:pt x="2173770" y="651878"/>
                  </a:lnTo>
                  <a:lnTo>
                    <a:pt x="2173751" y="651887"/>
                  </a:lnTo>
                  <a:lnTo>
                    <a:pt x="2173742" y="651896"/>
                  </a:lnTo>
                  <a:lnTo>
                    <a:pt x="2173737" y="651902"/>
                  </a:lnTo>
                  <a:lnTo>
                    <a:pt x="2173722" y="651929"/>
                  </a:lnTo>
                  <a:lnTo>
                    <a:pt x="2173632" y="652007"/>
                  </a:lnTo>
                  <a:lnTo>
                    <a:pt x="2173556" y="652080"/>
                  </a:lnTo>
                  <a:lnTo>
                    <a:pt x="2173415" y="652210"/>
                  </a:lnTo>
                  <a:lnTo>
                    <a:pt x="2173397" y="652206"/>
                  </a:lnTo>
                  <a:lnTo>
                    <a:pt x="2173314" y="652266"/>
                  </a:lnTo>
                  <a:lnTo>
                    <a:pt x="2173287" y="652284"/>
                  </a:lnTo>
                  <a:lnTo>
                    <a:pt x="2173212" y="652338"/>
                  </a:lnTo>
                  <a:lnTo>
                    <a:pt x="2173199" y="652348"/>
                  </a:lnTo>
                  <a:lnTo>
                    <a:pt x="2173111" y="652413"/>
                  </a:lnTo>
                  <a:lnTo>
                    <a:pt x="2173021" y="652476"/>
                  </a:lnTo>
                  <a:lnTo>
                    <a:pt x="2172964" y="652519"/>
                  </a:lnTo>
                  <a:lnTo>
                    <a:pt x="2172894" y="652576"/>
                  </a:lnTo>
                  <a:lnTo>
                    <a:pt x="2172798" y="652657"/>
                  </a:lnTo>
                  <a:lnTo>
                    <a:pt x="2172803" y="652662"/>
                  </a:lnTo>
                  <a:lnTo>
                    <a:pt x="2172712" y="652736"/>
                  </a:lnTo>
                  <a:lnTo>
                    <a:pt x="2172659" y="652783"/>
                  </a:lnTo>
                  <a:lnTo>
                    <a:pt x="2172632" y="652816"/>
                  </a:lnTo>
                  <a:lnTo>
                    <a:pt x="2172498" y="653021"/>
                  </a:lnTo>
                  <a:lnTo>
                    <a:pt x="2172484" y="653047"/>
                  </a:lnTo>
                  <a:lnTo>
                    <a:pt x="2172474" y="653069"/>
                  </a:lnTo>
                  <a:lnTo>
                    <a:pt x="2172470" y="653077"/>
                  </a:lnTo>
                  <a:lnTo>
                    <a:pt x="2172466" y="653088"/>
                  </a:lnTo>
                  <a:lnTo>
                    <a:pt x="2172461" y="653108"/>
                  </a:lnTo>
                  <a:lnTo>
                    <a:pt x="2172441" y="653141"/>
                  </a:lnTo>
                  <a:lnTo>
                    <a:pt x="2172395" y="653218"/>
                  </a:lnTo>
                  <a:lnTo>
                    <a:pt x="2172369" y="653255"/>
                  </a:lnTo>
                  <a:lnTo>
                    <a:pt x="2172359" y="653268"/>
                  </a:lnTo>
                  <a:lnTo>
                    <a:pt x="2172353" y="653275"/>
                  </a:lnTo>
                  <a:lnTo>
                    <a:pt x="2172342" y="653292"/>
                  </a:lnTo>
                  <a:lnTo>
                    <a:pt x="2172324" y="653324"/>
                  </a:lnTo>
                  <a:lnTo>
                    <a:pt x="2172321" y="653333"/>
                  </a:lnTo>
                  <a:lnTo>
                    <a:pt x="2172322" y="653339"/>
                  </a:lnTo>
                  <a:lnTo>
                    <a:pt x="2172328" y="653346"/>
                  </a:lnTo>
                  <a:lnTo>
                    <a:pt x="2172346" y="653358"/>
                  </a:lnTo>
                  <a:lnTo>
                    <a:pt x="2172364" y="653365"/>
                  </a:lnTo>
                  <a:lnTo>
                    <a:pt x="2172376" y="653376"/>
                  </a:lnTo>
                  <a:lnTo>
                    <a:pt x="2172382" y="653383"/>
                  </a:lnTo>
                  <a:lnTo>
                    <a:pt x="2172385" y="653388"/>
                  </a:lnTo>
                  <a:lnTo>
                    <a:pt x="2172391" y="653399"/>
                  </a:lnTo>
                  <a:lnTo>
                    <a:pt x="2172395" y="653406"/>
                  </a:lnTo>
                  <a:lnTo>
                    <a:pt x="2172401" y="653430"/>
                  </a:lnTo>
                  <a:lnTo>
                    <a:pt x="2172403" y="653435"/>
                  </a:lnTo>
                  <a:lnTo>
                    <a:pt x="2172408" y="653452"/>
                  </a:lnTo>
                  <a:lnTo>
                    <a:pt x="2172411" y="653465"/>
                  </a:lnTo>
                  <a:lnTo>
                    <a:pt x="2172422" y="653513"/>
                  </a:lnTo>
                  <a:lnTo>
                    <a:pt x="2172426" y="653533"/>
                  </a:lnTo>
                  <a:lnTo>
                    <a:pt x="2172432" y="653559"/>
                  </a:lnTo>
                  <a:lnTo>
                    <a:pt x="2172436" y="653575"/>
                  </a:lnTo>
                  <a:lnTo>
                    <a:pt x="2172438" y="653583"/>
                  </a:lnTo>
                  <a:lnTo>
                    <a:pt x="2172445" y="653607"/>
                  </a:lnTo>
                  <a:lnTo>
                    <a:pt x="2172448" y="653620"/>
                  </a:lnTo>
                  <a:lnTo>
                    <a:pt x="2172455" y="653641"/>
                  </a:lnTo>
                  <a:lnTo>
                    <a:pt x="2172459" y="653657"/>
                  </a:lnTo>
                  <a:lnTo>
                    <a:pt x="2172458" y="653670"/>
                  </a:lnTo>
                  <a:lnTo>
                    <a:pt x="2172459" y="653686"/>
                  </a:lnTo>
                  <a:lnTo>
                    <a:pt x="2172459" y="653699"/>
                  </a:lnTo>
                  <a:lnTo>
                    <a:pt x="2172463" y="653709"/>
                  </a:lnTo>
                  <a:lnTo>
                    <a:pt x="2172466" y="653717"/>
                  </a:lnTo>
                  <a:lnTo>
                    <a:pt x="2172471" y="653730"/>
                  </a:lnTo>
                  <a:lnTo>
                    <a:pt x="2172480" y="653747"/>
                  </a:lnTo>
                  <a:lnTo>
                    <a:pt x="2172491" y="653759"/>
                  </a:lnTo>
                  <a:lnTo>
                    <a:pt x="2172509" y="653775"/>
                  </a:lnTo>
                  <a:lnTo>
                    <a:pt x="2172532" y="653796"/>
                  </a:lnTo>
                  <a:lnTo>
                    <a:pt x="2172552" y="653812"/>
                  </a:lnTo>
                  <a:lnTo>
                    <a:pt x="2172573" y="653835"/>
                  </a:lnTo>
                  <a:lnTo>
                    <a:pt x="2172605" y="653866"/>
                  </a:lnTo>
                  <a:lnTo>
                    <a:pt x="2172636" y="653900"/>
                  </a:lnTo>
                  <a:lnTo>
                    <a:pt x="2172657" y="653926"/>
                  </a:lnTo>
                  <a:lnTo>
                    <a:pt x="2172665" y="653939"/>
                  </a:lnTo>
                  <a:lnTo>
                    <a:pt x="2172669" y="653945"/>
                  </a:lnTo>
                  <a:lnTo>
                    <a:pt x="2172677" y="653960"/>
                  </a:lnTo>
                  <a:lnTo>
                    <a:pt x="2172694" y="653986"/>
                  </a:lnTo>
                  <a:lnTo>
                    <a:pt x="2172711" y="654011"/>
                  </a:lnTo>
                  <a:lnTo>
                    <a:pt x="2172727" y="654039"/>
                  </a:lnTo>
                  <a:lnTo>
                    <a:pt x="2172740" y="654064"/>
                  </a:lnTo>
                  <a:lnTo>
                    <a:pt x="2172760" y="654106"/>
                  </a:lnTo>
                  <a:lnTo>
                    <a:pt x="2172775" y="654140"/>
                  </a:lnTo>
                  <a:lnTo>
                    <a:pt x="2172782" y="654157"/>
                  </a:lnTo>
                  <a:lnTo>
                    <a:pt x="2172787" y="654173"/>
                  </a:lnTo>
                  <a:lnTo>
                    <a:pt x="2172790" y="654185"/>
                  </a:lnTo>
                  <a:lnTo>
                    <a:pt x="2172792" y="654192"/>
                  </a:lnTo>
                  <a:lnTo>
                    <a:pt x="2172796" y="654213"/>
                  </a:lnTo>
                  <a:lnTo>
                    <a:pt x="2172798" y="654237"/>
                  </a:lnTo>
                  <a:lnTo>
                    <a:pt x="2172803" y="654273"/>
                  </a:lnTo>
                  <a:lnTo>
                    <a:pt x="2172810" y="654316"/>
                  </a:lnTo>
                  <a:lnTo>
                    <a:pt x="2172809" y="654327"/>
                  </a:lnTo>
                  <a:lnTo>
                    <a:pt x="2172805" y="654338"/>
                  </a:lnTo>
                  <a:lnTo>
                    <a:pt x="2172802" y="654346"/>
                  </a:lnTo>
                  <a:lnTo>
                    <a:pt x="2172795" y="654358"/>
                  </a:lnTo>
                  <a:lnTo>
                    <a:pt x="2172791" y="654368"/>
                  </a:lnTo>
                  <a:lnTo>
                    <a:pt x="2172787" y="654380"/>
                  </a:lnTo>
                  <a:lnTo>
                    <a:pt x="2172786" y="654387"/>
                  </a:lnTo>
                  <a:lnTo>
                    <a:pt x="2172784" y="654397"/>
                  </a:lnTo>
                  <a:lnTo>
                    <a:pt x="2172783" y="654409"/>
                  </a:lnTo>
                  <a:lnTo>
                    <a:pt x="2172781" y="654417"/>
                  </a:lnTo>
                  <a:lnTo>
                    <a:pt x="2172780" y="654422"/>
                  </a:lnTo>
                  <a:lnTo>
                    <a:pt x="2172785" y="654428"/>
                  </a:lnTo>
                  <a:lnTo>
                    <a:pt x="2172802" y="654442"/>
                  </a:lnTo>
                  <a:lnTo>
                    <a:pt x="2172805" y="654448"/>
                  </a:lnTo>
                  <a:lnTo>
                    <a:pt x="2172808" y="654456"/>
                  </a:lnTo>
                  <a:lnTo>
                    <a:pt x="2172810" y="654468"/>
                  </a:lnTo>
                  <a:lnTo>
                    <a:pt x="2172808" y="654524"/>
                  </a:lnTo>
                  <a:lnTo>
                    <a:pt x="2172806" y="654561"/>
                  </a:lnTo>
                  <a:lnTo>
                    <a:pt x="2172808" y="654575"/>
                  </a:lnTo>
                  <a:lnTo>
                    <a:pt x="2172813" y="654598"/>
                  </a:lnTo>
                  <a:lnTo>
                    <a:pt x="2172817" y="654621"/>
                  </a:lnTo>
                  <a:lnTo>
                    <a:pt x="2172819" y="654643"/>
                  </a:lnTo>
                  <a:lnTo>
                    <a:pt x="2172819" y="654650"/>
                  </a:lnTo>
                  <a:lnTo>
                    <a:pt x="2172822" y="654671"/>
                  </a:lnTo>
                  <a:lnTo>
                    <a:pt x="2172823" y="654695"/>
                  </a:lnTo>
                  <a:lnTo>
                    <a:pt x="2172828" y="654729"/>
                  </a:lnTo>
                  <a:lnTo>
                    <a:pt x="2172827" y="654771"/>
                  </a:lnTo>
                  <a:lnTo>
                    <a:pt x="2172813" y="654825"/>
                  </a:lnTo>
                  <a:lnTo>
                    <a:pt x="2172784" y="654880"/>
                  </a:lnTo>
                  <a:lnTo>
                    <a:pt x="2172766" y="654914"/>
                  </a:lnTo>
                  <a:lnTo>
                    <a:pt x="2172751" y="654936"/>
                  </a:lnTo>
                  <a:lnTo>
                    <a:pt x="2172722" y="654966"/>
                  </a:lnTo>
                  <a:lnTo>
                    <a:pt x="2172682" y="655000"/>
                  </a:lnTo>
                  <a:lnTo>
                    <a:pt x="2172671" y="655011"/>
                  </a:lnTo>
                  <a:lnTo>
                    <a:pt x="2172661" y="655029"/>
                  </a:lnTo>
                  <a:lnTo>
                    <a:pt x="2172654" y="655059"/>
                  </a:lnTo>
                  <a:lnTo>
                    <a:pt x="2172651" y="655108"/>
                  </a:lnTo>
                  <a:lnTo>
                    <a:pt x="2172647" y="655165"/>
                  </a:lnTo>
                  <a:lnTo>
                    <a:pt x="2172644" y="655198"/>
                  </a:lnTo>
                  <a:lnTo>
                    <a:pt x="2172643" y="655204"/>
                  </a:lnTo>
                  <a:lnTo>
                    <a:pt x="2172642" y="655225"/>
                  </a:lnTo>
                  <a:lnTo>
                    <a:pt x="2172645" y="655251"/>
                  </a:lnTo>
                  <a:lnTo>
                    <a:pt x="2172656" y="655281"/>
                  </a:lnTo>
                  <a:lnTo>
                    <a:pt x="2172658" y="655293"/>
                  </a:lnTo>
                  <a:lnTo>
                    <a:pt x="2172680" y="655389"/>
                  </a:lnTo>
                  <a:lnTo>
                    <a:pt x="2172705" y="655511"/>
                  </a:lnTo>
                  <a:lnTo>
                    <a:pt x="2172709" y="655520"/>
                  </a:lnTo>
                  <a:lnTo>
                    <a:pt x="2172722" y="655539"/>
                  </a:lnTo>
                  <a:lnTo>
                    <a:pt x="2172732" y="655555"/>
                  </a:lnTo>
                  <a:lnTo>
                    <a:pt x="2172746" y="655572"/>
                  </a:lnTo>
                  <a:lnTo>
                    <a:pt x="2172754" y="655587"/>
                  </a:lnTo>
                  <a:lnTo>
                    <a:pt x="2172758" y="655601"/>
                  </a:lnTo>
                  <a:lnTo>
                    <a:pt x="2172757" y="655613"/>
                  </a:lnTo>
                  <a:lnTo>
                    <a:pt x="2172760" y="655620"/>
                  </a:lnTo>
                  <a:lnTo>
                    <a:pt x="2172766" y="655632"/>
                  </a:lnTo>
                  <a:lnTo>
                    <a:pt x="2172767" y="655637"/>
                  </a:lnTo>
                  <a:lnTo>
                    <a:pt x="2172767" y="655644"/>
                  </a:lnTo>
                  <a:lnTo>
                    <a:pt x="2172768" y="655655"/>
                  </a:lnTo>
                  <a:lnTo>
                    <a:pt x="2172776" y="655686"/>
                  </a:lnTo>
                  <a:lnTo>
                    <a:pt x="2172799" y="655772"/>
                  </a:lnTo>
                  <a:lnTo>
                    <a:pt x="2172824" y="655852"/>
                  </a:lnTo>
                  <a:lnTo>
                    <a:pt x="2172847" y="655908"/>
                  </a:lnTo>
                  <a:lnTo>
                    <a:pt x="2172853" y="655913"/>
                  </a:lnTo>
                  <a:lnTo>
                    <a:pt x="2172870" y="656001"/>
                  </a:lnTo>
                  <a:lnTo>
                    <a:pt x="2172897" y="656145"/>
                  </a:lnTo>
                  <a:lnTo>
                    <a:pt x="2172891" y="656152"/>
                  </a:lnTo>
                  <a:lnTo>
                    <a:pt x="2172892" y="656160"/>
                  </a:lnTo>
                  <a:lnTo>
                    <a:pt x="2172890" y="656167"/>
                  </a:lnTo>
                  <a:lnTo>
                    <a:pt x="2172885" y="656175"/>
                  </a:lnTo>
                  <a:lnTo>
                    <a:pt x="2172881" y="656198"/>
                  </a:lnTo>
                  <a:lnTo>
                    <a:pt x="2172880" y="656203"/>
                  </a:lnTo>
                  <a:lnTo>
                    <a:pt x="2172875" y="656236"/>
                  </a:lnTo>
                  <a:lnTo>
                    <a:pt x="2172874" y="656266"/>
                  </a:lnTo>
                  <a:lnTo>
                    <a:pt x="2172876" y="656304"/>
                  </a:lnTo>
                  <a:lnTo>
                    <a:pt x="2172879" y="656333"/>
                  </a:lnTo>
                  <a:lnTo>
                    <a:pt x="2172878" y="656354"/>
                  </a:lnTo>
                  <a:lnTo>
                    <a:pt x="2172875" y="656374"/>
                  </a:lnTo>
                  <a:lnTo>
                    <a:pt x="2172874" y="656390"/>
                  </a:lnTo>
                  <a:lnTo>
                    <a:pt x="2172872" y="656412"/>
                  </a:lnTo>
                  <a:lnTo>
                    <a:pt x="2172872" y="656466"/>
                  </a:lnTo>
                  <a:lnTo>
                    <a:pt x="2172870" y="656497"/>
                  </a:lnTo>
                  <a:lnTo>
                    <a:pt x="2172867" y="656523"/>
                  </a:lnTo>
                  <a:lnTo>
                    <a:pt x="2172861" y="656562"/>
                  </a:lnTo>
                  <a:lnTo>
                    <a:pt x="2172856" y="656603"/>
                  </a:lnTo>
                  <a:lnTo>
                    <a:pt x="2172855" y="656631"/>
                  </a:lnTo>
                  <a:lnTo>
                    <a:pt x="2172847" y="656659"/>
                  </a:lnTo>
                  <a:lnTo>
                    <a:pt x="2172839" y="656679"/>
                  </a:lnTo>
                  <a:lnTo>
                    <a:pt x="2172827" y="656723"/>
                  </a:lnTo>
                  <a:lnTo>
                    <a:pt x="2172816" y="656764"/>
                  </a:lnTo>
                  <a:lnTo>
                    <a:pt x="2172811" y="656795"/>
                  </a:lnTo>
                  <a:lnTo>
                    <a:pt x="2172799" y="656829"/>
                  </a:lnTo>
                  <a:lnTo>
                    <a:pt x="2172793" y="656851"/>
                  </a:lnTo>
                  <a:lnTo>
                    <a:pt x="2172771" y="656915"/>
                  </a:lnTo>
                  <a:lnTo>
                    <a:pt x="2172760" y="656949"/>
                  </a:lnTo>
                  <a:lnTo>
                    <a:pt x="2172753" y="656971"/>
                  </a:lnTo>
                  <a:lnTo>
                    <a:pt x="2172752" y="656985"/>
                  </a:lnTo>
                  <a:lnTo>
                    <a:pt x="2172743" y="657007"/>
                  </a:lnTo>
                  <a:lnTo>
                    <a:pt x="2172733" y="657034"/>
                  </a:lnTo>
                  <a:lnTo>
                    <a:pt x="2172721" y="657062"/>
                  </a:lnTo>
                  <a:lnTo>
                    <a:pt x="2172712" y="657082"/>
                  </a:lnTo>
                  <a:lnTo>
                    <a:pt x="2172698" y="657112"/>
                  </a:lnTo>
                  <a:lnTo>
                    <a:pt x="2172697" y="657118"/>
                  </a:lnTo>
                  <a:lnTo>
                    <a:pt x="2172694" y="657122"/>
                  </a:lnTo>
                  <a:lnTo>
                    <a:pt x="2172686" y="657127"/>
                  </a:lnTo>
                  <a:lnTo>
                    <a:pt x="2172676" y="657133"/>
                  </a:lnTo>
                  <a:lnTo>
                    <a:pt x="2172671" y="657140"/>
                  </a:lnTo>
                  <a:lnTo>
                    <a:pt x="2172641" y="657187"/>
                  </a:lnTo>
                  <a:lnTo>
                    <a:pt x="2172631" y="657207"/>
                  </a:lnTo>
                  <a:lnTo>
                    <a:pt x="2172630" y="657215"/>
                  </a:lnTo>
                  <a:lnTo>
                    <a:pt x="2172627" y="657223"/>
                  </a:lnTo>
                  <a:lnTo>
                    <a:pt x="2172618" y="657239"/>
                  </a:lnTo>
                  <a:lnTo>
                    <a:pt x="2172615" y="657248"/>
                  </a:lnTo>
                  <a:lnTo>
                    <a:pt x="2172610" y="657260"/>
                  </a:lnTo>
                  <a:lnTo>
                    <a:pt x="2172602" y="657272"/>
                  </a:lnTo>
                  <a:lnTo>
                    <a:pt x="2172595" y="657286"/>
                  </a:lnTo>
                  <a:lnTo>
                    <a:pt x="2172586" y="657302"/>
                  </a:lnTo>
                  <a:lnTo>
                    <a:pt x="2172571" y="657329"/>
                  </a:lnTo>
                  <a:lnTo>
                    <a:pt x="2172548" y="657371"/>
                  </a:lnTo>
                  <a:lnTo>
                    <a:pt x="2172541" y="657387"/>
                  </a:lnTo>
                  <a:lnTo>
                    <a:pt x="2172529" y="657403"/>
                  </a:lnTo>
                  <a:lnTo>
                    <a:pt x="2172524" y="657409"/>
                  </a:lnTo>
                  <a:lnTo>
                    <a:pt x="2172514" y="657422"/>
                  </a:lnTo>
                  <a:lnTo>
                    <a:pt x="2172502" y="657446"/>
                  </a:lnTo>
                  <a:lnTo>
                    <a:pt x="2172493" y="657471"/>
                  </a:lnTo>
                  <a:lnTo>
                    <a:pt x="2172488" y="657476"/>
                  </a:lnTo>
                  <a:lnTo>
                    <a:pt x="2172485" y="657480"/>
                  </a:lnTo>
                  <a:lnTo>
                    <a:pt x="2172473" y="657505"/>
                  </a:lnTo>
                  <a:lnTo>
                    <a:pt x="2172466" y="657520"/>
                  </a:lnTo>
                  <a:lnTo>
                    <a:pt x="2172454" y="657547"/>
                  </a:lnTo>
                  <a:lnTo>
                    <a:pt x="2172444" y="657572"/>
                  </a:lnTo>
                  <a:lnTo>
                    <a:pt x="2172438" y="657591"/>
                  </a:lnTo>
                  <a:lnTo>
                    <a:pt x="2172432" y="657606"/>
                  </a:lnTo>
                  <a:lnTo>
                    <a:pt x="2172415" y="657648"/>
                  </a:lnTo>
                  <a:lnTo>
                    <a:pt x="2172394" y="657712"/>
                  </a:lnTo>
                  <a:lnTo>
                    <a:pt x="2172389" y="657723"/>
                  </a:lnTo>
                  <a:lnTo>
                    <a:pt x="2172387" y="657731"/>
                  </a:lnTo>
                  <a:lnTo>
                    <a:pt x="2172382" y="657743"/>
                  </a:lnTo>
                  <a:lnTo>
                    <a:pt x="2172379" y="657751"/>
                  </a:lnTo>
                  <a:lnTo>
                    <a:pt x="2172372" y="657762"/>
                  </a:lnTo>
                  <a:lnTo>
                    <a:pt x="2172364" y="657769"/>
                  </a:lnTo>
                  <a:lnTo>
                    <a:pt x="2172362" y="657779"/>
                  </a:lnTo>
                  <a:lnTo>
                    <a:pt x="2172350" y="657807"/>
                  </a:lnTo>
                  <a:lnTo>
                    <a:pt x="2172346" y="657818"/>
                  </a:lnTo>
                  <a:lnTo>
                    <a:pt x="2172338" y="657842"/>
                  </a:lnTo>
                  <a:lnTo>
                    <a:pt x="2172337" y="657847"/>
                  </a:lnTo>
                  <a:lnTo>
                    <a:pt x="2172334" y="657858"/>
                  </a:lnTo>
                  <a:lnTo>
                    <a:pt x="2172331" y="657869"/>
                  </a:lnTo>
                  <a:lnTo>
                    <a:pt x="2172331" y="657879"/>
                  </a:lnTo>
                  <a:lnTo>
                    <a:pt x="2172303" y="657937"/>
                  </a:lnTo>
                  <a:lnTo>
                    <a:pt x="2172297" y="657946"/>
                  </a:lnTo>
                  <a:lnTo>
                    <a:pt x="2172294" y="657951"/>
                  </a:lnTo>
                  <a:lnTo>
                    <a:pt x="2172288" y="657965"/>
                  </a:lnTo>
                  <a:lnTo>
                    <a:pt x="2172286" y="657975"/>
                  </a:lnTo>
                  <a:lnTo>
                    <a:pt x="2172283" y="657986"/>
                  </a:lnTo>
                  <a:lnTo>
                    <a:pt x="2172282" y="657994"/>
                  </a:lnTo>
                  <a:lnTo>
                    <a:pt x="2172275" y="658007"/>
                  </a:lnTo>
                  <a:lnTo>
                    <a:pt x="2172269" y="658027"/>
                  </a:lnTo>
                  <a:lnTo>
                    <a:pt x="2172267" y="658033"/>
                  </a:lnTo>
                  <a:lnTo>
                    <a:pt x="2172265" y="658054"/>
                  </a:lnTo>
                  <a:lnTo>
                    <a:pt x="2172264" y="658068"/>
                  </a:lnTo>
                  <a:lnTo>
                    <a:pt x="2172260" y="658084"/>
                  </a:lnTo>
                  <a:lnTo>
                    <a:pt x="2172255" y="658111"/>
                  </a:lnTo>
                  <a:lnTo>
                    <a:pt x="2172253" y="658128"/>
                  </a:lnTo>
                  <a:lnTo>
                    <a:pt x="2172251" y="658138"/>
                  </a:lnTo>
                  <a:lnTo>
                    <a:pt x="2172247" y="658152"/>
                  </a:lnTo>
                  <a:lnTo>
                    <a:pt x="2172243" y="658163"/>
                  </a:lnTo>
                  <a:lnTo>
                    <a:pt x="2172241" y="658171"/>
                  </a:lnTo>
                  <a:lnTo>
                    <a:pt x="2172235" y="658188"/>
                  </a:lnTo>
                  <a:lnTo>
                    <a:pt x="2172230" y="658201"/>
                  </a:lnTo>
                  <a:lnTo>
                    <a:pt x="2172227" y="658212"/>
                  </a:lnTo>
                  <a:lnTo>
                    <a:pt x="2172223" y="658220"/>
                  </a:lnTo>
                  <a:lnTo>
                    <a:pt x="2172220" y="658231"/>
                  </a:lnTo>
                  <a:lnTo>
                    <a:pt x="2172217" y="658241"/>
                  </a:lnTo>
                  <a:lnTo>
                    <a:pt x="2172206" y="658263"/>
                  </a:lnTo>
                  <a:lnTo>
                    <a:pt x="2172204" y="658268"/>
                  </a:lnTo>
                  <a:lnTo>
                    <a:pt x="2172202" y="658273"/>
                  </a:lnTo>
                  <a:lnTo>
                    <a:pt x="2172196" y="658295"/>
                  </a:lnTo>
                  <a:lnTo>
                    <a:pt x="2172194" y="658305"/>
                  </a:lnTo>
                  <a:lnTo>
                    <a:pt x="2172190" y="658331"/>
                  </a:lnTo>
                  <a:lnTo>
                    <a:pt x="2172193" y="658379"/>
                  </a:lnTo>
                  <a:lnTo>
                    <a:pt x="2172193" y="658390"/>
                  </a:lnTo>
                  <a:lnTo>
                    <a:pt x="2172194" y="658402"/>
                  </a:lnTo>
                  <a:lnTo>
                    <a:pt x="2172199" y="658521"/>
                  </a:lnTo>
                  <a:lnTo>
                    <a:pt x="2172200" y="658546"/>
                  </a:lnTo>
                  <a:lnTo>
                    <a:pt x="2172202" y="658592"/>
                  </a:lnTo>
                  <a:lnTo>
                    <a:pt x="2172208" y="658617"/>
                  </a:lnTo>
                  <a:lnTo>
                    <a:pt x="2172210" y="658627"/>
                  </a:lnTo>
                  <a:lnTo>
                    <a:pt x="2172213" y="658634"/>
                  </a:lnTo>
                  <a:lnTo>
                    <a:pt x="2172216" y="658647"/>
                  </a:lnTo>
                  <a:lnTo>
                    <a:pt x="2172221" y="658663"/>
                  </a:lnTo>
                  <a:lnTo>
                    <a:pt x="2172225" y="658672"/>
                  </a:lnTo>
                  <a:lnTo>
                    <a:pt x="2172228" y="658683"/>
                  </a:lnTo>
                  <a:lnTo>
                    <a:pt x="2172233" y="658711"/>
                  </a:lnTo>
                  <a:lnTo>
                    <a:pt x="2172232" y="658725"/>
                  </a:lnTo>
                  <a:lnTo>
                    <a:pt x="2172237" y="658782"/>
                  </a:lnTo>
                  <a:lnTo>
                    <a:pt x="2172238" y="658802"/>
                  </a:lnTo>
                  <a:lnTo>
                    <a:pt x="2172244" y="658868"/>
                  </a:lnTo>
                  <a:lnTo>
                    <a:pt x="2172242" y="658934"/>
                  </a:lnTo>
                  <a:lnTo>
                    <a:pt x="2172243" y="658944"/>
                  </a:lnTo>
                  <a:lnTo>
                    <a:pt x="2172243" y="658955"/>
                  </a:lnTo>
                  <a:lnTo>
                    <a:pt x="2172244" y="658962"/>
                  </a:lnTo>
                  <a:lnTo>
                    <a:pt x="2172247" y="658995"/>
                  </a:lnTo>
                  <a:lnTo>
                    <a:pt x="2172252" y="659012"/>
                  </a:lnTo>
                  <a:lnTo>
                    <a:pt x="2172253" y="659020"/>
                  </a:lnTo>
                  <a:lnTo>
                    <a:pt x="2172258" y="659029"/>
                  </a:lnTo>
                  <a:lnTo>
                    <a:pt x="2172263" y="659045"/>
                  </a:lnTo>
                  <a:lnTo>
                    <a:pt x="2172266" y="659057"/>
                  </a:lnTo>
                  <a:lnTo>
                    <a:pt x="2172268" y="659071"/>
                  </a:lnTo>
                  <a:lnTo>
                    <a:pt x="2172268" y="659085"/>
                  </a:lnTo>
                  <a:lnTo>
                    <a:pt x="2172269" y="659093"/>
                  </a:lnTo>
                  <a:lnTo>
                    <a:pt x="2172270" y="659103"/>
                  </a:lnTo>
                  <a:lnTo>
                    <a:pt x="2172270" y="659108"/>
                  </a:lnTo>
                  <a:lnTo>
                    <a:pt x="2172273" y="659137"/>
                  </a:lnTo>
                  <a:lnTo>
                    <a:pt x="2172273" y="659162"/>
                  </a:lnTo>
                  <a:lnTo>
                    <a:pt x="2172274" y="659175"/>
                  </a:lnTo>
                  <a:lnTo>
                    <a:pt x="2172273" y="659197"/>
                  </a:lnTo>
                  <a:lnTo>
                    <a:pt x="2172270" y="659233"/>
                  </a:lnTo>
                  <a:lnTo>
                    <a:pt x="2172269" y="659247"/>
                  </a:lnTo>
                  <a:lnTo>
                    <a:pt x="2172265" y="659268"/>
                  </a:lnTo>
                  <a:lnTo>
                    <a:pt x="2172259" y="659298"/>
                  </a:lnTo>
                  <a:lnTo>
                    <a:pt x="2172256" y="659310"/>
                  </a:lnTo>
                  <a:lnTo>
                    <a:pt x="2172254" y="659318"/>
                  </a:lnTo>
                  <a:lnTo>
                    <a:pt x="2172250" y="659332"/>
                  </a:lnTo>
                  <a:lnTo>
                    <a:pt x="2172247" y="659342"/>
                  </a:lnTo>
                  <a:lnTo>
                    <a:pt x="2172240" y="659353"/>
                  </a:lnTo>
                  <a:lnTo>
                    <a:pt x="2172230" y="659370"/>
                  </a:lnTo>
                  <a:lnTo>
                    <a:pt x="2172230" y="659375"/>
                  </a:lnTo>
                  <a:lnTo>
                    <a:pt x="2172237" y="659378"/>
                  </a:lnTo>
                  <a:lnTo>
                    <a:pt x="2172254" y="659385"/>
                  </a:lnTo>
                  <a:lnTo>
                    <a:pt x="2172266" y="659393"/>
                  </a:lnTo>
                  <a:lnTo>
                    <a:pt x="2172293" y="659407"/>
                  </a:lnTo>
                  <a:lnTo>
                    <a:pt x="2172303" y="659410"/>
                  </a:lnTo>
                  <a:lnTo>
                    <a:pt x="2172313" y="659421"/>
                  </a:lnTo>
                  <a:lnTo>
                    <a:pt x="2172325" y="659434"/>
                  </a:lnTo>
                  <a:lnTo>
                    <a:pt x="2172340" y="659467"/>
                  </a:lnTo>
                  <a:lnTo>
                    <a:pt x="2172358" y="659503"/>
                  </a:lnTo>
                  <a:lnTo>
                    <a:pt x="2172383" y="659536"/>
                  </a:lnTo>
                  <a:lnTo>
                    <a:pt x="2172395" y="659553"/>
                  </a:lnTo>
                  <a:lnTo>
                    <a:pt x="2172395" y="659561"/>
                  </a:lnTo>
                  <a:lnTo>
                    <a:pt x="2172395" y="659576"/>
                  </a:lnTo>
                  <a:lnTo>
                    <a:pt x="2172387" y="659606"/>
                  </a:lnTo>
                  <a:lnTo>
                    <a:pt x="2172380" y="659636"/>
                  </a:lnTo>
                  <a:lnTo>
                    <a:pt x="2172380" y="659669"/>
                  </a:lnTo>
                  <a:lnTo>
                    <a:pt x="2172380" y="659694"/>
                  </a:lnTo>
                  <a:lnTo>
                    <a:pt x="2172379" y="659727"/>
                  </a:lnTo>
                  <a:lnTo>
                    <a:pt x="2172382" y="659747"/>
                  </a:lnTo>
                  <a:lnTo>
                    <a:pt x="2172378" y="659767"/>
                  </a:lnTo>
                  <a:lnTo>
                    <a:pt x="2172363" y="659791"/>
                  </a:lnTo>
                  <a:lnTo>
                    <a:pt x="2172342" y="659819"/>
                  </a:lnTo>
                  <a:lnTo>
                    <a:pt x="2172336" y="659832"/>
                  </a:lnTo>
                  <a:lnTo>
                    <a:pt x="2172334" y="659852"/>
                  </a:lnTo>
                  <a:lnTo>
                    <a:pt x="2172338" y="659862"/>
                  </a:lnTo>
                  <a:lnTo>
                    <a:pt x="2172344" y="659870"/>
                  </a:lnTo>
                  <a:lnTo>
                    <a:pt x="2172349" y="659875"/>
                  </a:lnTo>
                  <a:lnTo>
                    <a:pt x="2172355" y="659880"/>
                  </a:lnTo>
                  <a:lnTo>
                    <a:pt x="2172360" y="659884"/>
                  </a:lnTo>
                  <a:lnTo>
                    <a:pt x="2172354" y="659886"/>
                  </a:lnTo>
                  <a:lnTo>
                    <a:pt x="2172349" y="659890"/>
                  </a:lnTo>
                  <a:lnTo>
                    <a:pt x="2172344" y="659887"/>
                  </a:lnTo>
                  <a:lnTo>
                    <a:pt x="2172334" y="659880"/>
                  </a:lnTo>
                  <a:lnTo>
                    <a:pt x="2172324" y="659868"/>
                  </a:lnTo>
                  <a:lnTo>
                    <a:pt x="2172321" y="659851"/>
                  </a:lnTo>
                  <a:lnTo>
                    <a:pt x="2172320" y="659830"/>
                  </a:lnTo>
                  <a:lnTo>
                    <a:pt x="2172326" y="659812"/>
                  </a:lnTo>
                  <a:lnTo>
                    <a:pt x="2172341" y="659794"/>
                  </a:lnTo>
                  <a:lnTo>
                    <a:pt x="2172356" y="659778"/>
                  </a:lnTo>
                  <a:lnTo>
                    <a:pt x="2172363" y="659761"/>
                  </a:lnTo>
                  <a:lnTo>
                    <a:pt x="2172366" y="659744"/>
                  </a:lnTo>
                  <a:lnTo>
                    <a:pt x="2172365" y="659684"/>
                  </a:lnTo>
                  <a:lnTo>
                    <a:pt x="2172364" y="659649"/>
                  </a:lnTo>
                  <a:lnTo>
                    <a:pt x="2172364" y="659617"/>
                  </a:lnTo>
                  <a:lnTo>
                    <a:pt x="2172367" y="659603"/>
                  </a:lnTo>
                  <a:lnTo>
                    <a:pt x="2172372" y="659588"/>
                  </a:lnTo>
                  <a:lnTo>
                    <a:pt x="2172375" y="659579"/>
                  </a:lnTo>
                  <a:lnTo>
                    <a:pt x="2172376" y="659565"/>
                  </a:lnTo>
                  <a:lnTo>
                    <a:pt x="2172371" y="659549"/>
                  </a:lnTo>
                  <a:lnTo>
                    <a:pt x="2172340" y="659510"/>
                  </a:lnTo>
                  <a:lnTo>
                    <a:pt x="2172329" y="659489"/>
                  </a:lnTo>
                  <a:lnTo>
                    <a:pt x="2172312" y="659450"/>
                  </a:lnTo>
                  <a:lnTo>
                    <a:pt x="2172299" y="659436"/>
                  </a:lnTo>
                  <a:lnTo>
                    <a:pt x="2172280" y="659426"/>
                  </a:lnTo>
                  <a:lnTo>
                    <a:pt x="2172260" y="659417"/>
                  </a:lnTo>
                  <a:lnTo>
                    <a:pt x="2172241" y="659411"/>
                  </a:lnTo>
                  <a:lnTo>
                    <a:pt x="2172232" y="659407"/>
                  </a:lnTo>
                  <a:lnTo>
                    <a:pt x="2172217" y="659400"/>
                  </a:lnTo>
                  <a:lnTo>
                    <a:pt x="2172210" y="659400"/>
                  </a:lnTo>
                  <a:lnTo>
                    <a:pt x="2172203" y="659404"/>
                  </a:lnTo>
                  <a:lnTo>
                    <a:pt x="2172196" y="659408"/>
                  </a:lnTo>
                  <a:lnTo>
                    <a:pt x="2172191" y="659415"/>
                  </a:lnTo>
                  <a:lnTo>
                    <a:pt x="2172178" y="659424"/>
                  </a:lnTo>
                  <a:lnTo>
                    <a:pt x="2172169" y="659431"/>
                  </a:lnTo>
                  <a:lnTo>
                    <a:pt x="2172166" y="659434"/>
                  </a:lnTo>
                  <a:lnTo>
                    <a:pt x="2172161" y="659437"/>
                  </a:lnTo>
                  <a:lnTo>
                    <a:pt x="2172143" y="659454"/>
                  </a:lnTo>
                  <a:lnTo>
                    <a:pt x="2172107" y="659483"/>
                  </a:lnTo>
                  <a:lnTo>
                    <a:pt x="2172096" y="659491"/>
                  </a:lnTo>
                  <a:lnTo>
                    <a:pt x="2172088" y="659496"/>
                  </a:lnTo>
                  <a:lnTo>
                    <a:pt x="2172059" y="659516"/>
                  </a:lnTo>
                  <a:lnTo>
                    <a:pt x="2172052" y="659522"/>
                  </a:lnTo>
                  <a:lnTo>
                    <a:pt x="2172046" y="659527"/>
                  </a:lnTo>
                  <a:lnTo>
                    <a:pt x="2172032" y="659541"/>
                  </a:lnTo>
                  <a:lnTo>
                    <a:pt x="2172023" y="659550"/>
                  </a:lnTo>
                  <a:lnTo>
                    <a:pt x="2172011" y="659561"/>
                  </a:lnTo>
                  <a:lnTo>
                    <a:pt x="2172002" y="659570"/>
                  </a:lnTo>
                  <a:lnTo>
                    <a:pt x="2171992" y="659580"/>
                  </a:lnTo>
                  <a:lnTo>
                    <a:pt x="2171982" y="659589"/>
                  </a:lnTo>
                  <a:lnTo>
                    <a:pt x="2171973" y="659598"/>
                  </a:lnTo>
                  <a:lnTo>
                    <a:pt x="2171966" y="659606"/>
                  </a:lnTo>
                  <a:lnTo>
                    <a:pt x="2171958" y="659614"/>
                  </a:lnTo>
                  <a:lnTo>
                    <a:pt x="2171951" y="659623"/>
                  </a:lnTo>
                  <a:lnTo>
                    <a:pt x="2171944" y="659630"/>
                  </a:lnTo>
                  <a:lnTo>
                    <a:pt x="2171924" y="659655"/>
                  </a:lnTo>
                  <a:lnTo>
                    <a:pt x="2171919" y="659661"/>
                  </a:lnTo>
                  <a:lnTo>
                    <a:pt x="2171912" y="659666"/>
                  </a:lnTo>
                  <a:lnTo>
                    <a:pt x="2171906" y="659671"/>
                  </a:lnTo>
                  <a:lnTo>
                    <a:pt x="2171899" y="659677"/>
                  </a:lnTo>
                  <a:lnTo>
                    <a:pt x="2171886" y="659686"/>
                  </a:lnTo>
                  <a:lnTo>
                    <a:pt x="2171875" y="659696"/>
                  </a:lnTo>
                  <a:lnTo>
                    <a:pt x="2171858" y="659711"/>
                  </a:lnTo>
                  <a:lnTo>
                    <a:pt x="2171849" y="659718"/>
                  </a:lnTo>
                  <a:lnTo>
                    <a:pt x="2171834" y="659730"/>
                  </a:lnTo>
                  <a:lnTo>
                    <a:pt x="2171825" y="659735"/>
                  </a:lnTo>
                  <a:lnTo>
                    <a:pt x="2171821" y="659740"/>
                  </a:lnTo>
                  <a:lnTo>
                    <a:pt x="2171797" y="659755"/>
                  </a:lnTo>
                  <a:lnTo>
                    <a:pt x="2171788" y="659762"/>
                  </a:lnTo>
                  <a:lnTo>
                    <a:pt x="2171757" y="659791"/>
                  </a:lnTo>
                  <a:lnTo>
                    <a:pt x="2171747" y="659803"/>
                  </a:lnTo>
                  <a:lnTo>
                    <a:pt x="2171736" y="659815"/>
                  </a:lnTo>
                  <a:lnTo>
                    <a:pt x="2171723" y="659830"/>
                  </a:lnTo>
                  <a:lnTo>
                    <a:pt x="2171708" y="659845"/>
                  </a:lnTo>
                  <a:lnTo>
                    <a:pt x="2171702" y="659852"/>
                  </a:lnTo>
                  <a:lnTo>
                    <a:pt x="2171696" y="659859"/>
                  </a:lnTo>
                  <a:lnTo>
                    <a:pt x="2171678" y="659881"/>
                  </a:lnTo>
                  <a:lnTo>
                    <a:pt x="2171651" y="659911"/>
                  </a:lnTo>
                  <a:lnTo>
                    <a:pt x="2171635" y="659929"/>
                  </a:lnTo>
                  <a:lnTo>
                    <a:pt x="2171627" y="659937"/>
                  </a:lnTo>
                  <a:lnTo>
                    <a:pt x="2171617" y="659950"/>
                  </a:lnTo>
                  <a:lnTo>
                    <a:pt x="2171598" y="659973"/>
                  </a:lnTo>
                  <a:lnTo>
                    <a:pt x="2171584" y="659989"/>
                  </a:lnTo>
                  <a:lnTo>
                    <a:pt x="2171555" y="660022"/>
                  </a:lnTo>
                  <a:lnTo>
                    <a:pt x="2171546" y="660032"/>
                  </a:lnTo>
                  <a:lnTo>
                    <a:pt x="2171541" y="660039"/>
                  </a:lnTo>
                  <a:lnTo>
                    <a:pt x="2171527" y="660055"/>
                  </a:lnTo>
                  <a:lnTo>
                    <a:pt x="2171509" y="660075"/>
                  </a:lnTo>
                  <a:lnTo>
                    <a:pt x="2171506" y="660079"/>
                  </a:lnTo>
                  <a:lnTo>
                    <a:pt x="2171492" y="660095"/>
                  </a:lnTo>
                  <a:lnTo>
                    <a:pt x="2171473" y="660113"/>
                  </a:lnTo>
                  <a:lnTo>
                    <a:pt x="2171460" y="660127"/>
                  </a:lnTo>
                  <a:lnTo>
                    <a:pt x="2171445" y="660142"/>
                  </a:lnTo>
                  <a:lnTo>
                    <a:pt x="2171381" y="660205"/>
                  </a:lnTo>
                  <a:lnTo>
                    <a:pt x="2171368" y="660219"/>
                  </a:lnTo>
                  <a:lnTo>
                    <a:pt x="2171358" y="660230"/>
                  </a:lnTo>
                  <a:lnTo>
                    <a:pt x="2171344" y="660243"/>
                  </a:lnTo>
                  <a:lnTo>
                    <a:pt x="2171332" y="660257"/>
                  </a:lnTo>
                  <a:lnTo>
                    <a:pt x="2171325" y="660267"/>
                  </a:lnTo>
                  <a:lnTo>
                    <a:pt x="2171318" y="660276"/>
                  </a:lnTo>
                  <a:lnTo>
                    <a:pt x="2171312" y="660282"/>
                  </a:lnTo>
                  <a:lnTo>
                    <a:pt x="2171308" y="660285"/>
                  </a:lnTo>
                  <a:lnTo>
                    <a:pt x="2171301" y="660292"/>
                  </a:lnTo>
                  <a:lnTo>
                    <a:pt x="2171294" y="660297"/>
                  </a:lnTo>
                  <a:lnTo>
                    <a:pt x="2171260" y="660331"/>
                  </a:lnTo>
                  <a:lnTo>
                    <a:pt x="2171249" y="660341"/>
                  </a:lnTo>
                  <a:lnTo>
                    <a:pt x="2171242" y="660352"/>
                  </a:lnTo>
                  <a:lnTo>
                    <a:pt x="2171237" y="660358"/>
                  </a:lnTo>
                  <a:lnTo>
                    <a:pt x="2171228" y="660368"/>
                  </a:lnTo>
                  <a:lnTo>
                    <a:pt x="2171215" y="660383"/>
                  </a:lnTo>
                  <a:lnTo>
                    <a:pt x="2171200" y="660401"/>
                  </a:lnTo>
                  <a:lnTo>
                    <a:pt x="2171188" y="660417"/>
                  </a:lnTo>
                  <a:lnTo>
                    <a:pt x="2171170" y="660439"/>
                  </a:lnTo>
                  <a:lnTo>
                    <a:pt x="2171153" y="660458"/>
                  </a:lnTo>
                  <a:lnTo>
                    <a:pt x="2171145" y="660468"/>
                  </a:lnTo>
                  <a:lnTo>
                    <a:pt x="2171133" y="660476"/>
                  </a:lnTo>
                  <a:lnTo>
                    <a:pt x="2171126" y="660489"/>
                  </a:lnTo>
                  <a:lnTo>
                    <a:pt x="2171109" y="660508"/>
                  </a:lnTo>
                  <a:lnTo>
                    <a:pt x="2171082" y="660534"/>
                  </a:lnTo>
                  <a:lnTo>
                    <a:pt x="2171051" y="660563"/>
                  </a:lnTo>
                  <a:lnTo>
                    <a:pt x="2171030" y="660583"/>
                  </a:lnTo>
                  <a:lnTo>
                    <a:pt x="2171009" y="660601"/>
                  </a:lnTo>
                  <a:lnTo>
                    <a:pt x="2170994" y="660614"/>
                  </a:lnTo>
                  <a:lnTo>
                    <a:pt x="2170980" y="660627"/>
                  </a:lnTo>
                  <a:lnTo>
                    <a:pt x="2170970" y="660634"/>
                  </a:lnTo>
                  <a:lnTo>
                    <a:pt x="2170966" y="660636"/>
                  </a:lnTo>
                  <a:lnTo>
                    <a:pt x="2170963" y="660641"/>
                  </a:lnTo>
                  <a:lnTo>
                    <a:pt x="2170960" y="660646"/>
                  </a:lnTo>
                  <a:lnTo>
                    <a:pt x="2170957" y="660655"/>
                  </a:lnTo>
                  <a:lnTo>
                    <a:pt x="2170963" y="660663"/>
                  </a:lnTo>
                  <a:lnTo>
                    <a:pt x="2170971" y="660671"/>
                  </a:lnTo>
                  <a:lnTo>
                    <a:pt x="2170983" y="660676"/>
                  </a:lnTo>
                  <a:lnTo>
                    <a:pt x="2170997" y="660682"/>
                  </a:lnTo>
                  <a:lnTo>
                    <a:pt x="2171011" y="660685"/>
                  </a:lnTo>
                  <a:lnTo>
                    <a:pt x="2171030" y="660687"/>
                  </a:lnTo>
                  <a:lnTo>
                    <a:pt x="2171083" y="660692"/>
                  </a:lnTo>
                  <a:lnTo>
                    <a:pt x="2171120" y="660693"/>
                  </a:lnTo>
                  <a:lnTo>
                    <a:pt x="2171194" y="660691"/>
                  </a:lnTo>
                  <a:lnTo>
                    <a:pt x="2171256" y="660687"/>
                  </a:lnTo>
                  <a:lnTo>
                    <a:pt x="2171283" y="660686"/>
                  </a:lnTo>
                  <a:lnTo>
                    <a:pt x="2171318" y="660683"/>
                  </a:lnTo>
                  <a:lnTo>
                    <a:pt x="2171365" y="660675"/>
                  </a:lnTo>
                  <a:lnTo>
                    <a:pt x="2171404" y="660672"/>
                  </a:lnTo>
                  <a:lnTo>
                    <a:pt x="2171441" y="660670"/>
                  </a:lnTo>
                  <a:lnTo>
                    <a:pt x="2171484" y="660660"/>
                  </a:lnTo>
                  <a:lnTo>
                    <a:pt x="2171503" y="660655"/>
                  </a:lnTo>
                  <a:lnTo>
                    <a:pt x="2171546" y="660640"/>
                  </a:lnTo>
                  <a:lnTo>
                    <a:pt x="2171565" y="660632"/>
                  </a:lnTo>
                  <a:lnTo>
                    <a:pt x="2171581" y="660624"/>
                  </a:lnTo>
                  <a:lnTo>
                    <a:pt x="2171590" y="660621"/>
                  </a:lnTo>
                  <a:lnTo>
                    <a:pt x="2171597" y="660625"/>
                  </a:lnTo>
                  <a:lnTo>
                    <a:pt x="2171612" y="660627"/>
                  </a:lnTo>
                  <a:lnTo>
                    <a:pt x="2171629" y="660622"/>
                  </a:lnTo>
                  <a:lnTo>
                    <a:pt x="2171649" y="660611"/>
                  </a:lnTo>
                  <a:lnTo>
                    <a:pt x="2171653" y="660608"/>
                  </a:lnTo>
                  <a:lnTo>
                    <a:pt x="2171668" y="660597"/>
                  </a:lnTo>
                  <a:lnTo>
                    <a:pt x="2171690" y="660585"/>
                  </a:lnTo>
                  <a:lnTo>
                    <a:pt x="2171721" y="660565"/>
                  </a:lnTo>
                  <a:lnTo>
                    <a:pt x="2171737" y="660552"/>
                  </a:lnTo>
                  <a:lnTo>
                    <a:pt x="2171763" y="660534"/>
                  </a:lnTo>
                  <a:lnTo>
                    <a:pt x="2171797" y="660500"/>
                  </a:lnTo>
                  <a:lnTo>
                    <a:pt x="2171801" y="660496"/>
                  </a:lnTo>
                  <a:lnTo>
                    <a:pt x="2171809" y="660487"/>
                  </a:lnTo>
                  <a:lnTo>
                    <a:pt x="2171833" y="660465"/>
                  </a:lnTo>
                  <a:lnTo>
                    <a:pt x="2171844" y="660452"/>
                  </a:lnTo>
                  <a:lnTo>
                    <a:pt x="2171860" y="660429"/>
                  </a:lnTo>
                  <a:lnTo>
                    <a:pt x="2171865" y="660415"/>
                  </a:lnTo>
                  <a:lnTo>
                    <a:pt x="2171872" y="660409"/>
                  </a:lnTo>
                  <a:lnTo>
                    <a:pt x="2171877" y="660403"/>
                  </a:lnTo>
                  <a:lnTo>
                    <a:pt x="2171884" y="660396"/>
                  </a:lnTo>
                  <a:lnTo>
                    <a:pt x="2171895" y="660386"/>
                  </a:lnTo>
                  <a:lnTo>
                    <a:pt x="2171901" y="660372"/>
                  </a:lnTo>
                  <a:lnTo>
                    <a:pt x="2171904" y="660354"/>
                  </a:lnTo>
                  <a:lnTo>
                    <a:pt x="2171903" y="660338"/>
                  </a:lnTo>
                  <a:lnTo>
                    <a:pt x="2171904" y="660315"/>
                  </a:lnTo>
                  <a:lnTo>
                    <a:pt x="2171901" y="660302"/>
                  </a:lnTo>
                  <a:lnTo>
                    <a:pt x="2171897" y="660286"/>
                  </a:lnTo>
                  <a:lnTo>
                    <a:pt x="2171899" y="660271"/>
                  </a:lnTo>
                  <a:lnTo>
                    <a:pt x="2171905" y="660254"/>
                  </a:lnTo>
                  <a:lnTo>
                    <a:pt x="2171912" y="660239"/>
                  </a:lnTo>
                  <a:lnTo>
                    <a:pt x="2171916" y="660230"/>
                  </a:lnTo>
                  <a:lnTo>
                    <a:pt x="2171927" y="660217"/>
                  </a:lnTo>
                  <a:lnTo>
                    <a:pt x="2171939" y="660207"/>
                  </a:lnTo>
                  <a:lnTo>
                    <a:pt x="2171943" y="660206"/>
                  </a:lnTo>
                  <a:lnTo>
                    <a:pt x="2171950" y="660204"/>
                  </a:lnTo>
                  <a:lnTo>
                    <a:pt x="2171972" y="660191"/>
                  </a:lnTo>
                  <a:lnTo>
                    <a:pt x="2171988" y="660182"/>
                  </a:lnTo>
                  <a:lnTo>
                    <a:pt x="2171975" y="660196"/>
                  </a:lnTo>
                  <a:lnTo>
                    <a:pt x="2171961" y="660203"/>
                  </a:lnTo>
                  <a:lnTo>
                    <a:pt x="2171947" y="660210"/>
                  </a:lnTo>
                  <a:lnTo>
                    <a:pt x="2171934" y="660216"/>
                  </a:lnTo>
                  <a:lnTo>
                    <a:pt x="2171925" y="660226"/>
                  </a:lnTo>
                  <a:lnTo>
                    <a:pt x="2171919" y="660235"/>
                  </a:lnTo>
                  <a:lnTo>
                    <a:pt x="2171915" y="660245"/>
                  </a:lnTo>
                  <a:lnTo>
                    <a:pt x="2171909" y="660259"/>
                  </a:lnTo>
                  <a:lnTo>
                    <a:pt x="2171906" y="660275"/>
                  </a:lnTo>
                  <a:lnTo>
                    <a:pt x="2171904" y="660286"/>
                  </a:lnTo>
                  <a:lnTo>
                    <a:pt x="2171906" y="660294"/>
                  </a:lnTo>
                  <a:lnTo>
                    <a:pt x="2171912" y="660313"/>
                  </a:lnTo>
                  <a:lnTo>
                    <a:pt x="2171910" y="660322"/>
                  </a:lnTo>
                  <a:lnTo>
                    <a:pt x="2171911" y="660334"/>
                  </a:lnTo>
                  <a:lnTo>
                    <a:pt x="2171911" y="660342"/>
                  </a:lnTo>
                  <a:lnTo>
                    <a:pt x="2171913" y="660358"/>
                  </a:lnTo>
                  <a:lnTo>
                    <a:pt x="2171913" y="660366"/>
                  </a:lnTo>
                  <a:lnTo>
                    <a:pt x="2171910" y="660377"/>
                  </a:lnTo>
                  <a:lnTo>
                    <a:pt x="2171900" y="660395"/>
                  </a:lnTo>
                  <a:lnTo>
                    <a:pt x="2171896" y="660400"/>
                  </a:lnTo>
                  <a:lnTo>
                    <a:pt x="2171890" y="660408"/>
                  </a:lnTo>
                  <a:lnTo>
                    <a:pt x="2171867" y="660440"/>
                  </a:lnTo>
                  <a:lnTo>
                    <a:pt x="2171865" y="660446"/>
                  </a:lnTo>
                  <a:lnTo>
                    <a:pt x="2171856" y="660461"/>
                  </a:lnTo>
                  <a:lnTo>
                    <a:pt x="2171846" y="660470"/>
                  </a:lnTo>
                  <a:lnTo>
                    <a:pt x="2171839" y="660476"/>
                  </a:lnTo>
                  <a:lnTo>
                    <a:pt x="2171820" y="660493"/>
                  </a:lnTo>
                  <a:lnTo>
                    <a:pt x="2171803" y="660512"/>
                  </a:lnTo>
                  <a:lnTo>
                    <a:pt x="2171786" y="660529"/>
                  </a:lnTo>
                  <a:lnTo>
                    <a:pt x="2171776" y="660540"/>
                  </a:lnTo>
                  <a:lnTo>
                    <a:pt x="2171764" y="660548"/>
                  </a:lnTo>
                  <a:lnTo>
                    <a:pt x="2171752" y="660557"/>
                  </a:lnTo>
                  <a:lnTo>
                    <a:pt x="2171731" y="660575"/>
                  </a:lnTo>
                  <a:lnTo>
                    <a:pt x="2171717" y="660586"/>
                  </a:lnTo>
                  <a:lnTo>
                    <a:pt x="2171700" y="660596"/>
                  </a:lnTo>
                  <a:lnTo>
                    <a:pt x="2171683" y="660607"/>
                  </a:lnTo>
                  <a:lnTo>
                    <a:pt x="2171633" y="660645"/>
                  </a:lnTo>
                  <a:lnTo>
                    <a:pt x="2171617" y="660659"/>
                  </a:lnTo>
                  <a:lnTo>
                    <a:pt x="2171608" y="660663"/>
                  </a:lnTo>
                  <a:lnTo>
                    <a:pt x="2171587" y="660667"/>
                  </a:lnTo>
                  <a:lnTo>
                    <a:pt x="2171573" y="660667"/>
                  </a:lnTo>
                  <a:lnTo>
                    <a:pt x="2171557" y="660668"/>
                  </a:lnTo>
                  <a:lnTo>
                    <a:pt x="2171512" y="660676"/>
                  </a:lnTo>
                  <a:lnTo>
                    <a:pt x="2171477" y="660686"/>
                  </a:lnTo>
                  <a:lnTo>
                    <a:pt x="2171444" y="660685"/>
                  </a:lnTo>
                  <a:lnTo>
                    <a:pt x="2171420" y="660688"/>
                  </a:lnTo>
                  <a:lnTo>
                    <a:pt x="2171382" y="660692"/>
                  </a:lnTo>
                  <a:lnTo>
                    <a:pt x="2171359" y="660697"/>
                  </a:lnTo>
                  <a:lnTo>
                    <a:pt x="2171350" y="660698"/>
                  </a:lnTo>
                  <a:lnTo>
                    <a:pt x="2171339" y="660705"/>
                  </a:lnTo>
                  <a:lnTo>
                    <a:pt x="2171326" y="660708"/>
                  </a:lnTo>
                  <a:lnTo>
                    <a:pt x="2171302" y="660710"/>
                  </a:lnTo>
                  <a:lnTo>
                    <a:pt x="2171281" y="660711"/>
                  </a:lnTo>
                  <a:lnTo>
                    <a:pt x="2171250" y="660711"/>
                  </a:lnTo>
                  <a:lnTo>
                    <a:pt x="2171223" y="660711"/>
                  </a:lnTo>
                  <a:lnTo>
                    <a:pt x="2171192" y="660713"/>
                  </a:lnTo>
                  <a:lnTo>
                    <a:pt x="2171125" y="660714"/>
                  </a:lnTo>
                  <a:lnTo>
                    <a:pt x="2171106" y="660716"/>
                  </a:lnTo>
                  <a:lnTo>
                    <a:pt x="2171064" y="660715"/>
                  </a:lnTo>
                  <a:lnTo>
                    <a:pt x="2171036" y="660715"/>
                  </a:lnTo>
                  <a:lnTo>
                    <a:pt x="2171021" y="660712"/>
                  </a:lnTo>
                  <a:lnTo>
                    <a:pt x="2171001" y="660710"/>
                  </a:lnTo>
                  <a:lnTo>
                    <a:pt x="2170983" y="660707"/>
                  </a:lnTo>
                  <a:lnTo>
                    <a:pt x="2170971" y="660700"/>
                  </a:lnTo>
                  <a:lnTo>
                    <a:pt x="2170951" y="660692"/>
                  </a:lnTo>
                  <a:lnTo>
                    <a:pt x="2170934" y="660681"/>
                  </a:lnTo>
                  <a:lnTo>
                    <a:pt x="2170906" y="660685"/>
                  </a:lnTo>
                  <a:lnTo>
                    <a:pt x="2170898" y="660687"/>
                  </a:lnTo>
                  <a:lnTo>
                    <a:pt x="2170893" y="660691"/>
                  </a:lnTo>
                  <a:lnTo>
                    <a:pt x="2170886" y="660697"/>
                  </a:lnTo>
                  <a:lnTo>
                    <a:pt x="2170878" y="660704"/>
                  </a:lnTo>
                  <a:lnTo>
                    <a:pt x="2170864" y="660712"/>
                  </a:lnTo>
                  <a:lnTo>
                    <a:pt x="2170845" y="660724"/>
                  </a:lnTo>
                  <a:lnTo>
                    <a:pt x="2170832" y="660733"/>
                  </a:lnTo>
                  <a:lnTo>
                    <a:pt x="2170824" y="660741"/>
                  </a:lnTo>
                  <a:lnTo>
                    <a:pt x="2170800" y="660754"/>
                  </a:lnTo>
                  <a:lnTo>
                    <a:pt x="2170781" y="660763"/>
                  </a:lnTo>
                  <a:lnTo>
                    <a:pt x="2170749" y="660776"/>
                  </a:lnTo>
                  <a:lnTo>
                    <a:pt x="2170738" y="660780"/>
                  </a:lnTo>
                  <a:lnTo>
                    <a:pt x="2170704" y="660785"/>
                  </a:lnTo>
                  <a:lnTo>
                    <a:pt x="2170685" y="660788"/>
                  </a:lnTo>
                  <a:lnTo>
                    <a:pt x="2170667" y="660794"/>
                  </a:lnTo>
                  <a:lnTo>
                    <a:pt x="2170630" y="660806"/>
                  </a:lnTo>
                  <a:lnTo>
                    <a:pt x="2170623" y="660809"/>
                  </a:lnTo>
                  <a:lnTo>
                    <a:pt x="2170617" y="660812"/>
                  </a:lnTo>
                  <a:lnTo>
                    <a:pt x="2170538" y="660946"/>
                  </a:lnTo>
                  <a:lnTo>
                    <a:pt x="2170523" y="660962"/>
                  </a:lnTo>
                  <a:lnTo>
                    <a:pt x="2170501" y="660983"/>
                  </a:lnTo>
                  <a:lnTo>
                    <a:pt x="2170459" y="661025"/>
                  </a:lnTo>
                  <a:lnTo>
                    <a:pt x="2170348" y="661128"/>
                  </a:lnTo>
                  <a:lnTo>
                    <a:pt x="2170311" y="661157"/>
                  </a:lnTo>
                  <a:lnTo>
                    <a:pt x="2170284" y="661178"/>
                  </a:lnTo>
                  <a:lnTo>
                    <a:pt x="2170269" y="661182"/>
                  </a:lnTo>
                  <a:lnTo>
                    <a:pt x="2170256" y="661191"/>
                  </a:lnTo>
                  <a:lnTo>
                    <a:pt x="2170221" y="661225"/>
                  </a:lnTo>
                  <a:lnTo>
                    <a:pt x="2170205" y="661242"/>
                  </a:lnTo>
                  <a:lnTo>
                    <a:pt x="2170169" y="661279"/>
                  </a:lnTo>
                  <a:lnTo>
                    <a:pt x="2170131" y="661337"/>
                  </a:lnTo>
                  <a:lnTo>
                    <a:pt x="2170107" y="661388"/>
                  </a:lnTo>
                  <a:lnTo>
                    <a:pt x="2170088" y="661420"/>
                  </a:lnTo>
                  <a:lnTo>
                    <a:pt x="2170057" y="661468"/>
                  </a:lnTo>
                  <a:lnTo>
                    <a:pt x="2170049" y="661489"/>
                  </a:lnTo>
                  <a:lnTo>
                    <a:pt x="2170051" y="661523"/>
                  </a:lnTo>
                  <a:lnTo>
                    <a:pt x="2170050" y="661528"/>
                  </a:lnTo>
                  <a:lnTo>
                    <a:pt x="2170045" y="661537"/>
                  </a:lnTo>
                  <a:lnTo>
                    <a:pt x="2170039" y="661543"/>
                  </a:lnTo>
                  <a:lnTo>
                    <a:pt x="2170022" y="661560"/>
                  </a:lnTo>
                  <a:lnTo>
                    <a:pt x="2170013" y="661569"/>
                  </a:lnTo>
                  <a:lnTo>
                    <a:pt x="2170006" y="661578"/>
                  </a:lnTo>
                  <a:lnTo>
                    <a:pt x="2170000" y="661585"/>
                  </a:lnTo>
                  <a:lnTo>
                    <a:pt x="2169997" y="661591"/>
                  </a:lnTo>
                  <a:lnTo>
                    <a:pt x="2169996" y="661597"/>
                  </a:lnTo>
                  <a:lnTo>
                    <a:pt x="2169996" y="661603"/>
                  </a:lnTo>
                  <a:lnTo>
                    <a:pt x="2169998" y="661636"/>
                  </a:lnTo>
                  <a:lnTo>
                    <a:pt x="2170001" y="661725"/>
                  </a:lnTo>
                  <a:lnTo>
                    <a:pt x="2170006" y="661848"/>
                  </a:lnTo>
                  <a:lnTo>
                    <a:pt x="2170004" y="661976"/>
                  </a:lnTo>
                  <a:lnTo>
                    <a:pt x="2170006" y="662017"/>
                  </a:lnTo>
                  <a:lnTo>
                    <a:pt x="2170007" y="662027"/>
                  </a:lnTo>
                  <a:lnTo>
                    <a:pt x="2170009" y="662036"/>
                  </a:lnTo>
                  <a:lnTo>
                    <a:pt x="2170012" y="662046"/>
                  </a:lnTo>
                  <a:lnTo>
                    <a:pt x="2170016" y="662056"/>
                  </a:lnTo>
                  <a:lnTo>
                    <a:pt x="2170031" y="662091"/>
                  </a:lnTo>
                  <a:lnTo>
                    <a:pt x="2170034" y="662095"/>
                  </a:lnTo>
                  <a:lnTo>
                    <a:pt x="2170038" y="662100"/>
                  </a:lnTo>
                  <a:lnTo>
                    <a:pt x="2170043" y="662105"/>
                  </a:lnTo>
                  <a:lnTo>
                    <a:pt x="2170049" y="662109"/>
                  </a:lnTo>
                  <a:lnTo>
                    <a:pt x="2170055" y="662110"/>
                  </a:lnTo>
                  <a:lnTo>
                    <a:pt x="2170061" y="662109"/>
                  </a:lnTo>
                  <a:lnTo>
                    <a:pt x="2170080" y="662102"/>
                  </a:lnTo>
                  <a:lnTo>
                    <a:pt x="2170084" y="662104"/>
                  </a:lnTo>
                  <a:lnTo>
                    <a:pt x="2170084" y="662110"/>
                  </a:lnTo>
                  <a:lnTo>
                    <a:pt x="2170081" y="662120"/>
                  </a:lnTo>
                  <a:lnTo>
                    <a:pt x="2170081" y="662131"/>
                  </a:lnTo>
                  <a:lnTo>
                    <a:pt x="2170088" y="662136"/>
                  </a:lnTo>
                  <a:lnTo>
                    <a:pt x="2170099" y="662138"/>
                  </a:lnTo>
                  <a:lnTo>
                    <a:pt x="2170105" y="662141"/>
                  </a:lnTo>
                  <a:lnTo>
                    <a:pt x="2170125" y="662151"/>
                  </a:lnTo>
                  <a:lnTo>
                    <a:pt x="2170192" y="662203"/>
                  </a:lnTo>
                  <a:lnTo>
                    <a:pt x="2170199" y="662209"/>
                  </a:lnTo>
                  <a:lnTo>
                    <a:pt x="2170214" y="662224"/>
                  </a:lnTo>
                  <a:lnTo>
                    <a:pt x="2170228" y="662237"/>
                  </a:lnTo>
                  <a:lnTo>
                    <a:pt x="2170281" y="662281"/>
                  </a:lnTo>
                  <a:lnTo>
                    <a:pt x="2170285" y="662284"/>
                  </a:lnTo>
                  <a:lnTo>
                    <a:pt x="2170290" y="662289"/>
                  </a:lnTo>
                  <a:lnTo>
                    <a:pt x="2170295" y="662294"/>
                  </a:lnTo>
                  <a:lnTo>
                    <a:pt x="2170300" y="662300"/>
                  </a:lnTo>
                  <a:lnTo>
                    <a:pt x="2170317" y="662323"/>
                  </a:lnTo>
                  <a:lnTo>
                    <a:pt x="2170336" y="662349"/>
                  </a:lnTo>
                  <a:lnTo>
                    <a:pt x="2170338" y="662353"/>
                  </a:lnTo>
                  <a:lnTo>
                    <a:pt x="2170340" y="662360"/>
                  </a:lnTo>
                  <a:lnTo>
                    <a:pt x="2170352" y="662385"/>
                  </a:lnTo>
                  <a:lnTo>
                    <a:pt x="2170354" y="662392"/>
                  </a:lnTo>
                  <a:lnTo>
                    <a:pt x="2170355" y="662397"/>
                  </a:lnTo>
                  <a:lnTo>
                    <a:pt x="2170358" y="662405"/>
                  </a:lnTo>
                  <a:lnTo>
                    <a:pt x="2170361" y="662412"/>
                  </a:lnTo>
                  <a:lnTo>
                    <a:pt x="2170365" y="662418"/>
                  </a:lnTo>
                  <a:lnTo>
                    <a:pt x="2170369" y="662422"/>
                  </a:lnTo>
                  <a:lnTo>
                    <a:pt x="2170374" y="662426"/>
                  </a:lnTo>
                  <a:lnTo>
                    <a:pt x="2170383" y="662431"/>
                  </a:lnTo>
                  <a:lnTo>
                    <a:pt x="2170387" y="662435"/>
                  </a:lnTo>
                  <a:lnTo>
                    <a:pt x="2170394" y="662448"/>
                  </a:lnTo>
                  <a:lnTo>
                    <a:pt x="2170454" y="662528"/>
                  </a:lnTo>
                  <a:lnTo>
                    <a:pt x="2170521" y="662625"/>
                  </a:lnTo>
                  <a:lnTo>
                    <a:pt x="2170531" y="662638"/>
                  </a:lnTo>
                  <a:lnTo>
                    <a:pt x="2170537" y="662647"/>
                  </a:lnTo>
                  <a:lnTo>
                    <a:pt x="2170584" y="662716"/>
                  </a:lnTo>
                  <a:lnTo>
                    <a:pt x="2170601" y="662745"/>
                  </a:lnTo>
                  <a:lnTo>
                    <a:pt x="2170631" y="662793"/>
                  </a:lnTo>
                  <a:lnTo>
                    <a:pt x="2170666" y="662837"/>
                  </a:lnTo>
                  <a:lnTo>
                    <a:pt x="2170670" y="662842"/>
                  </a:lnTo>
                  <a:lnTo>
                    <a:pt x="2170717" y="662892"/>
                  </a:lnTo>
                  <a:lnTo>
                    <a:pt x="2170789" y="662966"/>
                  </a:lnTo>
                  <a:lnTo>
                    <a:pt x="2170824" y="662979"/>
                  </a:lnTo>
                  <a:lnTo>
                    <a:pt x="2170872" y="662992"/>
                  </a:lnTo>
                  <a:lnTo>
                    <a:pt x="2170912" y="663007"/>
                  </a:lnTo>
                  <a:lnTo>
                    <a:pt x="2170928" y="663013"/>
                  </a:lnTo>
                  <a:lnTo>
                    <a:pt x="2170943" y="663019"/>
                  </a:lnTo>
                  <a:lnTo>
                    <a:pt x="2170968" y="663032"/>
                  </a:lnTo>
                  <a:lnTo>
                    <a:pt x="2170995" y="663043"/>
                  </a:lnTo>
                  <a:lnTo>
                    <a:pt x="2171004" y="663048"/>
                  </a:lnTo>
                  <a:lnTo>
                    <a:pt x="2171026" y="663061"/>
                  </a:lnTo>
                  <a:lnTo>
                    <a:pt x="2171036" y="663068"/>
                  </a:lnTo>
                  <a:lnTo>
                    <a:pt x="2171057" y="663086"/>
                  </a:lnTo>
                  <a:lnTo>
                    <a:pt x="2171075" y="663097"/>
                  </a:lnTo>
                  <a:lnTo>
                    <a:pt x="2171090" y="663107"/>
                  </a:lnTo>
                  <a:lnTo>
                    <a:pt x="2171115" y="663123"/>
                  </a:lnTo>
                  <a:lnTo>
                    <a:pt x="2171133" y="663132"/>
                  </a:lnTo>
                  <a:lnTo>
                    <a:pt x="2171140" y="663136"/>
                  </a:lnTo>
                  <a:lnTo>
                    <a:pt x="2171178" y="663165"/>
                  </a:lnTo>
                  <a:lnTo>
                    <a:pt x="2171187" y="663174"/>
                  </a:lnTo>
                  <a:lnTo>
                    <a:pt x="2171222" y="663210"/>
                  </a:lnTo>
                  <a:lnTo>
                    <a:pt x="2171279" y="663274"/>
                  </a:lnTo>
                  <a:lnTo>
                    <a:pt x="2171286" y="663284"/>
                  </a:lnTo>
                  <a:lnTo>
                    <a:pt x="2171319" y="663328"/>
                  </a:lnTo>
                  <a:lnTo>
                    <a:pt x="2171329" y="663341"/>
                  </a:lnTo>
                  <a:lnTo>
                    <a:pt x="2171331" y="663347"/>
                  </a:lnTo>
                  <a:lnTo>
                    <a:pt x="2171338" y="663359"/>
                  </a:lnTo>
                  <a:lnTo>
                    <a:pt x="2171350" y="663375"/>
                  </a:lnTo>
                  <a:lnTo>
                    <a:pt x="2171383" y="663427"/>
                  </a:lnTo>
                  <a:lnTo>
                    <a:pt x="2171398" y="663455"/>
                  </a:lnTo>
                  <a:lnTo>
                    <a:pt x="2171407" y="663470"/>
                  </a:lnTo>
                  <a:lnTo>
                    <a:pt x="2171428" y="663514"/>
                  </a:lnTo>
                  <a:lnTo>
                    <a:pt x="2171433" y="663522"/>
                  </a:lnTo>
                  <a:lnTo>
                    <a:pt x="2171443" y="663547"/>
                  </a:lnTo>
                  <a:lnTo>
                    <a:pt x="2171447" y="663560"/>
                  </a:lnTo>
                  <a:lnTo>
                    <a:pt x="2171450" y="663568"/>
                  </a:lnTo>
                  <a:lnTo>
                    <a:pt x="2171452" y="663574"/>
                  </a:lnTo>
                  <a:lnTo>
                    <a:pt x="2171502" y="663722"/>
                  </a:lnTo>
                  <a:lnTo>
                    <a:pt x="2171508" y="663743"/>
                  </a:lnTo>
                  <a:lnTo>
                    <a:pt x="2171513" y="663758"/>
                  </a:lnTo>
                  <a:lnTo>
                    <a:pt x="2171517" y="663770"/>
                  </a:lnTo>
                  <a:lnTo>
                    <a:pt x="2171521" y="663779"/>
                  </a:lnTo>
                  <a:lnTo>
                    <a:pt x="2171525" y="663787"/>
                  </a:lnTo>
                  <a:lnTo>
                    <a:pt x="2171530" y="663797"/>
                  </a:lnTo>
                  <a:lnTo>
                    <a:pt x="2171544" y="663832"/>
                  </a:lnTo>
                  <a:lnTo>
                    <a:pt x="2171547" y="663841"/>
                  </a:lnTo>
                  <a:lnTo>
                    <a:pt x="2171549" y="663845"/>
                  </a:lnTo>
                  <a:lnTo>
                    <a:pt x="2171551" y="663851"/>
                  </a:lnTo>
                  <a:lnTo>
                    <a:pt x="2171553" y="663856"/>
                  </a:lnTo>
                  <a:lnTo>
                    <a:pt x="2171555" y="663863"/>
                  </a:lnTo>
                  <a:lnTo>
                    <a:pt x="2171571" y="663909"/>
                  </a:lnTo>
                  <a:lnTo>
                    <a:pt x="2171572" y="663920"/>
                  </a:lnTo>
                  <a:lnTo>
                    <a:pt x="2171581" y="663959"/>
                  </a:lnTo>
                  <a:lnTo>
                    <a:pt x="2171585" y="663982"/>
                  </a:lnTo>
                  <a:lnTo>
                    <a:pt x="2171586" y="663990"/>
                  </a:lnTo>
                  <a:lnTo>
                    <a:pt x="2171589" y="664010"/>
                  </a:lnTo>
                  <a:lnTo>
                    <a:pt x="2171592" y="664037"/>
                  </a:lnTo>
                  <a:lnTo>
                    <a:pt x="2171594" y="664051"/>
                  </a:lnTo>
                  <a:lnTo>
                    <a:pt x="2171599" y="664064"/>
                  </a:lnTo>
                  <a:lnTo>
                    <a:pt x="2171603" y="664092"/>
                  </a:lnTo>
                  <a:lnTo>
                    <a:pt x="2171606" y="664114"/>
                  </a:lnTo>
                  <a:lnTo>
                    <a:pt x="2171611" y="664147"/>
                  </a:lnTo>
                  <a:lnTo>
                    <a:pt x="2171614" y="664180"/>
                  </a:lnTo>
                  <a:lnTo>
                    <a:pt x="2171620" y="664210"/>
                  </a:lnTo>
                  <a:lnTo>
                    <a:pt x="2171625" y="664258"/>
                  </a:lnTo>
                  <a:lnTo>
                    <a:pt x="2171629" y="664284"/>
                  </a:lnTo>
                  <a:lnTo>
                    <a:pt x="2171635" y="664317"/>
                  </a:lnTo>
                  <a:lnTo>
                    <a:pt x="2171638" y="664348"/>
                  </a:lnTo>
                  <a:lnTo>
                    <a:pt x="2171656" y="664416"/>
                  </a:lnTo>
                  <a:lnTo>
                    <a:pt x="2171665" y="664531"/>
                  </a:lnTo>
                  <a:lnTo>
                    <a:pt x="2171681" y="664646"/>
                  </a:lnTo>
                  <a:lnTo>
                    <a:pt x="2171683" y="664664"/>
                  </a:lnTo>
                  <a:lnTo>
                    <a:pt x="2171703" y="664724"/>
                  </a:lnTo>
                  <a:lnTo>
                    <a:pt x="2171738" y="664757"/>
                  </a:lnTo>
                  <a:lnTo>
                    <a:pt x="2171853" y="664849"/>
                  </a:lnTo>
                  <a:lnTo>
                    <a:pt x="2171952" y="664920"/>
                  </a:lnTo>
                  <a:lnTo>
                    <a:pt x="2172050" y="664980"/>
                  </a:lnTo>
                  <a:lnTo>
                    <a:pt x="2172140" y="665031"/>
                  </a:lnTo>
                  <a:lnTo>
                    <a:pt x="2172199" y="665067"/>
                  </a:lnTo>
                  <a:lnTo>
                    <a:pt x="2172316" y="665131"/>
                  </a:lnTo>
                  <a:lnTo>
                    <a:pt x="2172383" y="665160"/>
                  </a:lnTo>
                  <a:lnTo>
                    <a:pt x="2172456" y="665203"/>
                  </a:lnTo>
                  <a:lnTo>
                    <a:pt x="2172501" y="665235"/>
                  </a:lnTo>
                  <a:lnTo>
                    <a:pt x="2172571" y="665292"/>
                  </a:lnTo>
                  <a:lnTo>
                    <a:pt x="2172636" y="665351"/>
                  </a:lnTo>
                  <a:lnTo>
                    <a:pt x="2172645" y="665332"/>
                  </a:lnTo>
                  <a:lnTo>
                    <a:pt x="2172591" y="665236"/>
                  </a:lnTo>
                  <a:lnTo>
                    <a:pt x="2172564" y="665169"/>
                  </a:lnTo>
                  <a:lnTo>
                    <a:pt x="2172559" y="665113"/>
                  </a:lnTo>
                  <a:lnTo>
                    <a:pt x="2172556" y="665059"/>
                  </a:lnTo>
                  <a:lnTo>
                    <a:pt x="2172538" y="664965"/>
                  </a:lnTo>
                  <a:lnTo>
                    <a:pt x="2172528" y="664938"/>
                  </a:lnTo>
                  <a:lnTo>
                    <a:pt x="2172453" y="664801"/>
                  </a:lnTo>
                  <a:lnTo>
                    <a:pt x="2172368" y="664686"/>
                  </a:lnTo>
                  <a:lnTo>
                    <a:pt x="2172252" y="664620"/>
                  </a:lnTo>
                  <a:lnTo>
                    <a:pt x="2172119" y="664551"/>
                  </a:lnTo>
                  <a:lnTo>
                    <a:pt x="2172080" y="664519"/>
                  </a:lnTo>
                  <a:lnTo>
                    <a:pt x="2172070" y="664485"/>
                  </a:lnTo>
                  <a:lnTo>
                    <a:pt x="2172066" y="664472"/>
                  </a:lnTo>
                  <a:lnTo>
                    <a:pt x="2172072" y="664432"/>
                  </a:lnTo>
                  <a:lnTo>
                    <a:pt x="2172076" y="664417"/>
                  </a:lnTo>
                  <a:lnTo>
                    <a:pt x="2172081" y="664397"/>
                  </a:lnTo>
                  <a:lnTo>
                    <a:pt x="2172108" y="664339"/>
                  </a:lnTo>
                  <a:lnTo>
                    <a:pt x="2172129" y="664306"/>
                  </a:lnTo>
                  <a:lnTo>
                    <a:pt x="2172195" y="664241"/>
                  </a:lnTo>
                  <a:lnTo>
                    <a:pt x="2172222" y="664203"/>
                  </a:lnTo>
                  <a:lnTo>
                    <a:pt x="2172246" y="664153"/>
                  </a:lnTo>
                  <a:lnTo>
                    <a:pt x="2172249" y="664132"/>
                  </a:lnTo>
                  <a:lnTo>
                    <a:pt x="2172253" y="664108"/>
                  </a:lnTo>
                  <a:lnTo>
                    <a:pt x="2172238" y="664038"/>
                  </a:lnTo>
                  <a:lnTo>
                    <a:pt x="2172216" y="663951"/>
                  </a:lnTo>
                  <a:lnTo>
                    <a:pt x="2172201" y="663909"/>
                  </a:lnTo>
                  <a:lnTo>
                    <a:pt x="2172196" y="663883"/>
                  </a:lnTo>
                  <a:lnTo>
                    <a:pt x="2172161" y="663752"/>
                  </a:lnTo>
                  <a:lnTo>
                    <a:pt x="2172157" y="663734"/>
                  </a:lnTo>
                  <a:lnTo>
                    <a:pt x="2172152" y="663706"/>
                  </a:lnTo>
                  <a:lnTo>
                    <a:pt x="2172148" y="663675"/>
                  </a:lnTo>
                  <a:lnTo>
                    <a:pt x="2172146" y="663642"/>
                  </a:lnTo>
                  <a:lnTo>
                    <a:pt x="2172149" y="663558"/>
                  </a:lnTo>
                  <a:lnTo>
                    <a:pt x="2172149" y="663539"/>
                  </a:lnTo>
                  <a:lnTo>
                    <a:pt x="2172139" y="663455"/>
                  </a:lnTo>
                  <a:lnTo>
                    <a:pt x="2172137" y="663449"/>
                  </a:lnTo>
                  <a:lnTo>
                    <a:pt x="2172123" y="663394"/>
                  </a:lnTo>
                  <a:lnTo>
                    <a:pt x="2172108" y="663345"/>
                  </a:lnTo>
                  <a:lnTo>
                    <a:pt x="2172095" y="663320"/>
                  </a:lnTo>
                  <a:lnTo>
                    <a:pt x="2172074" y="663284"/>
                  </a:lnTo>
                  <a:lnTo>
                    <a:pt x="2172034" y="663241"/>
                  </a:lnTo>
                  <a:lnTo>
                    <a:pt x="2172021" y="663226"/>
                  </a:lnTo>
                  <a:lnTo>
                    <a:pt x="2172012" y="663217"/>
                  </a:lnTo>
                  <a:lnTo>
                    <a:pt x="2172003" y="663205"/>
                  </a:lnTo>
                  <a:lnTo>
                    <a:pt x="2171979" y="663161"/>
                  </a:lnTo>
                  <a:lnTo>
                    <a:pt x="2171967" y="663145"/>
                  </a:lnTo>
                  <a:lnTo>
                    <a:pt x="2171947" y="663122"/>
                  </a:lnTo>
                  <a:lnTo>
                    <a:pt x="2171930" y="663109"/>
                  </a:lnTo>
                  <a:lnTo>
                    <a:pt x="2171917" y="663101"/>
                  </a:lnTo>
                  <a:lnTo>
                    <a:pt x="2171885" y="663088"/>
                  </a:lnTo>
                  <a:lnTo>
                    <a:pt x="2171858" y="663083"/>
                  </a:lnTo>
                  <a:lnTo>
                    <a:pt x="2171822" y="663072"/>
                  </a:lnTo>
                  <a:lnTo>
                    <a:pt x="2171789" y="663058"/>
                  </a:lnTo>
                  <a:lnTo>
                    <a:pt x="2171732" y="663045"/>
                  </a:lnTo>
                  <a:lnTo>
                    <a:pt x="2171686" y="663046"/>
                  </a:lnTo>
                  <a:lnTo>
                    <a:pt x="2171653" y="663048"/>
                  </a:lnTo>
                  <a:lnTo>
                    <a:pt x="2171634" y="663052"/>
                  </a:lnTo>
                  <a:lnTo>
                    <a:pt x="2171620" y="663053"/>
                  </a:lnTo>
                  <a:lnTo>
                    <a:pt x="2171614" y="663053"/>
                  </a:lnTo>
                  <a:lnTo>
                    <a:pt x="2171598" y="663052"/>
                  </a:lnTo>
                  <a:lnTo>
                    <a:pt x="2171580" y="663047"/>
                  </a:lnTo>
                  <a:lnTo>
                    <a:pt x="2171565" y="663039"/>
                  </a:lnTo>
                  <a:lnTo>
                    <a:pt x="2171554" y="663026"/>
                  </a:lnTo>
                  <a:lnTo>
                    <a:pt x="2171545" y="663003"/>
                  </a:lnTo>
                  <a:lnTo>
                    <a:pt x="2171539" y="662981"/>
                  </a:lnTo>
                  <a:lnTo>
                    <a:pt x="2171532" y="662968"/>
                  </a:lnTo>
                  <a:lnTo>
                    <a:pt x="2171526" y="662961"/>
                  </a:lnTo>
                  <a:lnTo>
                    <a:pt x="2171516" y="662953"/>
                  </a:lnTo>
                  <a:lnTo>
                    <a:pt x="2171502" y="662946"/>
                  </a:lnTo>
                  <a:lnTo>
                    <a:pt x="2171474" y="662929"/>
                  </a:lnTo>
                  <a:lnTo>
                    <a:pt x="2171456" y="662913"/>
                  </a:lnTo>
                  <a:lnTo>
                    <a:pt x="2171440" y="662891"/>
                  </a:lnTo>
                  <a:lnTo>
                    <a:pt x="2171424" y="662859"/>
                  </a:lnTo>
                  <a:lnTo>
                    <a:pt x="2171416" y="662843"/>
                  </a:lnTo>
                  <a:lnTo>
                    <a:pt x="2171414" y="662832"/>
                  </a:lnTo>
                  <a:lnTo>
                    <a:pt x="2171416" y="662798"/>
                  </a:lnTo>
                  <a:lnTo>
                    <a:pt x="2171420" y="662774"/>
                  </a:lnTo>
                  <a:lnTo>
                    <a:pt x="2171425" y="662749"/>
                  </a:lnTo>
                  <a:lnTo>
                    <a:pt x="2171427" y="662733"/>
                  </a:lnTo>
                  <a:lnTo>
                    <a:pt x="2171423" y="662714"/>
                  </a:lnTo>
                  <a:lnTo>
                    <a:pt x="2171413" y="662693"/>
                  </a:lnTo>
                  <a:lnTo>
                    <a:pt x="2171390" y="662663"/>
                  </a:lnTo>
                  <a:lnTo>
                    <a:pt x="2171380" y="662651"/>
                  </a:lnTo>
                  <a:lnTo>
                    <a:pt x="2171376" y="662645"/>
                  </a:lnTo>
                  <a:lnTo>
                    <a:pt x="2171370" y="662609"/>
                  </a:lnTo>
                  <a:lnTo>
                    <a:pt x="2171361" y="662582"/>
                  </a:lnTo>
                  <a:lnTo>
                    <a:pt x="2171354" y="662565"/>
                  </a:lnTo>
                  <a:lnTo>
                    <a:pt x="2171341" y="662549"/>
                  </a:lnTo>
                  <a:lnTo>
                    <a:pt x="2171324" y="662531"/>
                  </a:lnTo>
                  <a:lnTo>
                    <a:pt x="2171310" y="662515"/>
                  </a:lnTo>
                  <a:lnTo>
                    <a:pt x="2171304" y="662506"/>
                  </a:lnTo>
                  <a:lnTo>
                    <a:pt x="2171288" y="662472"/>
                  </a:lnTo>
                  <a:lnTo>
                    <a:pt x="2171277" y="662454"/>
                  </a:lnTo>
                  <a:lnTo>
                    <a:pt x="2171255" y="662424"/>
                  </a:lnTo>
                  <a:lnTo>
                    <a:pt x="2171233" y="662405"/>
                  </a:lnTo>
                  <a:lnTo>
                    <a:pt x="2171228" y="662398"/>
                  </a:lnTo>
                  <a:lnTo>
                    <a:pt x="2171243" y="662407"/>
                  </a:lnTo>
                  <a:lnTo>
                    <a:pt x="2171263" y="662426"/>
                  </a:lnTo>
                  <a:lnTo>
                    <a:pt x="2171281" y="662450"/>
                  </a:lnTo>
                  <a:lnTo>
                    <a:pt x="2171293" y="662470"/>
                  </a:lnTo>
                  <a:lnTo>
                    <a:pt x="2171303" y="662490"/>
                  </a:lnTo>
                  <a:lnTo>
                    <a:pt x="2171307" y="662500"/>
                  </a:lnTo>
                  <a:lnTo>
                    <a:pt x="2171311" y="662506"/>
                  </a:lnTo>
                  <a:lnTo>
                    <a:pt x="2171319" y="662517"/>
                  </a:lnTo>
                  <a:lnTo>
                    <a:pt x="2171352" y="662552"/>
                  </a:lnTo>
                  <a:lnTo>
                    <a:pt x="2171363" y="662566"/>
                  </a:lnTo>
                  <a:lnTo>
                    <a:pt x="2171374" y="662590"/>
                  </a:lnTo>
                  <a:lnTo>
                    <a:pt x="2171379" y="662609"/>
                  </a:lnTo>
                  <a:lnTo>
                    <a:pt x="2171382" y="662634"/>
                  </a:lnTo>
                  <a:lnTo>
                    <a:pt x="2171384" y="662640"/>
                  </a:lnTo>
                  <a:lnTo>
                    <a:pt x="2171402" y="662663"/>
                  </a:lnTo>
                  <a:lnTo>
                    <a:pt x="2171417" y="662684"/>
                  </a:lnTo>
                  <a:lnTo>
                    <a:pt x="2171432" y="662717"/>
                  </a:lnTo>
                  <a:lnTo>
                    <a:pt x="2171436" y="662725"/>
                  </a:lnTo>
                  <a:lnTo>
                    <a:pt x="2171436" y="662744"/>
                  </a:lnTo>
                  <a:lnTo>
                    <a:pt x="2171434" y="662770"/>
                  </a:lnTo>
                  <a:lnTo>
                    <a:pt x="2171429" y="662786"/>
                  </a:lnTo>
                  <a:lnTo>
                    <a:pt x="2171425" y="662805"/>
                  </a:lnTo>
                  <a:lnTo>
                    <a:pt x="2171425" y="662816"/>
                  </a:lnTo>
                  <a:lnTo>
                    <a:pt x="2171427" y="662831"/>
                  </a:lnTo>
                  <a:lnTo>
                    <a:pt x="2171431" y="662847"/>
                  </a:lnTo>
                  <a:lnTo>
                    <a:pt x="2171441" y="662871"/>
                  </a:lnTo>
                  <a:lnTo>
                    <a:pt x="2171447" y="662883"/>
                  </a:lnTo>
                  <a:lnTo>
                    <a:pt x="2171460" y="662899"/>
                  </a:lnTo>
                  <a:lnTo>
                    <a:pt x="2171471" y="662910"/>
                  </a:lnTo>
                  <a:lnTo>
                    <a:pt x="2171495" y="662930"/>
                  </a:lnTo>
                  <a:lnTo>
                    <a:pt x="2171533" y="662953"/>
                  </a:lnTo>
                  <a:lnTo>
                    <a:pt x="2171540" y="662957"/>
                  </a:lnTo>
                  <a:lnTo>
                    <a:pt x="2171549" y="662965"/>
                  </a:lnTo>
                  <a:lnTo>
                    <a:pt x="2171553" y="662974"/>
                  </a:lnTo>
                  <a:lnTo>
                    <a:pt x="2171553" y="662981"/>
                  </a:lnTo>
                  <a:lnTo>
                    <a:pt x="2171553" y="662990"/>
                  </a:lnTo>
                  <a:lnTo>
                    <a:pt x="2171558" y="663008"/>
                  </a:lnTo>
                  <a:lnTo>
                    <a:pt x="2171567" y="663022"/>
                  </a:lnTo>
                  <a:lnTo>
                    <a:pt x="2171573" y="663031"/>
                  </a:lnTo>
                  <a:lnTo>
                    <a:pt x="2171580" y="663036"/>
                  </a:lnTo>
                  <a:lnTo>
                    <a:pt x="2171587" y="663039"/>
                  </a:lnTo>
                  <a:lnTo>
                    <a:pt x="2171604" y="663042"/>
                  </a:lnTo>
                  <a:lnTo>
                    <a:pt x="2171612" y="663042"/>
                  </a:lnTo>
                  <a:lnTo>
                    <a:pt x="2171624" y="663039"/>
                  </a:lnTo>
                  <a:lnTo>
                    <a:pt x="2171644" y="663035"/>
                  </a:lnTo>
                  <a:lnTo>
                    <a:pt x="2171679" y="663028"/>
                  </a:lnTo>
                  <a:lnTo>
                    <a:pt x="2171706" y="663024"/>
                  </a:lnTo>
                  <a:lnTo>
                    <a:pt x="2171727" y="663025"/>
                  </a:lnTo>
                  <a:lnTo>
                    <a:pt x="2171760" y="663032"/>
                  </a:lnTo>
                  <a:lnTo>
                    <a:pt x="2171783" y="663040"/>
                  </a:lnTo>
                  <a:lnTo>
                    <a:pt x="2171796" y="663045"/>
                  </a:lnTo>
                  <a:lnTo>
                    <a:pt x="2171817" y="663052"/>
                  </a:lnTo>
                  <a:lnTo>
                    <a:pt x="2171847" y="663065"/>
                  </a:lnTo>
                  <a:lnTo>
                    <a:pt x="2171886" y="663074"/>
                  </a:lnTo>
                  <a:lnTo>
                    <a:pt x="2171930" y="663089"/>
                  </a:lnTo>
                  <a:lnTo>
                    <a:pt x="2171952" y="663102"/>
                  </a:lnTo>
                  <a:lnTo>
                    <a:pt x="2171965" y="663113"/>
                  </a:lnTo>
                  <a:lnTo>
                    <a:pt x="2171984" y="663135"/>
                  </a:lnTo>
                  <a:lnTo>
                    <a:pt x="2171993" y="663147"/>
                  </a:lnTo>
                  <a:lnTo>
                    <a:pt x="2172007" y="663164"/>
                  </a:lnTo>
                  <a:lnTo>
                    <a:pt x="2172012" y="663169"/>
                  </a:lnTo>
                  <a:lnTo>
                    <a:pt x="2172013" y="663176"/>
                  </a:lnTo>
                  <a:lnTo>
                    <a:pt x="2172020" y="663190"/>
                  </a:lnTo>
                  <a:lnTo>
                    <a:pt x="2172029" y="663200"/>
                  </a:lnTo>
                  <a:lnTo>
                    <a:pt x="2172053" y="663227"/>
                  </a:lnTo>
                  <a:lnTo>
                    <a:pt x="2172098" y="663282"/>
                  </a:lnTo>
                  <a:lnTo>
                    <a:pt x="2172123" y="663321"/>
                  </a:lnTo>
                  <a:lnTo>
                    <a:pt x="2172142" y="663363"/>
                  </a:lnTo>
                  <a:lnTo>
                    <a:pt x="2172190" y="663597"/>
                  </a:lnTo>
                  <a:lnTo>
                    <a:pt x="2172207" y="663680"/>
                  </a:lnTo>
                  <a:lnTo>
                    <a:pt x="2172218" y="663735"/>
                  </a:lnTo>
                  <a:lnTo>
                    <a:pt x="2172225" y="663770"/>
                  </a:lnTo>
                  <a:lnTo>
                    <a:pt x="2172224" y="663799"/>
                  </a:lnTo>
                  <a:lnTo>
                    <a:pt x="2172226" y="663807"/>
                  </a:lnTo>
                  <a:lnTo>
                    <a:pt x="2172238" y="663864"/>
                  </a:lnTo>
                  <a:lnTo>
                    <a:pt x="2172245" y="663879"/>
                  </a:lnTo>
                  <a:lnTo>
                    <a:pt x="2172246" y="663898"/>
                  </a:lnTo>
                  <a:lnTo>
                    <a:pt x="2172247" y="663929"/>
                  </a:lnTo>
                  <a:lnTo>
                    <a:pt x="2172256" y="663981"/>
                  </a:lnTo>
                  <a:lnTo>
                    <a:pt x="2172273" y="664041"/>
                  </a:lnTo>
                  <a:lnTo>
                    <a:pt x="2172280" y="664073"/>
                  </a:lnTo>
                  <a:lnTo>
                    <a:pt x="2172282" y="664083"/>
                  </a:lnTo>
                  <a:lnTo>
                    <a:pt x="2172284" y="664133"/>
                  </a:lnTo>
                  <a:lnTo>
                    <a:pt x="2172272" y="664177"/>
                  </a:lnTo>
                  <a:lnTo>
                    <a:pt x="2172254" y="664216"/>
                  </a:lnTo>
                  <a:lnTo>
                    <a:pt x="2172236" y="664246"/>
                  </a:lnTo>
                  <a:lnTo>
                    <a:pt x="2172214" y="664276"/>
                  </a:lnTo>
                  <a:lnTo>
                    <a:pt x="2172143" y="664365"/>
                  </a:lnTo>
                  <a:lnTo>
                    <a:pt x="2172117" y="664417"/>
                  </a:lnTo>
                  <a:lnTo>
                    <a:pt x="2172115" y="664452"/>
                  </a:lnTo>
                  <a:lnTo>
                    <a:pt x="2172123" y="664477"/>
                  </a:lnTo>
                  <a:lnTo>
                    <a:pt x="2172140" y="664493"/>
                  </a:lnTo>
                  <a:lnTo>
                    <a:pt x="2172179" y="664516"/>
                  </a:lnTo>
                  <a:lnTo>
                    <a:pt x="2172247" y="664543"/>
                  </a:lnTo>
                  <a:lnTo>
                    <a:pt x="2172325" y="664565"/>
                  </a:lnTo>
                  <a:lnTo>
                    <a:pt x="2172352" y="664572"/>
                  </a:lnTo>
                  <a:lnTo>
                    <a:pt x="2172382" y="664596"/>
                  </a:lnTo>
                  <a:lnTo>
                    <a:pt x="2172404" y="664618"/>
                  </a:lnTo>
                  <a:lnTo>
                    <a:pt x="2172434" y="664660"/>
                  </a:lnTo>
                  <a:lnTo>
                    <a:pt x="2172441" y="664671"/>
                  </a:lnTo>
                  <a:lnTo>
                    <a:pt x="2172449" y="664687"/>
                  </a:lnTo>
                  <a:lnTo>
                    <a:pt x="2172470" y="664714"/>
                  </a:lnTo>
                  <a:lnTo>
                    <a:pt x="2172473" y="664719"/>
                  </a:lnTo>
                  <a:lnTo>
                    <a:pt x="2172517" y="664766"/>
                  </a:lnTo>
                  <a:lnTo>
                    <a:pt x="2172523" y="664773"/>
                  </a:lnTo>
                  <a:lnTo>
                    <a:pt x="2172539" y="664791"/>
                  </a:lnTo>
                  <a:lnTo>
                    <a:pt x="2172566" y="664815"/>
                  </a:lnTo>
                  <a:lnTo>
                    <a:pt x="2172587" y="664835"/>
                  </a:lnTo>
                  <a:lnTo>
                    <a:pt x="2172591" y="664840"/>
                  </a:lnTo>
                  <a:lnTo>
                    <a:pt x="2172610" y="664861"/>
                  </a:lnTo>
                  <a:lnTo>
                    <a:pt x="2172618" y="664874"/>
                  </a:lnTo>
                  <a:lnTo>
                    <a:pt x="2172637" y="664896"/>
                  </a:lnTo>
                  <a:lnTo>
                    <a:pt x="2172660" y="664922"/>
                  </a:lnTo>
                  <a:lnTo>
                    <a:pt x="2172692" y="664956"/>
                  </a:lnTo>
                  <a:lnTo>
                    <a:pt x="2172721" y="664978"/>
                  </a:lnTo>
                  <a:lnTo>
                    <a:pt x="2172726" y="664984"/>
                  </a:lnTo>
                  <a:lnTo>
                    <a:pt x="2172733" y="664994"/>
                  </a:lnTo>
                  <a:lnTo>
                    <a:pt x="2172757" y="665019"/>
                  </a:lnTo>
                  <a:lnTo>
                    <a:pt x="2172773" y="665034"/>
                  </a:lnTo>
                  <a:lnTo>
                    <a:pt x="2172787" y="665043"/>
                  </a:lnTo>
                  <a:lnTo>
                    <a:pt x="2172800" y="665044"/>
                  </a:lnTo>
                  <a:lnTo>
                    <a:pt x="2172815" y="665039"/>
                  </a:lnTo>
                  <a:lnTo>
                    <a:pt x="2172836" y="665029"/>
                  </a:lnTo>
                  <a:lnTo>
                    <a:pt x="2172844" y="665024"/>
                  </a:lnTo>
                  <a:lnTo>
                    <a:pt x="2172852" y="665023"/>
                  </a:lnTo>
                  <a:lnTo>
                    <a:pt x="2172856" y="665026"/>
                  </a:lnTo>
                  <a:lnTo>
                    <a:pt x="2172864" y="665039"/>
                  </a:lnTo>
                  <a:lnTo>
                    <a:pt x="2172868" y="665074"/>
                  </a:lnTo>
                  <a:lnTo>
                    <a:pt x="2172866" y="665104"/>
                  </a:lnTo>
                  <a:lnTo>
                    <a:pt x="2172868" y="665116"/>
                  </a:lnTo>
                  <a:lnTo>
                    <a:pt x="2172874" y="665119"/>
                  </a:lnTo>
                  <a:lnTo>
                    <a:pt x="2172900" y="665111"/>
                  </a:lnTo>
                  <a:lnTo>
                    <a:pt x="2172912" y="665105"/>
                  </a:lnTo>
                  <a:lnTo>
                    <a:pt x="2172924" y="665095"/>
                  </a:lnTo>
                  <a:lnTo>
                    <a:pt x="2172935" y="665088"/>
                  </a:lnTo>
                  <a:lnTo>
                    <a:pt x="2172948" y="665083"/>
                  </a:lnTo>
                  <a:lnTo>
                    <a:pt x="2172967" y="665072"/>
                  </a:lnTo>
                  <a:lnTo>
                    <a:pt x="2172986" y="665047"/>
                  </a:lnTo>
                  <a:lnTo>
                    <a:pt x="2173013" y="664996"/>
                  </a:lnTo>
                  <a:lnTo>
                    <a:pt x="2173047" y="664923"/>
                  </a:lnTo>
                  <a:lnTo>
                    <a:pt x="2173058" y="664858"/>
                  </a:lnTo>
                  <a:lnTo>
                    <a:pt x="2173050" y="664770"/>
                  </a:lnTo>
                  <a:lnTo>
                    <a:pt x="2173040" y="664741"/>
                  </a:lnTo>
                  <a:lnTo>
                    <a:pt x="2173040" y="664734"/>
                  </a:lnTo>
                  <a:lnTo>
                    <a:pt x="2173041" y="664714"/>
                  </a:lnTo>
                  <a:lnTo>
                    <a:pt x="2173040" y="664688"/>
                  </a:lnTo>
                  <a:lnTo>
                    <a:pt x="2173049" y="664651"/>
                  </a:lnTo>
                  <a:lnTo>
                    <a:pt x="2173051" y="664637"/>
                  </a:lnTo>
                  <a:lnTo>
                    <a:pt x="2173051" y="664627"/>
                  </a:lnTo>
                  <a:lnTo>
                    <a:pt x="2173050" y="664581"/>
                  </a:lnTo>
                  <a:lnTo>
                    <a:pt x="2173051" y="664501"/>
                  </a:lnTo>
                  <a:lnTo>
                    <a:pt x="2173053" y="664436"/>
                  </a:lnTo>
                  <a:lnTo>
                    <a:pt x="2173065" y="664394"/>
                  </a:lnTo>
                  <a:lnTo>
                    <a:pt x="2173074" y="664362"/>
                  </a:lnTo>
                  <a:lnTo>
                    <a:pt x="2173094" y="664303"/>
                  </a:lnTo>
                  <a:lnTo>
                    <a:pt x="2173103" y="664285"/>
                  </a:lnTo>
                  <a:lnTo>
                    <a:pt x="2173109" y="664273"/>
                  </a:lnTo>
                  <a:lnTo>
                    <a:pt x="2173147" y="664216"/>
                  </a:lnTo>
                  <a:lnTo>
                    <a:pt x="2173176" y="664179"/>
                  </a:lnTo>
                  <a:lnTo>
                    <a:pt x="2173193" y="664157"/>
                  </a:lnTo>
                  <a:lnTo>
                    <a:pt x="2173222" y="664106"/>
                  </a:lnTo>
                  <a:lnTo>
                    <a:pt x="2173237" y="664061"/>
                  </a:lnTo>
                  <a:lnTo>
                    <a:pt x="2173246" y="663997"/>
                  </a:lnTo>
                  <a:lnTo>
                    <a:pt x="2173257" y="663889"/>
                  </a:lnTo>
                  <a:lnTo>
                    <a:pt x="2173309" y="663788"/>
                  </a:lnTo>
                  <a:lnTo>
                    <a:pt x="2173327" y="663768"/>
                  </a:lnTo>
                  <a:lnTo>
                    <a:pt x="2173340" y="663757"/>
                  </a:lnTo>
                  <a:lnTo>
                    <a:pt x="2173358" y="663735"/>
                  </a:lnTo>
                  <a:lnTo>
                    <a:pt x="2173369" y="663719"/>
                  </a:lnTo>
                  <a:lnTo>
                    <a:pt x="2173374" y="663706"/>
                  </a:lnTo>
                  <a:lnTo>
                    <a:pt x="2173376" y="663688"/>
                  </a:lnTo>
                  <a:lnTo>
                    <a:pt x="2173374" y="663661"/>
                  </a:lnTo>
                  <a:lnTo>
                    <a:pt x="2173361" y="663632"/>
                  </a:lnTo>
                  <a:lnTo>
                    <a:pt x="2173327" y="663597"/>
                  </a:lnTo>
                  <a:lnTo>
                    <a:pt x="2173302" y="663577"/>
                  </a:lnTo>
                  <a:lnTo>
                    <a:pt x="2173290" y="663563"/>
                  </a:lnTo>
                  <a:lnTo>
                    <a:pt x="2173278" y="663549"/>
                  </a:lnTo>
                  <a:lnTo>
                    <a:pt x="2173244" y="663490"/>
                  </a:lnTo>
                  <a:lnTo>
                    <a:pt x="2173223" y="663460"/>
                  </a:lnTo>
                  <a:lnTo>
                    <a:pt x="2173188" y="663415"/>
                  </a:lnTo>
                  <a:lnTo>
                    <a:pt x="2173162" y="663390"/>
                  </a:lnTo>
                  <a:lnTo>
                    <a:pt x="2173142" y="663376"/>
                  </a:lnTo>
                  <a:lnTo>
                    <a:pt x="2173098" y="663349"/>
                  </a:lnTo>
                  <a:lnTo>
                    <a:pt x="2173050" y="663323"/>
                  </a:lnTo>
                  <a:lnTo>
                    <a:pt x="2173020" y="663311"/>
                  </a:lnTo>
                  <a:lnTo>
                    <a:pt x="2172994" y="663303"/>
                  </a:lnTo>
                  <a:lnTo>
                    <a:pt x="2172990" y="663300"/>
                  </a:lnTo>
                  <a:lnTo>
                    <a:pt x="2172985" y="663298"/>
                  </a:lnTo>
                  <a:lnTo>
                    <a:pt x="2172971" y="663294"/>
                  </a:lnTo>
                  <a:lnTo>
                    <a:pt x="2172944" y="663286"/>
                  </a:lnTo>
                  <a:lnTo>
                    <a:pt x="2172906" y="663270"/>
                  </a:lnTo>
                  <a:lnTo>
                    <a:pt x="2172883" y="663260"/>
                  </a:lnTo>
                  <a:lnTo>
                    <a:pt x="2172856" y="663251"/>
                  </a:lnTo>
                  <a:lnTo>
                    <a:pt x="2172849" y="663246"/>
                  </a:lnTo>
                  <a:lnTo>
                    <a:pt x="2172896" y="663259"/>
                  </a:lnTo>
                  <a:lnTo>
                    <a:pt x="2172922" y="663271"/>
                  </a:lnTo>
                  <a:lnTo>
                    <a:pt x="2172969" y="663289"/>
                  </a:lnTo>
                  <a:lnTo>
                    <a:pt x="2172996" y="663296"/>
                  </a:lnTo>
                  <a:lnTo>
                    <a:pt x="2173007" y="663298"/>
                  </a:lnTo>
                  <a:lnTo>
                    <a:pt x="2173021" y="663302"/>
                  </a:lnTo>
                  <a:lnTo>
                    <a:pt x="2173038" y="663309"/>
                  </a:lnTo>
                  <a:lnTo>
                    <a:pt x="2173078" y="663329"/>
                  </a:lnTo>
                  <a:lnTo>
                    <a:pt x="2173152" y="663372"/>
                  </a:lnTo>
                  <a:lnTo>
                    <a:pt x="2173185" y="663398"/>
                  </a:lnTo>
                  <a:lnTo>
                    <a:pt x="2173228" y="663441"/>
                  </a:lnTo>
                  <a:lnTo>
                    <a:pt x="2173239" y="663456"/>
                  </a:lnTo>
                  <a:lnTo>
                    <a:pt x="2173261" y="663484"/>
                  </a:lnTo>
                  <a:lnTo>
                    <a:pt x="2173289" y="663532"/>
                  </a:lnTo>
                  <a:lnTo>
                    <a:pt x="2173306" y="663558"/>
                  </a:lnTo>
                  <a:lnTo>
                    <a:pt x="2173315" y="663568"/>
                  </a:lnTo>
                  <a:lnTo>
                    <a:pt x="2173336" y="663587"/>
                  </a:lnTo>
                  <a:lnTo>
                    <a:pt x="2173352" y="663599"/>
                  </a:lnTo>
                  <a:lnTo>
                    <a:pt x="2173370" y="663621"/>
                  </a:lnTo>
                  <a:lnTo>
                    <a:pt x="2173384" y="663642"/>
                  </a:lnTo>
                  <a:lnTo>
                    <a:pt x="2173390" y="663661"/>
                  </a:lnTo>
                  <a:lnTo>
                    <a:pt x="2173393" y="663686"/>
                  </a:lnTo>
                  <a:lnTo>
                    <a:pt x="2173395" y="663694"/>
                  </a:lnTo>
                  <a:lnTo>
                    <a:pt x="2173392" y="663705"/>
                  </a:lnTo>
                  <a:lnTo>
                    <a:pt x="2173380" y="663738"/>
                  </a:lnTo>
                  <a:lnTo>
                    <a:pt x="2173373" y="663746"/>
                  </a:lnTo>
                  <a:lnTo>
                    <a:pt x="2173352" y="663760"/>
                  </a:lnTo>
                  <a:lnTo>
                    <a:pt x="2173337" y="663781"/>
                  </a:lnTo>
                  <a:lnTo>
                    <a:pt x="2173325" y="663808"/>
                  </a:lnTo>
                  <a:lnTo>
                    <a:pt x="2173312" y="663828"/>
                  </a:lnTo>
                  <a:lnTo>
                    <a:pt x="2173290" y="663885"/>
                  </a:lnTo>
                  <a:lnTo>
                    <a:pt x="2173276" y="663919"/>
                  </a:lnTo>
                  <a:lnTo>
                    <a:pt x="2173269" y="663946"/>
                  </a:lnTo>
                  <a:lnTo>
                    <a:pt x="2173269" y="663967"/>
                  </a:lnTo>
                  <a:lnTo>
                    <a:pt x="2173271" y="663996"/>
                  </a:lnTo>
                  <a:lnTo>
                    <a:pt x="2173261" y="664050"/>
                  </a:lnTo>
                  <a:lnTo>
                    <a:pt x="2173253" y="664078"/>
                  </a:lnTo>
                  <a:lnTo>
                    <a:pt x="2173244" y="664115"/>
                  </a:lnTo>
                  <a:lnTo>
                    <a:pt x="2173233" y="664142"/>
                  </a:lnTo>
                  <a:lnTo>
                    <a:pt x="2173189" y="664219"/>
                  </a:lnTo>
                  <a:lnTo>
                    <a:pt x="2173160" y="664252"/>
                  </a:lnTo>
                  <a:lnTo>
                    <a:pt x="2173137" y="664278"/>
                  </a:lnTo>
                  <a:lnTo>
                    <a:pt x="2173123" y="664304"/>
                  </a:lnTo>
                  <a:lnTo>
                    <a:pt x="2173105" y="664372"/>
                  </a:lnTo>
                  <a:lnTo>
                    <a:pt x="2173090" y="664431"/>
                  </a:lnTo>
                  <a:lnTo>
                    <a:pt x="2173079" y="664521"/>
                  </a:lnTo>
                  <a:lnTo>
                    <a:pt x="2173078" y="664577"/>
                  </a:lnTo>
                  <a:lnTo>
                    <a:pt x="2173084" y="664642"/>
                  </a:lnTo>
                  <a:lnTo>
                    <a:pt x="2173083" y="664653"/>
                  </a:lnTo>
                  <a:lnTo>
                    <a:pt x="2173082" y="664668"/>
                  </a:lnTo>
                  <a:lnTo>
                    <a:pt x="2173080" y="664682"/>
                  </a:lnTo>
                  <a:lnTo>
                    <a:pt x="2173083" y="664693"/>
                  </a:lnTo>
                  <a:lnTo>
                    <a:pt x="2173086" y="664701"/>
                  </a:lnTo>
                  <a:lnTo>
                    <a:pt x="2173092" y="664709"/>
                  </a:lnTo>
                  <a:lnTo>
                    <a:pt x="2173105" y="664717"/>
                  </a:lnTo>
                  <a:lnTo>
                    <a:pt x="2173124" y="664724"/>
                  </a:lnTo>
                  <a:lnTo>
                    <a:pt x="2173155" y="664730"/>
                  </a:lnTo>
                  <a:lnTo>
                    <a:pt x="2173218" y="664726"/>
                  </a:lnTo>
                  <a:lnTo>
                    <a:pt x="2173272" y="664731"/>
                  </a:lnTo>
                  <a:lnTo>
                    <a:pt x="2173323" y="664740"/>
                  </a:lnTo>
                  <a:lnTo>
                    <a:pt x="2173340" y="664745"/>
                  </a:lnTo>
                  <a:lnTo>
                    <a:pt x="2173377" y="664755"/>
                  </a:lnTo>
                  <a:lnTo>
                    <a:pt x="2173403" y="664763"/>
                  </a:lnTo>
                  <a:lnTo>
                    <a:pt x="2173420" y="664770"/>
                  </a:lnTo>
                  <a:lnTo>
                    <a:pt x="2173442" y="664777"/>
                  </a:lnTo>
                  <a:lnTo>
                    <a:pt x="2173482" y="664796"/>
                  </a:lnTo>
                  <a:lnTo>
                    <a:pt x="2173511" y="664816"/>
                  </a:lnTo>
                  <a:lnTo>
                    <a:pt x="2173529" y="664834"/>
                  </a:lnTo>
                  <a:lnTo>
                    <a:pt x="2173559" y="664869"/>
                  </a:lnTo>
                  <a:lnTo>
                    <a:pt x="2173584" y="664900"/>
                  </a:lnTo>
                  <a:lnTo>
                    <a:pt x="2173597" y="664916"/>
                  </a:lnTo>
                  <a:lnTo>
                    <a:pt x="2173624" y="664951"/>
                  </a:lnTo>
                  <a:lnTo>
                    <a:pt x="2173635" y="664965"/>
                  </a:lnTo>
                  <a:lnTo>
                    <a:pt x="2173655" y="664990"/>
                  </a:lnTo>
                  <a:lnTo>
                    <a:pt x="2173678" y="665017"/>
                  </a:lnTo>
                  <a:lnTo>
                    <a:pt x="2173720" y="665075"/>
                  </a:lnTo>
                  <a:lnTo>
                    <a:pt x="2173746" y="665115"/>
                  </a:lnTo>
                  <a:lnTo>
                    <a:pt x="2173764" y="665152"/>
                  </a:lnTo>
                  <a:lnTo>
                    <a:pt x="2173780" y="665188"/>
                  </a:lnTo>
                  <a:lnTo>
                    <a:pt x="2173808" y="665237"/>
                  </a:lnTo>
                  <a:lnTo>
                    <a:pt x="2173825" y="665261"/>
                  </a:lnTo>
                  <a:lnTo>
                    <a:pt x="2173875" y="665327"/>
                  </a:lnTo>
                  <a:lnTo>
                    <a:pt x="2173939" y="665407"/>
                  </a:lnTo>
                  <a:lnTo>
                    <a:pt x="2173960" y="665433"/>
                  </a:lnTo>
                  <a:lnTo>
                    <a:pt x="2173982" y="665446"/>
                  </a:lnTo>
                  <a:lnTo>
                    <a:pt x="2173998" y="665454"/>
                  </a:lnTo>
                  <a:lnTo>
                    <a:pt x="2174011" y="665462"/>
                  </a:lnTo>
                  <a:lnTo>
                    <a:pt x="2174032" y="665480"/>
                  </a:lnTo>
                  <a:lnTo>
                    <a:pt x="2174057" y="665501"/>
                  </a:lnTo>
                  <a:lnTo>
                    <a:pt x="2174073" y="665521"/>
                  </a:lnTo>
                  <a:lnTo>
                    <a:pt x="2174090" y="665539"/>
                  </a:lnTo>
                  <a:lnTo>
                    <a:pt x="2174098" y="665550"/>
                  </a:lnTo>
                  <a:lnTo>
                    <a:pt x="2174102" y="665557"/>
                  </a:lnTo>
                  <a:lnTo>
                    <a:pt x="2174110" y="665578"/>
                  </a:lnTo>
                  <a:lnTo>
                    <a:pt x="2174119" y="665593"/>
                  </a:lnTo>
                  <a:lnTo>
                    <a:pt x="2174137" y="665606"/>
                  </a:lnTo>
                  <a:lnTo>
                    <a:pt x="2174160" y="665619"/>
                  </a:lnTo>
                  <a:lnTo>
                    <a:pt x="2174177" y="665632"/>
                  </a:lnTo>
                  <a:lnTo>
                    <a:pt x="2174186" y="665638"/>
                  </a:lnTo>
                  <a:lnTo>
                    <a:pt x="2174194" y="665643"/>
                  </a:lnTo>
                  <a:lnTo>
                    <a:pt x="2174205" y="665643"/>
                  </a:lnTo>
                  <a:lnTo>
                    <a:pt x="2174232" y="665641"/>
                  </a:lnTo>
                  <a:lnTo>
                    <a:pt x="2174245" y="665642"/>
                  </a:lnTo>
                  <a:lnTo>
                    <a:pt x="2174257" y="665644"/>
                  </a:lnTo>
                  <a:lnTo>
                    <a:pt x="2174268" y="665648"/>
                  </a:lnTo>
                  <a:lnTo>
                    <a:pt x="2174277" y="665648"/>
                  </a:lnTo>
                  <a:lnTo>
                    <a:pt x="2174406" y="665661"/>
                  </a:lnTo>
                  <a:lnTo>
                    <a:pt x="2174417" y="665666"/>
                  </a:lnTo>
                  <a:lnTo>
                    <a:pt x="2174423" y="665669"/>
                  </a:lnTo>
                  <a:lnTo>
                    <a:pt x="2174427" y="665674"/>
                  </a:lnTo>
                  <a:lnTo>
                    <a:pt x="2174430" y="665679"/>
                  </a:lnTo>
                  <a:lnTo>
                    <a:pt x="2174430" y="665688"/>
                  </a:lnTo>
                  <a:lnTo>
                    <a:pt x="2174428" y="665693"/>
                  </a:lnTo>
                  <a:lnTo>
                    <a:pt x="2174424" y="665698"/>
                  </a:lnTo>
                  <a:lnTo>
                    <a:pt x="2174421" y="665703"/>
                  </a:lnTo>
                  <a:lnTo>
                    <a:pt x="2174418" y="665709"/>
                  </a:lnTo>
                  <a:lnTo>
                    <a:pt x="2174424" y="665719"/>
                  </a:lnTo>
                  <a:lnTo>
                    <a:pt x="2174432" y="665726"/>
                  </a:lnTo>
                  <a:lnTo>
                    <a:pt x="2174439" y="665731"/>
                  </a:lnTo>
                  <a:lnTo>
                    <a:pt x="2174447" y="665734"/>
                  </a:lnTo>
                  <a:lnTo>
                    <a:pt x="2174455" y="665741"/>
                  </a:lnTo>
                  <a:lnTo>
                    <a:pt x="2174460" y="665747"/>
                  </a:lnTo>
                  <a:lnTo>
                    <a:pt x="2174467" y="665752"/>
                  </a:lnTo>
                  <a:lnTo>
                    <a:pt x="2174472" y="665754"/>
                  </a:lnTo>
                  <a:lnTo>
                    <a:pt x="2174481" y="665755"/>
                  </a:lnTo>
                  <a:lnTo>
                    <a:pt x="2174487" y="665755"/>
                  </a:lnTo>
                  <a:lnTo>
                    <a:pt x="2174495" y="665761"/>
                  </a:lnTo>
                  <a:lnTo>
                    <a:pt x="2174505" y="665770"/>
                  </a:lnTo>
                  <a:lnTo>
                    <a:pt x="2174510" y="665778"/>
                  </a:lnTo>
                  <a:lnTo>
                    <a:pt x="2174513" y="665786"/>
                  </a:lnTo>
                  <a:lnTo>
                    <a:pt x="2174516" y="665793"/>
                  </a:lnTo>
                  <a:lnTo>
                    <a:pt x="2174517" y="665799"/>
                  </a:lnTo>
                  <a:lnTo>
                    <a:pt x="2174522" y="665805"/>
                  </a:lnTo>
                  <a:lnTo>
                    <a:pt x="2174524" y="665811"/>
                  </a:lnTo>
                  <a:lnTo>
                    <a:pt x="2174523" y="665818"/>
                  </a:lnTo>
                  <a:lnTo>
                    <a:pt x="2174523" y="665824"/>
                  </a:lnTo>
                  <a:lnTo>
                    <a:pt x="2174531" y="665834"/>
                  </a:lnTo>
                  <a:lnTo>
                    <a:pt x="2174531" y="665840"/>
                  </a:lnTo>
                  <a:lnTo>
                    <a:pt x="2174533" y="665846"/>
                  </a:lnTo>
                  <a:lnTo>
                    <a:pt x="2174535" y="665862"/>
                  </a:lnTo>
                  <a:lnTo>
                    <a:pt x="2174539" y="665868"/>
                  </a:lnTo>
                  <a:lnTo>
                    <a:pt x="2174544" y="665879"/>
                  </a:lnTo>
                  <a:lnTo>
                    <a:pt x="2174549" y="665887"/>
                  </a:lnTo>
                  <a:lnTo>
                    <a:pt x="2174552" y="665896"/>
                  </a:lnTo>
                  <a:lnTo>
                    <a:pt x="2174555" y="665909"/>
                  </a:lnTo>
                  <a:lnTo>
                    <a:pt x="2174557" y="665925"/>
                  </a:lnTo>
                  <a:lnTo>
                    <a:pt x="2174555" y="665942"/>
                  </a:lnTo>
                  <a:lnTo>
                    <a:pt x="2174551" y="665955"/>
                  </a:lnTo>
                  <a:lnTo>
                    <a:pt x="2174547" y="665962"/>
                  </a:lnTo>
                  <a:lnTo>
                    <a:pt x="2174540" y="665963"/>
                  </a:lnTo>
                  <a:lnTo>
                    <a:pt x="2174534" y="665972"/>
                  </a:lnTo>
                  <a:lnTo>
                    <a:pt x="2174525" y="666007"/>
                  </a:lnTo>
                  <a:lnTo>
                    <a:pt x="2174525" y="666015"/>
                  </a:lnTo>
                  <a:lnTo>
                    <a:pt x="2174526" y="666025"/>
                  </a:lnTo>
                  <a:lnTo>
                    <a:pt x="2174509" y="666047"/>
                  </a:lnTo>
                  <a:lnTo>
                    <a:pt x="2174490" y="666070"/>
                  </a:lnTo>
                  <a:lnTo>
                    <a:pt x="2174466" y="666097"/>
                  </a:lnTo>
                  <a:lnTo>
                    <a:pt x="2174462" y="666097"/>
                  </a:lnTo>
                  <a:lnTo>
                    <a:pt x="2174398" y="666080"/>
                  </a:lnTo>
                  <a:lnTo>
                    <a:pt x="2174390" y="666084"/>
                  </a:lnTo>
                  <a:lnTo>
                    <a:pt x="2174356" y="666120"/>
                  </a:lnTo>
                  <a:lnTo>
                    <a:pt x="2174325" y="666162"/>
                  </a:lnTo>
                  <a:lnTo>
                    <a:pt x="2174356" y="666186"/>
                  </a:lnTo>
                  <a:lnTo>
                    <a:pt x="2174351" y="666191"/>
                  </a:lnTo>
                  <a:lnTo>
                    <a:pt x="2174361" y="666198"/>
                  </a:lnTo>
                  <a:lnTo>
                    <a:pt x="2174343" y="666219"/>
                  </a:lnTo>
                  <a:lnTo>
                    <a:pt x="2174335" y="666264"/>
                  </a:lnTo>
                  <a:lnTo>
                    <a:pt x="2174329" y="666270"/>
                  </a:lnTo>
                  <a:lnTo>
                    <a:pt x="2174326" y="666359"/>
                  </a:lnTo>
                  <a:lnTo>
                    <a:pt x="2174343" y="666360"/>
                  </a:lnTo>
                  <a:lnTo>
                    <a:pt x="2174340" y="666468"/>
                  </a:lnTo>
                  <a:lnTo>
                    <a:pt x="2174329" y="666468"/>
                  </a:lnTo>
                  <a:lnTo>
                    <a:pt x="2174325" y="666597"/>
                  </a:lnTo>
                  <a:lnTo>
                    <a:pt x="2174335" y="666600"/>
                  </a:lnTo>
                  <a:lnTo>
                    <a:pt x="2174288" y="666675"/>
                  </a:lnTo>
                  <a:lnTo>
                    <a:pt x="2174286" y="666680"/>
                  </a:lnTo>
                  <a:lnTo>
                    <a:pt x="2174283" y="666690"/>
                  </a:lnTo>
                  <a:lnTo>
                    <a:pt x="2174280" y="666701"/>
                  </a:lnTo>
                  <a:lnTo>
                    <a:pt x="2174278" y="666711"/>
                  </a:lnTo>
                  <a:lnTo>
                    <a:pt x="2174268" y="666739"/>
                  </a:lnTo>
                  <a:lnTo>
                    <a:pt x="2174255" y="666763"/>
                  </a:lnTo>
                  <a:lnTo>
                    <a:pt x="2174252" y="666767"/>
                  </a:lnTo>
                  <a:lnTo>
                    <a:pt x="2174244" y="666765"/>
                  </a:lnTo>
                  <a:lnTo>
                    <a:pt x="2174235" y="666778"/>
                  </a:lnTo>
                  <a:lnTo>
                    <a:pt x="2174239" y="666783"/>
                  </a:lnTo>
                  <a:lnTo>
                    <a:pt x="2174236" y="666791"/>
                  </a:lnTo>
                  <a:lnTo>
                    <a:pt x="2174230" y="666792"/>
                  </a:lnTo>
                  <a:lnTo>
                    <a:pt x="2174224" y="666801"/>
                  </a:lnTo>
                  <a:lnTo>
                    <a:pt x="2174217" y="666812"/>
                  </a:lnTo>
                  <a:lnTo>
                    <a:pt x="2174199" y="666848"/>
                  </a:lnTo>
                  <a:lnTo>
                    <a:pt x="2173341" y="666756"/>
                  </a:lnTo>
                  <a:lnTo>
                    <a:pt x="2173032" y="666724"/>
                  </a:lnTo>
                  <a:lnTo>
                    <a:pt x="2172740" y="666694"/>
                  </a:lnTo>
                  <a:lnTo>
                    <a:pt x="2172296" y="666649"/>
                  </a:lnTo>
                  <a:lnTo>
                    <a:pt x="2171886" y="666606"/>
                  </a:lnTo>
                  <a:lnTo>
                    <a:pt x="2171423" y="666559"/>
                  </a:lnTo>
                  <a:lnTo>
                    <a:pt x="2171017" y="666520"/>
                  </a:lnTo>
                  <a:lnTo>
                    <a:pt x="2170802" y="666496"/>
                  </a:lnTo>
                  <a:lnTo>
                    <a:pt x="2170651" y="666479"/>
                  </a:lnTo>
                  <a:lnTo>
                    <a:pt x="2170314" y="666445"/>
                  </a:lnTo>
                  <a:lnTo>
                    <a:pt x="2169852" y="666397"/>
                  </a:lnTo>
                  <a:lnTo>
                    <a:pt x="2169339" y="666345"/>
                  </a:lnTo>
                  <a:lnTo>
                    <a:pt x="2168687" y="666278"/>
                  </a:lnTo>
                  <a:lnTo>
                    <a:pt x="2168182" y="666227"/>
                  </a:lnTo>
                  <a:lnTo>
                    <a:pt x="2168180" y="666176"/>
                  </a:lnTo>
                  <a:lnTo>
                    <a:pt x="2168232" y="665879"/>
                  </a:lnTo>
                  <a:lnTo>
                    <a:pt x="2168233" y="665873"/>
                  </a:lnTo>
                  <a:lnTo>
                    <a:pt x="2168236" y="665864"/>
                  </a:lnTo>
                  <a:lnTo>
                    <a:pt x="2168275" y="665747"/>
                  </a:lnTo>
                  <a:lnTo>
                    <a:pt x="2168298" y="665677"/>
                  </a:lnTo>
                  <a:lnTo>
                    <a:pt x="2168308" y="665645"/>
                  </a:lnTo>
                  <a:lnTo>
                    <a:pt x="2168311" y="665629"/>
                  </a:lnTo>
                  <a:lnTo>
                    <a:pt x="2168314" y="665613"/>
                  </a:lnTo>
                  <a:lnTo>
                    <a:pt x="2168315" y="665597"/>
                  </a:lnTo>
                  <a:lnTo>
                    <a:pt x="2168314" y="665551"/>
                  </a:lnTo>
                  <a:lnTo>
                    <a:pt x="2168316" y="665512"/>
                  </a:lnTo>
                  <a:lnTo>
                    <a:pt x="2168317" y="665415"/>
                  </a:lnTo>
                  <a:lnTo>
                    <a:pt x="2168317" y="665409"/>
                  </a:lnTo>
                  <a:lnTo>
                    <a:pt x="2168315" y="665386"/>
                  </a:lnTo>
                  <a:lnTo>
                    <a:pt x="2168307" y="665316"/>
                  </a:lnTo>
                  <a:lnTo>
                    <a:pt x="2168302" y="665299"/>
                  </a:lnTo>
                  <a:lnTo>
                    <a:pt x="2168298" y="665277"/>
                  </a:lnTo>
                  <a:lnTo>
                    <a:pt x="2168287" y="665227"/>
                  </a:lnTo>
                  <a:lnTo>
                    <a:pt x="2168286" y="665213"/>
                  </a:lnTo>
                  <a:lnTo>
                    <a:pt x="2168284" y="665194"/>
                  </a:lnTo>
                  <a:lnTo>
                    <a:pt x="2168283" y="665183"/>
                  </a:lnTo>
                  <a:lnTo>
                    <a:pt x="2168279" y="665163"/>
                  </a:lnTo>
                  <a:lnTo>
                    <a:pt x="2168278" y="665157"/>
                  </a:lnTo>
                  <a:lnTo>
                    <a:pt x="2168268" y="665109"/>
                  </a:lnTo>
                  <a:lnTo>
                    <a:pt x="2168256" y="665039"/>
                  </a:lnTo>
                  <a:lnTo>
                    <a:pt x="2168246" y="664984"/>
                  </a:lnTo>
                  <a:lnTo>
                    <a:pt x="2168236" y="664928"/>
                  </a:lnTo>
                  <a:lnTo>
                    <a:pt x="2168223" y="664857"/>
                  </a:lnTo>
                  <a:lnTo>
                    <a:pt x="2168220" y="664841"/>
                  </a:lnTo>
                  <a:lnTo>
                    <a:pt x="2168197" y="664723"/>
                  </a:lnTo>
                  <a:lnTo>
                    <a:pt x="2168187" y="664676"/>
                  </a:lnTo>
                  <a:lnTo>
                    <a:pt x="2168187" y="664650"/>
                  </a:lnTo>
                  <a:lnTo>
                    <a:pt x="2168183" y="664628"/>
                  </a:lnTo>
                  <a:lnTo>
                    <a:pt x="2168180" y="664579"/>
                  </a:lnTo>
                  <a:lnTo>
                    <a:pt x="2168173" y="664524"/>
                  </a:lnTo>
                  <a:lnTo>
                    <a:pt x="2168170" y="664514"/>
                  </a:lnTo>
                  <a:lnTo>
                    <a:pt x="2168164" y="664490"/>
                  </a:lnTo>
                  <a:lnTo>
                    <a:pt x="2168157" y="664466"/>
                  </a:lnTo>
                  <a:lnTo>
                    <a:pt x="2168153" y="664450"/>
                  </a:lnTo>
                  <a:lnTo>
                    <a:pt x="2168153" y="664445"/>
                  </a:lnTo>
                  <a:lnTo>
                    <a:pt x="2168151" y="664438"/>
                  </a:lnTo>
                  <a:lnTo>
                    <a:pt x="2168125" y="664391"/>
                  </a:lnTo>
                  <a:lnTo>
                    <a:pt x="2168118" y="664384"/>
                  </a:lnTo>
                  <a:lnTo>
                    <a:pt x="2168114" y="664378"/>
                  </a:lnTo>
                  <a:lnTo>
                    <a:pt x="2168112" y="664372"/>
                  </a:lnTo>
                  <a:lnTo>
                    <a:pt x="2168113" y="664364"/>
                  </a:lnTo>
                  <a:lnTo>
                    <a:pt x="2168118" y="664347"/>
                  </a:lnTo>
                  <a:lnTo>
                    <a:pt x="2168122" y="664338"/>
                  </a:lnTo>
                  <a:lnTo>
                    <a:pt x="2168131" y="664311"/>
                  </a:lnTo>
                  <a:lnTo>
                    <a:pt x="2168137" y="664297"/>
                  </a:lnTo>
                  <a:lnTo>
                    <a:pt x="2168137" y="664286"/>
                  </a:lnTo>
                  <a:lnTo>
                    <a:pt x="2168134" y="664263"/>
                  </a:lnTo>
                  <a:lnTo>
                    <a:pt x="2168121" y="664229"/>
                  </a:lnTo>
                  <a:lnTo>
                    <a:pt x="2168116" y="664196"/>
                  </a:lnTo>
                  <a:lnTo>
                    <a:pt x="2168106" y="664108"/>
                  </a:lnTo>
                  <a:lnTo>
                    <a:pt x="2168106" y="664087"/>
                  </a:lnTo>
                  <a:lnTo>
                    <a:pt x="2168104" y="664028"/>
                  </a:lnTo>
                  <a:lnTo>
                    <a:pt x="2168103" y="664017"/>
                  </a:lnTo>
                  <a:lnTo>
                    <a:pt x="2168102" y="664009"/>
                  </a:lnTo>
                  <a:lnTo>
                    <a:pt x="2168104" y="664003"/>
                  </a:lnTo>
                  <a:lnTo>
                    <a:pt x="2168108" y="663978"/>
                  </a:lnTo>
                  <a:lnTo>
                    <a:pt x="2168114" y="663947"/>
                  </a:lnTo>
                  <a:lnTo>
                    <a:pt x="2168118" y="663919"/>
                  </a:lnTo>
                  <a:lnTo>
                    <a:pt x="2168120" y="663903"/>
                  </a:lnTo>
                  <a:lnTo>
                    <a:pt x="2168121" y="663889"/>
                  </a:lnTo>
                  <a:lnTo>
                    <a:pt x="2168121" y="663879"/>
                  </a:lnTo>
                  <a:lnTo>
                    <a:pt x="2168120" y="663862"/>
                  </a:lnTo>
                  <a:lnTo>
                    <a:pt x="2168117" y="663855"/>
                  </a:lnTo>
                  <a:lnTo>
                    <a:pt x="2168114" y="663851"/>
                  </a:lnTo>
                  <a:lnTo>
                    <a:pt x="2168108" y="663839"/>
                  </a:lnTo>
                  <a:lnTo>
                    <a:pt x="2168120" y="663712"/>
                  </a:lnTo>
                  <a:lnTo>
                    <a:pt x="2168131" y="663674"/>
                  </a:lnTo>
                  <a:lnTo>
                    <a:pt x="2168133" y="663665"/>
                  </a:lnTo>
                  <a:lnTo>
                    <a:pt x="2168135" y="663656"/>
                  </a:lnTo>
                  <a:lnTo>
                    <a:pt x="2168136" y="663648"/>
                  </a:lnTo>
                  <a:lnTo>
                    <a:pt x="2168136" y="663640"/>
                  </a:lnTo>
                  <a:lnTo>
                    <a:pt x="2168137" y="663633"/>
                  </a:lnTo>
                  <a:lnTo>
                    <a:pt x="2168137" y="663625"/>
                  </a:lnTo>
                  <a:lnTo>
                    <a:pt x="2168139" y="663618"/>
                  </a:lnTo>
                  <a:lnTo>
                    <a:pt x="2168146" y="663593"/>
                  </a:lnTo>
                  <a:lnTo>
                    <a:pt x="2168150" y="663580"/>
                  </a:lnTo>
                  <a:lnTo>
                    <a:pt x="2168155" y="663561"/>
                  </a:lnTo>
                  <a:lnTo>
                    <a:pt x="2168158" y="663554"/>
                  </a:lnTo>
                  <a:lnTo>
                    <a:pt x="2168191" y="663419"/>
                  </a:lnTo>
                  <a:lnTo>
                    <a:pt x="2168200" y="663391"/>
                  </a:lnTo>
                  <a:lnTo>
                    <a:pt x="2168202" y="663385"/>
                  </a:lnTo>
                  <a:lnTo>
                    <a:pt x="2168205" y="663378"/>
                  </a:lnTo>
                  <a:lnTo>
                    <a:pt x="2168222" y="663328"/>
                  </a:lnTo>
                  <a:lnTo>
                    <a:pt x="2168227" y="663312"/>
                  </a:lnTo>
                  <a:lnTo>
                    <a:pt x="2168229" y="663307"/>
                  </a:lnTo>
                  <a:lnTo>
                    <a:pt x="2168231" y="663299"/>
                  </a:lnTo>
                  <a:lnTo>
                    <a:pt x="2168233" y="663294"/>
                  </a:lnTo>
                  <a:lnTo>
                    <a:pt x="2168235" y="663288"/>
                  </a:lnTo>
                  <a:lnTo>
                    <a:pt x="2168249" y="663247"/>
                  </a:lnTo>
                  <a:lnTo>
                    <a:pt x="2168265" y="663180"/>
                  </a:lnTo>
                  <a:lnTo>
                    <a:pt x="2168274" y="663142"/>
                  </a:lnTo>
                  <a:lnTo>
                    <a:pt x="2168283" y="663087"/>
                  </a:lnTo>
                  <a:lnTo>
                    <a:pt x="2168286" y="663080"/>
                  </a:lnTo>
                  <a:lnTo>
                    <a:pt x="2168294" y="663068"/>
                  </a:lnTo>
                  <a:lnTo>
                    <a:pt x="2168297" y="663063"/>
                  </a:lnTo>
                  <a:lnTo>
                    <a:pt x="2168300" y="663058"/>
                  </a:lnTo>
                  <a:lnTo>
                    <a:pt x="2168295" y="663025"/>
                  </a:lnTo>
                  <a:lnTo>
                    <a:pt x="2168291" y="663019"/>
                  </a:lnTo>
                  <a:lnTo>
                    <a:pt x="2168290" y="663010"/>
                  </a:lnTo>
                  <a:lnTo>
                    <a:pt x="2168290" y="663005"/>
                  </a:lnTo>
                  <a:lnTo>
                    <a:pt x="2168290" y="663000"/>
                  </a:lnTo>
                  <a:lnTo>
                    <a:pt x="2168295" y="662980"/>
                  </a:lnTo>
                  <a:lnTo>
                    <a:pt x="2168298" y="662972"/>
                  </a:lnTo>
                  <a:lnTo>
                    <a:pt x="2168301" y="662954"/>
                  </a:lnTo>
                  <a:lnTo>
                    <a:pt x="2168314" y="662898"/>
                  </a:lnTo>
                  <a:lnTo>
                    <a:pt x="2168349" y="662791"/>
                  </a:lnTo>
                  <a:lnTo>
                    <a:pt x="2168393" y="662682"/>
                  </a:lnTo>
                  <a:lnTo>
                    <a:pt x="2168418" y="662620"/>
                  </a:lnTo>
                  <a:lnTo>
                    <a:pt x="2168437" y="662583"/>
                  </a:lnTo>
                  <a:lnTo>
                    <a:pt x="2168445" y="662569"/>
                  </a:lnTo>
                  <a:lnTo>
                    <a:pt x="2168452" y="662559"/>
                  </a:lnTo>
                  <a:lnTo>
                    <a:pt x="2168457" y="662552"/>
                  </a:lnTo>
                  <a:lnTo>
                    <a:pt x="2168462" y="662547"/>
                  </a:lnTo>
                  <a:lnTo>
                    <a:pt x="2168466" y="662543"/>
                  </a:lnTo>
                  <a:lnTo>
                    <a:pt x="2168469" y="662540"/>
                  </a:lnTo>
                  <a:lnTo>
                    <a:pt x="2168489" y="662526"/>
                  </a:lnTo>
                  <a:lnTo>
                    <a:pt x="2168500" y="662520"/>
                  </a:lnTo>
                  <a:lnTo>
                    <a:pt x="2168508" y="662517"/>
                  </a:lnTo>
                  <a:lnTo>
                    <a:pt x="2168512" y="662515"/>
                  </a:lnTo>
                  <a:lnTo>
                    <a:pt x="2168538" y="662427"/>
                  </a:lnTo>
                  <a:lnTo>
                    <a:pt x="2168535" y="662420"/>
                  </a:lnTo>
                  <a:lnTo>
                    <a:pt x="2168529" y="662417"/>
                  </a:lnTo>
                  <a:lnTo>
                    <a:pt x="2168523" y="662414"/>
                  </a:lnTo>
                  <a:lnTo>
                    <a:pt x="2168518" y="662411"/>
                  </a:lnTo>
                  <a:lnTo>
                    <a:pt x="2168513" y="662406"/>
                  </a:lnTo>
                  <a:lnTo>
                    <a:pt x="2168510" y="662401"/>
                  </a:lnTo>
                  <a:lnTo>
                    <a:pt x="2168500" y="662387"/>
                  </a:lnTo>
                  <a:lnTo>
                    <a:pt x="2168497" y="662380"/>
                  </a:lnTo>
                  <a:lnTo>
                    <a:pt x="2168494" y="662371"/>
                  </a:lnTo>
                  <a:lnTo>
                    <a:pt x="2168490" y="662357"/>
                  </a:lnTo>
                  <a:lnTo>
                    <a:pt x="2168478" y="662344"/>
                  </a:lnTo>
                  <a:lnTo>
                    <a:pt x="2168475" y="662339"/>
                  </a:lnTo>
                  <a:lnTo>
                    <a:pt x="2168479" y="662335"/>
                  </a:lnTo>
                  <a:lnTo>
                    <a:pt x="2168482" y="662327"/>
                  </a:lnTo>
                  <a:lnTo>
                    <a:pt x="2168475" y="662265"/>
                  </a:lnTo>
                  <a:lnTo>
                    <a:pt x="2168481" y="662104"/>
                  </a:lnTo>
                  <a:lnTo>
                    <a:pt x="2168489" y="662064"/>
                  </a:lnTo>
                  <a:lnTo>
                    <a:pt x="2168514" y="661945"/>
                  </a:lnTo>
                  <a:lnTo>
                    <a:pt x="2168516" y="661934"/>
                  </a:lnTo>
                  <a:lnTo>
                    <a:pt x="2168527" y="661865"/>
                  </a:lnTo>
                  <a:lnTo>
                    <a:pt x="2168534" y="661820"/>
                  </a:lnTo>
                  <a:lnTo>
                    <a:pt x="2168537" y="661807"/>
                  </a:lnTo>
                  <a:lnTo>
                    <a:pt x="2168540" y="661800"/>
                  </a:lnTo>
                  <a:lnTo>
                    <a:pt x="2168545" y="661776"/>
                  </a:lnTo>
                  <a:lnTo>
                    <a:pt x="2168551" y="661749"/>
                  </a:lnTo>
                  <a:lnTo>
                    <a:pt x="2168561" y="661721"/>
                  </a:lnTo>
                  <a:lnTo>
                    <a:pt x="2168566" y="661705"/>
                  </a:lnTo>
                  <a:lnTo>
                    <a:pt x="2168572" y="661688"/>
                  </a:lnTo>
                  <a:lnTo>
                    <a:pt x="2168583" y="661647"/>
                  </a:lnTo>
                  <a:lnTo>
                    <a:pt x="2168588" y="661635"/>
                  </a:lnTo>
                  <a:lnTo>
                    <a:pt x="2168593" y="661624"/>
                  </a:lnTo>
                  <a:lnTo>
                    <a:pt x="2168605" y="661584"/>
                  </a:lnTo>
                  <a:lnTo>
                    <a:pt x="2168609" y="661567"/>
                  </a:lnTo>
                  <a:lnTo>
                    <a:pt x="2168612" y="661556"/>
                  </a:lnTo>
                  <a:lnTo>
                    <a:pt x="2168624" y="661527"/>
                  </a:lnTo>
                  <a:lnTo>
                    <a:pt x="2168639" y="661498"/>
                  </a:lnTo>
                  <a:lnTo>
                    <a:pt x="2168641" y="661493"/>
                  </a:lnTo>
                  <a:lnTo>
                    <a:pt x="2168650" y="661471"/>
                  </a:lnTo>
                  <a:lnTo>
                    <a:pt x="2168654" y="661459"/>
                  </a:lnTo>
                  <a:lnTo>
                    <a:pt x="2168658" y="661450"/>
                  </a:lnTo>
                  <a:lnTo>
                    <a:pt x="2168660" y="661444"/>
                  </a:lnTo>
                  <a:lnTo>
                    <a:pt x="2168665" y="661432"/>
                  </a:lnTo>
                  <a:lnTo>
                    <a:pt x="2168679" y="661395"/>
                  </a:lnTo>
                  <a:lnTo>
                    <a:pt x="2168682" y="661385"/>
                  </a:lnTo>
                  <a:lnTo>
                    <a:pt x="2168686" y="661373"/>
                  </a:lnTo>
                  <a:lnTo>
                    <a:pt x="2168698" y="661332"/>
                  </a:lnTo>
                  <a:lnTo>
                    <a:pt x="2168703" y="661318"/>
                  </a:lnTo>
                  <a:lnTo>
                    <a:pt x="2168706" y="661308"/>
                  </a:lnTo>
                  <a:lnTo>
                    <a:pt x="2168710" y="661300"/>
                  </a:lnTo>
                  <a:lnTo>
                    <a:pt x="2168713" y="661290"/>
                  </a:lnTo>
                  <a:lnTo>
                    <a:pt x="2168720" y="661273"/>
                  </a:lnTo>
                  <a:lnTo>
                    <a:pt x="2168722" y="661266"/>
                  </a:lnTo>
                  <a:lnTo>
                    <a:pt x="2168725" y="661257"/>
                  </a:lnTo>
                  <a:lnTo>
                    <a:pt x="2168732" y="661237"/>
                  </a:lnTo>
                  <a:lnTo>
                    <a:pt x="2168735" y="661230"/>
                  </a:lnTo>
                  <a:lnTo>
                    <a:pt x="2168738" y="661222"/>
                  </a:lnTo>
                  <a:lnTo>
                    <a:pt x="2168744" y="661207"/>
                  </a:lnTo>
                  <a:lnTo>
                    <a:pt x="2168747" y="661199"/>
                  </a:lnTo>
                  <a:lnTo>
                    <a:pt x="2168762" y="661162"/>
                  </a:lnTo>
                  <a:lnTo>
                    <a:pt x="2168767" y="661150"/>
                  </a:lnTo>
                  <a:lnTo>
                    <a:pt x="2168773" y="661135"/>
                  </a:lnTo>
                  <a:lnTo>
                    <a:pt x="2168777" y="661121"/>
                  </a:lnTo>
                  <a:lnTo>
                    <a:pt x="2168787" y="661089"/>
                  </a:lnTo>
                  <a:lnTo>
                    <a:pt x="2168788" y="661082"/>
                  </a:lnTo>
                  <a:lnTo>
                    <a:pt x="2168793" y="661068"/>
                  </a:lnTo>
                  <a:lnTo>
                    <a:pt x="2168798" y="661055"/>
                  </a:lnTo>
                  <a:lnTo>
                    <a:pt x="2168802" y="661046"/>
                  </a:lnTo>
                  <a:lnTo>
                    <a:pt x="2168805" y="661035"/>
                  </a:lnTo>
                  <a:lnTo>
                    <a:pt x="2168810" y="661011"/>
                  </a:lnTo>
                  <a:lnTo>
                    <a:pt x="2168808" y="661004"/>
                  </a:lnTo>
                  <a:lnTo>
                    <a:pt x="2168799" y="660994"/>
                  </a:lnTo>
                  <a:lnTo>
                    <a:pt x="2168779" y="660976"/>
                  </a:lnTo>
                  <a:lnTo>
                    <a:pt x="2168766" y="660965"/>
                  </a:lnTo>
                  <a:lnTo>
                    <a:pt x="2168760" y="660957"/>
                  </a:lnTo>
                  <a:lnTo>
                    <a:pt x="2168745" y="660934"/>
                  </a:lnTo>
                  <a:lnTo>
                    <a:pt x="2168736" y="660920"/>
                  </a:lnTo>
                  <a:lnTo>
                    <a:pt x="2168719" y="660890"/>
                  </a:lnTo>
                  <a:lnTo>
                    <a:pt x="2168713" y="660881"/>
                  </a:lnTo>
                  <a:lnTo>
                    <a:pt x="2168716" y="660876"/>
                  </a:lnTo>
                  <a:lnTo>
                    <a:pt x="2168719" y="660869"/>
                  </a:lnTo>
                  <a:lnTo>
                    <a:pt x="2168717" y="660859"/>
                  </a:lnTo>
                  <a:lnTo>
                    <a:pt x="2168712" y="660856"/>
                  </a:lnTo>
                  <a:lnTo>
                    <a:pt x="2168709" y="660862"/>
                  </a:lnTo>
                  <a:lnTo>
                    <a:pt x="2168704" y="660869"/>
                  </a:lnTo>
                  <a:lnTo>
                    <a:pt x="2168688" y="660886"/>
                  </a:lnTo>
                  <a:lnTo>
                    <a:pt x="2168679" y="660893"/>
                  </a:lnTo>
                  <a:lnTo>
                    <a:pt x="2168668" y="660898"/>
                  </a:lnTo>
                  <a:lnTo>
                    <a:pt x="2168636" y="660905"/>
                  </a:lnTo>
                  <a:lnTo>
                    <a:pt x="2168623" y="660907"/>
                  </a:lnTo>
                  <a:lnTo>
                    <a:pt x="2168610" y="660908"/>
                  </a:lnTo>
                  <a:lnTo>
                    <a:pt x="2168596" y="660909"/>
                  </a:lnTo>
                  <a:lnTo>
                    <a:pt x="2168589" y="660910"/>
                  </a:lnTo>
                  <a:lnTo>
                    <a:pt x="2168561" y="660911"/>
                  </a:lnTo>
                  <a:lnTo>
                    <a:pt x="2168545" y="660910"/>
                  </a:lnTo>
                  <a:lnTo>
                    <a:pt x="2168510" y="660900"/>
                  </a:lnTo>
                  <a:lnTo>
                    <a:pt x="2168499" y="660895"/>
                  </a:lnTo>
                  <a:lnTo>
                    <a:pt x="2168494" y="660894"/>
                  </a:lnTo>
                  <a:lnTo>
                    <a:pt x="2168464" y="660880"/>
                  </a:lnTo>
                  <a:lnTo>
                    <a:pt x="2168459" y="660872"/>
                  </a:lnTo>
                  <a:lnTo>
                    <a:pt x="2168443" y="660857"/>
                  </a:lnTo>
                  <a:lnTo>
                    <a:pt x="2168431" y="660848"/>
                  </a:lnTo>
                  <a:lnTo>
                    <a:pt x="2168419" y="660844"/>
                  </a:lnTo>
                  <a:lnTo>
                    <a:pt x="2168394" y="660833"/>
                  </a:lnTo>
                  <a:lnTo>
                    <a:pt x="2168356" y="660818"/>
                  </a:lnTo>
                  <a:lnTo>
                    <a:pt x="2168338" y="660810"/>
                  </a:lnTo>
                  <a:lnTo>
                    <a:pt x="2168312" y="660799"/>
                  </a:lnTo>
                  <a:lnTo>
                    <a:pt x="2168283" y="660787"/>
                  </a:lnTo>
                  <a:lnTo>
                    <a:pt x="2168256" y="660780"/>
                  </a:lnTo>
                  <a:lnTo>
                    <a:pt x="2168241" y="660774"/>
                  </a:lnTo>
                  <a:lnTo>
                    <a:pt x="2168215" y="660763"/>
                  </a:lnTo>
                  <a:lnTo>
                    <a:pt x="2168182" y="660753"/>
                  </a:lnTo>
                  <a:lnTo>
                    <a:pt x="2168161" y="660747"/>
                  </a:lnTo>
                  <a:lnTo>
                    <a:pt x="2168136" y="660741"/>
                  </a:lnTo>
                  <a:lnTo>
                    <a:pt x="2168127" y="660740"/>
                  </a:lnTo>
                  <a:lnTo>
                    <a:pt x="2168115" y="660738"/>
                  </a:lnTo>
                  <a:lnTo>
                    <a:pt x="2168100" y="660737"/>
                  </a:lnTo>
                  <a:lnTo>
                    <a:pt x="2168088" y="660737"/>
                  </a:lnTo>
                  <a:lnTo>
                    <a:pt x="2168070" y="660739"/>
                  </a:lnTo>
                  <a:lnTo>
                    <a:pt x="2168052" y="660741"/>
                  </a:lnTo>
                  <a:lnTo>
                    <a:pt x="2168043" y="660741"/>
                  </a:lnTo>
                  <a:lnTo>
                    <a:pt x="2168010" y="660739"/>
                  </a:lnTo>
                  <a:lnTo>
                    <a:pt x="2167960" y="660740"/>
                  </a:lnTo>
                  <a:lnTo>
                    <a:pt x="2167939" y="660741"/>
                  </a:lnTo>
                  <a:lnTo>
                    <a:pt x="2167923" y="660744"/>
                  </a:lnTo>
                  <a:lnTo>
                    <a:pt x="2167906" y="660750"/>
                  </a:lnTo>
                  <a:lnTo>
                    <a:pt x="2167898" y="660752"/>
                  </a:lnTo>
                  <a:lnTo>
                    <a:pt x="2167889" y="660753"/>
                  </a:lnTo>
                  <a:lnTo>
                    <a:pt x="2167877" y="660756"/>
                  </a:lnTo>
                  <a:lnTo>
                    <a:pt x="2167866" y="660760"/>
                  </a:lnTo>
                  <a:lnTo>
                    <a:pt x="2167856" y="660766"/>
                  </a:lnTo>
                  <a:lnTo>
                    <a:pt x="2167847" y="660776"/>
                  </a:lnTo>
                  <a:lnTo>
                    <a:pt x="2167838" y="660785"/>
                  </a:lnTo>
                  <a:lnTo>
                    <a:pt x="2167826" y="660791"/>
                  </a:lnTo>
                  <a:lnTo>
                    <a:pt x="2167804" y="660800"/>
                  </a:lnTo>
                  <a:lnTo>
                    <a:pt x="2167784" y="660810"/>
                  </a:lnTo>
                  <a:lnTo>
                    <a:pt x="2167731" y="660828"/>
                  </a:lnTo>
                  <a:lnTo>
                    <a:pt x="2167647" y="660835"/>
                  </a:lnTo>
                  <a:lnTo>
                    <a:pt x="2167622" y="660831"/>
                  </a:lnTo>
                  <a:lnTo>
                    <a:pt x="2167606" y="660830"/>
                  </a:lnTo>
                  <a:lnTo>
                    <a:pt x="2167597" y="660831"/>
                  </a:lnTo>
                  <a:lnTo>
                    <a:pt x="2167586" y="660832"/>
                  </a:lnTo>
                  <a:lnTo>
                    <a:pt x="2167576" y="660833"/>
                  </a:lnTo>
                  <a:lnTo>
                    <a:pt x="2167541" y="660837"/>
                  </a:lnTo>
                  <a:lnTo>
                    <a:pt x="2167524" y="660840"/>
                  </a:lnTo>
                  <a:lnTo>
                    <a:pt x="2167465" y="660839"/>
                  </a:lnTo>
                  <a:lnTo>
                    <a:pt x="2167447" y="660839"/>
                  </a:lnTo>
                  <a:lnTo>
                    <a:pt x="2167387" y="660861"/>
                  </a:lnTo>
                  <a:lnTo>
                    <a:pt x="2167336" y="660880"/>
                  </a:lnTo>
                  <a:lnTo>
                    <a:pt x="2167313" y="660886"/>
                  </a:lnTo>
                  <a:lnTo>
                    <a:pt x="2167293" y="660889"/>
                  </a:lnTo>
                  <a:lnTo>
                    <a:pt x="2167221" y="660907"/>
                  </a:lnTo>
                  <a:lnTo>
                    <a:pt x="2167162" y="660918"/>
                  </a:lnTo>
                  <a:lnTo>
                    <a:pt x="2167040" y="660945"/>
                  </a:lnTo>
                  <a:lnTo>
                    <a:pt x="2166928" y="660983"/>
                  </a:lnTo>
                  <a:lnTo>
                    <a:pt x="2166779" y="661053"/>
                  </a:lnTo>
                  <a:lnTo>
                    <a:pt x="2166685" y="661114"/>
                  </a:lnTo>
                  <a:lnTo>
                    <a:pt x="2166557" y="661222"/>
                  </a:lnTo>
                  <a:lnTo>
                    <a:pt x="2166464" y="661305"/>
                  </a:lnTo>
                  <a:lnTo>
                    <a:pt x="2166399" y="661398"/>
                  </a:lnTo>
                  <a:lnTo>
                    <a:pt x="2166362" y="661446"/>
                  </a:lnTo>
                  <a:lnTo>
                    <a:pt x="2166322" y="661514"/>
                  </a:lnTo>
                  <a:lnTo>
                    <a:pt x="2166280" y="661596"/>
                  </a:lnTo>
                  <a:lnTo>
                    <a:pt x="2166248" y="661690"/>
                  </a:lnTo>
                  <a:lnTo>
                    <a:pt x="2166213" y="661765"/>
                  </a:lnTo>
                  <a:lnTo>
                    <a:pt x="2166202" y="661792"/>
                  </a:lnTo>
                  <a:lnTo>
                    <a:pt x="2166198" y="661806"/>
                  </a:lnTo>
                  <a:lnTo>
                    <a:pt x="2166194" y="661831"/>
                  </a:lnTo>
                  <a:lnTo>
                    <a:pt x="2166190" y="661887"/>
                  </a:lnTo>
                  <a:lnTo>
                    <a:pt x="2166189" y="662026"/>
                  </a:lnTo>
                  <a:lnTo>
                    <a:pt x="2166188" y="662046"/>
                  </a:lnTo>
                  <a:lnTo>
                    <a:pt x="2166158" y="662176"/>
                  </a:lnTo>
                  <a:lnTo>
                    <a:pt x="2166124" y="662247"/>
                  </a:lnTo>
                  <a:lnTo>
                    <a:pt x="2166110" y="662271"/>
                  </a:lnTo>
                  <a:lnTo>
                    <a:pt x="2166066" y="662337"/>
                  </a:lnTo>
                  <a:lnTo>
                    <a:pt x="2166052" y="662361"/>
                  </a:lnTo>
                  <a:lnTo>
                    <a:pt x="2166012" y="662439"/>
                  </a:lnTo>
                  <a:lnTo>
                    <a:pt x="2165978" y="662526"/>
                  </a:lnTo>
                  <a:lnTo>
                    <a:pt x="2165969" y="662553"/>
                  </a:lnTo>
                  <a:lnTo>
                    <a:pt x="2165962" y="662595"/>
                  </a:lnTo>
                  <a:lnTo>
                    <a:pt x="2165959" y="662621"/>
                  </a:lnTo>
                  <a:lnTo>
                    <a:pt x="2165958" y="662678"/>
                  </a:lnTo>
                  <a:lnTo>
                    <a:pt x="2165960" y="662784"/>
                  </a:lnTo>
                  <a:lnTo>
                    <a:pt x="2165965" y="662814"/>
                  </a:lnTo>
                  <a:lnTo>
                    <a:pt x="2165996" y="662909"/>
                  </a:lnTo>
                  <a:lnTo>
                    <a:pt x="2166000" y="662930"/>
                  </a:lnTo>
                  <a:lnTo>
                    <a:pt x="2166001" y="662961"/>
                  </a:lnTo>
                  <a:lnTo>
                    <a:pt x="2165993" y="662999"/>
                  </a:lnTo>
                  <a:lnTo>
                    <a:pt x="2165993" y="663010"/>
                  </a:lnTo>
                  <a:lnTo>
                    <a:pt x="2166013" y="663149"/>
                  </a:lnTo>
                  <a:lnTo>
                    <a:pt x="2166022" y="663249"/>
                  </a:lnTo>
                  <a:lnTo>
                    <a:pt x="2166025" y="663307"/>
                  </a:lnTo>
                  <a:lnTo>
                    <a:pt x="2166027" y="663415"/>
                  </a:lnTo>
                  <a:lnTo>
                    <a:pt x="2166033" y="663535"/>
                  </a:lnTo>
                  <a:lnTo>
                    <a:pt x="2166037" y="663602"/>
                  </a:lnTo>
                  <a:lnTo>
                    <a:pt x="2166048" y="663670"/>
                  </a:lnTo>
                  <a:lnTo>
                    <a:pt x="2166052" y="663722"/>
                  </a:lnTo>
                  <a:lnTo>
                    <a:pt x="2166053" y="663806"/>
                  </a:lnTo>
                  <a:lnTo>
                    <a:pt x="2166050" y="663845"/>
                  </a:lnTo>
                  <a:lnTo>
                    <a:pt x="2166051" y="663948"/>
                  </a:lnTo>
                  <a:lnTo>
                    <a:pt x="2166053" y="663981"/>
                  </a:lnTo>
                  <a:lnTo>
                    <a:pt x="2166055" y="664045"/>
                  </a:lnTo>
                  <a:lnTo>
                    <a:pt x="2166059" y="664060"/>
                  </a:lnTo>
                  <a:lnTo>
                    <a:pt x="2166087" y="664111"/>
                  </a:lnTo>
                  <a:lnTo>
                    <a:pt x="2166093" y="664130"/>
                  </a:lnTo>
                  <a:lnTo>
                    <a:pt x="2166093" y="664140"/>
                  </a:lnTo>
                  <a:lnTo>
                    <a:pt x="2166085" y="664156"/>
                  </a:lnTo>
                  <a:lnTo>
                    <a:pt x="2166070" y="664189"/>
                  </a:lnTo>
                  <a:lnTo>
                    <a:pt x="2166062" y="664215"/>
                  </a:lnTo>
                  <a:lnTo>
                    <a:pt x="2166061" y="664232"/>
                  </a:lnTo>
                  <a:lnTo>
                    <a:pt x="2166061" y="664239"/>
                  </a:lnTo>
                  <a:lnTo>
                    <a:pt x="2166049" y="664276"/>
                  </a:lnTo>
                  <a:lnTo>
                    <a:pt x="2166045" y="664291"/>
                  </a:lnTo>
                  <a:lnTo>
                    <a:pt x="2166039" y="664310"/>
                  </a:lnTo>
                  <a:lnTo>
                    <a:pt x="2166027" y="664359"/>
                  </a:lnTo>
                  <a:lnTo>
                    <a:pt x="2166026" y="664368"/>
                  </a:lnTo>
                  <a:lnTo>
                    <a:pt x="2166028" y="664405"/>
                  </a:lnTo>
                  <a:lnTo>
                    <a:pt x="2166040" y="664500"/>
                  </a:lnTo>
                  <a:lnTo>
                    <a:pt x="2166040" y="664539"/>
                  </a:lnTo>
                  <a:lnTo>
                    <a:pt x="2166041" y="664564"/>
                  </a:lnTo>
                  <a:lnTo>
                    <a:pt x="2166041" y="664580"/>
                  </a:lnTo>
                  <a:lnTo>
                    <a:pt x="2166044" y="664591"/>
                  </a:lnTo>
                  <a:lnTo>
                    <a:pt x="2166061" y="664608"/>
                  </a:lnTo>
                  <a:lnTo>
                    <a:pt x="2166072" y="664613"/>
                  </a:lnTo>
                  <a:lnTo>
                    <a:pt x="2166093" y="664619"/>
                  </a:lnTo>
                  <a:lnTo>
                    <a:pt x="2166100" y="664624"/>
                  </a:lnTo>
                  <a:lnTo>
                    <a:pt x="2166104" y="664634"/>
                  </a:lnTo>
                  <a:lnTo>
                    <a:pt x="2166103" y="664641"/>
                  </a:lnTo>
                  <a:lnTo>
                    <a:pt x="2166100" y="664646"/>
                  </a:lnTo>
                  <a:lnTo>
                    <a:pt x="2166067" y="664665"/>
                  </a:lnTo>
                  <a:lnTo>
                    <a:pt x="2166053" y="664669"/>
                  </a:lnTo>
                  <a:lnTo>
                    <a:pt x="2166029" y="664670"/>
                  </a:lnTo>
                  <a:lnTo>
                    <a:pt x="2166001" y="664674"/>
                  </a:lnTo>
                  <a:lnTo>
                    <a:pt x="2165992" y="664678"/>
                  </a:lnTo>
                  <a:lnTo>
                    <a:pt x="2165986" y="664684"/>
                  </a:lnTo>
                  <a:lnTo>
                    <a:pt x="2165971" y="664705"/>
                  </a:lnTo>
                  <a:lnTo>
                    <a:pt x="2165953" y="664740"/>
                  </a:lnTo>
                  <a:lnTo>
                    <a:pt x="2165951" y="664749"/>
                  </a:lnTo>
                  <a:lnTo>
                    <a:pt x="2165950" y="664762"/>
                  </a:lnTo>
                  <a:lnTo>
                    <a:pt x="2165952" y="664788"/>
                  </a:lnTo>
                  <a:lnTo>
                    <a:pt x="2165941" y="664800"/>
                  </a:lnTo>
                  <a:lnTo>
                    <a:pt x="2165937" y="664816"/>
                  </a:lnTo>
                  <a:lnTo>
                    <a:pt x="2165929" y="664821"/>
                  </a:lnTo>
                  <a:lnTo>
                    <a:pt x="2165886" y="664835"/>
                  </a:lnTo>
                  <a:lnTo>
                    <a:pt x="2165871" y="664853"/>
                  </a:lnTo>
                  <a:lnTo>
                    <a:pt x="2165869" y="664863"/>
                  </a:lnTo>
                  <a:lnTo>
                    <a:pt x="2165869" y="664874"/>
                  </a:lnTo>
                  <a:lnTo>
                    <a:pt x="2165879" y="664954"/>
                  </a:lnTo>
                  <a:lnTo>
                    <a:pt x="2165878" y="664962"/>
                  </a:lnTo>
                  <a:lnTo>
                    <a:pt x="2165870" y="664984"/>
                  </a:lnTo>
                  <a:lnTo>
                    <a:pt x="2165862" y="664997"/>
                  </a:lnTo>
                  <a:lnTo>
                    <a:pt x="2165846" y="665011"/>
                  </a:lnTo>
                  <a:lnTo>
                    <a:pt x="2165826" y="665035"/>
                  </a:lnTo>
                  <a:lnTo>
                    <a:pt x="2165811" y="665050"/>
                  </a:lnTo>
                  <a:lnTo>
                    <a:pt x="2165755" y="665091"/>
                  </a:lnTo>
                  <a:lnTo>
                    <a:pt x="2165739" y="665104"/>
                  </a:lnTo>
                  <a:lnTo>
                    <a:pt x="2165727" y="665121"/>
                  </a:lnTo>
                  <a:lnTo>
                    <a:pt x="2165718" y="665145"/>
                  </a:lnTo>
                  <a:lnTo>
                    <a:pt x="2165714" y="665151"/>
                  </a:lnTo>
                  <a:lnTo>
                    <a:pt x="2165671" y="665167"/>
                  </a:lnTo>
                  <a:lnTo>
                    <a:pt x="2165638" y="665190"/>
                  </a:lnTo>
                  <a:lnTo>
                    <a:pt x="2165621" y="665202"/>
                  </a:lnTo>
                  <a:lnTo>
                    <a:pt x="2165604" y="665211"/>
                  </a:lnTo>
                  <a:lnTo>
                    <a:pt x="2165583" y="665226"/>
                  </a:lnTo>
                  <a:lnTo>
                    <a:pt x="2165550" y="665255"/>
                  </a:lnTo>
                  <a:lnTo>
                    <a:pt x="2165480" y="665332"/>
                  </a:lnTo>
                  <a:lnTo>
                    <a:pt x="2165433" y="665380"/>
                  </a:lnTo>
                  <a:lnTo>
                    <a:pt x="2165400" y="665403"/>
                  </a:lnTo>
                  <a:lnTo>
                    <a:pt x="2165353" y="665443"/>
                  </a:lnTo>
                  <a:lnTo>
                    <a:pt x="2165305" y="665479"/>
                  </a:lnTo>
                  <a:lnTo>
                    <a:pt x="2165189" y="665553"/>
                  </a:lnTo>
                  <a:lnTo>
                    <a:pt x="2165016" y="665598"/>
                  </a:lnTo>
                  <a:lnTo>
                    <a:pt x="2164915" y="665639"/>
                  </a:lnTo>
                  <a:lnTo>
                    <a:pt x="2164898" y="665641"/>
                  </a:lnTo>
                  <a:lnTo>
                    <a:pt x="2164885" y="665641"/>
                  </a:lnTo>
                  <a:lnTo>
                    <a:pt x="2164857" y="665654"/>
                  </a:lnTo>
                  <a:lnTo>
                    <a:pt x="2164826" y="665662"/>
                  </a:lnTo>
                  <a:lnTo>
                    <a:pt x="2164796" y="665677"/>
                  </a:lnTo>
                  <a:lnTo>
                    <a:pt x="2164753" y="665708"/>
                  </a:lnTo>
                  <a:lnTo>
                    <a:pt x="2164743" y="665726"/>
                  </a:lnTo>
                  <a:lnTo>
                    <a:pt x="2164709" y="665756"/>
                  </a:lnTo>
                  <a:lnTo>
                    <a:pt x="2164605" y="665861"/>
                  </a:lnTo>
                  <a:lnTo>
                    <a:pt x="2163938" y="665794"/>
                  </a:lnTo>
                  <a:lnTo>
                    <a:pt x="2163630" y="665763"/>
                  </a:lnTo>
                  <a:lnTo>
                    <a:pt x="2163520" y="665752"/>
                  </a:lnTo>
                  <a:lnTo>
                    <a:pt x="2163402" y="666358"/>
                  </a:lnTo>
                  <a:lnTo>
                    <a:pt x="2162853" y="665660"/>
                  </a:lnTo>
                  <a:lnTo>
                    <a:pt x="2162606" y="665248"/>
                  </a:lnTo>
                  <a:lnTo>
                    <a:pt x="2162507" y="665224"/>
                  </a:lnTo>
                  <a:lnTo>
                    <a:pt x="2162419" y="665257"/>
                  </a:lnTo>
                  <a:lnTo>
                    <a:pt x="2162363" y="665307"/>
                  </a:lnTo>
                  <a:lnTo>
                    <a:pt x="2162366" y="665337"/>
                  </a:lnTo>
                  <a:lnTo>
                    <a:pt x="2162384" y="665362"/>
                  </a:lnTo>
                  <a:lnTo>
                    <a:pt x="2162398" y="665381"/>
                  </a:lnTo>
                  <a:lnTo>
                    <a:pt x="2162257" y="665737"/>
                  </a:lnTo>
                  <a:lnTo>
                    <a:pt x="2161854" y="665745"/>
                  </a:lnTo>
                  <a:lnTo>
                    <a:pt x="2161843" y="665746"/>
                  </a:lnTo>
                  <a:lnTo>
                    <a:pt x="2161726" y="665751"/>
                  </a:lnTo>
                  <a:lnTo>
                    <a:pt x="2161329" y="665771"/>
                  </a:lnTo>
                  <a:lnTo>
                    <a:pt x="2160699" y="665936"/>
                  </a:lnTo>
                  <a:lnTo>
                    <a:pt x="2160601" y="665750"/>
                  </a:lnTo>
                  <a:lnTo>
                    <a:pt x="2159123" y="666342"/>
                  </a:lnTo>
                  <a:lnTo>
                    <a:pt x="2159061" y="666301"/>
                  </a:lnTo>
                  <a:lnTo>
                    <a:pt x="2159019" y="666273"/>
                  </a:lnTo>
                  <a:lnTo>
                    <a:pt x="2158636" y="666513"/>
                  </a:lnTo>
                  <a:lnTo>
                    <a:pt x="2158564" y="666559"/>
                  </a:lnTo>
                  <a:lnTo>
                    <a:pt x="2158452" y="666629"/>
                  </a:lnTo>
                  <a:lnTo>
                    <a:pt x="2158237" y="666700"/>
                  </a:lnTo>
                  <a:lnTo>
                    <a:pt x="2158192" y="666715"/>
                  </a:lnTo>
                  <a:lnTo>
                    <a:pt x="2157959" y="666792"/>
                  </a:lnTo>
                  <a:lnTo>
                    <a:pt x="2157932" y="666800"/>
                  </a:lnTo>
                  <a:lnTo>
                    <a:pt x="2157886" y="666814"/>
                  </a:lnTo>
                  <a:lnTo>
                    <a:pt x="2157823" y="666832"/>
                  </a:lnTo>
                  <a:lnTo>
                    <a:pt x="2156883" y="667105"/>
                  </a:lnTo>
                  <a:lnTo>
                    <a:pt x="2156795" y="667095"/>
                  </a:lnTo>
                  <a:lnTo>
                    <a:pt x="2156360" y="667045"/>
                  </a:lnTo>
                  <a:lnTo>
                    <a:pt x="2156356" y="667044"/>
                  </a:lnTo>
                  <a:lnTo>
                    <a:pt x="2155208" y="666747"/>
                  </a:lnTo>
                  <a:lnTo>
                    <a:pt x="2155185" y="666758"/>
                  </a:lnTo>
                  <a:lnTo>
                    <a:pt x="2155054" y="666720"/>
                  </a:lnTo>
                  <a:lnTo>
                    <a:pt x="2154543" y="666377"/>
                  </a:lnTo>
                  <a:lnTo>
                    <a:pt x="2154488" y="666282"/>
                  </a:lnTo>
                  <a:lnTo>
                    <a:pt x="2154432" y="666183"/>
                  </a:lnTo>
                  <a:lnTo>
                    <a:pt x="2154201" y="666196"/>
                  </a:lnTo>
                  <a:lnTo>
                    <a:pt x="2153865" y="666215"/>
                  </a:lnTo>
                  <a:lnTo>
                    <a:pt x="2153183" y="666225"/>
                  </a:lnTo>
                  <a:lnTo>
                    <a:pt x="2152652" y="666185"/>
                  </a:lnTo>
                  <a:lnTo>
                    <a:pt x="2152540" y="666084"/>
                  </a:lnTo>
                  <a:lnTo>
                    <a:pt x="2152522" y="666068"/>
                  </a:lnTo>
                  <a:lnTo>
                    <a:pt x="2152400" y="666035"/>
                  </a:lnTo>
                  <a:lnTo>
                    <a:pt x="2152331" y="666028"/>
                  </a:lnTo>
                  <a:lnTo>
                    <a:pt x="2152073" y="665999"/>
                  </a:lnTo>
                  <a:lnTo>
                    <a:pt x="2152000" y="665991"/>
                  </a:lnTo>
                  <a:lnTo>
                    <a:pt x="2151655" y="665952"/>
                  </a:lnTo>
                  <a:lnTo>
                    <a:pt x="2151616" y="666029"/>
                  </a:lnTo>
                  <a:lnTo>
                    <a:pt x="2151609" y="666043"/>
                  </a:lnTo>
                  <a:lnTo>
                    <a:pt x="2151430" y="666034"/>
                  </a:lnTo>
                  <a:lnTo>
                    <a:pt x="2151404" y="666033"/>
                  </a:lnTo>
                  <a:lnTo>
                    <a:pt x="2150973" y="666012"/>
                  </a:lnTo>
                  <a:lnTo>
                    <a:pt x="2150904" y="666009"/>
                  </a:lnTo>
                  <a:lnTo>
                    <a:pt x="2150745" y="665976"/>
                  </a:lnTo>
                  <a:lnTo>
                    <a:pt x="2150684" y="665963"/>
                  </a:lnTo>
                  <a:lnTo>
                    <a:pt x="2150465" y="665911"/>
                  </a:lnTo>
                  <a:lnTo>
                    <a:pt x="2150336" y="665880"/>
                  </a:lnTo>
                  <a:lnTo>
                    <a:pt x="2150126" y="665829"/>
                  </a:lnTo>
                  <a:lnTo>
                    <a:pt x="2149699" y="665727"/>
                  </a:lnTo>
                  <a:lnTo>
                    <a:pt x="2149651" y="665716"/>
                  </a:lnTo>
                  <a:lnTo>
                    <a:pt x="2149506" y="665681"/>
                  </a:lnTo>
                  <a:lnTo>
                    <a:pt x="2149491" y="665622"/>
                  </a:lnTo>
                  <a:lnTo>
                    <a:pt x="2149516" y="665576"/>
                  </a:lnTo>
                  <a:lnTo>
                    <a:pt x="2149858" y="665495"/>
                  </a:lnTo>
                  <a:lnTo>
                    <a:pt x="2149977" y="665330"/>
                  </a:lnTo>
                  <a:lnTo>
                    <a:pt x="2150011" y="665284"/>
                  </a:lnTo>
                  <a:lnTo>
                    <a:pt x="2150000" y="665208"/>
                  </a:lnTo>
                  <a:lnTo>
                    <a:pt x="2149936" y="665182"/>
                  </a:lnTo>
                  <a:lnTo>
                    <a:pt x="2149848" y="665145"/>
                  </a:lnTo>
                  <a:lnTo>
                    <a:pt x="2149584" y="665292"/>
                  </a:lnTo>
                  <a:lnTo>
                    <a:pt x="2149566" y="665299"/>
                  </a:lnTo>
                  <a:lnTo>
                    <a:pt x="2149164" y="665468"/>
                  </a:lnTo>
                  <a:lnTo>
                    <a:pt x="2149139" y="665479"/>
                  </a:lnTo>
                  <a:lnTo>
                    <a:pt x="2148979" y="665546"/>
                  </a:lnTo>
                  <a:lnTo>
                    <a:pt x="2148496" y="665612"/>
                  </a:lnTo>
                  <a:lnTo>
                    <a:pt x="2148479" y="665614"/>
                  </a:lnTo>
                  <a:lnTo>
                    <a:pt x="2148107" y="665664"/>
                  </a:lnTo>
                  <a:lnTo>
                    <a:pt x="2147610" y="665931"/>
                  </a:lnTo>
                  <a:lnTo>
                    <a:pt x="2147209" y="666071"/>
                  </a:lnTo>
                  <a:lnTo>
                    <a:pt x="2147109" y="666074"/>
                  </a:lnTo>
                  <a:lnTo>
                    <a:pt x="2146829" y="666083"/>
                  </a:lnTo>
                  <a:lnTo>
                    <a:pt x="2146644" y="666089"/>
                  </a:lnTo>
                  <a:lnTo>
                    <a:pt x="2146498" y="666078"/>
                  </a:lnTo>
                  <a:lnTo>
                    <a:pt x="2146001" y="666086"/>
                  </a:lnTo>
                  <a:lnTo>
                    <a:pt x="2145669" y="666148"/>
                  </a:lnTo>
                  <a:lnTo>
                    <a:pt x="2145662" y="666149"/>
                  </a:lnTo>
                  <a:lnTo>
                    <a:pt x="2145476" y="666169"/>
                  </a:lnTo>
                  <a:lnTo>
                    <a:pt x="2145441" y="665970"/>
                  </a:lnTo>
                  <a:lnTo>
                    <a:pt x="2145378" y="665958"/>
                  </a:lnTo>
                  <a:lnTo>
                    <a:pt x="2145305" y="665970"/>
                  </a:lnTo>
                  <a:lnTo>
                    <a:pt x="2143558" y="666515"/>
                  </a:lnTo>
                  <a:lnTo>
                    <a:pt x="2143497" y="666499"/>
                  </a:lnTo>
                  <a:lnTo>
                    <a:pt x="2143458" y="666467"/>
                  </a:lnTo>
                  <a:lnTo>
                    <a:pt x="2143014" y="665901"/>
                  </a:lnTo>
                  <a:lnTo>
                    <a:pt x="2142725" y="665808"/>
                  </a:lnTo>
                  <a:lnTo>
                    <a:pt x="2142484" y="665656"/>
                  </a:lnTo>
                  <a:lnTo>
                    <a:pt x="2141925" y="665304"/>
                  </a:lnTo>
                  <a:lnTo>
                    <a:pt x="2141914" y="665297"/>
                  </a:lnTo>
                  <a:lnTo>
                    <a:pt x="2141883" y="665150"/>
                  </a:lnTo>
                  <a:lnTo>
                    <a:pt x="2141904" y="664979"/>
                  </a:lnTo>
                  <a:lnTo>
                    <a:pt x="2141898" y="664871"/>
                  </a:lnTo>
                  <a:lnTo>
                    <a:pt x="2141855" y="664745"/>
                  </a:lnTo>
                  <a:lnTo>
                    <a:pt x="2141709" y="664597"/>
                  </a:lnTo>
                  <a:lnTo>
                    <a:pt x="2141643" y="664557"/>
                  </a:lnTo>
                  <a:lnTo>
                    <a:pt x="2141637" y="664553"/>
                  </a:lnTo>
                  <a:lnTo>
                    <a:pt x="2141332" y="664395"/>
                  </a:lnTo>
                  <a:lnTo>
                    <a:pt x="2141230" y="664435"/>
                  </a:lnTo>
                  <a:lnTo>
                    <a:pt x="2141129" y="664474"/>
                  </a:lnTo>
                  <a:lnTo>
                    <a:pt x="2141483" y="665110"/>
                  </a:lnTo>
                  <a:lnTo>
                    <a:pt x="2141518" y="665379"/>
                  </a:lnTo>
                  <a:lnTo>
                    <a:pt x="2141518" y="665444"/>
                  </a:lnTo>
                  <a:lnTo>
                    <a:pt x="2141518" y="665498"/>
                  </a:lnTo>
                  <a:lnTo>
                    <a:pt x="2141517" y="665641"/>
                  </a:lnTo>
                  <a:lnTo>
                    <a:pt x="2141499" y="665685"/>
                  </a:lnTo>
                  <a:lnTo>
                    <a:pt x="2141491" y="665687"/>
                  </a:lnTo>
                  <a:lnTo>
                    <a:pt x="2141450" y="665697"/>
                  </a:lnTo>
                  <a:lnTo>
                    <a:pt x="2141438" y="665700"/>
                  </a:lnTo>
                  <a:lnTo>
                    <a:pt x="2140940" y="665585"/>
                  </a:lnTo>
                  <a:lnTo>
                    <a:pt x="2140907" y="665577"/>
                  </a:lnTo>
                  <a:lnTo>
                    <a:pt x="2140850" y="665571"/>
                  </a:lnTo>
                  <a:lnTo>
                    <a:pt x="2140908" y="666075"/>
                  </a:lnTo>
                  <a:lnTo>
                    <a:pt x="2140940" y="666165"/>
                  </a:lnTo>
                  <a:lnTo>
                    <a:pt x="2141012" y="666370"/>
                  </a:lnTo>
                  <a:lnTo>
                    <a:pt x="2141034" y="666402"/>
                  </a:lnTo>
                  <a:lnTo>
                    <a:pt x="2141123" y="666531"/>
                  </a:lnTo>
                  <a:lnTo>
                    <a:pt x="2141184" y="666619"/>
                  </a:lnTo>
                  <a:lnTo>
                    <a:pt x="2141222" y="666641"/>
                  </a:lnTo>
                  <a:lnTo>
                    <a:pt x="2141139" y="667115"/>
                  </a:lnTo>
                  <a:lnTo>
                    <a:pt x="2141114" y="667136"/>
                  </a:lnTo>
                  <a:lnTo>
                    <a:pt x="2141026" y="667136"/>
                  </a:lnTo>
                  <a:lnTo>
                    <a:pt x="2140785" y="667136"/>
                  </a:lnTo>
                  <a:lnTo>
                    <a:pt x="2140748" y="667136"/>
                  </a:lnTo>
                  <a:lnTo>
                    <a:pt x="2140748" y="667238"/>
                  </a:lnTo>
                  <a:lnTo>
                    <a:pt x="2140749" y="667346"/>
                  </a:lnTo>
                  <a:lnTo>
                    <a:pt x="2140750" y="667506"/>
                  </a:lnTo>
                  <a:lnTo>
                    <a:pt x="2140700" y="667527"/>
                  </a:lnTo>
                  <a:lnTo>
                    <a:pt x="2140300" y="667696"/>
                  </a:lnTo>
                  <a:lnTo>
                    <a:pt x="2140230" y="667948"/>
                  </a:lnTo>
                  <a:lnTo>
                    <a:pt x="2139988" y="668243"/>
                  </a:lnTo>
                  <a:lnTo>
                    <a:pt x="2139924" y="668290"/>
                  </a:lnTo>
                  <a:lnTo>
                    <a:pt x="2139448" y="668433"/>
                  </a:lnTo>
                  <a:lnTo>
                    <a:pt x="2139414" y="668443"/>
                  </a:lnTo>
                  <a:lnTo>
                    <a:pt x="2139359" y="668460"/>
                  </a:lnTo>
                  <a:lnTo>
                    <a:pt x="2138757" y="668462"/>
                  </a:lnTo>
                  <a:lnTo>
                    <a:pt x="2138722" y="668438"/>
                  </a:lnTo>
                  <a:lnTo>
                    <a:pt x="2138643" y="668125"/>
                  </a:lnTo>
                  <a:lnTo>
                    <a:pt x="2138666" y="668042"/>
                  </a:lnTo>
                  <a:lnTo>
                    <a:pt x="2138669" y="668030"/>
                  </a:lnTo>
                  <a:lnTo>
                    <a:pt x="2138653" y="668009"/>
                  </a:lnTo>
                  <a:lnTo>
                    <a:pt x="2138610" y="667951"/>
                  </a:lnTo>
                  <a:lnTo>
                    <a:pt x="2138584" y="667941"/>
                  </a:lnTo>
                  <a:lnTo>
                    <a:pt x="2138569" y="667935"/>
                  </a:lnTo>
                  <a:lnTo>
                    <a:pt x="2138528" y="667920"/>
                  </a:lnTo>
                  <a:lnTo>
                    <a:pt x="2138365" y="667915"/>
                  </a:lnTo>
                  <a:lnTo>
                    <a:pt x="2138275" y="667912"/>
                  </a:lnTo>
                  <a:lnTo>
                    <a:pt x="2138196" y="667910"/>
                  </a:lnTo>
                  <a:lnTo>
                    <a:pt x="2138165" y="667952"/>
                  </a:lnTo>
                  <a:lnTo>
                    <a:pt x="2138148" y="667975"/>
                  </a:lnTo>
                  <a:lnTo>
                    <a:pt x="2138113" y="668024"/>
                  </a:lnTo>
                  <a:lnTo>
                    <a:pt x="2137884" y="668340"/>
                  </a:lnTo>
                  <a:lnTo>
                    <a:pt x="2137883" y="668345"/>
                  </a:lnTo>
                  <a:lnTo>
                    <a:pt x="2137857" y="668507"/>
                  </a:lnTo>
                  <a:lnTo>
                    <a:pt x="2137855" y="668520"/>
                  </a:lnTo>
                  <a:lnTo>
                    <a:pt x="2137898" y="668632"/>
                  </a:lnTo>
                  <a:lnTo>
                    <a:pt x="2137904" y="668646"/>
                  </a:lnTo>
                  <a:lnTo>
                    <a:pt x="2138000" y="668699"/>
                  </a:lnTo>
                  <a:lnTo>
                    <a:pt x="2137985" y="668778"/>
                  </a:lnTo>
                  <a:lnTo>
                    <a:pt x="2137852" y="668947"/>
                  </a:lnTo>
                  <a:lnTo>
                    <a:pt x="2137816" y="668976"/>
                  </a:lnTo>
                  <a:lnTo>
                    <a:pt x="2137748" y="669031"/>
                  </a:lnTo>
                  <a:lnTo>
                    <a:pt x="2137718" y="669048"/>
                  </a:lnTo>
                  <a:lnTo>
                    <a:pt x="2137579" y="669128"/>
                  </a:lnTo>
                  <a:lnTo>
                    <a:pt x="2137550" y="669144"/>
                  </a:lnTo>
                  <a:lnTo>
                    <a:pt x="2137396" y="669232"/>
                  </a:lnTo>
                  <a:lnTo>
                    <a:pt x="2137293" y="669273"/>
                  </a:lnTo>
                  <a:lnTo>
                    <a:pt x="2137228" y="669299"/>
                  </a:lnTo>
                  <a:lnTo>
                    <a:pt x="2137219" y="669303"/>
                  </a:lnTo>
                  <a:lnTo>
                    <a:pt x="2137205" y="669289"/>
                  </a:lnTo>
                  <a:lnTo>
                    <a:pt x="2137129" y="669212"/>
                  </a:lnTo>
                  <a:lnTo>
                    <a:pt x="2137120" y="669202"/>
                  </a:lnTo>
                  <a:lnTo>
                    <a:pt x="2137165" y="669173"/>
                  </a:lnTo>
                  <a:lnTo>
                    <a:pt x="2137259" y="669009"/>
                  </a:lnTo>
                  <a:lnTo>
                    <a:pt x="2137266" y="668997"/>
                  </a:lnTo>
                  <a:lnTo>
                    <a:pt x="2137292" y="668611"/>
                  </a:lnTo>
                  <a:lnTo>
                    <a:pt x="2137278" y="668449"/>
                  </a:lnTo>
                  <a:lnTo>
                    <a:pt x="2137192" y="668157"/>
                  </a:lnTo>
                  <a:lnTo>
                    <a:pt x="2137175" y="668099"/>
                  </a:lnTo>
                  <a:lnTo>
                    <a:pt x="2137163" y="668071"/>
                  </a:lnTo>
                  <a:lnTo>
                    <a:pt x="2137022" y="667756"/>
                  </a:lnTo>
                  <a:lnTo>
                    <a:pt x="2137002" y="667754"/>
                  </a:lnTo>
                  <a:lnTo>
                    <a:pt x="2136747" y="667739"/>
                  </a:lnTo>
                  <a:lnTo>
                    <a:pt x="2136608" y="667751"/>
                  </a:lnTo>
                  <a:lnTo>
                    <a:pt x="2136017" y="667875"/>
                  </a:lnTo>
                  <a:lnTo>
                    <a:pt x="2136002" y="667878"/>
                  </a:lnTo>
                  <a:lnTo>
                    <a:pt x="2135973" y="668397"/>
                  </a:lnTo>
                  <a:lnTo>
                    <a:pt x="2135962" y="668582"/>
                  </a:lnTo>
                  <a:lnTo>
                    <a:pt x="2135950" y="668608"/>
                  </a:lnTo>
                  <a:lnTo>
                    <a:pt x="2135188" y="668606"/>
                  </a:lnTo>
                  <a:lnTo>
                    <a:pt x="2135146" y="668605"/>
                  </a:lnTo>
                  <a:lnTo>
                    <a:pt x="2135146" y="668697"/>
                  </a:lnTo>
                  <a:lnTo>
                    <a:pt x="2135145" y="668995"/>
                  </a:lnTo>
                  <a:lnTo>
                    <a:pt x="2135145" y="669042"/>
                  </a:lnTo>
                  <a:lnTo>
                    <a:pt x="2134794" y="669196"/>
                  </a:lnTo>
                  <a:lnTo>
                    <a:pt x="2134512" y="668868"/>
                  </a:lnTo>
                  <a:lnTo>
                    <a:pt x="2134371" y="668877"/>
                  </a:lnTo>
                  <a:lnTo>
                    <a:pt x="2134125" y="669153"/>
                  </a:lnTo>
                  <a:lnTo>
                    <a:pt x="2134043" y="669198"/>
                  </a:lnTo>
                  <a:lnTo>
                    <a:pt x="2133937" y="669198"/>
                  </a:lnTo>
                  <a:lnTo>
                    <a:pt x="2133530" y="669200"/>
                  </a:lnTo>
                  <a:lnTo>
                    <a:pt x="2133553" y="669311"/>
                  </a:lnTo>
                  <a:lnTo>
                    <a:pt x="2133588" y="669394"/>
                  </a:lnTo>
                  <a:lnTo>
                    <a:pt x="2133606" y="669405"/>
                  </a:lnTo>
                  <a:lnTo>
                    <a:pt x="2133651" y="669419"/>
                  </a:lnTo>
                  <a:lnTo>
                    <a:pt x="2133761" y="669452"/>
                  </a:lnTo>
                  <a:lnTo>
                    <a:pt x="2133778" y="669442"/>
                  </a:lnTo>
                  <a:lnTo>
                    <a:pt x="2133813" y="669420"/>
                  </a:lnTo>
                  <a:lnTo>
                    <a:pt x="2133837" y="669415"/>
                  </a:lnTo>
                  <a:lnTo>
                    <a:pt x="2133891" y="669403"/>
                  </a:lnTo>
                  <a:lnTo>
                    <a:pt x="2133902" y="669401"/>
                  </a:lnTo>
                  <a:lnTo>
                    <a:pt x="2133918" y="669408"/>
                  </a:lnTo>
                  <a:lnTo>
                    <a:pt x="2134006" y="669444"/>
                  </a:lnTo>
                  <a:lnTo>
                    <a:pt x="2134029" y="669454"/>
                  </a:lnTo>
                  <a:lnTo>
                    <a:pt x="2134039" y="669472"/>
                  </a:lnTo>
                  <a:lnTo>
                    <a:pt x="2134051" y="669494"/>
                  </a:lnTo>
                  <a:lnTo>
                    <a:pt x="2134045" y="669683"/>
                  </a:lnTo>
                  <a:lnTo>
                    <a:pt x="2134016" y="669735"/>
                  </a:lnTo>
                  <a:lnTo>
                    <a:pt x="2133968" y="669757"/>
                  </a:lnTo>
                  <a:lnTo>
                    <a:pt x="2133953" y="669754"/>
                  </a:lnTo>
                  <a:lnTo>
                    <a:pt x="2133832" y="669733"/>
                  </a:lnTo>
                  <a:lnTo>
                    <a:pt x="2133681" y="669691"/>
                  </a:lnTo>
                  <a:lnTo>
                    <a:pt x="2133539" y="669626"/>
                  </a:lnTo>
                  <a:lnTo>
                    <a:pt x="2133513" y="669614"/>
                  </a:lnTo>
                  <a:lnTo>
                    <a:pt x="2133454" y="669617"/>
                  </a:lnTo>
                  <a:lnTo>
                    <a:pt x="2133417" y="669619"/>
                  </a:lnTo>
                  <a:lnTo>
                    <a:pt x="2133375" y="669636"/>
                  </a:lnTo>
                  <a:lnTo>
                    <a:pt x="2133279" y="669673"/>
                  </a:lnTo>
                  <a:lnTo>
                    <a:pt x="2133257" y="669687"/>
                  </a:lnTo>
                  <a:lnTo>
                    <a:pt x="2133077" y="669806"/>
                  </a:lnTo>
                  <a:lnTo>
                    <a:pt x="2133062" y="669823"/>
                  </a:lnTo>
                  <a:lnTo>
                    <a:pt x="2133019" y="669868"/>
                  </a:lnTo>
                  <a:lnTo>
                    <a:pt x="2132958" y="669932"/>
                  </a:lnTo>
                  <a:lnTo>
                    <a:pt x="2132954" y="669961"/>
                  </a:lnTo>
                  <a:lnTo>
                    <a:pt x="2132929" y="670119"/>
                  </a:lnTo>
                  <a:lnTo>
                    <a:pt x="2132812" y="670206"/>
                  </a:lnTo>
                  <a:lnTo>
                    <a:pt x="2132771" y="670237"/>
                  </a:lnTo>
                  <a:lnTo>
                    <a:pt x="2132748" y="670243"/>
                  </a:lnTo>
                  <a:lnTo>
                    <a:pt x="2132601" y="670282"/>
                  </a:lnTo>
                  <a:lnTo>
                    <a:pt x="2132585" y="670286"/>
                  </a:lnTo>
                  <a:lnTo>
                    <a:pt x="2132475" y="670315"/>
                  </a:lnTo>
                  <a:lnTo>
                    <a:pt x="2132469" y="670316"/>
                  </a:lnTo>
                  <a:lnTo>
                    <a:pt x="2132383" y="670339"/>
                  </a:lnTo>
                  <a:lnTo>
                    <a:pt x="2132230" y="670378"/>
                  </a:lnTo>
                  <a:lnTo>
                    <a:pt x="2132160" y="670397"/>
                  </a:lnTo>
                  <a:lnTo>
                    <a:pt x="2132046" y="670426"/>
                  </a:lnTo>
                  <a:lnTo>
                    <a:pt x="2131953" y="670451"/>
                  </a:lnTo>
                  <a:lnTo>
                    <a:pt x="2131941" y="670454"/>
                  </a:lnTo>
                  <a:lnTo>
                    <a:pt x="2131831" y="670444"/>
                  </a:lnTo>
                  <a:lnTo>
                    <a:pt x="2131681" y="670431"/>
                  </a:lnTo>
                  <a:lnTo>
                    <a:pt x="2131592" y="670313"/>
                  </a:lnTo>
                  <a:lnTo>
                    <a:pt x="2131578" y="670295"/>
                  </a:lnTo>
                  <a:lnTo>
                    <a:pt x="2131560" y="670272"/>
                  </a:lnTo>
                  <a:lnTo>
                    <a:pt x="2131531" y="670243"/>
                  </a:lnTo>
                  <a:lnTo>
                    <a:pt x="2131512" y="670225"/>
                  </a:lnTo>
                  <a:lnTo>
                    <a:pt x="2131451" y="670192"/>
                  </a:lnTo>
                  <a:lnTo>
                    <a:pt x="2131345" y="670282"/>
                  </a:lnTo>
                  <a:lnTo>
                    <a:pt x="2131092" y="670496"/>
                  </a:lnTo>
                  <a:lnTo>
                    <a:pt x="2130927" y="670636"/>
                  </a:lnTo>
                  <a:lnTo>
                    <a:pt x="2130820" y="670676"/>
                  </a:lnTo>
                  <a:lnTo>
                    <a:pt x="2130531" y="670785"/>
                  </a:lnTo>
                  <a:lnTo>
                    <a:pt x="2130417" y="670447"/>
                  </a:lnTo>
                  <a:lnTo>
                    <a:pt x="2130423" y="670396"/>
                  </a:lnTo>
                  <a:lnTo>
                    <a:pt x="2130448" y="670187"/>
                  </a:lnTo>
                  <a:lnTo>
                    <a:pt x="2130453" y="670149"/>
                  </a:lnTo>
                  <a:lnTo>
                    <a:pt x="2130462" y="670073"/>
                  </a:lnTo>
                  <a:lnTo>
                    <a:pt x="2130466" y="670041"/>
                  </a:lnTo>
                  <a:lnTo>
                    <a:pt x="2130648" y="669431"/>
                  </a:lnTo>
                  <a:lnTo>
                    <a:pt x="2130866" y="669520"/>
                  </a:lnTo>
                  <a:lnTo>
                    <a:pt x="2131114" y="669621"/>
                  </a:lnTo>
                  <a:lnTo>
                    <a:pt x="2131389" y="669679"/>
                  </a:lnTo>
                  <a:lnTo>
                    <a:pt x="2131400" y="669682"/>
                  </a:lnTo>
                  <a:lnTo>
                    <a:pt x="2131440" y="669690"/>
                  </a:lnTo>
                  <a:lnTo>
                    <a:pt x="2131536" y="669646"/>
                  </a:lnTo>
                  <a:lnTo>
                    <a:pt x="2131565" y="669610"/>
                  </a:lnTo>
                  <a:lnTo>
                    <a:pt x="2131571" y="669598"/>
                  </a:lnTo>
                  <a:lnTo>
                    <a:pt x="2131719" y="669310"/>
                  </a:lnTo>
                  <a:lnTo>
                    <a:pt x="2131757" y="669235"/>
                  </a:lnTo>
                  <a:lnTo>
                    <a:pt x="2131680" y="669107"/>
                  </a:lnTo>
                  <a:lnTo>
                    <a:pt x="2131621" y="669010"/>
                  </a:lnTo>
                  <a:lnTo>
                    <a:pt x="2131403" y="669097"/>
                  </a:lnTo>
                  <a:lnTo>
                    <a:pt x="2131155" y="669303"/>
                  </a:lnTo>
                  <a:lnTo>
                    <a:pt x="2131075" y="669412"/>
                  </a:lnTo>
                  <a:lnTo>
                    <a:pt x="2130702" y="669346"/>
                  </a:lnTo>
                  <a:lnTo>
                    <a:pt x="2130716" y="669233"/>
                  </a:lnTo>
                  <a:lnTo>
                    <a:pt x="2130730" y="669126"/>
                  </a:lnTo>
                  <a:lnTo>
                    <a:pt x="2130734" y="669113"/>
                  </a:lnTo>
                  <a:lnTo>
                    <a:pt x="2130747" y="669068"/>
                  </a:lnTo>
                  <a:lnTo>
                    <a:pt x="2130764" y="669012"/>
                  </a:lnTo>
                  <a:lnTo>
                    <a:pt x="2130809" y="668858"/>
                  </a:lnTo>
                  <a:lnTo>
                    <a:pt x="2130814" y="668841"/>
                  </a:lnTo>
                  <a:lnTo>
                    <a:pt x="2130820" y="668820"/>
                  </a:lnTo>
                  <a:lnTo>
                    <a:pt x="2130913" y="668661"/>
                  </a:lnTo>
                  <a:lnTo>
                    <a:pt x="2130938" y="668618"/>
                  </a:lnTo>
                  <a:lnTo>
                    <a:pt x="2130933" y="668121"/>
                  </a:lnTo>
                  <a:lnTo>
                    <a:pt x="2131039" y="668075"/>
                  </a:lnTo>
                  <a:lnTo>
                    <a:pt x="2131055" y="668068"/>
                  </a:lnTo>
                  <a:lnTo>
                    <a:pt x="2131110" y="668045"/>
                  </a:lnTo>
                  <a:lnTo>
                    <a:pt x="2131272" y="667898"/>
                  </a:lnTo>
                  <a:lnTo>
                    <a:pt x="2131303" y="667686"/>
                  </a:lnTo>
                  <a:lnTo>
                    <a:pt x="2131264" y="667549"/>
                  </a:lnTo>
                  <a:lnTo>
                    <a:pt x="2131257" y="667523"/>
                  </a:lnTo>
                  <a:lnTo>
                    <a:pt x="2131239" y="667461"/>
                  </a:lnTo>
                  <a:lnTo>
                    <a:pt x="2131250" y="667437"/>
                  </a:lnTo>
                  <a:lnTo>
                    <a:pt x="2131293" y="667340"/>
                  </a:lnTo>
                  <a:lnTo>
                    <a:pt x="2131384" y="667251"/>
                  </a:lnTo>
                  <a:lnTo>
                    <a:pt x="2131400" y="667236"/>
                  </a:lnTo>
                  <a:lnTo>
                    <a:pt x="2131455" y="667202"/>
                  </a:lnTo>
                  <a:lnTo>
                    <a:pt x="2131344" y="667180"/>
                  </a:lnTo>
                  <a:lnTo>
                    <a:pt x="2131163" y="667209"/>
                  </a:lnTo>
                  <a:lnTo>
                    <a:pt x="2131121" y="667226"/>
                  </a:lnTo>
                  <a:lnTo>
                    <a:pt x="2131110" y="667231"/>
                  </a:lnTo>
                  <a:lnTo>
                    <a:pt x="2131119" y="667386"/>
                  </a:lnTo>
                  <a:lnTo>
                    <a:pt x="2131132" y="667623"/>
                  </a:lnTo>
                  <a:lnTo>
                    <a:pt x="2130889" y="667951"/>
                  </a:lnTo>
                  <a:lnTo>
                    <a:pt x="2130702" y="667981"/>
                  </a:lnTo>
                  <a:lnTo>
                    <a:pt x="2130520" y="668010"/>
                  </a:lnTo>
                  <a:lnTo>
                    <a:pt x="2130600" y="668772"/>
                  </a:lnTo>
                  <a:lnTo>
                    <a:pt x="2130591" y="669082"/>
                  </a:lnTo>
                  <a:lnTo>
                    <a:pt x="2130362" y="669576"/>
                  </a:lnTo>
                  <a:lnTo>
                    <a:pt x="2129956" y="669650"/>
                  </a:lnTo>
                  <a:lnTo>
                    <a:pt x="2129733" y="669672"/>
                  </a:lnTo>
                  <a:lnTo>
                    <a:pt x="2129614" y="669684"/>
                  </a:lnTo>
                  <a:lnTo>
                    <a:pt x="2129589" y="669645"/>
                  </a:lnTo>
                  <a:lnTo>
                    <a:pt x="2129563" y="669421"/>
                  </a:lnTo>
                  <a:lnTo>
                    <a:pt x="2128484" y="669554"/>
                  </a:lnTo>
                  <a:lnTo>
                    <a:pt x="2128435" y="669276"/>
                  </a:lnTo>
                  <a:lnTo>
                    <a:pt x="2128089" y="669326"/>
                  </a:lnTo>
                  <a:lnTo>
                    <a:pt x="2127870" y="669359"/>
                  </a:lnTo>
                  <a:lnTo>
                    <a:pt x="2127771" y="669374"/>
                  </a:lnTo>
                  <a:lnTo>
                    <a:pt x="2127729" y="669441"/>
                  </a:lnTo>
                  <a:lnTo>
                    <a:pt x="2127687" y="669459"/>
                  </a:lnTo>
                  <a:lnTo>
                    <a:pt x="2127160" y="669476"/>
                  </a:lnTo>
                  <a:lnTo>
                    <a:pt x="2127124" y="669460"/>
                  </a:lnTo>
                  <a:lnTo>
                    <a:pt x="2126764" y="669109"/>
                  </a:lnTo>
                  <a:lnTo>
                    <a:pt x="2126689" y="669011"/>
                  </a:lnTo>
                  <a:lnTo>
                    <a:pt x="2126549" y="668658"/>
                  </a:lnTo>
                  <a:lnTo>
                    <a:pt x="2126246" y="668314"/>
                  </a:lnTo>
                  <a:lnTo>
                    <a:pt x="2126161" y="668125"/>
                  </a:lnTo>
                  <a:lnTo>
                    <a:pt x="2126157" y="668105"/>
                  </a:lnTo>
                  <a:lnTo>
                    <a:pt x="2126154" y="668093"/>
                  </a:lnTo>
                  <a:lnTo>
                    <a:pt x="2126138" y="668015"/>
                  </a:lnTo>
                  <a:lnTo>
                    <a:pt x="2126150" y="667888"/>
                  </a:lnTo>
                  <a:lnTo>
                    <a:pt x="2126082" y="667582"/>
                  </a:lnTo>
                  <a:lnTo>
                    <a:pt x="2126074" y="667546"/>
                  </a:lnTo>
                  <a:lnTo>
                    <a:pt x="2126060" y="667550"/>
                  </a:lnTo>
                  <a:lnTo>
                    <a:pt x="2126017" y="667559"/>
                  </a:lnTo>
                  <a:lnTo>
                    <a:pt x="2125976" y="667569"/>
                  </a:lnTo>
                  <a:lnTo>
                    <a:pt x="2125900" y="667586"/>
                  </a:lnTo>
                  <a:lnTo>
                    <a:pt x="2125706" y="667629"/>
                  </a:lnTo>
                  <a:lnTo>
                    <a:pt x="2125502" y="667675"/>
                  </a:lnTo>
                  <a:lnTo>
                    <a:pt x="2125472" y="667682"/>
                  </a:lnTo>
                  <a:lnTo>
                    <a:pt x="2125462" y="667686"/>
                  </a:lnTo>
                  <a:lnTo>
                    <a:pt x="2125520" y="667757"/>
                  </a:lnTo>
                  <a:lnTo>
                    <a:pt x="2125534" y="667774"/>
                  </a:lnTo>
                  <a:lnTo>
                    <a:pt x="2125582" y="667833"/>
                  </a:lnTo>
                  <a:lnTo>
                    <a:pt x="2125650" y="667916"/>
                  </a:lnTo>
                  <a:lnTo>
                    <a:pt x="2125675" y="667946"/>
                  </a:lnTo>
                  <a:lnTo>
                    <a:pt x="2125716" y="668006"/>
                  </a:lnTo>
                  <a:lnTo>
                    <a:pt x="2126367" y="668948"/>
                  </a:lnTo>
                  <a:lnTo>
                    <a:pt x="2126428" y="669035"/>
                  </a:lnTo>
                  <a:lnTo>
                    <a:pt x="2126419" y="669042"/>
                  </a:lnTo>
                  <a:lnTo>
                    <a:pt x="2126305" y="669127"/>
                  </a:lnTo>
                  <a:lnTo>
                    <a:pt x="2126292" y="669129"/>
                  </a:lnTo>
                  <a:lnTo>
                    <a:pt x="2125324" y="669332"/>
                  </a:lnTo>
                  <a:lnTo>
                    <a:pt x="2125318" y="669351"/>
                  </a:lnTo>
                  <a:lnTo>
                    <a:pt x="2125316" y="669358"/>
                  </a:lnTo>
                  <a:lnTo>
                    <a:pt x="2125770" y="669962"/>
                  </a:lnTo>
                  <a:lnTo>
                    <a:pt x="2125431" y="670187"/>
                  </a:lnTo>
                  <a:lnTo>
                    <a:pt x="2124948" y="669944"/>
                  </a:lnTo>
                  <a:lnTo>
                    <a:pt x="2124783" y="669719"/>
                  </a:lnTo>
                  <a:lnTo>
                    <a:pt x="2124348" y="669534"/>
                  </a:lnTo>
                  <a:lnTo>
                    <a:pt x="2124313" y="669519"/>
                  </a:lnTo>
                  <a:lnTo>
                    <a:pt x="2124249" y="669491"/>
                  </a:lnTo>
                  <a:lnTo>
                    <a:pt x="2124216" y="669533"/>
                  </a:lnTo>
                  <a:lnTo>
                    <a:pt x="2124202" y="669550"/>
                  </a:lnTo>
                  <a:lnTo>
                    <a:pt x="2124065" y="669822"/>
                  </a:lnTo>
                  <a:lnTo>
                    <a:pt x="2124044" y="669864"/>
                  </a:lnTo>
                  <a:lnTo>
                    <a:pt x="2124044" y="669871"/>
                  </a:lnTo>
                  <a:lnTo>
                    <a:pt x="2124052" y="669933"/>
                  </a:lnTo>
                  <a:lnTo>
                    <a:pt x="2124055" y="669957"/>
                  </a:lnTo>
                  <a:lnTo>
                    <a:pt x="2124103" y="670057"/>
                  </a:lnTo>
                  <a:lnTo>
                    <a:pt x="2124110" y="670067"/>
                  </a:lnTo>
                  <a:lnTo>
                    <a:pt x="2124173" y="670153"/>
                  </a:lnTo>
                  <a:lnTo>
                    <a:pt x="2124275" y="670170"/>
                  </a:lnTo>
                  <a:lnTo>
                    <a:pt x="2124361" y="670118"/>
                  </a:lnTo>
                  <a:lnTo>
                    <a:pt x="2124416" y="670102"/>
                  </a:lnTo>
                  <a:lnTo>
                    <a:pt x="2124546" y="670063"/>
                  </a:lnTo>
                  <a:lnTo>
                    <a:pt x="2124911" y="670207"/>
                  </a:lnTo>
                  <a:lnTo>
                    <a:pt x="2125515" y="670792"/>
                  </a:lnTo>
                  <a:lnTo>
                    <a:pt x="2125504" y="670811"/>
                  </a:lnTo>
                  <a:lnTo>
                    <a:pt x="2125324" y="671147"/>
                  </a:lnTo>
                  <a:lnTo>
                    <a:pt x="2125313" y="671167"/>
                  </a:lnTo>
                  <a:lnTo>
                    <a:pt x="2125259" y="671268"/>
                  </a:lnTo>
                  <a:lnTo>
                    <a:pt x="2125218" y="671344"/>
                  </a:lnTo>
                  <a:lnTo>
                    <a:pt x="2125203" y="671372"/>
                  </a:lnTo>
                  <a:lnTo>
                    <a:pt x="2125180" y="671414"/>
                  </a:lnTo>
                  <a:lnTo>
                    <a:pt x="2125201" y="671523"/>
                  </a:lnTo>
                  <a:lnTo>
                    <a:pt x="2125243" y="671567"/>
                  </a:lnTo>
                  <a:lnTo>
                    <a:pt x="2125252" y="671577"/>
                  </a:lnTo>
                  <a:lnTo>
                    <a:pt x="2125310" y="671638"/>
                  </a:lnTo>
                  <a:lnTo>
                    <a:pt x="2125431" y="671768"/>
                  </a:lnTo>
                  <a:lnTo>
                    <a:pt x="2125741" y="671871"/>
                  </a:lnTo>
                  <a:lnTo>
                    <a:pt x="2125763" y="671882"/>
                  </a:lnTo>
                  <a:lnTo>
                    <a:pt x="2125867" y="671935"/>
                  </a:lnTo>
                  <a:lnTo>
                    <a:pt x="2125887" y="671945"/>
                  </a:lnTo>
                  <a:lnTo>
                    <a:pt x="2125900" y="671996"/>
                  </a:lnTo>
                  <a:lnTo>
                    <a:pt x="2125822" y="672223"/>
                  </a:lnTo>
                  <a:lnTo>
                    <a:pt x="2125787" y="672290"/>
                  </a:lnTo>
                  <a:lnTo>
                    <a:pt x="2125777" y="672309"/>
                  </a:lnTo>
                  <a:lnTo>
                    <a:pt x="2125773" y="672317"/>
                  </a:lnTo>
                  <a:lnTo>
                    <a:pt x="2125713" y="672307"/>
                  </a:lnTo>
                  <a:lnTo>
                    <a:pt x="2125634" y="672221"/>
                  </a:lnTo>
                  <a:lnTo>
                    <a:pt x="2125562" y="672179"/>
                  </a:lnTo>
                  <a:lnTo>
                    <a:pt x="2125055" y="672033"/>
                  </a:lnTo>
                  <a:lnTo>
                    <a:pt x="2124943" y="672042"/>
                  </a:lnTo>
                  <a:lnTo>
                    <a:pt x="2124815" y="672165"/>
                  </a:lnTo>
                  <a:lnTo>
                    <a:pt x="2124685" y="672289"/>
                  </a:lnTo>
                  <a:lnTo>
                    <a:pt x="2124665" y="672308"/>
                  </a:lnTo>
                  <a:lnTo>
                    <a:pt x="2124606" y="672296"/>
                  </a:lnTo>
                  <a:lnTo>
                    <a:pt x="2124535" y="672282"/>
                  </a:lnTo>
                  <a:lnTo>
                    <a:pt x="2124204" y="672214"/>
                  </a:lnTo>
                  <a:lnTo>
                    <a:pt x="2123985" y="672170"/>
                  </a:lnTo>
                  <a:lnTo>
                    <a:pt x="2123583" y="672088"/>
                  </a:lnTo>
                  <a:lnTo>
                    <a:pt x="2123550" y="672081"/>
                  </a:lnTo>
                  <a:lnTo>
                    <a:pt x="2123512" y="672074"/>
                  </a:lnTo>
                  <a:lnTo>
                    <a:pt x="2123502" y="672071"/>
                  </a:lnTo>
                  <a:lnTo>
                    <a:pt x="2123473" y="671997"/>
                  </a:lnTo>
                  <a:lnTo>
                    <a:pt x="2123469" y="671986"/>
                  </a:lnTo>
                  <a:lnTo>
                    <a:pt x="2123445" y="671965"/>
                  </a:lnTo>
                  <a:lnTo>
                    <a:pt x="2123430" y="671952"/>
                  </a:lnTo>
                  <a:lnTo>
                    <a:pt x="2123347" y="671956"/>
                  </a:lnTo>
                  <a:lnTo>
                    <a:pt x="2123256" y="671988"/>
                  </a:lnTo>
                  <a:lnTo>
                    <a:pt x="2123225" y="671999"/>
                  </a:lnTo>
                  <a:lnTo>
                    <a:pt x="2123202" y="672007"/>
                  </a:lnTo>
                  <a:lnTo>
                    <a:pt x="2123152" y="672041"/>
                  </a:lnTo>
                  <a:lnTo>
                    <a:pt x="2123033" y="672120"/>
                  </a:lnTo>
                  <a:lnTo>
                    <a:pt x="2122909" y="672231"/>
                  </a:lnTo>
                  <a:lnTo>
                    <a:pt x="2122878" y="672297"/>
                  </a:lnTo>
                  <a:lnTo>
                    <a:pt x="2122855" y="672346"/>
                  </a:lnTo>
                  <a:lnTo>
                    <a:pt x="2122804" y="672453"/>
                  </a:lnTo>
                  <a:lnTo>
                    <a:pt x="2122786" y="672544"/>
                  </a:lnTo>
                  <a:lnTo>
                    <a:pt x="2122791" y="672565"/>
                  </a:lnTo>
                  <a:lnTo>
                    <a:pt x="2122808" y="672644"/>
                  </a:lnTo>
                  <a:lnTo>
                    <a:pt x="2122813" y="672665"/>
                  </a:lnTo>
                  <a:lnTo>
                    <a:pt x="2122821" y="672670"/>
                  </a:lnTo>
                  <a:lnTo>
                    <a:pt x="2122891" y="672722"/>
                  </a:lnTo>
                  <a:lnTo>
                    <a:pt x="2122899" y="672727"/>
                  </a:lnTo>
                  <a:lnTo>
                    <a:pt x="2123022" y="672706"/>
                  </a:lnTo>
                  <a:lnTo>
                    <a:pt x="2123057" y="672700"/>
                  </a:lnTo>
                  <a:lnTo>
                    <a:pt x="2123091" y="672713"/>
                  </a:lnTo>
                  <a:lnTo>
                    <a:pt x="2123280" y="672785"/>
                  </a:lnTo>
                  <a:lnTo>
                    <a:pt x="2123292" y="672796"/>
                  </a:lnTo>
                  <a:lnTo>
                    <a:pt x="2123311" y="672814"/>
                  </a:lnTo>
                  <a:lnTo>
                    <a:pt x="2123175" y="672900"/>
                  </a:lnTo>
                  <a:lnTo>
                    <a:pt x="2123286" y="673221"/>
                  </a:lnTo>
                  <a:lnTo>
                    <a:pt x="2123274" y="673233"/>
                  </a:lnTo>
                  <a:lnTo>
                    <a:pt x="2123264" y="673242"/>
                  </a:lnTo>
                  <a:lnTo>
                    <a:pt x="2122789" y="673371"/>
                  </a:lnTo>
                  <a:lnTo>
                    <a:pt x="2122629" y="673414"/>
                  </a:lnTo>
                  <a:lnTo>
                    <a:pt x="2122660" y="673468"/>
                  </a:lnTo>
                  <a:lnTo>
                    <a:pt x="2122525" y="673472"/>
                  </a:lnTo>
                  <a:lnTo>
                    <a:pt x="2122405" y="673476"/>
                  </a:lnTo>
                  <a:lnTo>
                    <a:pt x="2121755" y="673476"/>
                  </a:lnTo>
                  <a:lnTo>
                    <a:pt x="2121758" y="673239"/>
                  </a:lnTo>
                  <a:lnTo>
                    <a:pt x="2121744" y="673243"/>
                  </a:lnTo>
                  <a:lnTo>
                    <a:pt x="2121356" y="673339"/>
                  </a:lnTo>
                  <a:lnTo>
                    <a:pt x="2121294" y="673160"/>
                  </a:lnTo>
                  <a:lnTo>
                    <a:pt x="2121205" y="673178"/>
                  </a:lnTo>
                  <a:lnTo>
                    <a:pt x="2120951" y="673231"/>
                  </a:lnTo>
                  <a:lnTo>
                    <a:pt x="2120744" y="673295"/>
                  </a:lnTo>
                  <a:lnTo>
                    <a:pt x="2120668" y="673334"/>
                  </a:lnTo>
                  <a:lnTo>
                    <a:pt x="2120653" y="673362"/>
                  </a:lnTo>
                  <a:lnTo>
                    <a:pt x="2120692" y="673447"/>
                  </a:lnTo>
                  <a:lnTo>
                    <a:pt x="2120771" y="673622"/>
                  </a:lnTo>
                  <a:lnTo>
                    <a:pt x="2120764" y="673632"/>
                  </a:lnTo>
                  <a:lnTo>
                    <a:pt x="2120682" y="673750"/>
                  </a:lnTo>
                  <a:lnTo>
                    <a:pt x="2120629" y="673827"/>
                  </a:lnTo>
                  <a:lnTo>
                    <a:pt x="2120517" y="673928"/>
                  </a:lnTo>
                  <a:lnTo>
                    <a:pt x="2120453" y="673947"/>
                  </a:lnTo>
                  <a:lnTo>
                    <a:pt x="2120258" y="674007"/>
                  </a:lnTo>
                  <a:lnTo>
                    <a:pt x="2119963" y="674220"/>
                  </a:lnTo>
                  <a:lnTo>
                    <a:pt x="2119802" y="674349"/>
                  </a:lnTo>
                  <a:lnTo>
                    <a:pt x="2119828" y="674424"/>
                  </a:lnTo>
                  <a:lnTo>
                    <a:pt x="2119837" y="674453"/>
                  </a:lnTo>
                  <a:lnTo>
                    <a:pt x="2119812" y="674560"/>
                  </a:lnTo>
                  <a:lnTo>
                    <a:pt x="2119613" y="674626"/>
                  </a:lnTo>
                  <a:lnTo>
                    <a:pt x="2119501" y="674615"/>
                  </a:lnTo>
                  <a:lnTo>
                    <a:pt x="2119491" y="674614"/>
                  </a:lnTo>
                  <a:lnTo>
                    <a:pt x="2119465" y="674612"/>
                  </a:lnTo>
                  <a:lnTo>
                    <a:pt x="2119430" y="674608"/>
                  </a:lnTo>
                  <a:lnTo>
                    <a:pt x="2118973" y="674231"/>
                  </a:lnTo>
                  <a:lnTo>
                    <a:pt x="2118987" y="674089"/>
                  </a:lnTo>
                  <a:lnTo>
                    <a:pt x="2119136" y="673911"/>
                  </a:lnTo>
                  <a:lnTo>
                    <a:pt x="2119242" y="673824"/>
                  </a:lnTo>
                  <a:lnTo>
                    <a:pt x="2119033" y="673732"/>
                  </a:lnTo>
                  <a:lnTo>
                    <a:pt x="2118353" y="673225"/>
                  </a:lnTo>
                  <a:lnTo>
                    <a:pt x="2118267" y="673144"/>
                  </a:lnTo>
                  <a:lnTo>
                    <a:pt x="2118255" y="673132"/>
                  </a:lnTo>
                  <a:lnTo>
                    <a:pt x="2118170" y="672993"/>
                  </a:lnTo>
                  <a:lnTo>
                    <a:pt x="2118073" y="673041"/>
                  </a:lnTo>
                  <a:lnTo>
                    <a:pt x="2117949" y="673103"/>
                  </a:lnTo>
                  <a:lnTo>
                    <a:pt x="2117818" y="673169"/>
                  </a:lnTo>
                  <a:lnTo>
                    <a:pt x="2118090" y="673842"/>
                  </a:lnTo>
                  <a:lnTo>
                    <a:pt x="2118071" y="673872"/>
                  </a:lnTo>
                  <a:lnTo>
                    <a:pt x="2118004" y="673888"/>
                  </a:lnTo>
                  <a:lnTo>
                    <a:pt x="2117997" y="673889"/>
                  </a:lnTo>
                  <a:lnTo>
                    <a:pt x="2117910" y="673863"/>
                  </a:lnTo>
                  <a:lnTo>
                    <a:pt x="2117507" y="673998"/>
                  </a:lnTo>
                  <a:lnTo>
                    <a:pt x="2117464" y="674013"/>
                  </a:lnTo>
                  <a:lnTo>
                    <a:pt x="2117443" y="674019"/>
                  </a:lnTo>
                  <a:lnTo>
                    <a:pt x="2117427" y="674025"/>
                  </a:lnTo>
                  <a:lnTo>
                    <a:pt x="2117417" y="674020"/>
                  </a:lnTo>
                  <a:lnTo>
                    <a:pt x="2117296" y="673957"/>
                  </a:lnTo>
                  <a:lnTo>
                    <a:pt x="2117028" y="673548"/>
                  </a:lnTo>
                  <a:lnTo>
                    <a:pt x="2116878" y="673574"/>
                  </a:lnTo>
                  <a:lnTo>
                    <a:pt x="2116780" y="673591"/>
                  </a:lnTo>
                  <a:lnTo>
                    <a:pt x="2116745" y="673610"/>
                  </a:lnTo>
                  <a:lnTo>
                    <a:pt x="2116337" y="673823"/>
                  </a:lnTo>
                  <a:lnTo>
                    <a:pt x="2116262" y="673843"/>
                  </a:lnTo>
                  <a:lnTo>
                    <a:pt x="2116225" y="673853"/>
                  </a:lnTo>
                  <a:lnTo>
                    <a:pt x="2115986" y="673918"/>
                  </a:lnTo>
                  <a:lnTo>
                    <a:pt x="2115884" y="673614"/>
                  </a:lnTo>
                  <a:lnTo>
                    <a:pt x="2115409" y="673624"/>
                  </a:lnTo>
                  <a:lnTo>
                    <a:pt x="2115399" y="673624"/>
                  </a:lnTo>
                  <a:lnTo>
                    <a:pt x="2115384" y="673630"/>
                  </a:lnTo>
                  <a:lnTo>
                    <a:pt x="2115296" y="673663"/>
                  </a:lnTo>
                  <a:lnTo>
                    <a:pt x="2115031" y="673761"/>
                  </a:lnTo>
                  <a:lnTo>
                    <a:pt x="2115019" y="673768"/>
                  </a:lnTo>
                  <a:lnTo>
                    <a:pt x="2114907" y="673823"/>
                  </a:lnTo>
                  <a:lnTo>
                    <a:pt x="2114786" y="673884"/>
                  </a:lnTo>
                  <a:lnTo>
                    <a:pt x="2114756" y="673899"/>
                  </a:lnTo>
                  <a:lnTo>
                    <a:pt x="2114646" y="673892"/>
                  </a:lnTo>
                  <a:lnTo>
                    <a:pt x="2114465" y="673880"/>
                  </a:lnTo>
                  <a:lnTo>
                    <a:pt x="2114247" y="673841"/>
                  </a:lnTo>
                  <a:lnTo>
                    <a:pt x="2114243" y="673757"/>
                  </a:lnTo>
                  <a:lnTo>
                    <a:pt x="2114247" y="673739"/>
                  </a:lnTo>
                  <a:lnTo>
                    <a:pt x="2114319" y="673387"/>
                  </a:lnTo>
                  <a:lnTo>
                    <a:pt x="2114308" y="673344"/>
                  </a:lnTo>
                  <a:lnTo>
                    <a:pt x="2114300" y="673315"/>
                  </a:lnTo>
                  <a:lnTo>
                    <a:pt x="2114288" y="673269"/>
                  </a:lnTo>
                  <a:lnTo>
                    <a:pt x="2114203" y="673059"/>
                  </a:lnTo>
                  <a:lnTo>
                    <a:pt x="2114195" y="673040"/>
                  </a:lnTo>
                  <a:lnTo>
                    <a:pt x="2114179" y="673041"/>
                  </a:lnTo>
                  <a:lnTo>
                    <a:pt x="2114115" y="673047"/>
                  </a:lnTo>
                  <a:lnTo>
                    <a:pt x="2114105" y="673105"/>
                  </a:lnTo>
                  <a:lnTo>
                    <a:pt x="2114063" y="673332"/>
                  </a:lnTo>
                  <a:lnTo>
                    <a:pt x="2113912" y="673613"/>
                  </a:lnTo>
                  <a:lnTo>
                    <a:pt x="2113800" y="673721"/>
                  </a:lnTo>
                  <a:lnTo>
                    <a:pt x="2113613" y="673901"/>
                  </a:lnTo>
                  <a:lnTo>
                    <a:pt x="2113578" y="673934"/>
                  </a:lnTo>
                  <a:lnTo>
                    <a:pt x="2113530" y="673963"/>
                  </a:lnTo>
                  <a:lnTo>
                    <a:pt x="2113391" y="674000"/>
                  </a:lnTo>
                  <a:lnTo>
                    <a:pt x="2113339" y="674001"/>
                  </a:lnTo>
                  <a:lnTo>
                    <a:pt x="2113202" y="673973"/>
                  </a:lnTo>
                  <a:lnTo>
                    <a:pt x="2113129" y="673958"/>
                  </a:lnTo>
                  <a:lnTo>
                    <a:pt x="2113041" y="673885"/>
                  </a:lnTo>
                  <a:lnTo>
                    <a:pt x="2113000" y="673852"/>
                  </a:lnTo>
                  <a:lnTo>
                    <a:pt x="2112984" y="673859"/>
                  </a:lnTo>
                  <a:lnTo>
                    <a:pt x="2112989" y="673902"/>
                  </a:lnTo>
                  <a:lnTo>
                    <a:pt x="2113000" y="674007"/>
                  </a:lnTo>
                  <a:lnTo>
                    <a:pt x="2113030" y="674043"/>
                  </a:lnTo>
                  <a:lnTo>
                    <a:pt x="2113038" y="674046"/>
                  </a:lnTo>
                  <a:lnTo>
                    <a:pt x="2113243" y="674116"/>
                  </a:lnTo>
                  <a:lnTo>
                    <a:pt x="2113260" y="674121"/>
                  </a:lnTo>
                  <a:lnTo>
                    <a:pt x="2113381" y="674113"/>
                  </a:lnTo>
                  <a:lnTo>
                    <a:pt x="2113419" y="674080"/>
                  </a:lnTo>
                  <a:lnTo>
                    <a:pt x="2113495" y="674088"/>
                  </a:lnTo>
                  <a:lnTo>
                    <a:pt x="2113555" y="674126"/>
                  </a:lnTo>
                  <a:lnTo>
                    <a:pt x="2113573" y="674137"/>
                  </a:lnTo>
                  <a:lnTo>
                    <a:pt x="2113715" y="674225"/>
                  </a:lnTo>
                  <a:lnTo>
                    <a:pt x="2113745" y="674244"/>
                  </a:lnTo>
                  <a:lnTo>
                    <a:pt x="2113766" y="674257"/>
                  </a:lnTo>
                  <a:lnTo>
                    <a:pt x="2113890" y="674354"/>
                  </a:lnTo>
                  <a:lnTo>
                    <a:pt x="2113898" y="674389"/>
                  </a:lnTo>
                  <a:lnTo>
                    <a:pt x="2113870" y="674412"/>
                  </a:lnTo>
                  <a:lnTo>
                    <a:pt x="2113598" y="674626"/>
                  </a:lnTo>
                  <a:lnTo>
                    <a:pt x="2113403" y="674779"/>
                  </a:lnTo>
                  <a:lnTo>
                    <a:pt x="2113144" y="674841"/>
                  </a:lnTo>
                  <a:lnTo>
                    <a:pt x="2113063" y="674900"/>
                  </a:lnTo>
                  <a:lnTo>
                    <a:pt x="2112588" y="675276"/>
                  </a:lnTo>
                  <a:lnTo>
                    <a:pt x="2112582" y="675283"/>
                  </a:lnTo>
                  <a:lnTo>
                    <a:pt x="2112439" y="675446"/>
                  </a:lnTo>
                  <a:lnTo>
                    <a:pt x="2112355" y="675542"/>
                  </a:lnTo>
                  <a:lnTo>
                    <a:pt x="2112529" y="675799"/>
                  </a:lnTo>
                  <a:lnTo>
                    <a:pt x="2112547" y="675825"/>
                  </a:lnTo>
                  <a:lnTo>
                    <a:pt x="2112549" y="675965"/>
                  </a:lnTo>
                  <a:lnTo>
                    <a:pt x="2112551" y="676072"/>
                  </a:lnTo>
                  <a:lnTo>
                    <a:pt x="2112550" y="676142"/>
                  </a:lnTo>
                  <a:lnTo>
                    <a:pt x="2112541" y="676143"/>
                  </a:lnTo>
                  <a:lnTo>
                    <a:pt x="2112531" y="676690"/>
                  </a:lnTo>
                  <a:lnTo>
                    <a:pt x="2111526" y="676821"/>
                  </a:lnTo>
                  <a:lnTo>
                    <a:pt x="2111330" y="676249"/>
                  </a:lnTo>
                  <a:lnTo>
                    <a:pt x="2111313" y="676200"/>
                  </a:lnTo>
                  <a:lnTo>
                    <a:pt x="2109790" y="676521"/>
                  </a:lnTo>
                  <a:lnTo>
                    <a:pt x="2109667" y="676304"/>
                  </a:lnTo>
                  <a:lnTo>
                    <a:pt x="2108269" y="676673"/>
                  </a:lnTo>
                  <a:lnTo>
                    <a:pt x="2108094" y="676496"/>
                  </a:lnTo>
                  <a:lnTo>
                    <a:pt x="2107117" y="676715"/>
                  </a:lnTo>
                  <a:lnTo>
                    <a:pt x="2107294" y="676972"/>
                  </a:lnTo>
                  <a:lnTo>
                    <a:pt x="2106817" y="677066"/>
                  </a:lnTo>
                  <a:lnTo>
                    <a:pt x="2107112" y="677995"/>
                  </a:lnTo>
                  <a:lnTo>
                    <a:pt x="2106216" y="678370"/>
                  </a:lnTo>
                  <a:lnTo>
                    <a:pt x="2106101" y="678418"/>
                  </a:lnTo>
                  <a:lnTo>
                    <a:pt x="2105733" y="677491"/>
                  </a:lnTo>
                  <a:lnTo>
                    <a:pt x="2105651" y="677564"/>
                  </a:lnTo>
                  <a:lnTo>
                    <a:pt x="2105608" y="677575"/>
                  </a:lnTo>
                  <a:lnTo>
                    <a:pt x="2105526" y="677548"/>
                  </a:lnTo>
                  <a:lnTo>
                    <a:pt x="2105343" y="677573"/>
                  </a:lnTo>
                  <a:lnTo>
                    <a:pt x="2104955" y="677900"/>
                  </a:lnTo>
                  <a:lnTo>
                    <a:pt x="2104847" y="677991"/>
                  </a:lnTo>
                  <a:lnTo>
                    <a:pt x="2104826" y="678008"/>
                  </a:lnTo>
                  <a:lnTo>
                    <a:pt x="2105601" y="678575"/>
                  </a:lnTo>
                  <a:lnTo>
                    <a:pt x="2101859" y="680129"/>
                  </a:lnTo>
                  <a:lnTo>
                    <a:pt x="2101178" y="679616"/>
                  </a:lnTo>
                  <a:lnTo>
                    <a:pt x="2100965" y="679822"/>
                  </a:lnTo>
                  <a:lnTo>
                    <a:pt x="2100672" y="680105"/>
                  </a:lnTo>
                  <a:lnTo>
                    <a:pt x="2100634" y="680142"/>
                  </a:lnTo>
                  <a:lnTo>
                    <a:pt x="2100450" y="680576"/>
                  </a:lnTo>
                  <a:lnTo>
                    <a:pt x="2100378" y="680786"/>
                  </a:lnTo>
                  <a:lnTo>
                    <a:pt x="2100425" y="680925"/>
                  </a:lnTo>
                  <a:lnTo>
                    <a:pt x="2100397" y="680973"/>
                  </a:lnTo>
                  <a:lnTo>
                    <a:pt x="2100389" y="680974"/>
                  </a:lnTo>
                  <a:lnTo>
                    <a:pt x="2100364" y="680975"/>
                  </a:lnTo>
                  <a:lnTo>
                    <a:pt x="2100315" y="680979"/>
                  </a:lnTo>
                  <a:lnTo>
                    <a:pt x="2100270" y="680966"/>
                  </a:lnTo>
                  <a:lnTo>
                    <a:pt x="2100062" y="680908"/>
                  </a:lnTo>
                  <a:lnTo>
                    <a:pt x="2099755" y="680619"/>
                  </a:lnTo>
                  <a:lnTo>
                    <a:pt x="2099748" y="680599"/>
                  </a:lnTo>
                  <a:lnTo>
                    <a:pt x="2099767" y="680521"/>
                  </a:lnTo>
                  <a:lnTo>
                    <a:pt x="2099745" y="680504"/>
                  </a:lnTo>
                  <a:lnTo>
                    <a:pt x="2099586" y="680377"/>
                  </a:lnTo>
                  <a:lnTo>
                    <a:pt x="2099537" y="680337"/>
                  </a:lnTo>
                  <a:lnTo>
                    <a:pt x="2099060" y="679785"/>
                  </a:lnTo>
                  <a:lnTo>
                    <a:pt x="2099033" y="679754"/>
                  </a:lnTo>
                  <a:lnTo>
                    <a:pt x="2098990" y="679769"/>
                  </a:lnTo>
                  <a:lnTo>
                    <a:pt x="2098976" y="679775"/>
                  </a:lnTo>
                  <a:lnTo>
                    <a:pt x="2098941" y="679787"/>
                  </a:lnTo>
                  <a:lnTo>
                    <a:pt x="2098863" y="679816"/>
                  </a:lnTo>
                  <a:lnTo>
                    <a:pt x="2098472" y="679961"/>
                  </a:lnTo>
                  <a:lnTo>
                    <a:pt x="2098500" y="680001"/>
                  </a:lnTo>
                  <a:lnTo>
                    <a:pt x="2098506" y="680009"/>
                  </a:lnTo>
                  <a:lnTo>
                    <a:pt x="2098514" y="680020"/>
                  </a:lnTo>
                  <a:lnTo>
                    <a:pt x="2098643" y="680198"/>
                  </a:lnTo>
                  <a:lnTo>
                    <a:pt x="2098858" y="680319"/>
                  </a:lnTo>
                  <a:lnTo>
                    <a:pt x="2098878" y="680330"/>
                  </a:lnTo>
                  <a:lnTo>
                    <a:pt x="2098886" y="680334"/>
                  </a:lnTo>
                  <a:lnTo>
                    <a:pt x="2098880" y="680350"/>
                  </a:lnTo>
                  <a:lnTo>
                    <a:pt x="2098789" y="680580"/>
                  </a:lnTo>
                  <a:lnTo>
                    <a:pt x="2098764" y="680644"/>
                  </a:lnTo>
                  <a:lnTo>
                    <a:pt x="2098742" y="680700"/>
                  </a:lnTo>
                  <a:lnTo>
                    <a:pt x="2098737" y="680712"/>
                  </a:lnTo>
                  <a:lnTo>
                    <a:pt x="2098713" y="680774"/>
                  </a:lnTo>
                  <a:lnTo>
                    <a:pt x="2098707" y="680789"/>
                  </a:lnTo>
                  <a:lnTo>
                    <a:pt x="2098665" y="680897"/>
                  </a:lnTo>
                  <a:lnTo>
                    <a:pt x="2098663" y="680910"/>
                  </a:lnTo>
                  <a:lnTo>
                    <a:pt x="2098640" y="681108"/>
                  </a:lnTo>
                  <a:lnTo>
                    <a:pt x="2098627" y="681216"/>
                  </a:lnTo>
                  <a:lnTo>
                    <a:pt x="2098609" y="681347"/>
                  </a:lnTo>
                  <a:lnTo>
                    <a:pt x="2098605" y="681369"/>
                  </a:lnTo>
                  <a:lnTo>
                    <a:pt x="2098588" y="681399"/>
                  </a:lnTo>
                  <a:lnTo>
                    <a:pt x="2098564" y="681422"/>
                  </a:lnTo>
                  <a:lnTo>
                    <a:pt x="2098553" y="681446"/>
                  </a:lnTo>
                  <a:lnTo>
                    <a:pt x="2098362" y="681858"/>
                  </a:lnTo>
                  <a:lnTo>
                    <a:pt x="2098344" y="681896"/>
                  </a:lnTo>
                  <a:lnTo>
                    <a:pt x="2098319" y="681951"/>
                  </a:lnTo>
                  <a:lnTo>
                    <a:pt x="2098291" y="682010"/>
                  </a:lnTo>
                  <a:lnTo>
                    <a:pt x="2098080" y="681988"/>
                  </a:lnTo>
                  <a:lnTo>
                    <a:pt x="2098041" y="681957"/>
                  </a:lnTo>
                  <a:lnTo>
                    <a:pt x="2098082" y="681829"/>
                  </a:lnTo>
                  <a:lnTo>
                    <a:pt x="2098084" y="681824"/>
                  </a:lnTo>
                  <a:lnTo>
                    <a:pt x="2098087" y="681814"/>
                  </a:lnTo>
                  <a:lnTo>
                    <a:pt x="2098101" y="681771"/>
                  </a:lnTo>
                  <a:lnTo>
                    <a:pt x="2098106" y="681755"/>
                  </a:lnTo>
                  <a:lnTo>
                    <a:pt x="2098055" y="681712"/>
                  </a:lnTo>
                  <a:lnTo>
                    <a:pt x="2097936" y="681712"/>
                  </a:lnTo>
                  <a:lnTo>
                    <a:pt x="2097759" y="681830"/>
                  </a:lnTo>
                  <a:lnTo>
                    <a:pt x="2097708" y="681864"/>
                  </a:lnTo>
                  <a:lnTo>
                    <a:pt x="2097683" y="681892"/>
                  </a:lnTo>
                  <a:lnTo>
                    <a:pt x="2097651" y="681928"/>
                  </a:lnTo>
                  <a:lnTo>
                    <a:pt x="2097606" y="682041"/>
                  </a:lnTo>
                  <a:lnTo>
                    <a:pt x="2097608" y="682056"/>
                  </a:lnTo>
                  <a:lnTo>
                    <a:pt x="2097631" y="682199"/>
                  </a:lnTo>
                  <a:lnTo>
                    <a:pt x="2097673" y="682244"/>
                  </a:lnTo>
                  <a:lnTo>
                    <a:pt x="2097690" y="682231"/>
                  </a:lnTo>
                  <a:lnTo>
                    <a:pt x="2097703" y="682222"/>
                  </a:lnTo>
                  <a:lnTo>
                    <a:pt x="2097741" y="682217"/>
                  </a:lnTo>
                  <a:lnTo>
                    <a:pt x="2097835" y="682260"/>
                  </a:lnTo>
                  <a:lnTo>
                    <a:pt x="2097840" y="682268"/>
                  </a:lnTo>
                  <a:lnTo>
                    <a:pt x="2097857" y="682298"/>
                  </a:lnTo>
                  <a:lnTo>
                    <a:pt x="2097897" y="682366"/>
                  </a:lnTo>
                  <a:lnTo>
                    <a:pt x="2097907" y="682505"/>
                  </a:lnTo>
                  <a:lnTo>
                    <a:pt x="2097894" y="682556"/>
                  </a:lnTo>
                  <a:lnTo>
                    <a:pt x="2097845" y="682599"/>
                  </a:lnTo>
                  <a:lnTo>
                    <a:pt x="2097784" y="682589"/>
                  </a:lnTo>
                  <a:lnTo>
                    <a:pt x="2097651" y="682481"/>
                  </a:lnTo>
                  <a:lnTo>
                    <a:pt x="2097646" y="682476"/>
                  </a:lnTo>
                  <a:lnTo>
                    <a:pt x="2097546" y="682395"/>
                  </a:lnTo>
                  <a:lnTo>
                    <a:pt x="2097464" y="682328"/>
                  </a:lnTo>
                  <a:lnTo>
                    <a:pt x="2097457" y="682322"/>
                  </a:lnTo>
                  <a:lnTo>
                    <a:pt x="2097244" y="682148"/>
                  </a:lnTo>
                  <a:lnTo>
                    <a:pt x="2097228" y="682135"/>
                  </a:lnTo>
                  <a:lnTo>
                    <a:pt x="2097182" y="682127"/>
                  </a:lnTo>
                  <a:lnTo>
                    <a:pt x="2097099" y="682146"/>
                  </a:lnTo>
                  <a:lnTo>
                    <a:pt x="2097069" y="682166"/>
                  </a:lnTo>
                  <a:lnTo>
                    <a:pt x="2096995" y="682216"/>
                  </a:lnTo>
                  <a:lnTo>
                    <a:pt x="2096973" y="682262"/>
                  </a:lnTo>
                  <a:lnTo>
                    <a:pt x="2096994" y="682310"/>
                  </a:lnTo>
                  <a:lnTo>
                    <a:pt x="2097014" y="682356"/>
                  </a:lnTo>
                  <a:lnTo>
                    <a:pt x="2097038" y="682369"/>
                  </a:lnTo>
                  <a:lnTo>
                    <a:pt x="2097055" y="682379"/>
                  </a:lnTo>
                  <a:lnTo>
                    <a:pt x="2097154" y="682564"/>
                  </a:lnTo>
                  <a:lnTo>
                    <a:pt x="2097152" y="682594"/>
                  </a:lnTo>
                  <a:lnTo>
                    <a:pt x="2096769" y="682677"/>
                  </a:lnTo>
                  <a:lnTo>
                    <a:pt x="2096508" y="682775"/>
                  </a:lnTo>
                  <a:lnTo>
                    <a:pt x="2096355" y="682929"/>
                  </a:lnTo>
                  <a:lnTo>
                    <a:pt x="2096342" y="682951"/>
                  </a:lnTo>
                  <a:lnTo>
                    <a:pt x="2096279" y="683056"/>
                  </a:lnTo>
                  <a:lnTo>
                    <a:pt x="2096218" y="683156"/>
                  </a:lnTo>
                  <a:lnTo>
                    <a:pt x="2096204" y="683179"/>
                  </a:lnTo>
                  <a:lnTo>
                    <a:pt x="2096142" y="683209"/>
                  </a:lnTo>
                  <a:lnTo>
                    <a:pt x="2096101" y="683229"/>
                  </a:lnTo>
                  <a:lnTo>
                    <a:pt x="2096017" y="683269"/>
                  </a:lnTo>
                  <a:lnTo>
                    <a:pt x="2095959" y="683297"/>
                  </a:lnTo>
                  <a:lnTo>
                    <a:pt x="2095923" y="683315"/>
                  </a:lnTo>
                  <a:lnTo>
                    <a:pt x="2095741" y="683402"/>
                  </a:lnTo>
                  <a:lnTo>
                    <a:pt x="2095722" y="683411"/>
                  </a:lnTo>
                  <a:lnTo>
                    <a:pt x="2095671" y="683399"/>
                  </a:lnTo>
                  <a:lnTo>
                    <a:pt x="2095646" y="683393"/>
                  </a:lnTo>
                  <a:lnTo>
                    <a:pt x="2095643" y="683383"/>
                  </a:lnTo>
                  <a:lnTo>
                    <a:pt x="2095633" y="683341"/>
                  </a:lnTo>
                  <a:lnTo>
                    <a:pt x="2095622" y="683299"/>
                  </a:lnTo>
                  <a:lnTo>
                    <a:pt x="2095620" y="683290"/>
                  </a:lnTo>
                  <a:lnTo>
                    <a:pt x="2095642" y="683287"/>
                  </a:lnTo>
                  <a:lnTo>
                    <a:pt x="2095687" y="683282"/>
                  </a:lnTo>
                  <a:lnTo>
                    <a:pt x="2095724" y="683238"/>
                  </a:lnTo>
                  <a:lnTo>
                    <a:pt x="2095817" y="683126"/>
                  </a:lnTo>
                  <a:lnTo>
                    <a:pt x="2095955" y="682961"/>
                  </a:lnTo>
                  <a:lnTo>
                    <a:pt x="2096063" y="682832"/>
                  </a:lnTo>
                  <a:lnTo>
                    <a:pt x="2096066" y="682727"/>
                  </a:lnTo>
                  <a:lnTo>
                    <a:pt x="2096063" y="682721"/>
                  </a:lnTo>
                  <a:lnTo>
                    <a:pt x="2096062" y="682717"/>
                  </a:lnTo>
                  <a:lnTo>
                    <a:pt x="2096055" y="682699"/>
                  </a:lnTo>
                  <a:lnTo>
                    <a:pt x="2096048" y="682682"/>
                  </a:lnTo>
                  <a:lnTo>
                    <a:pt x="2096041" y="682665"/>
                  </a:lnTo>
                  <a:lnTo>
                    <a:pt x="2096034" y="682646"/>
                  </a:lnTo>
                  <a:lnTo>
                    <a:pt x="2096030" y="682635"/>
                  </a:lnTo>
                  <a:lnTo>
                    <a:pt x="2096018" y="682606"/>
                  </a:lnTo>
                  <a:lnTo>
                    <a:pt x="2096002" y="682564"/>
                  </a:lnTo>
                  <a:lnTo>
                    <a:pt x="2095985" y="682535"/>
                  </a:lnTo>
                  <a:lnTo>
                    <a:pt x="2095965" y="682498"/>
                  </a:lnTo>
                  <a:lnTo>
                    <a:pt x="2095871" y="682330"/>
                  </a:lnTo>
                  <a:lnTo>
                    <a:pt x="2095856" y="682329"/>
                  </a:lnTo>
                  <a:lnTo>
                    <a:pt x="2095778" y="682326"/>
                  </a:lnTo>
                  <a:lnTo>
                    <a:pt x="2095646" y="682365"/>
                  </a:lnTo>
                  <a:lnTo>
                    <a:pt x="2095599" y="682378"/>
                  </a:lnTo>
                  <a:lnTo>
                    <a:pt x="2095593" y="682380"/>
                  </a:lnTo>
                  <a:lnTo>
                    <a:pt x="2095587" y="682382"/>
                  </a:lnTo>
                  <a:lnTo>
                    <a:pt x="2095578" y="682384"/>
                  </a:lnTo>
                  <a:lnTo>
                    <a:pt x="2095567" y="682388"/>
                  </a:lnTo>
                  <a:lnTo>
                    <a:pt x="2095560" y="682390"/>
                  </a:lnTo>
                  <a:lnTo>
                    <a:pt x="2095490" y="682410"/>
                  </a:lnTo>
                  <a:lnTo>
                    <a:pt x="2095405" y="682435"/>
                  </a:lnTo>
                  <a:lnTo>
                    <a:pt x="2095398" y="682443"/>
                  </a:lnTo>
                  <a:lnTo>
                    <a:pt x="2095380" y="682466"/>
                  </a:lnTo>
                  <a:lnTo>
                    <a:pt x="2095376" y="682471"/>
                  </a:lnTo>
                  <a:lnTo>
                    <a:pt x="2095375" y="682512"/>
                  </a:lnTo>
                  <a:lnTo>
                    <a:pt x="2095373" y="682549"/>
                  </a:lnTo>
                  <a:lnTo>
                    <a:pt x="2095375" y="682554"/>
                  </a:lnTo>
                  <a:lnTo>
                    <a:pt x="2095427" y="682640"/>
                  </a:lnTo>
                  <a:lnTo>
                    <a:pt x="2095454" y="682686"/>
                  </a:lnTo>
                  <a:lnTo>
                    <a:pt x="2095509" y="682835"/>
                  </a:lnTo>
                  <a:lnTo>
                    <a:pt x="2095520" y="682863"/>
                  </a:lnTo>
                  <a:lnTo>
                    <a:pt x="2095529" y="682888"/>
                  </a:lnTo>
                  <a:lnTo>
                    <a:pt x="2095569" y="682996"/>
                  </a:lnTo>
                  <a:lnTo>
                    <a:pt x="2095395" y="683509"/>
                  </a:lnTo>
                  <a:lnTo>
                    <a:pt x="2095353" y="683631"/>
                  </a:lnTo>
                  <a:lnTo>
                    <a:pt x="2095294" y="683978"/>
                  </a:lnTo>
                  <a:lnTo>
                    <a:pt x="2095340" y="684205"/>
                  </a:lnTo>
                  <a:lnTo>
                    <a:pt x="2095369" y="684308"/>
                  </a:lnTo>
                  <a:lnTo>
                    <a:pt x="2095463" y="684676"/>
                  </a:lnTo>
                  <a:lnTo>
                    <a:pt x="2095489" y="684876"/>
                  </a:lnTo>
                  <a:lnTo>
                    <a:pt x="2095516" y="685083"/>
                  </a:lnTo>
                  <a:lnTo>
                    <a:pt x="2095123" y="685257"/>
                  </a:lnTo>
                  <a:lnTo>
                    <a:pt x="2094920" y="684525"/>
                  </a:lnTo>
                  <a:lnTo>
                    <a:pt x="2093752" y="685585"/>
                  </a:lnTo>
                  <a:lnTo>
                    <a:pt x="2093426" y="685696"/>
                  </a:lnTo>
                  <a:lnTo>
                    <a:pt x="2093022" y="685833"/>
                  </a:lnTo>
                  <a:lnTo>
                    <a:pt x="2092929" y="685865"/>
                  </a:lnTo>
                  <a:lnTo>
                    <a:pt x="2092912" y="685857"/>
                  </a:lnTo>
                  <a:lnTo>
                    <a:pt x="2092737" y="685467"/>
                  </a:lnTo>
                  <a:lnTo>
                    <a:pt x="2092717" y="685470"/>
                  </a:lnTo>
                  <a:lnTo>
                    <a:pt x="2092696" y="685472"/>
                  </a:lnTo>
                  <a:lnTo>
                    <a:pt x="2092631" y="685491"/>
                  </a:lnTo>
                  <a:lnTo>
                    <a:pt x="2092565" y="685509"/>
                  </a:lnTo>
                  <a:lnTo>
                    <a:pt x="2092682" y="685989"/>
                  </a:lnTo>
                  <a:lnTo>
                    <a:pt x="2092669" y="686211"/>
                  </a:lnTo>
                  <a:lnTo>
                    <a:pt x="2092416" y="686396"/>
                  </a:lnTo>
                  <a:lnTo>
                    <a:pt x="2092345" y="686448"/>
                  </a:lnTo>
                  <a:lnTo>
                    <a:pt x="2091959" y="686447"/>
                  </a:lnTo>
                  <a:lnTo>
                    <a:pt x="2091933" y="686330"/>
                  </a:lnTo>
                  <a:lnTo>
                    <a:pt x="2091891" y="686331"/>
                  </a:lnTo>
                  <a:lnTo>
                    <a:pt x="2091767" y="686333"/>
                  </a:lnTo>
                  <a:lnTo>
                    <a:pt x="2091726" y="686334"/>
                  </a:lnTo>
                  <a:lnTo>
                    <a:pt x="2091160" y="686344"/>
                  </a:lnTo>
                  <a:lnTo>
                    <a:pt x="2090589" y="686399"/>
                  </a:lnTo>
                  <a:lnTo>
                    <a:pt x="2090541" y="685708"/>
                  </a:lnTo>
                  <a:lnTo>
                    <a:pt x="2089982" y="685760"/>
                  </a:lnTo>
                  <a:lnTo>
                    <a:pt x="2088653" y="685746"/>
                  </a:lnTo>
                  <a:lnTo>
                    <a:pt x="2088640" y="685748"/>
                  </a:lnTo>
                  <a:lnTo>
                    <a:pt x="2088583" y="685757"/>
                  </a:lnTo>
                  <a:lnTo>
                    <a:pt x="2088537" y="685765"/>
                  </a:lnTo>
                  <a:lnTo>
                    <a:pt x="2088514" y="685769"/>
                  </a:lnTo>
                  <a:lnTo>
                    <a:pt x="2087922" y="685866"/>
                  </a:lnTo>
                  <a:lnTo>
                    <a:pt x="2087874" y="685874"/>
                  </a:lnTo>
                  <a:lnTo>
                    <a:pt x="2087833" y="685885"/>
                  </a:lnTo>
                  <a:lnTo>
                    <a:pt x="2087743" y="686169"/>
                  </a:lnTo>
                  <a:lnTo>
                    <a:pt x="2087711" y="686477"/>
                  </a:lnTo>
                  <a:lnTo>
                    <a:pt x="2087690" y="686511"/>
                  </a:lnTo>
                  <a:lnTo>
                    <a:pt x="2086343" y="687178"/>
                  </a:lnTo>
                  <a:lnTo>
                    <a:pt x="2085827" y="687434"/>
                  </a:lnTo>
                  <a:lnTo>
                    <a:pt x="2085785" y="687412"/>
                  </a:lnTo>
                  <a:lnTo>
                    <a:pt x="2085640" y="687337"/>
                  </a:lnTo>
                  <a:lnTo>
                    <a:pt x="2085431" y="687424"/>
                  </a:lnTo>
                  <a:lnTo>
                    <a:pt x="2085424" y="687427"/>
                  </a:lnTo>
                  <a:lnTo>
                    <a:pt x="2085484" y="687534"/>
                  </a:lnTo>
                  <a:lnTo>
                    <a:pt x="2085611" y="687763"/>
                  </a:lnTo>
                  <a:lnTo>
                    <a:pt x="2085769" y="688046"/>
                  </a:lnTo>
                  <a:lnTo>
                    <a:pt x="2084479" y="688789"/>
                  </a:lnTo>
                  <a:lnTo>
                    <a:pt x="2084437" y="688799"/>
                  </a:lnTo>
                  <a:lnTo>
                    <a:pt x="2084402" y="688774"/>
                  </a:lnTo>
                  <a:lnTo>
                    <a:pt x="2084169" y="688512"/>
                  </a:lnTo>
                  <a:lnTo>
                    <a:pt x="2084137" y="688507"/>
                  </a:lnTo>
                  <a:lnTo>
                    <a:pt x="2084100" y="688589"/>
                  </a:lnTo>
                  <a:lnTo>
                    <a:pt x="2084067" y="688662"/>
                  </a:lnTo>
                  <a:lnTo>
                    <a:pt x="2084099" y="688734"/>
                  </a:lnTo>
                  <a:lnTo>
                    <a:pt x="2084114" y="688766"/>
                  </a:lnTo>
                  <a:lnTo>
                    <a:pt x="2084134" y="688810"/>
                  </a:lnTo>
                  <a:lnTo>
                    <a:pt x="2084152" y="688850"/>
                  </a:lnTo>
                  <a:lnTo>
                    <a:pt x="2084172" y="688894"/>
                  </a:lnTo>
                  <a:lnTo>
                    <a:pt x="2084745" y="689304"/>
                  </a:lnTo>
                  <a:lnTo>
                    <a:pt x="2084673" y="689714"/>
                  </a:lnTo>
                  <a:lnTo>
                    <a:pt x="2084453" y="689874"/>
                  </a:lnTo>
                  <a:lnTo>
                    <a:pt x="2084133" y="689712"/>
                  </a:lnTo>
                  <a:lnTo>
                    <a:pt x="2083739" y="689111"/>
                  </a:lnTo>
                  <a:lnTo>
                    <a:pt x="2083684" y="689104"/>
                  </a:lnTo>
                  <a:lnTo>
                    <a:pt x="2083479" y="689346"/>
                  </a:lnTo>
                  <a:lnTo>
                    <a:pt x="2082632" y="690348"/>
                  </a:lnTo>
                  <a:lnTo>
                    <a:pt x="2082560" y="690458"/>
                  </a:lnTo>
                  <a:lnTo>
                    <a:pt x="2082554" y="690468"/>
                  </a:lnTo>
                  <a:lnTo>
                    <a:pt x="2082081" y="690400"/>
                  </a:lnTo>
                  <a:lnTo>
                    <a:pt x="2082017" y="690371"/>
                  </a:lnTo>
                  <a:lnTo>
                    <a:pt x="2081961" y="690345"/>
                  </a:lnTo>
                  <a:lnTo>
                    <a:pt x="2081790" y="690202"/>
                  </a:lnTo>
                  <a:lnTo>
                    <a:pt x="2081641" y="690078"/>
                  </a:lnTo>
                  <a:lnTo>
                    <a:pt x="2081566" y="690068"/>
                  </a:lnTo>
                  <a:lnTo>
                    <a:pt x="2081495" y="690096"/>
                  </a:lnTo>
                  <a:lnTo>
                    <a:pt x="2081444" y="690116"/>
                  </a:lnTo>
                  <a:lnTo>
                    <a:pt x="2081426" y="690123"/>
                  </a:lnTo>
                  <a:lnTo>
                    <a:pt x="2081449" y="690172"/>
                  </a:lnTo>
                  <a:lnTo>
                    <a:pt x="2081461" y="690199"/>
                  </a:lnTo>
                  <a:lnTo>
                    <a:pt x="2081466" y="690210"/>
                  </a:lnTo>
                  <a:lnTo>
                    <a:pt x="2081486" y="690238"/>
                  </a:lnTo>
                  <a:lnTo>
                    <a:pt x="2081543" y="690313"/>
                  </a:lnTo>
                  <a:lnTo>
                    <a:pt x="2081552" y="690326"/>
                  </a:lnTo>
                  <a:lnTo>
                    <a:pt x="2081640" y="690415"/>
                  </a:lnTo>
                  <a:lnTo>
                    <a:pt x="2081647" y="690421"/>
                  </a:lnTo>
                  <a:lnTo>
                    <a:pt x="2081650" y="690425"/>
                  </a:lnTo>
                  <a:lnTo>
                    <a:pt x="2081742" y="690472"/>
                  </a:lnTo>
                  <a:lnTo>
                    <a:pt x="2081803" y="690504"/>
                  </a:lnTo>
                  <a:lnTo>
                    <a:pt x="2081852" y="690509"/>
                  </a:lnTo>
                  <a:lnTo>
                    <a:pt x="2082116" y="690536"/>
                  </a:lnTo>
                  <a:lnTo>
                    <a:pt x="2082239" y="690576"/>
                  </a:lnTo>
                  <a:lnTo>
                    <a:pt x="2082244" y="690579"/>
                  </a:lnTo>
                  <a:lnTo>
                    <a:pt x="2082254" y="690587"/>
                  </a:lnTo>
                  <a:lnTo>
                    <a:pt x="2082292" y="690613"/>
                  </a:lnTo>
                  <a:lnTo>
                    <a:pt x="2082387" y="690679"/>
                  </a:lnTo>
                  <a:lnTo>
                    <a:pt x="2082401" y="690696"/>
                  </a:lnTo>
                  <a:lnTo>
                    <a:pt x="2082408" y="690704"/>
                  </a:lnTo>
                  <a:lnTo>
                    <a:pt x="2082415" y="690712"/>
                  </a:lnTo>
                  <a:lnTo>
                    <a:pt x="2082418" y="690790"/>
                  </a:lnTo>
                  <a:lnTo>
                    <a:pt x="2082419" y="690798"/>
                  </a:lnTo>
                  <a:lnTo>
                    <a:pt x="2082422" y="690873"/>
                  </a:lnTo>
                  <a:lnTo>
                    <a:pt x="2082431" y="691105"/>
                  </a:lnTo>
                  <a:lnTo>
                    <a:pt x="2082422" y="691125"/>
                  </a:lnTo>
                  <a:lnTo>
                    <a:pt x="2082417" y="691136"/>
                  </a:lnTo>
                  <a:lnTo>
                    <a:pt x="2082414" y="691143"/>
                  </a:lnTo>
                  <a:lnTo>
                    <a:pt x="2082296" y="691285"/>
                  </a:lnTo>
                  <a:lnTo>
                    <a:pt x="2082282" y="691301"/>
                  </a:lnTo>
                  <a:lnTo>
                    <a:pt x="2082267" y="691319"/>
                  </a:lnTo>
                  <a:lnTo>
                    <a:pt x="2082262" y="691324"/>
                  </a:lnTo>
                  <a:lnTo>
                    <a:pt x="2081839" y="691719"/>
                  </a:lnTo>
                  <a:lnTo>
                    <a:pt x="2081731" y="691820"/>
                  </a:lnTo>
                  <a:lnTo>
                    <a:pt x="2081692" y="691856"/>
                  </a:lnTo>
                  <a:lnTo>
                    <a:pt x="2081676" y="691875"/>
                  </a:lnTo>
                  <a:lnTo>
                    <a:pt x="2081610" y="691952"/>
                  </a:lnTo>
                  <a:lnTo>
                    <a:pt x="2081562" y="692007"/>
                  </a:lnTo>
                  <a:lnTo>
                    <a:pt x="2081533" y="692042"/>
                  </a:lnTo>
                  <a:lnTo>
                    <a:pt x="2081416" y="692388"/>
                  </a:lnTo>
                  <a:lnTo>
                    <a:pt x="2081424" y="692400"/>
                  </a:lnTo>
                  <a:lnTo>
                    <a:pt x="2081456" y="692449"/>
                  </a:lnTo>
                  <a:lnTo>
                    <a:pt x="2081462" y="692459"/>
                  </a:lnTo>
                  <a:lnTo>
                    <a:pt x="2081572" y="692633"/>
                  </a:lnTo>
                  <a:lnTo>
                    <a:pt x="2081640" y="692656"/>
                  </a:lnTo>
                  <a:lnTo>
                    <a:pt x="2081631" y="692662"/>
                  </a:lnTo>
                  <a:lnTo>
                    <a:pt x="2081397" y="692813"/>
                  </a:lnTo>
                  <a:lnTo>
                    <a:pt x="2081376" y="692827"/>
                  </a:lnTo>
                  <a:lnTo>
                    <a:pt x="2081160" y="692907"/>
                  </a:lnTo>
                  <a:lnTo>
                    <a:pt x="2081149" y="692893"/>
                  </a:lnTo>
                  <a:lnTo>
                    <a:pt x="2080948" y="692660"/>
                  </a:lnTo>
                  <a:lnTo>
                    <a:pt x="2080931" y="692663"/>
                  </a:lnTo>
                  <a:lnTo>
                    <a:pt x="2080915" y="692667"/>
                  </a:lnTo>
                  <a:lnTo>
                    <a:pt x="2080757" y="692702"/>
                  </a:lnTo>
                  <a:lnTo>
                    <a:pt x="2080557" y="692747"/>
                  </a:lnTo>
                  <a:lnTo>
                    <a:pt x="2080482" y="692768"/>
                  </a:lnTo>
                  <a:lnTo>
                    <a:pt x="2080419" y="692797"/>
                  </a:lnTo>
                  <a:lnTo>
                    <a:pt x="2080388" y="692812"/>
                  </a:lnTo>
                  <a:lnTo>
                    <a:pt x="2080314" y="692846"/>
                  </a:lnTo>
                  <a:lnTo>
                    <a:pt x="2080303" y="692851"/>
                  </a:lnTo>
                  <a:lnTo>
                    <a:pt x="2080214" y="692892"/>
                  </a:lnTo>
                  <a:lnTo>
                    <a:pt x="2080207" y="692896"/>
                  </a:lnTo>
                  <a:lnTo>
                    <a:pt x="2080182" y="692932"/>
                  </a:lnTo>
                  <a:lnTo>
                    <a:pt x="2080140" y="692990"/>
                  </a:lnTo>
                  <a:lnTo>
                    <a:pt x="2080119" y="693020"/>
                  </a:lnTo>
                  <a:lnTo>
                    <a:pt x="2080175" y="693154"/>
                  </a:lnTo>
                  <a:lnTo>
                    <a:pt x="2080177" y="693204"/>
                  </a:lnTo>
                  <a:lnTo>
                    <a:pt x="2080178" y="693226"/>
                  </a:lnTo>
                  <a:lnTo>
                    <a:pt x="2080148" y="693256"/>
                  </a:lnTo>
                  <a:lnTo>
                    <a:pt x="2080053" y="693353"/>
                  </a:lnTo>
                  <a:lnTo>
                    <a:pt x="2080043" y="693484"/>
                  </a:lnTo>
                  <a:lnTo>
                    <a:pt x="2079826" y="693490"/>
                  </a:lnTo>
                  <a:lnTo>
                    <a:pt x="2079808" y="693319"/>
                  </a:lnTo>
                  <a:lnTo>
                    <a:pt x="2079655" y="693308"/>
                  </a:lnTo>
                  <a:lnTo>
                    <a:pt x="2079580" y="693224"/>
                  </a:lnTo>
                  <a:lnTo>
                    <a:pt x="2079350" y="693279"/>
                  </a:lnTo>
                  <a:lnTo>
                    <a:pt x="2079078" y="693369"/>
                  </a:lnTo>
                  <a:lnTo>
                    <a:pt x="2079054" y="693378"/>
                  </a:lnTo>
                  <a:lnTo>
                    <a:pt x="2078998" y="693416"/>
                  </a:lnTo>
                  <a:lnTo>
                    <a:pt x="2078846" y="693517"/>
                  </a:lnTo>
                  <a:lnTo>
                    <a:pt x="2078821" y="693534"/>
                  </a:lnTo>
                  <a:lnTo>
                    <a:pt x="2078711" y="693607"/>
                  </a:lnTo>
                  <a:lnTo>
                    <a:pt x="2078462" y="693773"/>
                  </a:lnTo>
                  <a:lnTo>
                    <a:pt x="2078454" y="693777"/>
                  </a:lnTo>
                  <a:lnTo>
                    <a:pt x="2078417" y="693849"/>
                  </a:lnTo>
                  <a:lnTo>
                    <a:pt x="2078392" y="693925"/>
                  </a:lnTo>
                  <a:lnTo>
                    <a:pt x="2078368" y="693946"/>
                  </a:lnTo>
                  <a:lnTo>
                    <a:pt x="2078336" y="693931"/>
                  </a:lnTo>
                  <a:lnTo>
                    <a:pt x="2078290" y="693927"/>
                  </a:lnTo>
                  <a:lnTo>
                    <a:pt x="2078168" y="693940"/>
                  </a:lnTo>
                  <a:lnTo>
                    <a:pt x="2078002" y="693981"/>
                  </a:lnTo>
                  <a:lnTo>
                    <a:pt x="2077992" y="693987"/>
                  </a:lnTo>
                  <a:lnTo>
                    <a:pt x="2077882" y="694059"/>
                  </a:lnTo>
                  <a:lnTo>
                    <a:pt x="2077819" y="694105"/>
                  </a:lnTo>
                  <a:lnTo>
                    <a:pt x="2077599" y="694269"/>
                  </a:lnTo>
                  <a:lnTo>
                    <a:pt x="2077393" y="694482"/>
                  </a:lnTo>
                  <a:lnTo>
                    <a:pt x="2077265" y="694615"/>
                  </a:lnTo>
                  <a:lnTo>
                    <a:pt x="2077267" y="694650"/>
                  </a:lnTo>
                  <a:lnTo>
                    <a:pt x="2077269" y="694681"/>
                  </a:lnTo>
                  <a:lnTo>
                    <a:pt x="2077252" y="694712"/>
                  </a:lnTo>
                  <a:lnTo>
                    <a:pt x="2077219" y="694772"/>
                  </a:lnTo>
                  <a:lnTo>
                    <a:pt x="2077148" y="694856"/>
                  </a:lnTo>
                  <a:lnTo>
                    <a:pt x="2077092" y="694923"/>
                  </a:lnTo>
                  <a:lnTo>
                    <a:pt x="2077005" y="695026"/>
                  </a:lnTo>
                  <a:lnTo>
                    <a:pt x="2076834" y="695152"/>
                  </a:lnTo>
                  <a:lnTo>
                    <a:pt x="2076825" y="695141"/>
                  </a:lnTo>
                  <a:lnTo>
                    <a:pt x="2076743" y="695094"/>
                  </a:lnTo>
                  <a:lnTo>
                    <a:pt x="2076731" y="695087"/>
                  </a:lnTo>
                  <a:lnTo>
                    <a:pt x="2076719" y="695081"/>
                  </a:lnTo>
                  <a:lnTo>
                    <a:pt x="2076663" y="695048"/>
                  </a:lnTo>
                  <a:lnTo>
                    <a:pt x="2076620" y="695042"/>
                  </a:lnTo>
                  <a:lnTo>
                    <a:pt x="2076610" y="695045"/>
                  </a:lnTo>
                  <a:lnTo>
                    <a:pt x="2076591" y="695051"/>
                  </a:lnTo>
                  <a:lnTo>
                    <a:pt x="2076520" y="695073"/>
                  </a:lnTo>
                  <a:lnTo>
                    <a:pt x="2076381" y="695140"/>
                  </a:lnTo>
                  <a:lnTo>
                    <a:pt x="2076288" y="695198"/>
                  </a:lnTo>
                  <a:lnTo>
                    <a:pt x="2076265" y="695213"/>
                  </a:lnTo>
                  <a:lnTo>
                    <a:pt x="2076218" y="695242"/>
                  </a:lnTo>
                  <a:lnTo>
                    <a:pt x="2076060" y="695412"/>
                  </a:lnTo>
                  <a:lnTo>
                    <a:pt x="2075981" y="695561"/>
                  </a:lnTo>
                  <a:lnTo>
                    <a:pt x="2075953" y="695614"/>
                  </a:lnTo>
                  <a:lnTo>
                    <a:pt x="2075870" y="695784"/>
                  </a:lnTo>
                  <a:lnTo>
                    <a:pt x="2075841" y="695844"/>
                  </a:lnTo>
                  <a:lnTo>
                    <a:pt x="2075819" y="695889"/>
                  </a:lnTo>
                  <a:lnTo>
                    <a:pt x="2075819" y="695895"/>
                  </a:lnTo>
                  <a:lnTo>
                    <a:pt x="2075814" y="695959"/>
                  </a:lnTo>
                  <a:lnTo>
                    <a:pt x="2075819" y="695965"/>
                  </a:lnTo>
                  <a:lnTo>
                    <a:pt x="2075855" y="696010"/>
                  </a:lnTo>
                  <a:lnTo>
                    <a:pt x="2075875" y="696034"/>
                  </a:lnTo>
                  <a:lnTo>
                    <a:pt x="2075926" y="696095"/>
                  </a:lnTo>
                  <a:lnTo>
                    <a:pt x="2075995" y="696180"/>
                  </a:lnTo>
                  <a:lnTo>
                    <a:pt x="2076011" y="696179"/>
                  </a:lnTo>
                  <a:lnTo>
                    <a:pt x="2076019" y="696179"/>
                  </a:lnTo>
                  <a:lnTo>
                    <a:pt x="2076102" y="696177"/>
                  </a:lnTo>
                  <a:lnTo>
                    <a:pt x="2076167" y="696176"/>
                  </a:lnTo>
                  <a:lnTo>
                    <a:pt x="2076202" y="696179"/>
                  </a:lnTo>
                  <a:lnTo>
                    <a:pt x="2076308" y="696190"/>
                  </a:lnTo>
                  <a:lnTo>
                    <a:pt x="2076314" y="696211"/>
                  </a:lnTo>
                  <a:lnTo>
                    <a:pt x="2076296" y="696257"/>
                  </a:lnTo>
                  <a:lnTo>
                    <a:pt x="2076267" y="696333"/>
                  </a:lnTo>
                  <a:lnTo>
                    <a:pt x="2076194" y="696524"/>
                  </a:lnTo>
                  <a:lnTo>
                    <a:pt x="2076160" y="696613"/>
                  </a:lnTo>
                  <a:lnTo>
                    <a:pt x="2076108" y="696716"/>
                  </a:lnTo>
                  <a:lnTo>
                    <a:pt x="2076103" y="696725"/>
                  </a:lnTo>
                  <a:lnTo>
                    <a:pt x="2076000" y="696929"/>
                  </a:lnTo>
                  <a:lnTo>
                    <a:pt x="2075982" y="696965"/>
                  </a:lnTo>
                  <a:lnTo>
                    <a:pt x="2075977" y="696974"/>
                  </a:lnTo>
                  <a:lnTo>
                    <a:pt x="2075815" y="697291"/>
                  </a:lnTo>
                  <a:lnTo>
                    <a:pt x="2075263" y="697193"/>
                  </a:lnTo>
                  <a:lnTo>
                    <a:pt x="2075239" y="697189"/>
                  </a:lnTo>
                  <a:lnTo>
                    <a:pt x="2075231" y="697187"/>
                  </a:lnTo>
                  <a:lnTo>
                    <a:pt x="2075200" y="697182"/>
                  </a:lnTo>
                  <a:lnTo>
                    <a:pt x="2075015" y="697132"/>
                  </a:lnTo>
                  <a:lnTo>
                    <a:pt x="2074975" y="697178"/>
                  </a:lnTo>
                  <a:lnTo>
                    <a:pt x="2074963" y="697192"/>
                  </a:lnTo>
                  <a:lnTo>
                    <a:pt x="2074945" y="697212"/>
                  </a:lnTo>
                  <a:lnTo>
                    <a:pt x="2074937" y="697221"/>
                  </a:lnTo>
                  <a:lnTo>
                    <a:pt x="2074983" y="697354"/>
                  </a:lnTo>
                  <a:lnTo>
                    <a:pt x="2075016" y="697345"/>
                  </a:lnTo>
                  <a:lnTo>
                    <a:pt x="2075122" y="697317"/>
                  </a:lnTo>
                  <a:lnTo>
                    <a:pt x="2075138" y="697318"/>
                  </a:lnTo>
                  <a:lnTo>
                    <a:pt x="2075445" y="697329"/>
                  </a:lnTo>
                  <a:lnTo>
                    <a:pt x="2075523" y="697346"/>
                  </a:lnTo>
                  <a:lnTo>
                    <a:pt x="2075531" y="697348"/>
                  </a:lnTo>
                  <a:lnTo>
                    <a:pt x="2075582" y="697359"/>
                  </a:lnTo>
                  <a:lnTo>
                    <a:pt x="2075601" y="697363"/>
                  </a:lnTo>
                  <a:lnTo>
                    <a:pt x="2075762" y="697398"/>
                  </a:lnTo>
                  <a:lnTo>
                    <a:pt x="2076081" y="697533"/>
                  </a:lnTo>
                  <a:lnTo>
                    <a:pt x="2076090" y="697536"/>
                  </a:lnTo>
                  <a:lnTo>
                    <a:pt x="2076101" y="697566"/>
                  </a:lnTo>
                  <a:lnTo>
                    <a:pt x="2075989" y="698027"/>
                  </a:lnTo>
                  <a:lnTo>
                    <a:pt x="2076027" y="698038"/>
                  </a:lnTo>
                  <a:lnTo>
                    <a:pt x="2076236" y="698094"/>
                  </a:lnTo>
                  <a:lnTo>
                    <a:pt x="2076265" y="698102"/>
                  </a:lnTo>
                  <a:lnTo>
                    <a:pt x="2076419" y="698143"/>
                  </a:lnTo>
                  <a:lnTo>
                    <a:pt x="2076470" y="698157"/>
                  </a:lnTo>
                  <a:lnTo>
                    <a:pt x="2076545" y="698177"/>
                  </a:lnTo>
                  <a:lnTo>
                    <a:pt x="2076609" y="698170"/>
                  </a:lnTo>
                  <a:lnTo>
                    <a:pt x="2076625" y="698168"/>
                  </a:lnTo>
                  <a:lnTo>
                    <a:pt x="2076721" y="698042"/>
                  </a:lnTo>
                  <a:lnTo>
                    <a:pt x="2076763" y="698022"/>
                  </a:lnTo>
                  <a:lnTo>
                    <a:pt x="2076801" y="698018"/>
                  </a:lnTo>
                  <a:lnTo>
                    <a:pt x="2076844" y="698050"/>
                  </a:lnTo>
                  <a:lnTo>
                    <a:pt x="2076932" y="698132"/>
                  </a:lnTo>
                  <a:lnTo>
                    <a:pt x="2077032" y="698225"/>
                  </a:lnTo>
                  <a:lnTo>
                    <a:pt x="2077204" y="698292"/>
                  </a:lnTo>
                  <a:lnTo>
                    <a:pt x="2077598" y="698304"/>
                  </a:lnTo>
                  <a:lnTo>
                    <a:pt x="2077744" y="698347"/>
                  </a:lnTo>
                  <a:lnTo>
                    <a:pt x="2077846" y="698447"/>
                  </a:lnTo>
                  <a:lnTo>
                    <a:pt x="2077978" y="698490"/>
                  </a:lnTo>
                  <a:lnTo>
                    <a:pt x="2078233" y="698456"/>
                  </a:lnTo>
                  <a:lnTo>
                    <a:pt x="2078285" y="698524"/>
                  </a:lnTo>
                  <a:lnTo>
                    <a:pt x="2078293" y="698536"/>
                  </a:lnTo>
                  <a:lnTo>
                    <a:pt x="2078245" y="698590"/>
                  </a:lnTo>
                  <a:lnTo>
                    <a:pt x="2077914" y="698713"/>
                  </a:lnTo>
                  <a:lnTo>
                    <a:pt x="2077863" y="698689"/>
                  </a:lnTo>
                  <a:lnTo>
                    <a:pt x="2077845" y="698680"/>
                  </a:lnTo>
                  <a:lnTo>
                    <a:pt x="2077837" y="698676"/>
                  </a:lnTo>
                  <a:lnTo>
                    <a:pt x="2077869" y="698644"/>
                  </a:lnTo>
                  <a:lnTo>
                    <a:pt x="2077886" y="698626"/>
                  </a:lnTo>
                  <a:lnTo>
                    <a:pt x="2077883" y="698616"/>
                  </a:lnTo>
                  <a:lnTo>
                    <a:pt x="2077879" y="698601"/>
                  </a:lnTo>
                  <a:lnTo>
                    <a:pt x="2077863" y="698540"/>
                  </a:lnTo>
                  <a:lnTo>
                    <a:pt x="2077854" y="698504"/>
                  </a:lnTo>
                  <a:lnTo>
                    <a:pt x="2077765" y="698453"/>
                  </a:lnTo>
                  <a:lnTo>
                    <a:pt x="2077701" y="698442"/>
                  </a:lnTo>
                  <a:lnTo>
                    <a:pt x="2077302" y="698459"/>
                  </a:lnTo>
                  <a:lnTo>
                    <a:pt x="2077294" y="698459"/>
                  </a:lnTo>
                  <a:lnTo>
                    <a:pt x="2077174" y="698507"/>
                  </a:lnTo>
                  <a:lnTo>
                    <a:pt x="2076889" y="698619"/>
                  </a:lnTo>
                  <a:lnTo>
                    <a:pt x="2076737" y="698679"/>
                  </a:lnTo>
                  <a:lnTo>
                    <a:pt x="2076730" y="698682"/>
                  </a:lnTo>
                  <a:lnTo>
                    <a:pt x="2076454" y="698791"/>
                  </a:lnTo>
                  <a:lnTo>
                    <a:pt x="2076341" y="698779"/>
                  </a:lnTo>
                  <a:lnTo>
                    <a:pt x="2076127" y="698846"/>
                  </a:lnTo>
                  <a:lnTo>
                    <a:pt x="2076080" y="699018"/>
                  </a:lnTo>
                  <a:lnTo>
                    <a:pt x="2076055" y="699142"/>
                  </a:lnTo>
                  <a:lnTo>
                    <a:pt x="2076041" y="699162"/>
                  </a:lnTo>
                  <a:lnTo>
                    <a:pt x="2076023" y="699188"/>
                  </a:lnTo>
                  <a:lnTo>
                    <a:pt x="2076020" y="699193"/>
                  </a:lnTo>
                  <a:lnTo>
                    <a:pt x="2075978" y="699253"/>
                  </a:lnTo>
                  <a:lnTo>
                    <a:pt x="2075932" y="699321"/>
                  </a:lnTo>
                  <a:lnTo>
                    <a:pt x="2075912" y="699350"/>
                  </a:lnTo>
                  <a:lnTo>
                    <a:pt x="2075907" y="699357"/>
                  </a:lnTo>
                  <a:lnTo>
                    <a:pt x="2075897" y="699361"/>
                  </a:lnTo>
                  <a:lnTo>
                    <a:pt x="2075617" y="699476"/>
                  </a:lnTo>
                  <a:lnTo>
                    <a:pt x="2075580" y="699478"/>
                  </a:lnTo>
                  <a:lnTo>
                    <a:pt x="2075522" y="699451"/>
                  </a:lnTo>
                  <a:lnTo>
                    <a:pt x="2075343" y="699503"/>
                  </a:lnTo>
                  <a:lnTo>
                    <a:pt x="2075203" y="699544"/>
                  </a:lnTo>
                  <a:lnTo>
                    <a:pt x="2075178" y="699552"/>
                  </a:lnTo>
                  <a:lnTo>
                    <a:pt x="2075112" y="699668"/>
                  </a:lnTo>
                  <a:lnTo>
                    <a:pt x="2075158" y="699793"/>
                  </a:lnTo>
                  <a:lnTo>
                    <a:pt x="2075166" y="699902"/>
                  </a:lnTo>
                  <a:lnTo>
                    <a:pt x="2075132" y="699953"/>
                  </a:lnTo>
                  <a:lnTo>
                    <a:pt x="2075030" y="699989"/>
                  </a:lnTo>
                  <a:lnTo>
                    <a:pt x="2074890" y="699967"/>
                  </a:lnTo>
                  <a:lnTo>
                    <a:pt x="2074739" y="699835"/>
                  </a:lnTo>
                  <a:lnTo>
                    <a:pt x="2074676" y="699819"/>
                  </a:lnTo>
                  <a:lnTo>
                    <a:pt x="2074656" y="699830"/>
                  </a:lnTo>
                  <a:lnTo>
                    <a:pt x="2074648" y="699834"/>
                  </a:lnTo>
                  <a:lnTo>
                    <a:pt x="2074643" y="699837"/>
                  </a:lnTo>
                  <a:lnTo>
                    <a:pt x="2074552" y="700018"/>
                  </a:lnTo>
                  <a:lnTo>
                    <a:pt x="2074517" y="700089"/>
                  </a:lnTo>
                  <a:lnTo>
                    <a:pt x="2074518" y="700172"/>
                  </a:lnTo>
                  <a:lnTo>
                    <a:pt x="2074529" y="700201"/>
                  </a:lnTo>
                  <a:lnTo>
                    <a:pt x="2074553" y="700210"/>
                  </a:lnTo>
                  <a:lnTo>
                    <a:pt x="2074635" y="700238"/>
                  </a:lnTo>
                  <a:lnTo>
                    <a:pt x="2074746" y="700306"/>
                  </a:lnTo>
                  <a:lnTo>
                    <a:pt x="2074804" y="700341"/>
                  </a:lnTo>
                  <a:lnTo>
                    <a:pt x="2074771" y="700427"/>
                  </a:lnTo>
                  <a:lnTo>
                    <a:pt x="2074735" y="700451"/>
                  </a:lnTo>
                  <a:lnTo>
                    <a:pt x="2074711" y="700454"/>
                  </a:lnTo>
                  <a:lnTo>
                    <a:pt x="2074543" y="700468"/>
                  </a:lnTo>
                  <a:lnTo>
                    <a:pt x="2074478" y="700474"/>
                  </a:lnTo>
                  <a:lnTo>
                    <a:pt x="2074336" y="700441"/>
                  </a:lnTo>
                  <a:lnTo>
                    <a:pt x="2074326" y="700438"/>
                  </a:lnTo>
                  <a:lnTo>
                    <a:pt x="2074323" y="700433"/>
                  </a:lnTo>
                  <a:lnTo>
                    <a:pt x="2074304" y="700395"/>
                  </a:lnTo>
                  <a:lnTo>
                    <a:pt x="2074289" y="700367"/>
                  </a:lnTo>
                  <a:lnTo>
                    <a:pt x="2074276" y="700340"/>
                  </a:lnTo>
                  <a:lnTo>
                    <a:pt x="2074150" y="700333"/>
                  </a:lnTo>
                  <a:lnTo>
                    <a:pt x="2074062" y="700366"/>
                  </a:lnTo>
                  <a:lnTo>
                    <a:pt x="2073912" y="700477"/>
                  </a:lnTo>
                  <a:lnTo>
                    <a:pt x="2073867" y="700510"/>
                  </a:lnTo>
                  <a:lnTo>
                    <a:pt x="2073787" y="700548"/>
                  </a:lnTo>
                  <a:lnTo>
                    <a:pt x="2073686" y="700552"/>
                  </a:lnTo>
                  <a:lnTo>
                    <a:pt x="2073662" y="700543"/>
                  </a:lnTo>
                  <a:lnTo>
                    <a:pt x="2073635" y="700534"/>
                  </a:lnTo>
                  <a:lnTo>
                    <a:pt x="2073630" y="700532"/>
                  </a:lnTo>
                  <a:lnTo>
                    <a:pt x="2073378" y="700446"/>
                  </a:lnTo>
                  <a:lnTo>
                    <a:pt x="2073190" y="700381"/>
                  </a:lnTo>
                  <a:lnTo>
                    <a:pt x="2073092" y="700327"/>
                  </a:lnTo>
                  <a:lnTo>
                    <a:pt x="2073022" y="700205"/>
                  </a:lnTo>
                  <a:lnTo>
                    <a:pt x="2073058" y="700078"/>
                  </a:lnTo>
                  <a:lnTo>
                    <a:pt x="2073050" y="700074"/>
                  </a:lnTo>
                  <a:lnTo>
                    <a:pt x="2072923" y="700027"/>
                  </a:lnTo>
                  <a:lnTo>
                    <a:pt x="2072893" y="700016"/>
                  </a:lnTo>
                  <a:lnTo>
                    <a:pt x="2072885" y="700012"/>
                  </a:lnTo>
                  <a:lnTo>
                    <a:pt x="2072707" y="699945"/>
                  </a:lnTo>
                  <a:lnTo>
                    <a:pt x="2072685" y="699996"/>
                  </a:lnTo>
                  <a:lnTo>
                    <a:pt x="2072620" y="700155"/>
                  </a:lnTo>
                  <a:lnTo>
                    <a:pt x="2072797" y="700821"/>
                  </a:lnTo>
                  <a:lnTo>
                    <a:pt x="2072820" y="700911"/>
                  </a:lnTo>
                  <a:lnTo>
                    <a:pt x="2072894" y="701188"/>
                  </a:lnTo>
                  <a:lnTo>
                    <a:pt x="2072934" y="701293"/>
                  </a:lnTo>
                  <a:lnTo>
                    <a:pt x="2073156" y="701874"/>
                  </a:lnTo>
                  <a:lnTo>
                    <a:pt x="2073168" y="701904"/>
                  </a:lnTo>
                  <a:lnTo>
                    <a:pt x="2073197" y="701935"/>
                  </a:lnTo>
                  <a:lnTo>
                    <a:pt x="2073244" y="701955"/>
                  </a:lnTo>
                  <a:lnTo>
                    <a:pt x="2073288" y="701973"/>
                  </a:lnTo>
                  <a:lnTo>
                    <a:pt x="2073394" y="701966"/>
                  </a:lnTo>
                  <a:lnTo>
                    <a:pt x="2073407" y="701898"/>
                  </a:lnTo>
                  <a:lnTo>
                    <a:pt x="2073413" y="701868"/>
                  </a:lnTo>
                  <a:lnTo>
                    <a:pt x="2073523" y="701869"/>
                  </a:lnTo>
                  <a:lnTo>
                    <a:pt x="2073668" y="702039"/>
                  </a:lnTo>
                  <a:lnTo>
                    <a:pt x="2073704" y="702082"/>
                  </a:lnTo>
                  <a:lnTo>
                    <a:pt x="2073826" y="702225"/>
                  </a:lnTo>
                  <a:lnTo>
                    <a:pt x="2073868" y="702301"/>
                  </a:lnTo>
                  <a:lnTo>
                    <a:pt x="2074050" y="702634"/>
                  </a:lnTo>
                  <a:lnTo>
                    <a:pt x="2074022" y="702725"/>
                  </a:lnTo>
                  <a:lnTo>
                    <a:pt x="2073960" y="702823"/>
                  </a:lnTo>
                  <a:lnTo>
                    <a:pt x="2073909" y="702895"/>
                  </a:lnTo>
                  <a:lnTo>
                    <a:pt x="2073902" y="702901"/>
                  </a:lnTo>
                  <a:lnTo>
                    <a:pt x="2073807" y="702981"/>
                  </a:lnTo>
                  <a:lnTo>
                    <a:pt x="2073762" y="702937"/>
                  </a:lnTo>
                  <a:lnTo>
                    <a:pt x="2073723" y="702899"/>
                  </a:lnTo>
                  <a:lnTo>
                    <a:pt x="2073689" y="702866"/>
                  </a:lnTo>
                  <a:lnTo>
                    <a:pt x="2073645" y="702824"/>
                  </a:lnTo>
                  <a:lnTo>
                    <a:pt x="2073577" y="702758"/>
                  </a:lnTo>
                  <a:lnTo>
                    <a:pt x="2073560" y="702749"/>
                  </a:lnTo>
                  <a:lnTo>
                    <a:pt x="2073398" y="702660"/>
                  </a:lnTo>
                  <a:lnTo>
                    <a:pt x="2073285" y="702636"/>
                  </a:lnTo>
                  <a:lnTo>
                    <a:pt x="2073132" y="702605"/>
                  </a:lnTo>
                  <a:lnTo>
                    <a:pt x="2072978" y="702573"/>
                  </a:lnTo>
                  <a:lnTo>
                    <a:pt x="2072594" y="702456"/>
                  </a:lnTo>
                  <a:lnTo>
                    <a:pt x="2072589" y="702448"/>
                  </a:lnTo>
                  <a:lnTo>
                    <a:pt x="2072586" y="702441"/>
                  </a:lnTo>
                  <a:lnTo>
                    <a:pt x="2072525" y="702326"/>
                  </a:lnTo>
                  <a:lnTo>
                    <a:pt x="2072497" y="702313"/>
                  </a:lnTo>
                  <a:lnTo>
                    <a:pt x="2072292" y="702216"/>
                  </a:lnTo>
                  <a:lnTo>
                    <a:pt x="2072231" y="702188"/>
                  </a:lnTo>
                  <a:lnTo>
                    <a:pt x="2071920" y="702085"/>
                  </a:lnTo>
                  <a:lnTo>
                    <a:pt x="2071867" y="702102"/>
                  </a:lnTo>
                  <a:lnTo>
                    <a:pt x="2071353" y="702270"/>
                  </a:lnTo>
                  <a:lnTo>
                    <a:pt x="2070819" y="702516"/>
                  </a:lnTo>
                  <a:lnTo>
                    <a:pt x="2070503" y="702662"/>
                  </a:lnTo>
                  <a:lnTo>
                    <a:pt x="2070390" y="702745"/>
                  </a:lnTo>
                  <a:lnTo>
                    <a:pt x="2070375" y="702771"/>
                  </a:lnTo>
                  <a:lnTo>
                    <a:pt x="2069952" y="703545"/>
                  </a:lnTo>
                  <a:lnTo>
                    <a:pt x="2069914" y="703668"/>
                  </a:lnTo>
                  <a:lnTo>
                    <a:pt x="2069891" y="703744"/>
                  </a:lnTo>
                  <a:lnTo>
                    <a:pt x="2069819" y="704082"/>
                  </a:lnTo>
                  <a:lnTo>
                    <a:pt x="2069715" y="704408"/>
                  </a:lnTo>
                  <a:lnTo>
                    <a:pt x="2069705" y="704419"/>
                  </a:lnTo>
                  <a:lnTo>
                    <a:pt x="2069701" y="704424"/>
                  </a:lnTo>
                  <a:lnTo>
                    <a:pt x="2069687" y="704439"/>
                  </a:lnTo>
                  <a:lnTo>
                    <a:pt x="2069659" y="704415"/>
                  </a:lnTo>
                  <a:lnTo>
                    <a:pt x="2069619" y="704380"/>
                  </a:lnTo>
                  <a:lnTo>
                    <a:pt x="2069245" y="704165"/>
                  </a:lnTo>
                  <a:lnTo>
                    <a:pt x="2069004" y="704026"/>
                  </a:lnTo>
                  <a:lnTo>
                    <a:pt x="2068940" y="703994"/>
                  </a:lnTo>
                  <a:lnTo>
                    <a:pt x="2068575" y="703811"/>
                  </a:lnTo>
                  <a:lnTo>
                    <a:pt x="2068565" y="703806"/>
                  </a:lnTo>
                  <a:lnTo>
                    <a:pt x="2068547" y="703797"/>
                  </a:lnTo>
                  <a:lnTo>
                    <a:pt x="2068305" y="703622"/>
                  </a:lnTo>
                  <a:lnTo>
                    <a:pt x="2068291" y="703569"/>
                  </a:lnTo>
                  <a:lnTo>
                    <a:pt x="2068279" y="703524"/>
                  </a:lnTo>
                  <a:lnTo>
                    <a:pt x="2068210" y="703401"/>
                  </a:lnTo>
                  <a:lnTo>
                    <a:pt x="2068203" y="703388"/>
                  </a:lnTo>
                  <a:lnTo>
                    <a:pt x="2067905" y="703155"/>
                  </a:lnTo>
                  <a:lnTo>
                    <a:pt x="2067896" y="703153"/>
                  </a:lnTo>
                  <a:lnTo>
                    <a:pt x="2067699" y="703110"/>
                  </a:lnTo>
                  <a:lnTo>
                    <a:pt x="2067647" y="703099"/>
                  </a:lnTo>
                  <a:lnTo>
                    <a:pt x="2067565" y="703082"/>
                  </a:lnTo>
                  <a:lnTo>
                    <a:pt x="2067552" y="703079"/>
                  </a:lnTo>
                  <a:lnTo>
                    <a:pt x="2067518" y="703072"/>
                  </a:lnTo>
                  <a:lnTo>
                    <a:pt x="2067318" y="703073"/>
                  </a:lnTo>
                  <a:lnTo>
                    <a:pt x="2067269" y="703078"/>
                  </a:lnTo>
                  <a:lnTo>
                    <a:pt x="2066955" y="703267"/>
                  </a:lnTo>
                  <a:lnTo>
                    <a:pt x="2066876" y="703314"/>
                  </a:lnTo>
                  <a:lnTo>
                    <a:pt x="2066881" y="703349"/>
                  </a:lnTo>
                  <a:lnTo>
                    <a:pt x="2066924" y="703690"/>
                  </a:lnTo>
                  <a:lnTo>
                    <a:pt x="2067002" y="703819"/>
                  </a:lnTo>
                  <a:lnTo>
                    <a:pt x="2067067" y="703891"/>
                  </a:lnTo>
                  <a:lnTo>
                    <a:pt x="2067186" y="703960"/>
                  </a:lnTo>
                  <a:lnTo>
                    <a:pt x="2067380" y="703984"/>
                  </a:lnTo>
                  <a:lnTo>
                    <a:pt x="2067499" y="703944"/>
                  </a:lnTo>
                  <a:lnTo>
                    <a:pt x="2067623" y="704309"/>
                  </a:lnTo>
                  <a:lnTo>
                    <a:pt x="2067756" y="704703"/>
                  </a:lnTo>
                  <a:lnTo>
                    <a:pt x="2067824" y="704717"/>
                  </a:lnTo>
                  <a:lnTo>
                    <a:pt x="2067857" y="704724"/>
                  </a:lnTo>
                  <a:lnTo>
                    <a:pt x="2067867" y="704756"/>
                  </a:lnTo>
                  <a:lnTo>
                    <a:pt x="2067942" y="704981"/>
                  </a:lnTo>
                  <a:lnTo>
                    <a:pt x="2067710" y="705129"/>
                  </a:lnTo>
                  <a:lnTo>
                    <a:pt x="2067623" y="705135"/>
                  </a:lnTo>
                  <a:lnTo>
                    <a:pt x="2067605" y="705136"/>
                  </a:lnTo>
                  <a:lnTo>
                    <a:pt x="2067600" y="705124"/>
                  </a:lnTo>
                  <a:lnTo>
                    <a:pt x="2067532" y="704928"/>
                  </a:lnTo>
                  <a:lnTo>
                    <a:pt x="2067423" y="704612"/>
                  </a:lnTo>
                  <a:lnTo>
                    <a:pt x="2067415" y="704591"/>
                  </a:lnTo>
                  <a:lnTo>
                    <a:pt x="2067331" y="704523"/>
                  </a:lnTo>
                  <a:lnTo>
                    <a:pt x="2067127" y="704414"/>
                  </a:lnTo>
                  <a:lnTo>
                    <a:pt x="2067102" y="704401"/>
                  </a:lnTo>
                  <a:lnTo>
                    <a:pt x="2067044" y="704392"/>
                  </a:lnTo>
                  <a:lnTo>
                    <a:pt x="2066905" y="704420"/>
                  </a:lnTo>
                  <a:lnTo>
                    <a:pt x="2066730" y="704482"/>
                  </a:lnTo>
                  <a:lnTo>
                    <a:pt x="2066613" y="704540"/>
                  </a:lnTo>
                  <a:lnTo>
                    <a:pt x="2066557" y="704567"/>
                  </a:lnTo>
                  <a:lnTo>
                    <a:pt x="2066542" y="704566"/>
                  </a:lnTo>
                  <a:lnTo>
                    <a:pt x="2066506" y="704564"/>
                  </a:lnTo>
                  <a:lnTo>
                    <a:pt x="2066444" y="704560"/>
                  </a:lnTo>
                  <a:lnTo>
                    <a:pt x="2066197" y="704505"/>
                  </a:lnTo>
                  <a:lnTo>
                    <a:pt x="2065692" y="704232"/>
                  </a:lnTo>
                  <a:lnTo>
                    <a:pt x="2065668" y="704219"/>
                  </a:lnTo>
                  <a:lnTo>
                    <a:pt x="2065637" y="704202"/>
                  </a:lnTo>
                  <a:lnTo>
                    <a:pt x="2065183" y="704065"/>
                  </a:lnTo>
                  <a:lnTo>
                    <a:pt x="2064745" y="703933"/>
                  </a:lnTo>
                  <a:lnTo>
                    <a:pt x="2064387" y="703843"/>
                  </a:lnTo>
                  <a:lnTo>
                    <a:pt x="2064357" y="703856"/>
                  </a:lnTo>
                  <a:lnTo>
                    <a:pt x="2064372" y="703918"/>
                  </a:lnTo>
                  <a:lnTo>
                    <a:pt x="2064546" y="704320"/>
                  </a:lnTo>
                  <a:lnTo>
                    <a:pt x="2064578" y="704386"/>
                  </a:lnTo>
                  <a:lnTo>
                    <a:pt x="2064684" y="704603"/>
                  </a:lnTo>
                  <a:lnTo>
                    <a:pt x="2064699" y="704617"/>
                  </a:lnTo>
                  <a:lnTo>
                    <a:pt x="2065027" y="704909"/>
                  </a:lnTo>
                  <a:lnTo>
                    <a:pt x="2065320" y="705170"/>
                  </a:lnTo>
                  <a:lnTo>
                    <a:pt x="2065365" y="705198"/>
                  </a:lnTo>
                  <a:lnTo>
                    <a:pt x="2065562" y="705317"/>
                  </a:lnTo>
                  <a:lnTo>
                    <a:pt x="2065771" y="705444"/>
                  </a:lnTo>
                  <a:lnTo>
                    <a:pt x="2065907" y="705526"/>
                  </a:lnTo>
                  <a:lnTo>
                    <a:pt x="2066720" y="706155"/>
                  </a:lnTo>
                  <a:lnTo>
                    <a:pt x="2066663" y="706405"/>
                  </a:lnTo>
                  <a:lnTo>
                    <a:pt x="2066660" y="706490"/>
                  </a:lnTo>
                  <a:lnTo>
                    <a:pt x="2066755" y="707175"/>
                  </a:lnTo>
                  <a:lnTo>
                    <a:pt x="2066869" y="707537"/>
                  </a:lnTo>
                  <a:lnTo>
                    <a:pt x="2066858" y="707548"/>
                  </a:lnTo>
                  <a:lnTo>
                    <a:pt x="2066682" y="707719"/>
                  </a:lnTo>
                  <a:lnTo>
                    <a:pt x="2066444" y="707951"/>
                  </a:lnTo>
                  <a:lnTo>
                    <a:pt x="2066329" y="708025"/>
                  </a:lnTo>
                  <a:lnTo>
                    <a:pt x="2065965" y="708261"/>
                  </a:lnTo>
                  <a:lnTo>
                    <a:pt x="2065860" y="708329"/>
                  </a:lnTo>
                  <a:lnTo>
                    <a:pt x="2065401" y="708670"/>
                  </a:lnTo>
                  <a:lnTo>
                    <a:pt x="2065395" y="708673"/>
                  </a:lnTo>
                  <a:lnTo>
                    <a:pt x="2065252" y="708733"/>
                  </a:lnTo>
                  <a:lnTo>
                    <a:pt x="2064781" y="708503"/>
                  </a:lnTo>
                  <a:lnTo>
                    <a:pt x="2064552" y="708364"/>
                  </a:lnTo>
                  <a:lnTo>
                    <a:pt x="2064541" y="708367"/>
                  </a:lnTo>
                  <a:lnTo>
                    <a:pt x="2064417" y="708406"/>
                  </a:lnTo>
                  <a:lnTo>
                    <a:pt x="2064409" y="708408"/>
                  </a:lnTo>
                  <a:lnTo>
                    <a:pt x="2064224" y="708336"/>
                  </a:lnTo>
                  <a:lnTo>
                    <a:pt x="2064216" y="708333"/>
                  </a:lnTo>
                  <a:lnTo>
                    <a:pt x="2064177" y="708318"/>
                  </a:lnTo>
                  <a:lnTo>
                    <a:pt x="2064128" y="708291"/>
                  </a:lnTo>
                  <a:lnTo>
                    <a:pt x="2064121" y="708285"/>
                  </a:lnTo>
                  <a:lnTo>
                    <a:pt x="2064011" y="708182"/>
                  </a:lnTo>
                  <a:lnTo>
                    <a:pt x="2063999" y="708170"/>
                  </a:lnTo>
                  <a:lnTo>
                    <a:pt x="2063864" y="708018"/>
                  </a:lnTo>
                  <a:lnTo>
                    <a:pt x="2063858" y="708011"/>
                  </a:lnTo>
                  <a:lnTo>
                    <a:pt x="2063848" y="707976"/>
                  </a:lnTo>
                  <a:lnTo>
                    <a:pt x="2063852" y="707971"/>
                  </a:lnTo>
                  <a:lnTo>
                    <a:pt x="2063874" y="707943"/>
                  </a:lnTo>
                  <a:lnTo>
                    <a:pt x="2063898" y="707911"/>
                  </a:lnTo>
                  <a:lnTo>
                    <a:pt x="2063923" y="707877"/>
                  </a:lnTo>
                  <a:lnTo>
                    <a:pt x="2063930" y="707868"/>
                  </a:lnTo>
                  <a:lnTo>
                    <a:pt x="2063955" y="707865"/>
                  </a:lnTo>
                  <a:lnTo>
                    <a:pt x="2064074" y="707850"/>
                  </a:lnTo>
                  <a:lnTo>
                    <a:pt x="2064210" y="707833"/>
                  </a:lnTo>
                  <a:lnTo>
                    <a:pt x="2064226" y="707831"/>
                  </a:lnTo>
                  <a:lnTo>
                    <a:pt x="2064297" y="707808"/>
                  </a:lnTo>
                  <a:lnTo>
                    <a:pt x="2064341" y="707737"/>
                  </a:lnTo>
                  <a:lnTo>
                    <a:pt x="2064332" y="707720"/>
                  </a:lnTo>
                  <a:lnTo>
                    <a:pt x="2064150" y="707402"/>
                  </a:lnTo>
                  <a:lnTo>
                    <a:pt x="2064113" y="707371"/>
                  </a:lnTo>
                  <a:lnTo>
                    <a:pt x="2064105" y="707365"/>
                  </a:lnTo>
                  <a:lnTo>
                    <a:pt x="2064069" y="707335"/>
                  </a:lnTo>
                  <a:lnTo>
                    <a:pt x="2064061" y="707328"/>
                  </a:lnTo>
                  <a:lnTo>
                    <a:pt x="2064014" y="707289"/>
                  </a:lnTo>
                  <a:lnTo>
                    <a:pt x="2063976" y="707285"/>
                  </a:lnTo>
                  <a:lnTo>
                    <a:pt x="2063942" y="707282"/>
                  </a:lnTo>
                  <a:lnTo>
                    <a:pt x="2063906" y="707278"/>
                  </a:lnTo>
                  <a:lnTo>
                    <a:pt x="2063785" y="707267"/>
                  </a:lnTo>
                  <a:lnTo>
                    <a:pt x="2063735" y="707262"/>
                  </a:lnTo>
                  <a:lnTo>
                    <a:pt x="2063701" y="707331"/>
                  </a:lnTo>
                  <a:lnTo>
                    <a:pt x="2063614" y="707381"/>
                  </a:lnTo>
                  <a:lnTo>
                    <a:pt x="2063239" y="707474"/>
                  </a:lnTo>
                  <a:lnTo>
                    <a:pt x="2063159" y="707441"/>
                  </a:lnTo>
                  <a:lnTo>
                    <a:pt x="2063105" y="707418"/>
                  </a:lnTo>
                  <a:lnTo>
                    <a:pt x="2063065" y="707363"/>
                  </a:lnTo>
                  <a:lnTo>
                    <a:pt x="2063031" y="707314"/>
                  </a:lnTo>
                  <a:lnTo>
                    <a:pt x="2063135" y="707254"/>
                  </a:lnTo>
                  <a:lnTo>
                    <a:pt x="2063251" y="707144"/>
                  </a:lnTo>
                  <a:lnTo>
                    <a:pt x="2063068" y="706945"/>
                  </a:lnTo>
                  <a:lnTo>
                    <a:pt x="2062960" y="706829"/>
                  </a:lnTo>
                  <a:lnTo>
                    <a:pt x="2062893" y="706755"/>
                  </a:lnTo>
                  <a:lnTo>
                    <a:pt x="2062716" y="706114"/>
                  </a:lnTo>
                  <a:lnTo>
                    <a:pt x="2062712" y="706101"/>
                  </a:lnTo>
                  <a:lnTo>
                    <a:pt x="2062700" y="706052"/>
                  </a:lnTo>
                  <a:lnTo>
                    <a:pt x="2062728" y="705952"/>
                  </a:lnTo>
                  <a:lnTo>
                    <a:pt x="2062704" y="705882"/>
                  </a:lnTo>
                  <a:lnTo>
                    <a:pt x="2062696" y="705857"/>
                  </a:lnTo>
                  <a:lnTo>
                    <a:pt x="2062545" y="705669"/>
                  </a:lnTo>
                  <a:lnTo>
                    <a:pt x="2062310" y="705239"/>
                  </a:lnTo>
                  <a:lnTo>
                    <a:pt x="2062329" y="705142"/>
                  </a:lnTo>
                  <a:lnTo>
                    <a:pt x="2062333" y="705123"/>
                  </a:lnTo>
                  <a:lnTo>
                    <a:pt x="2062337" y="705101"/>
                  </a:lnTo>
                  <a:lnTo>
                    <a:pt x="2062339" y="705088"/>
                  </a:lnTo>
                  <a:lnTo>
                    <a:pt x="2062344" y="705063"/>
                  </a:lnTo>
                  <a:lnTo>
                    <a:pt x="2062337" y="704962"/>
                  </a:lnTo>
                  <a:lnTo>
                    <a:pt x="2062293" y="704932"/>
                  </a:lnTo>
                  <a:lnTo>
                    <a:pt x="2062193" y="704890"/>
                  </a:lnTo>
                  <a:lnTo>
                    <a:pt x="2062093" y="704849"/>
                  </a:lnTo>
                  <a:lnTo>
                    <a:pt x="2062052" y="704832"/>
                  </a:lnTo>
                  <a:lnTo>
                    <a:pt x="2062041" y="704827"/>
                  </a:lnTo>
                  <a:lnTo>
                    <a:pt x="2061871" y="704756"/>
                  </a:lnTo>
                  <a:lnTo>
                    <a:pt x="2061817" y="704734"/>
                  </a:lnTo>
                  <a:lnTo>
                    <a:pt x="2061803" y="704731"/>
                  </a:lnTo>
                  <a:lnTo>
                    <a:pt x="2061582" y="704687"/>
                  </a:lnTo>
                  <a:lnTo>
                    <a:pt x="2061560" y="704683"/>
                  </a:lnTo>
                  <a:lnTo>
                    <a:pt x="2061485" y="704668"/>
                  </a:lnTo>
                  <a:lnTo>
                    <a:pt x="2061409" y="704653"/>
                  </a:lnTo>
                  <a:lnTo>
                    <a:pt x="2061396" y="704651"/>
                  </a:lnTo>
                  <a:lnTo>
                    <a:pt x="2061389" y="704649"/>
                  </a:lnTo>
                  <a:lnTo>
                    <a:pt x="2061364" y="704615"/>
                  </a:lnTo>
                  <a:lnTo>
                    <a:pt x="2061348" y="704560"/>
                  </a:lnTo>
                  <a:lnTo>
                    <a:pt x="2061333" y="704506"/>
                  </a:lnTo>
                  <a:lnTo>
                    <a:pt x="2061322" y="704495"/>
                  </a:lnTo>
                  <a:lnTo>
                    <a:pt x="2061295" y="704466"/>
                  </a:lnTo>
                  <a:lnTo>
                    <a:pt x="2061263" y="704453"/>
                  </a:lnTo>
                  <a:lnTo>
                    <a:pt x="2061100" y="704385"/>
                  </a:lnTo>
                  <a:lnTo>
                    <a:pt x="2061078" y="704384"/>
                  </a:lnTo>
                  <a:lnTo>
                    <a:pt x="2060954" y="704457"/>
                  </a:lnTo>
                  <a:lnTo>
                    <a:pt x="2060837" y="704501"/>
                  </a:lnTo>
                  <a:lnTo>
                    <a:pt x="2060451" y="704532"/>
                  </a:lnTo>
                  <a:lnTo>
                    <a:pt x="2060336" y="704494"/>
                  </a:lnTo>
                  <a:lnTo>
                    <a:pt x="2060299" y="704470"/>
                  </a:lnTo>
                  <a:lnTo>
                    <a:pt x="2060027" y="704294"/>
                  </a:lnTo>
                  <a:lnTo>
                    <a:pt x="2059981" y="704239"/>
                  </a:lnTo>
                  <a:lnTo>
                    <a:pt x="2059983" y="704221"/>
                  </a:lnTo>
                  <a:lnTo>
                    <a:pt x="2059843" y="704167"/>
                  </a:lnTo>
                  <a:lnTo>
                    <a:pt x="2059689" y="704147"/>
                  </a:lnTo>
                  <a:lnTo>
                    <a:pt x="2059503" y="704173"/>
                  </a:lnTo>
                  <a:lnTo>
                    <a:pt x="2059397" y="704213"/>
                  </a:lnTo>
                  <a:lnTo>
                    <a:pt x="2059352" y="704230"/>
                  </a:lnTo>
                  <a:lnTo>
                    <a:pt x="2059340" y="704240"/>
                  </a:lnTo>
                  <a:lnTo>
                    <a:pt x="2059324" y="704253"/>
                  </a:lnTo>
                  <a:lnTo>
                    <a:pt x="2059289" y="704324"/>
                  </a:lnTo>
                  <a:lnTo>
                    <a:pt x="2059222" y="704456"/>
                  </a:lnTo>
                  <a:lnTo>
                    <a:pt x="2059218" y="704498"/>
                  </a:lnTo>
                  <a:lnTo>
                    <a:pt x="2059215" y="704523"/>
                  </a:lnTo>
                  <a:lnTo>
                    <a:pt x="2059214" y="704536"/>
                  </a:lnTo>
                  <a:lnTo>
                    <a:pt x="2059353" y="704633"/>
                  </a:lnTo>
                  <a:lnTo>
                    <a:pt x="2059500" y="704579"/>
                  </a:lnTo>
                  <a:lnTo>
                    <a:pt x="2059509" y="704576"/>
                  </a:lnTo>
                  <a:lnTo>
                    <a:pt x="2059599" y="704543"/>
                  </a:lnTo>
                  <a:lnTo>
                    <a:pt x="2059621" y="704535"/>
                  </a:lnTo>
                  <a:lnTo>
                    <a:pt x="2059736" y="704493"/>
                  </a:lnTo>
                  <a:lnTo>
                    <a:pt x="2059762" y="704483"/>
                  </a:lnTo>
                  <a:lnTo>
                    <a:pt x="2059770" y="704481"/>
                  </a:lnTo>
                  <a:lnTo>
                    <a:pt x="2059895" y="704435"/>
                  </a:lnTo>
                  <a:lnTo>
                    <a:pt x="2060152" y="704724"/>
                  </a:lnTo>
                  <a:lnTo>
                    <a:pt x="2060187" y="704763"/>
                  </a:lnTo>
                  <a:lnTo>
                    <a:pt x="2060379" y="705053"/>
                  </a:lnTo>
                  <a:lnTo>
                    <a:pt x="2060419" y="705114"/>
                  </a:lnTo>
                  <a:lnTo>
                    <a:pt x="2060525" y="705274"/>
                  </a:lnTo>
                  <a:lnTo>
                    <a:pt x="2060209" y="705559"/>
                  </a:lnTo>
                  <a:lnTo>
                    <a:pt x="2060187" y="705578"/>
                  </a:lnTo>
                  <a:lnTo>
                    <a:pt x="2060125" y="705618"/>
                  </a:lnTo>
                  <a:lnTo>
                    <a:pt x="2060038" y="705674"/>
                  </a:lnTo>
                  <a:lnTo>
                    <a:pt x="2059712" y="705838"/>
                  </a:lnTo>
                  <a:lnTo>
                    <a:pt x="2059423" y="705835"/>
                  </a:lnTo>
                  <a:lnTo>
                    <a:pt x="2059390" y="705834"/>
                  </a:lnTo>
                  <a:lnTo>
                    <a:pt x="2059228" y="705833"/>
                  </a:lnTo>
                  <a:lnTo>
                    <a:pt x="2059224" y="705833"/>
                  </a:lnTo>
                  <a:lnTo>
                    <a:pt x="2059183" y="705832"/>
                  </a:lnTo>
                  <a:lnTo>
                    <a:pt x="2058815" y="705796"/>
                  </a:lnTo>
                  <a:lnTo>
                    <a:pt x="2058756" y="705706"/>
                  </a:lnTo>
                  <a:lnTo>
                    <a:pt x="2058837" y="705610"/>
                  </a:lnTo>
                  <a:lnTo>
                    <a:pt x="2058846" y="705600"/>
                  </a:lnTo>
                  <a:lnTo>
                    <a:pt x="2058877" y="705563"/>
                  </a:lnTo>
                  <a:lnTo>
                    <a:pt x="2058978" y="705346"/>
                  </a:lnTo>
                  <a:lnTo>
                    <a:pt x="2058981" y="705340"/>
                  </a:lnTo>
                  <a:lnTo>
                    <a:pt x="2058996" y="705308"/>
                  </a:lnTo>
                  <a:lnTo>
                    <a:pt x="2058978" y="705283"/>
                  </a:lnTo>
                  <a:lnTo>
                    <a:pt x="2058906" y="705184"/>
                  </a:lnTo>
                  <a:lnTo>
                    <a:pt x="2058900" y="705183"/>
                  </a:lnTo>
                  <a:lnTo>
                    <a:pt x="2058292" y="705015"/>
                  </a:lnTo>
                  <a:lnTo>
                    <a:pt x="2057694" y="705131"/>
                  </a:lnTo>
                  <a:lnTo>
                    <a:pt x="2057680" y="705134"/>
                  </a:lnTo>
                  <a:lnTo>
                    <a:pt x="2057681" y="705432"/>
                  </a:lnTo>
                  <a:lnTo>
                    <a:pt x="2057667" y="705495"/>
                  </a:lnTo>
                  <a:lnTo>
                    <a:pt x="2057581" y="705527"/>
                  </a:lnTo>
                  <a:lnTo>
                    <a:pt x="2057556" y="705523"/>
                  </a:lnTo>
                  <a:lnTo>
                    <a:pt x="2057453" y="705506"/>
                  </a:lnTo>
                  <a:lnTo>
                    <a:pt x="2057428" y="705440"/>
                  </a:lnTo>
                  <a:lnTo>
                    <a:pt x="2057379" y="705312"/>
                  </a:lnTo>
                  <a:lnTo>
                    <a:pt x="2057363" y="705271"/>
                  </a:lnTo>
                  <a:lnTo>
                    <a:pt x="2057124" y="705099"/>
                  </a:lnTo>
                  <a:lnTo>
                    <a:pt x="2057112" y="705100"/>
                  </a:lnTo>
                  <a:lnTo>
                    <a:pt x="2056992" y="705110"/>
                  </a:lnTo>
                  <a:lnTo>
                    <a:pt x="2056937" y="705122"/>
                  </a:lnTo>
                  <a:lnTo>
                    <a:pt x="2056613" y="705197"/>
                  </a:lnTo>
                  <a:lnTo>
                    <a:pt x="2055786" y="705751"/>
                  </a:lnTo>
                  <a:lnTo>
                    <a:pt x="2055746" y="705867"/>
                  </a:lnTo>
                  <a:lnTo>
                    <a:pt x="2055816" y="705878"/>
                  </a:lnTo>
                  <a:lnTo>
                    <a:pt x="2055886" y="705889"/>
                  </a:lnTo>
                  <a:lnTo>
                    <a:pt x="2055927" y="705895"/>
                  </a:lnTo>
                  <a:lnTo>
                    <a:pt x="2056070" y="705917"/>
                  </a:lnTo>
                  <a:lnTo>
                    <a:pt x="2056102" y="705922"/>
                  </a:lnTo>
                  <a:lnTo>
                    <a:pt x="2056124" y="705925"/>
                  </a:lnTo>
                  <a:lnTo>
                    <a:pt x="2056129" y="705926"/>
                  </a:lnTo>
                  <a:lnTo>
                    <a:pt x="2056545" y="705966"/>
                  </a:lnTo>
                  <a:lnTo>
                    <a:pt x="2056809" y="706168"/>
                  </a:lnTo>
                  <a:lnTo>
                    <a:pt x="2056831" y="706184"/>
                  </a:lnTo>
                  <a:lnTo>
                    <a:pt x="2056821" y="706355"/>
                  </a:lnTo>
                  <a:lnTo>
                    <a:pt x="2056770" y="706428"/>
                  </a:lnTo>
                  <a:lnTo>
                    <a:pt x="2056752" y="706585"/>
                  </a:lnTo>
                  <a:lnTo>
                    <a:pt x="2056758" y="706672"/>
                  </a:lnTo>
                  <a:lnTo>
                    <a:pt x="2056979" y="706933"/>
                  </a:lnTo>
                  <a:lnTo>
                    <a:pt x="2056844" y="707169"/>
                  </a:lnTo>
                  <a:lnTo>
                    <a:pt x="2056760" y="707244"/>
                  </a:lnTo>
                  <a:lnTo>
                    <a:pt x="2056676" y="707319"/>
                  </a:lnTo>
                  <a:lnTo>
                    <a:pt x="2056372" y="707591"/>
                  </a:lnTo>
                  <a:lnTo>
                    <a:pt x="2056368" y="707595"/>
                  </a:lnTo>
                  <a:lnTo>
                    <a:pt x="2056073" y="707808"/>
                  </a:lnTo>
                  <a:lnTo>
                    <a:pt x="2056033" y="707646"/>
                  </a:lnTo>
                  <a:lnTo>
                    <a:pt x="2055912" y="707664"/>
                  </a:lnTo>
                  <a:lnTo>
                    <a:pt x="2055889" y="707668"/>
                  </a:lnTo>
                  <a:lnTo>
                    <a:pt x="2055565" y="707790"/>
                  </a:lnTo>
                  <a:lnTo>
                    <a:pt x="2055512" y="707810"/>
                  </a:lnTo>
                  <a:lnTo>
                    <a:pt x="2055404" y="707865"/>
                  </a:lnTo>
                  <a:lnTo>
                    <a:pt x="2055260" y="708013"/>
                  </a:lnTo>
                  <a:lnTo>
                    <a:pt x="2055116" y="708160"/>
                  </a:lnTo>
                  <a:lnTo>
                    <a:pt x="2055075" y="708204"/>
                  </a:lnTo>
                  <a:lnTo>
                    <a:pt x="2054695" y="708346"/>
                  </a:lnTo>
                  <a:lnTo>
                    <a:pt x="2054665" y="708358"/>
                  </a:lnTo>
                  <a:lnTo>
                    <a:pt x="2054673" y="708383"/>
                  </a:lnTo>
                  <a:lnTo>
                    <a:pt x="2054678" y="708396"/>
                  </a:lnTo>
                  <a:lnTo>
                    <a:pt x="2054738" y="708576"/>
                  </a:lnTo>
                  <a:lnTo>
                    <a:pt x="2054762" y="708650"/>
                  </a:lnTo>
                  <a:lnTo>
                    <a:pt x="2054788" y="708729"/>
                  </a:lnTo>
                  <a:lnTo>
                    <a:pt x="2054863" y="708953"/>
                  </a:lnTo>
                  <a:lnTo>
                    <a:pt x="2054893" y="709044"/>
                  </a:lnTo>
                  <a:lnTo>
                    <a:pt x="2054903" y="709074"/>
                  </a:lnTo>
                  <a:lnTo>
                    <a:pt x="2054498" y="709194"/>
                  </a:lnTo>
                  <a:lnTo>
                    <a:pt x="2054507" y="709216"/>
                  </a:lnTo>
                  <a:lnTo>
                    <a:pt x="2054525" y="709257"/>
                  </a:lnTo>
                  <a:lnTo>
                    <a:pt x="2054554" y="709324"/>
                  </a:lnTo>
                  <a:lnTo>
                    <a:pt x="2054709" y="709457"/>
                  </a:lnTo>
                  <a:lnTo>
                    <a:pt x="2054811" y="709430"/>
                  </a:lnTo>
                  <a:lnTo>
                    <a:pt x="2054826" y="709426"/>
                  </a:lnTo>
                  <a:lnTo>
                    <a:pt x="2054952" y="709393"/>
                  </a:lnTo>
                  <a:lnTo>
                    <a:pt x="2055139" y="709309"/>
                  </a:lnTo>
                  <a:lnTo>
                    <a:pt x="2055217" y="709214"/>
                  </a:lnTo>
                  <a:lnTo>
                    <a:pt x="2055270" y="709149"/>
                  </a:lnTo>
                  <a:lnTo>
                    <a:pt x="2055415" y="709041"/>
                  </a:lnTo>
                  <a:lnTo>
                    <a:pt x="2056015" y="708752"/>
                  </a:lnTo>
                  <a:lnTo>
                    <a:pt x="2056159" y="708846"/>
                  </a:lnTo>
                  <a:lnTo>
                    <a:pt x="2056213" y="708882"/>
                  </a:lnTo>
                  <a:lnTo>
                    <a:pt x="2056011" y="709117"/>
                  </a:lnTo>
                  <a:lnTo>
                    <a:pt x="2055985" y="709234"/>
                  </a:lnTo>
                  <a:lnTo>
                    <a:pt x="2055980" y="709257"/>
                  </a:lnTo>
                  <a:lnTo>
                    <a:pt x="2055989" y="709269"/>
                  </a:lnTo>
                  <a:lnTo>
                    <a:pt x="2056023" y="709316"/>
                  </a:lnTo>
                  <a:lnTo>
                    <a:pt x="2056035" y="709333"/>
                  </a:lnTo>
                  <a:lnTo>
                    <a:pt x="2056052" y="709333"/>
                  </a:lnTo>
                  <a:lnTo>
                    <a:pt x="2056625" y="709346"/>
                  </a:lnTo>
                  <a:lnTo>
                    <a:pt x="2056732" y="709299"/>
                  </a:lnTo>
                  <a:lnTo>
                    <a:pt x="2056970" y="709194"/>
                  </a:lnTo>
                  <a:lnTo>
                    <a:pt x="2057049" y="709200"/>
                  </a:lnTo>
                  <a:lnTo>
                    <a:pt x="2057061" y="709201"/>
                  </a:lnTo>
                  <a:lnTo>
                    <a:pt x="2057303" y="709221"/>
                  </a:lnTo>
                  <a:lnTo>
                    <a:pt x="2057314" y="709243"/>
                  </a:lnTo>
                  <a:lnTo>
                    <a:pt x="2057376" y="709381"/>
                  </a:lnTo>
                  <a:lnTo>
                    <a:pt x="2057550" y="709460"/>
                  </a:lnTo>
                  <a:lnTo>
                    <a:pt x="2057597" y="709476"/>
                  </a:lnTo>
                  <a:lnTo>
                    <a:pt x="2057679" y="709503"/>
                  </a:lnTo>
                  <a:lnTo>
                    <a:pt x="2057982" y="709605"/>
                  </a:lnTo>
                  <a:lnTo>
                    <a:pt x="2058062" y="709631"/>
                  </a:lnTo>
                  <a:lnTo>
                    <a:pt x="2058302" y="709711"/>
                  </a:lnTo>
                  <a:lnTo>
                    <a:pt x="2058329" y="709720"/>
                  </a:lnTo>
                  <a:lnTo>
                    <a:pt x="2059024" y="709932"/>
                  </a:lnTo>
                  <a:lnTo>
                    <a:pt x="2059088" y="709964"/>
                  </a:lnTo>
                  <a:lnTo>
                    <a:pt x="2059149" y="710037"/>
                  </a:lnTo>
                  <a:lnTo>
                    <a:pt x="2059158" y="710133"/>
                  </a:lnTo>
                  <a:lnTo>
                    <a:pt x="2059203" y="710601"/>
                  </a:lnTo>
                  <a:lnTo>
                    <a:pt x="2059199" y="710619"/>
                  </a:lnTo>
                  <a:lnTo>
                    <a:pt x="2059192" y="710653"/>
                  </a:lnTo>
                  <a:lnTo>
                    <a:pt x="2059180" y="710705"/>
                  </a:lnTo>
                  <a:lnTo>
                    <a:pt x="2059144" y="710771"/>
                  </a:lnTo>
                  <a:lnTo>
                    <a:pt x="2059137" y="710783"/>
                  </a:lnTo>
                  <a:lnTo>
                    <a:pt x="2059062" y="710920"/>
                  </a:lnTo>
                  <a:lnTo>
                    <a:pt x="2059055" y="710932"/>
                  </a:lnTo>
                  <a:lnTo>
                    <a:pt x="2059037" y="710955"/>
                  </a:lnTo>
                  <a:lnTo>
                    <a:pt x="2059011" y="710987"/>
                  </a:lnTo>
                  <a:lnTo>
                    <a:pt x="2058952" y="711062"/>
                  </a:lnTo>
                  <a:lnTo>
                    <a:pt x="2058858" y="711181"/>
                  </a:lnTo>
                  <a:lnTo>
                    <a:pt x="2058838" y="711217"/>
                  </a:lnTo>
                  <a:lnTo>
                    <a:pt x="2058816" y="711258"/>
                  </a:lnTo>
                  <a:lnTo>
                    <a:pt x="2058798" y="711291"/>
                  </a:lnTo>
                  <a:lnTo>
                    <a:pt x="2058767" y="711348"/>
                  </a:lnTo>
                  <a:lnTo>
                    <a:pt x="2058727" y="711421"/>
                  </a:lnTo>
                  <a:lnTo>
                    <a:pt x="2058724" y="711427"/>
                  </a:lnTo>
                  <a:lnTo>
                    <a:pt x="2058737" y="711587"/>
                  </a:lnTo>
                  <a:lnTo>
                    <a:pt x="2058780" y="711596"/>
                  </a:lnTo>
                  <a:lnTo>
                    <a:pt x="2058797" y="711674"/>
                  </a:lnTo>
                  <a:lnTo>
                    <a:pt x="2058792" y="711693"/>
                  </a:lnTo>
                  <a:lnTo>
                    <a:pt x="2058772" y="711769"/>
                  </a:lnTo>
                  <a:lnTo>
                    <a:pt x="2058662" y="711996"/>
                  </a:lnTo>
                  <a:lnTo>
                    <a:pt x="2058598" y="712092"/>
                  </a:lnTo>
                  <a:lnTo>
                    <a:pt x="2058585" y="712111"/>
                  </a:lnTo>
                  <a:lnTo>
                    <a:pt x="2058328" y="712402"/>
                  </a:lnTo>
                  <a:lnTo>
                    <a:pt x="2058308" y="712419"/>
                  </a:lnTo>
                  <a:lnTo>
                    <a:pt x="2058183" y="712524"/>
                  </a:lnTo>
                  <a:lnTo>
                    <a:pt x="2058166" y="712533"/>
                  </a:lnTo>
                  <a:lnTo>
                    <a:pt x="2058120" y="712557"/>
                  </a:lnTo>
                  <a:lnTo>
                    <a:pt x="2058058" y="712576"/>
                  </a:lnTo>
                  <a:lnTo>
                    <a:pt x="2058029" y="712569"/>
                  </a:lnTo>
                  <a:lnTo>
                    <a:pt x="2058037" y="712542"/>
                  </a:lnTo>
                  <a:lnTo>
                    <a:pt x="2058054" y="712488"/>
                  </a:lnTo>
                  <a:lnTo>
                    <a:pt x="2058057" y="712479"/>
                  </a:lnTo>
                  <a:lnTo>
                    <a:pt x="2058009" y="712411"/>
                  </a:lnTo>
                  <a:lnTo>
                    <a:pt x="2057996" y="712392"/>
                  </a:lnTo>
                  <a:lnTo>
                    <a:pt x="2057981" y="712370"/>
                  </a:lnTo>
                  <a:lnTo>
                    <a:pt x="2057825" y="712146"/>
                  </a:lnTo>
                  <a:lnTo>
                    <a:pt x="2057819" y="712138"/>
                  </a:lnTo>
                  <a:lnTo>
                    <a:pt x="2057623" y="711985"/>
                  </a:lnTo>
                  <a:lnTo>
                    <a:pt x="2057596" y="711964"/>
                  </a:lnTo>
                  <a:lnTo>
                    <a:pt x="2057525" y="711960"/>
                  </a:lnTo>
                  <a:lnTo>
                    <a:pt x="2057253" y="711946"/>
                  </a:lnTo>
                  <a:lnTo>
                    <a:pt x="2057225" y="711981"/>
                  </a:lnTo>
                  <a:lnTo>
                    <a:pt x="2057221" y="711986"/>
                  </a:lnTo>
                  <a:lnTo>
                    <a:pt x="2057203" y="712009"/>
                  </a:lnTo>
                  <a:lnTo>
                    <a:pt x="2057182" y="712036"/>
                  </a:lnTo>
                  <a:lnTo>
                    <a:pt x="2057183" y="712054"/>
                  </a:lnTo>
                  <a:lnTo>
                    <a:pt x="2057184" y="712078"/>
                  </a:lnTo>
                  <a:lnTo>
                    <a:pt x="2057247" y="712167"/>
                  </a:lnTo>
                  <a:lnTo>
                    <a:pt x="2057278" y="712186"/>
                  </a:lnTo>
                  <a:lnTo>
                    <a:pt x="2057320" y="712195"/>
                  </a:lnTo>
                  <a:lnTo>
                    <a:pt x="2057329" y="712181"/>
                  </a:lnTo>
                  <a:lnTo>
                    <a:pt x="2057361" y="712198"/>
                  </a:lnTo>
                  <a:lnTo>
                    <a:pt x="2057373" y="712243"/>
                  </a:lnTo>
                  <a:lnTo>
                    <a:pt x="2057407" y="712369"/>
                  </a:lnTo>
                  <a:lnTo>
                    <a:pt x="2057363" y="712426"/>
                  </a:lnTo>
                  <a:lnTo>
                    <a:pt x="2057324" y="712477"/>
                  </a:lnTo>
                  <a:lnTo>
                    <a:pt x="2057310" y="712496"/>
                  </a:lnTo>
                  <a:lnTo>
                    <a:pt x="2057254" y="712569"/>
                  </a:lnTo>
                  <a:lnTo>
                    <a:pt x="2057224" y="712589"/>
                  </a:lnTo>
                  <a:lnTo>
                    <a:pt x="2057207" y="712583"/>
                  </a:lnTo>
                  <a:lnTo>
                    <a:pt x="2057157" y="712568"/>
                  </a:lnTo>
                  <a:lnTo>
                    <a:pt x="2057084" y="712546"/>
                  </a:lnTo>
                  <a:lnTo>
                    <a:pt x="2057070" y="712547"/>
                  </a:lnTo>
                  <a:lnTo>
                    <a:pt x="2056902" y="712558"/>
                  </a:lnTo>
                  <a:lnTo>
                    <a:pt x="2056824" y="712563"/>
                  </a:lnTo>
                  <a:lnTo>
                    <a:pt x="2056719" y="712599"/>
                  </a:lnTo>
                  <a:lnTo>
                    <a:pt x="2056690" y="712609"/>
                  </a:lnTo>
                  <a:lnTo>
                    <a:pt x="2056638" y="712639"/>
                  </a:lnTo>
                  <a:lnTo>
                    <a:pt x="2056616" y="712652"/>
                  </a:lnTo>
                  <a:lnTo>
                    <a:pt x="2056611" y="712667"/>
                  </a:lnTo>
                  <a:lnTo>
                    <a:pt x="2056604" y="712690"/>
                  </a:lnTo>
                  <a:lnTo>
                    <a:pt x="2056510" y="712700"/>
                  </a:lnTo>
                  <a:lnTo>
                    <a:pt x="2056505" y="712701"/>
                  </a:lnTo>
                  <a:lnTo>
                    <a:pt x="2056108" y="712607"/>
                  </a:lnTo>
                  <a:lnTo>
                    <a:pt x="2055441" y="712555"/>
                  </a:lnTo>
                  <a:lnTo>
                    <a:pt x="2055133" y="712559"/>
                  </a:lnTo>
                  <a:lnTo>
                    <a:pt x="2055009" y="712561"/>
                  </a:lnTo>
                  <a:lnTo>
                    <a:pt x="2054861" y="712582"/>
                  </a:lnTo>
                  <a:lnTo>
                    <a:pt x="2054833" y="712586"/>
                  </a:lnTo>
                  <a:lnTo>
                    <a:pt x="2054732" y="712556"/>
                  </a:lnTo>
                  <a:lnTo>
                    <a:pt x="2054725" y="712554"/>
                  </a:lnTo>
                  <a:lnTo>
                    <a:pt x="2054722" y="712545"/>
                  </a:lnTo>
                  <a:lnTo>
                    <a:pt x="2054716" y="712527"/>
                  </a:lnTo>
                  <a:lnTo>
                    <a:pt x="2054691" y="712448"/>
                  </a:lnTo>
                  <a:lnTo>
                    <a:pt x="2054689" y="712443"/>
                  </a:lnTo>
                  <a:lnTo>
                    <a:pt x="2054601" y="712382"/>
                  </a:lnTo>
                  <a:lnTo>
                    <a:pt x="2054423" y="712259"/>
                  </a:lnTo>
                  <a:lnTo>
                    <a:pt x="2054317" y="712186"/>
                  </a:lnTo>
                  <a:lnTo>
                    <a:pt x="2054199" y="712138"/>
                  </a:lnTo>
                  <a:lnTo>
                    <a:pt x="2054155" y="712127"/>
                  </a:lnTo>
                  <a:lnTo>
                    <a:pt x="2053957" y="712082"/>
                  </a:lnTo>
                  <a:lnTo>
                    <a:pt x="2053869" y="712062"/>
                  </a:lnTo>
                  <a:lnTo>
                    <a:pt x="2053795" y="712045"/>
                  </a:lnTo>
                  <a:lnTo>
                    <a:pt x="2053599" y="712000"/>
                  </a:lnTo>
                  <a:lnTo>
                    <a:pt x="2053337" y="711940"/>
                  </a:lnTo>
                  <a:lnTo>
                    <a:pt x="2053288" y="711928"/>
                  </a:lnTo>
                  <a:lnTo>
                    <a:pt x="2053259" y="711928"/>
                  </a:lnTo>
                  <a:lnTo>
                    <a:pt x="2052898" y="711930"/>
                  </a:lnTo>
                  <a:lnTo>
                    <a:pt x="2052809" y="711932"/>
                  </a:lnTo>
                  <a:lnTo>
                    <a:pt x="2052689" y="711934"/>
                  </a:lnTo>
                  <a:lnTo>
                    <a:pt x="2052578" y="711951"/>
                  </a:lnTo>
                  <a:lnTo>
                    <a:pt x="2052469" y="712016"/>
                  </a:lnTo>
                  <a:lnTo>
                    <a:pt x="2052461" y="712029"/>
                  </a:lnTo>
                  <a:lnTo>
                    <a:pt x="2052308" y="712283"/>
                  </a:lnTo>
                  <a:lnTo>
                    <a:pt x="2052258" y="712448"/>
                  </a:lnTo>
                  <a:lnTo>
                    <a:pt x="2051945" y="712772"/>
                  </a:lnTo>
                  <a:lnTo>
                    <a:pt x="2051909" y="712810"/>
                  </a:lnTo>
                  <a:lnTo>
                    <a:pt x="2051881" y="712839"/>
                  </a:lnTo>
                  <a:lnTo>
                    <a:pt x="2051770" y="712954"/>
                  </a:lnTo>
                  <a:lnTo>
                    <a:pt x="2051669" y="713059"/>
                  </a:lnTo>
                  <a:lnTo>
                    <a:pt x="2051659" y="713069"/>
                  </a:lnTo>
                  <a:lnTo>
                    <a:pt x="2051620" y="713088"/>
                  </a:lnTo>
                  <a:lnTo>
                    <a:pt x="2051423" y="713123"/>
                  </a:lnTo>
                  <a:lnTo>
                    <a:pt x="2051274" y="713150"/>
                  </a:lnTo>
                  <a:lnTo>
                    <a:pt x="2051257" y="713153"/>
                  </a:lnTo>
                  <a:lnTo>
                    <a:pt x="2051186" y="713204"/>
                  </a:lnTo>
                  <a:lnTo>
                    <a:pt x="2050917" y="713400"/>
                  </a:lnTo>
                  <a:lnTo>
                    <a:pt x="2050913" y="713403"/>
                  </a:lnTo>
                  <a:lnTo>
                    <a:pt x="2050792" y="713491"/>
                  </a:lnTo>
                  <a:lnTo>
                    <a:pt x="2050766" y="713569"/>
                  </a:lnTo>
                  <a:lnTo>
                    <a:pt x="2050792" y="713577"/>
                  </a:lnTo>
                  <a:lnTo>
                    <a:pt x="2050820" y="713585"/>
                  </a:lnTo>
                  <a:lnTo>
                    <a:pt x="2050826" y="713620"/>
                  </a:lnTo>
                  <a:lnTo>
                    <a:pt x="2050832" y="713659"/>
                  </a:lnTo>
                  <a:lnTo>
                    <a:pt x="2050834" y="713676"/>
                  </a:lnTo>
                  <a:lnTo>
                    <a:pt x="2050824" y="713802"/>
                  </a:lnTo>
                  <a:lnTo>
                    <a:pt x="2050820" y="713850"/>
                  </a:lnTo>
                  <a:lnTo>
                    <a:pt x="2050784" y="713917"/>
                  </a:lnTo>
                  <a:lnTo>
                    <a:pt x="2050542" y="714365"/>
                  </a:lnTo>
                  <a:lnTo>
                    <a:pt x="2050534" y="714379"/>
                  </a:lnTo>
                  <a:lnTo>
                    <a:pt x="2050473" y="714410"/>
                  </a:lnTo>
                  <a:lnTo>
                    <a:pt x="2050402" y="714422"/>
                  </a:lnTo>
                  <a:lnTo>
                    <a:pt x="2050245" y="714449"/>
                  </a:lnTo>
                  <a:lnTo>
                    <a:pt x="2050192" y="714458"/>
                  </a:lnTo>
                  <a:lnTo>
                    <a:pt x="2049731" y="714535"/>
                  </a:lnTo>
                  <a:lnTo>
                    <a:pt x="2049605" y="714477"/>
                  </a:lnTo>
                  <a:lnTo>
                    <a:pt x="2049191" y="714460"/>
                  </a:lnTo>
                  <a:lnTo>
                    <a:pt x="2049122" y="714477"/>
                  </a:lnTo>
                  <a:lnTo>
                    <a:pt x="2049122" y="714514"/>
                  </a:lnTo>
                  <a:lnTo>
                    <a:pt x="2049057" y="714592"/>
                  </a:lnTo>
                  <a:lnTo>
                    <a:pt x="2048905" y="714668"/>
                  </a:lnTo>
                  <a:lnTo>
                    <a:pt x="2048812" y="714715"/>
                  </a:lnTo>
                  <a:lnTo>
                    <a:pt x="2048700" y="714771"/>
                  </a:lnTo>
                  <a:lnTo>
                    <a:pt x="2048695" y="714774"/>
                  </a:lnTo>
                  <a:lnTo>
                    <a:pt x="2047821" y="714869"/>
                  </a:lnTo>
                  <a:lnTo>
                    <a:pt x="2047798" y="714872"/>
                  </a:lnTo>
                  <a:lnTo>
                    <a:pt x="2047765" y="714866"/>
                  </a:lnTo>
                  <a:lnTo>
                    <a:pt x="2047619" y="714780"/>
                  </a:lnTo>
                  <a:lnTo>
                    <a:pt x="2047531" y="714751"/>
                  </a:lnTo>
                  <a:lnTo>
                    <a:pt x="2047496" y="714740"/>
                  </a:lnTo>
                  <a:lnTo>
                    <a:pt x="2046687" y="714831"/>
                  </a:lnTo>
                  <a:lnTo>
                    <a:pt x="2046373" y="715014"/>
                  </a:lnTo>
                  <a:lnTo>
                    <a:pt x="2046331" y="715038"/>
                  </a:lnTo>
                  <a:lnTo>
                    <a:pt x="2046305" y="715035"/>
                  </a:lnTo>
                  <a:lnTo>
                    <a:pt x="2046196" y="715022"/>
                  </a:lnTo>
                  <a:lnTo>
                    <a:pt x="2046131" y="715014"/>
                  </a:lnTo>
                  <a:lnTo>
                    <a:pt x="2045614" y="714951"/>
                  </a:lnTo>
                  <a:lnTo>
                    <a:pt x="2045244" y="714906"/>
                  </a:lnTo>
                  <a:lnTo>
                    <a:pt x="2045141" y="714877"/>
                  </a:lnTo>
                  <a:lnTo>
                    <a:pt x="2045020" y="714842"/>
                  </a:lnTo>
                  <a:lnTo>
                    <a:pt x="2044859" y="714796"/>
                  </a:lnTo>
                  <a:lnTo>
                    <a:pt x="2044810" y="714782"/>
                  </a:lnTo>
                  <a:lnTo>
                    <a:pt x="2044432" y="714647"/>
                  </a:lnTo>
                  <a:lnTo>
                    <a:pt x="2043982" y="714486"/>
                  </a:lnTo>
                  <a:lnTo>
                    <a:pt x="2043855" y="714441"/>
                  </a:lnTo>
                  <a:lnTo>
                    <a:pt x="2043577" y="714444"/>
                  </a:lnTo>
                  <a:lnTo>
                    <a:pt x="2043457" y="714446"/>
                  </a:lnTo>
                  <a:lnTo>
                    <a:pt x="2043392" y="714447"/>
                  </a:lnTo>
                  <a:lnTo>
                    <a:pt x="2043353" y="714447"/>
                  </a:lnTo>
                  <a:lnTo>
                    <a:pt x="2042842" y="714581"/>
                  </a:lnTo>
                  <a:lnTo>
                    <a:pt x="2042825" y="714585"/>
                  </a:lnTo>
                  <a:lnTo>
                    <a:pt x="2042600" y="714644"/>
                  </a:lnTo>
                  <a:lnTo>
                    <a:pt x="2042444" y="714761"/>
                  </a:lnTo>
                  <a:lnTo>
                    <a:pt x="2042402" y="714792"/>
                  </a:lnTo>
                  <a:lnTo>
                    <a:pt x="2042386" y="714803"/>
                  </a:lnTo>
                  <a:lnTo>
                    <a:pt x="2042312" y="714883"/>
                  </a:lnTo>
                  <a:lnTo>
                    <a:pt x="2042256" y="714942"/>
                  </a:lnTo>
                  <a:lnTo>
                    <a:pt x="2042177" y="715027"/>
                  </a:lnTo>
                  <a:lnTo>
                    <a:pt x="2042139" y="715067"/>
                  </a:lnTo>
                  <a:lnTo>
                    <a:pt x="2042148" y="715145"/>
                  </a:lnTo>
                  <a:lnTo>
                    <a:pt x="2042208" y="715193"/>
                  </a:lnTo>
                  <a:lnTo>
                    <a:pt x="2042225" y="715208"/>
                  </a:lnTo>
                  <a:lnTo>
                    <a:pt x="2042249" y="715260"/>
                  </a:lnTo>
                  <a:lnTo>
                    <a:pt x="2042305" y="715388"/>
                  </a:lnTo>
                  <a:lnTo>
                    <a:pt x="2042287" y="715471"/>
                  </a:lnTo>
                  <a:lnTo>
                    <a:pt x="2042254" y="715492"/>
                  </a:lnTo>
                  <a:lnTo>
                    <a:pt x="2042162" y="715550"/>
                  </a:lnTo>
                  <a:lnTo>
                    <a:pt x="2042061" y="715578"/>
                  </a:lnTo>
                  <a:lnTo>
                    <a:pt x="2042040" y="715584"/>
                  </a:lnTo>
                  <a:lnTo>
                    <a:pt x="2041847" y="715717"/>
                  </a:lnTo>
                  <a:lnTo>
                    <a:pt x="2041828" y="715730"/>
                  </a:lnTo>
                  <a:lnTo>
                    <a:pt x="2041808" y="715744"/>
                  </a:lnTo>
                  <a:lnTo>
                    <a:pt x="2041719" y="715805"/>
                  </a:lnTo>
                  <a:lnTo>
                    <a:pt x="2041713" y="715833"/>
                  </a:lnTo>
                  <a:lnTo>
                    <a:pt x="2041780" y="715916"/>
                  </a:lnTo>
                  <a:lnTo>
                    <a:pt x="2041791" y="715930"/>
                  </a:lnTo>
                  <a:lnTo>
                    <a:pt x="2041789" y="715956"/>
                  </a:lnTo>
                  <a:lnTo>
                    <a:pt x="2041761" y="715983"/>
                  </a:lnTo>
                  <a:lnTo>
                    <a:pt x="2041463" y="715980"/>
                  </a:lnTo>
                  <a:lnTo>
                    <a:pt x="2041445" y="715979"/>
                  </a:lnTo>
                  <a:lnTo>
                    <a:pt x="2041397" y="715979"/>
                  </a:lnTo>
                  <a:lnTo>
                    <a:pt x="2041386" y="715978"/>
                  </a:lnTo>
                  <a:lnTo>
                    <a:pt x="2041193" y="715976"/>
                  </a:lnTo>
                  <a:lnTo>
                    <a:pt x="2041082" y="715872"/>
                  </a:lnTo>
                  <a:lnTo>
                    <a:pt x="2041006" y="715825"/>
                  </a:lnTo>
                  <a:lnTo>
                    <a:pt x="2040964" y="715827"/>
                  </a:lnTo>
                  <a:lnTo>
                    <a:pt x="2040855" y="715830"/>
                  </a:lnTo>
                  <a:lnTo>
                    <a:pt x="2040819" y="715831"/>
                  </a:lnTo>
                  <a:lnTo>
                    <a:pt x="2040733" y="715833"/>
                  </a:lnTo>
                  <a:lnTo>
                    <a:pt x="2040649" y="715862"/>
                  </a:lnTo>
                  <a:lnTo>
                    <a:pt x="2040278" y="715987"/>
                  </a:lnTo>
                  <a:lnTo>
                    <a:pt x="2039932" y="716073"/>
                  </a:lnTo>
                  <a:lnTo>
                    <a:pt x="2039890" y="716079"/>
                  </a:lnTo>
                  <a:lnTo>
                    <a:pt x="2039787" y="716094"/>
                  </a:lnTo>
                  <a:lnTo>
                    <a:pt x="2039511" y="715978"/>
                  </a:lnTo>
                  <a:lnTo>
                    <a:pt x="2039497" y="715972"/>
                  </a:lnTo>
                  <a:lnTo>
                    <a:pt x="2039492" y="715964"/>
                  </a:lnTo>
                  <a:lnTo>
                    <a:pt x="2039478" y="715940"/>
                  </a:lnTo>
                  <a:lnTo>
                    <a:pt x="2039475" y="715921"/>
                  </a:lnTo>
                  <a:lnTo>
                    <a:pt x="2039460" y="715831"/>
                  </a:lnTo>
                  <a:lnTo>
                    <a:pt x="2039453" y="715784"/>
                  </a:lnTo>
                  <a:lnTo>
                    <a:pt x="2039457" y="715774"/>
                  </a:lnTo>
                  <a:lnTo>
                    <a:pt x="2039503" y="715660"/>
                  </a:lnTo>
                  <a:lnTo>
                    <a:pt x="2039563" y="715646"/>
                  </a:lnTo>
                  <a:lnTo>
                    <a:pt x="2039530" y="715605"/>
                  </a:lnTo>
                  <a:lnTo>
                    <a:pt x="2039494" y="715562"/>
                  </a:lnTo>
                  <a:lnTo>
                    <a:pt x="2039377" y="715520"/>
                  </a:lnTo>
                  <a:lnTo>
                    <a:pt x="2039219" y="715463"/>
                  </a:lnTo>
                  <a:lnTo>
                    <a:pt x="2039015" y="715448"/>
                  </a:lnTo>
                  <a:lnTo>
                    <a:pt x="2038951" y="715443"/>
                  </a:lnTo>
                  <a:lnTo>
                    <a:pt x="2038630" y="715419"/>
                  </a:lnTo>
                  <a:lnTo>
                    <a:pt x="2038369" y="715477"/>
                  </a:lnTo>
                  <a:lnTo>
                    <a:pt x="2038259" y="715536"/>
                  </a:lnTo>
                  <a:lnTo>
                    <a:pt x="2038206" y="715626"/>
                  </a:lnTo>
                  <a:lnTo>
                    <a:pt x="2038202" y="715632"/>
                  </a:lnTo>
                  <a:lnTo>
                    <a:pt x="2038061" y="715873"/>
                  </a:lnTo>
                  <a:lnTo>
                    <a:pt x="2038030" y="715925"/>
                  </a:lnTo>
                  <a:lnTo>
                    <a:pt x="2037998" y="716009"/>
                  </a:lnTo>
                  <a:lnTo>
                    <a:pt x="2037962" y="716104"/>
                  </a:lnTo>
                  <a:lnTo>
                    <a:pt x="2037949" y="716139"/>
                  </a:lnTo>
                  <a:lnTo>
                    <a:pt x="2037873" y="716341"/>
                  </a:lnTo>
                  <a:lnTo>
                    <a:pt x="2037822" y="716476"/>
                  </a:lnTo>
                  <a:lnTo>
                    <a:pt x="2037831" y="716528"/>
                  </a:lnTo>
                  <a:lnTo>
                    <a:pt x="2037892" y="716871"/>
                  </a:lnTo>
                  <a:lnTo>
                    <a:pt x="2037946" y="716885"/>
                  </a:lnTo>
                  <a:lnTo>
                    <a:pt x="2038086" y="716686"/>
                  </a:lnTo>
                  <a:lnTo>
                    <a:pt x="2038097" y="716610"/>
                  </a:lnTo>
                  <a:lnTo>
                    <a:pt x="2038101" y="716583"/>
                  </a:lnTo>
                  <a:lnTo>
                    <a:pt x="2038142" y="716497"/>
                  </a:lnTo>
                  <a:lnTo>
                    <a:pt x="2038324" y="716346"/>
                  </a:lnTo>
                  <a:lnTo>
                    <a:pt x="2038721" y="716146"/>
                  </a:lnTo>
                  <a:lnTo>
                    <a:pt x="2039116" y="716020"/>
                  </a:lnTo>
                  <a:lnTo>
                    <a:pt x="2039179" y="716000"/>
                  </a:lnTo>
                  <a:lnTo>
                    <a:pt x="2039283" y="716072"/>
                  </a:lnTo>
                  <a:lnTo>
                    <a:pt x="2039174" y="716290"/>
                  </a:lnTo>
                  <a:lnTo>
                    <a:pt x="2039058" y="716523"/>
                  </a:lnTo>
                  <a:lnTo>
                    <a:pt x="2039004" y="716632"/>
                  </a:lnTo>
                  <a:lnTo>
                    <a:pt x="2038947" y="716745"/>
                  </a:lnTo>
                  <a:lnTo>
                    <a:pt x="2038894" y="716812"/>
                  </a:lnTo>
                  <a:lnTo>
                    <a:pt x="2038845" y="716875"/>
                  </a:lnTo>
                  <a:lnTo>
                    <a:pt x="2038759" y="716985"/>
                  </a:lnTo>
                  <a:lnTo>
                    <a:pt x="2038739" y="717011"/>
                  </a:lnTo>
                  <a:lnTo>
                    <a:pt x="2038657" y="717115"/>
                  </a:lnTo>
                  <a:lnTo>
                    <a:pt x="2038502" y="717313"/>
                  </a:lnTo>
                  <a:lnTo>
                    <a:pt x="2038432" y="717364"/>
                  </a:lnTo>
                  <a:lnTo>
                    <a:pt x="2038301" y="717386"/>
                  </a:lnTo>
                  <a:lnTo>
                    <a:pt x="2038041" y="717491"/>
                  </a:lnTo>
                  <a:lnTo>
                    <a:pt x="2037872" y="717559"/>
                  </a:lnTo>
                  <a:lnTo>
                    <a:pt x="2037855" y="717610"/>
                  </a:lnTo>
                  <a:lnTo>
                    <a:pt x="2037833" y="717672"/>
                  </a:lnTo>
                  <a:lnTo>
                    <a:pt x="2037768" y="717866"/>
                  </a:lnTo>
                  <a:lnTo>
                    <a:pt x="2037750" y="717945"/>
                  </a:lnTo>
                  <a:lnTo>
                    <a:pt x="2037740" y="717990"/>
                  </a:lnTo>
                  <a:lnTo>
                    <a:pt x="2037728" y="718139"/>
                  </a:lnTo>
                  <a:lnTo>
                    <a:pt x="2037725" y="718167"/>
                  </a:lnTo>
                  <a:lnTo>
                    <a:pt x="2037715" y="718290"/>
                  </a:lnTo>
                  <a:lnTo>
                    <a:pt x="2037701" y="718462"/>
                  </a:lnTo>
                  <a:lnTo>
                    <a:pt x="2037659" y="718510"/>
                  </a:lnTo>
                  <a:lnTo>
                    <a:pt x="2037597" y="718581"/>
                  </a:lnTo>
                  <a:lnTo>
                    <a:pt x="2037402" y="718802"/>
                  </a:lnTo>
                  <a:lnTo>
                    <a:pt x="2037387" y="718825"/>
                  </a:lnTo>
                  <a:lnTo>
                    <a:pt x="2037041" y="719348"/>
                  </a:lnTo>
                  <a:lnTo>
                    <a:pt x="2037037" y="719354"/>
                  </a:lnTo>
                  <a:lnTo>
                    <a:pt x="2037030" y="719356"/>
                  </a:lnTo>
                  <a:lnTo>
                    <a:pt x="2036943" y="719380"/>
                  </a:lnTo>
                  <a:lnTo>
                    <a:pt x="2036886" y="719396"/>
                  </a:lnTo>
                  <a:lnTo>
                    <a:pt x="2036833" y="719411"/>
                  </a:lnTo>
                  <a:lnTo>
                    <a:pt x="2036816" y="719415"/>
                  </a:lnTo>
                  <a:lnTo>
                    <a:pt x="2036340" y="719454"/>
                  </a:lnTo>
                  <a:lnTo>
                    <a:pt x="2036164" y="719439"/>
                  </a:lnTo>
                  <a:lnTo>
                    <a:pt x="2036133" y="719436"/>
                  </a:lnTo>
                  <a:lnTo>
                    <a:pt x="2035687" y="719397"/>
                  </a:lnTo>
                  <a:lnTo>
                    <a:pt x="2035325" y="719337"/>
                  </a:lnTo>
                  <a:lnTo>
                    <a:pt x="2035136" y="719285"/>
                  </a:lnTo>
                  <a:lnTo>
                    <a:pt x="2035121" y="719284"/>
                  </a:lnTo>
                  <a:lnTo>
                    <a:pt x="2035073" y="719281"/>
                  </a:lnTo>
                  <a:lnTo>
                    <a:pt x="2035059" y="719281"/>
                  </a:lnTo>
                  <a:lnTo>
                    <a:pt x="2034990" y="719290"/>
                  </a:lnTo>
                  <a:lnTo>
                    <a:pt x="2034882" y="719305"/>
                  </a:lnTo>
                  <a:lnTo>
                    <a:pt x="2034870" y="719309"/>
                  </a:lnTo>
                  <a:lnTo>
                    <a:pt x="2034828" y="719324"/>
                  </a:lnTo>
                  <a:lnTo>
                    <a:pt x="2034423" y="719217"/>
                  </a:lnTo>
                  <a:lnTo>
                    <a:pt x="2034301" y="719138"/>
                  </a:lnTo>
                  <a:lnTo>
                    <a:pt x="2034279" y="718991"/>
                  </a:lnTo>
                  <a:lnTo>
                    <a:pt x="2034279" y="718985"/>
                  </a:lnTo>
                  <a:lnTo>
                    <a:pt x="2034280" y="718971"/>
                  </a:lnTo>
                  <a:lnTo>
                    <a:pt x="2034284" y="718784"/>
                  </a:lnTo>
                  <a:lnTo>
                    <a:pt x="2034287" y="718595"/>
                  </a:lnTo>
                  <a:lnTo>
                    <a:pt x="2034273" y="718496"/>
                  </a:lnTo>
                  <a:lnTo>
                    <a:pt x="2034254" y="718365"/>
                  </a:lnTo>
                  <a:lnTo>
                    <a:pt x="2034251" y="718343"/>
                  </a:lnTo>
                  <a:lnTo>
                    <a:pt x="2034161" y="717717"/>
                  </a:lnTo>
                  <a:lnTo>
                    <a:pt x="2034145" y="717603"/>
                  </a:lnTo>
                  <a:lnTo>
                    <a:pt x="2034109" y="717561"/>
                  </a:lnTo>
                  <a:lnTo>
                    <a:pt x="2034019" y="717456"/>
                  </a:lnTo>
                  <a:lnTo>
                    <a:pt x="2033970" y="717410"/>
                  </a:lnTo>
                  <a:lnTo>
                    <a:pt x="2033873" y="717322"/>
                  </a:lnTo>
                  <a:lnTo>
                    <a:pt x="2033833" y="717285"/>
                  </a:lnTo>
                  <a:lnTo>
                    <a:pt x="2033787" y="717281"/>
                  </a:lnTo>
                  <a:lnTo>
                    <a:pt x="2033713" y="717243"/>
                  </a:lnTo>
                  <a:lnTo>
                    <a:pt x="2033629" y="717201"/>
                  </a:lnTo>
                  <a:lnTo>
                    <a:pt x="2033515" y="717083"/>
                  </a:lnTo>
                  <a:lnTo>
                    <a:pt x="2033438" y="717003"/>
                  </a:lnTo>
                  <a:lnTo>
                    <a:pt x="2033404" y="716967"/>
                  </a:lnTo>
                  <a:lnTo>
                    <a:pt x="2033296" y="716856"/>
                  </a:lnTo>
                  <a:lnTo>
                    <a:pt x="2033267" y="716826"/>
                  </a:lnTo>
                  <a:lnTo>
                    <a:pt x="2033266" y="716819"/>
                  </a:lnTo>
                  <a:lnTo>
                    <a:pt x="2033263" y="716777"/>
                  </a:lnTo>
                  <a:lnTo>
                    <a:pt x="2033262" y="716763"/>
                  </a:lnTo>
                  <a:lnTo>
                    <a:pt x="2033257" y="716705"/>
                  </a:lnTo>
                  <a:lnTo>
                    <a:pt x="2033275" y="716680"/>
                  </a:lnTo>
                  <a:lnTo>
                    <a:pt x="2033315" y="716626"/>
                  </a:lnTo>
                  <a:lnTo>
                    <a:pt x="2033334" y="716601"/>
                  </a:lnTo>
                  <a:lnTo>
                    <a:pt x="2033556" y="716479"/>
                  </a:lnTo>
                  <a:lnTo>
                    <a:pt x="2033562" y="716476"/>
                  </a:lnTo>
                  <a:lnTo>
                    <a:pt x="2033594" y="716458"/>
                  </a:lnTo>
                  <a:lnTo>
                    <a:pt x="2033635" y="716435"/>
                  </a:lnTo>
                  <a:lnTo>
                    <a:pt x="2033674" y="716450"/>
                  </a:lnTo>
                  <a:lnTo>
                    <a:pt x="2033853" y="716519"/>
                  </a:lnTo>
                  <a:lnTo>
                    <a:pt x="2033928" y="716547"/>
                  </a:lnTo>
                  <a:lnTo>
                    <a:pt x="2034035" y="716639"/>
                  </a:lnTo>
                  <a:lnTo>
                    <a:pt x="2034064" y="716649"/>
                  </a:lnTo>
                  <a:lnTo>
                    <a:pt x="2034120" y="716669"/>
                  </a:lnTo>
                  <a:lnTo>
                    <a:pt x="2034155" y="716665"/>
                  </a:lnTo>
                  <a:lnTo>
                    <a:pt x="2034229" y="716656"/>
                  </a:lnTo>
                  <a:lnTo>
                    <a:pt x="2034245" y="716654"/>
                  </a:lnTo>
                  <a:lnTo>
                    <a:pt x="2034336" y="716613"/>
                  </a:lnTo>
                  <a:lnTo>
                    <a:pt x="2034399" y="716552"/>
                  </a:lnTo>
                  <a:lnTo>
                    <a:pt x="2034424" y="716528"/>
                  </a:lnTo>
                  <a:lnTo>
                    <a:pt x="2034447" y="716505"/>
                  </a:lnTo>
                  <a:lnTo>
                    <a:pt x="2034505" y="716449"/>
                  </a:lnTo>
                  <a:lnTo>
                    <a:pt x="2034525" y="716425"/>
                  </a:lnTo>
                  <a:lnTo>
                    <a:pt x="2034615" y="716313"/>
                  </a:lnTo>
                  <a:lnTo>
                    <a:pt x="2034692" y="716170"/>
                  </a:lnTo>
                  <a:lnTo>
                    <a:pt x="2034753" y="716007"/>
                  </a:lnTo>
                  <a:lnTo>
                    <a:pt x="2034754" y="715921"/>
                  </a:lnTo>
                  <a:lnTo>
                    <a:pt x="2034692" y="715872"/>
                  </a:lnTo>
                  <a:lnTo>
                    <a:pt x="2034589" y="715830"/>
                  </a:lnTo>
                  <a:lnTo>
                    <a:pt x="2034455" y="715827"/>
                  </a:lnTo>
                  <a:lnTo>
                    <a:pt x="2034352" y="715855"/>
                  </a:lnTo>
                  <a:lnTo>
                    <a:pt x="2034243" y="715954"/>
                  </a:lnTo>
                  <a:lnTo>
                    <a:pt x="2034161" y="716027"/>
                  </a:lnTo>
                  <a:lnTo>
                    <a:pt x="2034064" y="715980"/>
                  </a:lnTo>
                  <a:lnTo>
                    <a:pt x="2034030" y="715945"/>
                  </a:lnTo>
                  <a:lnTo>
                    <a:pt x="2034054" y="715514"/>
                  </a:lnTo>
                  <a:lnTo>
                    <a:pt x="2034200" y="715282"/>
                  </a:lnTo>
                  <a:lnTo>
                    <a:pt x="2034212" y="715264"/>
                  </a:lnTo>
                  <a:lnTo>
                    <a:pt x="2034276" y="715200"/>
                  </a:lnTo>
                  <a:lnTo>
                    <a:pt x="2034371" y="715269"/>
                  </a:lnTo>
                  <a:lnTo>
                    <a:pt x="2034525" y="715124"/>
                  </a:lnTo>
                  <a:lnTo>
                    <a:pt x="2034493" y="715059"/>
                  </a:lnTo>
                  <a:lnTo>
                    <a:pt x="2034456" y="714986"/>
                  </a:lnTo>
                  <a:lnTo>
                    <a:pt x="2034419" y="714911"/>
                  </a:lnTo>
                  <a:lnTo>
                    <a:pt x="2034373" y="714819"/>
                  </a:lnTo>
                  <a:lnTo>
                    <a:pt x="2034335" y="714807"/>
                  </a:lnTo>
                  <a:lnTo>
                    <a:pt x="2034205" y="714808"/>
                  </a:lnTo>
                  <a:lnTo>
                    <a:pt x="2034190" y="714808"/>
                  </a:lnTo>
                  <a:lnTo>
                    <a:pt x="2034126" y="714916"/>
                  </a:lnTo>
                  <a:lnTo>
                    <a:pt x="2034088" y="714981"/>
                  </a:lnTo>
                  <a:lnTo>
                    <a:pt x="2034004" y="715124"/>
                  </a:lnTo>
                  <a:lnTo>
                    <a:pt x="2033765" y="715027"/>
                  </a:lnTo>
                  <a:lnTo>
                    <a:pt x="2033547" y="714937"/>
                  </a:lnTo>
                  <a:lnTo>
                    <a:pt x="2033489" y="714850"/>
                  </a:lnTo>
                  <a:lnTo>
                    <a:pt x="2033417" y="714743"/>
                  </a:lnTo>
                  <a:lnTo>
                    <a:pt x="2033402" y="714721"/>
                  </a:lnTo>
                  <a:lnTo>
                    <a:pt x="2033379" y="714687"/>
                  </a:lnTo>
                  <a:lnTo>
                    <a:pt x="2033434" y="714336"/>
                  </a:lnTo>
                  <a:lnTo>
                    <a:pt x="2033428" y="714121"/>
                  </a:lnTo>
                  <a:lnTo>
                    <a:pt x="2033423" y="713956"/>
                  </a:lnTo>
                  <a:lnTo>
                    <a:pt x="2033419" y="713802"/>
                  </a:lnTo>
                  <a:lnTo>
                    <a:pt x="2033411" y="713788"/>
                  </a:lnTo>
                  <a:lnTo>
                    <a:pt x="2033349" y="713677"/>
                  </a:lnTo>
                  <a:lnTo>
                    <a:pt x="2033311" y="713609"/>
                  </a:lnTo>
                  <a:lnTo>
                    <a:pt x="2033306" y="713604"/>
                  </a:lnTo>
                  <a:lnTo>
                    <a:pt x="2033221" y="713528"/>
                  </a:lnTo>
                  <a:lnTo>
                    <a:pt x="2033186" y="713445"/>
                  </a:lnTo>
                  <a:lnTo>
                    <a:pt x="2033124" y="713173"/>
                  </a:lnTo>
                  <a:lnTo>
                    <a:pt x="2033115" y="713134"/>
                  </a:lnTo>
                  <a:lnTo>
                    <a:pt x="2033239" y="712817"/>
                  </a:lnTo>
                  <a:lnTo>
                    <a:pt x="2033255" y="712774"/>
                  </a:lnTo>
                  <a:lnTo>
                    <a:pt x="2033363" y="712496"/>
                  </a:lnTo>
                  <a:lnTo>
                    <a:pt x="2033378" y="712482"/>
                  </a:lnTo>
                  <a:lnTo>
                    <a:pt x="2033489" y="712377"/>
                  </a:lnTo>
                  <a:lnTo>
                    <a:pt x="2033589" y="712421"/>
                  </a:lnTo>
                  <a:lnTo>
                    <a:pt x="2033646" y="712423"/>
                  </a:lnTo>
                  <a:lnTo>
                    <a:pt x="2033752" y="712349"/>
                  </a:lnTo>
                  <a:lnTo>
                    <a:pt x="2033831" y="712293"/>
                  </a:lnTo>
                  <a:lnTo>
                    <a:pt x="2033918" y="712232"/>
                  </a:lnTo>
                  <a:lnTo>
                    <a:pt x="2033960" y="712202"/>
                  </a:lnTo>
                  <a:lnTo>
                    <a:pt x="2033918" y="712147"/>
                  </a:lnTo>
                  <a:lnTo>
                    <a:pt x="2033822" y="712021"/>
                  </a:lnTo>
                  <a:lnTo>
                    <a:pt x="2033806" y="711939"/>
                  </a:lnTo>
                  <a:lnTo>
                    <a:pt x="2033774" y="711767"/>
                  </a:lnTo>
                  <a:lnTo>
                    <a:pt x="2033747" y="711623"/>
                  </a:lnTo>
                  <a:lnTo>
                    <a:pt x="2033749" y="711518"/>
                  </a:lnTo>
                  <a:lnTo>
                    <a:pt x="2033749" y="711493"/>
                  </a:lnTo>
                  <a:lnTo>
                    <a:pt x="2033752" y="711322"/>
                  </a:lnTo>
                  <a:lnTo>
                    <a:pt x="2033669" y="711266"/>
                  </a:lnTo>
                  <a:lnTo>
                    <a:pt x="2033662" y="711261"/>
                  </a:lnTo>
                  <a:lnTo>
                    <a:pt x="2033265" y="711079"/>
                  </a:lnTo>
                  <a:lnTo>
                    <a:pt x="2033249" y="711071"/>
                  </a:lnTo>
                  <a:lnTo>
                    <a:pt x="2033173" y="711091"/>
                  </a:lnTo>
                  <a:lnTo>
                    <a:pt x="2033049" y="711123"/>
                  </a:lnTo>
                  <a:lnTo>
                    <a:pt x="2033009" y="711126"/>
                  </a:lnTo>
                  <a:lnTo>
                    <a:pt x="2032920" y="711132"/>
                  </a:lnTo>
                  <a:lnTo>
                    <a:pt x="2032784" y="711141"/>
                  </a:lnTo>
                  <a:lnTo>
                    <a:pt x="2032720" y="711145"/>
                  </a:lnTo>
                  <a:lnTo>
                    <a:pt x="2032360" y="711032"/>
                  </a:lnTo>
                  <a:lnTo>
                    <a:pt x="2032337" y="711012"/>
                  </a:lnTo>
                  <a:lnTo>
                    <a:pt x="2032327" y="710935"/>
                  </a:lnTo>
                  <a:lnTo>
                    <a:pt x="2032259" y="710423"/>
                  </a:lnTo>
                  <a:lnTo>
                    <a:pt x="2032250" y="710358"/>
                  </a:lnTo>
                  <a:lnTo>
                    <a:pt x="2032268" y="710242"/>
                  </a:lnTo>
                  <a:lnTo>
                    <a:pt x="2032269" y="710233"/>
                  </a:lnTo>
                  <a:lnTo>
                    <a:pt x="2032281" y="710197"/>
                  </a:lnTo>
                  <a:lnTo>
                    <a:pt x="2032350" y="709980"/>
                  </a:lnTo>
                  <a:lnTo>
                    <a:pt x="2032352" y="709975"/>
                  </a:lnTo>
                  <a:lnTo>
                    <a:pt x="2032510" y="709665"/>
                  </a:lnTo>
                  <a:lnTo>
                    <a:pt x="2032529" y="709627"/>
                  </a:lnTo>
                  <a:lnTo>
                    <a:pt x="2032601" y="709486"/>
                  </a:lnTo>
                  <a:lnTo>
                    <a:pt x="2032606" y="709477"/>
                  </a:lnTo>
                  <a:lnTo>
                    <a:pt x="2032688" y="709376"/>
                  </a:lnTo>
                  <a:lnTo>
                    <a:pt x="2032790" y="709299"/>
                  </a:lnTo>
                  <a:lnTo>
                    <a:pt x="2032944" y="709244"/>
                  </a:lnTo>
                  <a:lnTo>
                    <a:pt x="2033117" y="709183"/>
                  </a:lnTo>
                  <a:lnTo>
                    <a:pt x="2033336" y="709106"/>
                  </a:lnTo>
                  <a:lnTo>
                    <a:pt x="2033546" y="709067"/>
                  </a:lnTo>
                  <a:lnTo>
                    <a:pt x="2033631" y="709067"/>
                  </a:lnTo>
                  <a:lnTo>
                    <a:pt x="2033664" y="709067"/>
                  </a:lnTo>
                  <a:lnTo>
                    <a:pt x="2033703" y="709054"/>
                  </a:lnTo>
                  <a:lnTo>
                    <a:pt x="2033742" y="709041"/>
                  </a:lnTo>
                  <a:lnTo>
                    <a:pt x="2033742" y="709021"/>
                  </a:lnTo>
                  <a:lnTo>
                    <a:pt x="2033745" y="708546"/>
                  </a:lnTo>
                  <a:lnTo>
                    <a:pt x="2033804" y="708523"/>
                  </a:lnTo>
                  <a:lnTo>
                    <a:pt x="2034456" y="708263"/>
                  </a:lnTo>
                  <a:lnTo>
                    <a:pt x="2034504" y="708244"/>
                  </a:lnTo>
                  <a:lnTo>
                    <a:pt x="2034592" y="708209"/>
                  </a:lnTo>
                  <a:lnTo>
                    <a:pt x="2034906" y="708247"/>
                  </a:lnTo>
                  <a:lnTo>
                    <a:pt x="2034948" y="708280"/>
                  </a:lnTo>
                  <a:lnTo>
                    <a:pt x="2035040" y="708315"/>
                  </a:lnTo>
                  <a:lnTo>
                    <a:pt x="2035052" y="708320"/>
                  </a:lnTo>
                  <a:lnTo>
                    <a:pt x="2035432" y="708433"/>
                  </a:lnTo>
                  <a:lnTo>
                    <a:pt x="2035490" y="708436"/>
                  </a:lnTo>
                  <a:lnTo>
                    <a:pt x="2035563" y="708412"/>
                  </a:lnTo>
                  <a:lnTo>
                    <a:pt x="2035668" y="708320"/>
                  </a:lnTo>
                  <a:lnTo>
                    <a:pt x="2035743" y="708294"/>
                  </a:lnTo>
                  <a:lnTo>
                    <a:pt x="2035926" y="708233"/>
                  </a:lnTo>
                  <a:lnTo>
                    <a:pt x="2035940" y="708228"/>
                  </a:lnTo>
                  <a:lnTo>
                    <a:pt x="2036092" y="708248"/>
                  </a:lnTo>
                  <a:lnTo>
                    <a:pt x="2036290" y="708313"/>
                  </a:lnTo>
                  <a:lnTo>
                    <a:pt x="2036414" y="708398"/>
                  </a:lnTo>
                  <a:lnTo>
                    <a:pt x="2036590" y="708542"/>
                  </a:lnTo>
                  <a:lnTo>
                    <a:pt x="2036745" y="708669"/>
                  </a:lnTo>
                  <a:lnTo>
                    <a:pt x="2037131" y="708984"/>
                  </a:lnTo>
                  <a:lnTo>
                    <a:pt x="2037060" y="709076"/>
                  </a:lnTo>
                  <a:lnTo>
                    <a:pt x="2037028" y="709119"/>
                  </a:lnTo>
                  <a:lnTo>
                    <a:pt x="2037140" y="709181"/>
                  </a:lnTo>
                  <a:lnTo>
                    <a:pt x="2037333" y="709225"/>
                  </a:lnTo>
                  <a:lnTo>
                    <a:pt x="2037703" y="709245"/>
                  </a:lnTo>
                  <a:lnTo>
                    <a:pt x="2037998" y="709201"/>
                  </a:lnTo>
                  <a:lnTo>
                    <a:pt x="2038068" y="709190"/>
                  </a:lnTo>
                  <a:lnTo>
                    <a:pt x="2038142" y="709152"/>
                  </a:lnTo>
                  <a:lnTo>
                    <a:pt x="2038151" y="709139"/>
                  </a:lnTo>
                  <a:lnTo>
                    <a:pt x="2038171" y="709113"/>
                  </a:lnTo>
                  <a:lnTo>
                    <a:pt x="2038307" y="708929"/>
                  </a:lnTo>
                  <a:lnTo>
                    <a:pt x="2038328" y="708900"/>
                  </a:lnTo>
                  <a:lnTo>
                    <a:pt x="2038374" y="708781"/>
                  </a:lnTo>
                  <a:lnTo>
                    <a:pt x="2038365" y="708721"/>
                  </a:lnTo>
                  <a:lnTo>
                    <a:pt x="2038355" y="708711"/>
                  </a:lnTo>
                  <a:lnTo>
                    <a:pt x="2038335" y="708688"/>
                  </a:lnTo>
                  <a:lnTo>
                    <a:pt x="2038328" y="708596"/>
                  </a:lnTo>
                  <a:lnTo>
                    <a:pt x="2038350" y="708529"/>
                  </a:lnTo>
                  <a:lnTo>
                    <a:pt x="2038370" y="708467"/>
                  </a:lnTo>
                  <a:lnTo>
                    <a:pt x="2038397" y="708386"/>
                  </a:lnTo>
                  <a:lnTo>
                    <a:pt x="2038597" y="708254"/>
                  </a:lnTo>
                  <a:lnTo>
                    <a:pt x="2038628" y="708233"/>
                  </a:lnTo>
                  <a:lnTo>
                    <a:pt x="2038779" y="708134"/>
                  </a:lnTo>
                  <a:lnTo>
                    <a:pt x="2038802" y="708140"/>
                  </a:lnTo>
                  <a:lnTo>
                    <a:pt x="2038956" y="708182"/>
                  </a:lnTo>
                  <a:lnTo>
                    <a:pt x="2039104" y="708182"/>
                  </a:lnTo>
                  <a:lnTo>
                    <a:pt x="2039138" y="708182"/>
                  </a:lnTo>
                  <a:lnTo>
                    <a:pt x="2039155" y="708182"/>
                  </a:lnTo>
                  <a:lnTo>
                    <a:pt x="2039218" y="708182"/>
                  </a:lnTo>
                  <a:lnTo>
                    <a:pt x="2039321" y="708181"/>
                  </a:lnTo>
                  <a:lnTo>
                    <a:pt x="2039576" y="708152"/>
                  </a:lnTo>
                  <a:lnTo>
                    <a:pt x="2039665" y="708142"/>
                  </a:lnTo>
                  <a:lnTo>
                    <a:pt x="2039670" y="708139"/>
                  </a:lnTo>
                  <a:lnTo>
                    <a:pt x="2039839" y="708034"/>
                  </a:lnTo>
                  <a:lnTo>
                    <a:pt x="2039902" y="707996"/>
                  </a:lnTo>
                  <a:lnTo>
                    <a:pt x="2040091" y="707815"/>
                  </a:lnTo>
                  <a:lnTo>
                    <a:pt x="2040139" y="707768"/>
                  </a:lnTo>
                  <a:lnTo>
                    <a:pt x="2040253" y="707660"/>
                  </a:lnTo>
                  <a:lnTo>
                    <a:pt x="2040348" y="707485"/>
                  </a:lnTo>
                  <a:lnTo>
                    <a:pt x="2040374" y="707481"/>
                  </a:lnTo>
                  <a:lnTo>
                    <a:pt x="2041132" y="707375"/>
                  </a:lnTo>
                  <a:lnTo>
                    <a:pt x="2041342" y="707375"/>
                  </a:lnTo>
                  <a:lnTo>
                    <a:pt x="2041363" y="707394"/>
                  </a:lnTo>
                  <a:lnTo>
                    <a:pt x="2041488" y="707508"/>
                  </a:lnTo>
                  <a:lnTo>
                    <a:pt x="2041575" y="707587"/>
                  </a:lnTo>
                  <a:lnTo>
                    <a:pt x="2041713" y="707622"/>
                  </a:lnTo>
                  <a:lnTo>
                    <a:pt x="2041834" y="707621"/>
                  </a:lnTo>
                  <a:lnTo>
                    <a:pt x="2041863" y="707613"/>
                  </a:lnTo>
                  <a:lnTo>
                    <a:pt x="2042275" y="707503"/>
                  </a:lnTo>
                  <a:lnTo>
                    <a:pt x="2042294" y="707497"/>
                  </a:lnTo>
                  <a:lnTo>
                    <a:pt x="2042532" y="707411"/>
                  </a:lnTo>
                  <a:lnTo>
                    <a:pt x="2042551" y="707404"/>
                  </a:lnTo>
                  <a:lnTo>
                    <a:pt x="2042986" y="707204"/>
                  </a:lnTo>
                  <a:lnTo>
                    <a:pt x="2043130" y="707115"/>
                  </a:lnTo>
                  <a:lnTo>
                    <a:pt x="2043248" y="706978"/>
                  </a:lnTo>
                  <a:lnTo>
                    <a:pt x="2043240" y="706712"/>
                  </a:lnTo>
                  <a:lnTo>
                    <a:pt x="2043240" y="706702"/>
                  </a:lnTo>
                  <a:lnTo>
                    <a:pt x="2043212" y="706675"/>
                  </a:lnTo>
                  <a:lnTo>
                    <a:pt x="2043152" y="706618"/>
                  </a:lnTo>
                  <a:lnTo>
                    <a:pt x="2043045" y="706430"/>
                  </a:lnTo>
                  <a:lnTo>
                    <a:pt x="2042984" y="706167"/>
                  </a:lnTo>
                  <a:lnTo>
                    <a:pt x="2042978" y="706127"/>
                  </a:lnTo>
                  <a:lnTo>
                    <a:pt x="2042939" y="705843"/>
                  </a:lnTo>
                  <a:lnTo>
                    <a:pt x="2042771" y="705851"/>
                  </a:lnTo>
                  <a:lnTo>
                    <a:pt x="2042416" y="705868"/>
                  </a:lnTo>
                  <a:lnTo>
                    <a:pt x="2042379" y="705876"/>
                  </a:lnTo>
                  <a:lnTo>
                    <a:pt x="2042364" y="705904"/>
                  </a:lnTo>
                  <a:lnTo>
                    <a:pt x="2042337" y="705921"/>
                  </a:lnTo>
                  <a:lnTo>
                    <a:pt x="2042324" y="705929"/>
                  </a:lnTo>
                  <a:lnTo>
                    <a:pt x="2042289" y="705927"/>
                  </a:lnTo>
                  <a:lnTo>
                    <a:pt x="2042279" y="705921"/>
                  </a:lnTo>
                  <a:lnTo>
                    <a:pt x="2042136" y="705834"/>
                  </a:lnTo>
                  <a:lnTo>
                    <a:pt x="2042089" y="705667"/>
                  </a:lnTo>
                  <a:lnTo>
                    <a:pt x="2042083" y="705644"/>
                  </a:lnTo>
                  <a:lnTo>
                    <a:pt x="2042035" y="705473"/>
                  </a:lnTo>
                  <a:lnTo>
                    <a:pt x="2042068" y="705459"/>
                  </a:lnTo>
                  <a:lnTo>
                    <a:pt x="2042188" y="705407"/>
                  </a:lnTo>
                  <a:lnTo>
                    <a:pt x="2042219" y="705394"/>
                  </a:lnTo>
                  <a:lnTo>
                    <a:pt x="2042270" y="705394"/>
                  </a:lnTo>
                  <a:lnTo>
                    <a:pt x="2042348" y="705394"/>
                  </a:lnTo>
                  <a:lnTo>
                    <a:pt x="2042356" y="705395"/>
                  </a:lnTo>
                  <a:lnTo>
                    <a:pt x="2042388" y="705370"/>
                  </a:lnTo>
                  <a:lnTo>
                    <a:pt x="2042662" y="705106"/>
                  </a:lnTo>
                  <a:lnTo>
                    <a:pt x="2042700" y="705049"/>
                  </a:lnTo>
                  <a:lnTo>
                    <a:pt x="2042828" y="704735"/>
                  </a:lnTo>
                  <a:lnTo>
                    <a:pt x="2043020" y="704639"/>
                  </a:lnTo>
                  <a:lnTo>
                    <a:pt x="2043075" y="704612"/>
                  </a:lnTo>
                  <a:lnTo>
                    <a:pt x="2043137" y="704528"/>
                  </a:lnTo>
                  <a:lnTo>
                    <a:pt x="2043147" y="704514"/>
                  </a:lnTo>
                  <a:lnTo>
                    <a:pt x="2043231" y="704401"/>
                  </a:lnTo>
                  <a:lnTo>
                    <a:pt x="2043252" y="704344"/>
                  </a:lnTo>
                  <a:lnTo>
                    <a:pt x="2043181" y="704238"/>
                  </a:lnTo>
                  <a:lnTo>
                    <a:pt x="2043176" y="704229"/>
                  </a:lnTo>
                  <a:lnTo>
                    <a:pt x="2043141" y="704225"/>
                  </a:lnTo>
                  <a:lnTo>
                    <a:pt x="2043092" y="704219"/>
                  </a:lnTo>
                  <a:lnTo>
                    <a:pt x="2043070" y="704207"/>
                  </a:lnTo>
                  <a:lnTo>
                    <a:pt x="2043049" y="704195"/>
                  </a:lnTo>
                  <a:lnTo>
                    <a:pt x="2043010" y="704174"/>
                  </a:lnTo>
                  <a:lnTo>
                    <a:pt x="2043070" y="704100"/>
                  </a:lnTo>
                  <a:lnTo>
                    <a:pt x="2043239" y="703893"/>
                  </a:lnTo>
                  <a:lnTo>
                    <a:pt x="2043259" y="703882"/>
                  </a:lnTo>
                  <a:lnTo>
                    <a:pt x="2043320" y="703849"/>
                  </a:lnTo>
                  <a:lnTo>
                    <a:pt x="2043328" y="703844"/>
                  </a:lnTo>
                  <a:lnTo>
                    <a:pt x="2043339" y="703844"/>
                  </a:lnTo>
                  <a:lnTo>
                    <a:pt x="2043409" y="703843"/>
                  </a:lnTo>
                  <a:lnTo>
                    <a:pt x="2043776" y="703898"/>
                  </a:lnTo>
                  <a:lnTo>
                    <a:pt x="2043864" y="703942"/>
                  </a:lnTo>
                  <a:lnTo>
                    <a:pt x="2043875" y="703948"/>
                  </a:lnTo>
                  <a:lnTo>
                    <a:pt x="2043884" y="703945"/>
                  </a:lnTo>
                  <a:lnTo>
                    <a:pt x="2043954" y="703920"/>
                  </a:lnTo>
                  <a:lnTo>
                    <a:pt x="2044028" y="703871"/>
                  </a:lnTo>
                  <a:lnTo>
                    <a:pt x="2044176" y="703722"/>
                  </a:lnTo>
                  <a:lnTo>
                    <a:pt x="2044247" y="703583"/>
                  </a:lnTo>
                  <a:lnTo>
                    <a:pt x="2044272" y="703478"/>
                  </a:lnTo>
                  <a:lnTo>
                    <a:pt x="2044273" y="703365"/>
                  </a:lnTo>
                  <a:lnTo>
                    <a:pt x="2044223" y="703270"/>
                  </a:lnTo>
                  <a:lnTo>
                    <a:pt x="2044234" y="703240"/>
                  </a:lnTo>
                  <a:lnTo>
                    <a:pt x="2044257" y="703216"/>
                  </a:lnTo>
                  <a:lnTo>
                    <a:pt x="2044350" y="703114"/>
                  </a:lnTo>
                  <a:lnTo>
                    <a:pt x="2044407" y="703087"/>
                  </a:lnTo>
                  <a:lnTo>
                    <a:pt x="2044419" y="703082"/>
                  </a:lnTo>
                  <a:lnTo>
                    <a:pt x="2044446" y="703069"/>
                  </a:lnTo>
                  <a:lnTo>
                    <a:pt x="2044529" y="703031"/>
                  </a:lnTo>
                  <a:lnTo>
                    <a:pt x="2044605" y="703039"/>
                  </a:lnTo>
                  <a:lnTo>
                    <a:pt x="2044678" y="703048"/>
                  </a:lnTo>
                  <a:lnTo>
                    <a:pt x="2044709" y="703081"/>
                  </a:lnTo>
                  <a:lnTo>
                    <a:pt x="2044731" y="703105"/>
                  </a:lnTo>
                  <a:lnTo>
                    <a:pt x="2044737" y="703146"/>
                  </a:lnTo>
                  <a:lnTo>
                    <a:pt x="2044770" y="703362"/>
                  </a:lnTo>
                  <a:lnTo>
                    <a:pt x="2044798" y="703447"/>
                  </a:lnTo>
                  <a:lnTo>
                    <a:pt x="2045103" y="703734"/>
                  </a:lnTo>
                  <a:lnTo>
                    <a:pt x="2045219" y="703845"/>
                  </a:lnTo>
                  <a:lnTo>
                    <a:pt x="2045289" y="703888"/>
                  </a:lnTo>
                  <a:lnTo>
                    <a:pt x="2045411" y="703965"/>
                  </a:lnTo>
                  <a:lnTo>
                    <a:pt x="2045469" y="703991"/>
                  </a:lnTo>
                  <a:lnTo>
                    <a:pt x="2045623" y="704060"/>
                  </a:lnTo>
                  <a:lnTo>
                    <a:pt x="2045832" y="704180"/>
                  </a:lnTo>
                  <a:lnTo>
                    <a:pt x="2045909" y="704225"/>
                  </a:lnTo>
                  <a:lnTo>
                    <a:pt x="2045933" y="704292"/>
                  </a:lnTo>
                  <a:lnTo>
                    <a:pt x="2045917" y="704318"/>
                  </a:lnTo>
                  <a:lnTo>
                    <a:pt x="2045891" y="704361"/>
                  </a:lnTo>
                  <a:lnTo>
                    <a:pt x="2045874" y="704374"/>
                  </a:lnTo>
                  <a:lnTo>
                    <a:pt x="2045856" y="704388"/>
                  </a:lnTo>
                  <a:lnTo>
                    <a:pt x="2045852" y="704423"/>
                  </a:lnTo>
                  <a:lnTo>
                    <a:pt x="2045848" y="704456"/>
                  </a:lnTo>
                  <a:lnTo>
                    <a:pt x="2045877" y="704554"/>
                  </a:lnTo>
                  <a:lnTo>
                    <a:pt x="2045886" y="704585"/>
                  </a:lnTo>
                  <a:lnTo>
                    <a:pt x="2045914" y="704677"/>
                  </a:lnTo>
                  <a:lnTo>
                    <a:pt x="2045922" y="704704"/>
                  </a:lnTo>
                  <a:lnTo>
                    <a:pt x="2046758" y="704867"/>
                  </a:lnTo>
                  <a:lnTo>
                    <a:pt x="2046924" y="704900"/>
                  </a:lnTo>
                  <a:lnTo>
                    <a:pt x="2046941" y="704850"/>
                  </a:lnTo>
                  <a:lnTo>
                    <a:pt x="2046949" y="704847"/>
                  </a:lnTo>
                  <a:lnTo>
                    <a:pt x="2046997" y="704824"/>
                  </a:lnTo>
                  <a:lnTo>
                    <a:pt x="2047015" y="704815"/>
                  </a:lnTo>
                  <a:lnTo>
                    <a:pt x="2047215" y="704719"/>
                  </a:lnTo>
                  <a:lnTo>
                    <a:pt x="2047233" y="704715"/>
                  </a:lnTo>
                  <a:lnTo>
                    <a:pt x="2047301" y="704701"/>
                  </a:lnTo>
                  <a:lnTo>
                    <a:pt x="2047487" y="704663"/>
                  </a:lnTo>
                  <a:lnTo>
                    <a:pt x="2047756" y="704627"/>
                  </a:lnTo>
                  <a:lnTo>
                    <a:pt x="2048122" y="704579"/>
                  </a:lnTo>
                  <a:lnTo>
                    <a:pt x="2048139" y="704661"/>
                  </a:lnTo>
                  <a:lnTo>
                    <a:pt x="2048152" y="705134"/>
                  </a:lnTo>
                  <a:lnTo>
                    <a:pt x="2048240" y="705109"/>
                  </a:lnTo>
                  <a:lnTo>
                    <a:pt x="2048899" y="704924"/>
                  </a:lnTo>
                  <a:lnTo>
                    <a:pt x="2049058" y="704879"/>
                  </a:lnTo>
                  <a:lnTo>
                    <a:pt x="2049142" y="704855"/>
                  </a:lnTo>
                  <a:lnTo>
                    <a:pt x="2049183" y="704844"/>
                  </a:lnTo>
                  <a:lnTo>
                    <a:pt x="2049633" y="704689"/>
                  </a:lnTo>
                  <a:lnTo>
                    <a:pt x="2049721" y="704659"/>
                  </a:lnTo>
                  <a:lnTo>
                    <a:pt x="2049759" y="704646"/>
                  </a:lnTo>
                  <a:lnTo>
                    <a:pt x="2049809" y="704629"/>
                  </a:lnTo>
                  <a:lnTo>
                    <a:pt x="2049853" y="704608"/>
                  </a:lnTo>
                  <a:lnTo>
                    <a:pt x="2049904" y="704583"/>
                  </a:lnTo>
                  <a:lnTo>
                    <a:pt x="2050037" y="704520"/>
                  </a:lnTo>
                  <a:lnTo>
                    <a:pt x="2050214" y="704435"/>
                  </a:lnTo>
                  <a:lnTo>
                    <a:pt x="2050337" y="704357"/>
                  </a:lnTo>
                  <a:lnTo>
                    <a:pt x="2050368" y="704338"/>
                  </a:lnTo>
                  <a:lnTo>
                    <a:pt x="2050453" y="704284"/>
                  </a:lnTo>
                  <a:lnTo>
                    <a:pt x="2050477" y="704269"/>
                  </a:lnTo>
                  <a:lnTo>
                    <a:pt x="2050483" y="704240"/>
                  </a:lnTo>
                  <a:lnTo>
                    <a:pt x="2050491" y="704203"/>
                  </a:lnTo>
                  <a:lnTo>
                    <a:pt x="2050581" y="704121"/>
                  </a:lnTo>
                  <a:lnTo>
                    <a:pt x="2050711" y="704020"/>
                  </a:lnTo>
                  <a:lnTo>
                    <a:pt x="2050796" y="703955"/>
                  </a:lnTo>
                  <a:lnTo>
                    <a:pt x="2050897" y="703877"/>
                  </a:lnTo>
                  <a:lnTo>
                    <a:pt x="2050932" y="703850"/>
                  </a:lnTo>
                  <a:lnTo>
                    <a:pt x="2051081" y="703734"/>
                  </a:lnTo>
                  <a:lnTo>
                    <a:pt x="2051091" y="703727"/>
                  </a:lnTo>
                  <a:lnTo>
                    <a:pt x="2051127" y="703699"/>
                  </a:lnTo>
                  <a:lnTo>
                    <a:pt x="2051227" y="703622"/>
                  </a:lnTo>
                  <a:lnTo>
                    <a:pt x="2051324" y="703572"/>
                  </a:lnTo>
                  <a:lnTo>
                    <a:pt x="2051438" y="703512"/>
                  </a:lnTo>
                  <a:lnTo>
                    <a:pt x="2051829" y="703310"/>
                  </a:lnTo>
                  <a:lnTo>
                    <a:pt x="2051861" y="703293"/>
                  </a:lnTo>
                  <a:lnTo>
                    <a:pt x="2052192" y="703121"/>
                  </a:lnTo>
                  <a:lnTo>
                    <a:pt x="2052462" y="703011"/>
                  </a:lnTo>
                  <a:lnTo>
                    <a:pt x="2052792" y="702993"/>
                  </a:lnTo>
                  <a:lnTo>
                    <a:pt x="2052817" y="702988"/>
                  </a:lnTo>
                  <a:lnTo>
                    <a:pt x="2053003" y="702957"/>
                  </a:lnTo>
                  <a:lnTo>
                    <a:pt x="2053272" y="702912"/>
                  </a:lnTo>
                  <a:lnTo>
                    <a:pt x="2053471" y="702878"/>
                  </a:lnTo>
                  <a:lnTo>
                    <a:pt x="2053662" y="702846"/>
                  </a:lnTo>
                  <a:lnTo>
                    <a:pt x="2054064" y="702642"/>
                  </a:lnTo>
                  <a:lnTo>
                    <a:pt x="2054430" y="702455"/>
                  </a:lnTo>
                  <a:lnTo>
                    <a:pt x="2054522" y="702418"/>
                  </a:lnTo>
                  <a:lnTo>
                    <a:pt x="2054600" y="702386"/>
                  </a:lnTo>
                  <a:lnTo>
                    <a:pt x="2054849" y="702283"/>
                  </a:lnTo>
                  <a:lnTo>
                    <a:pt x="2054903" y="702277"/>
                  </a:lnTo>
                  <a:lnTo>
                    <a:pt x="2054914" y="702282"/>
                  </a:lnTo>
                  <a:lnTo>
                    <a:pt x="2054999" y="702323"/>
                  </a:lnTo>
                  <a:lnTo>
                    <a:pt x="2055125" y="702385"/>
                  </a:lnTo>
                  <a:lnTo>
                    <a:pt x="2055191" y="702404"/>
                  </a:lnTo>
                  <a:lnTo>
                    <a:pt x="2055217" y="702411"/>
                  </a:lnTo>
                  <a:lnTo>
                    <a:pt x="2055324" y="702381"/>
                  </a:lnTo>
                  <a:lnTo>
                    <a:pt x="2055337" y="702377"/>
                  </a:lnTo>
                  <a:lnTo>
                    <a:pt x="2055756" y="702190"/>
                  </a:lnTo>
                  <a:lnTo>
                    <a:pt x="2055566" y="701893"/>
                  </a:lnTo>
                  <a:lnTo>
                    <a:pt x="2055539" y="701851"/>
                  </a:lnTo>
                  <a:lnTo>
                    <a:pt x="2055550" y="701847"/>
                  </a:lnTo>
                  <a:lnTo>
                    <a:pt x="2055930" y="701724"/>
                  </a:lnTo>
                  <a:lnTo>
                    <a:pt x="2055955" y="701709"/>
                  </a:lnTo>
                  <a:lnTo>
                    <a:pt x="2056151" y="701585"/>
                  </a:lnTo>
                  <a:lnTo>
                    <a:pt x="2056177" y="701569"/>
                  </a:lnTo>
                  <a:lnTo>
                    <a:pt x="2056233" y="701534"/>
                  </a:lnTo>
                  <a:lnTo>
                    <a:pt x="2056240" y="701529"/>
                  </a:lnTo>
                  <a:lnTo>
                    <a:pt x="2056433" y="701408"/>
                  </a:lnTo>
                  <a:lnTo>
                    <a:pt x="2056767" y="701802"/>
                  </a:lnTo>
                  <a:lnTo>
                    <a:pt x="2057045" y="701604"/>
                  </a:lnTo>
                  <a:lnTo>
                    <a:pt x="2057052" y="701599"/>
                  </a:lnTo>
                  <a:lnTo>
                    <a:pt x="2057287" y="701352"/>
                  </a:lnTo>
                  <a:lnTo>
                    <a:pt x="2057383" y="701252"/>
                  </a:lnTo>
                  <a:lnTo>
                    <a:pt x="2057528" y="701052"/>
                  </a:lnTo>
                  <a:lnTo>
                    <a:pt x="2057716" y="700793"/>
                  </a:lnTo>
                  <a:lnTo>
                    <a:pt x="2057777" y="700739"/>
                  </a:lnTo>
                  <a:lnTo>
                    <a:pt x="2057872" y="700656"/>
                  </a:lnTo>
                  <a:lnTo>
                    <a:pt x="2057876" y="700652"/>
                  </a:lnTo>
                  <a:lnTo>
                    <a:pt x="2057915" y="700617"/>
                  </a:lnTo>
                  <a:lnTo>
                    <a:pt x="2057937" y="700544"/>
                  </a:lnTo>
                  <a:lnTo>
                    <a:pt x="2057807" y="699969"/>
                  </a:lnTo>
                  <a:lnTo>
                    <a:pt x="2057532" y="699899"/>
                  </a:lnTo>
                  <a:lnTo>
                    <a:pt x="2057510" y="699894"/>
                  </a:lnTo>
                  <a:lnTo>
                    <a:pt x="2057513" y="699876"/>
                  </a:lnTo>
                  <a:lnTo>
                    <a:pt x="2057533" y="699732"/>
                  </a:lnTo>
                  <a:lnTo>
                    <a:pt x="2057546" y="699644"/>
                  </a:lnTo>
                  <a:lnTo>
                    <a:pt x="2057773" y="699586"/>
                  </a:lnTo>
                  <a:lnTo>
                    <a:pt x="2057808" y="699577"/>
                  </a:lnTo>
                  <a:lnTo>
                    <a:pt x="2057793" y="699553"/>
                  </a:lnTo>
                  <a:lnTo>
                    <a:pt x="2057699" y="699406"/>
                  </a:lnTo>
                  <a:lnTo>
                    <a:pt x="2057658" y="699342"/>
                  </a:lnTo>
                  <a:lnTo>
                    <a:pt x="2057646" y="699322"/>
                  </a:lnTo>
                  <a:lnTo>
                    <a:pt x="2057643" y="699318"/>
                  </a:lnTo>
                  <a:lnTo>
                    <a:pt x="2057606" y="699261"/>
                  </a:lnTo>
                  <a:lnTo>
                    <a:pt x="2057564" y="699194"/>
                  </a:lnTo>
                  <a:lnTo>
                    <a:pt x="2057537" y="699184"/>
                  </a:lnTo>
                  <a:lnTo>
                    <a:pt x="2057485" y="699164"/>
                  </a:lnTo>
                  <a:lnTo>
                    <a:pt x="2057283" y="699087"/>
                  </a:lnTo>
                  <a:lnTo>
                    <a:pt x="2057250" y="699075"/>
                  </a:lnTo>
                  <a:lnTo>
                    <a:pt x="2057226" y="699066"/>
                  </a:lnTo>
                  <a:lnTo>
                    <a:pt x="2057107" y="699020"/>
                  </a:lnTo>
                  <a:lnTo>
                    <a:pt x="2057087" y="699013"/>
                  </a:lnTo>
                  <a:lnTo>
                    <a:pt x="2056882" y="698815"/>
                  </a:lnTo>
                  <a:lnTo>
                    <a:pt x="2056875" y="698809"/>
                  </a:lnTo>
                  <a:lnTo>
                    <a:pt x="2056849" y="698783"/>
                  </a:lnTo>
                  <a:lnTo>
                    <a:pt x="2056582" y="698711"/>
                  </a:lnTo>
                  <a:lnTo>
                    <a:pt x="2056562" y="698716"/>
                  </a:lnTo>
                  <a:lnTo>
                    <a:pt x="2056530" y="698724"/>
                  </a:lnTo>
                  <a:lnTo>
                    <a:pt x="2056295" y="698474"/>
                  </a:lnTo>
                  <a:lnTo>
                    <a:pt x="2056037" y="698200"/>
                  </a:lnTo>
                  <a:lnTo>
                    <a:pt x="2055872" y="697910"/>
                  </a:lnTo>
                  <a:lnTo>
                    <a:pt x="2055656" y="697801"/>
                  </a:lnTo>
                  <a:lnTo>
                    <a:pt x="2055541" y="697875"/>
                  </a:lnTo>
                  <a:lnTo>
                    <a:pt x="2055478" y="697916"/>
                  </a:lnTo>
                  <a:lnTo>
                    <a:pt x="2055083" y="697675"/>
                  </a:lnTo>
                  <a:lnTo>
                    <a:pt x="2055021" y="697683"/>
                  </a:lnTo>
                  <a:lnTo>
                    <a:pt x="2054133" y="697810"/>
                  </a:lnTo>
                  <a:lnTo>
                    <a:pt x="2054118" y="697812"/>
                  </a:lnTo>
                  <a:lnTo>
                    <a:pt x="2054027" y="697503"/>
                  </a:lnTo>
                  <a:lnTo>
                    <a:pt x="2053987" y="697370"/>
                  </a:lnTo>
                  <a:lnTo>
                    <a:pt x="2053979" y="697343"/>
                  </a:lnTo>
                  <a:lnTo>
                    <a:pt x="2054134" y="697300"/>
                  </a:lnTo>
                  <a:lnTo>
                    <a:pt x="2054134" y="697295"/>
                  </a:lnTo>
                  <a:lnTo>
                    <a:pt x="2054137" y="697091"/>
                  </a:lnTo>
                  <a:lnTo>
                    <a:pt x="2054140" y="696896"/>
                  </a:lnTo>
                  <a:lnTo>
                    <a:pt x="2054107" y="696772"/>
                  </a:lnTo>
                  <a:lnTo>
                    <a:pt x="2054052" y="696725"/>
                  </a:lnTo>
                  <a:lnTo>
                    <a:pt x="2053999" y="696711"/>
                  </a:lnTo>
                  <a:lnTo>
                    <a:pt x="2053982" y="696718"/>
                  </a:lnTo>
                  <a:lnTo>
                    <a:pt x="2053792" y="696798"/>
                  </a:lnTo>
                  <a:lnTo>
                    <a:pt x="2053764" y="696836"/>
                  </a:lnTo>
                  <a:lnTo>
                    <a:pt x="2053680" y="696757"/>
                  </a:lnTo>
                  <a:lnTo>
                    <a:pt x="2053640" y="696718"/>
                  </a:lnTo>
                  <a:lnTo>
                    <a:pt x="2053533" y="696617"/>
                  </a:lnTo>
                  <a:lnTo>
                    <a:pt x="2053516" y="696549"/>
                  </a:lnTo>
                  <a:lnTo>
                    <a:pt x="2053522" y="696438"/>
                  </a:lnTo>
                  <a:lnTo>
                    <a:pt x="2053561" y="696295"/>
                  </a:lnTo>
                  <a:lnTo>
                    <a:pt x="2053564" y="696281"/>
                  </a:lnTo>
                  <a:lnTo>
                    <a:pt x="2053609" y="696249"/>
                  </a:lnTo>
                  <a:lnTo>
                    <a:pt x="2053629" y="696234"/>
                  </a:lnTo>
                  <a:lnTo>
                    <a:pt x="2053866" y="696058"/>
                  </a:lnTo>
                  <a:lnTo>
                    <a:pt x="2054025" y="696075"/>
                  </a:lnTo>
                  <a:lnTo>
                    <a:pt x="2054060" y="696079"/>
                  </a:lnTo>
                  <a:lnTo>
                    <a:pt x="2054200" y="696094"/>
                  </a:lnTo>
                  <a:lnTo>
                    <a:pt x="2054225" y="696096"/>
                  </a:lnTo>
                  <a:lnTo>
                    <a:pt x="2054336" y="696108"/>
                  </a:lnTo>
                  <a:lnTo>
                    <a:pt x="2054349" y="696109"/>
                  </a:lnTo>
                  <a:lnTo>
                    <a:pt x="2054522" y="696128"/>
                  </a:lnTo>
                  <a:lnTo>
                    <a:pt x="2054563" y="696067"/>
                  </a:lnTo>
                  <a:lnTo>
                    <a:pt x="2054581" y="696041"/>
                  </a:lnTo>
                  <a:lnTo>
                    <a:pt x="2054598" y="696016"/>
                  </a:lnTo>
                  <a:lnTo>
                    <a:pt x="2054602" y="695878"/>
                  </a:lnTo>
                  <a:lnTo>
                    <a:pt x="2054603" y="695847"/>
                  </a:lnTo>
                  <a:lnTo>
                    <a:pt x="2054604" y="695822"/>
                  </a:lnTo>
                  <a:lnTo>
                    <a:pt x="2054608" y="695693"/>
                  </a:lnTo>
                  <a:lnTo>
                    <a:pt x="2054609" y="695663"/>
                  </a:lnTo>
                  <a:lnTo>
                    <a:pt x="2054609" y="695646"/>
                  </a:lnTo>
                  <a:lnTo>
                    <a:pt x="2054579" y="695640"/>
                  </a:lnTo>
                  <a:lnTo>
                    <a:pt x="2054451" y="695616"/>
                  </a:lnTo>
                  <a:lnTo>
                    <a:pt x="2054000" y="695604"/>
                  </a:lnTo>
                  <a:lnTo>
                    <a:pt x="2053883" y="695601"/>
                  </a:lnTo>
                  <a:lnTo>
                    <a:pt x="2053727" y="695518"/>
                  </a:lnTo>
                  <a:lnTo>
                    <a:pt x="2053649" y="695274"/>
                  </a:lnTo>
                  <a:lnTo>
                    <a:pt x="2053621" y="695069"/>
                  </a:lnTo>
                  <a:lnTo>
                    <a:pt x="2053725" y="695014"/>
                  </a:lnTo>
                  <a:lnTo>
                    <a:pt x="2053745" y="695013"/>
                  </a:lnTo>
                  <a:lnTo>
                    <a:pt x="2053833" y="695011"/>
                  </a:lnTo>
                  <a:lnTo>
                    <a:pt x="2053963" y="695035"/>
                  </a:lnTo>
                  <a:lnTo>
                    <a:pt x="2054181" y="695075"/>
                  </a:lnTo>
                  <a:lnTo>
                    <a:pt x="2054370" y="695063"/>
                  </a:lnTo>
                  <a:lnTo>
                    <a:pt x="2054393" y="695000"/>
                  </a:lnTo>
                  <a:lnTo>
                    <a:pt x="2054413" y="694945"/>
                  </a:lnTo>
                  <a:lnTo>
                    <a:pt x="2054603" y="694942"/>
                  </a:lnTo>
                  <a:lnTo>
                    <a:pt x="2055241" y="695063"/>
                  </a:lnTo>
                  <a:lnTo>
                    <a:pt x="2055377" y="695107"/>
                  </a:lnTo>
                  <a:lnTo>
                    <a:pt x="2055420" y="695114"/>
                  </a:lnTo>
                  <a:lnTo>
                    <a:pt x="2055426" y="695116"/>
                  </a:lnTo>
                  <a:lnTo>
                    <a:pt x="2055517" y="695132"/>
                  </a:lnTo>
                  <a:lnTo>
                    <a:pt x="2055531" y="695134"/>
                  </a:lnTo>
                  <a:lnTo>
                    <a:pt x="2055644" y="694952"/>
                  </a:lnTo>
                  <a:lnTo>
                    <a:pt x="2055664" y="694921"/>
                  </a:lnTo>
                  <a:lnTo>
                    <a:pt x="2055692" y="694554"/>
                  </a:lnTo>
                  <a:lnTo>
                    <a:pt x="2055764" y="694511"/>
                  </a:lnTo>
                  <a:lnTo>
                    <a:pt x="2055919" y="694418"/>
                  </a:lnTo>
                  <a:lnTo>
                    <a:pt x="2055898" y="694381"/>
                  </a:lnTo>
                  <a:lnTo>
                    <a:pt x="2055855" y="694308"/>
                  </a:lnTo>
                  <a:lnTo>
                    <a:pt x="2055849" y="694298"/>
                  </a:lnTo>
                  <a:lnTo>
                    <a:pt x="2055811" y="694232"/>
                  </a:lnTo>
                  <a:lnTo>
                    <a:pt x="2055048" y="694050"/>
                  </a:lnTo>
                  <a:lnTo>
                    <a:pt x="2054829" y="693893"/>
                  </a:lnTo>
                  <a:lnTo>
                    <a:pt x="2054621" y="693630"/>
                  </a:lnTo>
                  <a:lnTo>
                    <a:pt x="2054537" y="693495"/>
                  </a:lnTo>
                  <a:lnTo>
                    <a:pt x="2054492" y="693422"/>
                  </a:lnTo>
                  <a:lnTo>
                    <a:pt x="2054101" y="693422"/>
                  </a:lnTo>
                  <a:lnTo>
                    <a:pt x="2054091" y="693442"/>
                  </a:lnTo>
                  <a:lnTo>
                    <a:pt x="2054089" y="693447"/>
                  </a:lnTo>
                  <a:lnTo>
                    <a:pt x="2054085" y="693454"/>
                  </a:lnTo>
                  <a:lnTo>
                    <a:pt x="2054075" y="693475"/>
                  </a:lnTo>
                  <a:lnTo>
                    <a:pt x="2054065" y="693495"/>
                  </a:lnTo>
                  <a:lnTo>
                    <a:pt x="2054038" y="693548"/>
                  </a:lnTo>
                  <a:lnTo>
                    <a:pt x="2053987" y="693652"/>
                  </a:lnTo>
                  <a:lnTo>
                    <a:pt x="2053959" y="693641"/>
                  </a:lnTo>
                  <a:lnTo>
                    <a:pt x="2053945" y="693635"/>
                  </a:lnTo>
                  <a:lnTo>
                    <a:pt x="2053895" y="693614"/>
                  </a:lnTo>
                  <a:lnTo>
                    <a:pt x="2053852" y="693542"/>
                  </a:lnTo>
                  <a:lnTo>
                    <a:pt x="2053847" y="693534"/>
                  </a:lnTo>
                  <a:lnTo>
                    <a:pt x="2053691" y="693124"/>
                  </a:lnTo>
                  <a:lnTo>
                    <a:pt x="2053700" y="693023"/>
                  </a:lnTo>
                  <a:lnTo>
                    <a:pt x="2053708" y="692947"/>
                  </a:lnTo>
                  <a:lnTo>
                    <a:pt x="2053774" y="692844"/>
                  </a:lnTo>
                  <a:lnTo>
                    <a:pt x="2053811" y="692787"/>
                  </a:lnTo>
                  <a:lnTo>
                    <a:pt x="2053845" y="692735"/>
                  </a:lnTo>
                  <a:lnTo>
                    <a:pt x="2053888" y="692739"/>
                  </a:lnTo>
                  <a:lnTo>
                    <a:pt x="2054071" y="692758"/>
                  </a:lnTo>
                  <a:lnTo>
                    <a:pt x="2054079" y="692758"/>
                  </a:lnTo>
                  <a:lnTo>
                    <a:pt x="2054098" y="692760"/>
                  </a:lnTo>
                  <a:lnTo>
                    <a:pt x="2054246" y="692775"/>
                  </a:lnTo>
                  <a:lnTo>
                    <a:pt x="2054265" y="692778"/>
                  </a:lnTo>
                  <a:lnTo>
                    <a:pt x="2054466" y="692807"/>
                  </a:lnTo>
                  <a:lnTo>
                    <a:pt x="2054528" y="692816"/>
                  </a:lnTo>
                  <a:lnTo>
                    <a:pt x="2054626" y="692830"/>
                  </a:lnTo>
                  <a:lnTo>
                    <a:pt x="2054674" y="692837"/>
                  </a:lnTo>
                  <a:lnTo>
                    <a:pt x="2054688" y="692829"/>
                  </a:lnTo>
                  <a:lnTo>
                    <a:pt x="2054759" y="692790"/>
                  </a:lnTo>
                  <a:lnTo>
                    <a:pt x="2054779" y="692779"/>
                  </a:lnTo>
                  <a:lnTo>
                    <a:pt x="2054961" y="692678"/>
                  </a:lnTo>
                  <a:lnTo>
                    <a:pt x="2054982" y="692666"/>
                  </a:lnTo>
                  <a:lnTo>
                    <a:pt x="2054988" y="692659"/>
                  </a:lnTo>
                  <a:lnTo>
                    <a:pt x="2054999" y="692648"/>
                  </a:lnTo>
                  <a:lnTo>
                    <a:pt x="2055004" y="692642"/>
                  </a:lnTo>
                  <a:lnTo>
                    <a:pt x="2055026" y="692617"/>
                  </a:lnTo>
                  <a:lnTo>
                    <a:pt x="2055107" y="692525"/>
                  </a:lnTo>
                  <a:lnTo>
                    <a:pt x="2055103" y="692496"/>
                  </a:lnTo>
                  <a:lnTo>
                    <a:pt x="2055100" y="692474"/>
                  </a:lnTo>
                  <a:lnTo>
                    <a:pt x="2055098" y="692456"/>
                  </a:lnTo>
                  <a:lnTo>
                    <a:pt x="2055099" y="692452"/>
                  </a:lnTo>
                  <a:lnTo>
                    <a:pt x="2055105" y="692438"/>
                  </a:lnTo>
                  <a:lnTo>
                    <a:pt x="2055113" y="692419"/>
                  </a:lnTo>
                  <a:lnTo>
                    <a:pt x="2055133" y="692370"/>
                  </a:lnTo>
                  <a:lnTo>
                    <a:pt x="2055143" y="692345"/>
                  </a:lnTo>
                  <a:lnTo>
                    <a:pt x="2055164" y="692326"/>
                  </a:lnTo>
                  <a:lnTo>
                    <a:pt x="2055259" y="692308"/>
                  </a:lnTo>
                  <a:lnTo>
                    <a:pt x="2055286" y="692318"/>
                  </a:lnTo>
                  <a:lnTo>
                    <a:pt x="2055632" y="692470"/>
                  </a:lnTo>
                  <a:lnTo>
                    <a:pt x="2055680" y="692491"/>
                  </a:lnTo>
                  <a:lnTo>
                    <a:pt x="2055702" y="692511"/>
                  </a:lnTo>
                  <a:lnTo>
                    <a:pt x="2055781" y="692583"/>
                  </a:lnTo>
                  <a:lnTo>
                    <a:pt x="2055803" y="692584"/>
                  </a:lnTo>
                  <a:lnTo>
                    <a:pt x="2056029" y="692601"/>
                  </a:lnTo>
                  <a:lnTo>
                    <a:pt x="2056227" y="692639"/>
                  </a:lnTo>
                  <a:lnTo>
                    <a:pt x="2056832" y="692756"/>
                  </a:lnTo>
                  <a:lnTo>
                    <a:pt x="2057304" y="692655"/>
                  </a:lnTo>
                  <a:lnTo>
                    <a:pt x="2057475" y="692541"/>
                  </a:lnTo>
                  <a:lnTo>
                    <a:pt x="2057556" y="692487"/>
                  </a:lnTo>
                  <a:lnTo>
                    <a:pt x="2057654" y="692422"/>
                  </a:lnTo>
                  <a:lnTo>
                    <a:pt x="2057959" y="692219"/>
                  </a:lnTo>
                  <a:lnTo>
                    <a:pt x="2057930" y="692138"/>
                  </a:lnTo>
                  <a:lnTo>
                    <a:pt x="2057919" y="692108"/>
                  </a:lnTo>
                  <a:lnTo>
                    <a:pt x="2057890" y="692024"/>
                  </a:lnTo>
                  <a:lnTo>
                    <a:pt x="2057861" y="691943"/>
                  </a:lnTo>
                  <a:lnTo>
                    <a:pt x="2057809" y="691866"/>
                  </a:lnTo>
                  <a:lnTo>
                    <a:pt x="2057806" y="691860"/>
                  </a:lnTo>
                  <a:lnTo>
                    <a:pt x="2057797" y="691848"/>
                  </a:lnTo>
                  <a:lnTo>
                    <a:pt x="2057718" y="691728"/>
                  </a:lnTo>
                  <a:lnTo>
                    <a:pt x="2057709" y="691715"/>
                  </a:lnTo>
                  <a:lnTo>
                    <a:pt x="2057687" y="691681"/>
                  </a:lnTo>
                  <a:lnTo>
                    <a:pt x="2057681" y="691677"/>
                  </a:lnTo>
                  <a:lnTo>
                    <a:pt x="2057475" y="691301"/>
                  </a:lnTo>
                  <a:lnTo>
                    <a:pt x="2057105" y="691001"/>
                  </a:lnTo>
                  <a:lnTo>
                    <a:pt x="2057159" y="690934"/>
                  </a:lnTo>
                  <a:lnTo>
                    <a:pt x="2057281" y="690892"/>
                  </a:lnTo>
                  <a:lnTo>
                    <a:pt x="2057450" y="691053"/>
                  </a:lnTo>
                  <a:lnTo>
                    <a:pt x="2057997" y="690795"/>
                  </a:lnTo>
                  <a:lnTo>
                    <a:pt x="2058232" y="690684"/>
                  </a:lnTo>
                  <a:lnTo>
                    <a:pt x="2058436" y="690902"/>
                  </a:lnTo>
                  <a:lnTo>
                    <a:pt x="2058446" y="690912"/>
                  </a:lnTo>
                  <a:lnTo>
                    <a:pt x="2058514" y="690986"/>
                  </a:lnTo>
                  <a:lnTo>
                    <a:pt x="2058599" y="690968"/>
                  </a:lnTo>
                  <a:lnTo>
                    <a:pt x="2058619" y="690895"/>
                  </a:lnTo>
                  <a:lnTo>
                    <a:pt x="2058869" y="690873"/>
                  </a:lnTo>
                  <a:lnTo>
                    <a:pt x="2058874" y="690878"/>
                  </a:lnTo>
                  <a:lnTo>
                    <a:pt x="2059154" y="691141"/>
                  </a:lnTo>
                  <a:lnTo>
                    <a:pt x="2059420" y="691288"/>
                  </a:lnTo>
                  <a:lnTo>
                    <a:pt x="2059525" y="691284"/>
                  </a:lnTo>
                  <a:lnTo>
                    <a:pt x="2059608" y="691281"/>
                  </a:lnTo>
                  <a:lnTo>
                    <a:pt x="2059679" y="691220"/>
                  </a:lnTo>
                  <a:lnTo>
                    <a:pt x="2059745" y="691162"/>
                  </a:lnTo>
                  <a:lnTo>
                    <a:pt x="2059736" y="690802"/>
                  </a:lnTo>
                  <a:lnTo>
                    <a:pt x="2059789" y="690549"/>
                  </a:lnTo>
                  <a:lnTo>
                    <a:pt x="2059774" y="690550"/>
                  </a:lnTo>
                  <a:lnTo>
                    <a:pt x="2059377" y="690559"/>
                  </a:lnTo>
                  <a:lnTo>
                    <a:pt x="2059148" y="690517"/>
                  </a:lnTo>
                  <a:lnTo>
                    <a:pt x="2059188" y="690353"/>
                  </a:lnTo>
                  <a:lnTo>
                    <a:pt x="2059422" y="690286"/>
                  </a:lnTo>
                  <a:lnTo>
                    <a:pt x="2059271" y="689860"/>
                  </a:lnTo>
                  <a:lnTo>
                    <a:pt x="2059265" y="689860"/>
                  </a:lnTo>
                  <a:lnTo>
                    <a:pt x="2059191" y="689793"/>
                  </a:lnTo>
                  <a:lnTo>
                    <a:pt x="2058839" y="689482"/>
                  </a:lnTo>
                  <a:lnTo>
                    <a:pt x="2058832" y="689482"/>
                  </a:lnTo>
                  <a:lnTo>
                    <a:pt x="2058823" y="689480"/>
                  </a:lnTo>
                  <a:lnTo>
                    <a:pt x="2058819" y="689474"/>
                  </a:lnTo>
                  <a:lnTo>
                    <a:pt x="2058816" y="689468"/>
                  </a:lnTo>
                  <a:lnTo>
                    <a:pt x="2058816" y="689463"/>
                  </a:lnTo>
                  <a:lnTo>
                    <a:pt x="2058818" y="689457"/>
                  </a:lnTo>
                  <a:lnTo>
                    <a:pt x="2058822" y="689451"/>
                  </a:lnTo>
                  <a:lnTo>
                    <a:pt x="2058828" y="689447"/>
                  </a:lnTo>
                  <a:lnTo>
                    <a:pt x="2058833" y="689443"/>
                  </a:lnTo>
                  <a:lnTo>
                    <a:pt x="2058838" y="689441"/>
                  </a:lnTo>
                  <a:lnTo>
                    <a:pt x="2058926" y="689312"/>
                  </a:lnTo>
                  <a:lnTo>
                    <a:pt x="2058966" y="689252"/>
                  </a:lnTo>
                  <a:lnTo>
                    <a:pt x="2058970" y="689246"/>
                  </a:lnTo>
                  <a:lnTo>
                    <a:pt x="2058997" y="689207"/>
                  </a:lnTo>
                  <a:lnTo>
                    <a:pt x="2059048" y="689132"/>
                  </a:lnTo>
                  <a:lnTo>
                    <a:pt x="2059186" y="688930"/>
                  </a:lnTo>
                  <a:lnTo>
                    <a:pt x="2059230" y="688866"/>
                  </a:lnTo>
                  <a:lnTo>
                    <a:pt x="2059379" y="688944"/>
                  </a:lnTo>
                  <a:lnTo>
                    <a:pt x="2059505" y="688955"/>
                  </a:lnTo>
                  <a:lnTo>
                    <a:pt x="2059615" y="688965"/>
                  </a:lnTo>
                  <a:lnTo>
                    <a:pt x="2059765" y="688692"/>
                  </a:lnTo>
                  <a:lnTo>
                    <a:pt x="2059751" y="688658"/>
                  </a:lnTo>
                  <a:lnTo>
                    <a:pt x="2059497" y="688657"/>
                  </a:lnTo>
                  <a:lnTo>
                    <a:pt x="2059335" y="688656"/>
                  </a:lnTo>
                  <a:lnTo>
                    <a:pt x="2059334" y="688620"/>
                  </a:lnTo>
                  <a:lnTo>
                    <a:pt x="2059334" y="688500"/>
                  </a:lnTo>
                  <a:lnTo>
                    <a:pt x="2059568" y="688060"/>
                  </a:lnTo>
                  <a:lnTo>
                    <a:pt x="2059887" y="687710"/>
                  </a:lnTo>
                  <a:lnTo>
                    <a:pt x="2060024" y="687691"/>
                  </a:lnTo>
                  <a:lnTo>
                    <a:pt x="2059989" y="687528"/>
                  </a:lnTo>
                  <a:lnTo>
                    <a:pt x="2060014" y="687453"/>
                  </a:lnTo>
                  <a:lnTo>
                    <a:pt x="2060081" y="687414"/>
                  </a:lnTo>
                  <a:lnTo>
                    <a:pt x="2060145" y="687401"/>
                  </a:lnTo>
                  <a:lnTo>
                    <a:pt x="2060209" y="687388"/>
                  </a:lnTo>
                  <a:lnTo>
                    <a:pt x="2060321" y="687397"/>
                  </a:lnTo>
                  <a:lnTo>
                    <a:pt x="2060346" y="687399"/>
                  </a:lnTo>
                  <a:lnTo>
                    <a:pt x="2060365" y="687400"/>
                  </a:lnTo>
                  <a:lnTo>
                    <a:pt x="2060842" y="687729"/>
                  </a:lnTo>
                  <a:lnTo>
                    <a:pt x="2060889" y="687747"/>
                  </a:lnTo>
                  <a:lnTo>
                    <a:pt x="2061467" y="687968"/>
                  </a:lnTo>
                  <a:lnTo>
                    <a:pt x="2061570" y="687961"/>
                  </a:lnTo>
                  <a:lnTo>
                    <a:pt x="2063027" y="688161"/>
                  </a:lnTo>
                  <a:lnTo>
                    <a:pt x="2063361" y="688126"/>
                  </a:lnTo>
                  <a:lnTo>
                    <a:pt x="2063606" y="688019"/>
                  </a:lnTo>
                  <a:lnTo>
                    <a:pt x="2063694" y="687981"/>
                  </a:lnTo>
                  <a:lnTo>
                    <a:pt x="2063988" y="687909"/>
                  </a:lnTo>
                  <a:lnTo>
                    <a:pt x="2064407" y="687807"/>
                  </a:lnTo>
                  <a:lnTo>
                    <a:pt x="2064455" y="687822"/>
                  </a:lnTo>
                  <a:lnTo>
                    <a:pt x="2064440" y="688029"/>
                  </a:lnTo>
                  <a:lnTo>
                    <a:pt x="2064620" y="688110"/>
                  </a:lnTo>
                  <a:lnTo>
                    <a:pt x="2064723" y="688109"/>
                  </a:lnTo>
                  <a:lnTo>
                    <a:pt x="2064811" y="688109"/>
                  </a:lnTo>
                  <a:lnTo>
                    <a:pt x="2064824" y="688109"/>
                  </a:lnTo>
                  <a:lnTo>
                    <a:pt x="2065105" y="688033"/>
                  </a:lnTo>
                  <a:lnTo>
                    <a:pt x="2065112" y="688031"/>
                  </a:lnTo>
                  <a:lnTo>
                    <a:pt x="2065173" y="687965"/>
                  </a:lnTo>
                  <a:lnTo>
                    <a:pt x="2065460" y="687651"/>
                  </a:lnTo>
                  <a:lnTo>
                    <a:pt x="2065560" y="687540"/>
                  </a:lnTo>
                  <a:lnTo>
                    <a:pt x="2066187" y="687039"/>
                  </a:lnTo>
                  <a:lnTo>
                    <a:pt x="2066444" y="687047"/>
                  </a:lnTo>
                  <a:lnTo>
                    <a:pt x="2066481" y="687048"/>
                  </a:lnTo>
                  <a:lnTo>
                    <a:pt x="2066639" y="687045"/>
                  </a:lnTo>
                  <a:lnTo>
                    <a:pt x="2066634" y="686810"/>
                  </a:lnTo>
                  <a:lnTo>
                    <a:pt x="2066633" y="686747"/>
                  </a:lnTo>
                  <a:lnTo>
                    <a:pt x="2066911" y="686772"/>
                  </a:lnTo>
                  <a:lnTo>
                    <a:pt x="2066911" y="686821"/>
                  </a:lnTo>
                  <a:lnTo>
                    <a:pt x="2066910" y="687004"/>
                  </a:lnTo>
                  <a:lnTo>
                    <a:pt x="2067271" y="686967"/>
                  </a:lnTo>
                  <a:lnTo>
                    <a:pt x="2067261" y="686855"/>
                  </a:lnTo>
                  <a:lnTo>
                    <a:pt x="2067209" y="686752"/>
                  </a:lnTo>
                  <a:lnTo>
                    <a:pt x="2067189" y="686712"/>
                  </a:lnTo>
                  <a:lnTo>
                    <a:pt x="2067186" y="686705"/>
                  </a:lnTo>
                  <a:lnTo>
                    <a:pt x="2067307" y="686686"/>
                  </a:lnTo>
                  <a:lnTo>
                    <a:pt x="2067432" y="686666"/>
                  </a:lnTo>
                  <a:lnTo>
                    <a:pt x="2067833" y="686603"/>
                  </a:lnTo>
                  <a:lnTo>
                    <a:pt x="2067979" y="686580"/>
                  </a:lnTo>
                  <a:lnTo>
                    <a:pt x="2068060" y="686535"/>
                  </a:lnTo>
                  <a:lnTo>
                    <a:pt x="2068028" y="686519"/>
                  </a:lnTo>
                  <a:lnTo>
                    <a:pt x="2068000" y="686505"/>
                  </a:lnTo>
                  <a:lnTo>
                    <a:pt x="2067970" y="686490"/>
                  </a:lnTo>
                  <a:lnTo>
                    <a:pt x="2067799" y="686470"/>
                  </a:lnTo>
                  <a:lnTo>
                    <a:pt x="2067770" y="686467"/>
                  </a:lnTo>
                  <a:lnTo>
                    <a:pt x="2067501" y="686436"/>
                  </a:lnTo>
                  <a:lnTo>
                    <a:pt x="2067190" y="686433"/>
                  </a:lnTo>
                  <a:lnTo>
                    <a:pt x="2067056" y="686432"/>
                  </a:lnTo>
                  <a:lnTo>
                    <a:pt x="2066959" y="686431"/>
                  </a:lnTo>
                  <a:lnTo>
                    <a:pt x="2066946" y="686431"/>
                  </a:lnTo>
                  <a:lnTo>
                    <a:pt x="2066882" y="686430"/>
                  </a:lnTo>
                  <a:lnTo>
                    <a:pt x="2066630" y="686428"/>
                  </a:lnTo>
                  <a:lnTo>
                    <a:pt x="2066521" y="686427"/>
                  </a:lnTo>
                  <a:lnTo>
                    <a:pt x="2066234" y="686470"/>
                  </a:lnTo>
                  <a:lnTo>
                    <a:pt x="2065926" y="686537"/>
                  </a:lnTo>
                  <a:lnTo>
                    <a:pt x="2065907" y="686543"/>
                  </a:lnTo>
                  <a:lnTo>
                    <a:pt x="2065794" y="686579"/>
                  </a:lnTo>
                  <a:lnTo>
                    <a:pt x="2065278" y="686745"/>
                  </a:lnTo>
                  <a:lnTo>
                    <a:pt x="2065209" y="686767"/>
                  </a:lnTo>
                  <a:lnTo>
                    <a:pt x="2064961" y="686917"/>
                  </a:lnTo>
                  <a:lnTo>
                    <a:pt x="2064248" y="687242"/>
                  </a:lnTo>
                  <a:lnTo>
                    <a:pt x="2063978" y="687332"/>
                  </a:lnTo>
                  <a:lnTo>
                    <a:pt x="2063704" y="687424"/>
                  </a:lnTo>
                  <a:lnTo>
                    <a:pt x="2063644" y="687415"/>
                  </a:lnTo>
                  <a:lnTo>
                    <a:pt x="2063613" y="687411"/>
                  </a:lnTo>
                  <a:lnTo>
                    <a:pt x="2063570" y="687405"/>
                  </a:lnTo>
                  <a:lnTo>
                    <a:pt x="2063488" y="687393"/>
                  </a:lnTo>
                  <a:lnTo>
                    <a:pt x="2063453" y="687390"/>
                  </a:lnTo>
                  <a:lnTo>
                    <a:pt x="2063001" y="687356"/>
                  </a:lnTo>
                  <a:lnTo>
                    <a:pt x="2062624" y="687327"/>
                  </a:lnTo>
                  <a:lnTo>
                    <a:pt x="2062170" y="687318"/>
                  </a:lnTo>
                  <a:lnTo>
                    <a:pt x="2062054" y="687330"/>
                  </a:lnTo>
                  <a:lnTo>
                    <a:pt x="2061973" y="687339"/>
                  </a:lnTo>
                  <a:lnTo>
                    <a:pt x="2061682" y="687369"/>
                  </a:lnTo>
                  <a:lnTo>
                    <a:pt x="2061613" y="687391"/>
                  </a:lnTo>
                  <a:lnTo>
                    <a:pt x="2061524" y="687418"/>
                  </a:lnTo>
                  <a:lnTo>
                    <a:pt x="2060926" y="687393"/>
                  </a:lnTo>
                  <a:lnTo>
                    <a:pt x="2060839" y="687358"/>
                  </a:lnTo>
                  <a:lnTo>
                    <a:pt x="2060631" y="687275"/>
                  </a:lnTo>
                  <a:lnTo>
                    <a:pt x="2060621" y="687268"/>
                  </a:lnTo>
                  <a:lnTo>
                    <a:pt x="2060592" y="687247"/>
                  </a:lnTo>
                  <a:lnTo>
                    <a:pt x="2060335" y="687063"/>
                  </a:lnTo>
                  <a:lnTo>
                    <a:pt x="2060304" y="687054"/>
                  </a:lnTo>
                  <a:lnTo>
                    <a:pt x="2060179" y="687019"/>
                  </a:lnTo>
                  <a:lnTo>
                    <a:pt x="2060136" y="687007"/>
                  </a:lnTo>
                  <a:lnTo>
                    <a:pt x="2059984" y="686964"/>
                  </a:lnTo>
                  <a:lnTo>
                    <a:pt x="2059790" y="686910"/>
                  </a:lnTo>
                  <a:lnTo>
                    <a:pt x="2059389" y="686696"/>
                  </a:lnTo>
                  <a:lnTo>
                    <a:pt x="2059178" y="686572"/>
                  </a:lnTo>
                  <a:lnTo>
                    <a:pt x="2058840" y="686373"/>
                  </a:lnTo>
                  <a:lnTo>
                    <a:pt x="2058840" y="686112"/>
                  </a:lnTo>
                  <a:lnTo>
                    <a:pt x="2058760" y="686053"/>
                  </a:lnTo>
                  <a:lnTo>
                    <a:pt x="2058751" y="686088"/>
                  </a:lnTo>
                  <a:lnTo>
                    <a:pt x="2058724" y="686184"/>
                  </a:lnTo>
                  <a:lnTo>
                    <a:pt x="2058672" y="686369"/>
                  </a:lnTo>
                  <a:lnTo>
                    <a:pt x="2058630" y="686411"/>
                  </a:lnTo>
                  <a:lnTo>
                    <a:pt x="2058519" y="686848"/>
                  </a:lnTo>
                  <a:lnTo>
                    <a:pt x="2058584" y="687015"/>
                  </a:lnTo>
                  <a:lnTo>
                    <a:pt x="2058699" y="687229"/>
                  </a:lnTo>
                  <a:lnTo>
                    <a:pt x="2058799" y="687412"/>
                  </a:lnTo>
                  <a:lnTo>
                    <a:pt x="2058981" y="687682"/>
                  </a:lnTo>
                  <a:lnTo>
                    <a:pt x="2059007" y="687766"/>
                  </a:lnTo>
                  <a:lnTo>
                    <a:pt x="2059026" y="687825"/>
                  </a:lnTo>
                  <a:lnTo>
                    <a:pt x="2058756" y="688307"/>
                  </a:lnTo>
                  <a:lnTo>
                    <a:pt x="2058564" y="688469"/>
                  </a:lnTo>
                  <a:lnTo>
                    <a:pt x="2058450" y="688566"/>
                  </a:lnTo>
                  <a:lnTo>
                    <a:pt x="2057985" y="688734"/>
                  </a:lnTo>
                  <a:lnTo>
                    <a:pt x="2057893" y="688757"/>
                  </a:lnTo>
                  <a:lnTo>
                    <a:pt x="2057853" y="688767"/>
                  </a:lnTo>
                  <a:lnTo>
                    <a:pt x="2057830" y="688773"/>
                  </a:lnTo>
                  <a:lnTo>
                    <a:pt x="2057763" y="688790"/>
                  </a:lnTo>
                  <a:lnTo>
                    <a:pt x="2057736" y="688797"/>
                  </a:lnTo>
                  <a:lnTo>
                    <a:pt x="2057714" y="688803"/>
                  </a:lnTo>
                  <a:lnTo>
                    <a:pt x="2057803" y="689058"/>
                  </a:lnTo>
                  <a:lnTo>
                    <a:pt x="2057531" y="689121"/>
                  </a:lnTo>
                  <a:lnTo>
                    <a:pt x="2057421" y="688754"/>
                  </a:lnTo>
                  <a:lnTo>
                    <a:pt x="2057203" y="688794"/>
                  </a:lnTo>
                  <a:lnTo>
                    <a:pt x="2057172" y="688800"/>
                  </a:lnTo>
                  <a:lnTo>
                    <a:pt x="2056850" y="688888"/>
                  </a:lnTo>
                  <a:lnTo>
                    <a:pt x="2056799" y="688902"/>
                  </a:lnTo>
                  <a:lnTo>
                    <a:pt x="2056787" y="688906"/>
                  </a:lnTo>
                  <a:lnTo>
                    <a:pt x="2056776" y="688909"/>
                  </a:lnTo>
                  <a:lnTo>
                    <a:pt x="2056782" y="688925"/>
                  </a:lnTo>
                  <a:lnTo>
                    <a:pt x="2056839" y="689075"/>
                  </a:lnTo>
                  <a:lnTo>
                    <a:pt x="2056673" y="689140"/>
                  </a:lnTo>
                  <a:lnTo>
                    <a:pt x="2056226" y="689255"/>
                  </a:lnTo>
                  <a:lnTo>
                    <a:pt x="2055798" y="689301"/>
                  </a:lnTo>
                  <a:lnTo>
                    <a:pt x="2055792" y="689302"/>
                  </a:lnTo>
                  <a:lnTo>
                    <a:pt x="2055778" y="689304"/>
                  </a:lnTo>
                  <a:lnTo>
                    <a:pt x="2055670" y="689298"/>
                  </a:lnTo>
                  <a:lnTo>
                    <a:pt x="2055486" y="689289"/>
                  </a:lnTo>
                  <a:lnTo>
                    <a:pt x="2055350" y="689780"/>
                  </a:lnTo>
                  <a:lnTo>
                    <a:pt x="2055077" y="689959"/>
                  </a:lnTo>
                  <a:lnTo>
                    <a:pt x="2053789" y="690128"/>
                  </a:lnTo>
                  <a:lnTo>
                    <a:pt x="2053770" y="690130"/>
                  </a:lnTo>
                  <a:lnTo>
                    <a:pt x="2052971" y="690235"/>
                  </a:lnTo>
                  <a:lnTo>
                    <a:pt x="2052965" y="690235"/>
                  </a:lnTo>
                  <a:lnTo>
                    <a:pt x="2052744" y="690264"/>
                  </a:lnTo>
                  <a:lnTo>
                    <a:pt x="2052632" y="690063"/>
                  </a:lnTo>
                  <a:lnTo>
                    <a:pt x="2052612" y="690063"/>
                  </a:lnTo>
                  <a:lnTo>
                    <a:pt x="2052601" y="690063"/>
                  </a:lnTo>
                  <a:lnTo>
                    <a:pt x="2052589" y="690064"/>
                  </a:lnTo>
                  <a:lnTo>
                    <a:pt x="2052581" y="690064"/>
                  </a:lnTo>
                  <a:lnTo>
                    <a:pt x="2052564" y="690064"/>
                  </a:lnTo>
                  <a:lnTo>
                    <a:pt x="2052286" y="690216"/>
                  </a:lnTo>
                  <a:lnTo>
                    <a:pt x="2052066" y="690492"/>
                  </a:lnTo>
                  <a:lnTo>
                    <a:pt x="2051961" y="690692"/>
                  </a:lnTo>
                  <a:lnTo>
                    <a:pt x="2051788" y="690572"/>
                  </a:lnTo>
                  <a:lnTo>
                    <a:pt x="2051792" y="690522"/>
                  </a:lnTo>
                  <a:lnTo>
                    <a:pt x="2051822" y="690183"/>
                  </a:lnTo>
                  <a:lnTo>
                    <a:pt x="2051831" y="690075"/>
                  </a:lnTo>
                  <a:lnTo>
                    <a:pt x="2051837" y="690009"/>
                  </a:lnTo>
                  <a:lnTo>
                    <a:pt x="2051853" y="689830"/>
                  </a:lnTo>
                  <a:lnTo>
                    <a:pt x="2051807" y="689831"/>
                  </a:lnTo>
                  <a:lnTo>
                    <a:pt x="2051795" y="689831"/>
                  </a:lnTo>
                  <a:lnTo>
                    <a:pt x="2051758" y="689832"/>
                  </a:lnTo>
                  <a:lnTo>
                    <a:pt x="2051643" y="689834"/>
                  </a:lnTo>
                  <a:lnTo>
                    <a:pt x="2051581" y="689835"/>
                  </a:lnTo>
                  <a:lnTo>
                    <a:pt x="2051413" y="689837"/>
                  </a:lnTo>
                  <a:lnTo>
                    <a:pt x="2051331" y="689839"/>
                  </a:lnTo>
                  <a:lnTo>
                    <a:pt x="2051309" y="689839"/>
                  </a:lnTo>
                  <a:lnTo>
                    <a:pt x="2051130" y="689870"/>
                  </a:lnTo>
                  <a:lnTo>
                    <a:pt x="2050801" y="689926"/>
                  </a:lnTo>
                  <a:lnTo>
                    <a:pt x="2050816" y="690221"/>
                  </a:lnTo>
                  <a:lnTo>
                    <a:pt x="2050813" y="690348"/>
                  </a:lnTo>
                  <a:lnTo>
                    <a:pt x="2050806" y="690608"/>
                  </a:lnTo>
                  <a:lnTo>
                    <a:pt x="2050805" y="690630"/>
                  </a:lnTo>
                  <a:lnTo>
                    <a:pt x="2050794" y="691045"/>
                  </a:lnTo>
                  <a:lnTo>
                    <a:pt x="2050782" y="691540"/>
                  </a:lnTo>
                  <a:lnTo>
                    <a:pt x="2050055" y="691593"/>
                  </a:lnTo>
                  <a:lnTo>
                    <a:pt x="2050022" y="692114"/>
                  </a:lnTo>
                  <a:lnTo>
                    <a:pt x="2049629" y="692113"/>
                  </a:lnTo>
                  <a:lnTo>
                    <a:pt x="2049710" y="691524"/>
                  </a:lnTo>
                  <a:lnTo>
                    <a:pt x="2048470" y="691359"/>
                  </a:lnTo>
                  <a:lnTo>
                    <a:pt x="2048649" y="690631"/>
                  </a:lnTo>
                  <a:lnTo>
                    <a:pt x="2048666" y="690550"/>
                  </a:lnTo>
                  <a:lnTo>
                    <a:pt x="2048742" y="690192"/>
                  </a:lnTo>
                  <a:lnTo>
                    <a:pt x="2048838" y="689744"/>
                  </a:lnTo>
                  <a:lnTo>
                    <a:pt x="2048909" y="689411"/>
                  </a:lnTo>
                  <a:lnTo>
                    <a:pt x="2048912" y="689395"/>
                  </a:lnTo>
                  <a:lnTo>
                    <a:pt x="2048802" y="689375"/>
                  </a:lnTo>
                  <a:lnTo>
                    <a:pt x="2048458" y="689312"/>
                  </a:lnTo>
                  <a:lnTo>
                    <a:pt x="2048450" y="689311"/>
                  </a:lnTo>
                  <a:lnTo>
                    <a:pt x="2047739" y="689213"/>
                  </a:lnTo>
                  <a:lnTo>
                    <a:pt x="2047686" y="689326"/>
                  </a:lnTo>
                  <a:lnTo>
                    <a:pt x="2047633" y="689439"/>
                  </a:lnTo>
                  <a:lnTo>
                    <a:pt x="2047340" y="689389"/>
                  </a:lnTo>
                  <a:lnTo>
                    <a:pt x="2047545" y="688952"/>
                  </a:lnTo>
                  <a:lnTo>
                    <a:pt x="2047548" y="688946"/>
                  </a:lnTo>
                  <a:lnTo>
                    <a:pt x="2047551" y="688939"/>
                  </a:lnTo>
                  <a:lnTo>
                    <a:pt x="2047824" y="688357"/>
                  </a:lnTo>
                  <a:lnTo>
                    <a:pt x="2048072" y="688401"/>
                  </a:lnTo>
                  <a:lnTo>
                    <a:pt x="2048247" y="688038"/>
                  </a:lnTo>
                  <a:lnTo>
                    <a:pt x="2048385" y="687752"/>
                  </a:lnTo>
                  <a:lnTo>
                    <a:pt x="2048538" y="687432"/>
                  </a:lnTo>
                  <a:lnTo>
                    <a:pt x="2048575" y="687240"/>
                  </a:lnTo>
                  <a:lnTo>
                    <a:pt x="2048561" y="686599"/>
                  </a:lnTo>
                  <a:lnTo>
                    <a:pt x="2048575" y="686571"/>
                  </a:lnTo>
                  <a:lnTo>
                    <a:pt x="2048678" y="686517"/>
                  </a:lnTo>
                  <a:lnTo>
                    <a:pt x="2048781" y="686423"/>
                  </a:lnTo>
                  <a:lnTo>
                    <a:pt x="2048733" y="686181"/>
                  </a:lnTo>
                  <a:lnTo>
                    <a:pt x="2048722" y="686172"/>
                  </a:lnTo>
                  <a:lnTo>
                    <a:pt x="2048716" y="686167"/>
                  </a:lnTo>
                  <a:lnTo>
                    <a:pt x="2048500" y="686137"/>
                  </a:lnTo>
                  <a:lnTo>
                    <a:pt x="2048486" y="686147"/>
                  </a:lnTo>
                  <a:lnTo>
                    <a:pt x="2048480" y="686177"/>
                  </a:lnTo>
                  <a:lnTo>
                    <a:pt x="2048471" y="686225"/>
                  </a:lnTo>
                  <a:lnTo>
                    <a:pt x="2048461" y="686281"/>
                  </a:lnTo>
                  <a:lnTo>
                    <a:pt x="2048454" y="686324"/>
                  </a:lnTo>
                  <a:lnTo>
                    <a:pt x="2048442" y="686390"/>
                  </a:lnTo>
                  <a:lnTo>
                    <a:pt x="2048306" y="686376"/>
                  </a:lnTo>
                  <a:lnTo>
                    <a:pt x="2048093" y="686179"/>
                  </a:lnTo>
                  <a:lnTo>
                    <a:pt x="2048077" y="686152"/>
                  </a:lnTo>
                  <a:lnTo>
                    <a:pt x="2048057" y="686117"/>
                  </a:lnTo>
                  <a:lnTo>
                    <a:pt x="2048067" y="686077"/>
                  </a:lnTo>
                  <a:lnTo>
                    <a:pt x="2048109" y="686022"/>
                  </a:lnTo>
                  <a:lnTo>
                    <a:pt x="2048099" y="685981"/>
                  </a:lnTo>
                  <a:lnTo>
                    <a:pt x="2047875" y="685778"/>
                  </a:lnTo>
                  <a:lnTo>
                    <a:pt x="2047743" y="685659"/>
                  </a:lnTo>
                  <a:lnTo>
                    <a:pt x="2047714" y="685632"/>
                  </a:lnTo>
                  <a:lnTo>
                    <a:pt x="2047668" y="685591"/>
                  </a:lnTo>
                  <a:lnTo>
                    <a:pt x="2047531" y="685467"/>
                  </a:lnTo>
                  <a:lnTo>
                    <a:pt x="2047353" y="685156"/>
                  </a:lnTo>
                  <a:lnTo>
                    <a:pt x="2047325" y="685154"/>
                  </a:lnTo>
                  <a:lnTo>
                    <a:pt x="2047265" y="685200"/>
                  </a:lnTo>
                  <a:lnTo>
                    <a:pt x="2047261" y="685203"/>
                  </a:lnTo>
                  <a:lnTo>
                    <a:pt x="2047183" y="685264"/>
                  </a:lnTo>
                  <a:lnTo>
                    <a:pt x="2047169" y="685275"/>
                  </a:lnTo>
                  <a:lnTo>
                    <a:pt x="2047175" y="685293"/>
                  </a:lnTo>
                  <a:lnTo>
                    <a:pt x="2047280" y="685614"/>
                  </a:lnTo>
                  <a:lnTo>
                    <a:pt x="2047440" y="685803"/>
                  </a:lnTo>
                  <a:lnTo>
                    <a:pt x="2047524" y="685965"/>
                  </a:lnTo>
                  <a:lnTo>
                    <a:pt x="2047518" y="686191"/>
                  </a:lnTo>
                  <a:lnTo>
                    <a:pt x="2047518" y="686217"/>
                  </a:lnTo>
                  <a:lnTo>
                    <a:pt x="2047514" y="686347"/>
                  </a:lnTo>
                  <a:lnTo>
                    <a:pt x="2047473" y="686447"/>
                  </a:lnTo>
                  <a:lnTo>
                    <a:pt x="2047411" y="686596"/>
                  </a:lnTo>
                  <a:lnTo>
                    <a:pt x="2047344" y="686759"/>
                  </a:lnTo>
                  <a:lnTo>
                    <a:pt x="2047263" y="686953"/>
                  </a:lnTo>
                  <a:lnTo>
                    <a:pt x="2047246" y="686994"/>
                  </a:lnTo>
                  <a:lnTo>
                    <a:pt x="2047142" y="687246"/>
                  </a:lnTo>
                  <a:lnTo>
                    <a:pt x="2046930" y="687396"/>
                  </a:lnTo>
                  <a:lnTo>
                    <a:pt x="2046807" y="687447"/>
                  </a:lnTo>
                  <a:lnTo>
                    <a:pt x="2046797" y="687452"/>
                  </a:lnTo>
                  <a:lnTo>
                    <a:pt x="2046783" y="687447"/>
                  </a:lnTo>
                  <a:lnTo>
                    <a:pt x="2046695" y="687421"/>
                  </a:lnTo>
                  <a:lnTo>
                    <a:pt x="2046578" y="687593"/>
                  </a:lnTo>
                  <a:lnTo>
                    <a:pt x="2046544" y="687643"/>
                  </a:lnTo>
                  <a:lnTo>
                    <a:pt x="2046525" y="687671"/>
                  </a:lnTo>
                  <a:lnTo>
                    <a:pt x="2046525" y="687677"/>
                  </a:lnTo>
                  <a:lnTo>
                    <a:pt x="2046518" y="687762"/>
                  </a:lnTo>
                  <a:lnTo>
                    <a:pt x="2046512" y="687836"/>
                  </a:lnTo>
                  <a:lnTo>
                    <a:pt x="2046537" y="687960"/>
                  </a:lnTo>
                  <a:lnTo>
                    <a:pt x="2046392" y="688053"/>
                  </a:lnTo>
                  <a:lnTo>
                    <a:pt x="2046262" y="688041"/>
                  </a:lnTo>
                  <a:lnTo>
                    <a:pt x="2046132" y="688058"/>
                  </a:lnTo>
                  <a:lnTo>
                    <a:pt x="2046049" y="688105"/>
                  </a:lnTo>
                  <a:lnTo>
                    <a:pt x="2045817" y="688233"/>
                  </a:lnTo>
                  <a:lnTo>
                    <a:pt x="2045696" y="688349"/>
                  </a:lnTo>
                  <a:lnTo>
                    <a:pt x="2045636" y="688406"/>
                  </a:lnTo>
                  <a:lnTo>
                    <a:pt x="2045601" y="688404"/>
                  </a:lnTo>
                  <a:lnTo>
                    <a:pt x="2045307" y="688386"/>
                  </a:lnTo>
                  <a:lnTo>
                    <a:pt x="2045233" y="688321"/>
                  </a:lnTo>
                  <a:lnTo>
                    <a:pt x="2045254" y="688263"/>
                  </a:lnTo>
                  <a:lnTo>
                    <a:pt x="2045215" y="688209"/>
                  </a:lnTo>
                  <a:lnTo>
                    <a:pt x="2045120" y="688125"/>
                  </a:lnTo>
                  <a:lnTo>
                    <a:pt x="2044968" y="688016"/>
                  </a:lnTo>
                  <a:lnTo>
                    <a:pt x="2044946" y="687999"/>
                  </a:lnTo>
                  <a:lnTo>
                    <a:pt x="2044835" y="687920"/>
                  </a:lnTo>
                  <a:lnTo>
                    <a:pt x="2044770" y="687873"/>
                  </a:lnTo>
                  <a:lnTo>
                    <a:pt x="2044708" y="687843"/>
                  </a:lnTo>
                  <a:lnTo>
                    <a:pt x="2044648" y="687835"/>
                  </a:lnTo>
                  <a:lnTo>
                    <a:pt x="2044614" y="687862"/>
                  </a:lnTo>
                  <a:lnTo>
                    <a:pt x="2044532" y="687926"/>
                  </a:lnTo>
                  <a:lnTo>
                    <a:pt x="2044491" y="687909"/>
                  </a:lnTo>
                  <a:lnTo>
                    <a:pt x="2044449" y="687891"/>
                  </a:lnTo>
                  <a:lnTo>
                    <a:pt x="2044417" y="687878"/>
                  </a:lnTo>
                  <a:lnTo>
                    <a:pt x="2044345" y="687849"/>
                  </a:lnTo>
                  <a:lnTo>
                    <a:pt x="2044202" y="687790"/>
                  </a:lnTo>
                  <a:lnTo>
                    <a:pt x="2044104" y="687749"/>
                  </a:lnTo>
                  <a:lnTo>
                    <a:pt x="2044064" y="687733"/>
                  </a:lnTo>
                  <a:lnTo>
                    <a:pt x="2044049" y="687727"/>
                  </a:lnTo>
                  <a:lnTo>
                    <a:pt x="2043872" y="687631"/>
                  </a:lnTo>
                  <a:lnTo>
                    <a:pt x="2043683" y="687493"/>
                  </a:lnTo>
                  <a:lnTo>
                    <a:pt x="2043573" y="687445"/>
                  </a:lnTo>
                  <a:lnTo>
                    <a:pt x="2043483" y="687448"/>
                  </a:lnTo>
                  <a:lnTo>
                    <a:pt x="2043284" y="687513"/>
                  </a:lnTo>
                  <a:lnTo>
                    <a:pt x="2043275" y="687516"/>
                  </a:lnTo>
                  <a:lnTo>
                    <a:pt x="2043255" y="687529"/>
                  </a:lnTo>
                  <a:lnTo>
                    <a:pt x="2043097" y="687633"/>
                  </a:lnTo>
                  <a:lnTo>
                    <a:pt x="2043040" y="687671"/>
                  </a:lnTo>
                  <a:lnTo>
                    <a:pt x="2042846" y="687729"/>
                  </a:lnTo>
                  <a:lnTo>
                    <a:pt x="2042549" y="687792"/>
                  </a:lnTo>
                  <a:lnTo>
                    <a:pt x="2042519" y="687791"/>
                  </a:lnTo>
                  <a:lnTo>
                    <a:pt x="2042487" y="687791"/>
                  </a:lnTo>
                  <a:lnTo>
                    <a:pt x="2042474" y="687791"/>
                  </a:lnTo>
                  <a:lnTo>
                    <a:pt x="2042462" y="687784"/>
                  </a:lnTo>
                  <a:lnTo>
                    <a:pt x="2042125" y="687584"/>
                  </a:lnTo>
                  <a:lnTo>
                    <a:pt x="2042104" y="687569"/>
                  </a:lnTo>
                  <a:lnTo>
                    <a:pt x="2042101" y="687542"/>
                  </a:lnTo>
                  <a:lnTo>
                    <a:pt x="2042097" y="687502"/>
                  </a:lnTo>
                  <a:lnTo>
                    <a:pt x="2042051" y="687079"/>
                  </a:lnTo>
                  <a:lnTo>
                    <a:pt x="2042057" y="686946"/>
                  </a:lnTo>
                  <a:lnTo>
                    <a:pt x="2042159" y="686829"/>
                  </a:lnTo>
                  <a:lnTo>
                    <a:pt x="2042304" y="686902"/>
                  </a:lnTo>
                  <a:lnTo>
                    <a:pt x="2042365" y="686902"/>
                  </a:lnTo>
                  <a:lnTo>
                    <a:pt x="2042425" y="686902"/>
                  </a:lnTo>
                  <a:lnTo>
                    <a:pt x="2042849" y="686088"/>
                  </a:lnTo>
                  <a:lnTo>
                    <a:pt x="2042989" y="685902"/>
                  </a:lnTo>
                  <a:lnTo>
                    <a:pt x="2043117" y="685733"/>
                  </a:lnTo>
                  <a:lnTo>
                    <a:pt x="2043406" y="685885"/>
                  </a:lnTo>
                  <a:lnTo>
                    <a:pt x="2043533" y="685813"/>
                  </a:lnTo>
                  <a:lnTo>
                    <a:pt x="2043567" y="685794"/>
                  </a:lnTo>
                  <a:lnTo>
                    <a:pt x="2043842" y="685638"/>
                  </a:lnTo>
                  <a:lnTo>
                    <a:pt x="2043861" y="685628"/>
                  </a:lnTo>
                  <a:lnTo>
                    <a:pt x="2044092" y="685379"/>
                  </a:lnTo>
                  <a:lnTo>
                    <a:pt x="2044087" y="685343"/>
                  </a:lnTo>
                  <a:lnTo>
                    <a:pt x="2044035" y="685001"/>
                  </a:lnTo>
                  <a:lnTo>
                    <a:pt x="2044031" y="684975"/>
                  </a:lnTo>
                  <a:lnTo>
                    <a:pt x="2044170" y="684306"/>
                  </a:lnTo>
                  <a:lnTo>
                    <a:pt x="2043983" y="684276"/>
                  </a:lnTo>
                  <a:lnTo>
                    <a:pt x="2043974" y="684274"/>
                  </a:lnTo>
                  <a:lnTo>
                    <a:pt x="2043924" y="684293"/>
                  </a:lnTo>
                  <a:lnTo>
                    <a:pt x="2043558" y="684433"/>
                  </a:lnTo>
                  <a:lnTo>
                    <a:pt x="2043527" y="684451"/>
                  </a:lnTo>
                  <a:lnTo>
                    <a:pt x="2043062" y="684734"/>
                  </a:lnTo>
                  <a:lnTo>
                    <a:pt x="2042531" y="685124"/>
                  </a:lnTo>
                  <a:lnTo>
                    <a:pt x="2042394" y="685335"/>
                  </a:lnTo>
                  <a:lnTo>
                    <a:pt x="2042910" y="685596"/>
                  </a:lnTo>
                  <a:lnTo>
                    <a:pt x="2042697" y="685804"/>
                  </a:lnTo>
                  <a:lnTo>
                    <a:pt x="2042671" y="685829"/>
                  </a:lnTo>
                  <a:lnTo>
                    <a:pt x="2042544" y="685953"/>
                  </a:lnTo>
                  <a:lnTo>
                    <a:pt x="2042536" y="685960"/>
                  </a:lnTo>
                  <a:lnTo>
                    <a:pt x="2042349" y="686143"/>
                  </a:lnTo>
                  <a:lnTo>
                    <a:pt x="2042306" y="686145"/>
                  </a:lnTo>
                  <a:lnTo>
                    <a:pt x="2042222" y="686075"/>
                  </a:lnTo>
                  <a:lnTo>
                    <a:pt x="2042071" y="686193"/>
                  </a:lnTo>
                  <a:lnTo>
                    <a:pt x="2042048" y="686212"/>
                  </a:lnTo>
                  <a:lnTo>
                    <a:pt x="2041929" y="686453"/>
                  </a:lnTo>
                  <a:lnTo>
                    <a:pt x="2041662" y="686806"/>
                  </a:lnTo>
                  <a:lnTo>
                    <a:pt x="2041361" y="686523"/>
                  </a:lnTo>
                  <a:lnTo>
                    <a:pt x="2041298" y="686473"/>
                  </a:lnTo>
                  <a:lnTo>
                    <a:pt x="2041130" y="686343"/>
                  </a:lnTo>
                  <a:lnTo>
                    <a:pt x="2041036" y="686270"/>
                  </a:lnTo>
                  <a:lnTo>
                    <a:pt x="2041025" y="686260"/>
                  </a:lnTo>
                  <a:lnTo>
                    <a:pt x="2040951" y="686392"/>
                  </a:lnTo>
                  <a:lnTo>
                    <a:pt x="2040894" y="686599"/>
                  </a:lnTo>
                  <a:lnTo>
                    <a:pt x="2040892" y="686606"/>
                  </a:lnTo>
                  <a:lnTo>
                    <a:pt x="2040964" y="686917"/>
                  </a:lnTo>
                  <a:lnTo>
                    <a:pt x="2040953" y="686928"/>
                  </a:lnTo>
                  <a:lnTo>
                    <a:pt x="2040915" y="686967"/>
                  </a:lnTo>
                  <a:lnTo>
                    <a:pt x="2040831" y="687056"/>
                  </a:lnTo>
                  <a:lnTo>
                    <a:pt x="2040789" y="687100"/>
                  </a:lnTo>
                  <a:lnTo>
                    <a:pt x="2040346" y="687568"/>
                  </a:lnTo>
                  <a:lnTo>
                    <a:pt x="2040301" y="687589"/>
                  </a:lnTo>
                  <a:lnTo>
                    <a:pt x="2040082" y="687690"/>
                  </a:lnTo>
                  <a:lnTo>
                    <a:pt x="2040021" y="687718"/>
                  </a:lnTo>
                  <a:lnTo>
                    <a:pt x="2039875" y="687733"/>
                  </a:lnTo>
                  <a:lnTo>
                    <a:pt x="2039831" y="687737"/>
                  </a:lnTo>
                  <a:lnTo>
                    <a:pt x="2039743" y="687724"/>
                  </a:lnTo>
                  <a:lnTo>
                    <a:pt x="2039707" y="687708"/>
                  </a:lnTo>
                  <a:lnTo>
                    <a:pt x="2039662" y="687644"/>
                  </a:lnTo>
                  <a:lnTo>
                    <a:pt x="2039659" y="687622"/>
                  </a:lnTo>
                  <a:lnTo>
                    <a:pt x="2039654" y="687586"/>
                  </a:lnTo>
                  <a:lnTo>
                    <a:pt x="2039536" y="687343"/>
                  </a:lnTo>
                  <a:lnTo>
                    <a:pt x="2039520" y="687336"/>
                  </a:lnTo>
                  <a:lnTo>
                    <a:pt x="2039134" y="687160"/>
                  </a:lnTo>
                  <a:lnTo>
                    <a:pt x="2039108" y="687148"/>
                  </a:lnTo>
                  <a:lnTo>
                    <a:pt x="2039073" y="687122"/>
                  </a:lnTo>
                  <a:lnTo>
                    <a:pt x="2039039" y="687097"/>
                  </a:lnTo>
                  <a:lnTo>
                    <a:pt x="2039083" y="687016"/>
                  </a:lnTo>
                  <a:lnTo>
                    <a:pt x="2039190" y="686823"/>
                  </a:lnTo>
                  <a:lnTo>
                    <a:pt x="2039235" y="686742"/>
                  </a:lnTo>
                  <a:lnTo>
                    <a:pt x="2039240" y="686733"/>
                  </a:lnTo>
                  <a:lnTo>
                    <a:pt x="2039265" y="686720"/>
                  </a:lnTo>
                  <a:lnTo>
                    <a:pt x="2039271" y="686717"/>
                  </a:lnTo>
                  <a:lnTo>
                    <a:pt x="2039278" y="686714"/>
                  </a:lnTo>
                  <a:lnTo>
                    <a:pt x="2039370" y="686667"/>
                  </a:lnTo>
                  <a:lnTo>
                    <a:pt x="2039396" y="686655"/>
                  </a:lnTo>
                  <a:lnTo>
                    <a:pt x="2039503" y="686602"/>
                  </a:lnTo>
                  <a:lnTo>
                    <a:pt x="2039533" y="686605"/>
                  </a:lnTo>
                  <a:lnTo>
                    <a:pt x="2039560" y="686609"/>
                  </a:lnTo>
                  <a:lnTo>
                    <a:pt x="2039626" y="686557"/>
                  </a:lnTo>
                  <a:lnTo>
                    <a:pt x="2039638" y="686549"/>
                  </a:lnTo>
                  <a:lnTo>
                    <a:pt x="2039692" y="686405"/>
                  </a:lnTo>
                  <a:lnTo>
                    <a:pt x="2039701" y="686382"/>
                  </a:lnTo>
                  <a:lnTo>
                    <a:pt x="2039702" y="686377"/>
                  </a:lnTo>
                  <a:lnTo>
                    <a:pt x="2039707" y="686325"/>
                  </a:lnTo>
                  <a:lnTo>
                    <a:pt x="2039711" y="686277"/>
                  </a:lnTo>
                  <a:lnTo>
                    <a:pt x="2039713" y="686264"/>
                  </a:lnTo>
                  <a:lnTo>
                    <a:pt x="2039687" y="686018"/>
                  </a:lnTo>
                  <a:lnTo>
                    <a:pt x="2039606" y="685814"/>
                  </a:lnTo>
                  <a:lnTo>
                    <a:pt x="2039676" y="685703"/>
                  </a:lnTo>
                  <a:lnTo>
                    <a:pt x="2039970" y="685578"/>
                  </a:lnTo>
                  <a:lnTo>
                    <a:pt x="2039980" y="685566"/>
                  </a:lnTo>
                  <a:lnTo>
                    <a:pt x="2040042" y="685485"/>
                  </a:lnTo>
                  <a:lnTo>
                    <a:pt x="2040144" y="685352"/>
                  </a:lnTo>
                  <a:lnTo>
                    <a:pt x="2040181" y="685304"/>
                  </a:lnTo>
                  <a:lnTo>
                    <a:pt x="2040184" y="685275"/>
                  </a:lnTo>
                  <a:lnTo>
                    <a:pt x="2040127" y="685196"/>
                  </a:lnTo>
                  <a:lnTo>
                    <a:pt x="2040102" y="685162"/>
                  </a:lnTo>
                  <a:lnTo>
                    <a:pt x="2040092" y="685149"/>
                  </a:lnTo>
                  <a:lnTo>
                    <a:pt x="2040021" y="685052"/>
                  </a:lnTo>
                  <a:lnTo>
                    <a:pt x="2040011" y="684941"/>
                  </a:lnTo>
                  <a:lnTo>
                    <a:pt x="2040000" y="684830"/>
                  </a:lnTo>
                  <a:lnTo>
                    <a:pt x="2039994" y="684763"/>
                  </a:lnTo>
                  <a:lnTo>
                    <a:pt x="2040034" y="684574"/>
                  </a:lnTo>
                  <a:lnTo>
                    <a:pt x="2040140" y="684364"/>
                  </a:lnTo>
                  <a:lnTo>
                    <a:pt x="2040145" y="684353"/>
                  </a:lnTo>
                  <a:lnTo>
                    <a:pt x="2040177" y="684290"/>
                  </a:lnTo>
                  <a:lnTo>
                    <a:pt x="2040198" y="684289"/>
                  </a:lnTo>
                  <a:lnTo>
                    <a:pt x="2040370" y="684281"/>
                  </a:lnTo>
                  <a:lnTo>
                    <a:pt x="2040383" y="684281"/>
                  </a:lnTo>
                  <a:lnTo>
                    <a:pt x="2040450" y="684115"/>
                  </a:lnTo>
                  <a:lnTo>
                    <a:pt x="2040457" y="684095"/>
                  </a:lnTo>
                  <a:lnTo>
                    <a:pt x="2040478" y="684044"/>
                  </a:lnTo>
                  <a:lnTo>
                    <a:pt x="2040480" y="684022"/>
                  </a:lnTo>
                  <a:lnTo>
                    <a:pt x="2040465" y="684002"/>
                  </a:lnTo>
                  <a:lnTo>
                    <a:pt x="2040433" y="683958"/>
                  </a:lnTo>
                  <a:lnTo>
                    <a:pt x="2040370" y="683931"/>
                  </a:lnTo>
                  <a:lnTo>
                    <a:pt x="2040328" y="683928"/>
                  </a:lnTo>
                  <a:lnTo>
                    <a:pt x="2040254" y="683860"/>
                  </a:lnTo>
                  <a:lnTo>
                    <a:pt x="2040200" y="683786"/>
                  </a:lnTo>
                  <a:lnTo>
                    <a:pt x="2040200" y="683746"/>
                  </a:lnTo>
                  <a:lnTo>
                    <a:pt x="2040303" y="683523"/>
                  </a:lnTo>
                  <a:lnTo>
                    <a:pt x="2040418" y="683400"/>
                  </a:lnTo>
                  <a:lnTo>
                    <a:pt x="2040492" y="683369"/>
                  </a:lnTo>
                  <a:lnTo>
                    <a:pt x="2041014" y="683153"/>
                  </a:lnTo>
                  <a:lnTo>
                    <a:pt x="2041419" y="682985"/>
                  </a:lnTo>
                  <a:lnTo>
                    <a:pt x="2041775" y="682804"/>
                  </a:lnTo>
                  <a:lnTo>
                    <a:pt x="2041834" y="682733"/>
                  </a:lnTo>
                  <a:lnTo>
                    <a:pt x="2041931" y="682618"/>
                  </a:lnTo>
                  <a:lnTo>
                    <a:pt x="2041938" y="682609"/>
                  </a:lnTo>
                  <a:lnTo>
                    <a:pt x="2041982" y="682557"/>
                  </a:lnTo>
                  <a:lnTo>
                    <a:pt x="2042087" y="682431"/>
                  </a:lnTo>
                  <a:lnTo>
                    <a:pt x="2042179" y="682340"/>
                  </a:lnTo>
                  <a:lnTo>
                    <a:pt x="2042587" y="682232"/>
                  </a:lnTo>
                  <a:lnTo>
                    <a:pt x="2042688" y="682206"/>
                  </a:lnTo>
                  <a:lnTo>
                    <a:pt x="2042699" y="682203"/>
                  </a:lnTo>
                  <a:lnTo>
                    <a:pt x="2042868" y="682158"/>
                  </a:lnTo>
                  <a:lnTo>
                    <a:pt x="2042980" y="682087"/>
                  </a:lnTo>
                  <a:lnTo>
                    <a:pt x="2043258" y="681912"/>
                  </a:lnTo>
                  <a:lnTo>
                    <a:pt x="2043419" y="681810"/>
                  </a:lnTo>
                  <a:lnTo>
                    <a:pt x="2043761" y="681464"/>
                  </a:lnTo>
                  <a:lnTo>
                    <a:pt x="2043920" y="681345"/>
                  </a:lnTo>
                  <a:lnTo>
                    <a:pt x="2044511" y="681354"/>
                  </a:lnTo>
                  <a:lnTo>
                    <a:pt x="2044950" y="681672"/>
                  </a:lnTo>
                  <a:lnTo>
                    <a:pt x="2045070" y="681761"/>
                  </a:lnTo>
                  <a:lnTo>
                    <a:pt x="2044933" y="682218"/>
                  </a:lnTo>
                  <a:lnTo>
                    <a:pt x="2044963" y="682284"/>
                  </a:lnTo>
                  <a:lnTo>
                    <a:pt x="2044998" y="682292"/>
                  </a:lnTo>
                  <a:lnTo>
                    <a:pt x="2045014" y="682295"/>
                  </a:lnTo>
                  <a:lnTo>
                    <a:pt x="2045084" y="682310"/>
                  </a:lnTo>
                  <a:lnTo>
                    <a:pt x="2045100" y="682314"/>
                  </a:lnTo>
                  <a:lnTo>
                    <a:pt x="2045116" y="682317"/>
                  </a:lnTo>
                  <a:lnTo>
                    <a:pt x="2045199" y="682335"/>
                  </a:lnTo>
                  <a:lnTo>
                    <a:pt x="2045247" y="682345"/>
                  </a:lnTo>
                  <a:lnTo>
                    <a:pt x="2045278" y="682352"/>
                  </a:lnTo>
                  <a:lnTo>
                    <a:pt x="2045738" y="682450"/>
                  </a:lnTo>
                  <a:lnTo>
                    <a:pt x="2045787" y="682413"/>
                  </a:lnTo>
                  <a:lnTo>
                    <a:pt x="2045899" y="681937"/>
                  </a:lnTo>
                  <a:lnTo>
                    <a:pt x="2046410" y="681750"/>
                  </a:lnTo>
                  <a:lnTo>
                    <a:pt x="2046566" y="681694"/>
                  </a:lnTo>
                  <a:lnTo>
                    <a:pt x="2046937" y="681559"/>
                  </a:lnTo>
                  <a:lnTo>
                    <a:pt x="2047019" y="681529"/>
                  </a:lnTo>
                  <a:lnTo>
                    <a:pt x="2047108" y="681496"/>
                  </a:lnTo>
                  <a:lnTo>
                    <a:pt x="2047400" y="681370"/>
                  </a:lnTo>
                  <a:lnTo>
                    <a:pt x="2047490" y="681331"/>
                  </a:lnTo>
                  <a:lnTo>
                    <a:pt x="2047489" y="681326"/>
                  </a:lnTo>
                  <a:lnTo>
                    <a:pt x="2047475" y="681295"/>
                  </a:lnTo>
                  <a:lnTo>
                    <a:pt x="2047423" y="681187"/>
                  </a:lnTo>
                  <a:lnTo>
                    <a:pt x="2047426" y="681176"/>
                  </a:lnTo>
                  <a:lnTo>
                    <a:pt x="2047440" y="681137"/>
                  </a:lnTo>
                  <a:lnTo>
                    <a:pt x="2047467" y="681061"/>
                  </a:lnTo>
                  <a:lnTo>
                    <a:pt x="2047486" y="681010"/>
                  </a:lnTo>
                  <a:lnTo>
                    <a:pt x="2047491" y="680994"/>
                  </a:lnTo>
                  <a:lnTo>
                    <a:pt x="2047509" y="680980"/>
                  </a:lnTo>
                  <a:lnTo>
                    <a:pt x="2047732" y="680797"/>
                  </a:lnTo>
                  <a:lnTo>
                    <a:pt x="2047854" y="680776"/>
                  </a:lnTo>
                  <a:lnTo>
                    <a:pt x="2047911" y="680767"/>
                  </a:lnTo>
                  <a:lnTo>
                    <a:pt x="2048148" y="680727"/>
                  </a:lnTo>
                  <a:lnTo>
                    <a:pt x="2048266" y="680707"/>
                  </a:lnTo>
                  <a:lnTo>
                    <a:pt x="2048941" y="680446"/>
                  </a:lnTo>
                  <a:lnTo>
                    <a:pt x="2048988" y="680443"/>
                  </a:lnTo>
                  <a:lnTo>
                    <a:pt x="2049037" y="680417"/>
                  </a:lnTo>
                  <a:lnTo>
                    <a:pt x="2049033" y="680398"/>
                  </a:lnTo>
                  <a:lnTo>
                    <a:pt x="2049007" y="680273"/>
                  </a:lnTo>
                  <a:lnTo>
                    <a:pt x="2048867" y="680269"/>
                  </a:lnTo>
                  <a:lnTo>
                    <a:pt x="2048811" y="680267"/>
                  </a:lnTo>
                  <a:lnTo>
                    <a:pt x="2048635" y="680262"/>
                  </a:lnTo>
                  <a:lnTo>
                    <a:pt x="2048614" y="680263"/>
                  </a:lnTo>
                  <a:lnTo>
                    <a:pt x="2048429" y="680276"/>
                  </a:lnTo>
                  <a:lnTo>
                    <a:pt x="2048428" y="680344"/>
                  </a:lnTo>
                  <a:lnTo>
                    <a:pt x="2048382" y="680429"/>
                  </a:lnTo>
                  <a:lnTo>
                    <a:pt x="2048358" y="680445"/>
                  </a:lnTo>
                  <a:lnTo>
                    <a:pt x="2048163" y="680494"/>
                  </a:lnTo>
                  <a:lnTo>
                    <a:pt x="2048054" y="680521"/>
                  </a:lnTo>
                  <a:lnTo>
                    <a:pt x="2048039" y="680525"/>
                  </a:lnTo>
                  <a:lnTo>
                    <a:pt x="2047823" y="680579"/>
                  </a:lnTo>
                  <a:lnTo>
                    <a:pt x="2047785" y="680606"/>
                  </a:lnTo>
                  <a:lnTo>
                    <a:pt x="2047623" y="680717"/>
                  </a:lnTo>
                  <a:lnTo>
                    <a:pt x="2047266" y="680995"/>
                  </a:lnTo>
                  <a:lnTo>
                    <a:pt x="2047139" y="681176"/>
                  </a:lnTo>
                  <a:lnTo>
                    <a:pt x="2047030" y="681332"/>
                  </a:lnTo>
                  <a:lnTo>
                    <a:pt x="2046412" y="681414"/>
                  </a:lnTo>
                  <a:lnTo>
                    <a:pt x="2046039" y="681464"/>
                  </a:lnTo>
                  <a:lnTo>
                    <a:pt x="2046024" y="681491"/>
                  </a:lnTo>
                  <a:lnTo>
                    <a:pt x="2045946" y="681624"/>
                  </a:lnTo>
                  <a:lnTo>
                    <a:pt x="2045903" y="681635"/>
                  </a:lnTo>
                  <a:lnTo>
                    <a:pt x="2045640" y="681574"/>
                  </a:lnTo>
                  <a:lnTo>
                    <a:pt x="2045618" y="681547"/>
                  </a:lnTo>
                  <a:lnTo>
                    <a:pt x="2045680" y="681338"/>
                  </a:lnTo>
                  <a:lnTo>
                    <a:pt x="2045461" y="681185"/>
                  </a:lnTo>
                  <a:lnTo>
                    <a:pt x="2045291" y="681068"/>
                  </a:lnTo>
                  <a:lnTo>
                    <a:pt x="2044897" y="680824"/>
                  </a:lnTo>
                  <a:lnTo>
                    <a:pt x="2044806" y="680792"/>
                  </a:lnTo>
                  <a:lnTo>
                    <a:pt x="2044082" y="680662"/>
                  </a:lnTo>
                  <a:lnTo>
                    <a:pt x="2043854" y="680662"/>
                  </a:lnTo>
                  <a:lnTo>
                    <a:pt x="2043673" y="680747"/>
                  </a:lnTo>
                  <a:lnTo>
                    <a:pt x="2043547" y="680857"/>
                  </a:lnTo>
                  <a:lnTo>
                    <a:pt x="2043114" y="681116"/>
                  </a:lnTo>
                  <a:lnTo>
                    <a:pt x="2042878" y="681129"/>
                  </a:lnTo>
                  <a:lnTo>
                    <a:pt x="2042795" y="681055"/>
                  </a:lnTo>
                  <a:lnTo>
                    <a:pt x="2042747" y="681044"/>
                  </a:lnTo>
                  <a:lnTo>
                    <a:pt x="2042666" y="681097"/>
                  </a:lnTo>
                  <a:lnTo>
                    <a:pt x="2042254" y="681365"/>
                  </a:lnTo>
                  <a:lnTo>
                    <a:pt x="2042254" y="681381"/>
                  </a:lnTo>
                  <a:lnTo>
                    <a:pt x="2042419" y="681596"/>
                  </a:lnTo>
                  <a:lnTo>
                    <a:pt x="2042225" y="681746"/>
                  </a:lnTo>
                  <a:lnTo>
                    <a:pt x="2041752" y="682026"/>
                  </a:lnTo>
                  <a:lnTo>
                    <a:pt x="2041710" y="682048"/>
                  </a:lnTo>
                  <a:lnTo>
                    <a:pt x="2041706" y="682050"/>
                  </a:lnTo>
                  <a:lnTo>
                    <a:pt x="2041634" y="682086"/>
                  </a:lnTo>
                  <a:lnTo>
                    <a:pt x="2041587" y="682111"/>
                  </a:lnTo>
                  <a:lnTo>
                    <a:pt x="2041581" y="682114"/>
                  </a:lnTo>
                  <a:lnTo>
                    <a:pt x="2041520" y="682145"/>
                  </a:lnTo>
                  <a:lnTo>
                    <a:pt x="2041482" y="682164"/>
                  </a:lnTo>
                  <a:lnTo>
                    <a:pt x="2041468" y="682171"/>
                  </a:lnTo>
                  <a:lnTo>
                    <a:pt x="2041397" y="682207"/>
                  </a:lnTo>
                  <a:lnTo>
                    <a:pt x="2041393" y="682210"/>
                  </a:lnTo>
                  <a:lnTo>
                    <a:pt x="2041308" y="682253"/>
                  </a:lnTo>
                  <a:lnTo>
                    <a:pt x="2041236" y="682247"/>
                  </a:lnTo>
                  <a:lnTo>
                    <a:pt x="2041208" y="682094"/>
                  </a:lnTo>
                  <a:lnTo>
                    <a:pt x="2041146" y="681754"/>
                  </a:lnTo>
                  <a:lnTo>
                    <a:pt x="2041152" y="681569"/>
                  </a:lnTo>
                  <a:lnTo>
                    <a:pt x="2041155" y="681472"/>
                  </a:lnTo>
                  <a:lnTo>
                    <a:pt x="2040974" y="681211"/>
                  </a:lnTo>
                  <a:lnTo>
                    <a:pt x="2040837" y="681060"/>
                  </a:lnTo>
                  <a:lnTo>
                    <a:pt x="2040731" y="680994"/>
                  </a:lnTo>
                  <a:lnTo>
                    <a:pt x="2040521" y="681003"/>
                  </a:lnTo>
                  <a:lnTo>
                    <a:pt x="2040219" y="681015"/>
                  </a:lnTo>
                  <a:lnTo>
                    <a:pt x="2040160" y="681231"/>
                  </a:lnTo>
                  <a:lnTo>
                    <a:pt x="2040166" y="681355"/>
                  </a:lnTo>
                  <a:lnTo>
                    <a:pt x="2040207" y="681478"/>
                  </a:lnTo>
                  <a:lnTo>
                    <a:pt x="2040209" y="681662"/>
                  </a:lnTo>
                  <a:lnTo>
                    <a:pt x="2040167" y="681693"/>
                  </a:lnTo>
                  <a:lnTo>
                    <a:pt x="2039900" y="681688"/>
                  </a:lnTo>
                  <a:lnTo>
                    <a:pt x="2039835" y="681756"/>
                  </a:lnTo>
                  <a:lnTo>
                    <a:pt x="2039845" y="682374"/>
                  </a:lnTo>
                  <a:lnTo>
                    <a:pt x="2039846" y="682440"/>
                  </a:lnTo>
                  <a:lnTo>
                    <a:pt x="2038159" y="682443"/>
                  </a:lnTo>
                  <a:lnTo>
                    <a:pt x="2038118" y="680836"/>
                  </a:lnTo>
                  <a:lnTo>
                    <a:pt x="2038124" y="680445"/>
                  </a:lnTo>
                  <a:lnTo>
                    <a:pt x="2038128" y="680243"/>
                  </a:lnTo>
                  <a:lnTo>
                    <a:pt x="2038139" y="680201"/>
                  </a:lnTo>
                  <a:lnTo>
                    <a:pt x="2038144" y="680196"/>
                  </a:lnTo>
                  <a:lnTo>
                    <a:pt x="2038211" y="680128"/>
                  </a:lnTo>
                  <a:lnTo>
                    <a:pt x="2038231" y="680107"/>
                  </a:lnTo>
                  <a:lnTo>
                    <a:pt x="2038280" y="679775"/>
                  </a:lnTo>
                  <a:lnTo>
                    <a:pt x="2038266" y="679548"/>
                  </a:lnTo>
                  <a:lnTo>
                    <a:pt x="2038393" y="679042"/>
                  </a:lnTo>
                  <a:lnTo>
                    <a:pt x="2039148" y="678329"/>
                  </a:lnTo>
                  <a:lnTo>
                    <a:pt x="2039214" y="678267"/>
                  </a:lnTo>
                  <a:lnTo>
                    <a:pt x="2039273" y="678195"/>
                  </a:lnTo>
                  <a:lnTo>
                    <a:pt x="2039481" y="677941"/>
                  </a:lnTo>
                  <a:lnTo>
                    <a:pt x="2039509" y="677941"/>
                  </a:lnTo>
                  <a:lnTo>
                    <a:pt x="2040075" y="678189"/>
                  </a:lnTo>
                  <a:lnTo>
                    <a:pt x="2040679" y="677914"/>
                  </a:lnTo>
                  <a:lnTo>
                    <a:pt x="2040719" y="677871"/>
                  </a:lnTo>
                  <a:lnTo>
                    <a:pt x="2041029" y="677534"/>
                  </a:lnTo>
                  <a:lnTo>
                    <a:pt x="2041043" y="677372"/>
                  </a:lnTo>
                  <a:lnTo>
                    <a:pt x="2041064" y="677147"/>
                  </a:lnTo>
                  <a:lnTo>
                    <a:pt x="2041121" y="677046"/>
                  </a:lnTo>
                  <a:lnTo>
                    <a:pt x="2041207" y="676898"/>
                  </a:lnTo>
                  <a:lnTo>
                    <a:pt x="2041210" y="676891"/>
                  </a:lnTo>
                  <a:lnTo>
                    <a:pt x="2041324" y="676805"/>
                  </a:lnTo>
                  <a:lnTo>
                    <a:pt x="2041374" y="676766"/>
                  </a:lnTo>
                  <a:lnTo>
                    <a:pt x="2041463" y="676756"/>
                  </a:lnTo>
                  <a:lnTo>
                    <a:pt x="2041793" y="677007"/>
                  </a:lnTo>
                  <a:lnTo>
                    <a:pt x="2041853" y="677052"/>
                  </a:lnTo>
                  <a:lnTo>
                    <a:pt x="2041932" y="677112"/>
                  </a:lnTo>
                  <a:lnTo>
                    <a:pt x="2041997" y="677147"/>
                  </a:lnTo>
                  <a:lnTo>
                    <a:pt x="2042096" y="677165"/>
                  </a:lnTo>
                  <a:lnTo>
                    <a:pt x="2042109" y="677168"/>
                  </a:lnTo>
                  <a:lnTo>
                    <a:pt x="2042296" y="677120"/>
                  </a:lnTo>
                  <a:lnTo>
                    <a:pt x="2042974" y="676842"/>
                  </a:lnTo>
                  <a:lnTo>
                    <a:pt x="2043086" y="676830"/>
                  </a:lnTo>
                  <a:lnTo>
                    <a:pt x="2043184" y="676820"/>
                  </a:lnTo>
                  <a:lnTo>
                    <a:pt x="2043376" y="676799"/>
                  </a:lnTo>
                  <a:lnTo>
                    <a:pt x="2043505" y="676770"/>
                  </a:lnTo>
                  <a:lnTo>
                    <a:pt x="2043663" y="676709"/>
                  </a:lnTo>
                  <a:lnTo>
                    <a:pt x="2043762" y="676696"/>
                  </a:lnTo>
                  <a:lnTo>
                    <a:pt x="2043968" y="676700"/>
                  </a:lnTo>
                  <a:lnTo>
                    <a:pt x="2043979" y="676704"/>
                  </a:lnTo>
                  <a:lnTo>
                    <a:pt x="2044059" y="676735"/>
                  </a:lnTo>
                  <a:lnTo>
                    <a:pt x="2044093" y="676748"/>
                  </a:lnTo>
                  <a:lnTo>
                    <a:pt x="2044324" y="676795"/>
                  </a:lnTo>
                  <a:lnTo>
                    <a:pt x="2044818" y="676811"/>
                  </a:lnTo>
                  <a:lnTo>
                    <a:pt x="2045017" y="676818"/>
                  </a:lnTo>
                  <a:lnTo>
                    <a:pt x="2045388" y="676753"/>
                  </a:lnTo>
                  <a:lnTo>
                    <a:pt x="2045972" y="676601"/>
                  </a:lnTo>
                  <a:lnTo>
                    <a:pt x="2045989" y="676588"/>
                  </a:lnTo>
                  <a:lnTo>
                    <a:pt x="2046240" y="676393"/>
                  </a:lnTo>
                  <a:lnTo>
                    <a:pt x="2046275" y="676297"/>
                  </a:lnTo>
                  <a:lnTo>
                    <a:pt x="2046309" y="676208"/>
                  </a:lnTo>
                  <a:lnTo>
                    <a:pt x="2046364" y="676058"/>
                  </a:lnTo>
                  <a:lnTo>
                    <a:pt x="2046445" y="675982"/>
                  </a:lnTo>
                  <a:lnTo>
                    <a:pt x="2046615" y="675950"/>
                  </a:lnTo>
                  <a:lnTo>
                    <a:pt x="2046795" y="676012"/>
                  </a:lnTo>
                  <a:lnTo>
                    <a:pt x="2046801" y="676122"/>
                  </a:lnTo>
                  <a:lnTo>
                    <a:pt x="2046804" y="676183"/>
                  </a:lnTo>
                  <a:lnTo>
                    <a:pt x="2046805" y="676201"/>
                  </a:lnTo>
                  <a:lnTo>
                    <a:pt x="2046978" y="676196"/>
                  </a:lnTo>
                  <a:lnTo>
                    <a:pt x="2047402" y="676090"/>
                  </a:lnTo>
                  <a:lnTo>
                    <a:pt x="2047448" y="676078"/>
                  </a:lnTo>
                  <a:lnTo>
                    <a:pt x="2047498" y="676058"/>
                  </a:lnTo>
                  <a:lnTo>
                    <a:pt x="2047525" y="676047"/>
                  </a:lnTo>
                  <a:lnTo>
                    <a:pt x="2047567" y="676030"/>
                  </a:lnTo>
                  <a:lnTo>
                    <a:pt x="2047601" y="676012"/>
                  </a:lnTo>
                  <a:lnTo>
                    <a:pt x="2047650" y="675986"/>
                  </a:lnTo>
                  <a:lnTo>
                    <a:pt x="2047683" y="675968"/>
                  </a:lnTo>
                  <a:lnTo>
                    <a:pt x="2047821" y="675870"/>
                  </a:lnTo>
                  <a:lnTo>
                    <a:pt x="2047979" y="675722"/>
                  </a:lnTo>
                  <a:lnTo>
                    <a:pt x="2048106" y="675533"/>
                  </a:lnTo>
                  <a:lnTo>
                    <a:pt x="2048206" y="675287"/>
                  </a:lnTo>
                  <a:lnTo>
                    <a:pt x="2048205" y="675126"/>
                  </a:lnTo>
                  <a:lnTo>
                    <a:pt x="2048186" y="675032"/>
                  </a:lnTo>
                  <a:lnTo>
                    <a:pt x="2048177" y="674989"/>
                  </a:lnTo>
                  <a:lnTo>
                    <a:pt x="2048152" y="674869"/>
                  </a:lnTo>
                  <a:lnTo>
                    <a:pt x="2048094" y="674768"/>
                  </a:lnTo>
                  <a:lnTo>
                    <a:pt x="2048049" y="674736"/>
                  </a:lnTo>
                  <a:lnTo>
                    <a:pt x="2048031" y="674733"/>
                  </a:lnTo>
                  <a:lnTo>
                    <a:pt x="2047916" y="674710"/>
                  </a:lnTo>
                  <a:lnTo>
                    <a:pt x="2047901" y="674707"/>
                  </a:lnTo>
                  <a:lnTo>
                    <a:pt x="2047705" y="674701"/>
                  </a:lnTo>
                  <a:lnTo>
                    <a:pt x="2047536" y="674731"/>
                  </a:lnTo>
                  <a:lnTo>
                    <a:pt x="2047499" y="674767"/>
                  </a:lnTo>
                  <a:lnTo>
                    <a:pt x="2047467" y="674772"/>
                  </a:lnTo>
                  <a:lnTo>
                    <a:pt x="2047470" y="674725"/>
                  </a:lnTo>
                  <a:lnTo>
                    <a:pt x="2047475" y="674625"/>
                  </a:lnTo>
                  <a:lnTo>
                    <a:pt x="2047499" y="674595"/>
                  </a:lnTo>
                  <a:lnTo>
                    <a:pt x="2047537" y="674548"/>
                  </a:lnTo>
                  <a:lnTo>
                    <a:pt x="2047569" y="674523"/>
                  </a:lnTo>
                  <a:lnTo>
                    <a:pt x="2047649" y="674461"/>
                  </a:lnTo>
                  <a:lnTo>
                    <a:pt x="2047660" y="674453"/>
                  </a:lnTo>
                  <a:lnTo>
                    <a:pt x="2047744" y="674388"/>
                  </a:lnTo>
                  <a:lnTo>
                    <a:pt x="2047763" y="674378"/>
                  </a:lnTo>
                  <a:lnTo>
                    <a:pt x="2047872" y="674323"/>
                  </a:lnTo>
                  <a:lnTo>
                    <a:pt x="2047918" y="674299"/>
                  </a:lnTo>
                  <a:lnTo>
                    <a:pt x="2047937" y="674306"/>
                  </a:lnTo>
                  <a:lnTo>
                    <a:pt x="2048039" y="674344"/>
                  </a:lnTo>
                  <a:lnTo>
                    <a:pt x="2048320" y="674330"/>
                  </a:lnTo>
                  <a:lnTo>
                    <a:pt x="2048396" y="674313"/>
                  </a:lnTo>
                  <a:lnTo>
                    <a:pt x="2048414" y="674310"/>
                  </a:lnTo>
                  <a:lnTo>
                    <a:pt x="2048636" y="674261"/>
                  </a:lnTo>
                  <a:lnTo>
                    <a:pt x="2048647" y="674259"/>
                  </a:lnTo>
                  <a:lnTo>
                    <a:pt x="2048821" y="674221"/>
                  </a:lnTo>
                  <a:lnTo>
                    <a:pt x="2048831" y="674219"/>
                  </a:lnTo>
                  <a:lnTo>
                    <a:pt x="2049027" y="674177"/>
                  </a:lnTo>
                  <a:lnTo>
                    <a:pt x="2049298" y="673983"/>
                  </a:lnTo>
                  <a:lnTo>
                    <a:pt x="2049370" y="673988"/>
                  </a:lnTo>
                  <a:lnTo>
                    <a:pt x="2049443" y="673994"/>
                  </a:lnTo>
                  <a:lnTo>
                    <a:pt x="2049483" y="673998"/>
                  </a:lnTo>
                  <a:lnTo>
                    <a:pt x="2049640" y="674010"/>
                  </a:lnTo>
                  <a:lnTo>
                    <a:pt x="2049682" y="674014"/>
                  </a:lnTo>
                  <a:lnTo>
                    <a:pt x="2049761" y="674039"/>
                  </a:lnTo>
                  <a:lnTo>
                    <a:pt x="2049821" y="674083"/>
                  </a:lnTo>
                  <a:lnTo>
                    <a:pt x="2049825" y="674086"/>
                  </a:lnTo>
                  <a:lnTo>
                    <a:pt x="2049836" y="674094"/>
                  </a:lnTo>
                  <a:lnTo>
                    <a:pt x="2049952" y="674177"/>
                  </a:lnTo>
                  <a:lnTo>
                    <a:pt x="2049996" y="674209"/>
                  </a:lnTo>
                  <a:lnTo>
                    <a:pt x="2050294" y="674424"/>
                  </a:lnTo>
                  <a:lnTo>
                    <a:pt x="2050577" y="674628"/>
                  </a:lnTo>
                  <a:lnTo>
                    <a:pt x="2050741" y="674890"/>
                  </a:lnTo>
                  <a:lnTo>
                    <a:pt x="2050751" y="675008"/>
                  </a:lnTo>
                  <a:lnTo>
                    <a:pt x="2050732" y="675070"/>
                  </a:lnTo>
                  <a:lnTo>
                    <a:pt x="2050721" y="675105"/>
                  </a:lnTo>
                  <a:lnTo>
                    <a:pt x="2050711" y="675134"/>
                  </a:lnTo>
                  <a:lnTo>
                    <a:pt x="2050746" y="675265"/>
                  </a:lnTo>
                  <a:lnTo>
                    <a:pt x="2050782" y="675404"/>
                  </a:lnTo>
                  <a:lnTo>
                    <a:pt x="2050793" y="675446"/>
                  </a:lnTo>
                  <a:lnTo>
                    <a:pt x="2050983" y="675951"/>
                  </a:lnTo>
                  <a:lnTo>
                    <a:pt x="2051076" y="676091"/>
                  </a:lnTo>
                  <a:lnTo>
                    <a:pt x="2051132" y="676178"/>
                  </a:lnTo>
                  <a:lnTo>
                    <a:pt x="2051154" y="676235"/>
                  </a:lnTo>
                  <a:lnTo>
                    <a:pt x="2051161" y="676252"/>
                  </a:lnTo>
                  <a:lnTo>
                    <a:pt x="2051163" y="676257"/>
                  </a:lnTo>
                  <a:lnTo>
                    <a:pt x="2051306" y="676634"/>
                  </a:lnTo>
                  <a:lnTo>
                    <a:pt x="2051344" y="676886"/>
                  </a:lnTo>
                  <a:lnTo>
                    <a:pt x="2051348" y="676912"/>
                  </a:lnTo>
                  <a:lnTo>
                    <a:pt x="2051336" y="677049"/>
                  </a:lnTo>
                  <a:lnTo>
                    <a:pt x="2051369" y="677175"/>
                  </a:lnTo>
                  <a:lnTo>
                    <a:pt x="2051408" y="677320"/>
                  </a:lnTo>
                  <a:lnTo>
                    <a:pt x="2051614" y="677321"/>
                  </a:lnTo>
                  <a:lnTo>
                    <a:pt x="2051635" y="677274"/>
                  </a:lnTo>
                  <a:lnTo>
                    <a:pt x="2051571" y="677107"/>
                  </a:lnTo>
                  <a:lnTo>
                    <a:pt x="2051560" y="677078"/>
                  </a:lnTo>
                  <a:lnTo>
                    <a:pt x="2051568" y="677066"/>
                  </a:lnTo>
                  <a:lnTo>
                    <a:pt x="2051609" y="677060"/>
                  </a:lnTo>
                  <a:lnTo>
                    <a:pt x="2051682" y="677048"/>
                  </a:lnTo>
                  <a:lnTo>
                    <a:pt x="2051916" y="677013"/>
                  </a:lnTo>
                  <a:lnTo>
                    <a:pt x="2052005" y="677042"/>
                  </a:lnTo>
                  <a:lnTo>
                    <a:pt x="2052059" y="677035"/>
                  </a:lnTo>
                  <a:lnTo>
                    <a:pt x="2052252" y="677008"/>
                  </a:lnTo>
                  <a:lnTo>
                    <a:pt x="2052392" y="676912"/>
                  </a:lnTo>
                  <a:lnTo>
                    <a:pt x="2052510" y="676748"/>
                  </a:lnTo>
                  <a:lnTo>
                    <a:pt x="2052544" y="676701"/>
                  </a:lnTo>
                  <a:lnTo>
                    <a:pt x="2052580" y="676651"/>
                  </a:lnTo>
                  <a:lnTo>
                    <a:pt x="2052601" y="676594"/>
                  </a:lnTo>
                  <a:lnTo>
                    <a:pt x="2052562" y="676572"/>
                  </a:lnTo>
                  <a:lnTo>
                    <a:pt x="2052516" y="676546"/>
                  </a:lnTo>
                  <a:lnTo>
                    <a:pt x="2052444" y="676609"/>
                  </a:lnTo>
                  <a:lnTo>
                    <a:pt x="2052318" y="676721"/>
                  </a:lnTo>
                  <a:lnTo>
                    <a:pt x="2052291" y="676744"/>
                  </a:lnTo>
                  <a:lnTo>
                    <a:pt x="2052160" y="676805"/>
                  </a:lnTo>
                  <a:lnTo>
                    <a:pt x="2052106" y="676820"/>
                  </a:lnTo>
                  <a:lnTo>
                    <a:pt x="2052091" y="676823"/>
                  </a:lnTo>
                  <a:lnTo>
                    <a:pt x="2052048" y="676835"/>
                  </a:lnTo>
                  <a:lnTo>
                    <a:pt x="2052010" y="676831"/>
                  </a:lnTo>
                  <a:lnTo>
                    <a:pt x="2051999" y="676829"/>
                  </a:lnTo>
                  <a:lnTo>
                    <a:pt x="2051951" y="676824"/>
                  </a:lnTo>
                  <a:lnTo>
                    <a:pt x="2051836" y="676811"/>
                  </a:lnTo>
                  <a:lnTo>
                    <a:pt x="2051538" y="676744"/>
                  </a:lnTo>
                  <a:lnTo>
                    <a:pt x="2051505" y="676722"/>
                  </a:lnTo>
                  <a:lnTo>
                    <a:pt x="2051385" y="676325"/>
                  </a:lnTo>
                  <a:lnTo>
                    <a:pt x="2051385" y="676319"/>
                  </a:lnTo>
                  <a:lnTo>
                    <a:pt x="2051385" y="676283"/>
                  </a:lnTo>
                  <a:lnTo>
                    <a:pt x="2051365" y="676246"/>
                  </a:lnTo>
                  <a:lnTo>
                    <a:pt x="2051339" y="676195"/>
                  </a:lnTo>
                  <a:lnTo>
                    <a:pt x="2051326" y="676171"/>
                  </a:lnTo>
                  <a:lnTo>
                    <a:pt x="2051321" y="676162"/>
                  </a:lnTo>
                  <a:lnTo>
                    <a:pt x="2051287" y="676096"/>
                  </a:lnTo>
                  <a:lnTo>
                    <a:pt x="2051270" y="676066"/>
                  </a:lnTo>
                  <a:lnTo>
                    <a:pt x="2051249" y="676048"/>
                  </a:lnTo>
                  <a:lnTo>
                    <a:pt x="2051208" y="676013"/>
                  </a:lnTo>
                  <a:lnTo>
                    <a:pt x="2051172" y="675982"/>
                  </a:lnTo>
                  <a:lnTo>
                    <a:pt x="2051042" y="675721"/>
                  </a:lnTo>
                  <a:lnTo>
                    <a:pt x="2050994" y="675486"/>
                  </a:lnTo>
                  <a:lnTo>
                    <a:pt x="2050994" y="675458"/>
                  </a:lnTo>
                  <a:lnTo>
                    <a:pt x="2050994" y="675284"/>
                  </a:lnTo>
                  <a:lnTo>
                    <a:pt x="2050800" y="674644"/>
                  </a:lnTo>
                  <a:lnTo>
                    <a:pt x="2050422" y="674214"/>
                  </a:lnTo>
                  <a:lnTo>
                    <a:pt x="2050231" y="674026"/>
                  </a:lnTo>
                  <a:lnTo>
                    <a:pt x="2049942" y="673943"/>
                  </a:lnTo>
                  <a:lnTo>
                    <a:pt x="2049598" y="673845"/>
                  </a:lnTo>
                  <a:lnTo>
                    <a:pt x="2049582" y="673823"/>
                  </a:lnTo>
                  <a:lnTo>
                    <a:pt x="2049752" y="673384"/>
                  </a:lnTo>
                  <a:lnTo>
                    <a:pt x="2049805" y="673366"/>
                  </a:lnTo>
                  <a:lnTo>
                    <a:pt x="2049942" y="673413"/>
                  </a:lnTo>
                  <a:lnTo>
                    <a:pt x="2050072" y="673458"/>
                  </a:lnTo>
                  <a:lnTo>
                    <a:pt x="2050243" y="673517"/>
                  </a:lnTo>
                  <a:lnTo>
                    <a:pt x="2050282" y="673522"/>
                  </a:lnTo>
                  <a:lnTo>
                    <a:pt x="2050348" y="673531"/>
                  </a:lnTo>
                  <a:lnTo>
                    <a:pt x="2050365" y="673516"/>
                  </a:lnTo>
                  <a:lnTo>
                    <a:pt x="2050324" y="673461"/>
                  </a:lnTo>
                  <a:lnTo>
                    <a:pt x="2050256" y="673369"/>
                  </a:lnTo>
                  <a:lnTo>
                    <a:pt x="2050238" y="673360"/>
                  </a:lnTo>
                  <a:lnTo>
                    <a:pt x="2050069" y="673273"/>
                  </a:lnTo>
                  <a:lnTo>
                    <a:pt x="2049970" y="673177"/>
                  </a:lnTo>
                  <a:lnTo>
                    <a:pt x="2049824" y="672980"/>
                  </a:lnTo>
                  <a:lnTo>
                    <a:pt x="2049877" y="672759"/>
                  </a:lnTo>
                  <a:lnTo>
                    <a:pt x="2049941" y="672626"/>
                  </a:lnTo>
                  <a:lnTo>
                    <a:pt x="2049949" y="672608"/>
                  </a:lnTo>
                  <a:lnTo>
                    <a:pt x="2050059" y="672462"/>
                  </a:lnTo>
                  <a:lnTo>
                    <a:pt x="2050112" y="672352"/>
                  </a:lnTo>
                  <a:lnTo>
                    <a:pt x="2050121" y="672290"/>
                  </a:lnTo>
                  <a:lnTo>
                    <a:pt x="2050105" y="672029"/>
                  </a:lnTo>
                  <a:lnTo>
                    <a:pt x="2050070" y="671910"/>
                  </a:lnTo>
                  <a:lnTo>
                    <a:pt x="2049982" y="671608"/>
                  </a:lnTo>
                  <a:lnTo>
                    <a:pt x="2049867" y="671460"/>
                  </a:lnTo>
                  <a:lnTo>
                    <a:pt x="2049725" y="671341"/>
                  </a:lnTo>
                  <a:lnTo>
                    <a:pt x="2049697" y="671331"/>
                  </a:lnTo>
                  <a:lnTo>
                    <a:pt x="2049562" y="671279"/>
                  </a:lnTo>
                  <a:lnTo>
                    <a:pt x="2049487" y="671267"/>
                  </a:lnTo>
                  <a:lnTo>
                    <a:pt x="2049436" y="671202"/>
                  </a:lnTo>
                  <a:lnTo>
                    <a:pt x="2049250" y="670963"/>
                  </a:lnTo>
                  <a:lnTo>
                    <a:pt x="2049141" y="670839"/>
                  </a:lnTo>
                  <a:lnTo>
                    <a:pt x="2048898" y="670564"/>
                  </a:lnTo>
                  <a:lnTo>
                    <a:pt x="2048726" y="670407"/>
                  </a:lnTo>
                  <a:lnTo>
                    <a:pt x="2048515" y="670248"/>
                  </a:lnTo>
                  <a:lnTo>
                    <a:pt x="2048500" y="670241"/>
                  </a:lnTo>
                  <a:lnTo>
                    <a:pt x="2048225" y="670105"/>
                  </a:lnTo>
                  <a:lnTo>
                    <a:pt x="2048168" y="670077"/>
                  </a:lnTo>
                  <a:lnTo>
                    <a:pt x="2048100" y="670043"/>
                  </a:lnTo>
                  <a:lnTo>
                    <a:pt x="2048084" y="670027"/>
                  </a:lnTo>
                  <a:lnTo>
                    <a:pt x="2048018" y="669958"/>
                  </a:lnTo>
                  <a:lnTo>
                    <a:pt x="2048044" y="669857"/>
                  </a:lnTo>
                  <a:lnTo>
                    <a:pt x="2048050" y="669833"/>
                  </a:lnTo>
                  <a:lnTo>
                    <a:pt x="2048101" y="669773"/>
                  </a:lnTo>
                  <a:lnTo>
                    <a:pt x="2048129" y="669764"/>
                  </a:lnTo>
                  <a:lnTo>
                    <a:pt x="2048242" y="669725"/>
                  </a:lnTo>
                  <a:lnTo>
                    <a:pt x="2048329" y="669696"/>
                  </a:lnTo>
                  <a:lnTo>
                    <a:pt x="2048668" y="669581"/>
                  </a:lnTo>
                  <a:lnTo>
                    <a:pt x="2048807" y="669498"/>
                  </a:lnTo>
                  <a:lnTo>
                    <a:pt x="2049102" y="669322"/>
                  </a:lnTo>
                  <a:lnTo>
                    <a:pt x="2049139" y="669289"/>
                  </a:lnTo>
                  <a:lnTo>
                    <a:pt x="2049364" y="669082"/>
                  </a:lnTo>
                  <a:lnTo>
                    <a:pt x="2049466" y="668916"/>
                  </a:lnTo>
                  <a:lnTo>
                    <a:pt x="2049525" y="668722"/>
                  </a:lnTo>
                  <a:lnTo>
                    <a:pt x="2049567" y="668418"/>
                  </a:lnTo>
                  <a:lnTo>
                    <a:pt x="2049564" y="668391"/>
                  </a:lnTo>
                  <a:lnTo>
                    <a:pt x="2049550" y="668278"/>
                  </a:lnTo>
                  <a:lnTo>
                    <a:pt x="2049548" y="668261"/>
                  </a:lnTo>
                  <a:lnTo>
                    <a:pt x="2049387" y="668193"/>
                  </a:lnTo>
                  <a:lnTo>
                    <a:pt x="2049363" y="668183"/>
                  </a:lnTo>
                  <a:lnTo>
                    <a:pt x="2049343" y="668164"/>
                  </a:lnTo>
                  <a:lnTo>
                    <a:pt x="2049321" y="668143"/>
                  </a:lnTo>
                  <a:lnTo>
                    <a:pt x="2049239" y="668065"/>
                  </a:lnTo>
                  <a:lnTo>
                    <a:pt x="2049240" y="668039"/>
                  </a:lnTo>
                  <a:lnTo>
                    <a:pt x="2049247" y="667908"/>
                  </a:lnTo>
                  <a:lnTo>
                    <a:pt x="2049210" y="667709"/>
                  </a:lnTo>
                  <a:lnTo>
                    <a:pt x="2049008" y="667702"/>
                  </a:lnTo>
                  <a:lnTo>
                    <a:pt x="2048969" y="667679"/>
                  </a:lnTo>
                  <a:lnTo>
                    <a:pt x="2048748" y="667551"/>
                  </a:lnTo>
                  <a:lnTo>
                    <a:pt x="2048724" y="667509"/>
                  </a:lnTo>
                  <a:lnTo>
                    <a:pt x="2048652" y="667380"/>
                  </a:lnTo>
                  <a:lnTo>
                    <a:pt x="2048694" y="667013"/>
                  </a:lnTo>
                  <a:lnTo>
                    <a:pt x="2048701" y="666957"/>
                  </a:lnTo>
                  <a:lnTo>
                    <a:pt x="2048714" y="666837"/>
                  </a:lnTo>
                  <a:lnTo>
                    <a:pt x="2048718" y="666830"/>
                  </a:lnTo>
                  <a:lnTo>
                    <a:pt x="2048787" y="666692"/>
                  </a:lnTo>
                  <a:lnTo>
                    <a:pt x="2048834" y="666695"/>
                  </a:lnTo>
                  <a:lnTo>
                    <a:pt x="2048931" y="666703"/>
                  </a:lnTo>
                  <a:lnTo>
                    <a:pt x="2048982" y="666707"/>
                  </a:lnTo>
                  <a:lnTo>
                    <a:pt x="2049034" y="666711"/>
                  </a:lnTo>
                  <a:lnTo>
                    <a:pt x="2049317" y="666692"/>
                  </a:lnTo>
                  <a:lnTo>
                    <a:pt x="2049368" y="666688"/>
                  </a:lnTo>
                  <a:lnTo>
                    <a:pt x="2049495" y="666665"/>
                  </a:lnTo>
                  <a:lnTo>
                    <a:pt x="2049515" y="666662"/>
                  </a:lnTo>
                  <a:lnTo>
                    <a:pt x="2049722" y="666543"/>
                  </a:lnTo>
                  <a:lnTo>
                    <a:pt x="2049815" y="666410"/>
                  </a:lnTo>
                  <a:lnTo>
                    <a:pt x="2050044" y="666081"/>
                  </a:lnTo>
                  <a:lnTo>
                    <a:pt x="2050236" y="665847"/>
                  </a:lnTo>
                  <a:lnTo>
                    <a:pt x="2050377" y="665795"/>
                  </a:lnTo>
                  <a:lnTo>
                    <a:pt x="2050418" y="665747"/>
                  </a:lnTo>
                  <a:lnTo>
                    <a:pt x="2050466" y="665690"/>
                  </a:lnTo>
                  <a:lnTo>
                    <a:pt x="2050581" y="665553"/>
                  </a:lnTo>
                  <a:lnTo>
                    <a:pt x="2050640" y="665430"/>
                  </a:lnTo>
                  <a:lnTo>
                    <a:pt x="2050781" y="665213"/>
                  </a:lnTo>
                  <a:lnTo>
                    <a:pt x="2050830" y="665139"/>
                  </a:lnTo>
                  <a:lnTo>
                    <a:pt x="2051030" y="665057"/>
                  </a:lnTo>
                  <a:lnTo>
                    <a:pt x="2051164" y="664985"/>
                  </a:lnTo>
                  <a:lnTo>
                    <a:pt x="2051234" y="664899"/>
                  </a:lnTo>
                  <a:lnTo>
                    <a:pt x="2051480" y="664307"/>
                  </a:lnTo>
                  <a:lnTo>
                    <a:pt x="2051472" y="664243"/>
                  </a:lnTo>
                  <a:lnTo>
                    <a:pt x="2051429" y="664188"/>
                  </a:lnTo>
                  <a:lnTo>
                    <a:pt x="2051398" y="664096"/>
                  </a:lnTo>
                  <a:lnTo>
                    <a:pt x="2051404" y="664081"/>
                  </a:lnTo>
                  <a:lnTo>
                    <a:pt x="2051442" y="664000"/>
                  </a:lnTo>
                  <a:lnTo>
                    <a:pt x="2051455" y="663971"/>
                  </a:lnTo>
                  <a:lnTo>
                    <a:pt x="2051521" y="664001"/>
                  </a:lnTo>
                  <a:lnTo>
                    <a:pt x="2051656" y="664063"/>
                  </a:lnTo>
                  <a:lnTo>
                    <a:pt x="2051836" y="664145"/>
                  </a:lnTo>
                  <a:lnTo>
                    <a:pt x="2051853" y="664152"/>
                  </a:lnTo>
                  <a:lnTo>
                    <a:pt x="2051877" y="664164"/>
                  </a:lnTo>
                  <a:lnTo>
                    <a:pt x="2052009" y="664224"/>
                  </a:lnTo>
                  <a:lnTo>
                    <a:pt x="2052114" y="664271"/>
                  </a:lnTo>
                  <a:lnTo>
                    <a:pt x="2052219" y="664320"/>
                  </a:lnTo>
                  <a:lnTo>
                    <a:pt x="2052485" y="664393"/>
                  </a:lnTo>
                  <a:lnTo>
                    <a:pt x="2052743" y="664388"/>
                  </a:lnTo>
                  <a:lnTo>
                    <a:pt x="2052801" y="664379"/>
                  </a:lnTo>
                  <a:lnTo>
                    <a:pt x="2052829" y="664375"/>
                  </a:lnTo>
                  <a:lnTo>
                    <a:pt x="2053049" y="664344"/>
                  </a:lnTo>
                  <a:lnTo>
                    <a:pt x="2053314" y="664306"/>
                  </a:lnTo>
                  <a:lnTo>
                    <a:pt x="2053472" y="664284"/>
                  </a:lnTo>
                  <a:lnTo>
                    <a:pt x="2053538" y="664264"/>
                  </a:lnTo>
                  <a:lnTo>
                    <a:pt x="2053621" y="664239"/>
                  </a:lnTo>
                  <a:lnTo>
                    <a:pt x="2053663" y="664220"/>
                  </a:lnTo>
                  <a:lnTo>
                    <a:pt x="2053743" y="664183"/>
                  </a:lnTo>
                  <a:lnTo>
                    <a:pt x="2053815" y="664151"/>
                  </a:lnTo>
                  <a:lnTo>
                    <a:pt x="2053874" y="664124"/>
                  </a:lnTo>
                  <a:lnTo>
                    <a:pt x="2053919" y="664088"/>
                  </a:lnTo>
                  <a:lnTo>
                    <a:pt x="2053956" y="664057"/>
                  </a:lnTo>
                  <a:lnTo>
                    <a:pt x="2054017" y="664008"/>
                  </a:lnTo>
                  <a:lnTo>
                    <a:pt x="2054053" y="663979"/>
                  </a:lnTo>
                  <a:lnTo>
                    <a:pt x="2054109" y="663970"/>
                  </a:lnTo>
                  <a:lnTo>
                    <a:pt x="2054470" y="663978"/>
                  </a:lnTo>
                  <a:lnTo>
                    <a:pt x="2054489" y="663979"/>
                  </a:lnTo>
                  <a:lnTo>
                    <a:pt x="2054590" y="663948"/>
                  </a:lnTo>
                  <a:lnTo>
                    <a:pt x="2054612" y="663931"/>
                  </a:lnTo>
                  <a:lnTo>
                    <a:pt x="2055055" y="663580"/>
                  </a:lnTo>
                  <a:lnTo>
                    <a:pt x="2055087" y="663555"/>
                  </a:lnTo>
                  <a:lnTo>
                    <a:pt x="2055277" y="663405"/>
                  </a:lnTo>
                  <a:lnTo>
                    <a:pt x="2055362" y="663316"/>
                  </a:lnTo>
                  <a:lnTo>
                    <a:pt x="2055432" y="663212"/>
                  </a:lnTo>
                  <a:lnTo>
                    <a:pt x="2055491" y="663123"/>
                  </a:lnTo>
                  <a:lnTo>
                    <a:pt x="2055560" y="663019"/>
                  </a:lnTo>
                  <a:lnTo>
                    <a:pt x="2055571" y="662982"/>
                  </a:lnTo>
                  <a:lnTo>
                    <a:pt x="2055654" y="662680"/>
                  </a:lnTo>
                  <a:lnTo>
                    <a:pt x="2055654" y="662647"/>
                  </a:lnTo>
                  <a:lnTo>
                    <a:pt x="2055654" y="662590"/>
                  </a:lnTo>
                  <a:lnTo>
                    <a:pt x="2055626" y="662487"/>
                  </a:lnTo>
                  <a:lnTo>
                    <a:pt x="2055712" y="662392"/>
                  </a:lnTo>
                  <a:lnTo>
                    <a:pt x="2055754" y="662384"/>
                  </a:lnTo>
                  <a:lnTo>
                    <a:pt x="2056050" y="662326"/>
                  </a:lnTo>
                  <a:lnTo>
                    <a:pt x="2056124" y="662332"/>
                  </a:lnTo>
                  <a:lnTo>
                    <a:pt x="2056394" y="662354"/>
                  </a:lnTo>
                  <a:lnTo>
                    <a:pt x="2056643" y="662307"/>
                  </a:lnTo>
                  <a:lnTo>
                    <a:pt x="2056809" y="662231"/>
                  </a:lnTo>
                  <a:lnTo>
                    <a:pt x="2056898" y="662119"/>
                  </a:lnTo>
                  <a:lnTo>
                    <a:pt x="2056918" y="662093"/>
                  </a:lnTo>
                  <a:lnTo>
                    <a:pt x="2057024" y="661885"/>
                  </a:lnTo>
                  <a:lnTo>
                    <a:pt x="2057229" y="661565"/>
                  </a:lnTo>
                  <a:lnTo>
                    <a:pt x="2057351" y="661529"/>
                  </a:lnTo>
                  <a:lnTo>
                    <a:pt x="2057420" y="661541"/>
                  </a:lnTo>
                  <a:lnTo>
                    <a:pt x="2057527" y="661584"/>
                  </a:lnTo>
                  <a:lnTo>
                    <a:pt x="2057660" y="661581"/>
                  </a:lnTo>
                  <a:lnTo>
                    <a:pt x="2057732" y="661552"/>
                  </a:lnTo>
                  <a:lnTo>
                    <a:pt x="2057820" y="661492"/>
                  </a:lnTo>
                  <a:lnTo>
                    <a:pt x="2058071" y="661223"/>
                  </a:lnTo>
                  <a:lnTo>
                    <a:pt x="2058084" y="661209"/>
                  </a:lnTo>
                  <a:lnTo>
                    <a:pt x="2058112" y="661179"/>
                  </a:lnTo>
                  <a:lnTo>
                    <a:pt x="2058165" y="661122"/>
                  </a:lnTo>
                  <a:lnTo>
                    <a:pt x="2058264" y="661016"/>
                  </a:lnTo>
                  <a:lnTo>
                    <a:pt x="2058318" y="660957"/>
                  </a:lnTo>
                  <a:lnTo>
                    <a:pt x="2058196" y="660740"/>
                  </a:lnTo>
                  <a:lnTo>
                    <a:pt x="2058262" y="660692"/>
                  </a:lnTo>
                  <a:lnTo>
                    <a:pt x="2058411" y="660668"/>
                  </a:lnTo>
                  <a:lnTo>
                    <a:pt x="2058690" y="660661"/>
                  </a:lnTo>
                  <a:lnTo>
                    <a:pt x="2059114" y="660929"/>
                  </a:lnTo>
                  <a:lnTo>
                    <a:pt x="2059092" y="661029"/>
                  </a:lnTo>
                  <a:lnTo>
                    <a:pt x="2059105" y="661226"/>
                  </a:lnTo>
                  <a:lnTo>
                    <a:pt x="2059490" y="661262"/>
                  </a:lnTo>
                  <a:lnTo>
                    <a:pt x="2059923" y="661418"/>
                  </a:lnTo>
                  <a:lnTo>
                    <a:pt x="2059918" y="661557"/>
                  </a:lnTo>
                  <a:lnTo>
                    <a:pt x="2059914" y="661685"/>
                  </a:lnTo>
                  <a:lnTo>
                    <a:pt x="2060097" y="661715"/>
                  </a:lnTo>
                  <a:lnTo>
                    <a:pt x="2060190" y="661702"/>
                  </a:lnTo>
                  <a:lnTo>
                    <a:pt x="2060219" y="661698"/>
                  </a:lnTo>
                  <a:lnTo>
                    <a:pt x="2060214" y="661608"/>
                  </a:lnTo>
                  <a:lnTo>
                    <a:pt x="2060207" y="661488"/>
                  </a:lnTo>
                  <a:lnTo>
                    <a:pt x="2060200" y="661373"/>
                  </a:lnTo>
                  <a:lnTo>
                    <a:pt x="2060195" y="661273"/>
                  </a:lnTo>
                  <a:lnTo>
                    <a:pt x="2060703" y="661192"/>
                  </a:lnTo>
                  <a:lnTo>
                    <a:pt x="2060701" y="661161"/>
                  </a:lnTo>
                  <a:lnTo>
                    <a:pt x="2060695" y="661050"/>
                  </a:lnTo>
                  <a:lnTo>
                    <a:pt x="2060689" y="660951"/>
                  </a:lnTo>
                  <a:lnTo>
                    <a:pt x="2060687" y="660905"/>
                  </a:lnTo>
                  <a:lnTo>
                    <a:pt x="2060926" y="660873"/>
                  </a:lnTo>
                  <a:lnTo>
                    <a:pt x="2060963" y="660868"/>
                  </a:lnTo>
                  <a:lnTo>
                    <a:pt x="2061085" y="660838"/>
                  </a:lnTo>
                  <a:lnTo>
                    <a:pt x="2061176" y="660816"/>
                  </a:lnTo>
                  <a:lnTo>
                    <a:pt x="2061547" y="660725"/>
                  </a:lnTo>
                  <a:lnTo>
                    <a:pt x="2061771" y="660671"/>
                  </a:lnTo>
                  <a:lnTo>
                    <a:pt x="2061816" y="660636"/>
                  </a:lnTo>
                  <a:lnTo>
                    <a:pt x="2061878" y="660589"/>
                  </a:lnTo>
                  <a:lnTo>
                    <a:pt x="2061914" y="660257"/>
                  </a:lnTo>
                  <a:lnTo>
                    <a:pt x="2062022" y="659902"/>
                  </a:lnTo>
                  <a:lnTo>
                    <a:pt x="2062303" y="659692"/>
                  </a:lnTo>
                  <a:lnTo>
                    <a:pt x="2062668" y="659419"/>
                  </a:lnTo>
                  <a:lnTo>
                    <a:pt x="2063266" y="658971"/>
                  </a:lnTo>
                  <a:lnTo>
                    <a:pt x="2063437" y="658844"/>
                  </a:lnTo>
                  <a:lnTo>
                    <a:pt x="2063686" y="658798"/>
                  </a:lnTo>
                  <a:lnTo>
                    <a:pt x="2063987" y="658744"/>
                  </a:lnTo>
                  <a:lnTo>
                    <a:pt x="2064113" y="658737"/>
                  </a:lnTo>
                  <a:lnTo>
                    <a:pt x="2064213" y="658673"/>
                  </a:lnTo>
                  <a:lnTo>
                    <a:pt x="2063621" y="658170"/>
                  </a:lnTo>
                  <a:lnTo>
                    <a:pt x="2063706" y="658093"/>
                  </a:lnTo>
                  <a:lnTo>
                    <a:pt x="2063386" y="657793"/>
                  </a:lnTo>
                  <a:lnTo>
                    <a:pt x="2063610" y="657471"/>
                  </a:lnTo>
                  <a:lnTo>
                    <a:pt x="2063724" y="657307"/>
                  </a:lnTo>
                  <a:lnTo>
                    <a:pt x="2063369" y="657019"/>
                  </a:lnTo>
                  <a:lnTo>
                    <a:pt x="2062880" y="657471"/>
                  </a:lnTo>
                  <a:lnTo>
                    <a:pt x="2062594" y="657735"/>
                  </a:lnTo>
                  <a:lnTo>
                    <a:pt x="2062520" y="657802"/>
                  </a:lnTo>
                  <a:lnTo>
                    <a:pt x="2062473" y="657848"/>
                  </a:lnTo>
                  <a:lnTo>
                    <a:pt x="2062432" y="657864"/>
                  </a:lnTo>
                  <a:lnTo>
                    <a:pt x="2061225" y="658140"/>
                  </a:lnTo>
                  <a:lnTo>
                    <a:pt x="2061156" y="657921"/>
                  </a:lnTo>
                  <a:lnTo>
                    <a:pt x="2061153" y="657905"/>
                  </a:lnTo>
                  <a:lnTo>
                    <a:pt x="2061160" y="657893"/>
                  </a:lnTo>
                  <a:lnTo>
                    <a:pt x="2061280" y="657779"/>
                  </a:lnTo>
                  <a:lnTo>
                    <a:pt x="2061317" y="657746"/>
                  </a:lnTo>
                  <a:lnTo>
                    <a:pt x="2061382" y="657717"/>
                  </a:lnTo>
                  <a:lnTo>
                    <a:pt x="2061953" y="657579"/>
                  </a:lnTo>
                  <a:lnTo>
                    <a:pt x="2062253" y="657514"/>
                  </a:lnTo>
                  <a:lnTo>
                    <a:pt x="2062318" y="657494"/>
                  </a:lnTo>
                  <a:lnTo>
                    <a:pt x="2062346" y="657471"/>
                  </a:lnTo>
                  <a:lnTo>
                    <a:pt x="2062925" y="656905"/>
                  </a:lnTo>
                  <a:lnTo>
                    <a:pt x="2062987" y="656868"/>
                  </a:lnTo>
                  <a:lnTo>
                    <a:pt x="2063232" y="656719"/>
                  </a:lnTo>
                  <a:lnTo>
                    <a:pt x="2063243" y="656713"/>
                  </a:lnTo>
                  <a:lnTo>
                    <a:pt x="2063394" y="656623"/>
                  </a:lnTo>
                  <a:lnTo>
                    <a:pt x="2063505" y="656567"/>
                  </a:lnTo>
                  <a:lnTo>
                    <a:pt x="2063723" y="656458"/>
                  </a:lnTo>
                  <a:lnTo>
                    <a:pt x="2063876" y="656381"/>
                  </a:lnTo>
                  <a:lnTo>
                    <a:pt x="2063974" y="656303"/>
                  </a:lnTo>
                  <a:lnTo>
                    <a:pt x="2064082" y="656216"/>
                  </a:lnTo>
                  <a:lnTo>
                    <a:pt x="2064054" y="656163"/>
                  </a:lnTo>
                  <a:lnTo>
                    <a:pt x="2063715" y="655837"/>
                  </a:lnTo>
                  <a:lnTo>
                    <a:pt x="2064425" y="655718"/>
                  </a:lnTo>
                  <a:lnTo>
                    <a:pt x="2064498" y="655886"/>
                  </a:lnTo>
                  <a:lnTo>
                    <a:pt x="2064885" y="655794"/>
                  </a:lnTo>
                  <a:lnTo>
                    <a:pt x="2064901" y="655790"/>
                  </a:lnTo>
                  <a:lnTo>
                    <a:pt x="2065330" y="655652"/>
                  </a:lnTo>
                  <a:lnTo>
                    <a:pt x="2065745" y="655566"/>
                  </a:lnTo>
                  <a:lnTo>
                    <a:pt x="2065791" y="655764"/>
                  </a:lnTo>
                  <a:lnTo>
                    <a:pt x="2066127" y="655747"/>
                  </a:lnTo>
                  <a:lnTo>
                    <a:pt x="2066195" y="655713"/>
                  </a:lnTo>
                  <a:lnTo>
                    <a:pt x="2066241" y="655690"/>
                  </a:lnTo>
                  <a:lnTo>
                    <a:pt x="2066350" y="655612"/>
                  </a:lnTo>
                  <a:lnTo>
                    <a:pt x="2066366" y="655594"/>
                  </a:lnTo>
                  <a:lnTo>
                    <a:pt x="2066282" y="655360"/>
                  </a:lnTo>
                  <a:lnTo>
                    <a:pt x="2066265" y="655312"/>
                  </a:lnTo>
                  <a:lnTo>
                    <a:pt x="2066697" y="654824"/>
                  </a:lnTo>
                  <a:lnTo>
                    <a:pt x="2067068" y="654516"/>
                  </a:lnTo>
                  <a:lnTo>
                    <a:pt x="2067227" y="654769"/>
                  </a:lnTo>
                  <a:lnTo>
                    <a:pt x="2067420" y="654609"/>
                  </a:lnTo>
                  <a:lnTo>
                    <a:pt x="2067922" y="654169"/>
                  </a:lnTo>
                  <a:lnTo>
                    <a:pt x="2068047" y="654027"/>
                  </a:lnTo>
                  <a:lnTo>
                    <a:pt x="2068150" y="653880"/>
                  </a:lnTo>
                  <a:lnTo>
                    <a:pt x="2068243" y="653710"/>
                  </a:lnTo>
                  <a:lnTo>
                    <a:pt x="2068275" y="653605"/>
                  </a:lnTo>
                  <a:lnTo>
                    <a:pt x="2068285" y="653549"/>
                  </a:lnTo>
                  <a:lnTo>
                    <a:pt x="2068310" y="653424"/>
                  </a:lnTo>
                  <a:lnTo>
                    <a:pt x="2068319" y="653269"/>
                  </a:lnTo>
                  <a:lnTo>
                    <a:pt x="2068310" y="653186"/>
                  </a:lnTo>
                  <a:lnTo>
                    <a:pt x="2068361" y="652829"/>
                  </a:lnTo>
                  <a:lnTo>
                    <a:pt x="2068411" y="652795"/>
                  </a:lnTo>
                  <a:lnTo>
                    <a:pt x="2068720" y="652583"/>
                  </a:lnTo>
                  <a:lnTo>
                    <a:pt x="2068794" y="652523"/>
                  </a:lnTo>
                  <a:lnTo>
                    <a:pt x="2068884" y="652381"/>
                  </a:lnTo>
                  <a:lnTo>
                    <a:pt x="2068914" y="652293"/>
                  </a:lnTo>
                  <a:lnTo>
                    <a:pt x="2068934" y="652215"/>
                  </a:lnTo>
                  <a:lnTo>
                    <a:pt x="2069152" y="652011"/>
                  </a:lnTo>
                  <a:lnTo>
                    <a:pt x="2069178" y="651986"/>
                  </a:lnTo>
                  <a:lnTo>
                    <a:pt x="2069192" y="651973"/>
                  </a:lnTo>
                  <a:lnTo>
                    <a:pt x="2069239" y="651928"/>
                  </a:lnTo>
                  <a:lnTo>
                    <a:pt x="2069276" y="651894"/>
                  </a:lnTo>
                  <a:lnTo>
                    <a:pt x="2069284" y="651886"/>
                  </a:lnTo>
                  <a:lnTo>
                    <a:pt x="2069454" y="651727"/>
                  </a:lnTo>
                  <a:lnTo>
                    <a:pt x="2069464" y="651730"/>
                  </a:lnTo>
                  <a:lnTo>
                    <a:pt x="2069510" y="651743"/>
                  </a:lnTo>
                  <a:lnTo>
                    <a:pt x="2069687" y="651819"/>
                  </a:lnTo>
                  <a:lnTo>
                    <a:pt x="2069705" y="651827"/>
                  </a:lnTo>
                  <a:lnTo>
                    <a:pt x="2070200" y="651781"/>
                  </a:lnTo>
                  <a:lnTo>
                    <a:pt x="2070277" y="651774"/>
                  </a:lnTo>
                  <a:lnTo>
                    <a:pt x="2070730" y="651619"/>
                  </a:lnTo>
                  <a:lnTo>
                    <a:pt x="2070930" y="651513"/>
                  </a:lnTo>
                  <a:lnTo>
                    <a:pt x="2070977" y="651488"/>
                  </a:lnTo>
                  <a:lnTo>
                    <a:pt x="2071184" y="651347"/>
                  </a:lnTo>
                  <a:lnTo>
                    <a:pt x="2071337" y="651211"/>
                  </a:lnTo>
                  <a:lnTo>
                    <a:pt x="2071405" y="651118"/>
                  </a:lnTo>
                  <a:lnTo>
                    <a:pt x="2071446" y="651024"/>
                  </a:lnTo>
                  <a:lnTo>
                    <a:pt x="2071545" y="650797"/>
                  </a:lnTo>
                  <a:lnTo>
                    <a:pt x="2071569" y="650742"/>
                  </a:lnTo>
                  <a:lnTo>
                    <a:pt x="2071611" y="650593"/>
                  </a:lnTo>
                  <a:lnTo>
                    <a:pt x="2071634" y="650492"/>
                  </a:lnTo>
                  <a:lnTo>
                    <a:pt x="2071660" y="650378"/>
                  </a:lnTo>
                  <a:lnTo>
                    <a:pt x="2071702" y="650167"/>
                  </a:lnTo>
                  <a:lnTo>
                    <a:pt x="2071711" y="650121"/>
                  </a:lnTo>
                  <a:lnTo>
                    <a:pt x="2071723" y="650007"/>
                  </a:lnTo>
                  <a:lnTo>
                    <a:pt x="2071722" y="649860"/>
                  </a:lnTo>
                  <a:lnTo>
                    <a:pt x="2071707" y="649660"/>
                  </a:lnTo>
                  <a:lnTo>
                    <a:pt x="2071702" y="649624"/>
                  </a:lnTo>
                  <a:lnTo>
                    <a:pt x="2071666" y="649356"/>
                  </a:lnTo>
                  <a:lnTo>
                    <a:pt x="2071656" y="649325"/>
                  </a:lnTo>
                  <a:lnTo>
                    <a:pt x="2071646" y="649291"/>
                  </a:lnTo>
                  <a:lnTo>
                    <a:pt x="2071606" y="649160"/>
                  </a:lnTo>
                  <a:lnTo>
                    <a:pt x="2071589" y="649114"/>
                  </a:lnTo>
                  <a:lnTo>
                    <a:pt x="2071556" y="649030"/>
                  </a:lnTo>
                  <a:lnTo>
                    <a:pt x="2071471" y="648882"/>
                  </a:lnTo>
                  <a:lnTo>
                    <a:pt x="2071402" y="648786"/>
                  </a:lnTo>
                  <a:lnTo>
                    <a:pt x="2071354" y="648727"/>
                  </a:lnTo>
                  <a:lnTo>
                    <a:pt x="2071341" y="648715"/>
                  </a:lnTo>
                  <a:lnTo>
                    <a:pt x="2071290" y="648675"/>
                  </a:lnTo>
                  <a:lnTo>
                    <a:pt x="2071262" y="648655"/>
                  </a:lnTo>
                  <a:lnTo>
                    <a:pt x="2071221" y="648636"/>
                  </a:lnTo>
                  <a:lnTo>
                    <a:pt x="2071144" y="648636"/>
                  </a:lnTo>
                  <a:lnTo>
                    <a:pt x="2071128" y="648643"/>
                  </a:lnTo>
                  <a:lnTo>
                    <a:pt x="2070971" y="648712"/>
                  </a:lnTo>
                  <a:lnTo>
                    <a:pt x="2070880" y="648822"/>
                  </a:lnTo>
                  <a:lnTo>
                    <a:pt x="2070837" y="648848"/>
                  </a:lnTo>
                  <a:lnTo>
                    <a:pt x="2070810" y="648851"/>
                  </a:lnTo>
                  <a:lnTo>
                    <a:pt x="2070726" y="648824"/>
                  </a:lnTo>
                  <a:lnTo>
                    <a:pt x="2070632" y="648776"/>
                  </a:lnTo>
                  <a:lnTo>
                    <a:pt x="2070625" y="648763"/>
                  </a:lnTo>
                  <a:lnTo>
                    <a:pt x="2070630" y="648747"/>
                  </a:lnTo>
                  <a:lnTo>
                    <a:pt x="2070666" y="648662"/>
                  </a:lnTo>
                  <a:lnTo>
                    <a:pt x="2070793" y="648471"/>
                  </a:lnTo>
                  <a:lnTo>
                    <a:pt x="2070983" y="648404"/>
                  </a:lnTo>
                  <a:lnTo>
                    <a:pt x="2070987" y="648340"/>
                  </a:lnTo>
                  <a:lnTo>
                    <a:pt x="2069585" y="647985"/>
                  </a:lnTo>
                  <a:lnTo>
                    <a:pt x="2069541" y="647964"/>
                  </a:lnTo>
                  <a:lnTo>
                    <a:pt x="2069512" y="647941"/>
                  </a:lnTo>
                  <a:lnTo>
                    <a:pt x="2069500" y="647931"/>
                  </a:lnTo>
                  <a:lnTo>
                    <a:pt x="2069386" y="647726"/>
                  </a:lnTo>
                  <a:lnTo>
                    <a:pt x="2069404" y="647714"/>
                  </a:lnTo>
                  <a:lnTo>
                    <a:pt x="2069519" y="647717"/>
                  </a:lnTo>
                  <a:lnTo>
                    <a:pt x="2069596" y="647718"/>
                  </a:lnTo>
                  <a:lnTo>
                    <a:pt x="2069735" y="647722"/>
                  </a:lnTo>
                  <a:lnTo>
                    <a:pt x="2069930" y="647754"/>
                  </a:lnTo>
                  <a:lnTo>
                    <a:pt x="2069938" y="647756"/>
                  </a:lnTo>
                  <a:lnTo>
                    <a:pt x="2072144" y="647736"/>
                  </a:lnTo>
                  <a:lnTo>
                    <a:pt x="2072136" y="648284"/>
                  </a:lnTo>
                  <a:lnTo>
                    <a:pt x="2072171" y="648310"/>
                  </a:lnTo>
                  <a:lnTo>
                    <a:pt x="2072199" y="648316"/>
                  </a:lnTo>
                  <a:lnTo>
                    <a:pt x="2072288" y="648299"/>
                  </a:lnTo>
                  <a:lnTo>
                    <a:pt x="2072370" y="648270"/>
                  </a:lnTo>
                  <a:lnTo>
                    <a:pt x="2072553" y="648198"/>
                  </a:lnTo>
                  <a:lnTo>
                    <a:pt x="2072849" y="648064"/>
                  </a:lnTo>
                  <a:lnTo>
                    <a:pt x="2073066" y="647949"/>
                  </a:lnTo>
                  <a:lnTo>
                    <a:pt x="2073113" y="647920"/>
                  </a:lnTo>
                  <a:lnTo>
                    <a:pt x="2073415" y="647733"/>
                  </a:lnTo>
                  <a:lnTo>
                    <a:pt x="2073440" y="647703"/>
                  </a:lnTo>
                  <a:lnTo>
                    <a:pt x="2073451" y="647690"/>
                  </a:lnTo>
                  <a:lnTo>
                    <a:pt x="2073432" y="647671"/>
                  </a:lnTo>
                  <a:lnTo>
                    <a:pt x="2073420" y="647658"/>
                  </a:lnTo>
                  <a:lnTo>
                    <a:pt x="2073403" y="647641"/>
                  </a:lnTo>
                  <a:lnTo>
                    <a:pt x="2073398" y="647637"/>
                  </a:lnTo>
                  <a:lnTo>
                    <a:pt x="2073475" y="647536"/>
                  </a:lnTo>
                  <a:lnTo>
                    <a:pt x="2073488" y="647524"/>
                  </a:lnTo>
                  <a:lnTo>
                    <a:pt x="2073505" y="647508"/>
                  </a:lnTo>
                  <a:lnTo>
                    <a:pt x="2073522" y="647492"/>
                  </a:lnTo>
                  <a:lnTo>
                    <a:pt x="2073607" y="647412"/>
                  </a:lnTo>
                  <a:lnTo>
                    <a:pt x="2073643" y="647388"/>
                  </a:lnTo>
                  <a:lnTo>
                    <a:pt x="2073712" y="647344"/>
                  </a:lnTo>
                  <a:lnTo>
                    <a:pt x="2073790" y="647316"/>
                  </a:lnTo>
                  <a:lnTo>
                    <a:pt x="2073862" y="647290"/>
                  </a:lnTo>
                  <a:lnTo>
                    <a:pt x="2073977" y="647273"/>
                  </a:lnTo>
                  <a:lnTo>
                    <a:pt x="2073995" y="647270"/>
                  </a:lnTo>
                  <a:lnTo>
                    <a:pt x="2074026" y="647265"/>
                  </a:lnTo>
                  <a:lnTo>
                    <a:pt x="2074120" y="647249"/>
                  </a:lnTo>
                  <a:lnTo>
                    <a:pt x="2074392" y="647085"/>
                  </a:lnTo>
                  <a:lnTo>
                    <a:pt x="2074987" y="646583"/>
                  </a:lnTo>
                  <a:lnTo>
                    <a:pt x="2075138" y="646452"/>
                  </a:lnTo>
                  <a:lnTo>
                    <a:pt x="2075179" y="646416"/>
                  </a:lnTo>
                  <a:lnTo>
                    <a:pt x="2075184" y="646413"/>
                  </a:lnTo>
                  <a:lnTo>
                    <a:pt x="2075259" y="646335"/>
                  </a:lnTo>
                  <a:lnTo>
                    <a:pt x="2075310" y="646282"/>
                  </a:lnTo>
                  <a:lnTo>
                    <a:pt x="2075357" y="646234"/>
                  </a:lnTo>
                  <a:lnTo>
                    <a:pt x="2075467" y="646120"/>
                  </a:lnTo>
                  <a:lnTo>
                    <a:pt x="2075514" y="646072"/>
                  </a:lnTo>
                  <a:lnTo>
                    <a:pt x="2075534" y="646052"/>
                  </a:lnTo>
                  <a:lnTo>
                    <a:pt x="2075576" y="646008"/>
                  </a:lnTo>
                  <a:lnTo>
                    <a:pt x="2075569" y="645996"/>
                  </a:lnTo>
                  <a:lnTo>
                    <a:pt x="2075552" y="645988"/>
                  </a:lnTo>
                  <a:lnTo>
                    <a:pt x="2075548" y="645986"/>
                  </a:lnTo>
                  <a:lnTo>
                    <a:pt x="2075292" y="645998"/>
                  </a:lnTo>
                  <a:lnTo>
                    <a:pt x="2075272" y="646007"/>
                  </a:lnTo>
                  <a:lnTo>
                    <a:pt x="2074766" y="646009"/>
                  </a:lnTo>
                  <a:lnTo>
                    <a:pt x="2074711" y="645987"/>
                  </a:lnTo>
                  <a:lnTo>
                    <a:pt x="2074675" y="645938"/>
                  </a:lnTo>
                  <a:lnTo>
                    <a:pt x="2074673" y="645919"/>
                  </a:lnTo>
                  <a:lnTo>
                    <a:pt x="2074666" y="645853"/>
                  </a:lnTo>
                  <a:lnTo>
                    <a:pt x="2074662" y="645819"/>
                  </a:lnTo>
                  <a:lnTo>
                    <a:pt x="2074658" y="645551"/>
                  </a:lnTo>
                  <a:lnTo>
                    <a:pt x="2074899" y="645551"/>
                  </a:lnTo>
                  <a:lnTo>
                    <a:pt x="2075047" y="645551"/>
                  </a:lnTo>
                  <a:lnTo>
                    <a:pt x="2075351" y="645508"/>
                  </a:lnTo>
                  <a:lnTo>
                    <a:pt x="2075329" y="643873"/>
                  </a:lnTo>
                  <a:lnTo>
                    <a:pt x="2075444" y="643822"/>
                  </a:lnTo>
                  <a:lnTo>
                    <a:pt x="2075488" y="643811"/>
                  </a:lnTo>
                  <a:lnTo>
                    <a:pt x="2075565" y="643810"/>
                  </a:lnTo>
                  <a:lnTo>
                    <a:pt x="2075576" y="643789"/>
                  </a:lnTo>
                  <a:lnTo>
                    <a:pt x="2075586" y="643731"/>
                  </a:lnTo>
                  <a:lnTo>
                    <a:pt x="2075223" y="643186"/>
                  </a:lnTo>
                  <a:lnTo>
                    <a:pt x="2075063" y="643005"/>
                  </a:lnTo>
                  <a:lnTo>
                    <a:pt x="2074973" y="642946"/>
                  </a:lnTo>
                  <a:lnTo>
                    <a:pt x="2074826" y="642850"/>
                  </a:lnTo>
                  <a:lnTo>
                    <a:pt x="2074381" y="642070"/>
                  </a:lnTo>
                  <a:lnTo>
                    <a:pt x="2072892" y="642712"/>
                  </a:lnTo>
                  <a:lnTo>
                    <a:pt x="2072920" y="642249"/>
                  </a:lnTo>
                  <a:lnTo>
                    <a:pt x="2072927" y="642192"/>
                  </a:lnTo>
                  <a:lnTo>
                    <a:pt x="2072955" y="642139"/>
                  </a:lnTo>
                  <a:lnTo>
                    <a:pt x="2073051" y="642062"/>
                  </a:lnTo>
                  <a:lnTo>
                    <a:pt x="2074411" y="641470"/>
                  </a:lnTo>
                  <a:lnTo>
                    <a:pt x="2074537" y="641466"/>
                  </a:lnTo>
                  <a:lnTo>
                    <a:pt x="2074640" y="641511"/>
                  </a:lnTo>
                  <a:lnTo>
                    <a:pt x="2074693" y="641554"/>
                  </a:lnTo>
                  <a:lnTo>
                    <a:pt x="2075169" y="642395"/>
                  </a:lnTo>
                  <a:lnTo>
                    <a:pt x="2075177" y="642409"/>
                  </a:lnTo>
                  <a:lnTo>
                    <a:pt x="2075305" y="642619"/>
                  </a:lnTo>
                  <a:lnTo>
                    <a:pt x="2075392" y="642668"/>
                  </a:lnTo>
                  <a:lnTo>
                    <a:pt x="2075643" y="642587"/>
                  </a:lnTo>
                  <a:lnTo>
                    <a:pt x="2075823" y="642504"/>
                  </a:lnTo>
                  <a:lnTo>
                    <a:pt x="2075923" y="642228"/>
                  </a:lnTo>
                  <a:lnTo>
                    <a:pt x="2075943" y="642187"/>
                  </a:lnTo>
                  <a:lnTo>
                    <a:pt x="2075982" y="642157"/>
                  </a:lnTo>
                  <a:lnTo>
                    <a:pt x="2076924" y="641603"/>
                  </a:lnTo>
                  <a:lnTo>
                    <a:pt x="2076827" y="641486"/>
                  </a:lnTo>
                  <a:lnTo>
                    <a:pt x="2076984" y="641393"/>
                  </a:lnTo>
                  <a:lnTo>
                    <a:pt x="2077125" y="641309"/>
                  </a:lnTo>
                  <a:lnTo>
                    <a:pt x="2077176" y="641279"/>
                  </a:lnTo>
                  <a:lnTo>
                    <a:pt x="2077508" y="641702"/>
                  </a:lnTo>
                  <a:lnTo>
                    <a:pt x="2077550" y="641692"/>
                  </a:lnTo>
                  <a:lnTo>
                    <a:pt x="2077577" y="641673"/>
                  </a:lnTo>
                  <a:lnTo>
                    <a:pt x="2077555" y="641349"/>
                  </a:lnTo>
                  <a:lnTo>
                    <a:pt x="2077552" y="641295"/>
                  </a:lnTo>
                  <a:lnTo>
                    <a:pt x="2077550" y="641266"/>
                  </a:lnTo>
                  <a:lnTo>
                    <a:pt x="2077562" y="641240"/>
                  </a:lnTo>
                  <a:lnTo>
                    <a:pt x="2077577" y="641228"/>
                  </a:lnTo>
                  <a:lnTo>
                    <a:pt x="2077726" y="641180"/>
                  </a:lnTo>
                  <a:lnTo>
                    <a:pt x="2077771" y="641188"/>
                  </a:lnTo>
                  <a:lnTo>
                    <a:pt x="2077803" y="641220"/>
                  </a:lnTo>
                  <a:lnTo>
                    <a:pt x="2078014" y="641430"/>
                  </a:lnTo>
                  <a:lnTo>
                    <a:pt x="2078199" y="641083"/>
                  </a:lnTo>
                  <a:lnTo>
                    <a:pt x="2078205" y="641070"/>
                  </a:lnTo>
                  <a:lnTo>
                    <a:pt x="2077732" y="640615"/>
                  </a:lnTo>
                  <a:lnTo>
                    <a:pt x="2077706" y="640564"/>
                  </a:lnTo>
                  <a:lnTo>
                    <a:pt x="2077698" y="640517"/>
                  </a:lnTo>
                  <a:lnTo>
                    <a:pt x="2077702" y="640461"/>
                  </a:lnTo>
                  <a:lnTo>
                    <a:pt x="2077729" y="640392"/>
                  </a:lnTo>
                  <a:lnTo>
                    <a:pt x="2077738" y="640383"/>
                  </a:lnTo>
                  <a:lnTo>
                    <a:pt x="2077742" y="640379"/>
                  </a:lnTo>
                  <a:lnTo>
                    <a:pt x="2078025" y="640485"/>
                  </a:lnTo>
                  <a:lnTo>
                    <a:pt x="2078200" y="640557"/>
                  </a:lnTo>
                  <a:lnTo>
                    <a:pt x="2078299" y="640528"/>
                  </a:lnTo>
                  <a:lnTo>
                    <a:pt x="2078346" y="640498"/>
                  </a:lnTo>
                  <a:lnTo>
                    <a:pt x="2078499" y="640396"/>
                  </a:lnTo>
                  <a:lnTo>
                    <a:pt x="2078524" y="640388"/>
                  </a:lnTo>
                  <a:lnTo>
                    <a:pt x="2078554" y="640391"/>
                  </a:lnTo>
                  <a:lnTo>
                    <a:pt x="2078563" y="640399"/>
                  </a:lnTo>
                  <a:lnTo>
                    <a:pt x="2078577" y="640410"/>
                  </a:lnTo>
                  <a:lnTo>
                    <a:pt x="2078635" y="640456"/>
                  </a:lnTo>
                  <a:lnTo>
                    <a:pt x="2078664" y="640479"/>
                  </a:lnTo>
                  <a:lnTo>
                    <a:pt x="2078715" y="640519"/>
                  </a:lnTo>
                  <a:lnTo>
                    <a:pt x="2078812" y="640431"/>
                  </a:lnTo>
                  <a:lnTo>
                    <a:pt x="2078961" y="640297"/>
                  </a:lnTo>
                  <a:lnTo>
                    <a:pt x="2078981" y="640278"/>
                  </a:lnTo>
                  <a:lnTo>
                    <a:pt x="2079064" y="640203"/>
                  </a:lnTo>
                  <a:lnTo>
                    <a:pt x="2078961" y="640070"/>
                  </a:lnTo>
                  <a:lnTo>
                    <a:pt x="2079057" y="640016"/>
                  </a:lnTo>
                  <a:lnTo>
                    <a:pt x="2079154" y="639983"/>
                  </a:lnTo>
                  <a:lnTo>
                    <a:pt x="2079410" y="640129"/>
                  </a:lnTo>
                  <a:lnTo>
                    <a:pt x="2079449" y="640104"/>
                  </a:lnTo>
                  <a:lnTo>
                    <a:pt x="2079464" y="640095"/>
                  </a:lnTo>
                  <a:lnTo>
                    <a:pt x="2079474" y="640079"/>
                  </a:lnTo>
                  <a:lnTo>
                    <a:pt x="2079505" y="640029"/>
                  </a:lnTo>
                  <a:lnTo>
                    <a:pt x="2079523" y="640000"/>
                  </a:lnTo>
                  <a:lnTo>
                    <a:pt x="2079570" y="639903"/>
                  </a:lnTo>
                  <a:lnTo>
                    <a:pt x="2079574" y="639874"/>
                  </a:lnTo>
                  <a:lnTo>
                    <a:pt x="2079572" y="639868"/>
                  </a:lnTo>
                  <a:lnTo>
                    <a:pt x="2079470" y="639443"/>
                  </a:lnTo>
                  <a:lnTo>
                    <a:pt x="2079467" y="639435"/>
                  </a:lnTo>
                  <a:lnTo>
                    <a:pt x="2079229" y="639316"/>
                  </a:lnTo>
                  <a:lnTo>
                    <a:pt x="2079214" y="639314"/>
                  </a:lnTo>
                  <a:lnTo>
                    <a:pt x="2079219" y="639156"/>
                  </a:lnTo>
                  <a:lnTo>
                    <a:pt x="2079612" y="639213"/>
                  </a:lnTo>
                  <a:lnTo>
                    <a:pt x="2079744" y="639283"/>
                  </a:lnTo>
                  <a:lnTo>
                    <a:pt x="2079808" y="639332"/>
                  </a:lnTo>
                  <a:lnTo>
                    <a:pt x="2079956" y="639249"/>
                  </a:lnTo>
                  <a:lnTo>
                    <a:pt x="2079986" y="639227"/>
                  </a:lnTo>
                  <a:lnTo>
                    <a:pt x="2080054" y="639169"/>
                  </a:lnTo>
                  <a:lnTo>
                    <a:pt x="2080069" y="639145"/>
                  </a:lnTo>
                  <a:lnTo>
                    <a:pt x="2080097" y="639047"/>
                  </a:lnTo>
                  <a:lnTo>
                    <a:pt x="2080087" y="638631"/>
                  </a:lnTo>
                  <a:lnTo>
                    <a:pt x="2080091" y="638621"/>
                  </a:lnTo>
                  <a:lnTo>
                    <a:pt x="2080073" y="638485"/>
                  </a:lnTo>
                  <a:lnTo>
                    <a:pt x="2080042" y="638258"/>
                  </a:lnTo>
                  <a:lnTo>
                    <a:pt x="2080041" y="638247"/>
                  </a:lnTo>
                  <a:lnTo>
                    <a:pt x="2080029" y="638163"/>
                  </a:lnTo>
                  <a:lnTo>
                    <a:pt x="2079949" y="637790"/>
                  </a:lnTo>
                  <a:lnTo>
                    <a:pt x="2079946" y="637783"/>
                  </a:lnTo>
                  <a:lnTo>
                    <a:pt x="2079937" y="637761"/>
                  </a:lnTo>
                  <a:lnTo>
                    <a:pt x="2079842" y="637525"/>
                  </a:lnTo>
                  <a:lnTo>
                    <a:pt x="2079803" y="637335"/>
                  </a:lnTo>
                  <a:lnTo>
                    <a:pt x="2079812" y="637285"/>
                  </a:lnTo>
                  <a:lnTo>
                    <a:pt x="2079831" y="637177"/>
                  </a:lnTo>
                  <a:lnTo>
                    <a:pt x="2079835" y="637169"/>
                  </a:lnTo>
                  <a:lnTo>
                    <a:pt x="2079849" y="637152"/>
                  </a:lnTo>
                  <a:lnTo>
                    <a:pt x="2079878" y="637138"/>
                  </a:lnTo>
                  <a:lnTo>
                    <a:pt x="2079904" y="637126"/>
                  </a:lnTo>
                  <a:lnTo>
                    <a:pt x="2079925" y="637116"/>
                  </a:lnTo>
                  <a:lnTo>
                    <a:pt x="2080035" y="637064"/>
                  </a:lnTo>
                  <a:lnTo>
                    <a:pt x="2080201" y="637052"/>
                  </a:lnTo>
                  <a:lnTo>
                    <a:pt x="2080214" y="637065"/>
                  </a:lnTo>
                  <a:lnTo>
                    <a:pt x="2080258" y="637111"/>
                  </a:lnTo>
                  <a:lnTo>
                    <a:pt x="2080313" y="637148"/>
                  </a:lnTo>
                  <a:lnTo>
                    <a:pt x="2080330" y="637150"/>
                  </a:lnTo>
                  <a:lnTo>
                    <a:pt x="2080403" y="637160"/>
                  </a:lnTo>
                  <a:lnTo>
                    <a:pt x="2080434" y="637164"/>
                  </a:lnTo>
                  <a:lnTo>
                    <a:pt x="2080486" y="637170"/>
                  </a:lnTo>
                  <a:lnTo>
                    <a:pt x="2080511" y="637170"/>
                  </a:lnTo>
                  <a:lnTo>
                    <a:pt x="2080524" y="637168"/>
                  </a:lnTo>
                  <a:lnTo>
                    <a:pt x="2080656" y="637150"/>
                  </a:lnTo>
                  <a:lnTo>
                    <a:pt x="2081003" y="637103"/>
                  </a:lnTo>
                  <a:lnTo>
                    <a:pt x="2081016" y="637102"/>
                  </a:lnTo>
                  <a:lnTo>
                    <a:pt x="2081023" y="637093"/>
                  </a:lnTo>
                  <a:lnTo>
                    <a:pt x="2081146" y="636942"/>
                  </a:lnTo>
                  <a:lnTo>
                    <a:pt x="2081153" y="636934"/>
                  </a:lnTo>
                  <a:lnTo>
                    <a:pt x="2081283" y="636774"/>
                  </a:lnTo>
                  <a:lnTo>
                    <a:pt x="2081295" y="636758"/>
                  </a:lnTo>
                  <a:lnTo>
                    <a:pt x="2081343" y="636701"/>
                  </a:lnTo>
                  <a:lnTo>
                    <a:pt x="2081792" y="636152"/>
                  </a:lnTo>
                  <a:lnTo>
                    <a:pt x="2081829" y="636106"/>
                  </a:lnTo>
                  <a:lnTo>
                    <a:pt x="2081911" y="636056"/>
                  </a:lnTo>
                  <a:lnTo>
                    <a:pt x="2082011" y="635961"/>
                  </a:lnTo>
                  <a:lnTo>
                    <a:pt x="2082093" y="635882"/>
                  </a:lnTo>
                  <a:lnTo>
                    <a:pt x="2082020" y="635780"/>
                  </a:lnTo>
                  <a:lnTo>
                    <a:pt x="2081992" y="635740"/>
                  </a:lnTo>
                  <a:lnTo>
                    <a:pt x="2081920" y="635639"/>
                  </a:lnTo>
                  <a:lnTo>
                    <a:pt x="2081881" y="635584"/>
                  </a:lnTo>
                  <a:lnTo>
                    <a:pt x="2081834" y="635519"/>
                  </a:lnTo>
                  <a:lnTo>
                    <a:pt x="2081766" y="635423"/>
                  </a:lnTo>
                  <a:lnTo>
                    <a:pt x="2081897" y="635324"/>
                  </a:lnTo>
                  <a:lnTo>
                    <a:pt x="2081940" y="635286"/>
                  </a:lnTo>
                  <a:lnTo>
                    <a:pt x="2082475" y="634813"/>
                  </a:lnTo>
                  <a:lnTo>
                    <a:pt x="2082599" y="634703"/>
                  </a:lnTo>
                  <a:lnTo>
                    <a:pt x="2082714" y="634577"/>
                  </a:lnTo>
                  <a:lnTo>
                    <a:pt x="2082993" y="634572"/>
                  </a:lnTo>
                  <a:lnTo>
                    <a:pt x="2083086" y="634571"/>
                  </a:lnTo>
                  <a:lnTo>
                    <a:pt x="2083144" y="634570"/>
                  </a:lnTo>
                  <a:lnTo>
                    <a:pt x="2083148" y="634536"/>
                  </a:lnTo>
                  <a:lnTo>
                    <a:pt x="2083150" y="634518"/>
                  </a:lnTo>
                  <a:lnTo>
                    <a:pt x="2083155" y="634475"/>
                  </a:lnTo>
                  <a:lnTo>
                    <a:pt x="2083164" y="634403"/>
                  </a:lnTo>
                  <a:lnTo>
                    <a:pt x="2083229" y="633870"/>
                  </a:lnTo>
                  <a:lnTo>
                    <a:pt x="2083090" y="633898"/>
                  </a:lnTo>
                  <a:lnTo>
                    <a:pt x="2082674" y="633984"/>
                  </a:lnTo>
                  <a:lnTo>
                    <a:pt x="2082059" y="633845"/>
                  </a:lnTo>
                  <a:lnTo>
                    <a:pt x="2082043" y="633780"/>
                  </a:lnTo>
                  <a:lnTo>
                    <a:pt x="2082498" y="633676"/>
                  </a:lnTo>
                  <a:lnTo>
                    <a:pt x="2082527" y="633669"/>
                  </a:lnTo>
                  <a:lnTo>
                    <a:pt x="2082063" y="632808"/>
                  </a:lnTo>
                  <a:lnTo>
                    <a:pt x="2082031" y="632743"/>
                  </a:lnTo>
                  <a:lnTo>
                    <a:pt x="2082018" y="632717"/>
                  </a:lnTo>
                  <a:lnTo>
                    <a:pt x="2081974" y="632626"/>
                  </a:lnTo>
                  <a:lnTo>
                    <a:pt x="2081894" y="632425"/>
                  </a:lnTo>
                  <a:lnTo>
                    <a:pt x="2081583" y="632216"/>
                  </a:lnTo>
                  <a:lnTo>
                    <a:pt x="2081543" y="632185"/>
                  </a:lnTo>
                  <a:lnTo>
                    <a:pt x="2080686" y="631516"/>
                  </a:lnTo>
                  <a:lnTo>
                    <a:pt x="2080888" y="631409"/>
                  </a:lnTo>
                  <a:lnTo>
                    <a:pt x="2080953" y="631392"/>
                  </a:lnTo>
                  <a:lnTo>
                    <a:pt x="2080965" y="631389"/>
                  </a:lnTo>
                  <a:lnTo>
                    <a:pt x="2081084" y="631322"/>
                  </a:lnTo>
                  <a:lnTo>
                    <a:pt x="2081053" y="631271"/>
                  </a:lnTo>
                  <a:lnTo>
                    <a:pt x="2080640" y="630960"/>
                  </a:lnTo>
                  <a:lnTo>
                    <a:pt x="2080347" y="630653"/>
                  </a:lnTo>
                  <a:lnTo>
                    <a:pt x="2080143" y="630439"/>
                  </a:lnTo>
                  <a:lnTo>
                    <a:pt x="2079847" y="630206"/>
                  </a:lnTo>
                  <a:lnTo>
                    <a:pt x="2079618" y="630362"/>
                  </a:lnTo>
                  <a:lnTo>
                    <a:pt x="2079443" y="630217"/>
                  </a:lnTo>
                  <a:lnTo>
                    <a:pt x="2079653" y="630060"/>
                  </a:lnTo>
                  <a:lnTo>
                    <a:pt x="2079831" y="629833"/>
                  </a:lnTo>
                  <a:lnTo>
                    <a:pt x="2079788" y="629805"/>
                  </a:lnTo>
                  <a:lnTo>
                    <a:pt x="2079773" y="629801"/>
                  </a:lnTo>
                  <a:lnTo>
                    <a:pt x="2079734" y="629788"/>
                  </a:lnTo>
                  <a:lnTo>
                    <a:pt x="2079697" y="629764"/>
                  </a:lnTo>
                  <a:lnTo>
                    <a:pt x="2079158" y="629376"/>
                  </a:lnTo>
                  <a:lnTo>
                    <a:pt x="2078933" y="629165"/>
                  </a:lnTo>
                  <a:lnTo>
                    <a:pt x="2078791" y="629049"/>
                  </a:lnTo>
                  <a:lnTo>
                    <a:pt x="2078083" y="628544"/>
                  </a:lnTo>
                  <a:lnTo>
                    <a:pt x="2077674" y="628269"/>
                  </a:lnTo>
                  <a:lnTo>
                    <a:pt x="2077581" y="628196"/>
                  </a:lnTo>
                  <a:lnTo>
                    <a:pt x="2076859" y="627625"/>
                  </a:lnTo>
                  <a:lnTo>
                    <a:pt x="2076864" y="627556"/>
                  </a:lnTo>
                  <a:lnTo>
                    <a:pt x="2076895" y="627413"/>
                  </a:lnTo>
                  <a:lnTo>
                    <a:pt x="2076905" y="627369"/>
                  </a:lnTo>
                  <a:lnTo>
                    <a:pt x="2076930" y="627319"/>
                  </a:lnTo>
                  <a:lnTo>
                    <a:pt x="2077017" y="627153"/>
                  </a:lnTo>
                  <a:lnTo>
                    <a:pt x="2077027" y="627135"/>
                  </a:lnTo>
                  <a:lnTo>
                    <a:pt x="2077038" y="627128"/>
                  </a:lnTo>
                  <a:lnTo>
                    <a:pt x="2077119" y="627081"/>
                  </a:lnTo>
                  <a:lnTo>
                    <a:pt x="2077147" y="627065"/>
                  </a:lnTo>
                  <a:lnTo>
                    <a:pt x="2077179" y="627056"/>
                  </a:lnTo>
                  <a:lnTo>
                    <a:pt x="2077312" y="626998"/>
                  </a:lnTo>
                  <a:lnTo>
                    <a:pt x="2077406" y="626958"/>
                  </a:lnTo>
                  <a:lnTo>
                    <a:pt x="2077529" y="626904"/>
                  </a:lnTo>
                  <a:lnTo>
                    <a:pt x="2077639" y="626734"/>
                  </a:lnTo>
                  <a:lnTo>
                    <a:pt x="2077645" y="626725"/>
                  </a:lnTo>
                  <a:lnTo>
                    <a:pt x="2077686" y="626661"/>
                  </a:lnTo>
                  <a:lnTo>
                    <a:pt x="2077900" y="626332"/>
                  </a:lnTo>
                  <a:lnTo>
                    <a:pt x="2077983" y="626114"/>
                  </a:lnTo>
                  <a:lnTo>
                    <a:pt x="2078054" y="625929"/>
                  </a:lnTo>
                  <a:lnTo>
                    <a:pt x="2078139" y="625703"/>
                  </a:lnTo>
                  <a:lnTo>
                    <a:pt x="2078209" y="625513"/>
                  </a:lnTo>
                  <a:lnTo>
                    <a:pt x="2078217" y="625499"/>
                  </a:lnTo>
                  <a:lnTo>
                    <a:pt x="2078252" y="625434"/>
                  </a:lnTo>
                  <a:lnTo>
                    <a:pt x="2078274" y="625423"/>
                  </a:lnTo>
                  <a:lnTo>
                    <a:pt x="2078312" y="625390"/>
                  </a:lnTo>
                  <a:lnTo>
                    <a:pt x="2078309" y="625358"/>
                  </a:lnTo>
                  <a:lnTo>
                    <a:pt x="2078308" y="625337"/>
                  </a:lnTo>
                  <a:lnTo>
                    <a:pt x="2078296" y="625188"/>
                  </a:lnTo>
                  <a:lnTo>
                    <a:pt x="2078295" y="625169"/>
                  </a:lnTo>
                  <a:lnTo>
                    <a:pt x="2078293" y="625150"/>
                  </a:lnTo>
                  <a:lnTo>
                    <a:pt x="2078291" y="625122"/>
                  </a:lnTo>
                  <a:lnTo>
                    <a:pt x="2078232" y="624929"/>
                  </a:lnTo>
                  <a:lnTo>
                    <a:pt x="2078179" y="624787"/>
                  </a:lnTo>
                  <a:lnTo>
                    <a:pt x="2078061" y="624539"/>
                  </a:lnTo>
                  <a:lnTo>
                    <a:pt x="2078052" y="624537"/>
                  </a:lnTo>
                  <a:lnTo>
                    <a:pt x="2077627" y="624487"/>
                  </a:lnTo>
                  <a:lnTo>
                    <a:pt x="2077342" y="624454"/>
                  </a:lnTo>
                  <a:lnTo>
                    <a:pt x="2077252" y="624877"/>
                  </a:lnTo>
                  <a:lnTo>
                    <a:pt x="2077250" y="624885"/>
                  </a:lnTo>
                  <a:lnTo>
                    <a:pt x="2077233" y="624917"/>
                  </a:lnTo>
                  <a:lnTo>
                    <a:pt x="2077197" y="624953"/>
                  </a:lnTo>
                  <a:lnTo>
                    <a:pt x="2077146" y="624985"/>
                  </a:lnTo>
                  <a:lnTo>
                    <a:pt x="2076927" y="625047"/>
                  </a:lnTo>
                  <a:lnTo>
                    <a:pt x="2076730" y="625102"/>
                  </a:lnTo>
                  <a:lnTo>
                    <a:pt x="2076543" y="625143"/>
                  </a:lnTo>
                  <a:lnTo>
                    <a:pt x="2076317" y="625175"/>
                  </a:lnTo>
                  <a:lnTo>
                    <a:pt x="2076242" y="625175"/>
                  </a:lnTo>
                  <a:lnTo>
                    <a:pt x="2076139" y="625149"/>
                  </a:lnTo>
                  <a:lnTo>
                    <a:pt x="2075884" y="625107"/>
                  </a:lnTo>
                  <a:lnTo>
                    <a:pt x="2075402" y="625183"/>
                  </a:lnTo>
                  <a:lnTo>
                    <a:pt x="2075333" y="625187"/>
                  </a:lnTo>
                  <a:lnTo>
                    <a:pt x="2074941" y="625177"/>
                  </a:lnTo>
                  <a:lnTo>
                    <a:pt x="2074546" y="625202"/>
                  </a:lnTo>
                  <a:lnTo>
                    <a:pt x="2074408" y="625227"/>
                  </a:lnTo>
                  <a:lnTo>
                    <a:pt x="2074262" y="625268"/>
                  </a:lnTo>
                  <a:lnTo>
                    <a:pt x="2073986" y="625389"/>
                  </a:lnTo>
                  <a:lnTo>
                    <a:pt x="2073712" y="625564"/>
                  </a:lnTo>
                  <a:lnTo>
                    <a:pt x="2073666" y="625574"/>
                  </a:lnTo>
                  <a:lnTo>
                    <a:pt x="2073607" y="625561"/>
                  </a:lnTo>
                  <a:lnTo>
                    <a:pt x="2073569" y="625530"/>
                  </a:lnTo>
                  <a:lnTo>
                    <a:pt x="2073304" y="625184"/>
                  </a:lnTo>
                  <a:lnTo>
                    <a:pt x="2073289" y="625150"/>
                  </a:lnTo>
                  <a:lnTo>
                    <a:pt x="2073283" y="625124"/>
                  </a:lnTo>
                  <a:lnTo>
                    <a:pt x="2073286" y="625055"/>
                  </a:lnTo>
                  <a:lnTo>
                    <a:pt x="2073340" y="624693"/>
                  </a:lnTo>
                  <a:lnTo>
                    <a:pt x="2073344" y="624671"/>
                  </a:lnTo>
                  <a:lnTo>
                    <a:pt x="2073388" y="624617"/>
                  </a:lnTo>
                  <a:lnTo>
                    <a:pt x="2073426" y="624593"/>
                  </a:lnTo>
                  <a:lnTo>
                    <a:pt x="2073508" y="624586"/>
                  </a:lnTo>
                  <a:lnTo>
                    <a:pt x="2073697" y="624571"/>
                  </a:lnTo>
                  <a:lnTo>
                    <a:pt x="2073775" y="624550"/>
                  </a:lnTo>
                  <a:lnTo>
                    <a:pt x="2073859" y="624499"/>
                  </a:lnTo>
                  <a:lnTo>
                    <a:pt x="2074016" y="624377"/>
                  </a:lnTo>
                  <a:lnTo>
                    <a:pt x="2074159" y="624147"/>
                  </a:lnTo>
                  <a:lnTo>
                    <a:pt x="2074030" y="624119"/>
                  </a:lnTo>
                  <a:lnTo>
                    <a:pt x="2073868" y="624124"/>
                  </a:lnTo>
                  <a:lnTo>
                    <a:pt x="2073614" y="624185"/>
                  </a:lnTo>
                  <a:lnTo>
                    <a:pt x="2073586" y="624195"/>
                  </a:lnTo>
                  <a:lnTo>
                    <a:pt x="2073442" y="624328"/>
                  </a:lnTo>
                  <a:lnTo>
                    <a:pt x="2073328" y="624319"/>
                  </a:lnTo>
                  <a:lnTo>
                    <a:pt x="2073316" y="624300"/>
                  </a:lnTo>
                  <a:lnTo>
                    <a:pt x="2074076" y="623294"/>
                  </a:lnTo>
                  <a:lnTo>
                    <a:pt x="2074131" y="623211"/>
                  </a:lnTo>
                  <a:lnTo>
                    <a:pt x="2073832" y="623039"/>
                  </a:lnTo>
                  <a:lnTo>
                    <a:pt x="2073826" y="623019"/>
                  </a:lnTo>
                  <a:lnTo>
                    <a:pt x="2073740" y="622976"/>
                  </a:lnTo>
                  <a:lnTo>
                    <a:pt x="2072820" y="624194"/>
                  </a:lnTo>
                  <a:lnTo>
                    <a:pt x="2073142" y="624374"/>
                  </a:lnTo>
                  <a:lnTo>
                    <a:pt x="2072836" y="624775"/>
                  </a:lnTo>
                  <a:lnTo>
                    <a:pt x="2071427" y="623989"/>
                  </a:lnTo>
                  <a:lnTo>
                    <a:pt x="2071164" y="623839"/>
                  </a:lnTo>
                  <a:lnTo>
                    <a:pt x="2070950" y="623717"/>
                  </a:lnTo>
                  <a:lnTo>
                    <a:pt x="2070256" y="623323"/>
                  </a:lnTo>
                  <a:lnTo>
                    <a:pt x="2071354" y="621874"/>
                  </a:lnTo>
                  <a:lnTo>
                    <a:pt x="2070773" y="621507"/>
                  </a:lnTo>
                  <a:lnTo>
                    <a:pt x="2070757" y="621500"/>
                  </a:lnTo>
                  <a:lnTo>
                    <a:pt x="2070740" y="621493"/>
                  </a:lnTo>
                  <a:lnTo>
                    <a:pt x="2070166" y="622255"/>
                  </a:lnTo>
                  <a:lnTo>
                    <a:pt x="2069949" y="622131"/>
                  </a:lnTo>
                  <a:lnTo>
                    <a:pt x="2070462" y="621448"/>
                  </a:lnTo>
                  <a:lnTo>
                    <a:pt x="2070138" y="621262"/>
                  </a:lnTo>
                  <a:lnTo>
                    <a:pt x="2069940" y="621147"/>
                  </a:lnTo>
                  <a:lnTo>
                    <a:pt x="2069605" y="620839"/>
                  </a:lnTo>
                  <a:lnTo>
                    <a:pt x="2069926" y="620435"/>
                  </a:lnTo>
                  <a:lnTo>
                    <a:pt x="2069915" y="620380"/>
                  </a:lnTo>
                  <a:lnTo>
                    <a:pt x="2069907" y="620336"/>
                  </a:lnTo>
                  <a:lnTo>
                    <a:pt x="2069897" y="620328"/>
                  </a:lnTo>
                  <a:lnTo>
                    <a:pt x="2069411" y="619930"/>
                  </a:lnTo>
                  <a:lnTo>
                    <a:pt x="2069148" y="619881"/>
                  </a:lnTo>
                  <a:lnTo>
                    <a:pt x="2069121" y="619866"/>
                  </a:lnTo>
                  <a:lnTo>
                    <a:pt x="2068989" y="619714"/>
                  </a:lnTo>
                  <a:lnTo>
                    <a:pt x="2069104" y="619506"/>
                  </a:lnTo>
                  <a:lnTo>
                    <a:pt x="2069143" y="619519"/>
                  </a:lnTo>
                  <a:lnTo>
                    <a:pt x="2069194" y="619422"/>
                  </a:lnTo>
                  <a:lnTo>
                    <a:pt x="2069207" y="619398"/>
                  </a:lnTo>
                  <a:lnTo>
                    <a:pt x="2069244" y="619295"/>
                  </a:lnTo>
                  <a:lnTo>
                    <a:pt x="2069249" y="619269"/>
                  </a:lnTo>
                  <a:lnTo>
                    <a:pt x="2069275" y="618834"/>
                  </a:lnTo>
                  <a:lnTo>
                    <a:pt x="2069276" y="618808"/>
                  </a:lnTo>
                  <a:lnTo>
                    <a:pt x="2069275" y="618625"/>
                  </a:lnTo>
                  <a:lnTo>
                    <a:pt x="2069250" y="618620"/>
                  </a:lnTo>
                  <a:lnTo>
                    <a:pt x="2069171" y="618603"/>
                  </a:lnTo>
                  <a:lnTo>
                    <a:pt x="2069015" y="618582"/>
                  </a:lnTo>
                  <a:lnTo>
                    <a:pt x="2068773" y="618423"/>
                  </a:lnTo>
                  <a:lnTo>
                    <a:pt x="2068744" y="618355"/>
                  </a:lnTo>
                  <a:lnTo>
                    <a:pt x="2068719" y="618141"/>
                  </a:lnTo>
                  <a:lnTo>
                    <a:pt x="2068708" y="618043"/>
                  </a:lnTo>
                  <a:lnTo>
                    <a:pt x="2068531" y="617898"/>
                  </a:lnTo>
                  <a:lnTo>
                    <a:pt x="2068420" y="617840"/>
                  </a:lnTo>
                  <a:lnTo>
                    <a:pt x="2068424" y="617826"/>
                  </a:lnTo>
                  <a:lnTo>
                    <a:pt x="2068431" y="617806"/>
                  </a:lnTo>
                  <a:lnTo>
                    <a:pt x="2068448" y="617749"/>
                  </a:lnTo>
                  <a:lnTo>
                    <a:pt x="2068780" y="617658"/>
                  </a:lnTo>
                  <a:lnTo>
                    <a:pt x="2068904" y="617668"/>
                  </a:lnTo>
                  <a:lnTo>
                    <a:pt x="2069015" y="617677"/>
                  </a:lnTo>
                  <a:lnTo>
                    <a:pt x="2069081" y="617708"/>
                  </a:lnTo>
                  <a:lnTo>
                    <a:pt x="2069149" y="617649"/>
                  </a:lnTo>
                  <a:lnTo>
                    <a:pt x="2069186" y="617615"/>
                  </a:lnTo>
                  <a:lnTo>
                    <a:pt x="2069193" y="617149"/>
                  </a:lnTo>
                  <a:lnTo>
                    <a:pt x="2068979" y="617118"/>
                  </a:lnTo>
                  <a:lnTo>
                    <a:pt x="2068450" y="617042"/>
                  </a:lnTo>
                  <a:lnTo>
                    <a:pt x="2068132" y="617031"/>
                  </a:lnTo>
                  <a:lnTo>
                    <a:pt x="2067951" y="617025"/>
                  </a:lnTo>
                  <a:lnTo>
                    <a:pt x="2067348" y="617017"/>
                  </a:lnTo>
                  <a:lnTo>
                    <a:pt x="2067345" y="617026"/>
                  </a:lnTo>
                  <a:lnTo>
                    <a:pt x="2067340" y="617038"/>
                  </a:lnTo>
                  <a:lnTo>
                    <a:pt x="2067151" y="617553"/>
                  </a:lnTo>
                  <a:lnTo>
                    <a:pt x="2067157" y="617618"/>
                  </a:lnTo>
                  <a:lnTo>
                    <a:pt x="2067159" y="617647"/>
                  </a:lnTo>
                  <a:lnTo>
                    <a:pt x="2067167" y="617729"/>
                  </a:lnTo>
                  <a:lnTo>
                    <a:pt x="2067169" y="617754"/>
                  </a:lnTo>
                  <a:lnTo>
                    <a:pt x="2067239" y="617944"/>
                  </a:lnTo>
                  <a:lnTo>
                    <a:pt x="2067373" y="617983"/>
                  </a:lnTo>
                  <a:lnTo>
                    <a:pt x="2067489" y="618006"/>
                  </a:lnTo>
                  <a:lnTo>
                    <a:pt x="2067521" y="618013"/>
                  </a:lnTo>
                  <a:lnTo>
                    <a:pt x="2067613" y="618031"/>
                  </a:lnTo>
                  <a:lnTo>
                    <a:pt x="2067628" y="618034"/>
                  </a:lnTo>
                  <a:lnTo>
                    <a:pt x="2068195" y="618073"/>
                  </a:lnTo>
                  <a:lnTo>
                    <a:pt x="2068289" y="618138"/>
                  </a:lnTo>
                  <a:lnTo>
                    <a:pt x="2068300" y="618200"/>
                  </a:lnTo>
                  <a:lnTo>
                    <a:pt x="2068269" y="618258"/>
                  </a:lnTo>
                  <a:lnTo>
                    <a:pt x="2068170" y="618331"/>
                  </a:lnTo>
                  <a:lnTo>
                    <a:pt x="2068148" y="618336"/>
                  </a:lnTo>
                  <a:lnTo>
                    <a:pt x="2066860" y="618346"/>
                  </a:lnTo>
                  <a:lnTo>
                    <a:pt x="2066693" y="618286"/>
                  </a:lnTo>
                  <a:lnTo>
                    <a:pt x="2066605" y="618253"/>
                  </a:lnTo>
                  <a:lnTo>
                    <a:pt x="2066269" y="618134"/>
                  </a:lnTo>
                  <a:lnTo>
                    <a:pt x="2066121" y="618080"/>
                  </a:lnTo>
                  <a:lnTo>
                    <a:pt x="2065703" y="617930"/>
                  </a:lnTo>
                  <a:lnTo>
                    <a:pt x="2065674" y="617908"/>
                  </a:lnTo>
                  <a:lnTo>
                    <a:pt x="2065502" y="617578"/>
                  </a:lnTo>
                  <a:lnTo>
                    <a:pt x="2065237" y="617683"/>
                  </a:lnTo>
                  <a:lnTo>
                    <a:pt x="2065111" y="617416"/>
                  </a:lnTo>
                  <a:lnTo>
                    <a:pt x="2065028" y="617260"/>
                  </a:lnTo>
                  <a:lnTo>
                    <a:pt x="2065021" y="617247"/>
                  </a:lnTo>
                  <a:lnTo>
                    <a:pt x="2064947" y="617097"/>
                  </a:lnTo>
                  <a:lnTo>
                    <a:pt x="2064901" y="617006"/>
                  </a:lnTo>
                  <a:lnTo>
                    <a:pt x="2064905" y="616943"/>
                  </a:lnTo>
                  <a:lnTo>
                    <a:pt x="2065025" y="616898"/>
                  </a:lnTo>
                  <a:lnTo>
                    <a:pt x="2065130" y="616858"/>
                  </a:lnTo>
                  <a:lnTo>
                    <a:pt x="2064684" y="615976"/>
                  </a:lnTo>
                  <a:lnTo>
                    <a:pt x="2064661" y="615931"/>
                  </a:lnTo>
                  <a:lnTo>
                    <a:pt x="2064517" y="615642"/>
                  </a:lnTo>
                  <a:lnTo>
                    <a:pt x="2064290" y="615188"/>
                  </a:lnTo>
                  <a:lnTo>
                    <a:pt x="2064356" y="614257"/>
                  </a:lnTo>
                  <a:lnTo>
                    <a:pt x="2064284" y="614026"/>
                  </a:lnTo>
                  <a:lnTo>
                    <a:pt x="2064036" y="613953"/>
                  </a:lnTo>
                  <a:lnTo>
                    <a:pt x="2063940" y="613762"/>
                  </a:lnTo>
                  <a:lnTo>
                    <a:pt x="2063922" y="613681"/>
                  </a:lnTo>
                  <a:lnTo>
                    <a:pt x="2063930" y="613624"/>
                  </a:lnTo>
                  <a:lnTo>
                    <a:pt x="2063931" y="613611"/>
                  </a:lnTo>
                  <a:lnTo>
                    <a:pt x="2064132" y="613241"/>
                  </a:lnTo>
                  <a:lnTo>
                    <a:pt x="2064227" y="613066"/>
                  </a:lnTo>
                  <a:lnTo>
                    <a:pt x="2064240" y="613041"/>
                  </a:lnTo>
                  <a:lnTo>
                    <a:pt x="2064325" y="612936"/>
                  </a:lnTo>
                  <a:lnTo>
                    <a:pt x="2064336" y="612922"/>
                  </a:lnTo>
                  <a:lnTo>
                    <a:pt x="2064328" y="612873"/>
                  </a:lnTo>
                  <a:lnTo>
                    <a:pt x="2064317" y="612800"/>
                  </a:lnTo>
                  <a:lnTo>
                    <a:pt x="2064043" y="612645"/>
                  </a:lnTo>
                  <a:lnTo>
                    <a:pt x="2063960" y="612627"/>
                  </a:lnTo>
                  <a:lnTo>
                    <a:pt x="2063846" y="612456"/>
                  </a:lnTo>
                  <a:lnTo>
                    <a:pt x="2063809" y="612399"/>
                  </a:lnTo>
                  <a:lnTo>
                    <a:pt x="2063719" y="612264"/>
                  </a:lnTo>
                  <a:lnTo>
                    <a:pt x="2063710" y="612211"/>
                  </a:lnTo>
                  <a:lnTo>
                    <a:pt x="2063673" y="611631"/>
                  </a:lnTo>
                  <a:lnTo>
                    <a:pt x="2063670" y="611525"/>
                  </a:lnTo>
                  <a:lnTo>
                    <a:pt x="2063661" y="611218"/>
                  </a:lnTo>
                  <a:lnTo>
                    <a:pt x="2063842" y="611141"/>
                  </a:lnTo>
                  <a:lnTo>
                    <a:pt x="2063926" y="611096"/>
                  </a:lnTo>
                  <a:lnTo>
                    <a:pt x="2063989" y="611056"/>
                  </a:lnTo>
                  <a:lnTo>
                    <a:pt x="2064069" y="610990"/>
                  </a:lnTo>
                  <a:lnTo>
                    <a:pt x="2064191" y="610847"/>
                  </a:lnTo>
                  <a:lnTo>
                    <a:pt x="2064244" y="610773"/>
                  </a:lnTo>
                  <a:lnTo>
                    <a:pt x="2064351" y="610576"/>
                  </a:lnTo>
                  <a:lnTo>
                    <a:pt x="2064392" y="610499"/>
                  </a:lnTo>
                  <a:lnTo>
                    <a:pt x="2064528" y="610338"/>
                  </a:lnTo>
                  <a:lnTo>
                    <a:pt x="2064572" y="610293"/>
                  </a:lnTo>
                  <a:lnTo>
                    <a:pt x="2064674" y="610186"/>
                  </a:lnTo>
                  <a:lnTo>
                    <a:pt x="2064726" y="610132"/>
                  </a:lnTo>
                  <a:lnTo>
                    <a:pt x="2064833" y="609985"/>
                  </a:lnTo>
                  <a:lnTo>
                    <a:pt x="2064663" y="609950"/>
                  </a:lnTo>
                  <a:lnTo>
                    <a:pt x="2064450" y="609905"/>
                  </a:lnTo>
                  <a:lnTo>
                    <a:pt x="2064315" y="609877"/>
                  </a:lnTo>
                  <a:lnTo>
                    <a:pt x="2064253" y="609935"/>
                  </a:lnTo>
                  <a:lnTo>
                    <a:pt x="2064099" y="610108"/>
                  </a:lnTo>
                  <a:lnTo>
                    <a:pt x="2063980" y="610222"/>
                  </a:lnTo>
                  <a:lnTo>
                    <a:pt x="2063864" y="610306"/>
                  </a:lnTo>
                  <a:lnTo>
                    <a:pt x="2063600" y="610448"/>
                  </a:lnTo>
                  <a:lnTo>
                    <a:pt x="2063589" y="610450"/>
                  </a:lnTo>
                  <a:lnTo>
                    <a:pt x="2063432" y="610472"/>
                  </a:lnTo>
                  <a:lnTo>
                    <a:pt x="2063327" y="610487"/>
                  </a:lnTo>
                  <a:lnTo>
                    <a:pt x="2063220" y="610562"/>
                  </a:lnTo>
                  <a:lnTo>
                    <a:pt x="2062839" y="610851"/>
                  </a:lnTo>
                  <a:lnTo>
                    <a:pt x="2062727" y="610965"/>
                  </a:lnTo>
                  <a:lnTo>
                    <a:pt x="2062750" y="611087"/>
                  </a:lnTo>
                  <a:lnTo>
                    <a:pt x="2062751" y="611092"/>
                  </a:lnTo>
                  <a:lnTo>
                    <a:pt x="2062764" y="611163"/>
                  </a:lnTo>
                  <a:lnTo>
                    <a:pt x="2062770" y="611192"/>
                  </a:lnTo>
                  <a:lnTo>
                    <a:pt x="2062779" y="611239"/>
                  </a:lnTo>
                  <a:lnTo>
                    <a:pt x="2062817" y="611594"/>
                  </a:lnTo>
                  <a:lnTo>
                    <a:pt x="2062722" y="611662"/>
                  </a:lnTo>
                  <a:lnTo>
                    <a:pt x="2062538" y="611794"/>
                  </a:lnTo>
                  <a:lnTo>
                    <a:pt x="2062330" y="611944"/>
                  </a:lnTo>
                  <a:lnTo>
                    <a:pt x="2061985" y="612091"/>
                  </a:lnTo>
                  <a:lnTo>
                    <a:pt x="2061956" y="612103"/>
                  </a:lnTo>
                  <a:lnTo>
                    <a:pt x="2061942" y="612126"/>
                  </a:lnTo>
                  <a:lnTo>
                    <a:pt x="2061856" y="612269"/>
                  </a:lnTo>
                  <a:lnTo>
                    <a:pt x="2061837" y="612300"/>
                  </a:lnTo>
                  <a:lnTo>
                    <a:pt x="2061780" y="612394"/>
                  </a:lnTo>
                  <a:lnTo>
                    <a:pt x="2061779" y="612664"/>
                  </a:lnTo>
                  <a:lnTo>
                    <a:pt x="2061779" y="612764"/>
                  </a:lnTo>
                  <a:lnTo>
                    <a:pt x="2062004" y="612988"/>
                  </a:lnTo>
                  <a:lnTo>
                    <a:pt x="2062075" y="613084"/>
                  </a:lnTo>
                  <a:lnTo>
                    <a:pt x="2062077" y="613128"/>
                  </a:lnTo>
                  <a:lnTo>
                    <a:pt x="2062050" y="613449"/>
                  </a:lnTo>
                  <a:lnTo>
                    <a:pt x="2062049" y="613456"/>
                  </a:lnTo>
                  <a:lnTo>
                    <a:pt x="2061909" y="613584"/>
                  </a:lnTo>
                  <a:lnTo>
                    <a:pt x="2061568" y="613799"/>
                  </a:lnTo>
                  <a:lnTo>
                    <a:pt x="2061536" y="613877"/>
                  </a:lnTo>
                  <a:lnTo>
                    <a:pt x="2061465" y="614051"/>
                  </a:lnTo>
                  <a:lnTo>
                    <a:pt x="2061609" y="614093"/>
                  </a:lnTo>
                  <a:lnTo>
                    <a:pt x="2061630" y="614236"/>
                  </a:lnTo>
                  <a:lnTo>
                    <a:pt x="2061296" y="614456"/>
                  </a:lnTo>
                  <a:lnTo>
                    <a:pt x="2061166" y="614644"/>
                  </a:lnTo>
                  <a:lnTo>
                    <a:pt x="2061060" y="614595"/>
                  </a:lnTo>
                  <a:lnTo>
                    <a:pt x="2060979" y="614270"/>
                  </a:lnTo>
                  <a:lnTo>
                    <a:pt x="2060730" y="614247"/>
                  </a:lnTo>
                  <a:lnTo>
                    <a:pt x="2060709" y="614245"/>
                  </a:lnTo>
                  <a:lnTo>
                    <a:pt x="2060689" y="614401"/>
                  </a:lnTo>
                  <a:lnTo>
                    <a:pt x="2060683" y="614449"/>
                  </a:lnTo>
                  <a:lnTo>
                    <a:pt x="2060643" y="614677"/>
                  </a:lnTo>
                  <a:lnTo>
                    <a:pt x="2060089" y="614531"/>
                  </a:lnTo>
                  <a:lnTo>
                    <a:pt x="2060046" y="614514"/>
                  </a:lnTo>
                  <a:lnTo>
                    <a:pt x="2060017" y="614485"/>
                  </a:lnTo>
                  <a:lnTo>
                    <a:pt x="2059965" y="614386"/>
                  </a:lnTo>
                  <a:lnTo>
                    <a:pt x="2059968" y="614359"/>
                  </a:lnTo>
                  <a:lnTo>
                    <a:pt x="2059980" y="614339"/>
                  </a:lnTo>
                  <a:lnTo>
                    <a:pt x="2060047" y="614306"/>
                  </a:lnTo>
                  <a:lnTo>
                    <a:pt x="2060113" y="614270"/>
                  </a:lnTo>
                  <a:lnTo>
                    <a:pt x="2060145" y="614169"/>
                  </a:lnTo>
                  <a:lnTo>
                    <a:pt x="2060189" y="614034"/>
                  </a:lnTo>
                  <a:lnTo>
                    <a:pt x="2060219" y="613914"/>
                  </a:lnTo>
                  <a:lnTo>
                    <a:pt x="2060208" y="613912"/>
                  </a:lnTo>
                  <a:lnTo>
                    <a:pt x="2060040" y="613878"/>
                  </a:lnTo>
                  <a:lnTo>
                    <a:pt x="2059993" y="613869"/>
                  </a:lnTo>
                  <a:lnTo>
                    <a:pt x="2059883" y="613882"/>
                  </a:lnTo>
                  <a:lnTo>
                    <a:pt x="2059765" y="613898"/>
                  </a:lnTo>
                  <a:lnTo>
                    <a:pt x="2059623" y="613917"/>
                  </a:lnTo>
                  <a:lnTo>
                    <a:pt x="2059355" y="614139"/>
                  </a:lnTo>
                  <a:lnTo>
                    <a:pt x="2059294" y="614195"/>
                  </a:lnTo>
                  <a:lnTo>
                    <a:pt x="2058917" y="614540"/>
                  </a:lnTo>
                  <a:lnTo>
                    <a:pt x="2058904" y="614552"/>
                  </a:lnTo>
                  <a:lnTo>
                    <a:pt x="2058860" y="614623"/>
                  </a:lnTo>
                  <a:lnTo>
                    <a:pt x="2058925" y="614660"/>
                  </a:lnTo>
                  <a:lnTo>
                    <a:pt x="2059407" y="614935"/>
                  </a:lnTo>
                  <a:lnTo>
                    <a:pt x="2059427" y="614944"/>
                  </a:lnTo>
                  <a:lnTo>
                    <a:pt x="2059448" y="614917"/>
                  </a:lnTo>
                  <a:lnTo>
                    <a:pt x="2059456" y="614907"/>
                  </a:lnTo>
                  <a:lnTo>
                    <a:pt x="2059683" y="614620"/>
                  </a:lnTo>
                  <a:lnTo>
                    <a:pt x="2059753" y="614532"/>
                  </a:lnTo>
                  <a:lnTo>
                    <a:pt x="2059771" y="614504"/>
                  </a:lnTo>
                  <a:lnTo>
                    <a:pt x="2059803" y="614456"/>
                  </a:lnTo>
                  <a:lnTo>
                    <a:pt x="2059809" y="614447"/>
                  </a:lnTo>
                  <a:lnTo>
                    <a:pt x="2059831" y="614452"/>
                  </a:lnTo>
                  <a:lnTo>
                    <a:pt x="2059865" y="614472"/>
                  </a:lnTo>
                  <a:lnTo>
                    <a:pt x="2059874" y="614480"/>
                  </a:lnTo>
                  <a:lnTo>
                    <a:pt x="2059889" y="614492"/>
                  </a:lnTo>
                  <a:lnTo>
                    <a:pt x="2059951" y="614540"/>
                  </a:lnTo>
                  <a:lnTo>
                    <a:pt x="2059955" y="614543"/>
                  </a:lnTo>
                  <a:lnTo>
                    <a:pt x="2060050" y="614635"/>
                  </a:lnTo>
                  <a:lnTo>
                    <a:pt x="2060169" y="614675"/>
                  </a:lnTo>
                  <a:lnTo>
                    <a:pt x="2060188" y="614681"/>
                  </a:lnTo>
                  <a:lnTo>
                    <a:pt x="2060218" y="614691"/>
                  </a:lnTo>
                  <a:lnTo>
                    <a:pt x="2060249" y="614702"/>
                  </a:lnTo>
                  <a:lnTo>
                    <a:pt x="2060359" y="614767"/>
                  </a:lnTo>
                  <a:lnTo>
                    <a:pt x="2060669" y="614952"/>
                  </a:lnTo>
                  <a:lnTo>
                    <a:pt x="2060679" y="614978"/>
                  </a:lnTo>
                  <a:lnTo>
                    <a:pt x="2060453" y="615395"/>
                  </a:lnTo>
                  <a:lnTo>
                    <a:pt x="2060365" y="615375"/>
                  </a:lnTo>
                  <a:lnTo>
                    <a:pt x="2060212" y="615318"/>
                  </a:lnTo>
                  <a:lnTo>
                    <a:pt x="2060032" y="615252"/>
                  </a:lnTo>
                  <a:lnTo>
                    <a:pt x="2060026" y="615250"/>
                  </a:lnTo>
                  <a:lnTo>
                    <a:pt x="2060020" y="615249"/>
                  </a:lnTo>
                  <a:lnTo>
                    <a:pt x="2060013" y="615249"/>
                  </a:lnTo>
                  <a:lnTo>
                    <a:pt x="2060007" y="615249"/>
                  </a:lnTo>
                  <a:lnTo>
                    <a:pt x="2060000" y="615250"/>
                  </a:lnTo>
                  <a:lnTo>
                    <a:pt x="2059994" y="615252"/>
                  </a:lnTo>
                  <a:lnTo>
                    <a:pt x="2059988" y="615254"/>
                  </a:lnTo>
                  <a:lnTo>
                    <a:pt x="2059982" y="615257"/>
                  </a:lnTo>
                  <a:lnTo>
                    <a:pt x="2059977" y="615261"/>
                  </a:lnTo>
                  <a:lnTo>
                    <a:pt x="2059973" y="615265"/>
                  </a:lnTo>
                  <a:lnTo>
                    <a:pt x="2059969" y="615270"/>
                  </a:lnTo>
                  <a:lnTo>
                    <a:pt x="2059966" y="615275"/>
                  </a:lnTo>
                  <a:lnTo>
                    <a:pt x="2059964" y="615280"/>
                  </a:lnTo>
                  <a:lnTo>
                    <a:pt x="2059962" y="615286"/>
                  </a:lnTo>
                  <a:lnTo>
                    <a:pt x="2059962" y="615292"/>
                  </a:lnTo>
                  <a:lnTo>
                    <a:pt x="2059962" y="615297"/>
                  </a:lnTo>
                  <a:lnTo>
                    <a:pt x="2059963" y="615303"/>
                  </a:lnTo>
                  <a:lnTo>
                    <a:pt x="2059965" y="615308"/>
                  </a:lnTo>
                  <a:lnTo>
                    <a:pt x="2060126" y="615644"/>
                  </a:lnTo>
                  <a:lnTo>
                    <a:pt x="2059641" y="615688"/>
                  </a:lnTo>
                  <a:lnTo>
                    <a:pt x="2059558" y="616419"/>
                  </a:lnTo>
                  <a:lnTo>
                    <a:pt x="2059331" y="616419"/>
                  </a:lnTo>
                  <a:lnTo>
                    <a:pt x="2059325" y="616416"/>
                  </a:lnTo>
                  <a:lnTo>
                    <a:pt x="2059318" y="616415"/>
                  </a:lnTo>
                  <a:lnTo>
                    <a:pt x="2059312" y="616414"/>
                  </a:lnTo>
                  <a:lnTo>
                    <a:pt x="2059307" y="616414"/>
                  </a:lnTo>
                  <a:lnTo>
                    <a:pt x="2059302" y="616414"/>
                  </a:lnTo>
                  <a:lnTo>
                    <a:pt x="2059295" y="616415"/>
                  </a:lnTo>
                  <a:lnTo>
                    <a:pt x="2059289" y="616417"/>
                  </a:lnTo>
                  <a:lnTo>
                    <a:pt x="2059283" y="616419"/>
                  </a:lnTo>
                  <a:lnTo>
                    <a:pt x="2059277" y="616422"/>
                  </a:lnTo>
                  <a:lnTo>
                    <a:pt x="2059272" y="616426"/>
                  </a:lnTo>
                  <a:lnTo>
                    <a:pt x="2059268" y="616430"/>
                  </a:lnTo>
                  <a:lnTo>
                    <a:pt x="2059264" y="616435"/>
                  </a:lnTo>
                  <a:lnTo>
                    <a:pt x="2059261" y="616440"/>
                  </a:lnTo>
                  <a:lnTo>
                    <a:pt x="2059259" y="616445"/>
                  </a:lnTo>
                  <a:lnTo>
                    <a:pt x="2059257" y="616451"/>
                  </a:lnTo>
                  <a:lnTo>
                    <a:pt x="2059257" y="616456"/>
                  </a:lnTo>
                  <a:lnTo>
                    <a:pt x="2059257" y="616508"/>
                  </a:lnTo>
                  <a:lnTo>
                    <a:pt x="2058940" y="616548"/>
                  </a:lnTo>
                  <a:lnTo>
                    <a:pt x="2058717" y="616576"/>
                  </a:lnTo>
                  <a:lnTo>
                    <a:pt x="2058708" y="616252"/>
                  </a:lnTo>
                  <a:lnTo>
                    <a:pt x="2058707" y="616246"/>
                  </a:lnTo>
                  <a:lnTo>
                    <a:pt x="2058705" y="616240"/>
                  </a:lnTo>
                  <a:lnTo>
                    <a:pt x="2058703" y="616203"/>
                  </a:lnTo>
                  <a:lnTo>
                    <a:pt x="2058675" y="616208"/>
                  </a:lnTo>
                  <a:lnTo>
                    <a:pt x="2058655" y="616210"/>
                  </a:lnTo>
                  <a:lnTo>
                    <a:pt x="2058643" y="616212"/>
                  </a:lnTo>
                  <a:lnTo>
                    <a:pt x="2058309" y="616272"/>
                  </a:lnTo>
                  <a:lnTo>
                    <a:pt x="2058293" y="616274"/>
                  </a:lnTo>
                  <a:lnTo>
                    <a:pt x="2058280" y="616276"/>
                  </a:lnTo>
                  <a:lnTo>
                    <a:pt x="2058269" y="616278"/>
                  </a:lnTo>
                  <a:lnTo>
                    <a:pt x="2058269" y="616289"/>
                  </a:lnTo>
                  <a:lnTo>
                    <a:pt x="2058276" y="616464"/>
                  </a:lnTo>
                  <a:lnTo>
                    <a:pt x="2057920" y="616399"/>
                  </a:lnTo>
                  <a:lnTo>
                    <a:pt x="2057874" y="616182"/>
                  </a:lnTo>
                  <a:lnTo>
                    <a:pt x="2057855" y="616144"/>
                  </a:lnTo>
                  <a:lnTo>
                    <a:pt x="2057855" y="616094"/>
                  </a:lnTo>
                  <a:lnTo>
                    <a:pt x="2057869" y="615902"/>
                  </a:lnTo>
                  <a:lnTo>
                    <a:pt x="2057867" y="615887"/>
                  </a:lnTo>
                  <a:lnTo>
                    <a:pt x="2057856" y="615848"/>
                  </a:lnTo>
                  <a:lnTo>
                    <a:pt x="2057886" y="615463"/>
                  </a:lnTo>
                  <a:lnTo>
                    <a:pt x="2057907" y="615191"/>
                  </a:lnTo>
                  <a:lnTo>
                    <a:pt x="2057810" y="615178"/>
                  </a:lnTo>
                  <a:lnTo>
                    <a:pt x="2057787" y="615250"/>
                  </a:lnTo>
                  <a:lnTo>
                    <a:pt x="2057737" y="615402"/>
                  </a:lnTo>
                  <a:lnTo>
                    <a:pt x="2057729" y="615426"/>
                  </a:lnTo>
                  <a:lnTo>
                    <a:pt x="2057691" y="615544"/>
                  </a:lnTo>
                  <a:lnTo>
                    <a:pt x="2057685" y="615563"/>
                  </a:lnTo>
                  <a:lnTo>
                    <a:pt x="2057656" y="615650"/>
                  </a:lnTo>
                  <a:lnTo>
                    <a:pt x="2057654" y="615655"/>
                  </a:lnTo>
                  <a:lnTo>
                    <a:pt x="2057768" y="616322"/>
                  </a:lnTo>
                  <a:lnTo>
                    <a:pt x="2057891" y="616865"/>
                  </a:lnTo>
                  <a:lnTo>
                    <a:pt x="2057968" y="617096"/>
                  </a:lnTo>
                  <a:lnTo>
                    <a:pt x="2057554" y="617185"/>
                  </a:lnTo>
                  <a:lnTo>
                    <a:pt x="2057416" y="616961"/>
                  </a:lnTo>
                  <a:lnTo>
                    <a:pt x="2057328" y="616797"/>
                  </a:lnTo>
                  <a:lnTo>
                    <a:pt x="2057321" y="616771"/>
                  </a:lnTo>
                  <a:lnTo>
                    <a:pt x="2057222" y="616435"/>
                  </a:lnTo>
                  <a:lnTo>
                    <a:pt x="2057125" y="616394"/>
                  </a:lnTo>
                  <a:lnTo>
                    <a:pt x="2057058" y="616481"/>
                  </a:lnTo>
                  <a:lnTo>
                    <a:pt x="2057101" y="616793"/>
                  </a:lnTo>
                  <a:lnTo>
                    <a:pt x="2057100" y="616903"/>
                  </a:lnTo>
                  <a:lnTo>
                    <a:pt x="2057097" y="617165"/>
                  </a:lnTo>
                  <a:lnTo>
                    <a:pt x="2056131" y="617201"/>
                  </a:lnTo>
                  <a:lnTo>
                    <a:pt x="2056137" y="617038"/>
                  </a:lnTo>
                  <a:lnTo>
                    <a:pt x="2056127" y="616838"/>
                  </a:lnTo>
                  <a:lnTo>
                    <a:pt x="2056103" y="616351"/>
                  </a:lnTo>
                  <a:lnTo>
                    <a:pt x="2056112" y="616326"/>
                  </a:lnTo>
                  <a:lnTo>
                    <a:pt x="2056123" y="616297"/>
                  </a:lnTo>
                  <a:lnTo>
                    <a:pt x="2056150" y="616243"/>
                  </a:lnTo>
                  <a:lnTo>
                    <a:pt x="2056146" y="616238"/>
                  </a:lnTo>
                  <a:lnTo>
                    <a:pt x="2056050" y="616124"/>
                  </a:lnTo>
                  <a:lnTo>
                    <a:pt x="2055842" y="616144"/>
                  </a:lnTo>
                  <a:lnTo>
                    <a:pt x="2055837" y="616144"/>
                  </a:lnTo>
                  <a:lnTo>
                    <a:pt x="2055832" y="616145"/>
                  </a:lnTo>
                  <a:lnTo>
                    <a:pt x="2055826" y="616146"/>
                  </a:lnTo>
                  <a:lnTo>
                    <a:pt x="2055806" y="616148"/>
                  </a:lnTo>
                  <a:lnTo>
                    <a:pt x="2055792" y="616150"/>
                  </a:lnTo>
                  <a:lnTo>
                    <a:pt x="2055785" y="616286"/>
                  </a:lnTo>
                  <a:lnTo>
                    <a:pt x="2055774" y="616482"/>
                  </a:lnTo>
                  <a:lnTo>
                    <a:pt x="2055773" y="616496"/>
                  </a:lnTo>
                  <a:lnTo>
                    <a:pt x="2055776" y="617038"/>
                  </a:lnTo>
                  <a:lnTo>
                    <a:pt x="2055526" y="617051"/>
                  </a:lnTo>
                  <a:lnTo>
                    <a:pt x="2055526" y="617042"/>
                  </a:lnTo>
                  <a:lnTo>
                    <a:pt x="2055533" y="616293"/>
                  </a:lnTo>
                  <a:lnTo>
                    <a:pt x="2055483" y="616284"/>
                  </a:lnTo>
                  <a:lnTo>
                    <a:pt x="2055123" y="616220"/>
                  </a:lnTo>
                  <a:lnTo>
                    <a:pt x="2054726" y="616097"/>
                  </a:lnTo>
                  <a:lnTo>
                    <a:pt x="2054839" y="615835"/>
                  </a:lnTo>
                  <a:lnTo>
                    <a:pt x="2054619" y="615745"/>
                  </a:lnTo>
                  <a:lnTo>
                    <a:pt x="2054594" y="615734"/>
                  </a:lnTo>
                  <a:lnTo>
                    <a:pt x="2054523" y="615705"/>
                  </a:lnTo>
                  <a:lnTo>
                    <a:pt x="2054516" y="615710"/>
                  </a:lnTo>
                  <a:lnTo>
                    <a:pt x="2054410" y="615785"/>
                  </a:lnTo>
                  <a:lnTo>
                    <a:pt x="2054406" y="615789"/>
                  </a:lnTo>
                  <a:lnTo>
                    <a:pt x="2054061" y="616138"/>
                  </a:lnTo>
                  <a:lnTo>
                    <a:pt x="2054054" y="616145"/>
                  </a:lnTo>
                  <a:lnTo>
                    <a:pt x="2053991" y="616210"/>
                  </a:lnTo>
                  <a:lnTo>
                    <a:pt x="2053636" y="616569"/>
                  </a:lnTo>
                  <a:lnTo>
                    <a:pt x="2052820" y="616657"/>
                  </a:lnTo>
                  <a:lnTo>
                    <a:pt x="2052801" y="616659"/>
                  </a:lnTo>
                  <a:lnTo>
                    <a:pt x="2052413" y="616701"/>
                  </a:lnTo>
                  <a:lnTo>
                    <a:pt x="2052409" y="616694"/>
                  </a:lnTo>
                  <a:lnTo>
                    <a:pt x="2052397" y="616668"/>
                  </a:lnTo>
                  <a:lnTo>
                    <a:pt x="2052363" y="616622"/>
                  </a:lnTo>
                  <a:lnTo>
                    <a:pt x="2052355" y="616612"/>
                  </a:lnTo>
                  <a:lnTo>
                    <a:pt x="2052348" y="616600"/>
                  </a:lnTo>
                  <a:lnTo>
                    <a:pt x="2052335" y="616579"/>
                  </a:lnTo>
                  <a:lnTo>
                    <a:pt x="2052297" y="616515"/>
                  </a:lnTo>
                  <a:lnTo>
                    <a:pt x="2052295" y="616508"/>
                  </a:lnTo>
                  <a:lnTo>
                    <a:pt x="2052298" y="616496"/>
                  </a:lnTo>
                  <a:lnTo>
                    <a:pt x="2052306" y="616488"/>
                  </a:lnTo>
                  <a:lnTo>
                    <a:pt x="2052319" y="616475"/>
                  </a:lnTo>
                  <a:lnTo>
                    <a:pt x="2052328" y="616468"/>
                  </a:lnTo>
                  <a:lnTo>
                    <a:pt x="2052377" y="616453"/>
                  </a:lnTo>
                  <a:lnTo>
                    <a:pt x="2052382" y="616452"/>
                  </a:lnTo>
                  <a:lnTo>
                    <a:pt x="2052388" y="616449"/>
                  </a:lnTo>
                  <a:lnTo>
                    <a:pt x="2052393" y="616446"/>
                  </a:lnTo>
                  <a:lnTo>
                    <a:pt x="2052398" y="616442"/>
                  </a:lnTo>
                  <a:lnTo>
                    <a:pt x="2052402" y="616437"/>
                  </a:lnTo>
                  <a:lnTo>
                    <a:pt x="2052406" y="616432"/>
                  </a:lnTo>
                  <a:lnTo>
                    <a:pt x="2052409" y="616424"/>
                  </a:lnTo>
                  <a:lnTo>
                    <a:pt x="2052410" y="616419"/>
                  </a:lnTo>
                  <a:lnTo>
                    <a:pt x="2052415" y="616401"/>
                  </a:lnTo>
                  <a:lnTo>
                    <a:pt x="2052465" y="616336"/>
                  </a:lnTo>
                  <a:lnTo>
                    <a:pt x="2052439" y="616318"/>
                  </a:lnTo>
                  <a:lnTo>
                    <a:pt x="2052430" y="616316"/>
                  </a:lnTo>
                  <a:lnTo>
                    <a:pt x="2052235" y="616367"/>
                  </a:lnTo>
                  <a:lnTo>
                    <a:pt x="2052219" y="616370"/>
                  </a:lnTo>
                  <a:lnTo>
                    <a:pt x="2052210" y="616371"/>
                  </a:lnTo>
                  <a:lnTo>
                    <a:pt x="2052205" y="616369"/>
                  </a:lnTo>
                  <a:lnTo>
                    <a:pt x="2052197" y="616364"/>
                  </a:lnTo>
                  <a:lnTo>
                    <a:pt x="2052182" y="616346"/>
                  </a:lnTo>
                  <a:lnTo>
                    <a:pt x="2052139" y="616292"/>
                  </a:lnTo>
                  <a:lnTo>
                    <a:pt x="2052338" y="615712"/>
                  </a:lnTo>
                  <a:lnTo>
                    <a:pt x="2052340" y="615701"/>
                  </a:lnTo>
                  <a:lnTo>
                    <a:pt x="2052342" y="615682"/>
                  </a:lnTo>
                  <a:lnTo>
                    <a:pt x="2052402" y="615274"/>
                  </a:lnTo>
                  <a:lnTo>
                    <a:pt x="2052401" y="615212"/>
                  </a:lnTo>
                  <a:lnTo>
                    <a:pt x="2052401" y="615198"/>
                  </a:lnTo>
                  <a:lnTo>
                    <a:pt x="2052319" y="615195"/>
                  </a:lnTo>
                  <a:lnTo>
                    <a:pt x="2052281" y="615193"/>
                  </a:lnTo>
                  <a:lnTo>
                    <a:pt x="2052192" y="615377"/>
                  </a:lnTo>
                  <a:lnTo>
                    <a:pt x="2052171" y="615441"/>
                  </a:lnTo>
                  <a:lnTo>
                    <a:pt x="2052113" y="615614"/>
                  </a:lnTo>
                  <a:lnTo>
                    <a:pt x="2052069" y="615804"/>
                  </a:lnTo>
                  <a:lnTo>
                    <a:pt x="2052035" y="615990"/>
                  </a:lnTo>
                  <a:lnTo>
                    <a:pt x="2051938" y="616287"/>
                  </a:lnTo>
                  <a:lnTo>
                    <a:pt x="2051829" y="616303"/>
                  </a:lnTo>
                  <a:lnTo>
                    <a:pt x="2051527" y="616294"/>
                  </a:lnTo>
                  <a:lnTo>
                    <a:pt x="2051522" y="616293"/>
                  </a:lnTo>
                  <a:lnTo>
                    <a:pt x="2051344" y="616275"/>
                  </a:lnTo>
                  <a:lnTo>
                    <a:pt x="2050710" y="615890"/>
                  </a:lnTo>
                  <a:lnTo>
                    <a:pt x="2050705" y="615881"/>
                  </a:lnTo>
                  <a:lnTo>
                    <a:pt x="2050808" y="615671"/>
                  </a:lnTo>
                  <a:lnTo>
                    <a:pt x="2050845" y="615624"/>
                  </a:lnTo>
                  <a:lnTo>
                    <a:pt x="2050903" y="615549"/>
                  </a:lnTo>
                  <a:lnTo>
                    <a:pt x="2050907" y="615541"/>
                  </a:lnTo>
                  <a:lnTo>
                    <a:pt x="2050909" y="615534"/>
                  </a:lnTo>
                  <a:lnTo>
                    <a:pt x="2050910" y="615528"/>
                  </a:lnTo>
                  <a:lnTo>
                    <a:pt x="2050909" y="615522"/>
                  </a:lnTo>
                  <a:lnTo>
                    <a:pt x="2050908" y="615517"/>
                  </a:lnTo>
                  <a:lnTo>
                    <a:pt x="2050906" y="615511"/>
                  </a:lnTo>
                  <a:lnTo>
                    <a:pt x="2050903" y="615506"/>
                  </a:lnTo>
                  <a:lnTo>
                    <a:pt x="2050900" y="615501"/>
                  </a:lnTo>
                  <a:lnTo>
                    <a:pt x="2050895" y="615497"/>
                  </a:lnTo>
                  <a:lnTo>
                    <a:pt x="2050890" y="615493"/>
                  </a:lnTo>
                  <a:lnTo>
                    <a:pt x="2050885" y="615490"/>
                  </a:lnTo>
                  <a:lnTo>
                    <a:pt x="2050879" y="615487"/>
                  </a:lnTo>
                  <a:lnTo>
                    <a:pt x="2050873" y="615485"/>
                  </a:lnTo>
                  <a:lnTo>
                    <a:pt x="2050866" y="615484"/>
                  </a:lnTo>
                  <a:lnTo>
                    <a:pt x="2050860" y="615484"/>
                  </a:lnTo>
                  <a:lnTo>
                    <a:pt x="2050853" y="615484"/>
                  </a:lnTo>
                  <a:lnTo>
                    <a:pt x="2050847" y="615485"/>
                  </a:lnTo>
                  <a:lnTo>
                    <a:pt x="2050840" y="615487"/>
                  </a:lnTo>
                  <a:lnTo>
                    <a:pt x="2050834" y="615489"/>
                  </a:lnTo>
                  <a:lnTo>
                    <a:pt x="2050784" y="615515"/>
                  </a:lnTo>
                  <a:lnTo>
                    <a:pt x="2050641" y="615486"/>
                  </a:lnTo>
                  <a:lnTo>
                    <a:pt x="2050591" y="615190"/>
                  </a:lnTo>
                  <a:lnTo>
                    <a:pt x="2050582" y="615160"/>
                  </a:lnTo>
                  <a:lnTo>
                    <a:pt x="2050031" y="615094"/>
                  </a:lnTo>
                  <a:lnTo>
                    <a:pt x="2049957" y="614953"/>
                  </a:lnTo>
                  <a:lnTo>
                    <a:pt x="2049947" y="614893"/>
                  </a:lnTo>
                  <a:lnTo>
                    <a:pt x="2049948" y="614882"/>
                  </a:lnTo>
                  <a:lnTo>
                    <a:pt x="2049953" y="614626"/>
                  </a:lnTo>
                  <a:lnTo>
                    <a:pt x="2050015" y="614515"/>
                  </a:lnTo>
                  <a:lnTo>
                    <a:pt x="2050039" y="614480"/>
                  </a:lnTo>
                  <a:lnTo>
                    <a:pt x="2050041" y="614474"/>
                  </a:lnTo>
                  <a:lnTo>
                    <a:pt x="2050043" y="614468"/>
                  </a:lnTo>
                  <a:lnTo>
                    <a:pt x="2050044" y="614460"/>
                  </a:lnTo>
                  <a:lnTo>
                    <a:pt x="2050044" y="614455"/>
                  </a:lnTo>
                  <a:lnTo>
                    <a:pt x="2050043" y="614449"/>
                  </a:lnTo>
                  <a:lnTo>
                    <a:pt x="2050041" y="614444"/>
                  </a:lnTo>
                  <a:lnTo>
                    <a:pt x="2050038" y="614438"/>
                  </a:lnTo>
                  <a:lnTo>
                    <a:pt x="2050034" y="614434"/>
                  </a:lnTo>
                  <a:lnTo>
                    <a:pt x="2050030" y="614429"/>
                  </a:lnTo>
                  <a:lnTo>
                    <a:pt x="2050025" y="614425"/>
                  </a:lnTo>
                  <a:lnTo>
                    <a:pt x="2050019" y="614422"/>
                  </a:lnTo>
                  <a:lnTo>
                    <a:pt x="2050014" y="614420"/>
                  </a:lnTo>
                  <a:lnTo>
                    <a:pt x="2050007" y="614418"/>
                  </a:lnTo>
                  <a:lnTo>
                    <a:pt x="2050001" y="614417"/>
                  </a:lnTo>
                  <a:lnTo>
                    <a:pt x="2049994" y="614416"/>
                  </a:lnTo>
                  <a:lnTo>
                    <a:pt x="2049988" y="614416"/>
                  </a:lnTo>
                  <a:lnTo>
                    <a:pt x="2049981" y="614417"/>
                  </a:lnTo>
                  <a:lnTo>
                    <a:pt x="2049975" y="614419"/>
                  </a:lnTo>
                  <a:lnTo>
                    <a:pt x="2049969" y="614422"/>
                  </a:lnTo>
                  <a:lnTo>
                    <a:pt x="2049964" y="614424"/>
                  </a:lnTo>
                  <a:lnTo>
                    <a:pt x="2049944" y="614437"/>
                  </a:lnTo>
                  <a:lnTo>
                    <a:pt x="2049940" y="614440"/>
                  </a:lnTo>
                  <a:lnTo>
                    <a:pt x="2049919" y="614458"/>
                  </a:lnTo>
                  <a:lnTo>
                    <a:pt x="2049826" y="614540"/>
                  </a:lnTo>
                  <a:lnTo>
                    <a:pt x="2049780" y="614630"/>
                  </a:lnTo>
                  <a:lnTo>
                    <a:pt x="2049785" y="614682"/>
                  </a:lnTo>
                  <a:lnTo>
                    <a:pt x="2049776" y="614694"/>
                  </a:lnTo>
                  <a:lnTo>
                    <a:pt x="2049464" y="614745"/>
                  </a:lnTo>
                  <a:lnTo>
                    <a:pt x="2048941" y="614545"/>
                  </a:lnTo>
                  <a:lnTo>
                    <a:pt x="2048215" y="614575"/>
                  </a:lnTo>
                  <a:lnTo>
                    <a:pt x="2047993" y="614584"/>
                  </a:lnTo>
                  <a:lnTo>
                    <a:pt x="2047984" y="614585"/>
                  </a:lnTo>
                  <a:lnTo>
                    <a:pt x="2047965" y="614587"/>
                  </a:lnTo>
                  <a:lnTo>
                    <a:pt x="2047956" y="614588"/>
                  </a:lnTo>
                  <a:lnTo>
                    <a:pt x="2047122" y="614624"/>
                  </a:lnTo>
                  <a:lnTo>
                    <a:pt x="2046994" y="614488"/>
                  </a:lnTo>
                  <a:lnTo>
                    <a:pt x="2046880" y="614290"/>
                  </a:lnTo>
                  <a:lnTo>
                    <a:pt x="2046874" y="614204"/>
                  </a:lnTo>
                  <a:lnTo>
                    <a:pt x="2046871" y="614150"/>
                  </a:lnTo>
                  <a:lnTo>
                    <a:pt x="2046848" y="613828"/>
                  </a:lnTo>
                  <a:lnTo>
                    <a:pt x="2046845" y="613778"/>
                  </a:lnTo>
                  <a:lnTo>
                    <a:pt x="2046849" y="613725"/>
                  </a:lnTo>
                  <a:lnTo>
                    <a:pt x="2046787" y="613706"/>
                  </a:lnTo>
                  <a:lnTo>
                    <a:pt x="2046749" y="613695"/>
                  </a:lnTo>
                  <a:lnTo>
                    <a:pt x="2046718" y="613758"/>
                  </a:lnTo>
                  <a:lnTo>
                    <a:pt x="2046699" y="613795"/>
                  </a:lnTo>
                  <a:lnTo>
                    <a:pt x="2046677" y="613881"/>
                  </a:lnTo>
                  <a:lnTo>
                    <a:pt x="2046675" y="613915"/>
                  </a:lnTo>
                  <a:lnTo>
                    <a:pt x="2046673" y="613960"/>
                  </a:lnTo>
                  <a:lnTo>
                    <a:pt x="2046661" y="614214"/>
                  </a:lnTo>
                  <a:lnTo>
                    <a:pt x="2046707" y="614346"/>
                  </a:lnTo>
                  <a:lnTo>
                    <a:pt x="2046712" y="614388"/>
                  </a:lnTo>
                  <a:lnTo>
                    <a:pt x="2046733" y="614559"/>
                  </a:lnTo>
                  <a:lnTo>
                    <a:pt x="2045185" y="614367"/>
                  </a:lnTo>
                  <a:lnTo>
                    <a:pt x="2044944" y="614322"/>
                  </a:lnTo>
                  <a:lnTo>
                    <a:pt x="2044935" y="614345"/>
                  </a:lnTo>
                  <a:lnTo>
                    <a:pt x="2045285" y="614410"/>
                  </a:lnTo>
                  <a:lnTo>
                    <a:pt x="2045528" y="614456"/>
                  </a:lnTo>
                  <a:lnTo>
                    <a:pt x="2045540" y="614459"/>
                  </a:lnTo>
                  <a:lnTo>
                    <a:pt x="2046730" y="614603"/>
                  </a:lnTo>
                  <a:lnTo>
                    <a:pt x="2046721" y="614723"/>
                  </a:lnTo>
                  <a:lnTo>
                    <a:pt x="2046684" y="615253"/>
                  </a:lnTo>
                  <a:lnTo>
                    <a:pt x="2046792" y="615750"/>
                  </a:lnTo>
                  <a:lnTo>
                    <a:pt x="2046861" y="616063"/>
                  </a:lnTo>
                  <a:lnTo>
                    <a:pt x="2046897" y="616345"/>
                  </a:lnTo>
                  <a:lnTo>
                    <a:pt x="2046941" y="616679"/>
                  </a:lnTo>
                  <a:lnTo>
                    <a:pt x="2046920" y="617068"/>
                  </a:lnTo>
                  <a:lnTo>
                    <a:pt x="2044977" y="616641"/>
                  </a:lnTo>
                  <a:lnTo>
                    <a:pt x="2044442" y="616524"/>
                  </a:lnTo>
                  <a:lnTo>
                    <a:pt x="2043749" y="616372"/>
                  </a:lnTo>
                  <a:lnTo>
                    <a:pt x="2042541" y="616149"/>
                  </a:lnTo>
                  <a:lnTo>
                    <a:pt x="2042561" y="615696"/>
                  </a:lnTo>
                  <a:lnTo>
                    <a:pt x="2042566" y="615583"/>
                  </a:lnTo>
                  <a:lnTo>
                    <a:pt x="2042554" y="615452"/>
                  </a:lnTo>
                  <a:lnTo>
                    <a:pt x="2042514" y="615079"/>
                  </a:lnTo>
                  <a:lnTo>
                    <a:pt x="2042493" y="615082"/>
                  </a:lnTo>
                  <a:lnTo>
                    <a:pt x="2042415" y="615093"/>
                  </a:lnTo>
                  <a:lnTo>
                    <a:pt x="2042351" y="615102"/>
                  </a:lnTo>
                  <a:lnTo>
                    <a:pt x="2040883" y="615410"/>
                  </a:lnTo>
                  <a:lnTo>
                    <a:pt x="2040880" y="615406"/>
                  </a:lnTo>
                  <a:lnTo>
                    <a:pt x="2040854" y="615384"/>
                  </a:lnTo>
                  <a:lnTo>
                    <a:pt x="2040709" y="615169"/>
                  </a:lnTo>
                  <a:lnTo>
                    <a:pt x="2040517" y="614703"/>
                  </a:lnTo>
                  <a:lnTo>
                    <a:pt x="2040514" y="614693"/>
                  </a:lnTo>
                  <a:lnTo>
                    <a:pt x="2040513" y="614688"/>
                  </a:lnTo>
                  <a:lnTo>
                    <a:pt x="2040511" y="614679"/>
                  </a:lnTo>
                  <a:lnTo>
                    <a:pt x="2040498" y="614628"/>
                  </a:lnTo>
                  <a:lnTo>
                    <a:pt x="2040475" y="614532"/>
                  </a:lnTo>
                  <a:lnTo>
                    <a:pt x="2040469" y="614509"/>
                  </a:lnTo>
                  <a:lnTo>
                    <a:pt x="2040461" y="614475"/>
                  </a:lnTo>
                  <a:lnTo>
                    <a:pt x="2040157" y="613878"/>
                  </a:lnTo>
                  <a:lnTo>
                    <a:pt x="2040133" y="613835"/>
                  </a:lnTo>
                  <a:lnTo>
                    <a:pt x="2040125" y="613822"/>
                  </a:lnTo>
                  <a:lnTo>
                    <a:pt x="2040181" y="613786"/>
                  </a:lnTo>
                  <a:lnTo>
                    <a:pt x="2040298" y="613731"/>
                  </a:lnTo>
                  <a:lnTo>
                    <a:pt x="2040417" y="613696"/>
                  </a:lnTo>
                  <a:lnTo>
                    <a:pt x="2040916" y="613612"/>
                  </a:lnTo>
                  <a:lnTo>
                    <a:pt x="2041063" y="613579"/>
                  </a:lnTo>
                  <a:lnTo>
                    <a:pt x="2041441" y="613450"/>
                  </a:lnTo>
                  <a:lnTo>
                    <a:pt x="2041400" y="613280"/>
                  </a:lnTo>
                  <a:lnTo>
                    <a:pt x="2041017" y="613281"/>
                  </a:lnTo>
                  <a:lnTo>
                    <a:pt x="2039712" y="613299"/>
                  </a:lnTo>
                  <a:lnTo>
                    <a:pt x="2039629" y="613300"/>
                  </a:lnTo>
                  <a:lnTo>
                    <a:pt x="2039514" y="613140"/>
                  </a:lnTo>
                  <a:lnTo>
                    <a:pt x="2039341" y="613166"/>
                  </a:lnTo>
                  <a:lnTo>
                    <a:pt x="2039265" y="613195"/>
                  </a:lnTo>
                  <a:lnTo>
                    <a:pt x="2039177" y="613454"/>
                  </a:lnTo>
                  <a:lnTo>
                    <a:pt x="2039148" y="613538"/>
                  </a:lnTo>
                  <a:lnTo>
                    <a:pt x="2038962" y="613540"/>
                  </a:lnTo>
                  <a:lnTo>
                    <a:pt x="2039108" y="613860"/>
                  </a:lnTo>
                  <a:lnTo>
                    <a:pt x="2039285" y="614251"/>
                  </a:lnTo>
                  <a:lnTo>
                    <a:pt x="2039325" y="614337"/>
                  </a:lnTo>
                  <a:lnTo>
                    <a:pt x="2039329" y="614347"/>
                  </a:lnTo>
                  <a:lnTo>
                    <a:pt x="2039323" y="614349"/>
                  </a:lnTo>
                  <a:lnTo>
                    <a:pt x="2039269" y="614364"/>
                  </a:lnTo>
                  <a:lnTo>
                    <a:pt x="2039156" y="614376"/>
                  </a:lnTo>
                  <a:lnTo>
                    <a:pt x="2038578" y="614373"/>
                  </a:lnTo>
                  <a:lnTo>
                    <a:pt x="2038574" y="614563"/>
                  </a:lnTo>
                  <a:lnTo>
                    <a:pt x="2038570" y="614793"/>
                  </a:lnTo>
                  <a:lnTo>
                    <a:pt x="2038567" y="615011"/>
                  </a:lnTo>
                  <a:lnTo>
                    <a:pt x="2038566" y="615065"/>
                  </a:lnTo>
                  <a:lnTo>
                    <a:pt x="2038557" y="615584"/>
                  </a:lnTo>
                  <a:lnTo>
                    <a:pt x="2038552" y="615856"/>
                  </a:lnTo>
                  <a:lnTo>
                    <a:pt x="2038552" y="616169"/>
                  </a:lnTo>
                  <a:lnTo>
                    <a:pt x="2037903" y="616164"/>
                  </a:lnTo>
                  <a:lnTo>
                    <a:pt x="2038008" y="615848"/>
                  </a:lnTo>
                  <a:lnTo>
                    <a:pt x="2038007" y="615824"/>
                  </a:lnTo>
                  <a:lnTo>
                    <a:pt x="2038007" y="615811"/>
                  </a:lnTo>
                  <a:lnTo>
                    <a:pt x="2036920" y="615801"/>
                  </a:lnTo>
                  <a:lnTo>
                    <a:pt x="2037305" y="615134"/>
                  </a:lnTo>
                  <a:lnTo>
                    <a:pt x="2037323" y="615102"/>
                  </a:lnTo>
                  <a:lnTo>
                    <a:pt x="2037421" y="615073"/>
                  </a:lnTo>
                  <a:lnTo>
                    <a:pt x="2037490" y="615052"/>
                  </a:lnTo>
                  <a:lnTo>
                    <a:pt x="2038005" y="614899"/>
                  </a:lnTo>
                  <a:lnTo>
                    <a:pt x="2038059" y="614883"/>
                  </a:lnTo>
                  <a:lnTo>
                    <a:pt x="2038056" y="614424"/>
                  </a:lnTo>
                  <a:lnTo>
                    <a:pt x="2038037" y="614411"/>
                  </a:lnTo>
                  <a:lnTo>
                    <a:pt x="2037634" y="614366"/>
                  </a:lnTo>
                  <a:lnTo>
                    <a:pt x="2036857" y="614366"/>
                  </a:lnTo>
                  <a:lnTo>
                    <a:pt x="2036473" y="614413"/>
                  </a:lnTo>
                  <a:lnTo>
                    <a:pt x="2036469" y="614408"/>
                  </a:lnTo>
                  <a:lnTo>
                    <a:pt x="2036469" y="614396"/>
                  </a:lnTo>
                  <a:lnTo>
                    <a:pt x="2036495" y="613630"/>
                  </a:lnTo>
                  <a:lnTo>
                    <a:pt x="2036424" y="613624"/>
                  </a:lnTo>
                  <a:lnTo>
                    <a:pt x="2036285" y="613611"/>
                  </a:lnTo>
                  <a:lnTo>
                    <a:pt x="2036000" y="613606"/>
                  </a:lnTo>
                  <a:lnTo>
                    <a:pt x="2035663" y="613890"/>
                  </a:lnTo>
                  <a:lnTo>
                    <a:pt x="2035626" y="613899"/>
                  </a:lnTo>
                  <a:lnTo>
                    <a:pt x="2035487" y="613896"/>
                  </a:lnTo>
                  <a:lnTo>
                    <a:pt x="2035430" y="613913"/>
                  </a:lnTo>
                  <a:lnTo>
                    <a:pt x="2035439" y="614100"/>
                  </a:lnTo>
                  <a:lnTo>
                    <a:pt x="2035703" y="614094"/>
                  </a:lnTo>
                  <a:lnTo>
                    <a:pt x="2035960" y="614087"/>
                  </a:lnTo>
                  <a:lnTo>
                    <a:pt x="2036094" y="614097"/>
                  </a:lnTo>
                  <a:lnTo>
                    <a:pt x="2036093" y="614149"/>
                  </a:lnTo>
                  <a:lnTo>
                    <a:pt x="2036092" y="614262"/>
                  </a:lnTo>
                  <a:lnTo>
                    <a:pt x="2036091" y="614375"/>
                  </a:lnTo>
                  <a:lnTo>
                    <a:pt x="2036062" y="614460"/>
                  </a:lnTo>
                  <a:lnTo>
                    <a:pt x="2036021" y="614536"/>
                  </a:lnTo>
                  <a:lnTo>
                    <a:pt x="2035830" y="614887"/>
                  </a:lnTo>
                  <a:lnTo>
                    <a:pt x="2035793" y="614922"/>
                  </a:lnTo>
                  <a:lnTo>
                    <a:pt x="2035716" y="614968"/>
                  </a:lnTo>
                  <a:lnTo>
                    <a:pt x="2035511" y="615013"/>
                  </a:lnTo>
                  <a:lnTo>
                    <a:pt x="2035353" y="615030"/>
                  </a:lnTo>
                  <a:lnTo>
                    <a:pt x="2035278" y="615025"/>
                  </a:lnTo>
                  <a:lnTo>
                    <a:pt x="2035217" y="615008"/>
                  </a:lnTo>
                  <a:lnTo>
                    <a:pt x="2034683" y="614784"/>
                  </a:lnTo>
                  <a:lnTo>
                    <a:pt x="2034509" y="614723"/>
                  </a:lnTo>
                  <a:lnTo>
                    <a:pt x="2034101" y="614787"/>
                  </a:lnTo>
                  <a:lnTo>
                    <a:pt x="2033771" y="614868"/>
                  </a:lnTo>
                  <a:lnTo>
                    <a:pt x="2033240" y="614999"/>
                  </a:lnTo>
                  <a:lnTo>
                    <a:pt x="2033004" y="615024"/>
                  </a:lnTo>
                  <a:lnTo>
                    <a:pt x="2032845" y="615050"/>
                  </a:lnTo>
                  <a:lnTo>
                    <a:pt x="2032563" y="615116"/>
                  </a:lnTo>
                  <a:lnTo>
                    <a:pt x="2032352" y="615183"/>
                  </a:lnTo>
                  <a:lnTo>
                    <a:pt x="2032322" y="615193"/>
                  </a:lnTo>
                  <a:lnTo>
                    <a:pt x="2032253" y="615221"/>
                  </a:lnTo>
                  <a:lnTo>
                    <a:pt x="2032139" y="615278"/>
                  </a:lnTo>
                  <a:lnTo>
                    <a:pt x="2032095" y="615300"/>
                  </a:lnTo>
                  <a:lnTo>
                    <a:pt x="2032063" y="615315"/>
                  </a:lnTo>
                  <a:lnTo>
                    <a:pt x="2032003" y="615358"/>
                  </a:lnTo>
                  <a:lnTo>
                    <a:pt x="2031938" y="615413"/>
                  </a:lnTo>
                  <a:lnTo>
                    <a:pt x="2031885" y="615458"/>
                  </a:lnTo>
                  <a:lnTo>
                    <a:pt x="2031866" y="615534"/>
                  </a:lnTo>
                  <a:lnTo>
                    <a:pt x="2031856" y="615573"/>
                  </a:lnTo>
                  <a:lnTo>
                    <a:pt x="2031782" y="615984"/>
                  </a:lnTo>
                  <a:lnTo>
                    <a:pt x="2031785" y="616020"/>
                  </a:lnTo>
                  <a:lnTo>
                    <a:pt x="2031789" y="616077"/>
                  </a:lnTo>
                  <a:lnTo>
                    <a:pt x="2031851" y="616089"/>
                  </a:lnTo>
                  <a:lnTo>
                    <a:pt x="2031876" y="616093"/>
                  </a:lnTo>
                  <a:lnTo>
                    <a:pt x="2032096" y="616127"/>
                  </a:lnTo>
                  <a:lnTo>
                    <a:pt x="2032262" y="616153"/>
                  </a:lnTo>
                  <a:lnTo>
                    <a:pt x="2032254" y="616764"/>
                  </a:lnTo>
                  <a:lnTo>
                    <a:pt x="2032205" y="616812"/>
                  </a:lnTo>
                  <a:lnTo>
                    <a:pt x="2032052" y="616965"/>
                  </a:lnTo>
                  <a:lnTo>
                    <a:pt x="2032026" y="616990"/>
                  </a:lnTo>
                  <a:lnTo>
                    <a:pt x="2031699" y="617315"/>
                  </a:lnTo>
                  <a:lnTo>
                    <a:pt x="2031127" y="617508"/>
                  </a:lnTo>
                  <a:lnTo>
                    <a:pt x="2031112" y="617516"/>
                  </a:lnTo>
                  <a:lnTo>
                    <a:pt x="2031105" y="617521"/>
                  </a:lnTo>
                  <a:lnTo>
                    <a:pt x="2031115" y="617536"/>
                  </a:lnTo>
                  <a:lnTo>
                    <a:pt x="2031177" y="617621"/>
                  </a:lnTo>
                  <a:lnTo>
                    <a:pt x="2031200" y="617652"/>
                  </a:lnTo>
                  <a:lnTo>
                    <a:pt x="2031283" y="617767"/>
                  </a:lnTo>
                  <a:lnTo>
                    <a:pt x="2031357" y="617868"/>
                  </a:lnTo>
                  <a:lnTo>
                    <a:pt x="2031364" y="617878"/>
                  </a:lnTo>
                  <a:lnTo>
                    <a:pt x="2031449" y="617994"/>
                  </a:lnTo>
                  <a:lnTo>
                    <a:pt x="2031556" y="618142"/>
                  </a:lnTo>
                  <a:lnTo>
                    <a:pt x="2031640" y="618257"/>
                  </a:lnTo>
                  <a:lnTo>
                    <a:pt x="2031675" y="618306"/>
                  </a:lnTo>
                  <a:lnTo>
                    <a:pt x="2031680" y="618313"/>
                  </a:lnTo>
                  <a:lnTo>
                    <a:pt x="2031442" y="618454"/>
                  </a:lnTo>
                  <a:lnTo>
                    <a:pt x="2031432" y="618441"/>
                  </a:lnTo>
                  <a:lnTo>
                    <a:pt x="2031403" y="618399"/>
                  </a:lnTo>
                  <a:lnTo>
                    <a:pt x="2031380" y="618368"/>
                  </a:lnTo>
                  <a:lnTo>
                    <a:pt x="2031357" y="618336"/>
                  </a:lnTo>
                  <a:lnTo>
                    <a:pt x="2031212" y="618134"/>
                  </a:lnTo>
                  <a:lnTo>
                    <a:pt x="2030906" y="618267"/>
                  </a:lnTo>
                  <a:lnTo>
                    <a:pt x="2030990" y="618496"/>
                  </a:lnTo>
                  <a:lnTo>
                    <a:pt x="2031049" y="618603"/>
                  </a:lnTo>
                  <a:lnTo>
                    <a:pt x="2031062" y="618627"/>
                  </a:lnTo>
                  <a:lnTo>
                    <a:pt x="2031135" y="618759"/>
                  </a:lnTo>
                  <a:lnTo>
                    <a:pt x="2030880" y="618867"/>
                  </a:lnTo>
                  <a:lnTo>
                    <a:pt x="2030861" y="618875"/>
                  </a:lnTo>
                  <a:lnTo>
                    <a:pt x="2030807" y="618894"/>
                  </a:lnTo>
                  <a:lnTo>
                    <a:pt x="2030695" y="618888"/>
                  </a:lnTo>
                  <a:lnTo>
                    <a:pt x="2030683" y="618887"/>
                  </a:lnTo>
                  <a:lnTo>
                    <a:pt x="2030483" y="618531"/>
                  </a:lnTo>
                  <a:lnTo>
                    <a:pt x="2030366" y="618323"/>
                  </a:lnTo>
                  <a:lnTo>
                    <a:pt x="2030342" y="618322"/>
                  </a:lnTo>
                  <a:lnTo>
                    <a:pt x="2030135" y="618312"/>
                  </a:lnTo>
                  <a:lnTo>
                    <a:pt x="2030040" y="618308"/>
                  </a:lnTo>
                  <a:lnTo>
                    <a:pt x="2029987" y="618212"/>
                  </a:lnTo>
                  <a:lnTo>
                    <a:pt x="2029785" y="617851"/>
                  </a:lnTo>
                  <a:lnTo>
                    <a:pt x="2029767" y="617817"/>
                  </a:lnTo>
                  <a:lnTo>
                    <a:pt x="2029754" y="617795"/>
                  </a:lnTo>
                  <a:lnTo>
                    <a:pt x="2029595" y="617393"/>
                  </a:lnTo>
                  <a:lnTo>
                    <a:pt x="2029588" y="617392"/>
                  </a:lnTo>
                  <a:lnTo>
                    <a:pt x="2029565" y="617392"/>
                  </a:lnTo>
                  <a:lnTo>
                    <a:pt x="2029528" y="617390"/>
                  </a:lnTo>
                  <a:lnTo>
                    <a:pt x="2029394" y="617386"/>
                  </a:lnTo>
                  <a:lnTo>
                    <a:pt x="2029388" y="617413"/>
                  </a:lnTo>
                  <a:lnTo>
                    <a:pt x="2029388" y="617527"/>
                  </a:lnTo>
                  <a:lnTo>
                    <a:pt x="2029388" y="617559"/>
                  </a:lnTo>
                  <a:lnTo>
                    <a:pt x="2029381" y="617586"/>
                  </a:lnTo>
                  <a:lnTo>
                    <a:pt x="2029347" y="617593"/>
                  </a:lnTo>
                  <a:lnTo>
                    <a:pt x="2028950" y="617589"/>
                  </a:lnTo>
                  <a:lnTo>
                    <a:pt x="2028924" y="617582"/>
                  </a:lnTo>
                  <a:lnTo>
                    <a:pt x="2028844" y="617562"/>
                  </a:lnTo>
                  <a:lnTo>
                    <a:pt x="2028741" y="617536"/>
                  </a:lnTo>
                  <a:lnTo>
                    <a:pt x="2028646" y="617525"/>
                  </a:lnTo>
                  <a:lnTo>
                    <a:pt x="2028517" y="617510"/>
                  </a:lnTo>
                  <a:lnTo>
                    <a:pt x="2028540" y="617343"/>
                  </a:lnTo>
                  <a:lnTo>
                    <a:pt x="2028440" y="617371"/>
                  </a:lnTo>
                  <a:lnTo>
                    <a:pt x="2027766" y="617554"/>
                  </a:lnTo>
                  <a:lnTo>
                    <a:pt x="2027611" y="617610"/>
                  </a:lnTo>
                  <a:lnTo>
                    <a:pt x="2027514" y="617657"/>
                  </a:lnTo>
                  <a:lnTo>
                    <a:pt x="2027376" y="617739"/>
                  </a:lnTo>
                  <a:lnTo>
                    <a:pt x="2027313" y="617787"/>
                  </a:lnTo>
                  <a:lnTo>
                    <a:pt x="2027290" y="617805"/>
                  </a:lnTo>
                  <a:lnTo>
                    <a:pt x="2027148" y="617942"/>
                  </a:lnTo>
                  <a:lnTo>
                    <a:pt x="2027024" y="618114"/>
                  </a:lnTo>
                  <a:lnTo>
                    <a:pt x="2026993" y="618180"/>
                  </a:lnTo>
                  <a:lnTo>
                    <a:pt x="2026865" y="618456"/>
                  </a:lnTo>
                  <a:lnTo>
                    <a:pt x="2026857" y="618492"/>
                  </a:lnTo>
                  <a:lnTo>
                    <a:pt x="2026858" y="618548"/>
                  </a:lnTo>
                  <a:lnTo>
                    <a:pt x="2026898" y="618654"/>
                  </a:lnTo>
                  <a:lnTo>
                    <a:pt x="2027014" y="618854"/>
                  </a:lnTo>
                  <a:lnTo>
                    <a:pt x="2027205" y="618954"/>
                  </a:lnTo>
                  <a:lnTo>
                    <a:pt x="2027224" y="618963"/>
                  </a:lnTo>
                  <a:lnTo>
                    <a:pt x="2027520" y="619201"/>
                  </a:lnTo>
                  <a:lnTo>
                    <a:pt x="2027587" y="619255"/>
                  </a:lnTo>
                  <a:lnTo>
                    <a:pt x="2027583" y="619327"/>
                  </a:lnTo>
                  <a:lnTo>
                    <a:pt x="2027320" y="619616"/>
                  </a:lnTo>
                  <a:lnTo>
                    <a:pt x="2027301" y="619637"/>
                  </a:lnTo>
                  <a:lnTo>
                    <a:pt x="2026877" y="619868"/>
                  </a:lnTo>
                  <a:lnTo>
                    <a:pt x="2026842" y="619874"/>
                  </a:lnTo>
                  <a:lnTo>
                    <a:pt x="2026810" y="619891"/>
                  </a:lnTo>
                  <a:lnTo>
                    <a:pt x="2026724" y="619934"/>
                  </a:lnTo>
                  <a:lnTo>
                    <a:pt x="2026638" y="620013"/>
                  </a:lnTo>
                  <a:lnTo>
                    <a:pt x="2026619" y="620033"/>
                  </a:lnTo>
                  <a:lnTo>
                    <a:pt x="2026623" y="620087"/>
                  </a:lnTo>
                  <a:lnTo>
                    <a:pt x="2026652" y="620099"/>
                  </a:lnTo>
                  <a:lnTo>
                    <a:pt x="2027203" y="620102"/>
                  </a:lnTo>
                  <a:lnTo>
                    <a:pt x="2027259" y="620126"/>
                  </a:lnTo>
                  <a:lnTo>
                    <a:pt x="2027270" y="620151"/>
                  </a:lnTo>
                  <a:lnTo>
                    <a:pt x="2027264" y="621223"/>
                  </a:lnTo>
                  <a:lnTo>
                    <a:pt x="2027285" y="621282"/>
                  </a:lnTo>
                  <a:lnTo>
                    <a:pt x="2027322" y="621428"/>
                  </a:lnTo>
                  <a:lnTo>
                    <a:pt x="2027323" y="621434"/>
                  </a:lnTo>
                  <a:lnTo>
                    <a:pt x="2027349" y="621537"/>
                  </a:lnTo>
                  <a:lnTo>
                    <a:pt x="2027387" y="621684"/>
                  </a:lnTo>
                  <a:lnTo>
                    <a:pt x="2027395" y="621689"/>
                  </a:lnTo>
                  <a:lnTo>
                    <a:pt x="2027430" y="621715"/>
                  </a:lnTo>
                  <a:lnTo>
                    <a:pt x="2027485" y="621742"/>
                  </a:lnTo>
                  <a:lnTo>
                    <a:pt x="2027559" y="621717"/>
                  </a:lnTo>
                  <a:lnTo>
                    <a:pt x="2027871" y="621572"/>
                  </a:lnTo>
                  <a:lnTo>
                    <a:pt x="2028076" y="621395"/>
                  </a:lnTo>
                  <a:lnTo>
                    <a:pt x="2029394" y="621405"/>
                  </a:lnTo>
                  <a:lnTo>
                    <a:pt x="2029557" y="621519"/>
                  </a:lnTo>
                  <a:lnTo>
                    <a:pt x="2029536" y="622406"/>
                  </a:lnTo>
                  <a:lnTo>
                    <a:pt x="2029525" y="622528"/>
                  </a:lnTo>
                  <a:lnTo>
                    <a:pt x="2029586" y="622571"/>
                  </a:lnTo>
                  <a:lnTo>
                    <a:pt x="2029625" y="622620"/>
                  </a:lnTo>
                  <a:lnTo>
                    <a:pt x="2029743" y="622767"/>
                  </a:lnTo>
                  <a:lnTo>
                    <a:pt x="2029715" y="623048"/>
                  </a:lnTo>
                  <a:lnTo>
                    <a:pt x="2029292" y="623022"/>
                  </a:lnTo>
                  <a:lnTo>
                    <a:pt x="2029270" y="623020"/>
                  </a:lnTo>
                  <a:lnTo>
                    <a:pt x="2029103" y="622997"/>
                  </a:lnTo>
                  <a:lnTo>
                    <a:pt x="2028975" y="622859"/>
                  </a:lnTo>
                  <a:lnTo>
                    <a:pt x="2028967" y="622849"/>
                  </a:lnTo>
                  <a:lnTo>
                    <a:pt x="2028879" y="622743"/>
                  </a:lnTo>
                  <a:lnTo>
                    <a:pt x="2028290" y="622684"/>
                  </a:lnTo>
                  <a:lnTo>
                    <a:pt x="2027319" y="622959"/>
                  </a:lnTo>
                  <a:lnTo>
                    <a:pt x="2026604" y="623534"/>
                  </a:lnTo>
                  <a:lnTo>
                    <a:pt x="2026442" y="623665"/>
                  </a:lnTo>
                  <a:lnTo>
                    <a:pt x="2026436" y="623667"/>
                  </a:lnTo>
                  <a:lnTo>
                    <a:pt x="2026417" y="623677"/>
                  </a:lnTo>
                  <a:lnTo>
                    <a:pt x="2026334" y="623721"/>
                  </a:lnTo>
                  <a:lnTo>
                    <a:pt x="2026262" y="623758"/>
                  </a:lnTo>
                  <a:lnTo>
                    <a:pt x="2026221" y="623780"/>
                  </a:lnTo>
                  <a:lnTo>
                    <a:pt x="2026115" y="623836"/>
                  </a:lnTo>
                  <a:lnTo>
                    <a:pt x="2026023" y="623887"/>
                  </a:lnTo>
                  <a:lnTo>
                    <a:pt x="2025916" y="623911"/>
                  </a:lnTo>
                  <a:lnTo>
                    <a:pt x="2025899" y="623915"/>
                  </a:lnTo>
                  <a:lnTo>
                    <a:pt x="2025582" y="623985"/>
                  </a:lnTo>
                  <a:lnTo>
                    <a:pt x="2025569" y="623988"/>
                  </a:lnTo>
                  <a:lnTo>
                    <a:pt x="2025388" y="624028"/>
                  </a:lnTo>
                  <a:lnTo>
                    <a:pt x="2025351" y="624036"/>
                  </a:lnTo>
                  <a:lnTo>
                    <a:pt x="2025314" y="624037"/>
                  </a:lnTo>
                  <a:lnTo>
                    <a:pt x="2024970" y="624023"/>
                  </a:lnTo>
                  <a:lnTo>
                    <a:pt x="2024903" y="624020"/>
                  </a:lnTo>
                  <a:lnTo>
                    <a:pt x="2024869" y="624016"/>
                  </a:lnTo>
                  <a:lnTo>
                    <a:pt x="2024856" y="624016"/>
                  </a:lnTo>
                  <a:lnTo>
                    <a:pt x="2024499" y="624027"/>
                  </a:lnTo>
                  <a:lnTo>
                    <a:pt x="2024480" y="624030"/>
                  </a:lnTo>
                  <a:lnTo>
                    <a:pt x="2024380" y="624042"/>
                  </a:lnTo>
                  <a:lnTo>
                    <a:pt x="2024337" y="624051"/>
                  </a:lnTo>
                  <a:lnTo>
                    <a:pt x="2024315" y="624060"/>
                  </a:lnTo>
                  <a:lnTo>
                    <a:pt x="2023746" y="624290"/>
                  </a:lnTo>
                  <a:lnTo>
                    <a:pt x="2023307" y="624325"/>
                  </a:lnTo>
                  <a:lnTo>
                    <a:pt x="2023210" y="624335"/>
                  </a:lnTo>
                  <a:lnTo>
                    <a:pt x="2023182" y="624349"/>
                  </a:lnTo>
                  <a:lnTo>
                    <a:pt x="2023120" y="624382"/>
                  </a:lnTo>
                  <a:lnTo>
                    <a:pt x="2023101" y="624392"/>
                  </a:lnTo>
                  <a:lnTo>
                    <a:pt x="2023042" y="624429"/>
                  </a:lnTo>
                  <a:lnTo>
                    <a:pt x="2023040" y="624450"/>
                  </a:lnTo>
                  <a:lnTo>
                    <a:pt x="2023030" y="624458"/>
                  </a:lnTo>
                  <a:lnTo>
                    <a:pt x="2023009" y="624460"/>
                  </a:lnTo>
                  <a:lnTo>
                    <a:pt x="2022989" y="624459"/>
                  </a:lnTo>
                  <a:lnTo>
                    <a:pt x="2022945" y="624456"/>
                  </a:lnTo>
                  <a:lnTo>
                    <a:pt x="2022922" y="624454"/>
                  </a:lnTo>
                  <a:lnTo>
                    <a:pt x="2022734" y="624442"/>
                  </a:lnTo>
                  <a:lnTo>
                    <a:pt x="2022658" y="624429"/>
                  </a:lnTo>
                  <a:lnTo>
                    <a:pt x="2022637" y="624425"/>
                  </a:lnTo>
                  <a:lnTo>
                    <a:pt x="2022586" y="624382"/>
                  </a:lnTo>
                  <a:lnTo>
                    <a:pt x="2022537" y="624341"/>
                  </a:lnTo>
                  <a:lnTo>
                    <a:pt x="2022475" y="624279"/>
                  </a:lnTo>
                  <a:lnTo>
                    <a:pt x="2022441" y="624272"/>
                  </a:lnTo>
                  <a:lnTo>
                    <a:pt x="2022406" y="624275"/>
                  </a:lnTo>
                  <a:lnTo>
                    <a:pt x="2022023" y="624348"/>
                  </a:lnTo>
                  <a:lnTo>
                    <a:pt x="2022005" y="624353"/>
                  </a:lnTo>
                  <a:lnTo>
                    <a:pt x="2021928" y="624373"/>
                  </a:lnTo>
                  <a:lnTo>
                    <a:pt x="2021739" y="624423"/>
                  </a:lnTo>
                  <a:lnTo>
                    <a:pt x="2021539" y="624496"/>
                  </a:lnTo>
                  <a:lnTo>
                    <a:pt x="2021351" y="624589"/>
                  </a:lnTo>
                  <a:lnTo>
                    <a:pt x="2021339" y="624596"/>
                  </a:lnTo>
                  <a:lnTo>
                    <a:pt x="2021321" y="624607"/>
                  </a:lnTo>
                  <a:lnTo>
                    <a:pt x="2021255" y="624645"/>
                  </a:lnTo>
                  <a:lnTo>
                    <a:pt x="2021152" y="624726"/>
                  </a:lnTo>
                  <a:lnTo>
                    <a:pt x="2021062" y="624824"/>
                  </a:lnTo>
                  <a:lnTo>
                    <a:pt x="2021018" y="624882"/>
                  </a:lnTo>
                  <a:lnTo>
                    <a:pt x="2020921" y="625081"/>
                  </a:lnTo>
                  <a:lnTo>
                    <a:pt x="2020921" y="625122"/>
                  </a:lnTo>
                  <a:lnTo>
                    <a:pt x="2020919" y="625569"/>
                  </a:lnTo>
                  <a:lnTo>
                    <a:pt x="2020922" y="625579"/>
                  </a:lnTo>
                  <a:lnTo>
                    <a:pt x="2020983" y="625781"/>
                  </a:lnTo>
                  <a:lnTo>
                    <a:pt x="2020988" y="625797"/>
                  </a:lnTo>
                  <a:lnTo>
                    <a:pt x="2021018" y="625814"/>
                  </a:lnTo>
                  <a:lnTo>
                    <a:pt x="2021023" y="625817"/>
                  </a:lnTo>
                  <a:lnTo>
                    <a:pt x="2021039" y="625826"/>
                  </a:lnTo>
                  <a:lnTo>
                    <a:pt x="2021068" y="625843"/>
                  </a:lnTo>
                  <a:lnTo>
                    <a:pt x="2021071" y="625852"/>
                  </a:lnTo>
                  <a:lnTo>
                    <a:pt x="2021115" y="625970"/>
                  </a:lnTo>
                  <a:lnTo>
                    <a:pt x="2021117" y="625976"/>
                  </a:lnTo>
                  <a:lnTo>
                    <a:pt x="2021119" y="625988"/>
                  </a:lnTo>
                  <a:lnTo>
                    <a:pt x="2021125" y="626024"/>
                  </a:lnTo>
                  <a:lnTo>
                    <a:pt x="2021111" y="626282"/>
                  </a:lnTo>
                  <a:lnTo>
                    <a:pt x="2021074" y="626344"/>
                  </a:lnTo>
                  <a:lnTo>
                    <a:pt x="2021059" y="626364"/>
                  </a:lnTo>
                  <a:lnTo>
                    <a:pt x="2021055" y="626368"/>
                  </a:lnTo>
                  <a:lnTo>
                    <a:pt x="2021050" y="626371"/>
                  </a:lnTo>
                  <a:lnTo>
                    <a:pt x="2020895" y="626440"/>
                  </a:lnTo>
                  <a:lnTo>
                    <a:pt x="2020823" y="626480"/>
                  </a:lnTo>
                  <a:lnTo>
                    <a:pt x="2020610" y="626599"/>
                  </a:lnTo>
                  <a:lnTo>
                    <a:pt x="2020510" y="626663"/>
                  </a:lnTo>
                  <a:lnTo>
                    <a:pt x="2020378" y="626787"/>
                  </a:lnTo>
                  <a:lnTo>
                    <a:pt x="2020056" y="627239"/>
                  </a:lnTo>
                  <a:lnTo>
                    <a:pt x="2020018" y="627292"/>
                  </a:lnTo>
                  <a:lnTo>
                    <a:pt x="2019969" y="627390"/>
                  </a:lnTo>
                  <a:lnTo>
                    <a:pt x="2019964" y="627450"/>
                  </a:lnTo>
                  <a:lnTo>
                    <a:pt x="2019838" y="627873"/>
                  </a:lnTo>
                  <a:lnTo>
                    <a:pt x="2019753" y="628159"/>
                  </a:lnTo>
                  <a:lnTo>
                    <a:pt x="2019685" y="628387"/>
                  </a:lnTo>
                  <a:lnTo>
                    <a:pt x="2019679" y="628393"/>
                  </a:lnTo>
                  <a:lnTo>
                    <a:pt x="2019657" y="628417"/>
                  </a:lnTo>
                  <a:lnTo>
                    <a:pt x="2019518" y="628566"/>
                  </a:lnTo>
                  <a:lnTo>
                    <a:pt x="2019244" y="628860"/>
                  </a:lnTo>
                  <a:lnTo>
                    <a:pt x="2019185" y="628923"/>
                  </a:lnTo>
                  <a:lnTo>
                    <a:pt x="2019105" y="629009"/>
                  </a:lnTo>
                  <a:lnTo>
                    <a:pt x="2019022" y="629098"/>
                  </a:lnTo>
                  <a:lnTo>
                    <a:pt x="2018416" y="629919"/>
                  </a:lnTo>
                  <a:lnTo>
                    <a:pt x="2018368" y="629983"/>
                  </a:lnTo>
                  <a:lnTo>
                    <a:pt x="2018325" y="630042"/>
                  </a:lnTo>
                  <a:lnTo>
                    <a:pt x="2018311" y="630046"/>
                  </a:lnTo>
                  <a:lnTo>
                    <a:pt x="2018286" y="630041"/>
                  </a:lnTo>
                  <a:lnTo>
                    <a:pt x="2017894" y="629846"/>
                  </a:lnTo>
                  <a:lnTo>
                    <a:pt x="2017456" y="630034"/>
                  </a:lnTo>
                  <a:lnTo>
                    <a:pt x="2017375" y="630079"/>
                  </a:lnTo>
                  <a:lnTo>
                    <a:pt x="2016860" y="630420"/>
                  </a:lnTo>
                  <a:lnTo>
                    <a:pt x="2016794" y="630484"/>
                  </a:lnTo>
                  <a:lnTo>
                    <a:pt x="2016772" y="630535"/>
                  </a:lnTo>
                  <a:lnTo>
                    <a:pt x="2016757" y="630595"/>
                  </a:lnTo>
                  <a:lnTo>
                    <a:pt x="2016749" y="630678"/>
                  </a:lnTo>
                  <a:lnTo>
                    <a:pt x="2016843" y="630795"/>
                  </a:lnTo>
                  <a:lnTo>
                    <a:pt x="2016328" y="631116"/>
                  </a:lnTo>
                  <a:lnTo>
                    <a:pt x="2015982" y="631155"/>
                  </a:lnTo>
                  <a:lnTo>
                    <a:pt x="2015802" y="631175"/>
                  </a:lnTo>
                  <a:lnTo>
                    <a:pt x="2015795" y="631176"/>
                  </a:lnTo>
                  <a:lnTo>
                    <a:pt x="2015713" y="631201"/>
                  </a:lnTo>
                  <a:lnTo>
                    <a:pt x="2015655" y="631219"/>
                  </a:lnTo>
                  <a:lnTo>
                    <a:pt x="2015682" y="631271"/>
                  </a:lnTo>
                  <a:lnTo>
                    <a:pt x="2015726" y="631355"/>
                  </a:lnTo>
                  <a:lnTo>
                    <a:pt x="2015752" y="631431"/>
                  </a:lnTo>
                  <a:lnTo>
                    <a:pt x="2015756" y="631443"/>
                  </a:lnTo>
                  <a:lnTo>
                    <a:pt x="2015752" y="631468"/>
                  </a:lnTo>
                  <a:lnTo>
                    <a:pt x="2015741" y="631536"/>
                  </a:lnTo>
                  <a:lnTo>
                    <a:pt x="2015724" y="631562"/>
                  </a:lnTo>
                  <a:lnTo>
                    <a:pt x="2015717" y="631566"/>
                  </a:lnTo>
                  <a:lnTo>
                    <a:pt x="2015546" y="631672"/>
                  </a:lnTo>
                  <a:lnTo>
                    <a:pt x="2015530" y="631676"/>
                  </a:lnTo>
                  <a:lnTo>
                    <a:pt x="2015380" y="631713"/>
                  </a:lnTo>
                  <a:lnTo>
                    <a:pt x="2015360" y="631728"/>
                  </a:lnTo>
                  <a:lnTo>
                    <a:pt x="2015531" y="631950"/>
                  </a:lnTo>
                  <a:lnTo>
                    <a:pt x="2015699" y="631853"/>
                  </a:lnTo>
                  <a:lnTo>
                    <a:pt x="2015990" y="631684"/>
                  </a:lnTo>
                  <a:lnTo>
                    <a:pt x="2016449" y="632275"/>
                  </a:lnTo>
                  <a:lnTo>
                    <a:pt x="2016450" y="632287"/>
                  </a:lnTo>
                  <a:lnTo>
                    <a:pt x="2016381" y="632394"/>
                  </a:lnTo>
                  <a:lnTo>
                    <a:pt x="2016277" y="632525"/>
                  </a:lnTo>
                  <a:lnTo>
                    <a:pt x="2016123" y="632668"/>
                  </a:lnTo>
                  <a:lnTo>
                    <a:pt x="2015992" y="632767"/>
                  </a:lnTo>
                  <a:lnTo>
                    <a:pt x="2015907" y="632814"/>
                  </a:lnTo>
                  <a:lnTo>
                    <a:pt x="2015812" y="632867"/>
                  </a:lnTo>
                  <a:lnTo>
                    <a:pt x="2015627" y="632941"/>
                  </a:lnTo>
                  <a:lnTo>
                    <a:pt x="2015451" y="632991"/>
                  </a:lnTo>
                  <a:lnTo>
                    <a:pt x="2015347" y="633010"/>
                  </a:lnTo>
                  <a:lnTo>
                    <a:pt x="2015318" y="633010"/>
                  </a:lnTo>
                  <a:lnTo>
                    <a:pt x="2015297" y="633000"/>
                  </a:lnTo>
                  <a:lnTo>
                    <a:pt x="2015101" y="632740"/>
                  </a:lnTo>
                  <a:lnTo>
                    <a:pt x="2015006" y="632712"/>
                  </a:lnTo>
                  <a:lnTo>
                    <a:pt x="2014641" y="632647"/>
                  </a:lnTo>
                  <a:lnTo>
                    <a:pt x="2014544" y="632638"/>
                  </a:lnTo>
                  <a:lnTo>
                    <a:pt x="2014294" y="632946"/>
                  </a:lnTo>
                  <a:lnTo>
                    <a:pt x="2014188" y="633362"/>
                  </a:lnTo>
                  <a:lnTo>
                    <a:pt x="2014116" y="633684"/>
                  </a:lnTo>
                  <a:lnTo>
                    <a:pt x="2014108" y="633720"/>
                  </a:lnTo>
                  <a:lnTo>
                    <a:pt x="2014093" y="633925"/>
                  </a:lnTo>
                  <a:lnTo>
                    <a:pt x="2013958" y="634113"/>
                  </a:lnTo>
                  <a:lnTo>
                    <a:pt x="2013546" y="634191"/>
                  </a:lnTo>
                  <a:lnTo>
                    <a:pt x="2013540" y="634192"/>
                  </a:lnTo>
                  <a:lnTo>
                    <a:pt x="2013417" y="634215"/>
                  </a:lnTo>
                  <a:lnTo>
                    <a:pt x="2013077" y="634192"/>
                  </a:lnTo>
                  <a:lnTo>
                    <a:pt x="2012830" y="634047"/>
                  </a:lnTo>
                  <a:lnTo>
                    <a:pt x="2012588" y="633905"/>
                  </a:lnTo>
                  <a:lnTo>
                    <a:pt x="2012569" y="633905"/>
                  </a:lnTo>
                  <a:lnTo>
                    <a:pt x="2012506" y="633925"/>
                  </a:lnTo>
                  <a:lnTo>
                    <a:pt x="2012426" y="633971"/>
                  </a:lnTo>
                  <a:lnTo>
                    <a:pt x="2012283" y="634069"/>
                  </a:lnTo>
                  <a:lnTo>
                    <a:pt x="2012180" y="634155"/>
                  </a:lnTo>
                  <a:lnTo>
                    <a:pt x="2012140" y="634188"/>
                  </a:lnTo>
                  <a:lnTo>
                    <a:pt x="2012059" y="634357"/>
                  </a:lnTo>
                  <a:lnTo>
                    <a:pt x="2011978" y="634387"/>
                  </a:lnTo>
                  <a:lnTo>
                    <a:pt x="2011740" y="634476"/>
                  </a:lnTo>
                  <a:lnTo>
                    <a:pt x="2011591" y="634533"/>
                  </a:lnTo>
                  <a:lnTo>
                    <a:pt x="2011444" y="634602"/>
                  </a:lnTo>
                  <a:lnTo>
                    <a:pt x="2011252" y="634723"/>
                  </a:lnTo>
                  <a:lnTo>
                    <a:pt x="2011383" y="634845"/>
                  </a:lnTo>
                  <a:lnTo>
                    <a:pt x="2011499" y="634952"/>
                  </a:lnTo>
                  <a:lnTo>
                    <a:pt x="2011699" y="635137"/>
                  </a:lnTo>
                  <a:lnTo>
                    <a:pt x="2011705" y="635143"/>
                  </a:lnTo>
                  <a:lnTo>
                    <a:pt x="2011799" y="635229"/>
                  </a:lnTo>
                  <a:lnTo>
                    <a:pt x="2011986" y="635403"/>
                  </a:lnTo>
                  <a:lnTo>
                    <a:pt x="2012092" y="635501"/>
                  </a:lnTo>
                  <a:lnTo>
                    <a:pt x="2012151" y="635556"/>
                  </a:lnTo>
                  <a:lnTo>
                    <a:pt x="2012059" y="635639"/>
                  </a:lnTo>
                  <a:lnTo>
                    <a:pt x="2012036" y="635659"/>
                  </a:lnTo>
                  <a:lnTo>
                    <a:pt x="2011943" y="635740"/>
                  </a:lnTo>
                  <a:lnTo>
                    <a:pt x="2011830" y="635675"/>
                  </a:lnTo>
                  <a:lnTo>
                    <a:pt x="2011817" y="635667"/>
                  </a:lnTo>
                  <a:lnTo>
                    <a:pt x="2011562" y="635520"/>
                  </a:lnTo>
                  <a:lnTo>
                    <a:pt x="2011451" y="635456"/>
                  </a:lnTo>
                  <a:lnTo>
                    <a:pt x="2011376" y="635412"/>
                  </a:lnTo>
                  <a:lnTo>
                    <a:pt x="2011349" y="635397"/>
                  </a:lnTo>
                  <a:lnTo>
                    <a:pt x="2011301" y="635369"/>
                  </a:lnTo>
                  <a:lnTo>
                    <a:pt x="2011289" y="635390"/>
                  </a:lnTo>
                  <a:lnTo>
                    <a:pt x="2011264" y="635439"/>
                  </a:lnTo>
                  <a:lnTo>
                    <a:pt x="2011270" y="635747"/>
                  </a:lnTo>
                  <a:lnTo>
                    <a:pt x="2011271" y="635792"/>
                  </a:lnTo>
                  <a:lnTo>
                    <a:pt x="2011272" y="635839"/>
                  </a:lnTo>
                  <a:lnTo>
                    <a:pt x="2011442" y="635845"/>
                  </a:lnTo>
                  <a:lnTo>
                    <a:pt x="2011651" y="635851"/>
                  </a:lnTo>
                  <a:lnTo>
                    <a:pt x="2011673" y="635851"/>
                  </a:lnTo>
                  <a:lnTo>
                    <a:pt x="2011673" y="635868"/>
                  </a:lnTo>
                  <a:lnTo>
                    <a:pt x="2011673" y="635887"/>
                  </a:lnTo>
                  <a:lnTo>
                    <a:pt x="2011671" y="636015"/>
                  </a:lnTo>
                  <a:lnTo>
                    <a:pt x="2011671" y="636045"/>
                  </a:lnTo>
                  <a:lnTo>
                    <a:pt x="2011671" y="636051"/>
                  </a:lnTo>
                  <a:lnTo>
                    <a:pt x="2011671" y="636075"/>
                  </a:lnTo>
                  <a:lnTo>
                    <a:pt x="2011671" y="636084"/>
                  </a:lnTo>
                  <a:lnTo>
                    <a:pt x="2011585" y="636260"/>
                  </a:lnTo>
                  <a:lnTo>
                    <a:pt x="2011560" y="636312"/>
                  </a:lnTo>
                  <a:lnTo>
                    <a:pt x="2011512" y="636410"/>
                  </a:lnTo>
                  <a:lnTo>
                    <a:pt x="2011473" y="636489"/>
                  </a:lnTo>
                  <a:lnTo>
                    <a:pt x="2011399" y="636636"/>
                  </a:lnTo>
                  <a:lnTo>
                    <a:pt x="2011526" y="636623"/>
                  </a:lnTo>
                  <a:lnTo>
                    <a:pt x="2011854" y="636792"/>
                  </a:lnTo>
                  <a:lnTo>
                    <a:pt x="2011907" y="637055"/>
                  </a:lnTo>
                  <a:lnTo>
                    <a:pt x="2011912" y="637136"/>
                  </a:lnTo>
                  <a:lnTo>
                    <a:pt x="2011925" y="637337"/>
                  </a:lnTo>
                  <a:lnTo>
                    <a:pt x="2011900" y="637361"/>
                  </a:lnTo>
                  <a:lnTo>
                    <a:pt x="2011777" y="637518"/>
                  </a:lnTo>
                  <a:lnTo>
                    <a:pt x="2011759" y="637543"/>
                  </a:lnTo>
                  <a:lnTo>
                    <a:pt x="2011748" y="637557"/>
                  </a:lnTo>
                  <a:lnTo>
                    <a:pt x="2011740" y="637568"/>
                  </a:lnTo>
                  <a:lnTo>
                    <a:pt x="2011613" y="637729"/>
                  </a:lnTo>
                  <a:lnTo>
                    <a:pt x="2011595" y="637751"/>
                  </a:lnTo>
                  <a:lnTo>
                    <a:pt x="2011474" y="637905"/>
                  </a:lnTo>
                  <a:lnTo>
                    <a:pt x="2011460" y="637923"/>
                  </a:lnTo>
                  <a:lnTo>
                    <a:pt x="2010604" y="637409"/>
                  </a:lnTo>
                  <a:lnTo>
                    <a:pt x="2010591" y="637423"/>
                  </a:lnTo>
                  <a:lnTo>
                    <a:pt x="2010584" y="637451"/>
                  </a:lnTo>
                  <a:lnTo>
                    <a:pt x="2010581" y="637462"/>
                  </a:lnTo>
                  <a:lnTo>
                    <a:pt x="2010667" y="637812"/>
                  </a:lnTo>
                  <a:lnTo>
                    <a:pt x="2010665" y="637829"/>
                  </a:lnTo>
                  <a:lnTo>
                    <a:pt x="2010651" y="637852"/>
                  </a:lnTo>
                  <a:lnTo>
                    <a:pt x="2010444" y="638069"/>
                  </a:lnTo>
                  <a:lnTo>
                    <a:pt x="2010364" y="638154"/>
                  </a:lnTo>
                  <a:lnTo>
                    <a:pt x="2010309" y="638212"/>
                  </a:lnTo>
                  <a:lnTo>
                    <a:pt x="2010277" y="638246"/>
                  </a:lnTo>
                  <a:lnTo>
                    <a:pt x="2010179" y="638389"/>
                  </a:lnTo>
                  <a:lnTo>
                    <a:pt x="2010175" y="638415"/>
                  </a:lnTo>
                  <a:lnTo>
                    <a:pt x="2010182" y="638458"/>
                  </a:lnTo>
                  <a:lnTo>
                    <a:pt x="2010540" y="639002"/>
                  </a:lnTo>
                  <a:lnTo>
                    <a:pt x="2010595" y="639086"/>
                  </a:lnTo>
                  <a:lnTo>
                    <a:pt x="2010750" y="639024"/>
                  </a:lnTo>
                  <a:lnTo>
                    <a:pt x="2010801" y="639012"/>
                  </a:lnTo>
                  <a:lnTo>
                    <a:pt x="2011003" y="638965"/>
                  </a:lnTo>
                  <a:lnTo>
                    <a:pt x="2011057" y="639003"/>
                  </a:lnTo>
                  <a:lnTo>
                    <a:pt x="2011170" y="639084"/>
                  </a:lnTo>
                  <a:lnTo>
                    <a:pt x="2011217" y="639128"/>
                  </a:lnTo>
                  <a:lnTo>
                    <a:pt x="2011287" y="639194"/>
                  </a:lnTo>
                  <a:lnTo>
                    <a:pt x="2011265" y="639197"/>
                  </a:lnTo>
                  <a:lnTo>
                    <a:pt x="2011184" y="639214"/>
                  </a:lnTo>
                  <a:lnTo>
                    <a:pt x="2011177" y="639219"/>
                  </a:lnTo>
                  <a:lnTo>
                    <a:pt x="2011104" y="639277"/>
                  </a:lnTo>
                  <a:lnTo>
                    <a:pt x="2011069" y="639323"/>
                  </a:lnTo>
                  <a:lnTo>
                    <a:pt x="2011025" y="639407"/>
                  </a:lnTo>
                  <a:lnTo>
                    <a:pt x="2011010" y="639463"/>
                  </a:lnTo>
                  <a:lnTo>
                    <a:pt x="2011008" y="639491"/>
                  </a:lnTo>
                  <a:lnTo>
                    <a:pt x="2011003" y="639556"/>
                  </a:lnTo>
                  <a:lnTo>
                    <a:pt x="2010901" y="639859"/>
                  </a:lnTo>
                  <a:lnTo>
                    <a:pt x="2010725" y="639903"/>
                  </a:lnTo>
                  <a:lnTo>
                    <a:pt x="2010585" y="639940"/>
                  </a:lnTo>
                  <a:lnTo>
                    <a:pt x="2010241" y="640031"/>
                  </a:lnTo>
                  <a:lnTo>
                    <a:pt x="2010219" y="640037"/>
                  </a:lnTo>
                  <a:lnTo>
                    <a:pt x="2010035" y="640091"/>
                  </a:lnTo>
                  <a:lnTo>
                    <a:pt x="2009828" y="640152"/>
                  </a:lnTo>
                  <a:lnTo>
                    <a:pt x="2009649" y="640246"/>
                  </a:lnTo>
                  <a:lnTo>
                    <a:pt x="2009106" y="640602"/>
                  </a:lnTo>
                  <a:lnTo>
                    <a:pt x="2008894" y="640715"/>
                  </a:lnTo>
                  <a:lnTo>
                    <a:pt x="2008545" y="640899"/>
                  </a:lnTo>
                  <a:lnTo>
                    <a:pt x="2008397" y="640959"/>
                  </a:lnTo>
                  <a:lnTo>
                    <a:pt x="2008054" y="641099"/>
                  </a:lnTo>
                  <a:lnTo>
                    <a:pt x="2007911" y="641163"/>
                  </a:lnTo>
                  <a:lnTo>
                    <a:pt x="2007422" y="641459"/>
                  </a:lnTo>
                  <a:lnTo>
                    <a:pt x="2007387" y="641489"/>
                  </a:lnTo>
                  <a:lnTo>
                    <a:pt x="2007375" y="641499"/>
                  </a:lnTo>
                  <a:lnTo>
                    <a:pt x="2007245" y="641607"/>
                  </a:lnTo>
                  <a:lnTo>
                    <a:pt x="2007232" y="641619"/>
                  </a:lnTo>
                  <a:lnTo>
                    <a:pt x="2007157" y="641685"/>
                  </a:lnTo>
                  <a:lnTo>
                    <a:pt x="2007137" y="641715"/>
                  </a:lnTo>
                  <a:lnTo>
                    <a:pt x="2007110" y="641820"/>
                  </a:lnTo>
                  <a:lnTo>
                    <a:pt x="2007104" y="641843"/>
                  </a:lnTo>
                  <a:lnTo>
                    <a:pt x="2007086" y="641914"/>
                  </a:lnTo>
                  <a:lnTo>
                    <a:pt x="2007035" y="642260"/>
                  </a:lnTo>
                  <a:lnTo>
                    <a:pt x="2007152" y="642258"/>
                  </a:lnTo>
                  <a:lnTo>
                    <a:pt x="2007173" y="642279"/>
                  </a:lnTo>
                  <a:lnTo>
                    <a:pt x="2007291" y="642613"/>
                  </a:lnTo>
                  <a:lnTo>
                    <a:pt x="2007518" y="643257"/>
                  </a:lnTo>
                  <a:lnTo>
                    <a:pt x="2007543" y="643309"/>
                  </a:lnTo>
                  <a:lnTo>
                    <a:pt x="2007651" y="643474"/>
                  </a:lnTo>
                  <a:lnTo>
                    <a:pt x="2007748" y="643612"/>
                  </a:lnTo>
                  <a:lnTo>
                    <a:pt x="2007776" y="643652"/>
                  </a:lnTo>
                  <a:lnTo>
                    <a:pt x="2007825" y="643797"/>
                  </a:lnTo>
                  <a:lnTo>
                    <a:pt x="2007905" y="644147"/>
                  </a:lnTo>
                  <a:lnTo>
                    <a:pt x="2007920" y="644270"/>
                  </a:lnTo>
                  <a:lnTo>
                    <a:pt x="2007896" y="644693"/>
                  </a:lnTo>
                  <a:lnTo>
                    <a:pt x="2007448" y="644782"/>
                  </a:lnTo>
                  <a:lnTo>
                    <a:pt x="2007489" y="644818"/>
                  </a:lnTo>
                  <a:lnTo>
                    <a:pt x="2007514" y="644840"/>
                  </a:lnTo>
                  <a:lnTo>
                    <a:pt x="2007726" y="645107"/>
                  </a:lnTo>
                  <a:lnTo>
                    <a:pt x="2007564" y="645204"/>
                  </a:lnTo>
                  <a:lnTo>
                    <a:pt x="2007481" y="645275"/>
                  </a:lnTo>
                  <a:lnTo>
                    <a:pt x="2007463" y="645293"/>
                  </a:lnTo>
                  <a:lnTo>
                    <a:pt x="2007391" y="645365"/>
                  </a:lnTo>
                  <a:lnTo>
                    <a:pt x="2007285" y="645487"/>
                  </a:lnTo>
                  <a:lnTo>
                    <a:pt x="2007244" y="645765"/>
                  </a:lnTo>
                  <a:lnTo>
                    <a:pt x="2007246" y="645851"/>
                  </a:lnTo>
                  <a:lnTo>
                    <a:pt x="2007263" y="645932"/>
                  </a:lnTo>
                  <a:lnTo>
                    <a:pt x="2007260" y="645979"/>
                  </a:lnTo>
                  <a:lnTo>
                    <a:pt x="2007199" y="646066"/>
                  </a:lnTo>
                  <a:lnTo>
                    <a:pt x="2007101" y="646169"/>
                  </a:lnTo>
                  <a:lnTo>
                    <a:pt x="2006898" y="646311"/>
                  </a:lnTo>
                  <a:lnTo>
                    <a:pt x="2006817" y="646246"/>
                  </a:lnTo>
                  <a:lnTo>
                    <a:pt x="2006774" y="646212"/>
                  </a:lnTo>
                  <a:lnTo>
                    <a:pt x="2006729" y="646176"/>
                  </a:lnTo>
                  <a:lnTo>
                    <a:pt x="2006595" y="646069"/>
                  </a:lnTo>
                  <a:lnTo>
                    <a:pt x="2006523" y="646136"/>
                  </a:lnTo>
                  <a:lnTo>
                    <a:pt x="2006495" y="646162"/>
                  </a:lnTo>
                  <a:lnTo>
                    <a:pt x="2006404" y="646247"/>
                  </a:lnTo>
                  <a:lnTo>
                    <a:pt x="2006445" y="646299"/>
                  </a:lnTo>
                  <a:lnTo>
                    <a:pt x="2006466" y="646325"/>
                  </a:lnTo>
                  <a:lnTo>
                    <a:pt x="2006169" y="646619"/>
                  </a:lnTo>
                  <a:lnTo>
                    <a:pt x="2006050" y="646737"/>
                  </a:lnTo>
                  <a:lnTo>
                    <a:pt x="2006043" y="646743"/>
                  </a:lnTo>
                  <a:lnTo>
                    <a:pt x="2005846" y="646938"/>
                  </a:lnTo>
                  <a:lnTo>
                    <a:pt x="2005588" y="647147"/>
                  </a:lnTo>
                  <a:lnTo>
                    <a:pt x="2005513" y="647208"/>
                  </a:lnTo>
                  <a:lnTo>
                    <a:pt x="2005211" y="647454"/>
                  </a:lnTo>
                  <a:lnTo>
                    <a:pt x="2005146" y="647507"/>
                  </a:lnTo>
                  <a:lnTo>
                    <a:pt x="2005013" y="647692"/>
                  </a:lnTo>
                  <a:lnTo>
                    <a:pt x="2004992" y="647721"/>
                  </a:lnTo>
                  <a:lnTo>
                    <a:pt x="2004821" y="647962"/>
                  </a:lnTo>
                  <a:lnTo>
                    <a:pt x="2004709" y="647978"/>
                  </a:lnTo>
                  <a:lnTo>
                    <a:pt x="2004301" y="647988"/>
                  </a:lnTo>
                  <a:lnTo>
                    <a:pt x="2003718" y="648000"/>
                  </a:lnTo>
                  <a:lnTo>
                    <a:pt x="2003573" y="647994"/>
                  </a:lnTo>
                  <a:lnTo>
                    <a:pt x="2003520" y="647987"/>
                  </a:lnTo>
                  <a:lnTo>
                    <a:pt x="2003334" y="647945"/>
                  </a:lnTo>
                  <a:lnTo>
                    <a:pt x="2002904" y="647895"/>
                  </a:lnTo>
                  <a:lnTo>
                    <a:pt x="2002615" y="647872"/>
                  </a:lnTo>
                  <a:lnTo>
                    <a:pt x="2002586" y="647870"/>
                  </a:lnTo>
                  <a:lnTo>
                    <a:pt x="2002481" y="647862"/>
                  </a:lnTo>
                  <a:lnTo>
                    <a:pt x="2002394" y="647855"/>
                  </a:lnTo>
                  <a:lnTo>
                    <a:pt x="2002214" y="647855"/>
                  </a:lnTo>
                  <a:lnTo>
                    <a:pt x="2002144" y="647861"/>
                  </a:lnTo>
                  <a:lnTo>
                    <a:pt x="2002123" y="647863"/>
                  </a:lnTo>
                  <a:lnTo>
                    <a:pt x="2001917" y="647880"/>
                  </a:lnTo>
                  <a:lnTo>
                    <a:pt x="2001875" y="647888"/>
                  </a:lnTo>
                  <a:lnTo>
                    <a:pt x="2001812" y="647901"/>
                  </a:lnTo>
                  <a:lnTo>
                    <a:pt x="2001772" y="647910"/>
                  </a:lnTo>
                  <a:lnTo>
                    <a:pt x="2001665" y="647961"/>
                  </a:lnTo>
                  <a:lnTo>
                    <a:pt x="2001632" y="647987"/>
                  </a:lnTo>
                  <a:lnTo>
                    <a:pt x="2001602" y="648009"/>
                  </a:lnTo>
                  <a:lnTo>
                    <a:pt x="2001410" y="648116"/>
                  </a:lnTo>
                  <a:lnTo>
                    <a:pt x="2001346" y="648129"/>
                  </a:lnTo>
                  <a:lnTo>
                    <a:pt x="2001050" y="648191"/>
                  </a:lnTo>
                  <a:lnTo>
                    <a:pt x="2001011" y="648199"/>
                  </a:lnTo>
                  <a:lnTo>
                    <a:pt x="2000465" y="648312"/>
                  </a:lnTo>
                  <a:lnTo>
                    <a:pt x="2000205" y="648344"/>
                  </a:lnTo>
                  <a:lnTo>
                    <a:pt x="2000185" y="648346"/>
                  </a:lnTo>
                  <a:lnTo>
                    <a:pt x="1999965" y="648373"/>
                  </a:lnTo>
                  <a:lnTo>
                    <a:pt x="1999521" y="648408"/>
                  </a:lnTo>
                  <a:lnTo>
                    <a:pt x="1999300" y="648447"/>
                  </a:lnTo>
                  <a:lnTo>
                    <a:pt x="1999201" y="648481"/>
                  </a:lnTo>
                  <a:lnTo>
                    <a:pt x="1999084" y="648526"/>
                  </a:lnTo>
                  <a:lnTo>
                    <a:pt x="1999066" y="648533"/>
                  </a:lnTo>
                  <a:lnTo>
                    <a:pt x="1998609" y="648709"/>
                  </a:lnTo>
                  <a:lnTo>
                    <a:pt x="1998565" y="648726"/>
                  </a:lnTo>
                  <a:lnTo>
                    <a:pt x="1998541" y="648742"/>
                  </a:lnTo>
                  <a:lnTo>
                    <a:pt x="1998638" y="648842"/>
                  </a:lnTo>
                  <a:lnTo>
                    <a:pt x="1998812" y="649000"/>
                  </a:lnTo>
                  <a:lnTo>
                    <a:pt x="1998440" y="649378"/>
                  </a:lnTo>
                  <a:lnTo>
                    <a:pt x="1998189" y="649556"/>
                  </a:lnTo>
                  <a:lnTo>
                    <a:pt x="1998082" y="649631"/>
                  </a:lnTo>
                  <a:lnTo>
                    <a:pt x="1998028" y="649669"/>
                  </a:lnTo>
                  <a:lnTo>
                    <a:pt x="1997741" y="649872"/>
                  </a:lnTo>
                  <a:lnTo>
                    <a:pt x="1997636" y="649935"/>
                  </a:lnTo>
                  <a:lnTo>
                    <a:pt x="1997578" y="649970"/>
                  </a:lnTo>
                  <a:lnTo>
                    <a:pt x="1997401" y="650029"/>
                  </a:lnTo>
                  <a:lnTo>
                    <a:pt x="1997323" y="650055"/>
                  </a:lnTo>
                  <a:lnTo>
                    <a:pt x="1997025" y="650155"/>
                  </a:lnTo>
                  <a:lnTo>
                    <a:pt x="1996918" y="650183"/>
                  </a:lnTo>
                  <a:lnTo>
                    <a:pt x="1996712" y="650235"/>
                  </a:lnTo>
                  <a:lnTo>
                    <a:pt x="1996614" y="650251"/>
                  </a:lnTo>
                  <a:lnTo>
                    <a:pt x="1996458" y="650303"/>
                  </a:lnTo>
                  <a:lnTo>
                    <a:pt x="1996239" y="650396"/>
                  </a:lnTo>
                  <a:lnTo>
                    <a:pt x="1995849" y="650586"/>
                  </a:lnTo>
                  <a:lnTo>
                    <a:pt x="1995523" y="650703"/>
                  </a:lnTo>
                  <a:lnTo>
                    <a:pt x="1995380" y="650683"/>
                  </a:lnTo>
                  <a:lnTo>
                    <a:pt x="1995264" y="650721"/>
                  </a:lnTo>
                  <a:lnTo>
                    <a:pt x="1995232" y="650842"/>
                  </a:lnTo>
                  <a:lnTo>
                    <a:pt x="1995217" y="650925"/>
                  </a:lnTo>
                  <a:lnTo>
                    <a:pt x="1995195" y="651067"/>
                  </a:lnTo>
                  <a:lnTo>
                    <a:pt x="1995018" y="651126"/>
                  </a:lnTo>
                  <a:lnTo>
                    <a:pt x="1995000" y="651132"/>
                  </a:lnTo>
                  <a:lnTo>
                    <a:pt x="1994846" y="651183"/>
                  </a:lnTo>
                  <a:lnTo>
                    <a:pt x="1994824" y="651190"/>
                  </a:lnTo>
                  <a:lnTo>
                    <a:pt x="1994691" y="651235"/>
                  </a:lnTo>
                  <a:lnTo>
                    <a:pt x="1994674" y="651241"/>
                  </a:lnTo>
                  <a:lnTo>
                    <a:pt x="1994536" y="651286"/>
                  </a:lnTo>
                  <a:lnTo>
                    <a:pt x="1994518" y="651292"/>
                  </a:lnTo>
                  <a:lnTo>
                    <a:pt x="1994355" y="651347"/>
                  </a:lnTo>
                  <a:lnTo>
                    <a:pt x="1994334" y="651354"/>
                  </a:lnTo>
                  <a:lnTo>
                    <a:pt x="1994187" y="651402"/>
                  </a:lnTo>
                  <a:lnTo>
                    <a:pt x="1994159" y="651412"/>
                  </a:lnTo>
                  <a:lnTo>
                    <a:pt x="1993982" y="651460"/>
                  </a:lnTo>
                  <a:lnTo>
                    <a:pt x="1993965" y="651465"/>
                  </a:lnTo>
                  <a:lnTo>
                    <a:pt x="1993792" y="651512"/>
                  </a:lnTo>
                  <a:lnTo>
                    <a:pt x="1993777" y="651516"/>
                  </a:lnTo>
                  <a:lnTo>
                    <a:pt x="1993434" y="651610"/>
                  </a:lnTo>
                  <a:lnTo>
                    <a:pt x="1993423" y="651613"/>
                  </a:lnTo>
                  <a:lnTo>
                    <a:pt x="1993393" y="651623"/>
                  </a:lnTo>
                  <a:lnTo>
                    <a:pt x="1993061" y="651740"/>
                  </a:lnTo>
                  <a:lnTo>
                    <a:pt x="1993045" y="651745"/>
                  </a:lnTo>
                  <a:lnTo>
                    <a:pt x="1992857" y="651811"/>
                  </a:lnTo>
                  <a:lnTo>
                    <a:pt x="1992751" y="651850"/>
                  </a:lnTo>
                  <a:lnTo>
                    <a:pt x="1992660" y="651889"/>
                  </a:lnTo>
                  <a:lnTo>
                    <a:pt x="1992609" y="651935"/>
                  </a:lnTo>
                  <a:lnTo>
                    <a:pt x="1992533" y="651985"/>
                  </a:lnTo>
                  <a:lnTo>
                    <a:pt x="1992371" y="652072"/>
                  </a:lnTo>
                  <a:lnTo>
                    <a:pt x="1992225" y="652117"/>
                  </a:lnTo>
                  <a:lnTo>
                    <a:pt x="1992069" y="652165"/>
                  </a:lnTo>
                  <a:lnTo>
                    <a:pt x="1991068" y="652458"/>
                  </a:lnTo>
                  <a:lnTo>
                    <a:pt x="1991037" y="652470"/>
                  </a:lnTo>
                  <a:lnTo>
                    <a:pt x="1990926" y="652515"/>
                  </a:lnTo>
                  <a:lnTo>
                    <a:pt x="1990765" y="652581"/>
                  </a:lnTo>
                  <a:lnTo>
                    <a:pt x="1989605" y="652918"/>
                  </a:lnTo>
                  <a:lnTo>
                    <a:pt x="1988708" y="653178"/>
                  </a:lnTo>
                  <a:lnTo>
                    <a:pt x="1988603" y="653206"/>
                  </a:lnTo>
                  <a:lnTo>
                    <a:pt x="1988579" y="653212"/>
                  </a:lnTo>
                  <a:lnTo>
                    <a:pt x="1988507" y="653231"/>
                  </a:lnTo>
                  <a:lnTo>
                    <a:pt x="1988483" y="653237"/>
                  </a:lnTo>
                  <a:lnTo>
                    <a:pt x="1987791" y="653417"/>
                  </a:lnTo>
                  <a:lnTo>
                    <a:pt x="1987661" y="653429"/>
                  </a:lnTo>
                  <a:lnTo>
                    <a:pt x="1987506" y="653454"/>
                  </a:lnTo>
                  <a:lnTo>
                    <a:pt x="1987463" y="653461"/>
                  </a:lnTo>
                  <a:lnTo>
                    <a:pt x="1987374" y="653475"/>
                  </a:lnTo>
                  <a:lnTo>
                    <a:pt x="1987319" y="653484"/>
                  </a:lnTo>
                  <a:lnTo>
                    <a:pt x="1987214" y="653501"/>
                  </a:lnTo>
                  <a:lnTo>
                    <a:pt x="1987196" y="653504"/>
                  </a:lnTo>
                  <a:lnTo>
                    <a:pt x="1987157" y="653510"/>
                  </a:lnTo>
                  <a:lnTo>
                    <a:pt x="1987130" y="653564"/>
                  </a:lnTo>
                  <a:lnTo>
                    <a:pt x="1987121" y="653594"/>
                  </a:lnTo>
                  <a:lnTo>
                    <a:pt x="1987109" y="653632"/>
                  </a:lnTo>
                  <a:lnTo>
                    <a:pt x="1987103" y="653649"/>
                  </a:lnTo>
                  <a:lnTo>
                    <a:pt x="1987082" y="653717"/>
                  </a:lnTo>
                  <a:lnTo>
                    <a:pt x="1987219" y="653992"/>
                  </a:lnTo>
                  <a:lnTo>
                    <a:pt x="1987049" y="654072"/>
                  </a:lnTo>
                  <a:lnTo>
                    <a:pt x="1986910" y="654128"/>
                  </a:lnTo>
                  <a:lnTo>
                    <a:pt x="1986896" y="654128"/>
                  </a:lnTo>
                  <a:lnTo>
                    <a:pt x="1986804" y="654132"/>
                  </a:lnTo>
                  <a:lnTo>
                    <a:pt x="1986791" y="654132"/>
                  </a:lnTo>
                  <a:lnTo>
                    <a:pt x="1986731" y="654012"/>
                  </a:lnTo>
                  <a:lnTo>
                    <a:pt x="1986654" y="653856"/>
                  </a:lnTo>
                  <a:lnTo>
                    <a:pt x="1986641" y="653851"/>
                  </a:lnTo>
                  <a:lnTo>
                    <a:pt x="1986565" y="653860"/>
                  </a:lnTo>
                  <a:lnTo>
                    <a:pt x="1986414" y="653895"/>
                  </a:lnTo>
                  <a:lnTo>
                    <a:pt x="1986385" y="653902"/>
                  </a:lnTo>
                  <a:lnTo>
                    <a:pt x="1986223" y="653939"/>
                  </a:lnTo>
                  <a:lnTo>
                    <a:pt x="1986148" y="653956"/>
                  </a:lnTo>
                  <a:lnTo>
                    <a:pt x="1986140" y="653958"/>
                  </a:lnTo>
                  <a:lnTo>
                    <a:pt x="1985878" y="654019"/>
                  </a:lnTo>
                  <a:lnTo>
                    <a:pt x="1985847" y="654021"/>
                  </a:lnTo>
                  <a:lnTo>
                    <a:pt x="1985642" y="654084"/>
                  </a:lnTo>
                  <a:lnTo>
                    <a:pt x="1984836" y="654389"/>
                  </a:lnTo>
                  <a:lnTo>
                    <a:pt x="1984123" y="654549"/>
                  </a:lnTo>
                  <a:lnTo>
                    <a:pt x="1983722" y="654679"/>
                  </a:lnTo>
                  <a:lnTo>
                    <a:pt x="1983449" y="654794"/>
                  </a:lnTo>
                  <a:lnTo>
                    <a:pt x="1983274" y="654899"/>
                  </a:lnTo>
                  <a:lnTo>
                    <a:pt x="1982731" y="655254"/>
                  </a:lnTo>
                  <a:lnTo>
                    <a:pt x="1982535" y="655435"/>
                  </a:lnTo>
                  <a:lnTo>
                    <a:pt x="1982326" y="655723"/>
                  </a:lnTo>
                  <a:lnTo>
                    <a:pt x="1981813" y="656549"/>
                  </a:lnTo>
                  <a:lnTo>
                    <a:pt x="1981891" y="656888"/>
                  </a:lnTo>
                  <a:lnTo>
                    <a:pt x="1982199" y="657471"/>
                  </a:lnTo>
                  <a:lnTo>
                    <a:pt x="1982198" y="657487"/>
                  </a:lnTo>
                  <a:lnTo>
                    <a:pt x="1981438" y="657612"/>
                  </a:lnTo>
                  <a:lnTo>
                    <a:pt x="1981135" y="657582"/>
                  </a:lnTo>
                  <a:lnTo>
                    <a:pt x="1980996" y="657597"/>
                  </a:lnTo>
                  <a:lnTo>
                    <a:pt x="1980835" y="657672"/>
                  </a:lnTo>
                  <a:lnTo>
                    <a:pt x="1980707" y="657798"/>
                  </a:lnTo>
                  <a:lnTo>
                    <a:pt x="1980529" y="657873"/>
                  </a:lnTo>
                  <a:lnTo>
                    <a:pt x="1979987" y="657879"/>
                  </a:lnTo>
                  <a:lnTo>
                    <a:pt x="1979480" y="657934"/>
                  </a:lnTo>
                  <a:lnTo>
                    <a:pt x="1979385" y="657964"/>
                  </a:lnTo>
                  <a:lnTo>
                    <a:pt x="1979363" y="657971"/>
                  </a:lnTo>
                  <a:lnTo>
                    <a:pt x="1979286" y="657996"/>
                  </a:lnTo>
                  <a:lnTo>
                    <a:pt x="1979074" y="658118"/>
                  </a:lnTo>
                  <a:lnTo>
                    <a:pt x="1978869" y="658229"/>
                  </a:lnTo>
                  <a:lnTo>
                    <a:pt x="1978233" y="658383"/>
                  </a:lnTo>
                  <a:lnTo>
                    <a:pt x="1978092" y="658390"/>
                  </a:lnTo>
                  <a:lnTo>
                    <a:pt x="1978046" y="658339"/>
                  </a:lnTo>
                  <a:lnTo>
                    <a:pt x="1977987" y="658333"/>
                  </a:lnTo>
                  <a:lnTo>
                    <a:pt x="1977840" y="658382"/>
                  </a:lnTo>
                  <a:lnTo>
                    <a:pt x="1977532" y="658498"/>
                  </a:lnTo>
                  <a:lnTo>
                    <a:pt x="1977459" y="658545"/>
                  </a:lnTo>
                  <a:lnTo>
                    <a:pt x="1977422" y="658570"/>
                  </a:lnTo>
                  <a:lnTo>
                    <a:pt x="1977337" y="658625"/>
                  </a:lnTo>
                  <a:lnTo>
                    <a:pt x="1977165" y="658851"/>
                  </a:lnTo>
                  <a:lnTo>
                    <a:pt x="1977149" y="658872"/>
                  </a:lnTo>
                  <a:lnTo>
                    <a:pt x="1977120" y="658909"/>
                  </a:lnTo>
                  <a:lnTo>
                    <a:pt x="1977140" y="659069"/>
                  </a:lnTo>
                  <a:lnTo>
                    <a:pt x="1977009" y="659183"/>
                  </a:lnTo>
                  <a:lnTo>
                    <a:pt x="1976774" y="659461"/>
                  </a:lnTo>
                  <a:lnTo>
                    <a:pt x="1976763" y="659527"/>
                  </a:lnTo>
                  <a:lnTo>
                    <a:pt x="1976688" y="659597"/>
                  </a:lnTo>
                  <a:lnTo>
                    <a:pt x="1976540" y="659690"/>
                  </a:lnTo>
                  <a:lnTo>
                    <a:pt x="1976419" y="659736"/>
                  </a:lnTo>
                  <a:lnTo>
                    <a:pt x="1976106" y="659758"/>
                  </a:lnTo>
                  <a:lnTo>
                    <a:pt x="1975618" y="659746"/>
                  </a:lnTo>
                  <a:lnTo>
                    <a:pt x="1975461" y="659759"/>
                  </a:lnTo>
                  <a:lnTo>
                    <a:pt x="1975244" y="659778"/>
                  </a:lnTo>
                  <a:lnTo>
                    <a:pt x="1974695" y="659913"/>
                  </a:lnTo>
                  <a:lnTo>
                    <a:pt x="1974255" y="660066"/>
                  </a:lnTo>
                  <a:lnTo>
                    <a:pt x="1973616" y="660236"/>
                  </a:lnTo>
                  <a:lnTo>
                    <a:pt x="1973583" y="660277"/>
                  </a:lnTo>
                  <a:lnTo>
                    <a:pt x="1973527" y="660349"/>
                  </a:lnTo>
                  <a:lnTo>
                    <a:pt x="1973523" y="660406"/>
                  </a:lnTo>
                  <a:lnTo>
                    <a:pt x="1973510" y="660607"/>
                  </a:lnTo>
                  <a:lnTo>
                    <a:pt x="1973084" y="660608"/>
                  </a:lnTo>
                  <a:lnTo>
                    <a:pt x="1973024" y="660546"/>
                  </a:lnTo>
                  <a:lnTo>
                    <a:pt x="1972721" y="660549"/>
                  </a:lnTo>
                  <a:lnTo>
                    <a:pt x="1972680" y="660677"/>
                  </a:lnTo>
                  <a:lnTo>
                    <a:pt x="1972671" y="661103"/>
                  </a:lnTo>
                  <a:lnTo>
                    <a:pt x="1972184" y="661104"/>
                  </a:lnTo>
                  <a:lnTo>
                    <a:pt x="1972057" y="660887"/>
                  </a:lnTo>
                  <a:lnTo>
                    <a:pt x="1971970" y="660655"/>
                  </a:lnTo>
                  <a:lnTo>
                    <a:pt x="1971798" y="660562"/>
                  </a:lnTo>
                  <a:lnTo>
                    <a:pt x="1971691" y="660592"/>
                  </a:lnTo>
                  <a:lnTo>
                    <a:pt x="1971533" y="660676"/>
                  </a:lnTo>
                  <a:lnTo>
                    <a:pt x="1971259" y="660821"/>
                  </a:lnTo>
                  <a:lnTo>
                    <a:pt x="1971207" y="660845"/>
                  </a:lnTo>
                  <a:lnTo>
                    <a:pt x="1971119" y="660888"/>
                  </a:lnTo>
                  <a:lnTo>
                    <a:pt x="1971034" y="660929"/>
                  </a:lnTo>
                  <a:lnTo>
                    <a:pt x="1970940" y="660973"/>
                  </a:lnTo>
                  <a:lnTo>
                    <a:pt x="1970900" y="660992"/>
                  </a:lnTo>
                  <a:lnTo>
                    <a:pt x="1970882" y="661001"/>
                  </a:lnTo>
                  <a:lnTo>
                    <a:pt x="1970668" y="661100"/>
                  </a:lnTo>
                  <a:lnTo>
                    <a:pt x="1970636" y="661115"/>
                  </a:lnTo>
                  <a:lnTo>
                    <a:pt x="1970547" y="661156"/>
                  </a:lnTo>
                  <a:lnTo>
                    <a:pt x="1970437" y="660974"/>
                  </a:lnTo>
                  <a:lnTo>
                    <a:pt x="1970241" y="661020"/>
                  </a:lnTo>
                  <a:lnTo>
                    <a:pt x="1970134" y="661078"/>
                  </a:lnTo>
                  <a:lnTo>
                    <a:pt x="1970113" y="661099"/>
                  </a:lnTo>
                  <a:lnTo>
                    <a:pt x="1969896" y="661310"/>
                  </a:lnTo>
                  <a:lnTo>
                    <a:pt x="1969872" y="661382"/>
                  </a:lnTo>
                  <a:lnTo>
                    <a:pt x="1969793" y="661469"/>
                  </a:lnTo>
                  <a:lnTo>
                    <a:pt x="1969580" y="661703"/>
                  </a:lnTo>
                  <a:lnTo>
                    <a:pt x="1969561" y="661723"/>
                  </a:lnTo>
                  <a:lnTo>
                    <a:pt x="1969456" y="661838"/>
                  </a:lnTo>
                  <a:lnTo>
                    <a:pt x="1969292" y="661903"/>
                  </a:lnTo>
                  <a:lnTo>
                    <a:pt x="1968846" y="661985"/>
                  </a:lnTo>
                  <a:lnTo>
                    <a:pt x="1968762" y="661934"/>
                  </a:lnTo>
                  <a:lnTo>
                    <a:pt x="1968677" y="661793"/>
                  </a:lnTo>
                  <a:lnTo>
                    <a:pt x="1968609" y="661774"/>
                  </a:lnTo>
                  <a:lnTo>
                    <a:pt x="1968569" y="661776"/>
                  </a:lnTo>
                  <a:lnTo>
                    <a:pt x="1968367" y="661786"/>
                  </a:lnTo>
                  <a:lnTo>
                    <a:pt x="1968204" y="661809"/>
                  </a:lnTo>
                  <a:lnTo>
                    <a:pt x="1968130" y="661820"/>
                  </a:lnTo>
                  <a:lnTo>
                    <a:pt x="1967999" y="661838"/>
                  </a:lnTo>
                  <a:lnTo>
                    <a:pt x="1968049" y="662350"/>
                  </a:lnTo>
                  <a:lnTo>
                    <a:pt x="1967732" y="662371"/>
                  </a:lnTo>
                  <a:lnTo>
                    <a:pt x="1967701" y="662029"/>
                  </a:lnTo>
                  <a:lnTo>
                    <a:pt x="1967664" y="662029"/>
                  </a:lnTo>
                  <a:lnTo>
                    <a:pt x="1967570" y="662029"/>
                  </a:lnTo>
                  <a:lnTo>
                    <a:pt x="1967403" y="661998"/>
                  </a:lnTo>
                  <a:lnTo>
                    <a:pt x="1967296" y="661988"/>
                  </a:lnTo>
                  <a:lnTo>
                    <a:pt x="1967273" y="661995"/>
                  </a:lnTo>
                  <a:lnTo>
                    <a:pt x="1967196" y="662019"/>
                  </a:lnTo>
                  <a:lnTo>
                    <a:pt x="1967128" y="662040"/>
                  </a:lnTo>
                  <a:lnTo>
                    <a:pt x="1967070" y="662069"/>
                  </a:lnTo>
                  <a:lnTo>
                    <a:pt x="1966910" y="662146"/>
                  </a:lnTo>
                  <a:lnTo>
                    <a:pt x="1966198" y="662647"/>
                  </a:lnTo>
                  <a:lnTo>
                    <a:pt x="1966015" y="662829"/>
                  </a:lnTo>
                  <a:lnTo>
                    <a:pt x="1965929" y="662915"/>
                  </a:lnTo>
                  <a:lnTo>
                    <a:pt x="1965895" y="662980"/>
                  </a:lnTo>
                  <a:lnTo>
                    <a:pt x="1965883" y="663001"/>
                  </a:lnTo>
                  <a:lnTo>
                    <a:pt x="1965878" y="663010"/>
                  </a:lnTo>
                  <a:lnTo>
                    <a:pt x="1965833" y="663095"/>
                  </a:lnTo>
                  <a:lnTo>
                    <a:pt x="1965805" y="663147"/>
                  </a:lnTo>
                  <a:lnTo>
                    <a:pt x="1965754" y="663243"/>
                  </a:lnTo>
                  <a:lnTo>
                    <a:pt x="1965621" y="663635"/>
                  </a:lnTo>
                  <a:lnTo>
                    <a:pt x="1965514" y="664026"/>
                  </a:lnTo>
                  <a:lnTo>
                    <a:pt x="1965351" y="664880"/>
                  </a:lnTo>
                  <a:lnTo>
                    <a:pt x="1965314" y="664920"/>
                  </a:lnTo>
                  <a:lnTo>
                    <a:pt x="1965264" y="664925"/>
                  </a:lnTo>
                  <a:lnTo>
                    <a:pt x="1965207" y="664970"/>
                  </a:lnTo>
                  <a:lnTo>
                    <a:pt x="1965116" y="665200"/>
                  </a:lnTo>
                  <a:lnTo>
                    <a:pt x="1965113" y="665209"/>
                  </a:lnTo>
                  <a:lnTo>
                    <a:pt x="1965101" y="665238"/>
                  </a:lnTo>
                  <a:lnTo>
                    <a:pt x="1965092" y="665291"/>
                  </a:lnTo>
                  <a:lnTo>
                    <a:pt x="1965121" y="665408"/>
                  </a:lnTo>
                  <a:lnTo>
                    <a:pt x="1965123" y="665418"/>
                  </a:lnTo>
                  <a:lnTo>
                    <a:pt x="1965102" y="665490"/>
                  </a:lnTo>
                  <a:lnTo>
                    <a:pt x="1965206" y="665494"/>
                  </a:lnTo>
                  <a:lnTo>
                    <a:pt x="1965297" y="665440"/>
                  </a:lnTo>
                  <a:lnTo>
                    <a:pt x="1965391" y="665426"/>
                  </a:lnTo>
                  <a:lnTo>
                    <a:pt x="1965456" y="665426"/>
                  </a:lnTo>
                  <a:lnTo>
                    <a:pt x="1965504" y="665449"/>
                  </a:lnTo>
                  <a:lnTo>
                    <a:pt x="1965553" y="665506"/>
                  </a:lnTo>
                  <a:lnTo>
                    <a:pt x="1965557" y="665592"/>
                  </a:lnTo>
                  <a:lnTo>
                    <a:pt x="1965567" y="665604"/>
                  </a:lnTo>
                  <a:lnTo>
                    <a:pt x="1965598" y="665638"/>
                  </a:lnTo>
                  <a:lnTo>
                    <a:pt x="1965639" y="665671"/>
                  </a:lnTo>
                  <a:lnTo>
                    <a:pt x="1965687" y="665689"/>
                  </a:lnTo>
                  <a:lnTo>
                    <a:pt x="1965720" y="665689"/>
                  </a:lnTo>
                  <a:lnTo>
                    <a:pt x="1965773" y="665648"/>
                  </a:lnTo>
                  <a:lnTo>
                    <a:pt x="1965822" y="665661"/>
                  </a:lnTo>
                  <a:lnTo>
                    <a:pt x="1965854" y="665731"/>
                  </a:lnTo>
                  <a:lnTo>
                    <a:pt x="1965854" y="665814"/>
                  </a:lnTo>
                  <a:lnTo>
                    <a:pt x="1965846" y="665869"/>
                  </a:lnTo>
                  <a:lnTo>
                    <a:pt x="1965785" y="665929"/>
                  </a:lnTo>
                  <a:lnTo>
                    <a:pt x="1965777" y="665938"/>
                  </a:lnTo>
                  <a:lnTo>
                    <a:pt x="1965769" y="666012"/>
                  </a:lnTo>
                  <a:lnTo>
                    <a:pt x="1965757" y="666127"/>
                  </a:lnTo>
                  <a:lnTo>
                    <a:pt x="1965761" y="666261"/>
                  </a:lnTo>
                  <a:lnTo>
                    <a:pt x="1965769" y="666340"/>
                  </a:lnTo>
                  <a:lnTo>
                    <a:pt x="1965813" y="666446"/>
                  </a:lnTo>
                  <a:lnTo>
                    <a:pt x="1965854" y="666538"/>
                  </a:lnTo>
                  <a:lnTo>
                    <a:pt x="1965838" y="666695"/>
                  </a:lnTo>
                  <a:lnTo>
                    <a:pt x="1965651" y="666755"/>
                  </a:lnTo>
                  <a:lnTo>
                    <a:pt x="1965549" y="666709"/>
                  </a:lnTo>
                  <a:lnTo>
                    <a:pt x="1965500" y="666626"/>
                  </a:lnTo>
                  <a:lnTo>
                    <a:pt x="1965468" y="666534"/>
                  </a:lnTo>
                  <a:lnTo>
                    <a:pt x="1965444" y="666492"/>
                  </a:lnTo>
                  <a:lnTo>
                    <a:pt x="1965396" y="666449"/>
                  </a:lnTo>
                  <a:lnTo>
                    <a:pt x="1964877" y="666479"/>
                  </a:lnTo>
                  <a:lnTo>
                    <a:pt x="1964722" y="666377"/>
                  </a:lnTo>
                  <a:lnTo>
                    <a:pt x="1964550" y="666381"/>
                  </a:lnTo>
                  <a:lnTo>
                    <a:pt x="1964061" y="666573"/>
                  </a:lnTo>
                  <a:lnTo>
                    <a:pt x="1963950" y="666563"/>
                  </a:lnTo>
                  <a:lnTo>
                    <a:pt x="1963860" y="666593"/>
                  </a:lnTo>
                  <a:lnTo>
                    <a:pt x="1963795" y="666564"/>
                  </a:lnTo>
                  <a:lnTo>
                    <a:pt x="1963663" y="666570"/>
                  </a:lnTo>
                  <a:lnTo>
                    <a:pt x="1963608" y="666550"/>
                  </a:lnTo>
                  <a:lnTo>
                    <a:pt x="1963530" y="666569"/>
                  </a:lnTo>
                  <a:lnTo>
                    <a:pt x="1963487" y="666580"/>
                  </a:lnTo>
                  <a:lnTo>
                    <a:pt x="1962947" y="666710"/>
                  </a:lnTo>
                  <a:lnTo>
                    <a:pt x="1962686" y="666774"/>
                  </a:lnTo>
                  <a:lnTo>
                    <a:pt x="1962567" y="666802"/>
                  </a:lnTo>
                  <a:lnTo>
                    <a:pt x="1962355" y="666935"/>
                  </a:lnTo>
                  <a:lnTo>
                    <a:pt x="1962240" y="667041"/>
                  </a:lnTo>
                  <a:lnTo>
                    <a:pt x="1962169" y="667168"/>
                  </a:lnTo>
                  <a:lnTo>
                    <a:pt x="1962063" y="667143"/>
                  </a:lnTo>
                  <a:lnTo>
                    <a:pt x="1961805" y="667290"/>
                  </a:lnTo>
                  <a:lnTo>
                    <a:pt x="1961727" y="667335"/>
                  </a:lnTo>
                  <a:lnTo>
                    <a:pt x="1961477" y="667513"/>
                  </a:lnTo>
                  <a:lnTo>
                    <a:pt x="1961399" y="667568"/>
                  </a:lnTo>
                  <a:lnTo>
                    <a:pt x="1961342" y="667609"/>
                  </a:lnTo>
                  <a:lnTo>
                    <a:pt x="1961038" y="667935"/>
                  </a:lnTo>
                  <a:lnTo>
                    <a:pt x="1960932" y="668123"/>
                  </a:lnTo>
                  <a:lnTo>
                    <a:pt x="1961000" y="668277"/>
                  </a:lnTo>
                  <a:lnTo>
                    <a:pt x="1961002" y="668283"/>
                  </a:lnTo>
                  <a:lnTo>
                    <a:pt x="1960959" y="668298"/>
                  </a:lnTo>
                  <a:lnTo>
                    <a:pt x="1960790" y="668267"/>
                  </a:lnTo>
                  <a:lnTo>
                    <a:pt x="1960696" y="668311"/>
                  </a:lnTo>
                  <a:lnTo>
                    <a:pt x="1960584" y="668363"/>
                  </a:lnTo>
                  <a:lnTo>
                    <a:pt x="1960428" y="668547"/>
                  </a:lnTo>
                  <a:lnTo>
                    <a:pt x="1959930" y="668876"/>
                  </a:lnTo>
                  <a:lnTo>
                    <a:pt x="1959788" y="668969"/>
                  </a:lnTo>
                  <a:lnTo>
                    <a:pt x="1959436" y="669201"/>
                  </a:lnTo>
                  <a:lnTo>
                    <a:pt x="1958749" y="669733"/>
                  </a:lnTo>
                  <a:lnTo>
                    <a:pt x="1958579" y="669903"/>
                  </a:lnTo>
                  <a:lnTo>
                    <a:pt x="1958568" y="669920"/>
                  </a:lnTo>
                  <a:lnTo>
                    <a:pt x="1958490" y="670045"/>
                  </a:lnTo>
                  <a:lnTo>
                    <a:pt x="1958479" y="670099"/>
                  </a:lnTo>
                  <a:lnTo>
                    <a:pt x="1958474" y="670109"/>
                  </a:lnTo>
                  <a:lnTo>
                    <a:pt x="1958397" y="670249"/>
                  </a:lnTo>
                  <a:lnTo>
                    <a:pt x="1958394" y="670256"/>
                  </a:lnTo>
                  <a:lnTo>
                    <a:pt x="1958375" y="670291"/>
                  </a:lnTo>
                  <a:lnTo>
                    <a:pt x="1958316" y="670398"/>
                  </a:lnTo>
                  <a:lnTo>
                    <a:pt x="1958148" y="670628"/>
                  </a:lnTo>
                  <a:lnTo>
                    <a:pt x="1958024" y="670796"/>
                  </a:lnTo>
                  <a:lnTo>
                    <a:pt x="1957963" y="670914"/>
                  </a:lnTo>
                  <a:lnTo>
                    <a:pt x="1957934" y="670970"/>
                  </a:lnTo>
                  <a:lnTo>
                    <a:pt x="1957897" y="671041"/>
                  </a:lnTo>
                  <a:lnTo>
                    <a:pt x="1957776" y="671273"/>
                  </a:lnTo>
                  <a:lnTo>
                    <a:pt x="1957535" y="671878"/>
                  </a:lnTo>
                  <a:lnTo>
                    <a:pt x="1957510" y="671964"/>
                  </a:lnTo>
                  <a:lnTo>
                    <a:pt x="1957321" y="672622"/>
                  </a:lnTo>
                  <a:lnTo>
                    <a:pt x="1957319" y="672629"/>
                  </a:lnTo>
                  <a:lnTo>
                    <a:pt x="1957223" y="672957"/>
                  </a:lnTo>
                  <a:lnTo>
                    <a:pt x="1957217" y="672977"/>
                  </a:lnTo>
                  <a:lnTo>
                    <a:pt x="1957208" y="673009"/>
                  </a:lnTo>
                  <a:lnTo>
                    <a:pt x="1957205" y="673023"/>
                  </a:lnTo>
                  <a:lnTo>
                    <a:pt x="1957202" y="673037"/>
                  </a:lnTo>
                  <a:lnTo>
                    <a:pt x="1957171" y="673177"/>
                  </a:lnTo>
                  <a:lnTo>
                    <a:pt x="1957007" y="673525"/>
                  </a:lnTo>
                  <a:lnTo>
                    <a:pt x="1956981" y="673581"/>
                  </a:lnTo>
                  <a:lnTo>
                    <a:pt x="1956806" y="673955"/>
                  </a:lnTo>
                  <a:lnTo>
                    <a:pt x="1956801" y="673969"/>
                  </a:lnTo>
                  <a:lnTo>
                    <a:pt x="1956793" y="673992"/>
                  </a:lnTo>
                  <a:lnTo>
                    <a:pt x="1956653" y="674399"/>
                  </a:lnTo>
                  <a:lnTo>
                    <a:pt x="1956648" y="674412"/>
                  </a:lnTo>
                  <a:lnTo>
                    <a:pt x="1956431" y="675041"/>
                  </a:lnTo>
                  <a:lnTo>
                    <a:pt x="1956421" y="675070"/>
                  </a:lnTo>
                  <a:lnTo>
                    <a:pt x="1956356" y="675290"/>
                  </a:lnTo>
                  <a:lnTo>
                    <a:pt x="1956347" y="675320"/>
                  </a:lnTo>
                  <a:lnTo>
                    <a:pt x="1956306" y="675458"/>
                  </a:lnTo>
                  <a:lnTo>
                    <a:pt x="1956295" y="675495"/>
                  </a:lnTo>
                  <a:lnTo>
                    <a:pt x="1956250" y="675647"/>
                  </a:lnTo>
                  <a:lnTo>
                    <a:pt x="1956245" y="675664"/>
                  </a:lnTo>
                  <a:lnTo>
                    <a:pt x="1955847" y="676726"/>
                  </a:lnTo>
                  <a:lnTo>
                    <a:pt x="1955838" y="676743"/>
                  </a:lnTo>
                  <a:lnTo>
                    <a:pt x="1955717" y="676982"/>
                  </a:lnTo>
                  <a:lnTo>
                    <a:pt x="1955514" y="677378"/>
                  </a:lnTo>
                  <a:lnTo>
                    <a:pt x="1955373" y="677970"/>
                  </a:lnTo>
                  <a:lnTo>
                    <a:pt x="1955262" y="678187"/>
                  </a:lnTo>
                  <a:lnTo>
                    <a:pt x="1955160" y="678388"/>
                  </a:lnTo>
                  <a:lnTo>
                    <a:pt x="1955010" y="678685"/>
                  </a:lnTo>
                  <a:lnTo>
                    <a:pt x="1954721" y="679163"/>
                  </a:lnTo>
                  <a:lnTo>
                    <a:pt x="1954570" y="679476"/>
                  </a:lnTo>
                  <a:lnTo>
                    <a:pt x="1954523" y="679612"/>
                  </a:lnTo>
                  <a:lnTo>
                    <a:pt x="1954488" y="679714"/>
                  </a:lnTo>
                  <a:lnTo>
                    <a:pt x="1954433" y="679873"/>
                  </a:lnTo>
                  <a:lnTo>
                    <a:pt x="1954307" y="680268"/>
                  </a:lnTo>
                  <a:lnTo>
                    <a:pt x="1954143" y="681168"/>
                  </a:lnTo>
                  <a:lnTo>
                    <a:pt x="1954113" y="681556"/>
                  </a:lnTo>
                  <a:lnTo>
                    <a:pt x="1954120" y="682024"/>
                  </a:lnTo>
                  <a:lnTo>
                    <a:pt x="1954123" y="682158"/>
                  </a:lnTo>
                  <a:lnTo>
                    <a:pt x="1954346" y="682433"/>
                  </a:lnTo>
                  <a:lnTo>
                    <a:pt x="1954397" y="682456"/>
                  </a:lnTo>
                  <a:lnTo>
                    <a:pt x="1954523" y="682146"/>
                  </a:lnTo>
                  <a:lnTo>
                    <a:pt x="1954541" y="682145"/>
                  </a:lnTo>
                  <a:lnTo>
                    <a:pt x="1954629" y="682212"/>
                  </a:lnTo>
                  <a:lnTo>
                    <a:pt x="1954858" y="682402"/>
                  </a:lnTo>
                  <a:lnTo>
                    <a:pt x="1954917" y="682502"/>
                  </a:lnTo>
                  <a:lnTo>
                    <a:pt x="1954892" y="682595"/>
                  </a:lnTo>
                  <a:lnTo>
                    <a:pt x="1955241" y="682959"/>
                  </a:lnTo>
                  <a:lnTo>
                    <a:pt x="1955665" y="683493"/>
                  </a:lnTo>
                  <a:lnTo>
                    <a:pt x="1955896" y="683884"/>
                  </a:lnTo>
                  <a:lnTo>
                    <a:pt x="1956160" y="684581"/>
                  </a:lnTo>
                  <a:lnTo>
                    <a:pt x="1956201" y="684755"/>
                  </a:lnTo>
                  <a:lnTo>
                    <a:pt x="1956194" y="684905"/>
                  </a:lnTo>
                  <a:lnTo>
                    <a:pt x="1956154" y="684941"/>
                  </a:lnTo>
                  <a:lnTo>
                    <a:pt x="1956119" y="684972"/>
                  </a:lnTo>
                  <a:lnTo>
                    <a:pt x="1955969" y="685104"/>
                  </a:lnTo>
                  <a:lnTo>
                    <a:pt x="1955613" y="685193"/>
                  </a:lnTo>
                  <a:lnTo>
                    <a:pt x="1955572" y="685211"/>
                  </a:lnTo>
                  <a:lnTo>
                    <a:pt x="1955543" y="685224"/>
                  </a:lnTo>
                  <a:lnTo>
                    <a:pt x="1955485" y="685251"/>
                  </a:lnTo>
                  <a:lnTo>
                    <a:pt x="1955474" y="685281"/>
                  </a:lnTo>
                  <a:lnTo>
                    <a:pt x="1955461" y="685317"/>
                  </a:lnTo>
                  <a:lnTo>
                    <a:pt x="1955453" y="685341"/>
                  </a:lnTo>
                  <a:lnTo>
                    <a:pt x="1955457" y="685350"/>
                  </a:lnTo>
                  <a:lnTo>
                    <a:pt x="1955460" y="685356"/>
                  </a:lnTo>
                  <a:lnTo>
                    <a:pt x="1955477" y="685391"/>
                  </a:lnTo>
                  <a:lnTo>
                    <a:pt x="1955482" y="685400"/>
                  </a:lnTo>
                  <a:lnTo>
                    <a:pt x="1955508" y="685410"/>
                  </a:lnTo>
                  <a:lnTo>
                    <a:pt x="1955568" y="685400"/>
                  </a:lnTo>
                  <a:lnTo>
                    <a:pt x="1955576" y="685399"/>
                  </a:lnTo>
                  <a:lnTo>
                    <a:pt x="1955723" y="685374"/>
                  </a:lnTo>
                  <a:lnTo>
                    <a:pt x="1955733" y="685372"/>
                  </a:lnTo>
                  <a:lnTo>
                    <a:pt x="1955806" y="685360"/>
                  </a:lnTo>
                  <a:lnTo>
                    <a:pt x="1955825" y="685356"/>
                  </a:lnTo>
                  <a:lnTo>
                    <a:pt x="1955837" y="685353"/>
                  </a:lnTo>
                  <a:lnTo>
                    <a:pt x="1955848" y="685351"/>
                  </a:lnTo>
                  <a:lnTo>
                    <a:pt x="1955878" y="685347"/>
                  </a:lnTo>
                  <a:lnTo>
                    <a:pt x="1955993" y="685291"/>
                  </a:lnTo>
                  <a:lnTo>
                    <a:pt x="1956142" y="685251"/>
                  </a:lnTo>
                  <a:lnTo>
                    <a:pt x="1956152" y="685271"/>
                  </a:lnTo>
                  <a:lnTo>
                    <a:pt x="1956142" y="685417"/>
                  </a:lnTo>
                  <a:lnTo>
                    <a:pt x="1955899" y="685889"/>
                  </a:lnTo>
                  <a:lnTo>
                    <a:pt x="1955820" y="686043"/>
                  </a:lnTo>
                  <a:lnTo>
                    <a:pt x="1955726" y="685961"/>
                  </a:lnTo>
                  <a:lnTo>
                    <a:pt x="1955300" y="685950"/>
                  </a:lnTo>
                  <a:lnTo>
                    <a:pt x="1955291" y="686032"/>
                  </a:lnTo>
                  <a:lnTo>
                    <a:pt x="1955263" y="686474"/>
                  </a:lnTo>
                  <a:lnTo>
                    <a:pt x="1955504" y="686614"/>
                  </a:lnTo>
                  <a:lnTo>
                    <a:pt x="1955210" y="687056"/>
                  </a:lnTo>
                  <a:lnTo>
                    <a:pt x="1955125" y="687183"/>
                  </a:lnTo>
                  <a:lnTo>
                    <a:pt x="1955031" y="687296"/>
                  </a:lnTo>
                  <a:lnTo>
                    <a:pt x="1954934" y="687342"/>
                  </a:lnTo>
                  <a:lnTo>
                    <a:pt x="1954821" y="687307"/>
                  </a:lnTo>
                  <a:lnTo>
                    <a:pt x="1954429" y="687387"/>
                  </a:lnTo>
                  <a:lnTo>
                    <a:pt x="1954382" y="687422"/>
                  </a:lnTo>
                  <a:lnTo>
                    <a:pt x="1954380" y="687458"/>
                  </a:lnTo>
                  <a:lnTo>
                    <a:pt x="1954395" y="687502"/>
                  </a:lnTo>
                  <a:lnTo>
                    <a:pt x="1954423" y="687528"/>
                  </a:lnTo>
                  <a:lnTo>
                    <a:pt x="1954477" y="687543"/>
                  </a:lnTo>
                  <a:lnTo>
                    <a:pt x="1954541" y="687528"/>
                  </a:lnTo>
                  <a:lnTo>
                    <a:pt x="1954604" y="687502"/>
                  </a:lnTo>
                  <a:lnTo>
                    <a:pt x="1954701" y="687530"/>
                  </a:lnTo>
                  <a:lnTo>
                    <a:pt x="1954741" y="687574"/>
                  </a:lnTo>
                  <a:lnTo>
                    <a:pt x="1954738" y="687653"/>
                  </a:lnTo>
                  <a:lnTo>
                    <a:pt x="1954577" y="687871"/>
                  </a:lnTo>
                  <a:lnTo>
                    <a:pt x="1954199" y="688230"/>
                  </a:lnTo>
                  <a:lnTo>
                    <a:pt x="1954151" y="688252"/>
                  </a:lnTo>
                  <a:lnTo>
                    <a:pt x="1953891" y="688375"/>
                  </a:lnTo>
                  <a:lnTo>
                    <a:pt x="1953779" y="688429"/>
                  </a:lnTo>
                  <a:lnTo>
                    <a:pt x="1953281" y="688424"/>
                  </a:lnTo>
                  <a:lnTo>
                    <a:pt x="1952901" y="688505"/>
                  </a:lnTo>
                  <a:lnTo>
                    <a:pt x="1952865" y="688513"/>
                  </a:lnTo>
                  <a:lnTo>
                    <a:pt x="1952760" y="688573"/>
                  </a:lnTo>
                  <a:lnTo>
                    <a:pt x="1952590" y="688669"/>
                  </a:lnTo>
                  <a:lnTo>
                    <a:pt x="1952580" y="688675"/>
                  </a:lnTo>
                  <a:lnTo>
                    <a:pt x="1952532" y="688702"/>
                  </a:lnTo>
                  <a:lnTo>
                    <a:pt x="1952122" y="688849"/>
                  </a:lnTo>
                  <a:lnTo>
                    <a:pt x="1951938" y="688863"/>
                  </a:lnTo>
                  <a:lnTo>
                    <a:pt x="1951936" y="688854"/>
                  </a:lnTo>
                  <a:lnTo>
                    <a:pt x="1951857" y="688480"/>
                  </a:lnTo>
                  <a:lnTo>
                    <a:pt x="1951784" y="688253"/>
                  </a:lnTo>
                  <a:lnTo>
                    <a:pt x="1951699" y="688274"/>
                  </a:lnTo>
                  <a:lnTo>
                    <a:pt x="1951323" y="688358"/>
                  </a:lnTo>
                  <a:lnTo>
                    <a:pt x="1951184" y="688159"/>
                  </a:lnTo>
                  <a:lnTo>
                    <a:pt x="1950984" y="688441"/>
                  </a:lnTo>
                  <a:lnTo>
                    <a:pt x="1950897" y="688563"/>
                  </a:lnTo>
                  <a:lnTo>
                    <a:pt x="1950783" y="688690"/>
                  </a:lnTo>
                  <a:lnTo>
                    <a:pt x="1950587" y="688909"/>
                  </a:lnTo>
                  <a:lnTo>
                    <a:pt x="1950563" y="689058"/>
                  </a:lnTo>
                  <a:lnTo>
                    <a:pt x="1950672" y="689190"/>
                  </a:lnTo>
                  <a:lnTo>
                    <a:pt x="1950377" y="689430"/>
                  </a:lnTo>
                  <a:lnTo>
                    <a:pt x="1950302" y="689491"/>
                  </a:lnTo>
                  <a:lnTo>
                    <a:pt x="1950182" y="689610"/>
                  </a:lnTo>
                  <a:lnTo>
                    <a:pt x="1950067" y="689724"/>
                  </a:lnTo>
                  <a:lnTo>
                    <a:pt x="1949978" y="689892"/>
                  </a:lnTo>
                  <a:lnTo>
                    <a:pt x="1949786" y="690167"/>
                  </a:lnTo>
                  <a:lnTo>
                    <a:pt x="1949226" y="690822"/>
                  </a:lnTo>
                  <a:lnTo>
                    <a:pt x="1949109" y="690958"/>
                  </a:lnTo>
                  <a:lnTo>
                    <a:pt x="1948989" y="691122"/>
                  </a:lnTo>
                  <a:lnTo>
                    <a:pt x="1948783" y="691402"/>
                  </a:lnTo>
                  <a:lnTo>
                    <a:pt x="1948560" y="691794"/>
                  </a:lnTo>
                  <a:lnTo>
                    <a:pt x="1948556" y="691872"/>
                  </a:lnTo>
                  <a:lnTo>
                    <a:pt x="1948626" y="692004"/>
                  </a:lnTo>
                  <a:lnTo>
                    <a:pt x="1948516" y="692226"/>
                  </a:lnTo>
                  <a:lnTo>
                    <a:pt x="1948474" y="692249"/>
                  </a:lnTo>
                  <a:lnTo>
                    <a:pt x="1948268" y="692120"/>
                  </a:lnTo>
                  <a:lnTo>
                    <a:pt x="1948205" y="692114"/>
                  </a:lnTo>
                  <a:lnTo>
                    <a:pt x="1948184" y="692130"/>
                  </a:lnTo>
                  <a:lnTo>
                    <a:pt x="1947768" y="692506"/>
                  </a:lnTo>
                  <a:lnTo>
                    <a:pt x="1947679" y="692619"/>
                  </a:lnTo>
                  <a:lnTo>
                    <a:pt x="1947664" y="692637"/>
                  </a:lnTo>
                  <a:lnTo>
                    <a:pt x="1947595" y="692724"/>
                  </a:lnTo>
                  <a:lnTo>
                    <a:pt x="1947453" y="692951"/>
                  </a:lnTo>
                  <a:lnTo>
                    <a:pt x="1947299" y="693115"/>
                  </a:lnTo>
                  <a:lnTo>
                    <a:pt x="1947122" y="693304"/>
                  </a:lnTo>
                  <a:lnTo>
                    <a:pt x="1946953" y="693444"/>
                  </a:lnTo>
                  <a:lnTo>
                    <a:pt x="1946731" y="693735"/>
                  </a:lnTo>
                  <a:lnTo>
                    <a:pt x="1946879" y="693924"/>
                  </a:lnTo>
                  <a:lnTo>
                    <a:pt x="1947237" y="694382"/>
                  </a:lnTo>
                  <a:lnTo>
                    <a:pt x="1947256" y="694407"/>
                  </a:lnTo>
                  <a:lnTo>
                    <a:pt x="1947274" y="694429"/>
                  </a:lnTo>
                  <a:lnTo>
                    <a:pt x="1947274" y="694600"/>
                  </a:lnTo>
                  <a:lnTo>
                    <a:pt x="1947211" y="694639"/>
                  </a:lnTo>
                  <a:lnTo>
                    <a:pt x="1946619" y="695001"/>
                  </a:lnTo>
                  <a:lnTo>
                    <a:pt x="1946093" y="695322"/>
                  </a:lnTo>
                  <a:lnTo>
                    <a:pt x="1946024" y="695364"/>
                  </a:lnTo>
                  <a:lnTo>
                    <a:pt x="1945335" y="695785"/>
                  </a:lnTo>
                  <a:lnTo>
                    <a:pt x="1945323" y="695793"/>
                  </a:lnTo>
                  <a:lnTo>
                    <a:pt x="1944387" y="696366"/>
                  </a:lnTo>
                  <a:lnTo>
                    <a:pt x="1944535" y="696911"/>
                  </a:lnTo>
                  <a:lnTo>
                    <a:pt x="1944781" y="697132"/>
                  </a:lnTo>
                  <a:lnTo>
                    <a:pt x="1944675" y="697226"/>
                  </a:lnTo>
                  <a:lnTo>
                    <a:pt x="1944530" y="697356"/>
                  </a:lnTo>
                  <a:lnTo>
                    <a:pt x="1944476" y="697308"/>
                  </a:lnTo>
                  <a:lnTo>
                    <a:pt x="1944313" y="697164"/>
                  </a:lnTo>
                  <a:lnTo>
                    <a:pt x="1944223" y="697142"/>
                  </a:lnTo>
                  <a:lnTo>
                    <a:pt x="1944183" y="697132"/>
                  </a:lnTo>
                  <a:lnTo>
                    <a:pt x="1942974" y="697517"/>
                  </a:lnTo>
                  <a:lnTo>
                    <a:pt x="1942807" y="697571"/>
                  </a:lnTo>
                  <a:lnTo>
                    <a:pt x="1942641" y="697168"/>
                  </a:lnTo>
                  <a:lnTo>
                    <a:pt x="1942437" y="697215"/>
                  </a:lnTo>
                  <a:lnTo>
                    <a:pt x="1942306" y="697327"/>
                  </a:lnTo>
                  <a:lnTo>
                    <a:pt x="1942385" y="697383"/>
                  </a:lnTo>
                  <a:lnTo>
                    <a:pt x="1942400" y="697433"/>
                  </a:lnTo>
                  <a:lnTo>
                    <a:pt x="1942110" y="697665"/>
                  </a:lnTo>
                  <a:lnTo>
                    <a:pt x="1941967" y="697821"/>
                  </a:lnTo>
                  <a:lnTo>
                    <a:pt x="1941566" y="698262"/>
                  </a:lnTo>
                  <a:lnTo>
                    <a:pt x="1941426" y="698382"/>
                  </a:lnTo>
                  <a:lnTo>
                    <a:pt x="1941335" y="698460"/>
                  </a:lnTo>
                  <a:lnTo>
                    <a:pt x="1940749" y="698964"/>
                  </a:lnTo>
                  <a:lnTo>
                    <a:pt x="1940330" y="699378"/>
                  </a:lnTo>
                  <a:lnTo>
                    <a:pt x="1940166" y="699541"/>
                  </a:lnTo>
                  <a:lnTo>
                    <a:pt x="1939848" y="699817"/>
                  </a:lnTo>
                  <a:lnTo>
                    <a:pt x="1939601" y="699964"/>
                  </a:lnTo>
                  <a:lnTo>
                    <a:pt x="1939373" y="700048"/>
                  </a:lnTo>
                  <a:lnTo>
                    <a:pt x="1938665" y="700179"/>
                  </a:lnTo>
                  <a:lnTo>
                    <a:pt x="1938496" y="700189"/>
                  </a:lnTo>
                  <a:lnTo>
                    <a:pt x="1938355" y="700140"/>
                  </a:lnTo>
                  <a:lnTo>
                    <a:pt x="1938247" y="699954"/>
                  </a:lnTo>
                  <a:lnTo>
                    <a:pt x="1938228" y="699921"/>
                  </a:lnTo>
                  <a:lnTo>
                    <a:pt x="1938208" y="699873"/>
                  </a:lnTo>
                  <a:lnTo>
                    <a:pt x="1938294" y="699678"/>
                  </a:lnTo>
                  <a:lnTo>
                    <a:pt x="1938392" y="699540"/>
                  </a:lnTo>
                  <a:lnTo>
                    <a:pt x="1938825" y="699104"/>
                  </a:lnTo>
                  <a:lnTo>
                    <a:pt x="1939511" y="698528"/>
                  </a:lnTo>
                  <a:lnTo>
                    <a:pt x="1939894" y="698239"/>
                  </a:lnTo>
                  <a:lnTo>
                    <a:pt x="1940088" y="698093"/>
                  </a:lnTo>
                  <a:lnTo>
                    <a:pt x="1940468" y="697853"/>
                  </a:lnTo>
                  <a:lnTo>
                    <a:pt x="1941137" y="697430"/>
                  </a:lnTo>
                  <a:lnTo>
                    <a:pt x="1941748" y="697184"/>
                  </a:lnTo>
                  <a:lnTo>
                    <a:pt x="1941764" y="697177"/>
                  </a:lnTo>
                  <a:lnTo>
                    <a:pt x="1942078" y="697051"/>
                  </a:lnTo>
                  <a:lnTo>
                    <a:pt x="1942395" y="696923"/>
                  </a:lnTo>
                  <a:lnTo>
                    <a:pt x="1942425" y="696897"/>
                  </a:lnTo>
                  <a:lnTo>
                    <a:pt x="1942426" y="696891"/>
                  </a:lnTo>
                  <a:lnTo>
                    <a:pt x="1942362" y="696761"/>
                  </a:lnTo>
                  <a:lnTo>
                    <a:pt x="1941728" y="696994"/>
                  </a:lnTo>
                  <a:lnTo>
                    <a:pt x="1941695" y="697009"/>
                  </a:lnTo>
                  <a:lnTo>
                    <a:pt x="1941519" y="697084"/>
                  </a:lnTo>
                  <a:lnTo>
                    <a:pt x="1941162" y="697238"/>
                  </a:lnTo>
                  <a:lnTo>
                    <a:pt x="1940947" y="697264"/>
                  </a:lnTo>
                  <a:lnTo>
                    <a:pt x="1940719" y="697253"/>
                  </a:lnTo>
                  <a:lnTo>
                    <a:pt x="1940632" y="697032"/>
                  </a:lnTo>
                  <a:lnTo>
                    <a:pt x="1940605" y="697028"/>
                  </a:lnTo>
                  <a:lnTo>
                    <a:pt x="1940577" y="697023"/>
                  </a:lnTo>
                  <a:lnTo>
                    <a:pt x="1940465" y="697201"/>
                  </a:lnTo>
                  <a:lnTo>
                    <a:pt x="1940356" y="697372"/>
                  </a:lnTo>
                  <a:lnTo>
                    <a:pt x="1940339" y="697375"/>
                  </a:lnTo>
                  <a:lnTo>
                    <a:pt x="1940303" y="697361"/>
                  </a:lnTo>
                  <a:lnTo>
                    <a:pt x="1940323" y="697252"/>
                  </a:lnTo>
                  <a:lnTo>
                    <a:pt x="1940316" y="697236"/>
                  </a:lnTo>
                  <a:lnTo>
                    <a:pt x="1940297" y="697236"/>
                  </a:lnTo>
                  <a:lnTo>
                    <a:pt x="1940003" y="697320"/>
                  </a:lnTo>
                  <a:lnTo>
                    <a:pt x="1939475" y="697524"/>
                  </a:lnTo>
                  <a:lnTo>
                    <a:pt x="1939437" y="697636"/>
                  </a:lnTo>
                  <a:lnTo>
                    <a:pt x="1939268" y="697832"/>
                  </a:lnTo>
                  <a:lnTo>
                    <a:pt x="1939258" y="697845"/>
                  </a:lnTo>
                  <a:lnTo>
                    <a:pt x="1939100" y="697949"/>
                  </a:lnTo>
                  <a:lnTo>
                    <a:pt x="1939068" y="697949"/>
                  </a:lnTo>
                  <a:lnTo>
                    <a:pt x="1938999" y="697872"/>
                  </a:lnTo>
                  <a:lnTo>
                    <a:pt x="1938923" y="697907"/>
                  </a:lnTo>
                  <a:lnTo>
                    <a:pt x="1938600" y="698137"/>
                  </a:lnTo>
                  <a:lnTo>
                    <a:pt x="1938236" y="698196"/>
                  </a:lnTo>
                  <a:lnTo>
                    <a:pt x="1937949" y="698323"/>
                  </a:lnTo>
                  <a:lnTo>
                    <a:pt x="1937913" y="698377"/>
                  </a:lnTo>
                  <a:lnTo>
                    <a:pt x="1937883" y="698399"/>
                  </a:lnTo>
                  <a:lnTo>
                    <a:pt x="1937849" y="698408"/>
                  </a:lnTo>
                  <a:lnTo>
                    <a:pt x="1937652" y="698456"/>
                  </a:lnTo>
                  <a:lnTo>
                    <a:pt x="1937582" y="698376"/>
                  </a:lnTo>
                  <a:lnTo>
                    <a:pt x="1937552" y="698177"/>
                  </a:lnTo>
                  <a:lnTo>
                    <a:pt x="1937496" y="698093"/>
                  </a:lnTo>
                  <a:lnTo>
                    <a:pt x="1937299" y="698022"/>
                  </a:lnTo>
                  <a:lnTo>
                    <a:pt x="1937124" y="697848"/>
                  </a:lnTo>
                  <a:lnTo>
                    <a:pt x="1937108" y="697819"/>
                  </a:lnTo>
                  <a:lnTo>
                    <a:pt x="1937081" y="697771"/>
                  </a:lnTo>
                  <a:lnTo>
                    <a:pt x="1937076" y="697762"/>
                  </a:lnTo>
                  <a:lnTo>
                    <a:pt x="1937065" y="697663"/>
                  </a:lnTo>
                  <a:lnTo>
                    <a:pt x="1937061" y="697633"/>
                  </a:lnTo>
                  <a:lnTo>
                    <a:pt x="1937058" y="697603"/>
                  </a:lnTo>
                  <a:lnTo>
                    <a:pt x="1937083" y="697538"/>
                  </a:lnTo>
                  <a:lnTo>
                    <a:pt x="1937088" y="697524"/>
                  </a:lnTo>
                  <a:lnTo>
                    <a:pt x="1937093" y="697512"/>
                  </a:lnTo>
                  <a:lnTo>
                    <a:pt x="1937105" y="697480"/>
                  </a:lnTo>
                  <a:lnTo>
                    <a:pt x="1937110" y="697480"/>
                  </a:lnTo>
                  <a:lnTo>
                    <a:pt x="1937468" y="697442"/>
                  </a:lnTo>
                  <a:lnTo>
                    <a:pt x="1937545" y="697372"/>
                  </a:lnTo>
                  <a:lnTo>
                    <a:pt x="1937630" y="697246"/>
                  </a:lnTo>
                  <a:lnTo>
                    <a:pt x="1937639" y="697230"/>
                  </a:lnTo>
                  <a:lnTo>
                    <a:pt x="1937630" y="697215"/>
                  </a:lnTo>
                  <a:lnTo>
                    <a:pt x="1937609" y="697193"/>
                  </a:lnTo>
                  <a:lnTo>
                    <a:pt x="1937448" y="697006"/>
                  </a:lnTo>
                  <a:lnTo>
                    <a:pt x="1937444" y="696986"/>
                  </a:lnTo>
                  <a:lnTo>
                    <a:pt x="1937441" y="696971"/>
                  </a:lnTo>
                  <a:lnTo>
                    <a:pt x="1937439" y="696960"/>
                  </a:lnTo>
                  <a:lnTo>
                    <a:pt x="1937433" y="696963"/>
                  </a:lnTo>
                  <a:lnTo>
                    <a:pt x="1937406" y="696979"/>
                  </a:lnTo>
                  <a:lnTo>
                    <a:pt x="1937336" y="697020"/>
                  </a:lnTo>
                  <a:lnTo>
                    <a:pt x="1937316" y="697031"/>
                  </a:lnTo>
                  <a:lnTo>
                    <a:pt x="1937180" y="696929"/>
                  </a:lnTo>
                  <a:lnTo>
                    <a:pt x="1937121" y="696820"/>
                  </a:lnTo>
                  <a:lnTo>
                    <a:pt x="1937108" y="696739"/>
                  </a:lnTo>
                  <a:lnTo>
                    <a:pt x="1937103" y="696709"/>
                  </a:lnTo>
                  <a:lnTo>
                    <a:pt x="1937116" y="696688"/>
                  </a:lnTo>
                  <a:lnTo>
                    <a:pt x="1937126" y="696630"/>
                  </a:lnTo>
                  <a:lnTo>
                    <a:pt x="1937130" y="696505"/>
                  </a:lnTo>
                  <a:lnTo>
                    <a:pt x="1937071" y="696299"/>
                  </a:lnTo>
                  <a:lnTo>
                    <a:pt x="1937060" y="696259"/>
                  </a:lnTo>
                  <a:lnTo>
                    <a:pt x="1937046" y="696207"/>
                  </a:lnTo>
                  <a:lnTo>
                    <a:pt x="1936997" y="696026"/>
                  </a:lnTo>
                  <a:lnTo>
                    <a:pt x="1936965" y="695790"/>
                  </a:lnTo>
                  <a:lnTo>
                    <a:pt x="1936981" y="695734"/>
                  </a:lnTo>
                  <a:lnTo>
                    <a:pt x="1936987" y="695713"/>
                  </a:lnTo>
                  <a:lnTo>
                    <a:pt x="1936992" y="695694"/>
                  </a:lnTo>
                  <a:lnTo>
                    <a:pt x="1936999" y="695670"/>
                  </a:lnTo>
                  <a:lnTo>
                    <a:pt x="1937035" y="695541"/>
                  </a:lnTo>
                  <a:lnTo>
                    <a:pt x="1937022" y="695538"/>
                  </a:lnTo>
                  <a:lnTo>
                    <a:pt x="1937010" y="695535"/>
                  </a:lnTo>
                  <a:lnTo>
                    <a:pt x="1936992" y="695573"/>
                  </a:lnTo>
                  <a:lnTo>
                    <a:pt x="1936975" y="695607"/>
                  </a:lnTo>
                  <a:lnTo>
                    <a:pt x="1936970" y="695616"/>
                  </a:lnTo>
                  <a:lnTo>
                    <a:pt x="1936944" y="695671"/>
                  </a:lnTo>
                  <a:lnTo>
                    <a:pt x="1936906" y="695794"/>
                  </a:lnTo>
                  <a:lnTo>
                    <a:pt x="1936907" y="695812"/>
                  </a:lnTo>
                  <a:lnTo>
                    <a:pt x="1936907" y="695833"/>
                  </a:lnTo>
                  <a:lnTo>
                    <a:pt x="1936908" y="695844"/>
                  </a:lnTo>
                  <a:lnTo>
                    <a:pt x="1937041" y="696797"/>
                  </a:lnTo>
                  <a:lnTo>
                    <a:pt x="1937082" y="696896"/>
                  </a:lnTo>
                  <a:lnTo>
                    <a:pt x="1937092" y="696923"/>
                  </a:lnTo>
                  <a:lnTo>
                    <a:pt x="1937109" y="696963"/>
                  </a:lnTo>
                  <a:lnTo>
                    <a:pt x="1937136" y="697022"/>
                  </a:lnTo>
                  <a:lnTo>
                    <a:pt x="1937139" y="697029"/>
                  </a:lnTo>
                  <a:lnTo>
                    <a:pt x="1937142" y="697036"/>
                  </a:lnTo>
                  <a:lnTo>
                    <a:pt x="1937148" y="697039"/>
                  </a:lnTo>
                  <a:lnTo>
                    <a:pt x="1937153" y="697042"/>
                  </a:lnTo>
                  <a:lnTo>
                    <a:pt x="1937158" y="697044"/>
                  </a:lnTo>
                  <a:lnTo>
                    <a:pt x="1937164" y="697047"/>
                  </a:lnTo>
                  <a:lnTo>
                    <a:pt x="1937387" y="697161"/>
                  </a:lnTo>
                  <a:lnTo>
                    <a:pt x="1937405" y="697196"/>
                  </a:lnTo>
                  <a:lnTo>
                    <a:pt x="1937408" y="697207"/>
                  </a:lnTo>
                  <a:lnTo>
                    <a:pt x="1937413" y="697226"/>
                  </a:lnTo>
                  <a:lnTo>
                    <a:pt x="1937427" y="697285"/>
                  </a:lnTo>
                  <a:lnTo>
                    <a:pt x="1937372" y="697331"/>
                  </a:lnTo>
                  <a:lnTo>
                    <a:pt x="1937357" y="697344"/>
                  </a:lnTo>
                  <a:lnTo>
                    <a:pt x="1937161" y="697290"/>
                  </a:lnTo>
                  <a:lnTo>
                    <a:pt x="1937034" y="697371"/>
                  </a:lnTo>
                  <a:lnTo>
                    <a:pt x="1936963" y="697482"/>
                  </a:lnTo>
                  <a:lnTo>
                    <a:pt x="1936944" y="697512"/>
                  </a:lnTo>
                  <a:lnTo>
                    <a:pt x="1936910" y="697564"/>
                  </a:lnTo>
                  <a:lnTo>
                    <a:pt x="1936892" y="697601"/>
                  </a:lnTo>
                  <a:lnTo>
                    <a:pt x="1936872" y="697642"/>
                  </a:lnTo>
                  <a:lnTo>
                    <a:pt x="1936916" y="697940"/>
                  </a:lnTo>
                  <a:lnTo>
                    <a:pt x="1936882" y="697953"/>
                  </a:lnTo>
                  <a:lnTo>
                    <a:pt x="1936782" y="697962"/>
                  </a:lnTo>
                  <a:lnTo>
                    <a:pt x="1936670" y="697957"/>
                  </a:lnTo>
                  <a:lnTo>
                    <a:pt x="1936631" y="697955"/>
                  </a:lnTo>
                  <a:lnTo>
                    <a:pt x="1936516" y="697967"/>
                  </a:lnTo>
                  <a:lnTo>
                    <a:pt x="1936484" y="697992"/>
                  </a:lnTo>
                  <a:lnTo>
                    <a:pt x="1936529" y="698053"/>
                  </a:lnTo>
                  <a:lnTo>
                    <a:pt x="1936605" y="698176"/>
                  </a:lnTo>
                  <a:lnTo>
                    <a:pt x="1936500" y="698224"/>
                  </a:lnTo>
                  <a:lnTo>
                    <a:pt x="1936215" y="698351"/>
                  </a:lnTo>
                  <a:lnTo>
                    <a:pt x="1935941" y="698474"/>
                  </a:lnTo>
                  <a:lnTo>
                    <a:pt x="1935829" y="698309"/>
                  </a:lnTo>
                  <a:lnTo>
                    <a:pt x="1935800" y="698311"/>
                  </a:lnTo>
                  <a:lnTo>
                    <a:pt x="1935425" y="698609"/>
                  </a:lnTo>
                  <a:lnTo>
                    <a:pt x="1935052" y="698975"/>
                  </a:lnTo>
                  <a:lnTo>
                    <a:pt x="1935036" y="699006"/>
                  </a:lnTo>
                  <a:lnTo>
                    <a:pt x="1935076" y="699070"/>
                  </a:lnTo>
                  <a:lnTo>
                    <a:pt x="1935033" y="699112"/>
                  </a:lnTo>
                  <a:lnTo>
                    <a:pt x="1934965" y="699179"/>
                  </a:lnTo>
                  <a:lnTo>
                    <a:pt x="1934923" y="699221"/>
                  </a:lnTo>
                  <a:lnTo>
                    <a:pt x="1934692" y="699265"/>
                  </a:lnTo>
                  <a:lnTo>
                    <a:pt x="1934524" y="699297"/>
                  </a:lnTo>
                  <a:lnTo>
                    <a:pt x="1934304" y="699339"/>
                  </a:lnTo>
                  <a:lnTo>
                    <a:pt x="1934259" y="699285"/>
                  </a:lnTo>
                  <a:lnTo>
                    <a:pt x="1933437" y="699319"/>
                  </a:lnTo>
                  <a:lnTo>
                    <a:pt x="1932629" y="699476"/>
                  </a:lnTo>
                  <a:lnTo>
                    <a:pt x="1932613" y="699245"/>
                  </a:lnTo>
                  <a:lnTo>
                    <a:pt x="1932194" y="699237"/>
                  </a:lnTo>
                  <a:lnTo>
                    <a:pt x="1931699" y="699226"/>
                  </a:lnTo>
                  <a:lnTo>
                    <a:pt x="1931122" y="699245"/>
                  </a:lnTo>
                  <a:lnTo>
                    <a:pt x="1930551" y="699024"/>
                  </a:lnTo>
                  <a:lnTo>
                    <a:pt x="1930321" y="699187"/>
                  </a:lnTo>
                  <a:lnTo>
                    <a:pt x="1930097" y="698984"/>
                  </a:lnTo>
                  <a:lnTo>
                    <a:pt x="1930030" y="698879"/>
                  </a:lnTo>
                  <a:lnTo>
                    <a:pt x="1929692" y="699008"/>
                  </a:lnTo>
                  <a:lnTo>
                    <a:pt x="1929450" y="698642"/>
                  </a:lnTo>
                  <a:lnTo>
                    <a:pt x="1929276" y="698495"/>
                  </a:lnTo>
                  <a:lnTo>
                    <a:pt x="1929269" y="698489"/>
                  </a:lnTo>
                  <a:lnTo>
                    <a:pt x="1929216" y="698479"/>
                  </a:lnTo>
                  <a:lnTo>
                    <a:pt x="1929156" y="698471"/>
                  </a:lnTo>
                  <a:lnTo>
                    <a:pt x="1929063" y="698578"/>
                  </a:lnTo>
                  <a:lnTo>
                    <a:pt x="1928998" y="698652"/>
                  </a:lnTo>
                  <a:lnTo>
                    <a:pt x="1928383" y="698397"/>
                  </a:lnTo>
                  <a:lnTo>
                    <a:pt x="1928336" y="698345"/>
                  </a:lnTo>
                  <a:lnTo>
                    <a:pt x="1927622" y="698228"/>
                  </a:lnTo>
                  <a:lnTo>
                    <a:pt x="1927597" y="698224"/>
                  </a:lnTo>
                  <a:lnTo>
                    <a:pt x="1927566" y="698219"/>
                  </a:lnTo>
                  <a:lnTo>
                    <a:pt x="1927292" y="698210"/>
                  </a:lnTo>
                  <a:lnTo>
                    <a:pt x="1927014" y="698248"/>
                  </a:lnTo>
                  <a:lnTo>
                    <a:pt x="1926732" y="698341"/>
                  </a:lnTo>
                  <a:lnTo>
                    <a:pt x="1926754" y="698366"/>
                  </a:lnTo>
                  <a:lnTo>
                    <a:pt x="1927036" y="698279"/>
                  </a:lnTo>
                  <a:lnTo>
                    <a:pt x="1927154" y="698464"/>
                  </a:lnTo>
                  <a:lnTo>
                    <a:pt x="1926855" y="698552"/>
                  </a:lnTo>
                  <a:lnTo>
                    <a:pt x="1926706" y="698341"/>
                  </a:lnTo>
                  <a:lnTo>
                    <a:pt x="1926492" y="698452"/>
                  </a:lnTo>
                  <a:lnTo>
                    <a:pt x="1926240" y="698601"/>
                  </a:lnTo>
                  <a:lnTo>
                    <a:pt x="1925931" y="698767"/>
                  </a:lnTo>
                  <a:lnTo>
                    <a:pt x="1925607" y="698891"/>
                  </a:lnTo>
                  <a:lnTo>
                    <a:pt x="1925009" y="698999"/>
                  </a:lnTo>
                  <a:lnTo>
                    <a:pt x="1924780" y="699018"/>
                  </a:lnTo>
                  <a:lnTo>
                    <a:pt x="1924713" y="699009"/>
                  </a:lnTo>
                  <a:lnTo>
                    <a:pt x="1924432" y="698971"/>
                  </a:lnTo>
                  <a:lnTo>
                    <a:pt x="1924133" y="698872"/>
                  </a:lnTo>
                  <a:lnTo>
                    <a:pt x="1923861" y="698709"/>
                  </a:lnTo>
                  <a:lnTo>
                    <a:pt x="1923851" y="698703"/>
                  </a:lnTo>
                  <a:lnTo>
                    <a:pt x="1923844" y="698702"/>
                  </a:lnTo>
                  <a:lnTo>
                    <a:pt x="1923787" y="698696"/>
                  </a:lnTo>
                  <a:lnTo>
                    <a:pt x="1923724" y="698690"/>
                  </a:lnTo>
                  <a:lnTo>
                    <a:pt x="1923685" y="698686"/>
                  </a:lnTo>
                  <a:lnTo>
                    <a:pt x="1923652" y="698689"/>
                  </a:lnTo>
                  <a:lnTo>
                    <a:pt x="1923582" y="698696"/>
                  </a:lnTo>
                  <a:lnTo>
                    <a:pt x="1923508" y="698752"/>
                  </a:lnTo>
                  <a:lnTo>
                    <a:pt x="1923497" y="698765"/>
                  </a:lnTo>
                  <a:lnTo>
                    <a:pt x="1923334" y="698615"/>
                  </a:lnTo>
                  <a:lnTo>
                    <a:pt x="1923287" y="698657"/>
                  </a:lnTo>
                  <a:lnTo>
                    <a:pt x="1923264" y="698678"/>
                  </a:lnTo>
                  <a:lnTo>
                    <a:pt x="1923228" y="698710"/>
                  </a:lnTo>
                  <a:lnTo>
                    <a:pt x="1923355" y="698868"/>
                  </a:lnTo>
                  <a:lnTo>
                    <a:pt x="1923388" y="698901"/>
                  </a:lnTo>
                  <a:lnTo>
                    <a:pt x="1923412" y="698924"/>
                  </a:lnTo>
                  <a:lnTo>
                    <a:pt x="1923432" y="698944"/>
                  </a:lnTo>
                  <a:lnTo>
                    <a:pt x="1923771" y="699278"/>
                  </a:lnTo>
                  <a:lnTo>
                    <a:pt x="1923812" y="699319"/>
                  </a:lnTo>
                  <a:lnTo>
                    <a:pt x="1923826" y="699332"/>
                  </a:lnTo>
                  <a:lnTo>
                    <a:pt x="1923832" y="699338"/>
                  </a:lnTo>
                  <a:lnTo>
                    <a:pt x="1924044" y="699548"/>
                  </a:lnTo>
                  <a:lnTo>
                    <a:pt x="1925059" y="700549"/>
                  </a:lnTo>
                  <a:lnTo>
                    <a:pt x="1925062" y="700592"/>
                  </a:lnTo>
                  <a:lnTo>
                    <a:pt x="1924839" y="700991"/>
                  </a:lnTo>
                  <a:lnTo>
                    <a:pt x="1924304" y="700783"/>
                  </a:lnTo>
                  <a:lnTo>
                    <a:pt x="1923333" y="700348"/>
                  </a:lnTo>
                  <a:lnTo>
                    <a:pt x="1923126" y="700719"/>
                  </a:lnTo>
                  <a:lnTo>
                    <a:pt x="1923789" y="701019"/>
                  </a:lnTo>
                  <a:lnTo>
                    <a:pt x="1923791" y="701082"/>
                  </a:lnTo>
                  <a:lnTo>
                    <a:pt x="1923745" y="701166"/>
                  </a:lnTo>
                  <a:lnTo>
                    <a:pt x="1923644" y="701322"/>
                  </a:lnTo>
                  <a:lnTo>
                    <a:pt x="1923615" y="701368"/>
                  </a:lnTo>
                  <a:lnTo>
                    <a:pt x="1923451" y="701622"/>
                  </a:lnTo>
                  <a:lnTo>
                    <a:pt x="1921946" y="700972"/>
                  </a:lnTo>
                  <a:lnTo>
                    <a:pt x="1921815" y="701203"/>
                  </a:lnTo>
                  <a:lnTo>
                    <a:pt x="1921753" y="701318"/>
                  </a:lnTo>
                  <a:lnTo>
                    <a:pt x="1921766" y="701348"/>
                  </a:lnTo>
                  <a:lnTo>
                    <a:pt x="1922403" y="701632"/>
                  </a:lnTo>
                  <a:lnTo>
                    <a:pt x="1922365" y="701702"/>
                  </a:lnTo>
                  <a:lnTo>
                    <a:pt x="1922080" y="702220"/>
                  </a:lnTo>
                  <a:lnTo>
                    <a:pt x="1922055" y="702229"/>
                  </a:lnTo>
                  <a:lnTo>
                    <a:pt x="1922029" y="702217"/>
                  </a:lnTo>
                  <a:lnTo>
                    <a:pt x="1921839" y="702132"/>
                  </a:lnTo>
                  <a:lnTo>
                    <a:pt x="1921815" y="702122"/>
                  </a:lnTo>
                  <a:lnTo>
                    <a:pt x="1921669" y="702057"/>
                  </a:lnTo>
                  <a:lnTo>
                    <a:pt x="1921541" y="702001"/>
                  </a:lnTo>
                  <a:lnTo>
                    <a:pt x="1921274" y="701883"/>
                  </a:lnTo>
                  <a:lnTo>
                    <a:pt x="1920893" y="701716"/>
                  </a:lnTo>
                  <a:lnTo>
                    <a:pt x="1920875" y="701708"/>
                  </a:lnTo>
                  <a:lnTo>
                    <a:pt x="1920820" y="701707"/>
                  </a:lnTo>
                  <a:lnTo>
                    <a:pt x="1920579" y="701867"/>
                  </a:lnTo>
                  <a:lnTo>
                    <a:pt x="1920509" y="701983"/>
                  </a:lnTo>
                  <a:lnTo>
                    <a:pt x="1920530" y="702024"/>
                  </a:lnTo>
                  <a:lnTo>
                    <a:pt x="1920792" y="702143"/>
                  </a:lnTo>
                  <a:lnTo>
                    <a:pt x="1920760" y="702258"/>
                  </a:lnTo>
                  <a:lnTo>
                    <a:pt x="1920714" y="702427"/>
                  </a:lnTo>
                  <a:lnTo>
                    <a:pt x="1920766" y="702550"/>
                  </a:lnTo>
                  <a:lnTo>
                    <a:pt x="1921000" y="703094"/>
                  </a:lnTo>
                  <a:lnTo>
                    <a:pt x="1921009" y="703113"/>
                  </a:lnTo>
                  <a:lnTo>
                    <a:pt x="1920820" y="703269"/>
                  </a:lnTo>
                  <a:lnTo>
                    <a:pt x="1920989" y="703504"/>
                  </a:lnTo>
                  <a:lnTo>
                    <a:pt x="1921140" y="703601"/>
                  </a:lnTo>
                  <a:lnTo>
                    <a:pt x="1921221" y="703555"/>
                  </a:lnTo>
                  <a:lnTo>
                    <a:pt x="1921309" y="703563"/>
                  </a:lnTo>
                  <a:lnTo>
                    <a:pt x="1921504" y="703580"/>
                  </a:lnTo>
                  <a:lnTo>
                    <a:pt x="1922857" y="703820"/>
                  </a:lnTo>
                  <a:lnTo>
                    <a:pt x="1923053" y="704080"/>
                  </a:lnTo>
                  <a:lnTo>
                    <a:pt x="1923088" y="704127"/>
                  </a:lnTo>
                  <a:lnTo>
                    <a:pt x="1923280" y="704381"/>
                  </a:lnTo>
                  <a:lnTo>
                    <a:pt x="1923379" y="704520"/>
                  </a:lnTo>
                  <a:lnTo>
                    <a:pt x="1923732" y="705016"/>
                  </a:lnTo>
                  <a:lnTo>
                    <a:pt x="1924109" y="705546"/>
                  </a:lnTo>
                  <a:lnTo>
                    <a:pt x="1924328" y="705854"/>
                  </a:lnTo>
                  <a:lnTo>
                    <a:pt x="1924377" y="705923"/>
                  </a:lnTo>
                  <a:lnTo>
                    <a:pt x="1924696" y="706370"/>
                  </a:lnTo>
                  <a:lnTo>
                    <a:pt x="1924713" y="706394"/>
                  </a:lnTo>
                  <a:lnTo>
                    <a:pt x="1924746" y="706348"/>
                  </a:lnTo>
                  <a:lnTo>
                    <a:pt x="1925042" y="705951"/>
                  </a:lnTo>
                  <a:lnTo>
                    <a:pt x="1925056" y="705932"/>
                  </a:lnTo>
                  <a:lnTo>
                    <a:pt x="1925491" y="705347"/>
                  </a:lnTo>
                  <a:lnTo>
                    <a:pt x="1926537" y="704379"/>
                  </a:lnTo>
                  <a:lnTo>
                    <a:pt x="1926980" y="704135"/>
                  </a:lnTo>
                  <a:lnTo>
                    <a:pt x="1927025" y="703960"/>
                  </a:lnTo>
                  <a:lnTo>
                    <a:pt x="1927219" y="703680"/>
                  </a:lnTo>
                  <a:lnTo>
                    <a:pt x="1927297" y="703630"/>
                  </a:lnTo>
                  <a:lnTo>
                    <a:pt x="1927340" y="703602"/>
                  </a:lnTo>
                  <a:lnTo>
                    <a:pt x="1927120" y="703253"/>
                  </a:lnTo>
                  <a:lnTo>
                    <a:pt x="1927037" y="703120"/>
                  </a:lnTo>
                  <a:lnTo>
                    <a:pt x="1926768" y="702693"/>
                  </a:lnTo>
                  <a:lnTo>
                    <a:pt x="1927491" y="702356"/>
                  </a:lnTo>
                  <a:lnTo>
                    <a:pt x="1927515" y="702344"/>
                  </a:lnTo>
                  <a:lnTo>
                    <a:pt x="1927979" y="703049"/>
                  </a:lnTo>
                  <a:lnTo>
                    <a:pt x="1928111" y="703250"/>
                  </a:lnTo>
                  <a:lnTo>
                    <a:pt x="1928111" y="703556"/>
                  </a:lnTo>
                  <a:lnTo>
                    <a:pt x="1928110" y="703767"/>
                  </a:lnTo>
                  <a:lnTo>
                    <a:pt x="1927297" y="705037"/>
                  </a:lnTo>
                  <a:lnTo>
                    <a:pt x="1926712" y="705951"/>
                  </a:lnTo>
                  <a:lnTo>
                    <a:pt x="1925911" y="707202"/>
                  </a:lnTo>
                  <a:lnTo>
                    <a:pt x="1925812" y="707280"/>
                  </a:lnTo>
                  <a:lnTo>
                    <a:pt x="1925495" y="707529"/>
                  </a:lnTo>
                  <a:lnTo>
                    <a:pt x="1924620" y="708215"/>
                  </a:lnTo>
                  <a:lnTo>
                    <a:pt x="1923940" y="708748"/>
                  </a:lnTo>
                  <a:lnTo>
                    <a:pt x="1922475" y="709899"/>
                  </a:lnTo>
                  <a:lnTo>
                    <a:pt x="1922220" y="709971"/>
                  </a:lnTo>
                  <a:lnTo>
                    <a:pt x="1921939" y="709927"/>
                  </a:lnTo>
                  <a:lnTo>
                    <a:pt x="1921024" y="709012"/>
                  </a:lnTo>
                  <a:lnTo>
                    <a:pt x="1921236" y="708832"/>
                  </a:lnTo>
                  <a:lnTo>
                    <a:pt x="1921403" y="708690"/>
                  </a:lnTo>
                  <a:lnTo>
                    <a:pt x="1921405" y="708664"/>
                  </a:lnTo>
                  <a:lnTo>
                    <a:pt x="1921407" y="708637"/>
                  </a:lnTo>
                  <a:lnTo>
                    <a:pt x="1921301" y="708487"/>
                  </a:lnTo>
                  <a:lnTo>
                    <a:pt x="1921026" y="708100"/>
                  </a:lnTo>
                  <a:lnTo>
                    <a:pt x="1920899" y="707922"/>
                  </a:lnTo>
                  <a:lnTo>
                    <a:pt x="1920486" y="707341"/>
                  </a:lnTo>
                  <a:lnTo>
                    <a:pt x="1920483" y="707237"/>
                  </a:lnTo>
                  <a:lnTo>
                    <a:pt x="1920485" y="706970"/>
                  </a:lnTo>
                  <a:lnTo>
                    <a:pt x="1920488" y="706590"/>
                  </a:lnTo>
                  <a:lnTo>
                    <a:pt x="1920490" y="706346"/>
                  </a:lnTo>
                  <a:lnTo>
                    <a:pt x="1920491" y="706254"/>
                  </a:lnTo>
                  <a:lnTo>
                    <a:pt x="1920488" y="706202"/>
                  </a:lnTo>
                  <a:lnTo>
                    <a:pt x="1920481" y="706006"/>
                  </a:lnTo>
                  <a:lnTo>
                    <a:pt x="1920469" y="705735"/>
                  </a:lnTo>
                  <a:lnTo>
                    <a:pt x="1920456" y="705413"/>
                  </a:lnTo>
                  <a:lnTo>
                    <a:pt x="1920194" y="704963"/>
                  </a:lnTo>
                  <a:lnTo>
                    <a:pt x="1920161" y="704919"/>
                  </a:lnTo>
                  <a:lnTo>
                    <a:pt x="1919920" y="705002"/>
                  </a:lnTo>
                  <a:lnTo>
                    <a:pt x="1919639" y="705158"/>
                  </a:lnTo>
                  <a:lnTo>
                    <a:pt x="1919909" y="705582"/>
                  </a:lnTo>
                  <a:lnTo>
                    <a:pt x="1919910" y="705710"/>
                  </a:lnTo>
                  <a:lnTo>
                    <a:pt x="1919911" y="705803"/>
                  </a:lnTo>
                  <a:lnTo>
                    <a:pt x="1919910" y="706092"/>
                  </a:lnTo>
                  <a:lnTo>
                    <a:pt x="1919909" y="706419"/>
                  </a:lnTo>
                  <a:lnTo>
                    <a:pt x="1919909" y="706429"/>
                  </a:lnTo>
                  <a:lnTo>
                    <a:pt x="1919904" y="706949"/>
                  </a:lnTo>
                  <a:lnTo>
                    <a:pt x="1919902" y="707113"/>
                  </a:lnTo>
                  <a:lnTo>
                    <a:pt x="1919898" y="707477"/>
                  </a:lnTo>
                  <a:lnTo>
                    <a:pt x="1919896" y="707643"/>
                  </a:lnTo>
                  <a:lnTo>
                    <a:pt x="1919897" y="708044"/>
                  </a:lnTo>
                  <a:lnTo>
                    <a:pt x="1919897" y="708283"/>
                  </a:lnTo>
                  <a:lnTo>
                    <a:pt x="1919870" y="708407"/>
                  </a:lnTo>
                  <a:lnTo>
                    <a:pt x="1919866" y="708428"/>
                  </a:lnTo>
                  <a:lnTo>
                    <a:pt x="1919835" y="708441"/>
                  </a:lnTo>
                  <a:lnTo>
                    <a:pt x="1919823" y="708446"/>
                  </a:lnTo>
                  <a:lnTo>
                    <a:pt x="1919789" y="708432"/>
                  </a:lnTo>
                  <a:lnTo>
                    <a:pt x="1919539" y="708296"/>
                  </a:lnTo>
                  <a:lnTo>
                    <a:pt x="1919185" y="708104"/>
                  </a:lnTo>
                  <a:lnTo>
                    <a:pt x="1918710" y="707846"/>
                  </a:lnTo>
                  <a:lnTo>
                    <a:pt x="1918670" y="707853"/>
                  </a:lnTo>
                  <a:lnTo>
                    <a:pt x="1918481" y="707884"/>
                  </a:lnTo>
                  <a:lnTo>
                    <a:pt x="1918358" y="707904"/>
                  </a:lnTo>
                  <a:lnTo>
                    <a:pt x="1918330" y="707909"/>
                  </a:lnTo>
                  <a:lnTo>
                    <a:pt x="1918330" y="706280"/>
                  </a:lnTo>
                  <a:lnTo>
                    <a:pt x="1918330" y="706226"/>
                  </a:lnTo>
                  <a:lnTo>
                    <a:pt x="1918330" y="705775"/>
                  </a:lnTo>
                  <a:lnTo>
                    <a:pt x="1918330" y="705507"/>
                  </a:lnTo>
                  <a:lnTo>
                    <a:pt x="1918680" y="704979"/>
                  </a:lnTo>
                  <a:lnTo>
                    <a:pt x="1918995" y="704794"/>
                  </a:lnTo>
                  <a:lnTo>
                    <a:pt x="1919088" y="704740"/>
                  </a:lnTo>
                  <a:lnTo>
                    <a:pt x="1919109" y="704728"/>
                  </a:lnTo>
                  <a:lnTo>
                    <a:pt x="1919331" y="704605"/>
                  </a:lnTo>
                  <a:lnTo>
                    <a:pt x="1919597" y="704417"/>
                  </a:lnTo>
                  <a:lnTo>
                    <a:pt x="1919733" y="704310"/>
                  </a:lnTo>
                  <a:lnTo>
                    <a:pt x="1919868" y="704234"/>
                  </a:lnTo>
                  <a:lnTo>
                    <a:pt x="1919936" y="704196"/>
                  </a:lnTo>
                  <a:lnTo>
                    <a:pt x="1920099" y="704104"/>
                  </a:lnTo>
                  <a:lnTo>
                    <a:pt x="1920331" y="703974"/>
                  </a:lnTo>
                  <a:lnTo>
                    <a:pt x="1920364" y="703955"/>
                  </a:lnTo>
                  <a:lnTo>
                    <a:pt x="1920368" y="703953"/>
                  </a:lnTo>
                  <a:lnTo>
                    <a:pt x="1920714" y="703783"/>
                  </a:lnTo>
                  <a:lnTo>
                    <a:pt x="1920933" y="703684"/>
                  </a:lnTo>
                  <a:lnTo>
                    <a:pt x="1920936" y="703640"/>
                  </a:lnTo>
                  <a:lnTo>
                    <a:pt x="1920856" y="703524"/>
                  </a:lnTo>
                  <a:lnTo>
                    <a:pt x="1920835" y="703493"/>
                  </a:lnTo>
                  <a:lnTo>
                    <a:pt x="1920785" y="703424"/>
                  </a:lnTo>
                  <a:lnTo>
                    <a:pt x="1920713" y="703325"/>
                  </a:lnTo>
                  <a:lnTo>
                    <a:pt x="1920415" y="703454"/>
                  </a:lnTo>
                  <a:lnTo>
                    <a:pt x="1920360" y="703480"/>
                  </a:lnTo>
                  <a:lnTo>
                    <a:pt x="1920352" y="703484"/>
                  </a:lnTo>
                  <a:lnTo>
                    <a:pt x="1920093" y="703631"/>
                  </a:lnTo>
                  <a:lnTo>
                    <a:pt x="1919031" y="704255"/>
                  </a:lnTo>
                  <a:lnTo>
                    <a:pt x="1918430" y="704610"/>
                  </a:lnTo>
                  <a:lnTo>
                    <a:pt x="1918328" y="704670"/>
                  </a:lnTo>
                  <a:lnTo>
                    <a:pt x="1918256" y="704779"/>
                  </a:lnTo>
                  <a:lnTo>
                    <a:pt x="1918169" y="704910"/>
                  </a:lnTo>
                  <a:lnTo>
                    <a:pt x="1917712" y="705597"/>
                  </a:lnTo>
                  <a:lnTo>
                    <a:pt x="1917697" y="706070"/>
                  </a:lnTo>
                  <a:lnTo>
                    <a:pt x="1917696" y="706119"/>
                  </a:lnTo>
                  <a:lnTo>
                    <a:pt x="1917705" y="706194"/>
                  </a:lnTo>
                  <a:lnTo>
                    <a:pt x="1917715" y="706277"/>
                  </a:lnTo>
                  <a:lnTo>
                    <a:pt x="1917715" y="706336"/>
                  </a:lnTo>
                  <a:lnTo>
                    <a:pt x="1917711" y="707571"/>
                  </a:lnTo>
                  <a:lnTo>
                    <a:pt x="1916641" y="706997"/>
                  </a:lnTo>
                  <a:lnTo>
                    <a:pt x="1916621" y="706987"/>
                  </a:lnTo>
                  <a:lnTo>
                    <a:pt x="1916355" y="706844"/>
                  </a:lnTo>
                  <a:lnTo>
                    <a:pt x="1916355" y="706753"/>
                  </a:lnTo>
                  <a:lnTo>
                    <a:pt x="1916354" y="706360"/>
                  </a:lnTo>
                  <a:lnTo>
                    <a:pt x="1916353" y="705951"/>
                  </a:lnTo>
                  <a:lnTo>
                    <a:pt x="1916351" y="705423"/>
                  </a:lnTo>
                  <a:lnTo>
                    <a:pt x="1916351" y="705348"/>
                  </a:lnTo>
                  <a:lnTo>
                    <a:pt x="1916350" y="704919"/>
                  </a:lnTo>
                  <a:lnTo>
                    <a:pt x="1916350" y="704830"/>
                  </a:lnTo>
                  <a:lnTo>
                    <a:pt x="1916306" y="704658"/>
                  </a:lnTo>
                  <a:lnTo>
                    <a:pt x="1916167" y="704147"/>
                  </a:lnTo>
                  <a:lnTo>
                    <a:pt x="1916162" y="704130"/>
                  </a:lnTo>
                  <a:lnTo>
                    <a:pt x="1916095" y="704118"/>
                  </a:lnTo>
                  <a:lnTo>
                    <a:pt x="1916073" y="704125"/>
                  </a:lnTo>
                  <a:lnTo>
                    <a:pt x="1916000" y="704146"/>
                  </a:lnTo>
                  <a:lnTo>
                    <a:pt x="1915972" y="704221"/>
                  </a:lnTo>
                  <a:lnTo>
                    <a:pt x="1915831" y="704510"/>
                  </a:lnTo>
                  <a:lnTo>
                    <a:pt x="1915778" y="704617"/>
                  </a:lnTo>
                  <a:lnTo>
                    <a:pt x="1915644" y="704728"/>
                  </a:lnTo>
                  <a:lnTo>
                    <a:pt x="1915491" y="704855"/>
                  </a:lnTo>
                  <a:lnTo>
                    <a:pt x="1915446" y="704868"/>
                  </a:lnTo>
                  <a:lnTo>
                    <a:pt x="1915239" y="704927"/>
                  </a:lnTo>
                  <a:lnTo>
                    <a:pt x="1915225" y="704931"/>
                  </a:lnTo>
                  <a:lnTo>
                    <a:pt x="1915041" y="704650"/>
                  </a:lnTo>
                  <a:lnTo>
                    <a:pt x="1914765" y="704742"/>
                  </a:lnTo>
                  <a:lnTo>
                    <a:pt x="1914279" y="704629"/>
                  </a:lnTo>
                  <a:lnTo>
                    <a:pt x="1914183" y="704592"/>
                  </a:lnTo>
                  <a:lnTo>
                    <a:pt x="1913898" y="704482"/>
                  </a:lnTo>
                  <a:lnTo>
                    <a:pt x="1913595" y="704282"/>
                  </a:lnTo>
                  <a:lnTo>
                    <a:pt x="1913578" y="704227"/>
                  </a:lnTo>
                  <a:lnTo>
                    <a:pt x="1913494" y="703954"/>
                  </a:lnTo>
                  <a:lnTo>
                    <a:pt x="1913480" y="703909"/>
                  </a:lnTo>
                  <a:lnTo>
                    <a:pt x="1913456" y="703890"/>
                  </a:lnTo>
                  <a:lnTo>
                    <a:pt x="1913414" y="703895"/>
                  </a:lnTo>
                  <a:lnTo>
                    <a:pt x="1913364" y="703975"/>
                  </a:lnTo>
                  <a:lnTo>
                    <a:pt x="1913294" y="704010"/>
                  </a:lnTo>
                  <a:lnTo>
                    <a:pt x="1913287" y="704014"/>
                  </a:lnTo>
                  <a:lnTo>
                    <a:pt x="1913271" y="704022"/>
                  </a:lnTo>
                  <a:lnTo>
                    <a:pt x="1912709" y="703989"/>
                  </a:lnTo>
                  <a:lnTo>
                    <a:pt x="1912471" y="703923"/>
                  </a:lnTo>
                  <a:lnTo>
                    <a:pt x="1912358" y="703891"/>
                  </a:lnTo>
                  <a:lnTo>
                    <a:pt x="1912135" y="703829"/>
                  </a:lnTo>
                  <a:lnTo>
                    <a:pt x="1912098" y="703932"/>
                  </a:lnTo>
                  <a:lnTo>
                    <a:pt x="1911976" y="704065"/>
                  </a:lnTo>
                  <a:lnTo>
                    <a:pt x="1911758" y="704051"/>
                  </a:lnTo>
                  <a:lnTo>
                    <a:pt x="1911439" y="703991"/>
                  </a:lnTo>
                  <a:lnTo>
                    <a:pt x="1910871" y="703730"/>
                  </a:lnTo>
                  <a:lnTo>
                    <a:pt x="1910380" y="703351"/>
                  </a:lnTo>
                  <a:lnTo>
                    <a:pt x="1909492" y="702604"/>
                  </a:lnTo>
                  <a:lnTo>
                    <a:pt x="1908992" y="702032"/>
                  </a:lnTo>
                  <a:lnTo>
                    <a:pt x="1908505" y="701300"/>
                  </a:lnTo>
                  <a:lnTo>
                    <a:pt x="1908462" y="701200"/>
                  </a:lnTo>
                  <a:lnTo>
                    <a:pt x="1908398" y="701050"/>
                  </a:lnTo>
                  <a:lnTo>
                    <a:pt x="1908352" y="700899"/>
                  </a:lnTo>
                  <a:lnTo>
                    <a:pt x="1908324" y="700806"/>
                  </a:lnTo>
                  <a:lnTo>
                    <a:pt x="1908284" y="700676"/>
                  </a:lnTo>
                  <a:lnTo>
                    <a:pt x="1908042" y="700131"/>
                  </a:lnTo>
                  <a:lnTo>
                    <a:pt x="1908018" y="700075"/>
                  </a:lnTo>
                  <a:lnTo>
                    <a:pt x="1907893" y="699881"/>
                  </a:lnTo>
                  <a:lnTo>
                    <a:pt x="1907764" y="699675"/>
                  </a:lnTo>
                  <a:lnTo>
                    <a:pt x="1907634" y="699462"/>
                  </a:lnTo>
                  <a:lnTo>
                    <a:pt x="1907506" y="699222"/>
                  </a:lnTo>
                  <a:lnTo>
                    <a:pt x="1907460" y="699132"/>
                  </a:lnTo>
                  <a:lnTo>
                    <a:pt x="1907454" y="699045"/>
                  </a:lnTo>
                  <a:lnTo>
                    <a:pt x="1907466" y="699025"/>
                  </a:lnTo>
                  <a:lnTo>
                    <a:pt x="1907455" y="698994"/>
                  </a:lnTo>
                  <a:lnTo>
                    <a:pt x="1907366" y="698852"/>
                  </a:lnTo>
                  <a:lnTo>
                    <a:pt x="1907251" y="698669"/>
                  </a:lnTo>
                  <a:lnTo>
                    <a:pt x="1907003" y="698329"/>
                  </a:lnTo>
                  <a:lnTo>
                    <a:pt x="1906985" y="698305"/>
                  </a:lnTo>
                  <a:lnTo>
                    <a:pt x="1906833" y="698361"/>
                  </a:lnTo>
                  <a:lnTo>
                    <a:pt x="1906417" y="697916"/>
                  </a:lnTo>
                  <a:lnTo>
                    <a:pt x="1906421" y="697912"/>
                  </a:lnTo>
                  <a:lnTo>
                    <a:pt x="1906621" y="697750"/>
                  </a:lnTo>
                  <a:lnTo>
                    <a:pt x="1906343" y="697478"/>
                  </a:lnTo>
                  <a:lnTo>
                    <a:pt x="1906209" y="697726"/>
                  </a:lnTo>
                  <a:lnTo>
                    <a:pt x="1905981" y="697443"/>
                  </a:lnTo>
                  <a:lnTo>
                    <a:pt x="1905938" y="697390"/>
                  </a:lnTo>
                  <a:lnTo>
                    <a:pt x="1905868" y="697303"/>
                  </a:lnTo>
                  <a:lnTo>
                    <a:pt x="1906001" y="697051"/>
                  </a:lnTo>
                  <a:lnTo>
                    <a:pt x="1906037" y="696872"/>
                  </a:lnTo>
                  <a:lnTo>
                    <a:pt x="1905609" y="696732"/>
                  </a:lnTo>
                  <a:lnTo>
                    <a:pt x="1905420" y="696698"/>
                  </a:lnTo>
                  <a:lnTo>
                    <a:pt x="1904852" y="696479"/>
                  </a:lnTo>
                  <a:lnTo>
                    <a:pt x="1904630" y="696364"/>
                  </a:lnTo>
                  <a:lnTo>
                    <a:pt x="1904813" y="696186"/>
                  </a:lnTo>
                  <a:lnTo>
                    <a:pt x="1904838" y="696090"/>
                  </a:lnTo>
                  <a:lnTo>
                    <a:pt x="1904529" y="695965"/>
                  </a:lnTo>
                  <a:lnTo>
                    <a:pt x="1903934" y="695725"/>
                  </a:lnTo>
                  <a:lnTo>
                    <a:pt x="1903901" y="695712"/>
                  </a:lnTo>
                  <a:lnTo>
                    <a:pt x="1903844" y="695800"/>
                  </a:lnTo>
                  <a:lnTo>
                    <a:pt x="1903697" y="695742"/>
                  </a:lnTo>
                  <a:lnTo>
                    <a:pt x="1903321" y="695474"/>
                  </a:lnTo>
                  <a:lnTo>
                    <a:pt x="1903317" y="695416"/>
                  </a:lnTo>
                  <a:lnTo>
                    <a:pt x="1903317" y="695403"/>
                  </a:lnTo>
                  <a:lnTo>
                    <a:pt x="1903282" y="695393"/>
                  </a:lnTo>
                  <a:lnTo>
                    <a:pt x="1903273" y="695398"/>
                  </a:lnTo>
                  <a:lnTo>
                    <a:pt x="1903262" y="695405"/>
                  </a:lnTo>
                  <a:lnTo>
                    <a:pt x="1903107" y="695492"/>
                  </a:lnTo>
                  <a:lnTo>
                    <a:pt x="1903043" y="695562"/>
                  </a:lnTo>
                  <a:lnTo>
                    <a:pt x="1902733" y="695604"/>
                  </a:lnTo>
                  <a:lnTo>
                    <a:pt x="1902717" y="695603"/>
                  </a:lnTo>
                  <a:lnTo>
                    <a:pt x="1902298" y="695527"/>
                  </a:lnTo>
                  <a:lnTo>
                    <a:pt x="1902122" y="695496"/>
                  </a:lnTo>
                  <a:lnTo>
                    <a:pt x="1901722" y="695424"/>
                  </a:lnTo>
                  <a:lnTo>
                    <a:pt x="1901738" y="695217"/>
                  </a:lnTo>
                  <a:lnTo>
                    <a:pt x="1901722" y="695217"/>
                  </a:lnTo>
                  <a:lnTo>
                    <a:pt x="1901695" y="695218"/>
                  </a:lnTo>
                  <a:lnTo>
                    <a:pt x="1901214" y="695222"/>
                  </a:lnTo>
                  <a:lnTo>
                    <a:pt x="1900865" y="695225"/>
                  </a:lnTo>
                  <a:lnTo>
                    <a:pt x="1900615" y="695228"/>
                  </a:lnTo>
                  <a:lnTo>
                    <a:pt x="1900003" y="695275"/>
                  </a:lnTo>
                  <a:lnTo>
                    <a:pt x="1899528" y="695318"/>
                  </a:lnTo>
                  <a:lnTo>
                    <a:pt x="1899220" y="695374"/>
                  </a:lnTo>
                  <a:lnTo>
                    <a:pt x="1899059" y="695405"/>
                  </a:lnTo>
                  <a:lnTo>
                    <a:pt x="1898622" y="695507"/>
                  </a:lnTo>
                  <a:lnTo>
                    <a:pt x="1898582" y="695512"/>
                  </a:lnTo>
                  <a:lnTo>
                    <a:pt x="1898045" y="695667"/>
                  </a:lnTo>
                  <a:lnTo>
                    <a:pt x="1898086" y="695791"/>
                  </a:lnTo>
                  <a:lnTo>
                    <a:pt x="1898246" y="696282"/>
                  </a:lnTo>
                  <a:lnTo>
                    <a:pt x="1898538" y="697174"/>
                  </a:lnTo>
                  <a:lnTo>
                    <a:pt x="1898204" y="697257"/>
                  </a:lnTo>
                  <a:lnTo>
                    <a:pt x="1897676" y="697380"/>
                  </a:lnTo>
                  <a:lnTo>
                    <a:pt x="1897138" y="695799"/>
                  </a:lnTo>
                  <a:lnTo>
                    <a:pt x="1896764" y="695940"/>
                  </a:lnTo>
                  <a:lnTo>
                    <a:pt x="1894830" y="696668"/>
                  </a:lnTo>
                  <a:lnTo>
                    <a:pt x="1895278" y="697472"/>
                  </a:lnTo>
                  <a:lnTo>
                    <a:pt x="1895321" y="697604"/>
                  </a:lnTo>
                  <a:lnTo>
                    <a:pt x="1895319" y="697753"/>
                  </a:lnTo>
                  <a:lnTo>
                    <a:pt x="1895187" y="698014"/>
                  </a:lnTo>
                  <a:lnTo>
                    <a:pt x="1895181" y="697509"/>
                  </a:lnTo>
                  <a:lnTo>
                    <a:pt x="1895091" y="697346"/>
                  </a:lnTo>
                  <a:lnTo>
                    <a:pt x="1895022" y="697220"/>
                  </a:lnTo>
                  <a:lnTo>
                    <a:pt x="1894955" y="697107"/>
                  </a:lnTo>
                  <a:lnTo>
                    <a:pt x="1894650" y="697220"/>
                  </a:lnTo>
                  <a:lnTo>
                    <a:pt x="1894629" y="697323"/>
                  </a:lnTo>
                  <a:lnTo>
                    <a:pt x="1894675" y="697386"/>
                  </a:lnTo>
                  <a:lnTo>
                    <a:pt x="1894836" y="697492"/>
                  </a:lnTo>
                  <a:lnTo>
                    <a:pt x="1894983" y="697567"/>
                  </a:lnTo>
                  <a:lnTo>
                    <a:pt x="1895085" y="697678"/>
                  </a:lnTo>
                  <a:lnTo>
                    <a:pt x="1895102" y="697696"/>
                  </a:lnTo>
                  <a:lnTo>
                    <a:pt x="1895102" y="697787"/>
                  </a:lnTo>
                  <a:lnTo>
                    <a:pt x="1895095" y="697980"/>
                  </a:lnTo>
                  <a:lnTo>
                    <a:pt x="1894782" y="697742"/>
                  </a:lnTo>
                  <a:lnTo>
                    <a:pt x="1894738" y="697675"/>
                  </a:lnTo>
                  <a:lnTo>
                    <a:pt x="1894371" y="697118"/>
                  </a:lnTo>
                  <a:lnTo>
                    <a:pt x="1894178" y="697203"/>
                  </a:lnTo>
                  <a:lnTo>
                    <a:pt x="1894408" y="697633"/>
                  </a:lnTo>
                  <a:lnTo>
                    <a:pt x="1894429" y="697672"/>
                  </a:lnTo>
                  <a:lnTo>
                    <a:pt x="1894682" y="698148"/>
                  </a:lnTo>
                  <a:lnTo>
                    <a:pt x="1894555" y="698150"/>
                  </a:lnTo>
                  <a:lnTo>
                    <a:pt x="1894488" y="698122"/>
                  </a:lnTo>
                  <a:lnTo>
                    <a:pt x="1894377" y="697936"/>
                  </a:lnTo>
                  <a:lnTo>
                    <a:pt x="1894267" y="697751"/>
                  </a:lnTo>
                  <a:lnTo>
                    <a:pt x="1894247" y="697717"/>
                  </a:lnTo>
                  <a:lnTo>
                    <a:pt x="1893923" y="697175"/>
                  </a:lnTo>
                  <a:lnTo>
                    <a:pt x="1893854" y="697205"/>
                  </a:lnTo>
                  <a:lnTo>
                    <a:pt x="1893834" y="697215"/>
                  </a:lnTo>
                  <a:lnTo>
                    <a:pt x="1893743" y="697263"/>
                  </a:lnTo>
                  <a:lnTo>
                    <a:pt x="1893746" y="697267"/>
                  </a:lnTo>
                  <a:lnTo>
                    <a:pt x="1893491" y="697414"/>
                  </a:lnTo>
                  <a:lnTo>
                    <a:pt x="1893427" y="697440"/>
                  </a:lnTo>
                  <a:lnTo>
                    <a:pt x="1893420" y="697443"/>
                  </a:lnTo>
                  <a:lnTo>
                    <a:pt x="1893388" y="697455"/>
                  </a:lnTo>
                  <a:lnTo>
                    <a:pt x="1893253" y="697510"/>
                  </a:lnTo>
                  <a:lnTo>
                    <a:pt x="1893124" y="697596"/>
                  </a:lnTo>
                  <a:lnTo>
                    <a:pt x="1893096" y="697615"/>
                  </a:lnTo>
                  <a:lnTo>
                    <a:pt x="1893087" y="697620"/>
                  </a:lnTo>
                  <a:lnTo>
                    <a:pt x="1893050" y="697644"/>
                  </a:lnTo>
                  <a:lnTo>
                    <a:pt x="1893039" y="697654"/>
                  </a:lnTo>
                  <a:lnTo>
                    <a:pt x="1893035" y="697658"/>
                  </a:lnTo>
                  <a:lnTo>
                    <a:pt x="1892983" y="697705"/>
                  </a:lnTo>
                  <a:lnTo>
                    <a:pt x="1892991" y="697755"/>
                  </a:lnTo>
                  <a:lnTo>
                    <a:pt x="1893002" y="697767"/>
                  </a:lnTo>
                  <a:lnTo>
                    <a:pt x="1893009" y="697774"/>
                  </a:lnTo>
                  <a:lnTo>
                    <a:pt x="1893189" y="697780"/>
                  </a:lnTo>
                  <a:lnTo>
                    <a:pt x="1893214" y="697794"/>
                  </a:lnTo>
                  <a:lnTo>
                    <a:pt x="1893227" y="697802"/>
                  </a:lnTo>
                  <a:lnTo>
                    <a:pt x="1893253" y="697816"/>
                  </a:lnTo>
                  <a:lnTo>
                    <a:pt x="1893392" y="697896"/>
                  </a:lnTo>
                  <a:lnTo>
                    <a:pt x="1893420" y="697937"/>
                  </a:lnTo>
                  <a:lnTo>
                    <a:pt x="1893394" y="697993"/>
                  </a:lnTo>
                  <a:lnTo>
                    <a:pt x="1893289" y="698007"/>
                  </a:lnTo>
                  <a:lnTo>
                    <a:pt x="1893237" y="698015"/>
                  </a:lnTo>
                  <a:lnTo>
                    <a:pt x="1893221" y="698017"/>
                  </a:lnTo>
                  <a:lnTo>
                    <a:pt x="1893163" y="698025"/>
                  </a:lnTo>
                  <a:lnTo>
                    <a:pt x="1893134" y="698029"/>
                  </a:lnTo>
                  <a:lnTo>
                    <a:pt x="1893016" y="698020"/>
                  </a:lnTo>
                  <a:lnTo>
                    <a:pt x="1892992" y="698018"/>
                  </a:lnTo>
                  <a:lnTo>
                    <a:pt x="1892778" y="698018"/>
                  </a:lnTo>
                  <a:lnTo>
                    <a:pt x="1892718" y="698017"/>
                  </a:lnTo>
                  <a:lnTo>
                    <a:pt x="1892703" y="698043"/>
                  </a:lnTo>
                  <a:lnTo>
                    <a:pt x="1892673" y="698091"/>
                  </a:lnTo>
                  <a:lnTo>
                    <a:pt x="1892737" y="698243"/>
                  </a:lnTo>
                  <a:lnTo>
                    <a:pt x="1892738" y="698266"/>
                  </a:lnTo>
                  <a:lnTo>
                    <a:pt x="1892744" y="698367"/>
                  </a:lnTo>
                  <a:lnTo>
                    <a:pt x="1892719" y="698483"/>
                  </a:lnTo>
                  <a:lnTo>
                    <a:pt x="1892646" y="698615"/>
                  </a:lnTo>
                  <a:lnTo>
                    <a:pt x="1892497" y="698743"/>
                  </a:lnTo>
                  <a:lnTo>
                    <a:pt x="1892253" y="698826"/>
                  </a:lnTo>
                  <a:lnTo>
                    <a:pt x="1891999" y="698803"/>
                  </a:lnTo>
                  <a:lnTo>
                    <a:pt x="1891814" y="698717"/>
                  </a:lnTo>
                  <a:lnTo>
                    <a:pt x="1891658" y="698832"/>
                  </a:lnTo>
                  <a:lnTo>
                    <a:pt x="1891537" y="699008"/>
                  </a:lnTo>
                  <a:lnTo>
                    <a:pt x="1891317" y="699416"/>
                  </a:lnTo>
                  <a:lnTo>
                    <a:pt x="1891919" y="699810"/>
                  </a:lnTo>
                  <a:lnTo>
                    <a:pt x="1893700" y="700977"/>
                  </a:lnTo>
                  <a:lnTo>
                    <a:pt x="1893497" y="701269"/>
                  </a:lnTo>
                  <a:lnTo>
                    <a:pt x="1892703" y="702408"/>
                  </a:lnTo>
                  <a:lnTo>
                    <a:pt x="1892626" y="702428"/>
                  </a:lnTo>
                  <a:lnTo>
                    <a:pt x="1892526" y="702409"/>
                  </a:lnTo>
                  <a:lnTo>
                    <a:pt x="1891833" y="702146"/>
                  </a:lnTo>
                  <a:lnTo>
                    <a:pt x="1891412" y="701987"/>
                  </a:lnTo>
                  <a:lnTo>
                    <a:pt x="1890005" y="701454"/>
                  </a:lnTo>
                  <a:lnTo>
                    <a:pt x="1889869" y="701402"/>
                  </a:lnTo>
                  <a:lnTo>
                    <a:pt x="1889553" y="701283"/>
                  </a:lnTo>
                  <a:lnTo>
                    <a:pt x="1888897" y="701410"/>
                  </a:lnTo>
                  <a:lnTo>
                    <a:pt x="1888778" y="701517"/>
                  </a:lnTo>
                  <a:lnTo>
                    <a:pt x="1888688" y="701599"/>
                  </a:lnTo>
                  <a:lnTo>
                    <a:pt x="1888727" y="701645"/>
                  </a:lnTo>
                  <a:lnTo>
                    <a:pt x="1888852" y="701749"/>
                  </a:lnTo>
                  <a:lnTo>
                    <a:pt x="1889279" y="702032"/>
                  </a:lnTo>
                  <a:lnTo>
                    <a:pt x="1889858" y="702285"/>
                  </a:lnTo>
                  <a:lnTo>
                    <a:pt x="1890762" y="702595"/>
                  </a:lnTo>
                  <a:lnTo>
                    <a:pt x="1891069" y="702700"/>
                  </a:lnTo>
                  <a:lnTo>
                    <a:pt x="1891199" y="702745"/>
                  </a:lnTo>
                  <a:lnTo>
                    <a:pt x="1892127" y="703119"/>
                  </a:lnTo>
                  <a:lnTo>
                    <a:pt x="1892632" y="705130"/>
                  </a:lnTo>
                  <a:lnTo>
                    <a:pt x="1892677" y="705308"/>
                  </a:lnTo>
                  <a:lnTo>
                    <a:pt x="1892912" y="705319"/>
                  </a:lnTo>
                  <a:lnTo>
                    <a:pt x="1893116" y="705400"/>
                  </a:lnTo>
                  <a:lnTo>
                    <a:pt x="1893292" y="705554"/>
                  </a:lnTo>
                  <a:lnTo>
                    <a:pt x="1893393" y="705773"/>
                  </a:lnTo>
                  <a:lnTo>
                    <a:pt x="1893402" y="705951"/>
                  </a:lnTo>
                  <a:lnTo>
                    <a:pt x="1893385" y="706029"/>
                  </a:lnTo>
                  <a:lnTo>
                    <a:pt x="1893327" y="706119"/>
                  </a:lnTo>
                  <a:lnTo>
                    <a:pt x="1893156" y="706279"/>
                  </a:lnTo>
                  <a:lnTo>
                    <a:pt x="1892943" y="706362"/>
                  </a:lnTo>
                  <a:lnTo>
                    <a:pt x="1893079" y="706904"/>
                  </a:lnTo>
                  <a:lnTo>
                    <a:pt x="1893160" y="707228"/>
                  </a:lnTo>
                  <a:lnTo>
                    <a:pt x="1892713" y="707144"/>
                  </a:lnTo>
                  <a:lnTo>
                    <a:pt x="1892404" y="707110"/>
                  </a:lnTo>
                  <a:lnTo>
                    <a:pt x="1892273" y="707160"/>
                  </a:lnTo>
                  <a:lnTo>
                    <a:pt x="1891649" y="706704"/>
                  </a:lnTo>
                  <a:lnTo>
                    <a:pt x="1891529" y="706528"/>
                  </a:lnTo>
                  <a:lnTo>
                    <a:pt x="1891438" y="706176"/>
                  </a:lnTo>
                  <a:lnTo>
                    <a:pt x="1891427" y="706134"/>
                  </a:lnTo>
                  <a:lnTo>
                    <a:pt x="1891415" y="706067"/>
                  </a:lnTo>
                  <a:lnTo>
                    <a:pt x="1891412" y="706048"/>
                  </a:lnTo>
                  <a:lnTo>
                    <a:pt x="1891385" y="705971"/>
                  </a:lnTo>
                  <a:lnTo>
                    <a:pt x="1891380" y="705953"/>
                  </a:lnTo>
                  <a:lnTo>
                    <a:pt x="1891377" y="705940"/>
                  </a:lnTo>
                  <a:lnTo>
                    <a:pt x="1891349" y="705833"/>
                  </a:lnTo>
                  <a:lnTo>
                    <a:pt x="1891313" y="705696"/>
                  </a:lnTo>
                  <a:lnTo>
                    <a:pt x="1891283" y="705423"/>
                  </a:lnTo>
                  <a:lnTo>
                    <a:pt x="1891283" y="705405"/>
                  </a:lnTo>
                  <a:lnTo>
                    <a:pt x="1890858" y="703705"/>
                  </a:lnTo>
                  <a:lnTo>
                    <a:pt x="1890821" y="703690"/>
                  </a:lnTo>
                  <a:lnTo>
                    <a:pt x="1890330" y="703514"/>
                  </a:lnTo>
                  <a:lnTo>
                    <a:pt x="1890262" y="703552"/>
                  </a:lnTo>
                  <a:lnTo>
                    <a:pt x="1890217" y="703654"/>
                  </a:lnTo>
                  <a:lnTo>
                    <a:pt x="1890328" y="703779"/>
                  </a:lnTo>
                  <a:lnTo>
                    <a:pt x="1890412" y="704114"/>
                  </a:lnTo>
                  <a:lnTo>
                    <a:pt x="1890553" y="704686"/>
                  </a:lnTo>
                  <a:lnTo>
                    <a:pt x="1890580" y="704777"/>
                  </a:lnTo>
                  <a:lnTo>
                    <a:pt x="1890586" y="704794"/>
                  </a:lnTo>
                  <a:lnTo>
                    <a:pt x="1890615" y="704905"/>
                  </a:lnTo>
                  <a:lnTo>
                    <a:pt x="1890644" y="705062"/>
                  </a:lnTo>
                  <a:lnTo>
                    <a:pt x="1890715" y="705336"/>
                  </a:lnTo>
                  <a:lnTo>
                    <a:pt x="1890742" y="705437"/>
                  </a:lnTo>
                  <a:lnTo>
                    <a:pt x="1890871" y="705953"/>
                  </a:lnTo>
                  <a:lnTo>
                    <a:pt x="1890893" y="706040"/>
                  </a:lnTo>
                  <a:lnTo>
                    <a:pt x="1890944" y="706243"/>
                  </a:lnTo>
                  <a:lnTo>
                    <a:pt x="1891000" y="706465"/>
                  </a:lnTo>
                  <a:lnTo>
                    <a:pt x="1891025" y="706567"/>
                  </a:lnTo>
                  <a:lnTo>
                    <a:pt x="1891044" y="706642"/>
                  </a:lnTo>
                  <a:lnTo>
                    <a:pt x="1891445" y="707031"/>
                  </a:lnTo>
                  <a:lnTo>
                    <a:pt x="1891424" y="707076"/>
                  </a:lnTo>
                  <a:lnTo>
                    <a:pt x="1891398" y="707129"/>
                  </a:lnTo>
                  <a:lnTo>
                    <a:pt x="1891360" y="707208"/>
                  </a:lnTo>
                  <a:lnTo>
                    <a:pt x="1891349" y="707232"/>
                  </a:lnTo>
                  <a:lnTo>
                    <a:pt x="1890872" y="707075"/>
                  </a:lnTo>
                  <a:lnTo>
                    <a:pt x="1890819" y="707058"/>
                  </a:lnTo>
                  <a:lnTo>
                    <a:pt x="1890441" y="706926"/>
                  </a:lnTo>
                  <a:lnTo>
                    <a:pt x="1890299" y="706846"/>
                  </a:lnTo>
                  <a:lnTo>
                    <a:pt x="1890123" y="706776"/>
                  </a:lnTo>
                  <a:lnTo>
                    <a:pt x="1889980" y="706719"/>
                  </a:lnTo>
                  <a:lnTo>
                    <a:pt x="1889850" y="706669"/>
                  </a:lnTo>
                  <a:lnTo>
                    <a:pt x="1889839" y="706665"/>
                  </a:lnTo>
                  <a:lnTo>
                    <a:pt x="1889810" y="706653"/>
                  </a:lnTo>
                  <a:lnTo>
                    <a:pt x="1889766" y="706636"/>
                  </a:lnTo>
                  <a:lnTo>
                    <a:pt x="1889525" y="706543"/>
                  </a:lnTo>
                  <a:lnTo>
                    <a:pt x="1889442" y="706720"/>
                  </a:lnTo>
                  <a:lnTo>
                    <a:pt x="1888886" y="706497"/>
                  </a:lnTo>
                  <a:lnTo>
                    <a:pt x="1888802" y="706463"/>
                  </a:lnTo>
                  <a:lnTo>
                    <a:pt x="1888677" y="706351"/>
                  </a:lnTo>
                  <a:lnTo>
                    <a:pt x="1888585" y="706320"/>
                  </a:lnTo>
                  <a:lnTo>
                    <a:pt x="1888573" y="706316"/>
                  </a:lnTo>
                  <a:lnTo>
                    <a:pt x="1888474" y="706287"/>
                  </a:lnTo>
                  <a:lnTo>
                    <a:pt x="1888466" y="706290"/>
                  </a:lnTo>
                  <a:lnTo>
                    <a:pt x="1888301" y="706341"/>
                  </a:lnTo>
                  <a:lnTo>
                    <a:pt x="1888240" y="706360"/>
                  </a:lnTo>
                  <a:lnTo>
                    <a:pt x="1888233" y="706362"/>
                  </a:lnTo>
                  <a:lnTo>
                    <a:pt x="1888235" y="706374"/>
                  </a:lnTo>
                  <a:lnTo>
                    <a:pt x="1888249" y="706488"/>
                  </a:lnTo>
                  <a:lnTo>
                    <a:pt x="1888253" y="706514"/>
                  </a:lnTo>
                  <a:lnTo>
                    <a:pt x="1888264" y="706521"/>
                  </a:lnTo>
                  <a:lnTo>
                    <a:pt x="1888276" y="706529"/>
                  </a:lnTo>
                  <a:lnTo>
                    <a:pt x="1888294" y="706541"/>
                  </a:lnTo>
                  <a:lnTo>
                    <a:pt x="1888309" y="706551"/>
                  </a:lnTo>
                  <a:lnTo>
                    <a:pt x="1888326" y="706562"/>
                  </a:lnTo>
                  <a:lnTo>
                    <a:pt x="1888361" y="706585"/>
                  </a:lnTo>
                  <a:lnTo>
                    <a:pt x="1888542" y="706703"/>
                  </a:lnTo>
                  <a:lnTo>
                    <a:pt x="1888637" y="706765"/>
                  </a:lnTo>
                  <a:lnTo>
                    <a:pt x="1888662" y="706781"/>
                  </a:lnTo>
                  <a:lnTo>
                    <a:pt x="1888729" y="706815"/>
                  </a:lnTo>
                  <a:lnTo>
                    <a:pt x="1889378" y="707043"/>
                  </a:lnTo>
                  <a:lnTo>
                    <a:pt x="1889799" y="707191"/>
                  </a:lnTo>
                  <a:lnTo>
                    <a:pt x="1890004" y="707286"/>
                  </a:lnTo>
                  <a:lnTo>
                    <a:pt x="1890095" y="707328"/>
                  </a:lnTo>
                  <a:lnTo>
                    <a:pt x="1890129" y="707333"/>
                  </a:lnTo>
                  <a:lnTo>
                    <a:pt x="1890145" y="707335"/>
                  </a:lnTo>
                  <a:lnTo>
                    <a:pt x="1890359" y="707366"/>
                  </a:lnTo>
                  <a:lnTo>
                    <a:pt x="1890579" y="707398"/>
                  </a:lnTo>
                  <a:lnTo>
                    <a:pt x="1890623" y="707404"/>
                  </a:lnTo>
                  <a:lnTo>
                    <a:pt x="1890888" y="707453"/>
                  </a:lnTo>
                  <a:lnTo>
                    <a:pt x="1891016" y="707477"/>
                  </a:lnTo>
                  <a:lnTo>
                    <a:pt x="1891658" y="707596"/>
                  </a:lnTo>
                  <a:lnTo>
                    <a:pt x="1891807" y="707623"/>
                  </a:lnTo>
                  <a:lnTo>
                    <a:pt x="1891905" y="707641"/>
                  </a:lnTo>
                  <a:lnTo>
                    <a:pt x="1892277" y="707740"/>
                  </a:lnTo>
                  <a:lnTo>
                    <a:pt x="1892250" y="707852"/>
                  </a:lnTo>
                  <a:lnTo>
                    <a:pt x="1892236" y="707908"/>
                  </a:lnTo>
                  <a:lnTo>
                    <a:pt x="1892408" y="707940"/>
                  </a:lnTo>
                  <a:lnTo>
                    <a:pt x="1893606" y="708165"/>
                  </a:lnTo>
                  <a:lnTo>
                    <a:pt x="1893817" y="708205"/>
                  </a:lnTo>
                  <a:lnTo>
                    <a:pt x="1893791" y="708321"/>
                  </a:lnTo>
                  <a:lnTo>
                    <a:pt x="1895273" y="708590"/>
                  </a:lnTo>
                  <a:lnTo>
                    <a:pt x="1895215" y="708820"/>
                  </a:lnTo>
                  <a:lnTo>
                    <a:pt x="1895165" y="709021"/>
                  </a:lnTo>
                  <a:lnTo>
                    <a:pt x="1895073" y="709390"/>
                  </a:lnTo>
                  <a:lnTo>
                    <a:pt x="1892735" y="708709"/>
                  </a:lnTo>
                  <a:lnTo>
                    <a:pt x="1892616" y="708675"/>
                  </a:lnTo>
                  <a:lnTo>
                    <a:pt x="1892574" y="708683"/>
                  </a:lnTo>
                  <a:lnTo>
                    <a:pt x="1889819" y="707849"/>
                  </a:lnTo>
                  <a:lnTo>
                    <a:pt x="1889697" y="707820"/>
                  </a:lnTo>
                  <a:lnTo>
                    <a:pt x="1889602" y="707798"/>
                  </a:lnTo>
                  <a:lnTo>
                    <a:pt x="1889217" y="707706"/>
                  </a:lnTo>
                  <a:lnTo>
                    <a:pt x="1889200" y="707698"/>
                  </a:lnTo>
                  <a:lnTo>
                    <a:pt x="1888742" y="707475"/>
                  </a:lnTo>
                  <a:lnTo>
                    <a:pt x="1888728" y="707466"/>
                  </a:lnTo>
                  <a:lnTo>
                    <a:pt x="1888620" y="707395"/>
                  </a:lnTo>
                  <a:lnTo>
                    <a:pt x="1888581" y="707358"/>
                  </a:lnTo>
                  <a:lnTo>
                    <a:pt x="1888448" y="707231"/>
                  </a:lnTo>
                  <a:lnTo>
                    <a:pt x="1888313" y="707083"/>
                  </a:lnTo>
                  <a:lnTo>
                    <a:pt x="1888283" y="707049"/>
                  </a:lnTo>
                  <a:lnTo>
                    <a:pt x="1888288" y="707006"/>
                  </a:lnTo>
                  <a:lnTo>
                    <a:pt x="1888309" y="706811"/>
                  </a:lnTo>
                  <a:lnTo>
                    <a:pt x="1888258" y="706672"/>
                  </a:lnTo>
                  <a:lnTo>
                    <a:pt x="1888245" y="706637"/>
                  </a:lnTo>
                  <a:lnTo>
                    <a:pt x="1888230" y="706625"/>
                  </a:lnTo>
                  <a:lnTo>
                    <a:pt x="1888214" y="706612"/>
                  </a:lnTo>
                  <a:lnTo>
                    <a:pt x="1888183" y="706615"/>
                  </a:lnTo>
                  <a:lnTo>
                    <a:pt x="1888140" y="706618"/>
                  </a:lnTo>
                  <a:lnTo>
                    <a:pt x="1888044" y="706626"/>
                  </a:lnTo>
                  <a:lnTo>
                    <a:pt x="1888028" y="706628"/>
                  </a:lnTo>
                  <a:lnTo>
                    <a:pt x="1888018" y="706629"/>
                  </a:lnTo>
                  <a:lnTo>
                    <a:pt x="1887936" y="706653"/>
                  </a:lnTo>
                  <a:lnTo>
                    <a:pt x="1887927" y="706656"/>
                  </a:lnTo>
                  <a:lnTo>
                    <a:pt x="1887923" y="706662"/>
                  </a:lnTo>
                  <a:lnTo>
                    <a:pt x="1887910" y="706687"/>
                  </a:lnTo>
                  <a:lnTo>
                    <a:pt x="1887917" y="706715"/>
                  </a:lnTo>
                  <a:lnTo>
                    <a:pt x="1887932" y="706767"/>
                  </a:lnTo>
                  <a:lnTo>
                    <a:pt x="1888029" y="706996"/>
                  </a:lnTo>
                  <a:lnTo>
                    <a:pt x="1888051" y="707048"/>
                  </a:lnTo>
                  <a:lnTo>
                    <a:pt x="1888065" y="707079"/>
                  </a:lnTo>
                  <a:lnTo>
                    <a:pt x="1888082" y="707101"/>
                  </a:lnTo>
                  <a:lnTo>
                    <a:pt x="1888098" y="707122"/>
                  </a:lnTo>
                  <a:lnTo>
                    <a:pt x="1888297" y="707377"/>
                  </a:lnTo>
                  <a:lnTo>
                    <a:pt x="1888368" y="707468"/>
                  </a:lnTo>
                  <a:lnTo>
                    <a:pt x="1888374" y="707474"/>
                  </a:lnTo>
                  <a:lnTo>
                    <a:pt x="1888387" y="707490"/>
                  </a:lnTo>
                  <a:lnTo>
                    <a:pt x="1888397" y="707500"/>
                  </a:lnTo>
                  <a:lnTo>
                    <a:pt x="1888450" y="707558"/>
                  </a:lnTo>
                  <a:lnTo>
                    <a:pt x="1888542" y="707661"/>
                  </a:lnTo>
                  <a:lnTo>
                    <a:pt x="1888573" y="707695"/>
                  </a:lnTo>
                  <a:lnTo>
                    <a:pt x="1888604" y="707729"/>
                  </a:lnTo>
                  <a:lnTo>
                    <a:pt x="1888654" y="707784"/>
                  </a:lnTo>
                  <a:lnTo>
                    <a:pt x="1888668" y="707800"/>
                  </a:lnTo>
                  <a:lnTo>
                    <a:pt x="1888672" y="707802"/>
                  </a:lnTo>
                  <a:lnTo>
                    <a:pt x="1888829" y="707914"/>
                  </a:lnTo>
                  <a:lnTo>
                    <a:pt x="1888930" y="707986"/>
                  </a:lnTo>
                  <a:lnTo>
                    <a:pt x="1889026" y="708055"/>
                  </a:lnTo>
                  <a:lnTo>
                    <a:pt x="1889129" y="708129"/>
                  </a:lnTo>
                  <a:lnTo>
                    <a:pt x="1889151" y="708144"/>
                  </a:lnTo>
                  <a:lnTo>
                    <a:pt x="1889229" y="708200"/>
                  </a:lnTo>
                  <a:lnTo>
                    <a:pt x="1890062" y="708467"/>
                  </a:lnTo>
                  <a:lnTo>
                    <a:pt x="1890076" y="708471"/>
                  </a:lnTo>
                  <a:lnTo>
                    <a:pt x="1890226" y="708518"/>
                  </a:lnTo>
                  <a:lnTo>
                    <a:pt x="1890437" y="708585"/>
                  </a:lnTo>
                  <a:lnTo>
                    <a:pt x="1890470" y="708595"/>
                  </a:lnTo>
                  <a:lnTo>
                    <a:pt x="1890641" y="708650"/>
                  </a:lnTo>
                  <a:lnTo>
                    <a:pt x="1890362" y="709373"/>
                  </a:lnTo>
                  <a:lnTo>
                    <a:pt x="1890383" y="709400"/>
                  </a:lnTo>
                  <a:lnTo>
                    <a:pt x="1891004" y="709595"/>
                  </a:lnTo>
                  <a:lnTo>
                    <a:pt x="1891259" y="708910"/>
                  </a:lnTo>
                  <a:lnTo>
                    <a:pt x="1891266" y="708890"/>
                  </a:lnTo>
                  <a:lnTo>
                    <a:pt x="1892804" y="709389"/>
                  </a:lnTo>
                  <a:lnTo>
                    <a:pt x="1892536" y="710087"/>
                  </a:lnTo>
                  <a:lnTo>
                    <a:pt x="1892992" y="710231"/>
                  </a:lnTo>
                  <a:lnTo>
                    <a:pt x="1893255" y="709532"/>
                  </a:lnTo>
                  <a:lnTo>
                    <a:pt x="1894262" y="709863"/>
                  </a:lnTo>
                  <a:lnTo>
                    <a:pt x="1894348" y="709891"/>
                  </a:lnTo>
                  <a:lnTo>
                    <a:pt x="1893585" y="711153"/>
                  </a:lnTo>
                  <a:lnTo>
                    <a:pt x="1893242" y="711721"/>
                  </a:lnTo>
                  <a:lnTo>
                    <a:pt x="1893200" y="711790"/>
                  </a:lnTo>
                  <a:lnTo>
                    <a:pt x="1893334" y="711854"/>
                  </a:lnTo>
                  <a:lnTo>
                    <a:pt x="1893574" y="711969"/>
                  </a:lnTo>
                  <a:lnTo>
                    <a:pt x="1893854" y="712102"/>
                  </a:lnTo>
                  <a:lnTo>
                    <a:pt x="1893537" y="712630"/>
                  </a:lnTo>
                  <a:lnTo>
                    <a:pt x="1893527" y="712647"/>
                  </a:lnTo>
                  <a:lnTo>
                    <a:pt x="1892335" y="712084"/>
                  </a:lnTo>
                  <a:lnTo>
                    <a:pt x="1892126" y="711985"/>
                  </a:lnTo>
                  <a:lnTo>
                    <a:pt x="1891795" y="711875"/>
                  </a:lnTo>
                  <a:lnTo>
                    <a:pt x="1891786" y="711841"/>
                  </a:lnTo>
                  <a:lnTo>
                    <a:pt x="1890891" y="711552"/>
                  </a:lnTo>
                  <a:lnTo>
                    <a:pt x="1889151" y="710992"/>
                  </a:lnTo>
                  <a:lnTo>
                    <a:pt x="1889020" y="711357"/>
                  </a:lnTo>
                  <a:lnTo>
                    <a:pt x="1888601" y="711238"/>
                  </a:lnTo>
                  <a:lnTo>
                    <a:pt x="1888134" y="711106"/>
                  </a:lnTo>
                  <a:lnTo>
                    <a:pt x="1888090" y="711227"/>
                  </a:lnTo>
                  <a:lnTo>
                    <a:pt x="1887835" y="711156"/>
                  </a:lnTo>
                  <a:lnTo>
                    <a:pt x="1886952" y="710910"/>
                  </a:lnTo>
                  <a:lnTo>
                    <a:pt x="1886806" y="711233"/>
                  </a:lnTo>
                  <a:lnTo>
                    <a:pt x="1886928" y="711269"/>
                  </a:lnTo>
                  <a:lnTo>
                    <a:pt x="1887280" y="711360"/>
                  </a:lnTo>
                  <a:lnTo>
                    <a:pt x="1887640" y="711459"/>
                  </a:lnTo>
                  <a:lnTo>
                    <a:pt x="1888113" y="711594"/>
                  </a:lnTo>
                  <a:lnTo>
                    <a:pt x="1888286" y="711643"/>
                  </a:lnTo>
                  <a:lnTo>
                    <a:pt x="1888823" y="711796"/>
                  </a:lnTo>
                  <a:lnTo>
                    <a:pt x="1888972" y="711839"/>
                  </a:lnTo>
                  <a:lnTo>
                    <a:pt x="1889045" y="711860"/>
                  </a:lnTo>
                  <a:lnTo>
                    <a:pt x="1889823" y="712082"/>
                  </a:lnTo>
                  <a:lnTo>
                    <a:pt x="1889945" y="712329"/>
                  </a:lnTo>
                  <a:lnTo>
                    <a:pt x="1889639" y="712911"/>
                  </a:lnTo>
                  <a:lnTo>
                    <a:pt x="1889026" y="712735"/>
                  </a:lnTo>
                  <a:lnTo>
                    <a:pt x="1888941" y="712710"/>
                  </a:lnTo>
                  <a:lnTo>
                    <a:pt x="1887243" y="712221"/>
                  </a:lnTo>
                  <a:lnTo>
                    <a:pt x="1886994" y="712882"/>
                  </a:lnTo>
                  <a:lnTo>
                    <a:pt x="1889296" y="713538"/>
                  </a:lnTo>
                  <a:lnTo>
                    <a:pt x="1889308" y="713542"/>
                  </a:lnTo>
                  <a:lnTo>
                    <a:pt x="1888908" y="714310"/>
                  </a:lnTo>
                  <a:lnTo>
                    <a:pt x="1888787" y="714276"/>
                  </a:lnTo>
                  <a:lnTo>
                    <a:pt x="1887827" y="714007"/>
                  </a:lnTo>
                  <a:lnTo>
                    <a:pt x="1886341" y="713590"/>
                  </a:lnTo>
                  <a:lnTo>
                    <a:pt x="1885818" y="713444"/>
                  </a:lnTo>
                  <a:lnTo>
                    <a:pt x="1885368" y="713318"/>
                  </a:lnTo>
                  <a:lnTo>
                    <a:pt x="1885314" y="713249"/>
                  </a:lnTo>
                  <a:lnTo>
                    <a:pt x="1885296" y="713226"/>
                  </a:lnTo>
                  <a:lnTo>
                    <a:pt x="1885288" y="713216"/>
                  </a:lnTo>
                  <a:lnTo>
                    <a:pt x="1885217" y="713124"/>
                  </a:lnTo>
                  <a:lnTo>
                    <a:pt x="1885118" y="712997"/>
                  </a:lnTo>
                  <a:lnTo>
                    <a:pt x="1885082" y="712950"/>
                  </a:lnTo>
                  <a:lnTo>
                    <a:pt x="1885077" y="712949"/>
                  </a:lnTo>
                  <a:lnTo>
                    <a:pt x="1885022" y="712930"/>
                  </a:lnTo>
                  <a:lnTo>
                    <a:pt x="1884827" y="713208"/>
                  </a:lnTo>
                  <a:lnTo>
                    <a:pt x="1884648" y="713410"/>
                  </a:lnTo>
                  <a:lnTo>
                    <a:pt x="1884520" y="713458"/>
                  </a:lnTo>
                  <a:lnTo>
                    <a:pt x="1884282" y="713546"/>
                  </a:lnTo>
                  <a:lnTo>
                    <a:pt x="1884174" y="713646"/>
                  </a:lnTo>
                  <a:lnTo>
                    <a:pt x="1883646" y="714660"/>
                  </a:lnTo>
                  <a:lnTo>
                    <a:pt x="1883618" y="714714"/>
                  </a:lnTo>
                  <a:lnTo>
                    <a:pt x="1883304" y="715057"/>
                  </a:lnTo>
                  <a:lnTo>
                    <a:pt x="1883264" y="715050"/>
                  </a:lnTo>
                  <a:lnTo>
                    <a:pt x="1883248" y="715047"/>
                  </a:lnTo>
                  <a:lnTo>
                    <a:pt x="1883233" y="715045"/>
                  </a:lnTo>
                  <a:lnTo>
                    <a:pt x="1883203" y="715068"/>
                  </a:lnTo>
                  <a:lnTo>
                    <a:pt x="1883147" y="715229"/>
                  </a:lnTo>
                  <a:lnTo>
                    <a:pt x="1883076" y="715467"/>
                  </a:lnTo>
                  <a:lnTo>
                    <a:pt x="1883035" y="715605"/>
                  </a:lnTo>
                  <a:lnTo>
                    <a:pt x="1882971" y="715779"/>
                  </a:lnTo>
                  <a:lnTo>
                    <a:pt x="1882797" y="716214"/>
                  </a:lnTo>
                  <a:lnTo>
                    <a:pt x="1882781" y="716266"/>
                  </a:lnTo>
                  <a:lnTo>
                    <a:pt x="1882721" y="716464"/>
                  </a:lnTo>
                  <a:lnTo>
                    <a:pt x="1882712" y="716493"/>
                  </a:lnTo>
                  <a:lnTo>
                    <a:pt x="1882683" y="716587"/>
                  </a:lnTo>
                  <a:lnTo>
                    <a:pt x="1882681" y="716595"/>
                  </a:lnTo>
                  <a:lnTo>
                    <a:pt x="1882671" y="716627"/>
                  </a:lnTo>
                  <a:lnTo>
                    <a:pt x="1882664" y="716651"/>
                  </a:lnTo>
                  <a:lnTo>
                    <a:pt x="1882678" y="716662"/>
                  </a:lnTo>
                  <a:lnTo>
                    <a:pt x="1882731" y="716702"/>
                  </a:lnTo>
                  <a:lnTo>
                    <a:pt x="1882747" y="716702"/>
                  </a:lnTo>
                  <a:lnTo>
                    <a:pt x="1882773" y="716701"/>
                  </a:lnTo>
                  <a:lnTo>
                    <a:pt x="1882824" y="716701"/>
                  </a:lnTo>
                  <a:lnTo>
                    <a:pt x="1882831" y="716701"/>
                  </a:lnTo>
                  <a:lnTo>
                    <a:pt x="1882849" y="716701"/>
                  </a:lnTo>
                  <a:lnTo>
                    <a:pt x="1882849" y="716710"/>
                  </a:lnTo>
                  <a:lnTo>
                    <a:pt x="1882849" y="716716"/>
                  </a:lnTo>
                  <a:lnTo>
                    <a:pt x="1882850" y="716748"/>
                  </a:lnTo>
                  <a:lnTo>
                    <a:pt x="1882850" y="716754"/>
                  </a:lnTo>
                  <a:lnTo>
                    <a:pt x="1882850" y="716761"/>
                  </a:lnTo>
                  <a:lnTo>
                    <a:pt x="1882855" y="716770"/>
                  </a:lnTo>
                  <a:lnTo>
                    <a:pt x="1882860" y="716774"/>
                  </a:lnTo>
                  <a:lnTo>
                    <a:pt x="1882876" y="716817"/>
                  </a:lnTo>
                  <a:lnTo>
                    <a:pt x="1882881" y="716827"/>
                  </a:lnTo>
                  <a:lnTo>
                    <a:pt x="1882887" y="716822"/>
                  </a:lnTo>
                  <a:lnTo>
                    <a:pt x="1882896" y="716816"/>
                  </a:lnTo>
                  <a:lnTo>
                    <a:pt x="1882907" y="716809"/>
                  </a:lnTo>
                  <a:lnTo>
                    <a:pt x="1882966" y="716852"/>
                  </a:lnTo>
                  <a:lnTo>
                    <a:pt x="1882992" y="716871"/>
                  </a:lnTo>
                  <a:lnTo>
                    <a:pt x="1883133" y="716981"/>
                  </a:lnTo>
                  <a:lnTo>
                    <a:pt x="1883265" y="717112"/>
                  </a:lnTo>
                  <a:lnTo>
                    <a:pt x="1883171" y="717207"/>
                  </a:lnTo>
                  <a:lnTo>
                    <a:pt x="1883068" y="717209"/>
                  </a:lnTo>
                  <a:lnTo>
                    <a:pt x="1882983" y="717205"/>
                  </a:lnTo>
                  <a:lnTo>
                    <a:pt x="1882912" y="717228"/>
                  </a:lnTo>
                  <a:lnTo>
                    <a:pt x="1882815" y="717260"/>
                  </a:lnTo>
                  <a:lnTo>
                    <a:pt x="1882745" y="717360"/>
                  </a:lnTo>
                  <a:lnTo>
                    <a:pt x="1882731" y="717384"/>
                  </a:lnTo>
                  <a:lnTo>
                    <a:pt x="1882687" y="717545"/>
                  </a:lnTo>
                  <a:lnTo>
                    <a:pt x="1883246" y="717684"/>
                  </a:lnTo>
                  <a:lnTo>
                    <a:pt x="1883402" y="717689"/>
                  </a:lnTo>
                  <a:lnTo>
                    <a:pt x="1883634" y="717692"/>
                  </a:lnTo>
                  <a:lnTo>
                    <a:pt x="1883764" y="717694"/>
                  </a:lnTo>
                  <a:lnTo>
                    <a:pt x="1883761" y="718354"/>
                  </a:lnTo>
                  <a:lnTo>
                    <a:pt x="1883760" y="718770"/>
                  </a:lnTo>
                  <a:lnTo>
                    <a:pt x="1883756" y="719794"/>
                  </a:lnTo>
                  <a:lnTo>
                    <a:pt x="1884438" y="719800"/>
                  </a:lnTo>
                  <a:lnTo>
                    <a:pt x="1884446" y="718845"/>
                  </a:lnTo>
                  <a:lnTo>
                    <a:pt x="1884451" y="718323"/>
                  </a:lnTo>
                  <a:lnTo>
                    <a:pt x="1885180" y="717680"/>
                  </a:lnTo>
                  <a:lnTo>
                    <a:pt x="1887124" y="717688"/>
                  </a:lnTo>
                  <a:lnTo>
                    <a:pt x="1887123" y="718047"/>
                  </a:lnTo>
                  <a:lnTo>
                    <a:pt x="1887120" y="719320"/>
                  </a:lnTo>
                  <a:lnTo>
                    <a:pt x="1887119" y="719350"/>
                  </a:lnTo>
                  <a:lnTo>
                    <a:pt x="1887202" y="719351"/>
                  </a:lnTo>
                  <a:lnTo>
                    <a:pt x="1887278" y="719352"/>
                  </a:lnTo>
                  <a:lnTo>
                    <a:pt x="1887769" y="719359"/>
                  </a:lnTo>
                  <a:lnTo>
                    <a:pt x="1887933" y="719361"/>
                  </a:lnTo>
                  <a:lnTo>
                    <a:pt x="1887959" y="717950"/>
                  </a:lnTo>
                  <a:lnTo>
                    <a:pt x="1888091" y="717953"/>
                  </a:lnTo>
                  <a:lnTo>
                    <a:pt x="1888500" y="717963"/>
                  </a:lnTo>
                  <a:lnTo>
                    <a:pt x="1888476" y="721938"/>
                  </a:lnTo>
                  <a:lnTo>
                    <a:pt x="1888474" y="722212"/>
                  </a:lnTo>
                  <a:lnTo>
                    <a:pt x="1883722" y="722203"/>
                  </a:lnTo>
                  <a:lnTo>
                    <a:pt x="1883723" y="721768"/>
                  </a:lnTo>
                  <a:lnTo>
                    <a:pt x="1883691" y="721768"/>
                  </a:lnTo>
                  <a:lnTo>
                    <a:pt x="1882468" y="721763"/>
                  </a:lnTo>
                  <a:lnTo>
                    <a:pt x="1882497" y="722143"/>
                  </a:lnTo>
                  <a:lnTo>
                    <a:pt x="1882521" y="722175"/>
                  </a:lnTo>
                  <a:lnTo>
                    <a:pt x="1882585" y="722496"/>
                  </a:lnTo>
                  <a:lnTo>
                    <a:pt x="1882613" y="722634"/>
                  </a:lnTo>
                  <a:lnTo>
                    <a:pt x="1882622" y="722682"/>
                  </a:lnTo>
                  <a:lnTo>
                    <a:pt x="1882717" y="722697"/>
                  </a:lnTo>
                  <a:lnTo>
                    <a:pt x="1882877" y="723536"/>
                  </a:lnTo>
                  <a:lnTo>
                    <a:pt x="1883277" y="723464"/>
                  </a:lnTo>
                  <a:lnTo>
                    <a:pt x="1883343" y="723478"/>
                  </a:lnTo>
                  <a:lnTo>
                    <a:pt x="1883443" y="723655"/>
                  </a:lnTo>
                  <a:lnTo>
                    <a:pt x="1883472" y="723747"/>
                  </a:lnTo>
                  <a:lnTo>
                    <a:pt x="1883513" y="723880"/>
                  </a:lnTo>
                  <a:lnTo>
                    <a:pt x="1883496" y="724304"/>
                  </a:lnTo>
                  <a:lnTo>
                    <a:pt x="1883472" y="724507"/>
                  </a:lnTo>
                  <a:lnTo>
                    <a:pt x="1883470" y="724522"/>
                  </a:lnTo>
                  <a:lnTo>
                    <a:pt x="1883152" y="724546"/>
                  </a:lnTo>
                  <a:lnTo>
                    <a:pt x="1883029" y="724555"/>
                  </a:lnTo>
                  <a:lnTo>
                    <a:pt x="1882570" y="724590"/>
                  </a:lnTo>
                  <a:lnTo>
                    <a:pt x="1882412" y="724630"/>
                  </a:lnTo>
                  <a:lnTo>
                    <a:pt x="1882345" y="724672"/>
                  </a:lnTo>
                  <a:lnTo>
                    <a:pt x="1882354" y="724688"/>
                  </a:lnTo>
                  <a:lnTo>
                    <a:pt x="1882463" y="724668"/>
                  </a:lnTo>
                  <a:lnTo>
                    <a:pt x="1882477" y="724666"/>
                  </a:lnTo>
                  <a:lnTo>
                    <a:pt x="1882508" y="724660"/>
                  </a:lnTo>
                  <a:lnTo>
                    <a:pt x="1882560" y="724670"/>
                  </a:lnTo>
                  <a:lnTo>
                    <a:pt x="1882575" y="724674"/>
                  </a:lnTo>
                  <a:lnTo>
                    <a:pt x="1882809" y="724722"/>
                  </a:lnTo>
                  <a:lnTo>
                    <a:pt x="1882832" y="724797"/>
                  </a:lnTo>
                  <a:lnTo>
                    <a:pt x="1883049" y="725491"/>
                  </a:lnTo>
                  <a:lnTo>
                    <a:pt x="1883060" y="725526"/>
                  </a:lnTo>
                  <a:lnTo>
                    <a:pt x="1883074" y="725573"/>
                  </a:lnTo>
                  <a:lnTo>
                    <a:pt x="1883095" y="725857"/>
                  </a:lnTo>
                  <a:lnTo>
                    <a:pt x="1882984" y="725894"/>
                  </a:lnTo>
                  <a:lnTo>
                    <a:pt x="1883018" y="725998"/>
                  </a:lnTo>
                  <a:lnTo>
                    <a:pt x="1883089" y="725986"/>
                  </a:lnTo>
                  <a:lnTo>
                    <a:pt x="1883216" y="726209"/>
                  </a:lnTo>
                  <a:lnTo>
                    <a:pt x="1883304" y="726385"/>
                  </a:lnTo>
                  <a:lnTo>
                    <a:pt x="1883197" y="726424"/>
                  </a:lnTo>
                  <a:lnTo>
                    <a:pt x="1883251" y="726654"/>
                  </a:lnTo>
                  <a:lnTo>
                    <a:pt x="1883260" y="726691"/>
                  </a:lnTo>
                  <a:lnTo>
                    <a:pt x="1883317" y="726938"/>
                  </a:lnTo>
                  <a:lnTo>
                    <a:pt x="1883480" y="727235"/>
                  </a:lnTo>
                  <a:lnTo>
                    <a:pt x="1883821" y="727857"/>
                  </a:lnTo>
                  <a:lnTo>
                    <a:pt x="1883860" y="727982"/>
                  </a:lnTo>
                  <a:lnTo>
                    <a:pt x="1883889" y="728074"/>
                  </a:lnTo>
                  <a:lnTo>
                    <a:pt x="1884004" y="728445"/>
                  </a:lnTo>
                  <a:lnTo>
                    <a:pt x="1884363" y="729073"/>
                  </a:lnTo>
                  <a:lnTo>
                    <a:pt x="1884431" y="729203"/>
                  </a:lnTo>
                  <a:lnTo>
                    <a:pt x="1884545" y="729499"/>
                  </a:lnTo>
                  <a:lnTo>
                    <a:pt x="1884767" y="730293"/>
                  </a:lnTo>
                  <a:lnTo>
                    <a:pt x="1884759" y="730473"/>
                  </a:lnTo>
                  <a:lnTo>
                    <a:pt x="1884719" y="730507"/>
                  </a:lnTo>
                  <a:lnTo>
                    <a:pt x="1884707" y="730518"/>
                  </a:lnTo>
                  <a:lnTo>
                    <a:pt x="1884614" y="730599"/>
                  </a:lnTo>
                  <a:lnTo>
                    <a:pt x="1884607" y="730605"/>
                  </a:lnTo>
                  <a:lnTo>
                    <a:pt x="1884605" y="730613"/>
                  </a:lnTo>
                  <a:lnTo>
                    <a:pt x="1884601" y="730627"/>
                  </a:lnTo>
                  <a:lnTo>
                    <a:pt x="1884579" y="730698"/>
                  </a:lnTo>
                  <a:lnTo>
                    <a:pt x="1884577" y="730705"/>
                  </a:lnTo>
                  <a:lnTo>
                    <a:pt x="1884568" y="730734"/>
                  </a:lnTo>
                  <a:lnTo>
                    <a:pt x="1884572" y="730743"/>
                  </a:lnTo>
                  <a:lnTo>
                    <a:pt x="1884574" y="730747"/>
                  </a:lnTo>
                  <a:lnTo>
                    <a:pt x="1884605" y="730817"/>
                  </a:lnTo>
                  <a:lnTo>
                    <a:pt x="1884609" y="730827"/>
                  </a:lnTo>
                  <a:lnTo>
                    <a:pt x="1884624" y="730859"/>
                  </a:lnTo>
                  <a:lnTo>
                    <a:pt x="1884614" y="730823"/>
                  </a:lnTo>
                  <a:lnTo>
                    <a:pt x="1884612" y="730816"/>
                  </a:lnTo>
                  <a:lnTo>
                    <a:pt x="1884610" y="730808"/>
                  </a:lnTo>
                  <a:lnTo>
                    <a:pt x="1884593" y="730740"/>
                  </a:lnTo>
                  <a:lnTo>
                    <a:pt x="1884592" y="730735"/>
                  </a:lnTo>
                  <a:lnTo>
                    <a:pt x="1884605" y="730717"/>
                  </a:lnTo>
                  <a:lnTo>
                    <a:pt x="1884630" y="730721"/>
                  </a:lnTo>
                  <a:lnTo>
                    <a:pt x="1884646" y="730723"/>
                  </a:lnTo>
                  <a:lnTo>
                    <a:pt x="1884748" y="730738"/>
                  </a:lnTo>
                  <a:lnTo>
                    <a:pt x="1884832" y="730763"/>
                  </a:lnTo>
                  <a:lnTo>
                    <a:pt x="1884939" y="730794"/>
                  </a:lnTo>
                  <a:lnTo>
                    <a:pt x="1884994" y="730838"/>
                  </a:lnTo>
                  <a:lnTo>
                    <a:pt x="1885230" y="731044"/>
                  </a:lnTo>
                  <a:lnTo>
                    <a:pt x="1885660" y="731602"/>
                  </a:lnTo>
                  <a:lnTo>
                    <a:pt x="1885761" y="731796"/>
                  </a:lnTo>
                  <a:lnTo>
                    <a:pt x="1885941" y="732143"/>
                  </a:lnTo>
                  <a:lnTo>
                    <a:pt x="1886000" y="732256"/>
                  </a:lnTo>
                  <a:lnTo>
                    <a:pt x="1886157" y="732559"/>
                  </a:lnTo>
                  <a:lnTo>
                    <a:pt x="1886182" y="732568"/>
                  </a:lnTo>
                  <a:lnTo>
                    <a:pt x="1886206" y="732576"/>
                  </a:lnTo>
                  <a:lnTo>
                    <a:pt x="1886460" y="733071"/>
                  </a:lnTo>
                  <a:lnTo>
                    <a:pt x="1886550" y="733276"/>
                  </a:lnTo>
                  <a:lnTo>
                    <a:pt x="1886724" y="733598"/>
                  </a:lnTo>
                  <a:lnTo>
                    <a:pt x="1886833" y="733796"/>
                  </a:lnTo>
                  <a:lnTo>
                    <a:pt x="1886895" y="733904"/>
                  </a:lnTo>
                  <a:lnTo>
                    <a:pt x="1887115" y="734284"/>
                  </a:lnTo>
                  <a:lnTo>
                    <a:pt x="1887410" y="734788"/>
                  </a:lnTo>
                  <a:lnTo>
                    <a:pt x="1887699" y="735341"/>
                  </a:lnTo>
                  <a:lnTo>
                    <a:pt x="1887720" y="735417"/>
                  </a:lnTo>
                  <a:lnTo>
                    <a:pt x="1887723" y="735428"/>
                  </a:lnTo>
                  <a:lnTo>
                    <a:pt x="1887741" y="735493"/>
                  </a:lnTo>
                  <a:lnTo>
                    <a:pt x="1887766" y="735563"/>
                  </a:lnTo>
                  <a:lnTo>
                    <a:pt x="1887791" y="735620"/>
                  </a:lnTo>
                  <a:lnTo>
                    <a:pt x="1888197" y="736093"/>
                  </a:lnTo>
                  <a:lnTo>
                    <a:pt x="1888203" y="736100"/>
                  </a:lnTo>
                  <a:lnTo>
                    <a:pt x="1888209" y="736108"/>
                  </a:lnTo>
                  <a:lnTo>
                    <a:pt x="1888220" y="736122"/>
                  </a:lnTo>
                  <a:lnTo>
                    <a:pt x="1888229" y="736134"/>
                  </a:lnTo>
                  <a:lnTo>
                    <a:pt x="1888249" y="736136"/>
                  </a:lnTo>
                  <a:lnTo>
                    <a:pt x="1888256" y="736143"/>
                  </a:lnTo>
                  <a:lnTo>
                    <a:pt x="1888261" y="736149"/>
                  </a:lnTo>
                  <a:lnTo>
                    <a:pt x="1888490" y="736400"/>
                  </a:lnTo>
                  <a:lnTo>
                    <a:pt x="1888603" y="736525"/>
                  </a:lnTo>
                  <a:lnTo>
                    <a:pt x="1888683" y="736634"/>
                  </a:lnTo>
                  <a:lnTo>
                    <a:pt x="1889089" y="737193"/>
                  </a:lnTo>
                  <a:lnTo>
                    <a:pt x="1889110" y="737290"/>
                  </a:lnTo>
                  <a:lnTo>
                    <a:pt x="1889014" y="737363"/>
                  </a:lnTo>
                  <a:lnTo>
                    <a:pt x="1889275" y="737619"/>
                  </a:lnTo>
                  <a:lnTo>
                    <a:pt x="1889491" y="737830"/>
                  </a:lnTo>
                  <a:lnTo>
                    <a:pt x="1889772" y="738043"/>
                  </a:lnTo>
                  <a:lnTo>
                    <a:pt x="1889837" y="738048"/>
                  </a:lnTo>
                  <a:lnTo>
                    <a:pt x="1890122" y="738295"/>
                  </a:lnTo>
                  <a:lnTo>
                    <a:pt x="1890251" y="738513"/>
                  </a:lnTo>
                  <a:lnTo>
                    <a:pt x="1890275" y="738553"/>
                  </a:lnTo>
                  <a:lnTo>
                    <a:pt x="1890307" y="738563"/>
                  </a:lnTo>
                  <a:lnTo>
                    <a:pt x="1890586" y="738379"/>
                  </a:lnTo>
                  <a:lnTo>
                    <a:pt x="1890312" y="738097"/>
                  </a:lnTo>
                  <a:lnTo>
                    <a:pt x="1890605" y="737872"/>
                  </a:lnTo>
                  <a:lnTo>
                    <a:pt x="1890706" y="737794"/>
                  </a:lnTo>
                  <a:lnTo>
                    <a:pt x="1891119" y="737478"/>
                  </a:lnTo>
                  <a:lnTo>
                    <a:pt x="1891412" y="737777"/>
                  </a:lnTo>
                  <a:lnTo>
                    <a:pt x="1892031" y="737304"/>
                  </a:lnTo>
                  <a:lnTo>
                    <a:pt x="1892411" y="737700"/>
                  </a:lnTo>
                  <a:lnTo>
                    <a:pt x="1893332" y="736995"/>
                  </a:lnTo>
                  <a:lnTo>
                    <a:pt x="1894004" y="737153"/>
                  </a:lnTo>
                  <a:lnTo>
                    <a:pt x="1894206" y="737364"/>
                  </a:lnTo>
                  <a:lnTo>
                    <a:pt x="1892982" y="738299"/>
                  </a:lnTo>
                  <a:lnTo>
                    <a:pt x="1893204" y="738530"/>
                  </a:lnTo>
                  <a:lnTo>
                    <a:pt x="1893362" y="738693"/>
                  </a:lnTo>
                  <a:lnTo>
                    <a:pt x="1894994" y="737448"/>
                  </a:lnTo>
                  <a:lnTo>
                    <a:pt x="1896528" y="736695"/>
                  </a:lnTo>
                  <a:lnTo>
                    <a:pt x="1897559" y="736165"/>
                  </a:lnTo>
                  <a:lnTo>
                    <a:pt x="1897953" y="736781"/>
                  </a:lnTo>
                  <a:lnTo>
                    <a:pt x="1897122" y="737288"/>
                  </a:lnTo>
                  <a:lnTo>
                    <a:pt x="1897120" y="737298"/>
                  </a:lnTo>
                  <a:lnTo>
                    <a:pt x="1897035" y="737695"/>
                  </a:lnTo>
                  <a:lnTo>
                    <a:pt x="1897031" y="737713"/>
                  </a:lnTo>
                  <a:lnTo>
                    <a:pt x="1896396" y="738020"/>
                  </a:lnTo>
                  <a:lnTo>
                    <a:pt x="1895949" y="738236"/>
                  </a:lnTo>
                  <a:lnTo>
                    <a:pt x="1895767" y="738213"/>
                  </a:lnTo>
                  <a:lnTo>
                    <a:pt x="1895147" y="738135"/>
                  </a:lnTo>
                  <a:lnTo>
                    <a:pt x="1895101" y="738169"/>
                  </a:lnTo>
                  <a:lnTo>
                    <a:pt x="1894850" y="738362"/>
                  </a:lnTo>
                  <a:lnTo>
                    <a:pt x="1894824" y="738383"/>
                  </a:lnTo>
                  <a:lnTo>
                    <a:pt x="1894632" y="738530"/>
                  </a:lnTo>
                  <a:lnTo>
                    <a:pt x="1894760" y="738666"/>
                  </a:lnTo>
                  <a:lnTo>
                    <a:pt x="1895250" y="739186"/>
                  </a:lnTo>
                  <a:lnTo>
                    <a:pt x="1895677" y="738854"/>
                  </a:lnTo>
                  <a:lnTo>
                    <a:pt x="1895811" y="738991"/>
                  </a:lnTo>
                  <a:lnTo>
                    <a:pt x="1896230" y="738683"/>
                  </a:lnTo>
                  <a:lnTo>
                    <a:pt x="1896222" y="738756"/>
                  </a:lnTo>
                  <a:lnTo>
                    <a:pt x="1896210" y="738876"/>
                  </a:lnTo>
                  <a:lnTo>
                    <a:pt x="1895995" y="739024"/>
                  </a:lnTo>
                  <a:lnTo>
                    <a:pt x="1895472" y="739551"/>
                  </a:lnTo>
                  <a:lnTo>
                    <a:pt x="1893923" y="740727"/>
                  </a:lnTo>
                  <a:lnTo>
                    <a:pt x="1893656" y="741072"/>
                  </a:lnTo>
                  <a:lnTo>
                    <a:pt x="1893911" y="741174"/>
                  </a:lnTo>
                  <a:lnTo>
                    <a:pt x="1894009" y="741213"/>
                  </a:lnTo>
                  <a:lnTo>
                    <a:pt x="1894016" y="741216"/>
                  </a:lnTo>
                  <a:lnTo>
                    <a:pt x="1893964" y="741368"/>
                  </a:lnTo>
                  <a:lnTo>
                    <a:pt x="1893842" y="741585"/>
                  </a:lnTo>
                  <a:lnTo>
                    <a:pt x="1893830" y="741606"/>
                  </a:lnTo>
                  <a:lnTo>
                    <a:pt x="1893824" y="741621"/>
                  </a:lnTo>
                  <a:lnTo>
                    <a:pt x="1893889" y="741697"/>
                  </a:lnTo>
                  <a:lnTo>
                    <a:pt x="1893900" y="741710"/>
                  </a:lnTo>
                  <a:lnTo>
                    <a:pt x="1893904" y="741715"/>
                  </a:lnTo>
                  <a:lnTo>
                    <a:pt x="1893958" y="741756"/>
                  </a:lnTo>
                  <a:lnTo>
                    <a:pt x="1893986" y="741736"/>
                  </a:lnTo>
                  <a:lnTo>
                    <a:pt x="1894016" y="741714"/>
                  </a:lnTo>
                  <a:lnTo>
                    <a:pt x="1894212" y="741569"/>
                  </a:lnTo>
                  <a:lnTo>
                    <a:pt x="1894501" y="741484"/>
                  </a:lnTo>
                  <a:lnTo>
                    <a:pt x="1894581" y="741504"/>
                  </a:lnTo>
                  <a:lnTo>
                    <a:pt x="1894599" y="741515"/>
                  </a:lnTo>
                  <a:lnTo>
                    <a:pt x="1894640" y="741538"/>
                  </a:lnTo>
                  <a:lnTo>
                    <a:pt x="1894661" y="741551"/>
                  </a:lnTo>
                  <a:lnTo>
                    <a:pt x="1894733" y="741592"/>
                  </a:lnTo>
                  <a:lnTo>
                    <a:pt x="1894807" y="741635"/>
                  </a:lnTo>
                  <a:lnTo>
                    <a:pt x="1894935" y="741751"/>
                  </a:lnTo>
                  <a:lnTo>
                    <a:pt x="1894942" y="741757"/>
                  </a:lnTo>
                  <a:lnTo>
                    <a:pt x="1894947" y="741762"/>
                  </a:lnTo>
                  <a:lnTo>
                    <a:pt x="1894957" y="741808"/>
                  </a:lnTo>
                  <a:lnTo>
                    <a:pt x="1895037" y="742189"/>
                  </a:lnTo>
                  <a:lnTo>
                    <a:pt x="1895046" y="742233"/>
                  </a:lnTo>
                  <a:lnTo>
                    <a:pt x="1895056" y="742280"/>
                  </a:lnTo>
                  <a:lnTo>
                    <a:pt x="1895077" y="742323"/>
                  </a:lnTo>
                  <a:lnTo>
                    <a:pt x="1895187" y="742389"/>
                  </a:lnTo>
                  <a:lnTo>
                    <a:pt x="1895193" y="742393"/>
                  </a:lnTo>
                  <a:lnTo>
                    <a:pt x="1895247" y="742426"/>
                  </a:lnTo>
                  <a:lnTo>
                    <a:pt x="1895282" y="742447"/>
                  </a:lnTo>
                  <a:lnTo>
                    <a:pt x="1895474" y="742492"/>
                  </a:lnTo>
                  <a:lnTo>
                    <a:pt x="1895495" y="742493"/>
                  </a:lnTo>
                  <a:lnTo>
                    <a:pt x="1895591" y="742499"/>
                  </a:lnTo>
                  <a:lnTo>
                    <a:pt x="1895597" y="742476"/>
                  </a:lnTo>
                  <a:lnTo>
                    <a:pt x="1895610" y="742294"/>
                  </a:lnTo>
                  <a:lnTo>
                    <a:pt x="1895613" y="742255"/>
                  </a:lnTo>
                  <a:lnTo>
                    <a:pt x="1895700" y="742211"/>
                  </a:lnTo>
                  <a:lnTo>
                    <a:pt x="1895840" y="742217"/>
                  </a:lnTo>
                  <a:lnTo>
                    <a:pt x="1896307" y="742393"/>
                  </a:lnTo>
                  <a:lnTo>
                    <a:pt x="1896354" y="742411"/>
                  </a:lnTo>
                  <a:lnTo>
                    <a:pt x="1896394" y="742426"/>
                  </a:lnTo>
                  <a:lnTo>
                    <a:pt x="1896417" y="742435"/>
                  </a:lnTo>
                  <a:lnTo>
                    <a:pt x="1896945" y="742648"/>
                  </a:lnTo>
                  <a:lnTo>
                    <a:pt x="1897287" y="742806"/>
                  </a:lnTo>
                  <a:lnTo>
                    <a:pt x="1897563" y="742973"/>
                  </a:lnTo>
                  <a:lnTo>
                    <a:pt x="1897902" y="743178"/>
                  </a:lnTo>
                  <a:lnTo>
                    <a:pt x="1897985" y="743239"/>
                  </a:lnTo>
                  <a:lnTo>
                    <a:pt x="1897996" y="743247"/>
                  </a:lnTo>
                  <a:lnTo>
                    <a:pt x="1898156" y="743362"/>
                  </a:lnTo>
                  <a:lnTo>
                    <a:pt x="1898164" y="743369"/>
                  </a:lnTo>
                  <a:lnTo>
                    <a:pt x="1898428" y="743607"/>
                  </a:lnTo>
                  <a:lnTo>
                    <a:pt x="1898502" y="743710"/>
                  </a:lnTo>
                  <a:lnTo>
                    <a:pt x="1898454" y="743960"/>
                  </a:lnTo>
                  <a:lnTo>
                    <a:pt x="1898452" y="743968"/>
                  </a:lnTo>
                  <a:lnTo>
                    <a:pt x="1898451" y="743976"/>
                  </a:lnTo>
                  <a:lnTo>
                    <a:pt x="1898437" y="744006"/>
                  </a:lnTo>
                  <a:lnTo>
                    <a:pt x="1898433" y="744015"/>
                  </a:lnTo>
                  <a:lnTo>
                    <a:pt x="1898429" y="744026"/>
                  </a:lnTo>
                  <a:lnTo>
                    <a:pt x="1898427" y="744034"/>
                  </a:lnTo>
                  <a:lnTo>
                    <a:pt x="1898427" y="744039"/>
                  </a:lnTo>
                  <a:lnTo>
                    <a:pt x="1898426" y="744047"/>
                  </a:lnTo>
                  <a:lnTo>
                    <a:pt x="1898424" y="744057"/>
                  </a:lnTo>
                  <a:lnTo>
                    <a:pt x="1898424" y="744065"/>
                  </a:lnTo>
                  <a:lnTo>
                    <a:pt x="1898454" y="744090"/>
                  </a:lnTo>
                  <a:lnTo>
                    <a:pt x="1898479" y="744109"/>
                  </a:lnTo>
                  <a:lnTo>
                    <a:pt x="1898528" y="744148"/>
                  </a:lnTo>
                  <a:lnTo>
                    <a:pt x="1898615" y="744216"/>
                  </a:lnTo>
                  <a:lnTo>
                    <a:pt x="1898619" y="744219"/>
                  </a:lnTo>
                  <a:lnTo>
                    <a:pt x="1898671" y="744260"/>
                  </a:lnTo>
                  <a:lnTo>
                    <a:pt x="1898694" y="744278"/>
                  </a:lnTo>
                  <a:lnTo>
                    <a:pt x="1898707" y="744289"/>
                  </a:lnTo>
                  <a:lnTo>
                    <a:pt x="1898837" y="744391"/>
                  </a:lnTo>
                  <a:lnTo>
                    <a:pt x="1898889" y="744421"/>
                  </a:lnTo>
                  <a:lnTo>
                    <a:pt x="1899037" y="744505"/>
                  </a:lnTo>
                  <a:lnTo>
                    <a:pt x="1899052" y="744513"/>
                  </a:lnTo>
                  <a:lnTo>
                    <a:pt x="1899128" y="744556"/>
                  </a:lnTo>
                  <a:lnTo>
                    <a:pt x="1899085" y="744724"/>
                  </a:lnTo>
                  <a:lnTo>
                    <a:pt x="1899018" y="744912"/>
                  </a:lnTo>
                  <a:lnTo>
                    <a:pt x="1899010" y="744941"/>
                  </a:lnTo>
                  <a:lnTo>
                    <a:pt x="1899004" y="744960"/>
                  </a:lnTo>
                  <a:lnTo>
                    <a:pt x="1898983" y="745039"/>
                  </a:lnTo>
                  <a:lnTo>
                    <a:pt x="1899634" y="745201"/>
                  </a:lnTo>
                  <a:lnTo>
                    <a:pt x="1899800" y="745150"/>
                  </a:lnTo>
                  <a:lnTo>
                    <a:pt x="1899923" y="745078"/>
                  </a:lnTo>
                  <a:lnTo>
                    <a:pt x="1900045" y="744969"/>
                  </a:lnTo>
                  <a:lnTo>
                    <a:pt x="1900049" y="744927"/>
                  </a:lnTo>
                  <a:lnTo>
                    <a:pt x="1900058" y="744810"/>
                  </a:lnTo>
                  <a:lnTo>
                    <a:pt x="1900127" y="744734"/>
                  </a:lnTo>
                  <a:lnTo>
                    <a:pt x="1900378" y="744731"/>
                  </a:lnTo>
                  <a:lnTo>
                    <a:pt x="1900653" y="744767"/>
                  </a:lnTo>
                  <a:lnTo>
                    <a:pt x="1901113" y="745014"/>
                  </a:lnTo>
                  <a:lnTo>
                    <a:pt x="1902120" y="745476"/>
                  </a:lnTo>
                  <a:lnTo>
                    <a:pt x="1902062" y="745685"/>
                  </a:lnTo>
                  <a:lnTo>
                    <a:pt x="1902307" y="745770"/>
                  </a:lnTo>
                  <a:lnTo>
                    <a:pt x="1902340" y="745781"/>
                  </a:lnTo>
                  <a:lnTo>
                    <a:pt x="1902571" y="745797"/>
                  </a:lnTo>
                  <a:lnTo>
                    <a:pt x="1902754" y="746023"/>
                  </a:lnTo>
                  <a:lnTo>
                    <a:pt x="1902852" y="746204"/>
                  </a:lnTo>
                  <a:lnTo>
                    <a:pt x="1903007" y="746257"/>
                  </a:lnTo>
                  <a:lnTo>
                    <a:pt x="1903090" y="746286"/>
                  </a:lnTo>
                  <a:lnTo>
                    <a:pt x="1903156" y="746321"/>
                  </a:lnTo>
                  <a:lnTo>
                    <a:pt x="1903550" y="746534"/>
                  </a:lnTo>
                  <a:lnTo>
                    <a:pt x="1903568" y="746544"/>
                  </a:lnTo>
                  <a:lnTo>
                    <a:pt x="1903676" y="746599"/>
                  </a:lnTo>
                  <a:lnTo>
                    <a:pt x="1903566" y="746768"/>
                  </a:lnTo>
                  <a:lnTo>
                    <a:pt x="1903417" y="746997"/>
                  </a:lnTo>
                  <a:lnTo>
                    <a:pt x="1903377" y="747165"/>
                  </a:lnTo>
                  <a:lnTo>
                    <a:pt x="1903033" y="747708"/>
                  </a:lnTo>
                  <a:lnTo>
                    <a:pt x="1903290" y="747833"/>
                  </a:lnTo>
                  <a:lnTo>
                    <a:pt x="1903330" y="747814"/>
                  </a:lnTo>
                  <a:lnTo>
                    <a:pt x="1903414" y="747771"/>
                  </a:lnTo>
                  <a:lnTo>
                    <a:pt x="1904473" y="747555"/>
                  </a:lnTo>
                  <a:lnTo>
                    <a:pt x="1904480" y="747554"/>
                  </a:lnTo>
                  <a:lnTo>
                    <a:pt x="1904487" y="747552"/>
                  </a:lnTo>
                  <a:lnTo>
                    <a:pt x="1904522" y="747545"/>
                  </a:lnTo>
                  <a:lnTo>
                    <a:pt x="1904550" y="747540"/>
                  </a:lnTo>
                  <a:lnTo>
                    <a:pt x="1904571" y="747535"/>
                  </a:lnTo>
                  <a:lnTo>
                    <a:pt x="1904599" y="747530"/>
                  </a:lnTo>
                  <a:lnTo>
                    <a:pt x="1904632" y="747524"/>
                  </a:lnTo>
                  <a:lnTo>
                    <a:pt x="1904656" y="747519"/>
                  </a:lnTo>
                  <a:lnTo>
                    <a:pt x="1904663" y="747517"/>
                  </a:lnTo>
                  <a:lnTo>
                    <a:pt x="1904667" y="747517"/>
                  </a:lnTo>
                  <a:lnTo>
                    <a:pt x="1904675" y="747518"/>
                  </a:lnTo>
                  <a:lnTo>
                    <a:pt x="1904692" y="747522"/>
                  </a:lnTo>
                  <a:lnTo>
                    <a:pt x="1904712" y="747528"/>
                  </a:lnTo>
                  <a:lnTo>
                    <a:pt x="1904726" y="747532"/>
                  </a:lnTo>
                  <a:lnTo>
                    <a:pt x="1904785" y="747528"/>
                  </a:lnTo>
                  <a:lnTo>
                    <a:pt x="1904813" y="747519"/>
                  </a:lnTo>
                  <a:lnTo>
                    <a:pt x="1904820" y="747516"/>
                  </a:lnTo>
                  <a:lnTo>
                    <a:pt x="1904833" y="747512"/>
                  </a:lnTo>
                  <a:lnTo>
                    <a:pt x="1905470" y="747309"/>
                  </a:lnTo>
                  <a:lnTo>
                    <a:pt x="1905500" y="747307"/>
                  </a:lnTo>
                  <a:lnTo>
                    <a:pt x="1905544" y="747304"/>
                  </a:lnTo>
                  <a:lnTo>
                    <a:pt x="1905565" y="747302"/>
                  </a:lnTo>
                  <a:lnTo>
                    <a:pt x="1905738" y="747345"/>
                  </a:lnTo>
                  <a:lnTo>
                    <a:pt x="1905810" y="747362"/>
                  </a:lnTo>
                  <a:lnTo>
                    <a:pt x="1906105" y="747434"/>
                  </a:lnTo>
                  <a:lnTo>
                    <a:pt x="1906634" y="747562"/>
                  </a:lnTo>
                  <a:lnTo>
                    <a:pt x="1906830" y="747610"/>
                  </a:lnTo>
                  <a:lnTo>
                    <a:pt x="1906907" y="747629"/>
                  </a:lnTo>
                  <a:lnTo>
                    <a:pt x="1906991" y="747649"/>
                  </a:lnTo>
                  <a:lnTo>
                    <a:pt x="1907203" y="747701"/>
                  </a:lnTo>
                  <a:lnTo>
                    <a:pt x="1907230" y="747849"/>
                  </a:lnTo>
                  <a:lnTo>
                    <a:pt x="1907243" y="747851"/>
                  </a:lnTo>
                  <a:lnTo>
                    <a:pt x="1907532" y="747838"/>
                  </a:lnTo>
                  <a:lnTo>
                    <a:pt x="1907565" y="747836"/>
                  </a:lnTo>
                  <a:lnTo>
                    <a:pt x="1907581" y="747824"/>
                  </a:lnTo>
                  <a:lnTo>
                    <a:pt x="1907587" y="747814"/>
                  </a:lnTo>
                  <a:lnTo>
                    <a:pt x="1907591" y="747808"/>
                  </a:lnTo>
                  <a:lnTo>
                    <a:pt x="1907599" y="747793"/>
                  </a:lnTo>
                  <a:lnTo>
                    <a:pt x="1907617" y="747755"/>
                  </a:lnTo>
                  <a:lnTo>
                    <a:pt x="1907623" y="747742"/>
                  </a:lnTo>
                  <a:lnTo>
                    <a:pt x="1907664" y="747654"/>
                  </a:lnTo>
                  <a:lnTo>
                    <a:pt x="1907666" y="747649"/>
                  </a:lnTo>
                  <a:lnTo>
                    <a:pt x="1907673" y="747633"/>
                  </a:lnTo>
                  <a:lnTo>
                    <a:pt x="1908396" y="747756"/>
                  </a:lnTo>
                  <a:lnTo>
                    <a:pt x="1908402" y="747758"/>
                  </a:lnTo>
                  <a:lnTo>
                    <a:pt x="1908683" y="747843"/>
                  </a:lnTo>
                  <a:lnTo>
                    <a:pt x="1908884" y="747905"/>
                  </a:lnTo>
                  <a:lnTo>
                    <a:pt x="1908970" y="747931"/>
                  </a:lnTo>
                  <a:lnTo>
                    <a:pt x="1909541" y="747963"/>
                  </a:lnTo>
                  <a:lnTo>
                    <a:pt x="1909551" y="747961"/>
                  </a:lnTo>
                  <a:lnTo>
                    <a:pt x="1909934" y="747896"/>
                  </a:lnTo>
                  <a:lnTo>
                    <a:pt x="1909942" y="747899"/>
                  </a:lnTo>
                  <a:lnTo>
                    <a:pt x="1910212" y="748001"/>
                  </a:lnTo>
                  <a:lnTo>
                    <a:pt x="1910217" y="748009"/>
                  </a:lnTo>
                  <a:lnTo>
                    <a:pt x="1910227" y="748028"/>
                  </a:lnTo>
                  <a:lnTo>
                    <a:pt x="1910234" y="748042"/>
                  </a:lnTo>
                  <a:lnTo>
                    <a:pt x="1910306" y="748182"/>
                  </a:lnTo>
                  <a:lnTo>
                    <a:pt x="1910322" y="748213"/>
                  </a:lnTo>
                  <a:lnTo>
                    <a:pt x="1910336" y="748241"/>
                  </a:lnTo>
                  <a:lnTo>
                    <a:pt x="1910351" y="748256"/>
                  </a:lnTo>
                  <a:lnTo>
                    <a:pt x="1910362" y="748267"/>
                  </a:lnTo>
                  <a:lnTo>
                    <a:pt x="1910446" y="748351"/>
                  </a:lnTo>
                  <a:lnTo>
                    <a:pt x="1910466" y="748343"/>
                  </a:lnTo>
                  <a:lnTo>
                    <a:pt x="1910491" y="748333"/>
                  </a:lnTo>
                  <a:lnTo>
                    <a:pt x="1910548" y="748308"/>
                  </a:lnTo>
                  <a:lnTo>
                    <a:pt x="1910618" y="748279"/>
                  </a:lnTo>
                  <a:lnTo>
                    <a:pt x="1910676" y="748276"/>
                  </a:lnTo>
                  <a:lnTo>
                    <a:pt x="1910844" y="748266"/>
                  </a:lnTo>
                  <a:lnTo>
                    <a:pt x="1911160" y="748291"/>
                  </a:lnTo>
                  <a:lnTo>
                    <a:pt x="1911276" y="748301"/>
                  </a:lnTo>
                  <a:lnTo>
                    <a:pt x="1911274" y="748323"/>
                  </a:lnTo>
                  <a:lnTo>
                    <a:pt x="1911256" y="748511"/>
                  </a:lnTo>
                  <a:lnTo>
                    <a:pt x="1911245" y="748631"/>
                  </a:lnTo>
                  <a:lnTo>
                    <a:pt x="1911407" y="748627"/>
                  </a:lnTo>
                  <a:lnTo>
                    <a:pt x="1911433" y="748626"/>
                  </a:lnTo>
                  <a:lnTo>
                    <a:pt x="1911813" y="748603"/>
                  </a:lnTo>
                  <a:lnTo>
                    <a:pt x="1911939" y="748567"/>
                  </a:lnTo>
                  <a:lnTo>
                    <a:pt x="1911983" y="748390"/>
                  </a:lnTo>
                  <a:lnTo>
                    <a:pt x="1912372" y="748471"/>
                  </a:lnTo>
                  <a:lnTo>
                    <a:pt x="1912389" y="748475"/>
                  </a:lnTo>
                  <a:lnTo>
                    <a:pt x="1912675" y="748535"/>
                  </a:lnTo>
                  <a:lnTo>
                    <a:pt x="1912930" y="748508"/>
                  </a:lnTo>
                  <a:lnTo>
                    <a:pt x="1912995" y="748550"/>
                  </a:lnTo>
                  <a:lnTo>
                    <a:pt x="1913029" y="748594"/>
                  </a:lnTo>
                  <a:lnTo>
                    <a:pt x="1913060" y="748681"/>
                  </a:lnTo>
                  <a:lnTo>
                    <a:pt x="1913100" y="748814"/>
                  </a:lnTo>
                  <a:lnTo>
                    <a:pt x="1913111" y="748916"/>
                  </a:lnTo>
                  <a:lnTo>
                    <a:pt x="1913132" y="749014"/>
                  </a:lnTo>
                  <a:lnTo>
                    <a:pt x="1913154" y="749048"/>
                  </a:lnTo>
                  <a:lnTo>
                    <a:pt x="1913426" y="748962"/>
                  </a:lnTo>
                  <a:lnTo>
                    <a:pt x="1913463" y="748941"/>
                  </a:lnTo>
                  <a:lnTo>
                    <a:pt x="1913407" y="748774"/>
                  </a:lnTo>
                  <a:lnTo>
                    <a:pt x="1913347" y="748594"/>
                  </a:lnTo>
                  <a:lnTo>
                    <a:pt x="1913343" y="748581"/>
                  </a:lnTo>
                  <a:lnTo>
                    <a:pt x="1913661" y="748569"/>
                  </a:lnTo>
                  <a:lnTo>
                    <a:pt x="1913852" y="748597"/>
                  </a:lnTo>
                  <a:lnTo>
                    <a:pt x="1914214" y="748763"/>
                  </a:lnTo>
                  <a:lnTo>
                    <a:pt x="1914296" y="748862"/>
                  </a:lnTo>
                  <a:lnTo>
                    <a:pt x="1914219" y="748979"/>
                  </a:lnTo>
                  <a:lnTo>
                    <a:pt x="1914206" y="748979"/>
                  </a:lnTo>
                  <a:lnTo>
                    <a:pt x="1914197" y="748978"/>
                  </a:lnTo>
                  <a:lnTo>
                    <a:pt x="1913963" y="748966"/>
                  </a:lnTo>
                  <a:lnTo>
                    <a:pt x="1913924" y="748964"/>
                  </a:lnTo>
                  <a:lnTo>
                    <a:pt x="1913695" y="749075"/>
                  </a:lnTo>
                  <a:lnTo>
                    <a:pt x="1913740" y="749178"/>
                  </a:lnTo>
                  <a:lnTo>
                    <a:pt x="1913771" y="749242"/>
                  </a:lnTo>
                  <a:lnTo>
                    <a:pt x="1913840" y="749289"/>
                  </a:lnTo>
                  <a:lnTo>
                    <a:pt x="1913914" y="749309"/>
                  </a:lnTo>
                  <a:lnTo>
                    <a:pt x="1914570" y="749263"/>
                  </a:lnTo>
                  <a:lnTo>
                    <a:pt x="1914775" y="749091"/>
                  </a:lnTo>
                  <a:lnTo>
                    <a:pt x="1914887" y="749250"/>
                  </a:lnTo>
                  <a:lnTo>
                    <a:pt x="1914962" y="749613"/>
                  </a:lnTo>
                  <a:lnTo>
                    <a:pt x="1915089" y="750225"/>
                  </a:lnTo>
                  <a:lnTo>
                    <a:pt x="1915073" y="750543"/>
                  </a:lnTo>
                  <a:lnTo>
                    <a:pt x="1915124" y="750521"/>
                  </a:lnTo>
                  <a:lnTo>
                    <a:pt x="1915222" y="750503"/>
                  </a:lnTo>
                  <a:lnTo>
                    <a:pt x="1915307" y="750154"/>
                  </a:lnTo>
                  <a:lnTo>
                    <a:pt x="1915147" y="749878"/>
                  </a:lnTo>
                  <a:lnTo>
                    <a:pt x="1915134" y="749323"/>
                  </a:lnTo>
                  <a:lnTo>
                    <a:pt x="1915133" y="749305"/>
                  </a:lnTo>
                  <a:lnTo>
                    <a:pt x="1915599" y="749304"/>
                  </a:lnTo>
                  <a:lnTo>
                    <a:pt x="1916895" y="749302"/>
                  </a:lnTo>
                  <a:lnTo>
                    <a:pt x="1916902" y="749302"/>
                  </a:lnTo>
                  <a:lnTo>
                    <a:pt x="1918118" y="749300"/>
                  </a:lnTo>
                  <a:lnTo>
                    <a:pt x="1918147" y="749300"/>
                  </a:lnTo>
                  <a:lnTo>
                    <a:pt x="1918226" y="749300"/>
                  </a:lnTo>
                  <a:lnTo>
                    <a:pt x="1918241" y="749309"/>
                  </a:lnTo>
                  <a:lnTo>
                    <a:pt x="1918233" y="749431"/>
                  </a:lnTo>
                  <a:lnTo>
                    <a:pt x="1918160" y="749599"/>
                  </a:lnTo>
                  <a:lnTo>
                    <a:pt x="1917918" y="750054"/>
                  </a:lnTo>
                  <a:lnTo>
                    <a:pt x="1917627" y="750266"/>
                  </a:lnTo>
                  <a:lnTo>
                    <a:pt x="1917550" y="750487"/>
                  </a:lnTo>
                  <a:lnTo>
                    <a:pt x="1917557" y="750615"/>
                  </a:lnTo>
                  <a:lnTo>
                    <a:pt x="1917611" y="750807"/>
                  </a:lnTo>
                  <a:lnTo>
                    <a:pt x="1917649" y="750841"/>
                  </a:lnTo>
                  <a:lnTo>
                    <a:pt x="1917737" y="750807"/>
                  </a:lnTo>
                  <a:lnTo>
                    <a:pt x="1917836" y="750876"/>
                  </a:lnTo>
                  <a:lnTo>
                    <a:pt x="1917868" y="750580"/>
                  </a:lnTo>
                  <a:lnTo>
                    <a:pt x="1917889" y="750387"/>
                  </a:lnTo>
                  <a:lnTo>
                    <a:pt x="1917935" y="750397"/>
                  </a:lnTo>
                  <a:lnTo>
                    <a:pt x="1918106" y="750434"/>
                  </a:lnTo>
                  <a:lnTo>
                    <a:pt x="1918185" y="750203"/>
                  </a:lnTo>
                  <a:lnTo>
                    <a:pt x="1918219" y="750101"/>
                  </a:lnTo>
                  <a:lnTo>
                    <a:pt x="1918251" y="750006"/>
                  </a:lnTo>
                  <a:lnTo>
                    <a:pt x="1918273" y="749940"/>
                  </a:lnTo>
                  <a:lnTo>
                    <a:pt x="1918476" y="749502"/>
                  </a:lnTo>
                  <a:lnTo>
                    <a:pt x="1919114" y="749504"/>
                  </a:lnTo>
                  <a:lnTo>
                    <a:pt x="1919535" y="749625"/>
                  </a:lnTo>
                  <a:lnTo>
                    <a:pt x="1919548" y="749625"/>
                  </a:lnTo>
                  <a:lnTo>
                    <a:pt x="1919974" y="749642"/>
                  </a:lnTo>
                  <a:lnTo>
                    <a:pt x="1920109" y="749648"/>
                  </a:lnTo>
                  <a:lnTo>
                    <a:pt x="1920402" y="749659"/>
                  </a:lnTo>
                  <a:lnTo>
                    <a:pt x="1920556" y="749679"/>
                  </a:lnTo>
                  <a:lnTo>
                    <a:pt x="1920619" y="749687"/>
                  </a:lnTo>
                  <a:lnTo>
                    <a:pt x="1921295" y="749775"/>
                  </a:lnTo>
                  <a:lnTo>
                    <a:pt x="1921373" y="749823"/>
                  </a:lnTo>
                  <a:lnTo>
                    <a:pt x="1921662" y="750000"/>
                  </a:lnTo>
                  <a:lnTo>
                    <a:pt x="1921666" y="750003"/>
                  </a:lnTo>
                  <a:lnTo>
                    <a:pt x="1921894" y="750168"/>
                  </a:lnTo>
                  <a:lnTo>
                    <a:pt x="1922027" y="750264"/>
                  </a:lnTo>
                  <a:lnTo>
                    <a:pt x="1922032" y="750268"/>
                  </a:lnTo>
                  <a:lnTo>
                    <a:pt x="1922033" y="750832"/>
                  </a:lnTo>
                  <a:lnTo>
                    <a:pt x="1922033" y="750986"/>
                  </a:lnTo>
                  <a:lnTo>
                    <a:pt x="1922033" y="751098"/>
                  </a:lnTo>
                  <a:lnTo>
                    <a:pt x="1922066" y="751098"/>
                  </a:lnTo>
                  <a:lnTo>
                    <a:pt x="1922088" y="751099"/>
                  </a:lnTo>
                  <a:lnTo>
                    <a:pt x="1922092" y="751229"/>
                  </a:lnTo>
                  <a:lnTo>
                    <a:pt x="1922102" y="751575"/>
                  </a:lnTo>
                  <a:lnTo>
                    <a:pt x="1922102" y="751632"/>
                  </a:lnTo>
                  <a:lnTo>
                    <a:pt x="1922107" y="751965"/>
                  </a:lnTo>
                  <a:lnTo>
                    <a:pt x="1922108" y="752013"/>
                  </a:lnTo>
                  <a:lnTo>
                    <a:pt x="1922515" y="752161"/>
                  </a:lnTo>
                  <a:lnTo>
                    <a:pt x="1922830" y="752107"/>
                  </a:lnTo>
                  <a:lnTo>
                    <a:pt x="1923039" y="752594"/>
                  </a:lnTo>
                  <a:lnTo>
                    <a:pt x="1923191" y="752640"/>
                  </a:lnTo>
                  <a:lnTo>
                    <a:pt x="1923248" y="752613"/>
                  </a:lnTo>
                  <a:lnTo>
                    <a:pt x="1923240" y="752435"/>
                  </a:lnTo>
                  <a:lnTo>
                    <a:pt x="1923312" y="752358"/>
                  </a:lnTo>
                  <a:lnTo>
                    <a:pt x="1923341" y="752326"/>
                  </a:lnTo>
                  <a:lnTo>
                    <a:pt x="1923518" y="752189"/>
                  </a:lnTo>
                  <a:lnTo>
                    <a:pt x="1924042" y="752036"/>
                  </a:lnTo>
                  <a:lnTo>
                    <a:pt x="1924271" y="752105"/>
                  </a:lnTo>
                  <a:lnTo>
                    <a:pt x="1924432" y="752234"/>
                  </a:lnTo>
                  <a:lnTo>
                    <a:pt x="1924457" y="752272"/>
                  </a:lnTo>
                  <a:lnTo>
                    <a:pt x="1924511" y="752354"/>
                  </a:lnTo>
                  <a:lnTo>
                    <a:pt x="1924517" y="752364"/>
                  </a:lnTo>
                  <a:lnTo>
                    <a:pt x="1924706" y="752347"/>
                  </a:lnTo>
                  <a:lnTo>
                    <a:pt x="1924746" y="752344"/>
                  </a:lnTo>
                  <a:lnTo>
                    <a:pt x="1924806" y="752338"/>
                  </a:lnTo>
                  <a:lnTo>
                    <a:pt x="1925109" y="752311"/>
                  </a:lnTo>
                  <a:lnTo>
                    <a:pt x="1925124" y="752310"/>
                  </a:lnTo>
                  <a:lnTo>
                    <a:pt x="1925216" y="752301"/>
                  </a:lnTo>
                  <a:lnTo>
                    <a:pt x="1925223" y="752301"/>
                  </a:lnTo>
                  <a:lnTo>
                    <a:pt x="1925251" y="752305"/>
                  </a:lnTo>
                  <a:lnTo>
                    <a:pt x="1925414" y="752327"/>
                  </a:lnTo>
                  <a:lnTo>
                    <a:pt x="1925552" y="752345"/>
                  </a:lnTo>
                  <a:lnTo>
                    <a:pt x="1925616" y="752353"/>
                  </a:lnTo>
                  <a:lnTo>
                    <a:pt x="1925845" y="752383"/>
                  </a:lnTo>
                  <a:lnTo>
                    <a:pt x="1925881" y="752388"/>
                  </a:lnTo>
                  <a:lnTo>
                    <a:pt x="1925900" y="752390"/>
                  </a:lnTo>
                  <a:lnTo>
                    <a:pt x="1926234" y="752583"/>
                  </a:lnTo>
                  <a:lnTo>
                    <a:pt x="1926276" y="752606"/>
                  </a:lnTo>
                  <a:lnTo>
                    <a:pt x="1926293" y="752616"/>
                  </a:lnTo>
                  <a:lnTo>
                    <a:pt x="1926331" y="752580"/>
                  </a:lnTo>
                  <a:lnTo>
                    <a:pt x="1926369" y="752543"/>
                  </a:lnTo>
                  <a:lnTo>
                    <a:pt x="1926616" y="752304"/>
                  </a:lnTo>
                  <a:lnTo>
                    <a:pt x="1926691" y="752231"/>
                  </a:lnTo>
                  <a:lnTo>
                    <a:pt x="1926701" y="752222"/>
                  </a:lnTo>
                  <a:lnTo>
                    <a:pt x="1926705" y="752217"/>
                  </a:lnTo>
                  <a:lnTo>
                    <a:pt x="1926697" y="752214"/>
                  </a:lnTo>
                  <a:lnTo>
                    <a:pt x="1926470" y="752114"/>
                  </a:lnTo>
                  <a:lnTo>
                    <a:pt x="1926229" y="752149"/>
                  </a:lnTo>
                  <a:lnTo>
                    <a:pt x="1926102" y="752125"/>
                  </a:lnTo>
                  <a:lnTo>
                    <a:pt x="1926091" y="752106"/>
                  </a:lnTo>
                  <a:lnTo>
                    <a:pt x="1925854" y="751497"/>
                  </a:lnTo>
                  <a:lnTo>
                    <a:pt x="1925972" y="751142"/>
                  </a:lnTo>
                  <a:lnTo>
                    <a:pt x="1926119" y="750752"/>
                  </a:lnTo>
                  <a:lnTo>
                    <a:pt x="1926112" y="750739"/>
                  </a:lnTo>
                  <a:lnTo>
                    <a:pt x="1926034" y="750592"/>
                  </a:lnTo>
                  <a:lnTo>
                    <a:pt x="1926360" y="750420"/>
                  </a:lnTo>
                  <a:lnTo>
                    <a:pt x="1926716" y="750232"/>
                  </a:lnTo>
                  <a:lnTo>
                    <a:pt x="1926726" y="750226"/>
                  </a:lnTo>
                  <a:lnTo>
                    <a:pt x="1926929" y="750535"/>
                  </a:lnTo>
                  <a:lnTo>
                    <a:pt x="1927503" y="750697"/>
                  </a:lnTo>
                  <a:lnTo>
                    <a:pt x="1927534" y="750568"/>
                  </a:lnTo>
                  <a:lnTo>
                    <a:pt x="1927479" y="750382"/>
                  </a:lnTo>
                  <a:lnTo>
                    <a:pt x="1927416" y="750321"/>
                  </a:lnTo>
                  <a:lnTo>
                    <a:pt x="1927385" y="750246"/>
                  </a:lnTo>
                  <a:lnTo>
                    <a:pt x="1927360" y="750113"/>
                  </a:lnTo>
                  <a:lnTo>
                    <a:pt x="1927376" y="750083"/>
                  </a:lnTo>
                  <a:lnTo>
                    <a:pt x="1927614" y="750064"/>
                  </a:lnTo>
                  <a:lnTo>
                    <a:pt x="1927665" y="750060"/>
                  </a:lnTo>
                  <a:lnTo>
                    <a:pt x="1927892" y="750204"/>
                  </a:lnTo>
                  <a:lnTo>
                    <a:pt x="1928071" y="750276"/>
                  </a:lnTo>
                  <a:lnTo>
                    <a:pt x="1928077" y="750274"/>
                  </a:lnTo>
                  <a:lnTo>
                    <a:pt x="1928106" y="750263"/>
                  </a:lnTo>
                  <a:lnTo>
                    <a:pt x="1928105" y="750253"/>
                  </a:lnTo>
                  <a:lnTo>
                    <a:pt x="1928096" y="750177"/>
                  </a:lnTo>
                  <a:lnTo>
                    <a:pt x="1928074" y="749984"/>
                  </a:lnTo>
                  <a:lnTo>
                    <a:pt x="1928070" y="749951"/>
                  </a:lnTo>
                  <a:lnTo>
                    <a:pt x="1928065" y="749915"/>
                  </a:lnTo>
                  <a:lnTo>
                    <a:pt x="1928060" y="749868"/>
                  </a:lnTo>
                  <a:lnTo>
                    <a:pt x="1928055" y="749830"/>
                  </a:lnTo>
                  <a:lnTo>
                    <a:pt x="1928054" y="749823"/>
                  </a:lnTo>
                  <a:lnTo>
                    <a:pt x="1927988" y="749586"/>
                  </a:lnTo>
                  <a:lnTo>
                    <a:pt x="1927978" y="749549"/>
                  </a:lnTo>
                  <a:lnTo>
                    <a:pt x="1927974" y="749534"/>
                  </a:lnTo>
                  <a:lnTo>
                    <a:pt x="1927970" y="749520"/>
                  </a:lnTo>
                  <a:lnTo>
                    <a:pt x="1927967" y="749506"/>
                  </a:lnTo>
                  <a:lnTo>
                    <a:pt x="1927966" y="749474"/>
                  </a:lnTo>
                  <a:lnTo>
                    <a:pt x="1927966" y="749469"/>
                  </a:lnTo>
                  <a:lnTo>
                    <a:pt x="1927965" y="749442"/>
                  </a:lnTo>
                  <a:lnTo>
                    <a:pt x="1927638" y="749493"/>
                  </a:lnTo>
                  <a:lnTo>
                    <a:pt x="1927624" y="749497"/>
                  </a:lnTo>
                  <a:lnTo>
                    <a:pt x="1927618" y="749499"/>
                  </a:lnTo>
                  <a:lnTo>
                    <a:pt x="1927609" y="749502"/>
                  </a:lnTo>
                  <a:lnTo>
                    <a:pt x="1927546" y="749423"/>
                  </a:lnTo>
                  <a:lnTo>
                    <a:pt x="1927541" y="749396"/>
                  </a:lnTo>
                  <a:lnTo>
                    <a:pt x="1927538" y="749381"/>
                  </a:lnTo>
                  <a:lnTo>
                    <a:pt x="1927510" y="749235"/>
                  </a:lnTo>
                  <a:lnTo>
                    <a:pt x="1927507" y="749196"/>
                  </a:lnTo>
                  <a:lnTo>
                    <a:pt x="1927499" y="749104"/>
                  </a:lnTo>
                  <a:lnTo>
                    <a:pt x="1927497" y="749085"/>
                  </a:lnTo>
                  <a:lnTo>
                    <a:pt x="1927494" y="749053"/>
                  </a:lnTo>
                  <a:lnTo>
                    <a:pt x="1927494" y="749046"/>
                  </a:lnTo>
                  <a:lnTo>
                    <a:pt x="1927501" y="749040"/>
                  </a:lnTo>
                  <a:lnTo>
                    <a:pt x="1927513" y="749032"/>
                  </a:lnTo>
                  <a:lnTo>
                    <a:pt x="1927567" y="749013"/>
                  </a:lnTo>
                  <a:lnTo>
                    <a:pt x="1927571" y="749012"/>
                  </a:lnTo>
                  <a:lnTo>
                    <a:pt x="1927624" y="749001"/>
                  </a:lnTo>
                  <a:lnTo>
                    <a:pt x="1927647" y="748996"/>
                  </a:lnTo>
                  <a:lnTo>
                    <a:pt x="1927708" y="748982"/>
                  </a:lnTo>
                  <a:lnTo>
                    <a:pt x="1927708" y="748976"/>
                  </a:lnTo>
                  <a:lnTo>
                    <a:pt x="1927707" y="748969"/>
                  </a:lnTo>
                  <a:lnTo>
                    <a:pt x="1928255" y="748852"/>
                  </a:lnTo>
                  <a:lnTo>
                    <a:pt x="1928256" y="748845"/>
                  </a:lnTo>
                  <a:lnTo>
                    <a:pt x="1928255" y="748836"/>
                  </a:lnTo>
                  <a:lnTo>
                    <a:pt x="1928306" y="748832"/>
                  </a:lnTo>
                  <a:lnTo>
                    <a:pt x="1928368" y="748828"/>
                  </a:lnTo>
                  <a:lnTo>
                    <a:pt x="1928459" y="748821"/>
                  </a:lnTo>
                  <a:lnTo>
                    <a:pt x="1928525" y="748816"/>
                  </a:lnTo>
                  <a:lnTo>
                    <a:pt x="1928620" y="748810"/>
                  </a:lnTo>
                  <a:lnTo>
                    <a:pt x="1928703" y="748804"/>
                  </a:lnTo>
                  <a:lnTo>
                    <a:pt x="1928795" y="748797"/>
                  </a:lnTo>
                  <a:lnTo>
                    <a:pt x="1928851" y="748793"/>
                  </a:lnTo>
                  <a:lnTo>
                    <a:pt x="1928905" y="748789"/>
                  </a:lnTo>
                  <a:lnTo>
                    <a:pt x="1928984" y="748784"/>
                  </a:lnTo>
                  <a:lnTo>
                    <a:pt x="1928986" y="748829"/>
                  </a:lnTo>
                  <a:lnTo>
                    <a:pt x="1928988" y="748874"/>
                  </a:lnTo>
                  <a:lnTo>
                    <a:pt x="1928995" y="749079"/>
                  </a:lnTo>
                  <a:lnTo>
                    <a:pt x="1928999" y="749181"/>
                  </a:lnTo>
                  <a:lnTo>
                    <a:pt x="1929003" y="749285"/>
                  </a:lnTo>
                  <a:lnTo>
                    <a:pt x="1929004" y="749318"/>
                  </a:lnTo>
                  <a:lnTo>
                    <a:pt x="1929005" y="749342"/>
                  </a:lnTo>
                  <a:lnTo>
                    <a:pt x="1929005" y="749357"/>
                  </a:lnTo>
                  <a:lnTo>
                    <a:pt x="1929007" y="749398"/>
                  </a:lnTo>
                  <a:lnTo>
                    <a:pt x="1929011" y="749505"/>
                  </a:lnTo>
                  <a:lnTo>
                    <a:pt x="1929084" y="749491"/>
                  </a:lnTo>
                  <a:lnTo>
                    <a:pt x="1929105" y="749487"/>
                  </a:lnTo>
                  <a:lnTo>
                    <a:pt x="1929230" y="749463"/>
                  </a:lnTo>
                  <a:lnTo>
                    <a:pt x="1929545" y="749401"/>
                  </a:lnTo>
                  <a:lnTo>
                    <a:pt x="1929790" y="749354"/>
                  </a:lnTo>
                  <a:lnTo>
                    <a:pt x="1929828" y="749346"/>
                  </a:lnTo>
                  <a:lnTo>
                    <a:pt x="1929889" y="749335"/>
                  </a:lnTo>
                  <a:lnTo>
                    <a:pt x="1930079" y="749298"/>
                  </a:lnTo>
                  <a:lnTo>
                    <a:pt x="1930153" y="749294"/>
                  </a:lnTo>
                  <a:lnTo>
                    <a:pt x="1930306" y="749316"/>
                  </a:lnTo>
                  <a:lnTo>
                    <a:pt x="1930314" y="749317"/>
                  </a:lnTo>
                  <a:lnTo>
                    <a:pt x="1930334" y="749335"/>
                  </a:lnTo>
                  <a:lnTo>
                    <a:pt x="1930339" y="749370"/>
                  </a:lnTo>
                  <a:lnTo>
                    <a:pt x="1930335" y="749391"/>
                  </a:lnTo>
                  <a:lnTo>
                    <a:pt x="1930172" y="749482"/>
                  </a:lnTo>
                  <a:lnTo>
                    <a:pt x="1930062" y="749511"/>
                  </a:lnTo>
                  <a:lnTo>
                    <a:pt x="1930034" y="749577"/>
                  </a:lnTo>
                  <a:lnTo>
                    <a:pt x="1930116" y="749769"/>
                  </a:lnTo>
                  <a:lnTo>
                    <a:pt x="1930168" y="749815"/>
                  </a:lnTo>
                  <a:lnTo>
                    <a:pt x="1930226" y="749818"/>
                  </a:lnTo>
                  <a:lnTo>
                    <a:pt x="1930438" y="749781"/>
                  </a:lnTo>
                  <a:lnTo>
                    <a:pt x="1930443" y="749684"/>
                  </a:lnTo>
                  <a:lnTo>
                    <a:pt x="1930451" y="749545"/>
                  </a:lnTo>
                  <a:lnTo>
                    <a:pt x="1930580" y="749474"/>
                  </a:lnTo>
                  <a:lnTo>
                    <a:pt x="1930675" y="749465"/>
                  </a:lnTo>
                  <a:lnTo>
                    <a:pt x="1930903" y="749779"/>
                  </a:lnTo>
                  <a:lnTo>
                    <a:pt x="1930933" y="749819"/>
                  </a:lnTo>
                  <a:lnTo>
                    <a:pt x="1930932" y="749835"/>
                  </a:lnTo>
                  <a:lnTo>
                    <a:pt x="1930932" y="749856"/>
                  </a:lnTo>
                  <a:lnTo>
                    <a:pt x="1930932" y="749876"/>
                  </a:lnTo>
                  <a:lnTo>
                    <a:pt x="1930932" y="749954"/>
                  </a:lnTo>
                  <a:lnTo>
                    <a:pt x="1930923" y="749983"/>
                  </a:lnTo>
                  <a:lnTo>
                    <a:pt x="1930913" y="750002"/>
                  </a:lnTo>
                  <a:lnTo>
                    <a:pt x="1930906" y="750008"/>
                  </a:lnTo>
                  <a:lnTo>
                    <a:pt x="1930874" y="750036"/>
                  </a:lnTo>
                  <a:lnTo>
                    <a:pt x="1930847" y="750064"/>
                  </a:lnTo>
                  <a:lnTo>
                    <a:pt x="1930848" y="750156"/>
                  </a:lnTo>
                  <a:lnTo>
                    <a:pt x="1930858" y="750167"/>
                  </a:lnTo>
                  <a:lnTo>
                    <a:pt x="1930869" y="750166"/>
                  </a:lnTo>
                  <a:lnTo>
                    <a:pt x="1930897" y="750115"/>
                  </a:lnTo>
                  <a:lnTo>
                    <a:pt x="1930951" y="750079"/>
                  </a:lnTo>
                  <a:lnTo>
                    <a:pt x="1930987" y="750083"/>
                  </a:lnTo>
                  <a:lnTo>
                    <a:pt x="1931308" y="750126"/>
                  </a:lnTo>
                  <a:lnTo>
                    <a:pt x="1931369" y="750179"/>
                  </a:lnTo>
                  <a:lnTo>
                    <a:pt x="1931374" y="750203"/>
                  </a:lnTo>
                  <a:lnTo>
                    <a:pt x="1931414" y="750388"/>
                  </a:lnTo>
                  <a:lnTo>
                    <a:pt x="1931418" y="750567"/>
                  </a:lnTo>
                  <a:lnTo>
                    <a:pt x="1931443" y="750777"/>
                  </a:lnTo>
                  <a:lnTo>
                    <a:pt x="1931685" y="750775"/>
                  </a:lnTo>
                  <a:lnTo>
                    <a:pt x="1931745" y="750748"/>
                  </a:lnTo>
                  <a:lnTo>
                    <a:pt x="1931751" y="750716"/>
                  </a:lnTo>
                  <a:lnTo>
                    <a:pt x="1931774" y="750580"/>
                  </a:lnTo>
                  <a:lnTo>
                    <a:pt x="1931793" y="750544"/>
                  </a:lnTo>
                  <a:lnTo>
                    <a:pt x="1931894" y="750559"/>
                  </a:lnTo>
                  <a:lnTo>
                    <a:pt x="1931912" y="750561"/>
                  </a:lnTo>
                  <a:lnTo>
                    <a:pt x="1931976" y="750597"/>
                  </a:lnTo>
                  <a:lnTo>
                    <a:pt x="1931995" y="750608"/>
                  </a:lnTo>
                  <a:lnTo>
                    <a:pt x="1932052" y="750704"/>
                  </a:lnTo>
                  <a:lnTo>
                    <a:pt x="1932244" y="750793"/>
                  </a:lnTo>
                  <a:lnTo>
                    <a:pt x="1932533" y="750706"/>
                  </a:lnTo>
                  <a:lnTo>
                    <a:pt x="1932750" y="750507"/>
                  </a:lnTo>
                  <a:lnTo>
                    <a:pt x="1933034" y="750523"/>
                  </a:lnTo>
                  <a:lnTo>
                    <a:pt x="1933196" y="750569"/>
                  </a:lnTo>
                  <a:lnTo>
                    <a:pt x="1933328" y="750600"/>
                  </a:lnTo>
                  <a:lnTo>
                    <a:pt x="1933358" y="750608"/>
                  </a:lnTo>
                  <a:lnTo>
                    <a:pt x="1933369" y="750610"/>
                  </a:lnTo>
                  <a:lnTo>
                    <a:pt x="1933476" y="750636"/>
                  </a:lnTo>
                  <a:lnTo>
                    <a:pt x="1934164" y="750763"/>
                  </a:lnTo>
                  <a:lnTo>
                    <a:pt x="1934649" y="750553"/>
                  </a:lnTo>
                  <a:lnTo>
                    <a:pt x="1934926" y="750151"/>
                  </a:lnTo>
                  <a:lnTo>
                    <a:pt x="1934953" y="750054"/>
                  </a:lnTo>
                  <a:lnTo>
                    <a:pt x="1934895" y="749361"/>
                  </a:lnTo>
                  <a:lnTo>
                    <a:pt x="1934890" y="749294"/>
                  </a:lnTo>
                  <a:lnTo>
                    <a:pt x="1934887" y="749266"/>
                  </a:lnTo>
                  <a:lnTo>
                    <a:pt x="1934870" y="749058"/>
                  </a:lnTo>
                  <a:lnTo>
                    <a:pt x="1934774" y="749046"/>
                  </a:lnTo>
                  <a:lnTo>
                    <a:pt x="1934633" y="749074"/>
                  </a:lnTo>
                  <a:lnTo>
                    <a:pt x="1934564" y="749061"/>
                  </a:lnTo>
                  <a:lnTo>
                    <a:pt x="1934506" y="749019"/>
                  </a:lnTo>
                  <a:lnTo>
                    <a:pt x="1934488" y="748986"/>
                  </a:lnTo>
                  <a:lnTo>
                    <a:pt x="1934430" y="748883"/>
                  </a:lnTo>
                  <a:lnTo>
                    <a:pt x="1934476" y="748836"/>
                  </a:lnTo>
                  <a:lnTo>
                    <a:pt x="1934665" y="748639"/>
                  </a:lnTo>
                  <a:lnTo>
                    <a:pt x="1934834" y="748640"/>
                  </a:lnTo>
                  <a:lnTo>
                    <a:pt x="1934826" y="748559"/>
                  </a:lnTo>
                  <a:lnTo>
                    <a:pt x="1934819" y="748477"/>
                  </a:lnTo>
                  <a:lnTo>
                    <a:pt x="1934808" y="748347"/>
                  </a:lnTo>
                  <a:lnTo>
                    <a:pt x="1934741" y="747547"/>
                  </a:lnTo>
                  <a:lnTo>
                    <a:pt x="1934723" y="747336"/>
                  </a:lnTo>
                  <a:lnTo>
                    <a:pt x="1935459" y="747288"/>
                  </a:lnTo>
                  <a:lnTo>
                    <a:pt x="1936515" y="747431"/>
                  </a:lnTo>
                  <a:lnTo>
                    <a:pt x="1936605" y="747443"/>
                  </a:lnTo>
                  <a:lnTo>
                    <a:pt x="1936626" y="747446"/>
                  </a:lnTo>
                  <a:lnTo>
                    <a:pt x="1936644" y="747474"/>
                  </a:lnTo>
                  <a:lnTo>
                    <a:pt x="1936633" y="747734"/>
                  </a:lnTo>
                  <a:lnTo>
                    <a:pt x="1936597" y="748564"/>
                  </a:lnTo>
                  <a:lnTo>
                    <a:pt x="1936689" y="748576"/>
                  </a:lnTo>
                  <a:lnTo>
                    <a:pt x="1936865" y="748600"/>
                  </a:lnTo>
                  <a:lnTo>
                    <a:pt x="1936933" y="748588"/>
                  </a:lnTo>
                  <a:lnTo>
                    <a:pt x="1937731" y="748451"/>
                  </a:lnTo>
                  <a:lnTo>
                    <a:pt x="1937843" y="748522"/>
                  </a:lnTo>
                  <a:lnTo>
                    <a:pt x="1937928" y="748576"/>
                  </a:lnTo>
                  <a:lnTo>
                    <a:pt x="1938047" y="748400"/>
                  </a:lnTo>
                  <a:lnTo>
                    <a:pt x="1938336" y="747976"/>
                  </a:lnTo>
                  <a:lnTo>
                    <a:pt x="1938468" y="748080"/>
                  </a:lnTo>
                  <a:lnTo>
                    <a:pt x="1940969" y="749654"/>
                  </a:lnTo>
                  <a:lnTo>
                    <a:pt x="1941222" y="750098"/>
                  </a:lnTo>
                  <a:lnTo>
                    <a:pt x="1940955" y="750224"/>
                  </a:lnTo>
                  <a:lnTo>
                    <a:pt x="1940326" y="750521"/>
                  </a:lnTo>
                  <a:lnTo>
                    <a:pt x="1940317" y="750509"/>
                  </a:lnTo>
                  <a:lnTo>
                    <a:pt x="1940147" y="750580"/>
                  </a:lnTo>
                  <a:lnTo>
                    <a:pt x="1940233" y="750740"/>
                  </a:lnTo>
                  <a:lnTo>
                    <a:pt x="1940731" y="750582"/>
                  </a:lnTo>
                  <a:lnTo>
                    <a:pt x="1941019" y="750531"/>
                  </a:lnTo>
                  <a:lnTo>
                    <a:pt x="1941431" y="750505"/>
                  </a:lnTo>
                  <a:lnTo>
                    <a:pt x="1941447" y="750527"/>
                  </a:lnTo>
                  <a:lnTo>
                    <a:pt x="1941494" y="750596"/>
                  </a:lnTo>
                  <a:lnTo>
                    <a:pt x="1941531" y="750651"/>
                  </a:lnTo>
                  <a:lnTo>
                    <a:pt x="1941534" y="750655"/>
                  </a:lnTo>
                  <a:lnTo>
                    <a:pt x="1941533" y="750659"/>
                  </a:lnTo>
                  <a:lnTo>
                    <a:pt x="1941529" y="750662"/>
                  </a:lnTo>
                  <a:lnTo>
                    <a:pt x="1941521" y="750665"/>
                  </a:lnTo>
                  <a:lnTo>
                    <a:pt x="1941533" y="750689"/>
                  </a:lnTo>
                  <a:lnTo>
                    <a:pt x="1941540" y="750701"/>
                  </a:lnTo>
                  <a:lnTo>
                    <a:pt x="1941551" y="750722"/>
                  </a:lnTo>
                  <a:lnTo>
                    <a:pt x="1941562" y="750748"/>
                  </a:lnTo>
                  <a:lnTo>
                    <a:pt x="1941573" y="750773"/>
                  </a:lnTo>
                  <a:lnTo>
                    <a:pt x="1941583" y="750818"/>
                  </a:lnTo>
                  <a:lnTo>
                    <a:pt x="1941588" y="750855"/>
                  </a:lnTo>
                  <a:lnTo>
                    <a:pt x="1941587" y="750892"/>
                  </a:lnTo>
                  <a:lnTo>
                    <a:pt x="1941587" y="750899"/>
                  </a:lnTo>
                  <a:lnTo>
                    <a:pt x="1941581" y="750947"/>
                  </a:lnTo>
                  <a:lnTo>
                    <a:pt x="1941579" y="750970"/>
                  </a:lnTo>
                  <a:lnTo>
                    <a:pt x="1941570" y="751040"/>
                  </a:lnTo>
                  <a:lnTo>
                    <a:pt x="1941567" y="751066"/>
                  </a:lnTo>
                  <a:lnTo>
                    <a:pt x="1941560" y="751139"/>
                  </a:lnTo>
                  <a:lnTo>
                    <a:pt x="1941559" y="751189"/>
                  </a:lnTo>
                  <a:lnTo>
                    <a:pt x="1941559" y="751202"/>
                  </a:lnTo>
                  <a:lnTo>
                    <a:pt x="1941563" y="751311"/>
                  </a:lnTo>
                  <a:lnTo>
                    <a:pt x="1941567" y="751342"/>
                  </a:lnTo>
                  <a:lnTo>
                    <a:pt x="1941568" y="751353"/>
                  </a:lnTo>
                  <a:lnTo>
                    <a:pt x="1941572" y="751378"/>
                  </a:lnTo>
                  <a:lnTo>
                    <a:pt x="1941576" y="751398"/>
                  </a:lnTo>
                  <a:lnTo>
                    <a:pt x="1941578" y="751412"/>
                  </a:lnTo>
                  <a:lnTo>
                    <a:pt x="1941582" y="751430"/>
                  </a:lnTo>
                  <a:lnTo>
                    <a:pt x="1941599" y="751507"/>
                  </a:lnTo>
                  <a:lnTo>
                    <a:pt x="1941618" y="751571"/>
                  </a:lnTo>
                  <a:lnTo>
                    <a:pt x="1941638" y="751626"/>
                  </a:lnTo>
                  <a:lnTo>
                    <a:pt x="1941641" y="751633"/>
                  </a:lnTo>
                  <a:lnTo>
                    <a:pt x="1941647" y="751649"/>
                  </a:lnTo>
                  <a:lnTo>
                    <a:pt x="1941661" y="751683"/>
                  </a:lnTo>
                  <a:lnTo>
                    <a:pt x="1941692" y="751748"/>
                  </a:lnTo>
                  <a:lnTo>
                    <a:pt x="1941723" y="751806"/>
                  </a:lnTo>
                  <a:lnTo>
                    <a:pt x="1941732" y="751823"/>
                  </a:lnTo>
                  <a:lnTo>
                    <a:pt x="1941773" y="751903"/>
                  </a:lnTo>
                  <a:lnTo>
                    <a:pt x="1941779" y="751913"/>
                  </a:lnTo>
                  <a:lnTo>
                    <a:pt x="1941792" y="751936"/>
                  </a:lnTo>
                  <a:lnTo>
                    <a:pt x="1941804" y="751959"/>
                  </a:lnTo>
                  <a:lnTo>
                    <a:pt x="1941815" y="751979"/>
                  </a:lnTo>
                  <a:lnTo>
                    <a:pt x="1941818" y="751984"/>
                  </a:lnTo>
                  <a:lnTo>
                    <a:pt x="1941867" y="752077"/>
                  </a:lnTo>
                  <a:lnTo>
                    <a:pt x="1941903" y="752148"/>
                  </a:lnTo>
                  <a:lnTo>
                    <a:pt x="1941920" y="752179"/>
                  </a:lnTo>
                  <a:lnTo>
                    <a:pt x="1941934" y="752207"/>
                  </a:lnTo>
                  <a:lnTo>
                    <a:pt x="1941961" y="752256"/>
                  </a:lnTo>
                  <a:lnTo>
                    <a:pt x="1941991" y="752312"/>
                  </a:lnTo>
                  <a:lnTo>
                    <a:pt x="1941995" y="752320"/>
                  </a:lnTo>
                  <a:lnTo>
                    <a:pt x="1942012" y="752350"/>
                  </a:lnTo>
                  <a:lnTo>
                    <a:pt x="1942075" y="752472"/>
                  </a:lnTo>
                  <a:lnTo>
                    <a:pt x="1942090" y="752500"/>
                  </a:lnTo>
                  <a:lnTo>
                    <a:pt x="1942094" y="752508"/>
                  </a:lnTo>
                  <a:lnTo>
                    <a:pt x="1942158" y="752628"/>
                  </a:lnTo>
                  <a:lnTo>
                    <a:pt x="1942165" y="752641"/>
                  </a:lnTo>
                  <a:lnTo>
                    <a:pt x="1942172" y="752653"/>
                  </a:lnTo>
                  <a:lnTo>
                    <a:pt x="1942241" y="752785"/>
                  </a:lnTo>
                  <a:lnTo>
                    <a:pt x="1942244" y="752790"/>
                  </a:lnTo>
                  <a:lnTo>
                    <a:pt x="1942260" y="752820"/>
                  </a:lnTo>
                  <a:lnTo>
                    <a:pt x="1942281" y="752860"/>
                  </a:lnTo>
                  <a:lnTo>
                    <a:pt x="1942300" y="752895"/>
                  </a:lnTo>
                  <a:lnTo>
                    <a:pt x="1942326" y="752945"/>
                  </a:lnTo>
                  <a:lnTo>
                    <a:pt x="1942329" y="752950"/>
                  </a:lnTo>
                  <a:lnTo>
                    <a:pt x="1942350" y="752989"/>
                  </a:lnTo>
                  <a:lnTo>
                    <a:pt x="1942366" y="753020"/>
                  </a:lnTo>
                  <a:lnTo>
                    <a:pt x="1942368" y="753026"/>
                  </a:lnTo>
                  <a:lnTo>
                    <a:pt x="1942373" y="753040"/>
                  </a:lnTo>
                  <a:lnTo>
                    <a:pt x="1942375" y="753051"/>
                  </a:lnTo>
                  <a:lnTo>
                    <a:pt x="1942376" y="753060"/>
                  </a:lnTo>
                  <a:lnTo>
                    <a:pt x="1942377" y="753080"/>
                  </a:lnTo>
                  <a:lnTo>
                    <a:pt x="1942375" y="753088"/>
                  </a:lnTo>
                  <a:lnTo>
                    <a:pt x="1942370" y="753110"/>
                  </a:lnTo>
                  <a:lnTo>
                    <a:pt x="1942359" y="753136"/>
                  </a:lnTo>
                  <a:lnTo>
                    <a:pt x="1942345" y="753154"/>
                  </a:lnTo>
                  <a:lnTo>
                    <a:pt x="1942324" y="753172"/>
                  </a:lnTo>
                  <a:lnTo>
                    <a:pt x="1942303" y="753186"/>
                  </a:lnTo>
                  <a:lnTo>
                    <a:pt x="1942296" y="753190"/>
                  </a:lnTo>
                  <a:lnTo>
                    <a:pt x="1942261" y="753199"/>
                  </a:lnTo>
                  <a:lnTo>
                    <a:pt x="1942192" y="753216"/>
                  </a:lnTo>
                  <a:lnTo>
                    <a:pt x="1942122" y="753233"/>
                  </a:lnTo>
                  <a:lnTo>
                    <a:pt x="1942087" y="753242"/>
                  </a:lnTo>
                  <a:lnTo>
                    <a:pt x="1942038" y="753254"/>
                  </a:lnTo>
                  <a:lnTo>
                    <a:pt x="1942023" y="753257"/>
                  </a:lnTo>
                  <a:lnTo>
                    <a:pt x="1941999" y="753261"/>
                  </a:lnTo>
                  <a:lnTo>
                    <a:pt x="1941970" y="753260"/>
                  </a:lnTo>
                  <a:lnTo>
                    <a:pt x="1941954" y="753259"/>
                  </a:lnTo>
                  <a:lnTo>
                    <a:pt x="1941938" y="753258"/>
                  </a:lnTo>
                  <a:lnTo>
                    <a:pt x="1941930" y="753259"/>
                  </a:lnTo>
                  <a:lnTo>
                    <a:pt x="1941923" y="753259"/>
                  </a:lnTo>
                  <a:lnTo>
                    <a:pt x="1941914" y="753260"/>
                  </a:lnTo>
                  <a:lnTo>
                    <a:pt x="1941905" y="753263"/>
                  </a:lnTo>
                  <a:lnTo>
                    <a:pt x="1941885" y="753269"/>
                  </a:lnTo>
                  <a:lnTo>
                    <a:pt x="1941852" y="753283"/>
                  </a:lnTo>
                  <a:lnTo>
                    <a:pt x="1941849" y="753416"/>
                  </a:lnTo>
                  <a:lnTo>
                    <a:pt x="1941852" y="753461"/>
                  </a:lnTo>
                  <a:lnTo>
                    <a:pt x="1941849" y="753533"/>
                  </a:lnTo>
                  <a:lnTo>
                    <a:pt x="1941845" y="753674"/>
                  </a:lnTo>
                  <a:lnTo>
                    <a:pt x="1941835" y="753945"/>
                  </a:lnTo>
                  <a:lnTo>
                    <a:pt x="1941830" y="754079"/>
                  </a:lnTo>
                  <a:lnTo>
                    <a:pt x="1941843" y="754113"/>
                  </a:lnTo>
                  <a:lnTo>
                    <a:pt x="1942101" y="754488"/>
                  </a:lnTo>
                  <a:lnTo>
                    <a:pt x="1942330" y="754819"/>
                  </a:lnTo>
                  <a:lnTo>
                    <a:pt x="1942606" y="755221"/>
                  </a:lnTo>
                  <a:lnTo>
                    <a:pt x="1942631" y="755257"/>
                  </a:lnTo>
                  <a:lnTo>
                    <a:pt x="1942666" y="755308"/>
                  </a:lnTo>
                  <a:lnTo>
                    <a:pt x="1942692" y="755346"/>
                  </a:lnTo>
                  <a:lnTo>
                    <a:pt x="1942814" y="755538"/>
                  </a:lnTo>
                  <a:lnTo>
                    <a:pt x="1943269" y="756825"/>
                  </a:lnTo>
                  <a:lnTo>
                    <a:pt x="1943274" y="756837"/>
                  </a:lnTo>
                  <a:lnTo>
                    <a:pt x="1943382" y="756840"/>
                  </a:lnTo>
                  <a:lnTo>
                    <a:pt x="1943452" y="756841"/>
                  </a:lnTo>
                  <a:lnTo>
                    <a:pt x="1944476" y="756867"/>
                  </a:lnTo>
                  <a:lnTo>
                    <a:pt x="1944505" y="756894"/>
                  </a:lnTo>
                  <a:lnTo>
                    <a:pt x="1944520" y="756958"/>
                  </a:lnTo>
                  <a:lnTo>
                    <a:pt x="1945026" y="757231"/>
                  </a:lnTo>
                  <a:lnTo>
                    <a:pt x="1945737" y="757663"/>
                  </a:lnTo>
                  <a:lnTo>
                    <a:pt x="1945750" y="757886"/>
                  </a:lnTo>
                  <a:lnTo>
                    <a:pt x="1946058" y="758044"/>
                  </a:lnTo>
                  <a:lnTo>
                    <a:pt x="1946407" y="758186"/>
                  </a:lnTo>
                  <a:lnTo>
                    <a:pt x="1946647" y="758348"/>
                  </a:lnTo>
                  <a:lnTo>
                    <a:pt x="1946958" y="758681"/>
                  </a:lnTo>
                  <a:lnTo>
                    <a:pt x="1946965" y="758742"/>
                  </a:lnTo>
                  <a:lnTo>
                    <a:pt x="1946974" y="758822"/>
                  </a:lnTo>
                  <a:lnTo>
                    <a:pt x="1947114" y="760048"/>
                  </a:lnTo>
                  <a:lnTo>
                    <a:pt x="1947284" y="761529"/>
                  </a:lnTo>
                  <a:lnTo>
                    <a:pt x="1947289" y="761574"/>
                  </a:lnTo>
                  <a:lnTo>
                    <a:pt x="1947293" y="761601"/>
                  </a:lnTo>
                  <a:lnTo>
                    <a:pt x="1947274" y="761643"/>
                  </a:lnTo>
                  <a:lnTo>
                    <a:pt x="1947241" y="761722"/>
                  </a:lnTo>
                  <a:lnTo>
                    <a:pt x="1947214" y="761785"/>
                  </a:lnTo>
                  <a:lnTo>
                    <a:pt x="1947166" y="761898"/>
                  </a:lnTo>
                  <a:lnTo>
                    <a:pt x="1946747" y="762291"/>
                  </a:lnTo>
                  <a:lnTo>
                    <a:pt x="1946742" y="762294"/>
                  </a:lnTo>
                  <a:lnTo>
                    <a:pt x="1946734" y="762297"/>
                  </a:lnTo>
                  <a:lnTo>
                    <a:pt x="1946708" y="762305"/>
                  </a:lnTo>
                  <a:lnTo>
                    <a:pt x="1946550" y="762347"/>
                  </a:lnTo>
                  <a:lnTo>
                    <a:pt x="1946527" y="762352"/>
                  </a:lnTo>
                  <a:lnTo>
                    <a:pt x="1946504" y="762354"/>
                  </a:lnTo>
                  <a:lnTo>
                    <a:pt x="1946396" y="762361"/>
                  </a:lnTo>
                  <a:lnTo>
                    <a:pt x="1946368" y="762362"/>
                  </a:lnTo>
                  <a:lnTo>
                    <a:pt x="1946341" y="762363"/>
                  </a:lnTo>
                  <a:lnTo>
                    <a:pt x="1946305" y="762364"/>
                  </a:lnTo>
                  <a:lnTo>
                    <a:pt x="1946282" y="762364"/>
                  </a:lnTo>
                  <a:lnTo>
                    <a:pt x="1946273" y="762364"/>
                  </a:lnTo>
                  <a:lnTo>
                    <a:pt x="1946248" y="762361"/>
                  </a:lnTo>
                  <a:lnTo>
                    <a:pt x="1946234" y="762359"/>
                  </a:lnTo>
                  <a:lnTo>
                    <a:pt x="1946198" y="762515"/>
                  </a:lnTo>
                  <a:lnTo>
                    <a:pt x="1946132" y="762854"/>
                  </a:lnTo>
                  <a:lnTo>
                    <a:pt x="1946133" y="762885"/>
                  </a:lnTo>
                  <a:lnTo>
                    <a:pt x="1946140" y="763335"/>
                  </a:lnTo>
                  <a:lnTo>
                    <a:pt x="1946393" y="763393"/>
                  </a:lnTo>
                  <a:lnTo>
                    <a:pt x="1946516" y="763422"/>
                  </a:lnTo>
                  <a:lnTo>
                    <a:pt x="1946917" y="763387"/>
                  </a:lnTo>
                  <a:lnTo>
                    <a:pt x="1946956" y="763383"/>
                  </a:lnTo>
                  <a:lnTo>
                    <a:pt x="1947113" y="763473"/>
                  </a:lnTo>
                  <a:lnTo>
                    <a:pt x="1947377" y="763869"/>
                  </a:lnTo>
                  <a:lnTo>
                    <a:pt x="1947305" y="763982"/>
                  </a:lnTo>
                  <a:lnTo>
                    <a:pt x="1947003" y="764423"/>
                  </a:lnTo>
                  <a:lnTo>
                    <a:pt x="1946982" y="764450"/>
                  </a:lnTo>
                  <a:lnTo>
                    <a:pt x="1946928" y="764519"/>
                  </a:lnTo>
                  <a:lnTo>
                    <a:pt x="1946858" y="764609"/>
                  </a:lnTo>
                  <a:lnTo>
                    <a:pt x="1946614" y="764633"/>
                  </a:lnTo>
                  <a:lnTo>
                    <a:pt x="1946479" y="765123"/>
                  </a:lnTo>
                  <a:lnTo>
                    <a:pt x="1946453" y="765216"/>
                  </a:lnTo>
                  <a:lnTo>
                    <a:pt x="1946882" y="765232"/>
                  </a:lnTo>
                  <a:lnTo>
                    <a:pt x="1946977" y="764999"/>
                  </a:lnTo>
                  <a:lnTo>
                    <a:pt x="1947051" y="764820"/>
                  </a:lnTo>
                  <a:lnTo>
                    <a:pt x="1948341" y="765214"/>
                  </a:lnTo>
                  <a:lnTo>
                    <a:pt x="1948412" y="764937"/>
                  </a:lnTo>
                  <a:lnTo>
                    <a:pt x="1948763" y="764833"/>
                  </a:lnTo>
                  <a:lnTo>
                    <a:pt x="1949729" y="764737"/>
                  </a:lnTo>
                  <a:lnTo>
                    <a:pt x="1949806" y="764763"/>
                  </a:lnTo>
                  <a:lnTo>
                    <a:pt x="1949912" y="765005"/>
                  </a:lnTo>
                  <a:lnTo>
                    <a:pt x="1949835" y="765298"/>
                  </a:lnTo>
                  <a:lnTo>
                    <a:pt x="1950088" y="765695"/>
                  </a:lnTo>
                  <a:lnTo>
                    <a:pt x="1950202" y="765719"/>
                  </a:lnTo>
                  <a:lnTo>
                    <a:pt x="1950508" y="765531"/>
                  </a:lnTo>
                  <a:lnTo>
                    <a:pt x="1950557" y="765427"/>
                  </a:lnTo>
                  <a:lnTo>
                    <a:pt x="1950586" y="765325"/>
                  </a:lnTo>
                  <a:lnTo>
                    <a:pt x="1950608" y="765284"/>
                  </a:lnTo>
                  <a:lnTo>
                    <a:pt x="1950781" y="765003"/>
                  </a:lnTo>
                  <a:lnTo>
                    <a:pt x="1950999" y="764716"/>
                  </a:lnTo>
                  <a:lnTo>
                    <a:pt x="1951028" y="764705"/>
                  </a:lnTo>
                  <a:lnTo>
                    <a:pt x="1951133" y="764667"/>
                  </a:lnTo>
                  <a:lnTo>
                    <a:pt x="1951358" y="764422"/>
                  </a:lnTo>
                  <a:lnTo>
                    <a:pt x="1951461" y="764271"/>
                  </a:lnTo>
                  <a:lnTo>
                    <a:pt x="1951523" y="764179"/>
                  </a:lnTo>
                  <a:lnTo>
                    <a:pt x="1951781" y="764150"/>
                  </a:lnTo>
                  <a:lnTo>
                    <a:pt x="1951867" y="764158"/>
                  </a:lnTo>
                  <a:lnTo>
                    <a:pt x="1952005" y="764209"/>
                  </a:lnTo>
                  <a:lnTo>
                    <a:pt x="1952122" y="764402"/>
                  </a:lnTo>
                  <a:lnTo>
                    <a:pt x="1952162" y="764525"/>
                  </a:lnTo>
                  <a:lnTo>
                    <a:pt x="1952208" y="764663"/>
                  </a:lnTo>
                  <a:lnTo>
                    <a:pt x="1952226" y="764720"/>
                  </a:lnTo>
                  <a:lnTo>
                    <a:pt x="1952283" y="764882"/>
                  </a:lnTo>
                  <a:lnTo>
                    <a:pt x="1952332" y="764973"/>
                  </a:lnTo>
                  <a:lnTo>
                    <a:pt x="1952353" y="765012"/>
                  </a:lnTo>
                  <a:lnTo>
                    <a:pt x="1952440" y="765062"/>
                  </a:lnTo>
                  <a:lnTo>
                    <a:pt x="1952570" y="765101"/>
                  </a:lnTo>
                  <a:lnTo>
                    <a:pt x="1952602" y="765111"/>
                  </a:lnTo>
                  <a:lnTo>
                    <a:pt x="1952711" y="765168"/>
                  </a:lnTo>
                  <a:lnTo>
                    <a:pt x="1952733" y="765180"/>
                  </a:lnTo>
                  <a:lnTo>
                    <a:pt x="1952784" y="765207"/>
                  </a:lnTo>
                  <a:lnTo>
                    <a:pt x="1952882" y="765160"/>
                  </a:lnTo>
                  <a:lnTo>
                    <a:pt x="1953214" y="765005"/>
                  </a:lnTo>
                  <a:lnTo>
                    <a:pt x="1953300" y="764962"/>
                  </a:lnTo>
                  <a:lnTo>
                    <a:pt x="1953465" y="764826"/>
                  </a:lnTo>
                  <a:lnTo>
                    <a:pt x="1953508" y="764771"/>
                  </a:lnTo>
                  <a:lnTo>
                    <a:pt x="1953608" y="764641"/>
                  </a:lnTo>
                  <a:lnTo>
                    <a:pt x="1953570" y="764529"/>
                  </a:lnTo>
                  <a:lnTo>
                    <a:pt x="1953525" y="764510"/>
                  </a:lnTo>
                  <a:lnTo>
                    <a:pt x="1953513" y="764476"/>
                  </a:lnTo>
                  <a:lnTo>
                    <a:pt x="1953587" y="764427"/>
                  </a:lnTo>
                  <a:lnTo>
                    <a:pt x="1953770" y="764387"/>
                  </a:lnTo>
                  <a:lnTo>
                    <a:pt x="1953904" y="764358"/>
                  </a:lnTo>
                  <a:lnTo>
                    <a:pt x="1954242" y="764317"/>
                  </a:lnTo>
                  <a:lnTo>
                    <a:pt x="1954343" y="764327"/>
                  </a:lnTo>
                  <a:lnTo>
                    <a:pt x="1954433" y="764419"/>
                  </a:lnTo>
                  <a:lnTo>
                    <a:pt x="1954535" y="764457"/>
                  </a:lnTo>
                  <a:lnTo>
                    <a:pt x="1954631" y="764439"/>
                  </a:lnTo>
                  <a:lnTo>
                    <a:pt x="1954768" y="764414"/>
                  </a:lnTo>
                  <a:lnTo>
                    <a:pt x="1954828" y="764351"/>
                  </a:lnTo>
                  <a:lnTo>
                    <a:pt x="1954934" y="764241"/>
                  </a:lnTo>
                  <a:lnTo>
                    <a:pt x="1954877" y="763954"/>
                  </a:lnTo>
                  <a:lnTo>
                    <a:pt x="1954912" y="763907"/>
                  </a:lnTo>
                  <a:lnTo>
                    <a:pt x="1954996" y="763893"/>
                  </a:lnTo>
                  <a:lnTo>
                    <a:pt x="1955133" y="763936"/>
                  </a:lnTo>
                  <a:lnTo>
                    <a:pt x="1955305" y="764030"/>
                  </a:lnTo>
                  <a:lnTo>
                    <a:pt x="1955506" y="764141"/>
                  </a:lnTo>
                  <a:lnTo>
                    <a:pt x="1955748" y="764390"/>
                  </a:lnTo>
                  <a:lnTo>
                    <a:pt x="1955784" y="764484"/>
                  </a:lnTo>
                  <a:lnTo>
                    <a:pt x="1955748" y="764538"/>
                  </a:lnTo>
                  <a:lnTo>
                    <a:pt x="1955699" y="764581"/>
                  </a:lnTo>
                  <a:lnTo>
                    <a:pt x="1955684" y="764594"/>
                  </a:lnTo>
                  <a:lnTo>
                    <a:pt x="1955612" y="764629"/>
                  </a:lnTo>
                  <a:lnTo>
                    <a:pt x="1955577" y="764646"/>
                  </a:lnTo>
                  <a:lnTo>
                    <a:pt x="1955593" y="764684"/>
                  </a:lnTo>
                  <a:lnTo>
                    <a:pt x="1955598" y="764694"/>
                  </a:lnTo>
                  <a:lnTo>
                    <a:pt x="1955636" y="764769"/>
                  </a:lnTo>
                  <a:lnTo>
                    <a:pt x="1955639" y="764775"/>
                  </a:lnTo>
                  <a:lnTo>
                    <a:pt x="1955715" y="764928"/>
                  </a:lnTo>
                  <a:lnTo>
                    <a:pt x="1955720" y="764929"/>
                  </a:lnTo>
                  <a:lnTo>
                    <a:pt x="1955744" y="764932"/>
                  </a:lnTo>
                  <a:lnTo>
                    <a:pt x="1955761" y="764934"/>
                  </a:lnTo>
                  <a:lnTo>
                    <a:pt x="1955768" y="764935"/>
                  </a:lnTo>
                  <a:lnTo>
                    <a:pt x="1955856" y="764946"/>
                  </a:lnTo>
                  <a:lnTo>
                    <a:pt x="1955889" y="764950"/>
                  </a:lnTo>
                  <a:lnTo>
                    <a:pt x="1955975" y="764961"/>
                  </a:lnTo>
                  <a:lnTo>
                    <a:pt x="1956013" y="764980"/>
                  </a:lnTo>
                  <a:lnTo>
                    <a:pt x="1956071" y="765062"/>
                  </a:lnTo>
                  <a:lnTo>
                    <a:pt x="1956060" y="765181"/>
                  </a:lnTo>
                  <a:lnTo>
                    <a:pt x="1955920" y="765338"/>
                  </a:lnTo>
                  <a:lnTo>
                    <a:pt x="1955813" y="765395"/>
                  </a:lnTo>
                  <a:lnTo>
                    <a:pt x="1955125" y="765625"/>
                  </a:lnTo>
                  <a:lnTo>
                    <a:pt x="1954853" y="765588"/>
                  </a:lnTo>
                  <a:lnTo>
                    <a:pt x="1954790" y="765477"/>
                  </a:lnTo>
                  <a:lnTo>
                    <a:pt x="1954786" y="765479"/>
                  </a:lnTo>
                  <a:lnTo>
                    <a:pt x="1954766" y="765484"/>
                  </a:lnTo>
                  <a:lnTo>
                    <a:pt x="1954369" y="765705"/>
                  </a:lnTo>
                  <a:lnTo>
                    <a:pt x="1954264" y="765876"/>
                  </a:lnTo>
                  <a:lnTo>
                    <a:pt x="1954021" y="766157"/>
                  </a:lnTo>
                  <a:lnTo>
                    <a:pt x="1953715" y="766329"/>
                  </a:lnTo>
                  <a:lnTo>
                    <a:pt x="1953704" y="766335"/>
                  </a:lnTo>
                  <a:lnTo>
                    <a:pt x="1953694" y="766341"/>
                  </a:lnTo>
                  <a:lnTo>
                    <a:pt x="1953659" y="766361"/>
                  </a:lnTo>
                  <a:lnTo>
                    <a:pt x="1953626" y="766359"/>
                  </a:lnTo>
                  <a:lnTo>
                    <a:pt x="1953581" y="766370"/>
                  </a:lnTo>
                  <a:lnTo>
                    <a:pt x="1953565" y="766374"/>
                  </a:lnTo>
                  <a:lnTo>
                    <a:pt x="1953464" y="766400"/>
                  </a:lnTo>
                  <a:lnTo>
                    <a:pt x="1953375" y="766422"/>
                  </a:lnTo>
                  <a:lnTo>
                    <a:pt x="1952986" y="766377"/>
                  </a:lnTo>
                  <a:lnTo>
                    <a:pt x="1952738" y="766307"/>
                  </a:lnTo>
                  <a:lnTo>
                    <a:pt x="1952668" y="766287"/>
                  </a:lnTo>
                  <a:lnTo>
                    <a:pt x="1952456" y="766227"/>
                  </a:lnTo>
                  <a:lnTo>
                    <a:pt x="1952029" y="766049"/>
                  </a:lnTo>
                  <a:lnTo>
                    <a:pt x="1951993" y="766034"/>
                  </a:lnTo>
                  <a:lnTo>
                    <a:pt x="1951934" y="766009"/>
                  </a:lnTo>
                  <a:lnTo>
                    <a:pt x="1951918" y="766003"/>
                  </a:lnTo>
                  <a:lnTo>
                    <a:pt x="1951804" y="765987"/>
                  </a:lnTo>
                  <a:lnTo>
                    <a:pt x="1951591" y="765959"/>
                  </a:lnTo>
                  <a:lnTo>
                    <a:pt x="1951396" y="765954"/>
                  </a:lnTo>
                  <a:lnTo>
                    <a:pt x="1951218" y="766044"/>
                  </a:lnTo>
                  <a:lnTo>
                    <a:pt x="1951160" y="766123"/>
                  </a:lnTo>
                  <a:lnTo>
                    <a:pt x="1950892" y="766488"/>
                  </a:lnTo>
                  <a:lnTo>
                    <a:pt x="1950878" y="766506"/>
                  </a:lnTo>
                  <a:lnTo>
                    <a:pt x="1950854" y="766539"/>
                  </a:lnTo>
                  <a:lnTo>
                    <a:pt x="1950793" y="766622"/>
                  </a:lnTo>
                  <a:lnTo>
                    <a:pt x="1950855" y="766660"/>
                  </a:lnTo>
                  <a:lnTo>
                    <a:pt x="1951368" y="766971"/>
                  </a:lnTo>
                  <a:lnTo>
                    <a:pt x="1951440" y="767035"/>
                  </a:lnTo>
                  <a:lnTo>
                    <a:pt x="1951797" y="767354"/>
                  </a:lnTo>
                  <a:lnTo>
                    <a:pt x="1951919" y="767463"/>
                  </a:lnTo>
                  <a:lnTo>
                    <a:pt x="1952219" y="767731"/>
                  </a:lnTo>
                  <a:lnTo>
                    <a:pt x="1952311" y="767813"/>
                  </a:lnTo>
                  <a:lnTo>
                    <a:pt x="1952442" y="767930"/>
                  </a:lnTo>
                  <a:lnTo>
                    <a:pt x="1952724" y="768163"/>
                  </a:lnTo>
                  <a:lnTo>
                    <a:pt x="1952844" y="768262"/>
                  </a:lnTo>
                  <a:lnTo>
                    <a:pt x="1953642" y="768716"/>
                  </a:lnTo>
                  <a:lnTo>
                    <a:pt x="1954178" y="769373"/>
                  </a:lnTo>
                  <a:lnTo>
                    <a:pt x="1954630" y="769734"/>
                  </a:lnTo>
                  <a:lnTo>
                    <a:pt x="1954808" y="769951"/>
                  </a:lnTo>
                  <a:lnTo>
                    <a:pt x="1954896" y="770172"/>
                  </a:lnTo>
                  <a:lnTo>
                    <a:pt x="1954859" y="770272"/>
                  </a:lnTo>
                  <a:lnTo>
                    <a:pt x="1954637" y="770248"/>
                  </a:lnTo>
                  <a:lnTo>
                    <a:pt x="1952810" y="768517"/>
                  </a:lnTo>
                  <a:lnTo>
                    <a:pt x="1951522" y="767603"/>
                  </a:lnTo>
                  <a:lnTo>
                    <a:pt x="1951408" y="767722"/>
                  </a:lnTo>
                  <a:lnTo>
                    <a:pt x="1952383" y="768519"/>
                  </a:lnTo>
                  <a:lnTo>
                    <a:pt x="1953515" y="769771"/>
                  </a:lnTo>
                  <a:lnTo>
                    <a:pt x="1954307" y="771058"/>
                  </a:lnTo>
                  <a:lnTo>
                    <a:pt x="1954285" y="771143"/>
                  </a:lnTo>
                  <a:lnTo>
                    <a:pt x="1954138" y="771148"/>
                  </a:lnTo>
                  <a:lnTo>
                    <a:pt x="1953828" y="770965"/>
                  </a:lnTo>
                  <a:lnTo>
                    <a:pt x="1953617" y="770785"/>
                  </a:lnTo>
                  <a:lnTo>
                    <a:pt x="1953340" y="769817"/>
                  </a:lnTo>
                  <a:lnTo>
                    <a:pt x="1953237" y="769743"/>
                  </a:lnTo>
                  <a:lnTo>
                    <a:pt x="1953038" y="769600"/>
                  </a:lnTo>
                  <a:lnTo>
                    <a:pt x="1952581" y="769273"/>
                  </a:lnTo>
                  <a:lnTo>
                    <a:pt x="1951610" y="768578"/>
                  </a:lnTo>
                  <a:lnTo>
                    <a:pt x="1951011" y="768216"/>
                  </a:lnTo>
                  <a:lnTo>
                    <a:pt x="1950956" y="768183"/>
                  </a:lnTo>
                  <a:lnTo>
                    <a:pt x="1950818" y="768099"/>
                  </a:lnTo>
                  <a:lnTo>
                    <a:pt x="1950735" y="768077"/>
                  </a:lnTo>
                  <a:lnTo>
                    <a:pt x="1950582" y="768057"/>
                  </a:lnTo>
                  <a:lnTo>
                    <a:pt x="1950139" y="768198"/>
                  </a:lnTo>
                  <a:lnTo>
                    <a:pt x="1949903" y="768243"/>
                  </a:lnTo>
                  <a:lnTo>
                    <a:pt x="1949463" y="768229"/>
                  </a:lnTo>
                  <a:lnTo>
                    <a:pt x="1949118" y="768235"/>
                  </a:lnTo>
                  <a:lnTo>
                    <a:pt x="1948586" y="768244"/>
                  </a:lnTo>
                  <a:lnTo>
                    <a:pt x="1948542" y="768218"/>
                  </a:lnTo>
                  <a:lnTo>
                    <a:pt x="1948491" y="768096"/>
                  </a:lnTo>
                  <a:lnTo>
                    <a:pt x="1948392" y="767981"/>
                  </a:lnTo>
                  <a:lnTo>
                    <a:pt x="1948141" y="767939"/>
                  </a:lnTo>
                  <a:lnTo>
                    <a:pt x="1948074" y="767975"/>
                  </a:lnTo>
                  <a:lnTo>
                    <a:pt x="1947845" y="768268"/>
                  </a:lnTo>
                  <a:lnTo>
                    <a:pt x="1947722" y="768479"/>
                  </a:lnTo>
                  <a:lnTo>
                    <a:pt x="1947705" y="768508"/>
                  </a:lnTo>
                  <a:lnTo>
                    <a:pt x="1947672" y="768530"/>
                  </a:lnTo>
                  <a:lnTo>
                    <a:pt x="1947601" y="768577"/>
                  </a:lnTo>
                  <a:lnTo>
                    <a:pt x="1947501" y="768575"/>
                  </a:lnTo>
                  <a:lnTo>
                    <a:pt x="1947083" y="768550"/>
                  </a:lnTo>
                  <a:lnTo>
                    <a:pt x="1947004" y="768521"/>
                  </a:lnTo>
                  <a:lnTo>
                    <a:pt x="1946450" y="768224"/>
                  </a:lnTo>
                  <a:lnTo>
                    <a:pt x="1945876" y="767723"/>
                  </a:lnTo>
                  <a:lnTo>
                    <a:pt x="1945609" y="767634"/>
                  </a:lnTo>
                  <a:lnTo>
                    <a:pt x="1945367" y="767639"/>
                  </a:lnTo>
                  <a:lnTo>
                    <a:pt x="1944907" y="767735"/>
                  </a:lnTo>
                  <a:lnTo>
                    <a:pt x="1944354" y="767782"/>
                  </a:lnTo>
                  <a:lnTo>
                    <a:pt x="1944111" y="767867"/>
                  </a:lnTo>
                  <a:lnTo>
                    <a:pt x="1944114" y="767881"/>
                  </a:lnTo>
                  <a:lnTo>
                    <a:pt x="1944262" y="767928"/>
                  </a:lnTo>
                  <a:lnTo>
                    <a:pt x="1944323" y="768015"/>
                  </a:lnTo>
                  <a:lnTo>
                    <a:pt x="1944374" y="768300"/>
                  </a:lnTo>
                  <a:lnTo>
                    <a:pt x="1944392" y="768398"/>
                  </a:lnTo>
                  <a:lnTo>
                    <a:pt x="1944522" y="768715"/>
                  </a:lnTo>
                  <a:lnTo>
                    <a:pt x="1944630" y="768979"/>
                  </a:lnTo>
                  <a:lnTo>
                    <a:pt x="1944714" y="769114"/>
                  </a:lnTo>
                  <a:lnTo>
                    <a:pt x="1944468" y="769271"/>
                  </a:lnTo>
                  <a:lnTo>
                    <a:pt x="1944446" y="769338"/>
                  </a:lnTo>
                  <a:lnTo>
                    <a:pt x="1944449" y="769372"/>
                  </a:lnTo>
                  <a:lnTo>
                    <a:pt x="1944456" y="769447"/>
                  </a:lnTo>
                  <a:lnTo>
                    <a:pt x="1944587" y="769600"/>
                  </a:lnTo>
                  <a:lnTo>
                    <a:pt x="1944670" y="769749"/>
                  </a:lnTo>
                  <a:lnTo>
                    <a:pt x="1944386" y="770400"/>
                  </a:lnTo>
                  <a:lnTo>
                    <a:pt x="1944358" y="770411"/>
                  </a:lnTo>
                  <a:lnTo>
                    <a:pt x="1944093" y="770348"/>
                  </a:lnTo>
                  <a:lnTo>
                    <a:pt x="1944000" y="770501"/>
                  </a:lnTo>
                  <a:lnTo>
                    <a:pt x="1943902" y="770776"/>
                  </a:lnTo>
                  <a:lnTo>
                    <a:pt x="1943592" y="771114"/>
                  </a:lnTo>
                  <a:lnTo>
                    <a:pt x="1943559" y="771102"/>
                  </a:lnTo>
                  <a:lnTo>
                    <a:pt x="1943441" y="771061"/>
                  </a:lnTo>
                  <a:lnTo>
                    <a:pt x="1943409" y="771049"/>
                  </a:lnTo>
                  <a:lnTo>
                    <a:pt x="1943337" y="771096"/>
                  </a:lnTo>
                  <a:lnTo>
                    <a:pt x="1943289" y="771153"/>
                  </a:lnTo>
                  <a:lnTo>
                    <a:pt x="1943265" y="771250"/>
                  </a:lnTo>
                  <a:lnTo>
                    <a:pt x="1943242" y="771340"/>
                  </a:lnTo>
                  <a:lnTo>
                    <a:pt x="1943166" y="771458"/>
                  </a:lnTo>
                  <a:lnTo>
                    <a:pt x="1942912" y="771666"/>
                  </a:lnTo>
                  <a:lnTo>
                    <a:pt x="1942902" y="771674"/>
                  </a:lnTo>
                  <a:lnTo>
                    <a:pt x="1942289" y="772174"/>
                  </a:lnTo>
                  <a:lnTo>
                    <a:pt x="1942041" y="772420"/>
                  </a:lnTo>
                  <a:lnTo>
                    <a:pt x="1941988" y="772472"/>
                  </a:lnTo>
                  <a:lnTo>
                    <a:pt x="1941982" y="772478"/>
                  </a:lnTo>
                  <a:lnTo>
                    <a:pt x="1941726" y="772799"/>
                  </a:lnTo>
                  <a:lnTo>
                    <a:pt x="1941635" y="772942"/>
                  </a:lnTo>
                  <a:lnTo>
                    <a:pt x="1941608" y="772986"/>
                  </a:lnTo>
                  <a:lnTo>
                    <a:pt x="1941545" y="773084"/>
                  </a:lnTo>
                  <a:lnTo>
                    <a:pt x="1941202" y="773839"/>
                  </a:lnTo>
                  <a:lnTo>
                    <a:pt x="1941172" y="773905"/>
                  </a:lnTo>
                  <a:lnTo>
                    <a:pt x="1941133" y="773991"/>
                  </a:lnTo>
                  <a:lnTo>
                    <a:pt x="1941208" y="774041"/>
                  </a:lnTo>
                  <a:lnTo>
                    <a:pt x="1941220" y="774050"/>
                  </a:lnTo>
                  <a:lnTo>
                    <a:pt x="1941222" y="774072"/>
                  </a:lnTo>
                  <a:lnTo>
                    <a:pt x="1941223" y="774100"/>
                  </a:lnTo>
                  <a:lnTo>
                    <a:pt x="1941225" y="774123"/>
                  </a:lnTo>
                  <a:lnTo>
                    <a:pt x="1941184" y="774175"/>
                  </a:lnTo>
                  <a:lnTo>
                    <a:pt x="1941161" y="774173"/>
                  </a:lnTo>
                  <a:lnTo>
                    <a:pt x="1941057" y="774163"/>
                  </a:lnTo>
                  <a:lnTo>
                    <a:pt x="1941054" y="774168"/>
                  </a:lnTo>
                  <a:lnTo>
                    <a:pt x="1941051" y="774176"/>
                  </a:lnTo>
                  <a:lnTo>
                    <a:pt x="1940867" y="774600"/>
                  </a:lnTo>
                  <a:lnTo>
                    <a:pt x="1940852" y="774634"/>
                  </a:lnTo>
                  <a:lnTo>
                    <a:pt x="1940841" y="774660"/>
                  </a:lnTo>
                  <a:lnTo>
                    <a:pt x="1940794" y="774768"/>
                  </a:lnTo>
                  <a:lnTo>
                    <a:pt x="1940315" y="775871"/>
                  </a:lnTo>
                  <a:lnTo>
                    <a:pt x="1940242" y="776040"/>
                  </a:lnTo>
                  <a:lnTo>
                    <a:pt x="1940187" y="776165"/>
                  </a:lnTo>
                  <a:lnTo>
                    <a:pt x="1939963" y="776682"/>
                  </a:lnTo>
                  <a:lnTo>
                    <a:pt x="1939948" y="776707"/>
                  </a:lnTo>
                  <a:lnTo>
                    <a:pt x="1939866" y="776846"/>
                  </a:lnTo>
                  <a:lnTo>
                    <a:pt x="1939833" y="776901"/>
                  </a:lnTo>
                  <a:lnTo>
                    <a:pt x="1939796" y="776936"/>
                  </a:lnTo>
                  <a:lnTo>
                    <a:pt x="1939612" y="777111"/>
                  </a:lnTo>
                  <a:lnTo>
                    <a:pt x="1939576" y="777144"/>
                  </a:lnTo>
                  <a:lnTo>
                    <a:pt x="1939528" y="777170"/>
                  </a:lnTo>
                  <a:lnTo>
                    <a:pt x="1939312" y="777281"/>
                  </a:lnTo>
                  <a:lnTo>
                    <a:pt x="1939265" y="777305"/>
                  </a:lnTo>
                  <a:lnTo>
                    <a:pt x="1939081" y="777357"/>
                  </a:lnTo>
                  <a:lnTo>
                    <a:pt x="1938885" y="777382"/>
                  </a:lnTo>
                  <a:lnTo>
                    <a:pt x="1938371" y="777366"/>
                  </a:lnTo>
                  <a:lnTo>
                    <a:pt x="1938364" y="777366"/>
                  </a:lnTo>
                  <a:lnTo>
                    <a:pt x="1938374" y="777431"/>
                  </a:lnTo>
                  <a:lnTo>
                    <a:pt x="1938410" y="777473"/>
                  </a:lnTo>
                  <a:lnTo>
                    <a:pt x="1938528" y="777506"/>
                  </a:lnTo>
                  <a:lnTo>
                    <a:pt x="1938533" y="777508"/>
                  </a:lnTo>
                  <a:lnTo>
                    <a:pt x="1938559" y="777515"/>
                  </a:lnTo>
                  <a:lnTo>
                    <a:pt x="1938811" y="777523"/>
                  </a:lnTo>
                  <a:lnTo>
                    <a:pt x="1938948" y="777553"/>
                  </a:lnTo>
                  <a:lnTo>
                    <a:pt x="1939073" y="777619"/>
                  </a:lnTo>
                  <a:lnTo>
                    <a:pt x="1939165" y="777706"/>
                  </a:lnTo>
                  <a:lnTo>
                    <a:pt x="1939194" y="777760"/>
                  </a:lnTo>
                  <a:lnTo>
                    <a:pt x="1939209" y="777788"/>
                  </a:lnTo>
                  <a:lnTo>
                    <a:pt x="1939238" y="777842"/>
                  </a:lnTo>
                  <a:lnTo>
                    <a:pt x="1939256" y="777902"/>
                  </a:lnTo>
                  <a:lnTo>
                    <a:pt x="1939310" y="778078"/>
                  </a:lnTo>
                  <a:lnTo>
                    <a:pt x="1939576" y="778959"/>
                  </a:lnTo>
                  <a:lnTo>
                    <a:pt x="1939734" y="779129"/>
                  </a:lnTo>
                  <a:lnTo>
                    <a:pt x="1939806" y="779207"/>
                  </a:lnTo>
                  <a:lnTo>
                    <a:pt x="1939977" y="779392"/>
                  </a:lnTo>
                  <a:lnTo>
                    <a:pt x="1939982" y="779403"/>
                  </a:lnTo>
                  <a:lnTo>
                    <a:pt x="1940007" y="779454"/>
                  </a:lnTo>
                  <a:lnTo>
                    <a:pt x="1940041" y="779526"/>
                  </a:lnTo>
                  <a:lnTo>
                    <a:pt x="1940046" y="779536"/>
                  </a:lnTo>
                  <a:lnTo>
                    <a:pt x="1940047" y="779550"/>
                  </a:lnTo>
                  <a:lnTo>
                    <a:pt x="1940068" y="779765"/>
                  </a:lnTo>
                  <a:lnTo>
                    <a:pt x="1940069" y="779774"/>
                  </a:lnTo>
                  <a:lnTo>
                    <a:pt x="1939985" y="780302"/>
                  </a:lnTo>
                  <a:lnTo>
                    <a:pt x="1939915" y="780741"/>
                  </a:lnTo>
                  <a:lnTo>
                    <a:pt x="1939900" y="780832"/>
                  </a:lnTo>
                  <a:lnTo>
                    <a:pt x="1939894" y="780850"/>
                  </a:lnTo>
                  <a:lnTo>
                    <a:pt x="1939789" y="781126"/>
                  </a:lnTo>
                  <a:lnTo>
                    <a:pt x="1939658" y="781471"/>
                  </a:lnTo>
                  <a:lnTo>
                    <a:pt x="1939591" y="781703"/>
                  </a:lnTo>
                  <a:lnTo>
                    <a:pt x="1939500" y="782017"/>
                  </a:lnTo>
                  <a:lnTo>
                    <a:pt x="1939393" y="782385"/>
                  </a:lnTo>
                  <a:lnTo>
                    <a:pt x="1939570" y="782898"/>
                  </a:lnTo>
                  <a:lnTo>
                    <a:pt x="1939909" y="783885"/>
                  </a:lnTo>
                  <a:lnTo>
                    <a:pt x="1939673" y="784461"/>
                  </a:lnTo>
                  <a:lnTo>
                    <a:pt x="1940059" y="784589"/>
                  </a:lnTo>
                  <a:lnTo>
                    <a:pt x="1940217" y="784641"/>
                  </a:lnTo>
                  <a:lnTo>
                    <a:pt x="1940408" y="784705"/>
                  </a:lnTo>
                  <a:lnTo>
                    <a:pt x="1940393" y="785496"/>
                  </a:lnTo>
                  <a:lnTo>
                    <a:pt x="1940189" y="785573"/>
                  </a:lnTo>
                  <a:lnTo>
                    <a:pt x="1939877" y="785645"/>
                  </a:lnTo>
                  <a:lnTo>
                    <a:pt x="1939493" y="785648"/>
                  </a:lnTo>
                  <a:lnTo>
                    <a:pt x="1939219" y="785564"/>
                  </a:lnTo>
                  <a:lnTo>
                    <a:pt x="1938700" y="785252"/>
                  </a:lnTo>
                  <a:lnTo>
                    <a:pt x="1938354" y="784934"/>
                  </a:lnTo>
                  <a:lnTo>
                    <a:pt x="1938281" y="784888"/>
                  </a:lnTo>
                  <a:lnTo>
                    <a:pt x="1938246" y="784866"/>
                  </a:lnTo>
                  <a:lnTo>
                    <a:pt x="1938132" y="784877"/>
                  </a:lnTo>
                  <a:lnTo>
                    <a:pt x="1938110" y="784881"/>
                  </a:lnTo>
                  <a:lnTo>
                    <a:pt x="1938058" y="784889"/>
                  </a:lnTo>
                  <a:lnTo>
                    <a:pt x="1938056" y="784895"/>
                  </a:lnTo>
                  <a:lnTo>
                    <a:pt x="1938061" y="785145"/>
                  </a:lnTo>
                  <a:lnTo>
                    <a:pt x="1938061" y="785169"/>
                  </a:lnTo>
                  <a:lnTo>
                    <a:pt x="1938068" y="785515"/>
                  </a:lnTo>
                  <a:lnTo>
                    <a:pt x="1938069" y="785557"/>
                  </a:lnTo>
                  <a:lnTo>
                    <a:pt x="1938120" y="785628"/>
                  </a:lnTo>
                  <a:lnTo>
                    <a:pt x="1938176" y="785620"/>
                  </a:lnTo>
                  <a:lnTo>
                    <a:pt x="1938164" y="785332"/>
                  </a:lnTo>
                  <a:lnTo>
                    <a:pt x="1938258" y="785243"/>
                  </a:lnTo>
                  <a:lnTo>
                    <a:pt x="1938393" y="785294"/>
                  </a:lnTo>
                  <a:lnTo>
                    <a:pt x="1938654" y="785461"/>
                  </a:lnTo>
                  <a:lnTo>
                    <a:pt x="1938668" y="785506"/>
                  </a:lnTo>
                  <a:lnTo>
                    <a:pt x="1938640" y="785830"/>
                  </a:lnTo>
                  <a:lnTo>
                    <a:pt x="1938580" y="786106"/>
                  </a:lnTo>
                  <a:lnTo>
                    <a:pt x="1938547" y="786159"/>
                  </a:lnTo>
                  <a:lnTo>
                    <a:pt x="1938507" y="786170"/>
                  </a:lnTo>
                  <a:lnTo>
                    <a:pt x="1937932" y="786230"/>
                  </a:lnTo>
                  <a:lnTo>
                    <a:pt x="1937817" y="786241"/>
                  </a:lnTo>
                  <a:lnTo>
                    <a:pt x="1937815" y="786336"/>
                  </a:lnTo>
                  <a:lnTo>
                    <a:pt x="1937812" y="786550"/>
                  </a:lnTo>
                  <a:lnTo>
                    <a:pt x="1937811" y="786605"/>
                  </a:lnTo>
                  <a:lnTo>
                    <a:pt x="1937811" y="786618"/>
                  </a:lnTo>
                  <a:lnTo>
                    <a:pt x="1937811" y="786624"/>
                  </a:lnTo>
                  <a:lnTo>
                    <a:pt x="1937810" y="786635"/>
                  </a:lnTo>
                  <a:lnTo>
                    <a:pt x="1937810" y="786644"/>
                  </a:lnTo>
                  <a:lnTo>
                    <a:pt x="1937807" y="786857"/>
                  </a:lnTo>
                  <a:lnTo>
                    <a:pt x="1937806" y="786898"/>
                  </a:lnTo>
                  <a:lnTo>
                    <a:pt x="1937805" y="786945"/>
                  </a:lnTo>
                  <a:lnTo>
                    <a:pt x="1937760" y="786973"/>
                  </a:lnTo>
                  <a:lnTo>
                    <a:pt x="1937691" y="786973"/>
                  </a:lnTo>
                  <a:lnTo>
                    <a:pt x="1937595" y="786958"/>
                  </a:lnTo>
                  <a:lnTo>
                    <a:pt x="1937813" y="787067"/>
                  </a:lnTo>
                  <a:lnTo>
                    <a:pt x="1937952" y="787024"/>
                  </a:lnTo>
                  <a:lnTo>
                    <a:pt x="1938008" y="786932"/>
                  </a:lnTo>
                  <a:lnTo>
                    <a:pt x="1938092" y="786793"/>
                  </a:lnTo>
                  <a:lnTo>
                    <a:pt x="1938460" y="786491"/>
                  </a:lnTo>
                  <a:lnTo>
                    <a:pt x="1938816" y="786348"/>
                  </a:lnTo>
                  <a:lnTo>
                    <a:pt x="1939242" y="786293"/>
                  </a:lnTo>
                  <a:lnTo>
                    <a:pt x="1939656" y="786337"/>
                  </a:lnTo>
                  <a:lnTo>
                    <a:pt x="1939846" y="786383"/>
                  </a:lnTo>
                  <a:lnTo>
                    <a:pt x="1940195" y="786382"/>
                  </a:lnTo>
                  <a:lnTo>
                    <a:pt x="1940711" y="786261"/>
                  </a:lnTo>
                  <a:lnTo>
                    <a:pt x="1940811" y="786553"/>
                  </a:lnTo>
                  <a:lnTo>
                    <a:pt x="1940994" y="787085"/>
                  </a:lnTo>
                  <a:lnTo>
                    <a:pt x="1941019" y="787341"/>
                  </a:lnTo>
                  <a:lnTo>
                    <a:pt x="1941208" y="787852"/>
                  </a:lnTo>
                  <a:lnTo>
                    <a:pt x="1941279" y="787932"/>
                  </a:lnTo>
                  <a:lnTo>
                    <a:pt x="1941470" y="788003"/>
                  </a:lnTo>
                  <a:lnTo>
                    <a:pt x="1941519" y="788049"/>
                  </a:lnTo>
                  <a:lnTo>
                    <a:pt x="1941542" y="788070"/>
                  </a:lnTo>
                  <a:lnTo>
                    <a:pt x="1941669" y="788190"/>
                  </a:lnTo>
                  <a:lnTo>
                    <a:pt x="1941687" y="788217"/>
                  </a:lnTo>
                  <a:lnTo>
                    <a:pt x="1941738" y="788295"/>
                  </a:lnTo>
                  <a:lnTo>
                    <a:pt x="1941780" y="788360"/>
                  </a:lnTo>
                  <a:lnTo>
                    <a:pt x="1941785" y="788368"/>
                  </a:lnTo>
                  <a:lnTo>
                    <a:pt x="1941791" y="788377"/>
                  </a:lnTo>
                  <a:lnTo>
                    <a:pt x="1941902" y="788549"/>
                  </a:lnTo>
                  <a:lnTo>
                    <a:pt x="1941900" y="788555"/>
                  </a:lnTo>
                  <a:lnTo>
                    <a:pt x="1941879" y="788627"/>
                  </a:lnTo>
                  <a:lnTo>
                    <a:pt x="1941707" y="789206"/>
                  </a:lnTo>
                  <a:lnTo>
                    <a:pt x="1941625" y="789406"/>
                  </a:lnTo>
                  <a:lnTo>
                    <a:pt x="1941608" y="789458"/>
                  </a:lnTo>
                  <a:lnTo>
                    <a:pt x="1941758" y="789523"/>
                  </a:lnTo>
                  <a:lnTo>
                    <a:pt x="1941763" y="789524"/>
                  </a:lnTo>
                  <a:lnTo>
                    <a:pt x="1941805" y="789532"/>
                  </a:lnTo>
                  <a:lnTo>
                    <a:pt x="1941858" y="789542"/>
                  </a:lnTo>
                  <a:lnTo>
                    <a:pt x="1942046" y="789578"/>
                  </a:lnTo>
                  <a:lnTo>
                    <a:pt x="1942295" y="789554"/>
                  </a:lnTo>
                  <a:lnTo>
                    <a:pt x="1942493" y="789503"/>
                  </a:lnTo>
                  <a:lnTo>
                    <a:pt x="1942541" y="789514"/>
                  </a:lnTo>
                  <a:lnTo>
                    <a:pt x="1942889" y="789667"/>
                  </a:lnTo>
                  <a:lnTo>
                    <a:pt x="1942964" y="789933"/>
                  </a:lnTo>
                  <a:lnTo>
                    <a:pt x="1943124" y="789933"/>
                  </a:lnTo>
                  <a:lnTo>
                    <a:pt x="1944397" y="789935"/>
                  </a:lnTo>
                  <a:lnTo>
                    <a:pt x="1944423" y="789935"/>
                  </a:lnTo>
                  <a:lnTo>
                    <a:pt x="1944885" y="790293"/>
                  </a:lnTo>
                  <a:lnTo>
                    <a:pt x="1944885" y="790345"/>
                  </a:lnTo>
                  <a:lnTo>
                    <a:pt x="1944881" y="790771"/>
                  </a:lnTo>
                  <a:lnTo>
                    <a:pt x="1944898" y="790784"/>
                  </a:lnTo>
                  <a:lnTo>
                    <a:pt x="1945053" y="790905"/>
                  </a:lnTo>
                  <a:lnTo>
                    <a:pt x="1945081" y="790926"/>
                  </a:lnTo>
                  <a:lnTo>
                    <a:pt x="1945136" y="790969"/>
                  </a:lnTo>
                  <a:lnTo>
                    <a:pt x="1945158" y="790981"/>
                  </a:lnTo>
                  <a:lnTo>
                    <a:pt x="1945203" y="791007"/>
                  </a:lnTo>
                  <a:lnTo>
                    <a:pt x="1945213" y="791013"/>
                  </a:lnTo>
                  <a:lnTo>
                    <a:pt x="1945227" y="791020"/>
                  </a:lnTo>
                  <a:lnTo>
                    <a:pt x="1945236" y="791026"/>
                  </a:lnTo>
                  <a:lnTo>
                    <a:pt x="1945312" y="791069"/>
                  </a:lnTo>
                  <a:lnTo>
                    <a:pt x="1945434" y="791216"/>
                  </a:lnTo>
                  <a:lnTo>
                    <a:pt x="1945539" y="791344"/>
                  </a:lnTo>
                  <a:lnTo>
                    <a:pt x="1945557" y="791354"/>
                  </a:lnTo>
                  <a:lnTo>
                    <a:pt x="1945601" y="791379"/>
                  </a:lnTo>
                  <a:lnTo>
                    <a:pt x="1945695" y="791434"/>
                  </a:lnTo>
                  <a:lnTo>
                    <a:pt x="1945825" y="791509"/>
                  </a:lnTo>
                  <a:lnTo>
                    <a:pt x="1945888" y="791545"/>
                  </a:lnTo>
                  <a:lnTo>
                    <a:pt x="1946085" y="791658"/>
                  </a:lnTo>
                  <a:lnTo>
                    <a:pt x="1946249" y="791753"/>
                  </a:lnTo>
                  <a:lnTo>
                    <a:pt x="1946414" y="791847"/>
                  </a:lnTo>
                  <a:lnTo>
                    <a:pt x="1946601" y="792025"/>
                  </a:lnTo>
                  <a:lnTo>
                    <a:pt x="1947195" y="792589"/>
                  </a:lnTo>
                  <a:lnTo>
                    <a:pt x="1947332" y="792720"/>
                  </a:lnTo>
                  <a:lnTo>
                    <a:pt x="1947446" y="792828"/>
                  </a:lnTo>
                  <a:lnTo>
                    <a:pt x="1947721" y="792615"/>
                  </a:lnTo>
                  <a:lnTo>
                    <a:pt x="1948221" y="792337"/>
                  </a:lnTo>
                  <a:lnTo>
                    <a:pt x="1948367" y="792535"/>
                  </a:lnTo>
                  <a:lnTo>
                    <a:pt x="1948471" y="792678"/>
                  </a:lnTo>
                  <a:lnTo>
                    <a:pt x="1948624" y="792885"/>
                  </a:lnTo>
                  <a:lnTo>
                    <a:pt x="1948830" y="792030"/>
                  </a:lnTo>
                  <a:lnTo>
                    <a:pt x="1948886" y="791799"/>
                  </a:lnTo>
                  <a:lnTo>
                    <a:pt x="1948937" y="791588"/>
                  </a:lnTo>
                  <a:lnTo>
                    <a:pt x="1949344" y="791809"/>
                  </a:lnTo>
                  <a:lnTo>
                    <a:pt x="1949681" y="791992"/>
                  </a:lnTo>
                  <a:lnTo>
                    <a:pt x="1950064" y="792055"/>
                  </a:lnTo>
                  <a:lnTo>
                    <a:pt x="1950972" y="792205"/>
                  </a:lnTo>
                  <a:lnTo>
                    <a:pt x="1950906" y="793689"/>
                  </a:lnTo>
                  <a:lnTo>
                    <a:pt x="1951891" y="793614"/>
                  </a:lnTo>
                  <a:lnTo>
                    <a:pt x="1951841" y="793296"/>
                  </a:lnTo>
                  <a:lnTo>
                    <a:pt x="1951789" y="792965"/>
                  </a:lnTo>
                  <a:lnTo>
                    <a:pt x="1951756" y="792485"/>
                  </a:lnTo>
                  <a:lnTo>
                    <a:pt x="1951985" y="792158"/>
                  </a:lnTo>
                  <a:lnTo>
                    <a:pt x="1952734" y="792416"/>
                  </a:lnTo>
                  <a:lnTo>
                    <a:pt x="1953511" y="793088"/>
                  </a:lnTo>
                  <a:lnTo>
                    <a:pt x="1954079" y="793148"/>
                  </a:lnTo>
                  <a:lnTo>
                    <a:pt x="1954793" y="792922"/>
                  </a:lnTo>
                  <a:lnTo>
                    <a:pt x="1955206" y="793032"/>
                  </a:lnTo>
                  <a:lnTo>
                    <a:pt x="1955417" y="793556"/>
                  </a:lnTo>
                  <a:lnTo>
                    <a:pt x="1955239" y="793961"/>
                  </a:lnTo>
                  <a:lnTo>
                    <a:pt x="1955049" y="795026"/>
                  </a:lnTo>
                  <a:lnTo>
                    <a:pt x="1955512" y="795235"/>
                  </a:lnTo>
                  <a:lnTo>
                    <a:pt x="1955524" y="795683"/>
                  </a:lnTo>
                  <a:lnTo>
                    <a:pt x="1953858" y="798586"/>
                  </a:lnTo>
                  <a:lnTo>
                    <a:pt x="1953942" y="798579"/>
                  </a:lnTo>
                  <a:lnTo>
                    <a:pt x="1953975" y="798576"/>
                  </a:lnTo>
                  <a:lnTo>
                    <a:pt x="1954086" y="798567"/>
                  </a:lnTo>
                  <a:lnTo>
                    <a:pt x="1954105" y="798566"/>
                  </a:lnTo>
                  <a:lnTo>
                    <a:pt x="1954136" y="798563"/>
                  </a:lnTo>
                  <a:lnTo>
                    <a:pt x="1954196" y="798558"/>
                  </a:lnTo>
                  <a:lnTo>
                    <a:pt x="1954226" y="798556"/>
                  </a:lnTo>
                  <a:lnTo>
                    <a:pt x="1954304" y="798549"/>
                  </a:lnTo>
                  <a:lnTo>
                    <a:pt x="1954335" y="798539"/>
                  </a:lnTo>
                  <a:lnTo>
                    <a:pt x="1954346" y="798535"/>
                  </a:lnTo>
                  <a:lnTo>
                    <a:pt x="1954413" y="798513"/>
                  </a:lnTo>
                  <a:lnTo>
                    <a:pt x="1954465" y="798496"/>
                  </a:lnTo>
                  <a:lnTo>
                    <a:pt x="1954544" y="798470"/>
                  </a:lnTo>
                  <a:lnTo>
                    <a:pt x="1954582" y="798441"/>
                  </a:lnTo>
                  <a:lnTo>
                    <a:pt x="1954808" y="798272"/>
                  </a:lnTo>
                  <a:lnTo>
                    <a:pt x="1954980" y="798223"/>
                  </a:lnTo>
                  <a:lnTo>
                    <a:pt x="1955047" y="798251"/>
                  </a:lnTo>
                  <a:lnTo>
                    <a:pt x="1955120" y="798320"/>
                  </a:lnTo>
                  <a:lnTo>
                    <a:pt x="1955152" y="798383"/>
                  </a:lnTo>
                  <a:lnTo>
                    <a:pt x="1955199" y="798407"/>
                  </a:lnTo>
                  <a:lnTo>
                    <a:pt x="1955307" y="798447"/>
                  </a:lnTo>
                  <a:lnTo>
                    <a:pt x="1955422" y="798440"/>
                  </a:lnTo>
                  <a:lnTo>
                    <a:pt x="1955608" y="798329"/>
                  </a:lnTo>
                  <a:lnTo>
                    <a:pt x="1955667" y="798240"/>
                  </a:lnTo>
                  <a:lnTo>
                    <a:pt x="1955676" y="798175"/>
                  </a:lnTo>
                  <a:lnTo>
                    <a:pt x="1955773" y="798068"/>
                  </a:lnTo>
                  <a:lnTo>
                    <a:pt x="1955953" y="797991"/>
                  </a:lnTo>
                  <a:lnTo>
                    <a:pt x="1956126" y="797948"/>
                  </a:lnTo>
                  <a:lnTo>
                    <a:pt x="1956453" y="798060"/>
                  </a:lnTo>
                  <a:lnTo>
                    <a:pt x="1956590" y="798178"/>
                  </a:lnTo>
                  <a:lnTo>
                    <a:pt x="1956606" y="798218"/>
                  </a:lnTo>
                  <a:lnTo>
                    <a:pt x="1956622" y="798257"/>
                  </a:lnTo>
                  <a:lnTo>
                    <a:pt x="1956655" y="798339"/>
                  </a:lnTo>
                  <a:lnTo>
                    <a:pt x="1956690" y="798425"/>
                  </a:lnTo>
                  <a:lnTo>
                    <a:pt x="1956739" y="798546"/>
                  </a:lnTo>
                  <a:lnTo>
                    <a:pt x="1956896" y="798902"/>
                  </a:lnTo>
                  <a:lnTo>
                    <a:pt x="1956926" y="798970"/>
                  </a:lnTo>
                  <a:lnTo>
                    <a:pt x="1956922" y="798989"/>
                  </a:lnTo>
                  <a:lnTo>
                    <a:pt x="1956920" y="799025"/>
                  </a:lnTo>
                  <a:lnTo>
                    <a:pt x="1957004" y="799292"/>
                  </a:lnTo>
                  <a:lnTo>
                    <a:pt x="1957092" y="799499"/>
                  </a:lnTo>
                  <a:lnTo>
                    <a:pt x="1957141" y="799616"/>
                  </a:lnTo>
                  <a:lnTo>
                    <a:pt x="1957169" y="799627"/>
                  </a:lnTo>
                  <a:lnTo>
                    <a:pt x="1957185" y="799633"/>
                  </a:lnTo>
                  <a:lnTo>
                    <a:pt x="1957256" y="799649"/>
                  </a:lnTo>
                  <a:lnTo>
                    <a:pt x="1957369" y="799661"/>
                  </a:lnTo>
                  <a:lnTo>
                    <a:pt x="1957377" y="799648"/>
                  </a:lnTo>
                  <a:lnTo>
                    <a:pt x="1957381" y="799641"/>
                  </a:lnTo>
                  <a:lnTo>
                    <a:pt x="1957385" y="799634"/>
                  </a:lnTo>
                  <a:lnTo>
                    <a:pt x="1957396" y="799611"/>
                  </a:lnTo>
                  <a:lnTo>
                    <a:pt x="1957396" y="799592"/>
                  </a:lnTo>
                  <a:lnTo>
                    <a:pt x="1957396" y="799504"/>
                  </a:lnTo>
                  <a:lnTo>
                    <a:pt x="1957395" y="799476"/>
                  </a:lnTo>
                  <a:lnTo>
                    <a:pt x="1957392" y="799437"/>
                  </a:lnTo>
                  <a:lnTo>
                    <a:pt x="1957391" y="799410"/>
                  </a:lnTo>
                  <a:lnTo>
                    <a:pt x="1957389" y="799376"/>
                  </a:lnTo>
                  <a:lnTo>
                    <a:pt x="1957393" y="799369"/>
                  </a:lnTo>
                  <a:lnTo>
                    <a:pt x="1957436" y="799347"/>
                  </a:lnTo>
                  <a:lnTo>
                    <a:pt x="1957444" y="799345"/>
                  </a:lnTo>
                  <a:lnTo>
                    <a:pt x="1957501" y="799320"/>
                  </a:lnTo>
                  <a:lnTo>
                    <a:pt x="1957519" y="799297"/>
                  </a:lnTo>
                  <a:lnTo>
                    <a:pt x="1957538" y="799273"/>
                  </a:lnTo>
                  <a:lnTo>
                    <a:pt x="1957573" y="799117"/>
                  </a:lnTo>
                  <a:lnTo>
                    <a:pt x="1957572" y="799101"/>
                  </a:lnTo>
                  <a:lnTo>
                    <a:pt x="1957562" y="798920"/>
                  </a:lnTo>
                  <a:lnTo>
                    <a:pt x="1957556" y="798796"/>
                  </a:lnTo>
                  <a:lnTo>
                    <a:pt x="1957545" y="798441"/>
                  </a:lnTo>
                  <a:lnTo>
                    <a:pt x="1957584" y="798378"/>
                  </a:lnTo>
                  <a:lnTo>
                    <a:pt x="1957727" y="798267"/>
                  </a:lnTo>
                  <a:lnTo>
                    <a:pt x="1957962" y="798150"/>
                  </a:lnTo>
                  <a:lnTo>
                    <a:pt x="1958020" y="798126"/>
                  </a:lnTo>
                  <a:lnTo>
                    <a:pt x="1958330" y="798001"/>
                  </a:lnTo>
                  <a:lnTo>
                    <a:pt x="1958424" y="797988"/>
                  </a:lnTo>
                  <a:lnTo>
                    <a:pt x="1958583" y="797967"/>
                  </a:lnTo>
                  <a:lnTo>
                    <a:pt x="1958731" y="797838"/>
                  </a:lnTo>
                  <a:lnTo>
                    <a:pt x="1958759" y="797711"/>
                  </a:lnTo>
                  <a:lnTo>
                    <a:pt x="1958785" y="797648"/>
                  </a:lnTo>
                  <a:lnTo>
                    <a:pt x="1958870" y="797469"/>
                  </a:lnTo>
                  <a:lnTo>
                    <a:pt x="1958923" y="797410"/>
                  </a:lnTo>
                  <a:lnTo>
                    <a:pt x="1959001" y="797376"/>
                  </a:lnTo>
                  <a:lnTo>
                    <a:pt x="1959033" y="797371"/>
                  </a:lnTo>
                  <a:lnTo>
                    <a:pt x="1959077" y="797366"/>
                  </a:lnTo>
                  <a:lnTo>
                    <a:pt x="1959245" y="797341"/>
                  </a:lnTo>
                  <a:lnTo>
                    <a:pt x="1959248" y="797309"/>
                  </a:lnTo>
                  <a:lnTo>
                    <a:pt x="1959257" y="797183"/>
                  </a:lnTo>
                  <a:lnTo>
                    <a:pt x="1959419" y="797131"/>
                  </a:lnTo>
                  <a:lnTo>
                    <a:pt x="1959496" y="797112"/>
                  </a:lnTo>
                  <a:lnTo>
                    <a:pt x="1959577" y="797112"/>
                  </a:lnTo>
                  <a:lnTo>
                    <a:pt x="1960091" y="797112"/>
                  </a:lnTo>
                  <a:lnTo>
                    <a:pt x="1961532" y="797188"/>
                  </a:lnTo>
                  <a:lnTo>
                    <a:pt x="1961532" y="797215"/>
                  </a:lnTo>
                  <a:lnTo>
                    <a:pt x="1961532" y="797325"/>
                  </a:lnTo>
                  <a:lnTo>
                    <a:pt x="1961561" y="797329"/>
                  </a:lnTo>
                  <a:lnTo>
                    <a:pt x="1962843" y="797348"/>
                  </a:lnTo>
                  <a:lnTo>
                    <a:pt x="1963067" y="797351"/>
                  </a:lnTo>
                  <a:lnTo>
                    <a:pt x="1963082" y="797380"/>
                  </a:lnTo>
                  <a:lnTo>
                    <a:pt x="1962943" y="797912"/>
                  </a:lnTo>
                  <a:lnTo>
                    <a:pt x="1962931" y="797962"/>
                  </a:lnTo>
                  <a:lnTo>
                    <a:pt x="1963037" y="798207"/>
                  </a:lnTo>
                  <a:lnTo>
                    <a:pt x="1963048" y="798232"/>
                  </a:lnTo>
                  <a:lnTo>
                    <a:pt x="1963115" y="798385"/>
                  </a:lnTo>
                  <a:lnTo>
                    <a:pt x="1963293" y="798655"/>
                  </a:lnTo>
                  <a:lnTo>
                    <a:pt x="1963322" y="798699"/>
                  </a:lnTo>
                  <a:lnTo>
                    <a:pt x="1963381" y="798687"/>
                  </a:lnTo>
                  <a:lnTo>
                    <a:pt x="1963405" y="798683"/>
                  </a:lnTo>
                  <a:lnTo>
                    <a:pt x="1963415" y="798681"/>
                  </a:lnTo>
                  <a:lnTo>
                    <a:pt x="1963546" y="798660"/>
                  </a:lnTo>
                  <a:lnTo>
                    <a:pt x="1963581" y="798372"/>
                  </a:lnTo>
                  <a:lnTo>
                    <a:pt x="1963722" y="798220"/>
                  </a:lnTo>
                  <a:lnTo>
                    <a:pt x="1964066" y="798250"/>
                  </a:lnTo>
                  <a:lnTo>
                    <a:pt x="1964091" y="798039"/>
                  </a:lnTo>
                  <a:lnTo>
                    <a:pt x="1964171" y="797372"/>
                  </a:lnTo>
                  <a:lnTo>
                    <a:pt x="1964328" y="797373"/>
                  </a:lnTo>
                  <a:lnTo>
                    <a:pt x="1964435" y="797374"/>
                  </a:lnTo>
                  <a:lnTo>
                    <a:pt x="1964446" y="797312"/>
                  </a:lnTo>
                  <a:lnTo>
                    <a:pt x="1964516" y="796933"/>
                  </a:lnTo>
                  <a:lnTo>
                    <a:pt x="1966674" y="796890"/>
                  </a:lnTo>
                  <a:lnTo>
                    <a:pt x="1966714" y="796915"/>
                  </a:lnTo>
                  <a:lnTo>
                    <a:pt x="1966692" y="797671"/>
                  </a:lnTo>
                  <a:lnTo>
                    <a:pt x="1966685" y="797911"/>
                  </a:lnTo>
                  <a:lnTo>
                    <a:pt x="1966672" y="798362"/>
                  </a:lnTo>
                  <a:lnTo>
                    <a:pt x="1966661" y="798729"/>
                  </a:lnTo>
                  <a:lnTo>
                    <a:pt x="1966618" y="799117"/>
                  </a:lnTo>
                  <a:lnTo>
                    <a:pt x="1966591" y="799370"/>
                  </a:lnTo>
                  <a:lnTo>
                    <a:pt x="1966571" y="799551"/>
                  </a:lnTo>
                  <a:lnTo>
                    <a:pt x="1966449" y="799825"/>
                  </a:lnTo>
                  <a:lnTo>
                    <a:pt x="1966414" y="799904"/>
                  </a:lnTo>
                  <a:lnTo>
                    <a:pt x="1966411" y="800214"/>
                  </a:lnTo>
                  <a:lnTo>
                    <a:pt x="1966411" y="800235"/>
                  </a:lnTo>
                  <a:lnTo>
                    <a:pt x="1966474" y="800301"/>
                  </a:lnTo>
                  <a:lnTo>
                    <a:pt x="1966541" y="800371"/>
                  </a:lnTo>
                  <a:lnTo>
                    <a:pt x="1966612" y="800396"/>
                  </a:lnTo>
                  <a:lnTo>
                    <a:pt x="1966748" y="800443"/>
                  </a:lnTo>
                  <a:lnTo>
                    <a:pt x="1967088" y="800489"/>
                  </a:lnTo>
                  <a:lnTo>
                    <a:pt x="1967129" y="800492"/>
                  </a:lnTo>
                  <a:lnTo>
                    <a:pt x="1967159" y="800426"/>
                  </a:lnTo>
                  <a:lnTo>
                    <a:pt x="1967149" y="800357"/>
                  </a:lnTo>
                  <a:lnTo>
                    <a:pt x="1967127" y="800201"/>
                  </a:lnTo>
                  <a:lnTo>
                    <a:pt x="1967108" y="800177"/>
                  </a:lnTo>
                  <a:lnTo>
                    <a:pt x="1967085" y="800147"/>
                  </a:lnTo>
                  <a:lnTo>
                    <a:pt x="1967059" y="800114"/>
                  </a:lnTo>
                  <a:lnTo>
                    <a:pt x="1967035" y="800065"/>
                  </a:lnTo>
                  <a:lnTo>
                    <a:pt x="1967009" y="800014"/>
                  </a:lnTo>
                  <a:lnTo>
                    <a:pt x="1966966" y="799928"/>
                  </a:lnTo>
                  <a:lnTo>
                    <a:pt x="1966950" y="799874"/>
                  </a:lnTo>
                  <a:lnTo>
                    <a:pt x="1966913" y="799751"/>
                  </a:lnTo>
                  <a:lnTo>
                    <a:pt x="1966897" y="799695"/>
                  </a:lnTo>
                  <a:lnTo>
                    <a:pt x="1966898" y="799689"/>
                  </a:lnTo>
                  <a:lnTo>
                    <a:pt x="1966916" y="799661"/>
                  </a:lnTo>
                  <a:lnTo>
                    <a:pt x="1966977" y="799690"/>
                  </a:lnTo>
                  <a:lnTo>
                    <a:pt x="1966998" y="799707"/>
                  </a:lnTo>
                  <a:lnTo>
                    <a:pt x="1967009" y="799683"/>
                  </a:lnTo>
                  <a:lnTo>
                    <a:pt x="1967023" y="799647"/>
                  </a:lnTo>
                  <a:lnTo>
                    <a:pt x="1967034" y="799618"/>
                  </a:lnTo>
                  <a:lnTo>
                    <a:pt x="1967047" y="799556"/>
                  </a:lnTo>
                  <a:lnTo>
                    <a:pt x="1967083" y="799386"/>
                  </a:lnTo>
                  <a:lnTo>
                    <a:pt x="1967100" y="799381"/>
                  </a:lnTo>
                  <a:lnTo>
                    <a:pt x="1967106" y="799365"/>
                  </a:lnTo>
                  <a:lnTo>
                    <a:pt x="1967152" y="799163"/>
                  </a:lnTo>
                  <a:lnTo>
                    <a:pt x="1967158" y="799100"/>
                  </a:lnTo>
                  <a:lnTo>
                    <a:pt x="1967161" y="799088"/>
                  </a:lnTo>
                  <a:lnTo>
                    <a:pt x="1967168" y="799068"/>
                  </a:lnTo>
                  <a:lnTo>
                    <a:pt x="1967221" y="798898"/>
                  </a:lnTo>
                  <a:lnTo>
                    <a:pt x="1967236" y="798851"/>
                  </a:lnTo>
                  <a:lnTo>
                    <a:pt x="1967279" y="798826"/>
                  </a:lnTo>
                  <a:lnTo>
                    <a:pt x="1967412" y="798752"/>
                  </a:lnTo>
                  <a:lnTo>
                    <a:pt x="1967478" y="798705"/>
                  </a:lnTo>
                  <a:lnTo>
                    <a:pt x="1967519" y="798667"/>
                  </a:lnTo>
                  <a:lnTo>
                    <a:pt x="1967560" y="798630"/>
                  </a:lnTo>
                  <a:lnTo>
                    <a:pt x="1967602" y="798596"/>
                  </a:lnTo>
                  <a:lnTo>
                    <a:pt x="1967712" y="798506"/>
                  </a:lnTo>
                  <a:lnTo>
                    <a:pt x="1967849" y="798398"/>
                  </a:lnTo>
                  <a:lnTo>
                    <a:pt x="1967895" y="798338"/>
                  </a:lnTo>
                  <a:lnTo>
                    <a:pt x="1967901" y="798332"/>
                  </a:lnTo>
                  <a:lnTo>
                    <a:pt x="1967891" y="798315"/>
                  </a:lnTo>
                  <a:lnTo>
                    <a:pt x="1967885" y="798306"/>
                  </a:lnTo>
                  <a:lnTo>
                    <a:pt x="1967881" y="798299"/>
                  </a:lnTo>
                  <a:lnTo>
                    <a:pt x="1967783" y="798145"/>
                  </a:lnTo>
                  <a:lnTo>
                    <a:pt x="1967726" y="798055"/>
                  </a:lnTo>
                  <a:lnTo>
                    <a:pt x="1967704" y="798021"/>
                  </a:lnTo>
                  <a:lnTo>
                    <a:pt x="1967704" y="798013"/>
                  </a:lnTo>
                  <a:lnTo>
                    <a:pt x="1967706" y="798008"/>
                  </a:lnTo>
                  <a:lnTo>
                    <a:pt x="1967729" y="797994"/>
                  </a:lnTo>
                  <a:lnTo>
                    <a:pt x="1967728" y="797956"/>
                  </a:lnTo>
                  <a:lnTo>
                    <a:pt x="1967802" y="797909"/>
                  </a:lnTo>
                  <a:lnTo>
                    <a:pt x="1967834" y="797882"/>
                  </a:lnTo>
                  <a:lnTo>
                    <a:pt x="1967851" y="797868"/>
                  </a:lnTo>
                  <a:lnTo>
                    <a:pt x="1967982" y="797788"/>
                  </a:lnTo>
                  <a:lnTo>
                    <a:pt x="1968045" y="797750"/>
                  </a:lnTo>
                  <a:lnTo>
                    <a:pt x="1968230" y="797637"/>
                  </a:lnTo>
                  <a:lnTo>
                    <a:pt x="1968241" y="797631"/>
                  </a:lnTo>
                  <a:lnTo>
                    <a:pt x="1968264" y="797617"/>
                  </a:lnTo>
                  <a:lnTo>
                    <a:pt x="1968295" y="797598"/>
                  </a:lnTo>
                  <a:lnTo>
                    <a:pt x="1968378" y="797548"/>
                  </a:lnTo>
                  <a:lnTo>
                    <a:pt x="1968421" y="797521"/>
                  </a:lnTo>
                  <a:lnTo>
                    <a:pt x="1968441" y="797509"/>
                  </a:lnTo>
                  <a:lnTo>
                    <a:pt x="1968609" y="797432"/>
                  </a:lnTo>
                  <a:lnTo>
                    <a:pt x="1968563" y="797359"/>
                  </a:lnTo>
                  <a:lnTo>
                    <a:pt x="1968316" y="796967"/>
                  </a:lnTo>
                  <a:lnTo>
                    <a:pt x="1969144" y="796568"/>
                  </a:lnTo>
                  <a:lnTo>
                    <a:pt x="1969615" y="796342"/>
                  </a:lnTo>
                  <a:lnTo>
                    <a:pt x="1969822" y="796242"/>
                  </a:lnTo>
                  <a:lnTo>
                    <a:pt x="1969823" y="796556"/>
                  </a:lnTo>
                  <a:lnTo>
                    <a:pt x="1971945" y="796345"/>
                  </a:lnTo>
                  <a:lnTo>
                    <a:pt x="1971895" y="796799"/>
                  </a:lnTo>
                  <a:lnTo>
                    <a:pt x="1971921" y="797109"/>
                  </a:lnTo>
                  <a:lnTo>
                    <a:pt x="1971937" y="797302"/>
                  </a:lnTo>
                  <a:lnTo>
                    <a:pt x="1971962" y="797308"/>
                  </a:lnTo>
                  <a:lnTo>
                    <a:pt x="1973249" y="797190"/>
                  </a:lnTo>
                  <a:lnTo>
                    <a:pt x="1973216" y="796530"/>
                  </a:lnTo>
                  <a:lnTo>
                    <a:pt x="1973203" y="796258"/>
                  </a:lnTo>
                  <a:lnTo>
                    <a:pt x="1973949" y="796195"/>
                  </a:lnTo>
                  <a:lnTo>
                    <a:pt x="1974008" y="796636"/>
                  </a:lnTo>
                  <a:lnTo>
                    <a:pt x="1974020" y="796720"/>
                  </a:lnTo>
                  <a:lnTo>
                    <a:pt x="1974186" y="797116"/>
                  </a:lnTo>
                  <a:lnTo>
                    <a:pt x="1974237" y="797114"/>
                  </a:lnTo>
                  <a:lnTo>
                    <a:pt x="1974530" y="797077"/>
                  </a:lnTo>
                  <a:lnTo>
                    <a:pt x="1974597" y="797068"/>
                  </a:lnTo>
                  <a:lnTo>
                    <a:pt x="1975191" y="796993"/>
                  </a:lnTo>
                  <a:lnTo>
                    <a:pt x="1975153" y="796251"/>
                  </a:lnTo>
                  <a:lnTo>
                    <a:pt x="1975226" y="796077"/>
                  </a:lnTo>
                  <a:lnTo>
                    <a:pt x="1975458" y="795903"/>
                  </a:lnTo>
                  <a:lnTo>
                    <a:pt x="1975534" y="795846"/>
                  </a:lnTo>
                  <a:lnTo>
                    <a:pt x="1976286" y="795282"/>
                  </a:lnTo>
                  <a:lnTo>
                    <a:pt x="1976306" y="795248"/>
                  </a:lnTo>
                  <a:lnTo>
                    <a:pt x="1976312" y="794816"/>
                  </a:lnTo>
                  <a:lnTo>
                    <a:pt x="1976348" y="794757"/>
                  </a:lnTo>
                  <a:lnTo>
                    <a:pt x="1976729" y="794438"/>
                  </a:lnTo>
                  <a:lnTo>
                    <a:pt x="1976866" y="794324"/>
                  </a:lnTo>
                  <a:lnTo>
                    <a:pt x="1977198" y="794086"/>
                  </a:lnTo>
                  <a:lnTo>
                    <a:pt x="1977632" y="793801"/>
                  </a:lnTo>
                  <a:lnTo>
                    <a:pt x="1977637" y="793967"/>
                  </a:lnTo>
                  <a:lnTo>
                    <a:pt x="1977863" y="793876"/>
                  </a:lnTo>
                  <a:lnTo>
                    <a:pt x="1977897" y="793855"/>
                  </a:lnTo>
                  <a:lnTo>
                    <a:pt x="1978005" y="793778"/>
                  </a:lnTo>
                  <a:lnTo>
                    <a:pt x="1978071" y="793736"/>
                  </a:lnTo>
                  <a:lnTo>
                    <a:pt x="1978173" y="793672"/>
                  </a:lnTo>
                  <a:lnTo>
                    <a:pt x="1978902" y="793215"/>
                  </a:lnTo>
                  <a:lnTo>
                    <a:pt x="1978994" y="793123"/>
                  </a:lnTo>
                  <a:lnTo>
                    <a:pt x="1979035" y="793059"/>
                  </a:lnTo>
                  <a:lnTo>
                    <a:pt x="1979110" y="792943"/>
                  </a:lnTo>
                  <a:lnTo>
                    <a:pt x="1979115" y="792860"/>
                  </a:lnTo>
                  <a:lnTo>
                    <a:pt x="1978643" y="792584"/>
                  </a:lnTo>
                  <a:lnTo>
                    <a:pt x="1978516" y="792581"/>
                  </a:lnTo>
                  <a:lnTo>
                    <a:pt x="1978514" y="792527"/>
                  </a:lnTo>
                  <a:lnTo>
                    <a:pt x="1978674" y="792531"/>
                  </a:lnTo>
                  <a:lnTo>
                    <a:pt x="1979161" y="792807"/>
                  </a:lnTo>
                  <a:lnTo>
                    <a:pt x="1979226" y="792731"/>
                  </a:lnTo>
                  <a:lnTo>
                    <a:pt x="1979248" y="792707"/>
                  </a:lnTo>
                  <a:lnTo>
                    <a:pt x="1979671" y="792245"/>
                  </a:lnTo>
                  <a:lnTo>
                    <a:pt x="1979724" y="792201"/>
                  </a:lnTo>
                  <a:lnTo>
                    <a:pt x="1979760" y="792172"/>
                  </a:lnTo>
                  <a:lnTo>
                    <a:pt x="1979945" y="792021"/>
                  </a:lnTo>
                  <a:lnTo>
                    <a:pt x="1980484" y="791874"/>
                  </a:lnTo>
                  <a:lnTo>
                    <a:pt x="1980355" y="791573"/>
                  </a:lnTo>
                  <a:lnTo>
                    <a:pt x="1980418" y="791555"/>
                  </a:lnTo>
                  <a:lnTo>
                    <a:pt x="1980595" y="791507"/>
                  </a:lnTo>
                  <a:lnTo>
                    <a:pt x="1980819" y="791382"/>
                  </a:lnTo>
                  <a:lnTo>
                    <a:pt x="1981032" y="791032"/>
                  </a:lnTo>
                  <a:lnTo>
                    <a:pt x="1981111" y="790484"/>
                  </a:lnTo>
                  <a:lnTo>
                    <a:pt x="1980571" y="790488"/>
                  </a:lnTo>
                  <a:lnTo>
                    <a:pt x="1980589" y="790382"/>
                  </a:lnTo>
                  <a:lnTo>
                    <a:pt x="1980619" y="790206"/>
                  </a:lnTo>
                  <a:lnTo>
                    <a:pt x="1981404" y="790334"/>
                  </a:lnTo>
                  <a:lnTo>
                    <a:pt x="1981423" y="790275"/>
                  </a:lnTo>
                  <a:lnTo>
                    <a:pt x="1981489" y="790078"/>
                  </a:lnTo>
                  <a:lnTo>
                    <a:pt x="1981515" y="790064"/>
                  </a:lnTo>
                  <a:lnTo>
                    <a:pt x="1981540" y="790089"/>
                  </a:lnTo>
                  <a:lnTo>
                    <a:pt x="1981542" y="789943"/>
                  </a:lnTo>
                  <a:lnTo>
                    <a:pt x="1981591" y="789490"/>
                  </a:lnTo>
                  <a:lnTo>
                    <a:pt x="1981575" y="789487"/>
                  </a:lnTo>
                  <a:lnTo>
                    <a:pt x="1981058" y="789383"/>
                  </a:lnTo>
                  <a:lnTo>
                    <a:pt x="1980998" y="789227"/>
                  </a:lnTo>
                  <a:lnTo>
                    <a:pt x="1980943" y="789084"/>
                  </a:lnTo>
                  <a:lnTo>
                    <a:pt x="1980946" y="788902"/>
                  </a:lnTo>
                  <a:lnTo>
                    <a:pt x="1981069" y="788586"/>
                  </a:lnTo>
                  <a:lnTo>
                    <a:pt x="1981085" y="788545"/>
                  </a:lnTo>
                  <a:lnTo>
                    <a:pt x="1981145" y="788557"/>
                  </a:lnTo>
                  <a:lnTo>
                    <a:pt x="1981201" y="788569"/>
                  </a:lnTo>
                  <a:lnTo>
                    <a:pt x="1981183" y="788696"/>
                  </a:lnTo>
                  <a:lnTo>
                    <a:pt x="1981358" y="788778"/>
                  </a:lnTo>
                  <a:lnTo>
                    <a:pt x="1981395" y="788795"/>
                  </a:lnTo>
                  <a:lnTo>
                    <a:pt x="1981491" y="788840"/>
                  </a:lnTo>
                  <a:lnTo>
                    <a:pt x="1981672" y="788867"/>
                  </a:lnTo>
                  <a:lnTo>
                    <a:pt x="1981738" y="788644"/>
                  </a:lnTo>
                  <a:lnTo>
                    <a:pt x="1981603" y="788627"/>
                  </a:lnTo>
                  <a:lnTo>
                    <a:pt x="1981612" y="788533"/>
                  </a:lnTo>
                  <a:lnTo>
                    <a:pt x="1981876" y="788539"/>
                  </a:lnTo>
                  <a:lnTo>
                    <a:pt x="1981842" y="788387"/>
                  </a:lnTo>
                  <a:lnTo>
                    <a:pt x="1981782" y="788318"/>
                  </a:lnTo>
                  <a:lnTo>
                    <a:pt x="1981560" y="788062"/>
                  </a:lnTo>
                  <a:lnTo>
                    <a:pt x="1981295" y="788028"/>
                  </a:lnTo>
                  <a:lnTo>
                    <a:pt x="1981018" y="788079"/>
                  </a:lnTo>
                  <a:lnTo>
                    <a:pt x="1980996" y="788006"/>
                  </a:lnTo>
                  <a:lnTo>
                    <a:pt x="1980994" y="787998"/>
                  </a:lnTo>
                  <a:lnTo>
                    <a:pt x="1980908" y="787679"/>
                  </a:lnTo>
                  <a:lnTo>
                    <a:pt x="1980724" y="787334"/>
                  </a:lnTo>
                  <a:lnTo>
                    <a:pt x="1980624" y="787224"/>
                  </a:lnTo>
                  <a:lnTo>
                    <a:pt x="1980687" y="786984"/>
                  </a:lnTo>
                  <a:lnTo>
                    <a:pt x="1980701" y="786933"/>
                  </a:lnTo>
                  <a:lnTo>
                    <a:pt x="1980707" y="786902"/>
                  </a:lnTo>
                  <a:lnTo>
                    <a:pt x="1980702" y="786896"/>
                  </a:lnTo>
                  <a:lnTo>
                    <a:pt x="1980649" y="786832"/>
                  </a:lnTo>
                  <a:lnTo>
                    <a:pt x="1980563" y="786743"/>
                  </a:lnTo>
                  <a:lnTo>
                    <a:pt x="1980190" y="786953"/>
                  </a:lnTo>
                  <a:lnTo>
                    <a:pt x="1980111" y="787332"/>
                  </a:lnTo>
                  <a:lnTo>
                    <a:pt x="1979892" y="787285"/>
                  </a:lnTo>
                  <a:lnTo>
                    <a:pt x="1979856" y="787277"/>
                  </a:lnTo>
                  <a:lnTo>
                    <a:pt x="1979851" y="787275"/>
                  </a:lnTo>
                  <a:lnTo>
                    <a:pt x="1979682" y="787192"/>
                  </a:lnTo>
                  <a:lnTo>
                    <a:pt x="1979313" y="786816"/>
                  </a:lnTo>
                  <a:lnTo>
                    <a:pt x="1979406" y="786613"/>
                  </a:lnTo>
                  <a:lnTo>
                    <a:pt x="1979389" y="786573"/>
                  </a:lnTo>
                  <a:lnTo>
                    <a:pt x="1978915" y="786313"/>
                  </a:lnTo>
                  <a:lnTo>
                    <a:pt x="1978789" y="786220"/>
                  </a:lnTo>
                  <a:lnTo>
                    <a:pt x="1978992" y="785967"/>
                  </a:lnTo>
                  <a:lnTo>
                    <a:pt x="1978995" y="785962"/>
                  </a:lnTo>
                  <a:lnTo>
                    <a:pt x="1979039" y="785851"/>
                  </a:lnTo>
                  <a:lnTo>
                    <a:pt x="1979116" y="785480"/>
                  </a:lnTo>
                  <a:lnTo>
                    <a:pt x="1979140" y="785310"/>
                  </a:lnTo>
                  <a:lnTo>
                    <a:pt x="1979148" y="785255"/>
                  </a:lnTo>
                  <a:lnTo>
                    <a:pt x="1978961" y="785114"/>
                  </a:lnTo>
                  <a:lnTo>
                    <a:pt x="1978934" y="785052"/>
                  </a:lnTo>
                  <a:lnTo>
                    <a:pt x="1978928" y="784982"/>
                  </a:lnTo>
                  <a:lnTo>
                    <a:pt x="1978952" y="784938"/>
                  </a:lnTo>
                  <a:lnTo>
                    <a:pt x="1979042" y="784875"/>
                  </a:lnTo>
                  <a:lnTo>
                    <a:pt x="1979197" y="784810"/>
                  </a:lnTo>
                  <a:lnTo>
                    <a:pt x="1979358" y="784810"/>
                  </a:lnTo>
                  <a:lnTo>
                    <a:pt x="1979598" y="784767"/>
                  </a:lnTo>
                  <a:lnTo>
                    <a:pt x="1980056" y="784625"/>
                  </a:lnTo>
                  <a:lnTo>
                    <a:pt x="1980219" y="784596"/>
                  </a:lnTo>
                  <a:lnTo>
                    <a:pt x="1980360" y="784572"/>
                  </a:lnTo>
                  <a:lnTo>
                    <a:pt x="1980458" y="784569"/>
                  </a:lnTo>
                  <a:lnTo>
                    <a:pt x="1980935" y="784548"/>
                  </a:lnTo>
                  <a:lnTo>
                    <a:pt x="1981920" y="784488"/>
                  </a:lnTo>
                  <a:lnTo>
                    <a:pt x="1982582" y="784346"/>
                  </a:lnTo>
                  <a:lnTo>
                    <a:pt x="1982911" y="784238"/>
                  </a:lnTo>
                  <a:lnTo>
                    <a:pt x="1983070" y="784163"/>
                  </a:lnTo>
                  <a:lnTo>
                    <a:pt x="1983337" y="783957"/>
                  </a:lnTo>
                  <a:lnTo>
                    <a:pt x="1983364" y="783872"/>
                  </a:lnTo>
                  <a:lnTo>
                    <a:pt x="1983367" y="783864"/>
                  </a:lnTo>
                  <a:lnTo>
                    <a:pt x="1983412" y="783677"/>
                  </a:lnTo>
                  <a:lnTo>
                    <a:pt x="1983428" y="783614"/>
                  </a:lnTo>
                  <a:lnTo>
                    <a:pt x="1983430" y="783590"/>
                  </a:lnTo>
                  <a:lnTo>
                    <a:pt x="1983265" y="783505"/>
                  </a:lnTo>
                  <a:lnTo>
                    <a:pt x="1983195" y="783469"/>
                  </a:lnTo>
                  <a:lnTo>
                    <a:pt x="1983230" y="783179"/>
                  </a:lnTo>
                  <a:lnTo>
                    <a:pt x="1983231" y="783172"/>
                  </a:lnTo>
                  <a:lnTo>
                    <a:pt x="1983265" y="782883"/>
                  </a:lnTo>
                  <a:lnTo>
                    <a:pt x="1983277" y="782866"/>
                  </a:lnTo>
                  <a:lnTo>
                    <a:pt x="1983851" y="782868"/>
                  </a:lnTo>
                  <a:lnTo>
                    <a:pt x="1983851" y="782820"/>
                  </a:lnTo>
                  <a:lnTo>
                    <a:pt x="1983851" y="782765"/>
                  </a:lnTo>
                  <a:lnTo>
                    <a:pt x="1983837" y="782738"/>
                  </a:lnTo>
                  <a:lnTo>
                    <a:pt x="1983808" y="782685"/>
                  </a:lnTo>
                  <a:lnTo>
                    <a:pt x="1983642" y="782686"/>
                  </a:lnTo>
                  <a:lnTo>
                    <a:pt x="1983618" y="782634"/>
                  </a:lnTo>
                  <a:lnTo>
                    <a:pt x="1983811" y="782553"/>
                  </a:lnTo>
                  <a:lnTo>
                    <a:pt x="1984074" y="782554"/>
                  </a:lnTo>
                  <a:lnTo>
                    <a:pt x="1984657" y="782557"/>
                  </a:lnTo>
                  <a:lnTo>
                    <a:pt x="1984669" y="782854"/>
                  </a:lnTo>
                  <a:lnTo>
                    <a:pt x="1985632" y="782658"/>
                  </a:lnTo>
                  <a:lnTo>
                    <a:pt x="1985878" y="782569"/>
                  </a:lnTo>
                  <a:lnTo>
                    <a:pt x="1986081" y="782464"/>
                  </a:lnTo>
                  <a:lnTo>
                    <a:pt x="1986256" y="782349"/>
                  </a:lnTo>
                  <a:lnTo>
                    <a:pt x="1986265" y="782343"/>
                  </a:lnTo>
                  <a:lnTo>
                    <a:pt x="1986355" y="782277"/>
                  </a:lnTo>
                  <a:lnTo>
                    <a:pt x="1986438" y="782175"/>
                  </a:lnTo>
                  <a:lnTo>
                    <a:pt x="1986478" y="781989"/>
                  </a:lnTo>
                  <a:lnTo>
                    <a:pt x="1986460" y="781958"/>
                  </a:lnTo>
                  <a:lnTo>
                    <a:pt x="1986416" y="781938"/>
                  </a:lnTo>
                  <a:lnTo>
                    <a:pt x="1986383" y="781936"/>
                  </a:lnTo>
                  <a:lnTo>
                    <a:pt x="1986348" y="781933"/>
                  </a:lnTo>
                  <a:lnTo>
                    <a:pt x="1986326" y="781897"/>
                  </a:lnTo>
                  <a:lnTo>
                    <a:pt x="1986361" y="781853"/>
                  </a:lnTo>
                  <a:lnTo>
                    <a:pt x="1986868" y="781834"/>
                  </a:lnTo>
                  <a:lnTo>
                    <a:pt x="1987540" y="781808"/>
                  </a:lnTo>
                  <a:lnTo>
                    <a:pt x="1988230" y="781722"/>
                  </a:lnTo>
                  <a:lnTo>
                    <a:pt x="1988319" y="781711"/>
                  </a:lnTo>
                  <a:lnTo>
                    <a:pt x="1988329" y="781709"/>
                  </a:lnTo>
                  <a:lnTo>
                    <a:pt x="1988815" y="781617"/>
                  </a:lnTo>
                  <a:lnTo>
                    <a:pt x="1989293" y="781460"/>
                  </a:lnTo>
                  <a:lnTo>
                    <a:pt x="1989382" y="781431"/>
                  </a:lnTo>
                  <a:lnTo>
                    <a:pt x="1989508" y="781362"/>
                  </a:lnTo>
                  <a:lnTo>
                    <a:pt x="1989648" y="781250"/>
                  </a:lnTo>
                  <a:lnTo>
                    <a:pt x="1989693" y="781095"/>
                  </a:lnTo>
                  <a:lnTo>
                    <a:pt x="1989697" y="781002"/>
                  </a:lnTo>
                  <a:lnTo>
                    <a:pt x="1989664" y="780884"/>
                  </a:lnTo>
                  <a:lnTo>
                    <a:pt x="1989654" y="780776"/>
                  </a:lnTo>
                  <a:lnTo>
                    <a:pt x="1989664" y="780744"/>
                  </a:lnTo>
                  <a:lnTo>
                    <a:pt x="1989695" y="780722"/>
                  </a:lnTo>
                  <a:lnTo>
                    <a:pt x="1989713" y="780720"/>
                  </a:lnTo>
                  <a:lnTo>
                    <a:pt x="1989930" y="780700"/>
                  </a:lnTo>
                  <a:lnTo>
                    <a:pt x="1990210" y="780632"/>
                  </a:lnTo>
                  <a:lnTo>
                    <a:pt x="1990484" y="780527"/>
                  </a:lnTo>
                  <a:lnTo>
                    <a:pt x="1990980" y="780338"/>
                  </a:lnTo>
                  <a:lnTo>
                    <a:pt x="1991098" y="780299"/>
                  </a:lnTo>
                  <a:lnTo>
                    <a:pt x="1991265" y="780244"/>
                  </a:lnTo>
                  <a:lnTo>
                    <a:pt x="1991483" y="780173"/>
                  </a:lnTo>
                  <a:lnTo>
                    <a:pt x="1991745" y="780061"/>
                  </a:lnTo>
                  <a:lnTo>
                    <a:pt x="1992048" y="779933"/>
                  </a:lnTo>
                  <a:lnTo>
                    <a:pt x="1992079" y="779917"/>
                  </a:lnTo>
                  <a:lnTo>
                    <a:pt x="1992334" y="779790"/>
                  </a:lnTo>
                  <a:lnTo>
                    <a:pt x="1992459" y="779720"/>
                  </a:lnTo>
                  <a:lnTo>
                    <a:pt x="1992742" y="779561"/>
                  </a:lnTo>
                  <a:lnTo>
                    <a:pt x="1993075" y="779303"/>
                  </a:lnTo>
                  <a:lnTo>
                    <a:pt x="1994049" y="778395"/>
                  </a:lnTo>
                  <a:lnTo>
                    <a:pt x="1995079" y="777556"/>
                  </a:lnTo>
                  <a:lnTo>
                    <a:pt x="1995347" y="777302"/>
                  </a:lnTo>
                  <a:lnTo>
                    <a:pt x="1995456" y="777174"/>
                  </a:lnTo>
                  <a:lnTo>
                    <a:pt x="1995471" y="777144"/>
                  </a:lnTo>
                  <a:lnTo>
                    <a:pt x="1995527" y="777025"/>
                  </a:lnTo>
                  <a:lnTo>
                    <a:pt x="1995679" y="776801"/>
                  </a:lnTo>
                  <a:lnTo>
                    <a:pt x="1995891" y="776566"/>
                  </a:lnTo>
                  <a:lnTo>
                    <a:pt x="1996110" y="776324"/>
                  </a:lnTo>
                  <a:lnTo>
                    <a:pt x="1996195" y="776240"/>
                  </a:lnTo>
                  <a:lnTo>
                    <a:pt x="1996225" y="776211"/>
                  </a:lnTo>
                  <a:lnTo>
                    <a:pt x="1996292" y="776145"/>
                  </a:lnTo>
                  <a:lnTo>
                    <a:pt x="1996324" y="776113"/>
                  </a:lnTo>
                  <a:lnTo>
                    <a:pt x="1996344" y="776098"/>
                  </a:lnTo>
                  <a:lnTo>
                    <a:pt x="1996359" y="776085"/>
                  </a:lnTo>
                  <a:lnTo>
                    <a:pt x="1996370" y="776079"/>
                  </a:lnTo>
                  <a:lnTo>
                    <a:pt x="1996344" y="776043"/>
                  </a:lnTo>
                  <a:lnTo>
                    <a:pt x="1996319" y="776008"/>
                  </a:lnTo>
                  <a:lnTo>
                    <a:pt x="1996142" y="775763"/>
                  </a:lnTo>
                  <a:lnTo>
                    <a:pt x="1995960" y="775577"/>
                  </a:lnTo>
                  <a:lnTo>
                    <a:pt x="1994772" y="774364"/>
                  </a:lnTo>
                  <a:lnTo>
                    <a:pt x="1994749" y="774288"/>
                  </a:lnTo>
                  <a:lnTo>
                    <a:pt x="1994777" y="774207"/>
                  </a:lnTo>
                  <a:lnTo>
                    <a:pt x="1995261" y="773803"/>
                  </a:lnTo>
                  <a:lnTo>
                    <a:pt x="1995820" y="773336"/>
                  </a:lnTo>
                  <a:lnTo>
                    <a:pt x="1996180" y="773036"/>
                  </a:lnTo>
                  <a:lnTo>
                    <a:pt x="1996465" y="772798"/>
                  </a:lnTo>
                  <a:lnTo>
                    <a:pt x="1999012" y="772808"/>
                  </a:lnTo>
                  <a:lnTo>
                    <a:pt x="1999114" y="772809"/>
                  </a:lnTo>
                  <a:lnTo>
                    <a:pt x="1999208" y="772415"/>
                  </a:lnTo>
                  <a:lnTo>
                    <a:pt x="1999247" y="772248"/>
                  </a:lnTo>
                  <a:lnTo>
                    <a:pt x="1999241" y="772073"/>
                  </a:lnTo>
                  <a:lnTo>
                    <a:pt x="1999241" y="772060"/>
                  </a:lnTo>
                  <a:lnTo>
                    <a:pt x="1999244" y="772055"/>
                  </a:lnTo>
                  <a:lnTo>
                    <a:pt x="1999390" y="771839"/>
                  </a:lnTo>
                  <a:lnTo>
                    <a:pt x="1999465" y="771824"/>
                  </a:lnTo>
                  <a:lnTo>
                    <a:pt x="1999510" y="771815"/>
                  </a:lnTo>
                  <a:lnTo>
                    <a:pt x="1999710" y="771698"/>
                  </a:lnTo>
                  <a:lnTo>
                    <a:pt x="1999725" y="771621"/>
                  </a:lnTo>
                  <a:lnTo>
                    <a:pt x="1999722" y="771479"/>
                  </a:lnTo>
                  <a:lnTo>
                    <a:pt x="1999609" y="771175"/>
                  </a:lnTo>
                  <a:lnTo>
                    <a:pt x="1999167" y="770783"/>
                  </a:lnTo>
                  <a:lnTo>
                    <a:pt x="1999138" y="770758"/>
                  </a:lnTo>
                  <a:lnTo>
                    <a:pt x="1999076" y="770703"/>
                  </a:lnTo>
                  <a:lnTo>
                    <a:pt x="1999071" y="770707"/>
                  </a:lnTo>
                  <a:lnTo>
                    <a:pt x="1998762" y="770981"/>
                  </a:lnTo>
                  <a:lnTo>
                    <a:pt x="1998772" y="771098"/>
                  </a:lnTo>
                  <a:lnTo>
                    <a:pt x="1998823" y="771611"/>
                  </a:lnTo>
                  <a:lnTo>
                    <a:pt x="1998198" y="771651"/>
                  </a:lnTo>
                  <a:lnTo>
                    <a:pt x="1997896" y="771336"/>
                  </a:lnTo>
                  <a:lnTo>
                    <a:pt x="1998143" y="771163"/>
                  </a:lnTo>
                  <a:lnTo>
                    <a:pt x="1998110" y="770812"/>
                  </a:lnTo>
                  <a:lnTo>
                    <a:pt x="1998480" y="770785"/>
                  </a:lnTo>
                  <a:lnTo>
                    <a:pt x="1998553" y="770780"/>
                  </a:lnTo>
                  <a:lnTo>
                    <a:pt x="1998868" y="770556"/>
                  </a:lnTo>
                  <a:lnTo>
                    <a:pt x="1998925" y="770493"/>
                  </a:lnTo>
                  <a:lnTo>
                    <a:pt x="1998934" y="770450"/>
                  </a:lnTo>
                  <a:lnTo>
                    <a:pt x="1998913" y="770415"/>
                  </a:lnTo>
                  <a:lnTo>
                    <a:pt x="1998805" y="770329"/>
                  </a:lnTo>
                  <a:lnTo>
                    <a:pt x="1998318" y="770342"/>
                  </a:lnTo>
                  <a:lnTo>
                    <a:pt x="1997997" y="770367"/>
                  </a:lnTo>
                  <a:lnTo>
                    <a:pt x="1998010" y="770705"/>
                  </a:lnTo>
                  <a:lnTo>
                    <a:pt x="1997900" y="770730"/>
                  </a:lnTo>
                  <a:lnTo>
                    <a:pt x="1997889" y="770725"/>
                  </a:lnTo>
                  <a:lnTo>
                    <a:pt x="1997514" y="770554"/>
                  </a:lnTo>
                  <a:lnTo>
                    <a:pt x="1997502" y="770356"/>
                  </a:lnTo>
                  <a:lnTo>
                    <a:pt x="1997161" y="770302"/>
                  </a:lnTo>
                  <a:lnTo>
                    <a:pt x="1997107" y="770310"/>
                  </a:lnTo>
                  <a:lnTo>
                    <a:pt x="1996875" y="770345"/>
                  </a:lnTo>
                  <a:lnTo>
                    <a:pt x="1996790" y="770370"/>
                  </a:lnTo>
                  <a:lnTo>
                    <a:pt x="1996778" y="770373"/>
                  </a:lnTo>
                  <a:lnTo>
                    <a:pt x="1996718" y="770390"/>
                  </a:lnTo>
                  <a:lnTo>
                    <a:pt x="1996578" y="770431"/>
                  </a:lnTo>
                  <a:lnTo>
                    <a:pt x="1996399" y="770584"/>
                  </a:lnTo>
                  <a:lnTo>
                    <a:pt x="1996259" y="770581"/>
                  </a:lnTo>
                  <a:lnTo>
                    <a:pt x="1995593" y="770264"/>
                  </a:lnTo>
                  <a:lnTo>
                    <a:pt x="1995544" y="770255"/>
                  </a:lnTo>
                  <a:lnTo>
                    <a:pt x="1995401" y="770229"/>
                  </a:lnTo>
                  <a:lnTo>
                    <a:pt x="1995382" y="770226"/>
                  </a:lnTo>
                  <a:lnTo>
                    <a:pt x="1995279" y="770208"/>
                  </a:lnTo>
                  <a:lnTo>
                    <a:pt x="1995172" y="770075"/>
                  </a:lnTo>
                  <a:lnTo>
                    <a:pt x="1995143" y="769875"/>
                  </a:lnTo>
                  <a:lnTo>
                    <a:pt x="1995175" y="769833"/>
                  </a:lnTo>
                  <a:lnTo>
                    <a:pt x="1995302" y="769664"/>
                  </a:lnTo>
                  <a:lnTo>
                    <a:pt x="1995344" y="769623"/>
                  </a:lnTo>
                  <a:lnTo>
                    <a:pt x="1995587" y="769609"/>
                  </a:lnTo>
                  <a:lnTo>
                    <a:pt x="1996004" y="769584"/>
                  </a:lnTo>
                  <a:lnTo>
                    <a:pt x="1996098" y="769601"/>
                  </a:lnTo>
                  <a:lnTo>
                    <a:pt x="1996371" y="769621"/>
                  </a:lnTo>
                  <a:lnTo>
                    <a:pt x="1996638" y="769641"/>
                  </a:lnTo>
                  <a:lnTo>
                    <a:pt x="1996953" y="769640"/>
                  </a:lnTo>
                  <a:lnTo>
                    <a:pt x="1996974" y="769640"/>
                  </a:lnTo>
                  <a:lnTo>
                    <a:pt x="1998114" y="769636"/>
                  </a:lnTo>
                  <a:lnTo>
                    <a:pt x="1998394" y="769635"/>
                  </a:lnTo>
                  <a:lnTo>
                    <a:pt x="1998583" y="769634"/>
                  </a:lnTo>
                  <a:lnTo>
                    <a:pt x="1999003" y="769609"/>
                  </a:lnTo>
                  <a:lnTo>
                    <a:pt x="1999018" y="769608"/>
                  </a:lnTo>
                  <a:lnTo>
                    <a:pt x="1999441" y="769582"/>
                  </a:lnTo>
                  <a:lnTo>
                    <a:pt x="1999522" y="769577"/>
                  </a:lnTo>
                  <a:lnTo>
                    <a:pt x="1999794" y="769546"/>
                  </a:lnTo>
                  <a:lnTo>
                    <a:pt x="2000330" y="769486"/>
                  </a:lnTo>
                  <a:lnTo>
                    <a:pt x="2000691" y="769425"/>
                  </a:lnTo>
                  <a:lnTo>
                    <a:pt x="2000732" y="769418"/>
                  </a:lnTo>
                  <a:lnTo>
                    <a:pt x="2000962" y="769379"/>
                  </a:lnTo>
                  <a:lnTo>
                    <a:pt x="2001124" y="769351"/>
                  </a:lnTo>
                  <a:lnTo>
                    <a:pt x="2001336" y="769287"/>
                  </a:lnTo>
                  <a:lnTo>
                    <a:pt x="2001363" y="769278"/>
                  </a:lnTo>
                  <a:lnTo>
                    <a:pt x="2001349" y="769189"/>
                  </a:lnTo>
                  <a:lnTo>
                    <a:pt x="2001600" y="769111"/>
                  </a:lnTo>
                  <a:lnTo>
                    <a:pt x="2001800" y="769027"/>
                  </a:lnTo>
                  <a:lnTo>
                    <a:pt x="2001812" y="769022"/>
                  </a:lnTo>
                  <a:lnTo>
                    <a:pt x="2002048" y="768923"/>
                  </a:lnTo>
                  <a:lnTo>
                    <a:pt x="2002564" y="768617"/>
                  </a:lnTo>
                  <a:lnTo>
                    <a:pt x="2002734" y="768515"/>
                  </a:lnTo>
                  <a:lnTo>
                    <a:pt x="2002799" y="768476"/>
                  </a:lnTo>
                  <a:lnTo>
                    <a:pt x="2002985" y="768358"/>
                  </a:lnTo>
                  <a:lnTo>
                    <a:pt x="2003009" y="768343"/>
                  </a:lnTo>
                  <a:lnTo>
                    <a:pt x="2003045" y="768363"/>
                  </a:lnTo>
                  <a:lnTo>
                    <a:pt x="2003079" y="768341"/>
                  </a:lnTo>
                  <a:lnTo>
                    <a:pt x="2003295" y="768207"/>
                  </a:lnTo>
                  <a:lnTo>
                    <a:pt x="2003496" y="768054"/>
                  </a:lnTo>
                  <a:lnTo>
                    <a:pt x="2003783" y="767836"/>
                  </a:lnTo>
                  <a:lnTo>
                    <a:pt x="2003930" y="767703"/>
                  </a:lnTo>
                  <a:lnTo>
                    <a:pt x="2003937" y="767696"/>
                  </a:lnTo>
                  <a:lnTo>
                    <a:pt x="2004079" y="767567"/>
                  </a:lnTo>
                  <a:lnTo>
                    <a:pt x="2004154" y="767498"/>
                  </a:lnTo>
                  <a:lnTo>
                    <a:pt x="2004169" y="767465"/>
                  </a:lnTo>
                  <a:lnTo>
                    <a:pt x="2004159" y="767419"/>
                  </a:lnTo>
                  <a:lnTo>
                    <a:pt x="2004152" y="767384"/>
                  </a:lnTo>
                  <a:lnTo>
                    <a:pt x="2004196" y="767302"/>
                  </a:lnTo>
                  <a:lnTo>
                    <a:pt x="2004200" y="767295"/>
                  </a:lnTo>
                  <a:lnTo>
                    <a:pt x="2004346" y="767220"/>
                  </a:lnTo>
                  <a:lnTo>
                    <a:pt x="2004808" y="766856"/>
                  </a:lnTo>
                  <a:lnTo>
                    <a:pt x="2004878" y="766789"/>
                  </a:lnTo>
                  <a:lnTo>
                    <a:pt x="2004985" y="766686"/>
                  </a:lnTo>
                  <a:lnTo>
                    <a:pt x="2004991" y="766680"/>
                  </a:lnTo>
                  <a:lnTo>
                    <a:pt x="2005432" y="766622"/>
                  </a:lnTo>
                  <a:lnTo>
                    <a:pt x="2005440" y="766620"/>
                  </a:lnTo>
                  <a:lnTo>
                    <a:pt x="2005588" y="766601"/>
                  </a:lnTo>
                  <a:lnTo>
                    <a:pt x="2005813" y="766571"/>
                  </a:lnTo>
                  <a:lnTo>
                    <a:pt x="2005903" y="766559"/>
                  </a:lnTo>
                  <a:lnTo>
                    <a:pt x="2006058" y="766617"/>
                  </a:lnTo>
                  <a:lnTo>
                    <a:pt x="2006155" y="766710"/>
                  </a:lnTo>
                  <a:lnTo>
                    <a:pt x="2006218" y="766724"/>
                  </a:lnTo>
                  <a:lnTo>
                    <a:pt x="2006281" y="766738"/>
                  </a:lnTo>
                  <a:lnTo>
                    <a:pt x="2006381" y="766760"/>
                  </a:lnTo>
                  <a:lnTo>
                    <a:pt x="2006475" y="766745"/>
                  </a:lnTo>
                  <a:lnTo>
                    <a:pt x="2006641" y="766719"/>
                  </a:lnTo>
                  <a:lnTo>
                    <a:pt x="2006766" y="766715"/>
                  </a:lnTo>
                  <a:lnTo>
                    <a:pt x="2006783" y="766714"/>
                  </a:lnTo>
                  <a:lnTo>
                    <a:pt x="2006950" y="766709"/>
                  </a:lnTo>
                  <a:lnTo>
                    <a:pt x="2007075" y="766706"/>
                  </a:lnTo>
                  <a:lnTo>
                    <a:pt x="2007955" y="766620"/>
                  </a:lnTo>
                  <a:lnTo>
                    <a:pt x="2008195" y="766593"/>
                  </a:lnTo>
                  <a:lnTo>
                    <a:pt x="2008447" y="766565"/>
                  </a:lnTo>
                  <a:lnTo>
                    <a:pt x="2008619" y="766546"/>
                  </a:lnTo>
                  <a:lnTo>
                    <a:pt x="2009123" y="766491"/>
                  </a:lnTo>
                  <a:lnTo>
                    <a:pt x="2009335" y="766460"/>
                  </a:lnTo>
                  <a:lnTo>
                    <a:pt x="2009635" y="766416"/>
                  </a:lnTo>
                  <a:lnTo>
                    <a:pt x="2010070" y="766324"/>
                  </a:lnTo>
                  <a:lnTo>
                    <a:pt x="2010320" y="766272"/>
                  </a:lnTo>
                  <a:lnTo>
                    <a:pt x="2010384" y="766258"/>
                  </a:lnTo>
                  <a:lnTo>
                    <a:pt x="2010451" y="766244"/>
                  </a:lnTo>
                  <a:lnTo>
                    <a:pt x="2010473" y="766239"/>
                  </a:lnTo>
                  <a:lnTo>
                    <a:pt x="2010630" y="766187"/>
                  </a:lnTo>
                  <a:lnTo>
                    <a:pt x="2010687" y="766167"/>
                  </a:lnTo>
                  <a:lnTo>
                    <a:pt x="2010850" y="766113"/>
                  </a:lnTo>
                  <a:lnTo>
                    <a:pt x="2011019" y="766056"/>
                  </a:lnTo>
                  <a:lnTo>
                    <a:pt x="2011306" y="765891"/>
                  </a:lnTo>
                  <a:lnTo>
                    <a:pt x="2011428" y="765820"/>
                  </a:lnTo>
                  <a:lnTo>
                    <a:pt x="2011623" y="765680"/>
                  </a:lnTo>
                  <a:lnTo>
                    <a:pt x="2011748" y="765547"/>
                  </a:lnTo>
                  <a:lnTo>
                    <a:pt x="2012066" y="765211"/>
                  </a:lnTo>
                  <a:lnTo>
                    <a:pt x="2012237" y="765070"/>
                  </a:lnTo>
                  <a:lnTo>
                    <a:pt x="2012253" y="765056"/>
                  </a:lnTo>
                  <a:lnTo>
                    <a:pt x="2012369" y="765041"/>
                  </a:lnTo>
                  <a:lnTo>
                    <a:pt x="2012535" y="765045"/>
                  </a:lnTo>
                  <a:lnTo>
                    <a:pt x="2012657" y="765159"/>
                  </a:lnTo>
                  <a:lnTo>
                    <a:pt x="2012760" y="765255"/>
                  </a:lnTo>
                  <a:lnTo>
                    <a:pt x="2013210" y="765271"/>
                  </a:lnTo>
                  <a:lnTo>
                    <a:pt x="2013242" y="765252"/>
                  </a:lnTo>
                  <a:lnTo>
                    <a:pt x="2013623" y="765035"/>
                  </a:lnTo>
                  <a:lnTo>
                    <a:pt x="2013673" y="764993"/>
                  </a:lnTo>
                  <a:lnTo>
                    <a:pt x="2013565" y="764837"/>
                  </a:lnTo>
                  <a:lnTo>
                    <a:pt x="2013968" y="764613"/>
                  </a:lnTo>
                  <a:lnTo>
                    <a:pt x="2014001" y="764617"/>
                  </a:lnTo>
                  <a:lnTo>
                    <a:pt x="2014129" y="764819"/>
                  </a:lnTo>
                  <a:lnTo>
                    <a:pt x="2014232" y="764764"/>
                  </a:lnTo>
                  <a:lnTo>
                    <a:pt x="2014500" y="764621"/>
                  </a:lnTo>
                  <a:lnTo>
                    <a:pt x="2014612" y="764561"/>
                  </a:lnTo>
                  <a:lnTo>
                    <a:pt x="2014892" y="764368"/>
                  </a:lnTo>
                  <a:lnTo>
                    <a:pt x="2014974" y="764311"/>
                  </a:lnTo>
                  <a:lnTo>
                    <a:pt x="2015173" y="764151"/>
                  </a:lnTo>
                  <a:lnTo>
                    <a:pt x="2015423" y="763951"/>
                  </a:lnTo>
                  <a:lnTo>
                    <a:pt x="2016127" y="763387"/>
                  </a:lnTo>
                  <a:lnTo>
                    <a:pt x="2016367" y="763214"/>
                  </a:lnTo>
                  <a:lnTo>
                    <a:pt x="2016537" y="763092"/>
                  </a:lnTo>
                  <a:lnTo>
                    <a:pt x="2016544" y="763088"/>
                  </a:lnTo>
                  <a:lnTo>
                    <a:pt x="2016783" y="762975"/>
                  </a:lnTo>
                  <a:lnTo>
                    <a:pt x="2017044" y="762883"/>
                  </a:lnTo>
                  <a:lnTo>
                    <a:pt x="2017182" y="762862"/>
                  </a:lnTo>
                  <a:lnTo>
                    <a:pt x="2017441" y="762822"/>
                  </a:lnTo>
                  <a:lnTo>
                    <a:pt x="2017750" y="762774"/>
                  </a:lnTo>
                  <a:lnTo>
                    <a:pt x="2017794" y="762810"/>
                  </a:lnTo>
                  <a:lnTo>
                    <a:pt x="2017948" y="762934"/>
                  </a:lnTo>
                  <a:lnTo>
                    <a:pt x="2018090" y="763003"/>
                  </a:lnTo>
                  <a:lnTo>
                    <a:pt x="2018305" y="763076"/>
                  </a:lnTo>
                  <a:lnTo>
                    <a:pt x="2018439" y="763099"/>
                  </a:lnTo>
                  <a:lnTo>
                    <a:pt x="2018569" y="763094"/>
                  </a:lnTo>
                  <a:lnTo>
                    <a:pt x="2018692" y="763048"/>
                  </a:lnTo>
                  <a:lnTo>
                    <a:pt x="2018941" y="763012"/>
                  </a:lnTo>
                  <a:lnTo>
                    <a:pt x="2019301" y="762985"/>
                  </a:lnTo>
                  <a:lnTo>
                    <a:pt x="2019409" y="763054"/>
                  </a:lnTo>
                  <a:lnTo>
                    <a:pt x="2019437" y="763082"/>
                  </a:lnTo>
                  <a:lnTo>
                    <a:pt x="2019513" y="763160"/>
                  </a:lnTo>
                  <a:lnTo>
                    <a:pt x="2019628" y="763227"/>
                  </a:lnTo>
                  <a:lnTo>
                    <a:pt x="2020119" y="763413"/>
                  </a:lnTo>
                  <a:lnTo>
                    <a:pt x="2020499" y="763494"/>
                  </a:lnTo>
                  <a:lnTo>
                    <a:pt x="2020877" y="763546"/>
                  </a:lnTo>
                  <a:lnTo>
                    <a:pt x="2021286" y="763559"/>
                  </a:lnTo>
                  <a:lnTo>
                    <a:pt x="2021450" y="763538"/>
                  </a:lnTo>
                  <a:lnTo>
                    <a:pt x="2021838" y="763338"/>
                  </a:lnTo>
                  <a:lnTo>
                    <a:pt x="2021911" y="763301"/>
                  </a:lnTo>
                  <a:lnTo>
                    <a:pt x="2021918" y="763296"/>
                  </a:lnTo>
                  <a:lnTo>
                    <a:pt x="2022099" y="763171"/>
                  </a:lnTo>
                  <a:lnTo>
                    <a:pt x="2022209" y="763060"/>
                  </a:lnTo>
                  <a:lnTo>
                    <a:pt x="2022220" y="763048"/>
                  </a:lnTo>
                  <a:lnTo>
                    <a:pt x="2022327" y="762940"/>
                  </a:lnTo>
                  <a:lnTo>
                    <a:pt x="2022645" y="762790"/>
                  </a:lnTo>
                  <a:lnTo>
                    <a:pt x="2023234" y="762712"/>
                  </a:lnTo>
                  <a:lnTo>
                    <a:pt x="2023661" y="762798"/>
                  </a:lnTo>
                  <a:lnTo>
                    <a:pt x="2023885" y="762961"/>
                  </a:lnTo>
                  <a:lnTo>
                    <a:pt x="2024267" y="763049"/>
                  </a:lnTo>
                  <a:lnTo>
                    <a:pt x="2024511" y="763051"/>
                  </a:lnTo>
                  <a:lnTo>
                    <a:pt x="2024737" y="763094"/>
                  </a:lnTo>
                  <a:lnTo>
                    <a:pt x="2024849" y="763141"/>
                  </a:lnTo>
                  <a:lnTo>
                    <a:pt x="2024907" y="763189"/>
                  </a:lnTo>
                  <a:lnTo>
                    <a:pt x="2024967" y="763318"/>
                  </a:lnTo>
                  <a:lnTo>
                    <a:pt x="2025044" y="763349"/>
                  </a:lnTo>
                  <a:lnTo>
                    <a:pt x="2025272" y="763389"/>
                  </a:lnTo>
                  <a:lnTo>
                    <a:pt x="2025382" y="763371"/>
                  </a:lnTo>
                  <a:lnTo>
                    <a:pt x="2025612" y="763332"/>
                  </a:lnTo>
                  <a:lnTo>
                    <a:pt x="2025949" y="763472"/>
                  </a:lnTo>
                  <a:lnTo>
                    <a:pt x="2025960" y="763478"/>
                  </a:lnTo>
                  <a:lnTo>
                    <a:pt x="2026101" y="763555"/>
                  </a:lnTo>
                  <a:lnTo>
                    <a:pt x="2026158" y="763823"/>
                  </a:lnTo>
                  <a:lnTo>
                    <a:pt x="2026142" y="763898"/>
                  </a:lnTo>
                  <a:lnTo>
                    <a:pt x="2026099" y="764100"/>
                  </a:lnTo>
                  <a:lnTo>
                    <a:pt x="2025998" y="764092"/>
                  </a:lnTo>
                  <a:lnTo>
                    <a:pt x="2025926" y="764086"/>
                  </a:lnTo>
                  <a:lnTo>
                    <a:pt x="2025875" y="764082"/>
                  </a:lnTo>
                  <a:lnTo>
                    <a:pt x="2025836" y="764079"/>
                  </a:lnTo>
                  <a:lnTo>
                    <a:pt x="2025782" y="764117"/>
                  </a:lnTo>
                  <a:lnTo>
                    <a:pt x="2025698" y="764212"/>
                  </a:lnTo>
                  <a:lnTo>
                    <a:pt x="2025580" y="764408"/>
                  </a:lnTo>
                  <a:lnTo>
                    <a:pt x="2025539" y="764519"/>
                  </a:lnTo>
                  <a:lnTo>
                    <a:pt x="2025505" y="764609"/>
                  </a:lnTo>
                  <a:lnTo>
                    <a:pt x="2025513" y="764847"/>
                  </a:lnTo>
                  <a:lnTo>
                    <a:pt x="2025552" y="764964"/>
                  </a:lnTo>
                  <a:lnTo>
                    <a:pt x="2025601" y="765057"/>
                  </a:lnTo>
                  <a:lnTo>
                    <a:pt x="2025660" y="765170"/>
                  </a:lnTo>
                  <a:lnTo>
                    <a:pt x="2025758" y="765287"/>
                  </a:lnTo>
                  <a:lnTo>
                    <a:pt x="2025883" y="765403"/>
                  </a:lnTo>
                  <a:lnTo>
                    <a:pt x="2026015" y="765465"/>
                  </a:lnTo>
                  <a:lnTo>
                    <a:pt x="2026196" y="765550"/>
                  </a:lnTo>
                  <a:lnTo>
                    <a:pt x="2026731" y="765861"/>
                  </a:lnTo>
                  <a:lnTo>
                    <a:pt x="2026822" y="765939"/>
                  </a:lnTo>
                  <a:lnTo>
                    <a:pt x="2026943" y="766042"/>
                  </a:lnTo>
                  <a:lnTo>
                    <a:pt x="2027262" y="766238"/>
                  </a:lnTo>
                  <a:lnTo>
                    <a:pt x="2027621" y="766382"/>
                  </a:lnTo>
                  <a:lnTo>
                    <a:pt x="2027936" y="766509"/>
                  </a:lnTo>
                  <a:lnTo>
                    <a:pt x="2028079" y="766494"/>
                  </a:lnTo>
                  <a:lnTo>
                    <a:pt x="2028097" y="766480"/>
                  </a:lnTo>
                  <a:lnTo>
                    <a:pt x="2028155" y="766472"/>
                  </a:lnTo>
                  <a:lnTo>
                    <a:pt x="2028415" y="766492"/>
                  </a:lnTo>
                  <a:lnTo>
                    <a:pt x="2028564" y="766592"/>
                  </a:lnTo>
                  <a:lnTo>
                    <a:pt x="2028541" y="766638"/>
                  </a:lnTo>
                  <a:lnTo>
                    <a:pt x="2028491" y="766738"/>
                  </a:lnTo>
                  <a:lnTo>
                    <a:pt x="2028504" y="766941"/>
                  </a:lnTo>
                  <a:lnTo>
                    <a:pt x="2028632" y="767076"/>
                  </a:lnTo>
                  <a:lnTo>
                    <a:pt x="2028790" y="767206"/>
                  </a:lnTo>
                  <a:lnTo>
                    <a:pt x="2028834" y="767545"/>
                  </a:lnTo>
                  <a:lnTo>
                    <a:pt x="2028834" y="767739"/>
                  </a:lnTo>
                  <a:lnTo>
                    <a:pt x="2028876" y="767849"/>
                  </a:lnTo>
                  <a:lnTo>
                    <a:pt x="2029025" y="768003"/>
                  </a:lnTo>
                  <a:lnTo>
                    <a:pt x="2029251" y="768180"/>
                  </a:lnTo>
                  <a:lnTo>
                    <a:pt x="2029536" y="768326"/>
                  </a:lnTo>
                  <a:lnTo>
                    <a:pt x="2029649" y="768384"/>
                  </a:lnTo>
                  <a:lnTo>
                    <a:pt x="2029654" y="768386"/>
                  </a:lnTo>
                  <a:lnTo>
                    <a:pt x="2029724" y="768419"/>
                  </a:lnTo>
                  <a:lnTo>
                    <a:pt x="2029863" y="768485"/>
                  </a:lnTo>
                  <a:lnTo>
                    <a:pt x="2029894" y="768500"/>
                  </a:lnTo>
                  <a:lnTo>
                    <a:pt x="2030474" y="768637"/>
                  </a:lnTo>
                  <a:lnTo>
                    <a:pt x="2030810" y="768699"/>
                  </a:lnTo>
                  <a:lnTo>
                    <a:pt x="2030880" y="768711"/>
                  </a:lnTo>
                  <a:lnTo>
                    <a:pt x="2030981" y="768730"/>
                  </a:lnTo>
                  <a:lnTo>
                    <a:pt x="2031058" y="768729"/>
                  </a:lnTo>
                  <a:lnTo>
                    <a:pt x="2031168" y="768697"/>
                  </a:lnTo>
                  <a:lnTo>
                    <a:pt x="2031273" y="768434"/>
                  </a:lnTo>
                  <a:lnTo>
                    <a:pt x="2031292" y="768332"/>
                  </a:lnTo>
                  <a:lnTo>
                    <a:pt x="2031671" y="768330"/>
                  </a:lnTo>
                  <a:lnTo>
                    <a:pt x="2032018" y="768455"/>
                  </a:lnTo>
                  <a:lnTo>
                    <a:pt x="2032079" y="768460"/>
                  </a:lnTo>
                  <a:lnTo>
                    <a:pt x="2032092" y="768461"/>
                  </a:lnTo>
                  <a:lnTo>
                    <a:pt x="2032209" y="768470"/>
                  </a:lnTo>
                  <a:lnTo>
                    <a:pt x="2032842" y="768440"/>
                  </a:lnTo>
                  <a:lnTo>
                    <a:pt x="2033051" y="768454"/>
                  </a:lnTo>
                  <a:lnTo>
                    <a:pt x="2033207" y="768465"/>
                  </a:lnTo>
                  <a:lnTo>
                    <a:pt x="2033237" y="768457"/>
                  </a:lnTo>
                  <a:lnTo>
                    <a:pt x="2033440" y="768405"/>
                  </a:lnTo>
                  <a:lnTo>
                    <a:pt x="2033531" y="768382"/>
                  </a:lnTo>
                  <a:lnTo>
                    <a:pt x="2033818" y="768381"/>
                  </a:lnTo>
                  <a:lnTo>
                    <a:pt x="2033862" y="768381"/>
                  </a:lnTo>
                  <a:lnTo>
                    <a:pt x="2034335" y="768380"/>
                  </a:lnTo>
                  <a:lnTo>
                    <a:pt x="2034468" y="768407"/>
                  </a:lnTo>
                  <a:lnTo>
                    <a:pt x="2034491" y="768447"/>
                  </a:lnTo>
                  <a:lnTo>
                    <a:pt x="2034482" y="768476"/>
                  </a:lnTo>
                  <a:lnTo>
                    <a:pt x="2034502" y="768575"/>
                  </a:lnTo>
                  <a:lnTo>
                    <a:pt x="2034633" y="768739"/>
                  </a:lnTo>
                  <a:lnTo>
                    <a:pt x="2034732" y="768831"/>
                  </a:lnTo>
                  <a:lnTo>
                    <a:pt x="2034763" y="768859"/>
                  </a:lnTo>
                  <a:lnTo>
                    <a:pt x="2034936" y="769018"/>
                  </a:lnTo>
                  <a:lnTo>
                    <a:pt x="2034927" y="769104"/>
                  </a:lnTo>
                  <a:lnTo>
                    <a:pt x="2034886" y="769161"/>
                  </a:lnTo>
                  <a:lnTo>
                    <a:pt x="2034819" y="769203"/>
                  </a:lnTo>
                  <a:lnTo>
                    <a:pt x="2034799" y="769216"/>
                  </a:lnTo>
                  <a:lnTo>
                    <a:pt x="2034661" y="769185"/>
                  </a:lnTo>
                  <a:lnTo>
                    <a:pt x="2034613" y="769174"/>
                  </a:lnTo>
                  <a:lnTo>
                    <a:pt x="2034585" y="769187"/>
                  </a:lnTo>
                  <a:lnTo>
                    <a:pt x="2034519" y="769267"/>
                  </a:lnTo>
                  <a:lnTo>
                    <a:pt x="2034492" y="769432"/>
                  </a:lnTo>
                  <a:lnTo>
                    <a:pt x="2034453" y="769669"/>
                  </a:lnTo>
                  <a:lnTo>
                    <a:pt x="2034437" y="769768"/>
                  </a:lnTo>
                  <a:lnTo>
                    <a:pt x="2034429" y="769815"/>
                  </a:lnTo>
                  <a:lnTo>
                    <a:pt x="2034359" y="769980"/>
                  </a:lnTo>
                  <a:lnTo>
                    <a:pt x="2034323" y="770016"/>
                  </a:lnTo>
                  <a:lnTo>
                    <a:pt x="2034254" y="770087"/>
                  </a:lnTo>
                  <a:lnTo>
                    <a:pt x="2034206" y="770136"/>
                  </a:lnTo>
                  <a:lnTo>
                    <a:pt x="2034109" y="770211"/>
                  </a:lnTo>
                  <a:lnTo>
                    <a:pt x="2034051" y="770256"/>
                  </a:lnTo>
                  <a:lnTo>
                    <a:pt x="2033971" y="770345"/>
                  </a:lnTo>
                  <a:lnTo>
                    <a:pt x="2033952" y="770366"/>
                  </a:lnTo>
                  <a:lnTo>
                    <a:pt x="2033831" y="770500"/>
                  </a:lnTo>
                  <a:lnTo>
                    <a:pt x="2033831" y="770566"/>
                  </a:lnTo>
                  <a:lnTo>
                    <a:pt x="2033931" y="770816"/>
                  </a:lnTo>
                  <a:lnTo>
                    <a:pt x="2033978" y="770875"/>
                  </a:lnTo>
                  <a:lnTo>
                    <a:pt x="2034138" y="771075"/>
                  </a:lnTo>
                  <a:lnTo>
                    <a:pt x="2034270" y="771137"/>
                  </a:lnTo>
                  <a:lnTo>
                    <a:pt x="2034401" y="771167"/>
                  </a:lnTo>
                  <a:lnTo>
                    <a:pt x="2034518" y="771160"/>
                  </a:lnTo>
                  <a:lnTo>
                    <a:pt x="2034620" y="771129"/>
                  </a:lnTo>
                  <a:lnTo>
                    <a:pt x="2034680" y="771112"/>
                  </a:lnTo>
                  <a:lnTo>
                    <a:pt x="2034718" y="771101"/>
                  </a:lnTo>
                  <a:lnTo>
                    <a:pt x="2034772" y="771122"/>
                  </a:lnTo>
                  <a:lnTo>
                    <a:pt x="2034894" y="771196"/>
                  </a:lnTo>
                  <a:lnTo>
                    <a:pt x="2035036" y="771318"/>
                  </a:lnTo>
                  <a:lnTo>
                    <a:pt x="2035137" y="771618"/>
                  </a:lnTo>
                  <a:lnTo>
                    <a:pt x="2035026" y="771813"/>
                  </a:lnTo>
                  <a:lnTo>
                    <a:pt x="2034951" y="771906"/>
                  </a:lnTo>
                  <a:lnTo>
                    <a:pt x="2034846" y="771934"/>
                  </a:lnTo>
                  <a:lnTo>
                    <a:pt x="2034805" y="771946"/>
                  </a:lnTo>
                  <a:lnTo>
                    <a:pt x="2034685" y="771953"/>
                  </a:lnTo>
                  <a:lnTo>
                    <a:pt x="2034574" y="772152"/>
                  </a:lnTo>
                  <a:lnTo>
                    <a:pt x="2034551" y="772193"/>
                  </a:lnTo>
                  <a:lnTo>
                    <a:pt x="2034476" y="772326"/>
                  </a:lnTo>
                  <a:lnTo>
                    <a:pt x="2034548" y="772661"/>
                  </a:lnTo>
                  <a:lnTo>
                    <a:pt x="2034580" y="772812"/>
                  </a:lnTo>
                  <a:lnTo>
                    <a:pt x="2034582" y="772849"/>
                  </a:lnTo>
                  <a:lnTo>
                    <a:pt x="2034587" y="772949"/>
                  </a:lnTo>
                  <a:lnTo>
                    <a:pt x="2034570" y="772963"/>
                  </a:lnTo>
                  <a:lnTo>
                    <a:pt x="2034456" y="772978"/>
                  </a:lnTo>
                  <a:lnTo>
                    <a:pt x="2034269" y="773003"/>
                  </a:lnTo>
                  <a:lnTo>
                    <a:pt x="2034219" y="773010"/>
                  </a:lnTo>
                  <a:lnTo>
                    <a:pt x="2034215" y="773040"/>
                  </a:lnTo>
                  <a:lnTo>
                    <a:pt x="2034215" y="773045"/>
                  </a:lnTo>
                  <a:lnTo>
                    <a:pt x="2034211" y="773099"/>
                  </a:lnTo>
                  <a:lnTo>
                    <a:pt x="2034208" y="773138"/>
                  </a:lnTo>
                  <a:lnTo>
                    <a:pt x="2034224" y="773213"/>
                  </a:lnTo>
                  <a:lnTo>
                    <a:pt x="2034274" y="773320"/>
                  </a:lnTo>
                  <a:lnTo>
                    <a:pt x="2034402" y="773499"/>
                  </a:lnTo>
                  <a:lnTo>
                    <a:pt x="2034730" y="773883"/>
                  </a:lnTo>
                  <a:lnTo>
                    <a:pt x="2034780" y="773942"/>
                  </a:lnTo>
                  <a:lnTo>
                    <a:pt x="2034797" y="773961"/>
                  </a:lnTo>
                  <a:lnTo>
                    <a:pt x="2034810" y="773970"/>
                  </a:lnTo>
                  <a:lnTo>
                    <a:pt x="2034951" y="774069"/>
                  </a:lnTo>
                  <a:lnTo>
                    <a:pt x="2035099" y="774148"/>
                  </a:lnTo>
                  <a:lnTo>
                    <a:pt x="2035433" y="774326"/>
                  </a:lnTo>
                  <a:lnTo>
                    <a:pt x="2035563" y="774396"/>
                  </a:lnTo>
                  <a:lnTo>
                    <a:pt x="2035824" y="774518"/>
                  </a:lnTo>
                  <a:lnTo>
                    <a:pt x="2035949" y="774577"/>
                  </a:lnTo>
                  <a:lnTo>
                    <a:pt x="2036045" y="774622"/>
                  </a:lnTo>
                  <a:lnTo>
                    <a:pt x="2036190" y="774661"/>
                  </a:lnTo>
                  <a:lnTo>
                    <a:pt x="2036465" y="774736"/>
                  </a:lnTo>
                  <a:lnTo>
                    <a:pt x="2036640" y="774784"/>
                  </a:lnTo>
                  <a:lnTo>
                    <a:pt x="2036666" y="774791"/>
                  </a:lnTo>
                  <a:lnTo>
                    <a:pt x="2037078" y="774904"/>
                  </a:lnTo>
                  <a:lnTo>
                    <a:pt x="2037738" y="775035"/>
                  </a:lnTo>
                  <a:lnTo>
                    <a:pt x="2038586" y="775138"/>
                  </a:lnTo>
                  <a:lnTo>
                    <a:pt x="2038973" y="775160"/>
                  </a:lnTo>
                  <a:lnTo>
                    <a:pt x="2039297" y="775179"/>
                  </a:lnTo>
                  <a:lnTo>
                    <a:pt x="2039757" y="775142"/>
                  </a:lnTo>
                  <a:lnTo>
                    <a:pt x="2040233" y="775081"/>
                  </a:lnTo>
                  <a:lnTo>
                    <a:pt x="2040334" y="775042"/>
                  </a:lnTo>
                  <a:lnTo>
                    <a:pt x="2040424" y="775006"/>
                  </a:lnTo>
                  <a:lnTo>
                    <a:pt x="2040642" y="774998"/>
                  </a:lnTo>
                  <a:lnTo>
                    <a:pt x="2041089" y="774980"/>
                  </a:lnTo>
                  <a:lnTo>
                    <a:pt x="2041199" y="774984"/>
                  </a:lnTo>
                  <a:lnTo>
                    <a:pt x="2041245" y="774986"/>
                  </a:lnTo>
                  <a:lnTo>
                    <a:pt x="2041391" y="774992"/>
                  </a:lnTo>
                  <a:lnTo>
                    <a:pt x="2041508" y="774995"/>
                  </a:lnTo>
                  <a:lnTo>
                    <a:pt x="2041527" y="774988"/>
                  </a:lnTo>
                  <a:lnTo>
                    <a:pt x="2041840" y="774877"/>
                  </a:lnTo>
                  <a:lnTo>
                    <a:pt x="2042177" y="774807"/>
                  </a:lnTo>
                  <a:lnTo>
                    <a:pt x="2042236" y="774794"/>
                  </a:lnTo>
                  <a:lnTo>
                    <a:pt x="2042489" y="774742"/>
                  </a:lnTo>
                  <a:lnTo>
                    <a:pt x="2042797" y="774665"/>
                  </a:lnTo>
                  <a:lnTo>
                    <a:pt x="2043244" y="774505"/>
                  </a:lnTo>
                  <a:lnTo>
                    <a:pt x="2043517" y="774371"/>
                  </a:lnTo>
                  <a:lnTo>
                    <a:pt x="2043798" y="773992"/>
                  </a:lnTo>
                  <a:lnTo>
                    <a:pt x="2043819" y="773972"/>
                  </a:lnTo>
                  <a:lnTo>
                    <a:pt x="2044095" y="773717"/>
                  </a:lnTo>
                  <a:lnTo>
                    <a:pt x="2044155" y="773631"/>
                  </a:lnTo>
                  <a:lnTo>
                    <a:pt x="2044243" y="773439"/>
                  </a:lnTo>
                  <a:lnTo>
                    <a:pt x="2044192" y="773354"/>
                  </a:lnTo>
                  <a:lnTo>
                    <a:pt x="2044016" y="773056"/>
                  </a:lnTo>
                  <a:lnTo>
                    <a:pt x="2043995" y="773023"/>
                  </a:lnTo>
                  <a:lnTo>
                    <a:pt x="2043907" y="772875"/>
                  </a:lnTo>
                  <a:lnTo>
                    <a:pt x="2043901" y="772864"/>
                  </a:lnTo>
                  <a:lnTo>
                    <a:pt x="2043555" y="772725"/>
                  </a:lnTo>
                  <a:lnTo>
                    <a:pt x="2043391" y="772614"/>
                  </a:lnTo>
                  <a:lnTo>
                    <a:pt x="2043223" y="772499"/>
                  </a:lnTo>
                  <a:lnTo>
                    <a:pt x="2043201" y="772450"/>
                  </a:lnTo>
                  <a:lnTo>
                    <a:pt x="2043246" y="772329"/>
                  </a:lnTo>
                  <a:lnTo>
                    <a:pt x="2043258" y="772327"/>
                  </a:lnTo>
                  <a:lnTo>
                    <a:pt x="2043471" y="772438"/>
                  </a:lnTo>
                  <a:lnTo>
                    <a:pt x="2043522" y="772465"/>
                  </a:lnTo>
                  <a:lnTo>
                    <a:pt x="2043620" y="772516"/>
                  </a:lnTo>
                  <a:lnTo>
                    <a:pt x="2044534" y="772833"/>
                  </a:lnTo>
                  <a:lnTo>
                    <a:pt x="2044608" y="772832"/>
                  </a:lnTo>
                  <a:lnTo>
                    <a:pt x="2044662" y="772819"/>
                  </a:lnTo>
                  <a:lnTo>
                    <a:pt x="2044719" y="772783"/>
                  </a:lnTo>
                  <a:lnTo>
                    <a:pt x="2044774" y="772783"/>
                  </a:lnTo>
                  <a:lnTo>
                    <a:pt x="2044830" y="772804"/>
                  </a:lnTo>
                  <a:lnTo>
                    <a:pt x="2045100" y="772909"/>
                  </a:lnTo>
                  <a:lnTo>
                    <a:pt x="2045140" y="772939"/>
                  </a:lnTo>
                  <a:lnTo>
                    <a:pt x="2045172" y="773023"/>
                  </a:lnTo>
                  <a:lnTo>
                    <a:pt x="2045153" y="773046"/>
                  </a:lnTo>
                  <a:lnTo>
                    <a:pt x="2045140" y="773063"/>
                  </a:lnTo>
                  <a:lnTo>
                    <a:pt x="2045141" y="773114"/>
                  </a:lnTo>
                  <a:lnTo>
                    <a:pt x="2045157" y="773130"/>
                  </a:lnTo>
                  <a:lnTo>
                    <a:pt x="2045338" y="773321"/>
                  </a:lnTo>
                  <a:lnTo>
                    <a:pt x="2045363" y="773335"/>
                  </a:lnTo>
                  <a:lnTo>
                    <a:pt x="2045633" y="773489"/>
                  </a:lnTo>
                  <a:lnTo>
                    <a:pt x="2045704" y="773530"/>
                  </a:lnTo>
                  <a:lnTo>
                    <a:pt x="2045790" y="773541"/>
                  </a:lnTo>
                  <a:lnTo>
                    <a:pt x="2045828" y="773529"/>
                  </a:lnTo>
                  <a:lnTo>
                    <a:pt x="2046014" y="773557"/>
                  </a:lnTo>
                  <a:lnTo>
                    <a:pt x="2046225" y="773660"/>
                  </a:lnTo>
                  <a:lnTo>
                    <a:pt x="2046388" y="773779"/>
                  </a:lnTo>
                  <a:lnTo>
                    <a:pt x="2046434" y="773813"/>
                  </a:lnTo>
                  <a:lnTo>
                    <a:pt x="2046606" y="773882"/>
                  </a:lnTo>
                  <a:lnTo>
                    <a:pt x="2046723" y="773906"/>
                  </a:lnTo>
                  <a:lnTo>
                    <a:pt x="2046824" y="773902"/>
                  </a:lnTo>
                  <a:lnTo>
                    <a:pt x="2046926" y="773952"/>
                  </a:lnTo>
                  <a:lnTo>
                    <a:pt x="2047003" y="773991"/>
                  </a:lnTo>
                  <a:lnTo>
                    <a:pt x="2047056" y="774041"/>
                  </a:lnTo>
                  <a:lnTo>
                    <a:pt x="2047056" y="774068"/>
                  </a:lnTo>
                  <a:lnTo>
                    <a:pt x="2046992" y="774124"/>
                  </a:lnTo>
                  <a:lnTo>
                    <a:pt x="2046821" y="774156"/>
                  </a:lnTo>
                  <a:lnTo>
                    <a:pt x="2046677" y="774166"/>
                  </a:lnTo>
                  <a:lnTo>
                    <a:pt x="2046649" y="774165"/>
                  </a:lnTo>
                  <a:lnTo>
                    <a:pt x="2046326" y="774154"/>
                  </a:lnTo>
                  <a:lnTo>
                    <a:pt x="2046241" y="774151"/>
                  </a:lnTo>
                  <a:lnTo>
                    <a:pt x="2046104" y="774079"/>
                  </a:lnTo>
                  <a:lnTo>
                    <a:pt x="2046058" y="774065"/>
                  </a:lnTo>
                  <a:lnTo>
                    <a:pt x="2045939" y="774030"/>
                  </a:lnTo>
                  <a:lnTo>
                    <a:pt x="2045658" y="773990"/>
                  </a:lnTo>
                  <a:lnTo>
                    <a:pt x="2045630" y="773985"/>
                  </a:lnTo>
                  <a:lnTo>
                    <a:pt x="2045118" y="773911"/>
                  </a:lnTo>
                  <a:lnTo>
                    <a:pt x="2044697" y="774007"/>
                  </a:lnTo>
                  <a:lnTo>
                    <a:pt x="2044491" y="774155"/>
                  </a:lnTo>
                  <a:lnTo>
                    <a:pt x="2044467" y="774193"/>
                  </a:lnTo>
                  <a:lnTo>
                    <a:pt x="2044476" y="774314"/>
                  </a:lnTo>
                  <a:lnTo>
                    <a:pt x="2044491" y="774327"/>
                  </a:lnTo>
                  <a:lnTo>
                    <a:pt x="2044500" y="774334"/>
                  </a:lnTo>
                  <a:lnTo>
                    <a:pt x="2044558" y="774384"/>
                  </a:lnTo>
                  <a:lnTo>
                    <a:pt x="2044582" y="774405"/>
                  </a:lnTo>
                  <a:lnTo>
                    <a:pt x="2044706" y="774511"/>
                  </a:lnTo>
                  <a:lnTo>
                    <a:pt x="2044748" y="774627"/>
                  </a:lnTo>
                  <a:lnTo>
                    <a:pt x="2044748" y="774924"/>
                  </a:lnTo>
                  <a:lnTo>
                    <a:pt x="2044748" y="774934"/>
                  </a:lnTo>
                  <a:lnTo>
                    <a:pt x="2045328" y="774933"/>
                  </a:lnTo>
                  <a:lnTo>
                    <a:pt x="2045332" y="775224"/>
                  </a:lnTo>
                  <a:lnTo>
                    <a:pt x="2044599" y="775383"/>
                  </a:lnTo>
                  <a:lnTo>
                    <a:pt x="2044499" y="775951"/>
                  </a:lnTo>
                  <a:lnTo>
                    <a:pt x="2044521" y="776009"/>
                  </a:lnTo>
                  <a:lnTo>
                    <a:pt x="2044531" y="776012"/>
                  </a:lnTo>
                  <a:lnTo>
                    <a:pt x="2044543" y="776017"/>
                  </a:lnTo>
                  <a:lnTo>
                    <a:pt x="2044551" y="776019"/>
                  </a:lnTo>
                  <a:lnTo>
                    <a:pt x="2044736" y="776081"/>
                  </a:lnTo>
                  <a:lnTo>
                    <a:pt x="2044745" y="776082"/>
                  </a:lnTo>
                  <a:lnTo>
                    <a:pt x="2044847" y="776100"/>
                  </a:lnTo>
                  <a:lnTo>
                    <a:pt x="2044957" y="776170"/>
                  </a:lnTo>
                  <a:lnTo>
                    <a:pt x="2044914" y="776458"/>
                  </a:lnTo>
                  <a:lnTo>
                    <a:pt x="2045029" y="776521"/>
                  </a:lnTo>
                  <a:lnTo>
                    <a:pt x="2045310" y="776556"/>
                  </a:lnTo>
                  <a:lnTo>
                    <a:pt x="2045640" y="776515"/>
                  </a:lnTo>
                  <a:lnTo>
                    <a:pt x="2045917" y="776725"/>
                  </a:lnTo>
                  <a:lnTo>
                    <a:pt x="2046035" y="776815"/>
                  </a:lnTo>
                  <a:lnTo>
                    <a:pt x="2046199" y="776906"/>
                  </a:lnTo>
                  <a:lnTo>
                    <a:pt x="2046387" y="776976"/>
                  </a:lnTo>
                  <a:lnTo>
                    <a:pt x="2046414" y="776972"/>
                  </a:lnTo>
                  <a:lnTo>
                    <a:pt x="2046449" y="776942"/>
                  </a:lnTo>
                  <a:lnTo>
                    <a:pt x="2046453" y="776938"/>
                  </a:lnTo>
                  <a:lnTo>
                    <a:pt x="2046706" y="776955"/>
                  </a:lnTo>
                  <a:lnTo>
                    <a:pt x="2046722" y="776961"/>
                  </a:lnTo>
                  <a:lnTo>
                    <a:pt x="2046884" y="777018"/>
                  </a:lnTo>
                  <a:lnTo>
                    <a:pt x="2047032" y="777070"/>
                  </a:lnTo>
                  <a:lnTo>
                    <a:pt x="2047117" y="777270"/>
                  </a:lnTo>
                  <a:lnTo>
                    <a:pt x="2047212" y="777494"/>
                  </a:lnTo>
                  <a:lnTo>
                    <a:pt x="2047234" y="777545"/>
                  </a:lnTo>
                  <a:lnTo>
                    <a:pt x="2047281" y="777588"/>
                  </a:lnTo>
                  <a:lnTo>
                    <a:pt x="2047455" y="777688"/>
                  </a:lnTo>
                  <a:lnTo>
                    <a:pt x="2047573" y="777708"/>
                  </a:lnTo>
                  <a:lnTo>
                    <a:pt x="2047556" y="777943"/>
                  </a:lnTo>
                  <a:lnTo>
                    <a:pt x="2047512" y="778227"/>
                  </a:lnTo>
                  <a:lnTo>
                    <a:pt x="2047512" y="778279"/>
                  </a:lnTo>
                  <a:lnTo>
                    <a:pt x="2047505" y="778765"/>
                  </a:lnTo>
                  <a:lnTo>
                    <a:pt x="2047512" y="778879"/>
                  </a:lnTo>
                  <a:lnTo>
                    <a:pt x="2047599" y="779050"/>
                  </a:lnTo>
                  <a:lnTo>
                    <a:pt x="2047721" y="779237"/>
                  </a:lnTo>
                  <a:lnTo>
                    <a:pt x="2047861" y="779414"/>
                  </a:lnTo>
                  <a:lnTo>
                    <a:pt x="2048032" y="779599"/>
                  </a:lnTo>
                  <a:lnTo>
                    <a:pt x="2048156" y="779734"/>
                  </a:lnTo>
                  <a:lnTo>
                    <a:pt x="2048211" y="779793"/>
                  </a:lnTo>
                  <a:lnTo>
                    <a:pt x="2048531" y="780140"/>
                  </a:lnTo>
                  <a:lnTo>
                    <a:pt x="2048578" y="780177"/>
                  </a:lnTo>
                  <a:lnTo>
                    <a:pt x="2048735" y="780296"/>
                  </a:lnTo>
                  <a:lnTo>
                    <a:pt x="2048811" y="780299"/>
                  </a:lnTo>
                  <a:lnTo>
                    <a:pt x="2048923" y="780332"/>
                  </a:lnTo>
                  <a:lnTo>
                    <a:pt x="2049124" y="780447"/>
                  </a:lnTo>
                  <a:lnTo>
                    <a:pt x="2049392" y="780600"/>
                  </a:lnTo>
                  <a:lnTo>
                    <a:pt x="2049429" y="780622"/>
                  </a:lnTo>
                  <a:lnTo>
                    <a:pt x="2049614" y="780727"/>
                  </a:lnTo>
                  <a:lnTo>
                    <a:pt x="2049792" y="780803"/>
                  </a:lnTo>
                  <a:lnTo>
                    <a:pt x="2050073" y="780922"/>
                  </a:lnTo>
                  <a:lnTo>
                    <a:pt x="2050273" y="780992"/>
                  </a:lnTo>
                  <a:lnTo>
                    <a:pt x="2050289" y="780996"/>
                  </a:lnTo>
                  <a:lnTo>
                    <a:pt x="2050299" y="780998"/>
                  </a:lnTo>
                  <a:lnTo>
                    <a:pt x="2050420" y="780947"/>
                  </a:lnTo>
                  <a:lnTo>
                    <a:pt x="2050443" y="780932"/>
                  </a:lnTo>
                  <a:lnTo>
                    <a:pt x="2050449" y="780884"/>
                  </a:lnTo>
                  <a:lnTo>
                    <a:pt x="2050641" y="780821"/>
                  </a:lnTo>
                  <a:lnTo>
                    <a:pt x="2050694" y="780822"/>
                  </a:lnTo>
                  <a:lnTo>
                    <a:pt x="2050872" y="780825"/>
                  </a:lnTo>
                  <a:lnTo>
                    <a:pt x="2051003" y="780827"/>
                  </a:lnTo>
                  <a:lnTo>
                    <a:pt x="2051023" y="780894"/>
                  </a:lnTo>
                  <a:lnTo>
                    <a:pt x="2051153" y="781102"/>
                  </a:lnTo>
                  <a:lnTo>
                    <a:pt x="2051207" y="781154"/>
                  </a:lnTo>
                  <a:lnTo>
                    <a:pt x="2051575" y="781290"/>
                  </a:lnTo>
                  <a:lnTo>
                    <a:pt x="2051650" y="781317"/>
                  </a:lnTo>
                  <a:lnTo>
                    <a:pt x="2051938" y="781424"/>
                  </a:lnTo>
                  <a:lnTo>
                    <a:pt x="2052018" y="781454"/>
                  </a:lnTo>
                  <a:lnTo>
                    <a:pt x="2052320" y="781535"/>
                  </a:lnTo>
                  <a:lnTo>
                    <a:pt x="2052694" y="781616"/>
                  </a:lnTo>
                  <a:lnTo>
                    <a:pt x="2052881" y="781656"/>
                  </a:lnTo>
                  <a:lnTo>
                    <a:pt x="2053065" y="781565"/>
                  </a:lnTo>
                  <a:lnTo>
                    <a:pt x="2053153" y="781520"/>
                  </a:lnTo>
                  <a:lnTo>
                    <a:pt x="2054024" y="781332"/>
                  </a:lnTo>
                  <a:lnTo>
                    <a:pt x="2054158" y="781584"/>
                  </a:lnTo>
                  <a:lnTo>
                    <a:pt x="2054278" y="781900"/>
                  </a:lnTo>
                  <a:lnTo>
                    <a:pt x="2054489" y="781837"/>
                  </a:lnTo>
                  <a:lnTo>
                    <a:pt x="2054501" y="781834"/>
                  </a:lnTo>
                  <a:lnTo>
                    <a:pt x="2054662" y="781786"/>
                  </a:lnTo>
                  <a:lnTo>
                    <a:pt x="2054740" y="781635"/>
                  </a:lnTo>
                  <a:lnTo>
                    <a:pt x="2054694" y="781471"/>
                  </a:lnTo>
                  <a:lnTo>
                    <a:pt x="2054682" y="781427"/>
                  </a:lnTo>
                  <a:lnTo>
                    <a:pt x="2054641" y="781279"/>
                  </a:lnTo>
                  <a:lnTo>
                    <a:pt x="2055810" y="780781"/>
                  </a:lnTo>
                  <a:lnTo>
                    <a:pt x="2055758" y="781287"/>
                  </a:lnTo>
                  <a:lnTo>
                    <a:pt x="2055847" y="781303"/>
                  </a:lnTo>
                  <a:lnTo>
                    <a:pt x="2056111" y="781320"/>
                  </a:lnTo>
                  <a:lnTo>
                    <a:pt x="2056369" y="781336"/>
                  </a:lnTo>
                  <a:lnTo>
                    <a:pt x="2056380" y="781275"/>
                  </a:lnTo>
                  <a:lnTo>
                    <a:pt x="2056193" y="780842"/>
                  </a:lnTo>
                  <a:lnTo>
                    <a:pt x="2056131" y="780415"/>
                  </a:lnTo>
                  <a:lnTo>
                    <a:pt x="2056114" y="780300"/>
                  </a:lnTo>
                  <a:lnTo>
                    <a:pt x="2056259" y="780313"/>
                  </a:lnTo>
                  <a:lnTo>
                    <a:pt x="2056465" y="780411"/>
                  </a:lnTo>
                  <a:lnTo>
                    <a:pt x="2056583" y="780468"/>
                  </a:lnTo>
                  <a:lnTo>
                    <a:pt x="2056727" y="780536"/>
                  </a:lnTo>
                  <a:lnTo>
                    <a:pt x="2056740" y="780543"/>
                  </a:lnTo>
                  <a:lnTo>
                    <a:pt x="2056761" y="780549"/>
                  </a:lnTo>
                  <a:lnTo>
                    <a:pt x="2056789" y="780557"/>
                  </a:lnTo>
                  <a:lnTo>
                    <a:pt x="2056997" y="780617"/>
                  </a:lnTo>
                  <a:lnTo>
                    <a:pt x="2057794" y="780745"/>
                  </a:lnTo>
                  <a:lnTo>
                    <a:pt x="2058322" y="780805"/>
                  </a:lnTo>
                  <a:lnTo>
                    <a:pt x="2058631" y="780825"/>
                  </a:lnTo>
                  <a:lnTo>
                    <a:pt x="2059298" y="780870"/>
                  </a:lnTo>
                  <a:lnTo>
                    <a:pt x="2059456" y="780880"/>
                  </a:lnTo>
                  <a:lnTo>
                    <a:pt x="2059758" y="780886"/>
                  </a:lnTo>
                  <a:lnTo>
                    <a:pt x="2059893" y="780897"/>
                  </a:lnTo>
                  <a:lnTo>
                    <a:pt x="2060132" y="780915"/>
                  </a:lnTo>
                  <a:lnTo>
                    <a:pt x="2060145" y="780916"/>
                  </a:lnTo>
                  <a:lnTo>
                    <a:pt x="2060373" y="780934"/>
                  </a:lnTo>
                  <a:lnTo>
                    <a:pt x="2060455" y="780940"/>
                  </a:lnTo>
                  <a:lnTo>
                    <a:pt x="2060480" y="780974"/>
                  </a:lnTo>
                  <a:lnTo>
                    <a:pt x="2060537" y="781231"/>
                  </a:lnTo>
                  <a:lnTo>
                    <a:pt x="2060624" y="781434"/>
                  </a:lnTo>
                  <a:lnTo>
                    <a:pt x="2060652" y="781498"/>
                  </a:lnTo>
                  <a:lnTo>
                    <a:pt x="2060870" y="781700"/>
                  </a:lnTo>
                  <a:lnTo>
                    <a:pt x="2060902" y="781751"/>
                  </a:lnTo>
                  <a:lnTo>
                    <a:pt x="2061255" y="782315"/>
                  </a:lnTo>
                  <a:lnTo>
                    <a:pt x="2061272" y="782342"/>
                  </a:lnTo>
                  <a:lnTo>
                    <a:pt x="2061325" y="782367"/>
                  </a:lnTo>
                  <a:lnTo>
                    <a:pt x="2061329" y="782235"/>
                  </a:lnTo>
                  <a:lnTo>
                    <a:pt x="2061331" y="782185"/>
                  </a:lnTo>
                  <a:lnTo>
                    <a:pt x="2061313" y="782094"/>
                  </a:lnTo>
                  <a:lnTo>
                    <a:pt x="2061308" y="782064"/>
                  </a:lnTo>
                  <a:lnTo>
                    <a:pt x="2061289" y="782013"/>
                  </a:lnTo>
                  <a:lnTo>
                    <a:pt x="2061227" y="781847"/>
                  </a:lnTo>
                  <a:lnTo>
                    <a:pt x="2061140" y="781747"/>
                  </a:lnTo>
                  <a:lnTo>
                    <a:pt x="2061043" y="781636"/>
                  </a:lnTo>
                  <a:lnTo>
                    <a:pt x="2060888" y="781497"/>
                  </a:lnTo>
                  <a:lnTo>
                    <a:pt x="2060768" y="781390"/>
                  </a:lnTo>
                  <a:lnTo>
                    <a:pt x="2060771" y="781293"/>
                  </a:lnTo>
                  <a:lnTo>
                    <a:pt x="2060779" y="781017"/>
                  </a:lnTo>
                  <a:lnTo>
                    <a:pt x="2060898" y="780914"/>
                  </a:lnTo>
                  <a:lnTo>
                    <a:pt x="2061075" y="780866"/>
                  </a:lnTo>
                  <a:lnTo>
                    <a:pt x="2061265" y="780840"/>
                  </a:lnTo>
                  <a:lnTo>
                    <a:pt x="2061505" y="780824"/>
                  </a:lnTo>
                  <a:lnTo>
                    <a:pt x="2062710" y="780747"/>
                  </a:lnTo>
                  <a:lnTo>
                    <a:pt x="2063737" y="780649"/>
                  </a:lnTo>
                  <a:lnTo>
                    <a:pt x="2063775" y="780646"/>
                  </a:lnTo>
                  <a:lnTo>
                    <a:pt x="2064261" y="780609"/>
                  </a:lnTo>
                  <a:lnTo>
                    <a:pt x="2064865" y="780563"/>
                  </a:lnTo>
                  <a:lnTo>
                    <a:pt x="2065028" y="780551"/>
                  </a:lnTo>
                  <a:lnTo>
                    <a:pt x="2065951" y="780450"/>
                  </a:lnTo>
                  <a:lnTo>
                    <a:pt x="2066055" y="780439"/>
                  </a:lnTo>
                  <a:lnTo>
                    <a:pt x="2066283" y="780414"/>
                  </a:lnTo>
                  <a:lnTo>
                    <a:pt x="2066374" y="780404"/>
                  </a:lnTo>
                  <a:lnTo>
                    <a:pt x="2066980" y="780324"/>
                  </a:lnTo>
                  <a:lnTo>
                    <a:pt x="2067284" y="780277"/>
                  </a:lnTo>
                  <a:lnTo>
                    <a:pt x="2067457" y="780251"/>
                  </a:lnTo>
                  <a:lnTo>
                    <a:pt x="2067794" y="780199"/>
                  </a:lnTo>
                  <a:lnTo>
                    <a:pt x="2067966" y="780173"/>
                  </a:lnTo>
                  <a:lnTo>
                    <a:pt x="2067984" y="780170"/>
                  </a:lnTo>
                  <a:lnTo>
                    <a:pt x="2068120" y="780149"/>
                  </a:lnTo>
                  <a:lnTo>
                    <a:pt x="2068164" y="780142"/>
                  </a:lnTo>
                  <a:lnTo>
                    <a:pt x="2068449" y="780099"/>
                  </a:lnTo>
                  <a:lnTo>
                    <a:pt x="2068562" y="780075"/>
                  </a:lnTo>
                  <a:lnTo>
                    <a:pt x="2068751" y="780000"/>
                  </a:lnTo>
                  <a:lnTo>
                    <a:pt x="2069319" y="779776"/>
                  </a:lnTo>
                  <a:lnTo>
                    <a:pt x="2069388" y="779767"/>
                  </a:lnTo>
                  <a:lnTo>
                    <a:pt x="2069586" y="779949"/>
                  </a:lnTo>
                  <a:lnTo>
                    <a:pt x="2069546" y="780022"/>
                  </a:lnTo>
                  <a:lnTo>
                    <a:pt x="2069517" y="780077"/>
                  </a:lnTo>
                  <a:lnTo>
                    <a:pt x="2069412" y="780270"/>
                  </a:lnTo>
                  <a:lnTo>
                    <a:pt x="2069409" y="780318"/>
                  </a:lnTo>
                  <a:lnTo>
                    <a:pt x="2069442" y="780541"/>
                  </a:lnTo>
                  <a:lnTo>
                    <a:pt x="2069557" y="780801"/>
                  </a:lnTo>
                  <a:lnTo>
                    <a:pt x="2069608" y="780916"/>
                  </a:lnTo>
                  <a:lnTo>
                    <a:pt x="2069704" y="781133"/>
                  </a:lnTo>
                  <a:lnTo>
                    <a:pt x="2069503" y="781288"/>
                  </a:lnTo>
                  <a:lnTo>
                    <a:pt x="2069495" y="781313"/>
                  </a:lnTo>
                  <a:lnTo>
                    <a:pt x="2069642" y="781444"/>
                  </a:lnTo>
                  <a:lnTo>
                    <a:pt x="2070160" y="781439"/>
                  </a:lnTo>
                  <a:lnTo>
                    <a:pt x="2070203" y="781389"/>
                  </a:lnTo>
                  <a:lnTo>
                    <a:pt x="2070166" y="781223"/>
                  </a:lnTo>
                  <a:lnTo>
                    <a:pt x="2069956" y="781122"/>
                  </a:lnTo>
                  <a:lnTo>
                    <a:pt x="2069724" y="780805"/>
                  </a:lnTo>
                  <a:lnTo>
                    <a:pt x="2069655" y="780593"/>
                  </a:lnTo>
                  <a:lnTo>
                    <a:pt x="2069688" y="780397"/>
                  </a:lnTo>
                  <a:lnTo>
                    <a:pt x="2069885" y="780323"/>
                  </a:lnTo>
                  <a:lnTo>
                    <a:pt x="2069876" y="779935"/>
                  </a:lnTo>
                  <a:lnTo>
                    <a:pt x="2069858" y="779872"/>
                  </a:lnTo>
                  <a:lnTo>
                    <a:pt x="2069849" y="779843"/>
                  </a:lnTo>
                  <a:lnTo>
                    <a:pt x="2069814" y="779725"/>
                  </a:lnTo>
                  <a:lnTo>
                    <a:pt x="2069787" y="779633"/>
                  </a:lnTo>
                  <a:lnTo>
                    <a:pt x="2069772" y="779582"/>
                  </a:lnTo>
                  <a:lnTo>
                    <a:pt x="2069855" y="779476"/>
                  </a:lnTo>
                  <a:lnTo>
                    <a:pt x="2069997" y="779442"/>
                  </a:lnTo>
                  <a:lnTo>
                    <a:pt x="2070538" y="779311"/>
                  </a:lnTo>
                  <a:lnTo>
                    <a:pt x="2070884" y="779191"/>
                  </a:lnTo>
                  <a:lnTo>
                    <a:pt x="2071070" y="779126"/>
                  </a:lnTo>
                  <a:lnTo>
                    <a:pt x="2071100" y="778960"/>
                  </a:lnTo>
                  <a:lnTo>
                    <a:pt x="2071106" y="778922"/>
                  </a:lnTo>
                  <a:lnTo>
                    <a:pt x="2071113" y="778884"/>
                  </a:lnTo>
                  <a:lnTo>
                    <a:pt x="2071254" y="778665"/>
                  </a:lnTo>
                  <a:lnTo>
                    <a:pt x="2071372" y="778621"/>
                  </a:lnTo>
                  <a:lnTo>
                    <a:pt x="2071614" y="778463"/>
                  </a:lnTo>
                  <a:lnTo>
                    <a:pt x="2071760" y="778345"/>
                  </a:lnTo>
                  <a:lnTo>
                    <a:pt x="2071908" y="778175"/>
                  </a:lnTo>
                  <a:lnTo>
                    <a:pt x="2072012" y="778007"/>
                  </a:lnTo>
                  <a:lnTo>
                    <a:pt x="2072076" y="777858"/>
                  </a:lnTo>
                  <a:lnTo>
                    <a:pt x="2072123" y="777749"/>
                  </a:lnTo>
                  <a:lnTo>
                    <a:pt x="2072146" y="777697"/>
                  </a:lnTo>
                  <a:lnTo>
                    <a:pt x="2072106" y="777580"/>
                  </a:lnTo>
                  <a:lnTo>
                    <a:pt x="2071966" y="777502"/>
                  </a:lnTo>
                  <a:lnTo>
                    <a:pt x="2071857" y="777484"/>
                  </a:lnTo>
                  <a:lnTo>
                    <a:pt x="2071780" y="777483"/>
                  </a:lnTo>
                  <a:lnTo>
                    <a:pt x="2071733" y="777483"/>
                  </a:lnTo>
                  <a:lnTo>
                    <a:pt x="2071790" y="777357"/>
                  </a:lnTo>
                  <a:lnTo>
                    <a:pt x="2071807" y="777317"/>
                  </a:lnTo>
                  <a:lnTo>
                    <a:pt x="2071824" y="777320"/>
                  </a:lnTo>
                  <a:lnTo>
                    <a:pt x="2072013" y="777357"/>
                  </a:lnTo>
                  <a:lnTo>
                    <a:pt x="2072087" y="777411"/>
                  </a:lnTo>
                  <a:lnTo>
                    <a:pt x="2072106" y="777425"/>
                  </a:lnTo>
                  <a:lnTo>
                    <a:pt x="2072141" y="777428"/>
                  </a:lnTo>
                  <a:lnTo>
                    <a:pt x="2072430" y="777456"/>
                  </a:lnTo>
                  <a:lnTo>
                    <a:pt x="2072604" y="777422"/>
                  </a:lnTo>
                  <a:lnTo>
                    <a:pt x="2072627" y="777417"/>
                  </a:lnTo>
                  <a:lnTo>
                    <a:pt x="2072693" y="777404"/>
                  </a:lnTo>
                  <a:lnTo>
                    <a:pt x="2072716" y="777399"/>
                  </a:lnTo>
                  <a:lnTo>
                    <a:pt x="2072787" y="777377"/>
                  </a:lnTo>
                  <a:lnTo>
                    <a:pt x="2072868" y="777352"/>
                  </a:lnTo>
                  <a:lnTo>
                    <a:pt x="2072983" y="777315"/>
                  </a:lnTo>
                  <a:lnTo>
                    <a:pt x="2073233" y="777189"/>
                  </a:lnTo>
                  <a:lnTo>
                    <a:pt x="2073275" y="777150"/>
                  </a:lnTo>
                  <a:lnTo>
                    <a:pt x="2073313" y="777066"/>
                  </a:lnTo>
                  <a:lnTo>
                    <a:pt x="2073287" y="776979"/>
                  </a:lnTo>
                  <a:lnTo>
                    <a:pt x="2073242" y="776937"/>
                  </a:lnTo>
                  <a:lnTo>
                    <a:pt x="2073229" y="776924"/>
                  </a:lnTo>
                  <a:lnTo>
                    <a:pt x="2073214" y="776890"/>
                  </a:lnTo>
                  <a:lnTo>
                    <a:pt x="2073204" y="776867"/>
                  </a:lnTo>
                  <a:lnTo>
                    <a:pt x="2073269" y="776822"/>
                  </a:lnTo>
                  <a:lnTo>
                    <a:pt x="2073437" y="776710"/>
                  </a:lnTo>
                  <a:lnTo>
                    <a:pt x="2073704" y="776716"/>
                  </a:lnTo>
                  <a:lnTo>
                    <a:pt x="2073789" y="776824"/>
                  </a:lnTo>
                  <a:lnTo>
                    <a:pt x="2073838" y="776940"/>
                  </a:lnTo>
                  <a:lnTo>
                    <a:pt x="2073847" y="776952"/>
                  </a:lnTo>
                  <a:lnTo>
                    <a:pt x="2073941" y="777074"/>
                  </a:lnTo>
                  <a:lnTo>
                    <a:pt x="2074041" y="777071"/>
                  </a:lnTo>
                  <a:lnTo>
                    <a:pt x="2074155" y="777040"/>
                  </a:lnTo>
                  <a:lnTo>
                    <a:pt x="2074346" y="776948"/>
                  </a:lnTo>
                  <a:lnTo>
                    <a:pt x="2074379" y="776920"/>
                  </a:lnTo>
                  <a:lnTo>
                    <a:pt x="2074450" y="776829"/>
                  </a:lnTo>
                  <a:lnTo>
                    <a:pt x="2074463" y="776734"/>
                  </a:lnTo>
                  <a:lnTo>
                    <a:pt x="2074387" y="776348"/>
                  </a:lnTo>
                  <a:lnTo>
                    <a:pt x="2074374" y="776285"/>
                  </a:lnTo>
                  <a:lnTo>
                    <a:pt x="2074357" y="776196"/>
                  </a:lnTo>
                  <a:lnTo>
                    <a:pt x="2074309" y="776073"/>
                  </a:lnTo>
                  <a:lnTo>
                    <a:pt x="2074288" y="776022"/>
                  </a:lnTo>
                  <a:lnTo>
                    <a:pt x="2074182" y="775751"/>
                  </a:lnTo>
                  <a:lnTo>
                    <a:pt x="2074186" y="775639"/>
                  </a:lnTo>
                  <a:lnTo>
                    <a:pt x="2074322" y="775720"/>
                  </a:lnTo>
                  <a:lnTo>
                    <a:pt x="2074577" y="775872"/>
                  </a:lnTo>
                  <a:lnTo>
                    <a:pt x="2074622" y="775919"/>
                  </a:lnTo>
                  <a:lnTo>
                    <a:pt x="2074636" y="775969"/>
                  </a:lnTo>
                  <a:lnTo>
                    <a:pt x="2074659" y="776052"/>
                  </a:lnTo>
                  <a:lnTo>
                    <a:pt x="2074664" y="776071"/>
                  </a:lnTo>
                  <a:lnTo>
                    <a:pt x="2074672" y="776099"/>
                  </a:lnTo>
                  <a:lnTo>
                    <a:pt x="2074675" y="776111"/>
                  </a:lnTo>
                  <a:lnTo>
                    <a:pt x="2074684" y="776141"/>
                  </a:lnTo>
                  <a:lnTo>
                    <a:pt x="2074696" y="776186"/>
                  </a:lnTo>
                  <a:lnTo>
                    <a:pt x="2074707" y="776199"/>
                  </a:lnTo>
                  <a:lnTo>
                    <a:pt x="2074735" y="776232"/>
                  </a:lnTo>
                  <a:lnTo>
                    <a:pt x="2074759" y="776260"/>
                  </a:lnTo>
                  <a:lnTo>
                    <a:pt x="2074772" y="776275"/>
                  </a:lnTo>
                  <a:lnTo>
                    <a:pt x="2074793" y="776298"/>
                  </a:lnTo>
                  <a:lnTo>
                    <a:pt x="2074827" y="776338"/>
                  </a:lnTo>
                  <a:lnTo>
                    <a:pt x="2074840" y="776353"/>
                  </a:lnTo>
                  <a:lnTo>
                    <a:pt x="2075112" y="776613"/>
                  </a:lnTo>
                  <a:lnTo>
                    <a:pt x="2075131" y="776631"/>
                  </a:lnTo>
                  <a:lnTo>
                    <a:pt x="2075270" y="776660"/>
                  </a:lnTo>
                  <a:lnTo>
                    <a:pt x="2075349" y="776659"/>
                  </a:lnTo>
                  <a:lnTo>
                    <a:pt x="2075460" y="776659"/>
                  </a:lnTo>
                  <a:lnTo>
                    <a:pt x="2075479" y="776659"/>
                  </a:lnTo>
                  <a:lnTo>
                    <a:pt x="2075541" y="776659"/>
                  </a:lnTo>
                  <a:lnTo>
                    <a:pt x="2075614" y="776659"/>
                  </a:lnTo>
                  <a:lnTo>
                    <a:pt x="2075773" y="776627"/>
                  </a:lnTo>
                  <a:lnTo>
                    <a:pt x="2075815" y="776604"/>
                  </a:lnTo>
                  <a:lnTo>
                    <a:pt x="2076330" y="776331"/>
                  </a:lnTo>
                  <a:lnTo>
                    <a:pt x="2076335" y="776329"/>
                  </a:lnTo>
                  <a:lnTo>
                    <a:pt x="2076358" y="776317"/>
                  </a:lnTo>
                  <a:lnTo>
                    <a:pt x="2076420" y="776266"/>
                  </a:lnTo>
                  <a:lnTo>
                    <a:pt x="2076480" y="776218"/>
                  </a:lnTo>
                  <a:lnTo>
                    <a:pt x="2076514" y="776165"/>
                  </a:lnTo>
                  <a:lnTo>
                    <a:pt x="2076519" y="776114"/>
                  </a:lnTo>
                  <a:lnTo>
                    <a:pt x="2076414" y="775941"/>
                  </a:lnTo>
                  <a:lnTo>
                    <a:pt x="2076315" y="775893"/>
                  </a:lnTo>
                  <a:lnTo>
                    <a:pt x="2076296" y="775841"/>
                  </a:lnTo>
                  <a:lnTo>
                    <a:pt x="2076278" y="775795"/>
                  </a:lnTo>
                  <a:lnTo>
                    <a:pt x="2076261" y="775749"/>
                  </a:lnTo>
                  <a:lnTo>
                    <a:pt x="2076238" y="775689"/>
                  </a:lnTo>
                  <a:lnTo>
                    <a:pt x="2076247" y="775598"/>
                  </a:lnTo>
                  <a:lnTo>
                    <a:pt x="2076285" y="775574"/>
                  </a:lnTo>
                  <a:lnTo>
                    <a:pt x="2076316" y="775554"/>
                  </a:lnTo>
                  <a:lnTo>
                    <a:pt x="2076340" y="775559"/>
                  </a:lnTo>
                  <a:lnTo>
                    <a:pt x="2076594" y="775690"/>
                  </a:lnTo>
                  <a:lnTo>
                    <a:pt x="2076694" y="775848"/>
                  </a:lnTo>
                  <a:lnTo>
                    <a:pt x="2076702" y="775925"/>
                  </a:lnTo>
                  <a:lnTo>
                    <a:pt x="2076678" y="775981"/>
                  </a:lnTo>
                  <a:lnTo>
                    <a:pt x="2076926" y="776021"/>
                  </a:lnTo>
                  <a:lnTo>
                    <a:pt x="2077090" y="776014"/>
                  </a:lnTo>
                  <a:lnTo>
                    <a:pt x="2077446" y="775999"/>
                  </a:lnTo>
                  <a:lnTo>
                    <a:pt x="2077462" y="776019"/>
                  </a:lnTo>
                  <a:lnTo>
                    <a:pt x="2077450" y="776057"/>
                  </a:lnTo>
                  <a:lnTo>
                    <a:pt x="2077260" y="776231"/>
                  </a:lnTo>
                  <a:lnTo>
                    <a:pt x="2077218" y="776226"/>
                  </a:lnTo>
                  <a:lnTo>
                    <a:pt x="2077179" y="776220"/>
                  </a:lnTo>
                  <a:lnTo>
                    <a:pt x="2077161" y="776234"/>
                  </a:lnTo>
                  <a:lnTo>
                    <a:pt x="2077132" y="776255"/>
                  </a:lnTo>
                  <a:lnTo>
                    <a:pt x="2077112" y="776269"/>
                  </a:lnTo>
                  <a:lnTo>
                    <a:pt x="2077102" y="776363"/>
                  </a:lnTo>
                  <a:lnTo>
                    <a:pt x="2077098" y="776398"/>
                  </a:lnTo>
                  <a:lnTo>
                    <a:pt x="2077097" y="776411"/>
                  </a:lnTo>
                  <a:lnTo>
                    <a:pt x="2077105" y="776438"/>
                  </a:lnTo>
                  <a:lnTo>
                    <a:pt x="2077116" y="776473"/>
                  </a:lnTo>
                  <a:lnTo>
                    <a:pt x="2077120" y="776484"/>
                  </a:lnTo>
                  <a:lnTo>
                    <a:pt x="2077131" y="776520"/>
                  </a:lnTo>
                  <a:lnTo>
                    <a:pt x="2077147" y="776526"/>
                  </a:lnTo>
                  <a:lnTo>
                    <a:pt x="2077186" y="776542"/>
                  </a:lnTo>
                  <a:lnTo>
                    <a:pt x="2077237" y="776563"/>
                  </a:lnTo>
                  <a:lnTo>
                    <a:pt x="2077428" y="776583"/>
                  </a:lnTo>
                  <a:lnTo>
                    <a:pt x="2077791" y="776706"/>
                  </a:lnTo>
                  <a:lnTo>
                    <a:pt x="2077810" y="776722"/>
                  </a:lnTo>
                  <a:lnTo>
                    <a:pt x="2077971" y="776859"/>
                  </a:lnTo>
                  <a:lnTo>
                    <a:pt x="2078037" y="776915"/>
                  </a:lnTo>
                  <a:lnTo>
                    <a:pt x="2078004" y="776971"/>
                  </a:lnTo>
                  <a:lnTo>
                    <a:pt x="2077969" y="777004"/>
                  </a:lnTo>
                  <a:lnTo>
                    <a:pt x="2077964" y="777010"/>
                  </a:lnTo>
                  <a:lnTo>
                    <a:pt x="2077951" y="777021"/>
                  </a:lnTo>
                  <a:lnTo>
                    <a:pt x="2077947" y="777026"/>
                  </a:lnTo>
                  <a:lnTo>
                    <a:pt x="2077926" y="777045"/>
                  </a:lnTo>
                  <a:lnTo>
                    <a:pt x="2077804" y="777160"/>
                  </a:lnTo>
                  <a:lnTo>
                    <a:pt x="2077773" y="777232"/>
                  </a:lnTo>
                  <a:lnTo>
                    <a:pt x="2077782" y="777328"/>
                  </a:lnTo>
                  <a:lnTo>
                    <a:pt x="2077803" y="777378"/>
                  </a:lnTo>
                  <a:lnTo>
                    <a:pt x="2077855" y="777439"/>
                  </a:lnTo>
                  <a:lnTo>
                    <a:pt x="2077873" y="777447"/>
                  </a:lnTo>
                  <a:lnTo>
                    <a:pt x="2077968" y="777416"/>
                  </a:lnTo>
                  <a:lnTo>
                    <a:pt x="2077991" y="777409"/>
                  </a:lnTo>
                  <a:lnTo>
                    <a:pt x="2078013" y="777430"/>
                  </a:lnTo>
                  <a:lnTo>
                    <a:pt x="2078074" y="777488"/>
                  </a:lnTo>
                  <a:lnTo>
                    <a:pt x="2078080" y="777548"/>
                  </a:lnTo>
                  <a:lnTo>
                    <a:pt x="2078082" y="777567"/>
                  </a:lnTo>
                  <a:lnTo>
                    <a:pt x="2078056" y="777661"/>
                  </a:lnTo>
                  <a:lnTo>
                    <a:pt x="2077985" y="777700"/>
                  </a:lnTo>
                  <a:lnTo>
                    <a:pt x="2077799" y="777730"/>
                  </a:lnTo>
                  <a:lnTo>
                    <a:pt x="2077661" y="777714"/>
                  </a:lnTo>
                  <a:lnTo>
                    <a:pt x="2077618" y="777722"/>
                  </a:lnTo>
                  <a:lnTo>
                    <a:pt x="2077566" y="777775"/>
                  </a:lnTo>
                  <a:lnTo>
                    <a:pt x="2077462" y="777882"/>
                  </a:lnTo>
                  <a:lnTo>
                    <a:pt x="2077436" y="777908"/>
                  </a:lnTo>
                  <a:lnTo>
                    <a:pt x="2077279" y="778070"/>
                  </a:lnTo>
                  <a:lnTo>
                    <a:pt x="2077224" y="778083"/>
                  </a:lnTo>
                  <a:lnTo>
                    <a:pt x="2077181" y="778074"/>
                  </a:lnTo>
                  <a:lnTo>
                    <a:pt x="2077145" y="778057"/>
                  </a:lnTo>
                  <a:lnTo>
                    <a:pt x="2077021" y="778003"/>
                  </a:lnTo>
                  <a:lnTo>
                    <a:pt x="2076991" y="778010"/>
                  </a:lnTo>
                  <a:lnTo>
                    <a:pt x="2076851" y="778043"/>
                  </a:lnTo>
                  <a:lnTo>
                    <a:pt x="2076449" y="778241"/>
                  </a:lnTo>
                  <a:lnTo>
                    <a:pt x="2076440" y="778317"/>
                  </a:lnTo>
                  <a:lnTo>
                    <a:pt x="2076542" y="778620"/>
                  </a:lnTo>
                  <a:lnTo>
                    <a:pt x="2076646" y="778830"/>
                  </a:lnTo>
                  <a:lnTo>
                    <a:pt x="2076789" y="778986"/>
                  </a:lnTo>
                  <a:lnTo>
                    <a:pt x="2076841" y="779042"/>
                  </a:lnTo>
                  <a:lnTo>
                    <a:pt x="2076852" y="779043"/>
                  </a:lnTo>
                  <a:lnTo>
                    <a:pt x="2076914" y="779050"/>
                  </a:lnTo>
                  <a:lnTo>
                    <a:pt x="2076957" y="779055"/>
                  </a:lnTo>
                  <a:lnTo>
                    <a:pt x="2077288" y="779093"/>
                  </a:lnTo>
                  <a:lnTo>
                    <a:pt x="2077285" y="779108"/>
                  </a:lnTo>
                  <a:lnTo>
                    <a:pt x="2077272" y="779182"/>
                  </a:lnTo>
                  <a:lnTo>
                    <a:pt x="2077265" y="779221"/>
                  </a:lnTo>
                  <a:lnTo>
                    <a:pt x="2077259" y="779258"/>
                  </a:lnTo>
                  <a:lnTo>
                    <a:pt x="2077244" y="779345"/>
                  </a:lnTo>
                  <a:lnTo>
                    <a:pt x="2077224" y="779455"/>
                  </a:lnTo>
                  <a:lnTo>
                    <a:pt x="2077221" y="779476"/>
                  </a:lnTo>
                  <a:lnTo>
                    <a:pt x="2077215" y="779508"/>
                  </a:lnTo>
                  <a:lnTo>
                    <a:pt x="2077209" y="779544"/>
                  </a:lnTo>
                  <a:lnTo>
                    <a:pt x="2077080" y="779808"/>
                  </a:lnTo>
                  <a:lnTo>
                    <a:pt x="2077044" y="779799"/>
                  </a:lnTo>
                  <a:lnTo>
                    <a:pt x="2077052" y="779877"/>
                  </a:lnTo>
                  <a:lnTo>
                    <a:pt x="2077195" y="780287"/>
                  </a:lnTo>
                  <a:lnTo>
                    <a:pt x="2077306" y="780513"/>
                  </a:lnTo>
                  <a:lnTo>
                    <a:pt x="2077356" y="780611"/>
                  </a:lnTo>
                  <a:lnTo>
                    <a:pt x="2077639" y="781019"/>
                  </a:lnTo>
                  <a:lnTo>
                    <a:pt x="2077657" y="781021"/>
                  </a:lnTo>
                  <a:lnTo>
                    <a:pt x="2077855" y="781047"/>
                  </a:lnTo>
                  <a:lnTo>
                    <a:pt x="2077895" y="781063"/>
                  </a:lnTo>
                  <a:lnTo>
                    <a:pt x="2077921" y="781099"/>
                  </a:lnTo>
                  <a:lnTo>
                    <a:pt x="2078055" y="781409"/>
                  </a:lnTo>
                  <a:lnTo>
                    <a:pt x="2078062" y="781479"/>
                  </a:lnTo>
                  <a:lnTo>
                    <a:pt x="2078028" y="781580"/>
                  </a:lnTo>
                  <a:lnTo>
                    <a:pt x="2077945" y="781607"/>
                  </a:lnTo>
                  <a:lnTo>
                    <a:pt x="2077971" y="781697"/>
                  </a:lnTo>
                  <a:lnTo>
                    <a:pt x="2078068" y="781876"/>
                  </a:lnTo>
                  <a:lnTo>
                    <a:pt x="2078556" y="782143"/>
                  </a:lnTo>
                  <a:lnTo>
                    <a:pt x="2078805" y="782186"/>
                  </a:lnTo>
                  <a:lnTo>
                    <a:pt x="2078991" y="782187"/>
                  </a:lnTo>
                  <a:lnTo>
                    <a:pt x="2079083" y="782169"/>
                  </a:lnTo>
                  <a:lnTo>
                    <a:pt x="2079209" y="782121"/>
                  </a:lnTo>
                  <a:lnTo>
                    <a:pt x="2079278" y="782068"/>
                  </a:lnTo>
                  <a:lnTo>
                    <a:pt x="2079335" y="781961"/>
                  </a:lnTo>
                  <a:lnTo>
                    <a:pt x="2079374" y="781887"/>
                  </a:lnTo>
                  <a:lnTo>
                    <a:pt x="2079490" y="781671"/>
                  </a:lnTo>
                  <a:lnTo>
                    <a:pt x="2079525" y="781606"/>
                  </a:lnTo>
                  <a:lnTo>
                    <a:pt x="2079457" y="781361"/>
                  </a:lnTo>
                  <a:lnTo>
                    <a:pt x="2079358" y="781005"/>
                  </a:lnTo>
                  <a:lnTo>
                    <a:pt x="2079456" y="780911"/>
                  </a:lnTo>
                  <a:lnTo>
                    <a:pt x="2079747" y="781163"/>
                  </a:lnTo>
                  <a:lnTo>
                    <a:pt x="2080585" y="780957"/>
                  </a:lnTo>
                  <a:lnTo>
                    <a:pt x="2080602" y="780953"/>
                  </a:lnTo>
                  <a:lnTo>
                    <a:pt x="2080612" y="780946"/>
                  </a:lnTo>
                  <a:lnTo>
                    <a:pt x="2080755" y="780852"/>
                  </a:lnTo>
                  <a:lnTo>
                    <a:pt x="2080929" y="780737"/>
                  </a:lnTo>
                  <a:lnTo>
                    <a:pt x="2081103" y="780622"/>
                  </a:lnTo>
                  <a:lnTo>
                    <a:pt x="2081215" y="780548"/>
                  </a:lnTo>
                  <a:lnTo>
                    <a:pt x="2081235" y="780549"/>
                  </a:lnTo>
                  <a:lnTo>
                    <a:pt x="2081251" y="780550"/>
                  </a:lnTo>
                  <a:lnTo>
                    <a:pt x="2081372" y="780556"/>
                  </a:lnTo>
                  <a:lnTo>
                    <a:pt x="2081760" y="780574"/>
                  </a:lnTo>
                  <a:lnTo>
                    <a:pt x="2081800" y="780631"/>
                  </a:lnTo>
                  <a:lnTo>
                    <a:pt x="2082075" y="780736"/>
                  </a:lnTo>
                  <a:lnTo>
                    <a:pt x="2082101" y="780745"/>
                  </a:lnTo>
                  <a:lnTo>
                    <a:pt x="2082434" y="780850"/>
                  </a:lnTo>
                  <a:lnTo>
                    <a:pt x="2082522" y="780877"/>
                  </a:lnTo>
                  <a:lnTo>
                    <a:pt x="2082579" y="780876"/>
                  </a:lnTo>
                  <a:lnTo>
                    <a:pt x="2082627" y="780858"/>
                  </a:lnTo>
                  <a:lnTo>
                    <a:pt x="2082668" y="780829"/>
                  </a:lnTo>
                  <a:lnTo>
                    <a:pt x="2082672" y="780806"/>
                  </a:lnTo>
                  <a:lnTo>
                    <a:pt x="2082675" y="780786"/>
                  </a:lnTo>
                  <a:lnTo>
                    <a:pt x="2082770" y="780799"/>
                  </a:lnTo>
                  <a:lnTo>
                    <a:pt x="2082799" y="780820"/>
                  </a:lnTo>
                  <a:lnTo>
                    <a:pt x="2082900" y="780892"/>
                  </a:lnTo>
                  <a:lnTo>
                    <a:pt x="2083160" y="781207"/>
                  </a:lnTo>
                  <a:lnTo>
                    <a:pt x="2083271" y="781401"/>
                  </a:lnTo>
                  <a:lnTo>
                    <a:pt x="2083163" y="781454"/>
                  </a:lnTo>
                  <a:lnTo>
                    <a:pt x="2082936" y="781436"/>
                  </a:lnTo>
                  <a:lnTo>
                    <a:pt x="2082745" y="781421"/>
                  </a:lnTo>
                  <a:lnTo>
                    <a:pt x="2082652" y="781432"/>
                  </a:lnTo>
                  <a:lnTo>
                    <a:pt x="2082653" y="781437"/>
                  </a:lnTo>
                  <a:lnTo>
                    <a:pt x="2082766" y="782089"/>
                  </a:lnTo>
                  <a:lnTo>
                    <a:pt x="2082796" y="782117"/>
                  </a:lnTo>
                  <a:lnTo>
                    <a:pt x="2082809" y="782126"/>
                  </a:lnTo>
                  <a:lnTo>
                    <a:pt x="2082977" y="782240"/>
                  </a:lnTo>
                  <a:lnTo>
                    <a:pt x="2083235" y="782416"/>
                  </a:lnTo>
                  <a:lnTo>
                    <a:pt x="2083445" y="782515"/>
                  </a:lnTo>
                  <a:lnTo>
                    <a:pt x="2084229" y="782885"/>
                  </a:lnTo>
                  <a:lnTo>
                    <a:pt x="2084375" y="782903"/>
                  </a:lnTo>
                  <a:lnTo>
                    <a:pt x="2084467" y="782851"/>
                  </a:lnTo>
                  <a:lnTo>
                    <a:pt x="2084655" y="782855"/>
                  </a:lnTo>
                  <a:lnTo>
                    <a:pt x="2084838" y="782902"/>
                  </a:lnTo>
                  <a:lnTo>
                    <a:pt x="2085003" y="782965"/>
                  </a:lnTo>
                  <a:lnTo>
                    <a:pt x="2085092" y="782999"/>
                  </a:lnTo>
                  <a:lnTo>
                    <a:pt x="2085214" y="783060"/>
                  </a:lnTo>
                  <a:lnTo>
                    <a:pt x="2085279" y="783072"/>
                  </a:lnTo>
                  <a:lnTo>
                    <a:pt x="2085460" y="783079"/>
                  </a:lnTo>
                  <a:lnTo>
                    <a:pt x="2085716" y="783088"/>
                  </a:lnTo>
                  <a:lnTo>
                    <a:pt x="2086294" y="782973"/>
                  </a:lnTo>
                  <a:lnTo>
                    <a:pt x="2086611" y="782926"/>
                  </a:lnTo>
                  <a:lnTo>
                    <a:pt x="2086697" y="782913"/>
                  </a:lnTo>
                  <a:lnTo>
                    <a:pt x="2086960" y="782896"/>
                  </a:lnTo>
                  <a:lnTo>
                    <a:pt x="2087311" y="782873"/>
                  </a:lnTo>
                  <a:lnTo>
                    <a:pt x="2087690" y="782928"/>
                  </a:lnTo>
                  <a:lnTo>
                    <a:pt x="2087802" y="783049"/>
                  </a:lnTo>
                  <a:lnTo>
                    <a:pt x="2087874" y="783082"/>
                  </a:lnTo>
                  <a:lnTo>
                    <a:pt x="2088084" y="783122"/>
                  </a:lnTo>
                  <a:lnTo>
                    <a:pt x="2088359" y="783123"/>
                  </a:lnTo>
                  <a:lnTo>
                    <a:pt x="2088771" y="783126"/>
                  </a:lnTo>
                  <a:lnTo>
                    <a:pt x="2089083" y="783099"/>
                  </a:lnTo>
                  <a:lnTo>
                    <a:pt x="2089097" y="783097"/>
                  </a:lnTo>
                  <a:lnTo>
                    <a:pt x="2089244" y="783079"/>
                  </a:lnTo>
                  <a:lnTo>
                    <a:pt x="2089616" y="783032"/>
                  </a:lnTo>
                  <a:lnTo>
                    <a:pt x="2090311" y="782879"/>
                  </a:lnTo>
                  <a:lnTo>
                    <a:pt x="2090497" y="782839"/>
                  </a:lnTo>
                  <a:lnTo>
                    <a:pt x="2090605" y="782782"/>
                  </a:lnTo>
                  <a:lnTo>
                    <a:pt x="2091177" y="782482"/>
                  </a:lnTo>
                  <a:lnTo>
                    <a:pt x="2091555" y="782219"/>
                  </a:lnTo>
                  <a:lnTo>
                    <a:pt x="2091820" y="782184"/>
                  </a:lnTo>
                  <a:lnTo>
                    <a:pt x="2091775" y="782274"/>
                  </a:lnTo>
                  <a:lnTo>
                    <a:pt x="2091721" y="782447"/>
                  </a:lnTo>
                  <a:lnTo>
                    <a:pt x="2091723" y="782579"/>
                  </a:lnTo>
                  <a:lnTo>
                    <a:pt x="2091754" y="782653"/>
                  </a:lnTo>
                  <a:lnTo>
                    <a:pt x="2092034" y="782979"/>
                  </a:lnTo>
                  <a:lnTo>
                    <a:pt x="2092089" y="783043"/>
                  </a:lnTo>
                  <a:lnTo>
                    <a:pt x="2092053" y="783142"/>
                  </a:lnTo>
                  <a:lnTo>
                    <a:pt x="2091956" y="783160"/>
                  </a:lnTo>
                  <a:lnTo>
                    <a:pt x="2091923" y="783167"/>
                  </a:lnTo>
                  <a:lnTo>
                    <a:pt x="2091715" y="783207"/>
                  </a:lnTo>
                  <a:lnTo>
                    <a:pt x="2091484" y="783379"/>
                  </a:lnTo>
                  <a:lnTo>
                    <a:pt x="2091494" y="783631"/>
                  </a:lnTo>
                  <a:lnTo>
                    <a:pt x="2091516" y="783670"/>
                  </a:lnTo>
                  <a:lnTo>
                    <a:pt x="2091523" y="783682"/>
                  </a:lnTo>
                  <a:lnTo>
                    <a:pt x="2091700" y="783615"/>
                  </a:lnTo>
                  <a:lnTo>
                    <a:pt x="2091739" y="783600"/>
                  </a:lnTo>
                  <a:lnTo>
                    <a:pt x="2091918" y="783532"/>
                  </a:lnTo>
                  <a:lnTo>
                    <a:pt x="2091926" y="783638"/>
                  </a:lnTo>
                  <a:lnTo>
                    <a:pt x="2091963" y="784170"/>
                  </a:lnTo>
                  <a:lnTo>
                    <a:pt x="2091742" y="784157"/>
                  </a:lnTo>
                  <a:lnTo>
                    <a:pt x="2091736" y="784156"/>
                  </a:lnTo>
                  <a:lnTo>
                    <a:pt x="2091693" y="784283"/>
                  </a:lnTo>
                  <a:lnTo>
                    <a:pt x="2091972" y="784376"/>
                  </a:lnTo>
                  <a:lnTo>
                    <a:pt x="2092001" y="784385"/>
                  </a:lnTo>
                  <a:lnTo>
                    <a:pt x="2092428" y="784527"/>
                  </a:lnTo>
                  <a:lnTo>
                    <a:pt x="2092486" y="784524"/>
                  </a:lnTo>
                  <a:lnTo>
                    <a:pt x="2092490" y="783763"/>
                  </a:lnTo>
                  <a:lnTo>
                    <a:pt x="2092363" y="783669"/>
                  </a:lnTo>
                  <a:lnTo>
                    <a:pt x="2092297" y="783592"/>
                  </a:lnTo>
                  <a:lnTo>
                    <a:pt x="2092206" y="783423"/>
                  </a:lnTo>
                  <a:lnTo>
                    <a:pt x="2092225" y="783277"/>
                  </a:lnTo>
                  <a:lnTo>
                    <a:pt x="2092401" y="783396"/>
                  </a:lnTo>
                  <a:lnTo>
                    <a:pt x="2092461" y="783392"/>
                  </a:lnTo>
                  <a:lnTo>
                    <a:pt x="2092578" y="783334"/>
                  </a:lnTo>
                  <a:lnTo>
                    <a:pt x="2092594" y="783325"/>
                  </a:lnTo>
                  <a:lnTo>
                    <a:pt x="2092980" y="783354"/>
                  </a:lnTo>
                  <a:lnTo>
                    <a:pt x="2093032" y="783358"/>
                  </a:lnTo>
                  <a:lnTo>
                    <a:pt x="2093067" y="783360"/>
                  </a:lnTo>
                  <a:lnTo>
                    <a:pt x="2093245" y="783373"/>
                  </a:lnTo>
                  <a:lnTo>
                    <a:pt x="2093348" y="783381"/>
                  </a:lnTo>
                  <a:lnTo>
                    <a:pt x="2093551" y="783396"/>
                  </a:lnTo>
                  <a:lnTo>
                    <a:pt x="2093781" y="783426"/>
                  </a:lnTo>
                  <a:lnTo>
                    <a:pt x="2093852" y="783435"/>
                  </a:lnTo>
                  <a:lnTo>
                    <a:pt x="2094048" y="783480"/>
                  </a:lnTo>
                  <a:lnTo>
                    <a:pt x="2094131" y="783499"/>
                  </a:lnTo>
                  <a:lnTo>
                    <a:pt x="2094629" y="783573"/>
                  </a:lnTo>
                  <a:lnTo>
                    <a:pt x="2094828" y="783576"/>
                  </a:lnTo>
                  <a:lnTo>
                    <a:pt x="2095077" y="783579"/>
                  </a:lnTo>
                  <a:lnTo>
                    <a:pt x="2095392" y="783583"/>
                  </a:lnTo>
                  <a:lnTo>
                    <a:pt x="2095447" y="783571"/>
                  </a:lnTo>
                  <a:lnTo>
                    <a:pt x="2096113" y="783429"/>
                  </a:lnTo>
                  <a:lnTo>
                    <a:pt x="2096122" y="783415"/>
                  </a:lnTo>
                  <a:lnTo>
                    <a:pt x="2096265" y="783193"/>
                  </a:lnTo>
                  <a:lnTo>
                    <a:pt x="2096275" y="783178"/>
                  </a:lnTo>
                  <a:lnTo>
                    <a:pt x="2096358" y="783072"/>
                  </a:lnTo>
                  <a:lnTo>
                    <a:pt x="2096516" y="782870"/>
                  </a:lnTo>
                  <a:lnTo>
                    <a:pt x="2096911" y="782813"/>
                  </a:lnTo>
                  <a:lnTo>
                    <a:pt x="2096927" y="782801"/>
                  </a:lnTo>
                  <a:lnTo>
                    <a:pt x="2097030" y="782725"/>
                  </a:lnTo>
                  <a:lnTo>
                    <a:pt x="2097099" y="782674"/>
                  </a:lnTo>
                  <a:lnTo>
                    <a:pt x="2097144" y="782603"/>
                  </a:lnTo>
                  <a:lnTo>
                    <a:pt x="2097288" y="782545"/>
                  </a:lnTo>
                  <a:lnTo>
                    <a:pt x="2097362" y="782532"/>
                  </a:lnTo>
                  <a:lnTo>
                    <a:pt x="2097462" y="782540"/>
                  </a:lnTo>
                  <a:lnTo>
                    <a:pt x="2097517" y="782544"/>
                  </a:lnTo>
                  <a:lnTo>
                    <a:pt x="2097555" y="782547"/>
                  </a:lnTo>
                  <a:lnTo>
                    <a:pt x="2097591" y="782550"/>
                  </a:lnTo>
                  <a:lnTo>
                    <a:pt x="2097596" y="782549"/>
                  </a:lnTo>
                  <a:lnTo>
                    <a:pt x="2097972" y="782527"/>
                  </a:lnTo>
                  <a:lnTo>
                    <a:pt x="2098074" y="782398"/>
                  </a:lnTo>
                  <a:lnTo>
                    <a:pt x="2098162" y="782329"/>
                  </a:lnTo>
                  <a:lnTo>
                    <a:pt x="2098166" y="782329"/>
                  </a:lnTo>
                  <a:lnTo>
                    <a:pt x="2098307" y="782317"/>
                  </a:lnTo>
                  <a:lnTo>
                    <a:pt x="2098342" y="782355"/>
                  </a:lnTo>
                  <a:lnTo>
                    <a:pt x="2098423" y="782441"/>
                  </a:lnTo>
                  <a:lnTo>
                    <a:pt x="2098427" y="782506"/>
                  </a:lnTo>
                  <a:lnTo>
                    <a:pt x="2098430" y="782550"/>
                  </a:lnTo>
                  <a:lnTo>
                    <a:pt x="2098431" y="782570"/>
                  </a:lnTo>
                  <a:lnTo>
                    <a:pt x="2098439" y="782688"/>
                  </a:lnTo>
                  <a:lnTo>
                    <a:pt x="2098512" y="782798"/>
                  </a:lnTo>
                  <a:lnTo>
                    <a:pt x="2098570" y="782837"/>
                  </a:lnTo>
                  <a:lnTo>
                    <a:pt x="2098632" y="782852"/>
                  </a:lnTo>
                  <a:lnTo>
                    <a:pt x="2098717" y="782873"/>
                  </a:lnTo>
                  <a:lnTo>
                    <a:pt x="2098876" y="782849"/>
                  </a:lnTo>
                  <a:lnTo>
                    <a:pt x="2098917" y="782821"/>
                  </a:lnTo>
                  <a:lnTo>
                    <a:pt x="2098934" y="782793"/>
                  </a:lnTo>
                  <a:lnTo>
                    <a:pt x="2098951" y="782764"/>
                  </a:lnTo>
                  <a:lnTo>
                    <a:pt x="2098988" y="782678"/>
                  </a:lnTo>
                  <a:lnTo>
                    <a:pt x="2098899" y="782485"/>
                  </a:lnTo>
                  <a:lnTo>
                    <a:pt x="2098924" y="782441"/>
                  </a:lnTo>
                  <a:lnTo>
                    <a:pt x="2098959" y="782375"/>
                  </a:lnTo>
                  <a:lnTo>
                    <a:pt x="2098965" y="782365"/>
                  </a:lnTo>
                  <a:lnTo>
                    <a:pt x="2099205" y="782363"/>
                  </a:lnTo>
                  <a:lnTo>
                    <a:pt x="2099255" y="782403"/>
                  </a:lnTo>
                  <a:lnTo>
                    <a:pt x="2099230" y="782499"/>
                  </a:lnTo>
                  <a:lnTo>
                    <a:pt x="2099230" y="782524"/>
                  </a:lnTo>
                  <a:lnTo>
                    <a:pt x="2099228" y="782674"/>
                  </a:lnTo>
                  <a:lnTo>
                    <a:pt x="2099227" y="782821"/>
                  </a:lnTo>
                  <a:lnTo>
                    <a:pt x="2099242" y="782903"/>
                  </a:lnTo>
                  <a:lnTo>
                    <a:pt x="2099320" y="782958"/>
                  </a:lnTo>
                  <a:lnTo>
                    <a:pt x="2099623" y="783032"/>
                  </a:lnTo>
                  <a:lnTo>
                    <a:pt x="2099714" y="783054"/>
                  </a:lnTo>
                  <a:lnTo>
                    <a:pt x="2099811" y="783041"/>
                  </a:lnTo>
                  <a:lnTo>
                    <a:pt x="2099979" y="782929"/>
                  </a:lnTo>
                  <a:lnTo>
                    <a:pt x="2100079" y="782801"/>
                  </a:lnTo>
                  <a:lnTo>
                    <a:pt x="2100136" y="782675"/>
                  </a:lnTo>
                  <a:lnTo>
                    <a:pt x="2099929" y="782572"/>
                  </a:lnTo>
                  <a:lnTo>
                    <a:pt x="2099875" y="782545"/>
                  </a:lnTo>
                  <a:lnTo>
                    <a:pt x="2099759" y="782431"/>
                  </a:lnTo>
                  <a:lnTo>
                    <a:pt x="2099744" y="782416"/>
                  </a:lnTo>
                  <a:lnTo>
                    <a:pt x="2099751" y="782393"/>
                  </a:lnTo>
                  <a:lnTo>
                    <a:pt x="2099860" y="782373"/>
                  </a:lnTo>
                  <a:lnTo>
                    <a:pt x="2100034" y="782423"/>
                  </a:lnTo>
                  <a:lnTo>
                    <a:pt x="2100053" y="782429"/>
                  </a:lnTo>
                  <a:lnTo>
                    <a:pt x="2100127" y="782450"/>
                  </a:lnTo>
                  <a:lnTo>
                    <a:pt x="2100137" y="782453"/>
                  </a:lnTo>
                  <a:lnTo>
                    <a:pt x="2100140" y="782455"/>
                  </a:lnTo>
                  <a:lnTo>
                    <a:pt x="2100472" y="782671"/>
                  </a:lnTo>
                  <a:lnTo>
                    <a:pt x="2100539" y="782714"/>
                  </a:lnTo>
                  <a:lnTo>
                    <a:pt x="2100559" y="782727"/>
                  </a:lnTo>
                  <a:lnTo>
                    <a:pt x="2100577" y="782739"/>
                  </a:lnTo>
                  <a:lnTo>
                    <a:pt x="2100620" y="782766"/>
                  </a:lnTo>
                  <a:lnTo>
                    <a:pt x="2100653" y="782788"/>
                  </a:lnTo>
                  <a:lnTo>
                    <a:pt x="2100855" y="782919"/>
                  </a:lnTo>
                  <a:lnTo>
                    <a:pt x="2100864" y="782925"/>
                  </a:lnTo>
                  <a:lnTo>
                    <a:pt x="2100914" y="782958"/>
                  </a:lnTo>
                  <a:lnTo>
                    <a:pt x="2100991" y="783008"/>
                  </a:lnTo>
                  <a:lnTo>
                    <a:pt x="2101056" y="783050"/>
                  </a:lnTo>
                  <a:lnTo>
                    <a:pt x="2101079" y="783079"/>
                  </a:lnTo>
                  <a:lnTo>
                    <a:pt x="2101033" y="783125"/>
                  </a:lnTo>
                  <a:lnTo>
                    <a:pt x="2101000" y="783126"/>
                  </a:lnTo>
                  <a:lnTo>
                    <a:pt x="2100974" y="783127"/>
                  </a:lnTo>
                  <a:lnTo>
                    <a:pt x="2100938" y="783158"/>
                  </a:lnTo>
                  <a:lnTo>
                    <a:pt x="2100914" y="783217"/>
                  </a:lnTo>
                  <a:lnTo>
                    <a:pt x="2100929" y="783252"/>
                  </a:lnTo>
                  <a:lnTo>
                    <a:pt x="2100980" y="783369"/>
                  </a:lnTo>
                  <a:lnTo>
                    <a:pt x="2100994" y="783400"/>
                  </a:lnTo>
                  <a:lnTo>
                    <a:pt x="2101010" y="783438"/>
                  </a:lnTo>
                  <a:lnTo>
                    <a:pt x="2101033" y="783491"/>
                  </a:lnTo>
                  <a:lnTo>
                    <a:pt x="2101067" y="783569"/>
                  </a:lnTo>
                  <a:lnTo>
                    <a:pt x="2101074" y="783584"/>
                  </a:lnTo>
                  <a:lnTo>
                    <a:pt x="2101132" y="783624"/>
                  </a:lnTo>
                  <a:lnTo>
                    <a:pt x="2101150" y="783637"/>
                  </a:lnTo>
                  <a:lnTo>
                    <a:pt x="2101156" y="783641"/>
                  </a:lnTo>
                  <a:lnTo>
                    <a:pt x="2101288" y="783694"/>
                  </a:lnTo>
                  <a:lnTo>
                    <a:pt x="2101309" y="783698"/>
                  </a:lnTo>
                  <a:lnTo>
                    <a:pt x="2101331" y="783703"/>
                  </a:lnTo>
                  <a:lnTo>
                    <a:pt x="2101335" y="783704"/>
                  </a:lnTo>
                  <a:lnTo>
                    <a:pt x="2101366" y="783710"/>
                  </a:lnTo>
                  <a:lnTo>
                    <a:pt x="2101377" y="783712"/>
                  </a:lnTo>
                  <a:lnTo>
                    <a:pt x="2101423" y="783722"/>
                  </a:lnTo>
                  <a:lnTo>
                    <a:pt x="2101429" y="783726"/>
                  </a:lnTo>
                  <a:lnTo>
                    <a:pt x="2101421" y="783737"/>
                  </a:lnTo>
                  <a:lnTo>
                    <a:pt x="2101406" y="783752"/>
                  </a:lnTo>
                  <a:lnTo>
                    <a:pt x="2101401" y="783763"/>
                  </a:lnTo>
                  <a:lnTo>
                    <a:pt x="2101397" y="783771"/>
                  </a:lnTo>
                  <a:lnTo>
                    <a:pt x="2101397" y="783790"/>
                  </a:lnTo>
                  <a:lnTo>
                    <a:pt x="2101398" y="783802"/>
                  </a:lnTo>
                  <a:lnTo>
                    <a:pt x="2101394" y="783810"/>
                  </a:lnTo>
                  <a:lnTo>
                    <a:pt x="2101342" y="783855"/>
                  </a:lnTo>
                  <a:lnTo>
                    <a:pt x="2101331" y="783864"/>
                  </a:lnTo>
                  <a:lnTo>
                    <a:pt x="2101308" y="783884"/>
                  </a:lnTo>
                  <a:lnTo>
                    <a:pt x="2101216" y="783962"/>
                  </a:lnTo>
                  <a:lnTo>
                    <a:pt x="2101088" y="784016"/>
                  </a:lnTo>
                  <a:lnTo>
                    <a:pt x="2100907" y="784034"/>
                  </a:lnTo>
                  <a:lnTo>
                    <a:pt x="2100784" y="784068"/>
                  </a:lnTo>
                  <a:lnTo>
                    <a:pt x="2100743" y="784079"/>
                  </a:lnTo>
                  <a:lnTo>
                    <a:pt x="2100626" y="784159"/>
                  </a:lnTo>
                  <a:lnTo>
                    <a:pt x="2100613" y="784186"/>
                  </a:lnTo>
                  <a:lnTo>
                    <a:pt x="2100583" y="784248"/>
                  </a:lnTo>
                  <a:lnTo>
                    <a:pt x="2100581" y="784258"/>
                  </a:lnTo>
                  <a:lnTo>
                    <a:pt x="2100558" y="784371"/>
                  </a:lnTo>
                  <a:lnTo>
                    <a:pt x="2100555" y="784387"/>
                  </a:lnTo>
                  <a:lnTo>
                    <a:pt x="2100567" y="784405"/>
                  </a:lnTo>
                  <a:lnTo>
                    <a:pt x="2100620" y="784426"/>
                  </a:lnTo>
                  <a:lnTo>
                    <a:pt x="2100637" y="784433"/>
                  </a:lnTo>
                  <a:lnTo>
                    <a:pt x="2100655" y="784440"/>
                  </a:lnTo>
                  <a:lnTo>
                    <a:pt x="2100651" y="784512"/>
                  </a:lnTo>
                  <a:lnTo>
                    <a:pt x="2100591" y="784568"/>
                  </a:lnTo>
                  <a:lnTo>
                    <a:pt x="2100443" y="784706"/>
                  </a:lnTo>
                  <a:lnTo>
                    <a:pt x="2100417" y="784730"/>
                  </a:lnTo>
                  <a:lnTo>
                    <a:pt x="2100348" y="784735"/>
                  </a:lnTo>
                  <a:lnTo>
                    <a:pt x="2100314" y="784639"/>
                  </a:lnTo>
                  <a:lnTo>
                    <a:pt x="2100253" y="784467"/>
                  </a:lnTo>
                  <a:lnTo>
                    <a:pt x="2100247" y="784424"/>
                  </a:lnTo>
                  <a:lnTo>
                    <a:pt x="2100244" y="784407"/>
                  </a:lnTo>
                  <a:lnTo>
                    <a:pt x="2100224" y="784269"/>
                  </a:lnTo>
                  <a:lnTo>
                    <a:pt x="2100218" y="784229"/>
                  </a:lnTo>
                  <a:lnTo>
                    <a:pt x="2100199" y="784101"/>
                  </a:lnTo>
                  <a:lnTo>
                    <a:pt x="2100180" y="784091"/>
                  </a:lnTo>
                  <a:lnTo>
                    <a:pt x="2100144" y="784071"/>
                  </a:lnTo>
                  <a:lnTo>
                    <a:pt x="2100059" y="784025"/>
                  </a:lnTo>
                  <a:lnTo>
                    <a:pt x="2099960" y="784006"/>
                  </a:lnTo>
                  <a:lnTo>
                    <a:pt x="2099779" y="784021"/>
                  </a:lnTo>
                  <a:lnTo>
                    <a:pt x="2099653" y="784031"/>
                  </a:lnTo>
                  <a:lnTo>
                    <a:pt x="2099252" y="783812"/>
                  </a:lnTo>
                  <a:lnTo>
                    <a:pt x="2099223" y="783796"/>
                  </a:lnTo>
                  <a:lnTo>
                    <a:pt x="2098987" y="783843"/>
                  </a:lnTo>
                  <a:lnTo>
                    <a:pt x="2098766" y="783932"/>
                  </a:lnTo>
                  <a:lnTo>
                    <a:pt x="2098725" y="783948"/>
                  </a:lnTo>
                  <a:lnTo>
                    <a:pt x="2098305" y="784199"/>
                  </a:lnTo>
                  <a:lnTo>
                    <a:pt x="2097989" y="784427"/>
                  </a:lnTo>
                  <a:lnTo>
                    <a:pt x="2097790" y="784529"/>
                  </a:lnTo>
                  <a:lnTo>
                    <a:pt x="2097447" y="784605"/>
                  </a:lnTo>
                  <a:lnTo>
                    <a:pt x="2097428" y="784609"/>
                  </a:lnTo>
                  <a:lnTo>
                    <a:pt x="2097390" y="784618"/>
                  </a:lnTo>
                  <a:lnTo>
                    <a:pt x="2097382" y="784619"/>
                  </a:lnTo>
                  <a:lnTo>
                    <a:pt x="2097320" y="784633"/>
                  </a:lnTo>
                  <a:lnTo>
                    <a:pt x="2097300" y="784638"/>
                  </a:lnTo>
                  <a:lnTo>
                    <a:pt x="2097152" y="784704"/>
                  </a:lnTo>
                  <a:lnTo>
                    <a:pt x="2097103" y="784736"/>
                  </a:lnTo>
                  <a:lnTo>
                    <a:pt x="2096952" y="784835"/>
                  </a:lnTo>
                  <a:lnTo>
                    <a:pt x="2096582" y="785251"/>
                  </a:lnTo>
                  <a:lnTo>
                    <a:pt x="2096500" y="785342"/>
                  </a:lnTo>
                  <a:lnTo>
                    <a:pt x="2096370" y="785510"/>
                  </a:lnTo>
                  <a:lnTo>
                    <a:pt x="2096188" y="785838"/>
                  </a:lnTo>
                  <a:lnTo>
                    <a:pt x="2096128" y="786008"/>
                  </a:lnTo>
                  <a:lnTo>
                    <a:pt x="2096089" y="786200"/>
                  </a:lnTo>
                  <a:lnTo>
                    <a:pt x="2096081" y="786434"/>
                  </a:lnTo>
                  <a:lnTo>
                    <a:pt x="2096077" y="786545"/>
                  </a:lnTo>
                  <a:lnTo>
                    <a:pt x="2096111" y="786599"/>
                  </a:lnTo>
                  <a:lnTo>
                    <a:pt x="2096126" y="786614"/>
                  </a:lnTo>
                  <a:lnTo>
                    <a:pt x="2096240" y="786724"/>
                  </a:lnTo>
                  <a:lnTo>
                    <a:pt x="2096289" y="786771"/>
                  </a:lnTo>
                  <a:lnTo>
                    <a:pt x="2096351" y="786831"/>
                  </a:lnTo>
                  <a:lnTo>
                    <a:pt x="2096450" y="786926"/>
                  </a:lnTo>
                  <a:lnTo>
                    <a:pt x="2096465" y="787002"/>
                  </a:lnTo>
                  <a:lnTo>
                    <a:pt x="2096311" y="787276"/>
                  </a:lnTo>
                  <a:lnTo>
                    <a:pt x="2096293" y="787381"/>
                  </a:lnTo>
                  <a:lnTo>
                    <a:pt x="2096280" y="787452"/>
                  </a:lnTo>
                  <a:lnTo>
                    <a:pt x="2096263" y="787549"/>
                  </a:lnTo>
                  <a:lnTo>
                    <a:pt x="2096253" y="787606"/>
                  </a:lnTo>
                  <a:lnTo>
                    <a:pt x="2096159" y="787701"/>
                  </a:lnTo>
                  <a:lnTo>
                    <a:pt x="2096109" y="787742"/>
                  </a:lnTo>
                  <a:lnTo>
                    <a:pt x="2096097" y="787751"/>
                  </a:lnTo>
                  <a:lnTo>
                    <a:pt x="2096082" y="787763"/>
                  </a:lnTo>
                  <a:lnTo>
                    <a:pt x="2096056" y="787784"/>
                  </a:lnTo>
                  <a:lnTo>
                    <a:pt x="2095878" y="787927"/>
                  </a:lnTo>
                  <a:lnTo>
                    <a:pt x="2095815" y="787963"/>
                  </a:lnTo>
                  <a:lnTo>
                    <a:pt x="2095767" y="787989"/>
                  </a:lnTo>
                  <a:lnTo>
                    <a:pt x="2095712" y="788021"/>
                  </a:lnTo>
                  <a:lnTo>
                    <a:pt x="2095695" y="788030"/>
                  </a:lnTo>
                  <a:lnTo>
                    <a:pt x="2095693" y="788023"/>
                  </a:lnTo>
                  <a:lnTo>
                    <a:pt x="2095678" y="787971"/>
                  </a:lnTo>
                  <a:lnTo>
                    <a:pt x="2095676" y="787963"/>
                  </a:lnTo>
                  <a:lnTo>
                    <a:pt x="2095659" y="787906"/>
                  </a:lnTo>
                  <a:lnTo>
                    <a:pt x="2095669" y="787870"/>
                  </a:lnTo>
                  <a:lnTo>
                    <a:pt x="2095671" y="787862"/>
                  </a:lnTo>
                  <a:lnTo>
                    <a:pt x="2095676" y="787845"/>
                  </a:lnTo>
                  <a:lnTo>
                    <a:pt x="2095677" y="787717"/>
                  </a:lnTo>
                  <a:lnTo>
                    <a:pt x="2095678" y="787674"/>
                  </a:lnTo>
                  <a:lnTo>
                    <a:pt x="2095645" y="787626"/>
                  </a:lnTo>
                  <a:lnTo>
                    <a:pt x="2095628" y="787601"/>
                  </a:lnTo>
                  <a:lnTo>
                    <a:pt x="2095388" y="787445"/>
                  </a:lnTo>
                  <a:lnTo>
                    <a:pt x="2095335" y="787434"/>
                  </a:lnTo>
                  <a:lnTo>
                    <a:pt x="2095291" y="787440"/>
                  </a:lnTo>
                  <a:lnTo>
                    <a:pt x="2095220" y="787450"/>
                  </a:lnTo>
                  <a:lnTo>
                    <a:pt x="2095190" y="787467"/>
                  </a:lnTo>
                  <a:lnTo>
                    <a:pt x="2095100" y="787521"/>
                  </a:lnTo>
                  <a:lnTo>
                    <a:pt x="2094970" y="787599"/>
                  </a:lnTo>
                  <a:lnTo>
                    <a:pt x="2094973" y="787622"/>
                  </a:lnTo>
                  <a:lnTo>
                    <a:pt x="2095018" y="787936"/>
                  </a:lnTo>
                  <a:lnTo>
                    <a:pt x="2095058" y="787927"/>
                  </a:lnTo>
                  <a:lnTo>
                    <a:pt x="2095085" y="787922"/>
                  </a:lnTo>
                  <a:lnTo>
                    <a:pt x="2095112" y="787916"/>
                  </a:lnTo>
                  <a:lnTo>
                    <a:pt x="2095122" y="787914"/>
                  </a:lnTo>
                  <a:lnTo>
                    <a:pt x="2095220" y="787973"/>
                  </a:lnTo>
                  <a:lnTo>
                    <a:pt x="2095532" y="788160"/>
                  </a:lnTo>
                  <a:lnTo>
                    <a:pt x="2095596" y="788199"/>
                  </a:lnTo>
                  <a:lnTo>
                    <a:pt x="2095592" y="788211"/>
                  </a:lnTo>
                  <a:lnTo>
                    <a:pt x="2095569" y="788283"/>
                  </a:lnTo>
                  <a:lnTo>
                    <a:pt x="2095565" y="788294"/>
                  </a:lnTo>
                  <a:lnTo>
                    <a:pt x="2095534" y="788391"/>
                  </a:lnTo>
                  <a:lnTo>
                    <a:pt x="2095527" y="788415"/>
                  </a:lnTo>
                  <a:lnTo>
                    <a:pt x="2095465" y="788606"/>
                  </a:lnTo>
                  <a:lnTo>
                    <a:pt x="2095297" y="788688"/>
                  </a:lnTo>
                  <a:lnTo>
                    <a:pt x="2095204" y="788711"/>
                  </a:lnTo>
                  <a:lnTo>
                    <a:pt x="2095119" y="788731"/>
                  </a:lnTo>
                  <a:lnTo>
                    <a:pt x="2095097" y="788835"/>
                  </a:lnTo>
                  <a:lnTo>
                    <a:pt x="2095149" y="788920"/>
                  </a:lnTo>
                  <a:lnTo>
                    <a:pt x="2095306" y="789027"/>
                  </a:lnTo>
                  <a:lnTo>
                    <a:pt x="2095631" y="789158"/>
                  </a:lnTo>
                  <a:lnTo>
                    <a:pt x="2095581" y="789202"/>
                  </a:lnTo>
                  <a:lnTo>
                    <a:pt x="2095438" y="789280"/>
                  </a:lnTo>
                  <a:lnTo>
                    <a:pt x="2095429" y="789274"/>
                  </a:lnTo>
                  <a:lnTo>
                    <a:pt x="2095258" y="789168"/>
                  </a:lnTo>
                  <a:lnTo>
                    <a:pt x="2095242" y="789158"/>
                  </a:lnTo>
                  <a:lnTo>
                    <a:pt x="2095204" y="789134"/>
                  </a:lnTo>
                  <a:lnTo>
                    <a:pt x="2095197" y="789130"/>
                  </a:lnTo>
                  <a:lnTo>
                    <a:pt x="2095182" y="789121"/>
                  </a:lnTo>
                  <a:lnTo>
                    <a:pt x="2095154" y="789103"/>
                  </a:lnTo>
                  <a:lnTo>
                    <a:pt x="2095103" y="789055"/>
                  </a:lnTo>
                  <a:lnTo>
                    <a:pt x="2095076" y="789031"/>
                  </a:lnTo>
                  <a:lnTo>
                    <a:pt x="2095052" y="788974"/>
                  </a:lnTo>
                  <a:lnTo>
                    <a:pt x="2095035" y="788967"/>
                  </a:lnTo>
                  <a:lnTo>
                    <a:pt x="2094905" y="788984"/>
                  </a:lnTo>
                  <a:lnTo>
                    <a:pt x="2094885" y="788992"/>
                  </a:lnTo>
                  <a:lnTo>
                    <a:pt x="2094823" y="789015"/>
                  </a:lnTo>
                  <a:lnTo>
                    <a:pt x="2094789" y="789044"/>
                  </a:lnTo>
                  <a:lnTo>
                    <a:pt x="2094717" y="789190"/>
                  </a:lnTo>
                  <a:lnTo>
                    <a:pt x="2094711" y="789270"/>
                  </a:lnTo>
                  <a:lnTo>
                    <a:pt x="2094732" y="789360"/>
                  </a:lnTo>
                  <a:lnTo>
                    <a:pt x="2094742" y="789382"/>
                  </a:lnTo>
                  <a:lnTo>
                    <a:pt x="2094832" y="789569"/>
                  </a:lnTo>
                  <a:lnTo>
                    <a:pt x="2094924" y="789576"/>
                  </a:lnTo>
                  <a:lnTo>
                    <a:pt x="2095149" y="789594"/>
                  </a:lnTo>
                  <a:lnTo>
                    <a:pt x="2095228" y="789601"/>
                  </a:lnTo>
                  <a:lnTo>
                    <a:pt x="2095277" y="789604"/>
                  </a:lnTo>
                  <a:lnTo>
                    <a:pt x="2095377" y="789612"/>
                  </a:lnTo>
                  <a:lnTo>
                    <a:pt x="2095417" y="789830"/>
                  </a:lnTo>
                  <a:lnTo>
                    <a:pt x="2095389" y="789878"/>
                  </a:lnTo>
                  <a:lnTo>
                    <a:pt x="2095323" y="789992"/>
                  </a:lnTo>
                  <a:lnTo>
                    <a:pt x="2095302" y="790029"/>
                  </a:lnTo>
                  <a:lnTo>
                    <a:pt x="2095289" y="790051"/>
                  </a:lnTo>
                  <a:lnTo>
                    <a:pt x="2095120" y="790196"/>
                  </a:lnTo>
                  <a:lnTo>
                    <a:pt x="2095091" y="790221"/>
                  </a:lnTo>
                  <a:lnTo>
                    <a:pt x="2095091" y="790248"/>
                  </a:lnTo>
                  <a:lnTo>
                    <a:pt x="2095090" y="790352"/>
                  </a:lnTo>
                  <a:lnTo>
                    <a:pt x="2095090" y="790375"/>
                  </a:lnTo>
                  <a:lnTo>
                    <a:pt x="2095090" y="790479"/>
                  </a:lnTo>
                  <a:lnTo>
                    <a:pt x="2095100" y="790507"/>
                  </a:lnTo>
                  <a:lnTo>
                    <a:pt x="2095111" y="790541"/>
                  </a:lnTo>
                  <a:lnTo>
                    <a:pt x="2095146" y="790539"/>
                  </a:lnTo>
                  <a:lnTo>
                    <a:pt x="2095345" y="790526"/>
                  </a:lnTo>
                  <a:lnTo>
                    <a:pt x="2095446" y="790487"/>
                  </a:lnTo>
                  <a:lnTo>
                    <a:pt x="2095546" y="790448"/>
                  </a:lnTo>
                  <a:lnTo>
                    <a:pt x="2095769" y="790442"/>
                  </a:lnTo>
                  <a:lnTo>
                    <a:pt x="2095883" y="790439"/>
                  </a:lnTo>
                  <a:lnTo>
                    <a:pt x="2095889" y="790438"/>
                  </a:lnTo>
                  <a:lnTo>
                    <a:pt x="2095921" y="790437"/>
                  </a:lnTo>
                  <a:lnTo>
                    <a:pt x="2095974" y="790436"/>
                  </a:lnTo>
                  <a:lnTo>
                    <a:pt x="2096028" y="790517"/>
                  </a:lnTo>
                  <a:lnTo>
                    <a:pt x="2096033" y="790524"/>
                  </a:lnTo>
                  <a:lnTo>
                    <a:pt x="2096136" y="790678"/>
                  </a:lnTo>
                  <a:lnTo>
                    <a:pt x="2096234" y="790846"/>
                  </a:lnTo>
                  <a:lnTo>
                    <a:pt x="2096471" y="791253"/>
                  </a:lnTo>
                  <a:lnTo>
                    <a:pt x="2096548" y="791549"/>
                  </a:lnTo>
                  <a:lnTo>
                    <a:pt x="2096528" y="791627"/>
                  </a:lnTo>
                  <a:lnTo>
                    <a:pt x="2096507" y="791706"/>
                  </a:lnTo>
                  <a:lnTo>
                    <a:pt x="2096491" y="791772"/>
                  </a:lnTo>
                  <a:lnTo>
                    <a:pt x="2096453" y="791921"/>
                  </a:lnTo>
                  <a:lnTo>
                    <a:pt x="2096441" y="791965"/>
                  </a:lnTo>
                  <a:lnTo>
                    <a:pt x="2096450" y="792045"/>
                  </a:lnTo>
                  <a:lnTo>
                    <a:pt x="2096483" y="792135"/>
                  </a:lnTo>
                  <a:lnTo>
                    <a:pt x="2096539" y="792180"/>
                  </a:lnTo>
                  <a:lnTo>
                    <a:pt x="2096877" y="792454"/>
                  </a:lnTo>
                  <a:lnTo>
                    <a:pt x="2097035" y="792560"/>
                  </a:lnTo>
                  <a:lnTo>
                    <a:pt x="2097064" y="792568"/>
                  </a:lnTo>
                  <a:lnTo>
                    <a:pt x="2097251" y="792619"/>
                  </a:lnTo>
                  <a:lnTo>
                    <a:pt x="2097315" y="792660"/>
                  </a:lnTo>
                  <a:lnTo>
                    <a:pt x="2097469" y="792761"/>
                  </a:lnTo>
                  <a:lnTo>
                    <a:pt x="2097485" y="792772"/>
                  </a:lnTo>
                  <a:lnTo>
                    <a:pt x="2097546" y="792811"/>
                  </a:lnTo>
                  <a:lnTo>
                    <a:pt x="2097564" y="792823"/>
                  </a:lnTo>
                  <a:lnTo>
                    <a:pt x="2097768" y="793028"/>
                  </a:lnTo>
                  <a:lnTo>
                    <a:pt x="2097808" y="793068"/>
                  </a:lnTo>
                  <a:lnTo>
                    <a:pt x="2097844" y="793104"/>
                  </a:lnTo>
                  <a:lnTo>
                    <a:pt x="2097859" y="793215"/>
                  </a:lnTo>
                  <a:lnTo>
                    <a:pt x="2097776" y="793363"/>
                  </a:lnTo>
                  <a:lnTo>
                    <a:pt x="2097647" y="793312"/>
                  </a:lnTo>
                  <a:lnTo>
                    <a:pt x="2097561" y="793227"/>
                  </a:lnTo>
                  <a:lnTo>
                    <a:pt x="2097449" y="793205"/>
                  </a:lnTo>
                  <a:lnTo>
                    <a:pt x="2097390" y="793207"/>
                  </a:lnTo>
                  <a:lnTo>
                    <a:pt x="2097132" y="793297"/>
                  </a:lnTo>
                  <a:lnTo>
                    <a:pt x="2097040" y="793342"/>
                  </a:lnTo>
                  <a:lnTo>
                    <a:pt x="2096791" y="793504"/>
                  </a:lnTo>
                  <a:lnTo>
                    <a:pt x="2096675" y="793606"/>
                  </a:lnTo>
                  <a:lnTo>
                    <a:pt x="2096184" y="793667"/>
                  </a:lnTo>
                  <a:lnTo>
                    <a:pt x="2095972" y="793693"/>
                  </a:lnTo>
                  <a:lnTo>
                    <a:pt x="2095256" y="794018"/>
                  </a:lnTo>
                  <a:lnTo>
                    <a:pt x="2095210" y="794050"/>
                  </a:lnTo>
                  <a:lnTo>
                    <a:pt x="2095166" y="794112"/>
                  </a:lnTo>
                  <a:lnTo>
                    <a:pt x="2095090" y="794364"/>
                  </a:lnTo>
                  <a:lnTo>
                    <a:pt x="2095084" y="794423"/>
                  </a:lnTo>
                  <a:lnTo>
                    <a:pt x="2095082" y="794448"/>
                  </a:lnTo>
                  <a:lnTo>
                    <a:pt x="2095073" y="794545"/>
                  </a:lnTo>
                  <a:lnTo>
                    <a:pt x="2095086" y="794582"/>
                  </a:lnTo>
                  <a:lnTo>
                    <a:pt x="2095140" y="794726"/>
                  </a:lnTo>
                  <a:lnTo>
                    <a:pt x="2095183" y="794765"/>
                  </a:lnTo>
                  <a:lnTo>
                    <a:pt x="2095211" y="794773"/>
                  </a:lnTo>
                  <a:lnTo>
                    <a:pt x="2095242" y="794782"/>
                  </a:lnTo>
                  <a:lnTo>
                    <a:pt x="2095247" y="794784"/>
                  </a:lnTo>
                  <a:lnTo>
                    <a:pt x="2095285" y="794794"/>
                  </a:lnTo>
                  <a:lnTo>
                    <a:pt x="2095348" y="794812"/>
                  </a:lnTo>
                  <a:lnTo>
                    <a:pt x="2095383" y="794787"/>
                  </a:lnTo>
                  <a:lnTo>
                    <a:pt x="2095403" y="794772"/>
                  </a:lnTo>
                  <a:lnTo>
                    <a:pt x="2095532" y="794764"/>
                  </a:lnTo>
                  <a:lnTo>
                    <a:pt x="2095553" y="794769"/>
                  </a:lnTo>
                  <a:lnTo>
                    <a:pt x="2095569" y="794772"/>
                  </a:lnTo>
                  <a:lnTo>
                    <a:pt x="2095581" y="794774"/>
                  </a:lnTo>
                  <a:lnTo>
                    <a:pt x="2095625" y="794805"/>
                  </a:lnTo>
                  <a:lnTo>
                    <a:pt x="2095659" y="794828"/>
                  </a:lnTo>
                  <a:lnTo>
                    <a:pt x="2095730" y="794878"/>
                  </a:lnTo>
                  <a:lnTo>
                    <a:pt x="2095737" y="794883"/>
                  </a:lnTo>
                  <a:lnTo>
                    <a:pt x="2095982" y="795088"/>
                  </a:lnTo>
                  <a:lnTo>
                    <a:pt x="2095996" y="795219"/>
                  </a:lnTo>
                  <a:lnTo>
                    <a:pt x="2095991" y="795349"/>
                  </a:lnTo>
                  <a:lnTo>
                    <a:pt x="2095989" y="795392"/>
                  </a:lnTo>
                  <a:lnTo>
                    <a:pt x="2095981" y="795567"/>
                  </a:lnTo>
                  <a:lnTo>
                    <a:pt x="2095943" y="795691"/>
                  </a:lnTo>
                  <a:lnTo>
                    <a:pt x="2095928" y="795740"/>
                  </a:lnTo>
                  <a:lnTo>
                    <a:pt x="2095892" y="795752"/>
                  </a:lnTo>
                  <a:lnTo>
                    <a:pt x="2095841" y="795768"/>
                  </a:lnTo>
                  <a:lnTo>
                    <a:pt x="2095743" y="795768"/>
                  </a:lnTo>
                  <a:lnTo>
                    <a:pt x="2095294" y="795704"/>
                  </a:lnTo>
                  <a:lnTo>
                    <a:pt x="2095284" y="795703"/>
                  </a:lnTo>
                  <a:lnTo>
                    <a:pt x="2094929" y="795599"/>
                  </a:lnTo>
                  <a:lnTo>
                    <a:pt x="2094688" y="795511"/>
                  </a:lnTo>
                  <a:lnTo>
                    <a:pt x="2094541" y="795455"/>
                  </a:lnTo>
                  <a:lnTo>
                    <a:pt x="2094507" y="795442"/>
                  </a:lnTo>
                  <a:lnTo>
                    <a:pt x="2093931" y="795223"/>
                  </a:lnTo>
                  <a:lnTo>
                    <a:pt x="2093920" y="795215"/>
                  </a:lnTo>
                  <a:lnTo>
                    <a:pt x="2093868" y="795181"/>
                  </a:lnTo>
                  <a:lnTo>
                    <a:pt x="2093697" y="795206"/>
                  </a:lnTo>
                  <a:lnTo>
                    <a:pt x="2093687" y="795208"/>
                  </a:lnTo>
                  <a:lnTo>
                    <a:pt x="2093480" y="795238"/>
                  </a:lnTo>
                  <a:lnTo>
                    <a:pt x="2093460" y="795241"/>
                  </a:lnTo>
                  <a:lnTo>
                    <a:pt x="2093288" y="795267"/>
                  </a:lnTo>
                  <a:lnTo>
                    <a:pt x="2093193" y="795307"/>
                  </a:lnTo>
                  <a:lnTo>
                    <a:pt x="2093092" y="795350"/>
                  </a:lnTo>
                  <a:lnTo>
                    <a:pt x="2092878" y="795378"/>
                  </a:lnTo>
                  <a:lnTo>
                    <a:pt x="2092655" y="795408"/>
                  </a:lnTo>
                  <a:lnTo>
                    <a:pt x="2092569" y="795395"/>
                  </a:lnTo>
                  <a:lnTo>
                    <a:pt x="2092482" y="795382"/>
                  </a:lnTo>
                  <a:lnTo>
                    <a:pt x="2092295" y="795354"/>
                  </a:lnTo>
                  <a:lnTo>
                    <a:pt x="2092118" y="795454"/>
                  </a:lnTo>
                  <a:lnTo>
                    <a:pt x="2092002" y="795562"/>
                  </a:lnTo>
                  <a:lnTo>
                    <a:pt x="2091883" y="795716"/>
                  </a:lnTo>
                  <a:lnTo>
                    <a:pt x="2091752" y="795926"/>
                  </a:lnTo>
                  <a:lnTo>
                    <a:pt x="2091563" y="796281"/>
                  </a:lnTo>
                  <a:lnTo>
                    <a:pt x="2091325" y="796880"/>
                  </a:lnTo>
                  <a:lnTo>
                    <a:pt x="2091302" y="796977"/>
                  </a:lnTo>
                  <a:lnTo>
                    <a:pt x="2091206" y="797383"/>
                  </a:lnTo>
                  <a:lnTo>
                    <a:pt x="2091024" y="797419"/>
                  </a:lnTo>
                  <a:lnTo>
                    <a:pt x="2091004" y="797345"/>
                  </a:lnTo>
                  <a:lnTo>
                    <a:pt x="2090969" y="797317"/>
                  </a:lnTo>
                  <a:lnTo>
                    <a:pt x="2090824" y="797199"/>
                  </a:lnTo>
                  <a:lnTo>
                    <a:pt x="2090750" y="797220"/>
                  </a:lnTo>
                  <a:lnTo>
                    <a:pt x="2090456" y="797305"/>
                  </a:lnTo>
                  <a:lnTo>
                    <a:pt x="2090388" y="797372"/>
                  </a:lnTo>
                  <a:lnTo>
                    <a:pt x="2090389" y="797397"/>
                  </a:lnTo>
                  <a:lnTo>
                    <a:pt x="2090390" y="797438"/>
                  </a:lnTo>
                  <a:lnTo>
                    <a:pt x="2090467" y="797613"/>
                  </a:lnTo>
                  <a:lnTo>
                    <a:pt x="2090560" y="797824"/>
                  </a:lnTo>
                  <a:lnTo>
                    <a:pt x="2090564" y="797833"/>
                  </a:lnTo>
                  <a:lnTo>
                    <a:pt x="2090835" y="797981"/>
                  </a:lnTo>
                  <a:lnTo>
                    <a:pt x="2090859" y="797979"/>
                  </a:lnTo>
                  <a:lnTo>
                    <a:pt x="2090902" y="797975"/>
                  </a:lnTo>
                  <a:lnTo>
                    <a:pt x="2090921" y="797999"/>
                  </a:lnTo>
                  <a:lnTo>
                    <a:pt x="2090948" y="798163"/>
                  </a:lnTo>
                  <a:lnTo>
                    <a:pt x="2090951" y="798363"/>
                  </a:lnTo>
                  <a:lnTo>
                    <a:pt x="2090926" y="798453"/>
                  </a:lnTo>
                  <a:lnTo>
                    <a:pt x="2090898" y="798552"/>
                  </a:lnTo>
                  <a:lnTo>
                    <a:pt x="2090916" y="798627"/>
                  </a:lnTo>
                  <a:lnTo>
                    <a:pt x="2091010" y="798999"/>
                  </a:lnTo>
                  <a:lnTo>
                    <a:pt x="2091107" y="799282"/>
                  </a:lnTo>
                  <a:lnTo>
                    <a:pt x="2091099" y="799931"/>
                  </a:lnTo>
                  <a:lnTo>
                    <a:pt x="2091006" y="800020"/>
                  </a:lnTo>
                  <a:lnTo>
                    <a:pt x="2090745" y="800015"/>
                  </a:lnTo>
                  <a:lnTo>
                    <a:pt x="2090155" y="800004"/>
                  </a:lnTo>
                  <a:lnTo>
                    <a:pt x="2090130" y="800004"/>
                  </a:lnTo>
                  <a:lnTo>
                    <a:pt x="2090113" y="800024"/>
                  </a:lnTo>
                  <a:lnTo>
                    <a:pt x="2089854" y="800329"/>
                  </a:lnTo>
                  <a:lnTo>
                    <a:pt x="2089434" y="800942"/>
                  </a:lnTo>
                  <a:lnTo>
                    <a:pt x="2089564" y="801173"/>
                  </a:lnTo>
                  <a:lnTo>
                    <a:pt x="2089731" y="801472"/>
                  </a:lnTo>
                  <a:lnTo>
                    <a:pt x="2089746" y="801499"/>
                  </a:lnTo>
                  <a:lnTo>
                    <a:pt x="2089953" y="801867"/>
                  </a:lnTo>
                  <a:lnTo>
                    <a:pt x="2089988" y="801862"/>
                  </a:lnTo>
                  <a:lnTo>
                    <a:pt x="2090062" y="801850"/>
                  </a:lnTo>
                  <a:lnTo>
                    <a:pt x="2090361" y="801729"/>
                  </a:lnTo>
                  <a:lnTo>
                    <a:pt x="2090383" y="801708"/>
                  </a:lnTo>
                  <a:lnTo>
                    <a:pt x="2090358" y="801662"/>
                  </a:lnTo>
                  <a:lnTo>
                    <a:pt x="2090352" y="801651"/>
                  </a:lnTo>
                  <a:lnTo>
                    <a:pt x="2090364" y="801582"/>
                  </a:lnTo>
                  <a:lnTo>
                    <a:pt x="2090375" y="801568"/>
                  </a:lnTo>
                  <a:lnTo>
                    <a:pt x="2090463" y="801456"/>
                  </a:lnTo>
                  <a:lnTo>
                    <a:pt x="2090517" y="801415"/>
                  </a:lnTo>
                  <a:lnTo>
                    <a:pt x="2090734" y="801325"/>
                  </a:lnTo>
                  <a:lnTo>
                    <a:pt x="2090779" y="801307"/>
                  </a:lnTo>
                  <a:lnTo>
                    <a:pt x="2091306" y="801239"/>
                  </a:lnTo>
                  <a:lnTo>
                    <a:pt x="2091368" y="801231"/>
                  </a:lnTo>
                  <a:lnTo>
                    <a:pt x="2091453" y="801275"/>
                  </a:lnTo>
                  <a:lnTo>
                    <a:pt x="2091469" y="801331"/>
                  </a:lnTo>
                  <a:lnTo>
                    <a:pt x="2091514" y="801390"/>
                  </a:lnTo>
                  <a:lnTo>
                    <a:pt x="2091579" y="801444"/>
                  </a:lnTo>
                  <a:lnTo>
                    <a:pt x="2091680" y="801527"/>
                  </a:lnTo>
                  <a:lnTo>
                    <a:pt x="2092039" y="801768"/>
                  </a:lnTo>
                  <a:lnTo>
                    <a:pt x="2092233" y="801830"/>
                  </a:lnTo>
                  <a:lnTo>
                    <a:pt x="2092371" y="801844"/>
                  </a:lnTo>
                  <a:lnTo>
                    <a:pt x="2092424" y="801827"/>
                  </a:lnTo>
                  <a:lnTo>
                    <a:pt x="2092452" y="801759"/>
                  </a:lnTo>
                  <a:lnTo>
                    <a:pt x="2092510" y="801710"/>
                  </a:lnTo>
                  <a:lnTo>
                    <a:pt x="2092560" y="801700"/>
                  </a:lnTo>
                  <a:lnTo>
                    <a:pt x="2093014" y="801605"/>
                  </a:lnTo>
                  <a:lnTo>
                    <a:pt x="2093230" y="801582"/>
                  </a:lnTo>
                  <a:lnTo>
                    <a:pt x="2093343" y="801570"/>
                  </a:lnTo>
                  <a:lnTo>
                    <a:pt x="2093780" y="801408"/>
                  </a:lnTo>
                  <a:lnTo>
                    <a:pt x="2095038" y="800942"/>
                  </a:lnTo>
                  <a:lnTo>
                    <a:pt x="2095316" y="800870"/>
                  </a:lnTo>
                  <a:lnTo>
                    <a:pt x="2095695" y="800837"/>
                  </a:lnTo>
                  <a:lnTo>
                    <a:pt x="2095753" y="800879"/>
                  </a:lnTo>
                  <a:lnTo>
                    <a:pt x="2095752" y="800945"/>
                  </a:lnTo>
                  <a:lnTo>
                    <a:pt x="2095724" y="801009"/>
                  </a:lnTo>
                  <a:lnTo>
                    <a:pt x="2095575" y="801072"/>
                  </a:lnTo>
                  <a:lnTo>
                    <a:pt x="2095484" y="801111"/>
                  </a:lnTo>
                  <a:lnTo>
                    <a:pt x="2095331" y="801120"/>
                  </a:lnTo>
                  <a:lnTo>
                    <a:pt x="2094823" y="801195"/>
                  </a:lnTo>
                  <a:lnTo>
                    <a:pt x="2094810" y="801197"/>
                  </a:lnTo>
                  <a:lnTo>
                    <a:pt x="2094764" y="801227"/>
                  </a:lnTo>
                  <a:lnTo>
                    <a:pt x="2094536" y="801382"/>
                  </a:lnTo>
                  <a:lnTo>
                    <a:pt x="2094273" y="801649"/>
                  </a:lnTo>
                  <a:lnTo>
                    <a:pt x="2094134" y="801842"/>
                  </a:lnTo>
                  <a:lnTo>
                    <a:pt x="2094128" y="801880"/>
                  </a:lnTo>
                  <a:lnTo>
                    <a:pt x="2094018" y="802522"/>
                  </a:lnTo>
                  <a:lnTo>
                    <a:pt x="2093991" y="802680"/>
                  </a:lnTo>
                  <a:lnTo>
                    <a:pt x="2093993" y="802734"/>
                  </a:lnTo>
                  <a:lnTo>
                    <a:pt x="2094010" y="803050"/>
                  </a:lnTo>
                  <a:lnTo>
                    <a:pt x="2094042" y="803168"/>
                  </a:lnTo>
                  <a:lnTo>
                    <a:pt x="2094052" y="803203"/>
                  </a:lnTo>
                  <a:lnTo>
                    <a:pt x="2094063" y="803245"/>
                  </a:lnTo>
                  <a:lnTo>
                    <a:pt x="2094173" y="803653"/>
                  </a:lnTo>
                  <a:lnTo>
                    <a:pt x="2094193" y="803727"/>
                  </a:lnTo>
                  <a:lnTo>
                    <a:pt x="2094341" y="803965"/>
                  </a:lnTo>
                  <a:lnTo>
                    <a:pt x="2094240" y="804175"/>
                  </a:lnTo>
                  <a:lnTo>
                    <a:pt x="2094117" y="804297"/>
                  </a:lnTo>
                  <a:lnTo>
                    <a:pt x="2093990" y="804423"/>
                  </a:lnTo>
                  <a:lnTo>
                    <a:pt x="2093931" y="804500"/>
                  </a:lnTo>
                  <a:lnTo>
                    <a:pt x="2093867" y="804583"/>
                  </a:lnTo>
                  <a:lnTo>
                    <a:pt x="2093748" y="804738"/>
                  </a:lnTo>
                  <a:lnTo>
                    <a:pt x="2093587" y="805034"/>
                  </a:lnTo>
                  <a:lnTo>
                    <a:pt x="2093535" y="805184"/>
                  </a:lnTo>
                  <a:lnTo>
                    <a:pt x="2093510" y="805319"/>
                  </a:lnTo>
                  <a:lnTo>
                    <a:pt x="2093488" y="805626"/>
                  </a:lnTo>
                  <a:lnTo>
                    <a:pt x="2093487" y="805636"/>
                  </a:lnTo>
                  <a:lnTo>
                    <a:pt x="2093529" y="805863"/>
                  </a:lnTo>
                  <a:lnTo>
                    <a:pt x="2093621" y="806129"/>
                  </a:lnTo>
                  <a:lnTo>
                    <a:pt x="2093707" y="806276"/>
                  </a:lnTo>
                  <a:lnTo>
                    <a:pt x="2093812" y="806406"/>
                  </a:lnTo>
                  <a:lnTo>
                    <a:pt x="2093968" y="806771"/>
                  </a:lnTo>
                  <a:lnTo>
                    <a:pt x="2093718" y="807217"/>
                  </a:lnTo>
                  <a:lnTo>
                    <a:pt x="2093583" y="807335"/>
                  </a:lnTo>
                  <a:lnTo>
                    <a:pt x="2093490" y="807416"/>
                  </a:lnTo>
                  <a:lnTo>
                    <a:pt x="2093141" y="807722"/>
                  </a:lnTo>
                  <a:lnTo>
                    <a:pt x="2093034" y="807703"/>
                  </a:lnTo>
                  <a:lnTo>
                    <a:pt x="2092865" y="807717"/>
                  </a:lnTo>
                  <a:lnTo>
                    <a:pt x="2092815" y="807722"/>
                  </a:lnTo>
                  <a:lnTo>
                    <a:pt x="2092629" y="807814"/>
                  </a:lnTo>
                  <a:lnTo>
                    <a:pt x="2092526" y="807865"/>
                  </a:lnTo>
                  <a:lnTo>
                    <a:pt x="2092389" y="807985"/>
                  </a:lnTo>
                  <a:lnTo>
                    <a:pt x="2092303" y="808108"/>
                  </a:lnTo>
                  <a:lnTo>
                    <a:pt x="2092281" y="808119"/>
                  </a:lnTo>
                  <a:lnTo>
                    <a:pt x="2092238" y="808094"/>
                  </a:lnTo>
                  <a:lnTo>
                    <a:pt x="2092169" y="808014"/>
                  </a:lnTo>
                  <a:lnTo>
                    <a:pt x="2092137" y="807855"/>
                  </a:lnTo>
                  <a:lnTo>
                    <a:pt x="2092202" y="807753"/>
                  </a:lnTo>
                  <a:lnTo>
                    <a:pt x="2092361" y="807574"/>
                  </a:lnTo>
                  <a:lnTo>
                    <a:pt x="2092612" y="807293"/>
                  </a:lnTo>
                  <a:lnTo>
                    <a:pt x="2092648" y="807279"/>
                  </a:lnTo>
                  <a:lnTo>
                    <a:pt x="2092702" y="807257"/>
                  </a:lnTo>
                  <a:lnTo>
                    <a:pt x="2092721" y="807249"/>
                  </a:lnTo>
                  <a:lnTo>
                    <a:pt x="2092837" y="806964"/>
                  </a:lnTo>
                  <a:lnTo>
                    <a:pt x="2092931" y="806735"/>
                  </a:lnTo>
                  <a:lnTo>
                    <a:pt x="2092852" y="806432"/>
                  </a:lnTo>
                  <a:lnTo>
                    <a:pt x="2092827" y="806335"/>
                  </a:lnTo>
                  <a:lnTo>
                    <a:pt x="2092809" y="806268"/>
                  </a:lnTo>
                  <a:lnTo>
                    <a:pt x="2092768" y="806110"/>
                  </a:lnTo>
                  <a:lnTo>
                    <a:pt x="2092763" y="806088"/>
                  </a:lnTo>
                  <a:lnTo>
                    <a:pt x="2092661" y="806081"/>
                  </a:lnTo>
                  <a:lnTo>
                    <a:pt x="2092630" y="806079"/>
                  </a:lnTo>
                  <a:lnTo>
                    <a:pt x="2092607" y="806095"/>
                  </a:lnTo>
                  <a:lnTo>
                    <a:pt x="2092603" y="806124"/>
                  </a:lnTo>
                  <a:lnTo>
                    <a:pt x="2092448" y="806275"/>
                  </a:lnTo>
                  <a:lnTo>
                    <a:pt x="2092386" y="806295"/>
                  </a:lnTo>
                  <a:lnTo>
                    <a:pt x="2092312" y="806274"/>
                  </a:lnTo>
                  <a:lnTo>
                    <a:pt x="2092034" y="806146"/>
                  </a:lnTo>
                  <a:lnTo>
                    <a:pt x="2091964" y="806143"/>
                  </a:lnTo>
                  <a:lnTo>
                    <a:pt x="2091865" y="806164"/>
                  </a:lnTo>
                  <a:lnTo>
                    <a:pt x="2091803" y="806178"/>
                  </a:lnTo>
                  <a:lnTo>
                    <a:pt x="2091509" y="806409"/>
                  </a:lnTo>
                  <a:lnTo>
                    <a:pt x="2091510" y="806721"/>
                  </a:lnTo>
                  <a:lnTo>
                    <a:pt x="2091439" y="806714"/>
                  </a:lnTo>
                  <a:lnTo>
                    <a:pt x="2091344" y="806705"/>
                  </a:lnTo>
                  <a:lnTo>
                    <a:pt x="2091236" y="806499"/>
                  </a:lnTo>
                  <a:lnTo>
                    <a:pt x="2091006" y="806324"/>
                  </a:lnTo>
                  <a:lnTo>
                    <a:pt x="2090849" y="806345"/>
                  </a:lnTo>
                  <a:lnTo>
                    <a:pt x="2090771" y="806355"/>
                  </a:lnTo>
                  <a:lnTo>
                    <a:pt x="2090757" y="806357"/>
                  </a:lnTo>
                  <a:lnTo>
                    <a:pt x="2090692" y="806366"/>
                  </a:lnTo>
                  <a:lnTo>
                    <a:pt x="2090646" y="806383"/>
                  </a:lnTo>
                  <a:lnTo>
                    <a:pt x="2090612" y="806427"/>
                  </a:lnTo>
                  <a:lnTo>
                    <a:pt x="2090559" y="806496"/>
                  </a:lnTo>
                  <a:lnTo>
                    <a:pt x="2090546" y="806499"/>
                  </a:lnTo>
                  <a:lnTo>
                    <a:pt x="2090381" y="806533"/>
                  </a:lnTo>
                  <a:lnTo>
                    <a:pt x="2090214" y="806528"/>
                  </a:lnTo>
                  <a:lnTo>
                    <a:pt x="2090206" y="806528"/>
                  </a:lnTo>
                  <a:lnTo>
                    <a:pt x="2090032" y="806490"/>
                  </a:lnTo>
                  <a:lnTo>
                    <a:pt x="2090010" y="806492"/>
                  </a:lnTo>
                  <a:lnTo>
                    <a:pt x="2089966" y="806498"/>
                  </a:lnTo>
                  <a:lnTo>
                    <a:pt x="2089931" y="806503"/>
                  </a:lnTo>
                  <a:lnTo>
                    <a:pt x="2089903" y="806506"/>
                  </a:lnTo>
                  <a:lnTo>
                    <a:pt x="2089734" y="806528"/>
                  </a:lnTo>
                  <a:lnTo>
                    <a:pt x="2089582" y="806547"/>
                  </a:lnTo>
                  <a:lnTo>
                    <a:pt x="2089332" y="806707"/>
                  </a:lnTo>
                  <a:lnTo>
                    <a:pt x="2089114" y="806875"/>
                  </a:lnTo>
                  <a:lnTo>
                    <a:pt x="2089004" y="806960"/>
                  </a:lnTo>
                  <a:lnTo>
                    <a:pt x="2088927" y="807020"/>
                  </a:lnTo>
                  <a:lnTo>
                    <a:pt x="2088850" y="807348"/>
                  </a:lnTo>
                  <a:lnTo>
                    <a:pt x="2088848" y="807359"/>
                  </a:lnTo>
                  <a:lnTo>
                    <a:pt x="2088843" y="807382"/>
                  </a:lnTo>
                  <a:lnTo>
                    <a:pt x="2088826" y="807453"/>
                  </a:lnTo>
                  <a:lnTo>
                    <a:pt x="2088995" y="807708"/>
                  </a:lnTo>
                  <a:lnTo>
                    <a:pt x="2089135" y="807744"/>
                  </a:lnTo>
                  <a:lnTo>
                    <a:pt x="2089360" y="807981"/>
                  </a:lnTo>
                  <a:lnTo>
                    <a:pt x="2089362" y="808000"/>
                  </a:lnTo>
                  <a:lnTo>
                    <a:pt x="2089400" y="808311"/>
                  </a:lnTo>
                  <a:lnTo>
                    <a:pt x="2089403" y="808331"/>
                  </a:lnTo>
                  <a:lnTo>
                    <a:pt x="2089480" y="808461"/>
                  </a:lnTo>
                  <a:lnTo>
                    <a:pt x="2089790" y="808459"/>
                  </a:lnTo>
                  <a:lnTo>
                    <a:pt x="2089924" y="807995"/>
                  </a:lnTo>
                  <a:lnTo>
                    <a:pt x="2090031" y="807993"/>
                  </a:lnTo>
                  <a:lnTo>
                    <a:pt x="2090029" y="808595"/>
                  </a:lnTo>
                  <a:lnTo>
                    <a:pt x="2090138" y="808895"/>
                  </a:lnTo>
                  <a:lnTo>
                    <a:pt x="2089951" y="808942"/>
                  </a:lnTo>
                  <a:lnTo>
                    <a:pt x="2089830" y="808906"/>
                  </a:lnTo>
                  <a:lnTo>
                    <a:pt x="2089745" y="808937"/>
                  </a:lnTo>
                  <a:lnTo>
                    <a:pt x="2089493" y="809127"/>
                  </a:lnTo>
                  <a:lnTo>
                    <a:pt x="2089455" y="809160"/>
                  </a:lnTo>
                  <a:lnTo>
                    <a:pt x="2089425" y="809186"/>
                  </a:lnTo>
                  <a:lnTo>
                    <a:pt x="2089418" y="809191"/>
                  </a:lnTo>
                  <a:lnTo>
                    <a:pt x="2089184" y="809395"/>
                  </a:lnTo>
                  <a:lnTo>
                    <a:pt x="2089163" y="809401"/>
                  </a:lnTo>
                  <a:lnTo>
                    <a:pt x="2089145" y="809406"/>
                  </a:lnTo>
                  <a:lnTo>
                    <a:pt x="2089119" y="809414"/>
                  </a:lnTo>
                  <a:lnTo>
                    <a:pt x="2089050" y="809433"/>
                  </a:lnTo>
                  <a:lnTo>
                    <a:pt x="2088838" y="809495"/>
                  </a:lnTo>
                  <a:lnTo>
                    <a:pt x="2088581" y="809569"/>
                  </a:lnTo>
                  <a:lnTo>
                    <a:pt x="2088484" y="809564"/>
                  </a:lnTo>
                  <a:lnTo>
                    <a:pt x="2088459" y="809562"/>
                  </a:lnTo>
                  <a:lnTo>
                    <a:pt x="2088258" y="809410"/>
                  </a:lnTo>
                  <a:lnTo>
                    <a:pt x="2088242" y="809398"/>
                  </a:lnTo>
                  <a:lnTo>
                    <a:pt x="2088222" y="809389"/>
                  </a:lnTo>
                  <a:lnTo>
                    <a:pt x="2088062" y="809315"/>
                  </a:lnTo>
                  <a:lnTo>
                    <a:pt x="2088051" y="809310"/>
                  </a:lnTo>
                  <a:lnTo>
                    <a:pt x="2087483" y="809332"/>
                  </a:lnTo>
                  <a:lnTo>
                    <a:pt x="2087447" y="809344"/>
                  </a:lnTo>
                  <a:lnTo>
                    <a:pt x="2087388" y="809364"/>
                  </a:lnTo>
                  <a:lnTo>
                    <a:pt x="2087350" y="809387"/>
                  </a:lnTo>
                  <a:lnTo>
                    <a:pt x="2087244" y="809451"/>
                  </a:lnTo>
                  <a:lnTo>
                    <a:pt x="2087212" y="809513"/>
                  </a:lnTo>
                  <a:lnTo>
                    <a:pt x="2086994" y="809932"/>
                  </a:lnTo>
                  <a:lnTo>
                    <a:pt x="2086995" y="809938"/>
                  </a:lnTo>
                  <a:lnTo>
                    <a:pt x="2087000" y="809952"/>
                  </a:lnTo>
                  <a:lnTo>
                    <a:pt x="2087019" y="810007"/>
                  </a:lnTo>
                  <a:lnTo>
                    <a:pt x="2087025" y="810025"/>
                  </a:lnTo>
                  <a:lnTo>
                    <a:pt x="2087092" y="810090"/>
                  </a:lnTo>
                  <a:lnTo>
                    <a:pt x="2087151" y="810079"/>
                  </a:lnTo>
                  <a:lnTo>
                    <a:pt x="2087237" y="810104"/>
                  </a:lnTo>
                  <a:lnTo>
                    <a:pt x="2087261" y="810112"/>
                  </a:lnTo>
                  <a:lnTo>
                    <a:pt x="2087276" y="810116"/>
                  </a:lnTo>
                  <a:lnTo>
                    <a:pt x="2087315" y="810128"/>
                  </a:lnTo>
                  <a:lnTo>
                    <a:pt x="2087328" y="810131"/>
                  </a:lnTo>
                  <a:lnTo>
                    <a:pt x="2087336" y="810137"/>
                  </a:lnTo>
                  <a:lnTo>
                    <a:pt x="2087370" y="810158"/>
                  </a:lnTo>
                  <a:lnTo>
                    <a:pt x="2087342" y="810177"/>
                  </a:lnTo>
                  <a:lnTo>
                    <a:pt x="2087296" y="810209"/>
                  </a:lnTo>
                  <a:lnTo>
                    <a:pt x="2087270" y="810227"/>
                  </a:lnTo>
                  <a:lnTo>
                    <a:pt x="2087197" y="810278"/>
                  </a:lnTo>
                  <a:lnTo>
                    <a:pt x="2087186" y="810285"/>
                  </a:lnTo>
                  <a:lnTo>
                    <a:pt x="2087101" y="810344"/>
                  </a:lnTo>
                  <a:lnTo>
                    <a:pt x="2087091" y="810351"/>
                  </a:lnTo>
                  <a:lnTo>
                    <a:pt x="2087085" y="810355"/>
                  </a:lnTo>
                  <a:lnTo>
                    <a:pt x="2086934" y="810460"/>
                  </a:lnTo>
                  <a:lnTo>
                    <a:pt x="2086680" y="810636"/>
                  </a:lnTo>
                  <a:lnTo>
                    <a:pt x="2086670" y="810643"/>
                  </a:lnTo>
                  <a:lnTo>
                    <a:pt x="2086648" y="810658"/>
                  </a:lnTo>
                  <a:lnTo>
                    <a:pt x="2086624" y="810675"/>
                  </a:lnTo>
                  <a:lnTo>
                    <a:pt x="2086574" y="810709"/>
                  </a:lnTo>
                  <a:lnTo>
                    <a:pt x="2086520" y="810721"/>
                  </a:lnTo>
                  <a:lnTo>
                    <a:pt x="2086505" y="810724"/>
                  </a:lnTo>
                  <a:lnTo>
                    <a:pt x="2086473" y="810688"/>
                  </a:lnTo>
                  <a:lnTo>
                    <a:pt x="2086468" y="810652"/>
                  </a:lnTo>
                  <a:lnTo>
                    <a:pt x="2086465" y="810632"/>
                  </a:lnTo>
                  <a:lnTo>
                    <a:pt x="2086432" y="810604"/>
                  </a:lnTo>
                  <a:lnTo>
                    <a:pt x="2086422" y="810597"/>
                  </a:lnTo>
                  <a:lnTo>
                    <a:pt x="2086369" y="810591"/>
                  </a:lnTo>
                  <a:lnTo>
                    <a:pt x="2086254" y="810621"/>
                  </a:lnTo>
                  <a:lnTo>
                    <a:pt x="2086220" y="810641"/>
                  </a:lnTo>
                  <a:lnTo>
                    <a:pt x="2086171" y="810670"/>
                  </a:lnTo>
                  <a:lnTo>
                    <a:pt x="2086013" y="810763"/>
                  </a:lnTo>
                  <a:lnTo>
                    <a:pt x="2085962" y="810810"/>
                  </a:lnTo>
                  <a:lnTo>
                    <a:pt x="2085922" y="810911"/>
                  </a:lnTo>
                  <a:lnTo>
                    <a:pt x="2085935" y="810922"/>
                  </a:lnTo>
                  <a:lnTo>
                    <a:pt x="2085960" y="810943"/>
                  </a:lnTo>
                  <a:lnTo>
                    <a:pt x="2085974" y="810956"/>
                  </a:lnTo>
                  <a:lnTo>
                    <a:pt x="2085993" y="810972"/>
                  </a:lnTo>
                  <a:lnTo>
                    <a:pt x="2085998" y="810976"/>
                  </a:lnTo>
                  <a:lnTo>
                    <a:pt x="2086041" y="811013"/>
                  </a:lnTo>
                  <a:lnTo>
                    <a:pt x="2086025" y="811045"/>
                  </a:lnTo>
                  <a:lnTo>
                    <a:pt x="2085997" y="811102"/>
                  </a:lnTo>
                  <a:lnTo>
                    <a:pt x="2085987" y="811121"/>
                  </a:lnTo>
                  <a:lnTo>
                    <a:pt x="2085873" y="811086"/>
                  </a:lnTo>
                  <a:lnTo>
                    <a:pt x="2085703" y="811035"/>
                  </a:lnTo>
                  <a:lnTo>
                    <a:pt x="2085610" y="811006"/>
                  </a:lnTo>
                  <a:lnTo>
                    <a:pt x="2085709" y="810878"/>
                  </a:lnTo>
                  <a:lnTo>
                    <a:pt x="2085685" y="810823"/>
                  </a:lnTo>
                  <a:lnTo>
                    <a:pt x="2085582" y="810739"/>
                  </a:lnTo>
                  <a:lnTo>
                    <a:pt x="2085428" y="810675"/>
                  </a:lnTo>
                  <a:lnTo>
                    <a:pt x="2085129" y="810713"/>
                  </a:lnTo>
                  <a:lnTo>
                    <a:pt x="2084986" y="810783"/>
                  </a:lnTo>
                  <a:lnTo>
                    <a:pt x="2084938" y="810824"/>
                  </a:lnTo>
                  <a:lnTo>
                    <a:pt x="2084888" y="810914"/>
                  </a:lnTo>
                  <a:lnTo>
                    <a:pt x="2084885" y="810987"/>
                  </a:lnTo>
                  <a:lnTo>
                    <a:pt x="2084780" y="810981"/>
                  </a:lnTo>
                  <a:lnTo>
                    <a:pt x="2084718" y="810977"/>
                  </a:lnTo>
                  <a:lnTo>
                    <a:pt x="2084672" y="810974"/>
                  </a:lnTo>
                  <a:lnTo>
                    <a:pt x="2084472" y="810962"/>
                  </a:lnTo>
                  <a:lnTo>
                    <a:pt x="2084414" y="810938"/>
                  </a:lnTo>
                  <a:lnTo>
                    <a:pt x="2084195" y="810849"/>
                  </a:lnTo>
                  <a:lnTo>
                    <a:pt x="2083920" y="810737"/>
                  </a:lnTo>
                  <a:lnTo>
                    <a:pt x="2083722" y="810701"/>
                  </a:lnTo>
                  <a:lnTo>
                    <a:pt x="2083293" y="810622"/>
                  </a:lnTo>
                  <a:lnTo>
                    <a:pt x="2082968" y="810548"/>
                  </a:lnTo>
                  <a:lnTo>
                    <a:pt x="2082690" y="810443"/>
                  </a:lnTo>
                  <a:lnTo>
                    <a:pt x="2082506" y="810482"/>
                  </a:lnTo>
                  <a:lnTo>
                    <a:pt x="2082495" y="810521"/>
                  </a:lnTo>
                  <a:lnTo>
                    <a:pt x="2082371" y="810555"/>
                  </a:lnTo>
                  <a:lnTo>
                    <a:pt x="2082047" y="810567"/>
                  </a:lnTo>
                  <a:lnTo>
                    <a:pt x="2081991" y="810558"/>
                  </a:lnTo>
                  <a:lnTo>
                    <a:pt x="2081612" y="810500"/>
                  </a:lnTo>
                  <a:lnTo>
                    <a:pt x="2081581" y="810496"/>
                  </a:lnTo>
                  <a:lnTo>
                    <a:pt x="2081435" y="810473"/>
                  </a:lnTo>
                  <a:lnTo>
                    <a:pt x="2081255" y="810446"/>
                  </a:lnTo>
                  <a:lnTo>
                    <a:pt x="2081186" y="810435"/>
                  </a:lnTo>
                  <a:lnTo>
                    <a:pt x="2081141" y="810386"/>
                  </a:lnTo>
                  <a:lnTo>
                    <a:pt x="2080965" y="810192"/>
                  </a:lnTo>
                  <a:lnTo>
                    <a:pt x="2080842" y="810130"/>
                  </a:lnTo>
                  <a:lnTo>
                    <a:pt x="2080714" y="810065"/>
                  </a:lnTo>
                  <a:lnTo>
                    <a:pt x="2080590" y="810047"/>
                  </a:lnTo>
                  <a:lnTo>
                    <a:pt x="2080503" y="810053"/>
                  </a:lnTo>
                  <a:lnTo>
                    <a:pt x="2080283" y="810101"/>
                  </a:lnTo>
                  <a:lnTo>
                    <a:pt x="2080172" y="810147"/>
                  </a:lnTo>
                  <a:lnTo>
                    <a:pt x="2080113" y="810212"/>
                  </a:lnTo>
                  <a:lnTo>
                    <a:pt x="2080089" y="810220"/>
                  </a:lnTo>
                  <a:lnTo>
                    <a:pt x="2079827" y="810306"/>
                  </a:lnTo>
                  <a:lnTo>
                    <a:pt x="2079652" y="810364"/>
                  </a:lnTo>
                  <a:lnTo>
                    <a:pt x="2079532" y="810404"/>
                  </a:lnTo>
                  <a:lnTo>
                    <a:pt x="2079477" y="810422"/>
                  </a:lnTo>
                  <a:lnTo>
                    <a:pt x="2079039" y="810385"/>
                  </a:lnTo>
                  <a:lnTo>
                    <a:pt x="2079010" y="810383"/>
                  </a:lnTo>
                  <a:lnTo>
                    <a:pt x="2078984" y="810355"/>
                  </a:lnTo>
                  <a:lnTo>
                    <a:pt x="2078995" y="810288"/>
                  </a:lnTo>
                  <a:lnTo>
                    <a:pt x="2079049" y="810162"/>
                  </a:lnTo>
                  <a:lnTo>
                    <a:pt x="2079250" y="809780"/>
                  </a:lnTo>
                  <a:lnTo>
                    <a:pt x="2079311" y="809708"/>
                  </a:lnTo>
                  <a:lnTo>
                    <a:pt x="2079387" y="809660"/>
                  </a:lnTo>
                  <a:lnTo>
                    <a:pt x="2079462" y="809667"/>
                  </a:lnTo>
                  <a:lnTo>
                    <a:pt x="2079458" y="809713"/>
                  </a:lnTo>
                  <a:lnTo>
                    <a:pt x="2079503" y="809720"/>
                  </a:lnTo>
                  <a:lnTo>
                    <a:pt x="2079569" y="809654"/>
                  </a:lnTo>
                  <a:lnTo>
                    <a:pt x="2079576" y="809555"/>
                  </a:lnTo>
                  <a:lnTo>
                    <a:pt x="2079463" y="809181"/>
                  </a:lnTo>
                  <a:lnTo>
                    <a:pt x="2079355" y="809047"/>
                  </a:lnTo>
                  <a:lnTo>
                    <a:pt x="2079226" y="808924"/>
                  </a:lnTo>
                  <a:lnTo>
                    <a:pt x="2079079" y="808810"/>
                  </a:lnTo>
                  <a:lnTo>
                    <a:pt x="2079068" y="808584"/>
                  </a:lnTo>
                  <a:lnTo>
                    <a:pt x="2079061" y="808421"/>
                  </a:lnTo>
                  <a:lnTo>
                    <a:pt x="2079056" y="808330"/>
                  </a:lnTo>
                  <a:lnTo>
                    <a:pt x="2079252" y="808073"/>
                  </a:lnTo>
                  <a:lnTo>
                    <a:pt x="2079305" y="808037"/>
                  </a:lnTo>
                  <a:lnTo>
                    <a:pt x="2079351" y="808033"/>
                  </a:lnTo>
                  <a:lnTo>
                    <a:pt x="2079380" y="808015"/>
                  </a:lnTo>
                  <a:lnTo>
                    <a:pt x="2079575" y="807764"/>
                  </a:lnTo>
                  <a:lnTo>
                    <a:pt x="2079596" y="807737"/>
                  </a:lnTo>
                  <a:lnTo>
                    <a:pt x="2079605" y="807676"/>
                  </a:lnTo>
                  <a:lnTo>
                    <a:pt x="2079601" y="807658"/>
                  </a:lnTo>
                  <a:lnTo>
                    <a:pt x="2079596" y="807641"/>
                  </a:lnTo>
                  <a:lnTo>
                    <a:pt x="2079549" y="807455"/>
                  </a:lnTo>
                  <a:lnTo>
                    <a:pt x="2079558" y="807420"/>
                  </a:lnTo>
                  <a:lnTo>
                    <a:pt x="2079615" y="807382"/>
                  </a:lnTo>
                  <a:lnTo>
                    <a:pt x="2079794" y="807379"/>
                  </a:lnTo>
                  <a:lnTo>
                    <a:pt x="2079842" y="807379"/>
                  </a:lnTo>
                  <a:lnTo>
                    <a:pt x="2080080" y="807402"/>
                  </a:lnTo>
                  <a:lnTo>
                    <a:pt x="2080519" y="807479"/>
                  </a:lnTo>
                  <a:lnTo>
                    <a:pt x="2080746" y="807468"/>
                  </a:lnTo>
                  <a:lnTo>
                    <a:pt x="2081039" y="807373"/>
                  </a:lnTo>
                  <a:lnTo>
                    <a:pt x="2081284" y="807446"/>
                  </a:lnTo>
                  <a:lnTo>
                    <a:pt x="2081360" y="807468"/>
                  </a:lnTo>
                  <a:lnTo>
                    <a:pt x="2081672" y="807519"/>
                  </a:lnTo>
                  <a:lnTo>
                    <a:pt x="2081700" y="807513"/>
                  </a:lnTo>
                  <a:lnTo>
                    <a:pt x="2081761" y="807499"/>
                  </a:lnTo>
                  <a:lnTo>
                    <a:pt x="2082112" y="807421"/>
                  </a:lnTo>
                  <a:lnTo>
                    <a:pt x="2082068" y="807318"/>
                  </a:lnTo>
                  <a:lnTo>
                    <a:pt x="2081858" y="807413"/>
                  </a:lnTo>
                  <a:lnTo>
                    <a:pt x="2081778" y="807449"/>
                  </a:lnTo>
                  <a:lnTo>
                    <a:pt x="2081516" y="807440"/>
                  </a:lnTo>
                  <a:lnTo>
                    <a:pt x="2081487" y="807432"/>
                  </a:lnTo>
                  <a:lnTo>
                    <a:pt x="2080980" y="807293"/>
                  </a:lnTo>
                  <a:lnTo>
                    <a:pt x="2080868" y="807295"/>
                  </a:lnTo>
                  <a:lnTo>
                    <a:pt x="2080851" y="807295"/>
                  </a:lnTo>
                  <a:lnTo>
                    <a:pt x="2080795" y="807296"/>
                  </a:lnTo>
                  <a:lnTo>
                    <a:pt x="2080412" y="807304"/>
                  </a:lnTo>
                  <a:lnTo>
                    <a:pt x="2079896" y="807232"/>
                  </a:lnTo>
                  <a:lnTo>
                    <a:pt x="2079863" y="807223"/>
                  </a:lnTo>
                  <a:lnTo>
                    <a:pt x="2079848" y="807219"/>
                  </a:lnTo>
                  <a:lnTo>
                    <a:pt x="2079840" y="807217"/>
                  </a:lnTo>
                  <a:lnTo>
                    <a:pt x="2079811" y="807209"/>
                  </a:lnTo>
                  <a:lnTo>
                    <a:pt x="2079357" y="806895"/>
                  </a:lnTo>
                  <a:lnTo>
                    <a:pt x="2079238" y="806812"/>
                  </a:lnTo>
                  <a:lnTo>
                    <a:pt x="2079227" y="806895"/>
                  </a:lnTo>
                  <a:lnTo>
                    <a:pt x="2079182" y="807210"/>
                  </a:lnTo>
                  <a:lnTo>
                    <a:pt x="2079116" y="807290"/>
                  </a:lnTo>
                  <a:lnTo>
                    <a:pt x="2079021" y="807301"/>
                  </a:lnTo>
                  <a:lnTo>
                    <a:pt x="2078608" y="807119"/>
                  </a:lnTo>
                  <a:lnTo>
                    <a:pt x="2078465" y="807057"/>
                  </a:lnTo>
                  <a:lnTo>
                    <a:pt x="2078391" y="807024"/>
                  </a:lnTo>
                  <a:lnTo>
                    <a:pt x="2078042" y="806871"/>
                  </a:lnTo>
                  <a:lnTo>
                    <a:pt x="2078019" y="806827"/>
                  </a:lnTo>
                  <a:lnTo>
                    <a:pt x="2077989" y="806636"/>
                  </a:lnTo>
                  <a:lnTo>
                    <a:pt x="2078044" y="806505"/>
                  </a:lnTo>
                  <a:lnTo>
                    <a:pt x="2078172" y="806195"/>
                  </a:lnTo>
                  <a:lnTo>
                    <a:pt x="2078190" y="806151"/>
                  </a:lnTo>
                  <a:lnTo>
                    <a:pt x="2078221" y="806078"/>
                  </a:lnTo>
                  <a:lnTo>
                    <a:pt x="2078220" y="806035"/>
                  </a:lnTo>
                  <a:lnTo>
                    <a:pt x="2078220" y="805992"/>
                  </a:lnTo>
                  <a:lnTo>
                    <a:pt x="2078156" y="805948"/>
                  </a:lnTo>
                  <a:lnTo>
                    <a:pt x="2078078" y="805943"/>
                  </a:lnTo>
                  <a:lnTo>
                    <a:pt x="2078026" y="805940"/>
                  </a:lnTo>
                  <a:lnTo>
                    <a:pt x="2077925" y="805934"/>
                  </a:lnTo>
                  <a:lnTo>
                    <a:pt x="2077895" y="806069"/>
                  </a:lnTo>
                  <a:lnTo>
                    <a:pt x="2077787" y="806089"/>
                  </a:lnTo>
                  <a:lnTo>
                    <a:pt x="2077707" y="806074"/>
                  </a:lnTo>
                  <a:lnTo>
                    <a:pt x="2077659" y="806065"/>
                  </a:lnTo>
                  <a:lnTo>
                    <a:pt x="2077409" y="805934"/>
                  </a:lnTo>
                  <a:lnTo>
                    <a:pt x="2077375" y="805916"/>
                  </a:lnTo>
                  <a:lnTo>
                    <a:pt x="2077551" y="805516"/>
                  </a:lnTo>
                  <a:lnTo>
                    <a:pt x="2077579" y="805452"/>
                  </a:lnTo>
                  <a:lnTo>
                    <a:pt x="2077624" y="805350"/>
                  </a:lnTo>
                  <a:lnTo>
                    <a:pt x="2077631" y="805334"/>
                  </a:lnTo>
                  <a:lnTo>
                    <a:pt x="2077657" y="805274"/>
                  </a:lnTo>
                  <a:lnTo>
                    <a:pt x="2077722" y="805202"/>
                  </a:lnTo>
                  <a:lnTo>
                    <a:pt x="2077731" y="805196"/>
                  </a:lnTo>
                  <a:lnTo>
                    <a:pt x="2077770" y="805174"/>
                  </a:lnTo>
                  <a:lnTo>
                    <a:pt x="2077869" y="805197"/>
                  </a:lnTo>
                  <a:lnTo>
                    <a:pt x="2077921" y="805210"/>
                  </a:lnTo>
                  <a:lnTo>
                    <a:pt x="2078237" y="804635"/>
                  </a:lnTo>
                  <a:lnTo>
                    <a:pt x="2078250" y="804608"/>
                  </a:lnTo>
                  <a:lnTo>
                    <a:pt x="2078313" y="804471"/>
                  </a:lnTo>
                  <a:lnTo>
                    <a:pt x="2078379" y="804328"/>
                  </a:lnTo>
                  <a:lnTo>
                    <a:pt x="2078453" y="804160"/>
                  </a:lnTo>
                  <a:lnTo>
                    <a:pt x="2078624" y="803775"/>
                  </a:lnTo>
                  <a:lnTo>
                    <a:pt x="2078768" y="803448"/>
                  </a:lnTo>
                  <a:lnTo>
                    <a:pt x="2078700" y="803069"/>
                  </a:lnTo>
                  <a:lnTo>
                    <a:pt x="2078655" y="803041"/>
                  </a:lnTo>
                  <a:lnTo>
                    <a:pt x="2078818" y="802743"/>
                  </a:lnTo>
                  <a:lnTo>
                    <a:pt x="2078837" y="802737"/>
                  </a:lnTo>
                  <a:lnTo>
                    <a:pt x="2079069" y="802666"/>
                  </a:lnTo>
                  <a:lnTo>
                    <a:pt x="2079128" y="802648"/>
                  </a:lnTo>
                  <a:lnTo>
                    <a:pt x="2079237" y="802614"/>
                  </a:lnTo>
                  <a:lnTo>
                    <a:pt x="2079626" y="802662"/>
                  </a:lnTo>
                  <a:lnTo>
                    <a:pt x="2079777" y="802531"/>
                  </a:lnTo>
                  <a:lnTo>
                    <a:pt x="2079784" y="802449"/>
                  </a:lnTo>
                  <a:lnTo>
                    <a:pt x="2079799" y="802281"/>
                  </a:lnTo>
                  <a:lnTo>
                    <a:pt x="2079806" y="802190"/>
                  </a:lnTo>
                  <a:lnTo>
                    <a:pt x="2079835" y="802152"/>
                  </a:lnTo>
                  <a:lnTo>
                    <a:pt x="2079982" y="801961"/>
                  </a:lnTo>
                  <a:lnTo>
                    <a:pt x="2080003" y="801934"/>
                  </a:lnTo>
                  <a:lnTo>
                    <a:pt x="2080035" y="801893"/>
                  </a:lnTo>
                  <a:lnTo>
                    <a:pt x="2080246" y="801647"/>
                  </a:lnTo>
                  <a:lnTo>
                    <a:pt x="2080498" y="801406"/>
                  </a:lnTo>
                  <a:lnTo>
                    <a:pt x="2080734" y="801266"/>
                  </a:lnTo>
                  <a:lnTo>
                    <a:pt x="2080842" y="801238"/>
                  </a:lnTo>
                  <a:lnTo>
                    <a:pt x="2080951" y="801210"/>
                  </a:lnTo>
                  <a:lnTo>
                    <a:pt x="2080969" y="801206"/>
                  </a:lnTo>
                  <a:lnTo>
                    <a:pt x="2080985" y="801202"/>
                  </a:lnTo>
                  <a:lnTo>
                    <a:pt x="2080996" y="801199"/>
                  </a:lnTo>
                  <a:lnTo>
                    <a:pt x="2080942" y="801122"/>
                  </a:lnTo>
                  <a:lnTo>
                    <a:pt x="2080879" y="801131"/>
                  </a:lnTo>
                  <a:lnTo>
                    <a:pt x="2080835" y="801150"/>
                  </a:lnTo>
                  <a:lnTo>
                    <a:pt x="2080559" y="801267"/>
                  </a:lnTo>
                  <a:lnTo>
                    <a:pt x="2080454" y="801335"/>
                  </a:lnTo>
                  <a:lnTo>
                    <a:pt x="2080319" y="801453"/>
                  </a:lnTo>
                  <a:lnTo>
                    <a:pt x="2080289" y="801480"/>
                  </a:lnTo>
                  <a:lnTo>
                    <a:pt x="2080025" y="801648"/>
                  </a:lnTo>
                  <a:lnTo>
                    <a:pt x="2080036" y="801507"/>
                  </a:lnTo>
                  <a:lnTo>
                    <a:pt x="2080050" y="801319"/>
                  </a:lnTo>
                  <a:lnTo>
                    <a:pt x="2079994" y="801170"/>
                  </a:lnTo>
                  <a:lnTo>
                    <a:pt x="2079942" y="801034"/>
                  </a:lnTo>
                  <a:lnTo>
                    <a:pt x="2079877" y="800862"/>
                  </a:lnTo>
                  <a:lnTo>
                    <a:pt x="2079846" y="800816"/>
                  </a:lnTo>
                  <a:lnTo>
                    <a:pt x="2079765" y="800739"/>
                  </a:lnTo>
                  <a:lnTo>
                    <a:pt x="2079738" y="800713"/>
                  </a:lnTo>
                  <a:lnTo>
                    <a:pt x="2079603" y="800585"/>
                  </a:lnTo>
                  <a:lnTo>
                    <a:pt x="2079567" y="800551"/>
                  </a:lnTo>
                  <a:lnTo>
                    <a:pt x="2079533" y="800518"/>
                  </a:lnTo>
                  <a:lnTo>
                    <a:pt x="2079494" y="800506"/>
                  </a:lnTo>
                  <a:lnTo>
                    <a:pt x="2079396" y="800512"/>
                  </a:lnTo>
                  <a:lnTo>
                    <a:pt x="2079201" y="800555"/>
                  </a:lnTo>
                  <a:lnTo>
                    <a:pt x="2079197" y="800574"/>
                  </a:lnTo>
                  <a:lnTo>
                    <a:pt x="2079251" y="800591"/>
                  </a:lnTo>
                  <a:lnTo>
                    <a:pt x="2079421" y="800573"/>
                  </a:lnTo>
                  <a:lnTo>
                    <a:pt x="2079520" y="800621"/>
                  </a:lnTo>
                  <a:lnTo>
                    <a:pt x="2079547" y="800651"/>
                  </a:lnTo>
                  <a:lnTo>
                    <a:pt x="2079685" y="800808"/>
                  </a:lnTo>
                  <a:lnTo>
                    <a:pt x="2079729" y="800917"/>
                  </a:lnTo>
                  <a:lnTo>
                    <a:pt x="2079803" y="801476"/>
                  </a:lnTo>
                  <a:lnTo>
                    <a:pt x="2079808" y="801515"/>
                  </a:lnTo>
                  <a:lnTo>
                    <a:pt x="2079724" y="801647"/>
                  </a:lnTo>
                  <a:lnTo>
                    <a:pt x="2079393" y="801829"/>
                  </a:lnTo>
                  <a:lnTo>
                    <a:pt x="2079393" y="801836"/>
                  </a:lnTo>
                  <a:lnTo>
                    <a:pt x="2079398" y="801937"/>
                  </a:lnTo>
                  <a:lnTo>
                    <a:pt x="2079407" y="802109"/>
                  </a:lnTo>
                  <a:lnTo>
                    <a:pt x="2079410" y="802173"/>
                  </a:lnTo>
                  <a:lnTo>
                    <a:pt x="2079037" y="802272"/>
                  </a:lnTo>
                  <a:lnTo>
                    <a:pt x="2078997" y="802277"/>
                  </a:lnTo>
                  <a:lnTo>
                    <a:pt x="2078795" y="802301"/>
                  </a:lnTo>
                  <a:lnTo>
                    <a:pt x="2078734" y="802321"/>
                  </a:lnTo>
                  <a:lnTo>
                    <a:pt x="2078222" y="802482"/>
                  </a:lnTo>
                  <a:lnTo>
                    <a:pt x="2078188" y="802512"/>
                  </a:lnTo>
                  <a:lnTo>
                    <a:pt x="2078157" y="802539"/>
                  </a:lnTo>
                  <a:lnTo>
                    <a:pt x="2078032" y="802649"/>
                  </a:lnTo>
                  <a:lnTo>
                    <a:pt x="2077815" y="802839"/>
                  </a:lnTo>
                  <a:lnTo>
                    <a:pt x="2077799" y="802853"/>
                  </a:lnTo>
                  <a:lnTo>
                    <a:pt x="2077792" y="802875"/>
                  </a:lnTo>
                  <a:lnTo>
                    <a:pt x="2077807" y="802916"/>
                  </a:lnTo>
                  <a:lnTo>
                    <a:pt x="2077840" y="802920"/>
                  </a:lnTo>
                  <a:lnTo>
                    <a:pt x="2077888" y="802926"/>
                  </a:lnTo>
                  <a:lnTo>
                    <a:pt x="2077923" y="802948"/>
                  </a:lnTo>
                  <a:lnTo>
                    <a:pt x="2077939" y="802994"/>
                  </a:lnTo>
                  <a:lnTo>
                    <a:pt x="2077934" y="803067"/>
                  </a:lnTo>
                  <a:lnTo>
                    <a:pt x="2077932" y="803094"/>
                  </a:lnTo>
                  <a:lnTo>
                    <a:pt x="2077913" y="803358"/>
                  </a:lnTo>
                  <a:lnTo>
                    <a:pt x="2077872" y="803672"/>
                  </a:lnTo>
                  <a:lnTo>
                    <a:pt x="2077860" y="803769"/>
                  </a:lnTo>
                  <a:lnTo>
                    <a:pt x="2077835" y="803778"/>
                  </a:lnTo>
                  <a:lnTo>
                    <a:pt x="2077620" y="803850"/>
                  </a:lnTo>
                  <a:lnTo>
                    <a:pt x="2077651" y="804450"/>
                  </a:lnTo>
                  <a:lnTo>
                    <a:pt x="2077517" y="805173"/>
                  </a:lnTo>
                  <a:lnTo>
                    <a:pt x="2077381" y="805341"/>
                  </a:lnTo>
                  <a:lnTo>
                    <a:pt x="2077338" y="805393"/>
                  </a:lnTo>
                  <a:lnTo>
                    <a:pt x="2077297" y="805429"/>
                  </a:lnTo>
                  <a:lnTo>
                    <a:pt x="2077212" y="805400"/>
                  </a:lnTo>
                  <a:lnTo>
                    <a:pt x="2077199" y="805395"/>
                  </a:lnTo>
                  <a:lnTo>
                    <a:pt x="2077183" y="805389"/>
                  </a:lnTo>
                  <a:lnTo>
                    <a:pt x="2076943" y="805306"/>
                  </a:lnTo>
                  <a:lnTo>
                    <a:pt x="2076870" y="805273"/>
                  </a:lnTo>
                  <a:lnTo>
                    <a:pt x="2076756" y="805222"/>
                  </a:lnTo>
                  <a:lnTo>
                    <a:pt x="2076659" y="805115"/>
                  </a:lnTo>
                  <a:lnTo>
                    <a:pt x="2076570" y="805058"/>
                  </a:lnTo>
                  <a:lnTo>
                    <a:pt x="2076484" y="805039"/>
                  </a:lnTo>
                  <a:lnTo>
                    <a:pt x="2076456" y="805033"/>
                  </a:lnTo>
                  <a:lnTo>
                    <a:pt x="2076388" y="805041"/>
                  </a:lnTo>
                  <a:lnTo>
                    <a:pt x="2076371" y="805043"/>
                  </a:lnTo>
                  <a:lnTo>
                    <a:pt x="2076359" y="805044"/>
                  </a:lnTo>
                  <a:lnTo>
                    <a:pt x="2076271" y="805054"/>
                  </a:lnTo>
                  <a:lnTo>
                    <a:pt x="2076227" y="805059"/>
                  </a:lnTo>
                  <a:lnTo>
                    <a:pt x="2076003" y="805083"/>
                  </a:lnTo>
                  <a:lnTo>
                    <a:pt x="2075906" y="805094"/>
                  </a:lnTo>
                  <a:lnTo>
                    <a:pt x="2075735" y="805113"/>
                  </a:lnTo>
                  <a:lnTo>
                    <a:pt x="2075691" y="805131"/>
                  </a:lnTo>
                  <a:lnTo>
                    <a:pt x="2075669" y="805139"/>
                  </a:lnTo>
                  <a:lnTo>
                    <a:pt x="2075560" y="805182"/>
                  </a:lnTo>
                  <a:lnTo>
                    <a:pt x="2075373" y="805292"/>
                  </a:lnTo>
                  <a:lnTo>
                    <a:pt x="2075317" y="805360"/>
                  </a:lnTo>
                  <a:lnTo>
                    <a:pt x="2074954" y="805994"/>
                  </a:lnTo>
                  <a:lnTo>
                    <a:pt x="2074953" y="806015"/>
                  </a:lnTo>
                  <a:lnTo>
                    <a:pt x="2074951" y="806167"/>
                  </a:lnTo>
                  <a:lnTo>
                    <a:pt x="2074950" y="806202"/>
                  </a:lnTo>
                  <a:lnTo>
                    <a:pt x="2075018" y="806380"/>
                  </a:lnTo>
                  <a:lnTo>
                    <a:pt x="2075088" y="806518"/>
                  </a:lnTo>
                  <a:lnTo>
                    <a:pt x="2075135" y="806612"/>
                  </a:lnTo>
                  <a:lnTo>
                    <a:pt x="2074949" y="806756"/>
                  </a:lnTo>
                  <a:lnTo>
                    <a:pt x="2074687" y="806781"/>
                  </a:lnTo>
                  <a:lnTo>
                    <a:pt x="2074424" y="806833"/>
                  </a:lnTo>
                  <a:lnTo>
                    <a:pt x="2074207" y="806909"/>
                  </a:lnTo>
                  <a:lnTo>
                    <a:pt x="2074073" y="806956"/>
                  </a:lnTo>
                  <a:lnTo>
                    <a:pt x="2073571" y="807131"/>
                  </a:lnTo>
                  <a:lnTo>
                    <a:pt x="2073463" y="807185"/>
                  </a:lnTo>
                  <a:lnTo>
                    <a:pt x="2073248" y="807293"/>
                  </a:lnTo>
                  <a:lnTo>
                    <a:pt x="2073087" y="807419"/>
                  </a:lnTo>
                  <a:lnTo>
                    <a:pt x="2073005" y="807519"/>
                  </a:lnTo>
                  <a:lnTo>
                    <a:pt x="2072924" y="807655"/>
                  </a:lnTo>
                  <a:lnTo>
                    <a:pt x="2072618" y="807489"/>
                  </a:lnTo>
                  <a:lnTo>
                    <a:pt x="2072532" y="807415"/>
                  </a:lnTo>
                  <a:lnTo>
                    <a:pt x="2072419" y="807317"/>
                  </a:lnTo>
                  <a:lnTo>
                    <a:pt x="2072421" y="807294"/>
                  </a:lnTo>
                  <a:lnTo>
                    <a:pt x="2072457" y="806900"/>
                  </a:lnTo>
                  <a:lnTo>
                    <a:pt x="2072466" y="806808"/>
                  </a:lnTo>
                  <a:lnTo>
                    <a:pt x="2072519" y="806773"/>
                  </a:lnTo>
                  <a:lnTo>
                    <a:pt x="2072563" y="806796"/>
                  </a:lnTo>
                  <a:lnTo>
                    <a:pt x="2072604" y="806798"/>
                  </a:lnTo>
                  <a:lnTo>
                    <a:pt x="2072658" y="806738"/>
                  </a:lnTo>
                  <a:lnTo>
                    <a:pt x="2072655" y="806722"/>
                  </a:lnTo>
                  <a:lnTo>
                    <a:pt x="2072536" y="805826"/>
                  </a:lnTo>
                  <a:lnTo>
                    <a:pt x="2072297" y="805467"/>
                  </a:lnTo>
                  <a:lnTo>
                    <a:pt x="2072006" y="805320"/>
                  </a:lnTo>
                  <a:lnTo>
                    <a:pt x="2071998" y="805304"/>
                  </a:lnTo>
                  <a:lnTo>
                    <a:pt x="2071974" y="805096"/>
                  </a:lnTo>
                  <a:lnTo>
                    <a:pt x="2071988" y="805090"/>
                  </a:lnTo>
                  <a:lnTo>
                    <a:pt x="2072105" y="805042"/>
                  </a:lnTo>
                  <a:lnTo>
                    <a:pt x="2071998" y="804534"/>
                  </a:lnTo>
                  <a:lnTo>
                    <a:pt x="2071782" y="804458"/>
                  </a:lnTo>
                  <a:lnTo>
                    <a:pt x="2071743" y="804444"/>
                  </a:lnTo>
                  <a:lnTo>
                    <a:pt x="2071714" y="804440"/>
                  </a:lnTo>
                  <a:lnTo>
                    <a:pt x="2071436" y="804405"/>
                  </a:lnTo>
                  <a:lnTo>
                    <a:pt x="2071232" y="804015"/>
                  </a:lnTo>
                  <a:lnTo>
                    <a:pt x="2071270" y="803764"/>
                  </a:lnTo>
                  <a:lnTo>
                    <a:pt x="2071301" y="803557"/>
                  </a:lnTo>
                  <a:lnTo>
                    <a:pt x="2071284" y="803386"/>
                  </a:lnTo>
                  <a:lnTo>
                    <a:pt x="2071263" y="803337"/>
                  </a:lnTo>
                  <a:lnTo>
                    <a:pt x="2071240" y="803337"/>
                  </a:lnTo>
                  <a:lnTo>
                    <a:pt x="2071182" y="803526"/>
                  </a:lnTo>
                  <a:lnTo>
                    <a:pt x="2071088" y="803828"/>
                  </a:lnTo>
                  <a:lnTo>
                    <a:pt x="2071061" y="804047"/>
                  </a:lnTo>
                  <a:lnTo>
                    <a:pt x="2071062" y="804083"/>
                  </a:lnTo>
                  <a:lnTo>
                    <a:pt x="2071179" y="804323"/>
                  </a:lnTo>
                  <a:lnTo>
                    <a:pt x="2071280" y="804611"/>
                  </a:lnTo>
                  <a:lnTo>
                    <a:pt x="2070243" y="804691"/>
                  </a:lnTo>
                  <a:lnTo>
                    <a:pt x="2070147" y="804487"/>
                  </a:lnTo>
                  <a:lnTo>
                    <a:pt x="2070111" y="804448"/>
                  </a:lnTo>
                  <a:lnTo>
                    <a:pt x="2069863" y="804177"/>
                  </a:lnTo>
                  <a:lnTo>
                    <a:pt x="2069648" y="804046"/>
                  </a:lnTo>
                  <a:lnTo>
                    <a:pt x="2069430" y="803958"/>
                  </a:lnTo>
                  <a:lnTo>
                    <a:pt x="2069392" y="803953"/>
                  </a:lnTo>
                  <a:lnTo>
                    <a:pt x="2069289" y="803941"/>
                  </a:lnTo>
                  <a:lnTo>
                    <a:pt x="2069261" y="803932"/>
                  </a:lnTo>
                  <a:lnTo>
                    <a:pt x="2069168" y="803903"/>
                  </a:lnTo>
                  <a:lnTo>
                    <a:pt x="2069040" y="803863"/>
                  </a:lnTo>
                  <a:lnTo>
                    <a:pt x="2069024" y="803736"/>
                  </a:lnTo>
                  <a:lnTo>
                    <a:pt x="2068998" y="803532"/>
                  </a:lnTo>
                  <a:lnTo>
                    <a:pt x="2068994" y="803507"/>
                  </a:lnTo>
                  <a:lnTo>
                    <a:pt x="2068909" y="803510"/>
                  </a:lnTo>
                  <a:lnTo>
                    <a:pt x="2068898" y="803520"/>
                  </a:lnTo>
                  <a:lnTo>
                    <a:pt x="2068873" y="803544"/>
                  </a:lnTo>
                  <a:lnTo>
                    <a:pt x="2068863" y="803629"/>
                  </a:lnTo>
                  <a:lnTo>
                    <a:pt x="2068959" y="803953"/>
                  </a:lnTo>
                  <a:lnTo>
                    <a:pt x="2068978" y="804018"/>
                  </a:lnTo>
                  <a:lnTo>
                    <a:pt x="2069341" y="804093"/>
                  </a:lnTo>
                  <a:lnTo>
                    <a:pt x="2069705" y="804335"/>
                  </a:lnTo>
                  <a:lnTo>
                    <a:pt x="2069892" y="804459"/>
                  </a:lnTo>
                  <a:lnTo>
                    <a:pt x="2069907" y="804468"/>
                  </a:lnTo>
                  <a:lnTo>
                    <a:pt x="2069925" y="804501"/>
                  </a:lnTo>
                  <a:lnTo>
                    <a:pt x="2069876" y="804731"/>
                  </a:lnTo>
                  <a:lnTo>
                    <a:pt x="2069851" y="804813"/>
                  </a:lnTo>
                  <a:lnTo>
                    <a:pt x="2069653" y="804715"/>
                  </a:lnTo>
                  <a:lnTo>
                    <a:pt x="2069644" y="804710"/>
                  </a:lnTo>
                  <a:lnTo>
                    <a:pt x="2069588" y="804760"/>
                  </a:lnTo>
                  <a:lnTo>
                    <a:pt x="2069512" y="804830"/>
                  </a:lnTo>
                  <a:lnTo>
                    <a:pt x="2069518" y="804831"/>
                  </a:lnTo>
                  <a:lnTo>
                    <a:pt x="2069641" y="804857"/>
                  </a:lnTo>
                  <a:lnTo>
                    <a:pt x="2069979" y="805046"/>
                  </a:lnTo>
                  <a:lnTo>
                    <a:pt x="2070014" y="805082"/>
                  </a:lnTo>
                  <a:lnTo>
                    <a:pt x="2070026" y="805093"/>
                  </a:lnTo>
                  <a:lnTo>
                    <a:pt x="2070033" y="805101"/>
                  </a:lnTo>
                  <a:lnTo>
                    <a:pt x="2070050" y="805117"/>
                  </a:lnTo>
                  <a:lnTo>
                    <a:pt x="2070027" y="805266"/>
                  </a:lnTo>
                  <a:lnTo>
                    <a:pt x="2069980" y="805314"/>
                  </a:lnTo>
                  <a:lnTo>
                    <a:pt x="2069917" y="805380"/>
                  </a:lnTo>
                  <a:lnTo>
                    <a:pt x="2069822" y="805478"/>
                  </a:lnTo>
                  <a:lnTo>
                    <a:pt x="2069722" y="805542"/>
                  </a:lnTo>
                  <a:lnTo>
                    <a:pt x="2069588" y="805605"/>
                  </a:lnTo>
                  <a:lnTo>
                    <a:pt x="2069387" y="805699"/>
                  </a:lnTo>
                  <a:lnTo>
                    <a:pt x="2069306" y="805737"/>
                  </a:lnTo>
                  <a:lnTo>
                    <a:pt x="2068720" y="805877"/>
                  </a:lnTo>
                  <a:lnTo>
                    <a:pt x="2068075" y="806030"/>
                  </a:lnTo>
                  <a:lnTo>
                    <a:pt x="2067776" y="806120"/>
                  </a:lnTo>
                  <a:lnTo>
                    <a:pt x="2067685" y="806148"/>
                  </a:lnTo>
                  <a:lnTo>
                    <a:pt x="2067589" y="806188"/>
                  </a:lnTo>
                  <a:lnTo>
                    <a:pt x="2067271" y="806321"/>
                  </a:lnTo>
                  <a:lnTo>
                    <a:pt x="2067193" y="806354"/>
                  </a:lnTo>
                  <a:lnTo>
                    <a:pt x="2066935" y="806461"/>
                  </a:lnTo>
                  <a:lnTo>
                    <a:pt x="2066657" y="806530"/>
                  </a:lnTo>
                  <a:lnTo>
                    <a:pt x="2066497" y="806570"/>
                  </a:lnTo>
                  <a:lnTo>
                    <a:pt x="2066335" y="806622"/>
                  </a:lnTo>
                  <a:lnTo>
                    <a:pt x="2066235" y="806655"/>
                  </a:lnTo>
                  <a:lnTo>
                    <a:pt x="2065779" y="806803"/>
                  </a:lnTo>
                  <a:lnTo>
                    <a:pt x="2065642" y="806848"/>
                  </a:lnTo>
                  <a:lnTo>
                    <a:pt x="2065547" y="806879"/>
                  </a:lnTo>
                  <a:lnTo>
                    <a:pt x="2065408" y="806938"/>
                  </a:lnTo>
                  <a:lnTo>
                    <a:pt x="2065358" y="806929"/>
                  </a:lnTo>
                  <a:lnTo>
                    <a:pt x="2065277" y="806914"/>
                  </a:lnTo>
                  <a:lnTo>
                    <a:pt x="2065230" y="806905"/>
                  </a:lnTo>
                  <a:lnTo>
                    <a:pt x="2065134" y="806997"/>
                  </a:lnTo>
                  <a:lnTo>
                    <a:pt x="2064852" y="807265"/>
                  </a:lnTo>
                  <a:lnTo>
                    <a:pt x="2064816" y="807299"/>
                  </a:lnTo>
                  <a:lnTo>
                    <a:pt x="2064733" y="807328"/>
                  </a:lnTo>
                  <a:lnTo>
                    <a:pt x="2064517" y="807374"/>
                  </a:lnTo>
                  <a:lnTo>
                    <a:pt x="2064271" y="807427"/>
                  </a:lnTo>
                  <a:lnTo>
                    <a:pt x="2064026" y="807479"/>
                  </a:lnTo>
                  <a:lnTo>
                    <a:pt x="2063700" y="807593"/>
                  </a:lnTo>
                  <a:lnTo>
                    <a:pt x="2063574" y="807637"/>
                  </a:lnTo>
                  <a:lnTo>
                    <a:pt x="2063297" y="807758"/>
                  </a:lnTo>
                  <a:lnTo>
                    <a:pt x="2063116" y="807871"/>
                  </a:lnTo>
                  <a:lnTo>
                    <a:pt x="2063019" y="807932"/>
                  </a:lnTo>
                  <a:lnTo>
                    <a:pt x="2062984" y="807954"/>
                  </a:lnTo>
                  <a:lnTo>
                    <a:pt x="2062963" y="807965"/>
                  </a:lnTo>
                  <a:lnTo>
                    <a:pt x="2062910" y="807995"/>
                  </a:lnTo>
                  <a:lnTo>
                    <a:pt x="2062592" y="808054"/>
                  </a:lnTo>
                  <a:lnTo>
                    <a:pt x="2062259" y="808142"/>
                  </a:lnTo>
                  <a:lnTo>
                    <a:pt x="2061716" y="808345"/>
                  </a:lnTo>
                  <a:lnTo>
                    <a:pt x="2061228" y="808551"/>
                  </a:lnTo>
                  <a:lnTo>
                    <a:pt x="2061154" y="808606"/>
                  </a:lnTo>
                  <a:lnTo>
                    <a:pt x="2061041" y="808690"/>
                  </a:lnTo>
                  <a:lnTo>
                    <a:pt x="2060970" y="808778"/>
                  </a:lnTo>
                  <a:lnTo>
                    <a:pt x="2060701" y="809251"/>
                  </a:lnTo>
                  <a:lnTo>
                    <a:pt x="2060626" y="809382"/>
                  </a:lnTo>
                  <a:lnTo>
                    <a:pt x="2060583" y="809473"/>
                  </a:lnTo>
                  <a:lnTo>
                    <a:pt x="2060500" y="809648"/>
                  </a:lnTo>
                  <a:lnTo>
                    <a:pt x="2060452" y="809749"/>
                  </a:lnTo>
                  <a:lnTo>
                    <a:pt x="2060448" y="809849"/>
                  </a:lnTo>
                  <a:lnTo>
                    <a:pt x="2060500" y="809946"/>
                  </a:lnTo>
                  <a:lnTo>
                    <a:pt x="2060564" y="809981"/>
                  </a:lnTo>
                  <a:lnTo>
                    <a:pt x="2060617" y="809955"/>
                  </a:lnTo>
                  <a:lnTo>
                    <a:pt x="2060658" y="809962"/>
                  </a:lnTo>
                  <a:lnTo>
                    <a:pt x="2060719" y="810041"/>
                  </a:lnTo>
                  <a:lnTo>
                    <a:pt x="2060716" y="810224"/>
                  </a:lnTo>
                  <a:lnTo>
                    <a:pt x="2060680" y="810389"/>
                  </a:lnTo>
                  <a:lnTo>
                    <a:pt x="2060638" y="810484"/>
                  </a:lnTo>
                  <a:lnTo>
                    <a:pt x="2060560" y="810500"/>
                  </a:lnTo>
                  <a:lnTo>
                    <a:pt x="2060523" y="810480"/>
                  </a:lnTo>
                  <a:lnTo>
                    <a:pt x="2059888" y="810721"/>
                  </a:lnTo>
                  <a:lnTo>
                    <a:pt x="2059812" y="810762"/>
                  </a:lnTo>
                  <a:lnTo>
                    <a:pt x="2059754" y="810813"/>
                  </a:lnTo>
                  <a:lnTo>
                    <a:pt x="2059649" y="811011"/>
                  </a:lnTo>
                  <a:lnTo>
                    <a:pt x="2059634" y="811072"/>
                  </a:lnTo>
                  <a:lnTo>
                    <a:pt x="2059640" y="811157"/>
                  </a:lnTo>
                  <a:lnTo>
                    <a:pt x="2059618" y="811190"/>
                  </a:lnTo>
                  <a:lnTo>
                    <a:pt x="2059494" y="811266"/>
                  </a:lnTo>
                  <a:lnTo>
                    <a:pt x="2059416" y="811313"/>
                  </a:lnTo>
                  <a:lnTo>
                    <a:pt x="2059376" y="811290"/>
                  </a:lnTo>
                  <a:lnTo>
                    <a:pt x="2059286" y="811117"/>
                  </a:lnTo>
                  <a:lnTo>
                    <a:pt x="2059283" y="811112"/>
                  </a:lnTo>
                  <a:lnTo>
                    <a:pt x="2059288" y="811082"/>
                  </a:lnTo>
                  <a:lnTo>
                    <a:pt x="2059321" y="811051"/>
                  </a:lnTo>
                  <a:lnTo>
                    <a:pt x="2059318" y="811023"/>
                  </a:lnTo>
                  <a:lnTo>
                    <a:pt x="2059134" y="811016"/>
                  </a:lnTo>
                  <a:lnTo>
                    <a:pt x="2058982" y="811053"/>
                  </a:lnTo>
                  <a:lnTo>
                    <a:pt x="2058831" y="811090"/>
                  </a:lnTo>
                  <a:lnTo>
                    <a:pt x="2058665" y="811206"/>
                  </a:lnTo>
                  <a:lnTo>
                    <a:pt x="2058477" y="811368"/>
                  </a:lnTo>
                  <a:lnTo>
                    <a:pt x="2058434" y="811405"/>
                  </a:lnTo>
                  <a:lnTo>
                    <a:pt x="2058305" y="811409"/>
                  </a:lnTo>
                  <a:lnTo>
                    <a:pt x="2057734" y="811354"/>
                  </a:lnTo>
                  <a:lnTo>
                    <a:pt x="2057457" y="811401"/>
                  </a:lnTo>
                  <a:lnTo>
                    <a:pt x="2057223" y="811441"/>
                  </a:lnTo>
                  <a:lnTo>
                    <a:pt x="2056837" y="811529"/>
                  </a:lnTo>
                  <a:lnTo>
                    <a:pt x="2056774" y="811560"/>
                  </a:lnTo>
                  <a:lnTo>
                    <a:pt x="2056608" y="811639"/>
                  </a:lnTo>
                  <a:lnTo>
                    <a:pt x="2055845" y="812006"/>
                  </a:lnTo>
                  <a:lnTo>
                    <a:pt x="2055628" y="812153"/>
                  </a:lnTo>
                  <a:lnTo>
                    <a:pt x="2055481" y="812336"/>
                  </a:lnTo>
                  <a:lnTo>
                    <a:pt x="2055462" y="812340"/>
                  </a:lnTo>
                  <a:lnTo>
                    <a:pt x="2055381" y="812220"/>
                  </a:lnTo>
                  <a:lnTo>
                    <a:pt x="2055374" y="812187"/>
                  </a:lnTo>
                  <a:lnTo>
                    <a:pt x="2055338" y="812029"/>
                  </a:lnTo>
                  <a:lnTo>
                    <a:pt x="2055308" y="811746"/>
                  </a:lnTo>
                  <a:lnTo>
                    <a:pt x="2055324" y="811714"/>
                  </a:lnTo>
                  <a:lnTo>
                    <a:pt x="2055491" y="811606"/>
                  </a:lnTo>
                  <a:lnTo>
                    <a:pt x="2055586" y="811564"/>
                  </a:lnTo>
                  <a:lnTo>
                    <a:pt x="2055749" y="811506"/>
                  </a:lnTo>
                  <a:lnTo>
                    <a:pt x="2055958" y="811452"/>
                  </a:lnTo>
                  <a:lnTo>
                    <a:pt x="2056086" y="811420"/>
                  </a:lnTo>
                  <a:lnTo>
                    <a:pt x="2056308" y="811295"/>
                  </a:lnTo>
                  <a:lnTo>
                    <a:pt x="2056388" y="811251"/>
                  </a:lnTo>
                  <a:lnTo>
                    <a:pt x="2056399" y="811203"/>
                  </a:lnTo>
                  <a:lnTo>
                    <a:pt x="2056419" y="811115"/>
                  </a:lnTo>
                  <a:lnTo>
                    <a:pt x="2056112" y="811194"/>
                  </a:lnTo>
                  <a:lnTo>
                    <a:pt x="2055936" y="811173"/>
                  </a:lnTo>
                  <a:lnTo>
                    <a:pt x="2055901" y="811169"/>
                  </a:lnTo>
                  <a:lnTo>
                    <a:pt x="2055711" y="811147"/>
                  </a:lnTo>
                  <a:lnTo>
                    <a:pt x="2055703" y="811146"/>
                  </a:lnTo>
                  <a:lnTo>
                    <a:pt x="2055651" y="811178"/>
                  </a:lnTo>
                  <a:lnTo>
                    <a:pt x="2055442" y="811308"/>
                  </a:lnTo>
                  <a:lnTo>
                    <a:pt x="2055198" y="811460"/>
                  </a:lnTo>
                  <a:lnTo>
                    <a:pt x="2055099" y="811775"/>
                  </a:lnTo>
                  <a:lnTo>
                    <a:pt x="2055110" y="811914"/>
                  </a:lnTo>
                  <a:lnTo>
                    <a:pt x="2055122" y="812069"/>
                  </a:lnTo>
                  <a:lnTo>
                    <a:pt x="2055154" y="812493"/>
                  </a:lnTo>
                  <a:lnTo>
                    <a:pt x="2055162" y="812592"/>
                  </a:lnTo>
                  <a:lnTo>
                    <a:pt x="2055121" y="812848"/>
                  </a:lnTo>
                  <a:lnTo>
                    <a:pt x="2055136" y="813029"/>
                  </a:lnTo>
                  <a:lnTo>
                    <a:pt x="2055158" y="813280"/>
                  </a:lnTo>
                  <a:lnTo>
                    <a:pt x="2055162" y="813324"/>
                  </a:lnTo>
                  <a:lnTo>
                    <a:pt x="2055162" y="813329"/>
                  </a:lnTo>
                  <a:lnTo>
                    <a:pt x="2055166" y="813374"/>
                  </a:lnTo>
                  <a:lnTo>
                    <a:pt x="2055176" y="813492"/>
                  </a:lnTo>
                  <a:lnTo>
                    <a:pt x="2055187" y="813528"/>
                  </a:lnTo>
                  <a:lnTo>
                    <a:pt x="2055272" y="813622"/>
                  </a:lnTo>
                  <a:lnTo>
                    <a:pt x="2055320" y="813735"/>
                  </a:lnTo>
                  <a:lnTo>
                    <a:pt x="2055340" y="813780"/>
                  </a:lnTo>
                  <a:lnTo>
                    <a:pt x="2055330" y="813822"/>
                  </a:lnTo>
                  <a:lnTo>
                    <a:pt x="2055299" y="813945"/>
                  </a:lnTo>
                  <a:lnTo>
                    <a:pt x="2055280" y="814023"/>
                  </a:lnTo>
                  <a:lnTo>
                    <a:pt x="2055217" y="814113"/>
                  </a:lnTo>
                  <a:lnTo>
                    <a:pt x="2055192" y="814193"/>
                  </a:lnTo>
                  <a:lnTo>
                    <a:pt x="2055236" y="814407"/>
                  </a:lnTo>
                  <a:lnTo>
                    <a:pt x="2055301" y="814428"/>
                  </a:lnTo>
                  <a:lnTo>
                    <a:pt x="2055393" y="814456"/>
                  </a:lnTo>
                  <a:lnTo>
                    <a:pt x="2055421" y="814465"/>
                  </a:lnTo>
                  <a:lnTo>
                    <a:pt x="2055475" y="814457"/>
                  </a:lnTo>
                  <a:lnTo>
                    <a:pt x="2055497" y="814467"/>
                  </a:lnTo>
                  <a:lnTo>
                    <a:pt x="2055612" y="814522"/>
                  </a:lnTo>
                  <a:lnTo>
                    <a:pt x="2055680" y="814582"/>
                  </a:lnTo>
                  <a:lnTo>
                    <a:pt x="2055687" y="814665"/>
                  </a:lnTo>
                  <a:lnTo>
                    <a:pt x="2055706" y="814874"/>
                  </a:lnTo>
                  <a:lnTo>
                    <a:pt x="2055702" y="814993"/>
                  </a:lnTo>
                  <a:lnTo>
                    <a:pt x="2055698" y="815106"/>
                  </a:lnTo>
                  <a:lnTo>
                    <a:pt x="2055795" y="815308"/>
                  </a:lnTo>
                  <a:lnTo>
                    <a:pt x="2055836" y="815354"/>
                  </a:lnTo>
                  <a:lnTo>
                    <a:pt x="2055849" y="815368"/>
                  </a:lnTo>
                  <a:lnTo>
                    <a:pt x="2055901" y="815427"/>
                  </a:lnTo>
                  <a:lnTo>
                    <a:pt x="2055979" y="815551"/>
                  </a:lnTo>
                  <a:lnTo>
                    <a:pt x="2056047" y="815658"/>
                  </a:lnTo>
                  <a:lnTo>
                    <a:pt x="2055912" y="815679"/>
                  </a:lnTo>
                  <a:lnTo>
                    <a:pt x="2055380" y="815764"/>
                  </a:lnTo>
                  <a:lnTo>
                    <a:pt x="2055239" y="815765"/>
                  </a:lnTo>
                  <a:lnTo>
                    <a:pt x="2055185" y="815727"/>
                  </a:lnTo>
                  <a:lnTo>
                    <a:pt x="2055177" y="815633"/>
                  </a:lnTo>
                  <a:lnTo>
                    <a:pt x="2054763" y="815528"/>
                  </a:lnTo>
                  <a:lnTo>
                    <a:pt x="2054672" y="815499"/>
                  </a:lnTo>
                  <a:lnTo>
                    <a:pt x="2054322" y="815385"/>
                  </a:lnTo>
                  <a:lnTo>
                    <a:pt x="2054205" y="815347"/>
                  </a:lnTo>
                  <a:lnTo>
                    <a:pt x="2054202" y="815320"/>
                  </a:lnTo>
                  <a:lnTo>
                    <a:pt x="2054190" y="815205"/>
                  </a:lnTo>
                  <a:lnTo>
                    <a:pt x="2054127" y="814620"/>
                  </a:lnTo>
                  <a:lnTo>
                    <a:pt x="2054158" y="814231"/>
                  </a:lnTo>
                  <a:lnTo>
                    <a:pt x="2053912" y="814214"/>
                  </a:lnTo>
                  <a:lnTo>
                    <a:pt x="2053859" y="814221"/>
                  </a:lnTo>
                  <a:lnTo>
                    <a:pt x="2053701" y="814241"/>
                  </a:lnTo>
                  <a:lnTo>
                    <a:pt x="2053684" y="814243"/>
                  </a:lnTo>
                  <a:lnTo>
                    <a:pt x="2053518" y="814358"/>
                  </a:lnTo>
                  <a:lnTo>
                    <a:pt x="2053530" y="814581"/>
                  </a:lnTo>
                  <a:lnTo>
                    <a:pt x="2053510" y="814603"/>
                  </a:lnTo>
                  <a:lnTo>
                    <a:pt x="2053492" y="814598"/>
                  </a:lnTo>
                  <a:lnTo>
                    <a:pt x="2053387" y="814571"/>
                  </a:lnTo>
                  <a:lnTo>
                    <a:pt x="2053349" y="814561"/>
                  </a:lnTo>
                  <a:lnTo>
                    <a:pt x="2053200" y="814522"/>
                  </a:lnTo>
                  <a:lnTo>
                    <a:pt x="2053175" y="814516"/>
                  </a:lnTo>
                  <a:lnTo>
                    <a:pt x="2053196" y="814439"/>
                  </a:lnTo>
                  <a:lnTo>
                    <a:pt x="2053233" y="814299"/>
                  </a:lnTo>
                  <a:lnTo>
                    <a:pt x="2053183" y="814277"/>
                  </a:lnTo>
                  <a:lnTo>
                    <a:pt x="2053066" y="814225"/>
                  </a:lnTo>
                  <a:lnTo>
                    <a:pt x="2052614" y="814200"/>
                  </a:lnTo>
                  <a:lnTo>
                    <a:pt x="2052323" y="814253"/>
                  </a:lnTo>
                  <a:lnTo>
                    <a:pt x="2052305" y="814257"/>
                  </a:lnTo>
                  <a:lnTo>
                    <a:pt x="2052074" y="814316"/>
                  </a:lnTo>
                  <a:lnTo>
                    <a:pt x="2052068" y="814340"/>
                  </a:lnTo>
                  <a:lnTo>
                    <a:pt x="2052062" y="814367"/>
                  </a:lnTo>
                  <a:lnTo>
                    <a:pt x="2052320" y="814569"/>
                  </a:lnTo>
                  <a:lnTo>
                    <a:pt x="2052372" y="814621"/>
                  </a:lnTo>
                  <a:lnTo>
                    <a:pt x="2052611" y="814863"/>
                  </a:lnTo>
                  <a:lnTo>
                    <a:pt x="2052875" y="815291"/>
                  </a:lnTo>
                  <a:lnTo>
                    <a:pt x="2052890" y="815370"/>
                  </a:lnTo>
                  <a:lnTo>
                    <a:pt x="2052873" y="815630"/>
                  </a:lnTo>
                  <a:lnTo>
                    <a:pt x="2052872" y="815659"/>
                  </a:lnTo>
                  <a:lnTo>
                    <a:pt x="2052746" y="815802"/>
                  </a:lnTo>
                  <a:lnTo>
                    <a:pt x="2052694" y="815833"/>
                  </a:lnTo>
                  <a:lnTo>
                    <a:pt x="2052481" y="815864"/>
                  </a:lnTo>
                  <a:lnTo>
                    <a:pt x="2052365" y="815857"/>
                  </a:lnTo>
                  <a:lnTo>
                    <a:pt x="2051952" y="815784"/>
                  </a:lnTo>
                  <a:lnTo>
                    <a:pt x="2051770" y="815752"/>
                  </a:lnTo>
                  <a:lnTo>
                    <a:pt x="2051745" y="815652"/>
                  </a:lnTo>
                  <a:lnTo>
                    <a:pt x="2051854" y="815507"/>
                  </a:lnTo>
                  <a:lnTo>
                    <a:pt x="2051970" y="814956"/>
                  </a:lnTo>
                  <a:lnTo>
                    <a:pt x="2051573" y="814877"/>
                  </a:lnTo>
                  <a:lnTo>
                    <a:pt x="2051506" y="814863"/>
                  </a:lnTo>
                  <a:lnTo>
                    <a:pt x="2051408" y="814855"/>
                  </a:lnTo>
                  <a:lnTo>
                    <a:pt x="2051072" y="814824"/>
                  </a:lnTo>
                  <a:lnTo>
                    <a:pt x="2050801" y="814772"/>
                  </a:lnTo>
                  <a:lnTo>
                    <a:pt x="2050812" y="814730"/>
                  </a:lnTo>
                  <a:lnTo>
                    <a:pt x="2050832" y="814648"/>
                  </a:lnTo>
                  <a:lnTo>
                    <a:pt x="2050812" y="814545"/>
                  </a:lnTo>
                  <a:lnTo>
                    <a:pt x="2050784" y="814508"/>
                  </a:lnTo>
                  <a:lnTo>
                    <a:pt x="2050728" y="814433"/>
                  </a:lnTo>
                  <a:lnTo>
                    <a:pt x="2050665" y="814422"/>
                  </a:lnTo>
                  <a:lnTo>
                    <a:pt x="2050573" y="814406"/>
                  </a:lnTo>
                  <a:lnTo>
                    <a:pt x="2050536" y="814400"/>
                  </a:lnTo>
                  <a:lnTo>
                    <a:pt x="2050350" y="814448"/>
                  </a:lnTo>
                  <a:lnTo>
                    <a:pt x="2050302" y="814460"/>
                  </a:lnTo>
                  <a:lnTo>
                    <a:pt x="2050274" y="814512"/>
                  </a:lnTo>
                  <a:lnTo>
                    <a:pt x="2050134" y="814479"/>
                  </a:lnTo>
                  <a:lnTo>
                    <a:pt x="2050069" y="814463"/>
                  </a:lnTo>
                  <a:lnTo>
                    <a:pt x="2049997" y="814421"/>
                  </a:lnTo>
                  <a:lnTo>
                    <a:pt x="2049981" y="814387"/>
                  </a:lnTo>
                  <a:lnTo>
                    <a:pt x="2050045" y="814206"/>
                  </a:lnTo>
                  <a:lnTo>
                    <a:pt x="2050111" y="814180"/>
                  </a:lnTo>
                  <a:lnTo>
                    <a:pt x="2050143" y="814143"/>
                  </a:lnTo>
                  <a:lnTo>
                    <a:pt x="2050117" y="814070"/>
                  </a:lnTo>
                  <a:lnTo>
                    <a:pt x="2050068" y="814026"/>
                  </a:lnTo>
                  <a:lnTo>
                    <a:pt x="2050006" y="813996"/>
                  </a:lnTo>
                  <a:lnTo>
                    <a:pt x="2049876" y="813932"/>
                  </a:lnTo>
                  <a:lnTo>
                    <a:pt x="2049790" y="813890"/>
                  </a:lnTo>
                  <a:lnTo>
                    <a:pt x="2049309" y="813951"/>
                  </a:lnTo>
                  <a:lnTo>
                    <a:pt x="2049178" y="813882"/>
                  </a:lnTo>
                  <a:lnTo>
                    <a:pt x="2049141" y="813863"/>
                  </a:lnTo>
                  <a:lnTo>
                    <a:pt x="2049051" y="813645"/>
                  </a:lnTo>
                  <a:lnTo>
                    <a:pt x="2049059" y="813547"/>
                  </a:lnTo>
                  <a:lnTo>
                    <a:pt x="2049092" y="813475"/>
                  </a:lnTo>
                  <a:lnTo>
                    <a:pt x="2049546" y="813124"/>
                  </a:lnTo>
                  <a:lnTo>
                    <a:pt x="2049719" y="813072"/>
                  </a:lnTo>
                  <a:lnTo>
                    <a:pt x="2049728" y="813069"/>
                  </a:lnTo>
                  <a:lnTo>
                    <a:pt x="2049969" y="812997"/>
                  </a:lnTo>
                  <a:lnTo>
                    <a:pt x="2050265" y="812908"/>
                  </a:lnTo>
                  <a:lnTo>
                    <a:pt x="2050301" y="812886"/>
                  </a:lnTo>
                  <a:lnTo>
                    <a:pt x="2050434" y="812809"/>
                  </a:lnTo>
                  <a:lnTo>
                    <a:pt x="2050829" y="812579"/>
                  </a:lnTo>
                  <a:lnTo>
                    <a:pt x="2050851" y="812566"/>
                  </a:lnTo>
                  <a:lnTo>
                    <a:pt x="2050915" y="812524"/>
                  </a:lnTo>
                  <a:lnTo>
                    <a:pt x="2051011" y="812460"/>
                  </a:lnTo>
                  <a:lnTo>
                    <a:pt x="2051239" y="812445"/>
                  </a:lnTo>
                  <a:lnTo>
                    <a:pt x="2051340" y="812439"/>
                  </a:lnTo>
                  <a:lnTo>
                    <a:pt x="2051562" y="812425"/>
                  </a:lnTo>
                  <a:lnTo>
                    <a:pt x="2051569" y="812527"/>
                  </a:lnTo>
                  <a:lnTo>
                    <a:pt x="2051570" y="812535"/>
                  </a:lnTo>
                  <a:lnTo>
                    <a:pt x="2051969" y="812534"/>
                  </a:lnTo>
                  <a:lnTo>
                    <a:pt x="2052172" y="812417"/>
                  </a:lnTo>
                  <a:lnTo>
                    <a:pt x="2052154" y="812366"/>
                  </a:lnTo>
                  <a:lnTo>
                    <a:pt x="2052105" y="812234"/>
                  </a:lnTo>
                  <a:lnTo>
                    <a:pt x="2052032" y="812223"/>
                  </a:lnTo>
                  <a:lnTo>
                    <a:pt x="2052020" y="812221"/>
                  </a:lnTo>
                  <a:lnTo>
                    <a:pt x="2051981" y="812090"/>
                  </a:lnTo>
                  <a:lnTo>
                    <a:pt x="2052277" y="811824"/>
                  </a:lnTo>
                  <a:lnTo>
                    <a:pt x="2052368" y="811742"/>
                  </a:lnTo>
                  <a:lnTo>
                    <a:pt x="2052513" y="811681"/>
                  </a:lnTo>
                  <a:lnTo>
                    <a:pt x="2052647" y="811625"/>
                  </a:lnTo>
                  <a:lnTo>
                    <a:pt x="2052770" y="811573"/>
                  </a:lnTo>
                  <a:lnTo>
                    <a:pt x="2053134" y="811262"/>
                  </a:lnTo>
                  <a:lnTo>
                    <a:pt x="2053132" y="810733"/>
                  </a:lnTo>
                  <a:lnTo>
                    <a:pt x="2053131" y="810570"/>
                  </a:lnTo>
                  <a:lnTo>
                    <a:pt x="2053631" y="810271"/>
                  </a:lnTo>
                  <a:lnTo>
                    <a:pt x="2053718" y="810242"/>
                  </a:lnTo>
                  <a:lnTo>
                    <a:pt x="2054041" y="810134"/>
                  </a:lnTo>
                  <a:lnTo>
                    <a:pt x="2054073" y="810138"/>
                  </a:lnTo>
                  <a:lnTo>
                    <a:pt x="2054120" y="810167"/>
                  </a:lnTo>
                  <a:lnTo>
                    <a:pt x="2054153" y="810218"/>
                  </a:lnTo>
                  <a:lnTo>
                    <a:pt x="2054313" y="810468"/>
                  </a:lnTo>
                  <a:lnTo>
                    <a:pt x="2054629" y="810342"/>
                  </a:lnTo>
                  <a:lnTo>
                    <a:pt x="2054824" y="810246"/>
                  </a:lnTo>
                  <a:lnTo>
                    <a:pt x="2054817" y="810200"/>
                  </a:lnTo>
                  <a:lnTo>
                    <a:pt x="2054638" y="810280"/>
                  </a:lnTo>
                  <a:lnTo>
                    <a:pt x="2054594" y="810314"/>
                  </a:lnTo>
                  <a:lnTo>
                    <a:pt x="2054431" y="810364"/>
                  </a:lnTo>
                  <a:lnTo>
                    <a:pt x="2054303" y="810361"/>
                  </a:lnTo>
                  <a:lnTo>
                    <a:pt x="2054106" y="810082"/>
                  </a:lnTo>
                  <a:lnTo>
                    <a:pt x="2054097" y="810082"/>
                  </a:lnTo>
                  <a:lnTo>
                    <a:pt x="2054046" y="810078"/>
                  </a:lnTo>
                  <a:lnTo>
                    <a:pt x="2053919" y="810098"/>
                  </a:lnTo>
                  <a:lnTo>
                    <a:pt x="2053845" y="810110"/>
                  </a:lnTo>
                  <a:lnTo>
                    <a:pt x="2053740" y="810150"/>
                  </a:lnTo>
                  <a:lnTo>
                    <a:pt x="2053688" y="810170"/>
                  </a:lnTo>
                  <a:lnTo>
                    <a:pt x="2053157" y="810374"/>
                  </a:lnTo>
                  <a:lnTo>
                    <a:pt x="2053153" y="810375"/>
                  </a:lnTo>
                  <a:lnTo>
                    <a:pt x="2053144" y="810379"/>
                  </a:lnTo>
                  <a:lnTo>
                    <a:pt x="2053103" y="810395"/>
                  </a:lnTo>
                  <a:lnTo>
                    <a:pt x="2053031" y="810422"/>
                  </a:lnTo>
                  <a:lnTo>
                    <a:pt x="2052980" y="810442"/>
                  </a:lnTo>
                  <a:lnTo>
                    <a:pt x="2052967" y="810448"/>
                  </a:lnTo>
                  <a:lnTo>
                    <a:pt x="2052364" y="810746"/>
                  </a:lnTo>
                  <a:lnTo>
                    <a:pt x="2052389" y="810919"/>
                  </a:lnTo>
                  <a:lnTo>
                    <a:pt x="2051925" y="811105"/>
                  </a:lnTo>
                  <a:lnTo>
                    <a:pt x="2051872" y="811126"/>
                  </a:lnTo>
                  <a:lnTo>
                    <a:pt x="2051401" y="811314"/>
                  </a:lnTo>
                  <a:lnTo>
                    <a:pt x="2051263" y="811369"/>
                  </a:lnTo>
                  <a:lnTo>
                    <a:pt x="2051092" y="811438"/>
                  </a:lnTo>
                  <a:lnTo>
                    <a:pt x="2050767" y="811640"/>
                  </a:lnTo>
                  <a:lnTo>
                    <a:pt x="2050644" y="812074"/>
                  </a:lnTo>
                  <a:lnTo>
                    <a:pt x="2050641" y="812088"/>
                  </a:lnTo>
                  <a:lnTo>
                    <a:pt x="2050586" y="812147"/>
                  </a:lnTo>
                  <a:lnTo>
                    <a:pt x="2050472" y="812208"/>
                  </a:lnTo>
                  <a:lnTo>
                    <a:pt x="2050200" y="812286"/>
                  </a:lnTo>
                  <a:lnTo>
                    <a:pt x="2050043" y="812332"/>
                  </a:lnTo>
                  <a:lnTo>
                    <a:pt x="2049750" y="812507"/>
                  </a:lnTo>
                  <a:lnTo>
                    <a:pt x="2049620" y="812585"/>
                  </a:lnTo>
                  <a:lnTo>
                    <a:pt x="2049572" y="812645"/>
                  </a:lnTo>
                  <a:lnTo>
                    <a:pt x="2049658" y="812782"/>
                  </a:lnTo>
                  <a:lnTo>
                    <a:pt x="2049408" y="812884"/>
                  </a:lnTo>
                  <a:lnTo>
                    <a:pt x="2049311" y="812896"/>
                  </a:lnTo>
                  <a:lnTo>
                    <a:pt x="2049269" y="812888"/>
                  </a:lnTo>
                  <a:lnTo>
                    <a:pt x="2049330" y="812565"/>
                  </a:lnTo>
                  <a:lnTo>
                    <a:pt x="2049383" y="812394"/>
                  </a:lnTo>
                  <a:lnTo>
                    <a:pt x="2049394" y="812263"/>
                  </a:lnTo>
                  <a:lnTo>
                    <a:pt x="2049384" y="812074"/>
                  </a:lnTo>
                  <a:lnTo>
                    <a:pt x="2049363" y="811666"/>
                  </a:lnTo>
                  <a:lnTo>
                    <a:pt x="2049216" y="811513"/>
                  </a:lnTo>
                  <a:lnTo>
                    <a:pt x="2048990" y="811443"/>
                  </a:lnTo>
                  <a:lnTo>
                    <a:pt x="2048860" y="811403"/>
                  </a:lnTo>
                  <a:lnTo>
                    <a:pt x="2048794" y="811431"/>
                  </a:lnTo>
                  <a:lnTo>
                    <a:pt x="2048624" y="811505"/>
                  </a:lnTo>
                  <a:lnTo>
                    <a:pt x="2048583" y="811547"/>
                  </a:lnTo>
                  <a:lnTo>
                    <a:pt x="2048471" y="811661"/>
                  </a:lnTo>
                  <a:lnTo>
                    <a:pt x="2048701" y="811950"/>
                  </a:lnTo>
                  <a:lnTo>
                    <a:pt x="2048900" y="812319"/>
                  </a:lnTo>
                  <a:lnTo>
                    <a:pt x="2048746" y="812635"/>
                  </a:lnTo>
                  <a:lnTo>
                    <a:pt x="2048687" y="812756"/>
                  </a:lnTo>
                  <a:lnTo>
                    <a:pt x="2048539" y="813322"/>
                  </a:lnTo>
                  <a:lnTo>
                    <a:pt x="2048604" y="813525"/>
                  </a:lnTo>
                  <a:lnTo>
                    <a:pt x="2048642" y="813644"/>
                  </a:lnTo>
                  <a:lnTo>
                    <a:pt x="2048747" y="813968"/>
                  </a:lnTo>
                  <a:lnTo>
                    <a:pt x="2048597" y="814000"/>
                  </a:lnTo>
                  <a:lnTo>
                    <a:pt x="2048415" y="814038"/>
                  </a:lnTo>
                  <a:lnTo>
                    <a:pt x="2048220" y="814113"/>
                  </a:lnTo>
                  <a:lnTo>
                    <a:pt x="2047895" y="814239"/>
                  </a:lnTo>
                  <a:lnTo>
                    <a:pt x="2047916" y="814276"/>
                  </a:lnTo>
                  <a:lnTo>
                    <a:pt x="2047919" y="814282"/>
                  </a:lnTo>
                  <a:lnTo>
                    <a:pt x="2047921" y="814287"/>
                  </a:lnTo>
                  <a:lnTo>
                    <a:pt x="2047950" y="814339"/>
                  </a:lnTo>
                  <a:lnTo>
                    <a:pt x="2047955" y="814347"/>
                  </a:lnTo>
                  <a:lnTo>
                    <a:pt x="2047966" y="814368"/>
                  </a:lnTo>
                  <a:lnTo>
                    <a:pt x="2048023" y="814417"/>
                  </a:lnTo>
                  <a:lnTo>
                    <a:pt x="2047988" y="814595"/>
                  </a:lnTo>
                  <a:lnTo>
                    <a:pt x="2047905" y="814696"/>
                  </a:lnTo>
                  <a:lnTo>
                    <a:pt x="2047688" y="814726"/>
                  </a:lnTo>
                  <a:lnTo>
                    <a:pt x="2047651" y="814731"/>
                  </a:lnTo>
                  <a:lnTo>
                    <a:pt x="2047614" y="814736"/>
                  </a:lnTo>
                  <a:lnTo>
                    <a:pt x="2047422" y="814705"/>
                  </a:lnTo>
                  <a:lnTo>
                    <a:pt x="2047388" y="814711"/>
                  </a:lnTo>
                  <a:lnTo>
                    <a:pt x="2047377" y="814713"/>
                  </a:lnTo>
                  <a:lnTo>
                    <a:pt x="2047344" y="814719"/>
                  </a:lnTo>
                  <a:lnTo>
                    <a:pt x="2047063" y="814769"/>
                  </a:lnTo>
                  <a:lnTo>
                    <a:pt x="2046958" y="814788"/>
                  </a:lnTo>
                  <a:lnTo>
                    <a:pt x="2046737" y="814828"/>
                  </a:lnTo>
                  <a:lnTo>
                    <a:pt x="2046600" y="814595"/>
                  </a:lnTo>
                  <a:lnTo>
                    <a:pt x="2046329" y="814487"/>
                  </a:lnTo>
                  <a:lnTo>
                    <a:pt x="2046232" y="814482"/>
                  </a:lnTo>
                  <a:lnTo>
                    <a:pt x="2046026" y="814471"/>
                  </a:lnTo>
                  <a:lnTo>
                    <a:pt x="2045893" y="814502"/>
                  </a:lnTo>
                  <a:lnTo>
                    <a:pt x="2045696" y="814605"/>
                  </a:lnTo>
                  <a:lnTo>
                    <a:pt x="2045554" y="814704"/>
                  </a:lnTo>
                  <a:lnTo>
                    <a:pt x="2045059" y="815141"/>
                  </a:lnTo>
                  <a:lnTo>
                    <a:pt x="2044752" y="815453"/>
                  </a:lnTo>
                  <a:lnTo>
                    <a:pt x="2044700" y="815549"/>
                  </a:lnTo>
                  <a:lnTo>
                    <a:pt x="2044632" y="815742"/>
                  </a:lnTo>
                  <a:lnTo>
                    <a:pt x="2044569" y="816032"/>
                  </a:lnTo>
                  <a:lnTo>
                    <a:pt x="2044572" y="816193"/>
                  </a:lnTo>
                  <a:lnTo>
                    <a:pt x="2044628" y="816453"/>
                  </a:lnTo>
                  <a:lnTo>
                    <a:pt x="2044648" y="816482"/>
                  </a:lnTo>
                  <a:lnTo>
                    <a:pt x="2044836" y="816591"/>
                  </a:lnTo>
                  <a:lnTo>
                    <a:pt x="2044847" y="816597"/>
                  </a:lnTo>
                  <a:lnTo>
                    <a:pt x="2045007" y="816404"/>
                  </a:lnTo>
                  <a:lnTo>
                    <a:pt x="2045052" y="816434"/>
                  </a:lnTo>
                  <a:lnTo>
                    <a:pt x="2045439" y="816687"/>
                  </a:lnTo>
                  <a:lnTo>
                    <a:pt x="2045447" y="816692"/>
                  </a:lnTo>
                  <a:lnTo>
                    <a:pt x="2045632" y="816814"/>
                  </a:lnTo>
                  <a:lnTo>
                    <a:pt x="2045613" y="816899"/>
                  </a:lnTo>
                  <a:lnTo>
                    <a:pt x="2045421" y="817088"/>
                  </a:lnTo>
                  <a:lnTo>
                    <a:pt x="2045407" y="817101"/>
                  </a:lnTo>
                  <a:lnTo>
                    <a:pt x="2045304" y="817203"/>
                  </a:lnTo>
                  <a:lnTo>
                    <a:pt x="2045292" y="817214"/>
                  </a:lnTo>
                  <a:lnTo>
                    <a:pt x="2044637" y="817354"/>
                  </a:lnTo>
                  <a:lnTo>
                    <a:pt x="2044586" y="817346"/>
                  </a:lnTo>
                  <a:lnTo>
                    <a:pt x="2044534" y="817316"/>
                  </a:lnTo>
                  <a:lnTo>
                    <a:pt x="2044383" y="817058"/>
                  </a:lnTo>
                  <a:lnTo>
                    <a:pt x="2044316" y="816944"/>
                  </a:lnTo>
                  <a:lnTo>
                    <a:pt x="2044437" y="816854"/>
                  </a:lnTo>
                  <a:lnTo>
                    <a:pt x="2044223" y="816706"/>
                  </a:lnTo>
                  <a:lnTo>
                    <a:pt x="2044029" y="816572"/>
                  </a:lnTo>
                  <a:lnTo>
                    <a:pt x="2043957" y="816559"/>
                  </a:lnTo>
                  <a:lnTo>
                    <a:pt x="2043746" y="816523"/>
                  </a:lnTo>
                  <a:lnTo>
                    <a:pt x="2043462" y="816475"/>
                  </a:lnTo>
                  <a:lnTo>
                    <a:pt x="2043009" y="816484"/>
                  </a:lnTo>
                  <a:lnTo>
                    <a:pt x="2042671" y="816548"/>
                  </a:lnTo>
                  <a:lnTo>
                    <a:pt x="2042299" y="816676"/>
                  </a:lnTo>
                  <a:lnTo>
                    <a:pt x="2042106" y="816777"/>
                  </a:lnTo>
                  <a:lnTo>
                    <a:pt x="2041964" y="816875"/>
                  </a:lnTo>
                  <a:lnTo>
                    <a:pt x="2041910" y="816911"/>
                  </a:lnTo>
                  <a:lnTo>
                    <a:pt x="2041772" y="816873"/>
                  </a:lnTo>
                  <a:lnTo>
                    <a:pt x="2041500" y="816798"/>
                  </a:lnTo>
                  <a:lnTo>
                    <a:pt x="2041341" y="816814"/>
                  </a:lnTo>
                  <a:lnTo>
                    <a:pt x="2041263" y="816822"/>
                  </a:lnTo>
                  <a:lnTo>
                    <a:pt x="2041187" y="816830"/>
                  </a:lnTo>
                  <a:lnTo>
                    <a:pt x="2040599" y="817021"/>
                  </a:lnTo>
                  <a:lnTo>
                    <a:pt x="2040589" y="817025"/>
                  </a:lnTo>
                  <a:lnTo>
                    <a:pt x="2040242" y="817168"/>
                  </a:lnTo>
                  <a:lnTo>
                    <a:pt x="2039749" y="817407"/>
                  </a:lnTo>
                  <a:lnTo>
                    <a:pt x="2039218" y="817689"/>
                  </a:lnTo>
                  <a:lnTo>
                    <a:pt x="2039031" y="817807"/>
                  </a:lnTo>
                  <a:lnTo>
                    <a:pt x="2039007" y="818866"/>
                  </a:lnTo>
                  <a:lnTo>
                    <a:pt x="2038722" y="818915"/>
                  </a:lnTo>
                  <a:lnTo>
                    <a:pt x="2038638" y="818929"/>
                  </a:lnTo>
                  <a:lnTo>
                    <a:pt x="2038641" y="818697"/>
                  </a:lnTo>
                  <a:lnTo>
                    <a:pt x="2038662" y="818604"/>
                  </a:lnTo>
                  <a:lnTo>
                    <a:pt x="2038677" y="818538"/>
                  </a:lnTo>
                  <a:lnTo>
                    <a:pt x="2038721" y="818338"/>
                  </a:lnTo>
                  <a:lnTo>
                    <a:pt x="2038718" y="818251"/>
                  </a:lnTo>
                  <a:lnTo>
                    <a:pt x="2038706" y="817900"/>
                  </a:lnTo>
                  <a:lnTo>
                    <a:pt x="2038693" y="817851"/>
                  </a:lnTo>
                  <a:lnTo>
                    <a:pt x="2038641" y="817793"/>
                  </a:lnTo>
                  <a:lnTo>
                    <a:pt x="2038423" y="817725"/>
                  </a:lnTo>
                  <a:lnTo>
                    <a:pt x="2038183" y="817713"/>
                  </a:lnTo>
                  <a:lnTo>
                    <a:pt x="2038075" y="817708"/>
                  </a:lnTo>
                  <a:lnTo>
                    <a:pt x="2037854" y="817740"/>
                  </a:lnTo>
                  <a:lnTo>
                    <a:pt x="2037469" y="817833"/>
                  </a:lnTo>
                  <a:lnTo>
                    <a:pt x="2037094" y="817978"/>
                  </a:lnTo>
                  <a:lnTo>
                    <a:pt x="2036866" y="818086"/>
                  </a:lnTo>
                  <a:lnTo>
                    <a:pt x="2036471" y="818274"/>
                  </a:lnTo>
                  <a:lnTo>
                    <a:pt x="2036143" y="818495"/>
                  </a:lnTo>
                  <a:lnTo>
                    <a:pt x="2036074" y="818542"/>
                  </a:lnTo>
                  <a:lnTo>
                    <a:pt x="2035880" y="818608"/>
                  </a:lnTo>
                  <a:lnTo>
                    <a:pt x="2035472" y="818775"/>
                  </a:lnTo>
                  <a:lnTo>
                    <a:pt x="2035422" y="818795"/>
                  </a:lnTo>
                  <a:lnTo>
                    <a:pt x="2034956" y="819033"/>
                  </a:lnTo>
                  <a:lnTo>
                    <a:pt x="2034605" y="819244"/>
                  </a:lnTo>
                  <a:lnTo>
                    <a:pt x="2034083" y="819595"/>
                  </a:lnTo>
                  <a:lnTo>
                    <a:pt x="2033425" y="820113"/>
                  </a:lnTo>
                  <a:lnTo>
                    <a:pt x="2033266" y="820278"/>
                  </a:lnTo>
                  <a:lnTo>
                    <a:pt x="2033159" y="820415"/>
                  </a:lnTo>
                  <a:lnTo>
                    <a:pt x="2032999" y="820619"/>
                  </a:lnTo>
                  <a:lnTo>
                    <a:pt x="2032964" y="820662"/>
                  </a:lnTo>
                  <a:lnTo>
                    <a:pt x="2032785" y="820856"/>
                  </a:lnTo>
                  <a:lnTo>
                    <a:pt x="2032549" y="820909"/>
                  </a:lnTo>
                  <a:lnTo>
                    <a:pt x="2032392" y="821040"/>
                  </a:lnTo>
                  <a:lnTo>
                    <a:pt x="2032259" y="821151"/>
                  </a:lnTo>
                  <a:lnTo>
                    <a:pt x="2032148" y="821277"/>
                  </a:lnTo>
                  <a:lnTo>
                    <a:pt x="2032089" y="821279"/>
                  </a:lnTo>
                  <a:lnTo>
                    <a:pt x="2032005" y="821283"/>
                  </a:lnTo>
                  <a:lnTo>
                    <a:pt x="2031868" y="821288"/>
                  </a:lnTo>
                  <a:lnTo>
                    <a:pt x="2031804" y="821290"/>
                  </a:lnTo>
                  <a:lnTo>
                    <a:pt x="2031612" y="821349"/>
                  </a:lnTo>
                  <a:lnTo>
                    <a:pt x="2031476" y="821433"/>
                  </a:lnTo>
                  <a:lnTo>
                    <a:pt x="2031257" y="821510"/>
                  </a:lnTo>
                  <a:lnTo>
                    <a:pt x="2031073" y="821530"/>
                  </a:lnTo>
                  <a:lnTo>
                    <a:pt x="2030777" y="821520"/>
                  </a:lnTo>
                  <a:lnTo>
                    <a:pt x="2030727" y="821483"/>
                  </a:lnTo>
                  <a:lnTo>
                    <a:pt x="2030716" y="821444"/>
                  </a:lnTo>
                  <a:lnTo>
                    <a:pt x="2030741" y="821425"/>
                  </a:lnTo>
                  <a:lnTo>
                    <a:pt x="2030806" y="821123"/>
                  </a:lnTo>
                  <a:lnTo>
                    <a:pt x="2030872" y="820818"/>
                  </a:lnTo>
                  <a:lnTo>
                    <a:pt x="2030855" y="820628"/>
                  </a:lnTo>
                  <a:lnTo>
                    <a:pt x="2030729" y="820538"/>
                  </a:lnTo>
                  <a:lnTo>
                    <a:pt x="2030711" y="820544"/>
                  </a:lnTo>
                  <a:lnTo>
                    <a:pt x="2030695" y="820549"/>
                  </a:lnTo>
                  <a:lnTo>
                    <a:pt x="2030663" y="820559"/>
                  </a:lnTo>
                  <a:lnTo>
                    <a:pt x="2030660" y="820567"/>
                  </a:lnTo>
                  <a:lnTo>
                    <a:pt x="2030520" y="821009"/>
                  </a:lnTo>
                  <a:lnTo>
                    <a:pt x="2030365" y="821597"/>
                  </a:lnTo>
                  <a:lnTo>
                    <a:pt x="2030363" y="821608"/>
                  </a:lnTo>
                  <a:lnTo>
                    <a:pt x="2030330" y="821805"/>
                  </a:lnTo>
                  <a:lnTo>
                    <a:pt x="2030310" y="822111"/>
                  </a:lnTo>
                  <a:lnTo>
                    <a:pt x="2030306" y="822175"/>
                  </a:lnTo>
                  <a:lnTo>
                    <a:pt x="2030295" y="822340"/>
                  </a:lnTo>
                  <a:lnTo>
                    <a:pt x="2030302" y="822388"/>
                  </a:lnTo>
                  <a:lnTo>
                    <a:pt x="2030332" y="822599"/>
                  </a:lnTo>
                  <a:lnTo>
                    <a:pt x="2030263" y="822693"/>
                  </a:lnTo>
                  <a:lnTo>
                    <a:pt x="2030226" y="822742"/>
                  </a:lnTo>
                  <a:lnTo>
                    <a:pt x="2030200" y="822776"/>
                  </a:lnTo>
                  <a:lnTo>
                    <a:pt x="2030172" y="822814"/>
                  </a:lnTo>
                  <a:lnTo>
                    <a:pt x="2030151" y="822813"/>
                  </a:lnTo>
                  <a:lnTo>
                    <a:pt x="2030092" y="822810"/>
                  </a:lnTo>
                  <a:lnTo>
                    <a:pt x="2029992" y="822805"/>
                  </a:lnTo>
                  <a:lnTo>
                    <a:pt x="2029826" y="822833"/>
                  </a:lnTo>
                  <a:lnTo>
                    <a:pt x="2029717" y="822889"/>
                  </a:lnTo>
                  <a:lnTo>
                    <a:pt x="2029457" y="823116"/>
                  </a:lnTo>
                  <a:lnTo>
                    <a:pt x="2029189" y="823292"/>
                  </a:lnTo>
                  <a:lnTo>
                    <a:pt x="2029152" y="823316"/>
                  </a:lnTo>
                  <a:lnTo>
                    <a:pt x="2029119" y="823319"/>
                  </a:lnTo>
                  <a:lnTo>
                    <a:pt x="2029097" y="823320"/>
                  </a:lnTo>
                  <a:lnTo>
                    <a:pt x="2029091" y="823268"/>
                  </a:lnTo>
                  <a:lnTo>
                    <a:pt x="2029088" y="823240"/>
                  </a:lnTo>
                  <a:lnTo>
                    <a:pt x="2028837" y="823086"/>
                  </a:lnTo>
                  <a:lnTo>
                    <a:pt x="2028369" y="823062"/>
                  </a:lnTo>
                  <a:lnTo>
                    <a:pt x="2028359" y="823061"/>
                  </a:lnTo>
                  <a:lnTo>
                    <a:pt x="2028253" y="823103"/>
                  </a:lnTo>
                  <a:lnTo>
                    <a:pt x="2028244" y="823106"/>
                  </a:lnTo>
                  <a:lnTo>
                    <a:pt x="2028239" y="823108"/>
                  </a:lnTo>
                  <a:lnTo>
                    <a:pt x="2028217" y="823117"/>
                  </a:lnTo>
                  <a:lnTo>
                    <a:pt x="2028211" y="823122"/>
                  </a:lnTo>
                  <a:lnTo>
                    <a:pt x="2028219" y="823168"/>
                  </a:lnTo>
                  <a:lnTo>
                    <a:pt x="2028222" y="823180"/>
                  </a:lnTo>
                  <a:lnTo>
                    <a:pt x="2028233" y="823233"/>
                  </a:lnTo>
                  <a:lnTo>
                    <a:pt x="2028236" y="823250"/>
                  </a:lnTo>
                  <a:lnTo>
                    <a:pt x="2028244" y="823291"/>
                  </a:lnTo>
                  <a:lnTo>
                    <a:pt x="2028246" y="823349"/>
                  </a:lnTo>
                  <a:lnTo>
                    <a:pt x="2028238" y="823352"/>
                  </a:lnTo>
                  <a:lnTo>
                    <a:pt x="2028232" y="823355"/>
                  </a:lnTo>
                  <a:lnTo>
                    <a:pt x="2028202" y="823367"/>
                  </a:lnTo>
                  <a:lnTo>
                    <a:pt x="2028183" y="823375"/>
                  </a:lnTo>
                  <a:lnTo>
                    <a:pt x="2027798" y="823427"/>
                  </a:lnTo>
                  <a:lnTo>
                    <a:pt x="2027722" y="823429"/>
                  </a:lnTo>
                  <a:lnTo>
                    <a:pt x="2027448" y="823437"/>
                  </a:lnTo>
                  <a:lnTo>
                    <a:pt x="2027319" y="823441"/>
                  </a:lnTo>
                  <a:lnTo>
                    <a:pt x="2027184" y="823354"/>
                  </a:lnTo>
                  <a:lnTo>
                    <a:pt x="2027029" y="823254"/>
                  </a:lnTo>
                  <a:lnTo>
                    <a:pt x="2026822" y="822945"/>
                  </a:lnTo>
                  <a:lnTo>
                    <a:pt x="2026752" y="822974"/>
                  </a:lnTo>
                  <a:lnTo>
                    <a:pt x="2026687" y="823002"/>
                  </a:lnTo>
                  <a:lnTo>
                    <a:pt x="2026530" y="823409"/>
                  </a:lnTo>
                  <a:lnTo>
                    <a:pt x="2026323" y="823308"/>
                  </a:lnTo>
                  <a:lnTo>
                    <a:pt x="2026309" y="822967"/>
                  </a:lnTo>
                  <a:lnTo>
                    <a:pt x="2026025" y="822898"/>
                  </a:lnTo>
                  <a:lnTo>
                    <a:pt x="2025885" y="822864"/>
                  </a:lnTo>
                  <a:lnTo>
                    <a:pt x="2025871" y="822858"/>
                  </a:lnTo>
                  <a:lnTo>
                    <a:pt x="2025564" y="822736"/>
                  </a:lnTo>
                  <a:lnTo>
                    <a:pt x="2025552" y="822512"/>
                  </a:lnTo>
                  <a:lnTo>
                    <a:pt x="2025545" y="822390"/>
                  </a:lnTo>
                  <a:lnTo>
                    <a:pt x="2025531" y="822128"/>
                  </a:lnTo>
                  <a:lnTo>
                    <a:pt x="2025557" y="821921"/>
                  </a:lnTo>
                  <a:lnTo>
                    <a:pt x="2025612" y="821700"/>
                  </a:lnTo>
                  <a:lnTo>
                    <a:pt x="2025714" y="821401"/>
                  </a:lnTo>
                  <a:lnTo>
                    <a:pt x="2025928" y="821112"/>
                  </a:lnTo>
                  <a:lnTo>
                    <a:pt x="2025938" y="821102"/>
                  </a:lnTo>
                  <a:lnTo>
                    <a:pt x="2026029" y="821015"/>
                  </a:lnTo>
                  <a:lnTo>
                    <a:pt x="2026263" y="820864"/>
                  </a:lnTo>
                  <a:lnTo>
                    <a:pt x="2026044" y="820822"/>
                  </a:lnTo>
                  <a:lnTo>
                    <a:pt x="2025984" y="820842"/>
                  </a:lnTo>
                  <a:lnTo>
                    <a:pt x="2025627" y="821195"/>
                  </a:lnTo>
                  <a:lnTo>
                    <a:pt x="2025594" y="821239"/>
                  </a:lnTo>
                  <a:lnTo>
                    <a:pt x="2025576" y="821262"/>
                  </a:lnTo>
                  <a:lnTo>
                    <a:pt x="2025446" y="821435"/>
                  </a:lnTo>
                  <a:lnTo>
                    <a:pt x="2025275" y="821542"/>
                  </a:lnTo>
                  <a:lnTo>
                    <a:pt x="2024930" y="820977"/>
                  </a:lnTo>
                  <a:lnTo>
                    <a:pt x="2024883" y="820987"/>
                  </a:lnTo>
                  <a:lnTo>
                    <a:pt x="2024755" y="821014"/>
                  </a:lnTo>
                  <a:lnTo>
                    <a:pt x="2024581" y="821016"/>
                  </a:lnTo>
                  <a:lnTo>
                    <a:pt x="2024304" y="820977"/>
                  </a:lnTo>
                  <a:lnTo>
                    <a:pt x="2024285" y="820925"/>
                  </a:lnTo>
                  <a:lnTo>
                    <a:pt x="2024254" y="820839"/>
                  </a:lnTo>
                  <a:lnTo>
                    <a:pt x="2024252" y="820834"/>
                  </a:lnTo>
                  <a:lnTo>
                    <a:pt x="2024277" y="820615"/>
                  </a:lnTo>
                  <a:lnTo>
                    <a:pt x="2024285" y="820543"/>
                  </a:lnTo>
                  <a:lnTo>
                    <a:pt x="2024302" y="820394"/>
                  </a:lnTo>
                  <a:lnTo>
                    <a:pt x="2024294" y="820364"/>
                  </a:lnTo>
                  <a:lnTo>
                    <a:pt x="2024268" y="820264"/>
                  </a:lnTo>
                  <a:lnTo>
                    <a:pt x="2024252" y="820203"/>
                  </a:lnTo>
                  <a:lnTo>
                    <a:pt x="2024202" y="820008"/>
                  </a:lnTo>
                  <a:lnTo>
                    <a:pt x="2024193" y="819950"/>
                  </a:lnTo>
                  <a:lnTo>
                    <a:pt x="2024180" y="819869"/>
                  </a:lnTo>
                  <a:lnTo>
                    <a:pt x="2024110" y="819419"/>
                  </a:lnTo>
                  <a:lnTo>
                    <a:pt x="2024096" y="819426"/>
                  </a:lnTo>
                  <a:lnTo>
                    <a:pt x="2024086" y="819431"/>
                  </a:lnTo>
                  <a:lnTo>
                    <a:pt x="2024020" y="819504"/>
                  </a:lnTo>
                  <a:lnTo>
                    <a:pt x="2024052" y="819873"/>
                  </a:lnTo>
                  <a:lnTo>
                    <a:pt x="2024063" y="819996"/>
                  </a:lnTo>
                  <a:lnTo>
                    <a:pt x="2024084" y="820232"/>
                  </a:lnTo>
                  <a:lnTo>
                    <a:pt x="2024098" y="820478"/>
                  </a:lnTo>
                  <a:lnTo>
                    <a:pt x="2024085" y="820619"/>
                  </a:lnTo>
                  <a:lnTo>
                    <a:pt x="2023993" y="820917"/>
                  </a:lnTo>
                  <a:lnTo>
                    <a:pt x="2023874" y="821168"/>
                  </a:lnTo>
                  <a:lnTo>
                    <a:pt x="2023866" y="821183"/>
                  </a:lnTo>
                  <a:lnTo>
                    <a:pt x="2023835" y="821167"/>
                  </a:lnTo>
                  <a:lnTo>
                    <a:pt x="2023690" y="821089"/>
                  </a:lnTo>
                  <a:lnTo>
                    <a:pt x="2023595" y="821038"/>
                  </a:lnTo>
                  <a:lnTo>
                    <a:pt x="2023573" y="820918"/>
                  </a:lnTo>
                  <a:lnTo>
                    <a:pt x="2023452" y="820628"/>
                  </a:lnTo>
                  <a:lnTo>
                    <a:pt x="2023273" y="820393"/>
                  </a:lnTo>
                  <a:lnTo>
                    <a:pt x="2023209" y="820244"/>
                  </a:lnTo>
                  <a:lnTo>
                    <a:pt x="2023073" y="819783"/>
                  </a:lnTo>
                  <a:lnTo>
                    <a:pt x="2023061" y="819744"/>
                  </a:lnTo>
                  <a:lnTo>
                    <a:pt x="2022948" y="819656"/>
                  </a:lnTo>
                  <a:lnTo>
                    <a:pt x="2022873" y="819677"/>
                  </a:lnTo>
                  <a:lnTo>
                    <a:pt x="2022481" y="819783"/>
                  </a:lnTo>
                  <a:lnTo>
                    <a:pt x="2022432" y="819783"/>
                  </a:lnTo>
                  <a:lnTo>
                    <a:pt x="2022415" y="819828"/>
                  </a:lnTo>
                  <a:lnTo>
                    <a:pt x="2022792" y="820558"/>
                  </a:lnTo>
                  <a:lnTo>
                    <a:pt x="2023035" y="820826"/>
                  </a:lnTo>
                  <a:lnTo>
                    <a:pt x="2023029" y="820910"/>
                  </a:lnTo>
                  <a:lnTo>
                    <a:pt x="2023005" y="820927"/>
                  </a:lnTo>
                  <a:lnTo>
                    <a:pt x="2022860" y="820945"/>
                  </a:lnTo>
                  <a:lnTo>
                    <a:pt x="2022604" y="820976"/>
                  </a:lnTo>
                  <a:lnTo>
                    <a:pt x="2022355" y="821133"/>
                  </a:lnTo>
                  <a:lnTo>
                    <a:pt x="2022136" y="821205"/>
                  </a:lnTo>
                  <a:lnTo>
                    <a:pt x="2021907" y="821281"/>
                  </a:lnTo>
                  <a:lnTo>
                    <a:pt x="2021768" y="821327"/>
                  </a:lnTo>
                  <a:lnTo>
                    <a:pt x="2021915" y="821464"/>
                  </a:lnTo>
                  <a:lnTo>
                    <a:pt x="2021854" y="821561"/>
                  </a:lnTo>
                  <a:lnTo>
                    <a:pt x="2021741" y="821608"/>
                  </a:lnTo>
                  <a:lnTo>
                    <a:pt x="2021289" y="821737"/>
                  </a:lnTo>
                  <a:lnTo>
                    <a:pt x="2021055" y="821833"/>
                  </a:lnTo>
                  <a:lnTo>
                    <a:pt x="2020804" y="821963"/>
                  </a:lnTo>
                  <a:lnTo>
                    <a:pt x="2020572" y="821989"/>
                  </a:lnTo>
                  <a:lnTo>
                    <a:pt x="2020362" y="821918"/>
                  </a:lnTo>
                  <a:lnTo>
                    <a:pt x="2020295" y="821896"/>
                  </a:lnTo>
                  <a:lnTo>
                    <a:pt x="2020038" y="821809"/>
                  </a:lnTo>
                  <a:lnTo>
                    <a:pt x="2019991" y="821751"/>
                  </a:lnTo>
                  <a:lnTo>
                    <a:pt x="2019926" y="821597"/>
                  </a:lnTo>
                  <a:lnTo>
                    <a:pt x="2019912" y="821529"/>
                  </a:lnTo>
                  <a:lnTo>
                    <a:pt x="2019896" y="821454"/>
                  </a:lnTo>
                  <a:lnTo>
                    <a:pt x="2019903" y="821388"/>
                  </a:lnTo>
                  <a:lnTo>
                    <a:pt x="2019890" y="821320"/>
                  </a:lnTo>
                  <a:lnTo>
                    <a:pt x="2019826" y="821241"/>
                  </a:lnTo>
                  <a:lnTo>
                    <a:pt x="2019653" y="821113"/>
                  </a:lnTo>
                  <a:lnTo>
                    <a:pt x="2019292" y="820914"/>
                  </a:lnTo>
                  <a:lnTo>
                    <a:pt x="2019248" y="820961"/>
                  </a:lnTo>
                  <a:lnTo>
                    <a:pt x="2019218" y="820993"/>
                  </a:lnTo>
                  <a:lnTo>
                    <a:pt x="2019191" y="821022"/>
                  </a:lnTo>
                  <a:lnTo>
                    <a:pt x="2019170" y="821044"/>
                  </a:lnTo>
                  <a:lnTo>
                    <a:pt x="2019143" y="821072"/>
                  </a:lnTo>
                  <a:lnTo>
                    <a:pt x="2019166" y="821083"/>
                  </a:lnTo>
                  <a:lnTo>
                    <a:pt x="2019236" y="821115"/>
                  </a:lnTo>
                  <a:lnTo>
                    <a:pt x="2019353" y="821169"/>
                  </a:lnTo>
                  <a:lnTo>
                    <a:pt x="2019358" y="821170"/>
                  </a:lnTo>
                  <a:lnTo>
                    <a:pt x="2019447" y="821185"/>
                  </a:lnTo>
                  <a:lnTo>
                    <a:pt x="2019565" y="821205"/>
                  </a:lnTo>
                  <a:lnTo>
                    <a:pt x="2019678" y="821241"/>
                  </a:lnTo>
                  <a:lnTo>
                    <a:pt x="2019709" y="821294"/>
                  </a:lnTo>
                  <a:lnTo>
                    <a:pt x="2019713" y="821491"/>
                  </a:lnTo>
                  <a:lnTo>
                    <a:pt x="2019730" y="821602"/>
                  </a:lnTo>
                  <a:lnTo>
                    <a:pt x="2019777" y="821759"/>
                  </a:lnTo>
                  <a:lnTo>
                    <a:pt x="2019803" y="821814"/>
                  </a:lnTo>
                  <a:lnTo>
                    <a:pt x="2019836" y="821881"/>
                  </a:lnTo>
                  <a:lnTo>
                    <a:pt x="2020301" y="822148"/>
                  </a:lnTo>
                  <a:lnTo>
                    <a:pt x="2020332" y="822223"/>
                  </a:lnTo>
                  <a:lnTo>
                    <a:pt x="2020340" y="822321"/>
                  </a:lnTo>
                  <a:lnTo>
                    <a:pt x="2020303" y="822622"/>
                  </a:lnTo>
                  <a:lnTo>
                    <a:pt x="2020200" y="822700"/>
                  </a:lnTo>
                  <a:lnTo>
                    <a:pt x="2020193" y="822702"/>
                  </a:lnTo>
                  <a:lnTo>
                    <a:pt x="2020072" y="822745"/>
                  </a:lnTo>
                  <a:lnTo>
                    <a:pt x="2020028" y="822761"/>
                  </a:lnTo>
                  <a:lnTo>
                    <a:pt x="2019568" y="822889"/>
                  </a:lnTo>
                  <a:lnTo>
                    <a:pt x="2019462" y="822905"/>
                  </a:lnTo>
                  <a:lnTo>
                    <a:pt x="2019245" y="822891"/>
                  </a:lnTo>
                  <a:lnTo>
                    <a:pt x="2019195" y="822891"/>
                  </a:lnTo>
                  <a:lnTo>
                    <a:pt x="2018757" y="822890"/>
                  </a:lnTo>
                  <a:lnTo>
                    <a:pt x="2018687" y="822918"/>
                  </a:lnTo>
                  <a:lnTo>
                    <a:pt x="2018638" y="822958"/>
                  </a:lnTo>
                  <a:lnTo>
                    <a:pt x="2018620" y="822973"/>
                  </a:lnTo>
                  <a:lnTo>
                    <a:pt x="2018670" y="822985"/>
                  </a:lnTo>
                  <a:lnTo>
                    <a:pt x="2018761" y="822980"/>
                  </a:lnTo>
                  <a:lnTo>
                    <a:pt x="2018769" y="822980"/>
                  </a:lnTo>
                  <a:lnTo>
                    <a:pt x="2018783" y="822979"/>
                  </a:lnTo>
                  <a:lnTo>
                    <a:pt x="2018982" y="822969"/>
                  </a:lnTo>
                  <a:lnTo>
                    <a:pt x="2019296" y="822954"/>
                  </a:lnTo>
                  <a:lnTo>
                    <a:pt x="2019376" y="822950"/>
                  </a:lnTo>
                  <a:lnTo>
                    <a:pt x="2019814" y="823009"/>
                  </a:lnTo>
                  <a:lnTo>
                    <a:pt x="2019881" y="823018"/>
                  </a:lnTo>
                  <a:lnTo>
                    <a:pt x="2019936" y="823019"/>
                  </a:lnTo>
                  <a:lnTo>
                    <a:pt x="2020024" y="823020"/>
                  </a:lnTo>
                  <a:lnTo>
                    <a:pt x="2020109" y="823022"/>
                  </a:lnTo>
                  <a:lnTo>
                    <a:pt x="2020589" y="822739"/>
                  </a:lnTo>
                  <a:lnTo>
                    <a:pt x="2020744" y="822483"/>
                  </a:lnTo>
                  <a:lnTo>
                    <a:pt x="2020912" y="822394"/>
                  </a:lnTo>
                  <a:lnTo>
                    <a:pt x="2021085" y="822302"/>
                  </a:lnTo>
                  <a:lnTo>
                    <a:pt x="2021714" y="822006"/>
                  </a:lnTo>
                  <a:lnTo>
                    <a:pt x="2021980" y="821801"/>
                  </a:lnTo>
                  <a:lnTo>
                    <a:pt x="2022117" y="821780"/>
                  </a:lnTo>
                  <a:lnTo>
                    <a:pt x="2022186" y="821785"/>
                  </a:lnTo>
                  <a:lnTo>
                    <a:pt x="2022296" y="821818"/>
                  </a:lnTo>
                  <a:lnTo>
                    <a:pt x="2022423" y="821959"/>
                  </a:lnTo>
                  <a:lnTo>
                    <a:pt x="2022454" y="821995"/>
                  </a:lnTo>
                  <a:lnTo>
                    <a:pt x="2022512" y="822059"/>
                  </a:lnTo>
                  <a:lnTo>
                    <a:pt x="2022645" y="822138"/>
                  </a:lnTo>
                  <a:lnTo>
                    <a:pt x="2022830" y="822186"/>
                  </a:lnTo>
                  <a:lnTo>
                    <a:pt x="2022903" y="822205"/>
                  </a:lnTo>
                  <a:lnTo>
                    <a:pt x="2022994" y="822228"/>
                  </a:lnTo>
                  <a:lnTo>
                    <a:pt x="2023243" y="822249"/>
                  </a:lnTo>
                  <a:lnTo>
                    <a:pt x="2023253" y="822250"/>
                  </a:lnTo>
                  <a:lnTo>
                    <a:pt x="2023374" y="822299"/>
                  </a:lnTo>
                  <a:lnTo>
                    <a:pt x="2023464" y="822532"/>
                  </a:lnTo>
                  <a:lnTo>
                    <a:pt x="2023505" y="822698"/>
                  </a:lnTo>
                  <a:lnTo>
                    <a:pt x="2023466" y="822712"/>
                  </a:lnTo>
                  <a:lnTo>
                    <a:pt x="2023511" y="822882"/>
                  </a:lnTo>
                  <a:lnTo>
                    <a:pt x="2023607" y="823159"/>
                  </a:lnTo>
                  <a:lnTo>
                    <a:pt x="2023631" y="823229"/>
                  </a:lnTo>
                  <a:lnTo>
                    <a:pt x="2023849" y="823855"/>
                  </a:lnTo>
                  <a:lnTo>
                    <a:pt x="2024043" y="823773"/>
                  </a:lnTo>
                  <a:lnTo>
                    <a:pt x="2024229" y="823645"/>
                  </a:lnTo>
                  <a:lnTo>
                    <a:pt x="2024295" y="823805"/>
                  </a:lnTo>
                  <a:lnTo>
                    <a:pt x="2024277" y="824076"/>
                  </a:lnTo>
                  <a:lnTo>
                    <a:pt x="2024325" y="824163"/>
                  </a:lnTo>
                  <a:lnTo>
                    <a:pt x="2024477" y="824091"/>
                  </a:lnTo>
                  <a:lnTo>
                    <a:pt x="2024501" y="824080"/>
                  </a:lnTo>
                  <a:lnTo>
                    <a:pt x="2024943" y="823799"/>
                  </a:lnTo>
                  <a:lnTo>
                    <a:pt x="2025026" y="823732"/>
                  </a:lnTo>
                  <a:lnTo>
                    <a:pt x="2025061" y="823744"/>
                  </a:lnTo>
                  <a:lnTo>
                    <a:pt x="2025142" y="823771"/>
                  </a:lnTo>
                  <a:lnTo>
                    <a:pt x="2025246" y="823874"/>
                  </a:lnTo>
                  <a:lnTo>
                    <a:pt x="2025286" y="823974"/>
                  </a:lnTo>
                  <a:lnTo>
                    <a:pt x="2025334" y="824089"/>
                  </a:lnTo>
                  <a:lnTo>
                    <a:pt x="2025442" y="824103"/>
                  </a:lnTo>
                  <a:lnTo>
                    <a:pt x="2025596" y="824124"/>
                  </a:lnTo>
                  <a:lnTo>
                    <a:pt x="2026538" y="824251"/>
                  </a:lnTo>
                  <a:lnTo>
                    <a:pt x="2026705" y="824239"/>
                  </a:lnTo>
                  <a:lnTo>
                    <a:pt x="2026753" y="824236"/>
                  </a:lnTo>
                  <a:lnTo>
                    <a:pt x="2027218" y="824588"/>
                  </a:lnTo>
                  <a:lnTo>
                    <a:pt x="2027282" y="824637"/>
                  </a:lnTo>
                  <a:lnTo>
                    <a:pt x="2027351" y="824720"/>
                  </a:lnTo>
                  <a:lnTo>
                    <a:pt x="2027432" y="824817"/>
                  </a:lnTo>
                  <a:lnTo>
                    <a:pt x="2027450" y="824871"/>
                  </a:lnTo>
                  <a:lnTo>
                    <a:pt x="2027497" y="825010"/>
                  </a:lnTo>
                  <a:lnTo>
                    <a:pt x="2027476" y="825118"/>
                  </a:lnTo>
                  <a:lnTo>
                    <a:pt x="2027468" y="825161"/>
                  </a:lnTo>
                  <a:lnTo>
                    <a:pt x="2027437" y="825322"/>
                  </a:lnTo>
                  <a:lnTo>
                    <a:pt x="2027414" y="825344"/>
                  </a:lnTo>
                  <a:lnTo>
                    <a:pt x="2027253" y="825501"/>
                  </a:lnTo>
                  <a:lnTo>
                    <a:pt x="2027090" y="825658"/>
                  </a:lnTo>
                  <a:lnTo>
                    <a:pt x="2026927" y="825876"/>
                  </a:lnTo>
                  <a:lnTo>
                    <a:pt x="2026917" y="825889"/>
                  </a:lnTo>
                  <a:lnTo>
                    <a:pt x="2026736" y="826132"/>
                  </a:lnTo>
                  <a:lnTo>
                    <a:pt x="2026679" y="826230"/>
                  </a:lnTo>
                  <a:lnTo>
                    <a:pt x="2026515" y="826575"/>
                  </a:lnTo>
                  <a:lnTo>
                    <a:pt x="2026508" y="826590"/>
                  </a:lnTo>
                  <a:lnTo>
                    <a:pt x="2026453" y="826704"/>
                  </a:lnTo>
                  <a:lnTo>
                    <a:pt x="2026454" y="826914"/>
                  </a:lnTo>
                  <a:lnTo>
                    <a:pt x="2026456" y="827110"/>
                  </a:lnTo>
                  <a:lnTo>
                    <a:pt x="2026470" y="827187"/>
                  </a:lnTo>
                  <a:lnTo>
                    <a:pt x="2026293" y="827352"/>
                  </a:lnTo>
                  <a:lnTo>
                    <a:pt x="2026229" y="827349"/>
                  </a:lnTo>
                  <a:lnTo>
                    <a:pt x="2026176" y="827346"/>
                  </a:lnTo>
                  <a:lnTo>
                    <a:pt x="2026116" y="827427"/>
                  </a:lnTo>
                  <a:lnTo>
                    <a:pt x="2026120" y="827530"/>
                  </a:lnTo>
                  <a:lnTo>
                    <a:pt x="2026154" y="827696"/>
                  </a:lnTo>
                  <a:lnTo>
                    <a:pt x="2026430" y="828089"/>
                  </a:lnTo>
                  <a:lnTo>
                    <a:pt x="2026483" y="828129"/>
                  </a:lnTo>
                  <a:lnTo>
                    <a:pt x="2026516" y="828128"/>
                  </a:lnTo>
                  <a:lnTo>
                    <a:pt x="2026599" y="828118"/>
                  </a:lnTo>
                  <a:lnTo>
                    <a:pt x="2026607" y="828087"/>
                  </a:lnTo>
                  <a:lnTo>
                    <a:pt x="2026664" y="828078"/>
                  </a:lnTo>
                  <a:lnTo>
                    <a:pt x="2026690" y="828108"/>
                  </a:lnTo>
                  <a:lnTo>
                    <a:pt x="2026802" y="828238"/>
                  </a:lnTo>
                  <a:lnTo>
                    <a:pt x="2026803" y="828249"/>
                  </a:lnTo>
                  <a:lnTo>
                    <a:pt x="2026814" y="828326"/>
                  </a:lnTo>
                  <a:lnTo>
                    <a:pt x="2026840" y="828507"/>
                  </a:lnTo>
                  <a:lnTo>
                    <a:pt x="2026778" y="828648"/>
                  </a:lnTo>
                  <a:lnTo>
                    <a:pt x="2026746" y="828682"/>
                  </a:lnTo>
                  <a:lnTo>
                    <a:pt x="2026702" y="828632"/>
                  </a:lnTo>
                  <a:lnTo>
                    <a:pt x="2026530" y="828754"/>
                  </a:lnTo>
                  <a:lnTo>
                    <a:pt x="2026329" y="828896"/>
                  </a:lnTo>
                  <a:lnTo>
                    <a:pt x="2026187" y="828997"/>
                  </a:lnTo>
                  <a:lnTo>
                    <a:pt x="2026136" y="829087"/>
                  </a:lnTo>
                  <a:lnTo>
                    <a:pt x="2026108" y="829205"/>
                  </a:lnTo>
                  <a:lnTo>
                    <a:pt x="2026112" y="829246"/>
                  </a:lnTo>
                  <a:lnTo>
                    <a:pt x="2026154" y="829322"/>
                  </a:lnTo>
                  <a:lnTo>
                    <a:pt x="2026157" y="829420"/>
                  </a:lnTo>
                  <a:lnTo>
                    <a:pt x="2026021" y="829490"/>
                  </a:lnTo>
                  <a:lnTo>
                    <a:pt x="2025944" y="829529"/>
                  </a:lnTo>
                  <a:lnTo>
                    <a:pt x="2025906" y="829517"/>
                  </a:lnTo>
                  <a:lnTo>
                    <a:pt x="2025807" y="829484"/>
                  </a:lnTo>
                  <a:lnTo>
                    <a:pt x="2025603" y="829271"/>
                  </a:lnTo>
                  <a:lnTo>
                    <a:pt x="2025358" y="829280"/>
                  </a:lnTo>
                  <a:lnTo>
                    <a:pt x="2025294" y="829283"/>
                  </a:lnTo>
                  <a:lnTo>
                    <a:pt x="2024775" y="829302"/>
                  </a:lnTo>
                  <a:lnTo>
                    <a:pt x="2024598" y="829265"/>
                  </a:lnTo>
                  <a:lnTo>
                    <a:pt x="2024491" y="829306"/>
                  </a:lnTo>
                  <a:lnTo>
                    <a:pt x="2024482" y="829309"/>
                  </a:lnTo>
                  <a:lnTo>
                    <a:pt x="2024300" y="829953"/>
                  </a:lnTo>
                  <a:lnTo>
                    <a:pt x="2024296" y="829967"/>
                  </a:lnTo>
                  <a:lnTo>
                    <a:pt x="2024312" y="829980"/>
                  </a:lnTo>
                  <a:lnTo>
                    <a:pt x="2024403" y="830058"/>
                  </a:lnTo>
                  <a:lnTo>
                    <a:pt x="2024545" y="830180"/>
                  </a:lnTo>
                  <a:lnTo>
                    <a:pt x="2024638" y="830280"/>
                  </a:lnTo>
                  <a:lnTo>
                    <a:pt x="2024748" y="830550"/>
                  </a:lnTo>
                  <a:lnTo>
                    <a:pt x="2024816" y="830931"/>
                  </a:lnTo>
                  <a:lnTo>
                    <a:pt x="2024816" y="830960"/>
                  </a:lnTo>
                  <a:lnTo>
                    <a:pt x="2024814" y="831207"/>
                  </a:lnTo>
                  <a:lnTo>
                    <a:pt x="2024503" y="831363"/>
                  </a:lnTo>
                  <a:lnTo>
                    <a:pt x="2024221" y="831529"/>
                  </a:lnTo>
                  <a:lnTo>
                    <a:pt x="2024116" y="831648"/>
                  </a:lnTo>
                  <a:lnTo>
                    <a:pt x="2023903" y="831888"/>
                  </a:lnTo>
                  <a:lnTo>
                    <a:pt x="2023766" y="832043"/>
                  </a:lnTo>
                  <a:lnTo>
                    <a:pt x="2023712" y="832159"/>
                  </a:lnTo>
                  <a:lnTo>
                    <a:pt x="2023527" y="832568"/>
                  </a:lnTo>
                  <a:lnTo>
                    <a:pt x="2023556" y="832603"/>
                  </a:lnTo>
                  <a:lnTo>
                    <a:pt x="2023709" y="832785"/>
                  </a:lnTo>
                  <a:lnTo>
                    <a:pt x="2023796" y="832816"/>
                  </a:lnTo>
                  <a:lnTo>
                    <a:pt x="2023823" y="832843"/>
                  </a:lnTo>
                  <a:lnTo>
                    <a:pt x="2023866" y="832947"/>
                  </a:lnTo>
                  <a:lnTo>
                    <a:pt x="2023802" y="833070"/>
                  </a:lnTo>
                  <a:lnTo>
                    <a:pt x="2023694" y="833174"/>
                  </a:lnTo>
                  <a:lnTo>
                    <a:pt x="2023524" y="833167"/>
                  </a:lnTo>
                  <a:lnTo>
                    <a:pt x="2023336" y="833159"/>
                  </a:lnTo>
                  <a:lnTo>
                    <a:pt x="2023335" y="833410"/>
                  </a:lnTo>
                  <a:lnTo>
                    <a:pt x="2023216" y="833453"/>
                  </a:lnTo>
                  <a:lnTo>
                    <a:pt x="2023211" y="833451"/>
                  </a:lnTo>
                  <a:lnTo>
                    <a:pt x="2023156" y="833430"/>
                  </a:lnTo>
                  <a:lnTo>
                    <a:pt x="2023155" y="833360"/>
                  </a:lnTo>
                  <a:lnTo>
                    <a:pt x="2023155" y="833222"/>
                  </a:lnTo>
                  <a:lnTo>
                    <a:pt x="2022965" y="833022"/>
                  </a:lnTo>
                  <a:lnTo>
                    <a:pt x="2022903" y="832984"/>
                  </a:lnTo>
                  <a:lnTo>
                    <a:pt x="2022825" y="832978"/>
                  </a:lnTo>
                  <a:lnTo>
                    <a:pt x="2022696" y="833024"/>
                  </a:lnTo>
                  <a:lnTo>
                    <a:pt x="2022692" y="833037"/>
                  </a:lnTo>
                  <a:lnTo>
                    <a:pt x="2022674" y="833095"/>
                  </a:lnTo>
                  <a:lnTo>
                    <a:pt x="2022619" y="833093"/>
                  </a:lnTo>
                  <a:lnTo>
                    <a:pt x="2022339" y="832927"/>
                  </a:lnTo>
                  <a:lnTo>
                    <a:pt x="2022323" y="832917"/>
                  </a:lnTo>
                  <a:lnTo>
                    <a:pt x="2022306" y="832894"/>
                  </a:lnTo>
                  <a:lnTo>
                    <a:pt x="2022192" y="832733"/>
                  </a:lnTo>
                  <a:lnTo>
                    <a:pt x="2022196" y="832717"/>
                  </a:lnTo>
                  <a:lnTo>
                    <a:pt x="2022272" y="832683"/>
                  </a:lnTo>
                  <a:lnTo>
                    <a:pt x="2022298" y="832623"/>
                  </a:lnTo>
                  <a:lnTo>
                    <a:pt x="2022301" y="832512"/>
                  </a:lnTo>
                  <a:lnTo>
                    <a:pt x="2022308" y="832241"/>
                  </a:lnTo>
                  <a:lnTo>
                    <a:pt x="2022269" y="832148"/>
                  </a:lnTo>
                  <a:lnTo>
                    <a:pt x="2022291" y="831788"/>
                  </a:lnTo>
                  <a:lnTo>
                    <a:pt x="2022377" y="831670"/>
                  </a:lnTo>
                  <a:lnTo>
                    <a:pt x="2022602" y="831360"/>
                  </a:lnTo>
                  <a:lnTo>
                    <a:pt x="2022628" y="831295"/>
                  </a:lnTo>
                  <a:lnTo>
                    <a:pt x="2022629" y="831222"/>
                  </a:lnTo>
                  <a:lnTo>
                    <a:pt x="2022580" y="831023"/>
                  </a:lnTo>
                  <a:lnTo>
                    <a:pt x="2022555" y="830966"/>
                  </a:lnTo>
                  <a:lnTo>
                    <a:pt x="2022548" y="830950"/>
                  </a:lnTo>
                  <a:lnTo>
                    <a:pt x="2022517" y="830880"/>
                  </a:lnTo>
                  <a:lnTo>
                    <a:pt x="2022301" y="830651"/>
                  </a:lnTo>
                  <a:lnTo>
                    <a:pt x="2022217" y="830591"/>
                  </a:lnTo>
                  <a:lnTo>
                    <a:pt x="2022060" y="830477"/>
                  </a:lnTo>
                  <a:lnTo>
                    <a:pt x="2021962" y="830455"/>
                  </a:lnTo>
                  <a:lnTo>
                    <a:pt x="2021879" y="830406"/>
                  </a:lnTo>
                  <a:lnTo>
                    <a:pt x="2021714" y="830311"/>
                  </a:lnTo>
                  <a:lnTo>
                    <a:pt x="2021608" y="830198"/>
                  </a:lnTo>
                  <a:lnTo>
                    <a:pt x="2021694" y="829808"/>
                  </a:lnTo>
                  <a:lnTo>
                    <a:pt x="2021875" y="829452"/>
                  </a:lnTo>
                  <a:lnTo>
                    <a:pt x="2021855" y="829393"/>
                  </a:lnTo>
                  <a:lnTo>
                    <a:pt x="2021734" y="829025"/>
                  </a:lnTo>
                  <a:lnTo>
                    <a:pt x="2021729" y="829009"/>
                  </a:lnTo>
                  <a:lnTo>
                    <a:pt x="2021704" y="828963"/>
                  </a:lnTo>
                  <a:lnTo>
                    <a:pt x="2021683" y="828924"/>
                  </a:lnTo>
                  <a:lnTo>
                    <a:pt x="2021544" y="828828"/>
                  </a:lnTo>
                  <a:lnTo>
                    <a:pt x="2021495" y="828809"/>
                  </a:lnTo>
                  <a:lnTo>
                    <a:pt x="2021082" y="828649"/>
                  </a:lnTo>
                  <a:lnTo>
                    <a:pt x="2020907" y="828581"/>
                  </a:lnTo>
                  <a:lnTo>
                    <a:pt x="2020656" y="828528"/>
                  </a:lnTo>
                  <a:lnTo>
                    <a:pt x="2020637" y="828541"/>
                  </a:lnTo>
                  <a:lnTo>
                    <a:pt x="2020614" y="828557"/>
                  </a:lnTo>
                  <a:lnTo>
                    <a:pt x="2020623" y="828746"/>
                  </a:lnTo>
                  <a:lnTo>
                    <a:pt x="2020616" y="828761"/>
                  </a:lnTo>
                  <a:lnTo>
                    <a:pt x="2020582" y="828769"/>
                  </a:lnTo>
                  <a:lnTo>
                    <a:pt x="2019794" y="828827"/>
                  </a:lnTo>
                  <a:lnTo>
                    <a:pt x="2018152" y="828950"/>
                  </a:lnTo>
                  <a:lnTo>
                    <a:pt x="2018132" y="828937"/>
                  </a:lnTo>
                  <a:lnTo>
                    <a:pt x="2017637" y="829071"/>
                  </a:lnTo>
                  <a:lnTo>
                    <a:pt x="2017635" y="829097"/>
                  </a:lnTo>
                  <a:lnTo>
                    <a:pt x="2017618" y="829267"/>
                  </a:lnTo>
                  <a:lnTo>
                    <a:pt x="2017614" y="829300"/>
                  </a:lnTo>
                  <a:lnTo>
                    <a:pt x="2017612" y="829324"/>
                  </a:lnTo>
                  <a:lnTo>
                    <a:pt x="2017672" y="829361"/>
                  </a:lnTo>
                  <a:lnTo>
                    <a:pt x="2017709" y="829360"/>
                  </a:lnTo>
                  <a:lnTo>
                    <a:pt x="2017874" y="829354"/>
                  </a:lnTo>
                  <a:lnTo>
                    <a:pt x="2017939" y="829391"/>
                  </a:lnTo>
                  <a:lnTo>
                    <a:pt x="2017966" y="829427"/>
                  </a:lnTo>
                  <a:lnTo>
                    <a:pt x="2017978" y="829497"/>
                  </a:lnTo>
                  <a:lnTo>
                    <a:pt x="2017979" y="829504"/>
                  </a:lnTo>
                  <a:lnTo>
                    <a:pt x="2017882" y="829699"/>
                  </a:lnTo>
                  <a:lnTo>
                    <a:pt x="2017887" y="829782"/>
                  </a:lnTo>
                  <a:lnTo>
                    <a:pt x="2018064" y="830003"/>
                  </a:lnTo>
                  <a:lnTo>
                    <a:pt x="2018068" y="830070"/>
                  </a:lnTo>
                  <a:lnTo>
                    <a:pt x="2018040" y="830172"/>
                  </a:lnTo>
                  <a:lnTo>
                    <a:pt x="2017966" y="830270"/>
                  </a:lnTo>
                  <a:lnTo>
                    <a:pt x="2017889" y="830315"/>
                  </a:lnTo>
                  <a:lnTo>
                    <a:pt x="2017793" y="830334"/>
                  </a:lnTo>
                  <a:lnTo>
                    <a:pt x="2017707" y="830323"/>
                  </a:lnTo>
                  <a:lnTo>
                    <a:pt x="2017432" y="830290"/>
                  </a:lnTo>
                  <a:lnTo>
                    <a:pt x="2017252" y="830268"/>
                  </a:lnTo>
                  <a:lnTo>
                    <a:pt x="2017223" y="830167"/>
                  </a:lnTo>
                  <a:lnTo>
                    <a:pt x="2017217" y="830166"/>
                  </a:lnTo>
                  <a:lnTo>
                    <a:pt x="2017188" y="830162"/>
                  </a:lnTo>
                  <a:lnTo>
                    <a:pt x="2017164" y="830158"/>
                  </a:lnTo>
                  <a:lnTo>
                    <a:pt x="2017108" y="830150"/>
                  </a:lnTo>
                  <a:lnTo>
                    <a:pt x="2016995" y="830134"/>
                  </a:lnTo>
                  <a:lnTo>
                    <a:pt x="2016941" y="830170"/>
                  </a:lnTo>
                  <a:lnTo>
                    <a:pt x="2016826" y="830304"/>
                  </a:lnTo>
                  <a:lnTo>
                    <a:pt x="2016665" y="830491"/>
                  </a:lnTo>
                  <a:lnTo>
                    <a:pt x="2016367" y="830838"/>
                  </a:lnTo>
                  <a:lnTo>
                    <a:pt x="2016351" y="830877"/>
                  </a:lnTo>
                  <a:lnTo>
                    <a:pt x="2016403" y="830902"/>
                  </a:lnTo>
                  <a:lnTo>
                    <a:pt x="2016435" y="830917"/>
                  </a:lnTo>
                  <a:lnTo>
                    <a:pt x="2016499" y="830911"/>
                  </a:lnTo>
                  <a:lnTo>
                    <a:pt x="2016519" y="830909"/>
                  </a:lnTo>
                  <a:lnTo>
                    <a:pt x="2016610" y="830900"/>
                  </a:lnTo>
                  <a:lnTo>
                    <a:pt x="2016675" y="831061"/>
                  </a:lnTo>
                  <a:lnTo>
                    <a:pt x="2016695" y="831110"/>
                  </a:lnTo>
                  <a:lnTo>
                    <a:pt x="2016679" y="831221"/>
                  </a:lnTo>
                  <a:lnTo>
                    <a:pt x="2016649" y="831261"/>
                  </a:lnTo>
                  <a:lnTo>
                    <a:pt x="2016573" y="831312"/>
                  </a:lnTo>
                  <a:lnTo>
                    <a:pt x="2016515" y="831323"/>
                  </a:lnTo>
                  <a:lnTo>
                    <a:pt x="2016425" y="831312"/>
                  </a:lnTo>
                  <a:lnTo>
                    <a:pt x="2016365" y="831286"/>
                  </a:lnTo>
                  <a:lnTo>
                    <a:pt x="2016360" y="831281"/>
                  </a:lnTo>
                  <a:lnTo>
                    <a:pt x="2016315" y="831240"/>
                  </a:lnTo>
                  <a:lnTo>
                    <a:pt x="2016289" y="831191"/>
                  </a:lnTo>
                  <a:lnTo>
                    <a:pt x="2016288" y="831094"/>
                  </a:lnTo>
                  <a:lnTo>
                    <a:pt x="2016200" y="831041"/>
                  </a:lnTo>
                  <a:lnTo>
                    <a:pt x="2016152" y="831040"/>
                  </a:lnTo>
                  <a:lnTo>
                    <a:pt x="2016089" y="831084"/>
                  </a:lnTo>
                  <a:lnTo>
                    <a:pt x="2016010" y="831163"/>
                  </a:lnTo>
                  <a:lnTo>
                    <a:pt x="2015968" y="831238"/>
                  </a:lnTo>
                  <a:lnTo>
                    <a:pt x="2015887" y="831570"/>
                  </a:lnTo>
                  <a:lnTo>
                    <a:pt x="2015726" y="831908"/>
                  </a:lnTo>
                  <a:lnTo>
                    <a:pt x="2015646" y="832010"/>
                  </a:lnTo>
                  <a:lnTo>
                    <a:pt x="2015400" y="832326"/>
                  </a:lnTo>
                  <a:lnTo>
                    <a:pt x="2015388" y="832367"/>
                  </a:lnTo>
                  <a:lnTo>
                    <a:pt x="2015278" y="832772"/>
                  </a:lnTo>
                  <a:lnTo>
                    <a:pt x="2015256" y="832849"/>
                  </a:lnTo>
                  <a:lnTo>
                    <a:pt x="2015247" y="832928"/>
                  </a:lnTo>
                  <a:lnTo>
                    <a:pt x="2015230" y="833078"/>
                  </a:lnTo>
                  <a:lnTo>
                    <a:pt x="2015233" y="833171"/>
                  </a:lnTo>
                  <a:lnTo>
                    <a:pt x="2015236" y="833244"/>
                  </a:lnTo>
                  <a:lnTo>
                    <a:pt x="2015277" y="833407"/>
                  </a:lnTo>
                  <a:lnTo>
                    <a:pt x="2015363" y="833541"/>
                  </a:lnTo>
                  <a:lnTo>
                    <a:pt x="2015523" y="833722"/>
                  </a:lnTo>
                  <a:lnTo>
                    <a:pt x="2015623" y="833785"/>
                  </a:lnTo>
                  <a:lnTo>
                    <a:pt x="2015689" y="833785"/>
                  </a:lnTo>
                  <a:lnTo>
                    <a:pt x="2016028" y="833783"/>
                  </a:lnTo>
                  <a:lnTo>
                    <a:pt x="2016102" y="833824"/>
                  </a:lnTo>
                  <a:lnTo>
                    <a:pt x="2016143" y="833847"/>
                  </a:lnTo>
                  <a:lnTo>
                    <a:pt x="2016422" y="834000"/>
                  </a:lnTo>
                  <a:lnTo>
                    <a:pt x="2016624" y="834176"/>
                  </a:lnTo>
                  <a:lnTo>
                    <a:pt x="2016954" y="834632"/>
                  </a:lnTo>
                  <a:lnTo>
                    <a:pt x="2016964" y="834646"/>
                  </a:lnTo>
                  <a:lnTo>
                    <a:pt x="2017033" y="834741"/>
                  </a:lnTo>
                  <a:lnTo>
                    <a:pt x="2017086" y="834901"/>
                  </a:lnTo>
                  <a:lnTo>
                    <a:pt x="2017094" y="834926"/>
                  </a:lnTo>
                  <a:lnTo>
                    <a:pt x="2017114" y="834987"/>
                  </a:lnTo>
                  <a:lnTo>
                    <a:pt x="2017141" y="835067"/>
                  </a:lnTo>
                  <a:lnTo>
                    <a:pt x="2017165" y="835141"/>
                  </a:lnTo>
                  <a:lnTo>
                    <a:pt x="2017173" y="835165"/>
                  </a:lnTo>
                  <a:lnTo>
                    <a:pt x="2017124" y="835251"/>
                  </a:lnTo>
                  <a:lnTo>
                    <a:pt x="2017017" y="835435"/>
                  </a:lnTo>
                  <a:lnTo>
                    <a:pt x="2016950" y="835486"/>
                  </a:lnTo>
                  <a:lnTo>
                    <a:pt x="2016889" y="835474"/>
                  </a:lnTo>
                  <a:lnTo>
                    <a:pt x="2016838" y="835439"/>
                  </a:lnTo>
                  <a:lnTo>
                    <a:pt x="2016691" y="835338"/>
                  </a:lnTo>
                  <a:lnTo>
                    <a:pt x="2016548" y="835297"/>
                  </a:lnTo>
                  <a:lnTo>
                    <a:pt x="2016245" y="835211"/>
                  </a:lnTo>
                  <a:lnTo>
                    <a:pt x="2016203" y="835199"/>
                  </a:lnTo>
                  <a:lnTo>
                    <a:pt x="2016015" y="835179"/>
                  </a:lnTo>
                  <a:lnTo>
                    <a:pt x="2015933" y="835186"/>
                  </a:lnTo>
                  <a:lnTo>
                    <a:pt x="2015818" y="835196"/>
                  </a:lnTo>
                  <a:lnTo>
                    <a:pt x="2015577" y="835264"/>
                  </a:lnTo>
                  <a:lnTo>
                    <a:pt x="2015425" y="835307"/>
                  </a:lnTo>
                  <a:lnTo>
                    <a:pt x="2015068" y="835408"/>
                  </a:lnTo>
                  <a:lnTo>
                    <a:pt x="2015037" y="835358"/>
                  </a:lnTo>
                  <a:lnTo>
                    <a:pt x="2014997" y="835295"/>
                  </a:lnTo>
                  <a:lnTo>
                    <a:pt x="2014964" y="835241"/>
                  </a:lnTo>
                  <a:lnTo>
                    <a:pt x="2014909" y="835208"/>
                  </a:lnTo>
                  <a:lnTo>
                    <a:pt x="2014810" y="835150"/>
                  </a:lnTo>
                  <a:lnTo>
                    <a:pt x="2014626" y="835053"/>
                  </a:lnTo>
                  <a:lnTo>
                    <a:pt x="2014520" y="835015"/>
                  </a:lnTo>
                  <a:lnTo>
                    <a:pt x="2014466" y="834996"/>
                  </a:lnTo>
                  <a:lnTo>
                    <a:pt x="2014256" y="834922"/>
                  </a:lnTo>
                  <a:lnTo>
                    <a:pt x="2014224" y="834911"/>
                  </a:lnTo>
                  <a:lnTo>
                    <a:pt x="2014216" y="834908"/>
                  </a:lnTo>
                  <a:lnTo>
                    <a:pt x="2014093" y="834959"/>
                  </a:lnTo>
                  <a:lnTo>
                    <a:pt x="2013735" y="835109"/>
                  </a:lnTo>
                  <a:lnTo>
                    <a:pt x="2013692" y="835151"/>
                  </a:lnTo>
                  <a:lnTo>
                    <a:pt x="2013695" y="835166"/>
                  </a:lnTo>
                  <a:lnTo>
                    <a:pt x="2013698" y="835175"/>
                  </a:lnTo>
                  <a:lnTo>
                    <a:pt x="2013892" y="835298"/>
                  </a:lnTo>
                  <a:lnTo>
                    <a:pt x="2013720" y="835587"/>
                  </a:lnTo>
                  <a:lnTo>
                    <a:pt x="2013467" y="835514"/>
                  </a:lnTo>
                  <a:lnTo>
                    <a:pt x="2013396" y="835755"/>
                  </a:lnTo>
                  <a:lnTo>
                    <a:pt x="2013727" y="835801"/>
                  </a:lnTo>
                  <a:lnTo>
                    <a:pt x="2013771" y="835808"/>
                  </a:lnTo>
                  <a:lnTo>
                    <a:pt x="2013833" y="835816"/>
                  </a:lnTo>
                  <a:lnTo>
                    <a:pt x="2013864" y="835840"/>
                  </a:lnTo>
                  <a:lnTo>
                    <a:pt x="2013863" y="836259"/>
                  </a:lnTo>
                  <a:lnTo>
                    <a:pt x="2013923" y="836291"/>
                  </a:lnTo>
                  <a:lnTo>
                    <a:pt x="2013972" y="836321"/>
                  </a:lnTo>
                  <a:lnTo>
                    <a:pt x="2014110" y="836409"/>
                  </a:lnTo>
                  <a:lnTo>
                    <a:pt x="2014126" y="836588"/>
                  </a:lnTo>
                  <a:lnTo>
                    <a:pt x="2014118" y="836639"/>
                  </a:lnTo>
                  <a:lnTo>
                    <a:pt x="2014104" y="836740"/>
                  </a:lnTo>
                  <a:lnTo>
                    <a:pt x="2014089" y="836838"/>
                  </a:lnTo>
                  <a:lnTo>
                    <a:pt x="2013817" y="837092"/>
                  </a:lnTo>
                  <a:lnTo>
                    <a:pt x="2013747" y="837093"/>
                  </a:lnTo>
                  <a:lnTo>
                    <a:pt x="2013656" y="837073"/>
                  </a:lnTo>
                  <a:lnTo>
                    <a:pt x="2013605" y="837082"/>
                  </a:lnTo>
                  <a:lnTo>
                    <a:pt x="2013534" y="837134"/>
                  </a:lnTo>
                  <a:lnTo>
                    <a:pt x="2013412" y="837223"/>
                  </a:lnTo>
                  <a:lnTo>
                    <a:pt x="2013393" y="837237"/>
                  </a:lnTo>
                  <a:lnTo>
                    <a:pt x="2013355" y="837339"/>
                  </a:lnTo>
                  <a:lnTo>
                    <a:pt x="2013407" y="837700"/>
                  </a:lnTo>
                  <a:lnTo>
                    <a:pt x="2013437" y="837783"/>
                  </a:lnTo>
                  <a:lnTo>
                    <a:pt x="2013467" y="837822"/>
                  </a:lnTo>
                  <a:lnTo>
                    <a:pt x="2013710" y="838148"/>
                  </a:lnTo>
                  <a:lnTo>
                    <a:pt x="2013725" y="838161"/>
                  </a:lnTo>
                  <a:lnTo>
                    <a:pt x="2013749" y="838182"/>
                  </a:lnTo>
                  <a:lnTo>
                    <a:pt x="2013894" y="838142"/>
                  </a:lnTo>
                  <a:lnTo>
                    <a:pt x="2014377" y="838010"/>
                  </a:lnTo>
                  <a:lnTo>
                    <a:pt x="2014539" y="837809"/>
                  </a:lnTo>
                  <a:lnTo>
                    <a:pt x="2014567" y="837774"/>
                  </a:lnTo>
                  <a:lnTo>
                    <a:pt x="2014605" y="837783"/>
                  </a:lnTo>
                  <a:lnTo>
                    <a:pt x="2014875" y="837964"/>
                  </a:lnTo>
                  <a:lnTo>
                    <a:pt x="2014890" y="838043"/>
                  </a:lnTo>
                  <a:lnTo>
                    <a:pt x="2014761" y="838573"/>
                  </a:lnTo>
                  <a:lnTo>
                    <a:pt x="2014673" y="838755"/>
                  </a:lnTo>
                  <a:lnTo>
                    <a:pt x="2014638" y="838827"/>
                  </a:lnTo>
                  <a:lnTo>
                    <a:pt x="2014626" y="838851"/>
                  </a:lnTo>
                  <a:lnTo>
                    <a:pt x="2014634" y="838910"/>
                  </a:lnTo>
                  <a:lnTo>
                    <a:pt x="2014783" y="839105"/>
                  </a:lnTo>
                  <a:lnTo>
                    <a:pt x="2014927" y="839205"/>
                  </a:lnTo>
                  <a:lnTo>
                    <a:pt x="2014947" y="839272"/>
                  </a:lnTo>
                  <a:lnTo>
                    <a:pt x="2014745" y="839411"/>
                  </a:lnTo>
                  <a:lnTo>
                    <a:pt x="2014644" y="839451"/>
                  </a:lnTo>
                  <a:lnTo>
                    <a:pt x="2014470" y="839572"/>
                  </a:lnTo>
                  <a:lnTo>
                    <a:pt x="2014395" y="839720"/>
                  </a:lnTo>
                  <a:lnTo>
                    <a:pt x="2014392" y="839862"/>
                  </a:lnTo>
                  <a:lnTo>
                    <a:pt x="2014442" y="839983"/>
                  </a:lnTo>
                  <a:lnTo>
                    <a:pt x="2014490" y="839988"/>
                  </a:lnTo>
                  <a:lnTo>
                    <a:pt x="2014527" y="839991"/>
                  </a:lnTo>
                  <a:lnTo>
                    <a:pt x="2014654" y="840101"/>
                  </a:lnTo>
                  <a:lnTo>
                    <a:pt x="2014785" y="840265"/>
                  </a:lnTo>
                  <a:lnTo>
                    <a:pt x="2014873" y="840374"/>
                  </a:lnTo>
                  <a:lnTo>
                    <a:pt x="2014892" y="840578"/>
                  </a:lnTo>
                  <a:lnTo>
                    <a:pt x="2014969" y="840843"/>
                  </a:lnTo>
                  <a:lnTo>
                    <a:pt x="2014998" y="840905"/>
                  </a:lnTo>
                  <a:lnTo>
                    <a:pt x="2015033" y="840982"/>
                  </a:lnTo>
                  <a:lnTo>
                    <a:pt x="2015106" y="841143"/>
                  </a:lnTo>
                  <a:lnTo>
                    <a:pt x="2015126" y="841187"/>
                  </a:lnTo>
                  <a:lnTo>
                    <a:pt x="2015169" y="841282"/>
                  </a:lnTo>
                  <a:lnTo>
                    <a:pt x="2015190" y="841370"/>
                  </a:lnTo>
                  <a:lnTo>
                    <a:pt x="2015200" y="841413"/>
                  </a:lnTo>
                  <a:lnTo>
                    <a:pt x="2015215" y="841473"/>
                  </a:lnTo>
                  <a:lnTo>
                    <a:pt x="2015227" y="841581"/>
                  </a:lnTo>
                  <a:lnTo>
                    <a:pt x="2015245" y="841747"/>
                  </a:lnTo>
                  <a:lnTo>
                    <a:pt x="2015221" y="841781"/>
                  </a:lnTo>
                  <a:lnTo>
                    <a:pt x="2015199" y="841775"/>
                  </a:lnTo>
                  <a:lnTo>
                    <a:pt x="2015114" y="841749"/>
                  </a:lnTo>
                  <a:lnTo>
                    <a:pt x="2015029" y="841830"/>
                  </a:lnTo>
                  <a:lnTo>
                    <a:pt x="2014944" y="842088"/>
                  </a:lnTo>
                  <a:lnTo>
                    <a:pt x="2014982" y="842252"/>
                  </a:lnTo>
                  <a:lnTo>
                    <a:pt x="2015022" y="842339"/>
                  </a:lnTo>
                  <a:lnTo>
                    <a:pt x="2015174" y="842407"/>
                  </a:lnTo>
                  <a:lnTo>
                    <a:pt x="2015218" y="842455"/>
                  </a:lnTo>
                  <a:lnTo>
                    <a:pt x="2015220" y="842602"/>
                  </a:lnTo>
                  <a:lnTo>
                    <a:pt x="2015181" y="842736"/>
                  </a:lnTo>
                  <a:lnTo>
                    <a:pt x="2015170" y="842752"/>
                  </a:lnTo>
                  <a:lnTo>
                    <a:pt x="2015139" y="842801"/>
                  </a:lnTo>
                  <a:lnTo>
                    <a:pt x="2015094" y="842869"/>
                  </a:lnTo>
                  <a:lnTo>
                    <a:pt x="2015070" y="842906"/>
                  </a:lnTo>
                  <a:lnTo>
                    <a:pt x="2015334" y="843613"/>
                  </a:lnTo>
                  <a:lnTo>
                    <a:pt x="2015217" y="843850"/>
                  </a:lnTo>
                  <a:lnTo>
                    <a:pt x="2015221" y="843899"/>
                  </a:lnTo>
                  <a:lnTo>
                    <a:pt x="2015255" y="843962"/>
                  </a:lnTo>
                  <a:lnTo>
                    <a:pt x="2015380" y="844009"/>
                  </a:lnTo>
                  <a:lnTo>
                    <a:pt x="2015513" y="844043"/>
                  </a:lnTo>
                  <a:lnTo>
                    <a:pt x="2015522" y="844042"/>
                  </a:lnTo>
                  <a:lnTo>
                    <a:pt x="2015653" y="844023"/>
                  </a:lnTo>
                  <a:lnTo>
                    <a:pt x="2015737" y="844063"/>
                  </a:lnTo>
                  <a:lnTo>
                    <a:pt x="2015748" y="844110"/>
                  </a:lnTo>
                  <a:lnTo>
                    <a:pt x="2015731" y="844193"/>
                  </a:lnTo>
                  <a:lnTo>
                    <a:pt x="2015690" y="844400"/>
                  </a:lnTo>
                  <a:lnTo>
                    <a:pt x="2015644" y="844468"/>
                  </a:lnTo>
                  <a:lnTo>
                    <a:pt x="2015594" y="844543"/>
                  </a:lnTo>
                  <a:lnTo>
                    <a:pt x="2015656" y="844639"/>
                  </a:lnTo>
                  <a:lnTo>
                    <a:pt x="2015714" y="844699"/>
                  </a:lnTo>
                  <a:lnTo>
                    <a:pt x="2015760" y="844718"/>
                  </a:lnTo>
                  <a:lnTo>
                    <a:pt x="2015922" y="844688"/>
                  </a:lnTo>
                  <a:lnTo>
                    <a:pt x="2016105" y="844634"/>
                  </a:lnTo>
                  <a:lnTo>
                    <a:pt x="2016349" y="844749"/>
                  </a:lnTo>
                  <a:lnTo>
                    <a:pt x="2016378" y="844762"/>
                  </a:lnTo>
                  <a:lnTo>
                    <a:pt x="2016402" y="844813"/>
                  </a:lnTo>
                  <a:lnTo>
                    <a:pt x="2016381" y="844852"/>
                  </a:lnTo>
                  <a:lnTo>
                    <a:pt x="2016280" y="844903"/>
                  </a:lnTo>
                  <a:lnTo>
                    <a:pt x="2016108" y="844968"/>
                  </a:lnTo>
                  <a:lnTo>
                    <a:pt x="2016080" y="844979"/>
                  </a:lnTo>
                  <a:lnTo>
                    <a:pt x="2015890" y="845051"/>
                  </a:lnTo>
                  <a:lnTo>
                    <a:pt x="2015556" y="845091"/>
                  </a:lnTo>
                  <a:lnTo>
                    <a:pt x="2015334" y="845118"/>
                  </a:lnTo>
                  <a:lnTo>
                    <a:pt x="2015031" y="845084"/>
                  </a:lnTo>
                  <a:lnTo>
                    <a:pt x="2014950" y="845024"/>
                  </a:lnTo>
                  <a:lnTo>
                    <a:pt x="2014864" y="844960"/>
                  </a:lnTo>
                  <a:lnTo>
                    <a:pt x="2014536" y="844776"/>
                  </a:lnTo>
                  <a:lnTo>
                    <a:pt x="2014413" y="844765"/>
                  </a:lnTo>
                  <a:lnTo>
                    <a:pt x="2014335" y="844759"/>
                  </a:lnTo>
                  <a:lnTo>
                    <a:pt x="2014308" y="844757"/>
                  </a:lnTo>
                  <a:lnTo>
                    <a:pt x="2014222" y="844816"/>
                  </a:lnTo>
                  <a:lnTo>
                    <a:pt x="2014105" y="844897"/>
                  </a:lnTo>
                  <a:lnTo>
                    <a:pt x="2013980" y="844983"/>
                  </a:lnTo>
                  <a:lnTo>
                    <a:pt x="2013853" y="845086"/>
                  </a:lnTo>
                  <a:lnTo>
                    <a:pt x="2013844" y="845097"/>
                  </a:lnTo>
                  <a:lnTo>
                    <a:pt x="2013766" y="845190"/>
                  </a:lnTo>
                  <a:lnTo>
                    <a:pt x="2013619" y="845306"/>
                  </a:lnTo>
                  <a:lnTo>
                    <a:pt x="2013605" y="845317"/>
                  </a:lnTo>
                  <a:lnTo>
                    <a:pt x="2013559" y="845338"/>
                  </a:lnTo>
                  <a:lnTo>
                    <a:pt x="2013224" y="845486"/>
                  </a:lnTo>
                  <a:lnTo>
                    <a:pt x="2013028" y="845547"/>
                  </a:lnTo>
                  <a:lnTo>
                    <a:pt x="2012965" y="845566"/>
                  </a:lnTo>
                  <a:lnTo>
                    <a:pt x="2012871" y="845555"/>
                  </a:lnTo>
                  <a:lnTo>
                    <a:pt x="2012740" y="845540"/>
                  </a:lnTo>
                  <a:lnTo>
                    <a:pt x="2012734" y="845539"/>
                  </a:lnTo>
                  <a:lnTo>
                    <a:pt x="2012509" y="845448"/>
                  </a:lnTo>
                  <a:lnTo>
                    <a:pt x="2012397" y="845403"/>
                  </a:lnTo>
                  <a:lnTo>
                    <a:pt x="2012351" y="845318"/>
                  </a:lnTo>
                  <a:lnTo>
                    <a:pt x="2012243" y="845258"/>
                  </a:lnTo>
                  <a:lnTo>
                    <a:pt x="2012201" y="845261"/>
                  </a:lnTo>
                  <a:lnTo>
                    <a:pt x="2011960" y="845282"/>
                  </a:lnTo>
                  <a:lnTo>
                    <a:pt x="2011769" y="845417"/>
                  </a:lnTo>
                  <a:lnTo>
                    <a:pt x="2011696" y="845511"/>
                  </a:lnTo>
                  <a:lnTo>
                    <a:pt x="2011572" y="845672"/>
                  </a:lnTo>
                  <a:lnTo>
                    <a:pt x="2011567" y="845685"/>
                  </a:lnTo>
                  <a:lnTo>
                    <a:pt x="2011529" y="845774"/>
                  </a:lnTo>
                  <a:lnTo>
                    <a:pt x="2011501" y="845965"/>
                  </a:lnTo>
                  <a:lnTo>
                    <a:pt x="2011516" y="845986"/>
                  </a:lnTo>
                  <a:lnTo>
                    <a:pt x="2011592" y="846000"/>
                  </a:lnTo>
                  <a:lnTo>
                    <a:pt x="2011625" y="846111"/>
                  </a:lnTo>
                  <a:lnTo>
                    <a:pt x="2011607" y="846130"/>
                  </a:lnTo>
                  <a:lnTo>
                    <a:pt x="2011515" y="846224"/>
                  </a:lnTo>
                  <a:lnTo>
                    <a:pt x="2011425" y="846279"/>
                  </a:lnTo>
                  <a:lnTo>
                    <a:pt x="2011262" y="846381"/>
                  </a:lnTo>
                  <a:lnTo>
                    <a:pt x="2011051" y="846434"/>
                  </a:lnTo>
                  <a:lnTo>
                    <a:pt x="2010837" y="846489"/>
                  </a:lnTo>
                  <a:lnTo>
                    <a:pt x="2010677" y="846430"/>
                  </a:lnTo>
                  <a:lnTo>
                    <a:pt x="2010644" y="846418"/>
                  </a:lnTo>
                  <a:lnTo>
                    <a:pt x="2010647" y="846393"/>
                  </a:lnTo>
                  <a:lnTo>
                    <a:pt x="2010772" y="846310"/>
                  </a:lnTo>
                  <a:lnTo>
                    <a:pt x="2010812" y="846246"/>
                  </a:lnTo>
                  <a:lnTo>
                    <a:pt x="2010840" y="846135"/>
                  </a:lnTo>
                  <a:lnTo>
                    <a:pt x="2010831" y="845854"/>
                  </a:lnTo>
                  <a:lnTo>
                    <a:pt x="2010819" y="845845"/>
                  </a:lnTo>
                  <a:lnTo>
                    <a:pt x="2010646" y="845726"/>
                  </a:lnTo>
                  <a:lnTo>
                    <a:pt x="2010623" y="845716"/>
                  </a:lnTo>
                  <a:lnTo>
                    <a:pt x="2010116" y="845718"/>
                  </a:lnTo>
                  <a:lnTo>
                    <a:pt x="2010010" y="845831"/>
                  </a:lnTo>
                  <a:lnTo>
                    <a:pt x="2010010" y="845957"/>
                  </a:lnTo>
                  <a:lnTo>
                    <a:pt x="2009850" y="846066"/>
                  </a:lnTo>
                  <a:lnTo>
                    <a:pt x="2009822" y="846085"/>
                  </a:lnTo>
                  <a:lnTo>
                    <a:pt x="2009545" y="845913"/>
                  </a:lnTo>
                  <a:lnTo>
                    <a:pt x="2009247" y="845785"/>
                  </a:lnTo>
                  <a:lnTo>
                    <a:pt x="2009229" y="845777"/>
                  </a:lnTo>
                  <a:lnTo>
                    <a:pt x="2009125" y="845758"/>
                  </a:lnTo>
                  <a:lnTo>
                    <a:pt x="2008960" y="845875"/>
                  </a:lnTo>
                  <a:lnTo>
                    <a:pt x="2008763" y="846043"/>
                  </a:lnTo>
                  <a:lnTo>
                    <a:pt x="2008734" y="846119"/>
                  </a:lnTo>
                  <a:lnTo>
                    <a:pt x="2008760" y="846238"/>
                  </a:lnTo>
                  <a:lnTo>
                    <a:pt x="2008813" y="846277"/>
                  </a:lnTo>
                  <a:lnTo>
                    <a:pt x="2008849" y="846287"/>
                  </a:lnTo>
                  <a:lnTo>
                    <a:pt x="2008872" y="846264"/>
                  </a:lnTo>
                  <a:lnTo>
                    <a:pt x="2008904" y="846230"/>
                  </a:lnTo>
                  <a:lnTo>
                    <a:pt x="2008936" y="846262"/>
                  </a:lnTo>
                  <a:lnTo>
                    <a:pt x="2009228" y="846557"/>
                  </a:lnTo>
                  <a:lnTo>
                    <a:pt x="2009247" y="846637"/>
                  </a:lnTo>
                  <a:lnTo>
                    <a:pt x="2009210" y="846682"/>
                  </a:lnTo>
                  <a:lnTo>
                    <a:pt x="2009134" y="846773"/>
                  </a:lnTo>
                  <a:lnTo>
                    <a:pt x="2009110" y="846801"/>
                  </a:lnTo>
                  <a:lnTo>
                    <a:pt x="2009035" y="846817"/>
                  </a:lnTo>
                  <a:lnTo>
                    <a:pt x="2008621" y="846806"/>
                  </a:lnTo>
                  <a:lnTo>
                    <a:pt x="2008414" y="846777"/>
                  </a:lnTo>
                  <a:lnTo>
                    <a:pt x="2008264" y="846708"/>
                  </a:lnTo>
                  <a:lnTo>
                    <a:pt x="2008122" y="846622"/>
                  </a:lnTo>
                  <a:lnTo>
                    <a:pt x="2008080" y="846617"/>
                  </a:lnTo>
                  <a:lnTo>
                    <a:pt x="2008042" y="846623"/>
                  </a:lnTo>
                  <a:lnTo>
                    <a:pt x="2007912" y="846690"/>
                  </a:lnTo>
                  <a:lnTo>
                    <a:pt x="2007907" y="846707"/>
                  </a:lnTo>
                  <a:lnTo>
                    <a:pt x="2007897" y="846742"/>
                  </a:lnTo>
                  <a:lnTo>
                    <a:pt x="2007893" y="846758"/>
                  </a:lnTo>
                  <a:lnTo>
                    <a:pt x="2007888" y="846777"/>
                  </a:lnTo>
                  <a:lnTo>
                    <a:pt x="2007872" y="846834"/>
                  </a:lnTo>
                  <a:lnTo>
                    <a:pt x="2007867" y="846851"/>
                  </a:lnTo>
                  <a:lnTo>
                    <a:pt x="2007833" y="846873"/>
                  </a:lnTo>
                  <a:lnTo>
                    <a:pt x="2007824" y="846874"/>
                  </a:lnTo>
                  <a:lnTo>
                    <a:pt x="2007749" y="846884"/>
                  </a:lnTo>
                  <a:lnTo>
                    <a:pt x="2007681" y="846893"/>
                  </a:lnTo>
                  <a:lnTo>
                    <a:pt x="2007047" y="846977"/>
                  </a:lnTo>
                  <a:lnTo>
                    <a:pt x="2006793" y="846929"/>
                  </a:lnTo>
                  <a:lnTo>
                    <a:pt x="2006672" y="846882"/>
                  </a:lnTo>
                  <a:lnTo>
                    <a:pt x="2006513" y="846821"/>
                  </a:lnTo>
                  <a:lnTo>
                    <a:pt x="2006423" y="846805"/>
                  </a:lnTo>
                  <a:lnTo>
                    <a:pt x="2006193" y="846764"/>
                  </a:lnTo>
                  <a:lnTo>
                    <a:pt x="2006045" y="846802"/>
                  </a:lnTo>
                  <a:lnTo>
                    <a:pt x="2005809" y="846902"/>
                  </a:lnTo>
                  <a:lnTo>
                    <a:pt x="2005687" y="846953"/>
                  </a:lnTo>
                  <a:lnTo>
                    <a:pt x="2005449" y="847111"/>
                  </a:lnTo>
                  <a:lnTo>
                    <a:pt x="2005227" y="847377"/>
                  </a:lnTo>
                  <a:lnTo>
                    <a:pt x="2005129" y="847494"/>
                  </a:lnTo>
                  <a:lnTo>
                    <a:pt x="2005115" y="847516"/>
                  </a:lnTo>
                  <a:lnTo>
                    <a:pt x="2005003" y="847704"/>
                  </a:lnTo>
                  <a:lnTo>
                    <a:pt x="2004543" y="848199"/>
                  </a:lnTo>
                  <a:lnTo>
                    <a:pt x="2004529" y="848215"/>
                  </a:lnTo>
                  <a:lnTo>
                    <a:pt x="2004514" y="848230"/>
                  </a:lnTo>
                  <a:lnTo>
                    <a:pt x="2004443" y="848186"/>
                  </a:lnTo>
                  <a:lnTo>
                    <a:pt x="2004298" y="848181"/>
                  </a:lnTo>
                  <a:lnTo>
                    <a:pt x="2004203" y="848274"/>
                  </a:lnTo>
                  <a:lnTo>
                    <a:pt x="2004132" y="848345"/>
                  </a:lnTo>
                  <a:lnTo>
                    <a:pt x="2004125" y="848352"/>
                  </a:lnTo>
                  <a:lnTo>
                    <a:pt x="2004098" y="848403"/>
                  </a:lnTo>
                  <a:lnTo>
                    <a:pt x="2004091" y="848483"/>
                  </a:lnTo>
                  <a:lnTo>
                    <a:pt x="2004087" y="848531"/>
                  </a:lnTo>
                  <a:lnTo>
                    <a:pt x="2003980" y="848596"/>
                  </a:lnTo>
                  <a:lnTo>
                    <a:pt x="2003883" y="848618"/>
                  </a:lnTo>
                  <a:lnTo>
                    <a:pt x="2003852" y="848625"/>
                  </a:lnTo>
                  <a:lnTo>
                    <a:pt x="2003712" y="848656"/>
                  </a:lnTo>
                  <a:lnTo>
                    <a:pt x="2003598" y="848657"/>
                  </a:lnTo>
                  <a:lnTo>
                    <a:pt x="2003507" y="848637"/>
                  </a:lnTo>
                  <a:lnTo>
                    <a:pt x="2003157" y="848705"/>
                  </a:lnTo>
                  <a:lnTo>
                    <a:pt x="2003098" y="848716"/>
                  </a:lnTo>
                  <a:lnTo>
                    <a:pt x="2003077" y="848720"/>
                  </a:lnTo>
                  <a:lnTo>
                    <a:pt x="2002947" y="848805"/>
                  </a:lnTo>
                  <a:lnTo>
                    <a:pt x="2002929" y="848812"/>
                  </a:lnTo>
                  <a:lnTo>
                    <a:pt x="2002778" y="848867"/>
                  </a:lnTo>
                  <a:lnTo>
                    <a:pt x="2002497" y="848917"/>
                  </a:lnTo>
                  <a:lnTo>
                    <a:pt x="2002458" y="848886"/>
                  </a:lnTo>
                  <a:lnTo>
                    <a:pt x="2002568" y="848657"/>
                  </a:lnTo>
                  <a:lnTo>
                    <a:pt x="2002505" y="848606"/>
                  </a:lnTo>
                  <a:lnTo>
                    <a:pt x="2002461" y="848571"/>
                  </a:lnTo>
                  <a:lnTo>
                    <a:pt x="2002273" y="848461"/>
                  </a:lnTo>
                  <a:lnTo>
                    <a:pt x="2002209" y="848435"/>
                  </a:lnTo>
                  <a:lnTo>
                    <a:pt x="2002155" y="848433"/>
                  </a:lnTo>
                  <a:lnTo>
                    <a:pt x="2002051" y="848474"/>
                  </a:lnTo>
                  <a:lnTo>
                    <a:pt x="2001470" y="848706"/>
                  </a:lnTo>
                  <a:lnTo>
                    <a:pt x="2001374" y="848776"/>
                  </a:lnTo>
                  <a:lnTo>
                    <a:pt x="2001303" y="848865"/>
                  </a:lnTo>
                  <a:lnTo>
                    <a:pt x="2000972" y="848918"/>
                  </a:lnTo>
                  <a:lnTo>
                    <a:pt x="2000827" y="848940"/>
                  </a:lnTo>
                  <a:lnTo>
                    <a:pt x="2000616" y="848974"/>
                  </a:lnTo>
                  <a:lnTo>
                    <a:pt x="2000540" y="848986"/>
                  </a:lnTo>
                  <a:lnTo>
                    <a:pt x="2000423" y="848924"/>
                  </a:lnTo>
                  <a:lnTo>
                    <a:pt x="2000405" y="848811"/>
                  </a:lnTo>
                  <a:lnTo>
                    <a:pt x="2000313" y="848655"/>
                  </a:lnTo>
                  <a:lnTo>
                    <a:pt x="2000270" y="848622"/>
                  </a:lnTo>
                  <a:lnTo>
                    <a:pt x="2000179" y="848583"/>
                  </a:lnTo>
                  <a:lnTo>
                    <a:pt x="2000116" y="848586"/>
                  </a:lnTo>
                  <a:lnTo>
                    <a:pt x="2000086" y="848615"/>
                  </a:lnTo>
                  <a:lnTo>
                    <a:pt x="2000019" y="848680"/>
                  </a:lnTo>
                  <a:lnTo>
                    <a:pt x="1999956" y="848722"/>
                  </a:lnTo>
                  <a:lnTo>
                    <a:pt x="1999910" y="848753"/>
                  </a:lnTo>
                  <a:lnTo>
                    <a:pt x="1999842" y="848799"/>
                  </a:lnTo>
                  <a:lnTo>
                    <a:pt x="1999709" y="848839"/>
                  </a:lnTo>
                  <a:lnTo>
                    <a:pt x="1999677" y="848831"/>
                  </a:lnTo>
                  <a:lnTo>
                    <a:pt x="1999656" y="848791"/>
                  </a:lnTo>
                  <a:lnTo>
                    <a:pt x="1999622" y="848604"/>
                  </a:lnTo>
                  <a:lnTo>
                    <a:pt x="1999601" y="848487"/>
                  </a:lnTo>
                  <a:lnTo>
                    <a:pt x="1999595" y="848453"/>
                  </a:lnTo>
                  <a:lnTo>
                    <a:pt x="1999390" y="848399"/>
                  </a:lnTo>
                  <a:lnTo>
                    <a:pt x="1999370" y="848400"/>
                  </a:lnTo>
                  <a:lnTo>
                    <a:pt x="1999196" y="848405"/>
                  </a:lnTo>
                  <a:lnTo>
                    <a:pt x="1999053" y="848424"/>
                  </a:lnTo>
                  <a:lnTo>
                    <a:pt x="1999046" y="848437"/>
                  </a:lnTo>
                  <a:lnTo>
                    <a:pt x="1998907" y="848677"/>
                  </a:lnTo>
                  <a:lnTo>
                    <a:pt x="1998882" y="848764"/>
                  </a:lnTo>
                  <a:lnTo>
                    <a:pt x="1998902" y="848786"/>
                  </a:lnTo>
                  <a:lnTo>
                    <a:pt x="1998942" y="848828"/>
                  </a:lnTo>
                  <a:lnTo>
                    <a:pt x="1998947" y="848878"/>
                  </a:lnTo>
                  <a:lnTo>
                    <a:pt x="1998841" y="848926"/>
                  </a:lnTo>
                  <a:lnTo>
                    <a:pt x="1998208" y="848861"/>
                  </a:lnTo>
                  <a:lnTo>
                    <a:pt x="1998129" y="848706"/>
                  </a:lnTo>
                  <a:lnTo>
                    <a:pt x="1998069" y="848511"/>
                  </a:lnTo>
                  <a:lnTo>
                    <a:pt x="1998074" y="848478"/>
                  </a:lnTo>
                  <a:lnTo>
                    <a:pt x="1998217" y="848344"/>
                  </a:lnTo>
                  <a:lnTo>
                    <a:pt x="1998666" y="847923"/>
                  </a:lnTo>
                  <a:lnTo>
                    <a:pt x="1998709" y="847882"/>
                  </a:lnTo>
                  <a:lnTo>
                    <a:pt x="1998842" y="847757"/>
                  </a:lnTo>
                  <a:lnTo>
                    <a:pt x="1998917" y="847699"/>
                  </a:lnTo>
                  <a:lnTo>
                    <a:pt x="1999013" y="847623"/>
                  </a:lnTo>
                  <a:lnTo>
                    <a:pt x="1999261" y="847429"/>
                  </a:lnTo>
                  <a:lnTo>
                    <a:pt x="1999275" y="847342"/>
                  </a:lnTo>
                  <a:lnTo>
                    <a:pt x="1999211" y="847335"/>
                  </a:lnTo>
                  <a:lnTo>
                    <a:pt x="1999052" y="847317"/>
                  </a:lnTo>
                  <a:lnTo>
                    <a:pt x="1999030" y="847272"/>
                  </a:lnTo>
                  <a:lnTo>
                    <a:pt x="1999194" y="847116"/>
                  </a:lnTo>
                  <a:lnTo>
                    <a:pt x="1999400" y="847004"/>
                  </a:lnTo>
                  <a:lnTo>
                    <a:pt x="1999688" y="847066"/>
                  </a:lnTo>
                  <a:lnTo>
                    <a:pt x="1999730" y="847037"/>
                  </a:lnTo>
                  <a:lnTo>
                    <a:pt x="1999816" y="846979"/>
                  </a:lnTo>
                  <a:lnTo>
                    <a:pt x="1999833" y="846913"/>
                  </a:lnTo>
                  <a:lnTo>
                    <a:pt x="1999877" y="846747"/>
                  </a:lnTo>
                  <a:lnTo>
                    <a:pt x="1999854" y="846644"/>
                  </a:lnTo>
                  <a:lnTo>
                    <a:pt x="1999695" y="846483"/>
                  </a:lnTo>
                  <a:lnTo>
                    <a:pt x="1999588" y="846542"/>
                  </a:lnTo>
                  <a:lnTo>
                    <a:pt x="1999278" y="846714"/>
                  </a:lnTo>
                  <a:lnTo>
                    <a:pt x="1999213" y="846960"/>
                  </a:lnTo>
                  <a:lnTo>
                    <a:pt x="1999069" y="847068"/>
                  </a:lnTo>
                  <a:lnTo>
                    <a:pt x="1999057" y="847054"/>
                  </a:lnTo>
                  <a:lnTo>
                    <a:pt x="1999033" y="847027"/>
                  </a:lnTo>
                  <a:lnTo>
                    <a:pt x="1999007" y="846651"/>
                  </a:lnTo>
                  <a:lnTo>
                    <a:pt x="1999004" y="846617"/>
                  </a:lnTo>
                  <a:lnTo>
                    <a:pt x="1999078" y="846551"/>
                  </a:lnTo>
                  <a:lnTo>
                    <a:pt x="1999184" y="846521"/>
                  </a:lnTo>
                  <a:lnTo>
                    <a:pt x="1999207" y="846514"/>
                  </a:lnTo>
                  <a:lnTo>
                    <a:pt x="1999435" y="846409"/>
                  </a:lnTo>
                  <a:lnTo>
                    <a:pt x="1999455" y="846399"/>
                  </a:lnTo>
                  <a:lnTo>
                    <a:pt x="1999429" y="846350"/>
                  </a:lnTo>
                  <a:lnTo>
                    <a:pt x="1999228" y="846218"/>
                  </a:lnTo>
                  <a:lnTo>
                    <a:pt x="1999423" y="845982"/>
                  </a:lnTo>
                  <a:lnTo>
                    <a:pt x="1999459" y="845984"/>
                  </a:lnTo>
                  <a:lnTo>
                    <a:pt x="1999566" y="846057"/>
                  </a:lnTo>
                  <a:lnTo>
                    <a:pt x="1999581" y="846067"/>
                  </a:lnTo>
                  <a:lnTo>
                    <a:pt x="1999675" y="845956"/>
                  </a:lnTo>
                  <a:lnTo>
                    <a:pt x="1999687" y="845942"/>
                  </a:lnTo>
                  <a:lnTo>
                    <a:pt x="1999753" y="845807"/>
                  </a:lnTo>
                  <a:lnTo>
                    <a:pt x="1999929" y="845318"/>
                  </a:lnTo>
                  <a:lnTo>
                    <a:pt x="1999967" y="845212"/>
                  </a:lnTo>
                  <a:lnTo>
                    <a:pt x="2000022" y="845113"/>
                  </a:lnTo>
                  <a:lnTo>
                    <a:pt x="2000185" y="844824"/>
                  </a:lnTo>
                  <a:lnTo>
                    <a:pt x="2000096" y="844637"/>
                  </a:lnTo>
                  <a:lnTo>
                    <a:pt x="2000365" y="844222"/>
                  </a:lnTo>
                  <a:lnTo>
                    <a:pt x="2000377" y="844203"/>
                  </a:lnTo>
                  <a:lnTo>
                    <a:pt x="2000628" y="843814"/>
                  </a:lnTo>
                  <a:lnTo>
                    <a:pt x="2000689" y="843773"/>
                  </a:lnTo>
                  <a:lnTo>
                    <a:pt x="2000778" y="843779"/>
                  </a:lnTo>
                  <a:lnTo>
                    <a:pt x="2001011" y="843882"/>
                  </a:lnTo>
                  <a:lnTo>
                    <a:pt x="2001478" y="844089"/>
                  </a:lnTo>
                  <a:lnTo>
                    <a:pt x="2001572" y="844130"/>
                  </a:lnTo>
                  <a:lnTo>
                    <a:pt x="2001652" y="844141"/>
                  </a:lnTo>
                  <a:lnTo>
                    <a:pt x="2001667" y="844052"/>
                  </a:lnTo>
                  <a:lnTo>
                    <a:pt x="2001437" y="843930"/>
                  </a:lnTo>
                  <a:lnTo>
                    <a:pt x="2001253" y="843803"/>
                  </a:lnTo>
                  <a:lnTo>
                    <a:pt x="2001116" y="843708"/>
                  </a:lnTo>
                  <a:lnTo>
                    <a:pt x="2001228" y="843532"/>
                  </a:lnTo>
                  <a:lnTo>
                    <a:pt x="2001207" y="843447"/>
                  </a:lnTo>
                  <a:lnTo>
                    <a:pt x="2000908" y="843277"/>
                  </a:lnTo>
                  <a:lnTo>
                    <a:pt x="2001063" y="842933"/>
                  </a:lnTo>
                  <a:lnTo>
                    <a:pt x="2001513" y="842935"/>
                  </a:lnTo>
                  <a:lnTo>
                    <a:pt x="2001543" y="842673"/>
                  </a:lnTo>
                  <a:lnTo>
                    <a:pt x="2001392" y="842001"/>
                  </a:lnTo>
                  <a:lnTo>
                    <a:pt x="2001094" y="841610"/>
                  </a:lnTo>
                  <a:lnTo>
                    <a:pt x="2000838" y="841474"/>
                  </a:lnTo>
                  <a:lnTo>
                    <a:pt x="2000822" y="841465"/>
                  </a:lnTo>
                  <a:lnTo>
                    <a:pt x="2000751" y="841428"/>
                  </a:lnTo>
                  <a:lnTo>
                    <a:pt x="2000365" y="841092"/>
                  </a:lnTo>
                  <a:lnTo>
                    <a:pt x="2000196" y="840946"/>
                  </a:lnTo>
                  <a:lnTo>
                    <a:pt x="2000128" y="840834"/>
                  </a:lnTo>
                  <a:lnTo>
                    <a:pt x="2000126" y="840785"/>
                  </a:lnTo>
                  <a:lnTo>
                    <a:pt x="2000141" y="840712"/>
                  </a:lnTo>
                  <a:lnTo>
                    <a:pt x="2000148" y="840696"/>
                  </a:lnTo>
                  <a:lnTo>
                    <a:pt x="2000172" y="840661"/>
                  </a:lnTo>
                  <a:lnTo>
                    <a:pt x="2000241" y="840601"/>
                  </a:lnTo>
                  <a:lnTo>
                    <a:pt x="1999951" y="840512"/>
                  </a:lnTo>
                  <a:lnTo>
                    <a:pt x="1999865" y="840404"/>
                  </a:lnTo>
                  <a:lnTo>
                    <a:pt x="1999789" y="840340"/>
                  </a:lnTo>
                  <a:lnTo>
                    <a:pt x="1999761" y="840316"/>
                  </a:lnTo>
                  <a:lnTo>
                    <a:pt x="1999640" y="840215"/>
                  </a:lnTo>
                  <a:lnTo>
                    <a:pt x="1999633" y="840202"/>
                  </a:lnTo>
                  <a:lnTo>
                    <a:pt x="1999467" y="839888"/>
                  </a:lnTo>
                  <a:lnTo>
                    <a:pt x="1999387" y="839736"/>
                  </a:lnTo>
                  <a:lnTo>
                    <a:pt x="1999352" y="839670"/>
                  </a:lnTo>
                  <a:lnTo>
                    <a:pt x="1999318" y="839542"/>
                  </a:lnTo>
                  <a:lnTo>
                    <a:pt x="1999323" y="839373"/>
                  </a:lnTo>
                  <a:lnTo>
                    <a:pt x="1999361" y="839261"/>
                  </a:lnTo>
                  <a:lnTo>
                    <a:pt x="1999478" y="839111"/>
                  </a:lnTo>
                  <a:lnTo>
                    <a:pt x="1999449" y="839077"/>
                  </a:lnTo>
                  <a:lnTo>
                    <a:pt x="1999338" y="838949"/>
                  </a:lnTo>
                  <a:lnTo>
                    <a:pt x="1999241" y="838850"/>
                  </a:lnTo>
                  <a:lnTo>
                    <a:pt x="1999208" y="838816"/>
                  </a:lnTo>
                  <a:lnTo>
                    <a:pt x="1999125" y="839037"/>
                  </a:lnTo>
                  <a:lnTo>
                    <a:pt x="1999066" y="839096"/>
                  </a:lnTo>
                  <a:lnTo>
                    <a:pt x="1999003" y="839102"/>
                  </a:lnTo>
                  <a:lnTo>
                    <a:pt x="1998906" y="839080"/>
                  </a:lnTo>
                  <a:lnTo>
                    <a:pt x="1998773" y="839051"/>
                  </a:lnTo>
                  <a:lnTo>
                    <a:pt x="1998626" y="839071"/>
                  </a:lnTo>
                  <a:lnTo>
                    <a:pt x="1998541" y="839091"/>
                  </a:lnTo>
                  <a:lnTo>
                    <a:pt x="1998479" y="839145"/>
                  </a:lnTo>
                  <a:lnTo>
                    <a:pt x="1998460" y="839226"/>
                  </a:lnTo>
                  <a:lnTo>
                    <a:pt x="1998451" y="839266"/>
                  </a:lnTo>
                  <a:lnTo>
                    <a:pt x="1998449" y="839277"/>
                  </a:lnTo>
                  <a:lnTo>
                    <a:pt x="1998450" y="839316"/>
                  </a:lnTo>
                  <a:lnTo>
                    <a:pt x="1998455" y="839456"/>
                  </a:lnTo>
                  <a:lnTo>
                    <a:pt x="1998523" y="839575"/>
                  </a:lnTo>
                  <a:lnTo>
                    <a:pt x="1998628" y="839756"/>
                  </a:lnTo>
                  <a:lnTo>
                    <a:pt x="1998664" y="839914"/>
                  </a:lnTo>
                  <a:lnTo>
                    <a:pt x="1998436" y="840073"/>
                  </a:lnTo>
                  <a:lnTo>
                    <a:pt x="1998427" y="840079"/>
                  </a:lnTo>
                  <a:lnTo>
                    <a:pt x="1998412" y="840100"/>
                  </a:lnTo>
                  <a:lnTo>
                    <a:pt x="1998255" y="840327"/>
                  </a:lnTo>
                  <a:lnTo>
                    <a:pt x="1998184" y="840430"/>
                  </a:lnTo>
                  <a:lnTo>
                    <a:pt x="1998151" y="840522"/>
                  </a:lnTo>
                  <a:lnTo>
                    <a:pt x="1998032" y="840638"/>
                  </a:lnTo>
                  <a:lnTo>
                    <a:pt x="1998012" y="840651"/>
                  </a:lnTo>
                  <a:lnTo>
                    <a:pt x="1997933" y="840579"/>
                  </a:lnTo>
                  <a:lnTo>
                    <a:pt x="1997859" y="840588"/>
                  </a:lnTo>
                  <a:lnTo>
                    <a:pt x="1997807" y="840838"/>
                  </a:lnTo>
                  <a:lnTo>
                    <a:pt x="1998011" y="841266"/>
                  </a:lnTo>
                  <a:lnTo>
                    <a:pt x="1998016" y="841277"/>
                  </a:lnTo>
                  <a:lnTo>
                    <a:pt x="1998306" y="841683"/>
                  </a:lnTo>
                  <a:lnTo>
                    <a:pt x="1998341" y="841645"/>
                  </a:lnTo>
                  <a:lnTo>
                    <a:pt x="1998426" y="841637"/>
                  </a:lnTo>
                  <a:lnTo>
                    <a:pt x="1998634" y="841687"/>
                  </a:lnTo>
                  <a:lnTo>
                    <a:pt x="1998643" y="841690"/>
                  </a:lnTo>
                  <a:lnTo>
                    <a:pt x="1998787" y="841742"/>
                  </a:lnTo>
                  <a:lnTo>
                    <a:pt x="1998997" y="841858"/>
                  </a:lnTo>
                  <a:lnTo>
                    <a:pt x="1998995" y="841882"/>
                  </a:lnTo>
                  <a:lnTo>
                    <a:pt x="1998965" y="842211"/>
                  </a:lnTo>
                  <a:lnTo>
                    <a:pt x="1998844" y="842252"/>
                  </a:lnTo>
                  <a:lnTo>
                    <a:pt x="1998597" y="842336"/>
                  </a:lnTo>
                  <a:lnTo>
                    <a:pt x="1998567" y="842346"/>
                  </a:lnTo>
                  <a:lnTo>
                    <a:pt x="1997977" y="842360"/>
                  </a:lnTo>
                  <a:lnTo>
                    <a:pt x="1997623" y="842368"/>
                  </a:lnTo>
                  <a:lnTo>
                    <a:pt x="1997455" y="842372"/>
                  </a:lnTo>
                  <a:lnTo>
                    <a:pt x="1997442" y="842384"/>
                  </a:lnTo>
                  <a:lnTo>
                    <a:pt x="1997246" y="842560"/>
                  </a:lnTo>
                  <a:lnTo>
                    <a:pt x="1997098" y="842609"/>
                  </a:lnTo>
                  <a:lnTo>
                    <a:pt x="1996955" y="842526"/>
                  </a:lnTo>
                  <a:lnTo>
                    <a:pt x="1996905" y="842498"/>
                  </a:lnTo>
                  <a:lnTo>
                    <a:pt x="1996864" y="842474"/>
                  </a:lnTo>
                  <a:lnTo>
                    <a:pt x="1996840" y="842461"/>
                  </a:lnTo>
                  <a:lnTo>
                    <a:pt x="1996806" y="842305"/>
                  </a:lnTo>
                  <a:lnTo>
                    <a:pt x="1996788" y="842225"/>
                  </a:lnTo>
                  <a:lnTo>
                    <a:pt x="1996793" y="842220"/>
                  </a:lnTo>
                  <a:lnTo>
                    <a:pt x="1996837" y="842168"/>
                  </a:lnTo>
                  <a:lnTo>
                    <a:pt x="1996845" y="842163"/>
                  </a:lnTo>
                  <a:lnTo>
                    <a:pt x="1996967" y="842095"/>
                  </a:lnTo>
                  <a:lnTo>
                    <a:pt x="1996999" y="842109"/>
                  </a:lnTo>
                  <a:lnTo>
                    <a:pt x="1997103" y="842103"/>
                  </a:lnTo>
                  <a:lnTo>
                    <a:pt x="1997126" y="841823"/>
                  </a:lnTo>
                  <a:lnTo>
                    <a:pt x="1996988" y="841703"/>
                  </a:lnTo>
                  <a:lnTo>
                    <a:pt x="1996955" y="841691"/>
                  </a:lnTo>
                  <a:lnTo>
                    <a:pt x="1996804" y="841637"/>
                  </a:lnTo>
                  <a:lnTo>
                    <a:pt x="1996761" y="841622"/>
                  </a:lnTo>
                  <a:lnTo>
                    <a:pt x="1996305" y="841579"/>
                  </a:lnTo>
                  <a:lnTo>
                    <a:pt x="1995960" y="841618"/>
                  </a:lnTo>
                  <a:lnTo>
                    <a:pt x="1995944" y="841620"/>
                  </a:lnTo>
                  <a:lnTo>
                    <a:pt x="1995865" y="841659"/>
                  </a:lnTo>
                  <a:lnTo>
                    <a:pt x="1995797" y="841694"/>
                  </a:lnTo>
                  <a:lnTo>
                    <a:pt x="1995845" y="841768"/>
                  </a:lnTo>
                  <a:lnTo>
                    <a:pt x="1995826" y="841909"/>
                  </a:lnTo>
                  <a:lnTo>
                    <a:pt x="1995793" y="841943"/>
                  </a:lnTo>
                  <a:lnTo>
                    <a:pt x="1995592" y="842145"/>
                  </a:lnTo>
                  <a:lnTo>
                    <a:pt x="1995554" y="842160"/>
                  </a:lnTo>
                  <a:lnTo>
                    <a:pt x="1995276" y="841957"/>
                  </a:lnTo>
                  <a:lnTo>
                    <a:pt x="1995256" y="841835"/>
                  </a:lnTo>
                  <a:lnTo>
                    <a:pt x="1995278" y="841735"/>
                  </a:lnTo>
                  <a:lnTo>
                    <a:pt x="1995285" y="841707"/>
                  </a:lnTo>
                  <a:lnTo>
                    <a:pt x="1995242" y="841132"/>
                  </a:lnTo>
                  <a:lnTo>
                    <a:pt x="1995215" y="840948"/>
                  </a:lnTo>
                  <a:lnTo>
                    <a:pt x="1995204" y="840873"/>
                  </a:lnTo>
                  <a:lnTo>
                    <a:pt x="1995202" y="840852"/>
                  </a:lnTo>
                  <a:lnTo>
                    <a:pt x="1995200" y="840840"/>
                  </a:lnTo>
                  <a:lnTo>
                    <a:pt x="1995199" y="840833"/>
                  </a:lnTo>
                  <a:lnTo>
                    <a:pt x="1995129" y="840736"/>
                  </a:lnTo>
                  <a:lnTo>
                    <a:pt x="1994861" y="840793"/>
                  </a:lnTo>
                  <a:lnTo>
                    <a:pt x="1994841" y="840802"/>
                  </a:lnTo>
                  <a:lnTo>
                    <a:pt x="1994360" y="841010"/>
                  </a:lnTo>
                  <a:lnTo>
                    <a:pt x="1993868" y="841224"/>
                  </a:lnTo>
                  <a:lnTo>
                    <a:pt x="1993715" y="841290"/>
                  </a:lnTo>
                  <a:lnTo>
                    <a:pt x="1993147" y="841536"/>
                  </a:lnTo>
                  <a:lnTo>
                    <a:pt x="1992985" y="841695"/>
                  </a:lnTo>
                  <a:lnTo>
                    <a:pt x="1992864" y="841814"/>
                  </a:lnTo>
                  <a:lnTo>
                    <a:pt x="1992815" y="841862"/>
                  </a:lnTo>
                  <a:lnTo>
                    <a:pt x="1992807" y="841870"/>
                  </a:lnTo>
                  <a:lnTo>
                    <a:pt x="1992674" y="842132"/>
                  </a:lnTo>
                  <a:lnTo>
                    <a:pt x="1992382" y="842355"/>
                  </a:lnTo>
                  <a:lnTo>
                    <a:pt x="1991863" y="842606"/>
                  </a:lnTo>
                  <a:lnTo>
                    <a:pt x="1991728" y="842622"/>
                  </a:lnTo>
                  <a:lnTo>
                    <a:pt x="1991681" y="842627"/>
                  </a:lnTo>
                  <a:lnTo>
                    <a:pt x="1991672" y="842628"/>
                  </a:lnTo>
                  <a:lnTo>
                    <a:pt x="1991441" y="842456"/>
                  </a:lnTo>
                  <a:lnTo>
                    <a:pt x="1991437" y="842453"/>
                  </a:lnTo>
                  <a:lnTo>
                    <a:pt x="1991073" y="842340"/>
                  </a:lnTo>
                  <a:lnTo>
                    <a:pt x="1991010" y="842348"/>
                  </a:lnTo>
                  <a:lnTo>
                    <a:pt x="1990936" y="842338"/>
                  </a:lnTo>
                  <a:lnTo>
                    <a:pt x="1990823" y="842295"/>
                  </a:lnTo>
                  <a:lnTo>
                    <a:pt x="1990774" y="842236"/>
                  </a:lnTo>
                  <a:lnTo>
                    <a:pt x="1990758" y="842147"/>
                  </a:lnTo>
                  <a:lnTo>
                    <a:pt x="1990793" y="842065"/>
                  </a:lnTo>
                  <a:lnTo>
                    <a:pt x="1990928" y="841970"/>
                  </a:lnTo>
                  <a:lnTo>
                    <a:pt x="1990972" y="841957"/>
                  </a:lnTo>
                  <a:lnTo>
                    <a:pt x="1991059" y="841965"/>
                  </a:lnTo>
                  <a:lnTo>
                    <a:pt x="1991187" y="842038"/>
                  </a:lnTo>
                  <a:lnTo>
                    <a:pt x="1991264" y="842035"/>
                  </a:lnTo>
                  <a:lnTo>
                    <a:pt x="1991360" y="842032"/>
                  </a:lnTo>
                  <a:lnTo>
                    <a:pt x="1991354" y="842007"/>
                  </a:lnTo>
                  <a:lnTo>
                    <a:pt x="1991341" y="841956"/>
                  </a:lnTo>
                  <a:lnTo>
                    <a:pt x="1991336" y="841938"/>
                  </a:lnTo>
                  <a:lnTo>
                    <a:pt x="1991062" y="841876"/>
                  </a:lnTo>
                  <a:lnTo>
                    <a:pt x="1990950" y="841874"/>
                  </a:lnTo>
                  <a:lnTo>
                    <a:pt x="1990875" y="841898"/>
                  </a:lnTo>
                  <a:lnTo>
                    <a:pt x="1990779" y="841971"/>
                  </a:lnTo>
                  <a:lnTo>
                    <a:pt x="1990677" y="842134"/>
                  </a:lnTo>
                  <a:lnTo>
                    <a:pt x="1990662" y="842157"/>
                  </a:lnTo>
                  <a:lnTo>
                    <a:pt x="1990666" y="842231"/>
                  </a:lnTo>
                  <a:lnTo>
                    <a:pt x="1990738" y="842342"/>
                  </a:lnTo>
                  <a:lnTo>
                    <a:pt x="1991040" y="842567"/>
                  </a:lnTo>
                  <a:lnTo>
                    <a:pt x="1991138" y="842582"/>
                  </a:lnTo>
                  <a:lnTo>
                    <a:pt x="1991369" y="842819"/>
                  </a:lnTo>
                  <a:lnTo>
                    <a:pt x="1991426" y="842931"/>
                  </a:lnTo>
                  <a:lnTo>
                    <a:pt x="1991409" y="842991"/>
                  </a:lnTo>
                  <a:lnTo>
                    <a:pt x="1991220" y="843179"/>
                  </a:lnTo>
                  <a:lnTo>
                    <a:pt x="1991197" y="843314"/>
                  </a:lnTo>
                  <a:lnTo>
                    <a:pt x="1991203" y="843414"/>
                  </a:lnTo>
                  <a:lnTo>
                    <a:pt x="1991206" y="843465"/>
                  </a:lnTo>
                  <a:lnTo>
                    <a:pt x="1991258" y="843689"/>
                  </a:lnTo>
                  <a:lnTo>
                    <a:pt x="1991297" y="843756"/>
                  </a:lnTo>
                  <a:lnTo>
                    <a:pt x="1991341" y="843783"/>
                  </a:lnTo>
                  <a:lnTo>
                    <a:pt x="1991387" y="843922"/>
                  </a:lnTo>
                  <a:lnTo>
                    <a:pt x="1991413" y="844000"/>
                  </a:lnTo>
                  <a:lnTo>
                    <a:pt x="1991449" y="844111"/>
                  </a:lnTo>
                  <a:lnTo>
                    <a:pt x="1991456" y="844183"/>
                  </a:lnTo>
                  <a:lnTo>
                    <a:pt x="1991430" y="844337"/>
                  </a:lnTo>
                  <a:lnTo>
                    <a:pt x="1991394" y="844415"/>
                  </a:lnTo>
                  <a:lnTo>
                    <a:pt x="1991332" y="844491"/>
                  </a:lnTo>
                  <a:lnTo>
                    <a:pt x="1990809" y="844862"/>
                  </a:lnTo>
                  <a:lnTo>
                    <a:pt x="1990522" y="845009"/>
                  </a:lnTo>
                  <a:lnTo>
                    <a:pt x="1990199" y="845099"/>
                  </a:lnTo>
                  <a:lnTo>
                    <a:pt x="1989811" y="845102"/>
                  </a:lnTo>
                  <a:lnTo>
                    <a:pt x="1989707" y="845088"/>
                  </a:lnTo>
                  <a:lnTo>
                    <a:pt x="1989607" y="845057"/>
                  </a:lnTo>
                  <a:lnTo>
                    <a:pt x="1989366" y="844877"/>
                  </a:lnTo>
                  <a:lnTo>
                    <a:pt x="1989296" y="844934"/>
                  </a:lnTo>
                  <a:lnTo>
                    <a:pt x="1989300" y="844990"/>
                  </a:lnTo>
                  <a:lnTo>
                    <a:pt x="1989302" y="845017"/>
                  </a:lnTo>
                  <a:lnTo>
                    <a:pt x="1989304" y="845022"/>
                  </a:lnTo>
                  <a:lnTo>
                    <a:pt x="1989312" y="845056"/>
                  </a:lnTo>
                  <a:lnTo>
                    <a:pt x="1989316" y="845072"/>
                  </a:lnTo>
                  <a:lnTo>
                    <a:pt x="1989334" y="845144"/>
                  </a:lnTo>
                  <a:lnTo>
                    <a:pt x="1989581" y="845333"/>
                  </a:lnTo>
                  <a:lnTo>
                    <a:pt x="1989607" y="845352"/>
                  </a:lnTo>
                  <a:lnTo>
                    <a:pt x="1989670" y="845356"/>
                  </a:lnTo>
                  <a:lnTo>
                    <a:pt x="1990074" y="845378"/>
                  </a:lnTo>
                  <a:lnTo>
                    <a:pt x="1990084" y="845378"/>
                  </a:lnTo>
                  <a:lnTo>
                    <a:pt x="1990325" y="845510"/>
                  </a:lnTo>
                  <a:lnTo>
                    <a:pt x="1990328" y="845516"/>
                  </a:lnTo>
                  <a:lnTo>
                    <a:pt x="1990349" y="845546"/>
                  </a:lnTo>
                  <a:lnTo>
                    <a:pt x="1990376" y="845587"/>
                  </a:lnTo>
                  <a:lnTo>
                    <a:pt x="1990609" y="845992"/>
                  </a:lnTo>
                  <a:lnTo>
                    <a:pt x="1990601" y="846172"/>
                  </a:lnTo>
                  <a:lnTo>
                    <a:pt x="1990572" y="846197"/>
                  </a:lnTo>
                  <a:lnTo>
                    <a:pt x="1990486" y="846273"/>
                  </a:lnTo>
                  <a:lnTo>
                    <a:pt x="1990409" y="846514"/>
                  </a:lnTo>
                  <a:lnTo>
                    <a:pt x="1990401" y="846538"/>
                  </a:lnTo>
                  <a:lnTo>
                    <a:pt x="1990547" y="846603"/>
                  </a:lnTo>
                  <a:lnTo>
                    <a:pt x="1990677" y="846660"/>
                  </a:lnTo>
                  <a:lnTo>
                    <a:pt x="1990885" y="846686"/>
                  </a:lnTo>
                  <a:lnTo>
                    <a:pt x="1990905" y="846688"/>
                  </a:lnTo>
                  <a:lnTo>
                    <a:pt x="1990916" y="846690"/>
                  </a:lnTo>
                  <a:lnTo>
                    <a:pt x="1990951" y="846694"/>
                  </a:lnTo>
                  <a:lnTo>
                    <a:pt x="1991035" y="846727"/>
                  </a:lnTo>
                  <a:lnTo>
                    <a:pt x="1991069" y="846741"/>
                  </a:lnTo>
                  <a:lnTo>
                    <a:pt x="1991284" y="846827"/>
                  </a:lnTo>
                  <a:lnTo>
                    <a:pt x="1991442" y="846891"/>
                  </a:lnTo>
                  <a:lnTo>
                    <a:pt x="1991724" y="846897"/>
                  </a:lnTo>
                  <a:lnTo>
                    <a:pt x="1992058" y="847058"/>
                  </a:lnTo>
                  <a:lnTo>
                    <a:pt x="1992101" y="847079"/>
                  </a:lnTo>
                  <a:lnTo>
                    <a:pt x="1992228" y="847140"/>
                  </a:lnTo>
                  <a:lnTo>
                    <a:pt x="1992236" y="847210"/>
                  </a:lnTo>
                  <a:lnTo>
                    <a:pt x="1992239" y="847239"/>
                  </a:lnTo>
                  <a:lnTo>
                    <a:pt x="1992277" y="847303"/>
                  </a:lnTo>
                  <a:lnTo>
                    <a:pt x="1992499" y="847582"/>
                  </a:lnTo>
                  <a:lnTo>
                    <a:pt x="1992655" y="847442"/>
                  </a:lnTo>
                  <a:lnTo>
                    <a:pt x="1993074" y="847754"/>
                  </a:lnTo>
                  <a:lnTo>
                    <a:pt x="1992844" y="848006"/>
                  </a:lnTo>
                  <a:lnTo>
                    <a:pt x="1992987" y="848110"/>
                  </a:lnTo>
                  <a:lnTo>
                    <a:pt x="1993067" y="848148"/>
                  </a:lnTo>
                  <a:lnTo>
                    <a:pt x="1993123" y="848174"/>
                  </a:lnTo>
                  <a:lnTo>
                    <a:pt x="1993271" y="848244"/>
                  </a:lnTo>
                  <a:lnTo>
                    <a:pt x="1993401" y="848305"/>
                  </a:lnTo>
                  <a:lnTo>
                    <a:pt x="1993667" y="848377"/>
                  </a:lnTo>
                  <a:lnTo>
                    <a:pt x="1993840" y="848409"/>
                  </a:lnTo>
                  <a:lnTo>
                    <a:pt x="1993959" y="848417"/>
                  </a:lnTo>
                  <a:lnTo>
                    <a:pt x="1994216" y="848405"/>
                  </a:lnTo>
                  <a:lnTo>
                    <a:pt x="1994615" y="848387"/>
                  </a:lnTo>
                  <a:lnTo>
                    <a:pt x="1994677" y="848384"/>
                  </a:lnTo>
                  <a:lnTo>
                    <a:pt x="1995113" y="848386"/>
                  </a:lnTo>
                  <a:lnTo>
                    <a:pt x="1995641" y="848389"/>
                  </a:lnTo>
                  <a:lnTo>
                    <a:pt x="1995919" y="848459"/>
                  </a:lnTo>
                  <a:lnTo>
                    <a:pt x="1995995" y="848547"/>
                  </a:lnTo>
                  <a:lnTo>
                    <a:pt x="1995999" y="848754"/>
                  </a:lnTo>
                  <a:lnTo>
                    <a:pt x="1995899" y="848929"/>
                  </a:lnTo>
                  <a:lnTo>
                    <a:pt x="1995860" y="848997"/>
                  </a:lnTo>
                  <a:lnTo>
                    <a:pt x="1995716" y="849099"/>
                  </a:lnTo>
                  <a:lnTo>
                    <a:pt x="1995688" y="849119"/>
                  </a:lnTo>
                  <a:lnTo>
                    <a:pt x="1995546" y="849089"/>
                  </a:lnTo>
                  <a:lnTo>
                    <a:pt x="1995465" y="849072"/>
                  </a:lnTo>
                  <a:lnTo>
                    <a:pt x="1995382" y="849111"/>
                  </a:lnTo>
                  <a:lnTo>
                    <a:pt x="1995320" y="849163"/>
                  </a:lnTo>
                  <a:lnTo>
                    <a:pt x="1995295" y="849269"/>
                  </a:lnTo>
                  <a:lnTo>
                    <a:pt x="1995370" y="849493"/>
                  </a:lnTo>
                  <a:lnTo>
                    <a:pt x="1995394" y="849567"/>
                  </a:lnTo>
                  <a:lnTo>
                    <a:pt x="1995478" y="849525"/>
                  </a:lnTo>
                  <a:lnTo>
                    <a:pt x="1995669" y="849634"/>
                  </a:lnTo>
                  <a:lnTo>
                    <a:pt x="1995571" y="849971"/>
                  </a:lnTo>
                  <a:lnTo>
                    <a:pt x="1995536" y="849997"/>
                  </a:lnTo>
                  <a:lnTo>
                    <a:pt x="1994932" y="850451"/>
                  </a:lnTo>
                  <a:lnTo>
                    <a:pt x="1994991" y="850671"/>
                  </a:lnTo>
                  <a:lnTo>
                    <a:pt x="1994281" y="851402"/>
                  </a:lnTo>
                  <a:lnTo>
                    <a:pt x="1994234" y="851448"/>
                  </a:lnTo>
                  <a:lnTo>
                    <a:pt x="1994194" y="851417"/>
                  </a:lnTo>
                  <a:lnTo>
                    <a:pt x="1994178" y="851402"/>
                  </a:lnTo>
                  <a:lnTo>
                    <a:pt x="1994164" y="851390"/>
                  </a:lnTo>
                  <a:lnTo>
                    <a:pt x="1993987" y="851143"/>
                  </a:lnTo>
                  <a:lnTo>
                    <a:pt x="1993931" y="851177"/>
                  </a:lnTo>
                  <a:lnTo>
                    <a:pt x="1993903" y="851194"/>
                  </a:lnTo>
                  <a:lnTo>
                    <a:pt x="1993897" y="851197"/>
                  </a:lnTo>
                  <a:lnTo>
                    <a:pt x="1993892" y="851200"/>
                  </a:lnTo>
                  <a:lnTo>
                    <a:pt x="1993886" y="851204"/>
                  </a:lnTo>
                  <a:lnTo>
                    <a:pt x="1993903" y="851233"/>
                  </a:lnTo>
                  <a:lnTo>
                    <a:pt x="1993959" y="851325"/>
                  </a:lnTo>
                  <a:lnTo>
                    <a:pt x="1993989" y="851376"/>
                  </a:lnTo>
                  <a:lnTo>
                    <a:pt x="1993960" y="851402"/>
                  </a:lnTo>
                  <a:lnTo>
                    <a:pt x="1993909" y="851458"/>
                  </a:lnTo>
                  <a:lnTo>
                    <a:pt x="1994081" y="851603"/>
                  </a:lnTo>
                  <a:lnTo>
                    <a:pt x="1994141" y="851649"/>
                  </a:lnTo>
                  <a:lnTo>
                    <a:pt x="1994154" y="851658"/>
                  </a:lnTo>
                  <a:lnTo>
                    <a:pt x="1994441" y="851631"/>
                  </a:lnTo>
                  <a:lnTo>
                    <a:pt x="1994646" y="851611"/>
                  </a:lnTo>
                  <a:lnTo>
                    <a:pt x="1994942" y="851402"/>
                  </a:lnTo>
                  <a:lnTo>
                    <a:pt x="1995945" y="850682"/>
                  </a:lnTo>
                  <a:lnTo>
                    <a:pt x="1996152" y="850958"/>
                  </a:lnTo>
                  <a:lnTo>
                    <a:pt x="1996213" y="850918"/>
                  </a:lnTo>
                  <a:lnTo>
                    <a:pt x="1996321" y="850849"/>
                  </a:lnTo>
                  <a:lnTo>
                    <a:pt x="1996348" y="850832"/>
                  </a:lnTo>
                  <a:lnTo>
                    <a:pt x="1996447" y="850907"/>
                  </a:lnTo>
                  <a:lnTo>
                    <a:pt x="1996542" y="850985"/>
                  </a:lnTo>
                  <a:lnTo>
                    <a:pt x="1996577" y="851013"/>
                  </a:lnTo>
                  <a:lnTo>
                    <a:pt x="1996609" y="851044"/>
                  </a:lnTo>
                  <a:lnTo>
                    <a:pt x="1996472" y="851299"/>
                  </a:lnTo>
                  <a:lnTo>
                    <a:pt x="1996265" y="851336"/>
                  </a:lnTo>
                  <a:lnTo>
                    <a:pt x="1996199" y="851402"/>
                  </a:lnTo>
                  <a:lnTo>
                    <a:pt x="1996376" y="851482"/>
                  </a:lnTo>
                  <a:lnTo>
                    <a:pt x="1996281" y="852012"/>
                  </a:lnTo>
                  <a:lnTo>
                    <a:pt x="1996175" y="852415"/>
                  </a:lnTo>
                  <a:lnTo>
                    <a:pt x="1996138" y="852438"/>
                  </a:lnTo>
                  <a:lnTo>
                    <a:pt x="1996022" y="852510"/>
                  </a:lnTo>
                  <a:lnTo>
                    <a:pt x="1996024" y="852517"/>
                  </a:lnTo>
                  <a:lnTo>
                    <a:pt x="1996053" y="852605"/>
                  </a:lnTo>
                  <a:lnTo>
                    <a:pt x="1996117" y="852665"/>
                  </a:lnTo>
                  <a:lnTo>
                    <a:pt x="1996135" y="852681"/>
                  </a:lnTo>
                  <a:lnTo>
                    <a:pt x="1996148" y="852690"/>
                  </a:lnTo>
                  <a:lnTo>
                    <a:pt x="1996155" y="852694"/>
                  </a:lnTo>
                  <a:lnTo>
                    <a:pt x="1996171" y="852705"/>
                  </a:lnTo>
                  <a:lnTo>
                    <a:pt x="1996228" y="852726"/>
                  </a:lnTo>
                  <a:lnTo>
                    <a:pt x="1996268" y="852729"/>
                  </a:lnTo>
                  <a:lnTo>
                    <a:pt x="1996301" y="852727"/>
                  </a:lnTo>
                  <a:lnTo>
                    <a:pt x="1996465" y="852712"/>
                  </a:lnTo>
                  <a:lnTo>
                    <a:pt x="1996605" y="852359"/>
                  </a:lnTo>
                  <a:lnTo>
                    <a:pt x="1996930" y="851869"/>
                  </a:lnTo>
                  <a:lnTo>
                    <a:pt x="1996887" y="851725"/>
                  </a:lnTo>
                  <a:lnTo>
                    <a:pt x="1996802" y="851504"/>
                  </a:lnTo>
                  <a:lnTo>
                    <a:pt x="1996944" y="851461"/>
                  </a:lnTo>
                  <a:lnTo>
                    <a:pt x="1997002" y="851443"/>
                  </a:lnTo>
                  <a:lnTo>
                    <a:pt x="1997099" y="851719"/>
                  </a:lnTo>
                  <a:lnTo>
                    <a:pt x="1997468" y="851672"/>
                  </a:lnTo>
                  <a:lnTo>
                    <a:pt x="1997497" y="851755"/>
                  </a:lnTo>
                  <a:lnTo>
                    <a:pt x="1997572" y="851952"/>
                  </a:lnTo>
                  <a:lnTo>
                    <a:pt x="1997694" y="851917"/>
                  </a:lnTo>
                  <a:lnTo>
                    <a:pt x="1997708" y="851913"/>
                  </a:lnTo>
                  <a:lnTo>
                    <a:pt x="1997729" y="851907"/>
                  </a:lnTo>
                  <a:lnTo>
                    <a:pt x="1997599" y="851521"/>
                  </a:lnTo>
                  <a:lnTo>
                    <a:pt x="1997579" y="851466"/>
                  </a:lnTo>
                  <a:lnTo>
                    <a:pt x="1997554" y="851402"/>
                  </a:lnTo>
                  <a:lnTo>
                    <a:pt x="1997555" y="851354"/>
                  </a:lnTo>
                  <a:lnTo>
                    <a:pt x="1997557" y="851080"/>
                  </a:lnTo>
                  <a:lnTo>
                    <a:pt x="1997604" y="851039"/>
                  </a:lnTo>
                  <a:lnTo>
                    <a:pt x="1997880" y="850802"/>
                  </a:lnTo>
                  <a:lnTo>
                    <a:pt x="1997899" y="850785"/>
                  </a:lnTo>
                  <a:lnTo>
                    <a:pt x="1998043" y="850661"/>
                  </a:lnTo>
                  <a:lnTo>
                    <a:pt x="1998169" y="850623"/>
                  </a:lnTo>
                  <a:lnTo>
                    <a:pt x="1998185" y="850625"/>
                  </a:lnTo>
                  <a:lnTo>
                    <a:pt x="1998208" y="850626"/>
                  </a:lnTo>
                  <a:lnTo>
                    <a:pt x="1998244" y="850629"/>
                  </a:lnTo>
                  <a:lnTo>
                    <a:pt x="1998873" y="850805"/>
                  </a:lnTo>
                  <a:lnTo>
                    <a:pt x="1998915" y="850843"/>
                  </a:lnTo>
                  <a:lnTo>
                    <a:pt x="1998928" y="850876"/>
                  </a:lnTo>
                  <a:lnTo>
                    <a:pt x="1999062" y="851217"/>
                  </a:lnTo>
                  <a:lnTo>
                    <a:pt x="1999069" y="851234"/>
                  </a:lnTo>
                  <a:lnTo>
                    <a:pt x="1999056" y="851275"/>
                  </a:lnTo>
                  <a:lnTo>
                    <a:pt x="1999037" y="851287"/>
                  </a:lnTo>
                  <a:lnTo>
                    <a:pt x="1998845" y="851402"/>
                  </a:lnTo>
                  <a:lnTo>
                    <a:pt x="1998776" y="851571"/>
                  </a:lnTo>
                  <a:lnTo>
                    <a:pt x="1998668" y="851938"/>
                  </a:lnTo>
                  <a:lnTo>
                    <a:pt x="1998661" y="852008"/>
                  </a:lnTo>
                  <a:lnTo>
                    <a:pt x="1998658" y="852050"/>
                  </a:lnTo>
                  <a:lnTo>
                    <a:pt x="1998658" y="852073"/>
                  </a:lnTo>
                  <a:lnTo>
                    <a:pt x="1998660" y="852091"/>
                  </a:lnTo>
                  <a:lnTo>
                    <a:pt x="1998672" y="852103"/>
                  </a:lnTo>
                  <a:lnTo>
                    <a:pt x="1998683" y="852124"/>
                  </a:lnTo>
                  <a:lnTo>
                    <a:pt x="1998664" y="852254"/>
                  </a:lnTo>
                  <a:lnTo>
                    <a:pt x="1998645" y="852304"/>
                  </a:lnTo>
                  <a:lnTo>
                    <a:pt x="1998539" y="852486"/>
                  </a:lnTo>
                  <a:lnTo>
                    <a:pt x="1998378" y="852714"/>
                  </a:lnTo>
                  <a:lnTo>
                    <a:pt x="1998240" y="852799"/>
                  </a:lnTo>
                  <a:lnTo>
                    <a:pt x="1998159" y="852846"/>
                  </a:lnTo>
                  <a:lnTo>
                    <a:pt x="1998151" y="852849"/>
                  </a:lnTo>
                  <a:lnTo>
                    <a:pt x="1997665" y="852941"/>
                  </a:lnTo>
                  <a:lnTo>
                    <a:pt x="1997483" y="852952"/>
                  </a:lnTo>
                  <a:lnTo>
                    <a:pt x="1997375" y="852927"/>
                  </a:lnTo>
                  <a:lnTo>
                    <a:pt x="1997364" y="852924"/>
                  </a:lnTo>
                  <a:lnTo>
                    <a:pt x="1997350" y="852915"/>
                  </a:lnTo>
                  <a:lnTo>
                    <a:pt x="1997332" y="852903"/>
                  </a:lnTo>
                  <a:lnTo>
                    <a:pt x="1997318" y="852889"/>
                  </a:lnTo>
                  <a:lnTo>
                    <a:pt x="1997307" y="852878"/>
                  </a:lnTo>
                  <a:lnTo>
                    <a:pt x="1997256" y="852871"/>
                  </a:lnTo>
                  <a:lnTo>
                    <a:pt x="1997058" y="852866"/>
                  </a:lnTo>
                  <a:lnTo>
                    <a:pt x="1997047" y="852866"/>
                  </a:lnTo>
                  <a:lnTo>
                    <a:pt x="1997018" y="852872"/>
                  </a:lnTo>
                  <a:lnTo>
                    <a:pt x="1996987" y="852882"/>
                  </a:lnTo>
                  <a:lnTo>
                    <a:pt x="1996903" y="852913"/>
                  </a:lnTo>
                  <a:lnTo>
                    <a:pt x="1996818" y="852949"/>
                  </a:lnTo>
                  <a:lnTo>
                    <a:pt x="1996777" y="852969"/>
                  </a:lnTo>
                  <a:lnTo>
                    <a:pt x="1996749" y="852984"/>
                  </a:lnTo>
                  <a:lnTo>
                    <a:pt x="1996715" y="853003"/>
                  </a:lnTo>
                  <a:lnTo>
                    <a:pt x="1996650" y="853046"/>
                  </a:lnTo>
                  <a:lnTo>
                    <a:pt x="1996610" y="853075"/>
                  </a:lnTo>
                  <a:lnTo>
                    <a:pt x="1996555" y="853118"/>
                  </a:lnTo>
                  <a:lnTo>
                    <a:pt x="1996492" y="853174"/>
                  </a:lnTo>
                  <a:lnTo>
                    <a:pt x="1996383" y="853285"/>
                  </a:lnTo>
                  <a:lnTo>
                    <a:pt x="1995796" y="853903"/>
                  </a:lnTo>
                  <a:lnTo>
                    <a:pt x="1995648" y="854024"/>
                  </a:lnTo>
                  <a:lnTo>
                    <a:pt x="1995606" y="854059"/>
                  </a:lnTo>
                  <a:lnTo>
                    <a:pt x="1995537" y="854135"/>
                  </a:lnTo>
                  <a:lnTo>
                    <a:pt x="1995196" y="854513"/>
                  </a:lnTo>
                  <a:lnTo>
                    <a:pt x="1995101" y="854635"/>
                  </a:lnTo>
                  <a:lnTo>
                    <a:pt x="1994713" y="855086"/>
                  </a:lnTo>
                  <a:lnTo>
                    <a:pt x="1994684" y="855088"/>
                  </a:lnTo>
                  <a:lnTo>
                    <a:pt x="1994612" y="855109"/>
                  </a:lnTo>
                  <a:lnTo>
                    <a:pt x="1994571" y="855126"/>
                  </a:lnTo>
                  <a:lnTo>
                    <a:pt x="1994535" y="855155"/>
                  </a:lnTo>
                  <a:lnTo>
                    <a:pt x="1994514" y="855174"/>
                  </a:lnTo>
                  <a:lnTo>
                    <a:pt x="1994468" y="855217"/>
                  </a:lnTo>
                  <a:lnTo>
                    <a:pt x="1994423" y="855267"/>
                  </a:lnTo>
                  <a:lnTo>
                    <a:pt x="1994310" y="855404"/>
                  </a:lnTo>
                  <a:lnTo>
                    <a:pt x="1994254" y="855476"/>
                  </a:lnTo>
                  <a:lnTo>
                    <a:pt x="1994233" y="855511"/>
                  </a:lnTo>
                  <a:lnTo>
                    <a:pt x="1994069" y="855910"/>
                  </a:lnTo>
                  <a:lnTo>
                    <a:pt x="1993979" y="856259"/>
                  </a:lnTo>
                  <a:lnTo>
                    <a:pt x="1993676" y="856465"/>
                  </a:lnTo>
                  <a:lnTo>
                    <a:pt x="1993555" y="856544"/>
                  </a:lnTo>
                  <a:lnTo>
                    <a:pt x="1993550" y="856546"/>
                  </a:lnTo>
                  <a:lnTo>
                    <a:pt x="1993356" y="856636"/>
                  </a:lnTo>
                  <a:lnTo>
                    <a:pt x="1993052" y="856687"/>
                  </a:lnTo>
                  <a:lnTo>
                    <a:pt x="1993036" y="856687"/>
                  </a:lnTo>
                  <a:lnTo>
                    <a:pt x="1993016" y="856688"/>
                  </a:lnTo>
                  <a:lnTo>
                    <a:pt x="1993006" y="856686"/>
                  </a:lnTo>
                  <a:lnTo>
                    <a:pt x="1993002" y="856683"/>
                  </a:lnTo>
                  <a:lnTo>
                    <a:pt x="1992958" y="856624"/>
                  </a:lnTo>
                  <a:lnTo>
                    <a:pt x="1992959" y="856610"/>
                  </a:lnTo>
                  <a:lnTo>
                    <a:pt x="1992964" y="856582"/>
                  </a:lnTo>
                  <a:lnTo>
                    <a:pt x="1993080" y="856105"/>
                  </a:lnTo>
                  <a:lnTo>
                    <a:pt x="1993284" y="855793"/>
                  </a:lnTo>
                  <a:lnTo>
                    <a:pt x="1993294" y="855783"/>
                  </a:lnTo>
                  <a:lnTo>
                    <a:pt x="1993399" y="855694"/>
                  </a:lnTo>
                  <a:lnTo>
                    <a:pt x="1993413" y="855686"/>
                  </a:lnTo>
                  <a:lnTo>
                    <a:pt x="1993418" y="855685"/>
                  </a:lnTo>
                  <a:lnTo>
                    <a:pt x="1993586" y="855607"/>
                  </a:lnTo>
                  <a:lnTo>
                    <a:pt x="1993769" y="855432"/>
                  </a:lnTo>
                  <a:lnTo>
                    <a:pt x="1993817" y="855301"/>
                  </a:lnTo>
                  <a:lnTo>
                    <a:pt x="1994027" y="854841"/>
                  </a:lnTo>
                  <a:lnTo>
                    <a:pt x="1994247" y="854700"/>
                  </a:lnTo>
                  <a:lnTo>
                    <a:pt x="1994260" y="854704"/>
                  </a:lnTo>
                  <a:lnTo>
                    <a:pt x="1994274" y="854704"/>
                  </a:lnTo>
                  <a:lnTo>
                    <a:pt x="1994284" y="854701"/>
                  </a:lnTo>
                  <a:lnTo>
                    <a:pt x="1994606" y="854592"/>
                  </a:lnTo>
                  <a:lnTo>
                    <a:pt x="1994651" y="854569"/>
                  </a:lnTo>
                  <a:lnTo>
                    <a:pt x="1994702" y="854542"/>
                  </a:lnTo>
                  <a:lnTo>
                    <a:pt x="1994751" y="854508"/>
                  </a:lnTo>
                  <a:lnTo>
                    <a:pt x="1994785" y="854476"/>
                  </a:lnTo>
                  <a:lnTo>
                    <a:pt x="1994809" y="854447"/>
                  </a:lnTo>
                  <a:lnTo>
                    <a:pt x="1994828" y="854421"/>
                  </a:lnTo>
                  <a:lnTo>
                    <a:pt x="1994839" y="854401"/>
                  </a:lnTo>
                  <a:lnTo>
                    <a:pt x="1994843" y="854387"/>
                  </a:lnTo>
                  <a:lnTo>
                    <a:pt x="1994844" y="854375"/>
                  </a:lnTo>
                  <a:lnTo>
                    <a:pt x="1994842" y="854361"/>
                  </a:lnTo>
                  <a:lnTo>
                    <a:pt x="1994783" y="853976"/>
                  </a:lnTo>
                  <a:lnTo>
                    <a:pt x="1994627" y="853934"/>
                  </a:lnTo>
                  <a:lnTo>
                    <a:pt x="1994611" y="853934"/>
                  </a:lnTo>
                  <a:lnTo>
                    <a:pt x="1994059" y="854040"/>
                  </a:lnTo>
                  <a:lnTo>
                    <a:pt x="1993754" y="854179"/>
                  </a:lnTo>
                  <a:lnTo>
                    <a:pt x="1993228" y="854491"/>
                  </a:lnTo>
                  <a:lnTo>
                    <a:pt x="1993075" y="854607"/>
                  </a:lnTo>
                  <a:lnTo>
                    <a:pt x="1993064" y="854711"/>
                  </a:lnTo>
                  <a:lnTo>
                    <a:pt x="1992982" y="854984"/>
                  </a:lnTo>
                  <a:lnTo>
                    <a:pt x="1992978" y="854992"/>
                  </a:lnTo>
                  <a:lnTo>
                    <a:pt x="1992934" y="855005"/>
                  </a:lnTo>
                  <a:lnTo>
                    <a:pt x="1992897" y="855016"/>
                  </a:lnTo>
                  <a:lnTo>
                    <a:pt x="1992892" y="855018"/>
                  </a:lnTo>
                  <a:lnTo>
                    <a:pt x="1992793" y="855055"/>
                  </a:lnTo>
                  <a:lnTo>
                    <a:pt x="1992691" y="855092"/>
                  </a:lnTo>
                  <a:lnTo>
                    <a:pt x="1992686" y="855120"/>
                  </a:lnTo>
                  <a:lnTo>
                    <a:pt x="1992653" y="855291"/>
                  </a:lnTo>
                  <a:lnTo>
                    <a:pt x="1992459" y="855497"/>
                  </a:lnTo>
                  <a:lnTo>
                    <a:pt x="1992458" y="855508"/>
                  </a:lnTo>
                  <a:lnTo>
                    <a:pt x="1992427" y="855662"/>
                  </a:lnTo>
                  <a:lnTo>
                    <a:pt x="1992414" y="855696"/>
                  </a:lnTo>
                  <a:lnTo>
                    <a:pt x="1992287" y="855796"/>
                  </a:lnTo>
                  <a:lnTo>
                    <a:pt x="1992259" y="855802"/>
                  </a:lnTo>
                  <a:lnTo>
                    <a:pt x="1992051" y="855754"/>
                  </a:lnTo>
                  <a:lnTo>
                    <a:pt x="1991946" y="855724"/>
                  </a:lnTo>
                  <a:lnTo>
                    <a:pt x="1991822" y="855592"/>
                  </a:lnTo>
                  <a:lnTo>
                    <a:pt x="1991821" y="855586"/>
                  </a:lnTo>
                  <a:lnTo>
                    <a:pt x="1991808" y="855232"/>
                  </a:lnTo>
                  <a:lnTo>
                    <a:pt x="1991761" y="855201"/>
                  </a:lnTo>
                  <a:lnTo>
                    <a:pt x="1991636" y="855208"/>
                  </a:lnTo>
                  <a:lnTo>
                    <a:pt x="1991525" y="855241"/>
                  </a:lnTo>
                  <a:lnTo>
                    <a:pt x="1991430" y="855296"/>
                  </a:lnTo>
                  <a:lnTo>
                    <a:pt x="1991607" y="855614"/>
                  </a:lnTo>
                  <a:lnTo>
                    <a:pt x="1991613" y="855766"/>
                  </a:lnTo>
                  <a:lnTo>
                    <a:pt x="1991598" y="855800"/>
                  </a:lnTo>
                  <a:lnTo>
                    <a:pt x="1991503" y="855839"/>
                  </a:lnTo>
                  <a:lnTo>
                    <a:pt x="1991494" y="855839"/>
                  </a:lnTo>
                  <a:lnTo>
                    <a:pt x="1991469" y="855830"/>
                  </a:lnTo>
                  <a:lnTo>
                    <a:pt x="1991431" y="855774"/>
                  </a:lnTo>
                  <a:lnTo>
                    <a:pt x="1991429" y="855761"/>
                  </a:lnTo>
                  <a:lnTo>
                    <a:pt x="1991432" y="855748"/>
                  </a:lnTo>
                  <a:lnTo>
                    <a:pt x="1991432" y="855739"/>
                  </a:lnTo>
                  <a:lnTo>
                    <a:pt x="1991430" y="855728"/>
                  </a:lnTo>
                  <a:lnTo>
                    <a:pt x="1991404" y="855683"/>
                  </a:lnTo>
                  <a:lnTo>
                    <a:pt x="1991398" y="855672"/>
                  </a:lnTo>
                  <a:lnTo>
                    <a:pt x="1991392" y="855666"/>
                  </a:lnTo>
                  <a:lnTo>
                    <a:pt x="1991311" y="855598"/>
                  </a:lnTo>
                  <a:lnTo>
                    <a:pt x="1991289" y="855589"/>
                  </a:lnTo>
                  <a:lnTo>
                    <a:pt x="1991249" y="855585"/>
                  </a:lnTo>
                  <a:lnTo>
                    <a:pt x="1991223" y="855584"/>
                  </a:lnTo>
                  <a:lnTo>
                    <a:pt x="1991019" y="855582"/>
                  </a:lnTo>
                  <a:lnTo>
                    <a:pt x="1990961" y="855602"/>
                  </a:lnTo>
                  <a:lnTo>
                    <a:pt x="1990862" y="855640"/>
                  </a:lnTo>
                  <a:lnTo>
                    <a:pt x="1990846" y="855646"/>
                  </a:lnTo>
                  <a:lnTo>
                    <a:pt x="1990825" y="855656"/>
                  </a:lnTo>
                  <a:lnTo>
                    <a:pt x="1990815" y="855661"/>
                  </a:lnTo>
                  <a:lnTo>
                    <a:pt x="1990559" y="855809"/>
                  </a:lnTo>
                  <a:lnTo>
                    <a:pt x="1990316" y="855983"/>
                  </a:lnTo>
                  <a:lnTo>
                    <a:pt x="1989905" y="856275"/>
                  </a:lnTo>
                  <a:lnTo>
                    <a:pt x="1989858" y="856339"/>
                  </a:lnTo>
                  <a:lnTo>
                    <a:pt x="1989777" y="856469"/>
                  </a:lnTo>
                  <a:lnTo>
                    <a:pt x="1989462" y="856838"/>
                  </a:lnTo>
                  <a:lnTo>
                    <a:pt x="1989445" y="856845"/>
                  </a:lnTo>
                  <a:lnTo>
                    <a:pt x="1989386" y="856848"/>
                  </a:lnTo>
                  <a:lnTo>
                    <a:pt x="1989269" y="856822"/>
                  </a:lnTo>
                  <a:lnTo>
                    <a:pt x="1989256" y="856817"/>
                  </a:lnTo>
                  <a:lnTo>
                    <a:pt x="1989167" y="856792"/>
                  </a:lnTo>
                  <a:lnTo>
                    <a:pt x="1989150" y="856787"/>
                  </a:lnTo>
                  <a:lnTo>
                    <a:pt x="1989133" y="856782"/>
                  </a:lnTo>
                  <a:lnTo>
                    <a:pt x="1989089" y="856771"/>
                  </a:lnTo>
                  <a:lnTo>
                    <a:pt x="1989047" y="856763"/>
                  </a:lnTo>
                  <a:lnTo>
                    <a:pt x="1989020" y="856759"/>
                  </a:lnTo>
                  <a:lnTo>
                    <a:pt x="1988991" y="856763"/>
                  </a:lnTo>
                  <a:lnTo>
                    <a:pt x="1988935" y="856772"/>
                  </a:lnTo>
                  <a:lnTo>
                    <a:pt x="1988902" y="856778"/>
                  </a:lnTo>
                  <a:lnTo>
                    <a:pt x="1988895" y="856782"/>
                  </a:lnTo>
                  <a:lnTo>
                    <a:pt x="1988838" y="856809"/>
                  </a:lnTo>
                  <a:lnTo>
                    <a:pt x="1988764" y="856863"/>
                  </a:lnTo>
                  <a:lnTo>
                    <a:pt x="1988730" y="856889"/>
                  </a:lnTo>
                  <a:lnTo>
                    <a:pt x="1988723" y="856895"/>
                  </a:lnTo>
                  <a:lnTo>
                    <a:pt x="1988698" y="856925"/>
                  </a:lnTo>
                  <a:lnTo>
                    <a:pt x="1988578" y="857076"/>
                  </a:lnTo>
                  <a:lnTo>
                    <a:pt x="1988403" y="857317"/>
                  </a:lnTo>
                  <a:lnTo>
                    <a:pt x="1988260" y="857565"/>
                  </a:lnTo>
                  <a:lnTo>
                    <a:pt x="1988173" y="857766"/>
                  </a:lnTo>
                  <a:lnTo>
                    <a:pt x="1988081" y="857960"/>
                  </a:lnTo>
                  <a:lnTo>
                    <a:pt x="1987989" y="858147"/>
                  </a:lnTo>
                  <a:lnTo>
                    <a:pt x="1987960" y="858199"/>
                  </a:lnTo>
                  <a:lnTo>
                    <a:pt x="1987916" y="858263"/>
                  </a:lnTo>
                  <a:lnTo>
                    <a:pt x="1987771" y="858398"/>
                  </a:lnTo>
                  <a:lnTo>
                    <a:pt x="1987755" y="858529"/>
                  </a:lnTo>
                  <a:lnTo>
                    <a:pt x="1987736" y="858583"/>
                  </a:lnTo>
                  <a:lnTo>
                    <a:pt x="1987689" y="858689"/>
                  </a:lnTo>
                  <a:lnTo>
                    <a:pt x="1987630" y="858808"/>
                  </a:lnTo>
                  <a:lnTo>
                    <a:pt x="1987577" y="858893"/>
                  </a:lnTo>
                  <a:lnTo>
                    <a:pt x="1987479" y="859067"/>
                  </a:lnTo>
                  <a:lnTo>
                    <a:pt x="1987322" y="859366"/>
                  </a:lnTo>
                  <a:lnTo>
                    <a:pt x="1987154" y="859761"/>
                  </a:lnTo>
                  <a:lnTo>
                    <a:pt x="1987128" y="859825"/>
                  </a:lnTo>
                  <a:lnTo>
                    <a:pt x="1987075" y="859982"/>
                  </a:lnTo>
                  <a:lnTo>
                    <a:pt x="1987014" y="860179"/>
                  </a:lnTo>
                  <a:lnTo>
                    <a:pt x="1987002" y="860220"/>
                  </a:lnTo>
                  <a:lnTo>
                    <a:pt x="1986962" y="860440"/>
                  </a:lnTo>
                  <a:lnTo>
                    <a:pt x="1986953" y="860512"/>
                  </a:lnTo>
                  <a:lnTo>
                    <a:pt x="1986938" y="860740"/>
                  </a:lnTo>
                  <a:lnTo>
                    <a:pt x="1986940" y="860776"/>
                  </a:lnTo>
                  <a:lnTo>
                    <a:pt x="1987161" y="861118"/>
                  </a:lnTo>
                  <a:lnTo>
                    <a:pt x="1987204" y="861173"/>
                  </a:lnTo>
                  <a:lnTo>
                    <a:pt x="1987217" y="861179"/>
                  </a:lnTo>
                  <a:lnTo>
                    <a:pt x="1987231" y="861181"/>
                  </a:lnTo>
                  <a:lnTo>
                    <a:pt x="1987245" y="861180"/>
                  </a:lnTo>
                  <a:lnTo>
                    <a:pt x="1987336" y="861206"/>
                  </a:lnTo>
                  <a:lnTo>
                    <a:pt x="1987440" y="861563"/>
                  </a:lnTo>
                  <a:lnTo>
                    <a:pt x="1987543" y="861965"/>
                  </a:lnTo>
                  <a:lnTo>
                    <a:pt x="1987544" y="862021"/>
                  </a:lnTo>
                  <a:lnTo>
                    <a:pt x="1987497" y="862046"/>
                  </a:lnTo>
                  <a:lnTo>
                    <a:pt x="1987475" y="862054"/>
                  </a:lnTo>
                  <a:lnTo>
                    <a:pt x="1987471" y="862056"/>
                  </a:lnTo>
                  <a:lnTo>
                    <a:pt x="1987456" y="862066"/>
                  </a:lnTo>
                  <a:lnTo>
                    <a:pt x="1987436" y="862083"/>
                  </a:lnTo>
                  <a:lnTo>
                    <a:pt x="1987400" y="862119"/>
                  </a:lnTo>
                  <a:lnTo>
                    <a:pt x="1987367" y="862159"/>
                  </a:lnTo>
                  <a:lnTo>
                    <a:pt x="1987346" y="862189"/>
                  </a:lnTo>
                  <a:lnTo>
                    <a:pt x="1987327" y="862217"/>
                  </a:lnTo>
                  <a:lnTo>
                    <a:pt x="1987323" y="862225"/>
                  </a:lnTo>
                  <a:lnTo>
                    <a:pt x="1987310" y="862257"/>
                  </a:lnTo>
                  <a:lnTo>
                    <a:pt x="1987305" y="862298"/>
                  </a:lnTo>
                  <a:lnTo>
                    <a:pt x="1987304" y="862323"/>
                  </a:lnTo>
                  <a:lnTo>
                    <a:pt x="1987305" y="862346"/>
                  </a:lnTo>
                  <a:lnTo>
                    <a:pt x="1987307" y="862397"/>
                  </a:lnTo>
                  <a:lnTo>
                    <a:pt x="1987309" y="862454"/>
                  </a:lnTo>
                  <a:lnTo>
                    <a:pt x="1987309" y="862462"/>
                  </a:lnTo>
                  <a:lnTo>
                    <a:pt x="1987312" y="862486"/>
                  </a:lnTo>
                  <a:lnTo>
                    <a:pt x="1987314" y="862497"/>
                  </a:lnTo>
                  <a:lnTo>
                    <a:pt x="1987327" y="862517"/>
                  </a:lnTo>
                  <a:lnTo>
                    <a:pt x="1987335" y="862529"/>
                  </a:lnTo>
                  <a:lnTo>
                    <a:pt x="1987344" y="862542"/>
                  </a:lnTo>
                  <a:lnTo>
                    <a:pt x="1987356" y="862557"/>
                  </a:lnTo>
                  <a:lnTo>
                    <a:pt x="1987210" y="862757"/>
                  </a:lnTo>
                  <a:lnTo>
                    <a:pt x="1986860" y="863222"/>
                  </a:lnTo>
                  <a:lnTo>
                    <a:pt x="1986821" y="863250"/>
                  </a:lnTo>
                  <a:lnTo>
                    <a:pt x="1986800" y="863267"/>
                  </a:lnTo>
                  <a:lnTo>
                    <a:pt x="1986767" y="863300"/>
                  </a:lnTo>
                  <a:lnTo>
                    <a:pt x="1986759" y="863309"/>
                  </a:lnTo>
                  <a:lnTo>
                    <a:pt x="1986752" y="863321"/>
                  </a:lnTo>
                  <a:lnTo>
                    <a:pt x="1986640" y="863499"/>
                  </a:lnTo>
                  <a:lnTo>
                    <a:pt x="1986634" y="863509"/>
                  </a:lnTo>
                  <a:lnTo>
                    <a:pt x="1986623" y="863533"/>
                  </a:lnTo>
                  <a:lnTo>
                    <a:pt x="1986617" y="863550"/>
                  </a:lnTo>
                  <a:lnTo>
                    <a:pt x="1986524" y="863945"/>
                  </a:lnTo>
                  <a:lnTo>
                    <a:pt x="1986521" y="863967"/>
                  </a:lnTo>
                  <a:lnTo>
                    <a:pt x="1986522" y="863995"/>
                  </a:lnTo>
                  <a:lnTo>
                    <a:pt x="1986529" y="864017"/>
                  </a:lnTo>
                  <a:lnTo>
                    <a:pt x="1986539" y="864035"/>
                  </a:lnTo>
                  <a:lnTo>
                    <a:pt x="1986686" y="864195"/>
                  </a:lnTo>
                  <a:lnTo>
                    <a:pt x="1986650" y="864228"/>
                  </a:lnTo>
                  <a:lnTo>
                    <a:pt x="1986632" y="864226"/>
                  </a:lnTo>
                  <a:lnTo>
                    <a:pt x="1986613" y="864228"/>
                  </a:lnTo>
                  <a:lnTo>
                    <a:pt x="1986403" y="864264"/>
                  </a:lnTo>
                  <a:lnTo>
                    <a:pt x="1986379" y="864272"/>
                  </a:lnTo>
                  <a:lnTo>
                    <a:pt x="1986360" y="864284"/>
                  </a:lnTo>
                  <a:lnTo>
                    <a:pt x="1986338" y="864298"/>
                  </a:lnTo>
                  <a:lnTo>
                    <a:pt x="1986319" y="864313"/>
                  </a:lnTo>
                  <a:lnTo>
                    <a:pt x="1986303" y="864332"/>
                  </a:lnTo>
                  <a:lnTo>
                    <a:pt x="1986296" y="864343"/>
                  </a:lnTo>
                  <a:lnTo>
                    <a:pt x="1986288" y="864358"/>
                  </a:lnTo>
                  <a:lnTo>
                    <a:pt x="1986283" y="864379"/>
                  </a:lnTo>
                  <a:lnTo>
                    <a:pt x="1986279" y="864395"/>
                  </a:lnTo>
                  <a:lnTo>
                    <a:pt x="1986282" y="864408"/>
                  </a:lnTo>
                  <a:lnTo>
                    <a:pt x="1986286" y="864417"/>
                  </a:lnTo>
                  <a:lnTo>
                    <a:pt x="1986309" y="864435"/>
                  </a:lnTo>
                  <a:lnTo>
                    <a:pt x="1986387" y="864522"/>
                  </a:lnTo>
                  <a:lnTo>
                    <a:pt x="1986452" y="864722"/>
                  </a:lnTo>
                  <a:lnTo>
                    <a:pt x="1986441" y="864816"/>
                  </a:lnTo>
                  <a:lnTo>
                    <a:pt x="1986438" y="864829"/>
                  </a:lnTo>
                  <a:lnTo>
                    <a:pt x="1986428" y="864844"/>
                  </a:lnTo>
                  <a:lnTo>
                    <a:pt x="1986414" y="864858"/>
                  </a:lnTo>
                  <a:lnTo>
                    <a:pt x="1986224" y="864955"/>
                  </a:lnTo>
                  <a:lnTo>
                    <a:pt x="1986210" y="864956"/>
                  </a:lnTo>
                  <a:lnTo>
                    <a:pt x="1986130" y="864950"/>
                  </a:lnTo>
                  <a:lnTo>
                    <a:pt x="1986112" y="864949"/>
                  </a:lnTo>
                  <a:lnTo>
                    <a:pt x="1986082" y="864944"/>
                  </a:lnTo>
                  <a:lnTo>
                    <a:pt x="1986071" y="864943"/>
                  </a:lnTo>
                  <a:lnTo>
                    <a:pt x="1986021" y="864931"/>
                  </a:lnTo>
                  <a:lnTo>
                    <a:pt x="1985936" y="864889"/>
                  </a:lnTo>
                  <a:lnTo>
                    <a:pt x="1985906" y="864846"/>
                  </a:lnTo>
                  <a:lnTo>
                    <a:pt x="1985878" y="864797"/>
                  </a:lnTo>
                  <a:lnTo>
                    <a:pt x="1985766" y="864744"/>
                  </a:lnTo>
                  <a:lnTo>
                    <a:pt x="1985599" y="864717"/>
                  </a:lnTo>
                  <a:lnTo>
                    <a:pt x="1985550" y="864750"/>
                  </a:lnTo>
                  <a:lnTo>
                    <a:pt x="1985402" y="864682"/>
                  </a:lnTo>
                  <a:lnTo>
                    <a:pt x="1985279" y="864608"/>
                  </a:lnTo>
                  <a:lnTo>
                    <a:pt x="1985261" y="864587"/>
                  </a:lnTo>
                  <a:lnTo>
                    <a:pt x="1985140" y="864323"/>
                  </a:lnTo>
                  <a:lnTo>
                    <a:pt x="1984892" y="863982"/>
                  </a:lnTo>
                  <a:lnTo>
                    <a:pt x="1984558" y="863980"/>
                  </a:lnTo>
                  <a:lnTo>
                    <a:pt x="1984477" y="864090"/>
                  </a:lnTo>
                  <a:lnTo>
                    <a:pt x="1984457" y="864079"/>
                  </a:lnTo>
                  <a:lnTo>
                    <a:pt x="1984301" y="863983"/>
                  </a:lnTo>
                  <a:lnTo>
                    <a:pt x="1984394" y="863875"/>
                  </a:lnTo>
                  <a:lnTo>
                    <a:pt x="1984488" y="863700"/>
                  </a:lnTo>
                  <a:lnTo>
                    <a:pt x="1984482" y="863646"/>
                  </a:lnTo>
                  <a:lnTo>
                    <a:pt x="1984395" y="863352"/>
                  </a:lnTo>
                  <a:lnTo>
                    <a:pt x="1984101" y="863051"/>
                  </a:lnTo>
                  <a:lnTo>
                    <a:pt x="1983923" y="862880"/>
                  </a:lnTo>
                  <a:lnTo>
                    <a:pt x="1983627" y="862777"/>
                  </a:lnTo>
                  <a:lnTo>
                    <a:pt x="1983193" y="862656"/>
                  </a:lnTo>
                  <a:lnTo>
                    <a:pt x="1983073" y="862633"/>
                  </a:lnTo>
                  <a:lnTo>
                    <a:pt x="1982945" y="862653"/>
                  </a:lnTo>
                  <a:lnTo>
                    <a:pt x="1982751" y="862718"/>
                  </a:lnTo>
                  <a:lnTo>
                    <a:pt x="1982558" y="862818"/>
                  </a:lnTo>
                  <a:lnTo>
                    <a:pt x="1982366" y="862955"/>
                  </a:lnTo>
                  <a:lnTo>
                    <a:pt x="1982304" y="863002"/>
                  </a:lnTo>
                  <a:lnTo>
                    <a:pt x="1982107" y="863225"/>
                  </a:lnTo>
                  <a:lnTo>
                    <a:pt x="1982023" y="863379"/>
                  </a:lnTo>
                  <a:lnTo>
                    <a:pt x="1981972" y="863505"/>
                  </a:lnTo>
                  <a:lnTo>
                    <a:pt x="1981957" y="863780"/>
                  </a:lnTo>
                  <a:lnTo>
                    <a:pt x="1981965" y="863863"/>
                  </a:lnTo>
                  <a:lnTo>
                    <a:pt x="1982002" y="864036"/>
                  </a:lnTo>
                  <a:lnTo>
                    <a:pt x="1982058" y="864143"/>
                  </a:lnTo>
                  <a:lnTo>
                    <a:pt x="1982412" y="864486"/>
                  </a:lnTo>
                  <a:lnTo>
                    <a:pt x="1982653" y="864716"/>
                  </a:lnTo>
                  <a:lnTo>
                    <a:pt x="1982718" y="864749"/>
                  </a:lnTo>
                  <a:lnTo>
                    <a:pt x="1982763" y="864760"/>
                  </a:lnTo>
                  <a:lnTo>
                    <a:pt x="1982880" y="864782"/>
                  </a:lnTo>
                  <a:lnTo>
                    <a:pt x="1982974" y="864788"/>
                  </a:lnTo>
                  <a:lnTo>
                    <a:pt x="1983337" y="864798"/>
                  </a:lnTo>
                  <a:lnTo>
                    <a:pt x="1983410" y="864785"/>
                  </a:lnTo>
                  <a:lnTo>
                    <a:pt x="1983446" y="864769"/>
                  </a:lnTo>
                  <a:lnTo>
                    <a:pt x="1983528" y="864689"/>
                  </a:lnTo>
                  <a:lnTo>
                    <a:pt x="1983595" y="864714"/>
                  </a:lnTo>
                  <a:lnTo>
                    <a:pt x="1983587" y="865161"/>
                  </a:lnTo>
                  <a:lnTo>
                    <a:pt x="1983438" y="865326"/>
                  </a:lnTo>
                  <a:lnTo>
                    <a:pt x="1983187" y="865557"/>
                  </a:lnTo>
                  <a:lnTo>
                    <a:pt x="1983085" y="865612"/>
                  </a:lnTo>
                  <a:lnTo>
                    <a:pt x="1982742" y="865712"/>
                  </a:lnTo>
                  <a:lnTo>
                    <a:pt x="1982453" y="865848"/>
                  </a:lnTo>
                  <a:lnTo>
                    <a:pt x="1982338" y="865926"/>
                  </a:lnTo>
                  <a:lnTo>
                    <a:pt x="1982249" y="866045"/>
                  </a:lnTo>
                  <a:lnTo>
                    <a:pt x="1982160" y="866189"/>
                  </a:lnTo>
                  <a:lnTo>
                    <a:pt x="1982009" y="866485"/>
                  </a:lnTo>
                  <a:lnTo>
                    <a:pt x="1981898" y="866727"/>
                  </a:lnTo>
                  <a:lnTo>
                    <a:pt x="1981782" y="867149"/>
                  </a:lnTo>
                  <a:lnTo>
                    <a:pt x="1981752" y="867278"/>
                  </a:lnTo>
                  <a:lnTo>
                    <a:pt x="1981744" y="867344"/>
                  </a:lnTo>
                  <a:lnTo>
                    <a:pt x="1981739" y="867598"/>
                  </a:lnTo>
                  <a:lnTo>
                    <a:pt x="1981745" y="867770"/>
                  </a:lnTo>
                  <a:lnTo>
                    <a:pt x="1981774" y="867876"/>
                  </a:lnTo>
                  <a:lnTo>
                    <a:pt x="1981804" y="867940"/>
                  </a:lnTo>
                  <a:lnTo>
                    <a:pt x="1981844" y="867982"/>
                  </a:lnTo>
                  <a:lnTo>
                    <a:pt x="1982053" y="868128"/>
                  </a:lnTo>
                  <a:lnTo>
                    <a:pt x="1982168" y="868168"/>
                  </a:lnTo>
                  <a:lnTo>
                    <a:pt x="1982427" y="868299"/>
                  </a:lnTo>
                  <a:lnTo>
                    <a:pt x="1982491" y="868338"/>
                  </a:lnTo>
                  <a:lnTo>
                    <a:pt x="1982517" y="868427"/>
                  </a:lnTo>
                  <a:lnTo>
                    <a:pt x="1982513" y="868472"/>
                  </a:lnTo>
                  <a:lnTo>
                    <a:pt x="1982189" y="868970"/>
                  </a:lnTo>
                  <a:lnTo>
                    <a:pt x="1981977" y="868964"/>
                  </a:lnTo>
                  <a:lnTo>
                    <a:pt x="1981831" y="868932"/>
                  </a:lnTo>
                  <a:lnTo>
                    <a:pt x="1981748" y="868930"/>
                  </a:lnTo>
                  <a:lnTo>
                    <a:pt x="1981724" y="868934"/>
                  </a:lnTo>
                  <a:lnTo>
                    <a:pt x="1981450" y="869000"/>
                  </a:lnTo>
                  <a:lnTo>
                    <a:pt x="1981299" y="869045"/>
                  </a:lnTo>
                  <a:lnTo>
                    <a:pt x="1981261" y="869070"/>
                  </a:lnTo>
                  <a:lnTo>
                    <a:pt x="1981220" y="869107"/>
                  </a:lnTo>
                  <a:lnTo>
                    <a:pt x="1981142" y="869184"/>
                  </a:lnTo>
                  <a:lnTo>
                    <a:pt x="1981111" y="869217"/>
                  </a:lnTo>
                  <a:lnTo>
                    <a:pt x="1981083" y="869295"/>
                  </a:lnTo>
                  <a:lnTo>
                    <a:pt x="1981089" y="869329"/>
                  </a:lnTo>
                  <a:lnTo>
                    <a:pt x="1980910" y="869606"/>
                  </a:lnTo>
                  <a:lnTo>
                    <a:pt x="1980895" y="869621"/>
                  </a:lnTo>
                  <a:lnTo>
                    <a:pt x="1980792" y="869644"/>
                  </a:lnTo>
                  <a:lnTo>
                    <a:pt x="1980709" y="869643"/>
                  </a:lnTo>
                  <a:lnTo>
                    <a:pt x="1980648" y="869672"/>
                  </a:lnTo>
                  <a:lnTo>
                    <a:pt x="1980578" y="869756"/>
                  </a:lnTo>
                  <a:lnTo>
                    <a:pt x="1980529" y="869936"/>
                  </a:lnTo>
                  <a:lnTo>
                    <a:pt x="1980503" y="870067"/>
                  </a:lnTo>
                  <a:lnTo>
                    <a:pt x="1980448" y="870141"/>
                  </a:lnTo>
                  <a:lnTo>
                    <a:pt x="1980405" y="870164"/>
                  </a:lnTo>
                  <a:lnTo>
                    <a:pt x="1980182" y="870252"/>
                  </a:lnTo>
                  <a:lnTo>
                    <a:pt x="1980126" y="870249"/>
                  </a:lnTo>
                  <a:lnTo>
                    <a:pt x="1979974" y="870094"/>
                  </a:lnTo>
                  <a:lnTo>
                    <a:pt x="1979963" y="870076"/>
                  </a:lnTo>
                  <a:lnTo>
                    <a:pt x="1980017" y="869877"/>
                  </a:lnTo>
                  <a:lnTo>
                    <a:pt x="1979994" y="869801"/>
                  </a:lnTo>
                  <a:lnTo>
                    <a:pt x="1979940" y="869786"/>
                  </a:lnTo>
                  <a:lnTo>
                    <a:pt x="1979676" y="869763"/>
                  </a:lnTo>
                  <a:lnTo>
                    <a:pt x="1979607" y="869737"/>
                  </a:lnTo>
                  <a:lnTo>
                    <a:pt x="1979571" y="869713"/>
                  </a:lnTo>
                  <a:lnTo>
                    <a:pt x="1979523" y="869634"/>
                  </a:lnTo>
                  <a:lnTo>
                    <a:pt x="1979524" y="869607"/>
                  </a:lnTo>
                  <a:lnTo>
                    <a:pt x="1979547" y="869557"/>
                  </a:lnTo>
                  <a:lnTo>
                    <a:pt x="1979601" y="869518"/>
                  </a:lnTo>
                  <a:lnTo>
                    <a:pt x="1979724" y="869469"/>
                  </a:lnTo>
                  <a:lnTo>
                    <a:pt x="1979791" y="869374"/>
                  </a:lnTo>
                  <a:lnTo>
                    <a:pt x="1979644" y="869248"/>
                  </a:lnTo>
                  <a:lnTo>
                    <a:pt x="1979515" y="869227"/>
                  </a:lnTo>
                  <a:lnTo>
                    <a:pt x="1979360" y="869207"/>
                  </a:lnTo>
                  <a:lnTo>
                    <a:pt x="1979184" y="869228"/>
                  </a:lnTo>
                  <a:lnTo>
                    <a:pt x="1978859" y="869444"/>
                  </a:lnTo>
                  <a:lnTo>
                    <a:pt x="1978668" y="869634"/>
                  </a:lnTo>
                  <a:lnTo>
                    <a:pt x="1978629" y="869702"/>
                  </a:lnTo>
                  <a:lnTo>
                    <a:pt x="1978621" y="869708"/>
                  </a:lnTo>
                  <a:lnTo>
                    <a:pt x="1978606" y="869692"/>
                  </a:lnTo>
                  <a:lnTo>
                    <a:pt x="1978593" y="869678"/>
                  </a:lnTo>
                  <a:lnTo>
                    <a:pt x="1978569" y="869650"/>
                  </a:lnTo>
                  <a:lnTo>
                    <a:pt x="1978539" y="869617"/>
                  </a:lnTo>
                  <a:lnTo>
                    <a:pt x="1978547" y="869589"/>
                  </a:lnTo>
                  <a:lnTo>
                    <a:pt x="1978644" y="869251"/>
                  </a:lnTo>
                  <a:lnTo>
                    <a:pt x="1978623" y="869169"/>
                  </a:lnTo>
                  <a:lnTo>
                    <a:pt x="1978558" y="869100"/>
                  </a:lnTo>
                  <a:lnTo>
                    <a:pt x="1978537" y="869084"/>
                  </a:lnTo>
                  <a:lnTo>
                    <a:pt x="1978514" y="869081"/>
                  </a:lnTo>
                  <a:lnTo>
                    <a:pt x="1978499" y="869064"/>
                  </a:lnTo>
                  <a:lnTo>
                    <a:pt x="1978482" y="868934"/>
                  </a:lnTo>
                  <a:lnTo>
                    <a:pt x="1978488" y="868915"/>
                  </a:lnTo>
                  <a:lnTo>
                    <a:pt x="1978576" y="868774"/>
                  </a:lnTo>
                  <a:lnTo>
                    <a:pt x="1978615" y="868753"/>
                  </a:lnTo>
                  <a:lnTo>
                    <a:pt x="1978651" y="868713"/>
                  </a:lnTo>
                  <a:lnTo>
                    <a:pt x="1978650" y="868681"/>
                  </a:lnTo>
                  <a:lnTo>
                    <a:pt x="1978531" y="868619"/>
                  </a:lnTo>
                  <a:lnTo>
                    <a:pt x="1977992" y="868337"/>
                  </a:lnTo>
                  <a:lnTo>
                    <a:pt x="1977975" y="868340"/>
                  </a:lnTo>
                  <a:lnTo>
                    <a:pt x="1977865" y="868406"/>
                  </a:lnTo>
                  <a:lnTo>
                    <a:pt x="1977850" y="868425"/>
                  </a:lnTo>
                  <a:lnTo>
                    <a:pt x="1977840" y="868499"/>
                  </a:lnTo>
                  <a:lnTo>
                    <a:pt x="1977841" y="868564"/>
                  </a:lnTo>
                  <a:lnTo>
                    <a:pt x="1977878" y="868644"/>
                  </a:lnTo>
                  <a:lnTo>
                    <a:pt x="1978008" y="868639"/>
                  </a:lnTo>
                  <a:lnTo>
                    <a:pt x="1978008" y="868686"/>
                  </a:lnTo>
                  <a:lnTo>
                    <a:pt x="1977990" y="868710"/>
                  </a:lnTo>
                  <a:lnTo>
                    <a:pt x="1977955" y="868734"/>
                  </a:lnTo>
                  <a:lnTo>
                    <a:pt x="1977812" y="868774"/>
                  </a:lnTo>
                  <a:lnTo>
                    <a:pt x="1977593" y="868812"/>
                  </a:lnTo>
                  <a:lnTo>
                    <a:pt x="1977308" y="869038"/>
                  </a:lnTo>
                  <a:lnTo>
                    <a:pt x="1977128" y="869313"/>
                  </a:lnTo>
                  <a:lnTo>
                    <a:pt x="1977029" y="869310"/>
                  </a:lnTo>
                  <a:lnTo>
                    <a:pt x="1976951" y="869329"/>
                  </a:lnTo>
                  <a:lnTo>
                    <a:pt x="1976897" y="869355"/>
                  </a:lnTo>
                  <a:lnTo>
                    <a:pt x="1976829" y="869467"/>
                  </a:lnTo>
                  <a:lnTo>
                    <a:pt x="1976806" y="869541"/>
                  </a:lnTo>
                  <a:lnTo>
                    <a:pt x="1977016" y="869530"/>
                  </a:lnTo>
                  <a:lnTo>
                    <a:pt x="1977025" y="869537"/>
                  </a:lnTo>
                  <a:lnTo>
                    <a:pt x="1977120" y="869760"/>
                  </a:lnTo>
                  <a:lnTo>
                    <a:pt x="1976883" y="869769"/>
                  </a:lnTo>
                  <a:lnTo>
                    <a:pt x="1976650" y="869791"/>
                  </a:lnTo>
                  <a:lnTo>
                    <a:pt x="1976622" y="869806"/>
                  </a:lnTo>
                  <a:lnTo>
                    <a:pt x="1976548" y="869915"/>
                  </a:lnTo>
                  <a:lnTo>
                    <a:pt x="1976522" y="869985"/>
                  </a:lnTo>
                  <a:lnTo>
                    <a:pt x="1976514" y="870038"/>
                  </a:lnTo>
                  <a:lnTo>
                    <a:pt x="1976524" y="870070"/>
                  </a:lnTo>
                  <a:lnTo>
                    <a:pt x="1976551" y="870112"/>
                  </a:lnTo>
                  <a:lnTo>
                    <a:pt x="1976622" y="870194"/>
                  </a:lnTo>
                  <a:lnTo>
                    <a:pt x="1977247" y="870174"/>
                  </a:lnTo>
                  <a:lnTo>
                    <a:pt x="1977315" y="870416"/>
                  </a:lnTo>
                  <a:lnTo>
                    <a:pt x="1976688" y="870805"/>
                  </a:lnTo>
                  <a:lnTo>
                    <a:pt x="1976830" y="871006"/>
                  </a:lnTo>
                  <a:lnTo>
                    <a:pt x="1976676" y="871099"/>
                  </a:lnTo>
                  <a:lnTo>
                    <a:pt x="1977037" y="871592"/>
                  </a:lnTo>
                  <a:lnTo>
                    <a:pt x="1976672" y="871822"/>
                  </a:lnTo>
                  <a:lnTo>
                    <a:pt x="1976390" y="871428"/>
                  </a:lnTo>
                  <a:lnTo>
                    <a:pt x="1975965" y="871690"/>
                  </a:lnTo>
                  <a:lnTo>
                    <a:pt x="1975883" y="871576"/>
                  </a:lnTo>
                  <a:lnTo>
                    <a:pt x="1975788" y="871644"/>
                  </a:lnTo>
                  <a:lnTo>
                    <a:pt x="1975516" y="871640"/>
                  </a:lnTo>
                  <a:lnTo>
                    <a:pt x="1975454" y="871544"/>
                  </a:lnTo>
                  <a:lnTo>
                    <a:pt x="1975425" y="871501"/>
                  </a:lnTo>
                  <a:lnTo>
                    <a:pt x="1975425" y="871492"/>
                  </a:lnTo>
                  <a:lnTo>
                    <a:pt x="1975460" y="871474"/>
                  </a:lnTo>
                  <a:lnTo>
                    <a:pt x="1975458" y="871460"/>
                  </a:lnTo>
                  <a:lnTo>
                    <a:pt x="1975451" y="871433"/>
                  </a:lnTo>
                  <a:lnTo>
                    <a:pt x="1975413" y="871390"/>
                  </a:lnTo>
                  <a:lnTo>
                    <a:pt x="1975366" y="871356"/>
                  </a:lnTo>
                  <a:lnTo>
                    <a:pt x="1975330" y="871335"/>
                  </a:lnTo>
                  <a:lnTo>
                    <a:pt x="1975194" y="871370"/>
                  </a:lnTo>
                  <a:lnTo>
                    <a:pt x="1975182" y="871367"/>
                  </a:lnTo>
                  <a:lnTo>
                    <a:pt x="1975176" y="871346"/>
                  </a:lnTo>
                  <a:lnTo>
                    <a:pt x="1975176" y="869835"/>
                  </a:lnTo>
                  <a:lnTo>
                    <a:pt x="1974983" y="869445"/>
                  </a:lnTo>
                  <a:lnTo>
                    <a:pt x="1974822" y="869144"/>
                  </a:lnTo>
                  <a:lnTo>
                    <a:pt x="1974745" y="868998"/>
                  </a:lnTo>
                  <a:lnTo>
                    <a:pt x="1974655" y="868795"/>
                  </a:lnTo>
                  <a:lnTo>
                    <a:pt x="1974630" y="868777"/>
                  </a:lnTo>
                  <a:lnTo>
                    <a:pt x="1974599" y="868773"/>
                  </a:lnTo>
                  <a:lnTo>
                    <a:pt x="1974587" y="868771"/>
                  </a:lnTo>
                  <a:lnTo>
                    <a:pt x="1974573" y="868769"/>
                  </a:lnTo>
                  <a:lnTo>
                    <a:pt x="1974546" y="868828"/>
                  </a:lnTo>
                  <a:lnTo>
                    <a:pt x="1974574" y="869359"/>
                  </a:lnTo>
                  <a:lnTo>
                    <a:pt x="1974603" y="869383"/>
                  </a:lnTo>
                  <a:lnTo>
                    <a:pt x="1974606" y="869431"/>
                  </a:lnTo>
                  <a:lnTo>
                    <a:pt x="1974615" y="869561"/>
                  </a:lnTo>
                  <a:lnTo>
                    <a:pt x="1974605" y="869590"/>
                  </a:lnTo>
                  <a:lnTo>
                    <a:pt x="1974587" y="869603"/>
                  </a:lnTo>
                  <a:lnTo>
                    <a:pt x="1974549" y="869600"/>
                  </a:lnTo>
                  <a:lnTo>
                    <a:pt x="1974420" y="869572"/>
                  </a:lnTo>
                  <a:lnTo>
                    <a:pt x="1974328" y="869584"/>
                  </a:lnTo>
                  <a:lnTo>
                    <a:pt x="1974237" y="869745"/>
                  </a:lnTo>
                  <a:lnTo>
                    <a:pt x="1974127" y="869732"/>
                  </a:lnTo>
                  <a:lnTo>
                    <a:pt x="1974084" y="869630"/>
                  </a:lnTo>
                  <a:lnTo>
                    <a:pt x="1973923" y="869706"/>
                  </a:lnTo>
                  <a:lnTo>
                    <a:pt x="1973470" y="869958"/>
                  </a:lnTo>
                  <a:lnTo>
                    <a:pt x="1973507" y="870053"/>
                  </a:lnTo>
                  <a:lnTo>
                    <a:pt x="1973242" y="870173"/>
                  </a:lnTo>
                  <a:lnTo>
                    <a:pt x="1972809" y="870399"/>
                  </a:lnTo>
                  <a:lnTo>
                    <a:pt x="1972704" y="870460"/>
                  </a:lnTo>
                  <a:lnTo>
                    <a:pt x="1972408" y="870696"/>
                  </a:lnTo>
                  <a:lnTo>
                    <a:pt x="1972366" y="870729"/>
                  </a:lnTo>
                  <a:lnTo>
                    <a:pt x="1972301" y="870793"/>
                  </a:lnTo>
                  <a:lnTo>
                    <a:pt x="1972058" y="871125"/>
                  </a:lnTo>
                  <a:lnTo>
                    <a:pt x="1971769" y="871301"/>
                  </a:lnTo>
                  <a:lnTo>
                    <a:pt x="1971511" y="871285"/>
                  </a:lnTo>
                  <a:lnTo>
                    <a:pt x="1971441" y="871153"/>
                  </a:lnTo>
                  <a:lnTo>
                    <a:pt x="1971432" y="871044"/>
                  </a:lnTo>
                  <a:lnTo>
                    <a:pt x="1971425" y="871008"/>
                  </a:lnTo>
                  <a:lnTo>
                    <a:pt x="1971209" y="870903"/>
                  </a:lnTo>
                  <a:lnTo>
                    <a:pt x="1971179" y="870864"/>
                  </a:lnTo>
                  <a:lnTo>
                    <a:pt x="1970923" y="870539"/>
                  </a:lnTo>
                  <a:lnTo>
                    <a:pt x="1970564" y="870186"/>
                  </a:lnTo>
                  <a:lnTo>
                    <a:pt x="1970514" y="870192"/>
                  </a:lnTo>
                  <a:lnTo>
                    <a:pt x="1970513" y="870230"/>
                  </a:lnTo>
                  <a:lnTo>
                    <a:pt x="1970549" y="870363"/>
                  </a:lnTo>
                  <a:lnTo>
                    <a:pt x="1970592" y="870442"/>
                  </a:lnTo>
                  <a:lnTo>
                    <a:pt x="1970665" y="870535"/>
                  </a:lnTo>
                  <a:lnTo>
                    <a:pt x="1970774" y="870622"/>
                  </a:lnTo>
                  <a:lnTo>
                    <a:pt x="1970820" y="870667"/>
                  </a:lnTo>
                  <a:lnTo>
                    <a:pt x="1970876" y="870723"/>
                  </a:lnTo>
                  <a:lnTo>
                    <a:pt x="1971027" y="871015"/>
                  </a:lnTo>
                  <a:lnTo>
                    <a:pt x="1971131" y="871251"/>
                  </a:lnTo>
                  <a:lnTo>
                    <a:pt x="1971121" y="871262"/>
                  </a:lnTo>
                  <a:lnTo>
                    <a:pt x="1971089" y="871255"/>
                  </a:lnTo>
                  <a:lnTo>
                    <a:pt x="1970900" y="871183"/>
                  </a:lnTo>
                  <a:lnTo>
                    <a:pt x="1970703" y="871109"/>
                  </a:lnTo>
                  <a:lnTo>
                    <a:pt x="1970517" y="871117"/>
                  </a:lnTo>
                  <a:lnTo>
                    <a:pt x="1970503" y="871120"/>
                  </a:lnTo>
                  <a:lnTo>
                    <a:pt x="1970464" y="871151"/>
                  </a:lnTo>
                  <a:lnTo>
                    <a:pt x="1970529" y="871245"/>
                  </a:lnTo>
                  <a:lnTo>
                    <a:pt x="1970582" y="871283"/>
                  </a:lnTo>
                  <a:lnTo>
                    <a:pt x="1970875" y="871444"/>
                  </a:lnTo>
                  <a:lnTo>
                    <a:pt x="1971113" y="871537"/>
                  </a:lnTo>
                  <a:lnTo>
                    <a:pt x="1971278" y="871684"/>
                  </a:lnTo>
                  <a:lnTo>
                    <a:pt x="1971325" y="871914"/>
                  </a:lnTo>
                  <a:lnTo>
                    <a:pt x="1971267" y="872131"/>
                  </a:lnTo>
                  <a:lnTo>
                    <a:pt x="1971102" y="872389"/>
                  </a:lnTo>
                  <a:lnTo>
                    <a:pt x="1970894" y="872289"/>
                  </a:lnTo>
                  <a:lnTo>
                    <a:pt x="1970787" y="872241"/>
                  </a:lnTo>
                  <a:lnTo>
                    <a:pt x="1970548" y="872233"/>
                  </a:lnTo>
                  <a:lnTo>
                    <a:pt x="1970546" y="872244"/>
                  </a:lnTo>
                  <a:lnTo>
                    <a:pt x="1970505" y="872380"/>
                  </a:lnTo>
                  <a:lnTo>
                    <a:pt x="1970442" y="872376"/>
                  </a:lnTo>
                  <a:lnTo>
                    <a:pt x="1970213" y="872328"/>
                  </a:lnTo>
                  <a:lnTo>
                    <a:pt x="1970132" y="872334"/>
                  </a:lnTo>
                  <a:lnTo>
                    <a:pt x="1970047" y="872350"/>
                  </a:lnTo>
                  <a:lnTo>
                    <a:pt x="1970021" y="872370"/>
                  </a:lnTo>
                  <a:lnTo>
                    <a:pt x="1970057" y="872418"/>
                  </a:lnTo>
                  <a:lnTo>
                    <a:pt x="1970105" y="872401"/>
                  </a:lnTo>
                  <a:lnTo>
                    <a:pt x="1970177" y="872397"/>
                  </a:lnTo>
                  <a:lnTo>
                    <a:pt x="1970361" y="872430"/>
                  </a:lnTo>
                  <a:lnTo>
                    <a:pt x="1970362" y="872485"/>
                  </a:lnTo>
                  <a:lnTo>
                    <a:pt x="1970080" y="872522"/>
                  </a:lnTo>
                  <a:lnTo>
                    <a:pt x="1969943" y="872572"/>
                  </a:lnTo>
                  <a:lnTo>
                    <a:pt x="1969930" y="872580"/>
                  </a:lnTo>
                  <a:lnTo>
                    <a:pt x="1969919" y="872608"/>
                  </a:lnTo>
                  <a:lnTo>
                    <a:pt x="1969897" y="872665"/>
                  </a:lnTo>
                  <a:lnTo>
                    <a:pt x="1969891" y="872700"/>
                  </a:lnTo>
                  <a:lnTo>
                    <a:pt x="1970039" y="872762"/>
                  </a:lnTo>
                  <a:lnTo>
                    <a:pt x="1970643" y="872705"/>
                  </a:lnTo>
                  <a:lnTo>
                    <a:pt x="1970659" y="872682"/>
                  </a:lnTo>
                  <a:lnTo>
                    <a:pt x="1970673" y="872691"/>
                  </a:lnTo>
                  <a:lnTo>
                    <a:pt x="1970685" y="872731"/>
                  </a:lnTo>
                  <a:lnTo>
                    <a:pt x="1970627" y="872871"/>
                  </a:lnTo>
                  <a:lnTo>
                    <a:pt x="1970572" y="872955"/>
                  </a:lnTo>
                  <a:lnTo>
                    <a:pt x="1970363" y="873223"/>
                  </a:lnTo>
                  <a:lnTo>
                    <a:pt x="1970016" y="873762"/>
                  </a:lnTo>
                  <a:lnTo>
                    <a:pt x="1969890" y="874045"/>
                  </a:lnTo>
                  <a:lnTo>
                    <a:pt x="1969677" y="874568"/>
                  </a:lnTo>
                  <a:lnTo>
                    <a:pt x="1969640" y="874749"/>
                  </a:lnTo>
                  <a:lnTo>
                    <a:pt x="1969701" y="874891"/>
                  </a:lnTo>
                  <a:lnTo>
                    <a:pt x="1969739" y="874955"/>
                  </a:lnTo>
                  <a:lnTo>
                    <a:pt x="1969825" y="875067"/>
                  </a:lnTo>
                  <a:lnTo>
                    <a:pt x="1969849" y="875148"/>
                  </a:lnTo>
                  <a:lnTo>
                    <a:pt x="1969851" y="875223"/>
                  </a:lnTo>
                  <a:lnTo>
                    <a:pt x="1969808" y="875337"/>
                  </a:lnTo>
                  <a:lnTo>
                    <a:pt x="1969670" y="875351"/>
                  </a:lnTo>
                  <a:lnTo>
                    <a:pt x="1969650" y="875341"/>
                  </a:lnTo>
                  <a:lnTo>
                    <a:pt x="1969605" y="875314"/>
                  </a:lnTo>
                  <a:lnTo>
                    <a:pt x="1969497" y="875340"/>
                  </a:lnTo>
                  <a:lnTo>
                    <a:pt x="1969468" y="875365"/>
                  </a:lnTo>
                  <a:lnTo>
                    <a:pt x="1969402" y="875461"/>
                  </a:lnTo>
                  <a:lnTo>
                    <a:pt x="1969177" y="875938"/>
                  </a:lnTo>
                  <a:lnTo>
                    <a:pt x="1969147" y="876040"/>
                  </a:lnTo>
                  <a:lnTo>
                    <a:pt x="1969121" y="876131"/>
                  </a:lnTo>
                  <a:lnTo>
                    <a:pt x="1969096" y="876338"/>
                  </a:lnTo>
                  <a:lnTo>
                    <a:pt x="1968990" y="876831"/>
                  </a:lnTo>
                  <a:lnTo>
                    <a:pt x="1968986" y="876946"/>
                  </a:lnTo>
                  <a:lnTo>
                    <a:pt x="1968824" y="877152"/>
                  </a:lnTo>
                  <a:lnTo>
                    <a:pt x="1968768" y="877248"/>
                  </a:lnTo>
                  <a:lnTo>
                    <a:pt x="1968736" y="877350"/>
                  </a:lnTo>
                  <a:lnTo>
                    <a:pt x="1968728" y="877407"/>
                  </a:lnTo>
                  <a:lnTo>
                    <a:pt x="1968714" y="877471"/>
                  </a:lnTo>
                  <a:lnTo>
                    <a:pt x="1968663" y="877468"/>
                  </a:lnTo>
                  <a:lnTo>
                    <a:pt x="1968469" y="877503"/>
                  </a:lnTo>
                  <a:lnTo>
                    <a:pt x="1968010" y="877737"/>
                  </a:lnTo>
                  <a:lnTo>
                    <a:pt x="1967962" y="877769"/>
                  </a:lnTo>
                  <a:lnTo>
                    <a:pt x="1967922" y="877813"/>
                  </a:lnTo>
                  <a:lnTo>
                    <a:pt x="1967887" y="877871"/>
                  </a:lnTo>
                  <a:lnTo>
                    <a:pt x="1967819" y="878041"/>
                  </a:lnTo>
                  <a:lnTo>
                    <a:pt x="1967776" y="878191"/>
                  </a:lnTo>
                  <a:lnTo>
                    <a:pt x="1967760" y="878276"/>
                  </a:lnTo>
                  <a:lnTo>
                    <a:pt x="1967752" y="878371"/>
                  </a:lnTo>
                  <a:lnTo>
                    <a:pt x="1967750" y="878446"/>
                  </a:lnTo>
                  <a:lnTo>
                    <a:pt x="1967761" y="878557"/>
                  </a:lnTo>
                  <a:lnTo>
                    <a:pt x="1967749" y="878618"/>
                  </a:lnTo>
                  <a:lnTo>
                    <a:pt x="1967628" y="878774"/>
                  </a:lnTo>
                  <a:lnTo>
                    <a:pt x="1967499" y="879034"/>
                  </a:lnTo>
                  <a:lnTo>
                    <a:pt x="1967354" y="879380"/>
                  </a:lnTo>
                  <a:lnTo>
                    <a:pt x="1967254" y="879651"/>
                  </a:lnTo>
                  <a:lnTo>
                    <a:pt x="1967206" y="879816"/>
                  </a:lnTo>
                  <a:lnTo>
                    <a:pt x="1967131" y="880132"/>
                  </a:lnTo>
                  <a:lnTo>
                    <a:pt x="1967104" y="880328"/>
                  </a:lnTo>
                  <a:lnTo>
                    <a:pt x="1967103" y="880361"/>
                  </a:lnTo>
                  <a:lnTo>
                    <a:pt x="1966972" y="880279"/>
                  </a:lnTo>
                  <a:lnTo>
                    <a:pt x="1966932" y="880185"/>
                  </a:lnTo>
                  <a:lnTo>
                    <a:pt x="1966856" y="880184"/>
                  </a:lnTo>
                  <a:lnTo>
                    <a:pt x="1966802" y="880266"/>
                  </a:lnTo>
                  <a:lnTo>
                    <a:pt x="1966802" y="880292"/>
                  </a:lnTo>
                  <a:lnTo>
                    <a:pt x="1966852" y="880501"/>
                  </a:lnTo>
                  <a:lnTo>
                    <a:pt x="1966876" y="880530"/>
                  </a:lnTo>
                  <a:lnTo>
                    <a:pt x="1966913" y="880541"/>
                  </a:lnTo>
                  <a:lnTo>
                    <a:pt x="1966993" y="880544"/>
                  </a:lnTo>
                  <a:lnTo>
                    <a:pt x="1967044" y="880538"/>
                  </a:lnTo>
                  <a:lnTo>
                    <a:pt x="1967083" y="880518"/>
                  </a:lnTo>
                  <a:lnTo>
                    <a:pt x="1967116" y="880504"/>
                  </a:lnTo>
                  <a:lnTo>
                    <a:pt x="1967130" y="880569"/>
                  </a:lnTo>
                  <a:lnTo>
                    <a:pt x="1967112" y="880873"/>
                  </a:lnTo>
                  <a:lnTo>
                    <a:pt x="1967109" y="881017"/>
                  </a:lnTo>
                  <a:lnTo>
                    <a:pt x="1967258" y="881608"/>
                  </a:lnTo>
                  <a:lnTo>
                    <a:pt x="1967262" y="881645"/>
                  </a:lnTo>
                  <a:lnTo>
                    <a:pt x="1966873" y="882096"/>
                  </a:lnTo>
                  <a:lnTo>
                    <a:pt x="1966758" y="882290"/>
                  </a:lnTo>
                  <a:lnTo>
                    <a:pt x="1966682" y="882703"/>
                  </a:lnTo>
                  <a:lnTo>
                    <a:pt x="1966657" y="882715"/>
                  </a:lnTo>
                  <a:lnTo>
                    <a:pt x="1966470" y="882679"/>
                  </a:lnTo>
                  <a:lnTo>
                    <a:pt x="1966533" y="882335"/>
                  </a:lnTo>
                  <a:lnTo>
                    <a:pt x="1966633" y="881957"/>
                  </a:lnTo>
                  <a:lnTo>
                    <a:pt x="1966790" y="881723"/>
                  </a:lnTo>
                  <a:lnTo>
                    <a:pt x="1966743" y="881633"/>
                  </a:lnTo>
                  <a:lnTo>
                    <a:pt x="1966622" y="881621"/>
                  </a:lnTo>
                  <a:lnTo>
                    <a:pt x="1966071" y="881568"/>
                  </a:lnTo>
                  <a:lnTo>
                    <a:pt x="1965959" y="881903"/>
                  </a:lnTo>
                  <a:lnTo>
                    <a:pt x="1965970" y="881936"/>
                  </a:lnTo>
                  <a:lnTo>
                    <a:pt x="1965975" y="882854"/>
                  </a:lnTo>
                  <a:lnTo>
                    <a:pt x="1965976" y="883135"/>
                  </a:lnTo>
                  <a:lnTo>
                    <a:pt x="1965977" y="883766"/>
                  </a:lnTo>
                  <a:lnTo>
                    <a:pt x="1965784" y="883766"/>
                  </a:lnTo>
                  <a:lnTo>
                    <a:pt x="1965809" y="885040"/>
                  </a:lnTo>
                  <a:lnTo>
                    <a:pt x="1965205" y="885033"/>
                  </a:lnTo>
                  <a:lnTo>
                    <a:pt x="1965195" y="883514"/>
                  </a:lnTo>
                  <a:lnTo>
                    <a:pt x="1964767" y="883515"/>
                  </a:lnTo>
                  <a:lnTo>
                    <a:pt x="1964751" y="883523"/>
                  </a:lnTo>
                  <a:lnTo>
                    <a:pt x="1964521" y="883518"/>
                  </a:lnTo>
                  <a:lnTo>
                    <a:pt x="1964275" y="883565"/>
                  </a:lnTo>
                  <a:lnTo>
                    <a:pt x="1964042" y="883661"/>
                  </a:lnTo>
                  <a:lnTo>
                    <a:pt x="1963333" y="884015"/>
                  </a:lnTo>
                  <a:lnTo>
                    <a:pt x="1963320" y="883828"/>
                  </a:lnTo>
                  <a:lnTo>
                    <a:pt x="1963283" y="883846"/>
                  </a:lnTo>
                  <a:lnTo>
                    <a:pt x="1963178" y="883972"/>
                  </a:lnTo>
                  <a:lnTo>
                    <a:pt x="1963183" y="884022"/>
                  </a:lnTo>
                  <a:lnTo>
                    <a:pt x="1963505" y="884226"/>
                  </a:lnTo>
                  <a:lnTo>
                    <a:pt x="1963619" y="884303"/>
                  </a:lnTo>
                  <a:lnTo>
                    <a:pt x="1963625" y="884315"/>
                  </a:lnTo>
                  <a:lnTo>
                    <a:pt x="1963626" y="884334"/>
                  </a:lnTo>
                  <a:lnTo>
                    <a:pt x="1963394" y="884637"/>
                  </a:lnTo>
                  <a:lnTo>
                    <a:pt x="1963372" y="884649"/>
                  </a:lnTo>
                  <a:lnTo>
                    <a:pt x="1963358" y="884644"/>
                  </a:lnTo>
                  <a:lnTo>
                    <a:pt x="1962863" y="884340"/>
                  </a:lnTo>
                  <a:lnTo>
                    <a:pt x="1962847" y="884353"/>
                  </a:lnTo>
                  <a:lnTo>
                    <a:pt x="1962755" y="884484"/>
                  </a:lnTo>
                  <a:lnTo>
                    <a:pt x="1962603" y="884726"/>
                  </a:lnTo>
                  <a:lnTo>
                    <a:pt x="1962479" y="884984"/>
                  </a:lnTo>
                  <a:lnTo>
                    <a:pt x="1962390" y="885196"/>
                  </a:lnTo>
                  <a:lnTo>
                    <a:pt x="1962316" y="885332"/>
                  </a:lnTo>
                  <a:lnTo>
                    <a:pt x="1962273" y="885387"/>
                  </a:lnTo>
                  <a:lnTo>
                    <a:pt x="1962230" y="885416"/>
                  </a:lnTo>
                  <a:lnTo>
                    <a:pt x="1962193" y="885336"/>
                  </a:lnTo>
                  <a:lnTo>
                    <a:pt x="1962204" y="885242"/>
                  </a:lnTo>
                  <a:lnTo>
                    <a:pt x="1962189" y="885061"/>
                  </a:lnTo>
                  <a:lnTo>
                    <a:pt x="1962158" y="885014"/>
                  </a:lnTo>
                  <a:lnTo>
                    <a:pt x="1962085" y="884919"/>
                  </a:lnTo>
                  <a:lnTo>
                    <a:pt x="1961970" y="884954"/>
                  </a:lnTo>
                  <a:lnTo>
                    <a:pt x="1961861" y="884987"/>
                  </a:lnTo>
                  <a:lnTo>
                    <a:pt x="1961850" y="884996"/>
                  </a:lnTo>
                  <a:lnTo>
                    <a:pt x="1961782" y="885116"/>
                  </a:lnTo>
                  <a:lnTo>
                    <a:pt x="1961910" y="885269"/>
                  </a:lnTo>
                  <a:lnTo>
                    <a:pt x="1962037" y="885374"/>
                  </a:lnTo>
                  <a:lnTo>
                    <a:pt x="1962056" y="885432"/>
                  </a:lnTo>
                  <a:lnTo>
                    <a:pt x="1962022" y="885816"/>
                  </a:lnTo>
                  <a:lnTo>
                    <a:pt x="1961710" y="886168"/>
                  </a:lnTo>
                  <a:lnTo>
                    <a:pt x="1961508" y="886006"/>
                  </a:lnTo>
                  <a:lnTo>
                    <a:pt x="1961285" y="886195"/>
                  </a:lnTo>
                  <a:lnTo>
                    <a:pt x="1960848" y="886530"/>
                  </a:lnTo>
                  <a:lnTo>
                    <a:pt x="1960662" y="886720"/>
                  </a:lnTo>
                  <a:lnTo>
                    <a:pt x="1960622" y="886772"/>
                  </a:lnTo>
                  <a:lnTo>
                    <a:pt x="1960604" y="886810"/>
                  </a:lnTo>
                  <a:lnTo>
                    <a:pt x="1960540" y="886996"/>
                  </a:lnTo>
                  <a:lnTo>
                    <a:pt x="1960516" y="887140"/>
                  </a:lnTo>
                  <a:lnTo>
                    <a:pt x="1960591" y="887260"/>
                  </a:lnTo>
                  <a:lnTo>
                    <a:pt x="1960585" y="887330"/>
                  </a:lnTo>
                  <a:lnTo>
                    <a:pt x="1960504" y="887593"/>
                  </a:lnTo>
                  <a:lnTo>
                    <a:pt x="1960429" y="887885"/>
                  </a:lnTo>
                  <a:lnTo>
                    <a:pt x="1960346" y="888256"/>
                  </a:lnTo>
                  <a:lnTo>
                    <a:pt x="1960319" y="888389"/>
                  </a:lnTo>
                  <a:lnTo>
                    <a:pt x="1960185" y="888966"/>
                  </a:lnTo>
                  <a:lnTo>
                    <a:pt x="1960119" y="889171"/>
                  </a:lnTo>
                  <a:lnTo>
                    <a:pt x="1959990" y="889423"/>
                  </a:lnTo>
                  <a:lnTo>
                    <a:pt x="1959829" y="889841"/>
                  </a:lnTo>
                  <a:lnTo>
                    <a:pt x="1959796" y="889944"/>
                  </a:lnTo>
                  <a:lnTo>
                    <a:pt x="1959711" y="890215"/>
                  </a:lnTo>
                  <a:lnTo>
                    <a:pt x="1959575" y="890932"/>
                  </a:lnTo>
                  <a:lnTo>
                    <a:pt x="1959557" y="891112"/>
                  </a:lnTo>
                  <a:lnTo>
                    <a:pt x="1959511" y="891505"/>
                  </a:lnTo>
                  <a:lnTo>
                    <a:pt x="1959439" y="891969"/>
                  </a:lnTo>
                  <a:lnTo>
                    <a:pt x="1959365" y="892194"/>
                  </a:lnTo>
                  <a:lnTo>
                    <a:pt x="1959282" y="892276"/>
                  </a:lnTo>
                  <a:lnTo>
                    <a:pt x="1959275" y="892432"/>
                  </a:lnTo>
                  <a:lnTo>
                    <a:pt x="1959289" y="892520"/>
                  </a:lnTo>
                  <a:lnTo>
                    <a:pt x="1959308" y="892707"/>
                  </a:lnTo>
                  <a:lnTo>
                    <a:pt x="1959276" y="893139"/>
                  </a:lnTo>
                  <a:lnTo>
                    <a:pt x="1959228" y="893159"/>
                  </a:lnTo>
                  <a:lnTo>
                    <a:pt x="1959225" y="893474"/>
                  </a:lnTo>
                  <a:lnTo>
                    <a:pt x="1959245" y="893574"/>
                  </a:lnTo>
                  <a:lnTo>
                    <a:pt x="1959579" y="893567"/>
                  </a:lnTo>
                  <a:lnTo>
                    <a:pt x="1959864" y="893639"/>
                  </a:lnTo>
                  <a:lnTo>
                    <a:pt x="1959828" y="893949"/>
                  </a:lnTo>
                  <a:lnTo>
                    <a:pt x="1959705" y="894450"/>
                  </a:lnTo>
                  <a:lnTo>
                    <a:pt x="1959694" y="894482"/>
                  </a:lnTo>
                  <a:lnTo>
                    <a:pt x="1959536" y="894682"/>
                  </a:lnTo>
                  <a:lnTo>
                    <a:pt x="1959492" y="894677"/>
                  </a:lnTo>
                  <a:lnTo>
                    <a:pt x="1959371" y="894556"/>
                  </a:lnTo>
                  <a:lnTo>
                    <a:pt x="1959338" y="894502"/>
                  </a:lnTo>
                  <a:lnTo>
                    <a:pt x="1959329" y="894483"/>
                  </a:lnTo>
                  <a:lnTo>
                    <a:pt x="1959307" y="894452"/>
                  </a:lnTo>
                  <a:lnTo>
                    <a:pt x="1959253" y="894437"/>
                  </a:lnTo>
                  <a:lnTo>
                    <a:pt x="1959203" y="894455"/>
                  </a:lnTo>
                  <a:lnTo>
                    <a:pt x="1959132" y="894538"/>
                  </a:lnTo>
                  <a:lnTo>
                    <a:pt x="1959096" y="894665"/>
                  </a:lnTo>
                  <a:lnTo>
                    <a:pt x="1959130" y="894783"/>
                  </a:lnTo>
                  <a:lnTo>
                    <a:pt x="1959182" y="894790"/>
                  </a:lnTo>
                  <a:lnTo>
                    <a:pt x="1959396" y="894777"/>
                  </a:lnTo>
                  <a:lnTo>
                    <a:pt x="1959503" y="894792"/>
                  </a:lnTo>
                  <a:lnTo>
                    <a:pt x="1959543" y="895065"/>
                  </a:lnTo>
                  <a:lnTo>
                    <a:pt x="1959816" y="895037"/>
                  </a:lnTo>
                  <a:lnTo>
                    <a:pt x="1959865" y="895327"/>
                  </a:lnTo>
                  <a:lnTo>
                    <a:pt x="1959298" y="895394"/>
                  </a:lnTo>
                  <a:lnTo>
                    <a:pt x="1959322" y="895569"/>
                  </a:lnTo>
                  <a:lnTo>
                    <a:pt x="1959134" y="895590"/>
                  </a:lnTo>
                  <a:lnTo>
                    <a:pt x="1959077" y="895234"/>
                  </a:lnTo>
                  <a:lnTo>
                    <a:pt x="1959019" y="895178"/>
                  </a:lnTo>
                  <a:lnTo>
                    <a:pt x="1958682" y="895422"/>
                  </a:lnTo>
                  <a:lnTo>
                    <a:pt x="1958675" y="895678"/>
                  </a:lnTo>
                  <a:lnTo>
                    <a:pt x="1958717" y="895979"/>
                  </a:lnTo>
                  <a:lnTo>
                    <a:pt x="1958186" y="896043"/>
                  </a:lnTo>
                  <a:lnTo>
                    <a:pt x="1958121" y="895678"/>
                  </a:lnTo>
                  <a:lnTo>
                    <a:pt x="1958406" y="895489"/>
                  </a:lnTo>
                  <a:lnTo>
                    <a:pt x="1958550" y="895371"/>
                  </a:lnTo>
                  <a:lnTo>
                    <a:pt x="1958574" y="895333"/>
                  </a:lnTo>
                  <a:lnTo>
                    <a:pt x="1958557" y="895293"/>
                  </a:lnTo>
                  <a:lnTo>
                    <a:pt x="1958506" y="895214"/>
                  </a:lnTo>
                  <a:lnTo>
                    <a:pt x="1958365" y="895265"/>
                  </a:lnTo>
                  <a:lnTo>
                    <a:pt x="1958235" y="895325"/>
                  </a:lnTo>
                  <a:lnTo>
                    <a:pt x="1958193" y="895355"/>
                  </a:lnTo>
                  <a:lnTo>
                    <a:pt x="1958065" y="895538"/>
                  </a:lnTo>
                  <a:lnTo>
                    <a:pt x="1958003" y="895634"/>
                  </a:lnTo>
                  <a:lnTo>
                    <a:pt x="1957976" y="895659"/>
                  </a:lnTo>
                  <a:lnTo>
                    <a:pt x="1957908" y="895672"/>
                  </a:lnTo>
                  <a:lnTo>
                    <a:pt x="1957894" y="895610"/>
                  </a:lnTo>
                  <a:lnTo>
                    <a:pt x="1957878" y="895587"/>
                  </a:lnTo>
                  <a:lnTo>
                    <a:pt x="1957849" y="895567"/>
                  </a:lnTo>
                  <a:lnTo>
                    <a:pt x="1957721" y="895513"/>
                  </a:lnTo>
                  <a:lnTo>
                    <a:pt x="1957662" y="895492"/>
                  </a:lnTo>
                  <a:lnTo>
                    <a:pt x="1957623" y="895484"/>
                  </a:lnTo>
                  <a:lnTo>
                    <a:pt x="1957475" y="895482"/>
                  </a:lnTo>
                  <a:lnTo>
                    <a:pt x="1957310" y="895526"/>
                  </a:lnTo>
                  <a:lnTo>
                    <a:pt x="1957172" y="895660"/>
                  </a:lnTo>
                  <a:lnTo>
                    <a:pt x="1957011" y="895730"/>
                  </a:lnTo>
                  <a:lnTo>
                    <a:pt x="1956889" y="895658"/>
                  </a:lnTo>
                  <a:lnTo>
                    <a:pt x="1956806" y="895639"/>
                  </a:lnTo>
                  <a:lnTo>
                    <a:pt x="1956788" y="895640"/>
                  </a:lnTo>
                  <a:lnTo>
                    <a:pt x="1956687" y="895668"/>
                  </a:lnTo>
                  <a:lnTo>
                    <a:pt x="1956090" y="895988"/>
                  </a:lnTo>
                  <a:lnTo>
                    <a:pt x="1956061" y="896019"/>
                  </a:lnTo>
                  <a:lnTo>
                    <a:pt x="1955997" y="895962"/>
                  </a:lnTo>
                  <a:lnTo>
                    <a:pt x="1955946" y="895717"/>
                  </a:lnTo>
                  <a:lnTo>
                    <a:pt x="1955915" y="895473"/>
                  </a:lnTo>
                  <a:lnTo>
                    <a:pt x="1955801" y="895485"/>
                  </a:lnTo>
                  <a:lnTo>
                    <a:pt x="1955818" y="895709"/>
                  </a:lnTo>
                  <a:lnTo>
                    <a:pt x="1955814" y="895829"/>
                  </a:lnTo>
                  <a:lnTo>
                    <a:pt x="1955592" y="896009"/>
                  </a:lnTo>
                  <a:lnTo>
                    <a:pt x="1955132" y="896180"/>
                  </a:lnTo>
                  <a:lnTo>
                    <a:pt x="1954713" y="896277"/>
                  </a:lnTo>
                  <a:lnTo>
                    <a:pt x="1954116" y="896501"/>
                  </a:lnTo>
                  <a:lnTo>
                    <a:pt x="1954168" y="896680"/>
                  </a:lnTo>
                  <a:lnTo>
                    <a:pt x="1954202" y="896835"/>
                  </a:lnTo>
                  <a:lnTo>
                    <a:pt x="1953591" y="897136"/>
                  </a:lnTo>
                  <a:lnTo>
                    <a:pt x="1953494" y="896840"/>
                  </a:lnTo>
                  <a:lnTo>
                    <a:pt x="1953451" y="896826"/>
                  </a:lnTo>
                  <a:lnTo>
                    <a:pt x="1953300" y="896916"/>
                  </a:lnTo>
                  <a:lnTo>
                    <a:pt x="1953312" y="897068"/>
                  </a:lnTo>
                  <a:lnTo>
                    <a:pt x="1952977" y="897174"/>
                  </a:lnTo>
                  <a:lnTo>
                    <a:pt x="1952924" y="897293"/>
                  </a:lnTo>
                  <a:lnTo>
                    <a:pt x="1952809" y="897564"/>
                  </a:lnTo>
                  <a:lnTo>
                    <a:pt x="1952607" y="897958"/>
                  </a:lnTo>
                  <a:lnTo>
                    <a:pt x="1952391" y="897896"/>
                  </a:lnTo>
                  <a:lnTo>
                    <a:pt x="1952344" y="897863"/>
                  </a:lnTo>
                  <a:lnTo>
                    <a:pt x="1952325" y="897911"/>
                  </a:lnTo>
                  <a:lnTo>
                    <a:pt x="1952140" y="898651"/>
                  </a:lnTo>
                  <a:lnTo>
                    <a:pt x="1952127" y="898713"/>
                  </a:lnTo>
                  <a:lnTo>
                    <a:pt x="1952122" y="898844"/>
                  </a:lnTo>
                  <a:lnTo>
                    <a:pt x="1951974" y="899413"/>
                  </a:lnTo>
                  <a:lnTo>
                    <a:pt x="1951910" y="899581"/>
                  </a:lnTo>
                  <a:lnTo>
                    <a:pt x="1951901" y="899771"/>
                  </a:lnTo>
                  <a:lnTo>
                    <a:pt x="1951911" y="899872"/>
                  </a:lnTo>
                  <a:lnTo>
                    <a:pt x="1951894" y="900123"/>
                  </a:lnTo>
                  <a:lnTo>
                    <a:pt x="1951742" y="900756"/>
                  </a:lnTo>
                  <a:lnTo>
                    <a:pt x="1951688" y="901011"/>
                  </a:lnTo>
                  <a:lnTo>
                    <a:pt x="1951658" y="901191"/>
                  </a:lnTo>
                  <a:lnTo>
                    <a:pt x="1951604" y="901956"/>
                  </a:lnTo>
                  <a:lnTo>
                    <a:pt x="1951594" y="902360"/>
                  </a:lnTo>
                  <a:lnTo>
                    <a:pt x="1951616" y="902734"/>
                  </a:lnTo>
                  <a:lnTo>
                    <a:pt x="1951686" y="903352"/>
                  </a:lnTo>
                  <a:lnTo>
                    <a:pt x="1951765" y="903745"/>
                  </a:lnTo>
                  <a:lnTo>
                    <a:pt x="1951699" y="903751"/>
                  </a:lnTo>
                  <a:lnTo>
                    <a:pt x="1951629" y="903740"/>
                  </a:lnTo>
                  <a:lnTo>
                    <a:pt x="1951549" y="903825"/>
                  </a:lnTo>
                  <a:lnTo>
                    <a:pt x="1951500" y="903877"/>
                  </a:lnTo>
                  <a:lnTo>
                    <a:pt x="1951651" y="904038"/>
                  </a:lnTo>
                  <a:lnTo>
                    <a:pt x="1951635" y="904306"/>
                  </a:lnTo>
                  <a:lnTo>
                    <a:pt x="1951580" y="904542"/>
                  </a:lnTo>
                  <a:lnTo>
                    <a:pt x="1951545" y="904669"/>
                  </a:lnTo>
                  <a:lnTo>
                    <a:pt x="1951470" y="904850"/>
                  </a:lnTo>
                  <a:lnTo>
                    <a:pt x="1951318" y="905105"/>
                  </a:lnTo>
                  <a:lnTo>
                    <a:pt x="1951458" y="905165"/>
                  </a:lnTo>
                  <a:lnTo>
                    <a:pt x="1951411" y="905274"/>
                  </a:lnTo>
                  <a:lnTo>
                    <a:pt x="1951141" y="905275"/>
                  </a:lnTo>
                  <a:lnTo>
                    <a:pt x="1951053" y="905326"/>
                  </a:lnTo>
                  <a:lnTo>
                    <a:pt x="1951044" y="905368"/>
                  </a:lnTo>
                  <a:lnTo>
                    <a:pt x="1951120" y="905444"/>
                  </a:lnTo>
                  <a:lnTo>
                    <a:pt x="1951133" y="905447"/>
                  </a:lnTo>
                  <a:lnTo>
                    <a:pt x="1951224" y="905468"/>
                  </a:lnTo>
                  <a:lnTo>
                    <a:pt x="1951803" y="905646"/>
                  </a:lnTo>
                  <a:lnTo>
                    <a:pt x="1951652" y="906944"/>
                  </a:lnTo>
                  <a:lnTo>
                    <a:pt x="1951622" y="906957"/>
                  </a:lnTo>
                  <a:lnTo>
                    <a:pt x="1951600" y="906941"/>
                  </a:lnTo>
                  <a:lnTo>
                    <a:pt x="1951039" y="906928"/>
                  </a:lnTo>
                  <a:lnTo>
                    <a:pt x="1950979" y="907061"/>
                  </a:lnTo>
                  <a:lnTo>
                    <a:pt x="1950995" y="907089"/>
                  </a:lnTo>
                  <a:lnTo>
                    <a:pt x="1951194" y="907067"/>
                  </a:lnTo>
                  <a:lnTo>
                    <a:pt x="1951203" y="907103"/>
                  </a:lnTo>
                  <a:lnTo>
                    <a:pt x="1951409" y="907088"/>
                  </a:lnTo>
                  <a:lnTo>
                    <a:pt x="1952020" y="907020"/>
                  </a:lnTo>
                  <a:lnTo>
                    <a:pt x="1952070" y="907016"/>
                  </a:lnTo>
                  <a:lnTo>
                    <a:pt x="1952135" y="907053"/>
                  </a:lnTo>
                  <a:lnTo>
                    <a:pt x="1952247" y="907358"/>
                  </a:lnTo>
                  <a:lnTo>
                    <a:pt x="1952266" y="907444"/>
                  </a:lnTo>
                  <a:lnTo>
                    <a:pt x="1952229" y="907512"/>
                  </a:lnTo>
                  <a:lnTo>
                    <a:pt x="1951979" y="907587"/>
                  </a:lnTo>
                  <a:lnTo>
                    <a:pt x="1951394" y="907878"/>
                  </a:lnTo>
                  <a:lnTo>
                    <a:pt x="1951394" y="908031"/>
                  </a:lnTo>
                  <a:lnTo>
                    <a:pt x="1951397" y="908211"/>
                  </a:lnTo>
                  <a:lnTo>
                    <a:pt x="1951438" y="908276"/>
                  </a:lnTo>
                  <a:lnTo>
                    <a:pt x="1951542" y="908347"/>
                  </a:lnTo>
                  <a:lnTo>
                    <a:pt x="1951636" y="908361"/>
                  </a:lnTo>
                  <a:lnTo>
                    <a:pt x="1951999" y="908192"/>
                  </a:lnTo>
                  <a:lnTo>
                    <a:pt x="1952126" y="908497"/>
                  </a:lnTo>
                  <a:lnTo>
                    <a:pt x="1952091" y="908740"/>
                  </a:lnTo>
                  <a:lnTo>
                    <a:pt x="1952087" y="908887"/>
                  </a:lnTo>
                  <a:lnTo>
                    <a:pt x="1952223" y="909106"/>
                  </a:lnTo>
                  <a:lnTo>
                    <a:pt x="1952519" y="909313"/>
                  </a:lnTo>
                  <a:lnTo>
                    <a:pt x="1952762" y="909830"/>
                  </a:lnTo>
                  <a:lnTo>
                    <a:pt x="1952758" y="909842"/>
                  </a:lnTo>
                  <a:lnTo>
                    <a:pt x="1952681" y="909894"/>
                  </a:lnTo>
                  <a:lnTo>
                    <a:pt x="1952596" y="909987"/>
                  </a:lnTo>
                  <a:lnTo>
                    <a:pt x="1952566" y="910033"/>
                  </a:lnTo>
                  <a:lnTo>
                    <a:pt x="1952604" y="910064"/>
                  </a:lnTo>
                  <a:lnTo>
                    <a:pt x="1952712" y="910151"/>
                  </a:lnTo>
                  <a:lnTo>
                    <a:pt x="1952789" y="910189"/>
                  </a:lnTo>
                  <a:lnTo>
                    <a:pt x="1952871" y="910206"/>
                  </a:lnTo>
                  <a:lnTo>
                    <a:pt x="1952936" y="910209"/>
                  </a:lnTo>
                  <a:lnTo>
                    <a:pt x="1952944" y="910196"/>
                  </a:lnTo>
                  <a:lnTo>
                    <a:pt x="1953018" y="910195"/>
                  </a:lnTo>
                  <a:lnTo>
                    <a:pt x="1953293" y="910241"/>
                  </a:lnTo>
                  <a:lnTo>
                    <a:pt x="1953525" y="910373"/>
                  </a:lnTo>
                  <a:lnTo>
                    <a:pt x="1954235" y="909819"/>
                  </a:lnTo>
                  <a:lnTo>
                    <a:pt x="1954306" y="909780"/>
                  </a:lnTo>
                  <a:lnTo>
                    <a:pt x="1954386" y="909765"/>
                  </a:lnTo>
                  <a:lnTo>
                    <a:pt x="1954466" y="909773"/>
                  </a:lnTo>
                  <a:lnTo>
                    <a:pt x="1954538" y="909811"/>
                  </a:lnTo>
                  <a:lnTo>
                    <a:pt x="1954749" y="909991"/>
                  </a:lnTo>
                  <a:lnTo>
                    <a:pt x="1954892" y="910097"/>
                  </a:lnTo>
                  <a:lnTo>
                    <a:pt x="1955201" y="910323"/>
                  </a:lnTo>
                  <a:lnTo>
                    <a:pt x="1955505" y="910516"/>
                  </a:lnTo>
                  <a:lnTo>
                    <a:pt x="1955954" y="910755"/>
                  </a:lnTo>
                  <a:lnTo>
                    <a:pt x="1956137" y="910839"/>
                  </a:lnTo>
                  <a:lnTo>
                    <a:pt x="1956188" y="910859"/>
                  </a:lnTo>
                  <a:lnTo>
                    <a:pt x="1956665" y="911050"/>
                  </a:lnTo>
                  <a:lnTo>
                    <a:pt x="1956881" y="911119"/>
                  </a:lnTo>
                  <a:lnTo>
                    <a:pt x="1956939" y="911151"/>
                  </a:lnTo>
                  <a:lnTo>
                    <a:pt x="1956995" y="911207"/>
                  </a:lnTo>
                  <a:lnTo>
                    <a:pt x="1957119" y="911390"/>
                  </a:lnTo>
                  <a:lnTo>
                    <a:pt x="1957217" y="911328"/>
                  </a:lnTo>
                  <a:lnTo>
                    <a:pt x="1957260" y="911318"/>
                  </a:lnTo>
                  <a:lnTo>
                    <a:pt x="1957506" y="911348"/>
                  </a:lnTo>
                  <a:lnTo>
                    <a:pt x="1957732" y="911325"/>
                  </a:lnTo>
                  <a:lnTo>
                    <a:pt x="1957898" y="911288"/>
                  </a:lnTo>
                  <a:lnTo>
                    <a:pt x="1957954" y="911255"/>
                  </a:lnTo>
                  <a:lnTo>
                    <a:pt x="1958009" y="911198"/>
                  </a:lnTo>
                  <a:lnTo>
                    <a:pt x="1958047" y="911188"/>
                  </a:lnTo>
                  <a:lnTo>
                    <a:pt x="1958205" y="911190"/>
                  </a:lnTo>
                  <a:lnTo>
                    <a:pt x="1958651" y="911245"/>
                  </a:lnTo>
                  <a:lnTo>
                    <a:pt x="1958722" y="911261"/>
                  </a:lnTo>
                  <a:lnTo>
                    <a:pt x="1958775" y="911282"/>
                  </a:lnTo>
                  <a:lnTo>
                    <a:pt x="1958887" y="911348"/>
                  </a:lnTo>
                  <a:lnTo>
                    <a:pt x="1959008" y="911759"/>
                  </a:lnTo>
                  <a:lnTo>
                    <a:pt x="1959073" y="912051"/>
                  </a:lnTo>
                  <a:lnTo>
                    <a:pt x="1959089" y="912052"/>
                  </a:lnTo>
                  <a:lnTo>
                    <a:pt x="1959130" y="912033"/>
                  </a:lnTo>
                  <a:lnTo>
                    <a:pt x="1959158" y="912013"/>
                  </a:lnTo>
                  <a:lnTo>
                    <a:pt x="1959205" y="912006"/>
                  </a:lnTo>
                  <a:lnTo>
                    <a:pt x="1959251" y="912007"/>
                  </a:lnTo>
                  <a:lnTo>
                    <a:pt x="1959677" y="912020"/>
                  </a:lnTo>
                  <a:lnTo>
                    <a:pt x="1959984" y="912087"/>
                  </a:lnTo>
                  <a:lnTo>
                    <a:pt x="1960124" y="912115"/>
                  </a:lnTo>
                  <a:lnTo>
                    <a:pt x="1960506" y="912113"/>
                  </a:lnTo>
                  <a:lnTo>
                    <a:pt x="1960537" y="912223"/>
                  </a:lnTo>
                  <a:lnTo>
                    <a:pt x="1960828" y="912300"/>
                  </a:lnTo>
                  <a:lnTo>
                    <a:pt x="1960856" y="912300"/>
                  </a:lnTo>
                  <a:lnTo>
                    <a:pt x="1960940" y="912301"/>
                  </a:lnTo>
                  <a:lnTo>
                    <a:pt x="1961029" y="912121"/>
                  </a:lnTo>
                  <a:lnTo>
                    <a:pt x="1961164" y="912078"/>
                  </a:lnTo>
                  <a:lnTo>
                    <a:pt x="1961371" y="912247"/>
                  </a:lnTo>
                  <a:lnTo>
                    <a:pt x="1961375" y="912384"/>
                  </a:lnTo>
                  <a:lnTo>
                    <a:pt x="1961684" y="912459"/>
                  </a:lnTo>
                  <a:lnTo>
                    <a:pt x="1961793" y="912445"/>
                  </a:lnTo>
                  <a:lnTo>
                    <a:pt x="1961796" y="912260"/>
                  </a:lnTo>
                  <a:lnTo>
                    <a:pt x="1962179" y="912259"/>
                  </a:lnTo>
                  <a:lnTo>
                    <a:pt x="1962195" y="912261"/>
                  </a:lnTo>
                  <a:lnTo>
                    <a:pt x="1962260" y="912393"/>
                  </a:lnTo>
                  <a:lnTo>
                    <a:pt x="1962340" y="912439"/>
                  </a:lnTo>
                  <a:lnTo>
                    <a:pt x="1962662" y="912627"/>
                  </a:lnTo>
                  <a:lnTo>
                    <a:pt x="1962566" y="912772"/>
                  </a:lnTo>
                  <a:lnTo>
                    <a:pt x="1962735" y="912917"/>
                  </a:lnTo>
                  <a:lnTo>
                    <a:pt x="1962789" y="912962"/>
                  </a:lnTo>
                  <a:lnTo>
                    <a:pt x="1962813" y="912973"/>
                  </a:lnTo>
                  <a:lnTo>
                    <a:pt x="1962879" y="912975"/>
                  </a:lnTo>
                  <a:lnTo>
                    <a:pt x="1963035" y="912939"/>
                  </a:lnTo>
                  <a:lnTo>
                    <a:pt x="1963041" y="912939"/>
                  </a:lnTo>
                  <a:lnTo>
                    <a:pt x="1963187" y="912980"/>
                  </a:lnTo>
                  <a:lnTo>
                    <a:pt x="1963188" y="912973"/>
                  </a:lnTo>
                  <a:lnTo>
                    <a:pt x="1963219" y="912834"/>
                  </a:lnTo>
                  <a:lnTo>
                    <a:pt x="1963301" y="912639"/>
                  </a:lnTo>
                  <a:lnTo>
                    <a:pt x="1963439" y="912673"/>
                  </a:lnTo>
                  <a:lnTo>
                    <a:pt x="1964478" y="913071"/>
                  </a:lnTo>
                  <a:lnTo>
                    <a:pt x="1964556" y="913070"/>
                  </a:lnTo>
                  <a:lnTo>
                    <a:pt x="1964707" y="913067"/>
                  </a:lnTo>
                  <a:lnTo>
                    <a:pt x="1964855" y="913049"/>
                  </a:lnTo>
                  <a:lnTo>
                    <a:pt x="1965042" y="912962"/>
                  </a:lnTo>
                  <a:lnTo>
                    <a:pt x="1965337" y="912826"/>
                  </a:lnTo>
                  <a:lnTo>
                    <a:pt x="1965217" y="913251"/>
                  </a:lnTo>
                  <a:lnTo>
                    <a:pt x="1964918" y="913358"/>
                  </a:lnTo>
                  <a:lnTo>
                    <a:pt x="1964609" y="913358"/>
                  </a:lnTo>
                  <a:lnTo>
                    <a:pt x="1964608" y="913766"/>
                  </a:lnTo>
                  <a:lnTo>
                    <a:pt x="1963431" y="913627"/>
                  </a:lnTo>
                  <a:lnTo>
                    <a:pt x="1963428" y="913650"/>
                  </a:lnTo>
                  <a:lnTo>
                    <a:pt x="1963476" y="913667"/>
                  </a:lnTo>
                  <a:lnTo>
                    <a:pt x="1963622" y="913829"/>
                  </a:lnTo>
                  <a:lnTo>
                    <a:pt x="1963669" y="913886"/>
                  </a:lnTo>
                  <a:lnTo>
                    <a:pt x="1963759" y="914075"/>
                  </a:lnTo>
                  <a:lnTo>
                    <a:pt x="1963757" y="914084"/>
                  </a:lnTo>
                  <a:lnTo>
                    <a:pt x="1963586" y="914426"/>
                  </a:lnTo>
                  <a:lnTo>
                    <a:pt x="1963439" y="914439"/>
                  </a:lnTo>
                  <a:lnTo>
                    <a:pt x="1963396" y="914433"/>
                  </a:lnTo>
                  <a:lnTo>
                    <a:pt x="1963351" y="914418"/>
                  </a:lnTo>
                  <a:lnTo>
                    <a:pt x="1963146" y="914509"/>
                  </a:lnTo>
                  <a:lnTo>
                    <a:pt x="1963067" y="914613"/>
                  </a:lnTo>
                  <a:lnTo>
                    <a:pt x="1963006" y="914783"/>
                  </a:lnTo>
                  <a:lnTo>
                    <a:pt x="1963054" y="914958"/>
                  </a:lnTo>
                  <a:lnTo>
                    <a:pt x="1962921" y="915158"/>
                  </a:lnTo>
                  <a:lnTo>
                    <a:pt x="1962889" y="915203"/>
                  </a:lnTo>
                  <a:lnTo>
                    <a:pt x="1962878" y="915217"/>
                  </a:lnTo>
                  <a:lnTo>
                    <a:pt x="1962751" y="915349"/>
                  </a:lnTo>
                  <a:lnTo>
                    <a:pt x="1962466" y="915382"/>
                  </a:lnTo>
                  <a:lnTo>
                    <a:pt x="1962362" y="915619"/>
                  </a:lnTo>
                  <a:lnTo>
                    <a:pt x="1962774" y="915902"/>
                  </a:lnTo>
                  <a:lnTo>
                    <a:pt x="1962888" y="916048"/>
                  </a:lnTo>
                  <a:lnTo>
                    <a:pt x="1963502" y="916422"/>
                  </a:lnTo>
                  <a:lnTo>
                    <a:pt x="1963749" y="916660"/>
                  </a:lnTo>
                  <a:lnTo>
                    <a:pt x="1964061" y="916985"/>
                  </a:lnTo>
                  <a:lnTo>
                    <a:pt x="1964487" y="917393"/>
                  </a:lnTo>
                  <a:lnTo>
                    <a:pt x="1965412" y="918160"/>
                  </a:lnTo>
                  <a:lnTo>
                    <a:pt x="1965595" y="918318"/>
                  </a:lnTo>
                  <a:lnTo>
                    <a:pt x="1966109" y="917766"/>
                  </a:lnTo>
                  <a:lnTo>
                    <a:pt x="1966883" y="917900"/>
                  </a:lnTo>
                  <a:lnTo>
                    <a:pt x="1966725" y="918768"/>
                  </a:lnTo>
                  <a:lnTo>
                    <a:pt x="1967318" y="919039"/>
                  </a:lnTo>
                  <a:lnTo>
                    <a:pt x="1967097" y="919456"/>
                  </a:lnTo>
                  <a:lnTo>
                    <a:pt x="1967591" y="919680"/>
                  </a:lnTo>
                  <a:lnTo>
                    <a:pt x="1968007" y="919914"/>
                  </a:lnTo>
                  <a:lnTo>
                    <a:pt x="1967985" y="919971"/>
                  </a:lnTo>
                  <a:lnTo>
                    <a:pt x="1968083" y="920004"/>
                  </a:lnTo>
                  <a:lnTo>
                    <a:pt x="1968624" y="920263"/>
                  </a:lnTo>
                  <a:lnTo>
                    <a:pt x="1969255" y="920556"/>
                  </a:lnTo>
                  <a:lnTo>
                    <a:pt x="1969283" y="920568"/>
                  </a:lnTo>
                  <a:lnTo>
                    <a:pt x="1969802" y="920809"/>
                  </a:lnTo>
                  <a:lnTo>
                    <a:pt x="1969865" y="920831"/>
                  </a:lnTo>
                  <a:lnTo>
                    <a:pt x="1970336" y="921048"/>
                  </a:lnTo>
                  <a:lnTo>
                    <a:pt x="1970461" y="921112"/>
                  </a:lnTo>
                  <a:lnTo>
                    <a:pt x="1970518" y="921153"/>
                  </a:lnTo>
                  <a:lnTo>
                    <a:pt x="1970593" y="921224"/>
                  </a:lnTo>
                  <a:lnTo>
                    <a:pt x="1970675" y="921331"/>
                  </a:lnTo>
                  <a:lnTo>
                    <a:pt x="1970730" y="921449"/>
                  </a:lnTo>
                  <a:lnTo>
                    <a:pt x="1970757" y="921550"/>
                  </a:lnTo>
                  <a:lnTo>
                    <a:pt x="1970768" y="921647"/>
                  </a:lnTo>
                  <a:lnTo>
                    <a:pt x="1970766" y="921718"/>
                  </a:lnTo>
                  <a:lnTo>
                    <a:pt x="1970738" y="921838"/>
                  </a:lnTo>
                  <a:lnTo>
                    <a:pt x="1970730" y="922297"/>
                  </a:lnTo>
                  <a:lnTo>
                    <a:pt x="1970753" y="922512"/>
                  </a:lnTo>
                  <a:lnTo>
                    <a:pt x="1970785" y="922650"/>
                  </a:lnTo>
                  <a:lnTo>
                    <a:pt x="1970789" y="922996"/>
                  </a:lnTo>
                  <a:lnTo>
                    <a:pt x="1970789" y="923046"/>
                  </a:lnTo>
                  <a:lnTo>
                    <a:pt x="1970682" y="923119"/>
                  </a:lnTo>
                  <a:lnTo>
                    <a:pt x="1970617" y="923195"/>
                  </a:lnTo>
                  <a:lnTo>
                    <a:pt x="1970597" y="923236"/>
                  </a:lnTo>
                  <a:lnTo>
                    <a:pt x="1970571" y="923359"/>
                  </a:lnTo>
                  <a:lnTo>
                    <a:pt x="1970584" y="923394"/>
                  </a:lnTo>
                  <a:lnTo>
                    <a:pt x="1970998" y="923242"/>
                  </a:lnTo>
                  <a:lnTo>
                    <a:pt x="1971149" y="923200"/>
                  </a:lnTo>
                  <a:lnTo>
                    <a:pt x="1971858" y="923166"/>
                  </a:lnTo>
                  <a:lnTo>
                    <a:pt x="1972087" y="923125"/>
                  </a:lnTo>
                  <a:lnTo>
                    <a:pt x="1972097" y="923120"/>
                  </a:lnTo>
                  <a:lnTo>
                    <a:pt x="1972092" y="923089"/>
                  </a:lnTo>
                  <a:lnTo>
                    <a:pt x="1972098" y="923076"/>
                  </a:lnTo>
                  <a:lnTo>
                    <a:pt x="1972159" y="923020"/>
                  </a:lnTo>
                  <a:lnTo>
                    <a:pt x="1972288" y="922954"/>
                  </a:lnTo>
                  <a:lnTo>
                    <a:pt x="1972477" y="922972"/>
                  </a:lnTo>
                  <a:lnTo>
                    <a:pt x="1972507" y="922989"/>
                  </a:lnTo>
                  <a:lnTo>
                    <a:pt x="1972532" y="923003"/>
                  </a:lnTo>
                  <a:lnTo>
                    <a:pt x="1972559" y="923007"/>
                  </a:lnTo>
                  <a:lnTo>
                    <a:pt x="1972637" y="922991"/>
                  </a:lnTo>
                  <a:lnTo>
                    <a:pt x="1972825" y="922947"/>
                  </a:lnTo>
                  <a:lnTo>
                    <a:pt x="1972938" y="922887"/>
                  </a:lnTo>
                  <a:lnTo>
                    <a:pt x="1973074" y="922835"/>
                  </a:lnTo>
                  <a:lnTo>
                    <a:pt x="1973730" y="922890"/>
                  </a:lnTo>
                  <a:lnTo>
                    <a:pt x="1974010" y="922993"/>
                  </a:lnTo>
                  <a:lnTo>
                    <a:pt x="1974173" y="923068"/>
                  </a:lnTo>
                  <a:lnTo>
                    <a:pt x="1974388" y="923167"/>
                  </a:lnTo>
                  <a:lnTo>
                    <a:pt x="1975256" y="923581"/>
                  </a:lnTo>
                  <a:lnTo>
                    <a:pt x="1975933" y="923893"/>
                  </a:lnTo>
                  <a:lnTo>
                    <a:pt x="1976039" y="923958"/>
                  </a:lnTo>
                  <a:lnTo>
                    <a:pt x="1976077" y="924002"/>
                  </a:lnTo>
                  <a:lnTo>
                    <a:pt x="1976122" y="924062"/>
                  </a:lnTo>
                  <a:lnTo>
                    <a:pt x="1976190" y="924202"/>
                  </a:lnTo>
                  <a:lnTo>
                    <a:pt x="1976211" y="924203"/>
                  </a:lnTo>
                  <a:lnTo>
                    <a:pt x="1976377" y="924144"/>
                  </a:lnTo>
                  <a:lnTo>
                    <a:pt x="1976407" y="924152"/>
                  </a:lnTo>
                  <a:lnTo>
                    <a:pt x="1976668" y="924388"/>
                  </a:lnTo>
                  <a:lnTo>
                    <a:pt x="1976818" y="924577"/>
                  </a:lnTo>
                  <a:lnTo>
                    <a:pt x="1976824" y="924590"/>
                  </a:lnTo>
                  <a:lnTo>
                    <a:pt x="1976824" y="924618"/>
                  </a:lnTo>
                  <a:lnTo>
                    <a:pt x="1976816" y="924630"/>
                  </a:lnTo>
                  <a:lnTo>
                    <a:pt x="1976732" y="924706"/>
                  </a:lnTo>
                  <a:lnTo>
                    <a:pt x="1976480" y="924870"/>
                  </a:lnTo>
                  <a:lnTo>
                    <a:pt x="1976704" y="925030"/>
                  </a:lnTo>
                  <a:lnTo>
                    <a:pt x="1976760" y="925060"/>
                  </a:lnTo>
                  <a:lnTo>
                    <a:pt x="1976793" y="925064"/>
                  </a:lnTo>
                  <a:lnTo>
                    <a:pt x="1976802" y="925082"/>
                  </a:lnTo>
                  <a:lnTo>
                    <a:pt x="1976795" y="925175"/>
                  </a:lnTo>
                  <a:lnTo>
                    <a:pt x="1976573" y="925428"/>
                  </a:lnTo>
                  <a:lnTo>
                    <a:pt x="1976984" y="925729"/>
                  </a:lnTo>
                  <a:lnTo>
                    <a:pt x="1977489" y="925723"/>
                  </a:lnTo>
                  <a:lnTo>
                    <a:pt x="1977654" y="925705"/>
                  </a:lnTo>
                  <a:lnTo>
                    <a:pt x="1977772" y="925677"/>
                  </a:lnTo>
                  <a:lnTo>
                    <a:pt x="1977917" y="925689"/>
                  </a:lnTo>
                  <a:lnTo>
                    <a:pt x="1978223" y="925713"/>
                  </a:lnTo>
                  <a:lnTo>
                    <a:pt x="1978333" y="925757"/>
                  </a:lnTo>
                  <a:lnTo>
                    <a:pt x="1978811" y="925965"/>
                  </a:lnTo>
                  <a:lnTo>
                    <a:pt x="1979111" y="926002"/>
                  </a:lnTo>
                  <a:lnTo>
                    <a:pt x="1979866" y="926063"/>
                  </a:lnTo>
                  <a:lnTo>
                    <a:pt x="1980584" y="926150"/>
                  </a:lnTo>
                  <a:lnTo>
                    <a:pt x="1980850" y="926218"/>
                  </a:lnTo>
                  <a:lnTo>
                    <a:pt x="1980983" y="926254"/>
                  </a:lnTo>
                  <a:lnTo>
                    <a:pt x="1981253" y="926333"/>
                  </a:lnTo>
                  <a:lnTo>
                    <a:pt x="1981368" y="926367"/>
                  </a:lnTo>
                  <a:lnTo>
                    <a:pt x="1981833" y="926526"/>
                  </a:lnTo>
                  <a:lnTo>
                    <a:pt x="1982500" y="926645"/>
                  </a:lnTo>
                  <a:lnTo>
                    <a:pt x="1982640" y="926658"/>
                  </a:lnTo>
                  <a:lnTo>
                    <a:pt x="1982723" y="926649"/>
                  </a:lnTo>
                  <a:lnTo>
                    <a:pt x="1982788" y="926655"/>
                  </a:lnTo>
                  <a:lnTo>
                    <a:pt x="1982866" y="926683"/>
                  </a:lnTo>
                  <a:lnTo>
                    <a:pt x="1983396" y="926871"/>
                  </a:lnTo>
                  <a:lnTo>
                    <a:pt x="1983656" y="926984"/>
                  </a:lnTo>
                  <a:lnTo>
                    <a:pt x="1984087" y="927142"/>
                  </a:lnTo>
                  <a:lnTo>
                    <a:pt x="1984807" y="927419"/>
                  </a:lnTo>
                  <a:lnTo>
                    <a:pt x="1985241" y="927572"/>
                  </a:lnTo>
                  <a:lnTo>
                    <a:pt x="1985273" y="927573"/>
                  </a:lnTo>
                  <a:lnTo>
                    <a:pt x="1985305" y="927554"/>
                  </a:lnTo>
                  <a:lnTo>
                    <a:pt x="1985332" y="927555"/>
                  </a:lnTo>
                  <a:lnTo>
                    <a:pt x="1985776" y="927723"/>
                  </a:lnTo>
                  <a:lnTo>
                    <a:pt x="1985834" y="927773"/>
                  </a:lnTo>
                  <a:lnTo>
                    <a:pt x="1985878" y="927891"/>
                  </a:lnTo>
                  <a:lnTo>
                    <a:pt x="1986114" y="927791"/>
                  </a:lnTo>
                  <a:lnTo>
                    <a:pt x="1986254" y="927744"/>
                  </a:lnTo>
                  <a:lnTo>
                    <a:pt x="1987162" y="928261"/>
                  </a:lnTo>
                  <a:lnTo>
                    <a:pt x="1988161" y="928809"/>
                  </a:lnTo>
                  <a:lnTo>
                    <a:pt x="1988185" y="928825"/>
                  </a:lnTo>
                  <a:lnTo>
                    <a:pt x="1988234" y="928863"/>
                  </a:lnTo>
                  <a:lnTo>
                    <a:pt x="1988521" y="929104"/>
                  </a:lnTo>
                  <a:lnTo>
                    <a:pt x="1988687" y="929243"/>
                  </a:lnTo>
                  <a:lnTo>
                    <a:pt x="1989289" y="929768"/>
                  </a:lnTo>
                  <a:lnTo>
                    <a:pt x="1989658" y="930008"/>
                  </a:lnTo>
                  <a:lnTo>
                    <a:pt x="1989716" y="930057"/>
                  </a:lnTo>
                  <a:lnTo>
                    <a:pt x="1989719" y="930076"/>
                  </a:lnTo>
                  <a:lnTo>
                    <a:pt x="1989722" y="930094"/>
                  </a:lnTo>
                  <a:lnTo>
                    <a:pt x="1989708" y="930174"/>
                  </a:lnTo>
                  <a:lnTo>
                    <a:pt x="1989683" y="930250"/>
                  </a:lnTo>
                  <a:lnTo>
                    <a:pt x="1989626" y="930367"/>
                  </a:lnTo>
                  <a:lnTo>
                    <a:pt x="1989574" y="930452"/>
                  </a:lnTo>
                  <a:lnTo>
                    <a:pt x="1989588" y="930470"/>
                  </a:lnTo>
                  <a:lnTo>
                    <a:pt x="1989678" y="930490"/>
                  </a:lnTo>
                  <a:lnTo>
                    <a:pt x="1989833" y="930425"/>
                  </a:lnTo>
                  <a:lnTo>
                    <a:pt x="1990104" y="930314"/>
                  </a:lnTo>
                  <a:lnTo>
                    <a:pt x="1990109" y="930314"/>
                  </a:lnTo>
                  <a:lnTo>
                    <a:pt x="1990143" y="930320"/>
                  </a:lnTo>
                  <a:lnTo>
                    <a:pt x="1990162" y="930326"/>
                  </a:lnTo>
                  <a:lnTo>
                    <a:pt x="1990356" y="930398"/>
                  </a:lnTo>
                  <a:lnTo>
                    <a:pt x="1990511" y="930459"/>
                  </a:lnTo>
                  <a:lnTo>
                    <a:pt x="1990525" y="930464"/>
                  </a:lnTo>
                  <a:lnTo>
                    <a:pt x="1990531" y="930467"/>
                  </a:lnTo>
                  <a:lnTo>
                    <a:pt x="1990617" y="930513"/>
                  </a:lnTo>
                  <a:lnTo>
                    <a:pt x="1990677" y="930546"/>
                  </a:lnTo>
                  <a:lnTo>
                    <a:pt x="1990693" y="930558"/>
                  </a:lnTo>
                  <a:lnTo>
                    <a:pt x="1990698" y="930562"/>
                  </a:lnTo>
                  <a:lnTo>
                    <a:pt x="1990741" y="930581"/>
                  </a:lnTo>
                  <a:lnTo>
                    <a:pt x="1990819" y="930615"/>
                  </a:lnTo>
                  <a:lnTo>
                    <a:pt x="1991025" y="930707"/>
                  </a:lnTo>
                  <a:lnTo>
                    <a:pt x="1992040" y="931115"/>
                  </a:lnTo>
                  <a:lnTo>
                    <a:pt x="1992321" y="931251"/>
                  </a:lnTo>
                  <a:lnTo>
                    <a:pt x="1992460" y="931319"/>
                  </a:lnTo>
                  <a:lnTo>
                    <a:pt x="1992469" y="931323"/>
                  </a:lnTo>
                  <a:lnTo>
                    <a:pt x="1992515" y="931345"/>
                  </a:lnTo>
                  <a:lnTo>
                    <a:pt x="1992546" y="931360"/>
                  </a:lnTo>
                  <a:lnTo>
                    <a:pt x="1992969" y="931571"/>
                  </a:lnTo>
                  <a:lnTo>
                    <a:pt x="1993026" y="931605"/>
                  </a:lnTo>
                  <a:lnTo>
                    <a:pt x="1993046" y="931616"/>
                  </a:lnTo>
                  <a:lnTo>
                    <a:pt x="1993100" y="931643"/>
                  </a:lnTo>
                  <a:lnTo>
                    <a:pt x="1993180" y="931683"/>
                  </a:lnTo>
                  <a:lnTo>
                    <a:pt x="1993210" y="931696"/>
                  </a:lnTo>
                  <a:lnTo>
                    <a:pt x="1993291" y="931727"/>
                  </a:lnTo>
                  <a:lnTo>
                    <a:pt x="1993330" y="931741"/>
                  </a:lnTo>
                  <a:lnTo>
                    <a:pt x="1993462" y="931772"/>
                  </a:lnTo>
                  <a:lnTo>
                    <a:pt x="1993635" y="931808"/>
                  </a:lnTo>
                  <a:lnTo>
                    <a:pt x="1993807" y="931836"/>
                  </a:lnTo>
                  <a:lnTo>
                    <a:pt x="1993931" y="931893"/>
                  </a:lnTo>
                  <a:lnTo>
                    <a:pt x="1994225" y="932091"/>
                  </a:lnTo>
                  <a:lnTo>
                    <a:pt x="1994370" y="932196"/>
                  </a:lnTo>
                  <a:lnTo>
                    <a:pt x="1994388" y="932209"/>
                  </a:lnTo>
                  <a:lnTo>
                    <a:pt x="1994429" y="932239"/>
                  </a:lnTo>
                  <a:lnTo>
                    <a:pt x="1994455" y="932258"/>
                  </a:lnTo>
                  <a:lnTo>
                    <a:pt x="1994463" y="932265"/>
                  </a:lnTo>
                  <a:lnTo>
                    <a:pt x="1995137" y="932520"/>
                  </a:lnTo>
                  <a:lnTo>
                    <a:pt x="1996047" y="932853"/>
                  </a:lnTo>
                  <a:lnTo>
                    <a:pt x="1996999" y="933323"/>
                  </a:lnTo>
                  <a:lnTo>
                    <a:pt x="1997076" y="933364"/>
                  </a:lnTo>
                  <a:lnTo>
                    <a:pt x="1997247" y="933515"/>
                  </a:lnTo>
                  <a:lnTo>
                    <a:pt x="1997426" y="933696"/>
                  </a:lnTo>
                  <a:lnTo>
                    <a:pt x="1997532" y="933804"/>
                  </a:lnTo>
                  <a:lnTo>
                    <a:pt x="1997548" y="933820"/>
                  </a:lnTo>
                  <a:lnTo>
                    <a:pt x="1997600" y="933875"/>
                  </a:lnTo>
                  <a:lnTo>
                    <a:pt x="1997642" y="933919"/>
                  </a:lnTo>
                  <a:lnTo>
                    <a:pt x="1997672" y="933960"/>
                  </a:lnTo>
                  <a:lnTo>
                    <a:pt x="1997716" y="934052"/>
                  </a:lnTo>
                  <a:lnTo>
                    <a:pt x="1997715" y="934111"/>
                  </a:lnTo>
                  <a:lnTo>
                    <a:pt x="1997714" y="934127"/>
                  </a:lnTo>
                  <a:lnTo>
                    <a:pt x="1997714" y="934133"/>
                  </a:lnTo>
                  <a:lnTo>
                    <a:pt x="1997705" y="934177"/>
                  </a:lnTo>
                  <a:lnTo>
                    <a:pt x="1997691" y="934238"/>
                  </a:lnTo>
                  <a:lnTo>
                    <a:pt x="1997681" y="934274"/>
                  </a:lnTo>
                  <a:lnTo>
                    <a:pt x="1997656" y="934362"/>
                  </a:lnTo>
                  <a:lnTo>
                    <a:pt x="1997633" y="934433"/>
                  </a:lnTo>
                  <a:lnTo>
                    <a:pt x="1997610" y="934502"/>
                  </a:lnTo>
                  <a:lnTo>
                    <a:pt x="1997586" y="934592"/>
                  </a:lnTo>
                  <a:lnTo>
                    <a:pt x="1997518" y="934872"/>
                  </a:lnTo>
                  <a:lnTo>
                    <a:pt x="1997859" y="935212"/>
                  </a:lnTo>
                  <a:lnTo>
                    <a:pt x="1997904" y="935463"/>
                  </a:lnTo>
                  <a:lnTo>
                    <a:pt x="1997924" y="935574"/>
                  </a:lnTo>
                  <a:lnTo>
                    <a:pt x="1997679" y="935919"/>
                  </a:lnTo>
                  <a:lnTo>
                    <a:pt x="1997649" y="936008"/>
                  </a:lnTo>
                  <a:lnTo>
                    <a:pt x="1997728" y="936157"/>
                  </a:lnTo>
                  <a:lnTo>
                    <a:pt x="1997772" y="936224"/>
                  </a:lnTo>
                  <a:lnTo>
                    <a:pt x="1997869" y="936372"/>
                  </a:lnTo>
                  <a:lnTo>
                    <a:pt x="1997936" y="936479"/>
                  </a:lnTo>
                  <a:lnTo>
                    <a:pt x="1997961" y="936549"/>
                  </a:lnTo>
                  <a:lnTo>
                    <a:pt x="1998026" y="936748"/>
                  </a:lnTo>
                  <a:lnTo>
                    <a:pt x="1998051" y="936828"/>
                  </a:lnTo>
                  <a:lnTo>
                    <a:pt x="1998136" y="937114"/>
                  </a:lnTo>
                  <a:lnTo>
                    <a:pt x="1998145" y="937147"/>
                  </a:lnTo>
                  <a:lnTo>
                    <a:pt x="1998154" y="937179"/>
                  </a:lnTo>
                  <a:lnTo>
                    <a:pt x="1998270" y="937602"/>
                  </a:lnTo>
                  <a:lnTo>
                    <a:pt x="1998302" y="937717"/>
                  </a:lnTo>
                  <a:lnTo>
                    <a:pt x="1998319" y="937781"/>
                  </a:lnTo>
                  <a:lnTo>
                    <a:pt x="1998322" y="937793"/>
                  </a:lnTo>
                  <a:lnTo>
                    <a:pt x="1998338" y="937860"/>
                  </a:lnTo>
                  <a:lnTo>
                    <a:pt x="1998376" y="938022"/>
                  </a:lnTo>
                  <a:lnTo>
                    <a:pt x="1998396" y="938119"/>
                  </a:lnTo>
                  <a:lnTo>
                    <a:pt x="1998426" y="938267"/>
                  </a:lnTo>
                  <a:lnTo>
                    <a:pt x="1998578" y="938334"/>
                  </a:lnTo>
                  <a:lnTo>
                    <a:pt x="1998550" y="938540"/>
                  </a:lnTo>
                  <a:lnTo>
                    <a:pt x="1998549" y="938918"/>
                  </a:lnTo>
                  <a:lnTo>
                    <a:pt x="1998554" y="939085"/>
                  </a:lnTo>
                  <a:lnTo>
                    <a:pt x="1998578" y="939234"/>
                  </a:lnTo>
                  <a:lnTo>
                    <a:pt x="1998611" y="939428"/>
                  </a:lnTo>
                  <a:lnTo>
                    <a:pt x="1998692" y="939717"/>
                  </a:lnTo>
                  <a:lnTo>
                    <a:pt x="1998757" y="939932"/>
                  </a:lnTo>
                  <a:lnTo>
                    <a:pt x="1999061" y="940794"/>
                  </a:lnTo>
                  <a:lnTo>
                    <a:pt x="1999194" y="941172"/>
                  </a:lnTo>
                  <a:lnTo>
                    <a:pt x="1999345" y="941339"/>
                  </a:lnTo>
                  <a:lnTo>
                    <a:pt x="1999345" y="941533"/>
                  </a:lnTo>
                  <a:lnTo>
                    <a:pt x="1999435" y="941568"/>
                  </a:lnTo>
                  <a:lnTo>
                    <a:pt x="1999439" y="941572"/>
                  </a:lnTo>
                  <a:lnTo>
                    <a:pt x="1999658" y="941883"/>
                  </a:lnTo>
                  <a:lnTo>
                    <a:pt x="1999676" y="941922"/>
                  </a:lnTo>
                  <a:lnTo>
                    <a:pt x="1999746" y="942085"/>
                  </a:lnTo>
                  <a:lnTo>
                    <a:pt x="1999754" y="942107"/>
                  </a:lnTo>
                  <a:lnTo>
                    <a:pt x="1999836" y="942407"/>
                  </a:lnTo>
                  <a:lnTo>
                    <a:pt x="1999842" y="942433"/>
                  </a:lnTo>
                  <a:lnTo>
                    <a:pt x="1999844" y="942451"/>
                  </a:lnTo>
                  <a:lnTo>
                    <a:pt x="1999842" y="942464"/>
                  </a:lnTo>
                  <a:lnTo>
                    <a:pt x="1999829" y="942528"/>
                  </a:lnTo>
                  <a:lnTo>
                    <a:pt x="1999825" y="942540"/>
                  </a:lnTo>
                  <a:lnTo>
                    <a:pt x="1999729" y="942715"/>
                  </a:lnTo>
                  <a:lnTo>
                    <a:pt x="1999708" y="943123"/>
                  </a:lnTo>
                  <a:lnTo>
                    <a:pt x="1999688" y="943192"/>
                  </a:lnTo>
                  <a:lnTo>
                    <a:pt x="1999678" y="943228"/>
                  </a:lnTo>
                  <a:lnTo>
                    <a:pt x="1999680" y="943282"/>
                  </a:lnTo>
                  <a:lnTo>
                    <a:pt x="1999681" y="943288"/>
                  </a:lnTo>
                  <a:lnTo>
                    <a:pt x="1999687" y="943354"/>
                  </a:lnTo>
                  <a:lnTo>
                    <a:pt x="1999692" y="943368"/>
                  </a:lnTo>
                  <a:lnTo>
                    <a:pt x="1999749" y="943405"/>
                  </a:lnTo>
                  <a:lnTo>
                    <a:pt x="1999966" y="943547"/>
                  </a:lnTo>
                  <a:lnTo>
                    <a:pt x="1999980" y="943556"/>
                  </a:lnTo>
                  <a:lnTo>
                    <a:pt x="2000232" y="943828"/>
                  </a:lnTo>
                  <a:lnTo>
                    <a:pt x="2000250" y="943849"/>
                  </a:lnTo>
                  <a:lnTo>
                    <a:pt x="2000291" y="943898"/>
                  </a:lnTo>
                  <a:lnTo>
                    <a:pt x="2000624" y="944447"/>
                  </a:lnTo>
                  <a:lnTo>
                    <a:pt x="2000637" y="944475"/>
                  </a:lnTo>
                  <a:lnTo>
                    <a:pt x="2000934" y="945103"/>
                  </a:lnTo>
                  <a:lnTo>
                    <a:pt x="2000970" y="945179"/>
                  </a:lnTo>
                  <a:lnTo>
                    <a:pt x="2000972" y="945189"/>
                  </a:lnTo>
                  <a:lnTo>
                    <a:pt x="2000963" y="945211"/>
                  </a:lnTo>
                  <a:lnTo>
                    <a:pt x="2000957" y="945225"/>
                  </a:lnTo>
                  <a:lnTo>
                    <a:pt x="2000929" y="945287"/>
                  </a:lnTo>
                  <a:lnTo>
                    <a:pt x="2000980" y="945278"/>
                  </a:lnTo>
                  <a:lnTo>
                    <a:pt x="2000988" y="945279"/>
                  </a:lnTo>
                  <a:lnTo>
                    <a:pt x="2001100" y="945295"/>
                  </a:lnTo>
                  <a:lnTo>
                    <a:pt x="2001148" y="945370"/>
                  </a:lnTo>
                  <a:lnTo>
                    <a:pt x="2001270" y="945574"/>
                  </a:lnTo>
                  <a:lnTo>
                    <a:pt x="2001464" y="945928"/>
                  </a:lnTo>
                  <a:lnTo>
                    <a:pt x="2001522" y="946084"/>
                  </a:lnTo>
                  <a:lnTo>
                    <a:pt x="2001615" y="946328"/>
                  </a:lnTo>
                  <a:lnTo>
                    <a:pt x="2001625" y="946355"/>
                  </a:lnTo>
                  <a:lnTo>
                    <a:pt x="2001690" y="946520"/>
                  </a:lnTo>
                  <a:lnTo>
                    <a:pt x="2001722" y="946597"/>
                  </a:lnTo>
                  <a:lnTo>
                    <a:pt x="2002236" y="947671"/>
                  </a:lnTo>
                  <a:lnTo>
                    <a:pt x="2002255" y="947711"/>
                  </a:lnTo>
                  <a:lnTo>
                    <a:pt x="2002323" y="947822"/>
                  </a:lnTo>
                  <a:lnTo>
                    <a:pt x="2002358" y="947891"/>
                  </a:lnTo>
                  <a:lnTo>
                    <a:pt x="2002444" y="948068"/>
                  </a:lnTo>
                  <a:lnTo>
                    <a:pt x="2002489" y="948176"/>
                  </a:lnTo>
                  <a:lnTo>
                    <a:pt x="2002545" y="948312"/>
                  </a:lnTo>
                  <a:lnTo>
                    <a:pt x="2002693" y="948674"/>
                  </a:lnTo>
                  <a:lnTo>
                    <a:pt x="2002696" y="948701"/>
                  </a:lnTo>
                  <a:lnTo>
                    <a:pt x="2002685" y="948779"/>
                  </a:lnTo>
                  <a:lnTo>
                    <a:pt x="2002682" y="948792"/>
                  </a:lnTo>
                  <a:lnTo>
                    <a:pt x="2002680" y="948806"/>
                  </a:lnTo>
                  <a:lnTo>
                    <a:pt x="2002682" y="948834"/>
                  </a:lnTo>
                  <a:lnTo>
                    <a:pt x="2002685" y="948842"/>
                  </a:lnTo>
                  <a:lnTo>
                    <a:pt x="2002711" y="948928"/>
                  </a:lnTo>
                  <a:lnTo>
                    <a:pt x="2002714" y="948939"/>
                  </a:lnTo>
                  <a:lnTo>
                    <a:pt x="2002716" y="948944"/>
                  </a:lnTo>
                  <a:lnTo>
                    <a:pt x="2002881" y="949467"/>
                  </a:lnTo>
                  <a:lnTo>
                    <a:pt x="2002885" y="949478"/>
                  </a:lnTo>
                  <a:lnTo>
                    <a:pt x="2002891" y="949486"/>
                  </a:lnTo>
                  <a:lnTo>
                    <a:pt x="2002900" y="949492"/>
                  </a:lnTo>
                  <a:lnTo>
                    <a:pt x="2002911" y="949499"/>
                  </a:lnTo>
                  <a:lnTo>
                    <a:pt x="2002917" y="949498"/>
                  </a:lnTo>
                  <a:lnTo>
                    <a:pt x="2002950" y="949483"/>
                  </a:lnTo>
                  <a:lnTo>
                    <a:pt x="2003063" y="949637"/>
                  </a:lnTo>
                  <a:lnTo>
                    <a:pt x="2003080" y="949660"/>
                  </a:lnTo>
                  <a:lnTo>
                    <a:pt x="2003146" y="949778"/>
                  </a:lnTo>
                  <a:lnTo>
                    <a:pt x="2003190" y="949858"/>
                  </a:lnTo>
                  <a:lnTo>
                    <a:pt x="2003234" y="949940"/>
                  </a:lnTo>
                  <a:lnTo>
                    <a:pt x="2003353" y="950157"/>
                  </a:lnTo>
                  <a:lnTo>
                    <a:pt x="2003414" y="950274"/>
                  </a:lnTo>
                  <a:lnTo>
                    <a:pt x="2003658" y="950748"/>
                  </a:lnTo>
                  <a:lnTo>
                    <a:pt x="2003675" y="950789"/>
                  </a:lnTo>
                  <a:lnTo>
                    <a:pt x="2003695" y="950836"/>
                  </a:lnTo>
                  <a:lnTo>
                    <a:pt x="2003792" y="951090"/>
                  </a:lnTo>
                  <a:lnTo>
                    <a:pt x="2003799" y="951118"/>
                  </a:lnTo>
                  <a:lnTo>
                    <a:pt x="2003846" y="951304"/>
                  </a:lnTo>
                  <a:lnTo>
                    <a:pt x="2003896" y="951495"/>
                  </a:lnTo>
                  <a:lnTo>
                    <a:pt x="2003896" y="951509"/>
                  </a:lnTo>
                  <a:lnTo>
                    <a:pt x="2003894" y="951526"/>
                  </a:lnTo>
                  <a:lnTo>
                    <a:pt x="2003888" y="951531"/>
                  </a:lnTo>
                  <a:lnTo>
                    <a:pt x="2003863" y="951547"/>
                  </a:lnTo>
                  <a:lnTo>
                    <a:pt x="2003852" y="951547"/>
                  </a:lnTo>
                  <a:lnTo>
                    <a:pt x="2003795" y="951548"/>
                  </a:lnTo>
                  <a:lnTo>
                    <a:pt x="2003689" y="951550"/>
                  </a:lnTo>
                  <a:lnTo>
                    <a:pt x="2003673" y="951555"/>
                  </a:lnTo>
                  <a:lnTo>
                    <a:pt x="2003682" y="951574"/>
                  </a:lnTo>
                  <a:lnTo>
                    <a:pt x="2003693" y="951595"/>
                  </a:lnTo>
                  <a:lnTo>
                    <a:pt x="2003727" y="951598"/>
                  </a:lnTo>
                  <a:lnTo>
                    <a:pt x="2003801" y="951604"/>
                  </a:lnTo>
                  <a:lnTo>
                    <a:pt x="2003914" y="951600"/>
                  </a:lnTo>
                  <a:lnTo>
                    <a:pt x="2003923" y="951603"/>
                  </a:lnTo>
                  <a:lnTo>
                    <a:pt x="2003972" y="951696"/>
                  </a:lnTo>
                  <a:lnTo>
                    <a:pt x="2003973" y="951784"/>
                  </a:lnTo>
                  <a:lnTo>
                    <a:pt x="2003956" y="951843"/>
                  </a:lnTo>
                  <a:lnTo>
                    <a:pt x="2004048" y="952112"/>
                  </a:lnTo>
                  <a:lnTo>
                    <a:pt x="2004109" y="952228"/>
                  </a:lnTo>
                  <a:lnTo>
                    <a:pt x="2004254" y="952488"/>
                  </a:lnTo>
                  <a:lnTo>
                    <a:pt x="2004291" y="952548"/>
                  </a:lnTo>
                  <a:lnTo>
                    <a:pt x="2004397" y="952680"/>
                  </a:lnTo>
                  <a:lnTo>
                    <a:pt x="2004823" y="953318"/>
                  </a:lnTo>
                  <a:lnTo>
                    <a:pt x="2005312" y="954105"/>
                  </a:lnTo>
                  <a:lnTo>
                    <a:pt x="2005506" y="954501"/>
                  </a:lnTo>
                  <a:lnTo>
                    <a:pt x="2005572" y="954641"/>
                  </a:lnTo>
                  <a:lnTo>
                    <a:pt x="2005934" y="955432"/>
                  </a:lnTo>
                  <a:lnTo>
                    <a:pt x="2005967" y="955504"/>
                  </a:lnTo>
                  <a:lnTo>
                    <a:pt x="2006013" y="955590"/>
                  </a:lnTo>
                  <a:lnTo>
                    <a:pt x="2006206" y="955950"/>
                  </a:lnTo>
                  <a:lnTo>
                    <a:pt x="2006342" y="956283"/>
                  </a:lnTo>
                  <a:lnTo>
                    <a:pt x="2006381" y="956390"/>
                  </a:lnTo>
                  <a:lnTo>
                    <a:pt x="2006399" y="956451"/>
                  </a:lnTo>
                  <a:lnTo>
                    <a:pt x="2006406" y="956473"/>
                  </a:lnTo>
                  <a:lnTo>
                    <a:pt x="2006422" y="956531"/>
                  </a:lnTo>
                  <a:lnTo>
                    <a:pt x="2006425" y="956552"/>
                  </a:lnTo>
                  <a:lnTo>
                    <a:pt x="2006452" y="956769"/>
                  </a:lnTo>
                  <a:lnTo>
                    <a:pt x="2006448" y="956864"/>
                  </a:lnTo>
                  <a:lnTo>
                    <a:pt x="2006441" y="957065"/>
                  </a:lnTo>
                  <a:lnTo>
                    <a:pt x="2006437" y="957080"/>
                  </a:lnTo>
                  <a:lnTo>
                    <a:pt x="2006249" y="957295"/>
                  </a:lnTo>
                  <a:lnTo>
                    <a:pt x="2006191" y="957362"/>
                  </a:lnTo>
                  <a:lnTo>
                    <a:pt x="2006163" y="957447"/>
                  </a:lnTo>
                  <a:lnTo>
                    <a:pt x="2006146" y="957498"/>
                  </a:lnTo>
                  <a:lnTo>
                    <a:pt x="2006113" y="957597"/>
                  </a:lnTo>
                  <a:lnTo>
                    <a:pt x="2006103" y="957624"/>
                  </a:lnTo>
                  <a:lnTo>
                    <a:pt x="2006096" y="957636"/>
                  </a:lnTo>
                  <a:lnTo>
                    <a:pt x="2006081" y="957657"/>
                  </a:lnTo>
                  <a:lnTo>
                    <a:pt x="2006071" y="957667"/>
                  </a:lnTo>
                  <a:lnTo>
                    <a:pt x="2006049" y="957681"/>
                  </a:lnTo>
                  <a:lnTo>
                    <a:pt x="2006043" y="957685"/>
                  </a:lnTo>
                  <a:lnTo>
                    <a:pt x="2006028" y="957692"/>
                  </a:lnTo>
                  <a:lnTo>
                    <a:pt x="2006019" y="957696"/>
                  </a:lnTo>
                  <a:lnTo>
                    <a:pt x="2005970" y="957719"/>
                  </a:lnTo>
                  <a:lnTo>
                    <a:pt x="2005937" y="957734"/>
                  </a:lnTo>
                  <a:lnTo>
                    <a:pt x="2005932" y="957738"/>
                  </a:lnTo>
                  <a:lnTo>
                    <a:pt x="2005906" y="957759"/>
                  </a:lnTo>
                  <a:lnTo>
                    <a:pt x="2005897" y="957769"/>
                  </a:lnTo>
                  <a:lnTo>
                    <a:pt x="2005893" y="957774"/>
                  </a:lnTo>
                  <a:lnTo>
                    <a:pt x="2005890" y="957779"/>
                  </a:lnTo>
                  <a:lnTo>
                    <a:pt x="2005885" y="957790"/>
                  </a:lnTo>
                  <a:lnTo>
                    <a:pt x="2005873" y="957841"/>
                  </a:lnTo>
                  <a:lnTo>
                    <a:pt x="2005870" y="957854"/>
                  </a:lnTo>
                  <a:lnTo>
                    <a:pt x="2005868" y="957870"/>
                  </a:lnTo>
                  <a:lnTo>
                    <a:pt x="2005867" y="957876"/>
                  </a:lnTo>
                  <a:lnTo>
                    <a:pt x="2005866" y="957963"/>
                  </a:lnTo>
                  <a:lnTo>
                    <a:pt x="2005871" y="958093"/>
                  </a:lnTo>
                  <a:lnTo>
                    <a:pt x="2005942" y="958156"/>
                  </a:lnTo>
                  <a:lnTo>
                    <a:pt x="2005979" y="958189"/>
                  </a:lnTo>
                  <a:lnTo>
                    <a:pt x="2006011" y="958216"/>
                  </a:lnTo>
                  <a:lnTo>
                    <a:pt x="2006039" y="958208"/>
                  </a:lnTo>
                  <a:lnTo>
                    <a:pt x="2006115" y="958117"/>
                  </a:lnTo>
                  <a:lnTo>
                    <a:pt x="2006199" y="958017"/>
                  </a:lnTo>
                  <a:lnTo>
                    <a:pt x="2006452" y="957759"/>
                  </a:lnTo>
                  <a:lnTo>
                    <a:pt x="2006586" y="957625"/>
                  </a:lnTo>
                  <a:lnTo>
                    <a:pt x="2006619" y="957605"/>
                  </a:lnTo>
                  <a:lnTo>
                    <a:pt x="2006644" y="957599"/>
                  </a:lnTo>
                  <a:lnTo>
                    <a:pt x="2006662" y="957597"/>
                  </a:lnTo>
                  <a:lnTo>
                    <a:pt x="2006689" y="957599"/>
                  </a:lnTo>
                  <a:lnTo>
                    <a:pt x="2006712" y="957604"/>
                  </a:lnTo>
                  <a:lnTo>
                    <a:pt x="2006837" y="957680"/>
                  </a:lnTo>
                  <a:lnTo>
                    <a:pt x="2007172" y="957907"/>
                  </a:lnTo>
                  <a:lnTo>
                    <a:pt x="2007618" y="958215"/>
                  </a:lnTo>
                  <a:lnTo>
                    <a:pt x="2007752" y="958318"/>
                  </a:lnTo>
                  <a:lnTo>
                    <a:pt x="2007813" y="958374"/>
                  </a:lnTo>
                  <a:lnTo>
                    <a:pt x="2007886" y="958480"/>
                  </a:lnTo>
                  <a:lnTo>
                    <a:pt x="2008001" y="958654"/>
                  </a:lnTo>
                  <a:lnTo>
                    <a:pt x="2008283" y="959094"/>
                  </a:lnTo>
                  <a:lnTo>
                    <a:pt x="2008303" y="959127"/>
                  </a:lnTo>
                  <a:lnTo>
                    <a:pt x="2008366" y="959232"/>
                  </a:lnTo>
                  <a:lnTo>
                    <a:pt x="2008368" y="959238"/>
                  </a:lnTo>
                  <a:lnTo>
                    <a:pt x="2008382" y="959273"/>
                  </a:lnTo>
                  <a:lnTo>
                    <a:pt x="2008393" y="959299"/>
                  </a:lnTo>
                  <a:lnTo>
                    <a:pt x="2008403" y="959323"/>
                  </a:lnTo>
                  <a:lnTo>
                    <a:pt x="2008411" y="959344"/>
                  </a:lnTo>
                  <a:lnTo>
                    <a:pt x="2008651" y="959933"/>
                  </a:lnTo>
                  <a:lnTo>
                    <a:pt x="2008924" y="960640"/>
                  </a:lnTo>
                  <a:lnTo>
                    <a:pt x="2009037" y="960956"/>
                  </a:lnTo>
                  <a:lnTo>
                    <a:pt x="2009078" y="961067"/>
                  </a:lnTo>
                  <a:lnTo>
                    <a:pt x="2009190" y="961385"/>
                  </a:lnTo>
                  <a:lnTo>
                    <a:pt x="2009312" y="961704"/>
                  </a:lnTo>
                  <a:lnTo>
                    <a:pt x="2009489" y="961958"/>
                  </a:lnTo>
                  <a:lnTo>
                    <a:pt x="2009712" y="962630"/>
                  </a:lnTo>
                  <a:lnTo>
                    <a:pt x="2009732" y="962695"/>
                  </a:lnTo>
                  <a:lnTo>
                    <a:pt x="2009751" y="962766"/>
                  </a:lnTo>
                  <a:lnTo>
                    <a:pt x="2009756" y="962784"/>
                  </a:lnTo>
                  <a:lnTo>
                    <a:pt x="2009758" y="962791"/>
                  </a:lnTo>
                  <a:lnTo>
                    <a:pt x="2009783" y="962810"/>
                  </a:lnTo>
                  <a:lnTo>
                    <a:pt x="2009814" y="962833"/>
                  </a:lnTo>
                  <a:lnTo>
                    <a:pt x="2009859" y="962866"/>
                  </a:lnTo>
                  <a:lnTo>
                    <a:pt x="2009905" y="962940"/>
                  </a:lnTo>
                  <a:lnTo>
                    <a:pt x="2009946" y="963019"/>
                  </a:lnTo>
                  <a:lnTo>
                    <a:pt x="2010020" y="963205"/>
                  </a:lnTo>
                  <a:lnTo>
                    <a:pt x="2010055" y="963300"/>
                  </a:lnTo>
                  <a:lnTo>
                    <a:pt x="2010062" y="963336"/>
                  </a:lnTo>
                  <a:lnTo>
                    <a:pt x="2010062" y="963360"/>
                  </a:lnTo>
                  <a:lnTo>
                    <a:pt x="2010053" y="963384"/>
                  </a:lnTo>
                  <a:lnTo>
                    <a:pt x="2010055" y="963395"/>
                  </a:lnTo>
                  <a:lnTo>
                    <a:pt x="2010229" y="964144"/>
                  </a:lnTo>
                  <a:lnTo>
                    <a:pt x="2010355" y="964664"/>
                  </a:lnTo>
                  <a:lnTo>
                    <a:pt x="2010372" y="964732"/>
                  </a:lnTo>
                  <a:lnTo>
                    <a:pt x="2010381" y="964746"/>
                  </a:lnTo>
                  <a:lnTo>
                    <a:pt x="2010394" y="964749"/>
                  </a:lnTo>
                  <a:lnTo>
                    <a:pt x="2010467" y="964726"/>
                  </a:lnTo>
                  <a:lnTo>
                    <a:pt x="2010544" y="964702"/>
                  </a:lnTo>
                  <a:lnTo>
                    <a:pt x="2010567" y="964695"/>
                  </a:lnTo>
                  <a:lnTo>
                    <a:pt x="2010572" y="964708"/>
                  </a:lnTo>
                  <a:lnTo>
                    <a:pt x="2010694" y="964987"/>
                  </a:lnTo>
                  <a:lnTo>
                    <a:pt x="2010696" y="964993"/>
                  </a:lnTo>
                  <a:lnTo>
                    <a:pt x="2010687" y="965429"/>
                  </a:lnTo>
                  <a:lnTo>
                    <a:pt x="2010670" y="965471"/>
                  </a:lnTo>
                  <a:lnTo>
                    <a:pt x="2010642" y="965546"/>
                  </a:lnTo>
                  <a:lnTo>
                    <a:pt x="2010625" y="965590"/>
                  </a:lnTo>
                  <a:lnTo>
                    <a:pt x="2010507" y="965843"/>
                  </a:lnTo>
                  <a:lnTo>
                    <a:pt x="2010487" y="965875"/>
                  </a:lnTo>
                  <a:lnTo>
                    <a:pt x="2010475" y="965893"/>
                  </a:lnTo>
                  <a:lnTo>
                    <a:pt x="2010444" y="965903"/>
                  </a:lnTo>
                  <a:lnTo>
                    <a:pt x="2010371" y="965928"/>
                  </a:lnTo>
                  <a:lnTo>
                    <a:pt x="2010349" y="965933"/>
                  </a:lnTo>
                  <a:lnTo>
                    <a:pt x="2010242" y="965967"/>
                  </a:lnTo>
                  <a:lnTo>
                    <a:pt x="2010184" y="965986"/>
                  </a:lnTo>
                  <a:lnTo>
                    <a:pt x="2010155" y="966003"/>
                  </a:lnTo>
                  <a:lnTo>
                    <a:pt x="2010129" y="966024"/>
                  </a:lnTo>
                  <a:lnTo>
                    <a:pt x="2009936" y="966184"/>
                  </a:lnTo>
                  <a:lnTo>
                    <a:pt x="2009893" y="966231"/>
                  </a:lnTo>
                  <a:lnTo>
                    <a:pt x="2009886" y="966243"/>
                  </a:lnTo>
                  <a:lnTo>
                    <a:pt x="2009879" y="966268"/>
                  </a:lnTo>
                  <a:lnTo>
                    <a:pt x="2009911" y="966295"/>
                  </a:lnTo>
                  <a:lnTo>
                    <a:pt x="2009937" y="966318"/>
                  </a:lnTo>
                  <a:lnTo>
                    <a:pt x="2009972" y="966347"/>
                  </a:lnTo>
                  <a:lnTo>
                    <a:pt x="2010168" y="966365"/>
                  </a:lnTo>
                  <a:lnTo>
                    <a:pt x="2010216" y="966340"/>
                  </a:lnTo>
                  <a:lnTo>
                    <a:pt x="2010251" y="966323"/>
                  </a:lnTo>
                  <a:lnTo>
                    <a:pt x="2010276" y="966312"/>
                  </a:lnTo>
                  <a:lnTo>
                    <a:pt x="2010292" y="966307"/>
                  </a:lnTo>
                  <a:lnTo>
                    <a:pt x="2010310" y="966305"/>
                  </a:lnTo>
                  <a:lnTo>
                    <a:pt x="2010334" y="966306"/>
                  </a:lnTo>
                  <a:lnTo>
                    <a:pt x="2010469" y="966320"/>
                  </a:lnTo>
                  <a:lnTo>
                    <a:pt x="2010481" y="966323"/>
                  </a:lnTo>
                  <a:lnTo>
                    <a:pt x="2010513" y="966333"/>
                  </a:lnTo>
                  <a:lnTo>
                    <a:pt x="2010521" y="966336"/>
                  </a:lnTo>
                  <a:lnTo>
                    <a:pt x="2010544" y="966351"/>
                  </a:lnTo>
                  <a:lnTo>
                    <a:pt x="2010569" y="966370"/>
                  </a:lnTo>
                  <a:lnTo>
                    <a:pt x="2010699" y="966472"/>
                  </a:lnTo>
                  <a:lnTo>
                    <a:pt x="2010710" y="966481"/>
                  </a:lnTo>
                  <a:lnTo>
                    <a:pt x="2010716" y="966489"/>
                  </a:lnTo>
                  <a:lnTo>
                    <a:pt x="2010723" y="966498"/>
                  </a:lnTo>
                  <a:lnTo>
                    <a:pt x="2010726" y="966509"/>
                  </a:lnTo>
                  <a:lnTo>
                    <a:pt x="2010731" y="966527"/>
                  </a:lnTo>
                  <a:lnTo>
                    <a:pt x="2010738" y="966558"/>
                  </a:lnTo>
                  <a:lnTo>
                    <a:pt x="2010738" y="966572"/>
                  </a:lnTo>
                  <a:lnTo>
                    <a:pt x="2010740" y="966656"/>
                  </a:lnTo>
                  <a:lnTo>
                    <a:pt x="2010740" y="966678"/>
                  </a:lnTo>
                  <a:lnTo>
                    <a:pt x="2010738" y="966709"/>
                  </a:lnTo>
                  <a:lnTo>
                    <a:pt x="2010731" y="966765"/>
                  </a:lnTo>
                  <a:lnTo>
                    <a:pt x="2010726" y="966798"/>
                  </a:lnTo>
                  <a:lnTo>
                    <a:pt x="2010687" y="967086"/>
                  </a:lnTo>
                  <a:lnTo>
                    <a:pt x="2010646" y="967381"/>
                  </a:lnTo>
                  <a:lnTo>
                    <a:pt x="2010665" y="968040"/>
                  </a:lnTo>
                  <a:lnTo>
                    <a:pt x="2009843" y="968571"/>
                  </a:lnTo>
                  <a:lnTo>
                    <a:pt x="2009575" y="968745"/>
                  </a:lnTo>
                  <a:lnTo>
                    <a:pt x="2009506" y="968791"/>
                  </a:lnTo>
                  <a:lnTo>
                    <a:pt x="2009500" y="968795"/>
                  </a:lnTo>
                  <a:lnTo>
                    <a:pt x="2009828" y="969408"/>
                  </a:lnTo>
                  <a:lnTo>
                    <a:pt x="2009237" y="969770"/>
                  </a:lnTo>
                  <a:lnTo>
                    <a:pt x="2009161" y="969822"/>
                  </a:lnTo>
                  <a:lnTo>
                    <a:pt x="2009024" y="969907"/>
                  </a:lnTo>
                  <a:lnTo>
                    <a:pt x="2009016" y="969912"/>
                  </a:lnTo>
                  <a:lnTo>
                    <a:pt x="2009064" y="969984"/>
                  </a:lnTo>
                  <a:lnTo>
                    <a:pt x="2009113" y="970058"/>
                  </a:lnTo>
                  <a:lnTo>
                    <a:pt x="2009255" y="970268"/>
                  </a:lnTo>
                  <a:lnTo>
                    <a:pt x="2009394" y="970456"/>
                  </a:lnTo>
                  <a:lnTo>
                    <a:pt x="2010191" y="971121"/>
                  </a:lnTo>
                  <a:lnTo>
                    <a:pt x="2011234" y="971993"/>
                  </a:lnTo>
                  <a:lnTo>
                    <a:pt x="2011428" y="972107"/>
                  </a:lnTo>
                  <a:lnTo>
                    <a:pt x="2011441" y="972106"/>
                  </a:lnTo>
                  <a:lnTo>
                    <a:pt x="2011477" y="972106"/>
                  </a:lnTo>
                  <a:lnTo>
                    <a:pt x="2011615" y="972108"/>
                  </a:lnTo>
                  <a:lnTo>
                    <a:pt x="2011710" y="972120"/>
                  </a:lnTo>
                  <a:lnTo>
                    <a:pt x="2011718" y="972129"/>
                  </a:lnTo>
                  <a:lnTo>
                    <a:pt x="2011726" y="972162"/>
                  </a:lnTo>
                  <a:lnTo>
                    <a:pt x="2011728" y="972169"/>
                  </a:lnTo>
                  <a:lnTo>
                    <a:pt x="2011730" y="972190"/>
                  </a:lnTo>
                  <a:lnTo>
                    <a:pt x="2011731" y="972195"/>
                  </a:lnTo>
                  <a:lnTo>
                    <a:pt x="2011987" y="972197"/>
                  </a:lnTo>
                  <a:lnTo>
                    <a:pt x="2012063" y="972203"/>
                  </a:lnTo>
                  <a:lnTo>
                    <a:pt x="2012121" y="972208"/>
                  </a:lnTo>
                  <a:lnTo>
                    <a:pt x="2012165" y="972211"/>
                  </a:lnTo>
                  <a:lnTo>
                    <a:pt x="2012177" y="972212"/>
                  </a:lnTo>
                  <a:lnTo>
                    <a:pt x="2012525" y="972266"/>
                  </a:lnTo>
                  <a:lnTo>
                    <a:pt x="2012831" y="972391"/>
                  </a:lnTo>
                  <a:lnTo>
                    <a:pt x="2013240" y="972584"/>
                  </a:lnTo>
                  <a:lnTo>
                    <a:pt x="2013098" y="972655"/>
                  </a:lnTo>
                  <a:lnTo>
                    <a:pt x="2012909" y="972660"/>
                  </a:lnTo>
                  <a:lnTo>
                    <a:pt x="2012818" y="972699"/>
                  </a:lnTo>
                  <a:lnTo>
                    <a:pt x="2012579" y="972915"/>
                  </a:lnTo>
                  <a:lnTo>
                    <a:pt x="2012538" y="972935"/>
                  </a:lnTo>
                  <a:lnTo>
                    <a:pt x="2012512" y="972946"/>
                  </a:lnTo>
                  <a:lnTo>
                    <a:pt x="2012515" y="972959"/>
                  </a:lnTo>
                  <a:lnTo>
                    <a:pt x="2012518" y="972975"/>
                  </a:lnTo>
                  <a:lnTo>
                    <a:pt x="2012638" y="972929"/>
                  </a:lnTo>
                  <a:lnTo>
                    <a:pt x="2012884" y="972836"/>
                  </a:lnTo>
                  <a:lnTo>
                    <a:pt x="2012962" y="972807"/>
                  </a:lnTo>
                  <a:lnTo>
                    <a:pt x="2013605" y="972630"/>
                  </a:lnTo>
                  <a:lnTo>
                    <a:pt x="2013612" y="972631"/>
                  </a:lnTo>
                  <a:lnTo>
                    <a:pt x="2013621" y="972635"/>
                  </a:lnTo>
                  <a:lnTo>
                    <a:pt x="2013647" y="972649"/>
                  </a:lnTo>
                  <a:lnTo>
                    <a:pt x="2013667" y="972663"/>
                  </a:lnTo>
                  <a:lnTo>
                    <a:pt x="2013682" y="972677"/>
                  </a:lnTo>
                  <a:lnTo>
                    <a:pt x="2013706" y="972703"/>
                  </a:lnTo>
                  <a:lnTo>
                    <a:pt x="2013711" y="972716"/>
                  </a:lnTo>
                  <a:lnTo>
                    <a:pt x="2013715" y="972741"/>
                  </a:lnTo>
                  <a:lnTo>
                    <a:pt x="2013700" y="972848"/>
                  </a:lnTo>
                  <a:lnTo>
                    <a:pt x="2013676" y="973113"/>
                  </a:lnTo>
                  <a:lnTo>
                    <a:pt x="2013682" y="973190"/>
                  </a:lnTo>
                  <a:lnTo>
                    <a:pt x="2013687" y="973265"/>
                  </a:lnTo>
                  <a:lnTo>
                    <a:pt x="2013708" y="973570"/>
                  </a:lnTo>
                  <a:lnTo>
                    <a:pt x="2013738" y="973684"/>
                  </a:lnTo>
                  <a:lnTo>
                    <a:pt x="2013838" y="974069"/>
                  </a:lnTo>
                  <a:lnTo>
                    <a:pt x="2013845" y="974094"/>
                  </a:lnTo>
                  <a:lnTo>
                    <a:pt x="2013874" y="974107"/>
                  </a:lnTo>
                  <a:lnTo>
                    <a:pt x="2013887" y="974112"/>
                  </a:lnTo>
                  <a:lnTo>
                    <a:pt x="2013893" y="974113"/>
                  </a:lnTo>
                  <a:lnTo>
                    <a:pt x="2013898" y="974108"/>
                  </a:lnTo>
                  <a:lnTo>
                    <a:pt x="2013920" y="974060"/>
                  </a:lnTo>
                  <a:lnTo>
                    <a:pt x="2013977" y="973920"/>
                  </a:lnTo>
                  <a:lnTo>
                    <a:pt x="2014005" y="973843"/>
                  </a:lnTo>
                  <a:lnTo>
                    <a:pt x="2014043" y="973724"/>
                  </a:lnTo>
                  <a:lnTo>
                    <a:pt x="2014067" y="973722"/>
                  </a:lnTo>
                  <a:lnTo>
                    <a:pt x="2014254" y="973710"/>
                  </a:lnTo>
                  <a:lnTo>
                    <a:pt x="2014267" y="973709"/>
                  </a:lnTo>
                  <a:lnTo>
                    <a:pt x="2014352" y="973715"/>
                  </a:lnTo>
                  <a:lnTo>
                    <a:pt x="2014480" y="973724"/>
                  </a:lnTo>
                  <a:lnTo>
                    <a:pt x="2014489" y="973731"/>
                  </a:lnTo>
                  <a:lnTo>
                    <a:pt x="2014806" y="974078"/>
                  </a:lnTo>
                  <a:lnTo>
                    <a:pt x="2014863" y="974191"/>
                  </a:lnTo>
                  <a:lnTo>
                    <a:pt x="2015060" y="974849"/>
                  </a:lnTo>
                  <a:lnTo>
                    <a:pt x="2015065" y="974864"/>
                  </a:lnTo>
                  <a:lnTo>
                    <a:pt x="2015062" y="974887"/>
                  </a:lnTo>
                  <a:lnTo>
                    <a:pt x="2015064" y="974941"/>
                  </a:lnTo>
                  <a:lnTo>
                    <a:pt x="2015157" y="975388"/>
                  </a:lnTo>
                  <a:lnTo>
                    <a:pt x="2015366" y="976047"/>
                  </a:lnTo>
                  <a:lnTo>
                    <a:pt x="2015378" y="976140"/>
                  </a:lnTo>
                  <a:lnTo>
                    <a:pt x="2015382" y="976176"/>
                  </a:lnTo>
                  <a:lnTo>
                    <a:pt x="2015392" y="976251"/>
                  </a:lnTo>
                  <a:lnTo>
                    <a:pt x="2015392" y="976262"/>
                  </a:lnTo>
                  <a:lnTo>
                    <a:pt x="2015397" y="976266"/>
                  </a:lnTo>
                  <a:lnTo>
                    <a:pt x="2015563" y="976220"/>
                  </a:lnTo>
                  <a:lnTo>
                    <a:pt x="2015830" y="976144"/>
                  </a:lnTo>
                  <a:lnTo>
                    <a:pt x="2015854" y="976143"/>
                  </a:lnTo>
                  <a:lnTo>
                    <a:pt x="2015900" y="976151"/>
                  </a:lnTo>
                  <a:lnTo>
                    <a:pt x="2015949" y="976169"/>
                  </a:lnTo>
                  <a:lnTo>
                    <a:pt x="2015985" y="976213"/>
                  </a:lnTo>
                  <a:lnTo>
                    <a:pt x="2016000" y="976231"/>
                  </a:lnTo>
                  <a:lnTo>
                    <a:pt x="2016302" y="976904"/>
                  </a:lnTo>
                  <a:lnTo>
                    <a:pt x="2016306" y="976981"/>
                  </a:lnTo>
                  <a:lnTo>
                    <a:pt x="2016307" y="977327"/>
                  </a:lnTo>
                  <a:lnTo>
                    <a:pt x="2016310" y="977384"/>
                  </a:lnTo>
                  <a:lnTo>
                    <a:pt x="2016319" y="977560"/>
                  </a:lnTo>
                  <a:lnTo>
                    <a:pt x="2016337" y="977625"/>
                  </a:lnTo>
                  <a:lnTo>
                    <a:pt x="2016396" y="977785"/>
                  </a:lnTo>
                  <a:lnTo>
                    <a:pt x="2016415" y="977779"/>
                  </a:lnTo>
                  <a:lnTo>
                    <a:pt x="2016518" y="977747"/>
                  </a:lnTo>
                  <a:lnTo>
                    <a:pt x="2016523" y="977749"/>
                  </a:lnTo>
                  <a:lnTo>
                    <a:pt x="2016528" y="977752"/>
                  </a:lnTo>
                  <a:lnTo>
                    <a:pt x="2016650" y="978201"/>
                  </a:lnTo>
                  <a:lnTo>
                    <a:pt x="2016643" y="978219"/>
                  </a:lnTo>
                  <a:lnTo>
                    <a:pt x="2016411" y="978630"/>
                  </a:lnTo>
                  <a:lnTo>
                    <a:pt x="2016401" y="978635"/>
                  </a:lnTo>
                  <a:lnTo>
                    <a:pt x="2016316" y="978553"/>
                  </a:lnTo>
                  <a:lnTo>
                    <a:pt x="2016304" y="978544"/>
                  </a:lnTo>
                  <a:lnTo>
                    <a:pt x="2016278" y="978556"/>
                  </a:lnTo>
                  <a:lnTo>
                    <a:pt x="2016133" y="978628"/>
                  </a:lnTo>
                  <a:lnTo>
                    <a:pt x="2015853" y="978768"/>
                  </a:lnTo>
                  <a:lnTo>
                    <a:pt x="2015827" y="978787"/>
                  </a:lnTo>
                  <a:lnTo>
                    <a:pt x="2015828" y="978800"/>
                  </a:lnTo>
                  <a:lnTo>
                    <a:pt x="2015884" y="978946"/>
                  </a:lnTo>
                  <a:lnTo>
                    <a:pt x="2015897" y="978950"/>
                  </a:lnTo>
                  <a:lnTo>
                    <a:pt x="2015907" y="978946"/>
                  </a:lnTo>
                  <a:lnTo>
                    <a:pt x="2015953" y="978928"/>
                  </a:lnTo>
                  <a:lnTo>
                    <a:pt x="2016218" y="978791"/>
                  </a:lnTo>
                  <a:lnTo>
                    <a:pt x="2016271" y="978764"/>
                  </a:lnTo>
                  <a:lnTo>
                    <a:pt x="2016476" y="978658"/>
                  </a:lnTo>
                  <a:lnTo>
                    <a:pt x="2016511" y="978649"/>
                  </a:lnTo>
                  <a:lnTo>
                    <a:pt x="2016525" y="978651"/>
                  </a:lnTo>
                  <a:lnTo>
                    <a:pt x="2016539" y="978666"/>
                  </a:lnTo>
                  <a:lnTo>
                    <a:pt x="2016548" y="978693"/>
                  </a:lnTo>
                  <a:lnTo>
                    <a:pt x="2016676" y="979544"/>
                  </a:lnTo>
                  <a:lnTo>
                    <a:pt x="2016608" y="979979"/>
                  </a:lnTo>
                  <a:lnTo>
                    <a:pt x="2016569" y="980044"/>
                  </a:lnTo>
                  <a:lnTo>
                    <a:pt x="2016507" y="980103"/>
                  </a:lnTo>
                  <a:lnTo>
                    <a:pt x="2016442" y="980150"/>
                  </a:lnTo>
                  <a:lnTo>
                    <a:pt x="2016392" y="980187"/>
                  </a:lnTo>
                  <a:lnTo>
                    <a:pt x="2016337" y="980183"/>
                  </a:lnTo>
                  <a:lnTo>
                    <a:pt x="2016270" y="980164"/>
                  </a:lnTo>
                  <a:lnTo>
                    <a:pt x="2016197" y="980143"/>
                  </a:lnTo>
                  <a:lnTo>
                    <a:pt x="2016121" y="980127"/>
                  </a:lnTo>
                  <a:lnTo>
                    <a:pt x="2016079" y="980139"/>
                  </a:lnTo>
                  <a:lnTo>
                    <a:pt x="2015526" y="980388"/>
                  </a:lnTo>
                  <a:lnTo>
                    <a:pt x="2015446" y="980438"/>
                  </a:lnTo>
                  <a:lnTo>
                    <a:pt x="2015377" y="980532"/>
                  </a:lnTo>
                  <a:lnTo>
                    <a:pt x="2015358" y="980580"/>
                  </a:lnTo>
                  <a:lnTo>
                    <a:pt x="2015345" y="980613"/>
                  </a:lnTo>
                  <a:lnTo>
                    <a:pt x="2015231" y="980658"/>
                  </a:lnTo>
                  <a:lnTo>
                    <a:pt x="2015019" y="980740"/>
                  </a:lnTo>
                  <a:lnTo>
                    <a:pt x="2014991" y="980751"/>
                  </a:lnTo>
                  <a:lnTo>
                    <a:pt x="2014925" y="980756"/>
                  </a:lnTo>
                  <a:lnTo>
                    <a:pt x="2014798" y="980765"/>
                  </a:lnTo>
                  <a:lnTo>
                    <a:pt x="2014546" y="980813"/>
                  </a:lnTo>
                  <a:lnTo>
                    <a:pt x="2014541" y="980818"/>
                  </a:lnTo>
                  <a:lnTo>
                    <a:pt x="2014542" y="980832"/>
                  </a:lnTo>
                  <a:lnTo>
                    <a:pt x="2014543" y="980848"/>
                  </a:lnTo>
                  <a:lnTo>
                    <a:pt x="2014553" y="980853"/>
                  </a:lnTo>
                  <a:lnTo>
                    <a:pt x="2014639" y="980866"/>
                  </a:lnTo>
                  <a:lnTo>
                    <a:pt x="2014649" y="980866"/>
                  </a:lnTo>
                  <a:lnTo>
                    <a:pt x="2014708" y="980865"/>
                  </a:lnTo>
                  <a:lnTo>
                    <a:pt x="2015267" y="980839"/>
                  </a:lnTo>
                  <a:lnTo>
                    <a:pt x="2015291" y="980837"/>
                  </a:lnTo>
                  <a:lnTo>
                    <a:pt x="2015375" y="980833"/>
                  </a:lnTo>
                  <a:lnTo>
                    <a:pt x="2015430" y="980817"/>
                  </a:lnTo>
                  <a:lnTo>
                    <a:pt x="2015480" y="980791"/>
                  </a:lnTo>
                  <a:lnTo>
                    <a:pt x="2015737" y="980660"/>
                  </a:lnTo>
                  <a:lnTo>
                    <a:pt x="2015760" y="980648"/>
                  </a:lnTo>
                  <a:lnTo>
                    <a:pt x="2015768" y="980632"/>
                  </a:lnTo>
                  <a:lnTo>
                    <a:pt x="2015774" y="980620"/>
                  </a:lnTo>
                  <a:lnTo>
                    <a:pt x="2015815" y="980534"/>
                  </a:lnTo>
                  <a:lnTo>
                    <a:pt x="2015814" y="980492"/>
                  </a:lnTo>
                  <a:lnTo>
                    <a:pt x="2015806" y="980438"/>
                  </a:lnTo>
                  <a:lnTo>
                    <a:pt x="2015806" y="980412"/>
                  </a:lnTo>
                  <a:lnTo>
                    <a:pt x="2015822" y="980403"/>
                  </a:lnTo>
                  <a:lnTo>
                    <a:pt x="2016115" y="980302"/>
                  </a:lnTo>
                  <a:lnTo>
                    <a:pt x="2016126" y="980303"/>
                  </a:lnTo>
                  <a:lnTo>
                    <a:pt x="2016330" y="980330"/>
                  </a:lnTo>
                  <a:lnTo>
                    <a:pt x="2016340" y="980331"/>
                  </a:lnTo>
                  <a:lnTo>
                    <a:pt x="2016511" y="980318"/>
                  </a:lnTo>
                  <a:lnTo>
                    <a:pt x="2016517" y="980317"/>
                  </a:lnTo>
                  <a:lnTo>
                    <a:pt x="2016524" y="980308"/>
                  </a:lnTo>
                  <a:lnTo>
                    <a:pt x="2016614" y="980191"/>
                  </a:lnTo>
                  <a:lnTo>
                    <a:pt x="2016714" y="980060"/>
                  </a:lnTo>
                  <a:lnTo>
                    <a:pt x="2016782" y="979955"/>
                  </a:lnTo>
                  <a:lnTo>
                    <a:pt x="2016874" y="979916"/>
                  </a:lnTo>
                  <a:lnTo>
                    <a:pt x="2016884" y="979915"/>
                  </a:lnTo>
                  <a:lnTo>
                    <a:pt x="2016891" y="979920"/>
                  </a:lnTo>
                  <a:lnTo>
                    <a:pt x="2016940" y="980110"/>
                  </a:lnTo>
                  <a:lnTo>
                    <a:pt x="2017021" y="980306"/>
                  </a:lnTo>
                  <a:lnTo>
                    <a:pt x="2017150" y="980563"/>
                  </a:lnTo>
                  <a:lnTo>
                    <a:pt x="2017201" y="980633"/>
                  </a:lnTo>
                  <a:lnTo>
                    <a:pt x="2017251" y="980679"/>
                  </a:lnTo>
                  <a:lnTo>
                    <a:pt x="2017418" y="980804"/>
                  </a:lnTo>
                  <a:lnTo>
                    <a:pt x="2017461" y="980795"/>
                  </a:lnTo>
                  <a:lnTo>
                    <a:pt x="2017517" y="980784"/>
                  </a:lnTo>
                  <a:lnTo>
                    <a:pt x="2017564" y="980774"/>
                  </a:lnTo>
                  <a:lnTo>
                    <a:pt x="2017579" y="980771"/>
                  </a:lnTo>
                  <a:lnTo>
                    <a:pt x="2017770" y="980973"/>
                  </a:lnTo>
                  <a:lnTo>
                    <a:pt x="2017777" y="980980"/>
                  </a:lnTo>
                  <a:lnTo>
                    <a:pt x="2017779" y="980989"/>
                  </a:lnTo>
                  <a:lnTo>
                    <a:pt x="2017781" y="981109"/>
                  </a:lnTo>
                  <a:lnTo>
                    <a:pt x="2017775" y="981122"/>
                  </a:lnTo>
                  <a:lnTo>
                    <a:pt x="2017753" y="981142"/>
                  </a:lnTo>
                  <a:lnTo>
                    <a:pt x="2017740" y="981155"/>
                  </a:lnTo>
                  <a:lnTo>
                    <a:pt x="2017759" y="981160"/>
                  </a:lnTo>
                  <a:lnTo>
                    <a:pt x="2017777" y="981167"/>
                  </a:lnTo>
                  <a:lnTo>
                    <a:pt x="2017787" y="981171"/>
                  </a:lnTo>
                  <a:lnTo>
                    <a:pt x="2017952" y="981358"/>
                  </a:lnTo>
                  <a:lnTo>
                    <a:pt x="2017959" y="981369"/>
                  </a:lnTo>
                  <a:lnTo>
                    <a:pt x="2018270" y="982294"/>
                  </a:lnTo>
                  <a:lnTo>
                    <a:pt x="2018259" y="982421"/>
                  </a:lnTo>
                  <a:lnTo>
                    <a:pt x="2018247" y="982488"/>
                  </a:lnTo>
                  <a:lnTo>
                    <a:pt x="2018345" y="982625"/>
                  </a:lnTo>
                  <a:lnTo>
                    <a:pt x="2018398" y="982698"/>
                  </a:lnTo>
                  <a:lnTo>
                    <a:pt x="2018600" y="982976"/>
                  </a:lnTo>
                  <a:lnTo>
                    <a:pt x="2018866" y="983392"/>
                  </a:lnTo>
                  <a:lnTo>
                    <a:pt x="2018973" y="983582"/>
                  </a:lnTo>
                  <a:lnTo>
                    <a:pt x="2018986" y="983599"/>
                  </a:lnTo>
                  <a:lnTo>
                    <a:pt x="2018981" y="983605"/>
                  </a:lnTo>
                  <a:lnTo>
                    <a:pt x="2018918" y="983682"/>
                  </a:lnTo>
                  <a:lnTo>
                    <a:pt x="2019210" y="984437"/>
                  </a:lnTo>
                  <a:lnTo>
                    <a:pt x="2019252" y="984544"/>
                  </a:lnTo>
                  <a:lnTo>
                    <a:pt x="2019694" y="985648"/>
                  </a:lnTo>
                  <a:lnTo>
                    <a:pt x="2019814" y="985950"/>
                  </a:lnTo>
                  <a:lnTo>
                    <a:pt x="2020695" y="985783"/>
                  </a:lnTo>
                  <a:lnTo>
                    <a:pt x="2021284" y="985645"/>
                  </a:lnTo>
                  <a:lnTo>
                    <a:pt x="2021589" y="986414"/>
                  </a:lnTo>
                  <a:lnTo>
                    <a:pt x="2021102" y="986609"/>
                  </a:lnTo>
                  <a:lnTo>
                    <a:pt x="2021394" y="987086"/>
                  </a:lnTo>
                  <a:lnTo>
                    <a:pt x="2021502" y="987492"/>
                  </a:lnTo>
                  <a:lnTo>
                    <a:pt x="2021573" y="987757"/>
                  </a:lnTo>
                  <a:lnTo>
                    <a:pt x="2021640" y="988004"/>
                  </a:lnTo>
                  <a:lnTo>
                    <a:pt x="2021043" y="988215"/>
                  </a:lnTo>
                  <a:lnTo>
                    <a:pt x="2021171" y="988435"/>
                  </a:lnTo>
                  <a:lnTo>
                    <a:pt x="2021179" y="988448"/>
                  </a:lnTo>
                  <a:lnTo>
                    <a:pt x="2021211" y="988499"/>
                  </a:lnTo>
                  <a:lnTo>
                    <a:pt x="2021225" y="988521"/>
                  </a:lnTo>
                  <a:lnTo>
                    <a:pt x="2021483" y="988940"/>
                  </a:lnTo>
                  <a:lnTo>
                    <a:pt x="2021491" y="988953"/>
                  </a:lnTo>
                  <a:lnTo>
                    <a:pt x="2021537" y="989131"/>
                  </a:lnTo>
                  <a:lnTo>
                    <a:pt x="2021566" y="989241"/>
                  </a:lnTo>
                  <a:lnTo>
                    <a:pt x="2021579" y="989293"/>
                  </a:lnTo>
                  <a:lnTo>
                    <a:pt x="2021597" y="989360"/>
                  </a:lnTo>
                  <a:lnTo>
                    <a:pt x="2021706" y="989561"/>
                  </a:lnTo>
                  <a:lnTo>
                    <a:pt x="2021788" y="989713"/>
                  </a:lnTo>
                  <a:lnTo>
                    <a:pt x="2021900" y="989920"/>
                  </a:lnTo>
                  <a:lnTo>
                    <a:pt x="2021904" y="989927"/>
                  </a:lnTo>
                  <a:lnTo>
                    <a:pt x="2021924" y="989965"/>
                  </a:lnTo>
                  <a:lnTo>
                    <a:pt x="2021922" y="989978"/>
                  </a:lnTo>
                  <a:lnTo>
                    <a:pt x="2021914" y="989987"/>
                  </a:lnTo>
                  <a:lnTo>
                    <a:pt x="2021884" y="990020"/>
                  </a:lnTo>
                  <a:lnTo>
                    <a:pt x="2021942" y="990023"/>
                  </a:lnTo>
                  <a:lnTo>
                    <a:pt x="2021955" y="990027"/>
                  </a:lnTo>
                  <a:lnTo>
                    <a:pt x="2021976" y="990061"/>
                  </a:lnTo>
                  <a:lnTo>
                    <a:pt x="2022229" y="990523"/>
                  </a:lnTo>
                  <a:lnTo>
                    <a:pt x="2022249" y="990573"/>
                  </a:lnTo>
                  <a:lnTo>
                    <a:pt x="2022262" y="990628"/>
                  </a:lnTo>
                  <a:lnTo>
                    <a:pt x="2022271" y="990685"/>
                  </a:lnTo>
                  <a:lnTo>
                    <a:pt x="2022271" y="990715"/>
                  </a:lnTo>
                  <a:lnTo>
                    <a:pt x="2022266" y="990781"/>
                  </a:lnTo>
                  <a:lnTo>
                    <a:pt x="2022229" y="990860"/>
                  </a:lnTo>
                  <a:lnTo>
                    <a:pt x="2022205" y="990913"/>
                  </a:lnTo>
                  <a:lnTo>
                    <a:pt x="2022171" y="990973"/>
                  </a:lnTo>
                  <a:lnTo>
                    <a:pt x="2022191" y="991022"/>
                  </a:lnTo>
                  <a:lnTo>
                    <a:pt x="2022297" y="991212"/>
                  </a:lnTo>
                  <a:lnTo>
                    <a:pt x="2022377" y="991421"/>
                  </a:lnTo>
                  <a:lnTo>
                    <a:pt x="2022401" y="991486"/>
                  </a:lnTo>
                  <a:lnTo>
                    <a:pt x="2022413" y="991523"/>
                  </a:lnTo>
                  <a:lnTo>
                    <a:pt x="2022437" y="991591"/>
                  </a:lnTo>
                  <a:lnTo>
                    <a:pt x="2022478" y="991713"/>
                  </a:lnTo>
                  <a:lnTo>
                    <a:pt x="2022669" y="992301"/>
                  </a:lnTo>
                  <a:lnTo>
                    <a:pt x="2022673" y="992321"/>
                  </a:lnTo>
                  <a:lnTo>
                    <a:pt x="2022688" y="992425"/>
                  </a:lnTo>
                  <a:lnTo>
                    <a:pt x="2022691" y="992508"/>
                  </a:lnTo>
                  <a:lnTo>
                    <a:pt x="2022700" y="993202"/>
                  </a:lnTo>
                  <a:lnTo>
                    <a:pt x="2022699" y="993417"/>
                  </a:lnTo>
                  <a:lnTo>
                    <a:pt x="2022696" y="993474"/>
                  </a:lnTo>
                  <a:lnTo>
                    <a:pt x="2022671" y="993868"/>
                  </a:lnTo>
                  <a:lnTo>
                    <a:pt x="2022666" y="994064"/>
                  </a:lnTo>
                  <a:lnTo>
                    <a:pt x="2022665" y="994097"/>
                  </a:lnTo>
                  <a:lnTo>
                    <a:pt x="2022659" y="994147"/>
                  </a:lnTo>
                  <a:lnTo>
                    <a:pt x="2022645" y="994154"/>
                  </a:lnTo>
                  <a:lnTo>
                    <a:pt x="2022572" y="994155"/>
                  </a:lnTo>
                  <a:lnTo>
                    <a:pt x="2022242" y="994154"/>
                  </a:lnTo>
                  <a:lnTo>
                    <a:pt x="2022069" y="994152"/>
                  </a:lnTo>
                  <a:lnTo>
                    <a:pt x="2021986" y="994151"/>
                  </a:lnTo>
                  <a:lnTo>
                    <a:pt x="2021819" y="994149"/>
                  </a:lnTo>
                  <a:lnTo>
                    <a:pt x="2021103" y="994144"/>
                  </a:lnTo>
                  <a:lnTo>
                    <a:pt x="2020571" y="994588"/>
                  </a:lnTo>
                  <a:lnTo>
                    <a:pt x="2020776" y="994788"/>
                  </a:lnTo>
                  <a:lnTo>
                    <a:pt x="2020813" y="994812"/>
                  </a:lnTo>
                  <a:lnTo>
                    <a:pt x="2020875" y="994826"/>
                  </a:lnTo>
                  <a:lnTo>
                    <a:pt x="2021144" y="994810"/>
                  </a:lnTo>
                  <a:lnTo>
                    <a:pt x="2021191" y="994816"/>
                  </a:lnTo>
                  <a:lnTo>
                    <a:pt x="2022314" y="995305"/>
                  </a:lnTo>
                  <a:lnTo>
                    <a:pt x="2022823" y="995526"/>
                  </a:lnTo>
                  <a:lnTo>
                    <a:pt x="2023622" y="995874"/>
                  </a:lnTo>
                  <a:lnTo>
                    <a:pt x="2023663" y="995952"/>
                  </a:lnTo>
                  <a:lnTo>
                    <a:pt x="2023517" y="996036"/>
                  </a:lnTo>
                  <a:lnTo>
                    <a:pt x="2023426" y="996055"/>
                  </a:lnTo>
                  <a:lnTo>
                    <a:pt x="2023438" y="996155"/>
                  </a:lnTo>
                  <a:lnTo>
                    <a:pt x="2023461" y="996335"/>
                  </a:lnTo>
                  <a:lnTo>
                    <a:pt x="2023463" y="996345"/>
                  </a:lnTo>
                  <a:lnTo>
                    <a:pt x="2023464" y="996359"/>
                  </a:lnTo>
                  <a:lnTo>
                    <a:pt x="2023506" y="996347"/>
                  </a:lnTo>
                  <a:lnTo>
                    <a:pt x="2023522" y="996343"/>
                  </a:lnTo>
                  <a:lnTo>
                    <a:pt x="2024064" y="996187"/>
                  </a:lnTo>
                  <a:lnTo>
                    <a:pt x="2024092" y="996191"/>
                  </a:lnTo>
                  <a:lnTo>
                    <a:pt x="2024252" y="996587"/>
                  </a:lnTo>
                  <a:lnTo>
                    <a:pt x="2024292" y="996853"/>
                  </a:lnTo>
                  <a:lnTo>
                    <a:pt x="2024470" y="998367"/>
                  </a:lnTo>
                  <a:lnTo>
                    <a:pt x="2024472" y="998385"/>
                  </a:lnTo>
                  <a:lnTo>
                    <a:pt x="2024472" y="998415"/>
                  </a:lnTo>
                  <a:lnTo>
                    <a:pt x="2024402" y="998941"/>
                  </a:lnTo>
                  <a:lnTo>
                    <a:pt x="2024393" y="998958"/>
                  </a:lnTo>
                  <a:lnTo>
                    <a:pt x="2024178" y="999029"/>
                  </a:lnTo>
                  <a:lnTo>
                    <a:pt x="2024128" y="999058"/>
                  </a:lnTo>
                  <a:lnTo>
                    <a:pt x="2024091" y="999079"/>
                  </a:lnTo>
                  <a:lnTo>
                    <a:pt x="2024065" y="999094"/>
                  </a:lnTo>
                  <a:lnTo>
                    <a:pt x="2024061" y="999096"/>
                  </a:lnTo>
                  <a:lnTo>
                    <a:pt x="2024020" y="999120"/>
                  </a:lnTo>
                  <a:lnTo>
                    <a:pt x="2024005" y="999129"/>
                  </a:lnTo>
                  <a:lnTo>
                    <a:pt x="2024018" y="999143"/>
                  </a:lnTo>
                  <a:lnTo>
                    <a:pt x="2024036" y="999161"/>
                  </a:lnTo>
                  <a:lnTo>
                    <a:pt x="2024049" y="999176"/>
                  </a:lnTo>
                  <a:lnTo>
                    <a:pt x="2024095" y="999224"/>
                  </a:lnTo>
                  <a:lnTo>
                    <a:pt x="2024467" y="999251"/>
                  </a:lnTo>
                  <a:lnTo>
                    <a:pt x="2024492" y="999253"/>
                  </a:lnTo>
                  <a:lnTo>
                    <a:pt x="2024541" y="999272"/>
                  </a:lnTo>
                  <a:lnTo>
                    <a:pt x="2024560" y="999300"/>
                  </a:lnTo>
                  <a:lnTo>
                    <a:pt x="2024568" y="999319"/>
                  </a:lnTo>
                  <a:lnTo>
                    <a:pt x="2024625" y="999580"/>
                  </a:lnTo>
                  <a:lnTo>
                    <a:pt x="2024631" y="999607"/>
                  </a:lnTo>
                  <a:lnTo>
                    <a:pt x="2024832" y="1000543"/>
                  </a:lnTo>
                  <a:lnTo>
                    <a:pt x="2024858" y="1000567"/>
                  </a:lnTo>
                  <a:lnTo>
                    <a:pt x="2025065" y="1000761"/>
                  </a:lnTo>
                  <a:lnTo>
                    <a:pt x="2025068" y="1000772"/>
                  </a:lnTo>
                  <a:lnTo>
                    <a:pt x="2025096" y="1000883"/>
                  </a:lnTo>
                  <a:lnTo>
                    <a:pt x="2025109" y="1000933"/>
                  </a:lnTo>
                  <a:lnTo>
                    <a:pt x="2025171" y="1001254"/>
                  </a:lnTo>
                  <a:lnTo>
                    <a:pt x="2025197" y="1001392"/>
                  </a:lnTo>
                  <a:lnTo>
                    <a:pt x="2025263" y="1001734"/>
                  </a:lnTo>
                  <a:lnTo>
                    <a:pt x="2025273" y="1001995"/>
                  </a:lnTo>
                  <a:lnTo>
                    <a:pt x="2025271" y="1002007"/>
                  </a:lnTo>
                  <a:lnTo>
                    <a:pt x="2025267" y="1002022"/>
                  </a:lnTo>
                  <a:lnTo>
                    <a:pt x="2025161" y="1002253"/>
                  </a:lnTo>
                  <a:lnTo>
                    <a:pt x="2024869" y="1002363"/>
                  </a:lnTo>
                  <a:lnTo>
                    <a:pt x="2024858" y="1002384"/>
                  </a:lnTo>
                  <a:lnTo>
                    <a:pt x="2024673" y="1002710"/>
                  </a:lnTo>
                  <a:lnTo>
                    <a:pt x="2024665" y="1002724"/>
                  </a:lnTo>
                  <a:lnTo>
                    <a:pt x="2024657" y="1002737"/>
                  </a:lnTo>
                  <a:lnTo>
                    <a:pt x="2024738" y="1003044"/>
                  </a:lnTo>
                  <a:lnTo>
                    <a:pt x="2025169" y="1002961"/>
                  </a:lnTo>
                  <a:lnTo>
                    <a:pt x="2025482" y="1002800"/>
                  </a:lnTo>
                  <a:lnTo>
                    <a:pt x="2026121" y="1002609"/>
                  </a:lnTo>
                  <a:lnTo>
                    <a:pt x="2027148" y="1002601"/>
                  </a:lnTo>
                  <a:lnTo>
                    <a:pt x="2027249" y="1002862"/>
                  </a:lnTo>
                  <a:lnTo>
                    <a:pt x="2026851" y="1008414"/>
                  </a:lnTo>
                  <a:lnTo>
                    <a:pt x="2026477" y="1008527"/>
                  </a:lnTo>
                  <a:lnTo>
                    <a:pt x="2026250" y="1010307"/>
                  </a:lnTo>
                  <a:lnTo>
                    <a:pt x="2024651" y="1010406"/>
                  </a:lnTo>
                  <a:lnTo>
                    <a:pt x="2024600" y="1010802"/>
                  </a:lnTo>
                  <a:lnTo>
                    <a:pt x="2024557" y="1010865"/>
                  </a:lnTo>
                  <a:lnTo>
                    <a:pt x="2024535" y="1010888"/>
                  </a:lnTo>
                  <a:lnTo>
                    <a:pt x="2024420" y="1010936"/>
                  </a:lnTo>
                  <a:lnTo>
                    <a:pt x="2024322" y="1011011"/>
                  </a:lnTo>
                  <a:lnTo>
                    <a:pt x="2024210" y="1011097"/>
                  </a:lnTo>
                  <a:lnTo>
                    <a:pt x="2024165" y="1011188"/>
                  </a:lnTo>
                  <a:lnTo>
                    <a:pt x="2024034" y="1011452"/>
                  </a:lnTo>
                  <a:lnTo>
                    <a:pt x="2024008" y="1011504"/>
                  </a:lnTo>
                  <a:lnTo>
                    <a:pt x="2023990" y="1011545"/>
                  </a:lnTo>
                  <a:lnTo>
                    <a:pt x="2024013" y="1011572"/>
                  </a:lnTo>
                  <a:lnTo>
                    <a:pt x="2024095" y="1011655"/>
                  </a:lnTo>
                  <a:lnTo>
                    <a:pt x="2024099" y="1011659"/>
                  </a:lnTo>
                  <a:lnTo>
                    <a:pt x="2024129" y="1011684"/>
                  </a:lnTo>
                  <a:lnTo>
                    <a:pt x="2024133" y="1011687"/>
                  </a:lnTo>
                  <a:lnTo>
                    <a:pt x="2024138" y="1011691"/>
                  </a:lnTo>
                  <a:lnTo>
                    <a:pt x="2024134" y="1011700"/>
                  </a:lnTo>
                  <a:lnTo>
                    <a:pt x="2024123" y="1011729"/>
                  </a:lnTo>
                  <a:lnTo>
                    <a:pt x="2024139" y="1012024"/>
                  </a:lnTo>
                  <a:lnTo>
                    <a:pt x="2024143" y="1012028"/>
                  </a:lnTo>
                  <a:lnTo>
                    <a:pt x="2024156" y="1012039"/>
                  </a:lnTo>
                  <a:lnTo>
                    <a:pt x="2024211" y="1012079"/>
                  </a:lnTo>
                  <a:lnTo>
                    <a:pt x="2024383" y="1011988"/>
                  </a:lnTo>
                  <a:lnTo>
                    <a:pt x="2025564" y="1011984"/>
                  </a:lnTo>
                  <a:lnTo>
                    <a:pt x="2025600" y="1011988"/>
                  </a:lnTo>
                  <a:lnTo>
                    <a:pt x="2025666" y="1012026"/>
                  </a:lnTo>
                  <a:lnTo>
                    <a:pt x="2025686" y="1012015"/>
                  </a:lnTo>
                  <a:lnTo>
                    <a:pt x="2025693" y="1012005"/>
                  </a:lnTo>
                  <a:lnTo>
                    <a:pt x="2025697" y="1011999"/>
                  </a:lnTo>
                  <a:lnTo>
                    <a:pt x="2025707" y="1011994"/>
                  </a:lnTo>
                  <a:lnTo>
                    <a:pt x="2025714" y="1011990"/>
                  </a:lnTo>
                  <a:lnTo>
                    <a:pt x="2025738" y="1011984"/>
                  </a:lnTo>
                  <a:lnTo>
                    <a:pt x="2025761" y="1011981"/>
                  </a:lnTo>
                  <a:lnTo>
                    <a:pt x="2025852" y="1011970"/>
                  </a:lnTo>
                  <a:lnTo>
                    <a:pt x="2026123" y="1011933"/>
                  </a:lnTo>
                  <a:lnTo>
                    <a:pt x="2026138" y="1011936"/>
                  </a:lnTo>
                  <a:lnTo>
                    <a:pt x="2026153" y="1011941"/>
                  </a:lnTo>
                  <a:lnTo>
                    <a:pt x="2026226" y="1011930"/>
                  </a:lnTo>
                  <a:lnTo>
                    <a:pt x="2026254" y="1011983"/>
                  </a:lnTo>
                  <a:lnTo>
                    <a:pt x="2026258" y="1011991"/>
                  </a:lnTo>
                  <a:lnTo>
                    <a:pt x="2026211" y="1012001"/>
                  </a:lnTo>
                  <a:lnTo>
                    <a:pt x="2026219" y="1012025"/>
                  </a:lnTo>
                  <a:lnTo>
                    <a:pt x="2026416" y="1012488"/>
                  </a:lnTo>
                  <a:lnTo>
                    <a:pt x="2026548" y="1012797"/>
                  </a:lnTo>
                  <a:lnTo>
                    <a:pt x="2026606" y="1012934"/>
                  </a:lnTo>
                  <a:lnTo>
                    <a:pt x="2026657" y="1013014"/>
                  </a:lnTo>
                  <a:lnTo>
                    <a:pt x="2026911" y="1013409"/>
                  </a:lnTo>
                  <a:lnTo>
                    <a:pt x="2027148" y="1013779"/>
                  </a:lnTo>
                  <a:lnTo>
                    <a:pt x="2027215" y="1013842"/>
                  </a:lnTo>
                  <a:lnTo>
                    <a:pt x="2027305" y="1014125"/>
                  </a:lnTo>
                  <a:lnTo>
                    <a:pt x="2027371" y="1014329"/>
                  </a:lnTo>
                  <a:lnTo>
                    <a:pt x="2027395" y="1014404"/>
                  </a:lnTo>
                  <a:lnTo>
                    <a:pt x="2027362" y="1014503"/>
                  </a:lnTo>
                  <a:lnTo>
                    <a:pt x="2027292" y="1014595"/>
                  </a:lnTo>
                  <a:lnTo>
                    <a:pt x="2027224" y="1014685"/>
                  </a:lnTo>
                  <a:lnTo>
                    <a:pt x="2026509" y="1015610"/>
                  </a:lnTo>
                  <a:lnTo>
                    <a:pt x="2026166" y="1016046"/>
                  </a:lnTo>
                  <a:lnTo>
                    <a:pt x="2026094" y="1016137"/>
                  </a:lnTo>
                  <a:lnTo>
                    <a:pt x="2026093" y="1016142"/>
                  </a:lnTo>
                  <a:lnTo>
                    <a:pt x="2026094" y="1016147"/>
                  </a:lnTo>
                  <a:lnTo>
                    <a:pt x="2026122" y="1016189"/>
                  </a:lnTo>
                  <a:lnTo>
                    <a:pt x="2026127" y="1016196"/>
                  </a:lnTo>
                  <a:lnTo>
                    <a:pt x="2026133" y="1016200"/>
                  </a:lnTo>
                  <a:lnTo>
                    <a:pt x="2026203" y="1016253"/>
                  </a:lnTo>
                  <a:lnTo>
                    <a:pt x="2026273" y="1016250"/>
                  </a:lnTo>
                  <a:lnTo>
                    <a:pt x="2026299" y="1016249"/>
                  </a:lnTo>
                  <a:lnTo>
                    <a:pt x="2026530" y="1015871"/>
                  </a:lnTo>
                  <a:lnTo>
                    <a:pt x="2027167" y="1015833"/>
                  </a:lnTo>
                  <a:lnTo>
                    <a:pt x="2027403" y="1015894"/>
                  </a:lnTo>
                  <a:lnTo>
                    <a:pt x="2027480" y="1015945"/>
                  </a:lnTo>
                  <a:lnTo>
                    <a:pt x="2027822" y="1016171"/>
                  </a:lnTo>
                  <a:lnTo>
                    <a:pt x="2028084" y="1016084"/>
                  </a:lnTo>
                  <a:lnTo>
                    <a:pt x="2028093" y="1016084"/>
                  </a:lnTo>
                  <a:lnTo>
                    <a:pt x="2028885" y="1016389"/>
                  </a:lnTo>
                  <a:lnTo>
                    <a:pt x="2029142" y="1016111"/>
                  </a:lnTo>
                  <a:lnTo>
                    <a:pt x="2029242" y="1016110"/>
                  </a:lnTo>
                  <a:lnTo>
                    <a:pt x="2030314" y="1016803"/>
                  </a:lnTo>
                  <a:lnTo>
                    <a:pt x="2030188" y="1017144"/>
                  </a:lnTo>
                  <a:lnTo>
                    <a:pt x="2029757" y="1017875"/>
                  </a:lnTo>
                  <a:lnTo>
                    <a:pt x="2029940" y="1017974"/>
                  </a:lnTo>
                  <a:lnTo>
                    <a:pt x="2029967" y="1017989"/>
                  </a:lnTo>
                  <a:lnTo>
                    <a:pt x="2030192" y="1018108"/>
                  </a:lnTo>
                  <a:lnTo>
                    <a:pt x="2030204" y="1018116"/>
                  </a:lnTo>
                  <a:lnTo>
                    <a:pt x="2030208" y="1018119"/>
                  </a:lnTo>
                  <a:lnTo>
                    <a:pt x="2030214" y="1018123"/>
                  </a:lnTo>
                  <a:lnTo>
                    <a:pt x="2030257" y="1018152"/>
                  </a:lnTo>
                  <a:lnTo>
                    <a:pt x="2030335" y="1018205"/>
                  </a:lnTo>
                  <a:lnTo>
                    <a:pt x="2030875" y="1018468"/>
                  </a:lnTo>
                  <a:lnTo>
                    <a:pt x="2030990" y="1018502"/>
                  </a:lnTo>
                  <a:lnTo>
                    <a:pt x="2031214" y="1018563"/>
                  </a:lnTo>
                  <a:lnTo>
                    <a:pt x="2031274" y="1018579"/>
                  </a:lnTo>
                  <a:lnTo>
                    <a:pt x="2031482" y="1018634"/>
                  </a:lnTo>
                  <a:lnTo>
                    <a:pt x="2031777" y="1018708"/>
                  </a:lnTo>
                  <a:lnTo>
                    <a:pt x="2032317" y="1018845"/>
                  </a:lnTo>
                  <a:lnTo>
                    <a:pt x="2033037" y="1019028"/>
                  </a:lnTo>
                  <a:lnTo>
                    <a:pt x="2033328" y="1019103"/>
                  </a:lnTo>
                  <a:lnTo>
                    <a:pt x="2033363" y="1019121"/>
                  </a:lnTo>
                  <a:lnTo>
                    <a:pt x="2033666" y="1019279"/>
                  </a:lnTo>
                  <a:lnTo>
                    <a:pt x="2037018" y="1021042"/>
                  </a:lnTo>
                  <a:lnTo>
                    <a:pt x="2037096" y="1021238"/>
                  </a:lnTo>
                  <a:lnTo>
                    <a:pt x="2036443" y="1022526"/>
                  </a:lnTo>
                  <a:lnTo>
                    <a:pt x="2036598" y="1022590"/>
                  </a:lnTo>
                  <a:lnTo>
                    <a:pt x="2036692" y="1022508"/>
                  </a:lnTo>
                  <a:lnTo>
                    <a:pt x="2036773" y="1022484"/>
                  </a:lnTo>
                  <a:lnTo>
                    <a:pt x="2037015" y="1022512"/>
                  </a:lnTo>
                  <a:lnTo>
                    <a:pt x="2037021" y="1022513"/>
                  </a:lnTo>
                  <a:lnTo>
                    <a:pt x="2037028" y="1022516"/>
                  </a:lnTo>
                  <a:lnTo>
                    <a:pt x="2037042" y="1022520"/>
                  </a:lnTo>
                  <a:lnTo>
                    <a:pt x="2037105" y="1022546"/>
                  </a:lnTo>
                  <a:lnTo>
                    <a:pt x="2037365" y="1022656"/>
                  </a:lnTo>
                  <a:lnTo>
                    <a:pt x="2038078" y="1021891"/>
                  </a:lnTo>
                  <a:lnTo>
                    <a:pt x="2039728" y="1022520"/>
                  </a:lnTo>
                  <a:lnTo>
                    <a:pt x="2039749" y="1022900"/>
                  </a:lnTo>
                  <a:lnTo>
                    <a:pt x="2040640" y="1023642"/>
                  </a:lnTo>
                  <a:lnTo>
                    <a:pt x="2040904" y="1023062"/>
                  </a:lnTo>
                  <a:lnTo>
                    <a:pt x="2040927" y="1023028"/>
                  </a:lnTo>
                  <a:lnTo>
                    <a:pt x="2040947" y="1023011"/>
                  </a:lnTo>
                  <a:lnTo>
                    <a:pt x="2040966" y="1023001"/>
                  </a:lnTo>
                  <a:lnTo>
                    <a:pt x="2040981" y="1023000"/>
                  </a:lnTo>
                  <a:lnTo>
                    <a:pt x="2041008" y="1022999"/>
                  </a:lnTo>
                  <a:lnTo>
                    <a:pt x="2041036" y="1023004"/>
                  </a:lnTo>
                  <a:lnTo>
                    <a:pt x="2041074" y="1023019"/>
                  </a:lnTo>
                  <a:lnTo>
                    <a:pt x="2041304" y="1023115"/>
                  </a:lnTo>
                  <a:lnTo>
                    <a:pt x="2042588" y="1023653"/>
                  </a:lnTo>
                  <a:lnTo>
                    <a:pt x="2042670" y="1023692"/>
                  </a:lnTo>
                  <a:lnTo>
                    <a:pt x="2042762" y="1023742"/>
                  </a:lnTo>
                  <a:lnTo>
                    <a:pt x="2044490" y="1024721"/>
                  </a:lnTo>
                  <a:lnTo>
                    <a:pt x="2044485" y="1024729"/>
                  </a:lnTo>
                  <a:lnTo>
                    <a:pt x="2044592" y="1024791"/>
                  </a:lnTo>
                  <a:lnTo>
                    <a:pt x="2045907" y="1025556"/>
                  </a:lnTo>
                  <a:lnTo>
                    <a:pt x="2046201" y="1025727"/>
                  </a:lnTo>
                  <a:lnTo>
                    <a:pt x="2046212" y="1025738"/>
                  </a:lnTo>
                  <a:lnTo>
                    <a:pt x="2046224" y="1025752"/>
                  </a:lnTo>
                  <a:lnTo>
                    <a:pt x="2046231" y="1025764"/>
                  </a:lnTo>
                  <a:lnTo>
                    <a:pt x="2046237" y="1025778"/>
                  </a:lnTo>
                  <a:lnTo>
                    <a:pt x="2046240" y="1025810"/>
                  </a:lnTo>
                  <a:lnTo>
                    <a:pt x="2046239" y="1025838"/>
                  </a:lnTo>
                  <a:lnTo>
                    <a:pt x="2046245" y="1026132"/>
                  </a:lnTo>
                  <a:lnTo>
                    <a:pt x="2046251" y="1026368"/>
                  </a:lnTo>
                  <a:lnTo>
                    <a:pt x="2046264" y="1026953"/>
                  </a:lnTo>
                  <a:lnTo>
                    <a:pt x="2046269" y="1027160"/>
                  </a:lnTo>
                  <a:lnTo>
                    <a:pt x="2046258" y="1027197"/>
                  </a:lnTo>
                  <a:lnTo>
                    <a:pt x="2046258" y="1027225"/>
                  </a:lnTo>
                  <a:lnTo>
                    <a:pt x="2046262" y="1027240"/>
                  </a:lnTo>
                  <a:lnTo>
                    <a:pt x="2046282" y="1027268"/>
                  </a:lnTo>
                  <a:lnTo>
                    <a:pt x="2046295" y="1027296"/>
                  </a:lnTo>
                  <a:lnTo>
                    <a:pt x="2046298" y="1027324"/>
                  </a:lnTo>
                  <a:lnTo>
                    <a:pt x="2046306" y="1027537"/>
                  </a:lnTo>
                  <a:lnTo>
                    <a:pt x="2046309" y="1027703"/>
                  </a:lnTo>
                  <a:lnTo>
                    <a:pt x="2046313" y="1027996"/>
                  </a:lnTo>
                  <a:lnTo>
                    <a:pt x="2046320" y="1028283"/>
                  </a:lnTo>
                  <a:lnTo>
                    <a:pt x="2046340" y="1029017"/>
                  </a:lnTo>
                  <a:lnTo>
                    <a:pt x="2046347" y="1029176"/>
                  </a:lnTo>
                  <a:lnTo>
                    <a:pt x="2046351" y="1029266"/>
                  </a:lnTo>
                  <a:lnTo>
                    <a:pt x="2046355" y="1029273"/>
                  </a:lnTo>
                  <a:lnTo>
                    <a:pt x="2046454" y="1029934"/>
                  </a:lnTo>
                  <a:lnTo>
                    <a:pt x="2046474" y="1030067"/>
                  </a:lnTo>
                  <a:lnTo>
                    <a:pt x="2046773" y="1030258"/>
                  </a:lnTo>
                  <a:lnTo>
                    <a:pt x="2046777" y="1030261"/>
                  </a:lnTo>
                  <a:lnTo>
                    <a:pt x="2047133" y="1030267"/>
                  </a:lnTo>
                  <a:lnTo>
                    <a:pt x="2047167" y="1030278"/>
                  </a:lnTo>
                  <a:lnTo>
                    <a:pt x="2047180" y="1030286"/>
                  </a:lnTo>
                  <a:lnTo>
                    <a:pt x="2047204" y="1030307"/>
                  </a:lnTo>
                  <a:lnTo>
                    <a:pt x="2047230" y="1030344"/>
                  </a:lnTo>
                  <a:lnTo>
                    <a:pt x="2047242" y="1030377"/>
                  </a:lnTo>
                  <a:lnTo>
                    <a:pt x="2047241" y="1030554"/>
                  </a:lnTo>
                  <a:lnTo>
                    <a:pt x="2047239" y="1031057"/>
                  </a:lnTo>
                  <a:lnTo>
                    <a:pt x="2047238" y="1031147"/>
                  </a:lnTo>
                  <a:lnTo>
                    <a:pt x="2047235" y="1031310"/>
                  </a:lnTo>
                  <a:lnTo>
                    <a:pt x="2047232" y="1031483"/>
                  </a:lnTo>
                  <a:lnTo>
                    <a:pt x="2047231" y="1031532"/>
                  </a:lnTo>
                  <a:lnTo>
                    <a:pt x="2047228" y="1031697"/>
                  </a:lnTo>
                  <a:lnTo>
                    <a:pt x="2047227" y="1031749"/>
                  </a:lnTo>
                  <a:lnTo>
                    <a:pt x="2047226" y="1031800"/>
                  </a:lnTo>
                  <a:lnTo>
                    <a:pt x="2047225" y="1031878"/>
                  </a:lnTo>
                  <a:lnTo>
                    <a:pt x="2047672" y="1032278"/>
                  </a:lnTo>
                  <a:lnTo>
                    <a:pt x="2047672" y="1032316"/>
                  </a:lnTo>
                  <a:lnTo>
                    <a:pt x="2047672" y="1032484"/>
                  </a:lnTo>
                  <a:lnTo>
                    <a:pt x="2047672" y="1032605"/>
                  </a:lnTo>
                  <a:lnTo>
                    <a:pt x="2047780" y="1033015"/>
                  </a:lnTo>
                  <a:lnTo>
                    <a:pt x="2048107" y="1033414"/>
                  </a:lnTo>
                  <a:lnTo>
                    <a:pt x="2048475" y="1033799"/>
                  </a:lnTo>
                  <a:lnTo>
                    <a:pt x="2048909" y="1033941"/>
                  </a:lnTo>
                  <a:lnTo>
                    <a:pt x="2049149" y="1034324"/>
                  </a:lnTo>
                  <a:lnTo>
                    <a:pt x="2049143" y="1034347"/>
                  </a:lnTo>
                  <a:lnTo>
                    <a:pt x="2049002" y="1034860"/>
                  </a:lnTo>
                  <a:lnTo>
                    <a:pt x="2048532" y="1035178"/>
                  </a:lnTo>
                  <a:lnTo>
                    <a:pt x="2047991" y="1035457"/>
                  </a:lnTo>
                  <a:lnTo>
                    <a:pt x="2047500" y="1035624"/>
                  </a:lnTo>
                  <a:lnTo>
                    <a:pt x="2046822" y="1035313"/>
                  </a:lnTo>
                  <a:lnTo>
                    <a:pt x="2046728" y="1035270"/>
                  </a:lnTo>
                  <a:lnTo>
                    <a:pt x="2045815" y="1034850"/>
                  </a:lnTo>
                  <a:lnTo>
                    <a:pt x="2045800" y="1034698"/>
                  </a:lnTo>
                  <a:lnTo>
                    <a:pt x="2045762" y="1034678"/>
                  </a:lnTo>
                  <a:lnTo>
                    <a:pt x="2045708" y="1034674"/>
                  </a:lnTo>
                  <a:lnTo>
                    <a:pt x="2045671" y="1034689"/>
                  </a:lnTo>
                  <a:lnTo>
                    <a:pt x="2045569" y="1034844"/>
                  </a:lnTo>
                  <a:lnTo>
                    <a:pt x="2045546" y="1034891"/>
                  </a:lnTo>
                  <a:lnTo>
                    <a:pt x="2045529" y="1034925"/>
                  </a:lnTo>
                  <a:lnTo>
                    <a:pt x="2045506" y="1034971"/>
                  </a:lnTo>
                  <a:lnTo>
                    <a:pt x="2045474" y="1034982"/>
                  </a:lnTo>
                  <a:lnTo>
                    <a:pt x="2045418" y="1034984"/>
                  </a:lnTo>
                  <a:lnTo>
                    <a:pt x="2045412" y="1034981"/>
                  </a:lnTo>
                  <a:lnTo>
                    <a:pt x="2045389" y="1034972"/>
                  </a:lnTo>
                  <a:lnTo>
                    <a:pt x="2045380" y="1034971"/>
                  </a:lnTo>
                  <a:lnTo>
                    <a:pt x="2045234" y="1034950"/>
                  </a:lnTo>
                  <a:lnTo>
                    <a:pt x="2045222" y="1034952"/>
                  </a:lnTo>
                  <a:lnTo>
                    <a:pt x="2045210" y="1034955"/>
                  </a:lnTo>
                  <a:lnTo>
                    <a:pt x="2044698" y="1035067"/>
                  </a:lnTo>
                  <a:lnTo>
                    <a:pt x="2044890" y="1035227"/>
                  </a:lnTo>
                  <a:lnTo>
                    <a:pt x="2044969" y="1035315"/>
                  </a:lnTo>
                  <a:lnTo>
                    <a:pt x="2044981" y="1035334"/>
                  </a:lnTo>
                  <a:lnTo>
                    <a:pt x="2044988" y="1035347"/>
                  </a:lnTo>
                  <a:lnTo>
                    <a:pt x="2044990" y="1035359"/>
                  </a:lnTo>
                  <a:lnTo>
                    <a:pt x="2044990" y="1035372"/>
                  </a:lnTo>
                  <a:lnTo>
                    <a:pt x="2044979" y="1035394"/>
                  </a:lnTo>
                  <a:lnTo>
                    <a:pt x="2044947" y="1035409"/>
                  </a:lnTo>
                  <a:lnTo>
                    <a:pt x="2044910" y="1035408"/>
                  </a:lnTo>
                  <a:lnTo>
                    <a:pt x="2044711" y="1035326"/>
                  </a:lnTo>
                  <a:lnTo>
                    <a:pt x="2044645" y="1035324"/>
                  </a:lnTo>
                  <a:lnTo>
                    <a:pt x="2044331" y="1035362"/>
                  </a:lnTo>
                  <a:lnTo>
                    <a:pt x="2044096" y="1035317"/>
                  </a:lnTo>
                  <a:lnTo>
                    <a:pt x="2043978" y="1035314"/>
                  </a:lnTo>
                  <a:lnTo>
                    <a:pt x="2043967" y="1035346"/>
                  </a:lnTo>
                  <a:lnTo>
                    <a:pt x="2044023" y="1035510"/>
                  </a:lnTo>
                  <a:lnTo>
                    <a:pt x="2044325" y="1035410"/>
                  </a:lnTo>
                  <a:lnTo>
                    <a:pt x="2044364" y="1035405"/>
                  </a:lnTo>
                  <a:lnTo>
                    <a:pt x="2044373" y="1035404"/>
                  </a:lnTo>
                  <a:lnTo>
                    <a:pt x="2044451" y="1035393"/>
                  </a:lnTo>
                  <a:lnTo>
                    <a:pt x="2044517" y="1035384"/>
                  </a:lnTo>
                  <a:lnTo>
                    <a:pt x="2044541" y="1035380"/>
                  </a:lnTo>
                  <a:lnTo>
                    <a:pt x="2044553" y="1035379"/>
                  </a:lnTo>
                  <a:lnTo>
                    <a:pt x="2044661" y="1035363"/>
                  </a:lnTo>
                  <a:lnTo>
                    <a:pt x="2044692" y="1035365"/>
                  </a:lnTo>
                  <a:lnTo>
                    <a:pt x="2044763" y="1035387"/>
                  </a:lnTo>
                  <a:lnTo>
                    <a:pt x="2044801" y="1035408"/>
                  </a:lnTo>
                  <a:lnTo>
                    <a:pt x="2044810" y="1035413"/>
                  </a:lnTo>
                  <a:lnTo>
                    <a:pt x="2044819" y="1035421"/>
                  </a:lnTo>
                  <a:lnTo>
                    <a:pt x="2044862" y="1035459"/>
                  </a:lnTo>
                  <a:lnTo>
                    <a:pt x="2044907" y="1035498"/>
                  </a:lnTo>
                  <a:lnTo>
                    <a:pt x="2044964" y="1035537"/>
                  </a:lnTo>
                  <a:lnTo>
                    <a:pt x="2044991" y="1035549"/>
                  </a:lnTo>
                  <a:lnTo>
                    <a:pt x="2044995" y="1035551"/>
                  </a:lnTo>
                  <a:lnTo>
                    <a:pt x="2045026" y="1035565"/>
                  </a:lnTo>
                  <a:lnTo>
                    <a:pt x="2045983" y="1035569"/>
                  </a:lnTo>
                  <a:lnTo>
                    <a:pt x="2046083" y="1035595"/>
                  </a:lnTo>
                  <a:lnTo>
                    <a:pt x="2046115" y="1035613"/>
                  </a:lnTo>
                  <a:lnTo>
                    <a:pt x="2046157" y="1035670"/>
                  </a:lnTo>
                  <a:lnTo>
                    <a:pt x="2046174" y="1035708"/>
                  </a:lnTo>
                  <a:lnTo>
                    <a:pt x="2046241" y="1035881"/>
                  </a:lnTo>
                  <a:lnTo>
                    <a:pt x="2046215" y="1035936"/>
                  </a:lnTo>
                  <a:lnTo>
                    <a:pt x="2046189" y="1035991"/>
                  </a:lnTo>
                  <a:lnTo>
                    <a:pt x="2046189" y="1036611"/>
                  </a:lnTo>
                  <a:lnTo>
                    <a:pt x="2046189" y="1036797"/>
                  </a:lnTo>
                  <a:lnTo>
                    <a:pt x="2046192" y="1036804"/>
                  </a:lnTo>
                  <a:lnTo>
                    <a:pt x="2046200" y="1036807"/>
                  </a:lnTo>
                  <a:lnTo>
                    <a:pt x="2046291" y="1036810"/>
                  </a:lnTo>
                  <a:lnTo>
                    <a:pt x="2046320" y="1036804"/>
                  </a:lnTo>
                  <a:lnTo>
                    <a:pt x="2046325" y="1036803"/>
                  </a:lnTo>
                  <a:lnTo>
                    <a:pt x="2046409" y="1036800"/>
                  </a:lnTo>
                  <a:lnTo>
                    <a:pt x="2046415" y="1036801"/>
                  </a:lnTo>
                  <a:lnTo>
                    <a:pt x="2046486" y="1036864"/>
                  </a:lnTo>
                  <a:lnTo>
                    <a:pt x="2046661" y="1037022"/>
                  </a:lnTo>
                  <a:lnTo>
                    <a:pt x="2046758" y="1037111"/>
                  </a:lnTo>
                  <a:lnTo>
                    <a:pt x="2046794" y="1037145"/>
                  </a:lnTo>
                  <a:lnTo>
                    <a:pt x="2046798" y="1037153"/>
                  </a:lnTo>
                  <a:lnTo>
                    <a:pt x="2046906" y="1037454"/>
                  </a:lnTo>
                  <a:lnTo>
                    <a:pt x="2047608" y="1037502"/>
                  </a:lnTo>
                  <a:lnTo>
                    <a:pt x="2047937" y="1037944"/>
                  </a:lnTo>
                  <a:lnTo>
                    <a:pt x="2048737" y="1037556"/>
                  </a:lnTo>
                  <a:lnTo>
                    <a:pt x="2049279" y="1037292"/>
                  </a:lnTo>
                  <a:lnTo>
                    <a:pt x="2049514" y="1037178"/>
                  </a:lnTo>
                  <a:lnTo>
                    <a:pt x="2049526" y="1037172"/>
                  </a:lnTo>
                  <a:lnTo>
                    <a:pt x="2049537" y="1037178"/>
                  </a:lnTo>
                  <a:lnTo>
                    <a:pt x="2049941" y="1037371"/>
                  </a:lnTo>
                  <a:lnTo>
                    <a:pt x="2049998" y="1037398"/>
                  </a:lnTo>
                  <a:lnTo>
                    <a:pt x="2050003" y="1037400"/>
                  </a:lnTo>
                  <a:lnTo>
                    <a:pt x="2050574" y="1037673"/>
                  </a:lnTo>
                  <a:lnTo>
                    <a:pt x="2050678" y="1038224"/>
                  </a:lnTo>
                  <a:lnTo>
                    <a:pt x="2050786" y="1038801"/>
                  </a:lnTo>
                  <a:lnTo>
                    <a:pt x="2050515" y="1039874"/>
                  </a:lnTo>
                  <a:lnTo>
                    <a:pt x="2050526" y="1039876"/>
                  </a:lnTo>
                  <a:lnTo>
                    <a:pt x="2050603" y="1039886"/>
                  </a:lnTo>
                  <a:lnTo>
                    <a:pt x="2050856" y="1039932"/>
                  </a:lnTo>
                  <a:lnTo>
                    <a:pt x="2051279" y="1040041"/>
                  </a:lnTo>
                  <a:lnTo>
                    <a:pt x="2051301" y="1040047"/>
                  </a:lnTo>
                  <a:lnTo>
                    <a:pt x="2051370" y="1040154"/>
                  </a:lnTo>
                  <a:lnTo>
                    <a:pt x="2051403" y="1040204"/>
                  </a:lnTo>
                  <a:lnTo>
                    <a:pt x="2051444" y="1040223"/>
                  </a:lnTo>
                  <a:lnTo>
                    <a:pt x="2051689" y="1040318"/>
                  </a:lnTo>
                  <a:lnTo>
                    <a:pt x="2051718" y="1040328"/>
                  </a:lnTo>
                  <a:lnTo>
                    <a:pt x="2051805" y="1040347"/>
                  </a:lnTo>
                  <a:lnTo>
                    <a:pt x="2052176" y="1040466"/>
                  </a:lnTo>
                  <a:lnTo>
                    <a:pt x="2052658" y="1040667"/>
                  </a:lnTo>
                  <a:lnTo>
                    <a:pt x="2052694" y="1040687"/>
                  </a:lnTo>
                  <a:lnTo>
                    <a:pt x="2053059" y="1039896"/>
                  </a:lnTo>
                  <a:lnTo>
                    <a:pt x="2054157" y="1040240"/>
                  </a:lnTo>
                  <a:lnTo>
                    <a:pt x="2058150" y="1041495"/>
                  </a:lnTo>
                  <a:lnTo>
                    <a:pt x="2059912" y="1042541"/>
                  </a:lnTo>
                  <a:lnTo>
                    <a:pt x="2060671" y="1043338"/>
                  </a:lnTo>
                  <a:lnTo>
                    <a:pt x="2060525" y="1043547"/>
                  </a:lnTo>
                  <a:lnTo>
                    <a:pt x="2059962" y="1044350"/>
                  </a:lnTo>
                  <a:lnTo>
                    <a:pt x="2059920" y="1044409"/>
                  </a:lnTo>
                  <a:lnTo>
                    <a:pt x="2059980" y="1044420"/>
                  </a:lnTo>
                  <a:lnTo>
                    <a:pt x="2060043" y="1044435"/>
                  </a:lnTo>
                  <a:lnTo>
                    <a:pt x="2060142" y="1044494"/>
                  </a:lnTo>
                  <a:lnTo>
                    <a:pt x="2060376" y="1044701"/>
                  </a:lnTo>
                  <a:lnTo>
                    <a:pt x="2060439" y="1044788"/>
                  </a:lnTo>
                  <a:lnTo>
                    <a:pt x="2060444" y="1044799"/>
                  </a:lnTo>
                  <a:lnTo>
                    <a:pt x="2060443" y="1044810"/>
                  </a:lnTo>
                  <a:lnTo>
                    <a:pt x="2060622" y="1044947"/>
                  </a:lnTo>
                  <a:lnTo>
                    <a:pt x="2060866" y="1045088"/>
                  </a:lnTo>
                  <a:lnTo>
                    <a:pt x="2061121" y="1045088"/>
                  </a:lnTo>
                  <a:lnTo>
                    <a:pt x="2061424" y="1045334"/>
                  </a:lnTo>
                  <a:lnTo>
                    <a:pt x="2062124" y="1046034"/>
                  </a:lnTo>
                  <a:lnTo>
                    <a:pt x="2062626" y="1046652"/>
                  </a:lnTo>
                  <a:lnTo>
                    <a:pt x="2062928" y="1047058"/>
                  </a:lnTo>
                  <a:lnTo>
                    <a:pt x="2063061" y="1046823"/>
                  </a:lnTo>
                  <a:lnTo>
                    <a:pt x="2063078" y="1046814"/>
                  </a:lnTo>
                  <a:lnTo>
                    <a:pt x="2063099" y="1046815"/>
                  </a:lnTo>
                  <a:lnTo>
                    <a:pt x="2063169" y="1046862"/>
                  </a:lnTo>
                  <a:lnTo>
                    <a:pt x="2063865" y="1047328"/>
                  </a:lnTo>
                  <a:lnTo>
                    <a:pt x="2063885" y="1047341"/>
                  </a:lnTo>
                  <a:lnTo>
                    <a:pt x="2063896" y="1047374"/>
                  </a:lnTo>
                  <a:lnTo>
                    <a:pt x="2065690" y="1051700"/>
                  </a:lnTo>
                  <a:lnTo>
                    <a:pt x="2065742" y="1051949"/>
                  </a:lnTo>
                  <a:lnTo>
                    <a:pt x="2065761" y="1052039"/>
                  </a:lnTo>
                  <a:lnTo>
                    <a:pt x="2065763" y="1052053"/>
                  </a:lnTo>
                  <a:lnTo>
                    <a:pt x="2065767" y="1052117"/>
                  </a:lnTo>
                  <a:lnTo>
                    <a:pt x="2065750" y="1052240"/>
                  </a:lnTo>
                  <a:lnTo>
                    <a:pt x="2065747" y="1052384"/>
                  </a:lnTo>
                  <a:lnTo>
                    <a:pt x="2065741" y="1052639"/>
                  </a:lnTo>
                  <a:lnTo>
                    <a:pt x="2065749" y="1052641"/>
                  </a:lnTo>
                  <a:lnTo>
                    <a:pt x="2065760" y="1052690"/>
                  </a:lnTo>
                  <a:lnTo>
                    <a:pt x="2065762" y="1052697"/>
                  </a:lnTo>
                  <a:lnTo>
                    <a:pt x="2065779" y="1052755"/>
                  </a:lnTo>
                  <a:lnTo>
                    <a:pt x="2065782" y="1052764"/>
                  </a:lnTo>
                  <a:lnTo>
                    <a:pt x="2065785" y="1052776"/>
                  </a:lnTo>
                  <a:lnTo>
                    <a:pt x="2065797" y="1052817"/>
                  </a:lnTo>
                  <a:lnTo>
                    <a:pt x="2065800" y="1052826"/>
                  </a:lnTo>
                  <a:lnTo>
                    <a:pt x="2065812" y="1052870"/>
                  </a:lnTo>
                  <a:lnTo>
                    <a:pt x="2065829" y="1052893"/>
                  </a:lnTo>
                  <a:lnTo>
                    <a:pt x="2065853" y="1052928"/>
                  </a:lnTo>
                  <a:lnTo>
                    <a:pt x="2065857" y="1052933"/>
                  </a:lnTo>
                  <a:lnTo>
                    <a:pt x="2065914" y="1053012"/>
                  </a:lnTo>
                  <a:lnTo>
                    <a:pt x="2065917" y="1053019"/>
                  </a:lnTo>
                  <a:lnTo>
                    <a:pt x="2066002" y="1053203"/>
                  </a:lnTo>
                  <a:lnTo>
                    <a:pt x="2066005" y="1053210"/>
                  </a:lnTo>
                  <a:lnTo>
                    <a:pt x="2066134" y="1053489"/>
                  </a:lnTo>
                  <a:lnTo>
                    <a:pt x="2066137" y="1053497"/>
                  </a:lnTo>
                  <a:lnTo>
                    <a:pt x="2066169" y="1053555"/>
                  </a:lnTo>
                  <a:lnTo>
                    <a:pt x="2066184" y="1053590"/>
                  </a:lnTo>
                  <a:lnTo>
                    <a:pt x="2066187" y="1053596"/>
                  </a:lnTo>
                  <a:lnTo>
                    <a:pt x="2066201" y="1053621"/>
                  </a:lnTo>
                  <a:lnTo>
                    <a:pt x="2066205" y="1053628"/>
                  </a:lnTo>
                  <a:lnTo>
                    <a:pt x="2066226" y="1053665"/>
                  </a:lnTo>
                  <a:lnTo>
                    <a:pt x="2066246" y="1053703"/>
                  </a:lnTo>
                  <a:lnTo>
                    <a:pt x="2066251" y="1053713"/>
                  </a:lnTo>
                  <a:lnTo>
                    <a:pt x="2066285" y="1053778"/>
                  </a:lnTo>
                  <a:lnTo>
                    <a:pt x="2066323" y="1053852"/>
                  </a:lnTo>
                  <a:lnTo>
                    <a:pt x="2066326" y="1053858"/>
                  </a:lnTo>
                  <a:lnTo>
                    <a:pt x="2066343" y="1053890"/>
                  </a:lnTo>
                  <a:lnTo>
                    <a:pt x="2066349" y="1053900"/>
                  </a:lnTo>
                  <a:lnTo>
                    <a:pt x="2066361" y="1053923"/>
                  </a:lnTo>
                  <a:lnTo>
                    <a:pt x="2066363" y="1053928"/>
                  </a:lnTo>
                  <a:lnTo>
                    <a:pt x="2066396" y="1053987"/>
                  </a:lnTo>
                  <a:lnTo>
                    <a:pt x="2066425" y="1054041"/>
                  </a:lnTo>
                  <a:lnTo>
                    <a:pt x="2066444" y="1054075"/>
                  </a:lnTo>
                  <a:lnTo>
                    <a:pt x="2066447" y="1054081"/>
                  </a:lnTo>
                  <a:lnTo>
                    <a:pt x="2066455" y="1054096"/>
                  </a:lnTo>
                  <a:lnTo>
                    <a:pt x="2066470" y="1054122"/>
                  </a:lnTo>
                  <a:lnTo>
                    <a:pt x="2066489" y="1054158"/>
                  </a:lnTo>
                  <a:lnTo>
                    <a:pt x="2066509" y="1054194"/>
                  </a:lnTo>
                  <a:lnTo>
                    <a:pt x="2066511" y="1054198"/>
                  </a:lnTo>
                  <a:lnTo>
                    <a:pt x="2066530" y="1054233"/>
                  </a:lnTo>
                  <a:lnTo>
                    <a:pt x="2066533" y="1054237"/>
                  </a:lnTo>
                  <a:lnTo>
                    <a:pt x="2066550" y="1054269"/>
                  </a:lnTo>
                  <a:lnTo>
                    <a:pt x="2066553" y="1054274"/>
                  </a:lnTo>
                  <a:lnTo>
                    <a:pt x="2066563" y="1054291"/>
                  </a:lnTo>
                  <a:lnTo>
                    <a:pt x="2066570" y="1054306"/>
                  </a:lnTo>
                  <a:lnTo>
                    <a:pt x="2066573" y="1054310"/>
                  </a:lnTo>
                  <a:lnTo>
                    <a:pt x="2066600" y="1054360"/>
                  </a:lnTo>
                  <a:lnTo>
                    <a:pt x="2066603" y="1054365"/>
                  </a:lnTo>
                  <a:lnTo>
                    <a:pt x="2066631" y="1054417"/>
                  </a:lnTo>
                  <a:lnTo>
                    <a:pt x="2066660" y="1054470"/>
                  </a:lnTo>
                  <a:lnTo>
                    <a:pt x="2066664" y="1054479"/>
                  </a:lnTo>
                  <a:lnTo>
                    <a:pt x="2066669" y="1054487"/>
                  </a:lnTo>
                  <a:lnTo>
                    <a:pt x="2066695" y="1054535"/>
                  </a:lnTo>
                  <a:lnTo>
                    <a:pt x="2066714" y="1054568"/>
                  </a:lnTo>
                  <a:lnTo>
                    <a:pt x="2066717" y="1054574"/>
                  </a:lnTo>
                  <a:lnTo>
                    <a:pt x="2066721" y="1054581"/>
                  </a:lnTo>
                  <a:lnTo>
                    <a:pt x="2066760" y="1054647"/>
                  </a:lnTo>
                  <a:lnTo>
                    <a:pt x="2066957" y="1054988"/>
                  </a:lnTo>
                  <a:lnTo>
                    <a:pt x="2067197" y="1055399"/>
                  </a:lnTo>
                  <a:lnTo>
                    <a:pt x="2067201" y="1055406"/>
                  </a:lnTo>
                  <a:lnTo>
                    <a:pt x="2067207" y="1055416"/>
                  </a:lnTo>
                  <a:lnTo>
                    <a:pt x="2067214" y="1055417"/>
                  </a:lnTo>
                  <a:lnTo>
                    <a:pt x="2067222" y="1055418"/>
                  </a:lnTo>
                  <a:lnTo>
                    <a:pt x="2067226" y="1055424"/>
                  </a:lnTo>
                  <a:lnTo>
                    <a:pt x="2067228" y="1055437"/>
                  </a:lnTo>
                  <a:lnTo>
                    <a:pt x="2067222" y="1055442"/>
                  </a:lnTo>
                  <a:lnTo>
                    <a:pt x="2067124" y="1055500"/>
                  </a:lnTo>
                  <a:lnTo>
                    <a:pt x="2067096" y="1055515"/>
                  </a:lnTo>
                  <a:lnTo>
                    <a:pt x="2067030" y="1055553"/>
                  </a:lnTo>
                  <a:lnTo>
                    <a:pt x="2066967" y="1055599"/>
                  </a:lnTo>
                  <a:lnTo>
                    <a:pt x="2067290" y="1056120"/>
                  </a:lnTo>
                  <a:lnTo>
                    <a:pt x="2067419" y="1056261"/>
                  </a:lnTo>
                  <a:lnTo>
                    <a:pt x="2067713" y="1056647"/>
                  </a:lnTo>
                  <a:lnTo>
                    <a:pt x="2067851" y="1056906"/>
                  </a:lnTo>
                  <a:lnTo>
                    <a:pt x="2068017" y="1057462"/>
                  </a:lnTo>
                  <a:lnTo>
                    <a:pt x="2068062" y="1057610"/>
                  </a:lnTo>
                  <a:lnTo>
                    <a:pt x="2068165" y="1058017"/>
                  </a:lnTo>
                  <a:lnTo>
                    <a:pt x="2068177" y="1058077"/>
                  </a:lnTo>
                  <a:lnTo>
                    <a:pt x="2068182" y="1058100"/>
                  </a:lnTo>
                  <a:lnTo>
                    <a:pt x="2068197" y="1058499"/>
                  </a:lnTo>
                  <a:lnTo>
                    <a:pt x="2068196" y="1058557"/>
                  </a:lnTo>
                  <a:lnTo>
                    <a:pt x="2068182" y="1058655"/>
                  </a:lnTo>
                  <a:lnTo>
                    <a:pt x="2067701" y="1059498"/>
                  </a:lnTo>
                  <a:lnTo>
                    <a:pt x="2067607" y="1059643"/>
                  </a:lnTo>
                  <a:lnTo>
                    <a:pt x="2067417" y="1059739"/>
                  </a:lnTo>
                  <a:lnTo>
                    <a:pt x="2067402" y="1059747"/>
                  </a:lnTo>
                  <a:lnTo>
                    <a:pt x="2067343" y="1059760"/>
                  </a:lnTo>
                  <a:lnTo>
                    <a:pt x="2067006" y="1059837"/>
                  </a:lnTo>
                  <a:lnTo>
                    <a:pt x="2066970" y="1059845"/>
                  </a:lnTo>
                  <a:lnTo>
                    <a:pt x="2066941" y="1059824"/>
                  </a:lnTo>
                  <a:lnTo>
                    <a:pt x="2066786" y="1059878"/>
                  </a:lnTo>
                  <a:lnTo>
                    <a:pt x="2066680" y="1059941"/>
                  </a:lnTo>
                  <a:lnTo>
                    <a:pt x="2066241" y="1060202"/>
                  </a:lnTo>
                  <a:lnTo>
                    <a:pt x="2066252" y="1060284"/>
                  </a:lnTo>
                  <a:lnTo>
                    <a:pt x="2066301" y="1061495"/>
                  </a:lnTo>
                  <a:lnTo>
                    <a:pt x="2065945" y="1063023"/>
                  </a:lnTo>
                  <a:lnTo>
                    <a:pt x="2065974" y="1064070"/>
                  </a:lnTo>
                  <a:lnTo>
                    <a:pt x="2066004" y="1065200"/>
                  </a:lnTo>
                  <a:lnTo>
                    <a:pt x="2066293" y="1065256"/>
                  </a:lnTo>
                  <a:lnTo>
                    <a:pt x="2066543" y="1065261"/>
                  </a:lnTo>
                  <a:lnTo>
                    <a:pt x="2067314" y="1065707"/>
                  </a:lnTo>
                  <a:lnTo>
                    <a:pt x="2067414" y="1065774"/>
                  </a:lnTo>
                  <a:lnTo>
                    <a:pt x="2067471" y="1065788"/>
                  </a:lnTo>
                  <a:lnTo>
                    <a:pt x="2067520" y="1065799"/>
                  </a:lnTo>
                  <a:lnTo>
                    <a:pt x="2067538" y="1065779"/>
                  </a:lnTo>
                  <a:lnTo>
                    <a:pt x="2067642" y="1065609"/>
                  </a:lnTo>
                  <a:lnTo>
                    <a:pt x="2067659" y="1065597"/>
                  </a:lnTo>
                  <a:lnTo>
                    <a:pt x="2067705" y="1065601"/>
                  </a:lnTo>
                  <a:lnTo>
                    <a:pt x="2069574" y="1067162"/>
                  </a:lnTo>
                  <a:lnTo>
                    <a:pt x="2070085" y="1067718"/>
                  </a:lnTo>
                  <a:lnTo>
                    <a:pt x="2070383" y="1068161"/>
                  </a:lnTo>
                  <a:lnTo>
                    <a:pt x="2070679" y="1068890"/>
                  </a:lnTo>
                  <a:lnTo>
                    <a:pt x="2070816" y="1069578"/>
                  </a:lnTo>
                  <a:lnTo>
                    <a:pt x="2070747" y="1070307"/>
                  </a:lnTo>
                  <a:lnTo>
                    <a:pt x="2070624" y="1070698"/>
                  </a:lnTo>
                  <a:lnTo>
                    <a:pt x="2070344" y="1070989"/>
                  </a:lnTo>
                  <a:lnTo>
                    <a:pt x="2070160" y="1071039"/>
                  </a:lnTo>
                  <a:lnTo>
                    <a:pt x="2070034" y="1070960"/>
                  </a:lnTo>
                  <a:lnTo>
                    <a:pt x="2069487" y="1071124"/>
                  </a:lnTo>
                  <a:lnTo>
                    <a:pt x="2067982" y="1071767"/>
                  </a:lnTo>
                  <a:lnTo>
                    <a:pt x="2066285" y="1072392"/>
                  </a:lnTo>
                  <a:lnTo>
                    <a:pt x="2066253" y="1072692"/>
                  </a:lnTo>
                  <a:lnTo>
                    <a:pt x="2065888" y="1076218"/>
                  </a:lnTo>
                  <a:lnTo>
                    <a:pt x="2065903" y="1076231"/>
                  </a:lnTo>
                  <a:lnTo>
                    <a:pt x="2067447" y="1076912"/>
                  </a:lnTo>
                  <a:lnTo>
                    <a:pt x="2067163" y="1078130"/>
                  </a:lnTo>
                  <a:lnTo>
                    <a:pt x="2067898" y="1078250"/>
                  </a:lnTo>
                  <a:lnTo>
                    <a:pt x="2070384" y="1078657"/>
                  </a:lnTo>
                  <a:lnTo>
                    <a:pt x="2073673" y="1079239"/>
                  </a:lnTo>
                  <a:lnTo>
                    <a:pt x="2073277" y="1080242"/>
                  </a:lnTo>
                  <a:lnTo>
                    <a:pt x="2071911" y="1079837"/>
                  </a:lnTo>
                  <a:lnTo>
                    <a:pt x="2070477" y="1079572"/>
                  </a:lnTo>
                  <a:lnTo>
                    <a:pt x="2069873" y="1079504"/>
                  </a:lnTo>
                  <a:lnTo>
                    <a:pt x="2069116" y="1079477"/>
                  </a:lnTo>
                  <a:lnTo>
                    <a:pt x="2066806" y="1079393"/>
                  </a:lnTo>
                  <a:lnTo>
                    <a:pt x="2066531" y="1079383"/>
                  </a:lnTo>
                  <a:lnTo>
                    <a:pt x="2065080" y="1079330"/>
                  </a:lnTo>
                  <a:lnTo>
                    <a:pt x="2064891" y="1079462"/>
                  </a:lnTo>
                  <a:lnTo>
                    <a:pt x="2064947" y="1080232"/>
                  </a:lnTo>
                  <a:lnTo>
                    <a:pt x="2064946" y="1080398"/>
                  </a:lnTo>
                  <a:lnTo>
                    <a:pt x="2064944" y="1081150"/>
                  </a:lnTo>
                  <a:lnTo>
                    <a:pt x="2064939" y="1081214"/>
                  </a:lnTo>
                  <a:lnTo>
                    <a:pt x="2064693" y="1081953"/>
                  </a:lnTo>
                  <a:lnTo>
                    <a:pt x="2064360" y="1082294"/>
                  </a:lnTo>
                  <a:lnTo>
                    <a:pt x="2064200" y="1082469"/>
                  </a:lnTo>
                  <a:lnTo>
                    <a:pt x="2064231" y="1082577"/>
                  </a:lnTo>
                  <a:lnTo>
                    <a:pt x="2064268" y="1082806"/>
                  </a:lnTo>
                  <a:lnTo>
                    <a:pt x="2064269" y="1082869"/>
                  </a:lnTo>
                  <a:lnTo>
                    <a:pt x="2064226" y="1082938"/>
                  </a:lnTo>
                  <a:lnTo>
                    <a:pt x="2064135" y="1082935"/>
                  </a:lnTo>
                  <a:lnTo>
                    <a:pt x="2063997" y="1082874"/>
                  </a:lnTo>
                  <a:lnTo>
                    <a:pt x="2063593" y="1082635"/>
                  </a:lnTo>
                  <a:lnTo>
                    <a:pt x="2063442" y="1082514"/>
                  </a:lnTo>
                  <a:lnTo>
                    <a:pt x="2063335" y="1082462"/>
                  </a:lnTo>
                  <a:lnTo>
                    <a:pt x="2063238" y="1082427"/>
                  </a:lnTo>
                  <a:lnTo>
                    <a:pt x="2063200" y="1082529"/>
                  </a:lnTo>
                  <a:lnTo>
                    <a:pt x="2062573" y="1082594"/>
                  </a:lnTo>
                  <a:lnTo>
                    <a:pt x="2062240" y="1082797"/>
                  </a:lnTo>
                  <a:lnTo>
                    <a:pt x="2061599" y="1083321"/>
                  </a:lnTo>
                  <a:lnTo>
                    <a:pt x="2061655" y="1083430"/>
                  </a:lnTo>
                  <a:lnTo>
                    <a:pt x="2061702" y="1083470"/>
                  </a:lnTo>
                  <a:lnTo>
                    <a:pt x="2062253" y="1084195"/>
                  </a:lnTo>
                  <a:lnTo>
                    <a:pt x="2062272" y="1084221"/>
                  </a:lnTo>
                  <a:lnTo>
                    <a:pt x="2062318" y="1084286"/>
                  </a:lnTo>
                  <a:lnTo>
                    <a:pt x="2062514" y="1084224"/>
                  </a:lnTo>
                  <a:lnTo>
                    <a:pt x="2063474" y="1085408"/>
                  </a:lnTo>
                  <a:lnTo>
                    <a:pt x="2063758" y="1085621"/>
                  </a:lnTo>
                  <a:lnTo>
                    <a:pt x="2064299" y="1085942"/>
                  </a:lnTo>
                  <a:lnTo>
                    <a:pt x="2066036" y="1087393"/>
                  </a:lnTo>
                  <a:lnTo>
                    <a:pt x="2066034" y="1087480"/>
                  </a:lnTo>
                  <a:lnTo>
                    <a:pt x="2065303" y="1088214"/>
                  </a:lnTo>
                  <a:lnTo>
                    <a:pt x="2065387" y="1088324"/>
                  </a:lnTo>
                  <a:lnTo>
                    <a:pt x="2065390" y="1088329"/>
                  </a:lnTo>
                  <a:lnTo>
                    <a:pt x="2066663" y="1090218"/>
                  </a:lnTo>
                  <a:lnTo>
                    <a:pt x="2066684" y="1090210"/>
                  </a:lnTo>
                  <a:lnTo>
                    <a:pt x="2068440" y="1093327"/>
                  </a:lnTo>
                  <a:lnTo>
                    <a:pt x="2068443" y="1093337"/>
                  </a:lnTo>
                  <a:lnTo>
                    <a:pt x="2068451" y="1093370"/>
                  </a:lnTo>
                  <a:lnTo>
                    <a:pt x="2068448" y="1093412"/>
                  </a:lnTo>
                  <a:lnTo>
                    <a:pt x="2068588" y="1093629"/>
                  </a:lnTo>
                  <a:lnTo>
                    <a:pt x="2068728" y="1093846"/>
                  </a:lnTo>
                  <a:lnTo>
                    <a:pt x="2068735" y="1093857"/>
                  </a:lnTo>
                  <a:lnTo>
                    <a:pt x="2070187" y="1097673"/>
                  </a:lnTo>
                  <a:lnTo>
                    <a:pt x="2070119" y="1099393"/>
                  </a:lnTo>
                  <a:lnTo>
                    <a:pt x="2069777" y="1099712"/>
                  </a:lnTo>
                  <a:lnTo>
                    <a:pt x="2069679" y="1099752"/>
                  </a:lnTo>
                  <a:lnTo>
                    <a:pt x="2069066" y="1100004"/>
                  </a:lnTo>
                  <a:lnTo>
                    <a:pt x="2067735" y="1100587"/>
                  </a:lnTo>
                  <a:lnTo>
                    <a:pt x="2067559" y="1100670"/>
                  </a:lnTo>
                  <a:lnTo>
                    <a:pt x="2066492" y="1101175"/>
                  </a:lnTo>
                  <a:lnTo>
                    <a:pt x="2066446" y="1101182"/>
                  </a:lnTo>
                  <a:lnTo>
                    <a:pt x="2066242" y="1101182"/>
                  </a:lnTo>
                  <a:lnTo>
                    <a:pt x="2066153" y="1101112"/>
                  </a:lnTo>
                  <a:lnTo>
                    <a:pt x="2065998" y="1101139"/>
                  </a:lnTo>
                  <a:lnTo>
                    <a:pt x="2065907" y="1101154"/>
                  </a:lnTo>
                  <a:lnTo>
                    <a:pt x="2064813" y="1101064"/>
                  </a:lnTo>
                  <a:lnTo>
                    <a:pt x="2064775" y="1101113"/>
                  </a:lnTo>
                  <a:lnTo>
                    <a:pt x="2064736" y="1101161"/>
                  </a:lnTo>
                  <a:lnTo>
                    <a:pt x="2064262" y="1101318"/>
                  </a:lnTo>
                  <a:lnTo>
                    <a:pt x="2063828" y="1101321"/>
                  </a:lnTo>
                  <a:lnTo>
                    <a:pt x="2063469" y="1101293"/>
                  </a:lnTo>
                  <a:lnTo>
                    <a:pt x="2062794" y="1101198"/>
                  </a:lnTo>
                  <a:lnTo>
                    <a:pt x="2062055" y="1101153"/>
                  </a:lnTo>
                  <a:lnTo>
                    <a:pt x="2061247" y="1101179"/>
                  </a:lnTo>
                  <a:lnTo>
                    <a:pt x="2061246" y="1101055"/>
                  </a:lnTo>
                  <a:lnTo>
                    <a:pt x="2061231" y="1101034"/>
                  </a:lnTo>
                  <a:lnTo>
                    <a:pt x="2060231" y="1101020"/>
                  </a:lnTo>
                  <a:lnTo>
                    <a:pt x="2060200" y="1101039"/>
                  </a:lnTo>
                  <a:lnTo>
                    <a:pt x="2060149" y="1101070"/>
                  </a:lnTo>
                  <a:lnTo>
                    <a:pt x="2059282" y="1101084"/>
                  </a:lnTo>
                  <a:lnTo>
                    <a:pt x="2059259" y="1101085"/>
                  </a:lnTo>
                  <a:lnTo>
                    <a:pt x="2059232" y="1101087"/>
                  </a:lnTo>
                  <a:lnTo>
                    <a:pt x="2058639" y="1101133"/>
                  </a:lnTo>
                  <a:lnTo>
                    <a:pt x="2058497" y="1101201"/>
                  </a:lnTo>
                  <a:lnTo>
                    <a:pt x="2058420" y="1101202"/>
                  </a:lnTo>
                  <a:lnTo>
                    <a:pt x="2057904" y="1101210"/>
                  </a:lnTo>
                  <a:lnTo>
                    <a:pt x="2057071" y="1101274"/>
                  </a:lnTo>
                  <a:lnTo>
                    <a:pt x="2056885" y="1101289"/>
                  </a:lnTo>
                  <a:lnTo>
                    <a:pt x="2056747" y="1101308"/>
                  </a:lnTo>
                  <a:lnTo>
                    <a:pt x="2056624" y="1101382"/>
                  </a:lnTo>
                  <a:lnTo>
                    <a:pt x="2056602" y="1101395"/>
                  </a:lnTo>
                  <a:lnTo>
                    <a:pt x="2056581" y="1101408"/>
                  </a:lnTo>
                  <a:lnTo>
                    <a:pt x="2056568" y="1101439"/>
                  </a:lnTo>
                  <a:lnTo>
                    <a:pt x="2056546" y="1101454"/>
                  </a:lnTo>
                  <a:lnTo>
                    <a:pt x="2055874" y="1101552"/>
                  </a:lnTo>
                  <a:lnTo>
                    <a:pt x="2055869" y="1101514"/>
                  </a:lnTo>
                  <a:lnTo>
                    <a:pt x="2055232" y="1101605"/>
                  </a:lnTo>
                  <a:lnTo>
                    <a:pt x="2054843" y="1101706"/>
                  </a:lnTo>
                  <a:lnTo>
                    <a:pt x="2054868" y="1101869"/>
                  </a:lnTo>
                  <a:lnTo>
                    <a:pt x="2054868" y="1101882"/>
                  </a:lnTo>
                  <a:lnTo>
                    <a:pt x="2054853" y="1101896"/>
                  </a:lnTo>
                  <a:lnTo>
                    <a:pt x="2053938" y="1102194"/>
                  </a:lnTo>
                  <a:lnTo>
                    <a:pt x="2053002" y="1102447"/>
                  </a:lnTo>
                  <a:lnTo>
                    <a:pt x="2052942" y="1102462"/>
                  </a:lnTo>
                  <a:lnTo>
                    <a:pt x="2052924" y="1102460"/>
                  </a:lnTo>
                  <a:lnTo>
                    <a:pt x="2051276" y="1102916"/>
                  </a:lnTo>
                  <a:lnTo>
                    <a:pt x="2051252" y="1102905"/>
                  </a:lnTo>
                  <a:lnTo>
                    <a:pt x="2051239" y="1102879"/>
                  </a:lnTo>
                  <a:lnTo>
                    <a:pt x="2051148" y="1102763"/>
                  </a:lnTo>
                  <a:lnTo>
                    <a:pt x="2051011" y="1102588"/>
                  </a:lnTo>
                  <a:lnTo>
                    <a:pt x="2050247" y="1102862"/>
                  </a:lnTo>
                  <a:lnTo>
                    <a:pt x="2050369" y="1103240"/>
                  </a:lnTo>
                  <a:lnTo>
                    <a:pt x="2050369" y="1103273"/>
                  </a:lnTo>
                  <a:lnTo>
                    <a:pt x="2049571" y="1103636"/>
                  </a:lnTo>
                  <a:lnTo>
                    <a:pt x="2049511" y="1103684"/>
                  </a:lnTo>
                  <a:lnTo>
                    <a:pt x="2049384" y="1103787"/>
                  </a:lnTo>
                  <a:lnTo>
                    <a:pt x="2048867" y="1104099"/>
                  </a:lnTo>
                  <a:lnTo>
                    <a:pt x="2048168" y="1104403"/>
                  </a:lnTo>
                  <a:lnTo>
                    <a:pt x="2046847" y="1104978"/>
                  </a:lnTo>
                  <a:lnTo>
                    <a:pt x="2046840" y="1105001"/>
                  </a:lnTo>
                  <a:lnTo>
                    <a:pt x="2046220" y="1105373"/>
                  </a:lnTo>
                  <a:lnTo>
                    <a:pt x="2045751" y="1105718"/>
                  </a:lnTo>
                  <a:lnTo>
                    <a:pt x="2045106" y="1106351"/>
                  </a:lnTo>
                  <a:lnTo>
                    <a:pt x="2045075" y="1106374"/>
                  </a:lnTo>
                  <a:lnTo>
                    <a:pt x="2045023" y="1106385"/>
                  </a:lnTo>
                  <a:lnTo>
                    <a:pt x="2045010" y="1106382"/>
                  </a:lnTo>
                  <a:lnTo>
                    <a:pt x="2043892" y="1107351"/>
                  </a:lnTo>
                  <a:lnTo>
                    <a:pt x="2044019" y="1107471"/>
                  </a:lnTo>
                  <a:lnTo>
                    <a:pt x="2044020" y="1107478"/>
                  </a:lnTo>
                  <a:lnTo>
                    <a:pt x="2044018" y="1107486"/>
                  </a:lnTo>
                  <a:lnTo>
                    <a:pt x="2044010" y="1107493"/>
                  </a:lnTo>
                  <a:lnTo>
                    <a:pt x="2043760" y="1107754"/>
                  </a:lnTo>
                  <a:lnTo>
                    <a:pt x="2043405" y="1108122"/>
                  </a:lnTo>
                  <a:lnTo>
                    <a:pt x="2043378" y="1108141"/>
                  </a:lnTo>
                  <a:lnTo>
                    <a:pt x="2043342" y="1108153"/>
                  </a:lnTo>
                  <a:lnTo>
                    <a:pt x="2043309" y="1108155"/>
                  </a:lnTo>
                  <a:lnTo>
                    <a:pt x="2043280" y="1108149"/>
                  </a:lnTo>
                  <a:lnTo>
                    <a:pt x="2043202" y="1108117"/>
                  </a:lnTo>
                  <a:lnTo>
                    <a:pt x="2043188" y="1108111"/>
                  </a:lnTo>
                  <a:lnTo>
                    <a:pt x="2043073" y="1108061"/>
                  </a:lnTo>
                  <a:lnTo>
                    <a:pt x="2042994" y="1108129"/>
                  </a:lnTo>
                  <a:lnTo>
                    <a:pt x="2042910" y="1108196"/>
                  </a:lnTo>
                  <a:lnTo>
                    <a:pt x="2042567" y="1108467"/>
                  </a:lnTo>
                  <a:lnTo>
                    <a:pt x="2042242" y="1108512"/>
                  </a:lnTo>
                  <a:lnTo>
                    <a:pt x="2041999" y="1108513"/>
                  </a:lnTo>
                  <a:lnTo>
                    <a:pt x="2041735" y="1108447"/>
                  </a:lnTo>
                  <a:lnTo>
                    <a:pt x="2041661" y="1108410"/>
                  </a:lnTo>
                  <a:lnTo>
                    <a:pt x="2041147" y="1108474"/>
                  </a:lnTo>
                  <a:lnTo>
                    <a:pt x="2040251" y="1108648"/>
                  </a:lnTo>
                  <a:lnTo>
                    <a:pt x="2040184" y="1108670"/>
                  </a:lnTo>
                  <a:lnTo>
                    <a:pt x="2040027" y="1108764"/>
                  </a:lnTo>
                  <a:lnTo>
                    <a:pt x="2039929" y="1108823"/>
                  </a:lnTo>
                  <a:lnTo>
                    <a:pt x="2039561" y="1109072"/>
                  </a:lnTo>
                  <a:lnTo>
                    <a:pt x="2039476" y="1109980"/>
                  </a:lnTo>
                  <a:lnTo>
                    <a:pt x="2038834" y="1118061"/>
                  </a:lnTo>
                  <a:lnTo>
                    <a:pt x="2038812" y="1118313"/>
                  </a:lnTo>
                  <a:lnTo>
                    <a:pt x="2038642" y="1120343"/>
                  </a:lnTo>
                  <a:lnTo>
                    <a:pt x="2038573" y="1121167"/>
                  </a:lnTo>
                  <a:lnTo>
                    <a:pt x="2038295" y="1124499"/>
                  </a:lnTo>
                  <a:lnTo>
                    <a:pt x="2039936" y="1124397"/>
                  </a:lnTo>
                  <a:lnTo>
                    <a:pt x="2040158" y="1122693"/>
                  </a:lnTo>
                  <a:lnTo>
                    <a:pt x="2041517" y="1123078"/>
                  </a:lnTo>
                  <a:lnTo>
                    <a:pt x="2042837" y="1123726"/>
                  </a:lnTo>
                  <a:lnTo>
                    <a:pt x="2044554" y="1124928"/>
                  </a:lnTo>
                  <a:lnTo>
                    <a:pt x="2044057" y="1125713"/>
                  </a:lnTo>
                  <a:lnTo>
                    <a:pt x="2045636" y="1126743"/>
                  </a:lnTo>
                  <a:lnTo>
                    <a:pt x="2045654" y="1126756"/>
                  </a:lnTo>
                  <a:lnTo>
                    <a:pt x="2045667" y="1126767"/>
                  </a:lnTo>
                  <a:lnTo>
                    <a:pt x="2046228" y="1127190"/>
                  </a:lnTo>
                  <a:lnTo>
                    <a:pt x="2047324" y="1127999"/>
                  </a:lnTo>
                  <a:lnTo>
                    <a:pt x="2048418" y="1128968"/>
                  </a:lnTo>
                  <a:lnTo>
                    <a:pt x="2048443" y="1129001"/>
                  </a:lnTo>
                  <a:lnTo>
                    <a:pt x="2049165" y="1130247"/>
                  </a:lnTo>
                  <a:lnTo>
                    <a:pt x="2049219" y="1130303"/>
                  </a:lnTo>
                  <a:lnTo>
                    <a:pt x="2049258" y="1130343"/>
                  </a:lnTo>
                  <a:lnTo>
                    <a:pt x="2050710" y="1131656"/>
                  </a:lnTo>
                  <a:lnTo>
                    <a:pt x="2051376" y="1132780"/>
                  </a:lnTo>
                  <a:lnTo>
                    <a:pt x="2052049" y="1134028"/>
                  </a:lnTo>
                  <a:lnTo>
                    <a:pt x="2052074" y="1134058"/>
                  </a:lnTo>
                  <a:lnTo>
                    <a:pt x="2052100" y="1134091"/>
                  </a:lnTo>
                  <a:lnTo>
                    <a:pt x="2052726" y="1135140"/>
                  </a:lnTo>
                  <a:lnTo>
                    <a:pt x="2053864" y="1137051"/>
                  </a:lnTo>
                  <a:lnTo>
                    <a:pt x="2053894" y="1137100"/>
                  </a:lnTo>
                  <a:lnTo>
                    <a:pt x="2054020" y="1137302"/>
                  </a:lnTo>
                  <a:lnTo>
                    <a:pt x="2055005" y="1138884"/>
                  </a:lnTo>
                  <a:lnTo>
                    <a:pt x="2055016" y="1138901"/>
                  </a:lnTo>
                  <a:lnTo>
                    <a:pt x="2055023" y="1138913"/>
                  </a:lnTo>
                  <a:lnTo>
                    <a:pt x="2055386" y="1139515"/>
                  </a:lnTo>
                  <a:lnTo>
                    <a:pt x="2055395" y="1139529"/>
                  </a:lnTo>
                  <a:lnTo>
                    <a:pt x="2055408" y="1139532"/>
                  </a:lnTo>
                  <a:lnTo>
                    <a:pt x="2055434" y="1139540"/>
                  </a:lnTo>
                  <a:lnTo>
                    <a:pt x="2055476" y="1139598"/>
                  </a:lnTo>
                  <a:lnTo>
                    <a:pt x="2055649" y="1139474"/>
                  </a:lnTo>
                  <a:lnTo>
                    <a:pt x="2056324" y="1138988"/>
                  </a:lnTo>
                  <a:lnTo>
                    <a:pt x="2057542" y="1141522"/>
                  </a:lnTo>
                  <a:lnTo>
                    <a:pt x="2057098" y="1141877"/>
                  </a:lnTo>
                  <a:lnTo>
                    <a:pt x="2057238" y="1142041"/>
                  </a:lnTo>
                  <a:lnTo>
                    <a:pt x="2057264" y="1142072"/>
                  </a:lnTo>
                  <a:lnTo>
                    <a:pt x="2057273" y="1142083"/>
                  </a:lnTo>
                  <a:lnTo>
                    <a:pt x="2057418" y="1142238"/>
                  </a:lnTo>
                  <a:lnTo>
                    <a:pt x="2057733" y="1142442"/>
                  </a:lnTo>
                  <a:lnTo>
                    <a:pt x="2058116" y="1142690"/>
                  </a:lnTo>
                  <a:lnTo>
                    <a:pt x="2058622" y="1142984"/>
                  </a:lnTo>
                  <a:lnTo>
                    <a:pt x="2058910" y="1143121"/>
                  </a:lnTo>
                  <a:lnTo>
                    <a:pt x="2059279" y="1143254"/>
                  </a:lnTo>
                  <a:lnTo>
                    <a:pt x="2059537" y="1143322"/>
                  </a:lnTo>
                  <a:lnTo>
                    <a:pt x="2059791" y="1143387"/>
                  </a:lnTo>
                  <a:lnTo>
                    <a:pt x="2059858" y="1143313"/>
                  </a:lnTo>
                  <a:lnTo>
                    <a:pt x="2059882" y="1143305"/>
                  </a:lnTo>
                  <a:lnTo>
                    <a:pt x="2060307" y="1143229"/>
                  </a:lnTo>
                  <a:lnTo>
                    <a:pt x="2060467" y="1143227"/>
                  </a:lnTo>
                  <a:lnTo>
                    <a:pt x="2060704" y="1143308"/>
                  </a:lnTo>
                  <a:lnTo>
                    <a:pt x="2060816" y="1143379"/>
                  </a:lnTo>
                  <a:lnTo>
                    <a:pt x="2060833" y="1143465"/>
                  </a:lnTo>
                  <a:lnTo>
                    <a:pt x="2060839" y="1143495"/>
                  </a:lnTo>
                  <a:lnTo>
                    <a:pt x="2060850" y="1143554"/>
                  </a:lnTo>
                  <a:lnTo>
                    <a:pt x="2061109" y="1143532"/>
                  </a:lnTo>
                  <a:lnTo>
                    <a:pt x="2061333" y="1143546"/>
                  </a:lnTo>
                  <a:lnTo>
                    <a:pt x="2061509" y="1143606"/>
                  </a:lnTo>
                  <a:lnTo>
                    <a:pt x="2061748" y="1143721"/>
                  </a:lnTo>
                  <a:lnTo>
                    <a:pt x="2062569" y="1144116"/>
                  </a:lnTo>
                  <a:lnTo>
                    <a:pt x="2062684" y="1144171"/>
                  </a:lnTo>
                  <a:lnTo>
                    <a:pt x="2062776" y="1144215"/>
                  </a:lnTo>
                  <a:lnTo>
                    <a:pt x="2062905" y="1144278"/>
                  </a:lnTo>
                  <a:lnTo>
                    <a:pt x="2063161" y="1144438"/>
                  </a:lnTo>
                  <a:lnTo>
                    <a:pt x="2063182" y="1144451"/>
                  </a:lnTo>
                  <a:lnTo>
                    <a:pt x="2063249" y="1144577"/>
                  </a:lnTo>
                  <a:lnTo>
                    <a:pt x="2063281" y="1144659"/>
                  </a:lnTo>
                  <a:lnTo>
                    <a:pt x="2063299" y="1144699"/>
                  </a:lnTo>
                  <a:lnTo>
                    <a:pt x="2063293" y="1144739"/>
                  </a:lnTo>
                  <a:lnTo>
                    <a:pt x="2063258" y="1144788"/>
                  </a:lnTo>
                  <a:lnTo>
                    <a:pt x="2063220" y="1144833"/>
                  </a:lnTo>
                  <a:lnTo>
                    <a:pt x="2063218" y="1144869"/>
                  </a:lnTo>
                  <a:lnTo>
                    <a:pt x="2063229" y="1144898"/>
                  </a:lnTo>
                  <a:lnTo>
                    <a:pt x="2063270" y="1144931"/>
                  </a:lnTo>
                  <a:lnTo>
                    <a:pt x="2063297" y="1144941"/>
                  </a:lnTo>
                  <a:lnTo>
                    <a:pt x="2063340" y="1144928"/>
                  </a:lnTo>
                  <a:lnTo>
                    <a:pt x="2063438" y="1144840"/>
                  </a:lnTo>
                  <a:lnTo>
                    <a:pt x="2063512" y="1144793"/>
                  </a:lnTo>
                  <a:lnTo>
                    <a:pt x="2063554" y="1144790"/>
                  </a:lnTo>
                  <a:lnTo>
                    <a:pt x="2063638" y="1144822"/>
                  </a:lnTo>
                  <a:lnTo>
                    <a:pt x="2063959" y="1145032"/>
                  </a:lnTo>
                  <a:lnTo>
                    <a:pt x="2064000" y="1145039"/>
                  </a:lnTo>
                  <a:lnTo>
                    <a:pt x="2064166" y="1145059"/>
                  </a:lnTo>
                  <a:lnTo>
                    <a:pt x="2064228" y="1145061"/>
                  </a:lnTo>
                  <a:lnTo>
                    <a:pt x="2064701" y="1145291"/>
                  </a:lnTo>
                  <a:lnTo>
                    <a:pt x="2064789" y="1145334"/>
                  </a:lnTo>
                  <a:lnTo>
                    <a:pt x="2064970" y="1145400"/>
                  </a:lnTo>
                  <a:lnTo>
                    <a:pt x="2066008" y="1145744"/>
                  </a:lnTo>
                  <a:lnTo>
                    <a:pt x="2066412" y="1145850"/>
                  </a:lnTo>
                  <a:lnTo>
                    <a:pt x="2067362" y="1145986"/>
                  </a:lnTo>
                  <a:lnTo>
                    <a:pt x="2067531" y="1146024"/>
                  </a:lnTo>
                  <a:lnTo>
                    <a:pt x="2067591" y="1146063"/>
                  </a:lnTo>
                  <a:lnTo>
                    <a:pt x="2068172" y="1146892"/>
                  </a:lnTo>
                  <a:lnTo>
                    <a:pt x="2068428" y="1147231"/>
                  </a:lnTo>
                  <a:lnTo>
                    <a:pt x="2068453" y="1147324"/>
                  </a:lnTo>
                  <a:lnTo>
                    <a:pt x="2068391" y="1147452"/>
                  </a:lnTo>
                  <a:lnTo>
                    <a:pt x="2068337" y="1147469"/>
                  </a:lnTo>
                  <a:lnTo>
                    <a:pt x="2068316" y="1147495"/>
                  </a:lnTo>
                  <a:lnTo>
                    <a:pt x="2068272" y="1147580"/>
                  </a:lnTo>
                  <a:lnTo>
                    <a:pt x="2068507" y="1147603"/>
                  </a:lnTo>
                  <a:lnTo>
                    <a:pt x="2068905" y="1147642"/>
                  </a:lnTo>
                  <a:lnTo>
                    <a:pt x="2069261" y="1147694"/>
                  </a:lnTo>
                  <a:lnTo>
                    <a:pt x="2069266" y="1147695"/>
                  </a:lnTo>
                  <a:lnTo>
                    <a:pt x="2069490" y="1147740"/>
                  </a:lnTo>
                  <a:lnTo>
                    <a:pt x="2069603" y="1147702"/>
                  </a:lnTo>
                  <a:lnTo>
                    <a:pt x="2069761" y="1147675"/>
                  </a:lnTo>
                  <a:lnTo>
                    <a:pt x="2070210" y="1147658"/>
                  </a:lnTo>
                  <a:lnTo>
                    <a:pt x="2070209" y="1147677"/>
                  </a:lnTo>
                  <a:lnTo>
                    <a:pt x="2070644" y="1147689"/>
                  </a:lnTo>
                  <a:lnTo>
                    <a:pt x="2071031" y="1147660"/>
                  </a:lnTo>
                  <a:lnTo>
                    <a:pt x="2071130" y="1147633"/>
                  </a:lnTo>
                  <a:lnTo>
                    <a:pt x="2071260" y="1147578"/>
                  </a:lnTo>
                  <a:lnTo>
                    <a:pt x="2071279" y="1147557"/>
                  </a:lnTo>
                  <a:lnTo>
                    <a:pt x="2071376" y="1147550"/>
                  </a:lnTo>
                  <a:lnTo>
                    <a:pt x="2071491" y="1147541"/>
                  </a:lnTo>
                  <a:lnTo>
                    <a:pt x="2071512" y="1147541"/>
                  </a:lnTo>
                  <a:lnTo>
                    <a:pt x="2071621" y="1147540"/>
                  </a:lnTo>
                  <a:lnTo>
                    <a:pt x="2071635" y="1147550"/>
                  </a:lnTo>
                  <a:lnTo>
                    <a:pt x="2071643" y="1147584"/>
                  </a:lnTo>
                  <a:lnTo>
                    <a:pt x="2071636" y="1147732"/>
                  </a:lnTo>
                  <a:lnTo>
                    <a:pt x="2071628" y="1147772"/>
                  </a:lnTo>
                  <a:lnTo>
                    <a:pt x="2071706" y="1148176"/>
                  </a:lnTo>
                  <a:lnTo>
                    <a:pt x="2071727" y="1148228"/>
                  </a:lnTo>
                  <a:lnTo>
                    <a:pt x="2071761" y="1148260"/>
                  </a:lnTo>
                  <a:lnTo>
                    <a:pt x="2071838" y="1148267"/>
                  </a:lnTo>
                  <a:lnTo>
                    <a:pt x="2072052" y="1148145"/>
                  </a:lnTo>
                  <a:lnTo>
                    <a:pt x="2072128" y="1148054"/>
                  </a:lnTo>
                  <a:lnTo>
                    <a:pt x="2072211" y="1147927"/>
                  </a:lnTo>
                  <a:lnTo>
                    <a:pt x="2072275" y="1147775"/>
                  </a:lnTo>
                  <a:lnTo>
                    <a:pt x="2072308" y="1147509"/>
                  </a:lnTo>
                  <a:lnTo>
                    <a:pt x="2072322" y="1147476"/>
                  </a:lnTo>
                  <a:lnTo>
                    <a:pt x="2072358" y="1147447"/>
                  </a:lnTo>
                  <a:lnTo>
                    <a:pt x="2072401" y="1147438"/>
                  </a:lnTo>
                  <a:lnTo>
                    <a:pt x="2072448" y="1147448"/>
                  </a:lnTo>
                  <a:lnTo>
                    <a:pt x="2072705" y="1147542"/>
                  </a:lnTo>
                  <a:lnTo>
                    <a:pt x="2072935" y="1147626"/>
                  </a:lnTo>
                  <a:lnTo>
                    <a:pt x="2073178" y="1147703"/>
                  </a:lnTo>
                  <a:lnTo>
                    <a:pt x="2073784" y="1147755"/>
                  </a:lnTo>
                  <a:lnTo>
                    <a:pt x="2074096" y="1147701"/>
                  </a:lnTo>
                  <a:lnTo>
                    <a:pt x="2074585" y="1147604"/>
                  </a:lnTo>
                  <a:lnTo>
                    <a:pt x="2074898" y="1147490"/>
                  </a:lnTo>
                  <a:lnTo>
                    <a:pt x="2074905" y="1147488"/>
                  </a:lnTo>
                  <a:lnTo>
                    <a:pt x="2074995" y="1147442"/>
                  </a:lnTo>
                  <a:lnTo>
                    <a:pt x="2075004" y="1147437"/>
                  </a:lnTo>
                  <a:lnTo>
                    <a:pt x="2075278" y="1147266"/>
                  </a:lnTo>
                  <a:lnTo>
                    <a:pt x="2075520" y="1147044"/>
                  </a:lnTo>
                  <a:lnTo>
                    <a:pt x="2075745" y="1147047"/>
                  </a:lnTo>
                  <a:lnTo>
                    <a:pt x="2075836" y="1147047"/>
                  </a:lnTo>
                  <a:lnTo>
                    <a:pt x="2075919" y="1146922"/>
                  </a:lnTo>
                  <a:lnTo>
                    <a:pt x="2076001" y="1146824"/>
                  </a:lnTo>
                  <a:lnTo>
                    <a:pt x="2076071" y="1146805"/>
                  </a:lnTo>
                  <a:lnTo>
                    <a:pt x="2076320" y="1146827"/>
                  </a:lnTo>
                  <a:lnTo>
                    <a:pt x="2076325" y="1146828"/>
                  </a:lnTo>
                  <a:lnTo>
                    <a:pt x="2076684" y="1146911"/>
                  </a:lnTo>
                  <a:lnTo>
                    <a:pt x="2076784" y="1146959"/>
                  </a:lnTo>
                  <a:lnTo>
                    <a:pt x="2076993" y="1147060"/>
                  </a:lnTo>
                  <a:lnTo>
                    <a:pt x="2077026" y="1147156"/>
                  </a:lnTo>
                  <a:lnTo>
                    <a:pt x="2077198" y="1147647"/>
                  </a:lnTo>
                  <a:lnTo>
                    <a:pt x="2077200" y="1147654"/>
                  </a:lnTo>
                  <a:lnTo>
                    <a:pt x="2077195" y="1148061"/>
                  </a:lnTo>
                  <a:lnTo>
                    <a:pt x="2077151" y="1148109"/>
                  </a:lnTo>
                  <a:lnTo>
                    <a:pt x="2076964" y="1148217"/>
                  </a:lnTo>
                  <a:lnTo>
                    <a:pt x="2076547" y="1148430"/>
                  </a:lnTo>
                  <a:lnTo>
                    <a:pt x="2076493" y="1148448"/>
                  </a:lnTo>
                  <a:lnTo>
                    <a:pt x="2076465" y="1148442"/>
                  </a:lnTo>
                  <a:lnTo>
                    <a:pt x="2076436" y="1148419"/>
                  </a:lnTo>
                  <a:lnTo>
                    <a:pt x="2076163" y="1148447"/>
                  </a:lnTo>
                  <a:lnTo>
                    <a:pt x="2076021" y="1148492"/>
                  </a:lnTo>
                  <a:lnTo>
                    <a:pt x="2075734" y="1148600"/>
                  </a:lnTo>
                  <a:lnTo>
                    <a:pt x="2075709" y="1148694"/>
                  </a:lnTo>
                  <a:lnTo>
                    <a:pt x="2075672" y="1148798"/>
                  </a:lnTo>
                  <a:lnTo>
                    <a:pt x="2075653" y="1148854"/>
                  </a:lnTo>
                  <a:lnTo>
                    <a:pt x="2075540" y="1148915"/>
                  </a:lnTo>
                  <a:lnTo>
                    <a:pt x="2075023" y="1149086"/>
                  </a:lnTo>
                  <a:lnTo>
                    <a:pt x="2074483" y="1149365"/>
                  </a:lnTo>
                  <a:lnTo>
                    <a:pt x="2074429" y="1149393"/>
                  </a:lnTo>
                  <a:lnTo>
                    <a:pt x="2074230" y="1149496"/>
                  </a:lnTo>
                  <a:lnTo>
                    <a:pt x="2073906" y="1149569"/>
                  </a:lnTo>
                  <a:lnTo>
                    <a:pt x="2073420" y="1149779"/>
                  </a:lnTo>
                  <a:lnTo>
                    <a:pt x="2073445" y="1149867"/>
                  </a:lnTo>
                  <a:lnTo>
                    <a:pt x="2073431" y="1149919"/>
                  </a:lnTo>
                  <a:lnTo>
                    <a:pt x="2073388" y="1149969"/>
                  </a:lnTo>
                  <a:lnTo>
                    <a:pt x="2073184" y="1150165"/>
                  </a:lnTo>
                  <a:lnTo>
                    <a:pt x="2073060" y="1150242"/>
                  </a:lnTo>
                  <a:lnTo>
                    <a:pt x="2072846" y="1150343"/>
                  </a:lnTo>
                  <a:lnTo>
                    <a:pt x="2072558" y="1150457"/>
                  </a:lnTo>
                  <a:lnTo>
                    <a:pt x="2072519" y="1150469"/>
                  </a:lnTo>
                  <a:lnTo>
                    <a:pt x="2072453" y="1150489"/>
                  </a:lnTo>
                  <a:lnTo>
                    <a:pt x="2072052" y="1150611"/>
                  </a:lnTo>
                  <a:lnTo>
                    <a:pt x="2071423" y="1150820"/>
                  </a:lnTo>
                  <a:lnTo>
                    <a:pt x="2071199" y="1150895"/>
                  </a:lnTo>
                  <a:lnTo>
                    <a:pt x="2070993" y="1150982"/>
                  </a:lnTo>
                  <a:lnTo>
                    <a:pt x="2070603" y="1151182"/>
                  </a:lnTo>
                  <a:lnTo>
                    <a:pt x="2070469" y="1151290"/>
                  </a:lnTo>
                  <a:lnTo>
                    <a:pt x="2070009" y="1151659"/>
                  </a:lnTo>
                  <a:lnTo>
                    <a:pt x="2069809" y="1151877"/>
                  </a:lnTo>
                  <a:lnTo>
                    <a:pt x="2069759" y="1151921"/>
                  </a:lnTo>
                  <a:lnTo>
                    <a:pt x="2069047" y="1152401"/>
                  </a:lnTo>
                  <a:lnTo>
                    <a:pt x="2068969" y="1152441"/>
                  </a:lnTo>
                  <a:lnTo>
                    <a:pt x="2068811" y="1152523"/>
                  </a:lnTo>
                  <a:lnTo>
                    <a:pt x="2068736" y="1152517"/>
                  </a:lnTo>
                  <a:lnTo>
                    <a:pt x="2068685" y="1152524"/>
                  </a:lnTo>
                  <a:lnTo>
                    <a:pt x="2068572" y="1152555"/>
                  </a:lnTo>
                  <a:lnTo>
                    <a:pt x="2068429" y="1152622"/>
                  </a:lnTo>
                  <a:lnTo>
                    <a:pt x="2068425" y="1152626"/>
                  </a:lnTo>
                  <a:lnTo>
                    <a:pt x="2068441" y="1152891"/>
                  </a:lnTo>
                  <a:lnTo>
                    <a:pt x="2068423" y="1152914"/>
                  </a:lnTo>
                  <a:lnTo>
                    <a:pt x="2068180" y="1153229"/>
                  </a:lnTo>
                  <a:lnTo>
                    <a:pt x="2068125" y="1153290"/>
                  </a:lnTo>
                  <a:lnTo>
                    <a:pt x="2068103" y="1153313"/>
                  </a:lnTo>
                  <a:lnTo>
                    <a:pt x="2068093" y="1153325"/>
                  </a:lnTo>
                  <a:lnTo>
                    <a:pt x="2068065" y="1153355"/>
                  </a:lnTo>
                  <a:lnTo>
                    <a:pt x="2067546" y="1153924"/>
                  </a:lnTo>
                  <a:lnTo>
                    <a:pt x="2067534" y="1153948"/>
                  </a:lnTo>
                  <a:lnTo>
                    <a:pt x="2067383" y="1154255"/>
                  </a:lnTo>
                  <a:lnTo>
                    <a:pt x="2067233" y="1154318"/>
                  </a:lnTo>
                  <a:lnTo>
                    <a:pt x="2067052" y="1154446"/>
                  </a:lnTo>
                  <a:lnTo>
                    <a:pt x="2066772" y="1154854"/>
                  </a:lnTo>
                  <a:lnTo>
                    <a:pt x="2066760" y="1154857"/>
                  </a:lnTo>
                  <a:lnTo>
                    <a:pt x="2066560" y="1154832"/>
                  </a:lnTo>
                  <a:lnTo>
                    <a:pt x="2066662" y="1155325"/>
                  </a:lnTo>
                  <a:lnTo>
                    <a:pt x="2066437" y="1156019"/>
                  </a:lnTo>
                  <a:lnTo>
                    <a:pt x="2066274" y="1156187"/>
                  </a:lnTo>
                  <a:lnTo>
                    <a:pt x="2065526" y="1156958"/>
                  </a:lnTo>
                  <a:lnTo>
                    <a:pt x="2065098" y="1157234"/>
                  </a:lnTo>
                  <a:lnTo>
                    <a:pt x="2064910" y="1157354"/>
                  </a:lnTo>
                  <a:lnTo>
                    <a:pt x="2064905" y="1157358"/>
                  </a:lnTo>
                  <a:lnTo>
                    <a:pt x="2064744" y="1157409"/>
                  </a:lnTo>
                  <a:lnTo>
                    <a:pt x="2064682" y="1157357"/>
                  </a:lnTo>
                  <a:lnTo>
                    <a:pt x="2064675" y="1157363"/>
                  </a:lnTo>
                  <a:lnTo>
                    <a:pt x="2064486" y="1157415"/>
                  </a:lnTo>
                  <a:lnTo>
                    <a:pt x="2064402" y="1157452"/>
                  </a:lnTo>
                  <a:lnTo>
                    <a:pt x="2064359" y="1157471"/>
                  </a:lnTo>
                  <a:lnTo>
                    <a:pt x="2064249" y="1157519"/>
                  </a:lnTo>
                  <a:lnTo>
                    <a:pt x="2064010" y="1157701"/>
                  </a:lnTo>
                  <a:lnTo>
                    <a:pt x="2063799" y="1157827"/>
                  </a:lnTo>
                  <a:lnTo>
                    <a:pt x="2063663" y="1157893"/>
                  </a:lnTo>
                  <a:lnTo>
                    <a:pt x="2063507" y="1157932"/>
                  </a:lnTo>
                  <a:lnTo>
                    <a:pt x="2062808" y="1158306"/>
                  </a:lnTo>
                  <a:lnTo>
                    <a:pt x="2062772" y="1158325"/>
                  </a:lnTo>
                  <a:lnTo>
                    <a:pt x="2062697" y="1158371"/>
                  </a:lnTo>
                  <a:lnTo>
                    <a:pt x="2062281" y="1158692"/>
                  </a:lnTo>
                  <a:lnTo>
                    <a:pt x="2061948" y="1158948"/>
                  </a:lnTo>
                  <a:lnTo>
                    <a:pt x="2061709" y="1159167"/>
                  </a:lnTo>
                  <a:lnTo>
                    <a:pt x="2061615" y="1159341"/>
                  </a:lnTo>
                  <a:lnTo>
                    <a:pt x="2061500" y="1159644"/>
                  </a:lnTo>
                  <a:lnTo>
                    <a:pt x="2061507" y="1159735"/>
                  </a:lnTo>
                  <a:lnTo>
                    <a:pt x="2061395" y="1159833"/>
                  </a:lnTo>
                  <a:lnTo>
                    <a:pt x="2061172" y="1160029"/>
                  </a:lnTo>
                  <a:lnTo>
                    <a:pt x="2060961" y="1160253"/>
                  </a:lnTo>
                  <a:lnTo>
                    <a:pt x="2060929" y="1160303"/>
                  </a:lnTo>
                  <a:lnTo>
                    <a:pt x="2060570" y="1160864"/>
                  </a:lnTo>
                  <a:lnTo>
                    <a:pt x="2060546" y="1160982"/>
                  </a:lnTo>
                  <a:lnTo>
                    <a:pt x="2060472" y="1161130"/>
                  </a:lnTo>
                  <a:lnTo>
                    <a:pt x="2060335" y="1161312"/>
                  </a:lnTo>
                  <a:lnTo>
                    <a:pt x="2059962" y="1161724"/>
                  </a:lnTo>
                  <a:lnTo>
                    <a:pt x="2059724" y="1161925"/>
                  </a:lnTo>
                  <a:lnTo>
                    <a:pt x="2059590" y="1162038"/>
                  </a:lnTo>
                  <a:lnTo>
                    <a:pt x="2059316" y="1162192"/>
                  </a:lnTo>
                  <a:lnTo>
                    <a:pt x="2059187" y="1162264"/>
                  </a:lnTo>
                  <a:lnTo>
                    <a:pt x="2059144" y="1162243"/>
                  </a:lnTo>
                  <a:lnTo>
                    <a:pt x="2058781" y="1163031"/>
                  </a:lnTo>
                  <a:lnTo>
                    <a:pt x="2058836" y="1163108"/>
                  </a:lnTo>
                  <a:lnTo>
                    <a:pt x="2058774" y="1163301"/>
                  </a:lnTo>
                  <a:lnTo>
                    <a:pt x="2058529" y="1163579"/>
                  </a:lnTo>
                  <a:lnTo>
                    <a:pt x="2058431" y="1163587"/>
                  </a:lnTo>
                  <a:lnTo>
                    <a:pt x="2058277" y="1163572"/>
                  </a:lnTo>
                  <a:lnTo>
                    <a:pt x="2058089" y="1163537"/>
                  </a:lnTo>
                  <a:lnTo>
                    <a:pt x="2058080" y="1163527"/>
                  </a:lnTo>
                  <a:lnTo>
                    <a:pt x="2058080" y="1163498"/>
                  </a:lnTo>
                  <a:lnTo>
                    <a:pt x="2058097" y="1163469"/>
                  </a:lnTo>
                  <a:lnTo>
                    <a:pt x="2058084" y="1163368"/>
                  </a:lnTo>
                  <a:lnTo>
                    <a:pt x="2057955" y="1163361"/>
                  </a:lnTo>
                  <a:lnTo>
                    <a:pt x="2057681" y="1163517"/>
                  </a:lnTo>
                  <a:lnTo>
                    <a:pt x="2057316" y="1163844"/>
                  </a:lnTo>
                  <a:lnTo>
                    <a:pt x="2056502" y="1164136"/>
                  </a:lnTo>
                  <a:lnTo>
                    <a:pt x="2056425" y="1164141"/>
                  </a:lnTo>
                  <a:lnTo>
                    <a:pt x="2056354" y="1164138"/>
                  </a:lnTo>
                  <a:lnTo>
                    <a:pt x="2056307" y="1164138"/>
                  </a:lnTo>
                  <a:lnTo>
                    <a:pt x="2056268" y="1164115"/>
                  </a:lnTo>
                  <a:lnTo>
                    <a:pt x="2056236" y="1164082"/>
                  </a:lnTo>
                  <a:lnTo>
                    <a:pt x="2056193" y="1164084"/>
                  </a:lnTo>
                  <a:lnTo>
                    <a:pt x="2056037" y="1164147"/>
                  </a:lnTo>
                  <a:lnTo>
                    <a:pt x="2056026" y="1164153"/>
                  </a:lnTo>
                  <a:lnTo>
                    <a:pt x="2056015" y="1164175"/>
                  </a:lnTo>
                  <a:lnTo>
                    <a:pt x="2056033" y="1164245"/>
                  </a:lnTo>
                  <a:lnTo>
                    <a:pt x="2056020" y="1164273"/>
                  </a:lnTo>
                  <a:lnTo>
                    <a:pt x="2055964" y="1164290"/>
                  </a:lnTo>
                  <a:lnTo>
                    <a:pt x="2055820" y="1164285"/>
                  </a:lnTo>
                  <a:lnTo>
                    <a:pt x="2055762" y="1164272"/>
                  </a:lnTo>
                  <a:lnTo>
                    <a:pt x="2055721" y="1164243"/>
                  </a:lnTo>
                  <a:lnTo>
                    <a:pt x="2055685" y="1164197"/>
                  </a:lnTo>
                  <a:lnTo>
                    <a:pt x="2055658" y="1164168"/>
                  </a:lnTo>
                  <a:lnTo>
                    <a:pt x="2055636" y="1164170"/>
                  </a:lnTo>
                  <a:lnTo>
                    <a:pt x="2055569" y="1164190"/>
                  </a:lnTo>
                  <a:lnTo>
                    <a:pt x="2055452" y="1164245"/>
                  </a:lnTo>
                  <a:lnTo>
                    <a:pt x="2055308" y="1164277"/>
                  </a:lnTo>
                  <a:lnTo>
                    <a:pt x="2055147" y="1164244"/>
                  </a:lnTo>
                  <a:lnTo>
                    <a:pt x="2055079" y="1164148"/>
                  </a:lnTo>
                  <a:lnTo>
                    <a:pt x="2055000" y="1164120"/>
                  </a:lnTo>
                  <a:lnTo>
                    <a:pt x="2054952" y="1164131"/>
                  </a:lnTo>
                  <a:lnTo>
                    <a:pt x="2054919" y="1164150"/>
                  </a:lnTo>
                  <a:lnTo>
                    <a:pt x="2054798" y="1164330"/>
                  </a:lnTo>
                  <a:lnTo>
                    <a:pt x="2054726" y="1164409"/>
                  </a:lnTo>
                  <a:lnTo>
                    <a:pt x="2054383" y="1164553"/>
                  </a:lnTo>
                  <a:lnTo>
                    <a:pt x="2053952" y="1164592"/>
                  </a:lnTo>
                  <a:lnTo>
                    <a:pt x="2053844" y="1164574"/>
                  </a:lnTo>
                  <a:lnTo>
                    <a:pt x="2053650" y="1164466"/>
                  </a:lnTo>
                  <a:lnTo>
                    <a:pt x="2053375" y="1164201"/>
                  </a:lnTo>
                  <a:lnTo>
                    <a:pt x="2052874" y="1164213"/>
                  </a:lnTo>
                  <a:lnTo>
                    <a:pt x="2052759" y="1164256"/>
                  </a:lnTo>
                  <a:lnTo>
                    <a:pt x="2052679" y="1164295"/>
                  </a:lnTo>
                  <a:lnTo>
                    <a:pt x="2052544" y="1164490"/>
                  </a:lnTo>
                  <a:lnTo>
                    <a:pt x="2052538" y="1164504"/>
                  </a:lnTo>
                  <a:lnTo>
                    <a:pt x="2052546" y="1164523"/>
                  </a:lnTo>
                  <a:lnTo>
                    <a:pt x="2052556" y="1164549"/>
                  </a:lnTo>
                  <a:lnTo>
                    <a:pt x="2052576" y="1164551"/>
                  </a:lnTo>
                  <a:lnTo>
                    <a:pt x="2052589" y="1164553"/>
                  </a:lnTo>
                  <a:lnTo>
                    <a:pt x="2052632" y="1164591"/>
                  </a:lnTo>
                  <a:lnTo>
                    <a:pt x="2052651" y="1164684"/>
                  </a:lnTo>
                  <a:lnTo>
                    <a:pt x="2052631" y="1164786"/>
                  </a:lnTo>
                  <a:lnTo>
                    <a:pt x="2052604" y="1164826"/>
                  </a:lnTo>
                  <a:lnTo>
                    <a:pt x="2052568" y="1164837"/>
                  </a:lnTo>
                  <a:lnTo>
                    <a:pt x="2052561" y="1164840"/>
                  </a:lnTo>
                  <a:lnTo>
                    <a:pt x="2052548" y="1164844"/>
                  </a:lnTo>
                  <a:lnTo>
                    <a:pt x="2052360" y="1164836"/>
                  </a:lnTo>
                  <a:lnTo>
                    <a:pt x="2052330" y="1164882"/>
                  </a:lnTo>
                  <a:lnTo>
                    <a:pt x="2052289" y="1164942"/>
                  </a:lnTo>
                  <a:lnTo>
                    <a:pt x="2052286" y="1164987"/>
                  </a:lnTo>
                  <a:lnTo>
                    <a:pt x="2052253" y="1165038"/>
                  </a:lnTo>
                  <a:lnTo>
                    <a:pt x="2052185" y="1165114"/>
                  </a:lnTo>
                  <a:lnTo>
                    <a:pt x="2052012" y="1165083"/>
                  </a:lnTo>
                  <a:lnTo>
                    <a:pt x="2051973" y="1165134"/>
                  </a:lnTo>
                  <a:lnTo>
                    <a:pt x="2052043" y="1165266"/>
                  </a:lnTo>
                  <a:lnTo>
                    <a:pt x="2051884" y="1165376"/>
                  </a:lnTo>
                  <a:lnTo>
                    <a:pt x="2051780" y="1165421"/>
                  </a:lnTo>
                  <a:lnTo>
                    <a:pt x="2051722" y="1165366"/>
                  </a:lnTo>
                  <a:lnTo>
                    <a:pt x="2051678" y="1165366"/>
                  </a:lnTo>
                  <a:lnTo>
                    <a:pt x="2051545" y="1165490"/>
                  </a:lnTo>
                  <a:lnTo>
                    <a:pt x="2051546" y="1165525"/>
                  </a:lnTo>
                  <a:lnTo>
                    <a:pt x="2051523" y="1165562"/>
                  </a:lnTo>
                  <a:lnTo>
                    <a:pt x="2051512" y="1165592"/>
                  </a:lnTo>
                  <a:lnTo>
                    <a:pt x="2051528" y="1165621"/>
                  </a:lnTo>
                  <a:lnTo>
                    <a:pt x="2051604" y="1165699"/>
                  </a:lnTo>
                  <a:lnTo>
                    <a:pt x="2051365" y="1165916"/>
                  </a:lnTo>
                  <a:lnTo>
                    <a:pt x="2051301" y="1165974"/>
                  </a:lnTo>
                  <a:lnTo>
                    <a:pt x="2051040" y="1166163"/>
                  </a:lnTo>
                  <a:lnTo>
                    <a:pt x="2050605" y="1166210"/>
                  </a:lnTo>
                  <a:lnTo>
                    <a:pt x="2050587" y="1166196"/>
                  </a:lnTo>
                  <a:lnTo>
                    <a:pt x="2050588" y="1166186"/>
                  </a:lnTo>
                  <a:lnTo>
                    <a:pt x="2050588" y="1166167"/>
                  </a:lnTo>
                  <a:lnTo>
                    <a:pt x="2050860" y="1165863"/>
                  </a:lnTo>
                  <a:lnTo>
                    <a:pt x="2050885" y="1165769"/>
                  </a:lnTo>
                  <a:lnTo>
                    <a:pt x="2050692" y="1165161"/>
                  </a:lnTo>
                  <a:lnTo>
                    <a:pt x="2048853" y="1165606"/>
                  </a:lnTo>
                  <a:lnTo>
                    <a:pt x="2048783" y="1165603"/>
                  </a:lnTo>
                  <a:lnTo>
                    <a:pt x="2048685" y="1165662"/>
                  </a:lnTo>
                  <a:lnTo>
                    <a:pt x="2048680" y="1165665"/>
                  </a:lnTo>
                  <a:lnTo>
                    <a:pt x="2048555" y="1165740"/>
                  </a:lnTo>
                  <a:lnTo>
                    <a:pt x="2048165" y="1165833"/>
                  </a:lnTo>
                  <a:lnTo>
                    <a:pt x="2048088" y="1165852"/>
                  </a:lnTo>
                  <a:lnTo>
                    <a:pt x="2048031" y="1165880"/>
                  </a:lnTo>
                  <a:lnTo>
                    <a:pt x="2047850" y="1166164"/>
                  </a:lnTo>
                  <a:lnTo>
                    <a:pt x="2047819" y="1166261"/>
                  </a:lnTo>
                  <a:lnTo>
                    <a:pt x="2047861" y="1166395"/>
                  </a:lnTo>
                  <a:lnTo>
                    <a:pt x="2047900" y="1166410"/>
                  </a:lnTo>
                  <a:lnTo>
                    <a:pt x="2048140" y="1166438"/>
                  </a:lnTo>
                  <a:lnTo>
                    <a:pt x="2048232" y="1166528"/>
                  </a:lnTo>
                  <a:lnTo>
                    <a:pt x="2048289" y="1166599"/>
                  </a:lnTo>
                  <a:lnTo>
                    <a:pt x="2048185" y="1166936"/>
                  </a:lnTo>
                  <a:lnTo>
                    <a:pt x="2048040" y="1166970"/>
                  </a:lnTo>
                  <a:lnTo>
                    <a:pt x="2047501" y="1167678"/>
                  </a:lnTo>
                  <a:lnTo>
                    <a:pt x="2047430" y="1167720"/>
                  </a:lnTo>
                  <a:lnTo>
                    <a:pt x="2047360" y="1167748"/>
                  </a:lnTo>
                  <a:lnTo>
                    <a:pt x="2047246" y="1167741"/>
                  </a:lnTo>
                  <a:lnTo>
                    <a:pt x="2047085" y="1167772"/>
                  </a:lnTo>
                  <a:lnTo>
                    <a:pt x="2046991" y="1167861"/>
                  </a:lnTo>
                  <a:lnTo>
                    <a:pt x="2046831" y="1168159"/>
                  </a:lnTo>
                  <a:lnTo>
                    <a:pt x="2046841" y="1168442"/>
                  </a:lnTo>
                  <a:lnTo>
                    <a:pt x="2046922" y="1168589"/>
                  </a:lnTo>
                  <a:lnTo>
                    <a:pt x="2047115" y="1168682"/>
                  </a:lnTo>
                  <a:lnTo>
                    <a:pt x="2047173" y="1168650"/>
                  </a:lnTo>
                  <a:lnTo>
                    <a:pt x="2047347" y="1168602"/>
                  </a:lnTo>
                  <a:lnTo>
                    <a:pt x="2047392" y="1168610"/>
                  </a:lnTo>
                  <a:lnTo>
                    <a:pt x="2047396" y="1168772"/>
                  </a:lnTo>
                  <a:lnTo>
                    <a:pt x="2047374" y="1168901"/>
                  </a:lnTo>
                  <a:lnTo>
                    <a:pt x="2047375" y="1168927"/>
                  </a:lnTo>
                  <a:lnTo>
                    <a:pt x="2047493" y="1169126"/>
                  </a:lnTo>
                  <a:lnTo>
                    <a:pt x="2047631" y="1169465"/>
                  </a:lnTo>
                  <a:lnTo>
                    <a:pt x="2047634" y="1169507"/>
                  </a:lnTo>
                  <a:lnTo>
                    <a:pt x="2047628" y="1169547"/>
                  </a:lnTo>
                  <a:lnTo>
                    <a:pt x="2047567" y="1169700"/>
                  </a:lnTo>
                  <a:lnTo>
                    <a:pt x="2047483" y="1169809"/>
                  </a:lnTo>
                  <a:lnTo>
                    <a:pt x="2047435" y="1169844"/>
                  </a:lnTo>
                  <a:lnTo>
                    <a:pt x="2047349" y="1169969"/>
                  </a:lnTo>
                  <a:lnTo>
                    <a:pt x="2047300" y="1170094"/>
                  </a:lnTo>
                  <a:lnTo>
                    <a:pt x="2047329" y="1170328"/>
                  </a:lnTo>
                  <a:lnTo>
                    <a:pt x="2047387" y="1170515"/>
                  </a:lnTo>
                  <a:lnTo>
                    <a:pt x="2047331" y="1170648"/>
                  </a:lnTo>
                  <a:lnTo>
                    <a:pt x="2047244" y="1170695"/>
                  </a:lnTo>
                  <a:lnTo>
                    <a:pt x="2047182" y="1170706"/>
                  </a:lnTo>
                  <a:lnTo>
                    <a:pt x="2047144" y="1170723"/>
                  </a:lnTo>
                  <a:lnTo>
                    <a:pt x="2047149" y="1170807"/>
                  </a:lnTo>
                  <a:lnTo>
                    <a:pt x="2047152" y="1170852"/>
                  </a:lnTo>
                  <a:lnTo>
                    <a:pt x="2047216" y="1170858"/>
                  </a:lnTo>
                  <a:lnTo>
                    <a:pt x="2047415" y="1170819"/>
                  </a:lnTo>
                  <a:lnTo>
                    <a:pt x="2047917" y="1170687"/>
                  </a:lnTo>
                  <a:lnTo>
                    <a:pt x="2048447" y="1170464"/>
                  </a:lnTo>
                  <a:lnTo>
                    <a:pt x="2048594" y="1170339"/>
                  </a:lnTo>
                  <a:lnTo>
                    <a:pt x="2048586" y="1170232"/>
                  </a:lnTo>
                  <a:lnTo>
                    <a:pt x="2048572" y="1170163"/>
                  </a:lnTo>
                  <a:lnTo>
                    <a:pt x="2048547" y="1170139"/>
                  </a:lnTo>
                  <a:lnTo>
                    <a:pt x="2048520" y="1170091"/>
                  </a:lnTo>
                  <a:lnTo>
                    <a:pt x="2048499" y="1170027"/>
                  </a:lnTo>
                  <a:lnTo>
                    <a:pt x="2048506" y="1169755"/>
                  </a:lnTo>
                  <a:lnTo>
                    <a:pt x="2048595" y="1169354"/>
                  </a:lnTo>
                  <a:lnTo>
                    <a:pt x="2048693" y="1169010"/>
                  </a:lnTo>
                  <a:lnTo>
                    <a:pt x="2048735" y="1168964"/>
                  </a:lnTo>
                  <a:lnTo>
                    <a:pt x="2048766" y="1168964"/>
                  </a:lnTo>
                  <a:lnTo>
                    <a:pt x="2048780" y="1168956"/>
                  </a:lnTo>
                  <a:lnTo>
                    <a:pt x="2048823" y="1168906"/>
                  </a:lnTo>
                  <a:lnTo>
                    <a:pt x="2048931" y="1168400"/>
                  </a:lnTo>
                  <a:lnTo>
                    <a:pt x="2048927" y="1168191"/>
                  </a:lnTo>
                  <a:lnTo>
                    <a:pt x="2048924" y="1168184"/>
                  </a:lnTo>
                  <a:lnTo>
                    <a:pt x="2048891" y="1168176"/>
                  </a:lnTo>
                  <a:lnTo>
                    <a:pt x="2048891" y="1168171"/>
                  </a:lnTo>
                  <a:lnTo>
                    <a:pt x="2048953" y="1168085"/>
                  </a:lnTo>
                  <a:lnTo>
                    <a:pt x="2049032" y="1167992"/>
                  </a:lnTo>
                  <a:lnTo>
                    <a:pt x="2049164" y="1167865"/>
                  </a:lnTo>
                  <a:lnTo>
                    <a:pt x="2049409" y="1167691"/>
                  </a:lnTo>
                  <a:lnTo>
                    <a:pt x="2049469" y="1167659"/>
                  </a:lnTo>
                  <a:lnTo>
                    <a:pt x="2049630" y="1167626"/>
                  </a:lnTo>
                  <a:lnTo>
                    <a:pt x="2049683" y="1167640"/>
                  </a:lnTo>
                  <a:lnTo>
                    <a:pt x="2049731" y="1167632"/>
                  </a:lnTo>
                  <a:lnTo>
                    <a:pt x="2049843" y="1167541"/>
                  </a:lnTo>
                  <a:lnTo>
                    <a:pt x="2050032" y="1167154"/>
                  </a:lnTo>
                  <a:lnTo>
                    <a:pt x="2050040" y="1167084"/>
                  </a:lnTo>
                  <a:lnTo>
                    <a:pt x="2050030" y="1166996"/>
                  </a:lnTo>
                  <a:lnTo>
                    <a:pt x="2050041" y="1166957"/>
                  </a:lnTo>
                  <a:lnTo>
                    <a:pt x="2050066" y="1166933"/>
                  </a:lnTo>
                  <a:lnTo>
                    <a:pt x="2050359" y="1166955"/>
                  </a:lnTo>
                  <a:lnTo>
                    <a:pt x="2050919" y="1167558"/>
                  </a:lnTo>
                  <a:lnTo>
                    <a:pt x="2050866" y="1167854"/>
                  </a:lnTo>
                  <a:lnTo>
                    <a:pt x="2051177" y="1168055"/>
                  </a:lnTo>
                  <a:lnTo>
                    <a:pt x="2051289" y="1168184"/>
                  </a:lnTo>
                  <a:lnTo>
                    <a:pt x="2051314" y="1168227"/>
                  </a:lnTo>
                  <a:lnTo>
                    <a:pt x="2051354" y="1168365"/>
                  </a:lnTo>
                  <a:lnTo>
                    <a:pt x="2051353" y="1168386"/>
                  </a:lnTo>
                  <a:lnTo>
                    <a:pt x="2051322" y="1168419"/>
                  </a:lnTo>
                  <a:lnTo>
                    <a:pt x="2051205" y="1168429"/>
                  </a:lnTo>
                  <a:lnTo>
                    <a:pt x="2050981" y="1168522"/>
                  </a:lnTo>
                  <a:lnTo>
                    <a:pt x="2050937" y="1168561"/>
                  </a:lnTo>
                  <a:lnTo>
                    <a:pt x="2050833" y="1168750"/>
                  </a:lnTo>
                  <a:lnTo>
                    <a:pt x="2050860" y="1168781"/>
                  </a:lnTo>
                  <a:lnTo>
                    <a:pt x="2050945" y="1168798"/>
                  </a:lnTo>
                  <a:lnTo>
                    <a:pt x="2050964" y="1168825"/>
                  </a:lnTo>
                  <a:lnTo>
                    <a:pt x="2050975" y="1168869"/>
                  </a:lnTo>
                  <a:lnTo>
                    <a:pt x="2050955" y="1169003"/>
                  </a:lnTo>
                  <a:lnTo>
                    <a:pt x="2050908" y="1169211"/>
                  </a:lnTo>
                  <a:lnTo>
                    <a:pt x="2050894" y="1169239"/>
                  </a:lnTo>
                  <a:lnTo>
                    <a:pt x="2050821" y="1169277"/>
                  </a:lnTo>
                  <a:lnTo>
                    <a:pt x="2050792" y="1169280"/>
                  </a:lnTo>
                  <a:lnTo>
                    <a:pt x="2050686" y="1169229"/>
                  </a:lnTo>
                  <a:lnTo>
                    <a:pt x="2050672" y="1169203"/>
                  </a:lnTo>
                  <a:lnTo>
                    <a:pt x="2050701" y="1169176"/>
                  </a:lnTo>
                  <a:lnTo>
                    <a:pt x="2050779" y="1169158"/>
                  </a:lnTo>
                  <a:lnTo>
                    <a:pt x="2050778" y="1169143"/>
                  </a:lnTo>
                  <a:lnTo>
                    <a:pt x="2050716" y="1169035"/>
                  </a:lnTo>
                  <a:lnTo>
                    <a:pt x="2050696" y="1169021"/>
                  </a:lnTo>
                  <a:lnTo>
                    <a:pt x="2050683" y="1169019"/>
                  </a:lnTo>
                  <a:lnTo>
                    <a:pt x="2050548" y="1169054"/>
                  </a:lnTo>
                  <a:lnTo>
                    <a:pt x="2050486" y="1169170"/>
                  </a:lnTo>
                  <a:lnTo>
                    <a:pt x="2050553" y="1169362"/>
                  </a:lnTo>
                  <a:lnTo>
                    <a:pt x="2050567" y="1169480"/>
                  </a:lnTo>
                  <a:lnTo>
                    <a:pt x="2050498" y="1169719"/>
                  </a:lnTo>
                  <a:lnTo>
                    <a:pt x="2050454" y="1169944"/>
                  </a:lnTo>
                  <a:lnTo>
                    <a:pt x="2050451" y="1170063"/>
                  </a:lnTo>
                  <a:lnTo>
                    <a:pt x="2050478" y="1170107"/>
                  </a:lnTo>
                  <a:lnTo>
                    <a:pt x="2050562" y="1170285"/>
                  </a:lnTo>
                  <a:lnTo>
                    <a:pt x="2050559" y="1170311"/>
                  </a:lnTo>
                  <a:lnTo>
                    <a:pt x="2050521" y="1170423"/>
                  </a:lnTo>
                  <a:lnTo>
                    <a:pt x="2050440" y="1170452"/>
                  </a:lnTo>
                  <a:lnTo>
                    <a:pt x="2050364" y="1170467"/>
                  </a:lnTo>
                  <a:lnTo>
                    <a:pt x="2050241" y="1170471"/>
                  </a:lnTo>
                  <a:lnTo>
                    <a:pt x="2050173" y="1170455"/>
                  </a:lnTo>
                  <a:lnTo>
                    <a:pt x="2050165" y="1170432"/>
                  </a:lnTo>
                  <a:lnTo>
                    <a:pt x="2050130" y="1170420"/>
                  </a:lnTo>
                  <a:lnTo>
                    <a:pt x="2049925" y="1170377"/>
                  </a:lnTo>
                  <a:lnTo>
                    <a:pt x="2049454" y="1170794"/>
                  </a:lnTo>
                  <a:lnTo>
                    <a:pt x="2049411" y="1170844"/>
                  </a:lnTo>
                  <a:lnTo>
                    <a:pt x="2049363" y="1171001"/>
                  </a:lnTo>
                  <a:lnTo>
                    <a:pt x="2049348" y="1171268"/>
                  </a:lnTo>
                  <a:lnTo>
                    <a:pt x="2049351" y="1171515"/>
                  </a:lnTo>
                  <a:lnTo>
                    <a:pt x="2049360" y="1171771"/>
                  </a:lnTo>
                  <a:lnTo>
                    <a:pt x="2049377" y="1171899"/>
                  </a:lnTo>
                  <a:lnTo>
                    <a:pt x="2049392" y="1171923"/>
                  </a:lnTo>
                  <a:lnTo>
                    <a:pt x="2049417" y="1171921"/>
                  </a:lnTo>
                  <a:lnTo>
                    <a:pt x="2049436" y="1171919"/>
                  </a:lnTo>
                  <a:lnTo>
                    <a:pt x="2049430" y="1171875"/>
                  </a:lnTo>
                  <a:lnTo>
                    <a:pt x="2049435" y="1171818"/>
                  </a:lnTo>
                  <a:lnTo>
                    <a:pt x="2049472" y="1171733"/>
                  </a:lnTo>
                  <a:lnTo>
                    <a:pt x="2049718" y="1171525"/>
                  </a:lnTo>
                  <a:lnTo>
                    <a:pt x="2049945" y="1171459"/>
                  </a:lnTo>
                  <a:lnTo>
                    <a:pt x="2050071" y="1171456"/>
                  </a:lnTo>
                  <a:lnTo>
                    <a:pt x="2050108" y="1171463"/>
                  </a:lnTo>
                  <a:lnTo>
                    <a:pt x="2050297" y="1171424"/>
                  </a:lnTo>
                  <a:lnTo>
                    <a:pt x="2050529" y="1171318"/>
                  </a:lnTo>
                  <a:lnTo>
                    <a:pt x="2050714" y="1170930"/>
                  </a:lnTo>
                  <a:lnTo>
                    <a:pt x="2050969" y="1170788"/>
                  </a:lnTo>
                  <a:lnTo>
                    <a:pt x="2051168" y="1170536"/>
                  </a:lnTo>
                  <a:lnTo>
                    <a:pt x="2051247" y="1170325"/>
                  </a:lnTo>
                  <a:lnTo>
                    <a:pt x="2051287" y="1170243"/>
                  </a:lnTo>
                  <a:lnTo>
                    <a:pt x="2051294" y="1170228"/>
                  </a:lnTo>
                  <a:lnTo>
                    <a:pt x="2051596" y="1169666"/>
                  </a:lnTo>
                  <a:lnTo>
                    <a:pt x="2051624" y="1169666"/>
                  </a:lnTo>
                  <a:lnTo>
                    <a:pt x="2051680" y="1169665"/>
                  </a:lnTo>
                  <a:lnTo>
                    <a:pt x="2051843" y="1169553"/>
                  </a:lnTo>
                  <a:lnTo>
                    <a:pt x="2051853" y="1169546"/>
                  </a:lnTo>
                  <a:lnTo>
                    <a:pt x="2051877" y="1169517"/>
                  </a:lnTo>
                  <a:lnTo>
                    <a:pt x="2051913" y="1169474"/>
                  </a:lnTo>
                  <a:lnTo>
                    <a:pt x="2051918" y="1169468"/>
                  </a:lnTo>
                  <a:lnTo>
                    <a:pt x="2051782" y="1169289"/>
                  </a:lnTo>
                  <a:lnTo>
                    <a:pt x="2051776" y="1168800"/>
                  </a:lnTo>
                  <a:lnTo>
                    <a:pt x="2051834" y="1168783"/>
                  </a:lnTo>
                  <a:lnTo>
                    <a:pt x="2052079" y="1168731"/>
                  </a:lnTo>
                  <a:lnTo>
                    <a:pt x="2052297" y="1168592"/>
                  </a:lnTo>
                  <a:lnTo>
                    <a:pt x="2052427" y="1168446"/>
                  </a:lnTo>
                  <a:lnTo>
                    <a:pt x="2052555" y="1168302"/>
                  </a:lnTo>
                  <a:lnTo>
                    <a:pt x="2052596" y="1168232"/>
                  </a:lnTo>
                  <a:lnTo>
                    <a:pt x="2052591" y="1168089"/>
                  </a:lnTo>
                  <a:lnTo>
                    <a:pt x="2052606" y="1168023"/>
                  </a:lnTo>
                  <a:lnTo>
                    <a:pt x="2052730" y="1167780"/>
                  </a:lnTo>
                  <a:lnTo>
                    <a:pt x="2052787" y="1167762"/>
                  </a:lnTo>
                  <a:lnTo>
                    <a:pt x="2053266" y="1167607"/>
                  </a:lnTo>
                  <a:lnTo>
                    <a:pt x="2053276" y="1167604"/>
                  </a:lnTo>
                  <a:lnTo>
                    <a:pt x="2053744" y="1167475"/>
                  </a:lnTo>
                  <a:lnTo>
                    <a:pt x="2055397" y="1166885"/>
                  </a:lnTo>
                  <a:lnTo>
                    <a:pt x="2055827" y="1166755"/>
                  </a:lnTo>
                  <a:lnTo>
                    <a:pt x="2055981" y="1166709"/>
                  </a:lnTo>
                  <a:lnTo>
                    <a:pt x="2056038" y="1166691"/>
                  </a:lnTo>
                  <a:lnTo>
                    <a:pt x="2056174" y="1166611"/>
                  </a:lnTo>
                  <a:lnTo>
                    <a:pt x="2056204" y="1166591"/>
                  </a:lnTo>
                  <a:lnTo>
                    <a:pt x="2056615" y="1166314"/>
                  </a:lnTo>
                  <a:lnTo>
                    <a:pt x="2057186" y="1165848"/>
                  </a:lnTo>
                  <a:lnTo>
                    <a:pt x="2057194" y="1165788"/>
                  </a:lnTo>
                  <a:lnTo>
                    <a:pt x="2057282" y="1165652"/>
                  </a:lnTo>
                  <a:lnTo>
                    <a:pt x="2057322" y="1165623"/>
                  </a:lnTo>
                  <a:lnTo>
                    <a:pt x="2057764" y="1165391"/>
                  </a:lnTo>
                  <a:lnTo>
                    <a:pt x="2057810" y="1165342"/>
                  </a:lnTo>
                  <a:lnTo>
                    <a:pt x="2058041" y="1165096"/>
                  </a:lnTo>
                  <a:lnTo>
                    <a:pt x="2058175" y="1165071"/>
                  </a:lnTo>
                  <a:lnTo>
                    <a:pt x="2058234" y="1165097"/>
                  </a:lnTo>
                  <a:lnTo>
                    <a:pt x="2058374" y="1165100"/>
                  </a:lnTo>
                  <a:lnTo>
                    <a:pt x="2058591" y="1165024"/>
                  </a:lnTo>
                  <a:lnTo>
                    <a:pt x="2058975" y="1164821"/>
                  </a:lnTo>
                  <a:lnTo>
                    <a:pt x="2059176" y="1164700"/>
                  </a:lnTo>
                  <a:lnTo>
                    <a:pt x="2059194" y="1164680"/>
                  </a:lnTo>
                  <a:lnTo>
                    <a:pt x="2059327" y="1164613"/>
                  </a:lnTo>
                  <a:lnTo>
                    <a:pt x="2059449" y="1164564"/>
                  </a:lnTo>
                  <a:lnTo>
                    <a:pt x="2059542" y="1164538"/>
                  </a:lnTo>
                  <a:lnTo>
                    <a:pt x="2059699" y="1164550"/>
                  </a:lnTo>
                  <a:lnTo>
                    <a:pt x="2059753" y="1164564"/>
                  </a:lnTo>
                  <a:lnTo>
                    <a:pt x="2059920" y="1164661"/>
                  </a:lnTo>
                  <a:lnTo>
                    <a:pt x="2059952" y="1164696"/>
                  </a:lnTo>
                  <a:lnTo>
                    <a:pt x="2059973" y="1164746"/>
                  </a:lnTo>
                  <a:lnTo>
                    <a:pt x="2059964" y="1164764"/>
                  </a:lnTo>
                  <a:lnTo>
                    <a:pt x="2060116" y="1164975"/>
                  </a:lnTo>
                  <a:lnTo>
                    <a:pt x="2060481" y="1165150"/>
                  </a:lnTo>
                  <a:lnTo>
                    <a:pt x="2060669" y="1165181"/>
                  </a:lnTo>
                  <a:lnTo>
                    <a:pt x="2060767" y="1165185"/>
                  </a:lnTo>
                  <a:lnTo>
                    <a:pt x="2060958" y="1165141"/>
                  </a:lnTo>
                  <a:lnTo>
                    <a:pt x="2061046" y="1165114"/>
                  </a:lnTo>
                  <a:lnTo>
                    <a:pt x="2061104" y="1165081"/>
                  </a:lnTo>
                  <a:lnTo>
                    <a:pt x="2061135" y="1165032"/>
                  </a:lnTo>
                  <a:lnTo>
                    <a:pt x="2061148" y="1164997"/>
                  </a:lnTo>
                  <a:lnTo>
                    <a:pt x="2061139" y="1164965"/>
                  </a:lnTo>
                  <a:lnTo>
                    <a:pt x="2061147" y="1164903"/>
                  </a:lnTo>
                  <a:lnTo>
                    <a:pt x="2061169" y="1164765"/>
                  </a:lnTo>
                  <a:lnTo>
                    <a:pt x="2061186" y="1164756"/>
                  </a:lnTo>
                  <a:lnTo>
                    <a:pt x="2061647" y="1164727"/>
                  </a:lnTo>
                  <a:lnTo>
                    <a:pt x="2061915" y="1164770"/>
                  </a:lnTo>
                  <a:lnTo>
                    <a:pt x="2061918" y="1164805"/>
                  </a:lnTo>
                  <a:lnTo>
                    <a:pt x="2061866" y="1164883"/>
                  </a:lnTo>
                  <a:lnTo>
                    <a:pt x="2061849" y="1164900"/>
                  </a:lnTo>
                  <a:lnTo>
                    <a:pt x="2061786" y="1164960"/>
                  </a:lnTo>
                  <a:lnTo>
                    <a:pt x="2061711" y="1165049"/>
                  </a:lnTo>
                  <a:lnTo>
                    <a:pt x="2061529" y="1165329"/>
                  </a:lnTo>
                  <a:lnTo>
                    <a:pt x="2061523" y="1165342"/>
                  </a:lnTo>
                  <a:lnTo>
                    <a:pt x="2061380" y="1165633"/>
                  </a:lnTo>
                  <a:lnTo>
                    <a:pt x="2061353" y="1165650"/>
                  </a:lnTo>
                  <a:lnTo>
                    <a:pt x="2061264" y="1165670"/>
                  </a:lnTo>
                  <a:lnTo>
                    <a:pt x="2061115" y="1166009"/>
                  </a:lnTo>
                  <a:lnTo>
                    <a:pt x="2061048" y="1166404"/>
                  </a:lnTo>
                  <a:lnTo>
                    <a:pt x="2061021" y="1166641"/>
                  </a:lnTo>
                  <a:lnTo>
                    <a:pt x="2061022" y="1166888"/>
                  </a:lnTo>
                  <a:lnTo>
                    <a:pt x="2061038" y="1166984"/>
                  </a:lnTo>
                  <a:lnTo>
                    <a:pt x="2061117" y="1167310"/>
                  </a:lnTo>
                  <a:lnTo>
                    <a:pt x="2061190" y="1167563"/>
                  </a:lnTo>
                  <a:lnTo>
                    <a:pt x="2061210" y="1167623"/>
                  </a:lnTo>
                  <a:lnTo>
                    <a:pt x="2061439" y="1167936"/>
                  </a:lnTo>
                  <a:lnTo>
                    <a:pt x="2061595" y="1168024"/>
                  </a:lnTo>
                  <a:lnTo>
                    <a:pt x="2061677" y="1168057"/>
                  </a:lnTo>
                  <a:lnTo>
                    <a:pt x="2061751" y="1168041"/>
                  </a:lnTo>
                  <a:lnTo>
                    <a:pt x="2062090" y="1167920"/>
                  </a:lnTo>
                  <a:lnTo>
                    <a:pt x="2062291" y="1167678"/>
                  </a:lnTo>
                  <a:lnTo>
                    <a:pt x="2062574" y="1167632"/>
                  </a:lnTo>
                  <a:lnTo>
                    <a:pt x="2062741" y="1167695"/>
                  </a:lnTo>
                  <a:lnTo>
                    <a:pt x="2062803" y="1167725"/>
                  </a:lnTo>
                  <a:lnTo>
                    <a:pt x="2062833" y="1167720"/>
                  </a:lnTo>
                  <a:lnTo>
                    <a:pt x="2062965" y="1167537"/>
                  </a:lnTo>
                  <a:lnTo>
                    <a:pt x="2062997" y="1167485"/>
                  </a:lnTo>
                  <a:lnTo>
                    <a:pt x="2063059" y="1167387"/>
                  </a:lnTo>
                  <a:lnTo>
                    <a:pt x="2063134" y="1167222"/>
                  </a:lnTo>
                  <a:lnTo>
                    <a:pt x="2063178" y="1167189"/>
                  </a:lnTo>
                  <a:lnTo>
                    <a:pt x="2063372" y="1167114"/>
                  </a:lnTo>
                  <a:lnTo>
                    <a:pt x="2063478" y="1166992"/>
                  </a:lnTo>
                  <a:lnTo>
                    <a:pt x="2063552" y="1166739"/>
                  </a:lnTo>
                  <a:lnTo>
                    <a:pt x="2063553" y="1166691"/>
                  </a:lnTo>
                  <a:lnTo>
                    <a:pt x="2063513" y="1166590"/>
                  </a:lnTo>
                  <a:lnTo>
                    <a:pt x="2063489" y="1166554"/>
                  </a:lnTo>
                  <a:lnTo>
                    <a:pt x="2063483" y="1166332"/>
                  </a:lnTo>
                  <a:lnTo>
                    <a:pt x="2063560" y="1165998"/>
                  </a:lnTo>
                  <a:lnTo>
                    <a:pt x="2063646" y="1165843"/>
                  </a:lnTo>
                  <a:lnTo>
                    <a:pt x="2063713" y="1165796"/>
                  </a:lnTo>
                  <a:lnTo>
                    <a:pt x="2063736" y="1165770"/>
                  </a:lnTo>
                  <a:lnTo>
                    <a:pt x="2063740" y="1165766"/>
                  </a:lnTo>
                  <a:lnTo>
                    <a:pt x="2063855" y="1165498"/>
                  </a:lnTo>
                  <a:lnTo>
                    <a:pt x="2063895" y="1165395"/>
                  </a:lnTo>
                  <a:lnTo>
                    <a:pt x="2064027" y="1165060"/>
                  </a:lnTo>
                  <a:lnTo>
                    <a:pt x="2064036" y="1165016"/>
                  </a:lnTo>
                  <a:lnTo>
                    <a:pt x="2064364" y="1165063"/>
                  </a:lnTo>
                  <a:lnTo>
                    <a:pt x="2064491" y="1165020"/>
                  </a:lnTo>
                  <a:lnTo>
                    <a:pt x="2064615" y="1164800"/>
                  </a:lnTo>
                  <a:lnTo>
                    <a:pt x="2064618" y="1164795"/>
                  </a:lnTo>
                  <a:lnTo>
                    <a:pt x="2064580" y="1164741"/>
                  </a:lnTo>
                  <a:lnTo>
                    <a:pt x="2064522" y="1164670"/>
                  </a:lnTo>
                  <a:lnTo>
                    <a:pt x="2064321" y="1164605"/>
                  </a:lnTo>
                  <a:lnTo>
                    <a:pt x="2064288" y="1164603"/>
                  </a:lnTo>
                  <a:lnTo>
                    <a:pt x="2064015" y="1164434"/>
                  </a:lnTo>
                  <a:lnTo>
                    <a:pt x="2063963" y="1164369"/>
                  </a:lnTo>
                  <a:lnTo>
                    <a:pt x="2063897" y="1164267"/>
                  </a:lnTo>
                  <a:lnTo>
                    <a:pt x="2063878" y="1164254"/>
                  </a:lnTo>
                  <a:lnTo>
                    <a:pt x="2063510" y="1164208"/>
                  </a:lnTo>
                  <a:lnTo>
                    <a:pt x="2062679" y="1164169"/>
                  </a:lnTo>
                  <a:lnTo>
                    <a:pt x="2062511" y="1164246"/>
                  </a:lnTo>
                  <a:lnTo>
                    <a:pt x="2062431" y="1164271"/>
                  </a:lnTo>
                  <a:lnTo>
                    <a:pt x="2061873" y="1164304"/>
                  </a:lnTo>
                  <a:lnTo>
                    <a:pt x="2061880" y="1164201"/>
                  </a:lnTo>
                  <a:lnTo>
                    <a:pt x="2061577" y="1164129"/>
                  </a:lnTo>
                  <a:lnTo>
                    <a:pt x="2061532" y="1164141"/>
                  </a:lnTo>
                  <a:lnTo>
                    <a:pt x="2061492" y="1164170"/>
                  </a:lnTo>
                  <a:lnTo>
                    <a:pt x="2061485" y="1164188"/>
                  </a:lnTo>
                  <a:lnTo>
                    <a:pt x="2061506" y="1164243"/>
                  </a:lnTo>
                  <a:lnTo>
                    <a:pt x="2061501" y="1164257"/>
                  </a:lnTo>
                  <a:lnTo>
                    <a:pt x="2061413" y="1164324"/>
                  </a:lnTo>
                  <a:lnTo>
                    <a:pt x="2061288" y="1164330"/>
                  </a:lnTo>
                  <a:lnTo>
                    <a:pt x="2061149" y="1164321"/>
                  </a:lnTo>
                  <a:lnTo>
                    <a:pt x="2061020" y="1164291"/>
                  </a:lnTo>
                  <a:lnTo>
                    <a:pt x="2060893" y="1164279"/>
                  </a:lnTo>
                  <a:lnTo>
                    <a:pt x="2060717" y="1164358"/>
                  </a:lnTo>
                  <a:lnTo>
                    <a:pt x="2060546" y="1164455"/>
                  </a:lnTo>
                  <a:lnTo>
                    <a:pt x="2060532" y="1164472"/>
                  </a:lnTo>
                  <a:lnTo>
                    <a:pt x="2060438" y="1164453"/>
                  </a:lnTo>
                  <a:lnTo>
                    <a:pt x="2060334" y="1164313"/>
                  </a:lnTo>
                  <a:lnTo>
                    <a:pt x="2060335" y="1164202"/>
                  </a:lnTo>
                  <a:lnTo>
                    <a:pt x="2060339" y="1163760"/>
                  </a:lnTo>
                  <a:lnTo>
                    <a:pt x="2060367" y="1163726"/>
                  </a:lnTo>
                  <a:lnTo>
                    <a:pt x="2060397" y="1163709"/>
                  </a:lnTo>
                  <a:lnTo>
                    <a:pt x="2060581" y="1163622"/>
                  </a:lnTo>
                  <a:lnTo>
                    <a:pt x="2060721" y="1163606"/>
                  </a:lnTo>
                  <a:lnTo>
                    <a:pt x="2060788" y="1163590"/>
                  </a:lnTo>
                  <a:lnTo>
                    <a:pt x="2060825" y="1163572"/>
                  </a:lnTo>
                  <a:lnTo>
                    <a:pt x="2061097" y="1163225"/>
                  </a:lnTo>
                  <a:lnTo>
                    <a:pt x="2061318" y="1163166"/>
                  </a:lnTo>
                  <a:lnTo>
                    <a:pt x="2061710" y="1162899"/>
                  </a:lnTo>
                  <a:lnTo>
                    <a:pt x="2061782" y="1162639"/>
                  </a:lnTo>
                  <a:lnTo>
                    <a:pt x="2061932" y="1162365"/>
                  </a:lnTo>
                  <a:lnTo>
                    <a:pt x="2062004" y="1162290"/>
                  </a:lnTo>
                  <a:lnTo>
                    <a:pt x="2062064" y="1162242"/>
                  </a:lnTo>
                  <a:lnTo>
                    <a:pt x="2062178" y="1162186"/>
                  </a:lnTo>
                  <a:lnTo>
                    <a:pt x="2062189" y="1162176"/>
                  </a:lnTo>
                  <a:lnTo>
                    <a:pt x="2062205" y="1162161"/>
                  </a:lnTo>
                  <a:lnTo>
                    <a:pt x="2062259" y="1162109"/>
                  </a:lnTo>
                  <a:lnTo>
                    <a:pt x="2062315" y="1162034"/>
                  </a:lnTo>
                  <a:lnTo>
                    <a:pt x="2062343" y="1161893"/>
                  </a:lnTo>
                  <a:lnTo>
                    <a:pt x="2062334" y="1161744"/>
                  </a:lnTo>
                  <a:lnTo>
                    <a:pt x="2062318" y="1161718"/>
                  </a:lnTo>
                  <a:lnTo>
                    <a:pt x="2062589" y="1161458"/>
                  </a:lnTo>
                  <a:lnTo>
                    <a:pt x="2062731" y="1161465"/>
                  </a:lnTo>
                  <a:lnTo>
                    <a:pt x="2062959" y="1161452"/>
                  </a:lnTo>
                  <a:lnTo>
                    <a:pt x="2063504" y="1161318"/>
                  </a:lnTo>
                  <a:lnTo>
                    <a:pt x="2063672" y="1161053"/>
                  </a:lnTo>
                  <a:lnTo>
                    <a:pt x="2064316" y="1160925"/>
                  </a:lnTo>
                  <a:lnTo>
                    <a:pt x="2064934" y="1160865"/>
                  </a:lnTo>
                  <a:lnTo>
                    <a:pt x="2065052" y="1160840"/>
                  </a:lnTo>
                  <a:lnTo>
                    <a:pt x="2065276" y="1160780"/>
                  </a:lnTo>
                  <a:lnTo>
                    <a:pt x="2065317" y="1160769"/>
                  </a:lnTo>
                  <a:lnTo>
                    <a:pt x="2065396" y="1160740"/>
                  </a:lnTo>
                  <a:lnTo>
                    <a:pt x="2065403" y="1160737"/>
                  </a:lnTo>
                  <a:lnTo>
                    <a:pt x="2065365" y="1160640"/>
                  </a:lnTo>
                  <a:lnTo>
                    <a:pt x="2065530" y="1160534"/>
                  </a:lnTo>
                  <a:lnTo>
                    <a:pt x="2065635" y="1160537"/>
                  </a:lnTo>
                  <a:lnTo>
                    <a:pt x="2066124" y="1160903"/>
                  </a:lnTo>
                  <a:lnTo>
                    <a:pt x="2066312" y="1160682"/>
                  </a:lnTo>
                  <a:lnTo>
                    <a:pt x="2066409" y="1160626"/>
                  </a:lnTo>
                  <a:lnTo>
                    <a:pt x="2066633" y="1160498"/>
                  </a:lnTo>
                  <a:lnTo>
                    <a:pt x="2066658" y="1160511"/>
                  </a:lnTo>
                  <a:lnTo>
                    <a:pt x="2066722" y="1160606"/>
                  </a:lnTo>
                  <a:lnTo>
                    <a:pt x="2067127" y="1160473"/>
                  </a:lnTo>
                  <a:lnTo>
                    <a:pt x="2067460" y="1160203"/>
                  </a:lnTo>
                  <a:lnTo>
                    <a:pt x="2067505" y="1160129"/>
                  </a:lnTo>
                  <a:lnTo>
                    <a:pt x="2067554" y="1159994"/>
                  </a:lnTo>
                  <a:lnTo>
                    <a:pt x="2067507" y="1159817"/>
                  </a:lnTo>
                  <a:lnTo>
                    <a:pt x="2067484" y="1159645"/>
                  </a:lnTo>
                  <a:lnTo>
                    <a:pt x="2067490" y="1159634"/>
                  </a:lnTo>
                  <a:lnTo>
                    <a:pt x="2067924" y="1159604"/>
                  </a:lnTo>
                  <a:lnTo>
                    <a:pt x="2068282" y="1159811"/>
                  </a:lnTo>
                  <a:lnTo>
                    <a:pt x="2068343" y="1159873"/>
                  </a:lnTo>
                  <a:lnTo>
                    <a:pt x="2068351" y="1159908"/>
                  </a:lnTo>
                  <a:lnTo>
                    <a:pt x="2068383" y="1159950"/>
                  </a:lnTo>
                  <a:lnTo>
                    <a:pt x="2068723" y="1160010"/>
                  </a:lnTo>
                  <a:lnTo>
                    <a:pt x="2068741" y="1160000"/>
                  </a:lnTo>
                  <a:lnTo>
                    <a:pt x="2068791" y="1159895"/>
                  </a:lnTo>
                  <a:lnTo>
                    <a:pt x="2068806" y="1159894"/>
                  </a:lnTo>
                  <a:lnTo>
                    <a:pt x="2069258" y="1160016"/>
                  </a:lnTo>
                  <a:lnTo>
                    <a:pt x="2069419" y="1160097"/>
                  </a:lnTo>
                  <a:lnTo>
                    <a:pt x="2069444" y="1160147"/>
                  </a:lnTo>
                  <a:lnTo>
                    <a:pt x="2069421" y="1160170"/>
                  </a:lnTo>
                  <a:lnTo>
                    <a:pt x="2069382" y="1160190"/>
                  </a:lnTo>
                  <a:lnTo>
                    <a:pt x="2069220" y="1160610"/>
                  </a:lnTo>
                  <a:lnTo>
                    <a:pt x="2069217" y="1160670"/>
                  </a:lnTo>
                  <a:lnTo>
                    <a:pt x="2069216" y="1160697"/>
                  </a:lnTo>
                  <a:lnTo>
                    <a:pt x="2069226" y="1160786"/>
                  </a:lnTo>
                  <a:lnTo>
                    <a:pt x="2069238" y="1160787"/>
                  </a:lnTo>
                  <a:lnTo>
                    <a:pt x="2069275" y="1160764"/>
                  </a:lnTo>
                  <a:lnTo>
                    <a:pt x="2069326" y="1160719"/>
                  </a:lnTo>
                  <a:lnTo>
                    <a:pt x="2069958" y="1160769"/>
                  </a:lnTo>
                  <a:lnTo>
                    <a:pt x="2070212" y="1160989"/>
                  </a:lnTo>
                  <a:lnTo>
                    <a:pt x="2070142" y="1161201"/>
                  </a:lnTo>
                  <a:lnTo>
                    <a:pt x="2070215" y="1161773"/>
                  </a:lnTo>
                  <a:lnTo>
                    <a:pt x="2070237" y="1161817"/>
                  </a:lnTo>
                  <a:lnTo>
                    <a:pt x="2070288" y="1161861"/>
                  </a:lnTo>
                  <a:lnTo>
                    <a:pt x="2070324" y="1161874"/>
                  </a:lnTo>
                  <a:lnTo>
                    <a:pt x="2070414" y="1161848"/>
                  </a:lnTo>
                  <a:lnTo>
                    <a:pt x="2070445" y="1161832"/>
                  </a:lnTo>
                  <a:lnTo>
                    <a:pt x="2070468" y="1161784"/>
                  </a:lnTo>
                  <a:lnTo>
                    <a:pt x="2070599" y="1161737"/>
                  </a:lnTo>
                  <a:lnTo>
                    <a:pt x="2070803" y="1161731"/>
                  </a:lnTo>
                  <a:lnTo>
                    <a:pt x="2070898" y="1161925"/>
                  </a:lnTo>
                  <a:lnTo>
                    <a:pt x="2070913" y="1162453"/>
                  </a:lnTo>
                  <a:lnTo>
                    <a:pt x="2070877" y="1162456"/>
                  </a:lnTo>
                  <a:lnTo>
                    <a:pt x="2070633" y="1162539"/>
                  </a:lnTo>
                  <a:lnTo>
                    <a:pt x="2070302" y="1162755"/>
                  </a:lnTo>
                  <a:lnTo>
                    <a:pt x="2070293" y="1162794"/>
                  </a:lnTo>
                  <a:lnTo>
                    <a:pt x="2070395" y="1162830"/>
                  </a:lnTo>
                  <a:lnTo>
                    <a:pt x="2070420" y="1162870"/>
                  </a:lnTo>
                  <a:lnTo>
                    <a:pt x="2070428" y="1162913"/>
                  </a:lnTo>
                  <a:lnTo>
                    <a:pt x="2070399" y="1163093"/>
                  </a:lnTo>
                  <a:lnTo>
                    <a:pt x="2070383" y="1163186"/>
                  </a:lnTo>
                  <a:lnTo>
                    <a:pt x="2070443" y="1163219"/>
                  </a:lnTo>
                  <a:lnTo>
                    <a:pt x="2070459" y="1163335"/>
                  </a:lnTo>
                  <a:lnTo>
                    <a:pt x="2070496" y="1163599"/>
                  </a:lnTo>
                  <a:lnTo>
                    <a:pt x="2070502" y="1163638"/>
                  </a:lnTo>
                  <a:lnTo>
                    <a:pt x="2070521" y="1163640"/>
                  </a:lnTo>
                  <a:lnTo>
                    <a:pt x="2070533" y="1163642"/>
                  </a:lnTo>
                  <a:lnTo>
                    <a:pt x="2070540" y="1163650"/>
                  </a:lnTo>
                  <a:lnTo>
                    <a:pt x="2070545" y="1163694"/>
                  </a:lnTo>
                  <a:lnTo>
                    <a:pt x="2070542" y="1163710"/>
                  </a:lnTo>
                  <a:lnTo>
                    <a:pt x="2070529" y="1163790"/>
                  </a:lnTo>
                  <a:lnTo>
                    <a:pt x="2070523" y="1163875"/>
                  </a:lnTo>
                  <a:lnTo>
                    <a:pt x="2070519" y="1163926"/>
                  </a:lnTo>
                  <a:lnTo>
                    <a:pt x="2070575" y="1163977"/>
                  </a:lnTo>
                  <a:lnTo>
                    <a:pt x="2070640" y="1164008"/>
                  </a:lnTo>
                  <a:lnTo>
                    <a:pt x="2070701" y="1164026"/>
                  </a:lnTo>
                  <a:lnTo>
                    <a:pt x="2070783" y="1163997"/>
                  </a:lnTo>
                  <a:lnTo>
                    <a:pt x="2070793" y="1164000"/>
                  </a:lnTo>
                  <a:lnTo>
                    <a:pt x="2070887" y="1164040"/>
                  </a:lnTo>
                  <a:lnTo>
                    <a:pt x="2070938" y="1164061"/>
                  </a:lnTo>
                  <a:lnTo>
                    <a:pt x="2070843" y="1164207"/>
                  </a:lnTo>
                  <a:lnTo>
                    <a:pt x="2070825" y="1164220"/>
                  </a:lnTo>
                  <a:lnTo>
                    <a:pt x="2070589" y="1164292"/>
                  </a:lnTo>
                  <a:lnTo>
                    <a:pt x="2070529" y="1164288"/>
                  </a:lnTo>
                  <a:lnTo>
                    <a:pt x="2070432" y="1164351"/>
                  </a:lnTo>
                  <a:lnTo>
                    <a:pt x="2070420" y="1164358"/>
                  </a:lnTo>
                  <a:lnTo>
                    <a:pt x="2070365" y="1164445"/>
                  </a:lnTo>
                  <a:lnTo>
                    <a:pt x="2069385" y="1165970"/>
                  </a:lnTo>
                  <a:lnTo>
                    <a:pt x="2069364" y="1166002"/>
                  </a:lnTo>
                  <a:lnTo>
                    <a:pt x="2069349" y="1166085"/>
                  </a:lnTo>
                  <a:lnTo>
                    <a:pt x="2069337" y="1166431"/>
                  </a:lnTo>
                  <a:lnTo>
                    <a:pt x="2069422" y="1167631"/>
                  </a:lnTo>
                  <a:lnTo>
                    <a:pt x="2069661" y="1167881"/>
                  </a:lnTo>
                  <a:lnTo>
                    <a:pt x="2069941" y="1168033"/>
                  </a:lnTo>
                  <a:lnTo>
                    <a:pt x="2070136" y="1168073"/>
                  </a:lnTo>
                  <a:lnTo>
                    <a:pt x="2070364" y="1168338"/>
                  </a:lnTo>
                  <a:lnTo>
                    <a:pt x="2070532" y="1168534"/>
                  </a:lnTo>
                  <a:lnTo>
                    <a:pt x="2070630" y="1168719"/>
                  </a:lnTo>
                  <a:lnTo>
                    <a:pt x="2070656" y="1169084"/>
                  </a:lnTo>
                  <a:lnTo>
                    <a:pt x="2070633" y="1169133"/>
                  </a:lnTo>
                  <a:lnTo>
                    <a:pt x="2070607" y="1169132"/>
                  </a:lnTo>
                  <a:lnTo>
                    <a:pt x="2070552" y="1169107"/>
                  </a:lnTo>
                  <a:lnTo>
                    <a:pt x="2070540" y="1169096"/>
                  </a:lnTo>
                  <a:lnTo>
                    <a:pt x="2070311" y="1168883"/>
                  </a:lnTo>
                  <a:lnTo>
                    <a:pt x="2070072" y="1169097"/>
                  </a:lnTo>
                  <a:lnTo>
                    <a:pt x="2070062" y="1169122"/>
                  </a:lnTo>
                  <a:lnTo>
                    <a:pt x="2070063" y="1169146"/>
                  </a:lnTo>
                  <a:lnTo>
                    <a:pt x="2070067" y="1169166"/>
                  </a:lnTo>
                  <a:lnTo>
                    <a:pt x="2070128" y="1169217"/>
                  </a:lnTo>
                  <a:lnTo>
                    <a:pt x="2070178" y="1169265"/>
                  </a:lnTo>
                  <a:lnTo>
                    <a:pt x="2070260" y="1169364"/>
                  </a:lnTo>
                  <a:lnTo>
                    <a:pt x="2070279" y="1169424"/>
                  </a:lnTo>
                  <a:lnTo>
                    <a:pt x="2070270" y="1169456"/>
                  </a:lnTo>
                  <a:lnTo>
                    <a:pt x="2070205" y="1169471"/>
                  </a:lnTo>
                  <a:lnTo>
                    <a:pt x="2070121" y="1169455"/>
                  </a:lnTo>
                  <a:lnTo>
                    <a:pt x="2069970" y="1169440"/>
                  </a:lnTo>
                  <a:lnTo>
                    <a:pt x="2069911" y="1169439"/>
                  </a:lnTo>
                  <a:lnTo>
                    <a:pt x="2069865" y="1169460"/>
                  </a:lnTo>
                  <a:lnTo>
                    <a:pt x="2069841" y="1169551"/>
                  </a:lnTo>
                  <a:lnTo>
                    <a:pt x="2069829" y="1169597"/>
                  </a:lnTo>
                  <a:lnTo>
                    <a:pt x="2069787" y="1169606"/>
                  </a:lnTo>
                  <a:lnTo>
                    <a:pt x="2069717" y="1169591"/>
                  </a:lnTo>
                  <a:lnTo>
                    <a:pt x="2069685" y="1169637"/>
                  </a:lnTo>
                  <a:lnTo>
                    <a:pt x="2069671" y="1169715"/>
                  </a:lnTo>
                  <a:lnTo>
                    <a:pt x="2069682" y="1169795"/>
                  </a:lnTo>
                  <a:lnTo>
                    <a:pt x="2069703" y="1169850"/>
                  </a:lnTo>
                  <a:lnTo>
                    <a:pt x="2069716" y="1169859"/>
                  </a:lnTo>
                  <a:lnTo>
                    <a:pt x="2069734" y="1169871"/>
                  </a:lnTo>
                  <a:lnTo>
                    <a:pt x="2069771" y="1169882"/>
                  </a:lnTo>
                  <a:lnTo>
                    <a:pt x="2069862" y="1169844"/>
                  </a:lnTo>
                  <a:lnTo>
                    <a:pt x="2069959" y="1169834"/>
                  </a:lnTo>
                  <a:lnTo>
                    <a:pt x="2070006" y="1169845"/>
                  </a:lnTo>
                  <a:lnTo>
                    <a:pt x="2070023" y="1169882"/>
                  </a:lnTo>
                  <a:lnTo>
                    <a:pt x="2070007" y="1169919"/>
                  </a:lnTo>
                  <a:lnTo>
                    <a:pt x="2069914" y="1169964"/>
                  </a:lnTo>
                  <a:lnTo>
                    <a:pt x="2069717" y="1169981"/>
                  </a:lnTo>
                  <a:lnTo>
                    <a:pt x="2069649" y="1169987"/>
                  </a:lnTo>
                  <a:lnTo>
                    <a:pt x="2069612" y="1170025"/>
                  </a:lnTo>
                  <a:lnTo>
                    <a:pt x="2069612" y="1170066"/>
                  </a:lnTo>
                  <a:lnTo>
                    <a:pt x="2069681" y="1170198"/>
                  </a:lnTo>
                  <a:lnTo>
                    <a:pt x="2069707" y="1170239"/>
                  </a:lnTo>
                  <a:lnTo>
                    <a:pt x="2069775" y="1170308"/>
                  </a:lnTo>
                  <a:lnTo>
                    <a:pt x="2069847" y="1170349"/>
                  </a:lnTo>
                  <a:lnTo>
                    <a:pt x="2069841" y="1170419"/>
                  </a:lnTo>
                  <a:lnTo>
                    <a:pt x="2069816" y="1170433"/>
                  </a:lnTo>
                  <a:lnTo>
                    <a:pt x="2069760" y="1170415"/>
                  </a:lnTo>
                  <a:lnTo>
                    <a:pt x="2068693" y="1171333"/>
                  </a:lnTo>
                  <a:lnTo>
                    <a:pt x="2068693" y="1171348"/>
                  </a:lnTo>
                  <a:lnTo>
                    <a:pt x="2068645" y="1171533"/>
                  </a:lnTo>
                  <a:lnTo>
                    <a:pt x="2068372" y="1171920"/>
                  </a:lnTo>
                  <a:lnTo>
                    <a:pt x="2068233" y="1172023"/>
                  </a:lnTo>
                  <a:lnTo>
                    <a:pt x="2068199" y="1172028"/>
                  </a:lnTo>
                  <a:lnTo>
                    <a:pt x="2068156" y="1172021"/>
                  </a:lnTo>
                  <a:lnTo>
                    <a:pt x="2068137" y="1172033"/>
                  </a:lnTo>
                  <a:lnTo>
                    <a:pt x="2068113" y="1172064"/>
                  </a:lnTo>
                  <a:lnTo>
                    <a:pt x="2068123" y="1172643"/>
                  </a:lnTo>
                  <a:lnTo>
                    <a:pt x="2068138" y="1172683"/>
                  </a:lnTo>
                  <a:lnTo>
                    <a:pt x="2068179" y="1172696"/>
                  </a:lnTo>
                  <a:lnTo>
                    <a:pt x="2068218" y="1172710"/>
                  </a:lnTo>
                  <a:lnTo>
                    <a:pt x="2068250" y="1172809"/>
                  </a:lnTo>
                  <a:lnTo>
                    <a:pt x="2068229" y="1172969"/>
                  </a:lnTo>
                  <a:lnTo>
                    <a:pt x="2068160" y="1173131"/>
                  </a:lnTo>
                  <a:lnTo>
                    <a:pt x="2068047" y="1173193"/>
                  </a:lnTo>
                  <a:lnTo>
                    <a:pt x="2067948" y="1173190"/>
                  </a:lnTo>
                  <a:lnTo>
                    <a:pt x="2067917" y="1173162"/>
                  </a:lnTo>
                  <a:lnTo>
                    <a:pt x="2067864" y="1173194"/>
                  </a:lnTo>
                  <a:lnTo>
                    <a:pt x="2067827" y="1173228"/>
                  </a:lnTo>
                  <a:lnTo>
                    <a:pt x="2067817" y="1173310"/>
                  </a:lnTo>
                  <a:lnTo>
                    <a:pt x="2067836" y="1173398"/>
                  </a:lnTo>
                  <a:lnTo>
                    <a:pt x="2068044" y="1173564"/>
                  </a:lnTo>
                  <a:lnTo>
                    <a:pt x="2068051" y="1173575"/>
                  </a:lnTo>
                  <a:lnTo>
                    <a:pt x="2068460" y="1174149"/>
                  </a:lnTo>
                  <a:lnTo>
                    <a:pt x="2068487" y="1174186"/>
                  </a:lnTo>
                  <a:lnTo>
                    <a:pt x="2068656" y="1174349"/>
                  </a:lnTo>
                  <a:lnTo>
                    <a:pt x="2068715" y="1174365"/>
                  </a:lnTo>
                  <a:lnTo>
                    <a:pt x="2068792" y="1174372"/>
                  </a:lnTo>
                  <a:lnTo>
                    <a:pt x="2068882" y="1174362"/>
                  </a:lnTo>
                  <a:lnTo>
                    <a:pt x="2068935" y="1174376"/>
                  </a:lnTo>
                  <a:lnTo>
                    <a:pt x="2068949" y="1174402"/>
                  </a:lnTo>
                  <a:lnTo>
                    <a:pt x="2068956" y="1174446"/>
                  </a:lnTo>
                  <a:lnTo>
                    <a:pt x="2068956" y="1174471"/>
                  </a:lnTo>
                  <a:lnTo>
                    <a:pt x="2068690" y="1174859"/>
                  </a:lnTo>
                  <a:lnTo>
                    <a:pt x="2068550" y="1175049"/>
                  </a:lnTo>
                  <a:lnTo>
                    <a:pt x="2068239" y="1175111"/>
                  </a:lnTo>
                  <a:lnTo>
                    <a:pt x="2067920" y="1175517"/>
                  </a:lnTo>
                  <a:lnTo>
                    <a:pt x="2067909" y="1175559"/>
                  </a:lnTo>
                  <a:lnTo>
                    <a:pt x="2067932" y="1175603"/>
                  </a:lnTo>
                  <a:lnTo>
                    <a:pt x="2067960" y="1175633"/>
                  </a:lnTo>
                  <a:lnTo>
                    <a:pt x="2068110" y="1175738"/>
                  </a:lnTo>
                  <a:lnTo>
                    <a:pt x="2068116" y="1175744"/>
                  </a:lnTo>
                  <a:lnTo>
                    <a:pt x="2068249" y="1175876"/>
                  </a:lnTo>
                  <a:lnTo>
                    <a:pt x="2068252" y="1175879"/>
                  </a:lnTo>
                  <a:lnTo>
                    <a:pt x="2068240" y="1176425"/>
                  </a:lnTo>
                  <a:lnTo>
                    <a:pt x="2068179" y="1176646"/>
                  </a:lnTo>
                  <a:lnTo>
                    <a:pt x="2068046" y="1176844"/>
                  </a:lnTo>
                  <a:lnTo>
                    <a:pt x="2068045" y="1176857"/>
                  </a:lnTo>
                  <a:lnTo>
                    <a:pt x="2068088" y="1176923"/>
                  </a:lnTo>
                  <a:lnTo>
                    <a:pt x="2069161" y="1176982"/>
                  </a:lnTo>
                  <a:lnTo>
                    <a:pt x="2069233" y="1177002"/>
                  </a:lnTo>
                  <a:lnTo>
                    <a:pt x="2069280" y="1177015"/>
                  </a:lnTo>
                  <a:lnTo>
                    <a:pt x="2069296" y="1177019"/>
                  </a:lnTo>
                  <a:lnTo>
                    <a:pt x="2069725" y="1177350"/>
                  </a:lnTo>
                  <a:lnTo>
                    <a:pt x="2069854" y="1177415"/>
                  </a:lnTo>
                  <a:lnTo>
                    <a:pt x="2069946" y="1177445"/>
                  </a:lnTo>
                  <a:lnTo>
                    <a:pt x="2070043" y="1177450"/>
                  </a:lnTo>
                  <a:lnTo>
                    <a:pt x="2070143" y="1177433"/>
                  </a:lnTo>
                  <a:lnTo>
                    <a:pt x="2070241" y="1177352"/>
                  </a:lnTo>
                  <a:lnTo>
                    <a:pt x="2070411" y="1177167"/>
                  </a:lnTo>
                  <a:lnTo>
                    <a:pt x="2070426" y="1177048"/>
                  </a:lnTo>
                  <a:lnTo>
                    <a:pt x="2070385" y="1176977"/>
                  </a:lnTo>
                  <a:lnTo>
                    <a:pt x="2070411" y="1176939"/>
                  </a:lnTo>
                  <a:lnTo>
                    <a:pt x="2070433" y="1176926"/>
                  </a:lnTo>
                  <a:lnTo>
                    <a:pt x="2070493" y="1176924"/>
                  </a:lnTo>
                  <a:lnTo>
                    <a:pt x="2070643" y="1176941"/>
                  </a:lnTo>
                  <a:lnTo>
                    <a:pt x="2070707" y="1176963"/>
                  </a:lnTo>
                  <a:lnTo>
                    <a:pt x="2070715" y="1176969"/>
                  </a:lnTo>
                  <a:lnTo>
                    <a:pt x="2070731" y="1176979"/>
                  </a:lnTo>
                  <a:lnTo>
                    <a:pt x="2070902" y="1177232"/>
                  </a:lnTo>
                  <a:lnTo>
                    <a:pt x="2070892" y="1177313"/>
                  </a:lnTo>
                  <a:lnTo>
                    <a:pt x="2070848" y="1177468"/>
                  </a:lnTo>
                  <a:lnTo>
                    <a:pt x="2070821" y="1177489"/>
                  </a:lnTo>
                  <a:lnTo>
                    <a:pt x="2070686" y="1177593"/>
                  </a:lnTo>
                  <a:lnTo>
                    <a:pt x="2070605" y="1177656"/>
                  </a:lnTo>
                  <a:lnTo>
                    <a:pt x="2070510" y="1177729"/>
                  </a:lnTo>
                  <a:lnTo>
                    <a:pt x="2070453" y="1177757"/>
                  </a:lnTo>
                  <a:lnTo>
                    <a:pt x="2070419" y="1177773"/>
                  </a:lnTo>
                  <a:lnTo>
                    <a:pt x="2070354" y="1177787"/>
                  </a:lnTo>
                  <a:lnTo>
                    <a:pt x="2069987" y="1177900"/>
                  </a:lnTo>
                  <a:lnTo>
                    <a:pt x="2069943" y="1177927"/>
                  </a:lnTo>
                  <a:lnTo>
                    <a:pt x="2069876" y="1177992"/>
                  </a:lnTo>
                  <a:lnTo>
                    <a:pt x="2069779" y="1178100"/>
                  </a:lnTo>
                  <a:lnTo>
                    <a:pt x="2069763" y="1178211"/>
                  </a:lnTo>
                  <a:lnTo>
                    <a:pt x="2069751" y="1178297"/>
                  </a:lnTo>
                  <a:lnTo>
                    <a:pt x="2069729" y="1178391"/>
                  </a:lnTo>
                  <a:lnTo>
                    <a:pt x="2069651" y="1178448"/>
                  </a:lnTo>
                  <a:lnTo>
                    <a:pt x="2069629" y="1178450"/>
                  </a:lnTo>
                  <a:lnTo>
                    <a:pt x="2069546" y="1178507"/>
                  </a:lnTo>
                  <a:lnTo>
                    <a:pt x="2069530" y="1178543"/>
                  </a:lnTo>
                  <a:lnTo>
                    <a:pt x="2069520" y="1178601"/>
                  </a:lnTo>
                  <a:lnTo>
                    <a:pt x="2069515" y="1178905"/>
                  </a:lnTo>
                  <a:lnTo>
                    <a:pt x="2069525" y="1179073"/>
                  </a:lnTo>
                  <a:lnTo>
                    <a:pt x="2069539" y="1179158"/>
                  </a:lnTo>
                  <a:lnTo>
                    <a:pt x="2069613" y="1179228"/>
                  </a:lnTo>
                  <a:lnTo>
                    <a:pt x="2069662" y="1179229"/>
                  </a:lnTo>
                  <a:lnTo>
                    <a:pt x="2069697" y="1179212"/>
                  </a:lnTo>
                  <a:lnTo>
                    <a:pt x="2069735" y="1179212"/>
                  </a:lnTo>
                  <a:lnTo>
                    <a:pt x="2069845" y="1179268"/>
                  </a:lnTo>
                  <a:lnTo>
                    <a:pt x="2069937" y="1179447"/>
                  </a:lnTo>
                  <a:lnTo>
                    <a:pt x="2070147" y="1179995"/>
                  </a:lnTo>
                  <a:lnTo>
                    <a:pt x="2069809" y="1180280"/>
                  </a:lnTo>
                  <a:lnTo>
                    <a:pt x="2069649" y="1180392"/>
                  </a:lnTo>
                  <a:lnTo>
                    <a:pt x="2069620" y="1180382"/>
                  </a:lnTo>
                  <a:lnTo>
                    <a:pt x="2069610" y="1180368"/>
                  </a:lnTo>
                  <a:lnTo>
                    <a:pt x="2069572" y="1180266"/>
                  </a:lnTo>
                  <a:lnTo>
                    <a:pt x="2069591" y="1180247"/>
                  </a:lnTo>
                  <a:lnTo>
                    <a:pt x="2069608" y="1180200"/>
                  </a:lnTo>
                  <a:lnTo>
                    <a:pt x="2069581" y="1180004"/>
                  </a:lnTo>
                  <a:lnTo>
                    <a:pt x="2069494" y="1179851"/>
                  </a:lnTo>
                  <a:lnTo>
                    <a:pt x="2069457" y="1179805"/>
                  </a:lnTo>
                  <a:lnTo>
                    <a:pt x="2069389" y="1179767"/>
                  </a:lnTo>
                  <a:lnTo>
                    <a:pt x="2069339" y="1179752"/>
                  </a:lnTo>
                  <a:lnTo>
                    <a:pt x="2069192" y="1179740"/>
                  </a:lnTo>
                  <a:lnTo>
                    <a:pt x="2069157" y="1179744"/>
                  </a:lnTo>
                  <a:lnTo>
                    <a:pt x="2069087" y="1179839"/>
                  </a:lnTo>
                  <a:lnTo>
                    <a:pt x="2069066" y="1179882"/>
                  </a:lnTo>
                  <a:lnTo>
                    <a:pt x="2069027" y="1179964"/>
                  </a:lnTo>
                  <a:lnTo>
                    <a:pt x="2068918" y="1180431"/>
                  </a:lnTo>
                  <a:lnTo>
                    <a:pt x="2068890" y="1180576"/>
                  </a:lnTo>
                  <a:lnTo>
                    <a:pt x="2068889" y="1180592"/>
                  </a:lnTo>
                  <a:lnTo>
                    <a:pt x="2068888" y="1180628"/>
                  </a:lnTo>
                  <a:lnTo>
                    <a:pt x="2068861" y="1180786"/>
                  </a:lnTo>
                  <a:lnTo>
                    <a:pt x="2068772" y="1181033"/>
                  </a:lnTo>
                  <a:lnTo>
                    <a:pt x="2068747" y="1181079"/>
                  </a:lnTo>
                  <a:lnTo>
                    <a:pt x="2068581" y="1181248"/>
                  </a:lnTo>
                  <a:lnTo>
                    <a:pt x="2068533" y="1181276"/>
                  </a:lnTo>
                  <a:lnTo>
                    <a:pt x="2068415" y="1181321"/>
                  </a:lnTo>
                  <a:lnTo>
                    <a:pt x="2068131" y="1181379"/>
                  </a:lnTo>
                  <a:lnTo>
                    <a:pt x="2067791" y="1181448"/>
                  </a:lnTo>
                  <a:lnTo>
                    <a:pt x="2067511" y="1181527"/>
                  </a:lnTo>
                  <a:lnTo>
                    <a:pt x="2067032" y="1181728"/>
                  </a:lnTo>
                  <a:lnTo>
                    <a:pt x="2066433" y="1182132"/>
                  </a:lnTo>
                  <a:lnTo>
                    <a:pt x="2066159" y="1182365"/>
                  </a:lnTo>
                  <a:lnTo>
                    <a:pt x="2066152" y="1182486"/>
                  </a:lnTo>
                  <a:lnTo>
                    <a:pt x="2066085" y="1182573"/>
                  </a:lnTo>
                  <a:lnTo>
                    <a:pt x="2065981" y="1182623"/>
                  </a:lnTo>
                  <a:lnTo>
                    <a:pt x="2065956" y="1182620"/>
                  </a:lnTo>
                  <a:lnTo>
                    <a:pt x="2065750" y="1182551"/>
                  </a:lnTo>
                  <a:lnTo>
                    <a:pt x="2065709" y="1182529"/>
                  </a:lnTo>
                  <a:lnTo>
                    <a:pt x="2065621" y="1182506"/>
                  </a:lnTo>
                  <a:lnTo>
                    <a:pt x="2065556" y="1182497"/>
                  </a:lnTo>
                  <a:lnTo>
                    <a:pt x="2065339" y="1182510"/>
                  </a:lnTo>
                  <a:lnTo>
                    <a:pt x="2065170" y="1182610"/>
                  </a:lnTo>
                  <a:lnTo>
                    <a:pt x="2065069" y="1182719"/>
                  </a:lnTo>
                  <a:lnTo>
                    <a:pt x="2065024" y="1182787"/>
                  </a:lnTo>
                  <a:lnTo>
                    <a:pt x="2064947" y="1182859"/>
                  </a:lnTo>
                  <a:lnTo>
                    <a:pt x="2064928" y="1182872"/>
                  </a:lnTo>
                  <a:lnTo>
                    <a:pt x="2064777" y="1182967"/>
                  </a:lnTo>
                  <a:lnTo>
                    <a:pt x="2064692" y="1182986"/>
                  </a:lnTo>
                  <a:lnTo>
                    <a:pt x="2064444" y="1183043"/>
                  </a:lnTo>
                  <a:lnTo>
                    <a:pt x="2063540" y="1183147"/>
                  </a:lnTo>
                  <a:lnTo>
                    <a:pt x="2063317" y="1183148"/>
                  </a:lnTo>
                  <a:lnTo>
                    <a:pt x="2063269" y="1183142"/>
                  </a:lnTo>
                  <a:lnTo>
                    <a:pt x="2063034" y="1183054"/>
                  </a:lnTo>
                  <a:lnTo>
                    <a:pt x="2062987" y="1183021"/>
                  </a:lnTo>
                  <a:lnTo>
                    <a:pt x="2062902" y="1182929"/>
                  </a:lnTo>
                  <a:lnTo>
                    <a:pt x="2062832" y="1182849"/>
                  </a:lnTo>
                  <a:lnTo>
                    <a:pt x="2062781" y="1182776"/>
                  </a:lnTo>
                  <a:lnTo>
                    <a:pt x="2062576" y="1182664"/>
                  </a:lnTo>
                  <a:lnTo>
                    <a:pt x="2062443" y="1182630"/>
                  </a:lnTo>
                  <a:lnTo>
                    <a:pt x="2062410" y="1182644"/>
                  </a:lnTo>
                  <a:lnTo>
                    <a:pt x="2062324" y="1182650"/>
                  </a:lnTo>
                  <a:lnTo>
                    <a:pt x="2062302" y="1182644"/>
                  </a:lnTo>
                  <a:lnTo>
                    <a:pt x="2062155" y="1182480"/>
                  </a:lnTo>
                  <a:lnTo>
                    <a:pt x="2062006" y="1182226"/>
                  </a:lnTo>
                  <a:lnTo>
                    <a:pt x="2062012" y="1182000"/>
                  </a:lnTo>
                  <a:lnTo>
                    <a:pt x="2062095" y="1181231"/>
                  </a:lnTo>
                  <a:lnTo>
                    <a:pt x="2062221" y="1180922"/>
                  </a:lnTo>
                  <a:lnTo>
                    <a:pt x="2062452" y="1179864"/>
                  </a:lnTo>
                  <a:lnTo>
                    <a:pt x="2062481" y="1179693"/>
                  </a:lnTo>
                  <a:lnTo>
                    <a:pt x="2062482" y="1179571"/>
                  </a:lnTo>
                  <a:lnTo>
                    <a:pt x="2062447" y="1179339"/>
                  </a:lnTo>
                  <a:lnTo>
                    <a:pt x="2062441" y="1179303"/>
                  </a:lnTo>
                  <a:lnTo>
                    <a:pt x="2062607" y="1178875"/>
                  </a:lnTo>
                  <a:lnTo>
                    <a:pt x="2062677" y="1178749"/>
                  </a:lnTo>
                  <a:lnTo>
                    <a:pt x="2062661" y="1178631"/>
                  </a:lnTo>
                  <a:lnTo>
                    <a:pt x="2062658" y="1178604"/>
                  </a:lnTo>
                  <a:lnTo>
                    <a:pt x="2062622" y="1178337"/>
                  </a:lnTo>
                  <a:lnTo>
                    <a:pt x="2062568" y="1178035"/>
                  </a:lnTo>
                  <a:lnTo>
                    <a:pt x="2062547" y="1178031"/>
                  </a:lnTo>
                  <a:lnTo>
                    <a:pt x="2062492" y="1177846"/>
                  </a:lnTo>
                  <a:lnTo>
                    <a:pt x="2062499" y="1177725"/>
                  </a:lnTo>
                  <a:lnTo>
                    <a:pt x="2062554" y="1177601"/>
                  </a:lnTo>
                  <a:lnTo>
                    <a:pt x="2062839" y="1176963"/>
                  </a:lnTo>
                  <a:lnTo>
                    <a:pt x="2062864" y="1176937"/>
                  </a:lnTo>
                  <a:lnTo>
                    <a:pt x="2062997" y="1176882"/>
                  </a:lnTo>
                  <a:lnTo>
                    <a:pt x="2063008" y="1176863"/>
                  </a:lnTo>
                  <a:lnTo>
                    <a:pt x="2063011" y="1176804"/>
                  </a:lnTo>
                  <a:lnTo>
                    <a:pt x="2062997" y="1176419"/>
                  </a:lnTo>
                  <a:lnTo>
                    <a:pt x="2062954" y="1176276"/>
                  </a:lnTo>
                  <a:lnTo>
                    <a:pt x="2062898" y="1176228"/>
                  </a:lnTo>
                  <a:lnTo>
                    <a:pt x="2062918" y="1176129"/>
                  </a:lnTo>
                  <a:lnTo>
                    <a:pt x="2062943" y="1176005"/>
                  </a:lnTo>
                  <a:lnTo>
                    <a:pt x="2063189" y="1175649"/>
                  </a:lnTo>
                  <a:lnTo>
                    <a:pt x="2063305" y="1175600"/>
                  </a:lnTo>
                  <a:lnTo>
                    <a:pt x="2063459" y="1175688"/>
                  </a:lnTo>
                  <a:lnTo>
                    <a:pt x="2063555" y="1175715"/>
                  </a:lnTo>
                  <a:lnTo>
                    <a:pt x="2063799" y="1175484"/>
                  </a:lnTo>
                  <a:lnTo>
                    <a:pt x="2063801" y="1175423"/>
                  </a:lnTo>
                  <a:lnTo>
                    <a:pt x="2063721" y="1175185"/>
                  </a:lnTo>
                  <a:lnTo>
                    <a:pt x="2064005" y="1175080"/>
                  </a:lnTo>
                  <a:lnTo>
                    <a:pt x="2064122" y="1175091"/>
                  </a:lnTo>
                  <a:lnTo>
                    <a:pt x="2064191" y="1175134"/>
                  </a:lnTo>
                  <a:lnTo>
                    <a:pt x="2064271" y="1175155"/>
                  </a:lnTo>
                  <a:lnTo>
                    <a:pt x="2064412" y="1175103"/>
                  </a:lnTo>
                  <a:lnTo>
                    <a:pt x="2064434" y="1175076"/>
                  </a:lnTo>
                  <a:lnTo>
                    <a:pt x="2064460" y="1174833"/>
                  </a:lnTo>
                  <a:lnTo>
                    <a:pt x="2064446" y="1174817"/>
                  </a:lnTo>
                  <a:lnTo>
                    <a:pt x="2064343" y="1174772"/>
                  </a:lnTo>
                  <a:lnTo>
                    <a:pt x="2063948" y="1174659"/>
                  </a:lnTo>
                  <a:lnTo>
                    <a:pt x="2063814" y="1174669"/>
                  </a:lnTo>
                  <a:lnTo>
                    <a:pt x="2063458" y="1174434"/>
                  </a:lnTo>
                  <a:lnTo>
                    <a:pt x="2063388" y="1174374"/>
                  </a:lnTo>
                  <a:lnTo>
                    <a:pt x="2063352" y="1174363"/>
                  </a:lnTo>
                  <a:lnTo>
                    <a:pt x="2063285" y="1174354"/>
                  </a:lnTo>
                  <a:lnTo>
                    <a:pt x="2063042" y="1174426"/>
                  </a:lnTo>
                  <a:lnTo>
                    <a:pt x="2062936" y="1174519"/>
                  </a:lnTo>
                  <a:lnTo>
                    <a:pt x="2062816" y="1174688"/>
                  </a:lnTo>
                  <a:lnTo>
                    <a:pt x="2062823" y="1175012"/>
                  </a:lnTo>
                  <a:lnTo>
                    <a:pt x="2062897" y="1175104"/>
                  </a:lnTo>
                  <a:lnTo>
                    <a:pt x="2062958" y="1175144"/>
                  </a:lnTo>
                  <a:lnTo>
                    <a:pt x="2062971" y="1175202"/>
                  </a:lnTo>
                  <a:lnTo>
                    <a:pt x="2062919" y="1175221"/>
                  </a:lnTo>
                  <a:lnTo>
                    <a:pt x="2062746" y="1175246"/>
                  </a:lnTo>
                  <a:lnTo>
                    <a:pt x="2062432" y="1175267"/>
                  </a:lnTo>
                  <a:lnTo>
                    <a:pt x="2062339" y="1175022"/>
                  </a:lnTo>
                  <a:lnTo>
                    <a:pt x="2062274" y="1174825"/>
                  </a:lnTo>
                  <a:lnTo>
                    <a:pt x="2062289" y="1174750"/>
                  </a:lnTo>
                  <a:lnTo>
                    <a:pt x="2062370" y="1174694"/>
                  </a:lnTo>
                  <a:lnTo>
                    <a:pt x="2062439" y="1174658"/>
                  </a:lnTo>
                  <a:lnTo>
                    <a:pt x="2062470" y="1174609"/>
                  </a:lnTo>
                  <a:lnTo>
                    <a:pt x="2062527" y="1174627"/>
                  </a:lnTo>
                  <a:lnTo>
                    <a:pt x="2062643" y="1174636"/>
                  </a:lnTo>
                  <a:lnTo>
                    <a:pt x="2062659" y="1174633"/>
                  </a:lnTo>
                  <a:lnTo>
                    <a:pt x="2062670" y="1174621"/>
                  </a:lnTo>
                  <a:lnTo>
                    <a:pt x="2062668" y="1174594"/>
                  </a:lnTo>
                  <a:lnTo>
                    <a:pt x="2062628" y="1174470"/>
                  </a:lnTo>
                  <a:lnTo>
                    <a:pt x="2062597" y="1174404"/>
                  </a:lnTo>
                  <a:lnTo>
                    <a:pt x="2062594" y="1174398"/>
                  </a:lnTo>
                  <a:lnTo>
                    <a:pt x="2062539" y="1174376"/>
                  </a:lnTo>
                  <a:lnTo>
                    <a:pt x="2062494" y="1174338"/>
                  </a:lnTo>
                  <a:lnTo>
                    <a:pt x="2062493" y="1174255"/>
                  </a:lnTo>
                  <a:lnTo>
                    <a:pt x="2062515" y="1174199"/>
                  </a:lnTo>
                  <a:lnTo>
                    <a:pt x="2062546" y="1174145"/>
                  </a:lnTo>
                  <a:lnTo>
                    <a:pt x="2062589" y="1174141"/>
                  </a:lnTo>
                  <a:lnTo>
                    <a:pt x="2062613" y="1174152"/>
                  </a:lnTo>
                  <a:lnTo>
                    <a:pt x="2062639" y="1174164"/>
                  </a:lnTo>
                  <a:lnTo>
                    <a:pt x="2062712" y="1174187"/>
                  </a:lnTo>
                  <a:lnTo>
                    <a:pt x="2062751" y="1174189"/>
                  </a:lnTo>
                  <a:lnTo>
                    <a:pt x="2062801" y="1174162"/>
                  </a:lnTo>
                  <a:lnTo>
                    <a:pt x="2062840" y="1174127"/>
                  </a:lnTo>
                  <a:lnTo>
                    <a:pt x="2062858" y="1174056"/>
                  </a:lnTo>
                  <a:lnTo>
                    <a:pt x="2062856" y="1173999"/>
                  </a:lnTo>
                  <a:lnTo>
                    <a:pt x="2062822" y="1173968"/>
                  </a:lnTo>
                  <a:lnTo>
                    <a:pt x="2062758" y="1173926"/>
                  </a:lnTo>
                  <a:lnTo>
                    <a:pt x="2062732" y="1173891"/>
                  </a:lnTo>
                  <a:lnTo>
                    <a:pt x="2062727" y="1173858"/>
                  </a:lnTo>
                  <a:lnTo>
                    <a:pt x="2062753" y="1173709"/>
                  </a:lnTo>
                  <a:lnTo>
                    <a:pt x="2062757" y="1173695"/>
                  </a:lnTo>
                  <a:lnTo>
                    <a:pt x="2062875" y="1173612"/>
                  </a:lnTo>
                  <a:lnTo>
                    <a:pt x="2062914" y="1173602"/>
                  </a:lnTo>
                  <a:lnTo>
                    <a:pt x="2062903" y="1173534"/>
                  </a:lnTo>
                  <a:lnTo>
                    <a:pt x="2062897" y="1173495"/>
                  </a:lnTo>
                  <a:lnTo>
                    <a:pt x="2062875" y="1173416"/>
                  </a:lnTo>
                  <a:lnTo>
                    <a:pt x="2062846" y="1173305"/>
                  </a:lnTo>
                  <a:lnTo>
                    <a:pt x="2062800" y="1173298"/>
                  </a:lnTo>
                  <a:lnTo>
                    <a:pt x="2062672" y="1173277"/>
                  </a:lnTo>
                  <a:lnTo>
                    <a:pt x="2062628" y="1173297"/>
                  </a:lnTo>
                  <a:lnTo>
                    <a:pt x="2062614" y="1173319"/>
                  </a:lnTo>
                  <a:lnTo>
                    <a:pt x="2062444" y="1173298"/>
                  </a:lnTo>
                  <a:lnTo>
                    <a:pt x="2062432" y="1173292"/>
                  </a:lnTo>
                  <a:lnTo>
                    <a:pt x="2062415" y="1173265"/>
                  </a:lnTo>
                  <a:lnTo>
                    <a:pt x="2062330" y="1173120"/>
                  </a:lnTo>
                  <a:lnTo>
                    <a:pt x="2062649" y="1172908"/>
                  </a:lnTo>
                  <a:lnTo>
                    <a:pt x="2062796" y="1172847"/>
                  </a:lnTo>
                  <a:lnTo>
                    <a:pt x="2062912" y="1172828"/>
                  </a:lnTo>
                  <a:lnTo>
                    <a:pt x="2062991" y="1172785"/>
                  </a:lnTo>
                  <a:lnTo>
                    <a:pt x="2063068" y="1172625"/>
                  </a:lnTo>
                  <a:lnTo>
                    <a:pt x="2063080" y="1172601"/>
                  </a:lnTo>
                  <a:lnTo>
                    <a:pt x="2063086" y="1172419"/>
                  </a:lnTo>
                  <a:lnTo>
                    <a:pt x="2063068" y="1172401"/>
                  </a:lnTo>
                  <a:lnTo>
                    <a:pt x="2062923" y="1172438"/>
                  </a:lnTo>
                  <a:lnTo>
                    <a:pt x="2062646" y="1172554"/>
                  </a:lnTo>
                  <a:lnTo>
                    <a:pt x="2062621" y="1172599"/>
                  </a:lnTo>
                  <a:lnTo>
                    <a:pt x="2062564" y="1172657"/>
                  </a:lnTo>
                  <a:lnTo>
                    <a:pt x="2062508" y="1172699"/>
                  </a:lnTo>
                  <a:lnTo>
                    <a:pt x="2062484" y="1172717"/>
                  </a:lnTo>
                  <a:lnTo>
                    <a:pt x="2062332" y="1172817"/>
                  </a:lnTo>
                  <a:lnTo>
                    <a:pt x="2062261" y="1172837"/>
                  </a:lnTo>
                  <a:lnTo>
                    <a:pt x="2062191" y="1172831"/>
                  </a:lnTo>
                  <a:lnTo>
                    <a:pt x="2062054" y="1172812"/>
                  </a:lnTo>
                  <a:lnTo>
                    <a:pt x="2062002" y="1172796"/>
                  </a:lnTo>
                  <a:lnTo>
                    <a:pt x="2061970" y="1172806"/>
                  </a:lnTo>
                  <a:lnTo>
                    <a:pt x="2061952" y="1172834"/>
                  </a:lnTo>
                  <a:lnTo>
                    <a:pt x="2061958" y="1173019"/>
                  </a:lnTo>
                  <a:lnTo>
                    <a:pt x="2061915" y="1173084"/>
                  </a:lnTo>
                  <a:lnTo>
                    <a:pt x="2061811" y="1173159"/>
                  </a:lnTo>
                  <a:lnTo>
                    <a:pt x="2061769" y="1173165"/>
                  </a:lnTo>
                  <a:lnTo>
                    <a:pt x="2061611" y="1173151"/>
                  </a:lnTo>
                  <a:lnTo>
                    <a:pt x="2061378" y="1173445"/>
                  </a:lnTo>
                  <a:lnTo>
                    <a:pt x="2061498" y="1173620"/>
                  </a:lnTo>
                  <a:lnTo>
                    <a:pt x="2061816" y="1173660"/>
                  </a:lnTo>
                  <a:lnTo>
                    <a:pt x="2061995" y="1173715"/>
                  </a:lnTo>
                  <a:lnTo>
                    <a:pt x="2062041" y="1173746"/>
                  </a:lnTo>
                  <a:lnTo>
                    <a:pt x="2062196" y="1173910"/>
                  </a:lnTo>
                  <a:lnTo>
                    <a:pt x="2062222" y="1173943"/>
                  </a:lnTo>
                  <a:lnTo>
                    <a:pt x="2062244" y="1173990"/>
                  </a:lnTo>
                  <a:lnTo>
                    <a:pt x="2062169" y="1174297"/>
                  </a:lnTo>
                  <a:lnTo>
                    <a:pt x="2062104" y="1174413"/>
                  </a:lnTo>
                  <a:lnTo>
                    <a:pt x="2062024" y="1174392"/>
                  </a:lnTo>
                  <a:lnTo>
                    <a:pt x="2061921" y="1174341"/>
                  </a:lnTo>
                  <a:lnTo>
                    <a:pt x="2061880" y="1174356"/>
                  </a:lnTo>
                  <a:lnTo>
                    <a:pt x="2061847" y="1174465"/>
                  </a:lnTo>
                  <a:lnTo>
                    <a:pt x="2061813" y="1174659"/>
                  </a:lnTo>
                  <a:lnTo>
                    <a:pt x="2061810" y="1174674"/>
                  </a:lnTo>
                  <a:lnTo>
                    <a:pt x="2061785" y="1174912"/>
                  </a:lnTo>
                  <a:lnTo>
                    <a:pt x="2062015" y="1175029"/>
                  </a:lnTo>
                  <a:lnTo>
                    <a:pt x="2062094" y="1175241"/>
                  </a:lnTo>
                  <a:lnTo>
                    <a:pt x="2062080" y="1175396"/>
                  </a:lnTo>
                  <a:lnTo>
                    <a:pt x="2062052" y="1175444"/>
                  </a:lnTo>
                  <a:lnTo>
                    <a:pt x="2061970" y="1175590"/>
                  </a:lnTo>
                  <a:lnTo>
                    <a:pt x="2061950" y="1175719"/>
                  </a:lnTo>
                  <a:lnTo>
                    <a:pt x="2061933" y="1175833"/>
                  </a:lnTo>
                  <a:lnTo>
                    <a:pt x="2061920" y="1175976"/>
                  </a:lnTo>
                  <a:lnTo>
                    <a:pt x="2061890" y="1176317"/>
                  </a:lnTo>
                  <a:lnTo>
                    <a:pt x="2061971" y="1176822"/>
                  </a:lnTo>
                  <a:lnTo>
                    <a:pt x="2062011" y="1177076"/>
                  </a:lnTo>
                  <a:lnTo>
                    <a:pt x="2062038" y="1177454"/>
                  </a:lnTo>
                  <a:lnTo>
                    <a:pt x="2062049" y="1177613"/>
                  </a:lnTo>
                  <a:lnTo>
                    <a:pt x="2062048" y="1177780"/>
                  </a:lnTo>
                  <a:lnTo>
                    <a:pt x="2062047" y="1177836"/>
                  </a:lnTo>
                  <a:lnTo>
                    <a:pt x="2061815" y="1178748"/>
                  </a:lnTo>
                  <a:lnTo>
                    <a:pt x="2061697" y="1179121"/>
                  </a:lnTo>
                  <a:lnTo>
                    <a:pt x="2061424" y="1179891"/>
                  </a:lnTo>
                  <a:lnTo>
                    <a:pt x="2061307" y="1180172"/>
                  </a:lnTo>
                  <a:lnTo>
                    <a:pt x="2061276" y="1180225"/>
                  </a:lnTo>
                  <a:lnTo>
                    <a:pt x="2061227" y="1180361"/>
                  </a:lnTo>
                  <a:lnTo>
                    <a:pt x="2061066" y="1180806"/>
                  </a:lnTo>
                  <a:lnTo>
                    <a:pt x="2061066" y="1180813"/>
                  </a:lnTo>
                  <a:lnTo>
                    <a:pt x="2061033" y="1181111"/>
                  </a:lnTo>
                  <a:lnTo>
                    <a:pt x="2061026" y="1181177"/>
                  </a:lnTo>
                  <a:lnTo>
                    <a:pt x="2061020" y="1181233"/>
                  </a:lnTo>
                  <a:lnTo>
                    <a:pt x="2061020" y="1181343"/>
                  </a:lnTo>
                  <a:lnTo>
                    <a:pt x="2061009" y="1181473"/>
                  </a:lnTo>
                  <a:lnTo>
                    <a:pt x="2060989" y="1181684"/>
                  </a:lnTo>
                  <a:lnTo>
                    <a:pt x="2060986" y="1181721"/>
                  </a:lnTo>
                  <a:lnTo>
                    <a:pt x="2060985" y="1181728"/>
                  </a:lnTo>
                  <a:lnTo>
                    <a:pt x="2060981" y="1181777"/>
                  </a:lnTo>
                  <a:lnTo>
                    <a:pt x="2060976" y="1181853"/>
                  </a:lnTo>
                  <a:lnTo>
                    <a:pt x="2060970" y="1181931"/>
                  </a:lnTo>
                  <a:lnTo>
                    <a:pt x="2060960" y="1182066"/>
                  </a:lnTo>
                  <a:lnTo>
                    <a:pt x="2060959" y="1182080"/>
                  </a:lnTo>
                  <a:lnTo>
                    <a:pt x="2060955" y="1182143"/>
                  </a:lnTo>
                  <a:lnTo>
                    <a:pt x="2060937" y="1182377"/>
                  </a:lnTo>
                  <a:lnTo>
                    <a:pt x="2060928" y="1182512"/>
                  </a:lnTo>
                  <a:lnTo>
                    <a:pt x="2060920" y="1182610"/>
                  </a:lnTo>
                  <a:lnTo>
                    <a:pt x="2060916" y="1182661"/>
                  </a:lnTo>
                  <a:lnTo>
                    <a:pt x="2060913" y="1182705"/>
                  </a:lnTo>
                  <a:lnTo>
                    <a:pt x="2060907" y="1182779"/>
                  </a:lnTo>
                  <a:lnTo>
                    <a:pt x="2060907" y="1182785"/>
                  </a:lnTo>
                  <a:lnTo>
                    <a:pt x="2060905" y="1182809"/>
                  </a:lnTo>
                  <a:lnTo>
                    <a:pt x="2060897" y="1182955"/>
                  </a:lnTo>
                  <a:lnTo>
                    <a:pt x="2060895" y="1182967"/>
                  </a:lnTo>
                  <a:lnTo>
                    <a:pt x="2060881" y="1182993"/>
                  </a:lnTo>
                  <a:lnTo>
                    <a:pt x="2060669" y="1183289"/>
                  </a:lnTo>
                  <a:lnTo>
                    <a:pt x="2060594" y="1183394"/>
                  </a:lnTo>
                  <a:lnTo>
                    <a:pt x="2060571" y="1183424"/>
                  </a:lnTo>
                  <a:lnTo>
                    <a:pt x="2060551" y="1183450"/>
                  </a:lnTo>
                  <a:lnTo>
                    <a:pt x="2060523" y="1183487"/>
                  </a:lnTo>
                  <a:lnTo>
                    <a:pt x="2060512" y="1183495"/>
                  </a:lnTo>
                  <a:lnTo>
                    <a:pt x="2060410" y="1183550"/>
                  </a:lnTo>
                  <a:lnTo>
                    <a:pt x="2060384" y="1183563"/>
                  </a:lnTo>
                  <a:lnTo>
                    <a:pt x="2060240" y="1183632"/>
                  </a:lnTo>
                  <a:lnTo>
                    <a:pt x="2059755" y="1183865"/>
                  </a:lnTo>
                  <a:lnTo>
                    <a:pt x="2059743" y="1183871"/>
                  </a:lnTo>
                  <a:lnTo>
                    <a:pt x="2059737" y="1183874"/>
                  </a:lnTo>
                  <a:lnTo>
                    <a:pt x="2059380" y="1184047"/>
                  </a:lnTo>
                  <a:lnTo>
                    <a:pt x="2059369" y="1184052"/>
                  </a:lnTo>
                  <a:lnTo>
                    <a:pt x="2058869" y="1184294"/>
                  </a:lnTo>
                  <a:lnTo>
                    <a:pt x="2058791" y="1184337"/>
                  </a:lnTo>
                  <a:lnTo>
                    <a:pt x="2058701" y="1184386"/>
                  </a:lnTo>
                  <a:lnTo>
                    <a:pt x="2058675" y="1184385"/>
                  </a:lnTo>
                  <a:lnTo>
                    <a:pt x="2058446" y="1184278"/>
                  </a:lnTo>
                  <a:lnTo>
                    <a:pt x="2058364" y="1184240"/>
                  </a:lnTo>
                  <a:lnTo>
                    <a:pt x="2058339" y="1184221"/>
                  </a:lnTo>
                  <a:lnTo>
                    <a:pt x="2058321" y="1184198"/>
                  </a:lnTo>
                  <a:lnTo>
                    <a:pt x="2058238" y="1184138"/>
                  </a:lnTo>
                  <a:lnTo>
                    <a:pt x="2058203" y="1184127"/>
                  </a:lnTo>
                  <a:lnTo>
                    <a:pt x="2058056" y="1184071"/>
                  </a:lnTo>
                  <a:lnTo>
                    <a:pt x="2057916" y="1184015"/>
                  </a:lnTo>
                  <a:lnTo>
                    <a:pt x="2057906" y="1184009"/>
                  </a:lnTo>
                  <a:lnTo>
                    <a:pt x="2057841" y="1183970"/>
                  </a:lnTo>
                  <a:lnTo>
                    <a:pt x="2057777" y="1183918"/>
                  </a:lnTo>
                  <a:lnTo>
                    <a:pt x="2057755" y="1183882"/>
                  </a:lnTo>
                  <a:lnTo>
                    <a:pt x="2057725" y="1183822"/>
                  </a:lnTo>
                  <a:lnTo>
                    <a:pt x="2057720" y="1183812"/>
                  </a:lnTo>
                  <a:lnTo>
                    <a:pt x="2057712" y="1183798"/>
                  </a:lnTo>
                  <a:lnTo>
                    <a:pt x="2057683" y="1183734"/>
                  </a:lnTo>
                  <a:lnTo>
                    <a:pt x="2057647" y="1183705"/>
                  </a:lnTo>
                  <a:lnTo>
                    <a:pt x="2057587" y="1183629"/>
                  </a:lnTo>
                  <a:lnTo>
                    <a:pt x="2057527" y="1183569"/>
                  </a:lnTo>
                  <a:lnTo>
                    <a:pt x="2057522" y="1183565"/>
                  </a:lnTo>
                  <a:lnTo>
                    <a:pt x="2057444" y="1183488"/>
                  </a:lnTo>
                  <a:lnTo>
                    <a:pt x="2057428" y="1183489"/>
                  </a:lnTo>
                  <a:lnTo>
                    <a:pt x="2057408" y="1183477"/>
                  </a:lnTo>
                  <a:lnTo>
                    <a:pt x="2057373" y="1183420"/>
                  </a:lnTo>
                  <a:lnTo>
                    <a:pt x="2057363" y="1183409"/>
                  </a:lnTo>
                  <a:lnTo>
                    <a:pt x="2057350" y="1183411"/>
                  </a:lnTo>
                  <a:lnTo>
                    <a:pt x="2057336" y="1183427"/>
                  </a:lnTo>
                  <a:lnTo>
                    <a:pt x="2057308" y="1183415"/>
                  </a:lnTo>
                  <a:lnTo>
                    <a:pt x="2057250" y="1183371"/>
                  </a:lnTo>
                  <a:lnTo>
                    <a:pt x="2057235" y="1183361"/>
                  </a:lnTo>
                  <a:lnTo>
                    <a:pt x="2057223" y="1183326"/>
                  </a:lnTo>
                  <a:lnTo>
                    <a:pt x="2057206" y="1183296"/>
                  </a:lnTo>
                  <a:lnTo>
                    <a:pt x="2057172" y="1183260"/>
                  </a:lnTo>
                  <a:lnTo>
                    <a:pt x="2057143" y="1183231"/>
                  </a:lnTo>
                  <a:lnTo>
                    <a:pt x="2057128" y="1183203"/>
                  </a:lnTo>
                  <a:lnTo>
                    <a:pt x="2057090" y="1183136"/>
                  </a:lnTo>
                  <a:lnTo>
                    <a:pt x="2057074" y="1183113"/>
                  </a:lnTo>
                  <a:lnTo>
                    <a:pt x="2057023" y="1183044"/>
                  </a:lnTo>
                  <a:lnTo>
                    <a:pt x="2056990" y="1182986"/>
                  </a:lnTo>
                  <a:lnTo>
                    <a:pt x="2056967" y="1182945"/>
                  </a:lnTo>
                  <a:lnTo>
                    <a:pt x="2056960" y="1182919"/>
                  </a:lnTo>
                  <a:lnTo>
                    <a:pt x="2056955" y="1182903"/>
                  </a:lnTo>
                  <a:lnTo>
                    <a:pt x="2056946" y="1182877"/>
                  </a:lnTo>
                  <a:lnTo>
                    <a:pt x="2056928" y="1182822"/>
                  </a:lnTo>
                  <a:lnTo>
                    <a:pt x="2056921" y="1182801"/>
                  </a:lnTo>
                  <a:lnTo>
                    <a:pt x="2056872" y="1182756"/>
                  </a:lnTo>
                  <a:lnTo>
                    <a:pt x="2055926" y="1182072"/>
                  </a:lnTo>
                  <a:lnTo>
                    <a:pt x="2055755" y="1181938"/>
                  </a:lnTo>
                  <a:lnTo>
                    <a:pt x="2055751" y="1181935"/>
                  </a:lnTo>
                  <a:lnTo>
                    <a:pt x="2055697" y="1181898"/>
                  </a:lnTo>
                  <a:lnTo>
                    <a:pt x="2055366" y="1181673"/>
                  </a:lnTo>
                  <a:lnTo>
                    <a:pt x="2055295" y="1181566"/>
                  </a:lnTo>
                  <a:lnTo>
                    <a:pt x="2055308" y="1181531"/>
                  </a:lnTo>
                  <a:lnTo>
                    <a:pt x="2055339" y="1181520"/>
                  </a:lnTo>
                  <a:lnTo>
                    <a:pt x="2055023" y="1180829"/>
                  </a:lnTo>
                  <a:lnTo>
                    <a:pt x="2054886" y="1180466"/>
                  </a:lnTo>
                  <a:lnTo>
                    <a:pt x="2054776" y="1180203"/>
                  </a:lnTo>
                  <a:lnTo>
                    <a:pt x="2054563" y="1179826"/>
                  </a:lnTo>
                  <a:lnTo>
                    <a:pt x="2054442" y="1179612"/>
                  </a:lnTo>
                  <a:lnTo>
                    <a:pt x="2054294" y="1179248"/>
                  </a:lnTo>
                  <a:lnTo>
                    <a:pt x="2054230" y="1178995"/>
                  </a:lnTo>
                  <a:lnTo>
                    <a:pt x="2054269" y="1178459"/>
                  </a:lnTo>
                  <a:lnTo>
                    <a:pt x="2054288" y="1178384"/>
                  </a:lnTo>
                  <a:lnTo>
                    <a:pt x="2054216" y="1177845"/>
                  </a:lnTo>
                  <a:lnTo>
                    <a:pt x="2054193" y="1177754"/>
                  </a:lnTo>
                  <a:lnTo>
                    <a:pt x="2053998" y="1177776"/>
                  </a:lnTo>
                  <a:lnTo>
                    <a:pt x="2053903" y="1177824"/>
                  </a:lnTo>
                  <a:lnTo>
                    <a:pt x="2053790" y="1177880"/>
                  </a:lnTo>
                  <a:lnTo>
                    <a:pt x="2053748" y="1178004"/>
                  </a:lnTo>
                  <a:lnTo>
                    <a:pt x="2053734" y="1178019"/>
                  </a:lnTo>
                  <a:lnTo>
                    <a:pt x="2053725" y="1178028"/>
                  </a:lnTo>
                  <a:lnTo>
                    <a:pt x="2053565" y="1178135"/>
                  </a:lnTo>
                  <a:lnTo>
                    <a:pt x="2053376" y="1178230"/>
                  </a:lnTo>
                  <a:lnTo>
                    <a:pt x="2053348" y="1178217"/>
                  </a:lnTo>
                  <a:lnTo>
                    <a:pt x="2053304" y="1178162"/>
                  </a:lnTo>
                  <a:lnTo>
                    <a:pt x="2053273" y="1178108"/>
                  </a:lnTo>
                  <a:lnTo>
                    <a:pt x="2052904" y="1178031"/>
                  </a:lnTo>
                  <a:lnTo>
                    <a:pt x="2052780" y="1178024"/>
                  </a:lnTo>
                  <a:lnTo>
                    <a:pt x="2052693" y="1177984"/>
                  </a:lnTo>
                  <a:lnTo>
                    <a:pt x="2052622" y="1177899"/>
                  </a:lnTo>
                  <a:lnTo>
                    <a:pt x="2052529" y="1177806"/>
                  </a:lnTo>
                  <a:lnTo>
                    <a:pt x="2052315" y="1177630"/>
                  </a:lnTo>
                  <a:lnTo>
                    <a:pt x="2052305" y="1177622"/>
                  </a:lnTo>
                  <a:lnTo>
                    <a:pt x="2051833" y="1177356"/>
                  </a:lnTo>
                  <a:lnTo>
                    <a:pt x="2051814" y="1177345"/>
                  </a:lnTo>
                  <a:lnTo>
                    <a:pt x="2051759" y="1177325"/>
                  </a:lnTo>
                  <a:lnTo>
                    <a:pt x="2051671" y="1177309"/>
                  </a:lnTo>
                  <a:lnTo>
                    <a:pt x="2051634" y="1177311"/>
                  </a:lnTo>
                  <a:lnTo>
                    <a:pt x="2051569" y="1177316"/>
                  </a:lnTo>
                  <a:lnTo>
                    <a:pt x="2051366" y="1177347"/>
                  </a:lnTo>
                  <a:lnTo>
                    <a:pt x="2051289" y="1177376"/>
                  </a:lnTo>
                  <a:lnTo>
                    <a:pt x="2051277" y="1177380"/>
                  </a:lnTo>
                  <a:lnTo>
                    <a:pt x="2051220" y="1177409"/>
                  </a:lnTo>
                  <a:lnTo>
                    <a:pt x="2051146" y="1177501"/>
                  </a:lnTo>
                  <a:lnTo>
                    <a:pt x="2051126" y="1177563"/>
                  </a:lnTo>
                  <a:lnTo>
                    <a:pt x="2051131" y="1177691"/>
                  </a:lnTo>
                  <a:lnTo>
                    <a:pt x="2051119" y="1177710"/>
                  </a:lnTo>
                  <a:lnTo>
                    <a:pt x="2051101" y="1177713"/>
                  </a:lnTo>
                  <a:lnTo>
                    <a:pt x="2051060" y="1177708"/>
                  </a:lnTo>
                  <a:lnTo>
                    <a:pt x="2050693" y="1177635"/>
                  </a:lnTo>
                  <a:lnTo>
                    <a:pt x="2050677" y="1177643"/>
                  </a:lnTo>
                  <a:lnTo>
                    <a:pt x="2050676" y="1177658"/>
                  </a:lnTo>
                  <a:lnTo>
                    <a:pt x="2050675" y="1177678"/>
                  </a:lnTo>
                  <a:lnTo>
                    <a:pt x="2050893" y="1177783"/>
                  </a:lnTo>
                  <a:lnTo>
                    <a:pt x="2051030" y="1177814"/>
                  </a:lnTo>
                  <a:lnTo>
                    <a:pt x="2051174" y="1177780"/>
                  </a:lnTo>
                  <a:lnTo>
                    <a:pt x="2051200" y="1177760"/>
                  </a:lnTo>
                  <a:lnTo>
                    <a:pt x="2051192" y="1177680"/>
                  </a:lnTo>
                  <a:lnTo>
                    <a:pt x="2051217" y="1177609"/>
                  </a:lnTo>
                  <a:lnTo>
                    <a:pt x="2051238" y="1177551"/>
                  </a:lnTo>
                  <a:lnTo>
                    <a:pt x="2051287" y="1177495"/>
                  </a:lnTo>
                  <a:lnTo>
                    <a:pt x="2051333" y="1177462"/>
                  </a:lnTo>
                  <a:lnTo>
                    <a:pt x="2051379" y="1177447"/>
                  </a:lnTo>
                  <a:lnTo>
                    <a:pt x="2051425" y="1177443"/>
                  </a:lnTo>
                  <a:lnTo>
                    <a:pt x="2051548" y="1177444"/>
                  </a:lnTo>
                  <a:lnTo>
                    <a:pt x="2051618" y="1177472"/>
                  </a:lnTo>
                  <a:lnTo>
                    <a:pt x="2051948" y="1177749"/>
                  </a:lnTo>
                  <a:lnTo>
                    <a:pt x="2052072" y="1177865"/>
                  </a:lnTo>
                  <a:lnTo>
                    <a:pt x="2052103" y="1177912"/>
                  </a:lnTo>
                  <a:lnTo>
                    <a:pt x="2052116" y="1178046"/>
                  </a:lnTo>
                  <a:lnTo>
                    <a:pt x="2052116" y="1178052"/>
                  </a:lnTo>
                  <a:lnTo>
                    <a:pt x="2052442" y="1178248"/>
                  </a:lnTo>
                  <a:lnTo>
                    <a:pt x="2052904" y="1178576"/>
                  </a:lnTo>
                  <a:lnTo>
                    <a:pt x="2053016" y="1178664"/>
                  </a:lnTo>
                  <a:lnTo>
                    <a:pt x="2053127" y="1178783"/>
                  </a:lnTo>
                  <a:lnTo>
                    <a:pt x="2053213" y="1178893"/>
                  </a:lnTo>
                  <a:lnTo>
                    <a:pt x="2053273" y="1178969"/>
                  </a:lnTo>
                  <a:lnTo>
                    <a:pt x="2053287" y="1178986"/>
                  </a:lnTo>
                  <a:lnTo>
                    <a:pt x="2053264" y="1179090"/>
                  </a:lnTo>
                  <a:lnTo>
                    <a:pt x="2053151" y="1179317"/>
                  </a:lnTo>
                  <a:lnTo>
                    <a:pt x="2053354" y="1179452"/>
                  </a:lnTo>
                  <a:lnTo>
                    <a:pt x="2053441" y="1179638"/>
                  </a:lnTo>
                  <a:lnTo>
                    <a:pt x="2053427" y="1179666"/>
                  </a:lnTo>
                  <a:lnTo>
                    <a:pt x="2053399" y="1179721"/>
                  </a:lnTo>
                  <a:lnTo>
                    <a:pt x="2053385" y="1179747"/>
                  </a:lnTo>
                  <a:lnTo>
                    <a:pt x="2053376" y="1179765"/>
                  </a:lnTo>
                  <a:lnTo>
                    <a:pt x="2053253" y="1180002"/>
                  </a:lnTo>
                  <a:lnTo>
                    <a:pt x="2053204" y="1180046"/>
                  </a:lnTo>
                  <a:lnTo>
                    <a:pt x="2053195" y="1180053"/>
                  </a:lnTo>
                  <a:lnTo>
                    <a:pt x="2053160" y="1180042"/>
                  </a:lnTo>
                  <a:lnTo>
                    <a:pt x="2053142" y="1180032"/>
                  </a:lnTo>
                  <a:lnTo>
                    <a:pt x="2052908" y="1179906"/>
                  </a:lnTo>
                  <a:lnTo>
                    <a:pt x="2052815" y="1179788"/>
                  </a:lnTo>
                  <a:lnTo>
                    <a:pt x="2052807" y="1179781"/>
                  </a:lnTo>
                  <a:lnTo>
                    <a:pt x="2052765" y="1179742"/>
                  </a:lnTo>
                  <a:lnTo>
                    <a:pt x="2052563" y="1179776"/>
                  </a:lnTo>
                  <a:lnTo>
                    <a:pt x="2052032" y="1179919"/>
                  </a:lnTo>
                  <a:lnTo>
                    <a:pt x="2052047" y="1179958"/>
                  </a:lnTo>
                  <a:lnTo>
                    <a:pt x="2052032" y="1179984"/>
                  </a:lnTo>
                  <a:lnTo>
                    <a:pt x="2051878" y="1180007"/>
                  </a:lnTo>
                  <a:lnTo>
                    <a:pt x="2051862" y="1180006"/>
                  </a:lnTo>
                  <a:lnTo>
                    <a:pt x="2051392" y="1179991"/>
                  </a:lnTo>
                  <a:lnTo>
                    <a:pt x="2051334" y="1180063"/>
                  </a:lnTo>
                  <a:lnTo>
                    <a:pt x="2051325" y="1180074"/>
                  </a:lnTo>
                  <a:lnTo>
                    <a:pt x="2051327" y="1180078"/>
                  </a:lnTo>
                  <a:lnTo>
                    <a:pt x="2051340" y="1180109"/>
                  </a:lnTo>
                  <a:lnTo>
                    <a:pt x="2051343" y="1180133"/>
                  </a:lnTo>
                  <a:lnTo>
                    <a:pt x="2051344" y="1180147"/>
                  </a:lnTo>
                  <a:lnTo>
                    <a:pt x="2051332" y="1180504"/>
                  </a:lnTo>
                  <a:lnTo>
                    <a:pt x="2051309" y="1180592"/>
                  </a:lnTo>
                  <a:lnTo>
                    <a:pt x="2051288" y="1180675"/>
                  </a:lnTo>
                  <a:lnTo>
                    <a:pt x="2051278" y="1180714"/>
                  </a:lnTo>
                  <a:lnTo>
                    <a:pt x="2051240" y="1180801"/>
                  </a:lnTo>
                  <a:lnTo>
                    <a:pt x="2051204" y="1180848"/>
                  </a:lnTo>
                  <a:lnTo>
                    <a:pt x="2051091" y="1180916"/>
                  </a:lnTo>
                  <a:lnTo>
                    <a:pt x="2051017" y="1180947"/>
                  </a:lnTo>
                  <a:lnTo>
                    <a:pt x="2050994" y="1180951"/>
                  </a:lnTo>
                  <a:lnTo>
                    <a:pt x="2050983" y="1180954"/>
                  </a:lnTo>
                  <a:lnTo>
                    <a:pt x="2050898" y="1181008"/>
                  </a:lnTo>
                  <a:lnTo>
                    <a:pt x="2051005" y="1181654"/>
                  </a:lnTo>
                  <a:lnTo>
                    <a:pt x="2051056" y="1181653"/>
                  </a:lnTo>
                  <a:lnTo>
                    <a:pt x="2051083" y="1181640"/>
                  </a:lnTo>
                  <a:lnTo>
                    <a:pt x="2051218" y="1181633"/>
                  </a:lnTo>
                  <a:lnTo>
                    <a:pt x="2051387" y="1181716"/>
                  </a:lnTo>
                  <a:lnTo>
                    <a:pt x="2051409" y="1181748"/>
                  </a:lnTo>
                  <a:lnTo>
                    <a:pt x="2051441" y="1181836"/>
                  </a:lnTo>
                  <a:lnTo>
                    <a:pt x="2051448" y="1182022"/>
                  </a:lnTo>
                  <a:lnTo>
                    <a:pt x="2052053" y="1182555"/>
                  </a:lnTo>
                  <a:lnTo>
                    <a:pt x="2052130" y="1182624"/>
                  </a:lnTo>
                  <a:lnTo>
                    <a:pt x="2052173" y="1182560"/>
                  </a:lnTo>
                  <a:lnTo>
                    <a:pt x="2052259" y="1182459"/>
                  </a:lnTo>
                  <a:lnTo>
                    <a:pt x="2052303" y="1182435"/>
                  </a:lnTo>
                  <a:lnTo>
                    <a:pt x="2052380" y="1182410"/>
                  </a:lnTo>
                  <a:lnTo>
                    <a:pt x="2053016" y="1182486"/>
                  </a:lnTo>
                  <a:lnTo>
                    <a:pt x="2053043" y="1182523"/>
                  </a:lnTo>
                  <a:lnTo>
                    <a:pt x="2053048" y="1182552"/>
                  </a:lnTo>
                  <a:lnTo>
                    <a:pt x="2053002" y="1182754"/>
                  </a:lnTo>
                  <a:lnTo>
                    <a:pt x="2052943" y="1183108"/>
                  </a:lnTo>
                  <a:lnTo>
                    <a:pt x="2052941" y="1183122"/>
                  </a:lnTo>
                  <a:lnTo>
                    <a:pt x="2053459" y="1183230"/>
                  </a:lnTo>
                  <a:lnTo>
                    <a:pt x="2053523" y="1183220"/>
                  </a:lnTo>
                  <a:lnTo>
                    <a:pt x="2053530" y="1183202"/>
                  </a:lnTo>
                  <a:lnTo>
                    <a:pt x="2053593" y="1183149"/>
                  </a:lnTo>
                  <a:lnTo>
                    <a:pt x="2053695" y="1183144"/>
                  </a:lnTo>
                  <a:lnTo>
                    <a:pt x="2053933" y="1183131"/>
                  </a:lnTo>
                  <a:lnTo>
                    <a:pt x="2054016" y="1183215"/>
                  </a:lnTo>
                  <a:lnTo>
                    <a:pt x="2054060" y="1183275"/>
                  </a:lnTo>
                  <a:lnTo>
                    <a:pt x="2054086" y="1183331"/>
                  </a:lnTo>
                  <a:lnTo>
                    <a:pt x="2054154" y="1183561"/>
                  </a:lnTo>
                  <a:lnTo>
                    <a:pt x="2054160" y="1183639"/>
                  </a:lnTo>
                  <a:lnTo>
                    <a:pt x="2054094" y="1183916"/>
                  </a:lnTo>
                  <a:lnTo>
                    <a:pt x="2052974" y="1184193"/>
                  </a:lnTo>
                  <a:lnTo>
                    <a:pt x="2052817" y="1184186"/>
                  </a:lnTo>
                  <a:lnTo>
                    <a:pt x="2052796" y="1184181"/>
                  </a:lnTo>
                  <a:lnTo>
                    <a:pt x="2052293" y="1184059"/>
                  </a:lnTo>
                  <a:lnTo>
                    <a:pt x="2052015" y="1183992"/>
                  </a:lnTo>
                  <a:lnTo>
                    <a:pt x="2051776" y="1183798"/>
                  </a:lnTo>
                  <a:lnTo>
                    <a:pt x="2051562" y="1183798"/>
                  </a:lnTo>
                  <a:lnTo>
                    <a:pt x="2051364" y="1183759"/>
                  </a:lnTo>
                  <a:lnTo>
                    <a:pt x="2050461" y="1183583"/>
                  </a:lnTo>
                  <a:lnTo>
                    <a:pt x="2050340" y="1183553"/>
                  </a:lnTo>
                  <a:lnTo>
                    <a:pt x="2050017" y="1183407"/>
                  </a:lnTo>
                  <a:lnTo>
                    <a:pt x="2049960" y="1183381"/>
                  </a:lnTo>
                  <a:lnTo>
                    <a:pt x="2049940" y="1183366"/>
                  </a:lnTo>
                  <a:lnTo>
                    <a:pt x="2049843" y="1183291"/>
                  </a:lnTo>
                  <a:lnTo>
                    <a:pt x="2049756" y="1183180"/>
                  </a:lnTo>
                  <a:lnTo>
                    <a:pt x="2049701" y="1183074"/>
                  </a:lnTo>
                  <a:lnTo>
                    <a:pt x="2049687" y="1182992"/>
                  </a:lnTo>
                  <a:lnTo>
                    <a:pt x="2049685" y="1182980"/>
                  </a:lnTo>
                  <a:lnTo>
                    <a:pt x="2049647" y="1182752"/>
                  </a:lnTo>
                  <a:lnTo>
                    <a:pt x="2049697" y="1182616"/>
                  </a:lnTo>
                  <a:lnTo>
                    <a:pt x="2049704" y="1182563"/>
                  </a:lnTo>
                  <a:lnTo>
                    <a:pt x="2049702" y="1182553"/>
                  </a:lnTo>
                  <a:lnTo>
                    <a:pt x="2049682" y="1182532"/>
                  </a:lnTo>
                  <a:lnTo>
                    <a:pt x="2049678" y="1182531"/>
                  </a:lnTo>
                  <a:lnTo>
                    <a:pt x="2049663" y="1182527"/>
                  </a:lnTo>
                  <a:lnTo>
                    <a:pt x="2049631" y="1182530"/>
                  </a:lnTo>
                  <a:lnTo>
                    <a:pt x="2049605" y="1182566"/>
                  </a:lnTo>
                  <a:lnTo>
                    <a:pt x="2049597" y="1182595"/>
                  </a:lnTo>
                  <a:lnTo>
                    <a:pt x="2049570" y="1182692"/>
                  </a:lnTo>
                  <a:lnTo>
                    <a:pt x="2049538" y="1182714"/>
                  </a:lnTo>
                  <a:lnTo>
                    <a:pt x="2049473" y="1182694"/>
                  </a:lnTo>
                  <a:lnTo>
                    <a:pt x="2049323" y="1182648"/>
                  </a:lnTo>
                  <a:lnTo>
                    <a:pt x="2049295" y="1182639"/>
                  </a:lnTo>
                  <a:lnTo>
                    <a:pt x="2049267" y="1182654"/>
                  </a:lnTo>
                  <a:lnTo>
                    <a:pt x="2049174" y="1182778"/>
                  </a:lnTo>
                  <a:lnTo>
                    <a:pt x="2049094" y="1182801"/>
                  </a:lnTo>
                  <a:lnTo>
                    <a:pt x="2049044" y="1182827"/>
                  </a:lnTo>
                  <a:lnTo>
                    <a:pt x="2049005" y="1182866"/>
                  </a:lnTo>
                  <a:lnTo>
                    <a:pt x="2049004" y="1182938"/>
                  </a:lnTo>
                  <a:lnTo>
                    <a:pt x="2048947" y="1183135"/>
                  </a:lnTo>
                  <a:lnTo>
                    <a:pt x="2048871" y="1183201"/>
                  </a:lnTo>
                  <a:lnTo>
                    <a:pt x="2048834" y="1183209"/>
                  </a:lnTo>
                  <a:lnTo>
                    <a:pt x="2048736" y="1183170"/>
                  </a:lnTo>
                  <a:lnTo>
                    <a:pt x="2048661" y="1183146"/>
                  </a:lnTo>
                  <a:lnTo>
                    <a:pt x="2048617" y="1183155"/>
                  </a:lnTo>
                  <a:lnTo>
                    <a:pt x="2048602" y="1183158"/>
                  </a:lnTo>
                  <a:lnTo>
                    <a:pt x="2048539" y="1183209"/>
                  </a:lnTo>
                  <a:lnTo>
                    <a:pt x="2048507" y="1183231"/>
                  </a:lnTo>
                  <a:lnTo>
                    <a:pt x="2048473" y="1183254"/>
                  </a:lnTo>
                  <a:lnTo>
                    <a:pt x="2048451" y="1183256"/>
                  </a:lnTo>
                  <a:lnTo>
                    <a:pt x="2048397" y="1183257"/>
                  </a:lnTo>
                  <a:lnTo>
                    <a:pt x="2048381" y="1183248"/>
                  </a:lnTo>
                  <a:lnTo>
                    <a:pt x="2048364" y="1183226"/>
                  </a:lnTo>
                  <a:lnTo>
                    <a:pt x="2048360" y="1183213"/>
                  </a:lnTo>
                  <a:lnTo>
                    <a:pt x="2048315" y="1183074"/>
                  </a:lnTo>
                  <a:lnTo>
                    <a:pt x="2048231" y="1182943"/>
                  </a:lnTo>
                  <a:lnTo>
                    <a:pt x="2048087" y="1182774"/>
                  </a:lnTo>
                  <a:lnTo>
                    <a:pt x="2047998" y="1182689"/>
                  </a:lnTo>
                  <a:lnTo>
                    <a:pt x="2047913" y="1182643"/>
                  </a:lnTo>
                  <a:lnTo>
                    <a:pt x="2047399" y="1182632"/>
                  </a:lnTo>
                  <a:lnTo>
                    <a:pt x="2047395" y="1182641"/>
                  </a:lnTo>
                  <a:lnTo>
                    <a:pt x="2047360" y="1182727"/>
                  </a:lnTo>
                  <a:lnTo>
                    <a:pt x="2047256" y="1182899"/>
                  </a:lnTo>
                  <a:lnTo>
                    <a:pt x="2047249" y="1182911"/>
                  </a:lnTo>
                  <a:lnTo>
                    <a:pt x="2047245" y="1182962"/>
                  </a:lnTo>
                  <a:lnTo>
                    <a:pt x="2047243" y="1182991"/>
                  </a:lnTo>
                  <a:lnTo>
                    <a:pt x="2047245" y="1183028"/>
                  </a:lnTo>
                  <a:lnTo>
                    <a:pt x="2047269" y="1183043"/>
                  </a:lnTo>
                  <a:lnTo>
                    <a:pt x="2047350" y="1183038"/>
                  </a:lnTo>
                  <a:lnTo>
                    <a:pt x="2047404" y="1183044"/>
                  </a:lnTo>
                  <a:lnTo>
                    <a:pt x="2047544" y="1183060"/>
                  </a:lnTo>
                  <a:lnTo>
                    <a:pt x="2047744" y="1183124"/>
                  </a:lnTo>
                  <a:lnTo>
                    <a:pt x="2048140" y="1183372"/>
                  </a:lnTo>
                  <a:lnTo>
                    <a:pt x="2048196" y="1183433"/>
                  </a:lnTo>
                  <a:lnTo>
                    <a:pt x="2048226" y="1183684"/>
                  </a:lnTo>
                  <a:lnTo>
                    <a:pt x="2048292" y="1183983"/>
                  </a:lnTo>
                  <a:lnTo>
                    <a:pt x="2048295" y="1183997"/>
                  </a:lnTo>
                  <a:lnTo>
                    <a:pt x="2048368" y="1184012"/>
                  </a:lnTo>
                  <a:lnTo>
                    <a:pt x="2048494" y="1184006"/>
                  </a:lnTo>
                  <a:lnTo>
                    <a:pt x="2048628" y="1183833"/>
                  </a:lnTo>
                  <a:lnTo>
                    <a:pt x="2048656" y="1183820"/>
                  </a:lnTo>
                  <a:lnTo>
                    <a:pt x="2049410" y="1184030"/>
                  </a:lnTo>
                  <a:lnTo>
                    <a:pt x="2049608" y="1184061"/>
                  </a:lnTo>
                  <a:lnTo>
                    <a:pt x="2049825" y="1184066"/>
                  </a:lnTo>
                  <a:lnTo>
                    <a:pt x="2049874" y="1184073"/>
                  </a:lnTo>
                  <a:lnTo>
                    <a:pt x="2049894" y="1184102"/>
                  </a:lnTo>
                  <a:lnTo>
                    <a:pt x="2049894" y="1184121"/>
                  </a:lnTo>
                  <a:lnTo>
                    <a:pt x="2049895" y="1184694"/>
                  </a:lnTo>
                  <a:lnTo>
                    <a:pt x="2049982" y="1184771"/>
                  </a:lnTo>
                  <a:lnTo>
                    <a:pt x="2050281" y="1184893"/>
                  </a:lnTo>
                  <a:lnTo>
                    <a:pt x="2050345" y="1184891"/>
                  </a:lnTo>
                  <a:lnTo>
                    <a:pt x="2050649" y="1184853"/>
                  </a:lnTo>
                  <a:lnTo>
                    <a:pt x="2050848" y="1184813"/>
                  </a:lnTo>
                  <a:lnTo>
                    <a:pt x="2051308" y="1184705"/>
                  </a:lnTo>
                  <a:lnTo>
                    <a:pt x="2051942" y="1184939"/>
                  </a:lnTo>
                  <a:lnTo>
                    <a:pt x="2051963" y="1184982"/>
                  </a:lnTo>
                  <a:lnTo>
                    <a:pt x="2051949" y="1185051"/>
                  </a:lnTo>
                  <a:lnTo>
                    <a:pt x="2051953" y="1185068"/>
                  </a:lnTo>
                  <a:lnTo>
                    <a:pt x="2052032" y="1185140"/>
                  </a:lnTo>
                  <a:lnTo>
                    <a:pt x="2052137" y="1185235"/>
                  </a:lnTo>
                  <a:lnTo>
                    <a:pt x="2052150" y="1185248"/>
                  </a:lnTo>
                  <a:lnTo>
                    <a:pt x="2052192" y="1185249"/>
                  </a:lnTo>
                  <a:lnTo>
                    <a:pt x="2052641" y="1185151"/>
                  </a:lnTo>
                  <a:lnTo>
                    <a:pt x="2052857" y="1185076"/>
                  </a:lnTo>
                  <a:lnTo>
                    <a:pt x="2053027" y="1185062"/>
                  </a:lnTo>
                  <a:lnTo>
                    <a:pt x="2053219" y="1185074"/>
                  </a:lnTo>
                  <a:lnTo>
                    <a:pt x="2053339" y="1185102"/>
                  </a:lnTo>
                  <a:lnTo>
                    <a:pt x="2053604" y="1185184"/>
                  </a:lnTo>
                  <a:lnTo>
                    <a:pt x="2054002" y="1185325"/>
                  </a:lnTo>
                  <a:lnTo>
                    <a:pt x="2054054" y="1185349"/>
                  </a:lnTo>
                  <a:lnTo>
                    <a:pt x="2054164" y="1185441"/>
                  </a:lnTo>
                  <a:lnTo>
                    <a:pt x="2054482" y="1185625"/>
                  </a:lnTo>
                  <a:lnTo>
                    <a:pt x="2054667" y="1185683"/>
                  </a:lnTo>
                  <a:lnTo>
                    <a:pt x="2054808" y="1185716"/>
                  </a:lnTo>
                  <a:lnTo>
                    <a:pt x="2054885" y="1185720"/>
                  </a:lnTo>
                  <a:lnTo>
                    <a:pt x="2055169" y="1185696"/>
                  </a:lnTo>
                  <a:lnTo>
                    <a:pt x="2055184" y="1185694"/>
                  </a:lnTo>
                  <a:lnTo>
                    <a:pt x="2055190" y="1185691"/>
                  </a:lnTo>
                  <a:lnTo>
                    <a:pt x="2055207" y="1185644"/>
                  </a:lnTo>
                  <a:lnTo>
                    <a:pt x="2055865" y="1185735"/>
                  </a:lnTo>
                  <a:lnTo>
                    <a:pt x="2056033" y="1185743"/>
                  </a:lnTo>
                  <a:lnTo>
                    <a:pt x="2056104" y="1185728"/>
                  </a:lnTo>
                  <a:lnTo>
                    <a:pt x="2056150" y="1185686"/>
                  </a:lnTo>
                  <a:lnTo>
                    <a:pt x="2056275" y="1185695"/>
                  </a:lnTo>
                  <a:lnTo>
                    <a:pt x="2056329" y="1185748"/>
                  </a:lnTo>
                  <a:lnTo>
                    <a:pt x="2056334" y="1185783"/>
                  </a:lnTo>
                  <a:lnTo>
                    <a:pt x="2056087" y="1186036"/>
                  </a:lnTo>
                  <a:lnTo>
                    <a:pt x="2055648" y="1186246"/>
                  </a:lnTo>
                  <a:lnTo>
                    <a:pt x="2055428" y="1186966"/>
                  </a:lnTo>
                  <a:lnTo>
                    <a:pt x="2055420" y="1187053"/>
                  </a:lnTo>
                  <a:lnTo>
                    <a:pt x="2055441" y="1187100"/>
                  </a:lnTo>
                  <a:lnTo>
                    <a:pt x="2055555" y="1187289"/>
                  </a:lnTo>
                  <a:lnTo>
                    <a:pt x="2055553" y="1187529"/>
                  </a:lnTo>
                  <a:lnTo>
                    <a:pt x="2055486" y="1187728"/>
                  </a:lnTo>
                  <a:lnTo>
                    <a:pt x="2055470" y="1187824"/>
                  </a:lnTo>
                  <a:lnTo>
                    <a:pt x="2055734" y="1188035"/>
                  </a:lnTo>
                  <a:lnTo>
                    <a:pt x="2055783" y="1188050"/>
                  </a:lnTo>
                  <a:lnTo>
                    <a:pt x="2055831" y="1188047"/>
                  </a:lnTo>
                  <a:lnTo>
                    <a:pt x="2055842" y="1188056"/>
                  </a:lnTo>
                  <a:lnTo>
                    <a:pt x="2055843" y="1188066"/>
                  </a:lnTo>
                  <a:lnTo>
                    <a:pt x="2055823" y="1188129"/>
                  </a:lnTo>
                  <a:lnTo>
                    <a:pt x="2055666" y="1188497"/>
                  </a:lnTo>
                  <a:lnTo>
                    <a:pt x="2055532" y="1188703"/>
                  </a:lnTo>
                  <a:lnTo>
                    <a:pt x="2055496" y="1188743"/>
                  </a:lnTo>
                  <a:lnTo>
                    <a:pt x="2055473" y="1188749"/>
                  </a:lnTo>
                  <a:lnTo>
                    <a:pt x="2055237" y="1188749"/>
                  </a:lnTo>
                  <a:lnTo>
                    <a:pt x="2054910" y="1188738"/>
                  </a:lnTo>
                  <a:lnTo>
                    <a:pt x="2054746" y="1188724"/>
                  </a:lnTo>
                  <a:lnTo>
                    <a:pt x="2054633" y="1188610"/>
                  </a:lnTo>
                  <a:lnTo>
                    <a:pt x="2054416" y="1188639"/>
                  </a:lnTo>
                  <a:lnTo>
                    <a:pt x="2054317" y="1188685"/>
                  </a:lnTo>
                  <a:lnTo>
                    <a:pt x="2053904" y="1188780"/>
                  </a:lnTo>
                  <a:lnTo>
                    <a:pt x="2053771" y="1188768"/>
                  </a:lnTo>
                  <a:lnTo>
                    <a:pt x="2053676" y="1188741"/>
                  </a:lnTo>
                  <a:lnTo>
                    <a:pt x="2053666" y="1188729"/>
                  </a:lnTo>
                  <a:lnTo>
                    <a:pt x="2053661" y="1188676"/>
                  </a:lnTo>
                  <a:lnTo>
                    <a:pt x="2053644" y="1188640"/>
                  </a:lnTo>
                  <a:lnTo>
                    <a:pt x="2053579" y="1188540"/>
                  </a:lnTo>
                  <a:lnTo>
                    <a:pt x="2053274" y="1188199"/>
                  </a:lnTo>
                  <a:lnTo>
                    <a:pt x="2053187" y="1188103"/>
                  </a:lnTo>
                  <a:lnTo>
                    <a:pt x="2052567" y="1188105"/>
                  </a:lnTo>
                  <a:lnTo>
                    <a:pt x="2052464" y="1188105"/>
                  </a:lnTo>
                  <a:lnTo>
                    <a:pt x="2052449" y="1188107"/>
                  </a:lnTo>
                  <a:lnTo>
                    <a:pt x="2051956" y="1188172"/>
                  </a:lnTo>
                  <a:lnTo>
                    <a:pt x="2051922" y="1188181"/>
                  </a:lnTo>
                  <a:lnTo>
                    <a:pt x="2051829" y="1188208"/>
                  </a:lnTo>
                  <a:lnTo>
                    <a:pt x="2051722" y="1188315"/>
                  </a:lnTo>
                  <a:lnTo>
                    <a:pt x="2051621" y="1188646"/>
                  </a:lnTo>
                  <a:lnTo>
                    <a:pt x="2051626" y="1188686"/>
                  </a:lnTo>
                  <a:lnTo>
                    <a:pt x="2051748" y="1188934"/>
                  </a:lnTo>
                  <a:lnTo>
                    <a:pt x="2051807" y="1188926"/>
                  </a:lnTo>
                  <a:lnTo>
                    <a:pt x="2051831" y="1188941"/>
                  </a:lnTo>
                  <a:lnTo>
                    <a:pt x="2051848" y="1189098"/>
                  </a:lnTo>
                  <a:lnTo>
                    <a:pt x="2051847" y="1189178"/>
                  </a:lnTo>
                  <a:lnTo>
                    <a:pt x="2051540" y="1189664"/>
                  </a:lnTo>
                  <a:lnTo>
                    <a:pt x="2051415" y="1189764"/>
                  </a:lnTo>
                  <a:lnTo>
                    <a:pt x="2051315" y="1189788"/>
                  </a:lnTo>
                  <a:lnTo>
                    <a:pt x="2051184" y="1190117"/>
                  </a:lnTo>
                  <a:lnTo>
                    <a:pt x="2051204" y="1190680"/>
                  </a:lnTo>
                  <a:lnTo>
                    <a:pt x="2051211" y="1190691"/>
                  </a:lnTo>
                  <a:lnTo>
                    <a:pt x="2051216" y="1190694"/>
                  </a:lnTo>
                  <a:lnTo>
                    <a:pt x="2051323" y="1190750"/>
                  </a:lnTo>
                  <a:lnTo>
                    <a:pt x="2052275" y="1190274"/>
                  </a:lnTo>
                  <a:lnTo>
                    <a:pt x="2052417" y="1190191"/>
                  </a:lnTo>
                  <a:lnTo>
                    <a:pt x="2052487" y="1190093"/>
                  </a:lnTo>
                  <a:lnTo>
                    <a:pt x="2052489" y="1190075"/>
                  </a:lnTo>
                  <a:lnTo>
                    <a:pt x="2052464" y="1190041"/>
                  </a:lnTo>
                  <a:lnTo>
                    <a:pt x="2052213" y="1189851"/>
                  </a:lnTo>
                  <a:lnTo>
                    <a:pt x="2051959" y="1189621"/>
                  </a:lnTo>
                  <a:lnTo>
                    <a:pt x="2052036" y="1189484"/>
                  </a:lnTo>
                  <a:lnTo>
                    <a:pt x="2052054" y="1189324"/>
                  </a:lnTo>
                  <a:lnTo>
                    <a:pt x="2052053" y="1189034"/>
                  </a:lnTo>
                  <a:lnTo>
                    <a:pt x="2052014" y="1188737"/>
                  </a:lnTo>
                  <a:lnTo>
                    <a:pt x="2052035" y="1188694"/>
                  </a:lnTo>
                  <a:lnTo>
                    <a:pt x="2052056" y="1188627"/>
                  </a:lnTo>
                  <a:lnTo>
                    <a:pt x="2052107" y="1188548"/>
                  </a:lnTo>
                  <a:lnTo>
                    <a:pt x="2052266" y="1188414"/>
                  </a:lnTo>
                  <a:lnTo>
                    <a:pt x="2052355" y="1188372"/>
                  </a:lnTo>
                  <a:lnTo>
                    <a:pt x="2052445" y="1188353"/>
                  </a:lnTo>
                  <a:lnTo>
                    <a:pt x="2052877" y="1188347"/>
                  </a:lnTo>
                  <a:lnTo>
                    <a:pt x="2052929" y="1188358"/>
                  </a:lnTo>
                  <a:lnTo>
                    <a:pt x="2053145" y="1188451"/>
                  </a:lnTo>
                  <a:lnTo>
                    <a:pt x="2053152" y="1188446"/>
                  </a:lnTo>
                  <a:lnTo>
                    <a:pt x="2053376" y="1188693"/>
                  </a:lnTo>
                  <a:lnTo>
                    <a:pt x="2053461" y="1188811"/>
                  </a:lnTo>
                  <a:lnTo>
                    <a:pt x="2053527" y="1188886"/>
                  </a:lnTo>
                  <a:lnTo>
                    <a:pt x="2053647" y="1188963"/>
                  </a:lnTo>
                  <a:lnTo>
                    <a:pt x="2053883" y="1189067"/>
                  </a:lnTo>
                  <a:lnTo>
                    <a:pt x="2053994" y="1189070"/>
                  </a:lnTo>
                  <a:lnTo>
                    <a:pt x="2054140" y="1189063"/>
                  </a:lnTo>
                  <a:lnTo>
                    <a:pt x="2054163" y="1189056"/>
                  </a:lnTo>
                  <a:lnTo>
                    <a:pt x="2054308" y="1189012"/>
                  </a:lnTo>
                  <a:lnTo>
                    <a:pt x="2054397" y="1188969"/>
                  </a:lnTo>
                  <a:lnTo>
                    <a:pt x="2054530" y="1188858"/>
                  </a:lnTo>
                  <a:lnTo>
                    <a:pt x="2055034" y="1188974"/>
                  </a:lnTo>
                  <a:lnTo>
                    <a:pt x="2055160" y="1188989"/>
                  </a:lnTo>
                  <a:lnTo>
                    <a:pt x="2055289" y="1188985"/>
                  </a:lnTo>
                  <a:lnTo>
                    <a:pt x="2055364" y="1188975"/>
                  </a:lnTo>
                  <a:lnTo>
                    <a:pt x="2055541" y="1188931"/>
                  </a:lnTo>
                  <a:lnTo>
                    <a:pt x="2055670" y="1188865"/>
                  </a:lnTo>
                  <a:lnTo>
                    <a:pt x="2055798" y="1188775"/>
                  </a:lnTo>
                  <a:lnTo>
                    <a:pt x="2056187" y="1188401"/>
                  </a:lnTo>
                  <a:lnTo>
                    <a:pt x="2056218" y="1188353"/>
                  </a:lnTo>
                  <a:lnTo>
                    <a:pt x="2056237" y="1188302"/>
                  </a:lnTo>
                  <a:lnTo>
                    <a:pt x="2056269" y="1188266"/>
                  </a:lnTo>
                  <a:lnTo>
                    <a:pt x="2056402" y="1188227"/>
                  </a:lnTo>
                  <a:lnTo>
                    <a:pt x="2056727" y="1188170"/>
                  </a:lnTo>
                  <a:lnTo>
                    <a:pt x="2056865" y="1188180"/>
                  </a:lnTo>
                  <a:lnTo>
                    <a:pt x="2056902" y="1188214"/>
                  </a:lnTo>
                  <a:lnTo>
                    <a:pt x="2056946" y="1188420"/>
                  </a:lnTo>
                  <a:lnTo>
                    <a:pt x="2056973" y="1188545"/>
                  </a:lnTo>
                  <a:lnTo>
                    <a:pt x="2056981" y="1188563"/>
                  </a:lnTo>
                  <a:lnTo>
                    <a:pt x="2056999" y="1188562"/>
                  </a:lnTo>
                  <a:lnTo>
                    <a:pt x="2057031" y="1188561"/>
                  </a:lnTo>
                  <a:lnTo>
                    <a:pt x="2057059" y="1188559"/>
                  </a:lnTo>
                  <a:lnTo>
                    <a:pt x="2057092" y="1188557"/>
                  </a:lnTo>
                  <a:lnTo>
                    <a:pt x="2057113" y="1188558"/>
                  </a:lnTo>
                  <a:lnTo>
                    <a:pt x="2057133" y="1188567"/>
                  </a:lnTo>
                  <a:lnTo>
                    <a:pt x="2057156" y="1188580"/>
                  </a:lnTo>
                  <a:lnTo>
                    <a:pt x="2057171" y="1188588"/>
                  </a:lnTo>
                  <a:lnTo>
                    <a:pt x="2057234" y="1188625"/>
                  </a:lnTo>
                  <a:lnTo>
                    <a:pt x="2057253" y="1188636"/>
                  </a:lnTo>
                  <a:lnTo>
                    <a:pt x="2057274" y="1188639"/>
                  </a:lnTo>
                  <a:lnTo>
                    <a:pt x="2057296" y="1188643"/>
                  </a:lnTo>
                  <a:lnTo>
                    <a:pt x="2057400" y="1188704"/>
                  </a:lnTo>
                  <a:lnTo>
                    <a:pt x="2057422" y="1188722"/>
                  </a:lnTo>
                  <a:lnTo>
                    <a:pt x="2057436" y="1188734"/>
                  </a:lnTo>
                  <a:lnTo>
                    <a:pt x="2057441" y="1188747"/>
                  </a:lnTo>
                  <a:lnTo>
                    <a:pt x="2057443" y="1188775"/>
                  </a:lnTo>
                  <a:lnTo>
                    <a:pt x="2057451" y="1188866"/>
                  </a:lnTo>
                  <a:lnTo>
                    <a:pt x="2057452" y="1188902"/>
                  </a:lnTo>
                  <a:lnTo>
                    <a:pt x="2057452" y="1188915"/>
                  </a:lnTo>
                  <a:lnTo>
                    <a:pt x="2057445" y="1188927"/>
                  </a:lnTo>
                  <a:lnTo>
                    <a:pt x="2057440" y="1188932"/>
                  </a:lnTo>
                  <a:lnTo>
                    <a:pt x="2057435" y="1188938"/>
                  </a:lnTo>
                  <a:lnTo>
                    <a:pt x="2057429" y="1188946"/>
                  </a:lnTo>
                  <a:lnTo>
                    <a:pt x="2057427" y="1188956"/>
                  </a:lnTo>
                  <a:lnTo>
                    <a:pt x="2057431" y="1188965"/>
                  </a:lnTo>
                  <a:lnTo>
                    <a:pt x="2057450" y="1188985"/>
                  </a:lnTo>
                  <a:lnTo>
                    <a:pt x="2057465" y="1188994"/>
                  </a:lnTo>
                  <a:lnTo>
                    <a:pt x="2057478" y="1189026"/>
                  </a:lnTo>
                  <a:lnTo>
                    <a:pt x="2057489" y="1189105"/>
                  </a:lnTo>
                  <a:lnTo>
                    <a:pt x="2057491" y="1189126"/>
                  </a:lnTo>
                  <a:lnTo>
                    <a:pt x="2057507" y="1189110"/>
                  </a:lnTo>
                  <a:lnTo>
                    <a:pt x="2057529" y="1189086"/>
                  </a:lnTo>
                  <a:lnTo>
                    <a:pt x="2057565" y="1189090"/>
                  </a:lnTo>
                  <a:lnTo>
                    <a:pt x="2057586" y="1189100"/>
                  </a:lnTo>
                  <a:lnTo>
                    <a:pt x="2057810" y="1189343"/>
                  </a:lnTo>
                  <a:lnTo>
                    <a:pt x="2057817" y="1189370"/>
                  </a:lnTo>
                  <a:lnTo>
                    <a:pt x="2057806" y="1189417"/>
                  </a:lnTo>
                  <a:lnTo>
                    <a:pt x="2057794" y="1189434"/>
                  </a:lnTo>
                  <a:lnTo>
                    <a:pt x="2057668" y="1189487"/>
                  </a:lnTo>
                  <a:lnTo>
                    <a:pt x="2057603" y="1189493"/>
                  </a:lnTo>
                  <a:lnTo>
                    <a:pt x="2057587" y="1189509"/>
                  </a:lnTo>
                  <a:lnTo>
                    <a:pt x="2057567" y="1189630"/>
                  </a:lnTo>
                  <a:lnTo>
                    <a:pt x="2057566" y="1189683"/>
                  </a:lnTo>
                  <a:lnTo>
                    <a:pt x="2057576" y="1189751"/>
                  </a:lnTo>
                  <a:lnTo>
                    <a:pt x="2057595" y="1189773"/>
                  </a:lnTo>
                  <a:lnTo>
                    <a:pt x="2057615" y="1189781"/>
                  </a:lnTo>
                  <a:lnTo>
                    <a:pt x="2057684" y="1189789"/>
                  </a:lnTo>
                  <a:lnTo>
                    <a:pt x="2057771" y="1189790"/>
                  </a:lnTo>
                  <a:lnTo>
                    <a:pt x="2057866" y="1189809"/>
                  </a:lnTo>
                  <a:lnTo>
                    <a:pt x="2057930" y="1189833"/>
                  </a:lnTo>
                  <a:lnTo>
                    <a:pt x="2057972" y="1189833"/>
                  </a:lnTo>
                  <a:lnTo>
                    <a:pt x="2058066" y="1189809"/>
                  </a:lnTo>
                  <a:lnTo>
                    <a:pt x="2058126" y="1189725"/>
                  </a:lnTo>
                  <a:lnTo>
                    <a:pt x="2058190" y="1189713"/>
                  </a:lnTo>
                  <a:lnTo>
                    <a:pt x="2058274" y="1189726"/>
                  </a:lnTo>
                  <a:lnTo>
                    <a:pt x="2058347" y="1189803"/>
                  </a:lnTo>
                  <a:lnTo>
                    <a:pt x="2058502" y="1189946"/>
                  </a:lnTo>
                  <a:lnTo>
                    <a:pt x="2058515" y="1190025"/>
                  </a:lnTo>
                  <a:lnTo>
                    <a:pt x="2058517" y="1190040"/>
                  </a:lnTo>
                  <a:lnTo>
                    <a:pt x="2058501" y="1190079"/>
                  </a:lnTo>
                  <a:lnTo>
                    <a:pt x="2058289" y="1190104"/>
                  </a:lnTo>
                  <a:lnTo>
                    <a:pt x="2058135" y="1190003"/>
                  </a:lnTo>
                  <a:lnTo>
                    <a:pt x="2058027" y="1189979"/>
                  </a:lnTo>
                  <a:lnTo>
                    <a:pt x="2057856" y="1189942"/>
                  </a:lnTo>
                  <a:lnTo>
                    <a:pt x="2057638" y="1189994"/>
                  </a:lnTo>
                  <a:lnTo>
                    <a:pt x="2057567" y="1190007"/>
                  </a:lnTo>
                  <a:lnTo>
                    <a:pt x="2057526" y="1190038"/>
                  </a:lnTo>
                  <a:lnTo>
                    <a:pt x="2057499" y="1190099"/>
                  </a:lnTo>
                  <a:lnTo>
                    <a:pt x="2057486" y="1190220"/>
                  </a:lnTo>
                  <a:lnTo>
                    <a:pt x="2057500" y="1190261"/>
                  </a:lnTo>
                  <a:lnTo>
                    <a:pt x="2057610" y="1190465"/>
                  </a:lnTo>
                  <a:lnTo>
                    <a:pt x="2057615" y="1190475"/>
                  </a:lnTo>
                  <a:lnTo>
                    <a:pt x="2057735" y="1191256"/>
                  </a:lnTo>
                  <a:lnTo>
                    <a:pt x="2057719" y="1191275"/>
                  </a:lnTo>
                  <a:lnTo>
                    <a:pt x="2057559" y="1191315"/>
                  </a:lnTo>
                  <a:lnTo>
                    <a:pt x="2057540" y="1191319"/>
                  </a:lnTo>
                  <a:lnTo>
                    <a:pt x="2057217" y="1191510"/>
                  </a:lnTo>
                  <a:lnTo>
                    <a:pt x="2056971" y="1191757"/>
                  </a:lnTo>
                  <a:lnTo>
                    <a:pt x="2056970" y="1191798"/>
                  </a:lnTo>
                  <a:lnTo>
                    <a:pt x="2057029" y="1191914"/>
                  </a:lnTo>
                  <a:lnTo>
                    <a:pt x="2057609" y="1192402"/>
                  </a:lnTo>
                  <a:lnTo>
                    <a:pt x="2057917" y="1192582"/>
                  </a:lnTo>
                  <a:lnTo>
                    <a:pt x="2057979" y="1192537"/>
                  </a:lnTo>
                  <a:lnTo>
                    <a:pt x="2058040" y="1192482"/>
                  </a:lnTo>
                  <a:lnTo>
                    <a:pt x="2058069" y="1192424"/>
                  </a:lnTo>
                  <a:lnTo>
                    <a:pt x="2058091" y="1192255"/>
                  </a:lnTo>
                  <a:lnTo>
                    <a:pt x="2058093" y="1192235"/>
                  </a:lnTo>
                  <a:lnTo>
                    <a:pt x="2058126" y="1192172"/>
                  </a:lnTo>
                  <a:lnTo>
                    <a:pt x="2058159" y="1192157"/>
                  </a:lnTo>
                  <a:lnTo>
                    <a:pt x="2058207" y="1192156"/>
                  </a:lnTo>
                  <a:lnTo>
                    <a:pt x="2058260" y="1192196"/>
                  </a:lnTo>
                  <a:lnTo>
                    <a:pt x="2058326" y="1192481"/>
                  </a:lnTo>
                  <a:lnTo>
                    <a:pt x="2058370" y="1192636"/>
                  </a:lnTo>
                  <a:lnTo>
                    <a:pt x="2058519" y="1192779"/>
                  </a:lnTo>
                  <a:lnTo>
                    <a:pt x="2058554" y="1192812"/>
                  </a:lnTo>
                  <a:lnTo>
                    <a:pt x="2058597" y="1192830"/>
                  </a:lnTo>
                  <a:lnTo>
                    <a:pt x="2058664" y="1192825"/>
                  </a:lnTo>
                  <a:lnTo>
                    <a:pt x="2058803" y="1192679"/>
                  </a:lnTo>
                  <a:lnTo>
                    <a:pt x="2058918" y="1192689"/>
                  </a:lnTo>
                  <a:lnTo>
                    <a:pt x="2058974" y="1192714"/>
                  </a:lnTo>
                  <a:lnTo>
                    <a:pt x="2058986" y="1192740"/>
                  </a:lnTo>
                  <a:lnTo>
                    <a:pt x="2058990" y="1192807"/>
                  </a:lnTo>
                  <a:lnTo>
                    <a:pt x="2058906" y="1192915"/>
                  </a:lnTo>
                  <a:lnTo>
                    <a:pt x="2058633" y="1193122"/>
                  </a:lnTo>
                  <a:lnTo>
                    <a:pt x="2058648" y="1193200"/>
                  </a:lnTo>
                  <a:lnTo>
                    <a:pt x="2058639" y="1193226"/>
                  </a:lnTo>
                  <a:lnTo>
                    <a:pt x="2058666" y="1193443"/>
                  </a:lnTo>
                  <a:lnTo>
                    <a:pt x="2058736" y="1193466"/>
                  </a:lnTo>
                  <a:lnTo>
                    <a:pt x="2059413" y="1193441"/>
                  </a:lnTo>
                  <a:lnTo>
                    <a:pt x="2059473" y="1193427"/>
                  </a:lnTo>
                  <a:lnTo>
                    <a:pt x="2059544" y="1193412"/>
                  </a:lnTo>
                  <a:lnTo>
                    <a:pt x="2059635" y="1193429"/>
                  </a:lnTo>
                  <a:lnTo>
                    <a:pt x="2059673" y="1193477"/>
                  </a:lnTo>
                  <a:lnTo>
                    <a:pt x="2059674" y="1193531"/>
                  </a:lnTo>
                  <a:lnTo>
                    <a:pt x="2059674" y="1193547"/>
                  </a:lnTo>
                  <a:lnTo>
                    <a:pt x="2059668" y="1193561"/>
                  </a:lnTo>
                  <a:lnTo>
                    <a:pt x="2059371" y="1193770"/>
                  </a:lnTo>
                  <a:lnTo>
                    <a:pt x="2059131" y="1193884"/>
                  </a:lnTo>
                  <a:lnTo>
                    <a:pt x="2058837" y="1194129"/>
                  </a:lnTo>
                  <a:lnTo>
                    <a:pt x="2058663" y="1194356"/>
                  </a:lnTo>
                  <a:lnTo>
                    <a:pt x="2058455" y="1194629"/>
                  </a:lnTo>
                  <a:lnTo>
                    <a:pt x="2058443" y="1194645"/>
                  </a:lnTo>
                  <a:lnTo>
                    <a:pt x="2058438" y="1194670"/>
                  </a:lnTo>
                  <a:lnTo>
                    <a:pt x="2058444" y="1194729"/>
                  </a:lnTo>
                  <a:lnTo>
                    <a:pt x="2058457" y="1194773"/>
                  </a:lnTo>
                  <a:lnTo>
                    <a:pt x="2058494" y="1194854"/>
                  </a:lnTo>
                  <a:lnTo>
                    <a:pt x="2058488" y="1194893"/>
                  </a:lnTo>
                  <a:lnTo>
                    <a:pt x="2058459" y="1194905"/>
                  </a:lnTo>
                  <a:lnTo>
                    <a:pt x="2058422" y="1194905"/>
                  </a:lnTo>
                  <a:lnTo>
                    <a:pt x="2058412" y="1194907"/>
                  </a:lnTo>
                  <a:lnTo>
                    <a:pt x="2058355" y="1194915"/>
                  </a:lnTo>
                  <a:lnTo>
                    <a:pt x="2058289" y="1194985"/>
                  </a:lnTo>
                  <a:lnTo>
                    <a:pt x="2058252" y="1194987"/>
                  </a:lnTo>
                  <a:lnTo>
                    <a:pt x="2058239" y="1194967"/>
                  </a:lnTo>
                  <a:lnTo>
                    <a:pt x="2058223" y="1194893"/>
                  </a:lnTo>
                  <a:lnTo>
                    <a:pt x="2058209" y="1194787"/>
                  </a:lnTo>
                  <a:lnTo>
                    <a:pt x="2058168" y="1194741"/>
                  </a:lnTo>
                  <a:lnTo>
                    <a:pt x="2058135" y="1194745"/>
                  </a:lnTo>
                  <a:lnTo>
                    <a:pt x="2058123" y="1194746"/>
                  </a:lnTo>
                  <a:lnTo>
                    <a:pt x="2057955" y="1194762"/>
                  </a:lnTo>
                  <a:lnTo>
                    <a:pt x="2057899" y="1194789"/>
                  </a:lnTo>
                  <a:lnTo>
                    <a:pt x="2057887" y="1194817"/>
                  </a:lnTo>
                  <a:lnTo>
                    <a:pt x="2057876" y="1194830"/>
                  </a:lnTo>
                  <a:lnTo>
                    <a:pt x="2057811" y="1194842"/>
                  </a:lnTo>
                  <a:lnTo>
                    <a:pt x="2057740" y="1194839"/>
                  </a:lnTo>
                  <a:lnTo>
                    <a:pt x="2057687" y="1194847"/>
                  </a:lnTo>
                  <a:lnTo>
                    <a:pt x="2057657" y="1194864"/>
                  </a:lnTo>
                  <a:lnTo>
                    <a:pt x="2057720" y="1195082"/>
                  </a:lnTo>
                  <a:lnTo>
                    <a:pt x="2057726" y="1195125"/>
                  </a:lnTo>
                  <a:lnTo>
                    <a:pt x="2057292" y="1195304"/>
                  </a:lnTo>
                  <a:lnTo>
                    <a:pt x="2057199" y="1195342"/>
                  </a:lnTo>
                  <a:lnTo>
                    <a:pt x="2056728" y="1195537"/>
                  </a:lnTo>
                  <a:lnTo>
                    <a:pt x="2056676" y="1195518"/>
                  </a:lnTo>
                  <a:lnTo>
                    <a:pt x="2056632" y="1195332"/>
                  </a:lnTo>
                  <a:lnTo>
                    <a:pt x="2056492" y="1195131"/>
                  </a:lnTo>
                  <a:lnTo>
                    <a:pt x="2056286" y="1195111"/>
                  </a:lnTo>
                  <a:lnTo>
                    <a:pt x="2056257" y="1195137"/>
                  </a:lnTo>
                  <a:lnTo>
                    <a:pt x="2056032" y="1195290"/>
                  </a:lnTo>
                  <a:lnTo>
                    <a:pt x="2055976" y="1195313"/>
                  </a:lnTo>
                  <a:lnTo>
                    <a:pt x="2055867" y="1195321"/>
                  </a:lnTo>
                  <a:lnTo>
                    <a:pt x="2055117" y="1194947"/>
                  </a:lnTo>
                  <a:lnTo>
                    <a:pt x="2054603" y="1194665"/>
                  </a:lnTo>
                  <a:lnTo>
                    <a:pt x="2054377" y="1194500"/>
                  </a:lnTo>
                  <a:lnTo>
                    <a:pt x="2054317" y="1194442"/>
                  </a:lnTo>
                  <a:lnTo>
                    <a:pt x="2054263" y="1194424"/>
                  </a:lnTo>
                  <a:lnTo>
                    <a:pt x="2054170" y="1194439"/>
                  </a:lnTo>
                  <a:lnTo>
                    <a:pt x="2053999" y="1194445"/>
                  </a:lnTo>
                  <a:lnTo>
                    <a:pt x="2053627" y="1194396"/>
                  </a:lnTo>
                  <a:lnTo>
                    <a:pt x="2053563" y="1194388"/>
                  </a:lnTo>
                  <a:lnTo>
                    <a:pt x="2053326" y="1194348"/>
                  </a:lnTo>
                  <a:lnTo>
                    <a:pt x="2052787" y="1194095"/>
                  </a:lnTo>
                  <a:lnTo>
                    <a:pt x="2052566" y="1193884"/>
                  </a:lnTo>
                  <a:lnTo>
                    <a:pt x="2052423" y="1193730"/>
                  </a:lnTo>
                  <a:lnTo>
                    <a:pt x="2052325" y="1193547"/>
                  </a:lnTo>
                  <a:lnTo>
                    <a:pt x="2052294" y="1193452"/>
                  </a:lnTo>
                  <a:lnTo>
                    <a:pt x="2052284" y="1193358"/>
                  </a:lnTo>
                  <a:lnTo>
                    <a:pt x="2051993" y="1192991"/>
                  </a:lnTo>
                  <a:lnTo>
                    <a:pt x="2051966" y="1192957"/>
                  </a:lnTo>
                  <a:lnTo>
                    <a:pt x="2051565" y="1192968"/>
                  </a:lnTo>
                  <a:lnTo>
                    <a:pt x="2051412" y="1193014"/>
                  </a:lnTo>
                  <a:lnTo>
                    <a:pt x="2050827" y="1193392"/>
                  </a:lnTo>
                  <a:lnTo>
                    <a:pt x="2050802" y="1193411"/>
                  </a:lnTo>
                  <a:lnTo>
                    <a:pt x="2050531" y="1193612"/>
                  </a:lnTo>
                  <a:lnTo>
                    <a:pt x="2050543" y="1193647"/>
                  </a:lnTo>
                  <a:lnTo>
                    <a:pt x="2050626" y="1193786"/>
                  </a:lnTo>
                  <a:lnTo>
                    <a:pt x="2050740" y="1193822"/>
                  </a:lnTo>
                  <a:lnTo>
                    <a:pt x="2050827" y="1193786"/>
                  </a:lnTo>
                  <a:lnTo>
                    <a:pt x="2050965" y="1193744"/>
                  </a:lnTo>
                  <a:lnTo>
                    <a:pt x="2051180" y="1193929"/>
                  </a:lnTo>
                  <a:lnTo>
                    <a:pt x="2051354" y="1194025"/>
                  </a:lnTo>
                  <a:lnTo>
                    <a:pt x="2051643" y="1194038"/>
                  </a:lnTo>
                  <a:lnTo>
                    <a:pt x="2051809" y="1194098"/>
                  </a:lnTo>
                  <a:lnTo>
                    <a:pt x="2051981" y="1194160"/>
                  </a:lnTo>
                  <a:lnTo>
                    <a:pt x="2052540" y="1194404"/>
                  </a:lnTo>
                  <a:lnTo>
                    <a:pt x="2052543" y="1194415"/>
                  </a:lnTo>
                  <a:lnTo>
                    <a:pt x="2052508" y="1194424"/>
                  </a:lnTo>
                  <a:lnTo>
                    <a:pt x="2052103" y="1194422"/>
                  </a:lnTo>
                  <a:lnTo>
                    <a:pt x="2052057" y="1194416"/>
                  </a:lnTo>
                  <a:lnTo>
                    <a:pt x="2052050" y="1194460"/>
                  </a:lnTo>
                  <a:lnTo>
                    <a:pt x="2052052" y="1194466"/>
                  </a:lnTo>
                  <a:lnTo>
                    <a:pt x="2052084" y="1194556"/>
                  </a:lnTo>
                  <a:lnTo>
                    <a:pt x="2052095" y="1194726"/>
                  </a:lnTo>
                  <a:lnTo>
                    <a:pt x="2052084" y="1195119"/>
                  </a:lnTo>
                  <a:lnTo>
                    <a:pt x="2052042" y="1195386"/>
                  </a:lnTo>
                  <a:lnTo>
                    <a:pt x="2052042" y="1195392"/>
                  </a:lnTo>
                  <a:lnTo>
                    <a:pt x="2052065" y="1195420"/>
                  </a:lnTo>
                  <a:lnTo>
                    <a:pt x="2052289" y="1195454"/>
                  </a:lnTo>
                  <a:lnTo>
                    <a:pt x="2052564" y="1195472"/>
                  </a:lnTo>
                  <a:lnTo>
                    <a:pt x="2052644" y="1195461"/>
                  </a:lnTo>
                  <a:lnTo>
                    <a:pt x="2052676" y="1195384"/>
                  </a:lnTo>
                  <a:lnTo>
                    <a:pt x="2052824" y="1195256"/>
                  </a:lnTo>
                  <a:lnTo>
                    <a:pt x="2052861" y="1195236"/>
                  </a:lnTo>
                  <a:lnTo>
                    <a:pt x="2053100" y="1195180"/>
                  </a:lnTo>
                  <a:lnTo>
                    <a:pt x="2053216" y="1195153"/>
                  </a:lnTo>
                  <a:lnTo>
                    <a:pt x="2053475" y="1195126"/>
                  </a:lnTo>
                  <a:lnTo>
                    <a:pt x="2053565" y="1195127"/>
                  </a:lnTo>
                  <a:lnTo>
                    <a:pt x="2053837" y="1195514"/>
                  </a:lnTo>
                  <a:lnTo>
                    <a:pt x="2053939" y="1195659"/>
                  </a:lnTo>
                  <a:lnTo>
                    <a:pt x="2054292" y="1195733"/>
                  </a:lnTo>
                  <a:lnTo>
                    <a:pt x="2054301" y="1195730"/>
                  </a:lnTo>
                  <a:lnTo>
                    <a:pt x="2054304" y="1195680"/>
                  </a:lnTo>
                  <a:lnTo>
                    <a:pt x="2054331" y="1195655"/>
                  </a:lnTo>
                  <a:lnTo>
                    <a:pt x="2054481" y="1195566"/>
                  </a:lnTo>
                  <a:lnTo>
                    <a:pt x="2054516" y="1195557"/>
                  </a:lnTo>
                  <a:lnTo>
                    <a:pt x="2054591" y="1195549"/>
                  </a:lnTo>
                  <a:lnTo>
                    <a:pt x="2054965" y="1195583"/>
                  </a:lnTo>
                  <a:lnTo>
                    <a:pt x="2055009" y="1195595"/>
                  </a:lnTo>
                  <a:lnTo>
                    <a:pt x="2055105" y="1195636"/>
                  </a:lnTo>
                  <a:lnTo>
                    <a:pt x="2055574" y="1195909"/>
                  </a:lnTo>
                  <a:lnTo>
                    <a:pt x="2055878" y="1196103"/>
                  </a:lnTo>
                  <a:lnTo>
                    <a:pt x="2055895" y="1196114"/>
                  </a:lnTo>
                  <a:lnTo>
                    <a:pt x="2055937" y="1196149"/>
                  </a:lnTo>
                  <a:lnTo>
                    <a:pt x="2056065" y="1196284"/>
                  </a:lnTo>
                  <a:lnTo>
                    <a:pt x="2056080" y="1196305"/>
                  </a:lnTo>
                  <a:lnTo>
                    <a:pt x="2056087" y="1196316"/>
                  </a:lnTo>
                  <a:lnTo>
                    <a:pt x="2056097" y="1196331"/>
                  </a:lnTo>
                  <a:lnTo>
                    <a:pt x="2056106" y="1196354"/>
                  </a:lnTo>
                  <a:lnTo>
                    <a:pt x="2056129" y="1196407"/>
                  </a:lnTo>
                  <a:lnTo>
                    <a:pt x="2056131" y="1196413"/>
                  </a:lnTo>
                  <a:lnTo>
                    <a:pt x="2056130" y="1196425"/>
                  </a:lnTo>
                  <a:lnTo>
                    <a:pt x="2056116" y="1196619"/>
                  </a:lnTo>
                  <a:lnTo>
                    <a:pt x="2056082" y="1196794"/>
                  </a:lnTo>
                  <a:lnTo>
                    <a:pt x="2056179" y="1197183"/>
                  </a:lnTo>
                  <a:lnTo>
                    <a:pt x="2056181" y="1197187"/>
                  </a:lnTo>
                  <a:lnTo>
                    <a:pt x="2056206" y="1197237"/>
                  </a:lnTo>
                  <a:lnTo>
                    <a:pt x="2056227" y="1197300"/>
                  </a:lnTo>
                  <a:lnTo>
                    <a:pt x="2056226" y="1197311"/>
                  </a:lnTo>
                  <a:lnTo>
                    <a:pt x="2056223" y="1197361"/>
                  </a:lnTo>
                  <a:lnTo>
                    <a:pt x="2056222" y="1197373"/>
                  </a:lnTo>
                  <a:lnTo>
                    <a:pt x="2056220" y="1197392"/>
                  </a:lnTo>
                  <a:lnTo>
                    <a:pt x="2056207" y="1197408"/>
                  </a:lnTo>
                  <a:lnTo>
                    <a:pt x="2056193" y="1197425"/>
                  </a:lnTo>
                  <a:lnTo>
                    <a:pt x="2056186" y="1197434"/>
                  </a:lnTo>
                  <a:lnTo>
                    <a:pt x="2056159" y="1197445"/>
                  </a:lnTo>
                  <a:lnTo>
                    <a:pt x="2056124" y="1197457"/>
                  </a:lnTo>
                  <a:lnTo>
                    <a:pt x="2056107" y="1197464"/>
                  </a:lnTo>
                  <a:lnTo>
                    <a:pt x="2056088" y="1197470"/>
                  </a:lnTo>
                  <a:lnTo>
                    <a:pt x="2056056" y="1197470"/>
                  </a:lnTo>
                  <a:lnTo>
                    <a:pt x="2056049" y="1197471"/>
                  </a:lnTo>
                  <a:lnTo>
                    <a:pt x="2056050" y="1197485"/>
                  </a:lnTo>
                  <a:lnTo>
                    <a:pt x="2056053" y="1197515"/>
                  </a:lnTo>
                  <a:lnTo>
                    <a:pt x="2056054" y="1197523"/>
                  </a:lnTo>
                  <a:lnTo>
                    <a:pt x="2056055" y="1197536"/>
                  </a:lnTo>
                  <a:lnTo>
                    <a:pt x="2056057" y="1197546"/>
                  </a:lnTo>
                  <a:lnTo>
                    <a:pt x="2056830" y="1197478"/>
                  </a:lnTo>
                  <a:lnTo>
                    <a:pt x="2056926" y="1197469"/>
                  </a:lnTo>
                  <a:lnTo>
                    <a:pt x="2056963" y="1197467"/>
                  </a:lnTo>
                  <a:lnTo>
                    <a:pt x="2057481" y="1197437"/>
                  </a:lnTo>
                  <a:lnTo>
                    <a:pt x="2057444" y="1197600"/>
                  </a:lnTo>
                  <a:lnTo>
                    <a:pt x="2057433" y="1197624"/>
                  </a:lnTo>
                  <a:lnTo>
                    <a:pt x="2057395" y="1197708"/>
                  </a:lnTo>
                  <a:lnTo>
                    <a:pt x="2057272" y="1197979"/>
                  </a:lnTo>
                  <a:lnTo>
                    <a:pt x="2057100" y="1198336"/>
                  </a:lnTo>
                  <a:lnTo>
                    <a:pt x="2057047" y="1198422"/>
                  </a:lnTo>
                  <a:lnTo>
                    <a:pt x="2057017" y="1198452"/>
                  </a:lnTo>
                  <a:lnTo>
                    <a:pt x="2056966" y="1198458"/>
                  </a:lnTo>
                  <a:lnTo>
                    <a:pt x="2056918" y="1198493"/>
                  </a:lnTo>
                  <a:lnTo>
                    <a:pt x="2056882" y="1198549"/>
                  </a:lnTo>
                  <a:lnTo>
                    <a:pt x="2056861" y="1198580"/>
                  </a:lnTo>
                  <a:lnTo>
                    <a:pt x="2056906" y="1198670"/>
                  </a:lnTo>
                  <a:lnTo>
                    <a:pt x="2056933" y="1198724"/>
                  </a:lnTo>
                  <a:lnTo>
                    <a:pt x="2057004" y="1198869"/>
                  </a:lnTo>
                  <a:lnTo>
                    <a:pt x="2057034" y="1198868"/>
                  </a:lnTo>
                  <a:lnTo>
                    <a:pt x="2057070" y="1198868"/>
                  </a:lnTo>
                  <a:lnTo>
                    <a:pt x="2057356" y="1198866"/>
                  </a:lnTo>
                  <a:lnTo>
                    <a:pt x="2057500" y="1198788"/>
                  </a:lnTo>
                  <a:lnTo>
                    <a:pt x="2057569" y="1198784"/>
                  </a:lnTo>
                  <a:lnTo>
                    <a:pt x="2057601" y="1198800"/>
                  </a:lnTo>
                  <a:lnTo>
                    <a:pt x="2057685" y="1198890"/>
                  </a:lnTo>
                  <a:lnTo>
                    <a:pt x="2057702" y="1198954"/>
                  </a:lnTo>
                  <a:lnTo>
                    <a:pt x="2057698" y="1198976"/>
                  </a:lnTo>
                  <a:lnTo>
                    <a:pt x="2057694" y="1198992"/>
                  </a:lnTo>
                  <a:lnTo>
                    <a:pt x="2057679" y="1199007"/>
                  </a:lnTo>
                  <a:lnTo>
                    <a:pt x="2057669" y="1199017"/>
                  </a:lnTo>
                  <a:lnTo>
                    <a:pt x="2057659" y="1199027"/>
                  </a:lnTo>
                  <a:lnTo>
                    <a:pt x="2057623" y="1199041"/>
                  </a:lnTo>
                  <a:lnTo>
                    <a:pt x="2057598" y="1199061"/>
                  </a:lnTo>
                  <a:lnTo>
                    <a:pt x="2057547" y="1199102"/>
                  </a:lnTo>
                  <a:lnTo>
                    <a:pt x="2057533" y="1199113"/>
                  </a:lnTo>
                  <a:lnTo>
                    <a:pt x="2057520" y="1199124"/>
                  </a:lnTo>
                  <a:lnTo>
                    <a:pt x="2057508" y="1199144"/>
                  </a:lnTo>
                  <a:lnTo>
                    <a:pt x="2057505" y="1199148"/>
                  </a:lnTo>
                  <a:lnTo>
                    <a:pt x="2057497" y="1199162"/>
                  </a:lnTo>
                  <a:lnTo>
                    <a:pt x="2057491" y="1199172"/>
                  </a:lnTo>
                  <a:lnTo>
                    <a:pt x="2057489" y="1199186"/>
                  </a:lnTo>
                  <a:lnTo>
                    <a:pt x="2057487" y="1199198"/>
                  </a:lnTo>
                  <a:lnTo>
                    <a:pt x="2057486" y="1199204"/>
                  </a:lnTo>
                  <a:lnTo>
                    <a:pt x="2057488" y="1199217"/>
                  </a:lnTo>
                  <a:lnTo>
                    <a:pt x="2057489" y="1199228"/>
                  </a:lnTo>
                  <a:lnTo>
                    <a:pt x="2057507" y="1199238"/>
                  </a:lnTo>
                  <a:lnTo>
                    <a:pt x="2057512" y="1199241"/>
                  </a:lnTo>
                  <a:lnTo>
                    <a:pt x="2057519" y="1199244"/>
                  </a:lnTo>
                  <a:lnTo>
                    <a:pt x="2057558" y="1199258"/>
                  </a:lnTo>
                  <a:lnTo>
                    <a:pt x="2057577" y="1199266"/>
                  </a:lnTo>
                  <a:lnTo>
                    <a:pt x="2057584" y="1199267"/>
                  </a:lnTo>
                  <a:lnTo>
                    <a:pt x="2057619" y="1199276"/>
                  </a:lnTo>
                  <a:lnTo>
                    <a:pt x="2057625" y="1199277"/>
                  </a:lnTo>
                  <a:lnTo>
                    <a:pt x="2057653" y="1199284"/>
                  </a:lnTo>
                  <a:lnTo>
                    <a:pt x="2057659" y="1199286"/>
                  </a:lnTo>
                  <a:lnTo>
                    <a:pt x="2057670" y="1199292"/>
                  </a:lnTo>
                  <a:lnTo>
                    <a:pt x="2057678" y="1199297"/>
                  </a:lnTo>
                  <a:lnTo>
                    <a:pt x="2057683" y="1199299"/>
                  </a:lnTo>
                  <a:lnTo>
                    <a:pt x="2057691" y="1199304"/>
                  </a:lnTo>
                  <a:lnTo>
                    <a:pt x="2057701" y="1199310"/>
                  </a:lnTo>
                  <a:lnTo>
                    <a:pt x="2057706" y="1199313"/>
                  </a:lnTo>
                  <a:lnTo>
                    <a:pt x="2057712" y="1199317"/>
                  </a:lnTo>
                  <a:lnTo>
                    <a:pt x="2057721" y="1199321"/>
                  </a:lnTo>
                  <a:lnTo>
                    <a:pt x="2057733" y="1199328"/>
                  </a:lnTo>
                  <a:lnTo>
                    <a:pt x="2057768" y="1199410"/>
                  </a:lnTo>
                  <a:lnTo>
                    <a:pt x="2057768" y="1199421"/>
                  </a:lnTo>
                  <a:lnTo>
                    <a:pt x="2057793" y="1199431"/>
                  </a:lnTo>
                  <a:lnTo>
                    <a:pt x="2057923" y="1200084"/>
                  </a:lnTo>
                  <a:lnTo>
                    <a:pt x="2057947" y="1200206"/>
                  </a:lnTo>
                  <a:lnTo>
                    <a:pt x="2057919" y="1200209"/>
                  </a:lnTo>
                  <a:lnTo>
                    <a:pt x="2057606" y="1200243"/>
                  </a:lnTo>
                  <a:lnTo>
                    <a:pt x="2057595" y="1200260"/>
                  </a:lnTo>
                  <a:lnTo>
                    <a:pt x="2057582" y="1200279"/>
                  </a:lnTo>
                  <a:lnTo>
                    <a:pt x="2057566" y="1200302"/>
                  </a:lnTo>
                  <a:lnTo>
                    <a:pt x="2057575" y="1200302"/>
                  </a:lnTo>
                  <a:lnTo>
                    <a:pt x="2057605" y="1200332"/>
                  </a:lnTo>
                  <a:lnTo>
                    <a:pt x="2057689" y="1200418"/>
                  </a:lnTo>
                  <a:lnTo>
                    <a:pt x="2057676" y="1200459"/>
                  </a:lnTo>
                  <a:lnTo>
                    <a:pt x="2057667" y="1200472"/>
                  </a:lnTo>
                  <a:lnTo>
                    <a:pt x="2057647" y="1200500"/>
                  </a:lnTo>
                  <a:lnTo>
                    <a:pt x="2057637" y="1200518"/>
                  </a:lnTo>
                  <a:lnTo>
                    <a:pt x="2057635" y="1200522"/>
                  </a:lnTo>
                  <a:lnTo>
                    <a:pt x="2057632" y="1200527"/>
                  </a:lnTo>
                  <a:lnTo>
                    <a:pt x="2057624" y="1200532"/>
                  </a:lnTo>
                  <a:lnTo>
                    <a:pt x="2057557" y="1200570"/>
                  </a:lnTo>
                  <a:lnTo>
                    <a:pt x="2057543" y="1200578"/>
                  </a:lnTo>
                  <a:lnTo>
                    <a:pt x="2057535" y="1200582"/>
                  </a:lnTo>
                  <a:lnTo>
                    <a:pt x="2057525" y="1200588"/>
                  </a:lnTo>
                  <a:lnTo>
                    <a:pt x="2057507" y="1200598"/>
                  </a:lnTo>
                  <a:lnTo>
                    <a:pt x="2057503" y="1200602"/>
                  </a:lnTo>
                  <a:lnTo>
                    <a:pt x="2057499" y="1200608"/>
                  </a:lnTo>
                  <a:lnTo>
                    <a:pt x="2057491" y="1200617"/>
                  </a:lnTo>
                  <a:lnTo>
                    <a:pt x="2057485" y="1200623"/>
                  </a:lnTo>
                  <a:lnTo>
                    <a:pt x="2057488" y="1200639"/>
                  </a:lnTo>
                  <a:lnTo>
                    <a:pt x="2057490" y="1200647"/>
                  </a:lnTo>
                  <a:lnTo>
                    <a:pt x="2057491" y="1200656"/>
                  </a:lnTo>
                  <a:lnTo>
                    <a:pt x="2057513" y="1200683"/>
                  </a:lnTo>
                  <a:lnTo>
                    <a:pt x="2057518" y="1200688"/>
                  </a:lnTo>
                  <a:lnTo>
                    <a:pt x="2057559" y="1200737"/>
                  </a:lnTo>
                  <a:lnTo>
                    <a:pt x="2057562" y="1200742"/>
                  </a:lnTo>
                  <a:lnTo>
                    <a:pt x="2057596" y="1200796"/>
                  </a:lnTo>
                  <a:lnTo>
                    <a:pt x="2057600" y="1200802"/>
                  </a:lnTo>
                  <a:lnTo>
                    <a:pt x="2057604" y="1200808"/>
                  </a:lnTo>
                  <a:lnTo>
                    <a:pt x="2057622" y="1200838"/>
                  </a:lnTo>
                  <a:lnTo>
                    <a:pt x="2057632" y="1200852"/>
                  </a:lnTo>
                  <a:lnTo>
                    <a:pt x="2057634" y="1200858"/>
                  </a:lnTo>
                  <a:lnTo>
                    <a:pt x="2057637" y="1200881"/>
                  </a:lnTo>
                  <a:lnTo>
                    <a:pt x="2057641" y="1200904"/>
                  </a:lnTo>
                  <a:lnTo>
                    <a:pt x="2057653" y="1200996"/>
                  </a:lnTo>
                  <a:lnTo>
                    <a:pt x="2057657" y="1201025"/>
                  </a:lnTo>
                  <a:lnTo>
                    <a:pt x="2057654" y="1201047"/>
                  </a:lnTo>
                  <a:lnTo>
                    <a:pt x="2057652" y="1201056"/>
                  </a:lnTo>
                  <a:lnTo>
                    <a:pt x="2057649" y="1201076"/>
                  </a:lnTo>
                  <a:lnTo>
                    <a:pt x="2057611" y="1201097"/>
                  </a:lnTo>
                  <a:lnTo>
                    <a:pt x="2057558" y="1201127"/>
                  </a:lnTo>
                  <a:lnTo>
                    <a:pt x="2057540" y="1201129"/>
                  </a:lnTo>
                  <a:lnTo>
                    <a:pt x="2057532" y="1201129"/>
                  </a:lnTo>
                  <a:lnTo>
                    <a:pt x="2057517" y="1201240"/>
                  </a:lnTo>
                  <a:lnTo>
                    <a:pt x="2057013" y="1203741"/>
                  </a:lnTo>
                  <a:lnTo>
                    <a:pt x="2056769" y="1204311"/>
                  </a:lnTo>
                  <a:lnTo>
                    <a:pt x="2056752" y="1204351"/>
                  </a:lnTo>
                  <a:lnTo>
                    <a:pt x="2056770" y="1204377"/>
                  </a:lnTo>
                  <a:lnTo>
                    <a:pt x="2056767" y="1204426"/>
                  </a:lnTo>
                  <a:lnTo>
                    <a:pt x="2056767" y="1204443"/>
                  </a:lnTo>
                  <a:lnTo>
                    <a:pt x="2056756" y="1204477"/>
                  </a:lnTo>
                  <a:lnTo>
                    <a:pt x="2056660" y="1204489"/>
                  </a:lnTo>
                  <a:lnTo>
                    <a:pt x="2056552" y="1204500"/>
                  </a:lnTo>
                  <a:lnTo>
                    <a:pt x="2056423" y="1204514"/>
                  </a:lnTo>
                  <a:lnTo>
                    <a:pt x="2056359" y="1204573"/>
                  </a:lnTo>
                  <a:lnTo>
                    <a:pt x="2056347" y="1204626"/>
                  </a:lnTo>
                  <a:lnTo>
                    <a:pt x="2056356" y="1204650"/>
                  </a:lnTo>
                  <a:lnTo>
                    <a:pt x="2056383" y="1204695"/>
                  </a:lnTo>
                  <a:lnTo>
                    <a:pt x="2056388" y="1204703"/>
                  </a:lnTo>
                  <a:lnTo>
                    <a:pt x="2056378" y="1204722"/>
                  </a:lnTo>
                  <a:lnTo>
                    <a:pt x="2056368" y="1204739"/>
                  </a:lnTo>
                  <a:lnTo>
                    <a:pt x="2056322" y="1204767"/>
                  </a:lnTo>
                  <a:lnTo>
                    <a:pt x="2056311" y="1204773"/>
                  </a:lnTo>
                  <a:lnTo>
                    <a:pt x="2056251" y="1204780"/>
                  </a:lnTo>
                  <a:lnTo>
                    <a:pt x="2056212" y="1204730"/>
                  </a:lnTo>
                  <a:lnTo>
                    <a:pt x="2056188" y="1204690"/>
                  </a:lnTo>
                  <a:lnTo>
                    <a:pt x="2056163" y="1204649"/>
                  </a:lnTo>
                  <a:lnTo>
                    <a:pt x="2056151" y="1204629"/>
                  </a:lnTo>
                  <a:lnTo>
                    <a:pt x="2056133" y="1204600"/>
                  </a:lnTo>
                  <a:lnTo>
                    <a:pt x="2056076" y="1204579"/>
                  </a:lnTo>
                  <a:lnTo>
                    <a:pt x="2056022" y="1204590"/>
                  </a:lnTo>
                  <a:lnTo>
                    <a:pt x="2055984" y="1204614"/>
                  </a:lnTo>
                  <a:lnTo>
                    <a:pt x="2055972" y="1204637"/>
                  </a:lnTo>
                  <a:lnTo>
                    <a:pt x="2055979" y="1204673"/>
                  </a:lnTo>
                  <a:lnTo>
                    <a:pt x="2056001" y="1204696"/>
                  </a:lnTo>
                  <a:lnTo>
                    <a:pt x="2056030" y="1204728"/>
                  </a:lnTo>
                  <a:lnTo>
                    <a:pt x="2056028" y="1204755"/>
                  </a:lnTo>
                  <a:lnTo>
                    <a:pt x="2056025" y="1204801"/>
                  </a:lnTo>
                  <a:lnTo>
                    <a:pt x="2055992" y="1204839"/>
                  </a:lnTo>
                  <a:lnTo>
                    <a:pt x="2055987" y="1204837"/>
                  </a:lnTo>
                  <a:lnTo>
                    <a:pt x="2055947" y="1204822"/>
                  </a:lnTo>
                  <a:lnTo>
                    <a:pt x="2055909" y="1204780"/>
                  </a:lnTo>
                  <a:lnTo>
                    <a:pt x="2055877" y="1204758"/>
                  </a:lnTo>
                  <a:lnTo>
                    <a:pt x="2055838" y="1204781"/>
                  </a:lnTo>
                  <a:lnTo>
                    <a:pt x="2055808" y="1204792"/>
                  </a:lnTo>
                  <a:lnTo>
                    <a:pt x="2055787" y="1204799"/>
                  </a:lnTo>
                  <a:lnTo>
                    <a:pt x="2055758" y="1204778"/>
                  </a:lnTo>
                  <a:lnTo>
                    <a:pt x="2055755" y="1204744"/>
                  </a:lnTo>
                  <a:lnTo>
                    <a:pt x="2055755" y="1204736"/>
                  </a:lnTo>
                  <a:lnTo>
                    <a:pt x="2055760" y="1204549"/>
                  </a:lnTo>
                  <a:lnTo>
                    <a:pt x="2055732" y="1204496"/>
                  </a:lnTo>
                  <a:lnTo>
                    <a:pt x="2055674" y="1204445"/>
                  </a:lnTo>
                  <a:lnTo>
                    <a:pt x="2055482" y="1204274"/>
                  </a:lnTo>
                  <a:lnTo>
                    <a:pt x="2055285" y="1204264"/>
                  </a:lnTo>
                  <a:lnTo>
                    <a:pt x="2055011" y="1204432"/>
                  </a:lnTo>
                  <a:lnTo>
                    <a:pt x="2054959" y="1204464"/>
                  </a:lnTo>
                  <a:lnTo>
                    <a:pt x="2054945" y="1204577"/>
                  </a:lnTo>
                  <a:lnTo>
                    <a:pt x="2054945" y="1204582"/>
                  </a:lnTo>
                  <a:lnTo>
                    <a:pt x="2055100" y="1204815"/>
                  </a:lnTo>
                  <a:lnTo>
                    <a:pt x="2055106" y="1204829"/>
                  </a:lnTo>
                  <a:lnTo>
                    <a:pt x="2055097" y="1204861"/>
                  </a:lnTo>
                  <a:lnTo>
                    <a:pt x="2055089" y="1204904"/>
                  </a:lnTo>
                  <a:lnTo>
                    <a:pt x="2055082" y="1204944"/>
                  </a:lnTo>
                  <a:lnTo>
                    <a:pt x="2055038" y="1204984"/>
                  </a:lnTo>
                  <a:lnTo>
                    <a:pt x="2055019" y="1204988"/>
                  </a:lnTo>
                  <a:lnTo>
                    <a:pt x="2055014" y="1204989"/>
                  </a:lnTo>
                  <a:lnTo>
                    <a:pt x="2054970" y="1204998"/>
                  </a:lnTo>
                  <a:lnTo>
                    <a:pt x="2054953" y="1204979"/>
                  </a:lnTo>
                  <a:lnTo>
                    <a:pt x="2054941" y="1204964"/>
                  </a:lnTo>
                  <a:lnTo>
                    <a:pt x="2054938" y="1204956"/>
                  </a:lnTo>
                  <a:lnTo>
                    <a:pt x="2054933" y="1204949"/>
                  </a:lnTo>
                  <a:lnTo>
                    <a:pt x="2054929" y="1204944"/>
                  </a:lnTo>
                  <a:lnTo>
                    <a:pt x="2054924" y="1204939"/>
                  </a:lnTo>
                  <a:lnTo>
                    <a:pt x="2054919" y="1204935"/>
                  </a:lnTo>
                  <a:lnTo>
                    <a:pt x="2054933" y="1204972"/>
                  </a:lnTo>
                  <a:lnTo>
                    <a:pt x="2054934" y="1204986"/>
                  </a:lnTo>
                  <a:lnTo>
                    <a:pt x="2054932" y="1204997"/>
                  </a:lnTo>
                  <a:lnTo>
                    <a:pt x="2054930" y="1205011"/>
                  </a:lnTo>
                  <a:lnTo>
                    <a:pt x="2054936" y="1205037"/>
                  </a:lnTo>
                  <a:lnTo>
                    <a:pt x="2054944" y="1205059"/>
                  </a:lnTo>
                  <a:lnTo>
                    <a:pt x="2054953" y="1205076"/>
                  </a:lnTo>
                  <a:lnTo>
                    <a:pt x="2054961" y="1205091"/>
                  </a:lnTo>
                  <a:lnTo>
                    <a:pt x="2054965" y="1205096"/>
                  </a:lnTo>
                  <a:lnTo>
                    <a:pt x="2054978" y="1205097"/>
                  </a:lnTo>
                  <a:lnTo>
                    <a:pt x="2054987" y="1205095"/>
                  </a:lnTo>
                  <a:lnTo>
                    <a:pt x="2054998" y="1205090"/>
                  </a:lnTo>
                  <a:lnTo>
                    <a:pt x="2055007" y="1205094"/>
                  </a:lnTo>
                  <a:lnTo>
                    <a:pt x="2055005" y="1205101"/>
                  </a:lnTo>
                  <a:lnTo>
                    <a:pt x="2054999" y="1205107"/>
                  </a:lnTo>
                  <a:lnTo>
                    <a:pt x="2054997" y="1205114"/>
                  </a:lnTo>
                  <a:lnTo>
                    <a:pt x="2054997" y="1205124"/>
                  </a:lnTo>
                  <a:lnTo>
                    <a:pt x="2054998" y="1205129"/>
                  </a:lnTo>
                  <a:lnTo>
                    <a:pt x="2054986" y="1205136"/>
                  </a:lnTo>
                  <a:lnTo>
                    <a:pt x="2054627" y="1205231"/>
                  </a:lnTo>
                  <a:lnTo>
                    <a:pt x="2054270" y="1205324"/>
                  </a:lnTo>
                  <a:lnTo>
                    <a:pt x="2053927" y="1205422"/>
                  </a:lnTo>
                  <a:lnTo>
                    <a:pt x="2053586" y="1205514"/>
                  </a:lnTo>
                  <a:lnTo>
                    <a:pt x="2053209" y="1205617"/>
                  </a:lnTo>
                  <a:lnTo>
                    <a:pt x="2052916" y="1205698"/>
                  </a:lnTo>
                  <a:lnTo>
                    <a:pt x="2052840" y="1205719"/>
                  </a:lnTo>
                  <a:lnTo>
                    <a:pt x="2052614" y="1205715"/>
                  </a:lnTo>
                  <a:lnTo>
                    <a:pt x="2052009" y="1205697"/>
                  </a:lnTo>
                  <a:lnTo>
                    <a:pt x="2051919" y="1205697"/>
                  </a:lnTo>
                  <a:lnTo>
                    <a:pt x="2051875" y="1205695"/>
                  </a:lnTo>
                  <a:lnTo>
                    <a:pt x="2051840" y="1205693"/>
                  </a:lnTo>
                  <a:lnTo>
                    <a:pt x="2051733" y="1205688"/>
                  </a:lnTo>
                  <a:lnTo>
                    <a:pt x="2051511" y="1205677"/>
                  </a:lnTo>
                  <a:lnTo>
                    <a:pt x="2051194" y="1205661"/>
                  </a:lnTo>
                  <a:lnTo>
                    <a:pt x="2051121" y="1205657"/>
                  </a:lnTo>
                  <a:lnTo>
                    <a:pt x="2051010" y="1205637"/>
                  </a:lnTo>
                  <a:lnTo>
                    <a:pt x="2050922" y="1205621"/>
                  </a:lnTo>
                  <a:lnTo>
                    <a:pt x="2050747" y="1205588"/>
                  </a:lnTo>
                  <a:lnTo>
                    <a:pt x="2050483" y="1205564"/>
                  </a:lnTo>
                  <a:lnTo>
                    <a:pt x="2050200" y="1205538"/>
                  </a:lnTo>
                  <a:lnTo>
                    <a:pt x="2049927" y="1205513"/>
                  </a:lnTo>
                  <a:lnTo>
                    <a:pt x="2049765" y="1205505"/>
                  </a:lnTo>
                  <a:lnTo>
                    <a:pt x="2049684" y="1205513"/>
                  </a:lnTo>
                  <a:lnTo>
                    <a:pt x="2049628" y="1205518"/>
                  </a:lnTo>
                  <a:lnTo>
                    <a:pt x="2049609" y="1205520"/>
                  </a:lnTo>
                  <a:lnTo>
                    <a:pt x="2049576" y="1205558"/>
                  </a:lnTo>
                  <a:lnTo>
                    <a:pt x="2049339" y="1206121"/>
                  </a:lnTo>
                  <a:lnTo>
                    <a:pt x="2049157" y="1206554"/>
                  </a:lnTo>
                  <a:lnTo>
                    <a:pt x="2049226" y="1206603"/>
                  </a:lnTo>
                  <a:lnTo>
                    <a:pt x="2049811" y="1206793"/>
                  </a:lnTo>
                  <a:lnTo>
                    <a:pt x="2049992" y="1206860"/>
                  </a:lnTo>
                  <a:lnTo>
                    <a:pt x="2050162" y="1206947"/>
                  </a:lnTo>
                  <a:lnTo>
                    <a:pt x="2050679" y="1206947"/>
                  </a:lnTo>
                  <a:lnTo>
                    <a:pt x="2050725" y="1206947"/>
                  </a:lnTo>
                  <a:lnTo>
                    <a:pt x="2051216" y="1207051"/>
                  </a:lnTo>
                  <a:lnTo>
                    <a:pt x="2051991" y="1207376"/>
                  </a:lnTo>
                  <a:lnTo>
                    <a:pt x="2052306" y="1208186"/>
                  </a:lnTo>
                  <a:lnTo>
                    <a:pt x="2052839" y="1209557"/>
                  </a:lnTo>
                  <a:lnTo>
                    <a:pt x="2053044" y="1210081"/>
                  </a:lnTo>
                  <a:lnTo>
                    <a:pt x="2053337" y="1210617"/>
                  </a:lnTo>
                  <a:lnTo>
                    <a:pt x="2053768" y="1211406"/>
                  </a:lnTo>
                  <a:lnTo>
                    <a:pt x="2053820" y="1211501"/>
                  </a:lnTo>
                  <a:lnTo>
                    <a:pt x="2054078" y="1212084"/>
                  </a:lnTo>
                  <a:lnTo>
                    <a:pt x="2054225" y="1212417"/>
                  </a:lnTo>
                  <a:lnTo>
                    <a:pt x="2054151" y="1212557"/>
                  </a:lnTo>
                  <a:lnTo>
                    <a:pt x="2054151" y="1212698"/>
                  </a:lnTo>
                  <a:lnTo>
                    <a:pt x="2054153" y="1213225"/>
                  </a:lnTo>
                  <a:lnTo>
                    <a:pt x="2054271" y="1213384"/>
                  </a:lnTo>
                  <a:lnTo>
                    <a:pt x="2054293" y="1213290"/>
                  </a:lnTo>
                  <a:lnTo>
                    <a:pt x="2054298" y="1213266"/>
                  </a:lnTo>
                  <a:lnTo>
                    <a:pt x="2054371" y="1213044"/>
                  </a:lnTo>
                  <a:lnTo>
                    <a:pt x="2054676" y="1213042"/>
                  </a:lnTo>
                  <a:lnTo>
                    <a:pt x="2055106" y="1213388"/>
                  </a:lnTo>
                  <a:lnTo>
                    <a:pt x="2055096" y="1213581"/>
                  </a:lnTo>
                  <a:lnTo>
                    <a:pt x="2055045" y="1213784"/>
                  </a:lnTo>
                  <a:lnTo>
                    <a:pt x="2055005" y="1213865"/>
                  </a:lnTo>
                  <a:lnTo>
                    <a:pt x="2055002" y="1213902"/>
                  </a:lnTo>
                  <a:lnTo>
                    <a:pt x="2055016" y="1213926"/>
                  </a:lnTo>
                  <a:lnTo>
                    <a:pt x="2055088" y="1213912"/>
                  </a:lnTo>
                  <a:lnTo>
                    <a:pt x="2055163" y="1213897"/>
                  </a:lnTo>
                  <a:lnTo>
                    <a:pt x="2055257" y="1213926"/>
                  </a:lnTo>
                  <a:lnTo>
                    <a:pt x="2055276" y="1213937"/>
                  </a:lnTo>
                  <a:lnTo>
                    <a:pt x="2055288" y="1213956"/>
                  </a:lnTo>
                  <a:lnTo>
                    <a:pt x="2055514" y="1214112"/>
                  </a:lnTo>
                  <a:lnTo>
                    <a:pt x="2055503" y="1214141"/>
                  </a:lnTo>
                  <a:lnTo>
                    <a:pt x="2055374" y="1214219"/>
                  </a:lnTo>
                  <a:lnTo>
                    <a:pt x="2055299" y="1214233"/>
                  </a:lnTo>
                  <a:lnTo>
                    <a:pt x="2055201" y="1214225"/>
                  </a:lnTo>
                  <a:lnTo>
                    <a:pt x="2054912" y="1214403"/>
                  </a:lnTo>
                  <a:lnTo>
                    <a:pt x="2054898" y="1214419"/>
                  </a:lnTo>
                  <a:lnTo>
                    <a:pt x="2054881" y="1214495"/>
                  </a:lnTo>
                  <a:lnTo>
                    <a:pt x="2054884" y="1214556"/>
                  </a:lnTo>
                  <a:lnTo>
                    <a:pt x="2054911" y="1214606"/>
                  </a:lnTo>
                  <a:lnTo>
                    <a:pt x="2054952" y="1214625"/>
                  </a:lnTo>
                  <a:lnTo>
                    <a:pt x="2054982" y="1214638"/>
                  </a:lnTo>
                  <a:lnTo>
                    <a:pt x="2054996" y="1214645"/>
                  </a:lnTo>
                  <a:lnTo>
                    <a:pt x="2055017" y="1214654"/>
                  </a:lnTo>
                  <a:lnTo>
                    <a:pt x="2055029" y="1214743"/>
                  </a:lnTo>
                  <a:lnTo>
                    <a:pt x="2055030" y="1214790"/>
                  </a:lnTo>
                  <a:lnTo>
                    <a:pt x="2054953" y="1214891"/>
                  </a:lnTo>
                  <a:lnTo>
                    <a:pt x="2054850" y="1214955"/>
                  </a:lnTo>
                  <a:lnTo>
                    <a:pt x="2054829" y="1214968"/>
                  </a:lnTo>
                  <a:lnTo>
                    <a:pt x="2054716" y="1214980"/>
                  </a:lnTo>
                  <a:lnTo>
                    <a:pt x="2054702" y="1214990"/>
                  </a:lnTo>
                  <a:lnTo>
                    <a:pt x="2054661" y="1215020"/>
                  </a:lnTo>
                  <a:lnTo>
                    <a:pt x="2054640" y="1215067"/>
                  </a:lnTo>
                  <a:lnTo>
                    <a:pt x="2054652" y="1215164"/>
                  </a:lnTo>
                  <a:lnTo>
                    <a:pt x="2054680" y="1215351"/>
                  </a:lnTo>
                  <a:lnTo>
                    <a:pt x="2054674" y="1215355"/>
                  </a:lnTo>
                  <a:lnTo>
                    <a:pt x="2054643" y="1215368"/>
                  </a:lnTo>
                  <a:lnTo>
                    <a:pt x="2054560" y="1215376"/>
                  </a:lnTo>
                  <a:lnTo>
                    <a:pt x="2054423" y="1215266"/>
                  </a:lnTo>
                  <a:lnTo>
                    <a:pt x="2054294" y="1215302"/>
                  </a:lnTo>
                  <a:lnTo>
                    <a:pt x="2054184" y="1215347"/>
                  </a:lnTo>
                  <a:lnTo>
                    <a:pt x="2054064" y="1215421"/>
                  </a:lnTo>
                  <a:lnTo>
                    <a:pt x="2054015" y="1215436"/>
                  </a:lnTo>
                  <a:lnTo>
                    <a:pt x="2053507" y="1215329"/>
                  </a:lnTo>
                  <a:lnTo>
                    <a:pt x="2053471" y="1215312"/>
                  </a:lnTo>
                  <a:lnTo>
                    <a:pt x="2053397" y="1215232"/>
                  </a:lnTo>
                  <a:lnTo>
                    <a:pt x="2053367" y="1215262"/>
                  </a:lnTo>
                  <a:lnTo>
                    <a:pt x="2053339" y="1215288"/>
                  </a:lnTo>
                  <a:lnTo>
                    <a:pt x="2053308" y="1215318"/>
                  </a:lnTo>
                  <a:lnTo>
                    <a:pt x="2053561" y="1215769"/>
                  </a:lnTo>
                  <a:lnTo>
                    <a:pt x="2053875" y="1215826"/>
                  </a:lnTo>
                  <a:lnTo>
                    <a:pt x="2054022" y="1215853"/>
                  </a:lnTo>
                  <a:lnTo>
                    <a:pt x="2054464" y="1215890"/>
                  </a:lnTo>
                  <a:lnTo>
                    <a:pt x="2054466" y="1215894"/>
                  </a:lnTo>
                  <a:lnTo>
                    <a:pt x="2054606" y="1216150"/>
                  </a:lnTo>
                  <a:lnTo>
                    <a:pt x="2054685" y="1216295"/>
                  </a:lnTo>
                  <a:lnTo>
                    <a:pt x="2054655" y="1216394"/>
                  </a:lnTo>
                  <a:lnTo>
                    <a:pt x="2054629" y="1216421"/>
                  </a:lnTo>
                  <a:lnTo>
                    <a:pt x="2054600" y="1216453"/>
                  </a:lnTo>
                  <a:lnTo>
                    <a:pt x="2054580" y="1216460"/>
                  </a:lnTo>
                  <a:lnTo>
                    <a:pt x="2054551" y="1216471"/>
                  </a:lnTo>
                  <a:lnTo>
                    <a:pt x="2054539" y="1216468"/>
                  </a:lnTo>
                  <a:lnTo>
                    <a:pt x="2054228" y="1216765"/>
                  </a:lnTo>
                  <a:lnTo>
                    <a:pt x="2054227" y="1216816"/>
                  </a:lnTo>
                  <a:lnTo>
                    <a:pt x="2054168" y="1217271"/>
                  </a:lnTo>
                  <a:lnTo>
                    <a:pt x="2054011" y="1218438"/>
                  </a:lnTo>
                  <a:lnTo>
                    <a:pt x="2054035" y="1218481"/>
                  </a:lnTo>
                  <a:lnTo>
                    <a:pt x="2054437" y="1218737"/>
                  </a:lnTo>
                  <a:lnTo>
                    <a:pt x="2054657" y="1218792"/>
                  </a:lnTo>
                  <a:lnTo>
                    <a:pt x="2055849" y="1219212"/>
                  </a:lnTo>
                  <a:lnTo>
                    <a:pt x="2055993" y="1219095"/>
                  </a:lnTo>
                  <a:lnTo>
                    <a:pt x="2056178" y="1219078"/>
                  </a:lnTo>
                  <a:lnTo>
                    <a:pt x="2056470" y="1219451"/>
                  </a:lnTo>
                  <a:lnTo>
                    <a:pt x="2056504" y="1219481"/>
                  </a:lnTo>
                  <a:lnTo>
                    <a:pt x="2056743" y="1219691"/>
                  </a:lnTo>
                  <a:lnTo>
                    <a:pt x="2056751" y="1219707"/>
                  </a:lnTo>
                  <a:lnTo>
                    <a:pt x="2056637" y="1219833"/>
                  </a:lnTo>
                  <a:lnTo>
                    <a:pt x="2056427" y="1219930"/>
                  </a:lnTo>
                  <a:lnTo>
                    <a:pt x="2056285" y="1219975"/>
                  </a:lnTo>
                  <a:lnTo>
                    <a:pt x="2056175" y="1219998"/>
                  </a:lnTo>
                  <a:lnTo>
                    <a:pt x="2056131" y="1220033"/>
                  </a:lnTo>
                  <a:lnTo>
                    <a:pt x="2055811" y="1220645"/>
                  </a:lnTo>
                  <a:lnTo>
                    <a:pt x="2055811" y="1220666"/>
                  </a:lnTo>
                  <a:lnTo>
                    <a:pt x="2055818" y="1220673"/>
                  </a:lnTo>
                  <a:lnTo>
                    <a:pt x="2056078" y="1220903"/>
                  </a:lnTo>
                  <a:lnTo>
                    <a:pt x="2056335" y="1220857"/>
                  </a:lnTo>
                  <a:lnTo>
                    <a:pt x="2056263" y="1221019"/>
                  </a:lnTo>
                  <a:lnTo>
                    <a:pt x="2056117" y="1221267"/>
                  </a:lnTo>
                  <a:lnTo>
                    <a:pt x="2055833" y="1221488"/>
                  </a:lnTo>
                  <a:lnTo>
                    <a:pt x="2055428" y="1221683"/>
                  </a:lnTo>
                  <a:lnTo>
                    <a:pt x="2055282" y="1221722"/>
                  </a:lnTo>
                  <a:lnTo>
                    <a:pt x="2055219" y="1221744"/>
                  </a:lnTo>
                  <a:lnTo>
                    <a:pt x="2055185" y="1221753"/>
                  </a:lnTo>
                  <a:lnTo>
                    <a:pt x="2055069" y="1221713"/>
                  </a:lnTo>
                  <a:lnTo>
                    <a:pt x="2055002" y="1221694"/>
                  </a:lnTo>
                  <a:lnTo>
                    <a:pt x="2054950" y="1221720"/>
                  </a:lnTo>
                  <a:lnTo>
                    <a:pt x="2054953" y="1221738"/>
                  </a:lnTo>
                  <a:lnTo>
                    <a:pt x="2054962" y="1221781"/>
                  </a:lnTo>
                  <a:lnTo>
                    <a:pt x="2055026" y="1221863"/>
                  </a:lnTo>
                  <a:lnTo>
                    <a:pt x="2055118" y="1221937"/>
                  </a:lnTo>
                  <a:lnTo>
                    <a:pt x="2055155" y="1221970"/>
                  </a:lnTo>
                  <a:lnTo>
                    <a:pt x="2055131" y="1222025"/>
                  </a:lnTo>
                  <a:lnTo>
                    <a:pt x="2055129" y="1222115"/>
                  </a:lnTo>
                  <a:lnTo>
                    <a:pt x="2055064" y="1222269"/>
                  </a:lnTo>
                  <a:lnTo>
                    <a:pt x="2055007" y="1222328"/>
                  </a:lnTo>
                  <a:lnTo>
                    <a:pt x="2054968" y="1222343"/>
                  </a:lnTo>
                  <a:lnTo>
                    <a:pt x="2054950" y="1222378"/>
                  </a:lnTo>
                  <a:lnTo>
                    <a:pt x="2055420" y="1222694"/>
                  </a:lnTo>
                  <a:lnTo>
                    <a:pt x="2055487" y="1222571"/>
                  </a:lnTo>
                  <a:lnTo>
                    <a:pt x="2056039" y="1222182"/>
                  </a:lnTo>
                  <a:lnTo>
                    <a:pt x="2056265" y="1222126"/>
                  </a:lnTo>
                  <a:lnTo>
                    <a:pt x="2056611" y="1222077"/>
                  </a:lnTo>
                  <a:lnTo>
                    <a:pt x="2056640" y="1222092"/>
                  </a:lnTo>
                  <a:lnTo>
                    <a:pt x="2056646" y="1222103"/>
                  </a:lnTo>
                  <a:lnTo>
                    <a:pt x="2056564" y="1222190"/>
                  </a:lnTo>
                  <a:lnTo>
                    <a:pt x="2056445" y="1222274"/>
                  </a:lnTo>
                  <a:lnTo>
                    <a:pt x="2056364" y="1222295"/>
                  </a:lnTo>
                  <a:lnTo>
                    <a:pt x="2056338" y="1222320"/>
                  </a:lnTo>
                  <a:lnTo>
                    <a:pt x="2056262" y="1222423"/>
                  </a:lnTo>
                  <a:lnTo>
                    <a:pt x="2056237" y="1222547"/>
                  </a:lnTo>
                  <a:lnTo>
                    <a:pt x="2056238" y="1222581"/>
                  </a:lnTo>
                  <a:lnTo>
                    <a:pt x="2056281" y="1222594"/>
                  </a:lnTo>
                  <a:lnTo>
                    <a:pt x="2056510" y="1222528"/>
                  </a:lnTo>
                  <a:lnTo>
                    <a:pt x="2056574" y="1222482"/>
                  </a:lnTo>
                  <a:lnTo>
                    <a:pt x="2056694" y="1222423"/>
                  </a:lnTo>
                  <a:lnTo>
                    <a:pt x="2056750" y="1222404"/>
                  </a:lnTo>
                  <a:lnTo>
                    <a:pt x="2056994" y="1222406"/>
                  </a:lnTo>
                  <a:lnTo>
                    <a:pt x="2057003" y="1222431"/>
                  </a:lnTo>
                  <a:lnTo>
                    <a:pt x="2056980" y="1222473"/>
                  </a:lnTo>
                  <a:lnTo>
                    <a:pt x="2056888" y="1222573"/>
                  </a:lnTo>
                  <a:lnTo>
                    <a:pt x="2056849" y="1222590"/>
                  </a:lnTo>
                  <a:lnTo>
                    <a:pt x="2056842" y="1222585"/>
                  </a:lnTo>
                  <a:lnTo>
                    <a:pt x="2056364" y="1223153"/>
                  </a:lnTo>
                  <a:lnTo>
                    <a:pt x="2056287" y="1223183"/>
                  </a:lnTo>
                  <a:lnTo>
                    <a:pt x="2056252" y="1223184"/>
                  </a:lnTo>
                  <a:lnTo>
                    <a:pt x="2056234" y="1223174"/>
                  </a:lnTo>
                  <a:lnTo>
                    <a:pt x="2056204" y="1223184"/>
                  </a:lnTo>
                  <a:lnTo>
                    <a:pt x="2056196" y="1223198"/>
                  </a:lnTo>
                  <a:lnTo>
                    <a:pt x="2056170" y="1223389"/>
                  </a:lnTo>
                  <a:lnTo>
                    <a:pt x="2056172" y="1223436"/>
                  </a:lnTo>
                  <a:lnTo>
                    <a:pt x="2056182" y="1223460"/>
                  </a:lnTo>
                  <a:lnTo>
                    <a:pt x="2056209" y="1223469"/>
                  </a:lnTo>
                  <a:lnTo>
                    <a:pt x="2056236" y="1223456"/>
                  </a:lnTo>
                  <a:lnTo>
                    <a:pt x="2056266" y="1223424"/>
                  </a:lnTo>
                  <a:lnTo>
                    <a:pt x="2056313" y="1223404"/>
                  </a:lnTo>
                  <a:lnTo>
                    <a:pt x="2056350" y="1223408"/>
                  </a:lnTo>
                  <a:lnTo>
                    <a:pt x="2056431" y="1223425"/>
                  </a:lnTo>
                  <a:lnTo>
                    <a:pt x="2056454" y="1223436"/>
                  </a:lnTo>
                  <a:lnTo>
                    <a:pt x="2056458" y="1223447"/>
                  </a:lnTo>
                  <a:lnTo>
                    <a:pt x="2056451" y="1223496"/>
                  </a:lnTo>
                  <a:lnTo>
                    <a:pt x="2056417" y="1223592"/>
                  </a:lnTo>
                  <a:lnTo>
                    <a:pt x="2056371" y="1223642"/>
                  </a:lnTo>
                  <a:lnTo>
                    <a:pt x="2056300" y="1223705"/>
                  </a:lnTo>
                  <a:lnTo>
                    <a:pt x="2056258" y="1223732"/>
                  </a:lnTo>
                  <a:lnTo>
                    <a:pt x="2056035" y="1223786"/>
                  </a:lnTo>
                  <a:lnTo>
                    <a:pt x="2055938" y="1223899"/>
                  </a:lnTo>
                  <a:lnTo>
                    <a:pt x="2055933" y="1223904"/>
                  </a:lnTo>
                  <a:lnTo>
                    <a:pt x="2055904" y="1223986"/>
                  </a:lnTo>
                  <a:lnTo>
                    <a:pt x="2055904" y="1224001"/>
                  </a:lnTo>
                  <a:lnTo>
                    <a:pt x="2055905" y="1224025"/>
                  </a:lnTo>
                  <a:lnTo>
                    <a:pt x="2055907" y="1224061"/>
                  </a:lnTo>
                  <a:lnTo>
                    <a:pt x="2055929" y="1224141"/>
                  </a:lnTo>
                  <a:lnTo>
                    <a:pt x="2055940" y="1224159"/>
                  </a:lnTo>
                  <a:lnTo>
                    <a:pt x="2055951" y="1224166"/>
                  </a:lnTo>
                  <a:lnTo>
                    <a:pt x="2055996" y="1224196"/>
                  </a:lnTo>
                  <a:lnTo>
                    <a:pt x="2056028" y="1224193"/>
                  </a:lnTo>
                  <a:lnTo>
                    <a:pt x="2056084" y="1224321"/>
                  </a:lnTo>
                  <a:lnTo>
                    <a:pt x="2056096" y="1224347"/>
                  </a:lnTo>
                  <a:lnTo>
                    <a:pt x="2056008" y="1224612"/>
                  </a:lnTo>
                  <a:lnTo>
                    <a:pt x="2055873" y="1224781"/>
                  </a:lnTo>
                  <a:lnTo>
                    <a:pt x="2055811" y="1224818"/>
                  </a:lnTo>
                  <a:lnTo>
                    <a:pt x="2055741" y="1224826"/>
                  </a:lnTo>
                  <a:lnTo>
                    <a:pt x="2055578" y="1224920"/>
                  </a:lnTo>
                  <a:lnTo>
                    <a:pt x="2055574" y="1224942"/>
                  </a:lnTo>
                  <a:lnTo>
                    <a:pt x="2055578" y="1225031"/>
                  </a:lnTo>
                  <a:lnTo>
                    <a:pt x="2055911" y="1225222"/>
                  </a:lnTo>
                  <a:lnTo>
                    <a:pt x="2055928" y="1225246"/>
                  </a:lnTo>
                  <a:lnTo>
                    <a:pt x="2055815" y="1225363"/>
                  </a:lnTo>
                  <a:lnTo>
                    <a:pt x="2055742" y="1225414"/>
                  </a:lnTo>
                  <a:lnTo>
                    <a:pt x="2055671" y="1225426"/>
                  </a:lnTo>
                  <a:lnTo>
                    <a:pt x="2055627" y="1225426"/>
                  </a:lnTo>
                  <a:lnTo>
                    <a:pt x="2055571" y="1225405"/>
                  </a:lnTo>
                  <a:lnTo>
                    <a:pt x="2055529" y="1225367"/>
                  </a:lnTo>
                  <a:lnTo>
                    <a:pt x="2055491" y="1225370"/>
                  </a:lnTo>
                  <a:lnTo>
                    <a:pt x="2055463" y="1225388"/>
                  </a:lnTo>
                  <a:lnTo>
                    <a:pt x="2055446" y="1225439"/>
                  </a:lnTo>
                  <a:lnTo>
                    <a:pt x="2055382" y="1225638"/>
                  </a:lnTo>
                  <a:lnTo>
                    <a:pt x="2055311" y="1225712"/>
                  </a:lnTo>
                  <a:lnTo>
                    <a:pt x="2055305" y="1225717"/>
                  </a:lnTo>
                  <a:lnTo>
                    <a:pt x="2055160" y="1225779"/>
                  </a:lnTo>
                  <a:lnTo>
                    <a:pt x="2055108" y="1225782"/>
                  </a:lnTo>
                  <a:lnTo>
                    <a:pt x="2055046" y="1225741"/>
                  </a:lnTo>
                  <a:lnTo>
                    <a:pt x="2054981" y="1225728"/>
                  </a:lnTo>
                  <a:lnTo>
                    <a:pt x="2054910" y="1225731"/>
                  </a:lnTo>
                  <a:lnTo>
                    <a:pt x="2054894" y="1225748"/>
                  </a:lnTo>
                  <a:lnTo>
                    <a:pt x="2054885" y="1225805"/>
                  </a:lnTo>
                  <a:lnTo>
                    <a:pt x="2054888" y="1225830"/>
                  </a:lnTo>
                  <a:lnTo>
                    <a:pt x="2054921" y="1225931"/>
                  </a:lnTo>
                  <a:lnTo>
                    <a:pt x="2054944" y="1225996"/>
                  </a:lnTo>
                  <a:lnTo>
                    <a:pt x="2054950" y="1226027"/>
                  </a:lnTo>
                  <a:lnTo>
                    <a:pt x="2054945" y="1226070"/>
                  </a:lnTo>
                  <a:lnTo>
                    <a:pt x="2054921" y="1226105"/>
                  </a:lnTo>
                  <a:lnTo>
                    <a:pt x="2054850" y="1226153"/>
                  </a:lnTo>
                  <a:lnTo>
                    <a:pt x="2054829" y="1226188"/>
                  </a:lnTo>
                  <a:lnTo>
                    <a:pt x="2054826" y="1226345"/>
                  </a:lnTo>
                  <a:lnTo>
                    <a:pt x="2054828" y="1226369"/>
                  </a:lnTo>
                  <a:lnTo>
                    <a:pt x="2054849" y="1226401"/>
                  </a:lnTo>
                  <a:lnTo>
                    <a:pt x="2054870" y="1226410"/>
                  </a:lnTo>
                  <a:lnTo>
                    <a:pt x="2054892" y="1226406"/>
                  </a:lnTo>
                  <a:lnTo>
                    <a:pt x="2054925" y="1226386"/>
                  </a:lnTo>
                  <a:lnTo>
                    <a:pt x="2054956" y="1226368"/>
                  </a:lnTo>
                  <a:lnTo>
                    <a:pt x="2055089" y="1226313"/>
                  </a:lnTo>
                  <a:lnTo>
                    <a:pt x="2055157" y="1226299"/>
                  </a:lnTo>
                  <a:lnTo>
                    <a:pt x="2055191" y="1226302"/>
                  </a:lnTo>
                  <a:lnTo>
                    <a:pt x="2055224" y="1226314"/>
                  </a:lnTo>
                  <a:lnTo>
                    <a:pt x="2055251" y="1226325"/>
                  </a:lnTo>
                  <a:lnTo>
                    <a:pt x="2055283" y="1226345"/>
                  </a:lnTo>
                  <a:lnTo>
                    <a:pt x="2055285" y="1226364"/>
                  </a:lnTo>
                  <a:lnTo>
                    <a:pt x="2055276" y="1226384"/>
                  </a:lnTo>
                  <a:lnTo>
                    <a:pt x="2055251" y="1226398"/>
                  </a:lnTo>
                  <a:lnTo>
                    <a:pt x="2055214" y="1226409"/>
                  </a:lnTo>
                  <a:lnTo>
                    <a:pt x="2055121" y="1226458"/>
                  </a:lnTo>
                  <a:lnTo>
                    <a:pt x="2055066" y="1226487"/>
                  </a:lnTo>
                  <a:lnTo>
                    <a:pt x="2055043" y="1226509"/>
                  </a:lnTo>
                  <a:lnTo>
                    <a:pt x="2055035" y="1226517"/>
                  </a:lnTo>
                  <a:lnTo>
                    <a:pt x="2055021" y="1226546"/>
                  </a:lnTo>
                  <a:lnTo>
                    <a:pt x="2055008" y="1226575"/>
                  </a:lnTo>
                  <a:lnTo>
                    <a:pt x="2054974" y="1226653"/>
                  </a:lnTo>
                  <a:lnTo>
                    <a:pt x="2054900" y="1226753"/>
                  </a:lnTo>
                  <a:lnTo>
                    <a:pt x="2054869" y="1226796"/>
                  </a:lnTo>
                  <a:lnTo>
                    <a:pt x="2054792" y="1226877"/>
                  </a:lnTo>
                  <a:lnTo>
                    <a:pt x="2054639" y="1226955"/>
                  </a:lnTo>
                  <a:lnTo>
                    <a:pt x="2054551" y="1226948"/>
                  </a:lnTo>
                  <a:lnTo>
                    <a:pt x="2054513" y="1226929"/>
                  </a:lnTo>
                  <a:lnTo>
                    <a:pt x="2054470" y="1226873"/>
                  </a:lnTo>
                  <a:lnTo>
                    <a:pt x="2054417" y="1226845"/>
                  </a:lnTo>
                  <a:lnTo>
                    <a:pt x="2054370" y="1226850"/>
                  </a:lnTo>
                  <a:lnTo>
                    <a:pt x="2054355" y="1226877"/>
                  </a:lnTo>
                  <a:lnTo>
                    <a:pt x="2054362" y="1226910"/>
                  </a:lnTo>
                  <a:lnTo>
                    <a:pt x="2054358" y="1226946"/>
                  </a:lnTo>
                  <a:lnTo>
                    <a:pt x="2054345" y="1226964"/>
                  </a:lnTo>
                  <a:lnTo>
                    <a:pt x="2054310" y="1226969"/>
                  </a:lnTo>
                  <a:lnTo>
                    <a:pt x="2054272" y="1226969"/>
                  </a:lnTo>
                  <a:lnTo>
                    <a:pt x="2054241" y="1226947"/>
                  </a:lnTo>
                  <a:lnTo>
                    <a:pt x="2054198" y="1226897"/>
                  </a:lnTo>
                  <a:lnTo>
                    <a:pt x="2054147" y="1226869"/>
                  </a:lnTo>
                  <a:lnTo>
                    <a:pt x="2054103" y="1226874"/>
                  </a:lnTo>
                  <a:lnTo>
                    <a:pt x="2054039" y="1226912"/>
                  </a:lnTo>
                  <a:lnTo>
                    <a:pt x="2053994" y="1226957"/>
                  </a:lnTo>
                  <a:lnTo>
                    <a:pt x="2053962" y="1227066"/>
                  </a:lnTo>
                  <a:lnTo>
                    <a:pt x="2053834" y="1227140"/>
                  </a:lnTo>
                  <a:lnTo>
                    <a:pt x="2053806" y="1227145"/>
                  </a:lnTo>
                  <a:lnTo>
                    <a:pt x="2053510" y="1227151"/>
                  </a:lnTo>
                  <a:lnTo>
                    <a:pt x="2053471" y="1227136"/>
                  </a:lnTo>
                  <a:lnTo>
                    <a:pt x="2053456" y="1227109"/>
                  </a:lnTo>
                  <a:lnTo>
                    <a:pt x="2053570" y="1226638"/>
                  </a:lnTo>
                  <a:lnTo>
                    <a:pt x="2053715" y="1226505"/>
                  </a:lnTo>
                  <a:lnTo>
                    <a:pt x="2053846" y="1226343"/>
                  </a:lnTo>
                  <a:lnTo>
                    <a:pt x="2053882" y="1226228"/>
                  </a:lnTo>
                  <a:lnTo>
                    <a:pt x="2053883" y="1226099"/>
                  </a:lnTo>
                  <a:lnTo>
                    <a:pt x="2053877" y="1226015"/>
                  </a:lnTo>
                  <a:lnTo>
                    <a:pt x="2053836" y="1225982"/>
                  </a:lnTo>
                  <a:lnTo>
                    <a:pt x="2053556" y="1225988"/>
                  </a:lnTo>
                  <a:lnTo>
                    <a:pt x="2053533" y="1226089"/>
                  </a:lnTo>
                  <a:lnTo>
                    <a:pt x="2053511" y="1226267"/>
                  </a:lnTo>
                  <a:lnTo>
                    <a:pt x="2053503" y="1226273"/>
                  </a:lnTo>
                  <a:lnTo>
                    <a:pt x="2053353" y="1226283"/>
                  </a:lnTo>
                  <a:lnTo>
                    <a:pt x="2053254" y="1226256"/>
                  </a:lnTo>
                  <a:lnTo>
                    <a:pt x="2052988" y="1226157"/>
                  </a:lnTo>
                  <a:lnTo>
                    <a:pt x="2052967" y="1226078"/>
                  </a:lnTo>
                  <a:lnTo>
                    <a:pt x="2052995" y="1225883"/>
                  </a:lnTo>
                  <a:lnTo>
                    <a:pt x="2053057" y="1225819"/>
                  </a:lnTo>
                  <a:lnTo>
                    <a:pt x="2053121" y="1225779"/>
                  </a:lnTo>
                  <a:lnTo>
                    <a:pt x="2053215" y="1225729"/>
                  </a:lnTo>
                  <a:lnTo>
                    <a:pt x="2053264" y="1225720"/>
                  </a:lnTo>
                  <a:lnTo>
                    <a:pt x="2053359" y="1225089"/>
                  </a:lnTo>
                  <a:lnTo>
                    <a:pt x="2053273" y="1224639"/>
                  </a:lnTo>
                  <a:lnTo>
                    <a:pt x="2052652" y="1224273"/>
                  </a:lnTo>
                  <a:lnTo>
                    <a:pt x="2051943" y="1224111"/>
                  </a:lnTo>
                  <a:lnTo>
                    <a:pt x="2051918" y="1224092"/>
                  </a:lnTo>
                  <a:lnTo>
                    <a:pt x="2051940" y="1223960"/>
                  </a:lnTo>
                  <a:lnTo>
                    <a:pt x="2051948" y="1223860"/>
                  </a:lnTo>
                  <a:lnTo>
                    <a:pt x="2051939" y="1223850"/>
                  </a:lnTo>
                  <a:lnTo>
                    <a:pt x="2051048" y="1223460"/>
                  </a:lnTo>
                  <a:lnTo>
                    <a:pt x="2050702" y="1223318"/>
                  </a:lnTo>
                  <a:lnTo>
                    <a:pt x="2050514" y="1223255"/>
                  </a:lnTo>
                  <a:lnTo>
                    <a:pt x="2050366" y="1223222"/>
                  </a:lnTo>
                  <a:lnTo>
                    <a:pt x="2049814" y="1223184"/>
                  </a:lnTo>
                  <a:lnTo>
                    <a:pt x="2049602" y="1223169"/>
                  </a:lnTo>
                  <a:lnTo>
                    <a:pt x="2049064" y="1223157"/>
                  </a:lnTo>
                  <a:lnTo>
                    <a:pt x="2048868" y="1223176"/>
                  </a:lnTo>
                  <a:lnTo>
                    <a:pt x="2048627" y="1223221"/>
                  </a:lnTo>
                  <a:lnTo>
                    <a:pt x="2048541" y="1223247"/>
                  </a:lnTo>
                  <a:lnTo>
                    <a:pt x="2048391" y="1223306"/>
                  </a:lnTo>
                  <a:lnTo>
                    <a:pt x="2048309" y="1223347"/>
                  </a:lnTo>
                  <a:lnTo>
                    <a:pt x="2048235" y="1223399"/>
                  </a:lnTo>
                  <a:lnTo>
                    <a:pt x="2048235" y="1223409"/>
                  </a:lnTo>
                  <a:lnTo>
                    <a:pt x="2048286" y="1223892"/>
                  </a:lnTo>
                  <a:lnTo>
                    <a:pt x="2048334" y="1224444"/>
                  </a:lnTo>
                  <a:lnTo>
                    <a:pt x="2048320" y="1224527"/>
                  </a:lnTo>
                  <a:lnTo>
                    <a:pt x="2048311" y="1224531"/>
                  </a:lnTo>
                  <a:lnTo>
                    <a:pt x="2048282" y="1224527"/>
                  </a:lnTo>
                  <a:lnTo>
                    <a:pt x="2048165" y="1224475"/>
                  </a:lnTo>
                  <a:lnTo>
                    <a:pt x="2048140" y="1224421"/>
                  </a:lnTo>
                  <a:lnTo>
                    <a:pt x="2048109" y="1224401"/>
                  </a:lnTo>
                  <a:lnTo>
                    <a:pt x="2047927" y="1224349"/>
                  </a:lnTo>
                  <a:lnTo>
                    <a:pt x="2047735" y="1224362"/>
                  </a:lnTo>
                  <a:lnTo>
                    <a:pt x="2047709" y="1224381"/>
                  </a:lnTo>
                  <a:lnTo>
                    <a:pt x="2047677" y="1224447"/>
                  </a:lnTo>
                  <a:lnTo>
                    <a:pt x="2047669" y="1224480"/>
                  </a:lnTo>
                  <a:lnTo>
                    <a:pt x="2047675" y="1224525"/>
                  </a:lnTo>
                  <a:lnTo>
                    <a:pt x="2047700" y="1224551"/>
                  </a:lnTo>
                  <a:lnTo>
                    <a:pt x="2047728" y="1224572"/>
                  </a:lnTo>
                  <a:lnTo>
                    <a:pt x="2047771" y="1224609"/>
                  </a:lnTo>
                  <a:lnTo>
                    <a:pt x="2047801" y="1224670"/>
                  </a:lnTo>
                  <a:lnTo>
                    <a:pt x="2047807" y="1224721"/>
                  </a:lnTo>
                  <a:lnTo>
                    <a:pt x="2047802" y="1224840"/>
                  </a:lnTo>
                  <a:lnTo>
                    <a:pt x="2047771" y="1224922"/>
                  </a:lnTo>
                  <a:lnTo>
                    <a:pt x="2047729" y="1224960"/>
                  </a:lnTo>
                  <a:lnTo>
                    <a:pt x="2047687" y="1224964"/>
                  </a:lnTo>
                  <a:lnTo>
                    <a:pt x="2047619" y="1224961"/>
                  </a:lnTo>
                  <a:lnTo>
                    <a:pt x="2047565" y="1224941"/>
                  </a:lnTo>
                  <a:lnTo>
                    <a:pt x="2047543" y="1224932"/>
                  </a:lnTo>
                  <a:lnTo>
                    <a:pt x="2047525" y="1224917"/>
                  </a:lnTo>
                  <a:lnTo>
                    <a:pt x="2047519" y="1224922"/>
                  </a:lnTo>
                  <a:lnTo>
                    <a:pt x="2047517" y="1224933"/>
                  </a:lnTo>
                  <a:lnTo>
                    <a:pt x="2047513" y="1224940"/>
                  </a:lnTo>
                  <a:lnTo>
                    <a:pt x="2047505" y="1224944"/>
                  </a:lnTo>
                  <a:lnTo>
                    <a:pt x="2047495" y="1224955"/>
                  </a:lnTo>
                  <a:lnTo>
                    <a:pt x="2047484" y="1224996"/>
                  </a:lnTo>
                  <a:lnTo>
                    <a:pt x="2047478" y="1225042"/>
                  </a:lnTo>
                  <a:lnTo>
                    <a:pt x="2047458" y="1225240"/>
                  </a:lnTo>
                  <a:lnTo>
                    <a:pt x="2047447" y="1225283"/>
                  </a:lnTo>
                  <a:lnTo>
                    <a:pt x="2047444" y="1225347"/>
                  </a:lnTo>
                  <a:lnTo>
                    <a:pt x="2047411" y="1225625"/>
                  </a:lnTo>
                  <a:lnTo>
                    <a:pt x="2047380" y="1225887"/>
                  </a:lnTo>
                  <a:lnTo>
                    <a:pt x="2047319" y="1226351"/>
                  </a:lnTo>
                  <a:lnTo>
                    <a:pt x="2047121" y="1226511"/>
                  </a:lnTo>
                  <a:lnTo>
                    <a:pt x="2047089" y="1226530"/>
                  </a:lnTo>
                  <a:lnTo>
                    <a:pt x="2046932" y="1226543"/>
                  </a:lnTo>
                  <a:lnTo>
                    <a:pt x="2046834" y="1226609"/>
                  </a:lnTo>
                  <a:lnTo>
                    <a:pt x="2046697" y="1226642"/>
                  </a:lnTo>
                  <a:lnTo>
                    <a:pt x="2046650" y="1226670"/>
                  </a:lnTo>
                  <a:lnTo>
                    <a:pt x="2046622" y="1226721"/>
                  </a:lnTo>
                  <a:lnTo>
                    <a:pt x="2046596" y="1226771"/>
                  </a:lnTo>
                  <a:lnTo>
                    <a:pt x="2046561" y="1226915"/>
                  </a:lnTo>
                  <a:lnTo>
                    <a:pt x="2046620" y="1227023"/>
                  </a:lnTo>
                  <a:lnTo>
                    <a:pt x="2046664" y="1227050"/>
                  </a:lnTo>
                  <a:lnTo>
                    <a:pt x="2046755" y="1227079"/>
                  </a:lnTo>
                  <a:lnTo>
                    <a:pt x="2046809" y="1227182"/>
                  </a:lnTo>
                  <a:lnTo>
                    <a:pt x="2046471" y="1227608"/>
                  </a:lnTo>
                  <a:lnTo>
                    <a:pt x="2046267" y="1227791"/>
                  </a:lnTo>
                  <a:lnTo>
                    <a:pt x="2045961" y="1228014"/>
                  </a:lnTo>
                  <a:lnTo>
                    <a:pt x="2045794" y="1228320"/>
                  </a:lnTo>
                  <a:lnTo>
                    <a:pt x="2045796" y="1228626"/>
                  </a:lnTo>
                  <a:lnTo>
                    <a:pt x="2045812" y="1228844"/>
                  </a:lnTo>
                  <a:lnTo>
                    <a:pt x="2045809" y="1228886"/>
                  </a:lnTo>
                  <a:lnTo>
                    <a:pt x="2045718" y="1228978"/>
                  </a:lnTo>
                  <a:lnTo>
                    <a:pt x="2045350" y="1229210"/>
                  </a:lnTo>
                  <a:lnTo>
                    <a:pt x="2045307" y="1229204"/>
                  </a:lnTo>
                  <a:lnTo>
                    <a:pt x="2045177" y="1229161"/>
                  </a:lnTo>
                  <a:lnTo>
                    <a:pt x="2045129" y="1229106"/>
                  </a:lnTo>
                  <a:lnTo>
                    <a:pt x="2045049" y="1228970"/>
                  </a:lnTo>
                  <a:lnTo>
                    <a:pt x="2045047" y="1228953"/>
                  </a:lnTo>
                  <a:lnTo>
                    <a:pt x="2045140" y="1228772"/>
                  </a:lnTo>
                  <a:lnTo>
                    <a:pt x="2045095" y="1228616"/>
                  </a:lnTo>
                  <a:lnTo>
                    <a:pt x="2044759" y="1228428"/>
                  </a:lnTo>
                  <a:lnTo>
                    <a:pt x="2044233" y="1228386"/>
                  </a:lnTo>
                  <a:lnTo>
                    <a:pt x="2044208" y="1228399"/>
                  </a:lnTo>
                  <a:lnTo>
                    <a:pt x="2044186" y="1228426"/>
                  </a:lnTo>
                  <a:lnTo>
                    <a:pt x="2044077" y="1228756"/>
                  </a:lnTo>
                  <a:lnTo>
                    <a:pt x="2044071" y="1228851"/>
                  </a:lnTo>
                  <a:lnTo>
                    <a:pt x="2044099" y="1228950"/>
                  </a:lnTo>
                  <a:lnTo>
                    <a:pt x="2044287" y="1229115"/>
                  </a:lnTo>
                  <a:lnTo>
                    <a:pt x="2044470" y="1229163"/>
                  </a:lnTo>
                  <a:lnTo>
                    <a:pt x="2044525" y="1229156"/>
                  </a:lnTo>
                  <a:lnTo>
                    <a:pt x="2044868" y="1229522"/>
                  </a:lnTo>
                  <a:lnTo>
                    <a:pt x="2044878" y="1229554"/>
                  </a:lnTo>
                  <a:lnTo>
                    <a:pt x="2044826" y="1229600"/>
                  </a:lnTo>
                  <a:lnTo>
                    <a:pt x="2044770" y="1229637"/>
                  </a:lnTo>
                  <a:lnTo>
                    <a:pt x="2044681" y="1229670"/>
                  </a:lnTo>
                  <a:lnTo>
                    <a:pt x="2044648" y="1229667"/>
                  </a:lnTo>
                  <a:lnTo>
                    <a:pt x="2044598" y="1229674"/>
                  </a:lnTo>
                  <a:lnTo>
                    <a:pt x="2044384" y="1229781"/>
                  </a:lnTo>
                  <a:lnTo>
                    <a:pt x="2044370" y="1229797"/>
                  </a:lnTo>
                  <a:lnTo>
                    <a:pt x="2044353" y="1229862"/>
                  </a:lnTo>
                  <a:lnTo>
                    <a:pt x="2044825" y="1230277"/>
                  </a:lnTo>
                  <a:lnTo>
                    <a:pt x="2044898" y="1230278"/>
                  </a:lnTo>
                  <a:lnTo>
                    <a:pt x="2044996" y="1230267"/>
                  </a:lnTo>
                  <a:lnTo>
                    <a:pt x="2045050" y="1230223"/>
                  </a:lnTo>
                  <a:lnTo>
                    <a:pt x="2045116" y="1230134"/>
                  </a:lnTo>
                  <a:lnTo>
                    <a:pt x="2045185" y="1230019"/>
                  </a:lnTo>
                  <a:lnTo>
                    <a:pt x="2045207" y="1229900"/>
                  </a:lnTo>
                  <a:lnTo>
                    <a:pt x="2045227" y="1229851"/>
                  </a:lnTo>
                  <a:lnTo>
                    <a:pt x="2045243" y="1229844"/>
                  </a:lnTo>
                  <a:lnTo>
                    <a:pt x="2045252" y="1229841"/>
                  </a:lnTo>
                  <a:lnTo>
                    <a:pt x="2045385" y="1230137"/>
                  </a:lnTo>
                  <a:lnTo>
                    <a:pt x="2045386" y="1230182"/>
                  </a:lnTo>
                  <a:lnTo>
                    <a:pt x="2045334" y="1230409"/>
                  </a:lnTo>
                  <a:lnTo>
                    <a:pt x="2045142" y="1230598"/>
                  </a:lnTo>
                  <a:lnTo>
                    <a:pt x="2045042" y="1230722"/>
                  </a:lnTo>
                  <a:lnTo>
                    <a:pt x="2045025" y="1230760"/>
                  </a:lnTo>
                  <a:lnTo>
                    <a:pt x="2045008" y="1230997"/>
                  </a:lnTo>
                  <a:lnTo>
                    <a:pt x="2045025" y="1231196"/>
                  </a:lnTo>
                  <a:lnTo>
                    <a:pt x="2045039" y="1231221"/>
                  </a:lnTo>
                  <a:lnTo>
                    <a:pt x="2045003" y="1231330"/>
                  </a:lnTo>
                  <a:lnTo>
                    <a:pt x="2044985" y="1231359"/>
                  </a:lnTo>
                  <a:lnTo>
                    <a:pt x="2044946" y="1231392"/>
                  </a:lnTo>
                  <a:lnTo>
                    <a:pt x="2044696" y="1231460"/>
                  </a:lnTo>
                  <a:lnTo>
                    <a:pt x="2044638" y="1231476"/>
                  </a:lnTo>
                  <a:lnTo>
                    <a:pt x="2044516" y="1231413"/>
                  </a:lnTo>
                  <a:lnTo>
                    <a:pt x="2044110" y="1232018"/>
                  </a:lnTo>
                  <a:lnTo>
                    <a:pt x="2044105" y="1232061"/>
                  </a:lnTo>
                  <a:lnTo>
                    <a:pt x="2044137" y="1232089"/>
                  </a:lnTo>
                  <a:lnTo>
                    <a:pt x="2044137" y="1232103"/>
                  </a:lnTo>
                  <a:lnTo>
                    <a:pt x="2044076" y="1232402"/>
                  </a:lnTo>
                  <a:lnTo>
                    <a:pt x="2044023" y="1232456"/>
                  </a:lnTo>
                  <a:lnTo>
                    <a:pt x="2043960" y="1232496"/>
                  </a:lnTo>
                  <a:lnTo>
                    <a:pt x="2043913" y="1232511"/>
                  </a:lnTo>
                  <a:lnTo>
                    <a:pt x="2043871" y="1232512"/>
                  </a:lnTo>
                  <a:lnTo>
                    <a:pt x="2043774" y="1232473"/>
                  </a:lnTo>
                  <a:lnTo>
                    <a:pt x="2043720" y="1232416"/>
                  </a:lnTo>
                  <a:lnTo>
                    <a:pt x="2043708" y="1232372"/>
                  </a:lnTo>
                  <a:lnTo>
                    <a:pt x="2043703" y="1232316"/>
                  </a:lnTo>
                  <a:lnTo>
                    <a:pt x="2043727" y="1232249"/>
                  </a:lnTo>
                  <a:lnTo>
                    <a:pt x="2043729" y="1232205"/>
                  </a:lnTo>
                  <a:lnTo>
                    <a:pt x="2043710" y="1232187"/>
                  </a:lnTo>
                  <a:lnTo>
                    <a:pt x="2043685" y="1232169"/>
                  </a:lnTo>
                  <a:lnTo>
                    <a:pt x="2043625" y="1232179"/>
                  </a:lnTo>
                  <a:lnTo>
                    <a:pt x="2043436" y="1232293"/>
                  </a:lnTo>
                  <a:lnTo>
                    <a:pt x="2043199" y="1232419"/>
                  </a:lnTo>
                  <a:lnTo>
                    <a:pt x="2043152" y="1232421"/>
                  </a:lnTo>
                  <a:lnTo>
                    <a:pt x="2043112" y="1232373"/>
                  </a:lnTo>
                  <a:lnTo>
                    <a:pt x="2043034" y="1232149"/>
                  </a:lnTo>
                  <a:lnTo>
                    <a:pt x="2042977" y="1231951"/>
                  </a:lnTo>
                  <a:lnTo>
                    <a:pt x="2042883" y="1231919"/>
                  </a:lnTo>
                  <a:lnTo>
                    <a:pt x="2042856" y="1231910"/>
                  </a:lnTo>
                  <a:lnTo>
                    <a:pt x="2042844" y="1231903"/>
                  </a:lnTo>
                  <a:lnTo>
                    <a:pt x="2042788" y="1231868"/>
                  </a:lnTo>
                  <a:lnTo>
                    <a:pt x="2042752" y="1231769"/>
                  </a:lnTo>
                  <a:lnTo>
                    <a:pt x="2042740" y="1231737"/>
                  </a:lnTo>
                  <a:lnTo>
                    <a:pt x="2042420" y="1231873"/>
                  </a:lnTo>
                  <a:lnTo>
                    <a:pt x="2042398" y="1231828"/>
                  </a:lnTo>
                  <a:lnTo>
                    <a:pt x="2042364" y="1231840"/>
                  </a:lnTo>
                  <a:lnTo>
                    <a:pt x="2042120" y="1231721"/>
                  </a:lnTo>
                  <a:lnTo>
                    <a:pt x="2041565" y="1231449"/>
                  </a:lnTo>
                  <a:lnTo>
                    <a:pt x="2041542" y="1231425"/>
                  </a:lnTo>
                  <a:lnTo>
                    <a:pt x="2041508" y="1231386"/>
                  </a:lnTo>
                  <a:lnTo>
                    <a:pt x="2041466" y="1231337"/>
                  </a:lnTo>
                  <a:lnTo>
                    <a:pt x="2041433" y="1231331"/>
                  </a:lnTo>
                  <a:lnTo>
                    <a:pt x="2041400" y="1231345"/>
                  </a:lnTo>
                  <a:lnTo>
                    <a:pt x="2041398" y="1231352"/>
                  </a:lnTo>
                  <a:lnTo>
                    <a:pt x="2041395" y="1231361"/>
                  </a:lnTo>
                  <a:lnTo>
                    <a:pt x="2041361" y="1231375"/>
                  </a:lnTo>
                  <a:lnTo>
                    <a:pt x="2041287" y="1231406"/>
                  </a:lnTo>
                  <a:lnTo>
                    <a:pt x="2041216" y="1231436"/>
                  </a:lnTo>
                  <a:lnTo>
                    <a:pt x="2041204" y="1231445"/>
                  </a:lnTo>
                  <a:lnTo>
                    <a:pt x="2041167" y="1231464"/>
                  </a:lnTo>
                  <a:lnTo>
                    <a:pt x="2041155" y="1231478"/>
                  </a:lnTo>
                  <a:lnTo>
                    <a:pt x="2041147" y="1231491"/>
                  </a:lnTo>
                  <a:lnTo>
                    <a:pt x="2041085" y="1231530"/>
                  </a:lnTo>
                  <a:lnTo>
                    <a:pt x="2041064" y="1231531"/>
                  </a:lnTo>
                  <a:lnTo>
                    <a:pt x="2041053" y="1231516"/>
                  </a:lnTo>
                  <a:lnTo>
                    <a:pt x="2041044" y="1231506"/>
                  </a:lnTo>
                  <a:lnTo>
                    <a:pt x="2041034" y="1231494"/>
                  </a:lnTo>
                  <a:lnTo>
                    <a:pt x="2040990" y="1231507"/>
                  </a:lnTo>
                  <a:lnTo>
                    <a:pt x="2040953" y="1231531"/>
                  </a:lnTo>
                  <a:lnTo>
                    <a:pt x="2040920" y="1231562"/>
                  </a:lnTo>
                  <a:lnTo>
                    <a:pt x="2040904" y="1231572"/>
                  </a:lnTo>
                  <a:lnTo>
                    <a:pt x="2040900" y="1231566"/>
                  </a:lnTo>
                  <a:lnTo>
                    <a:pt x="2040884" y="1231566"/>
                  </a:lnTo>
                  <a:lnTo>
                    <a:pt x="2040855" y="1231580"/>
                  </a:lnTo>
                  <a:lnTo>
                    <a:pt x="2040839" y="1231581"/>
                  </a:lnTo>
                  <a:lnTo>
                    <a:pt x="2040819" y="1231586"/>
                  </a:lnTo>
                  <a:lnTo>
                    <a:pt x="2040745" y="1231657"/>
                  </a:lnTo>
                  <a:lnTo>
                    <a:pt x="2040704" y="1231697"/>
                  </a:lnTo>
                  <a:lnTo>
                    <a:pt x="2040698" y="1231695"/>
                  </a:lnTo>
                  <a:lnTo>
                    <a:pt x="2040653" y="1231676"/>
                  </a:lnTo>
                  <a:lnTo>
                    <a:pt x="2040616" y="1231735"/>
                  </a:lnTo>
                  <a:lnTo>
                    <a:pt x="2040667" y="1231768"/>
                  </a:lnTo>
                  <a:lnTo>
                    <a:pt x="2040711" y="1231798"/>
                  </a:lnTo>
                  <a:lnTo>
                    <a:pt x="2040621" y="1231958"/>
                  </a:lnTo>
                  <a:lnTo>
                    <a:pt x="2040595" y="1231947"/>
                  </a:lnTo>
                  <a:lnTo>
                    <a:pt x="2040591" y="1231947"/>
                  </a:lnTo>
                  <a:lnTo>
                    <a:pt x="2040584" y="1231948"/>
                  </a:lnTo>
                  <a:lnTo>
                    <a:pt x="2040574" y="1231966"/>
                  </a:lnTo>
                  <a:lnTo>
                    <a:pt x="2040527" y="1232054"/>
                  </a:lnTo>
                  <a:lnTo>
                    <a:pt x="2040497" y="1232050"/>
                  </a:lnTo>
                  <a:lnTo>
                    <a:pt x="2040466" y="1232158"/>
                  </a:lnTo>
                  <a:lnTo>
                    <a:pt x="2040447" y="1232212"/>
                  </a:lnTo>
                  <a:lnTo>
                    <a:pt x="2040432" y="1232242"/>
                  </a:lnTo>
                  <a:lnTo>
                    <a:pt x="2040418" y="1232244"/>
                  </a:lnTo>
                  <a:lnTo>
                    <a:pt x="2040410" y="1232377"/>
                  </a:lnTo>
                  <a:lnTo>
                    <a:pt x="2040445" y="1232378"/>
                  </a:lnTo>
                  <a:lnTo>
                    <a:pt x="2040440" y="1232420"/>
                  </a:lnTo>
                  <a:lnTo>
                    <a:pt x="2040432" y="1232487"/>
                  </a:lnTo>
                  <a:lnTo>
                    <a:pt x="2040425" y="1232548"/>
                  </a:lnTo>
                  <a:lnTo>
                    <a:pt x="2040405" y="1232545"/>
                  </a:lnTo>
                  <a:lnTo>
                    <a:pt x="2040382" y="1232542"/>
                  </a:lnTo>
                  <a:lnTo>
                    <a:pt x="2040361" y="1232676"/>
                  </a:lnTo>
                  <a:lnTo>
                    <a:pt x="2040358" y="1232703"/>
                  </a:lnTo>
                  <a:lnTo>
                    <a:pt x="2040360" y="1232715"/>
                  </a:lnTo>
                  <a:lnTo>
                    <a:pt x="2040364" y="1232719"/>
                  </a:lnTo>
                  <a:lnTo>
                    <a:pt x="2040377" y="1232722"/>
                  </a:lnTo>
                  <a:lnTo>
                    <a:pt x="2040382" y="1232725"/>
                  </a:lnTo>
                  <a:lnTo>
                    <a:pt x="2040383" y="1232733"/>
                  </a:lnTo>
                  <a:lnTo>
                    <a:pt x="2040382" y="1232748"/>
                  </a:lnTo>
                  <a:lnTo>
                    <a:pt x="2040377" y="1232760"/>
                  </a:lnTo>
                  <a:lnTo>
                    <a:pt x="2040373" y="1232765"/>
                  </a:lnTo>
                  <a:lnTo>
                    <a:pt x="2040364" y="1232769"/>
                  </a:lnTo>
                  <a:lnTo>
                    <a:pt x="2040348" y="1232774"/>
                  </a:lnTo>
                  <a:lnTo>
                    <a:pt x="2040345" y="1232864"/>
                  </a:lnTo>
                  <a:lnTo>
                    <a:pt x="2040340" y="1232999"/>
                  </a:lnTo>
                  <a:lnTo>
                    <a:pt x="2040344" y="1233016"/>
                  </a:lnTo>
                  <a:lnTo>
                    <a:pt x="2040353" y="1233025"/>
                  </a:lnTo>
                  <a:lnTo>
                    <a:pt x="2040366" y="1233038"/>
                  </a:lnTo>
                  <a:lnTo>
                    <a:pt x="2040347" y="1233214"/>
                  </a:lnTo>
                  <a:lnTo>
                    <a:pt x="2040352" y="1233241"/>
                  </a:lnTo>
                  <a:lnTo>
                    <a:pt x="2039931" y="1233245"/>
                  </a:lnTo>
                  <a:lnTo>
                    <a:pt x="2039916" y="1233248"/>
                  </a:lnTo>
                  <a:lnTo>
                    <a:pt x="2039973" y="1233353"/>
                  </a:lnTo>
                  <a:lnTo>
                    <a:pt x="2040133" y="1233777"/>
                  </a:lnTo>
                  <a:lnTo>
                    <a:pt x="2040176" y="1233851"/>
                  </a:lnTo>
                  <a:lnTo>
                    <a:pt x="2040290" y="1233950"/>
                  </a:lnTo>
                  <a:lnTo>
                    <a:pt x="2040628" y="1234142"/>
                  </a:lnTo>
                  <a:lnTo>
                    <a:pt x="2040736" y="1234204"/>
                  </a:lnTo>
                  <a:lnTo>
                    <a:pt x="2040757" y="1234224"/>
                  </a:lnTo>
                  <a:lnTo>
                    <a:pt x="2040786" y="1234238"/>
                  </a:lnTo>
                  <a:lnTo>
                    <a:pt x="2040792" y="1234241"/>
                  </a:lnTo>
                  <a:lnTo>
                    <a:pt x="2040868" y="1234117"/>
                  </a:lnTo>
                  <a:lnTo>
                    <a:pt x="2040994" y="1233989"/>
                  </a:lnTo>
                  <a:lnTo>
                    <a:pt x="2041035" y="1233979"/>
                  </a:lnTo>
                  <a:lnTo>
                    <a:pt x="2041073" y="1233979"/>
                  </a:lnTo>
                  <a:lnTo>
                    <a:pt x="2041089" y="1234012"/>
                  </a:lnTo>
                  <a:lnTo>
                    <a:pt x="2041077" y="1234079"/>
                  </a:lnTo>
                  <a:lnTo>
                    <a:pt x="2041073" y="1234113"/>
                  </a:lnTo>
                  <a:lnTo>
                    <a:pt x="2041064" y="1234185"/>
                  </a:lnTo>
                  <a:lnTo>
                    <a:pt x="2041045" y="1234337"/>
                  </a:lnTo>
                  <a:lnTo>
                    <a:pt x="2041013" y="1234402"/>
                  </a:lnTo>
                  <a:lnTo>
                    <a:pt x="2040939" y="1234474"/>
                  </a:lnTo>
                  <a:lnTo>
                    <a:pt x="2040869" y="1234526"/>
                  </a:lnTo>
                  <a:lnTo>
                    <a:pt x="2040835" y="1234582"/>
                  </a:lnTo>
                  <a:lnTo>
                    <a:pt x="2040822" y="1234618"/>
                  </a:lnTo>
                  <a:lnTo>
                    <a:pt x="2040822" y="1234623"/>
                  </a:lnTo>
                  <a:lnTo>
                    <a:pt x="2040822" y="1234632"/>
                  </a:lnTo>
                  <a:lnTo>
                    <a:pt x="2040821" y="1234733"/>
                  </a:lnTo>
                  <a:lnTo>
                    <a:pt x="2040821" y="1234838"/>
                  </a:lnTo>
                  <a:lnTo>
                    <a:pt x="2040808" y="1234878"/>
                  </a:lnTo>
                  <a:lnTo>
                    <a:pt x="2040776" y="1234912"/>
                  </a:lnTo>
                  <a:lnTo>
                    <a:pt x="2040721" y="1234924"/>
                  </a:lnTo>
                  <a:lnTo>
                    <a:pt x="2040595" y="1234947"/>
                  </a:lnTo>
                  <a:lnTo>
                    <a:pt x="2040474" y="1235030"/>
                  </a:lnTo>
                  <a:lnTo>
                    <a:pt x="2040463" y="1235046"/>
                  </a:lnTo>
                  <a:lnTo>
                    <a:pt x="2040437" y="1235084"/>
                  </a:lnTo>
                  <a:lnTo>
                    <a:pt x="2040424" y="1235103"/>
                  </a:lnTo>
                  <a:lnTo>
                    <a:pt x="2040376" y="1235173"/>
                  </a:lnTo>
                  <a:lnTo>
                    <a:pt x="2040377" y="1235181"/>
                  </a:lnTo>
                  <a:lnTo>
                    <a:pt x="2040386" y="1235250"/>
                  </a:lnTo>
                  <a:lnTo>
                    <a:pt x="2040393" y="1235266"/>
                  </a:lnTo>
                  <a:lnTo>
                    <a:pt x="2040423" y="1235294"/>
                  </a:lnTo>
                  <a:lnTo>
                    <a:pt x="2040561" y="1235288"/>
                  </a:lnTo>
                  <a:lnTo>
                    <a:pt x="2040590" y="1235292"/>
                  </a:lnTo>
                  <a:lnTo>
                    <a:pt x="2040642" y="1235339"/>
                  </a:lnTo>
                  <a:lnTo>
                    <a:pt x="2040754" y="1235419"/>
                  </a:lnTo>
                  <a:lnTo>
                    <a:pt x="2040857" y="1235462"/>
                  </a:lnTo>
                  <a:lnTo>
                    <a:pt x="2040890" y="1235492"/>
                  </a:lnTo>
                  <a:lnTo>
                    <a:pt x="2040922" y="1235543"/>
                  </a:lnTo>
                  <a:lnTo>
                    <a:pt x="2040998" y="1235667"/>
                  </a:lnTo>
                  <a:lnTo>
                    <a:pt x="2041028" y="1235716"/>
                  </a:lnTo>
                  <a:lnTo>
                    <a:pt x="2041036" y="1235746"/>
                  </a:lnTo>
                  <a:lnTo>
                    <a:pt x="2041045" y="1235783"/>
                  </a:lnTo>
                  <a:lnTo>
                    <a:pt x="2041018" y="1235808"/>
                  </a:lnTo>
                  <a:lnTo>
                    <a:pt x="2040979" y="1235813"/>
                  </a:lnTo>
                  <a:lnTo>
                    <a:pt x="2040917" y="1235808"/>
                  </a:lnTo>
                  <a:lnTo>
                    <a:pt x="2040879" y="1235779"/>
                  </a:lnTo>
                  <a:lnTo>
                    <a:pt x="2040797" y="1235616"/>
                  </a:lnTo>
                  <a:lnTo>
                    <a:pt x="2040764" y="1235599"/>
                  </a:lnTo>
                  <a:lnTo>
                    <a:pt x="2040728" y="1235602"/>
                  </a:lnTo>
                  <a:lnTo>
                    <a:pt x="2040711" y="1235622"/>
                  </a:lnTo>
                  <a:lnTo>
                    <a:pt x="2040699" y="1235691"/>
                  </a:lnTo>
                  <a:lnTo>
                    <a:pt x="2040689" y="1235744"/>
                  </a:lnTo>
                  <a:lnTo>
                    <a:pt x="2040610" y="1235792"/>
                  </a:lnTo>
                  <a:lnTo>
                    <a:pt x="2040586" y="1235804"/>
                  </a:lnTo>
                  <a:lnTo>
                    <a:pt x="2040557" y="1235817"/>
                  </a:lnTo>
                  <a:lnTo>
                    <a:pt x="2040524" y="1235800"/>
                  </a:lnTo>
                  <a:lnTo>
                    <a:pt x="2040526" y="1235787"/>
                  </a:lnTo>
                  <a:lnTo>
                    <a:pt x="2040530" y="1235748"/>
                  </a:lnTo>
                  <a:lnTo>
                    <a:pt x="2040536" y="1235700"/>
                  </a:lnTo>
                  <a:lnTo>
                    <a:pt x="2040540" y="1235673"/>
                  </a:lnTo>
                  <a:lnTo>
                    <a:pt x="2040537" y="1235611"/>
                  </a:lnTo>
                  <a:lnTo>
                    <a:pt x="2040521" y="1235590"/>
                  </a:lnTo>
                  <a:lnTo>
                    <a:pt x="2040515" y="1235591"/>
                  </a:lnTo>
                  <a:lnTo>
                    <a:pt x="2040276" y="1235629"/>
                  </a:lnTo>
                  <a:lnTo>
                    <a:pt x="2040268" y="1235633"/>
                  </a:lnTo>
                  <a:lnTo>
                    <a:pt x="2040233" y="1235671"/>
                  </a:lnTo>
                  <a:lnTo>
                    <a:pt x="2040159" y="1235744"/>
                  </a:lnTo>
                  <a:lnTo>
                    <a:pt x="2040138" y="1235759"/>
                  </a:lnTo>
                  <a:lnTo>
                    <a:pt x="2040109" y="1235782"/>
                  </a:lnTo>
                  <a:lnTo>
                    <a:pt x="2040078" y="1235789"/>
                  </a:lnTo>
                  <a:lnTo>
                    <a:pt x="2040063" y="1235777"/>
                  </a:lnTo>
                  <a:lnTo>
                    <a:pt x="2040031" y="1235752"/>
                  </a:lnTo>
                  <a:lnTo>
                    <a:pt x="2039979" y="1235666"/>
                  </a:lnTo>
                  <a:lnTo>
                    <a:pt x="2039970" y="1235626"/>
                  </a:lnTo>
                  <a:lnTo>
                    <a:pt x="2039976" y="1235600"/>
                  </a:lnTo>
                  <a:lnTo>
                    <a:pt x="2040051" y="1235467"/>
                  </a:lnTo>
                  <a:lnTo>
                    <a:pt x="2040055" y="1235399"/>
                  </a:lnTo>
                  <a:lnTo>
                    <a:pt x="2040038" y="1235371"/>
                  </a:lnTo>
                  <a:lnTo>
                    <a:pt x="2039952" y="1235288"/>
                  </a:lnTo>
                  <a:lnTo>
                    <a:pt x="2039877" y="1235252"/>
                  </a:lnTo>
                  <a:lnTo>
                    <a:pt x="2039783" y="1235258"/>
                  </a:lnTo>
                  <a:lnTo>
                    <a:pt x="2039612" y="1235301"/>
                  </a:lnTo>
                  <a:lnTo>
                    <a:pt x="2039474" y="1235387"/>
                  </a:lnTo>
                  <a:lnTo>
                    <a:pt x="2039412" y="1235399"/>
                  </a:lnTo>
                  <a:lnTo>
                    <a:pt x="2039385" y="1235378"/>
                  </a:lnTo>
                  <a:lnTo>
                    <a:pt x="2039372" y="1235338"/>
                  </a:lnTo>
                  <a:lnTo>
                    <a:pt x="2039367" y="1235300"/>
                  </a:lnTo>
                  <a:lnTo>
                    <a:pt x="2039408" y="1235262"/>
                  </a:lnTo>
                  <a:lnTo>
                    <a:pt x="2039421" y="1235221"/>
                  </a:lnTo>
                  <a:lnTo>
                    <a:pt x="2039414" y="1235197"/>
                  </a:lnTo>
                  <a:lnTo>
                    <a:pt x="2039321" y="1235166"/>
                  </a:lnTo>
                  <a:lnTo>
                    <a:pt x="2039314" y="1235163"/>
                  </a:lnTo>
                  <a:lnTo>
                    <a:pt x="2039067" y="1235058"/>
                  </a:lnTo>
                  <a:lnTo>
                    <a:pt x="2039016" y="1235017"/>
                  </a:lnTo>
                  <a:lnTo>
                    <a:pt x="2038965" y="1234986"/>
                  </a:lnTo>
                  <a:lnTo>
                    <a:pt x="2038920" y="1234987"/>
                  </a:lnTo>
                  <a:lnTo>
                    <a:pt x="2038888" y="1235016"/>
                  </a:lnTo>
                  <a:lnTo>
                    <a:pt x="2038877" y="1235043"/>
                  </a:lnTo>
                  <a:lnTo>
                    <a:pt x="2038953" y="1235122"/>
                  </a:lnTo>
                  <a:lnTo>
                    <a:pt x="2038954" y="1235156"/>
                  </a:lnTo>
                  <a:lnTo>
                    <a:pt x="2038954" y="1235173"/>
                  </a:lnTo>
                  <a:lnTo>
                    <a:pt x="2038955" y="1235209"/>
                  </a:lnTo>
                  <a:lnTo>
                    <a:pt x="2038944" y="1235244"/>
                  </a:lnTo>
                  <a:lnTo>
                    <a:pt x="2038892" y="1235267"/>
                  </a:lnTo>
                  <a:lnTo>
                    <a:pt x="2038797" y="1235313"/>
                  </a:lnTo>
                  <a:lnTo>
                    <a:pt x="2038657" y="1235340"/>
                  </a:lnTo>
                  <a:lnTo>
                    <a:pt x="2038535" y="1235348"/>
                  </a:lnTo>
                  <a:lnTo>
                    <a:pt x="2038507" y="1235361"/>
                  </a:lnTo>
                  <a:lnTo>
                    <a:pt x="2038486" y="1235370"/>
                  </a:lnTo>
                  <a:lnTo>
                    <a:pt x="2038404" y="1235486"/>
                  </a:lnTo>
                  <a:lnTo>
                    <a:pt x="2038395" y="1235566"/>
                  </a:lnTo>
                  <a:lnTo>
                    <a:pt x="2038400" y="1235649"/>
                  </a:lnTo>
                  <a:lnTo>
                    <a:pt x="2038429" y="1235667"/>
                  </a:lnTo>
                  <a:lnTo>
                    <a:pt x="2038633" y="1235742"/>
                  </a:lnTo>
                  <a:lnTo>
                    <a:pt x="2038741" y="1235731"/>
                  </a:lnTo>
                  <a:lnTo>
                    <a:pt x="2038779" y="1235713"/>
                  </a:lnTo>
                  <a:lnTo>
                    <a:pt x="2038906" y="1235709"/>
                  </a:lnTo>
                  <a:lnTo>
                    <a:pt x="2038945" y="1235730"/>
                  </a:lnTo>
                  <a:lnTo>
                    <a:pt x="2038978" y="1235790"/>
                  </a:lnTo>
                  <a:lnTo>
                    <a:pt x="2039038" y="1235837"/>
                  </a:lnTo>
                  <a:lnTo>
                    <a:pt x="2039062" y="1235861"/>
                  </a:lnTo>
                  <a:lnTo>
                    <a:pt x="2039076" y="1235909"/>
                  </a:lnTo>
                  <a:lnTo>
                    <a:pt x="2039100" y="1235934"/>
                  </a:lnTo>
                  <a:lnTo>
                    <a:pt x="2039143" y="1235932"/>
                  </a:lnTo>
                  <a:lnTo>
                    <a:pt x="2039221" y="1235922"/>
                  </a:lnTo>
                  <a:lnTo>
                    <a:pt x="2039282" y="1235951"/>
                  </a:lnTo>
                  <a:lnTo>
                    <a:pt x="2039306" y="1235966"/>
                  </a:lnTo>
                  <a:lnTo>
                    <a:pt x="2039314" y="1235981"/>
                  </a:lnTo>
                  <a:lnTo>
                    <a:pt x="2039231" y="1236016"/>
                  </a:lnTo>
                  <a:lnTo>
                    <a:pt x="2039120" y="1236064"/>
                  </a:lnTo>
                  <a:lnTo>
                    <a:pt x="2039069" y="1236085"/>
                  </a:lnTo>
                  <a:lnTo>
                    <a:pt x="2039048" y="1236111"/>
                  </a:lnTo>
                  <a:lnTo>
                    <a:pt x="2039045" y="1236130"/>
                  </a:lnTo>
                  <a:lnTo>
                    <a:pt x="2039068" y="1236154"/>
                  </a:lnTo>
                  <a:lnTo>
                    <a:pt x="2039104" y="1236165"/>
                  </a:lnTo>
                  <a:lnTo>
                    <a:pt x="2039168" y="1236155"/>
                  </a:lnTo>
                  <a:lnTo>
                    <a:pt x="2039191" y="1236155"/>
                  </a:lnTo>
                  <a:lnTo>
                    <a:pt x="2039200" y="1236156"/>
                  </a:lnTo>
                  <a:lnTo>
                    <a:pt x="2039222" y="1236179"/>
                  </a:lnTo>
                  <a:lnTo>
                    <a:pt x="2039221" y="1236189"/>
                  </a:lnTo>
                  <a:lnTo>
                    <a:pt x="2039211" y="1236215"/>
                  </a:lnTo>
                  <a:lnTo>
                    <a:pt x="2039164" y="1236261"/>
                  </a:lnTo>
                  <a:lnTo>
                    <a:pt x="2039115" y="1236310"/>
                  </a:lnTo>
                  <a:lnTo>
                    <a:pt x="2039109" y="1236317"/>
                  </a:lnTo>
                  <a:lnTo>
                    <a:pt x="2039098" y="1236331"/>
                  </a:lnTo>
                  <a:lnTo>
                    <a:pt x="2039096" y="1236364"/>
                  </a:lnTo>
                  <a:lnTo>
                    <a:pt x="2039096" y="1236395"/>
                  </a:lnTo>
                  <a:lnTo>
                    <a:pt x="2039098" y="1236407"/>
                  </a:lnTo>
                  <a:lnTo>
                    <a:pt x="2039101" y="1236420"/>
                  </a:lnTo>
                  <a:lnTo>
                    <a:pt x="2039108" y="1236431"/>
                  </a:lnTo>
                  <a:lnTo>
                    <a:pt x="2039131" y="1236428"/>
                  </a:lnTo>
                  <a:lnTo>
                    <a:pt x="2039162" y="1236408"/>
                  </a:lnTo>
                  <a:lnTo>
                    <a:pt x="2039201" y="1236404"/>
                  </a:lnTo>
                  <a:lnTo>
                    <a:pt x="2039227" y="1236405"/>
                  </a:lnTo>
                  <a:lnTo>
                    <a:pt x="2039251" y="1236416"/>
                  </a:lnTo>
                  <a:lnTo>
                    <a:pt x="2039263" y="1236434"/>
                  </a:lnTo>
                  <a:lnTo>
                    <a:pt x="2039262" y="1236452"/>
                  </a:lnTo>
                  <a:lnTo>
                    <a:pt x="2039238" y="1236473"/>
                  </a:lnTo>
                  <a:lnTo>
                    <a:pt x="2039230" y="1236480"/>
                  </a:lnTo>
                  <a:lnTo>
                    <a:pt x="2039192" y="1236510"/>
                  </a:lnTo>
                  <a:lnTo>
                    <a:pt x="2039184" y="1236560"/>
                  </a:lnTo>
                  <a:lnTo>
                    <a:pt x="2039172" y="1236583"/>
                  </a:lnTo>
                  <a:lnTo>
                    <a:pt x="2039168" y="1236591"/>
                  </a:lnTo>
                  <a:lnTo>
                    <a:pt x="2039138" y="1236610"/>
                  </a:lnTo>
                  <a:lnTo>
                    <a:pt x="2039121" y="1236614"/>
                  </a:lnTo>
                  <a:lnTo>
                    <a:pt x="2039075" y="1236625"/>
                  </a:lnTo>
                  <a:lnTo>
                    <a:pt x="2039070" y="1236626"/>
                  </a:lnTo>
                  <a:lnTo>
                    <a:pt x="2039042" y="1236625"/>
                  </a:lnTo>
                  <a:lnTo>
                    <a:pt x="2039023" y="1236607"/>
                  </a:lnTo>
                  <a:lnTo>
                    <a:pt x="2039058" y="1236549"/>
                  </a:lnTo>
                  <a:lnTo>
                    <a:pt x="2039081" y="1236491"/>
                  </a:lnTo>
                  <a:lnTo>
                    <a:pt x="2039078" y="1236469"/>
                  </a:lnTo>
                  <a:lnTo>
                    <a:pt x="2039067" y="1236449"/>
                  </a:lnTo>
                  <a:lnTo>
                    <a:pt x="2039054" y="1236432"/>
                  </a:lnTo>
                  <a:lnTo>
                    <a:pt x="2038991" y="1236407"/>
                  </a:lnTo>
                  <a:lnTo>
                    <a:pt x="2038890" y="1236370"/>
                  </a:lnTo>
                  <a:lnTo>
                    <a:pt x="2038879" y="1236366"/>
                  </a:lnTo>
                  <a:lnTo>
                    <a:pt x="2038874" y="1236367"/>
                  </a:lnTo>
                  <a:lnTo>
                    <a:pt x="2038770" y="1236382"/>
                  </a:lnTo>
                  <a:lnTo>
                    <a:pt x="2038714" y="1236381"/>
                  </a:lnTo>
                  <a:lnTo>
                    <a:pt x="2038690" y="1236362"/>
                  </a:lnTo>
                  <a:lnTo>
                    <a:pt x="2038684" y="1236337"/>
                  </a:lnTo>
                  <a:lnTo>
                    <a:pt x="2038698" y="1236313"/>
                  </a:lnTo>
                  <a:lnTo>
                    <a:pt x="2038702" y="1236310"/>
                  </a:lnTo>
                  <a:lnTo>
                    <a:pt x="2038789" y="1236243"/>
                  </a:lnTo>
                  <a:lnTo>
                    <a:pt x="2038890" y="1236134"/>
                  </a:lnTo>
                  <a:lnTo>
                    <a:pt x="2038892" y="1236101"/>
                  </a:lnTo>
                  <a:lnTo>
                    <a:pt x="2038855" y="1236050"/>
                  </a:lnTo>
                  <a:lnTo>
                    <a:pt x="2038654" y="1236111"/>
                  </a:lnTo>
                  <a:lnTo>
                    <a:pt x="2038560" y="1236146"/>
                  </a:lnTo>
                  <a:lnTo>
                    <a:pt x="2038525" y="1236141"/>
                  </a:lnTo>
                  <a:lnTo>
                    <a:pt x="2038498" y="1236127"/>
                  </a:lnTo>
                  <a:lnTo>
                    <a:pt x="2038414" y="1236042"/>
                  </a:lnTo>
                  <a:lnTo>
                    <a:pt x="2038239" y="1235945"/>
                  </a:lnTo>
                  <a:lnTo>
                    <a:pt x="2037989" y="1235824"/>
                  </a:lnTo>
                  <a:lnTo>
                    <a:pt x="2037928" y="1235819"/>
                  </a:lnTo>
                  <a:lnTo>
                    <a:pt x="2037898" y="1235836"/>
                  </a:lnTo>
                  <a:lnTo>
                    <a:pt x="2037901" y="1235861"/>
                  </a:lnTo>
                  <a:lnTo>
                    <a:pt x="2037911" y="1235890"/>
                  </a:lnTo>
                  <a:lnTo>
                    <a:pt x="2037916" y="1235903"/>
                  </a:lnTo>
                  <a:lnTo>
                    <a:pt x="2037972" y="1235966"/>
                  </a:lnTo>
                  <a:lnTo>
                    <a:pt x="2038025" y="1236043"/>
                  </a:lnTo>
                  <a:lnTo>
                    <a:pt x="2038023" y="1236104"/>
                  </a:lnTo>
                  <a:lnTo>
                    <a:pt x="2038007" y="1236137"/>
                  </a:lnTo>
                  <a:lnTo>
                    <a:pt x="2037983" y="1236149"/>
                  </a:lnTo>
                  <a:lnTo>
                    <a:pt x="2037936" y="1236144"/>
                  </a:lnTo>
                  <a:lnTo>
                    <a:pt x="2037754" y="1236152"/>
                  </a:lnTo>
                  <a:lnTo>
                    <a:pt x="2037546" y="1236196"/>
                  </a:lnTo>
                  <a:lnTo>
                    <a:pt x="2037449" y="1236278"/>
                  </a:lnTo>
                  <a:lnTo>
                    <a:pt x="2037490" y="1236342"/>
                  </a:lnTo>
                  <a:lnTo>
                    <a:pt x="2037621" y="1236330"/>
                  </a:lnTo>
                  <a:lnTo>
                    <a:pt x="2037720" y="1236332"/>
                  </a:lnTo>
                  <a:lnTo>
                    <a:pt x="2037831" y="1236341"/>
                  </a:lnTo>
                  <a:lnTo>
                    <a:pt x="2037949" y="1236362"/>
                  </a:lnTo>
                  <a:lnTo>
                    <a:pt x="2038154" y="1236468"/>
                  </a:lnTo>
                  <a:lnTo>
                    <a:pt x="2038178" y="1236480"/>
                  </a:lnTo>
                  <a:lnTo>
                    <a:pt x="2038177" y="1236489"/>
                  </a:lnTo>
                  <a:lnTo>
                    <a:pt x="2038141" y="1236521"/>
                  </a:lnTo>
                  <a:lnTo>
                    <a:pt x="2037240" y="1236784"/>
                  </a:lnTo>
                  <a:lnTo>
                    <a:pt x="2037122" y="1236776"/>
                  </a:lnTo>
                  <a:lnTo>
                    <a:pt x="2037046" y="1236754"/>
                  </a:lnTo>
                  <a:lnTo>
                    <a:pt x="2036982" y="1236775"/>
                  </a:lnTo>
                  <a:lnTo>
                    <a:pt x="2036640" y="1236959"/>
                  </a:lnTo>
                  <a:lnTo>
                    <a:pt x="2036639" y="1236972"/>
                  </a:lnTo>
                  <a:lnTo>
                    <a:pt x="2036590" y="1237016"/>
                  </a:lnTo>
                  <a:lnTo>
                    <a:pt x="2036532" y="1237068"/>
                  </a:lnTo>
                  <a:lnTo>
                    <a:pt x="2036458" y="1237109"/>
                  </a:lnTo>
                  <a:lnTo>
                    <a:pt x="2036194" y="1237203"/>
                  </a:lnTo>
                  <a:lnTo>
                    <a:pt x="2036192" y="1237085"/>
                  </a:lnTo>
                  <a:lnTo>
                    <a:pt x="2036084" y="1236958"/>
                  </a:lnTo>
                  <a:lnTo>
                    <a:pt x="2036035" y="1236960"/>
                  </a:lnTo>
                  <a:lnTo>
                    <a:pt x="2035193" y="1237324"/>
                  </a:lnTo>
                  <a:lnTo>
                    <a:pt x="2035170" y="1237324"/>
                  </a:lnTo>
                  <a:lnTo>
                    <a:pt x="2035116" y="1237292"/>
                  </a:lnTo>
                  <a:lnTo>
                    <a:pt x="2035096" y="1237253"/>
                  </a:lnTo>
                  <a:lnTo>
                    <a:pt x="2035107" y="1237204"/>
                  </a:lnTo>
                  <a:lnTo>
                    <a:pt x="2035125" y="1237116"/>
                  </a:lnTo>
                  <a:lnTo>
                    <a:pt x="2035184" y="1237036"/>
                  </a:lnTo>
                  <a:lnTo>
                    <a:pt x="2035255" y="1236988"/>
                  </a:lnTo>
                  <a:lnTo>
                    <a:pt x="2035283" y="1236850"/>
                  </a:lnTo>
                  <a:lnTo>
                    <a:pt x="2035266" y="1236788"/>
                  </a:lnTo>
                  <a:lnTo>
                    <a:pt x="2035261" y="1236769"/>
                  </a:lnTo>
                  <a:lnTo>
                    <a:pt x="2035232" y="1236663"/>
                  </a:lnTo>
                  <a:lnTo>
                    <a:pt x="2035219" y="1236645"/>
                  </a:lnTo>
                  <a:lnTo>
                    <a:pt x="2035194" y="1236629"/>
                  </a:lnTo>
                  <a:lnTo>
                    <a:pt x="2035090" y="1236625"/>
                  </a:lnTo>
                  <a:lnTo>
                    <a:pt x="2034995" y="1236631"/>
                  </a:lnTo>
                  <a:lnTo>
                    <a:pt x="2034862" y="1236599"/>
                  </a:lnTo>
                  <a:lnTo>
                    <a:pt x="2034780" y="1236530"/>
                  </a:lnTo>
                  <a:lnTo>
                    <a:pt x="2034718" y="1236442"/>
                  </a:lnTo>
                  <a:lnTo>
                    <a:pt x="2034708" y="1236418"/>
                  </a:lnTo>
                  <a:lnTo>
                    <a:pt x="2034729" y="1236404"/>
                  </a:lnTo>
                  <a:lnTo>
                    <a:pt x="2034880" y="1236396"/>
                  </a:lnTo>
                  <a:lnTo>
                    <a:pt x="2035019" y="1236426"/>
                  </a:lnTo>
                  <a:lnTo>
                    <a:pt x="2035198" y="1236173"/>
                  </a:lnTo>
                  <a:lnTo>
                    <a:pt x="2035257" y="1236009"/>
                  </a:lnTo>
                  <a:lnTo>
                    <a:pt x="2035278" y="1235906"/>
                  </a:lnTo>
                  <a:lnTo>
                    <a:pt x="2035320" y="1235707"/>
                  </a:lnTo>
                  <a:lnTo>
                    <a:pt x="2035261" y="1235645"/>
                  </a:lnTo>
                  <a:lnTo>
                    <a:pt x="2035198" y="1235658"/>
                  </a:lnTo>
                  <a:lnTo>
                    <a:pt x="2035177" y="1235657"/>
                  </a:lnTo>
                  <a:lnTo>
                    <a:pt x="2035162" y="1235648"/>
                  </a:lnTo>
                  <a:lnTo>
                    <a:pt x="2034809" y="1235273"/>
                  </a:lnTo>
                  <a:lnTo>
                    <a:pt x="2034732" y="1235163"/>
                  </a:lnTo>
                  <a:lnTo>
                    <a:pt x="2034660" y="1235061"/>
                  </a:lnTo>
                  <a:lnTo>
                    <a:pt x="2034651" y="1235048"/>
                  </a:lnTo>
                  <a:lnTo>
                    <a:pt x="2034577" y="1234943"/>
                  </a:lnTo>
                  <a:lnTo>
                    <a:pt x="2034545" y="1234879"/>
                  </a:lnTo>
                  <a:lnTo>
                    <a:pt x="2034504" y="1234799"/>
                  </a:lnTo>
                  <a:lnTo>
                    <a:pt x="2034323" y="1234393"/>
                  </a:lnTo>
                  <a:lnTo>
                    <a:pt x="2034318" y="1234062"/>
                  </a:lnTo>
                  <a:lnTo>
                    <a:pt x="2034358" y="1234001"/>
                  </a:lnTo>
                  <a:lnTo>
                    <a:pt x="2034363" y="1233984"/>
                  </a:lnTo>
                  <a:lnTo>
                    <a:pt x="2034336" y="1233593"/>
                  </a:lnTo>
                  <a:lnTo>
                    <a:pt x="2034259" y="1233283"/>
                  </a:lnTo>
                  <a:lnTo>
                    <a:pt x="2034233" y="1233219"/>
                  </a:lnTo>
                  <a:lnTo>
                    <a:pt x="2034148" y="1233051"/>
                  </a:lnTo>
                  <a:lnTo>
                    <a:pt x="2034103" y="1232678"/>
                  </a:lnTo>
                  <a:lnTo>
                    <a:pt x="2034126" y="1232640"/>
                  </a:lnTo>
                  <a:lnTo>
                    <a:pt x="2034273" y="1232558"/>
                  </a:lnTo>
                  <a:lnTo>
                    <a:pt x="2034878" y="1232299"/>
                  </a:lnTo>
                  <a:lnTo>
                    <a:pt x="2034907" y="1232309"/>
                  </a:lnTo>
                  <a:lnTo>
                    <a:pt x="2035004" y="1232520"/>
                  </a:lnTo>
                  <a:lnTo>
                    <a:pt x="2035025" y="1232552"/>
                  </a:lnTo>
                  <a:lnTo>
                    <a:pt x="2035199" y="1232640"/>
                  </a:lnTo>
                  <a:lnTo>
                    <a:pt x="2035358" y="1232596"/>
                  </a:lnTo>
                  <a:lnTo>
                    <a:pt x="2035379" y="1232570"/>
                  </a:lnTo>
                  <a:lnTo>
                    <a:pt x="2035364" y="1232473"/>
                  </a:lnTo>
                  <a:lnTo>
                    <a:pt x="2035331" y="1232344"/>
                  </a:lnTo>
                  <a:lnTo>
                    <a:pt x="2035349" y="1232314"/>
                  </a:lnTo>
                  <a:lnTo>
                    <a:pt x="2035593" y="1232039"/>
                  </a:lnTo>
                  <a:lnTo>
                    <a:pt x="2035752" y="1232023"/>
                  </a:lnTo>
                  <a:lnTo>
                    <a:pt x="2035809" y="1232039"/>
                  </a:lnTo>
                  <a:lnTo>
                    <a:pt x="2036084" y="1231819"/>
                  </a:lnTo>
                  <a:lnTo>
                    <a:pt x="2036322" y="1231615"/>
                  </a:lnTo>
                  <a:lnTo>
                    <a:pt x="2036667" y="1231226"/>
                  </a:lnTo>
                  <a:lnTo>
                    <a:pt x="2036683" y="1231155"/>
                  </a:lnTo>
                  <a:lnTo>
                    <a:pt x="2036881" y="1231047"/>
                  </a:lnTo>
                  <a:lnTo>
                    <a:pt x="2036962" y="1231026"/>
                  </a:lnTo>
                  <a:lnTo>
                    <a:pt x="2037138" y="1230985"/>
                  </a:lnTo>
                  <a:lnTo>
                    <a:pt x="2037188" y="1230993"/>
                  </a:lnTo>
                  <a:lnTo>
                    <a:pt x="2037212" y="1231017"/>
                  </a:lnTo>
                  <a:lnTo>
                    <a:pt x="2037274" y="1231003"/>
                  </a:lnTo>
                  <a:lnTo>
                    <a:pt x="2037279" y="1230799"/>
                  </a:lnTo>
                  <a:lnTo>
                    <a:pt x="2037246" y="1230531"/>
                  </a:lnTo>
                  <a:lnTo>
                    <a:pt x="2037200" y="1230352"/>
                  </a:lnTo>
                  <a:lnTo>
                    <a:pt x="2037324" y="1229924"/>
                  </a:lnTo>
                  <a:lnTo>
                    <a:pt x="2037338" y="1229895"/>
                  </a:lnTo>
                  <a:lnTo>
                    <a:pt x="2037401" y="1229835"/>
                  </a:lnTo>
                  <a:lnTo>
                    <a:pt x="2037483" y="1229801"/>
                  </a:lnTo>
                  <a:lnTo>
                    <a:pt x="2037510" y="1229735"/>
                  </a:lnTo>
                  <a:lnTo>
                    <a:pt x="2037371" y="1229393"/>
                  </a:lnTo>
                  <a:lnTo>
                    <a:pt x="2037042" y="1229109"/>
                  </a:lnTo>
                  <a:lnTo>
                    <a:pt x="2037012" y="1229068"/>
                  </a:lnTo>
                  <a:lnTo>
                    <a:pt x="2037007" y="1229060"/>
                  </a:lnTo>
                  <a:lnTo>
                    <a:pt x="2036994" y="1229043"/>
                  </a:lnTo>
                  <a:lnTo>
                    <a:pt x="2036978" y="1229022"/>
                  </a:lnTo>
                  <a:lnTo>
                    <a:pt x="2036971" y="1229005"/>
                  </a:lnTo>
                  <a:lnTo>
                    <a:pt x="2036873" y="1228765"/>
                  </a:lnTo>
                  <a:lnTo>
                    <a:pt x="2036878" y="1228718"/>
                  </a:lnTo>
                  <a:lnTo>
                    <a:pt x="2037601" y="1226740"/>
                  </a:lnTo>
                  <a:lnTo>
                    <a:pt x="2037603" y="1226735"/>
                  </a:lnTo>
                  <a:lnTo>
                    <a:pt x="2037614" y="1226727"/>
                  </a:lnTo>
                  <a:lnTo>
                    <a:pt x="2037916" y="1226506"/>
                  </a:lnTo>
                  <a:lnTo>
                    <a:pt x="2038071" y="1226480"/>
                  </a:lnTo>
                  <a:lnTo>
                    <a:pt x="2038296" y="1226487"/>
                  </a:lnTo>
                  <a:lnTo>
                    <a:pt x="2038338" y="1226451"/>
                  </a:lnTo>
                  <a:lnTo>
                    <a:pt x="2038513" y="1226305"/>
                  </a:lnTo>
                  <a:lnTo>
                    <a:pt x="2038652" y="1226144"/>
                  </a:lnTo>
                  <a:lnTo>
                    <a:pt x="2038750" y="1225962"/>
                  </a:lnTo>
                  <a:lnTo>
                    <a:pt x="2038754" y="1225686"/>
                  </a:lnTo>
                  <a:lnTo>
                    <a:pt x="2038754" y="1225675"/>
                  </a:lnTo>
                  <a:lnTo>
                    <a:pt x="2038706" y="1225508"/>
                  </a:lnTo>
                  <a:lnTo>
                    <a:pt x="2038716" y="1225447"/>
                  </a:lnTo>
                  <a:lnTo>
                    <a:pt x="2038784" y="1225323"/>
                  </a:lnTo>
                  <a:lnTo>
                    <a:pt x="2038840" y="1225250"/>
                  </a:lnTo>
                  <a:lnTo>
                    <a:pt x="2038872" y="1225220"/>
                  </a:lnTo>
                  <a:lnTo>
                    <a:pt x="2038929" y="1225181"/>
                  </a:lnTo>
                  <a:lnTo>
                    <a:pt x="2038980" y="1225147"/>
                  </a:lnTo>
                  <a:lnTo>
                    <a:pt x="2038524" y="1224965"/>
                  </a:lnTo>
                  <a:lnTo>
                    <a:pt x="2038475" y="1224934"/>
                  </a:lnTo>
                  <a:lnTo>
                    <a:pt x="2038423" y="1224861"/>
                  </a:lnTo>
                  <a:lnTo>
                    <a:pt x="2038416" y="1224845"/>
                  </a:lnTo>
                  <a:lnTo>
                    <a:pt x="2038420" y="1224829"/>
                  </a:lnTo>
                  <a:lnTo>
                    <a:pt x="2038447" y="1224780"/>
                  </a:lnTo>
                  <a:lnTo>
                    <a:pt x="2038497" y="1224721"/>
                  </a:lnTo>
                  <a:lnTo>
                    <a:pt x="2038525" y="1224713"/>
                  </a:lnTo>
                  <a:lnTo>
                    <a:pt x="2038553" y="1224717"/>
                  </a:lnTo>
                  <a:lnTo>
                    <a:pt x="2038567" y="1224667"/>
                  </a:lnTo>
                  <a:lnTo>
                    <a:pt x="2038562" y="1224603"/>
                  </a:lnTo>
                  <a:lnTo>
                    <a:pt x="2038506" y="1224417"/>
                  </a:lnTo>
                  <a:lnTo>
                    <a:pt x="2038487" y="1224361"/>
                  </a:lnTo>
                  <a:lnTo>
                    <a:pt x="2038445" y="1224282"/>
                  </a:lnTo>
                  <a:lnTo>
                    <a:pt x="2038302" y="1224200"/>
                  </a:lnTo>
                  <a:lnTo>
                    <a:pt x="2038125" y="1224192"/>
                  </a:lnTo>
                  <a:lnTo>
                    <a:pt x="2037750" y="1223711"/>
                  </a:lnTo>
                  <a:lnTo>
                    <a:pt x="2037750" y="1223506"/>
                  </a:lnTo>
                  <a:lnTo>
                    <a:pt x="2037750" y="1223314"/>
                  </a:lnTo>
                  <a:lnTo>
                    <a:pt x="2037780" y="1223181"/>
                  </a:lnTo>
                  <a:lnTo>
                    <a:pt x="2037791" y="1223144"/>
                  </a:lnTo>
                  <a:lnTo>
                    <a:pt x="2037798" y="1223123"/>
                  </a:lnTo>
                  <a:lnTo>
                    <a:pt x="2037866" y="1222900"/>
                  </a:lnTo>
                  <a:lnTo>
                    <a:pt x="2038003" y="1222747"/>
                  </a:lnTo>
                  <a:lnTo>
                    <a:pt x="2038128" y="1222697"/>
                  </a:lnTo>
                  <a:lnTo>
                    <a:pt x="2038215" y="1222673"/>
                  </a:lnTo>
                  <a:lnTo>
                    <a:pt x="2038595" y="1222650"/>
                  </a:lnTo>
                  <a:lnTo>
                    <a:pt x="2038772" y="1222665"/>
                  </a:lnTo>
                  <a:lnTo>
                    <a:pt x="2038845" y="1222654"/>
                  </a:lnTo>
                  <a:lnTo>
                    <a:pt x="2038749" y="1222334"/>
                  </a:lnTo>
                  <a:lnTo>
                    <a:pt x="2038705" y="1222346"/>
                  </a:lnTo>
                  <a:lnTo>
                    <a:pt x="2038634" y="1222379"/>
                  </a:lnTo>
                  <a:lnTo>
                    <a:pt x="2038590" y="1222409"/>
                  </a:lnTo>
                  <a:lnTo>
                    <a:pt x="2038437" y="1222425"/>
                  </a:lnTo>
                  <a:lnTo>
                    <a:pt x="2037938" y="1222497"/>
                  </a:lnTo>
                  <a:lnTo>
                    <a:pt x="2037796" y="1222488"/>
                  </a:lnTo>
                  <a:lnTo>
                    <a:pt x="2037768" y="1222455"/>
                  </a:lnTo>
                  <a:lnTo>
                    <a:pt x="2037750" y="1222406"/>
                  </a:lnTo>
                  <a:lnTo>
                    <a:pt x="2037809" y="1221882"/>
                  </a:lnTo>
                  <a:lnTo>
                    <a:pt x="2037644" y="1221654"/>
                  </a:lnTo>
                  <a:lnTo>
                    <a:pt x="2037610" y="1221618"/>
                  </a:lnTo>
                  <a:lnTo>
                    <a:pt x="2037353" y="1221239"/>
                  </a:lnTo>
                  <a:lnTo>
                    <a:pt x="2037309" y="1221156"/>
                  </a:lnTo>
                  <a:lnTo>
                    <a:pt x="2037168" y="1220892"/>
                  </a:lnTo>
                  <a:lnTo>
                    <a:pt x="2037281" y="1220610"/>
                  </a:lnTo>
                  <a:lnTo>
                    <a:pt x="2037247" y="1220326"/>
                  </a:lnTo>
                  <a:lnTo>
                    <a:pt x="2037241" y="1220314"/>
                  </a:lnTo>
                  <a:lnTo>
                    <a:pt x="2037017" y="1220259"/>
                  </a:lnTo>
                  <a:lnTo>
                    <a:pt x="2036848" y="1220257"/>
                  </a:lnTo>
                  <a:lnTo>
                    <a:pt x="2036724" y="1220268"/>
                  </a:lnTo>
                  <a:lnTo>
                    <a:pt x="2036328" y="1220466"/>
                  </a:lnTo>
                  <a:lnTo>
                    <a:pt x="2036290" y="1220851"/>
                  </a:lnTo>
                  <a:lnTo>
                    <a:pt x="2036231" y="1220964"/>
                  </a:lnTo>
                  <a:lnTo>
                    <a:pt x="2036221" y="1220969"/>
                  </a:lnTo>
                  <a:lnTo>
                    <a:pt x="2036163" y="1220964"/>
                  </a:lnTo>
                  <a:lnTo>
                    <a:pt x="2036125" y="1220947"/>
                  </a:lnTo>
                  <a:lnTo>
                    <a:pt x="2036108" y="1220925"/>
                  </a:lnTo>
                  <a:lnTo>
                    <a:pt x="2036027" y="1220775"/>
                  </a:lnTo>
                  <a:lnTo>
                    <a:pt x="2036005" y="1220634"/>
                  </a:lnTo>
                  <a:lnTo>
                    <a:pt x="2035926" y="1220433"/>
                  </a:lnTo>
                  <a:lnTo>
                    <a:pt x="2035889" y="1220362"/>
                  </a:lnTo>
                  <a:lnTo>
                    <a:pt x="2035847" y="1220381"/>
                  </a:lnTo>
                  <a:lnTo>
                    <a:pt x="2035798" y="1220403"/>
                  </a:lnTo>
                  <a:lnTo>
                    <a:pt x="2036031" y="1221145"/>
                  </a:lnTo>
                  <a:lnTo>
                    <a:pt x="2036035" y="1221156"/>
                  </a:lnTo>
                  <a:lnTo>
                    <a:pt x="2036280" y="1221265"/>
                  </a:lnTo>
                  <a:lnTo>
                    <a:pt x="2036433" y="1221350"/>
                  </a:lnTo>
                  <a:lnTo>
                    <a:pt x="2036489" y="1221448"/>
                  </a:lnTo>
                  <a:lnTo>
                    <a:pt x="2036505" y="1221534"/>
                  </a:lnTo>
                  <a:lnTo>
                    <a:pt x="2036516" y="1221682"/>
                  </a:lnTo>
                  <a:lnTo>
                    <a:pt x="2036503" y="1221783"/>
                  </a:lnTo>
                  <a:lnTo>
                    <a:pt x="2036403" y="1221981"/>
                  </a:lnTo>
                  <a:lnTo>
                    <a:pt x="2036286" y="1222046"/>
                  </a:lnTo>
                  <a:lnTo>
                    <a:pt x="2036088" y="1222146"/>
                  </a:lnTo>
                  <a:lnTo>
                    <a:pt x="2036021" y="1222160"/>
                  </a:lnTo>
                  <a:lnTo>
                    <a:pt x="2035916" y="1222167"/>
                  </a:lnTo>
                  <a:lnTo>
                    <a:pt x="2035830" y="1222143"/>
                  </a:lnTo>
                  <a:lnTo>
                    <a:pt x="2035745" y="1222100"/>
                  </a:lnTo>
                  <a:lnTo>
                    <a:pt x="2035635" y="1222126"/>
                  </a:lnTo>
                  <a:lnTo>
                    <a:pt x="2035566" y="1222216"/>
                  </a:lnTo>
                  <a:lnTo>
                    <a:pt x="2035573" y="1222337"/>
                  </a:lnTo>
                  <a:lnTo>
                    <a:pt x="2035567" y="1222364"/>
                  </a:lnTo>
                  <a:lnTo>
                    <a:pt x="2035486" y="1222417"/>
                  </a:lnTo>
                  <a:lnTo>
                    <a:pt x="2035481" y="1222420"/>
                  </a:lnTo>
                  <a:lnTo>
                    <a:pt x="2035448" y="1222423"/>
                  </a:lnTo>
                  <a:lnTo>
                    <a:pt x="2035423" y="1222414"/>
                  </a:lnTo>
                  <a:lnTo>
                    <a:pt x="2035402" y="1222396"/>
                  </a:lnTo>
                  <a:lnTo>
                    <a:pt x="2035368" y="1222329"/>
                  </a:lnTo>
                  <a:lnTo>
                    <a:pt x="2035329" y="1222212"/>
                  </a:lnTo>
                  <a:lnTo>
                    <a:pt x="2035320" y="1222186"/>
                  </a:lnTo>
                  <a:lnTo>
                    <a:pt x="2035297" y="1222187"/>
                  </a:lnTo>
                  <a:lnTo>
                    <a:pt x="2035274" y="1222199"/>
                  </a:lnTo>
                  <a:lnTo>
                    <a:pt x="2035263" y="1222236"/>
                  </a:lnTo>
                  <a:lnTo>
                    <a:pt x="2035201" y="1222515"/>
                  </a:lnTo>
                  <a:lnTo>
                    <a:pt x="2035172" y="1222582"/>
                  </a:lnTo>
                  <a:lnTo>
                    <a:pt x="2035073" y="1222633"/>
                  </a:lnTo>
                  <a:lnTo>
                    <a:pt x="2034867" y="1222664"/>
                  </a:lnTo>
                  <a:lnTo>
                    <a:pt x="2034835" y="1223114"/>
                  </a:lnTo>
                  <a:lnTo>
                    <a:pt x="2034826" y="1223241"/>
                  </a:lnTo>
                  <a:lnTo>
                    <a:pt x="2034887" y="1223411"/>
                  </a:lnTo>
                  <a:lnTo>
                    <a:pt x="2034876" y="1223521"/>
                  </a:lnTo>
                  <a:lnTo>
                    <a:pt x="2034848" y="1223666"/>
                  </a:lnTo>
                  <a:lnTo>
                    <a:pt x="2034839" y="1223679"/>
                  </a:lnTo>
                  <a:lnTo>
                    <a:pt x="2034774" y="1223779"/>
                  </a:lnTo>
                  <a:lnTo>
                    <a:pt x="2034337" y="1224057"/>
                  </a:lnTo>
                  <a:lnTo>
                    <a:pt x="2034217" y="1224073"/>
                  </a:lnTo>
                  <a:lnTo>
                    <a:pt x="2034137" y="1224198"/>
                  </a:lnTo>
                  <a:lnTo>
                    <a:pt x="2034060" y="1224373"/>
                  </a:lnTo>
                  <a:lnTo>
                    <a:pt x="2034063" y="1224379"/>
                  </a:lnTo>
                  <a:lnTo>
                    <a:pt x="2034246" y="1224415"/>
                  </a:lnTo>
                  <a:lnTo>
                    <a:pt x="2034303" y="1224470"/>
                  </a:lnTo>
                  <a:lnTo>
                    <a:pt x="2034401" y="1224636"/>
                  </a:lnTo>
                  <a:lnTo>
                    <a:pt x="2034389" y="1224724"/>
                  </a:lnTo>
                  <a:lnTo>
                    <a:pt x="2034319" y="1224850"/>
                  </a:lnTo>
                  <a:lnTo>
                    <a:pt x="2034257" y="1224889"/>
                  </a:lnTo>
                  <a:lnTo>
                    <a:pt x="2034098" y="1224914"/>
                  </a:lnTo>
                  <a:lnTo>
                    <a:pt x="2033925" y="1224959"/>
                  </a:lnTo>
                  <a:lnTo>
                    <a:pt x="2033886" y="1224980"/>
                  </a:lnTo>
                  <a:lnTo>
                    <a:pt x="2033785" y="1225238"/>
                  </a:lnTo>
                  <a:lnTo>
                    <a:pt x="2033677" y="1225441"/>
                  </a:lnTo>
                  <a:lnTo>
                    <a:pt x="2033651" y="1225460"/>
                  </a:lnTo>
                  <a:lnTo>
                    <a:pt x="2033463" y="1225438"/>
                  </a:lnTo>
                  <a:lnTo>
                    <a:pt x="2033361" y="1225405"/>
                  </a:lnTo>
                  <a:lnTo>
                    <a:pt x="2033167" y="1225386"/>
                  </a:lnTo>
                  <a:lnTo>
                    <a:pt x="2032965" y="1225418"/>
                  </a:lnTo>
                  <a:lnTo>
                    <a:pt x="2032922" y="1225424"/>
                  </a:lnTo>
                  <a:lnTo>
                    <a:pt x="2032733" y="1225481"/>
                  </a:lnTo>
                  <a:lnTo>
                    <a:pt x="2032702" y="1225488"/>
                  </a:lnTo>
                  <a:lnTo>
                    <a:pt x="2032477" y="1225537"/>
                  </a:lnTo>
                  <a:lnTo>
                    <a:pt x="2032399" y="1225546"/>
                  </a:lnTo>
                  <a:lnTo>
                    <a:pt x="2032333" y="1225554"/>
                  </a:lnTo>
                  <a:lnTo>
                    <a:pt x="2032203" y="1225538"/>
                  </a:lnTo>
                  <a:lnTo>
                    <a:pt x="2032129" y="1225497"/>
                  </a:lnTo>
                  <a:lnTo>
                    <a:pt x="2032068" y="1225442"/>
                  </a:lnTo>
                  <a:lnTo>
                    <a:pt x="2032018" y="1225373"/>
                  </a:lnTo>
                  <a:lnTo>
                    <a:pt x="2031992" y="1225321"/>
                  </a:lnTo>
                  <a:lnTo>
                    <a:pt x="2031964" y="1225176"/>
                  </a:lnTo>
                  <a:lnTo>
                    <a:pt x="2031963" y="1225127"/>
                  </a:lnTo>
                  <a:lnTo>
                    <a:pt x="2031970" y="1225093"/>
                  </a:lnTo>
                  <a:lnTo>
                    <a:pt x="2031977" y="1225095"/>
                  </a:lnTo>
                  <a:lnTo>
                    <a:pt x="2031996" y="1225011"/>
                  </a:lnTo>
                  <a:lnTo>
                    <a:pt x="2031921" y="1225023"/>
                  </a:lnTo>
                  <a:lnTo>
                    <a:pt x="2031866" y="1225043"/>
                  </a:lnTo>
                  <a:lnTo>
                    <a:pt x="2031748" y="1225109"/>
                  </a:lnTo>
                  <a:lnTo>
                    <a:pt x="2031656" y="1225182"/>
                  </a:lnTo>
                  <a:lnTo>
                    <a:pt x="2031637" y="1225197"/>
                  </a:lnTo>
                  <a:lnTo>
                    <a:pt x="2031626" y="1225212"/>
                  </a:lnTo>
                  <a:lnTo>
                    <a:pt x="2031675" y="1225249"/>
                  </a:lnTo>
                  <a:lnTo>
                    <a:pt x="2031702" y="1225286"/>
                  </a:lnTo>
                  <a:lnTo>
                    <a:pt x="2031711" y="1225357"/>
                  </a:lnTo>
                  <a:lnTo>
                    <a:pt x="2031710" y="1225372"/>
                  </a:lnTo>
                  <a:lnTo>
                    <a:pt x="2031706" y="1225382"/>
                  </a:lnTo>
                  <a:lnTo>
                    <a:pt x="2031691" y="1225383"/>
                  </a:lnTo>
                  <a:lnTo>
                    <a:pt x="2031656" y="1225379"/>
                  </a:lnTo>
                  <a:lnTo>
                    <a:pt x="2031532" y="1225352"/>
                  </a:lnTo>
                  <a:lnTo>
                    <a:pt x="2031525" y="1225353"/>
                  </a:lnTo>
                  <a:lnTo>
                    <a:pt x="2031502" y="1225385"/>
                  </a:lnTo>
                  <a:lnTo>
                    <a:pt x="2031493" y="1225399"/>
                  </a:lnTo>
                  <a:lnTo>
                    <a:pt x="2031450" y="1225469"/>
                  </a:lnTo>
                  <a:lnTo>
                    <a:pt x="2031585" y="1225541"/>
                  </a:lnTo>
                  <a:lnTo>
                    <a:pt x="2032108" y="1225782"/>
                  </a:lnTo>
                  <a:lnTo>
                    <a:pt x="2032538" y="1225833"/>
                  </a:lnTo>
                  <a:lnTo>
                    <a:pt x="2032601" y="1225832"/>
                  </a:lnTo>
                  <a:lnTo>
                    <a:pt x="2032710" y="1225814"/>
                  </a:lnTo>
                  <a:lnTo>
                    <a:pt x="2032715" y="1225797"/>
                  </a:lnTo>
                  <a:lnTo>
                    <a:pt x="2032848" y="1225757"/>
                  </a:lnTo>
                  <a:lnTo>
                    <a:pt x="2033207" y="1225711"/>
                  </a:lnTo>
                  <a:lnTo>
                    <a:pt x="2033347" y="1225732"/>
                  </a:lnTo>
                  <a:lnTo>
                    <a:pt x="2033418" y="1225765"/>
                  </a:lnTo>
                  <a:lnTo>
                    <a:pt x="2033444" y="1225785"/>
                  </a:lnTo>
                  <a:lnTo>
                    <a:pt x="2033479" y="1225831"/>
                  </a:lnTo>
                  <a:lnTo>
                    <a:pt x="2033580" y="1226103"/>
                  </a:lnTo>
                  <a:lnTo>
                    <a:pt x="2033678" y="1226480"/>
                  </a:lnTo>
                  <a:lnTo>
                    <a:pt x="2033721" y="1226564"/>
                  </a:lnTo>
                  <a:lnTo>
                    <a:pt x="2033810" y="1226736"/>
                  </a:lnTo>
                  <a:lnTo>
                    <a:pt x="2034166" y="1227273"/>
                  </a:lnTo>
                  <a:lnTo>
                    <a:pt x="2034134" y="1227570"/>
                  </a:lnTo>
                  <a:lnTo>
                    <a:pt x="2033751" y="1228876"/>
                  </a:lnTo>
                  <a:lnTo>
                    <a:pt x="2033747" y="1229024"/>
                  </a:lnTo>
                  <a:lnTo>
                    <a:pt x="2033608" y="1229107"/>
                  </a:lnTo>
                  <a:lnTo>
                    <a:pt x="2033263" y="1229315"/>
                  </a:lnTo>
                  <a:lnTo>
                    <a:pt x="2033188" y="1229374"/>
                  </a:lnTo>
                  <a:lnTo>
                    <a:pt x="2033136" y="1229438"/>
                  </a:lnTo>
                  <a:lnTo>
                    <a:pt x="2032875" y="1229757"/>
                  </a:lnTo>
                  <a:lnTo>
                    <a:pt x="2032835" y="1229818"/>
                  </a:lnTo>
                  <a:lnTo>
                    <a:pt x="2032815" y="1229912"/>
                  </a:lnTo>
                  <a:lnTo>
                    <a:pt x="2032824" y="1230075"/>
                  </a:lnTo>
                  <a:lnTo>
                    <a:pt x="2032849" y="1230135"/>
                  </a:lnTo>
                  <a:lnTo>
                    <a:pt x="2032963" y="1230295"/>
                  </a:lnTo>
                  <a:lnTo>
                    <a:pt x="2032903" y="1230486"/>
                  </a:lnTo>
                  <a:lnTo>
                    <a:pt x="2032882" y="1230526"/>
                  </a:lnTo>
                  <a:lnTo>
                    <a:pt x="2032782" y="1230669"/>
                  </a:lnTo>
                  <a:lnTo>
                    <a:pt x="2032739" y="1230747"/>
                  </a:lnTo>
                  <a:lnTo>
                    <a:pt x="2032734" y="1230756"/>
                  </a:lnTo>
                  <a:lnTo>
                    <a:pt x="2032634" y="1231268"/>
                  </a:lnTo>
                  <a:lnTo>
                    <a:pt x="2032689" y="1231292"/>
                  </a:lnTo>
                  <a:lnTo>
                    <a:pt x="2032739" y="1231314"/>
                  </a:lnTo>
                  <a:lnTo>
                    <a:pt x="2032770" y="1231387"/>
                  </a:lnTo>
                  <a:lnTo>
                    <a:pt x="2032506" y="1232197"/>
                  </a:lnTo>
                  <a:lnTo>
                    <a:pt x="2032491" y="1232200"/>
                  </a:lnTo>
                  <a:lnTo>
                    <a:pt x="2032296" y="1232140"/>
                  </a:lnTo>
                  <a:lnTo>
                    <a:pt x="2031856" y="1231778"/>
                  </a:lnTo>
                  <a:lnTo>
                    <a:pt x="2031595" y="1231563"/>
                  </a:lnTo>
                  <a:lnTo>
                    <a:pt x="2031581" y="1231552"/>
                  </a:lnTo>
                  <a:lnTo>
                    <a:pt x="2031411" y="1231531"/>
                  </a:lnTo>
                  <a:lnTo>
                    <a:pt x="2031393" y="1231529"/>
                  </a:lnTo>
                  <a:lnTo>
                    <a:pt x="2031776" y="1231809"/>
                  </a:lnTo>
                  <a:lnTo>
                    <a:pt x="2031308" y="1232469"/>
                  </a:lnTo>
                  <a:lnTo>
                    <a:pt x="2029610" y="1233877"/>
                  </a:lnTo>
                  <a:lnTo>
                    <a:pt x="2029558" y="1233882"/>
                  </a:lnTo>
                  <a:lnTo>
                    <a:pt x="2029370" y="1233774"/>
                  </a:lnTo>
                  <a:lnTo>
                    <a:pt x="2029342" y="1233780"/>
                  </a:lnTo>
                  <a:lnTo>
                    <a:pt x="2029336" y="1233799"/>
                  </a:lnTo>
                  <a:lnTo>
                    <a:pt x="2029196" y="1234081"/>
                  </a:lnTo>
                  <a:lnTo>
                    <a:pt x="2028875" y="1234869"/>
                  </a:lnTo>
                  <a:lnTo>
                    <a:pt x="2028852" y="1234887"/>
                  </a:lnTo>
                  <a:lnTo>
                    <a:pt x="2028831" y="1234891"/>
                  </a:lnTo>
                  <a:lnTo>
                    <a:pt x="2028687" y="1234843"/>
                  </a:lnTo>
                  <a:lnTo>
                    <a:pt x="2028637" y="1234917"/>
                  </a:lnTo>
                  <a:lnTo>
                    <a:pt x="2028690" y="1235037"/>
                  </a:lnTo>
                  <a:lnTo>
                    <a:pt x="2029141" y="1235224"/>
                  </a:lnTo>
                  <a:lnTo>
                    <a:pt x="2029163" y="1235256"/>
                  </a:lnTo>
                  <a:lnTo>
                    <a:pt x="2029164" y="1235279"/>
                  </a:lnTo>
                  <a:lnTo>
                    <a:pt x="2029013" y="1235808"/>
                  </a:lnTo>
                  <a:lnTo>
                    <a:pt x="2029086" y="1237459"/>
                  </a:lnTo>
                  <a:lnTo>
                    <a:pt x="2029081" y="1237487"/>
                  </a:lnTo>
                  <a:lnTo>
                    <a:pt x="2029065" y="1237509"/>
                  </a:lnTo>
                  <a:lnTo>
                    <a:pt x="2029029" y="1237521"/>
                  </a:lnTo>
                  <a:lnTo>
                    <a:pt x="2028668" y="1237515"/>
                  </a:lnTo>
                  <a:lnTo>
                    <a:pt x="2028658" y="1237532"/>
                  </a:lnTo>
                  <a:lnTo>
                    <a:pt x="2028661" y="1237557"/>
                  </a:lnTo>
                  <a:lnTo>
                    <a:pt x="2028665" y="1237588"/>
                  </a:lnTo>
                  <a:lnTo>
                    <a:pt x="2028667" y="1237608"/>
                  </a:lnTo>
                  <a:lnTo>
                    <a:pt x="2028703" y="1237734"/>
                  </a:lnTo>
                  <a:lnTo>
                    <a:pt x="2028732" y="1237758"/>
                  </a:lnTo>
                  <a:lnTo>
                    <a:pt x="2028723" y="1237983"/>
                  </a:lnTo>
                  <a:lnTo>
                    <a:pt x="2028684" y="1238012"/>
                  </a:lnTo>
                  <a:lnTo>
                    <a:pt x="2028652" y="1238033"/>
                  </a:lnTo>
                  <a:lnTo>
                    <a:pt x="2028507" y="1237973"/>
                  </a:lnTo>
                  <a:lnTo>
                    <a:pt x="2028462" y="1237973"/>
                  </a:lnTo>
                  <a:lnTo>
                    <a:pt x="2028418" y="1238066"/>
                  </a:lnTo>
                  <a:lnTo>
                    <a:pt x="2028400" y="1238124"/>
                  </a:lnTo>
                  <a:lnTo>
                    <a:pt x="2028393" y="1238146"/>
                  </a:lnTo>
                  <a:lnTo>
                    <a:pt x="2028660" y="1238241"/>
                  </a:lnTo>
                  <a:lnTo>
                    <a:pt x="2028686" y="1238251"/>
                  </a:lnTo>
                  <a:lnTo>
                    <a:pt x="2028617" y="1238458"/>
                  </a:lnTo>
                  <a:lnTo>
                    <a:pt x="2028615" y="1238650"/>
                  </a:lnTo>
                  <a:lnTo>
                    <a:pt x="2028614" y="1238770"/>
                  </a:lnTo>
                  <a:lnTo>
                    <a:pt x="2028614" y="1238776"/>
                  </a:lnTo>
                  <a:lnTo>
                    <a:pt x="2028614" y="1238802"/>
                  </a:lnTo>
                  <a:lnTo>
                    <a:pt x="2028444" y="1239002"/>
                  </a:lnTo>
                  <a:lnTo>
                    <a:pt x="2028172" y="1239265"/>
                  </a:lnTo>
                  <a:lnTo>
                    <a:pt x="2028164" y="1239308"/>
                  </a:lnTo>
                  <a:lnTo>
                    <a:pt x="2028158" y="1239318"/>
                  </a:lnTo>
                  <a:lnTo>
                    <a:pt x="2028149" y="1239332"/>
                  </a:lnTo>
                  <a:lnTo>
                    <a:pt x="2028130" y="1239359"/>
                  </a:lnTo>
                  <a:lnTo>
                    <a:pt x="2028126" y="1239365"/>
                  </a:lnTo>
                  <a:lnTo>
                    <a:pt x="2028107" y="1239377"/>
                  </a:lnTo>
                  <a:lnTo>
                    <a:pt x="2028101" y="1239381"/>
                  </a:lnTo>
                  <a:lnTo>
                    <a:pt x="2028088" y="1239389"/>
                  </a:lnTo>
                  <a:lnTo>
                    <a:pt x="2028081" y="1239394"/>
                  </a:lnTo>
                  <a:lnTo>
                    <a:pt x="2028074" y="1239398"/>
                  </a:lnTo>
                  <a:lnTo>
                    <a:pt x="2027642" y="1239672"/>
                  </a:lnTo>
                  <a:lnTo>
                    <a:pt x="2027629" y="1239680"/>
                  </a:lnTo>
                  <a:lnTo>
                    <a:pt x="2027598" y="1239700"/>
                  </a:lnTo>
                  <a:lnTo>
                    <a:pt x="2027349" y="1239850"/>
                  </a:lnTo>
                  <a:lnTo>
                    <a:pt x="2027339" y="1239855"/>
                  </a:lnTo>
                  <a:lnTo>
                    <a:pt x="2027322" y="1239868"/>
                  </a:lnTo>
                  <a:lnTo>
                    <a:pt x="2027311" y="1239875"/>
                  </a:lnTo>
                  <a:lnTo>
                    <a:pt x="2027208" y="1239948"/>
                  </a:lnTo>
                  <a:lnTo>
                    <a:pt x="2027199" y="1239954"/>
                  </a:lnTo>
                  <a:lnTo>
                    <a:pt x="2027171" y="1239976"/>
                  </a:lnTo>
                  <a:lnTo>
                    <a:pt x="2027100" y="1240026"/>
                  </a:lnTo>
                  <a:lnTo>
                    <a:pt x="2027059" y="1240047"/>
                  </a:lnTo>
                  <a:lnTo>
                    <a:pt x="2026811" y="1240176"/>
                  </a:lnTo>
                  <a:lnTo>
                    <a:pt x="2026786" y="1240188"/>
                  </a:lnTo>
                  <a:lnTo>
                    <a:pt x="2026759" y="1240193"/>
                  </a:lnTo>
                  <a:lnTo>
                    <a:pt x="2026749" y="1240193"/>
                  </a:lnTo>
                  <a:lnTo>
                    <a:pt x="2026717" y="1240382"/>
                  </a:lnTo>
                  <a:lnTo>
                    <a:pt x="2026705" y="1240457"/>
                  </a:lnTo>
                  <a:lnTo>
                    <a:pt x="2026669" y="1240673"/>
                  </a:lnTo>
                  <a:lnTo>
                    <a:pt x="2026574" y="1241240"/>
                  </a:lnTo>
                  <a:lnTo>
                    <a:pt x="2026553" y="1241369"/>
                  </a:lnTo>
                  <a:lnTo>
                    <a:pt x="2026548" y="1241396"/>
                  </a:lnTo>
                  <a:lnTo>
                    <a:pt x="2026527" y="1241440"/>
                  </a:lnTo>
                  <a:lnTo>
                    <a:pt x="2026497" y="1241502"/>
                  </a:lnTo>
                  <a:lnTo>
                    <a:pt x="2026495" y="1241507"/>
                  </a:lnTo>
                  <a:lnTo>
                    <a:pt x="2026488" y="1241522"/>
                  </a:lnTo>
                  <a:lnTo>
                    <a:pt x="2027361" y="1242179"/>
                  </a:lnTo>
                  <a:lnTo>
                    <a:pt x="2027310" y="1242247"/>
                  </a:lnTo>
                  <a:lnTo>
                    <a:pt x="2027275" y="1242294"/>
                  </a:lnTo>
                  <a:lnTo>
                    <a:pt x="2027211" y="1242379"/>
                  </a:lnTo>
                  <a:lnTo>
                    <a:pt x="2027185" y="1242414"/>
                  </a:lnTo>
                  <a:lnTo>
                    <a:pt x="2027153" y="1242457"/>
                  </a:lnTo>
                  <a:lnTo>
                    <a:pt x="2027140" y="1242474"/>
                  </a:lnTo>
                  <a:lnTo>
                    <a:pt x="2027114" y="1242508"/>
                  </a:lnTo>
                  <a:lnTo>
                    <a:pt x="2026976" y="1242693"/>
                  </a:lnTo>
                  <a:lnTo>
                    <a:pt x="2026952" y="1242725"/>
                  </a:lnTo>
                  <a:lnTo>
                    <a:pt x="2026880" y="1242822"/>
                  </a:lnTo>
                  <a:lnTo>
                    <a:pt x="2026851" y="1242861"/>
                  </a:lnTo>
                  <a:lnTo>
                    <a:pt x="2026828" y="1242891"/>
                  </a:lnTo>
                  <a:lnTo>
                    <a:pt x="2026793" y="1242938"/>
                  </a:lnTo>
                  <a:lnTo>
                    <a:pt x="2026749" y="1242997"/>
                  </a:lnTo>
                  <a:lnTo>
                    <a:pt x="2026618" y="1243172"/>
                  </a:lnTo>
                  <a:lnTo>
                    <a:pt x="2026585" y="1243216"/>
                  </a:lnTo>
                  <a:lnTo>
                    <a:pt x="2026548" y="1243265"/>
                  </a:lnTo>
                  <a:lnTo>
                    <a:pt x="2026503" y="1243325"/>
                  </a:lnTo>
                  <a:lnTo>
                    <a:pt x="2026426" y="1243428"/>
                  </a:lnTo>
                  <a:lnTo>
                    <a:pt x="2026394" y="1243471"/>
                  </a:lnTo>
                  <a:lnTo>
                    <a:pt x="2026374" y="1243498"/>
                  </a:lnTo>
                  <a:lnTo>
                    <a:pt x="2026368" y="1243506"/>
                  </a:lnTo>
                  <a:lnTo>
                    <a:pt x="2026329" y="1243559"/>
                  </a:lnTo>
                  <a:lnTo>
                    <a:pt x="2026293" y="1243606"/>
                  </a:lnTo>
                  <a:lnTo>
                    <a:pt x="2026286" y="1243616"/>
                  </a:lnTo>
                  <a:lnTo>
                    <a:pt x="2026217" y="1243709"/>
                  </a:lnTo>
                  <a:lnTo>
                    <a:pt x="2026167" y="1243776"/>
                  </a:lnTo>
                  <a:lnTo>
                    <a:pt x="2026119" y="1243840"/>
                  </a:lnTo>
                  <a:lnTo>
                    <a:pt x="2026038" y="1243948"/>
                  </a:lnTo>
                  <a:lnTo>
                    <a:pt x="2026000" y="1243904"/>
                  </a:lnTo>
                  <a:lnTo>
                    <a:pt x="2025945" y="1243840"/>
                  </a:lnTo>
                  <a:lnTo>
                    <a:pt x="2025915" y="1243805"/>
                  </a:lnTo>
                  <a:lnTo>
                    <a:pt x="2025838" y="1243715"/>
                  </a:lnTo>
                  <a:lnTo>
                    <a:pt x="2025805" y="1243677"/>
                  </a:lnTo>
                  <a:lnTo>
                    <a:pt x="2025763" y="1243628"/>
                  </a:lnTo>
                  <a:lnTo>
                    <a:pt x="2025726" y="1243585"/>
                  </a:lnTo>
                  <a:lnTo>
                    <a:pt x="2025596" y="1243434"/>
                  </a:lnTo>
                  <a:lnTo>
                    <a:pt x="2025562" y="1243394"/>
                  </a:lnTo>
                  <a:lnTo>
                    <a:pt x="2025558" y="1243390"/>
                  </a:lnTo>
                  <a:lnTo>
                    <a:pt x="2025550" y="1243380"/>
                  </a:lnTo>
                  <a:lnTo>
                    <a:pt x="2025503" y="1243326"/>
                  </a:lnTo>
                  <a:lnTo>
                    <a:pt x="2025467" y="1243284"/>
                  </a:lnTo>
                  <a:lnTo>
                    <a:pt x="2025408" y="1243215"/>
                  </a:lnTo>
                  <a:lnTo>
                    <a:pt x="2025404" y="1243210"/>
                  </a:lnTo>
                  <a:lnTo>
                    <a:pt x="2025396" y="1243201"/>
                  </a:lnTo>
                  <a:lnTo>
                    <a:pt x="2025385" y="1243187"/>
                  </a:lnTo>
                  <a:lnTo>
                    <a:pt x="2025329" y="1243120"/>
                  </a:lnTo>
                  <a:lnTo>
                    <a:pt x="2025312" y="1243099"/>
                  </a:lnTo>
                  <a:lnTo>
                    <a:pt x="2025308" y="1243095"/>
                  </a:lnTo>
                  <a:lnTo>
                    <a:pt x="2025242" y="1243020"/>
                  </a:lnTo>
                  <a:lnTo>
                    <a:pt x="2025118" y="1242918"/>
                  </a:lnTo>
                  <a:lnTo>
                    <a:pt x="2025057" y="1242952"/>
                  </a:lnTo>
                  <a:lnTo>
                    <a:pt x="2024909" y="1243033"/>
                  </a:lnTo>
                  <a:lnTo>
                    <a:pt x="2024121" y="1243234"/>
                  </a:lnTo>
                  <a:lnTo>
                    <a:pt x="2024050" y="1243246"/>
                  </a:lnTo>
                  <a:lnTo>
                    <a:pt x="2023642" y="1243313"/>
                  </a:lnTo>
                  <a:lnTo>
                    <a:pt x="2023563" y="1243326"/>
                  </a:lnTo>
                  <a:lnTo>
                    <a:pt x="2023558" y="1243380"/>
                  </a:lnTo>
                  <a:lnTo>
                    <a:pt x="2023349" y="1244375"/>
                  </a:lnTo>
                  <a:lnTo>
                    <a:pt x="2023190" y="1244439"/>
                  </a:lnTo>
                  <a:lnTo>
                    <a:pt x="2023195" y="1244496"/>
                  </a:lnTo>
                  <a:lnTo>
                    <a:pt x="2023092" y="1245441"/>
                  </a:lnTo>
                  <a:lnTo>
                    <a:pt x="2022823" y="1245691"/>
                  </a:lnTo>
                  <a:lnTo>
                    <a:pt x="2022840" y="1245703"/>
                  </a:lnTo>
                  <a:lnTo>
                    <a:pt x="2022850" y="1245722"/>
                  </a:lnTo>
                  <a:lnTo>
                    <a:pt x="2022789" y="1245783"/>
                  </a:lnTo>
                  <a:lnTo>
                    <a:pt x="2022442" y="1246131"/>
                  </a:lnTo>
                  <a:lnTo>
                    <a:pt x="2022296" y="1246275"/>
                  </a:lnTo>
                  <a:lnTo>
                    <a:pt x="2022226" y="1246344"/>
                  </a:lnTo>
                  <a:lnTo>
                    <a:pt x="2021920" y="1246645"/>
                  </a:lnTo>
                  <a:lnTo>
                    <a:pt x="2021917" y="1246648"/>
                  </a:lnTo>
                  <a:lnTo>
                    <a:pt x="2021740" y="1246807"/>
                  </a:lnTo>
                  <a:lnTo>
                    <a:pt x="2021710" y="1246834"/>
                  </a:lnTo>
                  <a:lnTo>
                    <a:pt x="2020499" y="1247888"/>
                  </a:lnTo>
                  <a:lnTo>
                    <a:pt x="2020497" y="1247893"/>
                  </a:lnTo>
                  <a:lnTo>
                    <a:pt x="2020494" y="1247898"/>
                  </a:lnTo>
                  <a:lnTo>
                    <a:pt x="2020381" y="1248059"/>
                  </a:lnTo>
                  <a:lnTo>
                    <a:pt x="2020219" y="1248291"/>
                  </a:lnTo>
                  <a:lnTo>
                    <a:pt x="2020081" y="1248487"/>
                  </a:lnTo>
                  <a:lnTo>
                    <a:pt x="2020076" y="1248495"/>
                  </a:lnTo>
                  <a:lnTo>
                    <a:pt x="2019830" y="1248828"/>
                  </a:lnTo>
                  <a:lnTo>
                    <a:pt x="2019764" y="1248917"/>
                  </a:lnTo>
                  <a:lnTo>
                    <a:pt x="2019623" y="1249106"/>
                  </a:lnTo>
                  <a:lnTo>
                    <a:pt x="2019556" y="1249189"/>
                  </a:lnTo>
                  <a:lnTo>
                    <a:pt x="2019542" y="1249207"/>
                  </a:lnTo>
                  <a:lnTo>
                    <a:pt x="2019493" y="1249268"/>
                  </a:lnTo>
                  <a:lnTo>
                    <a:pt x="2019473" y="1249292"/>
                  </a:lnTo>
                  <a:lnTo>
                    <a:pt x="2019449" y="1249270"/>
                  </a:lnTo>
                  <a:lnTo>
                    <a:pt x="2019391" y="1249215"/>
                  </a:lnTo>
                  <a:lnTo>
                    <a:pt x="2019269" y="1249110"/>
                  </a:lnTo>
                  <a:lnTo>
                    <a:pt x="2019239" y="1249086"/>
                  </a:lnTo>
                  <a:lnTo>
                    <a:pt x="2019035" y="1248937"/>
                  </a:lnTo>
                  <a:lnTo>
                    <a:pt x="2019012" y="1248920"/>
                  </a:lnTo>
                  <a:lnTo>
                    <a:pt x="2018975" y="1248896"/>
                  </a:lnTo>
                  <a:lnTo>
                    <a:pt x="2018951" y="1248912"/>
                  </a:lnTo>
                  <a:lnTo>
                    <a:pt x="2018955" y="1248918"/>
                  </a:lnTo>
                  <a:lnTo>
                    <a:pt x="2018949" y="1248934"/>
                  </a:lnTo>
                  <a:lnTo>
                    <a:pt x="2018942" y="1248949"/>
                  </a:lnTo>
                  <a:lnTo>
                    <a:pt x="2018857" y="1249073"/>
                  </a:lnTo>
                  <a:lnTo>
                    <a:pt x="2018806" y="1249148"/>
                  </a:lnTo>
                  <a:lnTo>
                    <a:pt x="2018794" y="1249152"/>
                  </a:lnTo>
                  <a:lnTo>
                    <a:pt x="2018783" y="1249150"/>
                  </a:lnTo>
                  <a:lnTo>
                    <a:pt x="2018733" y="1249116"/>
                  </a:lnTo>
                  <a:lnTo>
                    <a:pt x="2018711" y="1249102"/>
                  </a:lnTo>
                  <a:lnTo>
                    <a:pt x="2018687" y="1249137"/>
                  </a:lnTo>
                  <a:lnTo>
                    <a:pt x="2018493" y="1249431"/>
                  </a:lnTo>
                  <a:lnTo>
                    <a:pt x="2018424" y="1249569"/>
                  </a:lnTo>
                  <a:lnTo>
                    <a:pt x="2018379" y="1249659"/>
                  </a:lnTo>
                  <a:lnTo>
                    <a:pt x="2018310" y="1249794"/>
                  </a:lnTo>
                  <a:lnTo>
                    <a:pt x="2018302" y="1249810"/>
                  </a:lnTo>
                  <a:lnTo>
                    <a:pt x="2018253" y="1249904"/>
                  </a:lnTo>
                  <a:lnTo>
                    <a:pt x="2018247" y="1249911"/>
                  </a:lnTo>
                  <a:lnTo>
                    <a:pt x="2018239" y="1249911"/>
                  </a:lnTo>
                  <a:lnTo>
                    <a:pt x="2018244" y="1249917"/>
                  </a:lnTo>
                  <a:lnTo>
                    <a:pt x="2018243" y="1249925"/>
                  </a:lnTo>
                  <a:lnTo>
                    <a:pt x="2018228" y="1249958"/>
                  </a:lnTo>
                  <a:lnTo>
                    <a:pt x="2018041" y="1250364"/>
                  </a:lnTo>
                  <a:lnTo>
                    <a:pt x="2017937" y="1250590"/>
                  </a:lnTo>
                  <a:lnTo>
                    <a:pt x="2017851" y="1250779"/>
                  </a:lnTo>
                  <a:lnTo>
                    <a:pt x="2017842" y="1250800"/>
                  </a:lnTo>
                  <a:lnTo>
                    <a:pt x="2017831" y="1250824"/>
                  </a:lnTo>
                  <a:lnTo>
                    <a:pt x="2017829" y="1250829"/>
                  </a:lnTo>
                  <a:lnTo>
                    <a:pt x="2017813" y="1250868"/>
                  </a:lnTo>
                  <a:lnTo>
                    <a:pt x="2017787" y="1250931"/>
                  </a:lnTo>
                  <a:lnTo>
                    <a:pt x="2017781" y="1250947"/>
                  </a:lnTo>
                  <a:lnTo>
                    <a:pt x="2017764" y="1250998"/>
                  </a:lnTo>
                  <a:lnTo>
                    <a:pt x="2017758" y="1251016"/>
                  </a:lnTo>
                  <a:lnTo>
                    <a:pt x="2017756" y="1251021"/>
                  </a:lnTo>
                  <a:lnTo>
                    <a:pt x="2017730" y="1251105"/>
                  </a:lnTo>
                  <a:lnTo>
                    <a:pt x="2017710" y="1251177"/>
                  </a:lnTo>
                  <a:lnTo>
                    <a:pt x="2017710" y="1251182"/>
                  </a:lnTo>
                  <a:lnTo>
                    <a:pt x="2017709" y="1251190"/>
                  </a:lnTo>
                  <a:lnTo>
                    <a:pt x="2017707" y="1251197"/>
                  </a:lnTo>
                  <a:lnTo>
                    <a:pt x="2017662" y="1251323"/>
                  </a:lnTo>
                  <a:lnTo>
                    <a:pt x="2017601" y="1251481"/>
                  </a:lnTo>
                  <a:lnTo>
                    <a:pt x="2017567" y="1251563"/>
                  </a:lnTo>
                  <a:lnTo>
                    <a:pt x="2017448" y="1251805"/>
                  </a:lnTo>
                  <a:lnTo>
                    <a:pt x="2017406" y="1251889"/>
                  </a:lnTo>
                  <a:lnTo>
                    <a:pt x="2017403" y="1251895"/>
                  </a:lnTo>
                  <a:lnTo>
                    <a:pt x="2018015" y="1252312"/>
                  </a:lnTo>
                  <a:lnTo>
                    <a:pt x="2018022" y="1252400"/>
                  </a:lnTo>
                  <a:lnTo>
                    <a:pt x="2017803" y="1252692"/>
                  </a:lnTo>
                  <a:lnTo>
                    <a:pt x="2017403" y="1252956"/>
                  </a:lnTo>
                  <a:lnTo>
                    <a:pt x="2016753" y="1253416"/>
                  </a:lnTo>
                  <a:lnTo>
                    <a:pt x="2016676" y="1253438"/>
                  </a:lnTo>
                  <a:lnTo>
                    <a:pt x="2016038" y="1253226"/>
                  </a:lnTo>
                  <a:lnTo>
                    <a:pt x="2015968" y="1253146"/>
                  </a:lnTo>
                  <a:lnTo>
                    <a:pt x="2015954" y="1252988"/>
                  </a:lnTo>
                  <a:lnTo>
                    <a:pt x="2015934" y="1252997"/>
                  </a:lnTo>
                  <a:lnTo>
                    <a:pt x="2015928" y="1252998"/>
                  </a:lnTo>
                  <a:lnTo>
                    <a:pt x="2015922" y="1252996"/>
                  </a:lnTo>
                  <a:lnTo>
                    <a:pt x="2015915" y="1252990"/>
                  </a:lnTo>
                  <a:lnTo>
                    <a:pt x="2015910" y="1253000"/>
                  </a:lnTo>
                  <a:lnTo>
                    <a:pt x="2015894" y="1253001"/>
                  </a:lnTo>
                  <a:lnTo>
                    <a:pt x="2015867" y="1252999"/>
                  </a:lnTo>
                  <a:lnTo>
                    <a:pt x="2015784" y="1252993"/>
                  </a:lnTo>
                  <a:lnTo>
                    <a:pt x="2015771" y="1252991"/>
                  </a:lnTo>
                  <a:lnTo>
                    <a:pt x="2015641" y="1252957"/>
                  </a:lnTo>
                  <a:lnTo>
                    <a:pt x="2015633" y="1252955"/>
                  </a:lnTo>
                  <a:lnTo>
                    <a:pt x="2015507" y="1252923"/>
                  </a:lnTo>
                  <a:lnTo>
                    <a:pt x="2015391" y="1252947"/>
                  </a:lnTo>
                  <a:lnTo>
                    <a:pt x="2015020" y="1253409"/>
                  </a:lnTo>
                  <a:lnTo>
                    <a:pt x="2014907" y="1253550"/>
                  </a:lnTo>
                  <a:lnTo>
                    <a:pt x="2014869" y="1253597"/>
                  </a:lnTo>
                  <a:lnTo>
                    <a:pt x="2014826" y="1253651"/>
                  </a:lnTo>
                  <a:lnTo>
                    <a:pt x="2014905" y="1253763"/>
                  </a:lnTo>
                  <a:lnTo>
                    <a:pt x="2014906" y="1253770"/>
                  </a:lnTo>
                  <a:lnTo>
                    <a:pt x="2014905" y="1253778"/>
                  </a:lnTo>
                  <a:lnTo>
                    <a:pt x="2014937" y="1253796"/>
                  </a:lnTo>
                  <a:lnTo>
                    <a:pt x="2015420" y="1254344"/>
                  </a:lnTo>
                  <a:lnTo>
                    <a:pt x="2015417" y="1254436"/>
                  </a:lnTo>
                  <a:lnTo>
                    <a:pt x="2015414" y="1254527"/>
                  </a:lnTo>
                  <a:lnTo>
                    <a:pt x="2015287" y="1254892"/>
                  </a:lnTo>
                  <a:lnTo>
                    <a:pt x="2014834" y="1256201"/>
                  </a:lnTo>
                  <a:lnTo>
                    <a:pt x="2014796" y="1256303"/>
                  </a:lnTo>
                  <a:lnTo>
                    <a:pt x="2014706" y="1256318"/>
                  </a:lnTo>
                  <a:lnTo>
                    <a:pt x="2014629" y="1256325"/>
                  </a:lnTo>
                  <a:lnTo>
                    <a:pt x="2014671" y="1256369"/>
                  </a:lnTo>
                  <a:lnTo>
                    <a:pt x="2014682" y="1256385"/>
                  </a:lnTo>
                  <a:lnTo>
                    <a:pt x="2014724" y="1256445"/>
                  </a:lnTo>
                  <a:lnTo>
                    <a:pt x="2014766" y="1256635"/>
                  </a:lnTo>
                  <a:lnTo>
                    <a:pt x="2014774" y="1256673"/>
                  </a:lnTo>
                  <a:lnTo>
                    <a:pt x="2014751" y="1256712"/>
                  </a:lnTo>
                  <a:lnTo>
                    <a:pt x="2014747" y="1256720"/>
                  </a:lnTo>
                  <a:lnTo>
                    <a:pt x="2014729" y="1256749"/>
                  </a:lnTo>
                  <a:lnTo>
                    <a:pt x="2014683" y="1256827"/>
                  </a:lnTo>
                  <a:lnTo>
                    <a:pt x="2014649" y="1256844"/>
                  </a:lnTo>
                  <a:lnTo>
                    <a:pt x="2014564" y="1256889"/>
                  </a:lnTo>
                  <a:lnTo>
                    <a:pt x="2014544" y="1256899"/>
                  </a:lnTo>
                  <a:lnTo>
                    <a:pt x="2014446" y="1256950"/>
                  </a:lnTo>
                  <a:lnTo>
                    <a:pt x="2014351" y="1256931"/>
                  </a:lnTo>
                  <a:lnTo>
                    <a:pt x="2014335" y="1256928"/>
                  </a:lnTo>
                  <a:lnTo>
                    <a:pt x="2014314" y="1256923"/>
                  </a:lnTo>
                  <a:lnTo>
                    <a:pt x="2014179" y="1257009"/>
                  </a:lnTo>
                  <a:lnTo>
                    <a:pt x="2014200" y="1257398"/>
                  </a:lnTo>
                  <a:lnTo>
                    <a:pt x="2014103" y="1257751"/>
                  </a:lnTo>
                  <a:lnTo>
                    <a:pt x="2014098" y="1257770"/>
                  </a:lnTo>
                  <a:lnTo>
                    <a:pt x="2014094" y="1257783"/>
                  </a:lnTo>
                  <a:lnTo>
                    <a:pt x="2014064" y="1257886"/>
                  </a:lnTo>
                  <a:lnTo>
                    <a:pt x="2013690" y="1258041"/>
                  </a:lnTo>
                  <a:lnTo>
                    <a:pt x="2013656" y="1258055"/>
                  </a:lnTo>
                  <a:lnTo>
                    <a:pt x="2013634" y="1258065"/>
                  </a:lnTo>
                  <a:lnTo>
                    <a:pt x="2013628" y="1258065"/>
                  </a:lnTo>
                  <a:lnTo>
                    <a:pt x="2013610" y="1258063"/>
                  </a:lnTo>
                  <a:lnTo>
                    <a:pt x="2013560" y="1258047"/>
                  </a:lnTo>
                  <a:lnTo>
                    <a:pt x="2013555" y="1258044"/>
                  </a:lnTo>
                  <a:lnTo>
                    <a:pt x="2013549" y="1258039"/>
                  </a:lnTo>
                  <a:lnTo>
                    <a:pt x="2013542" y="1258030"/>
                  </a:lnTo>
                  <a:lnTo>
                    <a:pt x="2013500" y="1257974"/>
                  </a:lnTo>
                  <a:lnTo>
                    <a:pt x="2013498" y="1257968"/>
                  </a:lnTo>
                  <a:lnTo>
                    <a:pt x="2013492" y="1257952"/>
                  </a:lnTo>
                  <a:lnTo>
                    <a:pt x="2013478" y="1257934"/>
                  </a:lnTo>
                  <a:lnTo>
                    <a:pt x="2013474" y="1257931"/>
                  </a:lnTo>
                  <a:lnTo>
                    <a:pt x="2013466" y="1257927"/>
                  </a:lnTo>
                  <a:lnTo>
                    <a:pt x="2013458" y="1257928"/>
                  </a:lnTo>
                  <a:lnTo>
                    <a:pt x="2013448" y="1257931"/>
                  </a:lnTo>
                  <a:lnTo>
                    <a:pt x="2013433" y="1257937"/>
                  </a:lnTo>
                  <a:lnTo>
                    <a:pt x="2013420" y="1257944"/>
                  </a:lnTo>
                  <a:lnTo>
                    <a:pt x="2013410" y="1257950"/>
                  </a:lnTo>
                  <a:lnTo>
                    <a:pt x="2013335" y="1258007"/>
                  </a:lnTo>
                  <a:lnTo>
                    <a:pt x="2013173" y="1258301"/>
                  </a:lnTo>
                  <a:lnTo>
                    <a:pt x="2013124" y="1258393"/>
                  </a:lnTo>
                  <a:lnTo>
                    <a:pt x="2013115" y="1258417"/>
                  </a:lnTo>
                  <a:lnTo>
                    <a:pt x="2013113" y="1258424"/>
                  </a:lnTo>
                  <a:lnTo>
                    <a:pt x="2013107" y="1258465"/>
                  </a:lnTo>
                  <a:lnTo>
                    <a:pt x="2013104" y="1258490"/>
                  </a:lnTo>
                  <a:lnTo>
                    <a:pt x="2013105" y="1258496"/>
                  </a:lnTo>
                  <a:lnTo>
                    <a:pt x="2013108" y="1258504"/>
                  </a:lnTo>
                  <a:lnTo>
                    <a:pt x="2013111" y="1258510"/>
                  </a:lnTo>
                  <a:lnTo>
                    <a:pt x="2013142" y="1258554"/>
                  </a:lnTo>
                  <a:lnTo>
                    <a:pt x="2013185" y="1258558"/>
                  </a:lnTo>
                  <a:lnTo>
                    <a:pt x="2013198" y="1258558"/>
                  </a:lnTo>
                  <a:lnTo>
                    <a:pt x="2013222" y="1258559"/>
                  </a:lnTo>
                  <a:lnTo>
                    <a:pt x="2013237" y="1258561"/>
                  </a:lnTo>
                  <a:lnTo>
                    <a:pt x="2013257" y="1258563"/>
                  </a:lnTo>
                  <a:lnTo>
                    <a:pt x="2013267" y="1258564"/>
                  </a:lnTo>
                  <a:lnTo>
                    <a:pt x="2013272" y="1258567"/>
                  </a:lnTo>
                  <a:lnTo>
                    <a:pt x="2013286" y="1258579"/>
                  </a:lnTo>
                  <a:lnTo>
                    <a:pt x="2013691" y="1258923"/>
                  </a:lnTo>
                  <a:lnTo>
                    <a:pt x="2013690" y="1258933"/>
                  </a:lnTo>
                  <a:lnTo>
                    <a:pt x="2013674" y="1258955"/>
                  </a:lnTo>
                  <a:lnTo>
                    <a:pt x="2013649" y="1258988"/>
                  </a:lnTo>
                  <a:lnTo>
                    <a:pt x="2013631" y="1259013"/>
                  </a:lnTo>
                  <a:lnTo>
                    <a:pt x="2013611" y="1259034"/>
                  </a:lnTo>
                  <a:lnTo>
                    <a:pt x="2013590" y="1259056"/>
                  </a:lnTo>
                  <a:lnTo>
                    <a:pt x="2013563" y="1259083"/>
                  </a:lnTo>
                  <a:lnTo>
                    <a:pt x="2013555" y="1259087"/>
                  </a:lnTo>
                  <a:lnTo>
                    <a:pt x="2013548" y="1259089"/>
                  </a:lnTo>
                  <a:lnTo>
                    <a:pt x="2013532" y="1259090"/>
                  </a:lnTo>
                  <a:lnTo>
                    <a:pt x="2013338" y="1259109"/>
                  </a:lnTo>
                  <a:lnTo>
                    <a:pt x="2012722" y="1259438"/>
                  </a:lnTo>
                  <a:lnTo>
                    <a:pt x="2011716" y="1258966"/>
                  </a:lnTo>
                  <a:lnTo>
                    <a:pt x="2011696" y="1258939"/>
                  </a:lnTo>
                  <a:lnTo>
                    <a:pt x="2011687" y="1258939"/>
                  </a:lnTo>
                  <a:lnTo>
                    <a:pt x="2011629" y="1258938"/>
                  </a:lnTo>
                  <a:lnTo>
                    <a:pt x="2011299" y="1258933"/>
                  </a:lnTo>
                  <a:lnTo>
                    <a:pt x="2011279" y="1258935"/>
                  </a:lnTo>
                  <a:lnTo>
                    <a:pt x="2011173" y="1258951"/>
                  </a:lnTo>
                  <a:lnTo>
                    <a:pt x="2011154" y="1258954"/>
                  </a:lnTo>
                  <a:lnTo>
                    <a:pt x="2011155" y="1258987"/>
                  </a:lnTo>
                  <a:lnTo>
                    <a:pt x="2011160" y="1259093"/>
                  </a:lnTo>
                  <a:lnTo>
                    <a:pt x="2011161" y="1259111"/>
                  </a:lnTo>
                  <a:lnTo>
                    <a:pt x="2011167" y="1259233"/>
                  </a:lnTo>
                  <a:lnTo>
                    <a:pt x="2011208" y="1259235"/>
                  </a:lnTo>
                  <a:lnTo>
                    <a:pt x="2011273" y="1259239"/>
                  </a:lnTo>
                  <a:lnTo>
                    <a:pt x="2011295" y="1259256"/>
                  </a:lnTo>
                  <a:lnTo>
                    <a:pt x="2011395" y="1259345"/>
                  </a:lnTo>
                  <a:lnTo>
                    <a:pt x="2011399" y="1259349"/>
                  </a:lnTo>
                  <a:lnTo>
                    <a:pt x="2011428" y="1259375"/>
                  </a:lnTo>
                  <a:lnTo>
                    <a:pt x="2011463" y="1259406"/>
                  </a:lnTo>
                  <a:lnTo>
                    <a:pt x="2011620" y="1259551"/>
                  </a:lnTo>
                  <a:lnTo>
                    <a:pt x="2011663" y="1259637"/>
                  </a:lnTo>
                  <a:lnTo>
                    <a:pt x="2011666" y="1259650"/>
                  </a:lnTo>
                  <a:lnTo>
                    <a:pt x="2011666" y="1259684"/>
                  </a:lnTo>
                  <a:lnTo>
                    <a:pt x="2011663" y="1259701"/>
                  </a:lnTo>
                  <a:lnTo>
                    <a:pt x="2011689" y="1259713"/>
                  </a:lnTo>
                  <a:lnTo>
                    <a:pt x="2012932" y="1260562"/>
                  </a:lnTo>
                  <a:lnTo>
                    <a:pt x="2013136" y="1260746"/>
                  </a:lnTo>
                  <a:lnTo>
                    <a:pt x="2013916" y="1262546"/>
                  </a:lnTo>
                  <a:lnTo>
                    <a:pt x="2014049" y="1262923"/>
                  </a:lnTo>
                  <a:lnTo>
                    <a:pt x="2014060" y="1262920"/>
                  </a:lnTo>
                  <a:lnTo>
                    <a:pt x="2014193" y="1262958"/>
                  </a:lnTo>
                  <a:lnTo>
                    <a:pt x="2014349" y="1263083"/>
                  </a:lnTo>
                  <a:lnTo>
                    <a:pt x="2014398" y="1263081"/>
                  </a:lnTo>
                  <a:lnTo>
                    <a:pt x="2014425" y="1263070"/>
                  </a:lnTo>
                  <a:lnTo>
                    <a:pt x="2014484" y="1262973"/>
                  </a:lnTo>
                  <a:lnTo>
                    <a:pt x="2014496" y="1262911"/>
                  </a:lnTo>
                  <a:lnTo>
                    <a:pt x="2014515" y="1262898"/>
                  </a:lnTo>
                  <a:lnTo>
                    <a:pt x="2014603" y="1262939"/>
                  </a:lnTo>
                  <a:lnTo>
                    <a:pt x="2014545" y="1263041"/>
                  </a:lnTo>
                  <a:lnTo>
                    <a:pt x="2014509" y="1263080"/>
                  </a:lnTo>
                  <a:lnTo>
                    <a:pt x="2014228" y="1263247"/>
                  </a:lnTo>
                  <a:lnTo>
                    <a:pt x="2014156" y="1263272"/>
                  </a:lnTo>
                  <a:lnTo>
                    <a:pt x="2014124" y="1263271"/>
                  </a:lnTo>
                  <a:lnTo>
                    <a:pt x="2014014" y="1263216"/>
                  </a:lnTo>
                  <a:lnTo>
                    <a:pt x="2013996" y="1263197"/>
                  </a:lnTo>
                  <a:lnTo>
                    <a:pt x="2013992" y="1263172"/>
                  </a:lnTo>
                  <a:lnTo>
                    <a:pt x="2014010" y="1262988"/>
                  </a:lnTo>
                  <a:lnTo>
                    <a:pt x="2013973" y="1263007"/>
                  </a:lnTo>
                  <a:lnTo>
                    <a:pt x="2013306" y="1263118"/>
                  </a:lnTo>
                  <a:lnTo>
                    <a:pt x="2013144" y="1263275"/>
                  </a:lnTo>
                  <a:lnTo>
                    <a:pt x="2012851" y="1263626"/>
                  </a:lnTo>
                  <a:lnTo>
                    <a:pt x="2012814" y="1263734"/>
                  </a:lnTo>
                  <a:lnTo>
                    <a:pt x="2012823" y="1263741"/>
                  </a:lnTo>
                  <a:lnTo>
                    <a:pt x="2012830" y="1263746"/>
                  </a:lnTo>
                  <a:lnTo>
                    <a:pt x="2012980" y="1263786"/>
                  </a:lnTo>
                  <a:lnTo>
                    <a:pt x="2013020" y="1263703"/>
                  </a:lnTo>
                  <a:lnTo>
                    <a:pt x="2013028" y="1263690"/>
                  </a:lnTo>
                  <a:lnTo>
                    <a:pt x="2013106" y="1263552"/>
                  </a:lnTo>
                  <a:lnTo>
                    <a:pt x="2013111" y="1263547"/>
                  </a:lnTo>
                  <a:lnTo>
                    <a:pt x="2013140" y="1263524"/>
                  </a:lnTo>
                  <a:lnTo>
                    <a:pt x="2013358" y="1263560"/>
                  </a:lnTo>
                  <a:lnTo>
                    <a:pt x="2013609" y="1263562"/>
                  </a:lnTo>
                  <a:lnTo>
                    <a:pt x="2013614" y="1263559"/>
                  </a:lnTo>
                  <a:lnTo>
                    <a:pt x="2013637" y="1263547"/>
                  </a:lnTo>
                  <a:lnTo>
                    <a:pt x="2013685" y="1263490"/>
                  </a:lnTo>
                  <a:lnTo>
                    <a:pt x="2013702" y="1263477"/>
                  </a:lnTo>
                  <a:lnTo>
                    <a:pt x="2013721" y="1263462"/>
                  </a:lnTo>
                  <a:lnTo>
                    <a:pt x="2013828" y="1263443"/>
                  </a:lnTo>
                  <a:lnTo>
                    <a:pt x="2014174" y="1263438"/>
                  </a:lnTo>
                  <a:lnTo>
                    <a:pt x="2014218" y="1263465"/>
                  </a:lnTo>
                  <a:lnTo>
                    <a:pt x="2014233" y="1263508"/>
                  </a:lnTo>
                  <a:lnTo>
                    <a:pt x="2014235" y="1263513"/>
                  </a:lnTo>
                  <a:lnTo>
                    <a:pt x="2014247" y="1263546"/>
                  </a:lnTo>
                  <a:lnTo>
                    <a:pt x="2014243" y="1263671"/>
                  </a:lnTo>
                  <a:lnTo>
                    <a:pt x="2014243" y="1263686"/>
                  </a:lnTo>
                  <a:lnTo>
                    <a:pt x="2014242" y="1263846"/>
                  </a:lnTo>
                  <a:lnTo>
                    <a:pt x="2014238" y="1264176"/>
                  </a:lnTo>
                  <a:lnTo>
                    <a:pt x="2014256" y="1264201"/>
                  </a:lnTo>
                  <a:lnTo>
                    <a:pt x="2014271" y="1264208"/>
                  </a:lnTo>
                  <a:lnTo>
                    <a:pt x="2014276" y="1264208"/>
                  </a:lnTo>
                  <a:lnTo>
                    <a:pt x="2014321" y="1264218"/>
                  </a:lnTo>
                  <a:lnTo>
                    <a:pt x="2014325" y="1264219"/>
                  </a:lnTo>
                  <a:lnTo>
                    <a:pt x="2014392" y="1264250"/>
                  </a:lnTo>
                  <a:lnTo>
                    <a:pt x="2014471" y="1264320"/>
                  </a:lnTo>
                  <a:lnTo>
                    <a:pt x="2014482" y="1264330"/>
                  </a:lnTo>
                  <a:lnTo>
                    <a:pt x="2014577" y="1264424"/>
                  </a:lnTo>
                  <a:lnTo>
                    <a:pt x="2014582" y="1264429"/>
                  </a:lnTo>
                  <a:lnTo>
                    <a:pt x="2014618" y="1264452"/>
                  </a:lnTo>
                  <a:lnTo>
                    <a:pt x="2014819" y="1264582"/>
                  </a:lnTo>
                  <a:lnTo>
                    <a:pt x="2014957" y="1264525"/>
                  </a:lnTo>
                  <a:lnTo>
                    <a:pt x="2015197" y="1264548"/>
                  </a:lnTo>
                  <a:lnTo>
                    <a:pt x="2015210" y="1264550"/>
                  </a:lnTo>
                  <a:lnTo>
                    <a:pt x="2015232" y="1264554"/>
                  </a:lnTo>
                  <a:lnTo>
                    <a:pt x="2015249" y="1264562"/>
                  </a:lnTo>
                  <a:lnTo>
                    <a:pt x="2015269" y="1264653"/>
                  </a:lnTo>
                  <a:lnTo>
                    <a:pt x="2015265" y="1264659"/>
                  </a:lnTo>
                  <a:lnTo>
                    <a:pt x="2015126" y="1264805"/>
                  </a:lnTo>
                  <a:lnTo>
                    <a:pt x="2015119" y="1264809"/>
                  </a:lnTo>
                  <a:lnTo>
                    <a:pt x="2015104" y="1264815"/>
                  </a:lnTo>
                  <a:lnTo>
                    <a:pt x="2015079" y="1264860"/>
                  </a:lnTo>
                  <a:lnTo>
                    <a:pt x="2014926" y="1265124"/>
                  </a:lnTo>
                  <a:lnTo>
                    <a:pt x="2014606" y="1265517"/>
                  </a:lnTo>
                  <a:lnTo>
                    <a:pt x="2014581" y="1265537"/>
                  </a:lnTo>
                  <a:lnTo>
                    <a:pt x="2014574" y="1265540"/>
                  </a:lnTo>
                  <a:lnTo>
                    <a:pt x="2014480" y="1265575"/>
                  </a:lnTo>
                  <a:lnTo>
                    <a:pt x="2014387" y="1265629"/>
                  </a:lnTo>
                  <a:lnTo>
                    <a:pt x="2014351" y="1265666"/>
                  </a:lnTo>
                  <a:lnTo>
                    <a:pt x="2014168" y="1265867"/>
                  </a:lnTo>
                  <a:lnTo>
                    <a:pt x="2014166" y="1265872"/>
                  </a:lnTo>
                  <a:lnTo>
                    <a:pt x="2014170" y="1265877"/>
                  </a:lnTo>
                  <a:lnTo>
                    <a:pt x="2014277" y="1265938"/>
                  </a:lnTo>
                  <a:lnTo>
                    <a:pt x="2014325" y="1265945"/>
                  </a:lnTo>
                  <a:lnTo>
                    <a:pt x="2014330" y="1265955"/>
                  </a:lnTo>
                  <a:lnTo>
                    <a:pt x="2014332" y="1265966"/>
                  </a:lnTo>
                  <a:lnTo>
                    <a:pt x="2014331" y="1265976"/>
                  </a:lnTo>
                  <a:lnTo>
                    <a:pt x="2014309" y="1266017"/>
                  </a:lnTo>
                  <a:lnTo>
                    <a:pt x="2014281" y="1266054"/>
                  </a:lnTo>
                  <a:lnTo>
                    <a:pt x="2014274" y="1266060"/>
                  </a:lnTo>
                  <a:lnTo>
                    <a:pt x="2014176" y="1266150"/>
                  </a:lnTo>
                  <a:lnTo>
                    <a:pt x="2014169" y="1266154"/>
                  </a:lnTo>
                  <a:lnTo>
                    <a:pt x="2014160" y="1266158"/>
                  </a:lnTo>
                  <a:lnTo>
                    <a:pt x="2014154" y="1266160"/>
                  </a:lnTo>
                  <a:lnTo>
                    <a:pt x="2014115" y="1266166"/>
                  </a:lnTo>
                  <a:lnTo>
                    <a:pt x="2014042" y="1266179"/>
                  </a:lnTo>
                  <a:lnTo>
                    <a:pt x="2013987" y="1266168"/>
                  </a:lnTo>
                  <a:lnTo>
                    <a:pt x="2013982" y="1266144"/>
                  </a:lnTo>
                  <a:lnTo>
                    <a:pt x="2013978" y="1266129"/>
                  </a:lnTo>
                  <a:lnTo>
                    <a:pt x="2013963" y="1266079"/>
                  </a:lnTo>
                  <a:lnTo>
                    <a:pt x="2013914" y="1265920"/>
                  </a:lnTo>
                  <a:lnTo>
                    <a:pt x="2013909" y="1265914"/>
                  </a:lnTo>
                  <a:lnTo>
                    <a:pt x="2013903" y="1265907"/>
                  </a:lnTo>
                  <a:lnTo>
                    <a:pt x="2013880" y="1265896"/>
                  </a:lnTo>
                  <a:lnTo>
                    <a:pt x="2013853" y="1265885"/>
                  </a:lnTo>
                  <a:lnTo>
                    <a:pt x="2013833" y="1265879"/>
                  </a:lnTo>
                  <a:lnTo>
                    <a:pt x="2013829" y="1265881"/>
                  </a:lnTo>
                  <a:lnTo>
                    <a:pt x="2013589" y="1266016"/>
                  </a:lnTo>
                  <a:lnTo>
                    <a:pt x="2013576" y="1266026"/>
                  </a:lnTo>
                  <a:lnTo>
                    <a:pt x="2013571" y="1266030"/>
                  </a:lnTo>
                  <a:lnTo>
                    <a:pt x="2013567" y="1266041"/>
                  </a:lnTo>
                  <a:lnTo>
                    <a:pt x="2013533" y="1266185"/>
                  </a:lnTo>
                  <a:lnTo>
                    <a:pt x="2013527" y="1266228"/>
                  </a:lnTo>
                  <a:lnTo>
                    <a:pt x="2013522" y="1266267"/>
                  </a:lnTo>
                  <a:lnTo>
                    <a:pt x="2013530" y="1266324"/>
                  </a:lnTo>
                  <a:lnTo>
                    <a:pt x="2013540" y="1266362"/>
                  </a:lnTo>
                  <a:lnTo>
                    <a:pt x="2013543" y="1266374"/>
                  </a:lnTo>
                  <a:lnTo>
                    <a:pt x="2013559" y="1266426"/>
                  </a:lnTo>
                  <a:lnTo>
                    <a:pt x="2013305" y="1267019"/>
                  </a:lnTo>
                  <a:lnTo>
                    <a:pt x="2013240" y="1267039"/>
                  </a:lnTo>
                  <a:lnTo>
                    <a:pt x="2013209" y="1267167"/>
                  </a:lnTo>
                  <a:lnTo>
                    <a:pt x="2013295" y="1267495"/>
                  </a:lnTo>
                  <a:lnTo>
                    <a:pt x="2013298" y="1267509"/>
                  </a:lnTo>
                  <a:lnTo>
                    <a:pt x="2013313" y="1267573"/>
                  </a:lnTo>
                  <a:lnTo>
                    <a:pt x="2013297" y="1267726"/>
                  </a:lnTo>
                  <a:lnTo>
                    <a:pt x="2013295" y="1267737"/>
                  </a:lnTo>
                  <a:lnTo>
                    <a:pt x="2013286" y="1267751"/>
                  </a:lnTo>
                  <a:lnTo>
                    <a:pt x="2013248" y="1267805"/>
                  </a:lnTo>
                  <a:lnTo>
                    <a:pt x="2013200" y="1267827"/>
                  </a:lnTo>
                  <a:lnTo>
                    <a:pt x="2013195" y="1267829"/>
                  </a:lnTo>
                  <a:lnTo>
                    <a:pt x="2013092" y="1267887"/>
                  </a:lnTo>
                  <a:lnTo>
                    <a:pt x="2013071" y="1267906"/>
                  </a:lnTo>
                  <a:lnTo>
                    <a:pt x="2013058" y="1267922"/>
                  </a:lnTo>
                  <a:lnTo>
                    <a:pt x="2013054" y="1267931"/>
                  </a:lnTo>
                  <a:lnTo>
                    <a:pt x="2013056" y="1267988"/>
                  </a:lnTo>
                  <a:lnTo>
                    <a:pt x="2013077" y="1268028"/>
                  </a:lnTo>
                  <a:lnTo>
                    <a:pt x="2013100" y="1268061"/>
                  </a:lnTo>
                  <a:lnTo>
                    <a:pt x="2013121" y="1268085"/>
                  </a:lnTo>
                  <a:lnTo>
                    <a:pt x="2013128" y="1268093"/>
                  </a:lnTo>
                  <a:lnTo>
                    <a:pt x="2013134" y="1268097"/>
                  </a:lnTo>
                  <a:lnTo>
                    <a:pt x="2013170" y="1268102"/>
                  </a:lnTo>
                  <a:lnTo>
                    <a:pt x="2013274" y="1268113"/>
                  </a:lnTo>
                  <a:lnTo>
                    <a:pt x="2013355" y="1268097"/>
                  </a:lnTo>
                  <a:lnTo>
                    <a:pt x="2013422" y="1268034"/>
                  </a:lnTo>
                  <a:lnTo>
                    <a:pt x="2013426" y="1268020"/>
                  </a:lnTo>
                  <a:lnTo>
                    <a:pt x="2013431" y="1268006"/>
                  </a:lnTo>
                  <a:lnTo>
                    <a:pt x="2013440" y="1267988"/>
                  </a:lnTo>
                  <a:lnTo>
                    <a:pt x="2013457" y="1267971"/>
                  </a:lnTo>
                  <a:lnTo>
                    <a:pt x="2013511" y="1267976"/>
                  </a:lnTo>
                  <a:lnTo>
                    <a:pt x="2013527" y="1268040"/>
                  </a:lnTo>
                  <a:lnTo>
                    <a:pt x="2013529" y="1268051"/>
                  </a:lnTo>
                  <a:lnTo>
                    <a:pt x="2013530" y="1268057"/>
                  </a:lnTo>
                  <a:lnTo>
                    <a:pt x="2013533" y="1268311"/>
                  </a:lnTo>
                  <a:lnTo>
                    <a:pt x="2013531" y="1268327"/>
                  </a:lnTo>
                  <a:lnTo>
                    <a:pt x="2013533" y="1268343"/>
                  </a:lnTo>
                  <a:lnTo>
                    <a:pt x="2013571" y="1268454"/>
                  </a:lnTo>
                  <a:lnTo>
                    <a:pt x="2013628" y="1268573"/>
                  </a:lnTo>
                  <a:lnTo>
                    <a:pt x="2013630" y="1268578"/>
                  </a:lnTo>
                  <a:lnTo>
                    <a:pt x="2013669" y="1268684"/>
                  </a:lnTo>
                  <a:lnTo>
                    <a:pt x="2013687" y="1269033"/>
                  </a:lnTo>
                  <a:lnTo>
                    <a:pt x="2013677" y="1269063"/>
                  </a:lnTo>
                  <a:lnTo>
                    <a:pt x="2013658" y="1269115"/>
                  </a:lnTo>
                  <a:lnTo>
                    <a:pt x="2013650" y="1269126"/>
                  </a:lnTo>
                  <a:lnTo>
                    <a:pt x="2013507" y="1269147"/>
                  </a:lnTo>
                  <a:lnTo>
                    <a:pt x="2013565" y="1269441"/>
                  </a:lnTo>
                  <a:lnTo>
                    <a:pt x="2013576" y="1269498"/>
                  </a:lnTo>
                  <a:lnTo>
                    <a:pt x="2013494" y="1270001"/>
                  </a:lnTo>
                  <a:lnTo>
                    <a:pt x="2013490" y="1270012"/>
                  </a:lnTo>
                  <a:lnTo>
                    <a:pt x="2013486" y="1270018"/>
                  </a:lnTo>
                  <a:lnTo>
                    <a:pt x="2013436" y="1270070"/>
                  </a:lnTo>
                  <a:lnTo>
                    <a:pt x="2013429" y="1270076"/>
                  </a:lnTo>
                  <a:lnTo>
                    <a:pt x="2013420" y="1270079"/>
                  </a:lnTo>
                  <a:lnTo>
                    <a:pt x="2013416" y="1270079"/>
                  </a:lnTo>
                  <a:lnTo>
                    <a:pt x="2013324" y="1270062"/>
                  </a:lnTo>
                  <a:lnTo>
                    <a:pt x="2013135" y="1269955"/>
                  </a:lnTo>
                  <a:lnTo>
                    <a:pt x="2013114" y="1269938"/>
                  </a:lnTo>
                  <a:lnTo>
                    <a:pt x="2012876" y="1269982"/>
                  </a:lnTo>
                  <a:lnTo>
                    <a:pt x="2012831" y="1270027"/>
                  </a:lnTo>
                  <a:lnTo>
                    <a:pt x="2012822" y="1270034"/>
                  </a:lnTo>
                  <a:lnTo>
                    <a:pt x="2012777" y="1270068"/>
                  </a:lnTo>
                  <a:lnTo>
                    <a:pt x="2012756" y="1270083"/>
                  </a:lnTo>
                  <a:lnTo>
                    <a:pt x="2012739" y="1270089"/>
                  </a:lnTo>
                  <a:lnTo>
                    <a:pt x="2012597" y="1270109"/>
                  </a:lnTo>
                  <a:lnTo>
                    <a:pt x="2012568" y="1270111"/>
                  </a:lnTo>
                  <a:lnTo>
                    <a:pt x="2012479" y="1270113"/>
                  </a:lnTo>
                  <a:lnTo>
                    <a:pt x="2012468" y="1270113"/>
                  </a:lnTo>
                  <a:lnTo>
                    <a:pt x="2012456" y="1270112"/>
                  </a:lnTo>
                  <a:lnTo>
                    <a:pt x="2012448" y="1270109"/>
                  </a:lnTo>
                  <a:lnTo>
                    <a:pt x="2012439" y="1270105"/>
                  </a:lnTo>
                  <a:lnTo>
                    <a:pt x="2012289" y="1270016"/>
                  </a:lnTo>
                  <a:lnTo>
                    <a:pt x="2012169" y="1269912"/>
                  </a:lnTo>
                  <a:lnTo>
                    <a:pt x="2012166" y="1269905"/>
                  </a:lnTo>
                  <a:lnTo>
                    <a:pt x="2012167" y="1269897"/>
                  </a:lnTo>
                  <a:lnTo>
                    <a:pt x="2012184" y="1269792"/>
                  </a:lnTo>
                  <a:lnTo>
                    <a:pt x="2012187" y="1269786"/>
                  </a:lnTo>
                  <a:lnTo>
                    <a:pt x="2012231" y="1269736"/>
                  </a:lnTo>
                  <a:lnTo>
                    <a:pt x="2012252" y="1269716"/>
                  </a:lnTo>
                  <a:lnTo>
                    <a:pt x="2012283" y="1269694"/>
                  </a:lnTo>
                  <a:lnTo>
                    <a:pt x="2012293" y="1269693"/>
                  </a:lnTo>
                  <a:lnTo>
                    <a:pt x="2012303" y="1269694"/>
                  </a:lnTo>
                  <a:lnTo>
                    <a:pt x="2012310" y="1269694"/>
                  </a:lnTo>
                  <a:lnTo>
                    <a:pt x="2012315" y="1269697"/>
                  </a:lnTo>
                  <a:lnTo>
                    <a:pt x="2012358" y="1269680"/>
                  </a:lnTo>
                  <a:lnTo>
                    <a:pt x="2012416" y="1269656"/>
                  </a:lnTo>
                  <a:lnTo>
                    <a:pt x="2012427" y="1269650"/>
                  </a:lnTo>
                  <a:lnTo>
                    <a:pt x="2012477" y="1269612"/>
                  </a:lnTo>
                  <a:lnTo>
                    <a:pt x="2012480" y="1269609"/>
                  </a:lnTo>
                  <a:lnTo>
                    <a:pt x="2012483" y="1269605"/>
                  </a:lnTo>
                  <a:lnTo>
                    <a:pt x="2012486" y="1269598"/>
                  </a:lnTo>
                  <a:lnTo>
                    <a:pt x="2012486" y="1269585"/>
                  </a:lnTo>
                  <a:lnTo>
                    <a:pt x="2012486" y="1269570"/>
                  </a:lnTo>
                  <a:lnTo>
                    <a:pt x="2012479" y="1269474"/>
                  </a:lnTo>
                  <a:lnTo>
                    <a:pt x="2012474" y="1269459"/>
                  </a:lnTo>
                  <a:lnTo>
                    <a:pt x="2012471" y="1269451"/>
                  </a:lnTo>
                  <a:lnTo>
                    <a:pt x="2012460" y="1269426"/>
                  </a:lnTo>
                  <a:lnTo>
                    <a:pt x="2012454" y="1269415"/>
                  </a:lnTo>
                  <a:lnTo>
                    <a:pt x="2012444" y="1269397"/>
                  </a:lnTo>
                  <a:lnTo>
                    <a:pt x="2012437" y="1269386"/>
                  </a:lnTo>
                  <a:lnTo>
                    <a:pt x="2012404" y="1269337"/>
                  </a:lnTo>
                  <a:lnTo>
                    <a:pt x="2012376" y="1269303"/>
                  </a:lnTo>
                  <a:lnTo>
                    <a:pt x="2012372" y="1269299"/>
                  </a:lnTo>
                  <a:lnTo>
                    <a:pt x="2012368" y="1269295"/>
                  </a:lnTo>
                  <a:lnTo>
                    <a:pt x="2012363" y="1269293"/>
                  </a:lnTo>
                  <a:lnTo>
                    <a:pt x="2012325" y="1269303"/>
                  </a:lnTo>
                  <a:lnTo>
                    <a:pt x="2012162" y="1269308"/>
                  </a:lnTo>
                  <a:lnTo>
                    <a:pt x="2012102" y="1269310"/>
                  </a:lnTo>
                  <a:lnTo>
                    <a:pt x="2011869" y="1269136"/>
                  </a:lnTo>
                  <a:lnTo>
                    <a:pt x="2011853" y="1269123"/>
                  </a:lnTo>
                  <a:lnTo>
                    <a:pt x="2011849" y="1269114"/>
                  </a:lnTo>
                  <a:lnTo>
                    <a:pt x="2011847" y="1269108"/>
                  </a:lnTo>
                  <a:lnTo>
                    <a:pt x="2011845" y="1269090"/>
                  </a:lnTo>
                  <a:lnTo>
                    <a:pt x="2011846" y="1269069"/>
                  </a:lnTo>
                  <a:lnTo>
                    <a:pt x="2011848" y="1269061"/>
                  </a:lnTo>
                  <a:lnTo>
                    <a:pt x="2011849" y="1269055"/>
                  </a:lnTo>
                  <a:lnTo>
                    <a:pt x="2011862" y="1269019"/>
                  </a:lnTo>
                  <a:lnTo>
                    <a:pt x="2011867" y="1269008"/>
                  </a:lnTo>
                  <a:lnTo>
                    <a:pt x="2011871" y="1269001"/>
                  </a:lnTo>
                  <a:lnTo>
                    <a:pt x="2011875" y="1268997"/>
                  </a:lnTo>
                  <a:lnTo>
                    <a:pt x="2011950" y="1268920"/>
                  </a:lnTo>
                  <a:lnTo>
                    <a:pt x="2011968" y="1268921"/>
                  </a:lnTo>
                  <a:lnTo>
                    <a:pt x="2012016" y="1268925"/>
                  </a:lnTo>
                  <a:lnTo>
                    <a:pt x="2012027" y="1268924"/>
                  </a:lnTo>
                  <a:lnTo>
                    <a:pt x="2012038" y="1268922"/>
                  </a:lnTo>
                  <a:lnTo>
                    <a:pt x="2012043" y="1268916"/>
                  </a:lnTo>
                  <a:lnTo>
                    <a:pt x="2012046" y="1268908"/>
                  </a:lnTo>
                  <a:lnTo>
                    <a:pt x="2012079" y="1268759"/>
                  </a:lnTo>
                  <a:lnTo>
                    <a:pt x="2012073" y="1268752"/>
                  </a:lnTo>
                  <a:lnTo>
                    <a:pt x="2012067" y="1268747"/>
                  </a:lnTo>
                  <a:lnTo>
                    <a:pt x="2012041" y="1268726"/>
                  </a:lnTo>
                  <a:lnTo>
                    <a:pt x="2012037" y="1268724"/>
                  </a:lnTo>
                  <a:lnTo>
                    <a:pt x="2011624" y="1268781"/>
                  </a:lnTo>
                  <a:lnTo>
                    <a:pt x="2011614" y="1268783"/>
                  </a:lnTo>
                  <a:lnTo>
                    <a:pt x="2011601" y="1268785"/>
                  </a:lnTo>
                  <a:lnTo>
                    <a:pt x="2011587" y="1268788"/>
                  </a:lnTo>
                  <a:lnTo>
                    <a:pt x="2011576" y="1268791"/>
                  </a:lnTo>
                  <a:lnTo>
                    <a:pt x="2011563" y="1268795"/>
                  </a:lnTo>
                  <a:lnTo>
                    <a:pt x="2011543" y="1268803"/>
                  </a:lnTo>
                  <a:lnTo>
                    <a:pt x="2011503" y="1268822"/>
                  </a:lnTo>
                  <a:lnTo>
                    <a:pt x="2011499" y="1268825"/>
                  </a:lnTo>
                  <a:lnTo>
                    <a:pt x="2011468" y="1268851"/>
                  </a:lnTo>
                  <a:lnTo>
                    <a:pt x="2011464" y="1268854"/>
                  </a:lnTo>
                  <a:lnTo>
                    <a:pt x="2011456" y="1268863"/>
                  </a:lnTo>
                  <a:lnTo>
                    <a:pt x="2011451" y="1268869"/>
                  </a:lnTo>
                  <a:lnTo>
                    <a:pt x="2011448" y="1268875"/>
                  </a:lnTo>
                  <a:lnTo>
                    <a:pt x="2011445" y="1268882"/>
                  </a:lnTo>
                  <a:lnTo>
                    <a:pt x="2011443" y="1268891"/>
                  </a:lnTo>
                  <a:lnTo>
                    <a:pt x="2011440" y="1268906"/>
                  </a:lnTo>
                  <a:lnTo>
                    <a:pt x="2011439" y="1268916"/>
                  </a:lnTo>
                  <a:lnTo>
                    <a:pt x="2011439" y="1268927"/>
                  </a:lnTo>
                  <a:lnTo>
                    <a:pt x="2011439" y="1268936"/>
                  </a:lnTo>
                  <a:lnTo>
                    <a:pt x="2011441" y="1268943"/>
                  </a:lnTo>
                  <a:lnTo>
                    <a:pt x="2011445" y="1268945"/>
                  </a:lnTo>
                  <a:lnTo>
                    <a:pt x="2011455" y="1268946"/>
                  </a:lnTo>
                  <a:lnTo>
                    <a:pt x="2011483" y="1268956"/>
                  </a:lnTo>
                  <a:lnTo>
                    <a:pt x="2011493" y="1268961"/>
                  </a:lnTo>
                  <a:lnTo>
                    <a:pt x="2011503" y="1268967"/>
                  </a:lnTo>
                  <a:lnTo>
                    <a:pt x="2011513" y="1268974"/>
                  </a:lnTo>
                  <a:lnTo>
                    <a:pt x="2011530" y="1268990"/>
                  </a:lnTo>
                  <a:lnTo>
                    <a:pt x="2011544" y="1269009"/>
                  </a:lnTo>
                  <a:lnTo>
                    <a:pt x="2011538" y="1269057"/>
                  </a:lnTo>
                  <a:lnTo>
                    <a:pt x="2011533" y="1269070"/>
                  </a:lnTo>
                  <a:lnTo>
                    <a:pt x="2011315" y="1269265"/>
                  </a:lnTo>
                  <a:lnTo>
                    <a:pt x="2011286" y="1269276"/>
                  </a:lnTo>
                  <a:lnTo>
                    <a:pt x="2011269" y="1269276"/>
                  </a:lnTo>
                  <a:lnTo>
                    <a:pt x="2011259" y="1269276"/>
                  </a:lnTo>
                  <a:lnTo>
                    <a:pt x="2011253" y="1269275"/>
                  </a:lnTo>
                  <a:lnTo>
                    <a:pt x="2011249" y="1269274"/>
                  </a:lnTo>
                  <a:lnTo>
                    <a:pt x="2011098" y="1269220"/>
                  </a:lnTo>
                  <a:lnTo>
                    <a:pt x="2010627" y="1268900"/>
                  </a:lnTo>
                  <a:lnTo>
                    <a:pt x="2010482" y="1268619"/>
                  </a:lnTo>
                  <a:lnTo>
                    <a:pt x="2010483" y="1268595"/>
                  </a:lnTo>
                  <a:lnTo>
                    <a:pt x="2010481" y="1268589"/>
                  </a:lnTo>
                  <a:lnTo>
                    <a:pt x="2010471" y="1268575"/>
                  </a:lnTo>
                  <a:lnTo>
                    <a:pt x="2010455" y="1268555"/>
                  </a:lnTo>
                  <a:lnTo>
                    <a:pt x="2010439" y="1268538"/>
                  </a:lnTo>
                  <a:lnTo>
                    <a:pt x="2010403" y="1268512"/>
                  </a:lnTo>
                  <a:lnTo>
                    <a:pt x="2010272" y="1268431"/>
                  </a:lnTo>
                  <a:lnTo>
                    <a:pt x="2009989" y="1268255"/>
                  </a:lnTo>
                  <a:lnTo>
                    <a:pt x="2009909" y="1268206"/>
                  </a:lnTo>
                  <a:lnTo>
                    <a:pt x="2009709" y="1268157"/>
                  </a:lnTo>
                  <a:lnTo>
                    <a:pt x="2009253" y="1268051"/>
                  </a:lnTo>
                  <a:lnTo>
                    <a:pt x="2009230" y="1268069"/>
                  </a:lnTo>
                  <a:lnTo>
                    <a:pt x="2009213" y="1268086"/>
                  </a:lnTo>
                  <a:lnTo>
                    <a:pt x="2009189" y="1268113"/>
                  </a:lnTo>
                  <a:lnTo>
                    <a:pt x="2009103" y="1268223"/>
                  </a:lnTo>
                  <a:lnTo>
                    <a:pt x="2009038" y="1268307"/>
                  </a:lnTo>
                  <a:lnTo>
                    <a:pt x="2009019" y="1268333"/>
                  </a:lnTo>
                  <a:lnTo>
                    <a:pt x="2009063" y="1268437"/>
                  </a:lnTo>
                  <a:lnTo>
                    <a:pt x="2009161" y="1268520"/>
                  </a:lnTo>
                  <a:lnTo>
                    <a:pt x="2009231" y="1268564"/>
                  </a:lnTo>
                  <a:lnTo>
                    <a:pt x="2009430" y="1268672"/>
                  </a:lnTo>
                  <a:lnTo>
                    <a:pt x="2009440" y="1268678"/>
                  </a:lnTo>
                  <a:lnTo>
                    <a:pt x="2009451" y="1268682"/>
                  </a:lnTo>
                  <a:lnTo>
                    <a:pt x="2009458" y="1268687"/>
                  </a:lnTo>
                  <a:lnTo>
                    <a:pt x="2009468" y="1268694"/>
                  </a:lnTo>
                  <a:lnTo>
                    <a:pt x="2009475" y="1268700"/>
                  </a:lnTo>
                  <a:lnTo>
                    <a:pt x="2009485" y="1268711"/>
                  </a:lnTo>
                  <a:lnTo>
                    <a:pt x="2009487" y="1268717"/>
                  </a:lnTo>
                  <a:lnTo>
                    <a:pt x="2009489" y="1268722"/>
                  </a:lnTo>
                  <a:lnTo>
                    <a:pt x="2009490" y="1268734"/>
                  </a:lnTo>
                  <a:lnTo>
                    <a:pt x="2009489" y="1268742"/>
                  </a:lnTo>
                  <a:lnTo>
                    <a:pt x="2009487" y="1268747"/>
                  </a:lnTo>
                  <a:lnTo>
                    <a:pt x="2009484" y="1268752"/>
                  </a:lnTo>
                  <a:lnTo>
                    <a:pt x="2009476" y="1268758"/>
                  </a:lnTo>
                  <a:lnTo>
                    <a:pt x="2009431" y="1268775"/>
                  </a:lnTo>
                  <a:lnTo>
                    <a:pt x="2009403" y="1268783"/>
                  </a:lnTo>
                  <a:lnTo>
                    <a:pt x="2009370" y="1268788"/>
                  </a:lnTo>
                  <a:lnTo>
                    <a:pt x="2009222" y="1268801"/>
                  </a:lnTo>
                  <a:lnTo>
                    <a:pt x="2009214" y="1268796"/>
                  </a:lnTo>
                  <a:lnTo>
                    <a:pt x="2009192" y="1268768"/>
                  </a:lnTo>
                  <a:lnTo>
                    <a:pt x="2009189" y="1268761"/>
                  </a:lnTo>
                  <a:lnTo>
                    <a:pt x="2009183" y="1268748"/>
                  </a:lnTo>
                  <a:lnTo>
                    <a:pt x="2008999" y="1268673"/>
                  </a:lnTo>
                  <a:lnTo>
                    <a:pt x="2008776" y="1268983"/>
                  </a:lnTo>
                  <a:lnTo>
                    <a:pt x="2008761" y="1269007"/>
                  </a:lnTo>
                  <a:lnTo>
                    <a:pt x="2008754" y="1269035"/>
                  </a:lnTo>
                  <a:lnTo>
                    <a:pt x="2008755" y="1269047"/>
                  </a:lnTo>
                  <a:lnTo>
                    <a:pt x="2008766" y="1269122"/>
                  </a:lnTo>
                  <a:lnTo>
                    <a:pt x="2008769" y="1269129"/>
                  </a:lnTo>
                  <a:lnTo>
                    <a:pt x="2008795" y="1269154"/>
                  </a:lnTo>
                  <a:lnTo>
                    <a:pt x="2008825" y="1269183"/>
                  </a:lnTo>
                  <a:lnTo>
                    <a:pt x="2009058" y="1269387"/>
                  </a:lnTo>
                  <a:lnTo>
                    <a:pt x="2009112" y="1269380"/>
                  </a:lnTo>
                  <a:lnTo>
                    <a:pt x="2009232" y="1269345"/>
                  </a:lnTo>
                  <a:lnTo>
                    <a:pt x="2009239" y="1269341"/>
                  </a:lnTo>
                  <a:lnTo>
                    <a:pt x="2009282" y="1269302"/>
                  </a:lnTo>
                  <a:lnTo>
                    <a:pt x="2009324" y="1269251"/>
                  </a:lnTo>
                  <a:lnTo>
                    <a:pt x="2009328" y="1269243"/>
                  </a:lnTo>
                  <a:lnTo>
                    <a:pt x="2009329" y="1269226"/>
                  </a:lnTo>
                  <a:lnTo>
                    <a:pt x="2009482" y="1269127"/>
                  </a:lnTo>
                  <a:lnTo>
                    <a:pt x="2009683" y="1269276"/>
                  </a:lnTo>
                  <a:lnTo>
                    <a:pt x="2009768" y="1269339"/>
                  </a:lnTo>
                  <a:lnTo>
                    <a:pt x="2009739" y="1269424"/>
                  </a:lnTo>
                  <a:lnTo>
                    <a:pt x="2009628" y="1269747"/>
                  </a:lnTo>
                  <a:lnTo>
                    <a:pt x="2009624" y="1269760"/>
                  </a:lnTo>
                  <a:lnTo>
                    <a:pt x="2009621" y="1269766"/>
                  </a:lnTo>
                  <a:lnTo>
                    <a:pt x="2009543" y="1269879"/>
                  </a:lnTo>
                  <a:lnTo>
                    <a:pt x="2009447" y="1269970"/>
                  </a:lnTo>
                  <a:lnTo>
                    <a:pt x="2009088" y="1270238"/>
                  </a:lnTo>
                  <a:lnTo>
                    <a:pt x="2008813" y="1270295"/>
                  </a:lnTo>
                  <a:lnTo>
                    <a:pt x="2008817" y="1270289"/>
                  </a:lnTo>
                  <a:lnTo>
                    <a:pt x="2008815" y="1270281"/>
                  </a:lnTo>
                  <a:lnTo>
                    <a:pt x="2008810" y="1270274"/>
                  </a:lnTo>
                  <a:lnTo>
                    <a:pt x="2008799" y="1270259"/>
                  </a:lnTo>
                  <a:lnTo>
                    <a:pt x="2008789" y="1270249"/>
                  </a:lnTo>
                  <a:lnTo>
                    <a:pt x="2008779" y="1270240"/>
                  </a:lnTo>
                  <a:lnTo>
                    <a:pt x="2008771" y="1270237"/>
                  </a:lnTo>
                  <a:lnTo>
                    <a:pt x="2008764" y="1270236"/>
                  </a:lnTo>
                  <a:lnTo>
                    <a:pt x="2008758" y="1270235"/>
                  </a:lnTo>
                  <a:lnTo>
                    <a:pt x="2008750" y="1270238"/>
                  </a:lnTo>
                  <a:lnTo>
                    <a:pt x="2008708" y="1270258"/>
                  </a:lnTo>
                  <a:lnTo>
                    <a:pt x="2008698" y="1270266"/>
                  </a:lnTo>
                  <a:lnTo>
                    <a:pt x="2008683" y="1270277"/>
                  </a:lnTo>
                  <a:lnTo>
                    <a:pt x="2008676" y="1270283"/>
                  </a:lnTo>
                  <a:lnTo>
                    <a:pt x="2008667" y="1270291"/>
                  </a:lnTo>
                  <a:lnTo>
                    <a:pt x="2008659" y="1270300"/>
                  </a:lnTo>
                  <a:lnTo>
                    <a:pt x="2008648" y="1270313"/>
                  </a:lnTo>
                  <a:lnTo>
                    <a:pt x="2008614" y="1270358"/>
                  </a:lnTo>
                  <a:lnTo>
                    <a:pt x="2008604" y="1270374"/>
                  </a:lnTo>
                  <a:lnTo>
                    <a:pt x="2008566" y="1270475"/>
                  </a:lnTo>
                  <a:lnTo>
                    <a:pt x="2008558" y="1270495"/>
                  </a:lnTo>
                  <a:lnTo>
                    <a:pt x="2008554" y="1270511"/>
                  </a:lnTo>
                  <a:lnTo>
                    <a:pt x="2008485" y="1270802"/>
                  </a:lnTo>
                  <a:lnTo>
                    <a:pt x="2008478" y="1270834"/>
                  </a:lnTo>
                  <a:lnTo>
                    <a:pt x="2008479" y="1270854"/>
                  </a:lnTo>
                  <a:lnTo>
                    <a:pt x="2008479" y="1270863"/>
                  </a:lnTo>
                  <a:lnTo>
                    <a:pt x="2008483" y="1270892"/>
                  </a:lnTo>
                  <a:lnTo>
                    <a:pt x="2008490" y="1270904"/>
                  </a:lnTo>
                  <a:lnTo>
                    <a:pt x="2008521" y="1270919"/>
                  </a:lnTo>
                  <a:lnTo>
                    <a:pt x="2008651" y="1270984"/>
                  </a:lnTo>
                  <a:lnTo>
                    <a:pt x="2008762" y="1271034"/>
                  </a:lnTo>
                  <a:lnTo>
                    <a:pt x="2008780" y="1271045"/>
                  </a:lnTo>
                  <a:lnTo>
                    <a:pt x="2008828" y="1271079"/>
                  </a:lnTo>
                  <a:lnTo>
                    <a:pt x="2008831" y="1271083"/>
                  </a:lnTo>
                  <a:lnTo>
                    <a:pt x="2008830" y="1271089"/>
                  </a:lnTo>
                  <a:lnTo>
                    <a:pt x="2008762" y="1271355"/>
                  </a:lnTo>
                  <a:lnTo>
                    <a:pt x="2008608" y="1271275"/>
                  </a:lnTo>
                  <a:lnTo>
                    <a:pt x="2008357" y="1271281"/>
                  </a:lnTo>
                  <a:lnTo>
                    <a:pt x="2008322" y="1271352"/>
                  </a:lnTo>
                  <a:lnTo>
                    <a:pt x="2008042" y="1271404"/>
                  </a:lnTo>
                  <a:lnTo>
                    <a:pt x="2008020" y="1271407"/>
                  </a:lnTo>
                  <a:lnTo>
                    <a:pt x="2008000" y="1271408"/>
                  </a:lnTo>
                  <a:lnTo>
                    <a:pt x="2007995" y="1271407"/>
                  </a:lnTo>
                  <a:lnTo>
                    <a:pt x="2007984" y="1271405"/>
                  </a:lnTo>
                  <a:lnTo>
                    <a:pt x="2007975" y="1271403"/>
                  </a:lnTo>
                  <a:lnTo>
                    <a:pt x="2007970" y="1271401"/>
                  </a:lnTo>
                  <a:lnTo>
                    <a:pt x="2007966" y="1271400"/>
                  </a:lnTo>
                  <a:lnTo>
                    <a:pt x="2007958" y="1271396"/>
                  </a:lnTo>
                  <a:lnTo>
                    <a:pt x="2007953" y="1271392"/>
                  </a:lnTo>
                  <a:lnTo>
                    <a:pt x="2007946" y="1271387"/>
                  </a:lnTo>
                  <a:lnTo>
                    <a:pt x="2007940" y="1271383"/>
                  </a:lnTo>
                  <a:lnTo>
                    <a:pt x="2007901" y="1271330"/>
                  </a:lnTo>
                  <a:lnTo>
                    <a:pt x="2007884" y="1271307"/>
                  </a:lnTo>
                  <a:lnTo>
                    <a:pt x="2007881" y="1271298"/>
                  </a:lnTo>
                  <a:lnTo>
                    <a:pt x="2007875" y="1271290"/>
                  </a:lnTo>
                  <a:lnTo>
                    <a:pt x="2007859" y="1271275"/>
                  </a:lnTo>
                  <a:lnTo>
                    <a:pt x="2007842" y="1271265"/>
                  </a:lnTo>
                  <a:lnTo>
                    <a:pt x="2007830" y="1271262"/>
                  </a:lnTo>
                  <a:lnTo>
                    <a:pt x="2007655" y="1271247"/>
                  </a:lnTo>
                  <a:lnTo>
                    <a:pt x="2007647" y="1271248"/>
                  </a:lnTo>
                  <a:lnTo>
                    <a:pt x="2007638" y="1271256"/>
                  </a:lnTo>
                  <a:lnTo>
                    <a:pt x="2007632" y="1271265"/>
                  </a:lnTo>
                  <a:lnTo>
                    <a:pt x="2007659" y="1271370"/>
                  </a:lnTo>
                  <a:lnTo>
                    <a:pt x="2007718" y="1271473"/>
                  </a:lnTo>
                  <a:lnTo>
                    <a:pt x="2007790" y="1271568"/>
                  </a:lnTo>
                  <a:lnTo>
                    <a:pt x="2007842" y="1271632"/>
                  </a:lnTo>
                  <a:lnTo>
                    <a:pt x="2007849" y="1271640"/>
                  </a:lnTo>
                  <a:lnTo>
                    <a:pt x="2007856" y="1271645"/>
                  </a:lnTo>
                  <a:lnTo>
                    <a:pt x="2008262" y="1271916"/>
                  </a:lnTo>
                  <a:lnTo>
                    <a:pt x="2008317" y="1271934"/>
                  </a:lnTo>
                  <a:lnTo>
                    <a:pt x="2008352" y="1271931"/>
                  </a:lnTo>
                  <a:lnTo>
                    <a:pt x="2008967" y="1271737"/>
                  </a:lnTo>
                  <a:lnTo>
                    <a:pt x="2008993" y="1272010"/>
                  </a:lnTo>
                  <a:lnTo>
                    <a:pt x="2008907" y="1272113"/>
                  </a:lnTo>
                  <a:lnTo>
                    <a:pt x="2008946" y="1272199"/>
                  </a:lnTo>
                  <a:lnTo>
                    <a:pt x="2008983" y="1272281"/>
                  </a:lnTo>
                  <a:lnTo>
                    <a:pt x="2008987" y="1272288"/>
                  </a:lnTo>
                  <a:lnTo>
                    <a:pt x="2008994" y="1272295"/>
                  </a:lnTo>
                  <a:lnTo>
                    <a:pt x="2009010" y="1272307"/>
                  </a:lnTo>
                  <a:lnTo>
                    <a:pt x="2009017" y="1272310"/>
                  </a:lnTo>
                  <a:lnTo>
                    <a:pt x="2009023" y="1272313"/>
                  </a:lnTo>
                  <a:lnTo>
                    <a:pt x="2009092" y="1272320"/>
                  </a:lnTo>
                  <a:lnTo>
                    <a:pt x="2009111" y="1272321"/>
                  </a:lnTo>
                  <a:lnTo>
                    <a:pt x="2009151" y="1272318"/>
                  </a:lnTo>
                  <a:lnTo>
                    <a:pt x="2009165" y="1272314"/>
                  </a:lnTo>
                  <a:lnTo>
                    <a:pt x="2009329" y="1272215"/>
                  </a:lnTo>
                  <a:lnTo>
                    <a:pt x="2009337" y="1272209"/>
                  </a:lnTo>
                  <a:lnTo>
                    <a:pt x="2009400" y="1272147"/>
                  </a:lnTo>
                  <a:lnTo>
                    <a:pt x="2009534" y="1272164"/>
                  </a:lnTo>
                  <a:lnTo>
                    <a:pt x="2009568" y="1272224"/>
                  </a:lnTo>
                  <a:lnTo>
                    <a:pt x="2009622" y="1272317"/>
                  </a:lnTo>
                  <a:lnTo>
                    <a:pt x="2009658" y="1272499"/>
                  </a:lnTo>
                  <a:lnTo>
                    <a:pt x="2009247" y="1272867"/>
                  </a:lnTo>
                  <a:lnTo>
                    <a:pt x="2009204" y="1272889"/>
                  </a:lnTo>
                  <a:lnTo>
                    <a:pt x="2009045" y="1272977"/>
                  </a:lnTo>
                  <a:lnTo>
                    <a:pt x="2008956" y="1273094"/>
                  </a:lnTo>
                  <a:lnTo>
                    <a:pt x="2008938" y="1273158"/>
                  </a:lnTo>
                  <a:lnTo>
                    <a:pt x="2008931" y="1273184"/>
                  </a:lnTo>
                  <a:lnTo>
                    <a:pt x="2008951" y="1273239"/>
                  </a:lnTo>
                  <a:lnTo>
                    <a:pt x="2008959" y="1273244"/>
                  </a:lnTo>
                  <a:lnTo>
                    <a:pt x="2008966" y="1273247"/>
                  </a:lnTo>
                  <a:lnTo>
                    <a:pt x="2008978" y="1273247"/>
                  </a:lnTo>
                  <a:lnTo>
                    <a:pt x="2009221" y="1273177"/>
                  </a:lnTo>
                  <a:lnTo>
                    <a:pt x="2009242" y="1273169"/>
                  </a:lnTo>
                  <a:lnTo>
                    <a:pt x="2009278" y="1273144"/>
                  </a:lnTo>
                  <a:lnTo>
                    <a:pt x="2009299" y="1273130"/>
                  </a:lnTo>
                  <a:lnTo>
                    <a:pt x="2009331" y="1273107"/>
                  </a:lnTo>
                  <a:lnTo>
                    <a:pt x="2009369" y="1273078"/>
                  </a:lnTo>
                  <a:lnTo>
                    <a:pt x="2009390" y="1273072"/>
                  </a:lnTo>
                  <a:lnTo>
                    <a:pt x="2009526" y="1273071"/>
                  </a:lnTo>
                  <a:lnTo>
                    <a:pt x="2009552" y="1273071"/>
                  </a:lnTo>
                  <a:lnTo>
                    <a:pt x="2009565" y="1273072"/>
                  </a:lnTo>
                  <a:lnTo>
                    <a:pt x="2009577" y="1273075"/>
                  </a:lnTo>
                  <a:lnTo>
                    <a:pt x="2009610" y="1273088"/>
                  </a:lnTo>
                  <a:lnTo>
                    <a:pt x="2009618" y="1273092"/>
                  </a:lnTo>
                  <a:lnTo>
                    <a:pt x="2009645" y="1273114"/>
                  </a:lnTo>
                  <a:lnTo>
                    <a:pt x="2009882" y="1273324"/>
                  </a:lnTo>
                  <a:lnTo>
                    <a:pt x="2009888" y="1273331"/>
                  </a:lnTo>
                  <a:lnTo>
                    <a:pt x="2009899" y="1273342"/>
                  </a:lnTo>
                  <a:lnTo>
                    <a:pt x="2009902" y="1273349"/>
                  </a:lnTo>
                  <a:lnTo>
                    <a:pt x="2009939" y="1273430"/>
                  </a:lnTo>
                  <a:lnTo>
                    <a:pt x="2009927" y="1273444"/>
                  </a:lnTo>
                  <a:lnTo>
                    <a:pt x="2009905" y="1273455"/>
                  </a:lnTo>
                  <a:lnTo>
                    <a:pt x="2009900" y="1273456"/>
                  </a:lnTo>
                  <a:lnTo>
                    <a:pt x="2009796" y="1273474"/>
                  </a:lnTo>
                  <a:lnTo>
                    <a:pt x="2009791" y="1273475"/>
                  </a:lnTo>
                  <a:lnTo>
                    <a:pt x="2009757" y="1273472"/>
                  </a:lnTo>
                  <a:lnTo>
                    <a:pt x="2009745" y="1273470"/>
                  </a:lnTo>
                  <a:lnTo>
                    <a:pt x="2009699" y="1273455"/>
                  </a:lnTo>
                  <a:lnTo>
                    <a:pt x="2009694" y="1273450"/>
                  </a:lnTo>
                  <a:lnTo>
                    <a:pt x="2009672" y="1273433"/>
                  </a:lnTo>
                  <a:lnTo>
                    <a:pt x="2009523" y="1273361"/>
                  </a:lnTo>
                  <a:lnTo>
                    <a:pt x="2009514" y="1273358"/>
                  </a:lnTo>
                  <a:lnTo>
                    <a:pt x="2009507" y="1273358"/>
                  </a:lnTo>
                  <a:lnTo>
                    <a:pt x="2009093" y="1273621"/>
                  </a:lnTo>
                  <a:lnTo>
                    <a:pt x="2009083" y="1273634"/>
                  </a:lnTo>
                  <a:lnTo>
                    <a:pt x="2009079" y="1273639"/>
                  </a:lnTo>
                  <a:lnTo>
                    <a:pt x="2009079" y="1273648"/>
                  </a:lnTo>
                  <a:lnTo>
                    <a:pt x="2009085" y="1273712"/>
                  </a:lnTo>
                  <a:lnTo>
                    <a:pt x="2009085" y="1273717"/>
                  </a:lnTo>
                  <a:lnTo>
                    <a:pt x="2009089" y="1273730"/>
                  </a:lnTo>
                  <a:lnTo>
                    <a:pt x="2009093" y="1273735"/>
                  </a:lnTo>
                  <a:lnTo>
                    <a:pt x="2009101" y="1273739"/>
                  </a:lnTo>
                  <a:lnTo>
                    <a:pt x="2009109" y="1273742"/>
                  </a:lnTo>
                  <a:lnTo>
                    <a:pt x="2009145" y="1273747"/>
                  </a:lnTo>
                  <a:lnTo>
                    <a:pt x="2009208" y="1273742"/>
                  </a:lnTo>
                  <a:lnTo>
                    <a:pt x="2009282" y="1273746"/>
                  </a:lnTo>
                  <a:lnTo>
                    <a:pt x="2009317" y="1273756"/>
                  </a:lnTo>
                  <a:lnTo>
                    <a:pt x="2009321" y="1273759"/>
                  </a:lnTo>
                  <a:lnTo>
                    <a:pt x="2009367" y="1273794"/>
                  </a:lnTo>
                  <a:lnTo>
                    <a:pt x="2009394" y="1273827"/>
                  </a:lnTo>
                  <a:lnTo>
                    <a:pt x="2009386" y="1273957"/>
                  </a:lnTo>
                  <a:lnTo>
                    <a:pt x="2009382" y="1273962"/>
                  </a:lnTo>
                  <a:lnTo>
                    <a:pt x="2009036" y="1274171"/>
                  </a:lnTo>
                  <a:lnTo>
                    <a:pt x="2008959" y="1274218"/>
                  </a:lnTo>
                  <a:lnTo>
                    <a:pt x="2008803" y="1274286"/>
                  </a:lnTo>
                  <a:lnTo>
                    <a:pt x="2008732" y="1274315"/>
                  </a:lnTo>
                  <a:lnTo>
                    <a:pt x="2008434" y="1274438"/>
                  </a:lnTo>
                  <a:lnTo>
                    <a:pt x="2008424" y="1274439"/>
                  </a:lnTo>
                  <a:lnTo>
                    <a:pt x="2008414" y="1274437"/>
                  </a:lnTo>
                  <a:lnTo>
                    <a:pt x="2008386" y="1274422"/>
                  </a:lnTo>
                  <a:lnTo>
                    <a:pt x="2008365" y="1274369"/>
                  </a:lnTo>
                  <a:lnTo>
                    <a:pt x="2008356" y="1274339"/>
                  </a:lnTo>
                  <a:lnTo>
                    <a:pt x="2008346" y="1274326"/>
                  </a:lnTo>
                  <a:lnTo>
                    <a:pt x="2008205" y="1274256"/>
                  </a:lnTo>
                  <a:lnTo>
                    <a:pt x="2008106" y="1274226"/>
                  </a:lnTo>
                  <a:lnTo>
                    <a:pt x="2008097" y="1274224"/>
                  </a:lnTo>
                  <a:lnTo>
                    <a:pt x="2008074" y="1274217"/>
                  </a:lnTo>
                  <a:lnTo>
                    <a:pt x="2008019" y="1274205"/>
                  </a:lnTo>
                  <a:lnTo>
                    <a:pt x="2007991" y="1274298"/>
                  </a:lnTo>
                  <a:lnTo>
                    <a:pt x="2007987" y="1274489"/>
                  </a:lnTo>
                  <a:lnTo>
                    <a:pt x="2008158" y="1274739"/>
                  </a:lnTo>
                  <a:lnTo>
                    <a:pt x="2008210" y="1274819"/>
                  </a:lnTo>
                  <a:lnTo>
                    <a:pt x="2008286" y="1274938"/>
                  </a:lnTo>
                  <a:lnTo>
                    <a:pt x="2008255" y="1274955"/>
                  </a:lnTo>
                  <a:lnTo>
                    <a:pt x="2008069" y="1275058"/>
                  </a:lnTo>
                  <a:lnTo>
                    <a:pt x="2008045" y="1275050"/>
                  </a:lnTo>
                  <a:lnTo>
                    <a:pt x="2008029" y="1275050"/>
                  </a:lnTo>
                  <a:lnTo>
                    <a:pt x="2007997" y="1275061"/>
                  </a:lnTo>
                  <a:lnTo>
                    <a:pt x="2007976" y="1275078"/>
                  </a:lnTo>
                  <a:lnTo>
                    <a:pt x="2007945" y="1275104"/>
                  </a:lnTo>
                  <a:lnTo>
                    <a:pt x="2007932" y="1275124"/>
                  </a:lnTo>
                  <a:lnTo>
                    <a:pt x="2007901" y="1275339"/>
                  </a:lnTo>
                  <a:lnTo>
                    <a:pt x="2007927" y="1275501"/>
                  </a:lnTo>
                  <a:lnTo>
                    <a:pt x="2007944" y="1275606"/>
                  </a:lnTo>
                  <a:lnTo>
                    <a:pt x="2007967" y="1275639"/>
                  </a:lnTo>
                  <a:lnTo>
                    <a:pt x="2007989" y="1275670"/>
                  </a:lnTo>
                  <a:lnTo>
                    <a:pt x="2008088" y="1275764"/>
                  </a:lnTo>
                  <a:lnTo>
                    <a:pt x="2008222" y="1275815"/>
                  </a:lnTo>
                  <a:lnTo>
                    <a:pt x="2008245" y="1275824"/>
                  </a:lnTo>
                  <a:lnTo>
                    <a:pt x="2008481" y="1275834"/>
                  </a:lnTo>
                  <a:lnTo>
                    <a:pt x="2008717" y="1275819"/>
                  </a:lnTo>
                  <a:lnTo>
                    <a:pt x="2008819" y="1275948"/>
                  </a:lnTo>
                  <a:lnTo>
                    <a:pt x="2008709" y="1276229"/>
                  </a:lnTo>
                  <a:lnTo>
                    <a:pt x="2008705" y="1276235"/>
                  </a:lnTo>
                  <a:lnTo>
                    <a:pt x="2008574" y="1276290"/>
                  </a:lnTo>
                  <a:lnTo>
                    <a:pt x="2008553" y="1276292"/>
                  </a:lnTo>
                  <a:lnTo>
                    <a:pt x="2008547" y="1276292"/>
                  </a:lnTo>
                  <a:lnTo>
                    <a:pt x="2008542" y="1276292"/>
                  </a:lnTo>
                  <a:lnTo>
                    <a:pt x="2008537" y="1276290"/>
                  </a:lnTo>
                  <a:lnTo>
                    <a:pt x="2008531" y="1276285"/>
                  </a:lnTo>
                  <a:lnTo>
                    <a:pt x="2008526" y="1276286"/>
                  </a:lnTo>
                  <a:lnTo>
                    <a:pt x="2008520" y="1276287"/>
                  </a:lnTo>
                  <a:lnTo>
                    <a:pt x="2008469" y="1276298"/>
                  </a:lnTo>
                  <a:lnTo>
                    <a:pt x="2008452" y="1276307"/>
                  </a:lnTo>
                  <a:lnTo>
                    <a:pt x="2008438" y="1276321"/>
                  </a:lnTo>
                  <a:lnTo>
                    <a:pt x="2008353" y="1276409"/>
                  </a:lnTo>
                  <a:lnTo>
                    <a:pt x="2008335" y="1276432"/>
                  </a:lnTo>
                  <a:lnTo>
                    <a:pt x="2008324" y="1276445"/>
                  </a:lnTo>
                  <a:lnTo>
                    <a:pt x="2008343" y="1276509"/>
                  </a:lnTo>
                  <a:lnTo>
                    <a:pt x="2008371" y="1276532"/>
                  </a:lnTo>
                  <a:lnTo>
                    <a:pt x="2008402" y="1276548"/>
                  </a:lnTo>
                  <a:lnTo>
                    <a:pt x="2008420" y="1276557"/>
                  </a:lnTo>
                  <a:lnTo>
                    <a:pt x="2008434" y="1276560"/>
                  </a:lnTo>
                  <a:lnTo>
                    <a:pt x="2008438" y="1276561"/>
                  </a:lnTo>
                  <a:lnTo>
                    <a:pt x="2008444" y="1276560"/>
                  </a:lnTo>
                  <a:lnTo>
                    <a:pt x="2008461" y="1276569"/>
                  </a:lnTo>
                  <a:lnTo>
                    <a:pt x="2008477" y="1276577"/>
                  </a:lnTo>
                  <a:lnTo>
                    <a:pt x="2008482" y="1276581"/>
                  </a:lnTo>
                  <a:lnTo>
                    <a:pt x="2008511" y="1276624"/>
                  </a:lnTo>
                  <a:lnTo>
                    <a:pt x="2008547" y="1276684"/>
                  </a:lnTo>
                  <a:lnTo>
                    <a:pt x="2008598" y="1276771"/>
                  </a:lnTo>
                  <a:lnTo>
                    <a:pt x="2008605" y="1276809"/>
                  </a:lnTo>
                  <a:lnTo>
                    <a:pt x="2008601" y="1276821"/>
                  </a:lnTo>
                  <a:lnTo>
                    <a:pt x="2008597" y="1276825"/>
                  </a:lnTo>
                  <a:lnTo>
                    <a:pt x="2008588" y="1276832"/>
                  </a:lnTo>
                  <a:lnTo>
                    <a:pt x="2008580" y="1276836"/>
                  </a:lnTo>
                  <a:lnTo>
                    <a:pt x="2008445" y="1276905"/>
                  </a:lnTo>
                  <a:lnTo>
                    <a:pt x="2008430" y="1276904"/>
                  </a:lnTo>
                  <a:lnTo>
                    <a:pt x="2008422" y="1276903"/>
                  </a:lnTo>
                  <a:lnTo>
                    <a:pt x="2008417" y="1276899"/>
                  </a:lnTo>
                  <a:lnTo>
                    <a:pt x="2008409" y="1276891"/>
                  </a:lnTo>
                  <a:lnTo>
                    <a:pt x="2008405" y="1276886"/>
                  </a:lnTo>
                  <a:lnTo>
                    <a:pt x="2008382" y="1276869"/>
                  </a:lnTo>
                  <a:lnTo>
                    <a:pt x="2007947" y="1276748"/>
                  </a:lnTo>
                  <a:lnTo>
                    <a:pt x="2007934" y="1276766"/>
                  </a:lnTo>
                  <a:lnTo>
                    <a:pt x="2007921" y="1276784"/>
                  </a:lnTo>
                  <a:lnTo>
                    <a:pt x="2007880" y="1276851"/>
                  </a:lnTo>
                  <a:lnTo>
                    <a:pt x="2007885" y="1276877"/>
                  </a:lnTo>
                  <a:lnTo>
                    <a:pt x="2007849" y="1277100"/>
                  </a:lnTo>
                  <a:lnTo>
                    <a:pt x="2007652" y="1277312"/>
                  </a:lnTo>
                  <a:lnTo>
                    <a:pt x="2007645" y="1277320"/>
                  </a:lnTo>
                  <a:lnTo>
                    <a:pt x="2007640" y="1277338"/>
                  </a:lnTo>
                  <a:lnTo>
                    <a:pt x="2007618" y="1277657"/>
                  </a:lnTo>
                  <a:lnTo>
                    <a:pt x="2007617" y="1277666"/>
                  </a:lnTo>
                  <a:lnTo>
                    <a:pt x="2007618" y="1277691"/>
                  </a:lnTo>
                  <a:lnTo>
                    <a:pt x="2007620" y="1277706"/>
                  </a:lnTo>
                  <a:lnTo>
                    <a:pt x="2007625" y="1277727"/>
                  </a:lnTo>
                  <a:lnTo>
                    <a:pt x="2007638" y="1277768"/>
                  </a:lnTo>
                  <a:lnTo>
                    <a:pt x="2007664" y="1277809"/>
                  </a:lnTo>
                  <a:lnTo>
                    <a:pt x="2007674" y="1277815"/>
                  </a:lnTo>
                  <a:lnTo>
                    <a:pt x="2007822" y="1277824"/>
                  </a:lnTo>
                  <a:lnTo>
                    <a:pt x="2007971" y="1277835"/>
                  </a:lnTo>
                  <a:lnTo>
                    <a:pt x="2007976" y="1277836"/>
                  </a:lnTo>
                  <a:lnTo>
                    <a:pt x="2008047" y="1277853"/>
                  </a:lnTo>
                  <a:lnTo>
                    <a:pt x="2008053" y="1277864"/>
                  </a:lnTo>
                  <a:lnTo>
                    <a:pt x="2008058" y="1277878"/>
                  </a:lnTo>
                  <a:lnTo>
                    <a:pt x="2008099" y="1278008"/>
                  </a:lnTo>
                  <a:lnTo>
                    <a:pt x="2008103" y="1278031"/>
                  </a:lnTo>
                  <a:lnTo>
                    <a:pt x="2008094" y="1278087"/>
                  </a:lnTo>
                  <a:lnTo>
                    <a:pt x="2008052" y="1278247"/>
                  </a:lnTo>
                  <a:lnTo>
                    <a:pt x="2007834" y="1278370"/>
                  </a:lnTo>
                  <a:lnTo>
                    <a:pt x="2007819" y="1278375"/>
                  </a:lnTo>
                  <a:lnTo>
                    <a:pt x="2007743" y="1278398"/>
                  </a:lnTo>
                  <a:lnTo>
                    <a:pt x="2007726" y="1278403"/>
                  </a:lnTo>
                  <a:lnTo>
                    <a:pt x="2007604" y="1278435"/>
                  </a:lnTo>
                  <a:lnTo>
                    <a:pt x="2007366" y="1278498"/>
                  </a:lnTo>
                  <a:lnTo>
                    <a:pt x="2007352" y="1278491"/>
                  </a:lnTo>
                  <a:lnTo>
                    <a:pt x="2007296" y="1278463"/>
                  </a:lnTo>
                  <a:lnTo>
                    <a:pt x="2007283" y="1278457"/>
                  </a:lnTo>
                  <a:lnTo>
                    <a:pt x="2007129" y="1278454"/>
                  </a:lnTo>
                  <a:lnTo>
                    <a:pt x="2007117" y="1278454"/>
                  </a:lnTo>
                  <a:lnTo>
                    <a:pt x="2007113" y="1278454"/>
                  </a:lnTo>
                  <a:lnTo>
                    <a:pt x="2007089" y="1278458"/>
                  </a:lnTo>
                  <a:lnTo>
                    <a:pt x="2007083" y="1278460"/>
                  </a:lnTo>
                  <a:lnTo>
                    <a:pt x="2006955" y="1278640"/>
                  </a:lnTo>
                  <a:lnTo>
                    <a:pt x="2006943" y="1278773"/>
                  </a:lnTo>
                  <a:lnTo>
                    <a:pt x="2006942" y="1278780"/>
                  </a:lnTo>
                  <a:lnTo>
                    <a:pt x="2006841" y="1278984"/>
                  </a:lnTo>
                  <a:lnTo>
                    <a:pt x="2006825" y="1278990"/>
                  </a:lnTo>
                  <a:lnTo>
                    <a:pt x="2006752" y="1279018"/>
                  </a:lnTo>
                  <a:lnTo>
                    <a:pt x="2006746" y="1279011"/>
                  </a:lnTo>
                  <a:lnTo>
                    <a:pt x="2006741" y="1279008"/>
                  </a:lnTo>
                  <a:lnTo>
                    <a:pt x="2006735" y="1279006"/>
                  </a:lnTo>
                  <a:lnTo>
                    <a:pt x="2006720" y="1279003"/>
                  </a:lnTo>
                  <a:lnTo>
                    <a:pt x="2006703" y="1279001"/>
                  </a:lnTo>
                  <a:lnTo>
                    <a:pt x="2006514" y="1279262"/>
                  </a:lnTo>
                  <a:lnTo>
                    <a:pt x="2006521" y="1279444"/>
                  </a:lnTo>
                  <a:lnTo>
                    <a:pt x="2006509" y="1279476"/>
                  </a:lnTo>
                  <a:lnTo>
                    <a:pt x="2006436" y="1279615"/>
                  </a:lnTo>
                  <a:lnTo>
                    <a:pt x="2006398" y="1279657"/>
                  </a:lnTo>
                  <a:lnTo>
                    <a:pt x="2006382" y="1279669"/>
                  </a:lnTo>
                  <a:lnTo>
                    <a:pt x="2006368" y="1279677"/>
                  </a:lnTo>
                  <a:lnTo>
                    <a:pt x="2006131" y="1279619"/>
                  </a:lnTo>
                  <a:lnTo>
                    <a:pt x="2005808" y="1279441"/>
                  </a:lnTo>
                  <a:lnTo>
                    <a:pt x="2005797" y="1279432"/>
                  </a:lnTo>
                  <a:lnTo>
                    <a:pt x="2005779" y="1279414"/>
                  </a:lnTo>
                  <a:lnTo>
                    <a:pt x="2005767" y="1279401"/>
                  </a:lnTo>
                  <a:lnTo>
                    <a:pt x="2005754" y="1279386"/>
                  </a:lnTo>
                  <a:lnTo>
                    <a:pt x="2005747" y="1279377"/>
                  </a:lnTo>
                  <a:lnTo>
                    <a:pt x="2005704" y="1279315"/>
                  </a:lnTo>
                  <a:lnTo>
                    <a:pt x="2005698" y="1279307"/>
                  </a:lnTo>
                  <a:lnTo>
                    <a:pt x="2005678" y="1279277"/>
                  </a:lnTo>
                  <a:lnTo>
                    <a:pt x="2005661" y="1279245"/>
                  </a:lnTo>
                  <a:lnTo>
                    <a:pt x="2005637" y="1279190"/>
                  </a:lnTo>
                  <a:lnTo>
                    <a:pt x="2005630" y="1279161"/>
                  </a:lnTo>
                  <a:lnTo>
                    <a:pt x="2005513" y="1278524"/>
                  </a:lnTo>
                  <a:lnTo>
                    <a:pt x="2005550" y="1278512"/>
                  </a:lnTo>
                  <a:lnTo>
                    <a:pt x="2005637" y="1278486"/>
                  </a:lnTo>
                  <a:lnTo>
                    <a:pt x="2005723" y="1278421"/>
                  </a:lnTo>
                  <a:lnTo>
                    <a:pt x="2005749" y="1278397"/>
                  </a:lnTo>
                  <a:lnTo>
                    <a:pt x="2005776" y="1278373"/>
                  </a:lnTo>
                  <a:lnTo>
                    <a:pt x="2005844" y="1278308"/>
                  </a:lnTo>
                  <a:lnTo>
                    <a:pt x="2005819" y="1278182"/>
                  </a:lnTo>
                  <a:lnTo>
                    <a:pt x="2005766" y="1278049"/>
                  </a:lnTo>
                  <a:lnTo>
                    <a:pt x="2005755" y="1278050"/>
                  </a:lnTo>
                  <a:lnTo>
                    <a:pt x="2005678" y="1278048"/>
                  </a:lnTo>
                  <a:lnTo>
                    <a:pt x="2005671" y="1278044"/>
                  </a:lnTo>
                  <a:lnTo>
                    <a:pt x="2005442" y="1277510"/>
                  </a:lnTo>
                  <a:lnTo>
                    <a:pt x="2005442" y="1277486"/>
                  </a:lnTo>
                  <a:lnTo>
                    <a:pt x="2005448" y="1277472"/>
                  </a:lnTo>
                  <a:lnTo>
                    <a:pt x="2005475" y="1277448"/>
                  </a:lnTo>
                  <a:lnTo>
                    <a:pt x="2005584" y="1277369"/>
                  </a:lnTo>
                  <a:lnTo>
                    <a:pt x="2005603" y="1277355"/>
                  </a:lnTo>
                  <a:lnTo>
                    <a:pt x="2005611" y="1277349"/>
                  </a:lnTo>
                  <a:lnTo>
                    <a:pt x="2005629" y="1277332"/>
                  </a:lnTo>
                  <a:lnTo>
                    <a:pt x="2005600" y="1277249"/>
                  </a:lnTo>
                  <a:lnTo>
                    <a:pt x="2005594" y="1277237"/>
                  </a:lnTo>
                  <a:lnTo>
                    <a:pt x="2005583" y="1277215"/>
                  </a:lnTo>
                  <a:lnTo>
                    <a:pt x="2005528" y="1277120"/>
                  </a:lnTo>
                  <a:lnTo>
                    <a:pt x="2005524" y="1277116"/>
                  </a:lnTo>
                  <a:lnTo>
                    <a:pt x="2005495" y="1277084"/>
                  </a:lnTo>
                  <a:lnTo>
                    <a:pt x="2005423" y="1277037"/>
                  </a:lnTo>
                  <a:lnTo>
                    <a:pt x="2005374" y="1277012"/>
                  </a:lnTo>
                  <a:lnTo>
                    <a:pt x="2005339" y="1276994"/>
                  </a:lnTo>
                  <a:lnTo>
                    <a:pt x="2005293" y="1276971"/>
                  </a:lnTo>
                  <a:lnTo>
                    <a:pt x="2005254" y="1276951"/>
                  </a:lnTo>
                  <a:lnTo>
                    <a:pt x="2005240" y="1276980"/>
                  </a:lnTo>
                  <a:lnTo>
                    <a:pt x="2005225" y="1277001"/>
                  </a:lnTo>
                  <a:lnTo>
                    <a:pt x="2005219" y="1277009"/>
                  </a:lnTo>
                  <a:lnTo>
                    <a:pt x="2005212" y="1277017"/>
                  </a:lnTo>
                  <a:lnTo>
                    <a:pt x="2005160" y="1277057"/>
                  </a:lnTo>
                  <a:lnTo>
                    <a:pt x="2005153" y="1277062"/>
                  </a:lnTo>
                  <a:lnTo>
                    <a:pt x="2005088" y="1277093"/>
                  </a:lnTo>
                  <a:lnTo>
                    <a:pt x="2004995" y="1277138"/>
                  </a:lnTo>
                  <a:lnTo>
                    <a:pt x="2004942" y="1277418"/>
                  </a:lnTo>
                  <a:lnTo>
                    <a:pt x="2004929" y="1277488"/>
                  </a:lnTo>
                  <a:lnTo>
                    <a:pt x="2004900" y="1277525"/>
                  </a:lnTo>
                  <a:lnTo>
                    <a:pt x="2004873" y="1277558"/>
                  </a:lnTo>
                  <a:lnTo>
                    <a:pt x="2004864" y="1277569"/>
                  </a:lnTo>
                  <a:lnTo>
                    <a:pt x="2004851" y="1277582"/>
                  </a:lnTo>
                  <a:lnTo>
                    <a:pt x="2004846" y="1277585"/>
                  </a:lnTo>
                  <a:lnTo>
                    <a:pt x="2004841" y="1277588"/>
                  </a:lnTo>
                  <a:lnTo>
                    <a:pt x="2004778" y="1277601"/>
                  </a:lnTo>
                  <a:lnTo>
                    <a:pt x="2004763" y="1277601"/>
                  </a:lnTo>
                  <a:lnTo>
                    <a:pt x="2004755" y="1277599"/>
                  </a:lnTo>
                  <a:lnTo>
                    <a:pt x="2004741" y="1277588"/>
                  </a:lnTo>
                  <a:lnTo>
                    <a:pt x="2004732" y="1277573"/>
                  </a:lnTo>
                  <a:lnTo>
                    <a:pt x="2004729" y="1277557"/>
                  </a:lnTo>
                  <a:lnTo>
                    <a:pt x="2004727" y="1277546"/>
                  </a:lnTo>
                  <a:lnTo>
                    <a:pt x="2004724" y="1277529"/>
                  </a:lnTo>
                  <a:lnTo>
                    <a:pt x="2004719" y="1277496"/>
                  </a:lnTo>
                  <a:lnTo>
                    <a:pt x="2004717" y="1277483"/>
                  </a:lnTo>
                  <a:lnTo>
                    <a:pt x="2004715" y="1277456"/>
                  </a:lnTo>
                  <a:lnTo>
                    <a:pt x="2004716" y="1277447"/>
                  </a:lnTo>
                  <a:lnTo>
                    <a:pt x="2004719" y="1277422"/>
                  </a:lnTo>
                  <a:lnTo>
                    <a:pt x="2004720" y="1277416"/>
                  </a:lnTo>
                  <a:lnTo>
                    <a:pt x="2004721" y="1277398"/>
                  </a:lnTo>
                  <a:lnTo>
                    <a:pt x="2004714" y="1277352"/>
                  </a:lnTo>
                  <a:lnTo>
                    <a:pt x="2004712" y="1277347"/>
                  </a:lnTo>
                  <a:lnTo>
                    <a:pt x="2004707" y="1277340"/>
                  </a:lnTo>
                  <a:lnTo>
                    <a:pt x="2004698" y="1277333"/>
                  </a:lnTo>
                  <a:lnTo>
                    <a:pt x="2004691" y="1277329"/>
                  </a:lnTo>
                  <a:lnTo>
                    <a:pt x="2004593" y="1277303"/>
                  </a:lnTo>
                  <a:lnTo>
                    <a:pt x="2004589" y="1277302"/>
                  </a:lnTo>
                  <a:lnTo>
                    <a:pt x="2004533" y="1277308"/>
                  </a:lnTo>
                  <a:lnTo>
                    <a:pt x="2004402" y="1277322"/>
                  </a:lnTo>
                  <a:lnTo>
                    <a:pt x="2004337" y="1277328"/>
                  </a:lnTo>
                  <a:lnTo>
                    <a:pt x="2004333" y="1277329"/>
                  </a:lnTo>
                  <a:lnTo>
                    <a:pt x="2004325" y="1277332"/>
                  </a:lnTo>
                  <a:lnTo>
                    <a:pt x="2004307" y="1277346"/>
                  </a:lnTo>
                  <a:lnTo>
                    <a:pt x="2004298" y="1277358"/>
                  </a:lnTo>
                  <a:lnTo>
                    <a:pt x="2004283" y="1277378"/>
                  </a:lnTo>
                  <a:lnTo>
                    <a:pt x="2004276" y="1277389"/>
                  </a:lnTo>
                  <a:lnTo>
                    <a:pt x="2004264" y="1277536"/>
                  </a:lnTo>
                  <a:lnTo>
                    <a:pt x="2004240" y="1277817"/>
                  </a:lnTo>
                  <a:lnTo>
                    <a:pt x="2004235" y="1277875"/>
                  </a:lnTo>
                  <a:lnTo>
                    <a:pt x="2004108" y="1278109"/>
                  </a:lnTo>
                  <a:lnTo>
                    <a:pt x="2004050" y="1278214"/>
                  </a:lnTo>
                  <a:lnTo>
                    <a:pt x="2003928" y="1278496"/>
                  </a:lnTo>
                  <a:lnTo>
                    <a:pt x="2003919" y="1278544"/>
                  </a:lnTo>
                  <a:lnTo>
                    <a:pt x="2003906" y="1278620"/>
                  </a:lnTo>
                  <a:lnTo>
                    <a:pt x="2003915" y="1278655"/>
                  </a:lnTo>
                  <a:lnTo>
                    <a:pt x="2003930" y="1278687"/>
                  </a:lnTo>
                  <a:lnTo>
                    <a:pt x="2003939" y="1278702"/>
                  </a:lnTo>
                  <a:lnTo>
                    <a:pt x="2003947" y="1278714"/>
                  </a:lnTo>
                  <a:lnTo>
                    <a:pt x="2003962" y="1278728"/>
                  </a:lnTo>
                  <a:lnTo>
                    <a:pt x="2003971" y="1278733"/>
                  </a:lnTo>
                  <a:lnTo>
                    <a:pt x="2003982" y="1278736"/>
                  </a:lnTo>
                  <a:lnTo>
                    <a:pt x="2004078" y="1278762"/>
                  </a:lnTo>
                  <a:lnTo>
                    <a:pt x="2004082" y="1278760"/>
                  </a:lnTo>
                  <a:lnTo>
                    <a:pt x="2004088" y="1278752"/>
                  </a:lnTo>
                  <a:lnTo>
                    <a:pt x="2004092" y="1278749"/>
                  </a:lnTo>
                  <a:lnTo>
                    <a:pt x="2004114" y="1278748"/>
                  </a:lnTo>
                  <a:lnTo>
                    <a:pt x="2004140" y="1278750"/>
                  </a:lnTo>
                  <a:lnTo>
                    <a:pt x="2004159" y="1278757"/>
                  </a:lnTo>
                  <a:lnTo>
                    <a:pt x="2004166" y="1278761"/>
                  </a:lnTo>
                  <a:lnTo>
                    <a:pt x="2004175" y="1278767"/>
                  </a:lnTo>
                  <a:lnTo>
                    <a:pt x="2004212" y="1278806"/>
                  </a:lnTo>
                  <a:lnTo>
                    <a:pt x="2004267" y="1278863"/>
                  </a:lnTo>
                  <a:lnTo>
                    <a:pt x="2004440" y="1279088"/>
                  </a:lnTo>
                  <a:lnTo>
                    <a:pt x="2004442" y="1279092"/>
                  </a:lnTo>
                  <a:lnTo>
                    <a:pt x="2004454" y="1279134"/>
                  </a:lnTo>
                  <a:lnTo>
                    <a:pt x="2004461" y="1279165"/>
                  </a:lnTo>
                  <a:lnTo>
                    <a:pt x="2004460" y="1279184"/>
                  </a:lnTo>
                  <a:lnTo>
                    <a:pt x="2004448" y="1279312"/>
                  </a:lnTo>
                  <a:lnTo>
                    <a:pt x="2004439" y="1279405"/>
                  </a:lnTo>
                  <a:lnTo>
                    <a:pt x="2004435" y="1279444"/>
                  </a:lnTo>
                  <a:lnTo>
                    <a:pt x="2004431" y="1279455"/>
                  </a:lnTo>
                  <a:lnTo>
                    <a:pt x="2004399" y="1279527"/>
                  </a:lnTo>
                  <a:lnTo>
                    <a:pt x="2004397" y="1279533"/>
                  </a:lnTo>
                  <a:lnTo>
                    <a:pt x="2004394" y="1279541"/>
                  </a:lnTo>
                  <a:lnTo>
                    <a:pt x="2004389" y="1279552"/>
                  </a:lnTo>
                  <a:lnTo>
                    <a:pt x="2004384" y="1279564"/>
                  </a:lnTo>
                  <a:lnTo>
                    <a:pt x="2004380" y="1279571"/>
                  </a:lnTo>
                  <a:lnTo>
                    <a:pt x="2004344" y="1279613"/>
                  </a:lnTo>
                  <a:lnTo>
                    <a:pt x="2004339" y="1279616"/>
                  </a:lnTo>
                  <a:lnTo>
                    <a:pt x="2004335" y="1279616"/>
                  </a:lnTo>
                  <a:lnTo>
                    <a:pt x="2004329" y="1279616"/>
                  </a:lnTo>
                  <a:lnTo>
                    <a:pt x="2004323" y="1279615"/>
                  </a:lnTo>
                  <a:lnTo>
                    <a:pt x="2004317" y="1279613"/>
                  </a:lnTo>
                  <a:lnTo>
                    <a:pt x="2004311" y="1279613"/>
                  </a:lnTo>
                  <a:lnTo>
                    <a:pt x="2004307" y="1279612"/>
                  </a:lnTo>
                  <a:lnTo>
                    <a:pt x="2004298" y="1279609"/>
                  </a:lnTo>
                  <a:lnTo>
                    <a:pt x="2004290" y="1279606"/>
                  </a:lnTo>
                  <a:lnTo>
                    <a:pt x="2004286" y="1279603"/>
                  </a:lnTo>
                  <a:lnTo>
                    <a:pt x="2004282" y="1279597"/>
                  </a:lnTo>
                  <a:lnTo>
                    <a:pt x="2004277" y="1279590"/>
                  </a:lnTo>
                  <a:lnTo>
                    <a:pt x="2004270" y="1279583"/>
                  </a:lnTo>
                  <a:lnTo>
                    <a:pt x="2004237" y="1279553"/>
                  </a:lnTo>
                  <a:lnTo>
                    <a:pt x="2004210" y="1279541"/>
                  </a:lnTo>
                  <a:lnTo>
                    <a:pt x="2004010" y="1279491"/>
                  </a:lnTo>
                  <a:lnTo>
                    <a:pt x="2003978" y="1279496"/>
                  </a:lnTo>
                  <a:lnTo>
                    <a:pt x="2003965" y="1279499"/>
                  </a:lnTo>
                  <a:lnTo>
                    <a:pt x="2003957" y="1279505"/>
                  </a:lnTo>
                  <a:lnTo>
                    <a:pt x="2003944" y="1279524"/>
                  </a:lnTo>
                  <a:lnTo>
                    <a:pt x="2003885" y="1279641"/>
                  </a:lnTo>
                  <a:lnTo>
                    <a:pt x="2003888" y="1279669"/>
                  </a:lnTo>
                  <a:lnTo>
                    <a:pt x="2003894" y="1279693"/>
                  </a:lnTo>
                  <a:lnTo>
                    <a:pt x="2003899" y="1279705"/>
                  </a:lnTo>
                  <a:lnTo>
                    <a:pt x="2003909" y="1279722"/>
                  </a:lnTo>
                  <a:lnTo>
                    <a:pt x="2003917" y="1279734"/>
                  </a:lnTo>
                  <a:lnTo>
                    <a:pt x="2003922" y="1279749"/>
                  </a:lnTo>
                  <a:lnTo>
                    <a:pt x="2003923" y="1279795"/>
                  </a:lnTo>
                  <a:lnTo>
                    <a:pt x="2003918" y="1279812"/>
                  </a:lnTo>
                  <a:lnTo>
                    <a:pt x="2003841" y="1279889"/>
                  </a:lnTo>
                  <a:lnTo>
                    <a:pt x="2003821" y="1279901"/>
                  </a:lnTo>
                  <a:lnTo>
                    <a:pt x="2003799" y="1279902"/>
                  </a:lnTo>
                  <a:lnTo>
                    <a:pt x="2003714" y="1279883"/>
                  </a:lnTo>
                  <a:lnTo>
                    <a:pt x="2003690" y="1279878"/>
                  </a:lnTo>
                  <a:lnTo>
                    <a:pt x="2003661" y="1279872"/>
                  </a:lnTo>
                  <a:lnTo>
                    <a:pt x="2003578" y="1279814"/>
                  </a:lnTo>
                  <a:lnTo>
                    <a:pt x="2003573" y="1279786"/>
                  </a:lnTo>
                  <a:lnTo>
                    <a:pt x="2003577" y="1279778"/>
                  </a:lnTo>
                  <a:lnTo>
                    <a:pt x="2003591" y="1279759"/>
                  </a:lnTo>
                  <a:lnTo>
                    <a:pt x="2003602" y="1279721"/>
                  </a:lnTo>
                  <a:lnTo>
                    <a:pt x="2003610" y="1279689"/>
                  </a:lnTo>
                  <a:lnTo>
                    <a:pt x="2003614" y="1279675"/>
                  </a:lnTo>
                  <a:lnTo>
                    <a:pt x="2003616" y="1279662"/>
                  </a:lnTo>
                  <a:lnTo>
                    <a:pt x="2003643" y="1279537"/>
                  </a:lnTo>
                  <a:lnTo>
                    <a:pt x="2003654" y="1279372"/>
                  </a:lnTo>
                  <a:lnTo>
                    <a:pt x="2003649" y="1279037"/>
                  </a:lnTo>
                  <a:lnTo>
                    <a:pt x="2003646" y="1279030"/>
                  </a:lnTo>
                  <a:lnTo>
                    <a:pt x="2003437" y="1278744"/>
                  </a:lnTo>
                  <a:lnTo>
                    <a:pt x="2003407" y="1278703"/>
                  </a:lnTo>
                  <a:lnTo>
                    <a:pt x="2003390" y="1278692"/>
                  </a:lnTo>
                  <a:lnTo>
                    <a:pt x="2003361" y="1278681"/>
                  </a:lnTo>
                  <a:lnTo>
                    <a:pt x="2003356" y="1278680"/>
                  </a:lnTo>
                  <a:lnTo>
                    <a:pt x="2003292" y="1278662"/>
                  </a:lnTo>
                  <a:lnTo>
                    <a:pt x="2003279" y="1278658"/>
                  </a:lnTo>
                  <a:lnTo>
                    <a:pt x="2003162" y="1278615"/>
                  </a:lnTo>
                  <a:lnTo>
                    <a:pt x="2003135" y="1278603"/>
                  </a:lnTo>
                  <a:lnTo>
                    <a:pt x="2003120" y="1278594"/>
                  </a:lnTo>
                  <a:lnTo>
                    <a:pt x="2003111" y="1278588"/>
                  </a:lnTo>
                  <a:lnTo>
                    <a:pt x="2003030" y="1278446"/>
                  </a:lnTo>
                  <a:lnTo>
                    <a:pt x="2003026" y="1278393"/>
                  </a:lnTo>
                  <a:lnTo>
                    <a:pt x="2003026" y="1278385"/>
                  </a:lnTo>
                  <a:lnTo>
                    <a:pt x="2003024" y="1278355"/>
                  </a:lnTo>
                  <a:lnTo>
                    <a:pt x="2002985" y="1278250"/>
                  </a:lnTo>
                  <a:lnTo>
                    <a:pt x="2002883" y="1278175"/>
                  </a:lnTo>
                  <a:lnTo>
                    <a:pt x="2002866" y="1278162"/>
                  </a:lnTo>
                  <a:lnTo>
                    <a:pt x="2002743" y="1278072"/>
                  </a:lnTo>
                  <a:lnTo>
                    <a:pt x="2002730" y="1278063"/>
                  </a:lnTo>
                  <a:lnTo>
                    <a:pt x="2002697" y="1278041"/>
                  </a:lnTo>
                  <a:lnTo>
                    <a:pt x="2002644" y="1278005"/>
                  </a:lnTo>
                  <a:lnTo>
                    <a:pt x="2002585" y="1277969"/>
                  </a:lnTo>
                  <a:lnTo>
                    <a:pt x="2002580" y="1277966"/>
                  </a:lnTo>
                  <a:lnTo>
                    <a:pt x="2002575" y="1277966"/>
                  </a:lnTo>
                  <a:lnTo>
                    <a:pt x="2002564" y="1277964"/>
                  </a:lnTo>
                  <a:lnTo>
                    <a:pt x="2002548" y="1277951"/>
                  </a:lnTo>
                  <a:lnTo>
                    <a:pt x="2002485" y="1277892"/>
                  </a:lnTo>
                  <a:lnTo>
                    <a:pt x="2002459" y="1277867"/>
                  </a:lnTo>
                  <a:lnTo>
                    <a:pt x="2002387" y="1277800"/>
                  </a:lnTo>
                  <a:lnTo>
                    <a:pt x="2002370" y="1277774"/>
                  </a:lnTo>
                  <a:lnTo>
                    <a:pt x="2002366" y="1277768"/>
                  </a:lnTo>
                  <a:lnTo>
                    <a:pt x="2002342" y="1277725"/>
                  </a:lnTo>
                  <a:lnTo>
                    <a:pt x="2002343" y="1277714"/>
                  </a:lnTo>
                  <a:lnTo>
                    <a:pt x="2002350" y="1277629"/>
                  </a:lnTo>
                  <a:lnTo>
                    <a:pt x="2002355" y="1277583"/>
                  </a:lnTo>
                  <a:lnTo>
                    <a:pt x="2002357" y="1277562"/>
                  </a:lnTo>
                  <a:lnTo>
                    <a:pt x="2002362" y="1277537"/>
                  </a:lnTo>
                  <a:lnTo>
                    <a:pt x="2002367" y="1277517"/>
                  </a:lnTo>
                  <a:lnTo>
                    <a:pt x="2002392" y="1277406"/>
                  </a:lnTo>
                  <a:lnTo>
                    <a:pt x="2002394" y="1277395"/>
                  </a:lnTo>
                  <a:lnTo>
                    <a:pt x="2002398" y="1277385"/>
                  </a:lnTo>
                  <a:lnTo>
                    <a:pt x="2002404" y="1277375"/>
                  </a:lnTo>
                  <a:lnTo>
                    <a:pt x="2002407" y="1277369"/>
                  </a:lnTo>
                  <a:lnTo>
                    <a:pt x="2002422" y="1277351"/>
                  </a:lnTo>
                  <a:lnTo>
                    <a:pt x="2002438" y="1277341"/>
                  </a:lnTo>
                  <a:lnTo>
                    <a:pt x="2002460" y="1277338"/>
                  </a:lnTo>
                  <a:lnTo>
                    <a:pt x="2002514" y="1277344"/>
                  </a:lnTo>
                  <a:lnTo>
                    <a:pt x="2002535" y="1277348"/>
                  </a:lnTo>
                  <a:lnTo>
                    <a:pt x="2002548" y="1277351"/>
                  </a:lnTo>
                  <a:lnTo>
                    <a:pt x="2002565" y="1277353"/>
                  </a:lnTo>
                  <a:lnTo>
                    <a:pt x="2002578" y="1277350"/>
                  </a:lnTo>
                  <a:lnTo>
                    <a:pt x="2002584" y="1277347"/>
                  </a:lnTo>
                  <a:lnTo>
                    <a:pt x="2002595" y="1277340"/>
                  </a:lnTo>
                  <a:lnTo>
                    <a:pt x="2002609" y="1277331"/>
                  </a:lnTo>
                  <a:lnTo>
                    <a:pt x="2002666" y="1277286"/>
                  </a:lnTo>
                  <a:lnTo>
                    <a:pt x="2002669" y="1277282"/>
                  </a:lnTo>
                  <a:lnTo>
                    <a:pt x="2002689" y="1277246"/>
                  </a:lnTo>
                  <a:lnTo>
                    <a:pt x="2002693" y="1277239"/>
                  </a:lnTo>
                  <a:lnTo>
                    <a:pt x="2002720" y="1277191"/>
                  </a:lnTo>
                  <a:lnTo>
                    <a:pt x="2002726" y="1277186"/>
                  </a:lnTo>
                  <a:lnTo>
                    <a:pt x="2002734" y="1277184"/>
                  </a:lnTo>
                  <a:lnTo>
                    <a:pt x="2002745" y="1277185"/>
                  </a:lnTo>
                  <a:lnTo>
                    <a:pt x="2002751" y="1277186"/>
                  </a:lnTo>
                  <a:lnTo>
                    <a:pt x="2002779" y="1277190"/>
                  </a:lnTo>
                  <a:lnTo>
                    <a:pt x="2002793" y="1277195"/>
                  </a:lnTo>
                  <a:lnTo>
                    <a:pt x="2002797" y="1277197"/>
                  </a:lnTo>
                  <a:lnTo>
                    <a:pt x="2002807" y="1277202"/>
                  </a:lnTo>
                  <a:lnTo>
                    <a:pt x="2002810" y="1277225"/>
                  </a:lnTo>
                  <a:lnTo>
                    <a:pt x="2002811" y="1277237"/>
                  </a:lnTo>
                  <a:lnTo>
                    <a:pt x="2002811" y="1277247"/>
                  </a:lnTo>
                  <a:lnTo>
                    <a:pt x="2002811" y="1277256"/>
                  </a:lnTo>
                  <a:lnTo>
                    <a:pt x="2002818" y="1277258"/>
                  </a:lnTo>
                  <a:lnTo>
                    <a:pt x="2002827" y="1277261"/>
                  </a:lnTo>
                  <a:lnTo>
                    <a:pt x="2002835" y="1277258"/>
                  </a:lnTo>
                  <a:lnTo>
                    <a:pt x="2002840" y="1277253"/>
                  </a:lnTo>
                  <a:lnTo>
                    <a:pt x="2002848" y="1277245"/>
                  </a:lnTo>
                  <a:lnTo>
                    <a:pt x="2002854" y="1277243"/>
                  </a:lnTo>
                  <a:lnTo>
                    <a:pt x="2002862" y="1277241"/>
                  </a:lnTo>
                  <a:lnTo>
                    <a:pt x="2002876" y="1277238"/>
                  </a:lnTo>
                  <a:lnTo>
                    <a:pt x="2002885" y="1277236"/>
                  </a:lnTo>
                  <a:lnTo>
                    <a:pt x="2002899" y="1277233"/>
                  </a:lnTo>
                  <a:lnTo>
                    <a:pt x="2002916" y="1277233"/>
                  </a:lnTo>
                  <a:lnTo>
                    <a:pt x="2002935" y="1277232"/>
                  </a:lnTo>
                  <a:lnTo>
                    <a:pt x="2002949" y="1277231"/>
                  </a:lnTo>
                  <a:lnTo>
                    <a:pt x="2002972" y="1277230"/>
                  </a:lnTo>
                  <a:lnTo>
                    <a:pt x="2002978" y="1277231"/>
                  </a:lnTo>
                  <a:lnTo>
                    <a:pt x="2003015" y="1277233"/>
                  </a:lnTo>
                  <a:lnTo>
                    <a:pt x="2003029" y="1277226"/>
                  </a:lnTo>
                  <a:lnTo>
                    <a:pt x="2003028" y="1277215"/>
                  </a:lnTo>
                  <a:lnTo>
                    <a:pt x="2003027" y="1277210"/>
                  </a:lnTo>
                  <a:lnTo>
                    <a:pt x="2003020" y="1277199"/>
                  </a:lnTo>
                  <a:lnTo>
                    <a:pt x="2003015" y="1277198"/>
                  </a:lnTo>
                  <a:lnTo>
                    <a:pt x="2003005" y="1277198"/>
                  </a:lnTo>
                  <a:lnTo>
                    <a:pt x="2002946" y="1277200"/>
                  </a:lnTo>
                  <a:lnTo>
                    <a:pt x="2002929" y="1277201"/>
                  </a:lnTo>
                  <a:lnTo>
                    <a:pt x="2002890" y="1277202"/>
                  </a:lnTo>
                  <a:lnTo>
                    <a:pt x="2002886" y="1277200"/>
                  </a:lnTo>
                  <a:lnTo>
                    <a:pt x="2002880" y="1277196"/>
                  </a:lnTo>
                  <a:lnTo>
                    <a:pt x="2002875" y="1277193"/>
                  </a:lnTo>
                  <a:lnTo>
                    <a:pt x="2002827" y="1277162"/>
                  </a:lnTo>
                  <a:lnTo>
                    <a:pt x="2002793" y="1277140"/>
                  </a:lnTo>
                  <a:lnTo>
                    <a:pt x="2002777" y="1277131"/>
                  </a:lnTo>
                  <a:lnTo>
                    <a:pt x="2002769" y="1277125"/>
                  </a:lnTo>
                  <a:lnTo>
                    <a:pt x="2002768" y="1277118"/>
                  </a:lnTo>
                  <a:lnTo>
                    <a:pt x="2002767" y="1277111"/>
                  </a:lnTo>
                  <a:lnTo>
                    <a:pt x="2002771" y="1277101"/>
                  </a:lnTo>
                  <a:lnTo>
                    <a:pt x="2002906" y="1276858"/>
                  </a:lnTo>
                  <a:lnTo>
                    <a:pt x="2002909" y="1276847"/>
                  </a:lnTo>
                  <a:lnTo>
                    <a:pt x="2002950" y="1276700"/>
                  </a:lnTo>
                  <a:lnTo>
                    <a:pt x="2002947" y="1276680"/>
                  </a:lnTo>
                  <a:lnTo>
                    <a:pt x="2002919" y="1276645"/>
                  </a:lnTo>
                  <a:lnTo>
                    <a:pt x="2002882" y="1276598"/>
                  </a:lnTo>
                  <a:lnTo>
                    <a:pt x="2002679" y="1276344"/>
                  </a:lnTo>
                  <a:lnTo>
                    <a:pt x="2002611" y="1276278"/>
                  </a:lnTo>
                  <a:lnTo>
                    <a:pt x="2002556" y="1276226"/>
                  </a:lnTo>
                  <a:lnTo>
                    <a:pt x="2002541" y="1276217"/>
                  </a:lnTo>
                  <a:lnTo>
                    <a:pt x="2002511" y="1276209"/>
                  </a:lnTo>
                  <a:lnTo>
                    <a:pt x="2002495" y="1276208"/>
                  </a:lnTo>
                  <a:lnTo>
                    <a:pt x="2002481" y="1276212"/>
                  </a:lnTo>
                  <a:lnTo>
                    <a:pt x="2002392" y="1276245"/>
                  </a:lnTo>
                  <a:lnTo>
                    <a:pt x="2002321" y="1276291"/>
                  </a:lnTo>
                  <a:lnTo>
                    <a:pt x="2002298" y="1276305"/>
                  </a:lnTo>
                  <a:lnTo>
                    <a:pt x="2002105" y="1276409"/>
                  </a:lnTo>
                  <a:lnTo>
                    <a:pt x="2002094" y="1276408"/>
                  </a:lnTo>
                  <a:lnTo>
                    <a:pt x="2002079" y="1276395"/>
                  </a:lnTo>
                  <a:lnTo>
                    <a:pt x="2002015" y="1276322"/>
                  </a:lnTo>
                  <a:lnTo>
                    <a:pt x="2002013" y="1276267"/>
                  </a:lnTo>
                  <a:lnTo>
                    <a:pt x="2002025" y="1276261"/>
                  </a:lnTo>
                  <a:lnTo>
                    <a:pt x="2002050" y="1276252"/>
                  </a:lnTo>
                  <a:lnTo>
                    <a:pt x="2002123" y="1276203"/>
                  </a:lnTo>
                  <a:lnTo>
                    <a:pt x="2002200" y="1276112"/>
                  </a:lnTo>
                  <a:lnTo>
                    <a:pt x="2002187" y="1276092"/>
                  </a:lnTo>
                  <a:lnTo>
                    <a:pt x="2002121" y="1276015"/>
                  </a:lnTo>
                  <a:lnTo>
                    <a:pt x="2002111" y="1276009"/>
                  </a:lnTo>
                  <a:lnTo>
                    <a:pt x="2002104" y="1276006"/>
                  </a:lnTo>
                  <a:lnTo>
                    <a:pt x="2001991" y="1275979"/>
                  </a:lnTo>
                  <a:lnTo>
                    <a:pt x="2001969" y="1275981"/>
                  </a:lnTo>
                  <a:lnTo>
                    <a:pt x="2001926" y="1275991"/>
                  </a:lnTo>
                  <a:lnTo>
                    <a:pt x="2001908" y="1275997"/>
                  </a:lnTo>
                  <a:lnTo>
                    <a:pt x="2001877" y="1276012"/>
                  </a:lnTo>
                  <a:lnTo>
                    <a:pt x="2001840" y="1276030"/>
                  </a:lnTo>
                  <a:lnTo>
                    <a:pt x="2001803" y="1276036"/>
                  </a:lnTo>
                  <a:lnTo>
                    <a:pt x="2001772" y="1276033"/>
                  </a:lnTo>
                  <a:lnTo>
                    <a:pt x="2001737" y="1276023"/>
                  </a:lnTo>
                  <a:lnTo>
                    <a:pt x="2001707" y="1276013"/>
                  </a:lnTo>
                  <a:lnTo>
                    <a:pt x="2001651" y="1275971"/>
                  </a:lnTo>
                  <a:lnTo>
                    <a:pt x="2001641" y="1275956"/>
                  </a:lnTo>
                  <a:lnTo>
                    <a:pt x="2001627" y="1275924"/>
                  </a:lnTo>
                  <a:lnTo>
                    <a:pt x="2001620" y="1275894"/>
                  </a:lnTo>
                  <a:lnTo>
                    <a:pt x="2001615" y="1275875"/>
                  </a:lnTo>
                  <a:lnTo>
                    <a:pt x="2001616" y="1275867"/>
                  </a:lnTo>
                  <a:lnTo>
                    <a:pt x="2001628" y="1275808"/>
                  </a:lnTo>
                  <a:lnTo>
                    <a:pt x="2001633" y="1275794"/>
                  </a:lnTo>
                  <a:lnTo>
                    <a:pt x="2001640" y="1275786"/>
                  </a:lnTo>
                  <a:lnTo>
                    <a:pt x="2001655" y="1275765"/>
                  </a:lnTo>
                  <a:lnTo>
                    <a:pt x="2001664" y="1275746"/>
                  </a:lnTo>
                  <a:lnTo>
                    <a:pt x="2001667" y="1275737"/>
                  </a:lnTo>
                  <a:lnTo>
                    <a:pt x="2001668" y="1275725"/>
                  </a:lnTo>
                  <a:lnTo>
                    <a:pt x="2001669" y="1275694"/>
                  </a:lnTo>
                  <a:lnTo>
                    <a:pt x="2001659" y="1275670"/>
                  </a:lnTo>
                  <a:lnTo>
                    <a:pt x="2001655" y="1275667"/>
                  </a:lnTo>
                  <a:lnTo>
                    <a:pt x="2001579" y="1275623"/>
                  </a:lnTo>
                  <a:lnTo>
                    <a:pt x="2001565" y="1275622"/>
                  </a:lnTo>
                  <a:lnTo>
                    <a:pt x="2001491" y="1275639"/>
                  </a:lnTo>
                  <a:lnTo>
                    <a:pt x="2000971" y="1275772"/>
                  </a:lnTo>
                  <a:lnTo>
                    <a:pt x="2000843" y="1275872"/>
                  </a:lnTo>
                  <a:lnTo>
                    <a:pt x="2000668" y="1276050"/>
                  </a:lnTo>
                  <a:lnTo>
                    <a:pt x="2000655" y="1276064"/>
                  </a:lnTo>
                  <a:lnTo>
                    <a:pt x="2000641" y="1276081"/>
                  </a:lnTo>
                  <a:lnTo>
                    <a:pt x="2000598" y="1276187"/>
                  </a:lnTo>
                  <a:lnTo>
                    <a:pt x="2000587" y="1276225"/>
                  </a:lnTo>
                  <a:lnTo>
                    <a:pt x="2000590" y="1276276"/>
                  </a:lnTo>
                  <a:lnTo>
                    <a:pt x="2000599" y="1276303"/>
                  </a:lnTo>
                  <a:lnTo>
                    <a:pt x="2000579" y="1276335"/>
                  </a:lnTo>
                  <a:lnTo>
                    <a:pt x="2000571" y="1276340"/>
                  </a:lnTo>
                  <a:lnTo>
                    <a:pt x="2000457" y="1276399"/>
                  </a:lnTo>
                  <a:lnTo>
                    <a:pt x="2000452" y="1276400"/>
                  </a:lnTo>
                  <a:lnTo>
                    <a:pt x="2000445" y="1276401"/>
                  </a:lnTo>
                  <a:lnTo>
                    <a:pt x="2000245" y="1276392"/>
                  </a:lnTo>
                  <a:lnTo>
                    <a:pt x="2000083" y="1276283"/>
                  </a:lnTo>
                  <a:lnTo>
                    <a:pt x="2000079" y="1276277"/>
                  </a:lnTo>
                  <a:lnTo>
                    <a:pt x="2000072" y="1276265"/>
                  </a:lnTo>
                  <a:lnTo>
                    <a:pt x="2000055" y="1276217"/>
                  </a:lnTo>
                  <a:lnTo>
                    <a:pt x="2000050" y="1276205"/>
                  </a:lnTo>
                  <a:lnTo>
                    <a:pt x="2000029" y="1276106"/>
                  </a:lnTo>
                  <a:lnTo>
                    <a:pt x="2000025" y="1276085"/>
                  </a:lnTo>
                  <a:lnTo>
                    <a:pt x="2000024" y="1276068"/>
                  </a:lnTo>
                  <a:lnTo>
                    <a:pt x="2000023" y="1276039"/>
                  </a:lnTo>
                  <a:lnTo>
                    <a:pt x="2000029" y="1275962"/>
                  </a:lnTo>
                  <a:lnTo>
                    <a:pt x="2000033" y="1275936"/>
                  </a:lnTo>
                  <a:lnTo>
                    <a:pt x="1999923" y="1275892"/>
                  </a:lnTo>
                  <a:lnTo>
                    <a:pt x="1999917" y="1275890"/>
                  </a:lnTo>
                  <a:lnTo>
                    <a:pt x="1999882" y="1275876"/>
                  </a:lnTo>
                  <a:lnTo>
                    <a:pt x="1999852" y="1275874"/>
                  </a:lnTo>
                  <a:lnTo>
                    <a:pt x="1999722" y="1275941"/>
                  </a:lnTo>
                  <a:lnTo>
                    <a:pt x="1999709" y="1275951"/>
                  </a:lnTo>
                  <a:lnTo>
                    <a:pt x="1999682" y="1275973"/>
                  </a:lnTo>
                  <a:lnTo>
                    <a:pt x="1999669" y="1275989"/>
                  </a:lnTo>
                  <a:lnTo>
                    <a:pt x="1999652" y="1276023"/>
                  </a:lnTo>
                  <a:lnTo>
                    <a:pt x="1999634" y="1276064"/>
                  </a:lnTo>
                  <a:lnTo>
                    <a:pt x="1999633" y="1276077"/>
                  </a:lnTo>
                  <a:lnTo>
                    <a:pt x="1999630" y="1276118"/>
                  </a:lnTo>
                  <a:lnTo>
                    <a:pt x="1999630" y="1276134"/>
                  </a:lnTo>
                  <a:lnTo>
                    <a:pt x="1999667" y="1276173"/>
                  </a:lnTo>
                  <a:lnTo>
                    <a:pt x="1999654" y="1276190"/>
                  </a:lnTo>
                  <a:lnTo>
                    <a:pt x="1999560" y="1276267"/>
                  </a:lnTo>
                  <a:lnTo>
                    <a:pt x="1999389" y="1276389"/>
                  </a:lnTo>
                  <a:lnTo>
                    <a:pt x="1999029" y="1276634"/>
                  </a:lnTo>
                  <a:lnTo>
                    <a:pt x="1998927" y="1276673"/>
                  </a:lnTo>
                  <a:lnTo>
                    <a:pt x="1998898" y="1276654"/>
                  </a:lnTo>
                  <a:lnTo>
                    <a:pt x="1998844" y="1276577"/>
                  </a:lnTo>
                  <a:lnTo>
                    <a:pt x="1998836" y="1276566"/>
                  </a:lnTo>
                  <a:lnTo>
                    <a:pt x="1998498" y="1276018"/>
                  </a:lnTo>
                  <a:lnTo>
                    <a:pt x="1998549" y="1275971"/>
                  </a:lnTo>
                  <a:lnTo>
                    <a:pt x="1998582" y="1275924"/>
                  </a:lnTo>
                  <a:lnTo>
                    <a:pt x="1998600" y="1275899"/>
                  </a:lnTo>
                  <a:lnTo>
                    <a:pt x="1998615" y="1275872"/>
                  </a:lnTo>
                  <a:lnTo>
                    <a:pt x="1998697" y="1275670"/>
                  </a:lnTo>
                  <a:lnTo>
                    <a:pt x="1998694" y="1275654"/>
                  </a:lnTo>
                  <a:lnTo>
                    <a:pt x="1998685" y="1275636"/>
                  </a:lnTo>
                  <a:lnTo>
                    <a:pt x="1998680" y="1275629"/>
                  </a:lnTo>
                  <a:lnTo>
                    <a:pt x="1998675" y="1275624"/>
                  </a:lnTo>
                  <a:lnTo>
                    <a:pt x="1998576" y="1275616"/>
                  </a:lnTo>
                  <a:lnTo>
                    <a:pt x="1998565" y="1275608"/>
                  </a:lnTo>
                  <a:lnTo>
                    <a:pt x="1998558" y="1275585"/>
                  </a:lnTo>
                  <a:lnTo>
                    <a:pt x="1998536" y="1275518"/>
                  </a:lnTo>
                  <a:lnTo>
                    <a:pt x="1998492" y="1275378"/>
                  </a:lnTo>
                  <a:lnTo>
                    <a:pt x="1998464" y="1275286"/>
                  </a:lnTo>
                  <a:lnTo>
                    <a:pt x="1998460" y="1275274"/>
                  </a:lnTo>
                  <a:lnTo>
                    <a:pt x="1998435" y="1275193"/>
                  </a:lnTo>
                  <a:lnTo>
                    <a:pt x="1998435" y="1275179"/>
                  </a:lnTo>
                  <a:lnTo>
                    <a:pt x="1998439" y="1275171"/>
                  </a:lnTo>
                  <a:lnTo>
                    <a:pt x="1998449" y="1275161"/>
                  </a:lnTo>
                  <a:lnTo>
                    <a:pt x="1998769" y="1274827"/>
                  </a:lnTo>
                  <a:lnTo>
                    <a:pt x="1998776" y="1274796"/>
                  </a:lnTo>
                  <a:lnTo>
                    <a:pt x="1998804" y="1274675"/>
                  </a:lnTo>
                  <a:lnTo>
                    <a:pt x="1998915" y="1274511"/>
                  </a:lnTo>
                  <a:lnTo>
                    <a:pt x="1999018" y="1274386"/>
                  </a:lnTo>
                  <a:lnTo>
                    <a:pt x="1999102" y="1274326"/>
                  </a:lnTo>
                  <a:lnTo>
                    <a:pt x="1999107" y="1274323"/>
                  </a:lnTo>
                  <a:lnTo>
                    <a:pt x="1999132" y="1274305"/>
                  </a:lnTo>
                  <a:lnTo>
                    <a:pt x="1999141" y="1274302"/>
                  </a:lnTo>
                  <a:lnTo>
                    <a:pt x="1999159" y="1274300"/>
                  </a:lnTo>
                  <a:lnTo>
                    <a:pt x="1999164" y="1274301"/>
                  </a:lnTo>
                  <a:lnTo>
                    <a:pt x="1999170" y="1274306"/>
                  </a:lnTo>
                  <a:lnTo>
                    <a:pt x="1999174" y="1274311"/>
                  </a:lnTo>
                  <a:lnTo>
                    <a:pt x="1999179" y="1274323"/>
                  </a:lnTo>
                  <a:lnTo>
                    <a:pt x="1999204" y="1274347"/>
                  </a:lnTo>
                  <a:lnTo>
                    <a:pt x="1999211" y="1274349"/>
                  </a:lnTo>
                  <a:lnTo>
                    <a:pt x="1999369" y="1274253"/>
                  </a:lnTo>
                  <a:lnTo>
                    <a:pt x="1999398" y="1274165"/>
                  </a:lnTo>
                  <a:lnTo>
                    <a:pt x="1999421" y="1274084"/>
                  </a:lnTo>
                  <a:lnTo>
                    <a:pt x="1999544" y="1273935"/>
                  </a:lnTo>
                  <a:lnTo>
                    <a:pt x="1999717" y="1273817"/>
                  </a:lnTo>
                  <a:lnTo>
                    <a:pt x="1999950" y="1273675"/>
                  </a:lnTo>
                  <a:lnTo>
                    <a:pt x="1999910" y="1273630"/>
                  </a:lnTo>
                  <a:lnTo>
                    <a:pt x="1999888" y="1273608"/>
                  </a:lnTo>
                  <a:lnTo>
                    <a:pt x="1999867" y="1273624"/>
                  </a:lnTo>
                  <a:lnTo>
                    <a:pt x="1999828" y="1273654"/>
                  </a:lnTo>
                  <a:lnTo>
                    <a:pt x="1999620" y="1273785"/>
                  </a:lnTo>
                  <a:lnTo>
                    <a:pt x="1999539" y="1273822"/>
                  </a:lnTo>
                  <a:lnTo>
                    <a:pt x="1999226" y="1274058"/>
                  </a:lnTo>
                  <a:lnTo>
                    <a:pt x="1999215" y="1274076"/>
                  </a:lnTo>
                  <a:lnTo>
                    <a:pt x="1999195" y="1274095"/>
                  </a:lnTo>
                  <a:lnTo>
                    <a:pt x="1999165" y="1274124"/>
                  </a:lnTo>
                  <a:lnTo>
                    <a:pt x="1999107" y="1274154"/>
                  </a:lnTo>
                  <a:lnTo>
                    <a:pt x="1998610" y="1274413"/>
                  </a:lnTo>
                  <a:lnTo>
                    <a:pt x="1998479" y="1274463"/>
                  </a:lnTo>
                  <a:lnTo>
                    <a:pt x="1998414" y="1274442"/>
                  </a:lnTo>
                  <a:lnTo>
                    <a:pt x="1998395" y="1274433"/>
                  </a:lnTo>
                  <a:lnTo>
                    <a:pt x="1998319" y="1274288"/>
                  </a:lnTo>
                  <a:lnTo>
                    <a:pt x="1998354" y="1274231"/>
                  </a:lnTo>
                  <a:lnTo>
                    <a:pt x="1998368" y="1274210"/>
                  </a:lnTo>
                  <a:lnTo>
                    <a:pt x="1998382" y="1274196"/>
                  </a:lnTo>
                  <a:lnTo>
                    <a:pt x="1998393" y="1274186"/>
                  </a:lnTo>
                  <a:lnTo>
                    <a:pt x="1998409" y="1274183"/>
                  </a:lnTo>
                  <a:lnTo>
                    <a:pt x="1998421" y="1274185"/>
                  </a:lnTo>
                  <a:lnTo>
                    <a:pt x="1998432" y="1274191"/>
                  </a:lnTo>
                  <a:lnTo>
                    <a:pt x="1998441" y="1274194"/>
                  </a:lnTo>
                  <a:lnTo>
                    <a:pt x="1998449" y="1274196"/>
                  </a:lnTo>
                  <a:lnTo>
                    <a:pt x="1998470" y="1274193"/>
                  </a:lnTo>
                  <a:lnTo>
                    <a:pt x="1998507" y="1274162"/>
                  </a:lnTo>
                  <a:lnTo>
                    <a:pt x="1998592" y="1274084"/>
                  </a:lnTo>
                  <a:lnTo>
                    <a:pt x="1998622" y="1274049"/>
                  </a:lnTo>
                  <a:lnTo>
                    <a:pt x="1998654" y="1273994"/>
                  </a:lnTo>
                  <a:lnTo>
                    <a:pt x="1998634" y="1273941"/>
                  </a:lnTo>
                  <a:lnTo>
                    <a:pt x="1998529" y="1273807"/>
                  </a:lnTo>
                  <a:lnTo>
                    <a:pt x="1998410" y="1273694"/>
                  </a:lnTo>
                  <a:lnTo>
                    <a:pt x="1998250" y="1273543"/>
                  </a:lnTo>
                  <a:lnTo>
                    <a:pt x="1998188" y="1273484"/>
                  </a:lnTo>
                  <a:lnTo>
                    <a:pt x="1998177" y="1273478"/>
                  </a:lnTo>
                  <a:lnTo>
                    <a:pt x="1998170" y="1273478"/>
                  </a:lnTo>
                  <a:lnTo>
                    <a:pt x="1998153" y="1273479"/>
                  </a:lnTo>
                  <a:lnTo>
                    <a:pt x="1998133" y="1273479"/>
                  </a:lnTo>
                  <a:lnTo>
                    <a:pt x="1998026" y="1273564"/>
                  </a:lnTo>
                  <a:lnTo>
                    <a:pt x="1997867" y="1273643"/>
                  </a:lnTo>
                  <a:lnTo>
                    <a:pt x="1997883" y="1273857"/>
                  </a:lnTo>
                  <a:lnTo>
                    <a:pt x="1997912" y="1273909"/>
                  </a:lnTo>
                  <a:lnTo>
                    <a:pt x="1997915" y="1273915"/>
                  </a:lnTo>
                  <a:lnTo>
                    <a:pt x="1997937" y="1273991"/>
                  </a:lnTo>
                  <a:lnTo>
                    <a:pt x="1997937" y="1274001"/>
                  </a:lnTo>
                  <a:lnTo>
                    <a:pt x="1997930" y="1274011"/>
                  </a:lnTo>
                  <a:lnTo>
                    <a:pt x="1997808" y="1274158"/>
                  </a:lnTo>
                  <a:lnTo>
                    <a:pt x="1997725" y="1274317"/>
                  </a:lnTo>
                  <a:lnTo>
                    <a:pt x="1997697" y="1274411"/>
                  </a:lnTo>
                  <a:lnTo>
                    <a:pt x="1997704" y="1274428"/>
                  </a:lnTo>
                  <a:lnTo>
                    <a:pt x="1997714" y="1274455"/>
                  </a:lnTo>
                  <a:lnTo>
                    <a:pt x="1997726" y="1274480"/>
                  </a:lnTo>
                  <a:lnTo>
                    <a:pt x="1997767" y="1274509"/>
                  </a:lnTo>
                  <a:lnTo>
                    <a:pt x="1997829" y="1274523"/>
                  </a:lnTo>
                  <a:lnTo>
                    <a:pt x="1997834" y="1274523"/>
                  </a:lnTo>
                  <a:lnTo>
                    <a:pt x="1997841" y="1274523"/>
                  </a:lnTo>
                  <a:lnTo>
                    <a:pt x="1997870" y="1274520"/>
                  </a:lnTo>
                  <a:lnTo>
                    <a:pt x="1997894" y="1274509"/>
                  </a:lnTo>
                  <a:lnTo>
                    <a:pt x="1997912" y="1274498"/>
                  </a:lnTo>
                  <a:lnTo>
                    <a:pt x="1997938" y="1274489"/>
                  </a:lnTo>
                  <a:lnTo>
                    <a:pt x="1997999" y="1274490"/>
                  </a:lnTo>
                  <a:lnTo>
                    <a:pt x="1998006" y="1274492"/>
                  </a:lnTo>
                  <a:lnTo>
                    <a:pt x="1998056" y="1274507"/>
                  </a:lnTo>
                  <a:lnTo>
                    <a:pt x="1998190" y="1274580"/>
                  </a:lnTo>
                  <a:lnTo>
                    <a:pt x="1998195" y="1274583"/>
                  </a:lnTo>
                  <a:lnTo>
                    <a:pt x="1998201" y="1274588"/>
                  </a:lnTo>
                  <a:lnTo>
                    <a:pt x="1998204" y="1274593"/>
                  </a:lnTo>
                  <a:lnTo>
                    <a:pt x="1998206" y="1274601"/>
                  </a:lnTo>
                  <a:lnTo>
                    <a:pt x="1998224" y="1274646"/>
                  </a:lnTo>
                  <a:lnTo>
                    <a:pt x="1998259" y="1274788"/>
                  </a:lnTo>
                  <a:lnTo>
                    <a:pt x="1998260" y="1274794"/>
                  </a:lnTo>
                  <a:lnTo>
                    <a:pt x="1998259" y="1274800"/>
                  </a:lnTo>
                  <a:lnTo>
                    <a:pt x="1998248" y="1274871"/>
                  </a:lnTo>
                  <a:lnTo>
                    <a:pt x="1998246" y="1274876"/>
                  </a:lnTo>
                  <a:lnTo>
                    <a:pt x="1998242" y="1274881"/>
                  </a:lnTo>
                  <a:lnTo>
                    <a:pt x="1998233" y="1274891"/>
                  </a:lnTo>
                  <a:lnTo>
                    <a:pt x="1998215" y="1274904"/>
                  </a:lnTo>
                  <a:lnTo>
                    <a:pt x="1998203" y="1274907"/>
                  </a:lnTo>
                  <a:lnTo>
                    <a:pt x="1998196" y="1274905"/>
                  </a:lnTo>
                  <a:lnTo>
                    <a:pt x="1998193" y="1274899"/>
                  </a:lnTo>
                  <a:lnTo>
                    <a:pt x="1998187" y="1274885"/>
                  </a:lnTo>
                  <a:lnTo>
                    <a:pt x="1998185" y="1274879"/>
                  </a:lnTo>
                  <a:lnTo>
                    <a:pt x="1998182" y="1274873"/>
                  </a:lnTo>
                  <a:lnTo>
                    <a:pt x="1998163" y="1274846"/>
                  </a:lnTo>
                  <a:lnTo>
                    <a:pt x="1998155" y="1274838"/>
                  </a:lnTo>
                  <a:lnTo>
                    <a:pt x="1998141" y="1274836"/>
                  </a:lnTo>
                  <a:lnTo>
                    <a:pt x="1998129" y="1274836"/>
                  </a:lnTo>
                  <a:lnTo>
                    <a:pt x="1998047" y="1274878"/>
                  </a:lnTo>
                  <a:lnTo>
                    <a:pt x="1998033" y="1274888"/>
                  </a:lnTo>
                  <a:lnTo>
                    <a:pt x="1997982" y="1274956"/>
                  </a:lnTo>
                  <a:lnTo>
                    <a:pt x="1997959" y="1274987"/>
                  </a:lnTo>
                  <a:lnTo>
                    <a:pt x="1997952" y="1274997"/>
                  </a:lnTo>
                  <a:lnTo>
                    <a:pt x="1997869" y="1275108"/>
                  </a:lnTo>
                  <a:lnTo>
                    <a:pt x="1997832" y="1275156"/>
                  </a:lnTo>
                  <a:lnTo>
                    <a:pt x="1997799" y="1275198"/>
                  </a:lnTo>
                  <a:lnTo>
                    <a:pt x="1997655" y="1275348"/>
                  </a:lnTo>
                  <a:lnTo>
                    <a:pt x="1997645" y="1275347"/>
                  </a:lnTo>
                  <a:lnTo>
                    <a:pt x="1997481" y="1275334"/>
                  </a:lnTo>
                  <a:lnTo>
                    <a:pt x="1997470" y="1275325"/>
                  </a:lnTo>
                  <a:lnTo>
                    <a:pt x="1997460" y="1275312"/>
                  </a:lnTo>
                  <a:lnTo>
                    <a:pt x="1997454" y="1275297"/>
                  </a:lnTo>
                  <a:lnTo>
                    <a:pt x="1997376" y="1275147"/>
                  </a:lnTo>
                  <a:lnTo>
                    <a:pt x="1997284" y="1274975"/>
                  </a:lnTo>
                  <a:lnTo>
                    <a:pt x="1997188" y="1274851"/>
                  </a:lnTo>
                  <a:lnTo>
                    <a:pt x="1997180" y="1274841"/>
                  </a:lnTo>
                  <a:lnTo>
                    <a:pt x="1997053" y="1274679"/>
                  </a:lnTo>
                  <a:lnTo>
                    <a:pt x="1997038" y="1274677"/>
                  </a:lnTo>
                  <a:lnTo>
                    <a:pt x="1997033" y="1274674"/>
                  </a:lnTo>
                  <a:lnTo>
                    <a:pt x="1997027" y="1274647"/>
                  </a:lnTo>
                  <a:lnTo>
                    <a:pt x="1997030" y="1274637"/>
                  </a:lnTo>
                  <a:lnTo>
                    <a:pt x="1997044" y="1274599"/>
                  </a:lnTo>
                  <a:lnTo>
                    <a:pt x="1997163" y="1274365"/>
                  </a:lnTo>
                  <a:lnTo>
                    <a:pt x="1997189" y="1274315"/>
                  </a:lnTo>
                  <a:lnTo>
                    <a:pt x="1997269" y="1274256"/>
                  </a:lnTo>
                  <a:lnTo>
                    <a:pt x="1997340" y="1274185"/>
                  </a:lnTo>
                  <a:lnTo>
                    <a:pt x="1997341" y="1274153"/>
                  </a:lnTo>
                  <a:lnTo>
                    <a:pt x="1997142" y="1273936"/>
                  </a:lnTo>
                  <a:lnTo>
                    <a:pt x="1997044" y="1273882"/>
                  </a:lnTo>
                  <a:lnTo>
                    <a:pt x="1997007" y="1273806"/>
                  </a:lnTo>
                  <a:lnTo>
                    <a:pt x="1996872" y="1273372"/>
                  </a:lnTo>
                  <a:lnTo>
                    <a:pt x="1996606" y="1273184"/>
                  </a:lnTo>
                  <a:lnTo>
                    <a:pt x="1996547" y="1273121"/>
                  </a:lnTo>
                  <a:lnTo>
                    <a:pt x="1996399" y="1272964"/>
                  </a:lnTo>
                  <a:lnTo>
                    <a:pt x="1996341" y="1272902"/>
                  </a:lnTo>
                  <a:lnTo>
                    <a:pt x="1996333" y="1272842"/>
                  </a:lnTo>
                  <a:lnTo>
                    <a:pt x="1996298" y="1272765"/>
                  </a:lnTo>
                  <a:lnTo>
                    <a:pt x="1996293" y="1272755"/>
                  </a:lnTo>
                  <a:lnTo>
                    <a:pt x="1996252" y="1272719"/>
                  </a:lnTo>
                  <a:lnTo>
                    <a:pt x="1996240" y="1272709"/>
                  </a:lnTo>
                  <a:lnTo>
                    <a:pt x="1996210" y="1272689"/>
                  </a:lnTo>
                  <a:lnTo>
                    <a:pt x="1996170" y="1272662"/>
                  </a:lnTo>
                  <a:lnTo>
                    <a:pt x="1996051" y="1272653"/>
                  </a:lnTo>
                  <a:lnTo>
                    <a:pt x="1996042" y="1272652"/>
                  </a:lnTo>
                  <a:lnTo>
                    <a:pt x="1996002" y="1272649"/>
                  </a:lnTo>
                  <a:lnTo>
                    <a:pt x="1995933" y="1272643"/>
                  </a:lnTo>
                  <a:lnTo>
                    <a:pt x="1995894" y="1272640"/>
                  </a:lnTo>
                  <a:lnTo>
                    <a:pt x="1995800" y="1272633"/>
                  </a:lnTo>
                  <a:lnTo>
                    <a:pt x="1995782" y="1272631"/>
                  </a:lnTo>
                  <a:lnTo>
                    <a:pt x="1995772" y="1272630"/>
                  </a:lnTo>
                  <a:lnTo>
                    <a:pt x="1995766" y="1272630"/>
                  </a:lnTo>
                  <a:lnTo>
                    <a:pt x="1995760" y="1272631"/>
                  </a:lnTo>
                  <a:lnTo>
                    <a:pt x="1995755" y="1272631"/>
                  </a:lnTo>
                  <a:lnTo>
                    <a:pt x="1995735" y="1272633"/>
                  </a:lnTo>
                  <a:lnTo>
                    <a:pt x="1995712" y="1272674"/>
                  </a:lnTo>
                  <a:lnTo>
                    <a:pt x="1995701" y="1272695"/>
                  </a:lnTo>
                  <a:lnTo>
                    <a:pt x="1995696" y="1272703"/>
                  </a:lnTo>
                  <a:lnTo>
                    <a:pt x="1995693" y="1272709"/>
                  </a:lnTo>
                  <a:lnTo>
                    <a:pt x="1995704" y="1272709"/>
                  </a:lnTo>
                  <a:lnTo>
                    <a:pt x="1995741" y="1272708"/>
                  </a:lnTo>
                  <a:lnTo>
                    <a:pt x="1995774" y="1272707"/>
                  </a:lnTo>
                  <a:lnTo>
                    <a:pt x="1995781" y="1272706"/>
                  </a:lnTo>
                  <a:lnTo>
                    <a:pt x="1995887" y="1272704"/>
                  </a:lnTo>
                  <a:lnTo>
                    <a:pt x="1995899" y="1272703"/>
                  </a:lnTo>
                  <a:lnTo>
                    <a:pt x="1995915" y="1272708"/>
                  </a:lnTo>
                  <a:lnTo>
                    <a:pt x="1995922" y="1272713"/>
                  </a:lnTo>
                  <a:lnTo>
                    <a:pt x="1995939" y="1272724"/>
                  </a:lnTo>
                  <a:lnTo>
                    <a:pt x="1995944" y="1272728"/>
                  </a:lnTo>
                  <a:lnTo>
                    <a:pt x="1995963" y="1272741"/>
                  </a:lnTo>
                  <a:lnTo>
                    <a:pt x="1995963" y="1272749"/>
                  </a:lnTo>
                  <a:lnTo>
                    <a:pt x="1995963" y="1272761"/>
                  </a:lnTo>
                  <a:lnTo>
                    <a:pt x="1995955" y="1272786"/>
                  </a:lnTo>
                  <a:lnTo>
                    <a:pt x="1995946" y="1272795"/>
                  </a:lnTo>
                  <a:lnTo>
                    <a:pt x="1995916" y="1272836"/>
                  </a:lnTo>
                  <a:lnTo>
                    <a:pt x="1995906" y="1272849"/>
                  </a:lnTo>
                  <a:lnTo>
                    <a:pt x="1995877" y="1272889"/>
                  </a:lnTo>
                  <a:lnTo>
                    <a:pt x="1995868" y="1272904"/>
                  </a:lnTo>
                  <a:lnTo>
                    <a:pt x="1995860" y="1272918"/>
                  </a:lnTo>
                  <a:lnTo>
                    <a:pt x="1995856" y="1272924"/>
                  </a:lnTo>
                  <a:lnTo>
                    <a:pt x="1995849" y="1272937"/>
                  </a:lnTo>
                  <a:lnTo>
                    <a:pt x="1995841" y="1272959"/>
                  </a:lnTo>
                  <a:lnTo>
                    <a:pt x="1995840" y="1272970"/>
                  </a:lnTo>
                  <a:lnTo>
                    <a:pt x="1995849" y="1273000"/>
                  </a:lnTo>
                  <a:lnTo>
                    <a:pt x="1995853" y="1273005"/>
                  </a:lnTo>
                  <a:lnTo>
                    <a:pt x="1995857" y="1273011"/>
                  </a:lnTo>
                  <a:lnTo>
                    <a:pt x="1995864" y="1273019"/>
                  </a:lnTo>
                  <a:lnTo>
                    <a:pt x="1995971" y="1273123"/>
                  </a:lnTo>
                  <a:lnTo>
                    <a:pt x="1996019" y="1273119"/>
                  </a:lnTo>
                  <a:lnTo>
                    <a:pt x="1996067" y="1273090"/>
                  </a:lnTo>
                  <a:lnTo>
                    <a:pt x="1996072" y="1273087"/>
                  </a:lnTo>
                  <a:lnTo>
                    <a:pt x="1996133" y="1273061"/>
                  </a:lnTo>
                  <a:lnTo>
                    <a:pt x="1996202" y="1273031"/>
                  </a:lnTo>
                  <a:lnTo>
                    <a:pt x="1996215" y="1273030"/>
                  </a:lnTo>
                  <a:lnTo>
                    <a:pt x="1996223" y="1273031"/>
                  </a:lnTo>
                  <a:lnTo>
                    <a:pt x="1996237" y="1273037"/>
                  </a:lnTo>
                  <a:lnTo>
                    <a:pt x="1996293" y="1273071"/>
                  </a:lnTo>
                  <a:lnTo>
                    <a:pt x="1996298" y="1273077"/>
                  </a:lnTo>
                  <a:lnTo>
                    <a:pt x="1996352" y="1273191"/>
                  </a:lnTo>
                  <a:lnTo>
                    <a:pt x="1996401" y="1273292"/>
                  </a:lnTo>
                  <a:lnTo>
                    <a:pt x="1996415" y="1273323"/>
                  </a:lnTo>
                  <a:lnTo>
                    <a:pt x="1996417" y="1273340"/>
                  </a:lnTo>
                  <a:lnTo>
                    <a:pt x="1996419" y="1273348"/>
                  </a:lnTo>
                  <a:lnTo>
                    <a:pt x="1996417" y="1273366"/>
                  </a:lnTo>
                  <a:lnTo>
                    <a:pt x="1996404" y="1273387"/>
                  </a:lnTo>
                  <a:lnTo>
                    <a:pt x="1996384" y="1273402"/>
                  </a:lnTo>
                  <a:lnTo>
                    <a:pt x="1996365" y="1273407"/>
                  </a:lnTo>
                  <a:lnTo>
                    <a:pt x="1996361" y="1273408"/>
                  </a:lnTo>
                  <a:lnTo>
                    <a:pt x="1996348" y="1273452"/>
                  </a:lnTo>
                  <a:lnTo>
                    <a:pt x="1996375" y="1273610"/>
                  </a:lnTo>
                  <a:lnTo>
                    <a:pt x="1996442" y="1273744"/>
                  </a:lnTo>
                  <a:lnTo>
                    <a:pt x="1996491" y="1273776"/>
                  </a:lnTo>
                  <a:lnTo>
                    <a:pt x="1996555" y="1273808"/>
                  </a:lnTo>
                  <a:lnTo>
                    <a:pt x="1996625" y="1273816"/>
                  </a:lnTo>
                  <a:lnTo>
                    <a:pt x="1996636" y="1273798"/>
                  </a:lnTo>
                  <a:lnTo>
                    <a:pt x="1996649" y="1273778"/>
                  </a:lnTo>
                  <a:lnTo>
                    <a:pt x="1996658" y="1273767"/>
                  </a:lnTo>
                  <a:lnTo>
                    <a:pt x="1996669" y="1273756"/>
                  </a:lnTo>
                  <a:lnTo>
                    <a:pt x="1996695" y="1273745"/>
                  </a:lnTo>
                  <a:lnTo>
                    <a:pt x="1996759" y="1273765"/>
                  </a:lnTo>
                  <a:lnTo>
                    <a:pt x="1996775" y="1273809"/>
                  </a:lnTo>
                  <a:lnTo>
                    <a:pt x="1996786" y="1273860"/>
                  </a:lnTo>
                  <a:lnTo>
                    <a:pt x="1996796" y="1273903"/>
                  </a:lnTo>
                  <a:lnTo>
                    <a:pt x="1996813" y="1274051"/>
                  </a:lnTo>
                  <a:lnTo>
                    <a:pt x="1996817" y="1274087"/>
                  </a:lnTo>
                  <a:lnTo>
                    <a:pt x="1996818" y="1274099"/>
                  </a:lnTo>
                  <a:lnTo>
                    <a:pt x="1996739" y="1274173"/>
                  </a:lnTo>
                  <a:lnTo>
                    <a:pt x="1996784" y="1274781"/>
                  </a:lnTo>
                  <a:lnTo>
                    <a:pt x="1996786" y="1274797"/>
                  </a:lnTo>
                  <a:lnTo>
                    <a:pt x="1996779" y="1274901"/>
                  </a:lnTo>
                  <a:lnTo>
                    <a:pt x="1996702" y="1274964"/>
                  </a:lnTo>
                  <a:lnTo>
                    <a:pt x="1996693" y="1274972"/>
                  </a:lnTo>
                  <a:lnTo>
                    <a:pt x="1996676" y="1274981"/>
                  </a:lnTo>
                  <a:lnTo>
                    <a:pt x="1996650" y="1274987"/>
                  </a:lnTo>
                  <a:lnTo>
                    <a:pt x="1996633" y="1274988"/>
                  </a:lnTo>
                  <a:lnTo>
                    <a:pt x="1996555" y="1274954"/>
                  </a:lnTo>
                  <a:lnTo>
                    <a:pt x="1996426" y="1274958"/>
                  </a:lnTo>
                  <a:lnTo>
                    <a:pt x="1996395" y="1274982"/>
                  </a:lnTo>
                  <a:lnTo>
                    <a:pt x="1996259" y="1275142"/>
                  </a:lnTo>
                  <a:lnTo>
                    <a:pt x="1996230" y="1275212"/>
                  </a:lnTo>
                  <a:lnTo>
                    <a:pt x="1996231" y="1275222"/>
                  </a:lnTo>
                  <a:lnTo>
                    <a:pt x="1996174" y="1275274"/>
                  </a:lnTo>
                  <a:lnTo>
                    <a:pt x="1996107" y="1275333"/>
                  </a:lnTo>
                  <a:lnTo>
                    <a:pt x="1995774" y="1275530"/>
                  </a:lnTo>
                  <a:lnTo>
                    <a:pt x="1995762" y="1275535"/>
                  </a:lnTo>
                  <a:lnTo>
                    <a:pt x="1995682" y="1275539"/>
                  </a:lnTo>
                  <a:lnTo>
                    <a:pt x="1995663" y="1275532"/>
                  </a:lnTo>
                  <a:lnTo>
                    <a:pt x="1995632" y="1275506"/>
                  </a:lnTo>
                  <a:lnTo>
                    <a:pt x="1995523" y="1275397"/>
                  </a:lnTo>
                  <a:lnTo>
                    <a:pt x="1995513" y="1275387"/>
                  </a:lnTo>
                  <a:lnTo>
                    <a:pt x="1995508" y="1275382"/>
                  </a:lnTo>
                  <a:lnTo>
                    <a:pt x="1995505" y="1275375"/>
                  </a:lnTo>
                  <a:lnTo>
                    <a:pt x="1995481" y="1275291"/>
                  </a:lnTo>
                  <a:lnTo>
                    <a:pt x="1995481" y="1275271"/>
                  </a:lnTo>
                  <a:lnTo>
                    <a:pt x="1995486" y="1275236"/>
                  </a:lnTo>
                  <a:lnTo>
                    <a:pt x="1995491" y="1275208"/>
                  </a:lnTo>
                  <a:lnTo>
                    <a:pt x="1995504" y="1275171"/>
                  </a:lnTo>
                  <a:lnTo>
                    <a:pt x="1995517" y="1275147"/>
                  </a:lnTo>
                  <a:lnTo>
                    <a:pt x="1995565" y="1275094"/>
                  </a:lnTo>
                  <a:lnTo>
                    <a:pt x="1995627" y="1275081"/>
                  </a:lnTo>
                  <a:lnTo>
                    <a:pt x="1995634" y="1275081"/>
                  </a:lnTo>
                  <a:lnTo>
                    <a:pt x="1995655" y="1275090"/>
                  </a:lnTo>
                  <a:lnTo>
                    <a:pt x="1995661" y="1275088"/>
                  </a:lnTo>
                  <a:lnTo>
                    <a:pt x="1995671" y="1275072"/>
                  </a:lnTo>
                  <a:lnTo>
                    <a:pt x="1995648" y="1275015"/>
                  </a:lnTo>
                  <a:lnTo>
                    <a:pt x="1995598" y="1274922"/>
                  </a:lnTo>
                  <a:lnTo>
                    <a:pt x="1995547" y="1274864"/>
                  </a:lnTo>
                  <a:lnTo>
                    <a:pt x="1995498" y="1274834"/>
                  </a:lnTo>
                  <a:lnTo>
                    <a:pt x="1995478" y="1274833"/>
                  </a:lnTo>
                  <a:lnTo>
                    <a:pt x="1995269" y="1274823"/>
                  </a:lnTo>
                  <a:lnTo>
                    <a:pt x="1995174" y="1274687"/>
                  </a:lnTo>
                  <a:lnTo>
                    <a:pt x="1995082" y="1274429"/>
                  </a:lnTo>
                  <a:lnTo>
                    <a:pt x="1995058" y="1274358"/>
                  </a:lnTo>
                  <a:lnTo>
                    <a:pt x="1995039" y="1274302"/>
                  </a:lnTo>
                  <a:lnTo>
                    <a:pt x="1994984" y="1273942"/>
                  </a:lnTo>
                  <a:lnTo>
                    <a:pt x="1994983" y="1273919"/>
                  </a:lnTo>
                  <a:lnTo>
                    <a:pt x="1994806" y="1273678"/>
                  </a:lnTo>
                  <a:lnTo>
                    <a:pt x="1994779" y="1273662"/>
                  </a:lnTo>
                  <a:lnTo>
                    <a:pt x="1994770" y="1273638"/>
                  </a:lnTo>
                  <a:lnTo>
                    <a:pt x="1994743" y="1273549"/>
                  </a:lnTo>
                  <a:lnTo>
                    <a:pt x="1994717" y="1273435"/>
                  </a:lnTo>
                  <a:lnTo>
                    <a:pt x="1994714" y="1273421"/>
                  </a:lnTo>
                  <a:lnTo>
                    <a:pt x="1994706" y="1273416"/>
                  </a:lnTo>
                  <a:lnTo>
                    <a:pt x="1994676" y="1273475"/>
                  </a:lnTo>
                  <a:lnTo>
                    <a:pt x="1994670" y="1273504"/>
                  </a:lnTo>
                  <a:lnTo>
                    <a:pt x="1994667" y="1273519"/>
                  </a:lnTo>
                  <a:lnTo>
                    <a:pt x="1994666" y="1273623"/>
                  </a:lnTo>
                  <a:lnTo>
                    <a:pt x="1994720" y="1273722"/>
                  </a:lnTo>
                  <a:lnTo>
                    <a:pt x="1994724" y="1273738"/>
                  </a:lnTo>
                  <a:lnTo>
                    <a:pt x="1994727" y="1273768"/>
                  </a:lnTo>
                  <a:lnTo>
                    <a:pt x="1994728" y="1273786"/>
                  </a:lnTo>
                  <a:lnTo>
                    <a:pt x="1994732" y="1273825"/>
                  </a:lnTo>
                  <a:lnTo>
                    <a:pt x="1994733" y="1273898"/>
                  </a:lnTo>
                  <a:lnTo>
                    <a:pt x="1994678" y="1274107"/>
                  </a:lnTo>
                  <a:lnTo>
                    <a:pt x="1994585" y="1274165"/>
                  </a:lnTo>
                  <a:lnTo>
                    <a:pt x="1994478" y="1274231"/>
                  </a:lnTo>
                  <a:lnTo>
                    <a:pt x="1994417" y="1274225"/>
                  </a:lnTo>
                  <a:lnTo>
                    <a:pt x="1994073" y="1274195"/>
                  </a:lnTo>
                  <a:lnTo>
                    <a:pt x="1993860" y="1274393"/>
                  </a:lnTo>
                  <a:lnTo>
                    <a:pt x="1993856" y="1274397"/>
                  </a:lnTo>
                  <a:lnTo>
                    <a:pt x="1993888" y="1274614"/>
                  </a:lnTo>
                  <a:lnTo>
                    <a:pt x="1993925" y="1274616"/>
                  </a:lnTo>
                  <a:lnTo>
                    <a:pt x="1993945" y="1274620"/>
                  </a:lnTo>
                  <a:lnTo>
                    <a:pt x="1993960" y="1274627"/>
                  </a:lnTo>
                  <a:lnTo>
                    <a:pt x="1994048" y="1274709"/>
                  </a:lnTo>
                  <a:lnTo>
                    <a:pt x="1994237" y="1274949"/>
                  </a:lnTo>
                  <a:lnTo>
                    <a:pt x="1994274" y="1275040"/>
                  </a:lnTo>
                  <a:lnTo>
                    <a:pt x="1994437" y="1275473"/>
                  </a:lnTo>
                  <a:lnTo>
                    <a:pt x="1994340" y="1275775"/>
                  </a:lnTo>
                  <a:lnTo>
                    <a:pt x="1994266" y="1275746"/>
                  </a:lnTo>
                  <a:lnTo>
                    <a:pt x="1994145" y="1275738"/>
                  </a:lnTo>
                  <a:lnTo>
                    <a:pt x="1994073" y="1275803"/>
                  </a:lnTo>
                  <a:lnTo>
                    <a:pt x="1994058" y="1275820"/>
                  </a:lnTo>
                  <a:lnTo>
                    <a:pt x="1994032" y="1275850"/>
                  </a:lnTo>
                  <a:lnTo>
                    <a:pt x="1994023" y="1275862"/>
                  </a:lnTo>
                  <a:lnTo>
                    <a:pt x="1994018" y="1275963"/>
                  </a:lnTo>
                  <a:lnTo>
                    <a:pt x="1994023" y="1276052"/>
                  </a:lnTo>
                  <a:lnTo>
                    <a:pt x="1994030" y="1276088"/>
                  </a:lnTo>
                  <a:lnTo>
                    <a:pt x="1994029" y="1276102"/>
                  </a:lnTo>
                  <a:lnTo>
                    <a:pt x="1993969" y="1276585"/>
                  </a:lnTo>
                  <a:lnTo>
                    <a:pt x="1993965" y="1276612"/>
                  </a:lnTo>
                  <a:lnTo>
                    <a:pt x="1993909" y="1276882"/>
                  </a:lnTo>
                  <a:lnTo>
                    <a:pt x="1993786" y="1276914"/>
                  </a:lnTo>
                  <a:lnTo>
                    <a:pt x="1993743" y="1276930"/>
                  </a:lnTo>
                  <a:lnTo>
                    <a:pt x="1993729" y="1276951"/>
                  </a:lnTo>
                  <a:lnTo>
                    <a:pt x="1993723" y="1276965"/>
                  </a:lnTo>
                  <a:lnTo>
                    <a:pt x="1993724" y="1277129"/>
                  </a:lnTo>
                  <a:lnTo>
                    <a:pt x="1993719" y="1277374"/>
                  </a:lnTo>
                  <a:lnTo>
                    <a:pt x="1993620" y="1277389"/>
                  </a:lnTo>
                  <a:lnTo>
                    <a:pt x="1993606" y="1277489"/>
                  </a:lnTo>
                  <a:lnTo>
                    <a:pt x="1993613" y="1277506"/>
                  </a:lnTo>
                  <a:lnTo>
                    <a:pt x="1993640" y="1277546"/>
                  </a:lnTo>
                  <a:lnTo>
                    <a:pt x="1993673" y="1277571"/>
                  </a:lnTo>
                  <a:lnTo>
                    <a:pt x="1993701" y="1277585"/>
                  </a:lnTo>
                  <a:lnTo>
                    <a:pt x="1993729" y="1277587"/>
                  </a:lnTo>
                  <a:lnTo>
                    <a:pt x="1993736" y="1277587"/>
                  </a:lnTo>
                  <a:lnTo>
                    <a:pt x="1993765" y="1277584"/>
                  </a:lnTo>
                  <a:lnTo>
                    <a:pt x="1993866" y="1277545"/>
                  </a:lnTo>
                  <a:lnTo>
                    <a:pt x="1993877" y="1277530"/>
                  </a:lnTo>
                  <a:lnTo>
                    <a:pt x="1993911" y="1277484"/>
                  </a:lnTo>
                  <a:lnTo>
                    <a:pt x="1993960" y="1277422"/>
                  </a:lnTo>
                  <a:lnTo>
                    <a:pt x="1994014" y="1277481"/>
                  </a:lnTo>
                  <a:lnTo>
                    <a:pt x="1994115" y="1277588"/>
                  </a:lnTo>
                  <a:lnTo>
                    <a:pt x="1994230" y="1277714"/>
                  </a:lnTo>
                  <a:lnTo>
                    <a:pt x="1994229" y="1277724"/>
                  </a:lnTo>
                  <a:lnTo>
                    <a:pt x="1994164" y="1277862"/>
                  </a:lnTo>
                  <a:lnTo>
                    <a:pt x="1994120" y="1278099"/>
                  </a:lnTo>
                  <a:lnTo>
                    <a:pt x="1994135" y="1278104"/>
                  </a:lnTo>
                  <a:lnTo>
                    <a:pt x="1994170" y="1278082"/>
                  </a:lnTo>
                  <a:lnTo>
                    <a:pt x="1994189" y="1278066"/>
                  </a:lnTo>
                  <a:lnTo>
                    <a:pt x="1994322" y="1277948"/>
                  </a:lnTo>
                  <a:lnTo>
                    <a:pt x="1994398" y="1277843"/>
                  </a:lnTo>
                  <a:lnTo>
                    <a:pt x="1994437" y="1277782"/>
                  </a:lnTo>
                  <a:lnTo>
                    <a:pt x="1994464" y="1277675"/>
                  </a:lnTo>
                  <a:lnTo>
                    <a:pt x="1994634" y="1276854"/>
                  </a:lnTo>
                  <a:lnTo>
                    <a:pt x="1994649" y="1276630"/>
                  </a:lnTo>
                  <a:lnTo>
                    <a:pt x="1994653" y="1276567"/>
                  </a:lnTo>
                  <a:lnTo>
                    <a:pt x="1994786" y="1276127"/>
                  </a:lnTo>
                  <a:lnTo>
                    <a:pt x="1994961" y="1275917"/>
                  </a:lnTo>
                  <a:lnTo>
                    <a:pt x="1995378" y="1275576"/>
                  </a:lnTo>
                  <a:lnTo>
                    <a:pt x="1995402" y="1275562"/>
                  </a:lnTo>
                  <a:lnTo>
                    <a:pt x="1995412" y="1275561"/>
                  </a:lnTo>
                  <a:lnTo>
                    <a:pt x="1995458" y="1275563"/>
                  </a:lnTo>
                  <a:lnTo>
                    <a:pt x="1995488" y="1275564"/>
                  </a:lnTo>
                  <a:lnTo>
                    <a:pt x="1995502" y="1275570"/>
                  </a:lnTo>
                  <a:lnTo>
                    <a:pt x="1995561" y="1275609"/>
                  </a:lnTo>
                  <a:lnTo>
                    <a:pt x="1995573" y="1275624"/>
                  </a:lnTo>
                  <a:lnTo>
                    <a:pt x="1995578" y="1275640"/>
                  </a:lnTo>
                  <a:lnTo>
                    <a:pt x="1995608" y="1275750"/>
                  </a:lnTo>
                  <a:lnTo>
                    <a:pt x="1995658" y="1275861"/>
                  </a:lnTo>
                  <a:lnTo>
                    <a:pt x="1995680" y="1275872"/>
                  </a:lnTo>
                  <a:lnTo>
                    <a:pt x="1995699" y="1275879"/>
                  </a:lnTo>
                  <a:lnTo>
                    <a:pt x="1995723" y="1275879"/>
                  </a:lnTo>
                  <a:lnTo>
                    <a:pt x="1996192" y="1275854"/>
                  </a:lnTo>
                  <a:lnTo>
                    <a:pt x="1996555" y="1275713"/>
                  </a:lnTo>
                  <a:lnTo>
                    <a:pt x="1996612" y="1275626"/>
                  </a:lnTo>
                  <a:lnTo>
                    <a:pt x="1996620" y="1275609"/>
                  </a:lnTo>
                  <a:lnTo>
                    <a:pt x="1996623" y="1275594"/>
                  </a:lnTo>
                  <a:lnTo>
                    <a:pt x="1996624" y="1275588"/>
                  </a:lnTo>
                  <a:lnTo>
                    <a:pt x="1996626" y="1275569"/>
                  </a:lnTo>
                  <a:lnTo>
                    <a:pt x="1996629" y="1275559"/>
                  </a:lnTo>
                  <a:lnTo>
                    <a:pt x="1996633" y="1275548"/>
                  </a:lnTo>
                  <a:lnTo>
                    <a:pt x="1996639" y="1275537"/>
                  </a:lnTo>
                  <a:lnTo>
                    <a:pt x="1996648" y="1275530"/>
                  </a:lnTo>
                  <a:lnTo>
                    <a:pt x="1996664" y="1275520"/>
                  </a:lnTo>
                  <a:lnTo>
                    <a:pt x="1996743" y="1275470"/>
                  </a:lnTo>
                  <a:lnTo>
                    <a:pt x="1996771" y="1275455"/>
                  </a:lnTo>
                  <a:lnTo>
                    <a:pt x="1997084" y="1275373"/>
                  </a:lnTo>
                  <a:lnTo>
                    <a:pt x="1997096" y="1275371"/>
                  </a:lnTo>
                  <a:lnTo>
                    <a:pt x="1997271" y="1275479"/>
                  </a:lnTo>
                  <a:lnTo>
                    <a:pt x="1997297" y="1275500"/>
                  </a:lnTo>
                  <a:lnTo>
                    <a:pt x="1997475" y="1275642"/>
                  </a:lnTo>
                  <a:lnTo>
                    <a:pt x="1997490" y="1275744"/>
                  </a:lnTo>
                  <a:lnTo>
                    <a:pt x="1997481" y="1275760"/>
                  </a:lnTo>
                  <a:lnTo>
                    <a:pt x="1997481" y="1275770"/>
                  </a:lnTo>
                  <a:lnTo>
                    <a:pt x="1997473" y="1275894"/>
                  </a:lnTo>
                  <a:lnTo>
                    <a:pt x="1997556" y="1276041"/>
                  </a:lnTo>
                  <a:lnTo>
                    <a:pt x="1997550" y="1276065"/>
                  </a:lnTo>
                  <a:lnTo>
                    <a:pt x="1997553" y="1276086"/>
                  </a:lnTo>
                  <a:lnTo>
                    <a:pt x="1997558" y="1276099"/>
                  </a:lnTo>
                  <a:lnTo>
                    <a:pt x="1997679" y="1276219"/>
                  </a:lnTo>
                  <a:lnTo>
                    <a:pt x="1997703" y="1276243"/>
                  </a:lnTo>
                  <a:lnTo>
                    <a:pt x="1997804" y="1276342"/>
                  </a:lnTo>
                  <a:lnTo>
                    <a:pt x="1998000" y="1276533"/>
                  </a:lnTo>
                  <a:lnTo>
                    <a:pt x="1998007" y="1276536"/>
                  </a:lnTo>
                  <a:lnTo>
                    <a:pt x="1998023" y="1276532"/>
                  </a:lnTo>
                  <a:lnTo>
                    <a:pt x="1998139" y="1276480"/>
                  </a:lnTo>
                  <a:lnTo>
                    <a:pt x="1998442" y="1276505"/>
                  </a:lnTo>
                  <a:lnTo>
                    <a:pt x="1998453" y="1276509"/>
                  </a:lnTo>
                  <a:lnTo>
                    <a:pt x="1998462" y="1276516"/>
                  </a:lnTo>
                  <a:lnTo>
                    <a:pt x="1998468" y="1276522"/>
                  </a:lnTo>
                  <a:lnTo>
                    <a:pt x="1998495" y="1276548"/>
                  </a:lnTo>
                  <a:lnTo>
                    <a:pt x="1998563" y="1276611"/>
                  </a:lnTo>
                  <a:lnTo>
                    <a:pt x="1998588" y="1276644"/>
                  </a:lnTo>
                  <a:lnTo>
                    <a:pt x="1998601" y="1276710"/>
                  </a:lnTo>
                  <a:lnTo>
                    <a:pt x="1998601" y="1276716"/>
                  </a:lnTo>
                  <a:lnTo>
                    <a:pt x="1998600" y="1276722"/>
                  </a:lnTo>
                  <a:lnTo>
                    <a:pt x="1998568" y="1276820"/>
                  </a:lnTo>
                  <a:lnTo>
                    <a:pt x="1998544" y="1276847"/>
                  </a:lnTo>
                  <a:lnTo>
                    <a:pt x="1998540" y="1276849"/>
                  </a:lnTo>
                  <a:lnTo>
                    <a:pt x="1998510" y="1276848"/>
                  </a:lnTo>
                  <a:lnTo>
                    <a:pt x="1998477" y="1276844"/>
                  </a:lnTo>
                  <a:lnTo>
                    <a:pt x="1998432" y="1276827"/>
                  </a:lnTo>
                  <a:lnTo>
                    <a:pt x="1998415" y="1276820"/>
                  </a:lnTo>
                  <a:lnTo>
                    <a:pt x="1998409" y="1276816"/>
                  </a:lnTo>
                  <a:lnTo>
                    <a:pt x="1998374" y="1276942"/>
                  </a:lnTo>
                  <a:lnTo>
                    <a:pt x="1998540" y="1277185"/>
                  </a:lnTo>
                  <a:lnTo>
                    <a:pt x="1998720" y="1277447"/>
                  </a:lnTo>
                  <a:lnTo>
                    <a:pt x="1999108" y="1277654"/>
                  </a:lnTo>
                  <a:lnTo>
                    <a:pt x="1999234" y="1277654"/>
                  </a:lnTo>
                  <a:lnTo>
                    <a:pt x="1999433" y="1277496"/>
                  </a:lnTo>
                  <a:lnTo>
                    <a:pt x="1999441" y="1277488"/>
                  </a:lnTo>
                  <a:lnTo>
                    <a:pt x="1999559" y="1277379"/>
                  </a:lnTo>
                  <a:lnTo>
                    <a:pt x="1999595" y="1277329"/>
                  </a:lnTo>
                  <a:lnTo>
                    <a:pt x="1999619" y="1277264"/>
                  </a:lnTo>
                  <a:lnTo>
                    <a:pt x="1999640" y="1277185"/>
                  </a:lnTo>
                  <a:lnTo>
                    <a:pt x="1999653" y="1277084"/>
                  </a:lnTo>
                  <a:lnTo>
                    <a:pt x="1999648" y="1277081"/>
                  </a:lnTo>
                  <a:lnTo>
                    <a:pt x="1999642" y="1277074"/>
                  </a:lnTo>
                  <a:lnTo>
                    <a:pt x="1999626" y="1277032"/>
                  </a:lnTo>
                  <a:lnTo>
                    <a:pt x="1999626" y="1277014"/>
                  </a:lnTo>
                  <a:lnTo>
                    <a:pt x="1999630" y="1276995"/>
                  </a:lnTo>
                  <a:lnTo>
                    <a:pt x="1999672" y="1276912"/>
                  </a:lnTo>
                  <a:lnTo>
                    <a:pt x="1999720" y="1276853"/>
                  </a:lnTo>
                  <a:lnTo>
                    <a:pt x="2000020" y="1276607"/>
                  </a:lnTo>
                  <a:lnTo>
                    <a:pt x="2000125" y="1276617"/>
                  </a:lnTo>
                  <a:lnTo>
                    <a:pt x="2000159" y="1276621"/>
                  </a:lnTo>
                  <a:lnTo>
                    <a:pt x="2000174" y="1276626"/>
                  </a:lnTo>
                  <a:lnTo>
                    <a:pt x="2000178" y="1276629"/>
                  </a:lnTo>
                  <a:lnTo>
                    <a:pt x="2000184" y="1276636"/>
                  </a:lnTo>
                  <a:lnTo>
                    <a:pt x="2000187" y="1276644"/>
                  </a:lnTo>
                  <a:lnTo>
                    <a:pt x="2000192" y="1276655"/>
                  </a:lnTo>
                  <a:lnTo>
                    <a:pt x="2000210" y="1276694"/>
                  </a:lnTo>
                  <a:lnTo>
                    <a:pt x="2000245" y="1276749"/>
                  </a:lnTo>
                  <a:lnTo>
                    <a:pt x="2000252" y="1276758"/>
                  </a:lnTo>
                  <a:lnTo>
                    <a:pt x="2000261" y="1276766"/>
                  </a:lnTo>
                  <a:lnTo>
                    <a:pt x="2000620" y="1276715"/>
                  </a:lnTo>
                  <a:lnTo>
                    <a:pt x="2000672" y="1276688"/>
                  </a:lnTo>
                  <a:lnTo>
                    <a:pt x="2000709" y="1276646"/>
                  </a:lnTo>
                  <a:lnTo>
                    <a:pt x="2000738" y="1276597"/>
                  </a:lnTo>
                  <a:lnTo>
                    <a:pt x="2000744" y="1276582"/>
                  </a:lnTo>
                  <a:lnTo>
                    <a:pt x="2000767" y="1276511"/>
                  </a:lnTo>
                  <a:lnTo>
                    <a:pt x="2000776" y="1276485"/>
                  </a:lnTo>
                  <a:lnTo>
                    <a:pt x="2000779" y="1276460"/>
                  </a:lnTo>
                  <a:lnTo>
                    <a:pt x="2000779" y="1276441"/>
                  </a:lnTo>
                  <a:lnTo>
                    <a:pt x="2000776" y="1276431"/>
                  </a:lnTo>
                  <a:lnTo>
                    <a:pt x="2000781" y="1276412"/>
                  </a:lnTo>
                  <a:lnTo>
                    <a:pt x="2000784" y="1276404"/>
                  </a:lnTo>
                  <a:lnTo>
                    <a:pt x="2000869" y="1276281"/>
                  </a:lnTo>
                  <a:lnTo>
                    <a:pt x="2000875" y="1276273"/>
                  </a:lnTo>
                  <a:lnTo>
                    <a:pt x="2000888" y="1276255"/>
                  </a:lnTo>
                  <a:lnTo>
                    <a:pt x="2000905" y="1276237"/>
                  </a:lnTo>
                  <a:lnTo>
                    <a:pt x="2000979" y="1276175"/>
                  </a:lnTo>
                  <a:lnTo>
                    <a:pt x="2001012" y="1276153"/>
                  </a:lnTo>
                  <a:lnTo>
                    <a:pt x="2001039" y="1276140"/>
                  </a:lnTo>
                  <a:lnTo>
                    <a:pt x="2001050" y="1276135"/>
                  </a:lnTo>
                  <a:lnTo>
                    <a:pt x="2001061" y="1276132"/>
                  </a:lnTo>
                  <a:lnTo>
                    <a:pt x="2001083" y="1276130"/>
                  </a:lnTo>
                  <a:lnTo>
                    <a:pt x="2001107" y="1276134"/>
                  </a:lnTo>
                  <a:lnTo>
                    <a:pt x="2001143" y="1276140"/>
                  </a:lnTo>
                  <a:lnTo>
                    <a:pt x="2001161" y="1276145"/>
                  </a:lnTo>
                  <a:lnTo>
                    <a:pt x="2001300" y="1276224"/>
                  </a:lnTo>
                  <a:lnTo>
                    <a:pt x="2001380" y="1276281"/>
                  </a:lnTo>
                  <a:lnTo>
                    <a:pt x="2001423" y="1276321"/>
                  </a:lnTo>
                  <a:lnTo>
                    <a:pt x="2001443" y="1276349"/>
                  </a:lnTo>
                  <a:lnTo>
                    <a:pt x="2001463" y="1276384"/>
                  </a:lnTo>
                  <a:lnTo>
                    <a:pt x="2001525" y="1276490"/>
                  </a:lnTo>
                  <a:lnTo>
                    <a:pt x="2001530" y="1276498"/>
                  </a:lnTo>
                  <a:lnTo>
                    <a:pt x="2001551" y="1276543"/>
                  </a:lnTo>
                  <a:lnTo>
                    <a:pt x="2001554" y="1276550"/>
                  </a:lnTo>
                  <a:lnTo>
                    <a:pt x="2001584" y="1276686"/>
                  </a:lnTo>
                  <a:lnTo>
                    <a:pt x="2001585" y="1276696"/>
                  </a:lnTo>
                  <a:lnTo>
                    <a:pt x="2001627" y="1276749"/>
                  </a:lnTo>
                  <a:lnTo>
                    <a:pt x="2001808" y="1276883"/>
                  </a:lnTo>
                  <a:lnTo>
                    <a:pt x="2002006" y="1277009"/>
                  </a:lnTo>
                  <a:lnTo>
                    <a:pt x="2001956" y="1277265"/>
                  </a:lnTo>
                  <a:lnTo>
                    <a:pt x="2001940" y="1277445"/>
                  </a:lnTo>
                  <a:lnTo>
                    <a:pt x="2001928" y="1277574"/>
                  </a:lnTo>
                  <a:lnTo>
                    <a:pt x="2001946" y="1277835"/>
                  </a:lnTo>
                  <a:lnTo>
                    <a:pt x="2001960" y="1278033"/>
                  </a:lnTo>
                  <a:lnTo>
                    <a:pt x="2001961" y="1278413"/>
                  </a:lnTo>
                  <a:lnTo>
                    <a:pt x="2002071" y="1278834"/>
                  </a:lnTo>
                  <a:lnTo>
                    <a:pt x="2002079" y="1278864"/>
                  </a:lnTo>
                  <a:lnTo>
                    <a:pt x="2002084" y="1278882"/>
                  </a:lnTo>
                  <a:lnTo>
                    <a:pt x="2002090" y="1278881"/>
                  </a:lnTo>
                  <a:lnTo>
                    <a:pt x="2002102" y="1278880"/>
                  </a:lnTo>
                  <a:lnTo>
                    <a:pt x="2002135" y="1278866"/>
                  </a:lnTo>
                  <a:lnTo>
                    <a:pt x="2002144" y="1278855"/>
                  </a:lnTo>
                  <a:lnTo>
                    <a:pt x="2002149" y="1278850"/>
                  </a:lnTo>
                  <a:lnTo>
                    <a:pt x="2002216" y="1278820"/>
                  </a:lnTo>
                  <a:lnTo>
                    <a:pt x="2002428" y="1278944"/>
                  </a:lnTo>
                  <a:lnTo>
                    <a:pt x="2002437" y="1278950"/>
                  </a:lnTo>
                  <a:lnTo>
                    <a:pt x="2002476" y="1278999"/>
                  </a:lnTo>
                  <a:lnTo>
                    <a:pt x="2002479" y="1279009"/>
                  </a:lnTo>
                  <a:lnTo>
                    <a:pt x="2002480" y="1279026"/>
                  </a:lnTo>
                  <a:lnTo>
                    <a:pt x="2002430" y="1279119"/>
                  </a:lnTo>
                  <a:lnTo>
                    <a:pt x="2002411" y="1279133"/>
                  </a:lnTo>
                  <a:lnTo>
                    <a:pt x="2002386" y="1279144"/>
                  </a:lnTo>
                  <a:lnTo>
                    <a:pt x="2002357" y="1279157"/>
                  </a:lnTo>
                  <a:lnTo>
                    <a:pt x="2002316" y="1279186"/>
                  </a:lnTo>
                  <a:lnTo>
                    <a:pt x="2002290" y="1279209"/>
                  </a:lnTo>
                  <a:lnTo>
                    <a:pt x="2002287" y="1279214"/>
                  </a:lnTo>
                  <a:lnTo>
                    <a:pt x="2002285" y="1279220"/>
                  </a:lnTo>
                  <a:lnTo>
                    <a:pt x="2002332" y="1279318"/>
                  </a:lnTo>
                  <a:lnTo>
                    <a:pt x="2002413" y="1279461"/>
                  </a:lnTo>
                  <a:lnTo>
                    <a:pt x="2002587" y="1279445"/>
                  </a:lnTo>
                  <a:lnTo>
                    <a:pt x="2002588" y="1279426"/>
                  </a:lnTo>
                  <a:lnTo>
                    <a:pt x="2002612" y="1279386"/>
                  </a:lnTo>
                  <a:lnTo>
                    <a:pt x="2002630" y="1279371"/>
                  </a:lnTo>
                  <a:lnTo>
                    <a:pt x="2002645" y="1279361"/>
                  </a:lnTo>
                  <a:lnTo>
                    <a:pt x="2002661" y="1279354"/>
                  </a:lnTo>
                  <a:lnTo>
                    <a:pt x="2002685" y="1279347"/>
                  </a:lnTo>
                  <a:lnTo>
                    <a:pt x="2002704" y="1279347"/>
                  </a:lnTo>
                  <a:lnTo>
                    <a:pt x="2002725" y="1279351"/>
                  </a:lnTo>
                  <a:lnTo>
                    <a:pt x="2002736" y="1279354"/>
                  </a:lnTo>
                  <a:lnTo>
                    <a:pt x="2002748" y="1279358"/>
                  </a:lnTo>
                  <a:lnTo>
                    <a:pt x="2002759" y="1279365"/>
                  </a:lnTo>
                  <a:lnTo>
                    <a:pt x="2002770" y="1279370"/>
                  </a:lnTo>
                  <a:lnTo>
                    <a:pt x="2002781" y="1279378"/>
                  </a:lnTo>
                  <a:lnTo>
                    <a:pt x="2002795" y="1279395"/>
                  </a:lnTo>
                  <a:lnTo>
                    <a:pt x="2002820" y="1279482"/>
                  </a:lnTo>
                  <a:lnTo>
                    <a:pt x="2002829" y="1279606"/>
                  </a:lnTo>
                  <a:lnTo>
                    <a:pt x="2002848" y="1279688"/>
                  </a:lnTo>
                  <a:lnTo>
                    <a:pt x="2002875" y="1279794"/>
                  </a:lnTo>
                  <a:lnTo>
                    <a:pt x="2002880" y="1279805"/>
                  </a:lnTo>
                  <a:lnTo>
                    <a:pt x="2002910" y="1279868"/>
                  </a:lnTo>
                  <a:lnTo>
                    <a:pt x="2003213" y="1280309"/>
                  </a:lnTo>
                  <a:lnTo>
                    <a:pt x="2003346" y="1280426"/>
                  </a:lnTo>
                  <a:lnTo>
                    <a:pt x="2003353" y="1280425"/>
                  </a:lnTo>
                  <a:lnTo>
                    <a:pt x="2003617" y="1280453"/>
                  </a:lnTo>
                  <a:lnTo>
                    <a:pt x="2003701" y="1280465"/>
                  </a:lnTo>
                  <a:lnTo>
                    <a:pt x="2004038" y="1280543"/>
                  </a:lnTo>
                  <a:lnTo>
                    <a:pt x="2004075" y="1280552"/>
                  </a:lnTo>
                  <a:lnTo>
                    <a:pt x="2004127" y="1280588"/>
                  </a:lnTo>
                  <a:lnTo>
                    <a:pt x="2004169" y="1280630"/>
                  </a:lnTo>
                  <a:lnTo>
                    <a:pt x="2004252" y="1280596"/>
                  </a:lnTo>
                  <a:lnTo>
                    <a:pt x="2004301" y="1280463"/>
                  </a:lnTo>
                  <a:lnTo>
                    <a:pt x="2004385" y="1280343"/>
                  </a:lnTo>
                  <a:lnTo>
                    <a:pt x="2004611" y="1280313"/>
                  </a:lnTo>
                  <a:lnTo>
                    <a:pt x="2004619" y="1280314"/>
                  </a:lnTo>
                  <a:lnTo>
                    <a:pt x="2004623" y="1280317"/>
                  </a:lnTo>
                  <a:lnTo>
                    <a:pt x="2004631" y="1280326"/>
                  </a:lnTo>
                  <a:lnTo>
                    <a:pt x="2004634" y="1280333"/>
                  </a:lnTo>
                  <a:lnTo>
                    <a:pt x="2004637" y="1280342"/>
                  </a:lnTo>
                  <a:lnTo>
                    <a:pt x="2004639" y="1280351"/>
                  </a:lnTo>
                  <a:lnTo>
                    <a:pt x="2004649" y="1280477"/>
                  </a:lnTo>
                  <a:lnTo>
                    <a:pt x="2004569" y="1280669"/>
                  </a:lnTo>
                  <a:lnTo>
                    <a:pt x="2004490" y="1280794"/>
                  </a:lnTo>
                  <a:lnTo>
                    <a:pt x="2004275" y="1281139"/>
                  </a:lnTo>
                  <a:lnTo>
                    <a:pt x="2004261" y="1281162"/>
                  </a:lnTo>
                  <a:lnTo>
                    <a:pt x="2004257" y="1281167"/>
                  </a:lnTo>
                  <a:lnTo>
                    <a:pt x="2004219" y="1281195"/>
                  </a:lnTo>
                  <a:lnTo>
                    <a:pt x="2004212" y="1281198"/>
                  </a:lnTo>
                  <a:lnTo>
                    <a:pt x="2004117" y="1281191"/>
                  </a:lnTo>
                  <a:lnTo>
                    <a:pt x="2004110" y="1281188"/>
                  </a:lnTo>
                  <a:lnTo>
                    <a:pt x="2004103" y="1281183"/>
                  </a:lnTo>
                  <a:lnTo>
                    <a:pt x="2003938" y="1281060"/>
                  </a:lnTo>
                  <a:lnTo>
                    <a:pt x="2003903" y="1281014"/>
                  </a:lnTo>
                  <a:lnTo>
                    <a:pt x="2003849" y="1280924"/>
                  </a:lnTo>
                  <a:lnTo>
                    <a:pt x="2003841" y="1280910"/>
                  </a:lnTo>
                  <a:lnTo>
                    <a:pt x="2003831" y="1280894"/>
                  </a:lnTo>
                  <a:lnTo>
                    <a:pt x="2003786" y="1280854"/>
                  </a:lnTo>
                  <a:lnTo>
                    <a:pt x="2003761" y="1280837"/>
                  </a:lnTo>
                  <a:lnTo>
                    <a:pt x="2003756" y="1280836"/>
                  </a:lnTo>
                  <a:lnTo>
                    <a:pt x="2003748" y="1280835"/>
                  </a:lnTo>
                  <a:lnTo>
                    <a:pt x="2003734" y="1280834"/>
                  </a:lnTo>
                  <a:lnTo>
                    <a:pt x="2003521" y="1280821"/>
                  </a:lnTo>
                  <a:lnTo>
                    <a:pt x="2003456" y="1280821"/>
                  </a:lnTo>
                  <a:lnTo>
                    <a:pt x="2003448" y="1280826"/>
                  </a:lnTo>
                  <a:lnTo>
                    <a:pt x="2003433" y="1280836"/>
                  </a:lnTo>
                  <a:lnTo>
                    <a:pt x="2003429" y="1280844"/>
                  </a:lnTo>
                  <a:lnTo>
                    <a:pt x="2003411" y="1280873"/>
                  </a:lnTo>
                  <a:lnTo>
                    <a:pt x="2003409" y="1280918"/>
                  </a:lnTo>
                  <a:lnTo>
                    <a:pt x="2003407" y="1280953"/>
                  </a:lnTo>
                  <a:lnTo>
                    <a:pt x="2003397" y="1280961"/>
                  </a:lnTo>
                  <a:lnTo>
                    <a:pt x="2003299" y="1281005"/>
                  </a:lnTo>
                  <a:lnTo>
                    <a:pt x="2003144" y="1281076"/>
                  </a:lnTo>
                  <a:lnTo>
                    <a:pt x="2003131" y="1281078"/>
                  </a:lnTo>
                  <a:lnTo>
                    <a:pt x="2003041" y="1281088"/>
                  </a:lnTo>
                  <a:lnTo>
                    <a:pt x="2003011" y="1281092"/>
                  </a:lnTo>
                  <a:lnTo>
                    <a:pt x="2002567" y="1281057"/>
                  </a:lnTo>
                  <a:lnTo>
                    <a:pt x="2002518" y="1281049"/>
                  </a:lnTo>
                  <a:lnTo>
                    <a:pt x="2002506" y="1281047"/>
                  </a:lnTo>
                  <a:lnTo>
                    <a:pt x="2002492" y="1281043"/>
                  </a:lnTo>
                  <a:lnTo>
                    <a:pt x="2002371" y="1280997"/>
                  </a:lnTo>
                  <a:lnTo>
                    <a:pt x="2002257" y="1280954"/>
                  </a:lnTo>
                  <a:lnTo>
                    <a:pt x="2002191" y="1280933"/>
                  </a:lnTo>
                  <a:lnTo>
                    <a:pt x="2002163" y="1280928"/>
                  </a:lnTo>
                  <a:lnTo>
                    <a:pt x="2002141" y="1280925"/>
                  </a:lnTo>
                  <a:lnTo>
                    <a:pt x="2002132" y="1280926"/>
                  </a:lnTo>
                  <a:lnTo>
                    <a:pt x="2002126" y="1280928"/>
                  </a:lnTo>
                  <a:lnTo>
                    <a:pt x="2002098" y="1280959"/>
                  </a:lnTo>
                  <a:lnTo>
                    <a:pt x="2002071" y="1281001"/>
                  </a:lnTo>
                  <a:lnTo>
                    <a:pt x="2002052" y="1281051"/>
                  </a:lnTo>
                  <a:lnTo>
                    <a:pt x="2002046" y="1281118"/>
                  </a:lnTo>
                  <a:lnTo>
                    <a:pt x="2002049" y="1281126"/>
                  </a:lnTo>
                  <a:lnTo>
                    <a:pt x="2002054" y="1281131"/>
                  </a:lnTo>
                  <a:lnTo>
                    <a:pt x="2002434" y="1281264"/>
                  </a:lnTo>
                  <a:lnTo>
                    <a:pt x="2002795" y="1281418"/>
                  </a:lnTo>
                  <a:lnTo>
                    <a:pt x="2002885" y="1281457"/>
                  </a:lnTo>
                  <a:lnTo>
                    <a:pt x="2003336" y="1281639"/>
                  </a:lnTo>
                  <a:lnTo>
                    <a:pt x="2003341" y="1281641"/>
                  </a:lnTo>
                  <a:lnTo>
                    <a:pt x="2003598" y="1281731"/>
                  </a:lnTo>
                  <a:lnTo>
                    <a:pt x="2003659" y="1281816"/>
                  </a:lnTo>
                  <a:lnTo>
                    <a:pt x="2003656" y="1281884"/>
                  </a:lnTo>
                  <a:lnTo>
                    <a:pt x="2003629" y="1281889"/>
                  </a:lnTo>
                  <a:lnTo>
                    <a:pt x="2003521" y="1281912"/>
                  </a:lnTo>
                  <a:lnTo>
                    <a:pt x="2003469" y="1281921"/>
                  </a:lnTo>
                  <a:lnTo>
                    <a:pt x="2003460" y="1281920"/>
                  </a:lnTo>
                  <a:lnTo>
                    <a:pt x="2003293" y="1281907"/>
                  </a:lnTo>
                  <a:lnTo>
                    <a:pt x="2003073" y="1281889"/>
                  </a:lnTo>
                  <a:lnTo>
                    <a:pt x="2002676" y="1281955"/>
                  </a:lnTo>
                  <a:lnTo>
                    <a:pt x="2002656" y="1281957"/>
                  </a:lnTo>
                  <a:lnTo>
                    <a:pt x="2002529" y="1281968"/>
                  </a:lnTo>
                  <a:lnTo>
                    <a:pt x="2002480" y="1281967"/>
                  </a:lnTo>
                  <a:lnTo>
                    <a:pt x="2002399" y="1281961"/>
                  </a:lnTo>
                  <a:lnTo>
                    <a:pt x="2002214" y="1281948"/>
                  </a:lnTo>
                  <a:lnTo>
                    <a:pt x="2002089" y="1281891"/>
                  </a:lnTo>
                  <a:lnTo>
                    <a:pt x="2001935" y="1281820"/>
                  </a:lnTo>
                  <a:lnTo>
                    <a:pt x="2001920" y="1281817"/>
                  </a:lnTo>
                  <a:lnTo>
                    <a:pt x="2001880" y="1281812"/>
                  </a:lnTo>
                  <a:lnTo>
                    <a:pt x="2001870" y="1281812"/>
                  </a:lnTo>
                  <a:lnTo>
                    <a:pt x="2001804" y="1281908"/>
                  </a:lnTo>
                  <a:lnTo>
                    <a:pt x="2001603" y="1282199"/>
                  </a:lnTo>
                  <a:lnTo>
                    <a:pt x="2001620" y="1282352"/>
                  </a:lnTo>
                  <a:lnTo>
                    <a:pt x="2001626" y="1282364"/>
                  </a:lnTo>
                  <a:lnTo>
                    <a:pt x="2001630" y="1282366"/>
                  </a:lnTo>
                  <a:lnTo>
                    <a:pt x="2001680" y="1282379"/>
                  </a:lnTo>
                  <a:lnTo>
                    <a:pt x="2002069" y="1282430"/>
                  </a:lnTo>
                  <a:lnTo>
                    <a:pt x="2002074" y="1282518"/>
                  </a:lnTo>
                  <a:lnTo>
                    <a:pt x="2002032" y="1282532"/>
                  </a:lnTo>
                  <a:lnTo>
                    <a:pt x="2001976" y="1282564"/>
                  </a:lnTo>
                  <a:lnTo>
                    <a:pt x="2001811" y="1282737"/>
                  </a:lnTo>
                  <a:lnTo>
                    <a:pt x="2001782" y="1282772"/>
                  </a:lnTo>
                  <a:lnTo>
                    <a:pt x="2001707" y="1282938"/>
                  </a:lnTo>
                  <a:lnTo>
                    <a:pt x="2001702" y="1282984"/>
                  </a:lnTo>
                  <a:lnTo>
                    <a:pt x="2001783" y="1283175"/>
                  </a:lnTo>
                  <a:lnTo>
                    <a:pt x="2001789" y="1283186"/>
                  </a:lnTo>
                  <a:lnTo>
                    <a:pt x="2001857" y="1283287"/>
                  </a:lnTo>
                  <a:lnTo>
                    <a:pt x="2001898" y="1283296"/>
                  </a:lnTo>
                  <a:lnTo>
                    <a:pt x="2002071" y="1283288"/>
                  </a:lnTo>
                  <a:lnTo>
                    <a:pt x="2002098" y="1283286"/>
                  </a:lnTo>
                  <a:lnTo>
                    <a:pt x="2002393" y="1283256"/>
                  </a:lnTo>
                  <a:lnTo>
                    <a:pt x="2002407" y="1283255"/>
                  </a:lnTo>
                  <a:lnTo>
                    <a:pt x="2002424" y="1283252"/>
                  </a:lnTo>
                  <a:lnTo>
                    <a:pt x="2002455" y="1283246"/>
                  </a:lnTo>
                  <a:lnTo>
                    <a:pt x="2002568" y="1283201"/>
                  </a:lnTo>
                  <a:lnTo>
                    <a:pt x="2002604" y="1283186"/>
                  </a:lnTo>
                  <a:lnTo>
                    <a:pt x="2002625" y="1283171"/>
                  </a:lnTo>
                  <a:lnTo>
                    <a:pt x="2002630" y="1283166"/>
                  </a:lnTo>
                  <a:lnTo>
                    <a:pt x="2002639" y="1283152"/>
                  </a:lnTo>
                  <a:lnTo>
                    <a:pt x="2002646" y="1283143"/>
                  </a:lnTo>
                  <a:lnTo>
                    <a:pt x="2002649" y="1283140"/>
                  </a:lnTo>
                  <a:lnTo>
                    <a:pt x="2002658" y="1283137"/>
                  </a:lnTo>
                  <a:lnTo>
                    <a:pt x="2002666" y="1283135"/>
                  </a:lnTo>
                  <a:lnTo>
                    <a:pt x="2002769" y="1283123"/>
                  </a:lnTo>
                  <a:lnTo>
                    <a:pt x="2002774" y="1283124"/>
                  </a:lnTo>
                  <a:lnTo>
                    <a:pt x="2002777" y="1283129"/>
                  </a:lnTo>
                  <a:lnTo>
                    <a:pt x="2002779" y="1283134"/>
                  </a:lnTo>
                  <a:lnTo>
                    <a:pt x="2002781" y="1283140"/>
                  </a:lnTo>
                  <a:lnTo>
                    <a:pt x="2002781" y="1283145"/>
                  </a:lnTo>
                  <a:lnTo>
                    <a:pt x="2002780" y="1283154"/>
                  </a:lnTo>
                  <a:lnTo>
                    <a:pt x="2002771" y="1283169"/>
                  </a:lnTo>
                  <a:lnTo>
                    <a:pt x="2002381" y="1283563"/>
                  </a:lnTo>
                  <a:lnTo>
                    <a:pt x="2002309" y="1283607"/>
                  </a:lnTo>
                  <a:lnTo>
                    <a:pt x="2002188" y="1283574"/>
                  </a:lnTo>
                  <a:lnTo>
                    <a:pt x="2002050" y="1283490"/>
                  </a:lnTo>
                  <a:lnTo>
                    <a:pt x="2002039" y="1283486"/>
                  </a:lnTo>
                  <a:lnTo>
                    <a:pt x="2001996" y="1283476"/>
                  </a:lnTo>
                  <a:lnTo>
                    <a:pt x="2001949" y="1283464"/>
                  </a:lnTo>
                  <a:lnTo>
                    <a:pt x="2001941" y="1283462"/>
                  </a:lnTo>
                  <a:lnTo>
                    <a:pt x="2001549" y="1283384"/>
                  </a:lnTo>
                  <a:lnTo>
                    <a:pt x="2001386" y="1283394"/>
                  </a:lnTo>
                  <a:lnTo>
                    <a:pt x="2001299" y="1283407"/>
                  </a:lnTo>
                  <a:lnTo>
                    <a:pt x="2001076" y="1283358"/>
                  </a:lnTo>
                  <a:lnTo>
                    <a:pt x="2001069" y="1283351"/>
                  </a:lnTo>
                  <a:lnTo>
                    <a:pt x="2000952" y="1283243"/>
                  </a:lnTo>
                  <a:lnTo>
                    <a:pt x="2000892" y="1283229"/>
                  </a:lnTo>
                  <a:lnTo>
                    <a:pt x="2000860" y="1283221"/>
                  </a:lnTo>
                  <a:lnTo>
                    <a:pt x="2000852" y="1283220"/>
                  </a:lnTo>
                  <a:lnTo>
                    <a:pt x="1999848" y="1283158"/>
                  </a:lnTo>
                  <a:lnTo>
                    <a:pt x="1999720" y="1282962"/>
                  </a:lnTo>
                  <a:lnTo>
                    <a:pt x="1999695" y="1282930"/>
                  </a:lnTo>
                  <a:lnTo>
                    <a:pt x="1999637" y="1282854"/>
                  </a:lnTo>
                  <a:lnTo>
                    <a:pt x="1999611" y="1282834"/>
                  </a:lnTo>
                  <a:lnTo>
                    <a:pt x="1999604" y="1282829"/>
                  </a:lnTo>
                  <a:lnTo>
                    <a:pt x="1999499" y="1282752"/>
                  </a:lnTo>
                  <a:lnTo>
                    <a:pt x="1999483" y="1282742"/>
                  </a:lnTo>
                  <a:lnTo>
                    <a:pt x="1999465" y="1282735"/>
                  </a:lnTo>
                  <a:lnTo>
                    <a:pt x="1999455" y="1282731"/>
                  </a:lnTo>
                  <a:lnTo>
                    <a:pt x="1999438" y="1282726"/>
                  </a:lnTo>
                  <a:lnTo>
                    <a:pt x="1999416" y="1282725"/>
                  </a:lnTo>
                  <a:lnTo>
                    <a:pt x="1999355" y="1282730"/>
                  </a:lnTo>
                  <a:lnTo>
                    <a:pt x="1999342" y="1282731"/>
                  </a:lnTo>
                  <a:lnTo>
                    <a:pt x="1999314" y="1282737"/>
                  </a:lnTo>
                  <a:lnTo>
                    <a:pt x="1999282" y="1282748"/>
                  </a:lnTo>
                  <a:lnTo>
                    <a:pt x="1999260" y="1282758"/>
                  </a:lnTo>
                  <a:lnTo>
                    <a:pt x="1999190" y="1282788"/>
                  </a:lnTo>
                  <a:lnTo>
                    <a:pt x="1999158" y="1282819"/>
                  </a:lnTo>
                  <a:lnTo>
                    <a:pt x="1999151" y="1282833"/>
                  </a:lnTo>
                  <a:lnTo>
                    <a:pt x="1999136" y="1282852"/>
                  </a:lnTo>
                  <a:lnTo>
                    <a:pt x="1999117" y="1282872"/>
                  </a:lnTo>
                  <a:lnTo>
                    <a:pt x="1998932" y="1282996"/>
                  </a:lnTo>
                  <a:lnTo>
                    <a:pt x="1998848" y="1283053"/>
                  </a:lnTo>
                  <a:lnTo>
                    <a:pt x="1998783" y="1283090"/>
                  </a:lnTo>
                  <a:lnTo>
                    <a:pt x="1998774" y="1283094"/>
                  </a:lnTo>
                  <a:lnTo>
                    <a:pt x="1998667" y="1283119"/>
                  </a:lnTo>
                  <a:lnTo>
                    <a:pt x="1998646" y="1283120"/>
                  </a:lnTo>
                  <a:lnTo>
                    <a:pt x="1998612" y="1283115"/>
                  </a:lnTo>
                  <a:lnTo>
                    <a:pt x="1998572" y="1283107"/>
                  </a:lnTo>
                  <a:lnTo>
                    <a:pt x="1998531" y="1283096"/>
                  </a:lnTo>
                  <a:lnTo>
                    <a:pt x="1998436" y="1283067"/>
                  </a:lnTo>
                  <a:lnTo>
                    <a:pt x="1998396" y="1283013"/>
                  </a:lnTo>
                  <a:lnTo>
                    <a:pt x="1998400" y="1283008"/>
                  </a:lnTo>
                  <a:lnTo>
                    <a:pt x="1998397" y="1282996"/>
                  </a:lnTo>
                  <a:lnTo>
                    <a:pt x="1998395" y="1282991"/>
                  </a:lnTo>
                  <a:lnTo>
                    <a:pt x="1998340" y="1282928"/>
                  </a:lnTo>
                  <a:lnTo>
                    <a:pt x="1998047" y="1282667"/>
                  </a:lnTo>
                  <a:lnTo>
                    <a:pt x="1998044" y="1282664"/>
                  </a:lnTo>
                  <a:lnTo>
                    <a:pt x="1998039" y="1282660"/>
                  </a:lnTo>
                  <a:lnTo>
                    <a:pt x="1998013" y="1282649"/>
                  </a:lnTo>
                  <a:lnTo>
                    <a:pt x="1998006" y="1282649"/>
                  </a:lnTo>
                  <a:lnTo>
                    <a:pt x="1998000" y="1282652"/>
                  </a:lnTo>
                  <a:lnTo>
                    <a:pt x="1997951" y="1282687"/>
                  </a:lnTo>
                  <a:lnTo>
                    <a:pt x="1997909" y="1282714"/>
                  </a:lnTo>
                  <a:lnTo>
                    <a:pt x="1997818" y="1282773"/>
                  </a:lnTo>
                  <a:lnTo>
                    <a:pt x="1997807" y="1282778"/>
                  </a:lnTo>
                  <a:lnTo>
                    <a:pt x="1997799" y="1282780"/>
                  </a:lnTo>
                  <a:lnTo>
                    <a:pt x="1997778" y="1282785"/>
                  </a:lnTo>
                  <a:lnTo>
                    <a:pt x="1997724" y="1282797"/>
                  </a:lnTo>
                  <a:lnTo>
                    <a:pt x="1997574" y="1282820"/>
                  </a:lnTo>
                  <a:lnTo>
                    <a:pt x="1997561" y="1282821"/>
                  </a:lnTo>
                  <a:lnTo>
                    <a:pt x="1997549" y="1282819"/>
                  </a:lnTo>
                  <a:lnTo>
                    <a:pt x="1997540" y="1282816"/>
                  </a:lnTo>
                  <a:lnTo>
                    <a:pt x="1997466" y="1282774"/>
                  </a:lnTo>
                  <a:lnTo>
                    <a:pt x="1997443" y="1282756"/>
                  </a:lnTo>
                  <a:lnTo>
                    <a:pt x="1997434" y="1282746"/>
                  </a:lnTo>
                  <a:lnTo>
                    <a:pt x="1997428" y="1282734"/>
                  </a:lnTo>
                  <a:lnTo>
                    <a:pt x="1997427" y="1282724"/>
                  </a:lnTo>
                  <a:lnTo>
                    <a:pt x="1997409" y="1282512"/>
                  </a:lnTo>
                  <a:lnTo>
                    <a:pt x="1997411" y="1282495"/>
                  </a:lnTo>
                  <a:lnTo>
                    <a:pt x="1997418" y="1282479"/>
                  </a:lnTo>
                  <a:lnTo>
                    <a:pt x="1997431" y="1282464"/>
                  </a:lnTo>
                  <a:lnTo>
                    <a:pt x="1997439" y="1282456"/>
                  </a:lnTo>
                  <a:lnTo>
                    <a:pt x="1997448" y="1282449"/>
                  </a:lnTo>
                  <a:lnTo>
                    <a:pt x="1997457" y="1282446"/>
                  </a:lnTo>
                  <a:lnTo>
                    <a:pt x="1997463" y="1282444"/>
                  </a:lnTo>
                  <a:lnTo>
                    <a:pt x="1997510" y="1282417"/>
                  </a:lnTo>
                  <a:lnTo>
                    <a:pt x="1997517" y="1282411"/>
                  </a:lnTo>
                  <a:lnTo>
                    <a:pt x="1997556" y="1282373"/>
                  </a:lnTo>
                  <a:lnTo>
                    <a:pt x="1997565" y="1282363"/>
                  </a:lnTo>
                  <a:lnTo>
                    <a:pt x="1997561" y="1282357"/>
                  </a:lnTo>
                  <a:lnTo>
                    <a:pt x="1997557" y="1282351"/>
                  </a:lnTo>
                  <a:lnTo>
                    <a:pt x="1997474" y="1282272"/>
                  </a:lnTo>
                  <a:lnTo>
                    <a:pt x="1997469" y="1282267"/>
                  </a:lnTo>
                  <a:lnTo>
                    <a:pt x="1997464" y="1282265"/>
                  </a:lnTo>
                  <a:lnTo>
                    <a:pt x="1997458" y="1282263"/>
                  </a:lnTo>
                  <a:lnTo>
                    <a:pt x="1997385" y="1282256"/>
                  </a:lnTo>
                  <a:lnTo>
                    <a:pt x="1997103" y="1282231"/>
                  </a:lnTo>
                  <a:lnTo>
                    <a:pt x="1997003" y="1282227"/>
                  </a:lnTo>
                  <a:lnTo>
                    <a:pt x="1996876" y="1282397"/>
                  </a:lnTo>
                  <a:lnTo>
                    <a:pt x="1996802" y="1282498"/>
                  </a:lnTo>
                  <a:lnTo>
                    <a:pt x="1996793" y="1282514"/>
                  </a:lnTo>
                  <a:lnTo>
                    <a:pt x="1996817" y="1282848"/>
                  </a:lnTo>
                  <a:lnTo>
                    <a:pt x="1996812" y="1282911"/>
                  </a:lnTo>
                  <a:lnTo>
                    <a:pt x="1996864" y="1283030"/>
                  </a:lnTo>
                  <a:lnTo>
                    <a:pt x="1996953" y="1283228"/>
                  </a:lnTo>
                  <a:lnTo>
                    <a:pt x="1996956" y="1283233"/>
                  </a:lnTo>
                  <a:lnTo>
                    <a:pt x="1997008" y="1283308"/>
                  </a:lnTo>
                  <a:lnTo>
                    <a:pt x="1997012" y="1283313"/>
                  </a:lnTo>
                  <a:lnTo>
                    <a:pt x="1997020" y="1283322"/>
                  </a:lnTo>
                  <a:lnTo>
                    <a:pt x="1997067" y="1283350"/>
                  </a:lnTo>
                  <a:lnTo>
                    <a:pt x="1997087" y="1283357"/>
                  </a:lnTo>
                  <a:lnTo>
                    <a:pt x="1997117" y="1283364"/>
                  </a:lnTo>
                  <a:lnTo>
                    <a:pt x="1997135" y="1283368"/>
                  </a:lnTo>
                  <a:lnTo>
                    <a:pt x="1997141" y="1283367"/>
                  </a:lnTo>
                  <a:lnTo>
                    <a:pt x="1997150" y="1283361"/>
                  </a:lnTo>
                  <a:lnTo>
                    <a:pt x="1997292" y="1283234"/>
                  </a:lnTo>
                  <a:lnTo>
                    <a:pt x="1997336" y="1283179"/>
                  </a:lnTo>
                  <a:lnTo>
                    <a:pt x="1997344" y="1283173"/>
                  </a:lnTo>
                  <a:lnTo>
                    <a:pt x="1997418" y="1283122"/>
                  </a:lnTo>
                  <a:lnTo>
                    <a:pt x="1997428" y="1283117"/>
                  </a:lnTo>
                  <a:lnTo>
                    <a:pt x="1997440" y="1283118"/>
                  </a:lnTo>
                  <a:lnTo>
                    <a:pt x="1997450" y="1283119"/>
                  </a:lnTo>
                  <a:lnTo>
                    <a:pt x="1997460" y="1283125"/>
                  </a:lnTo>
                  <a:lnTo>
                    <a:pt x="1997630" y="1283217"/>
                  </a:lnTo>
                  <a:lnTo>
                    <a:pt x="1997690" y="1283274"/>
                  </a:lnTo>
                  <a:lnTo>
                    <a:pt x="1997711" y="1283305"/>
                  </a:lnTo>
                  <a:lnTo>
                    <a:pt x="1997735" y="1283341"/>
                  </a:lnTo>
                  <a:lnTo>
                    <a:pt x="1997754" y="1283369"/>
                  </a:lnTo>
                  <a:lnTo>
                    <a:pt x="1997760" y="1283381"/>
                  </a:lnTo>
                  <a:lnTo>
                    <a:pt x="1997791" y="1283458"/>
                  </a:lnTo>
                  <a:lnTo>
                    <a:pt x="1997939" y="1283822"/>
                  </a:lnTo>
                  <a:lnTo>
                    <a:pt x="1997909" y="1284172"/>
                  </a:lnTo>
                  <a:lnTo>
                    <a:pt x="1997883" y="1284180"/>
                  </a:lnTo>
                  <a:lnTo>
                    <a:pt x="1997838" y="1284199"/>
                  </a:lnTo>
                  <a:lnTo>
                    <a:pt x="1997803" y="1284224"/>
                  </a:lnTo>
                  <a:lnTo>
                    <a:pt x="1997797" y="1284229"/>
                  </a:lnTo>
                  <a:lnTo>
                    <a:pt x="1997709" y="1284371"/>
                  </a:lnTo>
                  <a:lnTo>
                    <a:pt x="1997687" y="1284409"/>
                  </a:lnTo>
                  <a:lnTo>
                    <a:pt x="1997688" y="1284416"/>
                  </a:lnTo>
                  <a:lnTo>
                    <a:pt x="1997720" y="1284490"/>
                  </a:lnTo>
                  <a:lnTo>
                    <a:pt x="1997779" y="1284627"/>
                  </a:lnTo>
                  <a:lnTo>
                    <a:pt x="1997798" y="1284919"/>
                  </a:lnTo>
                  <a:lnTo>
                    <a:pt x="1997785" y="1284933"/>
                  </a:lnTo>
                  <a:lnTo>
                    <a:pt x="1997773" y="1284955"/>
                  </a:lnTo>
                  <a:lnTo>
                    <a:pt x="1997774" y="1284966"/>
                  </a:lnTo>
                  <a:lnTo>
                    <a:pt x="1997784" y="1285047"/>
                  </a:lnTo>
                  <a:lnTo>
                    <a:pt x="1997788" y="1285077"/>
                  </a:lnTo>
                  <a:lnTo>
                    <a:pt x="1997792" y="1285096"/>
                  </a:lnTo>
                  <a:lnTo>
                    <a:pt x="1997858" y="1285171"/>
                  </a:lnTo>
                  <a:lnTo>
                    <a:pt x="1997922" y="1285233"/>
                  </a:lnTo>
                  <a:lnTo>
                    <a:pt x="1997966" y="1285257"/>
                  </a:lnTo>
                  <a:lnTo>
                    <a:pt x="1997972" y="1285260"/>
                  </a:lnTo>
                  <a:lnTo>
                    <a:pt x="1997986" y="1285258"/>
                  </a:lnTo>
                  <a:lnTo>
                    <a:pt x="1997999" y="1285251"/>
                  </a:lnTo>
                  <a:lnTo>
                    <a:pt x="1998010" y="1285250"/>
                  </a:lnTo>
                  <a:lnTo>
                    <a:pt x="1998133" y="1285263"/>
                  </a:lnTo>
                  <a:lnTo>
                    <a:pt x="1998163" y="1285269"/>
                  </a:lnTo>
                  <a:lnTo>
                    <a:pt x="1998260" y="1285339"/>
                  </a:lnTo>
                  <a:lnTo>
                    <a:pt x="1998319" y="1285448"/>
                  </a:lnTo>
                  <a:lnTo>
                    <a:pt x="1998391" y="1285585"/>
                  </a:lnTo>
                  <a:lnTo>
                    <a:pt x="1998398" y="1285610"/>
                  </a:lnTo>
                  <a:lnTo>
                    <a:pt x="1998356" y="1285760"/>
                  </a:lnTo>
                  <a:lnTo>
                    <a:pt x="1998333" y="1285791"/>
                  </a:lnTo>
                  <a:lnTo>
                    <a:pt x="1998289" y="1285803"/>
                  </a:lnTo>
                  <a:lnTo>
                    <a:pt x="1997906" y="1285817"/>
                  </a:lnTo>
                  <a:lnTo>
                    <a:pt x="1997671" y="1285795"/>
                  </a:lnTo>
                  <a:lnTo>
                    <a:pt x="1997545" y="1285543"/>
                  </a:lnTo>
                  <a:lnTo>
                    <a:pt x="1997457" y="1285264"/>
                  </a:lnTo>
                  <a:lnTo>
                    <a:pt x="1997444" y="1285030"/>
                  </a:lnTo>
                  <a:lnTo>
                    <a:pt x="1996893" y="1284628"/>
                  </a:lnTo>
                  <a:lnTo>
                    <a:pt x="1996883" y="1284622"/>
                  </a:lnTo>
                  <a:lnTo>
                    <a:pt x="1996870" y="1284619"/>
                  </a:lnTo>
                  <a:lnTo>
                    <a:pt x="1996856" y="1284622"/>
                  </a:lnTo>
                  <a:lnTo>
                    <a:pt x="1996848" y="1284626"/>
                  </a:lnTo>
                  <a:lnTo>
                    <a:pt x="1996838" y="1284632"/>
                  </a:lnTo>
                  <a:lnTo>
                    <a:pt x="1996831" y="1284643"/>
                  </a:lnTo>
                  <a:lnTo>
                    <a:pt x="1996844" y="1285012"/>
                  </a:lnTo>
                  <a:lnTo>
                    <a:pt x="1996920" y="1285030"/>
                  </a:lnTo>
                  <a:lnTo>
                    <a:pt x="1996927" y="1285033"/>
                  </a:lnTo>
                  <a:lnTo>
                    <a:pt x="1996942" y="1285043"/>
                  </a:lnTo>
                  <a:lnTo>
                    <a:pt x="1996958" y="1285055"/>
                  </a:lnTo>
                  <a:lnTo>
                    <a:pt x="1996962" y="1285062"/>
                  </a:lnTo>
                  <a:lnTo>
                    <a:pt x="1996964" y="1285068"/>
                  </a:lnTo>
                  <a:lnTo>
                    <a:pt x="1996964" y="1285077"/>
                  </a:lnTo>
                  <a:lnTo>
                    <a:pt x="1996965" y="1285140"/>
                  </a:lnTo>
                  <a:lnTo>
                    <a:pt x="1996965" y="1285147"/>
                  </a:lnTo>
                  <a:lnTo>
                    <a:pt x="1996965" y="1285152"/>
                  </a:lnTo>
                  <a:lnTo>
                    <a:pt x="1996962" y="1285157"/>
                  </a:lnTo>
                  <a:lnTo>
                    <a:pt x="1996952" y="1285172"/>
                  </a:lnTo>
                  <a:lnTo>
                    <a:pt x="1996946" y="1285171"/>
                  </a:lnTo>
                  <a:lnTo>
                    <a:pt x="1996879" y="1285125"/>
                  </a:lnTo>
                  <a:lnTo>
                    <a:pt x="1996852" y="1285138"/>
                  </a:lnTo>
                  <a:lnTo>
                    <a:pt x="1996820" y="1285154"/>
                  </a:lnTo>
                  <a:lnTo>
                    <a:pt x="1996559" y="1285284"/>
                  </a:lnTo>
                  <a:lnTo>
                    <a:pt x="1996554" y="1285287"/>
                  </a:lnTo>
                  <a:lnTo>
                    <a:pt x="1996557" y="1285302"/>
                  </a:lnTo>
                  <a:lnTo>
                    <a:pt x="1996577" y="1285390"/>
                  </a:lnTo>
                  <a:lnTo>
                    <a:pt x="1996580" y="1285394"/>
                  </a:lnTo>
                  <a:lnTo>
                    <a:pt x="1996768" y="1285631"/>
                  </a:lnTo>
                  <a:lnTo>
                    <a:pt x="1996792" y="1285661"/>
                  </a:lnTo>
                  <a:lnTo>
                    <a:pt x="1996798" y="1285667"/>
                  </a:lnTo>
                  <a:lnTo>
                    <a:pt x="1996834" y="1285678"/>
                  </a:lnTo>
                  <a:lnTo>
                    <a:pt x="1996892" y="1285715"/>
                  </a:lnTo>
                  <a:lnTo>
                    <a:pt x="1996925" y="1285739"/>
                  </a:lnTo>
                  <a:lnTo>
                    <a:pt x="1996942" y="1285753"/>
                  </a:lnTo>
                  <a:lnTo>
                    <a:pt x="1996943" y="1285793"/>
                  </a:lnTo>
                  <a:lnTo>
                    <a:pt x="1996921" y="1285796"/>
                  </a:lnTo>
                  <a:lnTo>
                    <a:pt x="1996882" y="1285785"/>
                  </a:lnTo>
                  <a:lnTo>
                    <a:pt x="1996626" y="1285563"/>
                  </a:lnTo>
                  <a:lnTo>
                    <a:pt x="1996396" y="1285563"/>
                  </a:lnTo>
                  <a:lnTo>
                    <a:pt x="1996367" y="1285591"/>
                  </a:lnTo>
                  <a:lnTo>
                    <a:pt x="1996328" y="1285704"/>
                  </a:lnTo>
                  <a:lnTo>
                    <a:pt x="1996335" y="1285738"/>
                  </a:lnTo>
                  <a:lnTo>
                    <a:pt x="1996355" y="1285749"/>
                  </a:lnTo>
                  <a:lnTo>
                    <a:pt x="1996501" y="1285859"/>
                  </a:lnTo>
                  <a:lnTo>
                    <a:pt x="1996504" y="1285901"/>
                  </a:lnTo>
                  <a:lnTo>
                    <a:pt x="1996333" y="1286015"/>
                  </a:lnTo>
                  <a:lnTo>
                    <a:pt x="1996196" y="1286009"/>
                  </a:lnTo>
                  <a:lnTo>
                    <a:pt x="1996189" y="1286037"/>
                  </a:lnTo>
                  <a:lnTo>
                    <a:pt x="1996182" y="1286075"/>
                  </a:lnTo>
                  <a:lnTo>
                    <a:pt x="1996142" y="1286259"/>
                  </a:lnTo>
                  <a:lnTo>
                    <a:pt x="1996136" y="1286291"/>
                  </a:lnTo>
                  <a:lnTo>
                    <a:pt x="1996148" y="1286322"/>
                  </a:lnTo>
                  <a:lnTo>
                    <a:pt x="1996277" y="1286377"/>
                  </a:lnTo>
                  <a:lnTo>
                    <a:pt x="1996293" y="1286371"/>
                  </a:lnTo>
                  <a:lnTo>
                    <a:pt x="1996304" y="1286374"/>
                  </a:lnTo>
                  <a:lnTo>
                    <a:pt x="1996353" y="1286372"/>
                  </a:lnTo>
                  <a:lnTo>
                    <a:pt x="1996523" y="1286325"/>
                  </a:lnTo>
                  <a:lnTo>
                    <a:pt x="1996567" y="1286280"/>
                  </a:lnTo>
                  <a:lnTo>
                    <a:pt x="1996570" y="1286275"/>
                  </a:lnTo>
                  <a:lnTo>
                    <a:pt x="1996619" y="1286258"/>
                  </a:lnTo>
                  <a:lnTo>
                    <a:pt x="1996727" y="1286255"/>
                  </a:lnTo>
                  <a:lnTo>
                    <a:pt x="1996733" y="1286322"/>
                  </a:lnTo>
                  <a:lnTo>
                    <a:pt x="1996767" y="1286361"/>
                  </a:lnTo>
                  <a:lnTo>
                    <a:pt x="1996806" y="1286377"/>
                  </a:lnTo>
                  <a:lnTo>
                    <a:pt x="1996884" y="1286369"/>
                  </a:lnTo>
                  <a:lnTo>
                    <a:pt x="1997011" y="1286278"/>
                  </a:lnTo>
                  <a:lnTo>
                    <a:pt x="1997038" y="1286231"/>
                  </a:lnTo>
                  <a:lnTo>
                    <a:pt x="1997049" y="1286198"/>
                  </a:lnTo>
                  <a:lnTo>
                    <a:pt x="1997106" y="1286266"/>
                  </a:lnTo>
                  <a:lnTo>
                    <a:pt x="1997153" y="1286306"/>
                  </a:lnTo>
                  <a:lnTo>
                    <a:pt x="1997168" y="1286319"/>
                  </a:lnTo>
                  <a:lnTo>
                    <a:pt x="1997209" y="1286364"/>
                  </a:lnTo>
                  <a:lnTo>
                    <a:pt x="1997227" y="1286425"/>
                  </a:lnTo>
                  <a:lnTo>
                    <a:pt x="1997229" y="1286433"/>
                  </a:lnTo>
                  <a:lnTo>
                    <a:pt x="1997242" y="1286527"/>
                  </a:lnTo>
                  <a:lnTo>
                    <a:pt x="1997300" y="1286943"/>
                  </a:lnTo>
                  <a:lnTo>
                    <a:pt x="1997307" y="1287000"/>
                  </a:lnTo>
                  <a:lnTo>
                    <a:pt x="1997289" y="1287250"/>
                  </a:lnTo>
                  <a:lnTo>
                    <a:pt x="1997152" y="1287506"/>
                  </a:lnTo>
                  <a:lnTo>
                    <a:pt x="1997126" y="1287622"/>
                  </a:lnTo>
                  <a:lnTo>
                    <a:pt x="1997143" y="1287656"/>
                  </a:lnTo>
                  <a:lnTo>
                    <a:pt x="1997238" y="1287683"/>
                  </a:lnTo>
                  <a:lnTo>
                    <a:pt x="1997264" y="1287691"/>
                  </a:lnTo>
                  <a:lnTo>
                    <a:pt x="1997305" y="1287736"/>
                  </a:lnTo>
                  <a:lnTo>
                    <a:pt x="1997312" y="1287746"/>
                  </a:lnTo>
                  <a:lnTo>
                    <a:pt x="1997313" y="1287770"/>
                  </a:lnTo>
                  <a:lnTo>
                    <a:pt x="1997310" y="1287797"/>
                  </a:lnTo>
                  <a:lnTo>
                    <a:pt x="1997307" y="1287809"/>
                  </a:lnTo>
                  <a:lnTo>
                    <a:pt x="1997285" y="1287866"/>
                  </a:lnTo>
                  <a:lnTo>
                    <a:pt x="1997280" y="1287874"/>
                  </a:lnTo>
                  <a:lnTo>
                    <a:pt x="1997154" y="1288085"/>
                  </a:lnTo>
                  <a:lnTo>
                    <a:pt x="1997091" y="1288162"/>
                  </a:lnTo>
                  <a:lnTo>
                    <a:pt x="1996931" y="1288219"/>
                  </a:lnTo>
                  <a:lnTo>
                    <a:pt x="1996919" y="1288223"/>
                  </a:lnTo>
                  <a:lnTo>
                    <a:pt x="1996896" y="1288230"/>
                  </a:lnTo>
                  <a:lnTo>
                    <a:pt x="1996856" y="1288234"/>
                  </a:lnTo>
                  <a:lnTo>
                    <a:pt x="1996809" y="1288236"/>
                  </a:lnTo>
                  <a:lnTo>
                    <a:pt x="1996709" y="1288241"/>
                  </a:lnTo>
                  <a:lnTo>
                    <a:pt x="1996690" y="1288242"/>
                  </a:lnTo>
                  <a:lnTo>
                    <a:pt x="1996555" y="1288248"/>
                  </a:lnTo>
                  <a:lnTo>
                    <a:pt x="1996486" y="1288249"/>
                  </a:lnTo>
                  <a:lnTo>
                    <a:pt x="1996464" y="1288251"/>
                  </a:lnTo>
                  <a:lnTo>
                    <a:pt x="1996440" y="1288257"/>
                  </a:lnTo>
                  <a:lnTo>
                    <a:pt x="1996428" y="1288260"/>
                  </a:lnTo>
                  <a:lnTo>
                    <a:pt x="1996423" y="1288265"/>
                  </a:lnTo>
                  <a:lnTo>
                    <a:pt x="1996425" y="1288274"/>
                  </a:lnTo>
                  <a:lnTo>
                    <a:pt x="1996429" y="1288293"/>
                  </a:lnTo>
                  <a:lnTo>
                    <a:pt x="1996444" y="1288352"/>
                  </a:lnTo>
                  <a:lnTo>
                    <a:pt x="1996515" y="1288455"/>
                  </a:lnTo>
                  <a:lnTo>
                    <a:pt x="1996518" y="1288462"/>
                  </a:lnTo>
                  <a:lnTo>
                    <a:pt x="1996517" y="1288474"/>
                  </a:lnTo>
                  <a:lnTo>
                    <a:pt x="1996507" y="1288486"/>
                  </a:lnTo>
                  <a:lnTo>
                    <a:pt x="1996495" y="1288494"/>
                  </a:lnTo>
                  <a:lnTo>
                    <a:pt x="1996431" y="1288530"/>
                  </a:lnTo>
                  <a:lnTo>
                    <a:pt x="1996403" y="1288543"/>
                  </a:lnTo>
                  <a:lnTo>
                    <a:pt x="1996251" y="1288601"/>
                  </a:lnTo>
                  <a:lnTo>
                    <a:pt x="1996234" y="1288607"/>
                  </a:lnTo>
                  <a:lnTo>
                    <a:pt x="1996128" y="1288629"/>
                  </a:lnTo>
                  <a:lnTo>
                    <a:pt x="1996087" y="1288638"/>
                  </a:lnTo>
                  <a:lnTo>
                    <a:pt x="1996047" y="1288641"/>
                  </a:lnTo>
                  <a:lnTo>
                    <a:pt x="1996012" y="1288649"/>
                  </a:lnTo>
                  <a:lnTo>
                    <a:pt x="1995990" y="1288653"/>
                  </a:lnTo>
                  <a:lnTo>
                    <a:pt x="1995759" y="1288704"/>
                  </a:lnTo>
                  <a:lnTo>
                    <a:pt x="1995574" y="1288747"/>
                  </a:lnTo>
                  <a:lnTo>
                    <a:pt x="1995547" y="1288755"/>
                  </a:lnTo>
                  <a:lnTo>
                    <a:pt x="1995465" y="1288780"/>
                  </a:lnTo>
                  <a:lnTo>
                    <a:pt x="1995447" y="1288789"/>
                  </a:lnTo>
                  <a:lnTo>
                    <a:pt x="1995359" y="1288832"/>
                  </a:lnTo>
                  <a:lnTo>
                    <a:pt x="1995235" y="1288895"/>
                  </a:lnTo>
                  <a:lnTo>
                    <a:pt x="1995144" y="1288912"/>
                  </a:lnTo>
                  <a:lnTo>
                    <a:pt x="1995007" y="1288929"/>
                  </a:lnTo>
                  <a:lnTo>
                    <a:pt x="1994801" y="1288863"/>
                  </a:lnTo>
                  <a:lnTo>
                    <a:pt x="1994744" y="1288832"/>
                  </a:lnTo>
                  <a:lnTo>
                    <a:pt x="1994738" y="1288826"/>
                  </a:lnTo>
                  <a:lnTo>
                    <a:pt x="1994727" y="1288803"/>
                  </a:lnTo>
                  <a:lnTo>
                    <a:pt x="1994719" y="1288781"/>
                  </a:lnTo>
                  <a:lnTo>
                    <a:pt x="1994727" y="1288766"/>
                  </a:lnTo>
                  <a:lnTo>
                    <a:pt x="1994612" y="1288656"/>
                  </a:lnTo>
                  <a:lnTo>
                    <a:pt x="1994549" y="1288648"/>
                  </a:lnTo>
                  <a:lnTo>
                    <a:pt x="1994393" y="1288647"/>
                  </a:lnTo>
                  <a:lnTo>
                    <a:pt x="1994370" y="1288683"/>
                  </a:lnTo>
                  <a:lnTo>
                    <a:pt x="1994331" y="1288748"/>
                  </a:lnTo>
                  <a:lnTo>
                    <a:pt x="1994313" y="1288791"/>
                  </a:lnTo>
                  <a:lnTo>
                    <a:pt x="1994281" y="1288800"/>
                  </a:lnTo>
                  <a:lnTo>
                    <a:pt x="1994130" y="1288817"/>
                  </a:lnTo>
                  <a:lnTo>
                    <a:pt x="1994048" y="1288809"/>
                  </a:lnTo>
                  <a:lnTo>
                    <a:pt x="1993976" y="1288794"/>
                  </a:lnTo>
                  <a:lnTo>
                    <a:pt x="1993890" y="1288768"/>
                  </a:lnTo>
                  <a:lnTo>
                    <a:pt x="1993835" y="1288745"/>
                  </a:lnTo>
                  <a:lnTo>
                    <a:pt x="1993828" y="1288744"/>
                  </a:lnTo>
                  <a:lnTo>
                    <a:pt x="1993776" y="1288735"/>
                  </a:lnTo>
                  <a:lnTo>
                    <a:pt x="1993740" y="1288730"/>
                  </a:lnTo>
                  <a:lnTo>
                    <a:pt x="1993723" y="1288746"/>
                  </a:lnTo>
                  <a:lnTo>
                    <a:pt x="1993723" y="1288754"/>
                  </a:lnTo>
                  <a:lnTo>
                    <a:pt x="1993722" y="1288774"/>
                  </a:lnTo>
                  <a:lnTo>
                    <a:pt x="1993723" y="1288780"/>
                  </a:lnTo>
                  <a:lnTo>
                    <a:pt x="1993812" y="1288913"/>
                  </a:lnTo>
                  <a:lnTo>
                    <a:pt x="1993878" y="1288965"/>
                  </a:lnTo>
                  <a:lnTo>
                    <a:pt x="1993973" y="1288996"/>
                  </a:lnTo>
                  <a:lnTo>
                    <a:pt x="1994077" y="1289014"/>
                  </a:lnTo>
                  <a:lnTo>
                    <a:pt x="1994129" y="1289007"/>
                  </a:lnTo>
                  <a:lnTo>
                    <a:pt x="1994167" y="1288991"/>
                  </a:lnTo>
                  <a:lnTo>
                    <a:pt x="1994216" y="1288987"/>
                  </a:lnTo>
                  <a:lnTo>
                    <a:pt x="1994247" y="1288988"/>
                  </a:lnTo>
                  <a:lnTo>
                    <a:pt x="1994287" y="1288994"/>
                  </a:lnTo>
                  <a:lnTo>
                    <a:pt x="1994291" y="1289000"/>
                  </a:lnTo>
                  <a:lnTo>
                    <a:pt x="1994363" y="1289195"/>
                  </a:lnTo>
                  <a:lnTo>
                    <a:pt x="1994364" y="1289212"/>
                  </a:lnTo>
                  <a:lnTo>
                    <a:pt x="1994360" y="1289233"/>
                  </a:lnTo>
                  <a:lnTo>
                    <a:pt x="1994357" y="1289243"/>
                  </a:lnTo>
                  <a:lnTo>
                    <a:pt x="1994353" y="1289245"/>
                  </a:lnTo>
                  <a:lnTo>
                    <a:pt x="1994328" y="1289246"/>
                  </a:lnTo>
                  <a:lnTo>
                    <a:pt x="1994303" y="1289238"/>
                  </a:lnTo>
                  <a:lnTo>
                    <a:pt x="1994291" y="1289234"/>
                  </a:lnTo>
                  <a:lnTo>
                    <a:pt x="1994165" y="1289176"/>
                  </a:lnTo>
                  <a:lnTo>
                    <a:pt x="1994105" y="1289204"/>
                  </a:lnTo>
                  <a:lnTo>
                    <a:pt x="1994049" y="1289211"/>
                  </a:lnTo>
                  <a:lnTo>
                    <a:pt x="1993969" y="1289301"/>
                  </a:lnTo>
                  <a:lnTo>
                    <a:pt x="1993962" y="1289318"/>
                  </a:lnTo>
                  <a:lnTo>
                    <a:pt x="1993959" y="1289324"/>
                  </a:lnTo>
                  <a:lnTo>
                    <a:pt x="1993953" y="1289357"/>
                  </a:lnTo>
                  <a:lnTo>
                    <a:pt x="1993958" y="1289393"/>
                  </a:lnTo>
                  <a:lnTo>
                    <a:pt x="1993980" y="1289652"/>
                  </a:lnTo>
                  <a:lnTo>
                    <a:pt x="1993828" y="1289767"/>
                  </a:lnTo>
                  <a:lnTo>
                    <a:pt x="1993779" y="1289806"/>
                  </a:lnTo>
                  <a:lnTo>
                    <a:pt x="1993771" y="1289816"/>
                  </a:lnTo>
                  <a:lnTo>
                    <a:pt x="1993765" y="1289825"/>
                  </a:lnTo>
                  <a:lnTo>
                    <a:pt x="1993756" y="1289839"/>
                  </a:lnTo>
                  <a:lnTo>
                    <a:pt x="1993750" y="1289853"/>
                  </a:lnTo>
                  <a:lnTo>
                    <a:pt x="1993754" y="1289864"/>
                  </a:lnTo>
                  <a:lnTo>
                    <a:pt x="1993765" y="1289869"/>
                  </a:lnTo>
                  <a:lnTo>
                    <a:pt x="1993795" y="1289870"/>
                  </a:lnTo>
                  <a:lnTo>
                    <a:pt x="1994291" y="1289841"/>
                  </a:lnTo>
                  <a:lnTo>
                    <a:pt x="1994698" y="1289721"/>
                  </a:lnTo>
                  <a:lnTo>
                    <a:pt x="1994922" y="1289592"/>
                  </a:lnTo>
                  <a:lnTo>
                    <a:pt x="1994926" y="1289589"/>
                  </a:lnTo>
                  <a:lnTo>
                    <a:pt x="1994953" y="1289573"/>
                  </a:lnTo>
                  <a:lnTo>
                    <a:pt x="1994977" y="1289556"/>
                  </a:lnTo>
                  <a:lnTo>
                    <a:pt x="1995055" y="1289502"/>
                  </a:lnTo>
                  <a:lnTo>
                    <a:pt x="1995324" y="1289307"/>
                  </a:lnTo>
                  <a:lnTo>
                    <a:pt x="1995759" y="1289231"/>
                  </a:lnTo>
                  <a:lnTo>
                    <a:pt x="1995768" y="1289239"/>
                  </a:lnTo>
                  <a:lnTo>
                    <a:pt x="1995772" y="1289243"/>
                  </a:lnTo>
                  <a:lnTo>
                    <a:pt x="1995905" y="1289426"/>
                  </a:lnTo>
                  <a:lnTo>
                    <a:pt x="1995969" y="1289409"/>
                  </a:lnTo>
                  <a:lnTo>
                    <a:pt x="1996241" y="1289394"/>
                  </a:lnTo>
                  <a:lnTo>
                    <a:pt x="1996251" y="1289394"/>
                  </a:lnTo>
                  <a:lnTo>
                    <a:pt x="1996262" y="1289396"/>
                  </a:lnTo>
                  <a:lnTo>
                    <a:pt x="1996271" y="1289404"/>
                  </a:lnTo>
                  <a:lnTo>
                    <a:pt x="1996276" y="1289411"/>
                  </a:lnTo>
                  <a:lnTo>
                    <a:pt x="1996284" y="1289537"/>
                  </a:lnTo>
                  <a:lnTo>
                    <a:pt x="1996284" y="1289546"/>
                  </a:lnTo>
                  <a:lnTo>
                    <a:pt x="1996279" y="1289557"/>
                  </a:lnTo>
                  <a:lnTo>
                    <a:pt x="1996182" y="1289601"/>
                  </a:lnTo>
                  <a:lnTo>
                    <a:pt x="1996162" y="1289605"/>
                  </a:lnTo>
                  <a:lnTo>
                    <a:pt x="1996084" y="1289651"/>
                  </a:lnTo>
                  <a:lnTo>
                    <a:pt x="1996071" y="1289674"/>
                  </a:lnTo>
                  <a:lnTo>
                    <a:pt x="1995901" y="1289978"/>
                  </a:lnTo>
                  <a:lnTo>
                    <a:pt x="1995890" y="1290022"/>
                  </a:lnTo>
                  <a:lnTo>
                    <a:pt x="1995888" y="1290032"/>
                  </a:lnTo>
                  <a:lnTo>
                    <a:pt x="1995898" y="1290142"/>
                  </a:lnTo>
                  <a:lnTo>
                    <a:pt x="1995930" y="1290485"/>
                  </a:lnTo>
                  <a:lnTo>
                    <a:pt x="1995934" y="1290516"/>
                  </a:lnTo>
                  <a:lnTo>
                    <a:pt x="1995968" y="1290553"/>
                  </a:lnTo>
                  <a:lnTo>
                    <a:pt x="1996004" y="1290571"/>
                  </a:lnTo>
                  <a:lnTo>
                    <a:pt x="1996054" y="1290600"/>
                  </a:lnTo>
                  <a:lnTo>
                    <a:pt x="1996084" y="1290617"/>
                  </a:lnTo>
                  <a:lnTo>
                    <a:pt x="1996187" y="1290686"/>
                  </a:lnTo>
                  <a:lnTo>
                    <a:pt x="1996194" y="1290717"/>
                  </a:lnTo>
                  <a:lnTo>
                    <a:pt x="1996196" y="1290742"/>
                  </a:lnTo>
                  <a:lnTo>
                    <a:pt x="1996010" y="1291336"/>
                  </a:lnTo>
                  <a:lnTo>
                    <a:pt x="1995961" y="1291366"/>
                  </a:lnTo>
                  <a:lnTo>
                    <a:pt x="1995955" y="1291369"/>
                  </a:lnTo>
                  <a:lnTo>
                    <a:pt x="1995904" y="1291425"/>
                  </a:lnTo>
                  <a:lnTo>
                    <a:pt x="1995719" y="1291630"/>
                  </a:lnTo>
                  <a:lnTo>
                    <a:pt x="1995719" y="1291639"/>
                  </a:lnTo>
                  <a:lnTo>
                    <a:pt x="1995697" y="1291740"/>
                  </a:lnTo>
                  <a:lnTo>
                    <a:pt x="1995683" y="1291770"/>
                  </a:lnTo>
                  <a:lnTo>
                    <a:pt x="1995574" y="1291940"/>
                  </a:lnTo>
                  <a:lnTo>
                    <a:pt x="1995567" y="1291946"/>
                  </a:lnTo>
                  <a:lnTo>
                    <a:pt x="1995510" y="1291990"/>
                  </a:lnTo>
                  <a:lnTo>
                    <a:pt x="1995470" y="1292013"/>
                  </a:lnTo>
                  <a:lnTo>
                    <a:pt x="1995451" y="1292016"/>
                  </a:lnTo>
                  <a:lnTo>
                    <a:pt x="1995434" y="1292013"/>
                  </a:lnTo>
                  <a:lnTo>
                    <a:pt x="1995412" y="1291991"/>
                  </a:lnTo>
                  <a:lnTo>
                    <a:pt x="1995412" y="1291976"/>
                  </a:lnTo>
                  <a:lnTo>
                    <a:pt x="1995415" y="1291960"/>
                  </a:lnTo>
                  <a:lnTo>
                    <a:pt x="1995404" y="1291893"/>
                  </a:lnTo>
                  <a:lnTo>
                    <a:pt x="1995389" y="1291844"/>
                  </a:lnTo>
                  <a:lnTo>
                    <a:pt x="1995374" y="1291800"/>
                  </a:lnTo>
                  <a:lnTo>
                    <a:pt x="1995278" y="1291596"/>
                  </a:lnTo>
                  <a:lnTo>
                    <a:pt x="1995257" y="1291565"/>
                  </a:lnTo>
                  <a:lnTo>
                    <a:pt x="1995226" y="1291544"/>
                  </a:lnTo>
                  <a:lnTo>
                    <a:pt x="1995204" y="1291541"/>
                  </a:lnTo>
                  <a:lnTo>
                    <a:pt x="1995154" y="1291546"/>
                  </a:lnTo>
                  <a:lnTo>
                    <a:pt x="1995014" y="1291611"/>
                  </a:lnTo>
                  <a:lnTo>
                    <a:pt x="1995005" y="1291663"/>
                  </a:lnTo>
                  <a:lnTo>
                    <a:pt x="1994991" y="1291700"/>
                  </a:lnTo>
                  <a:lnTo>
                    <a:pt x="1994977" y="1291709"/>
                  </a:lnTo>
                  <a:lnTo>
                    <a:pt x="1994928" y="1291731"/>
                  </a:lnTo>
                  <a:lnTo>
                    <a:pt x="1994903" y="1291729"/>
                  </a:lnTo>
                  <a:lnTo>
                    <a:pt x="1994759" y="1291713"/>
                  </a:lnTo>
                  <a:lnTo>
                    <a:pt x="1994746" y="1291711"/>
                  </a:lnTo>
                  <a:lnTo>
                    <a:pt x="1994727" y="1291699"/>
                  </a:lnTo>
                  <a:lnTo>
                    <a:pt x="1994726" y="1291686"/>
                  </a:lnTo>
                  <a:lnTo>
                    <a:pt x="1994727" y="1291680"/>
                  </a:lnTo>
                  <a:lnTo>
                    <a:pt x="1994738" y="1291639"/>
                  </a:lnTo>
                  <a:lnTo>
                    <a:pt x="1994747" y="1291601"/>
                  </a:lnTo>
                  <a:lnTo>
                    <a:pt x="1994699" y="1291543"/>
                  </a:lnTo>
                  <a:lnTo>
                    <a:pt x="1994691" y="1291539"/>
                  </a:lnTo>
                  <a:lnTo>
                    <a:pt x="1994576" y="1291498"/>
                  </a:lnTo>
                  <a:lnTo>
                    <a:pt x="1994549" y="1291496"/>
                  </a:lnTo>
                  <a:lnTo>
                    <a:pt x="1994525" y="1291500"/>
                  </a:lnTo>
                  <a:lnTo>
                    <a:pt x="1994501" y="1291507"/>
                  </a:lnTo>
                  <a:lnTo>
                    <a:pt x="1994424" y="1291528"/>
                  </a:lnTo>
                  <a:lnTo>
                    <a:pt x="1994389" y="1291538"/>
                  </a:lnTo>
                  <a:lnTo>
                    <a:pt x="1994234" y="1291578"/>
                  </a:lnTo>
                  <a:lnTo>
                    <a:pt x="1994120" y="1291591"/>
                  </a:lnTo>
                  <a:lnTo>
                    <a:pt x="1993903" y="1291614"/>
                  </a:lnTo>
                  <a:lnTo>
                    <a:pt x="1993819" y="1291554"/>
                  </a:lnTo>
                  <a:lnTo>
                    <a:pt x="1993793" y="1291536"/>
                  </a:lnTo>
                  <a:lnTo>
                    <a:pt x="1993702" y="1291403"/>
                  </a:lnTo>
                  <a:lnTo>
                    <a:pt x="1993519" y="1291235"/>
                  </a:lnTo>
                  <a:lnTo>
                    <a:pt x="1993493" y="1291211"/>
                  </a:lnTo>
                  <a:lnTo>
                    <a:pt x="1993470" y="1291200"/>
                  </a:lnTo>
                  <a:lnTo>
                    <a:pt x="1993455" y="1291193"/>
                  </a:lnTo>
                  <a:lnTo>
                    <a:pt x="1993367" y="1291187"/>
                  </a:lnTo>
                  <a:lnTo>
                    <a:pt x="1993351" y="1291190"/>
                  </a:lnTo>
                  <a:lnTo>
                    <a:pt x="1993185" y="1291222"/>
                  </a:lnTo>
                  <a:lnTo>
                    <a:pt x="1993089" y="1291204"/>
                  </a:lnTo>
                  <a:lnTo>
                    <a:pt x="1992779" y="1291146"/>
                  </a:lnTo>
                  <a:lnTo>
                    <a:pt x="1992568" y="1291272"/>
                  </a:lnTo>
                  <a:lnTo>
                    <a:pt x="1992343" y="1291407"/>
                  </a:lnTo>
                  <a:lnTo>
                    <a:pt x="1992324" y="1291424"/>
                  </a:lnTo>
                  <a:lnTo>
                    <a:pt x="1992289" y="1291441"/>
                  </a:lnTo>
                  <a:lnTo>
                    <a:pt x="1992189" y="1291468"/>
                  </a:lnTo>
                  <a:lnTo>
                    <a:pt x="1992172" y="1291462"/>
                  </a:lnTo>
                  <a:lnTo>
                    <a:pt x="1992131" y="1291446"/>
                  </a:lnTo>
                  <a:lnTo>
                    <a:pt x="1991777" y="1291393"/>
                  </a:lnTo>
                  <a:lnTo>
                    <a:pt x="1991757" y="1291391"/>
                  </a:lnTo>
                  <a:lnTo>
                    <a:pt x="1991731" y="1291393"/>
                  </a:lnTo>
                  <a:lnTo>
                    <a:pt x="1991699" y="1291399"/>
                  </a:lnTo>
                  <a:lnTo>
                    <a:pt x="1991679" y="1291414"/>
                  </a:lnTo>
                  <a:lnTo>
                    <a:pt x="1991661" y="1291427"/>
                  </a:lnTo>
                  <a:lnTo>
                    <a:pt x="1991415" y="1291708"/>
                  </a:lnTo>
                  <a:lnTo>
                    <a:pt x="1991336" y="1291868"/>
                  </a:lnTo>
                  <a:lnTo>
                    <a:pt x="1991243" y="1291822"/>
                  </a:lnTo>
                  <a:lnTo>
                    <a:pt x="1991229" y="1291800"/>
                  </a:lnTo>
                  <a:lnTo>
                    <a:pt x="1991229" y="1291767"/>
                  </a:lnTo>
                  <a:lnTo>
                    <a:pt x="1991248" y="1291723"/>
                  </a:lnTo>
                  <a:lnTo>
                    <a:pt x="1991302" y="1291720"/>
                  </a:lnTo>
                  <a:lnTo>
                    <a:pt x="1991338" y="1291709"/>
                  </a:lnTo>
                  <a:lnTo>
                    <a:pt x="1991326" y="1291684"/>
                  </a:lnTo>
                  <a:lnTo>
                    <a:pt x="1991304" y="1291637"/>
                  </a:lnTo>
                  <a:lnTo>
                    <a:pt x="1991319" y="1291532"/>
                  </a:lnTo>
                  <a:lnTo>
                    <a:pt x="1991331" y="1291437"/>
                  </a:lnTo>
                  <a:lnTo>
                    <a:pt x="1991329" y="1291368"/>
                  </a:lnTo>
                  <a:lnTo>
                    <a:pt x="1991255" y="1291266"/>
                  </a:lnTo>
                  <a:lnTo>
                    <a:pt x="1991236" y="1291219"/>
                  </a:lnTo>
                  <a:lnTo>
                    <a:pt x="1991187" y="1291194"/>
                  </a:lnTo>
                  <a:lnTo>
                    <a:pt x="1991085" y="1291216"/>
                  </a:lnTo>
                  <a:lnTo>
                    <a:pt x="1990926" y="1291199"/>
                  </a:lnTo>
                  <a:lnTo>
                    <a:pt x="1990872" y="1291144"/>
                  </a:lnTo>
                  <a:lnTo>
                    <a:pt x="1990826" y="1291127"/>
                  </a:lnTo>
                  <a:lnTo>
                    <a:pt x="1990497" y="1291307"/>
                  </a:lnTo>
                  <a:lnTo>
                    <a:pt x="1990485" y="1291321"/>
                  </a:lnTo>
                  <a:lnTo>
                    <a:pt x="1990536" y="1291507"/>
                  </a:lnTo>
                  <a:lnTo>
                    <a:pt x="1990514" y="1291775"/>
                  </a:lnTo>
                  <a:lnTo>
                    <a:pt x="1990470" y="1291822"/>
                  </a:lnTo>
                  <a:lnTo>
                    <a:pt x="1990394" y="1291800"/>
                  </a:lnTo>
                  <a:lnTo>
                    <a:pt x="1990370" y="1291817"/>
                  </a:lnTo>
                  <a:lnTo>
                    <a:pt x="1990358" y="1291861"/>
                  </a:lnTo>
                  <a:lnTo>
                    <a:pt x="1990433" y="1291991"/>
                  </a:lnTo>
                  <a:lnTo>
                    <a:pt x="1990568" y="1292149"/>
                  </a:lnTo>
                  <a:lnTo>
                    <a:pt x="1990687" y="1292423"/>
                  </a:lnTo>
                  <a:lnTo>
                    <a:pt x="1990699" y="1292445"/>
                  </a:lnTo>
                  <a:lnTo>
                    <a:pt x="1990697" y="1292481"/>
                  </a:lnTo>
                  <a:lnTo>
                    <a:pt x="1990670" y="1292534"/>
                  </a:lnTo>
                  <a:lnTo>
                    <a:pt x="1990707" y="1292603"/>
                  </a:lnTo>
                  <a:lnTo>
                    <a:pt x="1990761" y="1292622"/>
                  </a:lnTo>
                  <a:lnTo>
                    <a:pt x="1990746" y="1292675"/>
                  </a:lnTo>
                  <a:lnTo>
                    <a:pt x="1990743" y="1292683"/>
                  </a:lnTo>
                  <a:lnTo>
                    <a:pt x="1990745" y="1292725"/>
                  </a:lnTo>
                  <a:lnTo>
                    <a:pt x="1990753" y="1292804"/>
                  </a:lnTo>
                  <a:lnTo>
                    <a:pt x="1990763" y="1292842"/>
                  </a:lnTo>
                  <a:lnTo>
                    <a:pt x="1990768" y="1292845"/>
                  </a:lnTo>
                  <a:lnTo>
                    <a:pt x="1990787" y="1292851"/>
                  </a:lnTo>
                  <a:lnTo>
                    <a:pt x="1990781" y="1292900"/>
                  </a:lnTo>
                  <a:lnTo>
                    <a:pt x="1990724" y="1292997"/>
                  </a:lnTo>
                  <a:lnTo>
                    <a:pt x="1990661" y="1293064"/>
                  </a:lnTo>
                  <a:lnTo>
                    <a:pt x="1990274" y="1293469"/>
                  </a:lnTo>
                  <a:lnTo>
                    <a:pt x="1990016" y="1293718"/>
                  </a:lnTo>
                  <a:lnTo>
                    <a:pt x="1990005" y="1293728"/>
                  </a:lnTo>
                  <a:lnTo>
                    <a:pt x="1989978" y="1293738"/>
                  </a:lnTo>
                  <a:lnTo>
                    <a:pt x="1989851" y="1293754"/>
                  </a:lnTo>
                  <a:lnTo>
                    <a:pt x="1989841" y="1293752"/>
                  </a:lnTo>
                  <a:lnTo>
                    <a:pt x="1989790" y="1293709"/>
                  </a:lnTo>
                  <a:lnTo>
                    <a:pt x="1989770" y="1293681"/>
                  </a:lnTo>
                  <a:lnTo>
                    <a:pt x="1989729" y="1293654"/>
                  </a:lnTo>
                  <a:lnTo>
                    <a:pt x="1989649" y="1293603"/>
                  </a:lnTo>
                  <a:lnTo>
                    <a:pt x="1989543" y="1293547"/>
                  </a:lnTo>
                  <a:lnTo>
                    <a:pt x="1989510" y="1293529"/>
                  </a:lnTo>
                  <a:lnTo>
                    <a:pt x="1989469" y="1293514"/>
                  </a:lnTo>
                  <a:lnTo>
                    <a:pt x="1989445" y="1293525"/>
                  </a:lnTo>
                  <a:lnTo>
                    <a:pt x="1989414" y="1293553"/>
                  </a:lnTo>
                  <a:lnTo>
                    <a:pt x="1989402" y="1293565"/>
                  </a:lnTo>
                  <a:lnTo>
                    <a:pt x="1989400" y="1293590"/>
                  </a:lnTo>
                  <a:lnTo>
                    <a:pt x="1989394" y="1293599"/>
                  </a:lnTo>
                  <a:lnTo>
                    <a:pt x="1989380" y="1293607"/>
                  </a:lnTo>
                  <a:lnTo>
                    <a:pt x="1989219" y="1293593"/>
                  </a:lnTo>
                  <a:lnTo>
                    <a:pt x="1989127" y="1293577"/>
                  </a:lnTo>
                  <a:lnTo>
                    <a:pt x="1989112" y="1293574"/>
                  </a:lnTo>
                  <a:lnTo>
                    <a:pt x="1989094" y="1293568"/>
                  </a:lnTo>
                  <a:lnTo>
                    <a:pt x="1989080" y="1293561"/>
                  </a:lnTo>
                  <a:lnTo>
                    <a:pt x="1989072" y="1293553"/>
                  </a:lnTo>
                  <a:lnTo>
                    <a:pt x="1989164" y="1293271"/>
                  </a:lnTo>
                  <a:lnTo>
                    <a:pt x="1989193" y="1293209"/>
                  </a:lnTo>
                  <a:lnTo>
                    <a:pt x="1989279" y="1293103"/>
                  </a:lnTo>
                  <a:lnTo>
                    <a:pt x="1989286" y="1293081"/>
                  </a:lnTo>
                  <a:lnTo>
                    <a:pt x="1989218" y="1293021"/>
                  </a:lnTo>
                  <a:lnTo>
                    <a:pt x="1988989" y="1292982"/>
                  </a:lnTo>
                  <a:lnTo>
                    <a:pt x="1988617" y="1293030"/>
                  </a:lnTo>
                  <a:lnTo>
                    <a:pt x="1988141" y="1292820"/>
                  </a:lnTo>
                  <a:lnTo>
                    <a:pt x="1988109" y="1292818"/>
                  </a:lnTo>
                  <a:lnTo>
                    <a:pt x="1988092" y="1292832"/>
                  </a:lnTo>
                  <a:lnTo>
                    <a:pt x="1988058" y="1292885"/>
                  </a:lnTo>
                  <a:lnTo>
                    <a:pt x="1988058" y="1292898"/>
                  </a:lnTo>
                  <a:lnTo>
                    <a:pt x="1988017" y="1293025"/>
                  </a:lnTo>
                  <a:lnTo>
                    <a:pt x="1987883" y="1293160"/>
                  </a:lnTo>
                  <a:lnTo>
                    <a:pt x="1987860" y="1293182"/>
                  </a:lnTo>
                  <a:lnTo>
                    <a:pt x="1987851" y="1293248"/>
                  </a:lnTo>
                  <a:lnTo>
                    <a:pt x="1987870" y="1293284"/>
                  </a:lnTo>
                  <a:lnTo>
                    <a:pt x="1987899" y="1293337"/>
                  </a:lnTo>
                  <a:lnTo>
                    <a:pt x="1987936" y="1293378"/>
                  </a:lnTo>
                  <a:lnTo>
                    <a:pt x="1987961" y="1293397"/>
                  </a:lnTo>
                  <a:lnTo>
                    <a:pt x="1988121" y="1293458"/>
                  </a:lnTo>
                  <a:lnTo>
                    <a:pt x="1988257" y="1293496"/>
                  </a:lnTo>
                  <a:lnTo>
                    <a:pt x="1988323" y="1293510"/>
                  </a:lnTo>
                  <a:lnTo>
                    <a:pt x="1988389" y="1293509"/>
                  </a:lnTo>
                  <a:lnTo>
                    <a:pt x="1988407" y="1293499"/>
                  </a:lnTo>
                  <a:lnTo>
                    <a:pt x="1988426" y="1293486"/>
                  </a:lnTo>
                  <a:lnTo>
                    <a:pt x="1988452" y="1293477"/>
                  </a:lnTo>
                  <a:lnTo>
                    <a:pt x="1988464" y="1293481"/>
                  </a:lnTo>
                  <a:lnTo>
                    <a:pt x="1988508" y="1293500"/>
                  </a:lnTo>
                  <a:lnTo>
                    <a:pt x="1988581" y="1293546"/>
                  </a:lnTo>
                  <a:lnTo>
                    <a:pt x="1988673" y="1293800"/>
                  </a:lnTo>
                  <a:lnTo>
                    <a:pt x="1988676" y="1293809"/>
                  </a:lnTo>
                  <a:lnTo>
                    <a:pt x="1988684" y="1293859"/>
                  </a:lnTo>
                  <a:lnTo>
                    <a:pt x="1988683" y="1293875"/>
                  </a:lnTo>
                  <a:lnTo>
                    <a:pt x="1988648" y="1293928"/>
                  </a:lnTo>
                  <a:lnTo>
                    <a:pt x="1988622" y="1293955"/>
                  </a:lnTo>
                  <a:lnTo>
                    <a:pt x="1988580" y="1293980"/>
                  </a:lnTo>
                  <a:lnTo>
                    <a:pt x="1988480" y="1294038"/>
                  </a:lnTo>
                  <a:lnTo>
                    <a:pt x="1988459" y="1294047"/>
                  </a:lnTo>
                  <a:lnTo>
                    <a:pt x="1988445" y="1294053"/>
                  </a:lnTo>
                  <a:lnTo>
                    <a:pt x="1988398" y="1294071"/>
                  </a:lnTo>
                  <a:lnTo>
                    <a:pt x="1988375" y="1294077"/>
                  </a:lnTo>
                  <a:lnTo>
                    <a:pt x="1988816" y="1296360"/>
                  </a:lnTo>
                  <a:lnTo>
                    <a:pt x="1988847" y="1296402"/>
                  </a:lnTo>
                  <a:lnTo>
                    <a:pt x="1989174" y="1296446"/>
                  </a:lnTo>
                  <a:lnTo>
                    <a:pt x="1989237" y="1296454"/>
                  </a:lnTo>
                  <a:lnTo>
                    <a:pt x="1989596" y="1296553"/>
                  </a:lnTo>
                  <a:lnTo>
                    <a:pt x="1989616" y="1296580"/>
                  </a:lnTo>
                  <a:lnTo>
                    <a:pt x="1989620" y="1296586"/>
                  </a:lnTo>
                  <a:lnTo>
                    <a:pt x="1989625" y="1296618"/>
                  </a:lnTo>
                  <a:lnTo>
                    <a:pt x="1989619" y="1296625"/>
                  </a:lnTo>
                  <a:lnTo>
                    <a:pt x="1989522" y="1296703"/>
                  </a:lnTo>
                  <a:lnTo>
                    <a:pt x="1989502" y="1296704"/>
                  </a:lnTo>
                  <a:lnTo>
                    <a:pt x="1989480" y="1296715"/>
                  </a:lnTo>
                  <a:lnTo>
                    <a:pt x="1989465" y="1296722"/>
                  </a:lnTo>
                  <a:lnTo>
                    <a:pt x="1989445" y="1296739"/>
                  </a:lnTo>
                  <a:lnTo>
                    <a:pt x="1989442" y="1296757"/>
                  </a:lnTo>
                  <a:lnTo>
                    <a:pt x="1989455" y="1296827"/>
                  </a:lnTo>
                  <a:lnTo>
                    <a:pt x="1989480" y="1296926"/>
                  </a:lnTo>
                  <a:lnTo>
                    <a:pt x="1989499" y="1297002"/>
                  </a:lnTo>
                  <a:lnTo>
                    <a:pt x="1989545" y="1297155"/>
                  </a:lnTo>
                  <a:lnTo>
                    <a:pt x="1989638" y="1297377"/>
                  </a:lnTo>
                  <a:lnTo>
                    <a:pt x="1989661" y="1297431"/>
                  </a:lnTo>
                  <a:lnTo>
                    <a:pt x="1989687" y="1297483"/>
                  </a:lnTo>
                  <a:lnTo>
                    <a:pt x="1989707" y="1297522"/>
                  </a:lnTo>
                  <a:lnTo>
                    <a:pt x="1989768" y="1297639"/>
                  </a:lnTo>
                  <a:lnTo>
                    <a:pt x="1989801" y="1297691"/>
                  </a:lnTo>
                  <a:lnTo>
                    <a:pt x="1989841" y="1297745"/>
                  </a:lnTo>
                  <a:lnTo>
                    <a:pt x="1989880" y="1297792"/>
                  </a:lnTo>
                  <a:lnTo>
                    <a:pt x="1989955" y="1297826"/>
                  </a:lnTo>
                  <a:lnTo>
                    <a:pt x="1990083" y="1297823"/>
                  </a:lnTo>
                  <a:lnTo>
                    <a:pt x="1990088" y="1297823"/>
                  </a:lnTo>
                  <a:lnTo>
                    <a:pt x="1990143" y="1297820"/>
                  </a:lnTo>
                  <a:lnTo>
                    <a:pt x="1990181" y="1297817"/>
                  </a:lnTo>
                  <a:lnTo>
                    <a:pt x="1990218" y="1297791"/>
                  </a:lnTo>
                  <a:lnTo>
                    <a:pt x="1990239" y="1297768"/>
                  </a:lnTo>
                  <a:lnTo>
                    <a:pt x="1990241" y="1297745"/>
                  </a:lnTo>
                  <a:lnTo>
                    <a:pt x="1990241" y="1297733"/>
                  </a:lnTo>
                  <a:lnTo>
                    <a:pt x="1990261" y="1297710"/>
                  </a:lnTo>
                  <a:lnTo>
                    <a:pt x="1990276" y="1297700"/>
                  </a:lnTo>
                  <a:lnTo>
                    <a:pt x="1990423" y="1297632"/>
                  </a:lnTo>
                  <a:lnTo>
                    <a:pt x="1990758" y="1297531"/>
                  </a:lnTo>
                  <a:lnTo>
                    <a:pt x="1990834" y="1297510"/>
                  </a:lnTo>
                  <a:lnTo>
                    <a:pt x="1990846" y="1297507"/>
                  </a:lnTo>
                  <a:lnTo>
                    <a:pt x="1990860" y="1297505"/>
                  </a:lnTo>
                  <a:lnTo>
                    <a:pt x="1990877" y="1297526"/>
                  </a:lnTo>
                  <a:lnTo>
                    <a:pt x="1990875" y="1297535"/>
                  </a:lnTo>
                  <a:lnTo>
                    <a:pt x="1990871" y="1297542"/>
                  </a:lnTo>
                  <a:lnTo>
                    <a:pt x="1990865" y="1297550"/>
                  </a:lnTo>
                  <a:lnTo>
                    <a:pt x="1990815" y="1297592"/>
                  </a:lnTo>
                  <a:lnTo>
                    <a:pt x="1990744" y="1297631"/>
                  </a:lnTo>
                  <a:lnTo>
                    <a:pt x="1990707" y="1297647"/>
                  </a:lnTo>
                  <a:lnTo>
                    <a:pt x="1990701" y="1297647"/>
                  </a:lnTo>
                  <a:lnTo>
                    <a:pt x="1990693" y="1297648"/>
                  </a:lnTo>
                  <a:lnTo>
                    <a:pt x="1990679" y="1297655"/>
                  </a:lnTo>
                  <a:lnTo>
                    <a:pt x="1990670" y="1297665"/>
                  </a:lnTo>
                  <a:lnTo>
                    <a:pt x="1990666" y="1297678"/>
                  </a:lnTo>
                  <a:lnTo>
                    <a:pt x="1990668" y="1297705"/>
                  </a:lnTo>
                  <a:lnTo>
                    <a:pt x="1990681" y="1297735"/>
                  </a:lnTo>
                  <a:lnTo>
                    <a:pt x="1990690" y="1297755"/>
                  </a:lnTo>
                  <a:lnTo>
                    <a:pt x="1990712" y="1297803"/>
                  </a:lnTo>
                  <a:lnTo>
                    <a:pt x="1990737" y="1297839"/>
                  </a:lnTo>
                  <a:lnTo>
                    <a:pt x="1990767" y="1297862"/>
                  </a:lnTo>
                  <a:lnTo>
                    <a:pt x="1990780" y="1297861"/>
                  </a:lnTo>
                  <a:lnTo>
                    <a:pt x="1990889" y="1297843"/>
                  </a:lnTo>
                  <a:lnTo>
                    <a:pt x="1990911" y="1297833"/>
                  </a:lnTo>
                  <a:lnTo>
                    <a:pt x="1991058" y="1297768"/>
                  </a:lnTo>
                  <a:lnTo>
                    <a:pt x="1991237" y="1297687"/>
                  </a:lnTo>
                  <a:lnTo>
                    <a:pt x="1991420" y="1297580"/>
                  </a:lnTo>
                  <a:lnTo>
                    <a:pt x="1991471" y="1297557"/>
                  </a:lnTo>
                  <a:lnTo>
                    <a:pt x="1991556" y="1297518"/>
                  </a:lnTo>
                  <a:lnTo>
                    <a:pt x="1991567" y="1297513"/>
                  </a:lnTo>
                  <a:lnTo>
                    <a:pt x="1991590" y="1297508"/>
                  </a:lnTo>
                  <a:lnTo>
                    <a:pt x="1991603" y="1297507"/>
                  </a:lnTo>
                  <a:lnTo>
                    <a:pt x="1991611" y="1297512"/>
                  </a:lnTo>
                  <a:lnTo>
                    <a:pt x="1991629" y="1297532"/>
                  </a:lnTo>
                  <a:lnTo>
                    <a:pt x="1991636" y="1297540"/>
                  </a:lnTo>
                  <a:lnTo>
                    <a:pt x="1991639" y="1297552"/>
                  </a:lnTo>
                  <a:lnTo>
                    <a:pt x="1991639" y="1297557"/>
                  </a:lnTo>
                  <a:lnTo>
                    <a:pt x="1991625" y="1297590"/>
                  </a:lnTo>
                  <a:lnTo>
                    <a:pt x="1991525" y="1297777"/>
                  </a:lnTo>
                  <a:lnTo>
                    <a:pt x="1991488" y="1297847"/>
                  </a:lnTo>
                  <a:lnTo>
                    <a:pt x="1991414" y="1297895"/>
                  </a:lnTo>
                  <a:lnTo>
                    <a:pt x="1990986" y="1298163"/>
                  </a:lnTo>
                  <a:lnTo>
                    <a:pt x="1990885" y="1298172"/>
                  </a:lnTo>
                  <a:lnTo>
                    <a:pt x="1990851" y="1298176"/>
                  </a:lnTo>
                  <a:lnTo>
                    <a:pt x="1990811" y="1298207"/>
                  </a:lnTo>
                  <a:lnTo>
                    <a:pt x="1990778" y="1298234"/>
                  </a:lnTo>
                  <a:lnTo>
                    <a:pt x="1990774" y="1298238"/>
                  </a:lnTo>
                  <a:lnTo>
                    <a:pt x="1990681" y="1298316"/>
                  </a:lnTo>
                  <a:lnTo>
                    <a:pt x="1990677" y="1298330"/>
                  </a:lnTo>
                  <a:lnTo>
                    <a:pt x="1990576" y="1298724"/>
                  </a:lnTo>
                  <a:lnTo>
                    <a:pt x="1990408" y="1299053"/>
                  </a:lnTo>
                  <a:lnTo>
                    <a:pt x="1990395" y="1299072"/>
                  </a:lnTo>
                  <a:lnTo>
                    <a:pt x="1990385" y="1299085"/>
                  </a:lnTo>
                  <a:lnTo>
                    <a:pt x="1990357" y="1299117"/>
                  </a:lnTo>
                  <a:lnTo>
                    <a:pt x="1990349" y="1299126"/>
                  </a:lnTo>
                  <a:lnTo>
                    <a:pt x="1990281" y="1299179"/>
                  </a:lnTo>
                  <a:lnTo>
                    <a:pt x="1990195" y="1299245"/>
                  </a:lnTo>
                  <a:lnTo>
                    <a:pt x="1990186" y="1299252"/>
                  </a:lnTo>
                  <a:lnTo>
                    <a:pt x="1990179" y="1299255"/>
                  </a:lnTo>
                  <a:lnTo>
                    <a:pt x="1990048" y="1299297"/>
                  </a:lnTo>
                  <a:lnTo>
                    <a:pt x="1990035" y="1299295"/>
                  </a:lnTo>
                  <a:lnTo>
                    <a:pt x="1990016" y="1299291"/>
                  </a:lnTo>
                  <a:lnTo>
                    <a:pt x="1990002" y="1299283"/>
                  </a:lnTo>
                  <a:lnTo>
                    <a:pt x="1989925" y="1299276"/>
                  </a:lnTo>
                  <a:lnTo>
                    <a:pt x="1989913" y="1299275"/>
                  </a:lnTo>
                  <a:lnTo>
                    <a:pt x="1989900" y="1299275"/>
                  </a:lnTo>
                  <a:lnTo>
                    <a:pt x="1989892" y="1299276"/>
                  </a:lnTo>
                  <a:lnTo>
                    <a:pt x="1989887" y="1299278"/>
                  </a:lnTo>
                  <a:lnTo>
                    <a:pt x="1989882" y="1299285"/>
                  </a:lnTo>
                  <a:lnTo>
                    <a:pt x="1989854" y="1299415"/>
                  </a:lnTo>
                  <a:lnTo>
                    <a:pt x="1989839" y="1299497"/>
                  </a:lnTo>
                  <a:lnTo>
                    <a:pt x="1989840" y="1299562"/>
                  </a:lnTo>
                  <a:lnTo>
                    <a:pt x="1989847" y="1299618"/>
                  </a:lnTo>
                  <a:lnTo>
                    <a:pt x="1989857" y="1299683"/>
                  </a:lnTo>
                  <a:lnTo>
                    <a:pt x="1989870" y="1299762"/>
                  </a:lnTo>
                  <a:lnTo>
                    <a:pt x="1989887" y="1299873"/>
                  </a:lnTo>
                  <a:lnTo>
                    <a:pt x="1989893" y="1299895"/>
                  </a:lnTo>
                  <a:lnTo>
                    <a:pt x="1989895" y="1299903"/>
                  </a:lnTo>
                  <a:lnTo>
                    <a:pt x="1989899" y="1299920"/>
                  </a:lnTo>
                  <a:lnTo>
                    <a:pt x="1989917" y="1299967"/>
                  </a:lnTo>
                  <a:lnTo>
                    <a:pt x="1989941" y="1300004"/>
                  </a:lnTo>
                  <a:lnTo>
                    <a:pt x="1989957" y="1300020"/>
                  </a:lnTo>
                  <a:lnTo>
                    <a:pt x="1989973" y="1300036"/>
                  </a:lnTo>
                  <a:lnTo>
                    <a:pt x="1990012" y="1300060"/>
                  </a:lnTo>
                  <a:lnTo>
                    <a:pt x="1990021" y="1300059"/>
                  </a:lnTo>
                  <a:lnTo>
                    <a:pt x="1990223" y="1300131"/>
                  </a:lnTo>
                  <a:lnTo>
                    <a:pt x="1990299" y="1300351"/>
                  </a:lnTo>
                  <a:lnTo>
                    <a:pt x="1990330" y="1300427"/>
                  </a:lnTo>
                  <a:lnTo>
                    <a:pt x="1990395" y="1300544"/>
                  </a:lnTo>
                  <a:lnTo>
                    <a:pt x="1990450" y="1300632"/>
                  </a:lnTo>
                  <a:lnTo>
                    <a:pt x="1990492" y="1300677"/>
                  </a:lnTo>
                  <a:lnTo>
                    <a:pt x="1990549" y="1300716"/>
                  </a:lnTo>
                  <a:lnTo>
                    <a:pt x="1990585" y="1300726"/>
                  </a:lnTo>
                  <a:lnTo>
                    <a:pt x="1990667" y="1300691"/>
                  </a:lnTo>
                  <a:lnTo>
                    <a:pt x="1991010" y="1300562"/>
                  </a:lnTo>
                  <a:lnTo>
                    <a:pt x="1991204" y="1300489"/>
                  </a:lnTo>
                  <a:lnTo>
                    <a:pt x="1991394" y="1300492"/>
                  </a:lnTo>
                  <a:lnTo>
                    <a:pt x="1991456" y="1300476"/>
                  </a:lnTo>
                  <a:lnTo>
                    <a:pt x="1991672" y="1300422"/>
                  </a:lnTo>
                  <a:lnTo>
                    <a:pt x="1991815" y="1300379"/>
                  </a:lnTo>
                  <a:lnTo>
                    <a:pt x="1991828" y="1300376"/>
                  </a:lnTo>
                  <a:lnTo>
                    <a:pt x="1991847" y="1300371"/>
                  </a:lnTo>
                  <a:lnTo>
                    <a:pt x="1991866" y="1300371"/>
                  </a:lnTo>
                  <a:lnTo>
                    <a:pt x="1991975" y="1300389"/>
                  </a:lnTo>
                  <a:lnTo>
                    <a:pt x="1991981" y="1300401"/>
                  </a:lnTo>
                  <a:lnTo>
                    <a:pt x="1991783" y="1300535"/>
                  </a:lnTo>
                  <a:lnTo>
                    <a:pt x="1991646" y="1300604"/>
                  </a:lnTo>
                  <a:lnTo>
                    <a:pt x="1991624" y="1300615"/>
                  </a:lnTo>
                  <a:lnTo>
                    <a:pt x="1991529" y="1300660"/>
                  </a:lnTo>
                  <a:lnTo>
                    <a:pt x="1991336" y="1300785"/>
                  </a:lnTo>
                  <a:lnTo>
                    <a:pt x="1991332" y="1300798"/>
                  </a:lnTo>
                  <a:lnTo>
                    <a:pt x="1991324" y="1300839"/>
                  </a:lnTo>
                  <a:lnTo>
                    <a:pt x="1991323" y="1300855"/>
                  </a:lnTo>
                  <a:lnTo>
                    <a:pt x="1991324" y="1300867"/>
                  </a:lnTo>
                  <a:lnTo>
                    <a:pt x="1991325" y="1300878"/>
                  </a:lnTo>
                  <a:lnTo>
                    <a:pt x="1991327" y="1300892"/>
                  </a:lnTo>
                  <a:lnTo>
                    <a:pt x="1991342" y="1300941"/>
                  </a:lnTo>
                  <a:lnTo>
                    <a:pt x="1991369" y="1300978"/>
                  </a:lnTo>
                  <a:lnTo>
                    <a:pt x="1991381" y="1300992"/>
                  </a:lnTo>
                  <a:lnTo>
                    <a:pt x="1991472" y="1300985"/>
                  </a:lnTo>
                  <a:lnTo>
                    <a:pt x="1991513" y="1300981"/>
                  </a:lnTo>
                  <a:lnTo>
                    <a:pt x="1991949" y="1300933"/>
                  </a:lnTo>
                  <a:lnTo>
                    <a:pt x="1992030" y="1300901"/>
                  </a:lnTo>
                  <a:lnTo>
                    <a:pt x="1992137" y="1300859"/>
                  </a:lnTo>
                  <a:lnTo>
                    <a:pt x="1992188" y="1300839"/>
                  </a:lnTo>
                  <a:lnTo>
                    <a:pt x="1992198" y="1300823"/>
                  </a:lnTo>
                  <a:lnTo>
                    <a:pt x="1992220" y="1300822"/>
                  </a:lnTo>
                  <a:lnTo>
                    <a:pt x="1992250" y="1300829"/>
                  </a:lnTo>
                  <a:lnTo>
                    <a:pt x="1992335" y="1300870"/>
                  </a:lnTo>
                  <a:lnTo>
                    <a:pt x="1992342" y="1300874"/>
                  </a:lnTo>
                  <a:lnTo>
                    <a:pt x="1992413" y="1300973"/>
                  </a:lnTo>
                  <a:lnTo>
                    <a:pt x="1992418" y="1301007"/>
                  </a:lnTo>
                  <a:lnTo>
                    <a:pt x="1992409" y="1301072"/>
                  </a:lnTo>
                  <a:lnTo>
                    <a:pt x="1992342" y="1301242"/>
                  </a:lnTo>
                  <a:lnTo>
                    <a:pt x="1992301" y="1301321"/>
                  </a:lnTo>
                  <a:lnTo>
                    <a:pt x="1992233" y="1301375"/>
                  </a:lnTo>
                  <a:lnTo>
                    <a:pt x="1991977" y="1301560"/>
                  </a:lnTo>
                  <a:lnTo>
                    <a:pt x="1991794" y="1301689"/>
                  </a:lnTo>
                  <a:lnTo>
                    <a:pt x="1991715" y="1301720"/>
                  </a:lnTo>
                  <a:lnTo>
                    <a:pt x="1991674" y="1301712"/>
                  </a:lnTo>
                  <a:lnTo>
                    <a:pt x="1991650" y="1301702"/>
                  </a:lnTo>
                  <a:lnTo>
                    <a:pt x="1991645" y="1301694"/>
                  </a:lnTo>
                  <a:lnTo>
                    <a:pt x="1991558" y="1301676"/>
                  </a:lnTo>
                  <a:lnTo>
                    <a:pt x="1991472" y="1301659"/>
                  </a:lnTo>
                  <a:lnTo>
                    <a:pt x="1991300" y="1301703"/>
                  </a:lnTo>
                  <a:lnTo>
                    <a:pt x="1991212" y="1301738"/>
                  </a:lnTo>
                  <a:lnTo>
                    <a:pt x="1991130" y="1301836"/>
                  </a:lnTo>
                  <a:lnTo>
                    <a:pt x="1990932" y="1301933"/>
                  </a:lnTo>
                  <a:lnTo>
                    <a:pt x="1990927" y="1301934"/>
                  </a:lnTo>
                  <a:lnTo>
                    <a:pt x="1990912" y="1301930"/>
                  </a:lnTo>
                  <a:lnTo>
                    <a:pt x="1990903" y="1301927"/>
                  </a:lnTo>
                  <a:lnTo>
                    <a:pt x="1990890" y="1301921"/>
                  </a:lnTo>
                  <a:lnTo>
                    <a:pt x="1990847" y="1301896"/>
                  </a:lnTo>
                  <a:lnTo>
                    <a:pt x="1990809" y="1301874"/>
                  </a:lnTo>
                  <a:lnTo>
                    <a:pt x="1990628" y="1301956"/>
                  </a:lnTo>
                  <a:lnTo>
                    <a:pt x="1990313" y="1302374"/>
                  </a:lnTo>
                  <a:lnTo>
                    <a:pt x="1990256" y="1302454"/>
                  </a:lnTo>
                  <a:lnTo>
                    <a:pt x="1990231" y="1302490"/>
                  </a:lnTo>
                  <a:lnTo>
                    <a:pt x="1990204" y="1302530"/>
                  </a:lnTo>
                  <a:lnTo>
                    <a:pt x="1990176" y="1302588"/>
                  </a:lnTo>
                  <a:lnTo>
                    <a:pt x="1990160" y="1302639"/>
                  </a:lnTo>
                  <a:lnTo>
                    <a:pt x="1990155" y="1302656"/>
                  </a:lnTo>
                  <a:lnTo>
                    <a:pt x="1990154" y="1302704"/>
                  </a:lnTo>
                  <a:lnTo>
                    <a:pt x="1990165" y="1302741"/>
                  </a:lnTo>
                  <a:lnTo>
                    <a:pt x="1990169" y="1302745"/>
                  </a:lnTo>
                  <a:lnTo>
                    <a:pt x="1990217" y="1302791"/>
                  </a:lnTo>
                  <a:lnTo>
                    <a:pt x="1990226" y="1302800"/>
                  </a:lnTo>
                  <a:lnTo>
                    <a:pt x="1990292" y="1302907"/>
                  </a:lnTo>
                  <a:lnTo>
                    <a:pt x="1990332" y="1303024"/>
                  </a:lnTo>
                  <a:lnTo>
                    <a:pt x="1990362" y="1303169"/>
                  </a:lnTo>
                  <a:lnTo>
                    <a:pt x="1990402" y="1303372"/>
                  </a:lnTo>
                  <a:lnTo>
                    <a:pt x="1990357" y="1303405"/>
                  </a:lnTo>
                  <a:lnTo>
                    <a:pt x="1990321" y="1303434"/>
                  </a:lnTo>
                  <a:lnTo>
                    <a:pt x="1990316" y="1303439"/>
                  </a:lnTo>
                  <a:lnTo>
                    <a:pt x="1990265" y="1303566"/>
                  </a:lnTo>
                  <a:lnTo>
                    <a:pt x="1990261" y="1303575"/>
                  </a:lnTo>
                  <a:lnTo>
                    <a:pt x="1990240" y="1303663"/>
                  </a:lnTo>
                  <a:lnTo>
                    <a:pt x="1990246" y="1303686"/>
                  </a:lnTo>
                  <a:lnTo>
                    <a:pt x="1990252" y="1303704"/>
                  </a:lnTo>
                  <a:lnTo>
                    <a:pt x="1990260" y="1303720"/>
                  </a:lnTo>
                  <a:lnTo>
                    <a:pt x="1990283" y="1303740"/>
                  </a:lnTo>
                  <a:lnTo>
                    <a:pt x="1990315" y="1303760"/>
                  </a:lnTo>
                  <a:lnTo>
                    <a:pt x="1990332" y="1303768"/>
                  </a:lnTo>
                  <a:lnTo>
                    <a:pt x="1990376" y="1303810"/>
                  </a:lnTo>
                  <a:lnTo>
                    <a:pt x="1990405" y="1303867"/>
                  </a:lnTo>
                  <a:lnTo>
                    <a:pt x="1990426" y="1303951"/>
                  </a:lnTo>
                  <a:lnTo>
                    <a:pt x="1990429" y="1303961"/>
                  </a:lnTo>
                  <a:lnTo>
                    <a:pt x="1990442" y="1304029"/>
                  </a:lnTo>
                  <a:lnTo>
                    <a:pt x="1990444" y="1304041"/>
                  </a:lnTo>
                  <a:lnTo>
                    <a:pt x="1990603" y="1304450"/>
                  </a:lnTo>
                  <a:lnTo>
                    <a:pt x="1990641" y="1304579"/>
                  </a:lnTo>
                  <a:lnTo>
                    <a:pt x="1990642" y="1304630"/>
                  </a:lnTo>
                  <a:lnTo>
                    <a:pt x="1990636" y="1304647"/>
                  </a:lnTo>
                  <a:lnTo>
                    <a:pt x="1990568" y="1304679"/>
                  </a:lnTo>
                  <a:lnTo>
                    <a:pt x="1990461" y="1304720"/>
                  </a:lnTo>
                  <a:lnTo>
                    <a:pt x="1990402" y="1304734"/>
                  </a:lnTo>
                  <a:lnTo>
                    <a:pt x="1990353" y="1304745"/>
                  </a:lnTo>
                  <a:lnTo>
                    <a:pt x="1990297" y="1304775"/>
                  </a:lnTo>
                  <a:lnTo>
                    <a:pt x="1990269" y="1304797"/>
                  </a:lnTo>
                  <a:lnTo>
                    <a:pt x="1990260" y="1304826"/>
                  </a:lnTo>
                  <a:lnTo>
                    <a:pt x="1990317" y="1304951"/>
                  </a:lnTo>
                  <a:lnTo>
                    <a:pt x="1990330" y="1304977"/>
                  </a:lnTo>
                  <a:lnTo>
                    <a:pt x="1990339" y="1304994"/>
                  </a:lnTo>
                  <a:lnTo>
                    <a:pt x="1990352" y="1305014"/>
                  </a:lnTo>
                  <a:lnTo>
                    <a:pt x="1990388" y="1305072"/>
                  </a:lnTo>
                  <a:lnTo>
                    <a:pt x="1990461" y="1305161"/>
                  </a:lnTo>
                  <a:lnTo>
                    <a:pt x="1990472" y="1305168"/>
                  </a:lnTo>
                  <a:lnTo>
                    <a:pt x="1990485" y="1305169"/>
                  </a:lnTo>
                  <a:lnTo>
                    <a:pt x="1990797" y="1305034"/>
                  </a:lnTo>
                  <a:lnTo>
                    <a:pt x="1990934" y="1304929"/>
                  </a:lnTo>
                  <a:lnTo>
                    <a:pt x="1990954" y="1304914"/>
                  </a:lnTo>
                  <a:lnTo>
                    <a:pt x="1990977" y="1304885"/>
                  </a:lnTo>
                  <a:lnTo>
                    <a:pt x="1991002" y="1304860"/>
                  </a:lnTo>
                  <a:lnTo>
                    <a:pt x="1991381" y="1304705"/>
                  </a:lnTo>
                  <a:lnTo>
                    <a:pt x="1991446" y="1304697"/>
                  </a:lnTo>
                  <a:lnTo>
                    <a:pt x="1991494" y="1304707"/>
                  </a:lnTo>
                  <a:lnTo>
                    <a:pt x="1991538" y="1304728"/>
                  </a:lnTo>
                  <a:lnTo>
                    <a:pt x="1991547" y="1304740"/>
                  </a:lnTo>
                  <a:lnTo>
                    <a:pt x="1991552" y="1304811"/>
                  </a:lnTo>
                  <a:lnTo>
                    <a:pt x="1991550" y="1304828"/>
                  </a:lnTo>
                  <a:lnTo>
                    <a:pt x="1991291" y="1305098"/>
                  </a:lnTo>
                  <a:lnTo>
                    <a:pt x="1991039" y="1305311"/>
                  </a:lnTo>
                  <a:lnTo>
                    <a:pt x="1990886" y="1305438"/>
                  </a:lnTo>
                  <a:lnTo>
                    <a:pt x="1990448" y="1305710"/>
                  </a:lnTo>
                  <a:lnTo>
                    <a:pt x="1990113" y="1305871"/>
                  </a:lnTo>
                  <a:lnTo>
                    <a:pt x="1990063" y="1305944"/>
                  </a:lnTo>
                  <a:lnTo>
                    <a:pt x="1990032" y="1306009"/>
                  </a:lnTo>
                  <a:lnTo>
                    <a:pt x="1990022" y="1306030"/>
                  </a:lnTo>
                  <a:lnTo>
                    <a:pt x="1989839" y="1306264"/>
                  </a:lnTo>
                  <a:lnTo>
                    <a:pt x="1989815" y="1306270"/>
                  </a:lnTo>
                  <a:lnTo>
                    <a:pt x="1989705" y="1306273"/>
                  </a:lnTo>
                  <a:lnTo>
                    <a:pt x="1989695" y="1306273"/>
                  </a:lnTo>
                  <a:lnTo>
                    <a:pt x="1989536" y="1306239"/>
                  </a:lnTo>
                  <a:lnTo>
                    <a:pt x="1989523" y="1306234"/>
                  </a:lnTo>
                  <a:lnTo>
                    <a:pt x="1989174" y="1305994"/>
                  </a:lnTo>
                  <a:lnTo>
                    <a:pt x="1989166" y="1305988"/>
                  </a:lnTo>
                  <a:lnTo>
                    <a:pt x="1989136" y="1305966"/>
                  </a:lnTo>
                  <a:lnTo>
                    <a:pt x="1989125" y="1305949"/>
                  </a:lnTo>
                  <a:lnTo>
                    <a:pt x="1989098" y="1305865"/>
                  </a:lnTo>
                  <a:lnTo>
                    <a:pt x="1989111" y="1305828"/>
                  </a:lnTo>
                  <a:lnTo>
                    <a:pt x="1989359" y="1305615"/>
                  </a:lnTo>
                  <a:lnTo>
                    <a:pt x="1989423" y="1305566"/>
                  </a:lnTo>
                  <a:lnTo>
                    <a:pt x="1989435" y="1305566"/>
                  </a:lnTo>
                  <a:lnTo>
                    <a:pt x="1989568" y="1305307"/>
                  </a:lnTo>
                  <a:lnTo>
                    <a:pt x="1989605" y="1304985"/>
                  </a:lnTo>
                  <a:lnTo>
                    <a:pt x="1989606" y="1304974"/>
                  </a:lnTo>
                  <a:lnTo>
                    <a:pt x="1989608" y="1304874"/>
                  </a:lnTo>
                  <a:lnTo>
                    <a:pt x="1989604" y="1304865"/>
                  </a:lnTo>
                  <a:lnTo>
                    <a:pt x="1989554" y="1304844"/>
                  </a:lnTo>
                  <a:lnTo>
                    <a:pt x="1989538" y="1304838"/>
                  </a:lnTo>
                  <a:lnTo>
                    <a:pt x="1989525" y="1304835"/>
                  </a:lnTo>
                  <a:lnTo>
                    <a:pt x="1989411" y="1304809"/>
                  </a:lnTo>
                  <a:lnTo>
                    <a:pt x="1989347" y="1304808"/>
                  </a:lnTo>
                  <a:lnTo>
                    <a:pt x="1989262" y="1304806"/>
                  </a:lnTo>
                  <a:lnTo>
                    <a:pt x="1989239" y="1304813"/>
                  </a:lnTo>
                  <a:lnTo>
                    <a:pt x="1989137" y="1304848"/>
                  </a:lnTo>
                  <a:lnTo>
                    <a:pt x="1989105" y="1304859"/>
                  </a:lnTo>
                  <a:lnTo>
                    <a:pt x="1989082" y="1304867"/>
                  </a:lnTo>
                  <a:lnTo>
                    <a:pt x="1988688" y="1305093"/>
                  </a:lnTo>
                  <a:lnTo>
                    <a:pt x="1988666" y="1305106"/>
                  </a:lnTo>
                  <a:lnTo>
                    <a:pt x="1988528" y="1305292"/>
                  </a:lnTo>
                  <a:lnTo>
                    <a:pt x="1988498" y="1305366"/>
                  </a:lnTo>
                  <a:lnTo>
                    <a:pt x="1988418" y="1305558"/>
                  </a:lnTo>
                  <a:lnTo>
                    <a:pt x="1988341" y="1305656"/>
                  </a:lnTo>
                  <a:lnTo>
                    <a:pt x="1988330" y="1305662"/>
                  </a:lnTo>
                  <a:lnTo>
                    <a:pt x="1987778" y="1305908"/>
                  </a:lnTo>
                  <a:lnTo>
                    <a:pt x="1987563" y="1305994"/>
                  </a:lnTo>
                  <a:lnTo>
                    <a:pt x="1987481" y="1306013"/>
                  </a:lnTo>
                  <a:lnTo>
                    <a:pt x="1987415" y="1306028"/>
                  </a:lnTo>
                  <a:lnTo>
                    <a:pt x="1987320" y="1306055"/>
                  </a:lnTo>
                  <a:lnTo>
                    <a:pt x="1987298" y="1306061"/>
                  </a:lnTo>
                  <a:lnTo>
                    <a:pt x="1986582" y="1306509"/>
                  </a:lnTo>
                  <a:lnTo>
                    <a:pt x="1986539" y="1306599"/>
                  </a:lnTo>
                  <a:lnTo>
                    <a:pt x="1986468" y="1306751"/>
                  </a:lnTo>
                  <a:lnTo>
                    <a:pt x="1986471" y="1306758"/>
                  </a:lnTo>
                  <a:lnTo>
                    <a:pt x="1986420" y="1306844"/>
                  </a:lnTo>
                  <a:lnTo>
                    <a:pt x="1986407" y="1306854"/>
                  </a:lnTo>
                  <a:lnTo>
                    <a:pt x="1986362" y="1306874"/>
                  </a:lnTo>
                  <a:lnTo>
                    <a:pt x="1986287" y="1306908"/>
                  </a:lnTo>
                  <a:lnTo>
                    <a:pt x="1986226" y="1306914"/>
                  </a:lnTo>
                  <a:lnTo>
                    <a:pt x="1986208" y="1306915"/>
                  </a:lnTo>
                  <a:lnTo>
                    <a:pt x="1986197" y="1306915"/>
                  </a:lnTo>
                  <a:lnTo>
                    <a:pt x="1986068" y="1306914"/>
                  </a:lnTo>
                  <a:lnTo>
                    <a:pt x="1985943" y="1306896"/>
                  </a:lnTo>
                  <a:lnTo>
                    <a:pt x="1985919" y="1306893"/>
                  </a:lnTo>
                  <a:lnTo>
                    <a:pt x="1985914" y="1306892"/>
                  </a:lnTo>
                  <a:lnTo>
                    <a:pt x="1985878" y="1306887"/>
                  </a:lnTo>
                  <a:lnTo>
                    <a:pt x="1985851" y="1306888"/>
                  </a:lnTo>
                  <a:lnTo>
                    <a:pt x="1985829" y="1306910"/>
                  </a:lnTo>
                  <a:lnTo>
                    <a:pt x="1985566" y="1306975"/>
                  </a:lnTo>
                  <a:lnTo>
                    <a:pt x="1985231" y="1307000"/>
                  </a:lnTo>
                  <a:lnTo>
                    <a:pt x="1984765" y="1306946"/>
                  </a:lnTo>
                  <a:lnTo>
                    <a:pt x="1984770" y="1306892"/>
                  </a:lnTo>
                  <a:lnTo>
                    <a:pt x="1984629" y="1306767"/>
                  </a:lnTo>
                  <a:lnTo>
                    <a:pt x="1984277" y="1306646"/>
                  </a:lnTo>
                  <a:lnTo>
                    <a:pt x="1984170" y="1306626"/>
                  </a:lnTo>
                  <a:lnTo>
                    <a:pt x="1983996" y="1306657"/>
                  </a:lnTo>
                  <a:lnTo>
                    <a:pt x="1983792" y="1306826"/>
                  </a:lnTo>
                  <a:lnTo>
                    <a:pt x="1983457" y="1307161"/>
                  </a:lnTo>
                  <a:lnTo>
                    <a:pt x="1983347" y="1307299"/>
                  </a:lnTo>
                  <a:lnTo>
                    <a:pt x="1983307" y="1307422"/>
                  </a:lnTo>
                  <a:lnTo>
                    <a:pt x="1983277" y="1307674"/>
                  </a:lnTo>
                  <a:lnTo>
                    <a:pt x="1983195" y="1307809"/>
                  </a:lnTo>
                  <a:lnTo>
                    <a:pt x="1983055" y="1307932"/>
                  </a:lnTo>
                  <a:lnTo>
                    <a:pt x="1982875" y="1307967"/>
                  </a:lnTo>
                  <a:lnTo>
                    <a:pt x="1982855" y="1308000"/>
                  </a:lnTo>
                  <a:lnTo>
                    <a:pt x="1982844" y="1308146"/>
                  </a:lnTo>
                  <a:lnTo>
                    <a:pt x="1982877" y="1308210"/>
                  </a:lnTo>
                  <a:lnTo>
                    <a:pt x="1983159" y="1308522"/>
                  </a:lnTo>
                  <a:lnTo>
                    <a:pt x="1983406" y="1308711"/>
                  </a:lnTo>
                  <a:lnTo>
                    <a:pt x="1983486" y="1308821"/>
                  </a:lnTo>
                  <a:lnTo>
                    <a:pt x="1983442" y="1308870"/>
                  </a:lnTo>
                  <a:lnTo>
                    <a:pt x="1983146" y="1308937"/>
                  </a:lnTo>
                  <a:lnTo>
                    <a:pt x="1982986" y="1308955"/>
                  </a:lnTo>
                  <a:lnTo>
                    <a:pt x="1982949" y="1309033"/>
                  </a:lnTo>
                  <a:lnTo>
                    <a:pt x="1983045" y="1309266"/>
                  </a:lnTo>
                  <a:lnTo>
                    <a:pt x="1983017" y="1309368"/>
                  </a:lnTo>
                  <a:lnTo>
                    <a:pt x="1982955" y="1309463"/>
                  </a:lnTo>
                  <a:lnTo>
                    <a:pt x="1982886" y="1309491"/>
                  </a:lnTo>
                  <a:lnTo>
                    <a:pt x="1982502" y="1309545"/>
                  </a:lnTo>
                  <a:lnTo>
                    <a:pt x="1982348" y="1309471"/>
                  </a:lnTo>
                  <a:lnTo>
                    <a:pt x="1982300" y="1309466"/>
                  </a:lnTo>
                  <a:lnTo>
                    <a:pt x="1981937" y="1309705"/>
                  </a:lnTo>
                  <a:lnTo>
                    <a:pt x="1981532" y="1310064"/>
                  </a:lnTo>
                  <a:lnTo>
                    <a:pt x="1981460" y="1310257"/>
                  </a:lnTo>
                  <a:lnTo>
                    <a:pt x="1981488" y="1310322"/>
                  </a:lnTo>
                  <a:lnTo>
                    <a:pt x="1981363" y="1310613"/>
                  </a:lnTo>
                  <a:lnTo>
                    <a:pt x="1981136" y="1310881"/>
                  </a:lnTo>
                  <a:lnTo>
                    <a:pt x="1980847" y="1311147"/>
                  </a:lnTo>
                  <a:lnTo>
                    <a:pt x="1980675" y="1311170"/>
                  </a:lnTo>
                  <a:lnTo>
                    <a:pt x="1980638" y="1311166"/>
                  </a:lnTo>
                  <a:lnTo>
                    <a:pt x="1980531" y="1311083"/>
                  </a:lnTo>
                  <a:lnTo>
                    <a:pt x="1980403" y="1311069"/>
                  </a:lnTo>
                  <a:lnTo>
                    <a:pt x="1980241" y="1311173"/>
                  </a:lnTo>
                  <a:lnTo>
                    <a:pt x="1980169" y="1311202"/>
                  </a:lnTo>
                  <a:lnTo>
                    <a:pt x="1980119" y="1311222"/>
                  </a:lnTo>
                  <a:lnTo>
                    <a:pt x="1980002" y="1311187"/>
                  </a:lnTo>
                  <a:lnTo>
                    <a:pt x="1979985" y="1311135"/>
                  </a:lnTo>
                  <a:lnTo>
                    <a:pt x="1979937" y="1310993"/>
                  </a:lnTo>
                  <a:lnTo>
                    <a:pt x="1979830" y="1310938"/>
                  </a:lnTo>
                  <a:lnTo>
                    <a:pt x="1979717" y="1310900"/>
                  </a:lnTo>
                  <a:lnTo>
                    <a:pt x="1979589" y="1310993"/>
                  </a:lnTo>
                  <a:lnTo>
                    <a:pt x="1979424" y="1311014"/>
                  </a:lnTo>
                  <a:lnTo>
                    <a:pt x="1979327" y="1310955"/>
                  </a:lnTo>
                  <a:lnTo>
                    <a:pt x="1979354" y="1310844"/>
                  </a:lnTo>
                  <a:lnTo>
                    <a:pt x="1979351" y="1310782"/>
                  </a:lnTo>
                  <a:lnTo>
                    <a:pt x="1979296" y="1310768"/>
                  </a:lnTo>
                  <a:lnTo>
                    <a:pt x="1979177" y="1310817"/>
                  </a:lnTo>
                  <a:lnTo>
                    <a:pt x="1979071" y="1310910"/>
                  </a:lnTo>
                  <a:lnTo>
                    <a:pt x="1978985" y="1310862"/>
                  </a:lnTo>
                  <a:lnTo>
                    <a:pt x="1978918" y="1310838"/>
                  </a:lnTo>
                  <a:lnTo>
                    <a:pt x="1978839" y="1310855"/>
                  </a:lnTo>
                  <a:lnTo>
                    <a:pt x="1978796" y="1310827"/>
                  </a:lnTo>
                  <a:lnTo>
                    <a:pt x="1978812" y="1310772"/>
                  </a:lnTo>
                  <a:lnTo>
                    <a:pt x="1978870" y="1310692"/>
                  </a:lnTo>
                  <a:lnTo>
                    <a:pt x="1978961" y="1310637"/>
                  </a:lnTo>
                  <a:lnTo>
                    <a:pt x="1979007" y="1310485"/>
                  </a:lnTo>
                  <a:lnTo>
                    <a:pt x="1979013" y="1310367"/>
                  </a:lnTo>
                  <a:lnTo>
                    <a:pt x="1979007" y="1310305"/>
                  </a:lnTo>
                  <a:lnTo>
                    <a:pt x="1978937" y="1310312"/>
                  </a:lnTo>
                  <a:lnTo>
                    <a:pt x="1978653" y="1310478"/>
                  </a:lnTo>
                  <a:lnTo>
                    <a:pt x="1978537" y="1310505"/>
                  </a:lnTo>
                  <a:lnTo>
                    <a:pt x="1978504" y="1310446"/>
                  </a:lnTo>
                  <a:lnTo>
                    <a:pt x="1978522" y="1310377"/>
                  </a:lnTo>
                  <a:lnTo>
                    <a:pt x="1978714" y="1310312"/>
                  </a:lnTo>
                  <a:lnTo>
                    <a:pt x="1978763" y="1310256"/>
                  </a:lnTo>
                  <a:lnTo>
                    <a:pt x="1978723" y="1310211"/>
                  </a:lnTo>
                  <a:lnTo>
                    <a:pt x="1978680" y="1310090"/>
                  </a:lnTo>
                  <a:lnTo>
                    <a:pt x="1978734" y="1309994"/>
                  </a:lnTo>
                  <a:lnTo>
                    <a:pt x="1978829" y="1309960"/>
                  </a:lnTo>
                  <a:lnTo>
                    <a:pt x="1978889" y="1309977"/>
                  </a:lnTo>
                  <a:lnTo>
                    <a:pt x="1978937" y="1309951"/>
                  </a:lnTo>
                  <a:lnTo>
                    <a:pt x="1978943" y="1309939"/>
                  </a:lnTo>
                  <a:lnTo>
                    <a:pt x="1978981" y="1309852"/>
                  </a:lnTo>
                  <a:lnTo>
                    <a:pt x="1978955" y="1309775"/>
                  </a:lnTo>
                  <a:lnTo>
                    <a:pt x="1978906" y="1309706"/>
                  </a:lnTo>
                  <a:lnTo>
                    <a:pt x="1978845" y="1309706"/>
                  </a:lnTo>
                  <a:lnTo>
                    <a:pt x="1978809" y="1309707"/>
                  </a:lnTo>
                  <a:lnTo>
                    <a:pt x="1978711" y="1309727"/>
                  </a:lnTo>
                  <a:lnTo>
                    <a:pt x="1978635" y="1309758"/>
                  </a:lnTo>
                  <a:lnTo>
                    <a:pt x="1978598" y="1309720"/>
                  </a:lnTo>
                  <a:lnTo>
                    <a:pt x="1978610" y="1309671"/>
                  </a:lnTo>
                  <a:lnTo>
                    <a:pt x="1978668" y="1309664"/>
                  </a:lnTo>
                  <a:lnTo>
                    <a:pt x="1978758" y="1309615"/>
                  </a:lnTo>
                  <a:lnTo>
                    <a:pt x="1978891" y="1309533"/>
                  </a:lnTo>
                  <a:lnTo>
                    <a:pt x="1979031" y="1309467"/>
                  </a:lnTo>
                  <a:lnTo>
                    <a:pt x="1979162" y="1309380"/>
                  </a:lnTo>
                  <a:lnTo>
                    <a:pt x="1979166" y="1309349"/>
                  </a:lnTo>
                  <a:lnTo>
                    <a:pt x="1979177" y="1309326"/>
                  </a:lnTo>
                  <a:lnTo>
                    <a:pt x="1979109" y="1309087"/>
                  </a:lnTo>
                  <a:lnTo>
                    <a:pt x="1978985" y="1309051"/>
                  </a:lnTo>
                  <a:lnTo>
                    <a:pt x="1978765" y="1309107"/>
                  </a:lnTo>
                  <a:lnTo>
                    <a:pt x="1978699" y="1309093"/>
                  </a:lnTo>
                  <a:lnTo>
                    <a:pt x="1978693" y="1309071"/>
                  </a:lnTo>
                  <a:lnTo>
                    <a:pt x="1978777" y="1308885"/>
                  </a:lnTo>
                  <a:lnTo>
                    <a:pt x="1978902" y="1308785"/>
                  </a:lnTo>
                  <a:lnTo>
                    <a:pt x="1978998" y="1308738"/>
                  </a:lnTo>
                  <a:lnTo>
                    <a:pt x="1979015" y="1308718"/>
                  </a:lnTo>
                  <a:lnTo>
                    <a:pt x="1979202" y="1308709"/>
                  </a:lnTo>
                  <a:lnTo>
                    <a:pt x="1979357" y="1308720"/>
                  </a:lnTo>
                  <a:lnTo>
                    <a:pt x="1979458" y="1308695"/>
                  </a:lnTo>
                  <a:lnTo>
                    <a:pt x="1979458" y="1308626"/>
                  </a:lnTo>
                  <a:lnTo>
                    <a:pt x="1979400" y="1308560"/>
                  </a:lnTo>
                  <a:lnTo>
                    <a:pt x="1979315" y="1308470"/>
                  </a:lnTo>
                  <a:lnTo>
                    <a:pt x="1979266" y="1308408"/>
                  </a:lnTo>
                  <a:lnTo>
                    <a:pt x="1979261" y="1308390"/>
                  </a:lnTo>
                  <a:lnTo>
                    <a:pt x="1979304" y="1308086"/>
                  </a:lnTo>
                  <a:lnTo>
                    <a:pt x="1979315" y="1308086"/>
                  </a:lnTo>
                  <a:lnTo>
                    <a:pt x="1979485" y="1308114"/>
                  </a:lnTo>
                  <a:lnTo>
                    <a:pt x="1979601" y="1308159"/>
                  </a:lnTo>
                  <a:lnTo>
                    <a:pt x="1979696" y="1308138"/>
                  </a:lnTo>
                  <a:lnTo>
                    <a:pt x="1979714" y="1308052"/>
                  </a:lnTo>
                  <a:lnTo>
                    <a:pt x="1979674" y="1308020"/>
                  </a:lnTo>
                  <a:lnTo>
                    <a:pt x="1979531" y="1308020"/>
                  </a:lnTo>
                  <a:lnTo>
                    <a:pt x="1979458" y="1307975"/>
                  </a:lnTo>
                  <a:lnTo>
                    <a:pt x="1979400" y="1307913"/>
                  </a:lnTo>
                  <a:lnTo>
                    <a:pt x="1979373" y="1307840"/>
                  </a:lnTo>
                  <a:lnTo>
                    <a:pt x="1979290" y="1307827"/>
                  </a:lnTo>
                  <a:lnTo>
                    <a:pt x="1979215" y="1307827"/>
                  </a:lnTo>
                  <a:lnTo>
                    <a:pt x="1979201" y="1307789"/>
                  </a:lnTo>
                  <a:lnTo>
                    <a:pt x="1979355" y="1307563"/>
                  </a:lnTo>
                  <a:lnTo>
                    <a:pt x="1979389" y="1307530"/>
                  </a:lnTo>
                  <a:lnTo>
                    <a:pt x="1979706" y="1307225"/>
                  </a:lnTo>
                  <a:lnTo>
                    <a:pt x="1979987" y="1307131"/>
                  </a:lnTo>
                  <a:lnTo>
                    <a:pt x="1980043" y="1307134"/>
                  </a:lnTo>
                  <a:lnTo>
                    <a:pt x="1980245" y="1307005"/>
                  </a:lnTo>
                  <a:lnTo>
                    <a:pt x="1980476" y="1306829"/>
                  </a:lnTo>
                  <a:lnTo>
                    <a:pt x="1980682" y="1306545"/>
                  </a:lnTo>
                  <a:lnTo>
                    <a:pt x="1981534" y="1305985"/>
                  </a:lnTo>
                  <a:lnTo>
                    <a:pt x="1981693" y="1305951"/>
                  </a:lnTo>
                  <a:lnTo>
                    <a:pt x="1981835" y="1306096"/>
                  </a:lnTo>
                  <a:lnTo>
                    <a:pt x="1982121" y="1306245"/>
                  </a:lnTo>
                  <a:lnTo>
                    <a:pt x="1982296" y="1306207"/>
                  </a:lnTo>
                  <a:lnTo>
                    <a:pt x="1982302" y="1306207"/>
                  </a:lnTo>
                  <a:lnTo>
                    <a:pt x="1982320" y="1306105"/>
                  </a:lnTo>
                  <a:lnTo>
                    <a:pt x="1982341" y="1306045"/>
                  </a:lnTo>
                  <a:lnTo>
                    <a:pt x="1982378" y="1306032"/>
                  </a:lnTo>
                  <a:lnTo>
                    <a:pt x="1982430" y="1306043"/>
                  </a:lnTo>
                  <a:lnTo>
                    <a:pt x="1982514" y="1306027"/>
                  </a:lnTo>
                  <a:lnTo>
                    <a:pt x="1982634" y="1305998"/>
                  </a:lnTo>
                  <a:lnTo>
                    <a:pt x="1982668" y="1305993"/>
                  </a:lnTo>
                  <a:lnTo>
                    <a:pt x="1982681" y="1305995"/>
                  </a:lnTo>
                  <a:lnTo>
                    <a:pt x="1982706" y="1306038"/>
                  </a:lnTo>
                  <a:lnTo>
                    <a:pt x="1982751" y="1306060"/>
                  </a:lnTo>
                  <a:lnTo>
                    <a:pt x="1982768" y="1306110"/>
                  </a:lnTo>
                  <a:lnTo>
                    <a:pt x="1982788" y="1306174"/>
                  </a:lnTo>
                  <a:lnTo>
                    <a:pt x="1982819" y="1306240"/>
                  </a:lnTo>
                  <a:lnTo>
                    <a:pt x="1982907" y="1306379"/>
                  </a:lnTo>
                  <a:lnTo>
                    <a:pt x="1982969" y="1306422"/>
                  </a:lnTo>
                  <a:lnTo>
                    <a:pt x="1983024" y="1306399"/>
                  </a:lnTo>
                  <a:lnTo>
                    <a:pt x="1983084" y="1306358"/>
                  </a:lnTo>
                  <a:lnTo>
                    <a:pt x="1983076" y="1306321"/>
                  </a:lnTo>
                  <a:lnTo>
                    <a:pt x="1983041" y="1306289"/>
                  </a:lnTo>
                  <a:lnTo>
                    <a:pt x="1982998" y="1306226"/>
                  </a:lnTo>
                  <a:lnTo>
                    <a:pt x="1983008" y="1306141"/>
                  </a:lnTo>
                  <a:lnTo>
                    <a:pt x="1982998" y="1306039"/>
                  </a:lnTo>
                  <a:lnTo>
                    <a:pt x="1982966" y="1305967"/>
                  </a:lnTo>
                  <a:lnTo>
                    <a:pt x="1982913" y="1305925"/>
                  </a:lnTo>
                  <a:lnTo>
                    <a:pt x="1982907" y="1305897"/>
                  </a:lnTo>
                  <a:lnTo>
                    <a:pt x="1982908" y="1305878"/>
                  </a:lnTo>
                  <a:lnTo>
                    <a:pt x="1982930" y="1305873"/>
                  </a:lnTo>
                  <a:lnTo>
                    <a:pt x="1982951" y="1305876"/>
                  </a:lnTo>
                  <a:lnTo>
                    <a:pt x="1983042" y="1305880"/>
                  </a:lnTo>
                  <a:lnTo>
                    <a:pt x="1983073" y="1305894"/>
                  </a:lnTo>
                  <a:lnTo>
                    <a:pt x="1983142" y="1305926"/>
                  </a:lnTo>
                  <a:lnTo>
                    <a:pt x="1983225" y="1306069"/>
                  </a:lnTo>
                  <a:lnTo>
                    <a:pt x="1983234" y="1306312"/>
                  </a:lnTo>
                  <a:lnTo>
                    <a:pt x="1983215" y="1306354"/>
                  </a:lnTo>
                  <a:lnTo>
                    <a:pt x="1983156" y="1306401"/>
                  </a:lnTo>
                  <a:lnTo>
                    <a:pt x="1983126" y="1306503"/>
                  </a:lnTo>
                  <a:lnTo>
                    <a:pt x="1983235" y="1306574"/>
                  </a:lnTo>
                  <a:lnTo>
                    <a:pt x="1983550" y="1306474"/>
                  </a:lnTo>
                  <a:lnTo>
                    <a:pt x="1983788" y="1306312"/>
                  </a:lnTo>
                  <a:lnTo>
                    <a:pt x="1983775" y="1306108"/>
                  </a:lnTo>
                  <a:lnTo>
                    <a:pt x="1983665" y="1306097"/>
                  </a:lnTo>
                  <a:lnTo>
                    <a:pt x="1983567" y="1305845"/>
                  </a:lnTo>
                  <a:lnTo>
                    <a:pt x="1983597" y="1305776"/>
                  </a:lnTo>
                  <a:lnTo>
                    <a:pt x="1983662" y="1305712"/>
                  </a:lnTo>
                  <a:lnTo>
                    <a:pt x="1983813" y="1305667"/>
                  </a:lnTo>
                  <a:lnTo>
                    <a:pt x="1984113" y="1305638"/>
                  </a:lnTo>
                  <a:lnTo>
                    <a:pt x="1984216" y="1305292"/>
                  </a:lnTo>
                  <a:lnTo>
                    <a:pt x="1984344" y="1305108"/>
                  </a:lnTo>
                  <a:lnTo>
                    <a:pt x="1984449" y="1305006"/>
                  </a:lnTo>
                  <a:lnTo>
                    <a:pt x="1984477" y="1304944"/>
                  </a:lnTo>
                  <a:lnTo>
                    <a:pt x="1984370" y="1304852"/>
                  </a:lnTo>
                  <a:lnTo>
                    <a:pt x="1984240" y="1304779"/>
                  </a:lnTo>
                  <a:lnTo>
                    <a:pt x="1984136" y="1304802"/>
                  </a:lnTo>
                  <a:lnTo>
                    <a:pt x="1983995" y="1304758"/>
                  </a:lnTo>
                  <a:lnTo>
                    <a:pt x="1984018" y="1304450"/>
                  </a:lnTo>
                  <a:lnTo>
                    <a:pt x="1984130" y="1304446"/>
                  </a:lnTo>
                  <a:lnTo>
                    <a:pt x="1984279" y="1304568"/>
                  </a:lnTo>
                  <a:lnTo>
                    <a:pt x="1984341" y="1304650"/>
                  </a:lnTo>
                  <a:lnTo>
                    <a:pt x="1984449" y="1304680"/>
                  </a:lnTo>
                  <a:lnTo>
                    <a:pt x="1984748" y="1304346"/>
                  </a:lnTo>
                  <a:lnTo>
                    <a:pt x="1984882" y="1304089"/>
                  </a:lnTo>
                  <a:lnTo>
                    <a:pt x="1984870" y="1304023"/>
                  </a:lnTo>
                  <a:lnTo>
                    <a:pt x="1984769" y="1303961"/>
                  </a:lnTo>
                  <a:lnTo>
                    <a:pt x="1984733" y="1303832"/>
                  </a:lnTo>
                  <a:lnTo>
                    <a:pt x="1984907" y="1303622"/>
                  </a:lnTo>
                  <a:lnTo>
                    <a:pt x="1985229" y="1303547"/>
                  </a:lnTo>
                  <a:lnTo>
                    <a:pt x="1985393" y="1303386"/>
                  </a:lnTo>
                  <a:lnTo>
                    <a:pt x="1985523" y="1303184"/>
                  </a:lnTo>
                  <a:lnTo>
                    <a:pt x="1985629" y="1303175"/>
                  </a:lnTo>
                  <a:lnTo>
                    <a:pt x="1985644" y="1303199"/>
                  </a:lnTo>
                  <a:lnTo>
                    <a:pt x="1985635" y="1303162"/>
                  </a:lnTo>
                  <a:lnTo>
                    <a:pt x="1985497" y="1303110"/>
                  </a:lnTo>
                  <a:lnTo>
                    <a:pt x="1985355" y="1303086"/>
                  </a:lnTo>
                  <a:lnTo>
                    <a:pt x="1985290" y="1303122"/>
                  </a:lnTo>
                  <a:lnTo>
                    <a:pt x="1985224" y="1303194"/>
                  </a:lnTo>
                  <a:lnTo>
                    <a:pt x="1985190" y="1303195"/>
                  </a:lnTo>
                  <a:lnTo>
                    <a:pt x="1984810" y="1303022"/>
                  </a:lnTo>
                  <a:lnTo>
                    <a:pt x="1984768" y="1302989"/>
                  </a:lnTo>
                  <a:lnTo>
                    <a:pt x="1984580" y="1302744"/>
                  </a:lnTo>
                  <a:lnTo>
                    <a:pt x="1985053" y="1302367"/>
                  </a:lnTo>
                  <a:lnTo>
                    <a:pt x="1985240" y="1302109"/>
                  </a:lnTo>
                  <a:lnTo>
                    <a:pt x="1985727" y="1301875"/>
                  </a:lnTo>
                  <a:lnTo>
                    <a:pt x="1985833" y="1301894"/>
                  </a:lnTo>
                  <a:lnTo>
                    <a:pt x="1985878" y="1301966"/>
                  </a:lnTo>
                  <a:lnTo>
                    <a:pt x="1985906" y="1301937"/>
                  </a:lnTo>
                  <a:lnTo>
                    <a:pt x="1985910" y="1301932"/>
                  </a:lnTo>
                  <a:lnTo>
                    <a:pt x="1985925" y="1301916"/>
                  </a:lnTo>
                  <a:lnTo>
                    <a:pt x="1985939" y="1301902"/>
                  </a:lnTo>
                  <a:lnTo>
                    <a:pt x="1985949" y="1301891"/>
                  </a:lnTo>
                  <a:lnTo>
                    <a:pt x="1985954" y="1301888"/>
                  </a:lnTo>
                  <a:lnTo>
                    <a:pt x="1986189" y="1301783"/>
                  </a:lnTo>
                  <a:lnTo>
                    <a:pt x="1986114" y="1301709"/>
                  </a:lnTo>
                  <a:lnTo>
                    <a:pt x="1986060" y="1301656"/>
                  </a:lnTo>
                  <a:lnTo>
                    <a:pt x="1986042" y="1301638"/>
                  </a:lnTo>
                  <a:lnTo>
                    <a:pt x="1986018" y="1301617"/>
                  </a:lnTo>
                  <a:lnTo>
                    <a:pt x="1985977" y="1301636"/>
                  </a:lnTo>
                  <a:lnTo>
                    <a:pt x="1985966" y="1301640"/>
                  </a:lnTo>
                  <a:lnTo>
                    <a:pt x="1985961" y="1301641"/>
                  </a:lnTo>
                  <a:lnTo>
                    <a:pt x="1985953" y="1301642"/>
                  </a:lnTo>
                  <a:lnTo>
                    <a:pt x="1985943" y="1301634"/>
                  </a:lnTo>
                  <a:lnTo>
                    <a:pt x="1985934" y="1301613"/>
                  </a:lnTo>
                  <a:lnTo>
                    <a:pt x="1985901" y="1301541"/>
                  </a:lnTo>
                  <a:lnTo>
                    <a:pt x="1985878" y="1301473"/>
                  </a:lnTo>
                  <a:lnTo>
                    <a:pt x="1985687" y="1301474"/>
                  </a:lnTo>
                  <a:lnTo>
                    <a:pt x="1985611" y="1301480"/>
                  </a:lnTo>
                  <a:lnTo>
                    <a:pt x="1985578" y="1301460"/>
                  </a:lnTo>
                  <a:lnTo>
                    <a:pt x="1985429" y="1301369"/>
                  </a:lnTo>
                  <a:lnTo>
                    <a:pt x="1985422" y="1301364"/>
                  </a:lnTo>
                  <a:lnTo>
                    <a:pt x="1985426" y="1301354"/>
                  </a:lnTo>
                  <a:lnTo>
                    <a:pt x="1985435" y="1301333"/>
                  </a:lnTo>
                  <a:lnTo>
                    <a:pt x="1985441" y="1301320"/>
                  </a:lnTo>
                  <a:lnTo>
                    <a:pt x="1985462" y="1301313"/>
                  </a:lnTo>
                  <a:lnTo>
                    <a:pt x="1985531" y="1301289"/>
                  </a:lnTo>
                  <a:lnTo>
                    <a:pt x="1985569" y="1301276"/>
                  </a:lnTo>
                  <a:lnTo>
                    <a:pt x="1985645" y="1301287"/>
                  </a:lnTo>
                  <a:lnTo>
                    <a:pt x="1985670" y="1301275"/>
                  </a:lnTo>
                  <a:lnTo>
                    <a:pt x="1985800" y="1301218"/>
                  </a:lnTo>
                  <a:lnTo>
                    <a:pt x="1985876" y="1301123"/>
                  </a:lnTo>
                  <a:lnTo>
                    <a:pt x="1985888" y="1301125"/>
                  </a:lnTo>
                  <a:lnTo>
                    <a:pt x="1985974" y="1301140"/>
                  </a:lnTo>
                  <a:lnTo>
                    <a:pt x="1986397" y="1301158"/>
                  </a:lnTo>
                  <a:lnTo>
                    <a:pt x="1986442" y="1301159"/>
                  </a:lnTo>
                  <a:lnTo>
                    <a:pt x="1986463" y="1301160"/>
                  </a:lnTo>
                  <a:lnTo>
                    <a:pt x="1986479" y="1301161"/>
                  </a:lnTo>
                  <a:lnTo>
                    <a:pt x="1986497" y="1301162"/>
                  </a:lnTo>
                  <a:lnTo>
                    <a:pt x="1986543" y="1301164"/>
                  </a:lnTo>
                  <a:lnTo>
                    <a:pt x="1986564" y="1301154"/>
                  </a:lnTo>
                  <a:lnTo>
                    <a:pt x="1986867" y="1300869"/>
                  </a:lnTo>
                  <a:lnTo>
                    <a:pt x="1986872" y="1300853"/>
                  </a:lnTo>
                  <a:lnTo>
                    <a:pt x="1986876" y="1300832"/>
                  </a:lnTo>
                  <a:lnTo>
                    <a:pt x="1986879" y="1300818"/>
                  </a:lnTo>
                  <a:lnTo>
                    <a:pt x="1986874" y="1300807"/>
                  </a:lnTo>
                  <a:lnTo>
                    <a:pt x="1986788" y="1300687"/>
                  </a:lnTo>
                  <a:lnTo>
                    <a:pt x="1986766" y="1300695"/>
                  </a:lnTo>
                  <a:lnTo>
                    <a:pt x="1986680" y="1300722"/>
                  </a:lnTo>
                  <a:lnTo>
                    <a:pt x="1986661" y="1300726"/>
                  </a:lnTo>
                  <a:lnTo>
                    <a:pt x="1986652" y="1300720"/>
                  </a:lnTo>
                  <a:lnTo>
                    <a:pt x="1986607" y="1300578"/>
                  </a:lnTo>
                  <a:lnTo>
                    <a:pt x="1986600" y="1300552"/>
                  </a:lnTo>
                  <a:lnTo>
                    <a:pt x="1986603" y="1300530"/>
                  </a:lnTo>
                  <a:lnTo>
                    <a:pt x="1986617" y="1300520"/>
                  </a:lnTo>
                  <a:lnTo>
                    <a:pt x="1987054" y="1300274"/>
                  </a:lnTo>
                  <a:lnTo>
                    <a:pt x="1987110" y="1300265"/>
                  </a:lnTo>
                  <a:lnTo>
                    <a:pt x="1987146" y="1300260"/>
                  </a:lnTo>
                  <a:lnTo>
                    <a:pt x="1987166" y="1300260"/>
                  </a:lnTo>
                  <a:lnTo>
                    <a:pt x="1987303" y="1300299"/>
                  </a:lnTo>
                  <a:lnTo>
                    <a:pt x="1987365" y="1300325"/>
                  </a:lnTo>
                  <a:lnTo>
                    <a:pt x="1987449" y="1300317"/>
                  </a:lnTo>
                  <a:lnTo>
                    <a:pt x="1987666" y="1300204"/>
                  </a:lnTo>
                  <a:lnTo>
                    <a:pt x="1987868" y="1300025"/>
                  </a:lnTo>
                  <a:lnTo>
                    <a:pt x="1987916" y="1299930"/>
                  </a:lnTo>
                  <a:lnTo>
                    <a:pt x="1987915" y="1299904"/>
                  </a:lnTo>
                  <a:lnTo>
                    <a:pt x="1987915" y="1299879"/>
                  </a:lnTo>
                  <a:lnTo>
                    <a:pt x="1987869" y="1299750"/>
                  </a:lnTo>
                  <a:lnTo>
                    <a:pt x="1987864" y="1299733"/>
                  </a:lnTo>
                  <a:lnTo>
                    <a:pt x="1987831" y="1299628"/>
                  </a:lnTo>
                  <a:lnTo>
                    <a:pt x="1987831" y="1299609"/>
                  </a:lnTo>
                  <a:lnTo>
                    <a:pt x="1987873" y="1299557"/>
                  </a:lnTo>
                  <a:lnTo>
                    <a:pt x="1987894" y="1299539"/>
                  </a:lnTo>
                  <a:lnTo>
                    <a:pt x="1988036" y="1299427"/>
                  </a:lnTo>
                  <a:lnTo>
                    <a:pt x="1988133" y="1299362"/>
                  </a:lnTo>
                  <a:lnTo>
                    <a:pt x="1988236" y="1299307"/>
                  </a:lnTo>
                  <a:lnTo>
                    <a:pt x="1988366" y="1299242"/>
                  </a:lnTo>
                  <a:lnTo>
                    <a:pt x="1988402" y="1299224"/>
                  </a:lnTo>
                  <a:lnTo>
                    <a:pt x="1988436" y="1299198"/>
                  </a:lnTo>
                  <a:lnTo>
                    <a:pt x="1988510" y="1299143"/>
                  </a:lnTo>
                  <a:lnTo>
                    <a:pt x="1988553" y="1299108"/>
                  </a:lnTo>
                  <a:lnTo>
                    <a:pt x="1988668" y="1299014"/>
                  </a:lnTo>
                  <a:lnTo>
                    <a:pt x="1988751" y="1298946"/>
                  </a:lnTo>
                  <a:lnTo>
                    <a:pt x="1988768" y="1298925"/>
                  </a:lnTo>
                  <a:lnTo>
                    <a:pt x="1988779" y="1298911"/>
                  </a:lnTo>
                  <a:lnTo>
                    <a:pt x="1988800" y="1298883"/>
                  </a:lnTo>
                  <a:lnTo>
                    <a:pt x="1988881" y="1298781"/>
                  </a:lnTo>
                  <a:lnTo>
                    <a:pt x="1988961" y="1298676"/>
                  </a:lnTo>
                  <a:lnTo>
                    <a:pt x="1989046" y="1298566"/>
                  </a:lnTo>
                  <a:lnTo>
                    <a:pt x="1989153" y="1298319"/>
                  </a:lnTo>
                  <a:lnTo>
                    <a:pt x="1989274" y="1298039"/>
                  </a:lnTo>
                  <a:lnTo>
                    <a:pt x="1989140" y="1297568"/>
                  </a:lnTo>
                  <a:lnTo>
                    <a:pt x="1989071" y="1297515"/>
                  </a:lnTo>
                  <a:lnTo>
                    <a:pt x="1988956" y="1297488"/>
                  </a:lnTo>
                  <a:lnTo>
                    <a:pt x="1988878" y="1297490"/>
                  </a:lnTo>
                  <a:lnTo>
                    <a:pt x="1988822" y="1297504"/>
                  </a:lnTo>
                  <a:lnTo>
                    <a:pt x="1988735" y="1297552"/>
                  </a:lnTo>
                  <a:lnTo>
                    <a:pt x="1988726" y="1297557"/>
                  </a:lnTo>
                  <a:lnTo>
                    <a:pt x="1988671" y="1297576"/>
                  </a:lnTo>
                  <a:lnTo>
                    <a:pt x="1988466" y="1297646"/>
                  </a:lnTo>
                  <a:lnTo>
                    <a:pt x="1988456" y="1297650"/>
                  </a:lnTo>
                  <a:lnTo>
                    <a:pt x="1988126" y="1297772"/>
                  </a:lnTo>
                  <a:lnTo>
                    <a:pt x="1987990" y="1297843"/>
                  </a:lnTo>
                  <a:lnTo>
                    <a:pt x="1987851" y="1297894"/>
                  </a:lnTo>
                  <a:lnTo>
                    <a:pt x="1987821" y="1297905"/>
                  </a:lnTo>
                  <a:lnTo>
                    <a:pt x="1987740" y="1297920"/>
                  </a:lnTo>
                  <a:lnTo>
                    <a:pt x="1987729" y="1297922"/>
                  </a:lnTo>
                  <a:lnTo>
                    <a:pt x="1987473" y="1297913"/>
                  </a:lnTo>
                  <a:lnTo>
                    <a:pt x="1987356" y="1297919"/>
                  </a:lnTo>
                  <a:lnTo>
                    <a:pt x="1987168" y="1297927"/>
                  </a:lnTo>
                  <a:lnTo>
                    <a:pt x="1986927" y="1297962"/>
                  </a:lnTo>
                  <a:lnTo>
                    <a:pt x="1986921" y="1297963"/>
                  </a:lnTo>
                  <a:lnTo>
                    <a:pt x="1986805" y="1297976"/>
                  </a:lnTo>
                  <a:lnTo>
                    <a:pt x="1986615" y="1297968"/>
                  </a:lnTo>
                  <a:lnTo>
                    <a:pt x="1986602" y="1297966"/>
                  </a:lnTo>
                  <a:lnTo>
                    <a:pt x="1986547" y="1297959"/>
                  </a:lnTo>
                  <a:lnTo>
                    <a:pt x="1986348" y="1297934"/>
                  </a:lnTo>
                  <a:lnTo>
                    <a:pt x="1986119" y="1297905"/>
                  </a:lnTo>
                  <a:lnTo>
                    <a:pt x="1986095" y="1297903"/>
                  </a:lnTo>
                  <a:lnTo>
                    <a:pt x="1986069" y="1297908"/>
                  </a:lnTo>
                  <a:lnTo>
                    <a:pt x="1986018" y="1297922"/>
                  </a:lnTo>
                  <a:lnTo>
                    <a:pt x="1985945" y="1297952"/>
                  </a:lnTo>
                  <a:lnTo>
                    <a:pt x="1985931" y="1297959"/>
                  </a:lnTo>
                  <a:lnTo>
                    <a:pt x="1985876" y="1297982"/>
                  </a:lnTo>
                  <a:lnTo>
                    <a:pt x="1985769" y="1298038"/>
                  </a:lnTo>
                  <a:lnTo>
                    <a:pt x="1985585" y="1298003"/>
                  </a:lnTo>
                  <a:lnTo>
                    <a:pt x="1985489" y="1298016"/>
                  </a:lnTo>
                  <a:lnTo>
                    <a:pt x="1984749" y="1298303"/>
                  </a:lnTo>
                  <a:lnTo>
                    <a:pt x="1984610" y="1298444"/>
                  </a:lnTo>
                  <a:lnTo>
                    <a:pt x="1984456" y="1298367"/>
                  </a:lnTo>
                  <a:lnTo>
                    <a:pt x="1984407" y="1298298"/>
                  </a:lnTo>
                  <a:lnTo>
                    <a:pt x="1984398" y="1298213"/>
                  </a:lnTo>
                  <a:lnTo>
                    <a:pt x="1984443" y="1298183"/>
                  </a:lnTo>
                  <a:lnTo>
                    <a:pt x="1984553" y="1298221"/>
                  </a:lnTo>
                  <a:lnTo>
                    <a:pt x="1984604" y="1298057"/>
                  </a:lnTo>
                  <a:lnTo>
                    <a:pt x="1984611" y="1297790"/>
                  </a:lnTo>
                  <a:lnTo>
                    <a:pt x="1984380" y="1297679"/>
                  </a:lnTo>
                  <a:lnTo>
                    <a:pt x="1983953" y="1297798"/>
                  </a:lnTo>
                  <a:lnTo>
                    <a:pt x="1983933" y="1297866"/>
                  </a:lnTo>
                  <a:lnTo>
                    <a:pt x="1983948" y="1297946"/>
                  </a:lnTo>
                  <a:lnTo>
                    <a:pt x="1983815" y="1297978"/>
                  </a:lnTo>
                  <a:lnTo>
                    <a:pt x="1983759" y="1297981"/>
                  </a:lnTo>
                  <a:lnTo>
                    <a:pt x="1983564" y="1297933"/>
                  </a:lnTo>
                  <a:lnTo>
                    <a:pt x="1983518" y="1297735"/>
                  </a:lnTo>
                  <a:lnTo>
                    <a:pt x="1983503" y="1297593"/>
                  </a:lnTo>
                  <a:lnTo>
                    <a:pt x="1983405" y="1297606"/>
                  </a:lnTo>
                  <a:lnTo>
                    <a:pt x="1983221" y="1297658"/>
                  </a:lnTo>
                  <a:lnTo>
                    <a:pt x="1983033" y="1297871"/>
                  </a:lnTo>
                  <a:lnTo>
                    <a:pt x="1983094" y="1297895"/>
                  </a:lnTo>
                  <a:lnTo>
                    <a:pt x="1983128" y="1297917"/>
                  </a:lnTo>
                  <a:lnTo>
                    <a:pt x="1983103" y="1297953"/>
                  </a:lnTo>
                  <a:lnTo>
                    <a:pt x="1982997" y="1298039"/>
                  </a:lnTo>
                  <a:lnTo>
                    <a:pt x="1982789" y="1298175"/>
                  </a:lnTo>
                  <a:lnTo>
                    <a:pt x="1982716" y="1298192"/>
                  </a:lnTo>
                  <a:lnTo>
                    <a:pt x="1982583" y="1298293"/>
                  </a:lnTo>
                  <a:lnTo>
                    <a:pt x="1982362" y="1298645"/>
                  </a:lnTo>
                  <a:lnTo>
                    <a:pt x="1982357" y="1298677"/>
                  </a:lnTo>
                  <a:lnTo>
                    <a:pt x="1982423" y="1298897"/>
                  </a:lnTo>
                  <a:lnTo>
                    <a:pt x="1982632" y="1299294"/>
                  </a:lnTo>
                  <a:lnTo>
                    <a:pt x="1982741" y="1299379"/>
                  </a:lnTo>
                  <a:lnTo>
                    <a:pt x="1982846" y="1299578"/>
                  </a:lnTo>
                  <a:lnTo>
                    <a:pt x="1982948" y="1299917"/>
                  </a:lnTo>
                  <a:lnTo>
                    <a:pt x="1982713" y="1300345"/>
                  </a:lnTo>
                  <a:lnTo>
                    <a:pt x="1982725" y="1300590"/>
                  </a:lnTo>
                  <a:lnTo>
                    <a:pt x="1982708" y="1300644"/>
                  </a:lnTo>
                  <a:lnTo>
                    <a:pt x="1982454" y="1300860"/>
                  </a:lnTo>
                  <a:lnTo>
                    <a:pt x="1981952" y="1301192"/>
                  </a:lnTo>
                  <a:lnTo>
                    <a:pt x="1981769" y="1301388"/>
                  </a:lnTo>
                  <a:lnTo>
                    <a:pt x="1981491" y="1301933"/>
                  </a:lnTo>
                  <a:lnTo>
                    <a:pt x="1981336" y="1302295"/>
                  </a:lnTo>
                  <a:lnTo>
                    <a:pt x="1981309" y="1302612"/>
                  </a:lnTo>
                  <a:lnTo>
                    <a:pt x="1981483" y="1303030"/>
                  </a:lnTo>
                  <a:lnTo>
                    <a:pt x="1981321" y="1303175"/>
                  </a:lnTo>
                  <a:lnTo>
                    <a:pt x="1981255" y="1303169"/>
                  </a:lnTo>
                  <a:lnTo>
                    <a:pt x="1981203" y="1303197"/>
                  </a:lnTo>
                  <a:lnTo>
                    <a:pt x="1981078" y="1303303"/>
                  </a:lnTo>
                  <a:lnTo>
                    <a:pt x="1980970" y="1303443"/>
                  </a:lnTo>
                  <a:lnTo>
                    <a:pt x="1980968" y="1303515"/>
                  </a:lnTo>
                  <a:lnTo>
                    <a:pt x="1981009" y="1303572"/>
                  </a:lnTo>
                  <a:lnTo>
                    <a:pt x="1981305" y="1303774"/>
                  </a:lnTo>
                  <a:lnTo>
                    <a:pt x="1981494" y="1303833"/>
                  </a:lnTo>
                  <a:lnTo>
                    <a:pt x="1981580" y="1303823"/>
                  </a:lnTo>
                  <a:lnTo>
                    <a:pt x="1981618" y="1303796"/>
                  </a:lnTo>
                  <a:lnTo>
                    <a:pt x="1981735" y="1303815"/>
                  </a:lnTo>
                  <a:lnTo>
                    <a:pt x="1981725" y="1303879"/>
                  </a:lnTo>
                  <a:lnTo>
                    <a:pt x="1981506" y="1304117"/>
                  </a:lnTo>
                  <a:lnTo>
                    <a:pt x="1981267" y="1304173"/>
                  </a:lnTo>
                  <a:lnTo>
                    <a:pt x="1980934" y="1304372"/>
                  </a:lnTo>
                  <a:lnTo>
                    <a:pt x="1980827" y="1304528"/>
                  </a:lnTo>
                  <a:lnTo>
                    <a:pt x="1980490" y="1304701"/>
                  </a:lnTo>
                  <a:lnTo>
                    <a:pt x="1980204" y="1304821"/>
                  </a:lnTo>
                  <a:lnTo>
                    <a:pt x="1979967" y="1304623"/>
                  </a:lnTo>
                  <a:lnTo>
                    <a:pt x="1979926" y="1304144"/>
                  </a:lnTo>
                  <a:lnTo>
                    <a:pt x="1979980" y="1304019"/>
                  </a:lnTo>
                  <a:lnTo>
                    <a:pt x="1980119" y="1303871"/>
                  </a:lnTo>
                  <a:lnTo>
                    <a:pt x="1980373" y="1303650"/>
                  </a:lnTo>
                  <a:lnTo>
                    <a:pt x="1980329" y="1303475"/>
                  </a:lnTo>
                  <a:lnTo>
                    <a:pt x="1980227" y="1303305"/>
                  </a:lnTo>
                  <a:lnTo>
                    <a:pt x="1980036" y="1303083"/>
                  </a:lnTo>
                  <a:lnTo>
                    <a:pt x="1979835" y="1302886"/>
                  </a:lnTo>
                  <a:lnTo>
                    <a:pt x="1979562" y="1302704"/>
                  </a:lnTo>
                  <a:lnTo>
                    <a:pt x="1979053" y="1302549"/>
                  </a:lnTo>
                  <a:lnTo>
                    <a:pt x="1978928" y="1302472"/>
                  </a:lnTo>
                  <a:lnTo>
                    <a:pt x="1978938" y="1302196"/>
                  </a:lnTo>
                  <a:lnTo>
                    <a:pt x="1978988" y="1302026"/>
                  </a:lnTo>
                  <a:lnTo>
                    <a:pt x="1979053" y="1301968"/>
                  </a:lnTo>
                  <a:lnTo>
                    <a:pt x="1979075" y="1301905"/>
                  </a:lnTo>
                  <a:lnTo>
                    <a:pt x="1979086" y="1301838"/>
                  </a:lnTo>
                  <a:lnTo>
                    <a:pt x="1979061" y="1301781"/>
                  </a:lnTo>
                  <a:lnTo>
                    <a:pt x="1978954" y="1301746"/>
                  </a:lnTo>
                  <a:lnTo>
                    <a:pt x="1978616" y="1301746"/>
                  </a:lnTo>
                  <a:lnTo>
                    <a:pt x="1978501" y="1301774"/>
                  </a:lnTo>
                  <a:lnTo>
                    <a:pt x="1978219" y="1302002"/>
                  </a:lnTo>
                  <a:lnTo>
                    <a:pt x="1978222" y="1302136"/>
                  </a:lnTo>
                  <a:lnTo>
                    <a:pt x="1978295" y="1302210"/>
                  </a:lnTo>
                  <a:lnTo>
                    <a:pt x="1978193" y="1302459"/>
                  </a:lnTo>
                  <a:lnTo>
                    <a:pt x="1977713" y="1302458"/>
                  </a:lnTo>
                  <a:lnTo>
                    <a:pt x="1977498" y="1302575"/>
                  </a:lnTo>
                  <a:lnTo>
                    <a:pt x="1977499" y="1302622"/>
                  </a:lnTo>
                  <a:lnTo>
                    <a:pt x="1977430" y="1302679"/>
                  </a:lnTo>
                  <a:lnTo>
                    <a:pt x="1976973" y="1302395"/>
                  </a:lnTo>
                  <a:lnTo>
                    <a:pt x="1976702" y="1301802"/>
                  </a:lnTo>
                  <a:lnTo>
                    <a:pt x="1977041" y="1301434"/>
                  </a:lnTo>
                  <a:lnTo>
                    <a:pt x="1977520" y="1301242"/>
                  </a:lnTo>
                  <a:lnTo>
                    <a:pt x="1977621" y="1301156"/>
                  </a:lnTo>
                  <a:lnTo>
                    <a:pt x="1977633" y="1300972"/>
                  </a:lnTo>
                  <a:lnTo>
                    <a:pt x="1977483" y="1300712"/>
                  </a:lnTo>
                  <a:lnTo>
                    <a:pt x="1977444" y="1300550"/>
                  </a:lnTo>
                  <a:lnTo>
                    <a:pt x="1977415" y="1300068"/>
                  </a:lnTo>
                  <a:lnTo>
                    <a:pt x="1977280" y="1299978"/>
                  </a:lnTo>
                  <a:lnTo>
                    <a:pt x="1977116" y="1299974"/>
                  </a:lnTo>
                  <a:lnTo>
                    <a:pt x="1976978" y="1299836"/>
                  </a:lnTo>
                  <a:lnTo>
                    <a:pt x="1977030" y="1299684"/>
                  </a:lnTo>
                  <a:lnTo>
                    <a:pt x="1977360" y="1299332"/>
                  </a:lnTo>
                  <a:lnTo>
                    <a:pt x="1977493" y="1299339"/>
                  </a:lnTo>
                  <a:lnTo>
                    <a:pt x="1977562" y="1299288"/>
                  </a:lnTo>
                  <a:lnTo>
                    <a:pt x="1977442" y="1298899"/>
                  </a:lnTo>
                  <a:lnTo>
                    <a:pt x="1977429" y="1298794"/>
                  </a:lnTo>
                  <a:lnTo>
                    <a:pt x="1977593" y="1298578"/>
                  </a:lnTo>
                  <a:lnTo>
                    <a:pt x="1977898" y="1298295"/>
                  </a:lnTo>
                  <a:lnTo>
                    <a:pt x="1978128" y="1298233"/>
                  </a:lnTo>
                  <a:lnTo>
                    <a:pt x="1978629" y="1298445"/>
                  </a:lnTo>
                  <a:lnTo>
                    <a:pt x="1978772" y="1298402"/>
                  </a:lnTo>
                  <a:lnTo>
                    <a:pt x="1978824" y="1298408"/>
                  </a:lnTo>
                  <a:lnTo>
                    <a:pt x="1979016" y="1298467"/>
                  </a:lnTo>
                  <a:lnTo>
                    <a:pt x="1979254" y="1298592"/>
                  </a:lnTo>
                  <a:lnTo>
                    <a:pt x="1979605" y="1298503"/>
                  </a:lnTo>
                  <a:lnTo>
                    <a:pt x="1979661" y="1298398"/>
                  </a:lnTo>
                  <a:lnTo>
                    <a:pt x="1979628" y="1298268"/>
                  </a:lnTo>
                  <a:lnTo>
                    <a:pt x="1979469" y="1297874"/>
                  </a:lnTo>
                  <a:lnTo>
                    <a:pt x="1979257" y="1297751"/>
                  </a:lnTo>
                  <a:lnTo>
                    <a:pt x="1979422" y="1297359"/>
                  </a:lnTo>
                  <a:lnTo>
                    <a:pt x="1979498" y="1297066"/>
                  </a:lnTo>
                  <a:lnTo>
                    <a:pt x="1979386" y="1296754"/>
                  </a:lnTo>
                  <a:lnTo>
                    <a:pt x="1979210" y="1296676"/>
                  </a:lnTo>
                  <a:lnTo>
                    <a:pt x="1979029" y="1296783"/>
                  </a:lnTo>
                  <a:lnTo>
                    <a:pt x="1978987" y="1296838"/>
                  </a:lnTo>
                  <a:lnTo>
                    <a:pt x="1978994" y="1296961"/>
                  </a:lnTo>
                  <a:lnTo>
                    <a:pt x="1978939" y="1297099"/>
                  </a:lnTo>
                  <a:lnTo>
                    <a:pt x="1978777" y="1297374"/>
                  </a:lnTo>
                  <a:lnTo>
                    <a:pt x="1978593" y="1297519"/>
                  </a:lnTo>
                  <a:lnTo>
                    <a:pt x="1978218" y="1297649"/>
                  </a:lnTo>
                  <a:lnTo>
                    <a:pt x="1977781" y="1297746"/>
                  </a:lnTo>
                  <a:lnTo>
                    <a:pt x="1977023" y="1297711"/>
                  </a:lnTo>
                  <a:lnTo>
                    <a:pt x="1976924" y="1297846"/>
                  </a:lnTo>
                  <a:lnTo>
                    <a:pt x="1976902" y="1297959"/>
                  </a:lnTo>
                  <a:lnTo>
                    <a:pt x="1976905" y="1298100"/>
                  </a:lnTo>
                  <a:lnTo>
                    <a:pt x="1976801" y="1298072"/>
                  </a:lnTo>
                  <a:lnTo>
                    <a:pt x="1976762" y="1298022"/>
                  </a:lnTo>
                  <a:lnTo>
                    <a:pt x="1976554" y="1297587"/>
                  </a:lnTo>
                  <a:lnTo>
                    <a:pt x="1976541" y="1297457"/>
                  </a:lnTo>
                  <a:lnTo>
                    <a:pt x="1976558" y="1297342"/>
                  </a:lnTo>
                  <a:lnTo>
                    <a:pt x="1976753" y="1296747"/>
                  </a:lnTo>
                  <a:lnTo>
                    <a:pt x="1976831" y="1296614"/>
                  </a:lnTo>
                  <a:lnTo>
                    <a:pt x="1977238" y="1296227"/>
                  </a:lnTo>
                  <a:lnTo>
                    <a:pt x="1977474" y="1296062"/>
                  </a:lnTo>
                  <a:lnTo>
                    <a:pt x="1978194" y="1296008"/>
                  </a:lnTo>
                  <a:lnTo>
                    <a:pt x="1978286" y="1295991"/>
                  </a:lnTo>
                  <a:lnTo>
                    <a:pt x="1978908" y="1295599"/>
                  </a:lnTo>
                  <a:lnTo>
                    <a:pt x="1978940" y="1295510"/>
                  </a:lnTo>
                  <a:lnTo>
                    <a:pt x="1979123" y="1295304"/>
                  </a:lnTo>
                  <a:lnTo>
                    <a:pt x="1979715" y="1295082"/>
                  </a:lnTo>
                  <a:lnTo>
                    <a:pt x="1979647" y="1294986"/>
                  </a:lnTo>
                  <a:lnTo>
                    <a:pt x="1979559" y="1294924"/>
                  </a:lnTo>
                  <a:lnTo>
                    <a:pt x="1979457" y="1294866"/>
                  </a:lnTo>
                  <a:lnTo>
                    <a:pt x="1979238" y="1294776"/>
                  </a:lnTo>
                  <a:lnTo>
                    <a:pt x="1979200" y="1294720"/>
                  </a:lnTo>
                  <a:lnTo>
                    <a:pt x="1979182" y="1294667"/>
                  </a:lnTo>
                  <a:lnTo>
                    <a:pt x="1979180" y="1294617"/>
                  </a:lnTo>
                  <a:lnTo>
                    <a:pt x="1979187" y="1294480"/>
                  </a:lnTo>
                  <a:lnTo>
                    <a:pt x="1979105" y="1294523"/>
                  </a:lnTo>
                  <a:lnTo>
                    <a:pt x="1979085" y="1294580"/>
                  </a:lnTo>
                  <a:lnTo>
                    <a:pt x="1979086" y="1294669"/>
                  </a:lnTo>
                  <a:lnTo>
                    <a:pt x="1979105" y="1294740"/>
                  </a:lnTo>
                  <a:lnTo>
                    <a:pt x="1979111" y="1294752"/>
                  </a:lnTo>
                  <a:lnTo>
                    <a:pt x="1979127" y="1294788"/>
                  </a:lnTo>
                  <a:lnTo>
                    <a:pt x="1979142" y="1294823"/>
                  </a:lnTo>
                  <a:lnTo>
                    <a:pt x="1979284" y="1294913"/>
                  </a:lnTo>
                  <a:lnTo>
                    <a:pt x="1979281" y="1294970"/>
                  </a:lnTo>
                  <a:lnTo>
                    <a:pt x="1979069" y="1295095"/>
                  </a:lnTo>
                  <a:lnTo>
                    <a:pt x="1978862" y="1295213"/>
                  </a:lnTo>
                  <a:lnTo>
                    <a:pt x="1978083" y="1295586"/>
                  </a:lnTo>
                  <a:lnTo>
                    <a:pt x="1977801" y="1295706"/>
                  </a:lnTo>
                  <a:lnTo>
                    <a:pt x="1977455" y="1295630"/>
                  </a:lnTo>
                  <a:lnTo>
                    <a:pt x="1977288" y="1295054"/>
                  </a:lnTo>
                  <a:lnTo>
                    <a:pt x="1977397" y="1294895"/>
                  </a:lnTo>
                  <a:lnTo>
                    <a:pt x="1977567" y="1294822"/>
                  </a:lnTo>
                  <a:lnTo>
                    <a:pt x="1977566" y="1294799"/>
                  </a:lnTo>
                  <a:lnTo>
                    <a:pt x="1977447" y="1294843"/>
                  </a:lnTo>
                  <a:lnTo>
                    <a:pt x="1977330" y="1294837"/>
                  </a:lnTo>
                  <a:lnTo>
                    <a:pt x="1977231" y="1294810"/>
                  </a:lnTo>
                  <a:lnTo>
                    <a:pt x="1977157" y="1294947"/>
                  </a:lnTo>
                  <a:lnTo>
                    <a:pt x="1977089" y="1295160"/>
                  </a:lnTo>
                  <a:lnTo>
                    <a:pt x="1977151" y="1295270"/>
                  </a:lnTo>
                  <a:lnTo>
                    <a:pt x="1977074" y="1295428"/>
                  </a:lnTo>
                  <a:lnTo>
                    <a:pt x="1976808" y="1295713"/>
                  </a:lnTo>
                  <a:lnTo>
                    <a:pt x="1976824" y="1295980"/>
                  </a:lnTo>
                  <a:lnTo>
                    <a:pt x="1976541" y="1296157"/>
                  </a:lnTo>
                  <a:lnTo>
                    <a:pt x="1976254" y="1296477"/>
                  </a:lnTo>
                  <a:lnTo>
                    <a:pt x="1976317" y="1296534"/>
                  </a:lnTo>
                  <a:lnTo>
                    <a:pt x="1976232" y="1296784"/>
                  </a:lnTo>
                  <a:lnTo>
                    <a:pt x="1976051" y="1296993"/>
                  </a:lnTo>
                  <a:lnTo>
                    <a:pt x="1975816" y="1297157"/>
                  </a:lnTo>
                  <a:lnTo>
                    <a:pt x="1975595" y="1297278"/>
                  </a:lnTo>
                  <a:lnTo>
                    <a:pt x="1975548" y="1297323"/>
                  </a:lnTo>
                  <a:lnTo>
                    <a:pt x="1975511" y="1297680"/>
                  </a:lnTo>
                  <a:lnTo>
                    <a:pt x="1975541" y="1298077"/>
                  </a:lnTo>
                  <a:lnTo>
                    <a:pt x="1975937" y="1298519"/>
                  </a:lnTo>
                  <a:lnTo>
                    <a:pt x="1975972" y="1298525"/>
                  </a:lnTo>
                  <a:lnTo>
                    <a:pt x="1976023" y="1298535"/>
                  </a:lnTo>
                  <a:lnTo>
                    <a:pt x="1976125" y="1298613"/>
                  </a:lnTo>
                  <a:lnTo>
                    <a:pt x="1976127" y="1298628"/>
                  </a:lnTo>
                  <a:lnTo>
                    <a:pt x="1976106" y="1298998"/>
                  </a:lnTo>
                  <a:lnTo>
                    <a:pt x="1976056" y="1299213"/>
                  </a:lnTo>
                  <a:lnTo>
                    <a:pt x="1975786" y="1299216"/>
                  </a:lnTo>
                  <a:lnTo>
                    <a:pt x="1975787" y="1299223"/>
                  </a:lnTo>
                  <a:lnTo>
                    <a:pt x="1975787" y="1299229"/>
                  </a:lnTo>
                  <a:lnTo>
                    <a:pt x="1975785" y="1299237"/>
                  </a:lnTo>
                  <a:lnTo>
                    <a:pt x="1975771" y="1299249"/>
                  </a:lnTo>
                  <a:lnTo>
                    <a:pt x="1975748" y="1299282"/>
                  </a:lnTo>
                  <a:lnTo>
                    <a:pt x="1975742" y="1299290"/>
                  </a:lnTo>
                  <a:lnTo>
                    <a:pt x="1975738" y="1299295"/>
                  </a:lnTo>
                  <a:lnTo>
                    <a:pt x="1975726" y="1299304"/>
                  </a:lnTo>
                  <a:lnTo>
                    <a:pt x="1975713" y="1299315"/>
                  </a:lnTo>
                  <a:lnTo>
                    <a:pt x="1975700" y="1299331"/>
                  </a:lnTo>
                  <a:lnTo>
                    <a:pt x="1975697" y="1299343"/>
                  </a:lnTo>
                  <a:lnTo>
                    <a:pt x="1975695" y="1299367"/>
                  </a:lnTo>
                  <a:lnTo>
                    <a:pt x="1975704" y="1299383"/>
                  </a:lnTo>
                  <a:lnTo>
                    <a:pt x="1975712" y="1299398"/>
                  </a:lnTo>
                  <a:lnTo>
                    <a:pt x="1975816" y="1299593"/>
                  </a:lnTo>
                  <a:lnTo>
                    <a:pt x="1975828" y="1299615"/>
                  </a:lnTo>
                  <a:lnTo>
                    <a:pt x="1975835" y="1299612"/>
                  </a:lnTo>
                  <a:lnTo>
                    <a:pt x="1975850" y="1299632"/>
                  </a:lnTo>
                  <a:lnTo>
                    <a:pt x="1975860" y="1299655"/>
                  </a:lnTo>
                  <a:lnTo>
                    <a:pt x="1975872" y="1299672"/>
                  </a:lnTo>
                  <a:lnTo>
                    <a:pt x="1975879" y="1299695"/>
                  </a:lnTo>
                  <a:lnTo>
                    <a:pt x="1975876" y="1299713"/>
                  </a:lnTo>
                  <a:lnTo>
                    <a:pt x="1975870" y="1299724"/>
                  </a:lnTo>
                  <a:lnTo>
                    <a:pt x="1975840" y="1299741"/>
                  </a:lnTo>
                  <a:lnTo>
                    <a:pt x="1975817" y="1299745"/>
                  </a:lnTo>
                  <a:lnTo>
                    <a:pt x="1975803" y="1299758"/>
                  </a:lnTo>
                  <a:lnTo>
                    <a:pt x="1975788" y="1299763"/>
                  </a:lnTo>
                  <a:lnTo>
                    <a:pt x="1975759" y="1299805"/>
                  </a:lnTo>
                  <a:lnTo>
                    <a:pt x="1975395" y="1300330"/>
                  </a:lnTo>
                  <a:lnTo>
                    <a:pt x="1975008" y="1300548"/>
                  </a:lnTo>
                  <a:lnTo>
                    <a:pt x="1974839" y="1300577"/>
                  </a:lnTo>
                  <a:lnTo>
                    <a:pt x="1974310" y="1300289"/>
                  </a:lnTo>
                  <a:lnTo>
                    <a:pt x="1974223" y="1300222"/>
                  </a:lnTo>
                  <a:lnTo>
                    <a:pt x="1974312" y="1299976"/>
                  </a:lnTo>
                  <a:lnTo>
                    <a:pt x="1974302" y="1299694"/>
                  </a:lnTo>
                  <a:lnTo>
                    <a:pt x="1974234" y="1299270"/>
                  </a:lnTo>
                  <a:lnTo>
                    <a:pt x="1974124" y="1298916"/>
                  </a:lnTo>
                  <a:lnTo>
                    <a:pt x="1973729" y="1297942"/>
                  </a:lnTo>
                  <a:lnTo>
                    <a:pt x="1973518" y="1297599"/>
                  </a:lnTo>
                  <a:lnTo>
                    <a:pt x="1973319" y="1297241"/>
                  </a:lnTo>
                  <a:lnTo>
                    <a:pt x="1973207" y="1296976"/>
                  </a:lnTo>
                  <a:lnTo>
                    <a:pt x="1973040" y="1296689"/>
                  </a:lnTo>
                  <a:lnTo>
                    <a:pt x="1972922" y="1296533"/>
                  </a:lnTo>
                  <a:lnTo>
                    <a:pt x="1972599" y="1296319"/>
                  </a:lnTo>
                  <a:lnTo>
                    <a:pt x="1972348" y="1296506"/>
                  </a:lnTo>
                  <a:lnTo>
                    <a:pt x="1972438" y="1296845"/>
                  </a:lnTo>
                  <a:lnTo>
                    <a:pt x="1972591" y="1297184"/>
                  </a:lnTo>
                  <a:lnTo>
                    <a:pt x="1972684" y="1297201"/>
                  </a:lnTo>
                  <a:lnTo>
                    <a:pt x="1972711" y="1297245"/>
                  </a:lnTo>
                  <a:lnTo>
                    <a:pt x="1972694" y="1297615"/>
                  </a:lnTo>
                  <a:lnTo>
                    <a:pt x="1972604" y="1298199"/>
                  </a:lnTo>
                  <a:lnTo>
                    <a:pt x="1972685" y="1298453"/>
                  </a:lnTo>
                  <a:lnTo>
                    <a:pt x="1972724" y="1298535"/>
                  </a:lnTo>
                  <a:lnTo>
                    <a:pt x="1972703" y="1298539"/>
                  </a:lnTo>
                  <a:lnTo>
                    <a:pt x="1972696" y="1298529"/>
                  </a:lnTo>
                  <a:lnTo>
                    <a:pt x="1972675" y="1298521"/>
                  </a:lnTo>
                  <a:lnTo>
                    <a:pt x="1972664" y="1298522"/>
                  </a:lnTo>
                  <a:lnTo>
                    <a:pt x="1972681" y="1298613"/>
                  </a:lnTo>
                  <a:lnTo>
                    <a:pt x="1972677" y="1298613"/>
                  </a:lnTo>
                  <a:lnTo>
                    <a:pt x="1972622" y="1298615"/>
                  </a:lnTo>
                  <a:lnTo>
                    <a:pt x="1972595" y="1298614"/>
                  </a:lnTo>
                  <a:lnTo>
                    <a:pt x="1972555" y="1298613"/>
                  </a:lnTo>
                  <a:lnTo>
                    <a:pt x="1972528" y="1298615"/>
                  </a:lnTo>
                  <a:lnTo>
                    <a:pt x="1972443" y="1298617"/>
                  </a:lnTo>
                  <a:lnTo>
                    <a:pt x="1972428" y="1298613"/>
                  </a:lnTo>
                  <a:lnTo>
                    <a:pt x="1972409" y="1298610"/>
                  </a:lnTo>
                  <a:lnTo>
                    <a:pt x="1972334" y="1298594"/>
                  </a:lnTo>
                  <a:lnTo>
                    <a:pt x="1972298" y="1298589"/>
                  </a:lnTo>
                  <a:lnTo>
                    <a:pt x="1972289" y="1298596"/>
                  </a:lnTo>
                  <a:lnTo>
                    <a:pt x="1972291" y="1298602"/>
                  </a:lnTo>
                  <a:lnTo>
                    <a:pt x="1972296" y="1298620"/>
                  </a:lnTo>
                  <a:lnTo>
                    <a:pt x="1972311" y="1298644"/>
                  </a:lnTo>
                  <a:lnTo>
                    <a:pt x="1972306" y="1298650"/>
                  </a:lnTo>
                  <a:lnTo>
                    <a:pt x="1972278" y="1298679"/>
                  </a:lnTo>
                  <a:lnTo>
                    <a:pt x="1972255" y="1298677"/>
                  </a:lnTo>
                  <a:lnTo>
                    <a:pt x="1972219" y="1298669"/>
                  </a:lnTo>
                  <a:lnTo>
                    <a:pt x="1972207" y="1298672"/>
                  </a:lnTo>
                  <a:lnTo>
                    <a:pt x="1972193" y="1298640"/>
                  </a:lnTo>
                  <a:lnTo>
                    <a:pt x="1972194" y="1298636"/>
                  </a:lnTo>
                  <a:lnTo>
                    <a:pt x="1972202" y="1298627"/>
                  </a:lnTo>
                  <a:lnTo>
                    <a:pt x="1972209" y="1298621"/>
                  </a:lnTo>
                  <a:lnTo>
                    <a:pt x="1972207" y="1298614"/>
                  </a:lnTo>
                  <a:lnTo>
                    <a:pt x="1972198" y="1298602"/>
                  </a:lnTo>
                  <a:lnTo>
                    <a:pt x="1972189" y="1298590"/>
                  </a:lnTo>
                  <a:lnTo>
                    <a:pt x="1972154" y="1298610"/>
                  </a:lnTo>
                  <a:lnTo>
                    <a:pt x="1972150" y="1298614"/>
                  </a:lnTo>
                  <a:lnTo>
                    <a:pt x="1972143" y="1298674"/>
                  </a:lnTo>
                  <a:lnTo>
                    <a:pt x="1972219" y="1298711"/>
                  </a:lnTo>
                  <a:lnTo>
                    <a:pt x="1972259" y="1298779"/>
                  </a:lnTo>
                  <a:lnTo>
                    <a:pt x="1972275" y="1298825"/>
                  </a:lnTo>
                  <a:lnTo>
                    <a:pt x="1972283" y="1298848"/>
                  </a:lnTo>
                  <a:lnTo>
                    <a:pt x="1972288" y="1298857"/>
                  </a:lnTo>
                  <a:lnTo>
                    <a:pt x="1972304" y="1298880"/>
                  </a:lnTo>
                  <a:lnTo>
                    <a:pt x="1972312" y="1298895"/>
                  </a:lnTo>
                  <a:lnTo>
                    <a:pt x="1972318" y="1298914"/>
                  </a:lnTo>
                  <a:lnTo>
                    <a:pt x="1972318" y="1298931"/>
                  </a:lnTo>
                  <a:lnTo>
                    <a:pt x="1972319" y="1298961"/>
                  </a:lnTo>
                  <a:lnTo>
                    <a:pt x="1972323" y="1298987"/>
                  </a:lnTo>
                  <a:lnTo>
                    <a:pt x="1972316" y="1299013"/>
                  </a:lnTo>
                  <a:lnTo>
                    <a:pt x="1972312" y="1299029"/>
                  </a:lnTo>
                  <a:lnTo>
                    <a:pt x="1972306" y="1299062"/>
                  </a:lnTo>
                  <a:lnTo>
                    <a:pt x="1972302" y="1299072"/>
                  </a:lnTo>
                  <a:lnTo>
                    <a:pt x="1972290" y="1299103"/>
                  </a:lnTo>
                  <a:lnTo>
                    <a:pt x="1972285" y="1299124"/>
                  </a:lnTo>
                  <a:lnTo>
                    <a:pt x="1972288" y="1299126"/>
                  </a:lnTo>
                  <a:lnTo>
                    <a:pt x="1972292" y="1299140"/>
                  </a:lnTo>
                  <a:lnTo>
                    <a:pt x="1972305" y="1299175"/>
                  </a:lnTo>
                  <a:lnTo>
                    <a:pt x="1972307" y="1299186"/>
                  </a:lnTo>
                  <a:lnTo>
                    <a:pt x="1972308" y="1299253"/>
                  </a:lnTo>
                  <a:lnTo>
                    <a:pt x="1972304" y="1299277"/>
                  </a:lnTo>
                  <a:lnTo>
                    <a:pt x="1972295" y="1299317"/>
                  </a:lnTo>
                  <a:lnTo>
                    <a:pt x="1972274" y="1299375"/>
                  </a:lnTo>
                  <a:lnTo>
                    <a:pt x="1972259" y="1299409"/>
                  </a:lnTo>
                  <a:lnTo>
                    <a:pt x="1972258" y="1299414"/>
                  </a:lnTo>
                  <a:lnTo>
                    <a:pt x="1972251" y="1299422"/>
                  </a:lnTo>
                  <a:lnTo>
                    <a:pt x="1972245" y="1299430"/>
                  </a:lnTo>
                  <a:lnTo>
                    <a:pt x="1972287" y="1299517"/>
                  </a:lnTo>
                  <a:lnTo>
                    <a:pt x="1972333" y="1299620"/>
                  </a:lnTo>
                  <a:lnTo>
                    <a:pt x="1972410" y="1299611"/>
                  </a:lnTo>
                  <a:lnTo>
                    <a:pt x="1972410" y="1299603"/>
                  </a:lnTo>
                  <a:lnTo>
                    <a:pt x="1972427" y="1299585"/>
                  </a:lnTo>
                  <a:lnTo>
                    <a:pt x="1972439" y="1299571"/>
                  </a:lnTo>
                  <a:lnTo>
                    <a:pt x="1972444" y="1299561"/>
                  </a:lnTo>
                  <a:lnTo>
                    <a:pt x="1972479" y="1299532"/>
                  </a:lnTo>
                  <a:lnTo>
                    <a:pt x="1972489" y="1299531"/>
                  </a:lnTo>
                  <a:lnTo>
                    <a:pt x="1972504" y="1299544"/>
                  </a:lnTo>
                  <a:lnTo>
                    <a:pt x="1972511" y="1299552"/>
                  </a:lnTo>
                  <a:lnTo>
                    <a:pt x="1972528" y="1299534"/>
                  </a:lnTo>
                  <a:lnTo>
                    <a:pt x="1972555" y="1299548"/>
                  </a:lnTo>
                  <a:lnTo>
                    <a:pt x="1972564" y="1299562"/>
                  </a:lnTo>
                  <a:lnTo>
                    <a:pt x="1972571" y="1299564"/>
                  </a:lnTo>
                  <a:lnTo>
                    <a:pt x="1972574" y="1299573"/>
                  </a:lnTo>
                  <a:lnTo>
                    <a:pt x="1972567" y="1299580"/>
                  </a:lnTo>
                  <a:lnTo>
                    <a:pt x="1972557" y="1299590"/>
                  </a:lnTo>
                  <a:lnTo>
                    <a:pt x="1972542" y="1299596"/>
                  </a:lnTo>
                  <a:lnTo>
                    <a:pt x="1972542" y="1299607"/>
                  </a:lnTo>
                  <a:lnTo>
                    <a:pt x="1972505" y="1299631"/>
                  </a:lnTo>
                  <a:lnTo>
                    <a:pt x="1972463" y="1299650"/>
                  </a:lnTo>
                  <a:lnTo>
                    <a:pt x="1972462" y="1299660"/>
                  </a:lnTo>
                  <a:lnTo>
                    <a:pt x="1972469" y="1299681"/>
                  </a:lnTo>
                  <a:lnTo>
                    <a:pt x="1972466" y="1299703"/>
                  </a:lnTo>
                  <a:lnTo>
                    <a:pt x="1972445" y="1299735"/>
                  </a:lnTo>
                  <a:lnTo>
                    <a:pt x="1972441" y="1299739"/>
                  </a:lnTo>
                  <a:lnTo>
                    <a:pt x="1972430" y="1299748"/>
                  </a:lnTo>
                  <a:lnTo>
                    <a:pt x="1972437" y="1299785"/>
                  </a:lnTo>
                  <a:lnTo>
                    <a:pt x="1972539" y="1299900"/>
                  </a:lnTo>
                  <a:lnTo>
                    <a:pt x="1972577" y="1299927"/>
                  </a:lnTo>
                  <a:lnTo>
                    <a:pt x="1972587" y="1299915"/>
                  </a:lnTo>
                  <a:lnTo>
                    <a:pt x="1972599" y="1299920"/>
                  </a:lnTo>
                  <a:lnTo>
                    <a:pt x="1972622" y="1299928"/>
                  </a:lnTo>
                  <a:lnTo>
                    <a:pt x="1972643" y="1299935"/>
                  </a:lnTo>
                  <a:lnTo>
                    <a:pt x="1972667" y="1299947"/>
                  </a:lnTo>
                  <a:lnTo>
                    <a:pt x="1972695" y="1299964"/>
                  </a:lnTo>
                  <a:lnTo>
                    <a:pt x="1972746" y="1300000"/>
                  </a:lnTo>
                  <a:lnTo>
                    <a:pt x="1972752" y="1300005"/>
                  </a:lnTo>
                  <a:lnTo>
                    <a:pt x="1972763" y="1300013"/>
                  </a:lnTo>
                  <a:lnTo>
                    <a:pt x="1972794" y="1300037"/>
                  </a:lnTo>
                  <a:lnTo>
                    <a:pt x="1972808" y="1300056"/>
                  </a:lnTo>
                  <a:lnTo>
                    <a:pt x="1972823" y="1300088"/>
                  </a:lnTo>
                  <a:lnTo>
                    <a:pt x="1972829" y="1300110"/>
                  </a:lnTo>
                  <a:lnTo>
                    <a:pt x="1972846" y="1300119"/>
                  </a:lnTo>
                  <a:lnTo>
                    <a:pt x="1972895" y="1300116"/>
                  </a:lnTo>
                  <a:lnTo>
                    <a:pt x="1972914" y="1300122"/>
                  </a:lnTo>
                  <a:lnTo>
                    <a:pt x="1972918" y="1300106"/>
                  </a:lnTo>
                  <a:lnTo>
                    <a:pt x="1972975" y="1300042"/>
                  </a:lnTo>
                  <a:lnTo>
                    <a:pt x="1972991" y="1300030"/>
                  </a:lnTo>
                  <a:lnTo>
                    <a:pt x="1972997" y="1300030"/>
                  </a:lnTo>
                  <a:lnTo>
                    <a:pt x="1973015" y="1300038"/>
                  </a:lnTo>
                  <a:lnTo>
                    <a:pt x="1973041" y="1300048"/>
                  </a:lnTo>
                  <a:lnTo>
                    <a:pt x="1973051" y="1300056"/>
                  </a:lnTo>
                  <a:lnTo>
                    <a:pt x="1973058" y="1300062"/>
                  </a:lnTo>
                  <a:lnTo>
                    <a:pt x="1973076" y="1300083"/>
                  </a:lnTo>
                  <a:lnTo>
                    <a:pt x="1973053" y="1300118"/>
                  </a:lnTo>
                  <a:lnTo>
                    <a:pt x="1973007" y="1300163"/>
                  </a:lnTo>
                  <a:lnTo>
                    <a:pt x="1972966" y="1300195"/>
                  </a:lnTo>
                  <a:lnTo>
                    <a:pt x="1972971" y="1300212"/>
                  </a:lnTo>
                  <a:lnTo>
                    <a:pt x="1973029" y="1300269"/>
                  </a:lnTo>
                  <a:lnTo>
                    <a:pt x="1973076" y="1300280"/>
                  </a:lnTo>
                  <a:lnTo>
                    <a:pt x="1973082" y="1300271"/>
                  </a:lnTo>
                  <a:lnTo>
                    <a:pt x="1973167" y="1300135"/>
                  </a:lnTo>
                  <a:lnTo>
                    <a:pt x="1973182" y="1300120"/>
                  </a:lnTo>
                  <a:lnTo>
                    <a:pt x="1973204" y="1300116"/>
                  </a:lnTo>
                  <a:lnTo>
                    <a:pt x="1973245" y="1300127"/>
                  </a:lnTo>
                  <a:lnTo>
                    <a:pt x="1973262" y="1300137"/>
                  </a:lnTo>
                  <a:lnTo>
                    <a:pt x="1973272" y="1300143"/>
                  </a:lnTo>
                  <a:lnTo>
                    <a:pt x="1973292" y="1300154"/>
                  </a:lnTo>
                  <a:lnTo>
                    <a:pt x="1973324" y="1300185"/>
                  </a:lnTo>
                  <a:lnTo>
                    <a:pt x="1973328" y="1300211"/>
                  </a:lnTo>
                  <a:lnTo>
                    <a:pt x="1973284" y="1300334"/>
                  </a:lnTo>
                  <a:lnTo>
                    <a:pt x="1973298" y="1300361"/>
                  </a:lnTo>
                  <a:lnTo>
                    <a:pt x="1973305" y="1300359"/>
                  </a:lnTo>
                  <a:lnTo>
                    <a:pt x="1973311" y="1300362"/>
                  </a:lnTo>
                  <a:lnTo>
                    <a:pt x="1973345" y="1300378"/>
                  </a:lnTo>
                  <a:lnTo>
                    <a:pt x="1973386" y="1300324"/>
                  </a:lnTo>
                  <a:lnTo>
                    <a:pt x="1973410" y="1300332"/>
                  </a:lnTo>
                  <a:lnTo>
                    <a:pt x="1973432" y="1300327"/>
                  </a:lnTo>
                  <a:lnTo>
                    <a:pt x="1973441" y="1300324"/>
                  </a:lnTo>
                  <a:lnTo>
                    <a:pt x="1973506" y="1300350"/>
                  </a:lnTo>
                  <a:lnTo>
                    <a:pt x="1973520" y="1300357"/>
                  </a:lnTo>
                  <a:lnTo>
                    <a:pt x="1973544" y="1300319"/>
                  </a:lnTo>
                  <a:lnTo>
                    <a:pt x="1973550" y="1300310"/>
                  </a:lnTo>
                  <a:lnTo>
                    <a:pt x="1973591" y="1300331"/>
                  </a:lnTo>
                  <a:lnTo>
                    <a:pt x="1973565" y="1300396"/>
                  </a:lnTo>
                  <a:lnTo>
                    <a:pt x="1973574" y="1300415"/>
                  </a:lnTo>
                  <a:lnTo>
                    <a:pt x="1973566" y="1300434"/>
                  </a:lnTo>
                  <a:lnTo>
                    <a:pt x="1973559" y="1300450"/>
                  </a:lnTo>
                  <a:lnTo>
                    <a:pt x="1973552" y="1300451"/>
                  </a:lnTo>
                  <a:lnTo>
                    <a:pt x="1973542" y="1300458"/>
                  </a:lnTo>
                  <a:lnTo>
                    <a:pt x="1973540" y="1300472"/>
                  </a:lnTo>
                  <a:lnTo>
                    <a:pt x="1973559" y="1300490"/>
                  </a:lnTo>
                  <a:lnTo>
                    <a:pt x="1973562" y="1300506"/>
                  </a:lnTo>
                  <a:lnTo>
                    <a:pt x="1973596" y="1300491"/>
                  </a:lnTo>
                  <a:lnTo>
                    <a:pt x="1973614" y="1300379"/>
                  </a:lnTo>
                  <a:lnTo>
                    <a:pt x="1973647" y="1300370"/>
                  </a:lnTo>
                  <a:lnTo>
                    <a:pt x="1973738" y="1300382"/>
                  </a:lnTo>
                  <a:lnTo>
                    <a:pt x="1973780" y="1300360"/>
                  </a:lnTo>
                  <a:lnTo>
                    <a:pt x="1973826" y="1300375"/>
                  </a:lnTo>
                  <a:lnTo>
                    <a:pt x="1973842" y="1300380"/>
                  </a:lnTo>
                  <a:lnTo>
                    <a:pt x="1973945" y="1300446"/>
                  </a:lnTo>
                  <a:lnTo>
                    <a:pt x="1973994" y="1300477"/>
                  </a:lnTo>
                  <a:lnTo>
                    <a:pt x="1974137" y="1300568"/>
                  </a:lnTo>
                  <a:lnTo>
                    <a:pt x="1974613" y="1300942"/>
                  </a:lnTo>
                  <a:lnTo>
                    <a:pt x="1974579" y="1301089"/>
                  </a:lnTo>
                  <a:lnTo>
                    <a:pt x="1974500" y="1301301"/>
                  </a:lnTo>
                  <a:lnTo>
                    <a:pt x="1974218" y="1301542"/>
                  </a:lnTo>
                  <a:lnTo>
                    <a:pt x="1974209" y="1301641"/>
                  </a:lnTo>
                  <a:lnTo>
                    <a:pt x="1974243" y="1301732"/>
                  </a:lnTo>
                  <a:lnTo>
                    <a:pt x="1974293" y="1301768"/>
                  </a:lnTo>
                  <a:lnTo>
                    <a:pt x="1974240" y="1302062"/>
                  </a:lnTo>
                  <a:lnTo>
                    <a:pt x="1974214" y="1302080"/>
                  </a:lnTo>
                  <a:lnTo>
                    <a:pt x="1974117" y="1302093"/>
                  </a:lnTo>
                  <a:lnTo>
                    <a:pt x="1973971" y="1302004"/>
                  </a:lnTo>
                  <a:lnTo>
                    <a:pt x="1973737" y="1301936"/>
                  </a:lnTo>
                  <a:lnTo>
                    <a:pt x="1973517" y="1301905"/>
                  </a:lnTo>
                  <a:lnTo>
                    <a:pt x="1973290" y="1301899"/>
                  </a:lnTo>
                  <a:lnTo>
                    <a:pt x="1973125" y="1301950"/>
                  </a:lnTo>
                  <a:lnTo>
                    <a:pt x="1972926" y="1301921"/>
                  </a:lnTo>
                  <a:lnTo>
                    <a:pt x="1972490" y="1301481"/>
                  </a:lnTo>
                  <a:lnTo>
                    <a:pt x="1972295" y="1301226"/>
                  </a:lnTo>
                  <a:lnTo>
                    <a:pt x="1972264" y="1301134"/>
                  </a:lnTo>
                  <a:lnTo>
                    <a:pt x="1972162" y="1301000"/>
                  </a:lnTo>
                  <a:lnTo>
                    <a:pt x="1972013" y="1300852"/>
                  </a:lnTo>
                  <a:lnTo>
                    <a:pt x="1971948" y="1300827"/>
                  </a:lnTo>
                  <a:lnTo>
                    <a:pt x="1971767" y="1300756"/>
                  </a:lnTo>
                  <a:lnTo>
                    <a:pt x="1971718" y="1300767"/>
                  </a:lnTo>
                  <a:lnTo>
                    <a:pt x="1971591" y="1300787"/>
                  </a:lnTo>
                  <a:lnTo>
                    <a:pt x="1971471" y="1300787"/>
                  </a:lnTo>
                  <a:lnTo>
                    <a:pt x="1971452" y="1300734"/>
                  </a:lnTo>
                  <a:lnTo>
                    <a:pt x="1971469" y="1300659"/>
                  </a:lnTo>
                  <a:lnTo>
                    <a:pt x="1971576" y="1300565"/>
                  </a:lnTo>
                  <a:lnTo>
                    <a:pt x="1971584" y="1300526"/>
                  </a:lnTo>
                  <a:lnTo>
                    <a:pt x="1971555" y="1300391"/>
                  </a:lnTo>
                  <a:lnTo>
                    <a:pt x="1971509" y="1300279"/>
                  </a:lnTo>
                  <a:lnTo>
                    <a:pt x="1971335" y="1300039"/>
                  </a:lnTo>
                  <a:lnTo>
                    <a:pt x="1971252" y="1299963"/>
                  </a:lnTo>
                  <a:lnTo>
                    <a:pt x="1971242" y="1299694"/>
                  </a:lnTo>
                  <a:lnTo>
                    <a:pt x="1971148" y="1299523"/>
                  </a:lnTo>
                  <a:lnTo>
                    <a:pt x="1970994" y="1299351"/>
                  </a:lnTo>
                  <a:lnTo>
                    <a:pt x="1970696" y="1299398"/>
                  </a:lnTo>
                  <a:lnTo>
                    <a:pt x="1970550" y="1299461"/>
                  </a:lnTo>
                  <a:lnTo>
                    <a:pt x="1969687" y="1299519"/>
                  </a:lnTo>
                  <a:lnTo>
                    <a:pt x="1969447" y="1299514"/>
                  </a:lnTo>
                  <a:lnTo>
                    <a:pt x="1969311" y="1299436"/>
                  </a:lnTo>
                  <a:lnTo>
                    <a:pt x="1969265" y="1299342"/>
                  </a:lnTo>
                  <a:lnTo>
                    <a:pt x="1969290" y="1299252"/>
                  </a:lnTo>
                  <a:lnTo>
                    <a:pt x="1969372" y="1299148"/>
                  </a:lnTo>
                  <a:lnTo>
                    <a:pt x="1969464" y="1299080"/>
                  </a:lnTo>
                  <a:lnTo>
                    <a:pt x="1969592" y="1298826"/>
                  </a:lnTo>
                  <a:lnTo>
                    <a:pt x="1969800" y="1298351"/>
                  </a:lnTo>
                  <a:lnTo>
                    <a:pt x="1969800" y="1297577"/>
                  </a:lnTo>
                  <a:lnTo>
                    <a:pt x="1969764" y="1297487"/>
                  </a:lnTo>
                  <a:lnTo>
                    <a:pt x="1969586" y="1297462"/>
                  </a:lnTo>
                  <a:lnTo>
                    <a:pt x="1969181" y="1297653"/>
                  </a:lnTo>
                  <a:lnTo>
                    <a:pt x="1968929" y="1297912"/>
                  </a:lnTo>
                  <a:lnTo>
                    <a:pt x="1968745" y="1298064"/>
                  </a:lnTo>
                  <a:lnTo>
                    <a:pt x="1968551" y="1298179"/>
                  </a:lnTo>
                  <a:lnTo>
                    <a:pt x="1968519" y="1298185"/>
                  </a:lnTo>
                  <a:lnTo>
                    <a:pt x="1968249" y="1298181"/>
                  </a:lnTo>
                  <a:lnTo>
                    <a:pt x="1968213" y="1298163"/>
                  </a:lnTo>
                  <a:lnTo>
                    <a:pt x="1968183" y="1298121"/>
                  </a:lnTo>
                  <a:lnTo>
                    <a:pt x="1968182" y="1298105"/>
                  </a:lnTo>
                  <a:lnTo>
                    <a:pt x="1968178" y="1298061"/>
                  </a:lnTo>
                  <a:lnTo>
                    <a:pt x="1967945" y="1297826"/>
                  </a:lnTo>
                  <a:lnTo>
                    <a:pt x="1967691" y="1297654"/>
                  </a:lnTo>
                  <a:lnTo>
                    <a:pt x="1967366" y="1297518"/>
                  </a:lnTo>
                  <a:lnTo>
                    <a:pt x="1967340" y="1297542"/>
                  </a:lnTo>
                  <a:lnTo>
                    <a:pt x="1967376" y="1297581"/>
                  </a:lnTo>
                  <a:lnTo>
                    <a:pt x="1967438" y="1297649"/>
                  </a:lnTo>
                  <a:lnTo>
                    <a:pt x="1967491" y="1297707"/>
                  </a:lnTo>
                  <a:lnTo>
                    <a:pt x="1967563" y="1297787"/>
                  </a:lnTo>
                  <a:lnTo>
                    <a:pt x="1967618" y="1297829"/>
                  </a:lnTo>
                  <a:lnTo>
                    <a:pt x="1967672" y="1297871"/>
                  </a:lnTo>
                  <a:lnTo>
                    <a:pt x="1967853" y="1297914"/>
                  </a:lnTo>
                  <a:lnTo>
                    <a:pt x="1967891" y="1297952"/>
                  </a:lnTo>
                  <a:lnTo>
                    <a:pt x="1967872" y="1298189"/>
                  </a:lnTo>
                  <a:lnTo>
                    <a:pt x="1967837" y="1298359"/>
                  </a:lnTo>
                  <a:lnTo>
                    <a:pt x="1967737" y="1298695"/>
                  </a:lnTo>
                  <a:lnTo>
                    <a:pt x="1967262" y="1299283"/>
                  </a:lnTo>
                  <a:lnTo>
                    <a:pt x="1966957" y="1299514"/>
                  </a:lnTo>
                  <a:lnTo>
                    <a:pt x="1966828" y="1299246"/>
                  </a:lnTo>
                  <a:lnTo>
                    <a:pt x="1966791" y="1299250"/>
                  </a:lnTo>
                  <a:lnTo>
                    <a:pt x="1966746" y="1299267"/>
                  </a:lnTo>
                  <a:lnTo>
                    <a:pt x="1966747" y="1299290"/>
                  </a:lnTo>
                  <a:lnTo>
                    <a:pt x="1966903" y="1299774"/>
                  </a:lnTo>
                  <a:lnTo>
                    <a:pt x="1966943" y="1299838"/>
                  </a:lnTo>
                  <a:lnTo>
                    <a:pt x="1967079" y="1299856"/>
                  </a:lnTo>
                  <a:lnTo>
                    <a:pt x="1967146" y="1299941"/>
                  </a:lnTo>
                  <a:lnTo>
                    <a:pt x="1967105" y="1300100"/>
                  </a:lnTo>
                  <a:lnTo>
                    <a:pt x="1966996" y="1300353"/>
                  </a:lnTo>
                  <a:lnTo>
                    <a:pt x="1966955" y="1300390"/>
                  </a:lnTo>
                  <a:lnTo>
                    <a:pt x="1966933" y="1300382"/>
                  </a:lnTo>
                  <a:lnTo>
                    <a:pt x="1966991" y="1300447"/>
                  </a:lnTo>
                  <a:lnTo>
                    <a:pt x="1967112" y="1300441"/>
                  </a:lnTo>
                  <a:lnTo>
                    <a:pt x="1967264" y="1300396"/>
                  </a:lnTo>
                  <a:lnTo>
                    <a:pt x="1967338" y="1300293"/>
                  </a:lnTo>
                  <a:lnTo>
                    <a:pt x="1967548" y="1300174"/>
                  </a:lnTo>
                  <a:lnTo>
                    <a:pt x="1968356" y="1299863"/>
                  </a:lnTo>
                  <a:lnTo>
                    <a:pt x="1968402" y="1299876"/>
                  </a:lnTo>
                  <a:lnTo>
                    <a:pt x="1968633" y="1300017"/>
                  </a:lnTo>
                  <a:lnTo>
                    <a:pt x="1968681" y="1300084"/>
                  </a:lnTo>
                  <a:lnTo>
                    <a:pt x="1968729" y="1300090"/>
                  </a:lnTo>
                  <a:lnTo>
                    <a:pt x="1968741" y="1299963"/>
                  </a:lnTo>
                  <a:lnTo>
                    <a:pt x="1968747" y="1299947"/>
                  </a:lnTo>
                  <a:lnTo>
                    <a:pt x="1968758" y="1299938"/>
                  </a:lnTo>
                  <a:lnTo>
                    <a:pt x="1968772" y="1299934"/>
                  </a:lnTo>
                  <a:lnTo>
                    <a:pt x="1968939" y="1299949"/>
                  </a:lnTo>
                  <a:lnTo>
                    <a:pt x="1968997" y="1299952"/>
                  </a:lnTo>
                  <a:lnTo>
                    <a:pt x="1969077" y="1299981"/>
                  </a:lnTo>
                  <a:lnTo>
                    <a:pt x="1969079" y="1300025"/>
                  </a:lnTo>
                  <a:lnTo>
                    <a:pt x="1969073" y="1300135"/>
                  </a:lnTo>
                  <a:lnTo>
                    <a:pt x="1969095" y="1300126"/>
                  </a:lnTo>
                  <a:lnTo>
                    <a:pt x="1969165" y="1300099"/>
                  </a:lnTo>
                  <a:lnTo>
                    <a:pt x="1969329" y="1300036"/>
                  </a:lnTo>
                  <a:lnTo>
                    <a:pt x="1969678" y="1299874"/>
                  </a:lnTo>
                  <a:lnTo>
                    <a:pt x="1969776" y="1299846"/>
                  </a:lnTo>
                  <a:lnTo>
                    <a:pt x="1969893" y="1299896"/>
                  </a:lnTo>
                  <a:lnTo>
                    <a:pt x="1970212" y="1300092"/>
                  </a:lnTo>
                  <a:lnTo>
                    <a:pt x="1970274" y="1300180"/>
                  </a:lnTo>
                  <a:lnTo>
                    <a:pt x="1970290" y="1300273"/>
                  </a:lnTo>
                  <a:lnTo>
                    <a:pt x="1970231" y="1300582"/>
                  </a:lnTo>
                  <a:lnTo>
                    <a:pt x="1970249" y="1300615"/>
                  </a:lnTo>
                  <a:lnTo>
                    <a:pt x="1970394" y="1300603"/>
                  </a:lnTo>
                  <a:lnTo>
                    <a:pt x="1970510" y="1300610"/>
                  </a:lnTo>
                  <a:lnTo>
                    <a:pt x="1970542" y="1300621"/>
                  </a:lnTo>
                  <a:lnTo>
                    <a:pt x="1970593" y="1300642"/>
                  </a:lnTo>
                  <a:lnTo>
                    <a:pt x="1970615" y="1300655"/>
                  </a:lnTo>
                  <a:lnTo>
                    <a:pt x="1970620" y="1300663"/>
                  </a:lnTo>
                  <a:lnTo>
                    <a:pt x="1970623" y="1300676"/>
                  </a:lnTo>
                  <a:lnTo>
                    <a:pt x="1970585" y="1300733"/>
                  </a:lnTo>
                  <a:lnTo>
                    <a:pt x="1970317" y="1300896"/>
                  </a:lnTo>
                  <a:lnTo>
                    <a:pt x="1970112" y="1301027"/>
                  </a:lnTo>
                  <a:lnTo>
                    <a:pt x="1970018" y="1301086"/>
                  </a:lnTo>
                  <a:lnTo>
                    <a:pt x="1969995" y="1301126"/>
                  </a:lnTo>
                  <a:lnTo>
                    <a:pt x="1969919" y="1301261"/>
                  </a:lnTo>
                  <a:lnTo>
                    <a:pt x="1969925" y="1301299"/>
                  </a:lnTo>
                  <a:lnTo>
                    <a:pt x="1969908" y="1301390"/>
                  </a:lnTo>
                  <a:lnTo>
                    <a:pt x="1969859" y="1301440"/>
                  </a:lnTo>
                  <a:lnTo>
                    <a:pt x="1969842" y="1301432"/>
                  </a:lnTo>
                  <a:lnTo>
                    <a:pt x="1969833" y="1301414"/>
                  </a:lnTo>
                  <a:lnTo>
                    <a:pt x="1969803" y="1301357"/>
                  </a:lnTo>
                  <a:lnTo>
                    <a:pt x="1969776" y="1301224"/>
                  </a:lnTo>
                  <a:lnTo>
                    <a:pt x="1969769" y="1301152"/>
                  </a:lnTo>
                  <a:lnTo>
                    <a:pt x="1969840" y="1301074"/>
                  </a:lnTo>
                  <a:lnTo>
                    <a:pt x="1969862" y="1301005"/>
                  </a:lnTo>
                  <a:lnTo>
                    <a:pt x="1969871" y="1300967"/>
                  </a:lnTo>
                  <a:lnTo>
                    <a:pt x="1969903" y="1300850"/>
                  </a:lnTo>
                  <a:lnTo>
                    <a:pt x="1969886" y="1300817"/>
                  </a:lnTo>
                  <a:lnTo>
                    <a:pt x="1969864" y="1300814"/>
                  </a:lnTo>
                  <a:lnTo>
                    <a:pt x="1969835" y="1300825"/>
                  </a:lnTo>
                  <a:lnTo>
                    <a:pt x="1969818" y="1300881"/>
                  </a:lnTo>
                  <a:lnTo>
                    <a:pt x="1969805" y="1300980"/>
                  </a:lnTo>
                  <a:lnTo>
                    <a:pt x="1969747" y="1301086"/>
                  </a:lnTo>
                  <a:lnTo>
                    <a:pt x="1969710" y="1301202"/>
                  </a:lnTo>
                  <a:lnTo>
                    <a:pt x="1969740" y="1301351"/>
                  </a:lnTo>
                  <a:lnTo>
                    <a:pt x="1969811" y="1301476"/>
                  </a:lnTo>
                  <a:lnTo>
                    <a:pt x="1969844" y="1301976"/>
                  </a:lnTo>
                  <a:lnTo>
                    <a:pt x="1969809" y="1301992"/>
                  </a:lnTo>
                  <a:lnTo>
                    <a:pt x="1969653" y="1301901"/>
                  </a:lnTo>
                  <a:lnTo>
                    <a:pt x="1969511" y="1301768"/>
                  </a:lnTo>
                  <a:lnTo>
                    <a:pt x="1969466" y="1301678"/>
                  </a:lnTo>
                  <a:lnTo>
                    <a:pt x="1969457" y="1301595"/>
                  </a:lnTo>
                  <a:lnTo>
                    <a:pt x="1969435" y="1301548"/>
                  </a:lnTo>
                  <a:lnTo>
                    <a:pt x="1969330" y="1301526"/>
                  </a:lnTo>
                  <a:lnTo>
                    <a:pt x="1969214" y="1301491"/>
                  </a:lnTo>
                  <a:lnTo>
                    <a:pt x="1969194" y="1301485"/>
                  </a:lnTo>
                  <a:lnTo>
                    <a:pt x="1969178" y="1301479"/>
                  </a:lnTo>
                  <a:lnTo>
                    <a:pt x="1969137" y="1301506"/>
                  </a:lnTo>
                  <a:lnTo>
                    <a:pt x="1969023" y="1301501"/>
                  </a:lnTo>
                  <a:lnTo>
                    <a:pt x="1968947" y="1301437"/>
                  </a:lnTo>
                  <a:lnTo>
                    <a:pt x="1968923" y="1301389"/>
                  </a:lnTo>
                  <a:lnTo>
                    <a:pt x="1968913" y="1301368"/>
                  </a:lnTo>
                  <a:lnTo>
                    <a:pt x="1968879" y="1301329"/>
                  </a:lnTo>
                  <a:lnTo>
                    <a:pt x="1968808" y="1301335"/>
                  </a:lnTo>
                  <a:lnTo>
                    <a:pt x="1968601" y="1301321"/>
                  </a:lnTo>
                  <a:lnTo>
                    <a:pt x="1968496" y="1301324"/>
                  </a:lnTo>
                  <a:lnTo>
                    <a:pt x="1968488" y="1301365"/>
                  </a:lnTo>
                  <a:lnTo>
                    <a:pt x="1968501" y="1301398"/>
                  </a:lnTo>
                  <a:lnTo>
                    <a:pt x="1968643" y="1301381"/>
                  </a:lnTo>
                  <a:lnTo>
                    <a:pt x="1968725" y="1301371"/>
                  </a:lnTo>
                  <a:lnTo>
                    <a:pt x="1968820" y="1301404"/>
                  </a:lnTo>
                  <a:lnTo>
                    <a:pt x="1968881" y="1301468"/>
                  </a:lnTo>
                  <a:lnTo>
                    <a:pt x="1968923" y="1301531"/>
                  </a:lnTo>
                  <a:lnTo>
                    <a:pt x="1968945" y="1301565"/>
                  </a:lnTo>
                  <a:lnTo>
                    <a:pt x="1969030" y="1301598"/>
                  </a:lnTo>
                  <a:lnTo>
                    <a:pt x="1969229" y="1301641"/>
                  </a:lnTo>
                  <a:lnTo>
                    <a:pt x="1969278" y="1301658"/>
                  </a:lnTo>
                  <a:lnTo>
                    <a:pt x="1969343" y="1301738"/>
                  </a:lnTo>
                  <a:lnTo>
                    <a:pt x="1969360" y="1301760"/>
                  </a:lnTo>
                  <a:lnTo>
                    <a:pt x="1969352" y="1301791"/>
                  </a:lnTo>
                  <a:lnTo>
                    <a:pt x="1969365" y="1301857"/>
                  </a:lnTo>
                  <a:lnTo>
                    <a:pt x="1969647" y="1302071"/>
                  </a:lnTo>
                  <a:lnTo>
                    <a:pt x="1969932" y="1302222"/>
                  </a:lnTo>
                  <a:lnTo>
                    <a:pt x="1970014" y="1302335"/>
                  </a:lnTo>
                  <a:lnTo>
                    <a:pt x="1970036" y="1302365"/>
                  </a:lnTo>
                  <a:lnTo>
                    <a:pt x="1970059" y="1302463"/>
                  </a:lnTo>
                  <a:lnTo>
                    <a:pt x="1970251" y="1302807"/>
                  </a:lnTo>
                  <a:lnTo>
                    <a:pt x="1970065" y="1303153"/>
                  </a:lnTo>
                  <a:lnTo>
                    <a:pt x="1970024" y="1303184"/>
                  </a:lnTo>
                  <a:lnTo>
                    <a:pt x="1969869" y="1303076"/>
                  </a:lnTo>
                  <a:lnTo>
                    <a:pt x="1969834" y="1303052"/>
                  </a:lnTo>
                  <a:lnTo>
                    <a:pt x="1969826" y="1302968"/>
                  </a:lnTo>
                  <a:lnTo>
                    <a:pt x="1969651" y="1302879"/>
                  </a:lnTo>
                  <a:lnTo>
                    <a:pt x="1969595" y="1302876"/>
                  </a:lnTo>
                  <a:lnTo>
                    <a:pt x="1969387" y="1302685"/>
                  </a:lnTo>
                  <a:lnTo>
                    <a:pt x="1969341" y="1302723"/>
                  </a:lnTo>
                  <a:lnTo>
                    <a:pt x="1969361" y="1302784"/>
                  </a:lnTo>
                  <a:lnTo>
                    <a:pt x="1969412" y="1302873"/>
                  </a:lnTo>
                  <a:lnTo>
                    <a:pt x="1969557" y="1302991"/>
                  </a:lnTo>
                  <a:lnTo>
                    <a:pt x="1969557" y="1303083"/>
                  </a:lnTo>
                  <a:lnTo>
                    <a:pt x="1969501" y="1303184"/>
                  </a:lnTo>
                  <a:lnTo>
                    <a:pt x="1969432" y="1303202"/>
                  </a:lnTo>
                  <a:lnTo>
                    <a:pt x="1969379" y="1303153"/>
                  </a:lnTo>
                  <a:lnTo>
                    <a:pt x="1969318" y="1302942"/>
                  </a:lnTo>
                  <a:lnTo>
                    <a:pt x="1969293" y="1302893"/>
                  </a:lnTo>
                  <a:lnTo>
                    <a:pt x="1969252" y="1302910"/>
                  </a:lnTo>
                  <a:lnTo>
                    <a:pt x="1969201" y="1302945"/>
                  </a:lnTo>
                  <a:lnTo>
                    <a:pt x="1969125" y="1302902"/>
                  </a:lnTo>
                  <a:lnTo>
                    <a:pt x="1969079" y="1302913"/>
                  </a:lnTo>
                  <a:lnTo>
                    <a:pt x="1969072" y="1302957"/>
                  </a:lnTo>
                  <a:lnTo>
                    <a:pt x="1969140" y="1303000"/>
                  </a:lnTo>
                  <a:lnTo>
                    <a:pt x="1969191" y="1303049"/>
                  </a:lnTo>
                  <a:lnTo>
                    <a:pt x="1969168" y="1303107"/>
                  </a:lnTo>
                  <a:lnTo>
                    <a:pt x="1969092" y="1303265"/>
                  </a:lnTo>
                  <a:lnTo>
                    <a:pt x="1968973" y="1303326"/>
                  </a:lnTo>
                  <a:lnTo>
                    <a:pt x="1968937" y="1303372"/>
                  </a:lnTo>
                  <a:lnTo>
                    <a:pt x="1969001" y="1303418"/>
                  </a:lnTo>
                  <a:lnTo>
                    <a:pt x="1969115" y="1303464"/>
                  </a:lnTo>
                  <a:lnTo>
                    <a:pt x="1969130" y="1303525"/>
                  </a:lnTo>
                  <a:lnTo>
                    <a:pt x="1969145" y="1303568"/>
                  </a:lnTo>
                  <a:lnTo>
                    <a:pt x="1969229" y="1303608"/>
                  </a:lnTo>
                  <a:lnTo>
                    <a:pt x="1969509" y="1303672"/>
                  </a:lnTo>
                  <a:lnTo>
                    <a:pt x="1969649" y="1303702"/>
                  </a:lnTo>
                  <a:lnTo>
                    <a:pt x="1969514" y="1304240"/>
                  </a:lnTo>
                  <a:lnTo>
                    <a:pt x="1969446" y="1304434"/>
                  </a:lnTo>
                  <a:lnTo>
                    <a:pt x="1969415" y="1304480"/>
                  </a:lnTo>
                  <a:lnTo>
                    <a:pt x="1969110" y="1304710"/>
                  </a:lnTo>
                  <a:lnTo>
                    <a:pt x="1969063" y="1304711"/>
                  </a:lnTo>
                  <a:lnTo>
                    <a:pt x="1968751" y="1304674"/>
                  </a:lnTo>
                  <a:lnTo>
                    <a:pt x="1968545" y="1304538"/>
                  </a:lnTo>
                  <a:lnTo>
                    <a:pt x="1968114" y="1304437"/>
                  </a:lnTo>
                  <a:lnTo>
                    <a:pt x="1967864" y="1304691"/>
                  </a:lnTo>
                  <a:lnTo>
                    <a:pt x="1967739" y="1304885"/>
                  </a:lnTo>
                  <a:lnTo>
                    <a:pt x="1967748" y="1304947"/>
                  </a:lnTo>
                  <a:lnTo>
                    <a:pt x="1967730" y="1304982"/>
                  </a:lnTo>
                  <a:lnTo>
                    <a:pt x="1967452" y="1305174"/>
                  </a:lnTo>
                  <a:lnTo>
                    <a:pt x="1967310" y="1305207"/>
                  </a:lnTo>
                  <a:lnTo>
                    <a:pt x="1967201" y="1305294"/>
                  </a:lnTo>
                  <a:lnTo>
                    <a:pt x="1967016" y="1305476"/>
                  </a:lnTo>
                  <a:lnTo>
                    <a:pt x="1967087" y="1306345"/>
                  </a:lnTo>
                  <a:lnTo>
                    <a:pt x="1967495" y="1306326"/>
                  </a:lnTo>
                  <a:lnTo>
                    <a:pt x="1967680" y="1306738"/>
                  </a:lnTo>
                  <a:lnTo>
                    <a:pt x="1968143" y="1306795"/>
                  </a:lnTo>
                  <a:lnTo>
                    <a:pt x="1968582" y="1307334"/>
                  </a:lnTo>
                  <a:lnTo>
                    <a:pt x="1968576" y="1307634"/>
                  </a:lnTo>
                  <a:lnTo>
                    <a:pt x="1968867" y="1307941"/>
                  </a:lnTo>
                  <a:lnTo>
                    <a:pt x="1968872" y="1307948"/>
                  </a:lnTo>
                  <a:lnTo>
                    <a:pt x="1968874" y="1307958"/>
                  </a:lnTo>
                  <a:lnTo>
                    <a:pt x="1968880" y="1307984"/>
                  </a:lnTo>
                  <a:lnTo>
                    <a:pt x="1968891" y="1308035"/>
                  </a:lnTo>
                  <a:lnTo>
                    <a:pt x="1968890" y="1308074"/>
                  </a:lnTo>
                  <a:lnTo>
                    <a:pt x="1968890" y="1308088"/>
                  </a:lnTo>
                  <a:lnTo>
                    <a:pt x="1968889" y="1308094"/>
                  </a:lnTo>
                  <a:lnTo>
                    <a:pt x="1968884" y="1308136"/>
                  </a:lnTo>
                  <a:lnTo>
                    <a:pt x="1968823" y="1308288"/>
                  </a:lnTo>
                  <a:lnTo>
                    <a:pt x="1968767" y="1308378"/>
                  </a:lnTo>
                  <a:lnTo>
                    <a:pt x="1968758" y="1308392"/>
                  </a:lnTo>
                  <a:lnTo>
                    <a:pt x="1968744" y="1308425"/>
                  </a:lnTo>
                  <a:lnTo>
                    <a:pt x="1968682" y="1308546"/>
                  </a:lnTo>
                  <a:lnTo>
                    <a:pt x="1968671" y="1308581"/>
                  </a:lnTo>
                  <a:lnTo>
                    <a:pt x="1968663" y="1308614"/>
                  </a:lnTo>
                  <a:lnTo>
                    <a:pt x="1968655" y="1308655"/>
                  </a:lnTo>
                  <a:lnTo>
                    <a:pt x="1968654" y="1308662"/>
                  </a:lnTo>
                  <a:lnTo>
                    <a:pt x="1968653" y="1308695"/>
                  </a:lnTo>
                  <a:lnTo>
                    <a:pt x="1968656" y="1308715"/>
                  </a:lnTo>
                  <a:lnTo>
                    <a:pt x="1968673" y="1308759"/>
                  </a:lnTo>
                  <a:lnTo>
                    <a:pt x="1968690" y="1308797"/>
                  </a:lnTo>
                  <a:lnTo>
                    <a:pt x="1968716" y="1308840"/>
                  </a:lnTo>
                  <a:lnTo>
                    <a:pt x="1968724" y="1308852"/>
                  </a:lnTo>
                  <a:lnTo>
                    <a:pt x="1968728" y="1308858"/>
                  </a:lnTo>
                  <a:lnTo>
                    <a:pt x="1968734" y="1308867"/>
                  </a:lnTo>
                  <a:lnTo>
                    <a:pt x="1968750" y="1308889"/>
                  </a:lnTo>
                  <a:lnTo>
                    <a:pt x="1968803" y="1308960"/>
                  </a:lnTo>
                  <a:lnTo>
                    <a:pt x="1968829" y="1308992"/>
                  </a:lnTo>
                  <a:lnTo>
                    <a:pt x="1968837" y="1309003"/>
                  </a:lnTo>
                  <a:lnTo>
                    <a:pt x="1968836" y="1309011"/>
                  </a:lnTo>
                  <a:lnTo>
                    <a:pt x="1968832" y="1309020"/>
                  </a:lnTo>
                  <a:lnTo>
                    <a:pt x="1968824" y="1309046"/>
                  </a:lnTo>
                  <a:lnTo>
                    <a:pt x="1968820" y="1309058"/>
                  </a:lnTo>
                  <a:lnTo>
                    <a:pt x="1968816" y="1309068"/>
                  </a:lnTo>
                  <a:lnTo>
                    <a:pt x="1968817" y="1309079"/>
                  </a:lnTo>
                  <a:lnTo>
                    <a:pt x="1968822" y="1309084"/>
                  </a:lnTo>
                  <a:lnTo>
                    <a:pt x="1968832" y="1309082"/>
                  </a:lnTo>
                  <a:lnTo>
                    <a:pt x="1968847" y="1309039"/>
                  </a:lnTo>
                  <a:lnTo>
                    <a:pt x="1968853" y="1309021"/>
                  </a:lnTo>
                  <a:lnTo>
                    <a:pt x="1968857" y="1309011"/>
                  </a:lnTo>
                  <a:lnTo>
                    <a:pt x="1968857" y="1309000"/>
                  </a:lnTo>
                  <a:lnTo>
                    <a:pt x="1968833" y="1308952"/>
                  </a:lnTo>
                  <a:lnTo>
                    <a:pt x="1968829" y="1308946"/>
                  </a:lnTo>
                  <a:lnTo>
                    <a:pt x="1968798" y="1308897"/>
                  </a:lnTo>
                  <a:lnTo>
                    <a:pt x="1968752" y="1308814"/>
                  </a:lnTo>
                  <a:lnTo>
                    <a:pt x="1968738" y="1308776"/>
                  </a:lnTo>
                  <a:lnTo>
                    <a:pt x="1968736" y="1308753"/>
                  </a:lnTo>
                  <a:lnTo>
                    <a:pt x="1968739" y="1308728"/>
                  </a:lnTo>
                  <a:lnTo>
                    <a:pt x="1968783" y="1308581"/>
                  </a:lnTo>
                  <a:lnTo>
                    <a:pt x="1968795" y="1308553"/>
                  </a:lnTo>
                  <a:lnTo>
                    <a:pt x="1968822" y="1308497"/>
                  </a:lnTo>
                  <a:lnTo>
                    <a:pt x="1968849" y="1308443"/>
                  </a:lnTo>
                  <a:lnTo>
                    <a:pt x="1968862" y="1308417"/>
                  </a:lnTo>
                  <a:lnTo>
                    <a:pt x="1968911" y="1308364"/>
                  </a:lnTo>
                  <a:lnTo>
                    <a:pt x="1968953" y="1308293"/>
                  </a:lnTo>
                  <a:lnTo>
                    <a:pt x="1968970" y="1308257"/>
                  </a:lnTo>
                  <a:lnTo>
                    <a:pt x="1968978" y="1308185"/>
                  </a:lnTo>
                  <a:lnTo>
                    <a:pt x="1968993" y="1308098"/>
                  </a:lnTo>
                  <a:lnTo>
                    <a:pt x="1968999" y="1308070"/>
                  </a:lnTo>
                  <a:lnTo>
                    <a:pt x="1969005" y="1308058"/>
                  </a:lnTo>
                  <a:lnTo>
                    <a:pt x="1969031" y="1308019"/>
                  </a:lnTo>
                  <a:lnTo>
                    <a:pt x="1969055" y="1307985"/>
                  </a:lnTo>
                  <a:lnTo>
                    <a:pt x="1969054" y="1307942"/>
                  </a:lnTo>
                  <a:lnTo>
                    <a:pt x="1969051" y="1307894"/>
                  </a:lnTo>
                  <a:lnTo>
                    <a:pt x="1969222" y="1307643"/>
                  </a:lnTo>
                  <a:lnTo>
                    <a:pt x="1969652" y="1307397"/>
                  </a:lnTo>
                  <a:lnTo>
                    <a:pt x="1969717" y="1307351"/>
                  </a:lnTo>
                  <a:lnTo>
                    <a:pt x="1969735" y="1307337"/>
                  </a:lnTo>
                  <a:lnTo>
                    <a:pt x="1969712" y="1307240"/>
                  </a:lnTo>
                  <a:lnTo>
                    <a:pt x="1969724" y="1307198"/>
                  </a:lnTo>
                  <a:lnTo>
                    <a:pt x="1969887" y="1307105"/>
                  </a:lnTo>
                  <a:lnTo>
                    <a:pt x="1969945" y="1307107"/>
                  </a:lnTo>
                  <a:lnTo>
                    <a:pt x="1969962" y="1307131"/>
                  </a:lnTo>
                  <a:lnTo>
                    <a:pt x="1969964" y="1307173"/>
                  </a:lnTo>
                  <a:lnTo>
                    <a:pt x="1969967" y="1307254"/>
                  </a:lnTo>
                  <a:lnTo>
                    <a:pt x="1969991" y="1307264"/>
                  </a:lnTo>
                  <a:lnTo>
                    <a:pt x="1970023" y="1307230"/>
                  </a:lnTo>
                  <a:lnTo>
                    <a:pt x="1970061" y="1307124"/>
                  </a:lnTo>
                  <a:lnTo>
                    <a:pt x="1970065" y="1307115"/>
                  </a:lnTo>
                  <a:lnTo>
                    <a:pt x="1970075" y="1307087"/>
                  </a:lnTo>
                  <a:lnTo>
                    <a:pt x="1970114" y="1307047"/>
                  </a:lnTo>
                  <a:lnTo>
                    <a:pt x="1970150" y="1307027"/>
                  </a:lnTo>
                  <a:lnTo>
                    <a:pt x="1970215" y="1306993"/>
                  </a:lnTo>
                  <a:lnTo>
                    <a:pt x="1970578" y="1306829"/>
                  </a:lnTo>
                  <a:lnTo>
                    <a:pt x="1970801" y="1306753"/>
                  </a:lnTo>
                  <a:lnTo>
                    <a:pt x="1971061" y="1306742"/>
                  </a:lnTo>
                  <a:lnTo>
                    <a:pt x="1971303" y="1306623"/>
                  </a:lnTo>
                  <a:lnTo>
                    <a:pt x="1971455" y="1306493"/>
                  </a:lnTo>
                  <a:lnTo>
                    <a:pt x="1971586" y="1306327"/>
                  </a:lnTo>
                  <a:lnTo>
                    <a:pt x="1971593" y="1306236"/>
                  </a:lnTo>
                  <a:lnTo>
                    <a:pt x="1971666" y="1306184"/>
                  </a:lnTo>
                  <a:lnTo>
                    <a:pt x="1971734" y="1306158"/>
                  </a:lnTo>
                  <a:lnTo>
                    <a:pt x="1971958" y="1306220"/>
                  </a:lnTo>
                  <a:lnTo>
                    <a:pt x="1972363" y="1306460"/>
                  </a:lnTo>
                  <a:lnTo>
                    <a:pt x="1973021" y="1306596"/>
                  </a:lnTo>
                  <a:lnTo>
                    <a:pt x="1973521" y="1306542"/>
                  </a:lnTo>
                  <a:lnTo>
                    <a:pt x="1973918" y="1306376"/>
                  </a:lnTo>
                  <a:lnTo>
                    <a:pt x="1973972" y="1306386"/>
                  </a:lnTo>
                  <a:lnTo>
                    <a:pt x="1974445" y="1306521"/>
                  </a:lnTo>
                  <a:lnTo>
                    <a:pt x="1974503" y="1306561"/>
                  </a:lnTo>
                  <a:lnTo>
                    <a:pt x="1974740" y="1306820"/>
                  </a:lnTo>
                  <a:lnTo>
                    <a:pt x="1974783" y="1306902"/>
                  </a:lnTo>
                  <a:lnTo>
                    <a:pt x="1975094" y="1307258"/>
                  </a:lnTo>
                  <a:lnTo>
                    <a:pt x="1975216" y="1307317"/>
                  </a:lnTo>
                  <a:lnTo>
                    <a:pt x="1975422" y="1307374"/>
                  </a:lnTo>
                  <a:lnTo>
                    <a:pt x="1975823" y="1307460"/>
                  </a:lnTo>
                  <a:lnTo>
                    <a:pt x="1975933" y="1307571"/>
                  </a:lnTo>
                  <a:lnTo>
                    <a:pt x="1975887" y="1307631"/>
                  </a:lnTo>
                  <a:lnTo>
                    <a:pt x="1975926" y="1307699"/>
                  </a:lnTo>
                  <a:lnTo>
                    <a:pt x="1976287" y="1307894"/>
                  </a:lnTo>
                  <a:lnTo>
                    <a:pt x="1976543" y="1307921"/>
                  </a:lnTo>
                  <a:lnTo>
                    <a:pt x="1976808" y="1308223"/>
                  </a:lnTo>
                  <a:lnTo>
                    <a:pt x="1976672" y="1308356"/>
                  </a:lnTo>
                  <a:lnTo>
                    <a:pt x="1976592" y="1308396"/>
                  </a:lnTo>
                  <a:lnTo>
                    <a:pt x="1976519" y="1308406"/>
                  </a:lnTo>
                  <a:lnTo>
                    <a:pt x="1976550" y="1308704"/>
                  </a:lnTo>
                  <a:lnTo>
                    <a:pt x="1976639" y="1308800"/>
                  </a:lnTo>
                  <a:lnTo>
                    <a:pt x="1976759" y="1308856"/>
                  </a:lnTo>
                  <a:lnTo>
                    <a:pt x="1977057" y="1309127"/>
                  </a:lnTo>
                  <a:lnTo>
                    <a:pt x="1977178" y="1309455"/>
                  </a:lnTo>
                  <a:lnTo>
                    <a:pt x="1977174" y="1309458"/>
                  </a:lnTo>
                  <a:lnTo>
                    <a:pt x="1977064" y="1309548"/>
                  </a:lnTo>
                  <a:lnTo>
                    <a:pt x="1977019" y="1309550"/>
                  </a:lnTo>
                  <a:lnTo>
                    <a:pt x="1976950" y="1309470"/>
                  </a:lnTo>
                  <a:lnTo>
                    <a:pt x="1976861" y="1309296"/>
                  </a:lnTo>
                  <a:lnTo>
                    <a:pt x="1976761" y="1309154"/>
                  </a:lnTo>
                  <a:lnTo>
                    <a:pt x="1976274" y="1308845"/>
                  </a:lnTo>
                  <a:lnTo>
                    <a:pt x="1976224" y="1308813"/>
                  </a:lnTo>
                  <a:lnTo>
                    <a:pt x="1976093" y="1308778"/>
                  </a:lnTo>
                  <a:lnTo>
                    <a:pt x="1976005" y="1309181"/>
                  </a:lnTo>
                  <a:lnTo>
                    <a:pt x="1975983" y="1309280"/>
                  </a:lnTo>
                  <a:lnTo>
                    <a:pt x="1975957" y="1309330"/>
                  </a:lnTo>
                  <a:lnTo>
                    <a:pt x="1975652" y="1309531"/>
                  </a:lnTo>
                  <a:lnTo>
                    <a:pt x="1975573" y="1309648"/>
                  </a:lnTo>
                  <a:lnTo>
                    <a:pt x="1975603" y="1309752"/>
                  </a:lnTo>
                  <a:lnTo>
                    <a:pt x="1975725" y="1309801"/>
                  </a:lnTo>
                  <a:lnTo>
                    <a:pt x="1975841" y="1309676"/>
                  </a:lnTo>
                  <a:lnTo>
                    <a:pt x="1976012" y="1309628"/>
                  </a:lnTo>
                  <a:lnTo>
                    <a:pt x="1976116" y="1309676"/>
                  </a:lnTo>
                  <a:lnTo>
                    <a:pt x="1976151" y="1309681"/>
                  </a:lnTo>
                  <a:lnTo>
                    <a:pt x="1976467" y="1309898"/>
                  </a:lnTo>
                  <a:lnTo>
                    <a:pt x="1976548" y="1310023"/>
                  </a:lnTo>
                  <a:lnTo>
                    <a:pt x="1976536" y="1310126"/>
                  </a:lnTo>
                  <a:lnTo>
                    <a:pt x="1976414" y="1310320"/>
                  </a:lnTo>
                  <a:lnTo>
                    <a:pt x="1976390" y="1310479"/>
                  </a:lnTo>
                  <a:lnTo>
                    <a:pt x="1976402" y="1310687"/>
                  </a:lnTo>
                  <a:lnTo>
                    <a:pt x="1976427" y="1310756"/>
                  </a:lnTo>
                  <a:lnTo>
                    <a:pt x="1976509" y="1310807"/>
                  </a:lnTo>
                  <a:lnTo>
                    <a:pt x="1976416" y="1310835"/>
                  </a:lnTo>
                  <a:lnTo>
                    <a:pt x="1976137" y="1310998"/>
                  </a:lnTo>
                  <a:lnTo>
                    <a:pt x="1976065" y="1311076"/>
                  </a:lnTo>
                  <a:lnTo>
                    <a:pt x="1976136" y="1311106"/>
                  </a:lnTo>
                  <a:lnTo>
                    <a:pt x="1976329" y="1311106"/>
                  </a:lnTo>
                  <a:lnTo>
                    <a:pt x="1976625" y="1311031"/>
                  </a:lnTo>
                  <a:lnTo>
                    <a:pt x="1976864" y="1311011"/>
                  </a:lnTo>
                  <a:lnTo>
                    <a:pt x="1976917" y="1311041"/>
                  </a:lnTo>
                  <a:lnTo>
                    <a:pt x="1976920" y="1311067"/>
                  </a:lnTo>
                  <a:lnTo>
                    <a:pt x="1976884" y="1311178"/>
                  </a:lnTo>
                  <a:lnTo>
                    <a:pt x="1976853" y="1311337"/>
                  </a:lnTo>
                  <a:lnTo>
                    <a:pt x="1976975" y="1311407"/>
                  </a:lnTo>
                  <a:lnTo>
                    <a:pt x="1977229" y="1311299"/>
                  </a:lnTo>
                  <a:lnTo>
                    <a:pt x="1977368" y="1311418"/>
                  </a:lnTo>
                  <a:lnTo>
                    <a:pt x="1977393" y="1311511"/>
                  </a:lnTo>
                  <a:lnTo>
                    <a:pt x="1977318" y="1311674"/>
                  </a:lnTo>
                  <a:lnTo>
                    <a:pt x="1977171" y="1311700"/>
                  </a:lnTo>
                  <a:lnTo>
                    <a:pt x="1977080" y="1311647"/>
                  </a:lnTo>
                  <a:lnTo>
                    <a:pt x="1976859" y="1311672"/>
                  </a:lnTo>
                  <a:lnTo>
                    <a:pt x="1976481" y="1311815"/>
                  </a:lnTo>
                  <a:lnTo>
                    <a:pt x="1976243" y="1312006"/>
                  </a:lnTo>
                  <a:lnTo>
                    <a:pt x="1976225" y="1312040"/>
                  </a:lnTo>
                  <a:lnTo>
                    <a:pt x="1976435" y="1312163"/>
                  </a:lnTo>
                  <a:lnTo>
                    <a:pt x="1976995" y="1312265"/>
                  </a:lnTo>
                  <a:lnTo>
                    <a:pt x="1977064" y="1312346"/>
                  </a:lnTo>
                  <a:lnTo>
                    <a:pt x="1977244" y="1312353"/>
                  </a:lnTo>
                  <a:lnTo>
                    <a:pt x="1977309" y="1312273"/>
                  </a:lnTo>
                  <a:lnTo>
                    <a:pt x="1977336" y="1312178"/>
                  </a:lnTo>
                  <a:lnTo>
                    <a:pt x="1977432" y="1312151"/>
                  </a:lnTo>
                  <a:lnTo>
                    <a:pt x="1977474" y="1312217"/>
                  </a:lnTo>
                  <a:lnTo>
                    <a:pt x="1977483" y="1312242"/>
                  </a:lnTo>
                  <a:lnTo>
                    <a:pt x="1977412" y="1312397"/>
                  </a:lnTo>
                  <a:lnTo>
                    <a:pt x="1977399" y="1312529"/>
                  </a:lnTo>
                  <a:lnTo>
                    <a:pt x="1977412" y="1312594"/>
                  </a:lnTo>
                  <a:lnTo>
                    <a:pt x="1977528" y="1312660"/>
                  </a:lnTo>
                  <a:lnTo>
                    <a:pt x="1977629" y="1312650"/>
                  </a:lnTo>
                  <a:lnTo>
                    <a:pt x="1977635" y="1312668"/>
                  </a:lnTo>
                  <a:lnTo>
                    <a:pt x="1977655" y="1312765"/>
                  </a:lnTo>
                  <a:lnTo>
                    <a:pt x="1977328" y="1313050"/>
                  </a:lnTo>
                  <a:lnTo>
                    <a:pt x="1977210" y="1313175"/>
                  </a:lnTo>
                  <a:lnTo>
                    <a:pt x="1977213" y="1313206"/>
                  </a:lnTo>
                  <a:lnTo>
                    <a:pt x="1977226" y="1313219"/>
                  </a:lnTo>
                  <a:lnTo>
                    <a:pt x="1977666" y="1313213"/>
                  </a:lnTo>
                  <a:lnTo>
                    <a:pt x="1977849" y="1313084"/>
                  </a:lnTo>
                  <a:lnTo>
                    <a:pt x="1977969" y="1313179"/>
                  </a:lnTo>
                  <a:lnTo>
                    <a:pt x="1977994" y="1313296"/>
                  </a:lnTo>
                  <a:lnTo>
                    <a:pt x="1977969" y="1313504"/>
                  </a:lnTo>
                  <a:lnTo>
                    <a:pt x="1977689" y="1313732"/>
                  </a:lnTo>
                  <a:lnTo>
                    <a:pt x="1977585" y="1313857"/>
                  </a:lnTo>
                  <a:lnTo>
                    <a:pt x="1977579" y="1313940"/>
                  </a:lnTo>
                  <a:lnTo>
                    <a:pt x="1977774" y="1313940"/>
                  </a:lnTo>
                  <a:lnTo>
                    <a:pt x="1977945" y="1313919"/>
                  </a:lnTo>
                  <a:lnTo>
                    <a:pt x="1978073" y="1313947"/>
                  </a:lnTo>
                  <a:lnTo>
                    <a:pt x="1978134" y="1314071"/>
                  </a:lnTo>
                  <a:lnTo>
                    <a:pt x="1978140" y="1314175"/>
                  </a:lnTo>
                  <a:lnTo>
                    <a:pt x="1978091" y="1314258"/>
                  </a:lnTo>
                  <a:lnTo>
                    <a:pt x="1978012" y="1314362"/>
                  </a:lnTo>
                  <a:lnTo>
                    <a:pt x="1978024" y="1314411"/>
                  </a:lnTo>
                  <a:lnTo>
                    <a:pt x="1978134" y="1314397"/>
                  </a:lnTo>
                  <a:lnTo>
                    <a:pt x="1978311" y="1314355"/>
                  </a:lnTo>
                  <a:lnTo>
                    <a:pt x="1978431" y="1314279"/>
                  </a:lnTo>
                  <a:lnTo>
                    <a:pt x="1978538" y="1314345"/>
                  </a:lnTo>
                  <a:lnTo>
                    <a:pt x="1978579" y="1314393"/>
                  </a:lnTo>
                  <a:lnTo>
                    <a:pt x="1978562" y="1314531"/>
                  </a:lnTo>
                  <a:lnTo>
                    <a:pt x="1978543" y="1314557"/>
                  </a:lnTo>
                  <a:lnTo>
                    <a:pt x="1978509" y="1314587"/>
                  </a:lnTo>
                  <a:lnTo>
                    <a:pt x="1978485" y="1314609"/>
                  </a:lnTo>
                  <a:lnTo>
                    <a:pt x="1978416" y="1314635"/>
                  </a:lnTo>
                  <a:lnTo>
                    <a:pt x="1978315" y="1314649"/>
                  </a:lnTo>
                  <a:lnTo>
                    <a:pt x="1977787" y="1314988"/>
                  </a:lnTo>
                  <a:lnTo>
                    <a:pt x="1977715" y="1314856"/>
                  </a:lnTo>
                  <a:lnTo>
                    <a:pt x="1977595" y="1314812"/>
                  </a:lnTo>
                  <a:lnTo>
                    <a:pt x="1977396" y="1314807"/>
                  </a:lnTo>
                  <a:lnTo>
                    <a:pt x="1977342" y="1314832"/>
                  </a:lnTo>
                  <a:lnTo>
                    <a:pt x="1977272" y="1314939"/>
                  </a:lnTo>
                  <a:lnTo>
                    <a:pt x="1977211" y="1315032"/>
                  </a:lnTo>
                  <a:lnTo>
                    <a:pt x="1977192" y="1315060"/>
                  </a:lnTo>
                  <a:lnTo>
                    <a:pt x="1977288" y="1315199"/>
                  </a:lnTo>
                  <a:lnTo>
                    <a:pt x="1977293" y="1315207"/>
                  </a:lnTo>
                  <a:lnTo>
                    <a:pt x="1977284" y="1315226"/>
                  </a:lnTo>
                  <a:lnTo>
                    <a:pt x="1977134" y="1315549"/>
                  </a:lnTo>
                  <a:lnTo>
                    <a:pt x="1977128" y="1315562"/>
                  </a:lnTo>
                  <a:lnTo>
                    <a:pt x="1977105" y="1315612"/>
                  </a:lnTo>
                  <a:lnTo>
                    <a:pt x="1977045" y="1315638"/>
                  </a:lnTo>
                  <a:lnTo>
                    <a:pt x="1976965" y="1315679"/>
                  </a:lnTo>
                  <a:lnTo>
                    <a:pt x="1976865" y="1315735"/>
                  </a:lnTo>
                  <a:lnTo>
                    <a:pt x="1976833" y="1315779"/>
                  </a:lnTo>
                  <a:lnTo>
                    <a:pt x="1976835" y="1315826"/>
                  </a:lnTo>
                  <a:lnTo>
                    <a:pt x="1976862" y="1315843"/>
                  </a:lnTo>
                  <a:lnTo>
                    <a:pt x="1976945" y="1315837"/>
                  </a:lnTo>
                  <a:lnTo>
                    <a:pt x="1976986" y="1315837"/>
                  </a:lnTo>
                  <a:lnTo>
                    <a:pt x="1977009" y="1315837"/>
                  </a:lnTo>
                  <a:lnTo>
                    <a:pt x="1977028" y="1315873"/>
                  </a:lnTo>
                  <a:lnTo>
                    <a:pt x="1977028" y="1315942"/>
                  </a:lnTo>
                  <a:lnTo>
                    <a:pt x="1976984" y="1315989"/>
                  </a:lnTo>
                  <a:lnTo>
                    <a:pt x="1976913" y="1316009"/>
                  </a:lnTo>
                  <a:lnTo>
                    <a:pt x="1976867" y="1315995"/>
                  </a:lnTo>
                  <a:lnTo>
                    <a:pt x="1976833" y="1315970"/>
                  </a:lnTo>
                  <a:lnTo>
                    <a:pt x="1976815" y="1315979"/>
                  </a:lnTo>
                  <a:lnTo>
                    <a:pt x="1976512" y="1316145"/>
                  </a:lnTo>
                  <a:lnTo>
                    <a:pt x="1976425" y="1316193"/>
                  </a:lnTo>
                  <a:lnTo>
                    <a:pt x="1976414" y="1316225"/>
                  </a:lnTo>
                  <a:lnTo>
                    <a:pt x="1976390" y="1316242"/>
                  </a:lnTo>
                  <a:lnTo>
                    <a:pt x="1976338" y="1316236"/>
                  </a:lnTo>
                  <a:lnTo>
                    <a:pt x="1976261" y="1316215"/>
                  </a:lnTo>
                  <a:lnTo>
                    <a:pt x="1976132" y="1316229"/>
                  </a:lnTo>
                  <a:lnTo>
                    <a:pt x="1976004" y="1316256"/>
                  </a:lnTo>
                  <a:lnTo>
                    <a:pt x="1975965" y="1316277"/>
                  </a:lnTo>
                  <a:lnTo>
                    <a:pt x="1975979" y="1316363"/>
                  </a:lnTo>
                  <a:lnTo>
                    <a:pt x="1975981" y="1316376"/>
                  </a:lnTo>
                  <a:lnTo>
                    <a:pt x="1975973" y="1316389"/>
                  </a:lnTo>
                  <a:lnTo>
                    <a:pt x="1975955" y="1316390"/>
                  </a:lnTo>
                  <a:lnTo>
                    <a:pt x="1975938" y="1316407"/>
                  </a:lnTo>
                  <a:lnTo>
                    <a:pt x="1975933" y="1316412"/>
                  </a:lnTo>
                  <a:lnTo>
                    <a:pt x="1975791" y="1316431"/>
                  </a:lnTo>
                  <a:lnTo>
                    <a:pt x="1975692" y="1316376"/>
                  </a:lnTo>
                  <a:lnTo>
                    <a:pt x="1975594" y="1316281"/>
                  </a:lnTo>
                  <a:lnTo>
                    <a:pt x="1975563" y="1316170"/>
                  </a:lnTo>
                  <a:lnTo>
                    <a:pt x="1975552" y="1315961"/>
                  </a:lnTo>
                  <a:lnTo>
                    <a:pt x="1975868" y="1315762"/>
                  </a:lnTo>
                  <a:lnTo>
                    <a:pt x="1975991" y="1315720"/>
                  </a:lnTo>
                  <a:lnTo>
                    <a:pt x="1976209" y="1315504"/>
                  </a:lnTo>
                  <a:lnTo>
                    <a:pt x="1976207" y="1315146"/>
                  </a:lnTo>
                  <a:lnTo>
                    <a:pt x="1976167" y="1315013"/>
                  </a:lnTo>
                  <a:lnTo>
                    <a:pt x="1976088" y="1314915"/>
                  </a:lnTo>
                  <a:lnTo>
                    <a:pt x="1975490" y="1314561"/>
                  </a:lnTo>
                  <a:lnTo>
                    <a:pt x="1975036" y="1314163"/>
                  </a:lnTo>
                  <a:lnTo>
                    <a:pt x="1974909" y="1314141"/>
                  </a:lnTo>
                  <a:lnTo>
                    <a:pt x="1974783" y="1314174"/>
                  </a:lnTo>
                  <a:lnTo>
                    <a:pt x="1974809" y="1314240"/>
                  </a:lnTo>
                  <a:lnTo>
                    <a:pt x="1974810" y="1314370"/>
                  </a:lnTo>
                  <a:lnTo>
                    <a:pt x="1974783" y="1314659"/>
                  </a:lnTo>
                  <a:lnTo>
                    <a:pt x="1974099" y="1314637"/>
                  </a:lnTo>
                  <a:lnTo>
                    <a:pt x="1973695" y="1314501"/>
                  </a:lnTo>
                  <a:lnTo>
                    <a:pt x="1973049" y="1314004"/>
                  </a:lnTo>
                  <a:lnTo>
                    <a:pt x="1972473" y="1313643"/>
                  </a:lnTo>
                  <a:lnTo>
                    <a:pt x="1972110" y="1313372"/>
                  </a:lnTo>
                  <a:lnTo>
                    <a:pt x="1971850" y="1313129"/>
                  </a:lnTo>
                  <a:lnTo>
                    <a:pt x="1970910" y="1312942"/>
                  </a:lnTo>
                  <a:lnTo>
                    <a:pt x="1970394" y="1312811"/>
                  </a:lnTo>
                  <a:lnTo>
                    <a:pt x="1970047" y="1312991"/>
                  </a:lnTo>
                  <a:lnTo>
                    <a:pt x="1969663" y="1313274"/>
                  </a:lnTo>
                  <a:lnTo>
                    <a:pt x="1969335" y="1313750"/>
                  </a:lnTo>
                  <a:lnTo>
                    <a:pt x="1969364" y="1313854"/>
                  </a:lnTo>
                  <a:lnTo>
                    <a:pt x="1969601" y="1314321"/>
                  </a:lnTo>
                  <a:lnTo>
                    <a:pt x="1969647" y="1314412"/>
                  </a:lnTo>
                  <a:lnTo>
                    <a:pt x="1969708" y="1314455"/>
                  </a:lnTo>
                  <a:lnTo>
                    <a:pt x="1969835" y="1314685"/>
                  </a:lnTo>
                  <a:lnTo>
                    <a:pt x="1969867" y="1314801"/>
                  </a:lnTo>
                  <a:lnTo>
                    <a:pt x="1969847" y="1314845"/>
                  </a:lnTo>
                  <a:lnTo>
                    <a:pt x="1969865" y="1314872"/>
                  </a:lnTo>
                  <a:lnTo>
                    <a:pt x="1970206" y="1314972"/>
                  </a:lnTo>
                  <a:lnTo>
                    <a:pt x="1970433" y="1314703"/>
                  </a:lnTo>
                  <a:lnTo>
                    <a:pt x="1970662" y="1314495"/>
                  </a:lnTo>
                  <a:lnTo>
                    <a:pt x="1970698" y="1314501"/>
                  </a:lnTo>
                  <a:lnTo>
                    <a:pt x="1970803" y="1314607"/>
                  </a:lnTo>
                  <a:lnTo>
                    <a:pt x="1971042" y="1314845"/>
                  </a:lnTo>
                  <a:lnTo>
                    <a:pt x="1971409" y="1315496"/>
                  </a:lnTo>
                  <a:lnTo>
                    <a:pt x="1971478" y="1315649"/>
                  </a:lnTo>
                  <a:lnTo>
                    <a:pt x="1971394" y="1315813"/>
                  </a:lnTo>
                  <a:lnTo>
                    <a:pt x="1971431" y="1315975"/>
                  </a:lnTo>
                  <a:lnTo>
                    <a:pt x="1971457" y="1316086"/>
                  </a:lnTo>
                  <a:lnTo>
                    <a:pt x="1971448" y="1316102"/>
                  </a:lnTo>
                  <a:lnTo>
                    <a:pt x="1971435" y="1316144"/>
                  </a:lnTo>
                  <a:lnTo>
                    <a:pt x="1971409" y="1316226"/>
                  </a:lnTo>
                  <a:lnTo>
                    <a:pt x="1971406" y="1316232"/>
                  </a:lnTo>
                  <a:lnTo>
                    <a:pt x="1971391" y="1316293"/>
                  </a:lnTo>
                  <a:lnTo>
                    <a:pt x="1971378" y="1316354"/>
                  </a:lnTo>
                  <a:lnTo>
                    <a:pt x="1971369" y="1316391"/>
                  </a:lnTo>
                  <a:lnTo>
                    <a:pt x="1971369" y="1316404"/>
                  </a:lnTo>
                  <a:lnTo>
                    <a:pt x="1971369" y="1316417"/>
                  </a:lnTo>
                  <a:lnTo>
                    <a:pt x="1971366" y="1316431"/>
                  </a:lnTo>
                  <a:lnTo>
                    <a:pt x="1971364" y="1316436"/>
                  </a:lnTo>
                  <a:lnTo>
                    <a:pt x="1971346" y="1316490"/>
                  </a:lnTo>
                  <a:lnTo>
                    <a:pt x="1971329" y="1316517"/>
                  </a:lnTo>
                  <a:lnTo>
                    <a:pt x="1971310" y="1316539"/>
                  </a:lnTo>
                  <a:lnTo>
                    <a:pt x="1971302" y="1316557"/>
                  </a:lnTo>
                  <a:lnTo>
                    <a:pt x="1971301" y="1316566"/>
                  </a:lnTo>
                  <a:lnTo>
                    <a:pt x="1971299" y="1316588"/>
                  </a:lnTo>
                  <a:lnTo>
                    <a:pt x="1971297" y="1316605"/>
                  </a:lnTo>
                  <a:lnTo>
                    <a:pt x="1971292" y="1316667"/>
                  </a:lnTo>
                  <a:lnTo>
                    <a:pt x="1971290" y="1316692"/>
                  </a:lnTo>
                  <a:lnTo>
                    <a:pt x="1971285" y="1316714"/>
                  </a:lnTo>
                  <a:lnTo>
                    <a:pt x="1971235" y="1316804"/>
                  </a:lnTo>
                  <a:lnTo>
                    <a:pt x="1971227" y="1316816"/>
                  </a:lnTo>
                  <a:lnTo>
                    <a:pt x="1971197" y="1316868"/>
                  </a:lnTo>
                  <a:lnTo>
                    <a:pt x="1971189" y="1316892"/>
                  </a:lnTo>
                  <a:lnTo>
                    <a:pt x="1971165" y="1316932"/>
                  </a:lnTo>
                  <a:lnTo>
                    <a:pt x="1971157" y="1316946"/>
                  </a:lnTo>
                  <a:lnTo>
                    <a:pt x="1971141" y="1316972"/>
                  </a:lnTo>
                  <a:lnTo>
                    <a:pt x="1971125" y="1317000"/>
                  </a:lnTo>
                  <a:lnTo>
                    <a:pt x="1971140" y="1317006"/>
                  </a:lnTo>
                  <a:lnTo>
                    <a:pt x="1971157" y="1317018"/>
                  </a:lnTo>
                  <a:lnTo>
                    <a:pt x="1971160" y="1317029"/>
                  </a:lnTo>
                  <a:lnTo>
                    <a:pt x="1971158" y="1317043"/>
                  </a:lnTo>
                  <a:lnTo>
                    <a:pt x="1971155" y="1317050"/>
                  </a:lnTo>
                  <a:lnTo>
                    <a:pt x="1971142" y="1317081"/>
                  </a:lnTo>
                  <a:lnTo>
                    <a:pt x="1971126" y="1317129"/>
                  </a:lnTo>
                  <a:lnTo>
                    <a:pt x="1971121" y="1317150"/>
                  </a:lnTo>
                  <a:lnTo>
                    <a:pt x="1971110" y="1317239"/>
                  </a:lnTo>
                  <a:lnTo>
                    <a:pt x="1971104" y="1317287"/>
                  </a:lnTo>
                  <a:lnTo>
                    <a:pt x="1971103" y="1317305"/>
                  </a:lnTo>
                  <a:lnTo>
                    <a:pt x="1971103" y="1317318"/>
                  </a:lnTo>
                  <a:lnTo>
                    <a:pt x="1971103" y="1317323"/>
                  </a:lnTo>
                  <a:lnTo>
                    <a:pt x="1971103" y="1317333"/>
                  </a:lnTo>
                  <a:lnTo>
                    <a:pt x="1971102" y="1317359"/>
                  </a:lnTo>
                  <a:lnTo>
                    <a:pt x="1971104" y="1317365"/>
                  </a:lnTo>
                  <a:lnTo>
                    <a:pt x="1971105" y="1317380"/>
                  </a:lnTo>
                  <a:lnTo>
                    <a:pt x="1971110" y="1317433"/>
                  </a:lnTo>
                  <a:lnTo>
                    <a:pt x="1971113" y="1317490"/>
                  </a:lnTo>
                  <a:lnTo>
                    <a:pt x="1971110" y="1317565"/>
                  </a:lnTo>
                  <a:lnTo>
                    <a:pt x="1971113" y="1317601"/>
                  </a:lnTo>
                  <a:lnTo>
                    <a:pt x="1971214" y="1317593"/>
                  </a:lnTo>
                  <a:lnTo>
                    <a:pt x="1971404" y="1317725"/>
                  </a:lnTo>
                  <a:lnTo>
                    <a:pt x="1971423" y="1317727"/>
                  </a:lnTo>
                  <a:lnTo>
                    <a:pt x="1971627" y="1317750"/>
                  </a:lnTo>
                  <a:lnTo>
                    <a:pt x="1971685" y="1317868"/>
                  </a:lnTo>
                  <a:lnTo>
                    <a:pt x="1971327" y="1318468"/>
                  </a:lnTo>
                  <a:lnTo>
                    <a:pt x="1971398" y="1318503"/>
                  </a:lnTo>
                  <a:lnTo>
                    <a:pt x="1971604" y="1318857"/>
                  </a:lnTo>
                  <a:lnTo>
                    <a:pt x="1971892" y="1319576"/>
                  </a:lnTo>
                  <a:lnTo>
                    <a:pt x="1972468" y="1319523"/>
                  </a:lnTo>
                  <a:lnTo>
                    <a:pt x="1972813" y="1319462"/>
                  </a:lnTo>
                  <a:lnTo>
                    <a:pt x="1973046" y="1319299"/>
                  </a:lnTo>
                  <a:lnTo>
                    <a:pt x="1973319" y="1319087"/>
                  </a:lnTo>
                  <a:lnTo>
                    <a:pt x="1973390" y="1318949"/>
                  </a:lnTo>
                  <a:lnTo>
                    <a:pt x="1973568" y="1318897"/>
                  </a:lnTo>
                  <a:lnTo>
                    <a:pt x="1973812" y="1318874"/>
                  </a:lnTo>
                  <a:lnTo>
                    <a:pt x="1974061" y="1318841"/>
                  </a:lnTo>
                  <a:lnTo>
                    <a:pt x="1974155" y="1318808"/>
                  </a:lnTo>
                  <a:lnTo>
                    <a:pt x="1974301" y="1318757"/>
                  </a:lnTo>
                  <a:lnTo>
                    <a:pt x="1974473" y="1318681"/>
                  </a:lnTo>
                  <a:lnTo>
                    <a:pt x="1974519" y="1318614"/>
                  </a:lnTo>
                  <a:lnTo>
                    <a:pt x="1974521" y="1318563"/>
                  </a:lnTo>
                  <a:lnTo>
                    <a:pt x="1974690" y="1318471"/>
                  </a:lnTo>
                  <a:lnTo>
                    <a:pt x="1974766" y="1318677"/>
                  </a:lnTo>
                  <a:lnTo>
                    <a:pt x="1974708" y="1318872"/>
                  </a:lnTo>
                  <a:lnTo>
                    <a:pt x="1974628" y="1318993"/>
                  </a:lnTo>
                  <a:lnTo>
                    <a:pt x="1974408" y="1319033"/>
                  </a:lnTo>
                  <a:lnTo>
                    <a:pt x="1974401" y="1319094"/>
                  </a:lnTo>
                  <a:lnTo>
                    <a:pt x="1974603" y="1319129"/>
                  </a:lnTo>
                  <a:lnTo>
                    <a:pt x="1974913" y="1319025"/>
                  </a:lnTo>
                  <a:lnTo>
                    <a:pt x="1975020" y="1318927"/>
                  </a:lnTo>
                  <a:lnTo>
                    <a:pt x="1975061" y="1318731"/>
                  </a:lnTo>
                  <a:lnTo>
                    <a:pt x="1975220" y="1318208"/>
                  </a:lnTo>
                  <a:lnTo>
                    <a:pt x="1975648" y="1317944"/>
                  </a:lnTo>
                  <a:lnTo>
                    <a:pt x="1975987" y="1317838"/>
                  </a:lnTo>
                  <a:lnTo>
                    <a:pt x="1976090" y="1317874"/>
                  </a:lnTo>
                  <a:lnTo>
                    <a:pt x="1976158" y="1317928"/>
                  </a:lnTo>
                  <a:lnTo>
                    <a:pt x="1976184" y="1318077"/>
                  </a:lnTo>
                  <a:lnTo>
                    <a:pt x="1976372" y="1317960"/>
                  </a:lnTo>
                  <a:lnTo>
                    <a:pt x="1976469" y="1317741"/>
                  </a:lnTo>
                  <a:lnTo>
                    <a:pt x="1976487" y="1317637"/>
                  </a:lnTo>
                  <a:lnTo>
                    <a:pt x="1976329" y="1317412"/>
                  </a:lnTo>
                  <a:lnTo>
                    <a:pt x="1976576" y="1317235"/>
                  </a:lnTo>
                  <a:lnTo>
                    <a:pt x="1976655" y="1317339"/>
                  </a:lnTo>
                  <a:lnTo>
                    <a:pt x="1976698" y="1317357"/>
                  </a:lnTo>
                  <a:lnTo>
                    <a:pt x="1976728" y="1317305"/>
                  </a:lnTo>
                  <a:lnTo>
                    <a:pt x="1976768" y="1317267"/>
                  </a:lnTo>
                  <a:lnTo>
                    <a:pt x="1976752" y="1317242"/>
                  </a:lnTo>
                  <a:lnTo>
                    <a:pt x="1976646" y="1317084"/>
                  </a:lnTo>
                  <a:lnTo>
                    <a:pt x="1976698" y="1317037"/>
                  </a:lnTo>
                  <a:lnTo>
                    <a:pt x="1976748" y="1316991"/>
                  </a:lnTo>
                  <a:lnTo>
                    <a:pt x="1976966" y="1316938"/>
                  </a:lnTo>
                  <a:lnTo>
                    <a:pt x="1977100" y="1316996"/>
                  </a:lnTo>
                  <a:lnTo>
                    <a:pt x="1977218" y="1316954"/>
                  </a:lnTo>
                  <a:lnTo>
                    <a:pt x="1977230" y="1316802"/>
                  </a:lnTo>
                  <a:lnTo>
                    <a:pt x="1977226" y="1316684"/>
                  </a:lnTo>
                  <a:lnTo>
                    <a:pt x="1977365" y="1316571"/>
                  </a:lnTo>
                  <a:lnTo>
                    <a:pt x="1977376" y="1316568"/>
                  </a:lnTo>
                  <a:lnTo>
                    <a:pt x="1977458" y="1316617"/>
                  </a:lnTo>
                  <a:lnTo>
                    <a:pt x="1977575" y="1316576"/>
                  </a:lnTo>
                  <a:lnTo>
                    <a:pt x="1977758" y="1316326"/>
                  </a:lnTo>
                  <a:lnTo>
                    <a:pt x="1977970" y="1315902"/>
                  </a:lnTo>
                  <a:lnTo>
                    <a:pt x="1978144" y="1315708"/>
                  </a:lnTo>
                  <a:lnTo>
                    <a:pt x="1978571" y="1315570"/>
                  </a:lnTo>
                  <a:lnTo>
                    <a:pt x="1978726" y="1315551"/>
                  </a:lnTo>
                  <a:lnTo>
                    <a:pt x="1978775" y="1315565"/>
                  </a:lnTo>
                  <a:lnTo>
                    <a:pt x="1978779" y="1315750"/>
                  </a:lnTo>
                  <a:lnTo>
                    <a:pt x="1978575" y="1316137"/>
                  </a:lnTo>
                  <a:lnTo>
                    <a:pt x="1978600" y="1316262"/>
                  </a:lnTo>
                  <a:lnTo>
                    <a:pt x="1978722" y="1316285"/>
                  </a:lnTo>
                  <a:lnTo>
                    <a:pt x="1978864" y="1316220"/>
                  </a:lnTo>
                  <a:lnTo>
                    <a:pt x="1978933" y="1316166"/>
                  </a:lnTo>
                  <a:lnTo>
                    <a:pt x="1979107" y="1316286"/>
                  </a:lnTo>
                  <a:lnTo>
                    <a:pt x="1979173" y="1316331"/>
                  </a:lnTo>
                  <a:lnTo>
                    <a:pt x="1979290" y="1316411"/>
                  </a:lnTo>
                  <a:lnTo>
                    <a:pt x="1979426" y="1316471"/>
                  </a:lnTo>
                  <a:lnTo>
                    <a:pt x="1979682" y="1316626"/>
                  </a:lnTo>
                  <a:lnTo>
                    <a:pt x="1979736" y="1316791"/>
                  </a:lnTo>
                  <a:lnTo>
                    <a:pt x="1979723" y="1316896"/>
                  </a:lnTo>
                  <a:lnTo>
                    <a:pt x="1979695" y="1316928"/>
                  </a:lnTo>
                  <a:lnTo>
                    <a:pt x="1979586" y="1317033"/>
                  </a:lnTo>
                  <a:lnTo>
                    <a:pt x="1979456" y="1317117"/>
                  </a:lnTo>
                  <a:lnTo>
                    <a:pt x="1979352" y="1317149"/>
                  </a:lnTo>
                  <a:lnTo>
                    <a:pt x="1979211" y="1317231"/>
                  </a:lnTo>
                  <a:lnTo>
                    <a:pt x="1979106" y="1317333"/>
                  </a:lnTo>
                  <a:lnTo>
                    <a:pt x="1979044" y="1317428"/>
                  </a:lnTo>
                  <a:lnTo>
                    <a:pt x="1979057" y="1317464"/>
                  </a:lnTo>
                  <a:lnTo>
                    <a:pt x="1979149" y="1317595"/>
                  </a:lnTo>
                  <a:lnTo>
                    <a:pt x="1979191" y="1317621"/>
                  </a:lnTo>
                  <a:lnTo>
                    <a:pt x="1979653" y="1317571"/>
                  </a:lnTo>
                  <a:lnTo>
                    <a:pt x="1979787" y="1317426"/>
                  </a:lnTo>
                  <a:lnTo>
                    <a:pt x="1979849" y="1317392"/>
                  </a:lnTo>
                  <a:lnTo>
                    <a:pt x="1979897" y="1317406"/>
                  </a:lnTo>
                  <a:lnTo>
                    <a:pt x="1980063" y="1317575"/>
                  </a:lnTo>
                  <a:lnTo>
                    <a:pt x="1980214" y="1318046"/>
                  </a:lnTo>
                  <a:lnTo>
                    <a:pt x="1980347" y="1317993"/>
                  </a:lnTo>
                  <a:lnTo>
                    <a:pt x="1980419" y="1318015"/>
                  </a:lnTo>
                  <a:lnTo>
                    <a:pt x="1980435" y="1318050"/>
                  </a:lnTo>
                  <a:lnTo>
                    <a:pt x="1980397" y="1318244"/>
                  </a:lnTo>
                  <a:lnTo>
                    <a:pt x="1980171" y="1318497"/>
                  </a:lnTo>
                  <a:lnTo>
                    <a:pt x="1980081" y="1318548"/>
                  </a:lnTo>
                  <a:lnTo>
                    <a:pt x="1980003" y="1318541"/>
                  </a:lnTo>
                  <a:lnTo>
                    <a:pt x="1979935" y="1318563"/>
                  </a:lnTo>
                  <a:lnTo>
                    <a:pt x="1979703" y="1318725"/>
                  </a:lnTo>
                  <a:lnTo>
                    <a:pt x="1979658" y="1318867"/>
                  </a:lnTo>
                  <a:lnTo>
                    <a:pt x="1979673" y="1318957"/>
                  </a:lnTo>
                  <a:lnTo>
                    <a:pt x="1979714" y="1319075"/>
                  </a:lnTo>
                  <a:lnTo>
                    <a:pt x="1979795" y="1319188"/>
                  </a:lnTo>
                  <a:lnTo>
                    <a:pt x="1979846" y="1319227"/>
                  </a:lnTo>
                  <a:lnTo>
                    <a:pt x="1980279" y="1319253"/>
                  </a:lnTo>
                  <a:lnTo>
                    <a:pt x="1980656" y="1319193"/>
                  </a:lnTo>
                  <a:lnTo>
                    <a:pt x="1980944" y="1319097"/>
                  </a:lnTo>
                  <a:lnTo>
                    <a:pt x="1981006" y="1319065"/>
                  </a:lnTo>
                  <a:lnTo>
                    <a:pt x="1981094" y="1318952"/>
                  </a:lnTo>
                  <a:lnTo>
                    <a:pt x="1981274" y="1318938"/>
                  </a:lnTo>
                  <a:lnTo>
                    <a:pt x="1981314" y="1318953"/>
                  </a:lnTo>
                  <a:lnTo>
                    <a:pt x="1981424" y="1319177"/>
                  </a:lnTo>
                  <a:lnTo>
                    <a:pt x="1981372" y="1319265"/>
                  </a:lnTo>
                  <a:lnTo>
                    <a:pt x="1981319" y="1319309"/>
                  </a:lnTo>
                  <a:lnTo>
                    <a:pt x="1981272" y="1319371"/>
                  </a:lnTo>
                  <a:lnTo>
                    <a:pt x="1981277" y="1319392"/>
                  </a:lnTo>
                  <a:lnTo>
                    <a:pt x="1981347" y="1319507"/>
                  </a:lnTo>
                  <a:lnTo>
                    <a:pt x="1981427" y="1319565"/>
                  </a:lnTo>
                  <a:lnTo>
                    <a:pt x="1981543" y="1319547"/>
                  </a:lnTo>
                  <a:lnTo>
                    <a:pt x="1981598" y="1319518"/>
                  </a:lnTo>
                  <a:lnTo>
                    <a:pt x="1981784" y="1319315"/>
                  </a:lnTo>
                  <a:lnTo>
                    <a:pt x="1981881" y="1319030"/>
                  </a:lnTo>
                  <a:lnTo>
                    <a:pt x="1982160" y="1318844"/>
                  </a:lnTo>
                  <a:lnTo>
                    <a:pt x="1982379" y="1318869"/>
                  </a:lnTo>
                  <a:lnTo>
                    <a:pt x="1982690" y="1318686"/>
                  </a:lnTo>
                  <a:lnTo>
                    <a:pt x="1982726" y="1318606"/>
                  </a:lnTo>
                  <a:lnTo>
                    <a:pt x="1982907" y="1318488"/>
                  </a:lnTo>
                  <a:lnTo>
                    <a:pt x="1983472" y="1318238"/>
                  </a:lnTo>
                  <a:lnTo>
                    <a:pt x="1983759" y="1318006"/>
                  </a:lnTo>
                  <a:lnTo>
                    <a:pt x="1983865" y="1317981"/>
                  </a:lnTo>
                  <a:lnTo>
                    <a:pt x="1984043" y="1317987"/>
                  </a:lnTo>
                  <a:lnTo>
                    <a:pt x="1983859" y="1318271"/>
                  </a:lnTo>
                  <a:lnTo>
                    <a:pt x="1983798" y="1318253"/>
                  </a:lnTo>
                  <a:lnTo>
                    <a:pt x="1983678" y="1318293"/>
                  </a:lnTo>
                  <a:lnTo>
                    <a:pt x="1983593" y="1318465"/>
                  </a:lnTo>
                  <a:lnTo>
                    <a:pt x="1983572" y="1318508"/>
                  </a:lnTo>
                  <a:lnTo>
                    <a:pt x="1983463" y="1318729"/>
                  </a:lnTo>
                  <a:lnTo>
                    <a:pt x="1983457" y="1318767"/>
                  </a:lnTo>
                  <a:lnTo>
                    <a:pt x="1983502" y="1318871"/>
                  </a:lnTo>
                  <a:lnTo>
                    <a:pt x="1983255" y="1319032"/>
                  </a:lnTo>
                  <a:lnTo>
                    <a:pt x="1983029" y="1319158"/>
                  </a:lnTo>
                  <a:lnTo>
                    <a:pt x="1982702" y="1319596"/>
                  </a:lnTo>
                  <a:lnTo>
                    <a:pt x="1982496" y="1319663"/>
                  </a:lnTo>
                  <a:lnTo>
                    <a:pt x="1982138" y="1319889"/>
                  </a:lnTo>
                  <a:lnTo>
                    <a:pt x="1982029" y="1320066"/>
                  </a:lnTo>
                  <a:lnTo>
                    <a:pt x="1981778" y="1320181"/>
                  </a:lnTo>
                  <a:lnTo>
                    <a:pt x="1981440" y="1320368"/>
                  </a:lnTo>
                  <a:lnTo>
                    <a:pt x="1981454" y="1320496"/>
                  </a:lnTo>
                  <a:lnTo>
                    <a:pt x="1981619" y="1320514"/>
                  </a:lnTo>
                  <a:lnTo>
                    <a:pt x="1981740" y="1320612"/>
                  </a:lnTo>
                  <a:lnTo>
                    <a:pt x="1981765" y="1320746"/>
                  </a:lnTo>
                  <a:lnTo>
                    <a:pt x="1981745" y="1320848"/>
                  </a:lnTo>
                  <a:lnTo>
                    <a:pt x="1981441" y="1320933"/>
                  </a:lnTo>
                  <a:lnTo>
                    <a:pt x="1980960" y="1320912"/>
                  </a:lnTo>
                  <a:lnTo>
                    <a:pt x="1980880" y="1320875"/>
                  </a:lnTo>
                  <a:lnTo>
                    <a:pt x="1980886" y="1320732"/>
                  </a:lnTo>
                  <a:lnTo>
                    <a:pt x="1980934" y="1320646"/>
                  </a:lnTo>
                  <a:lnTo>
                    <a:pt x="1980850" y="1320553"/>
                  </a:lnTo>
                  <a:lnTo>
                    <a:pt x="1980796" y="1320530"/>
                  </a:lnTo>
                  <a:lnTo>
                    <a:pt x="1980709" y="1320508"/>
                  </a:lnTo>
                  <a:lnTo>
                    <a:pt x="1980659" y="1320520"/>
                  </a:lnTo>
                  <a:lnTo>
                    <a:pt x="1980635" y="1320664"/>
                  </a:lnTo>
                  <a:lnTo>
                    <a:pt x="1980151" y="1321042"/>
                  </a:lnTo>
                  <a:lnTo>
                    <a:pt x="1979997" y="1321123"/>
                  </a:lnTo>
                  <a:lnTo>
                    <a:pt x="1979981" y="1321118"/>
                  </a:lnTo>
                  <a:lnTo>
                    <a:pt x="1979957" y="1321070"/>
                  </a:lnTo>
                  <a:lnTo>
                    <a:pt x="1979934" y="1320962"/>
                  </a:lnTo>
                  <a:lnTo>
                    <a:pt x="1980082" y="1320867"/>
                  </a:lnTo>
                  <a:lnTo>
                    <a:pt x="1980089" y="1320839"/>
                  </a:lnTo>
                  <a:lnTo>
                    <a:pt x="1980079" y="1320599"/>
                  </a:lnTo>
                  <a:lnTo>
                    <a:pt x="1980039" y="1320429"/>
                  </a:lnTo>
                  <a:lnTo>
                    <a:pt x="1980023" y="1320403"/>
                  </a:lnTo>
                  <a:lnTo>
                    <a:pt x="1979953" y="1320365"/>
                  </a:lnTo>
                  <a:lnTo>
                    <a:pt x="1979752" y="1320382"/>
                  </a:lnTo>
                  <a:lnTo>
                    <a:pt x="1979649" y="1320448"/>
                  </a:lnTo>
                  <a:lnTo>
                    <a:pt x="1979342" y="1320198"/>
                  </a:lnTo>
                  <a:lnTo>
                    <a:pt x="1979220" y="1319970"/>
                  </a:lnTo>
                  <a:lnTo>
                    <a:pt x="1979028" y="1320034"/>
                  </a:lnTo>
                  <a:lnTo>
                    <a:pt x="1978889" y="1320163"/>
                  </a:lnTo>
                  <a:lnTo>
                    <a:pt x="1978618" y="1320351"/>
                  </a:lnTo>
                  <a:lnTo>
                    <a:pt x="1978426" y="1320413"/>
                  </a:lnTo>
                  <a:lnTo>
                    <a:pt x="1977859" y="1320513"/>
                  </a:lnTo>
                  <a:lnTo>
                    <a:pt x="1976927" y="1321107"/>
                  </a:lnTo>
                  <a:lnTo>
                    <a:pt x="1976843" y="1321180"/>
                  </a:lnTo>
                  <a:lnTo>
                    <a:pt x="1976811" y="1321475"/>
                  </a:lnTo>
                  <a:lnTo>
                    <a:pt x="1976859" y="1321706"/>
                  </a:lnTo>
                  <a:lnTo>
                    <a:pt x="1977020" y="1321929"/>
                  </a:lnTo>
                  <a:lnTo>
                    <a:pt x="1977100" y="1321951"/>
                  </a:lnTo>
                  <a:lnTo>
                    <a:pt x="1977545" y="1321933"/>
                  </a:lnTo>
                  <a:lnTo>
                    <a:pt x="1977764" y="1321813"/>
                  </a:lnTo>
                  <a:lnTo>
                    <a:pt x="1977825" y="1321867"/>
                  </a:lnTo>
                  <a:lnTo>
                    <a:pt x="1977827" y="1321914"/>
                  </a:lnTo>
                  <a:lnTo>
                    <a:pt x="1977772" y="1322243"/>
                  </a:lnTo>
                  <a:lnTo>
                    <a:pt x="1977293" y="1322775"/>
                  </a:lnTo>
                  <a:lnTo>
                    <a:pt x="1977172" y="1322797"/>
                  </a:lnTo>
                  <a:lnTo>
                    <a:pt x="1976916" y="1322777"/>
                  </a:lnTo>
                  <a:lnTo>
                    <a:pt x="1976775" y="1322636"/>
                  </a:lnTo>
                  <a:lnTo>
                    <a:pt x="1976774" y="1322381"/>
                  </a:lnTo>
                  <a:lnTo>
                    <a:pt x="1976734" y="1322063"/>
                  </a:lnTo>
                  <a:lnTo>
                    <a:pt x="1976705" y="1321954"/>
                  </a:lnTo>
                  <a:lnTo>
                    <a:pt x="1976591" y="1321746"/>
                  </a:lnTo>
                  <a:lnTo>
                    <a:pt x="1975861" y="1321613"/>
                  </a:lnTo>
                  <a:lnTo>
                    <a:pt x="1975786" y="1321617"/>
                  </a:lnTo>
                  <a:lnTo>
                    <a:pt x="1975598" y="1321660"/>
                  </a:lnTo>
                  <a:lnTo>
                    <a:pt x="1975193" y="1321819"/>
                  </a:lnTo>
                  <a:lnTo>
                    <a:pt x="1975214" y="1321988"/>
                  </a:lnTo>
                  <a:lnTo>
                    <a:pt x="1975294" y="1322104"/>
                  </a:lnTo>
                  <a:lnTo>
                    <a:pt x="1975340" y="1322125"/>
                  </a:lnTo>
                  <a:lnTo>
                    <a:pt x="1975487" y="1322096"/>
                  </a:lnTo>
                  <a:lnTo>
                    <a:pt x="1975531" y="1322113"/>
                  </a:lnTo>
                  <a:lnTo>
                    <a:pt x="1975201" y="1322373"/>
                  </a:lnTo>
                  <a:lnTo>
                    <a:pt x="1975030" y="1322389"/>
                  </a:lnTo>
                  <a:lnTo>
                    <a:pt x="1975012" y="1322330"/>
                  </a:lnTo>
                  <a:lnTo>
                    <a:pt x="1975047" y="1322267"/>
                  </a:lnTo>
                  <a:lnTo>
                    <a:pt x="1975106" y="1322242"/>
                  </a:lnTo>
                  <a:lnTo>
                    <a:pt x="1975123" y="1322193"/>
                  </a:lnTo>
                  <a:lnTo>
                    <a:pt x="1975102" y="1322168"/>
                  </a:lnTo>
                  <a:lnTo>
                    <a:pt x="1974936" y="1322179"/>
                  </a:lnTo>
                  <a:lnTo>
                    <a:pt x="1974365" y="1322454"/>
                  </a:lnTo>
                  <a:lnTo>
                    <a:pt x="1974278" y="1322547"/>
                  </a:lnTo>
                  <a:lnTo>
                    <a:pt x="1974259" y="1322637"/>
                  </a:lnTo>
                  <a:lnTo>
                    <a:pt x="1974195" y="1322678"/>
                  </a:lnTo>
                  <a:lnTo>
                    <a:pt x="1974075" y="1322738"/>
                  </a:lnTo>
                  <a:lnTo>
                    <a:pt x="1973861" y="1322785"/>
                  </a:lnTo>
                  <a:lnTo>
                    <a:pt x="1973653" y="1322770"/>
                  </a:lnTo>
                  <a:lnTo>
                    <a:pt x="1973517" y="1322673"/>
                  </a:lnTo>
                  <a:lnTo>
                    <a:pt x="1973335" y="1322616"/>
                  </a:lnTo>
                  <a:lnTo>
                    <a:pt x="1972823" y="1322690"/>
                  </a:lnTo>
                  <a:lnTo>
                    <a:pt x="1972356" y="1322839"/>
                  </a:lnTo>
                  <a:lnTo>
                    <a:pt x="1971774" y="1323044"/>
                  </a:lnTo>
                  <a:lnTo>
                    <a:pt x="1971178" y="1322977"/>
                  </a:lnTo>
                  <a:lnTo>
                    <a:pt x="1970746" y="1323034"/>
                  </a:lnTo>
                  <a:lnTo>
                    <a:pt x="1970605" y="1323091"/>
                  </a:lnTo>
                  <a:lnTo>
                    <a:pt x="1970327" y="1323264"/>
                  </a:lnTo>
                  <a:lnTo>
                    <a:pt x="1969956" y="1323650"/>
                  </a:lnTo>
                  <a:lnTo>
                    <a:pt x="1970021" y="1323788"/>
                  </a:lnTo>
                  <a:lnTo>
                    <a:pt x="1970086" y="1323924"/>
                  </a:lnTo>
                  <a:lnTo>
                    <a:pt x="1970264" y="1323870"/>
                  </a:lnTo>
                  <a:lnTo>
                    <a:pt x="1970382" y="1323797"/>
                  </a:lnTo>
                  <a:lnTo>
                    <a:pt x="1970390" y="1323759"/>
                  </a:lnTo>
                  <a:lnTo>
                    <a:pt x="1970640" y="1323659"/>
                  </a:lnTo>
                  <a:lnTo>
                    <a:pt x="1970749" y="1323658"/>
                  </a:lnTo>
                  <a:lnTo>
                    <a:pt x="1970945" y="1323752"/>
                  </a:lnTo>
                  <a:lnTo>
                    <a:pt x="1970954" y="1323762"/>
                  </a:lnTo>
                  <a:lnTo>
                    <a:pt x="1970999" y="1323779"/>
                  </a:lnTo>
                  <a:lnTo>
                    <a:pt x="1971208" y="1324044"/>
                  </a:lnTo>
                  <a:lnTo>
                    <a:pt x="1971202" y="1324067"/>
                  </a:lnTo>
                  <a:lnTo>
                    <a:pt x="1971072" y="1324108"/>
                  </a:lnTo>
                  <a:lnTo>
                    <a:pt x="1971083" y="1324135"/>
                  </a:lnTo>
                  <a:lnTo>
                    <a:pt x="1971097" y="1324163"/>
                  </a:lnTo>
                  <a:lnTo>
                    <a:pt x="1971103" y="1324174"/>
                  </a:lnTo>
                  <a:lnTo>
                    <a:pt x="1971269" y="1324125"/>
                  </a:lnTo>
                  <a:lnTo>
                    <a:pt x="1971335" y="1324225"/>
                  </a:lnTo>
                  <a:lnTo>
                    <a:pt x="1971666" y="1324727"/>
                  </a:lnTo>
                  <a:lnTo>
                    <a:pt x="1971901" y="1324805"/>
                  </a:lnTo>
                  <a:lnTo>
                    <a:pt x="1971918" y="1324899"/>
                  </a:lnTo>
                  <a:lnTo>
                    <a:pt x="1971899" y="1324946"/>
                  </a:lnTo>
                  <a:lnTo>
                    <a:pt x="1971566" y="1325043"/>
                  </a:lnTo>
                  <a:lnTo>
                    <a:pt x="1971364" y="1325048"/>
                  </a:lnTo>
                  <a:lnTo>
                    <a:pt x="1971233" y="1325135"/>
                  </a:lnTo>
                  <a:lnTo>
                    <a:pt x="1971064" y="1325348"/>
                  </a:lnTo>
                  <a:lnTo>
                    <a:pt x="1971121" y="1325687"/>
                  </a:lnTo>
                  <a:lnTo>
                    <a:pt x="1971214" y="1325775"/>
                  </a:lnTo>
                  <a:lnTo>
                    <a:pt x="1971290" y="1325922"/>
                  </a:lnTo>
                  <a:lnTo>
                    <a:pt x="1971214" y="1326040"/>
                  </a:lnTo>
                  <a:lnTo>
                    <a:pt x="1971060" y="1326230"/>
                  </a:lnTo>
                  <a:lnTo>
                    <a:pt x="1970993" y="1326294"/>
                  </a:lnTo>
                  <a:lnTo>
                    <a:pt x="1970819" y="1326366"/>
                  </a:lnTo>
                  <a:lnTo>
                    <a:pt x="1970706" y="1326325"/>
                  </a:lnTo>
                  <a:lnTo>
                    <a:pt x="1970097" y="1326429"/>
                  </a:lnTo>
                  <a:lnTo>
                    <a:pt x="1969979" y="1326565"/>
                  </a:lnTo>
                  <a:lnTo>
                    <a:pt x="1969786" y="1327098"/>
                  </a:lnTo>
                  <a:lnTo>
                    <a:pt x="1969807" y="1327154"/>
                  </a:lnTo>
                  <a:lnTo>
                    <a:pt x="1969757" y="1327301"/>
                  </a:lnTo>
                  <a:lnTo>
                    <a:pt x="1969513" y="1327398"/>
                  </a:lnTo>
                  <a:lnTo>
                    <a:pt x="1969471" y="1327402"/>
                  </a:lnTo>
                  <a:lnTo>
                    <a:pt x="1969377" y="1327327"/>
                  </a:lnTo>
                  <a:lnTo>
                    <a:pt x="1968887" y="1327580"/>
                  </a:lnTo>
                  <a:lnTo>
                    <a:pt x="1968746" y="1327777"/>
                  </a:lnTo>
                  <a:lnTo>
                    <a:pt x="1968645" y="1328103"/>
                  </a:lnTo>
                  <a:lnTo>
                    <a:pt x="1968646" y="1328596"/>
                  </a:lnTo>
                  <a:lnTo>
                    <a:pt x="1968680" y="1328690"/>
                  </a:lnTo>
                  <a:lnTo>
                    <a:pt x="1968850" y="1328946"/>
                  </a:lnTo>
                  <a:lnTo>
                    <a:pt x="1968980" y="1329061"/>
                  </a:lnTo>
                  <a:lnTo>
                    <a:pt x="1969106" y="1329211"/>
                  </a:lnTo>
                  <a:lnTo>
                    <a:pt x="1969092" y="1329359"/>
                  </a:lnTo>
                  <a:lnTo>
                    <a:pt x="1969003" y="1329425"/>
                  </a:lnTo>
                  <a:lnTo>
                    <a:pt x="1968417" y="1329656"/>
                  </a:lnTo>
                  <a:lnTo>
                    <a:pt x="1968265" y="1329653"/>
                  </a:lnTo>
                  <a:lnTo>
                    <a:pt x="1967838" y="1329591"/>
                  </a:lnTo>
                  <a:lnTo>
                    <a:pt x="1967246" y="1329746"/>
                  </a:lnTo>
                  <a:lnTo>
                    <a:pt x="1967037" y="1329846"/>
                  </a:lnTo>
                  <a:lnTo>
                    <a:pt x="1966931" y="1329927"/>
                  </a:lnTo>
                  <a:lnTo>
                    <a:pt x="1966783" y="1330010"/>
                  </a:lnTo>
                  <a:lnTo>
                    <a:pt x="1966575" y="1330274"/>
                  </a:lnTo>
                  <a:lnTo>
                    <a:pt x="1966531" y="1330352"/>
                  </a:lnTo>
                  <a:lnTo>
                    <a:pt x="1966372" y="1330632"/>
                  </a:lnTo>
                  <a:lnTo>
                    <a:pt x="1965544" y="1331938"/>
                  </a:lnTo>
                  <a:lnTo>
                    <a:pt x="1965170" y="1332251"/>
                  </a:lnTo>
                  <a:lnTo>
                    <a:pt x="1964953" y="1332818"/>
                  </a:lnTo>
                  <a:lnTo>
                    <a:pt x="1964913" y="1333083"/>
                  </a:lnTo>
                  <a:lnTo>
                    <a:pt x="1964927" y="1333196"/>
                  </a:lnTo>
                  <a:lnTo>
                    <a:pt x="1964919" y="1333340"/>
                  </a:lnTo>
                  <a:lnTo>
                    <a:pt x="1964646" y="1333787"/>
                  </a:lnTo>
                  <a:lnTo>
                    <a:pt x="1964651" y="1334461"/>
                  </a:lnTo>
                  <a:lnTo>
                    <a:pt x="1964634" y="1334628"/>
                  </a:lnTo>
                  <a:lnTo>
                    <a:pt x="1964364" y="1334910"/>
                  </a:lnTo>
                  <a:lnTo>
                    <a:pt x="1963853" y="1335336"/>
                  </a:lnTo>
                  <a:lnTo>
                    <a:pt x="1963762" y="1335450"/>
                  </a:lnTo>
                  <a:lnTo>
                    <a:pt x="1964084" y="1335437"/>
                  </a:lnTo>
                  <a:lnTo>
                    <a:pt x="1964315" y="1335486"/>
                  </a:lnTo>
                  <a:lnTo>
                    <a:pt x="1964429" y="1335281"/>
                  </a:lnTo>
                  <a:lnTo>
                    <a:pt x="1964488" y="1335118"/>
                  </a:lnTo>
                  <a:lnTo>
                    <a:pt x="1964636" y="1334975"/>
                  </a:lnTo>
                  <a:lnTo>
                    <a:pt x="1964754" y="1334923"/>
                  </a:lnTo>
                  <a:lnTo>
                    <a:pt x="1964871" y="1334744"/>
                  </a:lnTo>
                  <a:lnTo>
                    <a:pt x="1964930" y="1334482"/>
                  </a:lnTo>
                  <a:lnTo>
                    <a:pt x="1964865" y="1334390"/>
                  </a:lnTo>
                  <a:lnTo>
                    <a:pt x="1964852" y="1334204"/>
                  </a:lnTo>
                  <a:lnTo>
                    <a:pt x="1964855" y="1334070"/>
                  </a:lnTo>
                  <a:lnTo>
                    <a:pt x="1964912" y="1333823"/>
                  </a:lnTo>
                  <a:lnTo>
                    <a:pt x="1965121" y="1333433"/>
                  </a:lnTo>
                  <a:lnTo>
                    <a:pt x="1965391" y="1333162"/>
                  </a:lnTo>
                  <a:lnTo>
                    <a:pt x="1965490" y="1333123"/>
                  </a:lnTo>
                  <a:lnTo>
                    <a:pt x="1965636" y="1332969"/>
                  </a:lnTo>
                  <a:lnTo>
                    <a:pt x="1965784" y="1332671"/>
                  </a:lnTo>
                  <a:lnTo>
                    <a:pt x="1966088" y="1332635"/>
                  </a:lnTo>
                  <a:lnTo>
                    <a:pt x="1966428" y="1332725"/>
                  </a:lnTo>
                  <a:lnTo>
                    <a:pt x="1966488" y="1332786"/>
                  </a:lnTo>
                  <a:lnTo>
                    <a:pt x="1966581" y="1332938"/>
                  </a:lnTo>
                  <a:lnTo>
                    <a:pt x="1966785" y="1333399"/>
                  </a:lnTo>
                  <a:lnTo>
                    <a:pt x="1966989" y="1333721"/>
                  </a:lnTo>
                  <a:lnTo>
                    <a:pt x="1967742" y="1333895"/>
                  </a:lnTo>
                  <a:lnTo>
                    <a:pt x="1968100" y="1333908"/>
                  </a:lnTo>
                  <a:lnTo>
                    <a:pt x="1968162" y="1333890"/>
                  </a:lnTo>
                  <a:lnTo>
                    <a:pt x="1968229" y="1333830"/>
                  </a:lnTo>
                  <a:lnTo>
                    <a:pt x="1968274" y="1333821"/>
                  </a:lnTo>
                  <a:lnTo>
                    <a:pt x="1968538" y="1333862"/>
                  </a:lnTo>
                  <a:lnTo>
                    <a:pt x="1968682" y="1333926"/>
                  </a:lnTo>
                  <a:lnTo>
                    <a:pt x="1969082" y="1334051"/>
                  </a:lnTo>
                  <a:lnTo>
                    <a:pt x="1969147" y="1334055"/>
                  </a:lnTo>
                  <a:lnTo>
                    <a:pt x="1969139" y="1334181"/>
                  </a:lnTo>
                  <a:lnTo>
                    <a:pt x="1969182" y="1334450"/>
                  </a:lnTo>
                  <a:lnTo>
                    <a:pt x="1969340" y="1334627"/>
                  </a:lnTo>
                  <a:lnTo>
                    <a:pt x="1969810" y="1334904"/>
                  </a:lnTo>
                  <a:lnTo>
                    <a:pt x="1969868" y="1334878"/>
                  </a:lnTo>
                  <a:lnTo>
                    <a:pt x="1969915" y="1334815"/>
                  </a:lnTo>
                  <a:lnTo>
                    <a:pt x="1971645" y="1335440"/>
                  </a:lnTo>
                  <a:lnTo>
                    <a:pt x="1971848" y="1335401"/>
                  </a:lnTo>
                  <a:lnTo>
                    <a:pt x="1971866" y="1335299"/>
                  </a:lnTo>
                  <a:lnTo>
                    <a:pt x="1972105" y="1335159"/>
                  </a:lnTo>
                  <a:lnTo>
                    <a:pt x="1972332" y="1335079"/>
                  </a:lnTo>
                  <a:lnTo>
                    <a:pt x="1972742" y="1334975"/>
                  </a:lnTo>
                  <a:lnTo>
                    <a:pt x="1972893" y="1334958"/>
                  </a:lnTo>
                  <a:lnTo>
                    <a:pt x="1973181" y="1335044"/>
                  </a:lnTo>
                  <a:lnTo>
                    <a:pt x="1973597" y="1335388"/>
                  </a:lnTo>
                  <a:lnTo>
                    <a:pt x="1973634" y="1335437"/>
                  </a:lnTo>
                  <a:lnTo>
                    <a:pt x="1973689" y="1335590"/>
                  </a:lnTo>
                  <a:lnTo>
                    <a:pt x="1973708" y="1335828"/>
                  </a:lnTo>
                  <a:lnTo>
                    <a:pt x="1973613" y="1336177"/>
                  </a:lnTo>
                  <a:lnTo>
                    <a:pt x="1973393" y="1337236"/>
                  </a:lnTo>
                  <a:lnTo>
                    <a:pt x="1973214" y="1338000"/>
                  </a:lnTo>
                  <a:lnTo>
                    <a:pt x="1972825" y="1338276"/>
                  </a:lnTo>
                  <a:lnTo>
                    <a:pt x="1972736" y="1338355"/>
                  </a:lnTo>
                  <a:lnTo>
                    <a:pt x="1972657" y="1338504"/>
                  </a:lnTo>
                  <a:lnTo>
                    <a:pt x="1972560" y="1338816"/>
                  </a:lnTo>
                  <a:lnTo>
                    <a:pt x="1972464" y="1339446"/>
                  </a:lnTo>
                  <a:lnTo>
                    <a:pt x="1972338" y="1340115"/>
                  </a:lnTo>
                  <a:lnTo>
                    <a:pt x="1972191" y="1340545"/>
                  </a:lnTo>
                  <a:lnTo>
                    <a:pt x="1972077" y="1340677"/>
                  </a:lnTo>
                  <a:lnTo>
                    <a:pt x="1971965" y="1340644"/>
                  </a:lnTo>
                  <a:lnTo>
                    <a:pt x="1971624" y="1340612"/>
                  </a:lnTo>
                  <a:lnTo>
                    <a:pt x="1971121" y="1340591"/>
                  </a:lnTo>
                  <a:lnTo>
                    <a:pt x="1970822" y="1340640"/>
                  </a:lnTo>
                  <a:lnTo>
                    <a:pt x="1970410" y="1340766"/>
                  </a:lnTo>
                  <a:lnTo>
                    <a:pt x="1970056" y="1340994"/>
                  </a:lnTo>
                  <a:lnTo>
                    <a:pt x="1969953" y="1341085"/>
                  </a:lnTo>
                  <a:lnTo>
                    <a:pt x="1969631" y="1341533"/>
                  </a:lnTo>
                  <a:lnTo>
                    <a:pt x="1969430" y="1342187"/>
                  </a:lnTo>
                  <a:lnTo>
                    <a:pt x="1969261" y="1342948"/>
                  </a:lnTo>
                  <a:lnTo>
                    <a:pt x="1969207" y="1343335"/>
                  </a:lnTo>
                  <a:lnTo>
                    <a:pt x="1969528" y="1343729"/>
                  </a:lnTo>
                  <a:lnTo>
                    <a:pt x="1969548" y="1343841"/>
                  </a:lnTo>
                  <a:lnTo>
                    <a:pt x="1969521" y="1343914"/>
                  </a:lnTo>
                  <a:lnTo>
                    <a:pt x="1969002" y="1344751"/>
                  </a:lnTo>
                  <a:lnTo>
                    <a:pt x="1969248" y="1345215"/>
                  </a:lnTo>
                  <a:lnTo>
                    <a:pt x="1969251" y="1345324"/>
                  </a:lnTo>
                  <a:lnTo>
                    <a:pt x="1969299" y="1345894"/>
                  </a:lnTo>
                  <a:lnTo>
                    <a:pt x="1969355" y="1345955"/>
                  </a:lnTo>
                  <a:lnTo>
                    <a:pt x="1969447" y="1346523"/>
                  </a:lnTo>
                  <a:lnTo>
                    <a:pt x="1969441" y="1346796"/>
                  </a:lnTo>
                  <a:lnTo>
                    <a:pt x="1969377" y="1346964"/>
                  </a:lnTo>
                  <a:lnTo>
                    <a:pt x="1969362" y="1347079"/>
                  </a:lnTo>
                  <a:lnTo>
                    <a:pt x="1969436" y="1347224"/>
                  </a:lnTo>
                  <a:lnTo>
                    <a:pt x="1969591" y="1347406"/>
                  </a:lnTo>
                  <a:lnTo>
                    <a:pt x="1969829" y="1347636"/>
                  </a:lnTo>
                  <a:lnTo>
                    <a:pt x="1969985" y="1347724"/>
                  </a:lnTo>
                  <a:lnTo>
                    <a:pt x="1970145" y="1347734"/>
                  </a:lnTo>
                  <a:lnTo>
                    <a:pt x="1970156" y="1348166"/>
                  </a:lnTo>
                  <a:lnTo>
                    <a:pt x="1969969" y="1348417"/>
                  </a:lnTo>
                  <a:lnTo>
                    <a:pt x="1969893" y="1348482"/>
                  </a:lnTo>
                  <a:lnTo>
                    <a:pt x="1969643" y="1348491"/>
                  </a:lnTo>
                  <a:lnTo>
                    <a:pt x="1969429" y="1348861"/>
                  </a:lnTo>
                  <a:lnTo>
                    <a:pt x="1969155" y="1349082"/>
                  </a:lnTo>
                  <a:lnTo>
                    <a:pt x="1969004" y="1349159"/>
                  </a:lnTo>
                  <a:lnTo>
                    <a:pt x="1968940" y="1349358"/>
                  </a:lnTo>
                  <a:lnTo>
                    <a:pt x="1968945" y="1349563"/>
                  </a:lnTo>
                  <a:lnTo>
                    <a:pt x="1968880" y="1349774"/>
                  </a:lnTo>
                  <a:lnTo>
                    <a:pt x="1968706" y="1350220"/>
                  </a:lnTo>
                  <a:lnTo>
                    <a:pt x="1968902" y="1350554"/>
                  </a:lnTo>
                  <a:lnTo>
                    <a:pt x="1968917" y="1350610"/>
                  </a:lnTo>
                  <a:lnTo>
                    <a:pt x="1968607" y="1351220"/>
                  </a:lnTo>
                  <a:lnTo>
                    <a:pt x="1968426" y="1351301"/>
                  </a:lnTo>
                  <a:lnTo>
                    <a:pt x="1968091" y="1351376"/>
                  </a:lnTo>
                  <a:lnTo>
                    <a:pt x="1967858" y="1351386"/>
                  </a:lnTo>
                  <a:lnTo>
                    <a:pt x="1967700" y="1351393"/>
                  </a:lnTo>
                  <a:lnTo>
                    <a:pt x="1966858" y="1351040"/>
                  </a:lnTo>
                  <a:lnTo>
                    <a:pt x="1966575" y="1351054"/>
                  </a:lnTo>
                  <a:lnTo>
                    <a:pt x="1965230" y="1351271"/>
                  </a:lnTo>
                  <a:lnTo>
                    <a:pt x="1965213" y="1351282"/>
                  </a:lnTo>
                  <a:lnTo>
                    <a:pt x="1965304" y="1351420"/>
                  </a:lnTo>
                  <a:lnTo>
                    <a:pt x="1965140" y="1351529"/>
                  </a:lnTo>
                  <a:lnTo>
                    <a:pt x="1965076" y="1351562"/>
                  </a:lnTo>
                  <a:lnTo>
                    <a:pt x="1964440" y="1351689"/>
                  </a:lnTo>
                  <a:lnTo>
                    <a:pt x="1964097" y="1351645"/>
                  </a:lnTo>
                  <a:lnTo>
                    <a:pt x="1963958" y="1351491"/>
                  </a:lnTo>
                  <a:lnTo>
                    <a:pt x="1963887" y="1351598"/>
                  </a:lnTo>
                  <a:lnTo>
                    <a:pt x="1963744" y="1351651"/>
                  </a:lnTo>
                  <a:lnTo>
                    <a:pt x="1963642" y="1351718"/>
                  </a:lnTo>
                  <a:lnTo>
                    <a:pt x="1963646" y="1351793"/>
                  </a:lnTo>
                  <a:lnTo>
                    <a:pt x="1963780" y="1352007"/>
                  </a:lnTo>
                  <a:lnTo>
                    <a:pt x="1963659" y="1352183"/>
                  </a:lnTo>
                  <a:lnTo>
                    <a:pt x="1963594" y="1352223"/>
                  </a:lnTo>
                  <a:lnTo>
                    <a:pt x="1963398" y="1352209"/>
                  </a:lnTo>
                  <a:lnTo>
                    <a:pt x="1963334" y="1352000"/>
                  </a:lnTo>
                  <a:lnTo>
                    <a:pt x="1963237" y="1352036"/>
                  </a:lnTo>
                  <a:lnTo>
                    <a:pt x="1963019" y="1352039"/>
                  </a:lnTo>
                  <a:lnTo>
                    <a:pt x="1962969" y="1352316"/>
                  </a:lnTo>
                  <a:lnTo>
                    <a:pt x="1962946" y="1352368"/>
                  </a:lnTo>
                  <a:lnTo>
                    <a:pt x="1962835" y="1352463"/>
                  </a:lnTo>
                  <a:lnTo>
                    <a:pt x="1962868" y="1353229"/>
                  </a:lnTo>
                  <a:lnTo>
                    <a:pt x="1962840" y="1353350"/>
                  </a:lnTo>
                  <a:lnTo>
                    <a:pt x="1962866" y="1353434"/>
                  </a:lnTo>
                  <a:lnTo>
                    <a:pt x="1962931" y="1353429"/>
                  </a:lnTo>
                  <a:lnTo>
                    <a:pt x="1963005" y="1353376"/>
                  </a:lnTo>
                  <a:lnTo>
                    <a:pt x="1963105" y="1353245"/>
                  </a:lnTo>
                  <a:lnTo>
                    <a:pt x="1963216" y="1353250"/>
                  </a:lnTo>
                  <a:lnTo>
                    <a:pt x="1963270" y="1353417"/>
                  </a:lnTo>
                  <a:lnTo>
                    <a:pt x="1963300" y="1353590"/>
                  </a:lnTo>
                  <a:lnTo>
                    <a:pt x="1963239" y="1353727"/>
                  </a:lnTo>
                  <a:lnTo>
                    <a:pt x="1963182" y="1353728"/>
                  </a:lnTo>
                  <a:lnTo>
                    <a:pt x="1963152" y="1353707"/>
                  </a:lnTo>
                  <a:lnTo>
                    <a:pt x="1963104" y="1353761"/>
                  </a:lnTo>
                  <a:lnTo>
                    <a:pt x="1963086" y="1353819"/>
                  </a:lnTo>
                  <a:lnTo>
                    <a:pt x="1963526" y="1354275"/>
                  </a:lnTo>
                  <a:lnTo>
                    <a:pt x="1963839" y="1354131"/>
                  </a:lnTo>
                  <a:lnTo>
                    <a:pt x="1964082" y="1354308"/>
                  </a:lnTo>
                  <a:lnTo>
                    <a:pt x="1964323" y="1354537"/>
                  </a:lnTo>
                  <a:lnTo>
                    <a:pt x="1964756" y="1354283"/>
                  </a:lnTo>
                  <a:lnTo>
                    <a:pt x="1965639" y="1354442"/>
                  </a:lnTo>
                  <a:lnTo>
                    <a:pt x="1965687" y="1354463"/>
                  </a:lnTo>
                  <a:lnTo>
                    <a:pt x="1965698" y="1354282"/>
                  </a:lnTo>
                  <a:lnTo>
                    <a:pt x="1965788" y="1354134"/>
                  </a:lnTo>
                  <a:lnTo>
                    <a:pt x="1965920" y="1354085"/>
                  </a:lnTo>
                  <a:lnTo>
                    <a:pt x="1966027" y="1354133"/>
                  </a:lnTo>
                  <a:lnTo>
                    <a:pt x="1966017" y="1354364"/>
                  </a:lnTo>
                  <a:lnTo>
                    <a:pt x="1966055" y="1354768"/>
                  </a:lnTo>
                  <a:lnTo>
                    <a:pt x="1966123" y="1355154"/>
                  </a:lnTo>
                  <a:lnTo>
                    <a:pt x="1965997" y="1355397"/>
                  </a:lnTo>
                  <a:lnTo>
                    <a:pt x="1965723" y="1355795"/>
                  </a:lnTo>
                  <a:lnTo>
                    <a:pt x="1965846" y="1356365"/>
                  </a:lnTo>
                  <a:lnTo>
                    <a:pt x="1965958" y="1356224"/>
                  </a:lnTo>
                  <a:lnTo>
                    <a:pt x="1966045" y="1356229"/>
                  </a:lnTo>
                  <a:lnTo>
                    <a:pt x="1966201" y="1356359"/>
                  </a:lnTo>
                  <a:lnTo>
                    <a:pt x="1966342" y="1356508"/>
                  </a:lnTo>
                  <a:lnTo>
                    <a:pt x="1966893" y="1356503"/>
                  </a:lnTo>
                  <a:lnTo>
                    <a:pt x="1967042" y="1356467"/>
                  </a:lnTo>
                  <a:lnTo>
                    <a:pt x="1967440" y="1356646"/>
                  </a:lnTo>
                  <a:lnTo>
                    <a:pt x="1967607" y="1356624"/>
                  </a:lnTo>
                  <a:lnTo>
                    <a:pt x="1967675" y="1356609"/>
                  </a:lnTo>
                  <a:lnTo>
                    <a:pt x="1967982" y="1356330"/>
                  </a:lnTo>
                  <a:lnTo>
                    <a:pt x="1967995" y="1356220"/>
                  </a:lnTo>
                  <a:lnTo>
                    <a:pt x="1968078" y="1356091"/>
                  </a:lnTo>
                  <a:lnTo>
                    <a:pt x="1968173" y="1356004"/>
                  </a:lnTo>
                  <a:lnTo>
                    <a:pt x="1968205" y="1356000"/>
                  </a:lnTo>
                  <a:lnTo>
                    <a:pt x="1968367" y="1356102"/>
                  </a:lnTo>
                  <a:lnTo>
                    <a:pt x="1968414" y="1356162"/>
                  </a:lnTo>
                  <a:lnTo>
                    <a:pt x="1968256" y="1356193"/>
                  </a:lnTo>
                  <a:lnTo>
                    <a:pt x="1968230" y="1356236"/>
                  </a:lnTo>
                  <a:lnTo>
                    <a:pt x="1968206" y="1356335"/>
                  </a:lnTo>
                  <a:lnTo>
                    <a:pt x="1968302" y="1357031"/>
                  </a:lnTo>
                  <a:lnTo>
                    <a:pt x="1968562" y="1357272"/>
                  </a:lnTo>
                  <a:lnTo>
                    <a:pt x="1968669" y="1357227"/>
                  </a:lnTo>
                  <a:lnTo>
                    <a:pt x="1968717" y="1357174"/>
                  </a:lnTo>
                  <a:lnTo>
                    <a:pt x="1968738" y="1357073"/>
                  </a:lnTo>
                  <a:lnTo>
                    <a:pt x="1968713" y="1357027"/>
                  </a:lnTo>
                  <a:lnTo>
                    <a:pt x="1968739" y="1356999"/>
                  </a:lnTo>
                  <a:lnTo>
                    <a:pt x="1968803" y="1357024"/>
                  </a:lnTo>
                  <a:lnTo>
                    <a:pt x="1969030" y="1357199"/>
                  </a:lnTo>
                  <a:lnTo>
                    <a:pt x="1969174" y="1357588"/>
                  </a:lnTo>
                  <a:lnTo>
                    <a:pt x="1969099" y="1357782"/>
                  </a:lnTo>
                  <a:lnTo>
                    <a:pt x="1969011" y="1357935"/>
                  </a:lnTo>
                  <a:lnTo>
                    <a:pt x="1969171" y="1358276"/>
                  </a:lnTo>
                  <a:lnTo>
                    <a:pt x="1969284" y="1358378"/>
                  </a:lnTo>
                  <a:lnTo>
                    <a:pt x="1969349" y="1358634"/>
                  </a:lnTo>
                  <a:lnTo>
                    <a:pt x="1969148" y="1358921"/>
                  </a:lnTo>
                  <a:lnTo>
                    <a:pt x="1969102" y="1358934"/>
                  </a:lnTo>
                  <a:lnTo>
                    <a:pt x="1968946" y="1358820"/>
                  </a:lnTo>
                  <a:lnTo>
                    <a:pt x="1968564" y="1359230"/>
                  </a:lnTo>
                  <a:lnTo>
                    <a:pt x="1968563" y="1359281"/>
                  </a:lnTo>
                  <a:lnTo>
                    <a:pt x="1968626" y="1359521"/>
                  </a:lnTo>
                  <a:lnTo>
                    <a:pt x="1968790" y="1359979"/>
                  </a:lnTo>
                  <a:lnTo>
                    <a:pt x="1968887" y="1359919"/>
                  </a:lnTo>
                  <a:lnTo>
                    <a:pt x="1968944" y="1359925"/>
                  </a:lnTo>
                  <a:lnTo>
                    <a:pt x="1969067" y="1359978"/>
                  </a:lnTo>
                  <a:lnTo>
                    <a:pt x="1968914" y="1360334"/>
                  </a:lnTo>
                  <a:lnTo>
                    <a:pt x="1968789" y="1360441"/>
                  </a:lnTo>
                  <a:lnTo>
                    <a:pt x="1968725" y="1360470"/>
                  </a:lnTo>
                  <a:lnTo>
                    <a:pt x="1968931" y="1360785"/>
                  </a:lnTo>
                  <a:lnTo>
                    <a:pt x="1969323" y="1360873"/>
                  </a:lnTo>
                  <a:lnTo>
                    <a:pt x="1969371" y="1360872"/>
                  </a:lnTo>
                  <a:lnTo>
                    <a:pt x="1969458" y="1360816"/>
                  </a:lnTo>
                  <a:lnTo>
                    <a:pt x="1969518" y="1360854"/>
                  </a:lnTo>
                  <a:lnTo>
                    <a:pt x="1969538" y="1360893"/>
                  </a:lnTo>
                  <a:lnTo>
                    <a:pt x="1969536" y="1360934"/>
                  </a:lnTo>
                  <a:lnTo>
                    <a:pt x="1969501" y="1360984"/>
                  </a:lnTo>
                  <a:lnTo>
                    <a:pt x="1969408" y="1361037"/>
                  </a:lnTo>
                  <a:lnTo>
                    <a:pt x="1969176" y="1361124"/>
                  </a:lnTo>
                  <a:lnTo>
                    <a:pt x="1969067" y="1361110"/>
                  </a:lnTo>
                  <a:lnTo>
                    <a:pt x="1968951" y="1361118"/>
                  </a:lnTo>
                  <a:lnTo>
                    <a:pt x="1968865" y="1361222"/>
                  </a:lnTo>
                  <a:lnTo>
                    <a:pt x="1968854" y="1361267"/>
                  </a:lnTo>
                  <a:lnTo>
                    <a:pt x="1968974" y="1362032"/>
                  </a:lnTo>
                  <a:lnTo>
                    <a:pt x="1969289" y="1362253"/>
                  </a:lnTo>
                  <a:lnTo>
                    <a:pt x="1969782" y="1362181"/>
                  </a:lnTo>
                  <a:lnTo>
                    <a:pt x="1970024" y="1362083"/>
                  </a:lnTo>
                  <a:lnTo>
                    <a:pt x="1970206" y="1362312"/>
                  </a:lnTo>
                  <a:lnTo>
                    <a:pt x="1970424" y="1361957"/>
                  </a:lnTo>
                  <a:lnTo>
                    <a:pt x="1970423" y="1361851"/>
                  </a:lnTo>
                  <a:lnTo>
                    <a:pt x="1970390" y="1361833"/>
                  </a:lnTo>
                  <a:lnTo>
                    <a:pt x="1970411" y="1361713"/>
                  </a:lnTo>
                  <a:lnTo>
                    <a:pt x="1970452" y="1361755"/>
                  </a:lnTo>
                  <a:lnTo>
                    <a:pt x="1970506" y="1361929"/>
                  </a:lnTo>
                  <a:lnTo>
                    <a:pt x="1970453" y="1362298"/>
                  </a:lnTo>
                  <a:lnTo>
                    <a:pt x="1970335" y="1362834"/>
                  </a:lnTo>
                  <a:lnTo>
                    <a:pt x="1970281" y="1362974"/>
                  </a:lnTo>
                  <a:lnTo>
                    <a:pt x="1969945" y="1363152"/>
                  </a:lnTo>
                  <a:lnTo>
                    <a:pt x="1969623" y="1363166"/>
                  </a:lnTo>
                  <a:lnTo>
                    <a:pt x="1969247" y="1363385"/>
                  </a:lnTo>
                  <a:lnTo>
                    <a:pt x="1969193" y="1363450"/>
                  </a:lnTo>
                  <a:lnTo>
                    <a:pt x="1969154" y="1363547"/>
                  </a:lnTo>
                  <a:lnTo>
                    <a:pt x="1969106" y="1363776"/>
                  </a:lnTo>
                  <a:lnTo>
                    <a:pt x="1969234" y="1363883"/>
                  </a:lnTo>
                  <a:lnTo>
                    <a:pt x="1969294" y="1363766"/>
                  </a:lnTo>
                  <a:lnTo>
                    <a:pt x="1969425" y="1363622"/>
                  </a:lnTo>
                  <a:lnTo>
                    <a:pt x="1969548" y="1363620"/>
                  </a:lnTo>
                  <a:lnTo>
                    <a:pt x="1969887" y="1363905"/>
                  </a:lnTo>
                  <a:lnTo>
                    <a:pt x="1970173" y="1363833"/>
                  </a:lnTo>
                  <a:lnTo>
                    <a:pt x="1970485" y="1363773"/>
                  </a:lnTo>
                  <a:lnTo>
                    <a:pt x="1970705" y="1363753"/>
                  </a:lnTo>
                  <a:lnTo>
                    <a:pt x="1971005" y="1364146"/>
                  </a:lnTo>
                  <a:lnTo>
                    <a:pt x="1971101" y="1364456"/>
                  </a:lnTo>
                  <a:lnTo>
                    <a:pt x="1971140" y="1364668"/>
                  </a:lnTo>
                  <a:lnTo>
                    <a:pt x="1971100" y="1364773"/>
                  </a:lnTo>
                  <a:lnTo>
                    <a:pt x="1971065" y="1364819"/>
                  </a:lnTo>
                  <a:lnTo>
                    <a:pt x="1970978" y="1365000"/>
                  </a:lnTo>
                  <a:lnTo>
                    <a:pt x="1970909" y="1365342"/>
                  </a:lnTo>
                  <a:lnTo>
                    <a:pt x="1970913" y="1365388"/>
                  </a:lnTo>
                  <a:lnTo>
                    <a:pt x="1971074" y="1365730"/>
                  </a:lnTo>
                  <a:lnTo>
                    <a:pt x="1971060" y="1365826"/>
                  </a:lnTo>
                  <a:lnTo>
                    <a:pt x="1971047" y="1365969"/>
                  </a:lnTo>
                  <a:lnTo>
                    <a:pt x="1971018" y="1366144"/>
                  </a:lnTo>
                  <a:lnTo>
                    <a:pt x="1970988" y="1366201"/>
                  </a:lnTo>
                  <a:lnTo>
                    <a:pt x="1970950" y="1366371"/>
                  </a:lnTo>
                  <a:lnTo>
                    <a:pt x="1970947" y="1366379"/>
                  </a:lnTo>
                  <a:lnTo>
                    <a:pt x="1970960" y="1366380"/>
                  </a:lnTo>
                  <a:lnTo>
                    <a:pt x="1970986" y="1366378"/>
                  </a:lnTo>
                  <a:lnTo>
                    <a:pt x="1971001" y="1366370"/>
                  </a:lnTo>
                  <a:lnTo>
                    <a:pt x="1971011" y="1366354"/>
                  </a:lnTo>
                  <a:lnTo>
                    <a:pt x="1971020" y="1366332"/>
                  </a:lnTo>
                  <a:lnTo>
                    <a:pt x="1971037" y="1366289"/>
                  </a:lnTo>
                  <a:lnTo>
                    <a:pt x="1971048" y="1366260"/>
                  </a:lnTo>
                  <a:lnTo>
                    <a:pt x="1971105" y="1366237"/>
                  </a:lnTo>
                  <a:lnTo>
                    <a:pt x="1971152" y="1366219"/>
                  </a:lnTo>
                  <a:lnTo>
                    <a:pt x="1971178" y="1366214"/>
                  </a:lnTo>
                  <a:lnTo>
                    <a:pt x="1971238" y="1366218"/>
                  </a:lnTo>
                  <a:lnTo>
                    <a:pt x="1971253" y="1366226"/>
                  </a:lnTo>
                  <a:lnTo>
                    <a:pt x="1971270" y="1366245"/>
                  </a:lnTo>
                  <a:lnTo>
                    <a:pt x="1971292" y="1366279"/>
                  </a:lnTo>
                  <a:lnTo>
                    <a:pt x="1971295" y="1366293"/>
                  </a:lnTo>
                  <a:lnTo>
                    <a:pt x="1971296" y="1366297"/>
                  </a:lnTo>
                  <a:lnTo>
                    <a:pt x="1971292" y="1366308"/>
                  </a:lnTo>
                  <a:lnTo>
                    <a:pt x="1971280" y="1366316"/>
                  </a:lnTo>
                  <a:lnTo>
                    <a:pt x="1971265" y="1366320"/>
                  </a:lnTo>
                  <a:lnTo>
                    <a:pt x="1971258" y="1366318"/>
                  </a:lnTo>
                  <a:lnTo>
                    <a:pt x="1971253" y="1366318"/>
                  </a:lnTo>
                  <a:lnTo>
                    <a:pt x="1971248" y="1366315"/>
                  </a:lnTo>
                  <a:lnTo>
                    <a:pt x="1971242" y="1366311"/>
                  </a:lnTo>
                  <a:lnTo>
                    <a:pt x="1971237" y="1366307"/>
                  </a:lnTo>
                  <a:lnTo>
                    <a:pt x="1971233" y="1366303"/>
                  </a:lnTo>
                  <a:lnTo>
                    <a:pt x="1971225" y="1366302"/>
                  </a:lnTo>
                  <a:lnTo>
                    <a:pt x="1971219" y="1366302"/>
                  </a:lnTo>
                  <a:lnTo>
                    <a:pt x="1971181" y="1366316"/>
                  </a:lnTo>
                  <a:lnTo>
                    <a:pt x="1971153" y="1366333"/>
                  </a:lnTo>
                  <a:lnTo>
                    <a:pt x="1971141" y="1366351"/>
                  </a:lnTo>
                  <a:lnTo>
                    <a:pt x="1971127" y="1366395"/>
                  </a:lnTo>
                  <a:lnTo>
                    <a:pt x="1971126" y="1366447"/>
                  </a:lnTo>
                  <a:lnTo>
                    <a:pt x="1971131" y="1366476"/>
                  </a:lnTo>
                  <a:lnTo>
                    <a:pt x="1971138" y="1366495"/>
                  </a:lnTo>
                  <a:lnTo>
                    <a:pt x="1971146" y="1366498"/>
                  </a:lnTo>
                  <a:lnTo>
                    <a:pt x="1971152" y="1366500"/>
                  </a:lnTo>
                  <a:lnTo>
                    <a:pt x="1971160" y="1366500"/>
                  </a:lnTo>
                  <a:lnTo>
                    <a:pt x="1971168" y="1366500"/>
                  </a:lnTo>
                  <a:lnTo>
                    <a:pt x="1971174" y="1366498"/>
                  </a:lnTo>
                  <a:lnTo>
                    <a:pt x="1971179" y="1366492"/>
                  </a:lnTo>
                  <a:lnTo>
                    <a:pt x="1971185" y="1366489"/>
                  </a:lnTo>
                  <a:lnTo>
                    <a:pt x="1971189" y="1366485"/>
                  </a:lnTo>
                  <a:lnTo>
                    <a:pt x="1971196" y="1366477"/>
                  </a:lnTo>
                  <a:lnTo>
                    <a:pt x="1971200" y="1366471"/>
                  </a:lnTo>
                  <a:lnTo>
                    <a:pt x="1971202" y="1366460"/>
                  </a:lnTo>
                  <a:lnTo>
                    <a:pt x="1971206" y="1366454"/>
                  </a:lnTo>
                  <a:lnTo>
                    <a:pt x="1971220" y="1366443"/>
                  </a:lnTo>
                  <a:lnTo>
                    <a:pt x="1971227" y="1366439"/>
                  </a:lnTo>
                  <a:lnTo>
                    <a:pt x="1971235" y="1366440"/>
                  </a:lnTo>
                  <a:lnTo>
                    <a:pt x="1971242" y="1366441"/>
                  </a:lnTo>
                  <a:lnTo>
                    <a:pt x="1971250" y="1366444"/>
                  </a:lnTo>
                  <a:lnTo>
                    <a:pt x="1971263" y="1366446"/>
                  </a:lnTo>
                  <a:lnTo>
                    <a:pt x="1971281" y="1366454"/>
                  </a:lnTo>
                  <a:lnTo>
                    <a:pt x="1971292" y="1366465"/>
                  </a:lnTo>
                  <a:lnTo>
                    <a:pt x="1971310" y="1366476"/>
                  </a:lnTo>
                  <a:lnTo>
                    <a:pt x="1971339" y="1366491"/>
                  </a:lnTo>
                  <a:lnTo>
                    <a:pt x="1971353" y="1366500"/>
                  </a:lnTo>
                  <a:lnTo>
                    <a:pt x="1971356" y="1366505"/>
                  </a:lnTo>
                  <a:lnTo>
                    <a:pt x="1971362" y="1366515"/>
                  </a:lnTo>
                  <a:lnTo>
                    <a:pt x="1971363" y="1366525"/>
                  </a:lnTo>
                  <a:lnTo>
                    <a:pt x="1971360" y="1366533"/>
                  </a:lnTo>
                  <a:lnTo>
                    <a:pt x="1971355" y="1366538"/>
                  </a:lnTo>
                  <a:lnTo>
                    <a:pt x="1971339" y="1366549"/>
                  </a:lnTo>
                  <a:lnTo>
                    <a:pt x="1971326" y="1366555"/>
                  </a:lnTo>
                  <a:lnTo>
                    <a:pt x="1971296" y="1366566"/>
                  </a:lnTo>
                  <a:lnTo>
                    <a:pt x="1971287" y="1366567"/>
                  </a:lnTo>
                  <a:lnTo>
                    <a:pt x="1971270" y="1366566"/>
                  </a:lnTo>
                  <a:lnTo>
                    <a:pt x="1971261" y="1366566"/>
                  </a:lnTo>
                  <a:lnTo>
                    <a:pt x="1971256" y="1366567"/>
                  </a:lnTo>
                  <a:lnTo>
                    <a:pt x="1971249" y="1366572"/>
                  </a:lnTo>
                  <a:lnTo>
                    <a:pt x="1971243" y="1366580"/>
                  </a:lnTo>
                  <a:lnTo>
                    <a:pt x="1971238" y="1366589"/>
                  </a:lnTo>
                  <a:lnTo>
                    <a:pt x="1971233" y="1366594"/>
                  </a:lnTo>
                  <a:lnTo>
                    <a:pt x="1971203" y="1366637"/>
                  </a:lnTo>
                  <a:lnTo>
                    <a:pt x="1971189" y="1366662"/>
                  </a:lnTo>
                  <a:lnTo>
                    <a:pt x="1971185" y="1366683"/>
                  </a:lnTo>
                  <a:lnTo>
                    <a:pt x="1971190" y="1366707"/>
                  </a:lnTo>
                  <a:lnTo>
                    <a:pt x="1971207" y="1366745"/>
                  </a:lnTo>
                  <a:lnTo>
                    <a:pt x="1971216" y="1366769"/>
                  </a:lnTo>
                  <a:lnTo>
                    <a:pt x="1971219" y="1366777"/>
                  </a:lnTo>
                  <a:lnTo>
                    <a:pt x="1971218" y="1366790"/>
                  </a:lnTo>
                  <a:lnTo>
                    <a:pt x="1971217" y="1366800"/>
                  </a:lnTo>
                  <a:lnTo>
                    <a:pt x="1971214" y="1366809"/>
                  </a:lnTo>
                  <a:lnTo>
                    <a:pt x="1971207" y="1366816"/>
                  </a:lnTo>
                  <a:lnTo>
                    <a:pt x="1971201" y="1366818"/>
                  </a:lnTo>
                  <a:lnTo>
                    <a:pt x="1971185" y="1366815"/>
                  </a:lnTo>
                  <a:lnTo>
                    <a:pt x="1971175" y="1366810"/>
                  </a:lnTo>
                  <a:lnTo>
                    <a:pt x="1971171" y="1366801"/>
                  </a:lnTo>
                  <a:lnTo>
                    <a:pt x="1971164" y="1366789"/>
                  </a:lnTo>
                  <a:lnTo>
                    <a:pt x="1971152" y="1366746"/>
                  </a:lnTo>
                  <a:lnTo>
                    <a:pt x="1971127" y="1366711"/>
                  </a:lnTo>
                  <a:lnTo>
                    <a:pt x="1971117" y="1366697"/>
                  </a:lnTo>
                  <a:lnTo>
                    <a:pt x="1971093" y="1366669"/>
                  </a:lnTo>
                  <a:lnTo>
                    <a:pt x="1971075" y="1366658"/>
                  </a:lnTo>
                  <a:lnTo>
                    <a:pt x="1971061" y="1366653"/>
                  </a:lnTo>
                  <a:lnTo>
                    <a:pt x="1971050" y="1366637"/>
                  </a:lnTo>
                  <a:lnTo>
                    <a:pt x="1971048" y="1366615"/>
                  </a:lnTo>
                  <a:lnTo>
                    <a:pt x="1970864" y="1366581"/>
                  </a:lnTo>
                  <a:lnTo>
                    <a:pt x="1970840" y="1366584"/>
                  </a:lnTo>
                  <a:lnTo>
                    <a:pt x="1970821" y="1366658"/>
                  </a:lnTo>
                  <a:lnTo>
                    <a:pt x="1970503" y="1366932"/>
                  </a:lnTo>
                  <a:lnTo>
                    <a:pt x="1970119" y="1366985"/>
                  </a:lnTo>
                  <a:lnTo>
                    <a:pt x="1969747" y="1367098"/>
                  </a:lnTo>
                  <a:lnTo>
                    <a:pt x="1969598" y="1367319"/>
                  </a:lnTo>
                  <a:lnTo>
                    <a:pt x="1969934" y="1367496"/>
                  </a:lnTo>
                  <a:lnTo>
                    <a:pt x="1970508" y="1367389"/>
                  </a:lnTo>
                  <a:lnTo>
                    <a:pt x="1971000" y="1367105"/>
                  </a:lnTo>
                  <a:lnTo>
                    <a:pt x="1971093" y="1366982"/>
                  </a:lnTo>
                  <a:lnTo>
                    <a:pt x="1971174" y="1367013"/>
                  </a:lnTo>
                  <a:lnTo>
                    <a:pt x="1971179" y="1367031"/>
                  </a:lnTo>
                  <a:lnTo>
                    <a:pt x="1971074" y="1367458"/>
                  </a:lnTo>
                  <a:lnTo>
                    <a:pt x="1970905" y="1367651"/>
                  </a:lnTo>
                  <a:lnTo>
                    <a:pt x="1970730" y="1367798"/>
                  </a:lnTo>
                  <a:lnTo>
                    <a:pt x="1970145" y="1368101"/>
                  </a:lnTo>
                  <a:lnTo>
                    <a:pt x="1970069" y="1368115"/>
                  </a:lnTo>
                  <a:lnTo>
                    <a:pt x="1969531" y="1368084"/>
                  </a:lnTo>
                  <a:lnTo>
                    <a:pt x="1969296" y="1367935"/>
                  </a:lnTo>
                  <a:lnTo>
                    <a:pt x="1969101" y="1367913"/>
                  </a:lnTo>
                  <a:lnTo>
                    <a:pt x="1969003" y="1367949"/>
                  </a:lnTo>
                  <a:lnTo>
                    <a:pt x="1968722" y="1368132"/>
                  </a:lnTo>
                  <a:lnTo>
                    <a:pt x="1968661" y="1368205"/>
                  </a:lnTo>
                  <a:lnTo>
                    <a:pt x="1968412" y="1368063"/>
                  </a:lnTo>
                  <a:lnTo>
                    <a:pt x="1968410" y="1367860"/>
                  </a:lnTo>
                  <a:lnTo>
                    <a:pt x="1968521" y="1367835"/>
                  </a:lnTo>
                  <a:lnTo>
                    <a:pt x="1968591" y="1367857"/>
                  </a:lnTo>
                  <a:lnTo>
                    <a:pt x="1968649" y="1367779"/>
                  </a:lnTo>
                  <a:lnTo>
                    <a:pt x="1968704" y="1367626"/>
                  </a:lnTo>
                  <a:lnTo>
                    <a:pt x="1968714" y="1367513"/>
                  </a:lnTo>
                  <a:lnTo>
                    <a:pt x="1968699" y="1367299"/>
                  </a:lnTo>
                  <a:lnTo>
                    <a:pt x="1968537" y="1367024"/>
                  </a:lnTo>
                  <a:lnTo>
                    <a:pt x="1968359" y="1366839"/>
                  </a:lnTo>
                  <a:lnTo>
                    <a:pt x="1968058" y="1366578"/>
                  </a:lnTo>
                  <a:lnTo>
                    <a:pt x="1967973" y="1366529"/>
                  </a:lnTo>
                  <a:lnTo>
                    <a:pt x="1967939" y="1366429"/>
                  </a:lnTo>
                  <a:lnTo>
                    <a:pt x="1967936" y="1366367"/>
                  </a:lnTo>
                  <a:lnTo>
                    <a:pt x="1967955" y="1366134"/>
                  </a:lnTo>
                  <a:lnTo>
                    <a:pt x="1967975" y="1366101"/>
                  </a:lnTo>
                  <a:lnTo>
                    <a:pt x="1968128" y="1366093"/>
                  </a:lnTo>
                  <a:lnTo>
                    <a:pt x="1968161" y="1366142"/>
                  </a:lnTo>
                  <a:lnTo>
                    <a:pt x="1968297" y="1366215"/>
                  </a:lnTo>
                  <a:lnTo>
                    <a:pt x="1968338" y="1366201"/>
                  </a:lnTo>
                  <a:lnTo>
                    <a:pt x="1968427" y="1366139"/>
                  </a:lnTo>
                  <a:lnTo>
                    <a:pt x="1968451" y="1366050"/>
                  </a:lnTo>
                  <a:lnTo>
                    <a:pt x="1968485" y="1365797"/>
                  </a:lnTo>
                  <a:lnTo>
                    <a:pt x="1968459" y="1365737"/>
                  </a:lnTo>
                  <a:lnTo>
                    <a:pt x="1968412" y="1365770"/>
                  </a:lnTo>
                  <a:lnTo>
                    <a:pt x="1968340" y="1365772"/>
                  </a:lnTo>
                  <a:lnTo>
                    <a:pt x="1968213" y="1365761"/>
                  </a:lnTo>
                  <a:lnTo>
                    <a:pt x="1968188" y="1365740"/>
                  </a:lnTo>
                  <a:lnTo>
                    <a:pt x="1968221" y="1365395"/>
                  </a:lnTo>
                  <a:lnTo>
                    <a:pt x="1968178" y="1365176"/>
                  </a:lnTo>
                  <a:lnTo>
                    <a:pt x="1968103" y="1364794"/>
                  </a:lnTo>
                  <a:lnTo>
                    <a:pt x="1967948" y="1364390"/>
                  </a:lnTo>
                  <a:lnTo>
                    <a:pt x="1967936" y="1364295"/>
                  </a:lnTo>
                  <a:lnTo>
                    <a:pt x="1967999" y="1364087"/>
                  </a:lnTo>
                  <a:lnTo>
                    <a:pt x="1967949" y="1363571"/>
                  </a:lnTo>
                  <a:lnTo>
                    <a:pt x="1968058" y="1363187"/>
                  </a:lnTo>
                  <a:lnTo>
                    <a:pt x="1968171" y="1362792"/>
                  </a:lnTo>
                  <a:lnTo>
                    <a:pt x="1968159" y="1362758"/>
                  </a:lnTo>
                  <a:lnTo>
                    <a:pt x="1967931" y="1362470"/>
                  </a:lnTo>
                  <a:lnTo>
                    <a:pt x="1967334" y="1362352"/>
                  </a:lnTo>
                  <a:lnTo>
                    <a:pt x="1967142" y="1362331"/>
                  </a:lnTo>
                  <a:lnTo>
                    <a:pt x="1967038" y="1362440"/>
                  </a:lnTo>
                  <a:lnTo>
                    <a:pt x="1967010" y="1362609"/>
                  </a:lnTo>
                  <a:lnTo>
                    <a:pt x="1966810" y="1363356"/>
                  </a:lnTo>
                  <a:lnTo>
                    <a:pt x="1966764" y="1363492"/>
                  </a:lnTo>
                  <a:lnTo>
                    <a:pt x="1966729" y="1363530"/>
                  </a:lnTo>
                  <a:lnTo>
                    <a:pt x="1966670" y="1363530"/>
                  </a:lnTo>
                  <a:lnTo>
                    <a:pt x="1966574" y="1363343"/>
                  </a:lnTo>
                  <a:lnTo>
                    <a:pt x="1966589" y="1363296"/>
                  </a:lnTo>
                  <a:lnTo>
                    <a:pt x="1966577" y="1363269"/>
                  </a:lnTo>
                  <a:lnTo>
                    <a:pt x="1966271" y="1363126"/>
                  </a:lnTo>
                  <a:lnTo>
                    <a:pt x="1966112" y="1363168"/>
                  </a:lnTo>
                  <a:lnTo>
                    <a:pt x="1966046" y="1363200"/>
                  </a:lnTo>
                  <a:lnTo>
                    <a:pt x="1966074" y="1363242"/>
                  </a:lnTo>
                  <a:lnTo>
                    <a:pt x="1966073" y="1363349"/>
                  </a:lnTo>
                  <a:lnTo>
                    <a:pt x="1966021" y="1363520"/>
                  </a:lnTo>
                  <a:lnTo>
                    <a:pt x="1965978" y="1363582"/>
                  </a:lnTo>
                  <a:lnTo>
                    <a:pt x="1965932" y="1363595"/>
                  </a:lnTo>
                  <a:lnTo>
                    <a:pt x="1965818" y="1363519"/>
                  </a:lnTo>
                  <a:lnTo>
                    <a:pt x="1965757" y="1363595"/>
                  </a:lnTo>
                  <a:lnTo>
                    <a:pt x="1965719" y="1363679"/>
                  </a:lnTo>
                  <a:lnTo>
                    <a:pt x="1965741" y="1363749"/>
                  </a:lnTo>
                  <a:lnTo>
                    <a:pt x="1965843" y="1363917"/>
                  </a:lnTo>
                  <a:lnTo>
                    <a:pt x="1965954" y="1363995"/>
                  </a:lnTo>
                  <a:lnTo>
                    <a:pt x="1966087" y="1363962"/>
                  </a:lnTo>
                  <a:lnTo>
                    <a:pt x="1966171" y="1364043"/>
                  </a:lnTo>
                  <a:lnTo>
                    <a:pt x="1966380" y="1364329"/>
                  </a:lnTo>
                  <a:lnTo>
                    <a:pt x="1966325" y="1364491"/>
                  </a:lnTo>
                  <a:lnTo>
                    <a:pt x="1966398" y="1364552"/>
                  </a:lnTo>
                  <a:lnTo>
                    <a:pt x="1966447" y="1364555"/>
                  </a:lnTo>
                  <a:lnTo>
                    <a:pt x="1966602" y="1364443"/>
                  </a:lnTo>
                  <a:lnTo>
                    <a:pt x="1966772" y="1364194"/>
                  </a:lnTo>
                  <a:lnTo>
                    <a:pt x="1966922" y="1364065"/>
                  </a:lnTo>
                  <a:lnTo>
                    <a:pt x="1967013" y="1364107"/>
                  </a:lnTo>
                  <a:lnTo>
                    <a:pt x="1967093" y="1364199"/>
                  </a:lnTo>
                  <a:lnTo>
                    <a:pt x="1967110" y="1364405"/>
                  </a:lnTo>
                  <a:lnTo>
                    <a:pt x="1967003" y="1364512"/>
                  </a:lnTo>
                  <a:lnTo>
                    <a:pt x="1967016" y="1364676"/>
                  </a:lnTo>
                  <a:lnTo>
                    <a:pt x="1967087" y="1364712"/>
                  </a:lnTo>
                  <a:lnTo>
                    <a:pt x="1967129" y="1364712"/>
                  </a:lnTo>
                  <a:lnTo>
                    <a:pt x="1967280" y="1364583"/>
                  </a:lnTo>
                  <a:lnTo>
                    <a:pt x="1967412" y="1364525"/>
                  </a:lnTo>
                  <a:lnTo>
                    <a:pt x="1967544" y="1365055"/>
                  </a:lnTo>
                  <a:lnTo>
                    <a:pt x="1967435" y="1365270"/>
                  </a:lnTo>
                  <a:lnTo>
                    <a:pt x="1967272" y="1365280"/>
                  </a:lnTo>
                  <a:lnTo>
                    <a:pt x="1967143" y="1365469"/>
                  </a:lnTo>
                  <a:lnTo>
                    <a:pt x="1967080" y="1365833"/>
                  </a:lnTo>
                  <a:lnTo>
                    <a:pt x="1966739" y="1365956"/>
                  </a:lnTo>
                  <a:lnTo>
                    <a:pt x="1966643" y="1365972"/>
                  </a:lnTo>
                  <a:lnTo>
                    <a:pt x="1966512" y="1366054"/>
                  </a:lnTo>
                  <a:lnTo>
                    <a:pt x="1966321" y="1366381"/>
                  </a:lnTo>
                  <a:lnTo>
                    <a:pt x="1966262" y="1366538"/>
                  </a:lnTo>
                  <a:lnTo>
                    <a:pt x="1966344" y="1366659"/>
                  </a:lnTo>
                  <a:lnTo>
                    <a:pt x="1966358" y="1366735"/>
                  </a:lnTo>
                  <a:lnTo>
                    <a:pt x="1966307" y="1366812"/>
                  </a:lnTo>
                  <a:lnTo>
                    <a:pt x="1966034" y="1366990"/>
                  </a:lnTo>
                  <a:lnTo>
                    <a:pt x="1965780" y="1367085"/>
                  </a:lnTo>
                  <a:lnTo>
                    <a:pt x="1965753" y="1367077"/>
                  </a:lnTo>
                  <a:lnTo>
                    <a:pt x="1965712" y="1366993"/>
                  </a:lnTo>
                  <a:lnTo>
                    <a:pt x="1965736" y="1366870"/>
                  </a:lnTo>
                  <a:lnTo>
                    <a:pt x="1965936" y="1366835"/>
                  </a:lnTo>
                  <a:lnTo>
                    <a:pt x="1965995" y="1366734"/>
                  </a:lnTo>
                  <a:lnTo>
                    <a:pt x="1965876" y="1366406"/>
                  </a:lnTo>
                  <a:lnTo>
                    <a:pt x="1965836" y="1366341"/>
                  </a:lnTo>
                  <a:lnTo>
                    <a:pt x="1965442" y="1366173"/>
                  </a:lnTo>
                  <a:lnTo>
                    <a:pt x="1965355" y="1366164"/>
                  </a:lnTo>
                  <a:lnTo>
                    <a:pt x="1964873" y="1366281"/>
                  </a:lnTo>
                  <a:lnTo>
                    <a:pt x="1964410" y="1366617"/>
                  </a:lnTo>
                  <a:lnTo>
                    <a:pt x="1964160" y="1366849"/>
                  </a:lnTo>
                  <a:lnTo>
                    <a:pt x="1964184" y="1366932"/>
                  </a:lnTo>
                  <a:lnTo>
                    <a:pt x="1964230" y="1367001"/>
                  </a:lnTo>
                  <a:lnTo>
                    <a:pt x="1964222" y="1367049"/>
                  </a:lnTo>
                  <a:lnTo>
                    <a:pt x="1964103" y="1367031"/>
                  </a:lnTo>
                  <a:lnTo>
                    <a:pt x="1963893" y="1366971"/>
                  </a:lnTo>
                  <a:lnTo>
                    <a:pt x="1963779" y="1366820"/>
                  </a:lnTo>
                  <a:lnTo>
                    <a:pt x="1963791" y="1366792"/>
                  </a:lnTo>
                  <a:lnTo>
                    <a:pt x="1964083" y="1366460"/>
                  </a:lnTo>
                  <a:lnTo>
                    <a:pt x="1964312" y="1366270"/>
                  </a:lnTo>
                  <a:lnTo>
                    <a:pt x="1964548" y="1366114"/>
                  </a:lnTo>
                  <a:lnTo>
                    <a:pt x="1964609" y="1366081"/>
                  </a:lnTo>
                  <a:lnTo>
                    <a:pt x="1964857" y="1366017"/>
                  </a:lnTo>
                  <a:lnTo>
                    <a:pt x="1965012" y="1365892"/>
                  </a:lnTo>
                  <a:lnTo>
                    <a:pt x="1965047" y="1365839"/>
                  </a:lnTo>
                  <a:lnTo>
                    <a:pt x="1965061" y="1365763"/>
                  </a:lnTo>
                  <a:lnTo>
                    <a:pt x="1965076" y="1365470"/>
                  </a:lnTo>
                  <a:lnTo>
                    <a:pt x="1964880" y="1365046"/>
                  </a:lnTo>
                  <a:lnTo>
                    <a:pt x="1964487" y="1364473"/>
                  </a:lnTo>
                  <a:lnTo>
                    <a:pt x="1963937" y="1364008"/>
                  </a:lnTo>
                  <a:lnTo>
                    <a:pt x="1963847" y="1363928"/>
                  </a:lnTo>
                  <a:lnTo>
                    <a:pt x="1963817" y="1363837"/>
                  </a:lnTo>
                  <a:lnTo>
                    <a:pt x="1964120" y="1363201"/>
                  </a:lnTo>
                  <a:lnTo>
                    <a:pt x="1964390" y="1362731"/>
                  </a:lnTo>
                  <a:lnTo>
                    <a:pt x="1964480" y="1362409"/>
                  </a:lnTo>
                  <a:lnTo>
                    <a:pt x="1964498" y="1362282"/>
                  </a:lnTo>
                  <a:lnTo>
                    <a:pt x="1964432" y="1362262"/>
                  </a:lnTo>
                  <a:lnTo>
                    <a:pt x="1964360" y="1362363"/>
                  </a:lnTo>
                  <a:lnTo>
                    <a:pt x="1964324" y="1362306"/>
                  </a:lnTo>
                  <a:lnTo>
                    <a:pt x="1964269" y="1362261"/>
                  </a:lnTo>
                  <a:lnTo>
                    <a:pt x="1964075" y="1362443"/>
                  </a:lnTo>
                  <a:lnTo>
                    <a:pt x="1964069" y="1362528"/>
                  </a:lnTo>
                  <a:lnTo>
                    <a:pt x="1963816" y="1362591"/>
                  </a:lnTo>
                  <a:lnTo>
                    <a:pt x="1963778" y="1362707"/>
                  </a:lnTo>
                  <a:lnTo>
                    <a:pt x="1963428" y="1362682"/>
                  </a:lnTo>
                  <a:lnTo>
                    <a:pt x="1963451" y="1362508"/>
                  </a:lnTo>
                  <a:lnTo>
                    <a:pt x="1963225" y="1362513"/>
                  </a:lnTo>
                  <a:lnTo>
                    <a:pt x="1962938" y="1362440"/>
                  </a:lnTo>
                  <a:lnTo>
                    <a:pt x="1962795" y="1362453"/>
                  </a:lnTo>
                  <a:lnTo>
                    <a:pt x="1962715" y="1362555"/>
                  </a:lnTo>
                  <a:lnTo>
                    <a:pt x="1962680" y="1362658"/>
                  </a:lnTo>
                  <a:lnTo>
                    <a:pt x="1962708" y="1362756"/>
                  </a:lnTo>
                  <a:lnTo>
                    <a:pt x="1962612" y="1362971"/>
                  </a:lnTo>
                  <a:lnTo>
                    <a:pt x="1962412" y="1363259"/>
                  </a:lnTo>
                  <a:lnTo>
                    <a:pt x="1961906" y="1363726"/>
                  </a:lnTo>
                  <a:lnTo>
                    <a:pt x="1961856" y="1363751"/>
                  </a:lnTo>
                  <a:lnTo>
                    <a:pt x="1961637" y="1363661"/>
                  </a:lnTo>
                  <a:lnTo>
                    <a:pt x="1961620" y="1363539"/>
                  </a:lnTo>
                  <a:lnTo>
                    <a:pt x="1961861" y="1363321"/>
                  </a:lnTo>
                  <a:lnTo>
                    <a:pt x="1962035" y="1363189"/>
                  </a:lnTo>
                  <a:lnTo>
                    <a:pt x="1962067" y="1363129"/>
                  </a:lnTo>
                  <a:lnTo>
                    <a:pt x="1962196" y="1362630"/>
                  </a:lnTo>
                  <a:lnTo>
                    <a:pt x="1962210" y="1362287"/>
                  </a:lnTo>
                  <a:lnTo>
                    <a:pt x="1962142" y="1361895"/>
                  </a:lnTo>
                  <a:lnTo>
                    <a:pt x="1962054" y="1361695"/>
                  </a:lnTo>
                  <a:lnTo>
                    <a:pt x="1962094" y="1361522"/>
                  </a:lnTo>
                  <a:lnTo>
                    <a:pt x="1962141" y="1361457"/>
                  </a:lnTo>
                  <a:lnTo>
                    <a:pt x="1962271" y="1361417"/>
                  </a:lnTo>
                  <a:lnTo>
                    <a:pt x="1962481" y="1361441"/>
                  </a:lnTo>
                  <a:lnTo>
                    <a:pt x="1962637" y="1360809"/>
                  </a:lnTo>
                  <a:lnTo>
                    <a:pt x="1962630" y="1360493"/>
                  </a:lnTo>
                  <a:lnTo>
                    <a:pt x="1962622" y="1360433"/>
                  </a:lnTo>
                  <a:lnTo>
                    <a:pt x="1962536" y="1360409"/>
                  </a:lnTo>
                  <a:lnTo>
                    <a:pt x="1962538" y="1360323"/>
                  </a:lnTo>
                  <a:lnTo>
                    <a:pt x="1962584" y="1360154"/>
                  </a:lnTo>
                  <a:lnTo>
                    <a:pt x="1962506" y="1360074"/>
                  </a:lnTo>
                  <a:lnTo>
                    <a:pt x="1962467" y="1360058"/>
                  </a:lnTo>
                  <a:lnTo>
                    <a:pt x="1962280" y="1360336"/>
                  </a:lnTo>
                  <a:lnTo>
                    <a:pt x="1961886" y="1360282"/>
                  </a:lnTo>
                  <a:lnTo>
                    <a:pt x="1961646" y="1360191"/>
                  </a:lnTo>
                  <a:lnTo>
                    <a:pt x="1961473" y="1360051"/>
                  </a:lnTo>
                  <a:lnTo>
                    <a:pt x="1961408" y="1360029"/>
                  </a:lnTo>
                  <a:lnTo>
                    <a:pt x="1961196" y="1360783"/>
                  </a:lnTo>
                  <a:lnTo>
                    <a:pt x="1961150" y="1360812"/>
                  </a:lnTo>
                  <a:lnTo>
                    <a:pt x="1960125" y="1360456"/>
                  </a:lnTo>
                  <a:lnTo>
                    <a:pt x="1960107" y="1360431"/>
                  </a:lnTo>
                  <a:lnTo>
                    <a:pt x="1960522" y="1359707"/>
                  </a:lnTo>
                  <a:lnTo>
                    <a:pt x="1960459" y="1359689"/>
                  </a:lnTo>
                  <a:lnTo>
                    <a:pt x="1960318" y="1359791"/>
                  </a:lnTo>
                  <a:lnTo>
                    <a:pt x="1959495" y="1359533"/>
                  </a:lnTo>
                  <a:lnTo>
                    <a:pt x="1959469" y="1359516"/>
                  </a:lnTo>
                  <a:lnTo>
                    <a:pt x="1959466" y="1359499"/>
                  </a:lnTo>
                  <a:lnTo>
                    <a:pt x="1959477" y="1359208"/>
                  </a:lnTo>
                  <a:lnTo>
                    <a:pt x="1959276" y="1359274"/>
                  </a:lnTo>
                  <a:lnTo>
                    <a:pt x="1959078" y="1359280"/>
                  </a:lnTo>
                  <a:lnTo>
                    <a:pt x="1958914" y="1359242"/>
                  </a:lnTo>
                  <a:lnTo>
                    <a:pt x="1958678" y="1359138"/>
                  </a:lnTo>
                  <a:lnTo>
                    <a:pt x="1958615" y="1359077"/>
                  </a:lnTo>
                  <a:lnTo>
                    <a:pt x="1958440" y="1358893"/>
                  </a:lnTo>
                  <a:lnTo>
                    <a:pt x="1958355" y="1358760"/>
                  </a:lnTo>
                  <a:lnTo>
                    <a:pt x="1958297" y="1358431"/>
                  </a:lnTo>
                  <a:lnTo>
                    <a:pt x="1958302" y="1358366"/>
                  </a:lnTo>
                  <a:lnTo>
                    <a:pt x="1958508" y="1357977"/>
                  </a:lnTo>
                  <a:lnTo>
                    <a:pt x="1958550" y="1357899"/>
                  </a:lnTo>
                  <a:lnTo>
                    <a:pt x="1958553" y="1357893"/>
                  </a:lnTo>
                  <a:lnTo>
                    <a:pt x="1958566" y="1357873"/>
                  </a:lnTo>
                  <a:lnTo>
                    <a:pt x="1958579" y="1357851"/>
                  </a:lnTo>
                  <a:lnTo>
                    <a:pt x="1958584" y="1357843"/>
                  </a:lnTo>
                  <a:lnTo>
                    <a:pt x="1958588" y="1357837"/>
                  </a:lnTo>
                  <a:lnTo>
                    <a:pt x="1958611" y="1357799"/>
                  </a:lnTo>
                  <a:lnTo>
                    <a:pt x="1958460" y="1357681"/>
                  </a:lnTo>
                  <a:lnTo>
                    <a:pt x="1958388" y="1357712"/>
                  </a:lnTo>
                  <a:lnTo>
                    <a:pt x="1958380" y="1357707"/>
                  </a:lnTo>
                  <a:lnTo>
                    <a:pt x="1958294" y="1357658"/>
                  </a:lnTo>
                  <a:lnTo>
                    <a:pt x="1958289" y="1357655"/>
                  </a:lnTo>
                  <a:lnTo>
                    <a:pt x="1958149" y="1357853"/>
                  </a:lnTo>
                  <a:lnTo>
                    <a:pt x="1958169" y="1357864"/>
                  </a:lnTo>
                  <a:lnTo>
                    <a:pt x="1958231" y="1357897"/>
                  </a:lnTo>
                  <a:lnTo>
                    <a:pt x="1958116" y="1358239"/>
                  </a:lnTo>
                  <a:lnTo>
                    <a:pt x="1957965" y="1358407"/>
                  </a:lnTo>
                  <a:lnTo>
                    <a:pt x="1957911" y="1358486"/>
                  </a:lnTo>
                  <a:lnTo>
                    <a:pt x="1957869" y="1358603"/>
                  </a:lnTo>
                  <a:lnTo>
                    <a:pt x="1957954" y="1359097"/>
                  </a:lnTo>
                  <a:lnTo>
                    <a:pt x="1957861" y="1359421"/>
                  </a:lnTo>
                  <a:lnTo>
                    <a:pt x="1957809" y="1359723"/>
                  </a:lnTo>
                  <a:lnTo>
                    <a:pt x="1957792" y="1359845"/>
                  </a:lnTo>
                  <a:lnTo>
                    <a:pt x="1957824" y="1359947"/>
                  </a:lnTo>
                  <a:lnTo>
                    <a:pt x="1957608" y="1360422"/>
                  </a:lnTo>
                  <a:lnTo>
                    <a:pt x="1957410" y="1360470"/>
                  </a:lnTo>
                  <a:lnTo>
                    <a:pt x="1957384" y="1360500"/>
                  </a:lnTo>
                  <a:lnTo>
                    <a:pt x="1957135" y="1361295"/>
                  </a:lnTo>
                  <a:lnTo>
                    <a:pt x="1957167" y="1361490"/>
                  </a:lnTo>
                  <a:lnTo>
                    <a:pt x="1957255" y="1361780"/>
                  </a:lnTo>
                  <a:lnTo>
                    <a:pt x="1957350" y="1361983"/>
                  </a:lnTo>
                  <a:lnTo>
                    <a:pt x="1957310" y="1362062"/>
                  </a:lnTo>
                  <a:lnTo>
                    <a:pt x="1957217" y="1362106"/>
                  </a:lnTo>
                  <a:lnTo>
                    <a:pt x="1957230" y="1362393"/>
                  </a:lnTo>
                  <a:lnTo>
                    <a:pt x="1957318" y="1362768"/>
                  </a:lnTo>
                  <a:lnTo>
                    <a:pt x="1957418" y="1362952"/>
                  </a:lnTo>
                  <a:lnTo>
                    <a:pt x="1957588" y="1363250"/>
                  </a:lnTo>
                  <a:lnTo>
                    <a:pt x="1957717" y="1363255"/>
                  </a:lnTo>
                  <a:lnTo>
                    <a:pt x="1957959" y="1363584"/>
                  </a:lnTo>
                  <a:lnTo>
                    <a:pt x="1957957" y="1363675"/>
                  </a:lnTo>
                  <a:lnTo>
                    <a:pt x="1957895" y="1363734"/>
                  </a:lnTo>
                  <a:lnTo>
                    <a:pt x="1957763" y="1363765"/>
                  </a:lnTo>
                  <a:lnTo>
                    <a:pt x="1957728" y="1363726"/>
                  </a:lnTo>
                  <a:lnTo>
                    <a:pt x="1957727" y="1363596"/>
                  </a:lnTo>
                  <a:lnTo>
                    <a:pt x="1957091" y="1363444"/>
                  </a:lnTo>
                  <a:lnTo>
                    <a:pt x="1956904" y="1363433"/>
                  </a:lnTo>
                  <a:lnTo>
                    <a:pt x="1956546" y="1364634"/>
                  </a:lnTo>
                  <a:lnTo>
                    <a:pt x="1956057" y="1364387"/>
                  </a:lnTo>
                  <a:lnTo>
                    <a:pt x="1955890" y="1364506"/>
                  </a:lnTo>
                  <a:lnTo>
                    <a:pt x="1955833" y="1364583"/>
                  </a:lnTo>
                  <a:lnTo>
                    <a:pt x="1955678" y="1364679"/>
                  </a:lnTo>
                  <a:lnTo>
                    <a:pt x="1955047" y="1364352"/>
                  </a:lnTo>
                  <a:lnTo>
                    <a:pt x="1955325" y="1363777"/>
                  </a:lnTo>
                  <a:lnTo>
                    <a:pt x="1955058" y="1363636"/>
                  </a:lnTo>
                  <a:lnTo>
                    <a:pt x="1955037" y="1363625"/>
                  </a:lnTo>
                  <a:lnTo>
                    <a:pt x="1954721" y="1363460"/>
                  </a:lnTo>
                  <a:lnTo>
                    <a:pt x="1954534" y="1363362"/>
                  </a:lnTo>
                  <a:lnTo>
                    <a:pt x="1954454" y="1363318"/>
                  </a:lnTo>
                  <a:lnTo>
                    <a:pt x="1954435" y="1363301"/>
                  </a:lnTo>
                  <a:lnTo>
                    <a:pt x="1954419" y="1363285"/>
                  </a:lnTo>
                  <a:lnTo>
                    <a:pt x="1954386" y="1363246"/>
                  </a:lnTo>
                  <a:lnTo>
                    <a:pt x="1954359" y="1363183"/>
                  </a:lnTo>
                  <a:lnTo>
                    <a:pt x="1954348" y="1363125"/>
                  </a:lnTo>
                  <a:lnTo>
                    <a:pt x="1954346" y="1363012"/>
                  </a:lnTo>
                  <a:lnTo>
                    <a:pt x="1954345" y="1362862"/>
                  </a:lnTo>
                  <a:lnTo>
                    <a:pt x="1954344" y="1362695"/>
                  </a:lnTo>
                  <a:lnTo>
                    <a:pt x="1954347" y="1362644"/>
                  </a:lnTo>
                  <a:lnTo>
                    <a:pt x="1954348" y="1362624"/>
                  </a:lnTo>
                  <a:lnTo>
                    <a:pt x="1954361" y="1362555"/>
                  </a:lnTo>
                  <a:lnTo>
                    <a:pt x="1954374" y="1362512"/>
                  </a:lnTo>
                  <a:lnTo>
                    <a:pt x="1954416" y="1362405"/>
                  </a:lnTo>
                  <a:lnTo>
                    <a:pt x="1954457" y="1362310"/>
                  </a:lnTo>
                  <a:lnTo>
                    <a:pt x="1954504" y="1362198"/>
                  </a:lnTo>
                  <a:lnTo>
                    <a:pt x="1954536" y="1362119"/>
                  </a:lnTo>
                  <a:lnTo>
                    <a:pt x="1954589" y="1361986"/>
                  </a:lnTo>
                  <a:lnTo>
                    <a:pt x="1954619" y="1361914"/>
                  </a:lnTo>
                  <a:lnTo>
                    <a:pt x="1954657" y="1361821"/>
                  </a:lnTo>
                  <a:lnTo>
                    <a:pt x="1954689" y="1361744"/>
                  </a:lnTo>
                  <a:lnTo>
                    <a:pt x="1954708" y="1361701"/>
                  </a:lnTo>
                  <a:lnTo>
                    <a:pt x="1954729" y="1361662"/>
                  </a:lnTo>
                  <a:lnTo>
                    <a:pt x="1954749" y="1361632"/>
                  </a:lnTo>
                  <a:lnTo>
                    <a:pt x="1954758" y="1361620"/>
                  </a:lnTo>
                  <a:lnTo>
                    <a:pt x="1954821" y="1361538"/>
                  </a:lnTo>
                  <a:lnTo>
                    <a:pt x="1954860" y="1361477"/>
                  </a:lnTo>
                  <a:lnTo>
                    <a:pt x="1954911" y="1361408"/>
                  </a:lnTo>
                  <a:lnTo>
                    <a:pt x="1954963" y="1361325"/>
                  </a:lnTo>
                  <a:lnTo>
                    <a:pt x="1954987" y="1361290"/>
                  </a:lnTo>
                  <a:lnTo>
                    <a:pt x="1954855" y="1361175"/>
                  </a:lnTo>
                  <a:lnTo>
                    <a:pt x="1954665" y="1361012"/>
                  </a:lnTo>
                  <a:lnTo>
                    <a:pt x="1954388" y="1361250"/>
                  </a:lnTo>
                  <a:lnTo>
                    <a:pt x="1954331" y="1361237"/>
                  </a:lnTo>
                  <a:lnTo>
                    <a:pt x="1954194" y="1361176"/>
                  </a:lnTo>
                  <a:lnTo>
                    <a:pt x="1954186" y="1361136"/>
                  </a:lnTo>
                  <a:lnTo>
                    <a:pt x="1954336" y="1360548"/>
                  </a:lnTo>
                  <a:lnTo>
                    <a:pt x="1954332" y="1360541"/>
                  </a:lnTo>
                  <a:lnTo>
                    <a:pt x="1954316" y="1360507"/>
                  </a:lnTo>
                  <a:lnTo>
                    <a:pt x="1954293" y="1360461"/>
                  </a:lnTo>
                  <a:lnTo>
                    <a:pt x="1954283" y="1360441"/>
                  </a:lnTo>
                  <a:lnTo>
                    <a:pt x="1954267" y="1360409"/>
                  </a:lnTo>
                  <a:lnTo>
                    <a:pt x="1954254" y="1360384"/>
                  </a:lnTo>
                  <a:lnTo>
                    <a:pt x="1954249" y="1360384"/>
                  </a:lnTo>
                  <a:lnTo>
                    <a:pt x="1954142" y="1360397"/>
                  </a:lnTo>
                  <a:lnTo>
                    <a:pt x="1954171" y="1360465"/>
                  </a:lnTo>
                  <a:lnTo>
                    <a:pt x="1953841" y="1360754"/>
                  </a:lnTo>
                  <a:lnTo>
                    <a:pt x="1953297" y="1361044"/>
                  </a:lnTo>
                  <a:lnTo>
                    <a:pt x="1952867" y="1361428"/>
                  </a:lnTo>
                  <a:lnTo>
                    <a:pt x="1952744" y="1361591"/>
                  </a:lnTo>
                  <a:lnTo>
                    <a:pt x="1952740" y="1361671"/>
                  </a:lnTo>
                  <a:lnTo>
                    <a:pt x="1952777" y="1361763"/>
                  </a:lnTo>
                  <a:lnTo>
                    <a:pt x="1952713" y="1361805"/>
                  </a:lnTo>
                  <a:lnTo>
                    <a:pt x="1952536" y="1361787"/>
                  </a:lnTo>
                  <a:lnTo>
                    <a:pt x="1952389" y="1361725"/>
                  </a:lnTo>
                  <a:lnTo>
                    <a:pt x="1952351" y="1361660"/>
                  </a:lnTo>
                  <a:lnTo>
                    <a:pt x="1952310" y="1361669"/>
                  </a:lnTo>
                  <a:lnTo>
                    <a:pt x="1952145" y="1361705"/>
                  </a:lnTo>
                  <a:lnTo>
                    <a:pt x="1952153" y="1361735"/>
                  </a:lnTo>
                  <a:lnTo>
                    <a:pt x="1952130" y="1361816"/>
                  </a:lnTo>
                  <a:lnTo>
                    <a:pt x="1951989" y="1361985"/>
                  </a:lnTo>
                  <a:lnTo>
                    <a:pt x="1951139" y="1362213"/>
                  </a:lnTo>
                  <a:lnTo>
                    <a:pt x="1951163" y="1362405"/>
                  </a:lnTo>
                  <a:lnTo>
                    <a:pt x="1950808" y="1362555"/>
                  </a:lnTo>
                  <a:lnTo>
                    <a:pt x="1950755" y="1362579"/>
                  </a:lnTo>
                  <a:lnTo>
                    <a:pt x="1950668" y="1362607"/>
                  </a:lnTo>
                  <a:lnTo>
                    <a:pt x="1950407" y="1362679"/>
                  </a:lnTo>
                  <a:lnTo>
                    <a:pt x="1950252" y="1362707"/>
                  </a:lnTo>
                  <a:lnTo>
                    <a:pt x="1949897" y="1363014"/>
                  </a:lnTo>
                  <a:lnTo>
                    <a:pt x="1949654" y="1363170"/>
                  </a:lnTo>
                  <a:lnTo>
                    <a:pt x="1949333" y="1363552"/>
                  </a:lnTo>
                  <a:lnTo>
                    <a:pt x="1949196" y="1363768"/>
                  </a:lnTo>
                  <a:lnTo>
                    <a:pt x="1949117" y="1363891"/>
                  </a:lnTo>
                  <a:lnTo>
                    <a:pt x="1948937" y="1364343"/>
                  </a:lnTo>
                  <a:lnTo>
                    <a:pt x="1949039" y="1364399"/>
                  </a:lnTo>
                  <a:lnTo>
                    <a:pt x="1948859" y="1364807"/>
                  </a:lnTo>
                  <a:lnTo>
                    <a:pt x="1948693" y="1365016"/>
                  </a:lnTo>
                  <a:lnTo>
                    <a:pt x="1948641" y="1365008"/>
                  </a:lnTo>
                  <a:lnTo>
                    <a:pt x="1948425" y="1364840"/>
                  </a:lnTo>
                  <a:lnTo>
                    <a:pt x="1948311" y="1364903"/>
                  </a:lnTo>
                  <a:lnTo>
                    <a:pt x="1948230" y="1364947"/>
                  </a:lnTo>
                  <a:lnTo>
                    <a:pt x="1948380" y="1365111"/>
                  </a:lnTo>
                  <a:lnTo>
                    <a:pt x="1948543" y="1365405"/>
                  </a:lnTo>
                  <a:lnTo>
                    <a:pt x="1948694" y="1365750"/>
                  </a:lnTo>
                  <a:lnTo>
                    <a:pt x="1948731" y="1365963"/>
                  </a:lnTo>
                  <a:lnTo>
                    <a:pt x="1948828" y="1366010"/>
                  </a:lnTo>
                  <a:lnTo>
                    <a:pt x="1949067" y="1366033"/>
                  </a:lnTo>
                  <a:lnTo>
                    <a:pt x="1949371" y="1366382"/>
                  </a:lnTo>
                  <a:lnTo>
                    <a:pt x="1950043" y="1366189"/>
                  </a:lnTo>
                  <a:lnTo>
                    <a:pt x="1950099" y="1366347"/>
                  </a:lnTo>
                  <a:lnTo>
                    <a:pt x="1950751" y="1366580"/>
                  </a:lnTo>
                  <a:lnTo>
                    <a:pt x="1951511" y="1366894"/>
                  </a:lnTo>
                  <a:lnTo>
                    <a:pt x="1951694" y="1367325"/>
                  </a:lnTo>
                  <a:lnTo>
                    <a:pt x="1951820" y="1367228"/>
                  </a:lnTo>
                  <a:lnTo>
                    <a:pt x="1951755" y="1367172"/>
                  </a:lnTo>
                  <a:lnTo>
                    <a:pt x="1951749" y="1367113"/>
                  </a:lnTo>
                  <a:lnTo>
                    <a:pt x="1951790" y="1367015"/>
                  </a:lnTo>
                  <a:lnTo>
                    <a:pt x="1951953" y="1367015"/>
                  </a:lnTo>
                  <a:lnTo>
                    <a:pt x="1952169" y="1367150"/>
                  </a:lnTo>
                  <a:lnTo>
                    <a:pt x="1952320" y="1367311"/>
                  </a:lnTo>
                  <a:lnTo>
                    <a:pt x="1952373" y="1367393"/>
                  </a:lnTo>
                  <a:lnTo>
                    <a:pt x="1952275" y="1367738"/>
                  </a:lnTo>
                  <a:lnTo>
                    <a:pt x="1952275" y="1367792"/>
                  </a:lnTo>
                  <a:lnTo>
                    <a:pt x="1952307" y="1367872"/>
                  </a:lnTo>
                  <a:lnTo>
                    <a:pt x="1952468" y="1368123"/>
                  </a:lnTo>
                  <a:lnTo>
                    <a:pt x="1952629" y="1368284"/>
                  </a:lnTo>
                  <a:lnTo>
                    <a:pt x="1952545" y="1368579"/>
                  </a:lnTo>
                  <a:lnTo>
                    <a:pt x="1952561" y="1368657"/>
                  </a:lnTo>
                  <a:lnTo>
                    <a:pt x="1952739" y="1368898"/>
                  </a:lnTo>
                  <a:lnTo>
                    <a:pt x="1952816" y="1368960"/>
                  </a:lnTo>
                  <a:lnTo>
                    <a:pt x="1952884" y="1368948"/>
                  </a:lnTo>
                  <a:lnTo>
                    <a:pt x="1953157" y="1369020"/>
                  </a:lnTo>
                  <a:lnTo>
                    <a:pt x="1953208" y="1369170"/>
                  </a:lnTo>
                  <a:lnTo>
                    <a:pt x="1953196" y="1369240"/>
                  </a:lnTo>
                  <a:lnTo>
                    <a:pt x="1953145" y="1369262"/>
                  </a:lnTo>
                  <a:lnTo>
                    <a:pt x="1953008" y="1369693"/>
                  </a:lnTo>
                  <a:lnTo>
                    <a:pt x="1953022" y="1369700"/>
                  </a:lnTo>
                  <a:lnTo>
                    <a:pt x="1953582" y="1369990"/>
                  </a:lnTo>
                  <a:lnTo>
                    <a:pt x="1953727" y="1370038"/>
                  </a:lnTo>
                  <a:lnTo>
                    <a:pt x="1953887" y="1370001"/>
                  </a:lnTo>
                  <a:lnTo>
                    <a:pt x="1954006" y="1369914"/>
                  </a:lnTo>
                  <a:lnTo>
                    <a:pt x="1954015" y="1369894"/>
                  </a:lnTo>
                  <a:lnTo>
                    <a:pt x="1953978" y="1369193"/>
                  </a:lnTo>
                  <a:lnTo>
                    <a:pt x="1953890" y="1368861"/>
                  </a:lnTo>
                  <a:lnTo>
                    <a:pt x="1953824" y="1368702"/>
                  </a:lnTo>
                  <a:lnTo>
                    <a:pt x="1953829" y="1368663"/>
                  </a:lnTo>
                  <a:lnTo>
                    <a:pt x="1953859" y="1368675"/>
                  </a:lnTo>
                  <a:lnTo>
                    <a:pt x="1954021" y="1368853"/>
                  </a:lnTo>
                  <a:lnTo>
                    <a:pt x="1954099" y="1368952"/>
                  </a:lnTo>
                  <a:lnTo>
                    <a:pt x="1954120" y="1368999"/>
                  </a:lnTo>
                  <a:lnTo>
                    <a:pt x="1954208" y="1369094"/>
                  </a:lnTo>
                  <a:lnTo>
                    <a:pt x="1954612" y="1369425"/>
                  </a:lnTo>
                  <a:lnTo>
                    <a:pt x="1954982" y="1369598"/>
                  </a:lnTo>
                  <a:lnTo>
                    <a:pt x="1955399" y="1369285"/>
                  </a:lnTo>
                  <a:lnTo>
                    <a:pt x="1955494" y="1369190"/>
                  </a:lnTo>
                  <a:lnTo>
                    <a:pt x="1955510" y="1369120"/>
                  </a:lnTo>
                  <a:lnTo>
                    <a:pt x="1955479" y="1369045"/>
                  </a:lnTo>
                  <a:lnTo>
                    <a:pt x="1955401" y="1368988"/>
                  </a:lnTo>
                  <a:lnTo>
                    <a:pt x="1955369" y="1368853"/>
                  </a:lnTo>
                  <a:lnTo>
                    <a:pt x="1955452" y="1368835"/>
                  </a:lnTo>
                  <a:lnTo>
                    <a:pt x="1955583" y="1368831"/>
                  </a:lnTo>
                  <a:lnTo>
                    <a:pt x="1955789" y="1369018"/>
                  </a:lnTo>
                  <a:lnTo>
                    <a:pt x="1956066" y="1369434"/>
                  </a:lnTo>
                  <a:lnTo>
                    <a:pt x="1956089" y="1369745"/>
                  </a:lnTo>
                  <a:lnTo>
                    <a:pt x="1955972" y="1369876"/>
                  </a:lnTo>
                  <a:lnTo>
                    <a:pt x="1956143" y="1370065"/>
                  </a:lnTo>
                  <a:lnTo>
                    <a:pt x="1956574" y="1370392"/>
                  </a:lnTo>
                  <a:lnTo>
                    <a:pt x="1956932" y="1370606"/>
                  </a:lnTo>
                  <a:lnTo>
                    <a:pt x="1957174" y="1370678"/>
                  </a:lnTo>
                  <a:lnTo>
                    <a:pt x="1957286" y="1370755"/>
                  </a:lnTo>
                  <a:lnTo>
                    <a:pt x="1957363" y="1370827"/>
                  </a:lnTo>
                  <a:lnTo>
                    <a:pt x="1957387" y="1370927"/>
                  </a:lnTo>
                  <a:lnTo>
                    <a:pt x="1957378" y="1371003"/>
                  </a:lnTo>
                  <a:lnTo>
                    <a:pt x="1957417" y="1371070"/>
                  </a:lnTo>
                  <a:lnTo>
                    <a:pt x="1957780" y="1371401"/>
                  </a:lnTo>
                  <a:lnTo>
                    <a:pt x="1957935" y="1371484"/>
                  </a:lnTo>
                  <a:lnTo>
                    <a:pt x="1958015" y="1371498"/>
                  </a:lnTo>
                  <a:lnTo>
                    <a:pt x="1958186" y="1371426"/>
                  </a:lnTo>
                  <a:lnTo>
                    <a:pt x="1958327" y="1371536"/>
                  </a:lnTo>
                  <a:lnTo>
                    <a:pt x="1958669" y="1371721"/>
                  </a:lnTo>
                  <a:lnTo>
                    <a:pt x="1958724" y="1371722"/>
                  </a:lnTo>
                  <a:lnTo>
                    <a:pt x="1958814" y="1371617"/>
                  </a:lnTo>
                  <a:lnTo>
                    <a:pt x="1959047" y="1371628"/>
                  </a:lnTo>
                  <a:lnTo>
                    <a:pt x="1959033" y="1371708"/>
                  </a:lnTo>
                  <a:lnTo>
                    <a:pt x="1958776" y="1372063"/>
                  </a:lnTo>
                  <a:lnTo>
                    <a:pt x="1958700" y="1372366"/>
                  </a:lnTo>
                  <a:lnTo>
                    <a:pt x="1958693" y="1372492"/>
                  </a:lnTo>
                  <a:lnTo>
                    <a:pt x="1958472" y="1372451"/>
                  </a:lnTo>
                  <a:lnTo>
                    <a:pt x="1958318" y="1372450"/>
                  </a:lnTo>
                  <a:lnTo>
                    <a:pt x="1958164" y="1372488"/>
                  </a:lnTo>
                  <a:lnTo>
                    <a:pt x="1957353" y="1372893"/>
                  </a:lnTo>
                  <a:lnTo>
                    <a:pt x="1957258" y="1372999"/>
                  </a:lnTo>
                  <a:lnTo>
                    <a:pt x="1957174" y="1373141"/>
                  </a:lnTo>
                  <a:lnTo>
                    <a:pt x="1957201" y="1373272"/>
                  </a:lnTo>
                  <a:lnTo>
                    <a:pt x="1957188" y="1373299"/>
                  </a:lnTo>
                  <a:lnTo>
                    <a:pt x="1957061" y="1373247"/>
                  </a:lnTo>
                  <a:lnTo>
                    <a:pt x="1956801" y="1372970"/>
                  </a:lnTo>
                  <a:lnTo>
                    <a:pt x="1956751" y="1372941"/>
                  </a:lnTo>
                  <a:lnTo>
                    <a:pt x="1956464" y="1372960"/>
                  </a:lnTo>
                  <a:lnTo>
                    <a:pt x="1956311" y="1373061"/>
                  </a:lnTo>
                  <a:lnTo>
                    <a:pt x="1956035" y="1373159"/>
                  </a:lnTo>
                  <a:lnTo>
                    <a:pt x="1955968" y="1373141"/>
                  </a:lnTo>
                  <a:lnTo>
                    <a:pt x="1955917" y="1373054"/>
                  </a:lnTo>
                  <a:lnTo>
                    <a:pt x="1955898" y="1372970"/>
                  </a:lnTo>
                  <a:lnTo>
                    <a:pt x="1955702" y="1372901"/>
                  </a:lnTo>
                  <a:lnTo>
                    <a:pt x="1955597" y="1372931"/>
                  </a:lnTo>
                  <a:lnTo>
                    <a:pt x="1955402" y="1373249"/>
                  </a:lnTo>
                  <a:lnTo>
                    <a:pt x="1955449" y="1373335"/>
                  </a:lnTo>
                  <a:lnTo>
                    <a:pt x="1955545" y="1373462"/>
                  </a:lnTo>
                  <a:lnTo>
                    <a:pt x="1955582" y="1373577"/>
                  </a:lnTo>
                  <a:lnTo>
                    <a:pt x="1955655" y="1374284"/>
                  </a:lnTo>
                  <a:lnTo>
                    <a:pt x="1955609" y="1374362"/>
                  </a:lnTo>
                  <a:lnTo>
                    <a:pt x="1955716" y="1374871"/>
                  </a:lnTo>
                  <a:lnTo>
                    <a:pt x="1955969" y="1375049"/>
                  </a:lnTo>
                  <a:lnTo>
                    <a:pt x="1956094" y="1375091"/>
                  </a:lnTo>
                  <a:lnTo>
                    <a:pt x="1956108" y="1375172"/>
                  </a:lnTo>
                  <a:lnTo>
                    <a:pt x="1955952" y="1375384"/>
                  </a:lnTo>
                  <a:lnTo>
                    <a:pt x="1955816" y="1375466"/>
                  </a:lnTo>
                  <a:lnTo>
                    <a:pt x="1955417" y="1375652"/>
                  </a:lnTo>
                  <a:lnTo>
                    <a:pt x="1955303" y="1375727"/>
                  </a:lnTo>
                  <a:lnTo>
                    <a:pt x="1955020" y="1376031"/>
                  </a:lnTo>
                  <a:lnTo>
                    <a:pt x="1954962" y="1376184"/>
                  </a:lnTo>
                  <a:lnTo>
                    <a:pt x="1954963" y="1376249"/>
                  </a:lnTo>
                  <a:lnTo>
                    <a:pt x="1954988" y="1376267"/>
                  </a:lnTo>
                  <a:lnTo>
                    <a:pt x="1954967" y="1376330"/>
                  </a:lnTo>
                  <a:lnTo>
                    <a:pt x="1954730" y="1376427"/>
                  </a:lnTo>
                  <a:lnTo>
                    <a:pt x="1954701" y="1376401"/>
                  </a:lnTo>
                  <a:lnTo>
                    <a:pt x="1954668" y="1375998"/>
                  </a:lnTo>
                  <a:lnTo>
                    <a:pt x="1954556" y="1375892"/>
                  </a:lnTo>
                  <a:lnTo>
                    <a:pt x="1954275" y="1375755"/>
                  </a:lnTo>
                  <a:lnTo>
                    <a:pt x="1954020" y="1375744"/>
                  </a:lnTo>
                  <a:lnTo>
                    <a:pt x="1953727" y="1375787"/>
                  </a:lnTo>
                  <a:lnTo>
                    <a:pt x="1953610" y="1375728"/>
                  </a:lnTo>
                  <a:lnTo>
                    <a:pt x="1953602" y="1375670"/>
                  </a:lnTo>
                  <a:lnTo>
                    <a:pt x="1953346" y="1375393"/>
                  </a:lnTo>
                  <a:lnTo>
                    <a:pt x="1953243" y="1375350"/>
                  </a:lnTo>
                  <a:lnTo>
                    <a:pt x="1952467" y="1375400"/>
                  </a:lnTo>
                  <a:lnTo>
                    <a:pt x="1952296" y="1375306"/>
                  </a:lnTo>
                  <a:lnTo>
                    <a:pt x="1951989" y="1375559"/>
                  </a:lnTo>
                  <a:lnTo>
                    <a:pt x="1951446" y="1375877"/>
                  </a:lnTo>
                  <a:lnTo>
                    <a:pt x="1951298" y="1375925"/>
                  </a:lnTo>
                  <a:lnTo>
                    <a:pt x="1951043" y="1375893"/>
                  </a:lnTo>
                  <a:lnTo>
                    <a:pt x="1950872" y="1375850"/>
                  </a:lnTo>
                  <a:lnTo>
                    <a:pt x="1950728" y="1375776"/>
                  </a:lnTo>
                  <a:lnTo>
                    <a:pt x="1950377" y="1375508"/>
                  </a:lnTo>
                  <a:lnTo>
                    <a:pt x="1950330" y="1375393"/>
                  </a:lnTo>
                  <a:lnTo>
                    <a:pt x="1950110" y="1375075"/>
                  </a:lnTo>
                  <a:lnTo>
                    <a:pt x="1949772" y="1374815"/>
                  </a:lnTo>
                  <a:lnTo>
                    <a:pt x="1949486" y="1374710"/>
                  </a:lnTo>
                  <a:lnTo>
                    <a:pt x="1949350" y="1374549"/>
                  </a:lnTo>
                  <a:lnTo>
                    <a:pt x="1949213" y="1373866"/>
                  </a:lnTo>
                  <a:lnTo>
                    <a:pt x="1949471" y="1373565"/>
                  </a:lnTo>
                  <a:lnTo>
                    <a:pt x="1949210" y="1373247"/>
                  </a:lnTo>
                  <a:lnTo>
                    <a:pt x="1949147" y="1373211"/>
                  </a:lnTo>
                  <a:lnTo>
                    <a:pt x="1949075" y="1373205"/>
                  </a:lnTo>
                  <a:lnTo>
                    <a:pt x="1949049" y="1373313"/>
                  </a:lnTo>
                  <a:lnTo>
                    <a:pt x="1948812" y="1373248"/>
                  </a:lnTo>
                  <a:lnTo>
                    <a:pt x="1948630" y="1373164"/>
                  </a:lnTo>
                  <a:lnTo>
                    <a:pt x="1948533" y="1373094"/>
                  </a:lnTo>
                  <a:lnTo>
                    <a:pt x="1948510" y="1373160"/>
                  </a:lnTo>
                  <a:lnTo>
                    <a:pt x="1948508" y="1373511"/>
                  </a:lnTo>
                  <a:lnTo>
                    <a:pt x="1948472" y="1373735"/>
                  </a:lnTo>
                  <a:lnTo>
                    <a:pt x="1948192" y="1374014"/>
                  </a:lnTo>
                  <a:lnTo>
                    <a:pt x="1948034" y="1374033"/>
                  </a:lnTo>
                  <a:lnTo>
                    <a:pt x="1947950" y="1374110"/>
                  </a:lnTo>
                  <a:lnTo>
                    <a:pt x="1947895" y="1374184"/>
                  </a:lnTo>
                  <a:lnTo>
                    <a:pt x="1947853" y="1374289"/>
                  </a:lnTo>
                  <a:lnTo>
                    <a:pt x="1947827" y="1374417"/>
                  </a:lnTo>
                  <a:lnTo>
                    <a:pt x="1947844" y="1374484"/>
                  </a:lnTo>
                  <a:lnTo>
                    <a:pt x="1947747" y="1374679"/>
                  </a:lnTo>
                  <a:lnTo>
                    <a:pt x="1947415" y="1374991"/>
                  </a:lnTo>
                  <a:lnTo>
                    <a:pt x="1947857" y="1376031"/>
                  </a:lnTo>
                  <a:lnTo>
                    <a:pt x="1947966" y="1376219"/>
                  </a:lnTo>
                  <a:lnTo>
                    <a:pt x="1948116" y="1376338"/>
                  </a:lnTo>
                  <a:lnTo>
                    <a:pt x="1948347" y="1376315"/>
                  </a:lnTo>
                  <a:lnTo>
                    <a:pt x="1948451" y="1376345"/>
                  </a:lnTo>
                  <a:lnTo>
                    <a:pt x="1948712" y="1376474"/>
                  </a:lnTo>
                  <a:lnTo>
                    <a:pt x="1948869" y="1376498"/>
                  </a:lnTo>
                  <a:lnTo>
                    <a:pt x="1948926" y="1376442"/>
                  </a:lnTo>
                  <a:lnTo>
                    <a:pt x="1949034" y="1376411"/>
                  </a:lnTo>
                  <a:lnTo>
                    <a:pt x="1949111" y="1376551"/>
                  </a:lnTo>
                  <a:lnTo>
                    <a:pt x="1949113" y="1376898"/>
                  </a:lnTo>
                  <a:lnTo>
                    <a:pt x="1948939" y="1376921"/>
                  </a:lnTo>
                  <a:lnTo>
                    <a:pt x="1948700" y="1377121"/>
                  </a:lnTo>
                  <a:lnTo>
                    <a:pt x="1948693" y="1377239"/>
                  </a:lnTo>
                  <a:lnTo>
                    <a:pt x="1948724" y="1377364"/>
                  </a:lnTo>
                  <a:lnTo>
                    <a:pt x="1948859" y="1377540"/>
                  </a:lnTo>
                  <a:lnTo>
                    <a:pt x="1949258" y="1377632"/>
                  </a:lnTo>
                  <a:lnTo>
                    <a:pt x="1949399" y="1377651"/>
                  </a:lnTo>
                  <a:lnTo>
                    <a:pt x="1949435" y="1377638"/>
                  </a:lnTo>
                  <a:lnTo>
                    <a:pt x="1949523" y="1377560"/>
                  </a:lnTo>
                  <a:lnTo>
                    <a:pt x="1949447" y="1377442"/>
                  </a:lnTo>
                  <a:lnTo>
                    <a:pt x="1949566" y="1377291"/>
                  </a:lnTo>
                  <a:lnTo>
                    <a:pt x="1949794" y="1377301"/>
                  </a:lnTo>
                  <a:lnTo>
                    <a:pt x="1949890" y="1377347"/>
                  </a:lnTo>
                  <a:lnTo>
                    <a:pt x="1949956" y="1377437"/>
                  </a:lnTo>
                  <a:lnTo>
                    <a:pt x="1950011" y="1377596"/>
                  </a:lnTo>
                  <a:lnTo>
                    <a:pt x="1950013" y="1377702"/>
                  </a:lnTo>
                  <a:lnTo>
                    <a:pt x="1949952" y="1377874"/>
                  </a:lnTo>
                  <a:lnTo>
                    <a:pt x="1949727" y="1378382"/>
                  </a:lnTo>
                  <a:lnTo>
                    <a:pt x="1949744" y="1378401"/>
                  </a:lnTo>
                  <a:lnTo>
                    <a:pt x="1949833" y="1378393"/>
                  </a:lnTo>
                  <a:lnTo>
                    <a:pt x="1949900" y="1378424"/>
                  </a:lnTo>
                  <a:lnTo>
                    <a:pt x="1949791" y="1378567"/>
                  </a:lnTo>
                  <a:lnTo>
                    <a:pt x="1949706" y="1378638"/>
                  </a:lnTo>
                  <a:lnTo>
                    <a:pt x="1949516" y="1378685"/>
                  </a:lnTo>
                  <a:lnTo>
                    <a:pt x="1949479" y="1378583"/>
                  </a:lnTo>
                  <a:lnTo>
                    <a:pt x="1949498" y="1378343"/>
                  </a:lnTo>
                  <a:lnTo>
                    <a:pt x="1947770" y="1379095"/>
                  </a:lnTo>
                  <a:lnTo>
                    <a:pt x="1947744" y="1379106"/>
                  </a:lnTo>
                  <a:lnTo>
                    <a:pt x="1947699" y="1379190"/>
                  </a:lnTo>
                  <a:lnTo>
                    <a:pt x="1947689" y="1379197"/>
                  </a:lnTo>
                  <a:lnTo>
                    <a:pt x="1947658" y="1379218"/>
                  </a:lnTo>
                  <a:lnTo>
                    <a:pt x="1947648" y="1379230"/>
                  </a:lnTo>
                  <a:lnTo>
                    <a:pt x="1947646" y="1379246"/>
                  </a:lnTo>
                  <a:lnTo>
                    <a:pt x="1947643" y="1379253"/>
                  </a:lnTo>
                  <a:lnTo>
                    <a:pt x="1947633" y="1379256"/>
                  </a:lnTo>
                  <a:lnTo>
                    <a:pt x="1947626" y="1379261"/>
                  </a:lnTo>
                  <a:lnTo>
                    <a:pt x="1947620" y="1379277"/>
                  </a:lnTo>
                  <a:lnTo>
                    <a:pt x="1947621" y="1379293"/>
                  </a:lnTo>
                  <a:lnTo>
                    <a:pt x="1947615" y="1379307"/>
                  </a:lnTo>
                  <a:lnTo>
                    <a:pt x="1947569" y="1379297"/>
                  </a:lnTo>
                  <a:lnTo>
                    <a:pt x="1947572" y="1379274"/>
                  </a:lnTo>
                  <a:lnTo>
                    <a:pt x="1947549" y="1379265"/>
                  </a:lnTo>
                  <a:lnTo>
                    <a:pt x="1947543" y="1379264"/>
                  </a:lnTo>
                  <a:lnTo>
                    <a:pt x="1947524" y="1379264"/>
                  </a:lnTo>
                  <a:lnTo>
                    <a:pt x="1947515" y="1379263"/>
                  </a:lnTo>
                  <a:lnTo>
                    <a:pt x="1947501" y="1379265"/>
                  </a:lnTo>
                  <a:lnTo>
                    <a:pt x="1947489" y="1379303"/>
                  </a:lnTo>
                  <a:lnTo>
                    <a:pt x="1947457" y="1379301"/>
                  </a:lnTo>
                  <a:lnTo>
                    <a:pt x="1947452" y="1379294"/>
                  </a:lnTo>
                  <a:lnTo>
                    <a:pt x="1947443" y="1379269"/>
                  </a:lnTo>
                  <a:lnTo>
                    <a:pt x="1947432" y="1379266"/>
                  </a:lnTo>
                  <a:lnTo>
                    <a:pt x="1947416" y="1379255"/>
                  </a:lnTo>
                  <a:lnTo>
                    <a:pt x="1947410" y="1379248"/>
                  </a:lnTo>
                  <a:lnTo>
                    <a:pt x="1947404" y="1379246"/>
                  </a:lnTo>
                  <a:lnTo>
                    <a:pt x="1947320" y="1379216"/>
                  </a:lnTo>
                  <a:lnTo>
                    <a:pt x="1947311" y="1379213"/>
                  </a:lnTo>
                  <a:lnTo>
                    <a:pt x="1947229" y="1379181"/>
                  </a:lnTo>
                  <a:lnTo>
                    <a:pt x="1947201" y="1379176"/>
                  </a:lnTo>
                  <a:lnTo>
                    <a:pt x="1947132" y="1379171"/>
                  </a:lnTo>
                  <a:lnTo>
                    <a:pt x="1946999" y="1379155"/>
                  </a:lnTo>
                  <a:lnTo>
                    <a:pt x="1946730" y="1379125"/>
                  </a:lnTo>
                  <a:lnTo>
                    <a:pt x="1946667" y="1379119"/>
                  </a:lnTo>
                  <a:lnTo>
                    <a:pt x="1946564" y="1379109"/>
                  </a:lnTo>
                  <a:lnTo>
                    <a:pt x="1946526" y="1379122"/>
                  </a:lnTo>
                  <a:lnTo>
                    <a:pt x="1946491" y="1379175"/>
                  </a:lnTo>
                  <a:lnTo>
                    <a:pt x="1946401" y="1379315"/>
                  </a:lnTo>
                  <a:lnTo>
                    <a:pt x="1946378" y="1379350"/>
                  </a:lnTo>
                  <a:lnTo>
                    <a:pt x="1946151" y="1379711"/>
                  </a:lnTo>
                  <a:lnTo>
                    <a:pt x="1946131" y="1379743"/>
                  </a:lnTo>
                  <a:lnTo>
                    <a:pt x="1946115" y="1379741"/>
                  </a:lnTo>
                  <a:lnTo>
                    <a:pt x="1945897" y="1379589"/>
                  </a:lnTo>
                  <a:lnTo>
                    <a:pt x="1945895" y="1379577"/>
                  </a:lnTo>
                  <a:lnTo>
                    <a:pt x="1945904" y="1379559"/>
                  </a:lnTo>
                  <a:lnTo>
                    <a:pt x="1946059" y="1379309"/>
                  </a:lnTo>
                  <a:lnTo>
                    <a:pt x="1946189" y="1379100"/>
                  </a:lnTo>
                  <a:lnTo>
                    <a:pt x="1946192" y="1379087"/>
                  </a:lnTo>
                  <a:lnTo>
                    <a:pt x="1946150" y="1379063"/>
                  </a:lnTo>
                  <a:lnTo>
                    <a:pt x="1946102" y="1379057"/>
                  </a:lnTo>
                  <a:lnTo>
                    <a:pt x="1945856" y="1379030"/>
                  </a:lnTo>
                  <a:lnTo>
                    <a:pt x="1945835" y="1379028"/>
                  </a:lnTo>
                  <a:lnTo>
                    <a:pt x="1945782" y="1379040"/>
                  </a:lnTo>
                  <a:lnTo>
                    <a:pt x="1945765" y="1379046"/>
                  </a:lnTo>
                  <a:lnTo>
                    <a:pt x="1945732" y="1379051"/>
                  </a:lnTo>
                  <a:lnTo>
                    <a:pt x="1945712" y="1379048"/>
                  </a:lnTo>
                  <a:lnTo>
                    <a:pt x="1945675" y="1379101"/>
                  </a:lnTo>
                  <a:lnTo>
                    <a:pt x="1945667" y="1379101"/>
                  </a:lnTo>
                  <a:lnTo>
                    <a:pt x="1945652" y="1379063"/>
                  </a:lnTo>
                  <a:lnTo>
                    <a:pt x="1945648" y="1379055"/>
                  </a:lnTo>
                  <a:lnTo>
                    <a:pt x="1945635" y="1379062"/>
                  </a:lnTo>
                  <a:lnTo>
                    <a:pt x="1945626" y="1379091"/>
                  </a:lnTo>
                  <a:lnTo>
                    <a:pt x="1945623" y="1379096"/>
                  </a:lnTo>
                  <a:lnTo>
                    <a:pt x="1945611" y="1379103"/>
                  </a:lnTo>
                  <a:lnTo>
                    <a:pt x="1945604" y="1379120"/>
                  </a:lnTo>
                  <a:lnTo>
                    <a:pt x="1945580" y="1379132"/>
                  </a:lnTo>
                  <a:lnTo>
                    <a:pt x="1945556" y="1379145"/>
                  </a:lnTo>
                  <a:lnTo>
                    <a:pt x="1945538" y="1379156"/>
                  </a:lnTo>
                  <a:lnTo>
                    <a:pt x="1945515" y="1379178"/>
                  </a:lnTo>
                  <a:lnTo>
                    <a:pt x="1945508" y="1379210"/>
                  </a:lnTo>
                  <a:lnTo>
                    <a:pt x="1945508" y="1379232"/>
                  </a:lnTo>
                  <a:lnTo>
                    <a:pt x="1945513" y="1379255"/>
                  </a:lnTo>
                  <a:lnTo>
                    <a:pt x="1945504" y="1379271"/>
                  </a:lnTo>
                  <a:lnTo>
                    <a:pt x="1945492" y="1379288"/>
                  </a:lnTo>
                  <a:lnTo>
                    <a:pt x="1945485" y="1379300"/>
                  </a:lnTo>
                  <a:lnTo>
                    <a:pt x="1945480" y="1379309"/>
                  </a:lnTo>
                  <a:lnTo>
                    <a:pt x="1945465" y="1379300"/>
                  </a:lnTo>
                  <a:lnTo>
                    <a:pt x="1945383" y="1379241"/>
                  </a:lnTo>
                  <a:lnTo>
                    <a:pt x="1945359" y="1379220"/>
                  </a:lnTo>
                  <a:lnTo>
                    <a:pt x="1945361" y="1379215"/>
                  </a:lnTo>
                  <a:lnTo>
                    <a:pt x="1945370" y="1379215"/>
                  </a:lnTo>
                  <a:lnTo>
                    <a:pt x="1945387" y="1379220"/>
                  </a:lnTo>
                  <a:lnTo>
                    <a:pt x="1945402" y="1379205"/>
                  </a:lnTo>
                  <a:lnTo>
                    <a:pt x="1945405" y="1379198"/>
                  </a:lnTo>
                  <a:lnTo>
                    <a:pt x="1945407" y="1379192"/>
                  </a:lnTo>
                  <a:lnTo>
                    <a:pt x="1945411" y="1379180"/>
                  </a:lnTo>
                  <a:lnTo>
                    <a:pt x="1945406" y="1379162"/>
                  </a:lnTo>
                  <a:lnTo>
                    <a:pt x="1945388" y="1379142"/>
                  </a:lnTo>
                  <a:lnTo>
                    <a:pt x="1945354" y="1379136"/>
                  </a:lnTo>
                  <a:lnTo>
                    <a:pt x="1945321" y="1379124"/>
                  </a:lnTo>
                  <a:lnTo>
                    <a:pt x="1945310" y="1379094"/>
                  </a:lnTo>
                  <a:lnTo>
                    <a:pt x="1945309" y="1379080"/>
                  </a:lnTo>
                  <a:lnTo>
                    <a:pt x="1945311" y="1379065"/>
                  </a:lnTo>
                  <a:lnTo>
                    <a:pt x="1945313" y="1379053"/>
                  </a:lnTo>
                  <a:lnTo>
                    <a:pt x="1945323" y="1379047"/>
                  </a:lnTo>
                  <a:lnTo>
                    <a:pt x="1945323" y="1379039"/>
                  </a:lnTo>
                  <a:lnTo>
                    <a:pt x="1945309" y="1379034"/>
                  </a:lnTo>
                  <a:lnTo>
                    <a:pt x="1945279" y="1379043"/>
                  </a:lnTo>
                  <a:lnTo>
                    <a:pt x="1945263" y="1379040"/>
                  </a:lnTo>
                  <a:lnTo>
                    <a:pt x="1945260" y="1379029"/>
                  </a:lnTo>
                  <a:lnTo>
                    <a:pt x="1945274" y="1379006"/>
                  </a:lnTo>
                  <a:lnTo>
                    <a:pt x="1945314" y="1378944"/>
                  </a:lnTo>
                  <a:lnTo>
                    <a:pt x="1945331" y="1378912"/>
                  </a:lnTo>
                  <a:lnTo>
                    <a:pt x="1945246" y="1378869"/>
                  </a:lnTo>
                  <a:lnTo>
                    <a:pt x="1944841" y="1378661"/>
                  </a:lnTo>
                  <a:lnTo>
                    <a:pt x="1944614" y="1378523"/>
                  </a:lnTo>
                  <a:lnTo>
                    <a:pt x="1944535" y="1378424"/>
                  </a:lnTo>
                  <a:lnTo>
                    <a:pt x="1944371" y="1377985"/>
                  </a:lnTo>
                  <a:lnTo>
                    <a:pt x="1944325" y="1377742"/>
                  </a:lnTo>
                  <a:lnTo>
                    <a:pt x="1944268" y="1377132"/>
                  </a:lnTo>
                  <a:lnTo>
                    <a:pt x="1944442" y="1376683"/>
                  </a:lnTo>
                  <a:lnTo>
                    <a:pt x="1944616" y="1376318"/>
                  </a:lnTo>
                  <a:lnTo>
                    <a:pt x="1944644" y="1376370"/>
                  </a:lnTo>
                  <a:lnTo>
                    <a:pt x="1944695" y="1376409"/>
                  </a:lnTo>
                  <a:lnTo>
                    <a:pt x="1944937" y="1376541"/>
                  </a:lnTo>
                  <a:lnTo>
                    <a:pt x="1945179" y="1376655"/>
                  </a:lnTo>
                  <a:lnTo>
                    <a:pt x="1945431" y="1376709"/>
                  </a:lnTo>
                  <a:lnTo>
                    <a:pt x="1945729" y="1376308"/>
                  </a:lnTo>
                  <a:lnTo>
                    <a:pt x="1945932" y="1375727"/>
                  </a:lnTo>
                  <a:lnTo>
                    <a:pt x="1946066" y="1375771"/>
                  </a:lnTo>
                  <a:lnTo>
                    <a:pt x="1946272" y="1375402"/>
                  </a:lnTo>
                  <a:lnTo>
                    <a:pt x="1946290" y="1375281"/>
                  </a:lnTo>
                  <a:lnTo>
                    <a:pt x="1946251" y="1374956"/>
                  </a:lnTo>
                  <a:lnTo>
                    <a:pt x="1946085" y="1374898"/>
                  </a:lnTo>
                  <a:lnTo>
                    <a:pt x="1946186" y="1374555"/>
                  </a:lnTo>
                  <a:lnTo>
                    <a:pt x="1946290" y="1374574"/>
                  </a:lnTo>
                  <a:lnTo>
                    <a:pt x="1946296" y="1374576"/>
                  </a:lnTo>
                  <a:lnTo>
                    <a:pt x="1946496" y="1374074"/>
                  </a:lnTo>
                  <a:lnTo>
                    <a:pt x="1946492" y="1373922"/>
                  </a:lnTo>
                  <a:lnTo>
                    <a:pt x="1946480" y="1373922"/>
                  </a:lnTo>
                  <a:lnTo>
                    <a:pt x="1946448" y="1373927"/>
                  </a:lnTo>
                  <a:lnTo>
                    <a:pt x="1946448" y="1373943"/>
                  </a:lnTo>
                  <a:lnTo>
                    <a:pt x="1946449" y="1374067"/>
                  </a:lnTo>
                  <a:lnTo>
                    <a:pt x="1946436" y="1374097"/>
                  </a:lnTo>
                  <a:lnTo>
                    <a:pt x="1946377" y="1374118"/>
                  </a:lnTo>
                  <a:lnTo>
                    <a:pt x="1945770" y="1374424"/>
                  </a:lnTo>
                  <a:lnTo>
                    <a:pt x="1945620" y="1374036"/>
                  </a:lnTo>
                  <a:lnTo>
                    <a:pt x="1945963" y="1373728"/>
                  </a:lnTo>
                  <a:lnTo>
                    <a:pt x="1946049" y="1373672"/>
                  </a:lnTo>
                  <a:lnTo>
                    <a:pt x="1946055" y="1373660"/>
                  </a:lnTo>
                  <a:lnTo>
                    <a:pt x="1946009" y="1373571"/>
                  </a:lnTo>
                  <a:lnTo>
                    <a:pt x="1945541" y="1373792"/>
                  </a:lnTo>
                  <a:lnTo>
                    <a:pt x="1944625" y="1374028"/>
                  </a:lnTo>
                  <a:lnTo>
                    <a:pt x="1943758" y="1374253"/>
                  </a:lnTo>
                  <a:lnTo>
                    <a:pt x="1943735" y="1374249"/>
                  </a:lnTo>
                  <a:lnTo>
                    <a:pt x="1943543" y="1373876"/>
                  </a:lnTo>
                  <a:lnTo>
                    <a:pt x="1943603" y="1373825"/>
                  </a:lnTo>
                  <a:lnTo>
                    <a:pt x="1943964" y="1373615"/>
                  </a:lnTo>
                  <a:lnTo>
                    <a:pt x="1944633" y="1373464"/>
                  </a:lnTo>
                  <a:lnTo>
                    <a:pt x="1945664" y="1373232"/>
                  </a:lnTo>
                  <a:lnTo>
                    <a:pt x="1945675" y="1373162"/>
                  </a:lnTo>
                  <a:lnTo>
                    <a:pt x="1945653" y="1373166"/>
                  </a:lnTo>
                  <a:lnTo>
                    <a:pt x="1945651" y="1373180"/>
                  </a:lnTo>
                  <a:lnTo>
                    <a:pt x="1945647" y="1373185"/>
                  </a:lnTo>
                  <a:lnTo>
                    <a:pt x="1945641" y="1373182"/>
                  </a:lnTo>
                  <a:lnTo>
                    <a:pt x="1945640" y="1373177"/>
                  </a:lnTo>
                  <a:lnTo>
                    <a:pt x="1945637" y="1373173"/>
                  </a:lnTo>
                  <a:lnTo>
                    <a:pt x="1945626" y="1373164"/>
                  </a:lnTo>
                  <a:lnTo>
                    <a:pt x="1945622" y="1373161"/>
                  </a:lnTo>
                  <a:lnTo>
                    <a:pt x="1945606" y="1373147"/>
                  </a:lnTo>
                  <a:lnTo>
                    <a:pt x="1945382" y="1373164"/>
                  </a:lnTo>
                  <a:lnTo>
                    <a:pt x="1945377" y="1373199"/>
                  </a:lnTo>
                  <a:lnTo>
                    <a:pt x="1945264" y="1373178"/>
                  </a:lnTo>
                  <a:lnTo>
                    <a:pt x="1944926" y="1373080"/>
                  </a:lnTo>
                  <a:lnTo>
                    <a:pt x="1944730" y="1373175"/>
                  </a:lnTo>
                  <a:lnTo>
                    <a:pt x="1944608" y="1373292"/>
                  </a:lnTo>
                  <a:lnTo>
                    <a:pt x="1944576" y="1373377"/>
                  </a:lnTo>
                  <a:lnTo>
                    <a:pt x="1944386" y="1373462"/>
                  </a:lnTo>
                  <a:lnTo>
                    <a:pt x="1943685" y="1373644"/>
                  </a:lnTo>
                  <a:lnTo>
                    <a:pt x="1943489" y="1373830"/>
                  </a:lnTo>
                  <a:lnTo>
                    <a:pt x="1943355" y="1374150"/>
                  </a:lnTo>
                  <a:lnTo>
                    <a:pt x="1943213" y="1374432"/>
                  </a:lnTo>
                  <a:lnTo>
                    <a:pt x="1942894" y="1374433"/>
                  </a:lnTo>
                  <a:lnTo>
                    <a:pt x="1942690" y="1374367"/>
                  </a:lnTo>
                  <a:lnTo>
                    <a:pt x="1942491" y="1374222"/>
                  </a:lnTo>
                  <a:lnTo>
                    <a:pt x="1942386" y="1374118"/>
                  </a:lnTo>
                  <a:lnTo>
                    <a:pt x="1942164" y="1373784"/>
                  </a:lnTo>
                  <a:lnTo>
                    <a:pt x="1942129" y="1373622"/>
                  </a:lnTo>
                  <a:lnTo>
                    <a:pt x="1942233" y="1373374"/>
                  </a:lnTo>
                  <a:lnTo>
                    <a:pt x="1942406" y="1373207"/>
                  </a:lnTo>
                  <a:lnTo>
                    <a:pt x="1942451" y="1373212"/>
                  </a:lnTo>
                  <a:lnTo>
                    <a:pt x="1942521" y="1373138"/>
                  </a:lnTo>
                  <a:lnTo>
                    <a:pt x="1942539" y="1372572"/>
                  </a:lnTo>
                  <a:lnTo>
                    <a:pt x="1942512" y="1372335"/>
                  </a:lnTo>
                  <a:lnTo>
                    <a:pt x="1942518" y="1372317"/>
                  </a:lnTo>
                  <a:lnTo>
                    <a:pt x="1942703" y="1372229"/>
                  </a:lnTo>
                  <a:lnTo>
                    <a:pt x="1942760" y="1372001"/>
                  </a:lnTo>
                  <a:lnTo>
                    <a:pt x="1942748" y="1371838"/>
                  </a:lnTo>
                  <a:lnTo>
                    <a:pt x="1943064" y="1371933"/>
                  </a:lnTo>
                  <a:lnTo>
                    <a:pt x="1943162" y="1372074"/>
                  </a:lnTo>
                  <a:lnTo>
                    <a:pt x="1943273" y="1372278"/>
                  </a:lnTo>
                  <a:lnTo>
                    <a:pt x="1943417" y="1372291"/>
                  </a:lnTo>
                  <a:lnTo>
                    <a:pt x="1943833" y="1372202"/>
                  </a:lnTo>
                  <a:lnTo>
                    <a:pt x="1944183" y="1371964"/>
                  </a:lnTo>
                  <a:lnTo>
                    <a:pt x="1944303" y="1371641"/>
                  </a:lnTo>
                  <a:lnTo>
                    <a:pt x="1944461" y="1371209"/>
                  </a:lnTo>
                  <a:lnTo>
                    <a:pt x="1943926" y="1370815"/>
                  </a:lnTo>
                  <a:lnTo>
                    <a:pt x="1943678" y="1370818"/>
                  </a:lnTo>
                  <a:lnTo>
                    <a:pt x="1943628" y="1370972"/>
                  </a:lnTo>
                  <a:lnTo>
                    <a:pt x="1943476" y="1370973"/>
                  </a:lnTo>
                  <a:lnTo>
                    <a:pt x="1943141" y="1370913"/>
                  </a:lnTo>
                  <a:lnTo>
                    <a:pt x="1943055" y="1370880"/>
                  </a:lnTo>
                  <a:lnTo>
                    <a:pt x="1942807" y="1370769"/>
                  </a:lnTo>
                  <a:lnTo>
                    <a:pt x="1942822" y="1370688"/>
                  </a:lnTo>
                  <a:lnTo>
                    <a:pt x="1942729" y="1370649"/>
                  </a:lnTo>
                  <a:lnTo>
                    <a:pt x="1942440" y="1370753"/>
                  </a:lnTo>
                  <a:lnTo>
                    <a:pt x="1942388" y="1370996"/>
                  </a:lnTo>
                  <a:lnTo>
                    <a:pt x="1942020" y="1371204"/>
                  </a:lnTo>
                  <a:lnTo>
                    <a:pt x="1941889" y="1371180"/>
                  </a:lnTo>
                  <a:lnTo>
                    <a:pt x="1941881" y="1371104"/>
                  </a:lnTo>
                  <a:lnTo>
                    <a:pt x="1941765" y="1371135"/>
                  </a:lnTo>
                  <a:lnTo>
                    <a:pt x="1941310" y="1371167"/>
                  </a:lnTo>
                  <a:lnTo>
                    <a:pt x="1941118" y="1371340"/>
                  </a:lnTo>
                  <a:lnTo>
                    <a:pt x="1940770" y="1371523"/>
                  </a:lnTo>
                  <a:lnTo>
                    <a:pt x="1939642" y="1372001"/>
                  </a:lnTo>
                  <a:lnTo>
                    <a:pt x="1939630" y="1372003"/>
                  </a:lnTo>
                  <a:lnTo>
                    <a:pt x="1939625" y="1372004"/>
                  </a:lnTo>
                  <a:lnTo>
                    <a:pt x="1939584" y="1371971"/>
                  </a:lnTo>
                  <a:lnTo>
                    <a:pt x="1939426" y="1371988"/>
                  </a:lnTo>
                  <a:lnTo>
                    <a:pt x="1939208" y="1372056"/>
                  </a:lnTo>
                  <a:lnTo>
                    <a:pt x="1939124" y="1372082"/>
                  </a:lnTo>
                  <a:lnTo>
                    <a:pt x="1939226" y="1372245"/>
                  </a:lnTo>
                  <a:lnTo>
                    <a:pt x="1939232" y="1372255"/>
                  </a:lnTo>
                  <a:lnTo>
                    <a:pt x="1939392" y="1372555"/>
                  </a:lnTo>
                  <a:lnTo>
                    <a:pt x="1938918" y="1372605"/>
                  </a:lnTo>
                  <a:lnTo>
                    <a:pt x="1938766" y="1372621"/>
                  </a:lnTo>
                  <a:lnTo>
                    <a:pt x="1938713" y="1372656"/>
                  </a:lnTo>
                  <a:lnTo>
                    <a:pt x="1938728" y="1372689"/>
                  </a:lnTo>
                  <a:lnTo>
                    <a:pt x="1938650" y="1372781"/>
                  </a:lnTo>
                  <a:lnTo>
                    <a:pt x="1938122" y="1372853"/>
                  </a:lnTo>
                  <a:lnTo>
                    <a:pt x="1937861" y="1372752"/>
                  </a:lnTo>
                  <a:lnTo>
                    <a:pt x="1937642" y="1372768"/>
                  </a:lnTo>
                  <a:lnTo>
                    <a:pt x="1937618" y="1372821"/>
                  </a:lnTo>
                  <a:lnTo>
                    <a:pt x="1937682" y="1372853"/>
                  </a:lnTo>
                  <a:lnTo>
                    <a:pt x="1938049" y="1373038"/>
                  </a:lnTo>
                  <a:lnTo>
                    <a:pt x="1938601" y="1372919"/>
                  </a:lnTo>
                  <a:lnTo>
                    <a:pt x="1938870" y="1373055"/>
                  </a:lnTo>
                  <a:lnTo>
                    <a:pt x="1939092" y="1372958"/>
                  </a:lnTo>
                  <a:lnTo>
                    <a:pt x="1939454" y="1373038"/>
                  </a:lnTo>
                  <a:lnTo>
                    <a:pt x="1939490" y="1373312"/>
                  </a:lnTo>
                  <a:lnTo>
                    <a:pt x="1939882" y="1373398"/>
                  </a:lnTo>
                  <a:lnTo>
                    <a:pt x="1940003" y="1373752"/>
                  </a:lnTo>
                  <a:lnTo>
                    <a:pt x="1940019" y="1373761"/>
                  </a:lnTo>
                  <a:lnTo>
                    <a:pt x="1940099" y="1373765"/>
                  </a:lnTo>
                  <a:lnTo>
                    <a:pt x="1940457" y="1373735"/>
                  </a:lnTo>
                  <a:lnTo>
                    <a:pt x="1940478" y="1373771"/>
                  </a:lnTo>
                  <a:lnTo>
                    <a:pt x="1940490" y="1373843"/>
                  </a:lnTo>
                  <a:lnTo>
                    <a:pt x="1940450" y="1373923"/>
                  </a:lnTo>
                  <a:lnTo>
                    <a:pt x="1940367" y="1373979"/>
                  </a:lnTo>
                  <a:lnTo>
                    <a:pt x="1940522" y="1374315"/>
                  </a:lnTo>
                  <a:lnTo>
                    <a:pt x="1940388" y="1374381"/>
                  </a:lnTo>
                  <a:lnTo>
                    <a:pt x="1940528" y="1374709"/>
                  </a:lnTo>
                  <a:lnTo>
                    <a:pt x="1940885" y="1374710"/>
                  </a:lnTo>
                  <a:lnTo>
                    <a:pt x="1940989" y="1374833"/>
                  </a:lnTo>
                  <a:lnTo>
                    <a:pt x="1941295" y="1374726"/>
                  </a:lnTo>
                  <a:lnTo>
                    <a:pt x="1941345" y="1374593"/>
                  </a:lnTo>
                  <a:lnTo>
                    <a:pt x="1941562" y="1374488"/>
                  </a:lnTo>
                  <a:lnTo>
                    <a:pt x="1941802" y="1374581"/>
                  </a:lnTo>
                  <a:lnTo>
                    <a:pt x="1941744" y="1374736"/>
                  </a:lnTo>
                  <a:lnTo>
                    <a:pt x="1941820" y="1374795"/>
                  </a:lnTo>
                  <a:lnTo>
                    <a:pt x="1942238" y="1374840"/>
                  </a:lnTo>
                  <a:lnTo>
                    <a:pt x="1942358" y="1375012"/>
                  </a:lnTo>
                  <a:lnTo>
                    <a:pt x="1942334" y="1375130"/>
                  </a:lnTo>
                  <a:lnTo>
                    <a:pt x="1942007" y="1375714"/>
                  </a:lnTo>
                  <a:lnTo>
                    <a:pt x="1942024" y="1375816"/>
                  </a:lnTo>
                  <a:lnTo>
                    <a:pt x="1942178" y="1375823"/>
                  </a:lnTo>
                  <a:lnTo>
                    <a:pt x="1942249" y="1376279"/>
                  </a:lnTo>
                  <a:lnTo>
                    <a:pt x="1942186" y="1376549"/>
                  </a:lnTo>
                  <a:lnTo>
                    <a:pt x="1941997" y="1376775"/>
                  </a:lnTo>
                  <a:lnTo>
                    <a:pt x="1941781" y="1376590"/>
                  </a:lnTo>
                  <a:lnTo>
                    <a:pt x="1941739" y="1376610"/>
                  </a:lnTo>
                  <a:lnTo>
                    <a:pt x="1941682" y="1376771"/>
                  </a:lnTo>
                  <a:lnTo>
                    <a:pt x="1941553" y="1376980"/>
                  </a:lnTo>
                  <a:lnTo>
                    <a:pt x="1941421" y="1377071"/>
                  </a:lnTo>
                  <a:lnTo>
                    <a:pt x="1941003" y="1377078"/>
                  </a:lnTo>
                  <a:lnTo>
                    <a:pt x="1940872" y="1377143"/>
                  </a:lnTo>
                  <a:lnTo>
                    <a:pt x="1940475" y="1377764"/>
                  </a:lnTo>
                  <a:lnTo>
                    <a:pt x="1940489" y="1377905"/>
                  </a:lnTo>
                  <a:lnTo>
                    <a:pt x="1940530" y="1378014"/>
                  </a:lnTo>
                  <a:lnTo>
                    <a:pt x="1940718" y="1378376"/>
                  </a:lnTo>
                  <a:lnTo>
                    <a:pt x="1940954" y="1378625"/>
                  </a:lnTo>
                  <a:lnTo>
                    <a:pt x="1941031" y="1378698"/>
                  </a:lnTo>
                  <a:lnTo>
                    <a:pt x="1941284" y="1378737"/>
                  </a:lnTo>
                  <a:lnTo>
                    <a:pt x="1941716" y="1378857"/>
                  </a:lnTo>
                  <a:lnTo>
                    <a:pt x="1941747" y="1378917"/>
                  </a:lnTo>
                  <a:lnTo>
                    <a:pt x="1941744" y="1378937"/>
                  </a:lnTo>
                  <a:lnTo>
                    <a:pt x="1941675" y="1379041"/>
                  </a:lnTo>
                  <a:lnTo>
                    <a:pt x="1941600" y="1379051"/>
                  </a:lnTo>
                  <a:lnTo>
                    <a:pt x="1941518" y="1379032"/>
                  </a:lnTo>
                  <a:lnTo>
                    <a:pt x="1941426" y="1379055"/>
                  </a:lnTo>
                  <a:lnTo>
                    <a:pt x="1941096" y="1379184"/>
                  </a:lnTo>
                  <a:lnTo>
                    <a:pt x="1940869" y="1379417"/>
                  </a:lnTo>
                  <a:lnTo>
                    <a:pt x="1940634" y="1379514"/>
                  </a:lnTo>
                  <a:lnTo>
                    <a:pt x="1940109" y="1379506"/>
                  </a:lnTo>
                  <a:lnTo>
                    <a:pt x="1940105" y="1379476"/>
                  </a:lnTo>
                  <a:lnTo>
                    <a:pt x="1939310" y="1379494"/>
                  </a:lnTo>
                  <a:lnTo>
                    <a:pt x="1939302" y="1379581"/>
                  </a:lnTo>
                  <a:lnTo>
                    <a:pt x="1939344" y="1379714"/>
                  </a:lnTo>
                  <a:lnTo>
                    <a:pt x="1939291" y="1379982"/>
                  </a:lnTo>
                  <a:lnTo>
                    <a:pt x="1938633" y="1380033"/>
                  </a:lnTo>
                  <a:lnTo>
                    <a:pt x="1938651" y="1379752"/>
                  </a:lnTo>
                  <a:lnTo>
                    <a:pt x="1938567" y="1379804"/>
                  </a:lnTo>
                  <a:lnTo>
                    <a:pt x="1938260" y="1379864"/>
                  </a:lnTo>
                  <a:lnTo>
                    <a:pt x="1937667" y="1380140"/>
                  </a:lnTo>
                  <a:lnTo>
                    <a:pt x="1937284" y="1380353"/>
                  </a:lnTo>
                  <a:lnTo>
                    <a:pt x="1937087" y="1380462"/>
                  </a:lnTo>
                  <a:lnTo>
                    <a:pt x="1937072" y="1380473"/>
                  </a:lnTo>
                  <a:lnTo>
                    <a:pt x="1937144" y="1380578"/>
                  </a:lnTo>
                  <a:lnTo>
                    <a:pt x="1937150" y="1380580"/>
                  </a:lnTo>
                  <a:lnTo>
                    <a:pt x="1937224" y="1380657"/>
                  </a:lnTo>
                  <a:lnTo>
                    <a:pt x="1937263" y="1380636"/>
                  </a:lnTo>
                  <a:lnTo>
                    <a:pt x="1937270" y="1380627"/>
                  </a:lnTo>
                  <a:lnTo>
                    <a:pt x="1937278" y="1380619"/>
                  </a:lnTo>
                  <a:lnTo>
                    <a:pt x="1937291" y="1380617"/>
                  </a:lnTo>
                  <a:lnTo>
                    <a:pt x="1937369" y="1380623"/>
                  </a:lnTo>
                  <a:lnTo>
                    <a:pt x="1937627" y="1380632"/>
                  </a:lnTo>
                  <a:lnTo>
                    <a:pt x="1938083" y="1380657"/>
                  </a:lnTo>
                  <a:lnTo>
                    <a:pt x="1938102" y="1380652"/>
                  </a:lnTo>
                  <a:lnTo>
                    <a:pt x="1938113" y="1380635"/>
                  </a:lnTo>
                  <a:lnTo>
                    <a:pt x="1938127" y="1380617"/>
                  </a:lnTo>
                  <a:lnTo>
                    <a:pt x="1938135" y="1380609"/>
                  </a:lnTo>
                  <a:lnTo>
                    <a:pt x="1938146" y="1380609"/>
                  </a:lnTo>
                  <a:lnTo>
                    <a:pt x="1938175" y="1380615"/>
                  </a:lnTo>
                  <a:lnTo>
                    <a:pt x="1938218" y="1380645"/>
                  </a:lnTo>
                  <a:lnTo>
                    <a:pt x="1938259" y="1380668"/>
                  </a:lnTo>
                  <a:lnTo>
                    <a:pt x="1938276" y="1380670"/>
                  </a:lnTo>
                  <a:lnTo>
                    <a:pt x="1938290" y="1380659"/>
                  </a:lnTo>
                  <a:lnTo>
                    <a:pt x="1938294" y="1380650"/>
                  </a:lnTo>
                  <a:lnTo>
                    <a:pt x="1938311" y="1380645"/>
                  </a:lnTo>
                  <a:lnTo>
                    <a:pt x="1938318" y="1380649"/>
                  </a:lnTo>
                  <a:lnTo>
                    <a:pt x="1938324" y="1380663"/>
                  </a:lnTo>
                  <a:lnTo>
                    <a:pt x="1938322" y="1380680"/>
                  </a:lnTo>
                  <a:lnTo>
                    <a:pt x="1938310" y="1380693"/>
                  </a:lnTo>
                  <a:lnTo>
                    <a:pt x="1938298" y="1380696"/>
                  </a:lnTo>
                  <a:lnTo>
                    <a:pt x="1938286" y="1380700"/>
                  </a:lnTo>
                  <a:lnTo>
                    <a:pt x="1938281" y="1380711"/>
                  </a:lnTo>
                  <a:lnTo>
                    <a:pt x="1938278" y="1380718"/>
                  </a:lnTo>
                  <a:lnTo>
                    <a:pt x="1938271" y="1380763"/>
                  </a:lnTo>
                  <a:lnTo>
                    <a:pt x="1938280" y="1380772"/>
                  </a:lnTo>
                  <a:lnTo>
                    <a:pt x="1938703" y="1381173"/>
                  </a:lnTo>
                  <a:lnTo>
                    <a:pt x="1938930" y="1381389"/>
                  </a:lnTo>
                  <a:lnTo>
                    <a:pt x="1939915" y="1382324"/>
                  </a:lnTo>
                  <a:lnTo>
                    <a:pt x="1940271" y="1382473"/>
                  </a:lnTo>
                  <a:lnTo>
                    <a:pt x="1940340" y="1382502"/>
                  </a:lnTo>
                  <a:lnTo>
                    <a:pt x="1940440" y="1382544"/>
                  </a:lnTo>
                  <a:lnTo>
                    <a:pt x="1940454" y="1382550"/>
                  </a:lnTo>
                  <a:lnTo>
                    <a:pt x="1940488" y="1382564"/>
                  </a:lnTo>
                  <a:lnTo>
                    <a:pt x="1940494" y="1382567"/>
                  </a:lnTo>
                  <a:lnTo>
                    <a:pt x="1940526" y="1382518"/>
                  </a:lnTo>
                  <a:lnTo>
                    <a:pt x="1940525" y="1382497"/>
                  </a:lnTo>
                  <a:lnTo>
                    <a:pt x="1940525" y="1382490"/>
                  </a:lnTo>
                  <a:lnTo>
                    <a:pt x="1940524" y="1382449"/>
                  </a:lnTo>
                  <a:lnTo>
                    <a:pt x="1940531" y="1382448"/>
                  </a:lnTo>
                  <a:lnTo>
                    <a:pt x="1940557" y="1382443"/>
                  </a:lnTo>
                  <a:lnTo>
                    <a:pt x="1940576" y="1382483"/>
                  </a:lnTo>
                  <a:lnTo>
                    <a:pt x="1940579" y="1382490"/>
                  </a:lnTo>
                  <a:lnTo>
                    <a:pt x="1940580" y="1382502"/>
                  </a:lnTo>
                  <a:lnTo>
                    <a:pt x="1940583" y="1382583"/>
                  </a:lnTo>
                  <a:lnTo>
                    <a:pt x="1940566" y="1382629"/>
                  </a:lnTo>
                  <a:lnTo>
                    <a:pt x="1940560" y="1382646"/>
                  </a:lnTo>
                  <a:lnTo>
                    <a:pt x="1940577" y="1382668"/>
                  </a:lnTo>
                  <a:lnTo>
                    <a:pt x="1940588" y="1382681"/>
                  </a:lnTo>
                  <a:lnTo>
                    <a:pt x="1940893" y="1382865"/>
                  </a:lnTo>
                  <a:lnTo>
                    <a:pt x="1941095" y="1383013"/>
                  </a:lnTo>
                  <a:lnTo>
                    <a:pt x="1941476" y="1383292"/>
                  </a:lnTo>
                  <a:lnTo>
                    <a:pt x="1941575" y="1383364"/>
                  </a:lnTo>
                  <a:lnTo>
                    <a:pt x="1941846" y="1383562"/>
                  </a:lnTo>
                  <a:lnTo>
                    <a:pt x="1941926" y="1383621"/>
                  </a:lnTo>
                  <a:lnTo>
                    <a:pt x="1942048" y="1383708"/>
                  </a:lnTo>
                  <a:lnTo>
                    <a:pt x="1942239" y="1383846"/>
                  </a:lnTo>
                  <a:lnTo>
                    <a:pt x="1942278" y="1383834"/>
                  </a:lnTo>
                  <a:lnTo>
                    <a:pt x="1942292" y="1383821"/>
                  </a:lnTo>
                  <a:lnTo>
                    <a:pt x="1942458" y="1383735"/>
                  </a:lnTo>
                  <a:lnTo>
                    <a:pt x="1942634" y="1383614"/>
                  </a:lnTo>
                  <a:lnTo>
                    <a:pt x="1942707" y="1383446"/>
                  </a:lnTo>
                  <a:lnTo>
                    <a:pt x="1942763" y="1382998"/>
                  </a:lnTo>
                  <a:lnTo>
                    <a:pt x="1942514" y="1382859"/>
                  </a:lnTo>
                  <a:lnTo>
                    <a:pt x="1942405" y="1382721"/>
                  </a:lnTo>
                  <a:lnTo>
                    <a:pt x="1942397" y="1382677"/>
                  </a:lnTo>
                  <a:lnTo>
                    <a:pt x="1942483" y="1382644"/>
                  </a:lnTo>
                  <a:lnTo>
                    <a:pt x="1942793" y="1382681"/>
                  </a:lnTo>
                  <a:lnTo>
                    <a:pt x="1942849" y="1382553"/>
                  </a:lnTo>
                  <a:lnTo>
                    <a:pt x="1942789" y="1382520"/>
                  </a:lnTo>
                  <a:lnTo>
                    <a:pt x="1942799" y="1382347"/>
                  </a:lnTo>
                  <a:lnTo>
                    <a:pt x="1942989" y="1382054"/>
                  </a:lnTo>
                  <a:lnTo>
                    <a:pt x="1943484" y="1381884"/>
                  </a:lnTo>
                  <a:lnTo>
                    <a:pt x="1943822" y="1382029"/>
                  </a:lnTo>
                  <a:lnTo>
                    <a:pt x="1943900" y="1382105"/>
                  </a:lnTo>
                  <a:lnTo>
                    <a:pt x="1943928" y="1382212"/>
                  </a:lnTo>
                  <a:lnTo>
                    <a:pt x="1943634" y="1382662"/>
                  </a:lnTo>
                  <a:lnTo>
                    <a:pt x="1943544" y="1382762"/>
                  </a:lnTo>
                  <a:lnTo>
                    <a:pt x="1943436" y="1382833"/>
                  </a:lnTo>
                  <a:lnTo>
                    <a:pt x="1943366" y="1382852"/>
                  </a:lnTo>
                  <a:lnTo>
                    <a:pt x="1943287" y="1382851"/>
                  </a:lnTo>
                  <a:lnTo>
                    <a:pt x="1943182" y="1383056"/>
                  </a:lnTo>
                  <a:lnTo>
                    <a:pt x="1943167" y="1383258"/>
                  </a:lnTo>
                  <a:lnTo>
                    <a:pt x="1943043" y="1384264"/>
                  </a:lnTo>
                  <a:lnTo>
                    <a:pt x="1942873" y="1384474"/>
                  </a:lnTo>
                  <a:lnTo>
                    <a:pt x="1942576" y="1384411"/>
                  </a:lnTo>
                  <a:lnTo>
                    <a:pt x="1942460" y="1384490"/>
                  </a:lnTo>
                  <a:lnTo>
                    <a:pt x="1942369" y="1384602"/>
                  </a:lnTo>
                  <a:lnTo>
                    <a:pt x="1942298" y="1384810"/>
                  </a:lnTo>
                  <a:lnTo>
                    <a:pt x="1942272" y="1385005"/>
                  </a:lnTo>
                  <a:lnTo>
                    <a:pt x="1942293" y="1385327"/>
                  </a:lnTo>
                  <a:lnTo>
                    <a:pt x="1942391" y="1385778"/>
                  </a:lnTo>
                  <a:lnTo>
                    <a:pt x="1942460" y="1385952"/>
                  </a:lnTo>
                  <a:lnTo>
                    <a:pt x="1942726" y="1386306"/>
                  </a:lnTo>
                  <a:lnTo>
                    <a:pt x="1942732" y="1386310"/>
                  </a:lnTo>
                  <a:lnTo>
                    <a:pt x="1942851" y="1386413"/>
                  </a:lnTo>
                  <a:lnTo>
                    <a:pt x="1942862" y="1386421"/>
                  </a:lnTo>
                  <a:lnTo>
                    <a:pt x="1942901" y="1386445"/>
                  </a:lnTo>
                  <a:lnTo>
                    <a:pt x="1942914" y="1386454"/>
                  </a:lnTo>
                  <a:lnTo>
                    <a:pt x="1942935" y="1386474"/>
                  </a:lnTo>
                  <a:lnTo>
                    <a:pt x="1942961" y="1386484"/>
                  </a:lnTo>
                  <a:lnTo>
                    <a:pt x="1942982" y="1386488"/>
                  </a:lnTo>
                  <a:lnTo>
                    <a:pt x="1942993" y="1386484"/>
                  </a:lnTo>
                  <a:lnTo>
                    <a:pt x="1943037" y="1386469"/>
                  </a:lnTo>
                  <a:lnTo>
                    <a:pt x="1943050" y="1386459"/>
                  </a:lnTo>
                  <a:lnTo>
                    <a:pt x="1942965" y="1386343"/>
                  </a:lnTo>
                  <a:lnTo>
                    <a:pt x="1943217" y="1386052"/>
                  </a:lnTo>
                  <a:lnTo>
                    <a:pt x="1943336" y="1386178"/>
                  </a:lnTo>
                  <a:lnTo>
                    <a:pt x="1943157" y="1386367"/>
                  </a:lnTo>
                  <a:lnTo>
                    <a:pt x="1943151" y="1386382"/>
                  </a:lnTo>
                  <a:lnTo>
                    <a:pt x="1943136" y="1386421"/>
                  </a:lnTo>
                  <a:lnTo>
                    <a:pt x="1943127" y="1386450"/>
                  </a:lnTo>
                  <a:lnTo>
                    <a:pt x="1943127" y="1386479"/>
                  </a:lnTo>
                  <a:lnTo>
                    <a:pt x="1943127" y="1386488"/>
                  </a:lnTo>
                  <a:lnTo>
                    <a:pt x="1943123" y="1386518"/>
                  </a:lnTo>
                  <a:lnTo>
                    <a:pt x="1943123" y="1386527"/>
                  </a:lnTo>
                  <a:lnTo>
                    <a:pt x="1943123" y="1386537"/>
                  </a:lnTo>
                  <a:lnTo>
                    <a:pt x="1943131" y="1386551"/>
                  </a:lnTo>
                  <a:lnTo>
                    <a:pt x="1943131" y="1386561"/>
                  </a:lnTo>
                  <a:lnTo>
                    <a:pt x="1943127" y="1386566"/>
                  </a:lnTo>
                  <a:lnTo>
                    <a:pt x="1943131" y="1386585"/>
                  </a:lnTo>
                  <a:lnTo>
                    <a:pt x="1943140" y="1386595"/>
                  </a:lnTo>
                  <a:lnTo>
                    <a:pt x="1943170" y="1386639"/>
                  </a:lnTo>
                  <a:lnTo>
                    <a:pt x="1943200" y="1386682"/>
                  </a:lnTo>
                  <a:lnTo>
                    <a:pt x="1943217" y="1386707"/>
                  </a:lnTo>
                  <a:lnTo>
                    <a:pt x="1943225" y="1386711"/>
                  </a:lnTo>
                  <a:lnTo>
                    <a:pt x="1943242" y="1386721"/>
                  </a:lnTo>
                  <a:lnTo>
                    <a:pt x="1943255" y="1386736"/>
                  </a:lnTo>
                  <a:lnTo>
                    <a:pt x="1943272" y="1386770"/>
                  </a:lnTo>
                  <a:lnTo>
                    <a:pt x="1943280" y="1386782"/>
                  </a:lnTo>
                  <a:lnTo>
                    <a:pt x="1943287" y="1386787"/>
                  </a:lnTo>
                  <a:lnTo>
                    <a:pt x="1943376" y="1386850"/>
                  </a:lnTo>
                  <a:lnTo>
                    <a:pt x="1943394" y="1386863"/>
                  </a:lnTo>
                  <a:lnTo>
                    <a:pt x="1943487" y="1386881"/>
                  </a:lnTo>
                  <a:lnTo>
                    <a:pt x="1943516" y="1386867"/>
                  </a:lnTo>
                  <a:lnTo>
                    <a:pt x="1943541" y="1386782"/>
                  </a:lnTo>
                  <a:lnTo>
                    <a:pt x="1943991" y="1386480"/>
                  </a:lnTo>
                  <a:lnTo>
                    <a:pt x="1944285" y="1386536"/>
                  </a:lnTo>
                  <a:lnTo>
                    <a:pt x="1944349" y="1386590"/>
                  </a:lnTo>
                  <a:lnTo>
                    <a:pt x="1944338" y="1386629"/>
                  </a:lnTo>
                  <a:lnTo>
                    <a:pt x="1944238" y="1386746"/>
                  </a:lnTo>
                  <a:lnTo>
                    <a:pt x="1944094" y="1386756"/>
                  </a:lnTo>
                  <a:lnTo>
                    <a:pt x="1944008" y="1386784"/>
                  </a:lnTo>
                  <a:lnTo>
                    <a:pt x="1943878" y="1386864"/>
                  </a:lnTo>
                  <a:lnTo>
                    <a:pt x="1943729" y="1386978"/>
                  </a:lnTo>
                  <a:lnTo>
                    <a:pt x="1943569" y="1387176"/>
                  </a:lnTo>
                  <a:lnTo>
                    <a:pt x="1943370" y="1387260"/>
                  </a:lnTo>
                  <a:lnTo>
                    <a:pt x="1942768" y="1387356"/>
                  </a:lnTo>
                  <a:lnTo>
                    <a:pt x="1942643" y="1387353"/>
                  </a:lnTo>
                  <a:lnTo>
                    <a:pt x="1942588" y="1387241"/>
                  </a:lnTo>
                  <a:lnTo>
                    <a:pt x="1942282" y="1387209"/>
                  </a:lnTo>
                  <a:lnTo>
                    <a:pt x="1942357" y="1386771"/>
                  </a:lnTo>
                  <a:lnTo>
                    <a:pt x="1942238" y="1386528"/>
                  </a:lnTo>
                  <a:lnTo>
                    <a:pt x="1941741" y="1386400"/>
                  </a:lnTo>
                  <a:lnTo>
                    <a:pt x="1941429" y="1386396"/>
                  </a:lnTo>
                  <a:lnTo>
                    <a:pt x="1941160" y="1386425"/>
                  </a:lnTo>
                  <a:lnTo>
                    <a:pt x="1941031" y="1386465"/>
                  </a:lnTo>
                  <a:lnTo>
                    <a:pt x="1940776" y="1386620"/>
                  </a:lnTo>
                  <a:lnTo>
                    <a:pt x="1940491" y="1386702"/>
                  </a:lnTo>
                  <a:lnTo>
                    <a:pt x="1940313" y="1386689"/>
                  </a:lnTo>
                  <a:lnTo>
                    <a:pt x="1940173" y="1386478"/>
                  </a:lnTo>
                  <a:lnTo>
                    <a:pt x="1939483" y="1386599"/>
                  </a:lnTo>
                  <a:lnTo>
                    <a:pt x="1939018" y="1387331"/>
                  </a:lnTo>
                  <a:lnTo>
                    <a:pt x="1938855" y="1387696"/>
                  </a:lnTo>
                  <a:lnTo>
                    <a:pt x="1939046" y="1387641"/>
                  </a:lnTo>
                  <a:lnTo>
                    <a:pt x="1939112" y="1387657"/>
                  </a:lnTo>
                  <a:lnTo>
                    <a:pt x="1939322" y="1387956"/>
                  </a:lnTo>
                  <a:lnTo>
                    <a:pt x="1939295" y="1388053"/>
                  </a:lnTo>
                  <a:lnTo>
                    <a:pt x="1939228" y="1388111"/>
                  </a:lnTo>
                  <a:lnTo>
                    <a:pt x="1939213" y="1388227"/>
                  </a:lnTo>
                  <a:lnTo>
                    <a:pt x="1939253" y="1388691"/>
                  </a:lnTo>
                  <a:lnTo>
                    <a:pt x="1939280" y="1388771"/>
                  </a:lnTo>
                  <a:lnTo>
                    <a:pt x="1939361" y="1388881"/>
                  </a:lnTo>
                  <a:lnTo>
                    <a:pt x="1939540" y="1388984"/>
                  </a:lnTo>
                  <a:lnTo>
                    <a:pt x="1939655" y="1389034"/>
                  </a:lnTo>
                  <a:lnTo>
                    <a:pt x="1939776" y="1389225"/>
                  </a:lnTo>
                  <a:lnTo>
                    <a:pt x="1939832" y="1389348"/>
                  </a:lnTo>
                  <a:lnTo>
                    <a:pt x="1939899" y="1389436"/>
                  </a:lnTo>
                  <a:lnTo>
                    <a:pt x="1940020" y="1389545"/>
                  </a:lnTo>
                  <a:lnTo>
                    <a:pt x="1940150" y="1389562"/>
                  </a:lnTo>
                  <a:lnTo>
                    <a:pt x="1940556" y="1389777"/>
                  </a:lnTo>
                  <a:lnTo>
                    <a:pt x="1941587" y="1389608"/>
                  </a:lnTo>
                  <a:lnTo>
                    <a:pt x="1941954" y="1389535"/>
                  </a:lnTo>
                  <a:lnTo>
                    <a:pt x="1942163" y="1389602"/>
                  </a:lnTo>
                  <a:lnTo>
                    <a:pt x="1942230" y="1389648"/>
                  </a:lnTo>
                  <a:lnTo>
                    <a:pt x="1942308" y="1389777"/>
                  </a:lnTo>
                  <a:lnTo>
                    <a:pt x="1942544" y="1390148"/>
                  </a:lnTo>
                  <a:lnTo>
                    <a:pt x="1942574" y="1390245"/>
                  </a:lnTo>
                  <a:lnTo>
                    <a:pt x="1942531" y="1390378"/>
                  </a:lnTo>
                  <a:lnTo>
                    <a:pt x="1942366" y="1390512"/>
                  </a:lnTo>
                  <a:lnTo>
                    <a:pt x="1942010" y="1390479"/>
                  </a:lnTo>
                  <a:lnTo>
                    <a:pt x="1941773" y="1390396"/>
                  </a:lnTo>
                  <a:lnTo>
                    <a:pt x="1941533" y="1390460"/>
                  </a:lnTo>
                  <a:lnTo>
                    <a:pt x="1941133" y="1390540"/>
                  </a:lnTo>
                  <a:lnTo>
                    <a:pt x="1940706" y="1390532"/>
                  </a:lnTo>
                  <a:lnTo>
                    <a:pt x="1940439" y="1390610"/>
                  </a:lnTo>
                  <a:lnTo>
                    <a:pt x="1940380" y="1390703"/>
                  </a:lnTo>
                  <a:lnTo>
                    <a:pt x="1940319" y="1390748"/>
                  </a:lnTo>
                  <a:lnTo>
                    <a:pt x="1940159" y="1390797"/>
                  </a:lnTo>
                  <a:lnTo>
                    <a:pt x="1940016" y="1390787"/>
                  </a:lnTo>
                  <a:lnTo>
                    <a:pt x="1939303" y="1390616"/>
                  </a:lnTo>
                  <a:lnTo>
                    <a:pt x="1938891" y="1390438"/>
                  </a:lnTo>
                  <a:lnTo>
                    <a:pt x="1938827" y="1390282"/>
                  </a:lnTo>
                  <a:lnTo>
                    <a:pt x="1938831" y="1390276"/>
                  </a:lnTo>
                  <a:lnTo>
                    <a:pt x="1938748" y="1389971"/>
                  </a:lnTo>
                  <a:lnTo>
                    <a:pt x="1938719" y="1389917"/>
                  </a:lnTo>
                  <a:lnTo>
                    <a:pt x="1938408" y="1389779"/>
                  </a:lnTo>
                  <a:lnTo>
                    <a:pt x="1937706" y="1389748"/>
                  </a:lnTo>
                  <a:lnTo>
                    <a:pt x="1937269" y="1389870"/>
                  </a:lnTo>
                  <a:lnTo>
                    <a:pt x="1936936" y="1389994"/>
                  </a:lnTo>
                  <a:lnTo>
                    <a:pt x="1936887" y="1390137"/>
                  </a:lnTo>
                  <a:lnTo>
                    <a:pt x="1936775" y="1390326"/>
                  </a:lnTo>
                  <a:lnTo>
                    <a:pt x="1936455" y="1390541"/>
                  </a:lnTo>
                  <a:lnTo>
                    <a:pt x="1935962" y="1390405"/>
                  </a:lnTo>
                  <a:lnTo>
                    <a:pt x="1935803" y="1390789"/>
                  </a:lnTo>
                  <a:lnTo>
                    <a:pt x="1935630" y="1390962"/>
                  </a:lnTo>
                  <a:lnTo>
                    <a:pt x="1935617" y="1390982"/>
                  </a:lnTo>
                  <a:lnTo>
                    <a:pt x="1935309" y="1390770"/>
                  </a:lnTo>
                  <a:lnTo>
                    <a:pt x="1935038" y="1390760"/>
                  </a:lnTo>
                  <a:lnTo>
                    <a:pt x="1934723" y="1390824"/>
                  </a:lnTo>
                  <a:lnTo>
                    <a:pt x="1934387" y="1390999"/>
                  </a:lnTo>
                  <a:lnTo>
                    <a:pt x="1934198" y="1391186"/>
                  </a:lnTo>
                  <a:lnTo>
                    <a:pt x="1934000" y="1391421"/>
                  </a:lnTo>
                  <a:lnTo>
                    <a:pt x="1933705" y="1391599"/>
                  </a:lnTo>
                  <a:lnTo>
                    <a:pt x="1933580" y="1391597"/>
                  </a:lnTo>
                  <a:lnTo>
                    <a:pt x="1933419" y="1391581"/>
                  </a:lnTo>
                  <a:lnTo>
                    <a:pt x="1932796" y="1391523"/>
                  </a:lnTo>
                  <a:lnTo>
                    <a:pt x="1932437" y="1391593"/>
                  </a:lnTo>
                  <a:lnTo>
                    <a:pt x="1932345" y="1391659"/>
                  </a:lnTo>
                  <a:lnTo>
                    <a:pt x="1932295" y="1391756"/>
                  </a:lnTo>
                  <a:lnTo>
                    <a:pt x="1932194" y="1391883"/>
                  </a:lnTo>
                  <a:lnTo>
                    <a:pt x="1932135" y="1391960"/>
                  </a:lnTo>
                  <a:lnTo>
                    <a:pt x="1932046" y="1391955"/>
                  </a:lnTo>
                  <a:lnTo>
                    <a:pt x="1931852" y="1391898"/>
                  </a:lnTo>
                  <a:lnTo>
                    <a:pt x="1931628" y="1391880"/>
                  </a:lnTo>
                  <a:lnTo>
                    <a:pt x="1931056" y="1392049"/>
                  </a:lnTo>
                  <a:lnTo>
                    <a:pt x="1930831" y="1391881"/>
                  </a:lnTo>
                  <a:lnTo>
                    <a:pt x="1930446" y="1391943"/>
                  </a:lnTo>
                  <a:lnTo>
                    <a:pt x="1930383" y="1391914"/>
                  </a:lnTo>
                  <a:lnTo>
                    <a:pt x="1930227" y="1391778"/>
                  </a:lnTo>
                  <a:lnTo>
                    <a:pt x="1930207" y="1391721"/>
                  </a:lnTo>
                  <a:lnTo>
                    <a:pt x="1930394" y="1391438"/>
                  </a:lnTo>
                  <a:lnTo>
                    <a:pt x="1930490" y="1391071"/>
                  </a:lnTo>
                  <a:lnTo>
                    <a:pt x="1930483" y="1390950"/>
                  </a:lnTo>
                  <a:lnTo>
                    <a:pt x="1930330" y="1390721"/>
                  </a:lnTo>
                  <a:lnTo>
                    <a:pt x="1930316" y="1390549"/>
                  </a:lnTo>
                  <a:lnTo>
                    <a:pt x="1930307" y="1390397"/>
                  </a:lnTo>
                  <a:lnTo>
                    <a:pt x="1930300" y="1390222"/>
                  </a:lnTo>
                  <a:lnTo>
                    <a:pt x="1930253" y="1390159"/>
                  </a:lnTo>
                  <a:lnTo>
                    <a:pt x="1930094" y="1389949"/>
                  </a:lnTo>
                  <a:lnTo>
                    <a:pt x="1929956" y="1389767"/>
                  </a:lnTo>
                  <a:lnTo>
                    <a:pt x="1929881" y="1389715"/>
                  </a:lnTo>
                  <a:lnTo>
                    <a:pt x="1929801" y="1389737"/>
                  </a:lnTo>
                  <a:lnTo>
                    <a:pt x="1929763" y="1389779"/>
                  </a:lnTo>
                  <a:lnTo>
                    <a:pt x="1929739" y="1389763"/>
                  </a:lnTo>
                  <a:lnTo>
                    <a:pt x="1929619" y="1389518"/>
                  </a:lnTo>
                  <a:lnTo>
                    <a:pt x="1929592" y="1389292"/>
                  </a:lnTo>
                  <a:lnTo>
                    <a:pt x="1929607" y="1389170"/>
                  </a:lnTo>
                  <a:lnTo>
                    <a:pt x="1929777" y="1388695"/>
                  </a:lnTo>
                  <a:lnTo>
                    <a:pt x="1929811" y="1388670"/>
                  </a:lnTo>
                  <a:lnTo>
                    <a:pt x="1929821" y="1388665"/>
                  </a:lnTo>
                  <a:lnTo>
                    <a:pt x="1929830" y="1388665"/>
                  </a:lnTo>
                  <a:lnTo>
                    <a:pt x="1929836" y="1388664"/>
                  </a:lnTo>
                  <a:lnTo>
                    <a:pt x="1929849" y="1388659"/>
                  </a:lnTo>
                  <a:lnTo>
                    <a:pt x="1929872" y="1388659"/>
                  </a:lnTo>
                  <a:lnTo>
                    <a:pt x="1929989" y="1388670"/>
                  </a:lnTo>
                  <a:lnTo>
                    <a:pt x="1929996" y="1388670"/>
                  </a:lnTo>
                  <a:lnTo>
                    <a:pt x="1930013" y="1388652"/>
                  </a:lnTo>
                  <a:lnTo>
                    <a:pt x="1930012" y="1388638"/>
                  </a:lnTo>
                  <a:lnTo>
                    <a:pt x="1930011" y="1388624"/>
                  </a:lnTo>
                  <a:lnTo>
                    <a:pt x="1930027" y="1388560"/>
                  </a:lnTo>
                  <a:lnTo>
                    <a:pt x="1930031" y="1388542"/>
                  </a:lnTo>
                  <a:lnTo>
                    <a:pt x="1930032" y="1388533"/>
                  </a:lnTo>
                  <a:lnTo>
                    <a:pt x="1930023" y="1388512"/>
                  </a:lnTo>
                  <a:lnTo>
                    <a:pt x="1930025" y="1388487"/>
                  </a:lnTo>
                  <a:lnTo>
                    <a:pt x="1930037" y="1388464"/>
                  </a:lnTo>
                  <a:lnTo>
                    <a:pt x="1930086" y="1388382"/>
                  </a:lnTo>
                  <a:lnTo>
                    <a:pt x="1930090" y="1388377"/>
                  </a:lnTo>
                  <a:lnTo>
                    <a:pt x="1930097" y="1388369"/>
                  </a:lnTo>
                  <a:lnTo>
                    <a:pt x="1930150" y="1388313"/>
                  </a:lnTo>
                  <a:lnTo>
                    <a:pt x="1930170" y="1388293"/>
                  </a:lnTo>
                  <a:lnTo>
                    <a:pt x="1930210" y="1388264"/>
                  </a:lnTo>
                  <a:lnTo>
                    <a:pt x="1930221" y="1388257"/>
                  </a:lnTo>
                  <a:lnTo>
                    <a:pt x="1930225" y="1388250"/>
                  </a:lnTo>
                  <a:lnTo>
                    <a:pt x="1930234" y="1388221"/>
                  </a:lnTo>
                  <a:lnTo>
                    <a:pt x="1930264" y="1388140"/>
                  </a:lnTo>
                  <a:lnTo>
                    <a:pt x="1930301" y="1388057"/>
                  </a:lnTo>
                  <a:lnTo>
                    <a:pt x="1930304" y="1388051"/>
                  </a:lnTo>
                  <a:lnTo>
                    <a:pt x="1930313" y="1388043"/>
                  </a:lnTo>
                  <a:lnTo>
                    <a:pt x="1930318" y="1388038"/>
                  </a:lnTo>
                  <a:lnTo>
                    <a:pt x="1930326" y="1388012"/>
                  </a:lnTo>
                  <a:lnTo>
                    <a:pt x="1930275" y="1387921"/>
                  </a:lnTo>
                  <a:lnTo>
                    <a:pt x="1930258" y="1387894"/>
                  </a:lnTo>
                  <a:lnTo>
                    <a:pt x="1930261" y="1387870"/>
                  </a:lnTo>
                  <a:lnTo>
                    <a:pt x="1930264" y="1387861"/>
                  </a:lnTo>
                  <a:lnTo>
                    <a:pt x="1930317" y="1387723"/>
                  </a:lnTo>
                  <a:lnTo>
                    <a:pt x="1930319" y="1387717"/>
                  </a:lnTo>
                  <a:lnTo>
                    <a:pt x="1930317" y="1387703"/>
                  </a:lnTo>
                  <a:lnTo>
                    <a:pt x="1930316" y="1387693"/>
                  </a:lnTo>
                  <a:lnTo>
                    <a:pt x="1930175" y="1387586"/>
                  </a:lnTo>
                  <a:lnTo>
                    <a:pt x="1930145" y="1387549"/>
                  </a:lnTo>
                  <a:lnTo>
                    <a:pt x="1930142" y="1387541"/>
                  </a:lnTo>
                  <a:lnTo>
                    <a:pt x="1930139" y="1387532"/>
                  </a:lnTo>
                  <a:lnTo>
                    <a:pt x="1930140" y="1387507"/>
                  </a:lnTo>
                  <a:lnTo>
                    <a:pt x="1930143" y="1387463"/>
                  </a:lnTo>
                  <a:lnTo>
                    <a:pt x="1930150" y="1387446"/>
                  </a:lnTo>
                  <a:lnTo>
                    <a:pt x="1930151" y="1387439"/>
                  </a:lnTo>
                  <a:lnTo>
                    <a:pt x="1930140" y="1387281"/>
                  </a:lnTo>
                  <a:lnTo>
                    <a:pt x="1930136" y="1387252"/>
                  </a:lnTo>
                  <a:lnTo>
                    <a:pt x="1930134" y="1387245"/>
                  </a:lnTo>
                  <a:lnTo>
                    <a:pt x="1930065" y="1387152"/>
                  </a:lnTo>
                  <a:lnTo>
                    <a:pt x="1930037" y="1387112"/>
                  </a:lnTo>
                  <a:lnTo>
                    <a:pt x="1930026" y="1387097"/>
                  </a:lnTo>
                  <a:lnTo>
                    <a:pt x="1930015" y="1387081"/>
                  </a:lnTo>
                  <a:lnTo>
                    <a:pt x="1929995" y="1387012"/>
                  </a:lnTo>
                  <a:lnTo>
                    <a:pt x="1929995" y="1387003"/>
                  </a:lnTo>
                  <a:lnTo>
                    <a:pt x="1929995" y="1386993"/>
                  </a:lnTo>
                  <a:lnTo>
                    <a:pt x="1929999" y="1386986"/>
                  </a:lnTo>
                  <a:lnTo>
                    <a:pt x="1930015" y="1386973"/>
                  </a:lnTo>
                  <a:lnTo>
                    <a:pt x="1930018" y="1386963"/>
                  </a:lnTo>
                  <a:lnTo>
                    <a:pt x="1930013" y="1386953"/>
                  </a:lnTo>
                  <a:lnTo>
                    <a:pt x="1929978" y="1386878"/>
                  </a:lnTo>
                  <a:lnTo>
                    <a:pt x="1929970" y="1386875"/>
                  </a:lnTo>
                  <a:lnTo>
                    <a:pt x="1929954" y="1386884"/>
                  </a:lnTo>
                  <a:lnTo>
                    <a:pt x="1929946" y="1386880"/>
                  </a:lnTo>
                  <a:lnTo>
                    <a:pt x="1929942" y="1386871"/>
                  </a:lnTo>
                  <a:lnTo>
                    <a:pt x="1929907" y="1386802"/>
                  </a:lnTo>
                  <a:lnTo>
                    <a:pt x="1929904" y="1386796"/>
                  </a:lnTo>
                  <a:lnTo>
                    <a:pt x="1929881" y="1386792"/>
                  </a:lnTo>
                  <a:lnTo>
                    <a:pt x="1929875" y="1386789"/>
                  </a:lnTo>
                  <a:lnTo>
                    <a:pt x="1929870" y="1386782"/>
                  </a:lnTo>
                  <a:lnTo>
                    <a:pt x="1929859" y="1386760"/>
                  </a:lnTo>
                  <a:lnTo>
                    <a:pt x="1929854" y="1386758"/>
                  </a:lnTo>
                  <a:lnTo>
                    <a:pt x="1929748" y="1386762"/>
                  </a:lnTo>
                  <a:lnTo>
                    <a:pt x="1929703" y="1386767"/>
                  </a:lnTo>
                  <a:lnTo>
                    <a:pt x="1929682" y="1386768"/>
                  </a:lnTo>
                  <a:lnTo>
                    <a:pt x="1929479" y="1386793"/>
                  </a:lnTo>
                  <a:lnTo>
                    <a:pt x="1929452" y="1386796"/>
                  </a:lnTo>
                  <a:lnTo>
                    <a:pt x="1929431" y="1386792"/>
                  </a:lnTo>
                  <a:lnTo>
                    <a:pt x="1929424" y="1386790"/>
                  </a:lnTo>
                  <a:lnTo>
                    <a:pt x="1929406" y="1386784"/>
                  </a:lnTo>
                  <a:lnTo>
                    <a:pt x="1929261" y="1386689"/>
                  </a:lnTo>
                  <a:lnTo>
                    <a:pt x="1929255" y="1386696"/>
                  </a:lnTo>
                  <a:lnTo>
                    <a:pt x="1929243" y="1386697"/>
                  </a:lnTo>
                  <a:lnTo>
                    <a:pt x="1929235" y="1386694"/>
                  </a:lnTo>
                  <a:lnTo>
                    <a:pt x="1929216" y="1386679"/>
                  </a:lnTo>
                  <a:lnTo>
                    <a:pt x="1929149" y="1386737"/>
                  </a:lnTo>
                  <a:lnTo>
                    <a:pt x="1929127" y="1386755"/>
                  </a:lnTo>
                  <a:lnTo>
                    <a:pt x="1929089" y="1386788"/>
                  </a:lnTo>
                  <a:lnTo>
                    <a:pt x="1929071" y="1386803"/>
                  </a:lnTo>
                  <a:lnTo>
                    <a:pt x="1929187" y="1386957"/>
                  </a:lnTo>
                  <a:lnTo>
                    <a:pt x="1929250" y="1387047"/>
                  </a:lnTo>
                  <a:lnTo>
                    <a:pt x="1929258" y="1387067"/>
                  </a:lnTo>
                  <a:lnTo>
                    <a:pt x="1929276" y="1387079"/>
                  </a:lnTo>
                  <a:lnTo>
                    <a:pt x="1929287" y="1387108"/>
                  </a:lnTo>
                  <a:lnTo>
                    <a:pt x="1929309" y="1387159"/>
                  </a:lnTo>
                  <a:lnTo>
                    <a:pt x="1929322" y="1387173"/>
                  </a:lnTo>
                  <a:lnTo>
                    <a:pt x="1929345" y="1387173"/>
                  </a:lnTo>
                  <a:lnTo>
                    <a:pt x="1929348" y="1387186"/>
                  </a:lnTo>
                  <a:lnTo>
                    <a:pt x="1929352" y="1387192"/>
                  </a:lnTo>
                  <a:lnTo>
                    <a:pt x="1929354" y="1387203"/>
                  </a:lnTo>
                  <a:lnTo>
                    <a:pt x="1929357" y="1387237"/>
                  </a:lnTo>
                  <a:lnTo>
                    <a:pt x="1929352" y="1387262"/>
                  </a:lnTo>
                  <a:lnTo>
                    <a:pt x="1929358" y="1387269"/>
                  </a:lnTo>
                  <a:lnTo>
                    <a:pt x="1929369" y="1387285"/>
                  </a:lnTo>
                  <a:lnTo>
                    <a:pt x="1929368" y="1387294"/>
                  </a:lnTo>
                  <a:lnTo>
                    <a:pt x="1929368" y="1387300"/>
                  </a:lnTo>
                  <a:lnTo>
                    <a:pt x="1929357" y="1387308"/>
                  </a:lnTo>
                  <a:lnTo>
                    <a:pt x="1929326" y="1387307"/>
                  </a:lnTo>
                  <a:lnTo>
                    <a:pt x="1929318" y="1387334"/>
                  </a:lnTo>
                  <a:lnTo>
                    <a:pt x="1929318" y="1387352"/>
                  </a:lnTo>
                  <a:lnTo>
                    <a:pt x="1929310" y="1387355"/>
                  </a:lnTo>
                  <a:lnTo>
                    <a:pt x="1929283" y="1387357"/>
                  </a:lnTo>
                  <a:lnTo>
                    <a:pt x="1929285" y="1387367"/>
                  </a:lnTo>
                  <a:lnTo>
                    <a:pt x="1929289" y="1387394"/>
                  </a:lnTo>
                  <a:lnTo>
                    <a:pt x="1929288" y="1387484"/>
                  </a:lnTo>
                  <a:lnTo>
                    <a:pt x="1929280" y="1387535"/>
                  </a:lnTo>
                  <a:lnTo>
                    <a:pt x="1929272" y="1387578"/>
                  </a:lnTo>
                  <a:lnTo>
                    <a:pt x="1929268" y="1387604"/>
                  </a:lnTo>
                  <a:lnTo>
                    <a:pt x="1929259" y="1387638"/>
                  </a:lnTo>
                  <a:lnTo>
                    <a:pt x="1929249" y="1387679"/>
                  </a:lnTo>
                  <a:lnTo>
                    <a:pt x="1929231" y="1387751"/>
                  </a:lnTo>
                  <a:lnTo>
                    <a:pt x="1929228" y="1387763"/>
                  </a:lnTo>
                  <a:lnTo>
                    <a:pt x="1929219" y="1387790"/>
                  </a:lnTo>
                  <a:lnTo>
                    <a:pt x="1929190" y="1387885"/>
                  </a:lnTo>
                  <a:lnTo>
                    <a:pt x="1929209" y="1387905"/>
                  </a:lnTo>
                  <a:lnTo>
                    <a:pt x="1929214" y="1387911"/>
                  </a:lnTo>
                  <a:lnTo>
                    <a:pt x="1929222" y="1387919"/>
                  </a:lnTo>
                  <a:lnTo>
                    <a:pt x="1929226" y="1387925"/>
                  </a:lnTo>
                  <a:lnTo>
                    <a:pt x="1929237" y="1387938"/>
                  </a:lnTo>
                  <a:lnTo>
                    <a:pt x="1929247" y="1387949"/>
                  </a:lnTo>
                  <a:lnTo>
                    <a:pt x="1929255" y="1387959"/>
                  </a:lnTo>
                  <a:lnTo>
                    <a:pt x="1929273" y="1387984"/>
                  </a:lnTo>
                  <a:lnTo>
                    <a:pt x="1929306" y="1388029"/>
                  </a:lnTo>
                  <a:lnTo>
                    <a:pt x="1929312" y="1388037"/>
                  </a:lnTo>
                  <a:lnTo>
                    <a:pt x="1929331" y="1388061"/>
                  </a:lnTo>
                  <a:lnTo>
                    <a:pt x="1929346" y="1388077"/>
                  </a:lnTo>
                  <a:lnTo>
                    <a:pt x="1929368" y="1388095"/>
                  </a:lnTo>
                  <a:lnTo>
                    <a:pt x="1929378" y="1388106"/>
                  </a:lnTo>
                  <a:lnTo>
                    <a:pt x="1929392" y="1388120"/>
                  </a:lnTo>
                  <a:lnTo>
                    <a:pt x="1929395" y="1388154"/>
                  </a:lnTo>
                  <a:lnTo>
                    <a:pt x="1929397" y="1388162"/>
                  </a:lnTo>
                  <a:lnTo>
                    <a:pt x="1929409" y="1388205"/>
                  </a:lnTo>
                  <a:lnTo>
                    <a:pt x="1929445" y="1388293"/>
                  </a:lnTo>
                  <a:lnTo>
                    <a:pt x="1929446" y="1388298"/>
                  </a:lnTo>
                  <a:lnTo>
                    <a:pt x="1929449" y="1388304"/>
                  </a:lnTo>
                  <a:lnTo>
                    <a:pt x="1929468" y="1388330"/>
                  </a:lnTo>
                  <a:lnTo>
                    <a:pt x="1929473" y="1388344"/>
                  </a:lnTo>
                  <a:lnTo>
                    <a:pt x="1929472" y="1388355"/>
                  </a:lnTo>
                  <a:lnTo>
                    <a:pt x="1929469" y="1388366"/>
                  </a:lnTo>
                  <a:lnTo>
                    <a:pt x="1929169" y="1388422"/>
                  </a:lnTo>
                  <a:lnTo>
                    <a:pt x="1928799" y="1388535"/>
                  </a:lnTo>
                  <a:lnTo>
                    <a:pt x="1928792" y="1388537"/>
                  </a:lnTo>
                  <a:lnTo>
                    <a:pt x="1928519" y="1388783"/>
                  </a:lnTo>
                  <a:lnTo>
                    <a:pt x="1928392" y="1388930"/>
                  </a:lnTo>
                  <a:lnTo>
                    <a:pt x="1928339" y="1389219"/>
                  </a:lnTo>
                  <a:lnTo>
                    <a:pt x="1928338" y="1389291"/>
                  </a:lnTo>
                  <a:lnTo>
                    <a:pt x="1928489" y="1389402"/>
                  </a:lnTo>
                  <a:lnTo>
                    <a:pt x="1928622" y="1389457"/>
                  </a:lnTo>
                  <a:lnTo>
                    <a:pt x="1928928" y="1389430"/>
                  </a:lnTo>
                  <a:lnTo>
                    <a:pt x="1929223" y="1389616"/>
                  </a:lnTo>
                  <a:lnTo>
                    <a:pt x="1929623" y="1390199"/>
                  </a:lnTo>
                  <a:lnTo>
                    <a:pt x="1929580" y="1390595"/>
                  </a:lnTo>
                  <a:lnTo>
                    <a:pt x="1929626" y="1391127"/>
                  </a:lnTo>
                  <a:lnTo>
                    <a:pt x="1929603" y="1391274"/>
                  </a:lnTo>
                  <a:lnTo>
                    <a:pt x="1929437" y="1391521"/>
                  </a:lnTo>
                  <a:lnTo>
                    <a:pt x="1929307" y="1391608"/>
                  </a:lnTo>
                  <a:lnTo>
                    <a:pt x="1928928" y="1391640"/>
                  </a:lnTo>
                  <a:lnTo>
                    <a:pt x="1928339" y="1391845"/>
                  </a:lnTo>
                  <a:lnTo>
                    <a:pt x="1928156" y="1391833"/>
                  </a:lnTo>
                  <a:lnTo>
                    <a:pt x="1928128" y="1391731"/>
                  </a:lnTo>
                  <a:lnTo>
                    <a:pt x="1927883" y="1391787"/>
                  </a:lnTo>
                  <a:lnTo>
                    <a:pt x="1927753" y="1391817"/>
                  </a:lnTo>
                  <a:lnTo>
                    <a:pt x="1927902" y="1392192"/>
                  </a:lnTo>
                  <a:lnTo>
                    <a:pt x="1927904" y="1392252"/>
                  </a:lnTo>
                  <a:lnTo>
                    <a:pt x="1927856" y="1392326"/>
                  </a:lnTo>
                  <a:lnTo>
                    <a:pt x="1927829" y="1392459"/>
                  </a:lnTo>
                  <a:lnTo>
                    <a:pt x="1927710" y="1392850"/>
                  </a:lnTo>
                  <a:lnTo>
                    <a:pt x="1927875" y="1393593"/>
                  </a:lnTo>
                  <a:lnTo>
                    <a:pt x="1928114" y="1394104"/>
                  </a:lnTo>
                  <a:lnTo>
                    <a:pt x="1928409" y="1394079"/>
                  </a:lnTo>
                  <a:lnTo>
                    <a:pt x="1928500" y="1394193"/>
                  </a:lnTo>
                  <a:lnTo>
                    <a:pt x="1928617" y="1394468"/>
                  </a:lnTo>
                  <a:lnTo>
                    <a:pt x="1928626" y="1394537"/>
                  </a:lnTo>
                  <a:lnTo>
                    <a:pt x="1928594" y="1394561"/>
                  </a:lnTo>
                  <a:lnTo>
                    <a:pt x="1928324" y="1394615"/>
                  </a:lnTo>
                  <a:lnTo>
                    <a:pt x="1928255" y="1394666"/>
                  </a:lnTo>
                  <a:lnTo>
                    <a:pt x="1928238" y="1394844"/>
                  </a:lnTo>
                  <a:lnTo>
                    <a:pt x="1928253" y="1394854"/>
                  </a:lnTo>
                  <a:lnTo>
                    <a:pt x="1928273" y="1394868"/>
                  </a:lnTo>
                  <a:lnTo>
                    <a:pt x="1928502" y="1394950"/>
                  </a:lnTo>
                  <a:lnTo>
                    <a:pt x="1929622" y="1394508"/>
                  </a:lnTo>
                  <a:lnTo>
                    <a:pt x="1929954" y="1394546"/>
                  </a:lnTo>
                  <a:lnTo>
                    <a:pt x="1930235" y="1394650"/>
                  </a:lnTo>
                  <a:lnTo>
                    <a:pt x="1930474" y="1394658"/>
                  </a:lnTo>
                  <a:lnTo>
                    <a:pt x="1930742" y="1394557"/>
                  </a:lnTo>
                  <a:lnTo>
                    <a:pt x="1930845" y="1394437"/>
                  </a:lnTo>
                  <a:lnTo>
                    <a:pt x="1930877" y="1394295"/>
                  </a:lnTo>
                  <a:lnTo>
                    <a:pt x="1930781" y="1393966"/>
                  </a:lnTo>
                  <a:lnTo>
                    <a:pt x="1931083" y="1393540"/>
                  </a:lnTo>
                  <a:lnTo>
                    <a:pt x="1931558" y="1393585"/>
                  </a:lnTo>
                  <a:lnTo>
                    <a:pt x="1931543" y="1393955"/>
                  </a:lnTo>
                  <a:lnTo>
                    <a:pt x="1931360" y="1394119"/>
                  </a:lnTo>
                  <a:lnTo>
                    <a:pt x="1931165" y="1394137"/>
                  </a:lnTo>
                  <a:lnTo>
                    <a:pt x="1931169" y="1394084"/>
                  </a:lnTo>
                  <a:lnTo>
                    <a:pt x="1931120" y="1394103"/>
                  </a:lnTo>
                  <a:lnTo>
                    <a:pt x="1931064" y="1394227"/>
                  </a:lnTo>
                  <a:lnTo>
                    <a:pt x="1931036" y="1394409"/>
                  </a:lnTo>
                  <a:lnTo>
                    <a:pt x="1931053" y="1394521"/>
                  </a:lnTo>
                  <a:lnTo>
                    <a:pt x="1931206" y="1394982"/>
                  </a:lnTo>
                  <a:lnTo>
                    <a:pt x="1931502" y="1395478"/>
                  </a:lnTo>
                  <a:lnTo>
                    <a:pt x="1931634" y="1395628"/>
                  </a:lnTo>
                  <a:lnTo>
                    <a:pt x="1931724" y="1395707"/>
                  </a:lnTo>
                  <a:lnTo>
                    <a:pt x="1931939" y="1395808"/>
                  </a:lnTo>
                  <a:lnTo>
                    <a:pt x="1932052" y="1395847"/>
                  </a:lnTo>
                  <a:lnTo>
                    <a:pt x="1932112" y="1395843"/>
                  </a:lnTo>
                  <a:lnTo>
                    <a:pt x="1932213" y="1395791"/>
                  </a:lnTo>
                  <a:lnTo>
                    <a:pt x="1932293" y="1395714"/>
                  </a:lnTo>
                  <a:lnTo>
                    <a:pt x="1932300" y="1395680"/>
                  </a:lnTo>
                  <a:lnTo>
                    <a:pt x="1932259" y="1395570"/>
                  </a:lnTo>
                  <a:lnTo>
                    <a:pt x="1932343" y="1395468"/>
                  </a:lnTo>
                  <a:lnTo>
                    <a:pt x="1932384" y="1395436"/>
                  </a:lnTo>
                  <a:lnTo>
                    <a:pt x="1932555" y="1395358"/>
                  </a:lnTo>
                  <a:lnTo>
                    <a:pt x="1932732" y="1395495"/>
                  </a:lnTo>
                  <a:lnTo>
                    <a:pt x="1932955" y="1395706"/>
                  </a:lnTo>
                  <a:lnTo>
                    <a:pt x="1933188" y="1395762"/>
                  </a:lnTo>
                  <a:lnTo>
                    <a:pt x="1933256" y="1395760"/>
                  </a:lnTo>
                  <a:lnTo>
                    <a:pt x="1933321" y="1395729"/>
                  </a:lnTo>
                  <a:lnTo>
                    <a:pt x="1933339" y="1395669"/>
                  </a:lnTo>
                  <a:lnTo>
                    <a:pt x="1933332" y="1395628"/>
                  </a:lnTo>
                  <a:lnTo>
                    <a:pt x="1933301" y="1395603"/>
                  </a:lnTo>
                  <a:lnTo>
                    <a:pt x="1933282" y="1395534"/>
                  </a:lnTo>
                  <a:lnTo>
                    <a:pt x="1933393" y="1395382"/>
                  </a:lnTo>
                  <a:lnTo>
                    <a:pt x="1933692" y="1395567"/>
                  </a:lnTo>
                  <a:lnTo>
                    <a:pt x="1933807" y="1395765"/>
                  </a:lnTo>
                  <a:lnTo>
                    <a:pt x="1933632" y="1395892"/>
                  </a:lnTo>
                  <a:lnTo>
                    <a:pt x="1933581" y="1395951"/>
                  </a:lnTo>
                  <a:lnTo>
                    <a:pt x="1933553" y="1396089"/>
                  </a:lnTo>
                  <a:lnTo>
                    <a:pt x="1933621" y="1396336"/>
                  </a:lnTo>
                  <a:lnTo>
                    <a:pt x="1933585" y="1396660"/>
                  </a:lnTo>
                  <a:lnTo>
                    <a:pt x="1933528" y="1396875"/>
                  </a:lnTo>
                  <a:lnTo>
                    <a:pt x="1933324" y="1397006"/>
                  </a:lnTo>
                  <a:lnTo>
                    <a:pt x="1933128" y="1397012"/>
                  </a:lnTo>
                  <a:lnTo>
                    <a:pt x="1932990" y="1397115"/>
                  </a:lnTo>
                  <a:lnTo>
                    <a:pt x="1932848" y="1397355"/>
                  </a:lnTo>
                  <a:lnTo>
                    <a:pt x="1932795" y="1397474"/>
                  </a:lnTo>
                  <a:lnTo>
                    <a:pt x="1932795" y="1397481"/>
                  </a:lnTo>
                  <a:lnTo>
                    <a:pt x="1932861" y="1397604"/>
                  </a:lnTo>
                  <a:lnTo>
                    <a:pt x="1932839" y="1397779"/>
                  </a:lnTo>
                  <a:lnTo>
                    <a:pt x="1932638" y="1398067"/>
                  </a:lnTo>
                  <a:lnTo>
                    <a:pt x="1932591" y="1398115"/>
                  </a:lnTo>
                  <a:lnTo>
                    <a:pt x="1932454" y="1398211"/>
                  </a:lnTo>
                  <a:lnTo>
                    <a:pt x="1932238" y="1397967"/>
                  </a:lnTo>
                  <a:lnTo>
                    <a:pt x="1932309" y="1397848"/>
                  </a:lnTo>
                  <a:lnTo>
                    <a:pt x="1932286" y="1397825"/>
                  </a:lnTo>
                  <a:lnTo>
                    <a:pt x="1932125" y="1397839"/>
                  </a:lnTo>
                  <a:lnTo>
                    <a:pt x="1932043" y="1397856"/>
                  </a:lnTo>
                  <a:lnTo>
                    <a:pt x="1932011" y="1397879"/>
                  </a:lnTo>
                  <a:lnTo>
                    <a:pt x="1931829" y="1398120"/>
                  </a:lnTo>
                  <a:lnTo>
                    <a:pt x="1931776" y="1398231"/>
                  </a:lnTo>
                  <a:lnTo>
                    <a:pt x="1931660" y="1398865"/>
                  </a:lnTo>
                  <a:lnTo>
                    <a:pt x="1931661" y="1399045"/>
                  </a:lnTo>
                  <a:lnTo>
                    <a:pt x="1931712" y="1399170"/>
                  </a:lnTo>
                  <a:lnTo>
                    <a:pt x="1931768" y="1399221"/>
                  </a:lnTo>
                  <a:lnTo>
                    <a:pt x="1931586" y="1399427"/>
                  </a:lnTo>
                  <a:lnTo>
                    <a:pt x="1931278" y="1399464"/>
                  </a:lnTo>
                  <a:lnTo>
                    <a:pt x="1931109" y="1399552"/>
                  </a:lnTo>
                  <a:lnTo>
                    <a:pt x="1930977" y="1399827"/>
                  </a:lnTo>
                  <a:lnTo>
                    <a:pt x="1930988" y="1400174"/>
                  </a:lnTo>
                  <a:lnTo>
                    <a:pt x="1930323" y="1400718"/>
                  </a:lnTo>
                  <a:lnTo>
                    <a:pt x="1930182" y="1400772"/>
                  </a:lnTo>
                  <a:lnTo>
                    <a:pt x="1929570" y="1400825"/>
                  </a:lnTo>
                  <a:lnTo>
                    <a:pt x="1929346" y="1400392"/>
                  </a:lnTo>
                  <a:lnTo>
                    <a:pt x="1929360" y="1400281"/>
                  </a:lnTo>
                  <a:lnTo>
                    <a:pt x="1929241" y="1399860"/>
                  </a:lnTo>
                  <a:lnTo>
                    <a:pt x="1928968" y="1399766"/>
                  </a:lnTo>
                  <a:lnTo>
                    <a:pt x="1928601" y="1399823"/>
                  </a:lnTo>
                  <a:lnTo>
                    <a:pt x="1928480" y="1399896"/>
                  </a:lnTo>
                  <a:lnTo>
                    <a:pt x="1928331" y="1400047"/>
                  </a:lnTo>
                  <a:lnTo>
                    <a:pt x="1928163" y="1400337"/>
                  </a:lnTo>
                  <a:lnTo>
                    <a:pt x="1927956" y="1401375"/>
                  </a:lnTo>
                  <a:lnTo>
                    <a:pt x="1927959" y="1401696"/>
                  </a:lnTo>
                  <a:lnTo>
                    <a:pt x="1927984" y="1401896"/>
                  </a:lnTo>
                  <a:lnTo>
                    <a:pt x="1928074" y="1402306"/>
                  </a:lnTo>
                  <a:lnTo>
                    <a:pt x="1928303" y="1402733"/>
                  </a:lnTo>
                  <a:lnTo>
                    <a:pt x="1928555" y="1403111"/>
                  </a:lnTo>
                  <a:lnTo>
                    <a:pt x="1928546" y="1403213"/>
                  </a:lnTo>
                  <a:lnTo>
                    <a:pt x="1928641" y="1403226"/>
                  </a:lnTo>
                  <a:lnTo>
                    <a:pt x="1928754" y="1403184"/>
                  </a:lnTo>
                  <a:lnTo>
                    <a:pt x="1928946" y="1402957"/>
                  </a:lnTo>
                  <a:lnTo>
                    <a:pt x="1929060" y="1402762"/>
                  </a:lnTo>
                  <a:lnTo>
                    <a:pt x="1929308" y="1402603"/>
                  </a:lnTo>
                  <a:lnTo>
                    <a:pt x="1929360" y="1402584"/>
                  </a:lnTo>
                  <a:lnTo>
                    <a:pt x="1929604" y="1402654"/>
                  </a:lnTo>
                  <a:lnTo>
                    <a:pt x="1929538" y="1402834"/>
                  </a:lnTo>
                  <a:lnTo>
                    <a:pt x="1929487" y="1403144"/>
                  </a:lnTo>
                  <a:lnTo>
                    <a:pt x="1929625" y="1403661"/>
                  </a:lnTo>
                  <a:lnTo>
                    <a:pt x="1929597" y="1403724"/>
                  </a:lnTo>
                  <a:lnTo>
                    <a:pt x="1929426" y="1403801"/>
                  </a:lnTo>
                  <a:lnTo>
                    <a:pt x="1929373" y="1404011"/>
                  </a:lnTo>
                  <a:lnTo>
                    <a:pt x="1929153" y="1404089"/>
                  </a:lnTo>
                  <a:lnTo>
                    <a:pt x="1929074" y="1404280"/>
                  </a:lnTo>
                  <a:lnTo>
                    <a:pt x="1929190" y="1404634"/>
                  </a:lnTo>
                  <a:lnTo>
                    <a:pt x="1929117" y="1404797"/>
                  </a:lnTo>
                  <a:lnTo>
                    <a:pt x="1928888" y="1405188"/>
                  </a:lnTo>
                  <a:lnTo>
                    <a:pt x="1928660" y="1405131"/>
                  </a:lnTo>
                  <a:lnTo>
                    <a:pt x="1928502" y="1405134"/>
                  </a:lnTo>
                  <a:lnTo>
                    <a:pt x="1928120" y="1405690"/>
                  </a:lnTo>
                  <a:lnTo>
                    <a:pt x="1928097" y="1405836"/>
                  </a:lnTo>
                  <a:lnTo>
                    <a:pt x="1928107" y="1405921"/>
                  </a:lnTo>
                  <a:lnTo>
                    <a:pt x="1928176" y="1406044"/>
                  </a:lnTo>
                  <a:lnTo>
                    <a:pt x="1928304" y="1406037"/>
                  </a:lnTo>
                  <a:lnTo>
                    <a:pt x="1928342" y="1406148"/>
                  </a:lnTo>
                  <a:lnTo>
                    <a:pt x="1928122" y="1406213"/>
                  </a:lnTo>
                  <a:lnTo>
                    <a:pt x="1928109" y="1406132"/>
                  </a:lnTo>
                  <a:lnTo>
                    <a:pt x="1928043" y="1406097"/>
                  </a:lnTo>
                  <a:lnTo>
                    <a:pt x="1927847" y="1406051"/>
                  </a:lnTo>
                  <a:lnTo>
                    <a:pt x="1927835" y="1406061"/>
                  </a:lnTo>
                  <a:lnTo>
                    <a:pt x="1927824" y="1406065"/>
                  </a:lnTo>
                  <a:lnTo>
                    <a:pt x="1927591" y="1406161"/>
                  </a:lnTo>
                  <a:lnTo>
                    <a:pt x="1927472" y="1406311"/>
                  </a:lnTo>
                  <a:lnTo>
                    <a:pt x="1927425" y="1406448"/>
                  </a:lnTo>
                  <a:lnTo>
                    <a:pt x="1927437" y="1406544"/>
                  </a:lnTo>
                  <a:lnTo>
                    <a:pt x="1927202" y="1406717"/>
                  </a:lnTo>
                  <a:lnTo>
                    <a:pt x="1926956" y="1406817"/>
                  </a:lnTo>
                  <a:lnTo>
                    <a:pt x="1926943" y="1406978"/>
                  </a:lnTo>
                  <a:lnTo>
                    <a:pt x="1926910" y="1407055"/>
                  </a:lnTo>
                  <a:lnTo>
                    <a:pt x="1926756" y="1407097"/>
                  </a:lnTo>
                  <a:lnTo>
                    <a:pt x="1926515" y="1407217"/>
                  </a:lnTo>
                  <a:lnTo>
                    <a:pt x="1926417" y="1407422"/>
                  </a:lnTo>
                  <a:lnTo>
                    <a:pt x="1926447" y="1407474"/>
                  </a:lnTo>
                  <a:lnTo>
                    <a:pt x="1926431" y="1407540"/>
                  </a:lnTo>
                  <a:lnTo>
                    <a:pt x="1926396" y="1407574"/>
                  </a:lnTo>
                  <a:lnTo>
                    <a:pt x="1926312" y="1407634"/>
                  </a:lnTo>
                  <a:lnTo>
                    <a:pt x="1926161" y="1407617"/>
                  </a:lnTo>
                  <a:lnTo>
                    <a:pt x="1926049" y="1407589"/>
                  </a:lnTo>
                  <a:lnTo>
                    <a:pt x="1926009" y="1407553"/>
                  </a:lnTo>
                  <a:lnTo>
                    <a:pt x="1925910" y="1407518"/>
                  </a:lnTo>
                  <a:lnTo>
                    <a:pt x="1925678" y="1407484"/>
                  </a:lnTo>
                  <a:lnTo>
                    <a:pt x="1925624" y="1407488"/>
                  </a:lnTo>
                  <a:lnTo>
                    <a:pt x="1925373" y="1407588"/>
                  </a:lnTo>
                  <a:lnTo>
                    <a:pt x="1925093" y="1407824"/>
                  </a:lnTo>
                  <a:lnTo>
                    <a:pt x="1925029" y="1407899"/>
                  </a:lnTo>
                  <a:lnTo>
                    <a:pt x="1924977" y="1408083"/>
                  </a:lnTo>
                  <a:lnTo>
                    <a:pt x="1925010" y="1408130"/>
                  </a:lnTo>
                  <a:lnTo>
                    <a:pt x="1924979" y="1408261"/>
                  </a:lnTo>
                  <a:lnTo>
                    <a:pt x="1924925" y="1408362"/>
                  </a:lnTo>
                  <a:lnTo>
                    <a:pt x="1924826" y="1408376"/>
                  </a:lnTo>
                  <a:lnTo>
                    <a:pt x="1924750" y="1407666"/>
                  </a:lnTo>
                  <a:lnTo>
                    <a:pt x="1924763" y="1407448"/>
                  </a:lnTo>
                  <a:lnTo>
                    <a:pt x="1924991" y="1407128"/>
                  </a:lnTo>
                  <a:lnTo>
                    <a:pt x="1924887" y="1406704"/>
                  </a:lnTo>
                  <a:lnTo>
                    <a:pt x="1925059" y="1406518"/>
                  </a:lnTo>
                  <a:lnTo>
                    <a:pt x="1925121" y="1406417"/>
                  </a:lnTo>
                  <a:lnTo>
                    <a:pt x="1925109" y="1406269"/>
                  </a:lnTo>
                  <a:lnTo>
                    <a:pt x="1924724" y="1405272"/>
                  </a:lnTo>
                  <a:lnTo>
                    <a:pt x="1924793" y="1404944"/>
                  </a:lnTo>
                  <a:lnTo>
                    <a:pt x="1923713" y="1404302"/>
                  </a:lnTo>
                  <a:lnTo>
                    <a:pt x="1923350" y="1403762"/>
                  </a:lnTo>
                  <a:lnTo>
                    <a:pt x="1923116" y="1403626"/>
                  </a:lnTo>
                  <a:lnTo>
                    <a:pt x="1922448" y="1403390"/>
                  </a:lnTo>
                  <a:lnTo>
                    <a:pt x="1922229" y="1403375"/>
                  </a:lnTo>
                  <a:lnTo>
                    <a:pt x="1921978" y="1403279"/>
                  </a:lnTo>
                  <a:lnTo>
                    <a:pt x="1921797" y="1403030"/>
                  </a:lnTo>
                  <a:lnTo>
                    <a:pt x="1921763" y="1402866"/>
                  </a:lnTo>
                  <a:lnTo>
                    <a:pt x="1921738" y="1402833"/>
                  </a:lnTo>
                  <a:lnTo>
                    <a:pt x="1921550" y="1402746"/>
                  </a:lnTo>
                  <a:lnTo>
                    <a:pt x="1921266" y="1402660"/>
                  </a:lnTo>
                  <a:lnTo>
                    <a:pt x="1920750" y="1402588"/>
                  </a:lnTo>
                  <a:lnTo>
                    <a:pt x="1920330" y="1402593"/>
                  </a:lnTo>
                  <a:lnTo>
                    <a:pt x="1919492" y="1402759"/>
                  </a:lnTo>
                  <a:lnTo>
                    <a:pt x="1919373" y="1402750"/>
                  </a:lnTo>
                  <a:lnTo>
                    <a:pt x="1919254" y="1402658"/>
                  </a:lnTo>
                  <a:lnTo>
                    <a:pt x="1919252" y="1402626"/>
                  </a:lnTo>
                  <a:lnTo>
                    <a:pt x="1919316" y="1402647"/>
                  </a:lnTo>
                  <a:lnTo>
                    <a:pt x="1919359" y="1402637"/>
                  </a:lnTo>
                  <a:lnTo>
                    <a:pt x="1919553" y="1402544"/>
                  </a:lnTo>
                  <a:lnTo>
                    <a:pt x="1919442" y="1402263"/>
                  </a:lnTo>
                  <a:lnTo>
                    <a:pt x="1919386" y="1401823"/>
                  </a:lnTo>
                  <a:lnTo>
                    <a:pt x="1919321" y="1401658"/>
                  </a:lnTo>
                  <a:lnTo>
                    <a:pt x="1919332" y="1401587"/>
                  </a:lnTo>
                  <a:lnTo>
                    <a:pt x="1919588" y="1401029"/>
                  </a:lnTo>
                  <a:lnTo>
                    <a:pt x="1919634" y="1400922"/>
                  </a:lnTo>
                  <a:lnTo>
                    <a:pt x="1919642" y="1400896"/>
                  </a:lnTo>
                  <a:lnTo>
                    <a:pt x="1919649" y="1400875"/>
                  </a:lnTo>
                  <a:lnTo>
                    <a:pt x="1919667" y="1400825"/>
                  </a:lnTo>
                  <a:lnTo>
                    <a:pt x="1919668" y="1400816"/>
                  </a:lnTo>
                  <a:lnTo>
                    <a:pt x="1919496" y="1400796"/>
                  </a:lnTo>
                  <a:lnTo>
                    <a:pt x="1919501" y="1400788"/>
                  </a:lnTo>
                  <a:lnTo>
                    <a:pt x="1919518" y="1400761"/>
                  </a:lnTo>
                  <a:lnTo>
                    <a:pt x="1919572" y="1400652"/>
                  </a:lnTo>
                  <a:lnTo>
                    <a:pt x="1919574" y="1400645"/>
                  </a:lnTo>
                  <a:lnTo>
                    <a:pt x="1919592" y="1400584"/>
                  </a:lnTo>
                  <a:lnTo>
                    <a:pt x="1919630" y="1400551"/>
                  </a:lnTo>
                  <a:lnTo>
                    <a:pt x="1919645" y="1400537"/>
                  </a:lnTo>
                  <a:lnTo>
                    <a:pt x="1919719" y="1400514"/>
                  </a:lnTo>
                  <a:lnTo>
                    <a:pt x="1919740" y="1400469"/>
                  </a:lnTo>
                  <a:lnTo>
                    <a:pt x="1919746" y="1400457"/>
                  </a:lnTo>
                  <a:lnTo>
                    <a:pt x="1919731" y="1400405"/>
                  </a:lnTo>
                  <a:lnTo>
                    <a:pt x="1919719" y="1400377"/>
                  </a:lnTo>
                  <a:lnTo>
                    <a:pt x="1919702" y="1400336"/>
                  </a:lnTo>
                  <a:lnTo>
                    <a:pt x="1919664" y="1400289"/>
                  </a:lnTo>
                  <a:lnTo>
                    <a:pt x="1919598" y="1400228"/>
                  </a:lnTo>
                  <a:lnTo>
                    <a:pt x="1919523" y="1400172"/>
                  </a:lnTo>
                  <a:lnTo>
                    <a:pt x="1919503" y="1400157"/>
                  </a:lnTo>
                  <a:lnTo>
                    <a:pt x="1919467" y="1400128"/>
                  </a:lnTo>
                  <a:lnTo>
                    <a:pt x="1919430" y="1400082"/>
                  </a:lnTo>
                  <a:lnTo>
                    <a:pt x="1919397" y="1400046"/>
                  </a:lnTo>
                  <a:lnTo>
                    <a:pt x="1919354" y="1399980"/>
                  </a:lnTo>
                  <a:lnTo>
                    <a:pt x="1919333" y="1399923"/>
                  </a:lnTo>
                  <a:lnTo>
                    <a:pt x="1919318" y="1399812"/>
                  </a:lnTo>
                  <a:lnTo>
                    <a:pt x="1919314" y="1399579"/>
                  </a:lnTo>
                  <a:lnTo>
                    <a:pt x="1919306" y="1399460"/>
                  </a:lnTo>
                  <a:lnTo>
                    <a:pt x="1919305" y="1399394"/>
                  </a:lnTo>
                  <a:lnTo>
                    <a:pt x="1919052" y="1399158"/>
                  </a:lnTo>
                  <a:lnTo>
                    <a:pt x="1919056" y="1399169"/>
                  </a:lnTo>
                  <a:lnTo>
                    <a:pt x="1919079" y="1399211"/>
                  </a:lnTo>
                  <a:lnTo>
                    <a:pt x="1919095" y="1399232"/>
                  </a:lnTo>
                  <a:lnTo>
                    <a:pt x="1919153" y="1399340"/>
                  </a:lnTo>
                  <a:lnTo>
                    <a:pt x="1919167" y="1399365"/>
                  </a:lnTo>
                  <a:lnTo>
                    <a:pt x="1919167" y="1399378"/>
                  </a:lnTo>
                  <a:lnTo>
                    <a:pt x="1919167" y="1399388"/>
                  </a:lnTo>
                  <a:lnTo>
                    <a:pt x="1919144" y="1399628"/>
                  </a:lnTo>
                  <a:lnTo>
                    <a:pt x="1919147" y="1399677"/>
                  </a:lnTo>
                  <a:lnTo>
                    <a:pt x="1919136" y="1399746"/>
                  </a:lnTo>
                  <a:lnTo>
                    <a:pt x="1919087" y="1400009"/>
                  </a:lnTo>
                  <a:lnTo>
                    <a:pt x="1919082" y="1400037"/>
                  </a:lnTo>
                  <a:lnTo>
                    <a:pt x="1919051" y="1400271"/>
                  </a:lnTo>
                  <a:lnTo>
                    <a:pt x="1919056" y="1400277"/>
                  </a:lnTo>
                  <a:lnTo>
                    <a:pt x="1919083" y="1400307"/>
                  </a:lnTo>
                  <a:lnTo>
                    <a:pt x="1919112" y="1400339"/>
                  </a:lnTo>
                  <a:lnTo>
                    <a:pt x="1919131" y="1400360"/>
                  </a:lnTo>
                  <a:lnTo>
                    <a:pt x="1919180" y="1400415"/>
                  </a:lnTo>
                  <a:lnTo>
                    <a:pt x="1919191" y="1400432"/>
                  </a:lnTo>
                  <a:lnTo>
                    <a:pt x="1919213" y="1400467"/>
                  </a:lnTo>
                  <a:lnTo>
                    <a:pt x="1919216" y="1400476"/>
                  </a:lnTo>
                  <a:lnTo>
                    <a:pt x="1919223" y="1400506"/>
                  </a:lnTo>
                  <a:lnTo>
                    <a:pt x="1919207" y="1400664"/>
                  </a:lnTo>
                  <a:lnTo>
                    <a:pt x="1919197" y="1400756"/>
                  </a:lnTo>
                  <a:lnTo>
                    <a:pt x="1919192" y="1400766"/>
                  </a:lnTo>
                  <a:lnTo>
                    <a:pt x="1919182" y="1400769"/>
                  </a:lnTo>
                  <a:lnTo>
                    <a:pt x="1919148" y="1400757"/>
                  </a:lnTo>
                  <a:lnTo>
                    <a:pt x="1919038" y="1400697"/>
                  </a:lnTo>
                  <a:lnTo>
                    <a:pt x="1919020" y="1400687"/>
                  </a:lnTo>
                  <a:lnTo>
                    <a:pt x="1918994" y="1400672"/>
                  </a:lnTo>
                  <a:lnTo>
                    <a:pt x="1918934" y="1400758"/>
                  </a:lnTo>
                  <a:lnTo>
                    <a:pt x="1918932" y="1400773"/>
                  </a:lnTo>
                  <a:lnTo>
                    <a:pt x="1918931" y="1400790"/>
                  </a:lnTo>
                  <a:lnTo>
                    <a:pt x="1918923" y="1400824"/>
                  </a:lnTo>
                  <a:lnTo>
                    <a:pt x="1918836" y="1401176"/>
                  </a:lnTo>
                  <a:lnTo>
                    <a:pt x="1918814" y="1401243"/>
                  </a:lnTo>
                  <a:lnTo>
                    <a:pt x="1918749" y="1401353"/>
                  </a:lnTo>
                  <a:lnTo>
                    <a:pt x="1918555" y="1401652"/>
                  </a:lnTo>
                  <a:lnTo>
                    <a:pt x="1918564" y="1401759"/>
                  </a:lnTo>
                  <a:lnTo>
                    <a:pt x="1918589" y="1401797"/>
                  </a:lnTo>
                  <a:lnTo>
                    <a:pt x="1918715" y="1401803"/>
                  </a:lnTo>
                  <a:lnTo>
                    <a:pt x="1918711" y="1402311"/>
                  </a:lnTo>
                  <a:lnTo>
                    <a:pt x="1918980" y="1402770"/>
                  </a:lnTo>
                  <a:lnTo>
                    <a:pt x="1918875" y="1403266"/>
                  </a:lnTo>
                  <a:lnTo>
                    <a:pt x="1918419" y="1403738"/>
                  </a:lnTo>
                  <a:lnTo>
                    <a:pt x="1918259" y="1403841"/>
                  </a:lnTo>
                  <a:lnTo>
                    <a:pt x="1918113" y="1403876"/>
                  </a:lnTo>
                  <a:lnTo>
                    <a:pt x="1918024" y="1403849"/>
                  </a:lnTo>
                  <a:lnTo>
                    <a:pt x="1917511" y="1404053"/>
                  </a:lnTo>
                  <a:lnTo>
                    <a:pt x="1917417" y="1404128"/>
                  </a:lnTo>
                  <a:lnTo>
                    <a:pt x="1916988" y="1404082"/>
                  </a:lnTo>
                  <a:lnTo>
                    <a:pt x="1917016" y="1404425"/>
                  </a:lnTo>
                  <a:lnTo>
                    <a:pt x="1916996" y="1404507"/>
                  </a:lnTo>
                  <a:lnTo>
                    <a:pt x="1916530" y="1404835"/>
                  </a:lnTo>
                  <a:lnTo>
                    <a:pt x="1916194" y="1404984"/>
                  </a:lnTo>
                  <a:lnTo>
                    <a:pt x="1916044" y="1405100"/>
                  </a:lnTo>
                  <a:lnTo>
                    <a:pt x="1915856" y="1405138"/>
                  </a:lnTo>
                  <a:lnTo>
                    <a:pt x="1915632" y="1405048"/>
                  </a:lnTo>
                  <a:lnTo>
                    <a:pt x="1915573" y="1404971"/>
                  </a:lnTo>
                  <a:lnTo>
                    <a:pt x="1915405" y="1405005"/>
                  </a:lnTo>
                  <a:lnTo>
                    <a:pt x="1914904" y="1405104"/>
                  </a:lnTo>
                  <a:lnTo>
                    <a:pt x="1914542" y="1405148"/>
                  </a:lnTo>
                  <a:lnTo>
                    <a:pt x="1914217" y="1405090"/>
                  </a:lnTo>
                  <a:lnTo>
                    <a:pt x="1914192" y="1404967"/>
                  </a:lnTo>
                  <a:lnTo>
                    <a:pt x="1913933" y="1405001"/>
                  </a:lnTo>
                  <a:lnTo>
                    <a:pt x="1913518" y="1405082"/>
                  </a:lnTo>
                  <a:lnTo>
                    <a:pt x="1913312" y="1404973"/>
                  </a:lnTo>
                  <a:lnTo>
                    <a:pt x="1912975" y="1404881"/>
                  </a:lnTo>
                  <a:lnTo>
                    <a:pt x="1912787" y="1404777"/>
                  </a:lnTo>
                  <a:lnTo>
                    <a:pt x="1912709" y="1405089"/>
                  </a:lnTo>
                  <a:lnTo>
                    <a:pt x="1912934" y="1405156"/>
                  </a:lnTo>
                  <a:lnTo>
                    <a:pt x="1912930" y="1405224"/>
                  </a:lnTo>
                  <a:lnTo>
                    <a:pt x="1912876" y="1405339"/>
                  </a:lnTo>
                  <a:lnTo>
                    <a:pt x="1912674" y="1405602"/>
                  </a:lnTo>
                  <a:lnTo>
                    <a:pt x="1911973" y="1406040"/>
                  </a:lnTo>
                  <a:lnTo>
                    <a:pt x="1911791" y="1406113"/>
                  </a:lnTo>
                  <a:lnTo>
                    <a:pt x="1911358" y="1406334"/>
                  </a:lnTo>
                  <a:lnTo>
                    <a:pt x="1911139" y="1406631"/>
                  </a:lnTo>
                  <a:lnTo>
                    <a:pt x="1911201" y="1406728"/>
                  </a:lnTo>
                  <a:lnTo>
                    <a:pt x="1911253" y="1406874"/>
                  </a:lnTo>
                  <a:lnTo>
                    <a:pt x="1910988" y="1407150"/>
                  </a:lnTo>
                  <a:lnTo>
                    <a:pt x="1910833" y="1407212"/>
                  </a:lnTo>
                  <a:lnTo>
                    <a:pt x="1910740" y="1407208"/>
                  </a:lnTo>
                  <a:lnTo>
                    <a:pt x="1910169" y="1407054"/>
                  </a:lnTo>
                  <a:lnTo>
                    <a:pt x="1909925" y="1406767"/>
                  </a:lnTo>
                  <a:lnTo>
                    <a:pt x="1909476" y="1406468"/>
                  </a:lnTo>
                  <a:lnTo>
                    <a:pt x="1908962" y="1405964"/>
                  </a:lnTo>
                  <a:lnTo>
                    <a:pt x="1908562" y="1405636"/>
                  </a:lnTo>
                  <a:lnTo>
                    <a:pt x="1908539" y="1405210"/>
                  </a:lnTo>
                  <a:lnTo>
                    <a:pt x="1908597" y="1405194"/>
                  </a:lnTo>
                  <a:lnTo>
                    <a:pt x="1908640" y="1405115"/>
                  </a:lnTo>
                  <a:lnTo>
                    <a:pt x="1908622" y="1404442"/>
                  </a:lnTo>
                  <a:lnTo>
                    <a:pt x="1908567" y="1404361"/>
                  </a:lnTo>
                  <a:lnTo>
                    <a:pt x="1908491" y="1404200"/>
                  </a:lnTo>
                  <a:lnTo>
                    <a:pt x="1908475" y="1404088"/>
                  </a:lnTo>
                  <a:lnTo>
                    <a:pt x="1908507" y="1403946"/>
                  </a:lnTo>
                  <a:lnTo>
                    <a:pt x="1908539" y="1403937"/>
                  </a:lnTo>
                  <a:lnTo>
                    <a:pt x="1908616" y="1403845"/>
                  </a:lnTo>
                  <a:lnTo>
                    <a:pt x="1908603" y="1403034"/>
                  </a:lnTo>
                  <a:lnTo>
                    <a:pt x="1908580" y="1403011"/>
                  </a:lnTo>
                  <a:lnTo>
                    <a:pt x="1908466" y="1402985"/>
                  </a:lnTo>
                  <a:lnTo>
                    <a:pt x="1908177" y="1402980"/>
                  </a:lnTo>
                  <a:lnTo>
                    <a:pt x="1908080" y="1402881"/>
                  </a:lnTo>
                  <a:lnTo>
                    <a:pt x="1908085" y="1402685"/>
                  </a:lnTo>
                  <a:lnTo>
                    <a:pt x="1908164" y="1402607"/>
                  </a:lnTo>
                  <a:lnTo>
                    <a:pt x="1908471" y="1402381"/>
                  </a:lnTo>
                  <a:lnTo>
                    <a:pt x="1908731" y="1402170"/>
                  </a:lnTo>
                  <a:lnTo>
                    <a:pt x="1908995" y="1401824"/>
                  </a:lnTo>
                  <a:lnTo>
                    <a:pt x="1909082" y="1401601"/>
                  </a:lnTo>
                  <a:lnTo>
                    <a:pt x="1908864" y="1401591"/>
                  </a:lnTo>
                  <a:lnTo>
                    <a:pt x="1908550" y="1401394"/>
                  </a:lnTo>
                  <a:lnTo>
                    <a:pt x="1908395" y="1401267"/>
                  </a:lnTo>
                  <a:lnTo>
                    <a:pt x="1908317" y="1401129"/>
                  </a:lnTo>
                  <a:lnTo>
                    <a:pt x="1908297" y="1401111"/>
                  </a:lnTo>
                  <a:lnTo>
                    <a:pt x="1908191" y="1401015"/>
                  </a:lnTo>
                  <a:lnTo>
                    <a:pt x="1908062" y="1401146"/>
                  </a:lnTo>
                  <a:lnTo>
                    <a:pt x="1908129" y="1401273"/>
                  </a:lnTo>
                  <a:lnTo>
                    <a:pt x="1908179" y="1401456"/>
                  </a:lnTo>
                  <a:lnTo>
                    <a:pt x="1908145" y="1401670"/>
                  </a:lnTo>
                  <a:lnTo>
                    <a:pt x="1908002" y="1402040"/>
                  </a:lnTo>
                  <a:lnTo>
                    <a:pt x="1907634" y="1402446"/>
                  </a:lnTo>
                  <a:lnTo>
                    <a:pt x="1907453" y="1402278"/>
                  </a:lnTo>
                  <a:lnTo>
                    <a:pt x="1907478" y="1402140"/>
                  </a:lnTo>
                  <a:lnTo>
                    <a:pt x="1906917" y="1401953"/>
                  </a:lnTo>
                  <a:lnTo>
                    <a:pt x="1906891" y="1401973"/>
                  </a:lnTo>
                  <a:lnTo>
                    <a:pt x="1906823" y="1402017"/>
                  </a:lnTo>
                  <a:lnTo>
                    <a:pt x="1906815" y="1402057"/>
                  </a:lnTo>
                  <a:lnTo>
                    <a:pt x="1906973" y="1402136"/>
                  </a:lnTo>
                  <a:lnTo>
                    <a:pt x="1906994" y="1402176"/>
                  </a:lnTo>
                  <a:lnTo>
                    <a:pt x="1906756" y="1402464"/>
                  </a:lnTo>
                  <a:lnTo>
                    <a:pt x="1906689" y="1402579"/>
                  </a:lnTo>
                  <a:lnTo>
                    <a:pt x="1906557" y="1402866"/>
                  </a:lnTo>
                  <a:lnTo>
                    <a:pt x="1906516" y="1403122"/>
                  </a:lnTo>
                  <a:lnTo>
                    <a:pt x="1906389" y="1403425"/>
                  </a:lnTo>
                  <a:lnTo>
                    <a:pt x="1906159" y="1403781"/>
                  </a:lnTo>
                  <a:lnTo>
                    <a:pt x="1905808" y="1404196"/>
                  </a:lnTo>
                  <a:lnTo>
                    <a:pt x="1905665" y="1404365"/>
                  </a:lnTo>
                  <a:lnTo>
                    <a:pt x="1905236" y="1404805"/>
                  </a:lnTo>
                  <a:lnTo>
                    <a:pt x="1905091" y="1405032"/>
                  </a:lnTo>
                  <a:lnTo>
                    <a:pt x="1904999" y="1405318"/>
                  </a:lnTo>
                  <a:lnTo>
                    <a:pt x="1904804" y="1405623"/>
                  </a:lnTo>
                  <a:lnTo>
                    <a:pt x="1904734" y="1405700"/>
                  </a:lnTo>
                  <a:lnTo>
                    <a:pt x="1904625" y="1405755"/>
                  </a:lnTo>
                  <a:lnTo>
                    <a:pt x="1904232" y="1405791"/>
                  </a:lnTo>
                  <a:lnTo>
                    <a:pt x="1904096" y="1405778"/>
                  </a:lnTo>
                  <a:lnTo>
                    <a:pt x="1904075" y="1405666"/>
                  </a:lnTo>
                  <a:lnTo>
                    <a:pt x="1903319" y="1405530"/>
                  </a:lnTo>
                  <a:lnTo>
                    <a:pt x="1903102" y="1405911"/>
                  </a:lnTo>
                  <a:lnTo>
                    <a:pt x="1902849" y="1406289"/>
                  </a:lnTo>
                  <a:lnTo>
                    <a:pt x="1902585" y="1406211"/>
                  </a:lnTo>
                  <a:lnTo>
                    <a:pt x="1901707" y="1406444"/>
                  </a:lnTo>
                  <a:lnTo>
                    <a:pt x="1901705" y="1406707"/>
                  </a:lnTo>
                  <a:lnTo>
                    <a:pt x="1901703" y="1406953"/>
                  </a:lnTo>
                  <a:lnTo>
                    <a:pt x="1901702" y="1407126"/>
                  </a:lnTo>
                  <a:lnTo>
                    <a:pt x="1901702" y="1407144"/>
                  </a:lnTo>
                  <a:lnTo>
                    <a:pt x="1901824" y="1407295"/>
                  </a:lnTo>
                  <a:lnTo>
                    <a:pt x="1901998" y="1407395"/>
                  </a:lnTo>
                  <a:lnTo>
                    <a:pt x="1902115" y="1407423"/>
                  </a:lnTo>
                  <a:lnTo>
                    <a:pt x="1902232" y="1407410"/>
                  </a:lnTo>
                  <a:lnTo>
                    <a:pt x="1902230" y="1407316"/>
                  </a:lnTo>
                  <a:lnTo>
                    <a:pt x="1902247" y="1407297"/>
                  </a:lnTo>
                  <a:lnTo>
                    <a:pt x="1902378" y="1407257"/>
                  </a:lnTo>
                  <a:lnTo>
                    <a:pt x="1902497" y="1407298"/>
                  </a:lnTo>
                  <a:lnTo>
                    <a:pt x="1903402" y="1408547"/>
                  </a:lnTo>
                  <a:lnTo>
                    <a:pt x="1903405" y="1408581"/>
                  </a:lnTo>
                  <a:lnTo>
                    <a:pt x="1903377" y="1408649"/>
                  </a:lnTo>
                  <a:lnTo>
                    <a:pt x="1903284" y="1408789"/>
                  </a:lnTo>
                  <a:lnTo>
                    <a:pt x="1902820" y="1409149"/>
                  </a:lnTo>
                  <a:lnTo>
                    <a:pt x="1902372" y="1409628"/>
                  </a:lnTo>
                  <a:lnTo>
                    <a:pt x="1902058" y="1409990"/>
                  </a:lnTo>
                  <a:lnTo>
                    <a:pt x="1901971" y="1410105"/>
                  </a:lnTo>
                  <a:lnTo>
                    <a:pt x="1901904" y="1410239"/>
                  </a:lnTo>
                  <a:lnTo>
                    <a:pt x="1901871" y="1410449"/>
                  </a:lnTo>
                  <a:lnTo>
                    <a:pt x="1901896" y="1410657"/>
                  </a:lnTo>
                  <a:lnTo>
                    <a:pt x="1902117" y="1411057"/>
                  </a:lnTo>
                  <a:lnTo>
                    <a:pt x="1902227" y="1411499"/>
                  </a:lnTo>
                  <a:lnTo>
                    <a:pt x="1902231" y="1411816"/>
                  </a:lnTo>
                  <a:lnTo>
                    <a:pt x="1901541" y="1411774"/>
                  </a:lnTo>
                  <a:lnTo>
                    <a:pt x="1901304" y="1411637"/>
                  </a:lnTo>
                  <a:lnTo>
                    <a:pt x="1899354" y="1411184"/>
                  </a:lnTo>
                  <a:lnTo>
                    <a:pt x="1898741" y="1411041"/>
                  </a:lnTo>
                  <a:lnTo>
                    <a:pt x="1898448" y="1410882"/>
                  </a:lnTo>
                  <a:lnTo>
                    <a:pt x="1898494" y="1410645"/>
                  </a:lnTo>
                  <a:lnTo>
                    <a:pt x="1898341" y="1410602"/>
                  </a:lnTo>
                  <a:lnTo>
                    <a:pt x="1898179" y="1410556"/>
                  </a:lnTo>
                  <a:lnTo>
                    <a:pt x="1897235" y="1410212"/>
                  </a:lnTo>
                  <a:lnTo>
                    <a:pt x="1897115" y="1410136"/>
                  </a:lnTo>
                  <a:lnTo>
                    <a:pt x="1896806" y="1410004"/>
                  </a:lnTo>
                  <a:lnTo>
                    <a:pt x="1896653" y="1409955"/>
                  </a:lnTo>
                  <a:lnTo>
                    <a:pt x="1896642" y="1409960"/>
                  </a:lnTo>
                  <a:lnTo>
                    <a:pt x="1896587" y="1409987"/>
                  </a:lnTo>
                  <a:lnTo>
                    <a:pt x="1896519" y="1409964"/>
                  </a:lnTo>
                  <a:lnTo>
                    <a:pt x="1896413" y="1410037"/>
                  </a:lnTo>
                  <a:lnTo>
                    <a:pt x="1896382" y="1410067"/>
                  </a:lnTo>
                  <a:lnTo>
                    <a:pt x="1896341" y="1410131"/>
                  </a:lnTo>
                  <a:lnTo>
                    <a:pt x="1896274" y="1410203"/>
                  </a:lnTo>
                  <a:lnTo>
                    <a:pt x="1896458" y="1410520"/>
                  </a:lnTo>
                  <a:lnTo>
                    <a:pt x="1896752" y="1410842"/>
                  </a:lnTo>
                  <a:lnTo>
                    <a:pt x="1896770" y="1410873"/>
                  </a:lnTo>
                  <a:lnTo>
                    <a:pt x="1896746" y="1411023"/>
                  </a:lnTo>
                  <a:lnTo>
                    <a:pt x="1896576" y="1411470"/>
                  </a:lnTo>
                  <a:lnTo>
                    <a:pt x="1896352" y="1411996"/>
                  </a:lnTo>
                  <a:lnTo>
                    <a:pt x="1896217" y="1412111"/>
                  </a:lnTo>
                  <a:lnTo>
                    <a:pt x="1895964" y="1412198"/>
                  </a:lnTo>
                  <a:lnTo>
                    <a:pt x="1895597" y="1412174"/>
                  </a:lnTo>
                  <a:lnTo>
                    <a:pt x="1895417" y="1412214"/>
                  </a:lnTo>
                  <a:lnTo>
                    <a:pt x="1895373" y="1412205"/>
                  </a:lnTo>
                  <a:lnTo>
                    <a:pt x="1895310" y="1412244"/>
                  </a:lnTo>
                  <a:lnTo>
                    <a:pt x="1895310" y="1412322"/>
                  </a:lnTo>
                  <a:lnTo>
                    <a:pt x="1895310" y="1412406"/>
                  </a:lnTo>
                  <a:lnTo>
                    <a:pt x="1895487" y="1412429"/>
                  </a:lnTo>
                  <a:lnTo>
                    <a:pt x="1895486" y="1412420"/>
                  </a:lnTo>
                  <a:lnTo>
                    <a:pt x="1895554" y="1412408"/>
                  </a:lnTo>
                  <a:lnTo>
                    <a:pt x="1895968" y="1412683"/>
                  </a:lnTo>
                  <a:lnTo>
                    <a:pt x="1896454" y="1413159"/>
                  </a:lnTo>
                  <a:lnTo>
                    <a:pt x="1896447" y="1413259"/>
                  </a:lnTo>
                  <a:lnTo>
                    <a:pt x="1896303" y="1413309"/>
                  </a:lnTo>
                  <a:lnTo>
                    <a:pt x="1895994" y="1413313"/>
                  </a:lnTo>
                  <a:lnTo>
                    <a:pt x="1895693" y="1413260"/>
                  </a:lnTo>
                  <a:lnTo>
                    <a:pt x="1895934" y="1413509"/>
                  </a:lnTo>
                  <a:lnTo>
                    <a:pt x="1896087" y="1413667"/>
                  </a:lnTo>
                  <a:lnTo>
                    <a:pt x="1896188" y="1413782"/>
                  </a:lnTo>
                  <a:lnTo>
                    <a:pt x="1896256" y="1413854"/>
                  </a:lnTo>
                  <a:lnTo>
                    <a:pt x="1896416" y="1414026"/>
                  </a:lnTo>
                  <a:lnTo>
                    <a:pt x="1896452" y="1414103"/>
                  </a:lnTo>
                  <a:lnTo>
                    <a:pt x="1897077" y="1414085"/>
                  </a:lnTo>
                  <a:lnTo>
                    <a:pt x="1897636" y="1413980"/>
                  </a:lnTo>
                  <a:lnTo>
                    <a:pt x="1897759" y="1413980"/>
                  </a:lnTo>
                  <a:lnTo>
                    <a:pt x="1898093" y="1414017"/>
                  </a:lnTo>
                  <a:lnTo>
                    <a:pt x="1898318" y="1414005"/>
                  </a:lnTo>
                  <a:lnTo>
                    <a:pt x="1898489" y="1413972"/>
                  </a:lnTo>
                  <a:lnTo>
                    <a:pt x="1898697" y="1413885"/>
                  </a:lnTo>
                  <a:lnTo>
                    <a:pt x="1898705" y="1413843"/>
                  </a:lnTo>
                  <a:lnTo>
                    <a:pt x="1898752" y="1413821"/>
                  </a:lnTo>
                  <a:lnTo>
                    <a:pt x="1899622" y="1413754"/>
                  </a:lnTo>
                  <a:lnTo>
                    <a:pt x="1899845" y="1413631"/>
                  </a:lnTo>
                  <a:lnTo>
                    <a:pt x="1900121" y="1413445"/>
                  </a:lnTo>
                  <a:lnTo>
                    <a:pt x="1900288" y="1413351"/>
                  </a:lnTo>
                  <a:lnTo>
                    <a:pt x="1900729" y="1413187"/>
                  </a:lnTo>
                  <a:lnTo>
                    <a:pt x="1901190" y="1413059"/>
                  </a:lnTo>
                  <a:lnTo>
                    <a:pt x="1902001" y="1413165"/>
                  </a:lnTo>
                  <a:lnTo>
                    <a:pt x="1902586" y="1413199"/>
                  </a:lnTo>
                  <a:lnTo>
                    <a:pt x="1903097" y="1413293"/>
                  </a:lnTo>
                  <a:lnTo>
                    <a:pt x="1903249" y="1413360"/>
                  </a:lnTo>
                  <a:lnTo>
                    <a:pt x="1903347" y="1413479"/>
                  </a:lnTo>
                  <a:lnTo>
                    <a:pt x="1903405" y="1413657"/>
                  </a:lnTo>
                  <a:lnTo>
                    <a:pt x="1903412" y="1413745"/>
                  </a:lnTo>
                  <a:lnTo>
                    <a:pt x="1903338" y="1414169"/>
                  </a:lnTo>
                  <a:lnTo>
                    <a:pt x="1903313" y="1414249"/>
                  </a:lnTo>
                  <a:lnTo>
                    <a:pt x="1903045" y="1414367"/>
                  </a:lnTo>
                  <a:lnTo>
                    <a:pt x="1902792" y="1414439"/>
                  </a:lnTo>
                  <a:lnTo>
                    <a:pt x="1902658" y="1414554"/>
                  </a:lnTo>
                  <a:lnTo>
                    <a:pt x="1902638" y="1414736"/>
                  </a:lnTo>
                  <a:lnTo>
                    <a:pt x="1902689" y="1415144"/>
                  </a:lnTo>
                  <a:lnTo>
                    <a:pt x="1902775" y="1415367"/>
                  </a:lnTo>
                  <a:lnTo>
                    <a:pt x="1902831" y="1415378"/>
                  </a:lnTo>
                  <a:lnTo>
                    <a:pt x="1902884" y="1415487"/>
                  </a:lnTo>
                  <a:lnTo>
                    <a:pt x="1902790" y="1415578"/>
                  </a:lnTo>
                  <a:lnTo>
                    <a:pt x="1902697" y="1415637"/>
                  </a:lnTo>
                  <a:lnTo>
                    <a:pt x="1902622" y="1415665"/>
                  </a:lnTo>
                  <a:lnTo>
                    <a:pt x="1902616" y="1415676"/>
                  </a:lnTo>
                  <a:lnTo>
                    <a:pt x="1902608" y="1415681"/>
                  </a:lnTo>
                  <a:lnTo>
                    <a:pt x="1902599" y="1415686"/>
                  </a:lnTo>
                  <a:lnTo>
                    <a:pt x="1902592" y="1415694"/>
                  </a:lnTo>
                  <a:lnTo>
                    <a:pt x="1902590" y="1415702"/>
                  </a:lnTo>
                  <a:lnTo>
                    <a:pt x="1902578" y="1415762"/>
                  </a:lnTo>
                  <a:lnTo>
                    <a:pt x="1902557" y="1415774"/>
                  </a:lnTo>
                  <a:lnTo>
                    <a:pt x="1902553" y="1415780"/>
                  </a:lnTo>
                  <a:lnTo>
                    <a:pt x="1902556" y="1415785"/>
                  </a:lnTo>
                  <a:lnTo>
                    <a:pt x="1902563" y="1415797"/>
                  </a:lnTo>
                  <a:lnTo>
                    <a:pt x="1902558" y="1415802"/>
                  </a:lnTo>
                  <a:lnTo>
                    <a:pt x="1902552" y="1415811"/>
                  </a:lnTo>
                  <a:lnTo>
                    <a:pt x="1902532" y="1415830"/>
                  </a:lnTo>
                  <a:lnTo>
                    <a:pt x="1902494" y="1415863"/>
                  </a:lnTo>
                  <a:lnTo>
                    <a:pt x="1902469" y="1415885"/>
                  </a:lnTo>
                  <a:lnTo>
                    <a:pt x="1902447" y="1415905"/>
                  </a:lnTo>
                  <a:lnTo>
                    <a:pt x="1902402" y="1415946"/>
                  </a:lnTo>
                  <a:lnTo>
                    <a:pt x="1902389" y="1415960"/>
                  </a:lnTo>
                  <a:lnTo>
                    <a:pt x="1902407" y="1415990"/>
                  </a:lnTo>
                  <a:lnTo>
                    <a:pt x="1902315" y="1416057"/>
                  </a:lnTo>
                  <a:lnTo>
                    <a:pt x="1902310" y="1416058"/>
                  </a:lnTo>
                  <a:lnTo>
                    <a:pt x="1902263" y="1416090"/>
                  </a:lnTo>
                  <a:lnTo>
                    <a:pt x="1902216" y="1416113"/>
                  </a:lnTo>
                  <a:lnTo>
                    <a:pt x="1902205" y="1416121"/>
                  </a:lnTo>
                  <a:lnTo>
                    <a:pt x="1902194" y="1416130"/>
                  </a:lnTo>
                  <a:lnTo>
                    <a:pt x="1902174" y="1416144"/>
                  </a:lnTo>
                  <a:lnTo>
                    <a:pt x="1902149" y="1416163"/>
                  </a:lnTo>
                  <a:lnTo>
                    <a:pt x="1902116" y="1416193"/>
                  </a:lnTo>
                  <a:lnTo>
                    <a:pt x="1902120" y="1416209"/>
                  </a:lnTo>
                  <a:lnTo>
                    <a:pt x="1902113" y="1416214"/>
                  </a:lnTo>
                  <a:lnTo>
                    <a:pt x="1902094" y="1416232"/>
                  </a:lnTo>
                  <a:lnTo>
                    <a:pt x="1902090" y="1416237"/>
                  </a:lnTo>
                  <a:lnTo>
                    <a:pt x="1902081" y="1416244"/>
                  </a:lnTo>
                  <a:lnTo>
                    <a:pt x="1902109" y="1416315"/>
                  </a:lnTo>
                  <a:lnTo>
                    <a:pt x="1902149" y="1416413"/>
                  </a:lnTo>
                  <a:lnTo>
                    <a:pt x="1902186" y="1416504"/>
                  </a:lnTo>
                  <a:lnTo>
                    <a:pt x="1902202" y="1416493"/>
                  </a:lnTo>
                  <a:lnTo>
                    <a:pt x="1902292" y="1416430"/>
                  </a:lnTo>
                  <a:lnTo>
                    <a:pt x="1902315" y="1416413"/>
                  </a:lnTo>
                  <a:lnTo>
                    <a:pt x="1902365" y="1416377"/>
                  </a:lnTo>
                  <a:lnTo>
                    <a:pt x="1902417" y="1416336"/>
                  </a:lnTo>
                  <a:lnTo>
                    <a:pt x="1902429" y="1416327"/>
                  </a:lnTo>
                  <a:lnTo>
                    <a:pt x="1902482" y="1416258"/>
                  </a:lnTo>
                  <a:lnTo>
                    <a:pt x="1902540" y="1416183"/>
                  </a:lnTo>
                  <a:lnTo>
                    <a:pt x="1902532" y="1416174"/>
                  </a:lnTo>
                  <a:lnTo>
                    <a:pt x="1902548" y="1416153"/>
                  </a:lnTo>
                  <a:lnTo>
                    <a:pt x="1902555" y="1416144"/>
                  </a:lnTo>
                  <a:lnTo>
                    <a:pt x="1902582" y="1416111"/>
                  </a:lnTo>
                  <a:lnTo>
                    <a:pt x="1902590" y="1416101"/>
                  </a:lnTo>
                  <a:lnTo>
                    <a:pt x="1902621" y="1416064"/>
                  </a:lnTo>
                  <a:lnTo>
                    <a:pt x="1902637" y="1416067"/>
                  </a:lnTo>
                  <a:lnTo>
                    <a:pt x="1902645" y="1416057"/>
                  </a:lnTo>
                  <a:lnTo>
                    <a:pt x="1902658" y="1416040"/>
                  </a:lnTo>
                  <a:lnTo>
                    <a:pt x="1902678" y="1416042"/>
                  </a:lnTo>
                  <a:lnTo>
                    <a:pt x="1902688" y="1416034"/>
                  </a:lnTo>
                  <a:lnTo>
                    <a:pt x="1902695" y="1416029"/>
                  </a:lnTo>
                  <a:lnTo>
                    <a:pt x="1902781" y="1415971"/>
                  </a:lnTo>
                  <a:lnTo>
                    <a:pt x="1903738" y="1415881"/>
                  </a:lnTo>
                  <a:lnTo>
                    <a:pt x="1903945" y="1415770"/>
                  </a:lnTo>
                  <a:lnTo>
                    <a:pt x="1904216" y="1415748"/>
                  </a:lnTo>
                  <a:lnTo>
                    <a:pt x="1904427" y="1415736"/>
                  </a:lnTo>
                  <a:lnTo>
                    <a:pt x="1904490" y="1415754"/>
                  </a:lnTo>
                  <a:lnTo>
                    <a:pt x="1904504" y="1415771"/>
                  </a:lnTo>
                  <a:lnTo>
                    <a:pt x="1904712" y="1415908"/>
                  </a:lnTo>
                  <a:lnTo>
                    <a:pt x="1905003" y="1416238"/>
                  </a:lnTo>
                  <a:lnTo>
                    <a:pt x="1905012" y="1416454"/>
                  </a:lnTo>
                  <a:lnTo>
                    <a:pt x="1904974" y="1416547"/>
                  </a:lnTo>
                  <a:lnTo>
                    <a:pt x="1905207" y="1416879"/>
                  </a:lnTo>
                  <a:lnTo>
                    <a:pt x="1905372" y="1417160"/>
                  </a:lnTo>
                  <a:lnTo>
                    <a:pt x="1905308" y="1417489"/>
                  </a:lnTo>
                  <a:lnTo>
                    <a:pt x="1905307" y="1417562"/>
                  </a:lnTo>
                  <a:lnTo>
                    <a:pt x="1905414" y="1417895"/>
                  </a:lnTo>
                  <a:lnTo>
                    <a:pt x="1905892" y="1418056"/>
                  </a:lnTo>
                  <a:lnTo>
                    <a:pt x="1906160" y="1418279"/>
                  </a:lnTo>
                  <a:lnTo>
                    <a:pt x="1905777" y="1418682"/>
                  </a:lnTo>
                  <a:lnTo>
                    <a:pt x="1905793" y="1419087"/>
                  </a:lnTo>
                  <a:lnTo>
                    <a:pt x="1905843" y="1419236"/>
                  </a:lnTo>
                  <a:lnTo>
                    <a:pt x="1905990" y="1419520"/>
                  </a:lnTo>
                  <a:lnTo>
                    <a:pt x="1906225" y="1419751"/>
                  </a:lnTo>
                  <a:lnTo>
                    <a:pt x="1906425" y="1420070"/>
                  </a:lnTo>
                  <a:lnTo>
                    <a:pt x="1906435" y="1420122"/>
                  </a:lnTo>
                  <a:lnTo>
                    <a:pt x="1906234" y="1420409"/>
                  </a:lnTo>
                  <a:lnTo>
                    <a:pt x="1906175" y="1420411"/>
                  </a:lnTo>
                  <a:lnTo>
                    <a:pt x="1906008" y="1420333"/>
                  </a:lnTo>
                  <a:lnTo>
                    <a:pt x="1905893" y="1420216"/>
                  </a:lnTo>
                  <a:lnTo>
                    <a:pt x="1905697" y="1420104"/>
                  </a:lnTo>
                  <a:lnTo>
                    <a:pt x="1905634" y="1420097"/>
                  </a:lnTo>
                  <a:lnTo>
                    <a:pt x="1905161" y="1420280"/>
                  </a:lnTo>
                  <a:lnTo>
                    <a:pt x="1904890" y="1420488"/>
                  </a:lnTo>
                  <a:lnTo>
                    <a:pt x="1904807" y="1420583"/>
                  </a:lnTo>
                  <a:lnTo>
                    <a:pt x="1904689" y="1420770"/>
                  </a:lnTo>
                  <a:lnTo>
                    <a:pt x="1904616" y="1420972"/>
                  </a:lnTo>
                  <a:lnTo>
                    <a:pt x="1904541" y="1421061"/>
                  </a:lnTo>
                  <a:lnTo>
                    <a:pt x="1904395" y="1420963"/>
                  </a:lnTo>
                  <a:lnTo>
                    <a:pt x="1904032" y="1420799"/>
                  </a:lnTo>
                  <a:lnTo>
                    <a:pt x="1903833" y="1420833"/>
                  </a:lnTo>
                  <a:lnTo>
                    <a:pt x="1903537" y="1420925"/>
                  </a:lnTo>
                  <a:lnTo>
                    <a:pt x="1903404" y="1420999"/>
                  </a:lnTo>
                  <a:lnTo>
                    <a:pt x="1903222" y="1421149"/>
                  </a:lnTo>
                  <a:lnTo>
                    <a:pt x="1903038" y="1421379"/>
                  </a:lnTo>
                  <a:lnTo>
                    <a:pt x="1902937" y="1421618"/>
                  </a:lnTo>
                  <a:lnTo>
                    <a:pt x="1902741" y="1421663"/>
                  </a:lnTo>
                  <a:lnTo>
                    <a:pt x="1902610" y="1421667"/>
                  </a:lnTo>
                  <a:lnTo>
                    <a:pt x="1902500" y="1421744"/>
                  </a:lnTo>
                  <a:lnTo>
                    <a:pt x="1902394" y="1421867"/>
                  </a:lnTo>
                  <a:lnTo>
                    <a:pt x="1902332" y="1421991"/>
                  </a:lnTo>
                  <a:lnTo>
                    <a:pt x="1902225" y="1422345"/>
                  </a:lnTo>
                  <a:lnTo>
                    <a:pt x="1902056" y="1422789"/>
                  </a:lnTo>
                  <a:lnTo>
                    <a:pt x="1901977" y="1422650"/>
                  </a:lnTo>
                  <a:lnTo>
                    <a:pt x="1901931" y="1422634"/>
                  </a:lnTo>
                  <a:lnTo>
                    <a:pt x="1901836" y="1422650"/>
                  </a:lnTo>
                  <a:lnTo>
                    <a:pt x="1901643" y="1422743"/>
                  </a:lnTo>
                  <a:lnTo>
                    <a:pt x="1901513" y="1422877"/>
                  </a:lnTo>
                  <a:lnTo>
                    <a:pt x="1901389" y="1423163"/>
                  </a:lnTo>
                  <a:lnTo>
                    <a:pt x="1901196" y="1423152"/>
                  </a:lnTo>
                  <a:lnTo>
                    <a:pt x="1901055" y="1423125"/>
                  </a:lnTo>
                  <a:lnTo>
                    <a:pt x="1900940" y="1423153"/>
                  </a:lnTo>
                  <a:lnTo>
                    <a:pt x="1900727" y="1423262"/>
                  </a:lnTo>
                  <a:lnTo>
                    <a:pt x="1900462" y="1423551"/>
                  </a:lnTo>
                  <a:lnTo>
                    <a:pt x="1900373" y="1423729"/>
                  </a:lnTo>
                  <a:lnTo>
                    <a:pt x="1900342" y="1423857"/>
                  </a:lnTo>
                  <a:lnTo>
                    <a:pt x="1900397" y="1423995"/>
                  </a:lnTo>
                  <a:lnTo>
                    <a:pt x="1899949" y="1424169"/>
                  </a:lnTo>
                  <a:lnTo>
                    <a:pt x="1899797" y="1424383"/>
                  </a:lnTo>
                  <a:lnTo>
                    <a:pt x="1899706" y="1424671"/>
                  </a:lnTo>
                  <a:lnTo>
                    <a:pt x="1899660" y="1424978"/>
                  </a:lnTo>
                  <a:lnTo>
                    <a:pt x="1899663" y="1425380"/>
                  </a:lnTo>
                  <a:lnTo>
                    <a:pt x="1899137" y="1425751"/>
                  </a:lnTo>
                  <a:lnTo>
                    <a:pt x="1899060" y="1425746"/>
                  </a:lnTo>
                  <a:lnTo>
                    <a:pt x="1899037" y="1425717"/>
                  </a:lnTo>
                  <a:lnTo>
                    <a:pt x="1898988" y="1425488"/>
                  </a:lnTo>
                  <a:lnTo>
                    <a:pt x="1899018" y="1425307"/>
                  </a:lnTo>
                  <a:lnTo>
                    <a:pt x="1899091" y="1425241"/>
                  </a:lnTo>
                  <a:lnTo>
                    <a:pt x="1899163" y="1424963"/>
                  </a:lnTo>
                  <a:lnTo>
                    <a:pt x="1899086" y="1424641"/>
                  </a:lnTo>
                  <a:lnTo>
                    <a:pt x="1899287" y="1424292"/>
                  </a:lnTo>
                  <a:lnTo>
                    <a:pt x="1899429" y="1424001"/>
                  </a:lnTo>
                  <a:lnTo>
                    <a:pt x="1899119" y="1424039"/>
                  </a:lnTo>
                  <a:lnTo>
                    <a:pt x="1899150" y="1424253"/>
                  </a:lnTo>
                  <a:lnTo>
                    <a:pt x="1899103" y="1424332"/>
                  </a:lnTo>
                  <a:lnTo>
                    <a:pt x="1898983" y="1424396"/>
                  </a:lnTo>
                  <a:lnTo>
                    <a:pt x="1898922" y="1424403"/>
                  </a:lnTo>
                  <a:lnTo>
                    <a:pt x="1898881" y="1424384"/>
                  </a:lnTo>
                  <a:lnTo>
                    <a:pt x="1898810" y="1424197"/>
                  </a:lnTo>
                  <a:lnTo>
                    <a:pt x="1898836" y="1424091"/>
                  </a:lnTo>
                  <a:lnTo>
                    <a:pt x="1898912" y="1423907"/>
                  </a:lnTo>
                  <a:lnTo>
                    <a:pt x="1898860" y="1423840"/>
                  </a:lnTo>
                  <a:lnTo>
                    <a:pt x="1898607" y="1423739"/>
                  </a:lnTo>
                  <a:lnTo>
                    <a:pt x="1898542" y="1423567"/>
                  </a:lnTo>
                  <a:lnTo>
                    <a:pt x="1898539" y="1423493"/>
                  </a:lnTo>
                  <a:lnTo>
                    <a:pt x="1898611" y="1423364"/>
                  </a:lnTo>
                  <a:lnTo>
                    <a:pt x="1898680" y="1423274"/>
                  </a:lnTo>
                  <a:lnTo>
                    <a:pt x="1898556" y="1423247"/>
                  </a:lnTo>
                  <a:lnTo>
                    <a:pt x="1898236" y="1423283"/>
                  </a:lnTo>
                  <a:lnTo>
                    <a:pt x="1898176" y="1423340"/>
                  </a:lnTo>
                  <a:lnTo>
                    <a:pt x="1898132" y="1423861"/>
                  </a:lnTo>
                  <a:lnTo>
                    <a:pt x="1898378" y="1424176"/>
                  </a:lnTo>
                  <a:lnTo>
                    <a:pt x="1898800" y="1424602"/>
                  </a:lnTo>
                  <a:lnTo>
                    <a:pt x="1898774" y="1424785"/>
                  </a:lnTo>
                  <a:lnTo>
                    <a:pt x="1898660" y="1424888"/>
                  </a:lnTo>
                  <a:lnTo>
                    <a:pt x="1898265" y="1424753"/>
                  </a:lnTo>
                  <a:lnTo>
                    <a:pt x="1898229" y="1424417"/>
                  </a:lnTo>
                  <a:lnTo>
                    <a:pt x="1898103" y="1424292"/>
                  </a:lnTo>
                  <a:lnTo>
                    <a:pt x="1897990" y="1424204"/>
                  </a:lnTo>
                  <a:lnTo>
                    <a:pt x="1897941" y="1424212"/>
                  </a:lnTo>
                  <a:lnTo>
                    <a:pt x="1897998" y="1424384"/>
                  </a:lnTo>
                  <a:lnTo>
                    <a:pt x="1898082" y="1424510"/>
                  </a:lnTo>
                  <a:lnTo>
                    <a:pt x="1898070" y="1424542"/>
                  </a:lnTo>
                  <a:lnTo>
                    <a:pt x="1898003" y="1424599"/>
                  </a:lnTo>
                  <a:lnTo>
                    <a:pt x="1897952" y="1424607"/>
                  </a:lnTo>
                  <a:lnTo>
                    <a:pt x="1897882" y="1424571"/>
                  </a:lnTo>
                  <a:lnTo>
                    <a:pt x="1897636" y="1424389"/>
                  </a:lnTo>
                  <a:lnTo>
                    <a:pt x="1897603" y="1424422"/>
                  </a:lnTo>
                  <a:lnTo>
                    <a:pt x="1897567" y="1424457"/>
                  </a:lnTo>
                  <a:lnTo>
                    <a:pt x="1898121" y="1425038"/>
                  </a:lnTo>
                  <a:lnTo>
                    <a:pt x="1898393" y="1425192"/>
                  </a:lnTo>
                  <a:lnTo>
                    <a:pt x="1898592" y="1425194"/>
                  </a:lnTo>
                  <a:lnTo>
                    <a:pt x="1898434" y="1425388"/>
                  </a:lnTo>
                  <a:lnTo>
                    <a:pt x="1898273" y="1425519"/>
                  </a:lnTo>
                  <a:lnTo>
                    <a:pt x="1898185" y="1425675"/>
                  </a:lnTo>
                  <a:lnTo>
                    <a:pt x="1898162" y="1425748"/>
                  </a:lnTo>
                  <a:lnTo>
                    <a:pt x="1898167" y="1425800"/>
                  </a:lnTo>
                  <a:lnTo>
                    <a:pt x="1898015" y="1426049"/>
                  </a:lnTo>
                  <a:lnTo>
                    <a:pt x="1897648" y="1426451"/>
                  </a:lnTo>
                  <a:lnTo>
                    <a:pt x="1897515" y="1426844"/>
                  </a:lnTo>
                  <a:lnTo>
                    <a:pt x="1897291" y="1427313"/>
                  </a:lnTo>
                  <a:lnTo>
                    <a:pt x="1897083" y="1427252"/>
                  </a:lnTo>
                  <a:lnTo>
                    <a:pt x="1896816" y="1427358"/>
                  </a:lnTo>
                  <a:lnTo>
                    <a:pt x="1896659" y="1427496"/>
                  </a:lnTo>
                  <a:lnTo>
                    <a:pt x="1896551" y="1427657"/>
                  </a:lnTo>
                  <a:lnTo>
                    <a:pt x="1896289" y="1428172"/>
                  </a:lnTo>
                  <a:lnTo>
                    <a:pt x="1896113" y="1428732"/>
                  </a:lnTo>
                  <a:lnTo>
                    <a:pt x="1896065" y="1428978"/>
                  </a:lnTo>
                  <a:lnTo>
                    <a:pt x="1896032" y="1429748"/>
                  </a:lnTo>
                  <a:lnTo>
                    <a:pt x="1896057" y="1430596"/>
                  </a:lnTo>
                  <a:lnTo>
                    <a:pt x="1896078" y="1430857"/>
                  </a:lnTo>
                  <a:lnTo>
                    <a:pt x="1896175" y="1431234"/>
                  </a:lnTo>
                  <a:lnTo>
                    <a:pt x="1896234" y="1431321"/>
                  </a:lnTo>
                  <a:lnTo>
                    <a:pt x="1896132" y="1431518"/>
                  </a:lnTo>
                  <a:lnTo>
                    <a:pt x="1895963" y="1431735"/>
                  </a:lnTo>
                  <a:lnTo>
                    <a:pt x="1895819" y="1431874"/>
                  </a:lnTo>
                  <a:lnTo>
                    <a:pt x="1895805" y="1431846"/>
                  </a:lnTo>
                  <a:lnTo>
                    <a:pt x="1895572" y="1431688"/>
                  </a:lnTo>
                  <a:lnTo>
                    <a:pt x="1895378" y="1431625"/>
                  </a:lnTo>
                  <a:lnTo>
                    <a:pt x="1895164" y="1431667"/>
                  </a:lnTo>
                  <a:lnTo>
                    <a:pt x="1895137" y="1431636"/>
                  </a:lnTo>
                  <a:lnTo>
                    <a:pt x="1895086" y="1431465"/>
                  </a:lnTo>
                  <a:lnTo>
                    <a:pt x="1894534" y="1431559"/>
                  </a:lnTo>
                  <a:lnTo>
                    <a:pt x="1894058" y="1431673"/>
                  </a:lnTo>
                  <a:lnTo>
                    <a:pt x="1893715" y="1431885"/>
                  </a:lnTo>
                  <a:lnTo>
                    <a:pt x="1893430" y="1432160"/>
                  </a:lnTo>
                  <a:lnTo>
                    <a:pt x="1893192" y="1432470"/>
                  </a:lnTo>
                  <a:lnTo>
                    <a:pt x="1893000" y="1432860"/>
                  </a:lnTo>
                  <a:lnTo>
                    <a:pt x="1892954" y="1432993"/>
                  </a:lnTo>
                  <a:lnTo>
                    <a:pt x="1892917" y="1433130"/>
                  </a:lnTo>
                  <a:lnTo>
                    <a:pt x="1892944" y="1433197"/>
                  </a:lnTo>
                  <a:lnTo>
                    <a:pt x="1892934" y="1433215"/>
                  </a:lnTo>
                  <a:lnTo>
                    <a:pt x="1892917" y="1433227"/>
                  </a:lnTo>
                  <a:lnTo>
                    <a:pt x="1892904" y="1433254"/>
                  </a:lnTo>
                  <a:lnTo>
                    <a:pt x="1892907" y="1433271"/>
                  </a:lnTo>
                  <a:lnTo>
                    <a:pt x="1892912" y="1433294"/>
                  </a:lnTo>
                  <a:lnTo>
                    <a:pt x="1892912" y="1433319"/>
                  </a:lnTo>
                  <a:lnTo>
                    <a:pt x="1892895" y="1433341"/>
                  </a:lnTo>
                  <a:lnTo>
                    <a:pt x="1892881" y="1433343"/>
                  </a:lnTo>
                  <a:lnTo>
                    <a:pt x="1892873" y="1433338"/>
                  </a:lnTo>
                  <a:lnTo>
                    <a:pt x="1892862" y="1433317"/>
                  </a:lnTo>
                  <a:lnTo>
                    <a:pt x="1892861" y="1433303"/>
                  </a:lnTo>
                  <a:lnTo>
                    <a:pt x="1892862" y="1433266"/>
                  </a:lnTo>
                  <a:lnTo>
                    <a:pt x="1892862" y="1433257"/>
                  </a:lnTo>
                  <a:lnTo>
                    <a:pt x="1892850" y="1433247"/>
                  </a:lnTo>
                  <a:lnTo>
                    <a:pt x="1892825" y="1433255"/>
                  </a:lnTo>
                  <a:lnTo>
                    <a:pt x="1892811" y="1433254"/>
                  </a:lnTo>
                  <a:lnTo>
                    <a:pt x="1892802" y="1433236"/>
                  </a:lnTo>
                  <a:lnTo>
                    <a:pt x="1892790" y="1433222"/>
                  </a:lnTo>
                  <a:lnTo>
                    <a:pt x="1892782" y="1433211"/>
                  </a:lnTo>
                  <a:lnTo>
                    <a:pt x="1892776" y="1433199"/>
                  </a:lnTo>
                  <a:lnTo>
                    <a:pt x="1892806" y="1433105"/>
                  </a:lnTo>
                  <a:lnTo>
                    <a:pt x="1892746" y="1433061"/>
                  </a:lnTo>
                  <a:lnTo>
                    <a:pt x="1892667" y="1433042"/>
                  </a:lnTo>
                  <a:lnTo>
                    <a:pt x="1892459" y="1433086"/>
                  </a:lnTo>
                  <a:lnTo>
                    <a:pt x="1892278" y="1433197"/>
                  </a:lnTo>
                  <a:lnTo>
                    <a:pt x="1892250" y="1433220"/>
                  </a:lnTo>
                  <a:lnTo>
                    <a:pt x="1892147" y="1433347"/>
                  </a:lnTo>
                  <a:lnTo>
                    <a:pt x="1892083" y="1433440"/>
                  </a:lnTo>
                  <a:lnTo>
                    <a:pt x="1891964" y="1433656"/>
                  </a:lnTo>
                  <a:lnTo>
                    <a:pt x="1891920" y="1433758"/>
                  </a:lnTo>
                  <a:lnTo>
                    <a:pt x="1891865" y="1433919"/>
                  </a:lnTo>
                  <a:lnTo>
                    <a:pt x="1891810" y="1434157"/>
                  </a:lnTo>
                  <a:lnTo>
                    <a:pt x="1891778" y="1434325"/>
                  </a:lnTo>
                  <a:lnTo>
                    <a:pt x="1891739" y="1434712"/>
                  </a:lnTo>
                  <a:lnTo>
                    <a:pt x="1891798" y="1434891"/>
                  </a:lnTo>
                  <a:lnTo>
                    <a:pt x="1891837" y="1434945"/>
                  </a:lnTo>
                  <a:lnTo>
                    <a:pt x="1891875" y="1435001"/>
                  </a:lnTo>
                  <a:lnTo>
                    <a:pt x="1891883" y="1435014"/>
                  </a:lnTo>
                  <a:lnTo>
                    <a:pt x="1891896" y="1435072"/>
                  </a:lnTo>
                  <a:lnTo>
                    <a:pt x="1891893" y="1435112"/>
                  </a:lnTo>
                  <a:lnTo>
                    <a:pt x="1891827" y="1435164"/>
                  </a:lnTo>
                  <a:lnTo>
                    <a:pt x="1891816" y="1435171"/>
                  </a:lnTo>
                  <a:lnTo>
                    <a:pt x="1891676" y="1435170"/>
                  </a:lnTo>
                  <a:lnTo>
                    <a:pt x="1891415" y="1435027"/>
                  </a:lnTo>
                  <a:lnTo>
                    <a:pt x="1891407" y="1435019"/>
                  </a:lnTo>
                  <a:lnTo>
                    <a:pt x="1891425" y="1434938"/>
                  </a:lnTo>
                  <a:lnTo>
                    <a:pt x="1891383" y="1434910"/>
                  </a:lnTo>
                  <a:lnTo>
                    <a:pt x="1891344" y="1434905"/>
                  </a:lnTo>
                  <a:lnTo>
                    <a:pt x="1891233" y="1434938"/>
                  </a:lnTo>
                  <a:lnTo>
                    <a:pt x="1891134" y="1434988"/>
                  </a:lnTo>
                  <a:lnTo>
                    <a:pt x="1891014" y="1435064"/>
                  </a:lnTo>
                  <a:lnTo>
                    <a:pt x="1890934" y="1435134"/>
                  </a:lnTo>
                  <a:lnTo>
                    <a:pt x="1890903" y="1435162"/>
                  </a:lnTo>
                  <a:lnTo>
                    <a:pt x="1890842" y="1435242"/>
                  </a:lnTo>
                  <a:lnTo>
                    <a:pt x="1890809" y="1435313"/>
                  </a:lnTo>
                  <a:lnTo>
                    <a:pt x="1890678" y="1435699"/>
                  </a:lnTo>
                  <a:lnTo>
                    <a:pt x="1890624" y="1435954"/>
                  </a:lnTo>
                  <a:lnTo>
                    <a:pt x="1890566" y="1436353"/>
                  </a:lnTo>
                  <a:lnTo>
                    <a:pt x="1890495" y="1436650"/>
                  </a:lnTo>
                  <a:lnTo>
                    <a:pt x="1890522" y="1436911"/>
                  </a:lnTo>
                  <a:lnTo>
                    <a:pt x="1890547" y="1437082"/>
                  </a:lnTo>
                  <a:lnTo>
                    <a:pt x="1890510" y="1437184"/>
                  </a:lnTo>
                  <a:lnTo>
                    <a:pt x="1890446" y="1437210"/>
                  </a:lnTo>
                  <a:lnTo>
                    <a:pt x="1890336" y="1437224"/>
                  </a:lnTo>
                  <a:lnTo>
                    <a:pt x="1890073" y="1437302"/>
                  </a:lnTo>
                  <a:lnTo>
                    <a:pt x="1890028" y="1437323"/>
                  </a:lnTo>
                  <a:lnTo>
                    <a:pt x="1889915" y="1437400"/>
                  </a:lnTo>
                  <a:lnTo>
                    <a:pt x="1889904" y="1437415"/>
                  </a:lnTo>
                  <a:lnTo>
                    <a:pt x="1889758" y="1437666"/>
                  </a:lnTo>
                  <a:lnTo>
                    <a:pt x="1889699" y="1437712"/>
                  </a:lnTo>
                  <a:lnTo>
                    <a:pt x="1889462" y="1437773"/>
                  </a:lnTo>
                  <a:lnTo>
                    <a:pt x="1889232" y="1437577"/>
                  </a:lnTo>
                  <a:lnTo>
                    <a:pt x="1889205" y="1437502"/>
                  </a:lnTo>
                  <a:lnTo>
                    <a:pt x="1889198" y="1437443"/>
                  </a:lnTo>
                  <a:lnTo>
                    <a:pt x="1889220" y="1437400"/>
                  </a:lnTo>
                  <a:lnTo>
                    <a:pt x="1889230" y="1437387"/>
                  </a:lnTo>
                  <a:lnTo>
                    <a:pt x="1889302" y="1437352"/>
                  </a:lnTo>
                  <a:lnTo>
                    <a:pt x="1889332" y="1437126"/>
                  </a:lnTo>
                  <a:lnTo>
                    <a:pt x="1889111" y="1436514"/>
                  </a:lnTo>
                  <a:lnTo>
                    <a:pt x="1889004" y="1436387"/>
                  </a:lnTo>
                  <a:lnTo>
                    <a:pt x="1889000" y="1436383"/>
                  </a:lnTo>
                  <a:lnTo>
                    <a:pt x="1888967" y="1436318"/>
                  </a:lnTo>
                  <a:lnTo>
                    <a:pt x="1888964" y="1436312"/>
                  </a:lnTo>
                  <a:lnTo>
                    <a:pt x="1888964" y="1436304"/>
                  </a:lnTo>
                  <a:lnTo>
                    <a:pt x="1888964" y="1436264"/>
                  </a:lnTo>
                  <a:lnTo>
                    <a:pt x="1888979" y="1436214"/>
                  </a:lnTo>
                  <a:lnTo>
                    <a:pt x="1889003" y="1436188"/>
                  </a:lnTo>
                  <a:lnTo>
                    <a:pt x="1889011" y="1436185"/>
                  </a:lnTo>
                  <a:lnTo>
                    <a:pt x="1889277" y="1436068"/>
                  </a:lnTo>
                  <a:lnTo>
                    <a:pt x="1889684" y="1435748"/>
                  </a:lnTo>
                  <a:lnTo>
                    <a:pt x="1890080" y="1435397"/>
                  </a:lnTo>
                  <a:lnTo>
                    <a:pt x="1889984" y="1435290"/>
                  </a:lnTo>
                  <a:lnTo>
                    <a:pt x="1890128" y="1435111"/>
                  </a:lnTo>
                  <a:lnTo>
                    <a:pt x="1890162" y="1435076"/>
                  </a:lnTo>
                  <a:lnTo>
                    <a:pt x="1890246" y="1434950"/>
                  </a:lnTo>
                  <a:lnTo>
                    <a:pt x="1890395" y="1434639"/>
                  </a:lnTo>
                  <a:lnTo>
                    <a:pt x="1890426" y="1434586"/>
                  </a:lnTo>
                  <a:lnTo>
                    <a:pt x="1890574" y="1434419"/>
                  </a:lnTo>
                  <a:lnTo>
                    <a:pt x="1890503" y="1434361"/>
                  </a:lnTo>
                  <a:lnTo>
                    <a:pt x="1890488" y="1434349"/>
                  </a:lnTo>
                  <a:lnTo>
                    <a:pt x="1890459" y="1434325"/>
                  </a:lnTo>
                  <a:lnTo>
                    <a:pt x="1890490" y="1434102"/>
                  </a:lnTo>
                  <a:lnTo>
                    <a:pt x="1890761" y="1433707"/>
                  </a:lnTo>
                  <a:lnTo>
                    <a:pt x="1890784" y="1433695"/>
                  </a:lnTo>
                  <a:lnTo>
                    <a:pt x="1890891" y="1433678"/>
                  </a:lnTo>
                  <a:lnTo>
                    <a:pt x="1890922" y="1433672"/>
                  </a:lnTo>
                  <a:lnTo>
                    <a:pt x="1891033" y="1433654"/>
                  </a:lnTo>
                  <a:lnTo>
                    <a:pt x="1891143" y="1433742"/>
                  </a:lnTo>
                  <a:lnTo>
                    <a:pt x="1891157" y="1433753"/>
                  </a:lnTo>
                  <a:lnTo>
                    <a:pt x="1891226" y="1433668"/>
                  </a:lnTo>
                  <a:lnTo>
                    <a:pt x="1891362" y="1433501"/>
                  </a:lnTo>
                  <a:lnTo>
                    <a:pt x="1891385" y="1433460"/>
                  </a:lnTo>
                  <a:lnTo>
                    <a:pt x="1891536" y="1433197"/>
                  </a:lnTo>
                  <a:lnTo>
                    <a:pt x="1891561" y="1433152"/>
                  </a:lnTo>
                  <a:lnTo>
                    <a:pt x="1891563" y="1433145"/>
                  </a:lnTo>
                  <a:lnTo>
                    <a:pt x="1891536" y="1433122"/>
                  </a:lnTo>
                  <a:lnTo>
                    <a:pt x="1891504" y="1433109"/>
                  </a:lnTo>
                  <a:lnTo>
                    <a:pt x="1891479" y="1433102"/>
                  </a:lnTo>
                  <a:lnTo>
                    <a:pt x="1891468" y="1433100"/>
                  </a:lnTo>
                  <a:lnTo>
                    <a:pt x="1891463" y="1433090"/>
                  </a:lnTo>
                  <a:lnTo>
                    <a:pt x="1891451" y="1433054"/>
                  </a:lnTo>
                  <a:lnTo>
                    <a:pt x="1891440" y="1433046"/>
                  </a:lnTo>
                  <a:lnTo>
                    <a:pt x="1891428" y="1433002"/>
                  </a:lnTo>
                  <a:lnTo>
                    <a:pt x="1891429" y="1432975"/>
                  </a:lnTo>
                  <a:lnTo>
                    <a:pt x="1891423" y="1432976"/>
                  </a:lnTo>
                  <a:lnTo>
                    <a:pt x="1891349" y="1432981"/>
                  </a:lnTo>
                  <a:lnTo>
                    <a:pt x="1891332" y="1432981"/>
                  </a:lnTo>
                  <a:lnTo>
                    <a:pt x="1891333" y="1432997"/>
                  </a:lnTo>
                  <a:lnTo>
                    <a:pt x="1891320" y="1433003"/>
                  </a:lnTo>
                  <a:lnTo>
                    <a:pt x="1891315" y="1433004"/>
                  </a:lnTo>
                  <a:lnTo>
                    <a:pt x="1891315" y="1433012"/>
                  </a:lnTo>
                  <a:lnTo>
                    <a:pt x="1891329" y="1433014"/>
                  </a:lnTo>
                  <a:lnTo>
                    <a:pt x="1891336" y="1433020"/>
                  </a:lnTo>
                  <a:lnTo>
                    <a:pt x="1891344" y="1433037"/>
                  </a:lnTo>
                  <a:lnTo>
                    <a:pt x="1891351" y="1433053"/>
                  </a:lnTo>
                  <a:lnTo>
                    <a:pt x="1891360" y="1433087"/>
                  </a:lnTo>
                  <a:lnTo>
                    <a:pt x="1891365" y="1433116"/>
                  </a:lnTo>
                  <a:lnTo>
                    <a:pt x="1891362" y="1433128"/>
                  </a:lnTo>
                  <a:lnTo>
                    <a:pt x="1891339" y="1433146"/>
                  </a:lnTo>
                  <a:lnTo>
                    <a:pt x="1891335" y="1433152"/>
                  </a:lnTo>
                  <a:lnTo>
                    <a:pt x="1891332" y="1433161"/>
                  </a:lnTo>
                  <a:lnTo>
                    <a:pt x="1891331" y="1433185"/>
                  </a:lnTo>
                  <a:lnTo>
                    <a:pt x="1891333" y="1433199"/>
                  </a:lnTo>
                  <a:lnTo>
                    <a:pt x="1891334" y="1433240"/>
                  </a:lnTo>
                  <a:lnTo>
                    <a:pt x="1891311" y="1433309"/>
                  </a:lnTo>
                  <a:lnTo>
                    <a:pt x="1891244" y="1433386"/>
                  </a:lnTo>
                  <a:lnTo>
                    <a:pt x="1891167" y="1433457"/>
                  </a:lnTo>
                  <a:lnTo>
                    <a:pt x="1891082" y="1433489"/>
                  </a:lnTo>
                  <a:lnTo>
                    <a:pt x="1891063" y="1433485"/>
                  </a:lnTo>
                  <a:lnTo>
                    <a:pt x="1891046" y="1433483"/>
                  </a:lnTo>
                  <a:lnTo>
                    <a:pt x="1890975" y="1433481"/>
                  </a:lnTo>
                  <a:lnTo>
                    <a:pt x="1890957" y="1433481"/>
                  </a:lnTo>
                  <a:lnTo>
                    <a:pt x="1890947" y="1433478"/>
                  </a:lnTo>
                  <a:lnTo>
                    <a:pt x="1890942" y="1433482"/>
                  </a:lnTo>
                  <a:lnTo>
                    <a:pt x="1890933" y="1433513"/>
                  </a:lnTo>
                  <a:lnTo>
                    <a:pt x="1890909" y="1433514"/>
                  </a:lnTo>
                  <a:lnTo>
                    <a:pt x="1890874" y="1433492"/>
                  </a:lnTo>
                  <a:lnTo>
                    <a:pt x="1890872" y="1433484"/>
                  </a:lnTo>
                  <a:lnTo>
                    <a:pt x="1890914" y="1433415"/>
                  </a:lnTo>
                  <a:lnTo>
                    <a:pt x="1890931" y="1433355"/>
                  </a:lnTo>
                  <a:lnTo>
                    <a:pt x="1890940" y="1433327"/>
                  </a:lnTo>
                  <a:lnTo>
                    <a:pt x="1890947" y="1433304"/>
                  </a:lnTo>
                  <a:lnTo>
                    <a:pt x="1890948" y="1433298"/>
                  </a:lnTo>
                  <a:lnTo>
                    <a:pt x="1890953" y="1433293"/>
                  </a:lnTo>
                  <a:lnTo>
                    <a:pt x="1890959" y="1433289"/>
                  </a:lnTo>
                  <a:lnTo>
                    <a:pt x="1890964" y="1433289"/>
                  </a:lnTo>
                  <a:lnTo>
                    <a:pt x="1890965" y="1433279"/>
                  </a:lnTo>
                  <a:lnTo>
                    <a:pt x="1890962" y="1433272"/>
                  </a:lnTo>
                  <a:lnTo>
                    <a:pt x="1890955" y="1433257"/>
                  </a:lnTo>
                  <a:lnTo>
                    <a:pt x="1890960" y="1433197"/>
                  </a:lnTo>
                  <a:lnTo>
                    <a:pt x="1890966" y="1433172"/>
                  </a:lnTo>
                  <a:lnTo>
                    <a:pt x="1890967" y="1433165"/>
                  </a:lnTo>
                  <a:lnTo>
                    <a:pt x="1890974" y="1433117"/>
                  </a:lnTo>
                  <a:lnTo>
                    <a:pt x="1890978" y="1433091"/>
                  </a:lnTo>
                  <a:lnTo>
                    <a:pt x="1890977" y="1433081"/>
                  </a:lnTo>
                  <a:lnTo>
                    <a:pt x="1890966" y="1433078"/>
                  </a:lnTo>
                  <a:lnTo>
                    <a:pt x="1890961" y="1433077"/>
                  </a:lnTo>
                  <a:lnTo>
                    <a:pt x="1890941" y="1433071"/>
                  </a:lnTo>
                  <a:lnTo>
                    <a:pt x="1890918" y="1433065"/>
                  </a:lnTo>
                  <a:lnTo>
                    <a:pt x="1890913" y="1433064"/>
                  </a:lnTo>
                  <a:lnTo>
                    <a:pt x="1890903" y="1433062"/>
                  </a:lnTo>
                  <a:lnTo>
                    <a:pt x="1890901" y="1433076"/>
                  </a:lnTo>
                  <a:lnTo>
                    <a:pt x="1890901" y="1433081"/>
                  </a:lnTo>
                  <a:lnTo>
                    <a:pt x="1890905" y="1433094"/>
                  </a:lnTo>
                  <a:lnTo>
                    <a:pt x="1890904" y="1433117"/>
                  </a:lnTo>
                  <a:lnTo>
                    <a:pt x="1890905" y="1433124"/>
                  </a:lnTo>
                  <a:lnTo>
                    <a:pt x="1890896" y="1433129"/>
                  </a:lnTo>
                  <a:lnTo>
                    <a:pt x="1890889" y="1433123"/>
                  </a:lnTo>
                  <a:lnTo>
                    <a:pt x="1890882" y="1433115"/>
                  </a:lnTo>
                  <a:lnTo>
                    <a:pt x="1890873" y="1433111"/>
                  </a:lnTo>
                  <a:lnTo>
                    <a:pt x="1890866" y="1433107"/>
                  </a:lnTo>
                  <a:lnTo>
                    <a:pt x="1890842" y="1433102"/>
                  </a:lnTo>
                  <a:lnTo>
                    <a:pt x="1890838" y="1433125"/>
                  </a:lnTo>
                  <a:lnTo>
                    <a:pt x="1890836" y="1433138"/>
                  </a:lnTo>
                  <a:lnTo>
                    <a:pt x="1890833" y="1433156"/>
                  </a:lnTo>
                  <a:lnTo>
                    <a:pt x="1890828" y="1433179"/>
                  </a:lnTo>
                  <a:lnTo>
                    <a:pt x="1890823" y="1433199"/>
                  </a:lnTo>
                  <a:lnTo>
                    <a:pt x="1890820" y="1433209"/>
                  </a:lnTo>
                  <a:lnTo>
                    <a:pt x="1890818" y="1433219"/>
                  </a:lnTo>
                  <a:lnTo>
                    <a:pt x="1890815" y="1433224"/>
                  </a:lnTo>
                  <a:lnTo>
                    <a:pt x="1890812" y="1433230"/>
                  </a:lnTo>
                  <a:lnTo>
                    <a:pt x="1890795" y="1433229"/>
                  </a:lnTo>
                  <a:lnTo>
                    <a:pt x="1890759" y="1433207"/>
                  </a:lnTo>
                  <a:lnTo>
                    <a:pt x="1890742" y="1433230"/>
                  </a:lnTo>
                  <a:lnTo>
                    <a:pt x="1890737" y="1433239"/>
                  </a:lnTo>
                  <a:lnTo>
                    <a:pt x="1890694" y="1433303"/>
                  </a:lnTo>
                  <a:lnTo>
                    <a:pt x="1890685" y="1433316"/>
                  </a:lnTo>
                  <a:lnTo>
                    <a:pt x="1890618" y="1433414"/>
                  </a:lnTo>
                  <a:lnTo>
                    <a:pt x="1890606" y="1433414"/>
                  </a:lnTo>
                  <a:lnTo>
                    <a:pt x="1890590" y="1433396"/>
                  </a:lnTo>
                  <a:lnTo>
                    <a:pt x="1890576" y="1433378"/>
                  </a:lnTo>
                  <a:lnTo>
                    <a:pt x="1890540" y="1433329"/>
                  </a:lnTo>
                  <a:lnTo>
                    <a:pt x="1890512" y="1433291"/>
                  </a:lnTo>
                  <a:lnTo>
                    <a:pt x="1890503" y="1433279"/>
                  </a:lnTo>
                  <a:lnTo>
                    <a:pt x="1890492" y="1433234"/>
                  </a:lnTo>
                  <a:lnTo>
                    <a:pt x="1890506" y="1433213"/>
                  </a:lnTo>
                  <a:lnTo>
                    <a:pt x="1890515" y="1433198"/>
                  </a:lnTo>
                  <a:lnTo>
                    <a:pt x="1890631" y="1433131"/>
                  </a:lnTo>
                  <a:lnTo>
                    <a:pt x="1890685" y="1432925"/>
                  </a:lnTo>
                  <a:lnTo>
                    <a:pt x="1890401" y="1432705"/>
                  </a:lnTo>
                  <a:lnTo>
                    <a:pt x="1890073" y="1432328"/>
                  </a:lnTo>
                  <a:lnTo>
                    <a:pt x="1890114" y="1432087"/>
                  </a:lnTo>
                  <a:lnTo>
                    <a:pt x="1890167" y="1431923"/>
                  </a:lnTo>
                  <a:lnTo>
                    <a:pt x="1890404" y="1431669"/>
                  </a:lnTo>
                  <a:lnTo>
                    <a:pt x="1890634" y="1431372"/>
                  </a:lnTo>
                  <a:lnTo>
                    <a:pt x="1890618" y="1431341"/>
                  </a:lnTo>
                  <a:lnTo>
                    <a:pt x="1890599" y="1431329"/>
                  </a:lnTo>
                  <a:lnTo>
                    <a:pt x="1890512" y="1431379"/>
                  </a:lnTo>
                  <a:lnTo>
                    <a:pt x="1890404" y="1431473"/>
                  </a:lnTo>
                  <a:lnTo>
                    <a:pt x="1890311" y="1431571"/>
                  </a:lnTo>
                  <a:lnTo>
                    <a:pt x="1890133" y="1431758"/>
                  </a:lnTo>
                  <a:lnTo>
                    <a:pt x="1890064" y="1431857"/>
                  </a:lnTo>
                  <a:lnTo>
                    <a:pt x="1889916" y="1432067"/>
                  </a:lnTo>
                  <a:lnTo>
                    <a:pt x="1889916" y="1432078"/>
                  </a:lnTo>
                  <a:lnTo>
                    <a:pt x="1889934" y="1432467"/>
                  </a:lnTo>
                  <a:lnTo>
                    <a:pt x="1889502" y="1432699"/>
                  </a:lnTo>
                  <a:lnTo>
                    <a:pt x="1889363" y="1432444"/>
                  </a:lnTo>
                  <a:lnTo>
                    <a:pt x="1888808" y="1432015"/>
                  </a:lnTo>
                  <a:lnTo>
                    <a:pt x="1888482" y="1431825"/>
                  </a:lnTo>
                  <a:lnTo>
                    <a:pt x="1888383" y="1431795"/>
                  </a:lnTo>
                  <a:lnTo>
                    <a:pt x="1888234" y="1431706"/>
                  </a:lnTo>
                  <a:lnTo>
                    <a:pt x="1888148" y="1431555"/>
                  </a:lnTo>
                  <a:lnTo>
                    <a:pt x="1888139" y="1431522"/>
                  </a:lnTo>
                  <a:lnTo>
                    <a:pt x="1888043" y="1431146"/>
                  </a:lnTo>
                  <a:lnTo>
                    <a:pt x="1887999" y="1431087"/>
                  </a:lnTo>
                  <a:lnTo>
                    <a:pt x="1887880" y="1430999"/>
                  </a:lnTo>
                  <a:lnTo>
                    <a:pt x="1887763" y="1430989"/>
                  </a:lnTo>
                  <a:lnTo>
                    <a:pt x="1887535" y="1431063"/>
                  </a:lnTo>
                  <a:lnTo>
                    <a:pt x="1887533" y="1431109"/>
                  </a:lnTo>
                  <a:lnTo>
                    <a:pt x="1887531" y="1431143"/>
                  </a:lnTo>
                  <a:lnTo>
                    <a:pt x="1887616" y="1431222"/>
                  </a:lnTo>
                  <a:lnTo>
                    <a:pt x="1887815" y="1431064"/>
                  </a:lnTo>
                  <a:lnTo>
                    <a:pt x="1887860" y="1431072"/>
                  </a:lnTo>
                  <a:lnTo>
                    <a:pt x="1887899" y="1431111"/>
                  </a:lnTo>
                  <a:lnTo>
                    <a:pt x="1887970" y="1431359"/>
                  </a:lnTo>
                  <a:lnTo>
                    <a:pt x="1888000" y="1431600"/>
                  </a:lnTo>
                  <a:lnTo>
                    <a:pt x="1888053" y="1431776"/>
                  </a:lnTo>
                  <a:lnTo>
                    <a:pt x="1888121" y="1431796"/>
                  </a:lnTo>
                  <a:lnTo>
                    <a:pt x="1888158" y="1432067"/>
                  </a:lnTo>
                  <a:lnTo>
                    <a:pt x="1888035" y="1432333"/>
                  </a:lnTo>
                  <a:lnTo>
                    <a:pt x="1887948" y="1432468"/>
                  </a:lnTo>
                  <a:lnTo>
                    <a:pt x="1887516" y="1433043"/>
                  </a:lnTo>
                  <a:lnTo>
                    <a:pt x="1887368" y="1433197"/>
                  </a:lnTo>
                  <a:lnTo>
                    <a:pt x="1887366" y="1433206"/>
                  </a:lnTo>
                  <a:lnTo>
                    <a:pt x="1887449" y="1433254"/>
                  </a:lnTo>
                  <a:lnTo>
                    <a:pt x="1887440" y="1433287"/>
                  </a:lnTo>
                  <a:lnTo>
                    <a:pt x="1887431" y="1433317"/>
                  </a:lnTo>
                  <a:lnTo>
                    <a:pt x="1887427" y="1433323"/>
                  </a:lnTo>
                  <a:lnTo>
                    <a:pt x="1887422" y="1433343"/>
                  </a:lnTo>
                  <a:lnTo>
                    <a:pt x="1887412" y="1433366"/>
                  </a:lnTo>
                  <a:lnTo>
                    <a:pt x="1887401" y="1433380"/>
                  </a:lnTo>
                  <a:lnTo>
                    <a:pt x="1887400" y="1433398"/>
                  </a:lnTo>
                  <a:lnTo>
                    <a:pt x="1887339" y="1433522"/>
                  </a:lnTo>
                  <a:lnTo>
                    <a:pt x="1887319" y="1433563"/>
                  </a:lnTo>
                  <a:lnTo>
                    <a:pt x="1887323" y="1433566"/>
                  </a:lnTo>
                  <a:lnTo>
                    <a:pt x="1887277" y="1433691"/>
                  </a:lnTo>
                  <a:lnTo>
                    <a:pt x="1887243" y="1433841"/>
                  </a:lnTo>
                  <a:lnTo>
                    <a:pt x="1887231" y="1434037"/>
                  </a:lnTo>
                  <a:lnTo>
                    <a:pt x="1887306" y="1434294"/>
                  </a:lnTo>
                  <a:lnTo>
                    <a:pt x="1887323" y="1434333"/>
                  </a:lnTo>
                  <a:lnTo>
                    <a:pt x="1887378" y="1434408"/>
                  </a:lnTo>
                  <a:lnTo>
                    <a:pt x="1887447" y="1434462"/>
                  </a:lnTo>
                  <a:lnTo>
                    <a:pt x="1887493" y="1434441"/>
                  </a:lnTo>
                  <a:lnTo>
                    <a:pt x="1887514" y="1434441"/>
                  </a:lnTo>
                  <a:lnTo>
                    <a:pt x="1887665" y="1434718"/>
                  </a:lnTo>
                  <a:lnTo>
                    <a:pt x="1887662" y="1434852"/>
                  </a:lnTo>
                  <a:lnTo>
                    <a:pt x="1887778" y="1435059"/>
                  </a:lnTo>
                  <a:lnTo>
                    <a:pt x="1887873" y="1435214"/>
                  </a:lnTo>
                  <a:lnTo>
                    <a:pt x="1887890" y="1435245"/>
                  </a:lnTo>
                  <a:lnTo>
                    <a:pt x="1887911" y="1435327"/>
                  </a:lnTo>
                  <a:lnTo>
                    <a:pt x="1887935" y="1435498"/>
                  </a:lnTo>
                  <a:lnTo>
                    <a:pt x="1887940" y="1435546"/>
                  </a:lnTo>
                  <a:lnTo>
                    <a:pt x="1887910" y="1435570"/>
                  </a:lnTo>
                  <a:lnTo>
                    <a:pt x="1887809" y="1435618"/>
                  </a:lnTo>
                  <a:lnTo>
                    <a:pt x="1887344" y="1435788"/>
                  </a:lnTo>
                  <a:lnTo>
                    <a:pt x="1887219" y="1435849"/>
                  </a:lnTo>
                  <a:lnTo>
                    <a:pt x="1887102" y="1435917"/>
                  </a:lnTo>
                  <a:lnTo>
                    <a:pt x="1886930" y="1436027"/>
                  </a:lnTo>
                  <a:lnTo>
                    <a:pt x="1886804" y="1436108"/>
                  </a:lnTo>
                  <a:lnTo>
                    <a:pt x="1886522" y="1436350"/>
                  </a:lnTo>
                  <a:lnTo>
                    <a:pt x="1886276" y="1436593"/>
                  </a:lnTo>
                  <a:lnTo>
                    <a:pt x="1885933" y="1436861"/>
                  </a:lnTo>
                  <a:lnTo>
                    <a:pt x="1885845" y="1436921"/>
                  </a:lnTo>
                  <a:lnTo>
                    <a:pt x="1885718" y="1437032"/>
                  </a:lnTo>
                  <a:lnTo>
                    <a:pt x="1885633" y="1437129"/>
                  </a:lnTo>
                  <a:lnTo>
                    <a:pt x="1885493" y="1437318"/>
                  </a:lnTo>
                  <a:lnTo>
                    <a:pt x="1885235" y="1437727"/>
                  </a:lnTo>
                  <a:lnTo>
                    <a:pt x="1885170" y="1437837"/>
                  </a:lnTo>
                  <a:lnTo>
                    <a:pt x="1884970" y="1438214"/>
                  </a:lnTo>
                  <a:lnTo>
                    <a:pt x="1884856" y="1438471"/>
                  </a:lnTo>
                  <a:lnTo>
                    <a:pt x="1884726" y="1438855"/>
                  </a:lnTo>
                  <a:lnTo>
                    <a:pt x="1884605" y="1439284"/>
                  </a:lnTo>
                  <a:lnTo>
                    <a:pt x="1884526" y="1439661"/>
                  </a:lnTo>
                  <a:lnTo>
                    <a:pt x="1884435" y="1440188"/>
                  </a:lnTo>
                  <a:lnTo>
                    <a:pt x="1884402" y="1440855"/>
                  </a:lnTo>
                  <a:lnTo>
                    <a:pt x="1884384" y="1441081"/>
                  </a:lnTo>
                  <a:lnTo>
                    <a:pt x="1884393" y="1441460"/>
                  </a:lnTo>
                  <a:lnTo>
                    <a:pt x="1884423" y="1441737"/>
                  </a:lnTo>
                  <a:lnTo>
                    <a:pt x="1884462" y="1442032"/>
                  </a:lnTo>
                  <a:lnTo>
                    <a:pt x="1884485" y="1442186"/>
                  </a:lnTo>
                  <a:lnTo>
                    <a:pt x="1884536" y="1442366"/>
                  </a:lnTo>
                  <a:lnTo>
                    <a:pt x="1884606" y="1442556"/>
                  </a:lnTo>
                  <a:lnTo>
                    <a:pt x="1884716" y="1442785"/>
                  </a:lnTo>
                  <a:lnTo>
                    <a:pt x="1884903" y="1443047"/>
                  </a:lnTo>
                  <a:lnTo>
                    <a:pt x="1884971" y="1443106"/>
                  </a:lnTo>
                  <a:lnTo>
                    <a:pt x="1884997" y="1443116"/>
                  </a:lnTo>
                  <a:lnTo>
                    <a:pt x="1885089" y="1443134"/>
                  </a:lnTo>
                  <a:lnTo>
                    <a:pt x="1885132" y="1443207"/>
                  </a:lnTo>
                  <a:lnTo>
                    <a:pt x="1885047" y="1443364"/>
                  </a:lnTo>
                  <a:lnTo>
                    <a:pt x="1885015" y="1443409"/>
                  </a:lnTo>
                  <a:lnTo>
                    <a:pt x="1884977" y="1443429"/>
                  </a:lnTo>
                  <a:lnTo>
                    <a:pt x="1884817" y="1443553"/>
                  </a:lnTo>
                  <a:lnTo>
                    <a:pt x="1884698" y="1443684"/>
                  </a:lnTo>
                  <a:lnTo>
                    <a:pt x="1884455" y="1443984"/>
                  </a:lnTo>
                  <a:lnTo>
                    <a:pt x="1884444" y="1444014"/>
                  </a:lnTo>
                  <a:lnTo>
                    <a:pt x="1884384" y="1444253"/>
                  </a:lnTo>
                  <a:lnTo>
                    <a:pt x="1884402" y="1444295"/>
                  </a:lnTo>
                  <a:lnTo>
                    <a:pt x="1884417" y="1444386"/>
                  </a:lnTo>
                  <a:lnTo>
                    <a:pt x="1884408" y="1444501"/>
                  </a:lnTo>
                  <a:lnTo>
                    <a:pt x="1884389" y="1444554"/>
                  </a:lnTo>
                  <a:lnTo>
                    <a:pt x="1884354" y="1444594"/>
                  </a:lnTo>
                  <a:lnTo>
                    <a:pt x="1884315" y="1444599"/>
                  </a:lnTo>
                  <a:lnTo>
                    <a:pt x="1884196" y="1444594"/>
                  </a:lnTo>
                  <a:lnTo>
                    <a:pt x="1884165" y="1444586"/>
                  </a:lnTo>
                  <a:lnTo>
                    <a:pt x="1884148" y="1444560"/>
                  </a:lnTo>
                  <a:lnTo>
                    <a:pt x="1884114" y="1444527"/>
                  </a:lnTo>
                  <a:lnTo>
                    <a:pt x="1884096" y="1444526"/>
                  </a:lnTo>
                  <a:lnTo>
                    <a:pt x="1884015" y="1444568"/>
                  </a:lnTo>
                  <a:lnTo>
                    <a:pt x="1883936" y="1444678"/>
                  </a:lnTo>
                  <a:lnTo>
                    <a:pt x="1883895" y="1444768"/>
                  </a:lnTo>
                  <a:lnTo>
                    <a:pt x="1883873" y="1444905"/>
                  </a:lnTo>
                  <a:lnTo>
                    <a:pt x="1883881" y="1444918"/>
                  </a:lnTo>
                  <a:lnTo>
                    <a:pt x="1883887" y="1444946"/>
                  </a:lnTo>
                  <a:lnTo>
                    <a:pt x="1883874" y="1445177"/>
                  </a:lnTo>
                  <a:lnTo>
                    <a:pt x="1883850" y="1445247"/>
                  </a:lnTo>
                  <a:lnTo>
                    <a:pt x="1883701" y="1445497"/>
                  </a:lnTo>
                  <a:lnTo>
                    <a:pt x="1883593" y="1445663"/>
                  </a:lnTo>
                  <a:lnTo>
                    <a:pt x="1883579" y="1445678"/>
                  </a:lnTo>
                  <a:lnTo>
                    <a:pt x="1883542" y="1445678"/>
                  </a:lnTo>
                  <a:lnTo>
                    <a:pt x="1883516" y="1445648"/>
                  </a:lnTo>
                  <a:lnTo>
                    <a:pt x="1883404" y="1445586"/>
                  </a:lnTo>
                  <a:lnTo>
                    <a:pt x="1883368" y="1445580"/>
                  </a:lnTo>
                  <a:lnTo>
                    <a:pt x="1883322" y="1445589"/>
                  </a:lnTo>
                  <a:lnTo>
                    <a:pt x="1883266" y="1445619"/>
                  </a:lnTo>
                  <a:lnTo>
                    <a:pt x="1883227" y="1445656"/>
                  </a:lnTo>
                  <a:lnTo>
                    <a:pt x="1883199" y="1445687"/>
                  </a:lnTo>
                  <a:lnTo>
                    <a:pt x="1883083" y="1445847"/>
                  </a:lnTo>
                  <a:lnTo>
                    <a:pt x="1883050" y="1445925"/>
                  </a:lnTo>
                  <a:lnTo>
                    <a:pt x="1883039" y="1445973"/>
                  </a:lnTo>
                  <a:lnTo>
                    <a:pt x="1883040" y="1445992"/>
                  </a:lnTo>
                  <a:lnTo>
                    <a:pt x="1883058" y="1446013"/>
                  </a:lnTo>
                  <a:lnTo>
                    <a:pt x="1883082" y="1446019"/>
                  </a:lnTo>
                  <a:lnTo>
                    <a:pt x="1883090" y="1446033"/>
                  </a:lnTo>
                  <a:lnTo>
                    <a:pt x="1883071" y="1446458"/>
                  </a:lnTo>
                  <a:lnTo>
                    <a:pt x="1883053" y="1446589"/>
                  </a:lnTo>
                  <a:lnTo>
                    <a:pt x="1883037" y="1446673"/>
                  </a:lnTo>
                  <a:lnTo>
                    <a:pt x="1883015" y="1446781"/>
                  </a:lnTo>
                  <a:lnTo>
                    <a:pt x="1883012" y="1446789"/>
                  </a:lnTo>
                  <a:lnTo>
                    <a:pt x="1882963" y="1446818"/>
                  </a:lnTo>
                  <a:lnTo>
                    <a:pt x="1882686" y="1446812"/>
                  </a:lnTo>
                  <a:lnTo>
                    <a:pt x="1882669" y="1446795"/>
                  </a:lnTo>
                  <a:lnTo>
                    <a:pt x="1882655" y="1446778"/>
                  </a:lnTo>
                  <a:lnTo>
                    <a:pt x="1882641" y="1446718"/>
                  </a:lnTo>
                  <a:lnTo>
                    <a:pt x="1882601" y="1446348"/>
                  </a:lnTo>
                  <a:lnTo>
                    <a:pt x="1882598" y="1446309"/>
                  </a:lnTo>
                  <a:lnTo>
                    <a:pt x="1882599" y="1446204"/>
                  </a:lnTo>
                  <a:lnTo>
                    <a:pt x="1882673" y="1446107"/>
                  </a:lnTo>
                  <a:lnTo>
                    <a:pt x="1882709" y="1446067"/>
                  </a:lnTo>
                  <a:lnTo>
                    <a:pt x="1882735" y="1445709"/>
                  </a:lnTo>
                  <a:lnTo>
                    <a:pt x="1882897" y="1445688"/>
                  </a:lnTo>
                  <a:lnTo>
                    <a:pt x="1883048" y="1445682"/>
                  </a:lnTo>
                  <a:lnTo>
                    <a:pt x="1883158" y="1445631"/>
                  </a:lnTo>
                  <a:lnTo>
                    <a:pt x="1883168" y="1445619"/>
                  </a:lnTo>
                  <a:lnTo>
                    <a:pt x="1883190" y="1445550"/>
                  </a:lnTo>
                  <a:lnTo>
                    <a:pt x="1883269" y="1445079"/>
                  </a:lnTo>
                  <a:lnTo>
                    <a:pt x="1883279" y="1444996"/>
                  </a:lnTo>
                  <a:lnTo>
                    <a:pt x="1883267" y="1444962"/>
                  </a:lnTo>
                  <a:lnTo>
                    <a:pt x="1883215" y="1444893"/>
                  </a:lnTo>
                  <a:lnTo>
                    <a:pt x="1882885" y="1444466"/>
                  </a:lnTo>
                  <a:lnTo>
                    <a:pt x="1882871" y="1444447"/>
                  </a:lnTo>
                  <a:lnTo>
                    <a:pt x="1882846" y="1444353"/>
                  </a:lnTo>
                  <a:lnTo>
                    <a:pt x="1882851" y="1444319"/>
                  </a:lnTo>
                  <a:lnTo>
                    <a:pt x="1883067" y="1444029"/>
                  </a:lnTo>
                  <a:lnTo>
                    <a:pt x="1883071" y="1443974"/>
                  </a:lnTo>
                  <a:lnTo>
                    <a:pt x="1883055" y="1443930"/>
                  </a:lnTo>
                  <a:lnTo>
                    <a:pt x="1883036" y="1443900"/>
                  </a:lnTo>
                  <a:lnTo>
                    <a:pt x="1883019" y="1443867"/>
                  </a:lnTo>
                  <a:lnTo>
                    <a:pt x="1883019" y="1443833"/>
                  </a:lnTo>
                  <a:lnTo>
                    <a:pt x="1883019" y="1443816"/>
                  </a:lnTo>
                  <a:lnTo>
                    <a:pt x="1883105" y="1443660"/>
                  </a:lnTo>
                  <a:lnTo>
                    <a:pt x="1883197" y="1443598"/>
                  </a:lnTo>
                  <a:lnTo>
                    <a:pt x="1883285" y="1443489"/>
                  </a:lnTo>
                  <a:lnTo>
                    <a:pt x="1883360" y="1443336"/>
                  </a:lnTo>
                  <a:lnTo>
                    <a:pt x="1883364" y="1443289"/>
                  </a:lnTo>
                  <a:lnTo>
                    <a:pt x="1883397" y="1443216"/>
                  </a:lnTo>
                  <a:lnTo>
                    <a:pt x="1883445" y="1443175"/>
                  </a:lnTo>
                  <a:lnTo>
                    <a:pt x="1883457" y="1443172"/>
                  </a:lnTo>
                  <a:lnTo>
                    <a:pt x="1883564" y="1443169"/>
                  </a:lnTo>
                  <a:lnTo>
                    <a:pt x="1883701" y="1443101"/>
                  </a:lnTo>
                  <a:lnTo>
                    <a:pt x="1883766" y="1443050"/>
                  </a:lnTo>
                  <a:lnTo>
                    <a:pt x="1883808" y="1442974"/>
                  </a:lnTo>
                  <a:lnTo>
                    <a:pt x="1883850" y="1442876"/>
                  </a:lnTo>
                  <a:lnTo>
                    <a:pt x="1883880" y="1442710"/>
                  </a:lnTo>
                  <a:lnTo>
                    <a:pt x="1883953" y="1442144"/>
                  </a:lnTo>
                  <a:lnTo>
                    <a:pt x="1883959" y="1441812"/>
                  </a:lnTo>
                  <a:lnTo>
                    <a:pt x="1883819" y="1441355"/>
                  </a:lnTo>
                  <a:lnTo>
                    <a:pt x="1883804" y="1441339"/>
                  </a:lnTo>
                  <a:lnTo>
                    <a:pt x="1883766" y="1441271"/>
                  </a:lnTo>
                  <a:lnTo>
                    <a:pt x="1883734" y="1441207"/>
                  </a:lnTo>
                  <a:lnTo>
                    <a:pt x="1883685" y="1441098"/>
                  </a:lnTo>
                  <a:lnTo>
                    <a:pt x="1883655" y="1441003"/>
                  </a:lnTo>
                  <a:lnTo>
                    <a:pt x="1883657" y="1440866"/>
                  </a:lnTo>
                  <a:lnTo>
                    <a:pt x="1883650" y="1440745"/>
                  </a:lnTo>
                  <a:lnTo>
                    <a:pt x="1883598" y="1440607"/>
                  </a:lnTo>
                  <a:lnTo>
                    <a:pt x="1883505" y="1440397"/>
                  </a:lnTo>
                  <a:lnTo>
                    <a:pt x="1883432" y="1440261"/>
                  </a:lnTo>
                  <a:lnTo>
                    <a:pt x="1883404" y="1440229"/>
                  </a:lnTo>
                  <a:lnTo>
                    <a:pt x="1883346" y="1440136"/>
                  </a:lnTo>
                  <a:lnTo>
                    <a:pt x="1883324" y="1440069"/>
                  </a:lnTo>
                  <a:lnTo>
                    <a:pt x="1883472" y="1439955"/>
                  </a:lnTo>
                  <a:lnTo>
                    <a:pt x="1883498" y="1439894"/>
                  </a:lnTo>
                  <a:lnTo>
                    <a:pt x="1883510" y="1439830"/>
                  </a:lnTo>
                  <a:lnTo>
                    <a:pt x="1883435" y="1439676"/>
                  </a:lnTo>
                  <a:lnTo>
                    <a:pt x="1883357" y="1439588"/>
                  </a:lnTo>
                  <a:lnTo>
                    <a:pt x="1883272" y="1439526"/>
                  </a:lnTo>
                  <a:lnTo>
                    <a:pt x="1883216" y="1439463"/>
                  </a:lnTo>
                  <a:lnTo>
                    <a:pt x="1883137" y="1439312"/>
                  </a:lnTo>
                  <a:lnTo>
                    <a:pt x="1883073" y="1439189"/>
                  </a:lnTo>
                  <a:lnTo>
                    <a:pt x="1883042" y="1439052"/>
                  </a:lnTo>
                  <a:lnTo>
                    <a:pt x="1882990" y="1439053"/>
                  </a:lnTo>
                  <a:lnTo>
                    <a:pt x="1882933" y="1439056"/>
                  </a:lnTo>
                  <a:lnTo>
                    <a:pt x="1882881" y="1439044"/>
                  </a:lnTo>
                  <a:lnTo>
                    <a:pt x="1882731" y="1438915"/>
                  </a:lnTo>
                  <a:lnTo>
                    <a:pt x="1882651" y="1438877"/>
                  </a:lnTo>
                  <a:lnTo>
                    <a:pt x="1882596" y="1438895"/>
                  </a:lnTo>
                  <a:lnTo>
                    <a:pt x="1882490" y="1439012"/>
                  </a:lnTo>
                  <a:lnTo>
                    <a:pt x="1882421" y="1439012"/>
                  </a:lnTo>
                  <a:lnTo>
                    <a:pt x="1881989" y="1438824"/>
                  </a:lnTo>
                  <a:lnTo>
                    <a:pt x="1881945" y="1438780"/>
                  </a:lnTo>
                  <a:lnTo>
                    <a:pt x="1881958" y="1438713"/>
                  </a:lnTo>
                  <a:lnTo>
                    <a:pt x="1882046" y="1438631"/>
                  </a:lnTo>
                  <a:lnTo>
                    <a:pt x="1882242" y="1438490"/>
                  </a:lnTo>
                  <a:lnTo>
                    <a:pt x="1882258" y="1438428"/>
                  </a:lnTo>
                  <a:lnTo>
                    <a:pt x="1882245" y="1438384"/>
                  </a:lnTo>
                  <a:lnTo>
                    <a:pt x="1882224" y="1438360"/>
                  </a:lnTo>
                  <a:lnTo>
                    <a:pt x="1882126" y="1438217"/>
                  </a:lnTo>
                  <a:lnTo>
                    <a:pt x="1882092" y="1438114"/>
                  </a:lnTo>
                  <a:lnTo>
                    <a:pt x="1881999" y="1438017"/>
                  </a:lnTo>
                  <a:lnTo>
                    <a:pt x="1881932" y="1437991"/>
                  </a:lnTo>
                  <a:lnTo>
                    <a:pt x="1881893" y="1438061"/>
                  </a:lnTo>
                  <a:lnTo>
                    <a:pt x="1881885" y="1438360"/>
                  </a:lnTo>
                  <a:lnTo>
                    <a:pt x="1881865" y="1438366"/>
                  </a:lnTo>
                  <a:lnTo>
                    <a:pt x="1881691" y="1438331"/>
                  </a:lnTo>
                  <a:lnTo>
                    <a:pt x="1881603" y="1438264"/>
                  </a:lnTo>
                  <a:lnTo>
                    <a:pt x="1881249" y="1437976"/>
                  </a:lnTo>
                  <a:lnTo>
                    <a:pt x="1881151" y="1437900"/>
                  </a:lnTo>
                  <a:lnTo>
                    <a:pt x="1881151" y="1437814"/>
                  </a:lnTo>
                  <a:lnTo>
                    <a:pt x="1881157" y="1437738"/>
                  </a:lnTo>
                  <a:lnTo>
                    <a:pt x="1881128" y="1437742"/>
                  </a:lnTo>
                  <a:lnTo>
                    <a:pt x="1880944" y="1437740"/>
                  </a:lnTo>
                  <a:lnTo>
                    <a:pt x="1880852" y="1437715"/>
                  </a:lnTo>
                  <a:lnTo>
                    <a:pt x="1880387" y="1437587"/>
                  </a:lnTo>
                  <a:lnTo>
                    <a:pt x="1880078" y="1437425"/>
                  </a:lnTo>
                  <a:lnTo>
                    <a:pt x="1879717" y="1437229"/>
                  </a:lnTo>
                  <a:lnTo>
                    <a:pt x="1879581" y="1437196"/>
                  </a:lnTo>
                  <a:lnTo>
                    <a:pt x="1879519" y="1437177"/>
                  </a:lnTo>
                  <a:lnTo>
                    <a:pt x="1879372" y="1437078"/>
                  </a:lnTo>
                  <a:lnTo>
                    <a:pt x="1879276" y="1437039"/>
                  </a:lnTo>
                  <a:lnTo>
                    <a:pt x="1879187" y="1437019"/>
                  </a:lnTo>
                  <a:lnTo>
                    <a:pt x="1878994" y="1436991"/>
                  </a:lnTo>
                  <a:lnTo>
                    <a:pt x="1878940" y="1437081"/>
                  </a:lnTo>
                  <a:lnTo>
                    <a:pt x="1878898" y="1437112"/>
                  </a:lnTo>
                  <a:lnTo>
                    <a:pt x="1878839" y="1437119"/>
                  </a:lnTo>
                  <a:lnTo>
                    <a:pt x="1878737" y="1437111"/>
                  </a:lnTo>
                  <a:lnTo>
                    <a:pt x="1878573" y="1437035"/>
                  </a:lnTo>
                  <a:lnTo>
                    <a:pt x="1878329" y="1437066"/>
                  </a:lnTo>
                  <a:lnTo>
                    <a:pt x="1877862" y="1437035"/>
                  </a:lnTo>
                  <a:lnTo>
                    <a:pt x="1877668" y="1437002"/>
                  </a:lnTo>
                  <a:lnTo>
                    <a:pt x="1877487" y="1436951"/>
                  </a:lnTo>
                  <a:lnTo>
                    <a:pt x="1877427" y="1436934"/>
                  </a:lnTo>
                  <a:lnTo>
                    <a:pt x="1877405" y="1436927"/>
                  </a:lnTo>
                  <a:lnTo>
                    <a:pt x="1877385" y="1436911"/>
                  </a:lnTo>
                  <a:lnTo>
                    <a:pt x="1877371" y="1436900"/>
                  </a:lnTo>
                  <a:lnTo>
                    <a:pt x="1877362" y="1436881"/>
                  </a:lnTo>
                  <a:lnTo>
                    <a:pt x="1877359" y="1436874"/>
                  </a:lnTo>
                  <a:lnTo>
                    <a:pt x="1877359" y="1436868"/>
                  </a:lnTo>
                  <a:lnTo>
                    <a:pt x="1877361" y="1436852"/>
                  </a:lnTo>
                  <a:lnTo>
                    <a:pt x="1877375" y="1436746"/>
                  </a:lnTo>
                  <a:lnTo>
                    <a:pt x="1877358" y="1436721"/>
                  </a:lnTo>
                  <a:lnTo>
                    <a:pt x="1877353" y="1436789"/>
                  </a:lnTo>
                  <a:lnTo>
                    <a:pt x="1877351" y="1436796"/>
                  </a:lnTo>
                  <a:lnTo>
                    <a:pt x="1877348" y="1436809"/>
                  </a:lnTo>
                  <a:lnTo>
                    <a:pt x="1877322" y="1436864"/>
                  </a:lnTo>
                  <a:lnTo>
                    <a:pt x="1877106" y="1436698"/>
                  </a:lnTo>
                  <a:lnTo>
                    <a:pt x="1877054" y="1436653"/>
                  </a:lnTo>
                  <a:lnTo>
                    <a:pt x="1876980" y="1436573"/>
                  </a:lnTo>
                  <a:lnTo>
                    <a:pt x="1876911" y="1436433"/>
                  </a:lnTo>
                  <a:lnTo>
                    <a:pt x="1876865" y="1436358"/>
                  </a:lnTo>
                  <a:lnTo>
                    <a:pt x="1876855" y="1436346"/>
                  </a:lnTo>
                  <a:lnTo>
                    <a:pt x="1876703" y="1436196"/>
                  </a:lnTo>
                  <a:lnTo>
                    <a:pt x="1876392" y="1436002"/>
                  </a:lnTo>
                  <a:lnTo>
                    <a:pt x="1876371" y="1435989"/>
                  </a:lnTo>
                  <a:lnTo>
                    <a:pt x="1876358" y="1435981"/>
                  </a:lnTo>
                  <a:lnTo>
                    <a:pt x="1876265" y="1435923"/>
                  </a:lnTo>
                  <a:lnTo>
                    <a:pt x="1876247" y="1435922"/>
                  </a:lnTo>
                  <a:lnTo>
                    <a:pt x="1876241" y="1435920"/>
                  </a:lnTo>
                  <a:lnTo>
                    <a:pt x="1876236" y="1435919"/>
                  </a:lnTo>
                  <a:lnTo>
                    <a:pt x="1876226" y="1435920"/>
                  </a:lnTo>
                  <a:lnTo>
                    <a:pt x="1876099" y="1435910"/>
                  </a:lnTo>
                  <a:lnTo>
                    <a:pt x="1876084" y="1435909"/>
                  </a:lnTo>
                  <a:lnTo>
                    <a:pt x="1876084" y="1435918"/>
                  </a:lnTo>
                  <a:lnTo>
                    <a:pt x="1876079" y="1435929"/>
                  </a:lnTo>
                  <a:lnTo>
                    <a:pt x="1876058" y="1435933"/>
                  </a:lnTo>
                  <a:lnTo>
                    <a:pt x="1876042" y="1435937"/>
                  </a:lnTo>
                  <a:lnTo>
                    <a:pt x="1876029" y="1435935"/>
                  </a:lnTo>
                  <a:lnTo>
                    <a:pt x="1875884" y="1435983"/>
                  </a:lnTo>
                  <a:lnTo>
                    <a:pt x="1875845" y="1435986"/>
                  </a:lnTo>
                  <a:lnTo>
                    <a:pt x="1875832" y="1435987"/>
                  </a:lnTo>
                  <a:lnTo>
                    <a:pt x="1875799" y="1435989"/>
                  </a:lnTo>
                  <a:lnTo>
                    <a:pt x="1875793" y="1435990"/>
                  </a:lnTo>
                  <a:lnTo>
                    <a:pt x="1875783" y="1435990"/>
                  </a:lnTo>
                  <a:lnTo>
                    <a:pt x="1875758" y="1435992"/>
                  </a:lnTo>
                  <a:lnTo>
                    <a:pt x="1875744" y="1435993"/>
                  </a:lnTo>
                  <a:lnTo>
                    <a:pt x="1875736" y="1435993"/>
                  </a:lnTo>
                  <a:lnTo>
                    <a:pt x="1875715" y="1435994"/>
                  </a:lnTo>
                  <a:lnTo>
                    <a:pt x="1875698" y="1435996"/>
                  </a:lnTo>
                  <a:lnTo>
                    <a:pt x="1875678" y="1435997"/>
                  </a:lnTo>
                  <a:lnTo>
                    <a:pt x="1875660" y="1435998"/>
                  </a:lnTo>
                  <a:lnTo>
                    <a:pt x="1875567" y="1436004"/>
                  </a:lnTo>
                  <a:lnTo>
                    <a:pt x="1875548" y="1436005"/>
                  </a:lnTo>
                  <a:lnTo>
                    <a:pt x="1875505" y="1436008"/>
                  </a:lnTo>
                  <a:lnTo>
                    <a:pt x="1875467" y="1436010"/>
                  </a:lnTo>
                  <a:lnTo>
                    <a:pt x="1875438" y="1436012"/>
                  </a:lnTo>
                  <a:lnTo>
                    <a:pt x="1875432" y="1436012"/>
                  </a:lnTo>
                  <a:lnTo>
                    <a:pt x="1875412" y="1436013"/>
                  </a:lnTo>
                  <a:lnTo>
                    <a:pt x="1875394" y="1436014"/>
                  </a:lnTo>
                  <a:lnTo>
                    <a:pt x="1875357" y="1436016"/>
                  </a:lnTo>
                  <a:lnTo>
                    <a:pt x="1875329" y="1436017"/>
                  </a:lnTo>
                  <a:lnTo>
                    <a:pt x="1875310" y="1436018"/>
                  </a:lnTo>
                  <a:lnTo>
                    <a:pt x="1875300" y="1436018"/>
                  </a:lnTo>
                  <a:lnTo>
                    <a:pt x="1875218" y="1436023"/>
                  </a:lnTo>
                  <a:lnTo>
                    <a:pt x="1875162" y="1436055"/>
                  </a:lnTo>
                  <a:lnTo>
                    <a:pt x="1875159" y="1436064"/>
                  </a:lnTo>
                  <a:lnTo>
                    <a:pt x="1875160" y="1436078"/>
                  </a:lnTo>
                  <a:lnTo>
                    <a:pt x="1875154" y="1436079"/>
                  </a:lnTo>
                  <a:lnTo>
                    <a:pt x="1875133" y="1436084"/>
                  </a:lnTo>
                  <a:lnTo>
                    <a:pt x="1875127" y="1436072"/>
                  </a:lnTo>
                  <a:lnTo>
                    <a:pt x="1875108" y="1436075"/>
                  </a:lnTo>
                  <a:lnTo>
                    <a:pt x="1875095" y="1436076"/>
                  </a:lnTo>
                  <a:lnTo>
                    <a:pt x="1874939" y="1436155"/>
                  </a:lnTo>
                  <a:lnTo>
                    <a:pt x="1874928" y="1436191"/>
                  </a:lnTo>
                  <a:lnTo>
                    <a:pt x="1874907" y="1436257"/>
                  </a:lnTo>
                  <a:lnTo>
                    <a:pt x="1874888" y="1436320"/>
                  </a:lnTo>
                  <a:lnTo>
                    <a:pt x="1874882" y="1436337"/>
                  </a:lnTo>
                  <a:lnTo>
                    <a:pt x="1874873" y="1436367"/>
                  </a:lnTo>
                  <a:lnTo>
                    <a:pt x="1874887" y="1436397"/>
                  </a:lnTo>
                  <a:lnTo>
                    <a:pt x="1875030" y="1436404"/>
                  </a:lnTo>
                  <a:lnTo>
                    <a:pt x="1875038" y="1436393"/>
                  </a:lnTo>
                  <a:lnTo>
                    <a:pt x="1875080" y="1436379"/>
                  </a:lnTo>
                  <a:lnTo>
                    <a:pt x="1875170" y="1436365"/>
                  </a:lnTo>
                  <a:lnTo>
                    <a:pt x="1875222" y="1436367"/>
                  </a:lnTo>
                  <a:lnTo>
                    <a:pt x="1875243" y="1436370"/>
                  </a:lnTo>
                  <a:lnTo>
                    <a:pt x="1875375" y="1436450"/>
                  </a:lnTo>
                  <a:lnTo>
                    <a:pt x="1875403" y="1436510"/>
                  </a:lnTo>
                  <a:lnTo>
                    <a:pt x="1875410" y="1436549"/>
                  </a:lnTo>
                  <a:lnTo>
                    <a:pt x="1875408" y="1436742"/>
                  </a:lnTo>
                  <a:lnTo>
                    <a:pt x="1875385" y="1436802"/>
                  </a:lnTo>
                  <a:lnTo>
                    <a:pt x="1875389" y="1436838"/>
                  </a:lnTo>
                  <a:lnTo>
                    <a:pt x="1875413" y="1436888"/>
                  </a:lnTo>
                  <a:lnTo>
                    <a:pt x="1875454" y="1436957"/>
                  </a:lnTo>
                  <a:lnTo>
                    <a:pt x="1875497" y="1437000"/>
                  </a:lnTo>
                  <a:lnTo>
                    <a:pt x="1875567" y="1437070"/>
                  </a:lnTo>
                  <a:lnTo>
                    <a:pt x="1875585" y="1437083"/>
                  </a:lnTo>
                  <a:lnTo>
                    <a:pt x="1875746" y="1437176"/>
                  </a:lnTo>
                  <a:lnTo>
                    <a:pt x="1875937" y="1437270"/>
                  </a:lnTo>
                  <a:lnTo>
                    <a:pt x="1875980" y="1437288"/>
                  </a:lnTo>
                  <a:lnTo>
                    <a:pt x="1876069" y="1437325"/>
                  </a:lnTo>
                  <a:lnTo>
                    <a:pt x="1876353" y="1437396"/>
                  </a:lnTo>
                  <a:lnTo>
                    <a:pt x="1876504" y="1437428"/>
                  </a:lnTo>
                  <a:lnTo>
                    <a:pt x="1876932" y="1437500"/>
                  </a:lnTo>
                  <a:lnTo>
                    <a:pt x="1877201" y="1437513"/>
                  </a:lnTo>
                  <a:lnTo>
                    <a:pt x="1877409" y="1437495"/>
                  </a:lnTo>
                  <a:lnTo>
                    <a:pt x="1877446" y="1437491"/>
                  </a:lnTo>
                  <a:lnTo>
                    <a:pt x="1877515" y="1437458"/>
                  </a:lnTo>
                  <a:lnTo>
                    <a:pt x="1877630" y="1437423"/>
                  </a:lnTo>
                  <a:lnTo>
                    <a:pt x="1877673" y="1437421"/>
                  </a:lnTo>
                  <a:lnTo>
                    <a:pt x="1877929" y="1437455"/>
                  </a:lnTo>
                  <a:lnTo>
                    <a:pt x="1878037" y="1437513"/>
                  </a:lnTo>
                  <a:lnTo>
                    <a:pt x="1878383" y="1437712"/>
                  </a:lnTo>
                  <a:lnTo>
                    <a:pt x="1878430" y="1437774"/>
                  </a:lnTo>
                  <a:lnTo>
                    <a:pt x="1878537" y="1437941"/>
                  </a:lnTo>
                  <a:lnTo>
                    <a:pt x="1878681" y="1438192"/>
                  </a:lnTo>
                  <a:lnTo>
                    <a:pt x="1878721" y="1438262"/>
                  </a:lnTo>
                  <a:lnTo>
                    <a:pt x="1878768" y="1438346"/>
                  </a:lnTo>
                  <a:lnTo>
                    <a:pt x="1878772" y="1438392"/>
                  </a:lnTo>
                  <a:lnTo>
                    <a:pt x="1878758" y="1438432"/>
                  </a:lnTo>
                  <a:lnTo>
                    <a:pt x="1878729" y="1438455"/>
                  </a:lnTo>
                  <a:lnTo>
                    <a:pt x="1878679" y="1438456"/>
                  </a:lnTo>
                  <a:lnTo>
                    <a:pt x="1878640" y="1438477"/>
                  </a:lnTo>
                  <a:lnTo>
                    <a:pt x="1878611" y="1438533"/>
                  </a:lnTo>
                  <a:lnTo>
                    <a:pt x="1878608" y="1438553"/>
                  </a:lnTo>
                  <a:lnTo>
                    <a:pt x="1878606" y="1438768"/>
                  </a:lnTo>
                  <a:lnTo>
                    <a:pt x="1878706" y="1439016"/>
                  </a:lnTo>
                  <a:lnTo>
                    <a:pt x="1878762" y="1439059"/>
                  </a:lnTo>
                  <a:lnTo>
                    <a:pt x="1878807" y="1439079"/>
                  </a:lnTo>
                  <a:lnTo>
                    <a:pt x="1879009" y="1439363"/>
                  </a:lnTo>
                  <a:lnTo>
                    <a:pt x="1879138" y="1439493"/>
                  </a:lnTo>
                  <a:lnTo>
                    <a:pt x="1879289" y="1439716"/>
                  </a:lnTo>
                  <a:lnTo>
                    <a:pt x="1879152" y="1439883"/>
                  </a:lnTo>
                  <a:lnTo>
                    <a:pt x="1878821" y="1440375"/>
                  </a:lnTo>
                  <a:lnTo>
                    <a:pt x="1878745" y="1440571"/>
                  </a:lnTo>
                  <a:lnTo>
                    <a:pt x="1878582" y="1440820"/>
                  </a:lnTo>
                  <a:lnTo>
                    <a:pt x="1878556" y="1440936"/>
                  </a:lnTo>
                  <a:lnTo>
                    <a:pt x="1878522" y="1441082"/>
                  </a:lnTo>
                  <a:lnTo>
                    <a:pt x="1878620" y="1441143"/>
                  </a:lnTo>
                  <a:lnTo>
                    <a:pt x="1878694" y="1441187"/>
                  </a:lnTo>
                  <a:lnTo>
                    <a:pt x="1878757" y="1441210"/>
                  </a:lnTo>
                  <a:lnTo>
                    <a:pt x="1878794" y="1441224"/>
                  </a:lnTo>
                  <a:lnTo>
                    <a:pt x="1878853" y="1441247"/>
                  </a:lnTo>
                  <a:lnTo>
                    <a:pt x="1878925" y="1441381"/>
                  </a:lnTo>
                  <a:lnTo>
                    <a:pt x="1878926" y="1441390"/>
                  </a:lnTo>
                  <a:lnTo>
                    <a:pt x="1878914" y="1441462"/>
                  </a:lnTo>
                  <a:lnTo>
                    <a:pt x="1878888" y="1441525"/>
                  </a:lnTo>
                  <a:lnTo>
                    <a:pt x="1878880" y="1441542"/>
                  </a:lnTo>
                  <a:lnTo>
                    <a:pt x="1878837" y="1441617"/>
                  </a:lnTo>
                  <a:lnTo>
                    <a:pt x="1878819" y="1441615"/>
                  </a:lnTo>
                  <a:lnTo>
                    <a:pt x="1878802" y="1441609"/>
                  </a:lnTo>
                  <a:lnTo>
                    <a:pt x="1878747" y="1441557"/>
                  </a:lnTo>
                  <a:lnTo>
                    <a:pt x="1878727" y="1441537"/>
                  </a:lnTo>
                  <a:lnTo>
                    <a:pt x="1878713" y="1441501"/>
                  </a:lnTo>
                  <a:lnTo>
                    <a:pt x="1878688" y="1441484"/>
                  </a:lnTo>
                  <a:lnTo>
                    <a:pt x="1878627" y="1441461"/>
                  </a:lnTo>
                  <a:lnTo>
                    <a:pt x="1878583" y="1441464"/>
                  </a:lnTo>
                  <a:lnTo>
                    <a:pt x="1878517" y="1441509"/>
                  </a:lnTo>
                  <a:lnTo>
                    <a:pt x="1878397" y="1441603"/>
                  </a:lnTo>
                  <a:lnTo>
                    <a:pt x="1878233" y="1441798"/>
                  </a:lnTo>
                  <a:lnTo>
                    <a:pt x="1878186" y="1441817"/>
                  </a:lnTo>
                  <a:lnTo>
                    <a:pt x="1877992" y="1441875"/>
                  </a:lnTo>
                  <a:lnTo>
                    <a:pt x="1877831" y="1441879"/>
                  </a:lnTo>
                  <a:lnTo>
                    <a:pt x="1877780" y="1442133"/>
                  </a:lnTo>
                  <a:lnTo>
                    <a:pt x="1877772" y="1442174"/>
                  </a:lnTo>
                  <a:lnTo>
                    <a:pt x="1877778" y="1442346"/>
                  </a:lnTo>
                  <a:lnTo>
                    <a:pt x="1877867" y="1442678"/>
                  </a:lnTo>
                  <a:lnTo>
                    <a:pt x="1877911" y="1442788"/>
                  </a:lnTo>
                  <a:lnTo>
                    <a:pt x="1877938" y="1442835"/>
                  </a:lnTo>
                  <a:lnTo>
                    <a:pt x="1877959" y="1442928"/>
                  </a:lnTo>
                  <a:lnTo>
                    <a:pt x="1877936" y="1442989"/>
                  </a:lnTo>
                  <a:lnTo>
                    <a:pt x="1877856" y="1443030"/>
                  </a:lnTo>
                  <a:lnTo>
                    <a:pt x="1877568" y="1443212"/>
                  </a:lnTo>
                  <a:lnTo>
                    <a:pt x="1877353" y="1443348"/>
                  </a:lnTo>
                  <a:lnTo>
                    <a:pt x="1877168" y="1443534"/>
                  </a:lnTo>
                  <a:lnTo>
                    <a:pt x="1876879" y="1443984"/>
                  </a:lnTo>
                  <a:lnTo>
                    <a:pt x="1876714" y="1444277"/>
                  </a:lnTo>
                  <a:lnTo>
                    <a:pt x="1876545" y="1444592"/>
                  </a:lnTo>
                  <a:lnTo>
                    <a:pt x="1876544" y="1444648"/>
                  </a:lnTo>
                  <a:lnTo>
                    <a:pt x="1876560" y="1444675"/>
                  </a:lnTo>
                  <a:lnTo>
                    <a:pt x="1876608" y="1444701"/>
                  </a:lnTo>
                  <a:lnTo>
                    <a:pt x="1876623" y="1444752"/>
                  </a:lnTo>
                  <a:lnTo>
                    <a:pt x="1876622" y="1444768"/>
                  </a:lnTo>
                  <a:lnTo>
                    <a:pt x="1876574" y="1444862"/>
                  </a:lnTo>
                  <a:lnTo>
                    <a:pt x="1876499" y="1444917"/>
                  </a:lnTo>
                  <a:lnTo>
                    <a:pt x="1876487" y="1444922"/>
                  </a:lnTo>
                  <a:lnTo>
                    <a:pt x="1876399" y="1444902"/>
                  </a:lnTo>
                  <a:lnTo>
                    <a:pt x="1876228" y="1444804"/>
                  </a:lnTo>
                  <a:lnTo>
                    <a:pt x="1875938" y="1444471"/>
                  </a:lnTo>
                  <a:lnTo>
                    <a:pt x="1875464" y="1444107"/>
                  </a:lnTo>
                  <a:lnTo>
                    <a:pt x="1875332" y="1444041"/>
                  </a:lnTo>
                  <a:lnTo>
                    <a:pt x="1875133" y="1443985"/>
                  </a:lnTo>
                  <a:lnTo>
                    <a:pt x="1875044" y="1444082"/>
                  </a:lnTo>
                  <a:lnTo>
                    <a:pt x="1874999" y="1444132"/>
                  </a:lnTo>
                  <a:lnTo>
                    <a:pt x="1874992" y="1444152"/>
                  </a:lnTo>
                  <a:lnTo>
                    <a:pt x="1875100" y="1444254"/>
                  </a:lnTo>
                  <a:lnTo>
                    <a:pt x="1875197" y="1444308"/>
                  </a:lnTo>
                  <a:lnTo>
                    <a:pt x="1875528" y="1444475"/>
                  </a:lnTo>
                  <a:lnTo>
                    <a:pt x="1875684" y="1444553"/>
                  </a:lnTo>
                  <a:lnTo>
                    <a:pt x="1875801" y="1444652"/>
                  </a:lnTo>
                  <a:lnTo>
                    <a:pt x="1875838" y="1444695"/>
                  </a:lnTo>
                  <a:lnTo>
                    <a:pt x="1875953" y="1444868"/>
                  </a:lnTo>
                  <a:lnTo>
                    <a:pt x="1875999" y="1444966"/>
                  </a:lnTo>
                  <a:lnTo>
                    <a:pt x="1876143" y="1445247"/>
                  </a:lnTo>
                  <a:lnTo>
                    <a:pt x="1876261" y="1445477"/>
                  </a:lnTo>
                  <a:lnTo>
                    <a:pt x="1876302" y="1445673"/>
                  </a:lnTo>
                  <a:lnTo>
                    <a:pt x="1876502" y="1445807"/>
                  </a:lnTo>
                  <a:lnTo>
                    <a:pt x="1876575" y="1445855"/>
                  </a:lnTo>
                  <a:lnTo>
                    <a:pt x="1876588" y="1445858"/>
                  </a:lnTo>
                  <a:lnTo>
                    <a:pt x="1876694" y="1445782"/>
                  </a:lnTo>
                  <a:lnTo>
                    <a:pt x="1876775" y="1445624"/>
                  </a:lnTo>
                  <a:lnTo>
                    <a:pt x="1876860" y="1445567"/>
                  </a:lnTo>
                  <a:lnTo>
                    <a:pt x="1877079" y="1445525"/>
                  </a:lnTo>
                  <a:lnTo>
                    <a:pt x="1877105" y="1445527"/>
                  </a:lnTo>
                  <a:lnTo>
                    <a:pt x="1877118" y="1445556"/>
                  </a:lnTo>
                  <a:lnTo>
                    <a:pt x="1877228" y="1445640"/>
                  </a:lnTo>
                  <a:lnTo>
                    <a:pt x="1877256" y="1445652"/>
                  </a:lnTo>
                  <a:lnTo>
                    <a:pt x="1877394" y="1445701"/>
                  </a:lnTo>
                  <a:lnTo>
                    <a:pt x="1877460" y="1445716"/>
                  </a:lnTo>
                  <a:lnTo>
                    <a:pt x="1877736" y="1445599"/>
                  </a:lnTo>
                  <a:lnTo>
                    <a:pt x="1877778" y="1445445"/>
                  </a:lnTo>
                  <a:lnTo>
                    <a:pt x="1877749" y="1445402"/>
                  </a:lnTo>
                  <a:lnTo>
                    <a:pt x="1877728" y="1445291"/>
                  </a:lnTo>
                  <a:lnTo>
                    <a:pt x="1877725" y="1445277"/>
                  </a:lnTo>
                  <a:lnTo>
                    <a:pt x="1877730" y="1445256"/>
                  </a:lnTo>
                  <a:lnTo>
                    <a:pt x="1877841" y="1445126"/>
                  </a:lnTo>
                  <a:lnTo>
                    <a:pt x="1877874" y="1445089"/>
                  </a:lnTo>
                  <a:lnTo>
                    <a:pt x="1877904" y="1445106"/>
                  </a:lnTo>
                  <a:lnTo>
                    <a:pt x="1877915" y="1445125"/>
                  </a:lnTo>
                  <a:lnTo>
                    <a:pt x="1877922" y="1445163"/>
                  </a:lnTo>
                  <a:lnTo>
                    <a:pt x="1878013" y="1445219"/>
                  </a:lnTo>
                  <a:lnTo>
                    <a:pt x="1878159" y="1445280"/>
                  </a:lnTo>
                  <a:lnTo>
                    <a:pt x="1878198" y="1445290"/>
                  </a:lnTo>
                  <a:lnTo>
                    <a:pt x="1878294" y="1445306"/>
                  </a:lnTo>
                  <a:lnTo>
                    <a:pt x="1878367" y="1445309"/>
                  </a:lnTo>
                  <a:lnTo>
                    <a:pt x="1878377" y="1445304"/>
                  </a:lnTo>
                  <a:lnTo>
                    <a:pt x="1878442" y="1445093"/>
                  </a:lnTo>
                  <a:lnTo>
                    <a:pt x="1878497" y="1444824"/>
                  </a:lnTo>
                  <a:lnTo>
                    <a:pt x="1878549" y="1444750"/>
                  </a:lnTo>
                  <a:lnTo>
                    <a:pt x="1878616" y="1444705"/>
                  </a:lnTo>
                  <a:lnTo>
                    <a:pt x="1878996" y="1444719"/>
                  </a:lnTo>
                  <a:lnTo>
                    <a:pt x="1879007" y="1444727"/>
                  </a:lnTo>
                  <a:lnTo>
                    <a:pt x="1879045" y="1444830"/>
                  </a:lnTo>
                  <a:lnTo>
                    <a:pt x="1879104" y="1445028"/>
                  </a:lnTo>
                  <a:lnTo>
                    <a:pt x="1878975" y="1445181"/>
                  </a:lnTo>
                  <a:lnTo>
                    <a:pt x="1878972" y="1445213"/>
                  </a:lnTo>
                  <a:lnTo>
                    <a:pt x="1879048" y="1445293"/>
                  </a:lnTo>
                  <a:lnTo>
                    <a:pt x="1879287" y="1445327"/>
                  </a:lnTo>
                  <a:lnTo>
                    <a:pt x="1879301" y="1445327"/>
                  </a:lnTo>
                  <a:lnTo>
                    <a:pt x="1879318" y="1445320"/>
                  </a:lnTo>
                  <a:lnTo>
                    <a:pt x="1879358" y="1445289"/>
                  </a:lnTo>
                  <a:lnTo>
                    <a:pt x="1879452" y="1445201"/>
                  </a:lnTo>
                  <a:lnTo>
                    <a:pt x="1879685" y="1445262"/>
                  </a:lnTo>
                  <a:lnTo>
                    <a:pt x="1879855" y="1445594"/>
                  </a:lnTo>
                  <a:lnTo>
                    <a:pt x="1879863" y="1445618"/>
                  </a:lnTo>
                  <a:lnTo>
                    <a:pt x="1880066" y="1445679"/>
                  </a:lnTo>
                  <a:lnTo>
                    <a:pt x="1880108" y="1445679"/>
                  </a:lnTo>
                  <a:lnTo>
                    <a:pt x="1880322" y="1445749"/>
                  </a:lnTo>
                  <a:lnTo>
                    <a:pt x="1880534" y="1445872"/>
                  </a:lnTo>
                  <a:lnTo>
                    <a:pt x="1880629" y="1445950"/>
                  </a:lnTo>
                  <a:lnTo>
                    <a:pt x="1880644" y="1445969"/>
                  </a:lnTo>
                  <a:lnTo>
                    <a:pt x="1880637" y="1445991"/>
                  </a:lnTo>
                  <a:lnTo>
                    <a:pt x="1880550" y="1446063"/>
                  </a:lnTo>
                  <a:lnTo>
                    <a:pt x="1880491" y="1446101"/>
                  </a:lnTo>
                  <a:lnTo>
                    <a:pt x="1880448" y="1446095"/>
                  </a:lnTo>
                  <a:lnTo>
                    <a:pt x="1880368" y="1446060"/>
                  </a:lnTo>
                  <a:lnTo>
                    <a:pt x="1880266" y="1446054"/>
                  </a:lnTo>
                  <a:lnTo>
                    <a:pt x="1880199" y="1446057"/>
                  </a:lnTo>
                  <a:lnTo>
                    <a:pt x="1880094" y="1446091"/>
                  </a:lnTo>
                  <a:lnTo>
                    <a:pt x="1880068" y="1446118"/>
                  </a:lnTo>
                  <a:lnTo>
                    <a:pt x="1879991" y="1446233"/>
                  </a:lnTo>
                  <a:lnTo>
                    <a:pt x="1879960" y="1446302"/>
                  </a:lnTo>
                  <a:lnTo>
                    <a:pt x="1879946" y="1446351"/>
                  </a:lnTo>
                  <a:lnTo>
                    <a:pt x="1879941" y="1446417"/>
                  </a:lnTo>
                  <a:lnTo>
                    <a:pt x="1879946" y="1446514"/>
                  </a:lnTo>
                  <a:lnTo>
                    <a:pt x="1879848" y="1446808"/>
                  </a:lnTo>
                  <a:lnTo>
                    <a:pt x="1879814" y="1446881"/>
                  </a:lnTo>
                  <a:lnTo>
                    <a:pt x="1879800" y="1446949"/>
                  </a:lnTo>
                  <a:lnTo>
                    <a:pt x="1879797" y="1446972"/>
                  </a:lnTo>
                  <a:lnTo>
                    <a:pt x="1879814" y="1447032"/>
                  </a:lnTo>
                  <a:lnTo>
                    <a:pt x="1879807" y="1447043"/>
                  </a:lnTo>
                  <a:lnTo>
                    <a:pt x="1879510" y="1447033"/>
                  </a:lnTo>
                  <a:lnTo>
                    <a:pt x="1879475" y="1447008"/>
                  </a:lnTo>
                  <a:lnTo>
                    <a:pt x="1879343" y="1446742"/>
                  </a:lnTo>
                  <a:lnTo>
                    <a:pt x="1879156" y="1446464"/>
                  </a:lnTo>
                  <a:lnTo>
                    <a:pt x="1879070" y="1446421"/>
                  </a:lnTo>
                  <a:lnTo>
                    <a:pt x="1879025" y="1446416"/>
                  </a:lnTo>
                  <a:lnTo>
                    <a:pt x="1878964" y="1446431"/>
                  </a:lnTo>
                  <a:lnTo>
                    <a:pt x="1878817" y="1446491"/>
                  </a:lnTo>
                  <a:lnTo>
                    <a:pt x="1878537" y="1446658"/>
                  </a:lnTo>
                  <a:lnTo>
                    <a:pt x="1878497" y="1446715"/>
                  </a:lnTo>
                  <a:lnTo>
                    <a:pt x="1878481" y="1446747"/>
                  </a:lnTo>
                  <a:lnTo>
                    <a:pt x="1878435" y="1446910"/>
                  </a:lnTo>
                  <a:lnTo>
                    <a:pt x="1878430" y="1447014"/>
                  </a:lnTo>
                  <a:lnTo>
                    <a:pt x="1878389" y="1447195"/>
                  </a:lnTo>
                  <a:lnTo>
                    <a:pt x="1878372" y="1447276"/>
                  </a:lnTo>
                  <a:lnTo>
                    <a:pt x="1878300" y="1447395"/>
                  </a:lnTo>
                  <a:lnTo>
                    <a:pt x="1878188" y="1447502"/>
                  </a:lnTo>
                  <a:lnTo>
                    <a:pt x="1878107" y="1447610"/>
                  </a:lnTo>
                  <a:lnTo>
                    <a:pt x="1878062" y="1447685"/>
                  </a:lnTo>
                  <a:lnTo>
                    <a:pt x="1877994" y="1447834"/>
                  </a:lnTo>
                  <a:lnTo>
                    <a:pt x="1877882" y="1448174"/>
                  </a:lnTo>
                  <a:lnTo>
                    <a:pt x="1877872" y="1448505"/>
                  </a:lnTo>
                  <a:lnTo>
                    <a:pt x="1877874" y="1448723"/>
                  </a:lnTo>
                  <a:lnTo>
                    <a:pt x="1877888" y="1448912"/>
                  </a:lnTo>
                  <a:lnTo>
                    <a:pt x="1877918" y="1449051"/>
                  </a:lnTo>
                  <a:lnTo>
                    <a:pt x="1877947" y="1449141"/>
                  </a:lnTo>
                  <a:lnTo>
                    <a:pt x="1878009" y="1449195"/>
                  </a:lnTo>
                  <a:lnTo>
                    <a:pt x="1878066" y="1449232"/>
                  </a:lnTo>
                  <a:lnTo>
                    <a:pt x="1878177" y="1449259"/>
                  </a:lnTo>
                  <a:lnTo>
                    <a:pt x="1878291" y="1449282"/>
                  </a:lnTo>
                  <a:lnTo>
                    <a:pt x="1878354" y="1449287"/>
                  </a:lnTo>
                  <a:lnTo>
                    <a:pt x="1878673" y="1449576"/>
                  </a:lnTo>
                  <a:lnTo>
                    <a:pt x="1878667" y="1449605"/>
                  </a:lnTo>
                  <a:lnTo>
                    <a:pt x="1878626" y="1449787"/>
                  </a:lnTo>
                  <a:lnTo>
                    <a:pt x="1878607" y="1449819"/>
                  </a:lnTo>
                  <a:lnTo>
                    <a:pt x="1878567" y="1449855"/>
                  </a:lnTo>
                  <a:lnTo>
                    <a:pt x="1878500" y="1449893"/>
                  </a:lnTo>
                  <a:lnTo>
                    <a:pt x="1878480" y="1449903"/>
                  </a:lnTo>
                  <a:lnTo>
                    <a:pt x="1878254" y="1449910"/>
                  </a:lnTo>
                  <a:lnTo>
                    <a:pt x="1878152" y="1449912"/>
                  </a:lnTo>
                  <a:lnTo>
                    <a:pt x="1878074" y="1449873"/>
                  </a:lnTo>
                  <a:lnTo>
                    <a:pt x="1877923" y="1449824"/>
                  </a:lnTo>
                  <a:lnTo>
                    <a:pt x="1877873" y="1449814"/>
                  </a:lnTo>
                  <a:lnTo>
                    <a:pt x="1877791" y="1449850"/>
                  </a:lnTo>
                  <a:lnTo>
                    <a:pt x="1877746" y="1449891"/>
                  </a:lnTo>
                  <a:lnTo>
                    <a:pt x="1877736" y="1449906"/>
                  </a:lnTo>
                  <a:lnTo>
                    <a:pt x="1877630" y="1450016"/>
                  </a:lnTo>
                  <a:lnTo>
                    <a:pt x="1877444" y="1450101"/>
                  </a:lnTo>
                  <a:lnTo>
                    <a:pt x="1877433" y="1450096"/>
                  </a:lnTo>
                  <a:lnTo>
                    <a:pt x="1877356" y="1449980"/>
                  </a:lnTo>
                  <a:lnTo>
                    <a:pt x="1877322" y="1449866"/>
                  </a:lnTo>
                  <a:lnTo>
                    <a:pt x="1877346" y="1449802"/>
                  </a:lnTo>
                  <a:lnTo>
                    <a:pt x="1877347" y="1449790"/>
                  </a:lnTo>
                  <a:lnTo>
                    <a:pt x="1877323" y="1449728"/>
                  </a:lnTo>
                  <a:lnTo>
                    <a:pt x="1877258" y="1449668"/>
                  </a:lnTo>
                  <a:lnTo>
                    <a:pt x="1877224" y="1449656"/>
                  </a:lnTo>
                  <a:lnTo>
                    <a:pt x="1877135" y="1449641"/>
                  </a:lnTo>
                  <a:lnTo>
                    <a:pt x="1876995" y="1449667"/>
                  </a:lnTo>
                  <a:lnTo>
                    <a:pt x="1876914" y="1449690"/>
                  </a:lnTo>
                  <a:lnTo>
                    <a:pt x="1876859" y="1449728"/>
                  </a:lnTo>
                  <a:lnTo>
                    <a:pt x="1876797" y="1449662"/>
                  </a:lnTo>
                  <a:lnTo>
                    <a:pt x="1876797" y="1449462"/>
                  </a:lnTo>
                  <a:lnTo>
                    <a:pt x="1876725" y="1449423"/>
                  </a:lnTo>
                  <a:lnTo>
                    <a:pt x="1876500" y="1449435"/>
                  </a:lnTo>
                  <a:lnTo>
                    <a:pt x="1876448" y="1449438"/>
                  </a:lnTo>
                  <a:lnTo>
                    <a:pt x="1876392" y="1449466"/>
                  </a:lnTo>
                  <a:lnTo>
                    <a:pt x="1876161" y="1449624"/>
                  </a:lnTo>
                  <a:lnTo>
                    <a:pt x="1876064" y="1449713"/>
                  </a:lnTo>
                  <a:lnTo>
                    <a:pt x="1875997" y="1449786"/>
                  </a:lnTo>
                  <a:lnTo>
                    <a:pt x="1875929" y="1449871"/>
                  </a:lnTo>
                  <a:lnTo>
                    <a:pt x="1875855" y="1449978"/>
                  </a:lnTo>
                  <a:lnTo>
                    <a:pt x="1875687" y="1450329"/>
                  </a:lnTo>
                  <a:lnTo>
                    <a:pt x="1875599" y="1450585"/>
                  </a:lnTo>
                  <a:lnTo>
                    <a:pt x="1875538" y="1450827"/>
                  </a:lnTo>
                  <a:lnTo>
                    <a:pt x="1875479" y="1451127"/>
                  </a:lnTo>
                  <a:lnTo>
                    <a:pt x="1875472" y="1451321"/>
                  </a:lnTo>
                  <a:lnTo>
                    <a:pt x="1875461" y="1451814"/>
                  </a:lnTo>
                  <a:lnTo>
                    <a:pt x="1875472" y="1451993"/>
                  </a:lnTo>
                  <a:lnTo>
                    <a:pt x="1875517" y="1452262"/>
                  </a:lnTo>
                  <a:lnTo>
                    <a:pt x="1875530" y="1452343"/>
                  </a:lnTo>
                  <a:lnTo>
                    <a:pt x="1875613" y="1452623"/>
                  </a:lnTo>
                  <a:lnTo>
                    <a:pt x="1875672" y="1452723"/>
                  </a:lnTo>
                  <a:lnTo>
                    <a:pt x="1875755" y="1452841"/>
                  </a:lnTo>
                  <a:lnTo>
                    <a:pt x="1875849" y="1452909"/>
                  </a:lnTo>
                  <a:lnTo>
                    <a:pt x="1875866" y="1452916"/>
                  </a:lnTo>
                  <a:lnTo>
                    <a:pt x="1875945" y="1452951"/>
                  </a:lnTo>
                  <a:lnTo>
                    <a:pt x="1875985" y="1452956"/>
                  </a:lnTo>
                  <a:lnTo>
                    <a:pt x="1876011" y="1452950"/>
                  </a:lnTo>
                  <a:lnTo>
                    <a:pt x="1876027" y="1452932"/>
                  </a:lnTo>
                  <a:lnTo>
                    <a:pt x="1876029" y="1452882"/>
                  </a:lnTo>
                  <a:lnTo>
                    <a:pt x="1876141" y="1452764"/>
                  </a:lnTo>
                  <a:lnTo>
                    <a:pt x="1876227" y="1452694"/>
                  </a:lnTo>
                  <a:lnTo>
                    <a:pt x="1876270" y="1452687"/>
                  </a:lnTo>
                  <a:lnTo>
                    <a:pt x="1876301" y="1452704"/>
                  </a:lnTo>
                  <a:lnTo>
                    <a:pt x="1876303" y="1452752"/>
                  </a:lnTo>
                  <a:lnTo>
                    <a:pt x="1876313" y="1452776"/>
                  </a:lnTo>
                  <a:lnTo>
                    <a:pt x="1876433" y="1452958"/>
                  </a:lnTo>
                  <a:lnTo>
                    <a:pt x="1876494" y="1452991"/>
                  </a:lnTo>
                  <a:lnTo>
                    <a:pt x="1876518" y="1453002"/>
                  </a:lnTo>
                  <a:lnTo>
                    <a:pt x="1876584" y="1452961"/>
                  </a:lnTo>
                  <a:lnTo>
                    <a:pt x="1876613" y="1452925"/>
                  </a:lnTo>
                  <a:lnTo>
                    <a:pt x="1876645" y="1452917"/>
                  </a:lnTo>
                  <a:lnTo>
                    <a:pt x="1876659" y="1452922"/>
                  </a:lnTo>
                  <a:lnTo>
                    <a:pt x="1876682" y="1452949"/>
                  </a:lnTo>
                  <a:lnTo>
                    <a:pt x="1876687" y="1452972"/>
                  </a:lnTo>
                  <a:lnTo>
                    <a:pt x="1876661" y="1453043"/>
                  </a:lnTo>
                  <a:lnTo>
                    <a:pt x="1876636" y="1453104"/>
                  </a:lnTo>
                  <a:lnTo>
                    <a:pt x="1876581" y="1453223"/>
                  </a:lnTo>
                  <a:lnTo>
                    <a:pt x="1876526" y="1453298"/>
                  </a:lnTo>
                  <a:lnTo>
                    <a:pt x="1876441" y="1453401"/>
                  </a:lnTo>
                  <a:lnTo>
                    <a:pt x="1876345" y="1453435"/>
                  </a:lnTo>
                  <a:lnTo>
                    <a:pt x="1876194" y="1453446"/>
                  </a:lnTo>
                  <a:lnTo>
                    <a:pt x="1876155" y="1453433"/>
                  </a:lnTo>
                  <a:lnTo>
                    <a:pt x="1876095" y="1453364"/>
                  </a:lnTo>
                  <a:lnTo>
                    <a:pt x="1876115" y="1453303"/>
                  </a:lnTo>
                  <a:lnTo>
                    <a:pt x="1876125" y="1453246"/>
                  </a:lnTo>
                  <a:lnTo>
                    <a:pt x="1876119" y="1453223"/>
                  </a:lnTo>
                  <a:lnTo>
                    <a:pt x="1876084" y="1453155"/>
                  </a:lnTo>
                  <a:lnTo>
                    <a:pt x="1876076" y="1453138"/>
                  </a:lnTo>
                  <a:lnTo>
                    <a:pt x="1876014" y="1453112"/>
                  </a:lnTo>
                  <a:lnTo>
                    <a:pt x="1875888" y="1453105"/>
                  </a:lnTo>
                  <a:lnTo>
                    <a:pt x="1875829" y="1453117"/>
                  </a:lnTo>
                  <a:lnTo>
                    <a:pt x="1875678" y="1453178"/>
                  </a:lnTo>
                  <a:lnTo>
                    <a:pt x="1875375" y="1453344"/>
                  </a:lnTo>
                  <a:lnTo>
                    <a:pt x="1875282" y="1453414"/>
                  </a:lnTo>
                  <a:lnTo>
                    <a:pt x="1875042" y="1453451"/>
                  </a:lnTo>
                  <a:lnTo>
                    <a:pt x="1874862" y="1453452"/>
                  </a:lnTo>
                  <a:lnTo>
                    <a:pt x="1874659" y="1453492"/>
                  </a:lnTo>
                  <a:lnTo>
                    <a:pt x="1874504" y="1453535"/>
                  </a:lnTo>
                  <a:lnTo>
                    <a:pt x="1874312" y="1453610"/>
                  </a:lnTo>
                  <a:lnTo>
                    <a:pt x="1874024" y="1453723"/>
                  </a:lnTo>
                  <a:lnTo>
                    <a:pt x="1873595" y="1454040"/>
                  </a:lnTo>
                  <a:lnTo>
                    <a:pt x="1873513" y="1454134"/>
                  </a:lnTo>
                  <a:lnTo>
                    <a:pt x="1873481" y="1454166"/>
                  </a:lnTo>
                  <a:lnTo>
                    <a:pt x="1873450" y="1454184"/>
                  </a:lnTo>
                  <a:lnTo>
                    <a:pt x="1873414" y="1454169"/>
                  </a:lnTo>
                  <a:lnTo>
                    <a:pt x="1873408" y="1454159"/>
                  </a:lnTo>
                  <a:lnTo>
                    <a:pt x="1873408" y="1454127"/>
                  </a:lnTo>
                  <a:lnTo>
                    <a:pt x="1873431" y="1454068"/>
                  </a:lnTo>
                  <a:lnTo>
                    <a:pt x="1873445" y="1454055"/>
                  </a:lnTo>
                  <a:lnTo>
                    <a:pt x="1873480" y="1454043"/>
                  </a:lnTo>
                  <a:lnTo>
                    <a:pt x="1873490" y="1454054"/>
                  </a:lnTo>
                  <a:lnTo>
                    <a:pt x="1873529" y="1454037"/>
                  </a:lnTo>
                  <a:lnTo>
                    <a:pt x="1873546" y="1454026"/>
                  </a:lnTo>
                  <a:lnTo>
                    <a:pt x="1873577" y="1453959"/>
                  </a:lnTo>
                  <a:lnTo>
                    <a:pt x="1873584" y="1453853"/>
                  </a:lnTo>
                  <a:lnTo>
                    <a:pt x="1873561" y="1453771"/>
                  </a:lnTo>
                  <a:lnTo>
                    <a:pt x="1873482" y="1453619"/>
                  </a:lnTo>
                  <a:lnTo>
                    <a:pt x="1873456" y="1453597"/>
                  </a:lnTo>
                  <a:lnTo>
                    <a:pt x="1873335" y="1453515"/>
                  </a:lnTo>
                  <a:lnTo>
                    <a:pt x="1873178" y="1453462"/>
                  </a:lnTo>
                  <a:lnTo>
                    <a:pt x="1873006" y="1453447"/>
                  </a:lnTo>
                  <a:lnTo>
                    <a:pt x="1872893" y="1453449"/>
                  </a:lnTo>
                  <a:lnTo>
                    <a:pt x="1872778" y="1453461"/>
                  </a:lnTo>
                  <a:lnTo>
                    <a:pt x="1872581" y="1453508"/>
                  </a:lnTo>
                  <a:lnTo>
                    <a:pt x="1872040" y="1453646"/>
                  </a:lnTo>
                  <a:lnTo>
                    <a:pt x="1871740" y="1453781"/>
                  </a:lnTo>
                  <a:lnTo>
                    <a:pt x="1871544" y="1453862"/>
                  </a:lnTo>
                  <a:lnTo>
                    <a:pt x="1871354" y="1453920"/>
                  </a:lnTo>
                  <a:lnTo>
                    <a:pt x="1871282" y="1453877"/>
                  </a:lnTo>
                  <a:lnTo>
                    <a:pt x="1871264" y="1453846"/>
                  </a:lnTo>
                  <a:lnTo>
                    <a:pt x="1871246" y="1453677"/>
                  </a:lnTo>
                  <a:lnTo>
                    <a:pt x="1871506" y="1453336"/>
                  </a:lnTo>
                  <a:lnTo>
                    <a:pt x="1871632" y="1453282"/>
                  </a:lnTo>
                  <a:lnTo>
                    <a:pt x="1871646" y="1453274"/>
                  </a:lnTo>
                  <a:lnTo>
                    <a:pt x="1871679" y="1453248"/>
                  </a:lnTo>
                  <a:lnTo>
                    <a:pt x="1871765" y="1453163"/>
                  </a:lnTo>
                  <a:lnTo>
                    <a:pt x="1871958" y="1452923"/>
                  </a:lnTo>
                  <a:lnTo>
                    <a:pt x="1872084" y="1452778"/>
                  </a:lnTo>
                  <a:lnTo>
                    <a:pt x="1872266" y="1452572"/>
                  </a:lnTo>
                  <a:lnTo>
                    <a:pt x="1872403" y="1452403"/>
                  </a:lnTo>
                  <a:lnTo>
                    <a:pt x="1872713" y="1452168"/>
                  </a:lnTo>
                  <a:lnTo>
                    <a:pt x="1872886" y="1452098"/>
                  </a:lnTo>
                  <a:lnTo>
                    <a:pt x="1872931" y="1452079"/>
                  </a:lnTo>
                  <a:lnTo>
                    <a:pt x="1873034" y="1452037"/>
                  </a:lnTo>
                  <a:lnTo>
                    <a:pt x="1873205" y="1451630"/>
                  </a:lnTo>
                  <a:lnTo>
                    <a:pt x="1873788" y="1450900"/>
                  </a:lnTo>
                  <a:lnTo>
                    <a:pt x="1873799" y="1450889"/>
                  </a:lnTo>
                  <a:lnTo>
                    <a:pt x="1873802" y="1450869"/>
                  </a:lnTo>
                  <a:lnTo>
                    <a:pt x="1873650" y="1450421"/>
                  </a:lnTo>
                  <a:lnTo>
                    <a:pt x="1873202" y="1449102"/>
                  </a:lnTo>
                  <a:lnTo>
                    <a:pt x="1873158" y="1449050"/>
                  </a:lnTo>
                  <a:lnTo>
                    <a:pt x="1873130" y="1449026"/>
                  </a:lnTo>
                  <a:lnTo>
                    <a:pt x="1872988" y="1448936"/>
                  </a:lnTo>
                  <a:lnTo>
                    <a:pt x="1872977" y="1448929"/>
                  </a:lnTo>
                  <a:lnTo>
                    <a:pt x="1872952" y="1448920"/>
                  </a:lnTo>
                  <a:lnTo>
                    <a:pt x="1872939" y="1448925"/>
                  </a:lnTo>
                  <a:lnTo>
                    <a:pt x="1872746" y="1448921"/>
                  </a:lnTo>
                  <a:lnTo>
                    <a:pt x="1872603" y="1448912"/>
                  </a:lnTo>
                  <a:lnTo>
                    <a:pt x="1872575" y="1448884"/>
                  </a:lnTo>
                  <a:lnTo>
                    <a:pt x="1872517" y="1448689"/>
                  </a:lnTo>
                  <a:lnTo>
                    <a:pt x="1872390" y="1448484"/>
                  </a:lnTo>
                  <a:lnTo>
                    <a:pt x="1872285" y="1448406"/>
                  </a:lnTo>
                  <a:lnTo>
                    <a:pt x="1872277" y="1448388"/>
                  </a:lnTo>
                  <a:lnTo>
                    <a:pt x="1872257" y="1448329"/>
                  </a:lnTo>
                  <a:lnTo>
                    <a:pt x="1872268" y="1448246"/>
                  </a:lnTo>
                  <a:lnTo>
                    <a:pt x="1872308" y="1448076"/>
                  </a:lnTo>
                  <a:lnTo>
                    <a:pt x="1872345" y="1447966"/>
                  </a:lnTo>
                  <a:lnTo>
                    <a:pt x="1872643" y="1447733"/>
                  </a:lnTo>
                  <a:lnTo>
                    <a:pt x="1872737" y="1447659"/>
                  </a:lnTo>
                  <a:lnTo>
                    <a:pt x="1872787" y="1447620"/>
                  </a:lnTo>
                  <a:lnTo>
                    <a:pt x="1872936" y="1447347"/>
                  </a:lnTo>
                  <a:lnTo>
                    <a:pt x="1873105" y="1447124"/>
                  </a:lnTo>
                  <a:lnTo>
                    <a:pt x="1873215" y="1446800"/>
                  </a:lnTo>
                  <a:lnTo>
                    <a:pt x="1873204" y="1446740"/>
                  </a:lnTo>
                  <a:lnTo>
                    <a:pt x="1873203" y="1446661"/>
                  </a:lnTo>
                  <a:lnTo>
                    <a:pt x="1872948" y="1446284"/>
                  </a:lnTo>
                  <a:lnTo>
                    <a:pt x="1872821" y="1446136"/>
                  </a:lnTo>
                  <a:lnTo>
                    <a:pt x="1872710" y="1445953"/>
                  </a:lnTo>
                  <a:lnTo>
                    <a:pt x="1872624" y="1445638"/>
                  </a:lnTo>
                  <a:lnTo>
                    <a:pt x="1872615" y="1445549"/>
                  </a:lnTo>
                  <a:lnTo>
                    <a:pt x="1872613" y="1445517"/>
                  </a:lnTo>
                  <a:lnTo>
                    <a:pt x="1872628" y="1445479"/>
                  </a:lnTo>
                  <a:lnTo>
                    <a:pt x="1872672" y="1445364"/>
                  </a:lnTo>
                  <a:lnTo>
                    <a:pt x="1872719" y="1445256"/>
                  </a:lnTo>
                  <a:lnTo>
                    <a:pt x="1872741" y="1445220"/>
                  </a:lnTo>
                  <a:lnTo>
                    <a:pt x="1872766" y="1445196"/>
                  </a:lnTo>
                  <a:lnTo>
                    <a:pt x="1872807" y="1445159"/>
                  </a:lnTo>
                  <a:lnTo>
                    <a:pt x="1873335" y="1444715"/>
                  </a:lnTo>
                  <a:lnTo>
                    <a:pt x="1873491" y="1444628"/>
                  </a:lnTo>
                  <a:lnTo>
                    <a:pt x="1873546" y="1444586"/>
                  </a:lnTo>
                  <a:lnTo>
                    <a:pt x="1873553" y="1444555"/>
                  </a:lnTo>
                  <a:lnTo>
                    <a:pt x="1873540" y="1444523"/>
                  </a:lnTo>
                  <a:lnTo>
                    <a:pt x="1873404" y="1444360"/>
                  </a:lnTo>
                  <a:lnTo>
                    <a:pt x="1873597" y="1444149"/>
                  </a:lnTo>
                  <a:lnTo>
                    <a:pt x="1873773" y="1443988"/>
                  </a:lnTo>
                  <a:lnTo>
                    <a:pt x="1873857" y="1443923"/>
                  </a:lnTo>
                  <a:lnTo>
                    <a:pt x="1874261" y="1443692"/>
                  </a:lnTo>
                  <a:lnTo>
                    <a:pt x="1874405" y="1443672"/>
                  </a:lnTo>
                  <a:lnTo>
                    <a:pt x="1874556" y="1443681"/>
                  </a:lnTo>
                  <a:lnTo>
                    <a:pt x="1874693" y="1443752"/>
                  </a:lnTo>
                  <a:lnTo>
                    <a:pt x="1874709" y="1443769"/>
                  </a:lnTo>
                  <a:lnTo>
                    <a:pt x="1874697" y="1443785"/>
                  </a:lnTo>
                  <a:lnTo>
                    <a:pt x="1874704" y="1443803"/>
                  </a:lnTo>
                  <a:lnTo>
                    <a:pt x="1874828" y="1443990"/>
                  </a:lnTo>
                  <a:lnTo>
                    <a:pt x="1874897" y="1444090"/>
                  </a:lnTo>
                  <a:lnTo>
                    <a:pt x="1874964" y="1444115"/>
                  </a:lnTo>
                  <a:lnTo>
                    <a:pt x="1875002" y="1444110"/>
                  </a:lnTo>
                  <a:lnTo>
                    <a:pt x="1875034" y="1444074"/>
                  </a:lnTo>
                  <a:lnTo>
                    <a:pt x="1875092" y="1444007"/>
                  </a:lnTo>
                  <a:lnTo>
                    <a:pt x="1874855" y="1443692"/>
                  </a:lnTo>
                  <a:lnTo>
                    <a:pt x="1874713" y="1443509"/>
                  </a:lnTo>
                  <a:lnTo>
                    <a:pt x="1874347" y="1443452"/>
                  </a:lnTo>
                  <a:lnTo>
                    <a:pt x="1874294" y="1443448"/>
                  </a:lnTo>
                  <a:lnTo>
                    <a:pt x="1874220" y="1443455"/>
                  </a:lnTo>
                  <a:lnTo>
                    <a:pt x="1874147" y="1443485"/>
                  </a:lnTo>
                  <a:lnTo>
                    <a:pt x="1874141" y="1443503"/>
                  </a:lnTo>
                  <a:lnTo>
                    <a:pt x="1874114" y="1443507"/>
                  </a:lnTo>
                  <a:lnTo>
                    <a:pt x="1874105" y="1443499"/>
                  </a:lnTo>
                  <a:lnTo>
                    <a:pt x="1874012" y="1443535"/>
                  </a:lnTo>
                  <a:lnTo>
                    <a:pt x="1873858" y="1443670"/>
                  </a:lnTo>
                  <a:lnTo>
                    <a:pt x="1873473" y="1443935"/>
                  </a:lnTo>
                  <a:lnTo>
                    <a:pt x="1873469" y="1443939"/>
                  </a:lnTo>
                  <a:lnTo>
                    <a:pt x="1873379" y="1444019"/>
                  </a:lnTo>
                  <a:lnTo>
                    <a:pt x="1873324" y="1444068"/>
                  </a:lnTo>
                  <a:lnTo>
                    <a:pt x="1873269" y="1444135"/>
                  </a:lnTo>
                  <a:lnTo>
                    <a:pt x="1873184" y="1444242"/>
                  </a:lnTo>
                  <a:lnTo>
                    <a:pt x="1873123" y="1444346"/>
                  </a:lnTo>
                  <a:lnTo>
                    <a:pt x="1873096" y="1444518"/>
                  </a:lnTo>
                  <a:lnTo>
                    <a:pt x="1872892" y="1444754"/>
                  </a:lnTo>
                  <a:lnTo>
                    <a:pt x="1872782" y="1444870"/>
                  </a:lnTo>
                  <a:lnTo>
                    <a:pt x="1872591" y="1445050"/>
                  </a:lnTo>
                  <a:lnTo>
                    <a:pt x="1872483" y="1445119"/>
                  </a:lnTo>
                  <a:lnTo>
                    <a:pt x="1872416" y="1445140"/>
                  </a:lnTo>
                  <a:lnTo>
                    <a:pt x="1872395" y="1445137"/>
                  </a:lnTo>
                  <a:lnTo>
                    <a:pt x="1872256" y="1445103"/>
                  </a:lnTo>
                  <a:lnTo>
                    <a:pt x="1871877" y="1445131"/>
                  </a:lnTo>
                  <a:lnTo>
                    <a:pt x="1871729" y="1445225"/>
                  </a:lnTo>
                  <a:lnTo>
                    <a:pt x="1871662" y="1445252"/>
                  </a:lnTo>
                  <a:lnTo>
                    <a:pt x="1871560" y="1445201"/>
                  </a:lnTo>
                  <a:lnTo>
                    <a:pt x="1871499" y="1445162"/>
                  </a:lnTo>
                  <a:lnTo>
                    <a:pt x="1871361" y="1444990"/>
                  </a:lnTo>
                  <a:lnTo>
                    <a:pt x="1871340" y="1444969"/>
                  </a:lnTo>
                  <a:lnTo>
                    <a:pt x="1871254" y="1444899"/>
                  </a:lnTo>
                  <a:lnTo>
                    <a:pt x="1871064" y="1444981"/>
                  </a:lnTo>
                  <a:lnTo>
                    <a:pt x="1871102" y="1445028"/>
                  </a:lnTo>
                  <a:lnTo>
                    <a:pt x="1871133" y="1445121"/>
                  </a:lnTo>
                  <a:lnTo>
                    <a:pt x="1871201" y="1445406"/>
                  </a:lnTo>
                  <a:lnTo>
                    <a:pt x="1871202" y="1445437"/>
                  </a:lnTo>
                  <a:lnTo>
                    <a:pt x="1871179" y="1445461"/>
                  </a:lnTo>
                  <a:lnTo>
                    <a:pt x="1870948" y="1445589"/>
                  </a:lnTo>
                  <a:lnTo>
                    <a:pt x="1870907" y="1445610"/>
                  </a:lnTo>
                  <a:lnTo>
                    <a:pt x="1870708" y="1445668"/>
                  </a:lnTo>
                  <a:lnTo>
                    <a:pt x="1870067" y="1445821"/>
                  </a:lnTo>
                  <a:lnTo>
                    <a:pt x="1869647" y="1445993"/>
                  </a:lnTo>
                  <a:lnTo>
                    <a:pt x="1869638" y="1445994"/>
                  </a:lnTo>
                  <a:lnTo>
                    <a:pt x="1869477" y="1446022"/>
                  </a:lnTo>
                  <a:lnTo>
                    <a:pt x="1869422" y="1446312"/>
                  </a:lnTo>
                  <a:lnTo>
                    <a:pt x="1869378" y="1446635"/>
                  </a:lnTo>
                  <a:lnTo>
                    <a:pt x="1869255" y="1446963"/>
                  </a:lnTo>
                  <a:lnTo>
                    <a:pt x="1869272" y="1447076"/>
                  </a:lnTo>
                  <a:lnTo>
                    <a:pt x="1869321" y="1447275"/>
                  </a:lnTo>
                  <a:lnTo>
                    <a:pt x="1869464" y="1447827"/>
                  </a:lnTo>
                  <a:lnTo>
                    <a:pt x="1869502" y="1448048"/>
                  </a:lnTo>
                  <a:lnTo>
                    <a:pt x="1869549" y="1448224"/>
                  </a:lnTo>
                  <a:lnTo>
                    <a:pt x="1869616" y="1448456"/>
                  </a:lnTo>
                  <a:lnTo>
                    <a:pt x="1869659" y="1448647"/>
                  </a:lnTo>
                  <a:lnTo>
                    <a:pt x="1869574" y="1448790"/>
                  </a:lnTo>
                  <a:lnTo>
                    <a:pt x="1869450" y="1448774"/>
                  </a:lnTo>
                  <a:lnTo>
                    <a:pt x="1869267" y="1448814"/>
                  </a:lnTo>
                  <a:lnTo>
                    <a:pt x="1869238" y="1448830"/>
                  </a:lnTo>
                  <a:lnTo>
                    <a:pt x="1869190" y="1448872"/>
                  </a:lnTo>
                  <a:lnTo>
                    <a:pt x="1869157" y="1448925"/>
                  </a:lnTo>
                  <a:lnTo>
                    <a:pt x="1869131" y="1448993"/>
                  </a:lnTo>
                  <a:lnTo>
                    <a:pt x="1869115" y="1449069"/>
                  </a:lnTo>
                  <a:lnTo>
                    <a:pt x="1869109" y="1449204"/>
                  </a:lnTo>
                  <a:lnTo>
                    <a:pt x="1869116" y="1449364"/>
                  </a:lnTo>
                  <a:lnTo>
                    <a:pt x="1869104" y="1449543"/>
                  </a:lnTo>
                  <a:lnTo>
                    <a:pt x="1869117" y="1449809"/>
                  </a:lnTo>
                  <a:lnTo>
                    <a:pt x="1869148" y="1449915"/>
                  </a:lnTo>
                  <a:lnTo>
                    <a:pt x="1869185" y="1450020"/>
                  </a:lnTo>
                  <a:lnTo>
                    <a:pt x="1869253" y="1450171"/>
                  </a:lnTo>
                  <a:lnTo>
                    <a:pt x="1869271" y="1450206"/>
                  </a:lnTo>
                  <a:lnTo>
                    <a:pt x="1869358" y="1450355"/>
                  </a:lnTo>
                  <a:lnTo>
                    <a:pt x="1869430" y="1450464"/>
                  </a:lnTo>
                  <a:lnTo>
                    <a:pt x="1869559" y="1450620"/>
                  </a:lnTo>
                  <a:lnTo>
                    <a:pt x="1869576" y="1450628"/>
                  </a:lnTo>
                  <a:lnTo>
                    <a:pt x="1869669" y="1450702"/>
                  </a:lnTo>
                  <a:lnTo>
                    <a:pt x="1869730" y="1450798"/>
                  </a:lnTo>
                  <a:lnTo>
                    <a:pt x="1869738" y="1450884"/>
                  </a:lnTo>
                  <a:lnTo>
                    <a:pt x="1869690" y="1451089"/>
                  </a:lnTo>
                  <a:lnTo>
                    <a:pt x="1869545" y="1451248"/>
                  </a:lnTo>
                  <a:lnTo>
                    <a:pt x="1869518" y="1451262"/>
                  </a:lnTo>
                  <a:lnTo>
                    <a:pt x="1869323" y="1451317"/>
                  </a:lnTo>
                  <a:lnTo>
                    <a:pt x="1869232" y="1451311"/>
                  </a:lnTo>
                  <a:lnTo>
                    <a:pt x="1868883" y="1451342"/>
                  </a:lnTo>
                  <a:lnTo>
                    <a:pt x="1868783" y="1451367"/>
                  </a:lnTo>
                  <a:lnTo>
                    <a:pt x="1868703" y="1451391"/>
                  </a:lnTo>
                  <a:lnTo>
                    <a:pt x="1868665" y="1451414"/>
                  </a:lnTo>
                  <a:lnTo>
                    <a:pt x="1868542" y="1451668"/>
                  </a:lnTo>
                  <a:lnTo>
                    <a:pt x="1868532" y="1451696"/>
                  </a:lnTo>
                  <a:lnTo>
                    <a:pt x="1868528" y="1451740"/>
                  </a:lnTo>
                  <a:lnTo>
                    <a:pt x="1868537" y="1451757"/>
                  </a:lnTo>
                  <a:lnTo>
                    <a:pt x="1868578" y="1451778"/>
                  </a:lnTo>
                  <a:lnTo>
                    <a:pt x="1868594" y="1451814"/>
                  </a:lnTo>
                  <a:lnTo>
                    <a:pt x="1868592" y="1451878"/>
                  </a:lnTo>
                  <a:lnTo>
                    <a:pt x="1868564" y="1451971"/>
                  </a:lnTo>
                  <a:lnTo>
                    <a:pt x="1868465" y="1452121"/>
                  </a:lnTo>
                  <a:lnTo>
                    <a:pt x="1868392" y="1452211"/>
                  </a:lnTo>
                  <a:lnTo>
                    <a:pt x="1868382" y="1452217"/>
                  </a:lnTo>
                  <a:lnTo>
                    <a:pt x="1868121" y="1452276"/>
                  </a:lnTo>
                  <a:lnTo>
                    <a:pt x="1867709" y="1452442"/>
                  </a:lnTo>
                  <a:lnTo>
                    <a:pt x="1867692" y="1452443"/>
                  </a:lnTo>
                  <a:lnTo>
                    <a:pt x="1867658" y="1452404"/>
                  </a:lnTo>
                  <a:lnTo>
                    <a:pt x="1867563" y="1452274"/>
                  </a:lnTo>
                  <a:lnTo>
                    <a:pt x="1867563" y="1452257"/>
                  </a:lnTo>
                  <a:lnTo>
                    <a:pt x="1867571" y="1452190"/>
                  </a:lnTo>
                  <a:lnTo>
                    <a:pt x="1867610" y="1452112"/>
                  </a:lnTo>
                  <a:lnTo>
                    <a:pt x="1867667" y="1451865"/>
                  </a:lnTo>
                  <a:lnTo>
                    <a:pt x="1867664" y="1451831"/>
                  </a:lnTo>
                  <a:lnTo>
                    <a:pt x="1867632" y="1451756"/>
                  </a:lnTo>
                  <a:lnTo>
                    <a:pt x="1867612" y="1451738"/>
                  </a:lnTo>
                  <a:lnTo>
                    <a:pt x="1867512" y="1451241"/>
                  </a:lnTo>
                  <a:lnTo>
                    <a:pt x="1867513" y="1451183"/>
                  </a:lnTo>
                  <a:lnTo>
                    <a:pt x="1867625" y="1450929"/>
                  </a:lnTo>
                  <a:lnTo>
                    <a:pt x="1867650" y="1450889"/>
                  </a:lnTo>
                  <a:lnTo>
                    <a:pt x="1867810" y="1450647"/>
                  </a:lnTo>
                  <a:lnTo>
                    <a:pt x="1867809" y="1450440"/>
                  </a:lnTo>
                  <a:lnTo>
                    <a:pt x="1867907" y="1450034"/>
                  </a:lnTo>
                  <a:lnTo>
                    <a:pt x="1867895" y="1449916"/>
                  </a:lnTo>
                  <a:lnTo>
                    <a:pt x="1867922" y="1449856"/>
                  </a:lnTo>
                  <a:lnTo>
                    <a:pt x="1867987" y="1449814"/>
                  </a:lnTo>
                  <a:lnTo>
                    <a:pt x="1868035" y="1449792"/>
                  </a:lnTo>
                  <a:lnTo>
                    <a:pt x="1868069" y="1449726"/>
                  </a:lnTo>
                  <a:lnTo>
                    <a:pt x="1868072" y="1449704"/>
                  </a:lnTo>
                  <a:lnTo>
                    <a:pt x="1868125" y="1449522"/>
                  </a:lnTo>
                  <a:lnTo>
                    <a:pt x="1868298" y="1449092"/>
                  </a:lnTo>
                  <a:lnTo>
                    <a:pt x="1868291" y="1449047"/>
                  </a:lnTo>
                  <a:lnTo>
                    <a:pt x="1868282" y="1449011"/>
                  </a:lnTo>
                  <a:lnTo>
                    <a:pt x="1868118" y="1448718"/>
                  </a:lnTo>
                  <a:lnTo>
                    <a:pt x="1868083" y="1448655"/>
                  </a:lnTo>
                  <a:lnTo>
                    <a:pt x="1868020" y="1448541"/>
                  </a:lnTo>
                  <a:lnTo>
                    <a:pt x="1867996" y="1448472"/>
                  </a:lnTo>
                  <a:lnTo>
                    <a:pt x="1867782" y="1448275"/>
                  </a:lnTo>
                  <a:lnTo>
                    <a:pt x="1867586" y="1448161"/>
                  </a:lnTo>
                  <a:lnTo>
                    <a:pt x="1867553" y="1448191"/>
                  </a:lnTo>
                  <a:lnTo>
                    <a:pt x="1867519" y="1448211"/>
                  </a:lnTo>
                  <a:lnTo>
                    <a:pt x="1867481" y="1448218"/>
                  </a:lnTo>
                  <a:lnTo>
                    <a:pt x="1867489" y="1448243"/>
                  </a:lnTo>
                  <a:lnTo>
                    <a:pt x="1867500" y="1448264"/>
                  </a:lnTo>
                  <a:lnTo>
                    <a:pt x="1867515" y="1448283"/>
                  </a:lnTo>
                  <a:lnTo>
                    <a:pt x="1867547" y="1448301"/>
                  </a:lnTo>
                  <a:lnTo>
                    <a:pt x="1867603" y="1448312"/>
                  </a:lnTo>
                  <a:lnTo>
                    <a:pt x="1867642" y="1448316"/>
                  </a:lnTo>
                  <a:lnTo>
                    <a:pt x="1867701" y="1448322"/>
                  </a:lnTo>
                  <a:lnTo>
                    <a:pt x="1867832" y="1448429"/>
                  </a:lnTo>
                  <a:lnTo>
                    <a:pt x="1867947" y="1448660"/>
                  </a:lnTo>
                  <a:lnTo>
                    <a:pt x="1868062" y="1448902"/>
                  </a:lnTo>
                  <a:lnTo>
                    <a:pt x="1868049" y="1448959"/>
                  </a:lnTo>
                  <a:lnTo>
                    <a:pt x="1867906" y="1448979"/>
                  </a:lnTo>
                  <a:lnTo>
                    <a:pt x="1867887" y="1448945"/>
                  </a:lnTo>
                  <a:lnTo>
                    <a:pt x="1867867" y="1448911"/>
                  </a:lnTo>
                  <a:lnTo>
                    <a:pt x="1867851" y="1448878"/>
                  </a:lnTo>
                  <a:lnTo>
                    <a:pt x="1867797" y="1448867"/>
                  </a:lnTo>
                  <a:lnTo>
                    <a:pt x="1867740" y="1448884"/>
                  </a:lnTo>
                  <a:lnTo>
                    <a:pt x="1867689" y="1448948"/>
                  </a:lnTo>
                  <a:lnTo>
                    <a:pt x="1867680" y="1448987"/>
                  </a:lnTo>
                  <a:lnTo>
                    <a:pt x="1867696" y="1449021"/>
                  </a:lnTo>
                  <a:lnTo>
                    <a:pt x="1867696" y="1449190"/>
                  </a:lnTo>
                  <a:lnTo>
                    <a:pt x="1867675" y="1449444"/>
                  </a:lnTo>
                  <a:lnTo>
                    <a:pt x="1867670" y="1449507"/>
                  </a:lnTo>
                  <a:lnTo>
                    <a:pt x="1867545" y="1449642"/>
                  </a:lnTo>
                  <a:lnTo>
                    <a:pt x="1867421" y="1449644"/>
                  </a:lnTo>
                  <a:lnTo>
                    <a:pt x="1867405" y="1449520"/>
                  </a:lnTo>
                  <a:lnTo>
                    <a:pt x="1867390" y="1449414"/>
                  </a:lnTo>
                  <a:lnTo>
                    <a:pt x="1867367" y="1449242"/>
                  </a:lnTo>
                  <a:lnTo>
                    <a:pt x="1867363" y="1449216"/>
                  </a:lnTo>
                  <a:lnTo>
                    <a:pt x="1867345" y="1449166"/>
                  </a:lnTo>
                  <a:lnTo>
                    <a:pt x="1867295" y="1449062"/>
                  </a:lnTo>
                  <a:lnTo>
                    <a:pt x="1867219" y="1448902"/>
                  </a:lnTo>
                  <a:lnTo>
                    <a:pt x="1866764" y="1448633"/>
                  </a:lnTo>
                  <a:lnTo>
                    <a:pt x="1866716" y="1448623"/>
                  </a:lnTo>
                  <a:lnTo>
                    <a:pt x="1866704" y="1448639"/>
                  </a:lnTo>
                  <a:lnTo>
                    <a:pt x="1866696" y="1448649"/>
                  </a:lnTo>
                  <a:lnTo>
                    <a:pt x="1866661" y="1448694"/>
                  </a:lnTo>
                  <a:lnTo>
                    <a:pt x="1866685" y="1448836"/>
                  </a:lnTo>
                  <a:lnTo>
                    <a:pt x="1866687" y="1448847"/>
                  </a:lnTo>
                  <a:lnTo>
                    <a:pt x="1866696" y="1448861"/>
                  </a:lnTo>
                  <a:lnTo>
                    <a:pt x="1866907" y="1449064"/>
                  </a:lnTo>
                  <a:lnTo>
                    <a:pt x="1867003" y="1449189"/>
                  </a:lnTo>
                  <a:lnTo>
                    <a:pt x="1867016" y="1449219"/>
                  </a:lnTo>
                  <a:lnTo>
                    <a:pt x="1867031" y="1449242"/>
                  </a:lnTo>
                  <a:lnTo>
                    <a:pt x="1867036" y="1449279"/>
                  </a:lnTo>
                  <a:lnTo>
                    <a:pt x="1867036" y="1449330"/>
                  </a:lnTo>
                  <a:lnTo>
                    <a:pt x="1866995" y="1449581"/>
                  </a:lnTo>
                  <a:lnTo>
                    <a:pt x="1866988" y="1449622"/>
                  </a:lnTo>
                  <a:lnTo>
                    <a:pt x="1866815" y="1449604"/>
                  </a:lnTo>
                  <a:lnTo>
                    <a:pt x="1866753" y="1449632"/>
                  </a:lnTo>
                  <a:lnTo>
                    <a:pt x="1866885" y="1449928"/>
                  </a:lnTo>
                  <a:lnTo>
                    <a:pt x="1866912" y="1449942"/>
                  </a:lnTo>
                  <a:lnTo>
                    <a:pt x="1866936" y="1449947"/>
                  </a:lnTo>
                  <a:lnTo>
                    <a:pt x="1866948" y="1449925"/>
                  </a:lnTo>
                  <a:lnTo>
                    <a:pt x="1867006" y="1449970"/>
                  </a:lnTo>
                  <a:lnTo>
                    <a:pt x="1867036" y="1449998"/>
                  </a:lnTo>
                  <a:lnTo>
                    <a:pt x="1867205" y="1450172"/>
                  </a:lnTo>
                  <a:lnTo>
                    <a:pt x="1867217" y="1450189"/>
                  </a:lnTo>
                  <a:lnTo>
                    <a:pt x="1867244" y="1450258"/>
                  </a:lnTo>
                  <a:lnTo>
                    <a:pt x="1867334" y="1450691"/>
                  </a:lnTo>
                  <a:lnTo>
                    <a:pt x="1867368" y="1450973"/>
                  </a:lnTo>
                  <a:lnTo>
                    <a:pt x="1867391" y="1451289"/>
                  </a:lnTo>
                  <a:lnTo>
                    <a:pt x="1867392" y="1451317"/>
                  </a:lnTo>
                  <a:lnTo>
                    <a:pt x="1867382" y="1451359"/>
                  </a:lnTo>
                  <a:lnTo>
                    <a:pt x="1867309" y="1451396"/>
                  </a:lnTo>
                  <a:lnTo>
                    <a:pt x="1867241" y="1451417"/>
                  </a:lnTo>
                  <a:lnTo>
                    <a:pt x="1867055" y="1451394"/>
                  </a:lnTo>
                  <a:lnTo>
                    <a:pt x="1866889" y="1451389"/>
                  </a:lnTo>
                  <a:lnTo>
                    <a:pt x="1866535" y="1451424"/>
                  </a:lnTo>
                  <a:lnTo>
                    <a:pt x="1866209" y="1451499"/>
                  </a:lnTo>
                  <a:lnTo>
                    <a:pt x="1866117" y="1451530"/>
                  </a:lnTo>
                  <a:lnTo>
                    <a:pt x="1865837" y="1451619"/>
                  </a:lnTo>
                  <a:lnTo>
                    <a:pt x="1865812" y="1451627"/>
                  </a:lnTo>
                  <a:lnTo>
                    <a:pt x="1865768" y="1451641"/>
                  </a:lnTo>
                  <a:lnTo>
                    <a:pt x="1865612" y="1451691"/>
                  </a:lnTo>
                  <a:lnTo>
                    <a:pt x="1865440" y="1451730"/>
                  </a:lnTo>
                  <a:lnTo>
                    <a:pt x="1864904" y="1452015"/>
                  </a:lnTo>
                  <a:lnTo>
                    <a:pt x="1864668" y="1452146"/>
                  </a:lnTo>
                  <a:lnTo>
                    <a:pt x="1864300" y="1452422"/>
                  </a:lnTo>
                  <a:lnTo>
                    <a:pt x="1864020" y="1452649"/>
                  </a:lnTo>
                  <a:lnTo>
                    <a:pt x="1863630" y="1453102"/>
                  </a:lnTo>
                  <a:lnTo>
                    <a:pt x="1863388" y="1453406"/>
                  </a:lnTo>
                  <a:lnTo>
                    <a:pt x="1863239" y="1453610"/>
                  </a:lnTo>
                  <a:lnTo>
                    <a:pt x="1863192" y="1453689"/>
                  </a:lnTo>
                  <a:lnTo>
                    <a:pt x="1863109" y="1453875"/>
                  </a:lnTo>
                  <a:lnTo>
                    <a:pt x="1863038" y="1454149"/>
                  </a:lnTo>
                  <a:lnTo>
                    <a:pt x="1863071" y="1454204"/>
                  </a:lnTo>
                  <a:lnTo>
                    <a:pt x="1863066" y="1454261"/>
                  </a:lnTo>
                  <a:lnTo>
                    <a:pt x="1863047" y="1454277"/>
                  </a:lnTo>
                  <a:lnTo>
                    <a:pt x="1863029" y="1454279"/>
                  </a:lnTo>
                  <a:lnTo>
                    <a:pt x="1862811" y="1454279"/>
                  </a:lnTo>
                  <a:lnTo>
                    <a:pt x="1862623" y="1454259"/>
                  </a:lnTo>
                  <a:lnTo>
                    <a:pt x="1862452" y="1454236"/>
                  </a:lnTo>
                  <a:lnTo>
                    <a:pt x="1862270" y="1454290"/>
                  </a:lnTo>
                  <a:lnTo>
                    <a:pt x="1862052" y="1454535"/>
                  </a:lnTo>
                  <a:lnTo>
                    <a:pt x="1861885" y="1454412"/>
                  </a:lnTo>
                  <a:lnTo>
                    <a:pt x="1861854" y="1454411"/>
                  </a:lnTo>
                  <a:lnTo>
                    <a:pt x="1861836" y="1454428"/>
                  </a:lnTo>
                  <a:lnTo>
                    <a:pt x="1861682" y="1454655"/>
                  </a:lnTo>
                  <a:lnTo>
                    <a:pt x="1861516" y="1454953"/>
                  </a:lnTo>
                  <a:lnTo>
                    <a:pt x="1861559" y="1455001"/>
                  </a:lnTo>
                  <a:lnTo>
                    <a:pt x="1861559" y="1455079"/>
                  </a:lnTo>
                  <a:lnTo>
                    <a:pt x="1861548" y="1455128"/>
                  </a:lnTo>
                  <a:lnTo>
                    <a:pt x="1861516" y="1455155"/>
                  </a:lnTo>
                  <a:lnTo>
                    <a:pt x="1861265" y="1455253"/>
                  </a:lnTo>
                  <a:lnTo>
                    <a:pt x="1861256" y="1455254"/>
                  </a:lnTo>
                  <a:lnTo>
                    <a:pt x="1861244" y="1455240"/>
                  </a:lnTo>
                  <a:lnTo>
                    <a:pt x="1861246" y="1455183"/>
                  </a:lnTo>
                  <a:lnTo>
                    <a:pt x="1861265" y="1455163"/>
                  </a:lnTo>
                  <a:lnTo>
                    <a:pt x="1861284" y="1455120"/>
                  </a:lnTo>
                  <a:lnTo>
                    <a:pt x="1861304" y="1455058"/>
                  </a:lnTo>
                  <a:lnTo>
                    <a:pt x="1861296" y="1455042"/>
                  </a:lnTo>
                  <a:lnTo>
                    <a:pt x="1861194" y="1454937"/>
                  </a:lnTo>
                  <a:lnTo>
                    <a:pt x="1861070" y="1454915"/>
                  </a:lnTo>
                  <a:lnTo>
                    <a:pt x="1861048" y="1454915"/>
                  </a:lnTo>
                  <a:lnTo>
                    <a:pt x="1861024" y="1454847"/>
                  </a:lnTo>
                  <a:lnTo>
                    <a:pt x="1861025" y="1454842"/>
                  </a:lnTo>
                  <a:lnTo>
                    <a:pt x="1861081" y="1454582"/>
                  </a:lnTo>
                  <a:lnTo>
                    <a:pt x="1861091" y="1454567"/>
                  </a:lnTo>
                  <a:lnTo>
                    <a:pt x="1861215" y="1454480"/>
                  </a:lnTo>
                  <a:lnTo>
                    <a:pt x="1861354" y="1454385"/>
                  </a:lnTo>
                  <a:lnTo>
                    <a:pt x="1861369" y="1454410"/>
                  </a:lnTo>
                  <a:lnTo>
                    <a:pt x="1861382" y="1454410"/>
                  </a:lnTo>
                  <a:lnTo>
                    <a:pt x="1861208" y="1453867"/>
                  </a:lnTo>
                  <a:lnTo>
                    <a:pt x="1861198" y="1453860"/>
                  </a:lnTo>
                  <a:lnTo>
                    <a:pt x="1861172" y="1453859"/>
                  </a:lnTo>
                  <a:lnTo>
                    <a:pt x="1861163" y="1453860"/>
                  </a:lnTo>
                  <a:lnTo>
                    <a:pt x="1861161" y="1453869"/>
                  </a:lnTo>
                  <a:lnTo>
                    <a:pt x="1861112" y="1453788"/>
                  </a:lnTo>
                  <a:lnTo>
                    <a:pt x="1861131" y="1453687"/>
                  </a:lnTo>
                  <a:lnTo>
                    <a:pt x="1861392" y="1453461"/>
                  </a:lnTo>
                  <a:lnTo>
                    <a:pt x="1861464" y="1453351"/>
                  </a:lnTo>
                  <a:lnTo>
                    <a:pt x="1861463" y="1453341"/>
                  </a:lnTo>
                  <a:lnTo>
                    <a:pt x="1861457" y="1453293"/>
                  </a:lnTo>
                  <a:lnTo>
                    <a:pt x="1861424" y="1453203"/>
                  </a:lnTo>
                  <a:lnTo>
                    <a:pt x="1861408" y="1453163"/>
                  </a:lnTo>
                  <a:lnTo>
                    <a:pt x="1861367" y="1453090"/>
                  </a:lnTo>
                  <a:lnTo>
                    <a:pt x="1861349" y="1453074"/>
                  </a:lnTo>
                  <a:lnTo>
                    <a:pt x="1861333" y="1453067"/>
                  </a:lnTo>
                  <a:lnTo>
                    <a:pt x="1861226" y="1452979"/>
                  </a:lnTo>
                  <a:lnTo>
                    <a:pt x="1861029" y="1452734"/>
                  </a:lnTo>
                  <a:lnTo>
                    <a:pt x="1860987" y="1452656"/>
                  </a:lnTo>
                  <a:lnTo>
                    <a:pt x="1860911" y="1452466"/>
                  </a:lnTo>
                  <a:lnTo>
                    <a:pt x="1860853" y="1452314"/>
                  </a:lnTo>
                  <a:lnTo>
                    <a:pt x="1860838" y="1452259"/>
                  </a:lnTo>
                  <a:lnTo>
                    <a:pt x="1860899" y="1451829"/>
                  </a:lnTo>
                  <a:lnTo>
                    <a:pt x="1860927" y="1451703"/>
                  </a:lnTo>
                  <a:lnTo>
                    <a:pt x="1860931" y="1451655"/>
                  </a:lnTo>
                  <a:lnTo>
                    <a:pt x="1860922" y="1451618"/>
                  </a:lnTo>
                  <a:lnTo>
                    <a:pt x="1860878" y="1451611"/>
                  </a:lnTo>
                  <a:lnTo>
                    <a:pt x="1860830" y="1451603"/>
                  </a:lnTo>
                  <a:lnTo>
                    <a:pt x="1860707" y="1451602"/>
                  </a:lnTo>
                  <a:lnTo>
                    <a:pt x="1859986" y="1451564"/>
                  </a:lnTo>
                  <a:lnTo>
                    <a:pt x="1859952" y="1451562"/>
                  </a:lnTo>
                  <a:lnTo>
                    <a:pt x="1859895" y="1451557"/>
                  </a:lnTo>
                  <a:lnTo>
                    <a:pt x="1859780" y="1451546"/>
                  </a:lnTo>
                  <a:lnTo>
                    <a:pt x="1859260" y="1451514"/>
                  </a:lnTo>
                  <a:lnTo>
                    <a:pt x="1859241" y="1451513"/>
                  </a:lnTo>
                  <a:lnTo>
                    <a:pt x="1859233" y="1451514"/>
                  </a:lnTo>
                  <a:lnTo>
                    <a:pt x="1859198" y="1451517"/>
                  </a:lnTo>
                  <a:lnTo>
                    <a:pt x="1859186" y="1451518"/>
                  </a:lnTo>
                  <a:lnTo>
                    <a:pt x="1859168" y="1451516"/>
                  </a:lnTo>
                  <a:lnTo>
                    <a:pt x="1859147" y="1451505"/>
                  </a:lnTo>
                  <a:lnTo>
                    <a:pt x="1859129" y="1451480"/>
                  </a:lnTo>
                  <a:lnTo>
                    <a:pt x="1859037" y="1451318"/>
                  </a:lnTo>
                  <a:lnTo>
                    <a:pt x="1859012" y="1451387"/>
                  </a:lnTo>
                  <a:lnTo>
                    <a:pt x="1858912" y="1451505"/>
                  </a:lnTo>
                  <a:lnTo>
                    <a:pt x="1858833" y="1451466"/>
                  </a:lnTo>
                  <a:lnTo>
                    <a:pt x="1858809" y="1451455"/>
                  </a:lnTo>
                  <a:lnTo>
                    <a:pt x="1858766" y="1451475"/>
                  </a:lnTo>
                  <a:lnTo>
                    <a:pt x="1858704" y="1451503"/>
                  </a:lnTo>
                  <a:lnTo>
                    <a:pt x="1858602" y="1451585"/>
                  </a:lnTo>
                  <a:lnTo>
                    <a:pt x="1858578" y="1451610"/>
                  </a:lnTo>
                  <a:lnTo>
                    <a:pt x="1858556" y="1451629"/>
                  </a:lnTo>
                  <a:lnTo>
                    <a:pt x="1858546" y="1451637"/>
                  </a:lnTo>
                  <a:lnTo>
                    <a:pt x="1858549" y="1451648"/>
                  </a:lnTo>
                  <a:lnTo>
                    <a:pt x="1858553" y="1451665"/>
                  </a:lnTo>
                  <a:lnTo>
                    <a:pt x="1858555" y="1451672"/>
                  </a:lnTo>
                  <a:lnTo>
                    <a:pt x="1858560" y="1451697"/>
                  </a:lnTo>
                  <a:lnTo>
                    <a:pt x="1858547" y="1451712"/>
                  </a:lnTo>
                  <a:lnTo>
                    <a:pt x="1858527" y="1451728"/>
                  </a:lnTo>
                  <a:lnTo>
                    <a:pt x="1858513" y="1451733"/>
                  </a:lnTo>
                  <a:lnTo>
                    <a:pt x="1858435" y="1451728"/>
                  </a:lnTo>
                  <a:lnTo>
                    <a:pt x="1858385" y="1451721"/>
                  </a:lnTo>
                  <a:lnTo>
                    <a:pt x="1858377" y="1451719"/>
                  </a:lnTo>
                  <a:lnTo>
                    <a:pt x="1858335" y="1451684"/>
                  </a:lnTo>
                  <a:lnTo>
                    <a:pt x="1858067" y="1451514"/>
                  </a:lnTo>
                  <a:lnTo>
                    <a:pt x="1857530" y="1451292"/>
                  </a:lnTo>
                  <a:lnTo>
                    <a:pt x="1857232" y="1451122"/>
                  </a:lnTo>
                  <a:lnTo>
                    <a:pt x="1857189" y="1451228"/>
                  </a:lnTo>
                  <a:lnTo>
                    <a:pt x="1857111" y="1451356"/>
                  </a:lnTo>
                  <a:lnTo>
                    <a:pt x="1857067" y="1451414"/>
                  </a:lnTo>
                  <a:lnTo>
                    <a:pt x="1856747" y="1451752"/>
                  </a:lnTo>
                  <a:lnTo>
                    <a:pt x="1856641" y="1451831"/>
                  </a:lnTo>
                  <a:lnTo>
                    <a:pt x="1856307" y="1451911"/>
                  </a:lnTo>
                  <a:lnTo>
                    <a:pt x="1856242" y="1451926"/>
                  </a:lnTo>
                  <a:lnTo>
                    <a:pt x="1856046" y="1452089"/>
                  </a:lnTo>
                  <a:lnTo>
                    <a:pt x="1856039" y="1452102"/>
                  </a:lnTo>
                  <a:lnTo>
                    <a:pt x="1856007" y="1452132"/>
                  </a:lnTo>
                  <a:lnTo>
                    <a:pt x="1856157" y="1452632"/>
                  </a:lnTo>
                  <a:lnTo>
                    <a:pt x="1856173" y="1452686"/>
                  </a:lnTo>
                  <a:lnTo>
                    <a:pt x="1856214" y="1452694"/>
                  </a:lnTo>
                  <a:lnTo>
                    <a:pt x="1856228" y="1452679"/>
                  </a:lnTo>
                  <a:lnTo>
                    <a:pt x="1856217" y="1452660"/>
                  </a:lnTo>
                  <a:lnTo>
                    <a:pt x="1856319" y="1452546"/>
                  </a:lnTo>
                  <a:lnTo>
                    <a:pt x="1856389" y="1452526"/>
                  </a:lnTo>
                  <a:lnTo>
                    <a:pt x="1856600" y="1452514"/>
                  </a:lnTo>
                  <a:lnTo>
                    <a:pt x="1856639" y="1452522"/>
                  </a:lnTo>
                  <a:lnTo>
                    <a:pt x="1856726" y="1452752"/>
                  </a:lnTo>
                  <a:lnTo>
                    <a:pt x="1856704" y="1452850"/>
                  </a:lnTo>
                  <a:lnTo>
                    <a:pt x="1856526" y="1453332"/>
                  </a:lnTo>
                  <a:lnTo>
                    <a:pt x="1856504" y="1453380"/>
                  </a:lnTo>
                  <a:lnTo>
                    <a:pt x="1856389" y="1453518"/>
                  </a:lnTo>
                  <a:lnTo>
                    <a:pt x="1856263" y="1453549"/>
                  </a:lnTo>
                  <a:lnTo>
                    <a:pt x="1856211" y="1453556"/>
                  </a:lnTo>
                  <a:lnTo>
                    <a:pt x="1856081" y="1453732"/>
                  </a:lnTo>
                  <a:lnTo>
                    <a:pt x="1856059" y="1453836"/>
                  </a:lnTo>
                  <a:lnTo>
                    <a:pt x="1856054" y="1453890"/>
                  </a:lnTo>
                  <a:lnTo>
                    <a:pt x="1856044" y="1454006"/>
                  </a:lnTo>
                  <a:lnTo>
                    <a:pt x="1856039" y="1454251"/>
                  </a:lnTo>
                  <a:lnTo>
                    <a:pt x="1856064" y="1454323"/>
                  </a:lnTo>
                  <a:lnTo>
                    <a:pt x="1856133" y="1454470"/>
                  </a:lnTo>
                  <a:lnTo>
                    <a:pt x="1856200" y="1454596"/>
                  </a:lnTo>
                  <a:lnTo>
                    <a:pt x="1856246" y="1454703"/>
                  </a:lnTo>
                  <a:lnTo>
                    <a:pt x="1856232" y="1454946"/>
                  </a:lnTo>
                  <a:lnTo>
                    <a:pt x="1856231" y="1454966"/>
                  </a:lnTo>
                  <a:lnTo>
                    <a:pt x="1856274" y="1454982"/>
                  </a:lnTo>
                  <a:lnTo>
                    <a:pt x="1856313" y="1454982"/>
                  </a:lnTo>
                  <a:lnTo>
                    <a:pt x="1856366" y="1454957"/>
                  </a:lnTo>
                  <a:lnTo>
                    <a:pt x="1856393" y="1454839"/>
                  </a:lnTo>
                  <a:lnTo>
                    <a:pt x="1856389" y="1454825"/>
                  </a:lnTo>
                  <a:lnTo>
                    <a:pt x="1856430" y="1454613"/>
                  </a:lnTo>
                  <a:lnTo>
                    <a:pt x="1856635" y="1454398"/>
                  </a:lnTo>
                  <a:lnTo>
                    <a:pt x="1856645" y="1454390"/>
                  </a:lnTo>
                  <a:lnTo>
                    <a:pt x="1856652" y="1454390"/>
                  </a:lnTo>
                  <a:lnTo>
                    <a:pt x="1856804" y="1454507"/>
                  </a:lnTo>
                  <a:lnTo>
                    <a:pt x="1857009" y="1454581"/>
                  </a:lnTo>
                  <a:lnTo>
                    <a:pt x="1857116" y="1454585"/>
                  </a:lnTo>
                  <a:lnTo>
                    <a:pt x="1857242" y="1454540"/>
                  </a:lnTo>
                  <a:lnTo>
                    <a:pt x="1857429" y="1454470"/>
                  </a:lnTo>
                  <a:lnTo>
                    <a:pt x="1857468" y="1454448"/>
                  </a:lnTo>
                  <a:lnTo>
                    <a:pt x="1857635" y="1454321"/>
                  </a:lnTo>
                  <a:lnTo>
                    <a:pt x="1857650" y="1454295"/>
                  </a:lnTo>
                  <a:lnTo>
                    <a:pt x="1857661" y="1454275"/>
                  </a:lnTo>
                  <a:lnTo>
                    <a:pt x="1857717" y="1454177"/>
                  </a:lnTo>
                  <a:lnTo>
                    <a:pt x="1858031" y="1454180"/>
                  </a:lnTo>
                  <a:lnTo>
                    <a:pt x="1858113" y="1454181"/>
                  </a:lnTo>
                  <a:lnTo>
                    <a:pt x="1858286" y="1454251"/>
                  </a:lnTo>
                  <a:lnTo>
                    <a:pt x="1858519" y="1454367"/>
                  </a:lnTo>
                  <a:lnTo>
                    <a:pt x="1858580" y="1454459"/>
                  </a:lnTo>
                  <a:lnTo>
                    <a:pt x="1858595" y="1454691"/>
                  </a:lnTo>
                  <a:lnTo>
                    <a:pt x="1858551" y="1454851"/>
                  </a:lnTo>
                  <a:lnTo>
                    <a:pt x="1858525" y="1454886"/>
                  </a:lnTo>
                  <a:lnTo>
                    <a:pt x="1858504" y="1454887"/>
                  </a:lnTo>
                  <a:lnTo>
                    <a:pt x="1858387" y="1454870"/>
                  </a:lnTo>
                  <a:lnTo>
                    <a:pt x="1858213" y="1454931"/>
                  </a:lnTo>
                  <a:lnTo>
                    <a:pt x="1857814" y="1455150"/>
                  </a:lnTo>
                  <a:lnTo>
                    <a:pt x="1857799" y="1455150"/>
                  </a:lnTo>
                  <a:lnTo>
                    <a:pt x="1857740" y="1455204"/>
                  </a:lnTo>
                  <a:lnTo>
                    <a:pt x="1857602" y="1455392"/>
                  </a:lnTo>
                  <a:lnTo>
                    <a:pt x="1857577" y="1455437"/>
                  </a:lnTo>
                  <a:lnTo>
                    <a:pt x="1857566" y="1455464"/>
                  </a:lnTo>
                  <a:lnTo>
                    <a:pt x="1857510" y="1455824"/>
                  </a:lnTo>
                  <a:lnTo>
                    <a:pt x="1857489" y="1455990"/>
                  </a:lnTo>
                  <a:lnTo>
                    <a:pt x="1857459" y="1456226"/>
                  </a:lnTo>
                  <a:lnTo>
                    <a:pt x="1857436" y="1456423"/>
                  </a:lnTo>
                  <a:lnTo>
                    <a:pt x="1857405" y="1456757"/>
                  </a:lnTo>
                  <a:lnTo>
                    <a:pt x="1857462" y="1456805"/>
                  </a:lnTo>
                  <a:lnTo>
                    <a:pt x="1857484" y="1456835"/>
                  </a:lnTo>
                  <a:lnTo>
                    <a:pt x="1857513" y="1456905"/>
                  </a:lnTo>
                  <a:lnTo>
                    <a:pt x="1857506" y="1456917"/>
                  </a:lnTo>
                  <a:lnTo>
                    <a:pt x="1857477" y="1456934"/>
                  </a:lnTo>
                  <a:lnTo>
                    <a:pt x="1857305" y="1457024"/>
                  </a:lnTo>
                  <a:lnTo>
                    <a:pt x="1857281" y="1457025"/>
                  </a:lnTo>
                  <a:lnTo>
                    <a:pt x="1857236" y="1457017"/>
                  </a:lnTo>
                  <a:lnTo>
                    <a:pt x="1857194" y="1457005"/>
                  </a:lnTo>
                  <a:lnTo>
                    <a:pt x="1857016" y="1456946"/>
                  </a:lnTo>
                  <a:lnTo>
                    <a:pt x="1856997" y="1456940"/>
                  </a:lnTo>
                  <a:lnTo>
                    <a:pt x="1856940" y="1456908"/>
                  </a:lnTo>
                  <a:lnTo>
                    <a:pt x="1856887" y="1456877"/>
                  </a:lnTo>
                  <a:lnTo>
                    <a:pt x="1856813" y="1456837"/>
                  </a:lnTo>
                  <a:lnTo>
                    <a:pt x="1856796" y="1456829"/>
                  </a:lnTo>
                  <a:lnTo>
                    <a:pt x="1856684" y="1456796"/>
                  </a:lnTo>
                  <a:lnTo>
                    <a:pt x="1856641" y="1456784"/>
                  </a:lnTo>
                  <a:lnTo>
                    <a:pt x="1856616" y="1456781"/>
                  </a:lnTo>
                  <a:lnTo>
                    <a:pt x="1856440" y="1456788"/>
                  </a:lnTo>
                  <a:lnTo>
                    <a:pt x="1856318" y="1456794"/>
                  </a:lnTo>
                  <a:lnTo>
                    <a:pt x="1856293" y="1456795"/>
                  </a:lnTo>
                  <a:lnTo>
                    <a:pt x="1856142" y="1456745"/>
                  </a:lnTo>
                  <a:lnTo>
                    <a:pt x="1855954" y="1456659"/>
                  </a:lnTo>
                  <a:lnTo>
                    <a:pt x="1855929" y="1456620"/>
                  </a:lnTo>
                  <a:lnTo>
                    <a:pt x="1855902" y="1456603"/>
                  </a:lnTo>
                  <a:lnTo>
                    <a:pt x="1855690" y="1456556"/>
                  </a:lnTo>
                  <a:lnTo>
                    <a:pt x="1855356" y="1456482"/>
                  </a:lnTo>
                  <a:lnTo>
                    <a:pt x="1855209" y="1456427"/>
                  </a:lnTo>
                  <a:lnTo>
                    <a:pt x="1855194" y="1456415"/>
                  </a:lnTo>
                  <a:lnTo>
                    <a:pt x="1855075" y="1456336"/>
                  </a:lnTo>
                  <a:lnTo>
                    <a:pt x="1854925" y="1456172"/>
                  </a:lnTo>
                  <a:lnTo>
                    <a:pt x="1854853" y="1456058"/>
                  </a:lnTo>
                  <a:lnTo>
                    <a:pt x="1854808" y="1455949"/>
                  </a:lnTo>
                  <a:lnTo>
                    <a:pt x="1854856" y="1455727"/>
                  </a:lnTo>
                  <a:lnTo>
                    <a:pt x="1854875" y="1455708"/>
                  </a:lnTo>
                  <a:lnTo>
                    <a:pt x="1854919" y="1455691"/>
                  </a:lnTo>
                  <a:lnTo>
                    <a:pt x="1855205" y="1455583"/>
                  </a:lnTo>
                  <a:lnTo>
                    <a:pt x="1855607" y="1455501"/>
                  </a:lnTo>
                  <a:lnTo>
                    <a:pt x="1855820" y="1455489"/>
                  </a:lnTo>
                  <a:lnTo>
                    <a:pt x="1855874" y="1455480"/>
                  </a:lnTo>
                  <a:lnTo>
                    <a:pt x="1856056" y="1455449"/>
                  </a:lnTo>
                  <a:lnTo>
                    <a:pt x="1856117" y="1455408"/>
                  </a:lnTo>
                  <a:lnTo>
                    <a:pt x="1856192" y="1455338"/>
                  </a:lnTo>
                  <a:lnTo>
                    <a:pt x="1856165" y="1455297"/>
                  </a:lnTo>
                  <a:lnTo>
                    <a:pt x="1856129" y="1455259"/>
                  </a:lnTo>
                  <a:lnTo>
                    <a:pt x="1856035" y="1455351"/>
                  </a:lnTo>
                  <a:lnTo>
                    <a:pt x="1855941" y="1455342"/>
                  </a:lnTo>
                  <a:lnTo>
                    <a:pt x="1855602" y="1455312"/>
                  </a:lnTo>
                  <a:lnTo>
                    <a:pt x="1855515" y="1455330"/>
                  </a:lnTo>
                  <a:lnTo>
                    <a:pt x="1855494" y="1455331"/>
                  </a:lnTo>
                  <a:lnTo>
                    <a:pt x="1855280" y="1455260"/>
                  </a:lnTo>
                  <a:lnTo>
                    <a:pt x="1855186" y="1455195"/>
                  </a:lnTo>
                  <a:lnTo>
                    <a:pt x="1855176" y="1455192"/>
                  </a:lnTo>
                  <a:lnTo>
                    <a:pt x="1855051" y="1455568"/>
                  </a:lnTo>
                  <a:lnTo>
                    <a:pt x="1854860" y="1455583"/>
                  </a:lnTo>
                  <a:lnTo>
                    <a:pt x="1854519" y="1455521"/>
                  </a:lnTo>
                  <a:lnTo>
                    <a:pt x="1854419" y="1455414"/>
                  </a:lnTo>
                  <a:lnTo>
                    <a:pt x="1854358" y="1454928"/>
                  </a:lnTo>
                  <a:lnTo>
                    <a:pt x="1854358" y="1454867"/>
                  </a:lnTo>
                  <a:lnTo>
                    <a:pt x="1854364" y="1454825"/>
                  </a:lnTo>
                  <a:lnTo>
                    <a:pt x="1854362" y="1454799"/>
                  </a:lnTo>
                  <a:lnTo>
                    <a:pt x="1854285" y="1454798"/>
                  </a:lnTo>
                  <a:lnTo>
                    <a:pt x="1854265" y="1454809"/>
                  </a:lnTo>
                  <a:lnTo>
                    <a:pt x="1854225" y="1454825"/>
                  </a:lnTo>
                  <a:lnTo>
                    <a:pt x="1854168" y="1454844"/>
                  </a:lnTo>
                  <a:lnTo>
                    <a:pt x="1854049" y="1454883"/>
                  </a:lnTo>
                  <a:lnTo>
                    <a:pt x="1854031" y="1454890"/>
                  </a:lnTo>
                  <a:lnTo>
                    <a:pt x="1853990" y="1454905"/>
                  </a:lnTo>
                  <a:lnTo>
                    <a:pt x="1853068" y="1454744"/>
                  </a:lnTo>
                  <a:lnTo>
                    <a:pt x="1852832" y="1454760"/>
                  </a:lnTo>
                  <a:lnTo>
                    <a:pt x="1852496" y="1454840"/>
                  </a:lnTo>
                  <a:lnTo>
                    <a:pt x="1852435" y="1454868"/>
                  </a:lnTo>
                  <a:lnTo>
                    <a:pt x="1852752" y="1455101"/>
                  </a:lnTo>
                  <a:lnTo>
                    <a:pt x="1853294" y="1455306"/>
                  </a:lnTo>
                  <a:lnTo>
                    <a:pt x="1852850" y="1456171"/>
                  </a:lnTo>
                  <a:lnTo>
                    <a:pt x="1852341" y="1457160"/>
                  </a:lnTo>
                  <a:lnTo>
                    <a:pt x="1852321" y="1457206"/>
                  </a:lnTo>
                  <a:lnTo>
                    <a:pt x="1852158" y="1457515"/>
                  </a:lnTo>
                  <a:lnTo>
                    <a:pt x="1851975" y="1457372"/>
                  </a:lnTo>
                  <a:lnTo>
                    <a:pt x="1851964" y="1457314"/>
                  </a:lnTo>
                  <a:lnTo>
                    <a:pt x="1851849" y="1457216"/>
                  </a:lnTo>
                  <a:lnTo>
                    <a:pt x="1851820" y="1457244"/>
                  </a:lnTo>
                  <a:lnTo>
                    <a:pt x="1851820" y="1457258"/>
                  </a:lnTo>
                  <a:lnTo>
                    <a:pt x="1851821" y="1457309"/>
                  </a:lnTo>
                  <a:lnTo>
                    <a:pt x="1851821" y="1457330"/>
                  </a:lnTo>
                  <a:lnTo>
                    <a:pt x="1851862" y="1457342"/>
                  </a:lnTo>
                  <a:lnTo>
                    <a:pt x="1851825" y="1457627"/>
                  </a:lnTo>
                  <a:lnTo>
                    <a:pt x="1851826" y="1457722"/>
                  </a:lnTo>
                  <a:lnTo>
                    <a:pt x="1851954" y="1457953"/>
                  </a:lnTo>
                  <a:lnTo>
                    <a:pt x="1851962" y="1457988"/>
                  </a:lnTo>
                  <a:lnTo>
                    <a:pt x="1851959" y="1458001"/>
                  </a:lnTo>
                  <a:lnTo>
                    <a:pt x="1851939" y="1458078"/>
                  </a:lnTo>
                  <a:lnTo>
                    <a:pt x="1851753" y="1458444"/>
                  </a:lnTo>
                  <a:lnTo>
                    <a:pt x="1851806" y="1458610"/>
                  </a:lnTo>
                  <a:lnTo>
                    <a:pt x="1851922" y="1458711"/>
                  </a:lnTo>
                  <a:lnTo>
                    <a:pt x="1852005" y="1458737"/>
                  </a:lnTo>
                  <a:lnTo>
                    <a:pt x="1852062" y="1458680"/>
                  </a:lnTo>
                  <a:lnTo>
                    <a:pt x="1852173" y="1458634"/>
                  </a:lnTo>
                  <a:lnTo>
                    <a:pt x="1852188" y="1458636"/>
                  </a:lnTo>
                  <a:lnTo>
                    <a:pt x="1852241" y="1458693"/>
                  </a:lnTo>
                  <a:lnTo>
                    <a:pt x="1852387" y="1458929"/>
                  </a:lnTo>
                  <a:lnTo>
                    <a:pt x="1852395" y="1458947"/>
                  </a:lnTo>
                  <a:lnTo>
                    <a:pt x="1852300" y="1459225"/>
                  </a:lnTo>
                  <a:lnTo>
                    <a:pt x="1852190" y="1459306"/>
                  </a:lnTo>
                  <a:lnTo>
                    <a:pt x="1852137" y="1459332"/>
                  </a:lnTo>
                  <a:lnTo>
                    <a:pt x="1852105" y="1459339"/>
                  </a:lnTo>
                  <a:lnTo>
                    <a:pt x="1852091" y="1459337"/>
                  </a:lnTo>
                  <a:lnTo>
                    <a:pt x="1851969" y="1459264"/>
                  </a:lnTo>
                  <a:lnTo>
                    <a:pt x="1851899" y="1459247"/>
                  </a:lnTo>
                  <a:lnTo>
                    <a:pt x="1851678" y="1459230"/>
                  </a:lnTo>
                  <a:lnTo>
                    <a:pt x="1851413" y="1459228"/>
                  </a:lnTo>
                  <a:lnTo>
                    <a:pt x="1851281" y="1459322"/>
                  </a:lnTo>
                  <a:lnTo>
                    <a:pt x="1851161" y="1459392"/>
                  </a:lnTo>
                  <a:lnTo>
                    <a:pt x="1850758" y="1459494"/>
                  </a:lnTo>
                  <a:lnTo>
                    <a:pt x="1850663" y="1459518"/>
                  </a:lnTo>
                  <a:lnTo>
                    <a:pt x="1850326" y="1459585"/>
                  </a:lnTo>
                  <a:lnTo>
                    <a:pt x="1850267" y="1459573"/>
                  </a:lnTo>
                  <a:lnTo>
                    <a:pt x="1850117" y="1459499"/>
                  </a:lnTo>
                  <a:lnTo>
                    <a:pt x="1850093" y="1459556"/>
                  </a:lnTo>
                  <a:lnTo>
                    <a:pt x="1850065" y="1459616"/>
                  </a:lnTo>
                  <a:lnTo>
                    <a:pt x="1850062" y="1459623"/>
                  </a:lnTo>
                  <a:lnTo>
                    <a:pt x="1850255" y="1459768"/>
                  </a:lnTo>
                  <a:lnTo>
                    <a:pt x="1850332" y="1459789"/>
                  </a:lnTo>
                  <a:lnTo>
                    <a:pt x="1850466" y="1459781"/>
                  </a:lnTo>
                  <a:lnTo>
                    <a:pt x="1850534" y="1459754"/>
                  </a:lnTo>
                  <a:lnTo>
                    <a:pt x="1850657" y="1459704"/>
                  </a:lnTo>
                  <a:lnTo>
                    <a:pt x="1850864" y="1459640"/>
                  </a:lnTo>
                  <a:lnTo>
                    <a:pt x="1851265" y="1459699"/>
                  </a:lnTo>
                  <a:lnTo>
                    <a:pt x="1851444" y="1459727"/>
                  </a:lnTo>
                  <a:lnTo>
                    <a:pt x="1851938" y="1460033"/>
                  </a:lnTo>
                  <a:lnTo>
                    <a:pt x="1851947" y="1460055"/>
                  </a:lnTo>
                  <a:lnTo>
                    <a:pt x="1851949" y="1460125"/>
                  </a:lnTo>
                  <a:lnTo>
                    <a:pt x="1851921" y="1460219"/>
                  </a:lnTo>
                  <a:lnTo>
                    <a:pt x="1851774" y="1460381"/>
                  </a:lnTo>
                  <a:lnTo>
                    <a:pt x="1851726" y="1460444"/>
                  </a:lnTo>
                  <a:lnTo>
                    <a:pt x="1851613" y="1460657"/>
                  </a:lnTo>
                  <a:lnTo>
                    <a:pt x="1851617" y="1460834"/>
                  </a:lnTo>
                  <a:lnTo>
                    <a:pt x="1851621" y="1460987"/>
                  </a:lnTo>
                  <a:lnTo>
                    <a:pt x="1851652" y="1461132"/>
                  </a:lnTo>
                  <a:lnTo>
                    <a:pt x="1851780" y="1461357"/>
                  </a:lnTo>
                  <a:lnTo>
                    <a:pt x="1851805" y="1461392"/>
                  </a:lnTo>
                  <a:lnTo>
                    <a:pt x="1851823" y="1461403"/>
                  </a:lnTo>
                  <a:lnTo>
                    <a:pt x="1851879" y="1461394"/>
                  </a:lnTo>
                  <a:lnTo>
                    <a:pt x="1851936" y="1461350"/>
                  </a:lnTo>
                  <a:lnTo>
                    <a:pt x="1852020" y="1461377"/>
                  </a:lnTo>
                  <a:lnTo>
                    <a:pt x="1852042" y="1461398"/>
                  </a:lnTo>
                  <a:lnTo>
                    <a:pt x="1852059" y="1461473"/>
                  </a:lnTo>
                  <a:lnTo>
                    <a:pt x="1852045" y="1461515"/>
                  </a:lnTo>
                  <a:lnTo>
                    <a:pt x="1851910" y="1461618"/>
                  </a:lnTo>
                  <a:lnTo>
                    <a:pt x="1851853" y="1461639"/>
                  </a:lnTo>
                  <a:lnTo>
                    <a:pt x="1851817" y="1461631"/>
                  </a:lnTo>
                  <a:lnTo>
                    <a:pt x="1851727" y="1461587"/>
                  </a:lnTo>
                  <a:lnTo>
                    <a:pt x="1851719" y="1461500"/>
                  </a:lnTo>
                  <a:lnTo>
                    <a:pt x="1851715" y="1461474"/>
                  </a:lnTo>
                  <a:lnTo>
                    <a:pt x="1851703" y="1461440"/>
                  </a:lnTo>
                  <a:lnTo>
                    <a:pt x="1851696" y="1461434"/>
                  </a:lnTo>
                  <a:lnTo>
                    <a:pt x="1851566" y="1461419"/>
                  </a:lnTo>
                  <a:lnTo>
                    <a:pt x="1851324" y="1461432"/>
                  </a:lnTo>
                  <a:lnTo>
                    <a:pt x="1851290" y="1461426"/>
                  </a:lnTo>
                  <a:lnTo>
                    <a:pt x="1851198" y="1461530"/>
                  </a:lnTo>
                  <a:lnTo>
                    <a:pt x="1851194" y="1461579"/>
                  </a:lnTo>
                  <a:lnTo>
                    <a:pt x="1851177" y="1461617"/>
                  </a:lnTo>
                  <a:lnTo>
                    <a:pt x="1851031" y="1461811"/>
                  </a:lnTo>
                  <a:lnTo>
                    <a:pt x="1851010" y="1461845"/>
                  </a:lnTo>
                  <a:lnTo>
                    <a:pt x="1850967" y="1461894"/>
                  </a:lnTo>
                  <a:lnTo>
                    <a:pt x="1850916" y="1461962"/>
                  </a:lnTo>
                  <a:lnTo>
                    <a:pt x="1850809" y="1462136"/>
                  </a:lnTo>
                  <a:lnTo>
                    <a:pt x="1850664" y="1462393"/>
                  </a:lnTo>
                  <a:lnTo>
                    <a:pt x="1850634" y="1462471"/>
                  </a:lnTo>
                  <a:lnTo>
                    <a:pt x="1850544" y="1462689"/>
                  </a:lnTo>
                  <a:lnTo>
                    <a:pt x="1850510" y="1462776"/>
                  </a:lnTo>
                  <a:lnTo>
                    <a:pt x="1850468" y="1462907"/>
                  </a:lnTo>
                  <a:lnTo>
                    <a:pt x="1850429" y="1462941"/>
                  </a:lnTo>
                  <a:lnTo>
                    <a:pt x="1850386" y="1462951"/>
                  </a:lnTo>
                  <a:lnTo>
                    <a:pt x="1850357" y="1462951"/>
                  </a:lnTo>
                  <a:lnTo>
                    <a:pt x="1850314" y="1462936"/>
                  </a:lnTo>
                  <a:lnTo>
                    <a:pt x="1850105" y="1462704"/>
                  </a:lnTo>
                  <a:lnTo>
                    <a:pt x="1850066" y="1462723"/>
                  </a:lnTo>
                  <a:lnTo>
                    <a:pt x="1850049" y="1462733"/>
                  </a:lnTo>
                  <a:lnTo>
                    <a:pt x="1850011" y="1462708"/>
                  </a:lnTo>
                  <a:lnTo>
                    <a:pt x="1849878" y="1462602"/>
                  </a:lnTo>
                  <a:lnTo>
                    <a:pt x="1849874" y="1462573"/>
                  </a:lnTo>
                  <a:lnTo>
                    <a:pt x="1849814" y="1462505"/>
                  </a:lnTo>
                  <a:lnTo>
                    <a:pt x="1849840" y="1462476"/>
                  </a:lnTo>
                  <a:lnTo>
                    <a:pt x="1849848" y="1462451"/>
                  </a:lnTo>
                  <a:lnTo>
                    <a:pt x="1849852" y="1462432"/>
                  </a:lnTo>
                  <a:lnTo>
                    <a:pt x="1849844" y="1462423"/>
                  </a:lnTo>
                  <a:lnTo>
                    <a:pt x="1849811" y="1462382"/>
                  </a:lnTo>
                  <a:lnTo>
                    <a:pt x="1849777" y="1462340"/>
                  </a:lnTo>
                  <a:lnTo>
                    <a:pt x="1849768" y="1462329"/>
                  </a:lnTo>
                  <a:lnTo>
                    <a:pt x="1849649" y="1462205"/>
                  </a:lnTo>
                  <a:lnTo>
                    <a:pt x="1849554" y="1462190"/>
                  </a:lnTo>
                  <a:lnTo>
                    <a:pt x="1849545" y="1462189"/>
                  </a:lnTo>
                  <a:lnTo>
                    <a:pt x="1849539" y="1462188"/>
                  </a:lnTo>
                  <a:lnTo>
                    <a:pt x="1849532" y="1462187"/>
                  </a:lnTo>
                  <a:lnTo>
                    <a:pt x="1849463" y="1462176"/>
                  </a:lnTo>
                  <a:lnTo>
                    <a:pt x="1849433" y="1462387"/>
                  </a:lnTo>
                  <a:lnTo>
                    <a:pt x="1849425" y="1462492"/>
                  </a:lnTo>
                  <a:lnTo>
                    <a:pt x="1849523" y="1462579"/>
                  </a:lnTo>
                  <a:lnTo>
                    <a:pt x="1849567" y="1462668"/>
                  </a:lnTo>
                  <a:lnTo>
                    <a:pt x="1849570" y="1462831"/>
                  </a:lnTo>
                  <a:lnTo>
                    <a:pt x="1849639" y="1463062"/>
                  </a:lnTo>
                  <a:lnTo>
                    <a:pt x="1849912" y="1463334"/>
                  </a:lnTo>
                  <a:lnTo>
                    <a:pt x="1849955" y="1463382"/>
                  </a:lnTo>
                  <a:lnTo>
                    <a:pt x="1849968" y="1463431"/>
                  </a:lnTo>
                  <a:lnTo>
                    <a:pt x="1849955" y="1463484"/>
                  </a:lnTo>
                  <a:lnTo>
                    <a:pt x="1849934" y="1463513"/>
                  </a:lnTo>
                  <a:lnTo>
                    <a:pt x="1849575" y="1463828"/>
                  </a:lnTo>
                  <a:lnTo>
                    <a:pt x="1849502" y="1463896"/>
                  </a:lnTo>
                  <a:lnTo>
                    <a:pt x="1849481" y="1463930"/>
                  </a:lnTo>
                  <a:lnTo>
                    <a:pt x="1849447" y="1463954"/>
                  </a:lnTo>
                  <a:lnTo>
                    <a:pt x="1849379" y="1464037"/>
                  </a:lnTo>
                  <a:lnTo>
                    <a:pt x="1849297" y="1464143"/>
                  </a:lnTo>
                  <a:lnTo>
                    <a:pt x="1849131" y="1464400"/>
                  </a:lnTo>
                  <a:lnTo>
                    <a:pt x="1849084" y="1464488"/>
                  </a:lnTo>
                  <a:lnTo>
                    <a:pt x="1848951" y="1464774"/>
                  </a:lnTo>
                  <a:lnTo>
                    <a:pt x="1848836" y="1465128"/>
                  </a:lnTo>
                  <a:lnTo>
                    <a:pt x="1848665" y="1465423"/>
                  </a:lnTo>
                  <a:lnTo>
                    <a:pt x="1848657" y="1465467"/>
                  </a:lnTo>
                  <a:lnTo>
                    <a:pt x="1848618" y="1465511"/>
                  </a:lnTo>
                  <a:lnTo>
                    <a:pt x="1848610" y="1465518"/>
                  </a:lnTo>
                  <a:lnTo>
                    <a:pt x="1848597" y="1465535"/>
                  </a:lnTo>
                  <a:lnTo>
                    <a:pt x="1848554" y="1465579"/>
                  </a:lnTo>
                  <a:lnTo>
                    <a:pt x="1848546" y="1465593"/>
                  </a:lnTo>
                  <a:lnTo>
                    <a:pt x="1848396" y="1465753"/>
                  </a:lnTo>
                  <a:lnTo>
                    <a:pt x="1848230" y="1465923"/>
                  </a:lnTo>
                  <a:lnTo>
                    <a:pt x="1848195" y="1465947"/>
                  </a:lnTo>
                  <a:lnTo>
                    <a:pt x="1848173" y="1465950"/>
                  </a:lnTo>
                  <a:lnTo>
                    <a:pt x="1848157" y="1465952"/>
                  </a:lnTo>
                  <a:lnTo>
                    <a:pt x="1848119" y="1465937"/>
                  </a:lnTo>
                  <a:lnTo>
                    <a:pt x="1848059" y="1465879"/>
                  </a:lnTo>
                  <a:lnTo>
                    <a:pt x="1847926" y="1465719"/>
                  </a:lnTo>
                  <a:lnTo>
                    <a:pt x="1847794" y="1465583"/>
                  </a:lnTo>
                  <a:lnTo>
                    <a:pt x="1847790" y="1465579"/>
                  </a:lnTo>
                  <a:lnTo>
                    <a:pt x="1847767" y="1465548"/>
                  </a:lnTo>
                  <a:lnTo>
                    <a:pt x="1847699" y="1465825"/>
                  </a:lnTo>
                  <a:lnTo>
                    <a:pt x="1847683" y="1465870"/>
                  </a:lnTo>
                  <a:lnTo>
                    <a:pt x="1847649" y="1465972"/>
                  </a:lnTo>
                  <a:lnTo>
                    <a:pt x="1847625" y="1466024"/>
                  </a:lnTo>
                  <a:lnTo>
                    <a:pt x="1847609" y="1466057"/>
                  </a:lnTo>
                  <a:lnTo>
                    <a:pt x="1847476" y="1466275"/>
                  </a:lnTo>
                  <a:lnTo>
                    <a:pt x="1847449" y="1466308"/>
                  </a:lnTo>
                  <a:lnTo>
                    <a:pt x="1847376" y="1466740"/>
                  </a:lnTo>
                  <a:lnTo>
                    <a:pt x="1847362" y="1466836"/>
                  </a:lnTo>
                  <a:lnTo>
                    <a:pt x="1847375" y="1466867"/>
                  </a:lnTo>
                  <a:lnTo>
                    <a:pt x="1847402" y="1466887"/>
                  </a:lnTo>
                  <a:lnTo>
                    <a:pt x="1847480" y="1466921"/>
                  </a:lnTo>
                  <a:lnTo>
                    <a:pt x="1847602" y="1466991"/>
                  </a:lnTo>
                  <a:lnTo>
                    <a:pt x="1847824" y="1467306"/>
                  </a:lnTo>
                  <a:lnTo>
                    <a:pt x="1847975" y="1467552"/>
                  </a:lnTo>
                  <a:lnTo>
                    <a:pt x="1847973" y="1467586"/>
                  </a:lnTo>
                  <a:lnTo>
                    <a:pt x="1847973" y="1467598"/>
                  </a:lnTo>
                  <a:lnTo>
                    <a:pt x="1847993" y="1467929"/>
                  </a:lnTo>
                  <a:lnTo>
                    <a:pt x="1847995" y="1468477"/>
                  </a:lnTo>
                  <a:lnTo>
                    <a:pt x="1847996" y="1468754"/>
                  </a:lnTo>
                  <a:lnTo>
                    <a:pt x="1848018" y="1469107"/>
                  </a:lnTo>
                  <a:lnTo>
                    <a:pt x="1848039" y="1469234"/>
                  </a:lnTo>
                  <a:lnTo>
                    <a:pt x="1848064" y="1469338"/>
                  </a:lnTo>
                  <a:lnTo>
                    <a:pt x="1848129" y="1469588"/>
                  </a:lnTo>
                  <a:lnTo>
                    <a:pt x="1848172" y="1469698"/>
                  </a:lnTo>
                  <a:lnTo>
                    <a:pt x="1848299" y="1469933"/>
                  </a:lnTo>
                  <a:lnTo>
                    <a:pt x="1848358" y="1470003"/>
                  </a:lnTo>
                  <a:lnTo>
                    <a:pt x="1848470" y="1470109"/>
                  </a:lnTo>
                  <a:lnTo>
                    <a:pt x="1848711" y="1470177"/>
                  </a:lnTo>
                  <a:lnTo>
                    <a:pt x="1848727" y="1470162"/>
                  </a:lnTo>
                  <a:lnTo>
                    <a:pt x="1848899" y="1470015"/>
                  </a:lnTo>
                  <a:lnTo>
                    <a:pt x="1849174" y="1469938"/>
                  </a:lnTo>
                  <a:lnTo>
                    <a:pt x="1849540" y="1470041"/>
                  </a:lnTo>
                  <a:lnTo>
                    <a:pt x="1849552" y="1470054"/>
                  </a:lnTo>
                  <a:lnTo>
                    <a:pt x="1849565" y="1470109"/>
                  </a:lnTo>
                  <a:lnTo>
                    <a:pt x="1849549" y="1470169"/>
                  </a:lnTo>
                  <a:lnTo>
                    <a:pt x="1849492" y="1470197"/>
                  </a:lnTo>
                  <a:lnTo>
                    <a:pt x="1849409" y="1470185"/>
                  </a:lnTo>
                  <a:lnTo>
                    <a:pt x="1849373" y="1470165"/>
                  </a:lnTo>
                  <a:lnTo>
                    <a:pt x="1849358" y="1470165"/>
                  </a:lnTo>
                  <a:lnTo>
                    <a:pt x="1849333" y="1470192"/>
                  </a:lnTo>
                  <a:lnTo>
                    <a:pt x="1849213" y="1470334"/>
                  </a:lnTo>
                  <a:lnTo>
                    <a:pt x="1849051" y="1470656"/>
                  </a:lnTo>
                  <a:lnTo>
                    <a:pt x="1849017" y="1470733"/>
                  </a:lnTo>
                  <a:lnTo>
                    <a:pt x="1848988" y="1470831"/>
                  </a:lnTo>
                  <a:lnTo>
                    <a:pt x="1848981" y="1470899"/>
                  </a:lnTo>
                  <a:lnTo>
                    <a:pt x="1848991" y="1470928"/>
                  </a:lnTo>
                  <a:lnTo>
                    <a:pt x="1849012" y="1470941"/>
                  </a:lnTo>
                  <a:lnTo>
                    <a:pt x="1849041" y="1470993"/>
                  </a:lnTo>
                  <a:lnTo>
                    <a:pt x="1849067" y="1471039"/>
                  </a:lnTo>
                  <a:lnTo>
                    <a:pt x="1849091" y="1471175"/>
                  </a:lnTo>
                  <a:lnTo>
                    <a:pt x="1849090" y="1471181"/>
                  </a:lnTo>
                  <a:lnTo>
                    <a:pt x="1849088" y="1471190"/>
                  </a:lnTo>
                  <a:lnTo>
                    <a:pt x="1849069" y="1471208"/>
                  </a:lnTo>
                  <a:lnTo>
                    <a:pt x="1849013" y="1471252"/>
                  </a:lnTo>
                  <a:lnTo>
                    <a:pt x="1848846" y="1471381"/>
                  </a:lnTo>
                  <a:lnTo>
                    <a:pt x="1848811" y="1471408"/>
                  </a:lnTo>
                  <a:lnTo>
                    <a:pt x="1848759" y="1471423"/>
                  </a:lnTo>
                  <a:lnTo>
                    <a:pt x="1848727" y="1471417"/>
                  </a:lnTo>
                  <a:lnTo>
                    <a:pt x="1848711" y="1471413"/>
                  </a:lnTo>
                  <a:lnTo>
                    <a:pt x="1848667" y="1471401"/>
                  </a:lnTo>
                  <a:lnTo>
                    <a:pt x="1848552" y="1471368"/>
                  </a:lnTo>
                  <a:lnTo>
                    <a:pt x="1848237" y="1471176"/>
                  </a:lnTo>
                  <a:lnTo>
                    <a:pt x="1848209" y="1470994"/>
                  </a:lnTo>
                  <a:lnTo>
                    <a:pt x="1848255" y="1470707"/>
                  </a:lnTo>
                  <a:lnTo>
                    <a:pt x="1848217" y="1470650"/>
                  </a:lnTo>
                  <a:lnTo>
                    <a:pt x="1848052" y="1470563"/>
                  </a:lnTo>
                  <a:lnTo>
                    <a:pt x="1847971" y="1470542"/>
                  </a:lnTo>
                  <a:lnTo>
                    <a:pt x="1847799" y="1470512"/>
                  </a:lnTo>
                  <a:lnTo>
                    <a:pt x="1847732" y="1470515"/>
                  </a:lnTo>
                  <a:lnTo>
                    <a:pt x="1847678" y="1470553"/>
                  </a:lnTo>
                  <a:lnTo>
                    <a:pt x="1847668" y="1470576"/>
                  </a:lnTo>
                  <a:lnTo>
                    <a:pt x="1847681" y="1470594"/>
                  </a:lnTo>
                  <a:lnTo>
                    <a:pt x="1847663" y="1470616"/>
                  </a:lnTo>
                  <a:lnTo>
                    <a:pt x="1847653" y="1470626"/>
                  </a:lnTo>
                  <a:lnTo>
                    <a:pt x="1847575" y="1470633"/>
                  </a:lnTo>
                  <a:lnTo>
                    <a:pt x="1847516" y="1470620"/>
                  </a:lnTo>
                  <a:lnTo>
                    <a:pt x="1847365" y="1470509"/>
                  </a:lnTo>
                  <a:lnTo>
                    <a:pt x="1847286" y="1470298"/>
                  </a:lnTo>
                  <a:lnTo>
                    <a:pt x="1847261" y="1470244"/>
                  </a:lnTo>
                  <a:lnTo>
                    <a:pt x="1847216" y="1470179"/>
                  </a:lnTo>
                  <a:lnTo>
                    <a:pt x="1846987" y="1469926"/>
                  </a:lnTo>
                  <a:lnTo>
                    <a:pt x="1846997" y="1469759"/>
                  </a:lnTo>
                  <a:lnTo>
                    <a:pt x="1846999" y="1469751"/>
                  </a:lnTo>
                  <a:lnTo>
                    <a:pt x="1846994" y="1469693"/>
                  </a:lnTo>
                  <a:lnTo>
                    <a:pt x="1846982" y="1469617"/>
                  </a:lnTo>
                  <a:lnTo>
                    <a:pt x="1846981" y="1469606"/>
                  </a:lnTo>
                  <a:lnTo>
                    <a:pt x="1846979" y="1469582"/>
                  </a:lnTo>
                  <a:lnTo>
                    <a:pt x="1846968" y="1469504"/>
                  </a:lnTo>
                  <a:lnTo>
                    <a:pt x="1846964" y="1469472"/>
                  </a:lnTo>
                  <a:lnTo>
                    <a:pt x="1846963" y="1469455"/>
                  </a:lnTo>
                  <a:lnTo>
                    <a:pt x="1846960" y="1469446"/>
                  </a:lnTo>
                  <a:lnTo>
                    <a:pt x="1846955" y="1469415"/>
                  </a:lnTo>
                  <a:lnTo>
                    <a:pt x="1846952" y="1469396"/>
                  </a:lnTo>
                  <a:lnTo>
                    <a:pt x="1846936" y="1469271"/>
                  </a:lnTo>
                  <a:lnTo>
                    <a:pt x="1846934" y="1469261"/>
                  </a:lnTo>
                  <a:lnTo>
                    <a:pt x="1846934" y="1469254"/>
                  </a:lnTo>
                  <a:lnTo>
                    <a:pt x="1846936" y="1469242"/>
                  </a:lnTo>
                  <a:lnTo>
                    <a:pt x="1846931" y="1469233"/>
                  </a:lnTo>
                  <a:lnTo>
                    <a:pt x="1846928" y="1469216"/>
                  </a:lnTo>
                  <a:lnTo>
                    <a:pt x="1846927" y="1469209"/>
                  </a:lnTo>
                  <a:lnTo>
                    <a:pt x="1846745" y="1469108"/>
                  </a:lnTo>
                  <a:lnTo>
                    <a:pt x="1846722" y="1469095"/>
                  </a:lnTo>
                  <a:lnTo>
                    <a:pt x="1846505" y="1468975"/>
                  </a:lnTo>
                  <a:lnTo>
                    <a:pt x="1846350" y="1468909"/>
                  </a:lnTo>
                  <a:lnTo>
                    <a:pt x="1846229" y="1468935"/>
                  </a:lnTo>
                  <a:lnTo>
                    <a:pt x="1846164" y="1468920"/>
                  </a:lnTo>
                  <a:lnTo>
                    <a:pt x="1846119" y="1468882"/>
                  </a:lnTo>
                  <a:lnTo>
                    <a:pt x="1846099" y="1468853"/>
                  </a:lnTo>
                  <a:lnTo>
                    <a:pt x="1846081" y="1468809"/>
                  </a:lnTo>
                  <a:lnTo>
                    <a:pt x="1845992" y="1468847"/>
                  </a:lnTo>
                  <a:lnTo>
                    <a:pt x="1845868" y="1468901"/>
                  </a:lnTo>
                  <a:lnTo>
                    <a:pt x="1845772" y="1469102"/>
                  </a:lnTo>
                  <a:lnTo>
                    <a:pt x="1845915" y="1469403"/>
                  </a:lnTo>
                  <a:lnTo>
                    <a:pt x="1846011" y="1469411"/>
                  </a:lnTo>
                  <a:lnTo>
                    <a:pt x="1846124" y="1469356"/>
                  </a:lnTo>
                  <a:lnTo>
                    <a:pt x="1846202" y="1469301"/>
                  </a:lnTo>
                  <a:lnTo>
                    <a:pt x="1846220" y="1469281"/>
                  </a:lnTo>
                  <a:lnTo>
                    <a:pt x="1846355" y="1469261"/>
                  </a:lnTo>
                  <a:lnTo>
                    <a:pt x="1846706" y="1469457"/>
                  </a:lnTo>
                  <a:lnTo>
                    <a:pt x="1846730" y="1469533"/>
                  </a:lnTo>
                  <a:lnTo>
                    <a:pt x="1846734" y="1469580"/>
                  </a:lnTo>
                  <a:lnTo>
                    <a:pt x="1846726" y="1469631"/>
                  </a:lnTo>
                  <a:lnTo>
                    <a:pt x="1846691" y="1469742"/>
                  </a:lnTo>
                  <a:lnTo>
                    <a:pt x="1846678" y="1469742"/>
                  </a:lnTo>
                  <a:lnTo>
                    <a:pt x="1846625" y="1469704"/>
                  </a:lnTo>
                  <a:lnTo>
                    <a:pt x="1846563" y="1469673"/>
                  </a:lnTo>
                  <a:lnTo>
                    <a:pt x="1846397" y="1469666"/>
                  </a:lnTo>
                  <a:lnTo>
                    <a:pt x="1846261" y="1469683"/>
                  </a:lnTo>
                  <a:lnTo>
                    <a:pt x="1845961" y="1469784"/>
                  </a:lnTo>
                  <a:lnTo>
                    <a:pt x="1845715" y="1469864"/>
                  </a:lnTo>
                  <a:lnTo>
                    <a:pt x="1845705" y="1469857"/>
                  </a:lnTo>
                  <a:lnTo>
                    <a:pt x="1845644" y="1469832"/>
                  </a:lnTo>
                  <a:lnTo>
                    <a:pt x="1845618" y="1469828"/>
                  </a:lnTo>
                  <a:lnTo>
                    <a:pt x="1845577" y="1469833"/>
                  </a:lnTo>
                  <a:lnTo>
                    <a:pt x="1845530" y="1469849"/>
                  </a:lnTo>
                  <a:lnTo>
                    <a:pt x="1845331" y="1469940"/>
                  </a:lnTo>
                  <a:lnTo>
                    <a:pt x="1845034" y="1470105"/>
                  </a:lnTo>
                  <a:lnTo>
                    <a:pt x="1844907" y="1470198"/>
                  </a:lnTo>
                  <a:lnTo>
                    <a:pt x="1844579" y="1470462"/>
                  </a:lnTo>
                  <a:lnTo>
                    <a:pt x="1844360" y="1470663"/>
                  </a:lnTo>
                  <a:lnTo>
                    <a:pt x="1844178" y="1470838"/>
                  </a:lnTo>
                  <a:lnTo>
                    <a:pt x="1844029" y="1471000"/>
                  </a:lnTo>
                  <a:lnTo>
                    <a:pt x="1843989" y="1471054"/>
                  </a:lnTo>
                  <a:lnTo>
                    <a:pt x="1843441" y="1471796"/>
                  </a:lnTo>
                  <a:lnTo>
                    <a:pt x="1843389" y="1471878"/>
                  </a:lnTo>
                  <a:lnTo>
                    <a:pt x="1843346" y="1471959"/>
                  </a:lnTo>
                  <a:lnTo>
                    <a:pt x="1843289" y="1472097"/>
                  </a:lnTo>
                  <a:lnTo>
                    <a:pt x="1843290" y="1472149"/>
                  </a:lnTo>
                  <a:lnTo>
                    <a:pt x="1843318" y="1472220"/>
                  </a:lnTo>
                  <a:lnTo>
                    <a:pt x="1843326" y="1472435"/>
                  </a:lnTo>
                  <a:lnTo>
                    <a:pt x="1843329" y="1472587"/>
                  </a:lnTo>
                  <a:lnTo>
                    <a:pt x="1843325" y="1472627"/>
                  </a:lnTo>
                  <a:lnTo>
                    <a:pt x="1843240" y="1472778"/>
                  </a:lnTo>
                  <a:lnTo>
                    <a:pt x="1842762" y="1473622"/>
                  </a:lnTo>
                  <a:lnTo>
                    <a:pt x="1842731" y="1473642"/>
                  </a:lnTo>
                  <a:lnTo>
                    <a:pt x="1842552" y="1473704"/>
                  </a:lnTo>
                  <a:lnTo>
                    <a:pt x="1842289" y="1473713"/>
                  </a:lnTo>
                  <a:lnTo>
                    <a:pt x="1842230" y="1473689"/>
                  </a:lnTo>
                  <a:lnTo>
                    <a:pt x="1842213" y="1473667"/>
                  </a:lnTo>
                  <a:lnTo>
                    <a:pt x="1841905" y="1473215"/>
                  </a:lnTo>
                  <a:lnTo>
                    <a:pt x="1841887" y="1473151"/>
                  </a:lnTo>
                  <a:lnTo>
                    <a:pt x="1841920" y="1473102"/>
                  </a:lnTo>
                  <a:lnTo>
                    <a:pt x="1841982" y="1473134"/>
                  </a:lnTo>
                  <a:lnTo>
                    <a:pt x="1842065" y="1473194"/>
                  </a:lnTo>
                  <a:lnTo>
                    <a:pt x="1842086" y="1473165"/>
                  </a:lnTo>
                  <a:lnTo>
                    <a:pt x="1842094" y="1473102"/>
                  </a:lnTo>
                  <a:lnTo>
                    <a:pt x="1842089" y="1473068"/>
                  </a:lnTo>
                  <a:lnTo>
                    <a:pt x="1842057" y="1472984"/>
                  </a:lnTo>
                  <a:lnTo>
                    <a:pt x="1841999" y="1472916"/>
                  </a:lnTo>
                  <a:lnTo>
                    <a:pt x="1841960" y="1472888"/>
                  </a:lnTo>
                  <a:lnTo>
                    <a:pt x="1841908" y="1472858"/>
                  </a:lnTo>
                  <a:lnTo>
                    <a:pt x="1841818" y="1472823"/>
                  </a:lnTo>
                  <a:lnTo>
                    <a:pt x="1841394" y="1472778"/>
                  </a:lnTo>
                  <a:lnTo>
                    <a:pt x="1841225" y="1472818"/>
                  </a:lnTo>
                  <a:lnTo>
                    <a:pt x="1841104" y="1472865"/>
                  </a:lnTo>
                  <a:lnTo>
                    <a:pt x="1841092" y="1472862"/>
                  </a:lnTo>
                  <a:lnTo>
                    <a:pt x="1841006" y="1472803"/>
                  </a:lnTo>
                  <a:lnTo>
                    <a:pt x="1840982" y="1472780"/>
                  </a:lnTo>
                  <a:lnTo>
                    <a:pt x="1840970" y="1472760"/>
                  </a:lnTo>
                  <a:lnTo>
                    <a:pt x="1840909" y="1472570"/>
                  </a:lnTo>
                  <a:lnTo>
                    <a:pt x="1840902" y="1472525"/>
                  </a:lnTo>
                  <a:lnTo>
                    <a:pt x="1840981" y="1472120"/>
                  </a:lnTo>
                  <a:lnTo>
                    <a:pt x="1840984" y="1472110"/>
                  </a:lnTo>
                  <a:lnTo>
                    <a:pt x="1840996" y="1472099"/>
                  </a:lnTo>
                  <a:lnTo>
                    <a:pt x="1841016" y="1472084"/>
                  </a:lnTo>
                  <a:lnTo>
                    <a:pt x="1841113" y="1472018"/>
                  </a:lnTo>
                  <a:lnTo>
                    <a:pt x="1841348" y="1472006"/>
                  </a:lnTo>
                  <a:lnTo>
                    <a:pt x="1841452" y="1471912"/>
                  </a:lnTo>
                  <a:lnTo>
                    <a:pt x="1841466" y="1471891"/>
                  </a:lnTo>
                  <a:lnTo>
                    <a:pt x="1841472" y="1471879"/>
                  </a:lnTo>
                  <a:lnTo>
                    <a:pt x="1841526" y="1471310"/>
                  </a:lnTo>
                  <a:lnTo>
                    <a:pt x="1841470" y="1471085"/>
                  </a:lnTo>
                  <a:lnTo>
                    <a:pt x="1841401" y="1471101"/>
                  </a:lnTo>
                  <a:lnTo>
                    <a:pt x="1841326" y="1471120"/>
                  </a:lnTo>
                  <a:lnTo>
                    <a:pt x="1841317" y="1471123"/>
                  </a:lnTo>
                  <a:lnTo>
                    <a:pt x="1841175" y="1471183"/>
                  </a:lnTo>
                  <a:lnTo>
                    <a:pt x="1841211" y="1471237"/>
                  </a:lnTo>
                  <a:lnTo>
                    <a:pt x="1841284" y="1471344"/>
                  </a:lnTo>
                  <a:lnTo>
                    <a:pt x="1841305" y="1471427"/>
                  </a:lnTo>
                  <a:lnTo>
                    <a:pt x="1841328" y="1471659"/>
                  </a:lnTo>
                  <a:lnTo>
                    <a:pt x="1841283" y="1471773"/>
                  </a:lnTo>
                  <a:lnTo>
                    <a:pt x="1841275" y="1471779"/>
                  </a:lnTo>
                  <a:lnTo>
                    <a:pt x="1841154" y="1471766"/>
                  </a:lnTo>
                  <a:lnTo>
                    <a:pt x="1840922" y="1471741"/>
                  </a:lnTo>
                  <a:lnTo>
                    <a:pt x="1840878" y="1471842"/>
                  </a:lnTo>
                  <a:lnTo>
                    <a:pt x="1840799" y="1472039"/>
                  </a:lnTo>
                  <a:lnTo>
                    <a:pt x="1840806" y="1472090"/>
                  </a:lnTo>
                  <a:lnTo>
                    <a:pt x="1840830" y="1472172"/>
                  </a:lnTo>
                  <a:lnTo>
                    <a:pt x="1840652" y="1472293"/>
                  </a:lnTo>
                  <a:lnTo>
                    <a:pt x="1840485" y="1472390"/>
                  </a:lnTo>
                  <a:lnTo>
                    <a:pt x="1840317" y="1472445"/>
                  </a:lnTo>
                  <a:lnTo>
                    <a:pt x="1840209" y="1472495"/>
                  </a:lnTo>
                  <a:lnTo>
                    <a:pt x="1839951" y="1472650"/>
                  </a:lnTo>
                  <a:lnTo>
                    <a:pt x="1839773" y="1472774"/>
                  </a:lnTo>
                  <a:lnTo>
                    <a:pt x="1839596" y="1472921"/>
                  </a:lnTo>
                  <a:lnTo>
                    <a:pt x="1839337" y="1473158"/>
                  </a:lnTo>
                  <a:lnTo>
                    <a:pt x="1838973" y="1473584"/>
                  </a:lnTo>
                  <a:lnTo>
                    <a:pt x="1838898" y="1473651"/>
                  </a:lnTo>
                  <a:lnTo>
                    <a:pt x="1838764" y="1473821"/>
                  </a:lnTo>
                  <a:lnTo>
                    <a:pt x="1838586" y="1474068"/>
                  </a:lnTo>
                  <a:lnTo>
                    <a:pt x="1838500" y="1474210"/>
                  </a:lnTo>
                  <a:lnTo>
                    <a:pt x="1838314" y="1474554"/>
                  </a:lnTo>
                  <a:lnTo>
                    <a:pt x="1838219" y="1474756"/>
                  </a:lnTo>
                  <a:lnTo>
                    <a:pt x="1838140" y="1474943"/>
                  </a:lnTo>
                  <a:lnTo>
                    <a:pt x="1838015" y="1475278"/>
                  </a:lnTo>
                  <a:lnTo>
                    <a:pt x="1837917" y="1475647"/>
                  </a:lnTo>
                  <a:lnTo>
                    <a:pt x="1837876" y="1475842"/>
                  </a:lnTo>
                  <a:lnTo>
                    <a:pt x="1837869" y="1475878"/>
                  </a:lnTo>
                  <a:lnTo>
                    <a:pt x="1837844" y="1476078"/>
                  </a:lnTo>
                  <a:lnTo>
                    <a:pt x="1837840" y="1476271"/>
                  </a:lnTo>
                  <a:lnTo>
                    <a:pt x="1837854" y="1476417"/>
                  </a:lnTo>
                  <a:lnTo>
                    <a:pt x="1837878" y="1476520"/>
                  </a:lnTo>
                  <a:lnTo>
                    <a:pt x="1837901" y="1476573"/>
                  </a:lnTo>
                  <a:lnTo>
                    <a:pt x="1837959" y="1476642"/>
                  </a:lnTo>
                  <a:lnTo>
                    <a:pt x="1837993" y="1476684"/>
                  </a:lnTo>
                  <a:lnTo>
                    <a:pt x="1838326" y="1476988"/>
                  </a:lnTo>
                  <a:lnTo>
                    <a:pt x="1838409" y="1477106"/>
                  </a:lnTo>
                  <a:lnTo>
                    <a:pt x="1838429" y="1477120"/>
                  </a:lnTo>
                  <a:lnTo>
                    <a:pt x="1838582" y="1477230"/>
                  </a:lnTo>
                  <a:lnTo>
                    <a:pt x="1838761" y="1477430"/>
                  </a:lnTo>
                  <a:lnTo>
                    <a:pt x="1838725" y="1477440"/>
                  </a:lnTo>
                  <a:lnTo>
                    <a:pt x="1838650" y="1477492"/>
                  </a:lnTo>
                  <a:lnTo>
                    <a:pt x="1838617" y="1477539"/>
                  </a:lnTo>
                  <a:lnTo>
                    <a:pt x="1838598" y="1477581"/>
                  </a:lnTo>
                  <a:lnTo>
                    <a:pt x="1838511" y="1477851"/>
                  </a:lnTo>
                  <a:lnTo>
                    <a:pt x="1838461" y="1478064"/>
                  </a:lnTo>
                  <a:lnTo>
                    <a:pt x="1838419" y="1478320"/>
                  </a:lnTo>
                  <a:lnTo>
                    <a:pt x="1838397" y="1478531"/>
                  </a:lnTo>
                  <a:lnTo>
                    <a:pt x="1838390" y="1478650"/>
                  </a:lnTo>
                  <a:lnTo>
                    <a:pt x="1838387" y="1478733"/>
                  </a:lnTo>
                  <a:lnTo>
                    <a:pt x="1838388" y="1478822"/>
                  </a:lnTo>
                  <a:lnTo>
                    <a:pt x="1838393" y="1478911"/>
                  </a:lnTo>
                  <a:lnTo>
                    <a:pt x="1838410" y="1479054"/>
                  </a:lnTo>
                  <a:lnTo>
                    <a:pt x="1838429" y="1479124"/>
                  </a:lnTo>
                  <a:lnTo>
                    <a:pt x="1838499" y="1479268"/>
                  </a:lnTo>
                  <a:lnTo>
                    <a:pt x="1838572" y="1479403"/>
                  </a:lnTo>
                  <a:lnTo>
                    <a:pt x="1838592" y="1479417"/>
                  </a:lnTo>
                  <a:lnTo>
                    <a:pt x="1838645" y="1479446"/>
                  </a:lnTo>
                  <a:lnTo>
                    <a:pt x="1838675" y="1479458"/>
                  </a:lnTo>
                  <a:lnTo>
                    <a:pt x="1838691" y="1479454"/>
                  </a:lnTo>
                  <a:lnTo>
                    <a:pt x="1838696" y="1479437"/>
                  </a:lnTo>
                  <a:lnTo>
                    <a:pt x="1838710" y="1479434"/>
                  </a:lnTo>
                  <a:lnTo>
                    <a:pt x="1838746" y="1479487"/>
                  </a:lnTo>
                  <a:lnTo>
                    <a:pt x="1838748" y="1479585"/>
                  </a:lnTo>
                  <a:lnTo>
                    <a:pt x="1838741" y="1479828"/>
                  </a:lnTo>
                  <a:lnTo>
                    <a:pt x="1838727" y="1479982"/>
                  </a:lnTo>
                  <a:lnTo>
                    <a:pt x="1838717" y="1480066"/>
                  </a:lnTo>
                  <a:lnTo>
                    <a:pt x="1838911" y="1480464"/>
                  </a:lnTo>
                  <a:lnTo>
                    <a:pt x="1838937" y="1480509"/>
                  </a:lnTo>
                  <a:lnTo>
                    <a:pt x="1839020" y="1480614"/>
                  </a:lnTo>
                  <a:lnTo>
                    <a:pt x="1839144" y="1480741"/>
                  </a:lnTo>
                  <a:lnTo>
                    <a:pt x="1838982" y="1480910"/>
                  </a:lnTo>
                  <a:lnTo>
                    <a:pt x="1838763" y="1481065"/>
                  </a:lnTo>
                  <a:lnTo>
                    <a:pt x="1838745" y="1481084"/>
                  </a:lnTo>
                  <a:lnTo>
                    <a:pt x="1838876" y="1481429"/>
                  </a:lnTo>
                  <a:lnTo>
                    <a:pt x="1838577" y="1481561"/>
                  </a:lnTo>
                  <a:lnTo>
                    <a:pt x="1838481" y="1481630"/>
                  </a:lnTo>
                  <a:lnTo>
                    <a:pt x="1838398" y="1481694"/>
                  </a:lnTo>
                  <a:lnTo>
                    <a:pt x="1838361" y="1481800"/>
                  </a:lnTo>
                  <a:lnTo>
                    <a:pt x="1838301" y="1481779"/>
                  </a:lnTo>
                  <a:lnTo>
                    <a:pt x="1838264" y="1481633"/>
                  </a:lnTo>
                  <a:lnTo>
                    <a:pt x="1838217" y="1481361"/>
                  </a:lnTo>
                  <a:lnTo>
                    <a:pt x="1838232" y="1481343"/>
                  </a:lnTo>
                  <a:lnTo>
                    <a:pt x="1838212" y="1481327"/>
                  </a:lnTo>
                  <a:lnTo>
                    <a:pt x="1838106" y="1481337"/>
                  </a:lnTo>
                  <a:lnTo>
                    <a:pt x="1838005" y="1481346"/>
                  </a:lnTo>
                  <a:lnTo>
                    <a:pt x="1837720" y="1481430"/>
                  </a:lnTo>
                  <a:lnTo>
                    <a:pt x="1837656" y="1481462"/>
                  </a:lnTo>
                  <a:lnTo>
                    <a:pt x="1837555" y="1481529"/>
                  </a:lnTo>
                  <a:lnTo>
                    <a:pt x="1837385" y="1481690"/>
                  </a:lnTo>
                  <a:lnTo>
                    <a:pt x="1837323" y="1481767"/>
                  </a:lnTo>
                  <a:lnTo>
                    <a:pt x="1837203" y="1481942"/>
                  </a:lnTo>
                  <a:lnTo>
                    <a:pt x="1837138" y="1482059"/>
                  </a:lnTo>
                  <a:lnTo>
                    <a:pt x="1837083" y="1482212"/>
                  </a:lnTo>
                  <a:lnTo>
                    <a:pt x="1837016" y="1482442"/>
                  </a:lnTo>
                  <a:lnTo>
                    <a:pt x="1836961" y="1482744"/>
                  </a:lnTo>
                  <a:lnTo>
                    <a:pt x="1836959" y="1482797"/>
                  </a:lnTo>
                  <a:lnTo>
                    <a:pt x="1836970" y="1482894"/>
                  </a:lnTo>
                  <a:lnTo>
                    <a:pt x="1836999" y="1482963"/>
                  </a:lnTo>
                  <a:lnTo>
                    <a:pt x="1837010" y="1482974"/>
                  </a:lnTo>
                  <a:lnTo>
                    <a:pt x="1837031" y="1482986"/>
                  </a:lnTo>
                  <a:lnTo>
                    <a:pt x="1837068" y="1483130"/>
                  </a:lnTo>
                  <a:lnTo>
                    <a:pt x="1836988" y="1483213"/>
                  </a:lnTo>
                  <a:lnTo>
                    <a:pt x="1836911" y="1483221"/>
                  </a:lnTo>
                  <a:lnTo>
                    <a:pt x="1836875" y="1483212"/>
                  </a:lnTo>
                  <a:lnTo>
                    <a:pt x="1836856" y="1483228"/>
                  </a:lnTo>
                  <a:lnTo>
                    <a:pt x="1836815" y="1483350"/>
                  </a:lnTo>
                  <a:lnTo>
                    <a:pt x="1836595" y="1483811"/>
                  </a:lnTo>
                  <a:lnTo>
                    <a:pt x="1836549" y="1484023"/>
                  </a:lnTo>
                  <a:lnTo>
                    <a:pt x="1836529" y="1484187"/>
                  </a:lnTo>
                  <a:lnTo>
                    <a:pt x="1836526" y="1484244"/>
                  </a:lnTo>
                  <a:lnTo>
                    <a:pt x="1836540" y="1484322"/>
                  </a:lnTo>
                  <a:lnTo>
                    <a:pt x="1836549" y="1484356"/>
                  </a:lnTo>
                  <a:lnTo>
                    <a:pt x="1836578" y="1484410"/>
                  </a:lnTo>
                  <a:lnTo>
                    <a:pt x="1836317" y="1484618"/>
                  </a:lnTo>
                  <a:lnTo>
                    <a:pt x="1836251" y="1484651"/>
                  </a:lnTo>
                  <a:lnTo>
                    <a:pt x="1835868" y="1484747"/>
                  </a:lnTo>
                  <a:lnTo>
                    <a:pt x="1835772" y="1484765"/>
                  </a:lnTo>
                  <a:lnTo>
                    <a:pt x="1835735" y="1484760"/>
                  </a:lnTo>
                  <a:lnTo>
                    <a:pt x="1835670" y="1484671"/>
                  </a:lnTo>
                  <a:lnTo>
                    <a:pt x="1835661" y="1484654"/>
                  </a:lnTo>
                  <a:lnTo>
                    <a:pt x="1835661" y="1484610"/>
                  </a:lnTo>
                  <a:lnTo>
                    <a:pt x="1835687" y="1484568"/>
                  </a:lnTo>
                  <a:lnTo>
                    <a:pt x="1835677" y="1484517"/>
                  </a:lnTo>
                  <a:lnTo>
                    <a:pt x="1835552" y="1484431"/>
                  </a:lnTo>
                  <a:lnTo>
                    <a:pt x="1835302" y="1484265"/>
                  </a:lnTo>
                  <a:lnTo>
                    <a:pt x="1835252" y="1484251"/>
                  </a:lnTo>
                  <a:lnTo>
                    <a:pt x="1835133" y="1484245"/>
                  </a:lnTo>
                  <a:lnTo>
                    <a:pt x="1834971" y="1484274"/>
                  </a:lnTo>
                  <a:lnTo>
                    <a:pt x="1834899" y="1484276"/>
                  </a:lnTo>
                  <a:lnTo>
                    <a:pt x="1834673" y="1484201"/>
                  </a:lnTo>
                  <a:lnTo>
                    <a:pt x="1834629" y="1484170"/>
                  </a:lnTo>
                  <a:lnTo>
                    <a:pt x="1834597" y="1484133"/>
                  </a:lnTo>
                  <a:lnTo>
                    <a:pt x="1834581" y="1484133"/>
                  </a:lnTo>
                  <a:lnTo>
                    <a:pt x="1834442" y="1484168"/>
                  </a:lnTo>
                  <a:lnTo>
                    <a:pt x="1834354" y="1484198"/>
                  </a:lnTo>
                  <a:lnTo>
                    <a:pt x="1834195" y="1484282"/>
                  </a:lnTo>
                  <a:lnTo>
                    <a:pt x="1834093" y="1484366"/>
                  </a:lnTo>
                  <a:lnTo>
                    <a:pt x="1833973" y="1484500"/>
                  </a:lnTo>
                  <a:lnTo>
                    <a:pt x="1833811" y="1484526"/>
                  </a:lnTo>
                  <a:lnTo>
                    <a:pt x="1833687" y="1484536"/>
                  </a:lnTo>
                  <a:lnTo>
                    <a:pt x="1833586" y="1484555"/>
                  </a:lnTo>
                  <a:lnTo>
                    <a:pt x="1833337" y="1484645"/>
                  </a:lnTo>
                  <a:lnTo>
                    <a:pt x="1833239" y="1484692"/>
                  </a:lnTo>
                  <a:lnTo>
                    <a:pt x="1833173" y="1484725"/>
                  </a:lnTo>
                  <a:lnTo>
                    <a:pt x="1833126" y="1484764"/>
                  </a:lnTo>
                  <a:lnTo>
                    <a:pt x="1833034" y="1484790"/>
                  </a:lnTo>
                  <a:lnTo>
                    <a:pt x="1832898" y="1484778"/>
                  </a:lnTo>
                  <a:lnTo>
                    <a:pt x="1832888" y="1484736"/>
                  </a:lnTo>
                  <a:lnTo>
                    <a:pt x="1832868" y="1484696"/>
                  </a:lnTo>
                  <a:lnTo>
                    <a:pt x="1832848" y="1484673"/>
                  </a:lnTo>
                  <a:lnTo>
                    <a:pt x="1832807" y="1484656"/>
                  </a:lnTo>
                  <a:lnTo>
                    <a:pt x="1832756" y="1484644"/>
                  </a:lnTo>
                  <a:lnTo>
                    <a:pt x="1832607" y="1484644"/>
                  </a:lnTo>
                  <a:lnTo>
                    <a:pt x="1832576" y="1484646"/>
                  </a:lnTo>
                  <a:lnTo>
                    <a:pt x="1832488" y="1484665"/>
                  </a:lnTo>
                  <a:lnTo>
                    <a:pt x="1832332" y="1484742"/>
                  </a:lnTo>
                  <a:lnTo>
                    <a:pt x="1832135" y="1484887"/>
                  </a:lnTo>
                  <a:lnTo>
                    <a:pt x="1831936" y="1484986"/>
                  </a:lnTo>
                  <a:lnTo>
                    <a:pt x="1831839" y="1484931"/>
                  </a:lnTo>
                  <a:lnTo>
                    <a:pt x="1831802" y="1484912"/>
                  </a:lnTo>
                  <a:lnTo>
                    <a:pt x="1831755" y="1484903"/>
                  </a:lnTo>
                  <a:lnTo>
                    <a:pt x="1831703" y="1484916"/>
                  </a:lnTo>
                  <a:lnTo>
                    <a:pt x="1831619" y="1484953"/>
                  </a:lnTo>
                  <a:lnTo>
                    <a:pt x="1831510" y="1485013"/>
                  </a:lnTo>
                  <a:lnTo>
                    <a:pt x="1831414" y="1485076"/>
                  </a:lnTo>
                  <a:lnTo>
                    <a:pt x="1831365" y="1485127"/>
                  </a:lnTo>
                  <a:lnTo>
                    <a:pt x="1831307" y="1485128"/>
                  </a:lnTo>
                  <a:lnTo>
                    <a:pt x="1831034" y="1485062"/>
                  </a:lnTo>
                  <a:lnTo>
                    <a:pt x="1830993" y="1485048"/>
                  </a:lnTo>
                  <a:lnTo>
                    <a:pt x="1830932" y="1484998"/>
                  </a:lnTo>
                  <a:lnTo>
                    <a:pt x="1830925" y="1484990"/>
                  </a:lnTo>
                  <a:lnTo>
                    <a:pt x="1830864" y="1484955"/>
                  </a:lnTo>
                  <a:lnTo>
                    <a:pt x="1830736" y="1484888"/>
                  </a:lnTo>
                  <a:lnTo>
                    <a:pt x="1830630" y="1484844"/>
                  </a:lnTo>
                  <a:lnTo>
                    <a:pt x="1830231" y="1484730"/>
                  </a:lnTo>
                  <a:lnTo>
                    <a:pt x="1830025" y="1484614"/>
                  </a:lnTo>
                  <a:lnTo>
                    <a:pt x="1829904" y="1484567"/>
                  </a:lnTo>
                  <a:lnTo>
                    <a:pt x="1829600" y="1484353"/>
                  </a:lnTo>
                  <a:lnTo>
                    <a:pt x="1829594" y="1484349"/>
                  </a:lnTo>
                  <a:lnTo>
                    <a:pt x="1829579" y="1484341"/>
                  </a:lnTo>
                  <a:lnTo>
                    <a:pt x="1829516" y="1484332"/>
                  </a:lnTo>
                  <a:lnTo>
                    <a:pt x="1829435" y="1484339"/>
                  </a:lnTo>
                  <a:lnTo>
                    <a:pt x="1829393" y="1484357"/>
                  </a:lnTo>
                  <a:lnTo>
                    <a:pt x="1829299" y="1484347"/>
                  </a:lnTo>
                  <a:lnTo>
                    <a:pt x="1829142" y="1484207"/>
                  </a:lnTo>
                  <a:lnTo>
                    <a:pt x="1828975" y="1484053"/>
                  </a:lnTo>
                  <a:lnTo>
                    <a:pt x="1828975" y="1484014"/>
                  </a:lnTo>
                  <a:lnTo>
                    <a:pt x="1828985" y="1483946"/>
                  </a:lnTo>
                  <a:lnTo>
                    <a:pt x="1828993" y="1483908"/>
                  </a:lnTo>
                  <a:lnTo>
                    <a:pt x="1828972" y="1483862"/>
                  </a:lnTo>
                  <a:lnTo>
                    <a:pt x="1828865" y="1483633"/>
                  </a:lnTo>
                  <a:lnTo>
                    <a:pt x="1828771" y="1483539"/>
                  </a:lnTo>
                  <a:lnTo>
                    <a:pt x="1828685" y="1483511"/>
                  </a:lnTo>
                  <a:lnTo>
                    <a:pt x="1828485" y="1483510"/>
                  </a:lnTo>
                  <a:lnTo>
                    <a:pt x="1828373" y="1483509"/>
                  </a:lnTo>
                  <a:lnTo>
                    <a:pt x="1827649" y="1483624"/>
                  </a:lnTo>
                  <a:lnTo>
                    <a:pt x="1827558" y="1483645"/>
                  </a:lnTo>
                  <a:lnTo>
                    <a:pt x="1827292" y="1483723"/>
                  </a:lnTo>
                  <a:lnTo>
                    <a:pt x="1827095" y="1483796"/>
                  </a:lnTo>
                  <a:lnTo>
                    <a:pt x="1826691" y="1483965"/>
                  </a:lnTo>
                  <a:lnTo>
                    <a:pt x="1826276" y="1484193"/>
                  </a:lnTo>
                  <a:lnTo>
                    <a:pt x="1826141" y="1484276"/>
                  </a:lnTo>
                  <a:lnTo>
                    <a:pt x="1825950" y="1484414"/>
                  </a:lnTo>
                  <a:lnTo>
                    <a:pt x="1825814" y="1484527"/>
                  </a:lnTo>
                  <a:lnTo>
                    <a:pt x="1825610" y="1484675"/>
                  </a:lnTo>
                  <a:lnTo>
                    <a:pt x="1825412" y="1484816"/>
                  </a:lnTo>
                  <a:lnTo>
                    <a:pt x="1825329" y="1484881"/>
                  </a:lnTo>
                  <a:lnTo>
                    <a:pt x="1825038" y="1485107"/>
                  </a:lnTo>
                  <a:lnTo>
                    <a:pt x="1824756" y="1485327"/>
                  </a:lnTo>
                  <a:lnTo>
                    <a:pt x="1824506" y="1485538"/>
                  </a:lnTo>
                  <a:lnTo>
                    <a:pt x="1824454" y="1485588"/>
                  </a:lnTo>
                  <a:lnTo>
                    <a:pt x="1824324" y="1485711"/>
                  </a:lnTo>
                  <a:lnTo>
                    <a:pt x="1824043" y="1486030"/>
                  </a:lnTo>
                  <a:lnTo>
                    <a:pt x="1823876" y="1486250"/>
                  </a:lnTo>
                  <a:lnTo>
                    <a:pt x="1823643" y="1486486"/>
                  </a:lnTo>
                  <a:lnTo>
                    <a:pt x="1823608" y="1486518"/>
                  </a:lnTo>
                  <a:lnTo>
                    <a:pt x="1823567" y="1486562"/>
                  </a:lnTo>
                  <a:lnTo>
                    <a:pt x="1823459" y="1486682"/>
                  </a:lnTo>
                  <a:lnTo>
                    <a:pt x="1822745" y="1487588"/>
                  </a:lnTo>
                  <a:lnTo>
                    <a:pt x="1822558" y="1487788"/>
                  </a:lnTo>
                  <a:lnTo>
                    <a:pt x="1822312" y="1488124"/>
                  </a:lnTo>
                  <a:lnTo>
                    <a:pt x="1821189" y="1489054"/>
                  </a:lnTo>
                  <a:lnTo>
                    <a:pt x="1821157" y="1489078"/>
                  </a:lnTo>
                  <a:lnTo>
                    <a:pt x="1821061" y="1489191"/>
                  </a:lnTo>
                  <a:lnTo>
                    <a:pt x="1820849" y="1489446"/>
                  </a:lnTo>
                  <a:lnTo>
                    <a:pt x="1820664" y="1489567"/>
                  </a:lnTo>
                  <a:lnTo>
                    <a:pt x="1820435" y="1489596"/>
                  </a:lnTo>
                  <a:lnTo>
                    <a:pt x="1820428" y="1489585"/>
                  </a:lnTo>
                  <a:lnTo>
                    <a:pt x="1820387" y="1489567"/>
                  </a:lnTo>
                  <a:lnTo>
                    <a:pt x="1820335" y="1489566"/>
                  </a:lnTo>
                  <a:lnTo>
                    <a:pt x="1820083" y="1489611"/>
                  </a:lnTo>
                  <a:lnTo>
                    <a:pt x="1820051" y="1489619"/>
                  </a:lnTo>
                  <a:lnTo>
                    <a:pt x="1819748" y="1489809"/>
                  </a:lnTo>
                  <a:lnTo>
                    <a:pt x="1819521" y="1489955"/>
                  </a:lnTo>
                  <a:lnTo>
                    <a:pt x="1819493" y="1489985"/>
                  </a:lnTo>
                  <a:lnTo>
                    <a:pt x="1819331" y="1490191"/>
                  </a:lnTo>
                  <a:lnTo>
                    <a:pt x="1819328" y="1490201"/>
                  </a:lnTo>
                  <a:lnTo>
                    <a:pt x="1819308" y="1490280"/>
                  </a:lnTo>
                  <a:lnTo>
                    <a:pt x="1819194" y="1490381"/>
                  </a:lnTo>
                  <a:lnTo>
                    <a:pt x="1819110" y="1490428"/>
                  </a:lnTo>
                  <a:lnTo>
                    <a:pt x="1819095" y="1490428"/>
                  </a:lnTo>
                  <a:lnTo>
                    <a:pt x="1819082" y="1490418"/>
                  </a:lnTo>
                  <a:lnTo>
                    <a:pt x="1818822" y="1490176"/>
                  </a:lnTo>
                  <a:lnTo>
                    <a:pt x="1818757" y="1490105"/>
                  </a:lnTo>
                  <a:lnTo>
                    <a:pt x="1818719" y="1490029"/>
                  </a:lnTo>
                  <a:lnTo>
                    <a:pt x="1818661" y="1489758"/>
                  </a:lnTo>
                  <a:lnTo>
                    <a:pt x="1818660" y="1489741"/>
                  </a:lnTo>
                  <a:lnTo>
                    <a:pt x="1818683" y="1489687"/>
                  </a:lnTo>
                  <a:lnTo>
                    <a:pt x="1818673" y="1489592"/>
                  </a:lnTo>
                  <a:lnTo>
                    <a:pt x="1818613" y="1489404"/>
                  </a:lnTo>
                  <a:lnTo>
                    <a:pt x="1818451" y="1489148"/>
                  </a:lnTo>
                  <a:lnTo>
                    <a:pt x="1818423" y="1489103"/>
                  </a:lnTo>
                  <a:lnTo>
                    <a:pt x="1818387" y="1489072"/>
                  </a:lnTo>
                  <a:lnTo>
                    <a:pt x="1818315" y="1489059"/>
                  </a:lnTo>
                  <a:lnTo>
                    <a:pt x="1818290" y="1489054"/>
                  </a:lnTo>
                  <a:lnTo>
                    <a:pt x="1817863" y="1488976"/>
                  </a:lnTo>
                  <a:lnTo>
                    <a:pt x="1817569" y="1488948"/>
                  </a:lnTo>
                  <a:lnTo>
                    <a:pt x="1817317" y="1488948"/>
                  </a:lnTo>
                  <a:lnTo>
                    <a:pt x="1817210" y="1488954"/>
                  </a:lnTo>
                  <a:lnTo>
                    <a:pt x="1817071" y="1488965"/>
                  </a:lnTo>
                  <a:lnTo>
                    <a:pt x="1816911" y="1488985"/>
                  </a:lnTo>
                  <a:lnTo>
                    <a:pt x="1816794" y="1489002"/>
                  </a:lnTo>
                  <a:lnTo>
                    <a:pt x="1816693" y="1489019"/>
                  </a:lnTo>
                  <a:lnTo>
                    <a:pt x="1816084" y="1489261"/>
                  </a:lnTo>
                  <a:lnTo>
                    <a:pt x="1816063" y="1489258"/>
                  </a:lnTo>
                  <a:lnTo>
                    <a:pt x="1815961" y="1489286"/>
                  </a:lnTo>
                  <a:lnTo>
                    <a:pt x="1815728" y="1489411"/>
                  </a:lnTo>
                  <a:lnTo>
                    <a:pt x="1815569" y="1489535"/>
                  </a:lnTo>
                  <a:lnTo>
                    <a:pt x="1815499" y="1489596"/>
                  </a:lnTo>
                  <a:lnTo>
                    <a:pt x="1815405" y="1489666"/>
                  </a:lnTo>
                  <a:lnTo>
                    <a:pt x="1815316" y="1489712"/>
                  </a:lnTo>
                  <a:lnTo>
                    <a:pt x="1815115" y="1489799"/>
                  </a:lnTo>
                  <a:lnTo>
                    <a:pt x="1815103" y="1489804"/>
                  </a:lnTo>
                  <a:lnTo>
                    <a:pt x="1814939" y="1489741"/>
                  </a:lnTo>
                  <a:lnTo>
                    <a:pt x="1814797" y="1489675"/>
                  </a:lnTo>
                  <a:lnTo>
                    <a:pt x="1814745" y="1489675"/>
                  </a:lnTo>
                  <a:lnTo>
                    <a:pt x="1814546" y="1489785"/>
                  </a:lnTo>
                  <a:lnTo>
                    <a:pt x="1814323" y="1489922"/>
                  </a:lnTo>
                  <a:lnTo>
                    <a:pt x="1813974" y="1490245"/>
                  </a:lnTo>
                  <a:lnTo>
                    <a:pt x="1813859" y="1490363"/>
                  </a:lnTo>
                  <a:lnTo>
                    <a:pt x="1813570" y="1490706"/>
                  </a:lnTo>
                  <a:lnTo>
                    <a:pt x="1813499" y="1490803"/>
                  </a:lnTo>
                  <a:lnTo>
                    <a:pt x="1813331" y="1491063"/>
                  </a:lnTo>
                  <a:lnTo>
                    <a:pt x="1813273" y="1491118"/>
                  </a:lnTo>
                  <a:lnTo>
                    <a:pt x="1813118" y="1491261"/>
                  </a:lnTo>
                  <a:lnTo>
                    <a:pt x="1813090" y="1491269"/>
                  </a:lnTo>
                  <a:lnTo>
                    <a:pt x="1812837" y="1491231"/>
                  </a:lnTo>
                  <a:lnTo>
                    <a:pt x="1812773" y="1491141"/>
                  </a:lnTo>
                  <a:lnTo>
                    <a:pt x="1812751" y="1491102"/>
                  </a:lnTo>
                  <a:lnTo>
                    <a:pt x="1812900" y="1490859"/>
                  </a:lnTo>
                  <a:lnTo>
                    <a:pt x="1813124" y="1490816"/>
                  </a:lnTo>
                  <a:lnTo>
                    <a:pt x="1813171" y="1490749"/>
                  </a:lnTo>
                  <a:lnTo>
                    <a:pt x="1813131" y="1490698"/>
                  </a:lnTo>
                  <a:lnTo>
                    <a:pt x="1813103" y="1490662"/>
                  </a:lnTo>
                  <a:lnTo>
                    <a:pt x="1812861" y="1490680"/>
                  </a:lnTo>
                  <a:lnTo>
                    <a:pt x="1812772" y="1490741"/>
                  </a:lnTo>
                  <a:lnTo>
                    <a:pt x="1812740" y="1490791"/>
                  </a:lnTo>
                  <a:lnTo>
                    <a:pt x="1812742" y="1490847"/>
                  </a:lnTo>
                  <a:lnTo>
                    <a:pt x="1812650" y="1490877"/>
                  </a:lnTo>
                  <a:lnTo>
                    <a:pt x="1812519" y="1490857"/>
                  </a:lnTo>
                  <a:lnTo>
                    <a:pt x="1812440" y="1490856"/>
                  </a:lnTo>
                  <a:lnTo>
                    <a:pt x="1812392" y="1490861"/>
                  </a:lnTo>
                  <a:lnTo>
                    <a:pt x="1812237" y="1490887"/>
                  </a:lnTo>
                  <a:lnTo>
                    <a:pt x="1812047" y="1490941"/>
                  </a:lnTo>
                  <a:lnTo>
                    <a:pt x="1811873" y="1491021"/>
                  </a:lnTo>
                  <a:lnTo>
                    <a:pt x="1811697" y="1491117"/>
                  </a:lnTo>
                  <a:lnTo>
                    <a:pt x="1811521" y="1491232"/>
                  </a:lnTo>
                  <a:lnTo>
                    <a:pt x="1811314" y="1491391"/>
                  </a:lnTo>
                  <a:lnTo>
                    <a:pt x="1811181" y="1491515"/>
                  </a:lnTo>
                  <a:lnTo>
                    <a:pt x="1811068" y="1491621"/>
                  </a:lnTo>
                  <a:lnTo>
                    <a:pt x="1810951" y="1491758"/>
                  </a:lnTo>
                  <a:lnTo>
                    <a:pt x="1810940" y="1491793"/>
                  </a:lnTo>
                  <a:lnTo>
                    <a:pt x="1810845" y="1491779"/>
                  </a:lnTo>
                  <a:lnTo>
                    <a:pt x="1810647" y="1491709"/>
                  </a:lnTo>
                  <a:lnTo>
                    <a:pt x="1810605" y="1491681"/>
                  </a:lnTo>
                  <a:lnTo>
                    <a:pt x="1810569" y="1491645"/>
                  </a:lnTo>
                  <a:lnTo>
                    <a:pt x="1810576" y="1491631"/>
                  </a:lnTo>
                  <a:lnTo>
                    <a:pt x="1810571" y="1491546"/>
                  </a:lnTo>
                  <a:lnTo>
                    <a:pt x="1810559" y="1491530"/>
                  </a:lnTo>
                  <a:lnTo>
                    <a:pt x="1810404" y="1491413"/>
                  </a:lnTo>
                  <a:lnTo>
                    <a:pt x="1810283" y="1491395"/>
                  </a:lnTo>
                  <a:lnTo>
                    <a:pt x="1810191" y="1491390"/>
                  </a:lnTo>
                  <a:lnTo>
                    <a:pt x="1810099" y="1491402"/>
                  </a:lnTo>
                  <a:lnTo>
                    <a:pt x="1809917" y="1491472"/>
                  </a:lnTo>
                  <a:lnTo>
                    <a:pt x="1809760" y="1491560"/>
                  </a:lnTo>
                  <a:lnTo>
                    <a:pt x="1809381" y="1491832"/>
                  </a:lnTo>
                  <a:lnTo>
                    <a:pt x="1809099" y="1492043"/>
                  </a:lnTo>
                  <a:lnTo>
                    <a:pt x="1808935" y="1492185"/>
                  </a:lnTo>
                  <a:lnTo>
                    <a:pt x="1808771" y="1492341"/>
                  </a:lnTo>
                  <a:lnTo>
                    <a:pt x="1808671" y="1492447"/>
                  </a:lnTo>
                  <a:lnTo>
                    <a:pt x="1808493" y="1492644"/>
                  </a:lnTo>
                  <a:lnTo>
                    <a:pt x="1808033" y="1493250"/>
                  </a:lnTo>
                  <a:lnTo>
                    <a:pt x="1807830" y="1493509"/>
                  </a:lnTo>
                  <a:lnTo>
                    <a:pt x="1807337" y="1494137"/>
                  </a:lnTo>
                  <a:lnTo>
                    <a:pt x="1807309" y="1494160"/>
                  </a:lnTo>
                  <a:lnTo>
                    <a:pt x="1807189" y="1494219"/>
                  </a:lnTo>
                  <a:lnTo>
                    <a:pt x="1807175" y="1494226"/>
                  </a:lnTo>
                  <a:lnTo>
                    <a:pt x="1807029" y="1494130"/>
                  </a:lnTo>
                  <a:lnTo>
                    <a:pt x="1806856" y="1494046"/>
                  </a:lnTo>
                  <a:lnTo>
                    <a:pt x="1806662" y="1493934"/>
                  </a:lnTo>
                  <a:lnTo>
                    <a:pt x="1806514" y="1493781"/>
                  </a:lnTo>
                  <a:lnTo>
                    <a:pt x="1806488" y="1493724"/>
                  </a:lnTo>
                  <a:lnTo>
                    <a:pt x="1806294" y="1493247"/>
                  </a:lnTo>
                  <a:lnTo>
                    <a:pt x="1806288" y="1493226"/>
                  </a:lnTo>
                  <a:lnTo>
                    <a:pt x="1806294" y="1493217"/>
                  </a:lnTo>
                  <a:lnTo>
                    <a:pt x="1806402" y="1493197"/>
                  </a:lnTo>
                  <a:lnTo>
                    <a:pt x="1806454" y="1493201"/>
                  </a:lnTo>
                  <a:lnTo>
                    <a:pt x="1806487" y="1493204"/>
                  </a:lnTo>
                  <a:lnTo>
                    <a:pt x="1806559" y="1493056"/>
                  </a:lnTo>
                  <a:lnTo>
                    <a:pt x="1806603" y="1492898"/>
                  </a:lnTo>
                  <a:lnTo>
                    <a:pt x="1806603" y="1492862"/>
                  </a:lnTo>
                  <a:lnTo>
                    <a:pt x="1806586" y="1492759"/>
                  </a:lnTo>
                  <a:lnTo>
                    <a:pt x="1806494" y="1492420"/>
                  </a:lnTo>
                  <a:lnTo>
                    <a:pt x="1806482" y="1491995"/>
                  </a:lnTo>
                  <a:lnTo>
                    <a:pt x="1806501" y="1491989"/>
                  </a:lnTo>
                  <a:lnTo>
                    <a:pt x="1806560" y="1491949"/>
                  </a:lnTo>
                  <a:lnTo>
                    <a:pt x="1806614" y="1491880"/>
                  </a:lnTo>
                  <a:lnTo>
                    <a:pt x="1806626" y="1491801"/>
                  </a:lnTo>
                  <a:lnTo>
                    <a:pt x="1806611" y="1491649"/>
                  </a:lnTo>
                  <a:lnTo>
                    <a:pt x="1806600" y="1491611"/>
                  </a:lnTo>
                  <a:lnTo>
                    <a:pt x="1806563" y="1491545"/>
                  </a:lnTo>
                  <a:lnTo>
                    <a:pt x="1806454" y="1491409"/>
                  </a:lnTo>
                  <a:lnTo>
                    <a:pt x="1806310" y="1491174"/>
                  </a:lnTo>
                  <a:lnTo>
                    <a:pt x="1806222" y="1490868"/>
                  </a:lnTo>
                  <a:lnTo>
                    <a:pt x="1806256" y="1490850"/>
                  </a:lnTo>
                  <a:lnTo>
                    <a:pt x="1806288" y="1490822"/>
                  </a:lnTo>
                  <a:lnTo>
                    <a:pt x="1806308" y="1490786"/>
                  </a:lnTo>
                  <a:lnTo>
                    <a:pt x="1806312" y="1490747"/>
                  </a:lnTo>
                  <a:lnTo>
                    <a:pt x="1806307" y="1490712"/>
                  </a:lnTo>
                  <a:lnTo>
                    <a:pt x="1806285" y="1490659"/>
                  </a:lnTo>
                  <a:lnTo>
                    <a:pt x="1806248" y="1490601"/>
                  </a:lnTo>
                  <a:lnTo>
                    <a:pt x="1806219" y="1490568"/>
                  </a:lnTo>
                  <a:lnTo>
                    <a:pt x="1806146" y="1490510"/>
                  </a:lnTo>
                  <a:lnTo>
                    <a:pt x="1806145" y="1490497"/>
                  </a:lnTo>
                  <a:lnTo>
                    <a:pt x="1806245" y="1490362"/>
                  </a:lnTo>
                  <a:lnTo>
                    <a:pt x="1806265" y="1490347"/>
                  </a:lnTo>
                  <a:lnTo>
                    <a:pt x="1806341" y="1490335"/>
                  </a:lnTo>
                  <a:lnTo>
                    <a:pt x="1806367" y="1490350"/>
                  </a:lnTo>
                  <a:lnTo>
                    <a:pt x="1806436" y="1490416"/>
                  </a:lnTo>
                  <a:lnTo>
                    <a:pt x="1806492" y="1490494"/>
                  </a:lnTo>
                  <a:lnTo>
                    <a:pt x="1806520" y="1490555"/>
                  </a:lnTo>
                  <a:lnTo>
                    <a:pt x="1806552" y="1490599"/>
                  </a:lnTo>
                  <a:lnTo>
                    <a:pt x="1806624" y="1490606"/>
                  </a:lnTo>
                  <a:lnTo>
                    <a:pt x="1806708" y="1490583"/>
                  </a:lnTo>
                  <a:lnTo>
                    <a:pt x="1806737" y="1490588"/>
                  </a:lnTo>
                  <a:lnTo>
                    <a:pt x="1806795" y="1490630"/>
                  </a:lnTo>
                  <a:lnTo>
                    <a:pt x="1806855" y="1490738"/>
                  </a:lnTo>
                  <a:lnTo>
                    <a:pt x="1806898" y="1490877"/>
                  </a:lnTo>
                  <a:lnTo>
                    <a:pt x="1806982" y="1491076"/>
                  </a:lnTo>
                  <a:lnTo>
                    <a:pt x="1806992" y="1491082"/>
                  </a:lnTo>
                  <a:lnTo>
                    <a:pt x="1807007" y="1491072"/>
                  </a:lnTo>
                  <a:lnTo>
                    <a:pt x="1807213" y="1490939"/>
                  </a:lnTo>
                  <a:lnTo>
                    <a:pt x="1807213" y="1490932"/>
                  </a:lnTo>
                  <a:lnTo>
                    <a:pt x="1807205" y="1490906"/>
                  </a:lnTo>
                  <a:lnTo>
                    <a:pt x="1806928" y="1490436"/>
                  </a:lnTo>
                  <a:lnTo>
                    <a:pt x="1806908" y="1490416"/>
                  </a:lnTo>
                  <a:lnTo>
                    <a:pt x="1806726" y="1490385"/>
                  </a:lnTo>
                  <a:lnTo>
                    <a:pt x="1806604" y="1490358"/>
                  </a:lnTo>
                  <a:lnTo>
                    <a:pt x="1806522" y="1490340"/>
                  </a:lnTo>
                  <a:lnTo>
                    <a:pt x="1806505" y="1490333"/>
                  </a:lnTo>
                  <a:lnTo>
                    <a:pt x="1806552" y="1490235"/>
                  </a:lnTo>
                  <a:lnTo>
                    <a:pt x="1806491" y="1490186"/>
                  </a:lnTo>
                  <a:lnTo>
                    <a:pt x="1806309" y="1490106"/>
                  </a:lnTo>
                  <a:lnTo>
                    <a:pt x="1806254" y="1490093"/>
                  </a:lnTo>
                  <a:lnTo>
                    <a:pt x="1806180" y="1490096"/>
                  </a:lnTo>
                  <a:lnTo>
                    <a:pt x="1806147" y="1490106"/>
                  </a:lnTo>
                  <a:lnTo>
                    <a:pt x="1806096" y="1490171"/>
                  </a:lnTo>
                  <a:lnTo>
                    <a:pt x="1806059" y="1490228"/>
                  </a:lnTo>
                  <a:lnTo>
                    <a:pt x="1806005" y="1490222"/>
                  </a:lnTo>
                  <a:lnTo>
                    <a:pt x="1805699" y="1490032"/>
                  </a:lnTo>
                  <a:lnTo>
                    <a:pt x="1805397" y="1489759"/>
                  </a:lnTo>
                  <a:lnTo>
                    <a:pt x="1805311" y="1489666"/>
                  </a:lnTo>
                  <a:lnTo>
                    <a:pt x="1805298" y="1489575"/>
                  </a:lnTo>
                  <a:lnTo>
                    <a:pt x="1805284" y="1489491"/>
                  </a:lnTo>
                  <a:lnTo>
                    <a:pt x="1805278" y="1489476"/>
                  </a:lnTo>
                  <a:lnTo>
                    <a:pt x="1805251" y="1489453"/>
                  </a:lnTo>
                  <a:lnTo>
                    <a:pt x="1804689" y="1489183"/>
                  </a:lnTo>
                  <a:lnTo>
                    <a:pt x="1804404" y="1489072"/>
                  </a:lnTo>
                  <a:lnTo>
                    <a:pt x="1804067" y="1488988"/>
                  </a:lnTo>
                  <a:lnTo>
                    <a:pt x="1803359" y="1488882"/>
                  </a:lnTo>
                  <a:lnTo>
                    <a:pt x="1803276" y="1488875"/>
                  </a:lnTo>
                  <a:lnTo>
                    <a:pt x="1802989" y="1488868"/>
                  </a:lnTo>
                  <a:lnTo>
                    <a:pt x="1802486" y="1488892"/>
                  </a:lnTo>
                  <a:lnTo>
                    <a:pt x="1802195" y="1488915"/>
                  </a:lnTo>
                  <a:lnTo>
                    <a:pt x="1802185" y="1488925"/>
                  </a:lnTo>
                  <a:lnTo>
                    <a:pt x="1802180" y="1488941"/>
                  </a:lnTo>
                  <a:lnTo>
                    <a:pt x="1802151" y="1488957"/>
                  </a:lnTo>
                  <a:lnTo>
                    <a:pt x="1802098" y="1488877"/>
                  </a:lnTo>
                  <a:lnTo>
                    <a:pt x="1802083" y="1488822"/>
                  </a:lnTo>
                  <a:lnTo>
                    <a:pt x="1802092" y="1488727"/>
                  </a:lnTo>
                  <a:lnTo>
                    <a:pt x="1802104" y="1488664"/>
                  </a:lnTo>
                  <a:lnTo>
                    <a:pt x="1802109" y="1488652"/>
                  </a:lnTo>
                  <a:lnTo>
                    <a:pt x="1802162" y="1488578"/>
                  </a:lnTo>
                  <a:lnTo>
                    <a:pt x="1802208" y="1488537"/>
                  </a:lnTo>
                  <a:lnTo>
                    <a:pt x="1802220" y="1488471"/>
                  </a:lnTo>
                  <a:lnTo>
                    <a:pt x="1802247" y="1488085"/>
                  </a:lnTo>
                  <a:lnTo>
                    <a:pt x="1802220" y="1487969"/>
                  </a:lnTo>
                  <a:lnTo>
                    <a:pt x="1802173" y="1487879"/>
                  </a:lnTo>
                  <a:lnTo>
                    <a:pt x="1802076" y="1487772"/>
                  </a:lnTo>
                  <a:lnTo>
                    <a:pt x="1802019" y="1487727"/>
                  </a:lnTo>
                  <a:lnTo>
                    <a:pt x="1801912" y="1487682"/>
                  </a:lnTo>
                  <a:lnTo>
                    <a:pt x="1801786" y="1487647"/>
                  </a:lnTo>
                  <a:lnTo>
                    <a:pt x="1801572" y="1487615"/>
                  </a:lnTo>
                  <a:lnTo>
                    <a:pt x="1801226" y="1487607"/>
                  </a:lnTo>
                  <a:lnTo>
                    <a:pt x="1801061" y="1487617"/>
                  </a:lnTo>
                  <a:lnTo>
                    <a:pt x="1800613" y="1487666"/>
                  </a:lnTo>
                  <a:lnTo>
                    <a:pt x="1800459" y="1487682"/>
                  </a:lnTo>
                  <a:lnTo>
                    <a:pt x="1800248" y="1487733"/>
                  </a:lnTo>
                  <a:lnTo>
                    <a:pt x="1799964" y="1487813"/>
                  </a:lnTo>
                  <a:lnTo>
                    <a:pt x="1799432" y="1488002"/>
                  </a:lnTo>
                  <a:lnTo>
                    <a:pt x="1799307" y="1488057"/>
                  </a:lnTo>
                  <a:lnTo>
                    <a:pt x="1798896" y="1488241"/>
                  </a:lnTo>
                  <a:lnTo>
                    <a:pt x="1798688" y="1488346"/>
                  </a:lnTo>
                  <a:lnTo>
                    <a:pt x="1798610" y="1488377"/>
                  </a:lnTo>
                  <a:lnTo>
                    <a:pt x="1798571" y="1488378"/>
                  </a:lnTo>
                  <a:lnTo>
                    <a:pt x="1798566" y="1488371"/>
                  </a:lnTo>
                  <a:lnTo>
                    <a:pt x="1798567" y="1488327"/>
                  </a:lnTo>
                  <a:lnTo>
                    <a:pt x="1798595" y="1488289"/>
                  </a:lnTo>
                  <a:lnTo>
                    <a:pt x="1798616" y="1488242"/>
                  </a:lnTo>
                  <a:lnTo>
                    <a:pt x="1798537" y="1488229"/>
                  </a:lnTo>
                  <a:lnTo>
                    <a:pt x="1798487" y="1488220"/>
                  </a:lnTo>
                  <a:lnTo>
                    <a:pt x="1798460" y="1488216"/>
                  </a:lnTo>
                  <a:lnTo>
                    <a:pt x="1798333" y="1488197"/>
                  </a:lnTo>
                  <a:lnTo>
                    <a:pt x="1798221" y="1488293"/>
                  </a:lnTo>
                  <a:lnTo>
                    <a:pt x="1798105" y="1488437"/>
                  </a:lnTo>
                  <a:lnTo>
                    <a:pt x="1798069" y="1488510"/>
                  </a:lnTo>
                  <a:lnTo>
                    <a:pt x="1798050" y="1488564"/>
                  </a:lnTo>
                  <a:lnTo>
                    <a:pt x="1798057" y="1488666"/>
                  </a:lnTo>
                  <a:lnTo>
                    <a:pt x="1798072" y="1488751"/>
                  </a:lnTo>
                  <a:lnTo>
                    <a:pt x="1798049" y="1488808"/>
                  </a:lnTo>
                  <a:lnTo>
                    <a:pt x="1798023" y="1488831"/>
                  </a:lnTo>
                  <a:lnTo>
                    <a:pt x="1797981" y="1488850"/>
                  </a:lnTo>
                  <a:lnTo>
                    <a:pt x="1797877" y="1488877"/>
                  </a:lnTo>
                  <a:lnTo>
                    <a:pt x="1797725" y="1488951"/>
                  </a:lnTo>
                  <a:lnTo>
                    <a:pt x="1797623" y="1489026"/>
                  </a:lnTo>
                  <a:lnTo>
                    <a:pt x="1797441" y="1489175"/>
                  </a:lnTo>
                  <a:lnTo>
                    <a:pt x="1797067" y="1489505"/>
                  </a:lnTo>
                  <a:lnTo>
                    <a:pt x="1796823" y="1489760"/>
                  </a:lnTo>
                  <a:lnTo>
                    <a:pt x="1796740" y="1489859"/>
                  </a:lnTo>
                  <a:lnTo>
                    <a:pt x="1796398" y="1490287"/>
                  </a:lnTo>
                  <a:lnTo>
                    <a:pt x="1796214" y="1490534"/>
                  </a:lnTo>
                  <a:lnTo>
                    <a:pt x="1796157" y="1490702"/>
                  </a:lnTo>
                  <a:lnTo>
                    <a:pt x="1796154" y="1490749"/>
                  </a:lnTo>
                  <a:lnTo>
                    <a:pt x="1796169" y="1490774"/>
                  </a:lnTo>
                  <a:lnTo>
                    <a:pt x="1796194" y="1490789"/>
                  </a:lnTo>
                  <a:lnTo>
                    <a:pt x="1796254" y="1490847"/>
                  </a:lnTo>
                  <a:lnTo>
                    <a:pt x="1796272" y="1490904"/>
                  </a:lnTo>
                  <a:lnTo>
                    <a:pt x="1796277" y="1490918"/>
                  </a:lnTo>
                  <a:lnTo>
                    <a:pt x="1796275" y="1490936"/>
                  </a:lnTo>
                  <a:lnTo>
                    <a:pt x="1796001" y="1491352"/>
                  </a:lnTo>
                  <a:lnTo>
                    <a:pt x="1795810" y="1491551"/>
                  </a:lnTo>
                  <a:lnTo>
                    <a:pt x="1795673" y="1491622"/>
                  </a:lnTo>
                  <a:lnTo>
                    <a:pt x="1795638" y="1491620"/>
                  </a:lnTo>
                  <a:lnTo>
                    <a:pt x="1795615" y="1491633"/>
                  </a:lnTo>
                  <a:lnTo>
                    <a:pt x="1795586" y="1491671"/>
                  </a:lnTo>
                  <a:lnTo>
                    <a:pt x="1795470" y="1491904"/>
                  </a:lnTo>
                  <a:lnTo>
                    <a:pt x="1795404" y="1492176"/>
                  </a:lnTo>
                  <a:lnTo>
                    <a:pt x="1795380" y="1492319"/>
                  </a:lnTo>
                  <a:lnTo>
                    <a:pt x="1795388" y="1492330"/>
                  </a:lnTo>
                  <a:lnTo>
                    <a:pt x="1795400" y="1492397"/>
                  </a:lnTo>
                  <a:lnTo>
                    <a:pt x="1795389" y="1492418"/>
                  </a:lnTo>
                  <a:lnTo>
                    <a:pt x="1795336" y="1492441"/>
                  </a:lnTo>
                  <a:lnTo>
                    <a:pt x="1795255" y="1492424"/>
                  </a:lnTo>
                  <a:lnTo>
                    <a:pt x="1795244" y="1492419"/>
                  </a:lnTo>
                  <a:lnTo>
                    <a:pt x="1795198" y="1492389"/>
                  </a:lnTo>
                  <a:lnTo>
                    <a:pt x="1795154" y="1492344"/>
                  </a:lnTo>
                  <a:lnTo>
                    <a:pt x="1795129" y="1492347"/>
                  </a:lnTo>
                  <a:lnTo>
                    <a:pt x="1795084" y="1492372"/>
                  </a:lnTo>
                  <a:lnTo>
                    <a:pt x="1794801" y="1492688"/>
                  </a:lnTo>
                  <a:lnTo>
                    <a:pt x="1794795" y="1492695"/>
                  </a:lnTo>
                  <a:lnTo>
                    <a:pt x="1794767" y="1492771"/>
                  </a:lnTo>
                  <a:lnTo>
                    <a:pt x="1794771" y="1492871"/>
                  </a:lnTo>
                  <a:lnTo>
                    <a:pt x="1794897" y="1492849"/>
                  </a:lnTo>
                  <a:lnTo>
                    <a:pt x="1794981" y="1492861"/>
                  </a:lnTo>
                  <a:lnTo>
                    <a:pt x="1794983" y="1492865"/>
                  </a:lnTo>
                  <a:lnTo>
                    <a:pt x="1795036" y="1492989"/>
                  </a:lnTo>
                  <a:lnTo>
                    <a:pt x="1794950" y="1493290"/>
                  </a:lnTo>
                  <a:lnTo>
                    <a:pt x="1794736" y="1493567"/>
                  </a:lnTo>
                  <a:lnTo>
                    <a:pt x="1794678" y="1493596"/>
                  </a:lnTo>
                  <a:lnTo>
                    <a:pt x="1794610" y="1493620"/>
                  </a:lnTo>
                  <a:lnTo>
                    <a:pt x="1794622" y="1493641"/>
                  </a:lnTo>
                  <a:lnTo>
                    <a:pt x="1794640" y="1493674"/>
                  </a:lnTo>
                  <a:lnTo>
                    <a:pt x="1794842" y="1494044"/>
                  </a:lnTo>
                  <a:lnTo>
                    <a:pt x="1795065" y="1494454"/>
                  </a:lnTo>
                  <a:lnTo>
                    <a:pt x="1795145" y="1494757"/>
                  </a:lnTo>
                  <a:lnTo>
                    <a:pt x="1795249" y="1495120"/>
                  </a:lnTo>
                  <a:lnTo>
                    <a:pt x="1795353" y="1495303"/>
                  </a:lnTo>
                  <a:lnTo>
                    <a:pt x="1795522" y="1495473"/>
                  </a:lnTo>
                  <a:lnTo>
                    <a:pt x="1795602" y="1495533"/>
                  </a:lnTo>
                  <a:lnTo>
                    <a:pt x="1795718" y="1495444"/>
                  </a:lnTo>
                  <a:lnTo>
                    <a:pt x="1795750" y="1495403"/>
                  </a:lnTo>
                  <a:lnTo>
                    <a:pt x="1795946" y="1495048"/>
                  </a:lnTo>
                  <a:lnTo>
                    <a:pt x="1796006" y="1494938"/>
                  </a:lnTo>
                  <a:lnTo>
                    <a:pt x="1796098" y="1494771"/>
                  </a:lnTo>
                  <a:lnTo>
                    <a:pt x="1796373" y="1494244"/>
                  </a:lnTo>
                  <a:lnTo>
                    <a:pt x="1796297" y="1494153"/>
                  </a:lnTo>
                  <a:lnTo>
                    <a:pt x="1796275" y="1494141"/>
                  </a:lnTo>
                  <a:lnTo>
                    <a:pt x="1796240" y="1494131"/>
                  </a:lnTo>
                  <a:lnTo>
                    <a:pt x="1796113" y="1494101"/>
                  </a:lnTo>
                  <a:lnTo>
                    <a:pt x="1796089" y="1494101"/>
                  </a:lnTo>
                  <a:lnTo>
                    <a:pt x="1796073" y="1494111"/>
                  </a:lnTo>
                  <a:lnTo>
                    <a:pt x="1796056" y="1494107"/>
                  </a:lnTo>
                  <a:lnTo>
                    <a:pt x="1796014" y="1494052"/>
                  </a:lnTo>
                  <a:lnTo>
                    <a:pt x="1796014" y="1493989"/>
                  </a:lnTo>
                  <a:lnTo>
                    <a:pt x="1796064" y="1493859"/>
                  </a:lnTo>
                  <a:lnTo>
                    <a:pt x="1796191" y="1493592"/>
                  </a:lnTo>
                  <a:lnTo>
                    <a:pt x="1796234" y="1493569"/>
                  </a:lnTo>
                  <a:lnTo>
                    <a:pt x="1796274" y="1493596"/>
                  </a:lnTo>
                  <a:lnTo>
                    <a:pt x="1796298" y="1493654"/>
                  </a:lnTo>
                  <a:lnTo>
                    <a:pt x="1796335" y="1493692"/>
                  </a:lnTo>
                  <a:lnTo>
                    <a:pt x="1796479" y="1493760"/>
                  </a:lnTo>
                  <a:lnTo>
                    <a:pt x="1796893" y="1494037"/>
                  </a:lnTo>
                  <a:lnTo>
                    <a:pt x="1797102" y="1494142"/>
                  </a:lnTo>
                  <a:lnTo>
                    <a:pt x="1797183" y="1494165"/>
                  </a:lnTo>
                  <a:lnTo>
                    <a:pt x="1797256" y="1494162"/>
                  </a:lnTo>
                  <a:lnTo>
                    <a:pt x="1797285" y="1494151"/>
                  </a:lnTo>
                  <a:lnTo>
                    <a:pt x="1797370" y="1494102"/>
                  </a:lnTo>
                  <a:lnTo>
                    <a:pt x="1797405" y="1494040"/>
                  </a:lnTo>
                  <a:lnTo>
                    <a:pt x="1797415" y="1494010"/>
                  </a:lnTo>
                  <a:lnTo>
                    <a:pt x="1797544" y="1493871"/>
                  </a:lnTo>
                  <a:lnTo>
                    <a:pt x="1797569" y="1493846"/>
                  </a:lnTo>
                  <a:lnTo>
                    <a:pt x="1797816" y="1493667"/>
                  </a:lnTo>
                  <a:lnTo>
                    <a:pt x="1797853" y="1493576"/>
                  </a:lnTo>
                  <a:lnTo>
                    <a:pt x="1797880" y="1493568"/>
                  </a:lnTo>
                  <a:lnTo>
                    <a:pt x="1797894" y="1493572"/>
                  </a:lnTo>
                  <a:lnTo>
                    <a:pt x="1797986" y="1493668"/>
                  </a:lnTo>
                  <a:lnTo>
                    <a:pt x="1798006" y="1493697"/>
                  </a:lnTo>
                  <a:lnTo>
                    <a:pt x="1798006" y="1493715"/>
                  </a:lnTo>
                  <a:lnTo>
                    <a:pt x="1797949" y="1493801"/>
                  </a:lnTo>
                  <a:lnTo>
                    <a:pt x="1797899" y="1493986"/>
                  </a:lnTo>
                  <a:lnTo>
                    <a:pt x="1797880" y="1494060"/>
                  </a:lnTo>
                  <a:lnTo>
                    <a:pt x="1797888" y="1494118"/>
                  </a:lnTo>
                  <a:lnTo>
                    <a:pt x="1797904" y="1494141"/>
                  </a:lnTo>
                  <a:lnTo>
                    <a:pt x="1797919" y="1494144"/>
                  </a:lnTo>
                  <a:lnTo>
                    <a:pt x="1797937" y="1494131"/>
                  </a:lnTo>
                  <a:lnTo>
                    <a:pt x="1797964" y="1494138"/>
                  </a:lnTo>
                  <a:lnTo>
                    <a:pt x="1798009" y="1494189"/>
                  </a:lnTo>
                  <a:lnTo>
                    <a:pt x="1798016" y="1494230"/>
                  </a:lnTo>
                  <a:lnTo>
                    <a:pt x="1798010" y="1494337"/>
                  </a:lnTo>
                  <a:lnTo>
                    <a:pt x="1797993" y="1494400"/>
                  </a:lnTo>
                  <a:lnTo>
                    <a:pt x="1797963" y="1494446"/>
                  </a:lnTo>
                  <a:lnTo>
                    <a:pt x="1797925" y="1494473"/>
                  </a:lnTo>
                  <a:lnTo>
                    <a:pt x="1797833" y="1494527"/>
                  </a:lnTo>
                  <a:lnTo>
                    <a:pt x="1797377" y="1494592"/>
                  </a:lnTo>
                  <a:lnTo>
                    <a:pt x="1797280" y="1494670"/>
                  </a:lnTo>
                  <a:lnTo>
                    <a:pt x="1797091" y="1494876"/>
                  </a:lnTo>
                  <a:lnTo>
                    <a:pt x="1796772" y="1495190"/>
                  </a:lnTo>
                  <a:lnTo>
                    <a:pt x="1796763" y="1495203"/>
                  </a:lnTo>
                  <a:lnTo>
                    <a:pt x="1796620" y="1495418"/>
                  </a:lnTo>
                  <a:lnTo>
                    <a:pt x="1796453" y="1495670"/>
                  </a:lnTo>
                  <a:lnTo>
                    <a:pt x="1796368" y="1495799"/>
                  </a:lnTo>
                  <a:lnTo>
                    <a:pt x="1796267" y="1496020"/>
                  </a:lnTo>
                  <a:lnTo>
                    <a:pt x="1796217" y="1496180"/>
                  </a:lnTo>
                  <a:lnTo>
                    <a:pt x="1796168" y="1496405"/>
                  </a:lnTo>
                  <a:lnTo>
                    <a:pt x="1796151" y="1496523"/>
                  </a:lnTo>
                  <a:lnTo>
                    <a:pt x="1796185" y="1496894"/>
                  </a:lnTo>
                  <a:lnTo>
                    <a:pt x="1796194" y="1496920"/>
                  </a:lnTo>
                  <a:lnTo>
                    <a:pt x="1796228" y="1496968"/>
                  </a:lnTo>
                  <a:lnTo>
                    <a:pt x="1796529" y="1497222"/>
                  </a:lnTo>
                  <a:lnTo>
                    <a:pt x="1796681" y="1497328"/>
                  </a:lnTo>
                  <a:lnTo>
                    <a:pt x="1796739" y="1497364"/>
                  </a:lnTo>
                  <a:lnTo>
                    <a:pt x="1796942" y="1497463"/>
                  </a:lnTo>
                  <a:lnTo>
                    <a:pt x="1796978" y="1497502"/>
                  </a:lnTo>
                  <a:lnTo>
                    <a:pt x="1797011" y="1497548"/>
                  </a:lnTo>
                  <a:lnTo>
                    <a:pt x="1797014" y="1497567"/>
                  </a:lnTo>
                  <a:lnTo>
                    <a:pt x="1797000" y="1497585"/>
                  </a:lnTo>
                  <a:lnTo>
                    <a:pt x="1796969" y="1497616"/>
                  </a:lnTo>
                  <a:lnTo>
                    <a:pt x="1796891" y="1497674"/>
                  </a:lnTo>
                  <a:lnTo>
                    <a:pt x="1796806" y="1497718"/>
                  </a:lnTo>
                  <a:lnTo>
                    <a:pt x="1796789" y="1497707"/>
                  </a:lnTo>
                  <a:lnTo>
                    <a:pt x="1796751" y="1497698"/>
                  </a:lnTo>
                  <a:lnTo>
                    <a:pt x="1796719" y="1497691"/>
                  </a:lnTo>
                  <a:lnTo>
                    <a:pt x="1796683" y="1497700"/>
                  </a:lnTo>
                  <a:lnTo>
                    <a:pt x="1796615" y="1497767"/>
                  </a:lnTo>
                  <a:lnTo>
                    <a:pt x="1796566" y="1497852"/>
                  </a:lnTo>
                  <a:lnTo>
                    <a:pt x="1796553" y="1497919"/>
                  </a:lnTo>
                  <a:lnTo>
                    <a:pt x="1796545" y="1498049"/>
                  </a:lnTo>
                  <a:lnTo>
                    <a:pt x="1796551" y="1498097"/>
                  </a:lnTo>
                  <a:lnTo>
                    <a:pt x="1796568" y="1498146"/>
                  </a:lnTo>
                  <a:lnTo>
                    <a:pt x="1796592" y="1498166"/>
                  </a:lnTo>
                  <a:lnTo>
                    <a:pt x="1796704" y="1498211"/>
                  </a:lnTo>
                  <a:lnTo>
                    <a:pt x="1796737" y="1498222"/>
                  </a:lnTo>
                  <a:lnTo>
                    <a:pt x="1796705" y="1498455"/>
                  </a:lnTo>
                  <a:lnTo>
                    <a:pt x="1796688" y="1498466"/>
                  </a:lnTo>
                  <a:lnTo>
                    <a:pt x="1796617" y="1498401"/>
                  </a:lnTo>
                  <a:lnTo>
                    <a:pt x="1796566" y="1498340"/>
                  </a:lnTo>
                  <a:lnTo>
                    <a:pt x="1796369" y="1498163"/>
                  </a:lnTo>
                  <a:lnTo>
                    <a:pt x="1796248" y="1498041"/>
                  </a:lnTo>
                  <a:lnTo>
                    <a:pt x="1796221" y="1497831"/>
                  </a:lnTo>
                  <a:lnTo>
                    <a:pt x="1796205" y="1497791"/>
                  </a:lnTo>
                  <a:lnTo>
                    <a:pt x="1796164" y="1497738"/>
                  </a:lnTo>
                  <a:lnTo>
                    <a:pt x="1796053" y="1497651"/>
                  </a:lnTo>
                  <a:lnTo>
                    <a:pt x="1795993" y="1497625"/>
                  </a:lnTo>
                  <a:lnTo>
                    <a:pt x="1795796" y="1497583"/>
                  </a:lnTo>
                  <a:lnTo>
                    <a:pt x="1795704" y="1497578"/>
                  </a:lnTo>
                  <a:lnTo>
                    <a:pt x="1795586" y="1497584"/>
                  </a:lnTo>
                  <a:lnTo>
                    <a:pt x="1795317" y="1497682"/>
                  </a:lnTo>
                  <a:lnTo>
                    <a:pt x="1795272" y="1497704"/>
                  </a:lnTo>
                  <a:lnTo>
                    <a:pt x="1795085" y="1497596"/>
                  </a:lnTo>
                  <a:lnTo>
                    <a:pt x="1795080" y="1497551"/>
                  </a:lnTo>
                  <a:lnTo>
                    <a:pt x="1795011" y="1497468"/>
                  </a:lnTo>
                  <a:lnTo>
                    <a:pt x="1794980" y="1497446"/>
                  </a:lnTo>
                  <a:lnTo>
                    <a:pt x="1794919" y="1497419"/>
                  </a:lnTo>
                  <a:lnTo>
                    <a:pt x="1794881" y="1497416"/>
                  </a:lnTo>
                  <a:lnTo>
                    <a:pt x="1794858" y="1497425"/>
                  </a:lnTo>
                  <a:lnTo>
                    <a:pt x="1794853" y="1497456"/>
                  </a:lnTo>
                  <a:lnTo>
                    <a:pt x="1794826" y="1497470"/>
                  </a:lnTo>
                  <a:lnTo>
                    <a:pt x="1794768" y="1497472"/>
                  </a:lnTo>
                  <a:lnTo>
                    <a:pt x="1794641" y="1497435"/>
                  </a:lnTo>
                  <a:lnTo>
                    <a:pt x="1794521" y="1497335"/>
                  </a:lnTo>
                  <a:lnTo>
                    <a:pt x="1794448" y="1497248"/>
                  </a:lnTo>
                  <a:lnTo>
                    <a:pt x="1794439" y="1497228"/>
                  </a:lnTo>
                  <a:lnTo>
                    <a:pt x="1794361" y="1497004"/>
                  </a:lnTo>
                  <a:lnTo>
                    <a:pt x="1794378" y="1496936"/>
                  </a:lnTo>
                  <a:lnTo>
                    <a:pt x="1794373" y="1496925"/>
                  </a:lnTo>
                  <a:lnTo>
                    <a:pt x="1794316" y="1496879"/>
                  </a:lnTo>
                  <a:lnTo>
                    <a:pt x="1794261" y="1496856"/>
                  </a:lnTo>
                  <a:lnTo>
                    <a:pt x="1794207" y="1496847"/>
                  </a:lnTo>
                  <a:lnTo>
                    <a:pt x="1793980" y="1496839"/>
                  </a:lnTo>
                  <a:lnTo>
                    <a:pt x="1793899" y="1496839"/>
                  </a:lnTo>
                  <a:lnTo>
                    <a:pt x="1793767" y="1496851"/>
                  </a:lnTo>
                  <a:lnTo>
                    <a:pt x="1793732" y="1496878"/>
                  </a:lnTo>
                  <a:lnTo>
                    <a:pt x="1793722" y="1496890"/>
                  </a:lnTo>
                  <a:lnTo>
                    <a:pt x="1793657" y="1496887"/>
                  </a:lnTo>
                  <a:lnTo>
                    <a:pt x="1793464" y="1496874"/>
                  </a:lnTo>
                  <a:lnTo>
                    <a:pt x="1793415" y="1496861"/>
                  </a:lnTo>
                  <a:lnTo>
                    <a:pt x="1793406" y="1496857"/>
                  </a:lnTo>
                  <a:lnTo>
                    <a:pt x="1793352" y="1496829"/>
                  </a:lnTo>
                  <a:lnTo>
                    <a:pt x="1793285" y="1496787"/>
                  </a:lnTo>
                  <a:lnTo>
                    <a:pt x="1793134" y="1496663"/>
                  </a:lnTo>
                  <a:lnTo>
                    <a:pt x="1793094" y="1496613"/>
                  </a:lnTo>
                  <a:lnTo>
                    <a:pt x="1792775" y="1496391"/>
                  </a:lnTo>
                  <a:lnTo>
                    <a:pt x="1792598" y="1496238"/>
                  </a:lnTo>
                  <a:lnTo>
                    <a:pt x="1792356" y="1496041"/>
                  </a:lnTo>
                  <a:lnTo>
                    <a:pt x="1792104" y="1496046"/>
                  </a:lnTo>
                  <a:lnTo>
                    <a:pt x="1791993" y="1496060"/>
                  </a:lnTo>
                  <a:lnTo>
                    <a:pt x="1791667" y="1496134"/>
                  </a:lnTo>
                  <a:lnTo>
                    <a:pt x="1791450" y="1496192"/>
                  </a:lnTo>
                  <a:lnTo>
                    <a:pt x="1791171" y="1496196"/>
                  </a:lnTo>
                  <a:lnTo>
                    <a:pt x="1791033" y="1496133"/>
                  </a:lnTo>
                  <a:lnTo>
                    <a:pt x="1791020" y="1496135"/>
                  </a:lnTo>
                  <a:lnTo>
                    <a:pt x="1790862" y="1496215"/>
                  </a:lnTo>
                  <a:lnTo>
                    <a:pt x="1790795" y="1496258"/>
                  </a:lnTo>
                  <a:lnTo>
                    <a:pt x="1790714" y="1496325"/>
                  </a:lnTo>
                  <a:lnTo>
                    <a:pt x="1790536" y="1496522"/>
                  </a:lnTo>
                  <a:lnTo>
                    <a:pt x="1790444" y="1496637"/>
                  </a:lnTo>
                  <a:lnTo>
                    <a:pt x="1790397" y="1496716"/>
                  </a:lnTo>
                  <a:lnTo>
                    <a:pt x="1790349" y="1496745"/>
                  </a:lnTo>
                  <a:lnTo>
                    <a:pt x="1790070" y="1496717"/>
                  </a:lnTo>
                  <a:lnTo>
                    <a:pt x="1789708" y="1496644"/>
                  </a:lnTo>
                  <a:lnTo>
                    <a:pt x="1789479" y="1496619"/>
                  </a:lnTo>
                  <a:lnTo>
                    <a:pt x="1789138" y="1496631"/>
                  </a:lnTo>
                  <a:lnTo>
                    <a:pt x="1788770" y="1496679"/>
                  </a:lnTo>
                  <a:lnTo>
                    <a:pt x="1788708" y="1496697"/>
                  </a:lnTo>
                  <a:lnTo>
                    <a:pt x="1788694" y="1496708"/>
                  </a:lnTo>
                  <a:lnTo>
                    <a:pt x="1788663" y="1496736"/>
                  </a:lnTo>
                  <a:lnTo>
                    <a:pt x="1788634" y="1496749"/>
                  </a:lnTo>
                  <a:lnTo>
                    <a:pt x="1788580" y="1496695"/>
                  </a:lnTo>
                  <a:lnTo>
                    <a:pt x="1788564" y="1496659"/>
                  </a:lnTo>
                  <a:lnTo>
                    <a:pt x="1788472" y="1496413"/>
                  </a:lnTo>
                  <a:lnTo>
                    <a:pt x="1788460" y="1496378"/>
                  </a:lnTo>
                  <a:lnTo>
                    <a:pt x="1788451" y="1496308"/>
                  </a:lnTo>
                  <a:lnTo>
                    <a:pt x="1788411" y="1496275"/>
                  </a:lnTo>
                  <a:lnTo>
                    <a:pt x="1788004" y="1496082"/>
                  </a:lnTo>
                  <a:lnTo>
                    <a:pt x="1787901" y="1496096"/>
                  </a:lnTo>
                  <a:lnTo>
                    <a:pt x="1787881" y="1496090"/>
                  </a:lnTo>
                  <a:lnTo>
                    <a:pt x="1787835" y="1496065"/>
                  </a:lnTo>
                  <a:lnTo>
                    <a:pt x="1787727" y="1495854"/>
                  </a:lnTo>
                  <a:lnTo>
                    <a:pt x="1787688" y="1495777"/>
                  </a:lnTo>
                  <a:lnTo>
                    <a:pt x="1787635" y="1495663"/>
                  </a:lnTo>
                  <a:lnTo>
                    <a:pt x="1787594" y="1495631"/>
                  </a:lnTo>
                  <a:lnTo>
                    <a:pt x="1787521" y="1495618"/>
                  </a:lnTo>
                  <a:lnTo>
                    <a:pt x="1787492" y="1495640"/>
                  </a:lnTo>
                  <a:lnTo>
                    <a:pt x="1787432" y="1495658"/>
                  </a:lnTo>
                  <a:lnTo>
                    <a:pt x="1787365" y="1495652"/>
                  </a:lnTo>
                  <a:lnTo>
                    <a:pt x="1787349" y="1495642"/>
                  </a:lnTo>
                  <a:lnTo>
                    <a:pt x="1787245" y="1495508"/>
                  </a:lnTo>
                  <a:lnTo>
                    <a:pt x="1787145" y="1495366"/>
                  </a:lnTo>
                  <a:lnTo>
                    <a:pt x="1787041" y="1495006"/>
                  </a:lnTo>
                  <a:lnTo>
                    <a:pt x="1786961" y="1494884"/>
                  </a:lnTo>
                  <a:lnTo>
                    <a:pt x="1786854" y="1494685"/>
                  </a:lnTo>
                  <a:lnTo>
                    <a:pt x="1786837" y="1494639"/>
                  </a:lnTo>
                  <a:lnTo>
                    <a:pt x="1786838" y="1494587"/>
                  </a:lnTo>
                  <a:lnTo>
                    <a:pt x="1786849" y="1494559"/>
                  </a:lnTo>
                  <a:lnTo>
                    <a:pt x="1786942" y="1494427"/>
                  </a:lnTo>
                  <a:lnTo>
                    <a:pt x="1787032" y="1494371"/>
                  </a:lnTo>
                  <a:lnTo>
                    <a:pt x="1787098" y="1494354"/>
                  </a:lnTo>
                  <a:lnTo>
                    <a:pt x="1787113" y="1494347"/>
                  </a:lnTo>
                  <a:lnTo>
                    <a:pt x="1787160" y="1494292"/>
                  </a:lnTo>
                  <a:lnTo>
                    <a:pt x="1787221" y="1494180"/>
                  </a:lnTo>
                  <a:lnTo>
                    <a:pt x="1787253" y="1494105"/>
                  </a:lnTo>
                  <a:lnTo>
                    <a:pt x="1787252" y="1493756"/>
                  </a:lnTo>
                  <a:lnTo>
                    <a:pt x="1787206" y="1493506"/>
                  </a:lnTo>
                  <a:lnTo>
                    <a:pt x="1787224" y="1493446"/>
                  </a:lnTo>
                  <a:lnTo>
                    <a:pt x="1787250" y="1493417"/>
                  </a:lnTo>
                  <a:lnTo>
                    <a:pt x="1787312" y="1493374"/>
                  </a:lnTo>
                  <a:lnTo>
                    <a:pt x="1787328" y="1493352"/>
                  </a:lnTo>
                  <a:lnTo>
                    <a:pt x="1787357" y="1493256"/>
                  </a:lnTo>
                  <a:lnTo>
                    <a:pt x="1787379" y="1493233"/>
                  </a:lnTo>
                  <a:lnTo>
                    <a:pt x="1787450" y="1493239"/>
                  </a:lnTo>
                  <a:lnTo>
                    <a:pt x="1787501" y="1493304"/>
                  </a:lnTo>
                  <a:lnTo>
                    <a:pt x="1787503" y="1493379"/>
                  </a:lnTo>
                  <a:lnTo>
                    <a:pt x="1787546" y="1493453"/>
                  </a:lnTo>
                  <a:lnTo>
                    <a:pt x="1787598" y="1493507"/>
                  </a:lnTo>
                  <a:lnTo>
                    <a:pt x="1787745" y="1493599"/>
                  </a:lnTo>
                  <a:lnTo>
                    <a:pt x="1788145" y="1493713"/>
                  </a:lnTo>
                  <a:lnTo>
                    <a:pt x="1788467" y="1493737"/>
                  </a:lnTo>
                  <a:lnTo>
                    <a:pt x="1788661" y="1493774"/>
                  </a:lnTo>
                  <a:lnTo>
                    <a:pt x="1788790" y="1493817"/>
                  </a:lnTo>
                  <a:lnTo>
                    <a:pt x="1788832" y="1493840"/>
                  </a:lnTo>
                  <a:lnTo>
                    <a:pt x="1789191" y="1493902"/>
                  </a:lnTo>
                  <a:lnTo>
                    <a:pt x="1789286" y="1493914"/>
                  </a:lnTo>
                  <a:lnTo>
                    <a:pt x="1789325" y="1493918"/>
                  </a:lnTo>
                  <a:lnTo>
                    <a:pt x="1789622" y="1493847"/>
                  </a:lnTo>
                  <a:lnTo>
                    <a:pt x="1789742" y="1493775"/>
                  </a:lnTo>
                  <a:lnTo>
                    <a:pt x="1789838" y="1493709"/>
                  </a:lnTo>
                  <a:lnTo>
                    <a:pt x="1789926" y="1493647"/>
                  </a:lnTo>
                  <a:lnTo>
                    <a:pt x="1790142" y="1493435"/>
                  </a:lnTo>
                  <a:lnTo>
                    <a:pt x="1790372" y="1493411"/>
                  </a:lnTo>
                  <a:lnTo>
                    <a:pt x="1790680" y="1493249"/>
                  </a:lnTo>
                  <a:lnTo>
                    <a:pt x="1790844" y="1493214"/>
                  </a:lnTo>
                  <a:lnTo>
                    <a:pt x="1790760" y="1493118"/>
                  </a:lnTo>
                  <a:lnTo>
                    <a:pt x="1790659" y="1493069"/>
                  </a:lnTo>
                  <a:lnTo>
                    <a:pt x="1790601" y="1493038"/>
                  </a:lnTo>
                  <a:lnTo>
                    <a:pt x="1790546" y="1493006"/>
                  </a:lnTo>
                  <a:lnTo>
                    <a:pt x="1790423" y="1492792"/>
                  </a:lnTo>
                  <a:lnTo>
                    <a:pt x="1790375" y="1492691"/>
                  </a:lnTo>
                  <a:lnTo>
                    <a:pt x="1790301" y="1492536"/>
                  </a:lnTo>
                  <a:lnTo>
                    <a:pt x="1790117" y="1492155"/>
                  </a:lnTo>
                  <a:lnTo>
                    <a:pt x="1790058" y="1492031"/>
                  </a:lnTo>
                  <a:lnTo>
                    <a:pt x="1790007" y="1491963"/>
                  </a:lnTo>
                  <a:lnTo>
                    <a:pt x="1789957" y="1491948"/>
                  </a:lnTo>
                  <a:lnTo>
                    <a:pt x="1789886" y="1491918"/>
                  </a:lnTo>
                  <a:lnTo>
                    <a:pt x="1789765" y="1491884"/>
                  </a:lnTo>
                  <a:lnTo>
                    <a:pt x="1789718" y="1491878"/>
                  </a:lnTo>
                  <a:lnTo>
                    <a:pt x="1789353" y="1491889"/>
                  </a:lnTo>
                  <a:lnTo>
                    <a:pt x="1789280" y="1491892"/>
                  </a:lnTo>
                  <a:lnTo>
                    <a:pt x="1789214" y="1491912"/>
                  </a:lnTo>
                  <a:lnTo>
                    <a:pt x="1789160" y="1491948"/>
                  </a:lnTo>
                  <a:lnTo>
                    <a:pt x="1788898" y="1492181"/>
                  </a:lnTo>
                  <a:lnTo>
                    <a:pt x="1788806" y="1492342"/>
                  </a:lnTo>
                  <a:lnTo>
                    <a:pt x="1788677" y="1492466"/>
                  </a:lnTo>
                  <a:lnTo>
                    <a:pt x="1788605" y="1492530"/>
                  </a:lnTo>
                  <a:lnTo>
                    <a:pt x="1788578" y="1492543"/>
                  </a:lnTo>
                  <a:lnTo>
                    <a:pt x="1788532" y="1492524"/>
                  </a:lnTo>
                  <a:lnTo>
                    <a:pt x="1788521" y="1492518"/>
                  </a:lnTo>
                  <a:lnTo>
                    <a:pt x="1788463" y="1492479"/>
                  </a:lnTo>
                  <a:lnTo>
                    <a:pt x="1788454" y="1492473"/>
                  </a:lnTo>
                  <a:lnTo>
                    <a:pt x="1788340" y="1492440"/>
                  </a:lnTo>
                  <a:lnTo>
                    <a:pt x="1788265" y="1492435"/>
                  </a:lnTo>
                  <a:lnTo>
                    <a:pt x="1788136" y="1492461"/>
                  </a:lnTo>
                  <a:lnTo>
                    <a:pt x="1788107" y="1492474"/>
                  </a:lnTo>
                  <a:lnTo>
                    <a:pt x="1788099" y="1492485"/>
                  </a:lnTo>
                  <a:lnTo>
                    <a:pt x="1788071" y="1492630"/>
                  </a:lnTo>
                  <a:lnTo>
                    <a:pt x="1788066" y="1492724"/>
                  </a:lnTo>
                  <a:lnTo>
                    <a:pt x="1788084" y="1492873"/>
                  </a:lnTo>
                  <a:lnTo>
                    <a:pt x="1788123" y="1492986"/>
                  </a:lnTo>
                  <a:lnTo>
                    <a:pt x="1788121" y="1493041"/>
                  </a:lnTo>
                  <a:lnTo>
                    <a:pt x="1788099" y="1493081"/>
                  </a:lnTo>
                  <a:lnTo>
                    <a:pt x="1788076" y="1493096"/>
                  </a:lnTo>
                  <a:lnTo>
                    <a:pt x="1787788" y="1493187"/>
                  </a:lnTo>
                  <a:lnTo>
                    <a:pt x="1787749" y="1493181"/>
                  </a:lnTo>
                  <a:lnTo>
                    <a:pt x="1787715" y="1493162"/>
                  </a:lnTo>
                  <a:lnTo>
                    <a:pt x="1787326" y="1492683"/>
                  </a:lnTo>
                  <a:lnTo>
                    <a:pt x="1787302" y="1492619"/>
                  </a:lnTo>
                  <a:lnTo>
                    <a:pt x="1787226" y="1492498"/>
                  </a:lnTo>
                  <a:lnTo>
                    <a:pt x="1787208" y="1492478"/>
                  </a:lnTo>
                  <a:lnTo>
                    <a:pt x="1787138" y="1492411"/>
                  </a:lnTo>
                  <a:lnTo>
                    <a:pt x="1786874" y="1492173"/>
                  </a:lnTo>
                  <a:lnTo>
                    <a:pt x="1786760" y="1492106"/>
                  </a:lnTo>
                  <a:lnTo>
                    <a:pt x="1786142" y="1491803"/>
                  </a:lnTo>
                  <a:lnTo>
                    <a:pt x="1786029" y="1491753"/>
                  </a:lnTo>
                  <a:lnTo>
                    <a:pt x="1785713" y="1491678"/>
                  </a:lnTo>
                  <a:lnTo>
                    <a:pt x="1785563" y="1491662"/>
                  </a:lnTo>
                  <a:lnTo>
                    <a:pt x="1785202" y="1491643"/>
                  </a:lnTo>
                  <a:lnTo>
                    <a:pt x="1784944" y="1491651"/>
                  </a:lnTo>
                  <a:lnTo>
                    <a:pt x="1784456" y="1491685"/>
                  </a:lnTo>
                  <a:lnTo>
                    <a:pt x="1783955" y="1491746"/>
                  </a:lnTo>
                  <a:lnTo>
                    <a:pt x="1783901" y="1491759"/>
                  </a:lnTo>
                  <a:lnTo>
                    <a:pt x="1783776" y="1491804"/>
                  </a:lnTo>
                  <a:lnTo>
                    <a:pt x="1783691" y="1491853"/>
                  </a:lnTo>
                  <a:lnTo>
                    <a:pt x="1783621" y="1491878"/>
                  </a:lnTo>
                  <a:lnTo>
                    <a:pt x="1783292" y="1491983"/>
                  </a:lnTo>
                  <a:lnTo>
                    <a:pt x="1783054" y="1491996"/>
                  </a:lnTo>
                  <a:lnTo>
                    <a:pt x="1782721" y="1491994"/>
                  </a:lnTo>
                  <a:lnTo>
                    <a:pt x="1782550" y="1492010"/>
                  </a:lnTo>
                  <a:lnTo>
                    <a:pt x="1782395" y="1492038"/>
                  </a:lnTo>
                  <a:lnTo>
                    <a:pt x="1782335" y="1492068"/>
                  </a:lnTo>
                  <a:lnTo>
                    <a:pt x="1782247" y="1492182"/>
                  </a:lnTo>
                  <a:lnTo>
                    <a:pt x="1782219" y="1492251"/>
                  </a:lnTo>
                  <a:lnTo>
                    <a:pt x="1782180" y="1492288"/>
                  </a:lnTo>
                  <a:lnTo>
                    <a:pt x="1782173" y="1492283"/>
                  </a:lnTo>
                  <a:lnTo>
                    <a:pt x="1782097" y="1492147"/>
                  </a:lnTo>
                  <a:lnTo>
                    <a:pt x="1782087" y="1492106"/>
                  </a:lnTo>
                  <a:lnTo>
                    <a:pt x="1782089" y="1492007"/>
                  </a:lnTo>
                  <a:lnTo>
                    <a:pt x="1782126" y="1491955"/>
                  </a:lnTo>
                  <a:lnTo>
                    <a:pt x="1782171" y="1491919"/>
                  </a:lnTo>
                  <a:lnTo>
                    <a:pt x="1782187" y="1491911"/>
                  </a:lnTo>
                  <a:lnTo>
                    <a:pt x="1782236" y="1491892"/>
                  </a:lnTo>
                  <a:lnTo>
                    <a:pt x="1782310" y="1491899"/>
                  </a:lnTo>
                  <a:lnTo>
                    <a:pt x="1782391" y="1491896"/>
                  </a:lnTo>
                  <a:lnTo>
                    <a:pt x="1782434" y="1491865"/>
                  </a:lnTo>
                  <a:lnTo>
                    <a:pt x="1782454" y="1491832"/>
                  </a:lnTo>
                  <a:lnTo>
                    <a:pt x="1782474" y="1491768"/>
                  </a:lnTo>
                  <a:lnTo>
                    <a:pt x="1782469" y="1491703"/>
                  </a:lnTo>
                  <a:lnTo>
                    <a:pt x="1782389" y="1491531"/>
                  </a:lnTo>
                  <a:lnTo>
                    <a:pt x="1782337" y="1491534"/>
                  </a:lnTo>
                  <a:lnTo>
                    <a:pt x="1782304" y="1491527"/>
                  </a:lnTo>
                  <a:lnTo>
                    <a:pt x="1782275" y="1491420"/>
                  </a:lnTo>
                  <a:lnTo>
                    <a:pt x="1782267" y="1491330"/>
                  </a:lnTo>
                  <a:lnTo>
                    <a:pt x="1782276" y="1491272"/>
                  </a:lnTo>
                  <a:lnTo>
                    <a:pt x="1782315" y="1491170"/>
                  </a:lnTo>
                  <a:lnTo>
                    <a:pt x="1782594" y="1490968"/>
                  </a:lnTo>
                  <a:lnTo>
                    <a:pt x="1782670" y="1490943"/>
                  </a:lnTo>
                  <a:lnTo>
                    <a:pt x="1782724" y="1490952"/>
                  </a:lnTo>
                  <a:lnTo>
                    <a:pt x="1782977" y="1490684"/>
                  </a:lnTo>
                  <a:lnTo>
                    <a:pt x="1782984" y="1490677"/>
                  </a:lnTo>
                  <a:lnTo>
                    <a:pt x="1783029" y="1490649"/>
                  </a:lnTo>
                  <a:lnTo>
                    <a:pt x="1783035" y="1490651"/>
                  </a:lnTo>
                  <a:lnTo>
                    <a:pt x="1783697" y="1490398"/>
                  </a:lnTo>
                  <a:lnTo>
                    <a:pt x="1783765" y="1490200"/>
                  </a:lnTo>
                  <a:lnTo>
                    <a:pt x="1783773" y="1490169"/>
                  </a:lnTo>
                  <a:lnTo>
                    <a:pt x="1783771" y="1490104"/>
                  </a:lnTo>
                  <a:lnTo>
                    <a:pt x="1783778" y="1490064"/>
                  </a:lnTo>
                  <a:lnTo>
                    <a:pt x="1783782" y="1490050"/>
                  </a:lnTo>
                  <a:lnTo>
                    <a:pt x="1783803" y="1490023"/>
                  </a:lnTo>
                  <a:lnTo>
                    <a:pt x="1783913" y="1489942"/>
                  </a:lnTo>
                  <a:lnTo>
                    <a:pt x="1784302" y="1489764"/>
                  </a:lnTo>
                  <a:lnTo>
                    <a:pt x="1784358" y="1489771"/>
                  </a:lnTo>
                  <a:lnTo>
                    <a:pt x="1784412" y="1489809"/>
                  </a:lnTo>
                  <a:lnTo>
                    <a:pt x="1784421" y="1489822"/>
                  </a:lnTo>
                  <a:lnTo>
                    <a:pt x="1784441" y="1489907"/>
                  </a:lnTo>
                  <a:lnTo>
                    <a:pt x="1784487" y="1489916"/>
                  </a:lnTo>
                  <a:lnTo>
                    <a:pt x="1784504" y="1489546"/>
                  </a:lnTo>
                  <a:lnTo>
                    <a:pt x="1784505" y="1489504"/>
                  </a:lnTo>
                  <a:lnTo>
                    <a:pt x="1784532" y="1488787"/>
                  </a:lnTo>
                  <a:lnTo>
                    <a:pt x="1784537" y="1488772"/>
                  </a:lnTo>
                  <a:lnTo>
                    <a:pt x="1784602" y="1488785"/>
                  </a:lnTo>
                  <a:lnTo>
                    <a:pt x="1784892" y="1488878"/>
                  </a:lnTo>
                  <a:lnTo>
                    <a:pt x="1784933" y="1488887"/>
                  </a:lnTo>
                  <a:lnTo>
                    <a:pt x="1784951" y="1488871"/>
                  </a:lnTo>
                  <a:lnTo>
                    <a:pt x="1784956" y="1488859"/>
                  </a:lnTo>
                  <a:lnTo>
                    <a:pt x="1784979" y="1488806"/>
                  </a:lnTo>
                  <a:lnTo>
                    <a:pt x="1785161" y="1488645"/>
                  </a:lnTo>
                  <a:lnTo>
                    <a:pt x="1785209" y="1488616"/>
                  </a:lnTo>
                  <a:lnTo>
                    <a:pt x="1785282" y="1488605"/>
                  </a:lnTo>
                  <a:lnTo>
                    <a:pt x="1785330" y="1488543"/>
                  </a:lnTo>
                  <a:lnTo>
                    <a:pt x="1785361" y="1488524"/>
                  </a:lnTo>
                  <a:lnTo>
                    <a:pt x="1785620" y="1488390"/>
                  </a:lnTo>
                  <a:lnTo>
                    <a:pt x="1785669" y="1488379"/>
                  </a:lnTo>
                  <a:lnTo>
                    <a:pt x="1785867" y="1488073"/>
                  </a:lnTo>
                  <a:lnTo>
                    <a:pt x="1785896" y="1487984"/>
                  </a:lnTo>
                  <a:lnTo>
                    <a:pt x="1785909" y="1487262"/>
                  </a:lnTo>
                  <a:lnTo>
                    <a:pt x="1785903" y="1487251"/>
                  </a:lnTo>
                  <a:lnTo>
                    <a:pt x="1785898" y="1486967"/>
                  </a:lnTo>
                  <a:lnTo>
                    <a:pt x="1785894" y="1486842"/>
                  </a:lnTo>
                  <a:lnTo>
                    <a:pt x="1785860" y="1486684"/>
                  </a:lnTo>
                  <a:lnTo>
                    <a:pt x="1785846" y="1486660"/>
                  </a:lnTo>
                  <a:lnTo>
                    <a:pt x="1785914" y="1486469"/>
                  </a:lnTo>
                  <a:lnTo>
                    <a:pt x="1785929" y="1486400"/>
                  </a:lnTo>
                  <a:lnTo>
                    <a:pt x="1785953" y="1486395"/>
                  </a:lnTo>
                  <a:lnTo>
                    <a:pt x="1786056" y="1486343"/>
                  </a:lnTo>
                  <a:lnTo>
                    <a:pt x="1786114" y="1486297"/>
                  </a:lnTo>
                  <a:lnTo>
                    <a:pt x="1786154" y="1486252"/>
                  </a:lnTo>
                  <a:lnTo>
                    <a:pt x="1786194" y="1486192"/>
                  </a:lnTo>
                  <a:lnTo>
                    <a:pt x="1786309" y="1485975"/>
                  </a:lnTo>
                  <a:lnTo>
                    <a:pt x="1786351" y="1485893"/>
                  </a:lnTo>
                  <a:lnTo>
                    <a:pt x="1786331" y="1485866"/>
                  </a:lnTo>
                  <a:lnTo>
                    <a:pt x="1786328" y="1485862"/>
                  </a:lnTo>
                  <a:lnTo>
                    <a:pt x="1786311" y="1485841"/>
                  </a:lnTo>
                  <a:lnTo>
                    <a:pt x="1786242" y="1485761"/>
                  </a:lnTo>
                  <a:lnTo>
                    <a:pt x="1786230" y="1485748"/>
                  </a:lnTo>
                  <a:lnTo>
                    <a:pt x="1786220" y="1485738"/>
                  </a:lnTo>
                  <a:lnTo>
                    <a:pt x="1786209" y="1485756"/>
                  </a:lnTo>
                  <a:lnTo>
                    <a:pt x="1786206" y="1485877"/>
                  </a:lnTo>
                  <a:lnTo>
                    <a:pt x="1786138" y="1486144"/>
                  </a:lnTo>
                  <a:lnTo>
                    <a:pt x="1786112" y="1486198"/>
                  </a:lnTo>
                  <a:lnTo>
                    <a:pt x="1786083" y="1486230"/>
                  </a:lnTo>
                  <a:lnTo>
                    <a:pt x="1786040" y="1486250"/>
                  </a:lnTo>
                  <a:lnTo>
                    <a:pt x="1785739" y="1486392"/>
                  </a:lnTo>
                  <a:lnTo>
                    <a:pt x="1785729" y="1486397"/>
                  </a:lnTo>
                  <a:lnTo>
                    <a:pt x="1785670" y="1486383"/>
                  </a:lnTo>
                  <a:lnTo>
                    <a:pt x="1785665" y="1486377"/>
                  </a:lnTo>
                  <a:lnTo>
                    <a:pt x="1785654" y="1486339"/>
                  </a:lnTo>
                  <a:lnTo>
                    <a:pt x="1785600" y="1486233"/>
                  </a:lnTo>
                  <a:lnTo>
                    <a:pt x="1785520" y="1486125"/>
                  </a:lnTo>
                  <a:lnTo>
                    <a:pt x="1785510" y="1486134"/>
                  </a:lnTo>
                  <a:lnTo>
                    <a:pt x="1785500" y="1486144"/>
                  </a:lnTo>
                  <a:lnTo>
                    <a:pt x="1785481" y="1486162"/>
                  </a:lnTo>
                  <a:lnTo>
                    <a:pt x="1785424" y="1486218"/>
                  </a:lnTo>
                  <a:lnTo>
                    <a:pt x="1785401" y="1486244"/>
                  </a:lnTo>
                  <a:lnTo>
                    <a:pt x="1785386" y="1486277"/>
                  </a:lnTo>
                  <a:lnTo>
                    <a:pt x="1785380" y="1486318"/>
                  </a:lnTo>
                  <a:lnTo>
                    <a:pt x="1785402" y="1486438"/>
                  </a:lnTo>
                  <a:lnTo>
                    <a:pt x="1785482" y="1486485"/>
                  </a:lnTo>
                  <a:lnTo>
                    <a:pt x="1785573" y="1486561"/>
                  </a:lnTo>
                  <a:lnTo>
                    <a:pt x="1785623" y="1486627"/>
                  </a:lnTo>
                  <a:lnTo>
                    <a:pt x="1785630" y="1486642"/>
                  </a:lnTo>
                  <a:lnTo>
                    <a:pt x="1785706" y="1486974"/>
                  </a:lnTo>
                  <a:lnTo>
                    <a:pt x="1785706" y="1487022"/>
                  </a:lnTo>
                  <a:lnTo>
                    <a:pt x="1785689" y="1487460"/>
                  </a:lnTo>
                  <a:lnTo>
                    <a:pt x="1785598" y="1487826"/>
                  </a:lnTo>
                  <a:lnTo>
                    <a:pt x="1785596" y="1487831"/>
                  </a:lnTo>
                  <a:lnTo>
                    <a:pt x="1785582" y="1487869"/>
                  </a:lnTo>
                  <a:lnTo>
                    <a:pt x="1785572" y="1487885"/>
                  </a:lnTo>
                  <a:lnTo>
                    <a:pt x="1785568" y="1487893"/>
                  </a:lnTo>
                  <a:lnTo>
                    <a:pt x="1785541" y="1487932"/>
                  </a:lnTo>
                  <a:lnTo>
                    <a:pt x="1785384" y="1488035"/>
                  </a:lnTo>
                  <a:lnTo>
                    <a:pt x="1785304" y="1488079"/>
                  </a:lnTo>
                  <a:lnTo>
                    <a:pt x="1785260" y="1488099"/>
                  </a:lnTo>
                  <a:lnTo>
                    <a:pt x="1784996" y="1488158"/>
                  </a:lnTo>
                  <a:lnTo>
                    <a:pt x="1784899" y="1488186"/>
                  </a:lnTo>
                  <a:lnTo>
                    <a:pt x="1784824" y="1488228"/>
                  </a:lnTo>
                  <a:lnTo>
                    <a:pt x="1784758" y="1488268"/>
                  </a:lnTo>
                  <a:lnTo>
                    <a:pt x="1784570" y="1488397"/>
                  </a:lnTo>
                  <a:lnTo>
                    <a:pt x="1784376" y="1488563"/>
                  </a:lnTo>
                  <a:lnTo>
                    <a:pt x="1784227" y="1489110"/>
                  </a:lnTo>
                  <a:lnTo>
                    <a:pt x="1784245" y="1489133"/>
                  </a:lnTo>
                  <a:lnTo>
                    <a:pt x="1784246" y="1489161"/>
                  </a:lnTo>
                  <a:lnTo>
                    <a:pt x="1784242" y="1489169"/>
                  </a:lnTo>
                  <a:lnTo>
                    <a:pt x="1784242" y="1489174"/>
                  </a:lnTo>
                  <a:lnTo>
                    <a:pt x="1784137" y="1489408"/>
                  </a:lnTo>
                  <a:lnTo>
                    <a:pt x="1783987" y="1489466"/>
                  </a:lnTo>
                  <a:lnTo>
                    <a:pt x="1783919" y="1489453"/>
                  </a:lnTo>
                  <a:lnTo>
                    <a:pt x="1783891" y="1489447"/>
                  </a:lnTo>
                  <a:lnTo>
                    <a:pt x="1783834" y="1489522"/>
                  </a:lnTo>
                  <a:lnTo>
                    <a:pt x="1783717" y="1489687"/>
                  </a:lnTo>
                  <a:lnTo>
                    <a:pt x="1783699" y="1489723"/>
                  </a:lnTo>
                  <a:lnTo>
                    <a:pt x="1783596" y="1489857"/>
                  </a:lnTo>
                  <a:lnTo>
                    <a:pt x="1783545" y="1489939"/>
                  </a:lnTo>
                  <a:lnTo>
                    <a:pt x="1783461" y="1490075"/>
                  </a:lnTo>
                  <a:lnTo>
                    <a:pt x="1783344" y="1490216"/>
                  </a:lnTo>
                  <a:lnTo>
                    <a:pt x="1783283" y="1490274"/>
                  </a:lnTo>
                  <a:lnTo>
                    <a:pt x="1783107" y="1490266"/>
                  </a:lnTo>
                  <a:lnTo>
                    <a:pt x="1783014" y="1490242"/>
                  </a:lnTo>
                  <a:lnTo>
                    <a:pt x="1782937" y="1490197"/>
                  </a:lnTo>
                  <a:lnTo>
                    <a:pt x="1782933" y="1490182"/>
                  </a:lnTo>
                  <a:lnTo>
                    <a:pt x="1782939" y="1490141"/>
                  </a:lnTo>
                  <a:lnTo>
                    <a:pt x="1782936" y="1490095"/>
                  </a:lnTo>
                  <a:lnTo>
                    <a:pt x="1782930" y="1490088"/>
                  </a:lnTo>
                  <a:lnTo>
                    <a:pt x="1782479" y="1489891"/>
                  </a:lnTo>
                  <a:lnTo>
                    <a:pt x="1782213" y="1489812"/>
                  </a:lnTo>
                  <a:lnTo>
                    <a:pt x="1781884" y="1489745"/>
                  </a:lnTo>
                  <a:lnTo>
                    <a:pt x="1781553" y="1489697"/>
                  </a:lnTo>
                  <a:lnTo>
                    <a:pt x="1781472" y="1489694"/>
                  </a:lnTo>
                  <a:lnTo>
                    <a:pt x="1781437" y="1489693"/>
                  </a:lnTo>
                  <a:lnTo>
                    <a:pt x="1781400" y="1489691"/>
                  </a:lnTo>
                  <a:lnTo>
                    <a:pt x="1781377" y="1489691"/>
                  </a:lnTo>
                  <a:lnTo>
                    <a:pt x="1781360" y="1489689"/>
                  </a:lnTo>
                  <a:lnTo>
                    <a:pt x="1781314" y="1489688"/>
                  </a:lnTo>
                  <a:lnTo>
                    <a:pt x="1781293" y="1489694"/>
                  </a:lnTo>
                  <a:lnTo>
                    <a:pt x="1781290" y="1489698"/>
                  </a:lnTo>
                  <a:lnTo>
                    <a:pt x="1781287" y="1489707"/>
                  </a:lnTo>
                  <a:lnTo>
                    <a:pt x="1781283" y="1489710"/>
                  </a:lnTo>
                  <a:lnTo>
                    <a:pt x="1781222" y="1489717"/>
                  </a:lnTo>
                  <a:lnTo>
                    <a:pt x="1781166" y="1489723"/>
                  </a:lnTo>
                  <a:lnTo>
                    <a:pt x="1781096" y="1489734"/>
                  </a:lnTo>
                  <a:lnTo>
                    <a:pt x="1781084" y="1489735"/>
                  </a:lnTo>
                  <a:lnTo>
                    <a:pt x="1781006" y="1489744"/>
                  </a:lnTo>
                  <a:lnTo>
                    <a:pt x="1780985" y="1489746"/>
                  </a:lnTo>
                  <a:lnTo>
                    <a:pt x="1780787" y="1489781"/>
                  </a:lnTo>
                  <a:lnTo>
                    <a:pt x="1780718" y="1489805"/>
                  </a:lnTo>
                  <a:lnTo>
                    <a:pt x="1780676" y="1489821"/>
                  </a:lnTo>
                  <a:lnTo>
                    <a:pt x="1780612" y="1489843"/>
                  </a:lnTo>
                  <a:lnTo>
                    <a:pt x="1780571" y="1489856"/>
                  </a:lnTo>
                  <a:lnTo>
                    <a:pt x="1780521" y="1489876"/>
                  </a:lnTo>
                  <a:lnTo>
                    <a:pt x="1780386" y="1489929"/>
                  </a:lnTo>
                  <a:lnTo>
                    <a:pt x="1780279" y="1489978"/>
                  </a:lnTo>
                  <a:lnTo>
                    <a:pt x="1779932" y="1490179"/>
                  </a:lnTo>
                  <a:lnTo>
                    <a:pt x="1779919" y="1490186"/>
                  </a:lnTo>
                  <a:lnTo>
                    <a:pt x="1779782" y="1490311"/>
                  </a:lnTo>
                  <a:lnTo>
                    <a:pt x="1779728" y="1490413"/>
                  </a:lnTo>
                  <a:lnTo>
                    <a:pt x="1779709" y="1490515"/>
                  </a:lnTo>
                  <a:lnTo>
                    <a:pt x="1779712" y="1490547"/>
                  </a:lnTo>
                  <a:lnTo>
                    <a:pt x="1779717" y="1490689"/>
                  </a:lnTo>
                  <a:lnTo>
                    <a:pt x="1779605" y="1490841"/>
                  </a:lnTo>
                  <a:lnTo>
                    <a:pt x="1779541" y="1490895"/>
                  </a:lnTo>
                  <a:lnTo>
                    <a:pt x="1779494" y="1490935"/>
                  </a:lnTo>
                  <a:lnTo>
                    <a:pt x="1779434" y="1490945"/>
                  </a:lnTo>
                  <a:lnTo>
                    <a:pt x="1779425" y="1490953"/>
                  </a:lnTo>
                  <a:lnTo>
                    <a:pt x="1779411" y="1490988"/>
                  </a:lnTo>
                  <a:lnTo>
                    <a:pt x="1779369" y="1491133"/>
                  </a:lnTo>
                  <a:lnTo>
                    <a:pt x="1779372" y="1491157"/>
                  </a:lnTo>
                  <a:lnTo>
                    <a:pt x="1779472" y="1491346"/>
                  </a:lnTo>
                  <a:lnTo>
                    <a:pt x="1779582" y="1491547"/>
                  </a:lnTo>
                  <a:lnTo>
                    <a:pt x="1779948" y="1491706"/>
                  </a:lnTo>
                  <a:lnTo>
                    <a:pt x="1779963" y="1491689"/>
                  </a:lnTo>
                  <a:lnTo>
                    <a:pt x="1780000" y="1491671"/>
                  </a:lnTo>
                  <a:lnTo>
                    <a:pt x="1780130" y="1491614"/>
                  </a:lnTo>
                  <a:lnTo>
                    <a:pt x="1780147" y="1491614"/>
                  </a:lnTo>
                  <a:lnTo>
                    <a:pt x="1780178" y="1491627"/>
                  </a:lnTo>
                  <a:lnTo>
                    <a:pt x="1780325" y="1491802"/>
                  </a:lnTo>
                  <a:lnTo>
                    <a:pt x="1780355" y="1491839"/>
                  </a:lnTo>
                  <a:lnTo>
                    <a:pt x="1780376" y="1491896"/>
                  </a:lnTo>
                  <a:lnTo>
                    <a:pt x="1780426" y="1492109"/>
                  </a:lnTo>
                  <a:lnTo>
                    <a:pt x="1780428" y="1492157"/>
                  </a:lnTo>
                  <a:lnTo>
                    <a:pt x="1780207" y="1492374"/>
                  </a:lnTo>
                  <a:lnTo>
                    <a:pt x="1779994" y="1492425"/>
                  </a:lnTo>
                  <a:lnTo>
                    <a:pt x="1779687" y="1492376"/>
                  </a:lnTo>
                  <a:lnTo>
                    <a:pt x="1779666" y="1492350"/>
                  </a:lnTo>
                  <a:lnTo>
                    <a:pt x="1779705" y="1492297"/>
                  </a:lnTo>
                  <a:lnTo>
                    <a:pt x="1779763" y="1492281"/>
                  </a:lnTo>
                  <a:lnTo>
                    <a:pt x="1779784" y="1492266"/>
                  </a:lnTo>
                  <a:lnTo>
                    <a:pt x="1779856" y="1492201"/>
                  </a:lnTo>
                  <a:lnTo>
                    <a:pt x="1779807" y="1492106"/>
                  </a:lnTo>
                  <a:lnTo>
                    <a:pt x="1779691" y="1492006"/>
                  </a:lnTo>
                  <a:lnTo>
                    <a:pt x="1779652" y="1491981"/>
                  </a:lnTo>
                  <a:lnTo>
                    <a:pt x="1779574" y="1491950"/>
                  </a:lnTo>
                  <a:lnTo>
                    <a:pt x="1779462" y="1491934"/>
                  </a:lnTo>
                  <a:lnTo>
                    <a:pt x="1779337" y="1491946"/>
                  </a:lnTo>
                  <a:lnTo>
                    <a:pt x="1779182" y="1491848"/>
                  </a:lnTo>
                  <a:lnTo>
                    <a:pt x="1779041" y="1491712"/>
                  </a:lnTo>
                  <a:lnTo>
                    <a:pt x="1779010" y="1491677"/>
                  </a:lnTo>
                  <a:lnTo>
                    <a:pt x="1778950" y="1491581"/>
                  </a:lnTo>
                  <a:lnTo>
                    <a:pt x="1778919" y="1491527"/>
                  </a:lnTo>
                  <a:lnTo>
                    <a:pt x="1778914" y="1491516"/>
                  </a:lnTo>
                  <a:lnTo>
                    <a:pt x="1778882" y="1491269"/>
                  </a:lnTo>
                  <a:lnTo>
                    <a:pt x="1778873" y="1491156"/>
                  </a:lnTo>
                  <a:lnTo>
                    <a:pt x="1778901" y="1491123"/>
                  </a:lnTo>
                  <a:lnTo>
                    <a:pt x="1778961" y="1491093"/>
                  </a:lnTo>
                  <a:lnTo>
                    <a:pt x="1778992" y="1491097"/>
                  </a:lnTo>
                  <a:lnTo>
                    <a:pt x="1779049" y="1491131"/>
                  </a:lnTo>
                  <a:lnTo>
                    <a:pt x="1779082" y="1491133"/>
                  </a:lnTo>
                  <a:lnTo>
                    <a:pt x="1779103" y="1491126"/>
                  </a:lnTo>
                  <a:lnTo>
                    <a:pt x="1779113" y="1491121"/>
                  </a:lnTo>
                  <a:lnTo>
                    <a:pt x="1779224" y="1491010"/>
                  </a:lnTo>
                  <a:lnTo>
                    <a:pt x="1779222" y="1490987"/>
                  </a:lnTo>
                  <a:lnTo>
                    <a:pt x="1779192" y="1490945"/>
                  </a:lnTo>
                  <a:lnTo>
                    <a:pt x="1778891" y="1490796"/>
                  </a:lnTo>
                  <a:lnTo>
                    <a:pt x="1778682" y="1490729"/>
                  </a:lnTo>
                  <a:lnTo>
                    <a:pt x="1778483" y="1490718"/>
                  </a:lnTo>
                  <a:lnTo>
                    <a:pt x="1778344" y="1490725"/>
                  </a:lnTo>
                  <a:lnTo>
                    <a:pt x="1778126" y="1490764"/>
                  </a:lnTo>
                  <a:lnTo>
                    <a:pt x="1777783" y="1490827"/>
                  </a:lnTo>
                  <a:lnTo>
                    <a:pt x="1777603" y="1490872"/>
                  </a:lnTo>
                  <a:lnTo>
                    <a:pt x="1777346" y="1490952"/>
                  </a:lnTo>
                  <a:lnTo>
                    <a:pt x="1777290" y="1490980"/>
                  </a:lnTo>
                  <a:lnTo>
                    <a:pt x="1776977" y="1491187"/>
                  </a:lnTo>
                  <a:lnTo>
                    <a:pt x="1776692" y="1491394"/>
                  </a:lnTo>
                  <a:lnTo>
                    <a:pt x="1776622" y="1491420"/>
                  </a:lnTo>
                  <a:lnTo>
                    <a:pt x="1776489" y="1491447"/>
                  </a:lnTo>
                  <a:lnTo>
                    <a:pt x="1776408" y="1491435"/>
                  </a:lnTo>
                  <a:lnTo>
                    <a:pt x="1776288" y="1491422"/>
                  </a:lnTo>
                  <a:lnTo>
                    <a:pt x="1776036" y="1491421"/>
                  </a:lnTo>
                  <a:lnTo>
                    <a:pt x="1775973" y="1491424"/>
                  </a:lnTo>
                  <a:lnTo>
                    <a:pt x="1775830" y="1491432"/>
                  </a:lnTo>
                  <a:lnTo>
                    <a:pt x="1775650" y="1491463"/>
                  </a:lnTo>
                  <a:lnTo>
                    <a:pt x="1775364" y="1491557"/>
                  </a:lnTo>
                  <a:lnTo>
                    <a:pt x="1774971" y="1491734"/>
                  </a:lnTo>
                  <a:lnTo>
                    <a:pt x="1774698" y="1491871"/>
                  </a:lnTo>
                  <a:lnTo>
                    <a:pt x="1774634" y="1491874"/>
                  </a:lnTo>
                  <a:lnTo>
                    <a:pt x="1774609" y="1491863"/>
                  </a:lnTo>
                  <a:lnTo>
                    <a:pt x="1774637" y="1491817"/>
                  </a:lnTo>
                  <a:lnTo>
                    <a:pt x="1774568" y="1491621"/>
                  </a:lnTo>
                  <a:lnTo>
                    <a:pt x="1774505" y="1491526"/>
                  </a:lnTo>
                  <a:lnTo>
                    <a:pt x="1774467" y="1491471"/>
                  </a:lnTo>
                  <a:lnTo>
                    <a:pt x="1774462" y="1491473"/>
                  </a:lnTo>
                  <a:lnTo>
                    <a:pt x="1774440" y="1491480"/>
                  </a:lnTo>
                  <a:lnTo>
                    <a:pt x="1774407" y="1491491"/>
                  </a:lnTo>
                  <a:lnTo>
                    <a:pt x="1774443" y="1491594"/>
                  </a:lnTo>
                  <a:lnTo>
                    <a:pt x="1774444" y="1491656"/>
                  </a:lnTo>
                  <a:lnTo>
                    <a:pt x="1774460" y="1491706"/>
                  </a:lnTo>
                  <a:lnTo>
                    <a:pt x="1774483" y="1491732"/>
                  </a:lnTo>
                  <a:lnTo>
                    <a:pt x="1774489" y="1491742"/>
                  </a:lnTo>
                  <a:lnTo>
                    <a:pt x="1774483" y="1491762"/>
                  </a:lnTo>
                  <a:lnTo>
                    <a:pt x="1774450" y="1491787"/>
                  </a:lnTo>
                  <a:lnTo>
                    <a:pt x="1774417" y="1491774"/>
                  </a:lnTo>
                  <a:lnTo>
                    <a:pt x="1774330" y="1491858"/>
                  </a:lnTo>
                  <a:lnTo>
                    <a:pt x="1774297" y="1491900"/>
                  </a:lnTo>
                  <a:lnTo>
                    <a:pt x="1774265" y="1491991"/>
                  </a:lnTo>
                  <a:lnTo>
                    <a:pt x="1774240" y="1492053"/>
                  </a:lnTo>
                  <a:lnTo>
                    <a:pt x="1774232" y="1492086"/>
                  </a:lnTo>
                  <a:lnTo>
                    <a:pt x="1774157" y="1492446"/>
                  </a:lnTo>
                  <a:lnTo>
                    <a:pt x="1774154" y="1492490"/>
                  </a:lnTo>
                  <a:lnTo>
                    <a:pt x="1774165" y="1492570"/>
                  </a:lnTo>
                  <a:lnTo>
                    <a:pt x="1774200" y="1492921"/>
                  </a:lnTo>
                  <a:lnTo>
                    <a:pt x="1774168" y="1493177"/>
                  </a:lnTo>
                  <a:lnTo>
                    <a:pt x="1774196" y="1493436"/>
                  </a:lnTo>
                  <a:lnTo>
                    <a:pt x="1774238" y="1493598"/>
                  </a:lnTo>
                  <a:lnTo>
                    <a:pt x="1774274" y="1493664"/>
                  </a:lnTo>
                  <a:lnTo>
                    <a:pt x="1774272" y="1493678"/>
                  </a:lnTo>
                  <a:lnTo>
                    <a:pt x="1774258" y="1493693"/>
                  </a:lnTo>
                  <a:lnTo>
                    <a:pt x="1773977" y="1493793"/>
                  </a:lnTo>
                  <a:lnTo>
                    <a:pt x="1773933" y="1493800"/>
                  </a:lnTo>
                  <a:lnTo>
                    <a:pt x="1773514" y="1493867"/>
                  </a:lnTo>
                  <a:lnTo>
                    <a:pt x="1773366" y="1494002"/>
                  </a:lnTo>
                  <a:lnTo>
                    <a:pt x="1773190" y="1494187"/>
                  </a:lnTo>
                  <a:lnTo>
                    <a:pt x="1773094" y="1494332"/>
                  </a:lnTo>
                  <a:lnTo>
                    <a:pt x="1773028" y="1494545"/>
                  </a:lnTo>
                  <a:lnTo>
                    <a:pt x="1773008" y="1494643"/>
                  </a:lnTo>
                  <a:lnTo>
                    <a:pt x="1772985" y="1494798"/>
                  </a:lnTo>
                  <a:lnTo>
                    <a:pt x="1772990" y="1494830"/>
                  </a:lnTo>
                  <a:lnTo>
                    <a:pt x="1773089" y="1494915"/>
                  </a:lnTo>
                  <a:lnTo>
                    <a:pt x="1773293" y="1494994"/>
                  </a:lnTo>
                  <a:lnTo>
                    <a:pt x="1773489" y="1495035"/>
                  </a:lnTo>
                  <a:lnTo>
                    <a:pt x="1773520" y="1495050"/>
                  </a:lnTo>
                  <a:lnTo>
                    <a:pt x="1773590" y="1495111"/>
                  </a:lnTo>
                  <a:lnTo>
                    <a:pt x="1773603" y="1495135"/>
                  </a:lnTo>
                  <a:lnTo>
                    <a:pt x="1773722" y="1495411"/>
                  </a:lnTo>
                  <a:lnTo>
                    <a:pt x="1773657" y="1495497"/>
                  </a:lnTo>
                  <a:lnTo>
                    <a:pt x="1773598" y="1495557"/>
                  </a:lnTo>
                  <a:lnTo>
                    <a:pt x="1773555" y="1495620"/>
                  </a:lnTo>
                  <a:lnTo>
                    <a:pt x="1773515" y="1495736"/>
                  </a:lnTo>
                  <a:lnTo>
                    <a:pt x="1773514" y="1495843"/>
                  </a:lnTo>
                  <a:lnTo>
                    <a:pt x="1773508" y="1495867"/>
                  </a:lnTo>
                  <a:lnTo>
                    <a:pt x="1773488" y="1495902"/>
                  </a:lnTo>
                  <a:lnTo>
                    <a:pt x="1773467" y="1495909"/>
                  </a:lnTo>
                  <a:lnTo>
                    <a:pt x="1773311" y="1495938"/>
                  </a:lnTo>
                  <a:lnTo>
                    <a:pt x="1773276" y="1495938"/>
                  </a:lnTo>
                  <a:lnTo>
                    <a:pt x="1773209" y="1495931"/>
                  </a:lnTo>
                  <a:lnTo>
                    <a:pt x="1773201" y="1495931"/>
                  </a:lnTo>
                  <a:lnTo>
                    <a:pt x="1773183" y="1495929"/>
                  </a:lnTo>
                  <a:lnTo>
                    <a:pt x="1772940" y="1495940"/>
                  </a:lnTo>
                  <a:lnTo>
                    <a:pt x="1772534" y="1495934"/>
                  </a:lnTo>
                  <a:lnTo>
                    <a:pt x="1772501" y="1495943"/>
                  </a:lnTo>
                  <a:lnTo>
                    <a:pt x="1772392" y="1496019"/>
                  </a:lnTo>
                  <a:lnTo>
                    <a:pt x="1772202" y="1496176"/>
                  </a:lnTo>
                  <a:lnTo>
                    <a:pt x="1771797" y="1496521"/>
                  </a:lnTo>
                  <a:lnTo>
                    <a:pt x="1771751" y="1496577"/>
                  </a:lnTo>
                  <a:lnTo>
                    <a:pt x="1771711" y="1496653"/>
                  </a:lnTo>
                  <a:lnTo>
                    <a:pt x="1771411" y="1496791"/>
                  </a:lnTo>
                  <a:lnTo>
                    <a:pt x="1771352" y="1496795"/>
                  </a:lnTo>
                  <a:lnTo>
                    <a:pt x="1771293" y="1496794"/>
                  </a:lnTo>
                  <a:lnTo>
                    <a:pt x="1771255" y="1496757"/>
                  </a:lnTo>
                  <a:lnTo>
                    <a:pt x="1771265" y="1496714"/>
                  </a:lnTo>
                  <a:lnTo>
                    <a:pt x="1771300" y="1496660"/>
                  </a:lnTo>
                  <a:lnTo>
                    <a:pt x="1771302" y="1496637"/>
                  </a:lnTo>
                  <a:lnTo>
                    <a:pt x="1771288" y="1496522"/>
                  </a:lnTo>
                  <a:lnTo>
                    <a:pt x="1771264" y="1496477"/>
                  </a:lnTo>
                  <a:lnTo>
                    <a:pt x="1771203" y="1496431"/>
                  </a:lnTo>
                  <a:lnTo>
                    <a:pt x="1770939" y="1496309"/>
                  </a:lnTo>
                  <a:lnTo>
                    <a:pt x="1770913" y="1496297"/>
                  </a:lnTo>
                  <a:lnTo>
                    <a:pt x="1770826" y="1496319"/>
                  </a:lnTo>
                  <a:lnTo>
                    <a:pt x="1770746" y="1496360"/>
                  </a:lnTo>
                  <a:lnTo>
                    <a:pt x="1770690" y="1496372"/>
                  </a:lnTo>
                  <a:lnTo>
                    <a:pt x="1770565" y="1496372"/>
                  </a:lnTo>
                  <a:lnTo>
                    <a:pt x="1770522" y="1496360"/>
                  </a:lnTo>
                  <a:lnTo>
                    <a:pt x="1770237" y="1495867"/>
                  </a:lnTo>
                  <a:lnTo>
                    <a:pt x="1770227" y="1495844"/>
                  </a:lnTo>
                  <a:lnTo>
                    <a:pt x="1770200" y="1495639"/>
                  </a:lnTo>
                  <a:lnTo>
                    <a:pt x="1770207" y="1495269"/>
                  </a:lnTo>
                  <a:lnTo>
                    <a:pt x="1770210" y="1495241"/>
                  </a:lnTo>
                  <a:lnTo>
                    <a:pt x="1770286" y="1494957"/>
                  </a:lnTo>
                  <a:lnTo>
                    <a:pt x="1770360" y="1494741"/>
                  </a:lnTo>
                  <a:lnTo>
                    <a:pt x="1770333" y="1494449"/>
                  </a:lnTo>
                  <a:lnTo>
                    <a:pt x="1770314" y="1494384"/>
                  </a:lnTo>
                  <a:lnTo>
                    <a:pt x="1770300" y="1494338"/>
                  </a:lnTo>
                  <a:lnTo>
                    <a:pt x="1770279" y="1494268"/>
                  </a:lnTo>
                  <a:lnTo>
                    <a:pt x="1770193" y="1494209"/>
                  </a:lnTo>
                  <a:lnTo>
                    <a:pt x="1769667" y="1493822"/>
                  </a:lnTo>
                  <a:lnTo>
                    <a:pt x="1769628" y="1493760"/>
                  </a:lnTo>
                  <a:lnTo>
                    <a:pt x="1769615" y="1493729"/>
                  </a:lnTo>
                  <a:lnTo>
                    <a:pt x="1769552" y="1493705"/>
                  </a:lnTo>
                  <a:lnTo>
                    <a:pt x="1769503" y="1493697"/>
                  </a:lnTo>
                  <a:lnTo>
                    <a:pt x="1769460" y="1493690"/>
                  </a:lnTo>
                  <a:lnTo>
                    <a:pt x="1769147" y="1493661"/>
                  </a:lnTo>
                  <a:lnTo>
                    <a:pt x="1769046" y="1493690"/>
                  </a:lnTo>
                  <a:lnTo>
                    <a:pt x="1769020" y="1493736"/>
                  </a:lnTo>
                  <a:lnTo>
                    <a:pt x="1768939" y="1493777"/>
                  </a:lnTo>
                  <a:lnTo>
                    <a:pt x="1768821" y="1493796"/>
                  </a:lnTo>
                  <a:lnTo>
                    <a:pt x="1768327" y="1493835"/>
                  </a:lnTo>
                  <a:lnTo>
                    <a:pt x="1768236" y="1493842"/>
                  </a:lnTo>
                  <a:lnTo>
                    <a:pt x="1768018" y="1493699"/>
                  </a:lnTo>
                  <a:lnTo>
                    <a:pt x="1767736" y="1493493"/>
                  </a:lnTo>
                  <a:lnTo>
                    <a:pt x="1767581" y="1493220"/>
                  </a:lnTo>
                  <a:lnTo>
                    <a:pt x="1767571" y="1493186"/>
                  </a:lnTo>
                  <a:lnTo>
                    <a:pt x="1767487" y="1493123"/>
                  </a:lnTo>
                  <a:lnTo>
                    <a:pt x="1767482" y="1493124"/>
                  </a:lnTo>
                  <a:lnTo>
                    <a:pt x="1767462" y="1493123"/>
                  </a:lnTo>
                  <a:lnTo>
                    <a:pt x="1767255" y="1492949"/>
                  </a:lnTo>
                  <a:lnTo>
                    <a:pt x="1767250" y="1492946"/>
                  </a:lnTo>
                  <a:lnTo>
                    <a:pt x="1767246" y="1492945"/>
                  </a:lnTo>
                  <a:lnTo>
                    <a:pt x="1767241" y="1492945"/>
                  </a:lnTo>
                  <a:lnTo>
                    <a:pt x="1767236" y="1492946"/>
                  </a:lnTo>
                  <a:lnTo>
                    <a:pt x="1767231" y="1492949"/>
                  </a:lnTo>
                  <a:lnTo>
                    <a:pt x="1767227" y="1492953"/>
                  </a:lnTo>
                  <a:lnTo>
                    <a:pt x="1767224" y="1492958"/>
                  </a:lnTo>
                  <a:lnTo>
                    <a:pt x="1767223" y="1492963"/>
                  </a:lnTo>
                  <a:lnTo>
                    <a:pt x="1767218" y="1493010"/>
                  </a:lnTo>
                  <a:lnTo>
                    <a:pt x="1767215" y="1493037"/>
                  </a:lnTo>
                  <a:lnTo>
                    <a:pt x="1767181" y="1493212"/>
                  </a:lnTo>
                  <a:lnTo>
                    <a:pt x="1767155" y="1493258"/>
                  </a:lnTo>
                  <a:lnTo>
                    <a:pt x="1767123" y="1493301"/>
                  </a:lnTo>
                  <a:lnTo>
                    <a:pt x="1767049" y="1493324"/>
                  </a:lnTo>
                  <a:lnTo>
                    <a:pt x="1766822" y="1493346"/>
                  </a:lnTo>
                  <a:lnTo>
                    <a:pt x="1766765" y="1493350"/>
                  </a:lnTo>
                  <a:lnTo>
                    <a:pt x="1766723" y="1493363"/>
                  </a:lnTo>
                  <a:lnTo>
                    <a:pt x="1766680" y="1493377"/>
                  </a:lnTo>
                  <a:lnTo>
                    <a:pt x="1766956" y="1493685"/>
                  </a:lnTo>
                  <a:lnTo>
                    <a:pt x="1767177" y="1493877"/>
                  </a:lnTo>
                  <a:lnTo>
                    <a:pt x="1767406" y="1494055"/>
                  </a:lnTo>
                  <a:lnTo>
                    <a:pt x="1767431" y="1494076"/>
                  </a:lnTo>
                  <a:lnTo>
                    <a:pt x="1767434" y="1494088"/>
                  </a:lnTo>
                  <a:lnTo>
                    <a:pt x="1767445" y="1494172"/>
                  </a:lnTo>
                  <a:lnTo>
                    <a:pt x="1767417" y="1494401"/>
                  </a:lnTo>
                  <a:lnTo>
                    <a:pt x="1767363" y="1494520"/>
                  </a:lnTo>
                  <a:lnTo>
                    <a:pt x="1767318" y="1494562"/>
                  </a:lnTo>
                  <a:lnTo>
                    <a:pt x="1767253" y="1494598"/>
                  </a:lnTo>
                  <a:lnTo>
                    <a:pt x="1767247" y="1494617"/>
                  </a:lnTo>
                  <a:lnTo>
                    <a:pt x="1767140" y="1494802"/>
                  </a:lnTo>
                  <a:lnTo>
                    <a:pt x="1767128" y="1494838"/>
                  </a:lnTo>
                  <a:lnTo>
                    <a:pt x="1767133" y="1494864"/>
                  </a:lnTo>
                  <a:lnTo>
                    <a:pt x="1767139" y="1494864"/>
                  </a:lnTo>
                  <a:lnTo>
                    <a:pt x="1767145" y="1494863"/>
                  </a:lnTo>
                  <a:lnTo>
                    <a:pt x="1767151" y="1494860"/>
                  </a:lnTo>
                  <a:lnTo>
                    <a:pt x="1767464" y="1494815"/>
                  </a:lnTo>
                  <a:lnTo>
                    <a:pt x="1767544" y="1494849"/>
                  </a:lnTo>
                  <a:lnTo>
                    <a:pt x="1767554" y="1494857"/>
                  </a:lnTo>
                  <a:lnTo>
                    <a:pt x="1767614" y="1494924"/>
                  </a:lnTo>
                  <a:lnTo>
                    <a:pt x="1767749" y="1495073"/>
                  </a:lnTo>
                  <a:lnTo>
                    <a:pt x="1767847" y="1495241"/>
                  </a:lnTo>
                  <a:lnTo>
                    <a:pt x="1767858" y="1495261"/>
                  </a:lnTo>
                  <a:lnTo>
                    <a:pt x="1768159" y="1495321"/>
                  </a:lnTo>
                  <a:lnTo>
                    <a:pt x="1768377" y="1495275"/>
                  </a:lnTo>
                  <a:lnTo>
                    <a:pt x="1768568" y="1495139"/>
                  </a:lnTo>
                  <a:lnTo>
                    <a:pt x="1768706" y="1495035"/>
                  </a:lnTo>
                  <a:lnTo>
                    <a:pt x="1768779" y="1495004"/>
                  </a:lnTo>
                  <a:lnTo>
                    <a:pt x="1768829" y="1495025"/>
                  </a:lnTo>
                  <a:lnTo>
                    <a:pt x="1768886" y="1495060"/>
                  </a:lnTo>
                  <a:lnTo>
                    <a:pt x="1768933" y="1495099"/>
                  </a:lnTo>
                  <a:lnTo>
                    <a:pt x="1768987" y="1495188"/>
                  </a:lnTo>
                  <a:lnTo>
                    <a:pt x="1768984" y="1495246"/>
                  </a:lnTo>
                  <a:lnTo>
                    <a:pt x="1768992" y="1495280"/>
                  </a:lnTo>
                  <a:lnTo>
                    <a:pt x="1769175" y="1495478"/>
                  </a:lnTo>
                  <a:lnTo>
                    <a:pt x="1769339" y="1495562"/>
                  </a:lnTo>
                  <a:lnTo>
                    <a:pt x="1769437" y="1495573"/>
                  </a:lnTo>
                  <a:lnTo>
                    <a:pt x="1769488" y="1495592"/>
                  </a:lnTo>
                  <a:lnTo>
                    <a:pt x="1769527" y="1495622"/>
                  </a:lnTo>
                  <a:lnTo>
                    <a:pt x="1769818" y="1495841"/>
                  </a:lnTo>
                  <a:lnTo>
                    <a:pt x="1770200" y="1496087"/>
                  </a:lnTo>
                  <a:lnTo>
                    <a:pt x="1770245" y="1496121"/>
                  </a:lnTo>
                  <a:lnTo>
                    <a:pt x="1770245" y="1496143"/>
                  </a:lnTo>
                  <a:lnTo>
                    <a:pt x="1770238" y="1496276"/>
                  </a:lnTo>
                  <a:lnTo>
                    <a:pt x="1770243" y="1496296"/>
                  </a:lnTo>
                  <a:lnTo>
                    <a:pt x="1770267" y="1496348"/>
                  </a:lnTo>
                  <a:lnTo>
                    <a:pt x="1770303" y="1496393"/>
                  </a:lnTo>
                  <a:lnTo>
                    <a:pt x="1770366" y="1496455"/>
                  </a:lnTo>
                  <a:lnTo>
                    <a:pt x="1770612" y="1496537"/>
                  </a:lnTo>
                  <a:lnTo>
                    <a:pt x="1770749" y="1496522"/>
                  </a:lnTo>
                  <a:lnTo>
                    <a:pt x="1770865" y="1496557"/>
                  </a:lnTo>
                  <a:lnTo>
                    <a:pt x="1770848" y="1496839"/>
                  </a:lnTo>
                  <a:lnTo>
                    <a:pt x="1770847" y="1496852"/>
                  </a:lnTo>
                  <a:lnTo>
                    <a:pt x="1770925" y="1497036"/>
                  </a:lnTo>
                  <a:lnTo>
                    <a:pt x="1770996" y="1497237"/>
                  </a:lnTo>
                  <a:lnTo>
                    <a:pt x="1770994" y="1497255"/>
                  </a:lnTo>
                  <a:lnTo>
                    <a:pt x="1770762" y="1497413"/>
                  </a:lnTo>
                  <a:lnTo>
                    <a:pt x="1770410" y="1497671"/>
                  </a:lnTo>
                  <a:lnTo>
                    <a:pt x="1769737" y="1498273"/>
                  </a:lnTo>
                  <a:lnTo>
                    <a:pt x="1769564" y="1498488"/>
                  </a:lnTo>
                  <a:lnTo>
                    <a:pt x="1769184" y="1498959"/>
                  </a:lnTo>
                  <a:lnTo>
                    <a:pt x="1769068" y="1499155"/>
                  </a:lnTo>
                  <a:lnTo>
                    <a:pt x="1768964" y="1499359"/>
                  </a:lnTo>
                  <a:lnTo>
                    <a:pt x="1768829" y="1499644"/>
                  </a:lnTo>
                  <a:lnTo>
                    <a:pt x="1768694" y="1499896"/>
                  </a:lnTo>
                  <a:lnTo>
                    <a:pt x="1768613" y="1500018"/>
                  </a:lnTo>
                  <a:lnTo>
                    <a:pt x="1768472" y="1500276"/>
                  </a:lnTo>
                  <a:lnTo>
                    <a:pt x="1768298" y="1500612"/>
                  </a:lnTo>
                  <a:lnTo>
                    <a:pt x="1768253" y="1500732"/>
                  </a:lnTo>
                  <a:lnTo>
                    <a:pt x="1768168" y="1501012"/>
                  </a:lnTo>
                  <a:lnTo>
                    <a:pt x="1768122" y="1501246"/>
                  </a:lnTo>
                  <a:lnTo>
                    <a:pt x="1768072" y="1501541"/>
                  </a:lnTo>
                  <a:lnTo>
                    <a:pt x="1768058" y="1501765"/>
                  </a:lnTo>
                  <a:lnTo>
                    <a:pt x="1768085" y="1502143"/>
                  </a:lnTo>
                  <a:lnTo>
                    <a:pt x="1768102" y="1502192"/>
                  </a:lnTo>
                  <a:lnTo>
                    <a:pt x="1768150" y="1502272"/>
                  </a:lnTo>
                  <a:lnTo>
                    <a:pt x="1768172" y="1502273"/>
                  </a:lnTo>
                  <a:lnTo>
                    <a:pt x="1768574" y="1502430"/>
                  </a:lnTo>
                  <a:lnTo>
                    <a:pt x="1768651" y="1502563"/>
                  </a:lnTo>
                  <a:lnTo>
                    <a:pt x="1768714" y="1502646"/>
                  </a:lnTo>
                  <a:lnTo>
                    <a:pt x="1768794" y="1502739"/>
                  </a:lnTo>
                  <a:lnTo>
                    <a:pt x="1768818" y="1502794"/>
                  </a:lnTo>
                  <a:lnTo>
                    <a:pt x="1768823" y="1502826"/>
                  </a:lnTo>
                  <a:lnTo>
                    <a:pt x="1768819" y="1502935"/>
                  </a:lnTo>
                  <a:lnTo>
                    <a:pt x="1768642" y="1503195"/>
                  </a:lnTo>
                  <a:lnTo>
                    <a:pt x="1768393" y="1503380"/>
                  </a:lnTo>
                  <a:lnTo>
                    <a:pt x="1768376" y="1503390"/>
                  </a:lnTo>
                  <a:lnTo>
                    <a:pt x="1768252" y="1503418"/>
                  </a:lnTo>
                  <a:lnTo>
                    <a:pt x="1768053" y="1503333"/>
                  </a:lnTo>
                  <a:lnTo>
                    <a:pt x="1767800" y="1503256"/>
                  </a:lnTo>
                  <a:lnTo>
                    <a:pt x="1767740" y="1503269"/>
                  </a:lnTo>
                  <a:lnTo>
                    <a:pt x="1767548" y="1503398"/>
                  </a:lnTo>
                  <a:lnTo>
                    <a:pt x="1767544" y="1503408"/>
                  </a:lnTo>
                  <a:lnTo>
                    <a:pt x="1767502" y="1503543"/>
                  </a:lnTo>
                  <a:lnTo>
                    <a:pt x="1767484" y="1503622"/>
                  </a:lnTo>
                  <a:lnTo>
                    <a:pt x="1767490" y="1503656"/>
                  </a:lnTo>
                  <a:lnTo>
                    <a:pt x="1767483" y="1503682"/>
                  </a:lnTo>
                  <a:lnTo>
                    <a:pt x="1767375" y="1503776"/>
                  </a:lnTo>
                  <a:lnTo>
                    <a:pt x="1767363" y="1503771"/>
                  </a:lnTo>
                  <a:lnTo>
                    <a:pt x="1767305" y="1503736"/>
                  </a:lnTo>
                  <a:lnTo>
                    <a:pt x="1767254" y="1503657"/>
                  </a:lnTo>
                  <a:lnTo>
                    <a:pt x="1767256" y="1503320"/>
                  </a:lnTo>
                  <a:lnTo>
                    <a:pt x="1767276" y="1503244"/>
                  </a:lnTo>
                  <a:lnTo>
                    <a:pt x="1767300" y="1503221"/>
                  </a:lnTo>
                  <a:lnTo>
                    <a:pt x="1767331" y="1503215"/>
                  </a:lnTo>
                  <a:lnTo>
                    <a:pt x="1767416" y="1503228"/>
                  </a:lnTo>
                  <a:lnTo>
                    <a:pt x="1767449" y="1503217"/>
                  </a:lnTo>
                  <a:lnTo>
                    <a:pt x="1767602" y="1503089"/>
                  </a:lnTo>
                  <a:lnTo>
                    <a:pt x="1767630" y="1503035"/>
                  </a:lnTo>
                  <a:lnTo>
                    <a:pt x="1767643" y="1502957"/>
                  </a:lnTo>
                  <a:lnTo>
                    <a:pt x="1767639" y="1502903"/>
                  </a:lnTo>
                  <a:lnTo>
                    <a:pt x="1767637" y="1502897"/>
                  </a:lnTo>
                  <a:lnTo>
                    <a:pt x="1767636" y="1502891"/>
                  </a:lnTo>
                  <a:lnTo>
                    <a:pt x="1767602" y="1502759"/>
                  </a:lnTo>
                  <a:lnTo>
                    <a:pt x="1767509" y="1502616"/>
                  </a:lnTo>
                  <a:lnTo>
                    <a:pt x="1767463" y="1502571"/>
                  </a:lnTo>
                  <a:lnTo>
                    <a:pt x="1767449" y="1502541"/>
                  </a:lnTo>
                  <a:lnTo>
                    <a:pt x="1767514" y="1502454"/>
                  </a:lnTo>
                  <a:lnTo>
                    <a:pt x="1767529" y="1502446"/>
                  </a:lnTo>
                  <a:lnTo>
                    <a:pt x="1767602" y="1502342"/>
                  </a:lnTo>
                  <a:lnTo>
                    <a:pt x="1767734" y="1502156"/>
                  </a:lnTo>
                  <a:lnTo>
                    <a:pt x="1767735" y="1502110"/>
                  </a:lnTo>
                  <a:lnTo>
                    <a:pt x="1767666" y="1501901"/>
                  </a:lnTo>
                  <a:lnTo>
                    <a:pt x="1767607" y="1501765"/>
                  </a:lnTo>
                  <a:lnTo>
                    <a:pt x="1767493" y="1501600"/>
                  </a:lnTo>
                  <a:lnTo>
                    <a:pt x="1767390" y="1501491"/>
                  </a:lnTo>
                  <a:lnTo>
                    <a:pt x="1767298" y="1501416"/>
                  </a:lnTo>
                  <a:lnTo>
                    <a:pt x="1766996" y="1501222"/>
                  </a:lnTo>
                  <a:lnTo>
                    <a:pt x="1766862" y="1501162"/>
                  </a:lnTo>
                  <a:lnTo>
                    <a:pt x="1766564" y="1501047"/>
                  </a:lnTo>
                  <a:lnTo>
                    <a:pt x="1766397" y="1500997"/>
                  </a:lnTo>
                  <a:lnTo>
                    <a:pt x="1766277" y="1500972"/>
                  </a:lnTo>
                  <a:lnTo>
                    <a:pt x="1765934" y="1500936"/>
                  </a:lnTo>
                  <a:lnTo>
                    <a:pt x="1765681" y="1500932"/>
                  </a:lnTo>
                  <a:lnTo>
                    <a:pt x="1765526" y="1500929"/>
                  </a:lnTo>
                  <a:lnTo>
                    <a:pt x="1765509" y="1500930"/>
                  </a:lnTo>
                  <a:lnTo>
                    <a:pt x="1765050" y="1500986"/>
                  </a:lnTo>
                  <a:lnTo>
                    <a:pt x="1764933" y="1501007"/>
                  </a:lnTo>
                  <a:lnTo>
                    <a:pt x="1764779" y="1501046"/>
                  </a:lnTo>
                  <a:lnTo>
                    <a:pt x="1764772" y="1501054"/>
                  </a:lnTo>
                  <a:lnTo>
                    <a:pt x="1764767" y="1501060"/>
                  </a:lnTo>
                  <a:lnTo>
                    <a:pt x="1764795" y="1501126"/>
                  </a:lnTo>
                  <a:lnTo>
                    <a:pt x="1764797" y="1501221"/>
                  </a:lnTo>
                  <a:lnTo>
                    <a:pt x="1764775" y="1501286"/>
                  </a:lnTo>
                  <a:lnTo>
                    <a:pt x="1764755" y="1501305"/>
                  </a:lnTo>
                  <a:lnTo>
                    <a:pt x="1764537" y="1501254"/>
                  </a:lnTo>
                  <a:lnTo>
                    <a:pt x="1764349" y="1501320"/>
                  </a:lnTo>
                  <a:lnTo>
                    <a:pt x="1764246" y="1501369"/>
                  </a:lnTo>
                  <a:lnTo>
                    <a:pt x="1763935" y="1501488"/>
                  </a:lnTo>
                  <a:lnTo>
                    <a:pt x="1763913" y="1501495"/>
                  </a:lnTo>
                  <a:lnTo>
                    <a:pt x="1763902" y="1501485"/>
                  </a:lnTo>
                  <a:lnTo>
                    <a:pt x="1763855" y="1501439"/>
                  </a:lnTo>
                  <a:lnTo>
                    <a:pt x="1763778" y="1501307"/>
                  </a:lnTo>
                  <a:lnTo>
                    <a:pt x="1763765" y="1501189"/>
                  </a:lnTo>
                  <a:lnTo>
                    <a:pt x="1763760" y="1501181"/>
                  </a:lnTo>
                  <a:lnTo>
                    <a:pt x="1763756" y="1501176"/>
                  </a:lnTo>
                  <a:lnTo>
                    <a:pt x="1763700" y="1501151"/>
                  </a:lnTo>
                  <a:lnTo>
                    <a:pt x="1763662" y="1501144"/>
                  </a:lnTo>
                  <a:lnTo>
                    <a:pt x="1763289" y="1501077"/>
                  </a:lnTo>
                  <a:lnTo>
                    <a:pt x="1762934" y="1501163"/>
                  </a:lnTo>
                  <a:lnTo>
                    <a:pt x="1762720" y="1501239"/>
                  </a:lnTo>
                  <a:lnTo>
                    <a:pt x="1762683" y="1501259"/>
                  </a:lnTo>
                  <a:lnTo>
                    <a:pt x="1762491" y="1501213"/>
                  </a:lnTo>
                  <a:lnTo>
                    <a:pt x="1762467" y="1501198"/>
                  </a:lnTo>
                  <a:lnTo>
                    <a:pt x="1762443" y="1501191"/>
                  </a:lnTo>
                  <a:lnTo>
                    <a:pt x="1762388" y="1501192"/>
                  </a:lnTo>
                  <a:lnTo>
                    <a:pt x="1762346" y="1501201"/>
                  </a:lnTo>
                  <a:lnTo>
                    <a:pt x="1762269" y="1501237"/>
                  </a:lnTo>
                  <a:lnTo>
                    <a:pt x="1762248" y="1501250"/>
                  </a:lnTo>
                  <a:lnTo>
                    <a:pt x="1762245" y="1501260"/>
                  </a:lnTo>
                  <a:lnTo>
                    <a:pt x="1762277" y="1501330"/>
                  </a:lnTo>
                  <a:lnTo>
                    <a:pt x="1762255" y="1501374"/>
                  </a:lnTo>
                  <a:lnTo>
                    <a:pt x="1761960" y="1501590"/>
                  </a:lnTo>
                  <a:lnTo>
                    <a:pt x="1761871" y="1501595"/>
                  </a:lnTo>
                  <a:lnTo>
                    <a:pt x="1761821" y="1501582"/>
                  </a:lnTo>
                  <a:lnTo>
                    <a:pt x="1761788" y="1501561"/>
                  </a:lnTo>
                  <a:lnTo>
                    <a:pt x="1761764" y="1501502"/>
                  </a:lnTo>
                  <a:lnTo>
                    <a:pt x="1761759" y="1501422"/>
                  </a:lnTo>
                  <a:lnTo>
                    <a:pt x="1761695" y="1501121"/>
                  </a:lnTo>
                  <a:lnTo>
                    <a:pt x="1761392" y="1501020"/>
                  </a:lnTo>
                  <a:lnTo>
                    <a:pt x="1761176" y="1500875"/>
                  </a:lnTo>
                  <a:lnTo>
                    <a:pt x="1761089" y="1500806"/>
                  </a:lnTo>
                  <a:lnTo>
                    <a:pt x="1761029" y="1500678"/>
                  </a:lnTo>
                  <a:lnTo>
                    <a:pt x="1761048" y="1500632"/>
                  </a:lnTo>
                  <a:lnTo>
                    <a:pt x="1761083" y="1500588"/>
                  </a:lnTo>
                  <a:lnTo>
                    <a:pt x="1761298" y="1500358"/>
                  </a:lnTo>
                  <a:lnTo>
                    <a:pt x="1761356" y="1500150"/>
                  </a:lnTo>
                  <a:lnTo>
                    <a:pt x="1761378" y="1499928"/>
                  </a:lnTo>
                  <a:lnTo>
                    <a:pt x="1761372" y="1499873"/>
                  </a:lnTo>
                  <a:lnTo>
                    <a:pt x="1761358" y="1499742"/>
                  </a:lnTo>
                  <a:lnTo>
                    <a:pt x="1761364" y="1499655"/>
                  </a:lnTo>
                  <a:lnTo>
                    <a:pt x="1761394" y="1499510"/>
                  </a:lnTo>
                  <a:lnTo>
                    <a:pt x="1761455" y="1499413"/>
                  </a:lnTo>
                  <a:lnTo>
                    <a:pt x="1761508" y="1499329"/>
                  </a:lnTo>
                  <a:lnTo>
                    <a:pt x="1761519" y="1499307"/>
                  </a:lnTo>
                  <a:lnTo>
                    <a:pt x="1761526" y="1499215"/>
                  </a:lnTo>
                  <a:lnTo>
                    <a:pt x="1761525" y="1499125"/>
                  </a:lnTo>
                  <a:lnTo>
                    <a:pt x="1761341" y="1498859"/>
                  </a:lnTo>
                  <a:lnTo>
                    <a:pt x="1761290" y="1498810"/>
                  </a:lnTo>
                  <a:lnTo>
                    <a:pt x="1760903" y="1498505"/>
                  </a:lnTo>
                  <a:lnTo>
                    <a:pt x="1760899" y="1498337"/>
                  </a:lnTo>
                  <a:lnTo>
                    <a:pt x="1760909" y="1498194"/>
                  </a:lnTo>
                  <a:lnTo>
                    <a:pt x="1760934" y="1498156"/>
                  </a:lnTo>
                  <a:lnTo>
                    <a:pt x="1761093" y="1497848"/>
                  </a:lnTo>
                  <a:lnTo>
                    <a:pt x="1761275" y="1497403"/>
                  </a:lnTo>
                  <a:lnTo>
                    <a:pt x="1761424" y="1497243"/>
                  </a:lnTo>
                  <a:lnTo>
                    <a:pt x="1761482" y="1497180"/>
                  </a:lnTo>
                  <a:lnTo>
                    <a:pt x="1761561" y="1497083"/>
                  </a:lnTo>
                  <a:lnTo>
                    <a:pt x="1761614" y="1497000"/>
                  </a:lnTo>
                  <a:lnTo>
                    <a:pt x="1761640" y="1496944"/>
                  </a:lnTo>
                  <a:lnTo>
                    <a:pt x="1761678" y="1496823"/>
                  </a:lnTo>
                  <a:lnTo>
                    <a:pt x="1761683" y="1496711"/>
                  </a:lnTo>
                  <a:lnTo>
                    <a:pt x="1761667" y="1496615"/>
                  </a:lnTo>
                  <a:lnTo>
                    <a:pt x="1761634" y="1496507"/>
                  </a:lnTo>
                  <a:lnTo>
                    <a:pt x="1761575" y="1496389"/>
                  </a:lnTo>
                  <a:lnTo>
                    <a:pt x="1761459" y="1496205"/>
                  </a:lnTo>
                  <a:lnTo>
                    <a:pt x="1761426" y="1496152"/>
                  </a:lnTo>
                  <a:lnTo>
                    <a:pt x="1761387" y="1496113"/>
                  </a:lnTo>
                  <a:lnTo>
                    <a:pt x="1761307" y="1496076"/>
                  </a:lnTo>
                  <a:lnTo>
                    <a:pt x="1761148" y="1495825"/>
                  </a:lnTo>
                  <a:lnTo>
                    <a:pt x="1761135" y="1495774"/>
                  </a:lnTo>
                  <a:lnTo>
                    <a:pt x="1761100" y="1495535"/>
                  </a:lnTo>
                  <a:lnTo>
                    <a:pt x="1761099" y="1495514"/>
                  </a:lnTo>
                  <a:lnTo>
                    <a:pt x="1761121" y="1495477"/>
                  </a:lnTo>
                  <a:lnTo>
                    <a:pt x="1761224" y="1495398"/>
                  </a:lnTo>
                  <a:lnTo>
                    <a:pt x="1761267" y="1495343"/>
                  </a:lnTo>
                  <a:lnTo>
                    <a:pt x="1761282" y="1495293"/>
                  </a:lnTo>
                  <a:lnTo>
                    <a:pt x="1761301" y="1495207"/>
                  </a:lnTo>
                  <a:lnTo>
                    <a:pt x="1761296" y="1495139"/>
                  </a:lnTo>
                  <a:lnTo>
                    <a:pt x="1761236" y="1495042"/>
                  </a:lnTo>
                  <a:lnTo>
                    <a:pt x="1761198" y="1494715"/>
                  </a:lnTo>
                  <a:lnTo>
                    <a:pt x="1761232" y="1494457"/>
                  </a:lnTo>
                  <a:lnTo>
                    <a:pt x="1761370" y="1494119"/>
                  </a:lnTo>
                  <a:lnTo>
                    <a:pt x="1761464" y="1493997"/>
                  </a:lnTo>
                  <a:lnTo>
                    <a:pt x="1761574" y="1493888"/>
                  </a:lnTo>
                  <a:lnTo>
                    <a:pt x="1761641" y="1493830"/>
                  </a:lnTo>
                  <a:lnTo>
                    <a:pt x="1761847" y="1493570"/>
                  </a:lnTo>
                  <a:lnTo>
                    <a:pt x="1761909" y="1493506"/>
                  </a:lnTo>
                  <a:lnTo>
                    <a:pt x="1762058" y="1493391"/>
                  </a:lnTo>
                  <a:lnTo>
                    <a:pt x="1762196" y="1493329"/>
                  </a:lnTo>
                  <a:lnTo>
                    <a:pt x="1762545" y="1493234"/>
                  </a:lnTo>
                  <a:lnTo>
                    <a:pt x="1762575" y="1493234"/>
                  </a:lnTo>
                  <a:lnTo>
                    <a:pt x="1762718" y="1493260"/>
                  </a:lnTo>
                  <a:lnTo>
                    <a:pt x="1762734" y="1493254"/>
                  </a:lnTo>
                  <a:lnTo>
                    <a:pt x="1762799" y="1493205"/>
                  </a:lnTo>
                  <a:lnTo>
                    <a:pt x="1763355" y="1492568"/>
                  </a:lnTo>
                  <a:lnTo>
                    <a:pt x="1763359" y="1492555"/>
                  </a:lnTo>
                  <a:lnTo>
                    <a:pt x="1763388" y="1492530"/>
                  </a:lnTo>
                  <a:lnTo>
                    <a:pt x="1763500" y="1492479"/>
                  </a:lnTo>
                  <a:lnTo>
                    <a:pt x="1763608" y="1492477"/>
                  </a:lnTo>
                  <a:lnTo>
                    <a:pt x="1763642" y="1492486"/>
                  </a:lnTo>
                  <a:lnTo>
                    <a:pt x="1763849" y="1492515"/>
                  </a:lnTo>
                  <a:lnTo>
                    <a:pt x="1764087" y="1492478"/>
                  </a:lnTo>
                  <a:lnTo>
                    <a:pt x="1764473" y="1492283"/>
                  </a:lnTo>
                  <a:lnTo>
                    <a:pt x="1764579" y="1492212"/>
                  </a:lnTo>
                  <a:lnTo>
                    <a:pt x="1764704" y="1492081"/>
                  </a:lnTo>
                  <a:lnTo>
                    <a:pt x="1764832" y="1491880"/>
                  </a:lnTo>
                  <a:lnTo>
                    <a:pt x="1764878" y="1491673"/>
                  </a:lnTo>
                  <a:lnTo>
                    <a:pt x="1764731" y="1491588"/>
                  </a:lnTo>
                  <a:lnTo>
                    <a:pt x="1764497" y="1491394"/>
                  </a:lnTo>
                  <a:lnTo>
                    <a:pt x="1764312" y="1491173"/>
                  </a:lnTo>
                  <a:lnTo>
                    <a:pt x="1764149" y="1491006"/>
                  </a:lnTo>
                  <a:lnTo>
                    <a:pt x="1764021" y="1490883"/>
                  </a:lnTo>
                  <a:lnTo>
                    <a:pt x="1763990" y="1490852"/>
                  </a:lnTo>
                  <a:lnTo>
                    <a:pt x="1763897" y="1490483"/>
                  </a:lnTo>
                  <a:lnTo>
                    <a:pt x="1763693" y="1490404"/>
                  </a:lnTo>
                  <a:lnTo>
                    <a:pt x="1763676" y="1490373"/>
                  </a:lnTo>
                  <a:lnTo>
                    <a:pt x="1763651" y="1490238"/>
                  </a:lnTo>
                  <a:lnTo>
                    <a:pt x="1763645" y="1490162"/>
                  </a:lnTo>
                  <a:lnTo>
                    <a:pt x="1763582" y="1490028"/>
                  </a:lnTo>
                  <a:lnTo>
                    <a:pt x="1763495" y="1490031"/>
                  </a:lnTo>
                  <a:lnTo>
                    <a:pt x="1763460" y="1490057"/>
                  </a:lnTo>
                  <a:lnTo>
                    <a:pt x="1763412" y="1490136"/>
                  </a:lnTo>
                  <a:lnTo>
                    <a:pt x="1763397" y="1490138"/>
                  </a:lnTo>
                  <a:lnTo>
                    <a:pt x="1763325" y="1490071"/>
                  </a:lnTo>
                  <a:lnTo>
                    <a:pt x="1763282" y="1489997"/>
                  </a:lnTo>
                  <a:lnTo>
                    <a:pt x="1763028" y="1489558"/>
                  </a:lnTo>
                  <a:lnTo>
                    <a:pt x="1762915" y="1489492"/>
                  </a:lnTo>
                  <a:lnTo>
                    <a:pt x="1762914" y="1489497"/>
                  </a:lnTo>
                  <a:lnTo>
                    <a:pt x="1762910" y="1489521"/>
                  </a:lnTo>
                  <a:lnTo>
                    <a:pt x="1762906" y="1489548"/>
                  </a:lnTo>
                  <a:lnTo>
                    <a:pt x="1763001" y="1489777"/>
                  </a:lnTo>
                  <a:lnTo>
                    <a:pt x="1763065" y="1489768"/>
                  </a:lnTo>
                  <a:lnTo>
                    <a:pt x="1763323" y="1490273"/>
                  </a:lnTo>
                  <a:lnTo>
                    <a:pt x="1763343" y="1490369"/>
                  </a:lnTo>
                  <a:lnTo>
                    <a:pt x="1763341" y="1490382"/>
                  </a:lnTo>
                  <a:lnTo>
                    <a:pt x="1763334" y="1490404"/>
                  </a:lnTo>
                  <a:lnTo>
                    <a:pt x="1763211" y="1490530"/>
                  </a:lnTo>
                  <a:lnTo>
                    <a:pt x="1763128" y="1490569"/>
                  </a:lnTo>
                  <a:lnTo>
                    <a:pt x="1763090" y="1490569"/>
                  </a:lnTo>
                  <a:lnTo>
                    <a:pt x="1763072" y="1490543"/>
                  </a:lnTo>
                  <a:lnTo>
                    <a:pt x="1763099" y="1490503"/>
                  </a:lnTo>
                  <a:lnTo>
                    <a:pt x="1762943" y="1490069"/>
                  </a:lnTo>
                  <a:lnTo>
                    <a:pt x="1762892" y="1489975"/>
                  </a:lnTo>
                  <a:lnTo>
                    <a:pt x="1762888" y="1489968"/>
                  </a:lnTo>
                  <a:lnTo>
                    <a:pt x="1762850" y="1489915"/>
                  </a:lnTo>
                  <a:lnTo>
                    <a:pt x="1762708" y="1489827"/>
                  </a:lnTo>
                  <a:lnTo>
                    <a:pt x="1762538" y="1489792"/>
                  </a:lnTo>
                  <a:lnTo>
                    <a:pt x="1762511" y="1489838"/>
                  </a:lnTo>
                  <a:lnTo>
                    <a:pt x="1762502" y="1489854"/>
                  </a:lnTo>
                  <a:lnTo>
                    <a:pt x="1762405" y="1490022"/>
                  </a:lnTo>
                  <a:lnTo>
                    <a:pt x="1762397" y="1490050"/>
                  </a:lnTo>
                  <a:lnTo>
                    <a:pt x="1762421" y="1490168"/>
                  </a:lnTo>
                  <a:lnTo>
                    <a:pt x="1762424" y="1490183"/>
                  </a:lnTo>
                  <a:lnTo>
                    <a:pt x="1762462" y="1490184"/>
                  </a:lnTo>
                  <a:lnTo>
                    <a:pt x="1762589" y="1490137"/>
                  </a:lnTo>
                  <a:lnTo>
                    <a:pt x="1762655" y="1490224"/>
                  </a:lnTo>
                  <a:lnTo>
                    <a:pt x="1762740" y="1490415"/>
                  </a:lnTo>
                  <a:lnTo>
                    <a:pt x="1762743" y="1490435"/>
                  </a:lnTo>
                  <a:lnTo>
                    <a:pt x="1762744" y="1490621"/>
                  </a:lnTo>
                  <a:lnTo>
                    <a:pt x="1762746" y="1490946"/>
                  </a:lnTo>
                  <a:lnTo>
                    <a:pt x="1762768" y="1491116"/>
                  </a:lnTo>
                  <a:lnTo>
                    <a:pt x="1762769" y="1491149"/>
                  </a:lnTo>
                  <a:lnTo>
                    <a:pt x="1762690" y="1491472"/>
                  </a:lnTo>
                  <a:lnTo>
                    <a:pt x="1762684" y="1491485"/>
                  </a:lnTo>
                  <a:lnTo>
                    <a:pt x="1762622" y="1491561"/>
                  </a:lnTo>
                  <a:lnTo>
                    <a:pt x="1762554" y="1491597"/>
                  </a:lnTo>
                  <a:lnTo>
                    <a:pt x="1762449" y="1491939"/>
                  </a:lnTo>
                  <a:lnTo>
                    <a:pt x="1762404" y="1491992"/>
                  </a:lnTo>
                  <a:lnTo>
                    <a:pt x="1762276" y="1492065"/>
                  </a:lnTo>
                  <a:lnTo>
                    <a:pt x="1762240" y="1492064"/>
                  </a:lnTo>
                  <a:lnTo>
                    <a:pt x="1762201" y="1492020"/>
                  </a:lnTo>
                  <a:lnTo>
                    <a:pt x="1762120" y="1491998"/>
                  </a:lnTo>
                  <a:lnTo>
                    <a:pt x="1761754" y="1492155"/>
                  </a:lnTo>
                  <a:lnTo>
                    <a:pt x="1761588" y="1492292"/>
                  </a:lnTo>
                  <a:lnTo>
                    <a:pt x="1761437" y="1492457"/>
                  </a:lnTo>
                  <a:lnTo>
                    <a:pt x="1761054" y="1492471"/>
                  </a:lnTo>
                  <a:lnTo>
                    <a:pt x="1761024" y="1492463"/>
                  </a:lnTo>
                  <a:lnTo>
                    <a:pt x="1761007" y="1492448"/>
                  </a:lnTo>
                  <a:lnTo>
                    <a:pt x="1760927" y="1492373"/>
                  </a:lnTo>
                  <a:lnTo>
                    <a:pt x="1760891" y="1492290"/>
                  </a:lnTo>
                  <a:lnTo>
                    <a:pt x="1760891" y="1492275"/>
                  </a:lnTo>
                  <a:lnTo>
                    <a:pt x="1760843" y="1492231"/>
                  </a:lnTo>
                  <a:lnTo>
                    <a:pt x="1760778" y="1492194"/>
                  </a:lnTo>
                  <a:lnTo>
                    <a:pt x="1760623" y="1492129"/>
                  </a:lnTo>
                  <a:lnTo>
                    <a:pt x="1760601" y="1492123"/>
                  </a:lnTo>
                  <a:lnTo>
                    <a:pt x="1760563" y="1492131"/>
                  </a:lnTo>
                  <a:lnTo>
                    <a:pt x="1760480" y="1492132"/>
                  </a:lnTo>
                  <a:lnTo>
                    <a:pt x="1760408" y="1492004"/>
                  </a:lnTo>
                  <a:lnTo>
                    <a:pt x="1760489" y="1491829"/>
                  </a:lnTo>
                  <a:lnTo>
                    <a:pt x="1760502" y="1491684"/>
                  </a:lnTo>
                  <a:lnTo>
                    <a:pt x="1760499" y="1491659"/>
                  </a:lnTo>
                  <a:lnTo>
                    <a:pt x="1760483" y="1491641"/>
                  </a:lnTo>
                  <a:lnTo>
                    <a:pt x="1760286" y="1491472"/>
                  </a:lnTo>
                  <a:lnTo>
                    <a:pt x="1760217" y="1491432"/>
                  </a:lnTo>
                  <a:lnTo>
                    <a:pt x="1760148" y="1491421"/>
                  </a:lnTo>
                  <a:lnTo>
                    <a:pt x="1760052" y="1491454"/>
                  </a:lnTo>
                  <a:lnTo>
                    <a:pt x="1759993" y="1491483"/>
                  </a:lnTo>
                  <a:lnTo>
                    <a:pt x="1759962" y="1491517"/>
                  </a:lnTo>
                  <a:lnTo>
                    <a:pt x="1759949" y="1491548"/>
                  </a:lnTo>
                  <a:lnTo>
                    <a:pt x="1759956" y="1491643"/>
                  </a:lnTo>
                  <a:lnTo>
                    <a:pt x="1760002" y="1491731"/>
                  </a:lnTo>
                  <a:lnTo>
                    <a:pt x="1760002" y="1491741"/>
                  </a:lnTo>
                  <a:lnTo>
                    <a:pt x="1760002" y="1491815"/>
                  </a:lnTo>
                  <a:lnTo>
                    <a:pt x="1760000" y="1491826"/>
                  </a:lnTo>
                  <a:lnTo>
                    <a:pt x="1759945" y="1491852"/>
                  </a:lnTo>
                  <a:lnTo>
                    <a:pt x="1759930" y="1491851"/>
                  </a:lnTo>
                  <a:lnTo>
                    <a:pt x="1759846" y="1491782"/>
                  </a:lnTo>
                  <a:lnTo>
                    <a:pt x="1759835" y="1491762"/>
                  </a:lnTo>
                  <a:lnTo>
                    <a:pt x="1759835" y="1491732"/>
                  </a:lnTo>
                  <a:lnTo>
                    <a:pt x="1759818" y="1491715"/>
                  </a:lnTo>
                  <a:lnTo>
                    <a:pt x="1759784" y="1491701"/>
                  </a:lnTo>
                  <a:lnTo>
                    <a:pt x="1759631" y="1491693"/>
                  </a:lnTo>
                  <a:lnTo>
                    <a:pt x="1759597" y="1491691"/>
                  </a:lnTo>
                  <a:lnTo>
                    <a:pt x="1759575" y="1491690"/>
                  </a:lnTo>
                  <a:lnTo>
                    <a:pt x="1759208" y="1491715"/>
                  </a:lnTo>
                  <a:lnTo>
                    <a:pt x="1759057" y="1491749"/>
                  </a:lnTo>
                  <a:lnTo>
                    <a:pt x="1759024" y="1491763"/>
                  </a:lnTo>
                  <a:lnTo>
                    <a:pt x="1758943" y="1491817"/>
                  </a:lnTo>
                  <a:lnTo>
                    <a:pt x="1758903" y="1491855"/>
                  </a:lnTo>
                  <a:lnTo>
                    <a:pt x="1758885" y="1491908"/>
                  </a:lnTo>
                  <a:lnTo>
                    <a:pt x="1758881" y="1491957"/>
                  </a:lnTo>
                  <a:lnTo>
                    <a:pt x="1758944" y="1492223"/>
                  </a:lnTo>
                  <a:lnTo>
                    <a:pt x="1758995" y="1492281"/>
                  </a:lnTo>
                  <a:lnTo>
                    <a:pt x="1758978" y="1492334"/>
                  </a:lnTo>
                  <a:lnTo>
                    <a:pt x="1758800" y="1492459"/>
                  </a:lnTo>
                  <a:lnTo>
                    <a:pt x="1758716" y="1492498"/>
                  </a:lnTo>
                  <a:lnTo>
                    <a:pt x="1758663" y="1492477"/>
                  </a:lnTo>
                  <a:lnTo>
                    <a:pt x="1758598" y="1492444"/>
                  </a:lnTo>
                  <a:lnTo>
                    <a:pt x="1758572" y="1492416"/>
                  </a:lnTo>
                  <a:lnTo>
                    <a:pt x="1758542" y="1492412"/>
                  </a:lnTo>
                  <a:lnTo>
                    <a:pt x="1758350" y="1492447"/>
                  </a:lnTo>
                  <a:lnTo>
                    <a:pt x="1758317" y="1492460"/>
                  </a:lnTo>
                  <a:lnTo>
                    <a:pt x="1757989" y="1492576"/>
                  </a:lnTo>
                  <a:lnTo>
                    <a:pt x="1757691" y="1492680"/>
                  </a:lnTo>
                  <a:lnTo>
                    <a:pt x="1757375" y="1492792"/>
                  </a:lnTo>
                  <a:lnTo>
                    <a:pt x="1757330" y="1492799"/>
                  </a:lnTo>
                  <a:lnTo>
                    <a:pt x="1757188" y="1492844"/>
                  </a:lnTo>
                  <a:lnTo>
                    <a:pt x="1757120" y="1492872"/>
                  </a:lnTo>
                  <a:lnTo>
                    <a:pt x="1757077" y="1492905"/>
                  </a:lnTo>
                  <a:lnTo>
                    <a:pt x="1757067" y="1492922"/>
                  </a:lnTo>
                  <a:lnTo>
                    <a:pt x="1757017" y="1493194"/>
                  </a:lnTo>
                  <a:lnTo>
                    <a:pt x="1756980" y="1493377"/>
                  </a:lnTo>
                  <a:lnTo>
                    <a:pt x="1756939" y="1493523"/>
                  </a:lnTo>
                  <a:lnTo>
                    <a:pt x="1756917" y="1493563"/>
                  </a:lnTo>
                  <a:lnTo>
                    <a:pt x="1756877" y="1493596"/>
                  </a:lnTo>
                  <a:lnTo>
                    <a:pt x="1756756" y="1493660"/>
                  </a:lnTo>
                  <a:lnTo>
                    <a:pt x="1756724" y="1493676"/>
                  </a:lnTo>
                  <a:lnTo>
                    <a:pt x="1756637" y="1493713"/>
                  </a:lnTo>
                  <a:lnTo>
                    <a:pt x="1756631" y="1493704"/>
                  </a:lnTo>
                  <a:lnTo>
                    <a:pt x="1755434" y="1494236"/>
                  </a:lnTo>
                  <a:lnTo>
                    <a:pt x="1754894" y="1494470"/>
                  </a:lnTo>
                  <a:lnTo>
                    <a:pt x="1754799" y="1494511"/>
                  </a:lnTo>
                  <a:lnTo>
                    <a:pt x="1754705" y="1494554"/>
                  </a:lnTo>
                  <a:lnTo>
                    <a:pt x="1754171" y="1494795"/>
                  </a:lnTo>
                  <a:lnTo>
                    <a:pt x="1754049" y="1494852"/>
                  </a:lnTo>
                  <a:lnTo>
                    <a:pt x="1753884" y="1494887"/>
                  </a:lnTo>
                  <a:lnTo>
                    <a:pt x="1753753" y="1494941"/>
                  </a:lnTo>
                  <a:lnTo>
                    <a:pt x="1753699" y="1495000"/>
                  </a:lnTo>
                  <a:lnTo>
                    <a:pt x="1753700" y="1495116"/>
                  </a:lnTo>
                  <a:lnTo>
                    <a:pt x="1753907" y="1495359"/>
                  </a:lnTo>
                  <a:lnTo>
                    <a:pt x="1753989" y="1495557"/>
                  </a:lnTo>
                  <a:lnTo>
                    <a:pt x="1753967" y="1495758"/>
                  </a:lnTo>
                  <a:lnTo>
                    <a:pt x="1753972" y="1495859"/>
                  </a:lnTo>
                  <a:lnTo>
                    <a:pt x="1753991" y="1495931"/>
                  </a:lnTo>
                  <a:lnTo>
                    <a:pt x="1754080" y="1496089"/>
                  </a:lnTo>
                  <a:lnTo>
                    <a:pt x="1754136" y="1496126"/>
                  </a:lnTo>
                  <a:lnTo>
                    <a:pt x="1754202" y="1496169"/>
                  </a:lnTo>
                  <a:lnTo>
                    <a:pt x="1754246" y="1496366"/>
                  </a:lnTo>
                  <a:lnTo>
                    <a:pt x="1754246" y="1496384"/>
                  </a:lnTo>
                  <a:lnTo>
                    <a:pt x="1754211" y="1496588"/>
                  </a:lnTo>
                  <a:lnTo>
                    <a:pt x="1754195" y="1496616"/>
                  </a:lnTo>
                  <a:lnTo>
                    <a:pt x="1754101" y="1496648"/>
                  </a:lnTo>
                  <a:lnTo>
                    <a:pt x="1753905" y="1496650"/>
                  </a:lnTo>
                  <a:lnTo>
                    <a:pt x="1753505" y="1496425"/>
                  </a:lnTo>
                  <a:lnTo>
                    <a:pt x="1753391" y="1496381"/>
                  </a:lnTo>
                  <a:lnTo>
                    <a:pt x="1753349" y="1496332"/>
                  </a:lnTo>
                  <a:lnTo>
                    <a:pt x="1753353" y="1496306"/>
                  </a:lnTo>
                  <a:lnTo>
                    <a:pt x="1753359" y="1496146"/>
                  </a:lnTo>
                  <a:lnTo>
                    <a:pt x="1753352" y="1496122"/>
                  </a:lnTo>
                  <a:lnTo>
                    <a:pt x="1753308" y="1496084"/>
                  </a:lnTo>
                  <a:lnTo>
                    <a:pt x="1753113" y="1495971"/>
                  </a:lnTo>
                  <a:lnTo>
                    <a:pt x="1753084" y="1495964"/>
                  </a:lnTo>
                  <a:lnTo>
                    <a:pt x="1753001" y="1495954"/>
                  </a:lnTo>
                  <a:lnTo>
                    <a:pt x="1752963" y="1495960"/>
                  </a:lnTo>
                  <a:lnTo>
                    <a:pt x="1752886" y="1495938"/>
                  </a:lnTo>
                  <a:lnTo>
                    <a:pt x="1752744" y="1495769"/>
                  </a:lnTo>
                  <a:lnTo>
                    <a:pt x="1752737" y="1495758"/>
                  </a:lnTo>
                  <a:lnTo>
                    <a:pt x="1752630" y="1495575"/>
                  </a:lnTo>
                  <a:lnTo>
                    <a:pt x="1752505" y="1495557"/>
                  </a:lnTo>
                  <a:lnTo>
                    <a:pt x="1752396" y="1495587"/>
                  </a:lnTo>
                  <a:lnTo>
                    <a:pt x="1752328" y="1495621"/>
                  </a:lnTo>
                  <a:lnTo>
                    <a:pt x="1752270" y="1495664"/>
                  </a:lnTo>
                  <a:lnTo>
                    <a:pt x="1752231" y="1495711"/>
                  </a:lnTo>
                  <a:lnTo>
                    <a:pt x="1752238" y="1495745"/>
                  </a:lnTo>
                  <a:lnTo>
                    <a:pt x="1752252" y="1495810"/>
                  </a:lnTo>
                  <a:lnTo>
                    <a:pt x="1752286" y="1495858"/>
                  </a:lnTo>
                  <a:lnTo>
                    <a:pt x="1752374" y="1496041"/>
                  </a:lnTo>
                  <a:lnTo>
                    <a:pt x="1752386" y="1496270"/>
                  </a:lnTo>
                  <a:lnTo>
                    <a:pt x="1752514" y="1496342"/>
                  </a:lnTo>
                  <a:lnTo>
                    <a:pt x="1752558" y="1496369"/>
                  </a:lnTo>
                  <a:lnTo>
                    <a:pt x="1752782" y="1496533"/>
                  </a:lnTo>
                  <a:lnTo>
                    <a:pt x="1752786" y="1496544"/>
                  </a:lnTo>
                  <a:lnTo>
                    <a:pt x="1752699" y="1496811"/>
                  </a:lnTo>
                  <a:lnTo>
                    <a:pt x="1752690" y="1496822"/>
                  </a:lnTo>
                  <a:lnTo>
                    <a:pt x="1752616" y="1496911"/>
                  </a:lnTo>
                  <a:lnTo>
                    <a:pt x="1752589" y="1496936"/>
                  </a:lnTo>
                  <a:lnTo>
                    <a:pt x="1752553" y="1496959"/>
                  </a:lnTo>
                  <a:lnTo>
                    <a:pt x="1752515" y="1496981"/>
                  </a:lnTo>
                  <a:lnTo>
                    <a:pt x="1752295" y="1497024"/>
                  </a:lnTo>
                  <a:lnTo>
                    <a:pt x="1751914" y="1497029"/>
                  </a:lnTo>
                  <a:lnTo>
                    <a:pt x="1751569" y="1496921"/>
                  </a:lnTo>
                  <a:lnTo>
                    <a:pt x="1751520" y="1496931"/>
                  </a:lnTo>
                  <a:lnTo>
                    <a:pt x="1751514" y="1496942"/>
                  </a:lnTo>
                  <a:lnTo>
                    <a:pt x="1751480" y="1497041"/>
                  </a:lnTo>
                  <a:lnTo>
                    <a:pt x="1751455" y="1497114"/>
                  </a:lnTo>
                  <a:lnTo>
                    <a:pt x="1751472" y="1497116"/>
                  </a:lnTo>
                  <a:lnTo>
                    <a:pt x="1751580" y="1497196"/>
                  </a:lnTo>
                  <a:lnTo>
                    <a:pt x="1751603" y="1497233"/>
                  </a:lnTo>
                  <a:lnTo>
                    <a:pt x="1751600" y="1497327"/>
                  </a:lnTo>
                  <a:lnTo>
                    <a:pt x="1751554" y="1497540"/>
                  </a:lnTo>
                  <a:lnTo>
                    <a:pt x="1751498" y="1497672"/>
                  </a:lnTo>
                  <a:lnTo>
                    <a:pt x="1751461" y="1497746"/>
                  </a:lnTo>
                  <a:lnTo>
                    <a:pt x="1751409" y="1497811"/>
                  </a:lnTo>
                  <a:lnTo>
                    <a:pt x="1751350" y="1497874"/>
                  </a:lnTo>
                  <a:lnTo>
                    <a:pt x="1751345" y="1497878"/>
                  </a:lnTo>
                  <a:lnTo>
                    <a:pt x="1751124" y="1498112"/>
                  </a:lnTo>
                  <a:lnTo>
                    <a:pt x="1751090" y="1498146"/>
                  </a:lnTo>
                  <a:lnTo>
                    <a:pt x="1751041" y="1498172"/>
                  </a:lnTo>
                  <a:lnTo>
                    <a:pt x="1751021" y="1498171"/>
                  </a:lnTo>
                  <a:lnTo>
                    <a:pt x="1750970" y="1498217"/>
                  </a:lnTo>
                  <a:lnTo>
                    <a:pt x="1750928" y="1498257"/>
                  </a:lnTo>
                  <a:lnTo>
                    <a:pt x="1750914" y="1498278"/>
                  </a:lnTo>
                  <a:lnTo>
                    <a:pt x="1750891" y="1498328"/>
                  </a:lnTo>
                  <a:lnTo>
                    <a:pt x="1750860" y="1498414"/>
                  </a:lnTo>
                  <a:lnTo>
                    <a:pt x="1751047" y="1498787"/>
                  </a:lnTo>
                  <a:lnTo>
                    <a:pt x="1751202" y="1498847"/>
                  </a:lnTo>
                  <a:lnTo>
                    <a:pt x="1751307" y="1498821"/>
                  </a:lnTo>
                  <a:lnTo>
                    <a:pt x="1751396" y="1498796"/>
                  </a:lnTo>
                  <a:lnTo>
                    <a:pt x="1751598" y="1498610"/>
                  </a:lnTo>
                  <a:lnTo>
                    <a:pt x="1751691" y="1498524"/>
                  </a:lnTo>
                  <a:lnTo>
                    <a:pt x="1751701" y="1498507"/>
                  </a:lnTo>
                  <a:lnTo>
                    <a:pt x="1751726" y="1498490"/>
                  </a:lnTo>
                  <a:lnTo>
                    <a:pt x="1752034" y="1498380"/>
                  </a:lnTo>
                  <a:lnTo>
                    <a:pt x="1752107" y="1498398"/>
                  </a:lnTo>
                  <a:lnTo>
                    <a:pt x="1752160" y="1498411"/>
                  </a:lnTo>
                  <a:lnTo>
                    <a:pt x="1752246" y="1498468"/>
                  </a:lnTo>
                  <a:lnTo>
                    <a:pt x="1752252" y="1498506"/>
                  </a:lnTo>
                  <a:lnTo>
                    <a:pt x="1752255" y="1498539"/>
                  </a:lnTo>
                  <a:lnTo>
                    <a:pt x="1752284" y="1498559"/>
                  </a:lnTo>
                  <a:lnTo>
                    <a:pt x="1752537" y="1498638"/>
                  </a:lnTo>
                  <a:lnTo>
                    <a:pt x="1752673" y="1498619"/>
                  </a:lnTo>
                  <a:lnTo>
                    <a:pt x="1753057" y="1498590"/>
                  </a:lnTo>
                  <a:lnTo>
                    <a:pt x="1753304" y="1498572"/>
                  </a:lnTo>
                  <a:lnTo>
                    <a:pt x="1753665" y="1498545"/>
                  </a:lnTo>
                  <a:lnTo>
                    <a:pt x="1753887" y="1498528"/>
                  </a:lnTo>
                  <a:lnTo>
                    <a:pt x="1754017" y="1498475"/>
                  </a:lnTo>
                  <a:lnTo>
                    <a:pt x="1754037" y="1498457"/>
                  </a:lnTo>
                  <a:lnTo>
                    <a:pt x="1754059" y="1498365"/>
                  </a:lnTo>
                  <a:lnTo>
                    <a:pt x="1754056" y="1498292"/>
                  </a:lnTo>
                  <a:lnTo>
                    <a:pt x="1754152" y="1498137"/>
                  </a:lnTo>
                  <a:lnTo>
                    <a:pt x="1754207" y="1498120"/>
                  </a:lnTo>
                  <a:lnTo>
                    <a:pt x="1754281" y="1498136"/>
                  </a:lnTo>
                  <a:lnTo>
                    <a:pt x="1754432" y="1498165"/>
                  </a:lnTo>
                  <a:lnTo>
                    <a:pt x="1754614" y="1498235"/>
                  </a:lnTo>
                  <a:lnTo>
                    <a:pt x="1754919" y="1498311"/>
                  </a:lnTo>
                  <a:lnTo>
                    <a:pt x="1755064" y="1498432"/>
                  </a:lnTo>
                  <a:lnTo>
                    <a:pt x="1755061" y="1498469"/>
                  </a:lnTo>
                  <a:lnTo>
                    <a:pt x="1755038" y="1498547"/>
                  </a:lnTo>
                  <a:lnTo>
                    <a:pt x="1755003" y="1498592"/>
                  </a:lnTo>
                  <a:lnTo>
                    <a:pt x="1754993" y="1498595"/>
                  </a:lnTo>
                  <a:lnTo>
                    <a:pt x="1754955" y="1498580"/>
                  </a:lnTo>
                  <a:lnTo>
                    <a:pt x="1754931" y="1498592"/>
                  </a:lnTo>
                  <a:lnTo>
                    <a:pt x="1754881" y="1498635"/>
                  </a:lnTo>
                  <a:lnTo>
                    <a:pt x="1754856" y="1498679"/>
                  </a:lnTo>
                  <a:lnTo>
                    <a:pt x="1754833" y="1498744"/>
                  </a:lnTo>
                  <a:lnTo>
                    <a:pt x="1754829" y="1498822"/>
                  </a:lnTo>
                  <a:lnTo>
                    <a:pt x="1754833" y="1498925"/>
                  </a:lnTo>
                  <a:lnTo>
                    <a:pt x="1754826" y="1498962"/>
                  </a:lnTo>
                  <a:lnTo>
                    <a:pt x="1754799" y="1499029"/>
                  </a:lnTo>
                  <a:lnTo>
                    <a:pt x="1754763" y="1499087"/>
                  </a:lnTo>
                  <a:lnTo>
                    <a:pt x="1754733" y="1499097"/>
                  </a:lnTo>
                  <a:lnTo>
                    <a:pt x="1754712" y="1499089"/>
                  </a:lnTo>
                  <a:lnTo>
                    <a:pt x="1754680" y="1499090"/>
                  </a:lnTo>
                  <a:lnTo>
                    <a:pt x="1754621" y="1499112"/>
                  </a:lnTo>
                  <a:lnTo>
                    <a:pt x="1754536" y="1499160"/>
                  </a:lnTo>
                  <a:lnTo>
                    <a:pt x="1754488" y="1499221"/>
                  </a:lnTo>
                  <a:lnTo>
                    <a:pt x="1754449" y="1499284"/>
                  </a:lnTo>
                  <a:lnTo>
                    <a:pt x="1754405" y="1499374"/>
                  </a:lnTo>
                  <a:lnTo>
                    <a:pt x="1754333" y="1499574"/>
                  </a:lnTo>
                  <a:lnTo>
                    <a:pt x="1754327" y="1499605"/>
                  </a:lnTo>
                  <a:lnTo>
                    <a:pt x="1754319" y="1499664"/>
                  </a:lnTo>
                  <a:lnTo>
                    <a:pt x="1754350" y="1499747"/>
                  </a:lnTo>
                  <a:lnTo>
                    <a:pt x="1754383" y="1499794"/>
                  </a:lnTo>
                  <a:lnTo>
                    <a:pt x="1754388" y="1499826"/>
                  </a:lnTo>
                  <a:lnTo>
                    <a:pt x="1754374" y="1499973"/>
                  </a:lnTo>
                  <a:lnTo>
                    <a:pt x="1754371" y="1499994"/>
                  </a:lnTo>
                  <a:lnTo>
                    <a:pt x="1754352" y="1500125"/>
                  </a:lnTo>
                  <a:lnTo>
                    <a:pt x="1754318" y="1500165"/>
                  </a:lnTo>
                  <a:lnTo>
                    <a:pt x="1754227" y="1500236"/>
                  </a:lnTo>
                  <a:lnTo>
                    <a:pt x="1754183" y="1500258"/>
                  </a:lnTo>
                  <a:lnTo>
                    <a:pt x="1754075" y="1500279"/>
                  </a:lnTo>
                  <a:lnTo>
                    <a:pt x="1754060" y="1500288"/>
                  </a:lnTo>
                  <a:lnTo>
                    <a:pt x="1753793" y="1500522"/>
                  </a:lnTo>
                  <a:lnTo>
                    <a:pt x="1753641" y="1500636"/>
                  </a:lnTo>
                  <a:lnTo>
                    <a:pt x="1753181" y="1501004"/>
                  </a:lnTo>
                  <a:lnTo>
                    <a:pt x="1752694" y="1501365"/>
                  </a:lnTo>
                  <a:lnTo>
                    <a:pt x="1752457" y="1501409"/>
                  </a:lnTo>
                  <a:lnTo>
                    <a:pt x="1752230" y="1501480"/>
                  </a:lnTo>
                  <a:lnTo>
                    <a:pt x="1751984" y="1501536"/>
                  </a:lnTo>
                  <a:lnTo>
                    <a:pt x="1751897" y="1501550"/>
                  </a:lnTo>
                  <a:lnTo>
                    <a:pt x="1751712" y="1501452"/>
                  </a:lnTo>
                  <a:lnTo>
                    <a:pt x="1751686" y="1501426"/>
                  </a:lnTo>
                  <a:lnTo>
                    <a:pt x="1751563" y="1501309"/>
                  </a:lnTo>
                  <a:lnTo>
                    <a:pt x="1751558" y="1501307"/>
                  </a:lnTo>
                  <a:lnTo>
                    <a:pt x="1751420" y="1501350"/>
                  </a:lnTo>
                  <a:lnTo>
                    <a:pt x="1751338" y="1501415"/>
                  </a:lnTo>
                  <a:lnTo>
                    <a:pt x="1751221" y="1501558"/>
                  </a:lnTo>
                  <a:lnTo>
                    <a:pt x="1751093" y="1501746"/>
                  </a:lnTo>
                  <a:lnTo>
                    <a:pt x="1750962" y="1502023"/>
                  </a:lnTo>
                  <a:lnTo>
                    <a:pt x="1750961" y="1502109"/>
                  </a:lnTo>
                  <a:lnTo>
                    <a:pt x="1750973" y="1502248"/>
                  </a:lnTo>
                  <a:lnTo>
                    <a:pt x="1751018" y="1502495"/>
                  </a:lnTo>
                  <a:lnTo>
                    <a:pt x="1751042" y="1502616"/>
                  </a:lnTo>
                  <a:lnTo>
                    <a:pt x="1751032" y="1502652"/>
                  </a:lnTo>
                  <a:lnTo>
                    <a:pt x="1751009" y="1502675"/>
                  </a:lnTo>
                  <a:lnTo>
                    <a:pt x="1750997" y="1502673"/>
                  </a:lnTo>
                  <a:lnTo>
                    <a:pt x="1750990" y="1502682"/>
                  </a:lnTo>
                  <a:lnTo>
                    <a:pt x="1750932" y="1503048"/>
                  </a:lnTo>
                  <a:lnTo>
                    <a:pt x="1750928" y="1503069"/>
                  </a:lnTo>
                  <a:lnTo>
                    <a:pt x="1750918" y="1503133"/>
                  </a:lnTo>
                  <a:lnTo>
                    <a:pt x="1750932" y="1503225"/>
                  </a:lnTo>
                  <a:lnTo>
                    <a:pt x="1751027" y="1503200"/>
                  </a:lnTo>
                  <a:lnTo>
                    <a:pt x="1751032" y="1503201"/>
                  </a:lnTo>
                  <a:lnTo>
                    <a:pt x="1751740" y="1503373"/>
                  </a:lnTo>
                  <a:lnTo>
                    <a:pt x="1751766" y="1503379"/>
                  </a:lnTo>
                  <a:lnTo>
                    <a:pt x="1751773" y="1503377"/>
                  </a:lnTo>
                  <a:lnTo>
                    <a:pt x="1751790" y="1503371"/>
                  </a:lnTo>
                  <a:lnTo>
                    <a:pt x="1752071" y="1503011"/>
                  </a:lnTo>
                  <a:lnTo>
                    <a:pt x="1752076" y="1502893"/>
                  </a:lnTo>
                  <a:lnTo>
                    <a:pt x="1752067" y="1502764"/>
                  </a:lnTo>
                  <a:lnTo>
                    <a:pt x="1752049" y="1502695"/>
                  </a:lnTo>
                  <a:lnTo>
                    <a:pt x="1752042" y="1502677"/>
                  </a:lnTo>
                  <a:lnTo>
                    <a:pt x="1752055" y="1502649"/>
                  </a:lnTo>
                  <a:lnTo>
                    <a:pt x="1752079" y="1502621"/>
                  </a:lnTo>
                  <a:lnTo>
                    <a:pt x="1752117" y="1502593"/>
                  </a:lnTo>
                  <a:lnTo>
                    <a:pt x="1752185" y="1502583"/>
                  </a:lnTo>
                  <a:lnTo>
                    <a:pt x="1752303" y="1502630"/>
                  </a:lnTo>
                  <a:lnTo>
                    <a:pt x="1752493" y="1502535"/>
                  </a:lnTo>
                  <a:lnTo>
                    <a:pt x="1752575" y="1502501"/>
                  </a:lnTo>
                  <a:lnTo>
                    <a:pt x="1752845" y="1502459"/>
                  </a:lnTo>
                  <a:lnTo>
                    <a:pt x="1752901" y="1502470"/>
                  </a:lnTo>
                  <a:lnTo>
                    <a:pt x="1753000" y="1502508"/>
                  </a:lnTo>
                  <a:lnTo>
                    <a:pt x="1753061" y="1502569"/>
                  </a:lnTo>
                  <a:lnTo>
                    <a:pt x="1753095" y="1502621"/>
                  </a:lnTo>
                  <a:lnTo>
                    <a:pt x="1753380" y="1503073"/>
                  </a:lnTo>
                  <a:lnTo>
                    <a:pt x="1753642" y="1503400"/>
                  </a:lnTo>
                  <a:lnTo>
                    <a:pt x="1753680" y="1503485"/>
                  </a:lnTo>
                  <a:lnTo>
                    <a:pt x="1753715" y="1503541"/>
                  </a:lnTo>
                  <a:lnTo>
                    <a:pt x="1753777" y="1503589"/>
                  </a:lnTo>
                  <a:lnTo>
                    <a:pt x="1754413" y="1503745"/>
                  </a:lnTo>
                  <a:lnTo>
                    <a:pt x="1754787" y="1503851"/>
                  </a:lnTo>
                  <a:lnTo>
                    <a:pt x="1754826" y="1503857"/>
                  </a:lnTo>
                  <a:lnTo>
                    <a:pt x="1755180" y="1503890"/>
                  </a:lnTo>
                  <a:lnTo>
                    <a:pt x="1755246" y="1503866"/>
                  </a:lnTo>
                  <a:lnTo>
                    <a:pt x="1755366" y="1503802"/>
                  </a:lnTo>
                  <a:lnTo>
                    <a:pt x="1755426" y="1503751"/>
                  </a:lnTo>
                  <a:lnTo>
                    <a:pt x="1755492" y="1503762"/>
                  </a:lnTo>
                  <a:lnTo>
                    <a:pt x="1755498" y="1503789"/>
                  </a:lnTo>
                  <a:lnTo>
                    <a:pt x="1755544" y="1504035"/>
                  </a:lnTo>
                  <a:lnTo>
                    <a:pt x="1755536" y="1504050"/>
                  </a:lnTo>
                  <a:lnTo>
                    <a:pt x="1755505" y="1504064"/>
                  </a:lnTo>
                  <a:lnTo>
                    <a:pt x="1755463" y="1504112"/>
                  </a:lnTo>
                  <a:lnTo>
                    <a:pt x="1755402" y="1504199"/>
                  </a:lnTo>
                  <a:lnTo>
                    <a:pt x="1755391" y="1504292"/>
                  </a:lnTo>
                  <a:lnTo>
                    <a:pt x="1755400" y="1504369"/>
                  </a:lnTo>
                  <a:lnTo>
                    <a:pt x="1755412" y="1504401"/>
                  </a:lnTo>
                  <a:lnTo>
                    <a:pt x="1755481" y="1504470"/>
                  </a:lnTo>
                  <a:lnTo>
                    <a:pt x="1755561" y="1504525"/>
                  </a:lnTo>
                  <a:lnTo>
                    <a:pt x="1755779" y="1504658"/>
                  </a:lnTo>
                  <a:lnTo>
                    <a:pt x="1755847" y="1504687"/>
                  </a:lnTo>
                  <a:lnTo>
                    <a:pt x="1755943" y="1504777"/>
                  </a:lnTo>
                  <a:lnTo>
                    <a:pt x="1755985" y="1504830"/>
                  </a:lnTo>
                  <a:lnTo>
                    <a:pt x="1756146" y="1505071"/>
                  </a:lnTo>
                  <a:lnTo>
                    <a:pt x="1756206" y="1505187"/>
                  </a:lnTo>
                  <a:lnTo>
                    <a:pt x="1756233" y="1505284"/>
                  </a:lnTo>
                  <a:lnTo>
                    <a:pt x="1756221" y="1505335"/>
                  </a:lnTo>
                  <a:lnTo>
                    <a:pt x="1756164" y="1505451"/>
                  </a:lnTo>
                  <a:lnTo>
                    <a:pt x="1755927" y="1505744"/>
                  </a:lnTo>
                  <a:lnTo>
                    <a:pt x="1755712" y="1505957"/>
                  </a:lnTo>
                  <a:lnTo>
                    <a:pt x="1755539" y="1506014"/>
                  </a:lnTo>
                  <a:lnTo>
                    <a:pt x="1755479" y="1505992"/>
                  </a:lnTo>
                  <a:lnTo>
                    <a:pt x="1755455" y="1505989"/>
                  </a:lnTo>
                  <a:lnTo>
                    <a:pt x="1755008" y="1506062"/>
                  </a:lnTo>
                  <a:lnTo>
                    <a:pt x="1754981" y="1506093"/>
                  </a:lnTo>
                  <a:lnTo>
                    <a:pt x="1754971" y="1506116"/>
                  </a:lnTo>
                  <a:lnTo>
                    <a:pt x="1754965" y="1506199"/>
                  </a:lnTo>
                  <a:lnTo>
                    <a:pt x="1754959" y="1506282"/>
                  </a:lnTo>
                  <a:lnTo>
                    <a:pt x="1754949" y="1506298"/>
                  </a:lnTo>
                  <a:lnTo>
                    <a:pt x="1754909" y="1506300"/>
                  </a:lnTo>
                  <a:lnTo>
                    <a:pt x="1754819" y="1506282"/>
                  </a:lnTo>
                  <a:lnTo>
                    <a:pt x="1754696" y="1506245"/>
                  </a:lnTo>
                  <a:lnTo>
                    <a:pt x="1754538" y="1506208"/>
                  </a:lnTo>
                  <a:lnTo>
                    <a:pt x="1754485" y="1506219"/>
                  </a:lnTo>
                  <a:lnTo>
                    <a:pt x="1754455" y="1506243"/>
                  </a:lnTo>
                  <a:lnTo>
                    <a:pt x="1754402" y="1506306"/>
                  </a:lnTo>
                  <a:lnTo>
                    <a:pt x="1754388" y="1506330"/>
                  </a:lnTo>
                  <a:lnTo>
                    <a:pt x="1754363" y="1506411"/>
                  </a:lnTo>
                  <a:lnTo>
                    <a:pt x="1754363" y="1506436"/>
                  </a:lnTo>
                  <a:lnTo>
                    <a:pt x="1754369" y="1506448"/>
                  </a:lnTo>
                  <a:lnTo>
                    <a:pt x="1754374" y="1506455"/>
                  </a:lnTo>
                  <a:lnTo>
                    <a:pt x="1754330" y="1506542"/>
                  </a:lnTo>
                  <a:lnTo>
                    <a:pt x="1754103" y="1506554"/>
                  </a:lnTo>
                  <a:lnTo>
                    <a:pt x="1753731" y="1506677"/>
                  </a:lnTo>
                  <a:lnTo>
                    <a:pt x="1753587" y="1506816"/>
                  </a:lnTo>
                  <a:lnTo>
                    <a:pt x="1753570" y="1506835"/>
                  </a:lnTo>
                  <a:lnTo>
                    <a:pt x="1753499" y="1506946"/>
                  </a:lnTo>
                  <a:lnTo>
                    <a:pt x="1753490" y="1506983"/>
                  </a:lnTo>
                  <a:lnTo>
                    <a:pt x="1753437" y="1506989"/>
                  </a:lnTo>
                  <a:lnTo>
                    <a:pt x="1753292" y="1506954"/>
                  </a:lnTo>
                  <a:lnTo>
                    <a:pt x="1753258" y="1506936"/>
                  </a:lnTo>
                  <a:lnTo>
                    <a:pt x="1753222" y="1506905"/>
                  </a:lnTo>
                  <a:lnTo>
                    <a:pt x="1753194" y="1506866"/>
                  </a:lnTo>
                  <a:lnTo>
                    <a:pt x="1753165" y="1506815"/>
                  </a:lnTo>
                  <a:lnTo>
                    <a:pt x="1753090" y="1506744"/>
                  </a:lnTo>
                  <a:lnTo>
                    <a:pt x="1753017" y="1506683"/>
                  </a:lnTo>
                  <a:lnTo>
                    <a:pt x="1752983" y="1506671"/>
                  </a:lnTo>
                  <a:lnTo>
                    <a:pt x="1752951" y="1506664"/>
                  </a:lnTo>
                  <a:lnTo>
                    <a:pt x="1752845" y="1506687"/>
                  </a:lnTo>
                  <a:lnTo>
                    <a:pt x="1752730" y="1506732"/>
                  </a:lnTo>
                  <a:lnTo>
                    <a:pt x="1752576" y="1506829"/>
                  </a:lnTo>
                  <a:lnTo>
                    <a:pt x="1752430" y="1506945"/>
                  </a:lnTo>
                  <a:lnTo>
                    <a:pt x="1752159" y="1507219"/>
                  </a:lnTo>
                  <a:lnTo>
                    <a:pt x="1752131" y="1507256"/>
                  </a:lnTo>
                  <a:lnTo>
                    <a:pt x="1752104" y="1507306"/>
                  </a:lnTo>
                  <a:lnTo>
                    <a:pt x="1752092" y="1507372"/>
                  </a:lnTo>
                  <a:lnTo>
                    <a:pt x="1752088" y="1507411"/>
                  </a:lnTo>
                  <a:lnTo>
                    <a:pt x="1752097" y="1507469"/>
                  </a:lnTo>
                  <a:lnTo>
                    <a:pt x="1752104" y="1507485"/>
                  </a:lnTo>
                  <a:lnTo>
                    <a:pt x="1752141" y="1507506"/>
                  </a:lnTo>
                  <a:lnTo>
                    <a:pt x="1752162" y="1507517"/>
                  </a:lnTo>
                  <a:lnTo>
                    <a:pt x="1752213" y="1507519"/>
                  </a:lnTo>
                  <a:lnTo>
                    <a:pt x="1752230" y="1507530"/>
                  </a:lnTo>
                  <a:lnTo>
                    <a:pt x="1752257" y="1507558"/>
                  </a:lnTo>
                  <a:lnTo>
                    <a:pt x="1752256" y="1507576"/>
                  </a:lnTo>
                  <a:lnTo>
                    <a:pt x="1752189" y="1507677"/>
                  </a:lnTo>
                  <a:lnTo>
                    <a:pt x="1752072" y="1507761"/>
                  </a:lnTo>
                  <a:lnTo>
                    <a:pt x="1751987" y="1507817"/>
                  </a:lnTo>
                  <a:lnTo>
                    <a:pt x="1751900" y="1507884"/>
                  </a:lnTo>
                  <a:lnTo>
                    <a:pt x="1751796" y="1507973"/>
                  </a:lnTo>
                  <a:lnTo>
                    <a:pt x="1751781" y="1508003"/>
                  </a:lnTo>
                  <a:lnTo>
                    <a:pt x="1751796" y="1508128"/>
                  </a:lnTo>
                  <a:lnTo>
                    <a:pt x="1751787" y="1508156"/>
                  </a:lnTo>
                  <a:lnTo>
                    <a:pt x="1751778" y="1508164"/>
                  </a:lnTo>
                  <a:lnTo>
                    <a:pt x="1751642" y="1508254"/>
                  </a:lnTo>
                  <a:lnTo>
                    <a:pt x="1751107" y="1508323"/>
                  </a:lnTo>
                  <a:lnTo>
                    <a:pt x="1751009" y="1508297"/>
                  </a:lnTo>
                  <a:lnTo>
                    <a:pt x="1750887" y="1508187"/>
                  </a:lnTo>
                  <a:lnTo>
                    <a:pt x="1750772" y="1508076"/>
                  </a:lnTo>
                  <a:lnTo>
                    <a:pt x="1750764" y="1508060"/>
                  </a:lnTo>
                  <a:lnTo>
                    <a:pt x="1750788" y="1507865"/>
                  </a:lnTo>
                  <a:lnTo>
                    <a:pt x="1750792" y="1507836"/>
                  </a:lnTo>
                  <a:lnTo>
                    <a:pt x="1750815" y="1507729"/>
                  </a:lnTo>
                  <a:lnTo>
                    <a:pt x="1750834" y="1507611"/>
                  </a:lnTo>
                  <a:lnTo>
                    <a:pt x="1750824" y="1507580"/>
                  </a:lnTo>
                  <a:lnTo>
                    <a:pt x="1750786" y="1507530"/>
                  </a:lnTo>
                  <a:lnTo>
                    <a:pt x="1750624" y="1507450"/>
                  </a:lnTo>
                  <a:lnTo>
                    <a:pt x="1750544" y="1507461"/>
                  </a:lnTo>
                  <a:lnTo>
                    <a:pt x="1750326" y="1507446"/>
                  </a:lnTo>
                  <a:lnTo>
                    <a:pt x="1750227" y="1507376"/>
                  </a:lnTo>
                  <a:lnTo>
                    <a:pt x="1750202" y="1507335"/>
                  </a:lnTo>
                  <a:lnTo>
                    <a:pt x="1750245" y="1506984"/>
                  </a:lnTo>
                  <a:lnTo>
                    <a:pt x="1750249" y="1506966"/>
                  </a:lnTo>
                  <a:lnTo>
                    <a:pt x="1750342" y="1506734"/>
                  </a:lnTo>
                  <a:lnTo>
                    <a:pt x="1750432" y="1506433"/>
                  </a:lnTo>
                  <a:lnTo>
                    <a:pt x="1750435" y="1506410"/>
                  </a:lnTo>
                  <a:lnTo>
                    <a:pt x="1750399" y="1506352"/>
                  </a:lnTo>
                  <a:lnTo>
                    <a:pt x="1750351" y="1506307"/>
                  </a:lnTo>
                  <a:lnTo>
                    <a:pt x="1750295" y="1506290"/>
                  </a:lnTo>
                  <a:lnTo>
                    <a:pt x="1750277" y="1506300"/>
                  </a:lnTo>
                  <a:lnTo>
                    <a:pt x="1750237" y="1506295"/>
                  </a:lnTo>
                  <a:lnTo>
                    <a:pt x="1750120" y="1506249"/>
                  </a:lnTo>
                  <a:lnTo>
                    <a:pt x="1750079" y="1506215"/>
                  </a:lnTo>
                  <a:lnTo>
                    <a:pt x="1750071" y="1506203"/>
                  </a:lnTo>
                  <a:lnTo>
                    <a:pt x="1750069" y="1506186"/>
                  </a:lnTo>
                  <a:lnTo>
                    <a:pt x="1750101" y="1506091"/>
                  </a:lnTo>
                  <a:lnTo>
                    <a:pt x="1750138" y="1505992"/>
                  </a:lnTo>
                  <a:lnTo>
                    <a:pt x="1750118" y="1505796"/>
                  </a:lnTo>
                  <a:lnTo>
                    <a:pt x="1750052" y="1505618"/>
                  </a:lnTo>
                  <a:lnTo>
                    <a:pt x="1749982" y="1505513"/>
                  </a:lnTo>
                  <a:lnTo>
                    <a:pt x="1749967" y="1505474"/>
                  </a:lnTo>
                  <a:lnTo>
                    <a:pt x="1749948" y="1505273"/>
                  </a:lnTo>
                  <a:lnTo>
                    <a:pt x="1749971" y="1505241"/>
                  </a:lnTo>
                  <a:lnTo>
                    <a:pt x="1749995" y="1505231"/>
                  </a:lnTo>
                  <a:lnTo>
                    <a:pt x="1750056" y="1505222"/>
                  </a:lnTo>
                  <a:lnTo>
                    <a:pt x="1750089" y="1505234"/>
                  </a:lnTo>
                  <a:lnTo>
                    <a:pt x="1750106" y="1505231"/>
                  </a:lnTo>
                  <a:lnTo>
                    <a:pt x="1750138" y="1505183"/>
                  </a:lnTo>
                  <a:lnTo>
                    <a:pt x="1750193" y="1505093"/>
                  </a:lnTo>
                  <a:lnTo>
                    <a:pt x="1750348" y="1504782"/>
                  </a:lnTo>
                  <a:lnTo>
                    <a:pt x="1750382" y="1504713"/>
                  </a:lnTo>
                  <a:lnTo>
                    <a:pt x="1750389" y="1504622"/>
                  </a:lnTo>
                  <a:lnTo>
                    <a:pt x="1750413" y="1504201"/>
                  </a:lnTo>
                  <a:lnTo>
                    <a:pt x="1750390" y="1504151"/>
                  </a:lnTo>
                  <a:lnTo>
                    <a:pt x="1750370" y="1504130"/>
                  </a:lnTo>
                  <a:lnTo>
                    <a:pt x="1750266" y="1504042"/>
                  </a:lnTo>
                  <a:lnTo>
                    <a:pt x="1750098" y="1503744"/>
                  </a:lnTo>
                  <a:lnTo>
                    <a:pt x="1750024" y="1503563"/>
                  </a:lnTo>
                  <a:lnTo>
                    <a:pt x="1750011" y="1503547"/>
                  </a:lnTo>
                  <a:lnTo>
                    <a:pt x="1749909" y="1503499"/>
                  </a:lnTo>
                  <a:lnTo>
                    <a:pt x="1749799" y="1503476"/>
                  </a:lnTo>
                  <a:lnTo>
                    <a:pt x="1749783" y="1503479"/>
                  </a:lnTo>
                  <a:lnTo>
                    <a:pt x="1749664" y="1503457"/>
                  </a:lnTo>
                  <a:lnTo>
                    <a:pt x="1749597" y="1503427"/>
                  </a:lnTo>
                  <a:lnTo>
                    <a:pt x="1749557" y="1503348"/>
                  </a:lnTo>
                  <a:lnTo>
                    <a:pt x="1749534" y="1503275"/>
                  </a:lnTo>
                  <a:lnTo>
                    <a:pt x="1749367" y="1502899"/>
                  </a:lnTo>
                  <a:lnTo>
                    <a:pt x="1749246" y="1502546"/>
                  </a:lnTo>
                  <a:lnTo>
                    <a:pt x="1749240" y="1502536"/>
                  </a:lnTo>
                  <a:lnTo>
                    <a:pt x="1749213" y="1502524"/>
                  </a:lnTo>
                  <a:lnTo>
                    <a:pt x="1749036" y="1502493"/>
                  </a:lnTo>
                  <a:lnTo>
                    <a:pt x="1748862" y="1502471"/>
                  </a:lnTo>
                  <a:lnTo>
                    <a:pt x="1748520" y="1502428"/>
                  </a:lnTo>
                  <a:lnTo>
                    <a:pt x="1748351" y="1502340"/>
                  </a:lnTo>
                  <a:lnTo>
                    <a:pt x="1748113" y="1502185"/>
                  </a:lnTo>
                  <a:lnTo>
                    <a:pt x="1748111" y="1502175"/>
                  </a:lnTo>
                  <a:lnTo>
                    <a:pt x="1748178" y="1501876"/>
                  </a:lnTo>
                  <a:lnTo>
                    <a:pt x="1748170" y="1501721"/>
                  </a:lnTo>
                  <a:lnTo>
                    <a:pt x="1748154" y="1501597"/>
                  </a:lnTo>
                  <a:lnTo>
                    <a:pt x="1748084" y="1501485"/>
                  </a:lnTo>
                  <a:lnTo>
                    <a:pt x="1747944" y="1501250"/>
                  </a:lnTo>
                  <a:lnTo>
                    <a:pt x="1747881" y="1501108"/>
                  </a:lnTo>
                  <a:lnTo>
                    <a:pt x="1747850" y="1501004"/>
                  </a:lnTo>
                  <a:lnTo>
                    <a:pt x="1747830" y="1500975"/>
                  </a:lnTo>
                  <a:lnTo>
                    <a:pt x="1747537" y="1500850"/>
                  </a:lnTo>
                  <a:lnTo>
                    <a:pt x="1747351" y="1500819"/>
                  </a:lnTo>
                  <a:lnTo>
                    <a:pt x="1747281" y="1500747"/>
                  </a:lnTo>
                  <a:lnTo>
                    <a:pt x="1747242" y="1500625"/>
                  </a:lnTo>
                  <a:lnTo>
                    <a:pt x="1747148" y="1500501"/>
                  </a:lnTo>
                  <a:lnTo>
                    <a:pt x="1747139" y="1500495"/>
                  </a:lnTo>
                  <a:lnTo>
                    <a:pt x="1747127" y="1500485"/>
                  </a:lnTo>
                  <a:lnTo>
                    <a:pt x="1746922" y="1500459"/>
                  </a:lnTo>
                  <a:lnTo>
                    <a:pt x="1746682" y="1500421"/>
                  </a:lnTo>
                  <a:lnTo>
                    <a:pt x="1746218" y="1500357"/>
                  </a:lnTo>
                  <a:lnTo>
                    <a:pt x="1746043" y="1500385"/>
                  </a:lnTo>
                  <a:lnTo>
                    <a:pt x="1745600" y="1500504"/>
                  </a:lnTo>
                  <a:lnTo>
                    <a:pt x="1745489" y="1500544"/>
                  </a:lnTo>
                  <a:lnTo>
                    <a:pt x="1745398" y="1500579"/>
                  </a:lnTo>
                  <a:lnTo>
                    <a:pt x="1745329" y="1500615"/>
                  </a:lnTo>
                  <a:lnTo>
                    <a:pt x="1745186" y="1500688"/>
                  </a:lnTo>
                  <a:lnTo>
                    <a:pt x="1745054" y="1500754"/>
                  </a:lnTo>
                  <a:lnTo>
                    <a:pt x="1744686" y="1500926"/>
                  </a:lnTo>
                  <a:lnTo>
                    <a:pt x="1744499" y="1501013"/>
                  </a:lnTo>
                  <a:lnTo>
                    <a:pt x="1744436" y="1501046"/>
                  </a:lnTo>
                  <a:lnTo>
                    <a:pt x="1744414" y="1501058"/>
                  </a:lnTo>
                  <a:lnTo>
                    <a:pt x="1744407" y="1501062"/>
                  </a:lnTo>
                  <a:lnTo>
                    <a:pt x="1744388" y="1501073"/>
                  </a:lnTo>
                  <a:lnTo>
                    <a:pt x="1744292" y="1501126"/>
                  </a:lnTo>
                  <a:lnTo>
                    <a:pt x="1744123" y="1501134"/>
                  </a:lnTo>
                  <a:lnTo>
                    <a:pt x="1743968" y="1501101"/>
                  </a:lnTo>
                  <a:lnTo>
                    <a:pt x="1743925" y="1501036"/>
                  </a:lnTo>
                  <a:lnTo>
                    <a:pt x="1743887" y="1500996"/>
                  </a:lnTo>
                  <a:lnTo>
                    <a:pt x="1743689" y="1500858"/>
                  </a:lnTo>
                  <a:lnTo>
                    <a:pt x="1743583" y="1500822"/>
                  </a:lnTo>
                  <a:lnTo>
                    <a:pt x="1743429" y="1500883"/>
                  </a:lnTo>
                  <a:lnTo>
                    <a:pt x="1742959" y="1501026"/>
                  </a:lnTo>
                  <a:lnTo>
                    <a:pt x="1742753" y="1501135"/>
                  </a:lnTo>
                  <a:lnTo>
                    <a:pt x="1742684" y="1501177"/>
                  </a:lnTo>
                  <a:lnTo>
                    <a:pt x="1742651" y="1501198"/>
                  </a:lnTo>
                  <a:lnTo>
                    <a:pt x="1742582" y="1501244"/>
                  </a:lnTo>
                  <a:lnTo>
                    <a:pt x="1742420" y="1501477"/>
                  </a:lnTo>
                  <a:lnTo>
                    <a:pt x="1742411" y="1501582"/>
                  </a:lnTo>
                  <a:lnTo>
                    <a:pt x="1742420" y="1501601"/>
                  </a:lnTo>
                  <a:lnTo>
                    <a:pt x="1742472" y="1501625"/>
                  </a:lnTo>
                  <a:lnTo>
                    <a:pt x="1742529" y="1501678"/>
                  </a:lnTo>
                  <a:lnTo>
                    <a:pt x="1742536" y="1501759"/>
                  </a:lnTo>
                  <a:lnTo>
                    <a:pt x="1742534" y="1501836"/>
                  </a:lnTo>
                  <a:lnTo>
                    <a:pt x="1742533" y="1501848"/>
                  </a:lnTo>
                  <a:lnTo>
                    <a:pt x="1742442" y="1502378"/>
                  </a:lnTo>
                  <a:lnTo>
                    <a:pt x="1742299" y="1502365"/>
                  </a:lnTo>
                  <a:lnTo>
                    <a:pt x="1741951" y="1501940"/>
                  </a:lnTo>
                  <a:lnTo>
                    <a:pt x="1741713" y="1501730"/>
                  </a:lnTo>
                  <a:lnTo>
                    <a:pt x="1741565" y="1501619"/>
                  </a:lnTo>
                  <a:lnTo>
                    <a:pt x="1741387" y="1501593"/>
                  </a:lnTo>
                  <a:lnTo>
                    <a:pt x="1741121" y="1501871"/>
                  </a:lnTo>
                  <a:lnTo>
                    <a:pt x="1739951" y="1503028"/>
                  </a:lnTo>
                  <a:lnTo>
                    <a:pt x="1739681" y="1503329"/>
                  </a:lnTo>
                  <a:lnTo>
                    <a:pt x="1739576" y="1503540"/>
                  </a:lnTo>
                  <a:lnTo>
                    <a:pt x="1739479" y="1503686"/>
                  </a:lnTo>
                  <a:lnTo>
                    <a:pt x="1739463" y="1503705"/>
                  </a:lnTo>
                  <a:lnTo>
                    <a:pt x="1739361" y="1503787"/>
                  </a:lnTo>
                  <a:lnTo>
                    <a:pt x="1739337" y="1503793"/>
                  </a:lnTo>
                  <a:lnTo>
                    <a:pt x="1739309" y="1503800"/>
                  </a:lnTo>
                  <a:lnTo>
                    <a:pt x="1739294" y="1503804"/>
                  </a:lnTo>
                  <a:lnTo>
                    <a:pt x="1739233" y="1503801"/>
                  </a:lnTo>
                  <a:lnTo>
                    <a:pt x="1739197" y="1503756"/>
                  </a:lnTo>
                  <a:lnTo>
                    <a:pt x="1739186" y="1503758"/>
                  </a:lnTo>
                  <a:lnTo>
                    <a:pt x="1739100" y="1503782"/>
                  </a:lnTo>
                  <a:lnTo>
                    <a:pt x="1739018" y="1503811"/>
                  </a:lnTo>
                  <a:lnTo>
                    <a:pt x="1738935" y="1503848"/>
                  </a:lnTo>
                  <a:lnTo>
                    <a:pt x="1738589" y="1504205"/>
                  </a:lnTo>
                  <a:lnTo>
                    <a:pt x="1738573" y="1504222"/>
                  </a:lnTo>
                  <a:lnTo>
                    <a:pt x="1738540" y="1504286"/>
                  </a:lnTo>
                  <a:lnTo>
                    <a:pt x="1738537" y="1504549"/>
                  </a:lnTo>
                  <a:lnTo>
                    <a:pt x="1738541" y="1504667"/>
                  </a:lnTo>
                  <a:lnTo>
                    <a:pt x="1738543" y="1504702"/>
                  </a:lnTo>
                  <a:lnTo>
                    <a:pt x="1738575" y="1504741"/>
                  </a:lnTo>
                  <a:lnTo>
                    <a:pt x="1738602" y="1504751"/>
                  </a:lnTo>
                  <a:lnTo>
                    <a:pt x="1738634" y="1504750"/>
                  </a:lnTo>
                  <a:lnTo>
                    <a:pt x="1738636" y="1504742"/>
                  </a:lnTo>
                  <a:lnTo>
                    <a:pt x="1738869" y="1504682"/>
                  </a:lnTo>
                  <a:lnTo>
                    <a:pt x="1739613" y="1504369"/>
                  </a:lnTo>
                  <a:lnTo>
                    <a:pt x="1739706" y="1504299"/>
                  </a:lnTo>
                  <a:lnTo>
                    <a:pt x="1739790" y="1504174"/>
                  </a:lnTo>
                  <a:lnTo>
                    <a:pt x="1739807" y="1504120"/>
                  </a:lnTo>
                  <a:lnTo>
                    <a:pt x="1739817" y="1504057"/>
                  </a:lnTo>
                  <a:lnTo>
                    <a:pt x="1739810" y="1504033"/>
                  </a:lnTo>
                  <a:lnTo>
                    <a:pt x="1739817" y="1503960"/>
                  </a:lnTo>
                  <a:lnTo>
                    <a:pt x="1739922" y="1503682"/>
                  </a:lnTo>
                  <a:lnTo>
                    <a:pt x="1739961" y="1503589"/>
                  </a:lnTo>
                  <a:lnTo>
                    <a:pt x="1740000" y="1503551"/>
                  </a:lnTo>
                  <a:lnTo>
                    <a:pt x="1740093" y="1503521"/>
                  </a:lnTo>
                  <a:lnTo>
                    <a:pt x="1740379" y="1503510"/>
                  </a:lnTo>
                  <a:lnTo>
                    <a:pt x="1740580" y="1503523"/>
                  </a:lnTo>
                  <a:lnTo>
                    <a:pt x="1740659" y="1503612"/>
                  </a:lnTo>
                  <a:lnTo>
                    <a:pt x="1740828" y="1503951"/>
                  </a:lnTo>
                  <a:lnTo>
                    <a:pt x="1740854" y="1503977"/>
                  </a:lnTo>
                  <a:lnTo>
                    <a:pt x="1741035" y="1504151"/>
                  </a:lnTo>
                  <a:lnTo>
                    <a:pt x="1741061" y="1504206"/>
                  </a:lnTo>
                  <a:lnTo>
                    <a:pt x="1741059" y="1504255"/>
                  </a:lnTo>
                  <a:lnTo>
                    <a:pt x="1741039" y="1504303"/>
                  </a:lnTo>
                  <a:lnTo>
                    <a:pt x="1740990" y="1504316"/>
                  </a:lnTo>
                  <a:lnTo>
                    <a:pt x="1740922" y="1504322"/>
                  </a:lnTo>
                  <a:lnTo>
                    <a:pt x="1740903" y="1504333"/>
                  </a:lnTo>
                  <a:lnTo>
                    <a:pt x="1740862" y="1504430"/>
                  </a:lnTo>
                  <a:lnTo>
                    <a:pt x="1740803" y="1504623"/>
                  </a:lnTo>
                  <a:lnTo>
                    <a:pt x="1740798" y="1504639"/>
                  </a:lnTo>
                  <a:lnTo>
                    <a:pt x="1740809" y="1504667"/>
                  </a:lnTo>
                  <a:lnTo>
                    <a:pt x="1740826" y="1504692"/>
                  </a:lnTo>
                  <a:lnTo>
                    <a:pt x="1740864" y="1504717"/>
                  </a:lnTo>
                  <a:lnTo>
                    <a:pt x="1740923" y="1504695"/>
                  </a:lnTo>
                  <a:lnTo>
                    <a:pt x="1741005" y="1504647"/>
                  </a:lnTo>
                  <a:lnTo>
                    <a:pt x="1741392" y="1504560"/>
                  </a:lnTo>
                  <a:lnTo>
                    <a:pt x="1741428" y="1504546"/>
                  </a:lnTo>
                  <a:lnTo>
                    <a:pt x="1741577" y="1504530"/>
                  </a:lnTo>
                  <a:lnTo>
                    <a:pt x="1741736" y="1504584"/>
                  </a:lnTo>
                  <a:lnTo>
                    <a:pt x="1741828" y="1504680"/>
                  </a:lnTo>
                  <a:lnTo>
                    <a:pt x="1741845" y="1504698"/>
                  </a:lnTo>
                  <a:lnTo>
                    <a:pt x="1741833" y="1504760"/>
                  </a:lnTo>
                  <a:lnTo>
                    <a:pt x="1741825" y="1504769"/>
                  </a:lnTo>
                  <a:lnTo>
                    <a:pt x="1741718" y="1504888"/>
                  </a:lnTo>
                  <a:lnTo>
                    <a:pt x="1741568" y="1505039"/>
                  </a:lnTo>
                  <a:lnTo>
                    <a:pt x="1741406" y="1505132"/>
                  </a:lnTo>
                  <a:lnTo>
                    <a:pt x="1741305" y="1505193"/>
                  </a:lnTo>
                  <a:lnTo>
                    <a:pt x="1741237" y="1505298"/>
                  </a:lnTo>
                  <a:lnTo>
                    <a:pt x="1741349" y="1505450"/>
                  </a:lnTo>
                  <a:lnTo>
                    <a:pt x="1741462" y="1505447"/>
                  </a:lnTo>
                  <a:lnTo>
                    <a:pt x="1741499" y="1505429"/>
                  </a:lnTo>
                  <a:lnTo>
                    <a:pt x="1741597" y="1505410"/>
                  </a:lnTo>
                  <a:lnTo>
                    <a:pt x="1741757" y="1505388"/>
                  </a:lnTo>
                  <a:lnTo>
                    <a:pt x="1741816" y="1505391"/>
                  </a:lnTo>
                  <a:lnTo>
                    <a:pt x="1741830" y="1505397"/>
                  </a:lnTo>
                  <a:lnTo>
                    <a:pt x="1742086" y="1505490"/>
                  </a:lnTo>
                  <a:lnTo>
                    <a:pt x="1742149" y="1505512"/>
                  </a:lnTo>
                  <a:lnTo>
                    <a:pt x="1742175" y="1505532"/>
                  </a:lnTo>
                  <a:lnTo>
                    <a:pt x="1742236" y="1505666"/>
                  </a:lnTo>
                  <a:lnTo>
                    <a:pt x="1742570" y="1505945"/>
                  </a:lnTo>
                  <a:lnTo>
                    <a:pt x="1742629" y="1505955"/>
                  </a:lnTo>
                  <a:lnTo>
                    <a:pt x="1742727" y="1505866"/>
                  </a:lnTo>
                  <a:lnTo>
                    <a:pt x="1742867" y="1505804"/>
                  </a:lnTo>
                  <a:lnTo>
                    <a:pt x="1743066" y="1505724"/>
                  </a:lnTo>
                  <a:lnTo>
                    <a:pt x="1743098" y="1505718"/>
                  </a:lnTo>
                  <a:lnTo>
                    <a:pt x="1743165" y="1505723"/>
                  </a:lnTo>
                  <a:lnTo>
                    <a:pt x="1743366" y="1505693"/>
                  </a:lnTo>
                  <a:lnTo>
                    <a:pt x="1743631" y="1505557"/>
                  </a:lnTo>
                  <a:lnTo>
                    <a:pt x="1743649" y="1505538"/>
                  </a:lnTo>
                  <a:lnTo>
                    <a:pt x="1743847" y="1505394"/>
                  </a:lnTo>
                  <a:lnTo>
                    <a:pt x="1743885" y="1505371"/>
                  </a:lnTo>
                  <a:lnTo>
                    <a:pt x="1743979" y="1505445"/>
                  </a:lnTo>
                  <a:lnTo>
                    <a:pt x="1744006" y="1505522"/>
                  </a:lnTo>
                  <a:lnTo>
                    <a:pt x="1743979" y="1505560"/>
                  </a:lnTo>
                  <a:lnTo>
                    <a:pt x="1743893" y="1505653"/>
                  </a:lnTo>
                  <a:lnTo>
                    <a:pt x="1743816" y="1505715"/>
                  </a:lnTo>
                  <a:lnTo>
                    <a:pt x="1743770" y="1505748"/>
                  </a:lnTo>
                  <a:lnTo>
                    <a:pt x="1743650" y="1505812"/>
                  </a:lnTo>
                  <a:lnTo>
                    <a:pt x="1743546" y="1505881"/>
                  </a:lnTo>
                  <a:lnTo>
                    <a:pt x="1743524" y="1505898"/>
                  </a:lnTo>
                  <a:lnTo>
                    <a:pt x="1743482" y="1505959"/>
                  </a:lnTo>
                  <a:lnTo>
                    <a:pt x="1743471" y="1505986"/>
                  </a:lnTo>
                  <a:lnTo>
                    <a:pt x="1743340" y="1506164"/>
                  </a:lnTo>
                  <a:lnTo>
                    <a:pt x="1743091" y="1506441"/>
                  </a:lnTo>
                  <a:lnTo>
                    <a:pt x="1743072" y="1506458"/>
                  </a:lnTo>
                  <a:lnTo>
                    <a:pt x="1743006" y="1506506"/>
                  </a:lnTo>
                  <a:lnTo>
                    <a:pt x="1742742" y="1506736"/>
                  </a:lnTo>
                  <a:lnTo>
                    <a:pt x="1742661" y="1506791"/>
                  </a:lnTo>
                  <a:lnTo>
                    <a:pt x="1742103" y="1507105"/>
                  </a:lnTo>
                  <a:lnTo>
                    <a:pt x="1741190" y="1507564"/>
                  </a:lnTo>
                  <a:lnTo>
                    <a:pt x="1741074" y="1507603"/>
                  </a:lnTo>
                  <a:lnTo>
                    <a:pt x="1740853" y="1507753"/>
                  </a:lnTo>
                  <a:lnTo>
                    <a:pt x="1740844" y="1507765"/>
                  </a:lnTo>
                  <a:lnTo>
                    <a:pt x="1740784" y="1507839"/>
                  </a:lnTo>
                  <a:lnTo>
                    <a:pt x="1740710" y="1507979"/>
                  </a:lnTo>
                  <a:lnTo>
                    <a:pt x="1740704" y="1508015"/>
                  </a:lnTo>
                  <a:lnTo>
                    <a:pt x="1740658" y="1508078"/>
                  </a:lnTo>
                  <a:lnTo>
                    <a:pt x="1740595" y="1508157"/>
                  </a:lnTo>
                  <a:lnTo>
                    <a:pt x="1740519" y="1508199"/>
                  </a:lnTo>
                  <a:lnTo>
                    <a:pt x="1740484" y="1508207"/>
                  </a:lnTo>
                  <a:lnTo>
                    <a:pt x="1740345" y="1508177"/>
                  </a:lnTo>
                  <a:lnTo>
                    <a:pt x="1740207" y="1508097"/>
                  </a:lnTo>
                  <a:lnTo>
                    <a:pt x="1740168" y="1508053"/>
                  </a:lnTo>
                  <a:lnTo>
                    <a:pt x="1739910" y="1507764"/>
                  </a:lnTo>
                  <a:lnTo>
                    <a:pt x="1739658" y="1507483"/>
                  </a:lnTo>
                  <a:lnTo>
                    <a:pt x="1739570" y="1507336"/>
                  </a:lnTo>
                  <a:lnTo>
                    <a:pt x="1739545" y="1507303"/>
                  </a:lnTo>
                  <a:lnTo>
                    <a:pt x="1739520" y="1507271"/>
                  </a:lnTo>
                  <a:lnTo>
                    <a:pt x="1739497" y="1507265"/>
                  </a:lnTo>
                  <a:lnTo>
                    <a:pt x="1738812" y="1507220"/>
                  </a:lnTo>
                  <a:lnTo>
                    <a:pt x="1738783" y="1507203"/>
                  </a:lnTo>
                  <a:lnTo>
                    <a:pt x="1738743" y="1507218"/>
                  </a:lnTo>
                  <a:lnTo>
                    <a:pt x="1738718" y="1507252"/>
                  </a:lnTo>
                  <a:lnTo>
                    <a:pt x="1738613" y="1507414"/>
                  </a:lnTo>
                  <a:lnTo>
                    <a:pt x="1738559" y="1507524"/>
                  </a:lnTo>
                  <a:lnTo>
                    <a:pt x="1738390" y="1507749"/>
                  </a:lnTo>
                  <a:lnTo>
                    <a:pt x="1738087" y="1508180"/>
                  </a:lnTo>
                  <a:lnTo>
                    <a:pt x="1738066" y="1508211"/>
                  </a:lnTo>
                  <a:lnTo>
                    <a:pt x="1738026" y="1508236"/>
                  </a:lnTo>
                  <a:lnTo>
                    <a:pt x="1737864" y="1508297"/>
                  </a:lnTo>
                  <a:lnTo>
                    <a:pt x="1737622" y="1508230"/>
                  </a:lnTo>
                  <a:lnTo>
                    <a:pt x="1737555" y="1508236"/>
                  </a:lnTo>
                  <a:lnTo>
                    <a:pt x="1737368" y="1508252"/>
                  </a:lnTo>
                  <a:lnTo>
                    <a:pt x="1737193" y="1508372"/>
                  </a:lnTo>
                  <a:lnTo>
                    <a:pt x="1737190" y="1508391"/>
                  </a:lnTo>
                  <a:lnTo>
                    <a:pt x="1737189" y="1508402"/>
                  </a:lnTo>
                  <a:lnTo>
                    <a:pt x="1737222" y="1508508"/>
                  </a:lnTo>
                  <a:lnTo>
                    <a:pt x="1737246" y="1508583"/>
                  </a:lnTo>
                  <a:lnTo>
                    <a:pt x="1737250" y="1508592"/>
                  </a:lnTo>
                  <a:lnTo>
                    <a:pt x="1737367" y="1508683"/>
                  </a:lnTo>
                  <a:lnTo>
                    <a:pt x="1737573" y="1508813"/>
                  </a:lnTo>
                  <a:lnTo>
                    <a:pt x="1737682" y="1508876"/>
                  </a:lnTo>
                  <a:lnTo>
                    <a:pt x="1737693" y="1508853"/>
                  </a:lnTo>
                  <a:lnTo>
                    <a:pt x="1737862" y="1508826"/>
                  </a:lnTo>
                  <a:lnTo>
                    <a:pt x="1737910" y="1508834"/>
                  </a:lnTo>
                  <a:lnTo>
                    <a:pt x="1737954" y="1508850"/>
                  </a:lnTo>
                  <a:lnTo>
                    <a:pt x="1738032" y="1508898"/>
                  </a:lnTo>
                  <a:lnTo>
                    <a:pt x="1738245" y="1509061"/>
                  </a:lnTo>
                  <a:lnTo>
                    <a:pt x="1738581" y="1509328"/>
                  </a:lnTo>
                  <a:lnTo>
                    <a:pt x="1738739" y="1509458"/>
                  </a:lnTo>
                  <a:lnTo>
                    <a:pt x="1738797" y="1509538"/>
                  </a:lnTo>
                  <a:lnTo>
                    <a:pt x="1738811" y="1509573"/>
                  </a:lnTo>
                  <a:lnTo>
                    <a:pt x="1738817" y="1509617"/>
                  </a:lnTo>
                  <a:lnTo>
                    <a:pt x="1738797" y="1509878"/>
                  </a:lnTo>
                  <a:lnTo>
                    <a:pt x="1738754" y="1510185"/>
                  </a:lnTo>
                  <a:lnTo>
                    <a:pt x="1738757" y="1510238"/>
                  </a:lnTo>
                  <a:lnTo>
                    <a:pt x="1738912" y="1510381"/>
                  </a:lnTo>
                  <a:lnTo>
                    <a:pt x="1738952" y="1510413"/>
                  </a:lnTo>
                  <a:lnTo>
                    <a:pt x="1738971" y="1510427"/>
                  </a:lnTo>
                  <a:lnTo>
                    <a:pt x="1738976" y="1510431"/>
                  </a:lnTo>
                  <a:lnTo>
                    <a:pt x="1738983" y="1510431"/>
                  </a:lnTo>
                  <a:lnTo>
                    <a:pt x="1739024" y="1510369"/>
                  </a:lnTo>
                  <a:lnTo>
                    <a:pt x="1739070" y="1510272"/>
                  </a:lnTo>
                  <a:lnTo>
                    <a:pt x="1739095" y="1510180"/>
                  </a:lnTo>
                  <a:lnTo>
                    <a:pt x="1739184" y="1509779"/>
                  </a:lnTo>
                  <a:lnTo>
                    <a:pt x="1739215" y="1509672"/>
                  </a:lnTo>
                  <a:lnTo>
                    <a:pt x="1739294" y="1509528"/>
                  </a:lnTo>
                  <a:lnTo>
                    <a:pt x="1739378" y="1509421"/>
                  </a:lnTo>
                  <a:lnTo>
                    <a:pt x="1739751" y="1509028"/>
                  </a:lnTo>
                  <a:lnTo>
                    <a:pt x="1739795" y="1508982"/>
                  </a:lnTo>
                  <a:lnTo>
                    <a:pt x="1739956" y="1508951"/>
                  </a:lnTo>
                  <a:lnTo>
                    <a:pt x="1740027" y="1508984"/>
                  </a:lnTo>
                  <a:lnTo>
                    <a:pt x="1740133" y="1509044"/>
                  </a:lnTo>
                  <a:lnTo>
                    <a:pt x="1740462" y="1509093"/>
                  </a:lnTo>
                  <a:lnTo>
                    <a:pt x="1740485" y="1509097"/>
                  </a:lnTo>
                  <a:lnTo>
                    <a:pt x="1740934" y="1509127"/>
                  </a:lnTo>
                  <a:lnTo>
                    <a:pt x="1740985" y="1509134"/>
                  </a:lnTo>
                  <a:lnTo>
                    <a:pt x="1741056" y="1509147"/>
                  </a:lnTo>
                  <a:lnTo>
                    <a:pt x="1741157" y="1509257"/>
                  </a:lnTo>
                  <a:lnTo>
                    <a:pt x="1741193" y="1509310"/>
                  </a:lnTo>
                  <a:lnTo>
                    <a:pt x="1741203" y="1509459"/>
                  </a:lnTo>
                  <a:lnTo>
                    <a:pt x="1741192" y="1509647"/>
                  </a:lnTo>
                  <a:lnTo>
                    <a:pt x="1741227" y="1509760"/>
                  </a:lnTo>
                  <a:lnTo>
                    <a:pt x="1741249" y="1509839"/>
                  </a:lnTo>
                  <a:lnTo>
                    <a:pt x="1741322" y="1509880"/>
                  </a:lnTo>
                  <a:lnTo>
                    <a:pt x="1741412" y="1509884"/>
                  </a:lnTo>
                  <a:lnTo>
                    <a:pt x="1741561" y="1509771"/>
                  </a:lnTo>
                  <a:lnTo>
                    <a:pt x="1741623" y="1509727"/>
                  </a:lnTo>
                  <a:lnTo>
                    <a:pt x="1741701" y="1509691"/>
                  </a:lnTo>
                  <a:lnTo>
                    <a:pt x="1741775" y="1509629"/>
                  </a:lnTo>
                  <a:lnTo>
                    <a:pt x="1741824" y="1509570"/>
                  </a:lnTo>
                  <a:lnTo>
                    <a:pt x="1741833" y="1509429"/>
                  </a:lnTo>
                  <a:lnTo>
                    <a:pt x="1741836" y="1509343"/>
                  </a:lnTo>
                  <a:lnTo>
                    <a:pt x="1741760" y="1509226"/>
                  </a:lnTo>
                  <a:lnTo>
                    <a:pt x="1741734" y="1509170"/>
                  </a:lnTo>
                  <a:lnTo>
                    <a:pt x="1741662" y="1508934"/>
                  </a:lnTo>
                  <a:lnTo>
                    <a:pt x="1741527" y="1508619"/>
                  </a:lnTo>
                  <a:lnTo>
                    <a:pt x="1741632" y="1508391"/>
                  </a:lnTo>
                  <a:lnTo>
                    <a:pt x="1741699" y="1508297"/>
                  </a:lnTo>
                  <a:lnTo>
                    <a:pt x="1741840" y="1508170"/>
                  </a:lnTo>
                  <a:lnTo>
                    <a:pt x="1741858" y="1508157"/>
                  </a:lnTo>
                  <a:lnTo>
                    <a:pt x="1742089" y="1507952"/>
                  </a:lnTo>
                  <a:lnTo>
                    <a:pt x="1742105" y="1507938"/>
                  </a:lnTo>
                  <a:lnTo>
                    <a:pt x="1742122" y="1507938"/>
                  </a:lnTo>
                  <a:lnTo>
                    <a:pt x="1742153" y="1507949"/>
                  </a:lnTo>
                  <a:lnTo>
                    <a:pt x="1742293" y="1508063"/>
                  </a:lnTo>
                  <a:lnTo>
                    <a:pt x="1742439" y="1508145"/>
                  </a:lnTo>
                  <a:lnTo>
                    <a:pt x="1742463" y="1508143"/>
                  </a:lnTo>
                  <a:lnTo>
                    <a:pt x="1742505" y="1508131"/>
                  </a:lnTo>
                  <a:lnTo>
                    <a:pt x="1742579" y="1508084"/>
                  </a:lnTo>
                  <a:lnTo>
                    <a:pt x="1742594" y="1508032"/>
                  </a:lnTo>
                  <a:lnTo>
                    <a:pt x="1742613" y="1507919"/>
                  </a:lnTo>
                  <a:lnTo>
                    <a:pt x="1742609" y="1507895"/>
                  </a:lnTo>
                  <a:lnTo>
                    <a:pt x="1742605" y="1507882"/>
                  </a:lnTo>
                  <a:lnTo>
                    <a:pt x="1742558" y="1507823"/>
                  </a:lnTo>
                  <a:lnTo>
                    <a:pt x="1742550" y="1507721"/>
                  </a:lnTo>
                  <a:lnTo>
                    <a:pt x="1742679" y="1507488"/>
                  </a:lnTo>
                  <a:lnTo>
                    <a:pt x="1742792" y="1507348"/>
                  </a:lnTo>
                  <a:lnTo>
                    <a:pt x="1742808" y="1507331"/>
                  </a:lnTo>
                  <a:lnTo>
                    <a:pt x="1743051" y="1507137"/>
                  </a:lnTo>
                  <a:lnTo>
                    <a:pt x="1743347" y="1506878"/>
                  </a:lnTo>
                  <a:lnTo>
                    <a:pt x="1743360" y="1506867"/>
                  </a:lnTo>
                  <a:lnTo>
                    <a:pt x="1743386" y="1506882"/>
                  </a:lnTo>
                  <a:lnTo>
                    <a:pt x="1743442" y="1507001"/>
                  </a:lnTo>
                  <a:lnTo>
                    <a:pt x="1743453" y="1507056"/>
                  </a:lnTo>
                  <a:lnTo>
                    <a:pt x="1743438" y="1507106"/>
                  </a:lnTo>
                  <a:lnTo>
                    <a:pt x="1743418" y="1507137"/>
                  </a:lnTo>
                  <a:lnTo>
                    <a:pt x="1743427" y="1507206"/>
                  </a:lnTo>
                  <a:lnTo>
                    <a:pt x="1743462" y="1507263"/>
                  </a:lnTo>
                  <a:lnTo>
                    <a:pt x="1743488" y="1507291"/>
                  </a:lnTo>
                  <a:lnTo>
                    <a:pt x="1743514" y="1507319"/>
                  </a:lnTo>
                  <a:lnTo>
                    <a:pt x="1743629" y="1507323"/>
                  </a:lnTo>
                  <a:lnTo>
                    <a:pt x="1743696" y="1507333"/>
                  </a:lnTo>
                  <a:lnTo>
                    <a:pt x="1743633" y="1507586"/>
                  </a:lnTo>
                  <a:lnTo>
                    <a:pt x="1743591" y="1507721"/>
                  </a:lnTo>
                  <a:lnTo>
                    <a:pt x="1743583" y="1507796"/>
                  </a:lnTo>
                  <a:lnTo>
                    <a:pt x="1743591" y="1507820"/>
                  </a:lnTo>
                  <a:lnTo>
                    <a:pt x="1743594" y="1507826"/>
                  </a:lnTo>
                  <a:lnTo>
                    <a:pt x="1743608" y="1507831"/>
                  </a:lnTo>
                  <a:lnTo>
                    <a:pt x="1743978" y="1507745"/>
                  </a:lnTo>
                  <a:lnTo>
                    <a:pt x="1744031" y="1507715"/>
                  </a:lnTo>
                  <a:lnTo>
                    <a:pt x="1744123" y="1507369"/>
                  </a:lnTo>
                  <a:lnTo>
                    <a:pt x="1744138" y="1507299"/>
                  </a:lnTo>
                  <a:lnTo>
                    <a:pt x="1744121" y="1507243"/>
                  </a:lnTo>
                  <a:lnTo>
                    <a:pt x="1744092" y="1507212"/>
                  </a:lnTo>
                  <a:lnTo>
                    <a:pt x="1744060" y="1507180"/>
                  </a:lnTo>
                  <a:lnTo>
                    <a:pt x="1744048" y="1507163"/>
                  </a:lnTo>
                  <a:lnTo>
                    <a:pt x="1744059" y="1507144"/>
                  </a:lnTo>
                  <a:lnTo>
                    <a:pt x="1744196" y="1506951"/>
                  </a:lnTo>
                  <a:lnTo>
                    <a:pt x="1744209" y="1506946"/>
                  </a:lnTo>
                  <a:lnTo>
                    <a:pt x="1744230" y="1506954"/>
                  </a:lnTo>
                  <a:lnTo>
                    <a:pt x="1744256" y="1506983"/>
                  </a:lnTo>
                  <a:lnTo>
                    <a:pt x="1744325" y="1507224"/>
                  </a:lnTo>
                  <a:lnTo>
                    <a:pt x="1744329" y="1507287"/>
                  </a:lnTo>
                  <a:lnTo>
                    <a:pt x="1744315" y="1507313"/>
                  </a:lnTo>
                  <a:lnTo>
                    <a:pt x="1744312" y="1507341"/>
                  </a:lnTo>
                  <a:lnTo>
                    <a:pt x="1744317" y="1507377"/>
                  </a:lnTo>
                  <a:lnTo>
                    <a:pt x="1744339" y="1507444"/>
                  </a:lnTo>
                  <a:lnTo>
                    <a:pt x="1744412" y="1507612"/>
                  </a:lnTo>
                  <a:lnTo>
                    <a:pt x="1744446" y="1507641"/>
                  </a:lnTo>
                  <a:lnTo>
                    <a:pt x="1744456" y="1507680"/>
                  </a:lnTo>
                  <a:lnTo>
                    <a:pt x="1744457" y="1507721"/>
                  </a:lnTo>
                  <a:lnTo>
                    <a:pt x="1744432" y="1507782"/>
                  </a:lnTo>
                  <a:lnTo>
                    <a:pt x="1744365" y="1507820"/>
                  </a:lnTo>
                  <a:lnTo>
                    <a:pt x="1744338" y="1507831"/>
                  </a:lnTo>
                  <a:lnTo>
                    <a:pt x="1744310" y="1507829"/>
                  </a:lnTo>
                  <a:lnTo>
                    <a:pt x="1744242" y="1507801"/>
                  </a:lnTo>
                  <a:lnTo>
                    <a:pt x="1744224" y="1507791"/>
                  </a:lnTo>
                  <a:lnTo>
                    <a:pt x="1744097" y="1507876"/>
                  </a:lnTo>
                  <a:lnTo>
                    <a:pt x="1744055" y="1508071"/>
                  </a:lnTo>
                  <a:lnTo>
                    <a:pt x="1744042" y="1508180"/>
                  </a:lnTo>
                  <a:lnTo>
                    <a:pt x="1744087" y="1508371"/>
                  </a:lnTo>
                  <a:lnTo>
                    <a:pt x="1744188" y="1508490"/>
                  </a:lnTo>
                  <a:lnTo>
                    <a:pt x="1744198" y="1508505"/>
                  </a:lnTo>
                  <a:lnTo>
                    <a:pt x="1744212" y="1508536"/>
                  </a:lnTo>
                  <a:lnTo>
                    <a:pt x="1744217" y="1508614"/>
                  </a:lnTo>
                  <a:lnTo>
                    <a:pt x="1744171" y="1508738"/>
                  </a:lnTo>
                  <a:lnTo>
                    <a:pt x="1744106" y="1508806"/>
                  </a:lnTo>
                  <a:lnTo>
                    <a:pt x="1744069" y="1508819"/>
                  </a:lnTo>
                  <a:lnTo>
                    <a:pt x="1744034" y="1508811"/>
                  </a:lnTo>
                  <a:lnTo>
                    <a:pt x="1744006" y="1508783"/>
                  </a:lnTo>
                  <a:lnTo>
                    <a:pt x="1743927" y="1508763"/>
                  </a:lnTo>
                  <a:lnTo>
                    <a:pt x="1743917" y="1508764"/>
                  </a:lnTo>
                  <a:lnTo>
                    <a:pt x="1743899" y="1508779"/>
                  </a:lnTo>
                  <a:lnTo>
                    <a:pt x="1743854" y="1508837"/>
                  </a:lnTo>
                  <a:lnTo>
                    <a:pt x="1743840" y="1508860"/>
                  </a:lnTo>
                  <a:lnTo>
                    <a:pt x="1743864" y="1508890"/>
                  </a:lnTo>
                  <a:lnTo>
                    <a:pt x="1743901" y="1508927"/>
                  </a:lnTo>
                  <a:lnTo>
                    <a:pt x="1743933" y="1508960"/>
                  </a:lnTo>
                  <a:lnTo>
                    <a:pt x="1743960" y="1508979"/>
                  </a:lnTo>
                  <a:lnTo>
                    <a:pt x="1744009" y="1509037"/>
                  </a:lnTo>
                  <a:lnTo>
                    <a:pt x="1744042" y="1509147"/>
                  </a:lnTo>
                  <a:lnTo>
                    <a:pt x="1744041" y="1509158"/>
                  </a:lnTo>
                  <a:lnTo>
                    <a:pt x="1744011" y="1509258"/>
                  </a:lnTo>
                  <a:lnTo>
                    <a:pt x="1743964" y="1509339"/>
                  </a:lnTo>
                  <a:lnTo>
                    <a:pt x="1743950" y="1509355"/>
                  </a:lnTo>
                  <a:lnTo>
                    <a:pt x="1743925" y="1509364"/>
                  </a:lnTo>
                  <a:lnTo>
                    <a:pt x="1743896" y="1509365"/>
                  </a:lnTo>
                  <a:lnTo>
                    <a:pt x="1743863" y="1509342"/>
                  </a:lnTo>
                  <a:lnTo>
                    <a:pt x="1743855" y="1509354"/>
                  </a:lnTo>
                  <a:lnTo>
                    <a:pt x="1743853" y="1509379"/>
                  </a:lnTo>
                  <a:lnTo>
                    <a:pt x="1743860" y="1509397"/>
                  </a:lnTo>
                  <a:lnTo>
                    <a:pt x="1743916" y="1509423"/>
                  </a:lnTo>
                  <a:lnTo>
                    <a:pt x="1743952" y="1509428"/>
                  </a:lnTo>
                  <a:lnTo>
                    <a:pt x="1744056" y="1509387"/>
                  </a:lnTo>
                  <a:lnTo>
                    <a:pt x="1744170" y="1509257"/>
                  </a:lnTo>
                  <a:lnTo>
                    <a:pt x="1744240" y="1509144"/>
                  </a:lnTo>
                  <a:lnTo>
                    <a:pt x="1744229" y="1509116"/>
                  </a:lnTo>
                  <a:lnTo>
                    <a:pt x="1744236" y="1509059"/>
                  </a:lnTo>
                  <a:lnTo>
                    <a:pt x="1744314" y="1508930"/>
                  </a:lnTo>
                  <a:lnTo>
                    <a:pt x="1744383" y="1508882"/>
                  </a:lnTo>
                  <a:lnTo>
                    <a:pt x="1744426" y="1508869"/>
                  </a:lnTo>
                  <a:lnTo>
                    <a:pt x="1744474" y="1508952"/>
                  </a:lnTo>
                  <a:lnTo>
                    <a:pt x="1744619" y="1509484"/>
                  </a:lnTo>
                  <a:lnTo>
                    <a:pt x="1744521" y="1509524"/>
                  </a:lnTo>
                  <a:lnTo>
                    <a:pt x="1744461" y="1509547"/>
                  </a:lnTo>
                  <a:lnTo>
                    <a:pt x="1744452" y="1509576"/>
                  </a:lnTo>
                  <a:lnTo>
                    <a:pt x="1744447" y="1509631"/>
                  </a:lnTo>
                  <a:lnTo>
                    <a:pt x="1744544" y="1509714"/>
                  </a:lnTo>
                  <a:lnTo>
                    <a:pt x="1744571" y="1509723"/>
                  </a:lnTo>
                  <a:lnTo>
                    <a:pt x="1744782" y="1509704"/>
                  </a:lnTo>
                  <a:lnTo>
                    <a:pt x="1744800" y="1509702"/>
                  </a:lnTo>
                  <a:lnTo>
                    <a:pt x="1744838" y="1509689"/>
                  </a:lnTo>
                  <a:lnTo>
                    <a:pt x="1744844" y="1509572"/>
                  </a:lnTo>
                  <a:lnTo>
                    <a:pt x="1744834" y="1509523"/>
                  </a:lnTo>
                  <a:lnTo>
                    <a:pt x="1744811" y="1509430"/>
                  </a:lnTo>
                  <a:lnTo>
                    <a:pt x="1744762" y="1509374"/>
                  </a:lnTo>
                  <a:lnTo>
                    <a:pt x="1744752" y="1509285"/>
                  </a:lnTo>
                  <a:lnTo>
                    <a:pt x="1744746" y="1509229"/>
                  </a:lnTo>
                  <a:lnTo>
                    <a:pt x="1744759" y="1509065"/>
                  </a:lnTo>
                  <a:lnTo>
                    <a:pt x="1744788" y="1508781"/>
                  </a:lnTo>
                  <a:lnTo>
                    <a:pt x="1744797" y="1508552"/>
                  </a:lnTo>
                  <a:lnTo>
                    <a:pt x="1744786" y="1508319"/>
                  </a:lnTo>
                  <a:lnTo>
                    <a:pt x="1744891" y="1508292"/>
                  </a:lnTo>
                  <a:lnTo>
                    <a:pt x="1745004" y="1508246"/>
                  </a:lnTo>
                  <a:lnTo>
                    <a:pt x="1745040" y="1508091"/>
                  </a:lnTo>
                  <a:lnTo>
                    <a:pt x="1745029" y="1508037"/>
                  </a:lnTo>
                  <a:lnTo>
                    <a:pt x="1745037" y="1507828"/>
                  </a:lnTo>
                  <a:lnTo>
                    <a:pt x="1745049" y="1507819"/>
                  </a:lnTo>
                  <a:lnTo>
                    <a:pt x="1745275" y="1507918"/>
                  </a:lnTo>
                  <a:lnTo>
                    <a:pt x="1745306" y="1507943"/>
                  </a:lnTo>
                  <a:lnTo>
                    <a:pt x="1745418" y="1508087"/>
                  </a:lnTo>
                  <a:lnTo>
                    <a:pt x="1745437" y="1508141"/>
                  </a:lnTo>
                  <a:lnTo>
                    <a:pt x="1745440" y="1508177"/>
                  </a:lnTo>
                  <a:lnTo>
                    <a:pt x="1745416" y="1508365"/>
                  </a:lnTo>
                  <a:lnTo>
                    <a:pt x="1745362" y="1508421"/>
                  </a:lnTo>
                  <a:lnTo>
                    <a:pt x="1745310" y="1508450"/>
                  </a:lnTo>
                  <a:lnTo>
                    <a:pt x="1745288" y="1508475"/>
                  </a:lnTo>
                  <a:lnTo>
                    <a:pt x="1745283" y="1508546"/>
                  </a:lnTo>
                  <a:lnTo>
                    <a:pt x="1745291" y="1508590"/>
                  </a:lnTo>
                  <a:lnTo>
                    <a:pt x="1745412" y="1508933"/>
                  </a:lnTo>
                  <a:lnTo>
                    <a:pt x="1745461" y="1508969"/>
                  </a:lnTo>
                  <a:lnTo>
                    <a:pt x="1745501" y="1508982"/>
                  </a:lnTo>
                  <a:lnTo>
                    <a:pt x="1745953" y="1509011"/>
                  </a:lnTo>
                  <a:lnTo>
                    <a:pt x="1746012" y="1508976"/>
                  </a:lnTo>
                  <a:lnTo>
                    <a:pt x="1746087" y="1508919"/>
                  </a:lnTo>
                  <a:lnTo>
                    <a:pt x="1746203" y="1508877"/>
                  </a:lnTo>
                  <a:lnTo>
                    <a:pt x="1746338" y="1508867"/>
                  </a:lnTo>
                  <a:lnTo>
                    <a:pt x="1746503" y="1508940"/>
                  </a:lnTo>
                  <a:lnTo>
                    <a:pt x="1746615" y="1509020"/>
                  </a:lnTo>
                  <a:lnTo>
                    <a:pt x="1746629" y="1509105"/>
                  </a:lnTo>
                  <a:lnTo>
                    <a:pt x="1746649" y="1509228"/>
                  </a:lnTo>
                  <a:lnTo>
                    <a:pt x="1746543" y="1509364"/>
                  </a:lnTo>
                  <a:lnTo>
                    <a:pt x="1746605" y="1509603"/>
                  </a:lnTo>
                  <a:lnTo>
                    <a:pt x="1746785" y="1509783"/>
                  </a:lnTo>
                  <a:lnTo>
                    <a:pt x="1746856" y="1509818"/>
                  </a:lnTo>
                  <a:lnTo>
                    <a:pt x="1746865" y="1509846"/>
                  </a:lnTo>
                  <a:lnTo>
                    <a:pt x="1746956" y="1510149"/>
                  </a:lnTo>
                  <a:lnTo>
                    <a:pt x="1746952" y="1510155"/>
                  </a:lnTo>
                  <a:lnTo>
                    <a:pt x="1746902" y="1510181"/>
                  </a:lnTo>
                  <a:lnTo>
                    <a:pt x="1746818" y="1510198"/>
                  </a:lnTo>
                  <a:lnTo>
                    <a:pt x="1746700" y="1510200"/>
                  </a:lnTo>
                  <a:lnTo>
                    <a:pt x="1746678" y="1510191"/>
                  </a:lnTo>
                  <a:lnTo>
                    <a:pt x="1746641" y="1510157"/>
                  </a:lnTo>
                  <a:lnTo>
                    <a:pt x="1746495" y="1510019"/>
                  </a:lnTo>
                  <a:lnTo>
                    <a:pt x="1746484" y="1510000"/>
                  </a:lnTo>
                  <a:lnTo>
                    <a:pt x="1746486" y="1509940"/>
                  </a:lnTo>
                  <a:lnTo>
                    <a:pt x="1746501" y="1509924"/>
                  </a:lnTo>
                  <a:lnTo>
                    <a:pt x="1746499" y="1509907"/>
                  </a:lnTo>
                  <a:lnTo>
                    <a:pt x="1746484" y="1509886"/>
                  </a:lnTo>
                  <a:lnTo>
                    <a:pt x="1746422" y="1509804"/>
                  </a:lnTo>
                  <a:lnTo>
                    <a:pt x="1746409" y="1509788"/>
                  </a:lnTo>
                  <a:lnTo>
                    <a:pt x="1746388" y="1509775"/>
                  </a:lnTo>
                  <a:lnTo>
                    <a:pt x="1746150" y="1509756"/>
                  </a:lnTo>
                  <a:lnTo>
                    <a:pt x="1746113" y="1509767"/>
                  </a:lnTo>
                  <a:lnTo>
                    <a:pt x="1746075" y="1509793"/>
                  </a:lnTo>
                  <a:lnTo>
                    <a:pt x="1745908" y="1509942"/>
                  </a:lnTo>
                  <a:lnTo>
                    <a:pt x="1745664" y="1510248"/>
                  </a:lnTo>
                  <a:lnTo>
                    <a:pt x="1745636" y="1510472"/>
                  </a:lnTo>
                  <a:lnTo>
                    <a:pt x="1745627" y="1510605"/>
                  </a:lnTo>
                  <a:lnTo>
                    <a:pt x="1745668" y="1510760"/>
                  </a:lnTo>
                  <a:lnTo>
                    <a:pt x="1745710" y="1510855"/>
                  </a:lnTo>
                  <a:lnTo>
                    <a:pt x="1745844" y="1510959"/>
                  </a:lnTo>
                  <a:lnTo>
                    <a:pt x="1745991" y="1511178"/>
                  </a:lnTo>
                  <a:lnTo>
                    <a:pt x="1746048" y="1511289"/>
                  </a:lnTo>
                  <a:lnTo>
                    <a:pt x="1746068" y="1511294"/>
                  </a:lnTo>
                  <a:lnTo>
                    <a:pt x="1746087" y="1511290"/>
                  </a:lnTo>
                  <a:lnTo>
                    <a:pt x="1746161" y="1511262"/>
                  </a:lnTo>
                  <a:lnTo>
                    <a:pt x="1746262" y="1511305"/>
                  </a:lnTo>
                  <a:lnTo>
                    <a:pt x="1746272" y="1511313"/>
                  </a:lnTo>
                  <a:lnTo>
                    <a:pt x="1746291" y="1511343"/>
                  </a:lnTo>
                  <a:lnTo>
                    <a:pt x="1746312" y="1511378"/>
                  </a:lnTo>
                  <a:lnTo>
                    <a:pt x="1746316" y="1511428"/>
                  </a:lnTo>
                  <a:lnTo>
                    <a:pt x="1746315" y="1511695"/>
                  </a:lnTo>
                  <a:lnTo>
                    <a:pt x="1746315" y="1512181"/>
                  </a:lnTo>
                  <a:lnTo>
                    <a:pt x="1746329" y="1512195"/>
                  </a:lnTo>
                  <a:lnTo>
                    <a:pt x="1746341" y="1512228"/>
                  </a:lnTo>
                  <a:lnTo>
                    <a:pt x="1746353" y="1512293"/>
                  </a:lnTo>
                  <a:lnTo>
                    <a:pt x="1746348" y="1512337"/>
                  </a:lnTo>
                  <a:lnTo>
                    <a:pt x="1746312" y="1512423"/>
                  </a:lnTo>
                  <a:lnTo>
                    <a:pt x="1746276" y="1512462"/>
                  </a:lnTo>
                  <a:lnTo>
                    <a:pt x="1746252" y="1512464"/>
                  </a:lnTo>
                  <a:lnTo>
                    <a:pt x="1746157" y="1512422"/>
                  </a:lnTo>
                  <a:lnTo>
                    <a:pt x="1746105" y="1512260"/>
                  </a:lnTo>
                  <a:lnTo>
                    <a:pt x="1746058" y="1512169"/>
                  </a:lnTo>
                  <a:lnTo>
                    <a:pt x="1745984" y="1512038"/>
                  </a:lnTo>
                  <a:lnTo>
                    <a:pt x="1745927" y="1512010"/>
                  </a:lnTo>
                  <a:lnTo>
                    <a:pt x="1745767" y="1511983"/>
                  </a:lnTo>
                  <a:lnTo>
                    <a:pt x="1745730" y="1511995"/>
                  </a:lnTo>
                  <a:lnTo>
                    <a:pt x="1745682" y="1512046"/>
                  </a:lnTo>
                  <a:lnTo>
                    <a:pt x="1745656" y="1512092"/>
                  </a:lnTo>
                  <a:lnTo>
                    <a:pt x="1745653" y="1512104"/>
                  </a:lnTo>
                  <a:lnTo>
                    <a:pt x="1745654" y="1512124"/>
                  </a:lnTo>
                  <a:lnTo>
                    <a:pt x="1745690" y="1512200"/>
                  </a:lnTo>
                  <a:lnTo>
                    <a:pt x="1745726" y="1512268"/>
                  </a:lnTo>
                  <a:lnTo>
                    <a:pt x="1745773" y="1512286"/>
                  </a:lnTo>
                  <a:lnTo>
                    <a:pt x="1745836" y="1512330"/>
                  </a:lnTo>
                  <a:lnTo>
                    <a:pt x="1745897" y="1512394"/>
                  </a:lnTo>
                  <a:lnTo>
                    <a:pt x="1745906" y="1512443"/>
                  </a:lnTo>
                  <a:lnTo>
                    <a:pt x="1745888" y="1512522"/>
                  </a:lnTo>
                  <a:lnTo>
                    <a:pt x="1745864" y="1512552"/>
                  </a:lnTo>
                  <a:lnTo>
                    <a:pt x="1745831" y="1512565"/>
                  </a:lnTo>
                  <a:lnTo>
                    <a:pt x="1745778" y="1512564"/>
                  </a:lnTo>
                  <a:lnTo>
                    <a:pt x="1745587" y="1512947"/>
                  </a:lnTo>
                  <a:lnTo>
                    <a:pt x="1745566" y="1512983"/>
                  </a:lnTo>
                  <a:lnTo>
                    <a:pt x="1745437" y="1513014"/>
                  </a:lnTo>
                  <a:lnTo>
                    <a:pt x="1745366" y="1512999"/>
                  </a:lnTo>
                  <a:lnTo>
                    <a:pt x="1745228" y="1512950"/>
                  </a:lnTo>
                  <a:lnTo>
                    <a:pt x="1745160" y="1512978"/>
                  </a:lnTo>
                  <a:lnTo>
                    <a:pt x="1745037" y="1513102"/>
                  </a:lnTo>
                  <a:lnTo>
                    <a:pt x="1744980" y="1513165"/>
                  </a:lnTo>
                  <a:lnTo>
                    <a:pt x="1745067" y="1513625"/>
                  </a:lnTo>
                  <a:lnTo>
                    <a:pt x="1744970" y="1513849"/>
                  </a:lnTo>
                  <a:lnTo>
                    <a:pt x="1744961" y="1513856"/>
                  </a:lnTo>
                  <a:lnTo>
                    <a:pt x="1744878" y="1513904"/>
                  </a:lnTo>
                  <a:lnTo>
                    <a:pt x="1744866" y="1513906"/>
                  </a:lnTo>
                  <a:lnTo>
                    <a:pt x="1744838" y="1513897"/>
                  </a:lnTo>
                  <a:lnTo>
                    <a:pt x="1744825" y="1513887"/>
                  </a:lnTo>
                  <a:lnTo>
                    <a:pt x="1744798" y="1513864"/>
                  </a:lnTo>
                  <a:lnTo>
                    <a:pt x="1744695" y="1513112"/>
                  </a:lnTo>
                  <a:lnTo>
                    <a:pt x="1744667" y="1513003"/>
                  </a:lnTo>
                  <a:lnTo>
                    <a:pt x="1744601" y="1512983"/>
                  </a:lnTo>
                  <a:lnTo>
                    <a:pt x="1744556" y="1513007"/>
                  </a:lnTo>
                  <a:lnTo>
                    <a:pt x="1744441" y="1513171"/>
                  </a:lnTo>
                  <a:lnTo>
                    <a:pt x="1744395" y="1513242"/>
                  </a:lnTo>
                  <a:lnTo>
                    <a:pt x="1744341" y="1513298"/>
                  </a:lnTo>
                  <a:lnTo>
                    <a:pt x="1744332" y="1513315"/>
                  </a:lnTo>
                  <a:lnTo>
                    <a:pt x="1744255" y="1513309"/>
                  </a:lnTo>
                  <a:lnTo>
                    <a:pt x="1744201" y="1513254"/>
                  </a:lnTo>
                  <a:lnTo>
                    <a:pt x="1744115" y="1513125"/>
                  </a:lnTo>
                  <a:lnTo>
                    <a:pt x="1743933" y="1512747"/>
                  </a:lnTo>
                  <a:lnTo>
                    <a:pt x="1743895" y="1512711"/>
                  </a:lnTo>
                  <a:lnTo>
                    <a:pt x="1743816" y="1512619"/>
                  </a:lnTo>
                  <a:lnTo>
                    <a:pt x="1743779" y="1512557"/>
                  </a:lnTo>
                  <a:lnTo>
                    <a:pt x="1743768" y="1512516"/>
                  </a:lnTo>
                  <a:lnTo>
                    <a:pt x="1743772" y="1512503"/>
                  </a:lnTo>
                  <a:lnTo>
                    <a:pt x="1743784" y="1512475"/>
                  </a:lnTo>
                  <a:lnTo>
                    <a:pt x="1743854" y="1512333"/>
                  </a:lnTo>
                  <a:lnTo>
                    <a:pt x="1743866" y="1512317"/>
                  </a:lnTo>
                  <a:lnTo>
                    <a:pt x="1743903" y="1512207"/>
                  </a:lnTo>
                  <a:lnTo>
                    <a:pt x="1743919" y="1512114"/>
                  </a:lnTo>
                  <a:lnTo>
                    <a:pt x="1743929" y="1512052"/>
                  </a:lnTo>
                  <a:lnTo>
                    <a:pt x="1743871" y="1511956"/>
                  </a:lnTo>
                  <a:lnTo>
                    <a:pt x="1743785" y="1511863"/>
                  </a:lnTo>
                  <a:lnTo>
                    <a:pt x="1743244" y="1511656"/>
                  </a:lnTo>
                  <a:lnTo>
                    <a:pt x="1742855" y="1511507"/>
                  </a:lnTo>
                  <a:lnTo>
                    <a:pt x="1742535" y="1511385"/>
                  </a:lnTo>
                  <a:lnTo>
                    <a:pt x="1742240" y="1511272"/>
                  </a:lnTo>
                  <a:lnTo>
                    <a:pt x="1741971" y="1511062"/>
                  </a:lnTo>
                  <a:lnTo>
                    <a:pt x="1741852" y="1510985"/>
                  </a:lnTo>
                  <a:lnTo>
                    <a:pt x="1741822" y="1510978"/>
                  </a:lnTo>
                  <a:lnTo>
                    <a:pt x="1741531" y="1511030"/>
                  </a:lnTo>
                  <a:lnTo>
                    <a:pt x="1741483" y="1511075"/>
                  </a:lnTo>
                  <a:lnTo>
                    <a:pt x="1741441" y="1511186"/>
                  </a:lnTo>
                  <a:lnTo>
                    <a:pt x="1741422" y="1511341"/>
                  </a:lnTo>
                  <a:lnTo>
                    <a:pt x="1741420" y="1511383"/>
                  </a:lnTo>
                  <a:lnTo>
                    <a:pt x="1741429" y="1511441"/>
                  </a:lnTo>
                  <a:lnTo>
                    <a:pt x="1741423" y="1511563"/>
                  </a:lnTo>
                  <a:lnTo>
                    <a:pt x="1741380" y="1511971"/>
                  </a:lnTo>
                  <a:lnTo>
                    <a:pt x="1741324" y="1512092"/>
                  </a:lnTo>
                  <a:lnTo>
                    <a:pt x="1741298" y="1512135"/>
                  </a:lnTo>
                  <a:lnTo>
                    <a:pt x="1741255" y="1512192"/>
                  </a:lnTo>
                  <a:lnTo>
                    <a:pt x="1741245" y="1512193"/>
                  </a:lnTo>
                  <a:lnTo>
                    <a:pt x="1741233" y="1512217"/>
                  </a:lnTo>
                  <a:lnTo>
                    <a:pt x="1741236" y="1512279"/>
                  </a:lnTo>
                  <a:lnTo>
                    <a:pt x="1741273" y="1512484"/>
                  </a:lnTo>
                  <a:lnTo>
                    <a:pt x="1741387" y="1512662"/>
                  </a:lnTo>
                  <a:lnTo>
                    <a:pt x="1741433" y="1512676"/>
                  </a:lnTo>
                  <a:lnTo>
                    <a:pt x="1741462" y="1512665"/>
                  </a:lnTo>
                  <a:lnTo>
                    <a:pt x="1741508" y="1512700"/>
                  </a:lnTo>
                  <a:lnTo>
                    <a:pt x="1741535" y="1512751"/>
                  </a:lnTo>
                  <a:lnTo>
                    <a:pt x="1741494" y="1512921"/>
                  </a:lnTo>
                  <a:lnTo>
                    <a:pt x="1741388" y="1513155"/>
                  </a:lnTo>
                  <a:lnTo>
                    <a:pt x="1741380" y="1513162"/>
                  </a:lnTo>
                  <a:lnTo>
                    <a:pt x="1741374" y="1513160"/>
                  </a:lnTo>
                  <a:lnTo>
                    <a:pt x="1741337" y="1513130"/>
                  </a:lnTo>
                  <a:lnTo>
                    <a:pt x="1741320" y="1513108"/>
                  </a:lnTo>
                  <a:lnTo>
                    <a:pt x="1741226" y="1512935"/>
                  </a:lnTo>
                  <a:lnTo>
                    <a:pt x="1741036" y="1512824"/>
                  </a:lnTo>
                  <a:lnTo>
                    <a:pt x="1741040" y="1512700"/>
                  </a:lnTo>
                  <a:lnTo>
                    <a:pt x="1741077" y="1512671"/>
                  </a:lnTo>
                  <a:lnTo>
                    <a:pt x="1741152" y="1512579"/>
                  </a:lnTo>
                  <a:lnTo>
                    <a:pt x="1741167" y="1512541"/>
                  </a:lnTo>
                  <a:lnTo>
                    <a:pt x="1741165" y="1512442"/>
                  </a:lnTo>
                  <a:lnTo>
                    <a:pt x="1741154" y="1512393"/>
                  </a:lnTo>
                  <a:lnTo>
                    <a:pt x="1741073" y="1512212"/>
                  </a:lnTo>
                  <a:lnTo>
                    <a:pt x="1741049" y="1512203"/>
                  </a:lnTo>
                  <a:lnTo>
                    <a:pt x="1740952" y="1512169"/>
                  </a:lnTo>
                  <a:lnTo>
                    <a:pt x="1740899" y="1512170"/>
                  </a:lnTo>
                  <a:lnTo>
                    <a:pt x="1740913" y="1512242"/>
                  </a:lnTo>
                  <a:lnTo>
                    <a:pt x="1740904" y="1512265"/>
                  </a:lnTo>
                  <a:lnTo>
                    <a:pt x="1740855" y="1512346"/>
                  </a:lnTo>
                  <a:lnTo>
                    <a:pt x="1740729" y="1512541"/>
                  </a:lnTo>
                  <a:lnTo>
                    <a:pt x="1740540" y="1512822"/>
                  </a:lnTo>
                  <a:lnTo>
                    <a:pt x="1740473" y="1512875"/>
                  </a:lnTo>
                  <a:lnTo>
                    <a:pt x="1740338" y="1512993"/>
                  </a:lnTo>
                  <a:lnTo>
                    <a:pt x="1740339" y="1513012"/>
                  </a:lnTo>
                  <a:lnTo>
                    <a:pt x="1740394" y="1513087"/>
                  </a:lnTo>
                  <a:lnTo>
                    <a:pt x="1740495" y="1513030"/>
                  </a:lnTo>
                  <a:lnTo>
                    <a:pt x="1740577" y="1512993"/>
                  </a:lnTo>
                  <a:lnTo>
                    <a:pt x="1740618" y="1512980"/>
                  </a:lnTo>
                  <a:lnTo>
                    <a:pt x="1740765" y="1512973"/>
                  </a:lnTo>
                  <a:lnTo>
                    <a:pt x="1740833" y="1512979"/>
                  </a:lnTo>
                  <a:lnTo>
                    <a:pt x="1740858" y="1512992"/>
                  </a:lnTo>
                  <a:lnTo>
                    <a:pt x="1741082" y="1513137"/>
                  </a:lnTo>
                  <a:lnTo>
                    <a:pt x="1741108" y="1513185"/>
                  </a:lnTo>
                  <a:lnTo>
                    <a:pt x="1741103" y="1513220"/>
                  </a:lnTo>
                  <a:lnTo>
                    <a:pt x="1741017" y="1513290"/>
                  </a:lnTo>
                  <a:lnTo>
                    <a:pt x="1740994" y="1513362"/>
                  </a:lnTo>
                  <a:lnTo>
                    <a:pt x="1740973" y="1513475"/>
                  </a:lnTo>
                  <a:lnTo>
                    <a:pt x="1740988" y="1513666"/>
                  </a:lnTo>
                  <a:lnTo>
                    <a:pt x="1741036" y="1513764"/>
                  </a:lnTo>
                  <a:lnTo>
                    <a:pt x="1741242" y="1514496"/>
                  </a:lnTo>
                  <a:lnTo>
                    <a:pt x="1741256" y="1514525"/>
                  </a:lnTo>
                  <a:lnTo>
                    <a:pt x="1741616" y="1514628"/>
                  </a:lnTo>
                  <a:lnTo>
                    <a:pt x="1742227" y="1515041"/>
                  </a:lnTo>
                  <a:lnTo>
                    <a:pt x="1742304" y="1515084"/>
                  </a:lnTo>
                  <a:lnTo>
                    <a:pt x="1742401" y="1515121"/>
                  </a:lnTo>
                  <a:lnTo>
                    <a:pt x="1742559" y="1515106"/>
                  </a:lnTo>
                  <a:lnTo>
                    <a:pt x="1742587" y="1515108"/>
                  </a:lnTo>
                  <a:lnTo>
                    <a:pt x="1742641" y="1515172"/>
                  </a:lnTo>
                  <a:lnTo>
                    <a:pt x="1742878" y="1515485"/>
                  </a:lnTo>
                  <a:lnTo>
                    <a:pt x="1742904" y="1515526"/>
                  </a:lnTo>
                  <a:lnTo>
                    <a:pt x="1742948" y="1515619"/>
                  </a:lnTo>
                  <a:lnTo>
                    <a:pt x="1742964" y="1515693"/>
                  </a:lnTo>
                  <a:lnTo>
                    <a:pt x="1742961" y="1515705"/>
                  </a:lnTo>
                  <a:lnTo>
                    <a:pt x="1742891" y="1515906"/>
                  </a:lnTo>
                  <a:lnTo>
                    <a:pt x="1742874" y="1515954"/>
                  </a:lnTo>
                  <a:lnTo>
                    <a:pt x="1742863" y="1515971"/>
                  </a:lnTo>
                  <a:lnTo>
                    <a:pt x="1742537" y="1516222"/>
                  </a:lnTo>
                  <a:lnTo>
                    <a:pt x="1742525" y="1516229"/>
                  </a:lnTo>
                  <a:lnTo>
                    <a:pt x="1742488" y="1516241"/>
                  </a:lnTo>
                  <a:lnTo>
                    <a:pt x="1742446" y="1516240"/>
                  </a:lnTo>
                  <a:lnTo>
                    <a:pt x="1742278" y="1516205"/>
                  </a:lnTo>
                  <a:lnTo>
                    <a:pt x="1742219" y="1516190"/>
                  </a:lnTo>
                  <a:lnTo>
                    <a:pt x="1742203" y="1516184"/>
                  </a:lnTo>
                  <a:lnTo>
                    <a:pt x="1742191" y="1516162"/>
                  </a:lnTo>
                  <a:lnTo>
                    <a:pt x="1742188" y="1516129"/>
                  </a:lnTo>
                  <a:lnTo>
                    <a:pt x="1742196" y="1516116"/>
                  </a:lnTo>
                  <a:lnTo>
                    <a:pt x="1742211" y="1516109"/>
                  </a:lnTo>
                  <a:lnTo>
                    <a:pt x="1742214" y="1516095"/>
                  </a:lnTo>
                  <a:lnTo>
                    <a:pt x="1742190" y="1516063"/>
                  </a:lnTo>
                  <a:lnTo>
                    <a:pt x="1742073" y="1516032"/>
                  </a:lnTo>
                  <a:lnTo>
                    <a:pt x="1742044" y="1516050"/>
                  </a:lnTo>
                  <a:lnTo>
                    <a:pt x="1741919" y="1516189"/>
                  </a:lnTo>
                  <a:lnTo>
                    <a:pt x="1741913" y="1516207"/>
                  </a:lnTo>
                  <a:lnTo>
                    <a:pt x="1741925" y="1516516"/>
                  </a:lnTo>
                  <a:lnTo>
                    <a:pt x="1741934" y="1516553"/>
                  </a:lnTo>
                  <a:lnTo>
                    <a:pt x="1741940" y="1516568"/>
                  </a:lnTo>
                  <a:lnTo>
                    <a:pt x="1742142" y="1516784"/>
                  </a:lnTo>
                  <a:lnTo>
                    <a:pt x="1742238" y="1516783"/>
                  </a:lnTo>
                  <a:lnTo>
                    <a:pt x="1742392" y="1516608"/>
                  </a:lnTo>
                  <a:lnTo>
                    <a:pt x="1742440" y="1516610"/>
                  </a:lnTo>
                  <a:lnTo>
                    <a:pt x="1742463" y="1516621"/>
                  </a:lnTo>
                  <a:lnTo>
                    <a:pt x="1742472" y="1516654"/>
                  </a:lnTo>
                  <a:lnTo>
                    <a:pt x="1742460" y="1516727"/>
                  </a:lnTo>
                  <a:lnTo>
                    <a:pt x="1742463" y="1517097"/>
                  </a:lnTo>
                  <a:lnTo>
                    <a:pt x="1742551" y="1517158"/>
                  </a:lnTo>
                  <a:lnTo>
                    <a:pt x="1742645" y="1517134"/>
                  </a:lnTo>
                  <a:lnTo>
                    <a:pt x="1742680" y="1517081"/>
                  </a:lnTo>
                  <a:lnTo>
                    <a:pt x="1742694" y="1517080"/>
                  </a:lnTo>
                  <a:lnTo>
                    <a:pt x="1742708" y="1517095"/>
                  </a:lnTo>
                  <a:lnTo>
                    <a:pt x="1742746" y="1517177"/>
                  </a:lnTo>
                  <a:lnTo>
                    <a:pt x="1742735" y="1517263"/>
                  </a:lnTo>
                  <a:lnTo>
                    <a:pt x="1742729" y="1517282"/>
                  </a:lnTo>
                  <a:lnTo>
                    <a:pt x="1742668" y="1517349"/>
                  </a:lnTo>
                  <a:lnTo>
                    <a:pt x="1742469" y="1517436"/>
                  </a:lnTo>
                  <a:lnTo>
                    <a:pt x="1742330" y="1517475"/>
                  </a:lnTo>
                  <a:lnTo>
                    <a:pt x="1742333" y="1517448"/>
                  </a:lnTo>
                  <a:lnTo>
                    <a:pt x="1742253" y="1517286"/>
                  </a:lnTo>
                  <a:lnTo>
                    <a:pt x="1742002" y="1517066"/>
                  </a:lnTo>
                  <a:lnTo>
                    <a:pt x="1741975" y="1517050"/>
                  </a:lnTo>
                  <a:lnTo>
                    <a:pt x="1741694" y="1516999"/>
                  </a:lnTo>
                  <a:lnTo>
                    <a:pt x="1741674" y="1516998"/>
                  </a:lnTo>
                  <a:lnTo>
                    <a:pt x="1741659" y="1517023"/>
                  </a:lnTo>
                  <a:lnTo>
                    <a:pt x="1741496" y="1517346"/>
                  </a:lnTo>
                  <a:lnTo>
                    <a:pt x="1741487" y="1517366"/>
                  </a:lnTo>
                  <a:lnTo>
                    <a:pt x="1741480" y="1517422"/>
                  </a:lnTo>
                  <a:lnTo>
                    <a:pt x="1741471" y="1517440"/>
                  </a:lnTo>
                  <a:lnTo>
                    <a:pt x="1741444" y="1517443"/>
                  </a:lnTo>
                  <a:lnTo>
                    <a:pt x="1741342" y="1517439"/>
                  </a:lnTo>
                  <a:lnTo>
                    <a:pt x="1741327" y="1517438"/>
                  </a:lnTo>
                  <a:lnTo>
                    <a:pt x="1741131" y="1517062"/>
                  </a:lnTo>
                  <a:lnTo>
                    <a:pt x="1741065" y="1516980"/>
                  </a:lnTo>
                  <a:lnTo>
                    <a:pt x="1740999" y="1516893"/>
                  </a:lnTo>
                  <a:lnTo>
                    <a:pt x="1740926" y="1516807"/>
                  </a:lnTo>
                  <a:lnTo>
                    <a:pt x="1740925" y="1516790"/>
                  </a:lnTo>
                  <a:lnTo>
                    <a:pt x="1740936" y="1516701"/>
                  </a:lnTo>
                  <a:lnTo>
                    <a:pt x="1741001" y="1516474"/>
                  </a:lnTo>
                  <a:lnTo>
                    <a:pt x="1741075" y="1516342"/>
                  </a:lnTo>
                  <a:lnTo>
                    <a:pt x="1741079" y="1516221"/>
                  </a:lnTo>
                  <a:lnTo>
                    <a:pt x="1741068" y="1516153"/>
                  </a:lnTo>
                  <a:lnTo>
                    <a:pt x="1741020" y="1516018"/>
                  </a:lnTo>
                  <a:lnTo>
                    <a:pt x="1740907" y="1515742"/>
                  </a:lnTo>
                  <a:lnTo>
                    <a:pt x="1740895" y="1515617"/>
                  </a:lnTo>
                  <a:lnTo>
                    <a:pt x="1740867" y="1515585"/>
                  </a:lnTo>
                  <a:lnTo>
                    <a:pt x="1740809" y="1515559"/>
                  </a:lnTo>
                  <a:lnTo>
                    <a:pt x="1740753" y="1515560"/>
                  </a:lnTo>
                  <a:lnTo>
                    <a:pt x="1740545" y="1515658"/>
                  </a:lnTo>
                  <a:lnTo>
                    <a:pt x="1740297" y="1515969"/>
                  </a:lnTo>
                  <a:lnTo>
                    <a:pt x="1740028" y="1516305"/>
                  </a:lnTo>
                  <a:lnTo>
                    <a:pt x="1740008" y="1516314"/>
                  </a:lnTo>
                  <a:lnTo>
                    <a:pt x="1739900" y="1516295"/>
                  </a:lnTo>
                  <a:lnTo>
                    <a:pt x="1739869" y="1516287"/>
                  </a:lnTo>
                  <a:lnTo>
                    <a:pt x="1739748" y="1516204"/>
                  </a:lnTo>
                  <a:lnTo>
                    <a:pt x="1739739" y="1516193"/>
                  </a:lnTo>
                  <a:lnTo>
                    <a:pt x="1739756" y="1516097"/>
                  </a:lnTo>
                  <a:lnTo>
                    <a:pt x="1739568" y="1515845"/>
                  </a:lnTo>
                  <a:lnTo>
                    <a:pt x="1739455" y="1515703"/>
                  </a:lnTo>
                  <a:lnTo>
                    <a:pt x="1739418" y="1515684"/>
                  </a:lnTo>
                  <a:lnTo>
                    <a:pt x="1739241" y="1515494"/>
                  </a:lnTo>
                  <a:lnTo>
                    <a:pt x="1739137" y="1515361"/>
                  </a:lnTo>
                  <a:lnTo>
                    <a:pt x="1739116" y="1515331"/>
                  </a:lnTo>
                  <a:lnTo>
                    <a:pt x="1739041" y="1515314"/>
                  </a:lnTo>
                  <a:lnTo>
                    <a:pt x="1738973" y="1515332"/>
                  </a:lnTo>
                  <a:lnTo>
                    <a:pt x="1738912" y="1515384"/>
                  </a:lnTo>
                  <a:lnTo>
                    <a:pt x="1738909" y="1515396"/>
                  </a:lnTo>
                  <a:lnTo>
                    <a:pt x="1738853" y="1515457"/>
                  </a:lnTo>
                  <a:lnTo>
                    <a:pt x="1738839" y="1515462"/>
                  </a:lnTo>
                  <a:lnTo>
                    <a:pt x="1738831" y="1515456"/>
                  </a:lnTo>
                  <a:lnTo>
                    <a:pt x="1738755" y="1515388"/>
                  </a:lnTo>
                  <a:lnTo>
                    <a:pt x="1738714" y="1515346"/>
                  </a:lnTo>
                  <a:lnTo>
                    <a:pt x="1738699" y="1515321"/>
                  </a:lnTo>
                  <a:lnTo>
                    <a:pt x="1738026" y="1514637"/>
                  </a:lnTo>
                  <a:lnTo>
                    <a:pt x="1737892" y="1514794"/>
                  </a:lnTo>
                  <a:lnTo>
                    <a:pt x="1737829" y="1514917"/>
                  </a:lnTo>
                  <a:lnTo>
                    <a:pt x="1737821" y="1515108"/>
                  </a:lnTo>
                  <a:lnTo>
                    <a:pt x="1737820" y="1515137"/>
                  </a:lnTo>
                  <a:lnTo>
                    <a:pt x="1737909" y="1515214"/>
                  </a:lnTo>
                  <a:lnTo>
                    <a:pt x="1737877" y="1515483"/>
                  </a:lnTo>
                  <a:lnTo>
                    <a:pt x="1737816" y="1515531"/>
                  </a:lnTo>
                  <a:lnTo>
                    <a:pt x="1737767" y="1515563"/>
                  </a:lnTo>
                  <a:lnTo>
                    <a:pt x="1737746" y="1515572"/>
                  </a:lnTo>
                  <a:lnTo>
                    <a:pt x="1737496" y="1515681"/>
                  </a:lnTo>
                  <a:lnTo>
                    <a:pt x="1737295" y="1515839"/>
                  </a:lnTo>
                  <a:lnTo>
                    <a:pt x="1737192" y="1515924"/>
                  </a:lnTo>
                  <a:lnTo>
                    <a:pt x="1737105" y="1515946"/>
                  </a:lnTo>
                  <a:lnTo>
                    <a:pt x="1737005" y="1515952"/>
                  </a:lnTo>
                  <a:lnTo>
                    <a:pt x="1736993" y="1515947"/>
                  </a:lnTo>
                  <a:lnTo>
                    <a:pt x="1736862" y="1515959"/>
                  </a:lnTo>
                  <a:lnTo>
                    <a:pt x="1736836" y="1515961"/>
                  </a:lnTo>
                  <a:lnTo>
                    <a:pt x="1736835" y="1515950"/>
                  </a:lnTo>
                  <a:lnTo>
                    <a:pt x="1736665" y="1515898"/>
                  </a:lnTo>
                  <a:lnTo>
                    <a:pt x="1736597" y="1515876"/>
                  </a:lnTo>
                  <a:lnTo>
                    <a:pt x="1736438" y="1515784"/>
                  </a:lnTo>
                  <a:lnTo>
                    <a:pt x="1736263" y="1515685"/>
                  </a:lnTo>
                  <a:lnTo>
                    <a:pt x="1736244" y="1515673"/>
                  </a:lnTo>
                  <a:lnTo>
                    <a:pt x="1736219" y="1515640"/>
                  </a:lnTo>
                  <a:lnTo>
                    <a:pt x="1736219" y="1515528"/>
                  </a:lnTo>
                  <a:lnTo>
                    <a:pt x="1736251" y="1515454"/>
                  </a:lnTo>
                  <a:lnTo>
                    <a:pt x="1736343" y="1515453"/>
                  </a:lnTo>
                  <a:lnTo>
                    <a:pt x="1736459" y="1515277"/>
                  </a:lnTo>
                  <a:lnTo>
                    <a:pt x="1736459" y="1514866"/>
                  </a:lnTo>
                  <a:lnTo>
                    <a:pt x="1736436" y="1514802"/>
                  </a:lnTo>
                  <a:lnTo>
                    <a:pt x="1736250" y="1514802"/>
                  </a:lnTo>
                  <a:lnTo>
                    <a:pt x="1735959" y="1514762"/>
                  </a:lnTo>
                  <a:lnTo>
                    <a:pt x="1735819" y="1514744"/>
                  </a:lnTo>
                  <a:lnTo>
                    <a:pt x="1735498" y="1514704"/>
                  </a:lnTo>
                  <a:lnTo>
                    <a:pt x="1735334" y="1514736"/>
                  </a:lnTo>
                  <a:lnTo>
                    <a:pt x="1735156" y="1514767"/>
                  </a:lnTo>
                  <a:lnTo>
                    <a:pt x="1734823" y="1514575"/>
                  </a:lnTo>
                  <a:lnTo>
                    <a:pt x="1734819" y="1514533"/>
                  </a:lnTo>
                  <a:lnTo>
                    <a:pt x="1734866" y="1514462"/>
                  </a:lnTo>
                  <a:lnTo>
                    <a:pt x="1734946" y="1514392"/>
                  </a:lnTo>
                  <a:lnTo>
                    <a:pt x="1734999" y="1514331"/>
                  </a:lnTo>
                  <a:lnTo>
                    <a:pt x="1735032" y="1514284"/>
                  </a:lnTo>
                  <a:lnTo>
                    <a:pt x="1735040" y="1514242"/>
                  </a:lnTo>
                  <a:lnTo>
                    <a:pt x="1734937" y="1513896"/>
                  </a:lnTo>
                  <a:lnTo>
                    <a:pt x="1734899" y="1513770"/>
                  </a:lnTo>
                  <a:lnTo>
                    <a:pt x="1734747" y="1513261"/>
                  </a:lnTo>
                  <a:lnTo>
                    <a:pt x="1734599" y="1512965"/>
                  </a:lnTo>
                  <a:lnTo>
                    <a:pt x="1734469" y="1512707"/>
                  </a:lnTo>
                  <a:lnTo>
                    <a:pt x="1734430" y="1512491"/>
                  </a:lnTo>
                  <a:lnTo>
                    <a:pt x="1734422" y="1512468"/>
                  </a:lnTo>
                  <a:lnTo>
                    <a:pt x="1734389" y="1512418"/>
                  </a:lnTo>
                  <a:lnTo>
                    <a:pt x="1734364" y="1512388"/>
                  </a:lnTo>
                  <a:lnTo>
                    <a:pt x="1734278" y="1512343"/>
                  </a:lnTo>
                  <a:lnTo>
                    <a:pt x="1734144" y="1512273"/>
                  </a:lnTo>
                  <a:lnTo>
                    <a:pt x="1733890" y="1512280"/>
                  </a:lnTo>
                  <a:lnTo>
                    <a:pt x="1733882" y="1512287"/>
                  </a:lnTo>
                  <a:lnTo>
                    <a:pt x="1733877" y="1512292"/>
                  </a:lnTo>
                  <a:lnTo>
                    <a:pt x="1733868" y="1512300"/>
                  </a:lnTo>
                  <a:lnTo>
                    <a:pt x="1733787" y="1512319"/>
                  </a:lnTo>
                  <a:lnTo>
                    <a:pt x="1733518" y="1512364"/>
                  </a:lnTo>
                  <a:lnTo>
                    <a:pt x="1733324" y="1512359"/>
                  </a:lnTo>
                  <a:lnTo>
                    <a:pt x="1733259" y="1512353"/>
                  </a:lnTo>
                  <a:lnTo>
                    <a:pt x="1733234" y="1512345"/>
                  </a:lnTo>
                  <a:lnTo>
                    <a:pt x="1733155" y="1512289"/>
                  </a:lnTo>
                  <a:lnTo>
                    <a:pt x="1733126" y="1512277"/>
                  </a:lnTo>
                  <a:lnTo>
                    <a:pt x="1733096" y="1512269"/>
                  </a:lnTo>
                  <a:lnTo>
                    <a:pt x="1733039" y="1512272"/>
                  </a:lnTo>
                  <a:lnTo>
                    <a:pt x="1732822" y="1512349"/>
                  </a:lnTo>
                  <a:lnTo>
                    <a:pt x="1732785" y="1512370"/>
                  </a:lnTo>
                  <a:lnTo>
                    <a:pt x="1732674" y="1512460"/>
                  </a:lnTo>
                  <a:lnTo>
                    <a:pt x="1732658" y="1512491"/>
                  </a:lnTo>
                  <a:lnTo>
                    <a:pt x="1732669" y="1512518"/>
                  </a:lnTo>
                  <a:lnTo>
                    <a:pt x="1732655" y="1512539"/>
                  </a:lnTo>
                  <a:lnTo>
                    <a:pt x="1732542" y="1512554"/>
                  </a:lnTo>
                  <a:lnTo>
                    <a:pt x="1732479" y="1512545"/>
                  </a:lnTo>
                  <a:lnTo>
                    <a:pt x="1732380" y="1512516"/>
                  </a:lnTo>
                  <a:lnTo>
                    <a:pt x="1732346" y="1512462"/>
                  </a:lnTo>
                  <a:lnTo>
                    <a:pt x="1732207" y="1512408"/>
                  </a:lnTo>
                  <a:lnTo>
                    <a:pt x="1732195" y="1512408"/>
                  </a:lnTo>
                  <a:lnTo>
                    <a:pt x="1732104" y="1512436"/>
                  </a:lnTo>
                  <a:lnTo>
                    <a:pt x="1731977" y="1512514"/>
                  </a:lnTo>
                  <a:lnTo>
                    <a:pt x="1731887" y="1512608"/>
                  </a:lnTo>
                  <a:lnTo>
                    <a:pt x="1731683" y="1512682"/>
                  </a:lnTo>
                  <a:lnTo>
                    <a:pt x="1731663" y="1512688"/>
                  </a:lnTo>
                  <a:lnTo>
                    <a:pt x="1731311" y="1512801"/>
                  </a:lnTo>
                  <a:lnTo>
                    <a:pt x="1731005" y="1512908"/>
                  </a:lnTo>
                  <a:lnTo>
                    <a:pt x="1730910" y="1512933"/>
                  </a:lnTo>
                  <a:lnTo>
                    <a:pt x="1730743" y="1512945"/>
                  </a:lnTo>
                  <a:lnTo>
                    <a:pt x="1730671" y="1512939"/>
                  </a:lnTo>
                  <a:lnTo>
                    <a:pt x="1730560" y="1512906"/>
                  </a:lnTo>
                  <a:lnTo>
                    <a:pt x="1730474" y="1512870"/>
                  </a:lnTo>
                  <a:lnTo>
                    <a:pt x="1730401" y="1512767"/>
                  </a:lnTo>
                  <a:lnTo>
                    <a:pt x="1730401" y="1512757"/>
                  </a:lnTo>
                  <a:lnTo>
                    <a:pt x="1730338" y="1512662"/>
                  </a:lnTo>
                  <a:lnTo>
                    <a:pt x="1730249" y="1512555"/>
                  </a:lnTo>
                  <a:lnTo>
                    <a:pt x="1730063" y="1512474"/>
                  </a:lnTo>
                  <a:lnTo>
                    <a:pt x="1730029" y="1512459"/>
                  </a:lnTo>
                  <a:lnTo>
                    <a:pt x="1729990" y="1512460"/>
                  </a:lnTo>
                  <a:lnTo>
                    <a:pt x="1729945" y="1512472"/>
                  </a:lnTo>
                  <a:lnTo>
                    <a:pt x="1729629" y="1512621"/>
                  </a:lnTo>
                  <a:lnTo>
                    <a:pt x="1729560" y="1512624"/>
                  </a:lnTo>
                  <a:lnTo>
                    <a:pt x="1729509" y="1512541"/>
                  </a:lnTo>
                  <a:lnTo>
                    <a:pt x="1729042" y="1512046"/>
                  </a:lnTo>
                  <a:lnTo>
                    <a:pt x="1728764" y="1511881"/>
                  </a:lnTo>
                  <a:lnTo>
                    <a:pt x="1728627" y="1511660"/>
                  </a:lnTo>
                  <a:lnTo>
                    <a:pt x="1728279" y="1511799"/>
                  </a:lnTo>
                  <a:lnTo>
                    <a:pt x="1728276" y="1511826"/>
                  </a:lnTo>
                  <a:lnTo>
                    <a:pt x="1728458" y="1512188"/>
                  </a:lnTo>
                  <a:lnTo>
                    <a:pt x="1728095" y="1512096"/>
                  </a:lnTo>
                  <a:lnTo>
                    <a:pt x="1727766" y="1512091"/>
                  </a:lnTo>
                  <a:lnTo>
                    <a:pt x="1727598" y="1512209"/>
                  </a:lnTo>
                  <a:lnTo>
                    <a:pt x="1727383" y="1512726"/>
                  </a:lnTo>
                  <a:lnTo>
                    <a:pt x="1727183" y="1512781"/>
                  </a:lnTo>
                  <a:lnTo>
                    <a:pt x="1726946" y="1512746"/>
                  </a:lnTo>
                  <a:lnTo>
                    <a:pt x="1726623" y="1512513"/>
                  </a:lnTo>
                  <a:lnTo>
                    <a:pt x="1726248" y="1512215"/>
                  </a:lnTo>
                  <a:lnTo>
                    <a:pt x="1726181" y="1512158"/>
                  </a:lnTo>
                  <a:lnTo>
                    <a:pt x="1725998" y="1511969"/>
                  </a:lnTo>
                  <a:lnTo>
                    <a:pt x="1725990" y="1511944"/>
                  </a:lnTo>
                  <a:lnTo>
                    <a:pt x="1725993" y="1511928"/>
                  </a:lnTo>
                  <a:lnTo>
                    <a:pt x="1726030" y="1511863"/>
                  </a:lnTo>
                  <a:lnTo>
                    <a:pt x="1726071" y="1511818"/>
                  </a:lnTo>
                  <a:lnTo>
                    <a:pt x="1726140" y="1511804"/>
                  </a:lnTo>
                  <a:lnTo>
                    <a:pt x="1726169" y="1511785"/>
                  </a:lnTo>
                  <a:lnTo>
                    <a:pt x="1726192" y="1511753"/>
                  </a:lnTo>
                  <a:lnTo>
                    <a:pt x="1726216" y="1511692"/>
                  </a:lnTo>
                  <a:lnTo>
                    <a:pt x="1726253" y="1511486"/>
                  </a:lnTo>
                  <a:lnTo>
                    <a:pt x="1726250" y="1511418"/>
                  </a:lnTo>
                  <a:lnTo>
                    <a:pt x="1726228" y="1511333"/>
                  </a:lnTo>
                  <a:lnTo>
                    <a:pt x="1726214" y="1511301"/>
                  </a:lnTo>
                  <a:lnTo>
                    <a:pt x="1726144" y="1511202"/>
                  </a:lnTo>
                  <a:lnTo>
                    <a:pt x="1726046" y="1511136"/>
                  </a:lnTo>
                  <a:lnTo>
                    <a:pt x="1726010" y="1510829"/>
                  </a:lnTo>
                  <a:lnTo>
                    <a:pt x="1725971" y="1510713"/>
                  </a:lnTo>
                  <a:lnTo>
                    <a:pt x="1725906" y="1510622"/>
                  </a:lnTo>
                  <a:lnTo>
                    <a:pt x="1725885" y="1510602"/>
                  </a:lnTo>
                  <a:lnTo>
                    <a:pt x="1725771" y="1510580"/>
                  </a:lnTo>
                  <a:lnTo>
                    <a:pt x="1725675" y="1510587"/>
                  </a:lnTo>
                  <a:lnTo>
                    <a:pt x="1725464" y="1510512"/>
                  </a:lnTo>
                  <a:lnTo>
                    <a:pt x="1725429" y="1510492"/>
                  </a:lnTo>
                  <a:lnTo>
                    <a:pt x="1725424" y="1510482"/>
                  </a:lnTo>
                  <a:lnTo>
                    <a:pt x="1725425" y="1510450"/>
                  </a:lnTo>
                  <a:lnTo>
                    <a:pt x="1725563" y="1510279"/>
                  </a:lnTo>
                  <a:lnTo>
                    <a:pt x="1725927" y="1509880"/>
                  </a:lnTo>
                  <a:lnTo>
                    <a:pt x="1725944" y="1509776"/>
                  </a:lnTo>
                  <a:lnTo>
                    <a:pt x="1725968" y="1509750"/>
                  </a:lnTo>
                  <a:lnTo>
                    <a:pt x="1726311" y="1509630"/>
                  </a:lnTo>
                  <a:lnTo>
                    <a:pt x="1726395" y="1509618"/>
                  </a:lnTo>
                  <a:lnTo>
                    <a:pt x="1726485" y="1509628"/>
                  </a:lnTo>
                  <a:lnTo>
                    <a:pt x="1726621" y="1509604"/>
                  </a:lnTo>
                  <a:lnTo>
                    <a:pt x="1726964" y="1509494"/>
                  </a:lnTo>
                  <a:lnTo>
                    <a:pt x="1727280" y="1509266"/>
                  </a:lnTo>
                  <a:lnTo>
                    <a:pt x="1727358" y="1509072"/>
                  </a:lnTo>
                  <a:lnTo>
                    <a:pt x="1727393" y="1508860"/>
                  </a:lnTo>
                  <a:lnTo>
                    <a:pt x="1727652" y="1508497"/>
                  </a:lnTo>
                  <a:lnTo>
                    <a:pt x="1727811" y="1508348"/>
                  </a:lnTo>
                  <a:lnTo>
                    <a:pt x="1728138" y="1508216"/>
                  </a:lnTo>
                  <a:lnTo>
                    <a:pt x="1728419" y="1508129"/>
                  </a:lnTo>
                  <a:lnTo>
                    <a:pt x="1728596" y="1508011"/>
                  </a:lnTo>
                  <a:lnTo>
                    <a:pt x="1728701" y="1507890"/>
                  </a:lnTo>
                  <a:lnTo>
                    <a:pt x="1728795" y="1507572"/>
                  </a:lnTo>
                  <a:lnTo>
                    <a:pt x="1728988" y="1507269"/>
                  </a:lnTo>
                  <a:lnTo>
                    <a:pt x="1729137" y="1507157"/>
                  </a:lnTo>
                  <a:lnTo>
                    <a:pt x="1729311" y="1507027"/>
                  </a:lnTo>
                  <a:lnTo>
                    <a:pt x="1729436" y="1506626"/>
                  </a:lnTo>
                  <a:lnTo>
                    <a:pt x="1729438" y="1506620"/>
                  </a:lnTo>
                  <a:lnTo>
                    <a:pt x="1729445" y="1506612"/>
                  </a:lnTo>
                  <a:lnTo>
                    <a:pt x="1729534" y="1506491"/>
                  </a:lnTo>
                  <a:lnTo>
                    <a:pt x="1729552" y="1506473"/>
                  </a:lnTo>
                  <a:lnTo>
                    <a:pt x="1729580" y="1506444"/>
                  </a:lnTo>
                  <a:lnTo>
                    <a:pt x="1729584" y="1506440"/>
                  </a:lnTo>
                  <a:lnTo>
                    <a:pt x="1729629" y="1506450"/>
                  </a:lnTo>
                  <a:lnTo>
                    <a:pt x="1729680" y="1506438"/>
                  </a:lnTo>
                  <a:lnTo>
                    <a:pt x="1729706" y="1506438"/>
                  </a:lnTo>
                  <a:lnTo>
                    <a:pt x="1729737" y="1506440"/>
                  </a:lnTo>
                  <a:lnTo>
                    <a:pt x="1729763" y="1506445"/>
                  </a:lnTo>
                  <a:lnTo>
                    <a:pt x="1729779" y="1506452"/>
                  </a:lnTo>
                  <a:lnTo>
                    <a:pt x="1729796" y="1506468"/>
                  </a:lnTo>
                  <a:lnTo>
                    <a:pt x="1729806" y="1506481"/>
                  </a:lnTo>
                  <a:lnTo>
                    <a:pt x="1729812" y="1506487"/>
                  </a:lnTo>
                  <a:lnTo>
                    <a:pt x="1729831" y="1506490"/>
                  </a:lnTo>
                  <a:lnTo>
                    <a:pt x="1729837" y="1506495"/>
                  </a:lnTo>
                  <a:lnTo>
                    <a:pt x="1729853" y="1506508"/>
                  </a:lnTo>
                  <a:lnTo>
                    <a:pt x="1729865" y="1506514"/>
                  </a:lnTo>
                  <a:lnTo>
                    <a:pt x="1729878" y="1506518"/>
                  </a:lnTo>
                  <a:lnTo>
                    <a:pt x="1729899" y="1506519"/>
                  </a:lnTo>
                  <a:lnTo>
                    <a:pt x="1729920" y="1506522"/>
                  </a:lnTo>
                  <a:lnTo>
                    <a:pt x="1729932" y="1506520"/>
                  </a:lnTo>
                  <a:lnTo>
                    <a:pt x="1729938" y="1506520"/>
                  </a:lnTo>
                  <a:lnTo>
                    <a:pt x="1729950" y="1506520"/>
                  </a:lnTo>
                  <a:lnTo>
                    <a:pt x="1729955" y="1506522"/>
                  </a:lnTo>
                  <a:lnTo>
                    <a:pt x="1729960" y="1506528"/>
                  </a:lnTo>
                  <a:lnTo>
                    <a:pt x="1729962" y="1506535"/>
                  </a:lnTo>
                  <a:lnTo>
                    <a:pt x="1729966" y="1506539"/>
                  </a:lnTo>
                  <a:lnTo>
                    <a:pt x="1729994" y="1506547"/>
                  </a:lnTo>
                  <a:lnTo>
                    <a:pt x="1730014" y="1506553"/>
                  </a:lnTo>
                  <a:lnTo>
                    <a:pt x="1730018" y="1506556"/>
                  </a:lnTo>
                  <a:lnTo>
                    <a:pt x="1730018" y="1506562"/>
                  </a:lnTo>
                  <a:lnTo>
                    <a:pt x="1730025" y="1506570"/>
                  </a:lnTo>
                  <a:lnTo>
                    <a:pt x="1730032" y="1506573"/>
                  </a:lnTo>
                  <a:lnTo>
                    <a:pt x="1730043" y="1506575"/>
                  </a:lnTo>
                  <a:lnTo>
                    <a:pt x="1730057" y="1506573"/>
                  </a:lnTo>
                  <a:lnTo>
                    <a:pt x="1730074" y="1506568"/>
                  </a:lnTo>
                  <a:lnTo>
                    <a:pt x="1730090" y="1506567"/>
                  </a:lnTo>
                  <a:lnTo>
                    <a:pt x="1730118" y="1506573"/>
                  </a:lnTo>
                  <a:lnTo>
                    <a:pt x="1730131" y="1506573"/>
                  </a:lnTo>
                  <a:lnTo>
                    <a:pt x="1730150" y="1506563"/>
                  </a:lnTo>
                  <a:lnTo>
                    <a:pt x="1730175" y="1506549"/>
                  </a:lnTo>
                  <a:lnTo>
                    <a:pt x="1730183" y="1506551"/>
                  </a:lnTo>
                  <a:lnTo>
                    <a:pt x="1730175" y="1506562"/>
                  </a:lnTo>
                  <a:lnTo>
                    <a:pt x="1730126" y="1506600"/>
                  </a:lnTo>
                  <a:lnTo>
                    <a:pt x="1730120" y="1506610"/>
                  </a:lnTo>
                  <a:lnTo>
                    <a:pt x="1730120" y="1506615"/>
                  </a:lnTo>
                  <a:lnTo>
                    <a:pt x="1730129" y="1506676"/>
                  </a:lnTo>
                  <a:lnTo>
                    <a:pt x="1730127" y="1506726"/>
                  </a:lnTo>
                  <a:lnTo>
                    <a:pt x="1730114" y="1506889"/>
                  </a:lnTo>
                  <a:lnTo>
                    <a:pt x="1730104" y="1506920"/>
                  </a:lnTo>
                  <a:lnTo>
                    <a:pt x="1730103" y="1506934"/>
                  </a:lnTo>
                  <a:lnTo>
                    <a:pt x="1730106" y="1506965"/>
                  </a:lnTo>
                  <a:lnTo>
                    <a:pt x="1730104" y="1506977"/>
                  </a:lnTo>
                  <a:lnTo>
                    <a:pt x="1730068" y="1507090"/>
                  </a:lnTo>
                  <a:lnTo>
                    <a:pt x="1730071" y="1507096"/>
                  </a:lnTo>
                  <a:lnTo>
                    <a:pt x="1730101" y="1507137"/>
                  </a:lnTo>
                  <a:lnTo>
                    <a:pt x="1730116" y="1507158"/>
                  </a:lnTo>
                  <a:lnTo>
                    <a:pt x="1730130" y="1507178"/>
                  </a:lnTo>
                  <a:lnTo>
                    <a:pt x="1730139" y="1507185"/>
                  </a:lnTo>
                  <a:lnTo>
                    <a:pt x="1730153" y="1507198"/>
                  </a:lnTo>
                  <a:lnTo>
                    <a:pt x="1730160" y="1507211"/>
                  </a:lnTo>
                  <a:lnTo>
                    <a:pt x="1730165" y="1507220"/>
                  </a:lnTo>
                  <a:lnTo>
                    <a:pt x="1730178" y="1507240"/>
                  </a:lnTo>
                  <a:lnTo>
                    <a:pt x="1730183" y="1507246"/>
                  </a:lnTo>
                  <a:lnTo>
                    <a:pt x="1730190" y="1507248"/>
                  </a:lnTo>
                  <a:lnTo>
                    <a:pt x="1730200" y="1507245"/>
                  </a:lnTo>
                  <a:lnTo>
                    <a:pt x="1730216" y="1507239"/>
                  </a:lnTo>
                  <a:lnTo>
                    <a:pt x="1730227" y="1507232"/>
                  </a:lnTo>
                  <a:lnTo>
                    <a:pt x="1730240" y="1507221"/>
                  </a:lnTo>
                  <a:lnTo>
                    <a:pt x="1730248" y="1507210"/>
                  </a:lnTo>
                  <a:lnTo>
                    <a:pt x="1730269" y="1507186"/>
                  </a:lnTo>
                  <a:lnTo>
                    <a:pt x="1730299" y="1507151"/>
                  </a:lnTo>
                  <a:lnTo>
                    <a:pt x="1730307" y="1507140"/>
                  </a:lnTo>
                  <a:lnTo>
                    <a:pt x="1730321" y="1507121"/>
                  </a:lnTo>
                  <a:lnTo>
                    <a:pt x="1730391" y="1507037"/>
                  </a:lnTo>
                  <a:lnTo>
                    <a:pt x="1730455" y="1506994"/>
                  </a:lnTo>
                  <a:lnTo>
                    <a:pt x="1730569" y="1506957"/>
                  </a:lnTo>
                  <a:lnTo>
                    <a:pt x="1730579" y="1506946"/>
                  </a:lnTo>
                  <a:lnTo>
                    <a:pt x="1730617" y="1506933"/>
                  </a:lnTo>
                  <a:lnTo>
                    <a:pt x="1730650" y="1506922"/>
                  </a:lnTo>
                  <a:lnTo>
                    <a:pt x="1730652" y="1506927"/>
                  </a:lnTo>
                  <a:lnTo>
                    <a:pt x="1730657" y="1506929"/>
                  </a:lnTo>
                  <a:lnTo>
                    <a:pt x="1730667" y="1506926"/>
                  </a:lnTo>
                  <a:lnTo>
                    <a:pt x="1730673" y="1506926"/>
                  </a:lnTo>
                  <a:lnTo>
                    <a:pt x="1730678" y="1506931"/>
                  </a:lnTo>
                  <a:lnTo>
                    <a:pt x="1730683" y="1506938"/>
                  </a:lnTo>
                  <a:lnTo>
                    <a:pt x="1730685" y="1506944"/>
                  </a:lnTo>
                  <a:lnTo>
                    <a:pt x="1730687" y="1506956"/>
                  </a:lnTo>
                  <a:lnTo>
                    <a:pt x="1730692" y="1506978"/>
                  </a:lnTo>
                  <a:lnTo>
                    <a:pt x="1730694" y="1506987"/>
                  </a:lnTo>
                  <a:lnTo>
                    <a:pt x="1730698" y="1507002"/>
                  </a:lnTo>
                  <a:lnTo>
                    <a:pt x="1730701" y="1507006"/>
                  </a:lnTo>
                  <a:lnTo>
                    <a:pt x="1730706" y="1507011"/>
                  </a:lnTo>
                  <a:lnTo>
                    <a:pt x="1730711" y="1507018"/>
                  </a:lnTo>
                  <a:lnTo>
                    <a:pt x="1730716" y="1507025"/>
                  </a:lnTo>
                  <a:lnTo>
                    <a:pt x="1730721" y="1507027"/>
                  </a:lnTo>
                  <a:lnTo>
                    <a:pt x="1730728" y="1507023"/>
                  </a:lnTo>
                  <a:lnTo>
                    <a:pt x="1730734" y="1507019"/>
                  </a:lnTo>
                  <a:lnTo>
                    <a:pt x="1730735" y="1507014"/>
                  </a:lnTo>
                  <a:lnTo>
                    <a:pt x="1730743" y="1506992"/>
                  </a:lnTo>
                  <a:lnTo>
                    <a:pt x="1730749" y="1506983"/>
                  </a:lnTo>
                  <a:lnTo>
                    <a:pt x="1730753" y="1506969"/>
                  </a:lnTo>
                  <a:lnTo>
                    <a:pt x="1730755" y="1506957"/>
                  </a:lnTo>
                  <a:lnTo>
                    <a:pt x="1730757" y="1506950"/>
                  </a:lnTo>
                  <a:lnTo>
                    <a:pt x="1730800" y="1506899"/>
                  </a:lnTo>
                  <a:lnTo>
                    <a:pt x="1730807" y="1506896"/>
                  </a:lnTo>
                  <a:lnTo>
                    <a:pt x="1730818" y="1506901"/>
                  </a:lnTo>
                  <a:lnTo>
                    <a:pt x="1730833" y="1506918"/>
                  </a:lnTo>
                  <a:lnTo>
                    <a:pt x="1730839" y="1506928"/>
                  </a:lnTo>
                  <a:lnTo>
                    <a:pt x="1730863" y="1506975"/>
                  </a:lnTo>
                  <a:lnTo>
                    <a:pt x="1730864" y="1506980"/>
                  </a:lnTo>
                  <a:lnTo>
                    <a:pt x="1730879" y="1506982"/>
                  </a:lnTo>
                  <a:lnTo>
                    <a:pt x="1730915" y="1506981"/>
                  </a:lnTo>
                  <a:lnTo>
                    <a:pt x="1730934" y="1506976"/>
                  </a:lnTo>
                  <a:lnTo>
                    <a:pt x="1730942" y="1506951"/>
                  </a:lnTo>
                  <a:lnTo>
                    <a:pt x="1730951" y="1506920"/>
                  </a:lnTo>
                  <a:lnTo>
                    <a:pt x="1730945" y="1506915"/>
                  </a:lnTo>
                  <a:lnTo>
                    <a:pt x="1730945" y="1506909"/>
                  </a:lnTo>
                  <a:lnTo>
                    <a:pt x="1730954" y="1506892"/>
                  </a:lnTo>
                  <a:lnTo>
                    <a:pt x="1730962" y="1506888"/>
                  </a:lnTo>
                  <a:lnTo>
                    <a:pt x="1730994" y="1506887"/>
                  </a:lnTo>
                  <a:lnTo>
                    <a:pt x="1731038" y="1506885"/>
                  </a:lnTo>
                  <a:lnTo>
                    <a:pt x="1731045" y="1506879"/>
                  </a:lnTo>
                  <a:lnTo>
                    <a:pt x="1731042" y="1506874"/>
                  </a:lnTo>
                  <a:lnTo>
                    <a:pt x="1731042" y="1506863"/>
                  </a:lnTo>
                  <a:lnTo>
                    <a:pt x="1731047" y="1506860"/>
                  </a:lnTo>
                  <a:lnTo>
                    <a:pt x="1731045" y="1506838"/>
                  </a:lnTo>
                  <a:lnTo>
                    <a:pt x="1731040" y="1506822"/>
                  </a:lnTo>
                  <a:lnTo>
                    <a:pt x="1731032" y="1506806"/>
                  </a:lnTo>
                  <a:lnTo>
                    <a:pt x="1730990" y="1506534"/>
                  </a:lnTo>
                  <a:lnTo>
                    <a:pt x="1731041" y="1506356"/>
                  </a:lnTo>
                  <a:lnTo>
                    <a:pt x="1731062" y="1506281"/>
                  </a:lnTo>
                  <a:lnTo>
                    <a:pt x="1731112" y="1506088"/>
                  </a:lnTo>
                  <a:lnTo>
                    <a:pt x="1731078" y="1506042"/>
                  </a:lnTo>
                  <a:lnTo>
                    <a:pt x="1731079" y="1506010"/>
                  </a:lnTo>
                  <a:lnTo>
                    <a:pt x="1731093" y="1505994"/>
                  </a:lnTo>
                  <a:lnTo>
                    <a:pt x="1731251" y="1505864"/>
                  </a:lnTo>
                  <a:lnTo>
                    <a:pt x="1731303" y="1505836"/>
                  </a:lnTo>
                  <a:lnTo>
                    <a:pt x="1731324" y="1505829"/>
                  </a:lnTo>
                  <a:lnTo>
                    <a:pt x="1731335" y="1505827"/>
                  </a:lnTo>
                  <a:lnTo>
                    <a:pt x="1731343" y="1505825"/>
                  </a:lnTo>
                  <a:lnTo>
                    <a:pt x="1731385" y="1505814"/>
                  </a:lnTo>
                  <a:lnTo>
                    <a:pt x="1731433" y="1505801"/>
                  </a:lnTo>
                  <a:lnTo>
                    <a:pt x="1731440" y="1505803"/>
                  </a:lnTo>
                  <a:lnTo>
                    <a:pt x="1731460" y="1505793"/>
                  </a:lnTo>
                  <a:lnTo>
                    <a:pt x="1731479" y="1505783"/>
                  </a:lnTo>
                  <a:lnTo>
                    <a:pt x="1731484" y="1505777"/>
                  </a:lnTo>
                  <a:lnTo>
                    <a:pt x="1731501" y="1505742"/>
                  </a:lnTo>
                  <a:lnTo>
                    <a:pt x="1731496" y="1505719"/>
                  </a:lnTo>
                  <a:lnTo>
                    <a:pt x="1731497" y="1505711"/>
                  </a:lnTo>
                  <a:lnTo>
                    <a:pt x="1731499" y="1505695"/>
                  </a:lnTo>
                  <a:lnTo>
                    <a:pt x="1731504" y="1505687"/>
                  </a:lnTo>
                  <a:lnTo>
                    <a:pt x="1731479" y="1505679"/>
                  </a:lnTo>
                  <a:lnTo>
                    <a:pt x="1731450" y="1505671"/>
                  </a:lnTo>
                  <a:lnTo>
                    <a:pt x="1731444" y="1505669"/>
                  </a:lnTo>
                  <a:lnTo>
                    <a:pt x="1731438" y="1505667"/>
                  </a:lnTo>
                  <a:lnTo>
                    <a:pt x="1731327" y="1505640"/>
                  </a:lnTo>
                  <a:lnTo>
                    <a:pt x="1731307" y="1505628"/>
                  </a:lnTo>
                  <a:lnTo>
                    <a:pt x="1731261" y="1505616"/>
                  </a:lnTo>
                  <a:lnTo>
                    <a:pt x="1731206" y="1505605"/>
                  </a:lnTo>
                  <a:lnTo>
                    <a:pt x="1731103" y="1505582"/>
                  </a:lnTo>
                  <a:lnTo>
                    <a:pt x="1731096" y="1505570"/>
                  </a:lnTo>
                  <a:lnTo>
                    <a:pt x="1731080" y="1505506"/>
                  </a:lnTo>
                  <a:lnTo>
                    <a:pt x="1731069" y="1505484"/>
                  </a:lnTo>
                  <a:lnTo>
                    <a:pt x="1731041" y="1505428"/>
                  </a:lnTo>
                  <a:lnTo>
                    <a:pt x="1731033" y="1505404"/>
                  </a:lnTo>
                  <a:lnTo>
                    <a:pt x="1731030" y="1505395"/>
                  </a:lnTo>
                  <a:lnTo>
                    <a:pt x="1731022" y="1505372"/>
                  </a:lnTo>
                  <a:lnTo>
                    <a:pt x="1731022" y="1505349"/>
                  </a:lnTo>
                  <a:lnTo>
                    <a:pt x="1731021" y="1505308"/>
                  </a:lnTo>
                  <a:lnTo>
                    <a:pt x="1731002" y="1505280"/>
                  </a:lnTo>
                  <a:lnTo>
                    <a:pt x="1730967" y="1505237"/>
                  </a:lnTo>
                  <a:lnTo>
                    <a:pt x="1730943" y="1505196"/>
                  </a:lnTo>
                  <a:lnTo>
                    <a:pt x="1730921" y="1505164"/>
                  </a:lnTo>
                  <a:lnTo>
                    <a:pt x="1730880" y="1505114"/>
                  </a:lnTo>
                  <a:lnTo>
                    <a:pt x="1730838" y="1505064"/>
                  </a:lnTo>
                  <a:lnTo>
                    <a:pt x="1730793" y="1505017"/>
                  </a:lnTo>
                  <a:lnTo>
                    <a:pt x="1730758" y="1504979"/>
                  </a:lnTo>
                  <a:lnTo>
                    <a:pt x="1730238" y="1504788"/>
                  </a:lnTo>
                  <a:lnTo>
                    <a:pt x="1730209" y="1504773"/>
                  </a:lnTo>
                  <a:lnTo>
                    <a:pt x="1730107" y="1504712"/>
                  </a:lnTo>
                  <a:lnTo>
                    <a:pt x="1730097" y="1504706"/>
                  </a:lnTo>
                  <a:lnTo>
                    <a:pt x="1730089" y="1504702"/>
                  </a:lnTo>
                  <a:lnTo>
                    <a:pt x="1730033" y="1504672"/>
                  </a:lnTo>
                  <a:lnTo>
                    <a:pt x="1730013" y="1504661"/>
                  </a:lnTo>
                  <a:lnTo>
                    <a:pt x="1729992" y="1504649"/>
                  </a:lnTo>
                  <a:lnTo>
                    <a:pt x="1729986" y="1504645"/>
                  </a:lnTo>
                  <a:lnTo>
                    <a:pt x="1729980" y="1504642"/>
                  </a:lnTo>
                  <a:lnTo>
                    <a:pt x="1729960" y="1504628"/>
                  </a:lnTo>
                  <a:lnTo>
                    <a:pt x="1729953" y="1504621"/>
                  </a:lnTo>
                  <a:lnTo>
                    <a:pt x="1729946" y="1504615"/>
                  </a:lnTo>
                  <a:lnTo>
                    <a:pt x="1729929" y="1504605"/>
                  </a:lnTo>
                  <a:lnTo>
                    <a:pt x="1729909" y="1504594"/>
                  </a:lnTo>
                  <a:lnTo>
                    <a:pt x="1729897" y="1504588"/>
                  </a:lnTo>
                  <a:lnTo>
                    <a:pt x="1729873" y="1504574"/>
                  </a:lnTo>
                  <a:lnTo>
                    <a:pt x="1729820" y="1504538"/>
                  </a:lnTo>
                  <a:lnTo>
                    <a:pt x="1729807" y="1504529"/>
                  </a:lnTo>
                  <a:lnTo>
                    <a:pt x="1729802" y="1504527"/>
                  </a:lnTo>
                  <a:lnTo>
                    <a:pt x="1729796" y="1504525"/>
                  </a:lnTo>
                  <a:lnTo>
                    <a:pt x="1729791" y="1504520"/>
                  </a:lnTo>
                  <a:lnTo>
                    <a:pt x="1729774" y="1504509"/>
                  </a:lnTo>
                  <a:lnTo>
                    <a:pt x="1729674" y="1504481"/>
                  </a:lnTo>
                  <a:lnTo>
                    <a:pt x="1729662" y="1504479"/>
                  </a:lnTo>
                  <a:lnTo>
                    <a:pt x="1729654" y="1504480"/>
                  </a:lnTo>
                  <a:lnTo>
                    <a:pt x="1729634" y="1504482"/>
                  </a:lnTo>
                  <a:lnTo>
                    <a:pt x="1729629" y="1504483"/>
                  </a:lnTo>
                  <a:lnTo>
                    <a:pt x="1729582" y="1504497"/>
                  </a:lnTo>
                  <a:lnTo>
                    <a:pt x="1729527" y="1504515"/>
                  </a:lnTo>
                  <a:lnTo>
                    <a:pt x="1729500" y="1504532"/>
                  </a:lnTo>
                  <a:lnTo>
                    <a:pt x="1729568" y="1504670"/>
                  </a:lnTo>
                  <a:lnTo>
                    <a:pt x="1729569" y="1504690"/>
                  </a:lnTo>
                  <a:lnTo>
                    <a:pt x="1729563" y="1504701"/>
                  </a:lnTo>
                  <a:lnTo>
                    <a:pt x="1729415" y="1504789"/>
                  </a:lnTo>
                  <a:lnTo>
                    <a:pt x="1727864" y="1504848"/>
                  </a:lnTo>
                  <a:lnTo>
                    <a:pt x="1727579" y="1504859"/>
                  </a:lnTo>
                  <a:lnTo>
                    <a:pt x="1727559" y="1504858"/>
                  </a:lnTo>
                  <a:lnTo>
                    <a:pt x="1727521" y="1504826"/>
                  </a:lnTo>
                  <a:lnTo>
                    <a:pt x="1727494" y="1504866"/>
                  </a:lnTo>
                  <a:lnTo>
                    <a:pt x="1727394" y="1506349"/>
                  </a:lnTo>
                  <a:lnTo>
                    <a:pt x="1727389" y="1506360"/>
                  </a:lnTo>
                  <a:lnTo>
                    <a:pt x="1726944" y="1506731"/>
                  </a:lnTo>
                  <a:lnTo>
                    <a:pt x="1726742" y="1506854"/>
                  </a:lnTo>
                  <a:lnTo>
                    <a:pt x="1726679" y="1506892"/>
                  </a:lnTo>
                  <a:lnTo>
                    <a:pt x="1726280" y="1506786"/>
                  </a:lnTo>
                  <a:lnTo>
                    <a:pt x="1726065" y="1506780"/>
                  </a:lnTo>
                  <a:lnTo>
                    <a:pt x="1725686" y="1506978"/>
                  </a:lnTo>
                  <a:lnTo>
                    <a:pt x="1725490" y="1507140"/>
                  </a:lnTo>
                  <a:lnTo>
                    <a:pt x="1725329" y="1507327"/>
                  </a:lnTo>
                  <a:lnTo>
                    <a:pt x="1725116" y="1507575"/>
                  </a:lnTo>
                  <a:lnTo>
                    <a:pt x="1725189" y="1507970"/>
                  </a:lnTo>
                  <a:lnTo>
                    <a:pt x="1724798" y="1508521"/>
                  </a:lnTo>
                  <a:lnTo>
                    <a:pt x="1724745" y="1508417"/>
                  </a:lnTo>
                  <a:lnTo>
                    <a:pt x="1724463" y="1507860"/>
                  </a:lnTo>
                  <a:lnTo>
                    <a:pt x="1724136" y="1507135"/>
                  </a:lnTo>
                  <a:lnTo>
                    <a:pt x="1724115" y="1507051"/>
                  </a:lnTo>
                  <a:lnTo>
                    <a:pt x="1723934" y="1506469"/>
                  </a:lnTo>
                  <a:lnTo>
                    <a:pt x="1723775" y="1505981"/>
                  </a:lnTo>
                  <a:lnTo>
                    <a:pt x="1723785" y="1505920"/>
                  </a:lnTo>
                  <a:lnTo>
                    <a:pt x="1723812" y="1505857"/>
                  </a:lnTo>
                  <a:lnTo>
                    <a:pt x="1723856" y="1505813"/>
                  </a:lnTo>
                  <a:lnTo>
                    <a:pt x="1723857" y="1505793"/>
                  </a:lnTo>
                  <a:lnTo>
                    <a:pt x="1723749" y="1505314"/>
                  </a:lnTo>
                  <a:lnTo>
                    <a:pt x="1723775" y="1505134"/>
                  </a:lnTo>
                  <a:lnTo>
                    <a:pt x="1724039" y="1504981"/>
                  </a:lnTo>
                  <a:lnTo>
                    <a:pt x="1724540" y="1504670"/>
                  </a:lnTo>
                  <a:lnTo>
                    <a:pt x="1724690" y="1504464"/>
                  </a:lnTo>
                  <a:lnTo>
                    <a:pt x="1724742" y="1504290"/>
                  </a:lnTo>
                  <a:lnTo>
                    <a:pt x="1724760" y="1504230"/>
                  </a:lnTo>
                  <a:lnTo>
                    <a:pt x="1724944" y="1503804"/>
                  </a:lnTo>
                  <a:lnTo>
                    <a:pt x="1724389" y="1503659"/>
                  </a:lnTo>
                  <a:lnTo>
                    <a:pt x="1724331" y="1503687"/>
                  </a:lnTo>
                  <a:lnTo>
                    <a:pt x="1724286" y="1503710"/>
                  </a:lnTo>
                  <a:lnTo>
                    <a:pt x="1724154" y="1503657"/>
                  </a:lnTo>
                  <a:lnTo>
                    <a:pt x="1724073" y="1503556"/>
                  </a:lnTo>
                  <a:lnTo>
                    <a:pt x="1723921" y="1503365"/>
                  </a:lnTo>
                  <a:lnTo>
                    <a:pt x="1723773" y="1503155"/>
                  </a:lnTo>
                  <a:lnTo>
                    <a:pt x="1723670" y="1503252"/>
                  </a:lnTo>
                  <a:lnTo>
                    <a:pt x="1723654" y="1503285"/>
                  </a:lnTo>
                  <a:lnTo>
                    <a:pt x="1723972" y="1504479"/>
                  </a:lnTo>
                  <a:lnTo>
                    <a:pt x="1723968" y="1504500"/>
                  </a:lnTo>
                  <a:lnTo>
                    <a:pt x="1723794" y="1504612"/>
                  </a:lnTo>
                  <a:lnTo>
                    <a:pt x="1723559" y="1504709"/>
                  </a:lnTo>
                  <a:lnTo>
                    <a:pt x="1723134" y="1503156"/>
                  </a:lnTo>
                  <a:lnTo>
                    <a:pt x="1723122" y="1503113"/>
                  </a:lnTo>
                  <a:lnTo>
                    <a:pt x="1722945" y="1502971"/>
                  </a:lnTo>
                  <a:lnTo>
                    <a:pt x="1722935" y="1502963"/>
                  </a:lnTo>
                  <a:lnTo>
                    <a:pt x="1722604" y="1502393"/>
                  </a:lnTo>
                  <a:lnTo>
                    <a:pt x="1722760" y="1502311"/>
                  </a:lnTo>
                  <a:lnTo>
                    <a:pt x="1722762" y="1502300"/>
                  </a:lnTo>
                  <a:lnTo>
                    <a:pt x="1722442" y="1502000"/>
                  </a:lnTo>
                  <a:lnTo>
                    <a:pt x="1722407" y="1501944"/>
                  </a:lnTo>
                  <a:lnTo>
                    <a:pt x="1722402" y="1501897"/>
                  </a:lnTo>
                  <a:lnTo>
                    <a:pt x="1722407" y="1501867"/>
                  </a:lnTo>
                  <a:lnTo>
                    <a:pt x="1722506" y="1501689"/>
                  </a:lnTo>
                  <a:lnTo>
                    <a:pt x="1722028" y="1500554"/>
                  </a:lnTo>
                  <a:lnTo>
                    <a:pt x="1722023" y="1500543"/>
                  </a:lnTo>
                  <a:lnTo>
                    <a:pt x="1721401" y="1500790"/>
                  </a:lnTo>
                  <a:lnTo>
                    <a:pt x="1721022" y="1499806"/>
                  </a:lnTo>
                  <a:lnTo>
                    <a:pt x="1720477" y="1498680"/>
                  </a:lnTo>
                  <a:lnTo>
                    <a:pt x="1719737" y="1497465"/>
                  </a:lnTo>
                  <a:lnTo>
                    <a:pt x="1719606" y="1497233"/>
                  </a:lnTo>
                  <a:lnTo>
                    <a:pt x="1719623" y="1497209"/>
                  </a:lnTo>
                  <a:lnTo>
                    <a:pt x="1719623" y="1497202"/>
                  </a:lnTo>
                  <a:lnTo>
                    <a:pt x="1719630" y="1497191"/>
                  </a:lnTo>
                  <a:lnTo>
                    <a:pt x="1719558" y="1497047"/>
                  </a:lnTo>
                  <a:lnTo>
                    <a:pt x="1719367" y="1497087"/>
                  </a:lnTo>
                  <a:lnTo>
                    <a:pt x="1719123" y="1496697"/>
                  </a:lnTo>
                  <a:lnTo>
                    <a:pt x="1719124" y="1496687"/>
                  </a:lnTo>
                  <a:lnTo>
                    <a:pt x="1719123" y="1496680"/>
                  </a:lnTo>
                  <a:lnTo>
                    <a:pt x="1719121" y="1496675"/>
                  </a:lnTo>
                  <a:lnTo>
                    <a:pt x="1719118" y="1496668"/>
                  </a:lnTo>
                  <a:lnTo>
                    <a:pt x="1719063" y="1496355"/>
                  </a:lnTo>
                  <a:lnTo>
                    <a:pt x="1719055" y="1495845"/>
                  </a:lnTo>
                  <a:lnTo>
                    <a:pt x="1719052" y="1495811"/>
                  </a:lnTo>
                  <a:lnTo>
                    <a:pt x="1719053" y="1495804"/>
                  </a:lnTo>
                  <a:lnTo>
                    <a:pt x="1719053" y="1495799"/>
                  </a:lnTo>
                  <a:lnTo>
                    <a:pt x="1719052" y="1495793"/>
                  </a:lnTo>
                  <a:lnTo>
                    <a:pt x="1719050" y="1495787"/>
                  </a:lnTo>
                  <a:lnTo>
                    <a:pt x="1719048" y="1495782"/>
                  </a:lnTo>
                  <a:lnTo>
                    <a:pt x="1719028" y="1495600"/>
                  </a:lnTo>
                  <a:lnTo>
                    <a:pt x="1719023" y="1495395"/>
                  </a:lnTo>
                  <a:lnTo>
                    <a:pt x="1719067" y="1495219"/>
                  </a:lnTo>
                  <a:lnTo>
                    <a:pt x="1719074" y="1495190"/>
                  </a:lnTo>
                  <a:lnTo>
                    <a:pt x="1719177" y="1494777"/>
                  </a:lnTo>
                  <a:lnTo>
                    <a:pt x="1719171" y="1494676"/>
                  </a:lnTo>
                  <a:lnTo>
                    <a:pt x="1719212" y="1494531"/>
                  </a:lnTo>
                  <a:lnTo>
                    <a:pt x="1719245" y="1494418"/>
                  </a:lnTo>
                  <a:lnTo>
                    <a:pt x="1719370" y="1494278"/>
                  </a:lnTo>
                  <a:lnTo>
                    <a:pt x="1719435" y="1494215"/>
                  </a:lnTo>
                  <a:lnTo>
                    <a:pt x="1719550" y="1494127"/>
                  </a:lnTo>
                  <a:lnTo>
                    <a:pt x="1719563" y="1494104"/>
                  </a:lnTo>
                  <a:lnTo>
                    <a:pt x="1719556" y="1494098"/>
                  </a:lnTo>
                  <a:lnTo>
                    <a:pt x="1719538" y="1494085"/>
                  </a:lnTo>
                  <a:lnTo>
                    <a:pt x="1719501" y="1494053"/>
                  </a:lnTo>
                  <a:lnTo>
                    <a:pt x="1719484" y="1494040"/>
                  </a:lnTo>
                  <a:lnTo>
                    <a:pt x="1719419" y="1494077"/>
                  </a:lnTo>
                  <a:lnTo>
                    <a:pt x="1719348" y="1494130"/>
                  </a:lnTo>
                  <a:lnTo>
                    <a:pt x="1719340" y="1494135"/>
                  </a:lnTo>
                  <a:lnTo>
                    <a:pt x="1719224" y="1494226"/>
                  </a:lnTo>
                  <a:lnTo>
                    <a:pt x="1719184" y="1494257"/>
                  </a:lnTo>
                  <a:lnTo>
                    <a:pt x="1719150" y="1494284"/>
                  </a:lnTo>
                  <a:lnTo>
                    <a:pt x="1718897" y="1494562"/>
                  </a:lnTo>
                  <a:lnTo>
                    <a:pt x="1718886" y="1494560"/>
                  </a:lnTo>
                  <a:lnTo>
                    <a:pt x="1718671" y="1494360"/>
                  </a:lnTo>
                  <a:lnTo>
                    <a:pt x="1718187" y="1493986"/>
                  </a:lnTo>
                  <a:lnTo>
                    <a:pt x="1718066" y="1493893"/>
                  </a:lnTo>
                  <a:lnTo>
                    <a:pt x="1717778" y="1493673"/>
                  </a:lnTo>
                  <a:lnTo>
                    <a:pt x="1717758" y="1493685"/>
                  </a:lnTo>
                  <a:lnTo>
                    <a:pt x="1717636" y="1493803"/>
                  </a:lnTo>
                  <a:lnTo>
                    <a:pt x="1717614" y="1493809"/>
                  </a:lnTo>
                  <a:lnTo>
                    <a:pt x="1717505" y="1493667"/>
                  </a:lnTo>
                  <a:lnTo>
                    <a:pt x="1717344" y="1493456"/>
                  </a:lnTo>
                  <a:lnTo>
                    <a:pt x="1717348" y="1493438"/>
                  </a:lnTo>
                  <a:lnTo>
                    <a:pt x="1717399" y="1493368"/>
                  </a:lnTo>
                  <a:lnTo>
                    <a:pt x="1717379" y="1493352"/>
                  </a:lnTo>
                  <a:lnTo>
                    <a:pt x="1717363" y="1493339"/>
                  </a:lnTo>
                  <a:lnTo>
                    <a:pt x="1717333" y="1493394"/>
                  </a:lnTo>
                  <a:lnTo>
                    <a:pt x="1717294" y="1493466"/>
                  </a:lnTo>
                  <a:lnTo>
                    <a:pt x="1717304" y="1493550"/>
                  </a:lnTo>
                  <a:lnTo>
                    <a:pt x="1717307" y="1493567"/>
                  </a:lnTo>
                  <a:lnTo>
                    <a:pt x="1717356" y="1493887"/>
                  </a:lnTo>
                  <a:lnTo>
                    <a:pt x="1717357" y="1493967"/>
                  </a:lnTo>
                  <a:lnTo>
                    <a:pt x="1717305" y="1494100"/>
                  </a:lnTo>
                  <a:lnTo>
                    <a:pt x="1717275" y="1494125"/>
                  </a:lnTo>
                  <a:lnTo>
                    <a:pt x="1717255" y="1494129"/>
                  </a:lnTo>
                  <a:lnTo>
                    <a:pt x="1717117" y="1494130"/>
                  </a:lnTo>
                  <a:lnTo>
                    <a:pt x="1715931" y="1494094"/>
                  </a:lnTo>
                  <a:lnTo>
                    <a:pt x="1715408" y="1494026"/>
                  </a:lnTo>
                  <a:lnTo>
                    <a:pt x="1715360" y="1493994"/>
                  </a:lnTo>
                  <a:lnTo>
                    <a:pt x="1715256" y="1493911"/>
                  </a:lnTo>
                  <a:lnTo>
                    <a:pt x="1715121" y="1493636"/>
                  </a:lnTo>
                  <a:lnTo>
                    <a:pt x="1715130" y="1493587"/>
                  </a:lnTo>
                  <a:lnTo>
                    <a:pt x="1715126" y="1493569"/>
                  </a:lnTo>
                  <a:lnTo>
                    <a:pt x="1715062" y="1493519"/>
                  </a:lnTo>
                  <a:lnTo>
                    <a:pt x="1715052" y="1493524"/>
                  </a:lnTo>
                  <a:lnTo>
                    <a:pt x="1715023" y="1493496"/>
                  </a:lnTo>
                  <a:lnTo>
                    <a:pt x="1714962" y="1493329"/>
                  </a:lnTo>
                  <a:lnTo>
                    <a:pt x="1714962" y="1493316"/>
                  </a:lnTo>
                  <a:lnTo>
                    <a:pt x="1714987" y="1493296"/>
                  </a:lnTo>
                  <a:lnTo>
                    <a:pt x="1714981" y="1493250"/>
                  </a:lnTo>
                  <a:lnTo>
                    <a:pt x="1714447" y="1493296"/>
                  </a:lnTo>
                  <a:lnTo>
                    <a:pt x="1713333" y="1493394"/>
                  </a:lnTo>
                  <a:lnTo>
                    <a:pt x="1713331" y="1493443"/>
                  </a:lnTo>
                  <a:lnTo>
                    <a:pt x="1713375" y="1493627"/>
                  </a:lnTo>
                  <a:lnTo>
                    <a:pt x="1712876" y="1494076"/>
                  </a:lnTo>
                  <a:lnTo>
                    <a:pt x="1712354" y="1494126"/>
                  </a:lnTo>
                  <a:lnTo>
                    <a:pt x="1711878" y="1494141"/>
                  </a:lnTo>
                  <a:lnTo>
                    <a:pt x="1711854" y="1494208"/>
                  </a:lnTo>
                  <a:lnTo>
                    <a:pt x="1711359" y="1494216"/>
                  </a:lnTo>
                  <a:lnTo>
                    <a:pt x="1711038" y="1494090"/>
                  </a:lnTo>
                  <a:lnTo>
                    <a:pt x="1710713" y="1493802"/>
                  </a:lnTo>
                  <a:lnTo>
                    <a:pt x="1710418" y="1494190"/>
                  </a:lnTo>
                  <a:lnTo>
                    <a:pt x="1710682" y="1494514"/>
                  </a:lnTo>
                  <a:lnTo>
                    <a:pt x="1710758" y="1494494"/>
                  </a:lnTo>
                  <a:lnTo>
                    <a:pt x="1710975" y="1494645"/>
                  </a:lnTo>
                  <a:lnTo>
                    <a:pt x="1710987" y="1494662"/>
                  </a:lnTo>
                  <a:lnTo>
                    <a:pt x="1711221" y="1494973"/>
                  </a:lnTo>
                  <a:lnTo>
                    <a:pt x="1711155" y="1495053"/>
                  </a:lnTo>
                  <a:lnTo>
                    <a:pt x="1711431" y="1495325"/>
                  </a:lnTo>
                  <a:lnTo>
                    <a:pt x="1711471" y="1495372"/>
                  </a:lnTo>
                  <a:lnTo>
                    <a:pt x="1711480" y="1495381"/>
                  </a:lnTo>
                  <a:lnTo>
                    <a:pt x="1711781" y="1496148"/>
                  </a:lnTo>
                  <a:lnTo>
                    <a:pt x="1711911" y="1496331"/>
                  </a:lnTo>
                  <a:lnTo>
                    <a:pt x="1711915" y="1496337"/>
                  </a:lnTo>
                  <a:lnTo>
                    <a:pt x="1711909" y="1496365"/>
                  </a:lnTo>
                  <a:lnTo>
                    <a:pt x="1711938" y="1496415"/>
                  </a:lnTo>
                  <a:lnTo>
                    <a:pt x="1712264" y="1496692"/>
                  </a:lnTo>
                  <a:lnTo>
                    <a:pt x="1712322" y="1496685"/>
                  </a:lnTo>
                  <a:lnTo>
                    <a:pt x="1712340" y="1496673"/>
                  </a:lnTo>
                  <a:lnTo>
                    <a:pt x="1712392" y="1496696"/>
                  </a:lnTo>
                  <a:lnTo>
                    <a:pt x="1712599" y="1496808"/>
                  </a:lnTo>
                  <a:lnTo>
                    <a:pt x="1712759" y="1496956"/>
                  </a:lnTo>
                  <a:lnTo>
                    <a:pt x="1713018" y="1497273"/>
                  </a:lnTo>
                  <a:lnTo>
                    <a:pt x="1713051" y="1497317"/>
                  </a:lnTo>
                  <a:lnTo>
                    <a:pt x="1713263" y="1497608"/>
                  </a:lnTo>
                  <a:lnTo>
                    <a:pt x="1713445" y="1497848"/>
                  </a:lnTo>
                  <a:lnTo>
                    <a:pt x="1713445" y="1497853"/>
                  </a:lnTo>
                  <a:lnTo>
                    <a:pt x="1713445" y="1497859"/>
                  </a:lnTo>
                  <a:lnTo>
                    <a:pt x="1713446" y="1497864"/>
                  </a:lnTo>
                  <a:lnTo>
                    <a:pt x="1713448" y="1497870"/>
                  </a:lnTo>
                  <a:lnTo>
                    <a:pt x="1713452" y="1497876"/>
                  </a:lnTo>
                  <a:lnTo>
                    <a:pt x="1713456" y="1497882"/>
                  </a:lnTo>
                  <a:lnTo>
                    <a:pt x="1713459" y="1497886"/>
                  </a:lnTo>
                  <a:lnTo>
                    <a:pt x="1713464" y="1497889"/>
                  </a:lnTo>
                  <a:lnTo>
                    <a:pt x="1713469" y="1497892"/>
                  </a:lnTo>
                  <a:lnTo>
                    <a:pt x="1713476" y="1497894"/>
                  </a:lnTo>
                  <a:lnTo>
                    <a:pt x="1713482" y="1497896"/>
                  </a:lnTo>
                  <a:lnTo>
                    <a:pt x="1713519" y="1497936"/>
                  </a:lnTo>
                  <a:lnTo>
                    <a:pt x="1713811" y="1498319"/>
                  </a:lnTo>
                  <a:lnTo>
                    <a:pt x="1713826" y="1498339"/>
                  </a:lnTo>
                  <a:lnTo>
                    <a:pt x="1713842" y="1498360"/>
                  </a:lnTo>
                  <a:lnTo>
                    <a:pt x="1714172" y="1498810"/>
                  </a:lnTo>
                  <a:lnTo>
                    <a:pt x="1714435" y="1499148"/>
                  </a:lnTo>
                  <a:lnTo>
                    <a:pt x="1714467" y="1499288"/>
                  </a:lnTo>
                  <a:lnTo>
                    <a:pt x="1714515" y="1499566"/>
                  </a:lnTo>
                  <a:lnTo>
                    <a:pt x="1714561" y="1499833"/>
                  </a:lnTo>
                  <a:lnTo>
                    <a:pt x="1714571" y="1499890"/>
                  </a:lnTo>
                  <a:lnTo>
                    <a:pt x="1714647" y="1500247"/>
                  </a:lnTo>
                  <a:lnTo>
                    <a:pt x="1714766" y="1500482"/>
                  </a:lnTo>
                  <a:lnTo>
                    <a:pt x="1715047" y="1501043"/>
                  </a:lnTo>
                  <a:lnTo>
                    <a:pt x="1714613" y="1501459"/>
                  </a:lnTo>
                  <a:lnTo>
                    <a:pt x="1713696" y="1502318"/>
                  </a:lnTo>
                  <a:lnTo>
                    <a:pt x="1713685" y="1502308"/>
                  </a:lnTo>
                  <a:lnTo>
                    <a:pt x="1713410" y="1501835"/>
                  </a:lnTo>
                  <a:lnTo>
                    <a:pt x="1713096" y="1501296"/>
                  </a:lnTo>
                  <a:lnTo>
                    <a:pt x="1713071" y="1501266"/>
                  </a:lnTo>
                  <a:lnTo>
                    <a:pt x="1712699" y="1500983"/>
                  </a:lnTo>
                  <a:lnTo>
                    <a:pt x="1712343" y="1500610"/>
                  </a:lnTo>
                  <a:lnTo>
                    <a:pt x="1712248" y="1500729"/>
                  </a:lnTo>
                  <a:lnTo>
                    <a:pt x="1712197" y="1500792"/>
                  </a:lnTo>
                  <a:lnTo>
                    <a:pt x="1712070" y="1500952"/>
                  </a:lnTo>
                  <a:lnTo>
                    <a:pt x="1712036" y="1500880"/>
                  </a:lnTo>
                  <a:lnTo>
                    <a:pt x="1711804" y="1501045"/>
                  </a:lnTo>
                  <a:lnTo>
                    <a:pt x="1711743" y="1501089"/>
                  </a:lnTo>
                  <a:lnTo>
                    <a:pt x="1711701" y="1501229"/>
                  </a:lnTo>
                  <a:lnTo>
                    <a:pt x="1711695" y="1501229"/>
                  </a:lnTo>
                  <a:lnTo>
                    <a:pt x="1711513" y="1501181"/>
                  </a:lnTo>
                  <a:lnTo>
                    <a:pt x="1711503" y="1501184"/>
                  </a:lnTo>
                  <a:lnTo>
                    <a:pt x="1711473" y="1501235"/>
                  </a:lnTo>
                  <a:lnTo>
                    <a:pt x="1711435" y="1501324"/>
                  </a:lnTo>
                  <a:lnTo>
                    <a:pt x="1711390" y="1501428"/>
                  </a:lnTo>
                  <a:lnTo>
                    <a:pt x="1711607" y="1501473"/>
                  </a:lnTo>
                  <a:lnTo>
                    <a:pt x="1711619" y="1501486"/>
                  </a:lnTo>
                  <a:lnTo>
                    <a:pt x="1711616" y="1501512"/>
                  </a:lnTo>
                  <a:lnTo>
                    <a:pt x="1711266" y="1501728"/>
                  </a:lnTo>
                  <a:lnTo>
                    <a:pt x="1710680" y="1501866"/>
                  </a:lnTo>
                  <a:lnTo>
                    <a:pt x="1710586" y="1501888"/>
                  </a:lnTo>
                  <a:lnTo>
                    <a:pt x="1710590" y="1501895"/>
                  </a:lnTo>
                  <a:lnTo>
                    <a:pt x="1710612" y="1501942"/>
                  </a:lnTo>
                  <a:lnTo>
                    <a:pt x="1710643" y="1501977"/>
                  </a:lnTo>
                  <a:lnTo>
                    <a:pt x="1710671" y="1502010"/>
                  </a:lnTo>
                  <a:lnTo>
                    <a:pt x="1710735" y="1502082"/>
                  </a:lnTo>
                  <a:lnTo>
                    <a:pt x="1710840" y="1502029"/>
                  </a:lnTo>
                  <a:lnTo>
                    <a:pt x="1710852" y="1502023"/>
                  </a:lnTo>
                  <a:lnTo>
                    <a:pt x="1711205" y="1501937"/>
                  </a:lnTo>
                  <a:lnTo>
                    <a:pt x="1711952" y="1501881"/>
                  </a:lnTo>
                  <a:lnTo>
                    <a:pt x="1712315" y="1501843"/>
                  </a:lnTo>
                  <a:lnTo>
                    <a:pt x="1712365" y="1501852"/>
                  </a:lnTo>
                  <a:lnTo>
                    <a:pt x="1712435" y="1501897"/>
                  </a:lnTo>
                  <a:lnTo>
                    <a:pt x="1712786" y="1502162"/>
                  </a:lnTo>
                  <a:lnTo>
                    <a:pt x="1713080" y="1502493"/>
                  </a:lnTo>
                  <a:lnTo>
                    <a:pt x="1713165" y="1502598"/>
                  </a:lnTo>
                  <a:lnTo>
                    <a:pt x="1713175" y="1502610"/>
                  </a:lnTo>
                  <a:lnTo>
                    <a:pt x="1713191" y="1502650"/>
                  </a:lnTo>
                  <a:lnTo>
                    <a:pt x="1713233" y="1502731"/>
                  </a:lnTo>
                  <a:lnTo>
                    <a:pt x="1713252" y="1502772"/>
                  </a:lnTo>
                  <a:lnTo>
                    <a:pt x="1713271" y="1502810"/>
                  </a:lnTo>
                  <a:lnTo>
                    <a:pt x="1713325" y="1502926"/>
                  </a:lnTo>
                  <a:lnTo>
                    <a:pt x="1713330" y="1502936"/>
                  </a:lnTo>
                  <a:lnTo>
                    <a:pt x="1713339" y="1502946"/>
                  </a:lnTo>
                  <a:lnTo>
                    <a:pt x="1713382" y="1503055"/>
                  </a:lnTo>
                  <a:lnTo>
                    <a:pt x="1713427" y="1503225"/>
                  </a:lnTo>
                  <a:lnTo>
                    <a:pt x="1713452" y="1503302"/>
                  </a:lnTo>
                  <a:lnTo>
                    <a:pt x="1713460" y="1503367"/>
                  </a:lnTo>
                  <a:lnTo>
                    <a:pt x="1713474" y="1503534"/>
                  </a:lnTo>
                  <a:lnTo>
                    <a:pt x="1713491" y="1503729"/>
                  </a:lnTo>
                  <a:lnTo>
                    <a:pt x="1713498" y="1504085"/>
                  </a:lnTo>
                  <a:lnTo>
                    <a:pt x="1713495" y="1504574"/>
                  </a:lnTo>
                  <a:lnTo>
                    <a:pt x="1713495" y="1504589"/>
                  </a:lnTo>
                  <a:lnTo>
                    <a:pt x="1713495" y="1504643"/>
                  </a:lnTo>
                  <a:lnTo>
                    <a:pt x="1713523" y="1504940"/>
                  </a:lnTo>
                  <a:lnTo>
                    <a:pt x="1713530" y="1505005"/>
                  </a:lnTo>
                  <a:lnTo>
                    <a:pt x="1713530" y="1505014"/>
                  </a:lnTo>
                  <a:lnTo>
                    <a:pt x="1713544" y="1505153"/>
                  </a:lnTo>
                  <a:lnTo>
                    <a:pt x="1713635" y="1505660"/>
                  </a:lnTo>
                  <a:lnTo>
                    <a:pt x="1713143" y="1505700"/>
                  </a:lnTo>
                  <a:lnTo>
                    <a:pt x="1713123" y="1505692"/>
                  </a:lnTo>
                  <a:lnTo>
                    <a:pt x="1713111" y="1505697"/>
                  </a:lnTo>
                  <a:lnTo>
                    <a:pt x="1713103" y="1505701"/>
                  </a:lnTo>
                  <a:lnTo>
                    <a:pt x="1713097" y="1505702"/>
                  </a:lnTo>
                  <a:lnTo>
                    <a:pt x="1713084" y="1505707"/>
                  </a:lnTo>
                  <a:lnTo>
                    <a:pt x="1713014" y="1505729"/>
                  </a:lnTo>
                  <a:lnTo>
                    <a:pt x="1712902" y="1505762"/>
                  </a:lnTo>
                  <a:lnTo>
                    <a:pt x="1712875" y="1505770"/>
                  </a:lnTo>
                  <a:lnTo>
                    <a:pt x="1712868" y="1505771"/>
                  </a:lnTo>
                  <a:lnTo>
                    <a:pt x="1712859" y="1505774"/>
                  </a:lnTo>
                  <a:lnTo>
                    <a:pt x="1712828" y="1505782"/>
                  </a:lnTo>
                  <a:lnTo>
                    <a:pt x="1712676" y="1505797"/>
                  </a:lnTo>
                  <a:lnTo>
                    <a:pt x="1712617" y="1505805"/>
                  </a:lnTo>
                  <a:lnTo>
                    <a:pt x="1712606" y="1505807"/>
                  </a:lnTo>
                  <a:lnTo>
                    <a:pt x="1712553" y="1505814"/>
                  </a:lnTo>
                  <a:lnTo>
                    <a:pt x="1712488" y="1505824"/>
                  </a:lnTo>
                  <a:lnTo>
                    <a:pt x="1712236" y="1505859"/>
                  </a:lnTo>
                  <a:lnTo>
                    <a:pt x="1712223" y="1505797"/>
                  </a:lnTo>
                  <a:lnTo>
                    <a:pt x="1712221" y="1505792"/>
                  </a:lnTo>
                  <a:lnTo>
                    <a:pt x="1712201" y="1505694"/>
                  </a:lnTo>
                  <a:lnTo>
                    <a:pt x="1712191" y="1505646"/>
                  </a:lnTo>
                  <a:lnTo>
                    <a:pt x="1712181" y="1505598"/>
                  </a:lnTo>
                  <a:lnTo>
                    <a:pt x="1712179" y="1505586"/>
                  </a:lnTo>
                  <a:lnTo>
                    <a:pt x="1712166" y="1505517"/>
                  </a:lnTo>
                  <a:lnTo>
                    <a:pt x="1712136" y="1505388"/>
                  </a:lnTo>
                  <a:lnTo>
                    <a:pt x="1712120" y="1505320"/>
                  </a:lnTo>
                  <a:lnTo>
                    <a:pt x="1712115" y="1505276"/>
                  </a:lnTo>
                  <a:lnTo>
                    <a:pt x="1712003" y="1504740"/>
                  </a:lnTo>
                  <a:lnTo>
                    <a:pt x="1711993" y="1504696"/>
                  </a:lnTo>
                  <a:lnTo>
                    <a:pt x="1711966" y="1504562"/>
                  </a:lnTo>
                  <a:lnTo>
                    <a:pt x="1711919" y="1504126"/>
                  </a:lnTo>
                  <a:lnTo>
                    <a:pt x="1711865" y="1503604"/>
                  </a:lnTo>
                  <a:lnTo>
                    <a:pt x="1711863" y="1503582"/>
                  </a:lnTo>
                  <a:lnTo>
                    <a:pt x="1711856" y="1503518"/>
                  </a:lnTo>
                  <a:lnTo>
                    <a:pt x="1711855" y="1503502"/>
                  </a:lnTo>
                  <a:lnTo>
                    <a:pt x="1711918" y="1503379"/>
                  </a:lnTo>
                  <a:lnTo>
                    <a:pt x="1711305" y="1502788"/>
                  </a:lnTo>
                  <a:lnTo>
                    <a:pt x="1711266" y="1502814"/>
                  </a:lnTo>
                  <a:lnTo>
                    <a:pt x="1711228" y="1502839"/>
                  </a:lnTo>
                  <a:lnTo>
                    <a:pt x="1711340" y="1503011"/>
                  </a:lnTo>
                  <a:lnTo>
                    <a:pt x="1711484" y="1503326"/>
                  </a:lnTo>
                  <a:lnTo>
                    <a:pt x="1711671" y="1503954"/>
                  </a:lnTo>
                  <a:lnTo>
                    <a:pt x="1711693" y="1504537"/>
                  </a:lnTo>
                  <a:lnTo>
                    <a:pt x="1711690" y="1504589"/>
                  </a:lnTo>
                  <a:lnTo>
                    <a:pt x="1711865" y="1505510"/>
                  </a:lnTo>
                  <a:lnTo>
                    <a:pt x="1711974" y="1506125"/>
                  </a:lnTo>
                  <a:lnTo>
                    <a:pt x="1711944" y="1506246"/>
                  </a:lnTo>
                  <a:lnTo>
                    <a:pt x="1711908" y="1506291"/>
                  </a:lnTo>
                  <a:lnTo>
                    <a:pt x="1711906" y="1506330"/>
                  </a:lnTo>
                  <a:lnTo>
                    <a:pt x="1711832" y="1506526"/>
                  </a:lnTo>
                  <a:lnTo>
                    <a:pt x="1711593" y="1506581"/>
                  </a:lnTo>
                  <a:lnTo>
                    <a:pt x="1711527" y="1506766"/>
                  </a:lnTo>
                  <a:lnTo>
                    <a:pt x="1711282" y="1507419"/>
                  </a:lnTo>
                  <a:lnTo>
                    <a:pt x="1711292" y="1507507"/>
                  </a:lnTo>
                  <a:lnTo>
                    <a:pt x="1711333" y="1507519"/>
                  </a:lnTo>
                  <a:lnTo>
                    <a:pt x="1711732" y="1507524"/>
                  </a:lnTo>
                  <a:lnTo>
                    <a:pt x="1711720" y="1508069"/>
                  </a:lnTo>
                  <a:lnTo>
                    <a:pt x="1711730" y="1508411"/>
                  </a:lnTo>
                  <a:lnTo>
                    <a:pt x="1711742" y="1508784"/>
                  </a:lnTo>
                  <a:lnTo>
                    <a:pt x="1711740" y="1509153"/>
                  </a:lnTo>
                  <a:lnTo>
                    <a:pt x="1711739" y="1509177"/>
                  </a:lnTo>
                  <a:lnTo>
                    <a:pt x="1711738" y="1509202"/>
                  </a:lnTo>
                  <a:lnTo>
                    <a:pt x="1711697" y="1509453"/>
                  </a:lnTo>
                  <a:lnTo>
                    <a:pt x="1711174" y="1509993"/>
                  </a:lnTo>
                  <a:lnTo>
                    <a:pt x="1710939" y="1509983"/>
                  </a:lnTo>
                  <a:lnTo>
                    <a:pt x="1710939" y="1510012"/>
                  </a:lnTo>
                  <a:lnTo>
                    <a:pt x="1710938" y="1510032"/>
                  </a:lnTo>
                  <a:lnTo>
                    <a:pt x="1710978" y="1510545"/>
                  </a:lnTo>
                  <a:lnTo>
                    <a:pt x="1710993" y="1510718"/>
                  </a:lnTo>
                  <a:lnTo>
                    <a:pt x="1711037" y="1511199"/>
                  </a:lnTo>
                  <a:lnTo>
                    <a:pt x="1711116" y="1511391"/>
                  </a:lnTo>
                  <a:lnTo>
                    <a:pt x="1711196" y="1511415"/>
                  </a:lnTo>
                  <a:lnTo>
                    <a:pt x="1711354" y="1511154"/>
                  </a:lnTo>
                  <a:lnTo>
                    <a:pt x="1711362" y="1511152"/>
                  </a:lnTo>
                  <a:lnTo>
                    <a:pt x="1711949" y="1511394"/>
                  </a:lnTo>
                  <a:lnTo>
                    <a:pt x="1712414" y="1511513"/>
                  </a:lnTo>
                  <a:lnTo>
                    <a:pt x="1712813" y="1511603"/>
                  </a:lnTo>
                  <a:lnTo>
                    <a:pt x="1712928" y="1511829"/>
                  </a:lnTo>
                  <a:lnTo>
                    <a:pt x="1712943" y="1511991"/>
                  </a:lnTo>
                  <a:lnTo>
                    <a:pt x="1713064" y="1512104"/>
                  </a:lnTo>
                  <a:lnTo>
                    <a:pt x="1713160" y="1511999"/>
                  </a:lnTo>
                  <a:lnTo>
                    <a:pt x="1713270" y="1511811"/>
                  </a:lnTo>
                  <a:lnTo>
                    <a:pt x="1713466" y="1511806"/>
                  </a:lnTo>
                  <a:lnTo>
                    <a:pt x="1713541" y="1511902"/>
                  </a:lnTo>
                  <a:lnTo>
                    <a:pt x="1713579" y="1512071"/>
                  </a:lnTo>
                  <a:lnTo>
                    <a:pt x="1713546" y="1512185"/>
                  </a:lnTo>
                  <a:lnTo>
                    <a:pt x="1713470" y="1512353"/>
                  </a:lnTo>
                  <a:lnTo>
                    <a:pt x="1713495" y="1512448"/>
                  </a:lnTo>
                  <a:lnTo>
                    <a:pt x="1713535" y="1512525"/>
                  </a:lnTo>
                  <a:lnTo>
                    <a:pt x="1713543" y="1512627"/>
                  </a:lnTo>
                  <a:lnTo>
                    <a:pt x="1713535" y="1512674"/>
                  </a:lnTo>
                  <a:lnTo>
                    <a:pt x="1713472" y="1512878"/>
                  </a:lnTo>
                  <a:lnTo>
                    <a:pt x="1713422" y="1513007"/>
                  </a:lnTo>
                  <a:lnTo>
                    <a:pt x="1713352" y="1513104"/>
                  </a:lnTo>
                  <a:lnTo>
                    <a:pt x="1713311" y="1513147"/>
                  </a:lnTo>
                  <a:lnTo>
                    <a:pt x="1713230" y="1513206"/>
                  </a:lnTo>
                  <a:lnTo>
                    <a:pt x="1713165" y="1513237"/>
                  </a:lnTo>
                  <a:lnTo>
                    <a:pt x="1713110" y="1513257"/>
                  </a:lnTo>
                  <a:lnTo>
                    <a:pt x="1713039" y="1513270"/>
                  </a:lnTo>
                  <a:lnTo>
                    <a:pt x="1712920" y="1513268"/>
                  </a:lnTo>
                  <a:lnTo>
                    <a:pt x="1712580" y="1513193"/>
                  </a:lnTo>
                  <a:lnTo>
                    <a:pt x="1712517" y="1513185"/>
                  </a:lnTo>
                  <a:lnTo>
                    <a:pt x="1712447" y="1513190"/>
                  </a:lnTo>
                  <a:lnTo>
                    <a:pt x="1712384" y="1513206"/>
                  </a:lnTo>
                  <a:lnTo>
                    <a:pt x="1712316" y="1513235"/>
                  </a:lnTo>
                  <a:lnTo>
                    <a:pt x="1712153" y="1513332"/>
                  </a:lnTo>
                  <a:lnTo>
                    <a:pt x="1712127" y="1513473"/>
                  </a:lnTo>
                  <a:lnTo>
                    <a:pt x="1712104" y="1513671"/>
                  </a:lnTo>
                  <a:lnTo>
                    <a:pt x="1712125" y="1513770"/>
                  </a:lnTo>
                  <a:lnTo>
                    <a:pt x="1712140" y="1513803"/>
                  </a:lnTo>
                  <a:lnTo>
                    <a:pt x="1712497" y="1514217"/>
                  </a:lnTo>
                  <a:lnTo>
                    <a:pt x="1712537" y="1514355"/>
                  </a:lnTo>
                  <a:lnTo>
                    <a:pt x="1712535" y="1514509"/>
                  </a:lnTo>
                  <a:lnTo>
                    <a:pt x="1712552" y="1514581"/>
                  </a:lnTo>
                  <a:lnTo>
                    <a:pt x="1712578" y="1514632"/>
                  </a:lnTo>
                  <a:lnTo>
                    <a:pt x="1712593" y="1514648"/>
                  </a:lnTo>
                  <a:lnTo>
                    <a:pt x="1712653" y="1514683"/>
                  </a:lnTo>
                  <a:lnTo>
                    <a:pt x="1712681" y="1514679"/>
                  </a:lnTo>
                  <a:lnTo>
                    <a:pt x="1712708" y="1514655"/>
                  </a:lnTo>
                  <a:lnTo>
                    <a:pt x="1712714" y="1514641"/>
                  </a:lnTo>
                  <a:lnTo>
                    <a:pt x="1712733" y="1514629"/>
                  </a:lnTo>
                  <a:lnTo>
                    <a:pt x="1712753" y="1514629"/>
                  </a:lnTo>
                  <a:lnTo>
                    <a:pt x="1712829" y="1514674"/>
                  </a:lnTo>
                  <a:lnTo>
                    <a:pt x="1712488" y="1514918"/>
                  </a:lnTo>
                  <a:lnTo>
                    <a:pt x="1712350" y="1514872"/>
                  </a:lnTo>
                  <a:lnTo>
                    <a:pt x="1712256" y="1514791"/>
                  </a:lnTo>
                  <a:lnTo>
                    <a:pt x="1712250" y="1514779"/>
                  </a:lnTo>
                  <a:lnTo>
                    <a:pt x="1712134" y="1514767"/>
                  </a:lnTo>
                  <a:lnTo>
                    <a:pt x="1712082" y="1514768"/>
                  </a:lnTo>
                  <a:lnTo>
                    <a:pt x="1712043" y="1514776"/>
                  </a:lnTo>
                  <a:lnTo>
                    <a:pt x="1712020" y="1514789"/>
                  </a:lnTo>
                  <a:lnTo>
                    <a:pt x="1711703" y="1515014"/>
                  </a:lnTo>
                  <a:lnTo>
                    <a:pt x="1711639" y="1515113"/>
                  </a:lnTo>
                  <a:lnTo>
                    <a:pt x="1711473" y="1515453"/>
                  </a:lnTo>
                  <a:lnTo>
                    <a:pt x="1711413" y="1515765"/>
                  </a:lnTo>
                  <a:lnTo>
                    <a:pt x="1711411" y="1516034"/>
                  </a:lnTo>
                  <a:lnTo>
                    <a:pt x="1711432" y="1516201"/>
                  </a:lnTo>
                  <a:lnTo>
                    <a:pt x="1711465" y="1516353"/>
                  </a:lnTo>
                  <a:lnTo>
                    <a:pt x="1711547" y="1516558"/>
                  </a:lnTo>
                  <a:lnTo>
                    <a:pt x="1711574" y="1516676"/>
                  </a:lnTo>
                  <a:lnTo>
                    <a:pt x="1711552" y="1517059"/>
                  </a:lnTo>
                  <a:lnTo>
                    <a:pt x="1711561" y="1517129"/>
                  </a:lnTo>
                  <a:lnTo>
                    <a:pt x="1711600" y="1517261"/>
                  </a:lnTo>
                  <a:lnTo>
                    <a:pt x="1711637" y="1517329"/>
                  </a:lnTo>
                  <a:lnTo>
                    <a:pt x="1711932" y="1517504"/>
                  </a:lnTo>
                  <a:lnTo>
                    <a:pt x="1711972" y="1517720"/>
                  </a:lnTo>
                  <a:lnTo>
                    <a:pt x="1712008" y="1517789"/>
                  </a:lnTo>
                  <a:lnTo>
                    <a:pt x="1712025" y="1517819"/>
                  </a:lnTo>
                  <a:lnTo>
                    <a:pt x="1712138" y="1517891"/>
                  </a:lnTo>
                  <a:lnTo>
                    <a:pt x="1712186" y="1518058"/>
                  </a:lnTo>
                  <a:lnTo>
                    <a:pt x="1712076" y="1518472"/>
                  </a:lnTo>
                  <a:lnTo>
                    <a:pt x="1711906" y="1518806"/>
                  </a:lnTo>
                  <a:lnTo>
                    <a:pt x="1711882" y="1518803"/>
                  </a:lnTo>
                  <a:lnTo>
                    <a:pt x="1711592" y="1518699"/>
                  </a:lnTo>
                  <a:lnTo>
                    <a:pt x="1711371" y="1518720"/>
                  </a:lnTo>
                  <a:lnTo>
                    <a:pt x="1711014" y="1518810"/>
                  </a:lnTo>
                  <a:lnTo>
                    <a:pt x="1710955" y="1518851"/>
                  </a:lnTo>
                  <a:lnTo>
                    <a:pt x="1710910" y="1518891"/>
                  </a:lnTo>
                  <a:lnTo>
                    <a:pt x="1710867" y="1518944"/>
                  </a:lnTo>
                  <a:lnTo>
                    <a:pt x="1710837" y="1518992"/>
                  </a:lnTo>
                  <a:lnTo>
                    <a:pt x="1710745" y="1519134"/>
                  </a:lnTo>
                  <a:lnTo>
                    <a:pt x="1710462" y="1519642"/>
                  </a:lnTo>
                  <a:lnTo>
                    <a:pt x="1710726" y="1519830"/>
                  </a:lnTo>
                  <a:lnTo>
                    <a:pt x="1710741" y="1519836"/>
                  </a:lnTo>
                  <a:lnTo>
                    <a:pt x="1710802" y="1519864"/>
                  </a:lnTo>
                  <a:lnTo>
                    <a:pt x="1710848" y="1519911"/>
                  </a:lnTo>
                  <a:lnTo>
                    <a:pt x="1710880" y="1519976"/>
                  </a:lnTo>
                  <a:lnTo>
                    <a:pt x="1710881" y="1519989"/>
                  </a:lnTo>
                  <a:lnTo>
                    <a:pt x="1710941" y="1520482"/>
                  </a:lnTo>
                  <a:lnTo>
                    <a:pt x="1710816" y="1520662"/>
                  </a:lnTo>
                  <a:lnTo>
                    <a:pt x="1710742" y="1520717"/>
                  </a:lnTo>
                  <a:lnTo>
                    <a:pt x="1710780" y="1521088"/>
                  </a:lnTo>
                  <a:lnTo>
                    <a:pt x="1710712" y="1521160"/>
                  </a:lnTo>
                  <a:lnTo>
                    <a:pt x="1710685" y="1521157"/>
                  </a:lnTo>
                  <a:lnTo>
                    <a:pt x="1710650" y="1521085"/>
                  </a:lnTo>
                  <a:lnTo>
                    <a:pt x="1710468" y="1521139"/>
                  </a:lnTo>
                  <a:lnTo>
                    <a:pt x="1710424" y="1521297"/>
                  </a:lnTo>
                  <a:lnTo>
                    <a:pt x="1710373" y="1521350"/>
                  </a:lnTo>
                  <a:lnTo>
                    <a:pt x="1710239" y="1521394"/>
                  </a:lnTo>
                  <a:lnTo>
                    <a:pt x="1709964" y="1521460"/>
                  </a:lnTo>
                  <a:lnTo>
                    <a:pt x="1709629" y="1521467"/>
                  </a:lnTo>
                  <a:lnTo>
                    <a:pt x="1709572" y="1521401"/>
                  </a:lnTo>
                  <a:lnTo>
                    <a:pt x="1709528" y="1521337"/>
                  </a:lnTo>
                  <a:lnTo>
                    <a:pt x="1709507" y="1521289"/>
                  </a:lnTo>
                  <a:lnTo>
                    <a:pt x="1709498" y="1521242"/>
                  </a:lnTo>
                  <a:lnTo>
                    <a:pt x="1709500" y="1521205"/>
                  </a:lnTo>
                  <a:lnTo>
                    <a:pt x="1709515" y="1521173"/>
                  </a:lnTo>
                  <a:lnTo>
                    <a:pt x="1709547" y="1521106"/>
                  </a:lnTo>
                  <a:lnTo>
                    <a:pt x="1709874" y="1520157"/>
                  </a:lnTo>
                  <a:lnTo>
                    <a:pt x="1709711" y="1519843"/>
                  </a:lnTo>
                  <a:lnTo>
                    <a:pt x="1709680" y="1519869"/>
                  </a:lnTo>
                  <a:lnTo>
                    <a:pt x="1709751" y="1520112"/>
                  </a:lnTo>
                  <a:lnTo>
                    <a:pt x="1709757" y="1520157"/>
                  </a:lnTo>
                  <a:lnTo>
                    <a:pt x="1709673" y="1520402"/>
                  </a:lnTo>
                  <a:lnTo>
                    <a:pt x="1709601" y="1520613"/>
                  </a:lnTo>
                  <a:lnTo>
                    <a:pt x="1709559" y="1520701"/>
                  </a:lnTo>
                  <a:lnTo>
                    <a:pt x="1709483" y="1520835"/>
                  </a:lnTo>
                  <a:lnTo>
                    <a:pt x="1709446" y="1520879"/>
                  </a:lnTo>
                  <a:lnTo>
                    <a:pt x="1709413" y="1521005"/>
                  </a:lnTo>
                  <a:lnTo>
                    <a:pt x="1709215" y="1521756"/>
                  </a:lnTo>
                  <a:lnTo>
                    <a:pt x="1709255" y="1521843"/>
                  </a:lnTo>
                  <a:lnTo>
                    <a:pt x="1709295" y="1521902"/>
                  </a:lnTo>
                  <a:lnTo>
                    <a:pt x="1709377" y="1522025"/>
                  </a:lnTo>
                  <a:lnTo>
                    <a:pt x="1709506" y="1521957"/>
                  </a:lnTo>
                  <a:lnTo>
                    <a:pt x="1709576" y="1521940"/>
                  </a:lnTo>
                  <a:lnTo>
                    <a:pt x="1709671" y="1522107"/>
                  </a:lnTo>
                  <a:lnTo>
                    <a:pt x="1709795" y="1522404"/>
                  </a:lnTo>
                  <a:lnTo>
                    <a:pt x="1710101" y="1522812"/>
                  </a:lnTo>
                  <a:lnTo>
                    <a:pt x="1710208" y="1522942"/>
                  </a:lnTo>
                  <a:lnTo>
                    <a:pt x="1710279" y="1523052"/>
                  </a:lnTo>
                  <a:lnTo>
                    <a:pt x="1710309" y="1523170"/>
                  </a:lnTo>
                  <a:lnTo>
                    <a:pt x="1710316" y="1523239"/>
                  </a:lnTo>
                  <a:lnTo>
                    <a:pt x="1710291" y="1523651"/>
                  </a:lnTo>
                  <a:lnTo>
                    <a:pt x="1710290" y="1523663"/>
                  </a:lnTo>
                  <a:lnTo>
                    <a:pt x="1710242" y="1524891"/>
                  </a:lnTo>
                  <a:lnTo>
                    <a:pt x="1710187" y="1525053"/>
                  </a:lnTo>
                  <a:lnTo>
                    <a:pt x="1710173" y="1525155"/>
                  </a:lnTo>
                  <a:lnTo>
                    <a:pt x="1710175" y="1525185"/>
                  </a:lnTo>
                  <a:lnTo>
                    <a:pt x="1710186" y="1525270"/>
                  </a:lnTo>
                  <a:lnTo>
                    <a:pt x="1710198" y="1525307"/>
                  </a:lnTo>
                  <a:lnTo>
                    <a:pt x="1710281" y="1525487"/>
                  </a:lnTo>
                  <a:lnTo>
                    <a:pt x="1710346" y="1525562"/>
                  </a:lnTo>
                  <a:lnTo>
                    <a:pt x="1710399" y="1525612"/>
                  </a:lnTo>
                  <a:lnTo>
                    <a:pt x="1710410" y="1525623"/>
                  </a:lnTo>
                  <a:lnTo>
                    <a:pt x="1710422" y="1525630"/>
                  </a:lnTo>
                  <a:lnTo>
                    <a:pt x="1710466" y="1525654"/>
                  </a:lnTo>
                  <a:lnTo>
                    <a:pt x="1710568" y="1525711"/>
                  </a:lnTo>
                  <a:lnTo>
                    <a:pt x="1710617" y="1525760"/>
                  </a:lnTo>
                  <a:lnTo>
                    <a:pt x="1710595" y="1525843"/>
                  </a:lnTo>
                  <a:lnTo>
                    <a:pt x="1710572" y="1525851"/>
                  </a:lnTo>
                  <a:lnTo>
                    <a:pt x="1710541" y="1525860"/>
                  </a:lnTo>
                  <a:lnTo>
                    <a:pt x="1710465" y="1525903"/>
                  </a:lnTo>
                  <a:lnTo>
                    <a:pt x="1710438" y="1525977"/>
                  </a:lnTo>
                  <a:lnTo>
                    <a:pt x="1710473" y="1526069"/>
                  </a:lnTo>
                  <a:lnTo>
                    <a:pt x="1710598" y="1526088"/>
                  </a:lnTo>
                  <a:lnTo>
                    <a:pt x="1710641" y="1526112"/>
                  </a:lnTo>
                  <a:lnTo>
                    <a:pt x="1710624" y="1526268"/>
                  </a:lnTo>
                  <a:lnTo>
                    <a:pt x="1710610" y="1526315"/>
                  </a:lnTo>
                  <a:lnTo>
                    <a:pt x="1710543" y="1526398"/>
                  </a:lnTo>
                  <a:lnTo>
                    <a:pt x="1710472" y="1526452"/>
                  </a:lnTo>
                  <a:lnTo>
                    <a:pt x="1710177" y="1526373"/>
                  </a:lnTo>
                  <a:lnTo>
                    <a:pt x="1710147" y="1526320"/>
                  </a:lnTo>
                  <a:lnTo>
                    <a:pt x="1710147" y="1526238"/>
                  </a:lnTo>
                  <a:lnTo>
                    <a:pt x="1710157" y="1526164"/>
                  </a:lnTo>
                  <a:lnTo>
                    <a:pt x="1710051" y="1526087"/>
                  </a:lnTo>
                  <a:lnTo>
                    <a:pt x="1709962" y="1526081"/>
                  </a:lnTo>
                  <a:lnTo>
                    <a:pt x="1709751" y="1526170"/>
                  </a:lnTo>
                  <a:lnTo>
                    <a:pt x="1709627" y="1526166"/>
                  </a:lnTo>
                  <a:lnTo>
                    <a:pt x="1709557" y="1526104"/>
                  </a:lnTo>
                  <a:lnTo>
                    <a:pt x="1709510" y="1526083"/>
                  </a:lnTo>
                  <a:lnTo>
                    <a:pt x="1709160" y="1526196"/>
                  </a:lnTo>
                  <a:lnTo>
                    <a:pt x="1708464" y="1526668"/>
                  </a:lnTo>
                  <a:lnTo>
                    <a:pt x="1708168" y="1526491"/>
                  </a:lnTo>
                  <a:lnTo>
                    <a:pt x="1708174" y="1526466"/>
                  </a:lnTo>
                  <a:lnTo>
                    <a:pt x="1708153" y="1526407"/>
                  </a:lnTo>
                  <a:lnTo>
                    <a:pt x="1708068" y="1526320"/>
                  </a:lnTo>
                  <a:lnTo>
                    <a:pt x="1708050" y="1526309"/>
                  </a:lnTo>
                  <a:lnTo>
                    <a:pt x="1708024" y="1526313"/>
                  </a:lnTo>
                  <a:lnTo>
                    <a:pt x="1707863" y="1526310"/>
                  </a:lnTo>
                  <a:lnTo>
                    <a:pt x="1707415" y="1526019"/>
                  </a:lnTo>
                  <a:lnTo>
                    <a:pt x="1707317" y="1525956"/>
                  </a:lnTo>
                  <a:lnTo>
                    <a:pt x="1707215" y="1525876"/>
                  </a:lnTo>
                  <a:lnTo>
                    <a:pt x="1707032" y="1525615"/>
                  </a:lnTo>
                  <a:lnTo>
                    <a:pt x="1706917" y="1525537"/>
                  </a:lnTo>
                  <a:lnTo>
                    <a:pt x="1706885" y="1525499"/>
                  </a:lnTo>
                  <a:lnTo>
                    <a:pt x="1706663" y="1524956"/>
                  </a:lnTo>
                  <a:lnTo>
                    <a:pt x="1706665" y="1524948"/>
                  </a:lnTo>
                  <a:lnTo>
                    <a:pt x="1706540" y="1524673"/>
                  </a:lnTo>
                  <a:lnTo>
                    <a:pt x="1706471" y="1524520"/>
                  </a:lnTo>
                  <a:lnTo>
                    <a:pt x="1706438" y="1524443"/>
                  </a:lnTo>
                  <a:lnTo>
                    <a:pt x="1706433" y="1524442"/>
                  </a:lnTo>
                  <a:lnTo>
                    <a:pt x="1706406" y="1524380"/>
                  </a:lnTo>
                  <a:lnTo>
                    <a:pt x="1706402" y="1524369"/>
                  </a:lnTo>
                  <a:lnTo>
                    <a:pt x="1706401" y="1524357"/>
                  </a:lnTo>
                  <a:lnTo>
                    <a:pt x="1706401" y="1524349"/>
                  </a:lnTo>
                  <a:lnTo>
                    <a:pt x="1706395" y="1524340"/>
                  </a:lnTo>
                  <a:lnTo>
                    <a:pt x="1706383" y="1524312"/>
                  </a:lnTo>
                  <a:lnTo>
                    <a:pt x="1705975" y="1523349"/>
                  </a:lnTo>
                  <a:lnTo>
                    <a:pt x="1705407" y="1522008"/>
                  </a:lnTo>
                  <a:lnTo>
                    <a:pt x="1705384" y="1521954"/>
                  </a:lnTo>
                  <a:lnTo>
                    <a:pt x="1704975" y="1521959"/>
                  </a:lnTo>
                  <a:lnTo>
                    <a:pt x="1704764" y="1521961"/>
                  </a:lnTo>
                  <a:lnTo>
                    <a:pt x="1704394" y="1521966"/>
                  </a:lnTo>
                  <a:lnTo>
                    <a:pt x="1704583" y="1522437"/>
                  </a:lnTo>
                  <a:lnTo>
                    <a:pt x="1704111" y="1522875"/>
                  </a:lnTo>
                  <a:lnTo>
                    <a:pt x="1703820" y="1523146"/>
                  </a:lnTo>
                  <a:lnTo>
                    <a:pt x="1703073" y="1523692"/>
                  </a:lnTo>
                  <a:lnTo>
                    <a:pt x="1702754" y="1523187"/>
                  </a:lnTo>
                  <a:lnTo>
                    <a:pt x="1702636" y="1522982"/>
                  </a:lnTo>
                  <a:lnTo>
                    <a:pt x="1702537" y="1522780"/>
                  </a:lnTo>
                  <a:lnTo>
                    <a:pt x="1702493" y="1522692"/>
                  </a:lnTo>
                  <a:lnTo>
                    <a:pt x="1702488" y="1522681"/>
                  </a:lnTo>
                  <a:lnTo>
                    <a:pt x="1702441" y="1522686"/>
                  </a:lnTo>
                  <a:lnTo>
                    <a:pt x="1702389" y="1522692"/>
                  </a:lnTo>
                  <a:lnTo>
                    <a:pt x="1702391" y="1522742"/>
                  </a:lnTo>
                  <a:lnTo>
                    <a:pt x="1702396" y="1522916"/>
                  </a:lnTo>
                  <a:lnTo>
                    <a:pt x="1702397" y="1522936"/>
                  </a:lnTo>
                  <a:lnTo>
                    <a:pt x="1702398" y="1522966"/>
                  </a:lnTo>
                  <a:lnTo>
                    <a:pt x="1702398" y="1522972"/>
                  </a:lnTo>
                  <a:lnTo>
                    <a:pt x="1702399" y="1522982"/>
                  </a:lnTo>
                  <a:lnTo>
                    <a:pt x="1702421" y="1523017"/>
                  </a:lnTo>
                  <a:lnTo>
                    <a:pt x="1702482" y="1523270"/>
                  </a:lnTo>
                  <a:lnTo>
                    <a:pt x="1702686" y="1524118"/>
                  </a:lnTo>
                  <a:lnTo>
                    <a:pt x="1702779" y="1524531"/>
                  </a:lnTo>
                  <a:lnTo>
                    <a:pt x="1702948" y="1525276"/>
                  </a:lnTo>
                  <a:lnTo>
                    <a:pt x="1703003" y="1525515"/>
                  </a:lnTo>
                  <a:lnTo>
                    <a:pt x="1703044" y="1525697"/>
                  </a:lnTo>
                  <a:lnTo>
                    <a:pt x="1703070" y="1525810"/>
                  </a:lnTo>
                  <a:lnTo>
                    <a:pt x="1703078" y="1525849"/>
                  </a:lnTo>
                  <a:lnTo>
                    <a:pt x="1703082" y="1525863"/>
                  </a:lnTo>
                  <a:lnTo>
                    <a:pt x="1703349" y="1526123"/>
                  </a:lnTo>
                  <a:lnTo>
                    <a:pt x="1703803" y="1526536"/>
                  </a:lnTo>
                  <a:lnTo>
                    <a:pt x="1703879" y="1526520"/>
                  </a:lnTo>
                  <a:lnTo>
                    <a:pt x="1704049" y="1526444"/>
                  </a:lnTo>
                  <a:lnTo>
                    <a:pt x="1704176" y="1526387"/>
                  </a:lnTo>
                  <a:lnTo>
                    <a:pt x="1704187" y="1526358"/>
                  </a:lnTo>
                  <a:lnTo>
                    <a:pt x="1704208" y="1526341"/>
                  </a:lnTo>
                  <a:lnTo>
                    <a:pt x="1704239" y="1526336"/>
                  </a:lnTo>
                  <a:lnTo>
                    <a:pt x="1704387" y="1526392"/>
                  </a:lnTo>
                  <a:lnTo>
                    <a:pt x="1704402" y="1526406"/>
                  </a:lnTo>
                  <a:lnTo>
                    <a:pt x="1704440" y="1526469"/>
                  </a:lnTo>
                  <a:lnTo>
                    <a:pt x="1704551" y="1526652"/>
                  </a:lnTo>
                  <a:lnTo>
                    <a:pt x="1704598" y="1526731"/>
                  </a:lnTo>
                  <a:lnTo>
                    <a:pt x="1704601" y="1526735"/>
                  </a:lnTo>
                  <a:lnTo>
                    <a:pt x="1704617" y="1526771"/>
                  </a:lnTo>
                  <a:lnTo>
                    <a:pt x="1704651" y="1526848"/>
                  </a:lnTo>
                  <a:lnTo>
                    <a:pt x="1704653" y="1526878"/>
                  </a:lnTo>
                  <a:lnTo>
                    <a:pt x="1704634" y="1526918"/>
                  </a:lnTo>
                  <a:lnTo>
                    <a:pt x="1704605" y="1526933"/>
                  </a:lnTo>
                  <a:lnTo>
                    <a:pt x="1704569" y="1526934"/>
                  </a:lnTo>
                  <a:lnTo>
                    <a:pt x="1704552" y="1526947"/>
                  </a:lnTo>
                  <a:lnTo>
                    <a:pt x="1704458" y="1527115"/>
                  </a:lnTo>
                  <a:lnTo>
                    <a:pt x="1704248" y="1527497"/>
                  </a:lnTo>
                  <a:lnTo>
                    <a:pt x="1703972" y="1528018"/>
                  </a:lnTo>
                  <a:lnTo>
                    <a:pt x="1703939" y="1528091"/>
                  </a:lnTo>
                  <a:lnTo>
                    <a:pt x="1704039" y="1528192"/>
                  </a:lnTo>
                  <a:lnTo>
                    <a:pt x="1704058" y="1528229"/>
                  </a:lnTo>
                  <a:lnTo>
                    <a:pt x="1704041" y="1528246"/>
                  </a:lnTo>
                  <a:lnTo>
                    <a:pt x="1703925" y="1528362"/>
                  </a:lnTo>
                  <a:lnTo>
                    <a:pt x="1703911" y="1528377"/>
                  </a:lnTo>
                  <a:lnTo>
                    <a:pt x="1703749" y="1528478"/>
                  </a:lnTo>
                  <a:lnTo>
                    <a:pt x="1703716" y="1528506"/>
                  </a:lnTo>
                  <a:lnTo>
                    <a:pt x="1703701" y="1528519"/>
                  </a:lnTo>
                  <a:lnTo>
                    <a:pt x="1703663" y="1528592"/>
                  </a:lnTo>
                  <a:lnTo>
                    <a:pt x="1703626" y="1528665"/>
                  </a:lnTo>
                  <a:lnTo>
                    <a:pt x="1703584" y="1528745"/>
                  </a:lnTo>
                  <a:lnTo>
                    <a:pt x="1703593" y="1529409"/>
                  </a:lnTo>
                  <a:lnTo>
                    <a:pt x="1703665" y="1529485"/>
                  </a:lnTo>
                  <a:lnTo>
                    <a:pt x="1703686" y="1529495"/>
                  </a:lnTo>
                  <a:lnTo>
                    <a:pt x="1703732" y="1529517"/>
                  </a:lnTo>
                  <a:lnTo>
                    <a:pt x="1703792" y="1529498"/>
                  </a:lnTo>
                  <a:lnTo>
                    <a:pt x="1703816" y="1529470"/>
                  </a:lnTo>
                  <a:lnTo>
                    <a:pt x="1703829" y="1529455"/>
                  </a:lnTo>
                  <a:lnTo>
                    <a:pt x="1703839" y="1529444"/>
                  </a:lnTo>
                  <a:lnTo>
                    <a:pt x="1703844" y="1529438"/>
                  </a:lnTo>
                  <a:lnTo>
                    <a:pt x="1703899" y="1529423"/>
                  </a:lnTo>
                  <a:lnTo>
                    <a:pt x="1704008" y="1529394"/>
                  </a:lnTo>
                  <a:lnTo>
                    <a:pt x="1704013" y="1529393"/>
                  </a:lnTo>
                  <a:lnTo>
                    <a:pt x="1704104" y="1529409"/>
                  </a:lnTo>
                  <a:lnTo>
                    <a:pt x="1704116" y="1529411"/>
                  </a:lnTo>
                  <a:lnTo>
                    <a:pt x="1704138" y="1529415"/>
                  </a:lnTo>
                  <a:lnTo>
                    <a:pt x="1704207" y="1529475"/>
                  </a:lnTo>
                  <a:lnTo>
                    <a:pt x="1704266" y="1529763"/>
                  </a:lnTo>
                  <a:lnTo>
                    <a:pt x="1704255" y="1529787"/>
                  </a:lnTo>
                  <a:lnTo>
                    <a:pt x="1704218" y="1529814"/>
                  </a:lnTo>
                  <a:lnTo>
                    <a:pt x="1704179" y="1529825"/>
                  </a:lnTo>
                  <a:lnTo>
                    <a:pt x="1704137" y="1529817"/>
                  </a:lnTo>
                  <a:lnTo>
                    <a:pt x="1704094" y="1529794"/>
                  </a:lnTo>
                  <a:lnTo>
                    <a:pt x="1704042" y="1529767"/>
                  </a:lnTo>
                  <a:lnTo>
                    <a:pt x="1704018" y="1529717"/>
                  </a:lnTo>
                  <a:lnTo>
                    <a:pt x="1704004" y="1529689"/>
                  </a:lnTo>
                  <a:lnTo>
                    <a:pt x="1703979" y="1529671"/>
                  </a:lnTo>
                  <a:lnTo>
                    <a:pt x="1703958" y="1529656"/>
                  </a:lnTo>
                  <a:lnTo>
                    <a:pt x="1703925" y="1529648"/>
                  </a:lnTo>
                  <a:lnTo>
                    <a:pt x="1703868" y="1529672"/>
                  </a:lnTo>
                  <a:lnTo>
                    <a:pt x="1703681" y="1529749"/>
                  </a:lnTo>
                  <a:lnTo>
                    <a:pt x="1703597" y="1529784"/>
                  </a:lnTo>
                  <a:lnTo>
                    <a:pt x="1703241" y="1529946"/>
                  </a:lnTo>
                  <a:lnTo>
                    <a:pt x="1703093" y="1530043"/>
                  </a:lnTo>
                  <a:lnTo>
                    <a:pt x="1703082" y="1530050"/>
                  </a:lnTo>
                  <a:lnTo>
                    <a:pt x="1703027" y="1530085"/>
                  </a:lnTo>
                  <a:lnTo>
                    <a:pt x="1702995" y="1530121"/>
                  </a:lnTo>
                  <a:lnTo>
                    <a:pt x="1702970" y="1530148"/>
                  </a:lnTo>
                  <a:lnTo>
                    <a:pt x="1702872" y="1530316"/>
                  </a:lnTo>
                  <a:lnTo>
                    <a:pt x="1702867" y="1530340"/>
                  </a:lnTo>
                  <a:lnTo>
                    <a:pt x="1702886" y="1530376"/>
                  </a:lnTo>
                  <a:lnTo>
                    <a:pt x="1702886" y="1530393"/>
                  </a:lnTo>
                  <a:lnTo>
                    <a:pt x="1702871" y="1530414"/>
                  </a:lnTo>
                  <a:lnTo>
                    <a:pt x="1702859" y="1530429"/>
                  </a:lnTo>
                  <a:lnTo>
                    <a:pt x="1702835" y="1530464"/>
                  </a:lnTo>
                  <a:lnTo>
                    <a:pt x="1702824" y="1530478"/>
                  </a:lnTo>
                  <a:lnTo>
                    <a:pt x="1702713" y="1530620"/>
                  </a:lnTo>
                  <a:lnTo>
                    <a:pt x="1702383" y="1530702"/>
                  </a:lnTo>
                  <a:lnTo>
                    <a:pt x="1702326" y="1530663"/>
                  </a:lnTo>
                  <a:lnTo>
                    <a:pt x="1702174" y="1530557"/>
                  </a:lnTo>
                  <a:lnTo>
                    <a:pt x="1702094" y="1530368"/>
                  </a:lnTo>
                  <a:lnTo>
                    <a:pt x="1702062" y="1530294"/>
                  </a:lnTo>
                  <a:lnTo>
                    <a:pt x="1701889" y="1530094"/>
                  </a:lnTo>
                  <a:lnTo>
                    <a:pt x="1701867" y="1530068"/>
                  </a:lnTo>
                  <a:lnTo>
                    <a:pt x="1701643" y="1529828"/>
                  </a:lnTo>
                  <a:lnTo>
                    <a:pt x="1701638" y="1529823"/>
                  </a:lnTo>
                  <a:lnTo>
                    <a:pt x="1701624" y="1529820"/>
                  </a:lnTo>
                  <a:lnTo>
                    <a:pt x="1701618" y="1529819"/>
                  </a:lnTo>
                  <a:lnTo>
                    <a:pt x="1700934" y="1529735"/>
                  </a:lnTo>
                  <a:lnTo>
                    <a:pt x="1700918" y="1529736"/>
                  </a:lnTo>
                  <a:lnTo>
                    <a:pt x="1700910" y="1529736"/>
                  </a:lnTo>
                  <a:lnTo>
                    <a:pt x="1700756" y="1529774"/>
                  </a:lnTo>
                  <a:lnTo>
                    <a:pt x="1700557" y="1529844"/>
                  </a:lnTo>
                  <a:lnTo>
                    <a:pt x="1700517" y="1529869"/>
                  </a:lnTo>
                  <a:lnTo>
                    <a:pt x="1700512" y="1529872"/>
                  </a:lnTo>
                  <a:lnTo>
                    <a:pt x="1700498" y="1529881"/>
                  </a:lnTo>
                  <a:lnTo>
                    <a:pt x="1700471" y="1529909"/>
                  </a:lnTo>
                  <a:lnTo>
                    <a:pt x="1700453" y="1529932"/>
                  </a:lnTo>
                  <a:lnTo>
                    <a:pt x="1700398" y="1529957"/>
                  </a:lnTo>
                  <a:lnTo>
                    <a:pt x="1700249" y="1530023"/>
                  </a:lnTo>
                  <a:lnTo>
                    <a:pt x="1700239" y="1530027"/>
                  </a:lnTo>
                  <a:lnTo>
                    <a:pt x="1700039" y="1530011"/>
                  </a:lnTo>
                  <a:lnTo>
                    <a:pt x="1699992" y="1529997"/>
                  </a:lnTo>
                  <a:lnTo>
                    <a:pt x="1699985" y="1529995"/>
                  </a:lnTo>
                  <a:lnTo>
                    <a:pt x="1699670" y="1529902"/>
                  </a:lnTo>
                  <a:lnTo>
                    <a:pt x="1699474" y="1529719"/>
                  </a:lnTo>
                  <a:lnTo>
                    <a:pt x="1699423" y="1529671"/>
                  </a:lnTo>
                  <a:lnTo>
                    <a:pt x="1699396" y="1529646"/>
                  </a:lnTo>
                  <a:lnTo>
                    <a:pt x="1699456" y="1529276"/>
                  </a:lnTo>
                  <a:lnTo>
                    <a:pt x="1699460" y="1529253"/>
                  </a:lnTo>
                  <a:lnTo>
                    <a:pt x="1699482" y="1529120"/>
                  </a:lnTo>
                  <a:lnTo>
                    <a:pt x="1699509" y="1529007"/>
                  </a:lnTo>
                  <a:lnTo>
                    <a:pt x="1699496" y="1528998"/>
                  </a:lnTo>
                  <a:lnTo>
                    <a:pt x="1699287" y="1528862"/>
                  </a:lnTo>
                  <a:lnTo>
                    <a:pt x="1699258" y="1528833"/>
                  </a:lnTo>
                  <a:lnTo>
                    <a:pt x="1699254" y="1528828"/>
                  </a:lnTo>
                  <a:lnTo>
                    <a:pt x="1699125" y="1528701"/>
                  </a:lnTo>
                  <a:lnTo>
                    <a:pt x="1699120" y="1528697"/>
                  </a:lnTo>
                  <a:lnTo>
                    <a:pt x="1698903" y="1528575"/>
                  </a:lnTo>
                  <a:lnTo>
                    <a:pt x="1698874" y="1528370"/>
                  </a:lnTo>
                  <a:lnTo>
                    <a:pt x="1698823" y="1527940"/>
                  </a:lnTo>
                  <a:lnTo>
                    <a:pt x="1698824" y="1527932"/>
                  </a:lnTo>
                  <a:lnTo>
                    <a:pt x="1698828" y="1527924"/>
                  </a:lnTo>
                  <a:lnTo>
                    <a:pt x="1698832" y="1527905"/>
                  </a:lnTo>
                  <a:lnTo>
                    <a:pt x="1698851" y="1527816"/>
                  </a:lnTo>
                  <a:lnTo>
                    <a:pt x="1698857" y="1527691"/>
                  </a:lnTo>
                  <a:lnTo>
                    <a:pt x="1698878" y="1527438"/>
                  </a:lnTo>
                  <a:lnTo>
                    <a:pt x="1698776" y="1526855"/>
                  </a:lnTo>
                  <a:lnTo>
                    <a:pt x="1698583" y="1526463"/>
                  </a:lnTo>
                  <a:lnTo>
                    <a:pt x="1698324" y="1525988"/>
                  </a:lnTo>
                  <a:lnTo>
                    <a:pt x="1698064" y="1526124"/>
                  </a:lnTo>
                  <a:lnTo>
                    <a:pt x="1698070" y="1526157"/>
                  </a:lnTo>
                  <a:lnTo>
                    <a:pt x="1698166" y="1526324"/>
                  </a:lnTo>
                  <a:lnTo>
                    <a:pt x="1698369" y="1526595"/>
                  </a:lnTo>
                  <a:lnTo>
                    <a:pt x="1698446" y="1526913"/>
                  </a:lnTo>
                  <a:lnTo>
                    <a:pt x="1698496" y="1527166"/>
                  </a:lnTo>
                  <a:lnTo>
                    <a:pt x="1698472" y="1527399"/>
                  </a:lnTo>
                  <a:lnTo>
                    <a:pt x="1698483" y="1527778"/>
                  </a:lnTo>
                  <a:lnTo>
                    <a:pt x="1698426" y="1528099"/>
                  </a:lnTo>
                  <a:lnTo>
                    <a:pt x="1698354" y="1528134"/>
                  </a:lnTo>
                  <a:lnTo>
                    <a:pt x="1698241" y="1528109"/>
                  </a:lnTo>
                  <a:lnTo>
                    <a:pt x="1698084" y="1528084"/>
                  </a:lnTo>
                  <a:lnTo>
                    <a:pt x="1697965" y="1528091"/>
                  </a:lnTo>
                  <a:lnTo>
                    <a:pt x="1697864" y="1528141"/>
                  </a:lnTo>
                  <a:lnTo>
                    <a:pt x="1697790" y="1528266"/>
                  </a:lnTo>
                  <a:lnTo>
                    <a:pt x="1697758" y="1528549"/>
                  </a:lnTo>
                  <a:lnTo>
                    <a:pt x="1697753" y="1528569"/>
                  </a:lnTo>
                  <a:lnTo>
                    <a:pt x="1697746" y="1528590"/>
                  </a:lnTo>
                  <a:lnTo>
                    <a:pt x="1697644" y="1528650"/>
                  </a:lnTo>
                  <a:lnTo>
                    <a:pt x="1697268" y="1528907"/>
                  </a:lnTo>
                  <a:lnTo>
                    <a:pt x="1697145" y="1529000"/>
                  </a:lnTo>
                  <a:lnTo>
                    <a:pt x="1697114" y="1529055"/>
                  </a:lnTo>
                  <a:lnTo>
                    <a:pt x="1697113" y="1529061"/>
                  </a:lnTo>
                  <a:lnTo>
                    <a:pt x="1697113" y="1529067"/>
                  </a:lnTo>
                  <a:lnTo>
                    <a:pt x="1697112" y="1529083"/>
                  </a:lnTo>
                  <a:lnTo>
                    <a:pt x="1697111" y="1529111"/>
                  </a:lnTo>
                  <a:lnTo>
                    <a:pt x="1697111" y="1529118"/>
                  </a:lnTo>
                  <a:lnTo>
                    <a:pt x="1697111" y="1529127"/>
                  </a:lnTo>
                  <a:lnTo>
                    <a:pt x="1697125" y="1529158"/>
                  </a:lnTo>
                  <a:lnTo>
                    <a:pt x="1697130" y="1529161"/>
                  </a:lnTo>
                  <a:lnTo>
                    <a:pt x="1697299" y="1529291"/>
                  </a:lnTo>
                  <a:lnTo>
                    <a:pt x="1697379" y="1529330"/>
                  </a:lnTo>
                  <a:lnTo>
                    <a:pt x="1697401" y="1529327"/>
                  </a:lnTo>
                  <a:lnTo>
                    <a:pt x="1697433" y="1529323"/>
                  </a:lnTo>
                  <a:lnTo>
                    <a:pt x="1697449" y="1529316"/>
                  </a:lnTo>
                  <a:lnTo>
                    <a:pt x="1697468" y="1529311"/>
                  </a:lnTo>
                  <a:lnTo>
                    <a:pt x="1697604" y="1529357"/>
                  </a:lnTo>
                  <a:lnTo>
                    <a:pt x="1697734" y="1529718"/>
                  </a:lnTo>
                  <a:lnTo>
                    <a:pt x="1697743" y="1529743"/>
                  </a:lnTo>
                  <a:lnTo>
                    <a:pt x="1697613" y="1529898"/>
                  </a:lnTo>
                  <a:lnTo>
                    <a:pt x="1697607" y="1529905"/>
                  </a:lnTo>
                  <a:lnTo>
                    <a:pt x="1697582" y="1529936"/>
                  </a:lnTo>
                  <a:lnTo>
                    <a:pt x="1697634" y="1530163"/>
                  </a:lnTo>
                  <a:lnTo>
                    <a:pt x="1697696" y="1530429"/>
                  </a:lnTo>
                  <a:lnTo>
                    <a:pt x="1698154" y="1532395"/>
                  </a:lnTo>
                  <a:lnTo>
                    <a:pt x="1698343" y="1532493"/>
                  </a:lnTo>
                  <a:lnTo>
                    <a:pt x="1698364" y="1532505"/>
                  </a:lnTo>
                  <a:lnTo>
                    <a:pt x="1698648" y="1532967"/>
                  </a:lnTo>
                  <a:lnTo>
                    <a:pt x="1698602" y="1533076"/>
                  </a:lnTo>
                  <a:lnTo>
                    <a:pt x="1698602" y="1533197"/>
                  </a:lnTo>
                  <a:lnTo>
                    <a:pt x="1698777" y="1533338"/>
                  </a:lnTo>
                  <a:lnTo>
                    <a:pt x="1698864" y="1533495"/>
                  </a:lnTo>
                  <a:lnTo>
                    <a:pt x="1698905" y="1533657"/>
                  </a:lnTo>
                  <a:lnTo>
                    <a:pt x="1698961" y="1533792"/>
                  </a:lnTo>
                  <a:lnTo>
                    <a:pt x="1699034" y="1533819"/>
                  </a:lnTo>
                  <a:lnTo>
                    <a:pt x="1699270" y="1533826"/>
                  </a:lnTo>
                  <a:lnTo>
                    <a:pt x="1699285" y="1533845"/>
                  </a:lnTo>
                  <a:lnTo>
                    <a:pt x="1699507" y="1533937"/>
                  </a:lnTo>
                  <a:lnTo>
                    <a:pt x="1699536" y="1534012"/>
                  </a:lnTo>
                  <a:lnTo>
                    <a:pt x="1699472" y="1534123"/>
                  </a:lnTo>
                  <a:lnTo>
                    <a:pt x="1699412" y="1534208"/>
                  </a:lnTo>
                  <a:lnTo>
                    <a:pt x="1699336" y="1534233"/>
                  </a:lnTo>
                  <a:lnTo>
                    <a:pt x="1699255" y="1534196"/>
                  </a:lnTo>
                  <a:lnTo>
                    <a:pt x="1699219" y="1534159"/>
                  </a:lnTo>
                  <a:lnTo>
                    <a:pt x="1699201" y="1534150"/>
                  </a:lnTo>
                  <a:lnTo>
                    <a:pt x="1699145" y="1534124"/>
                  </a:lnTo>
                  <a:lnTo>
                    <a:pt x="1699098" y="1534127"/>
                  </a:lnTo>
                  <a:lnTo>
                    <a:pt x="1699057" y="1534130"/>
                  </a:lnTo>
                  <a:lnTo>
                    <a:pt x="1698970" y="1534221"/>
                  </a:lnTo>
                  <a:lnTo>
                    <a:pt x="1698950" y="1534244"/>
                  </a:lnTo>
                  <a:lnTo>
                    <a:pt x="1698910" y="1534291"/>
                  </a:lnTo>
                  <a:lnTo>
                    <a:pt x="1698789" y="1534475"/>
                  </a:lnTo>
                  <a:lnTo>
                    <a:pt x="1698784" y="1534484"/>
                  </a:lnTo>
                  <a:lnTo>
                    <a:pt x="1698776" y="1534499"/>
                  </a:lnTo>
                  <a:lnTo>
                    <a:pt x="1698743" y="1534558"/>
                  </a:lnTo>
                  <a:lnTo>
                    <a:pt x="1698728" y="1534620"/>
                  </a:lnTo>
                  <a:lnTo>
                    <a:pt x="1698728" y="1534643"/>
                  </a:lnTo>
                  <a:lnTo>
                    <a:pt x="1698728" y="1534668"/>
                  </a:lnTo>
                  <a:lnTo>
                    <a:pt x="1698734" y="1534674"/>
                  </a:lnTo>
                  <a:lnTo>
                    <a:pt x="1698773" y="1534710"/>
                  </a:lnTo>
                  <a:lnTo>
                    <a:pt x="1699056" y="1534873"/>
                  </a:lnTo>
                  <a:lnTo>
                    <a:pt x="1699101" y="1534900"/>
                  </a:lnTo>
                  <a:lnTo>
                    <a:pt x="1699122" y="1534912"/>
                  </a:lnTo>
                  <a:lnTo>
                    <a:pt x="1699167" y="1534972"/>
                  </a:lnTo>
                  <a:lnTo>
                    <a:pt x="1699168" y="1535050"/>
                  </a:lnTo>
                  <a:lnTo>
                    <a:pt x="1699145" y="1535064"/>
                  </a:lnTo>
                  <a:lnTo>
                    <a:pt x="1699106" y="1535087"/>
                  </a:lnTo>
                  <a:lnTo>
                    <a:pt x="1699085" y="1535102"/>
                  </a:lnTo>
                  <a:lnTo>
                    <a:pt x="1698910" y="1535115"/>
                  </a:lnTo>
                  <a:lnTo>
                    <a:pt x="1698777" y="1535146"/>
                  </a:lnTo>
                  <a:lnTo>
                    <a:pt x="1698643" y="1535277"/>
                  </a:lnTo>
                  <a:lnTo>
                    <a:pt x="1698542" y="1535491"/>
                  </a:lnTo>
                  <a:lnTo>
                    <a:pt x="1698468" y="1535614"/>
                  </a:lnTo>
                  <a:lnTo>
                    <a:pt x="1698141" y="1536160"/>
                  </a:lnTo>
                  <a:lnTo>
                    <a:pt x="1698100" y="1536238"/>
                  </a:lnTo>
                  <a:lnTo>
                    <a:pt x="1697929" y="1536123"/>
                  </a:lnTo>
                  <a:lnTo>
                    <a:pt x="1697593" y="1535831"/>
                  </a:lnTo>
                  <a:lnTo>
                    <a:pt x="1697220" y="1535616"/>
                  </a:lnTo>
                  <a:lnTo>
                    <a:pt x="1697082" y="1535528"/>
                  </a:lnTo>
                  <a:lnTo>
                    <a:pt x="1697055" y="1535463"/>
                  </a:lnTo>
                  <a:lnTo>
                    <a:pt x="1697018" y="1535376"/>
                  </a:lnTo>
                  <a:lnTo>
                    <a:pt x="1696884" y="1535230"/>
                  </a:lnTo>
                  <a:lnTo>
                    <a:pt x="1696746" y="1534895"/>
                  </a:lnTo>
                  <a:lnTo>
                    <a:pt x="1696696" y="1534733"/>
                  </a:lnTo>
                  <a:lnTo>
                    <a:pt x="1696282" y="1534901"/>
                  </a:lnTo>
                  <a:lnTo>
                    <a:pt x="1696267" y="1534889"/>
                  </a:lnTo>
                  <a:lnTo>
                    <a:pt x="1696194" y="1534686"/>
                  </a:lnTo>
                  <a:lnTo>
                    <a:pt x="1696193" y="1534678"/>
                  </a:lnTo>
                  <a:lnTo>
                    <a:pt x="1696172" y="1534509"/>
                  </a:lnTo>
                  <a:lnTo>
                    <a:pt x="1696091" y="1533865"/>
                  </a:lnTo>
                  <a:lnTo>
                    <a:pt x="1696356" y="1533489"/>
                  </a:lnTo>
                  <a:lnTo>
                    <a:pt x="1696481" y="1533311"/>
                  </a:lnTo>
                  <a:lnTo>
                    <a:pt x="1696673" y="1533057"/>
                  </a:lnTo>
                  <a:lnTo>
                    <a:pt x="1696863" y="1532793"/>
                  </a:lnTo>
                  <a:lnTo>
                    <a:pt x="1696565" y="1532541"/>
                  </a:lnTo>
                  <a:lnTo>
                    <a:pt x="1696559" y="1532536"/>
                  </a:lnTo>
                  <a:lnTo>
                    <a:pt x="1696529" y="1532511"/>
                  </a:lnTo>
                  <a:lnTo>
                    <a:pt x="1696519" y="1532523"/>
                  </a:lnTo>
                  <a:lnTo>
                    <a:pt x="1696492" y="1532556"/>
                  </a:lnTo>
                  <a:lnTo>
                    <a:pt x="1696489" y="1532560"/>
                  </a:lnTo>
                  <a:lnTo>
                    <a:pt x="1696449" y="1532614"/>
                  </a:lnTo>
                  <a:lnTo>
                    <a:pt x="1696443" y="1532622"/>
                  </a:lnTo>
                  <a:lnTo>
                    <a:pt x="1696259" y="1532865"/>
                  </a:lnTo>
                  <a:lnTo>
                    <a:pt x="1696189" y="1532957"/>
                  </a:lnTo>
                  <a:lnTo>
                    <a:pt x="1696174" y="1532976"/>
                  </a:lnTo>
                  <a:lnTo>
                    <a:pt x="1695941" y="1533285"/>
                  </a:lnTo>
                  <a:lnTo>
                    <a:pt x="1695834" y="1533426"/>
                  </a:lnTo>
                  <a:lnTo>
                    <a:pt x="1695648" y="1533264"/>
                  </a:lnTo>
                  <a:lnTo>
                    <a:pt x="1695634" y="1533237"/>
                  </a:lnTo>
                  <a:lnTo>
                    <a:pt x="1695566" y="1533014"/>
                  </a:lnTo>
                  <a:lnTo>
                    <a:pt x="1695567" y="1533005"/>
                  </a:lnTo>
                  <a:lnTo>
                    <a:pt x="1695570" y="1532999"/>
                  </a:lnTo>
                  <a:lnTo>
                    <a:pt x="1695634" y="1532913"/>
                  </a:lnTo>
                  <a:lnTo>
                    <a:pt x="1695828" y="1532657"/>
                  </a:lnTo>
                  <a:lnTo>
                    <a:pt x="1695903" y="1532558"/>
                  </a:lnTo>
                  <a:lnTo>
                    <a:pt x="1695911" y="1532547"/>
                  </a:lnTo>
                  <a:lnTo>
                    <a:pt x="1695923" y="1532520"/>
                  </a:lnTo>
                  <a:lnTo>
                    <a:pt x="1695922" y="1532471"/>
                  </a:lnTo>
                  <a:lnTo>
                    <a:pt x="1696022" y="1532333"/>
                  </a:lnTo>
                  <a:lnTo>
                    <a:pt x="1696114" y="1532194"/>
                  </a:lnTo>
                  <a:lnTo>
                    <a:pt x="1696097" y="1532180"/>
                  </a:lnTo>
                  <a:lnTo>
                    <a:pt x="1696057" y="1532147"/>
                  </a:lnTo>
                  <a:lnTo>
                    <a:pt x="1696041" y="1532133"/>
                  </a:lnTo>
                  <a:lnTo>
                    <a:pt x="1696035" y="1532128"/>
                  </a:lnTo>
                  <a:lnTo>
                    <a:pt x="1696031" y="1532124"/>
                  </a:lnTo>
                  <a:lnTo>
                    <a:pt x="1696095" y="1532036"/>
                  </a:lnTo>
                  <a:lnTo>
                    <a:pt x="1696146" y="1531959"/>
                  </a:lnTo>
                  <a:lnTo>
                    <a:pt x="1696148" y="1531938"/>
                  </a:lnTo>
                  <a:lnTo>
                    <a:pt x="1696142" y="1531915"/>
                  </a:lnTo>
                  <a:lnTo>
                    <a:pt x="1696098" y="1531900"/>
                  </a:lnTo>
                  <a:lnTo>
                    <a:pt x="1696060" y="1531904"/>
                  </a:lnTo>
                  <a:lnTo>
                    <a:pt x="1695908" y="1531970"/>
                  </a:lnTo>
                  <a:lnTo>
                    <a:pt x="1695749" y="1532081"/>
                  </a:lnTo>
                  <a:lnTo>
                    <a:pt x="1695793" y="1532160"/>
                  </a:lnTo>
                  <a:lnTo>
                    <a:pt x="1695795" y="1532165"/>
                  </a:lnTo>
                  <a:lnTo>
                    <a:pt x="1695823" y="1532229"/>
                  </a:lnTo>
                  <a:lnTo>
                    <a:pt x="1695541" y="1532402"/>
                  </a:lnTo>
                  <a:lnTo>
                    <a:pt x="1695412" y="1532479"/>
                  </a:lnTo>
                  <a:lnTo>
                    <a:pt x="1695322" y="1532525"/>
                  </a:lnTo>
                  <a:lnTo>
                    <a:pt x="1695277" y="1532444"/>
                  </a:lnTo>
                  <a:lnTo>
                    <a:pt x="1695229" y="1532350"/>
                  </a:lnTo>
                  <a:lnTo>
                    <a:pt x="1695142" y="1532177"/>
                  </a:lnTo>
                  <a:lnTo>
                    <a:pt x="1695136" y="1532174"/>
                  </a:lnTo>
                  <a:lnTo>
                    <a:pt x="1694768" y="1532015"/>
                  </a:lnTo>
                  <a:lnTo>
                    <a:pt x="1694641" y="1531959"/>
                  </a:lnTo>
                  <a:lnTo>
                    <a:pt x="1694459" y="1531937"/>
                  </a:lnTo>
                  <a:lnTo>
                    <a:pt x="1694441" y="1531913"/>
                  </a:lnTo>
                  <a:lnTo>
                    <a:pt x="1694415" y="1531878"/>
                  </a:lnTo>
                  <a:lnTo>
                    <a:pt x="1694348" y="1531789"/>
                  </a:lnTo>
                  <a:lnTo>
                    <a:pt x="1694314" y="1531744"/>
                  </a:lnTo>
                  <a:lnTo>
                    <a:pt x="1694172" y="1531551"/>
                  </a:lnTo>
                  <a:lnTo>
                    <a:pt x="1693771" y="1531017"/>
                  </a:lnTo>
                  <a:lnTo>
                    <a:pt x="1693501" y="1530660"/>
                  </a:lnTo>
                  <a:lnTo>
                    <a:pt x="1693504" y="1530647"/>
                  </a:lnTo>
                  <a:lnTo>
                    <a:pt x="1693647" y="1530507"/>
                  </a:lnTo>
                  <a:lnTo>
                    <a:pt x="1693651" y="1530488"/>
                  </a:lnTo>
                  <a:lnTo>
                    <a:pt x="1693645" y="1530472"/>
                  </a:lnTo>
                  <a:lnTo>
                    <a:pt x="1693635" y="1530444"/>
                  </a:lnTo>
                  <a:lnTo>
                    <a:pt x="1693437" y="1530155"/>
                  </a:lnTo>
                  <a:lnTo>
                    <a:pt x="1693059" y="1529604"/>
                  </a:lnTo>
                  <a:lnTo>
                    <a:pt x="1692878" y="1529340"/>
                  </a:lnTo>
                  <a:lnTo>
                    <a:pt x="1692874" y="1529332"/>
                  </a:lnTo>
                  <a:lnTo>
                    <a:pt x="1692871" y="1529328"/>
                  </a:lnTo>
                  <a:lnTo>
                    <a:pt x="1692867" y="1529325"/>
                  </a:lnTo>
                  <a:lnTo>
                    <a:pt x="1692864" y="1529320"/>
                  </a:lnTo>
                  <a:lnTo>
                    <a:pt x="1692393" y="1528634"/>
                  </a:lnTo>
                  <a:lnTo>
                    <a:pt x="1692166" y="1528288"/>
                  </a:lnTo>
                  <a:lnTo>
                    <a:pt x="1692152" y="1528265"/>
                  </a:lnTo>
                  <a:lnTo>
                    <a:pt x="1691952" y="1527945"/>
                  </a:lnTo>
                  <a:lnTo>
                    <a:pt x="1691767" y="1527638"/>
                  </a:lnTo>
                  <a:lnTo>
                    <a:pt x="1691560" y="1527292"/>
                  </a:lnTo>
                  <a:lnTo>
                    <a:pt x="1691516" y="1526795"/>
                  </a:lnTo>
                  <a:lnTo>
                    <a:pt x="1691438" y="1526746"/>
                  </a:lnTo>
                  <a:lnTo>
                    <a:pt x="1691425" y="1526520"/>
                  </a:lnTo>
                  <a:lnTo>
                    <a:pt x="1691406" y="1526186"/>
                  </a:lnTo>
                  <a:lnTo>
                    <a:pt x="1691405" y="1526120"/>
                  </a:lnTo>
                  <a:lnTo>
                    <a:pt x="1691420" y="1525874"/>
                  </a:lnTo>
                  <a:lnTo>
                    <a:pt x="1691417" y="1525869"/>
                  </a:lnTo>
                  <a:lnTo>
                    <a:pt x="1691346" y="1525858"/>
                  </a:lnTo>
                  <a:lnTo>
                    <a:pt x="1691340" y="1525851"/>
                  </a:lnTo>
                  <a:lnTo>
                    <a:pt x="1691340" y="1525819"/>
                  </a:lnTo>
                  <a:lnTo>
                    <a:pt x="1691351" y="1525748"/>
                  </a:lnTo>
                  <a:lnTo>
                    <a:pt x="1691380" y="1525568"/>
                  </a:lnTo>
                  <a:lnTo>
                    <a:pt x="1691457" y="1525239"/>
                  </a:lnTo>
                  <a:lnTo>
                    <a:pt x="1691466" y="1525207"/>
                  </a:lnTo>
                  <a:lnTo>
                    <a:pt x="1691469" y="1525195"/>
                  </a:lnTo>
                  <a:lnTo>
                    <a:pt x="1691472" y="1525184"/>
                  </a:lnTo>
                  <a:lnTo>
                    <a:pt x="1691530" y="1524981"/>
                  </a:lnTo>
                  <a:lnTo>
                    <a:pt x="1691599" y="1524754"/>
                  </a:lnTo>
                  <a:lnTo>
                    <a:pt x="1691611" y="1524730"/>
                  </a:lnTo>
                  <a:lnTo>
                    <a:pt x="1691635" y="1524684"/>
                  </a:lnTo>
                  <a:lnTo>
                    <a:pt x="1691637" y="1524679"/>
                  </a:lnTo>
                  <a:lnTo>
                    <a:pt x="1691659" y="1524636"/>
                  </a:lnTo>
                  <a:lnTo>
                    <a:pt x="1691863" y="1524009"/>
                  </a:lnTo>
                  <a:lnTo>
                    <a:pt x="1691883" y="1522984"/>
                  </a:lnTo>
                  <a:lnTo>
                    <a:pt x="1691884" y="1522948"/>
                  </a:lnTo>
                  <a:lnTo>
                    <a:pt x="1691885" y="1522915"/>
                  </a:lnTo>
                  <a:lnTo>
                    <a:pt x="1691864" y="1522904"/>
                  </a:lnTo>
                  <a:lnTo>
                    <a:pt x="1691778" y="1522620"/>
                  </a:lnTo>
                  <a:lnTo>
                    <a:pt x="1691547" y="1521757"/>
                  </a:lnTo>
                  <a:lnTo>
                    <a:pt x="1691406" y="1521280"/>
                  </a:lnTo>
                  <a:lnTo>
                    <a:pt x="1691401" y="1521268"/>
                  </a:lnTo>
                  <a:lnTo>
                    <a:pt x="1691390" y="1521237"/>
                  </a:lnTo>
                  <a:lnTo>
                    <a:pt x="1691377" y="1521203"/>
                  </a:lnTo>
                  <a:lnTo>
                    <a:pt x="1691314" y="1520770"/>
                  </a:lnTo>
                  <a:lnTo>
                    <a:pt x="1691391" y="1520412"/>
                  </a:lnTo>
                  <a:lnTo>
                    <a:pt x="1691418" y="1520331"/>
                  </a:lnTo>
                  <a:lnTo>
                    <a:pt x="1691521" y="1520236"/>
                  </a:lnTo>
                  <a:lnTo>
                    <a:pt x="1691536" y="1520224"/>
                  </a:lnTo>
                  <a:lnTo>
                    <a:pt x="1691601" y="1520173"/>
                  </a:lnTo>
                  <a:lnTo>
                    <a:pt x="1691613" y="1520163"/>
                  </a:lnTo>
                  <a:lnTo>
                    <a:pt x="1691742" y="1520042"/>
                  </a:lnTo>
                  <a:lnTo>
                    <a:pt x="1691945" y="1519851"/>
                  </a:lnTo>
                  <a:lnTo>
                    <a:pt x="1691962" y="1519822"/>
                  </a:lnTo>
                  <a:lnTo>
                    <a:pt x="1692070" y="1519709"/>
                  </a:lnTo>
                  <a:lnTo>
                    <a:pt x="1692190" y="1519591"/>
                  </a:lnTo>
                  <a:lnTo>
                    <a:pt x="1692265" y="1519528"/>
                  </a:lnTo>
                  <a:lnTo>
                    <a:pt x="1692278" y="1519528"/>
                  </a:lnTo>
                  <a:lnTo>
                    <a:pt x="1692282" y="1519528"/>
                  </a:lnTo>
                  <a:lnTo>
                    <a:pt x="1692290" y="1519523"/>
                  </a:lnTo>
                  <a:lnTo>
                    <a:pt x="1692233" y="1519451"/>
                  </a:lnTo>
                  <a:lnTo>
                    <a:pt x="1692178" y="1519382"/>
                  </a:lnTo>
                  <a:lnTo>
                    <a:pt x="1691999" y="1519515"/>
                  </a:lnTo>
                  <a:lnTo>
                    <a:pt x="1691821" y="1519648"/>
                  </a:lnTo>
                  <a:lnTo>
                    <a:pt x="1691842" y="1519676"/>
                  </a:lnTo>
                  <a:lnTo>
                    <a:pt x="1691832" y="1519709"/>
                  </a:lnTo>
                  <a:lnTo>
                    <a:pt x="1691817" y="1519723"/>
                  </a:lnTo>
                  <a:lnTo>
                    <a:pt x="1691616" y="1519869"/>
                  </a:lnTo>
                  <a:lnTo>
                    <a:pt x="1691472" y="1519974"/>
                  </a:lnTo>
                  <a:lnTo>
                    <a:pt x="1691195" y="1520195"/>
                  </a:lnTo>
                  <a:lnTo>
                    <a:pt x="1691125" y="1520088"/>
                  </a:lnTo>
                  <a:lnTo>
                    <a:pt x="1691122" y="1519988"/>
                  </a:lnTo>
                  <a:lnTo>
                    <a:pt x="1690994" y="1519740"/>
                  </a:lnTo>
                  <a:lnTo>
                    <a:pt x="1690795" y="1519453"/>
                  </a:lnTo>
                  <a:lnTo>
                    <a:pt x="1690734" y="1519374"/>
                  </a:lnTo>
                  <a:lnTo>
                    <a:pt x="1690715" y="1519347"/>
                  </a:lnTo>
                  <a:lnTo>
                    <a:pt x="1690692" y="1519311"/>
                  </a:lnTo>
                  <a:lnTo>
                    <a:pt x="1690649" y="1519224"/>
                  </a:lnTo>
                  <a:lnTo>
                    <a:pt x="1690664" y="1519213"/>
                  </a:lnTo>
                  <a:lnTo>
                    <a:pt x="1690641" y="1519176"/>
                  </a:lnTo>
                  <a:lnTo>
                    <a:pt x="1690501" y="1519206"/>
                  </a:lnTo>
                  <a:lnTo>
                    <a:pt x="1690335" y="1519242"/>
                  </a:lnTo>
                  <a:lnTo>
                    <a:pt x="1690380" y="1519326"/>
                  </a:lnTo>
                  <a:lnTo>
                    <a:pt x="1690421" y="1519352"/>
                  </a:lnTo>
                  <a:lnTo>
                    <a:pt x="1690503" y="1519599"/>
                  </a:lnTo>
                  <a:lnTo>
                    <a:pt x="1690529" y="1519862"/>
                  </a:lnTo>
                  <a:lnTo>
                    <a:pt x="1690511" y="1520028"/>
                  </a:lnTo>
                  <a:lnTo>
                    <a:pt x="1690585" y="1520144"/>
                  </a:lnTo>
                  <a:lnTo>
                    <a:pt x="1690598" y="1520307"/>
                  </a:lnTo>
                  <a:lnTo>
                    <a:pt x="1690596" y="1520497"/>
                  </a:lnTo>
                  <a:lnTo>
                    <a:pt x="1690455" y="1521061"/>
                  </a:lnTo>
                  <a:lnTo>
                    <a:pt x="1690473" y="1521087"/>
                  </a:lnTo>
                  <a:lnTo>
                    <a:pt x="1690478" y="1521092"/>
                  </a:lnTo>
                  <a:lnTo>
                    <a:pt x="1690515" y="1521142"/>
                  </a:lnTo>
                  <a:lnTo>
                    <a:pt x="1690530" y="1521961"/>
                  </a:lnTo>
                  <a:lnTo>
                    <a:pt x="1690517" y="1521988"/>
                  </a:lnTo>
                  <a:lnTo>
                    <a:pt x="1690450" y="1522081"/>
                  </a:lnTo>
                  <a:lnTo>
                    <a:pt x="1690034" y="1522581"/>
                  </a:lnTo>
                  <a:lnTo>
                    <a:pt x="1690009" y="1522610"/>
                  </a:lnTo>
                  <a:lnTo>
                    <a:pt x="1690480" y="1523059"/>
                  </a:lnTo>
                  <a:lnTo>
                    <a:pt x="1690478" y="1523070"/>
                  </a:lnTo>
                  <a:lnTo>
                    <a:pt x="1690465" y="1523088"/>
                  </a:lnTo>
                  <a:lnTo>
                    <a:pt x="1689870" y="1523868"/>
                  </a:lnTo>
                  <a:lnTo>
                    <a:pt x="1689554" y="1524282"/>
                  </a:lnTo>
                  <a:lnTo>
                    <a:pt x="1689450" y="1524420"/>
                  </a:lnTo>
                  <a:lnTo>
                    <a:pt x="1689428" y="1524410"/>
                  </a:lnTo>
                  <a:lnTo>
                    <a:pt x="1688248" y="1523452"/>
                  </a:lnTo>
                  <a:lnTo>
                    <a:pt x="1688222" y="1523431"/>
                  </a:lnTo>
                  <a:lnTo>
                    <a:pt x="1688206" y="1523436"/>
                  </a:lnTo>
                  <a:lnTo>
                    <a:pt x="1688187" y="1523466"/>
                  </a:lnTo>
                  <a:lnTo>
                    <a:pt x="1688149" y="1523526"/>
                  </a:lnTo>
                  <a:lnTo>
                    <a:pt x="1687581" y="1524449"/>
                  </a:lnTo>
                  <a:lnTo>
                    <a:pt x="1687575" y="1524458"/>
                  </a:lnTo>
                  <a:lnTo>
                    <a:pt x="1687579" y="1524474"/>
                  </a:lnTo>
                  <a:lnTo>
                    <a:pt x="1687788" y="1524723"/>
                  </a:lnTo>
                  <a:lnTo>
                    <a:pt x="1688031" y="1525042"/>
                  </a:lnTo>
                  <a:lnTo>
                    <a:pt x="1687883" y="1525379"/>
                  </a:lnTo>
                  <a:lnTo>
                    <a:pt x="1687863" y="1525394"/>
                  </a:lnTo>
                  <a:lnTo>
                    <a:pt x="1687832" y="1525548"/>
                  </a:lnTo>
                  <a:lnTo>
                    <a:pt x="1687778" y="1525747"/>
                  </a:lnTo>
                  <a:lnTo>
                    <a:pt x="1687689" y="1526071"/>
                  </a:lnTo>
                  <a:lnTo>
                    <a:pt x="1687698" y="1526085"/>
                  </a:lnTo>
                  <a:lnTo>
                    <a:pt x="1687756" y="1526099"/>
                  </a:lnTo>
                  <a:lnTo>
                    <a:pt x="1687789" y="1526147"/>
                  </a:lnTo>
                  <a:lnTo>
                    <a:pt x="1687808" y="1526213"/>
                  </a:lnTo>
                  <a:lnTo>
                    <a:pt x="1687796" y="1526268"/>
                  </a:lnTo>
                  <a:lnTo>
                    <a:pt x="1687707" y="1526327"/>
                  </a:lnTo>
                  <a:lnTo>
                    <a:pt x="1687373" y="1526240"/>
                  </a:lnTo>
                  <a:lnTo>
                    <a:pt x="1687346" y="1526473"/>
                  </a:lnTo>
                  <a:lnTo>
                    <a:pt x="1687334" y="1526526"/>
                  </a:lnTo>
                  <a:lnTo>
                    <a:pt x="1687337" y="1526547"/>
                  </a:lnTo>
                  <a:lnTo>
                    <a:pt x="1687339" y="1526558"/>
                  </a:lnTo>
                  <a:lnTo>
                    <a:pt x="1687339" y="1526565"/>
                  </a:lnTo>
                  <a:lnTo>
                    <a:pt x="1687344" y="1526603"/>
                  </a:lnTo>
                  <a:lnTo>
                    <a:pt x="1687617" y="1526601"/>
                  </a:lnTo>
                  <a:lnTo>
                    <a:pt x="1687601" y="1526803"/>
                  </a:lnTo>
                  <a:lnTo>
                    <a:pt x="1687525" y="1527764"/>
                  </a:lnTo>
                  <a:lnTo>
                    <a:pt x="1687474" y="1528398"/>
                  </a:lnTo>
                  <a:lnTo>
                    <a:pt x="1687461" y="1528572"/>
                  </a:lnTo>
                  <a:lnTo>
                    <a:pt x="1687464" y="1528648"/>
                  </a:lnTo>
                  <a:lnTo>
                    <a:pt x="1687515" y="1528801"/>
                  </a:lnTo>
                  <a:lnTo>
                    <a:pt x="1687690" y="1528865"/>
                  </a:lnTo>
                  <a:lnTo>
                    <a:pt x="1687639" y="1529073"/>
                  </a:lnTo>
                  <a:lnTo>
                    <a:pt x="1687636" y="1529085"/>
                  </a:lnTo>
                  <a:lnTo>
                    <a:pt x="1687777" y="1529147"/>
                  </a:lnTo>
                  <a:lnTo>
                    <a:pt x="1687784" y="1529171"/>
                  </a:lnTo>
                  <a:lnTo>
                    <a:pt x="1687786" y="1529177"/>
                  </a:lnTo>
                  <a:lnTo>
                    <a:pt x="1688044" y="1530040"/>
                  </a:lnTo>
                  <a:lnTo>
                    <a:pt x="1688058" y="1530088"/>
                  </a:lnTo>
                  <a:lnTo>
                    <a:pt x="1688050" y="1530299"/>
                  </a:lnTo>
                  <a:lnTo>
                    <a:pt x="1688049" y="1530327"/>
                  </a:lnTo>
                  <a:lnTo>
                    <a:pt x="1688023" y="1530328"/>
                  </a:lnTo>
                  <a:lnTo>
                    <a:pt x="1687956" y="1530332"/>
                  </a:lnTo>
                  <a:lnTo>
                    <a:pt x="1687950" y="1530335"/>
                  </a:lnTo>
                  <a:lnTo>
                    <a:pt x="1687953" y="1530359"/>
                  </a:lnTo>
                  <a:lnTo>
                    <a:pt x="1688000" y="1530774"/>
                  </a:lnTo>
                  <a:lnTo>
                    <a:pt x="1688001" y="1530787"/>
                  </a:lnTo>
                  <a:lnTo>
                    <a:pt x="1688000" y="1530804"/>
                  </a:lnTo>
                  <a:lnTo>
                    <a:pt x="1687975" y="1531094"/>
                  </a:lnTo>
                  <a:lnTo>
                    <a:pt x="1687957" y="1531093"/>
                  </a:lnTo>
                  <a:lnTo>
                    <a:pt x="1687832" y="1531092"/>
                  </a:lnTo>
                  <a:lnTo>
                    <a:pt x="1687813" y="1531318"/>
                  </a:lnTo>
                  <a:lnTo>
                    <a:pt x="1687811" y="1531347"/>
                  </a:lnTo>
                  <a:lnTo>
                    <a:pt x="1687818" y="1531449"/>
                  </a:lnTo>
                  <a:lnTo>
                    <a:pt x="1687818" y="1531457"/>
                  </a:lnTo>
                  <a:lnTo>
                    <a:pt x="1687822" y="1531485"/>
                  </a:lnTo>
                  <a:lnTo>
                    <a:pt x="1687830" y="1531562"/>
                  </a:lnTo>
                  <a:lnTo>
                    <a:pt x="1687834" y="1531568"/>
                  </a:lnTo>
                  <a:lnTo>
                    <a:pt x="1687854" y="1531592"/>
                  </a:lnTo>
                  <a:lnTo>
                    <a:pt x="1687892" y="1531639"/>
                  </a:lnTo>
                  <a:lnTo>
                    <a:pt x="1687981" y="1531738"/>
                  </a:lnTo>
                  <a:lnTo>
                    <a:pt x="1688142" y="1531970"/>
                  </a:lnTo>
                  <a:lnTo>
                    <a:pt x="1688149" y="1531982"/>
                  </a:lnTo>
                  <a:lnTo>
                    <a:pt x="1688153" y="1531991"/>
                  </a:lnTo>
                  <a:lnTo>
                    <a:pt x="1688155" y="1531996"/>
                  </a:lnTo>
                  <a:lnTo>
                    <a:pt x="1688161" y="1532013"/>
                  </a:lnTo>
                  <a:lnTo>
                    <a:pt x="1688163" y="1532019"/>
                  </a:lnTo>
                  <a:lnTo>
                    <a:pt x="1688204" y="1532161"/>
                  </a:lnTo>
                  <a:lnTo>
                    <a:pt x="1688213" y="1532200"/>
                  </a:lnTo>
                  <a:lnTo>
                    <a:pt x="1688217" y="1532221"/>
                  </a:lnTo>
                  <a:lnTo>
                    <a:pt x="1688218" y="1532233"/>
                  </a:lnTo>
                  <a:lnTo>
                    <a:pt x="1688217" y="1532248"/>
                  </a:lnTo>
                  <a:lnTo>
                    <a:pt x="1688174" y="1532563"/>
                  </a:lnTo>
                  <a:lnTo>
                    <a:pt x="1688172" y="1532575"/>
                  </a:lnTo>
                  <a:lnTo>
                    <a:pt x="1688168" y="1532589"/>
                  </a:lnTo>
                  <a:lnTo>
                    <a:pt x="1688159" y="1532607"/>
                  </a:lnTo>
                  <a:lnTo>
                    <a:pt x="1688148" y="1532621"/>
                  </a:lnTo>
                  <a:lnTo>
                    <a:pt x="1688135" y="1532632"/>
                  </a:lnTo>
                  <a:lnTo>
                    <a:pt x="1688116" y="1532644"/>
                  </a:lnTo>
                  <a:lnTo>
                    <a:pt x="1688107" y="1532648"/>
                  </a:lnTo>
                  <a:lnTo>
                    <a:pt x="1688060" y="1532668"/>
                  </a:lnTo>
                  <a:lnTo>
                    <a:pt x="1687995" y="1532696"/>
                  </a:lnTo>
                  <a:lnTo>
                    <a:pt x="1687969" y="1532708"/>
                  </a:lnTo>
                  <a:lnTo>
                    <a:pt x="1687953" y="1532719"/>
                  </a:lnTo>
                  <a:lnTo>
                    <a:pt x="1687943" y="1532729"/>
                  </a:lnTo>
                  <a:lnTo>
                    <a:pt x="1687901" y="1532775"/>
                  </a:lnTo>
                  <a:lnTo>
                    <a:pt x="1687724" y="1532967"/>
                  </a:lnTo>
                  <a:lnTo>
                    <a:pt x="1687712" y="1532980"/>
                  </a:lnTo>
                  <a:lnTo>
                    <a:pt x="1687675" y="1533031"/>
                  </a:lnTo>
                  <a:lnTo>
                    <a:pt x="1687669" y="1533068"/>
                  </a:lnTo>
                  <a:lnTo>
                    <a:pt x="1687670" y="1533083"/>
                  </a:lnTo>
                  <a:lnTo>
                    <a:pt x="1687676" y="1533104"/>
                  </a:lnTo>
                  <a:lnTo>
                    <a:pt x="1687680" y="1533113"/>
                  </a:lnTo>
                  <a:lnTo>
                    <a:pt x="1687687" y="1533129"/>
                  </a:lnTo>
                  <a:lnTo>
                    <a:pt x="1687688" y="1533138"/>
                  </a:lnTo>
                  <a:lnTo>
                    <a:pt x="1687683" y="1533148"/>
                  </a:lnTo>
                  <a:lnTo>
                    <a:pt x="1687675" y="1533156"/>
                  </a:lnTo>
                  <a:lnTo>
                    <a:pt x="1687627" y="1533170"/>
                  </a:lnTo>
                  <a:lnTo>
                    <a:pt x="1687421" y="1533192"/>
                  </a:lnTo>
                  <a:lnTo>
                    <a:pt x="1687408" y="1533193"/>
                  </a:lnTo>
                  <a:lnTo>
                    <a:pt x="1687259" y="1533202"/>
                  </a:lnTo>
                  <a:lnTo>
                    <a:pt x="1687249" y="1533202"/>
                  </a:lnTo>
                  <a:lnTo>
                    <a:pt x="1687240" y="1533205"/>
                  </a:lnTo>
                  <a:lnTo>
                    <a:pt x="1687163" y="1533233"/>
                  </a:lnTo>
                  <a:lnTo>
                    <a:pt x="1687089" y="1533313"/>
                  </a:lnTo>
                  <a:lnTo>
                    <a:pt x="1686698" y="1533765"/>
                  </a:lnTo>
                  <a:lnTo>
                    <a:pt x="1686490" y="1534021"/>
                  </a:lnTo>
                  <a:lnTo>
                    <a:pt x="1686483" y="1534029"/>
                  </a:lnTo>
                  <a:lnTo>
                    <a:pt x="1686481" y="1534042"/>
                  </a:lnTo>
                  <a:lnTo>
                    <a:pt x="1686470" y="1534125"/>
                  </a:lnTo>
                  <a:lnTo>
                    <a:pt x="1686425" y="1534564"/>
                  </a:lnTo>
                  <a:lnTo>
                    <a:pt x="1686323" y="1534864"/>
                  </a:lnTo>
                  <a:lnTo>
                    <a:pt x="1686214" y="1535177"/>
                  </a:lnTo>
                  <a:lnTo>
                    <a:pt x="1686210" y="1535238"/>
                  </a:lnTo>
                  <a:lnTo>
                    <a:pt x="1686201" y="1535364"/>
                  </a:lnTo>
                  <a:lnTo>
                    <a:pt x="1686191" y="1535387"/>
                  </a:lnTo>
                  <a:lnTo>
                    <a:pt x="1686019" y="1535461"/>
                  </a:lnTo>
                  <a:lnTo>
                    <a:pt x="1685619" y="1535605"/>
                  </a:lnTo>
                  <a:lnTo>
                    <a:pt x="1685421" y="1535705"/>
                  </a:lnTo>
                  <a:lnTo>
                    <a:pt x="1685255" y="1535822"/>
                  </a:lnTo>
                  <a:lnTo>
                    <a:pt x="1685221" y="1535873"/>
                  </a:lnTo>
                  <a:lnTo>
                    <a:pt x="1685208" y="1535962"/>
                  </a:lnTo>
                  <a:lnTo>
                    <a:pt x="1685199" y="1536017"/>
                  </a:lnTo>
                  <a:lnTo>
                    <a:pt x="1685121" y="1536276"/>
                  </a:lnTo>
                  <a:lnTo>
                    <a:pt x="1685113" y="1536299"/>
                  </a:lnTo>
                  <a:lnTo>
                    <a:pt x="1685068" y="1536312"/>
                  </a:lnTo>
                  <a:lnTo>
                    <a:pt x="1684746" y="1536413"/>
                  </a:lnTo>
                  <a:lnTo>
                    <a:pt x="1684569" y="1536469"/>
                  </a:lnTo>
                  <a:lnTo>
                    <a:pt x="1684367" y="1536415"/>
                  </a:lnTo>
                  <a:lnTo>
                    <a:pt x="1684362" y="1536414"/>
                  </a:lnTo>
                  <a:lnTo>
                    <a:pt x="1684289" y="1536394"/>
                  </a:lnTo>
                  <a:lnTo>
                    <a:pt x="1684244" y="1536379"/>
                  </a:lnTo>
                  <a:lnTo>
                    <a:pt x="1684207" y="1536391"/>
                  </a:lnTo>
                  <a:lnTo>
                    <a:pt x="1684103" y="1536436"/>
                  </a:lnTo>
                  <a:lnTo>
                    <a:pt x="1684006" y="1536492"/>
                  </a:lnTo>
                  <a:lnTo>
                    <a:pt x="1683855" y="1536586"/>
                  </a:lnTo>
                  <a:lnTo>
                    <a:pt x="1683843" y="1536596"/>
                  </a:lnTo>
                  <a:lnTo>
                    <a:pt x="1683842" y="1537166"/>
                  </a:lnTo>
                  <a:lnTo>
                    <a:pt x="1683571" y="1537189"/>
                  </a:lnTo>
                  <a:lnTo>
                    <a:pt x="1683299" y="1537247"/>
                  </a:lnTo>
                  <a:lnTo>
                    <a:pt x="1683003" y="1537312"/>
                  </a:lnTo>
                  <a:lnTo>
                    <a:pt x="1682962" y="1537320"/>
                  </a:lnTo>
                  <a:lnTo>
                    <a:pt x="1682535" y="1537135"/>
                  </a:lnTo>
                  <a:lnTo>
                    <a:pt x="1682474" y="1537047"/>
                  </a:lnTo>
                  <a:lnTo>
                    <a:pt x="1682291" y="1536784"/>
                  </a:lnTo>
                  <a:lnTo>
                    <a:pt x="1682214" y="1536510"/>
                  </a:lnTo>
                  <a:lnTo>
                    <a:pt x="1682254" y="1536308"/>
                  </a:lnTo>
                  <a:lnTo>
                    <a:pt x="1682276" y="1536191"/>
                  </a:lnTo>
                  <a:lnTo>
                    <a:pt x="1682280" y="1536082"/>
                  </a:lnTo>
                  <a:lnTo>
                    <a:pt x="1682244" y="1535882"/>
                  </a:lnTo>
                  <a:lnTo>
                    <a:pt x="1682232" y="1535835"/>
                  </a:lnTo>
                  <a:lnTo>
                    <a:pt x="1682202" y="1535770"/>
                  </a:lnTo>
                  <a:lnTo>
                    <a:pt x="1682182" y="1535744"/>
                  </a:lnTo>
                  <a:lnTo>
                    <a:pt x="1682075" y="1535645"/>
                  </a:lnTo>
                  <a:lnTo>
                    <a:pt x="1682003" y="1535602"/>
                  </a:lnTo>
                  <a:lnTo>
                    <a:pt x="1681702" y="1535530"/>
                  </a:lnTo>
                  <a:lnTo>
                    <a:pt x="1681673" y="1535526"/>
                  </a:lnTo>
                  <a:lnTo>
                    <a:pt x="1681578" y="1535532"/>
                  </a:lnTo>
                  <a:lnTo>
                    <a:pt x="1681511" y="1535549"/>
                  </a:lnTo>
                  <a:lnTo>
                    <a:pt x="1681485" y="1535540"/>
                  </a:lnTo>
                  <a:lnTo>
                    <a:pt x="1681288" y="1535330"/>
                  </a:lnTo>
                  <a:lnTo>
                    <a:pt x="1681179" y="1534992"/>
                  </a:lnTo>
                  <a:lnTo>
                    <a:pt x="1681042" y="1534479"/>
                  </a:lnTo>
                  <a:lnTo>
                    <a:pt x="1680908" y="1533970"/>
                  </a:lnTo>
                  <a:lnTo>
                    <a:pt x="1680888" y="1533894"/>
                  </a:lnTo>
                  <a:lnTo>
                    <a:pt x="1680870" y="1533888"/>
                  </a:lnTo>
                  <a:lnTo>
                    <a:pt x="1680708" y="1533889"/>
                  </a:lnTo>
                  <a:lnTo>
                    <a:pt x="1680680" y="1533879"/>
                  </a:lnTo>
                  <a:lnTo>
                    <a:pt x="1680618" y="1533704"/>
                  </a:lnTo>
                  <a:lnTo>
                    <a:pt x="1680620" y="1533649"/>
                  </a:lnTo>
                  <a:lnTo>
                    <a:pt x="1680632" y="1533622"/>
                  </a:lnTo>
                  <a:lnTo>
                    <a:pt x="1680665" y="1533579"/>
                  </a:lnTo>
                  <a:lnTo>
                    <a:pt x="1680771" y="1533429"/>
                  </a:lnTo>
                  <a:lnTo>
                    <a:pt x="1680833" y="1533344"/>
                  </a:lnTo>
                  <a:lnTo>
                    <a:pt x="1680848" y="1533322"/>
                  </a:lnTo>
                  <a:lnTo>
                    <a:pt x="1680835" y="1533310"/>
                  </a:lnTo>
                  <a:lnTo>
                    <a:pt x="1680795" y="1533275"/>
                  </a:lnTo>
                  <a:lnTo>
                    <a:pt x="1680760" y="1533244"/>
                  </a:lnTo>
                  <a:lnTo>
                    <a:pt x="1680569" y="1533076"/>
                  </a:lnTo>
                  <a:lnTo>
                    <a:pt x="1680334" y="1532910"/>
                  </a:lnTo>
                  <a:lnTo>
                    <a:pt x="1679778" y="1532467"/>
                  </a:lnTo>
                  <a:lnTo>
                    <a:pt x="1679681" y="1532391"/>
                  </a:lnTo>
                  <a:lnTo>
                    <a:pt x="1679660" y="1532374"/>
                  </a:lnTo>
                  <a:lnTo>
                    <a:pt x="1679652" y="1532356"/>
                  </a:lnTo>
                  <a:lnTo>
                    <a:pt x="1679648" y="1532348"/>
                  </a:lnTo>
                  <a:lnTo>
                    <a:pt x="1679586" y="1532214"/>
                  </a:lnTo>
                  <a:lnTo>
                    <a:pt x="1679461" y="1532023"/>
                  </a:lnTo>
                  <a:lnTo>
                    <a:pt x="1679354" y="1531937"/>
                  </a:lnTo>
                  <a:lnTo>
                    <a:pt x="1679314" y="1531976"/>
                  </a:lnTo>
                  <a:lnTo>
                    <a:pt x="1679275" y="1532013"/>
                  </a:lnTo>
                  <a:lnTo>
                    <a:pt x="1679300" y="1532050"/>
                  </a:lnTo>
                  <a:lnTo>
                    <a:pt x="1679356" y="1532125"/>
                  </a:lnTo>
                  <a:lnTo>
                    <a:pt x="1679365" y="1532137"/>
                  </a:lnTo>
                  <a:lnTo>
                    <a:pt x="1679401" y="1532185"/>
                  </a:lnTo>
                  <a:lnTo>
                    <a:pt x="1679476" y="1532266"/>
                  </a:lnTo>
                  <a:lnTo>
                    <a:pt x="1679491" y="1532282"/>
                  </a:lnTo>
                  <a:lnTo>
                    <a:pt x="1679528" y="1532322"/>
                  </a:lnTo>
                  <a:lnTo>
                    <a:pt x="1679536" y="1532340"/>
                  </a:lnTo>
                  <a:lnTo>
                    <a:pt x="1679539" y="1532349"/>
                  </a:lnTo>
                  <a:lnTo>
                    <a:pt x="1679547" y="1532368"/>
                  </a:lnTo>
                  <a:lnTo>
                    <a:pt x="1679549" y="1532374"/>
                  </a:lnTo>
                  <a:lnTo>
                    <a:pt x="1679553" y="1532397"/>
                  </a:lnTo>
                  <a:lnTo>
                    <a:pt x="1679552" y="1532419"/>
                  </a:lnTo>
                  <a:lnTo>
                    <a:pt x="1679551" y="1532432"/>
                  </a:lnTo>
                  <a:lnTo>
                    <a:pt x="1679539" y="1532624"/>
                  </a:lnTo>
                  <a:lnTo>
                    <a:pt x="1679534" y="1532671"/>
                  </a:lnTo>
                  <a:lnTo>
                    <a:pt x="1679532" y="1532687"/>
                  </a:lnTo>
                  <a:lnTo>
                    <a:pt x="1679517" y="1532707"/>
                  </a:lnTo>
                  <a:lnTo>
                    <a:pt x="1679494" y="1532726"/>
                  </a:lnTo>
                  <a:lnTo>
                    <a:pt x="1679479" y="1532732"/>
                  </a:lnTo>
                  <a:lnTo>
                    <a:pt x="1679446" y="1532740"/>
                  </a:lnTo>
                  <a:lnTo>
                    <a:pt x="1679420" y="1532743"/>
                  </a:lnTo>
                  <a:lnTo>
                    <a:pt x="1679414" y="1532743"/>
                  </a:lnTo>
                  <a:lnTo>
                    <a:pt x="1679405" y="1532743"/>
                  </a:lnTo>
                  <a:lnTo>
                    <a:pt x="1679234" y="1532717"/>
                  </a:lnTo>
                  <a:lnTo>
                    <a:pt x="1679079" y="1532719"/>
                  </a:lnTo>
                  <a:lnTo>
                    <a:pt x="1679028" y="1532720"/>
                  </a:lnTo>
                  <a:lnTo>
                    <a:pt x="1678879" y="1532727"/>
                  </a:lnTo>
                  <a:lnTo>
                    <a:pt x="1678814" y="1532730"/>
                  </a:lnTo>
                  <a:lnTo>
                    <a:pt x="1678802" y="1532743"/>
                  </a:lnTo>
                  <a:lnTo>
                    <a:pt x="1678802" y="1532763"/>
                  </a:lnTo>
                  <a:lnTo>
                    <a:pt x="1678787" y="1532774"/>
                  </a:lnTo>
                  <a:lnTo>
                    <a:pt x="1678443" y="1532882"/>
                  </a:lnTo>
                  <a:lnTo>
                    <a:pt x="1678209" y="1532872"/>
                  </a:lnTo>
                  <a:lnTo>
                    <a:pt x="1678106" y="1532897"/>
                  </a:lnTo>
                  <a:lnTo>
                    <a:pt x="1677955" y="1532933"/>
                  </a:lnTo>
                  <a:lnTo>
                    <a:pt x="1677904" y="1532921"/>
                  </a:lnTo>
                  <a:lnTo>
                    <a:pt x="1677853" y="1532910"/>
                  </a:lnTo>
                  <a:lnTo>
                    <a:pt x="1677791" y="1532922"/>
                  </a:lnTo>
                  <a:lnTo>
                    <a:pt x="1677596" y="1532957"/>
                  </a:lnTo>
                  <a:lnTo>
                    <a:pt x="1677589" y="1532962"/>
                  </a:lnTo>
                  <a:lnTo>
                    <a:pt x="1677298" y="1533153"/>
                  </a:lnTo>
                  <a:lnTo>
                    <a:pt x="1677279" y="1533166"/>
                  </a:lnTo>
                  <a:lnTo>
                    <a:pt x="1676864" y="1533438"/>
                  </a:lnTo>
                  <a:lnTo>
                    <a:pt x="1676720" y="1533524"/>
                  </a:lnTo>
                  <a:lnTo>
                    <a:pt x="1676565" y="1533637"/>
                  </a:lnTo>
                  <a:lnTo>
                    <a:pt x="1676388" y="1533795"/>
                  </a:lnTo>
                  <a:lnTo>
                    <a:pt x="1676338" y="1533846"/>
                  </a:lnTo>
                  <a:lnTo>
                    <a:pt x="1676333" y="1533851"/>
                  </a:lnTo>
                  <a:lnTo>
                    <a:pt x="1676330" y="1533855"/>
                  </a:lnTo>
                  <a:lnTo>
                    <a:pt x="1676321" y="1533870"/>
                  </a:lnTo>
                  <a:lnTo>
                    <a:pt x="1676260" y="1533973"/>
                  </a:lnTo>
                  <a:lnTo>
                    <a:pt x="1676270" y="1534016"/>
                  </a:lnTo>
                  <a:lnTo>
                    <a:pt x="1676189" y="1534130"/>
                  </a:lnTo>
                  <a:lnTo>
                    <a:pt x="1676150" y="1534155"/>
                  </a:lnTo>
                  <a:lnTo>
                    <a:pt x="1676004" y="1534322"/>
                  </a:lnTo>
                  <a:lnTo>
                    <a:pt x="1675953" y="1534399"/>
                  </a:lnTo>
                  <a:lnTo>
                    <a:pt x="1675959" y="1534440"/>
                  </a:lnTo>
                  <a:lnTo>
                    <a:pt x="1676007" y="1534780"/>
                  </a:lnTo>
                  <a:lnTo>
                    <a:pt x="1676018" y="1534854"/>
                  </a:lnTo>
                  <a:lnTo>
                    <a:pt x="1676083" y="1535022"/>
                  </a:lnTo>
                  <a:lnTo>
                    <a:pt x="1676142" y="1535046"/>
                  </a:lnTo>
                  <a:lnTo>
                    <a:pt x="1676147" y="1535054"/>
                  </a:lnTo>
                  <a:lnTo>
                    <a:pt x="1676159" y="1535082"/>
                  </a:lnTo>
                  <a:lnTo>
                    <a:pt x="1676204" y="1535188"/>
                  </a:lnTo>
                  <a:lnTo>
                    <a:pt x="1676234" y="1535255"/>
                  </a:lnTo>
                  <a:lnTo>
                    <a:pt x="1675888" y="1535549"/>
                  </a:lnTo>
                  <a:lnTo>
                    <a:pt x="1675735" y="1535583"/>
                  </a:lnTo>
                  <a:lnTo>
                    <a:pt x="1675727" y="1535583"/>
                  </a:lnTo>
                  <a:lnTo>
                    <a:pt x="1675475" y="1535270"/>
                  </a:lnTo>
                  <a:lnTo>
                    <a:pt x="1675472" y="1535266"/>
                  </a:lnTo>
                  <a:lnTo>
                    <a:pt x="1675458" y="1535275"/>
                  </a:lnTo>
                  <a:lnTo>
                    <a:pt x="1675324" y="1535343"/>
                  </a:lnTo>
                  <a:lnTo>
                    <a:pt x="1675044" y="1535506"/>
                  </a:lnTo>
                  <a:lnTo>
                    <a:pt x="1674895" y="1535598"/>
                  </a:lnTo>
                  <a:lnTo>
                    <a:pt x="1674783" y="1535692"/>
                  </a:lnTo>
                  <a:lnTo>
                    <a:pt x="1674758" y="1535706"/>
                  </a:lnTo>
                  <a:lnTo>
                    <a:pt x="1674742" y="1535709"/>
                  </a:lnTo>
                  <a:lnTo>
                    <a:pt x="1674570" y="1535405"/>
                  </a:lnTo>
                  <a:lnTo>
                    <a:pt x="1674513" y="1535459"/>
                  </a:lnTo>
                  <a:lnTo>
                    <a:pt x="1674252" y="1535774"/>
                  </a:lnTo>
                  <a:lnTo>
                    <a:pt x="1674159" y="1535907"/>
                  </a:lnTo>
                  <a:lnTo>
                    <a:pt x="1673968" y="1536203"/>
                  </a:lnTo>
                  <a:lnTo>
                    <a:pt x="1673786" y="1536553"/>
                  </a:lnTo>
                  <a:lnTo>
                    <a:pt x="1673723" y="1536688"/>
                  </a:lnTo>
                  <a:lnTo>
                    <a:pt x="1673675" y="1536978"/>
                  </a:lnTo>
                  <a:lnTo>
                    <a:pt x="1673599" y="1537434"/>
                  </a:lnTo>
                  <a:lnTo>
                    <a:pt x="1673302" y="1537377"/>
                  </a:lnTo>
                  <a:lnTo>
                    <a:pt x="1673288" y="1537356"/>
                  </a:lnTo>
                  <a:lnTo>
                    <a:pt x="1673094" y="1537326"/>
                  </a:lnTo>
                  <a:lnTo>
                    <a:pt x="1673075" y="1537334"/>
                  </a:lnTo>
                  <a:lnTo>
                    <a:pt x="1672952" y="1537453"/>
                  </a:lnTo>
                  <a:lnTo>
                    <a:pt x="1672895" y="1537572"/>
                  </a:lnTo>
                  <a:lnTo>
                    <a:pt x="1672890" y="1537582"/>
                  </a:lnTo>
                  <a:lnTo>
                    <a:pt x="1672856" y="1537615"/>
                  </a:lnTo>
                  <a:lnTo>
                    <a:pt x="1672508" y="1537948"/>
                  </a:lnTo>
                  <a:lnTo>
                    <a:pt x="1672357" y="1537978"/>
                  </a:lnTo>
                  <a:lnTo>
                    <a:pt x="1672348" y="1538202"/>
                  </a:lnTo>
                  <a:lnTo>
                    <a:pt x="1672333" y="1538332"/>
                  </a:lnTo>
                  <a:lnTo>
                    <a:pt x="1672329" y="1538367"/>
                  </a:lnTo>
                  <a:lnTo>
                    <a:pt x="1672313" y="1538512"/>
                  </a:lnTo>
                  <a:lnTo>
                    <a:pt x="1672039" y="1538663"/>
                  </a:lnTo>
                  <a:lnTo>
                    <a:pt x="1671974" y="1538700"/>
                  </a:lnTo>
                  <a:lnTo>
                    <a:pt x="1671966" y="1538704"/>
                  </a:lnTo>
                  <a:lnTo>
                    <a:pt x="1671905" y="1538890"/>
                  </a:lnTo>
                  <a:lnTo>
                    <a:pt x="1671883" y="1538973"/>
                  </a:lnTo>
                  <a:lnTo>
                    <a:pt x="1671844" y="1539178"/>
                  </a:lnTo>
                  <a:lnTo>
                    <a:pt x="1671822" y="1539334"/>
                  </a:lnTo>
                  <a:lnTo>
                    <a:pt x="1671820" y="1539348"/>
                  </a:lnTo>
                  <a:lnTo>
                    <a:pt x="1671818" y="1539372"/>
                  </a:lnTo>
                  <a:lnTo>
                    <a:pt x="1671792" y="1539951"/>
                  </a:lnTo>
                  <a:lnTo>
                    <a:pt x="1671791" y="1540082"/>
                  </a:lnTo>
                  <a:lnTo>
                    <a:pt x="1671781" y="1540294"/>
                  </a:lnTo>
                  <a:lnTo>
                    <a:pt x="1671775" y="1540419"/>
                  </a:lnTo>
                  <a:lnTo>
                    <a:pt x="1671772" y="1540474"/>
                  </a:lnTo>
                  <a:lnTo>
                    <a:pt x="1671768" y="1540489"/>
                  </a:lnTo>
                  <a:lnTo>
                    <a:pt x="1671761" y="1540508"/>
                  </a:lnTo>
                  <a:lnTo>
                    <a:pt x="1671748" y="1540526"/>
                  </a:lnTo>
                  <a:lnTo>
                    <a:pt x="1671744" y="1540530"/>
                  </a:lnTo>
                  <a:lnTo>
                    <a:pt x="1671738" y="1540533"/>
                  </a:lnTo>
                  <a:lnTo>
                    <a:pt x="1671722" y="1540539"/>
                  </a:lnTo>
                  <a:lnTo>
                    <a:pt x="1671715" y="1540542"/>
                  </a:lnTo>
                  <a:lnTo>
                    <a:pt x="1671696" y="1540546"/>
                  </a:lnTo>
                  <a:lnTo>
                    <a:pt x="1671680" y="1540547"/>
                  </a:lnTo>
                  <a:lnTo>
                    <a:pt x="1671619" y="1540524"/>
                  </a:lnTo>
                  <a:lnTo>
                    <a:pt x="1671582" y="1540510"/>
                  </a:lnTo>
                  <a:lnTo>
                    <a:pt x="1671467" y="1540467"/>
                  </a:lnTo>
                  <a:lnTo>
                    <a:pt x="1671461" y="1540465"/>
                  </a:lnTo>
                  <a:lnTo>
                    <a:pt x="1671337" y="1540418"/>
                  </a:lnTo>
                  <a:lnTo>
                    <a:pt x="1671325" y="1540417"/>
                  </a:lnTo>
                  <a:lnTo>
                    <a:pt x="1671297" y="1540416"/>
                  </a:lnTo>
                  <a:lnTo>
                    <a:pt x="1671277" y="1540414"/>
                  </a:lnTo>
                  <a:lnTo>
                    <a:pt x="1671271" y="1540413"/>
                  </a:lnTo>
                  <a:lnTo>
                    <a:pt x="1671194" y="1540398"/>
                  </a:lnTo>
                  <a:lnTo>
                    <a:pt x="1670992" y="1540354"/>
                  </a:lnTo>
                  <a:lnTo>
                    <a:pt x="1670938" y="1540342"/>
                  </a:lnTo>
                  <a:lnTo>
                    <a:pt x="1670909" y="1540336"/>
                  </a:lnTo>
                  <a:lnTo>
                    <a:pt x="1670887" y="1540331"/>
                  </a:lnTo>
                  <a:lnTo>
                    <a:pt x="1670766" y="1540376"/>
                  </a:lnTo>
                  <a:lnTo>
                    <a:pt x="1670703" y="1540417"/>
                  </a:lnTo>
                  <a:lnTo>
                    <a:pt x="1670697" y="1540428"/>
                  </a:lnTo>
                  <a:lnTo>
                    <a:pt x="1670692" y="1540439"/>
                  </a:lnTo>
                  <a:lnTo>
                    <a:pt x="1670870" y="1540670"/>
                  </a:lnTo>
                  <a:lnTo>
                    <a:pt x="1670927" y="1540890"/>
                  </a:lnTo>
                  <a:lnTo>
                    <a:pt x="1670951" y="1541051"/>
                  </a:lnTo>
                  <a:lnTo>
                    <a:pt x="1670887" y="1541205"/>
                  </a:lnTo>
                  <a:lnTo>
                    <a:pt x="1670875" y="1541208"/>
                  </a:lnTo>
                  <a:lnTo>
                    <a:pt x="1670696" y="1541164"/>
                  </a:lnTo>
                  <a:lnTo>
                    <a:pt x="1670666" y="1541157"/>
                  </a:lnTo>
                  <a:lnTo>
                    <a:pt x="1670643" y="1541120"/>
                  </a:lnTo>
                  <a:lnTo>
                    <a:pt x="1670639" y="1541081"/>
                  </a:lnTo>
                  <a:lnTo>
                    <a:pt x="1670644" y="1541058"/>
                  </a:lnTo>
                  <a:lnTo>
                    <a:pt x="1670581" y="1541038"/>
                  </a:lnTo>
                  <a:lnTo>
                    <a:pt x="1670564" y="1541034"/>
                  </a:lnTo>
                  <a:lnTo>
                    <a:pt x="1670555" y="1541035"/>
                  </a:lnTo>
                  <a:lnTo>
                    <a:pt x="1670548" y="1541036"/>
                  </a:lnTo>
                  <a:lnTo>
                    <a:pt x="1670416" y="1541101"/>
                  </a:lnTo>
                  <a:lnTo>
                    <a:pt x="1670323" y="1541215"/>
                  </a:lnTo>
                  <a:lnTo>
                    <a:pt x="1670248" y="1541399"/>
                  </a:lnTo>
                  <a:lnTo>
                    <a:pt x="1670047" y="1541419"/>
                  </a:lnTo>
                  <a:lnTo>
                    <a:pt x="1669852" y="1541491"/>
                  </a:lnTo>
                  <a:lnTo>
                    <a:pt x="1669772" y="1541526"/>
                  </a:lnTo>
                  <a:lnTo>
                    <a:pt x="1669726" y="1541556"/>
                  </a:lnTo>
                  <a:lnTo>
                    <a:pt x="1669684" y="1541599"/>
                  </a:lnTo>
                  <a:lnTo>
                    <a:pt x="1669580" y="1541706"/>
                  </a:lnTo>
                  <a:lnTo>
                    <a:pt x="1669557" y="1541730"/>
                  </a:lnTo>
                  <a:lnTo>
                    <a:pt x="1669352" y="1541749"/>
                  </a:lnTo>
                  <a:lnTo>
                    <a:pt x="1669262" y="1541748"/>
                  </a:lnTo>
                  <a:lnTo>
                    <a:pt x="1668975" y="1541724"/>
                  </a:lnTo>
                  <a:lnTo>
                    <a:pt x="1668810" y="1541712"/>
                  </a:lnTo>
                  <a:lnTo>
                    <a:pt x="1668789" y="1541710"/>
                  </a:lnTo>
                  <a:lnTo>
                    <a:pt x="1668604" y="1541718"/>
                  </a:lnTo>
                  <a:lnTo>
                    <a:pt x="1668567" y="1541740"/>
                  </a:lnTo>
                  <a:lnTo>
                    <a:pt x="1668560" y="1541783"/>
                  </a:lnTo>
                  <a:lnTo>
                    <a:pt x="1668549" y="1541825"/>
                  </a:lnTo>
                  <a:lnTo>
                    <a:pt x="1668527" y="1541887"/>
                  </a:lnTo>
                  <a:lnTo>
                    <a:pt x="1668502" y="1541939"/>
                  </a:lnTo>
                  <a:lnTo>
                    <a:pt x="1668482" y="1541962"/>
                  </a:lnTo>
                  <a:lnTo>
                    <a:pt x="1668451" y="1541986"/>
                  </a:lnTo>
                  <a:lnTo>
                    <a:pt x="1668385" y="1542030"/>
                  </a:lnTo>
                  <a:lnTo>
                    <a:pt x="1668346" y="1542051"/>
                  </a:lnTo>
                  <a:lnTo>
                    <a:pt x="1668340" y="1542053"/>
                  </a:lnTo>
                  <a:lnTo>
                    <a:pt x="1668333" y="1542051"/>
                  </a:lnTo>
                  <a:lnTo>
                    <a:pt x="1668315" y="1542043"/>
                  </a:lnTo>
                  <a:lnTo>
                    <a:pt x="1668289" y="1542032"/>
                  </a:lnTo>
                  <a:lnTo>
                    <a:pt x="1668278" y="1542026"/>
                  </a:lnTo>
                  <a:lnTo>
                    <a:pt x="1668269" y="1542022"/>
                  </a:lnTo>
                  <a:lnTo>
                    <a:pt x="1668251" y="1542013"/>
                  </a:lnTo>
                  <a:lnTo>
                    <a:pt x="1668221" y="1541997"/>
                  </a:lnTo>
                  <a:lnTo>
                    <a:pt x="1668188" y="1541978"/>
                  </a:lnTo>
                  <a:lnTo>
                    <a:pt x="1667935" y="1541834"/>
                  </a:lnTo>
                  <a:lnTo>
                    <a:pt x="1667901" y="1541815"/>
                  </a:lnTo>
                  <a:lnTo>
                    <a:pt x="1667894" y="1541812"/>
                  </a:lnTo>
                  <a:lnTo>
                    <a:pt x="1667712" y="1541737"/>
                  </a:lnTo>
                  <a:lnTo>
                    <a:pt x="1667443" y="1541550"/>
                  </a:lnTo>
                  <a:lnTo>
                    <a:pt x="1667420" y="1541497"/>
                  </a:lnTo>
                  <a:lnTo>
                    <a:pt x="1667318" y="1541260"/>
                  </a:lnTo>
                  <a:lnTo>
                    <a:pt x="1667369" y="1541087"/>
                  </a:lnTo>
                  <a:lnTo>
                    <a:pt x="1667370" y="1541082"/>
                  </a:lnTo>
                  <a:lnTo>
                    <a:pt x="1667345" y="1541027"/>
                  </a:lnTo>
                  <a:lnTo>
                    <a:pt x="1667336" y="1541025"/>
                  </a:lnTo>
                  <a:lnTo>
                    <a:pt x="1667279" y="1541023"/>
                  </a:lnTo>
                  <a:lnTo>
                    <a:pt x="1667161" y="1541027"/>
                  </a:lnTo>
                  <a:lnTo>
                    <a:pt x="1667031" y="1541032"/>
                  </a:lnTo>
                  <a:lnTo>
                    <a:pt x="1666920" y="1541036"/>
                  </a:lnTo>
                  <a:lnTo>
                    <a:pt x="1666772" y="1541126"/>
                  </a:lnTo>
                  <a:lnTo>
                    <a:pt x="1666736" y="1541118"/>
                  </a:lnTo>
                  <a:lnTo>
                    <a:pt x="1666694" y="1541109"/>
                  </a:lnTo>
                  <a:lnTo>
                    <a:pt x="1666214" y="1540859"/>
                  </a:lnTo>
                  <a:lnTo>
                    <a:pt x="1666188" y="1540846"/>
                  </a:lnTo>
                  <a:lnTo>
                    <a:pt x="1665986" y="1540786"/>
                  </a:lnTo>
                  <a:lnTo>
                    <a:pt x="1665888" y="1540743"/>
                  </a:lnTo>
                  <a:lnTo>
                    <a:pt x="1665856" y="1540726"/>
                  </a:lnTo>
                  <a:lnTo>
                    <a:pt x="1665749" y="1540650"/>
                  </a:lnTo>
                  <a:lnTo>
                    <a:pt x="1665735" y="1540630"/>
                  </a:lnTo>
                  <a:lnTo>
                    <a:pt x="1665717" y="1540511"/>
                  </a:lnTo>
                  <a:lnTo>
                    <a:pt x="1665507" y="1540383"/>
                  </a:lnTo>
                  <a:lnTo>
                    <a:pt x="1665420" y="1540331"/>
                  </a:lnTo>
                  <a:lnTo>
                    <a:pt x="1665250" y="1540321"/>
                  </a:lnTo>
                  <a:lnTo>
                    <a:pt x="1665239" y="1540320"/>
                  </a:lnTo>
                  <a:lnTo>
                    <a:pt x="1665214" y="1540319"/>
                  </a:lnTo>
                  <a:lnTo>
                    <a:pt x="1665162" y="1540287"/>
                  </a:lnTo>
                  <a:lnTo>
                    <a:pt x="1665066" y="1540227"/>
                  </a:lnTo>
                  <a:lnTo>
                    <a:pt x="1665047" y="1540213"/>
                  </a:lnTo>
                  <a:lnTo>
                    <a:pt x="1664910" y="1540082"/>
                  </a:lnTo>
                  <a:lnTo>
                    <a:pt x="1664895" y="1540062"/>
                  </a:lnTo>
                  <a:lnTo>
                    <a:pt x="1664864" y="1540018"/>
                  </a:lnTo>
                  <a:lnTo>
                    <a:pt x="1664678" y="1539889"/>
                  </a:lnTo>
                  <a:lnTo>
                    <a:pt x="1664508" y="1539831"/>
                  </a:lnTo>
                  <a:lnTo>
                    <a:pt x="1664195" y="1539630"/>
                  </a:lnTo>
                  <a:lnTo>
                    <a:pt x="1664186" y="1539620"/>
                  </a:lnTo>
                  <a:lnTo>
                    <a:pt x="1664156" y="1539462"/>
                  </a:lnTo>
                  <a:lnTo>
                    <a:pt x="1664139" y="1539417"/>
                  </a:lnTo>
                  <a:lnTo>
                    <a:pt x="1664122" y="1539404"/>
                  </a:lnTo>
                  <a:lnTo>
                    <a:pt x="1664112" y="1539403"/>
                  </a:lnTo>
                  <a:lnTo>
                    <a:pt x="1664070" y="1539398"/>
                  </a:lnTo>
                  <a:lnTo>
                    <a:pt x="1663915" y="1539383"/>
                  </a:lnTo>
                  <a:lnTo>
                    <a:pt x="1663797" y="1539544"/>
                  </a:lnTo>
                  <a:lnTo>
                    <a:pt x="1663769" y="1539538"/>
                  </a:lnTo>
                  <a:lnTo>
                    <a:pt x="1663537" y="1539420"/>
                  </a:lnTo>
                  <a:lnTo>
                    <a:pt x="1663386" y="1539456"/>
                  </a:lnTo>
                  <a:lnTo>
                    <a:pt x="1663331" y="1539445"/>
                  </a:lnTo>
                  <a:lnTo>
                    <a:pt x="1663252" y="1539423"/>
                  </a:lnTo>
                  <a:lnTo>
                    <a:pt x="1663131" y="1539372"/>
                  </a:lnTo>
                  <a:lnTo>
                    <a:pt x="1663022" y="1539326"/>
                  </a:lnTo>
                  <a:lnTo>
                    <a:pt x="1662991" y="1539312"/>
                  </a:lnTo>
                  <a:lnTo>
                    <a:pt x="1662883" y="1539258"/>
                  </a:lnTo>
                  <a:lnTo>
                    <a:pt x="1662878" y="1539255"/>
                  </a:lnTo>
                  <a:lnTo>
                    <a:pt x="1662687" y="1539139"/>
                  </a:lnTo>
                  <a:lnTo>
                    <a:pt x="1662669" y="1539128"/>
                  </a:lnTo>
                  <a:lnTo>
                    <a:pt x="1662632" y="1539088"/>
                  </a:lnTo>
                  <a:lnTo>
                    <a:pt x="1662544" y="1538974"/>
                  </a:lnTo>
                  <a:lnTo>
                    <a:pt x="1662535" y="1538957"/>
                  </a:lnTo>
                  <a:lnTo>
                    <a:pt x="1662529" y="1538945"/>
                  </a:lnTo>
                  <a:lnTo>
                    <a:pt x="1662523" y="1538923"/>
                  </a:lnTo>
                  <a:lnTo>
                    <a:pt x="1662437" y="1538656"/>
                  </a:lnTo>
                  <a:lnTo>
                    <a:pt x="1662419" y="1538618"/>
                  </a:lnTo>
                  <a:lnTo>
                    <a:pt x="1662370" y="1538515"/>
                  </a:lnTo>
                  <a:lnTo>
                    <a:pt x="1662363" y="1538502"/>
                  </a:lnTo>
                  <a:lnTo>
                    <a:pt x="1662359" y="1538492"/>
                  </a:lnTo>
                  <a:lnTo>
                    <a:pt x="1662300" y="1538369"/>
                  </a:lnTo>
                  <a:lnTo>
                    <a:pt x="1662293" y="1538357"/>
                  </a:lnTo>
                  <a:lnTo>
                    <a:pt x="1662273" y="1538313"/>
                  </a:lnTo>
                  <a:lnTo>
                    <a:pt x="1662271" y="1538308"/>
                  </a:lnTo>
                  <a:lnTo>
                    <a:pt x="1662267" y="1538296"/>
                  </a:lnTo>
                  <a:lnTo>
                    <a:pt x="1662245" y="1538228"/>
                  </a:lnTo>
                  <a:lnTo>
                    <a:pt x="1662240" y="1538214"/>
                  </a:lnTo>
                  <a:lnTo>
                    <a:pt x="1662167" y="1537990"/>
                  </a:lnTo>
                  <a:lnTo>
                    <a:pt x="1662166" y="1537983"/>
                  </a:lnTo>
                  <a:lnTo>
                    <a:pt x="1662164" y="1537976"/>
                  </a:lnTo>
                  <a:lnTo>
                    <a:pt x="1662161" y="1537971"/>
                  </a:lnTo>
                  <a:lnTo>
                    <a:pt x="1662158" y="1537967"/>
                  </a:lnTo>
                  <a:lnTo>
                    <a:pt x="1662155" y="1537963"/>
                  </a:lnTo>
                  <a:lnTo>
                    <a:pt x="1662153" y="1537959"/>
                  </a:lnTo>
                  <a:lnTo>
                    <a:pt x="1662138" y="1537923"/>
                  </a:lnTo>
                  <a:lnTo>
                    <a:pt x="1662136" y="1537914"/>
                  </a:lnTo>
                  <a:lnTo>
                    <a:pt x="1662120" y="1537834"/>
                  </a:lnTo>
                  <a:lnTo>
                    <a:pt x="1662112" y="1537783"/>
                  </a:lnTo>
                  <a:lnTo>
                    <a:pt x="1662107" y="1537744"/>
                  </a:lnTo>
                  <a:lnTo>
                    <a:pt x="1662085" y="1537538"/>
                  </a:lnTo>
                  <a:lnTo>
                    <a:pt x="1662068" y="1537382"/>
                  </a:lnTo>
                  <a:lnTo>
                    <a:pt x="1662066" y="1537361"/>
                  </a:lnTo>
                  <a:lnTo>
                    <a:pt x="1662063" y="1537323"/>
                  </a:lnTo>
                  <a:lnTo>
                    <a:pt x="1662059" y="1537253"/>
                  </a:lnTo>
                  <a:lnTo>
                    <a:pt x="1662059" y="1537239"/>
                  </a:lnTo>
                  <a:lnTo>
                    <a:pt x="1662050" y="1536848"/>
                  </a:lnTo>
                  <a:lnTo>
                    <a:pt x="1662054" y="1536623"/>
                  </a:lnTo>
                  <a:lnTo>
                    <a:pt x="1662060" y="1536576"/>
                  </a:lnTo>
                  <a:lnTo>
                    <a:pt x="1662067" y="1536547"/>
                  </a:lnTo>
                  <a:lnTo>
                    <a:pt x="1662072" y="1536527"/>
                  </a:lnTo>
                  <a:lnTo>
                    <a:pt x="1662083" y="1536484"/>
                  </a:lnTo>
                  <a:lnTo>
                    <a:pt x="1661981" y="1535623"/>
                  </a:lnTo>
                  <a:lnTo>
                    <a:pt x="1661974" y="1535568"/>
                  </a:lnTo>
                  <a:lnTo>
                    <a:pt x="1661955" y="1535358"/>
                  </a:lnTo>
                  <a:lnTo>
                    <a:pt x="1661970" y="1535099"/>
                  </a:lnTo>
                  <a:lnTo>
                    <a:pt x="1661975" y="1535002"/>
                  </a:lnTo>
                  <a:lnTo>
                    <a:pt x="1661977" y="1534988"/>
                  </a:lnTo>
                  <a:lnTo>
                    <a:pt x="1662072" y="1534581"/>
                  </a:lnTo>
                  <a:lnTo>
                    <a:pt x="1662115" y="1534478"/>
                  </a:lnTo>
                  <a:lnTo>
                    <a:pt x="1662177" y="1534351"/>
                  </a:lnTo>
                  <a:lnTo>
                    <a:pt x="1662194" y="1534315"/>
                  </a:lnTo>
                  <a:lnTo>
                    <a:pt x="1662250" y="1534199"/>
                  </a:lnTo>
                  <a:lnTo>
                    <a:pt x="1662303" y="1534114"/>
                  </a:lnTo>
                  <a:lnTo>
                    <a:pt x="1662336" y="1534078"/>
                  </a:lnTo>
                  <a:lnTo>
                    <a:pt x="1662395" y="1534013"/>
                  </a:lnTo>
                  <a:lnTo>
                    <a:pt x="1662558" y="1533898"/>
                  </a:lnTo>
                  <a:lnTo>
                    <a:pt x="1662922" y="1533700"/>
                  </a:lnTo>
                  <a:lnTo>
                    <a:pt x="1662974" y="1533676"/>
                  </a:lnTo>
                  <a:lnTo>
                    <a:pt x="1663011" y="1533668"/>
                  </a:lnTo>
                  <a:lnTo>
                    <a:pt x="1663062" y="1533657"/>
                  </a:lnTo>
                  <a:lnTo>
                    <a:pt x="1663126" y="1533635"/>
                  </a:lnTo>
                  <a:lnTo>
                    <a:pt x="1663167" y="1533604"/>
                  </a:lnTo>
                  <a:lnTo>
                    <a:pt x="1663194" y="1533584"/>
                  </a:lnTo>
                  <a:lnTo>
                    <a:pt x="1663199" y="1533580"/>
                  </a:lnTo>
                  <a:lnTo>
                    <a:pt x="1663401" y="1533436"/>
                  </a:lnTo>
                  <a:lnTo>
                    <a:pt x="1663546" y="1533381"/>
                  </a:lnTo>
                  <a:lnTo>
                    <a:pt x="1663656" y="1533362"/>
                  </a:lnTo>
                  <a:lnTo>
                    <a:pt x="1663697" y="1533364"/>
                  </a:lnTo>
                  <a:lnTo>
                    <a:pt x="1664024" y="1533418"/>
                  </a:lnTo>
                  <a:lnTo>
                    <a:pt x="1664413" y="1533304"/>
                  </a:lnTo>
                  <a:lnTo>
                    <a:pt x="1664482" y="1533262"/>
                  </a:lnTo>
                  <a:lnTo>
                    <a:pt x="1664542" y="1533225"/>
                  </a:lnTo>
                  <a:lnTo>
                    <a:pt x="1664687" y="1533084"/>
                  </a:lnTo>
                  <a:lnTo>
                    <a:pt x="1664707" y="1533075"/>
                  </a:lnTo>
                  <a:lnTo>
                    <a:pt x="1664742" y="1533066"/>
                  </a:lnTo>
                  <a:lnTo>
                    <a:pt x="1665024" y="1532995"/>
                  </a:lnTo>
                  <a:lnTo>
                    <a:pt x="1665043" y="1532994"/>
                  </a:lnTo>
                  <a:lnTo>
                    <a:pt x="1665067" y="1532993"/>
                  </a:lnTo>
                  <a:lnTo>
                    <a:pt x="1665296" y="1532982"/>
                  </a:lnTo>
                  <a:lnTo>
                    <a:pt x="1665328" y="1532984"/>
                  </a:lnTo>
                  <a:lnTo>
                    <a:pt x="1665400" y="1532991"/>
                  </a:lnTo>
                  <a:lnTo>
                    <a:pt x="1665586" y="1532984"/>
                  </a:lnTo>
                  <a:lnTo>
                    <a:pt x="1665630" y="1532994"/>
                  </a:lnTo>
                  <a:lnTo>
                    <a:pt x="1665641" y="1532997"/>
                  </a:lnTo>
                  <a:lnTo>
                    <a:pt x="1665656" y="1533001"/>
                  </a:lnTo>
                  <a:lnTo>
                    <a:pt x="1665689" y="1532982"/>
                  </a:lnTo>
                  <a:lnTo>
                    <a:pt x="1665773" y="1532917"/>
                  </a:lnTo>
                  <a:lnTo>
                    <a:pt x="1665891" y="1532676"/>
                  </a:lnTo>
                  <a:lnTo>
                    <a:pt x="1665877" y="1532618"/>
                  </a:lnTo>
                  <a:lnTo>
                    <a:pt x="1665868" y="1532585"/>
                  </a:lnTo>
                  <a:lnTo>
                    <a:pt x="1665811" y="1532516"/>
                  </a:lnTo>
                  <a:lnTo>
                    <a:pt x="1665807" y="1532515"/>
                  </a:lnTo>
                  <a:lnTo>
                    <a:pt x="1665786" y="1532510"/>
                  </a:lnTo>
                  <a:lnTo>
                    <a:pt x="1665770" y="1532505"/>
                  </a:lnTo>
                  <a:lnTo>
                    <a:pt x="1665734" y="1532518"/>
                  </a:lnTo>
                  <a:lnTo>
                    <a:pt x="1665735" y="1532537"/>
                  </a:lnTo>
                  <a:lnTo>
                    <a:pt x="1665742" y="1532745"/>
                  </a:lnTo>
                  <a:lnTo>
                    <a:pt x="1665737" y="1532762"/>
                  </a:lnTo>
                  <a:lnTo>
                    <a:pt x="1665734" y="1532767"/>
                  </a:lnTo>
                  <a:lnTo>
                    <a:pt x="1665712" y="1532806"/>
                  </a:lnTo>
                  <a:lnTo>
                    <a:pt x="1665687" y="1532842"/>
                  </a:lnTo>
                  <a:lnTo>
                    <a:pt x="1665662" y="1532865"/>
                  </a:lnTo>
                  <a:lnTo>
                    <a:pt x="1665626" y="1532883"/>
                  </a:lnTo>
                  <a:lnTo>
                    <a:pt x="1665608" y="1532887"/>
                  </a:lnTo>
                  <a:lnTo>
                    <a:pt x="1665586" y="1532891"/>
                  </a:lnTo>
                  <a:lnTo>
                    <a:pt x="1665578" y="1532889"/>
                  </a:lnTo>
                  <a:lnTo>
                    <a:pt x="1665574" y="1532887"/>
                  </a:lnTo>
                  <a:lnTo>
                    <a:pt x="1665567" y="1532885"/>
                  </a:lnTo>
                  <a:lnTo>
                    <a:pt x="1665547" y="1532908"/>
                  </a:lnTo>
                  <a:lnTo>
                    <a:pt x="1665523" y="1532916"/>
                  </a:lnTo>
                  <a:lnTo>
                    <a:pt x="1665500" y="1532915"/>
                  </a:lnTo>
                  <a:lnTo>
                    <a:pt x="1665301" y="1532905"/>
                  </a:lnTo>
                  <a:lnTo>
                    <a:pt x="1665235" y="1532901"/>
                  </a:lnTo>
                  <a:lnTo>
                    <a:pt x="1665151" y="1532834"/>
                  </a:lnTo>
                  <a:lnTo>
                    <a:pt x="1665144" y="1532829"/>
                  </a:lnTo>
                  <a:lnTo>
                    <a:pt x="1665144" y="1532823"/>
                  </a:lnTo>
                  <a:lnTo>
                    <a:pt x="1665125" y="1532795"/>
                  </a:lnTo>
                  <a:lnTo>
                    <a:pt x="1665112" y="1532791"/>
                  </a:lnTo>
                  <a:lnTo>
                    <a:pt x="1665084" y="1532781"/>
                  </a:lnTo>
                  <a:lnTo>
                    <a:pt x="1665058" y="1532767"/>
                  </a:lnTo>
                  <a:lnTo>
                    <a:pt x="1664812" y="1532641"/>
                  </a:lnTo>
                  <a:lnTo>
                    <a:pt x="1664620" y="1532539"/>
                  </a:lnTo>
                  <a:lnTo>
                    <a:pt x="1664423" y="1532463"/>
                  </a:lnTo>
                  <a:lnTo>
                    <a:pt x="1664259" y="1532428"/>
                  </a:lnTo>
                  <a:lnTo>
                    <a:pt x="1663944" y="1532408"/>
                  </a:lnTo>
                  <a:lnTo>
                    <a:pt x="1663863" y="1532440"/>
                  </a:lnTo>
                  <a:lnTo>
                    <a:pt x="1663814" y="1532478"/>
                  </a:lnTo>
                  <a:lnTo>
                    <a:pt x="1663686" y="1532612"/>
                  </a:lnTo>
                  <a:lnTo>
                    <a:pt x="1663686" y="1532619"/>
                  </a:lnTo>
                  <a:lnTo>
                    <a:pt x="1663683" y="1532704"/>
                  </a:lnTo>
                  <a:lnTo>
                    <a:pt x="1663687" y="1532891"/>
                  </a:lnTo>
                  <a:lnTo>
                    <a:pt x="1663675" y="1532954"/>
                  </a:lnTo>
                  <a:lnTo>
                    <a:pt x="1663634" y="1533037"/>
                  </a:lnTo>
                  <a:lnTo>
                    <a:pt x="1663590" y="1533094"/>
                  </a:lnTo>
                  <a:lnTo>
                    <a:pt x="1663478" y="1533191"/>
                  </a:lnTo>
                  <a:lnTo>
                    <a:pt x="1663343" y="1533287"/>
                  </a:lnTo>
                  <a:lnTo>
                    <a:pt x="1663115" y="1533405"/>
                  </a:lnTo>
                  <a:lnTo>
                    <a:pt x="1663070" y="1533427"/>
                  </a:lnTo>
                  <a:lnTo>
                    <a:pt x="1663007" y="1533458"/>
                  </a:lnTo>
                  <a:lnTo>
                    <a:pt x="1662907" y="1533497"/>
                  </a:lnTo>
                  <a:lnTo>
                    <a:pt x="1662686" y="1533564"/>
                  </a:lnTo>
                  <a:lnTo>
                    <a:pt x="1662608" y="1533600"/>
                  </a:lnTo>
                  <a:lnTo>
                    <a:pt x="1662336" y="1533775"/>
                  </a:lnTo>
                  <a:lnTo>
                    <a:pt x="1662310" y="1533791"/>
                  </a:lnTo>
                  <a:lnTo>
                    <a:pt x="1662299" y="1533799"/>
                  </a:lnTo>
                  <a:lnTo>
                    <a:pt x="1662137" y="1533926"/>
                  </a:lnTo>
                  <a:lnTo>
                    <a:pt x="1662041" y="1534000"/>
                  </a:lnTo>
                  <a:lnTo>
                    <a:pt x="1661972" y="1534090"/>
                  </a:lnTo>
                  <a:lnTo>
                    <a:pt x="1661902" y="1534403"/>
                  </a:lnTo>
                  <a:lnTo>
                    <a:pt x="1661895" y="1534474"/>
                  </a:lnTo>
                  <a:lnTo>
                    <a:pt x="1661892" y="1534506"/>
                  </a:lnTo>
                  <a:lnTo>
                    <a:pt x="1661896" y="1534638"/>
                  </a:lnTo>
                  <a:lnTo>
                    <a:pt x="1661845" y="1534603"/>
                  </a:lnTo>
                  <a:lnTo>
                    <a:pt x="1661825" y="1534586"/>
                  </a:lnTo>
                  <a:lnTo>
                    <a:pt x="1661802" y="1534539"/>
                  </a:lnTo>
                  <a:lnTo>
                    <a:pt x="1661708" y="1534403"/>
                  </a:lnTo>
                  <a:lnTo>
                    <a:pt x="1661687" y="1534435"/>
                  </a:lnTo>
                  <a:lnTo>
                    <a:pt x="1661705" y="1534492"/>
                  </a:lnTo>
                  <a:lnTo>
                    <a:pt x="1661750" y="1534547"/>
                  </a:lnTo>
                  <a:lnTo>
                    <a:pt x="1661745" y="1534596"/>
                  </a:lnTo>
                  <a:lnTo>
                    <a:pt x="1661736" y="1534618"/>
                  </a:lnTo>
                  <a:lnTo>
                    <a:pt x="1661704" y="1534650"/>
                  </a:lnTo>
                  <a:lnTo>
                    <a:pt x="1661624" y="1534627"/>
                  </a:lnTo>
                  <a:lnTo>
                    <a:pt x="1661614" y="1534553"/>
                  </a:lnTo>
                  <a:lnTo>
                    <a:pt x="1661610" y="1534500"/>
                  </a:lnTo>
                  <a:lnTo>
                    <a:pt x="1661613" y="1534462"/>
                  </a:lnTo>
                  <a:lnTo>
                    <a:pt x="1661615" y="1534443"/>
                  </a:lnTo>
                  <a:lnTo>
                    <a:pt x="1661627" y="1534403"/>
                  </a:lnTo>
                  <a:lnTo>
                    <a:pt x="1661559" y="1534209"/>
                  </a:lnTo>
                  <a:lnTo>
                    <a:pt x="1661524" y="1534108"/>
                  </a:lnTo>
                  <a:lnTo>
                    <a:pt x="1661486" y="1533998"/>
                  </a:lnTo>
                  <a:lnTo>
                    <a:pt x="1661458" y="1533917"/>
                  </a:lnTo>
                  <a:lnTo>
                    <a:pt x="1661388" y="1533732"/>
                  </a:lnTo>
                  <a:lnTo>
                    <a:pt x="1661345" y="1533617"/>
                  </a:lnTo>
                  <a:lnTo>
                    <a:pt x="1661320" y="1533519"/>
                  </a:lnTo>
                  <a:lnTo>
                    <a:pt x="1661311" y="1533485"/>
                  </a:lnTo>
                  <a:lnTo>
                    <a:pt x="1661301" y="1533444"/>
                  </a:lnTo>
                  <a:lnTo>
                    <a:pt x="1661259" y="1533284"/>
                  </a:lnTo>
                  <a:lnTo>
                    <a:pt x="1661118" y="1532992"/>
                  </a:lnTo>
                  <a:lnTo>
                    <a:pt x="1661075" y="1532900"/>
                  </a:lnTo>
                  <a:lnTo>
                    <a:pt x="1660996" y="1532714"/>
                  </a:lnTo>
                  <a:lnTo>
                    <a:pt x="1660980" y="1532641"/>
                  </a:lnTo>
                  <a:lnTo>
                    <a:pt x="1660960" y="1532546"/>
                  </a:lnTo>
                  <a:lnTo>
                    <a:pt x="1660936" y="1532428"/>
                  </a:lnTo>
                  <a:lnTo>
                    <a:pt x="1660909" y="1532366"/>
                  </a:lnTo>
                  <a:lnTo>
                    <a:pt x="1660836" y="1532194"/>
                  </a:lnTo>
                  <a:lnTo>
                    <a:pt x="1660800" y="1532162"/>
                  </a:lnTo>
                  <a:lnTo>
                    <a:pt x="1660602" y="1531881"/>
                  </a:lnTo>
                  <a:lnTo>
                    <a:pt x="1660570" y="1531828"/>
                  </a:lnTo>
                  <a:lnTo>
                    <a:pt x="1660539" y="1531770"/>
                  </a:lnTo>
                  <a:lnTo>
                    <a:pt x="1660533" y="1531759"/>
                  </a:lnTo>
                  <a:lnTo>
                    <a:pt x="1660534" y="1531736"/>
                  </a:lnTo>
                  <a:lnTo>
                    <a:pt x="1660576" y="1531561"/>
                  </a:lnTo>
                  <a:lnTo>
                    <a:pt x="1660617" y="1531445"/>
                  </a:lnTo>
                  <a:lnTo>
                    <a:pt x="1660602" y="1531348"/>
                  </a:lnTo>
                  <a:lnTo>
                    <a:pt x="1660499" y="1531043"/>
                  </a:lnTo>
                  <a:lnTo>
                    <a:pt x="1660400" y="1530857"/>
                  </a:lnTo>
                  <a:lnTo>
                    <a:pt x="1660360" y="1530838"/>
                  </a:lnTo>
                  <a:lnTo>
                    <a:pt x="1660232" y="1530737"/>
                  </a:lnTo>
                  <a:lnTo>
                    <a:pt x="1660144" y="1530651"/>
                  </a:lnTo>
                  <a:lnTo>
                    <a:pt x="1660114" y="1530597"/>
                  </a:lnTo>
                  <a:lnTo>
                    <a:pt x="1660105" y="1530558"/>
                  </a:lnTo>
                  <a:lnTo>
                    <a:pt x="1660098" y="1530420"/>
                  </a:lnTo>
                  <a:lnTo>
                    <a:pt x="1660124" y="1530282"/>
                  </a:lnTo>
                  <a:lnTo>
                    <a:pt x="1660130" y="1530256"/>
                  </a:lnTo>
                  <a:lnTo>
                    <a:pt x="1660159" y="1530144"/>
                  </a:lnTo>
                  <a:lnTo>
                    <a:pt x="1660168" y="1530125"/>
                  </a:lnTo>
                  <a:lnTo>
                    <a:pt x="1660177" y="1530106"/>
                  </a:lnTo>
                  <a:lnTo>
                    <a:pt x="1660227" y="1530061"/>
                  </a:lnTo>
                  <a:lnTo>
                    <a:pt x="1660255" y="1530047"/>
                  </a:lnTo>
                  <a:lnTo>
                    <a:pt x="1660284" y="1530039"/>
                  </a:lnTo>
                  <a:lnTo>
                    <a:pt x="1660315" y="1530023"/>
                  </a:lnTo>
                  <a:lnTo>
                    <a:pt x="1660323" y="1530016"/>
                  </a:lnTo>
                  <a:lnTo>
                    <a:pt x="1660375" y="1529969"/>
                  </a:lnTo>
                  <a:lnTo>
                    <a:pt x="1660405" y="1529944"/>
                  </a:lnTo>
                  <a:lnTo>
                    <a:pt x="1660494" y="1529779"/>
                  </a:lnTo>
                  <a:lnTo>
                    <a:pt x="1660500" y="1529761"/>
                  </a:lnTo>
                  <a:lnTo>
                    <a:pt x="1660503" y="1529755"/>
                  </a:lnTo>
                  <a:lnTo>
                    <a:pt x="1660517" y="1529715"/>
                  </a:lnTo>
                  <a:lnTo>
                    <a:pt x="1660546" y="1529637"/>
                  </a:lnTo>
                  <a:lnTo>
                    <a:pt x="1660556" y="1529629"/>
                  </a:lnTo>
                  <a:lnTo>
                    <a:pt x="1660718" y="1529496"/>
                  </a:lnTo>
                  <a:lnTo>
                    <a:pt x="1660742" y="1529440"/>
                  </a:lnTo>
                  <a:lnTo>
                    <a:pt x="1660728" y="1529426"/>
                  </a:lnTo>
                  <a:lnTo>
                    <a:pt x="1660647" y="1529354"/>
                  </a:lnTo>
                  <a:lnTo>
                    <a:pt x="1660614" y="1529391"/>
                  </a:lnTo>
                  <a:lnTo>
                    <a:pt x="1660581" y="1529424"/>
                  </a:lnTo>
                  <a:lnTo>
                    <a:pt x="1660571" y="1529429"/>
                  </a:lnTo>
                  <a:lnTo>
                    <a:pt x="1660564" y="1529429"/>
                  </a:lnTo>
                  <a:lnTo>
                    <a:pt x="1660559" y="1529427"/>
                  </a:lnTo>
                  <a:lnTo>
                    <a:pt x="1660518" y="1529360"/>
                  </a:lnTo>
                  <a:lnTo>
                    <a:pt x="1660514" y="1529352"/>
                  </a:lnTo>
                  <a:lnTo>
                    <a:pt x="1660514" y="1529339"/>
                  </a:lnTo>
                  <a:lnTo>
                    <a:pt x="1660529" y="1529246"/>
                  </a:lnTo>
                  <a:lnTo>
                    <a:pt x="1660536" y="1529200"/>
                  </a:lnTo>
                  <a:lnTo>
                    <a:pt x="1660542" y="1529178"/>
                  </a:lnTo>
                  <a:lnTo>
                    <a:pt x="1660637" y="1529060"/>
                  </a:lnTo>
                  <a:lnTo>
                    <a:pt x="1660662" y="1529029"/>
                  </a:lnTo>
                  <a:lnTo>
                    <a:pt x="1660669" y="1529025"/>
                  </a:lnTo>
                  <a:lnTo>
                    <a:pt x="1660772" y="1528974"/>
                  </a:lnTo>
                  <a:lnTo>
                    <a:pt x="1660778" y="1528973"/>
                  </a:lnTo>
                  <a:lnTo>
                    <a:pt x="1661091" y="1528905"/>
                  </a:lnTo>
                  <a:lnTo>
                    <a:pt x="1661140" y="1528842"/>
                  </a:lnTo>
                  <a:lnTo>
                    <a:pt x="1661165" y="1528648"/>
                  </a:lnTo>
                  <a:lnTo>
                    <a:pt x="1661183" y="1528567"/>
                  </a:lnTo>
                  <a:lnTo>
                    <a:pt x="1661218" y="1528413"/>
                  </a:lnTo>
                  <a:lnTo>
                    <a:pt x="1661247" y="1528281"/>
                  </a:lnTo>
                  <a:lnTo>
                    <a:pt x="1661268" y="1528182"/>
                  </a:lnTo>
                  <a:lnTo>
                    <a:pt x="1661284" y="1528105"/>
                  </a:lnTo>
                  <a:lnTo>
                    <a:pt x="1661290" y="1528080"/>
                  </a:lnTo>
                  <a:lnTo>
                    <a:pt x="1661297" y="1528046"/>
                  </a:lnTo>
                  <a:lnTo>
                    <a:pt x="1661338" y="1527697"/>
                  </a:lnTo>
                  <a:lnTo>
                    <a:pt x="1661304" y="1527516"/>
                  </a:lnTo>
                  <a:lnTo>
                    <a:pt x="1661300" y="1527496"/>
                  </a:lnTo>
                  <a:lnTo>
                    <a:pt x="1661298" y="1527491"/>
                  </a:lnTo>
                  <a:lnTo>
                    <a:pt x="1661292" y="1527475"/>
                  </a:lnTo>
                  <a:lnTo>
                    <a:pt x="1661284" y="1527463"/>
                  </a:lnTo>
                  <a:lnTo>
                    <a:pt x="1661280" y="1527459"/>
                  </a:lnTo>
                  <a:lnTo>
                    <a:pt x="1661275" y="1527452"/>
                  </a:lnTo>
                  <a:lnTo>
                    <a:pt x="1661252" y="1527427"/>
                  </a:lnTo>
                  <a:lnTo>
                    <a:pt x="1661198" y="1527362"/>
                  </a:lnTo>
                  <a:lnTo>
                    <a:pt x="1661158" y="1527310"/>
                  </a:lnTo>
                  <a:lnTo>
                    <a:pt x="1661142" y="1527278"/>
                  </a:lnTo>
                  <a:lnTo>
                    <a:pt x="1661136" y="1527247"/>
                  </a:lnTo>
                  <a:lnTo>
                    <a:pt x="1661149" y="1527183"/>
                  </a:lnTo>
                  <a:lnTo>
                    <a:pt x="1661173" y="1527146"/>
                  </a:lnTo>
                  <a:lnTo>
                    <a:pt x="1661218" y="1527093"/>
                  </a:lnTo>
                  <a:lnTo>
                    <a:pt x="1661242" y="1527056"/>
                  </a:lnTo>
                  <a:lnTo>
                    <a:pt x="1661259" y="1527026"/>
                  </a:lnTo>
                  <a:lnTo>
                    <a:pt x="1661262" y="1527001"/>
                  </a:lnTo>
                  <a:lnTo>
                    <a:pt x="1661274" y="1526903"/>
                  </a:lnTo>
                  <a:lnTo>
                    <a:pt x="1661263" y="1526900"/>
                  </a:lnTo>
                  <a:lnTo>
                    <a:pt x="1661257" y="1526899"/>
                  </a:lnTo>
                  <a:lnTo>
                    <a:pt x="1661242" y="1526894"/>
                  </a:lnTo>
                  <a:lnTo>
                    <a:pt x="1661232" y="1526974"/>
                  </a:lnTo>
                  <a:lnTo>
                    <a:pt x="1661217" y="1527008"/>
                  </a:lnTo>
                  <a:lnTo>
                    <a:pt x="1661214" y="1527015"/>
                  </a:lnTo>
                  <a:lnTo>
                    <a:pt x="1661188" y="1527055"/>
                  </a:lnTo>
                  <a:lnTo>
                    <a:pt x="1661168" y="1527082"/>
                  </a:lnTo>
                  <a:lnTo>
                    <a:pt x="1661100" y="1527161"/>
                  </a:lnTo>
                  <a:lnTo>
                    <a:pt x="1661081" y="1527183"/>
                  </a:lnTo>
                  <a:lnTo>
                    <a:pt x="1661078" y="1527219"/>
                  </a:lnTo>
                  <a:lnTo>
                    <a:pt x="1661077" y="1527243"/>
                  </a:lnTo>
                  <a:lnTo>
                    <a:pt x="1661097" y="1527315"/>
                  </a:lnTo>
                  <a:lnTo>
                    <a:pt x="1661120" y="1527398"/>
                  </a:lnTo>
                  <a:lnTo>
                    <a:pt x="1661163" y="1527540"/>
                  </a:lnTo>
                  <a:lnTo>
                    <a:pt x="1661131" y="1527623"/>
                  </a:lnTo>
                  <a:lnTo>
                    <a:pt x="1661081" y="1527747"/>
                  </a:lnTo>
                  <a:lnTo>
                    <a:pt x="1661069" y="1527776"/>
                  </a:lnTo>
                  <a:lnTo>
                    <a:pt x="1661081" y="1527785"/>
                  </a:lnTo>
                  <a:lnTo>
                    <a:pt x="1661113" y="1527915"/>
                  </a:lnTo>
                  <a:lnTo>
                    <a:pt x="1661119" y="1527941"/>
                  </a:lnTo>
                  <a:lnTo>
                    <a:pt x="1661124" y="1527968"/>
                  </a:lnTo>
                  <a:lnTo>
                    <a:pt x="1661126" y="1528009"/>
                  </a:lnTo>
                  <a:lnTo>
                    <a:pt x="1661120" y="1528073"/>
                  </a:lnTo>
                  <a:lnTo>
                    <a:pt x="1661100" y="1528133"/>
                  </a:lnTo>
                  <a:lnTo>
                    <a:pt x="1661075" y="1528206"/>
                  </a:lnTo>
                  <a:lnTo>
                    <a:pt x="1661059" y="1528248"/>
                  </a:lnTo>
                  <a:lnTo>
                    <a:pt x="1660925" y="1528330"/>
                  </a:lnTo>
                  <a:lnTo>
                    <a:pt x="1660914" y="1528333"/>
                  </a:lnTo>
                  <a:lnTo>
                    <a:pt x="1660675" y="1528463"/>
                  </a:lnTo>
                  <a:lnTo>
                    <a:pt x="1660642" y="1528481"/>
                  </a:lnTo>
                  <a:lnTo>
                    <a:pt x="1660477" y="1528605"/>
                  </a:lnTo>
                  <a:lnTo>
                    <a:pt x="1660438" y="1528634"/>
                  </a:lnTo>
                  <a:lnTo>
                    <a:pt x="1660424" y="1528644"/>
                  </a:lnTo>
                  <a:lnTo>
                    <a:pt x="1660355" y="1528708"/>
                  </a:lnTo>
                  <a:lnTo>
                    <a:pt x="1660297" y="1528759"/>
                  </a:lnTo>
                  <a:lnTo>
                    <a:pt x="1660226" y="1528828"/>
                  </a:lnTo>
                  <a:lnTo>
                    <a:pt x="1660171" y="1528962"/>
                  </a:lnTo>
                  <a:lnTo>
                    <a:pt x="1660167" y="1529075"/>
                  </a:lnTo>
                  <a:lnTo>
                    <a:pt x="1660165" y="1529147"/>
                  </a:lnTo>
                  <a:lnTo>
                    <a:pt x="1660171" y="1529154"/>
                  </a:lnTo>
                  <a:lnTo>
                    <a:pt x="1660184" y="1529183"/>
                  </a:lnTo>
                  <a:lnTo>
                    <a:pt x="1660215" y="1529422"/>
                  </a:lnTo>
                  <a:lnTo>
                    <a:pt x="1660216" y="1529433"/>
                  </a:lnTo>
                  <a:lnTo>
                    <a:pt x="1660212" y="1529445"/>
                  </a:lnTo>
                  <a:lnTo>
                    <a:pt x="1660192" y="1529529"/>
                  </a:lnTo>
                  <a:lnTo>
                    <a:pt x="1660184" y="1529559"/>
                  </a:lnTo>
                  <a:lnTo>
                    <a:pt x="1660181" y="1529570"/>
                  </a:lnTo>
                  <a:lnTo>
                    <a:pt x="1660007" y="1529619"/>
                  </a:lnTo>
                  <a:lnTo>
                    <a:pt x="1659997" y="1529619"/>
                  </a:lnTo>
                  <a:lnTo>
                    <a:pt x="1659985" y="1529614"/>
                  </a:lnTo>
                  <a:lnTo>
                    <a:pt x="1659965" y="1529597"/>
                  </a:lnTo>
                  <a:lnTo>
                    <a:pt x="1659949" y="1529576"/>
                  </a:lnTo>
                  <a:lnTo>
                    <a:pt x="1659944" y="1529575"/>
                  </a:lnTo>
                  <a:lnTo>
                    <a:pt x="1659928" y="1529570"/>
                  </a:lnTo>
                  <a:lnTo>
                    <a:pt x="1659924" y="1529574"/>
                  </a:lnTo>
                  <a:lnTo>
                    <a:pt x="1659922" y="1529579"/>
                  </a:lnTo>
                  <a:lnTo>
                    <a:pt x="1659920" y="1529584"/>
                  </a:lnTo>
                  <a:lnTo>
                    <a:pt x="1659892" y="1529668"/>
                  </a:lnTo>
                  <a:lnTo>
                    <a:pt x="1659857" y="1529772"/>
                  </a:lnTo>
                  <a:lnTo>
                    <a:pt x="1659855" y="1529780"/>
                  </a:lnTo>
                  <a:lnTo>
                    <a:pt x="1659850" y="1529793"/>
                  </a:lnTo>
                  <a:lnTo>
                    <a:pt x="1659839" y="1529829"/>
                  </a:lnTo>
                  <a:lnTo>
                    <a:pt x="1659837" y="1529834"/>
                  </a:lnTo>
                  <a:lnTo>
                    <a:pt x="1659836" y="1529840"/>
                  </a:lnTo>
                  <a:lnTo>
                    <a:pt x="1659833" y="1529852"/>
                  </a:lnTo>
                  <a:lnTo>
                    <a:pt x="1659846" y="1530028"/>
                  </a:lnTo>
                  <a:lnTo>
                    <a:pt x="1659847" y="1530050"/>
                  </a:lnTo>
                  <a:lnTo>
                    <a:pt x="1659850" y="1530081"/>
                  </a:lnTo>
                  <a:lnTo>
                    <a:pt x="1659883" y="1530145"/>
                  </a:lnTo>
                  <a:lnTo>
                    <a:pt x="1659891" y="1530160"/>
                  </a:lnTo>
                  <a:lnTo>
                    <a:pt x="1659894" y="1530165"/>
                  </a:lnTo>
                  <a:lnTo>
                    <a:pt x="1659893" y="1530181"/>
                  </a:lnTo>
                  <a:lnTo>
                    <a:pt x="1659872" y="1530525"/>
                  </a:lnTo>
                  <a:lnTo>
                    <a:pt x="1659867" y="1530632"/>
                  </a:lnTo>
                  <a:lnTo>
                    <a:pt x="1659916" y="1530657"/>
                  </a:lnTo>
                  <a:lnTo>
                    <a:pt x="1659923" y="1530665"/>
                  </a:lnTo>
                  <a:lnTo>
                    <a:pt x="1659991" y="1530794"/>
                  </a:lnTo>
                  <a:lnTo>
                    <a:pt x="1660021" y="1530859"/>
                  </a:lnTo>
                  <a:lnTo>
                    <a:pt x="1660024" y="1530866"/>
                  </a:lnTo>
                  <a:lnTo>
                    <a:pt x="1660059" y="1530893"/>
                  </a:lnTo>
                  <a:lnTo>
                    <a:pt x="1660053" y="1530901"/>
                  </a:lnTo>
                  <a:lnTo>
                    <a:pt x="1660121" y="1530940"/>
                  </a:lnTo>
                  <a:lnTo>
                    <a:pt x="1660176" y="1531004"/>
                  </a:lnTo>
                  <a:lnTo>
                    <a:pt x="1660227" y="1531125"/>
                  </a:lnTo>
                  <a:lnTo>
                    <a:pt x="1660235" y="1531146"/>
                  </a:lnTo>
                  <a:lnTo>
                    <a:pt x="1660251" y="1531216"/>
                  </a:lnTo>
                  <a:lnTo>
                    <a:pt x="1660259" y="1531255"/>
                  </a:lnTo>
                  <a:lnTo>
                    <a:pt x="1660260" y="1531274"/>
                  </a:lnTo>
                  <a:lnTo>
                    <a:pt x="1660296" y="1531556"/>
                  </a:lnTo>
                  <a:lnTo>
                    <a:pt x="1660348" y="1531952"/>
                  </a:lnTo>
                  <a:lnTo>
                    <a:pt x="1660364" y="1531982"/>
                  </a:lnTo>
                  <a:lnTo>
                    <a:pt x="1660416" y="1532078"/>
                  </a:lnTo>
                  <a:lnTo>
                    <a:pt x="1660424" y="1532093"/>
                  </a:lnTo>
                  <a:lnTo>
                    <a:pt x="1660510" y="1532317"/>
                  </a:lnTo>
                  <a:lnTo>
                    <a:pt x="1660538" y="1532390"/>
                  </a:lnTo>
                  <a:lnTo>
                    <a:pt x="1660550" y="1532462"/>
                  </a:lnTo>
                  <a:lnTo>
                    <a:pt x="1660552" y="1532478"/>
                  </a:lnTo>
                  <a:lnTo>
                    <a:pt x="1660595" y="1532759"/>
                  </a:lnTo>
                  <a:lnTo>
                    <a:pt x="1660631" y="1532962"/>
                  </a:lnTo>
                  <a:lnTo>
                    <a:pt x="1660679" y="1533200"/>
                  </a:lnTo>
                  <a:lnTo>
                    <a:pt x="1660704" y="1533322"/>
                  </a:lnTo>
                  <a:lnTo>
                    <a:pt x="1660706" y="1533336"/>
                  </a:lnTo>
                  <a:lnTo>
                    <a:pt x="1660736" y="1533415"/>
                  </a:lnTo>
                  <a:lnTo>
                    <a:pt x="1660878" y="1533787"/>
                  </a:lnTo>
                  <a:lnTo>
                    <a:pt x="1660938" y="1533917"/>
                  </a:lnTo>
                  <a:lnTo>
                    <a:pt x="1660991" y="1534030"/>
                  </a:lnTo>
                  <a:lnTo>
                    <a:pt x="1661054" y="1534205"/>
                  </a:lnTo>
                  <a:lnTo>
                    <a:pt x="1661111" y="1534479"/>
                  </a:lnTo>
                  <a:lnTo>
                    <a:pt x="1661111" y="1534492"/>
                  </a:lnTo>
                  <a:lnTo>
                    <a:pt x="1661112" y="1534518"/>
                  </a:lnTo>
                  <a:lnTo>
                    <a:pt x="1661098" y="1534559"/>
                  </a:lnTo>
                  <a:lnTo>
                    <a:pt x="1661065" y="1534598"/>
                  </a:lnTo>
                  <a:lnTo>
                    <a:pt x="1661058" y="1534608"/>
                  </a:lnTo>
                  <a:lnTo>
                    <a:pt x="1661087" y="1534669"/>
                  </a:lnTo>
                  <a:lnTo>
                    <a:pt x="1661096" y="1534686"/>
                  </a:lnTo>
                  <a:lnTo>
                    <a:pt x="1661099" y="1534691"/>
                  </a:lnTo>
                  <a:lnTo>
                    <a:pt x="1661117" y="1534738"/>
                  </a:lnTo>
                  <a:lnTo>
                    <a:pt x="1661117" y="1534745"/>
                  </a:lnTo>
                  <a:lnTo>
                    <a:pt x="1661134" y="1534781"/>
                  </a:lnTo>
                  <a:lnTo>
                    <a:pt x="1661136" y="1534787"/>
                  </a:lnTo>
                  <a:lnTo>
                    <a:pt x="1661201" y="1534928"/>
                  </a:lnTo>
                  <a:lnTo>
                    <a:pt x="1661219" y="1534958"/>
                  </a:lnTo>
                  <a:lnTo>
                    <a:pt x="1661225" y="1534968"/>
                  </a:lnTo>
                  <a:lnTo>
                    <a:pt x="1661240" y="1535012"/>
                  </a:lnTo>
                  <a:lnTo>
                    <a:pt x="1661249" y="1535059"/>
                  </a:lnTo>
                  <a:lnTo>
                    <a:pt x="1661276" y="1535208"/>
                  </a:lnTo>
                  <a:lnTo>
                    <a:pt x="1661293" y="1535355"/>
                  </a:lnTo>
                  <a:lnTo>
                    <a:pt x="1661296" y="1535382"/>
                  </a:lnTo>
                  <a:lnTo>
                    <a:pt x="1661296" y="1535390"/>
                  </a:lnTo>
                  <a:lnTo>
                    <a:pt x="1661302" y="1535640"/>
                  </a:lnTo>
                  <a:lnTo>
                    <a:pt x="1661305" y="1535738"/>
                  </a:lnTo>
                  <a:lnTo>
                    <a:pt x="1661318" y="1535775"/>
                  </a:lnTo>
                  <a:lnTo>
                    <a:pt x="1661372" y="1535922"/>
                  </a:lnTo>
                  <a:lnTo>
                    <a:pt x="1661448" y="1536164"/>
                  </a:lnTo>
                  <a:lnTo>
                    <a:pt x="1661455" y="1536227"/>
                  </a:lnTo>
                  <a:lnTo>
                    <a:pt x="1661455" y="1536267"/>
                  </a:lnTo>
                  <a:lnTo>
                    <a:pt x="1661455" y="1536283"/>
                  </a:lnTo>
                  <a:lnTo>
                    <a:pt x="1661453" y="1536288"/>
                  </a:lnTo>
                  <a:lnTo>
                    <a:pt x="1661449" y="1536292"/>
                  </a:lnTo>
                  <a:lnTo>
                    <a:pt x="1661438" y="1536563"/>
                  </a:lnTo>
                  <a:lnTo>
                    <a:pt x="1661436" y="1536623"/>
                  </a:lnTo>
                  <a:lnTo>
                    <a:pt x="1661437" y="1536871"/>
                  </a:lnTo>
                  <a:lnTo>
                    <a:pt x="1661436" y="1536902"/>
                  </a:lnTo>
                  <a:lnTo>
                    <a:pt x="1661437" y="1537057"/>
                  </a:lnTo>
                  <a:lnTo>
                    <a:pt x="1661447" y="1537246"/>
                  </a:lnTo>
                  <a:lnTo>
                    <a:pt x="1661472" y="1537476"/>
                  </a:lnTo>
                  <a:lnTo>
                    <a:pt x="1661528" y="1537735"/>
                  </a:lnTo>
                  <a:lnTo>
                    <a:pt x="1661553" y="1537831"/>
                  </a:lnTo>
                  <a:lnTo>
                    <a:pt x="1661558" y="1537842"/>
                  </a:lnTo>
                  <a:lnTo>
                    <a:pt x="1661619" y="1538052"/>
                  </a:lnTo>
                  <a:lnTo>
                    <a:pt x="1661621" y="1538060"/>
                  </a:lnTo>
                  <a:lnTo>
                    <a:pt x="1661625" y="1538075"/>
                  </a:lnTo>
                  <a:lnTo>
                    <a:pt x="1661667" y="1538207"/>
                  </a:lnTo>
                  <a:lnTo>
                    <a:pt x="1661678" y="1538223"/>
                  </a:lnTo>
                  <a:lnTo>
                    <a:pt x="1661687" y="1538242"/>
                  </a:lnTo>
                  <a:lnTo>
                    <a:pt x="1661749" y="1538363"/>
                  </a:lnTo>
                  <a:lnTo>
                    <a:pt x="1661767" y="1538398"/>
                  </a:lnTo>
                  <a:lnTo>
                    <a:pt x="1661776" y="1538426"/>
                  </a:lnTo>
                  <a:lnTo>
                    <a:pt x="1661862" y="1538758"/>
                  </a:lnTo>
                  <a:lnTo>
                    <a:pt x="1661780" y="1538828"/>
                  </a:lnTo>
                  <a:lnTo>
                    <a:pt x="1661732" y="1538869"/>
                  </a:lnTo>
                  <a:lnTo>
                    <a:pt x="1661742" y="1539017"/>
                  </a:lnTo>
                  <a:lnTo>
                    <a:pt x="1661752" y="1539154"/>
                  </a:lnTo>
                  <a:lnTo>
                    <a:pt x="1661753" y="1539167"/>
                  </a:lnTo>
                  <a:lnTo>
                    <a:pt x="1661746" y="1539219"/>
                  </a:lnTo>
                  <a:lnTo>
                    <a:pt x="1661739" y="1539282"/>
                  </a:lnTo>
                  <a:lnTo>
                    <a:pt x="1661734" y="1539328"/>
                  </a:lnTo>
                  <a:lnTo>
                    <a:pt x="1661714" y="1539745"/>
                  </a:lnTo>
                  <a:lnTo>
                    <a:pt x="1661713" y="1539790"/>
                  </a:lnTo>
                  <a:lnTo>
                    <a:pt x="1661739" y="1539837"/>
                  </a:lnTo>
                  <a:lnTo>
                    <a:pt x="1661799" y="1539944"/>
                  </a:lnTo>
                  <a:lnTo>
                    <a:pt x="1661873" y="1540146"/>
                  </a:lnTo>
                  <a:lnTo>
                    <a:pt x="1661873" y="1540166"/>
                  </a:lnTo>
                  <a:lnTo>
                    <a:pt x="1661854" y="1540219"/>
                  </a:lnTo>
                  <a:lnTo>
                    <a:pt x="1661852" y="1540230"/>
                  </a:lnTo>
                  <a:lnTo>
                    <a:pt x="1661772" y="1540400"/>
                  </a:lnTo>
                  <a:lnTo>
                    <a:pt x="1661755" y="1540423"/>
                  </a:lnTo>
                  <a:lnTo>
                    <a:pt x="1661738" y="1540448"/>
                  </a:lnTo>
                  <a:lnTo>
                    <a:pt x="1661761" y="1540592"/>
                  </a:lnTo>
                  <a:lnTo>
                    <a:pt x="1661768" y="1540635"/>
                  </a:lnTo>
                  <a:lnTo>
                    <a:pt x="1661773" y="1540643"/>
                  </a:lnTo>
                  <a:lnTo>
                    <a:pt x="1661767" y="1540647"/>
                  </a:lnTo>
                  <a:lnTo>
                    <a:pt x="1661783" y="1540666"/>
                  </a:lnTo>
                  <a:lnTo>
                    <a:pt x="1661875" y="1540782"/>
                  </a:lnTo>
                  <a:lnTo>
                    <a:pt x="1661961" y="1540914"/>
                  </a:lnTo>
                  <a:lnTo>
                    <a:pt x="1661991" y="1540996"/>
                  </a:lnTo>
                  <a:lnTo>
                    <a:pt x="1662003" y="1541075"/>
                  </a:lnTo>
                  <a:lnTo>
                    <a:pt x="1662002" y="1541092"/>
                  </a:lnTo>
                  <a:lnTo>
                    <a:pt x="1661989" y="1541101"/>
                  </a:lnTo>
                  <a:lnTo>
                    <a:pt x="1661951" y="1541103"/>
                  </a:lnTo>
                  <a:lnTo>
                    <a:pt x="1661891" y="1541171"/>
                  </a:lnTo>
                  <a:lnTo>
                    <a:pt x="1661783" y="1541294"/>
                  </a:lnTo>
                  <a:lnTo>
                    <a:pt x="1661676" y="1541446"/>
                  </a:lnTo>
                  <a:lnTo>
                    <a:pt x="1661643" y="1541520"/>
                  </a:lnTo>
                  <a:lnTo>
                    <a:pt x="1661640" y="1541529"/>
                  </a:lnTo>
                  <a:lnTo>
                    <a:pt x="1661632" y="1541574"/>
                  </a:lnTo>
                  <a:lnTo>
                    <a:pt x="1661630" y="1541595"/>
                  </a:lnTo>
                  <a:lnTo>
                    <a:pt x="1661631" y="1541605"/>
                  </a:lnTo>
                  <a:lnTo>
                    <a:pt x="1661681" y="1541852"/>
                  </a:lnTo>
                  <a:lnTo>
                    <a:pt x="1661615" y="1541913"/>
                  </a:lnTo>
                  <a:lnTo>
                    <a:pt x="1661586" y="1541942"/>
                  </a:lnTo>
                  <a:lnTo>
                    <a:pt x="1661541" y="1542002"/>
                  </a:lnTo>
                  <a:lnTo>
                    <a:pt x="1661521" y="1542044"/>
                  </a:lnTo>
                  <a:lnTo>
                    <a:pt x="1661511" y="1542117"/>
                  </a:lnTo>
                  <a:lnTo>
                    <a:pt x="1661489" y="1542332"/>
                  </a:lnTo>
                  <a:lnTo>
                    <a:pt x="1661487" y="1542443"/>
                  </a:lnTo>
                  <a:lnTo>
                    <a:pt x="1661496" y="1542461"/>
                  </a:lnTo>
                  <a:lnTo>
                    <a:pt x="1661514" y="1542476"/>
                  </a:lnTo>
                  <a:lnTo>
                    <a:pt x="1661560" y="1542485"/>
                  </a:lnTo>
                  <a:lnTo>
                    <a:pt x="1661581" y="1542498"/>
                  </a:lnTo>
                  <a:lnTo>
                    <a:pt x="1661623" y="1542666"/>
                  </a:lnTo>
                  <a:lnTo>
                    <a:pt x="1661542" y="1542788"/>
                  </a:lnTo>
                  <a:lnTo>
                    <a:pt x="1661455" y="1542907"/>
                  </a:lnTo>
                  <a:lnTo>
                    <a:pt x="1661414" y="1542938"/>
                  </a:lnTo>
                  <a:lnTo>
                    <a:pt x="1661374" y="1542969"/>
                  </a:lnTo>
                  <a:lnTo>
                    <a:pt x="1661359" y="1542978"/>
                  </a:lnTo>
                  <a:lnTo>
                    <a:pt x="1661141" y="1543075"/>
                  </a:lnTo>
                  <a:lnTo>
                    <a:pt x="1661070" y="1543103"/>
                  </a:lnTo>
                  <a:lnTo>
                    <a:pt x="1660903" y="1543160"/>
                  </a:lnTo>
                  <a:lnTo>
                    <a:pt x="1660710" y="1543210"/>
                  </a:lnTo>
                  <a:lnTo>
                    <a:pt x="1660494" y="1543263"/>
                  </a:lnTo>
                  <a:lnTo>
                    <a:pt x="1660488" y="1543264"/>
                  </a:lnTo>
                  <a:lnTo>
                    <a:pt x="1660253" y="1543203"/>
                  </a:lnTo>
                  <a:lnTo>
                    <a:pt x="1660246" y="1543203"/>
                  </a:lnTo>
                  <a:lnTo>
                    <a:pt x="1660191" y="1543221"/>
                  </a:lnTo>
                  <a:lnTo>
                    <a:pt x="1660176" y="1543241"/>
                  </a:lnTo>
                  <a:lnTo>
                    <a:pt x="1660163" y="1543260"/>
                  </a:lnTo>
                  <a:lnTo>
                    <a:pt x="1660160" y="1543264"/>
                  </a:lnTo>
                  <a:lnTo>
                    <a:pt x="1660150" y="1543269"/>
                  </a:lnTo>
                  <a:lnTo>
                    <a:pt x="1660120" y="1543275"/>
                  </a:lnTo>
                  <a:lnTo>
                    <a:pt x="1659682" y="1543347"/>
                  </a:lnTo>
                  <a:lnTo>
                    <a:pt x="1659579" y="1543377"/>
                  </a:lnTo>
                  <a:lnTo>
                    <a:pt x="1659489" y="1543412"/>
                  </a:lnTo>
                  <a:lnTo>
                    <a:pt x="1659209" y="1543555"/>
                  </a:lnTo>
                  <a:lnTo>
                    <a:pt x="1659167" y="1543576"/>
                  </a:lnTo>
                  <a:lnTo>
                    <a:pt x="1659150" y="1543586"/>
                  </a:lnTo>
                  <a:lnTo>
                    <a:pt x="1659138" y="1543595"/>
                  </a:lnTo>
                  <a:lnTo>
                    <a:pt x="1659123" y="1543609"/>
                  </a:lnTo>
                  <a:lnTo>
                    <a:pt x="1659107" y="1543626"/>
                  </a:lnTo>
                  <a:lnTo>
                    <a:pt x="1659103" y="1543638"/>
                  </a:lnTo>
                  <a:lnTo>
                    <a:pt x="1659098" y="1543653"/>
                  </a:lnTo>
                  <a:lnTo>
                    <a:pt x="1659095" y="1543676"/>
                  </a:lnTo>
                  <a:lnTo>
                    <a:pt x="1659074" y="1543902"/>
                  </a:lnTo>
                  <a:lnTo>
                    <a:pt x="1659095" y="1543913"/>
                  </a:lnTo>
                  <a:lnTo>
                    <a:pt x="1659107" y="1543924"/>
                  </a:lnTo>
                  <a:lnTo>
                    <a:pt x="1659117" y="1543939"/>
                  </a:lnTo>
                  <a:lnTo>
                    <a:pt x="1659119" y="1543944"/>
                  </a:lnTo>
                  <a:lnTo>
                    <a:pt x="1659131" y="1543970"/>
                  </a:lnTo>
                  <a:lnTo>
                    <a:pt x="1659139" y="1543991"/>
                  </a:lnTo>
                  <a:lnTo>
                    <a:pt x="1659141" y="1544009"/>
                  </a:lnTo>
                  <a:lnTo>
                    <a:pt x="1659138" y="1544019"/>
                  </a:lnTo>
                  <a:lnTo>
                    <a:pt x="1659133" y="1544030"/>
                  </a:lnTo>
                  <a:lnTo>
                    <a:pt x="1659000" y="1544190"/>
                  </a:lnTo>
                  <a:lnTo>
                    <a:pt x="1658987" y="1544204"/>
                  </a:lnTo>
                  <a:lnTo>
                    <a:pt x="1658966" y="1544226"/>
                  </a:lnTo>
                  <a:lnTo>
                    <a:pt x="1658936" y="1544215"/>
                  </a:lnTo>
                  <a:lnTo>
                    <a:pt x="1658905" y="1544186"/>
                  </a:lnTo>
                  <a:lnTo>
                    <a:pt x="1658833" y="1544000"/>
                  </a:lnTo>
                  <a:lnTo>
                    <a:pt x="1658833" y="1543984"/>
                  </a:lnTo>
                  <a:lnTo>
                    <a:pt x="1658851" y="1543940"/>
                  </a:lnTo>
                  <a:lnTo>
                    <a:pt x="1658877" y="1543901"/>
                  </a:lnTo>
                  <a:lnTo>
                    <a:pt x="1658856" y="1543826"/>
                  </a:lnTo>
                  <a:lnTo>
                    <a:pt x="1658825" y="1543791"/>
                  </a:lnTo>
                  <a:lnTo>
                    <a:pt x="1658763" y="1543763"/>
                  </a:lnTo>
                  <a:lnTo>
                    <a:pt x="1658678" y="1543757"/>
                  </a:lnTo>
                  <a:lnTo>
                    <a:pt x="1658637" y="1543755"/>
                  </a:lnTo>
                  <a:lnTo>
                    <a:pt x="1658615" y="1543755"/>
                  </a:lnTo>
                  <a:lnTo>
                    <a:pt x="1658599" y="1543757"/>
                  </a:lnTo>
                  <a:lnTo>
                    <a:pt x="1658582" y="1543760"/>
                  </a:lnTo>
                  <a:lnTo>
                    <a:pt x="1658560" y="1543770"/>
                  </a:lnTo>
                  <a:lnTo>
                    <a:pt x="1658552" y="1543776"/>
                  </a:lnTo>
                  <a:lnTo>
                    <a:pt x="1658544" y="1543785"/>
                  </a:lnTo>
                  <a:lnTo>
                    <a:pt x="1658355" y="1543730"/>
                  </a:lnTo>
                  <a:lnTo>
                    <a:pt x="1658342" y="1543729"/>
                  </a:lnTo>
                  <a:lnTo>
                    <a:pt x="1658324" y="1543731"/>
                  </a:lnTo>
                  <a:lnTo>
                    <a:pt x="1658277" y="1543736"/>
                  </a:lnTo>
                  <a:lnTo>
                    <a:pt x="1658179" y="1543770"/>
                  </a:lnTo>
                  <a:lnTo>
                    <a:pt x="1658126" y="1543807"/>
                  </a:lnTo>
                  <a:lnTo>
                    <a:pt x="1658120" y="1543815"/>
                  </a:lnTo>
                  <a:lnTo>
                    <a:pt x="1658114" y="1543822"/>
                  </a:lnTo>
                  <a:lnTo>
                    <a:pt x="1658100" y="1543838"/>
                  </a:lnTo>
                  <a:lnTo>
                    <a:pt x="1658094" y="1543848"/>
                  </a:lnTo>
                  <a:lnTo>
                    <a:pt x="1658092" y="1543855"/>
                  </a:lnTo>
                  <a:lnTo>
                    <a:pt x="1658079" y="1543875"/>
                  </a:lnTo>
                  <a:lnTo>
                    <a:pt x="1658067" y="1543935"/>
                  </a:lnTo>
                  <a:lnTo>
                    <a:pt x="1658070" y="1544006"/>
                  </a:lnTo>
                  <a:lnTo>
                    <a:pt x="1658072" y="1544072"/>
                  </a:lnTo>
                  <a:lnTo>
                    <a:pt x="1657883" y="1544093"/>
                  </a:lnTo>
                  <a:lnTo>
                    <a:pt x="1657857" y="1544095"/>
                  </a:lnTo>
                  <a:lnTo>
                    <a:pt x="1657832" y="1544101"/>
                  </a:lnTo>
                  <a:lnTo>
                    <a:pt x="1657798" y="1544114"/>
                  </a:lnTo>
                  <a:lnTo>
                    <a:pt x="1657677" y="1544157"/>
                  </a:lnTo>
                  <a:lnTo>
                    <a:pt x="1657662" y="1544167"/>
                  </a:lnTo>
                  <a:lnTo>
                    <a:pt x="1657635" y="1544267"/>
                  </a:lnTo>
                  <a:lnTo>
                    <a:pt x="1657627" y="1544297"/>
                  </a:lnTo>
                  <a:lnTo>
                    <a:pt x="1657625" y="1544305"/>
                  </a:lnTo>
                  <a:lnTo>
                    <a:pt x="1657625" y="1544311"/>
                  </a:lnTo>
                  <a:lnTo>
                    <a:pt x="1657627" y="1544318"/>
                  </a:lnTo>
                  <a:lnTo>
                    <a:pt x="1657578" y="1544402"/>
                  </a:lnTo>
                  <a:lnTo>
                    <a:pt x="1657451" y="1544483"/>
                  </a:lnTo>
                  <a:lnTo>
                    <a:pt x="1657434" y="1544492"/>
                  </a:lnTo>
                  <a:lnTo>
                    <a:pt x="1657399" y="1544501"/>
                  </a:lnTo>
                  <a:lnTo>
                    <a:pt x="1657392" y="1544500"/>
                  </a:lnTo>
                  <a:lnTo>
                    <a:pt x="1657372" y="1544494"/>
                  </a:lnTo>
                  <a:lnTo>
                    <a:pt x="1657365" y="1544488"/>
                  </a:lnTo>
                  <a:lnTo>
                    <a:pt x="1657354" y="1544468"/>
                  </a:lnTo>
                  <a:lnTo>
                    <a:pt x="1657346" y="1544448"/>
                  </a:lnTo>
                  <a:lnTo>
                    <a:pt x="1657332" y="1544400"/>
                  </a:lnTo>
                  <a:lnTo>
                    <a:pt x="1657319" y="1544330"/>
                  </a:lnTo>
                  <a:lnTo>
                    <a:pt x="1657304" y="1544316"/>
                  </a:lnTo>
                  <a:lnTo>
                    <a:pt x="1657156" y="1544320"/>
                  </a:lnTo>
                  <a:lnTo>
                    <a:pt x="1657129" y="1544329"/>
                  </a:lnTo>
                  <a:lnTo>
                    <a:pt x="1657060" y="1544359"/>
                  </a:lnTo>
                  <a:lnTo>
                    <a:pt x="1656942" y="1544411"/>
                  </a:lnTo>
                  <a:lnTo>
                    <a:pt x="1656829" y="1544426"/>
                  </a:lnTo>
                  <a:lnTo>
                    <a:pt x="1656752" y="1544446"/>
                  </a:lnTo>
                  <a:lnTo>
                    <a:pt x="1656706" y="1544443"/>
                  </a:lnTo>
                  <a:lnTo>
                    <a:pt x="1656675" y="1544490"/>
                  </a:lnTo>
                  <a:lnTo>
                    <a:pt x="1656642" y="1544523"/>
                  </a:lnTo>
                  <a:lnTo>
                    <a:pt x="1656613" y="1544545"/>
                  </a:lnTo>
                  <a:lnTo>
                    <a:pt x="1656594" y="1544533"/>
                  </a:lnTo>
                  <a:lnTo>
                    <a:pt x="1656556" y="1544464"/>
                  </a:lnTo>
                  <a:lnTo>
                    <a:pt x="1656533" y="1544437"/>
                  </a:lnTo>
                  <a:lnTo>
                    <a:pt x="1656514" y="1544436"/>
                  </a:lnTo>
                  <a:lnTo>
                    <a:pt x="1656430" y="1544437"/>
                  </a:lnTo>
                  <a:lnTo>
                    <a:pt x="1656423" y="1544438"/>
                  </a:lnTo>
                  <a:lnTo>
                    <a:pt x="1656405" y="1544439"/>
                  </a:lnTo>
                  <a:lnTo>
                    <a:pt x="1656324" y="1544439"/>
                  </a:lnTo>
                  <a:lnTo>
                    <a:pt x="1656254" y="1544449"/>
                  </a:lnTo>
                  <a:lnTo>
                    <a:pt x="1655682" y="1544532"/>
                  </a:lnTo>
                  <a:lnTo>
                    <a:pt x="1655673" y="1544534"/>
                  </a:lnTo>
                  <a:lnTo>
                    <a:pt x="1655666" y="1544535"/>
                  </a:lnTo>
                  <a:lnTo>
                    <a:pt x="1655606" y="1544568"/>
                  </a:lnTo>
                  <a:lnTo>
                    <a:pt x="1655564" y="1544617"/>
                  </a:lnTo>
                  <a:lnTo>
                    <a:pt x="1655512" y="1544678"/>
                  </a:lnTo>
                  <a:lnTo>
                    <a:pt x="1655442" y="1544667"/>
                  </a:lnTo>
                  <a:lnTo>
                    <a:pt x="1655349" y="1544612"/>
                  </a:lnTo>
                  <a:lnTo>
                    <a:pt x="1655272" y="1544531"/>
                  </a:lnTo>
                  <a:lnTo>
                    <a:pt x="1655259" y="1544517"/>
                  </a:lnTo>
                  <a:lnTo>
                    <a:pt x="1655181" y="1544514"/>
                  </a:lnTo>
                  <a:lnTo>
                    <a:pt x="1655160" y="1544513"/>
                  </a:lnTo>
                  <a:lnTo>
                    <a:pt x="1655057" y="1544515"/>
                  </a:lnTo>
                  <a:lnTo>
                    <a:pt x="1655009" y="1544515"/>
                  </a:lnTo>
                  <a:lnTo>
                    <a:pt x="1654948" y="1544516"/>
                  </a:lnTo>
                  <a:lnTo>
                    <a:pt x="1654681" y="1544390"/>
                  </a:lnTo>
                  <a:lnTo>
                    <a:pt x="1654673" y="1544385"/>
                  </a:lnTo>
                  <a:lnTo>
                    <a:pt x="1654534" y="1544359"/>
                  </a:lnTo>
                  <a:lnTo>
                    <a:pt x="1654516" y="1544360"/>
                  </a:lnTo>
                  <a:lnTo>
                    <a:pt x="1654442" y="1544360"/>
                  </a:lnTo>
                  <a:lnTo>
                    <a:pt x="1654437" y="1544359"/>
                  </a:lnTo>
                  <a:lnTo>
                    <a:pt x="1654428" y="1544348"/>
                  </a:lnTo>
                  <a:lnTo>
                    <a:pt x="1654398" y="1544312"/>
                  </a:lnTo>
                  <a:lnTo>
                    <a:pt x="1654415" y="1544260"/>
                  </a:lnTo>
                  <a:lnTo>
                    <a:pt x="1654458" y="1544216"/>
                  </a:lnTo>
                  <a:lnTo>
                    <a:pt x="1654485" y="1544200"/>
                  </a:lnTo>
                  <a:lnTo>
                    <a:pt x="1654532" y="1544174"/>
                  </a:lnTo>
                  <a:lnTo>
                    <a:pt x="1654625" y="1544133"/>
                  </a:lnTo>
                  <a:lnTo>
                    <a:pt x="1654658" y="1544111"/>
                  </a:lnTo>
                  <a:lnTo>
                    <a:pt x="1654667" y="1544081"/>
                  </a:lnTo>
                  <a:lnTo>
                    <a:pt x="1654680" y="1543975"/>
                  </a:lnTo>
                  <a:lnTo>
                    <a:pt x="1654672" y="1543935"/>
                  </a:lnTo>
                  <a:lnTo>
                    <a:pt x="1654573" y="1543697"/>
                  </a:lnTo>
                  <a:lnTo>
                    <a:pt x="1654576" y="1543681"/>
                  </a:lnTo>
                  <a:lnTo>
                    <a:pt x="1654606" y="1543541"/>
                  </a:lnTo>
                  <a:lnTo>
                    <a:pt x="1654616" y="1543499"/>
                  </a:lnTo>
                  <a:lnTo>
                    <a:pt x="1654589" y="1543428"/>
                  </a:lnTo>
                  <a:lnTo>
                    <a:pt x="1654590" y="1543391"/>
                  </a:lnTo>
                  <a:lnTo>
                    <a:pt x="1654584" y="1543360"/>
                  </a:lnTo>
                  <a:lnTo>
                    <a:pt x="1654552" y="1543249"/>
                  </a:lnTo>
                  <a:lnTo>
                    <a:pt x="1654536" y="1543230"/>
                  </a:lnTo>
                  <a:lnTo>
                    <a:pt x="1654513" y="1543218"/>
                  </a:lnTo>
                  <a:lnTo>
                    <a:pt x="1654487" y="1543223"/>
                  </a:lnTo>
                  <a:lnTo>
                    <a:pt x="1654452" y="1543243"/>
                  </a:lnTo>
                  <a:lnTo>
                    <a:pt x="1654417" y="1543239"/>
                  </a:lnTo>
                  <a:lnTo>
                    <a:pt x="1654388" y="1543213"/>
                  </a:lnTo>
                  <a:lnTo>
                    <a:pt x="1654358" y="1543104"/>
                  </a:lnTo>
                  <a:lnTo>
                    <a:pt x="1654332" y="1543069"/>
                  </a:lnTo>
                  <a:lnTo>
                    <a:pt x="1654131" y="1542903"/>
                  </a:lnTo>
                  <a:lnTo>
                    <a:pt x="1654084" y="1542867"/>
                  </a:lnTo>
                  <a:lnTo>
                    <a:pt x="1653961" y="1542839"/>
                  </a:lnTo>
                  <a:lnTo>
                    <a:pt x="1653809" y="1542815"/>
                  </a:lnTo>
                  <a:lnTo>
                    <a:pt x="1653761" y="1542814"/>
                  </a:lnTo>
                  <a:lnTo>
                    <a:pt x="1653688" y="1542922"/>
                  </a:lnTo>
                  <a:lnTo>
                    <a:pt x="1653369" y="1543106"/>
                  </a:lnTo>
                  <a:lnTo>
                    <a:pt x="1653338" y="1543100"/>
                  </a:lnTo>
                  <a:lnTo>
                    <a:pt x="1653329" y="1543084"/>
                  </a:lnTo>
                  <a:lnTo>
                    <a:pt x="1653256" y="1542918"/>
                  </a:lnTo>
                  <a:lnTo>
                    <a:pt x="1653235" y="1542873"/>
                  </a:lnTo>
                  <a:lnTo>
                    <a:pt x="1653234" y="1542834"/>
                  </a:lnTo>
                  <a:lnTo>
                    <a:pt x="1653233" y="1542823"/>
                  </a:lnTo>
                  <a:lnTo>
                    <a:pt x="1653266" y="1542750"/>
                  </a:lnTo>
                  <a:lnTo>
                    <a:pt x="1653299" y="1542731"/>
                  </a:lnTo>
                  <a:lnTo>
                    <a:pt x="1653307" y="1542727"/>
                  </a:lnTo>
                  <a:lnTo>
                    <a:pt x="1653327" y="1542715"/>
                  </a:lnTo>
                  <a:lnTo>
                    <a:pt x="1653321" y="1542702"/>
                  </a:lnTo>
                  <a:lnTo>
                    <a:pt x="1653317" y="1542692"/>
                  </a:lnTo>
                  <a:lnTo>
                    <a:pt x="1653280" y="1542611"/>
                  </a:lnTo>
                  <a:lnTo>
                    <a:pt x="1653143" y="1542511"/>
                  </a:lnTo>
                  <a:lnTo>
                    <a:pt x="1653096" y="1542497"/>
                  </a:lnTo>
                  <a:lnTo>
                    <a:pt x="1652774" y="1542533"/>
                  </a:lnTo>
                  <a:lnTo>
                    <a:pt x="1652669" y="1542510"/>
                  </a:lnTo>
                  <a:lnTo>
                    <a:pt x="1652631" y="1542411"/>
                  </a:lnTo>
                  <a:lnTo>
                    <a:pt x="1652552" y="1542201"/>
                  </a:lnTo>
                  <a:lnTo>
                    <a:pt x="1652546" y="1542187"/>
                  </a:lnTo>
                  <a:lnTo>
                    <a:pt x="1652543" y="1542180"/>
                  </a:lnTo>
                  <a:lnTo>
                    <a:pt x="1652501" y="1542098"/>
                  </a:lnTo>
                  <a:lnTo>
                    <a:pt x="1652431" y="1541963"/>
                  </a:lnTo>
                  <a:lnTo>
                    <a:pt x="1652432" y="1541819"/>
                  </a:lnTo>
                  <a:lnTo>
                    <a:pt x="1652451" y="1541774"/>
                  </a:lnTo>
                  <a:lnTo>
                    <a:pt x="1652472" y="1541751"/>
                  </a:lnTo>
                  <a:lnTo>
                    <a:pt x="1652567" y="1541646"/>
                  </a:lnTo>
                  <a:lnTo>
                    <a:pt x="1652671" y="1541606"/>
                  </a:lnTo>
                  <a:lnTo>
                    <a:pt x="1652722" y="1541601"/>
                  </a:lnTo>
                  <a:lnTo>
                    <a:pt x="1652725" y="1541406"/>
                  </a:lnTo>
                  <a:lnTo>
                    <a:pt x="1652707" y="1541334"/>
                  </a:lnTo>
                  <a:lnTo>
                    <a:pt x="1652702" y="1541336"/>
                  </a:lnTo>
                  <a:lnTo>
                    <a:pt x="1652629" y="1541128"/>
                  </a:lnTo>
                  <a:lnTo>
                    <a:pt x="1652608" y="1541096"/>
                  </a:lnTo>
                  <a:lnTo>
                    <a:pt x="1652602" y="1541085"/>
                  </a:lnTo>
                  <a:lnTo>
                    <a:pt x="1652594" y="1541071"/>
                  </a:lnTo>
                  <a:lnTo>
                    <a:pt x="1652590" y="1541059"/>
                  </a:lnTo>
                  <a:lnTo>
                    <a:pt x="1652593" y="1541039"/>
                  </a:lnTo>
                  <a:lnTo>
                    <a:pt x="1652625" y="1540838"/>
                  </a:lnTo>
                  <a:lnTo>
                    <a:pt x="1652626" y="1540819"/>
                  </a:lnTo>
                  <a:lnTo>
                    <a:pt x="1652630" y="1540796"/>
                  </a:lnTo>
                  <a:lnTo>
                    <a:pt x="1652685" y="1540532"/>
                  </a:lnTo>
                  <a:lnTo>
                    <a:pt x="1652750" y="1540334"/>
                  </a:lnTo>
                  <a:lnTo>
                    <a:pt x="1652751" y="1540301"/>
                  </a:lnTo>
                  <a:lnTo>
                    <a:pt x="1652742" y="1540231"/>
                  </a:lnTo>
                  <a:lnTo>
                    <a:pt x="1652718" y="1540223"/>
                  </a:lnTo>
                  <a:lnTo>
                    <a:pt x="1652574" y="1540217"/>
                  </a:lnTo>
                  <a:lnTo>
                    <a:pt x="1652563" y="1540217"/>
                  </a:lnTo>
                  <a:lnTo>
                    <a:pt x="1652551" y="1540209"/>
                  </a:lnTo>
                  <a:lnTo>
                    <a:pt x="1652524" y="1540183"/>
                  </a:lnTo>
                  <a:lnTo>
                    <a:pt x="1652487" y="1540148"/>
                  </a:lnTo>
                  <a:lnTo>
                    <a:pt x="1652340" y="1539973"/>
                  </a:lnTo>
                  <a:lnTo>
                    <a:pt x="1652305" y="1539914"/>
                  </a:lnTo>
                  <a:lnTo>
                    <a:pt x="1652297" y="1539891"/>
                  </a:lnTo>
                  <a:lnTo>
                    <a:pt x="1652265" y="1539795"/>
                  </a:lnTo>
                  <a:lnTo>
                    <a:pt x="1652221" y="1539735"/>
                  </a:lnTo>
                  <a:lnTo>
                    <a:pt x="1652120" y="1539655"/>
                  </a:lnTo>
                  <a:lnTo>
                    <a:pt x="1652008" y="1539599"/>
                  </a:lnTo>
                  <a:lnTo>
                    <a:pt x="1651757" y="1539550"/>
                  </a:lnTo>
                  <a:lnTo>
                    <a:pt x="1651522" y="1539524"/>
                  </a:lnTo>
                  <a:lnTo>
                    <a:pt x="1651176" y="1539513"/>
                  </a:lnTo>
                  <a:lnTo>
                    <a:pt x="1650783" y="1539529"/>
                  </a:lnTo>
                  <a:lnTo>
                    <a:pt x="1650386" y="1539588"/>
                  </a:lnTo>
                  <a:lnTo>
                    <a:pt x="1649903" y="1539688"/>
                  </a:lnTo>
                  <a:lnTo>
                    <a:pt x="1649307" y="1539872"/>
                  </a:lnTo>
                  <a:lnTo>
                    <a:pt x="1648875" y="1540021"/>
                  </a:lnTo>
                  <a:lnTo>
                    <a:pt x="1648569" y="1540161"/>
                  </a:lnTo>
                  <a:lnTo>
                    <a:pt x="1648437" y="1540225"/>
                  </a:lnTo>
                  <a:lnTo>
                    <a:pt x="1648362" y="1540266"/>
                  </a:lnTo>
                  <a:lnTo>
                    <a:pt x="1648342" y="1540272"/>
                  </a:lnTo>
                  <a:lnTo>
                    <a:pt x="1648231" y="1540312"/>
                  </a:lnTo>
                  <a:lnTo>
                    <a:pt x="1648224" y="1540315"/>
                  </a:lnTo>
                  <a:lnTo>
                    <a:pt x="1648199" y="1540326"/>
                  </a:lnTo>
                  <a:lnTo>
                    <a:pt x="1648182" y="1540332"/>
                  </a:lnTo>
                  <a:lnTo>
                    <a:pt x="1647752" y="1540515"/>
                  </a:lnTo>
                  <a:lnTo>
                    <a:pt x="1647447" y="1540646"/>
                  </a:lnTo>
                  <a:lnTo>
                    <a:pt x="1647433" y="1540652"/>
                  </a:lnTo>
                  <a:lnTo>
                    <a:pt x="1647424" y="1540656"/>
                  </a:lnTo>
                  <a:lnTo>
                    <a:pt x="1647394" y="1540671"/>
                  </a:lnTo>
                  <a:lnTo>
                    <a:pt x="1647386" y="1540672"/>
                  </a:lnTo>
                  <a:lnTo>
                    <a:pt x="1647369" y="1540670"/>
                  </a:lnTo>
                  <a:lnTo>
                    <a:pt x="1647275" y="1540659"/>
                  </a:lnTo>
                  <a:lnTo>
                    <a:pt x="1647178" y="1540647"/>
                  </a:lnTo>
                  <a:lnTo>
                    <a:pt x="1647077" y="1540625"/>
                  </a:lnTo>
                  <a:lnTo>
                    <a:pt x="1647063" y="1540619"/>
                  </a:lnTo>
                  <a:lnTo>
                    <a:pt x="1647048" y="1540614"/>
                  </a:lnTo>
                  <a:lnTo>
                    <a:pt x="1647035" y="1540609"/>
                  </a:lnTo>
                  <a:lnTo>
                    <a:pt x="1646986" y="1540599"/>
                  </a:lnTo>
                  <a:lnTo>
                    <a:pt x="1646951" y="1540592"/>
                  </a:lnTo>
                  <a:lnTo>
                    <a:pt x="1646807" y="1540565"/>
                  </a:lnTo>
                  <a:lnTo>
                    <a:pt x="1646735" y="1540551"/>
                  </a:lnTo>
                  <a:lnTo>
                    <a:pt x="1646588" y="1540551"/>
                  </a:lnTo>
                  <a:lnTo>
                    <a:pt x="1646509" y="1540543"/>
                  </a:lnTo>
                  <a:lnTo>
                    <a:pt x="1646496" y="1540542"/>
                  </a:lnTo>
                  <a:lnTo>
                    <a:pt x="1646095" y="1540502"/>
                  </a:lnTo>
                  <a:lnTo>
                    <a:pt x="1646022" y="1540490"/>
                  </a:lnTo>
                  <a:lnTo>
                    <a:pt x="1646003" y="1540484"/>
                  </a:lnTo>
                  <a:lnTo>
                    <a:pt x="1645975" y="1540474"/>
                  </a:lnTo>
                  <a:lnTo>
                    <a:pt x="1645927" y="1540460"/>
                  </a:lnTo>
                  <a:lnTo>
                    <a:pt x="1645896" y="1540447"/>
                  </a:lnTo>
                  <a:lnTo>
                    <a:pt x="1645876" y="1540435"/>
                  </a:lnTo>
                  <a:lnTo>
                    <a:pt x="1645738" y="1540365"/>
                  </a:lnTo>
                  <a:lnTo>
                    <a:pt x="1645685" y="1540343"/>
                  </a:lnTo>
                  <a:lnTo>
                    <a:pt x="1645596" y="1540307"/>
                  </a:lnTo>
                  <a:lnTo>
                    <a:pt x="1645461" y="1540279"/>
                  </a:lnTo>
                  <a:lnTo>
                    <a:pt x="1645156" y="1540266"/>
                  </a:lnTo>
                  <a:lnTo>
                    <a:pt x="1645109" y="1540264"/>
                  </a:lnTo>
                  <a:lnTo>
                    <a:pt x="1645089" y="1540365"/>
                  </a:lnTo>
                  <a:lnTo>
                    <a:pt x="1645069" y="1540465"/>
                  </a:lnTo>
                  <a:lnTo>
                    <a:pt x="1645062" y="1540503"/>
                  </a:lnTo>
                  <a:lnTo>
                    <a:pt x="1645117" y="1540516"/>
                  </a:lnTo>
                  <a:lnTo>
                    <a:pt x="1645130" y="1540519"/>
                  </a:lnTo>
                  <a:lnTo>
                    <a:pt x="1645149" y="1540521"/>
                  </a:lnTo>
                  <a:lnTo>
                    <a:pt x="1645588" y="1540696"/>
                  </a:lnTo>
                  <a:lnTo>
                    <a:pt x="1645682" y="1540735"/>
                  </a:lnTo>
                  <a:lnTo>
                    <a:pt x="1645694" y="1540740"/>
                  </a:lnTo>
                  <a:lnTo>
                    <a:pt x="1645768" y="1540769"/>
                  </a:lnTo>
                  <a:lnTo>
                    <a:pt x="1646106" y="1540901"/>
                  </a:lnTo>
                  <a:lnTo>
                    <a:pt x="1646285" y="1540938"/>
                  </a:lnTo>
                  <a:lnTo>
                    <a:pt x="1646392" y="1540943"/>
                  </a:lnTo>
                  <a:lnTo>
                    <a:pt x="1646471" y="1540964"/>
                  </a:lnTo>
                  <a:lnTo>
                    <a:pt x="1646506" y="1541002"/>
                  </a:lnTo>
                  <a:lnTo>
                    <a:pt x="1646519" y="1541041"/>
                  </a:lnTo>
                  <a:lnTo>
                    <a:pt x="1646516" y="1541070"/>
                  </a:lnTo>
                  <a:lnTo>
                    <a:pt x="1646488" y="1541089"/>
                  </a:lnTo>
                  <a:lnTo>
                    <a:pt x="1646462" y="1541098"/>
                  </a:lnTo>
                  <a:lnTo>
                    <a:pt x="1646131" y="1541220"/>
                  </a:lnTo>
                  <a:lnTo>
                    <a:pt x="1646066" y="1541244"/>
                  </a:lnTo>
                  <a:lnTo>
                    <a:pt x="1645954" y="1541278"/>
                  </a:lnTo>
                  <a:lnTo>
                    <a:pt x="1645916" y="1541273"/>
                  </a:lnTo>
                  <a:lnTo>
                    <a:pt x="1645864" y="1541273"/>
                  </a:lnTo>
                  <a:lnTo>
                    <a:pt x="1645767" y="1541289"/>
                  </a:lnTo>
                  <a:lnTo>
                    <a:pt x="1645695" y="1541308"/>
                  </a:lnTo>
                  <a:lnTo>
                    <a:pt x="1645672" y="1541318"/>
                  </a:lnTo>
                  <a:lnTo>
                    <a:pt x="1645625" y="1541337"/>
                  </a:lnTo>
                  <a:lnTo>
                    <a:pt x="1645600" y="1541348"/>
                  </a:lnTo>
                  <a:lnTo>
                    <a:pt x="1645572" y="1541361"/>
                  </a:lnTo>
                  <a:lnTo>
                    <a:pt x="1645559" y="1541366"/>
                  </a:lnTo>
                  <a:lnTo>
                    <a:pt x="1645456" y="1541409"/>
                  </a:lnTo>
                  <a:lnTo>
                    <a:pt x="1645427" y="1541421"/>
                  </a:lnTo>
                  <a:lnTo>
                    <a:pt x="1645288" y="1541476"/>
                  </a:lnTo>
                  <a:lnTo>
                    <a:pt x="1645203" y="1541510"/>
                  </a:lnTo>
                  <a:lnTo>
                    <a:pt x="1645131" y="1541533"/>
                  </a:lnTo>
                  <a:lnTo>
                    <a:pt x="1645074" y="1541544"/>
                  </a:lnTo>
                  <a:lnTo>
                    <a:pt x="1644947" y="1541599"/>
                  </a:lnTo>
                  <a:lnTo>
                    <a:pt x="1644896" y="1541622"/>
                  </a:lnTo>
                  <a:lnTo>
                    <a:pt x="1644774" y="1541678"/>
                  </a:lnTo>
                  <a:lnTo>
                    <a:pt x="1644553" y="1541780"/>
                  </a:lnTo>
                  <a:lnTo>
                    <a:pt x="1644548" y="1541782"/>
                  </a:lnTo>
                  <a:lnTo>
                    <a:pt x="1644438" y="1541848"/>
                  </a:lnTo>
                  <a:lnTo>
                    <a:pt x="1644203" y="1541932"/>
                  </a:lnTo>
                  <a:lnTo>
                    <a:pt x="1644100" y="1541977"/>
                  </a:lnTo>
                  <a:lnTo>
                    <a:pt x="1643947" y="1542032"/>
                  </a:lnTo>
                  <a:lnTo>
                    <a:pt x="1643767" y="1542143"/>
                  </a:lnTo>
                  <a:lnTo>
                    <a:pt x="1643391" y="1542451"/>
                  </a:lnTo>
                  <a:lnTo>
                    <a:pt x="1643236" y="1542562"/>
                  </a:lnTo>
                  <a:lnTo>
                    <a:pt x="1642857" y="1542888"/>
                  </a:lnTo>
                  <a:lnTo>
                    <a:pt x="1642741" y="1542988"/>
                  </a:lnTo>
                  <a:lnTo>
                    <a:pt x="1642482" y="1543269"/>
                  </a:lnTo>
                  <a:lnTo>
                    <a:pt x="1642396" y="1543356"/>
                  </a:lnTo>
                  <a:lnTo>
                    <a:pt x="1642372" y="1543376"/>
                  </a:lnTo>
                  <a:lnTo>
                    <a:pt x="1642332" y="1543366"/>
                  </a:lnTo>
                  <a:lnTo>
                    <a:pt x="1642277" y="1543293"/>
                  </a:lnTo>
                  <a:lnTo>
                    <a:pt x="1642259" y="1543241"/>
                  </a:lnTo>
                  <a:lnTo>
                    <a:pt x="1642265" y="1543210"/>
                  </a:lnTo>
                  <a:lnTo>
                    <a:pt x="1642338" y="1543089"/>
                  </a:lnTo>
                  <a:lnTo>
                    <a:pt x="1642396" y="1542978"/>
                  </a:lnTo>
                  <a:lnTo>
                    <a:pt x="1642424" y="1542912"/>
                  </a:lnTo>
                  <a:lnTo>
                    <a:pt x="1642494" y="1542798"/>
                  </a:lnTo>
                  <a:lnTo>
                    <a:pt x="1642549" y="1542763"/>
                  </a:lnTo>
                  <a:lnTo>
                    <a:pt x="1642628" y="1542756"/>
                  </a:lnTo>
                  <a:lnTo>
                    <a:pt x="1642702" y="1542722"/>
                  </a:lnTo>
                  <a:lnTo>
                    <a:pt x="1642811" y="1542666"/>
                  </a:lnTo>
                  <a:lnTo>
                    <a:pt x="1643080" y="1542545"/>
                  </a:lnTo>
                  <a:lnTo>
                    <a:pt x="1643132" y="1542500"/>
                  </a:lnTo>
                  <a:lnTo>
                    <a:pt x="1643132" y="1542482"/>
                  </a:lnTo>
                  <a:lnTo>
                    <a:pt x="1643111" y="1542406"/>
                  </a:lnTo>
                  <a:lnTo>
                    <a:pt x="1643085" y="1542302"/>
                  </a:lnTo>
                  <a:lnTo>
                    <a:pt x="1643078" y="1542303"/>
                  </a:lnTo>
                  <a:lnTo>
                    <a:pt x="1643051" y="1542306"/>
                  </a:lnTo>
                  <a:lnTo>
                    <a:pt x="1643021" y="1542310"/>
                  </a:lnTo>
                  <a:lnTo>
                    <a:pt x="1643016" y="1542311"/>
                  </a:lnTo>
                  <a:lnTo>
                    <a:pt x="1642991" y="1542318"/>
                  </a:lnTo>
                  <a:lnTo>
                    <a:pt x="1642969" y="1542337"/>
                  </a:lnTo>
                  <a:lnTo>
                    <a:pt x="1642958" y="1542352"/>
                  </a:lnTo>
                  <a:lnTo>
                    <a:pt x="1642940" y="1542377"/>
                  </a:lnTo>
                  <a:lnTo>
                    <a:pt x="1642935" y="1542384"/>
                  </a:lnTo>
                  <a:lnTo>
                    <a:pt x="1642873" y="1542446"/>
                  </a:lnTo>
                  <a:lnTo>
                    <a:pt x="1642841" y="1542478"/>
                  </a:lnTo>
                  <a:lnTo>
                    <a:pt x="1642811" y="1542499"/>
                  </a:lnTo>
                  <a:lnTo>
                    <a:pt x="1642732" y="1542540"/>
                  </a:lnTo>
                  <a:lnTo>
                    <a:pt x="1642691" y="1542561"/>
                  </a:lnTo>
                  <a:lnTo>
                    <a:pt x="1642654" y="1542580"/>
                  </a:lnTo>
                  <a:lnTo>
                    <a:pt x="1642627" y="1542595"/>
                  </a:lnTo>
                  <a:lnTo>
                    <a:pt x="1642597" y="1542613"/>
                  </a:lnTo>
                  <a:lnTo>
                    <a:pt x="1642589" y="1542622"/>
                  </a:lnTo>
                  <a:lnTo>
                    <a:pt x="1642583" y="1542632"/>
                  </a:lnTo>
                  <a:lnTo>
                    <a:pt x="1642516" y="1542688"/>
                  </a:lnTo>
                  <a:lnTo>
                    <a:pt x="1642505" y="1542693"/>
                  </a:lnTo>
                  <a:lnTo>
                    <a:pt x="1642491" y="1542702"/>
                  </a:lnTo>
                  <a:lnTo>
                    <a:pt x="1642453" y="1542743"/>
                  </a:lnTo>
                  <a:lnTo>
                    <a:pt x="1642449" y="1542747"/>
                  </a:lnTo>
                  <a:lnTo>
                    <a:pt x="1642424" y="1542774"/>
                  </a:lnTo>
                  <a:lnTo>
                    <a:pt x="1642394" y="1542832"/>
                  </a:lnTo>
                  <a:lnTo>
                    <a:pt x="1642362" y="1542881"/>
                  </a:lnTo>
                  <a:lnTo>
                    <a:pt x="1642322" y="1542933"/>
                  </a:lnTo>
                  <a:lnTo>
                    <a:pt x="1642231" y="1543046"/>
                  </a:lnTo>
                  <a:lnTo>
                    <a:pt x="1642182" y="1543099"/>
                  </a:lnTo>
                  <a:lnTo>
                    <a:pt x="1642119" y="1543193"/>
                  </a:lnTo>
                  <a:lnTo>
                    <a:pt x="1642078" y="1543264"/>
                  </a:lnTo>
                  <a:lnTo>
                    <a:pt x="1642072" y="1543275"/>
                  </a:lnTo>
                  <a:lnTo>
                    <a:pt x="1642065" y="1543285"/>
                  </a:lnTo>
                  <a:lnTo>
                    <a:pt x="1642060" y="1543293"/>
                  </a:lnTo>
                  <a:lnTo>
                    <a:pt x="1642057" y="1543297"/>
                  </a:lnTo>
                  <a:lnTo>
                    <a:pt x="1642054" y="1543301"/>
                  </a:lnTo>
                  <a:lnTo>
                    <a:pt x="1642036" y="1543317"/>
                  </a:lnTo>
                  <a:lnTo>
                    <a:pt x="1642003" y="1543348"/>
                  </a:lnTo>
                  <a:lnTo>
                    <a:pt x="1641978" y="1543377"/>
                  </a:lnTo>
                  <a:lnTo>
                    <a:pt x="1641888" y="1543488"/>
                  </a:lnTo>
                  <a:lnTo>
                    <a:pt x="1641831" y="1543562"/>
                  </a:lnTo>
                  <a:lnTo>
                    <a:pt x="1641823" y="1543573"/>
                  </a:lnTo>
                  <a:lnTo>
                    <a:pt x="1641791" y="1543615"/>
                  </a:lnTo>
                  <a:lnTo>
                    <a:pt x="1641736" y="1543687"/>
                  </a:lnTo>
                  <a:lnTo>
                    <a:pt x="1641637" y="1543811"/>
                  </a:lnTo>
                  <a:lnTo>
                    <a:pt x="1641633" y="1543813"/>
                  </a:lnTo>
                  <a:lnTo>
                    <a:pt x="1641614" y="1543823"/>
                  </a:lnTo>
                  <a:lnTo>
                    <a:pt x="1641604" y="1543801"/>
                  </a:lnTo>
                  <a:lnTo>
                    <a:pt x="1641606" y="1543754"/>
                  </a:lnTo>
                  <a:lnTo>
                    <a:pt x="1641608" y="1543722"/>
                  </a:lnTo>
                  <a:lnTo>
                    <a:pt x="1641656" y="1543681"/>
                  </a:lnTo>
                  <a:lnTo>
                    <a:pt x="1641696" y="1543647"/>
                  </a:lnTo>
                  <a:lnTo>
                    <a:pt x="1641733" y="1543638"/>
                  </a:lnTo>
                  <a:lnTo>
                    <a:pt x="1641767" y="1543594"/>
                  </a:lnTo>
                  <a:lnTo>
                    <a:pt x="1641789" y="1543550"/>
                  </a:lnTo>
                  <a:lnTo>
                    <a:pt x="1641792" y="1543528"/>
                  </a:lnTo>
                  <a:lnTo>
                    <a:pt x="1641751" y="1543540"/>
                  </a:lnTo>
                  <a:lnTo>
                    <a:pt x="1641718" y="1543551"/>
                  </a:lnTo>
                  <a:lnTo>
                    <a:pt x="1641695" y="1543552"/>
                  </a:lnTo>
                  <a:lnTo>
                    <a:pt x="1641687" y="1543553"/>
                  </a:lnTo>
                  <a:lnTo>
                    <a:pt x="1641667" y="1543493"/>
                  </a:lnTo>
                  <a:lnTo>
                    <a:pt x="1641647" y="1543452"/>
                  </a:lnTo>
                  <a:lnTo>
                    <a:pt x="1641628" y="1543414"/>
                  </a:lnTo>
                  <a:lnTo>
                    <a:pt x="1641620" y="1543398"/>
                  </a:lnTo>
                  <a:lnTo>
                    <a:pt x="1641614" y="1543385"/>
                  </a:lnTo>
                  <a:lnTo>
                    <a:pt x="1641593" y="1543385"/>
                  </a:lnTo>
                  <a:lnTo>
                    <a:pt x="1641588" y="1543385"/>
                  </a:lnTo>
                  <a:lnTo>
                    <a:pt x="1641569" y="1543392"/>
                  </a:lnTo>
                  <a:lnTo>
                    <a:pt x="1641558" y="1543396"/>
                  </a:lnTo>
                  <a:lnTo>
                    <a:pt x="1641543" y="1543403"/>
                  </a:lnTo>
                  <a:lnTo>
                    <a:pt x="1641466" y="1543449"/>
                  </a:lnTo>
                  <a:lnTo>
                    <a:pt x="1641459" y="1543456"/>
                  </a:lnTo>
                  <a:lnTo>
                    <a:pt x="1641453" y="1543463"/>
                  </a:lnTo>
                  <a:lnTo>
                    <a:pt x="1641441" y="1543487"/>
                  </a:lnTo>
                  <a:lnTo>
                    <a:pt x="1641418" y="1543535"/>
                  </a:lnTo>
                  <a:lnTo>
                    <a:pt x="1641395" y="1543583"/>
                  </a:lnTo>
                  <a:lnTo>
                    <a:pt x="1641387" y="1543600"/>
                  </a:lnTo>
                  <a:lnTo>
                    <a:pt x="1641384" y="1543607"/>
                  </a:lnTo>
                  <a:lnTo>
                    <a:pt x="1641373" y="1543627"/>
                  </a:lnTo>
                  <a:lnTo>
                    <a:pt x="1641348" y="1543671"/>
                  </a:lnTo>
                  <a:lnTo>
                    <a:pt x="1641313" y="1543729"/>
                  </a:lnTo>
                  <a:lnTo>
                    <a:pt x="1641302" y="1543751"/>
                  </a:lnTo>
                  <a:lnTo>
                    <a:pt x="1641285" y="1543799"/>
                  </a:lnTo>
                  <a:lnTo>
                    <a:pt x="1641279" y="1543814"/>
                  </a:lnTo>
                  <a:lnTo>
                    <a:pt x="1641263" y="1543849"/>
                  </a:lnTo>
                  <a:lnTo>
                    <a:pt x="1641248" y="1543876"/>
                  </a:lnTo>
                  <a:lnTo>
                    <a:pt x="1641245" y="1543881"/>
                  </a:lnTo>
                  <a:lnTo>
                    <a:pt x="1641238" y="1543890"/>
                  </a:lnTo>
                  <a:lnTo>
                    <a:pt x="1641195" y="1543943"/>
                  </a:lnTo>
                  <a:lnTo>
                    <a:pt x="1641181" y="1543960"/>
                  </a:lnTo>
                  <a:lnTo>
                    <a:pt x="1641139" y="1544008"/>
                  </a:lnTo>
                  <a:lnTo>
                    <a:pt x="1641011" y="1544144"/>
                  </a:lnTo>
                  <a:lnTo>
                    <a:pt x="1640919" y="1544238"/>
                  </a:lnTo>
                  <a:lnTo>
                    <a:pt x="1640881" y="1544276"/>
                  </a:lnTo>
                  <a:lnTo>
                    <a:pt x="1640867" y="1544290"/>
                  </a:lnTo>
                  <a:lnTo>
                    <a:pt x="1640800" y="1544336"/>
                  </a:lnTo>
                  <a:lnTo>
                    <a:pt x="1640654" y="1544435"/>
                  </a:lnTo>
                  <a:lnTo>
                    <a:pt x="1640573" y="1544468"/>
                  </a:lnTo>
                  <a:lnTo>
                    <a:pt x="1640559" y="1544472"/>
                  </a:lnTo>
                  <a:lnTo>
                    <a:pt x="1640524" y="1544482"/>
                  </a:lnTo>
                  <a:lnTo>
                    <a:pt x="1640502" y="1544485"/>
                  </a:lnTo>
                  <a:lnTo>
                    <a:pt x="1640405" y="1544479"/>
                  </a:lnTo>
                  <a:lnTo>
                    <a:pt x="1640393" y="1544478"/>
                  </a:lnTo>
                  <a:lnTo>
                    <a:pt x="1640305" y="1544484"/>
                  </a:lnTo>
                  <a:lnTo>
                    <a:pt x="1640293" y="1544486"/>
                  </a:lnTo>
                  <a:lnTo>
                    <a:pt x="1640282" y="1544488"/>
                  </a:lnTo>
                  <a:lnTo>
                    <a:pt x="1640273" y="1544490"/>
                  </a:lnTo>
                  <a:lnTo>
                    <a:pt x="1640268" y="1544494"/>
                  </a:lnTo>
                  <a:lnTo>
                    <a:pt x="1640239" y="1544524"/>
                  </a:lnTo>
                  <a:lnTo>
                    <a:pt x="1640174" y="1544590"/>
                  </a:lnTo>
                  <a:lnTo>
                    <a:pt x="1640050" y="1544715"/>
                  </a:lnTo>
                  <a:lnTo>
                    <a:pt x="1639958" y="1544822"/>
                  </a:lnTo>
                  <a:lnTo>
                    <a:pt x="1639859" y="1544930"/>
                  </a:lnTo>
                  <a:lnTo>
                    <a:pt x="1639846" y="1544943"/>
                  </a:lnTo>
                  <a:lnTo>
                    <a:pt x="1639834" y="1544951"/>
                  </a:lnTo>
                  <a:lnTo>
                    <a:pt x="1639795" y="1544976"/>
                  </a:lnTo>
                  <a:lnTo>
                    <a:pt x="1639779" y="1544986"/>
                  </a:lnTo>
                  <a:lnTo>
                    <a:pt x="1639768" y="1544993"/>
                  </a:lnTo>
                  <a:lnTo>
                    <a:pt x="1639731" y="1545017"/>
                  </a:lnTo>
                  <a:lnTo>
                    <a:pt x="1639703" y="1545035"/>
                  </a:lnTo>
                  <a:lnTo>
                    <a:pt x="1639691" y="1545042"/>
                  </a:lnTo>
                  <a:lnTo>
                    <a:pt x="1639585" y="1545110"/>
                  </a:lnTo>
                  <a:lnTo>
                    <a:pt x="1639576" y="1545115"/>
                  </a:lnTo>
                  <a:lnTo>
                    <a:pt x="1639555" y="1545126"/>
                  </a:lnTo>
                  <a:lnTo>
                    <a:pt x="1639540" y="1545133"/>
                  </a:lnTo>
                  <a:lnTo>
                    <a:pt x="1639504" y="1545151"/>
                  </a:lnTo>
                  <a:lnTo>
                    <a:pt x="1639287" y="1545259"/>
                  </a:lnTo>
                  <a:lnTo>
                    <a:pt x="1639282" y="1545261"/>
                  </a:lnTo>
                  <a:lnTo>
                    <a:pt x="1639262" y="1545271"/>
                  </a:lnTo>
                  <a:lnTo>
                    <a:pt x="1639242" y="1545281"/>
                  </a:lnTo>
                  <a:lnTo>
                    <a:pt x="1639119" y="1545343"/>
                  </a:lnTo>
                  <a:lnTo>
                    <a:pt x="1639113" y="1545345"/>
                  </a:lnTo>
                  <a:lnTo>
                    <a:pt x="1639090" y="1545353"/>
                  </a:lnTo>
                  <a:lnTo>
                    <a:pt x="1639043" y="1545366"/>
                  </a:lnTo>
                  <a:lnTo>
                    <a:pt x="1638985" y="1545377"/>
                  </a:lnTo>
                  <a:lnTo>
                    <a:pt x="1638909" y="1545389"/>
                  </a:lnTo>
                  <a:lnTo>
                    <a:pt x="1638869" y="1545395"/>
                  </a:lnTo>
                  <a:lnTo>
                    <a:pt x="1638856" y="1545396"/>
                  </a:lnTo>
                  <a:lnTo>
                    <a:pt x="1638846" y="1545397"/>
                  </a:lnTo>
                  <a:lnTo>
                    <a:pt x="1638779" y="1545402"/>
                  </a:lnTo>
                  <a:lnTo>
                    <a:pt x="1638647" y="1545420"/>
                  </a:lnTo>
                  <a:lnTo>
                    <a:pt x="1638614" y="1545440"/>
                  </a:lnTo>
                  <a:lnTo>
                    <a:pt x="1638581" y="1545461"/>
                  </a:lnTo>
                  <a:lnTo>
                    <a:pt x="1638503" y="1545509"/>
                  </a:lnTo>
                  <a:lnTo>
                    <a:pt x="1638499" y="1545522"/>
                  </a:lnTo>
                  <a:lnTo>
                    <a:pt x="1638469" y="1545540"/>
                  </a:lnTo>
                  <a:lnTo>
                    <a:pt x="1638231" y="1545687"/>
                  </a:lnTo>
                  <a:lnTo>
                    <a:pt x="1638223" y="1545691"/>
                  </a:lnTo>
                  <a:lnTo>
                    <a:pt x="1638211" y="1545696"/>
                  </a:lnTo>
                  <a:lnTo>
                    <a:pt x="1638200" y="1545700"/>
                  </a:lnTo>
                  <a:lnTo>
                    <a:pt x="1638191" y="1545701"/>
                  </a:lnTo>
                  <a:lnTo>
                    <a:pt x="1638183" y="1545699"/>
                  </a:lnTo>
                  <a:lnTo>
                    <a:pt x="1638170" y="1545693"/>
                  </a:lnTo>
                  <a:lnTo>
                    <a:pt x="1638129" y="1545672"/>
                  </a:lnTo>
                  <a:lnTo>
                    <a:pt x="1638086" y="1545649"/>
                  </a:lnTo>
                  <a:lnTo>
                    <a:pt x="1638053" y="1545632"/>
                  </a:lnTo>
                  <a:lnTo>
                    <a:pt x="1637817" y="1545484"/>
                  </a:lnTo>
                  <a:lnTo>
                    <a:pt x="1637643" y="1545365"/>
                  </a:lnTo>
                  <a:lnTo>
                    <a:pt x="1637580" y="1545350"/>
                  </a:lnTo>
                  <a:lnTo>
                    <a:pt x="1637483" y="1545345"/>
                  </a:lnTo>
                  <a:lnTo>
                    <a:pt x="1637394" y="1545360"/>
                  </a:lnTo>
                  <a:lnTo>
                    <a:pt x="1637251" y="1545384"/>
                  </a:lnTo>
                  <a:lnTo>
                    <a:pt x="1637175" y="1545393"/>
                  </a:lnTo>
                  <a:lnTo>
                    <a:pt x="1637116" y="1545369"/>
                  </a:lnTo>
                  <a:lnTo>
                    <a:pt x="1637056" y="1545336"/>
                  </a:lnTo>
                  <a:lnTo>
                    <a:pt x="1637031" y="1545273"/>
                  </a:lnTo>
                  <a:lnTo>
                    <a:pt x="1637056" y="1545168"/>
                  </a:lnTo>
                  <a:lnTo>
                    <a:pt x="1637053" y="1545145"/>
                  </a:lnTo>
                  <a:lnTo>
                    <a:pt x="1637035" y="1545007"/>
                  </a:lnTo>
                  <a:lnTo>
                    <a:pt x="1636972" y="1544766"/>
                  </a:lnTo>
                  <a:lnTo>
                    <a:pt x="1636970" y="1544677"/>
                  </a:lnTo>
                  <a:lnTo>
                    <a:pt x="1636985" y="1544629"/>
                  </a:lnTo>
                  <a:lnTo>
                    <a:pt x="1636995" y="1544595"/>
                  </a:lnTo>
                  <a:lnTo>
                    <a:pt x="1637002" y="1544579"/>
                  </a:lnTo>
                  <a:lnTo>
                    <a:pt x="1637004" y="1544572"/>
                  </a:lnTo>
                  <a:lnTo>
                    <a:pt x="1637026" y="1544531"/>
                  </a:lnTo>
                  <a:lnTo>
                    <a:pt x="1637048" y="1544489"/>
                  </a:lnTo>
                  <a:lnTo>
                    <a:pt x="1637079" y="1544447"/>
                  </a:lnTo>
                  <a:lnTo>
                    <a:pt x="1637108" y="1544412"/>
                  </a:lnTo>
                  <a:lnTo>
                    <a:pt x="1637150" y="1544361"/>
                  </a:lnTo>
                  <a:lnTo>
                    <a:pt x="1637165" y="1544343"/>
                  </a:lnTo>
                  <a:lnTo>
                    <a:pt x="1637229" y="1544267"/>
                  </a:lnTo>
                  <a:lnTo>
                    <a:pt x="1637237" y="1544258"/>
                  </a:lnTo>
                  <a:lnTo>
                    <a:pt x="1637270" y="1544218"/>
                  </a:lnTo>
                  <a:lnTo>
                    <a:pt x="1637280" y="1544159"/>
                  </a:lnTo>
                  <a:lnTo>
                    <a:pt x="1637280" y="1544085"/>
                  </a:lnTo>
                  <a:lnTo>
                    <a:pt x="1637280" y="1544064"/>
                  </a:lnTo>
                  <a:lnTo>
                    <a:pt x="1637263" y="1544055"/>
                  </a:lnTo>
                  <a:lnTo>
                    <a:pt x="1637233" y="1544075"/>
                  </a:lnTo>
                  <a:lnTo>
                    <a:pt x="1637196" y="1544081"/>
                  </a:lnTo>
                  <a:lnTo>
                    <a:pt x="1637189" y="1544075"/>
                  </a:lnTo>
                  <a:lnTo>
                    <a:pt x="1637181" y="1544042"/>
                  </a:lnTo>
                  <a:lnTo>
                    <a:pt x="1637173" y="1543937"/>
                  </a:lnTo>
                  <a:lnTo>
                    <a:pt x="1637177" y="1543855"/>
                  </a:lnTo>
                  <a:lnTo>
                    <a:pt x="1637212" y="1543820"/>
                  </a:lnTo>
                  <a:lnTo>
                    <a:pt x="1637230" y="1543817"/>
                  </a:lnTo>
                  <a:lnTo>
                    <a:pt x="1637249" y="1543829"/>
                  </a:lnTo>
                  <a:lnTo>
                    <a:pt x="1637265" y="1543804"/>
                  </a:lnTo>
                  <a:lnTo>
                    <a:pt x="1637266" y="1543785"/>
                  </a:lnTo>
                  <a:lnTo>
                    <a:pt x="1637266" y="1543761"/>
                  </a:lnTo>
                  <a:lnTo>
                    <a:pt x="1637261" y="1543764"/>
                  </a:lnTo>
                  <a:lnTo>
                    <a:pt x="1637199" y="1543792"/>
                  </a:lnTo>
                  <a:lnTo>
                    <a:pt x="1637167" y="1543816"/>
                  </a:lnTo>
                  <a:lnTo>
                    <a:pt x="1637061" y="1543892"/>
                  </a:lnTo>
                  <a:lnTo>
                    <a:pt x="1636961" y="1543967"/>
                  </a:lnTo>
                  <a:lnTo>
                    <a:pt x="1636870" y="1544054"/>
                  </a:lnTo>
                  <a:lnTo>
                    <a:pt x="1636838" y="1544266"/>
                  </a:lnTo>
                  <a:lnTo>
                    <a:pt x="1636685" y="1544286"/>
                  </a:lnTo>
                  <a:lnTo>
                    <a:pt x="1636589" y="1544290"/>
                  </a:lnTo>
                  <a:lnTo>
                    <a:pt x="1636579" y="1544291"/>
                  </a:lnTo>
                  <a:lnTo>
                    <a:pt x="1636558" y="1544315"/>
                  </a:lnTo>
                  <a:lnTo>
                    <a:pt x="1636554" y="1544353"/>
                  </a:lnTo>
                  <a:lnTo>
                    <a:pt x="1636571" y="1544463"/>
                  </a:lnTo>
                  <a:lnTo>
                    <a:pt x="1636588" y="1544492"/>
                  </a:lnTo>
                  <a:lnTo>
                    <a:pt x="1636609" y="1544526"/>
                  </a:lnTo>
                  <a:lnTo>
                    <a:pt x="1636630" y="1544569"/>
                  </a:lnTo>
                  <a:lnTo>
                    <a:pt x="1636622" y="1544583"/>
                  </a:lnTo>
                  <a:lnTo>
                    <a:pt x="1636588" y="1544609"/>
                  </a:lnTo>
                  <a:lnTo>
                    <a:pt x="1636482" y="1544689"/>
                  </a:lnTo>
                  <a:lnTo>
                    <a:pt x="1636461" y="1544679"/>
                  </a:lnTo>
                  <a:lnTo>
                    <a:pt x="1636254" y="1544391"/>
                  </a:lnTo>
                  <a:lnTo>
                    <a:pt x="1636242" y="1544367"/>
                  </a:lnTo>
                  <a:lnTo>
                    <a:pt x="1636275" y="1544305"/>
                  </a:lnTo>
                  <a:lnTo>
                    <a:pt x="1636136" y="1544099"/>
                  </a:lnTo>
                  <a:lnTo>
                    <a:pt x="1636275" y="1544013"/>
                  </a:lnTo>
                  <a:lnTo>
                    <a:pt x="1636246" y="1543941"/>
                  </a:lnTo>
                  <a:lnTo>
                    <a:pt x="1636284" y="1543835"/>
                  </a:lnTo>
                  <a:lnTo>
                    <a:pt x="1636343" y="1543744"/>
                  </a:lnTo>
                  <a:lnTo>
                    <a:pt x="1636378" y="1543719"/>
                  </a:lnTo>
                  <a:lnTo>
                    <a:pt x="1636470" y="1543624"/>
                  </a:lnTo>
                  <a:lnTo>
                    <a:pt x="1636578" y="1543528"/>
                  </a:lnTo>
                  <a:lnTo>
                    <a:pt x="1636730" y="1543482"/>
                  </a:lnTo>
                  <a:lnTo>
                    <a:pt x="1636957" y="1543424"/>
                  </a:lnTo>
                  <a:lnTo>
                    <a:pt x="1637111" y="1543279"/>
                  </a:lnTo>
                  <a:lnTo>
                    <a:pt x="1637251" y="1543120"/>
                  </a:lnTo>
                  <a:lnTo>
                    <a:pt x="1637185" y="1542945"/>
                  </a:lnTo>
                  <a:lnTo>
                    <a:pt x="1637087" y="1542691"/>
                  </a:lnTo>
                  <a:lnTo>
                    <a:pt x="1636695" y="1542837"/>
                  </a:lnTo>
                  <a:lnTo>
                    <a:pt x="1636702" y="1542876"/>
                  </a:lnTo>
                  <a:lnTo>
                    <a:pt x="1636556" y="1542931"/>
                  </a:lnTo>
                  <a:lnTo>
                    <a:pt x="1636476" y="1542861"/>
                  </a:lnTo>
                  <a:lnTo>
                    <a:pt x="1636472" y="1542856"/>
                  </a:lnTo>
                  <a:lnTo>
                    <a:pt x="1636507" y="1542713"/>
                  </a:lnTo>
                  <a:lnTo>
                    <a:pt x="1636543" y="1542652"/>
                  </a:lnTo>
                  <a:lnTo>
                    <a:pt x="1636625" y="1542589"/>
                  </a:lnTo>
                  <a:lnTo>
                    <a:pt x="1636768" y="1542524"/>
                  </a:lnTo>
                  <a:lnTo>
                    <a:pt x="1636859" y="1542494"/>
                  </a:lnTo>
                  <a:lnTo>
                    <a:pt x="1637018" y="1542465"/>
                  </a:lnTo>
                  <a:lnTo>
                    <a:pt x="1637123" y="1542417"/>
                  </a:lnTo>
                  <a:lnTo>
                    <a:pt x="1637229" y="1542368"/>
                  </a:lnTo>
                  <a:lnTo>
                    <a:pt x="1637456" y="1542246"/>
                  </a:lnTo>
                  <a:lnTo>
                    <a:pt x="1637410" y="1542193"/>
                  </a:lnTo>
                  <a:lnTo>
                    <a:pt x="1637268" y="1542188"/>
                  </a:lnTo>
                  <a:lnTo>
                    <a:pt x="1637261" y="1542188"/>
                  </a:lnTo>
                  <a:lnTo>
                    <a:pt x="1637212" y="1542152"/>
                  </a:lnTo>
                  <a:lnTo>
                    <a:pt x="1637195" y="1542153"/>
                  </a:lnTo>
                  <a:lnTo>
                    <a:pt x="1637172" y="1542153"/>
                  </a:lnTo>
                  <a:lnTo>
                    <a:pt x="1637023" y="1542258"/>
                  </a:lnTo>
                  <a:lnTo>
                    <a:pt x="1636864" y="1542322"/>
                  </a:lnTo>
                  <a:lnTo>
                    <a:pt x="1636738" y="1542326"/>
                  </a:lnTo>
                  <a:lnTo>
                    <a:pt x="1636635" y="1542266"/>
                  </a:lnTo>
                  <a:lnTo>
                    <a:pt x="1636600" y="1542270"/>
                  </a:lnTo>
                  <a:lnTo>
                    <a:pt x="1636482" y="1542315"/>
                  </a:lnTo>
                  <a:lnTo>
                    <a:pt x="1636383" y="1542428"/>
                  </a:lnTo>
                  <a:lnTo>
                    <a:pt x="1636260" y="1542687"/>
                  </a:lnTo>
                  <a:lnTo>
                    <a:pt x="1636237" y="1542703"/>
                  </a:lnTo>
                  <a:lnTo>
                    <a:pt x="1636147" y="1542703"/>
                  </a:lnTo>
                  <a:lnTo>
                    <a:pt x="1636124" y="1542718"/>
                  </a:lnTo>
                  <a:lnTo>
                    <a:pt x="1636087" y="1542810"/>
                  </a:lnTo>
                  <a:lnTo>
                    <a:pt x="1636081" y="1542846"/>
                  </a:lnTo>
                  <a:lnTo>
                    <a:pt x="1636070" y="1542907"/>
                  </a:lnTo>
                  <a:lnTo>
                    <a:pt x="1635842" y="1543061"/>
                  </a:lnTo>
                  <a:lnTo>
                    <a:pt x="1635775" y="1543076"/>
                  </a:lnTo>
                  <a:lnTo>
                    <a:pt x="1635700" y="1543070"/>
                  </a:lnTo>
                  <a:lnTo>
                    <a:pt x="1635639" y="1543053"/>
                  </a:lnTo>
                  <a:lnTo>
                    <a:pt x="1635626" y="1543020"/>
                  </a:lnTo>
                  <a:lnTo>
                    <a:pt x="1635627" y="1542993"/>
                  </a:lnTo>
                  <a:lnTo>
                    <a:pt x="1635667" y="1542764"/>
                  </a:lnTo>
                  <a:lnTo>
                    <a:pt x="1635714" y="1542643"/>
                  </a:lnTo>
                  <a:lnTo>
                    <a:pt x="1635675" y="1542570"/>
                  </a:lnTo>
                  <a:lnTo>
                    <a:pt x="1635621" y="1542535"/>
                  </a:lnTo>
                  <a:lnTo>
                    <a:pt x="1635623" y="1542440"/>
                  </a:lnTo>
                  <a:lnTo>
                    <a:pt x="1635659" y="1542309"/>
                  </a:lnTo>
                  <a:lnTo>
                    <a:pt x="1635696" y="1542247"/>
                  </a:lnTo>
                  <a:lnTo>
                    <a:pt x="1635737" y="1542219"/>
                  </a:lnTo>
                  <a:lnTo>
                    <a:pt x="1635778" y="1542192"/>
                  </a:lnTo>
                  <a:lnTo>
                    <a:pt x="1635802" y="1542146"/>
                  </a:lnTo>
                  <a:lnTo>
                    <a:pt x="1635795" y="1542111"/>
                  </a:lnTo>
                  <a:lnTo>
                    <a:pt x="1635726" y="1542010"/>
                  </a:lnTo>
                  <a:lnTo>
                    <a:pt x="1635675" y="1541945"/>
                  </a:lnTo>
                  <a:lnTo>
                    <a:pt x="1635666" y="1541859"/>
                  </a:lnTo>
                  <a:lnTo>
                    <a:pt x="1635669" y="1541799"/>
                  </a:lnTo>
                  <a:lnTo>
                    <a:pt x="1635693" y="1541750"/>
                  </a:lnTo>
                  <a:lnTo>
                    <a:pt x="1635729" y="1541689"/>
                  </a:lnTo>
                  <a:lnTo>
                    <a:pt x="1635829" y="1541644"/>
                  </a:lnTo>
                  <a:lnTo>
                    <a:pt x="1635921" y="1541607"/>
                  </a:lnTo>
                  <a:lnTo>
                    <a:pt x="1635921" y="1541595"/>
                  </a:lnTo>
                  <a:lnTo>
                    <a:pt x="1635905" y="1541569"/>
                  </a:lnTo>
                  <a:lnTo>
                    <a:pt x="1635868" y="1541543"/>
                  </a:lnTo>
                  <a:lnTo>
                    <a:pt x="1635829" y="1541546"/>
                  </a:lnTo>
                  <a:lnTo>
                    <a:pt x="1635719" y="1541622"/>
                  </a:lnTo>
                  <a:lnTo>
                    <a:pt x="1635616" y="1541776"/>
                  </a:lnTo>
                  <a:lnTo>
                    <a:pt x="1635558" y="1541881"/>
                  </a:lnTo>
                  <a:lnTo>
                    <a:pt x="1635520" y="1541927"/>
                  </a:lnTo>
                  <a:lnTo>
                    <a:pt x="1635477" y="1542032"/>
                  </a:lnTo>
                  <a:lnTo>
                    <a:pt x="1635454" y="1542089"/>
                  </a:lnTo>
                  <a:lnTo>
                    <a:pt x="1635427" y="1542092"/>
                  </a:lnTo>
                  <a:lnTo>
                    <a:pt x="1635357" y="1542070"/>
                  </a:lnTo>
                  <a:lnTo>
                    <a:pt x="1635318" y="1542013"/>
                  </a:lnTo>
                  <a:lnTo>
                    <a:pt x="1635311" y="1541979"/>
                  </a:lnTo>
                  <a:lnTo>
                    <a:pt x="1635311" y="1541919"/>
                  </a:lnTo>
                  <a:lnTo>
                    <a:pt x="1635304" y="1541825"/>
                  </a:lnTo>
                  <a:lnTo>
                    <a:pt x="1635261" y="1541727"/>
                  </a:lnTo>
                  <a:lnTo>
                    <a:pt x="1635211" y="1541573"/>
                  </a:lnTo>
                  <a:lnTo>
                    <a:pt x="1635221" y="1541490"/>
                  </a:lnTo>
                  <a:lnTo>
                    <a:pt x="1635265" y="1541384"/>
                  </a:lnTo>
                  <a:lnTo>
                    <a:pt x="1635318" y="1541328"/>
                  </a:lnTo>
                  <a:lnTo>
                    <a:pt x="1635337" y="1541279"/>
                  </a:lnTo>
                  <a:lnTo>
                    <a:pt x="1635336" y="1541261"/>
                  </a:lnTo>
                  <a:lnTo>
                    <a:pt x="1635412" y="1541114"/>
                  </a:lnTo>
                  <a:lnTo>
                    <a:pt x="1635477" y="1540987"/>
                  </a:lnTo>
                  <a:lnTo>
                    <a:pt x="1635524" y="1540828"/>
                  </a:lnTo>
                  <a:lnTo>
                    <a:pt x="1635554" y="1540726"/>
                  </a:lnTo>
                  <a:lnTo>
                    <a:pt x="1635555" y="1540715"/>
                  </a:lnTo>
                  <a:lnTo>
                    <a:pt x="1635556" y="1540706"/>
                  </a:lnTo>
                  <a:lnTo>
                    <a:pt x="1635547" y="1540698"/>
                  </a:lnTo>
                  <a:lnTo>
                    <a:pt x="1635512" y="1540670"/>
                  </a:lnTo>
                  <a:lnTo>
                    <a:pt x="1635473" y="1540680"/>
                  </a:lnTo>
                  <a:lnTo>
                    <a:pt x="1635395" y="1540791"/>
                  </a:lnTo>
                  <a:lnTo>
                    <a:pt x="1635350" y="1540837"/>
                  </a:lnTo>
                  <a:lnTo>
                    <a:pt x="1635328" y="1540876"/>
                  </a:lnTo>
                  <a:lnTo>
                    <a:pt x="1635219" y="1541071"/>
                  </a:lnTo>
                  <a:lnTo>
                    <a:pt x="1634975" y="1541255"/>
                  </a:lnTo>
                  <a:lnTo>
                    <a:pt x="1634880" y="1541320"/>
                  </a:lnTo>
                  <a:lnTo>
                    <a:pt x="1634631" y="1541491"/>
                  </a:lnTo>
                  <a:lnTo>
                    <a:pt x="1634565" y="1541536"/>
                  </a:lnTo>
                  <a:lnTo>
                    <a:pt x="1634536" y="1541639"/>
                  </a:lnTo>
                  <a:lnTo>
                    <a:pt x="1634523" y="1541668"/>
                  </a:lnTo>
                  <a:lnTo>
                    <a:pt x="1634483" y="1541662"/>
                  </a:lnTo>
                  <a:lnTo>
                    <a:pt x="1634350" y="1541642"/>
                  </a:lnTo>
                  <a:lnTo>
                    <a:pt x="1634308" y="1541605"/>
                  </a:lnTo>
                  <a:lnTo>
                    <a:pt x="1634246" y="1541497"/>
                  </a:lnTo>
                  <a:lnTo>
                    <a:pt x="1634124" y="1541401"/>
                  </a:lnTo>
                  <a:lnTo>
                    <a:pt x="1634017" y="1541335"/>
                  </a:lnTo>
                  <a:lnTo>
                    <a:pt x="1633993" y="1541232"/>
                  </a:lnTo>
                  <a:lnTo>
                    <a:pt x="1633976" y="1541156"/>
                  </a:lnTo>
                  <a:lnTo>
                    <a:pt x="1633953" y="1541005"/>
                  </a:lnTo>
                  <a:lnTo>
                    <a:pt x="1633948" y="1540995"/>
                  </a:lnTo>
                  <a:lnTo>
                    <a:pt x="1633911" y="1540999"/>
                  </a:lnTo>
                  <a:lnTo>
                    <a:pt x="1633865" y="1541025"/>
                  </a:lnTo>
                  <a:lnTo>
                    <a:pt x="1633750" y="1541158"/>
                  </a:lnTo>
                  <a:lnTo>
                    <a:pt x="1633667" y="1541261"/>
                  </a:lnTo>
                  <a:lnTo>
                    <a:pt x="1633558" y="1541316"/>
                  </a:lnTo>
                  <a:lnTo>
                    <a:pt x="1633439" y="1541414"/>
                  </a:lnTo>
                  <a:lnTo>
                    <a:pt x="1633240" y="1541586"/>
                  </a:lnTo>
                  <a:lnTo>
                    <a:pt x="1632963" y="1541700"/>
                  </a:lnTo>
                  <a:lnTo>
                    <a:pt x="1632888" y="1541681"/>
                  </a:lnTo>
                  <a:lnTo>
                    <a:pt x="1632764" y="1541667"/>
                  </a:lnTo>
                  <a:lnTo>
                    <a:pt x="1632639" y="1541682"/>
                  </a:lnTo>
                  <a:lnTo>
                    <a:pt x="1632379" y="1541746"/>
                  </a:lnTo>
                  <a:lnTo>
                    <a:pt x="1632310" y="1541759"/>
                  </a:lnTo>
                  <a:lnTo>
                    <a:pt x="1632286" y="1541763"/>
                  </a:lnTo>
                  <a:lnTo>
                    <a:pt x="1631880" y="1541620"/>
                  </a:lnTo>
                  <a:lnTo>
                    <a:pt x="1631855" y="1541599"/>
                  </a:lnTo>
                  <a:lnTo>
                    <a:pt x="1631637" y="1541004"/>
                  </a:lnTo>
                  <a:lnTo>
                    <a:pt x="1631637" y="1540979"/>
                  </a:lnTo>
                  <a:lnTo>
                    <a:pt x="1631650" y="1540956"/>
                  </a:lnTo>
                  <a:lnTo>
                    <a:pt x="1631655" y="1540952"/>
                  </a:lnTo>
                  <a:lnTo>
                    <a:pt x="1631673" y="1540938"/>
                  </a:lnTo>
                  <a:lnTo>
                    <a:pt x="1631689" y="1540925"/>
                  </a:lnTo>
                  <a:lnTo>
                    <a:pt x="1631703" y="1540919"/>
                  </a:lnTo>
                  <a:lnTo>
                    <a:pt x="1631746" y="1540900"/>
                  </a:lnTo>
                  <a:lnTo>
                    <a:pt x="1631754" y="1540896"/>
                  </a:lnTo>
                  <a:lnTo>
                    <a:pt x="1631788" y="1540895"/>
                  </a:lnTo>
                  <a:lnTo>
                    <a:pt x="1631804" y="1540885"/>
                  </a:lnTo>
                  <a:lnTo>
                    <a:pt x="1631821" y="1540867"/>
                  </a:lnTo>
                  <a:lnTo>
                    <a:pt x="1631829" y="1540848"/>
                  </a:lnTo>
                  <a:lnTo>
                    <a:pt x="1631827" y="1540830"/>
                  </a:lnTo>
                  <a:lnTo>
                    <a:pt x="1631812" y="1540804"/>
                  </a:lnTo>
                  <a:lnTo>
                    <a:pt x="1631796" y="1540786"/>
                  </a:lnTo>
                  <a:lnTo>
                    <a:pt x="1631765" y="1540771"/>
                  </a:lnTo>
                  <a:lnTo>
                    <a:pt x="1631628" y="1540727"/>
                  </a:lnTo>
                  <a:lnTo>
                    <a:pt x="1631617" y="1540739"/>
                  </a:lnTo>
                  <a:lnTo>
                    <a:pt x="1631609" y="1540747"/>
                  </a:lnTo>
                  <a:lnTo>
                    <a:pt x="1631605" y="1540755"/>
                  </a:lnTo>
                  <a:lnTo>
                    <a:pt x="1631598" y="1540767"/>
                  </a:lnTo>
                  <a:lnTo>
                    <a:pt x="1631603" y="1540826"/>
                  </a:lnTo>
                  <a:lnTo>
                    <a:pt x="1631599" y="1541009"/>
                  </a:lnTo>
                  <a:lnTo>
                    <a:pt x="1631599" y="1541104"/>
                  </a:lnTo>
                  <a:lnTo>
                    <a:pt x="1631653" y="1541224"/>
                  </a:lnTo>
                  <a:lnTo>
                    <a:pt x="1631661" y="1541262"/>
                  </a:lnTo>
                  <a:lnTo>
                    <a:pt x="1631656" y="1541333"/>
                  </a:lnTo>
                  <a:lnTo>
                    <a:pt x="1631653" y="1541355"/>
                  </a:lnTo>
                  <a:lnTo>
                    <a:pt x="1631639" y="1541382"/>
                  </a:lnTo>
                  <a:lnTo>
                    <a:pt x="1631626" y="1541398"/>
                  </a:lnTo>
                  <a:lnTo>
                    <a:pt x="1631581" y="1541432"/>
                  </a:lnTo>
                  <a:lnTo>
                    <a:pt x="1631484" y="1541455"/>
                  </a:lnTo>
                  <a:lnTo>
                    <a:pt x="1631331" y="1541497"/>
                  </a:lnTo>
                  <a:lnTo>
                    <a:pt x="1631278" y="1541511"/>
                  </a:lnTo>
                  <a:lnTo>
                    <a:pt x="1631258" y="1541515"/>
                  </a:lnTo>
                  <a:lnTo>
                    <a:pt x="1631253" y="1541516"/>
                  </a:lnTo>
                  <a:lnTo>
                    <a:pt x="1631220" y="1541499"/>
                  </a:lnTo>
                  <a:lnTo>
                    <a:pt x="1631205" y="1541489"/>
                  </a:lnTo>
                  <a:lnTo>
                    <a:pt x="1631192" y="1541481"/>
                  </a:lnTo>
                  <a:lnTo>
                    <a:pt x="1631146" y="1541431"/>
                  </a:lnTo>
                  <a:lnTo>
                    <a:pt x="1631125" y="1541403"/>
                  </a:lnTo>
                  <a:lnTo>
                    <a:pt x="1631114" y="1541384"/>
                  </a:lnTo>
                  <a:lnTo>
                    <a:pt x="1631101" y="1541353"/>
                  </a:lnTo>
                  <a:lnTo>
                    <a:pt x="1631097" y="1541331"/>
                  </a:lnTo>
                  <a:lnTo>
                    <a:pt x="1631095" y="1541323"/>
                  </a:lnTo>
                  <a:lnTo>
                    <a:pt x="1631018" y="1541249"/>
                  </a:lnTo>
                  <a:lnTo>
                    <a:pt x="1630973" y="1541207"/>
                  </a:lnTo>
                  <a:lnTo>
                    <a:pt x="1630882" y="1541133"/>
                  </a:lnTo>
                  <a:lnTo>
                    <a:pt x="1630795" y="1541251"/>
                  </a:lnTo>
                  <a:lnTo>
                    <a:pt x="1630783" y="1541268"/>
                  </a:lnTo>
                  <a:lnTo>
                    <a:pt x="1630791" y="1541268"/>
                  </a:lnTo>
                  <a:lnTo>
                    <a:pt x="1630808" y="1541277"/>
                  </a:lnTo>
                  <a:lnTo>
                    <a:pt x="1630836" y="1541297"/>
                  </a:lnTo>
                  <a:lnTo>
                    <a:pt x="1630859" y="1541315"/>
                  </a:lnTo>
                  <a:lnTo>
                    <a:pt x="1630883" y="1541338"/>
                  </a:lnTo>
                  <a:lnTo>
                    <a:pt x="1630919" y="1541381"/>
                  </a:lnTo>
                  <a:lnTo>
                    <a:pt x="1630938" y="1541408"/>
                  </a:lnTo>
                  <a:lnTo>
                    <a:pt x="1631019" y="1541495"/>
                  </a:lnTo>
                  <a:lnTo>
                    <a:pt x="1631162" y="1541661"/>
                  </a:lnTo>
                  <a:lnTo>
                    <a:pt x="1631214" y="1541750"/>
                  </a:lnTo>
                  <a:lnTo>
                    <a:pt x="1631212" y="1541782"/>
                  </a:lnTo>
                  <a:lnTo>
                    <a:pt x="1631228" y="1541793"/>
                  </a:lnTo>
                  <a:lnTo>
                    <a:pt x="1631269" y="1541820"/>
                  </a:lnTo>
                  <a:lnTo>
                    <a:pt x="1631376" y="1541871"/>
                  </a:lnTo>
                  <a:lnTo>
                    <a:pt x="1631405" y="1541876"/>
                  </a:lnTo>
                  <a:lnTo>
                    <a:pt x="1631452" y="1541886"/>
                  </a:lnTo>
                  <a:lnTo>
                    <a:pt x="1631543" y="1541905"/>
                  </a:lnTo>
                  <a:lnTo>
                    <a:pt x="1631644" y="1541923"/>
                  </a:lnTo>
                  <a:lnTo>
                    <a:pt x="1631722" y="1541919"/>
                  </a:lnTo>
                  <a:lnTo>
                    <a:pt x="1631748" y="1541918"/>
                  </a:lnTo>
                  <a:lnTo>
                    <a:pt x="1631812" y="1541942"/>
                  </a:lnTo>
                  <a:lnTo>
                    <a:pt x="1631877" y="1541981"/>
                  </a:lnTo>
                  <a:lnTo>
                    <a:pt x="1631895" y="1541999"/>
                  </a:lnTo>
                  <a:lnTo>
                    <a:pt x="1631962" y="1542078"/>
                  </a:lnTo>
                  <a:lnTo>
                    <a:pt x="1631968" y="1542088"/>
                  </a:lnTo>
                  <a:lnTo>
                    <a:pt x="1631970" y="1542097"/>
                  </a:lnTo>
                  <a:lnTo>
                    <a:pt x="1631965" y="1542116"/>
                  </a:lnTo>
                  <a:lnTo>
                    <a:pt x="1631877" y="1542283"/>
                  </a:lnTo>
                  <a:lnTo>
                    <a:pt x="1631862" y="1542301"/>
                  </a:lnTo>
                  <a:lnTo>
                    <a:pt x="1631857" y="1542304"/>
                  </a:lnTo>
                  <a:lnTo>
                    <a:pt x="1631840" y="1542307"/>
                  </a:lnTo>
                  <a:lnTo>
                    <a:pt x="1631621" y="1542299"/>
                  </a:lnTo>
                  <a:lnTo>
                    <a:pt x="1631592" y="1542295"/>
                  </a:lnTo>
                  <a:lnTo>
                    <a:pt x="1631561" y="1542292"/>
                  </a:lnTo>
                  <a:lnTo>
                    <a:pt x="1631546" y="1542290"/>
                  </a:lnTo>
                  <a:lnTo>
                    <a:pt x="1631522" y="1542281"/>
                  </a:lnTo>
                  <a:lnTo>
                    <a:pt x="1631509" y="1542273"/>
                  </a:lnTo>
                  <a:lnTo>
                    <a:pt x="1631501" y="1542269"/>
                  </a:lnTo>
                  <a:lnTo>
                    <a:pt x="1631491" y="1542272"/>
                  </a:lnTo>
                  <a:lnTo>
                    <a:pt x="1631487" y="1542274"/>
                  </a:lnTo>
                  <a:lnTo>
                    <a:pt x="1631440" y="1542313"/>
                  </a:lnTo>
                  <a:lnTo>
                    <a:pt x="1631424" y="1542327"/>
                  </a:lnTo>
                  <a:lnTo>
                    <a:pt x="1631409" y="1542341"/>
                  </a:lnTo>
                  <a:lnTo>
                    <a:pt x="1631412" y="1542378"/>
                  </a:lnTo>
                  <a:lnTo>
                    <a:pt x="1631450" y="1542386"/>
                  </a:lnTo>
                  <a:lnTo>
                    <a:pt x="1631660" y="1542436"/>
                  </a:lnTo>
                  <a:lnTo>
                    <a:pt x="1631667" y="1542437"/>
                  </a:lnTo>
                  <a:lnTo>
                    <a:pt x="1631730" y="1542441"/>
                  </a:lnTo>
                  <a:lnTo>
                    <a:pt x="1631783" y="1542440"/>
                  </a:lnTo>
                  <a:lnTo>
                    <a:pt x="1631812" y="1542383"/>
                  </a:lnTo>
                  <a:lnTo>
                    <a:pt x="1631858" y="1542375"/>
                  </a:lnTo>
                  <a:lnTo>
                    <a:pt x="1631907" y="1542366"/>
                  </a:lnTo>
                  <a:lnTo>
                    <a:pt x="1631911" y="1542368"/>
                  </a:lnTo>
                  <a:lnTo>
                    <a:pt x="1631948" y="1542376"/>
                  </a:lnTo>
                  <a:lnTo>
                    <a:pt x="1631973" y="1542382"/>
                  </a:lnTo>
                  <a:lnTo>
                    <a:pt x="1632015" y="1542398"/>
                  </a:lnTo>
                  <a:lnTo>
                    <a:pt x="1632021" y="1542400"/>
                  </a:lnTo>
                  <a:lnTo>
                    <a:pt x="1632068" y="1542436"/>
                  </a:lnTo>
                  <a:lnTo>
                    <a:pt x="1632089" y="1542492"/>
                  </a:lnTo>
                  <a:lnTo>
                    <a:pt x="1632143" y="1542582"/>
                  </a:lnTo>
                  <a:lnTo>
                    <a:pt x="1632228" y="1542689"/>
                  </a:lnTo>
                  <a:lnTo>
                    <a:pt x="1632303" y="1542733"/>
                  </a:lnTo>
                  <a:lnTo>
                    <a:pt x="1632371" y="1542763"/>
                  </a:lnTo>
                  <a:lnTo>
                    <a:pt x="1632399" y="1542782"/>
                  </a:lnTo>
                  <a:lnTo>
                    <a:pt x="1632408" y="1542787"/>
                  </a:lnTo>
                  <a:lnTo>
                    <a:pt x="1632417" y="1542794"/>
                  </a:lnTo>
                  <a:lnTo>
                    <a:pt x="1632437" y="1542818"/>
                  </a:lnTo>
                  <a:lnTo>
                    <a:pt x="1632450" y="1542839"/>
                  </a:lnTo>
                  <a:lnTo>
                    <a:pt x="1632460" y="1542858"/>
                  </a:lnTo>
                  <a:lnTo>
                    <a:pt x="1632468" y="1542874"/>
                  </a:lnTo>
                  <a:lnTo>
                    <a:pt x="1632471" y="1542887"/>
                  </a:lnTo>
                  <a:lnTo>
                    <a:pt x="1632470" y="1542893"/>
                  </a:lnTo>
                  <a:lnTo>
                    <a:pt x="1632469" y="1542899"/>
                  </a:lnTo>
                  <a:lnTo>
                    <a:pt x="1632462" y="1542907"/>
                  </a:lnTo>
                  <a:lnTo>
                    <a:pt x="1632439" y="1542929"/>
                  </a:lnTo>
                  <a:lnTo>
                    <a:pt x="1632417" y="1542943"/>
                  </a:lnTo>
                  <a:lnTo>
                    <a:pt x="1632380" y="1542965"/>
                  </a:lnTo>
                  <a:lnTo>
                    <a:pt x="1632365" y="1542974"/>
                  </a:lnTo>
                  <a:lnTo>
                    <a:pt x="1632261" y="1543034"/>
                  </a:lnTo>
                  <a:lnTo>
                    <a:pt x="1632253" y="1543035"/>
                  </a:lnTo>
                  <a:lnTo>
                    <a:pt x="1632244" y="1543035"/>
                  </a:lnTo>
                  <a:lnTo>
                    <a:pt x="1632239" y="1543033"/>
                  </a:lnTo>
                  <a:lnTo>
                    <a:pt x="1632232" y="1543030"/>
                  </a:lnTo>
                  <a:lnTo>
                    <a:pt x="1632224" y="1543019"/>
                  </a:lnTo>
                  <a:lnTo>
                    <a:pt x="1632212" y="1543002"/>
                  </a:lnTo>
                  <a:lnTo>
                    <a:pt x="1632207" y="1542991"/>
                  </a:lnTo>
                  <a:lnTo>
                    <a:pt x="1632204" y="1542978"/>
                  </a:lnTo>
                  <a:lnTo>
                    <a:pt x="1632204" y="1542970"/>
                  </a:lnTo>
                  <a:lnTo>
                    <a:pt x="1632205" y="1542952"/>
                  </a:lnTo>
                  <a:lnTo>
                    <a:pt x="1632207" y="1542941"/>
                  </a:lnTo>
                  <a:lnTo>
                    <a:pt x="1632208" y="1542932"/>
                  </a:lnTo>
                  <a:lnTo>
                    <a:pt x="1632208" y="1542927"/>
                  </a:lnTo>
                  <a:lnTo>
                    <a:pt x="1632173" y="1542890"/>
                  </a:lnTo>
                  <a:lnTo>
                    <a:pt x="1632166" y="1542898"/>
                  </a:lnTo>
                  <a:lnTo>
                    <a:pt x="1632162" y="1542903"/>
                  </a:lnTo>
                  <a:lnTo>
                    <a:pt x="1632155" y="1542913"/>
                  </a:lnTo>
                  <a:lnTo>
                    <a:pt x="1632156" y="1542943"/>
                  </a:lnTo>
                  <a:lnTo>
                    <a:pt x="1632204" y="1543062"/>
                  </a:lnTo>
                  <a:lnTo>
                    <a:pt x="1632215" y="1543077"/>
                  </a:lnTo>
                  <a:lnTo>
                    <a:pt x="1632227" y="1543094"/>
                  </a:lnTo>
                  <a:lnTo>
                    <a:pt x="1632235" y="1543099"/>
                  </a:lnTo>
                  <a:lnTo>
                    <a:pt x="1632275" y="1543096"/>
                  </a:lnTo>
                  <a:lnTo>
                    <a:pt x="1632407" y="1543058"/>
                  </a:lnTo>
                  <a:lnTo>
                    <a:pt x="1632471" y="1543031"/>
                  </a:lnTo>
                  <a:lnTo>
                    <a:pt x="1632639" y="1543043"/>
                  </a:lnTo>
                  <a:lnTo>
                    <a:pt x="1632679" y="1543063"/>
                  </a:lnTo>
                  <a:lnTo>
                    <a:pt x="1632864" y="1543173"/>
                  </a:lnTo>
                  <a:lnTo>
                    <a:pt x="1632890" y="1543196"/>
                  </a:lnTo>
                  <a:lnTo>
                    <a:pt x="1632919" y="1543277"/>
                  </a:lnTo>
                  <a:lnTo>
                    <a:pt x="1632854" y="1543451"/>
                  </a:lnTo>
                  <a:lnTo>
                    <a:pt x="1632854" y="1543472"/>
                  </a:lnTo>
                  <a:lnTo>
                    <a:pt x="1632853" y="1543526"/>
                  </a:lnTo>
                  <a:lnTo>
                    <a:pt x="1632873" y="1543696"/>
                  </a:lnTo>
                  <a:lnTo>
                    <a:pt x="1632880" y="1543716"/>
                  </a:lnTo>
                  <a:lnTo>
                    <a:pt x="1632918" y="1543834"/>
                  </a:lnTo>
                  <a:lnTo>
                    <a:pt x="1632940" y="1543835"/>
                  </a:lnTo>
                  <a:lnTo>
                    <a:pt x="1632955" y="1543835"/>
                  </a:lnTo>
                  <a:lnTo>
                    <a:pt x="1632978" y="1543778"/>
                  </a:lnTo>
                  <a:lnTo>
                    <a:pt x="1632979" y="1543664"/>
                  </a:lnTo>
                  <a:lnTo>
                    <a:pt x="1633008" y="1543487"/>
                  </a:lnTo>
                  <a:lnTo>
                    <a:pt x="1633027" y="1543387"/>
                  </a:lnTo>
                  <a:lnTo>
                    <a:pt x="1633062" y="1543334"/>
                  </a:lnTo>
                  <a:lnTo>
                    <a:pt x="1633081" y="1543310"/>
                  </a:lnTo>
                  <a:lnTo>
                    <a:pt x="1633120" y="1543262"/>
                  </a:lnTo>
                  <a:lnTo>
                    <a:pt x="1633137" y="1543249"/>
                  </a:lnTo>
                  <a:lnTo>
                    <a:pt x="1633207" y="1543239"/>
                  </a:lnTo>
                  <a:lnTo>
                    <a:pt x="1633541" y="1543436"/>
                  </a:lnTo>
                  <a:lnTo>
                    <a:pt x="1633985" y="1543663"/>
                  </a:lnTo>
                  <a:lnTo>
                    <a:pt x="1634136" y="1543672"/>
                  </a:lnTo>
                  <a:lnTo>
                    <a:pt x="1634198" y="1543684"/>
                  </a:lnTo>
                  <a:lnTo>
                    <a:pt x="1634260" y="1543723"/>
                  </a:lnTo>
                  <a:lnTo>
                    <a:pt x="1634275" y="1543733"/>
                  </a:lnTo>
                  <a:lnTo>
                    <a:pt x="1634656" y="1543875"/>
                  </a:lnTo>
                  <a:lnTo>
                    <a:pt x="1634952" y="1543959"/>
                  </a:lnTo>
                  <a:lnTo>
                    <a:pt x="1635048" y="1543995"/>
                  </a:lnTo>
                  <a:lnTo>
                    <a:pt x="1635101" y="1544053"/>
                  </a:lnTo>
                  <a:lnTo>
                    <a:pt x="1635153" y="1544153"/>
                  </a:lnTo>
                  <a:lnTo>
                    <a:pt x="1635164" y="1544210"/>
                  </a:lnTo>
                  <a:lnTo>
                    <a:pt x="1635151" y="1544571"/>
                  </a:lnTo>
                  <a:lnTo>
                    <a:pt x="1635141" y="1544625"/>
                  </a:lnTo>
                  <a:lnTo>
                    <a:pt x="1635104" y="1544807"/>
                  </a:lnTo>
                  <a:lnTo>
                    <a:pt x="1635095" y="1544854"/>
                  </a:lnTo>
                  <a:lnTo>
                    <a:pt x="1635072" y="1544938"/>
                  </a:lnTo>
                  <a:lnTo>
                    <a:pt x="1635056" y="1545083"/>
                  </a:lnTo>
                  <a:lnTo>
                    <a:pt x="1635084" y="1545289"/>
                  </a:lnTo>
                  <a:lnTo>
                    <a:pt x="1635112" y="1545486"/>
                  </a:lnTo>
                  <a:lnTo>
                    <a:pt x="1635046" y="1545591"/>
                  </a:lnTo>
                  <a:lnTo>
                    <a:pt x="1634941" y="1545614"/>
                  </a:lnTo>
                  <a:lnTo>
                    <a:pt x="1634921" y="1545617"/>
                  </a:lnTo>
                  <a:lnTo>
                    <a:pt x="1634899" y="1545628"/>
                  </a:lnTo>
                  <a:lnTo>
                    <a:pt x="1634868" y="1545669"/>
                  </a:lnTo>
                  <a:lnTo>
                    <a:pt x="1634892" y="1545816"/>
                  </a:lnTo>
                  <a:lnTo>
                    <a:pt x="1634950" y="1545836"/>
                  </a:lnTo>
                  <a:lnTo>
                    <a:pt x="1635010" y="1545830"/>
                  </a:lnTo>
                  <a:lnTo>
                    <a:pt x="1635050" y="1545865"/>
                  </a:lnTo>
                  <a:lnTo>
                    <a:pt x="1635074" y="1545900"/>
                  </a:lnTo>
                  <a:lnTo>
                    <a:pt x="1635062" y="1546172"/>
                  </a:lnTo>
                  <a:lnTo>
                    <a:pt x="1634933" y="1546558"/>
                  </a:lnTo>
                  <a:lnTo>
                    <a:pt x="1634853" y="1546689"/>
                  </a:lnTo>
                  <a:lnTo>
                    <a:pt x="1634731" y="1546824"/>
                  </a:lnTo>
                  <a:lnTo>
                    <a:pt x="1634694" y="1546911"/>
                  </a:lnTo>
                  <a:lnTo>
                    <a:pt x="1634627" y="1547057"/>
                  </a:lnTo>
                  <a:lnTo>
                    <a:pt x="1634589" y="1547311"/>
                  </a:lnTo>
                  <a:lnTo>
                    <a:pt x="1634587" y="1547433"/>
                  </a:lnTo>
                  <a:lnTo>
                    <a:pt x="1634581" y="1547456"/>
                  </a:lnTo>
                  <a:lnTo>
                    <a:pt x="1634563" y="1547486"/>
                  </a:lnTo>
                  <a:lnTo>
                    <a:pt x="1634526" y="1547507"/>
                  </a:lnTo>
                  <a:lnTo>
                    <a:pt x="1634502" y="1547509"/>
                  </a:lnTo>
                  <a:lnTo>
                    <a:pt x="1634493" y="1547502"/>
                  </a:lnTo>
                  <a:lnTo>
                    <a:pt x="1634382" y="1547385"/>
                  </a:lnTo>
                  <a:lnTo>
                    <a:pt x="1634376" y="1547353"/>
                  </a:lnTo>
                  <a:lnTo>
                    <a:pt x="1634264" y="1547315"/>
                  </a:lnTo>
                  <a:lnTo>
                    <a:pt x="1634104" y="1547329"/>
                  </a:lnTo>
                  <a:lnTo>
                    <a:pt x="1633949" y="1547381"/>
                  </a:lnTo>
                  <a:lnTo>
                    <a:pt x="1633901" y="1547440"/>
                  </a:lnTo>
                  <a:lnTo>
                    <a:pt x="1633905" y="1547445"/>
                  </a:lnTo>
                  <a:lnTo>
                    <a:pt x="1633932" y="1547488"/>
                  </a:lnTo>
                  <a:lnTo>
                    <a:pt x="1633997" y="1547578"/>
                  </a:lnTo>
                  <a:lnTo>
                    <a:pt x="1634021" y="1547604"/>
                  </a:lnTo>
                  <a:lnTo>
                    <a:pt x="1634067" y="1547676"/>
                  </a:lnTo>
                  <a:lnTo>
                    <a:pt x="1634189" y="1547956"/>
                  </a:lnTo>
                  <a:lnTo>
                    <a:pt x="1634252" y="1548094"/>
                  </a:lnTo>
                  <a:lnTo>
                    <a:pt x="1634243" y="1548174"/>
                  </a:lnTo>
                  <a:lnTo>
                    <a:pt x="1634274" y="1548202"/>
                  </a:lnTo>
                  <a:lnTo>
                    <a:pt x="1634324" y="1548217"/>
                  </a:lnTo>
                  <a:lnTo>
                    <a:pt x="1634610" y="1548213"/>
                  </a:lnTo>
                  <a:lnTo>
                    <a:pt x="1634681" y="1548229"/>
                  </a:lnTo>
                  <a:lnTo>
                    <a:pt x="1634960" y="1548464"/>
                  </a:lnTo>
                  <a:lnTo>
                    <a:pt x="1635022" y="1548533"/>
                  </a:lnTo>
                  <a:lnTo>
                    <a:pt x="1635040" y="1548590"/>
                  </a:lnTo>
                  <a:lnTo>
                    <a:pt x="1635022" y="1548618"/>
                  </a:lnTo>
                  <a:lnTo>
                    <a:pt x="1635004" y="1548625"/>
                  </a:lnTo>
                  <a:lnTo>
                    <a:pt x="1634892" y="1548638"/>
                  </a:lnTo>
                  <a:lnTo>
                    <a:pt x="1634438" y="1548621"/>
                  </a:lnTo>
                  <a:lnTo>
                    <a:pt x="1634133" y="1548610"/>
                  </a:lnTo>
                  <a:lnTo>
                    <a:pt x="1633493" y="1548651"/>
                  </a:lnTo>
                  <a:lnTo>
                    <a:pt x="1633141" y="1548719"/>
                  </a:lnTo>
                  <a:lnTo>
                    <a:pt x="1632918" y="1548774"/>
                  </a:lnTo>
                  <a:lnTo>
                    <a:pt x="1632506" y="1548899"/>
                  </a:lnTo>
                  <a:lnTo>
                    <a:pt x="1632123" y="1549083"/>
                  </a:lnTo>
                  <a:lnTo>
                    <a:pt x="1631975" y="1549158"/>
                  </a:lnTo>
                  <a:lnTo>
                    <a:pt x="1631784" y="1549246"/>
                  </a:lnTo>
                  <a:lnTo>
                    <a:pt x="1631604" y="1549345"/>
                  </a:lnTo>
                  <a:lnTo>
                    <a:pt x="1631268" y="1549547"/>
                  </a:lnTo>
                  <a:lnTo>
                    <a:pt x="1630669" y="1550064"/>
                  </a:lnTo>
                  <a:lnTo>
                    <a:pt x="1630465" y="1550303"/>
                  </a:lnTo>
                  <a:lnTo>
                    <a:pt x="1630401" y="1550396"/>
                  </a:lnTo>
                  <a:lnTo>
                    <a:pt x="1630233" y="1550711"/>
                  </a:lnTo>
                  <a:lnTo>
                    <a:pt x="1630134" y="1550984"/>
                  </a:lnTo>
                  <a:lnTo>
                    <a:pt x="1630059" y="1551339"/>
                  </a:lnTo>
                  <a:lnTo>
                    <a:pt x="1630129" y="1551541"/>
                  </a:lnTo>
                  <a:lnTo>
                    <a:pt x="1630148" y="1551641"/>
                  </a:lnTo>
                  <a:lnTo>
                    <a:pt x="1630121" y="1551859"/>
                  </a:lnTo>
                  <a:lnTo>
                    <a:pt x="1630134" y="1552127"/>
                  </a:lnTo>
                  <a:lnTo>
                    <a:pt x="1630155" y="1552307"/>
                  </a:lnTo>
                  <a:lnTo>
                    <a:pt x="1630198" y="1552415"/>
                  </a:lnTo>
                  <a:lnTo>
                    <a:pt x="1630276" y="1552507"/>
                  </a:lnTo>
                  <a:lnTo>
                    <a:pt x="1630116" y="1552810"/>
                  </a:lnTo>
                  <a:lnTo>
                    <a:pt x="1629912" y="1552886"/>
                  </a:lnTo>
                  <a:lnTo>
                    <a:pt x="1629649" y="1552922"/>
                  </a:lnTo>
                  <a:lnTo>
                    <a:pt x="1629593" y="1552934"/>
                  </a:lnTo>
                  <a:lnTo>
                    <a:pt x="1629548" y="1552963"/>
                  </a:lnTo>
                  <a:lnTo>
                    <a:pt x="1629300" y="1553180"/>
                  </a:lnTo>
                  <a:lnTo>
                    <a:pt x="1629191" y="1553282"/>
                  </a:lnTo>
                  <a:lnTo>
                    <a:pt x="1629108" y="1553377"/>
                  </a:lnTo>
                  <a:lnTo>
                    <a:pt x="1629044" y="1553463"/>
                  </a:lnTo>
                  <a:lnTo>
                    <a:pt x="1629040" y="1553492"/>
                  </a:lnTo>
                  <a:lnTo>
                    <a:pt x="1629076" y="1553582"/>
                  </a:lnTo>
                  <a:lnTo>
                    <a:pt x="1629077" y="1553594"/>
                  </a:lnTo>
                  <a:lnTo>
                    <a:pt x="1629063" y="1553616"/>
                  </a:lnTo>
                  <a:lnTo>
                    <a:pt x="1628981" y="1553639"/>
                  </a:lnTo>
                  <a:lnTo>
                    <a:pt x="1628861" y="1553648"/>
                  </a:lnTo>
                  <a:lnTo>
                    <a:pt x="1628846" y="1553642"/>
                  </a:lnTo>
                  <a:lnTo>
                    <a:pt x="1628782" y="1553588"/>
                  </a:lnTo>
                  <a:lnTo>
                    <a:pt x="1628747" y="1553539"/>
                  </a:lnTo>
                  <a:lnTo>
                    <a:pt x="1628746" y="1553529"/>
                  </a:lnTo>
                  <a:lnTo>
                    <a:pt x="1628762" y="1553516"/>
                  </a:lnTo>
                  <a:lnTo>
                    <a:pt x="1628786" y="1553524"/>
                  </a:lnTo>
                  <a:lnTo>
                    <a:pt x="1628813" y="1553521"/>
                  </a:lnTo>
                  <a:lnTo>
                    <a:pt x="1628823" y="1553514"/>
                  </a:lnTo>
                  <a:lnTo>
                    <a:pt x="1628827" y="1553502"/>
                  </a:lnTo>
                  <a:lnTo>
                    <a:pt x="1628852" y="1553375"/>
                  </a:lnTo>
                  <a:lnTo>
                    <a:pt x="1628833" y="1553260"/>
                  </a:lnTo>
                  <a:lnTo>
                    <a:pt x="1628795" y="1553179"/>
                  </a:lnTo>
                  <a:lnTo>
                    <a:pt x="1628717" y="1553086"/>
                  </a:lnTo>
                  <a:lnTo>
                    <a:pt x="1628686" y="1553065"/>
                  </a:lnTo>
                  <a:lnTo>
                    <a:pt x="1628643" y="1553047"/>
                  </a:lnTo>
                  <a:lnTo>
                    <a:pt x="1628594" y="1552985"/>
                  </a:lnTo>
                  <a:lnTo>
                    <a:pt x="1628611" y="1552914"/>
                  </a:lnTo>
                  <a:lnTo>
                    <a:pt x="1628699" y="1552733"/>
                  </a:lnTo>
                  <a:lnTo>
                    <a:pt x="1628708" y="1552707"/>
                  </a:lnTo>
                  <a:lnTo>
                    <a:pt x="1628478" y="1552444"/>
                  </a:lnTo>
                  <a:lnTo>
                    <a:pt x="1628399" y="1552425"/>
                  </a:lnTo>
                  <a:lnTo>
                    <a:pt x="1628349" y="1552413"/>
                  </a:lnTo>
                  <a:lnTo>
                    <a:pt x="1628135" y="1552405"/>
                  </a:lnTo>
                  <a:lnTo>
                    <a:pt x="1627943" y="1552412"/>
                  </a:lnTo>
                  <a:lnTo>
                    <a:pt x="1627903" y="1552404"/>
                  </a:lnTo>
                  <a:lnTo>
                    <a:pt x="1627765" y="1552195"/>
                  </a:lnTo>
                  <a:lnTo>
                    <a:pt x="1627734" y="1552113"/>
                  </a:lnTo>
                  <a:lnTo>
                    <a:pt x="1627729" y="1552063"/>
                  </a:lnTo>
                  <a:lnTo>
                    <a:pt x="1627697" y="1552046"/>
                  </a:lnTo>
                  <a:lnTo>
                    <a:pt x="1627656" y="1552039"/>
                  </a:lnTo>
                  <a:lnTo>
                    <a:pt x="1627517" y="1552056"/>
                  </a:lnTo>
                  <a:lnTo>
                    <a:pt x="1627423" y="1552313"/>
                  </a:lnTo>
                  <a:lnTo>
                    <a:pt x="1627418" y="1552338"/>
                  </a:lnTo>
                  <a:lnTo>
                    <a:pt x="1627447" y="1552369"/>
                  </a:lnTo>
                  <a:lnTo>
                    <a:pt x="1627481" y="1552377"/>
                  </a:lnTo>
                  <a:lnTo>
                    <a:pt x="1627519" y="1552372"/>
                  </a:lnTo>
                  <a:lnTo>
                    <a:pt x="1627568" y="1552377"/>
                  </a:lnTo>
                  <a:lnTo>
                    <a:pt x="1627613" y="1552395"/>
                  </a:lnTo>
                  <a:lnTo>
                    <a:pt x="1627698" y="1552431"/>
                  </a:lnTo>
                  <a:lnTo>
                    <a:pt x="1627728" y="1552445"/>
                  </a:lnTo>
                  <a:lnTo>
                    <a:pt x="1627777" y="1552491"/>
                  </a:lnTo>
                  <a:lnTo>
                    <a:pt x="1627821" y="1552551"/>
                  </a:lnTo>
                  <a:lnTo>
                    <a:pt x="1627884" y="1552610"/>
                  </a:lnTo>
                  <a:lnTo>
                    <a:pt x="1627982" y="1552681"/>
                  </a:lnTo>
                  <a:lnTo>
                    <a:pt x="1628047" y="1552711"/>
                  </a:lnTo>
                  <a:lnTo>
                    <a:pt x="1628136" y="1552716"/>
                  </a:lnTo>
                  <a:lnTo>
                    <a:pt x="1628163" y="1552727"/>
                  </a:lnTo>
                  <a:lnTo>
                    <a:pt x="1628498" y="1552913"/>
                  </a:lnTo>
                  <a:lnTo>
                    <a:pt x="1628514" y="1552946"/>
                  </a:lnTo>
                  <a:lnTo>
                    <a:pt x="1628533" y="1553070"/>
                  </a:lnTo>
                  <a:lnTo>
                    <a:pt x="1628488" y="1553121"/>
                  </a:lnTo>
                  <a:lnTo>
                    <a:pt x="1628476" y="1553120"/>
                  </a:lnTo>
                  <a:lnTo>
                    <a:pt x="1628448" y="1553098"/>
                  </a:lnTo>
                  <a:lnTo>
                    <a:pt x="1628315" y="1552969"/>
                  </a:lnTo>
                  <a:lnTo>
                    <a:pt x="1628147" y="1552849"/>
                  </a:lnTo>
                  <a:lnTo>
                    <a:pt x="1628033" y="1552795"/>
                  </a:lnTo>
                  <a:lnTo>
                    <a:pt x="1627956" y="1552768"/>
                  </a:lnTo>
                  <a:lnTo>
                    <a:pt x="1627838" y="1552738"/>
                  </a:lnTo>
                  <a:lnTo>
                    <a:pt x="1627720" y="1552727"/>
                  </a:lnTo>
                  <a:lnTo>
                    <a:pt x="1627368" y="1552715"/>
                  </a:lnTo>
                  <a:lnTo>
                    <a:pt x="1627190" y="1552731"/>
                  </a:lnTo>
                  <a:lnTo>
                    <a:pt x="1626819" y="1552809"/>
                  </a:lnTo>
                  <a:lnTo>
                    <a:pt x="1626571" y="1552892"/>
                  </a:lnTo>
                  <a:lnTo>
                    <a:pt x="1626448" y="1552945"/>
                  </a:lnTo>
                  <a:lnTo>
                    <a:pt x="1626044" y="1553163"/>
                  </a:lnTo>
                  <a:lnTo>
                    <a:pt x="1625977" y="1553204"/>
                  </a:lnTo>
                  <a:lnTo>
                    <a:pt x="1625616" y="1553460"/>
                  </a:lnTo>
                  <a:lnTo>
                    <a:pt x="1625479" y="1553561"/>
                  </a:lnTo>
                  <a:lnTo>
                    <a:pt x="1625251" y="1553740"/>
                  </a:lnTo>
                  <a:lnTo>
                    <a:pt x="1625194" y="1553784"/>
                  </a:lnTo>
                  <a:lnTo>
                    <a:pt x="1624859" y="1553938"/>
                  </a:lnTo>
                  <a:lnTo>
                    <a:pt x="1624774" y="1554044"/>
                  </a:lnTo>
                  <a:lnTo>
                    <a:pt x="1624751" y="1554051"/>
                  </a:lnTo>
                  <a:lnTo>
                    <a:pt x="1624732" y="1554046"/>
                  </a:lnTo>
                  <a:lnTo>
                    <a:pt x="1624517" y="1553863"/>
                  </a:lnTo>
                  <a:lnTo>
                    <a:pt x="1624510" y="1553845"/>
                  </a:lnTo>
                  <a:lnTo>
                    <a:pt x="1624640" y="1553521"/>
                  </a:lnTo>
                  <a:lnTo>
                    <a:pt x="1624656" y="1553513"/>
                  </a:lnTo>
                  <a:lnTo>
                    <a:pt x="1624707" y="1553515"/>
                  </a:lnTo>
                  <a:lnTo>
                    <a:pt x="1624745" y="1553541"/>
                  </a:lnTo>
                  <a:lnTo>
                    <a:pt x="1624767" y="1553542"/>
                  </a:lnTo>
                  <a:lnTo>
                    <a:pt x="1624839" y="1553503"/>
                  </a:lnTo>
                  <a:lnTo>
                    <a:pt x="1624857" y="1553484"/>
                  </a:lnTo>
                  <a:lnTo>
                    <a:pt x="1624930" y="1553291"/>
                  </a:lnTo>
                  <a:lnTo>
                    <a:pt x="1624906" y="1553219"/>
                  </a:lnTo>
                  <a:lnTo>
                    <a:pt x="1624720" y="1553080"/>
                  </a:lnTo>
                  <a:lnTo>
                    <a:pt x="1624570" y="1553166"/>
                  </a:lnTo>
                  <a:lnTo>
                    <a:pt x="1624438" y="1553210"/>
                  </a:lnTo>
                  <a:lnTo>
                    <a:pt x="1624173" y="1553195"/>
                  </a:lnTo>
                  <a:lnTo>
                    <a:pt x="1624064" y="1553177"/>
                  </a:lnTo>
                  <a:lnTo>
                    <a:pt x="1623957" y="1553173"/>
                  </a:lnTo>
                  <a:lnTo>
                    <a:pt x="1623890" y="1553182"/>
                  </a:lnTo>
                  <a:lnTo>
                    <a:pt x="1623852" y="1553194"/>
                  </a:lnTo>
                  <a:lnTo>
                    <a:pt x="1623513" y="1553308"/>
                  </a:lnTo>
                  <a:lnTo>
                    <a:pt x="1623444" y="1553340"/>
                  </a:lnTo>
                  <a:lnTo>
                    <a:pt x="1623234" y="1553438"/>
                  </a:lnTo>
                  <a:lnTo>
                    <a:pt x="1623012" y="1553583"/>
                  </a:lnTo>
                  <a:lnTo>
                    <a:pt x="1622633" y="1553837"/>
                  </a:lnTo>
                  <a:lnTo>
                    <a:pt x="1622412" y="1554006"/>
                  </a:lnTo>
                  <a:lnTo>
                    <a:pt x="1622098" y="1554028"/>
                  </a:lnTo>
                  <a:lnTo>
                    <a:pt x="1621978" y="1554108"/>
                  </a:lnTo>
                  <a:lnTo>
                    <a:pt x="1621960" y="1554150"/>
                  </a:lnTo>
                  <a:lnTo>
                    <a:pt x="1621856" y="1554218"/>
                  </a:lnTo>
                  <a:lnTo>
                    <a:pt x="1621772" y="1554273"/>
                  </a:lnTo>
                  <a:lnTo>
                    <a:pt x="1621749" y="1554261"/>
                  </a:lnTo>
                  <a:lnTo>
                    <a:pt x="1621703" y="1554191"/>
                  </a:lnTo>
                  <a:lnTo>
                    <a:pt x="1621688" y="1553993"/>
                  </a:lnTo>
                  <a:lnTo>
                    <a:pt x="1621674" y="1553864"/>
                  </a:lnTo>
                  <a:lnTo>
                    <a:pt x="1621650" y="1553815"/>
                  </a:lnTo>
                  <a:lnTo>
                    <a:pt x="1621621" y="1553779"/>
                  </a:lnTo>
                  <a:lnTo>
                    <a:pt x="1621368" y="1553612"/>
                  </a:lnTo>
                  <a:lnTo>
                    <a:pt x="1621344" y="1553601"/>
                  </a:lnTo>
                  <a:lnTo>
                    <a:pt x="1621289" y="1553595"/>
                  </a:lnTo>
                  <a:lnTo>
                    <a:pt x="1621271" y="1553612"/>
                  </a:lnTo>
                  <a:lnTo>
                    <a:pt x="1621010" y="1553451"/>
                  </a:lnTo>
                  <a:lnTo>
                    <a:pt x="1620948" y="1553300"/>
                  </a:lnTo>
                  <a:lnTo>
                    <a:pt x="1620948" y="1553289"/>
                  </a:lnTo>
                  <a:lnTo>
                    <a:pt x="1621130" y="1553100"/>
                  </a:lnTo>
                  <a:lnTo>
                    <a:pt x="1621280" y="1553118"/>
                  </a:lnTo>
                  <a:lnTo>
                    <a:pt x="1621292" y="1553126"/>
                  </a:lnTo>
                  <a:lnTo>
                    <a:pt x="1621293" y="1553142"/>
                  </a:lnTo>
                  <a:lnTo>
                    <a:pt x="1621340" y="1553192"/>
                  </a:lnTo>
                  <a:lnTo>
                    <a:pt x="1621421" y="1553242"/>
                  </a:lnTo>
                  <a:lnTo>
                    <a:pt x="1621637" y="1553278"/>
                  </a:lnTo>
                  <a:lnTo>
                    <a:pt x="1621765" y="1553300"/>
                  </a:lnTo>
                  <a:lnTo>
                    <a:pt x="1621889" y="1553288"/>
                  </a:lnTo>
                  <a:lnTo>
                    <a:pt x="1622095" y="1553256"/>
                  </a:lnTo>
                  <a:lnTo>
                    <a:pt x="1622256" y="1553170"/>
                  </a:lnTo>
                  <a:lnTo>
                    <a:pt x="1622254" y="1553143"/>
                  </a:lnTo>
                  <a:lnTo>
                    <a:pt x="1622200" y="1553069"/>
                  </a:lnTo>
                  <a:lnTo>
                    <a:pt x="1622018" y="1553000"/>
                  </a:lnTo>
                  <a:lnTo>
                    <a:pt x="1621987" y="1552989"/>
                  </a:lnTo>
                  <a:lnTo>
                    <a:pt x="1621934" y="1552985"/>
                  </a:lnTo>
                  <a:lnTo>
                    <a:pt x="1621721" y="1553009"/>
                  </a:lnTo>
                  <a:lnTo>
                    <a:pt x="1621685" y="1553015"/>
                  </a:lnTo>
                  <a:lnTo>
                    <a:pt x="1621659" y="1553022"/>
                  </a:lnTo>
                  <a:lnTo>
                    <a:pt x="1621602" y="1553082"/>
                  </a:lnTo>
                  <a:lnTo>
                    <a:pt x="1621579" y="1553117"/>
                  </a:lnTo>
                  <a:lnTo>
                    <a:pt x="1621549" y="1553126"/>
                  </a:lnTo>
                  <a:lnTo>
                    <a:pt x="1621495" y="1553107"/>
                  </a:lnTo>
                  <a:lnTo>
                    <a:pt x="1621440" y="1553077"/>
                  </a:lnTo>
                  <a:lnTo>
                    <a:pt x="1621393" y="1553030"/>
                  </a:lnTo>
                  <a:lnTo>
                    <a:pt x="1621373" y="1553001"/>
                  </a:lnTo>
                  <a:lnTo>
                    <a:pt x="1621388" y="1552963"/>
                  </a:lnTo>
                  <a:lnTo>
                    <a:pt x="1621429" y="1552894"/>
                  </a:lnTo>
                  <a:lnTo>
                    <a:pt x="1621438" y="1552879"/>
                  </a:lnTo>
                  <a:lnTo>
                    <a:pt x="1621479" y="1552828"/>
                  </a:lnTo>
                  <a:lnTo>
                    <a:pt x="1621476" y="1552823"/>
                  </a:lnTo>
                  <a:lnTo>
                    <a:pt x="1621472" y="1552820"/>
                  </a:lnTo>
                  <a:lnTo>
                    <a:pt x="1621466" y="1552815"/>
                  </a:lnTo>
                  <a:lnTo>
                    <a:pt x="1621387" y="1552765"/>
                  </a:lnTo>
                  <a:lnTo>
                    <a:pt x="1621357" y="1552746"/>
                  </a:lnTo>
                  <a:lnTo>
                    <a:pt x="1621336" y="1552733"/>
                  </a:lnTo>
                  <a:lnTo>
                    <a:pt x="1621323" y="1552726"/>
                  </a:lnTo>
                  <a:lnTo>
                    <a:pt x="1621315" y="1552724"/>
                  </a:lnTo>
                  <a:lnTo>
                    <a:pt x="1621306" y="1552723"/>
                  </a:lnTo>
                  <a:lnTo>
                    <a:pt x="1621292" y="1552722"/>
                  </a:lnTo>
                  <a:lnTo>
                    <a:pt x="1621281" y="1552721"/>
                  </a:lnTo>
                  <a:lnTo>
                    <a:pt x="1621270" y="1552718"/>
                  </a:lnTo>
                  <a:lnTo>
                    <a:pt x="1621263" y="1552715"/>
                  </a:lnTo>
                  <a:lnTo>
                    <a:pt x="1621255" y="1552711"/>
                  </a:lnTo>
                  <a:lnTo>
                    <a:pt x="1621244" y="1552704"/>
                  </a:lnTo>
                  <a:lnTo>
                    <a:pt x="1621236" y="1552699"/>
                  </a:lnTo>
                  <a:lnTo>
                    <a:pt x="1621230" y="1552693"/>
                  </a:lnTo>
                  <a:lnTo>
                    <a:pt x="1621223" y="1552682"/>
                  </a:lnTo>
                  <a:lnTo>
                    <a:pt x="1620985" y="1552224"/>
                  </a:lnTo>
                  <a:lnTo>
                    <a:pt x="1620983" y="1552218"/>
                  </a:lnTo>
                  <a:lnTo>
                    <a:pt x="1620979" y="1552212"/>
                  </a:lnTo>
                  <a:lnTo>
                    <a:pt x="1620963" y="1552183"/>
                  </a:lnTo>
                  <a:lnTo>
                    <a:pt x="1620953" y="1552163"/>
                  </a:lnTo>
                  <a:lnTo>
                    <a:pt x="1620947" y="1552150"/>
                  </a:lnTo>
                  <a:lnTo>
                    <a:pt x="1620938" y="1552122"/>
                  </a:lnTo>
                  <a:lnTo>
                    <a:pt x="1620927" y="1552079"/>
                  </a:lnTo>
                  <a:lnTo>
                    <a:pt x="1620922" y="1551923"/>
                  </a:lnTo>
                  <a:lnTo>
                    <a:pt x="1620791" y="1551436"/>
                  </a:lnTo>
                  <a:lnTo>
                    <a:pt x="1620779" y="1551430"/>
                  </a:lnTo>
                  <a:lnTo>
                    <a:pt x="1620753" y="1551413"/>
                  </a:lnTo>
                  <a:lnTo>
                    <a:pt x="1620727" y="1551398"/>
                  </a:lnTo>
                  <a:lnTo>
                    <a:pt x="1620665" y="1551340"/>
                  </a:lnTo>
                  <a:lnTo>
                    <a:pt x="1620658" y="1551324"/>
                  </a:lnTo>
                  <a:lnTo>
                    <a:pt x="1620662" y="1551221"/>
                  </a:lnTo>
                  <a:lnTo>
                    <a:pt x="1620671" y="1551172"/>
                  </a:lnTo>
                  <a:lnTo>
                    <a:pt x="1620671" y="1551109"/>
                  </a:lnTo>
                  <a:lnTo>
                    <a:pt x="1620671" y="1551103"/>
                  </a:lnTo>
                  <a:lnTo>
                    <a:pt x="1620670" y="1551098"/>
                  </a:lnTo>
                  <a:lnTo>
                    <a:pt x="1620668" y="1551092"/>
                  </a:lnTo>
                  <a:lnTo>
                    <a:pt x="1620666" y="1551087"/>
                  </a:lnTo>
                  <a:lnTo>
                    <a:pt x="1620663" y="1551082"/>
                  </a:lnTo>
                  <a:lnTo>
                    <a:pt x="1620660" y="1551077"/>
                  </a:lnTo>
                  <a:lnTo>
                    <a:pt x="1620652" y="1551059"/>
                  </a:lnTo>
                  <a:lnTo>
                    <a:pt x="1620617" y="1551021"/>
                  </a:lnTo>
                  <a:lnTo>
                    <a:pt x="1620562" y="1550998"/>
                  </a:lnTo>
                  <a:lnTo>
                    <a:pt x="1620542" y="1551005"/>
                  </a:lnTo>
                  <a:lnTo>
                    <a:pt x="1620522" y="1551012"/>
                  </a:lnTo>
                  <a:lnTo>
                    <a:pt x="1620520" y="1551046"/>
                  </a:lnTo>
                  <a:lnTo>
                    <a:pt x="1620528" y="1551094"/>
                  </a:lnTo>
                  <a:lnTo>
                    <a:pt x="1620560" y="1551148"/>
                  </a:lnTo>
                  <a:lnTo>
                    <a:pt x="1620588" y="1551205"/>
                  </a:lnTo>
                  <a:lnTo>
                    <a:pt x="1620578" y="1551314"/>
                  </a:lnTo>
                  <a:lnTo>
                    <a:pt x="1620560" y="1551334"/>
                  </a:lnTo>
                  <a:lnTo>
                    <a:pt x="1620542" y="1551333"/>
                  </a:lnTo>
                  <a:lnTo>
                    <a:pt x="1620521" y="1551316"/>
                  </a:lnTo>
                  <a:lnTo>
                    <a:pt x="1620428" y="1551199"/>
                  </a:lnTo>
                  <a:lnTo>
                    <a:pt x="1620368" y="1551107"/>
                  </a:lnTo>
                  <a:lnTo>
                    <a:pt x="1620331" y="1551028"/>
                  </a:lnTo>
                  <a:lnTo>
                    <a:pt x="1620287" y="1550834"/>
                  </a:lnTo>
                  <a:lnTo>
                    <a:pt x="1620238" y="1550607"/>
                  </a:lnTo>
                  <a:lnTo>
                    <a:pt x="1620231" y="1550560"/>
                  </a:lnTo>
                  <a:lnTo>
                    <a:pt x="1620240" y="1550537"/>
                  </a:lnTo>
                  <a:lnTo>
                    <a:pt x="1620218" y="1550515"/>
                  </a:lnTo>
                  <a:lnTo>
                    <a:pt x="1620181" y="1550503"/>
                  </a:lnTo>
                  <a:lnTo>
                    <a:pt x="1620146" y="1550500"/>
                  </a:lnTo>
                  <a:lnTo>
                    <a:pt x="1620077" y="1550505"/>
                  </a:lnTo>
                  <a:lnTo>
                    <a:pt x="1619987" y="1550522"/>
                  </a:lnTo>
                  <a:lnTo>
                    <a:pt x="1619984" y="1550547"/>
                  </a:lnTo>
                  <a:lnTo>
                    <a:pt x="1619977" y="1550563"/>
                  </a:lnTo>
                  <a:lnTo>
                    <a:pt x="1620012" y="1550582"/>
                  </a:lnTo>
                  <a:lnTo>
                    <a:pt x="1620073" y="1550627"/>
                  </a:lnTo>
                  <a:lnTo>
                    <a:pt x="1620078" y="1550632"/>
                  </a:lnTo>
                  <a:lnTo>
                    <a:pt x="1620115" y="1550697"/>
                  </a:lnTo>
                  <a:lnTo>
                    <a:pt x="1620113" y="1550718"/>
                  </a:lnTo>
                  <a:lnTo>
                    <a:pt x="1620109" y="1550723"/>
                  </a:lnTo>
                  <a:lnTo>
                    <a:pt x="1620102" y="1550733"/>
                  </a:lnTo>
                  <a:lnTo>
                    <a:pt x="1620060" y="1550790"/>
                  </a:lnTo>
                  <a:lnTo>
                    <a:pt x="1620027" y="1550833"/>
                  </a:lnTo>
                  <a:lnTo>
                    <a:pt x="1620023" y="1550858"/>
                  </a:lnTo>
                  <a:lnTo>
                    <a:pt x="1620020" y="1550872"/>
                  </a:lnTo>
                  <a:lnTo>
                    <a:pt x="1620040" y="1550912"/>
                  </a:lnTo>
                  <a:lnTo>
                    <a:pt x="1620086" y="1551004"/>
                  </a:lnTo>
                  <a:lnTo>
                    <a:pt x="1620142" y="1551022"/>
                  </a:lnTo>
                  <a:lnTo>
                    <a:pt x="1620243" y="1551316"/>
                  </a:lnTo>
                  <a:lnTo>
                    <a:pt x="1620249" y="1551333"/>
                  </a:lnTo>
                  <a:lnTo>
                    <a:pt x="1620254" y="1551347"/>
                  </a:lnTo>
                  <a:lnTo>
                    <a:pt x="1620271" y="1551378"/>
                  </a:lnTo>
                  <a:lnTo>
                    <a:pt x="1620378" y="1551567"/>
                  </a:lnTo>
                  <a:lnTo>
                    <a:pt x="1620392" y="1551588"/>
                  </a:lnTo>
                  <a:lnTo>
                    <a:pt x="1620407" y="1551614"/>
                  </a:lnTo>
                  <a:lnTo>
                    <a:pt x="1620453" y="1551697"/>
                  </a:lnTo>
                  <a:lnTo>
                    <a:pt x="1620457" y="1551707"/>
                  </a:lnTo>
                  <a:lnTo>
                    <a:pt x="1620463" y="1551763"/>
                  </a:lnTo>
                  <a:lnTo>
                    <a:pt x="1620463" y="1551786"/>
                  </a:lnTo>
                  <a:lnTo>
                    <a:pt x="1620451" y="1551858"/>
                  </a:lnTo>
                  <a:lnTo>
                    <a:pt x="1620447" y="1551870"/>
                  </a:lnTo>
                  <a:lnTo>
                    <a:pt x="1620441" y="1551891"/>
                  </a:lnTo>
                  <a:lnTo>
                    <a:pt x="1620433" y="1551914"/>
                  </a:lnTo>
                  <a:lnTo>
                    <a:pt x="1620423" y="1551936"/>
                  </a:lnTo>
                  <a:lnTo>
                    <a:pt x="1620410" y="1551951"/>
                  </a:lnTo>
                  <a:lnTo>
                    <a:pt x="1620406" y="1551954"/>
                  </a:lnTo>
                  <a:lnTo>
                    <a:pt x="1620376" y="1551977"/>
                  </a:lnTo>
                  <a:lnTo>
                    <a:pt x="1620364" y="1551983"/>
                  </a:lnTo>
                  <a:lnTo>
                    <a:pt x="1620317" y="1551934"/>
                  </a:lnTo>
                  <a:lnTo>
                    <a:pt x="1620265" y="1551863"/>
                  </a:lnTo>
                  <a:lnTo>
                    <a:pt x="1620259" y="1551850"/>
                  </a:lnTo>
                  <a:lnTo>
                    <a:pt x="1620260" y="1551842"/>
                  </a:lnTo>
                  <a:lnTo>
                    <a:pt x="1620235" y="1551786"/>
                  </a:lnTo>
                  <a:lnTo>
                    <a:pt x="1620222" y="1551778"/>
                  </a:lnTo>
                  <a:lnTo>
                    <a:pt x="1620207" y="1551768"/>
                  </a:lnTo>
                  <a:lnTo>
                    <a:pt x="1620195" y="1551796"/>
                  </a:lnTo>
                  <a:lnTo>
                    <a:pt x="1620192" y="1551803"/>
                  </a:lnTo>
                  <a:lnTo>
                    <a:pt x="1620138" y="1551954"/>
                  </a:lnTo>
                  <a:lnTo>
                    <a:pt x="1620131" y="1551973"/>
                  </a:lnTo>
                  <a:lnTo>
                    <a:pt x="1620121" y="1552001"/>
                  </a:lnTo>
                  <a:lnTo>
                    <a:pt x="1620115" y="1552017"/>
                  </a:lnTo>
                  <a:lnTo>
                    <a:pt x="1620114" y="1552024"/>
                  </a:lnTo>
                  <a:lnTo>
                    <a:pt x="1620113" y="1552033"/>
                  </a:lnTo>
                  <a:lnTo>
                    <a:pt x="1620184" y="1552088"/>
                  </a:lnTo>
                  <a:lnTo>
                    <a:pt x="1620200" y="1552128"/>
                  </a:lnTo>
                  <a:lnTo>
                    <a:pt x="1620201" y="1552157"/>
                  </a:lnTo>
                  <a:lnTo>
                    <a:pt x="1620183" y="1552198"/>
                  </a:lnTo>
                  <a:lnTo>
                    <a:pt x="1620115" y="1552314"/>
                  </a:lnTo>
                  <a:lnTo>
                    <a:pt x="1620095" y="1552344"/>
                  </a:lnTo>
                  <a:lnTo>
                    <a:pt x="1620088" y="1552349"/>
                  </a:lnTo>
                  <a:lnTo>
                    <a:pt x="1620085" y="1552354"/>
                  </a:lnTo>
                  <a:lnTo>
                    <a:pt x="1620066" y="1552380"/>
                  </a:lnTo>
                  <a:lnTo>
                    <a:pt x="1620140" y="1552440"/>
                  </a:lnTo>
                  <a:lnTo>
                    <a:pt x="1620189" y="1552480"/>
                  </a:lnTo>
                  <a:lnTo>
                    <a:pt x="1620325" y="1552590"/>
                  </a:lnTo>
                  <a:lnTo>
                    <a:pt x="1620334" y="1552596"/>
                  </a:lnTo>
                  <a:lnTo>
                    <a:pt x="1620404" y="1552639"/>
                  </a:lnTo>
                  <a:lnTo>
                    <a:pt x="1620591" y="1552757"/>
                  </a:lnTo>
                  <a:lnTo>
                    <a:pt x="1620679" y="1552783"/>
                  </a:lnTo>
                  <a:lnTo>
                    <a:pt x="1620717" y="1552804"/>
                  </a:lnTo>
                  <a:lnTo>
                    <a:pt x="1620725" y="1552808"/>
                  </a:lnTo>
                  <a:lnTo>
                    <a:pt x="1620733" y="1552813"/>
                  </a:lnTo>
                  <a:lnTo>
                    <a:pt x="1620745" y="1552823"/>
                  </a:lnTo>
                  <a:lnTo>
                    <a:pt x="1620743" y="1552831"/>
                  </a:lnTo>
                  <a:lnTo>
                    <a:pt x="1620739" y="1552840"/>
                  </a:lnTo>
                  <a:lnTo>
                    <a:pt x="1620699" y="1552861"/>
                  </a:lnTo>
                  <a:lnTo>
                    <a:pt x="1620595" y="1552898"/>
                  </a:lnTo>
                  <a:lnTo>
                    <a:pt x="1620524" y="1552923"/>
                  </a:lnTo>
                  <a:lnTo>
                    <a:pt x="1620452" y="1552947"/>
                  </a:lnTo>
                  <a:lnTo>
                    <a:pt x="1620387" y="1552968"/>
                  </a:lnTo>
                  <a:lnTo>
                    <a:pt x="1620353" y="1552978"/>
                  </a:lnTo>
                  <a:lnTo>
                    <a:pt x="1620334" y="1552980"/>
                  </a:lnTo>
                  <a:lnTo>
                    <a:pt x="1620322" y="1552982"/>
                  </a:lnTo>
                  <a:lnTo>
                    <a:pt x="1620265" y="1552997"/>
                  </a:lnTo>
                  <a:lnTo>
                    <a:pt x="1620212" y="1553011"/>
                  </a:lnTo>
                  <a:lnTo>
                    <a:pt x="1620104" y="1553048"/>
                  </a:lnTo>
                  <a:lnTo>
                    <a:pt x="1620090" y="1553053"/>
                  </a:lnTo>
                  <a:lnTo>
                    <a:pt x="1620002" y="1553091"/>
                  </a:lnTo>
                  <a:lnTo>
                    <a:pt x="1619957" y="1553111"/>
                  </a:lnTo>
                  <a:lnTo>
                    <a:pt x="1619850" y="1553160"/>
                  </a:lnTo>
                  <a:lnTo>
                    <a:pt x="1619790" y="1553205"/>
                  </a:lnTo>
                  <a:lnTo>
                    <a:pt x="1619765" y="1553246"/>
                  </a:lnTo>
                  <a:lnTo>
                    <a:pt x="1619749" y="1553333"/>
                  </a:lnTo>
                  <a:lnTo>
                    <a:pt x="1619743" y="1553354"/>
                  </a:lnTo>
                  <a:lnTo>
                    <a:pt x="1619722" y="1553367"/>
                  </a:lnTo>
                  <a:lnTo>
                    <a:pt x="1619644" y="1553382"/>
                  </a:lnTo>
                  <a:lnTo>
                    <a:pt x="1619542" y="1553390"/>
                  </a:lnTo>
                  <a:lnTo>
                    <a:pt x="1619488" y="1553382"/>
                  </a:lnTo>
                  <a:lnTo>
                    <a:pt x="1619470" y="1553349"/>
                  </a:lnTo>
                  <a:lnTo>
                    <a:pt x="1619461" y="1553310"/>
                  </a:lnTo>
                  <a:lnTo>
                    <a:pt x="1619468" y="1553277"/>
                  </a:lnTo>
                  <a:lnTo>
                    <a:pt x="1619470" y="1553244"/>
                  </a:lnTo>
                  <a:lnTo>
                    <a:pt x="1619447" y="1553193"/>
                  </a:lnTo>
                  <a:lnTo>
                    <a:pt x="1619445" y="1553187"/>
                  </a:lnTo>
                  <a:lnTo>
                    <a:pt x="1619426" y="1553167"/>
                  </a:lnTo>
                  <a:lnTo>
                    <a:pt x="1619385" y="1553058"/>
                  </a:lnTo>
                  <a:lnTo>
                    <a:pt x="1619251" y="1552899"/>
                  </a:lnTo>
                  <a:lnTo>
                    <a:pt x="1619246" y="1552894"/>
                  </a:lnTo>
                  <a:lnTo>
                    <a:pt x="1619213" y="1552866"/>
                  </a:lnTo>
                  <a:lnTo>
                    <a:pt x="1619205" y="1552862"/>
                  </a:lnTo>
                  <a:lnTo>
                    <a:pt x="1619192" y="1552855"/>
                  </a:lnTo>
                  <a:lnTo>
                    <a:pt x="1619134" y="1552826"/>
                  </a:lnTo>
                  <a:lnTo>
                    <a:pt x="1619085" y="1552820"/>
                  </a:lnTo>
                  <a:lnTo>
                    <a:pt x="1619009" y="1552821"/>
                  </a:lnTo>
                  <a:lnTo>
                    <a:pt x="1618919" y="1552833"/>
                  </a:lnTo>
                  <a:lnTo>
                    <a:pt x="1618859" y="1552862"/>
                  </a:lnTo>
                  <a:lnTo>
                    <a:pt x="1618811" y="1552861"/>
                  </a:lnTo>
                  <a:lnTo>
                    <a:pt x="1618566" y="1552775"/>
                  </a:lnTo>
                  <a:lnTo>
                    <a:pt x="1618496" y="1552750"/>
                  </a:lnTo>
                  <a:lnTo>
                    <a:pt x="1618435" y="1552706"/>
                  </a:lnTo>
                  <a:lnTo>
                    <a:pt x="1618441" y="1552697"/>
                  </a:lnTo>
                  <a:lnTo>
                    <a:pt x="1618346" y="1552622"/>
                  </a:lnTo>
                  <a:lnTo>
                    <a:pt x="1618303" y="1552597"/>
                  </a:lnTo>
                  <a:lnTo>
                    <a:pt x="1618083" y="1552567"/>
                  </a:lnTo>
                  <a:lnTo>
                    <a:pt x="1617930" y="1552556"/>
                  </a:lnTo>
                  <a:lnTo>
                    <a:pt x="1617904" y="1552554"/>
                  </a:lnTo>
                  <a:lnTo>
                    <a:pt x="1617849" y="1552558"/>
                  </a:lnTo>
                  <a:lnTo>
                    <a:pt x="1617787" y="1552579"/>
                  </a:lnTo>
                  <a:lnTo>
                    <a:pt x="1617763" y="1552588"/>
                  </a:lnTo>
                  <a:lnTo>
                    <a:pt x="1617605" y="1552643"/>
                  </a:lnTo>
                  <a:lnTo>
                    <a:pt x="1617585" y="1552667"/>
                  </a:lnTo>
                  <a:lnTo>
                    <a:pt x="1617578" y="1552675"/>
                  </a:lnTo>
                  <a:lnTo>
                    <a:pt x="1617576" y="1552685"/>
                  </a:lnTo>
                  <a:lnTo>
                    <a:pt x="1617565" y="1552731"/>
                  </a:lnTo>
                  <a:lnTo>
                    <a:pt x="1617565" y="1552758"/>
                  </a:lnTo>
                  <a:lnTo>
                    <a:pt x="1617566" y="1552789"/>
                  </a:lnTo>
                  <a:lnTo>
                    <a:pt x="1617613" y="1552829"/>
                  </a:lnTo>
                  <a:lnTo>
                    <a:pt x="1617666" y="1552893"/>
                  </a:lnTo>
                  <a:lnTo>
                    <a:pt x="1617691" y="1552923"/>
                  </a:lnTo>
                  <a:lnTo>
                    <a:pt x="1617734" y="1552904"/>
                  </a:lnTo>
                  <a:lnTo>
                    <a:pt x="1617816" y="1552828"/>
                  </a:lnTo>
                  <a:lnTo>
                    <a:pt x="1617970" y="1552740"/>
                  </a:lnTo>
                  <a:lnTo>
                    <a:pt x="1618087" y="1552692"/>
                  </a:lnTo>
                  <a:lnTo>
                    <a:pt x="1618156" y="1552680"/>
                  </a:lnTo>
                  <a:lnTo>
                    <a:pt x="1618168" y="1552681"/>
                  </a:lnTo>
                  <a:lnTo>
                    <a:pt x="1618188" y="1552681"/>
                  </a:lnTo>
                  <a:lnTo>
                    <a:pt x="1618228" y="1552694"/>
                  </a:lnTo>
                  <a:lnTo>
                    <a:pt x="1618266" y="1552706"/>
                  </a:lnTo>
                  <a:lnTo>
                    <a:pt x="1618287" y="1552751"/>
                  </a:lnTo>
                  <a:lnTo>
                    <a:pt x="1618304" y="1552780"/>
                  </a:lnTo>
                  <a:lnTo>
                    <a:pt x="1618379" y="1552906"/>
                  </a:lnTo>
                  <a:lnTo>
                    <a:pt x="1618425" y="1553013"/>
                  </a:lnTo>
                  <a:lnTo>
                    <a:pt x="1618419" y="1553024"/>
                  </a:lnTo>
                  <a:lnTo>
                    <a:pt x="1618414" y="1553207"/>
                  </a:lnTo>
                  <a:lnTo>
                    <a:pt x="1618441" y="1553237"/>
                  </a:lnTo>
                  <a:lnTo>
                    <a:pt x="1618538" y="1553272"/>
                  </a:lnTo>
                  <a:lnTo>
                    <a:pt x="1618672" y="1553306"/>
                  </a:lnTo>
                  <a:lnTo>
                    <a:pt x="1618812" y="1553320"/>
                  </a:lnTo>
                  <a:lnTo>
                    <a:pt x="1618848" y="1553333"/>
                  </a:lnTo>
                  <a:lnTo>
                    <a:pt x="1618934" y="1553318"/>
                  </a:lnTo>
                  <a:lnTo>
                    <a:pt x="1619044" y="1553287"/>
                  </a:lnTo>
                  <a:lnTo>
                    <a:pt x="1619107" y="1553246"/>
                  </a:lnTo>
                  <a:lnTo>
                    <a:pt x="1619202" y="1553185"/>
                  </a:lnTo>
                  <a:lnTo>
                    <a:pt x="1619281" y="1553170"/>
                  </a:lnTo>
                  <a:lnTo>
                    <a:pt x="1619330" y="1553172"/>
                  </a:lnTo>
                  <a:lnTo>
                    <a:pt x="1619355" y="1553182"/>
                  </a:lnTo>
                  <a:lnTo>
                    <a:pt x="1619373" y="1553221"/>
                  </a:lnTo>
                  <a:lnTo>
                    <a:pt x="1619348" y="1553264"/>
                  </a:lnTo>
                  <a:lnTo>
                    <a:pt x="1619315" y="1553295"/>
                  </a:lnTo>
                  <a:lnTo>
                    <a:pt x="1619202" y="1553377"/>
                  </a:lnTo>
                  <a:lnTo>
                    <a:pt x="1619062" y="1553484"/>
                  </a:lnTo>
                  <a:lnTo>
                    <a:pt x="1618997" y="1553538"/>
                  </a:lnTo>
                  <a:lnTo>
                    <a:pt x="1618880" y="1553562"/>
                  </a:lnTo>
                  <a:lnTo>
                    <a:pt x="1618414" y="1553722"/>
                  </a:lnTo>
                  <a:lnTo>
                    <a:pt x="1618305" y="1553754"/>
                  </a:lnTo>
                  <a:lnTo>
                    <a:pt x="1618146" y="1553814"/>
                  </a:lnTo>
                  <a:lnTo>
                    <a:pt x="1618038" y="1553854"/>
                  </a:lnTo>
                  <a:lnTo>
                    <a:pt x="1618009" y="1553866"/>
                  </a:lnTo>
                  <a:lnTo>
                    <a:pt x="1617781" y="1553987"/>
                  </a:lnTo>
                  <a:lnTo>
                    <a:pt x="1617491" y="1554165"/>
                  </a:lnTo>
                  <a:lnTo>
                    <a:pt x="1617281" y="1554339"/>
                  </a:lnTo>
                  <a:lnTo>
                    <a:pt x="1617243" y="1554371"/>
                  </a:lnTo>
                  <a:lnTo>
                    <a:pt x="1617070" y="1554592"/>
                  </a:lnTo>
                  <a:lnTo>
                    <a:pt x="1616716" y="1555000"/>
                  </a:lnTo>
                  <a:lnTo>
                    <a:pt x="1616483" y="1555288"/>
                  </a:lnTo>
                  <a:lnTo>
                    <a:pt x="1616195" y="1555595"/>
                  </a:lnTo>
                  <a:lnTo>
                    <a:pt x="1616009" y="1555776"/>
                  </a:lnTo>
                  <a:lnTo>
                    <a:pt x="1615625" y="1556114"/>
                  </a:lnTo>
                  <a:lnTo>
                    <a:pt x="1615507" y="1556198"/>
                  </a:lnTo>
                  <a:lnTo>
                    <a:pt x="1615082" y="1556570"/>
                  </a:lnTo>
                  <a:lnTo>
                    <a:pt x="1614820" y="1556734"/>
                  </a:lnTo>
                  <a:lnTo>
                    <a:pt x="1614686" y="1556869"/>
                  </a:lnTo>
                  <a:lnTo>
                    <a:pt x="1614634" y="1556933"/>
                  </a:lnTo>
                  <a:lnTo>
                    <a:pt x="1614611" y="1556961"/>
                  </a:lnTo>
                  <a:lnTo>
                    <a:pt x="1614566" y="1557058"/>
                  </a:lnTo>
                  <a:lnTo>
                    <a:pt x="1614527" y="1557124"/>
                  </a:lnTo>
                  <a:lnTo>
                    <a:pt x="1614413" y="1557246"/>
                  </a:lnTo>
                  <a:lnTo>
                    <a:pt x="1614376" y="1557246"/>
                  </a:lnTo>
                  <a:lnTo>
                    <a:pt x="1614244" y="1557158"/>
                  </a:lnTo>
                  <a:lnTo>
                    <a:pt x="1614232" y="1557150"/>
                  </a:lnTo>
                  <a:lnTo>
                    <a:pt x="1614205" y="1557147"/>
                  </a:lnTo>
                  <a:lnTo>
                    <a:pt x="1614136" y="1557157"/>
                  </a:lnTo>
                  <a:lnTo>
                    <a:pt x="1613914" y="1557306"/>
                  </a:lnTo>
                  <a:lnTo>
                    <a:pt x="1613849" y="1557366"/>
                  </a:lnTo>
                  <a:lnTo>
                    <a:pt x="1613814" y="1557401"/>
                  </a:lnTo>
                  <a:lnTo>
                    <a:pt x="1613510" y="1557843"/>
                  </a:lnTo>
                  <a:lnTo>
                    <a:pt x="1613501" y="1557856"/>
                  </a:lnTo>
                  <a:lnTo>
                    <a:pt x="1613451" y="1557957"/>
                  </a:lnTo>
                  <a:lnTo>
                    <a:pt x="1613385" y="1558146"/>
                  </a:lnTo>
                  <a:lnTo>
                    <a:pt x="1613265" y="1558240"/>
                  </a:lnTo>
                  <a:lnTo>
                    <a:pt x="1613226" y="1558258"/>
                  </a:lnTo>
                  <a:lnTo>
                    <a:pt x="1613150" y="1558267"/>
                  </a:lnTo>
                  <a:lnTo>
                    <a:pt x="1613016" y="1558199"/>
                  </a:lnTo>
                  <a:lnTo>
                    <a:pt x="1612938" y="1558138"/>
                  </a:lnTo>
                  <a:lnTo>
                    <a:pt x="1612897" y="1558144"/>
                  </a:lnTo>
                  <a:lnTo>
                    <a:pt x="1612844" y="1558153"/>
                  </a:lnTo>
                  <a:lnTo>
                    <a:pt x="1612685" y="1558260"/>
                  </a:lnTo>
                  <a:lnTo>
                    <a:pt x="1612539" y="1558379"/>
                  </a:lnTo>
                  <a:lnTo>
                    <a:pt x="1612529" y="1558401"/>
                  </a:lnTo>
                  <a:lnTo>
                    <a:pt x="1612538" y="1558430"/>
                  </a:lnTo>
                  <a:lnTo>
                    <a:pt x="1612551" y="1558435"/>
                  </a:lnTo>
                  <a:lnTo>
                    <a:pt x="1612545" y="1558487"/>
                  </a:lnTo>
                  <a:lnTo>
                    <a:pt x="1612537" y="1558502"/>
                  </a:lnTo>
                  <a:lnTo>
                    <a:pt x="1612506" y="1558510"/>
                  </a:lnTo>
                  <a:lnTo>
                    <a:pt x="1612484" y="1558506"/>
                  </a:lnTo>
                  <a:lnTo>
                    <a:pt x="1612398" y="1558437"/>
                  </a:lnTo>
                  <a:lnTo>
                    <a:pt x="1612370" y="1558344"/>
                  </a:lnTo>
                  <a:lnTo>
                    <a:pt x="1612410" y="1558303"/>
                  </a:lnTo>
                  <a:lnTo>
                    <a:pt x="1612444" y="1558248"/>
                  </a:lnTo>
                  <a:lnTo>
                    <a:pt x="1612482" y="1558152"/>
                  </a:lnTo>
                  <a:lnTo>
                    <a:pt x="1612488" y="1558122"/>
                  </a:lnTo>
                  <a:lnTo>
                    <a:pt x="1612488" y="1558042"/>
                  </a:lnTo>
                  <a:lnTo>
                    <a:pt x="1612426" y="1557953"/>
                  </a:lnTo>
                  <a:lnTo>
                    <a:pt x="1612422" y="1557926"/>
                  </a:lnTo>
                  <a:lnTo>
                    <a:pt x="1612419" y="1557910"/>
                  </a:lnTo>
                  <a:lnTo>
                    <a:pt x="1612471" y="1557758"/>
                  </a:lnTo>
                  <a:lnTo>
                    <a:pt x="1612503" y="1557585"/>
                  </a:lnTo>
                  <a:lnTo>
                    <a:pt x="1612450" y="1557426"/>
                  </a:lnTo>
                  <a:lnTo>
                    <a:pt x="1612356" y="1557166"/>
                  </a:lnTo>
                  <a:lnTo>
                    <a:pt x="1612299" y="1557050"/>
                  </a:lnTo>
                  <a:lnTo>
                    <a:pt x="1612286" y="1557026"/>
                  </a:lnTo>
                  <a:lnTo>
                    <a:pt x="1612334" y="1556948"/>
                  </a:lnTo>
                  <a:lnTo>
                    <a:pt x="1612386" y="1557010"/>
                  </a:lnTo>
                  <a:lnTo>
                    <a:pt x="1612506" y="1557136"/>
                  </a:lnTo>
                  <a:lnTo>
                    <a:pt x="1612515" y="1557145"/>
                  </a:lnTo>
                  <a:lnTo>
                    <a:pt x="1612690" y="1557252"/>
                  </a:lnTo>
                  <a:lnTo>
                    <a:pt x="1612774" y="1557302"/>
                  </a:lnTo>
                  <a:lnTo>
                    <a:pt x="1612862" y="1557351"/>
                  </a:lnTo>
                  <a:lnTo>
                    <a:pt x="1612919" y="1557334"/>
                  </a:lnTo>
                  <a:lnTo>
                    <a:pt x="1612982" y="1557316"/>
                  </a:lnTo>
                  <a:lnTo>
                    <a:pt x="1612989" y="1557316"/>
                  </a:lnTo>
                  <a:lnTo>
                    <a:pt x="1613001" y="1557311"/>
                  </a:lnTo>
                  <a:lnTo>
                    <a:pt x="1613019" y="1557310"/>
                  </a:lnTo>
                  <a:lnTo>
                    <a:pt x="1613304" y="1557349"/>
                  </a:lnTo>
                  <a:lnTo>
                    <a:pt x="1613317" y="1557371"/>
                  </a:lnTo>
                  <a:lnTo>
                    <a:pt x="1613333" y="1557453"/>
                  </a:lnTo>
                  <a:lnTo>
                    <a:pt x="1613331" y="1557477"/>
                  </a:lnTo>
                  <a:lnTo>
                    <a:pt x="1613360" y="1557498"/>
                  </a:lnTo>
                  <a:lnTo>
                    <a:pt x="1613444" y="1557522"/>
                  </a:lnTo>
                  <a:lnTo>
                    <a:pt x="1613540" y="1557538"/>
                  </a:lnTo>
                  <a:lnTo>
                    <a:pt x="1613606" y="1557462"/>
                  </a:lnTo>
                  <a:lnTo>
                    <a:pt x="1613648" y="1557382"/>
                  </a:lnTo>
                  <a:lnTo>
                    <a:pt x="1613672" y="1557290"/>
                  </a:lnTo>
                  <a:lnTo>
                    <a:pt x="1613651" y="1557213"/>
                  </a:lnTo>
                  <a:lnTo>
                    <a:pt x="1613650" y="1557206"/>
                  </a:lnTo>
                  <a:lnTo>
                    <a:pt x="1613636" y="1557154"/>
                  </a:lnTo>
                  <a:lnTo>
                    <a:pt x="1613646" y="1557081"/>
                  </a:lnTo>
                  <a:lnTo>
                    <a:pt x="1613705" y="1556973"/>
                  </a:lnTo>
                  <a:lnTo>
                    <a:pt x="1613714" y="1556951"/>
                  </a:lnTo>
                  <a:lnTo>
                    <a:pt x="1613707" y="1556903"/>
                  </a:lnTo>
                  <a:lnTo>
                    <a:pt x="1613673" y="1556850"/>
                  </a:lnTo>
                  <a:lnTo>
                    <a:pt x="1613640" y="1556817"/>
                  </a:lnTo>
                  <a:lnTo>
                    <a:pt x="1613600" y="1556681"/>
                  </a:lnTo>
                  <a:lnTo>
                    <a:pt x="1613551" y="1556578"/>
                  </a:lnTo>
                  <a:lnTo>
                    <a:pt x="1613527" y="1556552"/>
                  </a:lnTo>
                  <a:lnTo>
                    <a:pt x="1613436" y="1556530"/>
                  </a:lnTo>
                  <a:lnTo>
                    <a:pt x="1613413" y="1556500"/>
                  </a:lnTo>
                  <a:lnTo>
                    <a:pt x="1613403" y="1556437"/>
                  </a:lnTo>
                  <a:lnTo>
                    <a:pt x="1613410" y="1556388"/>
                  </a:lnTo>
                  <a:lnTo>
                    <a:pt x="1613504" y="1556236"/>
                  </a:lnTo>
                  <a:lnTo>
                    <a:pt x="1613567" y="1556119"/>
                  </a:lnTo>
                  <a:lnTo>
                    <a:pt x="1613586" y="1556085"/>
                  </a:lnTo>
                  <a:lnTo>
                    <a:pt x="1613740" y="1555791"/>
                  </a:lnTo>
                  <a:lnTo>
                    <a:pt x="1613821" y="1555636"/>
                  </a:lnTo>
                  <a:lnTo>
                    <a:pt x="1613867" y="1555606"/>
                  </a:lnTo>
                  <a:lnTo>
                    <a:pt x="1613917" y="1555573"/>
                  </a:lnTo>
                  <a:lnTo>
                    <a:pt x="1614026" y="1555502"/>
                  </a:lnTo>
                  <a:lnTo>
                    <a:pt x="1614250" y="1555332"/>
                  </a:lnTo>
                  <a:lnTo>
                    <a:pt x="1614329" y="1555289"/>
                  </a:lnTo>
                  <a:lnTo>
                    <a:pt x="1614336" y="1555286"/>
                  </a:lnTo>
                  <a:lnTo>
                    <a:pt x="1614338" y="1555279"/>
                  </a:lnTo>
                  <a:lnTo>
                    <a:pt x="1614334" y="1555254"/>
                  </a:lnTo>
                  <a:lnTo>
                    <a:pt x="1614304" y="1555213"/>
                  </a:lnTo>
                  <a:lnTo>
                    <a:pt x="1614286" y="1555197"/>
                  </a:lnTo>
                  <a:lnTo>
                    <a:pt x="1614274" y="1555193"/>
                  </a:lnTo>
                  <a:lnTo>
                    <a:pt x="1614261" y="1555192"/>
                  </a:lnTo>
                  <a:lnTo>
                    <a:pt x="1614262" y="1555205"/>
                  </a:lnTo>
                  <a:lnTo>
                    <a:pt x="1614230" y="1555247"/>
                  </a:lnTo>
                  <a:lnTo>
                    <a:pt x="1614171" y="1555286"/>
                  </a:lnTo>
                  <a:lnTo>
                    <a:pt x="1614144" y="1555295"/>
                  </a:lnTo>
                  <a:lnTo>
                    <a:pt x="1614082" y="1555300"/>
                  </a:lnTo>
                  <a:lnTo>
                    <a:pt x="1613847" y="1555139"/>
                  </a:lnTo>
                  <a:lnTo>
                    <a:pt x="1613786" y="1555095"/>
                  </a:lnTo>
                  <a:lnTo>
                    <a:pt x="1613771" y="1555078"/>
                  </a:lnTo>
                  <a:lnTo>
                    <a:pt x="1613764" y="1555070"/>
                  </a:lnTo>
                  <a:lnTo>
                    <a:pt x="1613758" y="1554952"/>
                  </a:lnTo>
                  <a:lnTo>
                    <a:pt x="1613758" y="1554880"/>
                  </a:lnTo>
                  <a:lnTo>
                    <a:pt x="1613560" y="1554858"/>
                  </a:lnTo>
                  <a:lnTo>
                    <a:pt x="1613364" y="1554788"/>
                  </a:lnTo>
                  <a:lnTo>
                    <a:pt x="1613342" y="1554780"/>
                  </a:lnTo>
                  <a:lnTo>
                    <a:pt x="1613263" y="1554725"/>
                  </a:lnTo>
                  <a:lnTo>
                    <a:pt x="1613258" y="1554714"/>
                  </a:lnTo>
                  <a:lnTo>
                    <a:pt x="1613270" y="1554677"/>
                  </a:lnTo>
                  <a:lnTo>
                    <a:pt x="1613277" y="1554654"/>
                  </a:lnTo>
                  <a:lnTo>
                    <a:pt x="1613283" y="1554650"/>
                  </a:lnTo>
                  <a:lnTo>
                    <a:pt x="1613317" y="1554619"/>
                  </a:lnTo>
                  <a:lnTo>
                    <a:pt x="1613331" y="1554612"/>
                  </a:lnTo>
                  <a:lnTo>
                    <a:pt x="1613327" y="1554577"/>
                  </a:lnTo>
                  <a:lnTo>
                    <a:pt x="1613261" y="1554527"/>
                  </a:lnTo>
                  <a:lnTo>
                    <a:pt x="1613202" y="1554482"/>
                  </a:lnTo>
                  <a:lnTo>
                    <a:pt x="1613142" y="1554460"/>
                  </a:lnTo>
                  <a:lnTo>
                    <a:pt x="1613134" y="1554456"/>
                  </a:lnTo>
                  <a:lnTo>
                    <a:pt x="1613019" y="1554444"/>
                  </a:lnTo>
                  <a:lnTo>
                    <a:pt x="1612949" y="1554435"/>
                  </a:lnTo>
                  <a:lnTo>
                    <a:pt x="1612813" y="1554490"/>
                  </a:lnTo>
                  <a:lnTo>
                    <a:pt x="1612757" y="1554602"/>
                  </a:lnTo>
                  <a:lnTo>
                    <a:pt x="1612723" y="1554754"/>
                  </a:lnTo>
                  <a:lnTo>
                    <a:pt x="1612645" y="1554831"/>
                  </a:lnTo>
                  <a:lnTo>
                    <a:pt x="1612636" y="1554834"/>
                  </a:lnTo>
                  <a:lnTo>
                    <a:pt x="1612622" y="1554839"/>
                  </a:lnTo>
                  <a:lnTo>
                    <a:pt x="1612609" y="1554836"/>
                  </a:lnTo>
                  <a:lnTo>
                    <a:pt x="1612416" y="1554780"/>
                  </a:lnTo>
                  <a:lnTo>
                    <a:pt x="1612241" y="1554728"/>
                  </a:lnTo>
                  <a:lnTo>
                    <a:pt x="1612214" y="1554735"/>
                  </a:lnTo>
                  <a:lnTo>
                    <a:pt x="1612006" y="1554792"/>
                  </a:lnTo>
                  <a:lnTo>
                    <a:pt x="1612013" y="1554718"/>
                  </a:lnTo>
                  <a:lnTo>
                    <a:pt x="1612002" y="1554595"/>
                  </a:lnTo>
                  <a:lnTo>
                    <a:pt x="1611990" y="1554570"/>
                  </a:lnTo>
                  <a:lnTo>
                    <a:pt x="1611975" y="1554559"/>
                  </a:lnTo>
                  <a:lnTo>
                    <a:pt x="1611802" y="1554506"/>
                  </a:lnTo>
                  <a:lnTo>
                    <a:pt x="1611722" y="1554535"/>
                  </a:lnTo>
                  <a:lnTo>
                    <a:pt x="1611705" y="1554603"/>
                  </a:lnTo>
                  <a:lnTo>
                    <a:pt x="1611684" y="1554626"/>
                  </a:lnTo>
                  <a:lnTo>
                    <a:pt x="1611651" y="1554585"/>
                  </a:lnTo>
                  <a:lnTo>
                    <a:pt x="1611624" y="1554547"/>
                  </a:lnTo>
                  <a:lnTo>
                    <a:pt x="1611530" y="1554417"/>
                  </a:lnTo>
                  <a:lnTo>
                    <a:pt x="1611477" y="1554344"/>
                  </a:lnTo>
                  <a:lnTo>
                    <a:pt x="1611438" y="1554292"/>
                  </a:lnTo>
                  <a:lnTo>
                    <a:pt x="1611276" y="1554076"/>
                  </a:lnTo>
                  <a:lnTo>
                    <a:pt x="1611254" y="1554059"/>
                  </a:lnTo>
                  <a:lnTo>
                    <a:pt x="1611215" y="1554030"/>
                  </a:lnTo>
                  <a:lnTo>
                    <a:pt x="1611140" y="1553981"/>
                  </a:lnTo>
                  <a:lnTo>
                    <a:pt x="1611124" y="1553976"/>
                  </a:lnTo>
                  <a:lnTo>
                    <a:pt x="1611027" y="1553947"/>
                  </a:lnTo>
                  <a:lnTo>
                    <a:pt x="1610914" y="1553919"/>
                  </a:lnTo>
                  <a:lnTo>
                    <a:pt x="1610804" y="1553894"/>
                  </a:lnTo>
                  <a:lnTo>
                    <a:pt x="1610581" y="1553830"/>
                  </a:lnTo>
                  <a:lnTo>
                    <a:pt x="1610496" y="1553792"/>
                  </a:lnTo>
                  <a:lnTo>
                    <a:pt x="1610399" y="1553750"/>
                  </a:lnTo>
                  <a:lnTo>
                    <a:pt x="1610309" y="1553707"/>
                  </a:lnTo>
                  <a:lnTo>
                    <a:pt x="1610283" y="1553729"/>
                  </a:lnTo>
                  <a:lnTo>
                    <a:pt x="1610272" y="1553775"/>
                  </a:lnTo>
                  <a:lnTo>
                    <a:pt x="1610236" y="1553937"/>
                  </a:lnTo>
                  <a:lnTo>
                    <a:pt x="1610231" y="1553959"/>
                  </a:lnTo>
                  <a:lnTo>
                    <a:pt x="1610208" y="1554071"/>
                  </a:lnTo>
                  <a:lnTo>
                    <a:pt x="1610206" y="1554078"/>
                  </a:lnTo>
                  <a:lnTo>
                    <a:pt x="1610191" y="1554091"/>
                  </a:lnTo>
                  <a:lnTo>
                    <a:pt x="1610182" y="1554091"/>
                  </a:lnTo>
                  <a:lnTo>
                    <a:pt x="1610171" y="1554090"/>
                  </a:lnTo>
                  <a:lnTo>
                    <a:pt x="1610165" y="1554088"/>
                  </a:lnTo>
                  <a:lnTo>
                    <a:pt x="1610159" y="1554085"/>
                  </a:lnTo>
                  <a:lnTo>
                    <a:pt x="1610084" y="1554047"/>
                  </a:lnTo>
                  <a:lnTo>
                    <a:pt x="1610004" y="1554005"/>
                  </a:lnTo>
                  <a:lnTo>
                    <a:pt x="1609943" y="1553972"/>
                  </a:lnTo>
                  <a:lnTo>
                    <a:pt x="1609877" y="1553935"/>
                  </a:lnTo>
                  <a:lnTo>
                    <a:pt x="1609826" y="1553913"/>
                  </a:lnTo>
                  <a:lnTo>
                    <a:pt x="1609719" y="1553873"/>
                  </a:lnTo>
                  <a:lnTo>
                    <a:pt x="1609530" y="1553803"/>
                  </a:lnTo>
                  <a:lnTo>
                    <a:pt x="1609491" y="1553789"/>
                  </a:lnTo>
                  <a:lnTo>
                    <a:pt x="1609455" y="1553823"/>
                  </a:lnTo>
                  <a:lnTo>
                    <a:pt x="1609426" y="1553850"/>
                  </a:lnTo>
                  <a:lnTo>
                    <a:pt x="1609431" y="1553853"/>
                  </a:lnTo>
                  <a:lnTo>
                    <a:pt x="1609538" y="1553930"/>
                  </a:lnTo>
                  <a:lnTo>
                    <a:pt x="1609581" y="1553955"/>
                  </a:lnTo>
                  <a:lnTo>
                    <a:pt x="1609589" y="1553960"/>
                  </a:lnTo>
                  <a:lnTo>
                    <a:pt x="1609730" y="1554043"/>
                  </a:lnTo>
                  <a:lnTo>
                    <a:pt x="1609789" y="1554077"/>
                  </a:lnTo>
                  <a:lnTo>
                    <a:pt x="1609759" y="1554161"/>
                  </a:lnTo>
                  <a:lnTo>
                    <a:pt x="1609742" y="1554209"/>
                  </a:lnTo>
                  <a:lnTo>
                    <a:pt x="1609634" y="1554281"/>
                  </a:lnTo>
                  <a:lnTo>
                    <a:pt x="1609600" y="1554304"/>
                  </a:lnTo>
                  <a:lnTo>
                    <a:pt x="1609592" y="1554306"/>
                  </a:lnTo>
                  <a:lnTo>
                    <a:pt x="1609558" y="1554332"/>
                  </a:lnTo>
                  <a:lnTo>
                    <a:pt x="1609538" y="1554353"/>
                  </a:lnTo>
                  <a:lnTo>
                    <a:pt x="1609451" y="1554441"/>
                  </a:lnTo>
                  <a:lnTo>
                    <a:pt x="1609497" y="1554569"/>
                  </a:lnTo>
                  <a:lnTo>
                    <a:pt x="1609646" y="1554532"/>
                  </a:lnTo>
                  <a:lnTo>
                    <a:pt x="1609691" y="1554521"/>
                  </a:lnTo>
                  <a:lnTo>
                    <a:pt x="1609774" y="1554483"/>
                  </a:lnTo>
                  <a:lnTo>
                    <a:pt x="1609856" y="1554417"/>
                  </a:lnTo>
                  <a:lnTo>
                    <a:pt x="1610093" y="1554380"/>
                  </a:lnTo>
                  <a:lnTo>
                    <a:pt x="1610346" y="1554381"/>
                  </a:lnTo>
                  <a:lnTo>
                    <a:pt x="1610735" y="1554381"/>
                  </a:lnTo>
                  <a:lnTo>
                    <a:pt x="1610931" y="1554375"/>
                  </a:lnTo>
                  <a:lnTo>
                    <a:pt x="1610985" y="1554413"/>
                  </a:lnTo>
                  <a:lnTo>
                    <a:pt x="1611169" y="1554700"/>
                  </a:lnTo>
                  <a:lnTo>
                    <a:pt x="1611268" y="1554758"/>
                  </a:lnTo>
                  <a:lnTo>
                    <a:pt x="1611412" y="1554772"/>
                  </a:lnTo>
                  <a:lnTo>
                    <a:pt x="1611460" y="1554823"/>
                  </a:lnTo>
                  <a:lnTo>
                    <a:pt x="1611492" y="1554891"/>
                  </a:lnTo>
                  <a:lnTo>
                    <a:pt x="1611554" y="1555132"/>
                  </a:lnTo>
                  <a:lnTo>
                    <a:pt x="1611502" y="1555295"/>
                  </a:lnTo>
                  <a:lnTo>
                    <a:pt x="1611486" y="1555331"/>
                  </a:lnTo>
                  <a:lnTo>
                    <a:pt x="1611464" y="1555353"/>
                  </a:lnTo>
                  <a:lnTo>
                    <a:pt x="1611429" y="1555373"/>
                  </a:lnTo>
                  <a:lnTo>
                    <a:pt x="1611330" y="1555371"/>
                  </a:lnTo>
                  <a:lnTo>
                    <a:pt x="1611170" y="1555356"/>
                  </a:lnTo>
                  <a:lnTo>
                    <a:pt x="1610843" y="1555287"/>
                  </a:lnTo>
                  <a:lnTo>
                    <a:pt x="1610624" y="1555226"/>
                  </a:lnTo>
                  <a:lnTo>
                    <a:pt x="1610565" y="1555224"/>
                  </a:lnTo>
                  <a:lnTo>
                    <a:pt x="1610431" y="1555241"/>
                  </a:lnTo>
                  <a:lnTo>
                    <a:pt x="1610234" y="1555275"/>
                  </a:lnTo>
                  <a:lnTo>
                    <a:pt x="1610210" y="1555280"/>
                  </a:lnTo>
                  <a:lnTo>
                    <a:pt x="1609742" y="1555403"/>
                  </a:lnTo>
                  <a:lnTo>
                    <a:pt x="1609725" y="1555408"/>
                  </a:lnTo>
                  <a:lnTo>
                    <a:pt x="1609343" y="1555550"/>
                  </a:lnTo>
                  <a:lnTo>
                    <a:pt x="1609315" y="1555560"/>
                  </a:lnTo>
                  <a:lnTo>
                    <a:pt x="1609300" y="1555568"/>
                  </a:lnTo>
                  <a:lnTo>
                    <a:pt x="1609167" y="1555631"/>
                  </a:lnTo>
                  <a:lnTo>
                    <a:pt x="1608813" y="1555773"/>
                  </a:lnTo>
                  <a:lnTo>
                    <a:pt x="1608386" y="1555936"/>
                  </a:lnTo>
                  <a:lnTo>
                    <a:pt x="1608360" y="1555943"/>
                  </a:lnTo>
                  <a:lnTo>
                    <a:pt x="1608341" y="1555948"/>
                  </a:lnTo>
                  <a:lnTo>
                    <a:pt x="1607882" y="1555981"/>
                  </a:lnTo>
                  <a:lnTo>
                    <a:pt x="1607620" y="1556043"/>
                  </a:lnTo>
                  <a:lnTo>
                    <a:pt x="1607489" y="1556096"/>
                  </a:lnTo>
                  <a:lnTo>
                    <a:pt x="1607420" y="1556123"/>
                  </a:lnTo>
                  <a:lnTo>
                    <a:pt x="1607328" y="1556148"/>
                  </a:lnTo>
                  <a:lnTo>
                    <a:pt x="1607311" y="1556146"/>
                  </a:lnTo>
                  <a:lnTo>
                    <a:pt x="1607296" y="1556129"/>
                  </a:lnTo>
                  <a:lnTo>
                    <a:pt x="1607299" y="1556037"/>
                  </a:lnTo>
                  <a:lnTo>
                    <a:pt x="1607299" y="1556027"/>
                  </a:lnTo>
                  <a:lnTo>
                    <a:pt x="1607288" y="1555998"/>
                  </a:lnTo>
                  <a:lnTo>
                    <a:pt x="1607257" y="1555965"/>
                  </a:lnTo>
                  <a:lnTo>
                    <a:pt x="1607183" y="1555933"/>
                  </a:lnTo>
                  <a:lnTo>
                    <a:pt x="1607054" y="1555898"/>
                  </a:lnTo>
                  <a:lnTo>
                    <a:pt x="1606977" y="1555892"/>
                  </a:lnTo>
                  <a:lnTo>
                    <a:pt x="1606668" y="1555920"/>
                  </a:lnTo>
                  <a:lnTo>
                    <a:pt x="1606420" y="1555990"/>
                  </a:lnTo>
                  <a:lnTo>
                    <a:pt x="1606238" y="1556081"/>
                  </a:lnTo>
                  <a:lnTo>
                    <a:pt x="1606132" y="1556148"/>
                  </a:lnTo>
                  <a:lnTo>
                    <a:pt x="1605908" y="1556259"/>
                  </a:lnTo>
                  <a:lnTo>
                    <a:pt x="1605830" y="1556298"/>
                  </a:lnTo>
                  <a:lnTo>
                    <a:pt x="1605801" y="1556304"/>
                  </a:lnTo>
                  <a:lnTo>
                    <a:pt x="1605775" y="1556290"/>
                  </a:lnTo>
                  <a:lnTo>
                    <a:pt x="1605715" y="1556174"/>
                  </a:lnTo>
                  <a:lnTo>
                    <a:pt x="1605635" y="1556048"/>
                  </a:lnTo>
                  <a:lnTo>
                    <a:pt x="1605516" y="1555910"/>
                  </a:lnTo>
                  <a:lnTo>
                    <a:pt x="1605442" y="1555840"/>
                  </a:lnTo>
                  <a:lnTo>
                    <a:pt x="1605320" y="1555741"/>
                  </a:lnTo>
                  <a:lnTo>
                    <a:pt x="1605261" y="1555702"/>
                  </a:lnTo>
                  <a:lnTo>
                    <a:pt x="1605242" y="1555680"/>
                  </a:lnTo>
                  <a:lnTo>
                    <a:pt x="1605231" y="1555653"/>
                  </a:lnTo>
                  <a:lnTo>
                    <a:pt x="1605153" y="1555454"/>
                  </a:lnTo>
                  <a:lnTo>
                    <a:pt x="1605139" y="1555403"/>
                  </a:lnTo>
                  <a:lnTo>
                    <a:pt x="1605155" y="1555385"/>
                  </a:lnTo>
                  <a:lnTo>
                    <a:pt x="1605238" y="1555362"/>
                  </a:lnTo>
                  <a:lnTo>
                    <a:pt x="1605522" y="1555413"/>
                  </a:lnTo>
                  <a:lnTo>
                    <a:pt x="1605540" y="1555433"/>
                  </a:lnTo>
                  <a:lnTo>
                    <a:pt x="1605556" y="1555431"/>
                  </a:lnTo>
                  <a:lnTo>
                    <a:pt x="1605570" y="1555430"/>
                  </a:lnTo>
                  <a:lnTo>
                    <a:pt x="1605575" y="1555141"/>
                  </a:lnTo>
                  <a:lnTo>
                    <a:pt x="1605557" y="1555140"/>
                  </a:lnTo>
                  <a:lnTo>
                    <a:pt x="1605524" y="1555146"/>
                  </a:lnTo>
                  <a:lnTo>
                    <a:pt x="1605349" y="1555172"/>
                  </a:lnTo>
                  <a:lnTo>
                    <a:pt x="1605111" y="1555249"/>
                  </a:lnTo>
                  <a:lnTo>
                    <a:pt x="1605100" y="1555252"/>
                  </a:lnTo>
                  <a:lnTo>
                    <a:pt x="1605070" y="1555291"/>
                  </a:lnTo>
                  <a:lnTo>
                    <a:pt x="1604918" y="1555172"/>
                  </a:lnTo>
                  <a:lnTo>
                    <a:pt x="1604913" y="1555162"/>
                  </a:lnTo>
                  <a:lnTo>
                    <a:pt x="1604771" y="1555043"/>
                  </a:lnTo>
                  <a:lnTo>
                    <a:pt x="1604765" y="1555038"/>
                  </a:lnTo>
                  <a:lnTo>
                    <a:pt x="1604603" y="1554941"/>
                  </a:lnTo>
                  <a:lnTo>
                    <a:pt x="1604615" y="1554788"/>
                  </a:lnTo>
                  <a:lnTo>
                    <a:pt x="1604629" y="1554631"/>
                  </a:lnTo>
                  <a:lnTo>
                    <a:pt x="1604650" y="1554585"/>
                  </a:lnTo>
                  <a:lnTo>
                    <a:pt x="1604833" y="1554223"/>
                  </a:lnTo>
                  <a:lnTo>
                    <a:pt x="1604885" y="1554074"/>
                  </a:lnTo>
                  <a:lnTo>
                    <a:pt x="1604912" y="1553892"/>
                  </a:lnTo>
                  <a:lnTo>
                    <a:pt x="1604906" y="1553870"/>
                  </a:lnTo>
                  <a:lnTo>
                    <a:pt x="1604749" y="1553767"/>
                  </a:lnTo>
                  <a:lnTo>
                    <a:pt x="1604505" y="1553623"/>
                  </a:lnTo>
                  <a:lnTo>
                    <a:pt x="1604343" y="1553626"/>
                  </a:lnTo>
                  <a:lnTo>
                    <a:pt x="1604190" y="1553616"/>
                  </a:lnTo>
                  <a:lnTo>
                    <a:pt x="1603592" y="1553539"/>
                  </a:lnTo>
                  <a:lnTo>
                    <a:pt x="1603422" y="1553480"/>
                  </a:lnTo>
                  <a:lnTo>
                    <a:pt x="1603328" y="1553433"/>
                  </a:lnTo>
                  <a:lnTo>
                    <a:pt x="1603308" y="1553423"/>
                  </a:lnTo>
                  <a:lnTo>
                    <a:pt x="1603269" y="1553476"/>
                  </a:lnTo>
                  <a:lnTo>
                    <a:pt x="1603230" y="1553576"/>
                  </a:lnTo>
                  <a:lnTo>
                    <a:pt x="1603205" y="1553593"/>
                  </a:lnTo>
                  <a:lnTo>
                    <a:pt x="1603171" y="1553617"/>
                  </a:lnTo>
                  <a:lnTo>
                    <a:pt x="1603072" y="1553620"/>
                  </a:lnTo>
                  <a:lnTo>
                    <a:pt x="1602972" y="1553559"/>
                  </a:lnTo>
                  <a:lnTo>
                    <a:pt x="1602880" y="1553502"/>
                  </a:lnTo>
                  <a:lnTo>
                    <a:pt x="1602853" y="1553421"/>
                  </a:lnTo>
                  <a:lnTo>
                    <a:pt x="1602885" y="1553343"/>
                  </a:lnTo>
                  <a:lnTo>
                    <a:pt x="1602938" y="1553268"/>
                  </a:lnTo>
                  <a:lnTo>
                    <a:pt x="1602961" y="1553216"/>
                  </a:lnTo>
                  <a:lnTo>
                    <a:pt x="1602964" y="1553211"/>
                  </a:lnTo>
                  <a:lnTo>
                    <a:pt x="1602964" y="1553206"/>
                  </a:lnTo>
                  <a:lnTo>
                    <a:pt x="1602960" y="1553114"/>
                  </a:lnTo>
                  <a:lnTo>
                    <a:pt x="1602947" y="1553034"/>
                  </a:lnTo>
                  <a:lnTo>
                    <a:pt x="1602934" y="1552950"/>
                  </a:lnTo>
                  <a:lnTo>
                    <a:pt x="1602924" y="1552891"/>
                  </a:lnTo>
                  <a:lnTo>
                    <a:pt x="1602919" y="1552858"/>
                  </a:lnTo>
                  <a:lnTo>
                    <a:pt x="1602933" y="1552679"/>
                  </a:lnTo>
                  <a:lnTo>
                    <a:pt x="1602984" y="1552636"/>
                  </a:lnTo>
                  <a:lnTo>
                    <a:pt x="1602979" y="1552585"/>
                  </a:lnTo>
                  <a:lnTo>
                    <a:pt x="1602898" y="1552566"/>
                  </a:lnTo>
                  <a:lnTo>
                    <a:pt x="1602871" y="1552560"/>
                  </a:lnTo>
                  <a:lnTo>
                    <a:pt x="1602858" y="1552580"/>
                  </a:lnTo>
                  <a:lnTo>
                    <a:pt x="1602871" y="1552646"/>
                  </a:lnTo>
                  <a:lnTo>
                    <a:pt x="1602879" y="1552701"/>
                  </a:lnTo>
                  <a:lnTo>
                    <a:pt x="1602815" y="1552988"/>
                  </a:lnTo>
                  <a:lnTo>
                    <a:pt x="1602764" y="1553150"/>
                  </a:lnTo>
                  <a:lnTo>
                    <a:pt x="1602618" y="1553339"/>
                  </a:lnTo>
                  <a:lnTo>
                    <a:pt x="1602364" y="1553668"/>
                  </a:lnTo>
                  <a:lnTo>
                    <a:pt x="1602262" y="1553736"/>
                  </a:lnTo>
                  <a:lnTo>
                    <a:pt x="1602114" y="1553578"/>
                  </a:lnTo>
                  <a:lnTo>
                    <a:pt x="1602096" y="1553586"/>
                  </a:lnTo>
                  <a:lnTo>
                    <a:pt x="1602050" y="1553630"/>
                  </a:lnTo>
                  <a:lnTo>
                    <a:pt x="1602206" y="1553809"/>
                  </a:lnTo>
                  <a:lnTo>
                    <a:pt x="1601849" y="1554172"/>
                  </a:lnTo>
                  <a:lnTo>
                    <a:pt x="1601796" y="1554248"/>
                  </a:lnTo>
                  <a:lnTo>
                    <a:pt x="1601731" y="1554342"/>
                  </a:lnTo>
                  <a:lnTo>
                    <a:pt x="1601650" y="1554334"/>
                  </a:lnTo>
                  <a:lnTo>
                    <a:pt x="1601527" y="1554286"/>
                  </a:lnTo>
                  <a:lnTo>
                    <a:pt x="1601505" y="1554291"/>
                  </a:lnTo>
                  <a:lnTo>
                    <a:pt x="1601488" y="1554295"/>
                  </a:lnTo>
                  <a:lnTo>
                    <a:pt x="1601439" y="1554341"/>
                  </a:lnTo>
                  <a:lnTo>
                    <a:pt x="1601426" y="1554350"/>
                  </a:lnTo>
                  <a:lnTo>
                    <a:pt x="1601455" y="1554389"/>
                  </a:lnTo>
                  <a:lnTo>
                    <a:pt x="1601505" y="1554416"/>
                  </a:lnTo>
                  <a:lnTo>
                    <a:pt x="1601515" y="1554422"/>
                  </a:lnTo>
                  <a:lnTo>
                    <a:pt x="1601588" y="1554498"/>
                  </a:lnTo>
                  <a:lnTo>
                    <a:pt x="1601604" y="1554543"/>
                  </a:lnTo>
                  <a:lnTo>
                    <a:pt x="1601606" y="1554562"/>
                  </a:lnTo>
                  <a:lnTo>
                    <a:pt x="1601582" y="1554629"/>
                  </a:lnTo>
                  <a:lnTo>
                    <a:pt x="1601552" y="1554681"/>
                  </a:lnTo>
                  <a:lnTo>
                    <a:pt x="1601491" y="1554771"/>
                  </a:lnTo>
                  <a:lnTo>
                    <a:pt x="1601428" y="1554852"/>
                  </a:lnTo>
                  <a:lnTo>
                    <a:pt x="1601393" y="1554894"/>
                  </a:lnTo>
                  <a:lnTo>
                    <a:pt x="1601410" y="1554950"/>
                  </a:lnTo>
                  <a:lnTo>
                    <a:pt x="1601426" y="1555005"/>
                  </a:lnTo>
                  <a:lnTo>
                    <a:pt x="1601590" y="1555043"/>
                  </a:lnTo>
                  <a:lnTo>
                    <a:pt x="1601732" y="1555075"/>
                  </a:lnTo>
                  <a:lnTo>
                    <a:pt x="1601786" y="1554992"/>
                  </a:lnTo>
                  <a:lnTo>
                    <a:pt x="1601884" y="1554979"/>
                  </a:lnTo>
                  <a:lnTo>
                    <a:pt x="1602092" y="1555015"/>
                  </a:lnTo>
                  <a:lnTo>
                    <a:pt x="1602117" y="1555026"/>
                  </a:lnTo>
                  <a:lnTo>
                    <a:pt x="1602228" y="1555124"/>
                  </a:lnTo>
                  <a:lnTo>
                    <a:pt x="1602242" y="1555205"/>
                  </a:lnTo>
                  <a:lnTo>
                    <a:pt x="1602225" y="1555245"/>
                  </a:lnTo>
                  <a:lnTo>
                    <a:pt x="1602188" y="1555290"/>
                  </a:lnTo>
                  <a:lnTo>
                    <a:pt x="1602168" y="1555291"/>
                  </a:lnTo>
                  <a:lnTo>
                    <a:pt x="1602106" y="1555390"/>
                  </a:lnTo>
                  <a:lnTo>
                    <a:pt x="1602056" y="1555616"/>
                  </a:lnTo>
                  <a:lnTo>
                    <a:pt x="1602069" y="1555627"/>
                  </a:lnTo>
                  <a:lnTo>
                    <a:pt x="1602267" y="1555788"/>
                  </a:lnTo>
                  <a:lnTo>
                    <a:pt x="1602404" y="1555631"/>
                  </a:lnTo>
                  <a:lnTo>
                    <a:pt x="1602470" y="1555448"/>
                  </a:lnTo>
                  <a:lnTo>
                    <a:pt x="1602526" y="1555313"/>
                  </a:lnTo>
                  <a:lnTo>
                    <a:pt x="1602545" y="1555267"/>
                  </a:lnTo>
                  <a:lnTo>
                    <a:pt x="1602644" y="1555250"/>
                  </a:lnTo>
                  <a:lnTo>
                    <a:pt x="1602756" y="1555243"/>
                  </a:lnTo>
                  <a:lnTo>
                    <a:pt x="1602855" y="1555275"/>
                  </a:lnTo>
                  <a:lnTo>
                    <a:pt x="1603035" y="1555352"/>
                  </a:lnTo>
                  <a:lnTo>
                    <a:pt x="1603064" y="1555389"/>
                  </a:lnTo>
                  <a:lnTo>
                    <a:pt x="1603065" y="1555408"/>
                  </a:lnTo>
                  <a:lnTo>
                    <a:pt x="1603281" y="1555505"/>
                  </a:lnTo>
                  <a:lnTo>
                    <a:pt x="1603362" y="1555498"/>
                  </a:lnTo>
                  <a:lnTo>
                    <a:pt x="1603383" y="1555485"/>
                  </a:lnTo>
                  <a:lnTo>
                    <a:pt x="1603444" y="1555315"/>
                  </a:lnTo>
                  <a:lnTo>
                    <a:pt x="1603456" y="1555207"/>
                  </a:lnTo>
                  <a:lnTo>
                    <a:pt x="1603502" y="1555169"/>
                  </a:lnTo>
                  <a:lnTo>
                    <a:pt x="1603650" y="1555074"/>
                  </a:lnTo>
                  <a:lnTo>
                    <a:pt x="1603695" y="1555053"/>
                  </a:lnTo>
                  <a:lnTo>
                    <a:pt x="1603838" y="1555038"/>
                  </a:lnTo>
                  <a:lnTo>
                    <a:pt x="1604191" y="1555136"/>
                  </a:lnTo>
                  <a:lnTo>
                    <a:pt x="1604530" y="1555393"/>
                  </a:lnTo>
                  <a:lnTo>
                    <a:pt x="1604676" y="1555515"/>
                  </a:lnTo>
                  <a:lnTo>
                    <a:pt x="1605115" y="1555976"/>
                  </a:lnTo>
                  <a:lnTo>
                    <a:pt x="1605117" y="1555998"/>
                  </a:lnTo>
                  <a:lnTo>
                    <a:pt x="1605108" y="1556006"/>
                  </a:lnTo>
                  <a:lnTo>
                    <a:pt x="1604929" y="1556123"/>
                  </a:lnTo>
                  <a:lnTo>
                    <a:pt x="1604867" y="1556138"/>
                  </a:lnTo>
                  <a:lnTo>
                    <a:pt x="1604373" y="1556244"/>
                  </a:lnTo>
                  <a:lnTo>
                    <a:pt x="1604100" y="1556286"/>
                  </a:lnTo>
                  <a:lnTo>
                    <a:pt x="1603991" y="1556310"/>
                  </a:lnTo>
                  <a:lnTo>
                    <a:pt x="1603251" y="1556554"/>
                  </a:lnTo>
                  <a:lnTo>
                    <a:pt x="1602986" y="1556658"/>
                  </a:lnTo>
                  <a:lnTo>
                    <a:pt x="1602738" y="1556771"/>
                  </a:lnTo>
                  <a:lnTo>
                    <a:pt x="1602252" y="1557089"/>
                  </a:lnTo>
                  <a:lnTo>
                    <a:pt x="1601738" y="1557483"/>
                  </a:lnTo>
                  <a:lnTo>
                    <a:pt x="1601583" y="1557615"/>
                  </a:lnTo>
                  <a:lnTo>
                    <a:pt x="1601405" y="1557778"/>
                  </a:lnTo>
                  <a:lnTo>
                    <a:pt x="1601194" y="1557978"/>
                  </a:lnTo>
                  <a:lnTo>
                    <a:pt x="1601103" y="1557958"/>
                  </a:lnTo>
                  <a:lnTo>
                    <a:pt x="1601113" y="1557911"/>
                  </a:lnTo>
                  <a:lnTo>
                    <a:pt x="1601109" y="1557893"/>
                  </a:lnTo>
                  <a:lnTo>
                    <a:pt x="1601027" y="1557837"/>
                  </a:lnTo>
                  <a:lnTo>
                    <a:pt x="1600994" y="1557824"/>
                  </a:lnTo>
                  <a:lnTo>
                    <a:pt x="1600919" y="1557815"/>
                  </a:lnTo>
                  <a:lnTo>
                    <a:pt x="1600698" y="1557818"/>
                  </a:lnTo>
                  <a:lnTo>
                    <a:pt x="1600570" y="1557863"/>
                  </a:lnTo>
                  <a:lnTo>
                    <a:pt x="1600402" y="1557934"/>
                  </a:lnTo>
                  <a:lnTo>
                    <a:pt x="1600260" y="1558007"/>
                  </a:lnTo>
                  <a:lnTo>
                    <a:pt x="1600084" y="1558131"/>
                  </a:lnTo>
                  <a:lnTo>
                    <a:pt x="1600048" y="1558160"/>
                  </a:lnTo>
                  <a:lnTo>
                    <a:pt x="1599936" y="1558249"/>
                  </a:lnTo>
                  <a:lnTo>
                    <a:pt x="1599745" y="1558384"/>
                  </a:lnTo>
                  <a:lnTo>
                    <a:pt x="1599347" y="1558516"/>
                  </a:lnTo>
                  <a:lnTo>
                    <a:pt x="1599284" y="1558507"/>
                  </a:lnTo>
                  <a:lnTo>
                    <a:pt x="1599233" y="1558499"/>
                  </a:lnTo>
                  <a:lnTo>
                    <a:pt x="1599178" y="1558491"/>
                  </a:lnTo>
                  <a:lnTo>
                    <a:pt x="1599165" y="1558470"/>
                  </a:lnTo>
                  <a:lnTo>
                    <a:pt x="1599165" y="1558444"/>
                  </a:lnTo>
                  <a:lnTo>
                    <a:pt x="1599185" y="1558420"/>
                  </a:lnTo>
                  <a:lnTo>
                    <a:pt x="1599225" y="1558351"/>
                  </a:lnTo>
                  <a:lnTo>
                    <a:pt x="1599234" y="1558333"/>
                  </a:lnTo>
                  <a:lnTo>
                    <a:pt x="1599238" y="1558320"/>
                  </a:lnTo>
                  <a:lnTo>
                    <a:pt x="1599237" y="1558305"/>
                  </a:lnTo>
                  <a:lnTo>
                    <a:pt x="1599227" y="1558264"/>
                  </a:lnTo>
                  <a:lnTo>
                    <a:pt x="1599224" y="1558254"/>
                  </a:lnTo>
                  <a:lnTo>
                    <a:pt x="1599219" y="1558247"/>
                  </a:lnTo>
                  <a:lnTo>
                    <a:pt x="1599127" y="1558181"/>
                  </a:lnTo>
                  <a:lnTo>
                    <a:pt x="1599121" y="1558177"/>
                  </a:lnTo>
                  <a:lnTo>
                    <a:pt x="1599116" y="1558174"/>
                  </a:lnTo>
                  <a:lnTo>
                    <a:pt x="1599094" y="1558167"/>
                  </a:lnTo>
                  <a:lnTo>
                    <a:pt x="1599087" y="1558165"/>
                  </a:lnTo>
                  <a:lnTo>
                    <a:pt x="1599064" y="1558159"/>
                  </a:lnTo>
                  <a:lnTo>
                    <a:pt x="1599056" y="1558169"/>
                  </a:lnTo>
                  <a:lnTo>
                    <a:pt x="1599052" y="1558176"/>
                  </a:lnTo>
                  <a:lnTo>
                    <a:pt x="1599041" y="1558193"/>
                  </a:lnTo>
                  <a:lnTo>
                    <a:pt x="1599084" y="1558209"/>
                  </a:lnTo>
                  <a:lnTo>
                    <a:pt x="1599089" y="1558213"/>
                  </a:lnTo>
                  <a:lnTo>
                    <a:pt x="1599093" y="1558217"/>
                  </a:lnTo>
                  <a:lnTo>
                    <a:pt x="1599099" y="1558226"/>
                  </a:lnTo>
                  <a:lnTo>
                    <a:pt x="1599107" y="1558244"/>
                  </a:lnTo>
                  <a:lnTo>
                    <a:pt x="1599116" y="1558267"/>
                  </a:lnTo>
                  <a:lnTo>
                    <a:pt x="1599122" y="1558290"/>
                  </a:lnTo>
                  <a:lnTo>
                    <a:pt x="1599128" y="1558314"/>
                  </a:lnTo>
                  <a:lnTo>
                    <a:pt x="1599127" y="1558321"/>
                  </a:lnTo>
                  <a:lnTo>
                    <a:pt x="1599125" y="1558331"/>
                  </a:lnTo>
                  <a:lnTo>
                    <a:pt x="1599119" y="1558343"/>
                  </a:lnTo>
                  <a:lnTo>
                    <a:pt x="1599113" y="1558350"/>
                  </a:lnTo>
                  <a:lnTo>
                    <a:pt x="1599107" y="1558352"/>
                  </a:lnTo>
                  <a:lnTo>
                    <a:pt x="1599100" y="1558352"/>
                  </a:lnTo>
                  <a:lnTo>
                    <a:pt x="1599091" y="1558347"/>
                  </a:lnTo>
                  <a:lnTo>
                    <a:pt x="1599086" y="1558342"/>
                  </a:lnTo>
                  <a:lnTo>
                    <a:pt x="1599083" y="1558338"/>
                  </a:lnTo>
                  <a:lnTo>
                    <a:pt x="1599070" y="1558329"/>
                  </a:lnTo>
                  <a:lnTo>
                    <a:pt x="1599020" y="1558306"/>
                  </a:lnTo>
                  <a:lnTo>
                    <a:pt x="1599014" y="1558303"/>
                  </a:lnTo>
                  <a:lnTo>
                    <a:pt x="1598999" y="1558298"/>
                  </a:lnTo>
                  <a:lnTo>
                    <a:pt x="1598974" y="1558294"/>
                  </a:lnTo>
                  <a:lnTo>
                    <a:pt x="1598913" y="1558286"/>
                  </a:lnTo>
                  <a:lnTo>
                    <a:pt x="1598833" y="1558282"/>
                  </a:lnTo>
                  <a:lnTo>
                    <a:pt x="1598802" y="1558283"/>
                  </a:lnTo>
                  <a:lnTo>
                    <a:pt x="1598707" y="1558289"/>
                  </a:lnTo>
                  <a:lnTo>
                    <a:pt x="1598656" y="1558296"/>
                  </a:lnTo>
                  <a:lnTo>
                    <a:pt x="1598631" y="1558303"/>
                  </a:lnTo>
                  <a:lnTo>
                    <a:pt x="1598404" y="1558388"/>
                  </a:lnTo>
                  <a:lnTo>
                    <a:pt x="1598384" y="1558396"/>
                  </a:lnTo>
                  <a:lnTo>
                    <a:pt x="1598348" y="1558414"/>
                  </a:lnTo>
                  <a:lnTo>
                    <a:pt x="1598298" y="1558439"/>
                  </a:lnTo>
                  <a:lnTo>
                    <a:pt x="1598260" y="1558461"/>
                  </a:lnTo>
                  <a:lnTo>
                    <a:pt x="1598218" y="1558489"/>
                  </a:lnTo>
                  <a:lnTo>
                    <a:pt x="1598109" y="1558564"/>
                  </a:lnTo>
                  <a:lnTo>
                    <a:pt x="1598030" y="1558618"/>
                  </a:lnTo>
                  <a:lnTo>
                    <a:pt x="1598017" y="1558630"/>
                  </a:lnTo>
                  <a:lnTo>
                    <a:pt x="1598013" y="1558635"/>
                  </a:lnTo>
                  <a:lnTo>
                    <a:pt x="1597878" y="1558748"/>
                  </a:lnTo>
                  <a:lnTo>
                    <a:pt x="1597806" y="1558788"/>
                  </a:lnTo>
                  <a:lnTo>
                    <a:pt x="1597743" y="1558834"/>
                  </a:lnTo>
                  <a:lnTo>
                    <a:pt x="1597713" y="1558858"/>
                  </a:lnTo>
                  <a:lnTo>
                    <a:pt x="1597671" y="1558894"/>
                  </a:lnTo>
                  <a:lnTo>
                    <a:pt x="1597567" y="1558992"/>
                  </a:lnTo>
                  <a:lnTo>
                    <a:pt x="1597440" y="1559120"/>
                  </a:lnTo>
                  <a:lnTo>
                    <a:pt x="1597363" y="1559197"/>
                  </a:lnTo>
                  <a:lnTo>
                    <a:pt x="1597352" y="1559207"/>
                  </a:lnTo>
                  <a:lnTo>
                    <a:pt x="1597187" y="1559383"/>
                  </a:lnTo>
                  <a:lnTo>
                    <a:pt x="1597037" y="1559561"/>
                  </a:lnTo>
                  <a:lnTo>
                    <a:pt x="1597019" y="1559583"/>
                  </a:lnTo>
                  <a:lnTo>
                    <a:pt x="1597015" y="1559588"/>
                  </a:lnTo>
                  <a:lnTo>
                    <a:pt x="1596974" y="1559639"/>
                  </a:lnTo>
                  <a:lnTo>
                    <a:pt x="1596932" y="1559692"/>
                  </a:lnTo>
                  <a:lnTo>
                    <a:pt x="1596876" y="1559752"/>
                  </a:lnTo>
                  <a:lnTo>
                    <a:pt x="1596835" y="1559793"/>
                  </a:lnTo>
                  <a:lnTo>
                    <a:pt x="1596820" y="1559805"/>
                  </a:lnTo>
                  <a:lnTo>
                    <a:pt x="1596763" y="1559849"/>
                  </a:lnTo>
                  <a:lnTo>
                    <a:pt x="1596450" y="1559937"/>
                  </a:lnTo>
                  <a:lnTo>
                    <a:pt x="1596443" y="1559936"/>
                  </a:lnTo>
                  <a:lnTo>
                    <a:pt x="1596274" y="1559903"/>
                  </a:lnTo>
                  <a:lnTo>
                    <a:pt x="1596075" y="1559859"/>
                  </a:lnTo>
                  <a:lnTo>
                    <a:pt x="1596053" y="1559862"/>
                  </a:lnTo>
                  <a:lnTo>
                    <a:pt x="1595926" y="1559883"/>
                  </a:lnTo>
                  <a:lnTo>
                    <a:pt x="1595813" y="1559943"/>
                  </a:lnTo>
                  <a:lnTo>
                    <a:pt x="1595681" y="1559951"/>
                  </a:lnTo>
                  <a:lnTo>
                    <a:pt x="1595487" y="1559913"/>
                  </a:lnTo>
                  <a:lnTo>
                    <a:pt x="1595431" y="1559900"/>
                  </a:lnTo>
                  <a:lnTo>
                    <a:pt x="1595427" y="1559879"/>
                  </a:lnTo>
                  <a:lnTo>
                    <a:pt x="1595439" y="1559806"/>
                  </a:lnTo>
                  <a:lnTo>
                    <a:pt x="1595414" y="1559730"/>
                  </a:lnTo>
                  <a:lnTo>
                    <a:pt x="1595384" y="1559704"/>
                  </a:lnTo>
                  <a:lnTo>
                    <a:pt x="1595284" y="1559648"/>
                  </a:lnTo>
                  <a:lnTo>
                    <a:pt x="1595218" y="1559635"/>
                  </a:lnTo>
                  <a:lnTo>
                    <a:pt x="1594915" y="1559599"/>
                  </a:lnTo>
                  <a:lnTo>
                    <a:pt x="1594825" y="1559608"/>
                  </a:lnTo>
                  <a:lnTo>
                    <a:pt x="1594763" y="1559627"/>
                  </a:lnTo>
                  <a:lnTo>
                    <a:pt x="1594556" y="1559729"/>
                  </a:lnTo>
                  <a:lnTo>
                    <a:pt x="1594480" y="1559768"/>
                  </a:lnTo>
                  <a:lnTo>
                    <a:pt x="1594437" y="1559791"/>
                  </a:lnTo>
                  <a:lnTo>
                    <a:pt x="1594308" y="1559857"/>
                  </a:lnTo>
                  <a:lnTo>
                    <a:pt x="1594249" y="1559842"/>
                  </a:lnTo>
                  <a:lnTo>
                    <a:pt x="1594202" y="1559678"/>
                  </a:lnTo>
                  <a:lnTo>
                    <a:pt x="1594200" y="1559673"/>
                  </a:lnTo>
                  <a:lnTo>
                    <a:pt x="1594110" y="1559529"/>
                  </a:lnTo>
                  <a:lnTo>
                    <a:pt x="1594079" y="1559490"/>
                  </a:lnTo>
                  <a:lnTo>
                    <a:pt x="1594072" y="1559484"/>
                  </a:lnTo>
                  <a:lnTo>
                    <a:pt x="1593888" y="1559336"/>
                  </a:lnTo>
                  <a:lnTo>
                    <a:pt x="1593883" y="1559334"/>
                  </a:lnTo>
                  <a:lnTo>
                    <a:pt x="1593784" y="1559295"/>
                  </a:lnTo>
                  <a:lnTo>
                    <a:pt x="1593767" y="1559292"/>
                  </a:lnTo>
                  <a:lnTo>
                    <a:pt x="1593711" y="1559284"/>
                  </a:lnTo>
                  <a:lnTo>
                    <a:pt x="1593687" y="1559282"/>
                  </a:lnTo>
                  <a:lnTo>
                    <a:pt x="1593607" y="1559284"/>
                  </a:lnTo>
                  <a:lnTo>
                    <a:pt x="1593489" y="1559295"/>
                  </a:lnTo>
                  <a:lnTo>
                    <a:pt x="1593444" y="1559302"/>
                  </a:lnTo>
                  <a:lnTo>
                    <a:pt x="1593136" y="1559338"/>
                  </a:lnTo>
                  <a:lnTo>
                    <a:pt x="1593087" y="1559344"/>
                  </a:lnTo>
                  <a:lnTo>
                    <a:pt x="1593011" y="1559364"/>
                  </a:lnTo>
                  <a:lnTo>
                    <a:pt x="1592940" y="1559392"/>
                  </a:lnTo>
                  <a:lnTo>
                    <a:pt x="1592889" y="1559411"/>
                  </a:lnTo>
                  <a:lnTo>
                    <a:pt x="1592859" y="1559367"/>
                  </a:lnTo>
                  <a:lnTo>
                    <a:pt x="1592878" y="1559331"/>
                  </a:lnTo>
                  <a:lnTo>
                    <a:pt x="1592931" y="1559213"/>
                  </a:lnTo>
                  <a:lnTo>
                    <a:pt x="1592931" y="1559194"/>
                  </a:lnTo>
                  <a:lnTo>
                    <a:pt x="1592903" y="1559166"/>
                  </a:lnTo>
                  <a:lnTo>
                    <a:pt x="1592870" y="1559134"/>
                  </a:lnTo>
                  <a:lnTo>
                    <a:pt x="1592829" y="1559120"/>
                  </a:lnTo>
                  <a:lnTo>
                    <a:pt x="1592815" y="1559123"/>
                  </a:lnTo>
                  <a:lnTo>
                    <a:pt x="1592389" y="1559227"/>
                  </a:lnTo>
                  <a:lnTo>
                    <a:pt x="1592227" y="1559273"/>
                  </a:lnTo>
                  <a:lnTo>
                    <a:pt x="1591908" y="1559370"/>
                  </a:lnTo>
                  <a:lnTo>
                    <a:pt x="1591693" y="1559452"/>
                  </a:lnTo>
                  <a:lnTo>
                    <a:pt x="1591334" y="1559720"/>
                  </a:lnTo>
                  <a:lnTo>
                    <a:pt x="1591277" y="1559778"/>
                  </a:lnTo>
                  <a:lnTo>
                    <a:pt x="1591247" y="1559830"/>
                  </a:lnTo>
                  <a:lnTo>
                    <a:pt x="1591235" y="1559852"/>
                  </a:lnTo>
                  <a:lnTo>
                    <a:pt x="1591159" y="1559941"/>
                  </a:lnTo>
                  <a:lnTo>
                    <a:pt x="1591129" y="1559974"/>
                  </a:lnTo>
                  <a:lnTo>
                    <a:pt x="1591010" y="1560079"/>
                  </a:lnTo>
                  <a:lnTo>
                    <a:pt x="1590992" y="1560091"/>
                  </a:lnTo>
                  <a:lnTo>
                    <a:pt x="1590969" y="1560098"/>
                  </a:lnTo>
                  <a:lnTo>
                    <a:pt x="1590949" y="1560096"/>
                  </a:lnTo>
                  <a:lnTo>
                    <a:pt x="1590929" y="1560087"/>
                  </a:lnTo>
                  <a:lnTo>
                    <a:pt x="1590918" y="1560082"/>
                  </a:lnTo>
                  <a:lnTo>
                    <a:pt x="1590838" y="1559981"/>
                  </a:lnTo>
                  <a:lnTo>
                    <a:pt x="1590802" y="1559961"/>
                  </a:lnTo>
                  <a:lnTo>
                    <a:pt x="1590689" y="1559929"/>
                  </a:lnTo>
                  <a:lnTo>
                    <a:pt x="1590643" y="1559958"/>
                  </a:lnTo>
                  <a:lnTo>
                    <a:pt x="1590617" y="1559974"/>
                  </a:lnTo>
                  <a:lnTo>
                    <a:pt x="1590586" y="1559993"/>
                  </a:lnTo>
                  <a:lnTo>
                    <a:pt x="1590556" y="1560011"/>
                  </a:lnTo>
                  <a:lnTo>
                    <a:pt x="1590499" y="1560255"/>
                  </a:lnTo>
                  <a:lnTo>
                    <a:pt x="1590472" y="1560381"/>
                  </a:lnTo>
                  <a:lnTo>
                    <a:pt x="1590468" y="1560399"/>
                  </a:lnTo>
                  <a:lnTo>
                    <a:pt x="1590399" y="1560472"/>
                  </a:lnTo>
                  <a:lnTo>
                    <a:pt x="1590308" y="1560523"/>
                  </a:lnTo>
                  <a:lnTo>
                    <a:pt x="1590258" y="1560537"/>
                  </a:lnTo>
                  <a:lnTo>
                    <a:pt x="1590202" y="1560567"/>
                  </a:lnTo>
                  <a:lnTo>
                    <a:pt x="1590011" y="1560708"/>
                  </a:lnTo>
                  <a:lnTo>
                    <a:pt x="1589879" y="1560827"/>
                  </a:lnTo>
                  <a:lnTo>
                    <a:pt x="1589802" y="1560907"/>
                  </a:lnTo>
                  <a:lnTo>
                    <a:pt x="1589689" y="1561040"/>
                  </a:lnTo>
                  <a:lnTo>
                    <a:pt x="1589462" y="1561310"/>
                  </a:lnTo>
                  <a:lnTo>
                    <a:pt x="1589289" y="1561518"/>
                  </a:lnTo>
                  <a:lnTo>
                    <a:pt x="1589111" y="1561748"/>
                  </a:lnTo>
                  <a:lnTo>
                    <a:pt x="1588840" y="1562115"/>
                  </a:lnTo>
                  <a:lnTo>
                    <a:pt x="1588676" y="1562370"/>
                  </a:lnTo>
                  <a:lnTo>
                    <a:pt x="1588473" y="1562691"/>
                  </a:lnTo>
                  <a:lnTo>
                    <a:pt x="1588338" y="1562917"/>
                  </a:lnTo>
                  <a:lnTo>
                    <a:pt x="1588065" y="1563299"/>
                  </a:lnTo>
                  <a:lnTo>
                    <a:pt x="1587826" y="1563647"/>
                  </a:lnTo>
                  <a:lnTo>
                    <a:pt x="1587745" y="1563776"/>
                  </a:lnTo>
                  <a:lnTo>
                    <a:pt x="1587549" y="1564159"/>
                  </a:lnTo>
                  <a:lnTo>
                    <a:pt x="1587391" y="1564515"/>
                  </a:lnTo>
                  <a:lnTo>
                    <a:pt x="1587252" y="1564886"/>
                  </a:lnTo>
                  <a:lnTo>
                    <a:pt x="1587169" y="1565142"/>
                  </a:lnTo>
                  <a:lnTo>
                    <a:pt x="1587134" y="1565250"/>
                  </a:lnTo>
                  <a:lnTo>
                    <a:pt x="1587105" y="1565417"/>
                  </a:lnTo>
                  <a:lnTo>
                    <a:pt x="1587039" y="1565621"/>
                  </a:lnTo>
                  <a:lnTo>
                    <a:pt x="1586937" y="1565908"/>
                  </a:lnTo>
                  <a:lnTo>
                    <a:pt x="1586838" y="1566135"/>
                  </a:lnTo>
                  <a:lnTo>
                    <a:pt x="1586723" y="1566350"/>
                  </a:lnTo>
                  <a:lnTo>
                    <a:pt x="1586552" y="1566669"/>
                  </a:lnTo>
                  <a:lnTo>
                    <a:pt x="1586394" y="1566821"/>
                  </a:lnTo>
                  <a:lnTo>
                    <a:pt x="1586361" y="1566830"/>
                  </a:lnTo>
                  <a:lnTo>
                    <a:pt x="1586288" y="1566850"/>
                  </a:lnTo>
                  <a:lnTo>
                    <a:pt x="1586173" y="1566999"/>
                  </a:lnTo>
                  <a:lnTo>
                    <a:pt x="1586152" y="1567026"/>
                  </a:lnTo>
                  <a:lnTo>
                    <a:pt x="1585982" y="1567244"/>
                  </a:lnTo>
                  <a:lnTo>
                    <a:pt x="1585977" y="1567287"/>
                  </a:lnTo>
                  <a:lnTo>
                    <a:pt x="1585806" y="1567544"/>
                  </a:lnTo>
                  <a:lnTo>
                    <a:pt x="1585701" y="1567638"/>
                  </a:lnTo>
                  <a:lnTo>
                    <a:pt x="1585398" y="1567808"/>
                  </a:lnTo>
                  <a:lnTo>
                    <a:pt x="1585181" y="1567917"/>
                  </a:lnTo>
                  <a:lnTo>
                    <a:pt x="1585098" y="1567943"/>
                  </a:lnTo>
                  <a:lnTo>
                    <a:pt x="1584908" y="1567919"/>
                  </a:lnTo>
                  <a:lnTo>
                    <a:pt x="1584868" y="1567901"/>
                  </a:lnTo>
                  <a:lnTo>
                    <a:pt x="1584746" y="1567736"/>
                  </a:lnTo>
                  <a:lnTo>
                    <a:pt x="1584689" y="1567618"/>
                  </a:lnTo>
                  <a:lnTo>
                    <a:pt x="1584685" y="1567495"/>
                  </a:lnTo>
                  <a:lnTo>
                    <a:pt x="1584690" y="1567493"/>
                  </a:lnTo>
                  <a:lnTo>
                    <a:pt x="1584698" y="1567455"/>
                  </a:lnTo>
                  <a:lnTo>
                    <a:pt x="1584693" y="1567429"/>
                  </a:lnTo>
                  <a:lnTo>
                    <a:pt x="1584671" y="1567343"/>
                  </a:lnTo>
                  <a:lnTo>
                    <a:pt x="1584660" y="1567342"/>
                  </a:lnTo>
                  <a:lnTo>
                    <a:pt x="1584651" y="1567341"/>
                  </a:lnTo>
                  <a:lnTo>
                    <a:pt x="1584577" y="1567381"/>
                  </a:lnTo>
                  <a:lnTo>
                    <a:pt x="1584552" y="1567443"/>
                  </a:lnTo>
                  <a:lnTo>
                    <a:pt x="1584549" y="1567553"/>
                  </a:lnTo>
                  <a:lnTo>
                    <a:pt x="1584552" y="1567623"/>
                  </a:lnTo>
                  <a:lnTo>
                    <a:pt x="1584618" y="1567917"/>
                  </a:lnTo>
                  <a:lnTo>
                    <a:pt x="1584572" y="1568005"/>
                  </a:lnTo>
                  <a:lnTo>
                    <a:pt x="1584475" y="1568031"/>
                  </a:lnTo>
                  <a:lnTo>
                    <a:pt x="1583903" y="1568035"/>
                  </a:lnTo>
                  <a:lnTo>
                    <a:pt x="1583722" y="1567983"/>
                  </a:lnTo>
                  <a:lnTo>
                    <a:pt x="1583531" y="1567998"/>
                  </a:lnTo>
                  <a:lnTo>
                    <a:pt x="1583506" y="1567994"/>
                  </a:lnTo>
                  <a:lnTo>
                    <a:pt x="1583199" y="1567955"/>
                  </a:lnTo>
                  <a:lnTo>
                    <a:pt x="1582894" y="1567949"/>
                  </a:lnTo>
                  <a:lnTo>
                    <a:pt x="1582868" y="1567924"/>
                  </a:lnTo>
                  <a:lnTo>
                    <a:pt x="1582810" y="1567865"/>
                  </a:lnTo>
                  <a:lnTo>
                    <a:pt x="1582805" y="1567863"/>
                  </a:lnTo>
                  <a:lnTo>
                    <a:pt x="1582750" y="1567837"/>
                  </a:lnTo>
                  <a:lnTo>
                    <a:pt x="1582699" y="1567832"/>
                  </a:lnTo>
                  <a:lnTo>
                    <a:pt x="1582636" y="1567859"/>
                  </a:lnTo>
                  <a:lnTo>
                    <a:pt x="1582269" y="1568016"/>
                  </a:lnTo>
                  <a:lnTo>
                    <a:pt x="1582244" y="1568026"/>
                  </a:lnTo>
                  <a:lnTo>
                    <a:pt x="1582190" y="1568054"/>
                  </a:lnTo>
                  <a:lnTo>
                    <a:pt x="1582061" y="1568120"/>
                  </a:lnTo>
                  <a:lnTo>
                    <a:pt x="1582041" y="1568131"/>
                  </a:lnTo>
                  <a:lnTo>
                    <a:pt x="1581963" y="1568183"/>
                  </a:lnTo>
                  <a:lnTo>
                    <a:pt x="1581950" y="1568221"/>
                  </a:lnTo>
                  <a:lnTo>
                    <a:pt x="1581793" y="1568376"/>
                  </a:lnTo>
                  <a:lnTo>
                    <a:pt x="1581746" y="1568422"/>
                  </a:lnTo>
                  <a:lnTo>
                    <a:pt x="1581546" y="1568524"/>
                  </a:lnTo>
                  <a:lnTo>
                    <a:pt x="1581495" y="1568545"/>
                  </a:lnTo>
                  <a:lnTo>
                    <a:pt x="1581387" y="1568566"/>
                  </a:lnTo>
                  <a:lnTo>
                    <a:pt x="1581355" y="1568564"/>
                  </a:lnTo>
                  <a:lnTo>
                    <a:pt x="1581241" y="1568557"/>
                  </a:lnTo>
                  <a:lnTo>
                    <a:pt x="1581170" y="1568522"/>
                  </a:lnTo>
                  <a:lnTo>
                    <a:pt x="1581090" y="1568447"/>
                  </a:lnTo>
                  <a:lnTo>
                    <a:pt x="1581077" y="1568431"/>
                  </a:lnTo>
                  <a:lnTo>
                    <a:pt x="1580969" y="1568310"/>
                  </a:lnTo>
                  <a:lnTo>
                    <a:pt x="1580961" y="1568294"/>
                  </a:lnTo>
                  <a:lnTo>
                    <a:pt x="1580698" y="1568154"/>
                  </a:lnTo>
                  <a:lnTo>
                    <a:pt x="1580610" y="1568140"/>
                  </a:lnTo>
                  <a:lnTo>
                    <a:pt x="1580426" y="1568091"/>
                  </a:lnTo>
                  <a:lnTo>
                    <a:pt x="1580349" y="1568058"/>
                  </a:lnTo>
                  <a:lnTo>
                    <a:pt x="1580233" y="1568005"/>
                  </a:lnTo>
                  <a:lnTo>
                    <a:pt x="1580065" y="1567937"/>
                  </a:lnTo>
                  <a:lnTo>
                    <a:pt x="1579688" y="1567927"/>
                  </a:lnTo>
                  <a:lnTo>
                    <a:pt x="1579584" y="1567946"/>
                  </a:lnTo>
                  <a:lnTo>
                    <a:pt x="1579431" y="1568007"/>
                  </a:lnTo>
                  <a:lnTo>
                    <a:pt x="1579413" y="1568017"/>
                  </a:lnTo>
                  <a:lnTo>
                    <a:pt x="1579283" y="1568134"/>
                  </a:lnTo>
                  <a:lnTo>
                    <a:pt x="1579305" y="1568171"/>
                  </a:lnTo>
                  <a:lnTo>
                    <a:pt x="1579294" y="1568311"/>
                  </a:lnTo>
                  <a:lnTo>
                    <a:pt x="1579245" y="1568361"/>
                  </a:lnTo>
                  <a:lnTo>
                    <a:pt x="1579173" y="1568411"/>
                  </a:lnTo>
                  <a:lnTo>
                    <a:pt x="1579102" y="1568435"/>
                  </a:lnTo>
                  <a:lnTo>
                    <a:pt x="1579075" y="1568446"/>
                  </a:lnTo>
                  <a:lnTo>
                    <a:pt x="1579061" y="1568447"/>
                  </a:lnTo>
                  <a:lnTo>
                    <a:pt x="1579055" y="1568417"/>
                  </a:lnTo>
                  <a:lnTo>
                    <a:pt x="1579026" y="1568401"/>
                  </a:lnTo>
                  <a:lnTo>
                    <a:pt x="1579000" y="1568403"/>
                  </a:lnTo>
                  <a:lnTo>
                    <a:pt x="1578987" y="1568404"/>
                  </a:lnTo>
                  <a:lnTo>
                    <a:pt x="1578813" y="1568423"/>
                  </a:lnTo>
                  <a:lnTo>
                    <a:pt x="1578743" y="1568431"/>
                  </a:lnTo>
                  <a:lnTo>
                    <a:pt x="1578694" y="1568441"/>
                  </a:lnTo>
                  <a:lnTo>
                    <a:pt x="1578649" y="1568463"/>
                  </a:lnTo>
                  <a:lnTo>
                    <a:pt x="1578492" y="1568540"/>
                  </a:lnTo>
                  <a:lnTo>
                    <a:pt x="1578277" y="1568647"/>
                  </a:lnTo>
                  <a:lnTo>
                    <a:pt x="1578274" y="1568653"/>
                  </a:lnTo>
                  <a:lnTo>
                    <a:pt x="1578275" y="1568659"/>
                  </a:lnTo>
                  <a:lnTo>
                    <a:pt x="1578280" y="1568679"/>
                  </a:lnTo>
                  <a:lnTo>
                    <a:pt x="1578281" y="1568685"/>
                  </a:lnTo>
                  <a:lnTo>
                    <a:pt x="1578285" y="1568717"/>
                  </a:lnTo>
                  <a:lnTo>
                    <a:pt x="1578285" y="1568767"/>
                  </a:lnTo>
                  <a:lnTo>
                    <a:pt x="1578282" y="1568804"/>
                  </a:lnTo>
                  <a:lnTo>
                    <a:pt x="1578279" y="1568832"/>
                  </a:lnTo>
                  <a:lnTo>
                    <a:pt x="1578208" y="1569167"/>
                  </a:lnTo>
                  <a:lnTo>
                    <a:pt x="1578200" y="1569189"/>
                  </a:lnTo>
                  <a:lnTo>
                    <a:pt x="1578189" y="1569221"/>
                  </a:lnTo>
                  <a:lnTo>
                    <a:pt x="1578140" y="1569290"/>
                  </a:lnTo>
                  <a:lnTo>
                    <a:pt x="1578133" y="1569299"/>
                  </a:lnTo>
                  <a:lnTo>
                    <a:pt x="1578093" y="1569337"/>
                  </a:lnTo>
                  <a:lnTo>
                    <a:pt x="1578063" y="1569363"/>
                  </a:lnTo>
                  <a:lnTo>
                    <a:pt x="1578052" y="1569372"/>
                  </a:lnTo>
                  <a:lnTo>
                    <a:pt x="1578033" y="1569384"/>
                  </a:lnTo>
                  <a:lnTo>
                    <a:pt x="1578022" y="1569389"/>
                  </a:lnTo>
                  <a:lnTo>
                    <a:pt x="1577894" y="1569416"/>
                  </a:lnTo>
                  <a:lnTo>
                    <a:pt x="1577752" y="1569447"/>
                  </a:lnTo>
                  <a:lnTo>
                    <a:pt x="1577618" y="1569452"/>
                  </a:lnTo>
                  <a:lnTo>
                    <a:pt x="1577470" y="1569448"/>
                  </a:lnTo>
                  <a:lnTo>
                    <a:pt x="1577311" y="1569436"/>
                  </a:lnTo>
                  <a:lnTo>
                    <a:pt x="1577268" y="1569396"/>
                  </a:lnTo>
                  <a:lnTo>
                    <a:pt x="1577163" y="1569241"/>
                  </a:lnTo>
                  <a:lnTo>
                    <a:pt x="1577072" y="1569108"/>
                  </a:lnTo>
                  <a:lnTo>
                    <a:pt x="1577044" y="1569066"/>
                  </a:lnTo>
                  <a:lnTo>
                    <a:pt x="1577089" y="1568948"/>
                  </a:lnTo>
                  <a:lnTo>
                    <a:pt x="1577139" y="1568815"/>
                  </a:lnTo>
                  <a:lnTo>
                    <a:pt x="1577281" y="1568683"/>
                  </a:lnTo>
                  <a:lnTo>
                    <a:pt x="1577335" y="1568631"/>
                  </a:lnTo>
                  <a:lnTo>
                    <a:pt x="1577366" y="1568581"/>
                  </a:lnTo>
                  <a:lnTo>
                    <a:pt x="1577543" y="1568118"/>
                  </a:lnTo>
                  <a:lnTo>
                    <a:pt x="1577607" y="1567956"/>
                  </a:lnTo>
                  <a:lnTo>
                    <a:pt x="1577614" y="1567837"/>
                  </a:lnTo>
                  <a:lnTo>
                    <a:pt x="1577618" y="1567777"/>
                  </a:lnTo>
                  <a:lnTo>
                    <a:pt x="1577760" y="1567592"/>
                  </a:lnTo>
                  <a:lnTo>
                    <a:pt x="1577935" y="1567503"/>
                  </a:lnTo>
                  <a:lnTo>
                    <a:pt x="1577982" y="1567410"/>
                  </a:lnTo>
                  <a:lnTo>
                    <a:pt x="1577911" y="1567236"/>
                  </a:lnTo>
                  <a:lnTo>
                    <a:pt x="1577864" y="1567111"/>
                  </a:lnTo>
                  <a:lnTo>
                    <a:pt x="1577871" y="1567071"/>
                  </a:lnTo>
                  <a:lnTo>
                    <a:pt x="1577888" y="1567005"/>
                  </a:lnTo>
                  <a:lnTo>
                    <a:pt x="1577936" y="1567014"/>
                  </a:lnTo>
                  <a:lnTo>
                    <a:pt x="1577938" y="1566965"/>
                  </a:lnTo>
                  <a:lnTo>
                    <a:pt x="1577888" y="1566781"/>
                  </a:lnTo>
                  <a:lnTo>
                    <a:pt x="1577858" y="1566744"/>
                  </a:lnTo>
                  <a:lnTo>
                    <a:pt x="1577842" y="1566734"/>
                  </a:lnTo>
                  <a:lnTo>
                    <a:pt x="1577698" y="1566699"/>
                  </a:lnTo>
                  <a:lnTo>
                    <a:pt x="1577375" y="1566858"/>
                  </a:lnTo>
                  <a:lnTo>
                    <a:pt x="1577228" y="1566633"/>
                  </a:lnTo>
                  <a:lnTo>
                    <a:pt x="1577264" y="1566536"/>
                  </a:lnTo>
                  <a:lnTo>
                    <a:pt x="1577285" y="1566437"/>
                  </a:lnTo>
                  <a:lnTo>
                    <a:pt x="1577293" y="1566377"/>
                  </a:lnTo>
                  <a:lnTo>
                    <a:pt x="1577158" y="1566167"/>
                  </a:lnTo>
                  <a:lnTo>
                    <a:pt x="1577116" y="1566168"/>
                  </a:lnTo>
                  <a:lnTo>
                    <a:pt x="1577046" y="1566091"/>
                  </a:lnTo>
                  <a:lnTo>
                    <a:pt x="1576977" y="1565803"/>
                  </a:lnTo>
                  <a:lnTo>
                    <a:pt x="1576967" y="1565696"/>
                  </a:lnTo>
                  <a:lnTo>
                    <a:pt x="1577006" y="1565514"/>
                  </a:lnTo>
                  <a:lnTo>
                    <a:pt x="1577037" y="1565368"/>
                  </a:lnTo>
                  <a:lnTo>
                    <a:pt x="1577114" y="1565076"/>
                  </a:lnTo>
                  <a:lnTo>
                    <a:pt x="1577150" y="1564988"/>
                  </a:lnTo>
                  <a:lnTo>
                    <a:pt x="1577152" y="1564984"/>
                  </a:lnTo>
                  <a:lnTo>
                    <a:pt x="1577211" y="1564840"/>
                  </a:lnTo>
                  <a:lnTo>
                    <a:pt x="1577262" y="1564729"/>
                  </a:lnTo>
                  <a:lnTo>
                    <a:pt x="1577354" y="1564627"/>
                  </a:lnTo>
                  <a:lnTo>
                    <a:pt x="1577466" y="1564509"/>
                  </a:lnTo>
                  <a:lnTo>
                    <a:pt x="1577512" y="1564469"/>
                  </a:lnTo>
                  <a:lnTo>
                    <a:pt x="1577519" y="1564463"/>
                  </a:lnTo>
                  <a:lnTo>
                    <a:pt x="1577532" y="1564451"/>
                  </a:lnTo>
                  <a:lnTo>
                    <a:pt x="1577551" y="1564434"/>
                  </a:lnTo>
                  <a:lnTo>
                    <a:pt x="1577653" y="1564345"/>
                  </a:lnTo>
                  <a:lnTo>
                    <a:pt x="1577750" y="1564259"/>
                  </a:lnTo>
                  <a:lnTo>
                    <a:pt x="1577949" y="1564104"/>
                  </a:lnTo>
                  <a:lnTo>
                    <a:pt x="1577954" y="1564100"/>
                  </a:lnTo>
                  <a:lnTo>
                    <a:pt x="1577966" y="1564067"/>
                  </a:lnTo>
                  <a:lnTo>
                    <a:pt x="1577989" y="1564003"/>
                  </a:lnTo>
                  <a:lnTo>
                    <a:pt x="1578020" y="1563917"/>
                  </a:lnTo>
                  <a:lnTo>
                    <a:pt x="1578027" y="1563881"/>
                  </a:lnTo>
                  <a:lnTo>
                    <a:pt x="1578027" y="1563869"/>
                  </a:lnTo>
                  <a:lnTo>
                    <a:pt x="1578013" y="1563852"/>
                  </a:lnTo>
                  <a:lnTo>
                    <a:pt x="1577962" y="1563787"/>
                  </a:lnTo>
                  <a:lnTo>
                    <a:pt x="1577910" y="1563722"/>
                  </a:lnTo>
                  <a:lnTo>
                    <a:pt x="1577893" y="1563701"/>
                  </a:lnTo>
                  <a:lnTo>
                    <a:pt x="1577853" y="1563654"/>
                  </a:lnTo>
                  <a:lnTo>
                    <a:pt x="1577841" y="1563634"/>
                  </a:lnTo>
                  <a:lnTo>
                    <a:pt x="1577629" y="1563775"/>
                  </a:lnTo>
                  <a:lnTo>
                    <a:pt x="1577556" y="1563834"/>
                  </a:lnTo>
                  <a:lnTo>
                    <a:pt x="1577497" y="1563878"/>
                  </a:lnTo>
                  <a:lnTo>
                    <a:pt x="1577489" y="1563893"/>
                  </a:lnTo>
                  <a:lnTo>
                    <a:pt x="1577452" y="1563910"/>
                  </a:lnTo>
                  <a:lnTo>
                    <a:pt x="1577317" y="1563926"/>
                  </a:lnTo>
                  <a:lnTo>
                    <a:pt x="1577215" y="1563858"/>
                  </a:lnTo>
                  <a:lnTo>
                    <a:pt x="1577203" y="1563813"/>
                  </a:lnTo>
                  <a:lnTo>
                    <a:pt x="1577174" y="1563714"/>
                  </a:lnTo>
                  <a:lnTo>
                    <a:pt x="1577008" y="1563542"/>
                  </a:lnTo>
                  <a:lnTo>
                    <a:pt x="1576909" y="1563580"/>
                  </a:lnTo>
                  <a:lnTo>
                    <a:pt x="1576885" y="1563530"/>
                  </a:lnTo>
                  <a:lnTo>
                    <a:pt x="1576882" y="1563493"/>
                  </a:lnTo>
                  <a:lnTo>
                    <a:pt x="1576853" y="1563209"/>
                  </a:lnTo>
                  <a:lnTo>
                    <a:pt x="1576851" y="1562832"/>
                  </a:lnTo>
                  <a:lnTo>
                    <a:pt x="1576857" y="1562818"/>
                  </a:lnTo>
                  <a:lnTo>
                    <a:pt x="1576869" y="1562792"/>
                  </a:lnTo>
                  <a:lnTo>
                    <a:pt x="1576928" y="1562679"/>
                  </a:lnTo>
                  <a:lnTo>
                    <a:pt x="1577030" y="1562621"/>
                  </a:lnTo>
                  <a:lnTo>
                    <a:pt x="1577058" y="1562610"/>
                  </a:lnTo>
                  <a:lnTo>
                    <a:pt x="1577050" y="1562580"/>
                  </a:lnTo>
                  <a:lnTo>
                    <a:pt x="1577040" y="1562543"/>
                  </a:lnTo>
                  <a:lnTo>
                    <a:pt x="1576982" y="1562328"/>
                  </a:lnTo>
                  <a:lnTo>
                    <a:pt x="1576946" y="1561811"/>
                  </a:lnTo>
                  <a:lnTo>
                    <a:pt x="1576922" y="1561391"/>
                  </a:lnTo>
                  <a:lnTo>
                    <a:pt x="1576920" y="1561350"/>
                  </a:lnTo>
                  <a:lnTo>
                    <a:pt x="1576940" y="1561283"/>
                  </a:lnTo>
                  <a:lnTo>
                    <a:pt x="1576963" y="1561235"/>
                  </a:lnTo>
                  <a:lnTo>
                    <a:pt x="1577117" y="1561021"/>
                  </a:lnTo>
                  <a:lnTo>
                    <a:pt x="1577225" y="1560951"/>
                  </a:lnTo>
                  <a:lnTo>
                    <a:pt x="1577280" y="1560873"/>
                  </a:lnTo>
                  <a:lnTo>
                    <a:pt x="1577297" y="1560814"/>
                  </a:lnTo>
                  <a:lnTo>
                    <a:pt x="1577308" y="1560768"/>
                  </a:lnTo>
                  <a:lnTo>
                    <a:pt x="1577319" y="1560240"/>
                  </a:lnTo>
                  <a:lnTo>
                    <a:pt x="1577307" y="1559944"/>
                  </a:lnTo>
                  <a:lnTo>
                    <a:pt x="1577305" y="1559922"/>
                  </a:lnTo>
                  <a:lnTo>
                    <a:pt x="1577157" y="1559897"/>
                  </a:lnTo>
                  <a:lnTo>
                    <a:pt x="1577146" y="1559962"/>
                  </a:lnTo>
                  <a:lnTo>
                    <a:pt x="1577145" y="1560043"/>
                  </a:lnTo>
                  <a:lnTo>
                    <a:pt x="1577146" y="1560226"/>
                  </a:lnTo>
                  <a:lnTo>
                    <a:pt x="1577138" y="1560431"/>
                  </a:lnTo>
                  <a:lnTo>
                    <a:pt x="1577125" y="1560482"/>
                  </a:lnTo>
                  <a:lnTo>
                    <a:pt x="1576947" y="1560869"/>
                  </a:lnTo>
                  <a:lnTo>
                    <a:pt x="1576849" y="1560867"/>
                  </a:lnTo>
                  <a:lnTo>
                    <a:pt x="1576806" y="1560853"/>
                  </a:lnTo>
                  <a:lnTo>
                    <a:pt x="1576664" y="1560755"/>
                  </a:lnTo>
                  <a:lnTo>
                    <a:pt x="1576628" y="1560727"/>
                  </a:lnTo>
                  <a:lnTo>
                    <a:pt x="1576575" y="1560667"/>
                  </a:lnTo>
                  <a:lnTo>
                    <a:pt x="1576426" y="1560545"/>
                  </a:lnTo>
                  <a:lnTo>
                    <a:pt x="1576256" y="1560414"/>
                  </a:lnTo>
                  <a:lnTo>
                    <a:pt x="1575965" y="1560197"/>
                  </a:lnTo>
                  <a:lnTo>
                    <a:pt x="1575811" y="1560086"/>
                  </a:lnTo>
                  <a:lnTo>
                    <a:pt x="1575797" y="1560054"/>
                  </a:lnTo>
                  <a:lnTo>
                    <a:pt x="1575713" y="1559876"/>
                  </a:lnTo>
                  <a:lnTo>
                    <a:pt x="1575670" y="1559793"/>
                  </a:lnTo>
                  <a:lnTo>
                    <a:pt x="1575568" y="1559713"/>
                  </a:lnTo>
                  <a:lnTo>
                    <a:pt x="1575495" y="1559677"/>
                  </a:lnTo>
                  <a:lnTo>
                    <a:pt x="1575441" y="1559606"/>
                  </a:lnTo>
                  <a:lnTo>
                    <a:pt x="1575378" y="1559505"/>
                  </a:lnTo>
                  <a:lnTo>
                    <a:pt x="1575321" y="1559326"/>
                  </a:lnTo>
                  <a:lnTo>
                    <a:pt x="1575299" y="1559147"/>
                  </a:lnTo>
                  <a:lnTo>
                    <a:pt x="1575305" y="1559010"/>
                  </a:lnTo>
                  <a:lnTo>
                    <a:pt x="1575277" y="1558928"/>
                  </a:lnTo>
                  <a:lnTo>
                    <a:pt x="1575222" y="1558776"/>
                  </a:lnTo>
                  <a:lnTo>
                    <a:pt x="1575169" y="1558721"/>
                  </a:lnTo>
                  <a:lnTo>
                    <a:pt x="1575080" y="1558653"/>
                  </a:lnTo>
                  <a:lnTo>
                    <a:pt x="1575065" y="1558647"/>
                  </a:lnTo>
                  <a:lnTo>
                    <a:pt x="1575058" y="1558672"/>
                  </a:lnTo>
                  <a:lnTo>
                    <a:pt x="1575031" y="1558732"/>
                  </a:lnTo>
                  <a:lnTo>
                    <a:pt x="1575020" y="1558734"/>
                  </a:lnTo>
                  <a:lnTo>
                    <a:pt x="1574969" y="1558703"/>
                  </a:lnTo>
                  <a:lnTo>
                    <a:pt x="1574874" y="1558616"/>
                  </a:lnTo>
                  <a:lnTo>
                    <a:pt x="1574809" y="1558534"/>
                  </a:lnTo>
                  <a:lnTo>
                    <a:pt x="1574693" y="1558602"/>
                  </a:lnTo>
                  <a:lnTo>
                    <a:pt x="1574594" y="1558661"/>
                  </a:lnTo>
                  <a:lnTo>
                    <a:pt x="1574612" y="1558716"/>
                  </a:lnTo>
                  <a:lnTo>
                    <a:pt x="1574637" y="1558775"/>
                  </a:lnTo>
                  <a:lnTo>
                    <a:pt x="1574642" y="1558784"/>
                  </a:lnTo>
                  <a:lnTo>
                    <a:pt x="1574869" y="1558939"/>
                  </a:lnTo>
                  <a:lnTo>
                    <a:pt x="1575106" y="1559149"/>
                  </a:lnTo>
                  <a:lnTo>
                    <a:pt x="1575119" y="1559171"/>
                  </a:lnTo>
                  <a:lnTo>
                    <a:pt x="1575130" y="1559191"/>
                  </a:lnTo>
                  <a:lnTo>
                    <a:pt x="1575142" y="1559211"/>
                  </a:lnTo>
                  <a:lnTo>
                    <a:pt x="1575155" y="1559301"/>
                  </a:lnTo>
                  <a:lnTo>
                    <a:pt x="1575161" y="1559429"/>
                  </a:lnTo>
                  <a:lnTo>
                    <a:pt x="1575159" y="1559591"/>
                  </a:lnTo>
                  <a:lnTo>
                    <a:pt x="1575192" y="1559767"/>
                  </a:lnTo>
                  <a:lnTo>
                    <a:pt x="1575278" y="1560033"/>
                  </a:lnTo>
                  <a:lnTo>
                    <a:pt x="1575397" y="1560279"/>
                  </a:lnTo>
                  <a:lnTo>
                    <a:pt x="1575494" y="1560472"/>
                  </a:lnTo>
                  <a:lnTo>
                    <a:pt x="1575579" y="1560491"/>
                  </a:lnTo>
                  <a:lnTo>
                    <a:pt x="1575693" y="1560531"/>
                  </a:lnTo>
                  <a:lnTo>
                    <a:pt x="1575736" y="1560562"/>
                  </a:lnTo>
                  <a:lnTo>
                    <a:pt x="1575782" y="1560625"/>
                  </a:lnTo>
                  <a:lnTo>
                    <a:pt x="1575809" y="1560682"/>
                  </a:lnTo>
                  <a:lnTo>
                    <a:pt x="1575826" y="1560728"/>
                  </a:lnTo>
                  <a:lnTo>
                    <a:pt x="1575809" y="1560826"/>
                  </a:lnTo>
                  <a:lnTo>
                    <a:pt x="1575796" y="1560850"/>
                  </a:lnTo>
                  <a:lnTo>
                    <a:pt x="1575720" y="1560911"/>
                  </a:lnTo>
                  <a:lnTo>
                    <a:pt x="1575747" y="1561014"/>
                  </a:lnTo>
                  <a:lnTo>
                    <a:pt x="1575793" y="1561126"/>
                  </a:lnTo>
                  <a:lnTo>
                    <a:pt x="1575824" y="1561143"/>
                  </a:lnTo>
                  <a:lnTo>
                    <a:pt x="1575978" y="1561533"/>
                  </a:lnTo>
                  <a:lnTo>
                    <a:pt x="1576016" y="1561634"/>
                  </a:lnTo>
                  <a:lnTo>
                    <a:pt x="1576076" y="1561791"/>
                  </a:lnTo>
                  <a:lnTo>
                    <a:pt x="1576098" y="1561801"/>
                  </a:lnTo>
                  <a:lnTo>
                    <a:pt x="1576130" y="1561860"/>
                  </a:lnTo>
                  <a:lnTo>
                    <a:pt x="1576173" y="1562006"/>
                  </a:lnTo>
                  <a:lnTo>
                    <a:pt x="1576279" y="1562451"/>
                  </a:lnTo>
                  <a:lnTo>
                    <a:pt x="1576288" y="1562719"/>
                  </a:lnTo>
                  <a:lnTo>
                    <a:pt x="1576192" y="1562725"/>
                  </a:lnTo>
                  <a:lnTo>
                    <a:pt x="1575964" y="1562743"/>
                  </a:lnTo>
                  <a:lnTo>
                    <a:pt x="1575747" y="1562764"/>
                  </a:lnTo>
                  <a:lnTo>
                    <a:pt x="1575656" y="1562782"/>
                  </a:lnTo>
                  <a:lnTo>
                    <a:pt x="1575558" y="1562816"/>
                  </a:lnTo>
                  <a:lnTo>
                    <a:pt x="1575474" y="1562888"/>
                  </a:lnTo>
                  <a:lnTo>
                    <a:pt x="1575471" y="1563169"/>
                  </a:lnTo>
                  <a:lnTo>
                    <a:pt x="1575539" y="1563415"/>
                  </a:lnTo>
                  <a:lnTo>
                    <a:pt x="1575558" y="1563427"/>
                  </a:lnTo>
                  <a:lnTo>
                    <a:pt x="1575694" y="1563511"/>
                  </a:lnTo>
                  <a:lnTo>
                    <a:pt x="1575908" y="1563643"/>
                  </a:lnTo>
                  <a:lnTo>
                    <a:pt x="1575925" y="1563642"/>
                  </a:lnTo>
                  <a:lnTo>
                    <a:pt x="1575942" y="1563612"/>
                  </a:lnTo>
                  <a:lnTo>
                    <a:pt x="1575934" y="1563600"/>
                  </a:lnTo>
                  <a:lnTo>
                    <a:pt x="1575887" y="1563589"/>
                  </a:lnTo>
                  <a:lnTo>
                    <a:pt x="1575785" y="1563375"/>
                  </a:lnTo>
                  <a:lnTo>
                    <a:pt x="1575944" y="1563040"/>
                  </a:lnTo>
                  <a:lnTo>
                    <a:pt x="1576046" y="1562910"/>
                  </a:lnTo>
                  <a:lnTo>
                    <a:pt x="1576218" y="1562801"/>
                  </a:lnTo>
                  <a:lnTo>
                    <a:pt x="1576263" y="1562801"/>
                  </a:lnTo>
                  <a:lnTo>
                    <a:pt x="1576290" y="1562823"/>
                  </a:lnTo>
                  <a:lnTo>
                    <a:pt x="1576374" y="1563385"/>
                  </a:lnTo>
                  <a:lnTo>
                    <a:pt x="1576388" y="1563502"/>
                  </a:lnTo>
                  <a:lnTo>
                    <a:pt x="1576412" y="1563685"/>
                  </a:lnTo>
                  <a:lnTo>
                    <a:pt x="1576417" y="1563714"/>
                  </a:lnTo>
                  <a:lnTo>
                    <a:pt x="1576443" y="1563807"/>
                  </a:lnTo>
                  <a:lnTo>
                    <a:pt x="1576473" y="1563914"/>
                  </a:lnTo>
                  <a:lnTo>
                    <a:pt x="1576475" y="1563920"/>
                  </a:lnTo>
                  <a:lnTo>
                    <a:pt x="1576581" y="1564090"/>
                  </a:lnTo>
                  <a:lnTo>
                    <a:pt x="1576575" y="1564523"/>
                  </a:lnTo>
                  <a:lnTo>
                    <a:pt x="1576574" y="1564553"/>
                  </a:lnTo>
                  <a:lnTo>
                    <a:pt x="1576484" y="1564551"/>
                  </a:lnTo>
                  <a:lnTo>
                    <a:pt x="1576451" y="1564530"/>
                  </a:lnTo>
                  <a:lnTo>
                    <a:pt x="1576447" y="1564513"/>
                  </a:lnTo>
                  <a:lnTo>
                    <a:pt x="1576336" y="1564473"/>
                  </a:lnTo>
                  <a:lnTo>
                    <a:pt x="1576283" y="1564544"/>
                  </a:lnTo>
                  <a:lnTo>
                    <a:pt x="1576233" y="1564629"/>
                  </a:lnTo>
                  <a:lnTo>
                    <a:pt x="1576253" y="1564800"/>
                  </a:lnTo>
                  <a:lnTo>
                    <a:pt x="1575935" y="1565189"/>
                  </a:lnTo>
                  <a:lnTo>
                    <a:pt x="1575924" y="1565203"/>
                  </a:lnTo>
                  <a:lnTo>
                    <a:pt x="1575924" y="1565214"/>
                  </a:lnTo>
                  <a:lnTo>
                    <a:pt x="1575925" y="1565239"/>
                  </a:lnTo>
                  <a:lnTo>
                    <a:pt x="1575926" y="1565299"/>
                  </a:lnTo>
                  <a:lnTo>
                    <a:pt x="1575925" y="1565328"/>
                  </a:lnTo>
                  <a:lnTo>
                    <a:pt x="1575896" y="1565356"/>
                  </a:lnTo>
                  <a:lnTo>
                    <a:pt x="1575891" y="1565361"/>
                  </a:lnTo>
                  <a:lnTo>
                    <a:pt x="1575869" y="1565366"/>
                  </a:lnTo>
                  <a:lnTo>
                    <a:pt x="1575851" y="1565363"/>
                  </a:lnTo>
                  <a:lnTo>
                    <a:pt x="1575846" y="1565361"/>
                  </a:lnTo>
                  <a:lnTo>
                    <a:pt x="1575777" y="1565333"/>
                  </a:lnTo>
                  <a:lnTo>
                    <a:pt x="1575741" y="1565296"/>
                  </a:lnTo>
                  <a:lnTo>
                    <a:pt x="1575610" y="1565166"/>
                  </a:lnTo>
                  <a:lnTo>
                    <a:pt x="1575597" y="1565153"/>
                  </a:lnTo>
                  <a:lnTo>
                    <a:pt x="1575571" y="1565127"/>
                  </a:lnTo>
                  <a:lnTo>
                    <a:pt x="1575548" y="1565104"/>
                  </a:lnTo>
                  <a:lnTo>
                    <a:pt x="1575490" y="1565346"/>
                  </a:lnTo>
                  <a:lnTo>
                    <a:pt x="1575485" y="1565355"/>
                  </a:lnTo>
                  <a:lnTo>
                    <a:pt x="1575458" y="1565714"/>
                  </a:lnTo>
                  <a:lnTo>
                    <a:pt x="1575461" y="1565727"/>
                  </a:lnTo>
                  <a:lnTo>
                    <a:pt x="1575539" y="1565880"/>
                  </a:lnTo>
                  <a:lnTo>
                    <a:pt x="1575716" y="1566157"/>
                  </a:lnTo>
                  <a:lnTo>
                    <a:pt x="1575780" y="1566217"/>
                  </a:lnTo>
                  <a:lnTo>
                    <a:pt x="1575789" y="1566213"/>
                  </a:lnTo>
                  <a:lnTo>
                    <a:pt x="1575859" y="1566089"/>
                  </a:lnTo>
                  <a:lnTo>
                    <a:pt x="1575852" y="1566046"/>
                  </a:lnTo>
                  <a:lnTo>
                    <a:pt x="1575790" y="1566000"/>
                  </a:lnTo>
                  <a:lnTo>
                    <a:pt x="1575818" y="1565959"/>
                  </a:lnTo>
                  <a:lnTo>
                    <a:pt x="1576045" y="1566113"/>
                  </a:lnTo>
                  <a:lnTo>
                    <a:pt x="1576057" y="1566122"/>
                  </a:lnTo>
                  <a:lnTo>
                    <a:pt x="1576161" y="1566228"/>
                  </a:lnTo>
                  <a:lnTo>
                    <a:pt x="1576261" y="1566393"/>
                  </a:lnTo>
                  <a:lnTo>
                    <a:pt x="1576288" y="1566458"/>
                  </a:lnTo>
                  <a:lnTo>
                    <a:pt x="1576170" y="1566545"/>
                  </a:lnTo>
                  <a:lnTo>
                    <a:pt x="1576175" y="1566596"/>
                  </a:lnTo>
                  <a:lnTo>
                    <a:pt x="1576278" y="1566832"/>
                  </a:lnTo>
                  <a:lnTo>
                    <a:pt x="1576285" y="1566847"/>
                  </a:lnTo>
                  <a:lnTo>
                    <a:pt x="1576368" y="1566949"/>
                  </a:lnTo>
                  <a:lnTo>
                    <a:pt x="1576465" y="1566819"/>
                  </a:lnTo>
                  <a:lnTo>
                    <a:pt x="1576826" y="1567067"/>
                  </a:lnTo>
                  <a:lnTo>
                    <a:pt x="1576866" y="1567182"/>
                  </a:lnTo>
                  <a:lnTo>
                    <a:pt x="1576901" y="1567523"/>
                  </a:lnTo>
                  <a:lnTo>
                    <a:pt x="1576899" y="1567706"/>
                  </a:lnTo>
                  <a:lnTo>
                    <a:pt x="1576859" y="1567816"/>
                  </a:lnTo>
                  <a:lnTo>
                    <a:pt x="1576751" y="1568078"/>
                  </a:lnTo>
                  <a:lnTo>
                    <a:pt x="1576699" y="1568152"/>
                  </a:lnTo>
                  <a:lnTo>
                    <a:pt x="1576623" y="1568300"/>
                  </a:lnTo>
                  <a:lnTo>
                    <a:pt x="1576589" y="1568377"/>
                  </a:lnTo>
                  <a:lnTo>
                    <a:pt x="1576533" y="1568583"/>
                  </a:lnTo>
                  <a:lnTo>
                    <a:pt x="1576513" y="1568731"/>
                  </a:lnTo>
                  <a:lnTo>
                    <a:pt x="1576543" y="1568835"/>
                  </a:lnTo>
                  <a:lnTo>
                    <a:pt x="1576540" y="1569119"/>
                  </a:lnTo>
                  <a:lnTo>
                    <a:pt x="1576487" y="1569440"/>
                  </a:lnTo>
                  <a:lnTo>
                    <a:pt x="1576390" y="1569811"/>
                  </a:lnTo>
                  <a:lnTo>
                    <a:pt x="1576206" y="1569737"/>
                  </a:lnTo>
                  <a:lnTo>
                    <a:pt x="1576144" y="1569909"/>
                  </a:lnTo>
                  <a:lnTo>
                    <a:pt x="1576120" y="1570009"/>
                  </a:lnTo>
                  <a:lnTo>
                    <a:pt x="1576096" y="1570112"/>
                  </a:lnTo>
                  <a:lnTo>
                    <a:pt x="1575991" y="1570555"/>
                  </a:lnTo>
                  <a:lnTo>
                    <a:pt x="1575996" y="1570607"/>
                  </a:lnTo>
                  <a:lnTo>
                    <a:pt x="1576014" y="1570788"/>
                  </a:lnTo>
                  <a:lnTo>
                    <a:pt x="1575985" y="1571158"/>
                  </a:lnTo>
                  <a:lnTo>
                    <a:pt x="1575895" y="1571436"/>
                  </a:lnTo>
                  <a:lnTo>
                    <a:pt x="1576045" y="1571572"/>
                  </a:lnTo>
                  <a:lnTo>
                    <a:pt x="1575973" y="1571665"/>
                  </a:lnTo>
                  <a:lnTo>
                    <a:pt x="1575890" y="1571753"/>
                  </a:lnTo>
                  <a:lnTo>
                    <a:pt x="1575760" y="1571942"/>
                  </a:lnTo>
                  <a:lnTo>
                    <a:pt x="1575721" y="1572000"/>
                  </a:lnTo>
                  <a:lnTo>
                    <a:pt x="1575581" y="1572163"/>
                  </a:lnTo>
                  <a:lnTo>
                    <a:pt x="1575328" y="1572268"/>
                  </a:lnTo>
                  <a:lnTo>
                    <a:pt x="1575206" y="1572144"/>
                  </a:lnTo>
                  <a:lnTo>
                    <a:pt x="1574922" y="1571750"/>
                  </a:lnTo>
                  <a:lnTo>
                    <a:pt x="1574862" y="1571711"/>
                  </a:lnTo>
                  <a:lnTo>
                    <a:pt x="1574687" y="1571793"/>
                  </a:lnTo>
                  <a:lnTo>
                    <a:pt x="1574613" y="1571847"/>
                  </a:lnTo>
                  <a:lnTo>
                    <a:pt x="1574350" y="1572133"/>
                  </a:lnTo>
                  <a:lnTo>
                    <a:pt x="1574259" y="1572188"/>
                  </a:lnTo>
                  <a:lnTo>
                    <a:pt x="1574239" y="1572167"/>
                  </a:lnTo>
                  <a:lnTo>
                    <a:pt x="1574215" y="1572131"/>
                  </a:lnTo>
                  <a:lnTo>
                    <a:pt x="1574183" y="1572166"/>
                  </a:lnTo>
                  <a:lnTo>
                    <a:pt x="1574169" y="1572187"/>
                  </a:lnTo>
                  <a:lnTo>
                    <a:pt x="1574106" y="1572335"/>
                  </a:lnTo>
                  <a:lnTo>
                    <a:pt x="1574041" y="1572488"/>
                  </a:lnTo>
                  <a:lnTo>
                    <a:pt x="1574068" y="1572524"/>
                  </a:lnTo>
                  <a:lnTo>
                    <a:pt x="1574061" y="1572584"/>
                  </a:lnTo>
                  <a:lnTo>
                    <a:pt x="1574029" y="1572705"/>
                  </a:lnTo>
                  <a:lnTo>
                    <a:pt x="1574013" y="1572766"/>
                  </a:lnTo>
                  <a:lnTo>
                    <a:pt x="1573900" y="1572968"/>
                  </a:lnTo>
                  <a:lnTo>
                    <a:pt x="1573789" y="1573083"/>
                  </a:lnTo>
                  <a:lnTo>
                    <a:pt x="1573738" y="1573129"/>
                  </a:lnTo>
                  <a:lnTo>
                    <a:pt x="1573728" y="1573136"/>
                  </a:lnTo>
                  <a:lnTo>
                    <a:pt x="1573722" y="1573136"/>
                  </a:lnTo>
                  <a:lnTo>
                    <a:pt x="1573717" y="1573137"/>
                  </a:lnTo>
                  <a:lnTo>
                    <a:pt x="1573712" y="1573138"/>
                  </a:lnTo>
                  <a:lnTo>
                    <a:pt x="1573707" y="1573140"/>
                  </a:lnTo>
                  <a:lnTo>
                    <a:pt x="1573700" y="1573144"/>
                  </a:lnTo>
                  <a:lnTo>
                    <a:pt x="1573696" y="1573148"/>
                  </a:lnTo>
                  <a:lnTo>
                    <a:pt x="1573692" y="1573152"/>
                  </a:lnTo>
                  <a:lnTo>
                    <a:pt x="1573689" y="1573157"/>
                  </a:lnTo>
                  <a:lnTo>
                    <a:pt x="1573686" y="1573162"/>
                  </a:lnTo>
                  <a:lnTo>
                    <a:pt x="1573684" y="1573167"/>
                  </a:lnTo>
                  <a:lnTo>
                    <a:pt x="1573538" y="1573272"/>
                  </a:lnTo>
                  <a:lnTo>
                    <a:pt x="1573518" y="1573285"/>
                  </a:lnTo>
                  <a:lnTo>
                    <a:pt x="1573429" y="1573316"/>
                  </a:lnTo>
                  <a:lnTo>
                    <a:pt x="1573329" y="1573343"/>
                  </a:lnTo>
                  <a:lnTo>
                    <a:pt x="1573273" y="1573346"/>
                  </a:lnTo>
                  <a:lnTo>
                    <a:pt x="1573141" y="1573339"/>
                  </a:lnTo>
                  <a:lnTo>
                    <a:pt x="1573066" y="1573388"/>
                  </a:lnTo>
                  <a:lnTo>
                    <a:pt x="1572886" y="1573512"/>
                  </a:lnTo>
                  <a:lnTo>
                    <a:pt x="1572858" y="1573512"/>
                  </a:lnTo>
                  <a:lnTo>
                    <a:pt x="1572825" y="1573485"/>
                  </a:lnTo>
                  <a:lnTo>
                    <a:pt x="1572808" y="1573462"/>
                  </a:lnTo>
                  <a:lnTo>
                    <a:pt x="1572805" y="1573457"/>
                  </a:lnTo>
                  <a:lnTo>
                    <a:pt x="1572799" y="1573451"/>
                  </a:lnTo>
                  <a:lnTo>
                    <a:pt x="1572749" y="1573387"/>
                  </a:lnTo>
                  <a:lnTo>
                    <a:pt x="1572640" y="1573056"/>
                  </a:lnTo>
                  <a:lnTo>
                    <a:pt x="1572628" y="1573021"/>
                  </a:lnTo>
                  <a:lnTo>
                    <a:pt x="1572600" y="1573034"/>
                  </a:lnTo>
                  <a:lnTo>
                    <a:pt x="1572564" y="1573051"/>
                  </a:lnTo>
                  <a:lnTo>
                    <a:pt x="1572517" y="1573073"/>
                  </a:lnTo>
                  <a:lnTo>
                    <a:pt x="1572448" y="1573115"/>
                  </a:lnTo>
                  <a:lnTo>
                    <a:pt x="1572432" y="1573142"/>
                  </a:lnTo>
                  <a:lnTo>
                    <a:pt x="1572418" y="1573166"/>
                  </a:lnTo>
                  <a:lnTo>
                    <a:pt x="1572320" y="1573251"/>
                  </a:lnTo>
                  <a:lnTo>
                    <a:pt x="1572156" y="1573275"/>
                  </a:lnTo>
                  <a:lnTo>
                    <a:pt x="1572118" y="1573289"/>
                  </a:lnTo>
                  <a:lnTo>
                    <a:pt x="1572113" y="1573290"/>
                  </a:lnTo>
                  <a:lnTo>
                    <a:pt x="1572108" y="1573292"/>
                  </a:lnTo>
                  <a:lnTo>
                    <a:pt x="1572101" y="1573295"/>
                  </a:lnTo>
                  <a:lnTo>
                    <a:pt x="1572055" y="1573314"/>
                  </a:lnTo>
                  <a:lnTo>
                    <a:pt x="1572032" y="1573325"/>
                  </a:lnTo>
                  <a:lnTo>
                    <a:pt x="1572022" y="1573329"/>
                  </a:lnTo>
                  <a:lnTo>
                    <a:pt x="1571932" y="1573372"/>
                  </a:lnTo>
                  <a:lnTo>
                    <a:pt x="1571967" y="1573431"/>
                  </a:lnTo>
                  <a:lnTo>
                    <a:pt x="1571969" y="1573528"/>
                  </a:lnTo>
                  <a:lnTo>
                    <a:pt x="1571945" y="1573600"/>
                  </a:lnTo>
                  <a:lnTo>
                    <a:pt x="1571755" y="1573623"/>
                  </a:lnTo>
                  <a:lnTo>
                    <a:pt x="1571535" y="1573730"/>
                  </a:lnTo>
                  <a:lnTo>
                    <a:pt x="1571448" y="1573770"/>
                  </a:lnTo>
                  <a:lnTo>
                    <a:pt x="1571422" y="1573764"/>
                  </a:lnTo>
                  <a:lnTo>
                    <a:pt x="1571406" y="1573680"/>
                  </a:lnTo>
                  <a:lnTo>
                    <a:pt x="1571382" y="1573666"/>
                  </a:lnTo>
                  <a:lnTo>
                    <a:pt x="1571374" y="1573670"/>
                  </a:lnTo>
                  <a:lnTo>
                    <a:pt x="1571348" y="1573681"/>
                  </a:lnTo>
                  <a:lnTo>
                    <a:pt x="1571203" y="1573743"/>
                  </a:lnTo>
                  <a:lnTo>
                    <a:pt x="1571196" y="1573746"/>
                  </a:lnTo>
                  <a:lnTo>
                    <a:pt x="1571170" y="1573760"/>
                  </a:lnTo>
                  <a:lnTo>
                    <a:pt x="1570967" y="1573874"/>
                  </a:lnTo>
                  <a:lnTo>
                    <a:pt x="1570741" y="1573997"/>
                  </a:lnTo>
                  <a:lnTo>
                    <a:pt x="1570660" y="1574041"/>
                  </a:lnTo>
                  <a:lnTo>
                    <a:pt x="1570643" y="1574051"/>
                  </a:lnTo>
                  <a:lnTo>
                    <a:pt x="1570576" y="1574088"/>
                  </a:lnTo>
                  <a:lnTo>
                    <a:pt x="1570483" y="1574132"/>
                  </a:lnTo>
                  <a:lnTo>
                    <a:pt x="1570402" y="1574173"/>
                  </a:lnTo>
                  <a:lnTo>
                    <a:pt x="1570203" y="1574267"/>
                  </a:lnTo>
                  <a:lnTo>
                    <a:pt x="1569870" y="1574352"/>
                  </a:lnTo>
                  <a:lnTo>
                    <a:pt x="1569780" y="1574310"/>
                  </a:lnTo>
                  <a:lnTo>
                    <a:pt x="1569769" y="1574291"/>
                  </a:lnTo>
                  <a:lnTo>
                    <a:pt x="1569767" y="1574265"/>
                  </a:lnTo>
                  <a:lnTo>
                    <a:pt x="1569766" y="1574258"/>
                  </a:lnTo>
                  <a:lnTo>
                    <a:pt x="1569753" y="1574210"/>
                  </a:lnTo>
                  <a:lnTo>
                    <a:pt x="1569744" y="1574181"/>
                  </a:lnTo>
                  <a:lnTo>
                    <a:pt x="1569725" y="1574119"/>
                  </a:lnTo>
                  <a:lnTo>
                    <a:pt x="1569717" y="1574106"/>
                  </a:lnTo>
                  <a:lnTo>
                    <a:pt x="1569677" y="1574043"/>
                  </a:lnTo>
                  <a:lnTo>
                    <a:pt x="1569637" y="1573989"/>
                  </a:lnTo>
                  <a:lnTo>
                    <a:pt x="1569615" y="1573992"/>
                  </a:lnTo>
                  <a:lnTo>
                    <a:pt x="1569423" y="1574012"/>
                  </a:lnTo>
                  <a:lnTo>
                    <a:pt x="1569380" y="1574016"/>
                  </a:lnTo>
                  <a:lnTo>
                    <a:pt x="1569313" y="1573978"/>
                  </a:lnTo>
                  <a:lnTo>
                    <a:pt x="1569300" y="1573973"/>
                  </a:lnTo>
                  <a:lnTo>
                    <a:pt x="1569191" y="1573934"/>
                  </a:lnTo>
                  <a:lnTo>
                    <a:pt x="1569171" y="1573929"/>
                  </a:lnTo>
                  <a:lnTo>
                    <a:pt x="1569083" y="1573908"/>
                  </a:lnTo>
                  <a:lnTo>
                    <a:pt x="1568958" y="1573880"/>
                  </a:lnTo>
                  <a:lnTo>
                    <a:pt x="1568950" y="1573926"/>
                  </a:lnTo>
                  <a:lnTo>
                    <a:pt x="1568955" y="1573935"/>
                  </a:lnTo>
                  <a:lnTo>
                    <a:pt x="1568960" y="1573945"/>
                  </a:lnTo>
                  <a:lnTo>
                    <a:pt x="1569035" y="1573941"/>
                  </a:lnTo>
                  <a:lnTo>
                    <a:pt x="1569052" y="1573956"/>
                  </a:lnTo>
                  <a:lnTo>
                    <a:pt x="1569186" y="1574151"/>
                  </a:lnTo>
                  <a:lnTo>
                    <a:pt x="1569221" y="1574201"/>
                  </a:lnTo>
                  <a:lnTo>
                    <a:pt x="1569378" y="1574430"/>
                  </a:lnTo>
                  <a:lnTo>
                    <a:pt x="1569386" y="1574530"/>
                  </a:lnTo>
                  <a:lnTo>
                    <a:pt x="1569388" y="1574557"/>
                  </a:lnTo>
                  <a:lnTo>
                    <a:pt x="1569373" y="1574797"/>
                  </a:lnTo>
                  <a:lnTo>
                    <a:pt x="1569367" y="1574810"/>
                  </a:lnTo>
                  <a:lnTo>
                    <a:pt x="1569065" y="1575086"/>
                  </a:lnTo>
                  <a:lnTo>
                    <a:pt x="1568986" y="1575324"/>
                  </a:lnTo>
                  <a:lnTo>
                    <a:pt x="1568956" y="1575416"/>
                  </a:lnTo>
                  <a:lnTo>
                    <a:pt x="1568950" y="1575544"/>
                  </a:lnTo>
                  <a:lnTo>
                    <a:pt x="1568945" y="1575647"/>
                  </a:lnTo>
                  <a:lnTo>
                    <a:pt x="1568962" y="1575667"/>
                  </a:lnTo>
                  <a:lnTo>
                    <a:pt x="1568994" y="1575704"/>
                  </a:lnTo>
                  <a:lnTo>
                    <a:pt x="1568997" y="1575716"/>
                  </a:lnTo>
                  <a:lnTo>
                    <a:pt x="1568973" y="1575817"/>
                  </a:lnTo>
                  <a:lnTo>
                    <a:pt x="1568953" y="1575904"/>
                  </a:lnTo>
                  <a:lnTo>
                    <a:pt x="1568882" y="1576184"/>
                  </a:lnTo>
                  <a:lnTo>
                    <a:pt x="1568795" y="1576311"/>
                  </a:lnTo>
                  <a:lnTo>
                    <a:pt x="1568782" y="1576326"/>
                  </a:lnTo>
                  <a:lnTo>
                    <a:pt x="1568712" y="1576408"/>
                  </a:lnTo>
                  <a:lnTo>
                    <a:pt x="1568679" y="1576441"/>
                  </a:lnTo>
                  <a:lnTo>
                    <a:pt x="1568672" y="1576448"/>
                  </a:lnTo>
                  <a:lnTo>
                    <a:pt x="1568628" y="1576486"/>
                  </a:lnTo>
                  <a:lnTo>
                    <a:pt x="1568629" y="1576504"/>
                  </a:lnTo>
                  <a:lnTo>
                    <a:pt x="1568630" y="1576562"/>
                  </a:lnTo>
                  <a:lnTo>
                    <a:pt x="1568633" y="1576672"/>
                  </a:lnTo>
                  <a:lnTo>
                    <a:pt x="1568608" y="1576752"/>
                  </a:lnTo>
                  <a:lnTo>
                    <a:pt x="1568565" y="1576840"/>
                  </a:lnTo>
                  <a:lnTo>
                    <a:pt x="1568484" y="1576888"/>
                  </a:lnTo>
                  <a:lnTo>
                    <a:pt x="1568352" y="1576966"/>
                  </a:lnTo>
                  <a:lnTo>
                    <a:pt x="1568291" y="1577002"/>
                  </a:lnTo>
                  <a:lnTo>
                    <a:pt x="1568265" y="1576994"/>
                  </a:lnTo>
                  <a:lnTo>
                    <a:pt x="1568254" y="1576990"/>
                  </a:lnTo>
                  <a:lnTo>
                    <a:pt x="1568166" y="1576761"/>
                  </a:lnTo>
                  <a:lnTo>
                    <a:pt x="1568101" y="1576589"/>
                  </a:lnTo>
                  <a:lnTo>
                    <a:pt x="1568097" y="1576579"/>
                  </a:lnTo>
                  <a:lnTo>
                    <a:pt x="1568085" y="1576546"/>
                  </a:lnTo>
                  <a:lnTo>
                    <a:pt x="1568088" y="1576522"/>
                  </a:lnTo>
                  <a:lnTo>
                    <a:pt x="1568104" y="1576408"/>
                  </a:lnTo>
                  <a:lnTo>
                    <a:pt x="1568107" y="1576384"/>
                  </a:lnTo>
                  <a:lnTo>
                    <a:pt x="1568152" y="1576370"/>
                  </a:lnTo>
                  <a:lnTo>
                    <a:pt x="1568175" y="1576365"/>
                  </a:lnTo>
                  <a:lnTo>
                    <a:pt x="1568166" y="1576296"/>
                  </a:lnTo>
                  <a:lnTo>
                    <a:pt x="1568163" y="1576269"/>
                  </a:lnTo>
                  <a:lnTo>
                    <a:pt x="1568088" y="1576025"/>
                  </a:lnTo>
                  <a:lnTo>
                    <a:pt x="1567966" y="1575902"/>
                  </a:lnTo>
                  <a:lnTo>
                    <a:pt x="1567930" y="1575873"/>
                  </a:lnTo>
                  <a:lnTo>
                    <a:pt x="1567905" y="1575853"/>
                  </a:lnTo>
                  <a:lnTo>
                    <a:pt x="1567909" y="1575831"/>
                  </a:lnTo>
                  <a:lnTo>
                    <a:pt x="1567937" y="1575764"/>
                  </a:lnTo>
                  <a:lnTo>
                    <a:pt x="1567945" y="1575744"/>
                  </a:lnTo>
                  <a:lnTo>
                    <a:pt x="1567952" y="1575736"/>
                  </a:lnTo>
                  <a:lnTo>
                    <a:pt x="1567968" y="1575718"/>
                  </a:lnTo>
                  <a:lnTo>
                    <a:pt x="1567984" y="1575658"/>
                  </a:lnTo>
                  <a:lnTo>
                    <a:pt x="1567985" y="1575576"/>
                  </a:lnTo>
                  <a:lnTo>
                    <a:pt x="1567966" y="1575524"/>
                  </a:lnTo>
                  <a:lnTo>
                    <a:pt x="1567961" y="1575511"/>
                  </a:lnTo>
                  <a:lnTo>
                    <a:pt x="1567950" y="1575481"/>
                  </a:lnTo>
                  <a:lnTo>
                    <a:pt x="1567930" y="1575422"/>
                  </a:lnTo>
                  <a:lnTo>
                    <a:pt x="1567914" y="1575375"/>
                  </a:lnTo>
                  <a:lnTo>
                    <a:pt x="1567908" y="1575357"/>
                  </a:lnTo>
                  <a:lnTo>
                    <a:pt x="1567904" y="1575346"/>
                  </a:lnTo>
                  <a:lnTo>
                    <a:pt x="1567899" y="1575330"/>
                  </a:lnTo>
                  <a:lnTo>
                    <a:pt x="1567891" y="1575251"/>
                  </a:lnTo>
                  <a:lnTo>
                    <a:pt x="1567894" y="1575245"/>
                  </a:lnTo>
                  <a:lnTo>
                    <a:pt x="1567947" y="1575149"/>
                  </a:lnTo>
                  <a:lnTo>
                    <a:pt x="1567998" y="1575098"/>
                  </a:lnTo>
                  <a:lnTo>
                    <a:pt x="1568064" y="1575016"/>
                  </a:lnTo>
                  <a:lnTo>
                    <a:pt x="1568074" y="1574960"/>
                  </a:lnTo>
                  <a:lnTo>
                    <a:pt x="1568073" y="1574907"/>
                  </a:lnTo>
                  <a:lnTo>
                    <a:pt x="1568057" y="1574775"/>
                  </a:lnTo>
                  <a:lnTo>
                    <a:pt x="1568070" y="1574638"/>
                  </a:lnTo>
                  <a:lnTo>
                    <a:pt x="1568117" y="1574472"/>
                  </a:lnTo>
                  <a:lnTo>
                    <a:pt x="1568134" y="1574185"/>
                  </a:lnTo>
                  <a:lnTo>
                    <a:pt x="1568154" y="1573953"/>
                  </a:lnTo>
                  <a:lnTo>
                    <a:pt x="1568189" y="1573763"/>
                  </a:lnTo>
                  <a:lnTo>
                    <a:pt x="1568211" y="1573716"/>
                  </a:lnTo>
                  <a:lnTo>
                    <a:pt x="1568272" y="1573702"/>
                  </a:lnTo>
                  <a:lnTo>
                    <a:pt x="1568305" y="1573706"/>
                  </a:lnTo>
                  <a:lnTo>
                    <a:pt x="1568323" y="1573720"/>
                  </a:lnTo>
                  <a:lnTo>
                    <a:pt x="1568337" y="1573719"/>
                  </a:lnTo>
                  <a:lnTo>
                    <a:pt x="1568356" y="1573717"/>
                  </a:lnTo>
                  <a:lnTo>
                    <a:pt x="1568408" y="1573665"/>
                  </a:lnTo>
                  <a:lnTo>
                    <a:pt x="1568433" y="1573641"/>
                  </a:lnTo>
                  <a:lnTo>
                    <a:pt x="1568444" y="1573620"/>
                  </a:lnTo>
                  <a:lnTo>
                    <a:pt x="1568126" y="1573334"/>
                  </a:lnTo>
                  <a:lnTo>
                    <a:pt x="1568072" y="1573286"/>
                  </a:lnTo>
                  <a:lnTo>
                    <a:pt x="1567965" y="1573322"/>
                  </a:lnTo>
                  <a:lnTo>
                    <a:pt x="1567915" y="1573352"/>
                  </a:lnTo>
                  <a:lnTo>
                    <a:pt x="1567851" y="1573387"/>
                  </a:lnTo>
                  <a:lnTo>
                    <a:pt x="1567832" y="1573359"/>
                  </a:lnTo>
                  <a:lnTo>
                    <a:pt x="1567818" y="1573318"/>
                  </a:lnTo>
                  <a:lnTo>
                    <a:pt x="1567845" y="1573252"/>
                  </a:lnTo>
                  <a:lnTo>
                    <a:pt x="1567883" y="1573169"/>
                  </a:lnTo>
                  <a:lnTo>
                    <a:pt x="1567893" y="1573102"/>
                  </a:lnTo>
                  <a:lnTo>
                    <a:pt x="1567849" y="1573095"/>
                  </a:lnTo>
                  <a:lnTo>
                    <a:pt x="1567743" y="1573105"/>
                  </a:lnTo>
                  <a:lnTo>
                    <a:pt x="1567713" y="1573108"/>
                  </a:lnTo>
                  <a:lnTo>
                    <a:pt x="1567648" y="1573180"/>
                  </a:lnTo>
                  <a:lnTo>
                    <a:pt x="1567523" y="1573318"/>
                  </a:lnTo>
                  <a:lnTo>
                    <a:pt x="1567424" y="1573428"/>
                  </a:lnTo>
                  <a:lnTo>
                    <a:pt x="1567294" y="1573572"/>
                  </a:lnTo>
                  <a:lnTo>
                    <a:pt x="1567326" y="1573593"/>
                  </a:lnTo>
                  <a:lnTo>
                    <a:pt x="1567357" y="1573614"/>
                  </a:lnTo>
                  <a:lnTo>
                    <a:pt x="1567425" y="1573592"/>
                  </a:lnTo>
                  <a:lnTo>
                    <a:pt x="1567440" y="1573613"/>
                  </a:lnTo>
                  <a:lnTo>
                    <a:pt x="1567596" y="1573871"/>
                  </a:lnTo>
                  <a:lnTo>
                    <a:pt x="1567627" y="1573917"/>
                  </a:lnTo>
                  <a:lnTo>
                    <a:pt x="1567641" y="1574462"/>
                  </a:lnTo>
                  <a:lnTo>
                    <a:pt x="1567651" y="1574546"/>
                  </a:lnTo>
                  <a:lnTo>
                    <a:pt x="1567671" y="1574725"/>
                  </a:lnTo>
                  <a:lnTo>
                    <a:pt x="1567678" y="1574744"/>
                  </a:lnTo>
                  <a:lnTo>
                    <a:pt x="1567699" y="1574797"/>
                  </a:lnTo>
                  <a:lnTo>
                    <a:pt x="1567718" y="1574848"/>
                  </a:lnTo>
                  <a:lnTo>
                    <a:pt x="1567777" y="1575089"/>
                  </a:lnTo>
                  <a:lnTo>
                    <a:pt x="1567777" y="1575111"/>
                  </a:lnTo>
                  <a:lnTo>
                    <a:pt x="1567763" y="1575201"/>
                  </a:lnTo>
                  <a:lnTo>
                    <a:pt x="1567743" y="1575241"/>
                  </a:lnTo>
                  <a:lnTo>
                    <a:pt x="1567710" y="1575258"/>
                  </a:lnTo>
                  <a:lnTo>
                    <a:pt x="1567676" y="1575255"/>
                  </a:lnTo>
                  <a:lnTo>
                    <a:pt x="1567637" y="1575251"/>
                  </a:lnTo>
                  <a:lnTo>
                    <a:pt x="1567587" y="1575303"/>
                  </a:lnTo>
                  <a:lnTo>
                    <a:pt x="1567553" y="1575377"/>
                  </a:lnTo>
                  <a:lnTo>
                    <a:pt x="1567525" y="1575618"/>
                  </a:lnTo>
                  <a:lnTo>
                    <a:pt x="1567289" y="1575604"/>
                  </a:lnTo>
                  <a:lnTo>
                    <a:pt x="1567282" y="1575604"/>
                  </a:lnTo>
                  <a:lnTo>
                    <a:pt x="1567263" y="1575603"/>
                  </a:lnTo>
                  <a:lnTo>
                    <a:pt x="1567162" y="1575597"/>
                  </a:lnTo>
                  <a:lnTo>
                    <a:pt x="1567176" y="1575566"/>
                  </a:lnTo>
                  <a:lnTo>
                    <a:pt x="1567105" y="1575522"/>
                  </a:lnTo>
                  <a:lnTo>
                    <a:pt x="1567000" y="1575481"/>
                  </a:lnTo>
                  <a:lnTo>
                    <a:pt x="1566953" y="1575469"/>
                  </a:lnTo>
                  <a:lnTo>
                    <a:pt x="1566862" y="1575480"/>
                  </a:lnTo>
                  <a:lnTo>
                    <a:pt x="1566748" y="1575510"/>
                  </a:lnTo>
                  <a:lnTo>
                    <a:pt x="1566675" y="1575539"/>
                  </a:lnTo>
                  <a:lnTo>
                    <a:pt x="1566650" y="1575604"/>
                  </a:lnTo>
                  <a:lnTo>
                    <a:pt x="1566657" y="1575616"/>
                  </a:lnTo>
                  <a:lnTo>
                    <a:pt x="1566678" y="1575616"/>
                  </a:lnTo>
                  <a:lnTo>
                    <a:pt x="1566751" y="1575602"/>
                  </a:lnTo>
                  <a:lnTo>
                    <a:pt x="1566817" y="1575583"/>
                  </a:lnTo>
                  <a:lnTo>
                    <a:pt x="1566904" y="1575596"/>
                  </a:lnTo>
                  <a:lnTo>
                    <a:pt x="1566954" y="1575635"/>
                  </a:lnTo>
                  <a:lnTo>
                    <a:pt x="1566974" y="1575646"/>
                  </a:lnTo>
                  <a:lnTo>
                    <a:pt x="1567108" y="1575720"/>
                  </a:lnTo>
                  <a:lnTo>
                    <a:pt x="1567204" y="1575708"/>
                  </a:lnTo>
                  <a:lnTo>
                    <a:pt x="1567282" y="1575701"/>
                  </a:lnTo>
                  <a:lnTo>
                    <a:pt x="1567329" y="1575709"/>
                  </a:lnTo>
                  <a:lnTo>
                    <a:pt x="1567422" y="1575788"/>
                  </a:lnTo>
                  <a:lnTo>
                    <a:pt x="1567423" y="1575854"/>
                  </a:lnTo>
                  <a:lnTo>
                    <a:pt x="1567400" y="1575956"/>
                  </a:lnTo>
                  <a:lnTo>
                    <a:pt x="1567333" y="1576019"/>
                  </a:lnTo>
                  <a:lnTo>
                    <a:pt x="1567227" y="1576149"/>
                  </a:lnTo>
                  <a:lnTo>
                    <a:pt x="1567283" y="1576193"/>
                  </a:lnTo>
                  <a:lnTo>
                    <a:pt x="1567319" y="1576221"/>
                  </a:lnTo>
                  <a:lnTo>
                    <a:pt x="1567329" y="1576232"/>
                  </a:lnTo>
                  <a:lnTo>
                    <a:pt x="1567366" y="1576271"/>
                  </a:lnTo>
                  <a:lnTo>
                    <a:pt x="1567230" y="1576580"/>
                  </a:lnTo>
                  <a:lnTo>
                    <a:pt x="1567185" y="1576660"/>
                  </a:lnTo>
                  <a:lnTo>
                    <a:pt x="1567037" y="1576511"/>
                  </a:lnTo>
                  <a:lnTo>
                    <a:pt x="1567026" y="1576527"/>
                  </a:lnTo>
                  <a:lnTo>
                    <a:pt x="1566979" y="1576628"/>
                  </a:lnTo>
                  <a:lnTo>
                    <a:pt x="1566920" y="1576769"/>
                  </a:lnTo>
                  <a:lnTo>
                    <a:pt x="1566842" y="1577065"/>
                  </a:lnTo>
                  <a:lnTo>
                    <a:pt x="1566816" y="1577204"/>
                  </a:lnTo>
                  <a:lnTo>
                    <a:pt x="1566670" y="1577476"/>
                  </a:lnTo>
                  <a:lnTo>
                    <a:pt x="1566649" y="1577521"/>
                  </a:lnTo>
                  <a:lnTo>
                    <a:pt x="1566346" y="1578108"/>
                  </a:lnTo>
                  <a:lnTo>
                    <a:pt x="1566265" y="1578262"/>
                  </a:lnTo>
                  <a:lnTo>
                    <a:pt x="1566208" y="1578427"/>
                  </a:lnTo>
                  <a:lnTo>
                    <a:pt x="1566199" y="1578462"/>
                  </a:lnTo>
                  <a:lnTo>
                    <a:pt x="1566196" y="1578526"/>
                  </a:lnTo>
                  <a:lnTo>
                    <a:pt x="1566409" y="1578644"/>
                  </a:lnTo>
                  <a:lnTo>
                    <a:pt x="1566419" y="1578653"/>
                  </a:lnTo>
                  <a:lnTo>
                    <a:pt x="1566513" y="1578745"/>
                  </a:lnTo>
                  <a:lnTo>
                    <a:pt x="1566623" y="1578855"/>
                  </a:lnTo>
                  <a:lnTo>
                    <a:pt x="1566617" y="1578861"/>
                  </a:lnTo>
                  <a:lnTo>
                    <a:pt x="1566574" y="1578869"/>
                  </a:lnTo>
                  <a:lnTo>
                    <a:pt x="1566500" y="1578861"/>
                  </a:lnTo>
                  <a:lnTo>
                    <a:pt x="1566405" y="1578851"/>
                  </a:lnTo>
                  <a:lnTo>
                    <a:pt x="1566310" y="1578796"/>
                  </a:lnTo>
                  <a:lnTo>
                    <a:pt x="1566273" y="1578832"/>
                  </a:lnTo>
                  <a:lnTo>
                    <a:pt x="1566111" y="1578992"/>
                  </a:lnTo>
                  <a:lnTo>
                    <a:pt x="1566012" y="1579200"/>
                  </a:lnTo>
                  <a:lnTo>
                    <a:pt x="1565990" y="1579246"/>
                  </a:lnTo>
                  <a:lnTo>
                    <a:pt x="1565998" y="1579347"/>
                  </a:lnTo>
                  <a:lnTo>
                    <a:pt x="1566001" y="1579393"/>
                  </a:lnTo>
                  <a:lnTo>
                    <a:pt x="1565953" y="1579429"/>
                  </a:lnTo>
                  <a:lnTo>
                    <a:pt x="1565917" y="1579441"/>
                  </a:lnTo>
                  <a:lnTo>
                    <a:pt x="1565900" y="1579447"/>
                  </a:lnTo>
                  <a:lnTo>
                    <a:pt x="1565864" y="1579426"/>
                  </a:lnTo>
                  <a:lnTo>
                    <a:pt x="1565831" y="1579407"/>
                  </a:lnTo>
                  <a:lnTo>
                    <a:pt x="1565810" y="1579386"/>
                  </a:lnTo>
                  <a:lnTo>
                    <a:pt x="1565751" y="1579330"/>
                  </a:lnTo>
                  <a:lnTo>
                    <a:pt x="1565668" y="1579266"/>
                  </a:lnTo>
                  <a:lnTo>
                    <a:pt x="1565621" y="1579259"/>
                  </a:lnTo>
                  <a:lnTo>
                    <a:pt x="1565576" y="1579267"/>
                  </a:lnTo>
                  <a:lnTo>
                    <a:pt x="1565542" y="1579274"/>
                  </a:lnTo>
                  <a:lnTo>
                    <a:pt x="1565543" y="1579322"/>
                  </a:lnTo>
                  <a:lnTo>
                    <a:pt x="1565503" y="1579369"/>
                  </a:lnTo>
                  <a:lnTo>
                    <a:pt x="1565466" y="1579410"/>
                  </a:lnTo>
                  <a:lnTo>
                    <a:pt x="1565424" y="1579458"/>
                  </a:lnTo>
                  <a:lnTo>
                    <a:pt x="1565418" y="1579465"/>
                  </a:lnTo>
                  <a:lnTo>
                    <a:pt x="1565424" y="1579474"/>
                  </a:lnTo>
                  <a:lnTo>
                    <a:pt x="1565459" y="1579531"/>
                  </a:lnTo>
                  <a:lnTo>
                    <a:pt x="1565468" y="1579537"/>
                  </a:lnTo>
                  <a:lnTo>
                    <a:pt x="1565484" y="1579547"/>
                  </a:lnTo>
                  <a:lnTo>
                    <a:pt x="1565516" y="1579565"/>
                  </a:lnTo>
                  <a:lnTo>
                    <a:pt x="1565525" y="1579570"/>
                  </a:lnTo>
                  <a:lnTo>
                    <a:pt x="1565565" y="1579596"/>
                  </a:lnTo>
                  <a:lnTo>
                    <a:pt x="1565579" y="1579604"/>
                  </a:lnTo>
                  <a:lnTo>
                    <a:pt x="1565608" y="1579622"/>
                  </a:lnTo>
                  <a:lnTo>
                    <a:pt x="1565645" y="1579644"/>
                  </a:lnTo>
                  <a:lnTo>
                    <a:pt x="1565657" y="1579650"/>
                  </a:lnTo>
                  <a:lnTo>
                    <a:pt x="1565728" y="1579691"/>
                  </a:lnTo>
                  <a:lnTo>
                    <a:pt x="1565742" y="1579701"/>
                  </a:lnTo>
                  <a:lnTo>
                    <a:pt x="1565747" y="1579708"/>
                  </a:lnTo>
                  <a:lnTo>
                    <a:pt x="1565756" y="1579727"/>
                  </a:lnTo>
                  <a:lnTo>
                    <a:pt x="1565774" y="1579773"/>
                  </a:lnTo>
                  <a:lnTo>
                    <a:pt x="1565783" y="1579791"/>
                  </a:lnTo>
                  <a:lnTo>
                    <a:pt x="1565825" y="1579762"/>
                  </a:lnTo>
                  <a:lnTo>
                    <a:pt x="1565844" y="1579764"/>
                  </a:lnTo>
                  <a:lnTo>
                    <a:pt x="1565896" y="1579789"/>
                  </a:lnTo>
                  <a:lnTo>
                    <a:pt x="1565958" y="1579826"/>
                  </a:lnTo>
                  <a:lnTo>
                    <a:pt x="1565971" y="1579844"/>
                  </a:lnTo>
                  <a:lnTo>
                    <a:pt x="1566004" y="1579970"/>
                  </a:lnTo>
                  <a:lnTo>
                    <a:pt x="1566038" y="1580099"/>
                  </a:lnTo>
                  <a:lnTo>
                    <a:pt x="1566029" y="1580249"/>
                  </a:lnTo>
                  <a:lnTo>
                    <a:pt x="1566027" y="1580276"/>
                  </a:lnTo>
                  <a:lnTo>
                    <a:pt x="1566014" y="1580341"/>
                  </a:lnTo>
                  <a:lnTo>
                    <a:pt x="1565988" y="1580415"/>
                  </a:lnTo>
                  <a:lnTo>
                    <a:pt x="1565976" y="1580427"/>
                  </a:lnTo>
                  <a:lnTo>
                    <a:pt x="1565968" y="1580445"/>
                  </a:lnTo>
                  <a:lnTo>
                    <a:pt x="1565950" y="1580564"/>
                  </a:lnTo>
                  <a:lnTo>
                    <a:pt x="1565938" y="1580620"/>
                  </a:lnTo>
                  <a:lnTo>
                    <a:pt x="1565932" y="1580654"/>
                  </a:lnTo>
                  <a:lnTo>
                    <a:pt x="1565930" y="1580667"/>
                  </a:lnTo>
                  <a:lnTo>
                    <a:pt x="1565926" y="1580672"/>
                  </a:lnTo>
                  <a:lnTo>
                    <a:pt x="1565923" y="1580677"/>
                  </a:lnTo>
                  <a:lnTo>
                    <a:pt x="1565921" y="1580682"/>
                  </a:lnTo>
                  <a:lnTo>
                    <a:pt x="1565919" y="1580688"/>
                  </a:lnTo>
                  <a:lnTo>
                    <a:pt x="1565919" y="1580693"/>
                  </a:lnTo>
                  <a:lnTo>
                    <a:pt x="1565918" y="1580699"/>
                  </a:lnTo>
                  <a:lnTo>
                    <a:pt x="1565919" y="1580705"/>
                  </a:lnTo>
                  <a:lnTo>
                    <a:pt x="1565921" y="1580712"/>
                  </a:lnTo>
                  <a:lnTo>
                    <a:pt x="1565904" y="1580786"/>
                  </a:lnTo>
                  <a:lnTo>
                    <a:pt x="1565898" y="1580811"/>
                  </a:lnTo>
                  <a:lnTo>
                    <a:pt x="1565885" y="1580865"/>
                  </a:lnTo>
                  <a:lnTo>
                    <a:pt x="1565857" y="1580981"/>
                  </a:lnTo>
                  <a:lnTo>
                    <a:pt x="1565843" y="1581039"/>
                  </a:lnTo>
                  <a:lnTo>
                    <a:pt x="1565793" y="1581173"/>
                  </a:lnTo>
                  <a:lnTo>
                    <a:pt x="1565758" y="1581314"/>
                  </a:lnTo>
                  <a:lnTo>
                    <a:pt x="1565757" y="1581320"/>
                  </a:lnTo>
                  <a:lnTo>
                    <a:pt x="1565738" y="1581409"/>
                  </a:lnTo>
                  <a:lnTo>
                    <a:pt x="1565714" y="1581515"/>
                  </a:lnTo>
                  <a:lnTo>
                    <a:pt x="1565709" y="1581580"/>
                  </a:lnTo>
                  <a:lnTo>
                    <a:pt x="1565705" y="1581624"/>
                  </a:lnTo>
                  <a:lnTo>
                    <a:pt x="1565727" y="1581750"/>
                  </a:lnTo>
                  <a:lnTo>
                    <a:pt x="1565727" y="1581906"/>
                  </a:lnTo>
                  <a:lnTo>
                    <a:pt x="1565727" y="1581970"/>
                  </a:lnTo>
                  <a:lnTo>
                    <a:pt x="1565727" y="1582016"/>
                  </a:lnTo>
                  <a:lnTo>
                    <a:pt x="1565750" y="1582289"/>
                  </a:lnTo>
                  <a:lnTo>
                    <a:pt x="1565760" y="1582400"/>
                  </a:lnTo>
                  <a:lnTo>
                    <a:pt x="1565764" y="1582479"/>
                  </a:lnTo>
                  <a:lnTo>
                    <a:pt x="1565784" y="1582532"/>
                  </a:lnTo>
                  <a:lnTo>
                    <a:pt x="1565824" y="1582625"/>
                  </a:lnTo>
                  <a:lnTo>
                    <a:pt x="1565860" y="1582854"/>
                  </a:lnTo>
                  <a:lnTo>
                    <a:pt x="1565863" y="1582876"/>
                  </a:lnTo>
                  <a:lnTo>
                    <a:pt x="1565898" y="1583128"/>
                  </a:lnTo>
                  <a:lnTo>
                    <a:pt x="1565902" y="1583131"/>
                  </a:lnTo>
                  <a:lnTo>
                    <a:pt x="1565907" y="1583136"/>
                  </a:lnTo>
                  <a:lnTo>
                    <a:pt x="1565906" y="1583143"/>
                  </a:lnTo>
                  <a:lnTo>
                    <a:pt x="1565905" y="1583150"/>
                  </a:lnTo>
                  <a:lnTo>
                    <a:pt x="1565894" y="1583153"/>
                  </a:lnTo>
                  <a:lnTo>
                    <a:pt x="1565888" y="1583151"/>
                  </a:lnTo>
                  <a:lnTo>
                    <a:pt x="1565881" y="1583149"/>
                  </a:lnTo>
                  <a:lnTo>
                    <a:pt x="1565870" y="1583147"/>
                  </a:lnTo>
                  <a:lnTo>
                    <a:pt x="1565857" y="1583139"/>
                  </a:lnTo>
                  <a:lnTo>
                    <a:pt x="1565851" y="1583137"/>
                  </a:lnTo>
                  <a:lnTo>
                    <a:pt x="1565813" y="1583127"/>
                  </a:lnTo>
                  <a:lnTo>
                    <a:pt x="1565783" y="1583120"/>
                  </a:lnTo>
                  <a:lnTo>
                    <a:pt x="1565778" y="1583119"/>
                  </a:lnTo>
                  <a:lnTo>
                    <a:pt x="1565780" y="1583125"/>
                  </a:lnTo>
                  <a:lnTo>
                    <a:pt x="1565817" y="1583135"/>
                  </a:lnTo>
                  <a:lnTo>
                    <a:pt x="1565852" y="1583148"/>
                  </a:lnTo>
                  <a:lnTo>
                    <a:pt x="1565863" y="1583152"/>
                  </a:lnTo>
                  <a:lnTo>
                    <a:pt x="1565890" y="1583167"/>
                  </a:lnTo>
                  <a:lnTo>
                    <a:pt x="1565897" y="1583220"/>
                  </a:lnTo>
                  <a:lnTo>
                    <a:pt x="1565921" y="1583265"/>
                  </a:lnTo>
                  <a:lnTo>
                    <a:pt x="1565959" y="1583300"/>
                  </a:lnTo>
                  <a:lnTo>
                    <a:pt x="1565996" y="1583371"/>
                  </a:lnTo>
                  <a:lnTo>
                    <a:pt x="1566077" y="1583583"/>
                  </a:lnTo>
                  <a:lnTo>
                    <a:pt x="1566103" y="1583650"/>
                  </a:lnTo>
                  <a:lnTo>
                    <a:pt x="1566110" y="1583668"/>
                  </a:lnTo>
                  <a:lnTo>
                    <a:pt x="1566120" y="1583694"/>
                  </a:lnTo>
                  <a:lnTo>
                    <a:pt x="1566129" y="1583721"/>
                  </a:lnTo>
                  <a:lnTo>
                    <a:pt x="1566130" y="1583727"/>
                  </a:lnTo>
                  <a:lnTo>
                    <a:pt x="1566132" y="1583732"/>
                  </a:lnTo>
                  <a:lnTo>
                    <a:pt x="1566134" y="1583738"/>
                  </a:lnTo>
                  <a:lnTo>
                    <a:pt x="1566137" y="1583743"/>
                  </a:lnTo>
                  <a:lnTo>
                    <a:pt x="1566141" y="1583753"/>
                  </a:lnTo>
                  <a:lnTo>
                    <a:pt x="1566330" y="1584229"/>
                  </a:lnTo>
                  <a:lnTo>
                    <a:pt x="1566353" y="1584274"/>
                  </a:lnTo>
                  <a:lnTo>
                    <a:pt x="1566357" y="1584279"/>
                  </a:lnTo>
                  <a:lnTo>
                    <a:pt x="1566521" y="1584498"/>
                  </a:lnTo>
                  <a:lnTo>
                    <a:pt x="1566552" y="1584539"/>
                  </a:lnTo>
                  <a:lnTo>
                    <a:pt x="1566561" y="1584555"/>
                  </a:lnTo>
                  <a:lnTo>
                    <a:pt x="1566613" y="1584645"/>
                  </a:lnTo>
                  <a:lnTo>
                    <a:pt x="1566688" y="1584775"/>
                  </a:lnTo>
                  <a:lnTo>
                    <a:pt x="1566722" y="1584834"/>
                  </a:lnTo>
                  <a:lnTo>
                    <a:pt x="1566736" y="1584858"/>
                  </a:lnTo>
                  <a:lnTo>
                    <a:pt x="1566751" y="1584884"/>
                  </a:lnTo>
                  <a:lnTo>
                    <a:pt x="1566766" y="1584909"/>
                  </a:lnTo>
                  <a:lnTo>
                    <a:pt x="1566792" y="1584964"/>
                  </a:lnTo>
                  <a:lnTo>
                    <a:pt x="1566866" y="1585119"/>
                  </a:lnTo>
                  <a:lnTo>
                    <a:pt x="1566870" y="1585151"/>
                  </a:lnTo>
                  <a:lnTo>
                    <a:pt x="1566879" y="1585229"/>
                  </a:lnTo>
                  <a:lnTo>
                    <a:pt x="1566887" y="1585245"/>
                  </a:lnTo>
                  <a:lnTo>
                    <a:pt x="1566913" y="1585301"/>
                  </a:lnTo>
                  <a:lnTo>
                    <a:pt x="1566962" y="1585408"/>
                  </a:lnTo>
                  <a:lnTo>
                    <a:pt x="1567017" y="1585540"/>
                  </a:lnTo>
                  <a:lnTo>
                    <a:pt x="1567025" y="1585559"/>
                  </a:lnTo>
                  <a:lnTo>
                    <a:pt x="1567029" y="1585564"/>
                  </a:lnTo>
                  <a:lnTo>
                    <a:pt x="1567030" y="1585623"/>
                  </a:lnTo>
                  <a:lnTo>
                    <a:pt x="1566984" y="1585706"/>
                  </a:lnTo>
                  <a:lnTo>
                    <a:pt x="1566950" y="1585731"/>
                  </a:lnTo>
                  <a:lnTo>
                    <a:pt x="1566944" y="1585736"/>
                  </a:lnTo>
                  <a:lnTo>
                    <a:pt x="1566904" y="1585765"/>
                  </a:lnTo>
                  <a:lnTo>
                    <a:pt x="1566867" y="1585794"/>
                  </a:lnTo>
                  <a:lnTo>
                    <a:pt x="1566835" y="1585818"/>
                  </a:lnTo>
                  <a:lnTo>
                    <a:pt x="1566787" y="1585839"/>
                  </a:lnTo>
                  <a:lnTo>
                    <a:pt x="1566716" y="1585871"/>
                  </a:lnTo>
                  <a:lnTo>
                    <a:pt x="1566618" y="1585916"/>
                  </a:lnTo>
                  <a:lnTo>
                    <a:pt x="1566549" y="1585962"/>
                  </a:lnTo>
                  <a:lnTo>
                    <a:pt x="1566522" y="1585981"/>
                  </a:lnTo>
                  <a:lnTo>
                    <a:pt x="1566507" y="1586039"/>
                  </a:lnTo>
                  <a:lnTo>
                    <a:pt x="1566477" y="1586091"/>
                  </a:lnTo>
                  <a:lnTo>
                    <a:pt x="1566319" y="1586367"/>
                  </a:lnTo>
                  <a:lnTo>
                    <a:pt x="1566247" y="1586492"/>
                  </a:lnTo>
                  <a:lnTo>
                    <a:pt x="1566247" y="1586497"/>
                  </a:lnTo>
                  <a:lnTo>
                    <a:pt x="1566253" y="1586497"/>
                  </a:lnTo>
                  <a:lnTo>
                    <a:pt x="1566277" y="1586497"/>
                  </a:lnTo>
                  <a:lnTo>
                    <a:pt x="1566282" y="1586494"/>
                  </a:lnTo>
                  <a:lnTo>
                    <a:pt x="1566312" y="1586478"/>
                  </a:lnTo>
                  <a:lnTo>
                    <a:pt x="1566457" y="1586395"/>
                  </a:lnTo>
                  <a:lnTo>
                    <a:pt x="1566567" y="1586332"/>
                  </a:lnTo>
                  <a:lnTo>
                    <a:pt x="1566594" y="1586316"/>
                  </a:lnTo>
                  <a:lnTo>
                    <a:pt x="1566660" y="1586279"/>
                  </a:lnTo>
                  <a:lnTo>
                    <a:pt x="1566668" y="1586275"/>
                  </a:lnTo>
                  <a:lnTo>
                    <a:pt x="1566675" y="1586302"/>
                  </a:lnTo>
                  <a:lnTo>
                    <a:pt x="1566681" y="1586327"/>
                  </a:lnTo>
                  <a:lnTo>
                    <a:pt x="1566688" y="1586340"/>
                  </a:lnTo>
                  <a:lnTo>
                    <a:pt x="1566706" y="1586335"/>
                  </a:lnTo>
                  <a:lnTo>
                    <a:pt x="1566833" y="1586302"/>
                  </a:lnTo>
                  <a:lnTo>
                    <a:pt x="1567076" y="1586251"/>
                  </a:lnTo>
                  <a:lnTo>
                    <a:pt x="1567174" y="1586238"/>
                  </a:lnTo>
                  <a:lnTo>
                    <a:pt x="1567266" y="1586226"/>
                  </a:lnTo>
                  <a:lnTo>
                    <a:pt x="1567310" y="1586219"/>
                  </a:lnTo>
                  <a:lnTo>
                    <a:pt x="1567383" y="1586209"/>
                  </a:lnTo>
                  <a:lnTo>
                    <a:pt x="1567439" y="1586204"/>
                  </a:lnTo>
                  <a:lnTo>
                    <a:pt x="1567433" y="1586105"/>
                  </a:lnTo>
                  <a:lnTo>
                    <a:pt x="1567588" y="1586014"/>
                  </a:lnTo>
                  <a:lnTo>
                    <a:pt x="1567998" y="1585911"/>
                  </a:lnTo>
                  <a:lnTo>
                    <a:pt x="1568268" y="1585826"/>
                  </a:lnTo>
                  <a:lnTo>
                    <a:pt x="1568444" y="1585669"/>
                  </a:lnTo>
                  <a:lnTo>
                    <a:pt x="1568558" y="1585627"/>
                  </a:lnTo>
                  <a:lnTo>
                    <a:pt x="1568662" y="1585639"/>
                  </a:lnTo>
                  <a:lnTo>
                    <a:pt x="1568675" y="1585647"/>
                  </a:lnTo>
                  <a:lnTo>
                    <a:pt x="1568758" y="1585702"/>
                  </a:lnTo>
                  <a:lnTo>
                    <a:pt x="1568801" y="1585763"/>
                  </a:lnTo>
                  <a:lnTo>
                    <a:pt x="1568927" y="1585866"/>
                  </a:lnTo>
                  <a:lnTo>
                    <a:pt x="1569079" y="1585917"/>
                  </a:lnTo>
                  <a:lnTo>
                    <a:pt x="1569209" y="1585957"/>
                  </a:lnTo>
                  <a:lnTo>
                    <a:pt x="1569263" y="1586014"/>
                  </a:lnTo>
                  <a:lnTo>
                    <a:pt x="1569276" y="1586075"/>
                  </a:lnTo>
                  <a:lnTo>
                    <a:pt x="1569281" y="1586163"/>
                  </a:lnTo>
                  <a:lnTo>
                    <a:pt x="1569280" y="1586221"/>
                  </a:lnTo>
                  <a:lnTo>
                    <a:pt x="1569366" y="1586212"/>
                  </a:lnTo>
                  <a:lnTo>
                    <a:pt x="1569397" y="1586212"/>
                  </a:lnTo>
                  <a:lnTo>
                    <a:pt x="1569435" y="1586220"/>
                  </a:lnTo>
                  <a:lnTo>
                    <a:pt x="1569452" y="1586226"/>
                  </a:lnTo>
                  <a:lnTo>
                    <a:pt x="1569464" y="1586230"/>
                  </a:lnTo>
                  <a:lnTo>
                    <a:pt x="1569488" y="1586240"/>
                  </a:lnTo>
                  <a:lnTo>
                    <a:pt x="1569511" y="1586247"/>
                  </a:lnTo>
                  <a:lnTo>
                    <a:pt x="1569521" y="1586252"/>
                  </a:lnTo>
                  <a:lnTo>
                    <a:pt x="1569593" y="1586286"/>
                  </a:lnTo>
                  <a:lnTo>
                    <a:pt x="1569660" y="1586313"/>
                  </a:lnTo>
                  <a:lnTo>
                    <a:pt x="1569675" y="1586319"/>
                  </a:lnTo>
                  <a:lnTo>
                    <a:pt x="1569682" y="1586322"/>
                  </a:lnTo>
                  <a:lnTo>
                    <a:pt x="1569687" y="1586324"/>
                  </a:lnTo>
                  <a:lnTo>
                    <a:pt x="1569703" y="1586330"/>
                  </a:lnTo>
                  <a:lnTo>
                    <a:pt x="1569751" y="1586350"/>
                  </a:lnTo>
                  <a:lnTo>
                    <a:pt x="1569807" y="1586373"/>
                  </a:lnTo>
                  <a:lnTo>
                    <a:pt x="1569820" y="1586379"/>
                  </a:lnTo>
                  <a:lnTo>
                    <a:pt x="1569840" y="1586387"/>
                  </a:lnTo>
                  <a:lnTo>
                    <a:pt x="1569878" y="1586402"/>
                  </a:lnTo>
                  <a:lnTo>
                    <a:pt x="1569938" y="1586428"/>
                  </a:lnTo>
                  <a:lnTo>
                    <a:pt x="1569954" y="1586435"/>
                  </a:lnTo>
                  <a:lnTo>
                    <a:pt x="1569959" y="1586437"/>
                  </a:lnTo>
                  <a:lnTo>
                    <a:pt x="1570007" y="1586457"/>
                  </a:lnTo>
                  <a:lnTo>
                    <a:pt x="1570056" y="1586476"/>
                  </a:lnTo>
                  <a:lnTo>
                    <a:pt x="1570085" y="1586459"/>
                  </a:lnTo>
                  <a:lnTo>
                    <a:pt x="1570100" y="1586451"/>
                  </a:lnTo>
                  <a:lnTo>
                    <a:pt x="1570118" y="1586439"/>
                  </a:lnTo>
                  <a:lnTo>
                    <a:pt x="1570142" y="1586426"/>
                  </a:lnTo>
                  <a:lnTo>
                    <a:pt x="1570248" y="1586372"/>
                  </a:lnTo>
                  <a:lnTo>
                    <a:pt x="1570258" y="1586365"/>
                  </a:lnTo>
                  <a:lnTo>
                    <a:pt x="1570290" y="1586346"/>
                  </a:lnTo>
                  <a:lnTo>
                    <a:pt x="1570339" y="1586323"/>
                  </a:lnTo>
                  <a:lnTo>
                    <a:pt x="1570351" y="1586318"/>
                  </a:lnTo>
                  <a:lnTo>
                    <a:pt x="1570434" y="1586303"/>
                  </a:lnTo>
                  <a:lnTo>
                    <a:pt x="1570452" y="1586301"/>
                  </a:lnTo>
                  <a:lnTo>
                    <a:pt x="1570521" y="1586291"/>
                  </a:lnTo>
                  <a:lnTo>
                    <a:pt x="1570561" y="1586287"/>
                  </a:lnTo>
                  <a:lnTo>
                    <a:pt x="1570590" y="1586284"/>
                  </a:lnTo>
                  <a:lnTo>
                    <a:pt x="1570628" y="1586278"/>
                  </a:lnTo>
                  <a:lnTo>
                    <a:pt x="1570632" y="1586277"/>
                  </a:lnTo>
                  <a:lnTo>
                    <a:pt x="1570697" y="1586267"/>
                  </a:lnTo>
                  <a:lnTo>
                    <a:pt x="1570757" y="1586263"/>
                  </a:lnTo>
                  <a:lnTo>
                    <a:pt x="1570792" y="1586261"/>
                  </a:lnTo>
                  <a:lnTo>
                    <a:pt x="1570839" y="1586259"/>
                  </a:lnTo>
                  <a:lnTo>
                    <a:pt x="1570911" y="1586212"/>
                  </a:lnTo>
                  <a:lnTo>
                    <a:pt x="1570953" y="1586185"/>
                  </a:lnTo>
                  <a:lnTo>
                    <a:pt x="1571015" y="1586137"/>
                  </a:lnTo>
                  <a:lnTo>
                    <a:pt x="1571063" y="1586100"/>
                  </a:lnTo>
                  <a:lnTo>
                    <a:pt x="1571124" y="1586111"/>
                  </a:lnTo>
                  <a:lnTo>
                    <a:pt x="1571993" y="1586033"/>
                  </a:lnTo>
                  <a:lnTo>
                    <a:pt x="1572331" y="1586025"/>
                  </a:lnTo>
                  <a:lnTo>
                    <a:pt x="1572611" y="1586018"/>
                  </a:lnTo>
                  <a:lnTo>
                    <a:pt x="1572621" y="1586029"/>
                  </a:lnTo>
                  <a:lnTo>
                    <a:pt x="1572642" y="1586088"/>
                  </a:lnTo>
                  <a:lnTo>
                    <a:pt x="1572656" y="1586162"/>
                  </a:lnTo>
                  <a:lnTo>
                    <a:pt x="1572648" y="1586220"/>
                  </a:lnTo>
                  <a:lnTo>
                    <a:pt x="1572665" y="1586311"/>
                  </a:lnTo>
                  <a:lnTo>
                    <a:pt x="1572680" y="1586398"/>
                  </a:lnTo>
                  <a:lnTo>
                    <a:pt x="1572683" y="1586417"/>
                  </a:lnTo>
                  <a:lnTo>
                    <a:pt x="1572701" y="1586466"/>
                  </a:lnTo>
                  <a:lnTo>
                    <a:pt x="1572712" y="1586495"/>
                  </a:lnTo>
                  <a:lnTo>
                    <a:pt x="1572729" y="1586519"/>
                  </a:lnTo>
                  <a:lnTo>
                    <a:pt x="1572732" y="1586523"/>
                  </a:lnTo>
                  <a:lnTo>
                    <a:pt x="1572743" y="1586540"/>
                  </a:lnTo>
                  <a:lnTo>
                    <a:pt x="1572752" y="1586550"/>
                  </a:lnTo>
                  <a:lnTo>
                    <a:pt x="1572772" y="1586572"/>
                  </a:lnTo>
                  <a:lnTo>
                    <a:pt x="1572777" y="1586575"/>
                  </a:lnTo>
                  <a:lnTo>
                    <a:pt x="1572781" y="1586571"/>
                  </a:lnTo>
                  <a:lnTo>
                    <a:pt x="1572816" y="1586537"/>
                  </a:lnTo>
                  <a:lnTo>
                    <a:pt x="1572941" y="1586445"/>
                  </a:lnTo>
                  <a:lnTo>
                    <a:pt x="1573013" y="1586516"/>
                  </a:lnTo>
                  <a:lnTo>
                    <a:pt x="1573078" y="1586579"/>
                  </a:lnTo>
                  <a:lnTo>
                    <a:pt x="1573213" y="1586724"/>
                  </a:lnTo>
                  <a:lnTo>
                    <a:pt x="1573224" y="1586735"/>
                  </a:lnTo>
                  <a:lnTo>
                    <a:pt x="1573263" y="1586772"/>
                  </a:lnTo>
                  <a:lnTo>
                    <a:pt x="1573404" y="1586875"/>
                  </a:lnTo>
                  <a:lnTo>
                    <a:pt x="1573451" y="1586910"/>
                  </a:lnTo>
                  <a:lnTo>
                    <a:pt x="1573476" y="1586928"/>
                  </a:lnTo>
                  <a:lnTo>
                    <a:pt x="1573528" y="1586966"/>
                  </a:lnTo>
                  <a:lnTo>
                    <a:pt x="1573553" y="1586970"/>
                  </a:lnTo>
                  <a:lnTo>
                    <a:pt x="1573571" y="1586976"/>
                  </a:lnTo>
                  <a:lnTo>
                    <a:pt x="1573629" y="1586979"/>
                  </a:lnTo>
                  <a:lnTo>
                    <a:pt x="1573643" y="1586979"/>
                  </a:lnTo>
                  <a:lnTo>
                    <a:pt x="1573666" y="1586979"/>
                  </a:lnTo>
                  <a:lnTo>
                    <a:pt x="1573684" y="1586979"/>
                  </a:lnTo>
                  <a:lnTo>
                    <a:pt x="1573785" y="1586995"/>
                  </a:lnTo>
                  <a:lnTo>
                    <a:pt x="1573851" y="1587024"/>
                  </a:lnTo>
                  <a:lnTo>
                    <a:pt x="1573857" y="1587027"/>
                  </a:lnTo>
                  <a:lnTo>
                    <a:pt x="1573892" y="1587043"/>
                  </a:lnTo>
                  <a:lnTo>
                    <a:pt x="1573960" y="1587071"/>
                  </a:lnTo>
                  <a:lnTo>
                    <a:pt x="1573974" y="1587076"/>
                  </a:lnTo>
                  <a:lnTo>
                    <a:pt x="1574016" y="1587093"/>
                  </a:lnTo>
                  <a:lnTo>
                    <a:pt x="1574061" y="1587111"/>
                  </a:lnTo>
                  <a:lnTo>
                    <a:pt x="1574128" y="1587136"/>
                  </a:lnTo>
                  <a:lnTo>
                    <a:pt x="1574224" y="1587186"/>
                  </a:lnTo>
                  <a:lnTo>
                    <a:pt x="1574281" y="1587215"/>
                  </a:lnTo>
                  <a:lnTo>
                    <a:pt x="1574373" y="1587265"/>
                  </a:lnTo>
                  <a:lnTo>
                    <a:pt x="1574403" y="1587282"/>
                  </a:lnTo>
                  <a:lnTo>
                    <a:pt x="1574475" y="1587321"/>
                  </a:lnTo>
                  <a:lnTo>
                    <a:pt x="1574619" y="1587401"/>
                  </a:lnTo>
                  <a:lnTo>
                    <a:pt x="1574747" y="1587485"/>
                  </a:lnTo>
                  <a:lnTo>
                    <a:pt x="1574797" y="1587518"/>
                  </a:lnTo>
                  <a:lnTo>
                    <a:pt x="1574806" y="1587520"/>
                  </a:lnTo>
                  <a:lnTo>
                    <a:pt x="1574830" y="1587527"/>
                  </a:lnTo>
                  <a:lnTo>
                    <a:pt x="1574882" y="1587542"/>
                  </a:lnTo>
                  <a:lnTo>
                    <a:pt x="1574919" y="1587570"/>
                  </a:lnTo>
                  <a:lnTo>
                    <a:pt x="1574939" y="1587600"/>
                  </a:lnTo>
                  <a:lnTo>
                    <a:pt x="1574961" y="1587633"/>
                  </a:lnTo>
                  <a:lnTo>
                    <a:pt x="1574969" y="1587629"/>
                  </a:lnTo>
                  <a:lnTo>
                    <a:pt x="1574985" y="1587614"/>
                  </a:lnTo>
                  <a:lnTo>
                    <a:pt x="1575010" y="1587599"/>
                  </a:lnTo>
                  <a:lnTo>
                    <a:pt x="1575043" y="1587593"/>
                  </a:lnTo>
                  <a:lnTo>
                    <a:pt x="1575052" y="1587588"/>
                  </a:lnTo>
                  <a:lnTo>
                    <a:pt x="1575055" y="1587576"/>
                  </a:lnTo>
                  <a:lnTo>
                    <a:pt x="1575043" y="1587553"/>
                  </a:lnTo>
                  <a:lnTo>
                    <a:pt x="1575029" y="1587517"/>
                  </a:lnTo>
                  <a:lnTo>
                    <a:pt x="1575015" y="1587503"/>
                  </a:lnTo>
                  <a:lnTo>
                    <a:pt x="1574994" y="1587486"/>
                  </a:lnTo>
                  <a:lnTo>
                    <a:pt x="1574925" y="1587346"/>
                  </a:lnTo>
                  <a:lnTo>
                    <a:pt x="1574884" y="1587322"/>
                  </a:lnTo>
                  <a:lnTo>
                    <a:pt x="1574831" y="1587297"/>
                  </a:lnTo>
                  <a:lnTo>
                    <a:pt x="1574793" y="1587280"/>
                  </a:lnTo>
                  <a:lnTo>
                    <a:pt x="1574772" y="1587277"/>
                  </a:lnTo>
                  <a:lnTo>
                    <a:pt x="1574706" y="1587270"/>
                  </a:lnTo>
                  <a:lnTo>
                    <a:pt x="1574699" y="1587268"/>
                  </a:lnTo>
                  <a:lnTo>
                    <a:pt x="1574667" y="1587264"/>
                  </a:lnTo>
                  <a:lnTo>
                    <a:pt x="1574658" y="1587259"/>
                  </a:lnTo>
                  <a:lnTo>
                    <a:pt x="1574655" y="1587247"/>
                  </a:lnTo>
                  <a:lnTo>
                    <a:pt x="1574654" y="1587220"/>
                  </a:lnTo>
                  <a:lnTo>
                    <a:pt x="1574668" y="1587163"/>
                  </a:lnTo>
                  <a:lnTo>
                    <a:pt x="1574677" y="1587149"/>
                  </a:lnTo>
                  <a:lnTo>
                    <a:pt x="1574684" y="1587145"/>
                  </a:lnTo>
                  <a:lnTo>
                    <a:pt x="1574697" y="1587137"/>
                  </a:lnTo>
                  <a:lnTo>
                    <a:pt x="1574877" y="1587166"/>
                  </a:lnTo>
                  <a:lnTo>
                    <a:pt x="1574913" y="1587180"/>
                  </a:lnTo>
                  <a:lnTo>
                    <a:pt x="1574936" y="1587188"/>
                  </a:lnTo>
                  <a:lnTo>
                    <a:pt x="1575001" y="1587224"/>
                  </a:lnTo>
                  <a:lnTo>
                    <a:pt x="1575032" y="1587241"/>
                  </a:lnTo>
                  <a:lnTo>
                    <a:pt x="1575059" y="1587257"/>
                  </a:lnTo>
                  <a:lnTo>
                    <a:pt x="1575238" y="1587387"/>
                  </a:lnTo>
                  <a:lnTo>
                    <a:pt x="1575246" y="1587396"/>
                  </a:lnTo>
                  <a:lnTo>
                    <a:pt x="1575261" y="1587441"/>
                  </a:lnTo>
                  <a:lnTo>
                    <a:pt x="1575264" y="1587456"/>
                  </a:lnTo>
                  <a:lnTo>
                    <a:pt x="1575269" y="1587481"/>
                  </a:lnTo>
                  <a:lnTo>
                    <a:pt x="1575274" y="1587530"/>
                  </a:lnTo>
                  <a:lnTo>
                    <a:pt x="1575274" y="1587588"/>
                  </a:lnTo>
                  <a:lnTo>
                    <a:pt x="1575275" y="1587620"/>
                  </a:lnTo>
                  <a:lnTo>
                    <a:pt x="1575270" y="1587674"/>
                  </a:lnTo>
                  <a:lnTo>
                    <a:pt x="1575267" y="1587709"/>
                  </a:lnTo>
                  <a:lnTo>
                    <a:pt x="1575265" y="1587743"/>
                  </a:lnTo>
                  <a:lnTo>
                    <a:pt x="1575262" y="1587814"/>
                  </a:lnTo>
                  <a:lnTo>
                    <a:pt x="1575268" y="1587896"/>
                  </a:lnTo>
                  <a:lnTo>
                    <a:pt x="1575269" y="1587907"/>
                  </a:lnTo>
                  <a:lnTo>
                    <a:pt x="1575275" y="1587966"/>
                  </a:lnTo>
                  <a:lnTo>
                    <a:pt x="1575275" y="1587972"/>
                  </a:lnTo>
                  <a:lnTo>
                    <a:pt x="1575276" y="1587995"/>
                  </a:lnTo>
                  <a:lnTo>
                    <a:pt x="1575281" y="1588080"/>
                  </a:lnTo>
                  <a:lnTo>
                    <a:pt x="1575299" y="1588243"/>
                  </a:lnTo>
                  <a:lnTo>
                    <a:pt x="1575302" y="1588269"/>
                  </a:lnTo>
                  <a:lnTo>
                    <a:pt x="1575306" y="1588300"/>
                  </a:lnTo>
                  <a:lnTo>
                    <a:pt x="1575307" y="1588307"/>
                  </a:lnTo>
                  <a:lnTo>
                    <a:pt x="1575306" y="1588328"/>
                  </a:lnTo>
                  <a:lnTo>
                    <a:pt x="1575304" y="1588358"/>
                  </a:lnTo>
                  <a:lnTo>
                    <a:pt x="1575302" y="1588395"/>
                  </a:lnTo>
                  <a:lnTo>
                    <a:pt x="1575301" y="1588409"/>
                  </a:lnTo>
                  <a:lnTo>
                    <a:pt x="1575292" y="1588437"/>
                  </a:lnTo>
                  <a:lnTo>
                    <a:pt x="1575290" y="1588443"/>
                  </a:lnTo>
                  <a:lnTo>
                    <a:pt x="1575285" y="1588459"/>
                  </a:lnTo>
                  <a:lnTo>
                    <a:pt x="1575280" y="1588468"/>
                  </a:lnTo>
                  <a:lnTo>
                    <a:pt x="1575258" y="1588508"/>
                  </a:lnTo>
                  <a:lnTo>
                    <a:pt x="1575175" y="1588621"/>
                  </a:lnTo>
                  <a:lnTo>
                    <a:pt x="1575145" y="1588617"/>
                  </a:lnTo>
                  <a:lnTo>
                    <a:pt x="1575115" y="1588619"/>
                  </a:lnTo>
                  <a:lnTo>
                    <a:pt x="1575098" y="1588635"/>
                  </a:lnTo>
                  <a:lnTo>
                    <a:pt x="1575103" y="1588728"/>
                  </a:lnTo>
                  <a:lnTo>
                    <a:pt x="1575107" y="1588767"/>
                  </a:lnTo>
                  <a:lnTo>
                    <a:pt x="1575134" y="1588793"/>
                  </a:lnTo>
                  <a:lnTo>
                    <a:pt x="1575174" y="1588816"/>
                  </a:lnTo>
                  <a:lnTo>
                    <a:pt x="1575185" y="1588822"/>
                  </a:lnTo>
                  <a:lnTo>
                    <a:pt x="1575190" y="1588820"/>
                  </a:lnTo>
                  <a:lnTo>
                    <a:pt x="1575200" y="1588817"/>
                  </a:lnTo>
                  <a:lnTo>
                    <a:pt x="1575207" y="1588800"/>
                  </a:lnTo>
                  <a:lnTo>
                    <a:pt x="1575215" y="1588788"/>
                  </a:lnTo>
                  <a:lnTo>
                    <a:pt x="1575222" y="1588778"/>
                  </a:lnTo>
                  <a:lnTo>
                    <a:pt x="1575250" y="1588750"/>
                  </a:lnTo>
                  <a:lnTo>
                    <a:pt x="1575265" y="1588723"/>
                  </a:lnTo>
                  <a:lnTo>
                    <a:pt x="1575264" y="1588689"/>
                  </a:lnTo>
                  <a:lnTo>
                    <a:pt x="1575268" y="1588687"/>
                  </a:lnTo>
                  <a:lnTo>
                    <a:pt x="1575281" y="1588694"/>
                  </a:lnTo>
                  <a:lnTo>
                    <a:pt x="1575289" y="1588699"/>
                  </a:lnTo>
                  <a:lnTo>
                    <a:pt x="1575296" y="1588705"/>
                  </a:lnTo>
                  <a:lnTo>
                    <a:pt x="1575316" y="1588721"/>
                  </a:lnTo>
                  <a:lnTo>
                    <a:pt x="1575338" y="1588761"/>
                  </a:lnTo>
                  <a:lnTo>
                    <a:pt x="1575354" y="1588803"/>
                  </a:lnTo>
                  <a:lnTo>
                    <a:pt x="1575358" y="1588814"/>
                  </a:lnTo>
                  <a:lnTo>
                    <a:pt x="1575367" y="1588865"/>
                  </a:lnTo>
                  <a:lnTo>
                    <a:pt x="1575371" y="1588890"/>
                  </a:lnTo>
                  <a:lnTo>
                    <a:pt x="1575375" y="1588910"/>
                  </a:lnTo>
                  <a:lnTo>
                    <a:pt x="1575395" y="1589064"/>
                  </a:lnTo>
                  <a:lnTo>
                    <a:pt x="1575401" y="1589114"/>
                  </a:lnTo>
                  <a:lnTo>
                    <a:pt x="1575421" y="1589331"/>
                  </a:lnTo>
                  <a:lnTo>
                    <a:pt x="1575423" y="1589360"/>
                  </a:lnTo>
                  <a:lnTo>
                    <a:pt x="1575412" y="1589397"/>
                  </a:lnTo>
                  <a:lnTo>
                    <a:pt x="1575404" y="1589419"/>
                  </a:lnTo>
                  <a:lnTo>
                    <a:pt x="1575396" y="1589441"/>
                  </a:lnTo>
                  <a:lnTo>
                    <a:pt x="1575386" y="1589444"/>
                  </a:lnTo>
                  <a:lnTo>
                    <a:pt x="1575384" y="1589480"/>
                  </a:lnTo>
                  <a:lnTo>
                    <a:pt x="1575392" y="1589497"/>
                  </a:lnTo>
                  <a:lnTo>
                    <a:pt x="1575409" y="1589541"/>
                  </a:lnTo>
                  <a:lnTo>
                    <a:pt x="1575425" y="1589591"/>
                  </a:lnTo>
                  <a:lnTo>
                    <a:pt x="1575434" y="1589621"/>
                  </a:lnTo>
                  <a:lnTo>
                    <a:pt x="1575439" y="1589641"/>
                  </a:lnTo>
                  <a:lnTo>
                    <a:pt x="1575455" y="1589696"/>
                  </a:lnTo>
                  <a:lnTo>
                    <a:pt x="1575480" y="1589746"/>
                  </a:lnTo>
                  <a:lnTo>
                    <a:pt x="1575493" y="1589761"/>
                  </a:lnTo>
                  <a:lnTo>
                    <a:pt x="1575499" y="1589769"/>
                  </a:lnTo>
                  <a:lnTo>
                    <a:pt x="1575508" y="1589806"/>
                  </a:lnTo>
                  <a:lnTo>
                    <a:pt x="1575542" y="1589938"/>
                  </a:lnTo>
                  <a:lnTo>
                    <a:pt x="1575567" y="1589995"/>
                  </a:lnTo>
                  <a:lnTo>
                    <a:pt x="1575574" y="1590062"/>
                  </a:lnTo>
                  <a:lnTo>
                    <a:pt x="1575573" y="1590075"/>
                  </a:lnTo>
                  <a:lnTo>
                    <a:pt x="1575572" y="1590120"/>
                  </a:lnTo>
                  <a:lnTo>
                    <a:pt x="1575565" y="1590273"/>
                  </a:lnTo>
                  <a:lnTo>
                    <a:pt x="1575559" y="1590417"/>
                  </a:lnTo>
                  <a:lnTo>
                    <a:pt x="1575556" y="1590490"/>
                  </a:lnTo>
                  <a:lnTo>
                    <a:pt x="1575554" y="1590571"/>
                  </a:lnTo>
                  <a:lnTo>
                    <a:pt x="1575528" y="1590623"/>
                  </a:lnTo>
                  <a:lnTo>
                    <a:pt x="1575512" y="1590642"/>
                  </a:lnTo>
                  <a:lnTo>
                    <a:pt x="1575505" y="1590651"/>
                  </a:lnTo>
                  <a:lnTo>
                    <a:pt x="1575504" y="1590686"/>
                  </a:lnTo>
                  <a:lnTo>
                    <a:pt x="1575497" y="1590738"/>
                  </a:lnTo>
                  <a:lnTo>
                    <a:pt x="1575489" y="1590821"/>
                  </a:lnTo>
                  <a:lnTo>
                    <a:pt x="1575482" y="1590908"/>
                  </a:lnTo>
                  <a:lnTo>
                    <a:pt x="1575461" y="1591067"/>
                  </a:lnTo>
                  <a:lnTo>
                    <a:pt x="1575450" y="1591146"/>
                  </a:lnTo>
                  <a:lnTo>
                    <a:pt x="1575432" y="1591290"/>
                  </a:lnTo>
                  <a:lnTo>
                    <a:pt x="1575423" y="1591350"/>
                  </a:lnTo>
                  <a:lnTo>
                    <a:pt x="1575415" y="1591405"/>
                  </a:lnTo>
                  <a:lnTo>
                    <a:pt x="1575404" y="1591481"/>
                  </a:lnTo>
                  <a:lnTo>
                    <a:pt x="1575401" y="1591557"/>
                  </a:lnTo>
                  <a:lnTo>
                    <a:pt x="1575400" y="1591586"/>
                  </a:lnTo>
                  <a:lnTo>
                    <a:pt x="1575399" y="1591609"/>
                  </a:lnTo>
                  <a:lnTo>
                    <a:pt x="1575376" y="1592034"/>
                  </a:lnTo>
                  <a:lnTo>
                    <a:pt x="1575354" y="1592121"/>
                  </a:lnTo>
                  <a:lnTo>
                    <a:pt x="1575345" y="1592160"/>
                  </a:lnTo>
                  <a:lnTo>
                    <a:pt x="1575273" y="1592375"/>
                  </a:lnTo>
                  <a:lnTo>
                    <a:pt x="1575207" y="1592506"/>
                  </a:lnTo>
                  <a:lnTo>
                    <a:pt x="1575192" y="1592522"/>
                  </a:lnTo>
                  <a:lnTo>
                    <a:pt x="1575180" y="1592521"/>
                  </a:lnTo>
                  <a:lnTo>
                    <a:pt x="1575135" y="1592479"/>
                  </a:lnTo>
                  <a:lnTo>
                    <a:pt x="1575100" y="1592535"/>
                  </a:lnTo>
                  <a:lnTo>
                    <a:pt x="1575072" y="1592566"/>
                  </a:lnTo>
                  <a:lnTo>
                    <a:pt x="1574990" y="1592613"/>
                  </a:lnTo>
                  <a:lnTo>
                    <a:pt x="1574978" y="1592627"/>
                  </a:lnTo>
                  <a:lnTo>
                    <a:pt x="1574955" y="1592654"/>
                  </a:lnTo>
                  <a:lnTo>
                    <a:pt x="1574926" y="1592724"/>
                  </a:lnTo>
                  <a:lnTo>
                    <a:pt x="1574920" y="1592741"/>
                  </a:lnTo>
                  <a:lnTo>
                    <a:pt x="1574865" y="1592799"/>
                  </a:lnTo>
                  <a:lnTo>
                    <a:pt x="1574777" y="1592841"/>
                  </a:lnTo>
                  <a:lnTo>
                    <a:pt x="1574721" y="1592840"/>
                  </a:lnTo>
                  <a:lnTo>
                    <a:pt x="1574543" y="1592800"/>
                  </a:lnTo>
                  <a:lnTo>
                    <a:pt x="1574314" y="1592747"/>
                  </a:lnTo>
                  <a:lnTo>
                    <a:pt x="1574300" y="1592742"/>
                  </a:lnTo>
                  <a:lnTo>
                    <a:pt x="1574246" y="1592722"/>
                  </a:lnTo>
                  <a:lnTo>
                    <a:pt x="1574178" y="1592666"/>
                  </a:lnTo>
                  <a:lnTo>
                    <a:pt x="1574041" y="1592549"/>
                  </a:lnTo>
                  <a:lnTo>
                    <a:pt x="1573989" y="1592501"/>
                  </a:lnTo>
                  <a:lnTo>
                    <a:pt x="1573980" y="1592489"/>
                  </a:lnTo>
                  <a:lnTo>
                    <a:pt x="1573975" y="1592476"/>
                  </a:lnTo>
                  <a:lnTo>
                    <a:pt x="1573945" y="1592406"/>
                  </a:lnTo>
                  <a:lnTo>
                    <a:pt x="1573944" y="1592386"/>
                  </a:lnTo>
                  <a:lnTo>
                    <a:pt x="1573940" y="1592329"/>
                  </a:lnTo>
                  <a:lnTo>
                    <a:pt x="1573939" y="1592315"/>
                  </a:lnTo>
                  <a:lnTo>
                    <a:pt x="1573954" y="1592265"/>
                  </a:lnTo>
                  <a:lnTo>
                    <a:pt x="1573960" y="1592192"/>
                  </a:lnTo>
                  <a:lnTo>
                    <a:pt x="1573912" y="1592108"/>
                  </a:lnTo>
                  <a:lnTo>
                    <a:pt x="1573873" y="1592068"/>
                  </a:lnTo>
                  <a:lnTo>
                    <a:pt x="1573864" y="1592059"/>
                  </a:lnTo>
                  <a:lnTo>
                    <a:pt x="1573773" y="1591968"/>
                  </a:lnTo>
                  <a:lnTo>
                    <a:pt x="1573622" y="1591795"/>
                  </a:lnTo>
                  <a:lnTo>
                    <a:pt x="1573603" y="1591773"/>
                  </a:lnTo>
                  <a:lnTo>
                    <a:pt x="1573579" y="1591756"/>
                  </a:lnTo>
                  <a:lnTo>
                    <a:pt x="1573495" y="1591690"/>
                  </a:lnTo>
                  <a:lnTo>
                    <a:pt x="1573448" y="1591673"/>
                  </a:lnTo>
                  <a:lnTo>
                    <a:pt x="1573405" y="1591628"/>
                  </a:lnTo>
                  <a:lnTo>
                    <a:pt x="1573356" y="1591611"/>
                  </a:lnTo>
                  <a:lnTo>
                    <a:pt x="1573339" y="1591584"/>
                  </a:lnTo>
                  <a:lnTo>
                    <a:pt x="1573338" y="1591549"/>
                  </a:lnTo>
                  <a:lnTo>
                    <a:pt x="1573346" y="1591439"/>
                  </a:lnTo>
                  <a:lnTo>
                    <a:pt x="1573348" y="1591410"/>
                  </a:lnTo>
                  <a:lnTo>
                    <a:pt x="1573353" y="1591400"/>
                  </a:lnTo>
                  <a:lnTo>
                    <a:pt x="1573371" y="1591403"/>
                  </a:lnTo>
                  <a:lnTo>
                    <a:pt x="1573396" y="1591407"/>
                  </a:lnTo>
                  <a:lnTo>
                    <a:pt x="1573416" y="1591395"/>
                  </a:lnTo>
                  <a:lnTo>
                    <a:pt x="1573423" y="1591387"/>
                  </a:lnTo>
                  <a:lnTo>
                    <a:pt x="1573412" y="1591288"/>
                  </a:lnTo>
                  <a:lnTo>
                    <a:pt x="1573403" y="1591244"/>
                  </a:lnTo>
                  <a:lnTo>
                    <a:pt x="1573400" y="1591227"/>
                  </a:lnTo>
                  <a:lnTo>
                    <a:pt x="1573374" y="1591183"/>
                  </a:lnTo>
                  <a:lnTo>
                    <a:pt x="1573332" y="1591187"/>
                  </a:lnTo>
                  <a:lnTo>
                    <a:pt x="1573310" y="1591189"/>
                  </a:lnTo>
                  <a:lnTo>
                    <a:pt x="1573299" y="1591183"/>
                  </a:lnTo>
                  <a:lnTo>
                    <a:pt x="1573281" y="1591111"/>
                  </a:lnTo>
                  <a:lnTo>
                    <a:pt x="1573244" y="1590949"/>
                  </a:lnTo>
                  <a:lnTo>
                    <a:pt x="1573203" y="1590685"/>
                  </a:lnTo>
                  <a:lnTo>
                    <a:pt x="1573200" y="1590662"/>
                  </a:lnTo>
                  <a:lnTo>
                    <a:pt x="1573194" y="1590613"/>
                  </a:lnTo>
                  <a:lnTo>
                    <a:pt x="1573189" y="1590574"/>
                  </a:lnTo>
                  <a:lnTo>
                    <a:pt x="1573184" y="1590531"/>
                  </a:lnTo>
                  <a:lnTo>
                    <a:pt x="1573180" y="1590499"/>
                  </a:lnTo>
                  <a:lnTo>
                    <a:pt x="1573180" y="1590493"/>
                  </a:lnTo>
                  <a:lnTo>
                    <a:pt x="1573179" y="1590487"/>
                  </a:lnTo>
                  <a:lnTo>
                    <a:pt x="1573185" y="1590381"/>
                  </a:lnTo>
                  <a:lnTo>
                    <a:pt x="1573191" y="1590326"/>
                  </a:lnTo>
                  <a:lnTo>
                    <a:pt x="1573117" y="1590316"/>
                  </a:lnTo>
                  <a:lnTo>
                    <a:pt x="1573105" y="1590290"/>
                  </a:lnTo>
                  <a:lnTo>
                    <a:pt x="1573072" y="1590218"/>
                  </a:lnTo>
                  <a:lnTo>
                    <a:pt x="1573065" y="1590136"/>
                  </a:lnTo>
                  <a:lnTo>
                    <a:pt x="1573064" y="1590120"/>
                  </a:lnTo>
                  <a:lnTo>
                    <a:pt x="1572988" y="1590000"/>
                  </a:lnTo>
                  <a:lnTo>
                    <a:pt x="1572944" y="1589932"/>
                  </a:lnTo>
                  <a:lnTo>
                    <a:pt x="1572912" y="1589882"/>
                  </a:lnTo>
                  <a:lnTo>
                    <a:pt x="1572863" y="1589807"/>
                  </a:lnTo>
                  <a:lnTo>
                    <a:pt x="1572825" y="1589705"/>
                  </a:lnTo>
                  <a:lnTo>
                    <a:pt x="1572809" y="1589615"/>
                  </a:lnTo>
                  <a:lnTo>
                    <a:pt x="1572787" y="1589464"/>
                  </a:lnTo>
                  <a:lnTo>
                    <a:pt x="1572788" y="1589425"/>
                  </a:lnTo>
                  <a:lnTo>
                    <a:pt x="1572791" y="1589401"/>
                  </a:lnTo>
                  <a:lnTo>
                    <a:pt x="1572795" y="1589393"/>
                  </a:lnTo>
                  <a:lnTo>
                    <a:pt x="1572799" y="1589385"/>
                  </a:lnTo>
                  <a:lnTo>
                    <a:pt x="1572809" y="1589373"/>
                  </a:lnTo>
                  <a:lnTo>
                    <a:pt x="1572843" y="1589333"/>
                  </a:lnTo>
                  <a:lnTo>
                    <a:pt x="1572859" y="1589321"/>
                  </a:lnTo>
                  <a:lnTo>
                    <a:pt x="1572875" y="1589309"/>
                  </a:lnTo>
                  <a:lnTo>
                    <a:pt x="1572875" y="1589300"/>
                  </a:lnTo>
                  <a:lnTo>
                    <a:pt x="1572873" y="1589272"/>
                  </a:lnTo>
                  <a:lnTo>
                    <a:pt x="1572857" y="1589267"/>
                  </a:lnTo>
                  <a:lnTo>
                    <a:pt x="1572820" y="1589290"/>
                  </a:lnTo>
                  <a:lnTo>
                    <a:pt x="1572796" y="1589320"/>
                  </a:lnTo>
                  <a:lnTo>
                    <a:pt x="1572778" y="1589335"/>
                  </a:lnTo>
                  <a:lnTo>
                    <a:pt x="1572756" y="1589347"/>
                  </a:lnTo>
                  <a:lnTo>
                    <a:pt x="1572730" y="1589354"/>
                  </a:lnTo>
                  <a:lnTo>
                    <a:pt x="1572710" y="1589346"/>
                  </a:lnTo>
                  <a:lnTo>
                    <a:pt x="1572657" y="1589322"/>
                  </a:lnTo>
                  <a:lnTo>
                    <a:pt x="1572623" y="1589307"/>
                  </a:lnTo>
                  <a:lnTo>
                    <a:pt x="1572591" y="1589305"/>
                  </a:lnTo>
                  <a:lnTo>
                    <a:pt x="1572584" y="1589314"/>
                  </a:lnTo>
                  <a:lnTo>
                    <a:pt x="1572578" y="1589331"/>
                  </a:lnTo>
                  <a:lnTo>
                    <a:pt x="1572584" y="1589347"/>
                  </a:lnTo>
                  <a:lnTo>
                    <a:pt x="1572621" y="1589353"/>
                  </a:lnTo>
                  <a:lnTo>
                    <a:pt x="1572676" y="1589368"/>
                  </a:lnTo>
                  <a:lnTo>
                    <a:pt x="1572708" y="1589389"/>
                  </a:lnTo>
                  <a:lnTo>
                    <a:pt x="1572723" y="1589400"/>
                  </a:lnTo>
                  <a:lnTo>
                    <a:pt x="1572731" y="1589437"/>
                  </a:lnTo>
                  <a:lnTo>
                    <a:pt x="1572717" y="1589449"/>
                  </a:lnTo>
                  <a:lnTo>
                    <a:pt x="1572696" y="1589481"/>
                  </a:lnTo>
                  <a:lnTo>
                    <a:pt x="1572695" y="1589506"/>
                  </a:lnTo>
                  <a:lnTo>
                    <a:pt x="1572720" y="1589603"/>
                  </a:lnTo>
                  <a:lnTo>
                    <a:pt x="1572727" y="1589634"/>
                  </a:lnTo>
                  <a:lnTo>
                    <a:pt x="1572759" y="1589687"/>
                  </a:lnTo>
                  <a:lnTo>
                    <a:pt x="1572791" y="1589769"/>
                  </a:lnTo>
                  <a:lnTo>
                    <a:pt x="1572796" y="1589800"/>
                  </a:lnTo>
                  <a:lnTo>
                    <a:pt x="1572804" y="1589870"/>
                  </a:lnTo>
                  <a:lnTo>
                    <a:pt x="1572818" y="1589910"/>
                  </a:lnTo>
                  <a:lnTo>
                    <a:pt x="1572837" y="1589960"/>
                  </a:lnTo>
                  <a:lnTo>
                    <a:pt x="1572841" y="1589971"/>
                  </a:lnTo>
                  <a:lnTo>
                    <a:pt x="1572850" y="1589997"/>
                  </a:lnTo>
                  <a:lnTo>
                    <a:pt x="1572879" y="1590039"/>
                  </a:lnTo>
                  <a:lnTo>
                    <a:pt x="1572904" y="1590108"/>
                  </a:lnTo>
                  <a:lnTo>
                    <a:pt x="1572899" y="1590160"/>
                  </a:lnTo>
                  <a:lnTo>
                    <a:pt x="1572899" y="1590227"/>
                  </a:lnTo>
                  <a:lnTo>
                    <a:pt x="1572882" y="1590232"/>
                  </a:lnTo>
                  <a:lnTo>
                    <a:pt x="1572874" y="1590255"/>
                  </a:lnTo>
                  <a:lnTo>
                    <a:pt x="1572875" y="1590327"/>
                  </a:lnTo>
                  <a:lnTo>
                    <a:pt x="1572877" y="1590372"/>
                  </a:lnTo>
                  <a:lnTo>
                    <a:pt x="1572884" y="1590478"/>
                  </a:lnTo>
                  <a:lnTo>
                    <a:pt x="1572882" y="1590496"/>
                  </a:lnTo>
                  <a:lnTo>
                    <a:pt x="1572881" y="1590510"/>
                  </a:lnTo>
                  <a:lnTo>
                    <a:pt x="1572880" y="1590516"/>
                  </a:lnTo>
                  <a:lnTo>
                    <a:pt x="1572942" y="1590518"/>
                  </a:lnTo>
                  <a:lnTo>
                    <a:pt x="1572944" y="1590629"/>
                  </a:lnTo>
                  <a:lnTo>
                    <a:pt x="1572945" y="1590725"/>
                  </a:lnTo>
                  <a:lnTo>
                    <a:pt x="1572900" y="1590846"/>
                  </a:lnTo>
                  <a:lnTo>
                    <a:pt x="1572877" y="1590902"/>
                  </a:lnTo>
                  <a:lnTo>
                    <a:pt x="1572860" y="1590944"/>
                  </a:lnTo>
                  <a:lnTo>
                    <a:pt x="1572842" y="1590988"/>
                  </a:lnTo>
                  <a:lnTo>
                    <a:pt x="1572810" y="1591025"/>
                  </a:lnTo>
                  <a:lnTo>
                    <a:pt x="1572797" y="1591039"/>
                  </a:lnTo>
                  <a:lnTo>
                    <a:pt x="1572789" y="1591047"/>
                  </a:lnTo>
                  <a:lnTo>
                    <a:pt x="1572779" y="1591056"/>
                  </a:lnTo>
                  <a:lnTo>
                    <a:pt x="1572751" y="1591076"/>
                  </a:lnTo>
                  <a:lnTo>
                    <a:pt x="1572726" y="1591078"/>
                  </a:lnTo>
                  <a:lnTo>
                    <a:pt x="1572709" y="1591077"/>
                  </a:lnTo>
                  <a:lnTo>
                    <a:pt x="1572684" y="1591074"/>
                  </a:lnTo>
                  <a:lnTo>
                    <a:pt x="1572656" y="1591065"/>
                  </a:lnTo>
                  <a:lnTo>
                    <a:pt x="1572633" y="1591065"/>
                  </a:lnTo>
                  <a:lnTo>
                    <a:pt x="1572593" y="1591064"/>
                  </a:lnTo>
                  <a:lnTo>
                    <a:pt x="1572570" y="1591065"/>
                  </a:lnTo>
                  <a:lnTo>
                    <a:pt x="1572564" y="1591065"/>
                  </a:lnTo>
                  <a:lnTo>
                    <a:pt x="1572515" y="1591076"/>
                  </a:lnTo>
                  <a:lnTo>
                    <a:pt x="1572486" y="1591082"/>
                  </a:lnTo>
                  <a:lnTo>
                    <a:pt x="1572459" y="1591100"/>
                  </a:lnTo>
                  <a:lnTo>
                    <a:pt x="1572383" y="1591137"/>
                  </a:lnTo>
                  <a:lnTo>
                    <a:pt x="1572371" y="1591146"/>
                  </a:lnTo>
                  <a:lnTo>
                    <a:pt x="1572288" y="1591190"/>
                  </a:lnTo>
                  <a:lnTo>
                    <a:pt x="1572237" y="1591207"/>
                  </a:lnTo>
                  <a:lnTo>
                    <a:pt x="1572223" y="1591214"/>
                  </a:lnTo>
                  <a:lnTo>
                    <a:pt x="1572219" y="1591216"/>
                  </a:lnTo>
                  <a:lnTo>
                    <a:pt x="1572207" y="1591216"/>
                  </a:lnTo>
                  <a:lnTo>
                    <a:pt x="1572185" y="1591204"/>
                  </a:lnTo>
                  <a:lnTo>
                    <a:pt x="1572187" y="1591189"/>
                  </a:lnTo>
                  <a:lnTo>
                    <a:pt x="1572093" y="1591138"/>
                  </a:lnTo>
                  <a:lnTo>
                    <a:pt x="1572030" y="1591103"/>
                  </a:lnTo>
                  <a:lnTo>
                    <a:pt x="1572022" y="1591112"/>
                  </a:lnTo>
                  <a:lnTo>
                    <a:pt x="1572027" y="1591138"/>
                  </a:lnTo>
                  <a:lnTo>
                    <a:pt x="1572078" y="1591215"/>
                  </a:lnTo>
                  <a:lnTo>
                    <a:pt x="1572152" y="1591333"/>
                  </a:lnTo>
                  <a:lnTo>
                    <a:pt x="1572186" y="1591361"/>
                  </a:lnTo>
                  <a:lnTo>
                    <a:pt x="1572193" y="1591467"/>
                  </a:lnTo>
                  <a:lnTo>
                    <a:pt x="1572186" y="1591501"/>
                  </a:lnTo>
                  <a:lnTo>
                    <a:pt x="1572151" y="1591620"/>
                  </a:lnTo>
                  <a:lnTo>
                    <a:pt x="1572147" y="1591658"/>
                  </a:lnTo>
                  <a:lnTo>
                    <a:pt x="1572115" y="1591693"/>
                  </a:lnTo>
                  <a:lnTo>
                    <a:pt x="1572057" y="1591714"/>
                  </a:lnTo>
                  <a:lnTo>
                    <a:pt x="1572025" y="1591710"/>
                  </a:lnTo>
                  <a:lnTo>
                    <a:pt x="1572013" y="1591673"/>
                  </a:lnTo>
                  <a:lnTo>
                    <a:pt x="1571992" y="1591634"/>
                  </a:lnTo>
                  <a:lnTo>
                    <a:pt x="1571958" y="1591568"/>
                  </a:lnTo>
                  <a:lnTo>
                    <a:pt x="1571909" y="1591510"/>
                  </a:lnTo>
                  <a:lnTo>
                    <a:pt x="1571884" y="1591492"/>
                  </a:lnTo>
                  <a:lnTo>
                    <a:pt x="1571874" y="1591494"/>
                  </a:lnTo>
                  <a:lnTo>
                    <a:pt x="1571849" y="1591510"/>
                  </a:lnTo>
                  <a:lnTo>
                    <a:pt x="1571844" y="1591513"/>
                  </a:lnTo>
                  <a:lnTo>
                    <a:pt x="1571840" y="1591518"/>
                  </a:lnTo>
                  <a:lnTo>
                    <a:pt x="1571855" y="1591547"/>
                  </a:lnTo>
                  <a:lnTo>
                    <a:pt x="1571873" y="1591595"/>
                  </a:lnTo>
                  <a:lnTo>
                    <a:pt x="1571874" y="1591639"/>
                  </a:lnTo>
                  <a:lnTo>
                    <a:pt x="1571877" y="1591683"/>
                  </a:lnTo>
                  <a:lnTo>
                    <a:pt x="1571877" y="1591693"/>
                  </a:lnTo>
                  <a:lnTo>
                    <a:pt x="1571886" y="1591725"/>
                  </a:lnTo>
                  <a:lnTo>
                    <a:pt x="1571888" y="1591735"/>
                  </a:lnTo>
                  <a:lnTo>
                    <a:pt x="1571969" y="1591784"/>
                  </a:lnTo>
                  <a:lnTo>
                    <a:pt x="1571994" y="1591795"/>
                  </a:lnTo>
                  <a:lnTo>
                    <a:pt x="1572099" y="1591824"/>
                  </a:lnTo>
                  <a:lnTo>
                    <a:pt x="1572114" y="1591829"/>
                  </a:lnTo>
                  <a:lnTo>
                    <a:pt x="1572174" y="1591846"/>
                  </a:lnTo>
                  <a:lnTo>
                    <a:pt x="1572188" y="1591850"/>
                  </a:lnTo>
                  <a:lnTo>
                    <a:pt x="1572249" y="1591818"/>
                  </a:lnTo>
                  <a:lnTo>
                    <a:pt x="1572255" y="1591814"/>
                  </a:lnTo>
                  <a:lnTo>
                    <a:pt x="1572271" y="1591802"/>
                  </a:lnTo>
                  <a:lnTo>
                    <a:pt x="1572308" y="1591778"/>
                  </a:lnTo>
                  <a:lnTo>
                    <a:pt x="1572314" y="1591773"/>
                  </a:lnTo>
                  <a:lnTo>
                    <a:pt x="1572322" y="1591759"/>
                  </a:lnTo>
                  <a:lnTo>
                    <a:pt x="1572327" y="1591743"/>
                  </a:lnTo>
                  <a:lnTo>
                    <a:pt x="1572333" y="1591735"/>
                  </a:lnTo>
                  <a:lnTo>
                    <a:pt x="1572344" y="1591720"/>
                  </a:lnTo>
                  <a:lnTo>
                    <a:pt x="1572353" y="1591708"/>
                  </a:lnTo>
                  <a:lnTo>
                    <a:pt x="1572354" y="1591689"/>
                  </a:lnTo>
                  <a:lnTo>
                    <a:pt x="1572359" y="1591670"/>
                  </a:lnTo>
                  <a:lnTo>
                    <a:pt x="1572369" y="1591668"/>
                  </a:lnTo>
                  <a:lnTo>
                    <a:pt x="1572370" y="1591651"/>
                  </a:lnTo>
                  <a:lnTo>
                    <a:pt x="1572371" y="1591639"/>
                  </a:lnTo>
                  <a:lnTo>
                    <a:pt x="1572369" y="1591599"/>
                  </a:lnTo>
                  <a:lnTo>
                    <a:pt x="1572367" y="1591518"/>
                  </a:lnTo>
                  <a:lnTo>
                    <a:pt x="1572363" y="1591511"/>
                  </a:lnTo>
                  <a:lnTo>
                    <a:pt x="1572357" y="1591501"/>
                  </a:lnTo>
                  <a:lnTo>
                    <a:pt x="1572340" y="1591480"/>
                  </a:lnTo>
                  <a:lnTo>
                    <a:pt x="1572337" y="1591474"/>
                  </a:lnTo>
                  <a:lnTo>
                    <a:pt x="1572318" y="1591431"/>
                  </a:lnTo>
                  <a:lnTo>
                    <a:pt x="1572314" y="1591419"/>
                  </a:lnTo>
                  <a:lnTo>
                    <a:pt x="1572298" y="1591372"/>
                  </a:lnTo>
                  <a:lnTo>
                    <a:pt x="1572294" y="1591360"/>
                  </a:lnTo>
                  <a:lnTo>
                    <a:pt x="1572293" y="1591328"/>
                  </a:lnTo>
                  <a:lnTo>
                    <a:pt x="1572295" y="1591298"/>
                  </a:lnTo>
                  <a:lnTo>
                    <a:pt x="1572296" y="1591287"/>
                  </a:lnTo>
                  <a:lnTo>
                    <a:pt x="1572306" y="1591276"/>
                  </a:lnTo>
                  <a:lnTo>
                    <a:pt x="1572323" y="1591266"/>
                  </a:lnTo>
                  <a:lnTo>
                    <a:pt x="1572334" y="1591259"/>
                  </a:lnTo>
                  <a:lnTo>
                    <a:pt x="1572379" y="1591248"/>
                  </a:lnTo>
                  <a:lnTo>
                    <a:pt x="1572404" y="1591242"/>
                  </a:lnTo>
                  <a:lnTo>
                    <a:pt x="1572422" y="1591237"/>
                  </a:lnTo>
                  <a:lnTo>
                    <a:pt x="1572447" y="1591237"/>
                  </a:lnTo>
                  <a:lnTo>
                    <a:pt x="1572481" y="1591236"/>
                  </a:lnTo>
                  <a:lnTo>
                    <a:pt x="1572496" y="1591235"/>
                  </a:lnTo>
                  <a:lnTo>
                    <a:pt x="1572510" y="1591234"/>
                  </a:lnTo>
                  <a:lnTo>
                    <a:pt x="1572656" y="1591232"/>
                  </a:lnTo>
                  <a:lnTo>
                    <a:pt x="1572671" y="1591233"/>
                  </a:lnTo>
                  <a:lnTo>
                    <a:pt x="1572703" y="1591233"/>
                  </a:lnTo>
                  <a:lnTo>
                    <a:pt x="1572722" y="1591230"/>
                  </a:lnTo>
                  <a:lnTo>
                    <a:pt x="1572724" y="1591216"/>
                  </a:lnTo>
                  <a:lnTo>
                    <a:pt x="1572718" y="1591191"/>
                  </a:lnTo>
                  <a:lnTo>
                    <a:pt x="1572734" y="1591183"/>
                  </a:lnTo>
                  <a:lnTo>
                    <a:pt x="1572782" y="1591185"/>
                  </a:lnTo>
                  <a:lnTo>
                    <a:pt x="1572802" y="1591186"/>
                  </a:lnTo>
                  <a:lnTo>
                    <a:pt x="1572814" y="1591186"/>
                  </a:lnTo>
                  <a:lnTo>
                    <a:pt x="1572817" y="1591205"/>
                  </a:lnTo>
                  <a:lnTo>
                    <a:pt x="1572837" y="1591340"/>
                  </a:lnTo>
                  <a:lnTo>
                    <a:pt x="1572853" y="1591445"/>
                  </a:lnTo>
                  <a:lnTo>
                    <a:pt x="1572876" y="1591594"/>
                  </a:lnTo>
                  <a:lnTo>
                    <a:pt x="1572887" y="1591670"/>
                  </a:lnTo>
                  <a:lnTo>
                    <a:pt x="1572865" y="1591727"/>
                  </a:lnTo>
                  <a:lnTo>
                    <a:pt x="1572860" y="1591738"/>
                  </a:lnTo>
                  <a:lnTo>
                    <a:pt x="1572817" y="1591807"/>
                  </a:lnTo>
                  <a:lnTo>
                    <a:pt x="1572796" y="1591845"/>
                  </a:lnTo>
                  <a:lnTo>
                    <a:pt x="1572789" y="1591860"/>
                  </a:lnTo>
                  <a:lnTo>
                    <a:pt x="1572793" y="1591866"/>
                  </a:lnTo>
                  <a:lnTo>
                    <a:pt x="1572814" y="1591872"/>
                  </a:lnTo>
                  <a:lnTo>
                    <a:pt x="1572829" y="1591869"/>
                  </a:lnTo>
                  <a:lnTo>
                    <a:pt x="1572833" y="1591870"/>
                  </a:lnTo>
                  <a:lnTo>
                    <a:pt x="1572844" y="1591899"/>
                  </a:lnTo>
                  <a:lnTo>
                    <a:pt x="1572849" y="1591922"/>
                  </a:lnTo>
                  <a:lnTo>
                    <a:pt x="1572841" y="1591944"/>
                  </a:lnTo>
                  <a:lnTo>
                    <a:pt x="1572834" y="1591945"/>
                  </a:lnTo>
                  <a:lnTo>
                    <a:pt x="1572806" y="1591946"/>
                  </a:lnTo>
                  <a:lnTo>
                    <a:pt x="1572786" y="1591941"/>
                  </a:lnTo>
                  <a:lnTo>
                    <a:pt x="1572771" y="1591927"/>
                  </a:lnTo>
                  <a:lnTo>
                    <a:pt x="1572771" y="1591913"/>
                  </a:lnTo>
                  <a:lnTo>
                    <a:pt x="1572754" y="1591897"/>
                  </a:lnTo>
                  <a:lnTo>
                    <a:pt x="1572700" y="1591957"/>
                  </a:lnTo>
                  <a:lnTo>
                    <a:pt x="1572670" y="1591988"/>
                  </a:lnTo>
                  <a:lnTo>
                    <a:pt x="1572689" y="1592102"/>
                  </a:lnTo>
                  <a:lnTo>
                    <a:pt x="1572740" y="1592221"/>
                  </a:lnTo>
                  <a:lnTo>
                    <a:pt x="1572745" y="1592238"/>
                  </a:lnTo>
                  <a:lnTo>
                    <a:pt x="1572764" y="1592260"/>
                  </a:lnTo>
                  <a:lnTo>
                    <a:pt x="1572866" y="1592313"/>
                  </a:lnTo>
                  <a:lnTo>
                    <a:pt x="1572906" y="1592399"/>
                  </a:lnTo>
                  <a:lnTo>
                    <a:pt x="1573095" y="1592801"/>
                  </a:lnTo>
                  <a:lnTo>
                    <a:pt x="1573108" y="1592804"/>
                  </a:lnTo>
                  <a:lnTo>
                    <a:pt x="1573092" y="1593018"/>
                  </a:lnTo>
                  <a:lnTo>
                    <a:pt x="1572985" y="1593021"/>
                  </a:lnTo>
                  <a:lnTo>
                    <a:pt x="1572979" y="1593068"/>
                  </a:lnTo>
                  <a:lnTo>
                    <a:pt x="1572988" y="1593090"/>
                  </a:lnTo>
                  <a:lnTo>
                    <a:pt x="1572993" y="1593093"/>
                  </a:lnTo>
                  <a:lnTo>
                    <a:pt x="1573018" y="1593110"/>
                  </a:lnTo>
                  <a:lnTo>
                    <a:pt x="1573035" y="1593164"/>
                  </a:lnTo>
                  <a:lnTo>
                    <a:pt x="1573033" y="1593221"/>
                  </a:lnTo>
                  <a:lnTo>
                    <a:pt x="1573029" y="1593236"/>
                  </a:lnTo>
                  <a:lnTo>
                    <a:pt x="1573012" y="1593267"/>
                  </a:lnTo>
                  <a:lnTo>
                    <a:pt x="1572949" y="1593310"/>
                  </a:lnTo>
                  <a:lnTo>
                    <a:pt x="1572886" y="1593354"/>
                  </a:lnTo>
                  <a:lnTo>
                    <a:pt x="1572881" y="1593356"/>
                  </a:lnTo>
                  <a:lnTo>
                    <a:pt x="1572848" y="1593368"/>
                  </a:lnTo>
                  <a:lnTo>
                    <a:pt x="1572826" y="1593376"/>
                  </a:lnTo>
                  <a:lnTo>
                    <a:pt x="1572760" y="1593396"/>
                  </a:lnTo>
                  <a:lnTo>
                    <a:pt x="1572729" y="1593403"/>
                  </a:lnTo>
                  <a:lnTo>
                    <a:pt x="1572720" y="1593403"/>
                  </a:lnTo>
                  <a:lnTo>
                    <a:pt x="1572693" y="1593405"/>
                  </a:lnTo>
                  <a:lnTo>
                    <a:pt x="1572677" y="1593404"/>
                  </a:lnTo>
                  <a:lnTo>
                    <a:pt x="1572648" y="1593402"/>
                  </a:lnTo>
                  <a:lnTo>
                    <a:pt x="1572635" y="1593399"/>
                  </a:lnTo>
                  <a:lnTo>
                    <a:pt x="1572622" y="1593396"/>
                  </a:lnTo>
                  <a:lnTo>
                    <a:pt x="1572587" y="1593393"/>
                  </a:lnTo>
                  <a:lnTo>
                    <a:pt x="1572582" y="1593394"/>
                  </a:lnTo>
                  <a:lnTo>
                    <a:pt x="1572570" y="1593399"/>
                  </a:lnTo>
                  <a:lnTo>
                    <a:pt x="1572518" y="1593422"/>
                  </a:lnTo>
                  <a:lnTo>
                    <a:pt x="1572466" y="1593449"/>
                  </a:lnTo>
                  <a:lnTo>
                    <a:pt x="1572424" y="1593477"/>
                  </a:lnTo>
                  <a:lnTo>
                    <a:pt x="1572369" y="1593516"/>
                  </a:lnTo>
                  <a:lnTo>
                    <a:pt x="1572291" y="1593581"/>
                  </a:lnTo>
                  <a:lnTo>
                    <a:pt x="1572240" y="1593627"/>
                  </a:lnTo>
                  <a:lnTo>
                    <a:pt x="1572195" y="1593671"/>
                  </a:lnTo>
                  <a:lnTo>
                    <a:pt x="1572146" y="1593718"/>
                  </a:lnTo>
                  <a:lnTo>
                    <a:pt x="1572123" y="1593720"/>
                  </a:lnTo>
                  <a:lnTo>
                    <a:pt x="1572079" y="1593727"/>
                  </a:lnTo>
                  <a:lnTo>
                    <a:pt x="1572070" y="1593735"/>
                  </a:lnTo>
                  <a:lnTo>
                    <a:pt x="1572042" y="1593760"/>
                  </a:lnTo>
                  <a:lnTo>
                    <a:pt x="1572008" y="1593793"/>
                  </a:lnTo>
                  <a:lnTo>
                    <a:pt x="1571986" y="1593811"/>
                  </a:lnTo>
                  <a:lnTo>
                    <a:pt x="1571951" y="1593839"/>
                  </a:lnTo>
                  <a:lnTo>
                    <a:pt x="1571912" y="1593869"/>
                  </a:lnTo>
                  <a:lnTo>
                    <a:pt x="1571882" y="1593894"/>
                  </a:lnTo>
                  <a:lnTo>
                    <a:pt x="1571879" y="1593902"/>
                  </a:lnTo>
                  <a:lnTo>
                    <a:pt x="1571835" y="1593959"/>
                  </a:lnTo>
                  <a:lnTo>
                    <a:pt x="1571796" y="1594013"/>
                  </a:lnTo>
                  <a:lnTo>
                    <a:pt x="1571772" y="1594055"/>
                  </a:lnTo>
                  <a:lnTo>
                    <a:pt x="1571750" y="1594069"/>
                  </a:lnTo>
                  <a:lnTo>
                    <a:pt x="1571705" y="1594059"/>
                  </a:lnTo>
                  <a:lnTo>
                    <a:pt x="1571663" y="1594049"/>
                  </a:lnTo>
                  <a:lnTo>
                    <a:pt x="1571647" y="1594040"/>
                  </a:lnTo>
                  <a:lnTo>
                    <a:pt x="1571646" y="1594032"/>
                  </a:lnTo>
                  <a:lnTo>
                    <a:pt x="1571669" y="1594014"/>
                  </a:lnTo>
                  <a:lnTo>
                    <a:pt x="1571697" y="1594012"/>
                  </a:lnTo>
                  <a:lnTo>
                    <a:pt x="1571718" y="1594015"/>
                  </a:lnTo>
                  <a:lnTo>
                    <a:pt x="1571741" y="1593968"/>
                  </a:lnTo>
                  <a:lnTo>
                    <a:pt x="1571756" y="1593919"/>
                  </a:lnTo>
                  <a:lnTo>
                    <a:pt x="1571756" y="1593895"/>
                  </a:lnTo>
                  <a:lnTo>
                    <a:pt x="1571766" y="1593858"/>
                  </a:lnTo>
                  <a:lnTo>
                    <a:pt x="1571759" y="1593841"/>
                  </a:lnTo>
                  <a:lnTo>
                    <a:pt x="1571739" y="1593837"/>
                  </a:lnTo>
                  <a:lnTo>
                    <a:pt x="1571725" y="1593852"/>
                  </a:lnTo>
                  <a:lnTo>
                    <a:pt x="1571694" y="1593882"/>
                  </a:lnTo>
                  <a:lnTo>
                    <a:pt x="1571653" y="1593906"/>
                  </a:lnTo>
                  <a:lnTo>
                    <a:pt x="1571631" y="1593915"/>
                  </a:lnTo>
                  <a:lnTo>
                    <a:pt x="1571606" y="1593913"/>
                  </a:lnTo>
                  <a:lnTo>
                    <a:pt x="1571586" y="1593904"/>
                  </a:lnTo>
                  <a:lnTo>
                    <a:pt x="1571577" y="1593886"/>
                  </a:lnTo>
                  <a:lnTo>
                    <a:pt x="1571565" y="1593857"/>
                  </a:lnTo>
                  <a:lnTo>
                    <a:pt x="1571551" y="1593858"/>
                  </a:lnTo>
                  <a:lnTo>
                    <a:pt x="1571544" y="1593859"/>
                  </a:lnTo>
                  <a:lnTo>
                    <a:pt x="1571500" y="1593883"/>
                  </a:lnTo>
                  <a:lnTo>
                    <a:pt x="1571491" y="1593894"/>
                  </a:lnTo>
                  <a:lnTo>
                    <a:pt x="1571495" y="1593904"/>
                  </a:lnTo>
                  <a:lnTo>
                    <a:pt x="1571498" y="1593912"/>
                  </a:lnTo>
                  <a:lnTo>
                    <a:pt x="1571507" y="1593918"/>
                  </a:lnTo>
                  <a:lnTo>
                    <a:pt x="1571522" y="1593936"/>
                  </a:lnTo>
                  <a:lnTo>
                    <a:pt x="1571536" y="1593945"/>
                  </a:lnTo>
                  <a:lnTo>
                    <a:pt x="1571560" y="1593980"/>
                  </a:lnTo>
                  <a:lnTo>
                    <a:pt x="1571562" y="1593988"/>
                  </a:lnTo>
                  <a:lnTo>
                    <a:pt x="1571569" y="1594023"/>
                  </a:lnTo>
                  <a:lnTo>
                    <a:pt x="1571574" y="1594046"/>
                  </a:lnTo>
                  <a:lnTo>
                    <a:pt x="1571585" y="1594079"/>
                  </a:lnTo>
                  <a:lnTo>
                    <a:pt x="1571583" y="1594157"/>
                  </a:lnTo>
                  <a:lnTo>
                    <a:pt x="1571583" y="1594184"/>
                  </a:lnTo>
                  <a:lnTo>
                    <a:pt x="1571583" y="1594225"/>
                  </a:lnTo>
                  <a:lnTo>
                    <a:pt x="1571584" y="1594257"/>
                  </a:lnTo>
                  <a:lnTo>
                    <a:pt x="1571592" y="1594268"/>
                  </a:lnTo>
                  <a:lnTo>
                    <a:pt x="1571619" y="1594291"/>
                  </a:lnTo>
                  <a:lnTo>
                    <a:pt x="1571638" y="1594305"/>
                  </a:lnTo>
                  <a:lnTo>
                    <a:pt x="1571645" y="1594310"/>
                  </a:lnTo>
                  <a:lnTo>
                    <a:pt x="1571659" y="1594361"/>
                  </a:lnTo>
                  <a:lnTo>
                    <a:pt x="1571671" y="1594399"/>
                  </a:lnTo>
                  <a:lnTo>
                    <a:pt x="1571688" y="1594424"/>
                  </a:lnTo>
                  <a:lnTo>
                    <a:pt x="1571724" y="1594459"/>
                  </a:lnTo>
                  <a:lnTo>
                    <a:pt x="1571737" y="1594475"/>
                  </a:lnTo>
                  <a:lnTo>
                    <a:pt x="1571742" y="1594502"/>
                  </a:lnTo>
                  <a:lnTo>
                    <a:pt x="1571761" y="1594534"/>
                  </a:lnTo>
                  <a:lnTo>
                    <a:pt x="1571770" y="1594550"/>
                  </a:lnTo>
                  <a:lnTo>
                    <a:pt x="1571771" y="1594557"/>
                  </a:lnTo>
                  <a:lnTo>
                    <a:pt x="1571774" y="1594572"/>
                  </a:lnTo>
                  <a:lnTo>
                    <a:pt x="1571772" y="1594579"/>
                  </a:lnTo>
                  <a:lnTo>
                    <a:pt x="1571769" y="1594597"/>
                  </a:lnTo>
                  <a:lnTo>
                    <a:pt x="1571766" y="1594605"/>
                  </a:lnTo>
                  <a:lnTo>
                    <a:pt x="1571764" y="1594614"/>
                  </a:lnTo>
                  <a:lnTo>
                    <a:pt x="1571751" y="1594655"/>
                  </a:lnTo>
                  <a:lnTo>
                    <a:pt x="1571747" y="1594673"/>
                  </a:lnTo>
                  <a:lnTo>
                    <a:pt x="1571741" y="1594708"/>
                  </a:lnTo>
                  <a:lnTo>
                    <a:pt x="1571724" y="1594736"/>
                  </a:lnTo>
                  <a:lnTo>
                    <a:pt x="1571686" y="1594778"/>
                  </a:lnTo>
                  <a:lnTo>
                    <a:pt x="1571656" y="1594814"/>
                  </a:lnTo>
                  <a:lnTo>
                    <a:pt x="1571641" y="1594824"/>
                  </a:lnTo>
                  <a:lnTo>
                    <a:pt x="1571629" y="1594844"/>
                  </a:lnTo>
                  <a:lnTo>
                    <a:pt x="1571626" y="1594864"/>
                  </a:lnTo>
                  <a:lnTo>
                    <a:pt x="1571622" y="1594893"/>
                  </a:lnTo>
                  <a:lnTo>
                    <a:pt x="1571621" y="1594936"/>
                  </a:lnTo>
                  <a:lnTo>
                    <a:pt x="1571627" y="1595002"/>
                  </a:lnTo>
                  <a:lnTo>
                    <a:pt x="1571627" y="1595045"/>
                  </a:lnTo>
                  <a:lnTo>
                    <a:pt x="1571617" y="1595076"/>
                  </a:lnTo>
                  <a:lnTo>
                    <a:pt x="1571605" y="1595094"/>
                  </a:lnTo>
                  <a:lnTo>
                    <a:pt x="1571571" y="1595126"/>
                  </a:lnTo>
                  <a:lnTo>
                    <a:pt x="1571536" y="1595142"/>
                  </a:lnTo>
                  <a:lnTo>
                    <a:pt x="1571530" y="1595145"/>
                  </a:lnTo>
                  <a:lnTo>
                    <a:pt x="1571446" y="1595149"/>
                  </a:lnTo>
                  <a:lnTo>
                    <a:pt x="1571437" y="1595150"/>
                  </a:lnTo>
                  <a:lnTo>
                    <a:pt x="1571411" y="1595156"/>
                  </a:lnTo>
                  <a:lnTo>
                    <a:pt x="1571392" y="1595150"/>
                  </a:lnTo>
                  <a:lnTo>
                    <a:pt x="1571376" y="1595144"/>
                  </a:lnTo>
                  <a:lnTo>
                    <a:pt x="1571369" y="1595139"/>
                  </a:lnTo>
                  <a:lnTo>
                    <a:pt x="1571349" y="1595130"/>
                  </a:lnTo>
                  <a:lnTo>
                    <a:pt x="1571343" y="1595112"/>
                  </a:lnTo>
                  <a:lnTo>
                    <a:pt x="1571328" y="1595107"/>
                  </a:lnTo>
                  <a:lnTo>
                    <a:pt x="1571320" y="1595104"/>
                  </a:lnTo>
                  <a:lnTo>
                    <a:pt x="1571312" y="1595091"/>
                  </a:lnTo>
                  <a:lnTo>
                    <a:pt x="1571307" y="1595062"/>
                  </a:lnTo>
                  <a:lnTo>
                    <a:pt x="1571305" y="1595031"/>
                  </a:lnTo>
                  <a:lnTo>
                    <a:pt x="1571296" y="1595030"/>
                  </a:lnTo>
                  <a:lnTo>
                    <a:pt x="1571283" y="1595028"/>
                  </a:lnTo>
                  <a:lnTo>
                    <a:pt x="1571238" y="1595049"/>
                  </a:lnTo>
                  <a:lnTo>
                    <a:pt x="1571206" y="1595066"/>
                  </a:lnTo>
                  <a:lnTo>
                    <a:pt x="1571196" y="1595074"/>
                  </a:lnTo>
                  <a:lnTo>
                    <a:pt x="1571082" y="1595162"/>
                  </a:lnTo>
                  <a:lnTo>
                    <a:pt x="1571075" y="1595183"/>
                  </a:lnTo>
                  <a:lnTo>
                    <a:pt x="1571075" y="1595194"/>
                  </a:lnTo>
                  <a:lnTo>
                    <a:pt x="1571091" y="1595222"/>
                  </a:lnTo>
                  <a:lnTo>
                    <a:pt x="1571103" y="1595235"/>
                  </a:lnTo>
                  <a:lnTo>
                    <a:pt x="1571126" y="1595267"/>
                  </a:lnTo>
                  <a:lnTo>
                    <a:pt x="1571130" y="1595297"/>
                  </a:lnTo>
                  <a:lnTo>
                    <a:pt x="1571132" y="1595333"/>
                  </a:lnTo>
                  <a:lnTo>
                    <a:pt x="1571133" y="1595366"/>
                  </a:lnTo>
                  <a:lnTo>
                    <a:pt x="1571133" y="1595381"/>
                  </a:lnTo>
                  <a:lnTo>
                    <a:pt x="1571133" y="1595386"/>
                  </a:lnTo>
                  <a:lnTo>
                    <a:pt x="1571135" y="1595394"/>
                  </a:lnTo>
                  <a:lnTo>
                    <a:pt x="1571153" y="1595400"/>
                  </a:lnTo>
                  <a:lnTo>
                    <a:pt x="1571173" y="1595403"/>
                  </a:lnTo>
                  <a:lnTo>
                    <a:pt x="1571200" y="1595406"/>
                  </a:lnTo>
                  <a:lnTo>
                    <a:pt x="1571218" y="1595405"/>
                  </a:lnTo>
                  <a:lnTo>
                    <a:pt x="1571246" y="1595411"/>
                  </a:lnTo>
                  <a:lnTo>
                    <a:pt x="1571273" y="1595419"/>
                  </a:lnTo>
                  <a:lnTo>
                    <a:pt x="1571297" y="1595422"/>
                  </a:lnTo>
                  <a:lnTo>
                    <a:pt x="1571326" y="1595426"/>
                  </a:lnTo>
                  <a:lnTo>
                    <a:pt x="1571331" y="1595426"/>
                  </a:lnTo>
                  <a:lnTo>
                    <a:pt x="1571411" y="1595425"/>
                  </a:lnTo>
                  <a:lnTo>
                    <a:pt x="1571496" y="1595425"/>
                  </a:lnTo>
                  <a:lnTo>
                    <a:pt x="1571531" y="1595425"/>
                  </a:lnTo>
                  <a:lnTo>
                    <a:pt x="1571570" y="1595424"/>
                  </a:lnTo>
                  <a:lnTo>
                    <a:pt x="1571624" y="1595422"/>
                  </a:lnTo>
                  <a:lnTo>
                    <a:pt x="1571662" y="1595393"/>
                  </a:lnTo>
                  <a:lnTo>
                    <a:pt x="1571679" y="1595358"/>
                  </a:lnTo>
                  <a:lnTo>
                    <a:pt x="1571809" y="1595200"/>
                  </a:lnTo>
                  <a:lnTo>
                    <a:pt x="1571816" y="1595082"/>
                  </a:lnTo>
                  <a:lnTo>
                    <a:pt x="1571818" y="1595050"/>
                  </a:lnTo>
                  <a:lnTo>
                    <a:pt x="1571821" y="1595002"/>
                  </a:lnTo>
                  <a:lnTo>
                    <a:pt x="1571824" y="1594967"/>
                  </a:lnTo>
                  <a:lnTo>
                    <a:pt x="1571838" y="1594947"/>
                  </a:lnTo>
                  <a:lnTo>
                    <a:pt x="1571843" y="1594916"/>
                  </a:lnTo>
                  <a:lnTo>
                    <a:pt x="1571845" y="1594907"/>
                  </a:lnTo>
                  <a:lnTo>
                    <a:pt x="1571852" y="1594879"/>
                  </a:lnTo>
                  <a:lnTo>
                    <a:pt x="1571866" y="1594849"/>
                  </a:lnTo>
                  <a:lnTo>
                    <a:pt x="1571890" y="1594820"/>
                  </a:lnTo>
                  <a:lnTo>
                    <a:pt x="1571900" y="1594806"/>
                  </a:lnTo>
                  <a:lnTo>
                    <a:pt x="1571918" y="1594788"/>
                  </a:lnTo>
                  <a:lnTo>
                    <a:pt x="1571938" y="1594783"/>
                  </a:lnTo>
                  <a:lnTo>
                    <a:pt x="1571990" y="1594780"/>
                  </a:lnTo>
                  <a:lnTo>
                    <a:pt x="1572010" y="1594784"/>
                  </a:lnTo>
                  <a:lnTo>
                    <a:pt x="1572038" y="1594793"/>
                  </a:lnTo>
                  <a:lnTo>
                    <a:pt x="1572054" y="1594805"/>
                  </a:lnTo>
                  <a:lnTo>
                    <a:pt x="1572135" y="1594805"/>
                  </a:lnTo>
                  <a:lnTo>
                    <a:pt x="1572144" y="1594801"/>
                  </a:lnTo>
                  <a:lnTo>
                    <a:pt x="1572158" y="1594789"/>
                  </a:lnTo>
                  <a:lnTo>
                    <a:pt x="1572160" y="1594777"/>
                  </a:lnTo>
                  <a:lnTo>
                    <a:pt x="1572163" y="1594768"/>
                  </a:lnTo>
                  <a:lnTo>
                    <a:pt x="1572168" y="1594743"/>
                  </a:lnTo>
                  <a:lnTo>
                    <a:pt x="1572176" y="1594719"/>
                  </a:lnTo>
                  <a:lnTo>
                    <a:pt x="1572189" y="1594700"/>
                  </a:lnTo>
                  <a:lnTo>
                    <a:pt x="1572195" y="1594692"/>
                  </a:lnTo>
                  <a:lnTo>
                    <a:pt x="1572235" y="1594659"/>
                  </a:lnTo>
                  <a:lnTo>
                    <a:pt x="1572300" y="1594612"/>
                  </a:lnTo>
                  <a:lnTo>
                    <a:pt x="1572343" y="1594609"/>
                  </a:lnTo>
                  <a:lnTo>
                    <a:pt x="1572354" y="1594609"/>
                  </a:lnTo>
                  <a:lnTo>
                    <a:pt x="1572376" y="1594610"/>
                  </a:lnTo>
                  <a:lnTo>
                    <a:pt x="1572395" y="1594612"/>
                  </a:lnTo>
                  <a:lnTo>
                    <a:pt x="1572401" y="1594613"/>
                  </a:lnTo>
                  <a:lnTo>
                    <a:pt x="1572407" y="1594612"/>
                  </a:lnTo>
                  <a:lnTo>
                    <a:pt x="1572414" y="1594604"/>
                  </a:lnTo>
                  <a:lnTo>
                    <a:pt x="1572431" y="1594569"/>
                  </a:lnTo>
                  <a:lnTo>
                    <a:pt x="1572431" y="1594558"/>
                  </a:lnTo>
                  <a:lnTo>
                    <a:pt x="1572428" y="1594502"/>
                  </a:lnTo>
                  <a:lnTo>
                    <a:pt x="1572423" y="1594497"/>
                  </a:lnTo>
                  <a:lnTo>
                    <a:pt x="1572407" y="1594483"/>
                  </a:lnTo>
                  <a:lnTo>
                    <a:pt x="1572399" y="1594475"/>
                  </a:lnTo>
                  <a:lnTo>
                    <a:pt x="1572402" y="1594468"/>
                  </a:lnTo>
                  <a:lnTo>
                    <a:pt x="1572408" y="1594455"/>
                  </a:lnTo>
                  <a:lnTo>
                    <a:pt x="1572435" y="1594406"/>
                  </a:lnTo>
                  <a:lnTo>
                    <a:pt x="1572483" y="1594324"/>
                  </a:lnTo>
                  <a:lnTo>
                    <a:pt x="1572527" y="1594260"/>
                  </a:lnTo>
                  <a:lnTo>
                    <a:pt x="1572571" y="1594219"/>
                  </a:lnTo>
                  <a:lnTo>
                    <a:pt x="1572584" y="1594207"/>
                  </a:lnTo>
                  <a:lnTo>
                    <a:pt x="1572609" y="1594192"/>
                  </a:lnTo>
                  <a:lnTo>
                    <a:pt x="1572629" y="1594176"/>
                  </a:lnTo>
                  <a:lnTo>
                    <a:pt x="1572636" y="1594168"/>
                  </a:lnTo>
                  <a:lnTo>
                    <a:pt x="1572652" y="1594156"/>
                  </a:lnTo>
                  <a:lnTo>
                    <a:pt x="1572660" y="1594155"/>
                  </a:lnTo>
                  <a:lnTo>
                    <a:pt x="1572667" y="1594161"/>
                  </a:lnTo>
                  <a:lnTo>
                    <a:pt x="1572673" y="1594166"/>
                  </a:lnTo>
                  <a:lnTo>
                    <a:pt x="1572693" y="1594189"/>
                  </a:lnTo>
                  <a:lnTo>
                    <a:pt x="1572705" y="1594212"/>
                  </a:lnTo>
                  <a:lnTo>
                    <a:pt x="1572712" y="1594236"/>
                  </a:lnTo>
                  <a:lnTo>
                    <a:pt x="1572720" y="1594249"/>
                  </a:lnTo>
                  <a:lnTo>
                    <a:pt x="1572736" y="1594268"/>
                  </a:lnTo>
                  <a:lnTo>
                    <a:pt x="1572751" y="1594283"/>
                  </a:lnTo>
                  <a:lnTo>
                    <a:pt x="1572760" y="1594276"/>
                  </a:lnTo>
                  <a:lnTo>
                    <a:pt x="1572776" y="1594267"/>
                  </a:lnTo>
                  <a:lnTo>
                    <a:pt x="1572783" y="1594273"/>
                  </a:lnTo>
                  <a:lnTo>
                    <a:pt x="1572786" y="1594278"/>
                  </a:lnTo>
                  <a:lnTo>
                    <a:pt x="1572823" y="1594372"/>
                  </a:lnTo>
                  <a:lnTo>
                    <a:pt x="1572837" y="1594401"/>
                  </a:lnTo>
                  <a:lnTo>
                    <a:pt x="1572854" y="1594435"/>
                  </a:lnTo>
                  <a:lnTo>
                    <a:pt x="1572885" y="1594483"/>
                  </a:lnTo>
                  <a:lnTo>
                    <a:pt x="1572925" y="1594527"/>
                  </a:lnTo>
                  <a:lnTo>
                    <a:pt x="1572934" y="1594538"/>
                  </a:lnTo>
                  <a:lnTo>
                    <a:pt x="1572949" y="1594564"/>
                  </a:lnTo>
                  <a:lnTo>
                    <a:pt x="1572970" y="1594625"/>
                  </a:lnTo>
                  <a:lnTo>
                    <a:pt x="1572973" y="1594645"/>
                  </a:lnTo>
                  <a:lnTo>
                    <a:pt x="1572969" y="1594685"/>
                  </a:lnTo>
                  <a:lnTo>
                    <a:pt x="1572968" y="1594697"/>
                  </a:lnTo>
                  <a:lnTo>
                    <a:pt x="1572961" y="1594718"/>
                  </a:lnTo>
                  <a:lnTo>
                    <a:pt x="1572945" y="1594730"/>
                  </a:lnTo>
                  <a:lnTo>
                    <a:pt x="1572930" y="1594732"/>
                  </a:lnTo>
                  <a:lnTo>
                    <a:pt x="1572920" y="1594735"/>
                  </a:lnTo>
                  <a:lnTo>
                    <a:pt x="1572932" y="1594762"/>
                  </a:lnTo>
                  <a:lnTo>
                    <a:pt x="1572956" y="1594773"/>
                  </a:lnTo>
                  <a:lnTo>
                    <a:pt x="1572998" y="1594789"/>
                  </a:lnTo>
                  <a:lnTo>
                    <a:pt x="1573038" y="1594793"/>
                  </a:lnTo>
                  <a:lnTo>
                    <a:pt x="1573105" y="1594801"/>
                  </a:lnTo>
                  <a:lnTo>
                    <a:pt x="1573134" y="1594800"/>
                  </a:lnTo>
                  <a:lnTo>
                    <a:pt x="1573142" y="1594786"/>
                  </a:lnTo>
                  <a:lnTo>
                    <a:pt x="1573165" y="1594796"/>
                  </a:lnTo>
                  <a:lnTo>
                    <a:pt x="1573167" y="1594805"/>
                  </a:lnTo>
                  <a:lnTo>
                    <a:pt x="1573152" y="1594848"/>
                  </a:lnTo>
                  <a:lnTo>
                    <a:pt x="1573131" y="1594903"/>
                  </a:lnTo>
                  <a:lnTo>
                    <a:pt x="1573128" y="1594912"/>
                  </a:lnTo>
                  <a:lnTo>
                    <a:pt x="1573118" y="1594941"/>
                  </a:lnTo>
                  <a:lnTo>
                    <a:pt x="1573114" y="1595018"/>
                  </a:lnTo>
                  <a:lnTo>
                    <a:pt x="1573108" y="1595115"/>
                  </a:lnTo>
                  <a:lnTo>
                    <a:pt x="1573094" y="1595155"/>
                  </a:lnTo>
                  <a:lnTo>
                    <a:pt x="1573058" y="1595261"/>
                  </a:lnTo>
                  <a:lnTo>
                    <a:pt x="1573055" y="1595267"/>
                  </a:lnTo>
                  <a:lnTo>
                    <a:pt x="1573038" y="1595308"/>
                  </a:lnTo>
                  <a:lnTo>
                    <a:pt x="1573019" y="1595356"/>
                  </a:lnTo>
                  <a:lnTo>
                    <a:pt x="1572978" y="1595455"/>
                  </a:lnTo>
                  <a:lnTo>
                    <a:pt x="1572964" y="1595490"/>
                  </a:lnTo>
                  <a:lnTo>
                    <a:pt x="1572956" y="1595527"/>
                  </a:lnTo>
                  <a:lnTo>
                    <a:pt x="1572943" y="1595586"/>
                  </a:lnTo>
                  <a:lnTo>
                    <a:pt x="1572939" y="1595602"/>
                  </a:lnTo>
                  <a:lnTo>
                    <a:pt x="1572930" y="1595659"/>
                  </a:lnTo>
                  <a:lnTo>
                    <a:pt x="1572931" y="1595674"/>
                  </a:lnTo>
                  <a:lnTo>
                    <a:pt x="1572936" y="1595738"/>
                  </a:lnTo>
                  <a:lnTo>
                    <a:pt x="1572938" y="1595762"/>
                  </a:lnTo>
                  <a:lnTo>
                    <a:pt x="1572941" y="1595780"/>
                  </a:lnTo>
                  <a:lnTo>
                    <a:pt x="1572944" y="1595837"/>
                  </a:lnTo>
                  <a:lnTo>
                    <a:pt x="1572947" y="1595862"/>
                  </a:lnTo>
                  <a:lnTo>
                    <a:pt x="1572977" y="1595915"/>
                  </a:lnTo>
                  <a:lnTo>
                    <a:pt x="1572996" y="1595974"/>
                  </a:lnTo>
                  <a:lnTo>
                    <a:pt x="1573021" y="1595965"/>
                  </a:lnTo>
                  <a:lnTo>
                    <a:pt x="1573032" y="1595986"/>
                  </a:lnTo>
                  <a:lnTo>
                    <a:pt x="1573017" y="1596088"/>
                  </a:lnTo>
                  <a:lnTo>
                    <a:pt x="1573010" y="1596127"/>
                  </a:lnTo>
                  <a:lnTo>
                    <a:pt x="1572913" y="1596236"/>
                  </a:lnTo>
                  <a:lnTo>
                    <a:pt x="1572897" y="1596247"/>
                  </a:lnTo>
                  <a:lnTo>
                    <a:pt x="1572892" y="1596260"/>
                  </a:lnTo>
                  <a:lnTo>
                    <a:pt x="1572887" y="1596278"/>
                  </a:lnTo>
                  <a:lnTo>
                    <a:pt x="1572891" y="1596308"/>
                  </a:lnTo>
                  <a:lnTo>
                    <a:pt x="1572902" y="1596313"/>
                  </a:lnTo>
                  <a:lnTo>
                    <a:pt x="1572916" y="1596319"/>
                  </a:lnTo>
                  <a:lnTo>
                    <a:pt x="1572924" y="1596315"/>
                  </a:lnTo>
                  <a:lnTo>
                    <a:pt x="1572937" y="1596309"/>
                  </a:lnTo>
                  <a:lnTo>
                    <a:pt x="1572948" y="1596304"/>
                  </a:lnTo>
                  <a:lnTo>
                    <a:pt x="1572999" y="1596240"/>
                  </a:lnTo>
                  <a:lnTo>
                    <a:pt x="1573038" y="1596174"/>
                  </a:lnTo>
                  <a:lnTo>
                    <a:pt x="1573065" y="1596142"/>
                  </a:lnTo>
                  <a:lnTo>
                    <a:pt x="1573094" y="1596108"/>
                  </a:lnTo>
                  <a:lnTo>
                    <a:pt x="1573124" y="1596081"/>
                  </a:lnTo>
                  <a:lnTo>
                    <a:pt x="1573142" y="1596057"/>
                  </a:lnTo>
                  <a:lnTo>
                    <a:pt x="1573115" y="1595985"/>
                  </a:lnTo>
                  <a:lnTo>
                    <a:pt x="1573094" y="1595914"/>
                  </a:lnTo>
                  <a:lnTo>
                    <a:pt x="1573056" y="1595822"/>
                  </a:lnTo>
                  <a:lnTo>
                    <a:pt x="1573049" y="1595804"/>
                  </a:lnTo>
                  <a:lnTo>
                    <a:pt x="1573039" y="1595707"/>
                  </a:lnTo>
                  <a:lnTo>
                    <a:pt x="1573040" y="1595696"/>
                  </a:lnTo>
                  <a:lnTo>
                    <a:pt x="1573048" y="1595568"/>
                  </a:lnTo>
                  <a:lnTo>
                    <a:pt x="1573082" y="1595449"/>
                  </a:lnTo>
                  <a:lnTo>
                    <a:pt x="1573099" y="1595412"/>
                  </a:lnTo>
                  <a:lnTo>
                    <a:pt x="1573143" y="1595341"/>
                  </a:lnTo>
                  <a:lnTo>
                    <a:pt x="1573199" y="1595297"/>
                  </a:lnTo>
                  <a:lnTo>
                    <a:pt x="1573232" y="1595267"/>
                  </a:lnTo>
                  <a:lnTo>
                    <a:pt x="1573238" y="1595262"/>
                  </a:lnTo>
                  <a:lnTo>
                    <a:pt x="1573263" y="1595196"/>
                  </a:lnTo>
                  <a:lnTo>
                    <a:pt x="1573289" y="1595066"/>
                  </a:lnTo>
                  <a:lnTo>
                    <a:pt x="1573323" y="1594939"/>
                  </a:lnTo>
                  <a:lnTo>
                    <a:pt x="1573330" y="1594915"/>
                  </a:lnTo>
                  <a:lnTo>
                    <a:pt x="1573362" y="1594819"/>
                  </a:lnTo>
                  <a:lnTo>
                    <a:pt x="1573368" y="1594815"/>
                  </a:lnTo>
                  <a:lnTo>
                    <a:pt x="1573377" y="1594818"/>
                  </a:lnTo>
                  <a:lnTo>
                    <a:pt x="1573396" y="1594824"/>
                  </a:lnTo>
                  <a:lnTo>
                    <a:pt x="1573402" y="1594830"/>
                  </a:lnTo>
                  <a:lnTo>
                    <a:pt x="1573382" y="1594859"/>
                  </a:lnTo>
                  <a:lnTo>
                    <a:pt x="1573351" y="1594938"/>
                  </a:lnTo>
                  <a:lnTo>
                    <a:pt x="1573347" y="1594952"/>
                  </a:lnTo>
                  <a:lnTo>
                    <a:pt x="1573352" y="1594967"/>
                  </a:lnTo>
                  <a:lnTo>
                    <a:pt x="1573354" y="1595007"/>
                  </a:lnTo>
                  <a:lnTo>
                    <a:pt x="1573377" y="1595108"/>
                  </a:lnTo>
                  <a:lnTo>
                    <a:pt x="1573511" y="1595189"/>
                  </a:lnTo>
                  <a:lnTo>
                    <a:pt x="1573695" y="1595224"/>
                  </a:lnTo>
                  <a:lnTo>
                    <a:pt x="1573750" y="1595252"/>
                  </a:lnTo>
                  <a:lnTo>
                    <a:pt x="1573755" y="1595282"/>
                  </a:lnTo>
                  <a:lnTo>
                    <a:pt x="1573742" y="1595353"/>
                  </a:lnTo>
                  <a:lnTo>
                    <a:pt x="1573716" y="1595390"/>
                  </a:lnTo>
                  <a:lnTo>
                    <a:pt x="1573715" y="1595402"/>
                  </a:lnTo>
                  <a:lnTo>
                    <a:pt x="1573740" y="1595451"/>
                  </a:lnTo>
                  <a:lnTo>
                    <a:pt x="1573747" y="1595462"/>
                  </a:lnTo>
                  <a:lnTo>
                    <a:pt x="1573762" y="1595467"/>
                  </a:lnTo>
                  <a:lnTo>
                    <a:pt x="1573797" y="1595458"/>
                  </a:lnTo>
                  <a:lnTo>
                    <a:pt x="1573839" y="1595430"/>
                  </a:lnTo>
                  <a:lnTo>
                    <a:pt x="1573842" y="1595388"/>
                  </a:lnTo>
                  <a:lnTo>
                    <a:pt x="1573852" y="1595378"/>
                  </a:lnTo>
                  <a:lnTo>
                    <a:pt x="1573860" y="1595385"/>
                  </a:lnTo>
                  <a:lnTo>
                    <a:pt x="1573889" y="1595418"/>
                  </a:lnTo>
                  <a:lnTo>
                    <a:pt x="1573915" y="1595461"/>
                  </a:lnTo>
                  <a:lnTo>
                    <a:pt x="1574013" y="1595619"/>
                  </a:lnTo>
                  <a:lnTo>
                    <a:pt x="1574068" y="1595709"/>
                  </a:lnTo>
                  <a:lnTo>
                    <a:pt x="1574114" y="1595788"/>
                  </a:lnTo>
                  <a:lnTo>
                    <a:pt x="1574123" y="1595803"/>
                  </a:lnTo>
                  <a:lnTo>
                    <a:pt x="1574133" y="1595819"/>
                  </a:lnTo>
                  <a:lnTo>
                    <a:pt x="1574144" y="1595835"/>
                  </a:lnTo>
                  <a:lnTo>
                    <a:pt x="1574146" y="1595828"/>
                  </a:lnTo>
                  <a:lnTo>
                    <a:pt x="1574160" y="1595809"/>
                  </a:lnTo>
                  <a:lnTo>
                    <a:pt x="1574173" y="1595782"/>
                  </a:lnTo>
                  <a:lnTo>
                    <a:pt x="1574202" y="1595744"/>
                  </a:lnTo>
                  <a:lnTo>
                    <a:pt x="1574210" y="1595682"/>
                  </a:lnTo>
                  <a:lnTo>
                    <a:pt x="1574214" y="1595653"/>
                  </a:lnTo>
                  <a:lnTo>
                    <a:pt x="1574216" y="1595631"/>
                  </a:lnTo>
                  <a:lnTo>
                    <a:pt x="1574233" y="1595551"/>
                  </a:lnTo>
                  <a:lnTo>
                    <a:pt x="1574252" y="1595532"/>
                  </a:lnTo>
                  <a:lnTo>
                    <a:pt x="1574264" y="1595521"/>
                  </a:lnTo>
                  <a:lnTo>
                    <a:pt x="1574311" y="1595498"/>
                  </a:lnTo>
                  <a:lnTo>
                    <a:pt x="1574337" y="1595468"/>
                  </a:lnTo>
                  <a:lnTo>
                    <a:pt x="1574359" y="1595458"/>
                  </a:lnTo>
                  <a:lnTo>
                    <a:pt x="1574369" y="1595453"/>
                  </a:lnTo>
                  <a:lnTo>
                    <a:pt x="1574398" y="1595449"/>
                  </a:lnTo>
                  <a:lnTo>
                    <a:pt x="1574433" y="1595440"/>
                  </a:lnTo>
                  <a:lnTo>
                    <a:pt x="1574447" y="1595446"/>
                  </a:lnTo>
                  <a:lnTo>
                    <a:pt x="1574467" y="1595462"/>
                  </a:lnTo>
                  <a:lnTo>
                    <a:pt x="1574483" y="1595495"/>
                  </a:lnTo>
                  <a:lnTo>
                    <a:pt x="1574490" y="1595509"/>
                  </a:lnTo>
                  <a:lnTo>
                    <a:pt x="1574511" y="1595565"/>
                  </a:lnTo>
                  <a:lnTo>
                    <a:pt x="1574514" y="1595573"/>
                  </a:lnTo>
                  <a:lnTo>
                    <a:pt x="1574487" y="1595735"/>
                  </a:lnTo>
                  <a:lnTo>
                    <a:pt x="1574483" y="1595760"/>
                  </a:lnTo>
                  <a:lnTo>
                    <a:pt x="1574482" y="1595835"/>
                  </a:lnTo>
                  <a:lnTo>
                    <a:pt x="1574480" y="1596076"/>
                  </a:lnTo>
                  <a:lnTo>
                    <a:pt x="1574482" y="1596088"/>
                  </a:lnTo>
                  <a:lnTo>
                    <a:pt x="1574507" y="1596120"/>
                  </a:lnTo>
                  <a:lnTo>
                    <a:pt x="1574518" y="1596134"/>
                  </a:lnTo>
                  <a:lnTo>
                    <a:pt x="1574541" y="1596163"/>
                  </a:lnTo>
                  <a:lnTo>
                    <a:pt x="1574555" y="1596180"/>
                  </a:lnTo>
                  <a:lnTo>
                    <a:pt x="1574569" y="1596188"/>
                  </a:lnTo>
                  <a:lnTo>
                    <a:pt x="1574582" y="1596185"/>
                  </a:lnTo>
                  <a:lnTo>
                    <a:pt x="1574597" y="1596181"/>
                  </a:lnTo>
                  <a:lnTo>
                    <a:pt x="1574617" y="1596175"/>
                  </a:lnTo>
                  <a:lnTo>
                    <a:pt x="1574630" y="1596171"/>
                  </a:lnTo>
                  <a:lnTo>
                    <a:pt x="1574633" y="1596158"/>
                  </a:lnTo>
                  <a:lnTo>
                    <a:pt x="1574635" y="1596147"/>
                  </a:lnTo>
                  <a:lnTo>
                    <a:pt x="1574642" y="1596103"/>
                  </a:lnTo>
                  <a:lnTo>
                    <a:pt x="1574650" y="1596053"/>
                  </a:lnTo>
                  <a:lnTo>
                    <a:pt x="1574638" y="1595847"/>
                  </a:lnTo>
                  <a:lnTo>
                    <a:pt x="1574634" y="1595787"/>
                  </a:lnTo>
                  <a:lnTo>
                    <a:pt x="1574620" y="1595549"/>
                  </a:lnTo>
                  <a:lnTo>
                    <a:pt x="1574612" y="1595426"/>
                  </a:lnTo>
                  <a:lnTo>
                    <a:pt x="1574641" y="1595303"/>
                  </a:lnTo>
                  <a:lnTo>
                    <a:pt x="1574650" y="1595260"/>
                  </a:lnTo>
                  <a:lnTo>
                    <a:pt x="1574672" y="1595216"/>
                  </a:lnTo>
                  <a:lnTo>
                    <a:pt x="1574699" y="1595185"/>
                  </a:lnTo>
                  <a:lnTo>
                    <a:pt x="1574715" y="1595173"/>
                  </a:lnTo>
                  <a:lnTo>
                    <a:pt x="1574754" y="1595142"/>
                  </a:lnTo>
                  <a:lnTo>
                    <a:pt x="1574770" y="1595135"/>
                  </a:lnTo>
                  <a:lnTo>
                    <a:pt x="1574815" y="1595118"/>
                  </a:lnTo>
                  <a:lnTo>
                    <a:pt x="1574858" y="1595117"/>
                  </a:lnTo>
                  <a:lnTo>
                    <a:pt x="1574876" y="1595116"/>
                  </a:lnTo>
                  <a:lnTo>
                    <a:pt x="1574899" y="1595144"/>
                  </a:lnTo>
                  <a:lnTo>
                    <a:pt x="1574909" y="1595186"/>
                  </a:lnTo>
                  <a:lnTo>
                    <a:pt x="1574914" y="1595195"/>
                  </a:lnTo>
                  <a:lnTo>
                    <a:pt x="1574929" y="1595182"/>
                  </a:lnTo>
                  <a:lnTo>
                    <a:pt x="1575008" y="1595118"/>
                  </a:lnTo>
                  <a:lnTo>
                    <a:pt x="1575046" y="1595089"/>
                  </a:lnTo>
                  <a:lnTo>
                    <a:pt x="1575102" y="1595045"/>
                  </a:lnTo>
                  <a:lnTo>
                    <a:pt x="1575114" y="1595035"/>
                  </a:lnTo>
                  <a:lnTo>
                    <a:pt x="1575122" y="1595009"/>
                  </a:lnTo>
                  <a:lnTo>
                    <a:pt x="1575115" y="1594998"/>
                  </a:lnTo>
                  <a:lnTo>
                    <a:pt x="1575133" y="1594985"/>
                  </a:lnTo>
                  <a:lnTo>
                    <a:pt x="1575148" y="1594983"/>
                  </a:lnTo>
                  <a:lnTo>
                    <a:pt x="1575167" y="1595013"/>
                  </a:lnTo>
                  <a:lnTo>
                    <a:pt x="1575181" y="1595066"/>
                  </a:lnTo>
                  <a:lnTo>
                    <a:pt x="1575166" y="1595082"/>
                  </a:lnTo>
                  <a:lnTo>
                    <a:pt x="1575178" y="1595103"/>
                  </a:lnTo>
                  <a:lnTo>
                    <a:pt x="1575203" y="1595184"/>
                  </a:lnTo>
                  <a:lnTo>
                    <a:pt x="1575219" y="1595202"/>
                  </a:lnTo>
                  <a:lnTo>
                    <a:pt x="1575234" y="1595241"/>
                  </a:lnTo>
                  <a:lnTo>
                    <a:pt x="1575224" y="1595351"/>
                  </a:lnTo>
                  <a:lnTo>
                    <a:pt x="1575210" y="1595403"/>
                  </a:lnTo>
                  <a:lnTo>
                    <a:pt x="1575254" y="1595553"/>
                  </a:lnTo>
                  <a:lnTo>
                    <a:pt x="1575238" y="1595706"/>
                  </a:lnTo>
                  <a:lnTo>
                    <a:pt x="1575246" y="1595709"/>
                  </a:lnTo>
                  <a:lnTo>
                    <a:pt x="1575153" y="1595955"/>
                  </a:lnTo>
                  <a:lnTo>
                    <a:pt x="1575150" y="1595964"/>
                  </a:lnTo>
                  <a:lnTo>
                    <a:pt x="1575142" y="1595984"/>
                  </a:lnTo>
                  <a:lnTo>
                    <a:pt x="1575144" y="1596001"/>
                  </a:lnTo>
                  <a:lnTo>
                    <a:pt x="1575179" y="1596013"/>
                  </a:lnTo>
                  <a:lnTo>
                    <a:pt x="1575258" y="1596045"/>
                  </a:lnTo>
                  <a:lnTo>
                    <a:pt x="1575269" y="1596049"/>
                  </a:lnTo>
                  <a:lnTo>
                    <a:pt x="1575280" y="1596047"/>
                  </a:lnTo>
                  <a:lnTo>
                    <a:pt x="1575328" y="1596025"/>
                  </a:lnTo>
                  <a:lnTo>
                    <a:pt x="1575425" y="1595980"/>
                  </a:lnTo>
                  <a:lnTo>
                    <a:pt x="1575821" y="1595799"/>
                  </a:lnTo>
                  <a:lnTo>
                    <a:pt x="1575946" y="1595742"/>
                  </a:lnTo>
                  <a:lnTo>
                    <a:pt x="1576104" y="1595670"/>
                  </a:lnTo>
                  <a:lnTo>
                    <a:pt x="1576109" y="1595668"/>
                  </a:lnTo>
                  <a:lnTo>
                    <a:pt x="1576119" y="1595663"/>
                  </a:lnTo>
                  <a:lnTo>
                    <a:pt x="1576124" y="1595661"/>
                  </a:lnTo>
                  <a:lnTo>
                    <a:pt x="1576140" y="1595654"/>
                  </a:lnTo>
                  <a:lnTo>
                    <a:pt x="1576145" y="1595527"/>
                  </a:lnTo>
                  <a:lnTo>
                    <a:pt x="1576147" y="1595498"/>
                  </a:lnTo>
                  <a:lnTo>
                    <a:pt x="1576168" y="1595406"/>
                  </a:lnTo>
                  <a:lnTo>
                    <a:pt x="1576176" y="1595392"/>
                  </a:lnTo>
                  <a:lnTo>
                    <a:pt x="1576201" y="1595352"/>
                  </a:lnTo>
                  <a:lnTo>
                    <a:pt x="1576231" y="1595320"/>
                  </a:lnTo>
                  <a:lnTo>
                    <a:pt x="1576270" y="1595277"/>
                  </a:lnTo>
                  <a:lnTo>
                    <a:pt x="1576333" y="1595238"/>
                  </a:lnTo>
                  <a:lnTo>
                    <a:pt x="1576354" y="1595237"/>
                  </a:lnTo>
                  <a:lnTo>
                    <a:pt x="1576365" y="1595245"/>
                  </a:lnTo>
                  <a:lnTo>
                    <a:pt x="1576377" y="1595246"/>
                  </a:lnTo>
                  <a:lnTo>
                    <a:pt x="1576429" y="1595238"/>
                  </a:lnTo>
                  <a:lnTo>
                    <a:pt x="1576447" y="1595232"/>
                  </a:lnTo>
                  <a:lnTo>
                    <a:pt x="1576460" y="1595210"/>
                  </a:lnTo>
                  <a:lnTo>
                    <a:pt x="1576461" y="1595197"/>
                  </a:lnTo>
                  <a:lnTo>
                    <a:pt x="1576484" y="1595166"/>
                  </a:lnTo>
                  <a:lnTo>
                    <a:pt x="1576537" y="1595141"/>
                  </a:lnTo>
                  <a:lnTo>
                    <a:pt x="1576570" y="1595125"/>
                  </a:lnTo>
                  <a:lnTo>
                    <a:pt x="1576657" y="1595106"/>
                  </a:lnTo>
                  <a:lnTo>
                    <a:pt x="1576721" y="1595089"/>
                  </a:lnTo>
                  <a:lnTo>
                    <a:pt x="1576804" y="1595057"/>
                  </a:lnTo>
                  <a:lnTo>
                    <a:pt x="1576852" y="1595038"/>
                  </a:lnTo>
                  <a:lnTo>
                    <a:pt x="1576886" y="1595037"/>
                  </a:lnTo>
                  <a:lnTo>
                    <a:pt x="1576892" y="1595039"/>
                  </a:lnTo>
                  <a:lnTo>
                    <a:pt x="1576902" y="1595040"/>
                  </a:lnTo>
                  <a:lnTo>
                    <a:pt x="1576937" y="1595043"/>
                  </a:lnTo>
                  <a:lnTo>
                    <a:pt x="1576949" y="1595072"/>
                  </a:lnTo>
                  <a:lnTo>
                    <a:pt x="1576955" y="1595087"/>
                  </a:lnTo>
                  <a:lnTo>
                    <a:pt x="1576968" y="1595153"/>
                  </a:lnTo>
                  <a:lnTo>
                    <a:pt x="1576972" y="1595235"/>
                  </a:lnTo>
                  <a:lnTo>
                    <a:pt x="1576964" y="1595247"/>
                  </a:lnTo>
                  <a:lnTo>
                    <a:pt x="1576967" y="1595276"/>
                  </a:lnTo>
                  <a:lnTo>
                    <a:pt x="1576981" y="1595277"/>
                  </a:lnTo>
                  <a:lnTo>
                    <a:pt x="1577040" y="1595255"/>
                  </a:lnTo>
                  <a:lnTo>
                    <a:pt x="1577125" y="1595227"/>
                  </a:lnTo>
                  <a:lnTo>
                    <a:pt x="1577148" y="1595221"/>
                  </a:lnTo>
                  <a:lnTo>
                    <a:pt x="1577158" y="1595218"/>
                  </a:lnTo>
                  <a:lnTo>
                    <a:pt x="1577145" y="1595183"/>
                  </a:lnTo>
                  <a:lnTo>
                    <a:pt x="1577131" y="1595189"/>
                  </a:lnTo>
                  <a:lnTo>
                    <a:pt x="1577095" y="1595185"/>
                  </a:lnTo>
                  <a:lnTo>
                    <a:pt x="1577080" y="1595177"/>
                  </a:lnTo>
                  <a:lnTo>
                    <a:pt x="1577079" y="1595141"/>
                  </a:lnTo>
                  <a:lnTo>
                    <a:pt x="1577110" y="1595129"/>
                  </a:lnTo>
                  <a:lnTo>
                    <a:pt x="1577119" y="1595103"/>
                  </a:lnTo>
                  <a:lnTo>
                    <a:pt x="1577137" y="1595060"/>
                  </a:lnTo>
                  <a:lnTo>
                    <a:pt x="1577132" y="1595028"/>
                  </a:lnTo>
                  <a:lnTo>
                    <a:pt x="1577083" y="1595014"/>
                  </a:lnTo>
                  <a:lnTo>
                    <a:pt x="1577068" y="1594990"/>
                  </a:lnTo>
                  <a:lnTo>
                    <a:pt x="1577076" y="1594974"/>
                  </a:lnTo>
                  <a:lnTo>
                    <a:pt x="1577079" y="1594935"/>
                  </a:lnTo>
                  <a:lnTo>
                    <a:pt x="1577089" y="1594879"/>
                  </a:lnTo>
                  <a:lnTo>
                    <a:pt x="1577105" y="1594846"/>
                  </a:lnTo>
                  <a:lnTo>
                    <a:pt x="1577110" y="1594825"/>
                  </a:lnTo>
                  <a:lnTo>
                    <a:pt x="1577170" y="1594805"/>
                  </a:lnTo>
                  <a:lnTo>
                    <a:pt x="1577257" y="1594785"/>
                  </a:lnTo>
                  <a:lnTo>
                    <a:pt x="1577293" y="1594777"/>
                  </a:lnTo>
                  <a:lnTo>
                    <a:pt x="1577377" y="1594767"/>
                  </a:lnTo>
                  <a:lnTo>
                    <a:pt x="1577385" y="1594766"/>
                  </a:lnTo>
                  <a:lnTo>
                    <a:pt x="1577476" y="1594775"/>
                  </a:lnTo>
                  <a:lnTo>
                    <a:pt x="1577492" y="1594776"/>
                  </a:lnTo>
                  <a:lnTo>
                    <a:pt x="1577538" y="1594792"/>
                  </a:lnTo>
                  <a:lnTo>
                    <a:pt x="1577575" y="1594805"/>
                  </a:lnTo>
                  <a:lnTo>
                    <a:pt x="1577621" y="1594857"/>
                  </a:lnTo>
                  <a:lnTo>
                    <a:pt x="1577727" y="1595032"/>
                  </a:lnTo>
                  <a:lnTo>
                    <a:pt x="1577770" y="1595103"/>
                  </a:lnTo>
                  <a:lnTo>
                    <a:pt x="1577791" y="1595128"/>
                  </a:lnTo>
                  <a:lnTo>
                    <a:pt x="1577794" y="1595143"/>
                  </a:lnTo>
                  <a:lnTo>
                    <a:pt x="1577777" y="1595210"/>
                  </a:lnTo>
                  <a:lnTo>
                    <a:pt x="1577751" y="1595254"/>
                  </a:lnTo>
                  <a:lnTo>
                    <a:pt x="1577756" y="1595306"/>
                  </a:lnTo>
                  <a:lnTo>
                    <a:pt x="1577757" y="1595325"/>
                  </a:lnTo>
                  <a:lnTo>
                    <a:pt x="1577759" y="1595343"/>
                  </a:lnTo>
                  <a:lnTo>
                    <a:pt x="1577764" y="1595361"/>
                  </a:lnTo>
                  <a:lnTo>
                    <a:pt x="1577785" y="1595403"/>
                  </a:lnTo>
                  <a:lnTo>
                    <a:pt x="1577823" y="1595440"/>
                  </a:lnTo>
                  <a:lnTo>
                    <a:pt x="1577839" y="1595453"/>
                  </a:lnTo>
                  <a:lnTo>
                    <a:pt x="1577871" y="1595501"/>
                  </a:lnTo>
                  <a:lnTo>
                    <a:pt x="1577896" y="1595548"/>
                  </a:lnTo>
                  <a:lnTo>
                    <a:pt x="1577909" y="1595573"/>
                  </a:lnTo>
                  <a:lnTo>
                    <a:pt x="1577913" y="1595578"/>
                  </a:lnTo>
                  <a:lnTo>
                    <a:pt x="1577943" y="1595594"/>
                  </a:lnTo>
                  <a:lnTo>
                    <a:pt x="1577954" y="1595599"/>
                  </a:lnTo>
                  <a:lnTo>
                    <a:pt x="1577994" y="1595658"/>
                  </a:lnTo>
                  <a:lnTo>
                    <a:pt x="1578020" y="1595700"/>
                  </a:lnTo>
                  <a:lnTo>
                    <a:pt x="1578027" y="1595712"/>
                  </a:lnTo>
                  <a:lnTo>
                    <a:pt x="1578053" y="1595738"/>
                  </a:lnTo>
                  <a:lnTo>
                    <a:pt x="1578066" y="1595747"/>
                  </a:lnTo>
                  <a:lnTo>
                    <a:pt x="1578080" y="1595738"/>
                  </a:lnTo>
                  <a:lnTo>
                    <a:pt x="1578106" y="1595727"/>
                  </a:lnTo>
                  <a:lnTo>
                    <a:pt x="1578117" y="1595722"/>
                  </a:lnTo>
                  <a:lnTo>
                    <a:pt x="1578130" y="1595723"/>
                  </a:lnTo>
                  <a:lnTo>
                    <a:pt x="1578143" y="1595744"/>
                  </a:lnTo>
                  <a:lnTo>
                    <a:pt x="1578152" y="1595772"/>
                  </a:lnTo>
                  <a:lnTo>
                    <a:pt x="1578164" y="1595782"/>
                  </a:lnTo>
                  <a:lnTo>
                    <a:pt x="1578176" y="1595782"/>
                  </a:lnTo>
                  <a:lnTo>
                    <a:pt x="1578194" y="1595777"/>
                  </a:lnTo>
                  <a:lnTo>
                    <a:pt x="1578201" y="1595773"/>
                  </a:lnTo>
                  <a:lnTo>
                    <a:pt x="1578245" y="1595746"/>
                  </a:lnTo>
                  <a:lnTo>
                    <a:pt x="1578254" y="1595742"/>
                  </a:lnTo>
                  <a:lnTo>
                    <a:pt x="1578263" y="1595736"/>
                  </a:lnTo>
                  <a:lnTo>
                    <a:pt x="1578278" y="1595728"/>
                  </a:lnTo>
                  <a:lnTo>
                    <a:pt x="1578300" y="1595714"/>
                  </a:lnTo>
                  <a:lnTo>
                    <a:pt x="1578306" y="1595711"/>
                  </a:lnTo>
                  <a:lnTo>
                    <a:pt x="1578335" y="1595694"/>
                  </a:lnTo>
                  <a:lnTo>
                    <a:pt x="1578312" y="1595669"/>
                  </a:lnTo>
                  <a:lnTo>
                    <a:pt x="1578268" y="1595658"/>
                  </a:lnTo>
                  <a:lnTo>
                    <a:pt x="1578237" y="1595646"/>
                  </a:lnTo>
                  <a:lnTo>
                    <a:pt x="1578225" y="1595640"/>
                  </a:lnTo>
                  <a:lnTo>
                    <a:pt x="1578204" y="1595610"/>
                  </a:lnTo>
                  <a:lnTo>
                    <a:pt x="1578170" y="1595563"/>
                  </a:lnTo>
                  <a:lnTo>
                    <a:pt x="1578155" y="1595542"/>
                  </a:lnTo>
                  <a:lnTo>
                    <a:pt x="1578150" y="1595535"/>
                  </a:lnTo>
                  <a:lnTo>
                    <a:pt x="1578131" y="1595559"/>
                  </a:lnTo>
                  <a:lnTo>
                    <a:pt x="1578110" y="1595569"/>
                  </a:lnTo>
                  <a:lnTo>
                    <a:pt x="1578088" y="1595546"/>
                  </a:lnTo>
                  <a:lnTo>
                    <a:pt x="1578064" y="1595520"/>
                  </a:lnTo>
                  <a:lnTo>
                    <a:pt x="1578068" y="1595412"/>
                  </a:lnTo>
                  <a:lnTo>
                    <a:pt x="1578069" y="1595383"/>
                  </a:lnTo>
                  <a:lnTo>
                    <a:pt x="1578070" y="1595352"/>
                  </a:lnTo>
                  <a:lnTo>
                    <a:pt x="1578071" y="1595318"/>
                  </a:lnTo>
                  <a:lnTo>
                    <a:pt x="1578088" y="1595299"/>
                  </a:lnTo>
                  <a:lnTo>
                    <a:pt x="1578130" y="1595250"/>
                  </a:lnTo>
                  <a:lnTo>
                    <a:pt x="1578177" y="1595223"/>
                  </a:lnTo>
                  <a:lnTo>
                    <a:pt x="1578203" y="1595209"/>
                  </a:lnTo>
                  <a:lnTo>
                    <a:pt x="1578246" y="1595185"/>
                  </a:lnTo>
                  <a:lnTo>
                    <a:pt x="1578279" y="1595148"/>
                  </a:lnTo>
                  <a:lnTo>
                    <a:pt x="1578267" y="1595122"/>
                  </a:lnTo>
                  <a:lnTo>
                    <a:pt x="1578220" y="1595010"/>
                  </a:lnTo>
                  <a:lnTo>
                    <a:pt x="1578210" y="1594988"/>
                  </a:lnTo>
                  <a:lnTo>
                    <a:pt x="1578188" y="1594945"/>
                  </a:lnTo>
                  <a:lnTo>
                    <a:pt x="1578167" y="1594904"/>
                  </a:lnTo>
                  <a:lnTo>
                    <a:pt x="1578164" y="1594897"/>
                  </a:lnTo>
                  <a:lnTo>
                    <a:pt x="1578161" y="1594868"/>
                  </a:lnTo>
                  <a:lnTo>
                    <a:pt x="1578156" y="1594815"/>
                  </a:lnTo>
                  <a:lnTo>
                    <a:pt x="1578170" y="1594805"/>
                  </a:lnTo>
                  <a:lnTo>
                    <a:pt x="1578243" y="1594438"/>
                  </a:lnTo>
                  <a:lnTo>
                    <a:pt x="1578247" y="1594426"/>
                  </a:lnTo>
                  <a:lnTo>
                    <a:pt x="1578265" y="1594408"/>
                  </a:lnTo>
                  <a:lnTo>
                    <a:pt x="1578290" y="1594383"/>
                  </a:lnTo>
                  <a:lnTo>
                    <a:pt x="1578327" y="1594345"/>
                  </a:lnTo>
                  <a:lnTo>
                    <a:pt x="1578354" y="1594318"/>
                  </a:lnTo>
                  <a:lnTo>
                    <a:pt x="1578388" y="1594337"/>
                  </a:lnTo>
                  <a:lnTo>
                    <a:pt x="1578434" y="1594358"/>
                  </a:lnTo>
                  <a:lnTo>
                    <a:pt x="1578451" y="1594389"/>
                  </a:lnTo>
                  <a:lnTo>
                    <a:pt x="1578410" y="1594427"/>
                  </a:lnTo>
                  <a:lnTo>
                    <a:pt x="1578442" y="1594470"/>
                  </a:lnTo>
                  <a:lnTo>
                    <a:pt x="1578525" y="1594413"/>
                  </a:lnTo>
                  <a:lnTo>
                    <a:pt x="1578535" y="1594428"/>
                  </a:lnTo>
                  <a:lnTo>
                    <a:pt x="1578557" y="1594480"/>
                  </a:lnTo>
                  <a:lnTo>
                    <a:pt x="1578570" y="1594510"/>
                  </a:lnTo>
                  <a:lnTo>
                    <a:pt x="1578584" y="1594540"/>
                  </a:lnTo>
                  <a:lnTo>
                    <a:pt x="1578602" y="1594583"/>
                  </a:lnTo>
                  <a:lnTo>
                    <a:pt x="1578615" y="1594612"/>
                  </a:lnTo>
                  <a:lnTo>
                    <a:pt x="1578625" y="1594615"/>
                  </a:lnTo>
                  <a:lnTo>
                    <a:pt x="1578655" y="1594597"/>
                  </a:lnTo>
                  <a:lnTo>
                    <a:pt x="1578673" y="1594605"/>
                  </a:lnTo>
                  <a:lnTo>
                    <a:pt x="1578677" y="1594631"/>
                  </a:lnTo>
                  <a:lnTo>
                    <a:pt x="1578687" y="1594651"/>
                  </a:lnTo>
                  <a:lnTo>
                    <a:pt x="1578701" y="1594680"/>
                  </a:lnTo>
                  <a:lnTo>
                    <a:pt x="1578712" y="1594704"/>
                  </a:lnTo>
                  <a:lnTo>
                    <a:pt x="1578724" y="1594726"/>
                  </a:lnTo>
                  <a:lnTo>
                    <a:pt x="1578818" y="1594977"/>
                  </a:lnTo>
                  <a:lnTo>
                    <a:pt x="1578877" y="1595090"/>
                  </a:lnTo>
                  <a:lnTo>
                    <a:pt x="1578904" y="1595154"/>
                  </a:lnTo>
                  <a:lnTo>
                    <a:pt x="1578901" y="1595166"/>
                  </a:lnTo>
                  <a:lnTo>
                    <a:pt x="1578908" y="1595202"/>
                  </a:lnTo>
                  <a:lnTo>
                    <a:pt x="1578973" y="1595375"/>
                  </a:lnTo>
                  <a:lnTo>
                    <a:pt x="1578996" y="1595455"/>
                  </a:lnTo>
                  <a:lnTo>
                    <a:pt x="1579000" y="1595468"/>
                  </a:lnTo>
                  <a:lnTo>
                    <a:pt x="1579093" y="1595741"/>
                  </a:lnTo>
                  <a:lnTo>
                    <a:pt x="1579105" y="1595780"/>
                  </a:lnTo>
                  <a:lnTo>
                    <a:pt x="1579127" y="1595863"/>
                  </a:lnTo>
                  <a:lnTo>
                    <a:pt x="1579186" y="1596021"/>
                  </a:lnTo>
                  <a:lnTo>
                    <a:pt x="1579209" y="1596099"/>
                  </a:lnTo>
                  <a:lnTo>
                    <a:pt x="1579213" y="1596121"/>
                  </a:lnTo>
                  <a:lnTo>
                    <a:pt x="1579227" y="1596181"/>
                  </a:lnTo>
                  <a:lnTo>
                    <a:pt x="1579229" y="1596190"/>
                  </a:lnTo>
                  <a:lnTo>
                    <a:pt x="1579241" y="1596238"/>
                  </a:lnTo>
                  <a:lnTo>
                    <a:pt x="1579249" y="1596271"/>
                  </a:lnTo>
                  <a:lnTo>
                    <a:pt x="1579252" y="1596283"/>
                  </a:lnTo>
                  <a:lnTo>
                    <a:pt x="1579256" y="1596298"/>
                  </a:lnTo>
                  <a:lnTo>
                    <a:pt x="1579265" y="1596335"/>
                  </a:lnTo>
                  <a:lnTo>
                    <a:pt x="1579272" y="1596365"/>
                  </a:lnTo>
                  <a:lnTo>
                    <a:pt x="1579273" y="1596372"/>
                  </a:lnTo>
                  <a:lnTo>
                    <a:pt x="1579274" y="1596379"/>
                  </a:lnTo>
                  <a:lnTo>
                    <a:pt x="1579277" y="1596405"/>
                  </a:lnTo>
                  <a:lnTo>
                    <a:pt x="1579276" y="1596440"/>
                  </a:lnTo>
                  <a:lnTo>
                    <a:pt x="1579275" y="1596473"/>
                  </a:lnTo>
                  <a:lnTo>
                    <a:pt x="1579274" y="1596494"/>
                  </a:lnTo>
                  <a:lnTo>
                    <a:pt x="1579267" y="1596495"/>
                  </a:lnTo>
                  <a:lnTo>
                    <a:pt x="1579256" y="1596498"/>
                  </a:lnTo>
                  <a:lnTo>
                    <a:pt x="1579272" y="1596577"/>
                  </a:lnTo>
                  <a:lnTo>
                    <a:pt x="1579397" y="1596890"/>
                  </a:lnTo>
                  <a:lnTo>
                    <a:pt x="1579421" y="1596911"/>
                  </a:lnTo>
                  <a:lnTo>
                    <a:pt x="1579437" y="1596928"/>
                  </a:lnTo>
                  <a:lnTo>
                    <a:pt x="1579449" y="1596941"/>
                  </a:lnTo>
                  <a:lnTo>
                    <a:pt x="1579493" y="1597152"/>
                  </a:lnTo>
                  <a:lnTo>
                    <a:pt x="1579493" y="1597169"/>
                  </a:lnTo>
                  <a:lnTo>
                    <a:pt x="1579493" y="1597204"/>
                  </a:lnTo>
                  <a:lnTo>
                    <a:pt x="1579493" y="1597244"/>
                  </a:lnTo>
                  <a:lnTo>
                    <a:pt x="1579493" y="1597290"/>
                  </a:lnTo>
                  <a:lnTo>
                    <a:pt x="1579493" y="1597352"/>
                  </a:lnTo>
                  <a:lnTo>
                    <a:pt x="1579493" y="1597360"/>
                  </a:lnTo>
                  <a:lnTo>
                    <a:pt x="1579494" y="1597378"/>
                  </a:lnTo>
                  <a:lnTo>
                    <a:pt x="1579496" y="1597421"/>
                  </a:lnTo>
                  <a:lnTo>
                    <a:pt x="1579497" y="1597435"/>
                  </a:lnTo>
                  <a:lnTo>
                    <a:pt x="1579498" y="1597456"/>
                  </a:lnTo>
                  <a:lnTo>
                    <a:pt x="1579498" y="1597485"/>
                  </a:lnTo>
                  <a:lnTo>
                    <a:pt x="1579499" y="1597495"/>
                  </a:lnTo>
                  <a:lnTo>
                    <a:pt x="1579505" y="1597509"/>
                  </a:lnTo>
                  <a:lnTo>
                    <a:pt x="1579509" y="1597521"/>
                  </a:lnTo>
                  <a:lnTo>
                    <a:pt x="1579570" y="1598055"/>
                  </a:lnTo>
                  <a:lnTo>
                    <a:pt x="1579569" y="1598222"/>
                  </a:lnTo>
                  <a:lnTo>
                    <a:pt x="1579567" y="1598502"/>
                  </a:lnTo>
                  <a:lnTo>
                    <a:pt x="1579567" y="1598524"/>
                  </a:lnTo>
                  <a:lnTo>
                    <a:pt x="1579565" y="1598557"/>
                  </a:lnTo>
                  <a:lnTo>
                    <a:pt x="1579564" y="1598568"/>
                  </a:lnTo>
                  <a:lnTo>
                    <a:pt x="1579560" y="1598619"/>
                  </a:lnTo>
                  <a:lnTo>
                    <a:pt x="1579558" y="1598656"/>
                  </a:lnTo>
                  <a:lnTo>
                    <a:pt x="1579552" y="1598679"/>
                  </a:lnTo>
                  <a:lnTo>
                    <a:pt x="1579534" y="1598755"/>
                  </a:lnTo>
                  <a:lnTo>
                    <a:pt x="1579521" y="1598808"/>
                  </a:lnTo>
                  <a:lnTo>
                    <a:pt x="1579518" y="1598817"/>
                  </a:lnTo>
                  <a:lnTo>
                    <a:pt x="1579499" y="1598874"/>
                  </a:lnTo>
                  <a:lnTo>
                    <a:pt x="1579484" y="1598921"/>
                  </a:lnTo>
                  <a:lnTo>
                    <a:pt x="1579476" y="1598944"/>
                  </a:lnTo>
                  <a:lnTo>
                    <a:pt x="1579435" y="1598975"/>
                  </a:lnTo>
                  <a:lnTo>
                    <a:pt x="1579399" y="1598973"/>
                  </a:lnTo>
                  <a:lnTo>
                    <a:pt x="1579387" y="1598972"/>
                  </a:lnTo>
                  <a:lnTo>
                    <a:pt x="1579382" y="1598966"/>
                  </a:lnTo>
                  <a:lnTo>
                    <a:pt x="1579233" y="1598816"/>
                  </a:lnTo>
                  <a:lnTo>
                    <a:pt x="1579140" y="1598682"/>
                  </a:lnTo>
                  <a:lnTo>
                    <a:pt x="1579122" y="1598685"/>
                  </a:lnTo>
                  <a:lnTo>
                    <a:pt x="1579020" y="1598692"/>
                  </a:lnTo>
                  <a:lnTo>
                    <a:pt x="1578964" y="1598695"/>
                  </a:lnTo>
                  <a:lnTo>
                    <a:pt x="1578948" y="1598696"/>
                  </a:lnTo>
                  <a:lnTo>
                    <a:pt x="1578825" y="1598711"/>
                  </a:lnTo>
                  <a:lnTo>
                    <a:pt x="1578766" y="1598721"/>
                  </a:lnTo>
                  <a:lnTo>
                    <a:pt x="1578726" y="1598731"/>
                  </a:lnTo>
                  <a:lnTo>
                    <a:pt x="1578699" y="1598750"/>
                  </a:lnTo>
                  <a:lnTo>
                    <a:pt x="1578655" y="1598784"/>
                  </a:lnTo>
                  <a:lnTo>
                    <a:pt x="1578633" y="1598793"/>
                  </a:lnTo>
                  <a:lnTo>
                    <a:pt x="1578616" y="1598770"/>
                  </a:lnTo>
                  <a:lnTo>
                    <a:pt x="1578642" y="1598756"/>
                  </a:lnTo>
                  <a:lnTo>
                    <a:pt x="1578665" y="1598737"/>
                  </a:lnTo>
                  <a:lnTo>
                    <a:pt x="1578689" y="1598690"/>
                  </a:lnTo>
                  <a:lnTo>
                    <a:pt x="1578673" y="1598672"/>
                  </a:lnTo>
                  <a:lnTo>
                    <a:pt x="1578623" y="1598706"/>
                  </a:lnTo>
                  <a:lnTo>
                    <a:pt x="1578554" y="1598745"/>
                  </a:lnTo>
                  <a:lnTo>
                    <a:pt x="1578490" y="1598784"/>
                  </a:lnTo>
                  <a:lnTo>
                    <a:pt x="1578471" y="1598793"/>
                  </a:lnTo>
                  <a:lnTo>
                    <a:pt x="1578482" y="1598866"/>
                  </a:lnTo>
                  <a:lnTo>
                    <a:pt x="1578494" y="1598958"/>
                  </a:lnTo>
                  <a:lnTo>
                    <a:pt x="1578492" y="1598964"/>
                  </a:lnTo>
                  <a:lnTo>
                    <a:pt x="1578454" y="1598991"/>
                  </a:lnTo>
                  <a:lnTo>
                    <a:pt x="1578443" y="1598989"/>
                  </a:lnTo>
                  <a:lnTo>
                    <a:pt x="1578436" y="1598949"/>
                  </a:lnTo>
                  <a:lnTo>
                    <a:pt x="1578417" y="1598854"/>
                  </a:lnTo>
                  <a:lnTo>
                    <a:pt x="1578399" y="1598849"/>
                  </a:lnTo>
                  <a:lnTo>
                    <a:pt x="1578387" y="1598845"/>
                  </a:lnTo>
                  <a:lnTo>
                    <a:pt x="1578334" y="1598810"/>
                  </a:lnTo>
                  <a:lnTo>
                    <a:pt x="1578311" y="1598806"/>
                  </a:lnTo>
                  <a:lnTo>
                    <a:pt x="1578311" y="1598831"/>
                  </a:lnTo>
                  <a:lnTo>
                    <a:pt x="1578299" y="1598869"/>
                  </a:lnTo>
                  <a:lnTo>
                    <a:pt x="1578298" y="1598889"/>
                  </a:lnTo>
                  <a:lnTo>
                    <a:pt x="1578295" y="1598924"/>
                  </a:lnTo>
                  <a:lnTo>
                    <a:pt x="1578235" y="1598967"/>
                  </a:lnTo>
                  <a:lnTo>
                    <a:pt x="1578214" y="1598969"/>
                  </a:lnTo>
                  <a:lnTo>
                    <a:pt x="1578189" y="1598971"/>
                  </a:lnTo>
                  <a:lnTo>
                    <a:pt x="1578138" y="1598966"/>
                  </a:lnTo>
                  <a:lnTo>
                    <a:pt x="1578059" y="1598928"/>
                  </a:lnTo>
                  <a:lnTo>
                    <a:pt x="1577999" y="1598898"/>
                  </a:lnTo>
                  <a:lnTo>
                    <a:pt x="1577974" y="1598885"/>
                  </a:lnTo>
                  <a:lnTo>
                    <a:pt x="1577949" y="1598871"/>
                  </a:lnTo>
                  <a:lnTo>
                    <a:pt x="1577889" y="1598807"/>
                  </a:lnTo>
                  <a:lnTo>
                    <a:pt x="1577863" y="1598740"/>
                  </a:lnTo>
                  <a:lnTo>
                    <a:pt x="1577851" y="1598692"/>
                  </a:lnTo>
                  <a:lnTo>
                    <a:pt x="1577850" y="1598656"/>
                  </a:lnTo>
                  <a:lnTo>
                    <a:pt x="1577855" y="1598641"/>
                  </a:lnTo>
                  <a:lnTo>
                    <a:pt x="1577857" y="1598624"/>
                  </a:lnTo>
                  <a:lnTo>
                    <a:pt x="1577849" y="1598602"/>
                  </a:lnTo>
                  <a:lnTo>
                    <a:pt x="1577833" y="1598581"/>
                  </a:lnTo>
                  <a:lnTo>
                    <a:pt x="1577817" y="1598560"/>
                  </a:lnTo>
                  <a:lnTo>
                    <a:pt x="1577812" y="1598558"/>
                  </a:lnTo>
                  <a:lnTo>
                    <a:pt x="1577792" y="1598567"/>
                  </a:lnTo>
                  <a:lnTo>
                    <a:pt x="1577773" y="1598561"/>
                  </a:lnTo>
                  <a:lnTo>
                    <a:pt x="1577766" y="1598549"/>
                  </a:lnTo>
                  <a:lnTo>
                    <a:pt x="1577741" y="1598487"/>
                  </a:lnTo>
                  <a:lnTo>
                    <a:pt x="1577739" y="1598456"/>
                  </a:lnTo>
                  <a:lnTo>
                    <a:pt x="1577736" y="1598424"/>
                  </a:lnTo>
                  <a:lnTo>
                    <a:pt x="1577767" y="1598377"/>
                  </a:lnTo>
                  <a:lnTo>
                    <a:pt x="1577810" y="1598344"/>
                  </a:lnTo>
                  <a:lnTo>
                    <a:pt x="1577835" y="1598294"/>
                  </a:lnTo>
                  <a:lnTo>
                    <a:pt x="1577846" y="1598286"/>
                  </a:lnTo>
                  <a:lnTo>
                    <a:pt x="1577860" y="1598276"/>
                  </a:lnTo>
                  <a:lnTo>
                    <a:pt x="1577873" y="1598266"/>
                  </a:lnTo>
                  <a:lnTo>
                    <a:pt x="1577891" y="1598253"/>
                  </a:lnTo>
                  <a:lnTo>
                    <a:pt x="1577898" y="1598202"/>
                  </a:lnTo>
                  <a:lnTo>
                    <a:pt x="1577889" y="1598191"/>
                  </a:lnTo>
                  <a:lnTo>
                    <a:pt x="1577817" y="1598180"/>
                  </a:lnTo>
                  <a:lnTo>
                    <a:pt x="1577777" y="1598188"/>
                  </a:lnTo>
                  <a:lnTo>
                    <a:pt x="1577753" y="1598206"/>
                  </a:lnTo>
                  <a:lnTo>
                    <a:pt x="1577758" y="1598235"/>
                  </a:lnTo>
                  <a:lnTo>
                    <a:pt x="1577745" y="1598267"/>
                  </a:lnTo>
                  <a:lnTo>
                    <a:pt x="1577740" y="1598282"/>
                  </a:lnTo>
                  <a:lnTo>
                    <a:pt x="1577733" y="1598307"/>
                  </a:lnTo>
                  <a:lnTo>
                    <a:pt x="1577705" y="1598304"/>
                  </a:lnTo>
                  <a:lnTo>
                    <a:pt x="1577705" y="1598282"/>
                  </a:lnTo>
                  <a:lnTo>
                    <a:pt x="1577621" y="1598194"/>
                  </a:lnTo>
                  <a:lnTo>
                    <a:pt x="1577600" y="1598147"/>
                  </a:lnTo>
                  <a:lnTo>
                    <a:pt x="1577587" y="1598096"/>
                  </a:lnTo>
                  <a:lnTo>
                    <a:pt x="1577619" y="1598087"/>
                  </a:lnTo>
                  <a:lnTo>
                    <a:pt x="1577653" y="1598076"/>
                  </a:lnTo>
                  <a:lnTo>
                    <a:pt x="1577646" y="1598053"/>
                  </a:lnTo>
                  <a:lnTo>
                    <a:pt x="1577632" y="1597999"/>
                  </a:lnTo>
                  <a:lnTo>
                    <a:pt x="1577628" y="1597989"/>
                  </a:lnTo>
                  <a:lnTo>
                    <a:pt x="1577610" y="1597930"/>
                  </a:lnTo>
                  <a:lnTo>
                    <a:pt x="1577550" y="1597923"/>
                  </a:lnTo>
                  <a:lnTo>
                    <a:pt x="1577534" y="1597905"/>
                  </a:lnTo>
                  <a:lnTo>
                    <a:pt x="1577537" y="1597860"/>
                  </a:lnTo>
                  <a:lnTo>
                    <a:pt x="1577530" y="1597770"/>
                  </a:lnTo>
                  <a:lnTo>
                    <a:pt x="1577535" y="1597721"/>
                  </a:lnTo>
                  <a:lnTo>
                    <a:pt x="1577562" y="1597656"/>
                  </a:lnTo>
                  <a:lnTo>
                    <a:pt x="1577561" y="1597616"/>
                  </a:lnTo>
                  <a:lnTo>
                    <a:pt x="1577560" y="1597578"/>
                  </a:lnTo>
                  <a:lnTo>
                    <a:pt x="1577573" y="1597411"/>
                  </a:lnTo>
                  <a:lnTo>
                    <a:pt x="1577577" y="1597379"/>
                  </a:lnTo>
                  <a:lnTo>
                    <a:pt x="1577580" y="1597361"/>
                  </a:lnTo>
                  <a:lnTo>
                    <a:pt x="1577588" y="1597293"/>
                  </a:lnTo>
                  <a:lnTo>
                    <a:pt x="1577593" y="1597259"/>
                  </a:lnTo>
                  <a:lnTo>
                    <a:pt x="1577588" y="1597165"/>
                  </a:lnTo>
                  <a:lnTo>
                    <a:pt x="1577585" y="1597138"/>
                  </a:lnTo>
                  <a:lnTo>
                    <a:pt x="1577578" y="1597088"/>
                  </a:lnTo>
                  <a:lnTo>
                    <a:pt x="1577568" y="1597020"/>
                  </a:lnTo>
                  <a:lnTo>
                    <a:pt x="1577565" y="1597013"/>
                  </a:lnTo>
                  <a:lnTo>
                    <a:pt x="1577551" y="1596959"/>
                  </a:lnTo>
                  <a:lnTo>
                    <a:pt x="1577517" y="1596837"/>
                  </a:lnTo>
                  <a:lnTo>
                    <a:pt x="1577503" y="1596801"/>
                  </a:lnTo>
                  <a:lnTo>
                    <a:pt x="1577460" y="1596689"/>
                  </a:lnTo>
                  <a:lnTo>
                    <a:pt x="1577449" y="1596661"/>
                  </a:lnTo>
                  <a:lnTo>
                    <a:pt x="1577405" y="1596556"/>
                  </a:lnTo>
                  <a:lnTo>
                    <a:pt x="1577387" y="1596462"/>
                  </a:lnTo>
                  <a:lnTo>
                    <a:pt x="1577371" y="1596409"/>
                  </a:lnTo>
                  <a:lnTo>
                    <a:pt x="1577341" y="1596401"/>
                  </a:lnTo>
                  <a:lnTo>
                    <a:pt x="1577335" y="1596420"/>
                  </a:lnTo>
                  <a:lnTo>
                    <a:pt x="1577322" y="1596461"/>
                  </a:lnTo>
                  <a:lnTo>
                    <a:pt x="1577302" y="1596546"/>
                  </a:lnTo>
                  <a:lnTo>
                    <a:pt x="1577292" y="1596579"/>
                  </a:lnTo>
                  <a:lnTo>
                    <a:pt x="1577283" y="1596610"/>
                  </a:lnTo>
                  <a:lnTo>
                    <a:pt x="1577229" y="1596609"/>
                  </a:lnTo>
                  <a:lnTo>
                    <a:pt x="1577203" y="1596588"/>
                  </a:lnTo>
                  <a:lnTo>
                    <a:pt x="1577193" y="1596580"/>
                  </a:lnTo>
                  <a:lnTo>
                    <a:pt x="1577176" y="1596565"/>
                  </a:lnTo>
                  <a:lnTo>
                    <a:pt x="1577153" y="1596516"/>
                  </a:lnTo>
                  <a:lnTo>
                    <a:pt x="1577135" y="1596478"/>
                  </a:lnTo>
                  <a:lnTo>
                    <a:pt x="1577110" y="1596428"/>
                  </a:lnTo>
                  <a:lnTo>
                    <a:pt x="1577030" y="1596332"/>
                  </a:lnTo>
                  <a:lnTo>
                    <a:pt x="1577014" y="1596317"/>
                  </a:lnTo>
                  <a:lnTo>
                    <a:pt x="1576945" y="1596249"/>
                  </a:lnTo>
                  <a:lnTo>
                    <a:pt x="1576907" y="1596213"/>
                  </a:lnTo>
                  <a:lnTo>
                    <a:pt x="1576901" y="1596210"/>
                  </a:lnTo>
                  <a:lnTo>
                    <a:pt x="1576752" y="1596316"/>
                  </a:lnTo>
                  <a:lnTo>
                    <a:pt x="1576657" y="1596382"/>
                  </a:lnTo>
                  <a:lnTo>
                    <a:pt x="1576647" y="1596388"/>
                  </a:lnTo>
                  <a:lnTo>
                    <a:pt x="1576637" y="1596395"/>
                  </a:lnTo>
                  <a:lnTo>
                    <a:pt x="1576603" y="1596419"/>
                  </a:lnTo>
                  <a:lnTo>
                    <a:pt x="1576576" y="1596438"/>
                  </a:lnTo>
                  <a:lnTo>
                    <a:pt x="1576552" y="1596455"/>
                  </a:lnTo>
                  <a:lnTo>
                    <a:pt x="1576530" y="1596470"/>
                  </a:lnTo>
                  <a:lnTo>
                    <a:pt x="1576506" y="1596487"/>
                  </a:lnTo>
                  <a:lnTo>
                    <a:pt x="1576487" y="1596500"/>
                  </a:lnTo>
                  <a:lnTo>
                    <a:pt x="1576467" y="1596515"/>
                  </a:lnTo>
                  <a:lnTo>
                    <a:pt x="1576445" y="1596530"/>
                  </a:lnTo>
                  <a:lnTo>
                    <a:pt x="1576441" y="1596533"/>
                  </a:lnTo>
                  <a:lnTo>
                    <a:pt x="1576437" y="1596536"/>
                  </a:lnTo>
                  <a:lnTo>
                    <a:pt x="1576339" y="1596605"/>
                  </a:lnTo>
                  <a:lnTo>
                    <a:pt x="1576333" y="1596609"/>
                  </a:lnTo>
                  <a:lnTo>
                    <a:pt x="1576328" y="1596613"/>
                  </a:lnTo>
                  <a:lnTo>
                    <a:pt x="1576235" y="1596678"/>
                  </a:lnTo>
                  <a:lnTo>
                    <a:pt x="1576229" y="1596683"/>
                  </a:lnTo>
                  <a:lnTo>
                    <a:pt x="1576223" y="1596687"/>
                  </a:lnTo>
                  <a:lnTo>
                    <a:pt x="1576128" y="1596754"/>
                  </a:lnTo>
                  <a:lnTo>
                    <a:pt x="1576116" y="1596762"/>
                  </a:lnTo>
                  <a:lnTo>
                    <a:pt x="1576022" y="1596828"/>
                  </a:lnTo>
                  <a:lnTo>
                    <a:pt x="1576015" y="1596833"/>
                  </a:lnTo>
                  <a:lnTo>
                    <a:pt x="1576009" y="1596838"/>
                  </a:lnTo>
                  <a:lnTo>
                    <a:pt x="1575954" y="1596876"/>
                  </a:lnTo>
                  <a:lnTo>
                    <a:pt x="1575917" y="1596902"/>
                  </a:lnTo>
                  <a:lnTo>
                    <a:pt x="1575913" y="1596905"/>
                  </a:lnTo>
                  <a:lnTo>
                    <a:pt x="1575903" y="1596912"/>
                  </a:lnTo>
                  <a:lnTo>
                    <a:pt x="1575883" y="1596926"/>
                  </a:lnTo>
                  <a:lnTo>
                    <a:pt x="1575875" y="1596932"/>
                  </a:lnTo>
                  <a:lnTo>
                    <a:pt x="1575875" y="1596937"/>
                  </a:lnTo>
                  <a:lnTo>
                    <a:pt x="1575878" y="1596952"/>
                  </a:lnTo>
                  <a:lnTo>
                    <a:pt x="1575885" y="1596986"/>
                  </a:lnTo>
                  <a:lnTo>
                    <a:pt x="1575899" y="1597046"/>
                  </a:lnTo>
                  <a:lnTo>
                    <a:pt x="1575900" y="1597051"/>
                  </a:lnTo>
                  <a:lnTo>
                    <a:pt x="1575910" y="1597146"/>
                  </a:lnTo>
                  <a:lnTo>
                    <a:pt x="1575899" y="1597175"/>
                  </a:lnTo>
                  <a:lnTo>
                    <a:pt x="1575887" y="1597206"/>
                  </a:lnTo>
                  <a:lnTo>
                    <a:pt x="1575860" y="1597229"/>
                  </a:lnTo>
                  <a:lnTo>
                    <a:pt x="1575819" y="1597227"/>
                  </a:lnTo>
                  <a:lnTo>
                    <a:pt x="1575790" y="1597211"/>
                  </a:lnTo>
                  <a:lnTo>
                    <a:pt x="1575775" y="1597222"/>
                  </a:lnTo>
                  <a:lnTo>
                    <a:pt x="1575761" y="1597301"/>
                  </a:lnTo>
                  <a:lnTo>
                    <a:pt x="1575754" y="1597325"/>
                  </a:lnTo>
                  <a:lnTo>
                    <a:pt x="1575720" y="1597441"/>
                  </a:lnTo>
                  <a:lnTo>
                    <a:pt x="1575716" y="1597457"/>
                  </a:lnTo>
                  <a:lnTo>
                    <a:pt x="1575709" y="1597480"/>
                  </a:lnTo>
                  <a:lnTo>
                    <a:pt x="1575702" y="1597581"/>
                  </a:lnTo>
                  <a:lnTo>
                    <a:pt x="1575707" y="1597619"/>
                  </a:lnTo>
                  <a:lnTo>
                    <a:pt x="1575709" y="1597723"/>
                  </a:lnTo>
                  <a:lnTo>
                    <a:pt x="1575706" y="1597781"/>
                  </a:lnTo>
                  <a:lnTo>
                    <a:pt x="1575751" y="1597822"/>
                  </a:lnTo>
                  <a:lnTo>
                    <a:pt x="1575782" y="1597836"/>
                  </a:lnTo>
                  <a:lnTo>
                    <a:pt x="1575824" y="1597827"/>
                  </a:lnTo>
                  <a:lnTo>
                    <a:pt x="1575852" y="1597824"/>
                  </a:lnTo>
                  <a:lnTo>
                    <a:pt x="1575882" y="1597840"/>
                  </a:lnTo>
                  <a:lnTo>
                    <a:pt x="1575906" y="1597883"/>
                  </a:lnTo>
                  <a:lnTo>
                    <a:pt x="1575934" y="1598011"/>
                  </a:lnTo>
                  <a:lnTo>
                    <a:pt x="1575970" y="1598203"/>
                  </a:lnTo>
                  <a:lnTo>
                    <a:pt x="1575976" y="1598220"/>
                  </a:lnTo>
                  <a:lnTo>
                    <a:pt x="1576031" y="1598390"/>
                  </a:lnTo>
                  <a:lnTo>
                    <a:pt x="1576044" y="1598424"/>
                  </a:lnTo>
                  <a:lnTo>
                    <a:pt x="1576062" y="1598471"/>
                  </a:lnTo>
                  <a:lnTo>
                    <a:pt x="1576095" y="1598503"/>
                  </a:lnTo>
                  <a:lnTo>
                    <a:pt x="1576143" y="1598534"/>
                  </a:lnTo>
                  <a:lnTo>
                    <a:pt x="1576166" y="1598541"/>
                  </a:lnTo>
                  <a:lnTo>
                    <a:pt x="1576183" y="1598543"/>
                  </a:lnTo>
                  <a:lnTo>
                    <a:pt x="1576200" y="1598531"/>
                  </a:lnTo>
                  <a:lnTo>
                    <a:pt x="1576204" y="1598527"/>
                  </a:lnTo>
                  <a:lnTo>
                    <a:pt x="1576207" y="1598521"/>
                  </a:lnTo>
                  <a:lnTo>
                    <a:pt x="1576219" y="1598495"/>
                  </a:lnTo>
                  <a:lnTo>
                    <a:pt x="1576220" y="1598489"/>
                  </a:lnTo>
                  <a:lnTo>
                    <a:pt x="1576217" y="1598479"/>
                  </a:lnTo>
                  <a:lnTo>
                    <a:pt x="1576225" y="1598432"/>
                  </a:lnTo>
                  <a:lnTo>
                    <a:pt x="1576244" y="1598418"/>
                  </a:lnTo>
                  <a:lnTo>
                    <a:pt x="1576273" y="1598403"/>
                  </a:lnTo>
                  <a:lnTo>
                    <a:pt x="1576304" y="1598423"/>
                  </a:lnTo>
                  <a:lnTo>
                    <a:pt x="1576338" y="1598444"/>
                  </a:lnTo>
                  <a:lnTo>
                    <a:pt x="1576378" y="1598549"/>
                  </a:lnTo>
                  <a:lnTo>
                    <a:pt x="1576427" y="1598675"/>
                  </a:lnTo>
                  <a:lnTo>
                    <a:pt x="1576434" y="1598701"/>
                  </a:lnTo>
                  <a:lnTo>
                    <a:pt x="1576428" y="1598736"/>
                  </a:lnTo>
                  <a:lnTo>
                    <a:pt x="1576378" y="1598765"/>
                  </a:lnTo>
                  <a:lnTo>
                    <a:pt x="1576356" y="1598771"/>
                  </a:lnTo>
                  <a:lnTo>
                    <a:pt x="1576343" y="1598775"/>
                  </a:lnTo>
                  <a:lnTo>
                    <a:pt x="1576326" y="1598766"/>
                  </a:lnTo>
                  <a:lnTo>
                    <a:pt x="1576281" y="1598801"/>
                  </a:lnTo>
                  <a:lnTo>
                    <a:pt x="1576253" y="1598826"/>
                  </a:lnTo>
                  <a:lnTo>
                    <a:pt x="1576222" y="1598854"/>
                  </a:lnTo>
                  <a:lnTo>
                    <a:pt x="1576203" y="1598894"/>
                  </a:lnTo>
                  <a:lnTo>
                    <a:pt x="1576197" y="1598908"/>
                  </a:lnTo>
                  <a:lnTo>
                    <a:pt x="1576212" y="1598940"/>
                  </a:lnTo>
                  <a:lnTo>
                    <a:pt x="1576231" y="1598960"/>
                  </a:lnTo>
                  <a:lnTo>
                    <a:pt x="1576246" y="1598939"/>
                  </a:lnTo>
                  <a:lnTo>
                    <a:pt x="1576287" y="1598895"/>
                  </a:lnTo>
                  <a:lnTo>
                    <a:pt x="1576349" y="1598864"/>
                  </a:lnTo>
                  <a:lnTo>
                    <a:pt x="1576390" y="1598872"/>
                  </a:lnTo>
                  <a:lnTo>
                    <a:pt x="1576442" y="1598857"/>
                  </a:lnTo>
                  <a:lnTo>
                    <a:pt x="1576473" y="1598835"/>
                  </a:lnTo>
                  <a:lnTo>
                    <a:pt x="1576506" y="1598812"/>
                  </a:lnTo>
                  <a:lnTo>
                    <a:pt x="1576556" y="1598795"/>
                  </a:lnTo>
                  <a:lnTo>
                    <a:pt x="1576561" y="1598784"/>
                  </a:lnTo>
                  <a:lnTo>
                    <a:pt x="1576563" y="1598755"/>
                  </a:lnTo>
                  <a:lnTo>
                    <a:pt x="1576577" y="1598744"/>
                  </a:lnTo>
                  <a:lnTo>
                    <a:pt x="1576628" y="1598725"/>
                  </a:lnTo>
                  <a:lnTo>
                    <a:pt x="1576690" y="1598728"/>
                  </a:lnTo>
                  <a:lnTo>
                    <a:pt x="1576738" y="1598734"/>
                  </a:lnTo>
                  <a:lnTo>
                    <a:pt x="1576778" y="1598760"/>
                  </a:lnTo>
                  <a:lnTo>
                    <a:pt x="1576859" y="1598812"/>
                  </a:lnTo>
                  <a:lnTo>
                    <a:pt x="1577431" y="1599401"/>
                  </a:lnTo>
                  <a:lnTo>
                    <a:pt x="1577484" y="1599465"/>
                  </a:lnTo>
                  <a:lnTo>
                    <a:pt x="1577519" y="1599523"/>
                  </a:lnTo>
                  <a:lnTo>
                    <a:pt x="1577595" y="1599539"/>
                  </a:lnTo>
                  <a:lnTo>
                    <a:pt x="1577740" y="1599641"/>
                  </a:lnTo>
                  <a:lnTo>
                    <a:pt x="1577815" y="1599707"/>
                  </a:lnTo>
                  <a:lnTo>
                    <a:pt x="1578036" y="1599832"/>
                  </a:lnTo>
                  <a:lnTo>
                    <a:pt x="1578176" y="1599681"/>
                  </a:lnTo>
                  <a:lnTo>
                    <a:pt x="1578401" y="1599495"/>
                  </a:lnTo>
                  <a:lnTo>
                    <a:pt x="1578465" y="1599337"/>
                  </a:lnTo>
                  <a:lnTo>
                    <a:pt x="1578521" y="1599197"/>
                  </a:lnTo>
                  <a:lnTo>
                    <a:pt x="1578724" y="1599037"/>
                  </a:lnTo>
                  <a:lnTo>
                    <a:pt x="1578961" y="1599127"/>
                  </a:lnTo>
                  <a:lnTo>
                    <a:pt x="1578975" y="1599147"/>
                  </a:lnTo>
                  <a:lnTo>
                    <a:pt x="1579324" y="1599630"/>
                  </a:lnTo>
                  <a:lnTo>
                    <a:pt x="1579410" y="1599730"/>
                  </a:lnTo>
                  <a:lnTo>
                    <a:pt x="1579444" y="1599760"/>
                  </a:lnTo>
                  <a:lnTo>
                    <a:pt x="1579475" y="1599787"/>
                  </a:lnTo>
                  <a:lnTo>
                    <a:pt x="1579488" y="1599799"/>
                  </a:lnTo>
                  <a:lnTo>
                    <a:pt x="1579497" y="1599807"/>
                  </a:lnTo>
                  <a:lnTo>
                    <a:pt x="1579584" y="1599881"/>
                  </a:lnTo>
                  <a:lnTo>
                    <a:pt x="1579655" y="1599950"/>
                  </a:lnTo>
                  <a:lnTo>
                    <a:pt x="1579693" y="1600013"/>
                  </a:lnTo>
                  <a:lnTo>
                    <a:pt x="1579705" y="1600066"/>
                  </a:lnTo>
                  <a:lnTo>
                    <a:pt x="1579767" y="1600186"/>
                  </a:lnTo>
                  <a:lnTo>
                    <a:pt x="1579828" y="1600288"/>
                  </a:lnTo>
                  <a:lnTo>
                    <a:pt x="1579853" y="1600329"/>
                  </a:lnTo>
                  <a:lnTo>
                    <a:pt x="1579903" y="1600411"/>
                  </a:lnTo>
                  <a:lnTo>
                    <a:pt x="1580050" y="1600669"/>
                  </a:lnTo>
                  <a:lnTo>
                    <a:pt x="1580089" y="1600784"/>
                  </a:lnTo>
                  <a:lnTo>
                    <a:pt x="1580095" y="1600803"/>
                  </a:lnTo>
                  <a:lnTo>
                    <a:pt x="1580196" y="1601090"/>
                  </a:lnTo>
                  <a:lnTo>
                    <a:pt x="1580250" y="1601250"/>
                  </a:lnTo>
                  <a:lnTo>
                    <a:pt x="1580248" y="1601342"/>
                  </a:lnTo>
                  <a:lnTo>
                    <a:pt x="1580240" y="1601355"/>
                  </a:lnTo>
                  <a:lnTo>
                    <a:pt x="1580215" y="1601371"/>
                  </a:lnTo>
                  <a:lnTo>
                    <a:pt x="1580208" y="1601374"/>
                  </a:lnTo>
                  <a:lnTo>
                    <a:pt x="1580196" y="1601378"/>
                  </a:lnTo>
                  <a:lnTo>
                    <a:pt x="1580180" y="1601370"/>
                  </a:lnTo>
                  <a:lnTo>
                    <a:pt x="1580032" y="1601257"/>
                  </a:lnTo>
                  <a:lnTo>
                    <a:pt x="1580028" y="1601254"/>
                  </a:lnTo>
                  <a:lnTo>
                    <a:pt x="1580022" y="1601250"/>
                  </a:lnTo>
                  <a:lnTo>
                    <a:pt x="1580017" y="1601246"/>
                  </a:lnTo>
                  <a:lnTo>
                    <a:pt x="1580008" y="1601243"/>
                  </a:lnTo>
                  <a:lnTo>
                    <a:pt x="1580002" y="1601254"/>
                  </a:lnTo>
                  <a:lnTo>
                    <a:pt x="1580001" y="1601265"/>
                  </a:lnTo>
                  <a:lnTo>
                    <a:pt x="1580022" y="1601287"/>
                  </a:lnTo>
                  <a:lnTo>
                    <a:pt x="1580099" y="1601364"/>
                  </a:lnTo>
                  <a:lnTo>
                    <a:pt x="1580118" y="1601379"/>
                  </a:lnTo>
                  <a:lnTo>
                    <a:pt x="1580124" y="1601384"/>
                  </a:lnTo>
                  <a:lnTo>
                    <a:pt x="1580167" y="1601405"/>
                  </a:lnTo>
                  <a:lnTo>
                    <a:pt x="1580211" y="1601426"/>
                  </a:lnTo>
                  <a:lnTo>
                    <a:pt x="1580250" y="1601424"/>
                  </a:lnTo>
                  <a:lnTo>
                    <a:pt x="1580271" y="1601418"/>
                  </a:lnTo>
                  <a:lnTo>
                    <a:pt x="1580292" y="1601417"/>
                  </a:lnTo>
                  <a:lnTo>
                    <a:pt x="1580298" y="1601407"/>
                  </a:lnTo>
                  <a:lnTo>
                    <a:pt x="1580313" y="1601404"/>
                  </a:lnTo>
                  <a:lnTo>
                    <a:pt x="1580353" y="1601416"/>
                  </a:lnTo>
                  <a:lnTo>
                    <a:pt x="1580367" y="1601421"/>
                  </a:lnTo>
                  <a:lnTo>
                    <a:pt x="1580407" y="1601438"/>
                  </a:lnTo>
                  <a:lnTo>
                    <a:pt x="1580421" y="1601449"/>
                  </a:lnTo>
                  <a:lnTo>
                    <a:pt x="1580461" y="1601478"/>
                  </a:lnTo>
                  <a:lnTo>
                    <a:pt x="1580470" y="1601486"/>
                  </a:lnTo>
                  <a:lnTo>
                    <a:pt x="1580495" y="1601526"/>
                  </a:lnTo>
                  <a:lnTo>
                    <a:pt x="1580533" y="1601591"/>
                  </a:lnTo>
                  <a:lnTo>
                    <a:pt x="1580538" y="1601601"/>
                  </a:lnTo>
                  <a:lnTo>
                    <a:pt x="1580592" y="1601714"/>
                  </a:lnTo>
                  <a:lnTo>
                    <a:pt x="1580605" y="1601741"/>
                  </a:lnTo>
                  <a:lnTo>
                    <a:pt x="1580625" y="1601800"/>
                  </a:lnTo>
                  <a:lnTo>
                    <a:pt x="1580664" y="1601916"/>
                  </a:lnTo>
                  <a:lnTo>
                    <a:pt x="1580696" y="1602009"/>
                  </a:lnTo>
                  <a:lnTo>
                    <a:pt x="1580708" y="1602047"/>
                  </a:lnTo>
                  <a:lnTo>
                    <a:pt x="1580770" y="1602246"/>
                  </a:lnTo>
                  <a:lnTo>
                    <a:pt x="1580807" y="1602365"/>
                  </a:lnTo>
                  <a:lnTo>
                    <a:pt x="1580823" y="1602418"/>
                  </a:lnTo>
                  <a:lnTo>
                    <a:pt x="1580871" y="1602504"/>
                  </a:lnTo>
                  <a:lnTo>
                    <a:pt x="1580915" y="1602632"/>
                  </a:lnTo>
                  <a:lnTo>
                    <a:pt x="1580903" y="1602707"/>
                  </a:lnTo>
                  <a:lnTo>
                    <a:pt x="1580894" y="1602801"/>
                  </a:lnTo>
                  <a:lnTo>
                    <a:pt x="1580893" y="1602819"/>
                  </a:lnTo>
                  <a:lnTo>
                    <a:pt x="1580946" y="1602887"/>
                  </a:lnTo>
                  <a:lnTo>
                    <a:pt x="1580970" y="1602910"/>
                  </a:lnTo>
                  <a:lnTo>
                    <a:pt x="1581000" y="1602906"/>
                  </a:lnTo>
                  <a:lnTo>
                    <a:pt x="1581039" y="1602971"/>
                  </a:lnTo>
                  <a:lnTo>
                    <a:pt x="1581054" y="1602996"/>
                  </a:lnTo>
                  <a:lnTo>
                    <a:pt x="1581080" y="1603041"/>
                  </a:lnTo>
                  <a:lnTo>
                    <a:pt x="1581107" y="1603107"/>
                  </a:lnTo>
                  <a:lnTo>
                    <a:pt x="1581266" y="1603453"/>
                  </a:lnTo>
                  <a:lnTo>
                    <a:pt x="1581298" y="1603507"/>
                  </a:lnTo>
                  <a:lnTo>
                    <a:pt x="1581383" y="1603658"/>
                  </a:lnTo>
                  <a:lnTo>
                    <a:pt x="1581442" y="1603763"/>
                  </a:lnTo>
                  <a:lnTo>
                    <a:pt x="1581465" y="1603827"/>
                  </a:lnTo>
                  <a:lnTo>
                    <a:pt x="1581472" y="1603847"/>
                  </a:lnTo>
                  <a:lnTo>
                    <a:pt x="1581475" y="1603858"/>
                  </a:lnTo>
                  <a:lnTo>
                    <a:pt x="1581485" y="1603885"/>
                  </a:lnTo>
                  <a:lnTo>
                    <a:pt x="1581488" y="1603893"/>
                  </a:lnTo>
                  <a:lnTo>
                    <a:pt x="1581500" y="1603932"/>
                  </a:lnTo>
                  <a:lnTo>
                    <a:pt x="1581512" y="1603965"/>
                  </a:lnTo>
                  <a:lnTo>
                    <a:pt x="1581513" y="1603992"/>
                  </a:lnTo>
                  <a:lnTo>
                    <a:pt x="1581515" y="1604060"/>
                  </a:lnTo>
                  <a:lnTo>
                    <a:pt x="1581517" y="1604082"/>
                  </a:lnTo>
                  <a:lnTo>
                    <a:pt x="1581516" y="1604095"/>
                  </a:lnTo>
                  <a:lnTo>
                    <a:pt x="1581513" y="1604105"/>
                  </a:lnTo>
                  <a:lnTo>
                    <a:pt x="1581499" y="1604213"/>
                  </a:lnTo>
                  <a:lnTo>
                    <a:pt x="1581450" y="1604294"/>
                  </a:lnTo>
                  <a:lnTo>
                    <a:pt x="1581386" y="1604336"/>
                  </a:lnTo>
                  <a:lnTo>
                    <a:pt x="1581380" y="1604341"/>
                  </a:lnTo>
                  <a:lnTo>
                    <a:pt x="1581320" y="1604458"/>
                  </a:lnTo>
                  <a:lnTo>
                    <a:pt x="1581304" y="1604496"/>
                  </a:lnTo>
                  <a:lnTo>
                    <a:pt x="1581278" y="1604557"/>
                  </a:lnTo>
                  <a:lnTo>
                    <a:pt x="1581264" y="1604599"/>
                  </a:lnTo>
                  <a:lnTo>
                    <a:pt x="1581261" y="1604608"/>
                  </a:lnTo>
                  <a:lnTo>
                    <a:pt x="1581235" y="1604684"/>
                  </a:lnTo>
                  <a:lnTo>
                    <a:pt x="1581229" y="1604700"/>
                  </a:lnTo>
                  <a:lnTo>
                    <a:pt x="1581218" y="1604733"/>
                  </a:lnTo>
                  <a:lnTo>
                    <a:pt x="1581209" y="1604761"/>
                  </a:lnTo>
                  <a:lnTo>
                    <a:pt x="1581145" y="1605072"/>
                  </a:lnTo>
                  <a:lnTo>
                    <a:pt x="1581105" y="1605287"/>
                  </a:lnTo>
                  <a:lnTo>
                    <a:pt x="1581095" y="1605342"/>
                  </a:lnTo>
                  <a:lnTo>
                    <a:pt x="1581086" y="1605366"/>
                  </a:lnTo>
                  <a:lnTo>
                    <a:pt x="1581056" y="1605452"/>
                  </a:lnTo>
                  <a:lnTo>
                    <a:pt x="1581033" y="1605514"/>
                  </a:lnTo>
                  <a:lnTo>
                    <a:pt x="1581018" y="1605645"/>
                  </a:lnTo>
                  <a:lnTo>
                    <a:pt x="1581015" y="1605662"/>
                  </a:lnTo>
                  <a:lnTo>
                    <a:pt x="1580987" y="1605892"/>
                  </a:lnTo>
                  <a:lnTo>
                    <a:pt x="1580981" y="1605947"/>
                  </a:lnTo>
                  <a:lnTo>
                    <a:pt x="1580931" y="1606380"/>
                  </a:lnTo>
                  <a:lnTo>
                    <a:pt x="1580902" y="1606431"/>
                  </a:lnTo>
                  <a:lnTo>
                    <a:pt x="1580854" y="1606452"/>
                  </a:lnTo>
                  <a:lnTo>
                    <a:pt x="1580771" y="1606438"/>
                  </a:lnTo>
                  <a:lnTo>
                    <a:pt x="1580755" y="1606435"/>
                  </a:lnTo>
                  <a:lnTo>
                    <a:pt x="1580687" y="1606428"/>
                  </a:lnTo>
                  <a:lnTo>
                    <a:pt x="1580672" y="1606428"/>
                  </a:lnTo>
                  <a:lnTo>
                    <a:pt x="1580659" y="1606429"/>
                  </a:lnTo>
                  <a:lnTo>
                    <a:pt x="1580642" y="1606434"/>
                  </a:lnTo>
                  <a:lnTo>
                    <a:pt x="1580613" y="1606447"/>
                  </a:lnTo>
                  <a:lnTo>
                    <a:pt x="1580587" y="1606461"/>
                  </a:lnTo>
                  <a:lnTo>
                    <a:pt x="1580569" y="1606471"/>
                  </a:lnTo>
                  <a:lnTo>
                    <a:pt x="1580557" y="1606478"/>
                  </a:lnTo>
                  <a:lnTo>
                    <a:pt x="1580530" y="1606499"/>
                  </a:lnTo>
                  <a:lnTo>
                    <a:pt x="1580519" y="1606509"/>
                  </a:lnTo>
                  <a:lnTo>
                    <a:pt x="1580513" y="1606515"/>
                  </a:lnTo>
                  <a:lnTo>
                    <a:pt x="1580477" y="1606553"/>
                  </a:lnTo>
                  <a:lnTo>
                    <a:pt x="1580447" y="1606587"/>
                  </a:lnTo>
                  <a:lnTo>
                    <a:pt x="1580391" y="1606648"/>
                  </a:lnTo>
                  <a:lnTo>
                    <a:pt x="1580334" y="1606722"/>
                  </a:lnTo>
                  <a:lnTo>
                    <a:pt x="1580312" y="1606751"/>
                  </a:lnTo>
                  <a:lnTo>
                    <a:pt x="1580279" y="1606793"/>
                  </a:lnTo>
                  <a:lnTo>
                    <a:pt x="1580254" y="1606832"/>
                  </a:lnTo>
                  <a:lnTo>
                    <a:pt x="1580245" y="1606846"/>
                  </a:lnTo>
                  <a:lnTo>
                    <a:pt x="1580197" y="1606918"/>
                  </a:lnTo>
                  <a:lnTo>
                    <a:pt x="1580171" y="1606959"/>
                  </a:lnTo>
                  <a:lnTo>
                    <a:pt x="1580143" y="1606997"/>
                  </a:lnTo>
                  <a:lnTo>
                    <a:pt x="1580107" y="1607039"/>
                  </a:lnTo>
                  <a:lnTo>
                    <a:pt x="1580102" y="1607046"/>
                  </a:lnTo>
                  <a:lnTo>
                    <a:pt x="1580070" y="1607083"/>
                  </a:lnTo>
                  <a:lnTo>
                    <a:pt x="1580050" y="1607106"/>
                  </a:lnTo>
                  <a:lnTo>
                    <a:pt x="1580037" y="1607121"/>
                  </a:lnTo>
                  <a:lnTo>
                    <a:pt x="1580004" y="1607152"/>
                  </a:lnTo>
                  <a:lnTo>
                    <a:pt x="1579994" y="1607161"/>
                  </a:lnTo>
                  <a:lnTo>
                    <a:pt x="1579974" y="1607180"/>
                  </a:lnTo>
                  <a:lnTo>
                    <a:pt x="1579966" y="1607187"/>
                  </a:lnTo>
                  <a:lnTo>
                    <a:pt x="1579893" y="1607225"/>
                  </a:lnTo>
                  <a:lnTo>
                    <a:pt x="1579864" y="1607244"/>
                  </a:lnTo>
                  <a:lnTo>
                    <a:pt x="1579763" y="1607300"/>
                  </a:lnTo>
                  <a:lnTo>
                    <a:pt x="1579756" y="1607306"/>
                  </a:lnTo>
                  <a:lnTo>
                    <a:pt x="1579718" y="1607348"/>
                  </a:lnTo>
                  <a:lnTo>
                    <a:pt x="1579704" y="1607358"/>
                  </a:lnTo>
                  <a:lnTo>
                    <a:pt x="1579690" y="1607364"/>
                  </a:lnTo>
                  <a:lnTo>
                    <a:pt x="1579684" y="1607367"/>
                  </a:lnTo>
                  <a:lnTo>
                    <a:pt x="1579676" y="1607370"/>
                  </a:lnTo>
                  <a:lnTo>
                    <a:pt x="1579634" y="1607415"/>
                  </a:lnTo>
                  <a:lnTo>
                    <a:pt x="1579534" y="1607514"/>
                  </a:lnTo>
                  <a:lnTo>
                    <a:pt x="1579516" y="1607533"/>
                  </a:lnTo>
                  <a:lnTo>
                    <a:pt x="1579290" y="1607795"/>
                  </a:lnTo>
                  <a:lnTo>
                    <a:pt x="1579145" y="1608048"/>
                  </a:lnTo>
                  <a:lnTo>
                    <a:pt x="1579060" y="1608197"/>
                  </a:lnTo>
                  <a:lnTo>
                    <a:pt x="1579021" y="1608285"/>
                  </a:lnTo>
                  <a:lnTo>
                    <a:pt x="1579007" y="1608315"/>
                  </a:lnTo>
                  <a:lnTo>
                    <a:pt x="1578985" y="1608364"/>
                  </a:lnTo>
                  <a:lnTo>
                    <a:pt x="1578956" y="1608429"/>
                  </a:lnTo>
                  <a:lnTo>
                    <a:pt x="1578938" y="1608468"/>
                  </a:lnTo>
                  <a:lnTo>
                    <a:pt x="1578930" y="1608491"/>
                  </a:lnTo>
                  <a:lnTo>
                    <a:pt x="1578907" y="1608552"/>
                  </a:lnTo>
                  <a:lnTo>
                    <a:pt x="1578873" y="1608642"/>
                  </a:lnTo>
                  <a:lnTo>
                    <a:pt x="1578871" y="1608648"/>
                  </a:lnTo>
                  <a:lnTo>
                    <a:pt x="1578868" y="1608665"/>
                  </a:lnTo>
                  <a:lnTo>
                    <a:pt x="1578860" y="1608699"/>
                  </a:lnTo>
                  <a:lnTo>
                    <a:pt x="1578850" y="1608740"/>
                  </a:lnTo>
                  <a:lnTo>
                    <a:pt x="1578838" y="1608789"/>
                  </a:lnTo>
                  <a:lnTo>
                    <a:pt x="1578801" y="1608941"/>
                  </a:lnTo>
                  <a:lnTo>
                    <a:pt x="1578776" y="1609115"/>
                  </a:lnTo>
                  <a:lnTo>
                    <a:pt x="1578757" y="1609240"/>
                  </a:lnTo>
                  <a:lnTo>
                    <a:pt x="1578786" y="1609347"/>
                  </a:lnTo>
                  <a:lnTo>
                    <a:pt x="1578788" y="1609352"/>
                  </a:lnTo>
                  <a:lnTo>
                    <a:pt x="1578795" y="1609373"/>
                  </a:lnTo>
                  <a:lnTo>
                    <a:pt x="1578803" y="1609399"/>
                  </a:lnTo>
                  <a:lnTo>
                    <a:pt x="1578819" y="1609448"/>
                  </a:lnTo>
                  <a:lnTo>
                    <a:pt x="1578817" y="1609498"/>
                  </a:lnTo>
                  <a:lnTo>
                    <a:pt x="1578811" y="1609506"/>
                  </a:lnTo>
                  <a:lnTo>
                    <a:pt x="1578761" y="1609506"/>
                  </a:lnTo>
                  <a:lnTo>
                    <a:pt x="1578727" y="1609485"/>
                  </a:lnTo>
                  <a:lnTo>
                    <a:pt x="1578648" y="1609420"/>
                  </a:lnTo>
                  <a:lnTo>
                    <a:pt x="1578628" y="1609434"/>
                  </a:lnTo>
                  <a:lnTo>
                    <a:pt x="1578528" y="1609501"/>
                  </a:lnTo>
                  <a:lnTo>
                    <a:pt x="1578404" y="1609612"/>
                  </a:lnTo>
                  <a:lnTo>
                    <a:pt x="1578384" y="1609629"/>
                  </a:lnTo>
                  <a:lnTo>
                    <a:pt x="1578246" y="1609802"/>
                  </a:lnTo>
                  <a:lnTo>
                    <a:pt x="1578160" y="1609909"/>
                  </a:lnTo>
                  <a:lnTo>
                    <a:pt x="1578078" y="1610065"/>
                  </a:lnTo>
                  <a:lnTo>
                    <a:pt x="1578045" y="1610128"/>
                  </a:lnTo>
                  <a:lnTo>
                    <a:pt x="1578012" y="1610191"/>
                  </a:lnTo>
                  <a:lnTo>
                    <a:pt x="1577999" y="1610228"/>
                  </a:lnTo>
                  <a:lnTo>
                    <a:pt x="1577997" y="1610237"/>
                  </a:lnTo>
                  <a:lnTo>
                    <a:pt x="1577991" y="1610267"/>
                  </a:lnTo>
                  <a:lnTo>
                    <a:pt x="1577967" y="1610301"/>
                  </a:lnTo>
                  <a:lnTo>
                    <a:pt x="1577961" y="1610309"/>
                  </a:lnTo>
                  <a:lnTo>
                    <a:pt x="1577846" y="1610394"/>
                  </a:lnTo>
                  <a:lnTo>
                    <a:pt x="1577824" y="1610406"/>
                  </a:lnTo>
                  <a:lnTo>
                    <a:pt x="1577819" y="1610410"/>
                  </a:lnTo>
                  <a:lnTo>
                    <a:pt x="1577812" y="1610408"/>
                  </a:lnTo>
                  <a:lnTo>
                    <a:pt x="1577797" y="1610404"/>
                  </a:lnTo>
                  <a:lnTo>
                    <a:pt x="1577774" y="1610413"/>
                  </a:lnTo>
                  <a:lnTo>
                    <a:pt x="1577758" y="1610443"/>
                  </a:lnTo>
                  <a:lnTo>
                    <a:pt x="1577738" y="1610480"/>
                  </a:lnTo>
                  <a:lnTo>
                    <a:pt x="1577720" y="1610532"/>
                  </a:lnTo>
                  <a:lnTo>
                    <a:pt x="1577710" y="1610564"/>
                  </a:lnTo>
                  <a:lnTo>
                    <a:pt x="1577698" y="1610631"/>
                  </a:lnTo>
                  <a:lnTo>
                    <a:pt x="1577680" y="1610695"/>
                  </a:lnTo>
                  <a:lnTo>
                    <a:pt x="1577655" y="1610786"/>
                  </a:lnTo>
                  <a:lnTo>
                    <a:pt x="1577608" y="1610949"/>
                  </a:lnTo>
                  <a:lnTo>
                    <a:pt x="1577590" y="1611008"/>
                  </a:lnTo>
                  <a:lnTo>
                    <a:pt x="1577560" y="1611071"/>
                  </a:lnTo>
                  <a:lnTo>
                    <a:pt x="1577496" y="1611152"/>
                  </a:lnTo>
                  <a:lnTo>
                    <a:pt x="1577487" y="1611162"/>
                  </a:lnTo>
                  <a:lnTo>
                    <a:pt x="1577386" y="1611237"/>
                  </a:lnTo>
                  <a:lnTo>
                    <a:pt x="1577206" y="1611370"/>
                  </a:lnTo>
                  <a:lnTo>
                    <a:pt x="1577130" y="1611426"/>
                  </a:lnTo>
                  <a:lnTo>
                    <a:pt x="1577072" y="1611468"/>
                  </a:lnTo>
                  <a:lnTo>
                    <a:pt x="1577047" y="1611487"/>
                  </a:lnTo>
                  <a:lnTo>
                    <a:pt x="1576932" y="1611571"/>
                  </a:lnTo>
                  <a:lnTo>
                    <a:pt x="1576802" y="1611615"/>
                  </a:lnTo>
                  <a:lnTo>
                    <a:pt x="1576790" y="1611612"/>
                  </a:lnTo>
                  <a:lnTo>
                    <a:pt x="1576785" y="1611613"/>
                  </a:lnTo>
                  <a:lnTo>
                    <a:pt x="1576772" y="1611616"/>
                  </a:lnTo>
                  <a:lnTo>
                    <a:pt x="1576758" y="1611622"/>
                  </a:lnTo>
                  <a:lnTo>
                    <a:pt x="1576678" y="1611659"/>
                  </a:lnTo>
                  <a:lnTo>
                    <a:pt x="1576663" y="1611668"/>
                  </a:lnTo>
                  <a:lnTo>
                    <a:pt x="1576581" y="1611736"/>
                  </a:lnTo>
                  <a:lnTo>
                    <a:pt x="1576575" y="1611741"/>
                  </a:lnTo>
                  <a:lnTo>
                    <a:pt x="1576563" y="1611753"/>
                  </a:lnTo>
                  <a:lnTo>
                    <a:pt x="1576551" y="1611765"/>
                  </a:lnTo>
                  <a:lnTo>
                    <a:pt x="1576539" y="1611777"/>
                  </a:lnTo>
                  <a:lnTo>
                    <a:pt x="1576522" y="1611795"/>
                  </a:lnTo>
                  <a:lnTo>
                    <a:pt x="1576516" y="1611801"/>
                  </a:lnTo>
                  <a:lnTo>
                    <a:pt x="1576501" y="1611817"/>
                  </a:lnTo>
                  <a:lnTo>
                    <a:pt x="1576494" y="1611829"/>
                  </a:lnTo>
                  <a:lnTo>
                    <a:pt x="1576477" y="1611850"/>
                  </a:lnTo>
                  <a:lnTo>
                    <a:pt x="1576474" y="1611855"/>
                  </a:lnTo>
                  <a:lnTo>
                    <a:pt x="1576470" y="1611862"/>
                  </a:lnTo>
                  <a:lnTo>
                    <a:pt x="1576462" y="1611874"/>
                  </a:lnTo>
                  <a:lnTo>
                    <a:pt x="1576455" y="1611882"/>
                  </a:lnTo>
                  <a:lnTo>
                    <a:pt x="1576441" y="1611898"/>
                  </a:lnTo>
                  <a:lnTo>
                    <a:pt x="1576418" y="1611926"/>
                  </a:lnTo>
                  <a:lnTo>
                    <a:pt x="1576409" y="1611941"/>
                  </a:lnTo>
                  <a:lnTo>
                    <a:pt x="1576400" y="1611958"/>
                  </a:lnTo>
                  <a:lnTo>
                    <a:pt x="1576388" y="1611977"/>
                  </a:lnTo>
                  <a:lnTo>
                    <a:pt x="1576376" y="1611993"/>
                  </a:lnTo>
                  <a:lnTo>
                    <a:pt x="1576356" y="1612021"/>
                  </a:lnTo>
                  <a:lnTo>
                    <a:pt x="1576271" y="1612135"/>
                  </a:lnTo>
                  <a:lnTo>
                    <a:pt x="1576150" y="1612298"/>
                  </a:lnTo>
                  <a:lnTo>
                    <a:pt x="1575868" y="1612338"/>
                  </a:lnTo>
                  <a:lnTo>
                    <a:pt x="1575516" y="1612243"/>
                  </a:lnTo>
                  <a:lnTo>
                    <a:pt x="1575121" y="1612136"/>
                  </a:lnTo>
                  <a:lnTo>
                    <a:pt x="1575087" y="1612127"/>
                  </a:lnTo>
                  <a:lnTo>
                    <a:pt x="1575007" y="1612121"/>
                  </a:lnTo>
                  <a:lnTo>
                    <a:pt x="1574998" y="1612119"/>
                  </a:lnTo>
                  <a:lnTo>
                    <a:pt x="1574988" y="1612118"/>
                  </a:lnTo>
                  <a:lnTo>
                    <a:pt x="1574982" y="1612118"/>
                  </a:lnTo>
                  <a:lnTo>
                    <a:pt x="1574972" y="1612117"/>
                  </a:lnTo>
                  <a:lnTo>
                    <a:pt x="1574962" y="1612116"/>
                  </a:lnTo>
                  <a:lnTo>
                    <a:pt x="1574954" y="1612116"/>
                  </a:lnTo>
                  <a:lnTo>
                    <a:pt x="1574941" y="1612117"/>
                  </a:lnTo>
                  <a:lnTo>
                    <a:pt x="1574925" y="1612119"/>
                  </a:lnTo>
                  <a:lnTo>
                    <a:pt x="1574916" y="1612120"/>
                  </a:lnTo>
                  <a:lnTo>
                    <a:pt x="1574907" y="1612122"/>
                  </a:lnTo>
                  <a:lnTo>
                    <a:pt x="1574902" y="1612123"/>
                  </a:lnTo>
                  <a:lnTo>
                    <a:pt x="1574881" y="1612127"/>
                  </a:lnTo>
                  <a:lnTo>
                    <a:pt x="1574873" y="1612129"/>
                  </a:lnTo>
                  <a:lnTo>
                    <a:pt x="1574857" y="1612132"/>
                  </a:lnTo>
                  <a:lnTo>
                    <a:pt x="1574833" y="1612137"/>
                  </a:lnTo>
                  <a:lnTo>
                    <a:pt x="1574812" y="1612143"/>
                  </a:lnTo>
                  <a:lnTo>
                    <a:pt x="1574800" y="1612150"/>
                  </a:lnTo>
                  <a:lnTo>
                    <a:pt x="1574794" y="1612153"/>
                  </a:lnTo>
                  <a:lnTo>
                    <a:pt x="1574776" y="1612164"/>
                  </a:lnTo>
                  <a:lnTo>
                    <a:pt x="1574748" y="1612192"/>
                  </a:lnTo>
                  <a:lnTo>
                    <a:pt x="1574613" y="1612328"/>
                  </a:lnTo>
                  <a:lnTo>
                    <a:pt x="1574512" y="1612510"/>
                  </a:lnTo>
                  <a:lnTo>
                    <a:pt x="1574492" y="1612534"/>
                  </a:lnTo>
                  <a:lnTo>
                    <a:pt x="1574483" y="1612544"/>
                  </a:lnTo>
                  <a:lnTo>
                    <a:pt x="1574475" y="1612554"/>
                  </a:lnTo>
                  <a:lnTo>
                    <a:pt x="1574466" y="1612562"/>
                  </a:lnTo>
                  <a:lnTo>
                    <a:pt x="1574446" y="1612573"/>
                  </a:lnTo>
                  <a:lnTo>
                    <a:pt x="1574425" y="1612584"/>
                  </a:lnTo>
                  <a:lnTo>
                    <a:pt x="1574405" y="1612592"/>
                  </a:lnTo>
                  <a:lnTo>
                    <a:pt x="1574390" y="1612594"/>
                  </a:lnTo>
                  <a:lnTo>
                    <a:pt x="1574381" y="1612594"/>
                  </a:lnTo>
                  <a:lnTo>
                    <a:pt x="1574372" y="1612594"/>
                  </a:lnTo>
                  <a:lnTo>
                    <a:pt x="1574352" y="1612594"/>
                  </a:lnTo>
                  <a:lnTo>
                    <a:pt x="1574343" y="1612593"/>
                  </a:lnTo>
                  <a:lnTo>
                    <a:pt x="1574330" y="1612592"/>
                  </a:lnTo>
                  <a:lnTo>
                    <a:pt x="1574321" y="1612590"/>
                  </a:lnTo>
                  <a:lnTo>
                    <a:pt x="1574310" y="1612585"/>
                  </a:lnTo>
                  <a:lnTo>
                    <a:pt x="1574305" y="1612561"/>
                  </a:lnTo>
                  <a:lnTo>
                    <a:pt x="1574308" y="1612540"/>
                  </a:lnTo>
                  <a:lnTo>
                    <a:pt x="1574297" y="1612522"/>
                  </a:lnTo>
                  <a:lnTo>
                    <a:pt x="1574279" y="1612523"/>
                  </a:lnTo>
                  <a:lnTo>
                    <a:pt x="1574262" y="1612535"/>
                  </a:lnTo>
                  <a:lnTo>
                    <a:pt x="1574226" y="1612561"/>
                  </a:lnTo>
                  <a:lnTo>
                    <a:pt x="1574215" y="1612570"/>
                  </a:lnTo>
                  <a:lnTo>
                    <a:pt x="1574177" y="1612606"/>
                  </a:lnTo>
                  <a:lnTo>
                    <a:pt x="1574169" y="1612615"/>
                  </a:lnTo>
                  <a:lnTo>
                    <a:pt x="1574166" y="1612619"/>
                  </a:lnTo>
                  <a:lnTo>
                    <a:pt x="1574159" y="1612627"/>
                  </a:lnTo>
                  <a:lnTo>
                    <a:pt x="1574127" y="1612672"/>
                  </a:lnTo>
                  <a:lnTo>
                    <a:pt x="1573952" y="1612913"/>
                  </a:lnTo>
                  <a:lnTo>
                    <a:pt x="1573940" y="1612939"/>
                  </a:lnTo>
                  <a:lnTo>
                    <a:pt x="1573920" y="1612985"/>
                  </a:lnTo>
                  <a:lnTo>
                    <a:pt x="1573909" y="1613009"/>
                  </a:lnTo>
                  <a:lnTo>
                    <a:pt x="1573904" y="1613023"/>
                  </a:lnTo>
                  <a:lnTo>
                    <a:pt x="1573897" y="1613043"/>
                  </a:lnTo>
                  <a:lnTo>
                    <a:pt x="1573897" y="1613099"/>
                  </a:lnTo>
                  <a:lnTo>
                    <a:pt x="1573909" y="1613160"/>
                  </a:lnTo>
                  <a:lnTo>
                    <a:pt x="1573911" y="1613169"/>
                  </a:lnTo>
                  <a:lnTo>
                    <a:pt x="1573910" y="1613204"/>
                  </a:lnTo>
                  <a:lnTo>
                    <a:pt x="1573905" y="1613218"/>
                  </a:lnTo>
                  <a:lnTo>
                    <a:pt x="1573892" y="1613228"/>
                  </a:lnTo>
                  <a:lnTo>
                    <a:pt x="1573888" y="1613233"/>
                  </a:lnTo>
                  <a:lnTo>
                    <a:pt x="1573880" y="1613239"/>
                  </a:lnTo>
                  <a:lnTo>
                    <a:pt x="1573873" y="1613245"/>
                  </a:lnTo>
                  <a:lnTo>
                    <a:pt x="1573810" y="1613272"/>
                  </a:lnTo>
                  <a:lnTo>
                    <a:pt x="1573536" y="1613324"/>
                  </a:lnTo>
                  <a:lnTo>
                    <a:pt x="1573371" y="1613348"/>
                  </a:lnTo>
                  <a:lnTo>
                    <a:pt x="1572976" y="1614059"/>
                  </a:lnTo>
                  <a:lnTo>
                    <a:pt x="1572762" y="1614159"/>
                  </a:lnTo>
                  <a:lnTo>
                    <a:pt x="1572359" y="1614349"/>
                  </a:lnTo>
                  <a:lnTo>
                    <a:pt x="1571999" y="1614519"/>
                  </a:lnTo>
                  <a:lnTo>
                    <a:pt x="1571575" y="1614478"/>
                  </a:lnTo>
                  <a:lnTo>
                    <a:pt x="1571576" y="1614470"/>
                  </a:lnTo>
                  <a:lnTo>
                    <a:pt x="1571579" y="1614460"/>
                  </a:lnTo>
                  <a:lnTo>
                    <a:pt x="1571578" y="1614436"/>
                  </a:lnTo>
                  <a:lnTo>
                    <a:pt x="1571575" y="1614421"/>
                  </a:lnTo>
                  <a:lnTo>
                    <a:pt x="1571568" y="1614379"/>
                  </a:lnTo>
                  <a:lnTo>
                    <a:pt x="1571517" y="1614329"/>
                  </a:lnTo>
                  <a:lnTo>
                    <a:pt x="1571374" y="1614293"/>
                  </a:lnTo>
                  <a:lnTo>
                    <a:pt x="1571296" y="1614298"/>
                  </a:lnTo>
                  <a:lnTo>
                    <a:pt x="1571247" y="1614307"/>
                  </a:lnTo>
                  <a:lnTo>
                    <a:pt x="1571222" y="1614314"/>
                  </a:lnTo>
                  <a:lnTo>
                    <a:pt x="1571214" y="1614317"/>
                  </a:lnTo>
                  <a:lnTo>
                    <a:pt x="1571168" y="1614370"/>
                  </a:lnTo>
                  <a:lnTo>
                    <a:pt x="1571101" y="1614447"/>
                  </a:lnTo>
                  <a:lnTo>
                    <a:pt x="1570948" y="1614642"/>
                  </a:lnTo>
                  <a:lnTo>
                    <a:pt x="1570937" y="1614660"/>
                  </a:lnTo>
                  <a:lnTo>
                    <a:pt x="1570886" y="1614751"/>
                  </a:lnTo>
                  <a:lnTo>
                    <a:pt x="1570849" y="1614847"/>
                  </a:lnTo>
                  <a:lnTo>
                    <a:pt x="1570849" y="1614865"/>
                  </a:lnTo>
                  <a:lnTo>
                    <a:pt x="1570863" y="1614906"/>
                  </a:lnTo>
                  <a:lnTo>
                    <a:pt x="1570878" y="1614925"/>
                  </a:lnTo>
                  <a:lnTo>
                    <a:pt x="1570886" y="1614936"/>
                  </a:lnTo>
                  <a:lnTo>
                    <a:pt x="1570903" y="1614945"/>
                  </a:lnTo>
                  <a:lnTo>
                    <a:pt x="1570910" y="1614979"/>
                  </a:lnTo>
                  <a:lnTo>
                    <a:pt x="1570917" y="1615099"/>
                  </a:lnTo>
                  <a:lnTo>
                    <a:pt x="1570927" y="1615271"/>
                  </a:lnTo>
                  <a:lnTo>
                    <a:pt x="1570926" y="1615278"/>
                  </a:lnTo>
                  <a:lnTo>
                    <a:pt x="1570924" y="1615321"/>
                  </a:lnTo>
                  <a:lnTo>
                    <a:pt x="1570903" y="1615331"/>
                  </a:lnTo>
                  <a:lnTo>
                    <a:pt x="1570871" y="1615321"/>
                  </a:lnTo>
                  <a:lnTo>
                    <a:pt x="1570850" y="1615315"/>
                  </a:lnTo>
                  <a:lnTo>
                    <a:pt x="1570816" y="1615301"/>
                  </a:lnTo>
                  <a:lnTo>
                    <a:pt x="1570801" y="1615276"/>
                  </a:lnTo>
                  <a:lnTo>
                    <a:pt x="1570773" y="1615174"/>
                  </a:lnTo>
                  <a:lnTo>
                    <a:pt x="1570745" y="1615066"/>
                  </a:lnTo>
                  <a:lnTo>
                    <a:pt x="1570739" y="1615042"/>
                  </a:lnTo>
                  <a:lnTo>
                    <a:pt x="1570712" y="1614984"/>
                  </a:lnTo>
                  <a:lnTo>
                    <a:pt x="1570702" y="1614854"/>
                  </a:lnTo>
                  <a:lnTo>
                    <a:pt x="1570699" y="1614841"/>
                  </a:lnTo>
                  <a:lnTo>
                    <a:pt x="1570676" y="1614821"/>
                  </a:lnTo>
                  <a:lnTo>
                    <a:pt x="1570621" y="1614785"/>
                  </a:lnTo>
                  <a:lnTo>
                    <a:pt x="1570567" y="1614751"/>
                  </a:lnTo>
                  <a:lnTo>
                    <a:pt x="1570551" y="1614709"/>
                  </a:lnTo>
                  <a:lnTo>
                    <a:pt x="1570563" y="1614665"/>
                  </a:lnTo>
                  <a:lnTo>
                    <a:pt x="1570564" y="1614569"/>
                  </a:lnTo>
                  <a:lnTo>
                    <a:pt x="1570563" y="1614538"/>
                  </a:lnTo>
                  <a:lnTo>
                    <a:pt x="1570562" y="1614507"/>
                  </a:lnTo>
                  <a:lnTo>
                    <a:pt x="1570562" y="1614486"/>
                  </a:lnTo>
                  <a:lnTo>
                    <a:pt x="1570555" y="1614383"/>
                  </a:lnTo>
                  <a:lnTo>
                    <a:pt x="1570546" y="1614369"/>
                  </a:lnTo>
                  <a:lnTo>
                    <a:pt x="1570535" y="1614356"/>
                  </a:lnTo>
                  <a:lnTo>
                    <a:pt x="1570527" y="1614349"/>
                  </a:lnTo>
                  <a:lnTo>
                    <a:pt x="1570519" y="1614340"/>
                  </a:lnTo>
                  <a:lnTo>
                    <a:pt x="1570503" y="1614325"/>
                  </a:lnTo>
                  <a:lnTo>
                    <a:pt x="1570493" y="1614315"/>
                  </a:lnTo>
                  <a:lnTo>
                    <a:pt x="1570478" y="1614300"/>
                  </a:lnTo>
                  <a:lnTo>
                    <a:pt x="1570467" y="1614289"/>
                  </a:lnTo>
                  <a:lnTo>
                    <a:pt x="1570461" y="1614282"/>
                  </a:lnTo>
                  <a:lnTo>
                    <a:pt x="1570452" y="1614274"/>
                  </a:lnTo>
                  <a:lnTo>
                    <a:pt x="1570426" y="1614252"/>
                  </a:lnTo>
                  <a:lnTo>
                    <a:pt x="1570422" y="1614248"/>
                  </a:lnTo>
                  <a:lnTo>
                    <a:pt x="1570320" y="1614186"/>
                  </a:lnTo>
                  <a:lnTo>
                    <a:pt x="1570309" y="1614182"/>
                  </a:lnTo>
                  <a:lnTo>
                    <a:pt x="1570289" y="1614175"/>
                  </a:lnTo>
                  <a:lnTo>
                    <a:pt x="1570213" y="1614150"/>
                  </a:lnTo>
                  <a:lnTo>
                    <a:pt x="1570189" y="1614148"/>
                  </a:lnTo>
                  <a:lnTo>
                    <a:pt x="1570109" y="1614143"/>
                  </a:lnTo>
                  <a:lnTo>
                    <a:pt x="1569995" y="1614154"/>
                  </a:lnTo>
                  <a:lnTo>
                    <a:pt x="1569933" y="1614160"/>
                  </a:lnTo>
                  <a:lnTo>
                    <a:pt x="1569814" y="1614201"/>
                  </a:lnTo>
                  <a:lnTo>
                    <a:pt x="1569764" y="1614217"/>
                  </a:lnTo>
                  <a:lnTo>
                    <a:pt x="1569682" y="1614269"/>
                  </a:lnTo>
                  <a:lnTo>
                    <a:pt x="1569673" y="1614274"/>
                  </a:lnTo>
                  <a:lnTo>
                    <a:pt x="1569657" y="1614278"/>
                  </a:lnTo>
                  <a:lnTo>
                    <a:pt x="1569566" y="1614301"/>
                  </a:lnTo>
                  <a:lnTo>
                    <a:pt x="1569529" y="1614314"/>
                  </a:lnTo>
                  <a:lnTo>
                    <a:pt x="1569521" y="1614317"/>
                  </a:lnTo>
                  <a:lnTo>
                    <a:pt x="1569509" y="1614319"/>
                  </a:lnTo>
                  <a:lnTo>
                    <a:pt x="1569501" y="1614319"/>
                  </a:lnTo>
                  <a:lnTo>
                    <a:pt x="1569493" y="1614317"/>
                  </a:lnTo>
                  <a:lnTo>
                    <a:pt x="1569482" y="1614301"/>
                  </a:lnTo>
                  <a:lnTo>
                    <a:pt x="1569456" y="1614225"/>
                  </a:lnTo>
                  <a:lnTo>
                    <a:pt x="1569420" y="1614115"/>
                  </a:lnTo>
                  <a:lnTo>
                    <a:pt x="1569411" y="1614090"/>
                  </a:lnTo>
                  <a:lnTo>
                    <a:pt x="1569402" y="1614062"/>
                  </a:lnTo>
                  <a:lnTo>
                    <a:pt x="1569380" y="1613986"/>
                  </a:lnTo>
                  <a:lnTo>
                    <a:pt x="1569379" y="1613928"/>
                  </a:lnTo>
                  <a:lnTo>
                    <a:pt x="1569400" y="1613858"/>
                  </a:lnTo>
                  <a:lnTo>
                    <a:pt x="1569431" y="1613815"/>
                  </a:lnTo>
                  <a:lnTo>
                    <a:pt x="1569443" y="1613820"/>
                  </a:lnTo>
                  <a:lnTo>
                    <a:pt x="1569493" y="1613755"/>
                  </a:lnTo>
                  <a:lnTo>
                    <a:pt x="1569500" y="1613739"/>
                  </a:lnTo>
                  <a:lnTo>
                    <a:pt x="1569490" y="1613733"/>
                  </a:lnTo>
                  <a:lnTo>
                    <a:pt x="1569473" y="1613723"/>
                  </a:lnTo>
                  <a:lnTo>
                    <a:pt x="1569263" y="1613707"/>
                  </a:lnTo>
                  <a:lnTo>
                    <a:pt x="1568998" y="1613687"/>
                  </a:lnTo>
                  <a:lnTo>
                    <a:pt x="1568911" y="1613681"/>
                  </a:lnTo>
                  <a:lnTo>
                    <a:pt x="1568159" y="1613508"/>
                  </a:lnTo>
                  <a:lnTo>
                    <a:pt x="1568151" y="1613476"/>
                  </a:lnTo>
                  <a:lnTo>
                    <a:pt x="1568144" y="1613475"/>
                  </a:lnTo>
                  <a:lnTo>
                    <a:pt x="1568139" y="1613474"/>
                  </a:lnTo>
                  <a:lnTo>
                    <a:pt x="1568078" y="1613510"/>
                  </a:lnTo>
                  <a:lnTo>
                    <a:pt x="1568089" y="1613527"/>
                  </a:lnTo>
                  <a:lnTo>
                    <a:pt x="1568137" y="1613603"/>
                  </a:lnTo>
                  <a:lnTo>
                    <a:pt x="1568162" y="1613637"/>
                  </a:lnTo>
                  <a:lnTo>
                    <a:pt x="1568263" y="1613775"/>
                  </a:lnTo>
                  <a:lnTo>
                    <a:pt x="1568281" y="1613799"/>
                  </a:lnTo>
                  <a:lnTo>
                    <a:pt x="1568331" y="1613825"/>
                  </a:lnTo>
                  <a:lnTo>
                    <a:pt x="1568372" y="1613850"/>
                  </a:lnTo>
                  <a:lnTo>
                    <a:pt x="1568425" y="1613882"/>
                  </a:lnTo>
                  <a:lnTo>
                    <a:pt x="1568469" y="1613908"/>
                  </a:lnTo>
                  <a:lnTo>
                    <a:pt x="1568503" y="1613935"/>
                  </a:lnTo>
                  <a:lnTo>
                    <a:pt x="1568563" y="1613982"/>
                  </a:lnTo>
                  <a:lnTo>
                    <a:pt x="1568644" y="1614062"/>
                  </a:lnTo>
                  <a:lnTo>
                    <a:pt x="1568696" y="1614113"/>
                  </a:lnTo>
                  <a:lnTo>
                    <a:pt x="1568677" y="1614136"/>
                  </a:lnTo>
                  <a:lnTo>
                    <a:pt x="1568619" y="1614145"/>
                  </a:lnTo>
                  <a:lnTo>
                    <a:pt x="1568537" y="1614140"/>
                  </a:lnTo>
                  <a:lnTo>
                    <a:pt x="1568537" y="1614099"/>
                  </a:lnTo>
                  <a:lnTo>
                    <a:pt x="1568459" y="1614061"/>
                  </a:lnTo>
                  <a:lnTo>
                    <a:pt x="1568441" y="1614053"/>
                  </a:lnTo>
                  <a:lnTo>
                    <a:pt x="1568381" y="1614032"/>
                  </a:lnTo>
                  <a:lnTo>
                    <a:pt x="1568351" y="1614025"/>
                  </a:lnTo>
                  <a:lnTo>
                    <a:pt x="1568327" y="1614019"/>
                  </a:lnTo>
                  <a:lnTo>
                    <a:pt x="1568247" y="1614008"/>
                  </a:lnTo>
                  <a:lnTo>
                    <a:pt x="1568218" y="1614005"/>
                  </a:lnTo>
                  <a:lnTo>
                    <a:pt x="1568143" y="1613996"/>
                  </a:lnTo>
                  <a:lnTo>
                    <a:pt x="1568129" y="1613995"/>
                  </a:lnTo>
                  <a:lnTo>
                    <a:pt x="1567865" y="1613964"/>
                  </a:lnTo>
                  <a:lnTo>
                    <a:pt x="1567718" y="1613913"/>
                  </a:lnTo>
                  <a:lnTo>
                    <a:pt x="1567613" y="1613876"/>
                  </a:lnTo>
                  <a:lnTo>
                    <a:pt x="1567461" y="1613820"/>
                  </a:lnTo>
                  <a:lnTo>
                    <a:pt x="1567313" y="1613766"/>
                  </a:lnTo>
                  <a:lnTo>
                    <a:pt x="1567234" y="1613714"/>
                  </a:lnTo>
                  <a:lnTo>
                    <a:pt x="1567190" y="1613715"/>
                  </a:lnTo>
                  <a:lnTo>
                    <a:pt x="1567175" y="1613739"/>
                  </a:lnTo>
                  <a:lnTo>
                    <a:pt x="1567108" y="1613834"/>
                  </a:lnTo>
                  <a:lnTo>
                    <a:pt x="1567064" y="1613896"/>
                  </a:lnTo>
                  <a:lnTo>
                    <a:pt x="1567019" y="1613969"/>
                  </a:lnTo>
                  <a:lnTo>
                    <a:pt x="1567008" y="1613988"/>
                  </a:lnTo>
                  <a:lnTo>
                    <a:pt x="1567000" y="1614058"/>
                  </a:lnTo>
                  <a:lnTo>
                    <a:pt x="1567007" y="1614152"/>
                  </a:lnTo>
                  <a:lnTo>
                    <a:pt x="1567023" y="1614386"/>
                  </a:lnTo>
                  <a:lnTo>
                    <a:pt x="1567046" y="1614705"/>
                  </a:lnTo>
                  <a:lnTo>
                    <a:pt x="1566963" y="1614922"/>
                  </a:lnTo>
                  <a:lnTo>
                    <a:pt x="1566885" y="1615128"/>
                  </a:lnTo>
                  <a:lnTo>
                    <a:pt x="1566753" y="1615202"/>
                  </a:lnTo>
                  <a:lnTo>
                    <a:pt x="1566550" y="1615317"/>
                  </a:lnTo>
                  <a:lnTo>
                    <a:pt x="1566443" y="1615377"/>
                  </a:lnTo>
                  <a:lnTo>
                    <a:pt x="1565270" y="1615377"/>
                  </a:lnTo>
                  <a:lnTo>
                    <a:pt x="1565082" y="1615455"/>
                  </a:lnTo>
                  <a:lnTo>
                    <a:pt x="1564946" y="1615512"/>
                  </a:lnTo>
                  <a:lnTo>
                    <a:pt x="1564206" y="1615630"/>
                  </a:lnTo>
                  <a:lnTo>
                    <a:pt x="1564095" y="1615654"/>
                  </a:lnTo>
                  <a:lnTo>
                    <a:pt x="1564069" y="1615637"/>
                  </a:lnTo>
                  <a:lnTo>
                    <a:pt x="1564025" y="1615530"/>
                  </a:lnTo>
                  <a:lnTo>
                    <a:pt x="1563996" y="1615457"/>
                  </a:lnTo>
                  <a:lnTo>
                    <a:pt x="1563982" y="1615424"/>
                  </a:lnTo>
                  <a:lnTo>
                    <a:pt x="1563958" y="1615347"/>
                  </a:lnTo>
                  <a:lnTo>
                    <a:pt x="1563971" y="1615284"/>
                  </a:lnTo>
                  <a:lnTo>
                    <a:pt x="1564011" y="1615184"/>
                  </a:lnTo>
                  <a:lnTo>
                    <a:pt x="1563997" y="1615144"/>
                  </a:lnTo>
                  <a:lnTo>
                    <a:pt x="1563983" y="1615132"/>
                  </a:lnTo>
                  <a:lnTo>
                    <a:pt x="1563908" y="1615066"/>
                  </a:lnTo>
                  <a:lnTo>
                    <a:pt x="1563903" y="1615017"/>
                  </a:lnTo>
                  <a:lnTo>
                    <a:pt x="1563910" y="1614946"/>
                  </a:lnTo>
                  <a:lnTo>
                    <a:pt x="1563908" y="1614876"/>
                  </a:lnTo>
                  <a:lnTo>
                    <a:pt x="1563907" y="1614867"/>
                  </a:lnTo>
                  <a:lnTo>
                    <a:pt x="1563799" y="1614612"/>
                  </a:lnTo>
                  <a:lnTo>
                    <a:pt x="1563684" y="1614343"/>
                  </a:lnTo>
                  <a:lnTo>
                    <a:pt x="1563074" y="1614332"/>
                  </a:lnTo>
                  <a:lnTo>
                    <a:pt x="1562617" y="1614205"/>
                  </a:lnTo>
                  <a:lnTo>
                    <a:pt x="1562217" y="1614094"/>
                  </a:lnTo>
                  <a:lnTo>
                    <a:pt x="1561772" y="1613829"/>
                  </a:lnTo>
                  <a:lnTo>
                    <a:pt x="1561584" y="1613408"/>
                  </a:lnTo>
                  <a:lnTo>
                    <a:pt x="1561529" y="1613257"/>
                  </a:lnTo>
                  <a:lnTo>
                    <a:pt x="1561516" y="1613220"/>
                  </a:lnTo>
                  <a:lnTo>
                    <a:pt x="1561452" y="1613044"/>
                  </a:lnTo>
                  <a:lnTo>
                    <a:pt x="1561365" y="1613026"/>
                  </a:lnTo>
                  <a:lnTo>
                    <a:pt x="1561030" y="1612951"/>
                  </a:lnTo>
                  <a:lnTo>
                    <a:pt x="1560986" y="1612942"/>
                  </a:lnTo>
                  <a:lnTo>
                    <a:pt x="1560913" y="1612944"/>
                  </a:lnTo>
                  <a:lnTo>
                    <a:pt x="1560735" y="1612949"/>
                  </a:lnTo>
                  <a:lnTo>
                    <a:pt x="1560633" y="1612946"/>
                  </a:lnTo>
                  <a:lnTo>
                    <a:pt x="1560600" y="1612940"/>
                  </a:lnTo>
                  <a:lnTo>
                    <a:pt x="1560577" y="1612984"/>
                  </a:lnTo>
                  <a:lnTo>
                    <a:pt x="1560597" y="1613062"/>
                  </a:lnTo>
                  <a:lnTo>
                    <a:pt x="1560632" y="1613196"/>
                  </a:lnTo>
                  <a:lnTo>
                    <a:pt x="1560653" y="1613274"/>
                  </a:lnTo>
                  <a:lnTo>
                    <a:pt x="1560535" y="1613420"/>
                  </a:lnTo>
                  <a:lnTo>
                    <a:pt x="1560507" y="1613456"/>
                  </a:lnTo>
                  <a:lnTo>
                    <a:pt x="1560483" y="1613486"/>
                  </a:lnTo>
                  <a:lnTo>
                    <a:pt x="1560222" y="1613532"/>
                  </a:lnTo>
                  <a:lnTo>
                    <a:pt x="1559921" y="1613589"/>
                  </a:lnTo>
                  <a:lnTo>
                    <a:pt x="1559769" y="1613617"/>
                  </a:lnTo>
                  <a:lnTo>
                    <a:pt x="1559549" y="1613495"/>
                  </a:lnTo>
                  <a:lnTo>
                    <a:pt x="1559537" y="1613463"/>
                  </a:lnTo>
                  <a:lnTo>
                    <a:pt x="1559461" y="1613243"/>
                  </a:lnTo>
                  <a:lnTo>
                    <a:pt x="1559433" y="1613179"/>
                  </a:lnTo>
                  <a:lnTo>
                    <a:pt x="1559373" y="1613200"/>
                  </a:lnTo>
                  <a:lnTo>
                    <a:pt x="1559287" y="1613321"/>
                  </a:lnTo>
                  <a:lnTo>
                    <a:pt x="1559243" y="1613423"/>
                  </a:lnTo>
                  <a:lnTo>
                    <a:pt x="1559262" y="1613452"/>
                  </a:lnTo>
                  <a:lnTo>
                    <a:pt x="1559279" y="1613478"/>
                  </a:lnTo>
                  <a:lnTo>
                    <a:pt x="1559328" y="1613616"/>
                  </a:lnTo>
                  <a:lnTo>
                    <a:pt x="1559338" y="1613687"/>
                  </a:lnTo>
                  <a:lnTo>
                    <a:pt x="1559397" y="1614097"/>
                  </a:lnTo>
                  <a:lnTo>
                    <a:pt x="1559340" y="1614091"/>
                  </a:lnTo>
                  <a:lnTo>
                    <a:pt x="1559183" y="1614096"/>
                  </a:lnTo>
                  <a:lnTo>
                    <a:pt x="1559021" y="1614093"/>
                  </a:lnTo>
                  <a:lnTo>
                    <a:pt x="1558989" y="1614085"/>
                  </a:lnTo>
                  <a:lnTo>
                    <a:pt x="1558963" y="1614079"/>
                  </a:lnTo>
                  <a:lnTo>
                    <a:pt x="1558845" y="1613837"/>
                  </a:lnTo>
                  <a:lnTo>
                    <a:pt x="1558701" y="1613542"/>
                  </a:lnTo>
                  <a:lnTo>
                    <a:pt x="1558656" y="1613451"/>
                  </a:lnTo>
                  <a:lnTo>
                    <a:pt x="1558295" y="1613058"/>
                  </a:lnTo>
                  <a:lnTo>
                    <a:pt x="1558066" y="1613048"/>
                  </a:lnTo>
                  <a:lnTo>
                    <a:pt x="1557988" y="1613045"/>
                  </a:lnTo>
                  <a:lnTo>
                    <a:pt x="1557883" y="1613064"/>
                  </a:lnTo>
                  <a:lnTo>
                    <a:pt x="1557846" y="1613077"/>
                  </a:lnTo>
                  <a:lnTo>
                    <a:pt x="1557795" y="1613129"/>
                  </a:lnTo>
                  <a:lnTo>
                    <a:pt x="1557793" y="1613145"/>
                  </a:lnTo>
                  <a:lnTo>
                    <a:pt x="1557787" y="1613169"/>
                  </a:lnTo>
                  <a:lnTo>
                    <a:pt x="1557785" y="1613184"/>
                  </a:lnTo>
                  <a:lnTo>
                    <a:pt x="1557769" y="1613283"/>
                  </a:lnTo>
                  <a:lnTo>
                    <a:pt x="1557774" y="1613290"/>
                  </a:lnTo>
                  <a:lnTo>
                    <a:pt x="1557853" y="1613509"/>
                  </a:lnTo>
                  <a:lnTo>
                    <a:pt x="1557804" y="1613568"/>
                  </a:lnTo>
                  <a:lnTo>
                    <a:pt x="1557703" y="1613688"/>
                  </a:lnTo>
                  <a:lnTo>
                    <a:pt x="1557601" y="1613778"/>
                  </a:lnTo>
                  <a:lnTo>
                    <a:pt x="1557585" y="1613786"/>
                  </a:lnTo>
                  <a:lnTo>
                    <a:pt x="1557562" y="1613798"/>
                  </a:lnTo>
                  <a:lnTo>
                    <a:pt x="1557304" y="1614036"/>
                  </a:lnTo>
                  <a:lnTo>
                    <a:pt x="1557165" y="1614164"/>
                  </a:lnTo>
                  <a:lnTo>
                    <a:pt x="1556452" y="1615152"/>
                  </a:lnTo>
                  <a:lnTo>
                    <a:pt x="1556331" y="1615319"/>
                  </a:lnTo>
                  <a:lnTo>
                    <a:pt x="1556301" y="1615360"/>
                  </a:lnTo>
                  <a:lnTo>
                    <a:pt x="1556289" y="1615367"/>
                  </a:lnTo>
                  <a:lnTo>
                    <a:pt x="1556266" y="1615379"/>
                  </a:lnTo>
                  <a:lnTo>
                    <a:pt x="1556254" y="1615387"/>
                  </a:lnTo>
                  <a:lnTo>
                    <a:pt x="1556237" y="1615402"/>
                  </a:lnTo>
                  <a:lnTo>
                    <a:pt x="1556209" y="1615432"/>
                  </a:lnTo>
                  <a:lnTo>
                    <a:pt x="1556213" y="1615439"/>
                  </a:lnTo>
                  <a:lnTo>
                    <a:pt x="1556203" y="1615447"/>
                  </a:lnTo>
                  <a:lnTo>
                    <a:pt x="1556095" y="1615644"/>
                  </a:lnTo>
                  <a:lnTo>
                    <a:pt x="1556041" y="1615770"/>
                  </a:lnTo>
                  <a:lnTo>
                    <a:pt x="1556017" y="1615827"/>
                  </a:lnTo>
                  <a:lnTo>
                    <a:pt x="1556012" y="1615838"/>
                  </a:lnTo>
                  <a:lnTo>
                    <a:pt x="1555913" y="1616034"/>
                  </a:lnTo>
                  <a:lnTo>
                    <a:pt x="1555902" y="1616055"/>
                  </a:lnTo>
                  <a:lnTo>
                    <a:pt x="1555842" y="1616090"/>
                  </a:lnTo>
                  <a:lnTo>
                    <a:pt x="1555733" y="1616154"/>
                  </a:lnTo>
                  <a:lnTo>
                    <a:pt x="1555502" y="1616255"/>
                  </a:lnTo>
                  <a:lnTo>
                    <a:pt x="1555459" y="1616299"/>
                  </a:lnTo>
                  <a:lnTo>
                    <a:pt x="1555409" y="1616297"/>
                  </a:lnTo>
                  <a:lnTo>
                    <a:pt x="1555372" y="1616301"/>
                  </a:lnTo>
                  <a:lnTo>
                    <a:pt x="1555350" y="1616303"/>
                  </a:lnTo>
                  <a:lnTo>
                    <a:pt x="1555338" y="1616291"/>
                  </a:lnTo>
                  <a:lnTo>
                    <a:pt x="1555340" y="1616258"/>
                  </a:lnTo>
                  <a:lnTo>
                    <a:pt x="1555362" y="1616202"/>
                  </a:lnTo>
                  <a:lnTo>
                    <a:pt x="1555369" y="1616127"/>
                  </a:lnTo>
                  <a:lnTo>
                    <a:pt x="1555372" y="1616065"/>
                  </a:lnTo>
                  <a:lnTo>
                    <a:pt x="1555378" y="1616044"/>
                  </a:lnTo>
                  <a:lnTo>
                    <a:pt x="1555384" y="1616002"/>
                  </a:lnTo>
                  <a:lnTo>
                    <a:pt x="1555396" y="1615863"/>
                  </a:lnTo>
                  <a:lnTo>
                    <a:pt x="1555403" y="1615775"/>
                  </a:lnTo>
                  <a:lnTo>
                    <a:pt x="1555407" y="1615678"/>
                  </a:lnTo>
                  <a:lnTo>
                    <a:pt x="1555408" y="1615652"/>
                  </a:lnTo>
                  <a:lnTo>
                    <a:pt x="1555413" y="1615576"/>
                  </a:lnTo>
                  <a:lnTo>
                    <a:pt x="1555421" y="1615513"/>
                  </a:lnTo>
                  <a:lnTo>
                    <a:pt x="1555423" y="1615502"/>
                  </a:lnTo>
                  <a:lnTo>
                    <a:pt x="1555398" y="1615338"/>
                  </a:lnTo>
                  <a:lnTo>
                    <a:pt x="1555378" y="1615300"/>
                  </a:lnTo>
                  <a:lnTo>
                    <a:pt x="1555348" y="1615276"/>
                  </a:lnTo>
                  <a:lnTo>
                    <a:pt x="1555302" y="1615158"/>
                  </a:lnTo>
                  <a:lnTo>
                    <a:pt x="1555283" y="1615102"/>
                  </a:lnTo>
                  <a:lnTo>
                    <a:pt x="1555310" y="1615002"/>
                  </a:lnTo>
                  <a:lnTo>
                    <a:pt x="1555317" y="1614793"/>
                  </a:lnTo>
                  <a:lnTo>
                    <a:pt x="1555321" y="1614681"/>
                  </a:lnTo>
                  <a:lnTo>
                    <a:pt x="1555329" y="1614390"/>
                  </a:lnTo>
                  <a:lnTo>
                    <a:pt x="1555337" y="1614353"/>
                  </a:lnTo>
                  <a:lnTo>
                    <a:pt x="1555347" y="1614311"/>
                  </a:lnTo>
                  <a:lnTo>
                    <a:pt x="1555372" y="1614257"/>
                  </a:lnTo>
                  <a:lnTo>
                    <a:pt x="1555415" y="1614195"/>
                  </a:lnTo>
                  <a:lnTo>
                    <a:pt x="1555456" y="1614140"/>
                  </a:lnTo>
                  <a:lnTo>
                    <a:pt x="1555473" y="1614118"/>
                  </a:lnTo>
                  <a:lnTo>
                    <a:pt x="1555517" y="1614062"/>
                  </a:lnTo>
                  <a:lnTo>
                    <a:pt x="1555957" y="1613485"/>
                  </a:lnTo>
                  <a:lnTo>
                    <a:pt x="1555976" y="1613431"/>
                  </a:lnTo>
                  <a:lnTo>
                    <a:pt x="1555987" y="1613401"/>
                  </a:lnTo>
                  <a:lnTo>
                    <a:pt x="1556005" y="1613322"/>
                  </a:lnTo>
                  <a:lnTo>
                    <a:pt x="1556021" y="1613259"/>
                  </a:lnTo>
                  <a:lnTo>
                    <a:pt x="1556032" y="1613180"/>
                  </a:lnTo>
                  <a:lnTo>
                    <a:pt x="1556039" y="1613112"/>
                  </a:lnTo>
                  <a:lnTo>
                    <a:pt x="1556046" y="1613051"/>
                  </a:lnTo>
                  <a:lnTo>
                    <a:pt x="1556043" y="1613012"/>
                  </a:lnTo>
                  <a:lnTo>
                    <a:pt x="1556038" y="1612951"/>
                  </a:lnTo>
                  <a:lnTo>
                    <a:pt x="1556028" y="1612909"/>
                  </a:lnTo>
                  <a:lnTo>
                    <a:pt x="1556005" y="1612830"/>
                  </a:lnTo>
                  <a:lnTo>
                    <a:pt x="1556009" y="1612789"/>
                  </a:lnTo>
                  <a:lnTo>
                    <a:pt x="1556003" y="1612725"/>
                  </a:lnTo>
                  <a:lnTo>
                    <a:pt x="1556005" y="1612651"/>
                  </a:lnTo>
                  <a:lnTo>
                    <a:pt x="1555997" y="1612605"/>
                  </a:lnTo>
                  <a:lnTo>
                    <a:pt x="1555985" y="1612563"/>
                  </a:lnTo>
                  <a:lnTo>
                    <a:pt x="1555827" y="1611930"/>
                  </a:lnTo>
                  <a:lnTo>
                    <a:pt x="1555712" y="1611474"/>
                  </a:lnTo>
                  <a:lnTo>
                    <a:pt x="1555678" y="1611268"/>
                  </a:lnTo>
                  <a:lnTo>
                    <a:pt x="1555604" y="1610827"/>
                  </a:lnTo>
                  <a:lnTo>
                    <a:pt x="1555600" y="1610804"/>
                  </a:lnTo>
                  <a:lnTo>
                    <a:pt x="1555554" y="1610529"/>
                  </a:lnTo>
                  <a:lnTo>
                    <a:pt x="1555496" y="1610457"/>
                  </a:lnTo>
                  <a:lnTo>
                    <a:pt x="1555248" y="1610148"/>
                  </a:lnTo>
                  <a:lnTo>
                    <a:pt x="1554873" y="1609866"/>
                  </a:lnTo>
                  <a:lnTo>
                    <a:pt x="1554797" y="1609815"/>
                  </a:lnTo>
                  <a:lnTo>
                    <a:pt x="1554675" y="1609695"/>
                  </a:lnTo>
                  <a:lnTo>
                    <a:pt x="1554592" y="1609683"/>
                  </a:lnTo>
                  <a:lnTo>
                    <a:pt x="1554357" y="1609650"/>
                  </a:lnTo>
                  <a:lnTo>
                    <a:pt x="1554331" y="1609652"/>
                  </a:lnTo>
                  <a:lnTo>
                    <a:pt x="1554241" y="1609701"/>
                  </a:lnTo>
                  <a:lnTo>
                    <a:pt x="1554213" y="1609716"/>
                  </a:lnTo>
                  <a:lnTo>
                    <a:pt x="1554158" y="1609746"/>
                  </a:lnTo>
                  <a:lnTo>
                    <a:pt x="1554137" y="1609758"/>
                  </a:lnTo>
                  <a:lnTo>
                    <a:pt x="1554074" y="1609780"/>
                  </a:lnTo>
                  <a:lnTo>
                    <a:pt x="1554038" y="1609774"/>
                  </a:lnTo>
                  <a:lnTo>
                    <a:pt x="1553877" y="1609539"/>
                  </a:lnTo>
                  <a:lnTo>
                    <a:pt x="1553849" y="1609508"/>
                  </a:lnTo>
                  <a:lnTo>
                    <a:pt x="1553749" y="1609227"/>
                  </a:lnTo>
                  <a:lnTo>
                    <a:pt x="1553564" y="1608708"/>
                  </a:lnTo>
                  <a:lnTo>
                    <a:pt x="1553511" y="1608559"/>
                  </a:lnTo>
                  <a:lnTo>
                    <a:pt x="1553415" y="1607843"/>
                  </a:lnTo>
                  <a:lnTo>
                    <a:pt x="1553405" y="1607763"/>
                  </a:lnTo>
                  <a:lnTo>
                    <a:pt x="1553455" y="1607721"/>
                  </a:lnTo>
                  <a:lnTo>
                    <a:pt x="1553520" y="1607722"/>
                  </a:lnTo>
                  <a:lnTo>
                    <a:pt x="1553540" y="1607723"/>
                  </a:lnTo>
                  <a:lnTo>
                    <a:pt x="1553570" y="1607717"/>
                  </a:lnTo>
                  <a:lnTo>
                    <a:pt x="1553693" y="1607694"/>
                  </a:lnTo>
                  <a:lnTo>
                    <a:pt x="1553945" y="1607645"/>
                  </a:lnTo>
                  <a:lnTo>
                    <a:pt x="1553985" y="1607637"/>
                  </a:lnTo>
                  <a:lnTo>
                    <a:pt x="1554012" y="1607630"/>
                  </a:lnTo>
                  <a:lnTo>
                    <a:pt x="1554031" y="1607624"/>
                  </a:lnTo>
                  <a:lnTo>
                    <a:pt x="1554038" y="1607621"/>
                  </a:lnTo>
                  <a:lnTo>
                    <a:pt x="1554067" y="1607607"/>
                  </a:lnTo>
                  <a:lnTo>
                    <a:pt x="1554087" y="1607604"/>
                  </a:lnTo>
                  <a:lnTo>
                    <a:pt x="1554177" y="1607571"/>
                  </a:lnTo>
                  <a:lnTo>
                    <a:pt x="1554200" y="1607562"/>
                  </a:lnTo>
                  <a:lnTo>
                    <a:pt x="1554237" y="1607522"/>
                  </a:lnTo>
                  <a:lnTo>
                    <a:pt x="1554252" y="1607505"/>
                  </a:lnTo>
                  <a:lnTo>
                    <a:pt x="1554364" y="1607383"/>
                  </a:lnTo>
                  <a:lnTo>
                    <a:pt x="1554427" y="1607219"/>
                  </a:lnTo>
                  <a:lnTo>
                    <a:pt x="1554446" y="1607083"/>
                  </a:lnTo>
                  <a:lnTo>
                    <a:pt x="1554449" y="1607036"/>
                  </a:lnTo>
                  <a:lnTo>
                    <a:pt x="1554448" y="1607022"/>
                  </a:lnTo>
                  <a:lnTo>
                    <a:pt x="1554448" y="1606980"/>
                  </a:lnTo>
                  <a:lnTo>
                    <a:pt x="1554454" y="1606935"/>
                  </a:lnTo>
                  <a:lnTo>
                    <a:pt x="1554454" y="1606900"/>
                  </a:lnTo>
                  <a:lnTo>
                    <a:pt x="1554455" y="1606862"/>
                  </a:lnTo>
                  <a:lnTo>
                    <a:pt x="1554462" y="1606829"/>
                  </a:lnTo>
                  <a:lnTo>
                    <a:pt x="1554466" y="1606787"/>
                  </a:lnTo>
                  <a:lnTo>
                    <a:pt x="1554462" y="1606703"/>
                  </a:lnTo>
                  <a:lnTo>
                    <a:pt x="1554460" y="1606656"/>
                  </a:lnTo>
                  <a:lnTo>
                    <a:pt x="1554465" y="1606610"/>
                  </a:lnTo>
                  <a:lnTo>
                    <a:pt x="1554492" y="1606600"/>
                  </a:lnTo>
                  <a:lnTo>
                    <a:pt x="1554545" y="1606579"/>
                  </a:lnTo>
                  <a:lnTo>
                    <a:pt x="1554635" y="1606502"/>
                  </a:lnTo>
                  <a:lnTo>
                    <a:pt x="1554699" y="1606448"/>
                  </a:lnTo>
                  <a:lnTo>
                    <a:pt x="1554780" y="1606345"/>
                  </a:lnTo>
                  <a:lnTo>
                    <a:pt x="1554852" y="1606272"/>
                  </a:lnTo>
                  <a:lnTo>
                    <a:pt x="1554872" y="1606269"/>
                  </a:lnTo>
                  <a:lnTo>
                    <a:pt x="1555112" y="1606380"/>
                  </a:lnTo>
                  <a:lnTo>
                    <a:pt x="1555292" y="1606465"/>
                  </a:lnTo>
                  <a:lnTo>
                    <a:pt x="1555318" y="1606493"/>
                  </a:lnTo>
                  <a:lnTo>
                    <a:pt x="1555459" y="1606643"/>
                  </a:lnTo>
                  <a:lnTo>
                    <a:pt x="1555567" y="1606734"/>
                  </a:lnTo>
                  <a:lnTo>
                    <a:pt x="1555647" y="1606778"/>
                  </a:lnTo>
                  <a:lnTo>
                    <a:pt x="1555675" y="1606789"/>
                  </a:lnTo>
                  <a:lnTo>
                    <a:pt x="1555699" y="1606824"/>
                  </a:lnTo>
                  <a:lnTo>
                    <a:pt x="1555729" y="1606776"/>
                  </a:lnTo>
                  <a:lnTo>
                    <a:pt x="1555813" y="1606724"/>
                  </a:lnTo>
                  <a:lnTo>
                    <a:pt x="1555844" y="1606744"/>
                  </a:lnTo>
                  <a:lnTo>
                    <a:pt x="1555887" y="1606771"/>
                  </a:lnTo>
                  <a:lnTo>
                    <a:pt x="1555909" y="1606813"/>
                  </a:lnTo>
                  <a:lnTo>
                    <a:pt x="1555935" y="1606863"/>
                  </a:lnTo>
                  <a:lnTo>
                    <a:pt x="1556000" y="1607020"/>
                  </a:lnTo>
                  <a:lnTo>
                    <a:pt x="1556061" y="1607166"/>
                  </a:lnTo>
                  <a:lnTo>
                    <a:pt x="1556094" y="1607197"/>
                  </a:lnTo>
                  <a:lnTo>
                    <a:pt x="1556326" y="1607415"/>
                  </a:lnTo>
                  <a:lnTo>
                    <a:pt x="1556329" y="1607424"/>
                  </a:lnTo>
                  <a:lnTo>
                    <a:pt x="1556368" y="1607524"/>
                  </a:lnTo>
                  <a:lnTo>
                    <a:pt x="1556537" y="1607571"/>
                  </a:lnTo>
                  <a:lnTo>
                    <a:pt x="1556866" y="1607659"/>
                  </a:lnTo>
                  <a:lnTo>
                    <a:pt x="1556908" y="1607668"/>
                  </a:lnTo>
                  <a:lnTo>
                    <a:pt x="1556947" y="1607677"/>
                  </a:lnTo>
                  <a:lnTo>
                    <a:pt x="1556995" y="1607666"/>
                  </a:lnTo>
                  <a:lnTo>
                    <a:pt x="1557059" y="1607650"/>
                  </a:lnTo>
                  <a:lnTo>
                    <a:pt x="1557253" y="1607599"/>
                  </a:lnTo>
                  <a:lnTo>
                    <a:pt x="1557264" y="1607585"/>
                  </a:lnTo>
                  <a:lnTo>
                    <a:pt x="1557317" y="1607524"/>
                  </a:lnTo>
                  <a:lnTo>
                    <a:pt x="1557457" y="1607544"/>
                  </a:lnTo>
                  <a:lnTo>
                    <a:pt x="1557589" y="1607600"/>
                  </a:lnTo>
                  <a:lnTo>
                    <a:pt x="1557665" y="1607675"/>
                  </a:lnTo>
                  <a:lnTo>
                    <a:pt x="1557685" y="1607695"/>
                  </a:lnTo>
                  <a:lnTo>
                    <a:pt x="1557733" y="1607739"/>
                  </a:lnTo>
                  <a:lnTo>
                    <a:pt x="1557730" y="1607820"/>
                  </a:lnTo>
                  <a:lnTo>
                    <a:pt x="1557741" y="1607874"/>
                  </a:lnTo>
                  <a:lnTo>
                    <a:pt x="1557620" y="1607980"/>
                  </a:lnTo>
                  <a:lnTo>
                    <a:pt x="1557550" y="1608030"/>
                  </a:lnTo>
                  <a:lnTo>
                    <a:pt x="1557353" y="1608172"/>
                  </a:lnTo>
                  <a:lnTo>
                    <a:pt x="1557308" y="1608200"/>
                  </a:lnTo>
                  <a:lnTo>
                    <a:pt x="1557247" y="1608237"/>
                  </a:lnTo>
                  <a:lnTo>
                    <a:pt x="1557233" y="1608246"/>
                  </a:lnTo>
                  <a:lnTo>
                    <a:pt x="1557237" y="1608311"/>
                  </a:lnTo>
                  <a:lnTo>
                    <a:pt x="1557240" y="1608323"/>
                  </a:lnTo>
                  <a:lnTo>
                    <a:pt x="1557273" y="1608429"/>
                  </a:lnTo>
                  <a:lnTo>
                    <a:pt x="1557294" y="1608496"/>
                  </a:lnTo>
                  <a:lnTo>
                    <a:pt x="1557333" y="1608578"/>
                  </a:lnTo>
                  <a:lnTo>
                    <a:pt x="1557398" y="1608716"/>
                  </a:lnTo>
                  <a:lnTo>
                    <a:pt x="1557439" y="1608786"/>
                  </a:lnTo>
                  <a:lnTo>
                    <a:pt x="1557468" y="1608807"/>
                  </a:lnTo>
                  <a:lnTo>
                    <a:pt x="1557569" y="1608877"/>
                  </a:lnTo>
                  <a:lnTo>
                    <a:pt x="1557602" y="1608907"/>
                  </a:lnTo>
                  <a:lnTo>
                    <a:pt x="1557636" y="1609010"/>
                  </a:lnTo>
                  <a:lnTo>
                    <a:pt x="1557647" y="1609043"/>
                  </a:lnTo>
                  <a:lnTo>
                    <a:pt x="1557653" y="1609061"/>
                  </a:lnTo>
                  <a:lnTo>
                    <a:pt x="1557679" y="1609133"/>
                  </a:lnTo>
                  <a:lnTo>
                    <a:pt x="1557685" y="1609149"/>
                  </a:lnTo>
                  <a:lnTo>
                    <a:pt x="1557707" y="1609226"/>
                  </a:lnTo>
                  <a:lnTo>
                    <a:pt x="1557768" y="1609373"/>
                  </a:lnTo>
                  <a:lnTo>
                    <a:pt x="1557809" y="1609473"/>
                  </a:lnTo>
                  <a:lnTo>
                    <a:pt x="1557809" y="1609536"/>
                  </a:lnTo>
                  <a:lnTo>
                    <a:pt x="1557816" y="1609568"/>
                  </a:lnTo>
                  <a:lnTo>
                    <a:pt x="1557820" y="1609588"/>
                  </a:lnTo>
                  <a:lnTo>
                    <a:pt x="1557823" y="1609602"/>
                  </a:lnTo>
                  <a:lnTo>
                    <a:pt x="1557825" y="1609609"/>
                  </a:lnTo>
                  <a:lnTo>
                    <a:pt x="1557827" y="1609621"/>
                  </a:lnTo>
                  <a:lnTo>
                    <a:pt x="1557867" y="1609644"/>
                  </a:lnTo>
                  <a:lnTo>
                    <a:pt x="1557928" y="1609634"/>
                  </a:lnTo>
                  <a:lnTo>
                    <a:pt x="1557996" y="1609599"/>
                  </a:lnTo>
                  <a:lnTo>
                    <a:pt x="1558026" y="1609600"/>
                  </a:lnTo>
                  <a:lnTo>
                    <a:pt x="1558036" y="1609625"/>
                  </a:lnTo>
                  <a:lnTo>
                    <a:pt x="1558027" y="1609680"/>
                  </a:lnTo>
                  <a:lnTo>
                    <a:pt x="1557986" y="1609744"/>
                  </a:lnTo>
                  <a:lnTo>
                    <a:pt x="1557943" y="1609830"/>
                  </a:lnTo>
                  <a:lnTo>
                    <a:pt x="1557938" y="1609894"/>
                  </a:lnTo>
                  <a:lnTo>
                    <a:pt x="1557916" y="1610012"/>
                  </a:lnTo>
                  <a:lnTo>
                    <a:pt x="1557875" y="1610108"/>
                  </a:lnTo>
                  <a:lnTo>
                    <a:pt x="1557873" y="1610156"/>
                  </a:lnTo>
                  <a:lnTo>
                    <a:pt x="1557877" y="1610172"/>
                  </a:lnTo>
                  <a:lnTo>
                    <a:pt x="1557883" y="1610188"/>
                  </a:lnTo>
                  <a:lnTo>
                    <a:pt x="1557887" y="1610207"/>
                  </a:lnTo>
                  <a:lnTo>
                    <a:pt x="1557893" y="1610228"/>
                  </a:lnTo>
                  <a:lnTo>
                    <a:pt x="1557899" y="1610243"/>
                  </a:lnTo>
                  <a:lnTo>
                    <a:pt x="1557910" y="1610267"/>
                  </a:lnTo>
                  <a:lnTo>
                    <a:pt x="1557917" y="1610281"/>
                  </a:lnTo>
                  <a:lnTo>
                    <a:pt x="1557925" y="1610296"/>
                  </a:lnTo>
                  <a:lnTo>
                    <a:pt x="1557928" y="1610305"/>
                  </a:lnTo>
                  <a:lnTo>
                    <a:pt x="1557933" y="1610316"/>
                  </a:lnTo>
                  <a:lnTo>
                    <a:pt x="1557941" y="1610333"/>
                  </a:lnTo>
                  <a:lnTo>
                    <a:pt x="1557951" y="1610352"/>
                  </a:lnTo>
                  <a:lnTo>
                    <a:pt x="1557954" y="1610356"/>
                  </a:lnTo>
                  <a:lnTo>
                    <a:pt x="1557966" y="1610378"/>
                  </a:lnTo>
                  <a:lnTo>
                    <a:pt x="1557984" y="1610402"/>
                  </a:lnTo>
                  <a:lnTo>
                    <a:pt x="1558003" y="1610425"/>
                  </a:lnTo>
                  <a:lnTo>
                    <a:pt x="1558007" y="1610430"/>
                  </a:lnTo>
                  <a:lnTo>
                    <a:pt x="1558021" y="1610444"/>
                  </a:lnTo>
                  <a:lnTo>
                    <a:pt x="1558032" y="1610454"/>
                  </a:lnTo>
                  <a:lnTo>
                    <a:pt x="1558078" y="1610498"/>
                  </a:lnTo>
                  <a:lnTo>
                    <a:pt x="1558085" y="1610505"/>
                  </a:lnTo>
                  <a:lnTo>
                    <a:pt x="1558106" y="1610547"/>
                  </a:lnTo>
                  <a:lnTo>
                    <a:pt x="1558183" y="1610564"/>
                  </a:lnTo>
                  <a:lnTo>
                    <a:pt x="1558206" y="1610555"/>
                  </a:lnTo>
                  <a:lnTo>
                    <a:pt x="1558214" y="1610510"/>
                  </a:lnTo>
                  <a:lnTo>
                    <a:pt x="1558216" y="1610496"/>
                  </a:lnTo>
                  <a:lnTo>
                    <a:pt x="1558220" y="1610473"/>
                  </a:lnTo>
                  <a:lnTo>
                    <a:pt x="1558203" y="1610434"/>
                  </a:lnTo>
                  <a:lnTo>
                    <a:pt x="1558193" y="1610413"/>
                  </a:lnTo>
                  <a:lnTo>
                    <a:pt x="1558190" y="1610408"/>
                  </a:lnTo>
                  <a:lnTo>
                    <a:pt x="1558187" y="1610400"/>
                  </a:lnTo>
                  <a:lnTo>
                    <a:pt x="1558184" y="1610358"/>
                  </a:lnTo>
                  <a:lnTo>
                    <a:pt x="1558183" y="1610345"/>
                  </a:lnTo>
                  <a:lnTo>
                    <a:pt x="1558196" y="1610315"/>
                  </a:lnTo>
                  <a:lnTo>
                    <a:pt x="1558200" y="1610305"/>
                  </a:lnTo>
                  <a:lnTo>
                    <a:pt x="1558226" y="1610228"/>
                  </a:lnTo>
                  <a:lnTo>
                    <a:pt x="1558234" y="1610207"/>
                  </a:lnTo>
                  <a:lnTo>
                    <a:pt x="1558243" y="1610183"/>
                  </a:lnTo>
                  <a:lnTo>
                    <a:pt x="1558218" y="1610114"/>
                  </a:lnTo>
                  <a:lnTo>
                    <a:pt x="1558225" y="1610058"/>
                  </a:lnTo>
                  <a:lnTo>
                    <a:pt x="1558223" y="1610036"/>
                  </a:lnTo>
                  <a:lnTo>
                    <a:pt x="1558229" y="1610035"/>
                  </a:lnTo>
                  <a:lnTo>
                    <a:pt x="1558234" y="1610042"/>
                  </a:lnTo>
                  <a:lnTo>
                    <a:pt x="1558252" y="1610077"/>
                  </a:lnTo>
                  <a:lnTo>
                    <a:pt x="1558280" y="1610114"/>
                  </a:lnTo>
                  <a:lnTo>
                    <a:pt x="1558285" y="1610169"/>
                  </a:lnTo>
                  <a:lnTo>
                    <a:pt x="1558326" y="1610184"/>
                  </a:lnTo>
                  <a:lnTo>
                    <a:pt x="1558377" y="1610180"/>
                  </a:lnTo>
                  <a:lnTo>
                    <a:pt x="1558452" y="1610158"/>
                  </a:lnTo>
                  <a:lnTo>
                    <a:pt x="1558500" y="1610145"/>
                  </a:lnTo>
                  <a:lnTo>
                    <a:pt x="1558527" y="1610137"/>
                  </a:lnTo>
                  <a:lnTo>
                    <a:pt x="1558555" y="1610129"/>
                  </a:lnTo>
                  <a:lnTo>
                    <a:pt x="1558611" y="1610110"/>
                  </a:lnTo>
                  <a:lnTo>
                    <a:pt x="1558634" y="1610102"/>
                  </a:lnTo>
                  <a:lnTo>
                    <a:pt x="1558639" y="1610092"/>
                  </a:lnTo>
                  <a:lnTo>
                    <a:pt x="1558608" y="1610055"/>
                  </a:lnTo>
                  <a:lnTo>
                    <a:pt x="1558602" y="1610042"/>
                  </a:lnTo>
                  <a:lnTo>
                    <a:pt x="1558597" y="1610021"/>
                  </a:lnTo>
                  <a:lnTo>
                    <a:pt x="1558574" y="1610020"/>
                  </a:lnTo>
                  <a:lnTo>
                    <a:pt x="1558566" y="1610020"/>
                  </a:lnTo>
                  <a:lnTo>
                    <a:pt x="1558551" y="1610021"/>
                  </a:lnTo>
                  <a:lnTo>
                    <a:pt x="1558485" y="1609984"/>
                  </a:lnTo>
                  <a:lnTo>
                    <a:pt x="1558478" y="1609979"/>
                  </a:lnTo>
                  <a:lnTo>
                    <a:pt x="1558461" y="1609968"/>
                  </a:lnTo>
                  <a:lnTo>
                    <a:pt x="1558414" y="1609955"/>
                  </a:lnTo>
                  <a:lnTo>
                    <a:pt x="1558398" y="1609941"/>
                  </a:lnTo>
                  <a:lnTo>
                    <a:pt x="1558392" y="1609936"/>
                  </a:lnTo>
                  <a:lnTo>
                    <a:pt x="1558278" y="1609842"/>
                  </a:lnTo>
                  <a:lnTo>
                    <a:pt x="1558250" y="1609811"/>
                  </a:lnTo>
                  <a:lnTo>
                    <a:pt x="1558230" y="1609783"/>
                  </a:lnTo>
                  <a:lnTo>
                    <a:pt x="1558229" y="1609778"/>
                  </a:lnTo>
                  <a:lnTo>
                    <a:pt x="1558196" y="1609728"/>
                  </a:lnTo>
                  <a:lnTo>
                    <a:pt x="1558191" y="1609662"/>
                  </a:lnTo>
                  <a:lnTo>
                    <a:pt x="1558210" y="1609570"/>
                  </a:lnTo>
                  <a:lnTo>
                    <a:pt x="1558215" y="1609545"/>
                  </a:lnTo>
                  <a:lnTo>
                    <a:pt x="1558245" y="1609393"/>
                  </a:lnTo>
                  <a:lnTo>
                    <a:pt x="1558266" y="1609291"/>
                  </a:lnTo>
                  <a:lnTo>
                    <a:pt x="1558280" y="1609223"/>
                  </a:lnTo>
                  <a:lnTo>
                    <a:pt x="1558309" y="1609083"/>
                  </a:lnTo>
                  <a:lnTo>
                    <a:pt x="1558331" y="1609006"/>
                  </a:lnTo>
                  <a:lnTo>
                    <a:pt x="1558337" y="1608985"/>
                  </a:lnTo>
                  <a:lnTo>
                    <a:pt x="1558341" y="1608968"/>
                  </a:lnTo>
                  <a:lnTo>
                    <a:pt x="1558335" y="1608951"/>
                  </a:lnTo>
                  <a:lnTo>
                    <a:pt x="1558327" y="1608929"/>
                  </a:lnTo>
                  <a:lnTo>
                    <a:pt x="1558322" y="1608919"/>
                  </a:lnTo>
                  <a:lnTo>
                    <a:pt x="1558312" y="1608898"/>
                  </a:lnTo>
                  <a:lnTo>
                    <a:pt x="1558297" y="1608876"/>
                  </a:lnTo>
                  <a:lnTo>
                    <a:pt x="1558276" y="1608852"/>
                  </a:lnTo>
                  <a:lnTo>
                    <a:pt x="1558217" y="1608787"/>
                  </a:lnTo>
                  <a:lnTo>
                    <a:pt x="1558148" y="1608712"/>
                  </a:lnTo>
                  <a:lnTo>
                    <a:pt x="1558138" y="1608702"/>
                  </a:lnTo>
                  <a:lnTo>
                    <a:pt x="1558108" y="1608671"/>
                  </a:lnTo>
                  <a:lnTo>
                    <a:pt x="1558102" y="1608665"/>
                  </a:lnTo>
                  <a:lnTo>
                    <a:pt x="1558045" y="1608643"/>
                  </a:lnTo>
                  <a:lnTo>
                    <a:pt x="1558012" y="1608641"/>
                  </a:lnTo>
                  <a:lnTo>
                    <a:pt x="1557999" y="1608645"/>
                  </a:lnTo>
                  <a:lnTo>
                    <a:pt x="1557951" y="1608599"/>
                  </a:lnTo>
                  <a:lnTo>
                    <a:pt x="1557938" y="1608585"/>
                  </a:lnTo>
                  <a:lnTo>
                    <a:pt x="1557930" y="1608575"/>
                  </a:lnTo>
                  <a:lnTo>
                    <a:pt x="1557932" y="1608565"/>
                  </a:lnTo>
                  <a:lnTo>
                    <a:pt x="1557946" y="1608562"/>
                  </a:lnTo>
                  <a:lnTo>
                    <a:pt x="1557998" y="1608574"/>
                  </a:lnTo>
                  <a:lnTo>
                    <a:pt x="1558058" y="1608557"/>
                  </a:lnTo>
                  <a:lnTo>
                    <a:pt x="1558084" y="1608550"/>
                  </a:lnTo>
                  <a:lnTo>
                    <a:pt x="1558154" y="1608506"/>
                  </a:lnTo>
                  <a:lnTo>
                    <a:pt x="1558176" y="1608500"/>
                  </a:lnTo>
                  <a:lnTo>
                    <a:pt x="1558224" y="1608486"/>
                  </a:lnTo>
                  <a:lnTo>
                    <a:pt x="1558235" y="1608470"/>
                  </a:lnTo>
                  <a:lnTo>
                    <a:pt x="1558252" y="1608446"/>
                  </a:lnTo>
                  <a:lnTo>
                    <a:pt x="1558326" y="1608392"/>
                  </a:lnTo>
                  <a:lnTo>
                    <a:pt x="1558435" y="1608321"/>
                  </a:lnTo>
                  <a:lnTo>
                    <a:pt x="1558454" y="1608309"/>
                  </a:lnTo>
                  <a:lnTo>
                    <a:pt x="1558470" y="1608298"/>
                  </a:lnTo>
                  <a:lnTo>
                    <a:pt x="1558512" y="1608261"/>
                  </a:lnTo>
                  <a:lnTo>
                    <a:pt x="1558526" y="1608248"/>
                  </a:lnTo>
                  <a:lnTo>
                    <a:pt x="1558569" y="1608149"/>
                  </a:lnTo>
                  <a:lnTo>
                    <a:pt x="1558587" y="1608106"/>
                  </a:lnTo>
                  <a:lnTo>
                    <a:pt x="1558612" y="1608047"/>
                  </a:lnTo>
                  <a:lnTo>
                    <a:pt x="1558642" y="1607918"/>
                  </a:lnTo>
                  <a:lnTo>
                    <a:pt x="1558643" y="1607897"/>
                  </a:lnTo>
                  <a:lnTo>
                    <a:pt x="1558643" y="1607888"/>
                  </a:lnTo>
                  <a:lnTo>
                    <a:pt x="1558643" y="1607876"/>
                  </a:lnTo>
                  <a:lnTo>
                    <a:pt x="1558649" y="1607854"/>
                  </a:lnTo>
                  <a:lnTo>
                    <a:pt x="1558686" y="1607860"/>
                  </a:lnTo>
                  <a:lnTo>
                    <a:pt x="1558703" y="1607866"/>
                  </a:lnTo>
                  <a:lnTo>
                    <a:pt x="1558762" y="1607887"/>
                  </a:lnTo>
                  <a:lnTo>
                    <a:pt x="1558834" y="1607847"/>
                  </a:lnTo>
                  <a:lnTo>
                    <a:pt x="1559046" y="1607725"/>
                  </a:lnTo>
                  <a:lnTo>
                    <a:pt x="1559118" y="1607639"/>
                  </a:lnTo>
                  <a:lnTo>
                    <a:pt x="1559297" y="1607424"/>
                  </a:lnTo>
                  <a:lnTo>
                    <a:pt x="1559313" y="1607321"/>
                  </a:lnTo>
                  <a:lnTo>
                    <a:pt x="1559349" y="1607102"/>
                  </a:lnTo>
                  <a:lnTo>
                    <a:pt x="1559354" y="1607075"/>
                  </a:lnTo>
                  <a:lnTo>
                    <a:pt x="1559354" y="1607041"/>
                  </a:lnTo>
                  <a:lnTo>
                    <a:pt x="1559356" y="1606973"/>
                  </a:lnTo>
                  <a:lnTo>
                    <a:pt x="1559356" y="1606952"/>
                  </a:lnTo>
                  <a:lnTo>
                    <a:pt x="1559357" y="1606909"/>
                  </a:lnTo>
                  <a:lnTo>
                    <a:pt x="1559357" y="1606890"/>
                  </a:lnTo>
                  <a:lnTo>
                    <a:pt x="1559351" y="1606833"/>
                  </a:lnTo>
                  <a:lnTo>
                    <a:pt x="1559326" y="1606770"/>
                  </a:lnTo>
                  <a:lnTo>
                    <a:pt x="1559261" y="1606723"/>
                  </a:lnTo>
                  <a:lnTo>
                    <a:pt x="1559194" y="1606710"/>
                  </a:lnTo>
                  <a:lnTo>
                    <a:pt x="1559158" y="1606706"/>
                  </a:lnTo>
                  <a:lnTo>
                    <a:pt x="1559156" y="1606581"/>
                  </a:lnTo>
                  <a:lnTo>
                    <a:pt x="1559156" y="1606512"/>
                  </a:lnTo>
                  <a:lnTo>
                    <a:pt x="1559213" y="1606490"/>
                  </a:lnTo>
                  <a:lnTo>
                    <a:pt x="1559241" y="1606479"/>
                  </a:lnTo>
                  <a:lnTo>
                    <a:pt x="1559245" y="1606454"/>
                  </a:lnTo>
                  <a:lnTo>
                    <a:pt x="1559234" y="1606450"/>
                  </a:lnTo>
                  <a:lnTo>
                    <a:pt x="1559225" y="1606446"/>
                  </a:lnTo>
                  <a:lnTo>
                    <a:pt x="1559217" y="1606443"/>
                  </a:lnTo>
                  <a:lnTo>
                    <a:pt x="1559185" y="1606430"/>
                  </a:lnTo>
                  <a:lnTo>
                    <a:pt x="1559166" y="1606422"/>
                  </a:lnTo>
                  <a:lnTo>
                    <a:pt x="1559152" y="1606417"/>
                  </a:lnTo>
                  <a:lnTo>
                    <a:pt x="1559141" y="1606413"/>
                  </a:lnTo>
                  <a:lnTo>
                    <a:pt x="1559083" y="1606391"/>
                  </a:lnTo>
                  <a:lnTo>
                    <a:pt x="1559062" y="1606361"/>
                  </a:lnTo>
                  <a:lnTo>
                    <a:pt x="1558885" y="1606122"/>
                  </a:lnTo>
                  <a:lnTo>
                    <a:pt x="1558844" y="1606065"/>
                  </a:lnTo>
                  <a:lnTo>
                    <a:pt x="1558796" y="1606002"/>
                  </a:lnTo>
                  <a:lnTo>
                    <a:pt x="1558718" y="1605898"/>
                  </a:lnTo>
                  <a:lnTo>
                    <a:pt x="1558684" y="1605836"/>
                  </a:lnTo>
                  <a:lnTo>
                    <a:pt x="1558668" y="1605805"/>
                  </a:lnTo>
                  <a:lnTo>
                    <a:pt x="1558641" y="1605761"/>
                  </a:lnTo>
                  <a:lnTo>
                    <a:pt x="1558576" y="1605642"/>
                  </a:lnTo>
                  <a:lnTo>
                    <a:pt x="1558541" y="1605578"/>
                  </a:lnTo>
                  <a:lnTo>
                    <a:pt x="1558532" y="1605564"/>
                  </a:lnTo>
                  <a:lnTo>
                    <a:pt x="1558524" y="1605549"/>
                  </a:lnTo>
                  <a:lnTo>
                    <a:pt x="1558517" y="1605535"/>
                  </a:lnTo>
                  <a:lnTo>
                    <a:pt x="1558488" y="1605483"/>
                  </a:lnTo>
                  <a:lnTo>
                    <a:pt x="1558485" y="1605478"/>
                  </a:lnTo>
                  <a:lnTo>
                    <a:pt x="1558479" y="1605467"/>
                  </a:lnTo>
                  <a:lnTo>
                    <a:pt x="1558473" y="1605456"/>
                  </a:lnTo>
                  <a:lnTo>
                    <a:pt x="1558441" y="1605435"/>
                  </a:lnTo>
                  <a:lnTo>
                    <a:pt x="1558234" y="1605547"/>
                  </a:lnTo>
                  <a:lnTo>
                    <a:pt x="1558202" y="1605575"/>
                  </a:lnTo>
                  <a:lnTo>
                    <a:pt x="1558192" y="1605584"/>
                  </a:lnTo>
                  <a:lnTo>
                    <a:pt x="1558146" y="1605622"/>
                  </a:lnTo>
                  <a:lnTo>
                    <a:pt x="1558120" y="1605645"/>
                  </a:lnTo>
                  <a:lnTo>
                    <a:pt x="1558110" y="1605660"/>
                  </a:lnTo>
                  <a:lnTo>
                    <a:pt x="1558096" y="1605680"/>
                  </a:lnTo>
                  <a:lnTo>
                    <a:pt x="1558034" y="1605776"/>
                  </a:lnTo>
                  <a:lnTo>
                    <a:pt x="1557972" y="1605864"/>
                  </a:lnTo>
                  <a:lnTo>
                    <a:pt x="1557955" y="1605874"/>
                  </a:lnTo>
                  <a:lnTo>
                    <a:pt x="1557918" y="1605879"/>
                  </a:lnTo>
                  <a:lnTo>
                    <a:pt x="1557912" y="1605848"/>
                  </a:lnTo>
                  <a:lnTo>
                    <a:pt x="1557917" y="1605808"/>
                  </a:lnTo>
                  <a:lnTo>
                    <a:pt x="1557943" y="1605750"/>
                  </a:lnTo>
                  <a:lnTo>
                    <a:pt x="1557943" y="1605727"/>
                  </a:lnTo>
                  <a:lnTo>
                    <a:pt x="1557942" y="1605706"/>
                  </a:lnTo>
                  <a:lnTo>
                    <a:pt x="1557942" y="1605680"/>
                  </a:lnTo>
                  <a:lnTo>
                    <a:pt x="1557942" y="1605666"/>
                  </a:lnTo>
                  <a:lnTo>
                    <a:pt x="1557937" y="1605640"/>
                  </a:lnTo>
                  <a:lnTo>
                    <a:pt x="1557911" y="1605513"/>
                  </a:lnTo>
                  <a:lnTo>
                    <a:pt x="1557871" y="1605368"/>
                  </a:lnTo>
                  <a:lnTo>
                    <a:pt x="1557862" y="1605335"/>
                  </a:lnTo>
                  <a:lnTo>
                    <a:pt x="1557840" y="1605256"/>
                  </a:lnTo>
                  <a:lnTo>
                    <a:pt x="1557830" y="1605218"/>
                  </a:lnTo>
                  <a:lnTo>
                    <a:pt x="1557763" y="1604989"/>
                  </a:lnTo>
                  <a:lnTo>
                    <a:pt x="1557750" y="1604956"/>
                  </a:lnTo>
                  <a:lnTo>
                    <a:pt x="1557737" y="1604945"/>
                  </a:lnTo>
                  <a:lnTo>
                    <a:pt x="1557655" y="1604873"/>
                  </a:lnTo>
                  <a:lnTo>
                    <a:pt x="1557648" y="1604865"/>
                  </a:lnTo>
                  <a:lnTo>
                    <a:pt x="1557643" y="1604858"/>
                  </a:lnTo>
                  <a:lnTo>
                    <a:pt x="1557555" y="1604753"/>
                  </a:lnTo>
                  <a:lnTo>
                    <a:pt x="1557552" y="1604748"/>
                  </a:lnTo>
                  <a:lnTo>
                    <a:pt x="1557513" y="1604743"/>
                  </a:lnTo>
                  <a:lnTo>
                    <a:pt x="1557495" y="1604741"/>
                  </a:lnTo>
                  <a:lnTo>
                    <a:pt x="1557441" y="1604783"/>
                  </a:lnTo>
                  <a:lnTo>
                    <a:pt x="1557423" y="1604797"/>
                  </a:lnTo>
                  <a:lnTo>
                    <a:pt x="1557423" y="1604822"/>
                  </a:lnTo>
                  <a:lnTo>
                    <a:pt x="1557371" y="1604812"/>
                  </a:lnTo>
                  <a:lnTo>
                    <a:pt x="1557339" y="1604735"/>
                  </a:lnTo>
                  <a:lnTo>
                    <a:pt x="1557335" y="1604715"/>
                  </a:lnTo>
                  <a:lnTo>
                    <a:pt x="1557325" y="1604671"/>
                  </a:lnTo>
                  <a:lnTo>
                    <a:pt x="1557336" y="1604649"/>
                  </a:lnTo>
                  <a:lnTo>
                    <a:pt x="1557350" y="1604620"/>
                  </a:lnTo>
                  <a:lnTo>
                    <a:pt x="1557358" y="1604604"/>
                  </a:lnTo>
                  <a:lnTo>
                    <a:pt x="1557371" y="1604577"/>
                  </a:lnTo>
                  <a:lnTo>
                    <a:pt x="1557400" y="1604571"/>
                  </a:lnTo>
                  <a:lnTo>
                    <a:pt x="1557427" y="1604566"/>
                  </a:lnTo>
                  <a:lnTo>
                    <a:pt x="1557473" y="1604495"/>
                  </a:lnTo>
                  <a:lnTo>
                    <a:pt x="1557552" y="1604408"/>
                  </a:lnTo>
                  <a:lnTo>
                    <a:pt x="1557560" y="1604401"/>
                  </a:lnTo>
                  <a:lnTo>
                    <a:pt x="1557586" y="1604387"/>
                  </a:lnTo>
                  <a:lnTo>
                    <a:pt x="1557610" y="1604374"/>
                  </a:lnTo>
                  <a:lnTo>
                    <a:pt x="1557691" y="1604329"/>
                  </a:lnTo>
                  <a:lnTo>
                    <a:pt x="1557658" y="1604260"/>
                  </a:lnTo>
                  <a:lnTo>
                    <a:pt x="1557646" y="1604235"/>
                  </a:lnTo>
                  <a:lnTo>
                    <a:pt x="1557642" y="1604233"/>
                  </a:lnTo>
                  <a:lnTo>
                    <a:pt x="1557636" y="1604229"/>
                  </a:lnTo>
                  <a:lnTo>
                    <a:pt x="1557465" y="1604262"/>
                  </a:lnTo>
                  <a:lnTo>
                    <a:pt x="1557402" y="1604274"/>
                  </a:lnTo>
                  <a:lnTo>
                    <a:pt x="1557188" y="1604520"/>
                  </a:lnTo>
                  <a:lnTo>
                    <a:pt x="1557184" y="1604535"/>
                  </a:lnTo>
                  <a:lnTo>
                    <a:pt x="1557067" y="1605020"/>
                  </a:lnTo>
                  <a:lnTo>
                    <a:pt x="1557008" y="1605269"/>
                  </a:lnTo>
                  <a:lnTo>
                    <a:pt x="1556935" y="1605427"/>
                  </a:lnTo>
                  <a:lnTo>
                    <a:pt x="1556853" y="1605605"/>
                  </a:lnTo>
                  <a:lnTo>
                    <a:pt x="1556794" y="1605636"/>
                  </a:lnTo>
                  <a:lnTo>
                    <a:pt x="1556703" y="1605650"/>
                  </a:lnTo>
                  <a:lnTo>
                    <a:pt x="1556696" y="1605657"/>
                  </a:lnTo>
                  <a:lnTo>
                    <a:pt x="1556646" y="1605710"/>
                  </a:lnTo>
                  <a:lnTo>
                    <a:pt x="1556591" y="1605803"/>
                  </a:lnTo>
                  <a:lnTo>
                    <a:pt x="1556541" y="1605852"/>
                  </a:lnTo>
                  <a:lnTo>
                    <a:pt x="1556533" y="1605860"/>
                  </a:lnTo>
                  <a:lnTo>
                    <a:pt x="1556526" y="1605860"/>
                  </a:lnTo>
                  <a:lnTo>
                    <a:pt x="1556452" y="1605867"/>
                  </a:lnTo>
                  <a:lnTo>
                    <a:pt x="1556422" y="1605806"/>
                  </a:lnTo>
                  <a:lnTo>
                    <a:pt x="1556327" y="1605350"/>
                  </a:lnTo>
                  <a:lnTo>
                    <a:pt x="1556483" y="1605004"/>
                  </a:lnTo>
                  <a:lnTo>
                    <a:pt x="1556500" y="1604972"/>
                  </a:lnTo>
                  <a:lnTo>
                    <a:pt x="1556504" y="1604911"/>
                  </a:lnTo>
                  <a:lnTo>
                    <a:pt x="1556493" y="1604879"/>
                  </a:lnTo>
                  <a:lnTo>
                    <a:pt x="1556423" y="1604775"/>
                  </a:lnTo>
                  <a:lnTo>
                    <a:pt x="1556403" y="1604746"/>
                  </a:lnTo>
                  <a:lnTo>
                    <a:pt x="1556351" y="1604566"/>
                  </a:lnTo>
                  <a:lnTo>
                    <a:pt x="1556343" y="1604537"/>
                  </a:lnTo>
                  <a:lnTo>
                    <a:pt x="1556300" y="1604461"/>
                  </a:lnTo>
                  <a:lnTo>
                    <a:pt x="1556274" y="1604416"/>
                  </a:lnTo>
                  <a:lnTo>
                    <a:pt x="1556188" y="1604337"/>
                  </a:lnTo>
                  <a:lnTo>
                    <a:pt x="1556177" y="1604326"/>
                  </a:lnTo>
                  <a:lnTo>
                    <a:pt x="1556174" y="1604314"/>
                  </a:lnTo>
                  <a:lnTo>
                    <a:pt x="1556167" y="1604288"/>
                  </a:lnTo>
                  <a:lnTo>
                    <a:pt x="1556159" y="1604255"/>
                  </a:lnTo>
                  <a:lnTo>
                    <a:pt x="1556130" y="1604215"/>
                  </a:lnTo>
                  <a:lnTo>
                    <a:pt x="1556122" y="1604096"/>
                  </a:lnTo>
                  <a:lnTo>
                    <a:pt x="1556110" y="1604016"/>
                  </a:lnTo>
                  <a:lnTo>
                    <a:pt x="1556108" y="1603952"/>
                  </a:lnTo>
                  <a:lnTo>
                    <a:pt x="1556132" y="1603815"/>
                  </a:lnTo>
                  <a:lnTo>
                    <a:pt x="1556145" y="1603798"/>
                  </a:lnTo>
                  <a:lnTo>
                    <a:pt x="1556199" y="1603680"/>
                  </a:lnTo>
                  <a:lnTo>
                    <a:pt x="1556212" y="1603637"/>
                  </a:lnTo>
                  <a:lnTo>
                    <a:pt x="1556236" y="1603552"/>
                  </a:lnTo>
                  <a:lnTo>
                    <a:pt x="1556232" y="1603542"/>
                  </a:lnTo>
                  <a:lnTo>
                    <a:pt x="1556205" y="1603527"/>
                  </a:lnTo>
                  <a:lnTo>
                    <a:pt x="1556192" y="1603505"/>
                  </a:lnTo>
                  <a:lnTo>
                    <a:pt x="1556209" y="1603471"/>
                  </a:lnTo>
                  <a:lnTo>
                    <a:pt x="1556220" y="1603448"/>
                  </a:lnTo>
                  <a:lnTo>
                    <a:pt x="1556230" y="1603435"/>
                  </a:lnTo>
                  <a:lnTo>
                    <a:pt x="1556217" y="1603402"/>
                  </a:lnTo>
                  <a:lnTo>
                    <a:pt x="1556176" y="1603300"/>
                  </a:lnTo>
                  <a:lnTo>
                    <a:pt x="1556121" y="1603207"/>
                  </a:lnTo>
                  <a:lnTo>
                    <a:pt x="1556108" y="1603165"/>
                  </a:lnTo>
                  <a:lnTo>
                    <a:pt x="1556093" y="1603059"/>
                  </a:lnTo>
                  <a:lnTo>
                    <a:pt x="1556084" y="1603052"/>
                  </a:lnTo>
                  <a:lnTo>
                    <a:pt x="1556056" y="1603054"/>
                  </a:lnTo>
                  <a:lnTo>
                    <a:pt x="1556032" y="1603061"/>
                  </a:lnTo>
                  <a:lnTo>
                    <a:pt x="1555993" y="1603077"/>
                  </a:lnTo>
                  <a:lnTo>
                    <a:pt x="1555937" y="1603106"/>
                  </a:lnTo>
                  <a:lnTo>
                    <a:pt x="1555943" y="1603110"/>
                  </a:lnTo>
                  <a:lnTo>
                    <a:pt x="1555950" y="1603129"/>
                  </a:lnTo>
                  <a:lnTo>
                    <a:pt x="1555953" y="1603149"/>
                  </a:lnTo>
                  <a:lnTo>
                    <a:pt x="1555975" y="1603182"/>
                  </a:lnTo>
                  <a:lnTo>
                    <a:pt x="1555991" y="1603263"/>
                  </a:lnTo>
                  <a:lnTo>
                    <a:pt x="1555998" y="1603351"/>
                  </a:lnTo>
                  <a:lnTo>
                    <a:pt x="1555986" y="1603397"/>
                  </a:lnTo>
                  <a:lnTo>
                    <a:pt x="1555961" y="1603488"/>
                  </a:lnTo>
                  <a:lnTo>
                    <a:pt x="1555911" y="1603620"/>
                  </a:lnTo>
                  <a:lnTo>
                    <a:pt x="1555897" y="1603638"/>
                  </a:lnTo>
                  <a:lnTo>
                    <a:pt x="1555868" y="1603638"/>
                  </a:lnTo>
                  <a:lnTo>
                    <a:pt x="1555806" y="1603604"/>
                  </a:lnTo>
                  <a:lnTo>
                    <a:pt x="1555754" y="1603591"/>
                  </a:lnTo>
                  <a:lnTo>
                    <a:pt x="1555715" y="1603602"/>
                  </a:lnTo>
                  <a:lnTo>
                    <a:pt x="1555703" y="1603628"/>
                  </a:lnTo>
                  <a:lnTo>
                    <a:pt x="1555694" y="1603773"/>
                  </a:lnTo>
                  <a:lnTo>
                    <a:pt x="1555662" y="1603902"/>
                  </a:lnTo>
                  <a:lnTo>
                    <a:pt x="1555649" y="1603967"/>
                  </a:lnTo>
                  <a:lnTo>
                    <a:pt x="1555665" y="1604169"/>
                  </a:lnTo>
                  <a:lnTo>
                    <a:pt x="1555672" y="1604236"/>
                  </a:lnTo>
                  <a:lnTo>
                    <a:pt x="1555665" y="1604314"/>
                  </a:lnTo>
                  <a:lnTo>
                    <a:pt x="1555646" y="1604402"/>
                  </a:lnTo>
                  <a:lnTo>
                    <a:pt x="1555612" y="1604477"/>
                  </a:lnTo>
                  <a:lnTo>
                    <a:pt x="1555612" y="1604519"/>
                  </a:lnTo>
                  <a:lnTo>
                    <a:pt x="1555628" y="1604557"/>
                  </a:lnTo>
                  <a:lnTo>
                    <a:pt x="1555656" y="1604612"/>
                  </a:lnTo>
                  <a:lnTo>
                    <a:pt x="1555701" y="1604640"/>
                  </a:lnTo>
                  <a:lnTo>
                    <a:pt x="1555786" y="1604694"/>
                  </a:lnTo>
                  <a:lnTo>
                    <a:pt x="1555794" y="1604697"/>
                  </a:lnTo>
                  <a:lnTo>
                    <a:pt x="1555803" y="1604697"/>
                  </a:lnTo>
                  <a:lnTo>
                    <a:pt x="1555817" y="1604699"/>
                  </a:lnTo>
                  <a:lnTo>
                    <a:pt x="1555837" y="1604688"/>
                  </a:lnTo>
                  <a:lnTo>
                    <a:pt x="1555843" y="1604694"/>
                  </a:lnTo>
                  <a:lnTo>
                    <a:pt x="1555856" y="1604701"/>
                  </a:lnTo>
                  <a:lnTo>
                    <a:pt x="1555873" y="1604716"/>
                  </a:lnTo>
                  <a:lnTo>
                    <a:pt x="1555883" y="1604723"/>
                  </a:lnTo>
                  <a:lnTo>
                    <a:pt x="1555886" y="1604729"/>
                  </a:lnTo>
                  <a:lnTo>
                    <a:pt x="1555903" y="1604761"/>
                  </a:lnTo>
                  <a:lnTo>
                    <a:pt x="1555932" y="1604829"/>
                  </a:lnTo>
                  <a:lnTo>
                    <a:pt x="1555956" y="1604876"/>
                  </a:lnTo>
                  <a:lnTo>
                    <a:pt x="1555990" y="1604894"/>
                  </a:lnTo>
                  <a:lnTo>
                    <a:pt x="1556001" y="1604915"/>
                  </a:lnTo>
                  <a:lnTo>
                    <a:pt x="1555976" y="1605092"/>
                  </a:lnTo>
                  <a:lnTo>
                    <a:pt x="1555917" y="1605195"/>
                  </a:lnTo>
                  <a:lnTo>
                    <a:pt x="1555802" y="1605395"/>
                  </a:lnTo>
                  <a:lnTo>
                    <a:pt x="1555635" y="1605760"/>
                  </a:lnTo>
                  <a:lnTo>
                    <a:pt x="1555331" y="1605979"/>
                  </a:lnTo>
                  <a:lnTo>
                    <a:pt x="1555283" y="1605911"/>
                  </a:lnTo>
                  <a:lnTo>
                    <a:pt x="1555244" y="1605858"/>
                  </a:lnTo>
                  <a:lnTo>
                    <a:pt x="1555211" y="1605812"/>
                  </a:lnTo>
                  <a:lnTo>
                    <a:pt x="1555227" y="1605766"/>
                  </a:lnTo>
                  <a:lnTo>
                    <a:pt x="1555263" y="1605660"/>
                  </a:lnTo>
                  <a:lnTo>
                    <a:pt x="1555367" y="1605406"/>
                  </a:lnTo>
                  <a:lnTo>
                    <a:pt x="1555354" y="1605200"/>
                  </a:lnTo>
                  <a:lnTo>
                    <a:pt x="1555332" y="1604857"/>
                  </a:lnTo>
                  <a:lnTo>
                    <a:pt x="1555321" y="1604753"/>
                  </a:lnTo>
                  <a:lnTo>
                    <a:pt x="1555275" y="1604624"/>
                  </a:lnTo>
                  <a:lnTo>
                    <a:pt x="1555271" y="1604610"/>
                  </a:lnTo>
                  <a:lnTo>
                    <a:pt x="1555260" y="1604584"/>
                  </a:lnTo>
                  <a:lnTo>
                    <a:pt x="1555239" y="1604533"/>
                  </a:lnTo>
                  <a:lnTo>
                    <a:pt x="1555228" y="1604522"/>
                  </a:lnTo>
                  <a:lnTo>
                    <a:pt x="1555187" y="1604502"/>
                  </a:lnTo>
                  <a:lnTo>
                    <a:pt x="1555170" y="1604493"/>
                  </a:lnTo>
                  <a:lnTo>
                    <a:pt x="1555136" y="1604469"/>
                  </a:lnTo>
                  <a:lnTo>
                    <a:pt x="1555120" y="1604458"/>
                  </a:lnTo>
                  <a:lnTo>
                    <a:pt x="1555038" y="1604379"/>
                  </a:lnTo>
                  <a:lnTo>
                    <a:pt x="1555032" y="1604373"/>
                  </a:lnTo>
                  <a:lnTo>
                    <a:pt x="1555017" y="1604357"/>
                  </a:lnTo>
                  <a:lnTo>
                    <a:pt x="1555017" y="1604311"/>
                  </a:lnTo>
                  <a:lnTo>
                    <a:pt x="1555021" y="1604281"/>
                  </a:lnTo>
                  <a:lnTo>
                    <a:pt x="1555028" y="1604231"/>
                  </a:lnTo>
                  <a:lnTo>
                    <a:pt x="1555034" y="1604217"/>
                  </a:lnTo>
                  <a:lnTo>
                    <a:pt x="1555041" y="1604200"/>
                  </a:lnTo>
                  <a:lnTo>
                    <a:pt x="1555046" y="1604181"/>
                  </a:lnTo>
                  <a:lnTo>
                    <a:pt x="1555047" y="1604176"/>
                  </a:lnTo>
                  <a:lnTo>
                    <a:pt x="1555055" y="1604164"/>
                  </a:lnTo>
                  <a:lnTo>
                    <a:pt x="1555060" y="1604158"/>
                  </a:lnTo>
                  <a:lnTo>
                    <a:pt x="1555065" y="1604152"/>
                  </a:lnTo>
                  <a:lnTo>
                    <a:pt x="1555068" y="1604147"/>
                  </a:lnTo>
                  <a:lnTo>
                    <a:pt x="1555080" y="1604123"/>
                  </a:lnTo>
                  <a:lnTo>
                    <a:pt x="1555063" y="1604078"/>
                  </a:lnTo>
                  <a:lnTo>
                    <a:pt x="1554965" y="1603918"/>
                  </a:lnTo>
                  <a:lnTo>
                    <a:pt x="1554866" y="1603732"/>
                  </a:lnTo>
                  <a:lnTo>
                    <a:pt x="1554722" y="1603516"/>
                  </a:lnTo>
                  <a:lnTo>
                    <a:pt x="1554714" y="1603502"/>
                  </a:lnTo>
                  <a:lnTo>
                    <a:pt x="1554585" y="1603334"/>
                  </a:lnTo>
                  <a:lnTo>
                    <a:pt x="1554561" y="1603312"/>
                  </a:lnTo>
                  <a:lnTo>
                    <a:pt x="1554543" y="1603295"/>
                  </a:lnTo>
                  <a:lnTo>
                    <a:pt x="1554516" y="1603271"/>
                  </a:lnTo>
                  <a:lnTo>
                    <a:pt x="1554457" y="1603222"/>
                  </a:lnTo>
                  <a:lnTo>
                    <a:pt x="1554425" y="1603198"/>
                  </a:lnTo>
                  <a:lnTo>
                    <a:pt x="1554413" y="1603189"/>
                  </a:lnTo>
                  <a:lnTo>
                    <a:pt x="1554393" y="1603179"/>
                  </a:lnTo>
                  <a:lnTo>
                    <a:pt x="1554378" y="1603173"/>
                  </a:lnTo>
                  <a:lnTo>
                    <a:pt x="1554355" y="1603163"/>
                  </a:lnTo>
                  <a:lnTo>
                    <a:pt x="1554308" y="1603141"/>
                  </a:lnTo>
                  <a:lnTo>
                    <a:pt x="1554246" y="1603116"/>
                  </a:lnTo>
                  <a:lnTo>
                    <a:pt x="1554229" y="1603114"/>
                  </a:lnTo>
                  <a:lnTo>
                    <a:pt x="1554169" y="1603127"/>
                  </a:lnTo>
                  <a:lnTo>
                    <a:pt x="1554146" y="1603132"/>
                  </a:lnTo>
                  <a:lnTo>
                    <a:pt x="1554098" y="1603133"/>
                  </a:lnTo>
                  <a:lnTo>
                    <a:pt x="1554087" y="1603133"/>
                  </a:lnTo>
                  <a:lnTo>
                    <a:pt x="1554087" y="1603149"/>
                  </a:lnTo>
                  <a:lnTo>
                    <a:pt x="1554091" y="1603154"/>
                  </a:lnTo>
                  <a:lnTo>
                    <a:pt x="1554107" y="1603174"/>
                  </a:lnTo>
                  <a:lnTo>
                    <a:pt x="1554097" y="1603202"/>
                  </a:lnTo>
                  <a:lnTo>
                    <a:pt x="1554093" y="1603214"/>
                  </a:lnTo>
                  <a:lnTo>
                    <a:pt x="1554086" y="1603232"/>
                  </a:lnTo>
                  <a:lnTo>
                    <a:pt x="1554078" y="1603238"/>
                  </a:lnTo>
                  <a:lnTo>
                    <a:pt x="1554058" y="1603253"/>
                  </a:lnTo>
                  <a:lnTo>
                    <a:pt x="1554011" y="1603258"/>
                  </a:lnTo>
                  <a:lnTo>
                    <a:pt x="1553805" y="1603352"/>
                  </a:lnTo>
                  <a:lnTo>
                    <a:pt x="1553718" y="1603394"/>
                  </a:lnTo>
                  <a:lnTo>
                    <a:pt x="1553581" y="1603372"/>
                  </a:lnTo>
                  <a:lnTo>
                    <a:pt x="1553492" y="1603357"/>
                  </a:lnTo>
                  <a:lnTo>
                    <a:pt x="1553424" y="1603298"/>
                  </a:lnTo>
                  <a:lnTo>
                    <a:pt x="1553409" y="1603285"/>
                  </a:lnTo>
                  <a:lnTo>
                    <a:pt x="1553339" y="1603240"/>
                  </a:lnTo>
                  <a:lnTo>
                    <a:pt x="1553337" y="1603222"/>
                  </a:lnTo>
                  <a:lnTo>
                    <a:pt x="1553331" y="1603148"/>
                  </a:lnTo>
                  <a:lnTo>
                    <a:pt x="1553330" y="1603137"/>
                  </a:lnTo>
                  <a:lnTo>
                    <a:pt x="1553324" y="1603073"/>
                  </a:lnTo>
                  <a:lnTo>
                    <a:pt x="1553337" y="1603059"/>
                  </a:lnTo>
                  <a:lnTo>
                    <a:pt x="1553398" y="1603043"/>
                  </a:lnTo>
                  <a:lnTo>
                    <a:pt x="1553460" y="1603026"/>
                  </a:lnTo>
                  <a:lnTo>
                    <a:pt x="1553483" y="1603000"/>
                  </a:lnTo>
                  <a:lnTo>
                    <a:pt x="1553487" y="1602994"/>
                  </a:lnTo>
                  <a:lnTo>
                    <a:pt x="1553508" y="1602957"/>
                  </a:lnTo>
                  <a:lnTo>
                    <a:pt x="1553513" y="1602944"/>
                  </a:lnTo>
                  <a:lnTo>
                    <a:pt x="1553519" y="1602928"/>
                  </a:lnTo>
                  <a:lnTo>
                    <a:pt x="1553506" y="1602920"/>
                  </a:lnTo>
                  <a:lnTo>
                    <a:pt x="1553449" y="1602883"/>
                  </a:lnTo>
                  <a:lnTo>
                    <a:pt x="1553427" y="1602868"/>
                  </a:lnTo>
                  <a:lnTo>
                    <a:pt x="1553414" y="1602859"/>
                  </a:lnTo>
                  <a:lnTo>
                    <a:pt x="1553183" y="1602708"/>
                  </a:lnTo>
                  <a:lnTo>
                    <a:pt x="1553136" y="1602677"/>
                  </a:lnTo>
                  <a:lnTo>
                    <a:pt x="1553118" y="1602665"/>
                  </a:lnTo>
                  <a:lnTo>
                    <a:pt x="1553103" y="1602655"/>
                  </a:lnTo>
                  <a:lnTo>
                    <a:pt x="1553076" y="1602651"/>
                  </a:lnTo>
                  <a:lnTo>
                    <a:pt x="1553063" y="1602649"/>
                  </a:lnTo>
                  <a:lnTo>
                    <a:pt x="1552946" y="1602693"/>
                  </a:lnTo>
                  <a:lnTo>
                    <a:pt x="1552846" y="1602691"/>
                  </a:lnTo>
                  <a:lnTo>
                    <a:pt x="1552828" y="1602691"/>
                  </a:lnTo>
                  <a:lnTo>
                    <a:pt x="1552784" y="1602704"/>
                  </a:lnTo>
                  <a:lnTo>
                    <a:pt x="1552723" y="1602722"/>
                  </a:lnTo>
                  <a:lnTo>
                    <a:pt x="1552716" y="1602772"/>
                  </a:lnTo>
                  <a:lnTo>
                    <a:pt x="1552631" y="1602808"/>
                  </a:lnTo>
                  <a:lnTo>
                    <a:pt x="1552521" y="1602830"/>
                  </a:lnTo>
                  <a:lnTo>
                    <a:pt x="1552450" y="1602853"/>
                  </a:lnTo>
                  <a:lnTo>
                    <a:pt x="1552439" y="1602858"/>
                  </a:lnTo>
                  <a:lnTo>
                    <a:pt x="1552426" y="1602865"/>
                  </a:lnTo>
                  <a:lnTo>
                    <a:pt x="1552412" y="1602872"/>
                  </a:lnTo>
                  <a:lnTo>
                    <a:pt x="1552393" y="1602872"/>
                  </a:lnTo>
                  <a:lnTo>
                    <a:pt x="1552340" y="1602871"/>
                  </a:lnTo>
                  <a:lnTo>
                    <a:pt x="1552331" y="1602871"/>
                  </a:lnTo>
                  <a:lnTo>
                    <a:pt x="1552215" y="1602870"/>
                  </a:lnTo>
                  <a:lnTo>
                    <a:pt x="1551934" y="1602867"/>
                  </a:lnTo>
                  <a:lnTo>
                    <a:pt x="1551871" y="1602888"/>
                  </a:lnTo>
                  <a:lnTo>
                    <a:pt x="1551862" y="1602881"/>
                  </a:lnTo>
                  <a:lnTo>
                    <a:pt x="1551857" y="1602823"/>
                  </a:lnTo>
                  <a:lnTo>
                    <a:pt x="1551871" y="1602724"/>
                  </a:lnTo>
                  <a:lnTo>
                    <a:pt x="1551878" y="1602675"/>
                  </a:lnTo>
                  <a:lnTo>
                    <a:pt x="1551890" y="1602643"/>
                  </a:lnTo>
                  <a:lnTo>
                    <a:pt x="1551866" y="1602627"/>
                  </a:lnTo>
                  <a:lnTo>
                    <a:pt x="1551826" y="1602600"/>
                  </a:lnTo>
                  <a:lnTo>
                    <a:pt x="1551778" y="1602470"/>
                  </a:lnTo>
                  <a:lnTo>
                    <a:pt x="1551785" y="1602450"/>
                  </a:lnTo>
                  <a:lnTo>
                    <a:pt x="1551747" y="1602413"/>
                  </a:lnTo>
                  <a:lnTo>
                    <a:pt x="1551710" y="1602447"/>
                  </a:lnTo>
                  <a:lnTo>
                    <a:pt x="1551616" y="1602474"/>
                  </a:lnTo>
                  <a:lnTo>
                    <a:pt x="1551611" y="1602488"/>
                  </a:lnTo>
                  <a:lnTo>
                    <a:pt x="1551600" y="1602519"/>
                  </a:lnTo>
                  <a:lnTo>
                    <a:pt x="1551590" y="1602621"/>
                  </a:lnTo>
                  <a:lnTo>
                    <a:pt x="1551571" y="1602653"/>
                  </a:lnTo>
                  <a:lnTo>
                    <a:pt x="1551536" y="1602654"/>
                  </a:lnTo>
                  <a:lnTo>
                    <a:pt x="1551489" y="1602552"/>
                  </a:lnTo>
                  <a:lnTo>
                    <a:pt x="1551455" y="1602535"/>
                  </a:lnTo>
                  <a:lnTo>
                    <a:pt x="1551395" y="1602508"/>
                  </a:lnTo>
                  <a:lnTo>
                    <a:pt x="1551375" y="1602500"/>
                  </a:lnTo>
                  <a:lnTo>
                    <a:pt x="1551357" y="1602492"/>
                  </a:lnTo>
                  <a:lnTo>
                    <a:pt x="1551348" y="1602489"/>
                  </a:lnTo>
                  <a:lnTo>
                    <a:pt x="1551345" y="1602485"/>
                  </a:lnTo>
                  <a:lnTo>
                    <a:pt x="1551314" y="1602446"/>
                  </a:lnTo>
                  <a:lnTo>
                    <a:pt x="1551265" y="1602385"/>
                  </a:lnTo>
                  <a:lnTo>
                    <a:pt x="1551209" y="1602304"/>
                  </a:lnTo>
                  <a:lnTo>
                    <a:pt x="1551198" y="1602287"/>
                  </a:lnTo>
                  <a:lnTo>
                    <a:pt x="1551186" y="1602266"/>
                  </a:lnTo>
                  <a:lnTo>
                    <a:pt x="1551206" y="1602205"/>
                  </a:lnTo>
                  <a:lnTo>
                    <a:pt x="1551209" y="1602196"/>
                  </a:lnTo>
                  <a:lnTo>
                    <a:pt x="1551217" y="1602170"/>
                  </a:lnTo>
                  <a:lnTo>
                    <a:pt x="1551222" y="1602156"/>
                  </a:lnTo>
                  <a:lnTo>
                    <a:pt x="1551240" y="1602070"/>
                  </a:lnTo>
                  <a:lnTo>
                    <a:pt x="1551241" y="1602063"/>
                  </a:lnTo>
                  <a:lnTo>
                    <a:pt x="1551229" y="1601854"/>
                  </a:lnTo>
                  <a:lnTo>
                    <a:pt x="1551210" y="1601750"/>
                  </a:lnTo>
                  <a:lnTo>
                    <a:pt x="1551173" y="1601640"/>
                  </a:lnTo>
                  <a:lnTo>
                    <a:pt x="1551136" y="1601531"/>
                  </a:lnTo>
                  <a:lnTo>
                    <a:pt x="1551056" y="1601307"/>
                  </a:lnTo>
                  <a:lnTo>
                    <a:pt x="1550993" y="1601140"/>
                  </a:lnTo>
                  <a:lnTo>
                    <a:pt x="1550974" y="1601089"/>
                  </a:lnTo>
                  <a:lnTo>
                    <a:pt x="1550954" y="1601062"/>
                  </a:lnTo>
                  <a:lnTo>
                    <a:pt x="1550941" y="1601043"/>
                  </a:lnTo>
                  <a:lnTo>
                    <a:pt x="1550928" y="1601024"/>
                  </a:lnTo>
                  <a:lnTo>
                    <a:pt x="1550922" y="1601027"/>
                  </a:lnTo>
                  <a:lnTo>
                    <a:pt x="1550911" y="1601031"/>
                  </a:lnTo>
                  <a:lnTo>
                    <a:pt x="1550869" y="1601038"/>
                  </a:lnTo>
                  <a:lnTo>
                    <a:pt x="1550815" y="1601024"/>
                  </a:lnTo>
                  <a:lnTo>
                    <a:pt x="1550811" y="1601019"/>
                  </a:lnTo>
                  <a:lnTo>
                    <a:pt x="1550777" y="1600977"/>
                  </a:lnTo>
                  <a:lnTo>
                    <a:pt x="1550777" y="1600925"/>
                  </a:lnTo>
                  <a:lnTo>
                    <a:pt x="1550777" y="1600850"/>
                  </a:lnTo>
                  <a:lnTo>
                    <a:pt x="1550776" y="1600796"/>
                  </a:lnTo>
                  <a:lnTo>
                    <a:pt x="1550985" y="1600831"/>
                  </a:lnTo>
                  <a:lnTo>
                    <a:pt x="1551041" y="1600840"/>
                  </a:lnTo>
                  <a:lnTo>
                    <a:pt x="1551100" y="1600850"/>
                  </a:lnTo>
                  <a:lnTo>
                    <a:pt x="1551451" y="1600698"/>
                  </a:lnTo>
                  <a:lnTo>
                    <a:pt x="1551497" y="1600678"/>
                  </a:lnTo>
                  <a:lnTo>
                    <a:pt x="1551542" y="1600648"/>
                  </a:lnTo>
                  <a:lnTo>
                    <a:pt x="1551935" y="1600387"/>
                  </a:lnTo>
                  <a:lnTo>
                    <a:pt x="1551997" y="1600339"/>
                  </a:lnTo>
                  <a:lnTo>
                    <a:pt x="1552006" y="1600303"/>
                  </a:lnTo>
                  <a:lnTo>
                    <a:pt x="1551980" y="1600255"/>
                  </a:lnTo>
                  <a:lnTo>
                    <a:pt x="1551945" y="1600239"/>
                  </a:lnTo>
                  <a:lnTo>
                    <a:pt x="1551893" y="1600258"/>
                  </a:lnTo>
                  <a:lnTo>
                    <a:pt x="1551849" y="1600200"/>
                  </a:lnTo>
                  <a:lnTo>
                    <a:pt x="1551769" y="1599836"/>
                  </a:lnTo>
                  <a:lnTo>
                    <a:pt x="1551758" y="1599786"/>
                  </a:lnTo>
                  <a:lnTo>
                    <a:pt x="1551726" y="1599786"/>
                  </a:lnTo>
                  <a:lnTo>
                    <a:pt x="1551698" y="1599794"/>
                  </a:lnTo>
                  <a:lnTo>
                    <a:pt x="1551667" y="1599832"/>
                  </a:lnTo>
                  <a:lnTo>
                    <a:pt x="1551666" y="1599866"/>
                  </a:lnTo>
                  <a:lnTo>
                    <a:pt x="1551663" y="1599912"/>
                  </a:lnTo>
                  <a:lnTo>
                    <a:pt x="1551651" y="1600169"/>
                  </a:lnTo>
                  <a:lnTo>
                    <a:pt x="1551660" y="1600189"/>
                  </a:lnTo>
                  <a:lnTo>
                    <a:pt x="1551658" y="1600313"/>
                  </a:lnTo>
                  <a:lnTo>
                    <a:pt x="1551626" y="1600352"/>
                  </a:lnTo>
                  <a:lnTo>
                    <a:pt x="1551548" y="1600485"/>
                  </a:lnTo>
                  <a:lnTo>
                    <a:pt x="1551521" y="1600524"/>
                  </a:lnTo>
                  <a:lnTo>
                    <a:pt x="1551495" y="1600510"/>
                  </a:lnTo>
                  <a:lnTo>
                    <a:pt x="1551487" y="1600506"/>
                  </a:lnTo>
                  <a:lnTo>
                    <a:pt x="1551471" y="1600474"/>
                  </a:lnTo>
                  <a:lnTo>
                    <a:pt x="1551440" y="1600410"/>
                  </a:lnTo>
                  <a:lnTo>
                    <a:pt x="1551440" y="1600300"/>
                  </a:lnTo>
                  <a:lnTo>
                    <a:pt x="1551469" y="1600246"/>
                  </a:lnTo>
                  <a:lnTo>
                    <a:pt x="1551489" y="1600198"/>
                  </a:lnTo>
                  <a:lnTo>
                    <a:pt x="1551547" y="1600111"/>
                  </a:lnTo>
                  <a:lnTo>
                    <a:pt x="1551565" y="1600050"/>
                  </a:lnTo>
                  <a:lnTo>
                    <a:pt x="1551575" y="1599968"/>
                  </a:lnTo>
                  <a:lnTo>
                    <a:pt x="1551574" y="1599923"/>
                  </a:lnTo>
                  <a:lnTo>
                    <a:pt x="1551581" y="1599834"/>
                  </a:lnTo>
                  <a:lnTo>
                    <a:pt x="1551578" y="1599731"/>
                  </a:lnTo>
                  <a:lnTo>
                    <a:pt x="1551567" y="1599610"/>
                  </a:lnTo>
                  <a:lnTo>
                    <a:pt x="1551542" y="1599480"/>
                  </a:lnTo>
                  <a:lnTo>
                    <a:pt x="1551511" y="1599355"/>
                  </a:lnTo>
                  <a:lnTo>
                    <a:pt x="1551476" y="1599251"/>
                  </a:lnTo>
                  <a:lnTo>
                    <a:pt x="1551434" y="1599120"/>
                  </a:lnTo>
                  <a:lnTo>
                    <a:pt x="1551387" y="1598990"/>
                  </a:lnTo>
                  <a:lnTo>
                    <a:pt x="1551370" y="1598950"/>
                  </a:lnTo>
                  <a:lnTo>
                    <a:pt x="1551365" y="1598938"/>
                  </a:lnTo>
                  <a:lnTo>
                    <a:pt x="1551334" y="1598862"/>
                  </a:lnTo>
                  <a:lnTo>
                    <a:pt x="1551326" y="1598837"/>
                  </a:lnTo>
                  <a:lnTo>
                    <a:pt x="1551315" y="1598802"/>
                  </a:lnTo>
                  <a:lnTo>
                    <a:pt x="1551299" y="1598755"/>
                  </a:lnTo>
                  <a:lnTo>
                    <a:pt x="1551290" y="1598735"/>
                  </a:lnTo>
                  <a:lnTo>
                    <a:pt x="1551131" y="1598389"/>
                  </a:lnTo>
                  <a:lnTo>
                    <a:pt x="1551129" y="1598385"/>
                  </a:lnTo>
                  <a:lnTo>
                    <a:pt x="1551038" y="1598188"/>
                  </a:lnTo>
                  <a:lnTo>
                    <a:pt x="1551034" y="1598179"/>
                  </a:lnTo>
                  <a:lnTo>
                    <a:pt x="1551018" y="1598144"/>
                  </a:lnTo>
                  <a:lnTo>
                    <a:pt x="1550955" y="1598046"/>
                  </a:lnTo>
                  <a:lnTo>
                    <a:pt x="1550950" y="1598039"/>
                  </a:lnTo>
                  <a:lnTo>
                    <a:pt x="1550828" y="1597850"/>
                  </a:lnTo>
                  <a:lnTo>
                    <a:pt x="1550819" y="1597836"/>
                  </a:lnTo>
                  <a:lnTo>
                    <a:pt x="1550805" y="1597815"/>
                  </a:lnTo>
                  <a:lnTo>
                    <a:pt x="1550742" y="1597717"/>
                  </a:lnTo>
                  <a:lnTo>
                    <a:pt x="1550587" y="1597477"/>
                  </a:lnTo>
                  <a:lnTo>
                    <a:pt x="1550560" y="1597435"/>
                  </a:lnTo>
                  <a:lnTo>
                    <a:pt x="1550557" y="1597430"/>
                  </a:lnTo>
                  <a:lnTo>
                    <a:pt x="1550402" y="1597190"/>
                  </a:lnTo>
                  <a:lnTo>
                    <a:pt x="1550365" y="1597136"/>
                  </a:lnTo>
                  <a:lnTo>
                    <a:pt x="1550142" y="1596806"/>
                  </a:lnTo>
                  <a:lnTo>
                    <a:pt x="1550017" y="1596621"/>
                  </a:lnTo>
                  <a:lnTo>
                    <a:pt x="1549902" y="1596502"/>
                  </a:lnTo>
                  <a:lnTo>
                    <a:pt x="1549892" y="1596491"/>
                  </a:lnTo>
                  <a:lnTo>
                    <a:pt x="1549868" y="1596477"/>
                  </a:lnTo>
                  <a:lnTo>
                    <a:pt x="1549824" y="1596452"/>
                  </a:lnTo>
                  <a:lnTo>
                    <a:pt x="1549801" y="1596446"/>
                  </a:lnTo>
                  <a:lnTo>
                    <a:pt x="1549729" y="1596409"/>
                  </a:lnTo>
                  <a:lnTo>
                    <a:pt x="1549692" y="1596384"/>
                  </a:lnTo>
                  <a:lnTo>
                    <a:pt x="1549630" y="1596342"/>
                  </a:lnTo>
                  <a:lnTo>
                    <a:pt x="1549563" y="1596316"/>
                  </a:lnTo>
                  <a:lnTo>
                    <a:pt x="1549549" y="1596306"/>
                  </a:lnTo>
                  <a:lnTo>
                    <a:pt x="1549519" y="1596286"/>
                  </a:lnTo>
                  <a:lnTo>
                    <a:pt x="1549497" y="1596269"/>
                  </a:lnTo>
                  <a:lnTo>
                    <a:pt x="1549484" y="1596259"/>
                  </a:lnTo>
                  <a:lnTo>
                    <a:pt x="1549466" y="1596243"/>
                  </a:lnTo>
                  <a:lnTo>
                    <a:pt x="1549440" y="1596229"/>
                  </a:lnTo>
                  <a:lnTo>
                    <a:pt x="1549434" y="1596226"/>
                  </a:lnTo>
                  <a:lnTo>
                    <a:pt x="1549376" y="1596202"/>
                  </a:lnTo>
                  <a:lnTo>
                    <a:pt x="1549343" y="1596189"/>
                  </a:lnTo>
                  <a:lnTo>
                    <a:pt x="1549335" y="1596186"/>
                  </a:lnTo>
                  <a:lnTo>
                    <a:pt x="1549328" y="1596186"/>
                  </a:lnTo>
                  <a:lnTo>
                    <a:pt x="1549318" y="1596186"/>
                  </a:lnTo>
                  <a:lnTo>
                    <a:pt x="1549297" y="1596178"/>
                  </a:lnTo>
                  <a:lnTo>
                    <a:pt x="1549243" y="1596164"/>
                  </a:lnTo>
                  <a:lnTo>
                    <a:pt x="1549225" y="1596157"/>
                  </a:lnTo>
                  <a:lnTo>
                    <a:pt x="1549197" y="1596159"/>
                  </a:lnTo>
                  <a:lnTo>
                    <a:pt x="1549157" y="1596164"/>
                  </a:lnTo>
                  <a:lnTo>
                    <a:pt x="1549152" y="1596162"/>
                  </a:lnTo>
                  <a:lnTo>
                    <a:pt x="1549139" y="1596157"/>
                  </a:lnTo>
                  <a:lnTo>
                    <a:pt x="1549109" y="1596136"/>
                  </a:lnTo>
                  <a:lnTo>
                    <a:pt x="1549100" y="1596122"/>
                  </a:lnTo>
                  <a:lnTo>
                    <a:pt x="1549093" y="1596116"/>
                  </a:lnTo>
                  <a:lnTo>
                    <a:pt x="1549072" y="1596117"/>
                  </a:lnTo>
                  <a:lnTo>
                    <a:pt x="1549053" y="1596118"/>
                  </a:lnTo>
                  <a:lnTo>
                    <a:pt x="1549036" y="1596120"/>
                  </a:lnTo>
                  <a:lnTo>
                    <a:pt x="1549027" y="1596120"/>
                  </a:lnTo>
                  <a:lnTo>
                    <a:pt x="1548979" y="1596130"/>
                  </a:lnTo>
                  <a:lnTo>
                    <a:pt x="1548944" y="1596149"/>
                  </a:lnTo>
                  <a:lnTo>
                    <a:pt x="1548919" y="1596160"/>
                  </a:lnTo>
                  <a:lnTo>
                    <a:pt x="1548881" y="1596179"/>
                  </a:lnTo>
                  <a:lnTo>
                    <a:pt x="1548852" y="1596217"/>
                  </a:lnTo>
                  <a:lnTo>
                    <a:pt x="1548798" y="1596274"/>
                  </a:lnTo>
                  <a:lnTo>
                    <a:pt x="1548776" y="1596311"/>
                  </a:lnTo>
                  <a:lnTo>
                    <a:pt x="1548769" y="1596325"/>
                  </a:lnTo>
                  <a:lnTo>
                    <a:pt x="1548758" y="1596348"/>
                  </a:lnTo>
                  <a:lnTo>
                    <a:pt x="1548751" y="1596363"/>
                  </a:lnTo>
                  <a:lnTo>
                    <a:pt x="1548733" y="1596419"/>
                  </a:lnTo>
                  <a:lnTo>
                    <a:pt x="1548723" y="1596454"/>
                  </a:lnTo>
                  <a:lnTo>
                    <a:pt x="1548721" y="1596475"/>
                  </a:lnTo>
                  <a:lnTo>
                    <a:pt x="1548719" y="1596525"/>
                  </a:lnTo>
                  <a:lnTo>
                    <a:pt x="1548700" y="1596578"/>
                  </a:lnTo>
                  <a:lnTo>
                    <a:pt x="1548681" y="1596617"/>
                  </a:lnTo>
                  <a:lnTo>
                    <a:pt x="1548671" y="1596623"/>
                  </a:lnTo>
                  <a:lnTo>
                    <a:pt x="1548624" y="1596593"/>
                  </a:lnTo>
                  <a:lnTo>
                    <a:pt x="1548569" y="1596567"/>
                  </a:lnTo>
                  <a:lnTo>
                    <a:pt x="1548562" y="1596565"/>
                  </a:lnTo>
                  <a:lnTo>
                    <a:pt x="1548540" y="1596559"/>
                  </a:lnTo>
                  <a:lnTo>
                    <a:pt x="1548533" y="1596557"/>
                  </a:lnTo>
                  <a:lnTo>
                    <a:pt x="1548519" y="1596552"/>
                  </a:lnTo>
                  <a:lnTo>
                    <a:pt x="1548432" y="1596524"/>
                  </a:lnTo>
                  <a:lnTo>
                    <a:pt x="1548285" y="1596451"/>
                  </a:lnTo>
                  <a:lnTo>
                    <a:pt x="1548246" y="1596453"/>
                  </a:lnTo>
                  <a:lnTo>
                    <a:pt x="1548221" y="1596471"/>
                  </a:lnTo>
                  <a:lnTo>
                    <a:pt x="1548132" y="1596456"/>
                  </a:lnTo>
                  <a:lnTo>
                    <a:pt x="1548060" y="1596432"/>
                  </a:lnTo>
                  <a:lnTo>
                    <a:pt x="1548006" y="1596418"/>
                  </a:lnTo>
                  <a:lnTo>
                    <a:pt x="1547951" y="1596405"/>
                  </a:lnTo>
                  <a:lnTo>
                    <a:pt x="1547923" y="1596398"/>
                  </a:lnTo>
                  <a:lnTo>
                    <a:pt x="1547915" y="1596364"/>
                  </a:lnTo>
                  <a:lnTo>
                    <a:pt x="1547912" y="1596351"/>
                  </a:lnTo>
                  <a:lnTo>
                    <a:pt x="1547911" y="1596315"/>
                  </a:lnTo>
                  <a:lnTo>
                    <a:pt x="1547919" y="1596299"/>
                  </a:lnTo>
                  <a:lnTo>
                    <a:pt x="1547921" y="1596295"/>
                  </a:lnTo>
                  <a:lnTo>
                    <a:pt x="1547928" y="1596283"/>
                  </a:lnTo>
                  <a:lnTo>
                    <a:pt x="1547932" y="1596276"/>
                  </a:lnTo>
                  <a:lnTo>
                    <a:pt x="1547938" y="1596265"/>
                  </a:lnTo>
                  <a:lnTo>
                    <a:pt x="1547947" y="1596249"/>
                  </a:lnTo>
                  <a:lnTo>
                    <a:pt x="1547968" y="1596225"/>
                  </a:lnTo>
                  <a:lnTo>
                    <a:pt x="1547974" y="1596222"/>
                  </a:lnTo>
                  <a:lnTo>
                    <a:pt x="1547982" y="1596226"/>
                  </a:lnTo>
                  <a:lnTo>
                    <a:pt x="1547992" y="1596224"/>
                  </a:lnTo>
                  <a:lnTo>
                    <a:pt x="1548000" y="1596214"/>
                  </a:lnTo>
                  <a:lnTo>
                    <a:pt x="1548011" y="1596202"/>
                  </a:lnTo>
                  <a:lnTo>
                    <a:pt x="1548023" y="1596183"/>
                  </a:lnTo>
                  <a:lnTo>
                    <a:pt x="1548052" y="1595917"/>
                  </a:lnTo>
                  <a:lnTo>
                    <a:pt x="1548028" y="1595798"/>
                  </a:lnTo>
                  <a:lnTo>
                    <a:pt x="1547976" y="1595613"/>
                  </a:lnTo>
                  <a:lnTo>
                    <a:pt x="1547862" y="1595211"/>
                  </a:lnTo>
                  <a:lnTo>
                    <a:pt x="1547782" y="1594740"/>
                  </a:lnTo>
                  <a:lnTo>
                    <a:pt x="1547756" y="1594582"/>
                  </a:lnTo>
                  <a:lnTo>
                    <a:pt x="1548022" y="1594273"/>
                  </a:lnTo>
                  <a:lnTo>
                    <a:pt x="1548393" y="1594215"/>
                  </a:lnTo>
                  <a:lnTo>
                    <a:pt x="1548601" y="1594182"/>
                  </a:lnTo>
                  <a:lnTo>
                    <a:pt x="1548647" y="1593993"/>
                  </a:lnTo>
                  <a:lnTo>
                    <a:pt x="1548663" y="1593928"/>
                  </a:lnTo>
                  <a:lnTo>
                    <a:pt x="1548722" y="1593686"/>
                  </a:lnTo>
                  <a:lnTo>
                    <a:pt x="1548756" y="1593546"/>
                  </a:lnTo>
                  <a:lnTo>
                    <a:pt x="1548970" y="1593445"/>
                  </a:lnTo>
                  <a:lnTo>
                    <a:pt x="1549001" y="1593441"/>
                  </a:lnTo>
                  <a:lnTo>
                    <a:pt x="1549146" y="1593423"/>
                  </a:lnTo>
                  <a:lnTo>
                    <a:pt x="1549191" y="1593421"/>
                  </a:lnTo>
                  <a:lnTo>
                    <a:pt x="1549298" y="1593415"/>
                  </a:lnTo>
                  <a:lnTo>
                    <a:pt x="1549314" y="1593423"/>
                  </a:lnTo>
                  <a:lnTo>
                    <a:pt x="1549461" y="1593494"/>
                  </a:lnTo>
                  <a:lnTo>
                    <a:pt x="1549509" y="1593517"/>
                  </a:lnTo>
                  <a:lnTo>
                    <a:pt x="1549514" y="1593521"/>
                  </a:lnTo>
                  <a:lnTo>
                    <a:pt x="1549549" y="1593545"/>
                  </a:lnTo>
                  <a:lnTo>
                    <a:pt x="1549657" y="1593606"/>
                  </a:lnTo>
                  <a:lnTo>
                    <a:pt x="1549662" y="1593612"/>
                  </a:lnTo>
                  <a:lnTo>
                    <a:pt x="1549665" y="1593615"/>
                  </a:lnTo>
                  <a:lnTo>
                    <a:pt x="1549762" y="1593738"/>
                  </a:lnTo>
                  <a:lnTo>
                    <a:pt x="1549849" y="1593841"/>
                  </a:lnTo>
                  <a:lnTo>
                    <a:pt x="1549868" y="1593869"/>
                  </a:lnTo>
                  <a:lnTo>
                    <a:pt x="1549906" y="1593925"/>
                  </a:lnTo>
                  <a:lnTo>
                    <a:pt x="1549917" y="1593946"/>
                  </a:lnTo>
                  <a:lnTo>
                    <a:pt x="1549923" y="1593955"/>
                  </a:lnTo>
                  <a:lnTo>
                    <a:pt x="1549930" y="1593966"/>
                  </a:lnTo>
                  <a:lnTo>
                    <a:pt x="1549950" y="1593998"/>
                  </a:lnTo>
                  <a:lnTo>
                    <a:pt x="1549959" y="1594012"/>
                  </a:lnTo>
                  <a:lnTo>
                    <a:pt x="1549983" y="1594059"/>
                  </a:lnTo>
                  <a:lnTo>
                    <a:pt x="1550017" y="1594126"/>
                  </a:lnTo>
                  <a:lnTo>
                    <a:pt x="1550026" y="1594132"/>
                  </a:lnTo>
                  <a:lnTo>
                    <a:pt x="1550214" y="1594043"/>
                  </a:lnTo>
                  <a:lnTo>
                    <a:pt x="1550266" y="1594005"/>
                  </a:lnTo>
                  <a:lnTo>
                    <a:pt x="1550395" y="1593913"/>
                  </a:lnTo>
                  <a:lnTo>
                    <a:pt x="1550486" y="1593753"/>
                  </a:lnTo>
                  <a:lnTo>
                    <a:pt x="1550601" y="1593497"/>
                  </a:lnTo>
                  <a:lnTo>
                    <a:pt x="1550644" y="1593458"/>
                  </a:lnTo>
                  <a:lnTo>
                    <a:pt x="1550702" y="1593470"/>
                  </a:lnTo>
                  <a:lnTo>
                    <a:pt x="1550789" y="1593546"/>
                  </a:lnTo>
                  <a:lnTo>
                    <a:pt x="1550884" y="1593665"/>
                  </a:lnTo>
                  <a:lnTo>
                    <a:pt x="1550900" y="1593699"/>
                  </a:lnTo>
                  <a:lnTo>
                    <a:pt x="1550918" y="1593699"/>
                  </a:lnTo>
                  <a:lnTo>
                    <a:pt x="1550967" y="1593584"/>
                  </a:lnTo>
                  <a:lnTo>
                    <a:pt x="1551011" y="1593396"/>
                  </a:lnTo>
                  <a:lnTo>
                    <a:pt x="1551018" y="1593328"/>
                  </a:lnTo>
                  <a:lnTo>
                    <a:pt x="1550987" y="1593212"/>
                  </a:lnTo>
                  <a:lnTo>
                    <a:pt x="1550991" y="1593195"/>
                  </a:lnTo>
                  <a:lnTo>
                    <a:pt x="1551000" y="1593163"/>
                  </a:lnTo>
                  <a:lnTo>
                    <a:pt x="1551015" y="1593154"/>
                  </a:lnTo>
                  <a:lnTo>
                    <a:pt x="1551136" y="1593103"/>
                  </a:lnTo>
                  <a:lnTo>
                    <a:pt x="1551195" y="1593050"/>
                  </a:lnTo>
                  <a:lnTo>
                    <a:pt x="1551200" y="1593029"/>
                  </a:lnTo>
                  <a:lnTo>
                    <a:pt x="1551204" y="1593009"/>
                  </a:lnTo>
                  <a:lnTo>
                    <a:pt x="1551202" y="1592992"/>
                  </a:lnTo>
                  <a:lnTo>
                    <a:pt x="1551194" y="1592978"/>
                  </a:lnTo>
                  <a:lnTo>
                    <a:pt x="1551001" y="1593049"/>
                  </a:lnTo>
                  <a:lnTo>
                    <a:pt x="1550934" y="1593133"/>
                  </a:lnTo>
                  <a:lnTo>
                    <a:pt x="1550772" y="1593237"/>
                  </a:lnTo>
                  <a:lnTo>
                    <a:pt x="1550719" y="1593229"/>
                  </a:lnTo>
                  <a:lnTo>
                    <a:pt x="1550668" y="1593175"/>
                  </a:lnTo>
                  <a:lnTo>
                    <a:pt x="1550624" y="1593091"/>
                  </a:lnTo>
                  <a:lnTo>
                    <a:pt x="1550624" y="1593015"/>
                  </a:lnTo>
                  <a:lnTo>
                    <a:pt x="1550658" y="1592916"/>
                  </a:lnTo>
                  <a:lnTo>
                    <a:pt x="1550823" y="1592728"/>
                  </a:lnTo>
                  <a:lnTo>
                    <a:pt x="1550897" y="1592701"/>
                  </a:lnTo>
                  <a:lnTo>
                    <a:pt x="1551038" y="1592671"/>
                  </a:lnTo>
                  <a:lnTo>
                    <a:pt x="1551160" y="1592716"/>
                  </a:lnTo>
                  <a:lnTo>
                    <a:pt x="1551206" y="1592707"/>
                  </a:lnTo>
                  <a:lnTo>
                    <a:pt x="1551329" y="1592748"/>
                  </a:lnTo>
                  <a:lnTo>
                    <a:pt x="1551386" y="1592771"/>
                  </a:lnTo>
                  <a:lnTo>
                    <a:pt x="1551400" y="1592707"/>
                  </a:lnTo>
                  <a:lnTo>
                    <a:pt x="1551403" y="1592696"/>
                  </a:lnTo>
                  <a:lnTo>
                    <a:pt x="1551349" y="1592650"/>
                  </a:lnTo>
                  <a:lnTo>
                    <a:pt x="1551286" y="1592595"/>
                  </a:lnTo>
                  <a:lnTo>
                    <a:pt x="1551258" y="1592568"/>
                  </a:lnTo>
                  <a:lnTo>
                    <a:pt x="1551215" y="1592527"/>
                  </a:lnTo>
                  <a:lnTo>
                    <a:pt x="1551155" y="1592495"/>
                  </a:lnTo>
                  <a:lnTo>
                    <a:pt x="1551143" y="1592488"/>
                  </a:lnTo>
                  <a:lnTo>
                    <a:pt x="1551124" y="1592476"/>
                  </a:lnTo>
                  <a:lnTo>
                    <a:pt x="1551075" y="1592441"/>
                  </a:lnTo>
                  <a:lnTo>
                    <a:pt x="1551071" y="1592439"/>
                  </a:lnTo>
                  <a:lnTo>
                    <a:pt x="1551061" y="1592439"/>
                  </a:lnTo>
                  <a:lnTo>
                    <a:pt x="1551020" y="1592441"/>
                  </a:lnTo>
                  <a:lnTo>
                    <a:pt x="1550994" y="1592442"/>
                  </a:lnTo>
                  <a:lnTo>
                    <a:pt x="1550964" y="1592461"/>
                  </a:lnTo>
                  <a:lnTo>
                    <a:pt x="1550941" y="1592475"/>
                  </a:lnTo>
                  <a:lnTo>
                    <a:pt x="1550933" y="1592475"/>
                  </a:lnTo>
                  <a:lnTo>
                    <a:pt x="1550630" y="1592474"/>
                  </a:lnTo>
                  <a:lnTo>
                    <a:pt x="1550606" y="1592468"/>
                  </a:lnTo>
                  <a:lnTo>
                    <a:pt x="1550577" y="1592460"/>
                  </a:lnTo>
                  <a:lnTo>
                    <a:pt x="1550459" y="1592459"/>
                  </a:lnTo>
                  <a:lnTo>
                    <a:pt x="1550422" y="1592440"/>
                  </a:lnTo>
                  <a:lnTo>
                    <a:pt x="1550401" y="1592430"/>
                  </a:lnTo>
                  <a:lnTo>
                    <a:pt x="1550396" y="1592432"/>
                  </a:lnTo>
                  <a:lnTo>
                    <a:pt x="1550360" y="1592442"/>
                  </a:lnTo>
                  <a:lnTo>
                    <a:pt x="1550351" y="1592444"/>
                  </a:lnTo>
                  <a:lnTo>
                    <a:pt x="1550240" y="1592475"/>
                  </a:lnTo>
                  <a:lnTo>
                    <a:pt x="1550230" y="1592481"/>
                  </a:lnTo>
                  <a:lnTo>
                    <a:pt x="1550177" y="1592516"/>
                  </a:lnTo>
                  <a:lnTo>
                    <a:pt x="1550089" y="1592593"/>
                  </a:lnTo>
                  <a:lnTo>
                    <a:pt x="1550077" y="1592603"/>
                  </a:lnTo>
                  <a:lnTo>
                    <a:pt x="1550071" y="1592608"/>
                  </a:lnTo>
                  <a:lnTo>
                    <a:pt x="1550064" y="1592626"/>
                  </a:lnTo>
                  <a:lnTo>
                    <a:pt x="1550061" y="1592634"/>
                  </a:lnTo>
                  <a:lnTo>
                    <a:pt x="1550039" y="1592689"/>
                  </a:lnTo>
                  <a:lnTo>
                    <a:pt x="1550029" y="1592785"/>
                  </a:lnTo>
                  <a:lnTo>
                    <a:pt x="1550026" y="1592811"/>
                  </a:lnTo>
                  <a:lnTo>
                    <a:pt x="1550019" y="1592883"/>
                  </a:lnTo>
                  <a:lnTo>
                    <a:pt x="1550015" y="1592924"/>
                  </a:lnTo>
                  <a:lnTo>
                    <a:pt x="1550011" y="1592966"/>
                  </a:lnTo>
                  <a:lnTo>
                    <a:pt x="1550009" y="1592989"/>
                  </a:lnTo>
                  <a:lnTo>
                    <a:pt x="1550004" y="1593065"/>
                  </a:lnTo>
                  <a:lnTo>
                    <a:pt x="1550002" y="1593091"/>
                  </a:lnTo>
                  <a:lnTo>
                    <a:pt x="1550040" y="1593501"/>
                  </a:lnTo>
                  <a:lnTo>
                    <a:pt x="1550042" y="1593529"/>
                  </a:lnTo>
                  <a:lnTo>
                    <a:pt x="1550060" y="1593577"/>
                  </a:lnTo>
                  <a:lnTo>
                    <a:pt x="1550075" y="1593623"/>
                  </a:lnTo>
                  <a:lnTo>
                    <a:pt x="1550098" y="1593673"/>
                  </a:lnTo>
                  <a:lnTo>
                    <a:pt x="1550100" y="1593678"/>
                  </a:lnTo>
                  <a:lnTo>
                    <a:pt x="1550103" y="1593704"/>
                  </a:lnTo>
                  <a:lnTo>
                    <a:pt x="1550106" y="1593718"/>
                  </a:lnTo>
                  <a:lnTo>
                    <a:pt x="1550102" y="1593766"/>
                  </a:lnTo>
                  <a:lnTo>
                    <a:pt x="1550092" y="1593812"/>
                  </a:lnTo>
                  <a:lnTo>
                    <a:pt x="1550082" y="1593837"/>
                  </a:lnTo>
                  <a:lnTo>
                    <a:pt x="1550059" y="1593858"/>
                  </a:lnTo>
                  <a:lnTo>
                    <a:pt x="1550032" y="1593867"/>
                  </a:lnTo>
                  <a:lnTo>
                    <a:pt x="1550026" y="1593867"/>
                  </a:lnTo>
                  <a:lnTo>
                    <a:pt x="1550015" y="1593867"/>
                  </a:lnTo>
                  <a:lnTo>
                    <a:pt x="1549994" y="1593845"/>
                  </a:lnTo>
                  <a:lnTo>
                    <a:pt x="1549980" y="1593832"/>
                  </a:lnTo>
                  <a:lnTo>
                    <a:pt x="1549973" y="1593827"/>
                  </a:lnTo>
                  <a:lnTo>
                    <a:pt x="1549968" y="1593823"/>
                  </a:lnTo>
                  <a:lnTo>
                    <a:pt x="1549775" y="1593438"/>
                  </a:lnTo>
                  <a:lnTo>
                    <a:pt x="1549777" y="1593419"/>
                  </a:lnTo>
                  <a:lnTo>
                    <a:pt x="1549784" y="1593398"/>
                  </a:lnTo>
                  <a:lnTo>
                    <a:pt x="1549805" y="1593389"/>
                  </a:lnTo>
                  <a:lnTo>
                    <a:pt x="1549803" y="1593373"/>
                  </a:lnTo>
                  <a:lnTo>
                    <a:pt x="1549772" y="1593312"/>
                  </a:lnTo>
                  <a:lnTo>
                    <a:pt x="1549750" y="1593281"/>
                  </a:lnTo>
                  <a:lnTo>
                    <a:pt x="1549724" y="1593256"/>
                  </a:lnTo>
                  <a:lnTo>
                    <a:pt x="1549706" y="1593252"/>
                  </a:lnTo>
                  <a:lnTo>
                    <a:pt x="1549702" y="1593264"/>
                  </a:lnTo>
                  <a:lnTo>
                    <a:pt x="1549704" y="1593275"/>
                  </a:lnTo>
                  <a:lnTo>
                    <a:pt x="1549706" y="1593288"/>
                  </a:lnTo>
                  <a:lnTo>
                    <a:pt x="1549711" y="1593297"/>
                  </a:lnTo>
                  <a:lnTo>
                    <a:pt x="1549707" y="1593319"/>
                  </a:lnTo>
                  <a:lnTo>
                    <a:pt x="1549698" y="1593338"/>
                  </a:lnTo>
                  <a:lnTo>
                    <a:pt x="1549675" y="1593357"/>
                  </a:lnTo>
                  <a:lnTo>
                    <a:pt x="1549659" y="1593351"/>
                  </a:lnTo>
                  <a:lnTo>
                    <a:pt x="1549649" y="1593345"/>
                  </a:lnTo>
                  <a:lnTo>
                    <a:pt x="1549618" y="1593333"/>
                  </a:lnTo>
                  <a:lnTo>
                    <a:pt x="1549593" y="1593321"/>
                  </a:lnTo>
                  <a:lnTo>
                    <a:pt x="1549569" y="1593305"/>
                  </a:lnTo>
                  <a:lnTo>
                    <a:pt x="1549437" y="1593209"/>
                  </a:lnTo>
                  <a:lnTo>
                    <a:pt x="1549430" y="1593204"/>
                  </a:lnTo>
                  <a:lnTo>
                    <a:pt x="1549422" y="1593194"/>
                  </a:lnTo>
                  <a:lnTo>
                    <a:pt x="1549322" y="1593070"/>
                  </a:lnTo>
                  <a:lnTo>
                    <a:pt x="1549262" y="1593022"/>
                  </a:lnTo>
                  <a:lnTo>
                    <a:pt x="1549147" y="1592964"/>
                  </a:lnTo>
                  <a:lnTo>
                    <a:pt x="1549133" y="1592955"/>
                  </a:lnTo>
                  <a:lnTo>
                    <a:pt x="1549095" y="1592918"/>
                  </a:lnTo>
                  <a:lnTo>
                    <a:pt x="1549057" y="1592874"/>
                  </a:lnTo>
                  <a:lnTo>
                    <a:pt x="1549021" y="1592832"/>
                  </a:lnTo>
                  <a:lnTo>
                    <a:pt x="1548948" y="1592746"/>
                  </a:lnTo>
                  <a:lnTo>
                    <a:pt x="1548937" y="1592730"/>
                  </a:lnTo>
                  <a:lnTo>
                    <a:pt x="1548895" y="1592668"/>
                  </a:lnTo>
                  <a:lnTo>
                    <a:pt x="1548871" y="1592632"/>
                  </a:lnTo>
                  <a:lnTo>
                    <a:pt x="1548806" y="1592535"/>
                  </a:lnTo>
                  <a:lnTo>
                    <a:pt x="1548795" y="1592516"/>
                  </a:lnTo>
                  <a:lnTo>
                    <a:pt x="1548771" y="1592475"/>
                  </a:lnTo>
                  <a:lnTo>
                    <a:pt x="1548714" y="1592378"/>
                  </a:lnTo>
                  <a:lnTo>
                    <a:pt x="1548694" y="1592335"/>
                  </a:lnTo>
                  <a:lnTo>
                    <a:pt x="1548621" y="1592178"/>
                  </a:lnTo>
                  <a:lnTo>
                    <a:pt x="1548465" y="1591899"/>
                  </a:lnTo>
                  <a:lnTo>
                    <a:pt x="1548369" y="1591758"/>
                  </a:lnTo>
                  <a:lnTo>
                    <a:pt x="1548290" y="1591642"/>
                  </a:lnTo>
                  <a:lnTo>
                    <a:pt x="1548237" y="1591584"/>
                  </a:lnTo>
                  <a:lnTo>
                    <a:pt x="1548178" y="1591521"/>
                  </a:lnTo>
                  <a:lnTo>
                    <a:pt x="1548076" y="1591367"/>
                  </a:lnTo>
                  <a:lnTo>
                    <a:pt x="1548056" y="1591337"/>
                  </a:lnTo>
                  <a:lnTo>
                    <a:pt x="1547982" y="1591178"/>
                  </a:lnTo>
                  <a:lnTo>
                    <a:pt x="1547969" y="1591107"/>
                  </a:lnTo>
                  <a:lnTo>
                    <a:pt x="1547980" y="1591084"/>
                  </a:lnTo>
                  <a:lnTo>
                    <a:pt x="1548023" y="1591000"/>
                  </a:lnTo>
                  <a:lnTo>
                    <a:pt x="1548075" y="1590899"/>
                  </a:lnTo>
                  <a:lnTo>
                    <a:pt x="1548084" y="1590875"/>
                  </a:lnTo>
                  <a:lnTo>
                    <a:pt x="1548093" y="1590862"/>
                  </a:lnTo>
                  <a:lnTo>
                    <a:pt x="1548101" y="1590854"/>
                  </a:lnTo>
                  <a:lnTo>
                    <a:pt x="1548127" y="1590814"/>
                  </a:lnTo>
                  <a:lnTo>
                    <a:pt x="1548139" y="1590791"/>
                  </a:lnTo>
                  <a:lnTo>
                    <a:pt x="1548144" y="1590787"/>
                  </a:lnTo>
                  <a:lnTo>
                    <a:pt x="1548166" y="1590759"/>
                  </a:lnTo>
                  <a:lnTo>
                    <a:pt x="1548210" y="1590692"/>
                  </a:lnTo>
                  <a:lnTo>
                    <a:pt x="1548268" y="1590616"/>
                  </a:lnTo>
                  <a:lnTo>
                    <a:pt x="1548289" y="1590594"/>
                  </a:lnTo>
                  <a:lnTo>
                    <a:pt x="1548300" y="1590579"/>
                  </a:lnTo>
                  <a:lnTo>
                    <a:pt x="1548324" y="1590532"/>
                  </a:lnTo>
                  <a:lnTo>
                    <a:pt x="1548345" y="1590495"/>
                  </a:lnTo>
                  <a:lnTo>
                    <a:pt x="1548359" y="1590458"/>
                  </a:lnTo>
                  <a:lnTo>
                    <a:pt x="1548364" y="1590441"/>
                  </a:lnTo>
                  <a:lnTo>
                    <a:pt x="1548374" y="1590354"/>
                  </a:lnTo>
                  <a:lnTo>
                    <a:pt x="1548385" y="1590311"/>
                  </a:lnTo>
                  <a:lnTo>
                    <a:pt x="1548380" y="1590247"/>
                  </a:lnTo>
                  <a:lnTo>
                    <a:pt x="1548375" y="1590238"/>
                  </a:lnTo>
                  <a:lnTo>
                    <a:pt x="1548361" y="1590139"/>
                  </a:lnTo>
                  <a:lnTo>
                    <a:pt x="1548357" y="1590007"/>
                  </a:lnTo>
                  <a:lnTo>
                    <a:pt x="1548361" y="1589994"/>
                  </a:lnTo>
                  <a:lnTo>
                    <a:pt x="1548388" y="1589883"/>
                  </a:lnTo>
                  <a:lnTo>
                    <a:pt x="1548467" y="1589807"/>
                  </a:lnTo>
                  <a:lnTo>
                    <a:pt x="1548561" y="1589712"/>
                  </a:lnTo>
                  <a:lnTo>
                    <a:pt x="1548566" y="1589653"/>
                  </a:lnTo>
                  <a:lnTo>
                    <a:pt x="1548616" y="1589407"/>
                  </a:lnTo>
                  <a:lnTo>
                    <a:pt x="1548675" y="1589122"/>
                  </a:lnTo>
                  <a:lnTo>
                    <a:pt x="1548703" y="1588987"/>
                  </a:lnTo>
                  <a:lnTo>
                    <a:pt x="1548723" y="1588889"/>
                  </a:lnTo>
                  <a:lnTo>
                    <a:pt x="1548687" y="1588729"/>
                  </a:lnTo>
                  <a:lnTo>
                    <a:pt x="1548614" y="1588402"/>
                  </a:lnTo>
                  <a:lnTo>
                    <a:pt x="1548589" y="1588294"/>
                  </a:lnTo>
                  <a:lnTo>
                    <a:pt x="1548535" y="1588052"/>
                  </a:lnTo>
                  <a:lnTo>
                    <a:pt x="1548360" y="1587817"/>
                  </a:lnTo>
                  <a:lnTo>
                    <a:pt x="1548321" y="1587764"/>
                  </a:lnTo>
                  <a:lnTo>
                    <a:pt x="1547597" y="1587901"/>
                  </a:lnTo>
                  <a:lnTo>
                    <a:pt x="1547605" y="1587931"/>
                  </a:lnTo>
                  <a:lnTo>
                    <a:pt x="1547684" y="1588088"/>
                  </a:lnTo>
                  <a:lnTo>
                    <a:pt x="1547707" y="1588139"/>
                  </a:lnTo>
                  <a:lnTo>
                    <a:pt x="1547714" y="1588158"/>
                  </a:lnTo>
                  <a:lnTo>
                    <a:pt x="1547716" y="1588171"/>
                  </a:lnTo>
                  <a:lnTo>
                    <a:pt x="1547701" y="1588168"/>
                  </a:lnTo>
                  <a:lnTo>
                    <a:pt x="1547688" y="1588166"/>
                  </a:lnTo>
                  <a:lnTo>
                    <a:pt x="1547619" y="1588147"/>
                  </a:lnTo>
                  <a:lnTo>
                    <a:pt x="1547474" y="1588108"/>
                  </a:lnTo>
                  <a:lnTo>
                    <a:pt x="1547479" y="1588183"/>
                  </a:lnTo>
                  <a:lnTo>
                    <a:pt x="1547490" y="1588267"/>
                  </a:lnTo>
                  <a:lnTo>
                    <a:pt x="1547484" y="1588331"/>
                  </a:lnTo>
                  <a:lnTo>
                    <a:pt x="1547471" y="1588336"/>
                  </a:lnTo>
                  <a:lnTo>
                    <a:pt x="1547440" y="1588336"/>
                  </a:lnTo>
                  <a:lnTo>
                    <a:pt x="1547414" y="1588324"/>
                  </a:lnTo>
                  <a:lnTo>
                    <a:pt x="1547396" y="1588294"/>
                  </a:lnTo>
                  <a:lnTo>
                    <a:pt x="1547385" y="1588254"/>
                  </a:lnTo>
                  <a:lnTo>
                    <a:pt x="1547370" y="1588190"/>
                  </a:lnTo>
                  <a:lnTo>
                    <a:pt x="1547363" y="1588150"/>
                  </a:lnTo>
                  <a:lnTo>
                    <a:pt x="1547346" y="1588088"/>
                  </a:lnTo>
                  <a:lnTo>
                    <a:pt x="1547313" y="1588056"/>
                  </a:lnTo>
                  <a:lnTo>
                    <a:pt x="1547254" y="1587994"/>
                  </a:lnTo>
                  <a:lnTo>
                    <a:pt x="1547200" y="1587979"/>
                  </a:lnTo>
                  <a:lnTo>
                    <a:pt x="1547112" y="1587987"/>
                  </a:lnTo>
                  <a:lnTo>
                    <a:pt x="1547099" y="1587992"/>
                  </a:lnTo>
                  <a:lnTo>
                    <a:pt x="1547080" y="1588042"/>
                  </a:lnTo>
                  <a:lnTo>
                    <a:pt x="1547082" y="1588114"/>
                  </a:lnTo>
                  <a:lnTo>
                    <a:pt x="1547103" y="1588190"/>
                  </a:lnTo>
                  <a:lnTo>
                    <a:pt x="1547121" y="1588226"/>
                  </a:lnTo>
                  <a:lnTo>
                    <a:pt x="1547172" y="1588327"/>
                  </a:lnTo>
                  <a:lnTo>
                    <a:pt x="1547175" y="1588334"/>
                  </a:lnTo>
                  <a:lnTo>
                    <a:pt x="1547181" y="1588425"/>
                  </a:lnTo>
                  <a:lnTo>
                    <a:pt x="1547183" y="1588449"/>
                  </a:lnTo>
                  <a:lnTo>
                    <a:pt x="1547187" y="1588592"/>
                  </a:lnTo>
                  <a:lnTo>
                    <a:pt x="1547188" y="1588620"/>
                  </a:lnTo>
                  <a:lnTo>
                    <a:pt x="1547170" y="1588655"/>
                  </a:lnTo>
                  <a:lnTo>
                    <a:pt x="1547151" y="1588660"/>
                  </a:lnTo>
                  <a:lnTo>
                    <a:pt x="1547137" y="1588658"/>
                  </a:lnTo>
                  <a:lnTo>
                    <a:pt x="1547127" y="1588646"/>
                  </a:lnTo>
                  <a:lnTo>
                    <a:pt x="1547065" y="1588521"/>
                  </a:lnTo>
                  <a:lnTo>
                    <a:pt x="1547042" y="1588472"/>
                  </a:lnTo>
                  <a:lnTo>
                    <a:pt x="1546986" y="1588351"/>
                  </a:lnTo>
                  <a:lnTo>
                    <a:pt x="1546937" y="1588249"/>
                  </a:lnTo>
                  <a:lnTo>
                    <a:pt x="1546912" y="1588189"/>
                  </a:lnTo>
                  <a:lnTo>
                    <a:pt x="1546887" y="1588155"/>
                  </a:lnTo>
                  <a:lnTo>
                    <a:pt x="1546780" y="1587960"/>
                  </a:lnTo>
                  <a:lnTo>
                    <a:pt x="1546768" y="1587936"/>
                  </a:lnTo>
                  <a:lnTo>
                    <a:pt x="1546759" y="1587919"/>
                  </a:lnTo>
                  <a:lnTo>
                    <a:pt x="1546694" y="1587795"/>
                  </a:lnTo>
                  <a:lnTo>
                    <a:pt x="1546634" y="1587689"/>
                  </a:lnTo>
                  <a:lnTo>
                    <a:pt x="1546601" y="1587635"/>
                  </a:lnTo>
                  <a:lnTo>
                    <a:pt x="1546520" y="1587516"/>
                  </a:lnTo>
                  <a:lnTo>
                    <a:pt x="1546517" y="1587511"/>
                  </a:lnTo>
                  <a:lnTo>
                    <a:pt x="1546513" y="1587506"/>
                  </a:lnTo>
                  <a:lnTo>
                    <a:pt x="1546472" y="1587446"/>
                  </a:lnTo>
                  <a:lnTo>
                    <a:pt x="1546468" y="1587440"/>
                  </a:lnTo>
                  <a:lnTo>
                    <a:pt x="1546462" y="1587431"/>
                  </a:lnTo>
                  <a:lnTo>
                    <a:pt x="1546413" y="1587359"/>
                  </a:lnTo>
                  <a:lnTo>
                    <a:pt x="1546221" y="1587077"/>
                  </a:lnTo>
                  <a:lnTo>
                    <a:pt x="1546215" y="1587069"/>
                  </a:lnTo>
                  <a:lnTo>
                    <a:pt x="1546149" y="1586972"/>
                  </a:lnTo>
                  <a:lnTo>
                    <a:pt x="1546060" y="1586835"/>
                  </a:lnTo>
                  <a:lnTo>
                    <a:pt x="1545996" y="1586739"/>
                  </a:lnTo>
                  <a:lnTo>
                    <a:pt x="1545987" y="1586726"/>
                  </a:lnTo>
                  <a:lnTo>
                    <a:pt x="1545928" y="1586640"/>
                  </a:lnTo>
                  <a:lnTo>
                    <a:pt x="1545915" y="1586621"/>
                  </a:lnTo>
                  <a:lnTo>
                    <a:pt x="1545899" y="1586597"/>
                  </a:lnTo>
                  <a:lnTo>
                    <a:pt x="1545892" y="1586586"/>
                  </a:lnTo>
                  <a:lnTo>
                    <a:pt x="1545871" y="1586557"/>
                  </a:lnTo>
                  <a:lnTo>
                    <a:pt x="1545834" y="1586505"/>
                  </a:lnTo>
                  <a:lnTo>
                    <a:pt x="1545783" y="1586432"/>
                  </a:lnTo>
                  <a:lnTo>
                    <a:pt x="1545719" y="1586343"/>
                  </a:lnTo>
                  <a:lnTo>
                    <a:pt x="1545679" y="1586286"/>
                  </a:lnTo>
                  <a:lnTo>
                    <a:pt x="1545583" y="1586152"/>
                  </a:lnTo>
                  <a:lnTo>
                    <a:pt x="1545562" y="1586123"/>
                  </a:lnTo>
                  <a:lnTo>
                    <a:pt x="1545557" y="1586114"/>
                  </a:lnTo>
                  <a:lnTo>
                    <a:pt x="1545536" y="1586086"/>
                  </a:lnTo>
                  <a:lnTo>
                    <a:pt x="1545449" y="1585987"/>
                  </a:lnTo>
                  <a:lnTo>
                    <a:pt x="1545429" y="1585965"/>
                  </a:lnTo>
                  <a:lnTo>
                    <a:pt x="1545370" y="1585880"/>
                  </a:lnTo>
                  <a:lnTo>
                    <a:pt x="1545325" y="1585817"/>
                  </a:lnTo>
                  <a:lnTo>
                    <a:pt x="1545301" y="1585783"/>
                  </a:lnTo>
                  <a:lnTo>
                    <a:pt x="1545296" y="1585775"/>
                  </a:lnTo>
                  <a:lnTo>
                    <a:pt x="1545269" y="1585733"/>
                  </a:lnTo>
                  <a:lnTo>
                    <a:pt x="1545247" y="1585699"/>
                  </a:lnTo>
                  <a:lnTo>
                    <a:pt x="1545242" y="1585691"/>
                  </a:lnTo>
                  <a:lnTo>
                    <a:pt x="1545214" y="1585643"/>
                  </a:lnTo>
                  <a:lnTo>
                    <a:pt x="1545204" y="1585625"/>
                  </a:lnTo>
                  <a:lnTo>
                    <a:pt x="1545115" y="1585460"/>
                  </a:lnTo>
                  <a:lnTo>
                    <a:pt x="1545044" y="1585313"/>
                  </a:lnTo>
                  <a:lnTo>
                    <a:pt x="1544951" y="1585122"/>
                  </a:lnTo>
                  <a:lnTo>
                    <a:pt x="1544947" y="1585114"/>
                  </a:lnTo>
                  <a:lnTo>
                    <a:pt x="1544945" y="1585107"/>
                  </a:lnTo>
                  <a:lnTo>
                    <a:pt x="1544913" y="1585027"/>
                  </a:lnTo>
                  <a:lnTo>
                    <a:pt x="1544905" y="1585003"/>
                  </a:lnTo>
                  <a:lnTo>
                    <a:pt x="1544901" y="1584987"/>
                  </a:lnTo>
                  <a:lnTo>
                    <a:pt x="1544823" y="1584710"/>
                  </a:lnTo>
                  <a:lnTo>
                    <a:pt x="1544816" y="1584670"/>
                  </a:lnTo>
                  <a:lnTo>
                    <a:pt x="1544811" y="1584636"/>
                  </a:lnTo>
                  <a:lnTo>
                    <a:pt x="1544809" y="1584622"/>
                  </a:lnTo>
                  <a:lnTo>
                    <a:pt x="1544804" y="1584583"/>
                  </a:lnTo>
                  <a:lnTo>
                    <a:pt x="1544799" y="1584560"/>
                  </a:lnTo>
                  <a:lnTo>
                    <a:pt x="1544797" y="1584536"/>
                  </a:lnTo>
                  <a:lnTo>
                    <a:pt x="1544793" y="1584506"/>
                  </a:lnTo>
                  <a:lnTo>
                    <a:pt x="1544777" y="1584457"/>
                  </a:lnTo>
                  <a:lnTo>
                    <a:pt x="1544768" y="1584430"/>
                  </a:lnTo>
                  <a:lnTo>
                    <a:pt x="1544709" y="1584175"/>
                  </a:lnTo>
                  <a:lnTo>
                    <a:pt x="1544688" y="1584085"/>
                  </a:lnTo>
                  <a:lnTo>
                    <a:pt x="1544684" y="1584069"/>
                  </a:lnTo>
                  <a:lnTo>
                    <a:pt x="1544629" y="1583825"/>
                  </a:lnTo>
                  <a:lnTo>
                    <a:pt x="1544579" y="1583590"/>
                  </a:lnTo>
                  <a:lnTo>
                    <a:pt x="1544576" y="1583577"/>
                  </a:lnTo>
                  <a:lnTo>
                    <a:pt x="1544573" y="1583564"/>
                  </a:lnTo>
                  <a:lnTo>
                    <a:pt x="1544555" y="1583481"/>
                  </a:lnTo>
                  <a:lnTo>
                    <a:pt x="1544543" y="1583389"/>
                  </a:lnTo>
                  <a:lnTo>
                    <a:pt x="1544541" y="1583372"/>
                  </a:lnTo>
                  <a:lnTo>
                    <a:pt x="1544531" y="1583275"/>
                  </a:lnTo>
                  <a:lnTo>
                    <a:pt x="1544502" y="1582936"/>
                  </a:lnTo>
                  <a:lnTo>
                    <a:pt x="1544501" y="1582925"/>
                  </a:lnTo>
                  <a:lnTo>
                    <a:pt x="1544501" y="1582914"/>
                  </a:lnTo>
                  <a:lnTo>
                    <a:pt x="1544499" y="1582868"/>
                  </a:lnTo>
                  <a:lnTo>
                    <a:pt x="1544483" y="1582340"/>
                  </a:lnTo>
                  <a:lnTo>
                    <a:pt x="1544482" y="1582310"/>
                  </a:lnTo>
                  <a:lnTo>
                    <a:pt x="1544482" y="1582294"/>
                  </a:lnTo>
                  <a:lnTo>
                    <a:pt x="1544482" y="1582150"/>
                  </a:lnTo>
                  <a:lnTo>
                    <a:pt x="1544483" y="1582033"/>
                  </a:lnTo>
                  <a:lnTo>
                    <a:pt x="1544485" y="1581844"/>
                  </a:lnTo>
                  <a:lnTo>
                    <a:pt x="1544490" y="1581797"/>
                  </a:lnTo>
                  <a:lnTo>
                    <a:pt x="1544494" y="1581761"/>
                  </a:lnTo>
                  <a:lnTo>
                    <a:pt x="1544506" y="1581666"/>
                  </a:lnTo>
                  <a:lnTo>
                    <a:pt x="1544510" y="1581635"/>
                  </a:lnTo>
                  <a:lnTo>
                    <a:pt x="1544512" y="1581623"/>
                  </a:lnTo>
                  <a:lnTo>
                    <a:pt x="1544586" y="1581279"/>
                  </a:lnTo>
                  <a:lnTo>
                    <a:pt x="1544609" y="1581176"/>
                  </a:lnTo>
                  <a:lnTo>
                    <a:pt x="1544643" y="1581018"/>
                  </a:lnTo>
                  <a:lnTo>
                    <a:pt x="1544644" y="1581012"/>
                  </a:lnTo>
                  <a:lnTo>
                    <a:pt x="1544648" y="1580973"/>
                  </a:lnTo>
                  <a:lnTo>
                    <a:pt x="1544650" y="1580937"/>
                  </a:lnTo>
                  <a:lnTo>
                    <a:pt x="1544654" y="1580871"/>
                  </a:lnTo>
                  <a:lnTo>
                    <a:pt x="1544661" y="1580801"/>
                  </a:lnTo>
                  <a:lnTo>
                    <a:pt x="1544662" y="1580766"/>
                  </a:lnTo>
                  <a:lnTo>
                    <a:pt x="1544663" y="1580729"/>
                  </a:lnTo>
                  <a:lnTo>
                    <a:pt x="1544664" y="1580696"/>
                  </a:lnTo>
                  <a:lnTo>
                    <a:pt x="1544687" y="1580688"/>
                  </a:lnTo>
                  <a:lnTo>
                    <a:pt x="1544768" y="1580727"/>
                  </a:lnTo>
                  <a:lnTo>
                    <a:pt x="1544788" y="1580737"/>
                  </a:lnTo>
                  <a:lnTo>
                    <a:pt x="1544810" y="1580739"/>
                  </a:lnTo>
                  <a:lnTo>
                    <a:pt x="1544885" y="1580766"/>
                  </a:lnTo>
                  <a:lnTo>
                    <a:pt x="1544995" y="1580826"/>
                  </a:lnTo>
                  <a:lnTo>
                    <a:pt x="1545008" y="1580832"/>
                  </a:lnTo>
                  <a:lnTo>
                    <a:pt x="1545012" y="1580837"/>
                  </a:lnTo>
                  <a:lnTo>
                    <a:pt x="1545109" y="1580876"/>
                  </a:lnTo>
                  <a:lnTo>
                    <a:pt x="1545124" y="1580874"/>
                  </a:lnTo>
                  <a:lnTo>
                    <a:pt x="1545150" y="1580859"/>
                  </a:lnTo>
                  <a:lnTo>
                    <a:pt x="1545161" y="1580844"/>
                  </a:lnTo>
                  <a:lnTo>
                    <a:pt x="1545166" y="1580838"/>
                  </a:lnTo>
                  <a:lnTo>
                    <a:pt x="1545166" y="1580818"/>
                  </a:lnTo>
                  <a:lnTo>
                    <a:pt x="1545166" y="1580790"/>
                  </a:lnTo>
                  <a:lnTo>
                    <a:pt x="1545153" y="1580680"/>
                  </a:lnTo>
                  <a:lnTo>
                    <a:pt x="1545152" y="1580673"/>
                  </a:lnTo>
                  <a:lnTo>
                    <a:pt x="1545152" y="1580638"/>
                  </a:lnTo>
                  <a:lnTo>
                    <a:pt x="1545152" y="1580599"/>
                  </a:lnTo>
                  <a:lnTo>
                    <a:pt x="1545148" y="1580571"/>
                  </a:lnTo>
                  <a:lnTo>
                    <a:pt x="1545108" y="1580558"/>
                  </a:lnTo>
                  <a:lnTo>
                    <a:pt x="1545082" y="1580550"/>
                  </a:lnTo>
                  <a:lnTo>
                    <a:pt x="1545063" y="1580548"/>
                  </a:lnTo>
                  <a:lnTo>
                    <a:pt x="1545050" y="1580597"/>
                  </a:lnTo>
                  <a:lnTo>
                    <a:pt x="1545047" y="1580609"/>
                  </a:lnTo>
                  <a:lnTo>
                    <a:pt x="1545042" y="1580652"/>
                  </a:lnTo>
                  <a:lnTo>
                    <a:pt x="1545041" y="1580658"/>
                  </a:lnTo>
                  <a:lnTo>
                    <a:pt x="1545036" y="1580697"/>
                  </a:lnTo>
                  <a:lnTo>
                    <a:pt x="1545032" y="1580729"/>
                  </a:lnTo>
                  <a:lnTo>
                    <a:pt x="1545010" y="1580748"/>
                  </a:lnTo>
                  <a:lnTo>
                    <a:pt x="1544987" y="1580748"/>
                  </a:lnTo>
                  <a:lnTo>
                    <a:pt x="1544952" y="1580731"/>
                  </a:lnTo>
                  <a:lnTo>
                    <a:pt x="1544894" y="1580702"/>
                  </a:lnTo>
                  <a:lnTo>
                    <a:pt x="1544888" y="1580685"/>
                  </a:lnTo>
                  <a:lnTo>
                    <a:pt x="1544879" y="1580659"/>
                  </a:lnTo>
                  <a:lnTo>
                    <a:pt x="1544877" y="1580648"/>
                  </a:lnTo>
                  <a:lnTo>
                    <a:pt x="1544874" y="1580634"/>
                  </a:lnTo>
                  <a:lnTo>
                    <a:pt x="1544863" y="1580572"/>
                  </a:lnTo>
                  <a:lnTo>
                    <a:pt x="1544851" y="1580503"/>
                  </a:lnTo>
                  <a:lnTo>
                    <a:pt x="1544850" y="1580494"/>
                  </a:lnTo>
                  <a:lnTo>
                    <a:pt x="1544867" y="1580421"/>
                  </a:lnTo>
                  <a:lnTo>
                    <a:pt x="1544869" y="1580415"/>
                  </a:lnTo>
                  <a:lnTo>
                    <a:pt x="1544894" y="1580377"/>
                  </a:lnTo>
                  <a:lnTo>
                    <a:pt x="1544901" y="1580368"/>
                  </a:lnTo>
                  <a:lnTo>
                    <a:pt x="1544906" y="1580359"/>
                  </a:lnTo>
                  <a:lnTo>
                    <a:pt x="1544916" y="1580340"/>
                  </a:lnTo>
                  <a:lnTo>
                    <a:pt x="1544919" y="1580334"/>
                  </a:lnTo>
                  <a:lnTo>
                    <a:pt x="1544925" y="1580319"/>
                  </a:lnTo>
                  <a:lnTo>
                    <a:pt x="1544943" y="1580276"/>
                  </a:lnTo>
                  <a:lnTo>
                    <a:pt x="1544948" y="1580264"/>
                  </a:lnTo>
                  <a:lnTo>
                    <a:pt x="1544951" y="1580258"/>
                  </a:lnTo>
                  <a:lnTo>
                    <a:pt x="1544961" y="1580233"/>
                  </a:lnTo>
                  <a:lnTo>
                    <a:pt x="1544983" y="1580191"/>
                  </a:lnTo>
                  <a:lnTo>
                    <a:pt x="1544991" y="1580161"/>
                  </a:lnTo>
                  <a:lnTo>
                    <a:pt x="1544996" y="1580145"/>
                  </a:lnTo>
                  <a:lnTo>
                    <a:pt x="1545002" y="1580127"/>
                  </a:lnTo>
                  <a:lnTo>
                    <a:pt x="1545013" y="1580097"/>
                  </a:lnTo>
                  <a:lnTo>
                    <a:pt x="1545016" y="1580091"/>
                  </a:lnTo>
                  <a:lnTo>
                    <a:pt x="1545026" y="1580072"/>
                  </a:lnTo>
                  <a:lnTo>
                    <a:pt x="1545060" y="1579998"/>
                  </a:lnTo>
                  <a:lnTo>
                    <a:pt x="1545081" y="1579944"/>
                  </a:lnTo>
                  <a:lnTo>
                    <a:pt x="1545089" y="1579922"/>
                  </a:lnTo>
                  <a:lnTo>
                    <a:pt x="1545096" y="1579899"/>
                  </a:lnTo>
                  <a:lnTo>
                    <a:pt x="1545112" y="1579862"/>
                  </a:lnTo>
                  <a:lnTo>
                    <a:pt x="1545115" y="1579849"/>
                  </a:lnTo>
                  <a:lnTo>
                    <a:pt x="1545118" y="1579840"/>
                  </a:lnTo>
                  <a:lnTo>
                    <a:pt x="1545122" y="1579826"/>
                  </a:lnTo>
                  <a:lnTo>
                    <a:pt x="1545127" y="1579807"/>
                  </a:lnTo>
                  <a:lnTo>
                    <a:pt x="1545128" y="1579799"/>
                  </a:lnTo>
                  <a:lnTo>
                    <a:pt x="1545129" y="1579794"/>
                  </a:lnTo>
                  <a:lnTo>
                    <a:pt x="1545134" y="1579777"/>
                  </a:lnTo>
                  <a:lnTo>
                    <a:pt x="1545137" y="1579744"/>
                  </a:lnTo>
                  <a:lnTo>
                    <a:pt x="1545140" y="1579706"/>
                  </a:lnTo>
                  <a:lnTo>
                    <a:pt x="1545144" y="1579663"/>
                  </a:lnTo>
                  <a:lnTo>
                    <a:pt x="1545152" y="1579612"/>
                  </a:lnTo>
                  <a:lnTo>
                    <a:pt x="1545157" y="1579573"/>
                  </a:lnTo>
                  <a:lnTo>
                    <a:pt x="1545161" y="1579540"/>
                  </a:lnTo>
                  <a:lnTo>
                    <a:pt x="1545173" y="1579495"/>
                  </a:lnTo>
                  <a:lnTo>
                    <a:pt x="1545178" y="1579434"/>
                  </a:lnTo>
                  <a:lnTo>
                    <a:pt x="1545180" y="1579417"/>
                  </a:lnTo>
                  <a:lnTo>
                    <a:pt x="1545185" y="1579359"/>
                  </a:lnTo>
                  <a:lnTo>
                    <a:pt x="1545193" y="1579329"/>
                  </a:lnTo>
                  <a:lnTo>
                    <a:pt x="1545199" y="1579306"/>
                  </a:lnTo>
                  <a:lnTo>
                    <a:pt x="1545206" y="1579287"/>
                  </a:lnTo>
                  <a:lnTo>
                    <a:pt x="1545222" y="1579235"/>
                  </a:lnTo>
                  <a:lnTo>
                    <a:pt x="1545230" y="1579189"/>
                  </a:lnTo>
                  <a:lnTo>
                    <a:pt x="1545238" y="1579148"/>
                  </a:lnTo>
                  <a:lnTo>
                    <a:pt x="1545252" y="1579080"/>
                  </a:lnTo>
                  <a:lnTo>
                    <a:pt x="1545257" y="1579053"/>
                  </a:lnTo>
                  <a:lnTo>
                    <a:pt x="1545261" y="1579035"/>
                  </a:lnTo>
                  <a:lnTo>
                    <a:pt x="1545267" y="1578998"/>
                  </a:lnTo>
                  <a:lnTo>
                    <a:pt x="1545276" y="1578957"/>
                  </a:lnTo>
                  <a:lnTo>
                    <a:pt x="1545282" y="1578931"/>
                  </a:lnTo>
                  <a:lnTo>
                    <a:pt x="1545289" y="1578905"/>
                  </a:lnTo>
                  <a:lnTo>
                    <a:pt x="1545297" y="1578869"/>
                  </a:lnTo>
                  <a:lnTo>
                    <a:pt x="1545302" y="1578821"/>
                  </a:lnTo>
                  <a:lnTo>
                    <a:pt x="1545309" y="1578797"/>
                  </a:lnTo>
                  <a:lnTo>
                    <a:pt x="1545315" y="1578780"/>
                  </a:lnTo>
                  <a:lnTo>
                    <a:pt x="1545322" y="1578764"/>
                  </a:lnTo>
                  <a:lnTo>
                    <a:pt x="1545332" y="1578738"/>
                  </a:lnTo>
                  <a:lnTo>
                    <a:pt x="1545337" y="1578722"/>
                  </a:lnTo>
                  <a:lnTo>
                    <a:pt x="1545339" y="1578708"/>
                  </a:lnTo>
                  <a:lnTo>
                    <a:pt x="1545345" y="1578691"/>
                  </a:lnTo>
                  <a:lnTo>
                    <a:pt x="1545350" y="1578676"/>
                  </a:lnTo>
                  <a:lnTo>
                    <a:pt x="1545353" y="1578661"/>
                  </a:lnTo>
                  <a:lnTo>
                    <a:pt x="1545352" y="1578653"/>
                  </a:lnTo>
                  <a:lnTo>
                    <a:pt x="1545355" y="1578645"/>
                  </a:lnTo>
                  <a:lnTo>
                    <a:pt x="1545363" y="1578623"/>
                  </a:lnTo>
                  <a:lnTo>
                    <a:pt x="1545385" y="1578550"/>
                  </a:lnTo>
                  <a:lnTo>
                    <a:pt x="1545400" y="1578483"/>
                  </a:lnTo>
                  <a:lnTo>
                    <a:pt x="1545427" y="1578404"/>
                  </a:lnTo>
                  <a:lnTo>
                    <a:pt x="1545440" y="1578358"/>
                  </a:lnTo>
                  <a:lnTo>
                    <a:pt x="1545468" y="1578307"/>
                  </a:lnTo>
                  <a:lnTo>
                    <a:pt x="1545492" y="1578263"/>
                  </a:lnTo>
                  <a:lnTo>
                    <a:pt x="1545498" y="1578242"/>
                  </a:lnTo>
                  <a:lnTo>
                    <a:pt x="1545510" y="1578221"/>
                  </a:lnTo>
                  <a:lnTo>
                    <a:pt x="1545522" y="1578187"/>
                  </a:lnTo>
                  <a:lnTo>
                    <a:pt x="1545546" y="1578101"/>
                  </a:lnTo>
                  <a:lnTo>
                    <a:pt x="1545550" y="1578087"/>
                  </a:lnTo>
                  <a:lnTo>
                    <a:pt x="1545566" y="1578039"/>
                  </a:lnTo>
                  <a:lnTo>
                    <a:pt x="1545572" y="1578020"/>
                  </a:lnTo>
                  <a:lnTo>
                    <a:pt x="1545609" y="1578010"/>
                  </a:lnTo>
                  <a:lnTo>
                    <a:pt x="1545686" y="1578042"/>
                  </a:lnTo>
                  <a:lnTo>
                    <a:pt x="1545708" y="1578052"/>
                  </a:lnTo>
                  <a:lnTo>
                    <a:pt x="1545768" y="1578052"/>
                  </a:lnTo>
                  <a:lnTo>
                    <a:pt x="1545779" y="1578044"/>
                  </a:lnTo>
                  <a:lnTo>
                    <a:pt x="1545837" y="1577990"/>
                  </a:lnTo>
                  <a:lnTo>
                    <a:pt x="1545856" y="1577969"/>
                  </a:lnTo>
                  <a:lnTo>
                    <a:pt x="1545873" y="1577950"/>
                  </a:lnTo>
                  <a:lnTo>
                    <a:pt x="1545885" y="1577932"/>
                  </a:lnTo>
                  <a:lnTo>
                    <a:pt x="1545915" y="1577886"/>
                  </a:lnTo>
                  <a:lnTo>
                    <a:pt x="1545941" y="1577848"/>
                  </a:lnTo>
                  <a:lnTo>
                    <a:pt x="1546027" y="1577659"/>
                  </a:lnTo>
                  <a:lnTo>
                    <a:pt x="1546032" y="1577648"/>
                  </a:lnTo>
                  <a:lnTo>
                    <a:pt x="1546073" y="1577491"/>
                  </a:lnTo>
                  <a:lnTo>
                    <a:pt x="1546089" y="1577442"/>
                  </a:lnTo>
                  <a:lnTo>
                    <a:pt x="1546128" y="1577322"/>
                  </a:lnTo>
                  <a:lnTo>
                    <a:pt x="1546131" y="1577315"/>
                  </a:lnTo>
                  <a:lnTo>
                    <a:pt x="1546134" y="1577303"/>
                  </a:lnTo>
                  <a:lnTo>
                    <a:pt x="1546209" y="1576994"/>
                  </a:lnTo>
                  <a:lnTo>
                    <a:pt x="1546212" y="1576978"/>
                  </a:lnTo>
                  <a:lnTo>
                    <a:pt x="1546232" y="1576917"/>
                  </a:lnTo>
                  <a:lnTo>
                    <a:pt x="1546268" y="1576668"/>
                  </a:lnTo>
                  <a:lnTo>
                    <a:pt x="1546282" y="1576569"/>
                  </a:lnTo>
                  <a:lnTo>
                    <a:pt x="1546293" y="1576499"/>
                  </a:lnTo>
                  <a:lnTo>
                    <a:pt x="1546321" y="1576352"/>
                  </a:lnTo>
                  <a:lnTo>
                    <a:pt x="1546351" y="1576197"/>
                  </a:lnTo>
                  <a:lnTo>
                    <a:pt x="1546434" y="1575770"/>
                  </a:lnTo>
                  <a:lnTo>
                    <a:pt x="1546414" y="1575612"/>
                  </a:lnTo>
                  <a:lnTo>
                    <a:pt x="1546396" y="1575468"/>
                  </a:lnTo>
                  <a:lnTo>
                    <a:pt x="1546317" y="1575279"/>
                  </a:lnTo>
                  <a:lnTo>
                    <a:pt x="1546314" y="1575272"/>
                  </a:lnTo>
                  <a:lnTo>
                    <a:pt x="1546239" y="1575094"/>
                  </a:lnTo>
                  <a:lnTo>
                    <a:pt x="1545834" y="1574354"/>
                  </a:lnTo>
                  <a:lnTo>
                    <a:pt x="1545811" y="1574322"/>
                  </a:lnTo>
                  <a:lnTo>
                    <a:pt x="1545747" y="1574235"/>
                  </a:lnTo>
                  <a:lnTo>
                    <a:pt x="1545735" y="1574220"/>
                  </a:lnTo>
                  <a:lnTo>
                    <a:pt x="1545625" y="1574069"/>
                  </a:lnTo>
                  <a:lnTo>
                    <a:pt x="1545556" y="1573975"/>
                  </a:lnTo>
                  <a:lnTo>
                    <a:pt x="1545133" y="1573335"/>
                  </a:lnTo>
                  <a:lnTo>
                    <a:pt x="1544967" y="1572990"/>
                  </a:lnTo>
                  <a:lnTo>
                    <a:pt x="1544933" y="1572818"/>
                  </a:lnTo>
                  <a:lnTo>
                    <a:pt x="1544935" y="1572807"/>
                  </a:lnTo>
                  <a:lnTo>
                    <a:pt x="1544950" y="1572750"/>
                  </a:lnTo>
                  <a:lnTo>
                    <a:pt x="1544959" y="1572721"/>
                  </a:lnTo>
                  <a:lnTo>
                    <a:pt x="1545210" y="1572134"/>
                  </a:lnTo>
                  <a:lnTo>
                    <a:pt x="1545220" y="1572118"/>
                  </a:lnTo>
                  <a:lnTo>
                    <a:pt x="1545694" y="1571345"/>
                  </a:lnTo>
                  <a:lnTo>
                    <a:pt x="1546309" y="1570569"/>
                  </a:lnTo>
                  <a:lnTo>
                    <a:pt x="1546832" y="1570116"/>
                  </a:lnTo>
                  <a:lnTo>
                    <a:pt x="1546959" y="1569987"/>
                  </a:lnTo>
                  <a:lnTo>
                    <a:pt x="1546997" y="1569943"/>
                  </a:lnTo>
                  <a:lnTo>
                    <a:pt x="1547022" y="1569916"/>
                  </a:lnTo>
                  <a:lnTo>
                    <a:pt x="1547040" y="1569891"/>
                  </a:lnTo>
                  <a:lnTo>
                    <a:pt x="1547049" y="1569873"/>
                  </a:lnTo>
                  <a:lnTo>
                    <a:pt x="1547058" y="1569858"/>
                  </a:lnTo>
                  <a:lnTo>
                    <a:pt x="1547070" y="1569837"/>
                  </a:lnTo>
                  <a:lnTo>
                    <a:pt x="1547076" y="1569828"/>
                  </a:lnTo>
                  <a:lnTo>
                    <a:pt x="1547072" y="1569822"/>
                  </a:lnTo>
                  <a:lnTo>
                    <a:pt x="1547068" y="1569815"/>
                  </a:lnTo>
                  <a:lnTo>
                    <a:pt x="1547069" y="1569810"/>
                  </a:lnTo>
                  <a:lnTo>
                    <a:pt x="1547072" y="1569805"/>
                  </a:lnTo>
                  <a:lnTo>
                    <a:pt x="1547079" y="1569792"/>
                  </a:lnTo>
                  <a:lnTo>
                    <a:pt x="1547102" y="1569754"/>
                  </a:lnTo>
                  <a:lnTo>
                    <a:pt x="1547117" y="1569727"/>
                  </a:lnTo>
                  <a:lnTo>
                    <a:pt x="1547130" y="1569710"/>
                  </a:lnTo>
                  <a:lnTo>
                    <a:pt x="1547136" y="1569700"/>
                  </a:lnTo>
                  <a:lnTo>
                    <a:pt x="1547156" y="1569677"/>
                  </a:lnTo>
                  <a:lnTo>
                    <a:pt x="1547162" y="1569667"/>
                  </a:lnTo>
                  <a:lnTo>
                    <a:pt x="1547170" y="1569656"/>
                  </a:lnTo>
                  <a:lnTo>
                    <a:pt x="1547184" y="1569637"/>
                  </a:lnTo>
                  <a:lnTo>
                    <a:pt x="1547213" y="1569597"/>
                  </a:lnTo>
                  <a:lnTo>
                    <a:pt x="1547223" y="1569584"/>
                  </a:lnTo>
                  <a:lnTo>
                    <a:pt x="1547229" y="1569575"/>
                  </a:lnTo>
                  <a:lnTo>
                    <a:pt x="1547233" y="1569571"/>
                  </a:lnTo>
                  <a:lnTo>
                    <a:pt x="1547239" y="1569569"/>
                  </a:lnTo>
                  <a:lnTo>
                    <a:pt x="1547246" y="1569559"/>
                  </a:lnTo>
                  <a:lnTo>
                    <a:pt x="1547255" y="1569547"/>
                  </a:lnTo>
                  <a:lnTo>
                    <a:pt x="1547267" y="1569535"/>
                  </a:lnTo>
                  <a:lnTo>
                    <a:pt x="1547285" y="1569517"/>
                  </a:lnTo>
                  <a:lnTo>
                    <a:pt x="1547293" y="1569511"/>
                  </a:lnTo>
                  <a:lnTo>
                    <a:pt x="1547330" y="1569478"/>
                  </a:lnTo>
                  <a:lnTo>
                    <a:pt x="1547413" y="1569405"/>
                  </a:lnTo>
                  <a:lnTo>
                    <a:pt x="1547428" y="1569394"/>
                  </a:lnTo>
                  <a:lnTo>
                    <a:pt x="1547459" y="1569369"/>
                  </a:lnTo>
                  <a:lnTo>
                    <a:pt x="1547475" y="1569364"/>
                  </a:lnTo>
                  <a:lnTo>
                    <a:pt x="1547565" y="1569385"/>
                  </a:lnTo>
                  <a:lnTo>
                    <a:pt x="1547583" y="1569414"/>
                  </a:lnTo>
                  <a:lnTo>
                    <a:pt x="1547624" y="1569479"/>
                  </a:lnTo>
                  <a:lnTo>
                    <a:pt x="1547632" y="1569504"/>
                  </a:lnTo>
                  <a:lnTo>
                    <a:pt x="1547662" y="1569590"/>
                  </a:lnTo>
                  <a:lnTo>
                    <a:pt x="1547662" y="1569595"/>
                  </a:lnTo>
                  <a:lnTo>
                    <a:pt x="1547658" y="1569610"/>
                  </a:lnTo>
                  <a:lnTo>
                    <a:pt x="1547653" y="1569630"/>
                  </a:lnTo>
                  <a:lnTo>
                    <a:pt x="1547648" y="1569644"/>
                  </a:lnTo>
                  <a:lnTo>
                    <a:pt x="1547639" y="1569668"/>
                  </a:lnTo>
                  <a:lnTo>
                    <a:pt x="1547624" y="1569681"/>
                  </a:lnTo>
                  <a:lnTo>
                    <a:pt x="1547603" y="1569702"/>
                  </a:lnTo>
                  <a:lnTo>
                    <a:pt x="1547593" y="1569721"/>
                  </a:lnTo>
                  <a:lnTo>
                    <a:pt x="1547588" y="1569755"/>
                  </a:lnTo>
                  <a:lnTo>
                    <a:pt x="1547583" y="1569837"/>
                  </a:lnTo>
                  <a:lnTo>
                    <a:pt x="1547586" y="1569889"/>
                  </a:lnTo>
                  <a:lnTo>
                    <a:pt x="1547592" y="1569974"/>
                  </a:lnTo>
                  <a:lnTo>
                    <a:pt x="1547593" y="1570097"/>
                  </a:lnTo>
                  <a:lnTo>
                    <a:pt x="1547597" y="1570119"/>
                  </a:lnTo>
                  <a:lnTo>
                    <a:pt x="1547606" y="1570165"/>
                  </a:lnTo>
                  <a:lnTo>
                    <a:pt x="1547610" y="1570183"/>
                  </a:lnTo>
                  <a:lnTo>
                    <a:pt x="1547637" y="1570235"/>
                  </a:lnTo>
                  <a:lnTo>
                    <a:pt x="1547643" y="1570256"/>
                  </a:lnTo>
                  <a:lnTo>
                    <a:pt x="1547645" y="1570261"/>
                  </a:lnTo>
                  <a:lnTo>
                    <a:pt x="1547653" y="1570285"/>
                  </a:lnTo>
                  <a:lnTo>
                    <a:pt x="1547694" y="1570355"/>
                  </a:lnTo>
                  <a:lnTo>
                    <a:pt x="1547703" y="1570371"/>
                  </a:lnTo>
                  <a:lnTo>
                    <a:pt x="1547809" y="1570529"/>
                  </a:lnTo>
                  <a:lnTo>
                    <a:pt x="1547814" y="1570535"/>
                  </a:lnTo>
                  <a:lnTo>
                    <a:pt x="1547885" y="1570635"/>
                  </a:lnTo>
                  <a:lnTo>
                    <a:pt x="1547902" y="1570663"/>
                  </a:lnTo>
                  <a:lnTo>
                    <a:pt x="1547906" y="1570670"/>
                  </a:lnTo>
                  <a:lnTo>
                    <a:pt x="1547940" y="1570710"/>
                  </a:lnTo>
                  <a:lnTo>
                    <a:pt x="1547958" y="1570735"/>
                  </a:lnTo>
                  <a:lnTo>
                    <a:pt x="1548014" y="1570777"/>
                  </a:lnTo>
                  <a:lnTo>
                    <a:pt x="1548043" y="1570797"/>
                  </a:lnTo>
                  <a:lnTo>
                    <a:pt x="1548052" y="1570803"/>
                  </a:lnTo>
                  <a:lnTo>
                    <a:pt x="1548148" y="1570869"/>
                  </a:lnTo>
                  <a:lnTo>
                    <a:pt x="1548168" y="1570882"/>
                  </a:lnTo>
                  <a:lnTo>
                    <a:pt x="1548229" y="1570923"/>
                  </a:lnTo>
                  <a:lnTo>
                    <a:pt x="1548234" y="1570927"/>
                  </a:lnTo>
                  <a:lnTo>
                    <a:pt x="1548249" y="1570933"/>
                  </a:lnTo>
                  <a:lnTo>
                    <a:pt x="1548276" y="1570944"/>
                  </a:lnTo>
                  <a:lnTo>
                    <a:pt x="1548403" y="1570973"/>
                  </a:lnTo>
                  <a:lnTo>
                    <a:pt x="1548496" y="1570997"/>
                  </a:lnTo>
                  <a:lnTo>
                    <a:pt x="1548542" y="1571007"/>
                  </a:lnTo>
                  <a:lnTo>
                    <a:pt x="1548548" y="1571009"/>
                  </a:lnTo>
                  <a:lnTo>
                    <a:pt x="1548566" y="1571013"/>
                  </a:lnTo>
                  <a:lnTo>
                    <a:pt x="1548579" y="1571015"/>
                  </a:lnTo>
                  <a:lnTo>
                    <a:pt x="1548637" y="1571022"/>
                  </a:lnTo>
                  <a:lnTo>
                    <a:pt x="1548767" y="1571037"/>
                  </a:lnTo>
                  <a:lnTo>
                    <a:pt x="1548829" y="1571044"/>
                  </a:lnTo>
                  <a:lnTo>
                    <a:pt x="1548843" y="1571044"/>
                  </a:lnTo>
                  <a:lnTo>
                    <a:pt x="1548848" y="1571039"/>
                  </a:lnTo>
                  <a:lnTo>
                    <a:pt x="1548850" y="1571020"/>
                  </a:lnTo>
                  <a:lnTo>
                    <a:pt x="1548852" y="1571014"/>
                  </a:lnTo>
                  <a:lnTo>
                    <a:pt x="1548855" y="1571007"/>
                  </a:lnTo>
                  <a:lnTo>
                    <a:pt x="1548855" y="1570996"/>
                  </a:lnTo>
                  <a:lnTo>
                    <a:pt x="1548847" y="1570984"/>
                  </a:lnTo>
                  <a:lnTo>
                    <a:pt x="1548841" y="1570976"/>
                  </a:lnTo>
                  <a:lnTo>
                    <a:pt x="1548792" y="1570947"/>
                  </a:lnTo>
                  <a:lnTo>
                    <a:pt x="1548783" y="1570944"/>
                  </a:lnTo>
                  <a:lnTo>
                    <a:pt x="1548773" y="1570943"/>
                  </a:lnTo>
                  <a:lnTo>
                    <a:pt x="1548752" y="1570945"/>
                  </a:lnTo>
                  <a:lnTo>
                    <a:pt x="1548731" y="1570947"/>
                  </a:lnTo>
                  <a:lnTo>
                    <a:pt x="1548718" y="1570949"/>
                  </a:lnTo>
                  <a:lnTo>
                    <a:pt x="1548699" y="1570949"/>
                  </a:lnTo>
                  <a:lnTo>
                    <a:pt x="1548675" y="1570949"/>
                  </a:lnTo>
                  <a:lnTo>
                    <a:pt x="1548643" y="1570944"/>
                  </a:lnTo>
                  <a:lnTo>
                    <a:pt x="1548414" y="1570886"/>
                  </a:lnTo>
                  <a:lnTo>
                    <a:pt x="1548351" y="1570865"/>
                  </a:lnTo>
                  <a:lnTo>
                    <a:pt x="1548333" y="1570856"/>
                  </a:lnTo>
                  <a:lnTo>
                    <a:pt x="1548300" y="1570841"/>
                  </a:lnTo>
                  <a:lnTo>
                    <a:pt x="1548090" y="1570706"/>
                  </a:lnTo>
                  <a:lnTo>
                    <a:pt x="1548020" y="1570651"/>
                  </a:lnTo>
                  <a:lnTo>
                    <a:pt x="1548015" y="1570643"/>
                  </a:lnTo>
                  <a:lnTo>
                    <a:pt x="1548004" y="1570626"/>
                  </a:lnTo>
                  <a:lnTo>
                    <a:pt x="1547994" y="1570602"/>
                  </a:lnTo>
                  <a:lnTo>
                    <a:pt x="1547997" y="1570582"/>
                  </a:lnTo>
                  <a:lnTo>
                    <a:pt x="1548015" y="1570572"/>
                  </a:lnTo>
                  <a:lnTo>
                    <a:pt x="1548041" y="1570567"/>
                  </a:lnTo>
                  <a:lnTo>
                    <a:pt x="1548058" y="1570565"/>
                  </a:lnTo>
                  <a:lnTo>
                    <a:pt x="1548081" y="1570548"/>
                  </a:lnTo>
                  <a:lnTo>
                    <a:pt x="1548103" y="1570538"/>
                  </a:lnTo>
                  <a:lnTo>
                    <a:pt x="1548102" y="1570527"/>
                  </a:lnTo>
                  <a:lnTo>
                    <a:pt x="1548098" y="1570487"/>
                  </a:lnTo>
                  <a:lnTo>
                    <a:pt x="1548080" y="1570452"/>
                  </a:lnTo>
                  <a:lnTo>
                    <a:pt x="1548058" y="1570448"/>
                  </a:lnTo>
                  <a:lnTo>
                    <a:pt x="1548040" y="1570446"/>
                  </a:lnTo>
                  <a:lnTo>
                    <a:pt x="1548022" y="1570395"/>
                  </a:lnTo>
                  <a:lnTo>
                    <a:pt x="1548011" y="1570354"/>
                  </a:lnTo>
                  <a:lnTo>
                    <a:pt x="1547992" y="1570303"/>
                  </a:lnTo>
                  <a:lnTo>
                    <a:pt x="1547984" y="1570269"/>
                  </a:lnTo>
                  <a:lnTo>
                    <a:pt x="1547954" y="1570218"/>
                  </a:lnTo>
                  <a:lnTo>
                    <a:pt x="1547918" y="1570172"/>
                  </a:lnTo>
                  <a:lnTo>
                    <a:pt x="1547850" y="1570089"/>
                  </a:lnTo>
                  <a:lnTo>
                    <a:pt x="1547839" y="1570065"/>
                  </a:lnTo>
                  <a:lnTo>
                    <a:pt x="1547831" y="1570051"/>
                  </a:lnTo>
                  <a:lnTo>
                    <a:pt x="1547806" y="1570005"/>
                  </a:lnTo>
                  <a:lnTo>
                    <a:pt x="1547801" y="1569995"/>
                  </a:lnTo>
                  <a:lnTo>
                    <a:pt x="1547785" y="1569960"/>
                  </a:lnTo>
                  <a:lnTo>
                    <a:pt x="1547775" y="1569935"/>
                  </a:lnTo>
                  <a:lnTo>
                    <a:pt x="1547765" y="1569880"/>
                  </a:lnTo>
                  <a:lnTo>
                    <a:pt x="1547756" y="1569824"/>
                  </a:lnTo>
                  <a:lnTo>
                    <a:pt x="1547758" y="1569817"/>
                  </a:lnTo>
                  <a:lnTo>
                    <a:pt x="1547756" y="1569811"/>
                  </a:lnTo>
                  <a:lnTo>
                    <a:pt x="1547765" y="1569788"/>
                  </a:lnTo>
                  <a:lnTo>
                    <a:pt x="1547773" y="1569767"/>
                  </a:lnTo>
                  <a:lnTo>
                    <a:pt x="1547791" y="1569728"/>
                  </a:lnTo>
                  <a:lnTo>
                    <a:pt x="1547825" y="1569668"/>
                  </a:lnTo>
                  <a:lnTo>
                    <a:pt x="1547888" y="1569578"/>
                  </a:lnTo>
                  <a:lnTo>
                    <a:pt x="1547946" y="1569498"/>
                  </a:lnTo>
                  <a:lnTo>
                    <a:pt x="1547985" y="1569456"/>
                  </a:lnTo>
                  <a:lnTo>
                    <a:pt x="1547992" y="1569448"/>
                  </a:lnTo>
                  <a:lnTo>
                    <a:pt x="1548052" y="1569382"/>
                  </a:lnTo>
                  <a:lnTo>
                    <a:pt x="1548065" y="1569371"/>
                  </a:lnTo>
                  <a:lnTo>
                    <a:pt x="1548108" y="1569338"/>
                  </a:lnTo>
                  <a:lnTo>
                    <a:pt x="1548117" y="1569335"/>
                  </a:lnTo>
                  <a:lnTo>
                    <a:pt x="1548129" y="1569332"/>
                  </a:lnTo>
                  <a:lnTo>
                    <a:pt x="1548139" y="1569336"/>
                  </a:lnTo>
                  <a:lnTo>
                    <a:pt x="1548143" y="1569342"/>
                  </a:lnTo>
                  <a:lnTo>
                    <a:pt x="1548153" y="1569356"/>
                  </a:lnTo>
                  <a:lnTo>
                    <a:pt x="1548167" y="1569391"/>
                  </a:lnTo>
                  <a:lnTo>
                    <a:pt x="1548169" y="1569396"/>
                  </a:lnTo>
                  <a:lnTo>
                    <a:pt x="1548183" y="1569407"/>
                  </a:lnTo>
                  <a:lnTo>
                    <a:pt x="1548195" y="1569412"/>
                  </a:lnTo>
                  <a:lnTo>
                    <a:pt x="1548226" y="1569414"/>
                  </a:lnTo>
                  <a:lnTo>
                    <a:pt x="1548242" y="1569399"/>
                  </a:lnTo>
                  <a:lnTo>
                    <a:pt x="1548262" y="1569379"/>
                  </a:lnTo>
                  <a:lnTo>
                    <a:pt x="1548319" y="1569323"/>
                  </a:lnTo>
                  <a:lnTo>
                    <a:pt x="1548325" y="1569317"/>
                  </a:lnTo>
                  <a:lnTo>
                    <a:pt x="1548375" y="1569224"/>
                  </a:lnTo>
                  <a:lnTo>
                    <a:pt x="1548402" y="1569183"/>
                  </a:lnTo>
                  <a:lnTo>
                    <a:pt x="1548428" y="1569144"/>
                  </a:lnTo>
                  <a:lnTo>
                    <a:pt x="1548447" y="1569113"/>
                  </a:lnTo>
                  <a:lnTo>
                    <a:pt x="1548453" y="1569106"/>
                  </a:lnTo>
                  <a:lnTo>
                    <a:pt x="1548553" y="1568950"/>
                  </a:lnTo>
                  <a:lnTo>
                    <a:pt x="1548601" y="1568875"/>
                  </a:lnTo>
                  <a:lnTo>
                    <a:pt x="1548669" y="1568772"/>
                  </a:lnTo>
                  <a:lnTo>
                    <a:pt x="1548732" y="1568677"/>
                  </a:lnTo>
                  <a:lnTo>
                    <a:pt x="1548751" y="1568654"/>
                  </a:lnTo>
                  <a:lnTo>
                    <a:pt x="1548769" y="1568630"/>
                  </a:lnTo>
                  <a:lnTo>
                    <a:pt x="1548783" y="1568614"/>
                  </a:lnTo>
                  <a:lnTo>
                    <a:pt x="1548798" y="1568597"/>
                  </a:lnTo>
                  <a:lnTo>
                    <a:pt x="1548814" y="1568569"/>
                  </a:lnTo>
                  <a:lnTo>
                    <a:pt x="1548842" y="1568522"/>
                  </a:lnTo>
                  <a:lnTo>
                    <a:pt x="1548883" y="1568451"/>
                  </a:lnTo>
                  <a:lnTo>
                    <a:pt x="1548910" y="1568392"/>
                  </a:lnTo>
                  <a:lnTo>
                    <a:pt x="1548919" y="1568373"/>
                  </a:lnTo>
                  <a:lnTo>
                    <a:pt x="1548932" y="1568344"/>
                  </a:lnTo>
                  <a:lnTo>
                    <a:pt x="1549013" y="1568109"/>
                  </a:lnTo>
                  <a:lnTo>
                    <a:pt x="1549019" y="1568090"/>
                  </a:lnTo>
                  <a:lnTo>
                    <a:pt x="1549078" y="1567900"/>
                  </a:lnTo>
                  <a:lnTo>
                    <a:pt x="1549080" y="1567893"/>
                  </a:lnTo>
                  <a:lnTo>
                    <a:pt x="1549082" y="1567887"/>
                  </a:lnTo>
                  <a:lnTo>
                    <a:pt x="1549150" y="1567577"/>
                  </a:lnTo>
                  <a:lnTo>
                    <a:pt x="1549156" y="1567538"/>
                  </a:lnTo>
                  <a:lnTo>
                    <a:pt x="1549157" y="1567530"/>
                  </a:lnTo>
                  <a:lnTo>
                    <a:pt x="1549164" y="1567479"/>
                  </a:lnTo>
                  <a:lnTo>
                    <a:pt x="1549170" y="1567416"/>
                  </a:lnTo>
                  <a:lnTo>
                    <a:pt x="1549172" y="1567395"/>
                  </a:lnTo>
                  <a:lnTo>
                    <a:pt x="1549173" y="1567380"/>
                  </a:lnTo>
                  <a:lnTo>
                    <a:pt x="1549178" y="1567250"/>
                  </a:lnTo>
                  <a:lnTo>
                    <a:pt x="1549175" y="1566784"/>
                  </a:lnTo>
                  <a:lnTo>
                    <a:pt x="1549175" y="1566769"/>
                  </a:lnTo>
                  <a:lnTo>
                    <a:pt x="1549175" y="1566709"/>
                  </a:lnTo>
                  <a:lnTo>
                    <a:pt x="1549172" y="1566665"/>
                  </a:lnTo>
                  <a:lnTo>
                    <a:pt x="1549169" y="1566610"/>
                  </a:lnTo>
                  <a:lnTo>
                    <a:pt x="1549165" y="1566553"/>
                  </a:lnTo>
                  <a:lnTo>
                    <a:pt x="1549163" y="1566526"/>
                  </a:lnTo>
                  <a:lnTo>
                    <a:pt x="1549141" y="1566205"/>
                  </a:lnTo>
                  <a:lnTo>
                    <a:pt x="1549135" y="1566165"/>
                  </a:lnTo>
                  <a:lnTo>
                    <a:pt x="1549127" y="1566112"/>
                  </a:lnTo>
                  <a:lnTo>
                    <a:pt x="1549111" y="1566005"/>
                  </a:lnTo>
                  <a:lnTo>
                    <a:pt x="1549102" y="1565957"/>
                  </a:lnTo>
                  <a:lnTo>
                    <a:pt x="1549080" y="1565876"/>
                  </a:lnTo>
                  <a:lnTo>
                    <a:pt x="1549020" y="1565746"/>
                  </a:lnTo>
                  <a:lnTo>
                    <a:pt x="1548934" y="1565596"/>
                  </a:lnTo>
                  <a:lnTo>
                    <a:pt x="1548801" y="1565498"/>
                  </a:lnTo>
                  <a:lnTo>
                    <a:pt x="1548841" y="1565232"/>
                  </a:lnTo>
                  <a:lnTo>
                    <a:pt x="1548844" y="1565223"/>
                  </a:lnTo>
                  <a:lnTo>
                    <a:pt x="1549048" y="1565251"/>
                  </a:lnTo>
                  <a:lnTo>
                    <a:pt x="1549050" y="1565242"/>
                  </a:lnTo>
                  <a:lnTo>
                    <a:pt x="1549051" y="1565216"/>
                  </a:lnTo>
                  <a:lnTo>
                    <a:pt x="1549085" y="1564910"/>
                  </a:lnTo>
                  <a:lnTo>
                    <a:pt x="1549103" y="1564744"/>
                  </a:lnTo>
                  <a:lnTo>
                    <a:pt x="1549107" y="1564738"/>
                  </a:lnTo>
                  <a:lnTo>
                    <a:pt x="1549114" y="1564738"/>
                  </a:lnTo>
                  <a:lnTo>
                    <a:pt x="1549148" y="1564744"/>
                  </a:lnTo>
                  <a:lnTo>
                    <a:pt x="1549173" y="1564743"/>
                  </a:lnTo>
                  <a:lnTo>
                    <a:pt x="1549186" y="1564738"/>
                  </a:lnTo>
                  <a:lnTo>
                    <a:pt x="1549188" y="1564732"/>
                  </a:lnTo>
                  <a:lnTo>
                    <a:pt x="1549192" y="1564714"/>
                  </a:lnTo>
                  <a:lnTo>
                    <a:pt x="1549197" y="1564690"/>
                  </a:lnTo>
                  <a:lnTo>
                    <a:pt x="1549198" y="1564678"/>
                  </a:lnTo>
                  <a:lnTo>
                    <a:pt x="1549200" y="1564660"/>
                  </a:lnTo>
                  <a:lnTo>
                    <a:pt x="1549202" y="1564635"/>
                  </a:lnTo>
                  <a:lnTo>
                    <a:pt x="1549205" y="1564604"/>
                  </a:lnTo>
                  <a:lnTo>
                    <a:pt x="1549203" y="1564524"/>
                  </a:lnTo>
                  <a:lnTo>
                    <a:pt x="1549201" y="1564464"/>
                  </a:lnTo>
                  <a:lnTo>
                    <a:pt x="1549198" y="1564436"/>
                  </a:lnTo>
                  <a:lnTo>
                    <a:pt x="1549198" y="1564418"/>
                  </a:lnTo>
                  <a:lnTo>
                    <a:pt x="1549199" y="1564377"/>
                  </a:lnTo>
                  <a:lnTo>
                    <a:pt x="1549200" y="1564307"/>
                  </a:lnTo>
                  <a:lnTo>
                    <a:pt x="1549198" y="1564275"/>
                  </a:lnTo>
                  <a:lnTo>
                    <a:pt x="1549195" y="1564246"/>
                  </a:lnTo>
                  <a:lnTo>
                    <a:pt x="1549185" y="1564191"/>
                  </a:lnTo>
                  <a:lnTo>
                    <a:pt x="1549174" y="1564107"/>
                  </a:lnTo>
                  <a:lnTo>
                    <a:pt x="1549165" y="1564023"/>
                  </a:lnTo>
                  <a:lnTo>
                    <a:pt x="1549107" y="1563436"/>
                  </a:lnTo>
                  <a:lnTo>
                    <a:pt x="1549104" y="1563404"/>
                  </a:lnTo>
                  <a:lnTo>
                    <a:pt x="1549098" y="1563372"/>
                  </a:lnTo>
                  <a:lnTo>
                    <a:pt x="1549096" y="1563341"/>
                  </a:lnTo>
                  <a:lnTo>
                    <a:pt x="1549088" y="1563295"/>
                  </a:lnTo>
                  <a:lnTo>
                    <a:pt x="1549081" y="1563244"/>
                  </a:lnTo>
                  <a:lnTo>
                    <a:pt x="1549082" y="1563227"/>
                  </a:lnTo>
                  <a:lnTo>
                    <a:pt x="1549078" y="1563201"/>
                  </a:lnTo>
                  <a:lnTo>
                    <a:pt x="1549067" y="1563147"/>
                  </a:lnTo>
                  <a:lnTo>
                    <a:pt x="1549053" y="1563042"/>
                  </a:lnTo>
                  <a:lnTo>
                    <a:pt x="1549033" y="1562893"/>
                  </a:lnTo>
                  <a:lnTo>
                    <a:pt x="1549027" y="1562856"/>
                  </a:lnTo>
                  <a:lnTo>
                    <a:pt x="1549021" y="1562824"/>
                  </a:lnTo>
                  <a:lnTo>
                    <a:pt x="1549004" y="1562752"/>
                  </a:lnTo>
                  <a:lnTo>
                    <a:pt x="1548984" y="1562693"/>
                  </a:lnTo>
                  <a:lnTo>
                    <a:pt x="1548883" y="1562489"/>
                  </a:lnTo>
                  <a:lnTo>
                    <a:pt x="1548825" y="1562373"/>
                  </a:lnTo>
                  <a:lnTo>
                    <a:pt x="1548808" y="1562342"/>
                  </a:lnTo>
                  <a:lnTo>
                    <a:pt x="1548712" y="1562181"/>
                  </a:lnTo>
                  <a:lnTo>
                    <a:pt x="1548638" y="1562082"/>
                  </a:lnTo>
                  <a:lnTo>
                    <a:pt x="1548620" y="1562058"/>
                  </a:lnTo>
                  <a:lnTo>
                    <a:pt x="1548611" y="1562046"/>
                  </a:lnTo>
                  <a:lnTo>
                    <a:pt x="1548601" y="1562032"/>
                  </a:lnTo>
                  <a:lnTo>
                    <a:pt x="1548593" y="1562022"/>
                  </a:lnTo>
                  <a:lnTo>
                    <a:pt x="1548580" y="1562005"/>
                  </a:lnTo>
                  <a:lnTo>
                    <a:pt x="1548490" y="1561963"/>
                  </a:lnTo>
                  <a:lnTo>
                    <a:pt x="1548445" y="1561974"/>
                  </a:lnTo>
                  <a:lnTo>
                    <a:pt x="1548421" y="1561913"/>
                  </a:lnTo>
                  <a:lnTo>
                    <a:pt x="1548441" y="1561818"/>
                  </a:lnTo>
                  <a:lnTo>
                    <a:pt x="1548498" y="1561782"/>
                  </a:lnTo>
                  <a:lnTo>
                    <a:pt x="1548644" y="1561690"/>
                  </a:lnTo>
                  <a:lnTo>
                    <a:pt x="1548854" y="1561520"/>
                  </a:lnTo>
                  <a:lnTo>
                    <a:pt x="1548970" y="1561435"/>
                  </a:lnTo>
                  <a:lnTo>
                    <a:pt x="1549016" y="1561435"/>
                  </a:lnTo>
                  <a:lnTo>
                    <a:pt x="1549060" y="1561450"/>
                  </a:lnTo>
                  <a:lnTo>
                    <a:pt x="1549122" y="1561558"/>
                  </a:lnTo>
                  <a:lnTo>
                    <a:pt x="1549240" y="1561785"/>
                  </a:lnTo>
                  <a:lnTo>
                    <a:pt x="1549383" y="1561954"/>
                  </a:lnTo>
                  <a:lnTo>
                    <a:pt x="1549444" y="1562074"/>
                  </a:lnTo>
                  <a:lnTo>
                    <a:pt x="1549460" y="1562105"/>
                  </a:lnTo>
                  <a:lnTo>
                    <a:pt x="1549546" y="1562274"/>
                  </a:lnTo>
                  <a:lnTo>
                    <a:pt x="1549568" y="1562295"/>
                  </a:lnTo>
                  <a:lnTo>
                    <a:pt x="1549583" y="1562311"/>
                  </a:lnTo>
                  <a:lnTo>
                    <a:pt x="1549610" y="1562328"/>
                  </a:lnTo>
                  <a:lnTo>
                    <a:pt x="1549635" y="1562338"/>
                  </a:lnTo>
                  <a:lnTo>
                    <a:pt x="1549661" y="1562342"/>
                  </a:lnTo>
                  <a:lnTo>
                    <a:pt x="1549666" y="1562343"/>
                  </a:lnTo>
                  <a:lnTo>
                    <a:pt x="1549672" y="1562344"/>
                  </a:lnTo>
                  <a:lnTo>
                    <a:pt x="1549809" y="1562199"/>
                  </a:lnTo>
                  <a:lnTo>
                    <a:pt x="1549817" y="1562211"/>
                  </a:lnTo>
                  <a:lnTo>
                    <a:pt x="1549877" y="1562294"/>
                  </a:lnTo>
                  <a:lnTo>
                    <a:pt x="1549905" y="1562364"/>
                  </a:lnTo>
                  <a:lnTo>
                    <a:pt x="1549900" y="1562390"/>
                  </a:lnTo>
                  <a:lnTo>
                    <a:pt x="1549892" y="1562421"/>
                  </a:lnTo>
                  <a:lnTo>
                    <a:pt x="1549866" y="1562470"/>
                  </a:lnTo>
                  <a:lnTo>
                    <a:pt x="1549930" y="1562525"/>
                  </a:lnTo>
                  <a:lnTo>
                    <a:pt x="1549932" y="1562519"/>
                  </a:lnTo>
                  <a:lnTo>
                    <a:pt x="1549934" y="1562513"/>
                  </a:lnTo>
                  <a:lnTo>
                    <a:pt x="1549958" y="1562444"/>
                  </a:lnTo>
                  <a:lnTo>
                    <a:pt x="1549970" y="1562381"/>
                  </a:lnTo>
                  <a:lnTo>
                    <a:pt x="1549979" y="1562334"/>
                  </a:lnTo>
                  <a:lnTo>
                    <a:pt x="1549988" y="1562305"/>
                  </a:lnTo>
                  <a:lnTo>
                    <a:pt x="1549997" y="1562274"/>
                  </a:lnTo>
                  <a:lnTo>
                    <a:pt x="1549966" y="1562187"/>
                  </a:lnTo>
                  <a:lnTo>
                    <a:pt x="1549918" y="1562170"/>
                  </a:lnTo>
                  <a:lnTo>
                    <a:pt x="1549878" y="1562130"/>
                  </a:lnTo>
                  <a:lnTo>
                    <a:pt x="1549909" y="1562088"/>
                  </a:lnTo>
                  <a:lnTo>
                    <a:pt x="1549926" y="1561961"/>
                  </a:lnTo>
                  <a:lnTo>
                    <a:pt x="1549929" y="1561934"/>
                  </a:lnTo>
                  <a:lnTo>
                    <a:pt x="1549944" y="1561868"/>
                  </a:lnTo>
                  <a:lnTo>
                    <a:pt x="1549978" y="1561817"/>
                  </a:lnTo>
                  <a:lnTo>
                    <a:pt x="1550085" y="1561749"/>
                  </a:lnTo>
                  <a:lnTo>
                    <a:pt x="1550298" y="1561627"/>
                  </a:lnTo>
                  <a:lnTo>
                    <a:pt x="1550320" y="1561615"/>
                  </a:lnTo>
                  <a:lnTo>
                    <a:pt x="1550337" y="1561605"/>
                  </a:lnTo>
                  <a:lnTo>
                    <a:pt x="1550478" y="1561588"/>
                  </a:lnTo>
                  <a:lnTo>
                    <a:pt x="1550580" y="1561583"/>
                  </a:lnTo>
                  <a:lnTo>
                    <a:pt x="1550710" y="1561573"/>
                  </a:lnTo>
                  <a:lnTo>
                    <a:pt x="1550774" y="1561587"/>
                  </a:lnTo>
                  <a:lnTo>
                    <a:pt x="1550833" y="1561599"/>
                  </a:lnTo>
                  <a:lnTo>
                    <a:pt x="1550999" y="1561598"/>
                  </a:lnTo>
                  <a:lnTo>
                    <a:pt x="1551009" y="1561599"/>
                  </a:lnTo>
                  <a:lnTo>
                    <a:pt x="1551014" y="1561599"/>
                  </a:lnTo>
                  <a:lnTo>
                    <a:pt x="1551111" y="1561606"/>
                  </a:lnTo>
                  <a:lnTo>
                    <a:pt x="1551123" y="1561607"/>
                  </a:lnTo>
                  <a:lnTo>
                    <a:pt x="1551336" y="1561669"/>
                  </a:lnTo>
                  <a:lnTo>
                    <a:pt x="1551388" y="1561686"/>
                  </a:lnTo>
                  <a:lnTo>
                    <a:pt x="1551394" y="1561688"/>
                  </a:lnTo>
                  <a:lnTo>
                    <a:pt x="1551415" y="1561697"/>
                  </a:lnTo>
                  <a:lnTo>
                    <a:pt x="1551500" y="1561733"/>
                  </a:lnTo>
                  <a:lnTo>
                    <a:pt x="1551516" y="1561757"/>
                  </a:lnTo>
                  <a:lnTo>
                    <a:pt x="1551521" y="1561766"/>
                  </a:lnTo>
                  <a:lnTo>
                    <a:pt x="1551519" y="1561778"/>
                  </a:lnTo>
                  <a:lnTo>
                    <a:pt x="1551509" y="1561833"/>
                  </a:lnTo>
                  <a:lnTo>
                    <a:pt x="1551518" y="1561858"/>
                  </a:lnTo>
                  <a:lnTo>
                    <a:pt x="1551559" y="1561846"/>
                  </a:lnTo>
                  <a:lnTo>
                    <a:pt x="1551620" y="1561829"/>
                  </a:lnTo>
                  <a:lnTo>
                    <a:pt x="1551645" y="1561725"/>
                  </a:lnTo>
                  <a:lnTo>
                    <a:pt x="1551697" y="1561647"/>
                  </a:lnTo>
                  <a:lnTo>
                    <a:pt x="1551756" y="1561594"/>
                  </a:lnTo>
                  <a:lnTo>
                    <a:pt x="1551762" y="1561592"/>
                  </a:lnTo>
                  <a:lnTo>
                    <a:pt x="1551788" y="1561575"/>
                  </a:lnTo>
                  <a:lnTo>
                    <a:pt x="1551793" y="1561572"/>
                  </a:lnTo>
                  <a:lnTo>
                    <a:pt x="1551880" y="1561548"/>
                  </a:lnTo>
                  <a:lnTo>
                    <a:pt x="1551896" y="1561545"/>
                  </a:lnTo>
                  <a:lnTo>
                    <a:pt x="1552849" y="1561322"/>
                  </a:lnTo>
                  <a:lnTo>
                    <a:pt x="1553077" y="1561269"/>
                  </a:lnTo>
                  <a:lnTo>
                    <a:pt x="1553091" y="1561269"/>
                  </a:lnTo>
                  <a:lnTo>
                    <a:pt x="1553212" y="1561268"/>
                  </a:lnTo>
                  <a:lnTo>
                    <a:pt x="1553328" y="1561268"/>
                  </a:lnTo>
                  <a:lnTo>
                    <a:pt x="1553389" y="1561268"/>
                  </a:lnTo>
                  <a:lnTo>
                    <a:pt x="1553593" y="1561268"/>
                  </a:lnTo>
                  <a:lnTo>
                    <a:pt x="1553655" y="1561268"/>
                  </a:lnTo>
                  <a:lnTo>
                    <a:pt x="1553935" y="1561267"/>
                  </a:lnTo>
                  <a:lnTo>
                    <a:pt x="1553972" y="1561267"/>
                  </a:lnTo>
                  <a:lnTo>
                    <a:pt x="1554092" y="1561267"/>
                  </a:lnTo>
                  <a:lnTo>
                    <a:pt x="1554194" y="1561267"/>
                  </a:lnTo>
                  <a:lnTo>
                    <a:pt x="1554334" y="1561267"/>
                  </a:lnTo>
                  <a:lnTo>
                    <a:pt x="1554565" y="1561267"/>
                  </a:lnTo>
                  <a:lnTo>
                    <a:pt x="1554565" y="1561252"/>
                  </a:lnTo>
                  <a:lnTo>
                    <a:pt x="1554612" y="1561245"/>
                  </a:lnTo>
                  <a:lnTo>
                    <a:pt x="1554652" y="1561240"/>
                  </a:lnTo>
                  <a:lnTo>
                    <a:pt x="1554659" y="1561239"/>
                  </a:lnTo>
                  <a:lnTo>
                    <a:pt x="1554756" y="1561241"/>
                  </a:lnTo>
                  <a:lnTo>
                    <a:pt x="1554857" y="1561247"/>
                  </a:lnTo>
                  <a:lnTo>
                    <a:pt x="1554886" y="1561248"/>
                  </a:lnTo>
                  <a:lnTo>
                    <a:pt x="1555035" y="1561250"/>
                  </a:lnTo>
                  <a:lnTo>
                    <a:pt x="1555055" y="1561250"/>
                  </a:lnTo>
                  <a:lnTo>
                    <a:pt x="1555078" y="1561251"/>
                  </a:lnTo>
                  <a:lnTo>
                    <a:pt x="1555094" y="1561258"/>
                  </a:lnTo>
                  <a:lnTo>
                    <a:pt x="1555104" y="1561263"/>
                  </a:lnTo>
                  <a:lnTo>
                    <a:pt x="1555135" y="1561278"/>
                  </a:lnTo>
                  <a:lnTo>
                    <a:pt x="1555143" y="1561286"/>
                  </a:lnTo>
                  <a:lnTo>
                    <a:pt x="1555240" y="1561272"/>
                  </a:lnTo>
                  <a:lnTo>
                    <a:pt x="1555241" y="1561262"/>
                  </a:lnTo>
                  <a:lnTo>
                    <a:pt x="1555249" y="1561190"/>
                  </a:lnTo>
                  <a:lnTo>
                    <a:pt x="1555258" y="1561110"/>
                  </a:lnTo>
                  <a:lnTo>
                    <a:pt x="1555240" y="1561099"/>
                  </a:lnTo>
                  <a:lnTo>
                    <a:pt x="1555176" y="1561027"/>
                  </a:lnTo>
                  <a:lnTo>
                    <a:pt x="1555151" y="1561007"/>
                  </a:lnTo>
                  <a:lnTo>
                    <a:pt x="1555102" y="1560966"/>
                  </a:lnTo>
                  <a:lnTo>
                    <a:pt x="1555025" y="1560870"/>
                  </a:lnTo>
                  <a:lnTo>
                    <a:pt x="1554971" y="1560752"/>
                  </a:lnTo>
                  <a:lnTo>
                    <a:pt x="1554904" y="1560729"/>
                  </a:lnTo>
                  <a:lnTo>
                    <a:pt x="1554891" y="1560721"/>
                  </a:lnTo>
                  <a:lnTo>
                    <a:pt x="1554807" y="1560664"/>
                  </a:lnTo>
                  <a:lnTo>
                    <a:pt x="1554618" y="1560540"/>
                  </a:lnTo>
                  <a:lnTo>
                    <a:pt x="1554613" y="1560532"/>
                  </a:lnTo>
                  <a:lnTo>
                    <a:pt x="1554610" y="1560523"/>
                  </a:lnTo>
                  <a:lnTo>
                    <a:pt x="1554605" y="1560508"/>
                  </a:lnTo>
                  <a:lnTo>
                    <a:pt x="1554591" y="1560199"/>
                  </a:lnTo>
                  <a:lnTo>
                    <a:pt x="1554587" y="1560120"/>
                  </a:lnTo>
                  <a:lnTo>
                    <a:pt x="1554580" y="1559973"/>
                  </a:lnTo>
                  <a:lnTo>
                    <a:pt x="1554625" y="1559859"/>
                  </a:lnTo>
                  <a:lnTo>
                    <a:pt x="1554679" y="1559721"/>
                  </a:lnTo>
                  <a:lnTo>
                    <a:pt x="1554705" y="1559654"/>
                  </a:lnTo>
                  <a:lnTo>
                    <a:pt x="1554734" y="1559582"/>
                  </a:lnTo>
                  <a:lnTo>
                    <a:pt x="1554982" y="1558950"/>
                  </a:lnTo>
                  <a:lnTo>
                    <a:pt x="1555001" y="1558918"/>
                  </a:lnTo>
                  <a:lnTo>
                    <a:pt x="1555043" y="1558847"/>
                  </a:lnTo>
                  <a:lnTo>
                    <a:pt x="1554974" y="1558796"/>
                  </a:lnTo>
                  <a:lnTo>
                    <a:pt x="1554941" y="1558758"/>
                  </a:lnTo>
                  <a:lnTo>
                    <a:pt x="1554908" y="1558720"/>
                  </a:lnTo>
                  <a:lnTo>
                    <a:pt x="1554888" y="1558671"/>
                  </a:lnTo>
                  <a:lnTo>
                    <a:pt x="1554885" y="1558658"/>
                  </a:lnTo>
                  <a:lnTo>
                    <a:pt x="1554879" y="1558640"/>
                  </a:lnTo>
                  <a:lnTo>
                    <a:pt x="1554884" y="1558522"/>
                  </a:lnTo>
                  <a:lnTo>
                    <a:pt x="1554898" y="1558507"/>
                  </a:lnTo>
                  <a:lnTo>
                    <a:pt x="1554993" y="1558444"/>
                  </a:lnTo>
                  <a:lnTo>
                    <a:pt x="1555039" y="1558414"/>
                  </a:lnTo>
                  <a:lnTo>
                    <a:pt x="1555115" y="1558385"/>
                  </a:lnTo>
                  <a:lnTo>
                    <a:pt x="1555230" y="1558339"/>
                  </a:lnTo>
                  <a:lnTo>
                    <a:pt x="1555303" y="1558317"/>
                  </a:lnTo>
                  <a:lnTo>
                    <a:pt x="1555314" y="1558314"/>
                  </a:lnTo>
                  <a:lnTo>
                    <a:pt x="1555559" y="1558325"/>
                  </a:lnTo>
                  <a:lnTo>
                    <a:pt x="1555813" y="1558031"/>
                  </a:lnTo>
                  <a:lnTo>
                    <a:pt x="1555962" y="1557641"/>
                  </a:lnTo>
                  <a:lnTo>
                    <a:pt x="1555946" y="1557622"/>
                  </a:lnTo>
                  <a:lnTo>
                    <a:pt x="1555894" y="1557560"/>
                  </a:lnTo>
                  <a:lnTo>
                    <a:pt x="1555854" y="1557510"/>
                  </a:lnTo>
                  <a:lnTo>
                    <a:pt x="1555817" y="1557517"/>
                  </a:lnTo>
                  <a:lnTo>
                    <a:pt x="1555799" y="1557515"/>
                  </a:lnTo>
                  <a:lnTo>
                    <a:pt x="1555780" y="1557516"/>
                  </a:lnTo>
                  <a:lnTo>
                    <a:pt x="1555762" y="1557523"/>
                  </a:lnTo>
                  <a:lnTo>
                    <a:pt x="1555740" y="1557531"/>
                  </a:lnTo>
                  <a:lnTo>
                    <a:pt x="1555730" y="1557536"/>
                  </a:lnTo>
                  <a:lnTo>
                    <a:pt x="1555715" y="1557544"/>
                  </a:lnTo>
                  <a:lnTo>
                    <a:pt x="1555700" y="1557552"/>
                  </a:lnTo>
                  <a:lnTo>
                    <a:pt x="1555693" y="1557555"/>
                  </a:lnTo>
                  <a:lnTo>
                    <a:pt x="1555677" y="1557561"/>
                  </a:lnTo>
                  <a:lnTo>
                    <a:pt x="1555658" y="1557569"/>
                  </a:lnTo>
                  <a:lnTo>
                    <a:pt x="1555659" y="1557607"/>
                  </a:lnTo>
                  <a:lnTo>
                    <a:pt x="1555641" y="1557639"/>
                  </a:lnTo>
                  <a:lnTo>
                    <a:pt x="1555618" y="1557655"/>
                  </a:lnTo>
                  <a:lnTo>
                    <a:pt x="1555607" y="1557662"/>
                  </a:lnTo>
                  <a:lnTo>
                    <a:pt x="1555574" y="1557678"/>
                  </a:lnTo>
                  <a:lnTo>
                    <a:pt x="1555541" y="1557693"/>
                  </a:lnTo>
                  <a:lnTo>
                    <a:pt x="1555535" y="1557694"/>
                  </a:lnTo>
                  <a:lnTo>
                    <a:pt x="1555498" y="1557701"/>
                  </a:lnTo>
                  <a:lnTo>
                    <a:pt x="1555463" y="1557698"/>
                  </a:lnTo>
                  <a:lnTo>
                    <a:pt x="1555449" y="1557697"/>
                  </a:lnTo>
                  <a:lnTo>
                    <a:pt x="1555415" y="1557684"/>
                  </a:lnTo>
                  <a:lnTo>
                    <a:pt x="1555401" y="1557667"/>
                  </a:lnTo>
                  <a:lnTo>
                    <a:pt x="1555366" y="1557621"/>
                  </a:lnTo>
                  <a:lnTo>
                    <a:pt x="1555340" y="1557588"/>
                  </a:lnTo>
                  <a:lnTo>
                    <a:pt x="1555324" y="1557563"/>
                  </a:lnTo>
                  <a:lnTo>
                    <a:pt x="1555273" y="1557484"/>
                  </a:lnTo>
                  <a:lnTo>
                    <a:pt x="1555270" y="1557479"/>
                  </a:lnTo>
                  <a:lnTo>
                    <a:pt x="1555263" y="1557469"/>
                  </a:lnTo>
                  <a:lnTo>
                    <a:pt x="1555259" y="1557462"/>
                  </a:lnTo>
                  <a:lnTo>
                    <a:pt x="1555245" y="1557439"/>
                  </a:lnTo>
                  <a:lnTo>
                    <a:pt x="1555247" y="1557407"/>
                  </a:lnTo>
                  <a:lnTo>
                    <a:pt x="1555249" y="1557373"/>
                  </a:lnTo>
                  <a:lnTo>
                    <a:pt x="1555250" y="1557351"/>
                  </a:lnTo>
                  <a:lnTo>
                    <a:pt x="1555254" y="1557323"/>
                  </a:lnTo>
                  <a:lnTo>
                    <a:pt x="1555258" y="1557294"/>
                  </a:lnTo>
                  <a:lnTo>
                    <a:pt x="1555270" y="1557211"/>
                  </a:lnTo>
                  <a:lnTo>
                    <a:pt x="1555271" y="1557204"/>
                  </a:lnTo>
                  <a:lnTo>
                    <a:pt x="1555281" y="1557174"/>
                  </a:lnTo>
                  <a:lnTo>
                    <a:pt x="1555287" y="1557150"/>
                  </a:lnTo>
                  <a:lnTo>
                    <a:pt x="1555295" y="1557124"/>
                  </a:lnTo>
                  <a:lnTo>
                    <a:pt x="1555300" y="1557106"/>
                  </a:lnTo>
                  <a:lnTo>
                    <a:pt x="1555291" y="1557101"/>
                  </a:lnTo>
                  <a:lnTo>
                    <a:pt x="1555277" y="1557090"/>
                  </a:lnTo>
                  <a:lnTo>
                    <a:pt x="1555257" y="1557115"/>
                  </a:lnTo>
                  <a:lnTo>
                    <a:pt x="1555236" y="1557120"/>
                  </a:lnTo>
                  <a:lnTo>
                    <a:pt x="1555202" y="1557126"/>
                  </a:lnTo>
                  <a:lnTo>
                    <a:pt x="1555161" y="1557133"/>
                  </a:lnTo>
                  <a:lnTo>
                    <a:pt x="1555132" y="1557138"/>
                  </a:lnTo>
                  <a:lnTo>
                    <a:pt x="1555116" y="1557141"/>
                  </a:lnTo>
                  <a:lnTo>
                    <a:pt x="1555082" y="1557139"/>
                  </a:lnTo>
                  <a:lnTo>
                    <a:pt x="1555072" y="1557128"/>
                  </a:lnTo>
                  <a:lnTo>
                    <a:pt x="1555058" y="1557096"/>
                  </a:lnTo>
                  <a:lnTo>
                    <a:pt x="1555096" y="1557004"/>
                  </a:lnTo>
                  <a:lnTo>
                    <a:pt x="1555102" y="1556959"/>
                  </a:lnTo>
                  <a:lnTo>
                    <a:pt x="1555106" y="1556932"/>
                  </a:lnTo>
                  <a:lnTo>
                    <a:pt x="1555059" y="1556762"/>
                  </a:lnTo>
                  <a:lnTo>
                    <a:pt x="1555029" y="1556756"/>
                  </a:lnTo>
                  <a:lnTo>
                    <a:pt x="1555003" y="1556751"/>
                  </a:lnTo>
                  <a:lnTo>
                    <a:pt x="1554962" y="1556678"/>
                  </a:lnTo>
                  <a:lnTo>
                    <a:pt x="1554939" y="1556624"/>
                  </a:lnTo>
                  <a:lnTo>
                    <a:pt x="1554922" y="1556584"/>
                  </a:lnTo>
                  <a:lnTo>
                    <a:pt x="1554925" y="1556525"/>
                  </a:lnTo>
                  <a:lnTo>
                    <a:pt x="1554925" y="1556517"/>
                  </a:lnTo>
                  <a:lnTo>
                    <a:pt x="1554936" y="1556450"/>
                  </a:lnTo>
                  <a:lnTo>
                    <a:pt x="1554950" y="1556412"/>
                  </a:lnTo>
                  <a:lnTo>
                    <a:pt x="1554959" y="1556386"/>
                  </a:lnTo>
                  <a:lnTo>
                    <a:pt x="1554973" y="1556347"/>
                  </a:lnTo>
                  <a:lnTo>
                    <a:pt x="1554999" y="1556325"/>
                  </a:lnTo>
                  <a:lnTo>
                    <a:pt x="1555082" y="1556256"/>
                  </a:lnTo>
                  <a:lnTo>
                    <a:pt x="1555090" y="1556246"/>
                  </a:lnTo>
                  <a:lnTo>
                    <a:pt x="1555106" y="1556223"/>
                  </a:lnTo>
                  <a:lnTo>
                    <a:pt x="1555144" y="1556187"/>
                  </a:lnTo>
                  <a:lnTo>
                    <a:pt x="1555164" y="1556169"/>
                  </a:lnTo>
                  <a:lnTo>
                    <a:pt x="1555200" y="1556137"/>
                  </a:lnTo>
                  <a:lnTo>
                    <a:pt x="1555258" y="1556114"/>
                  </a:lnTo>
                  <a:lnTo>
                    <a:pt x="1555366" y="1556072"/>
                  </a:lnTo>
                  <a:lnTo>
                    <a:pt x="1555388" y="1556059"/>
                  </a:lnTo>
                  <a:lnTo>
                    <a:pt x="1555399" y="1556045"/>
                  </a:lnTo>
                  <a:lnTo>
                    <a:pt x="1555406" y="1556033"/>
                  </a:lnTo>
                  <a:lnTo>
                    <a:pt x="1555411" y="1556023"/>
                  </a:lnTo>
                  <a:lnTo>
                    <a:pt x="1555415" y="1556007"/>
                  </a:lnTo>
                  <a:lnTo>
                    <a:pt x="1555417" y="1555997"/>
                  </a:lnTo>
                  <a:lnTo>
                    <a:pt x="1555422" y="1555973"/>
                  </a:lnTo>
                  <a:lnTo>
                    <a:pt x="1555424" y="1555967"/>
                  </a:lnTo>
                  <a:lnTo>
                    <a:pt x="1555430" y="1555947"/>
                  </a:lnTo>
                  <a:lnTo>
                    <a:pt x="1555431" y="1555942"/>
                  </a:lnTo>
                  <a:lnTo>
                    <a:pt x="1555433" y="1555932"/>
                  </a:lnTo>
                  <a:lnTo>
                    <a:pt x="1555448" y="1555892"/>
                  </a:lnTo>
                  <a:lnTo>
                    <a:pt x="1555455" y="1555874"/>
                  </a:lnTo>
                  <a:lnTo>
                    <a:pt x="1555289" y="1555827"/>
                  </a:lnTo>
                  <a:lnTo>
                    <a:pt x="1555144" y="1555788"/>
                  </a:lnTo>
                  <a:lnTo>
                    <a:pt x="1555131" y="1555784"/>
                  </a:lnTo>
                  <a:lnTo>
                    <a:pt x="1554928" y="1555974"/>
                  </a:lnTo>
                  <a:lnTo>
                    <a:pt x="1554710" y="1556178"/>
                  </a:lnTo>
                  <a:lnTo>
                    <a:pt x="1554655" y="1556230"/>
                  </a:lnTo>
                  <a:lnTo>
                    <a:pt x="1554605" y="1556278"/>
                  </a:lnTo>
                  <a:lnTo>
                    <a:pt x="1554596" y="1556288"/>
                  </a:lnTo>
                  <a:lnTo>
                    <a:pt x="1554590" y="1556296"/>
                  </a:lnTo>
                  <a:lnTo>
                    <a:pt x="1554571" y="1556320"/>
                  </a:lnTo>
                  <a:lnTo>
                    <a:pt x="1554490" y="1556429"/>
                  </a:lnTo>
                  <a:lnTo>
                    <a:pt x="1554483" y="1556438"/>
                  </a:lnTo>
                  <a:lnTo>
                    <a:pt x="1554438" y="1556498"/>
                  </a:lnTo>
                  <a:lnTo>
                    <a:pt x="1554421" y="1556513"/>
                  </a:lnTo>
                  <a:lnTo>
                    <a:pt x="1554402" y="1556521"/>
                  </a:lnTo>
                  <a:lnTo>
                    <a:pt x="1554381" y="1556523"/>
                  </a:lnTo>
                  <a:lnTo>
                    <a:pt x="1554254" y="1556526"/>
                  </a:lnTo>
                  <a:lnTo>
                    <a:pt x="1554019" y="1556528"/>
                  </a:lnTo>
                  <a:lnTo>
                    <a:pt x="1553813" y="1556531"/>
                  </a:lnTo>
                  <a:lnTo>
                    <a:pt x="1553769" y="1556532"/>
                  </a:lnTo>
                  <a:lnTo>
                    <a:pt x="1553743" y="1556533"/>
                  </a:lnTo>
                  <a:lnTo>
                    <a:pt x="1553674" y="1556534"/>
                  </a:lnTo>
                  <a:lnTo>
                    <a:pt x="1553658" y="1556534"/>
                  </a:lnTo>
                  <a:lnTo>
                    <a:pt x="1553645" y="1556535"/>
                  </a:lnTo>
                  <a:lnTo>
                    <a:pt x="1553491" y="1556548"/>
                  </a:lnTo>
                  <a:lnTo>
                    <a:pt x="1553471" y="1556550"/>
                  </a:lnTo>
                  <a:lnTo>
                    <a:pt x="1553459" y="1556554"/>
                  </a:lnTo>
                  <a:lnTo>
                    <a:pt x="1553438" y="1556562"/>
                  </a:lnTo>
                  <a:lnTo>
                    <a:pt x="1553410" y="1556573"/>
                  </a:lnTo>
                  <a:lnTo>
                    <a:pt x="1553043" y="1556704"/>
                  </a:lnTo>
                  <a:lnTo>
                    <a:pt x="1553000" y="1556716"/>
                  </a:lnTo>
                  <a:lnTo>
                    <a:pt x="1552789" y="1556719"/>
                  </a:lnTo>
                  <a:lnTo>
                    <a:pt x="1552756" y="1556719"/>
                  </a:lnTo>
                  <a:lnTo>
                    <a:pt x="1552511" y="1556721"/>
                  </a:lnTo>
                  <a:lnTo>
                    <a:pt x="1551755" y="1556727"/>
                  </a:lnTo>
                  <a:lnTo>
                    <a:pt x="1551539" y="1556728"/>
                  </a:lnTo>
                  <a:lnTo>
                    <a:pt x="1551516" y="1556722"/>
                  </a:lnTo>
                  <a:lnTo>
                    <a:pt x="1551495" y="1556707"/>
                  </a:lnTo>
                  <a:lnTo>
                    <a:pt x="1551354" y="1556592"/>
                  </a:lnTo>
                  <a:lnTo>
                    <a:pt x="1551339" y="1556580"/>
                  </a:lnTo>
                  <a:lnTo>
                    <a:pt x="1551312" y="1556560"/>
                  </a:lnTo>
                  <a:lnTo>
                    <a:pt x="1551306" y="1556555"/>
                  </a:lnTo>
                  <a:lnTo>
                    <a:pt x="1551214" y="1556480"/>
                  </a:lnTo>
                  <a:lnTo>
                    <a:pt x="1551154" y="1556496"/>
                  </a:lnTo>
                  <a:lnTo>
                    <a:pt x="1551129" y="1556503"/>
                  </a:lnTo>
                  <a:lnTo>
                    <a:pt x="1551083" y="1556504"/>
                  </a:lnTo>
                  <a:lnTo>
                    <a:pt x="1551032" y="1556506"/>
                  </a:lnTo>
                  <a:lnTo>
                    <a:pt x="1551022" y="1556506"/>
                  </a:lnTo>
                  <a:lnTo>
                    <a:pt x="1550969" y="1556507"/>
                  </a:lnTo>
                  <a:lnTo>
                    <a:pt x="1550874" y="1556473"/>
                  </a:lnTo>
                  <a:lnTo>
                    <a:pt x="1550804" y="1556447"/>
                  </a:lnTo>
                  <a:lnTo>
                    <a:pt x="1550719" y="1556386"/>
                  </a:lnTo>
                  <a:lnTo>
                    <a:pt x="1550617" y="1556302"/>
                  </a:lnTo>
                  <a:lnTo>
                    <a:pt x="1550485" y="1556207"/>
                  </a:lnTo>
                  <a:lnTo>
                    <a:pt x="1550470" y="1556196"/>
                  </a:lnTo>
                  <a:lnTo>
                    <a:pt x="1550392" y="1556129"/>
                  </a:lnTo>
                  <a:lnTo>
                    <a:pt x="1550370" y="1556111"/>
                  </a:lnTo>
                  <a:lnTo>
                    <a:pt x="1550359" y="1556101"/>
                  </a:lnTo>
                  <a:lnTo>
                    <a:pt x="1550342" y="1556087"/>
                  </a:lnTo>
                  <a:lnTo>
                    <a:pt x="1550331" y="1556077"/>
                  </a:lnTo>
                  <a:lnTo>
                    <a:pt x="1550289" y="1556057"/>
                  </a:lnTo>
                  <a:lnTo>
                    <a:pt x="1550224" y="1556026"/>
                  </a:lnTo>
                  <a:lnTo>
                    <a:pt x="1550053" y="1555896"/>
                  </a:lnTo>
                  <a:lnTo>
                    <a:pt x="1549943" y="1555838"/>
                  </a:lnTo>
                  <a:lnTo>
                    <a:pt x="1549891" y="1555729"/>
                  </a:lnTo>
                  <a:lnTo>
                    <a:pt x="1549925" y="1555643"/>
                  </a:lnTo>
                  <a:lnTo>
                    <a:pt x="1550041" y="1555693"/>
                  </a:lnTo>
                  <a:lnTo>
                    <a:pt x="1550141" y="1555573"/>
                  </a:lnTo>
                  <a:lnTo>
                    <a:pt x="1550172" y="1555486"/>
                  </a:lnTo>
                  <a:lnTo>
                    <a:pt x="1550174" y="1555361"/>
                  </a:lnTo>
                  <a:lnTo>
                    <a:pt x="1550174" y="1555351"/>
                  </a:lnTo>
                  <a:lnTo>
                    <a:pt x="1550175" y="1555283"/>
                  </a:lnTo>
                  <a:lnTo>
                    <a:pt x="1550177" y="1555167"/>
                  </a:lnTo>
                  <a:lnTo>
                    <a:pt x="1550177" y="1555116"/>
                  </a:lnTo>
                  <a:lnTo>
                    <a:pt x="1550167" y="1555051"/>
                  </a:lnTo>
                  <a:lnTo>
                    <a:pt x="1550166" y="1555045"/>
                  </a:lnTo>
                  <a:lnTo>
                    <a:pt x="1550145" y="1554910"/>
                  </a:lnTo>
                  <a:lnTo>
                    <a:pt x="1550122" y="1554767"/>
                  </a:lnTo>
                  <a:lnTo>
                    <a:pt x="1550120" y="1554730"/>
                  </a:lnTo>
                  <a:lnTo>
                    <a:pt x="1550119" y="1554685"/>
                  </a:lnTo>
                  <a:lnTo>
                    <a:pt x="1550113" y="1554556"/>
                  </a:lnTo>
                  <a:lnTo>
                    <a:pt x="1550047" y="1554218"/>
                  </a:lnTo>
                  <a:lnTo>
                    <a:pt x="1549909" y="1554031"/>
                  </a:lnTo>
                  <a:lnTo>
                    <a:pt x="1549871" y="1553982"/>
                  </a:lnTo>
                  <a:lnTo>
                    <a:pt x="1549748" y="1553813"/>
                  </a:lnTo>
                  <a:lnTo>
                    <a:pt x="1549664" y="1553592"/>
                  </a:lnTo>
                  <a:lnTo>
                    <a:pt x="1549671" y="1553563"/>
                  </a:lnTo>
                  <a:lnTo>
                    <a:pt x="1549717" y="1553507"/>
                  </a:lnTo>
                  <a:lnTo>
                    <a:pt x="1549791" y="1553423"/>
                  </a:lnTo>
                  <a:lnTo>
                    <a:pt x="1549844" y="1553364"/>
                  </a:lnTo>
                  <a:lnTo>
                    <a:pt x="1549893" y="1553284"/>
                  </a:lnTo>
                  <a:lnTo>
                    <a:pt x="1549882" y="1553267"/>
                  </a:lnTo>
                  <a:lnTo>
                    <a:pt x="1549872" y="1553254"/>
                  </a:lnTo>
                  <a:lnTo>
                    <a:pt x="1549867" y="1553249"/>
                  </a:lnTo>
                  <a:lnTo>
                    <a:pt x="1549820" y="1553200"/>
                  </a:lnTo>
                  <a:lnTo>
                    <a:pt x="1549841" y="1553172"/>
                  </a:lnTo>
                  <a:lnTo>
                    <a:pt x="1549910" y="1553078"/>
                  </a:lnTo>
                  <a:lnTo>
                    <a:pt x="1549956" y="1553013"/>
                  </a:lnTo>
                  <a:lnTo>
                    <a:pt x="1549962" y="1553009"/>
                  </a:lnTo>
                  <a:lnTo>
                    <a:pt x="1549967" y="1553004"/>
                  </a:lnTo>
                  <a:lnTo>
                    <a:pt x="1549985" y="1552989"/>
                  </a:lnTo>
                  <a:lnTo>
                    <a:pt x="1549970" y="1552920"/>
                  </a:lnTo>
                  <a:lnTo>
                    <a:pt x="1549954" y="1552900"/>
                  </a:lnTo>
                  <a:lnTo>
                    <a:pt x="1549940" y="1552882"/>
                  </a:lnTo>
                  <a:lnTo>
                    <a:pt x="1549865" y="1552881"/>
                  </a:lnTo>
                  <a:lnTo>
                    <a:pt x="1549771" y="1552886"/>
                  </a:lnTo>
                  <a:lnTo>
                    <a:pt x="1549742" y="1552883"/>
                  </a:lnTo>
                  <a:lnTo>
                    <a:pt x="1549682" y="1552876"/>
                  </a:lnTo>
                  <a:lnTo>
                    <a:pt x="1549603" y="1552827"/>
                  </a:lnTo>
                  <a:lnTo>
                    <a:pt x="1549503" y="1552775"/>
                  </a:lnTo>
                  <a:lnTo>
                    <a:pt x="1549375" y="1552688"/>
                  </a:lnTo>
                  <a:lnTo>
                    <a:pt x="1549333" y="1552661"/>
                  </a:lnTo>
                  <a:lnTo>
                    <a:pt x="1549239" y="1552565"/>
                  </a:lnTo>
                  <a:lnTo>
                    <a:pt x="1549174" y="1552474"/>
                  </a:lnTo>
                  <a:lnTo>
                    <a:pt x="1548947" y="1552181"/>
                  </a:lnTo>
                  <a:lnTo>
                    <a:pt x="1548897" y="1551947"/>
                  </a:lnTo>
                  <a:lnTo>
                    <a:pt x="1548887" y="1551889"/>
                  </a:lnTo>
                  <a:lnTo>
                    <a:pt x="1548883" y="1551865"/>
                  </a:lnTo>
                  <a:lnTo>
                    <a:pt x="1548847" y="1551671"/>
                  </a:lnTo>
                  <a:lnTo>
                    <a:pt x="1548716" y="1551584"/>
                  </a:lnTo>
                  <a:lnTo>
                    <a:pt x="1548693" y="1551569"/>
                  </a:lnTo>
                  <a:lnTo>
                    <a:pt x="1548680" y="1551552"/>
                  </a:lnTo>
                  <a:lnTo>
                    <a:pt x="1548663" y="1551527"/>
                  </a:lnTo>
                  <a:lnTo>
                    <a:pt x="1548653" y="1551478"/>
                  </a:lnTo>
                  <a:lnTo>
                    <a:pt x="1548648" y="1551429"/>
                  </a:lnTo>
                  <a:lnTo>
                    <a:pt x="1548673" y="1551363"/>
                  </a:lnTo>
                  <a:lnTo>
                    <a:pt x="1548705" y="1551292"/>
                  </a:lnTo>
                  <a:lnTo>
                    <a:pt x="1548739" y="1551218"/>
                  </a:lnTo>
                  <a:lnTo>
                    <a:pt x="1548742" y="1551212"/>
                  </a:lnTo>
                  <a:lnTo>
                    <a:pt x="1548756" y="1551182"/>
                  </a:lnTo>
                  <a:lnTo>
                    <a:pt x="1548860" y="1551023"/>
                  </a:lnTo>
                  <a:lnTo>
                    <a:pt x="1548864" y="1551016"/>
                  </a:lnTo>
                  <a:lnTo>
                    <a:pt x="1548890" y="1551000"/>
                  </a:lnTo>
                  <a:lnTo>
                    <a:pt x="1548907" y="1550998"/>
                  </a:lnTo>
                  <a:lnTo>
                    <a:pt x="1548935" y="1551009"/>
                  </a:lnTo>
                  <a:lnTo>
                    <a:pt x="1548948" y="1551021"/>
                  </a:lnTo>
                  <a:lnTo>
                    <a:pt x="1548971" y="1551024"/>
                  </a:lnTo>
                  <a:lnTo>
                    <a:pt x="1549008" y="1551028"/>
                  </a:lnTo>
                  <a:lnTo>
                    <a:pt x="1549112" y="1551035"/>
                  </a:lnTo>
                  <a:lnTo>
                    <a:pt x="1549157" y="1551002"/>
                  </a:lnTo>
                  <a:lnTo>
                    <a:pt x="1549162" y="1550997"/>
                  </a:lnTo>
                  <a:lnTo>
                    <a:pt x="1549196" y="1550972"/>
                  </a:lnTo>
                  <a:lnTo>
                    <a:pt x="1549202" y="1550954"/>
                  </a:lnTo>
                  <a:lnTo>
                    <a:pt x="1549215" y="1550914"/>
                  </a:lnTo>
                  <a:lnTo>
                    <a:pt x="1549212" y="1550910"/>
                  </a:lnTo>
                  <a:lnTo>
                    <a:pt x="1549206" y="1550900"/>
                  </a:lnTo>
                  <a:lnTo>
                    <a:pt x="1549201" y="1550813"/>
                  </a:lnTo>
                  <a:lnTo>
                    <a:pt x="1549204" y="1550796"/>
                  </a:lnTo>
                  <a:lnTo>
                    <a:pt x="1549220" y="1550771"/>
                  </a:lnTo>
                  <a:lnTo>
                    <a:pt x="1549234" y="1550760"/>
                  </a:lnTo>
                  <a:lnTo>
                    <a:pt x="1549240" y="1550756"/>
                  </a:lnTo>
                  <a:lnTo>
                    <a:pt x="1549252" y="1550757"/>
                  </a:lnTo>
                  <a:lnTo>
                    <a:pt x="1549260" y="1550759"/>
                  </a:lnTo>
                  <a:lnTo>
                    <a:pt x="1549277" y="1550746"/>
                  </a:lnTo>
                  <a:lnTo>
                    <a:pt x="1549298" y="1550737"/>
                  </a:lnTo>
                  <a:lnTo>
                    <a:pt x="1549293" y="1550729"/>
                  </a:lnTo>
                  <a:lnTo>
                    <a:pt x="1549289" y="1550719"/>
                  </a:lnTo>
                  <a:lnTo>
                    <a:pt x="1549286" y="1550714"/>
                  </a:lnTo>
                  <a:lnTo>
                    <a:pt x="1549293" y="1550706"/>
                  </a:lnTo>
                  <a:lnTo>
                    <a:pt x="1549298" y="1550693"/>
                  </a:lnTo>
                  <a:lnTo>
                    <a:pt x="1549298" y="1550663"/>
                  </a:lnTo>
                  <a:lnTo>
                    <a:pt x="1549290" y="1550652"/>
                  </a:lnTo>
                  <a:lnTo>
                    <a:pt x="1549285" y="1550652"/>
                  </a:lnTo>
                  <a:lnTo>
                    <a:pt x="1549278" y="1550657"/>
                  </a:lnTo>
                  <a:lnTo>
                    <a:pt x="1549268" y="1550664"/>
                  </a:lnTo>
                  <a:lnTo>
                    <a:pt x="1549236" y="1550691"/>
                  </a:lnTo>
                  <a:lnTo>
                    <a:pt x="1549164" y="1550752"/>
                  </a:lnTo>
                  <a:lnTo>
                    <a:pt x="1549152" y="1550823"/>
                  </a:lnTo>
                  <a:lnTo>
                    <a:pt x="1549155" y="1550829"/>
                  </a:lnTo>
                  <a:lnTo>
                    <a:pt x="1549159" y="1550837"/>
                  </a:lnTo>
                  <a:lnTo>
                    <a:pt x="1549176" y="1550869"/>
                  </a:lnTo>
                  <a:lnTo>
                    <a:pt x="1549176" y="1550876"/>
                  </a:lnTo>
                  <a:lnTo>
                    <a:pt x="1549177" y="1550896"/>
                  </a:lnTo>
                  <a:lnTo>
                    <a:pt x="1549171" y="1550908"/>
                  </a:lnTo>
                  <a:lnTo>
                    <a:pt x="1549157" y="1550923"/>
                  </a:lnTo>
                  <a:lnTo>
                    <a:pt x="1549151" y="1550928"/>
                  </a:lnTo>
                  <a:lnTo>
                    <a:pt x="1549131" y="1550925"/>
                  </a:lnTo>
                  <a:lnTo>
                    <a:pt x="1549106" y="1550930"/>
                  </a:lnTo>
                  <a:lnTo>
                    <a:pt x="1549069" y="1550955"/>
                  </a:lnTo>
                  <a:lnTo>
                    <a:pt x="1549055" y="1550965"/>
                  </a:lnTo>
                  <a:lnTo>
                    <a:pt x="1549023" y="1550972"/>
                  </a:lnTo>
                  <a:lnTo>
                    <a:pt x="1548952" y="1550942"/>
                  </a:lnTo>
                  <a:lnTo>
                    <a:pt x="1548926" y="1550946"/>
                  </a:lnTo>
                  <a:lnTo>
                    <a:pt x="1548813" y="1550967"/>
                  </a:lnTo>
                  <a:lnTo>
                    <a:pt x="1548713" y="1550991"/>
                  </a:lnTo>
                  <a:lnTo>
                    <a:pt x="1548693" y="1550996"/>
                  </a:lnTo>
                  <a:lnTo>
                    <a:pt x="1548659" y="1551007"/>
                  </a:lnTo>
                  <a:lnTo>
                    <a:pt x="1548633" y="1551010"/>
                  </a:lnTo>
                  <a:lnTo>
                    <a:pt x="1548599" y="1551011"/>
                  </a:lnTo>
                  <a:lnTo>
                    <a:pt x="1548554" y="1551012"/>
                  </a:lnTo>
                  <a:lnTo>
                    <a:pt x="1548513" y="1551005"/>
                  </a:lnTo>
                  <a:lnTo>
                    <a:pt x="1548493" y="1550999"/>
                  </a:lnTo>
                  <a:lnTo>
                    <a:pt x="1548492" y="1550983"/>
                  </a:lnTo>
                  <a:lnTo>
                    <a:pt x="1548472" y="1550973"/>
                  </a:lnTo>
                  <a:lnTo>
                    <a:pt x="1548454" y="1550979"/>
                  </a:lnTo>
                  <a:lnTo>
                    <a:pt x="1548436" y="1550986"/>
                  </a:lnTo>
                  <a:lnTo>
                    <a:pt x="1548423" y="1550998"/>
                  </a:lnTo>
                  <a:lnTo>
                    <a:pt x="1548415" y="1550999"/>
                  </a:lnTo>
                  <a:lnTo>
                    <a:pt x="1548404" y="1550996"/>
                  </a:lnTo>
                  <a:lnTo>
                    <a:pt x="1548375" y="1550981"/>
                  </a:lnTo>
                  <a:lnTo>
                    <a:pt x="1548363" y="1550975"/>
                  </a:lnTo>
                  <a:lnTo>
                    <a:pt x="1548341" y="1550963"/>
                  </a:lnTo>
                  <a:lnTo>
                    <a:pt x="1548318" y="1550938"/>
                  </a:lnTo>
                  <a:lnTo>
                    <a:pt x="1548313" y="1550930"/>
                  </a:lnTo>
                  <a:lnTo>
                    <a:pt x="1548310" y="1550927"/>
                  </a:lnTo>
                  <a:lnTo>
                    <a:pt x="1548305" y="1550916"/>
                  </a:lnTo>
                  <a:lnTo>
                    <a:pt x="1548296" y="1550894"/>
                  </a:lnTo>
                  <a:lnTo>
                    <a:pt x="1548293" y="1550877"/>
                  </a:lnTo>
                  <a:lnTo>
                    <a:pt x="1548284" y="1550837"/>
                  </a:lnTo>
                  <a:lnTo>
                    <a:pt x="1548282" y="1550829"/>
                  </a:lnTo>
                  <a:lnTo>
                    <a:pt x="1548267" y="1550775"/>
                  </a:lnTo>
                  <a:lnTo>
                    <a:pt x="1548255" y="1550723"/>
                  </a:lnTo>
                  <a:lnTo>
                    <a:pt x="1548249" y="1550697"/>
                  </a:lnTo>
                  <a:lnTo>
                    <a:pt x="1548244" y="1550685"/>
                  </a:lnTo>
                  <a:lnTo>
                    <a:pt x="1548240" y="1550676"/>
                  </a:lnTo>
                  <a:lnTo>
                    <a:pt x="1548225" y="1550642"/>
                  </a:lnTo>
                  <a:lnTo>
                    <a:pt x="1548217" y="1550625"/>
                  </a:lnTo>
                  <a:lnTo>
                    <a:pt x="1548212" y="1550616"/>
                  </a:lnTo>
                  <a:lnTo>
                    <a:pt x="1548208" y="1550608"/>
                  </a:lnTo>
                  <a:lnTo>
                    <a:pt x="1548203" y="1550600"/>
                  </a:lnTo>
                  <a:lnTo>
                    <a:pt x="1548183" y="1550611"/>
                  </a:lnTo>
                  <a:lnTo>
                    <a:pt x="1548164" y="1550622"/>
                  </a:lnTo>
                  <a:lnTo>
                    <a:pt x="1548160" y="1550640"/>
                  </a:lnTo>
                  <a:lnTo>
                    <a:pt x="1548167" y="1550671"/>
                  </a:lnTo>
                  <a:lnTo>
                    <a:pt x="1548182" y="1550722"/>
                  </a:lnTo>
                  <a:lnTo>
                    <a:pt x="1548173" y="1550749"/>
                  </a:lnTo>
                  <a:lnTo>
                    <a:pt x="1548160" y="1550767"/>
                  </a:lnTo>
                  <a:lnTo>
                    <a:pt x="1548138" y="1550782"/>
                  </a:lnTo>
                  <a:lnTo>
                    <a:pt x="1548129" y="1550785"/>
                  </a:lnTo>
                  <a:lnTo>
                    <a:pt x="1548113" y="1550788"/>
                  </a:lnTo>
                  <a:lnTo>
                    <a:pt x="1548101" y="1550792"/>
                  </a:lnTo>
                  <a:lnTo>
                    <a:pt x="1548083" y="1550801"/>
                  </a:lnTo>
                  <a:lnTo>
                    <a:pt x="1548076" y="1550818"/>
                  </a:lnTo>
                  <a:lnTo>
                    <a:pt x="1548073" y="1550829"/>
                  </a:lnTo>
                  <a:lnTo>
                    <a:pt x="1548067" y="1550852"/>
                  </a:lnTo>
                  <a:lnTo>
                    <a:pt x="1548062" y="1550858"/>
                  </a:lnTo>
                  <a:lnTo>
                    <a:pt x="1548058" y="1550860"/>
                  </a:lnTo>
                  <a:lnTo>
                    <a:pt x="1548039" y="1550852"/>
                  </a:lnTo>
                  <a:lnTo>
                    <a:pt x="1548024" y="1550854"/>
                  </a:lnTo>
                  <a:lnTo>
                    <a:pt x="1548015" y="1550859"/>
                  </a:lnTo>
                  <a:lnTo>
                    <a:pt x="1548016" y="1550867"/>
                  </a:lnTo>
                  <a:lnTo>
                    <a:pt x="1548016" y="1550881"/>
                  </a:lnTo>
                  <a:lnTo>
                    <a:pt x="1548021" y="1550915"/>
                  </a:lnTo>
                  <a:lnTo>
                    <a:pt x="1548033" y="1550939"/>
                  </a:lnTo>
                  <a:lnTo>
                    <a:pt x="1548037" y="1550946"/>
                  </a:lnTo>
                  <a:lnTo>
                    <a:pt x="1548038" y="1550955"/>
                  </a:lnTo>
                  <a:lnTo>
                    <a:pt x="1548050" y="1551007"/>
                  </a:lnTo>
                  <a:lnTo>
                    <a:pt x="1548052" y="1551016"/>
                  </a:lnTo>
                  <a:lnTo>
                    <a:pt x="1548084" y="1551140"/>
                  </a:lnTo>
                  <a:lnTo>
                    <a:pt x="1548086" y="1551147"/>
                  </a:lnTo>
                  <a:lnTo>
                    <a:pt x="1548089" y="1551158"/>
                  </a:lnTo>
                  <a:lnTo>
                    <a:pt x="1548090" y="1551165"/>
                  </a:lnTo>
                  <a:lnTo>
                    <a:pt x="1548090" y="1551175"/>
                  </a:lnTo>
                  <a:lnTo>
                    <a:pt x="1548090" y="1551183"/>
                  </a:lnTo>
                  <a:lnTo>
                    <a:pt x="1548090" y="1551188"/>
                  </a:lnTo>
                  <a:lnTo>
                    <a:pt x="1548081" y="1551229"/>
                  </a:lnTo>
                  <a:lnTo>
                    <a:pt x="1548077" y="1551248"/>
                  </a:lnTo>
                  <a:lnTo>
                    <a:pt x="1548072" y="1551310"/>
                  </a:lnTo>
                  <a:lnTo>
                    <a:pt x="1548065" y="1551359"/>
                  </a:lnTo>
                  <a:lnTo>
                    <a:pt x="1548062" y="1551367"/>
                  </a:lnTo>
                  <a:lnTo>
                    <a:pt x="1548057" y="1551370"/>
                  </a:lnTo>
                  <a:lnTo>
                    <a:pt x="1548048" y="1551373"/>
                  </a:lnTo>
                  <a:lnTo>
                    <a:pt x="1548041" y="1551373"/>
                  </a:lnTo>
                  <a:lnTo>
                    <a:pt x="1548034" y="1551372"/>
                  </a:lnTo>
                  <a:lnTo>
                    <a:pt x="1548011" y="1551366"/>
                  </a:lnTo>
                  <a:lnTo>
                    <a:pt x="1548000" y="1551363"/>
                  </a:lnTo>
                  <a:lnTo>
                    <a:pt x="1547993" y="1551361"/>
                  </a:lnTo>
                  <a:lnTo>
                    <a:pt x="1547977" y="1551356"/>
                  </a:lnTo>
                  <a:lnTo>
                    <a:pt x="1547965" y="1551355"/>
                  </a:lnTo>
                  <a:lnTo>
                    <a:pt x="1547953" y="1551357"/>
                  </a:lnTo>
                  <a:lnTo>
                    <a:pt x="1547931" y="1551362"/>
                  </a:lnTo>
                  <a:lnTo>
                    <a:pt x="1547916" y="1551367"/>
                  </a:lnTo>
                  <a:lnTo>
                    <a:pt x="1547918" y="1551382"/>
                  </a:lnTo>
                  <a:lnTo>
                    <a:pt x="1547925" y="1551428"/>
                  </a:lnTo>
                  <a:lnTo>
                    <a:pt x="1547926" y="1551435"/>
                  </a:lnTo>
                  <a:lnTo>
                    <a:pt x="1547958" y="1551569"/>
                  </a:lnTo>
                  <a:lnTo>
                    <a:pt x="1547962" y="1551580"/>
                  </a:lnTo>
                  <a:lnTo>
                    <a:pt x="1547966" y="1551587"/>
                  </a:lnTo>
                  <a:lnTo>
                    <a:pt x="1547970" y="1551594"/>
                  </a:lnTo>
                  <a:lnTo>
                    <a:pt x="1547974" y="1551603"/>
                  </a:lnTo>
                  <a:lnTo>
                    <a:pt x="1547984" y="1551617"/>
                  </a:lnTo>
                  <a:lnTo>
                    <a:pt x="1547994" y="1551632"/>
                  </a:lnTo>
                  <a:lnTo>
                    <a:pt x="1548024" y="1551680"/>
                  </a:lnTo>
                  <a:lnTo>
                    <a:pt x="1548083" y="1551742"/>
                  </a:lnTo>
                  <a:lnTo>
                    <a:pt x="1548117" y="1551783"/>
                  </a:lnTo>
                  <a:lnTo>
                    <a:pt x="1548120" y="1551795"/>
                  </a:lnTo>
                  <a:lnTo>
                    <a:pt x="1548133" y="1551838"/>
                  </a:lnTo>
                  <a:lnTo>
                    <a:pt x="1548152" y="1551901"/>
                  </a:lnTo>
                  <a:lnTo>
                    <a:pt x="1548155" y="1551907"/>
                  </a:lnTo>
                  <a:lnTo>
                    <a:pt x="1548162" y="1551923"/>
                  </a:lnTo>
                  <a:lnTo>
                    <a:pt x="1548171" y="1551946"/>
                  </a:lnTo>
                  <a:lnTo>
                    <a:pt x="1548211" y="1552053"/>
                  </a:lnTo>
                  <a:lnTo>
                    <a:pt x="1548244" y="1552147"/>
                  </a:lnTo>
                  <a:lnTo>
                    <a:pt x="1548226" y="1552195"/>
                  </a:lnTo>
                  <a:lnTo>
                    <a:pt x="1548223" y="1552204"/>
                  </a:lnTo>
                  <a:lnTo>
                    <a:pt x="1548188" y="1552256"/>
                  </a:lnTo>
                  <a:lnTo>
                    <a:pt x="1548182" y="1552270"/>
                  </a:lnTo>
                  <a:lnTo>
                    <a:pt x="1548177" y="1552284"/>
                  </a:lnTo>
                  <a:lnTo>
                    <a:pt x="1548180" y="1552328"/>
                  </a:lnTo>
                  <a:lnTo>
                    <a:pt x="1548181" y="1552339"/>
                  </a:lnTo>
                  <a:lnTo>
                    <a:pt x="1548183" y="1552361"/>
                  </a:lnTo>
                  <a:lnTo>
                    <a:pt x="1548207" y="1552367"/>
                  </a:lnTo>
                  <a:lnTo>
                    <a:pt x="1548223" y="1552370"/>
                  </a:lnTo>
                  <a:lnTo>
                    <a:pt x="1548240" y="1552375"/>
                  </a:lnTo>
                  <a:lnTo>
                    <a:pt x="1548311" y="1552416"/>
                  </a:lnTo>
                  <a:lnTo>
                    <a:pt x="1548330" y="1552453"/>
                  </a:lnTo>
                  <a:lnTo>
                    <a:pt x="1548340" y="1552473"/>
                  </a:lnTo>
                  <a:lnTo>
                    <a:pt x="1548423" y="1552680"/>
                  </a:lnTo>
                  <a:lnTo>
                    <a:pt x="1548438" y="1552727"/>
                  </a:lnTo>
                  <a:lnTo>
                    <a:pt x="1548444" y="1552732"/>
                  </a:lnTo>
                  <a:lnTo>
                    <a:pt x="1548456" y="1552902"/>
                  </a:lnTo>
                  <a:lnTo>
                    <a:pt x="1548432" y="1552922"/>
                  </a:lnTo>
                  <a:lnTo>
                    <a:pt x="1548353" y="1552965"/>
                  </a:lnTo>
                  <a:lnTo>
                    <a:pt x="1548399" y="1553159"/>
                  </a:lnTo>
                  <a:lnTo>
                    <a:pt x="1548438" y="1553275"/>
                  </a:lnTo>
                  <a:lnTo>
                    <a:pt x="1548498" y="1553366"/>
                  </a:lnTo>
                  <a:lnTo>
                    <a:pt x="1548505" y="1553377"/>
                  </a:lnTo>
                  <a:lnTo>
                    <a:pt x="1548547" y="1553442"/>
                  </a:lnTo>
                  <a:lnTo>
                    <a:pt x="1548600" y="1553620"/>
                  </a:lnTo>
                  <a:lnTo>
                    <a:pt x="1548600" y="1553657"/>
                  </a:lnTo>
                  <a:lnTo>
                    <a:pt x="1548599" y="1553688"/>
                  </a:lnTo>
                  <a:lnTo>
                    <a:pt x="1548597" y="1553826"/>
                  </a:lnTo>
                  <a:lnTo>
                    <a:pt x="1548604" y="1553866"/>
                  </a:lnTo>
                  <a:lnTo>
                    <a:pt x="1548644" y="1554065"/>
                  </a:lnTo>
                  <a:lnTo>
                    <a:pt x="1548651" y="1554097"/>
                  </a:lnTo>
                  <a:lnTo>
                    <a:pt x="1548684" y="1554237"/>
                  </a:lnTo>
                  <a:lnTo>
                    <a:pt x="1548693" y="1554274"/>
                  </a:lnTo>
                  <a:lnTo>
                    <a:pt x="1548715" y="1554294"/>
                  </a:lnTo>
                  <a:lnTo>
                    <a:pt x="1548767" y="1554341"/>
                  </a:lnTo>
                  <a:lnTo>
                    <a:pt x="1548873" y="1554630"/>
                  </a:lnTo>
                  <a:lnTo>
                    <a:pt x="1548987" y="1554792"/>
                  </a:lnTo>
                  <a:lnTo>
                    <a:pt x="1549018" y="1554830"/>
                  </a:lnTo>
                  <a:lnTo>
                    <a:pt x="1549045" y="1554933"/>
                  </a:lnTo>
                  <a:lnTo>
                    <a:pt x="1549050" y="1554949"/>
                  </a:lnTo>
                  <a:lnTo>
                    <a:pt x="1549050" y="1555063"/>
                  </a:lnTo>
                  <a:lnTo>
                    <a:pt x="1549031" y="1555161"/>
                  </a:lnTo>
                  <a:lnTo>
                    <a:pt x="1549027" y="1555171"/>
                  </a:lnTo>
                  <a:lnTo>
                    <a:pt x="1549016" y="1555178"/>
                  </a:lnTo>
                  <a:lnTo>
                    <a:pt x="1549010" y="1555182"/>
                  </a:lnTo>
                  <a:lnTo>
                    <a:pt x="1548999" y="1555179"/>
                  </a:lnTo>
                  <a:lnTo>
                    <a:pt x="1548983" y="1555163"/>
                  </a:lnTo>
                  <a:lnTo>
                    <a:pt x="1548974" y="1555145"/>
                  </a:lnTo>
                  <a:lnTo>
                    <a:pt x="1548973" y="1555120"/>
                  </a:lnTo>
                  <a:lnTo>
                    <a:pt x="1548974" y="1555099"/>
                  </a:lnTo>
                  <a:lnTo>
                    <a:pt x="1548973" y="1554999"/>
                  </a:lnTo>
                  <a:lnTo>
                    <a:pt x="1548887" y="1554868"/>
                  </a:lnTo>
                  <a:lnTo>
                    <a:pt x="1548851" y="1554845"/>
                  </a:lnTo>
                  <a:lnTo>
                    <a:pt x="1548805" y="1554816"/>
                  </a:lnTo>
                  <a:lnTo>
                    <a:pt x="1548738" y="1554677"/>
                  </a:lnTo>
                  <a:lnTo>
                    <a:pt x="1548690" y="1554583"/>
                  </a:lnTo>
                  <a:lnTo>
                    <a:pt x="1548615" y="1554490"/>
                  </a:lnTo>
                  <a:lnTo>
                    <a:pt x="1548539" y="1554425"/>
                  </a:lnTo>
                  <a:lnTo>
                    <a:pt x="1548508" y="1554415"/>
                  </a:lnTo>
                  <a:lnTo>
                    <a:pt x="1548500" y="1554429"/>
                  </a:lnTo>
                  <a:lnTo>
                    <a:pt x="1548477" y="1554467"/>
                  </a:lnTo>
                  <a:lnTo>
                    <a:pt x="1548416" y="1554577"/>
                  </a:lnTo>
                  <a:lnTo>
                    <a:pt x="1548362" y="1554711"/>
                  </a:lnTo>
                  <a:lnTo>
                    <a:pt x="1548342" y="1554894"/>
                  </a:lnTo>
                  <a:lnTo>
                    <a:pt x="1548345" y="1554991"/>
                  </a:lnTo>
                  <a:lnTo>
                    <a:pt x="1548348" y="1555076"/>
                  </a:lnTo>
                  <a:lnTo>
                    <a:pt x="1548350" y="1555112"/>
                  </a:lnTo>
                  <a:lnTo>
                    <a:pt x="1548400" y="1555251"/>
                  </a:lnTo>
                  <a:lnTo>
                    <a:pt x="1548415" y="1555292"/>
                  </a:lnTo>
                  <a:lnTo>
                    <a:pt x="1548448" y="1555425"/>
                  </a:lnTo>
                  <a:lnTo>
                    <a:pt x="1548459" y="1555468"/>
                  </a:lnTo>
                  <a:lnTo>
                    <a:pt x="1548528" y="1555676"/>
                  </a:lnTo>
                  <a:lnTo>
                    <a:pt x="1548536" y="1555700"/>
                  </a:lnTo>
                  <a:lnTo>
                    <a:pt x="1548497" y="1555932"/>
                  </a:lnTo>
                  <a:lnTo>
                    <a:pt x="1548491" y="1555968"/>
                  </a:lnTo>
                  <a:lnTo>
                    <a:pt x="1548486" y="1555993"/>
                  </a:lnTo>
                  <a:lnTo>
                    <a:pt x="1548469" y="1556052"/>
                  </a:lnTo>
                  <a:lnTo>
                    <a:pt x="1548436" y="1556168"/>
                  </a:lnTo>
                  <a:lnTo>
                    <a:pt x="1548387" y="1556231"/>
                  </a:lnTo>
                  <a:lnTo>
                    <a:pt x="1548363" y="1556261"/>
                  </a:lnTo>
                  <a:lnTo>
                    <a:pt x="1548292" y="1556342"/>
                  </a:lnTo>
                  <a:lnTo>
                    <a:pt x="1548245" y="1556365"/>
                  </a:lnTo>
                  <a:lnTo>
                    <a:pt x="1548200" y="1556386"/>
                  </a:lnTo>
                  <a:lnTo>
                    <a:pt x="1548111" y="1556379"/>
                  </a:lnTo>
                  <a:lnTo>
                    <a:pt x="1548105" y="1556377"/>
                  </a:lnTo>
                  <a:lnTo>
                    <a:pt x="1548101" y="1556374"/>
                  </a:lnTo>
                  <a:lnTo>
                    <a:pt x="1548093" y="1556371"/>
                  </a:lnTo>
                  <a:lnTo>
                    <a:pt x="1548085" y="1556367"/>
                  </a:lnTo>
                  <a:lnTo>
                    <a:pt x="1548081" y="1556365"/>
                  </a:lnTo>
                  <a:lnTo>
                    <a:pt x="1548073" y="1556361"/>
                  </a:lnTo>
                  <a:lnTo>
                    <a:pt x="1548014" y="1556330"/>
                  </a:lnTo>
                  <a:lnTo>
                    <a:pt x="1547915" y="1556256"/>
                  </a:lnTo>
                  <a:lnTo>
                    <a:pt x="1547879" y="1556198"/>
                  </a:lnTo>
                  <a:lnTo>
                    <a:pt x="1547855" y="1556159"/>
                  </a:lnTo>
                  <a:lnTo>
                    <a:pt x="1547782" y="1556086"/>
                  </a:lnTo>
                  <a:lnTo>
                    <a:pt x="1547727" y="1556078"/>
                  </a:lnTo>
                  <a:lnTo>
                    <a:pt x="1547673" y="1556070"/>
                  </a:lnTo>
                  <a:lnTo>
                    <a:pt x="1547585" y="1556030"/>
                  </a:lnTo>
                  <a:lnTo>
                    <a:pt x="1547445" y="1555898"/>
                  </a:lnTo>
                  <a:lnTo>
                    <a:pt x="1547344" y="1555815"/>
                  </a:lnTo>
                  <a:lnTo>
                    <a:pt x="1547326" y="1555802"/>
                  </a:lnTo>
                  <a:lnTo>
                    <a:pt x="1547293" y="1555777"/>
                  </a:lnTo>
                  <a:lnTo>
                    <a:pt x="1547284" y="1555771"/>
                  </a:lnTo>
                  <a:lnTo>
                    <a:pt x="1547279" y="1555776"/>
                  </a:lnTo>
                  <a:lnTo>
                    <a:pt x="1547275" y="1555784"/>
                  </a:lnTo>
                  <a:lnTo>
                    <a:pt x="1547268" y="1555799"/>
                  </a:lnTo>
                  <a:lnTo>
                    <a:pt x="1547260" y="1555815"/>
                  </a:lnTo>
                  <a:lnTo>
                    <a:pt x="1547248" y="1555837"/>
                  </a:lnTo>
                  <a:lnTo>
                    <a:pt x="1547227" y="1555879"/>
                  </a:lnTo>
                  <a:lnTo>
                    <a:pt x="1547223" y="1555887"/>
                  </a:lnTo>
                  <a:lnTo>
                    <a:pt x="1547220" y="1555893"/>
                  </a:lnTo>
                  <a:lnTo>
                    <a:pt x="1547216" y="1555900"/>
                  </a:lnTo>
                  <a:lnTo>
                    <a:pt x="1547214" y="1555904"/>
                  </a:lnTo>
                  <a:lnTo>
                    <a:pt x="1547208" y="1555916"/>
                  </a:lnTo>
                  <a:lnTo>
                    <a:pt x="1547204" y="1555924"/>
                  </a:lnTo>
                  <a:lnTo>
                    <a:pt x="1547172" y="1555987"/>
                  </a:lnTo>
                  <a:lnTo>
                    <a:pt x="1547169" y="1555993"/>
                  </a:lnTo>
                  <a:lnTo>
                    <a:pt x="1547156" y="1556010"/>
                  </a:lnTo>
                  <a:lnTo>
                    <a:pt x="1547150" y="1556012"/>
                  </a:lnTo>
                  <a:lnTo>
                    <a:pt x="1546895" y="1555894"/>
                  </a:lnTo>
                  <a:lnTo>
                    <a:pt x="1546890" y="1555892"/>
                  </a:lnTo>
                  <a:lnTo>
                    <a:pt x="1546884" y="1555889"/>
                  </a:lnTo>
                  <a:lnTo>
                    <a:pt x="1546877" y="1555886"/>
                  </a:lnTo>
                  <a:lnTo>
                    <a:pt x="1546651" y="1555781"/>
                  </a:lnTo>
                  <a:lnTo>
                    <a:pt x="1546647" y="1555778"/>
                  </a:lnTo>
                  <a:lnTo>
                    <a:pt x="1546645" y="1555771"/>
                  </a:lnTo>
                  <a:lnTo>
                    <a:pt x="1546647" y="1555764"/>
                  </a:lnTo>
                  <a:lnTo>
                    <a:pt x="1546651" y="1555753"/>
                  </a:lnTo>
                  <a:lnTo>
                    <a:pt x="1546654" y="1555744"/>
                  </a:lnTo>
                  <a:lnTo>
                    <a:pt x="1546710" y="1555599"/>
                  </a:lnTo>
                  <a:lnTo>
                    <a:pt x="1546706" y="1555593"/>
                  </a:lnTo>
                  <a:lnTo>
                    <a:pt x="1546693" y="1555574"/>
                  </a:lnTo>
                  <a:lnTo>
                    <a:pt x="1546666" y="1555564"/>
                  </a:lnTo>
                  <a:lnTo>
                    <a:pt x="1546615" y="1555530"/>
                  </a:lnTo>
                  <a:lnTo>
                    <a:pt x="1546606" y="1555522"/>
                  </a:lnTo>
                  <a:lnTo>
                    <a:pt x="1546606" y="1555514"/>
                  </a:lnTo>
                  <a:lnTo>
                    <a:pt x="1546612" y="1555502"/>
                  </a:lnTo>
                  <a:lnTo>
                    <a:pt x="1546615" y="1555495"/>
                  </a:lnTo>
                  <a:lnTo>
                    <a:pt x="1546619" y="1555489"/>
                  </a:lnTo>
                  <a:lnTo>
                    <a:pt x="1546622" y="1555480"/>
                  </a:lnTo>
                  <a:lnTo>
                    <a:pt x="1546626" y="1555474"/>
                  </a:lnTo>
                  <a:lnTo>
                    <a:pt x="1546631" y="1555467"/>
                  </a:lnTo>
                  <a:lnTo>
                    <a:pt x="1546627" y="1555453"/>
                  </a:lnTo>
                  <a:lnTo>
                    <a:pt x="1546612" y="1555442"/>
                  </a:lnTo>
                  <a:lnTo>
                    <a:pt x="1546542" y="1555392"/>
                  </a:lnTo>
                  <a:lnTo>
                    <a:pt x="1546529" y="1555382"/>
                  </a:lnTo>
                  <a:lnTo>
                    <a:pt x="1546524" y="1555379"/>
                  </a:lnTo>
                  <a:lnTo>
                    <a:pt x="1546457" y="1555340"/>
                  </a:lnTo>
                  <a:lnTo>
                    <a:pt x="1546426" y="1555322"/>
                  </a:lnTo>
                  <a:lnTo>
                    <a:pt x="1546418" y="1555317"/>
                  </a:lnTo>
                  <a:lnTo>
                    <a:pt x="1546406" y="1555309"/>
                  </a:lnTo>
                  <a:lnTo>
                    <a:pt x="1546398" y="1555305"/>
                  </a:lnTo>
                  <a:lnTo>
                    <a:pt x="1546393" y="1555302"/>
                  </a:lnTo>
                  <a:lnTo>
                    <a:pt x="1546377" y="1555292"/>
                  </a:lnTo>
                  <a:lnTo>
                    <a:pt x="1546371" y="1555289"/>
                  </a:lnTo>
                  <a:lnTo>
                    <a:pt x="1546367" y="1555287"/>
                  </a:lnTo>
                  <a:lnTo>
                    <a:pt x="1546362" y="1555284"/>
                  </a:lnTo>
                  <a:lnTo>
                    <a:pt x="1546357" y="1555281"/>
                  </a:lnTo>
                  <a:lnTo>
                    <a:pt x="1546351" y="1555278"/>
                  </a:lnTo>
                  <a:lnTo>
                    <a:pt x="1546343" y="1555273"/>
                  </a:lnTo>
                  <a:lnTo>
                    <a:pt x="1546336" y="1555269"/>
                  </a:lnTo>
                  <a:lnTo>
                    <a:pt x="1546329" y="1555266"/>
                  </a:lnTo>
                  <a:lnTo>
                    <a:pt x="1546321" y="1555263"/>
                  </a:lnTo>
                  <a:lnTo>
                    <a:pt x="1546313" y="1555260"/>
                  </a:lnTo>
                  <a:lnTo>
                    <a:pt x="1546308" y="1555257"/>
                  </a:lnTo>
                  <a:lnTo>
                    <a:pt x="1546296" y="1555252"/>
                  </a:lnTo>
                  <a:lnTo>
                    <a:pt x="1546286" y="1555248"/>
                  </a:lnTo>
                  <a:lnTo>
                    <a:pt x="1546279" y="1555245"/>
                  </a:lnTo>
                  <a:lnTo>
                    <a:pt x="1546261" y="1555237"/>
                  </a:lnTo>
                  <a:lnTo>
                    <a:pt x="1546210" y="1555233"/>
                  </a:lnTo>
                  <a:lnTo>
                    <a:pt x="1546206" y="1555232"/>
                  </a:lnTo>
                  <a:lnTo>
                    <a:pt x="1546109" y="1555184"/>
                  </a:lnTo>
                  <a:lnTo>
                    <a:pt x="1546065" y="1555158"/>
                  </a:lnTo>
                  <a:lnTo>
                    <a:pt x="1546019" y="1555135"/>
                  </a:lnTo>
                  <a:lnTo>
                    <a:pt x="1546009" y="1555130"/>
                  </a:lnTo>
                  <a:lnTo>
                    <a:pt x="1545938" y="1555066"/>
                  </a:lnTo>
                  <a:lnTo>
                    <a:pt x="1545930" y="1555059"/>
                  </a:lnTo>
                  <a:lnTo>
                    <a:pt x="1545894" y="1555017"/>
                  </a:lnTo>
                  <a:lnTo>
                    <a:pt x="1545879" y="1554999"/>
                  </a:lnTo>
                  <a:lnTo>
                    <a:pt x="1545876" y="1554995"/>
                  </a:lnTo>
                  <a:lnTo>
                    <a:pt x="1545861" y="1554967"/>
                  </a:lnTo>
                  <a:lnTo>
                    <a:pt x="1545849" y="1554947"/>
                  </a:lnTo>
                  <a:lnTo>
                    <a:pt x="1545839" y="1554937"/>
                  </a:lnTo>
                  <a:lnTo>
                    <a:pt x="1545655" y="1554768"/>
                  </a:lnTo>
                  <a:lnTo>
                    <a:pt x="1545624" y="1554742"/>
                  </a:lnTo>
                  <a:lnTo>
                    <a:pt x="1545540" y="1554677"/>
                  </a:lnTo>
                  <a:lnTo>
                    <a:pt x="1545532" y="1554670"/>
                  </a:lnTo>
                  <a:lnTo>
                    <a:pt x="1545511" y="1554655"/>
                  </a:lnTo>
                  <a:lnTo>
                    <a:pt x="1545481" y="1554632"/>
                  </a:lnTo>
                  <a:lnTo>
                    <a:pt x="1545379" y="1554572"/>
                  </a:lnTo>
                  <a:lnTo>
                    <a:pt x="1545371" y="1554567"/>
                  </a:lnTo>
                  <a:lnTo>
                    <a:pt x="1545365" y="1554564"/>
                  </a:lnTo>
                  <a:lnTo>
                    <a:pt x="1545356" y="1554558"/>
                  </a:lnTo>
                  <a:lnTo>
                    <a:pt x="1545345" y="1554553"/>
                  </a:lnTo>
                  <a:lnTo>
                    <a:pt x="1545333" y="1554548"/>
                  </a:lnTo>
                  <a:lnTo>
                    <a:pt x="1545310" y="1554539"/>
                  </a:lnTo>
                  <a:lnTo>
                    <a:pt x="1545183" y="1554492"/>
                  </a:lnTo>
                  <a:lnTo>
                    <a:pt x="1545171" y="1554496"/>
                  </a:lnTo>
                  <a:lnTo>
                    <a:pt x="1545166" y="1554498"/>
                  </a:lnTo>
                  <a:lnTo>
                    <a:pt x="1545159" y="1554505"/>
                  </a:lnTo>
                  <a:lnTo>
                    <a:pt x="1545154" y="1554513"/>
                  </a:lnTo>
                  <a:lnTo>
                    <a:pt x="1545150" y="1554521"/>
                  </a:lnTo>
                  <a:lnTo>
                    <a:pt x="1545147" y="1554527"/>
                  </a:lnTo>
                  <a:lnTo>
                    <a:pt x="1545143" y="1554534"/>
                  </a:lnTo>
                  <a:lnTo>
                    <a:pt x="1545138" y="1554541"/>
                  </a:lnTo>
                  <a:lnTo>
                    <a:pt x="1545134" y="1554549"/>
                  </a:lnTo>
                  <a:lnTo>
                    <a:pt x="1545128" y="1554559"/>
                  </a:lnTo>
                  <a:lnTo>
                    <a:pt x="1545124" y="1554572"/>
                  </a:lnTo>
                  <a:lnTo>
                    <a:pt x="1545119" y="1554579"/>
                  </a:lnTo>
                  <a:lnTo>
                    <a:pt x="1545111" y="1554581"/>
                  </a:lnTo>
                  <a:lnTo>
                    <a:pt x="1545044" y="1554549"/>
                  </a:lnTo>
                  <a:lnTo>
                    <a:pt x="1545030" y="1554547"/>
                  </a:lnTo>
                  <a:lnTo>
                    <a:pt x="1544996" y="1554545"/>
                  </a:lnTo>
                  <a:lnTo>
                    <a:pt x="1544959" y="1554542"/>
                  </a:lnTo>
                  <a:lnTo>
                    <a:pt x="1544952" y="1554542"/>
                  </a:lnTo>
                  <a:lnTo>
                    <a:pt x="1544929" y="1554540"/>
                  </a:lnTo>
                  <a:lnTo>
                    <a:pt x="1544899" y="1554538"/>
                  </a:lnTo>
                  <a:lnTo>
                    <a:pt x="1544899" y="1554529"/>
                  </a:lnTo>
                  <a:lnTo>
                    <a:pt x="1544903" y="1554521"/>
                  </a:lnTo>
                  <a:lnTo>
                    <a:pt x="1544906" y="1554513"/>
                  </a:lnTo>
                  <a:lnTo>
                    <a:pt x="1544909" y="1554506"/>
                  </a:lnTo>
                  <a:lnTo>
                    <a:pt x="1544914" y="1554494"/>
                  </a:lnTo>
                  <a:lnTo>
                    <a:pt x="1544918" y="1554485"/>
                  </a:lnTo>
                  <a:lnTo>
                    <a:pt x="1544922" y="1554475"/>
                  </a:lnTo>
                  <a:lnTo>
                    <a:pt x="1544940" y="1554434"/>
                  </a:lnTo>
                  <a:lnTo>
                    <a:pt x="1544912" y="1554363"/>
                  </a:lnTo>
                  <a:lnTo>
                    <a:pt x="1544788" y="1554193"/>
                  </a:lnTo>
                  <a:lnTo>
                    <a:pt x="1544780" y="1554183"/>
                  </a:lnTo>
                  <a:lnTo>
                    <a:pt x="1544682" y="1554048"/>
                  </a:lnTo>
                  <a:lnTo>
                    <a:pt x="1544621" y="1553971"/>
                  </a:lnTo>
                  <a:lnTo>
                    <a:pt x="1544430" y="1553817"/>
                  </a:lnTo>
                  <a:lnTo>
                    <a:pt x="1544286" y="1553722"/>
                  </a:lnTo>
                  <a:lnTo>
                    <a:pt x="1544275" y="1553715"/>
                  </a:lnTo>
                  <a:lnTo>
                    <a:pt x="1544260" y="1553705"/>
                  </a:lnTo>
                  <a:lnTo>
                    <a:pt x="1544207" y="1553671"/>
                  </a:lnTo>
                  <a:lnTo>
                    <a:pt x="1544136" y="1553624"/>
                  </a:lnTo>
                  <a:lnTo>
                    <a:pt x="1544127" y="1553618"/>
                  </a:lnTo>
                  <a:lnTo>
                    <a:pt x="1544110" y="1553608"/>
                  </a:lnTo>
                  <a:lnTo>
                    <a:pt x="1544103" y="1553603"/>
                  </a:lnTo>
                  <a:lnTo>
                    <a:pt x="1544088" y="1553594"/>
                  </a:lnTo>
                  <a:lnTo>
                    <a:pt x="1544066" y="1553580"/>
                  </a:lnTo>
                  <a:lnTo>
                    <a:pt x="1544061" y="1553576"/>
                  </a:lnTo>
                  <a:lnTo>
                    <a:pt x="1544053" y="1553572"/>
                  </a:lnTo>
                  <a:lnTo>
                    <a:pt x="1544040" y="1553566"/>
                  </a:lnTo>
                  <a:lnTo>
                    <a:pt x="1544035" y="1553562"/>
                  </a:lnTo>
                  <a:lnTo>
                    <a:pt x="1544009" y="1553544"/>
                  </a:lnTo>
                  <a:lnTo>
                    <a:pt x="1543991" y="1553534"/>
                  </a:lnTo>
                  <a:lnTo>
                    <a:pt x="1543987" y="1553531"/>
                  </a:lnTo>
                  <a:lnTo>
                    <a:pt x="1543982" y="1553527"/>
                  </a:lnTo>
                  <a:lnTo>
                    <a:pt x="1543977" y="1553524"/>
                  </a:lnTo>
                  <a:lnTo>
                    <a:pt x="1543972" y="1553521"/>
                  </a:lnTo>
                  <a:lnTo>
                    <a:pt x="1543966" y="1553517"/>
                  </a:lnTo>
                  <a:lnTo>
                    <a:pt x="1543962" y="1553514"/>
                  </a:lnTo>
                  <a:lnTo>
                    <a:pt x="1543956" y="1553511"/>
                  </a:lnTo>
                  <a:lnTo>
                    <a:pt x="1543948" y="1553508"/>
                  </a:lnTo>
                  <a:lnTo>
                    <a:pt x="1543929" y="1553494"/>
                  </a:lnTo>
                  <a:lnTo>
                    <a:pt x="1543920" y="1553486"/>
                  </a:lnTo>
                  <a:lnTo>
                    <a:pt x="1543912" y="1553474"/>
                  </a:lnTo>
                  <a:lnTo>
                    <a:pt x="1543909" y="1553465"/>
                  </a:lnTo>
                  <a:lnTo>
                    <a:pt x="1543904" y="1553452"/>
                  </a:lnTo>
                  <a:lnTo>
                    <a:pt x="1543902" y="1553446"/>
                  </a:lnTo>
                  <a:lnTo>
                    <a:pt x="1543902" y="1553439"/>
                  </a:lnTo>
                  <a:lnTo>
                    <a:pt x="1543918" y="1553400"/>
                  </a:lnTo>
                  <a:lnTo>
                    <a:pt x="1543966" y="1553363"/>
                  </a:lnTo>
                  <a:lnTo>
                    <a:pt x="1544021" y="1553347"/>
                  </a:lnTo>
                  <a:lnTo>
                    <a:pt x="1544075" y="1553332"/>
                  </a:lnTo>
                  <a:lnTo>
                    <a:pt x="1544096" y="1553324"/>
                  </a:lnTo>
                  <a:lnTo>
                    <a:pt x="1544157" y="1553304"/>
                  </a:lnTo>
                  <a:lnTo>
                    <a:pt x="1544210" y="1553287"/>
                  </a:lnTo>
                  <a:lnTo>
                    <a:pt x="1544246" y="1553277"/>
                  </a:lnTo>
                  <a:lnTo>
                    <a:pt x="1544324" y="1553236"/>
                  </a:lnTo>
                  <a:lnTo>
                    <a:pt x="1544438" y="1553147"/>
                  </a:lnTo>
                  <a:lnTo>
                    <a:pt x="1544465" y="1553116"/>
                  </a:lnTo>
                  <a:lnTo>
                    <a:pt x="1544522" y="1553053"/>
                  </a:lnTo>
                  <a:lnTo>
                    <a:pt x="1544535" y="1553024"/>
                  </a:lnTo>
                  <a:lnTo>
                    <a:pt x="1544546" y="1552998"/>
                  </a:lnTo>
                  <a:lnTo>
                    <a:pt x="1544557" y="1552963"/>
                  </a:lnTo>
                  <a:lnTo>
                    <a:pt x="1544562" y="1552950"/>
                  </a:lnTo>
                  <a:lnTo>
                    <a:pt x="1544572" y="1552857"/>
                  </a:lnTo>
                  <a:lnTo>
                    <a:pt x="1544718" y="1551912"/>
                  </a:lnTo>
                  <a:lnTo>
                    <a:pt x="1544741" y="1551760"/>
                  </a:lnTo>
                  <a:lnTo>
                    <a:pt x="1544831" y="1551174"/>
                  </a:lnTo>
                  <a:lnTo>
                    <a:pt x="1544856" y="1551011"/>
                  </a:lnTo>
                  <a:lnTo>
                    <a:pt x="1544878" y="1550869"/>
                  </a:lnTo>
                  <a:lnTo>
                    <a:pt x="1544901" y="1550752"/>
                  </a:lnTo>
                  <a:lnTo>
                    <a:pt x="1544888" y="1550734"/>
                  </a:lnTo>
                  <a:lnTo>
                    <a:pt x="1544877" y="1550733"/>
                  </a:lnTo>
                  <a:lnTo>
                    <a:pt x="1544826" y="1550724"/>
                  </a:lnTo>
                  <a:lnTo>
                    <a:pt x="1544805" y="1550721"/>
                  </a:lnTo>
                  <a:lnTo>
                    <a:pt x="1544769" y="1550715"/>
                  </a:lnTo>
                  <a:lnTo>
                    <a:pt x="1544737" y="1550709"/>
                  </a:lnTo>
                  <a:lnTo>
                    <a:pt x="1544716" y="1550704"/>
                  </a:lnTo>
                  <a:lnTo>
                    <a:pt x="1544700" y="1550697"/>
                  </a:lnTo>
                  <a:lnTo>
                    <a:pt x="1544688" y="1550693"/>
                  </a:lnTo>
                  <a:lnTo>
                    <a:pt x="1544678" y="1550681"/>
                  </a:lnTo>
                  <a:lnTo>
                    <a:pt x="1544689" y="1550635"/>
                  </a:lnTo>
                  <a:lnTo>
                    <a:pt x="1544728" y="1550507"/>
                  </a:lnTo>
                  <a:lnTo>
                    <a:pt x="1544711" y="1550484"/>
                  </a:lnTo>
                  <a:lnTo>
                    <a:pt x="1544683" y="1550421"/>
                  </a:lnTo>
                  <a:lnTo>
                    <a:pt x="1544678" y="1550371"/>
                  </a:lnTo>
                  <a:lnTo>
                    <a:pt x="1544679" y="1550361"/>
                  </a:lnTo>
                  <a:lnTo>
                    <a:pt x="1544684" y="1550322"/>
                  </a:lnTo>
                  <a:lnTo>
                    <a:pt x="1544690" y="1550268"/>
                  </a:lnTo>
                  <a:lnTo>
                    <a:pt x="1544706" y="1550110"/>
                  </a:lnTo>
                  <a:lnTo>
                    <a:pt x="1544707" y="1550095"/>
                  </a:lnTo>
                  <a:lnTo>
                    <a:pt x="1544709" y="1550081"/>
                  </a:lnTo>
                  <a:lnTo>
                    <a:pt x="1544720" y="1549996"/>
                  </a:lnTo>
                  <a:lnTo>
                    <a:pt x="1544726" y="1549986"/>
                  </a:lnTo>
                  <a:lnTo>
                    <a:pt x="1544729" y="1549981"/>
                  </a:lnTo>
                  <a:lnTo>
                    <a:pt x="1544733" y="1549975"/>
                  </a:lnTo>
                  <a:lnTo>
                    <a:pt x="1544742" y="1549960"/>
                  </a:lnTo>
                  <a:lnTo>
                    <a:pt x="1544737" y="1549941"/>
                  </a:lnTo>
                  <a:lnTo>
                    <a:pt x="1544703" y="1549932"/>
                  </a:lnTo>
                  <a:lnTo>
                    <a:pt x="1544663" y="1549932"/>
                  </a:lnTo>
                  <a:lnTo>
                    <a:pt x="1544616" y="1549923"/>
                  </a:lnTo>
                  <a:lnTo>
                    <a:pt x="1544573" y="1549915"/>
                  </a:lnTo>
                  <a:lnTo>
                    <a:pt x="1544566" y="1549911"/>
                  </a:lnTo>
                  <a:lnTo>
                    <a:pt x="1544555" y="1549906"/>
                  </a:lnTo>
                  <a:lnTo>
                    <a:pt x="1544530" y="1549887"/>
                  </a:lnTo>
                  <a:lnTo>
                    <a:pt x="1544506" y="1549869"/>
                  </a:lnTo>
                  <a:lnTo>
                    <a:pt x="1544502" y="1549861"/>
                  </a:lnTo>
                  <a:lnTo>
                    <a:pt x="1544499" y="1549850"/>
                  </a:lnTo>
                  <a:lnTo>
                    <a:pt x="1544498" y="1549829"/>
                  </a:lnTo>
                  <a:lnTo>
                    <a:pt x="1544497" y="1549814"/>
                  </a:lnTo>
                  <a:lnTo>
                    <a:pt x="1544498" y="1549809"/>
                  </a:lnTo>
                  <a:lnTo>
                    <a:pt x="1544499" y="1549804"/>
                  </a:lnTo>
                  <a:lnTo>
                    <a:pt x="1544509" y="1549770"/>
                  </a:lnTo>
                  <a:lnTo>
                    <a:pt x="1544531" y="1549694"/>
                  </a:lnTo>
                  <a:lnTo>
                    <a:pt x="1544583" y="1549655"/>
                  </a:lnTo>
                  <a:lnTo>
                    <a:pt x="1544617" y="1549637"/>
                  </a:lnTo>
                  <a:lnTo>
                    <a:pt x="1544629" y="1549631"/>
                  </a:lnTo>
                  <a:lnTo>
                    <a:pt x="1544682" y="1549602"/>
                  </a:lnTo>
                  <a:lnTo>
                    <a:pt x="1544690" y="1549598"/>
                  </a:lnTo>
                  <a:lnTo>
                    <a:pt x="1544703" y="1549591"/>
                  </a:lnTo>
                  <a:lnTo>
                    <a:pt x="1544768" y="1549556"/>
                  </a:lnTo>
                  <a:lnTo>
                    <a:pt x="1544790" y="1549545"/>
                  </a:lnTo>
                  <a:lnTo>
                    <a:pt x="1544810" y="1549541"/>
                  </a:lnTo>
                  <a:lnTo>
                    <a:pt x="1544814" y="1549540"/>
                  </a:lnTo>
                  <a:lnTo>
                    <a:pt x="1544840" y="1549535"/>
                  </a:lnTo>
                  <a:lnTo>
                    <a:pt x="1544855" y="1549533"/>
                  </a:lnTo>
                  <a:lnTo>
                    <a:pt x="1544860" y="1549532"/>
                  </a:lnTo>
                  <a:lnTo>
                    <a:pt x="1544915" y="1549518"/>
                  </a:lnTo>
                  <a:lnTo>
                    <a:pt x="1544933" y="1549504"/>
                  </a:lnTo>
                  <a:lnTo>
                    <a:pt x="1544937" y="1549501"/>
                  </a:lnTo>
                  <a:lnTo>
                    <a:pt x="1544941" y="1549467"/>
                  </a:lnTo>
                  <a:lnTo>
                    <a:pt x="1544932" y="1549451"/>
                  </a:lnTo>
                  <a:lnTo>
                    <a:pt x="1544928" y="1549443"/>
                  </a:lnTo>
                  <a:lnTo>
                    <a:pt x="1544909" y="1549435"/>
                  </a:lnTo>
                  <a:lnTo>
                    <a:pt x="1544908" y="1549414"/>
                  </a:lnTo>
                  <a:lnTo>
                    <a:pt x="1544919" y="1549382"/>
                  </a:lnTo>
                  <a:lnTo>
                    <a:pt x="1544953" y="1549370"/>
                  </a:lnTo>
                  <a:lnTo>
                    <a:pt x="1544968" y="1549368"/>
                  </a:lnTo>
                  <a:lnTo>
                    <a:pt x="1544984" y="1549366"/>
                  </a:lnTo>
                  <a:lnTo>
                    <a:pt x="1544989" y="1549366"/>
                  </a:lnTo>
                  <a:lnTo>
                    <a:pt x="1545013" y="1549363"/>
                  </a:lnTo>
                  <a:lnTo>
                    <a:pt x="1545020" y="1549365"/>
                  </a:lnTo>
                  <a:lnTo>
                    <a:pt x="1545042" y="1549416"/>
                  </a:lnTo>
                  <a:lnTo>
                    <a:pt x="1545074" y="1549419"/>
                  </a:lnTo>
                  <a:lnTo>
                    <a:pt x="1545079" y="1549418"/>
                  </a:lnTo>
                  <a:lnTo>
                    <a:pt x="1545091" y="1549414"/>
                  </a:lnTo>
                  <a:lnTo>
                    <a:pt x="1545110" y="1549408"/>
                  </a:lnTo>
                  <a:lnTo>
                    <a:pt x="1545116" y="1549402"/>
                  </a:lnTo>
                  <a:lnTo>
                    <a:pt x="1545136" y="1549379"/>
                  </a:lnTo>
                  <a:lnTo>
                    <a:pt x="1545136" y="1549358"/>
                  </a:lnTo>
                  <a:lnTo>
                    <a:pt x="1545130" y="1549337"/>
                  </a:lnTo>
                  <a:lnTo>
                    <a:pt x="1545114" y="1549308"/>
                  </a:lnTo>
                  <a:lnTo>
                    <a:pt x="1545091" y="1549298"/>
                  </a:lnTo>
                  <a:lnTo>
                    <a:pt x="1545060" y="1549284"/>
                  </a:lnTo>
                  <a:lnTo>
                    <a:pt x="1545051" y="1549276"/>
                  </a:lnTo>
                  <a:lnTo>
                    <a:pt x="1545008" y="1549288"/>
                  </a:lnTo>
                  <a:lnTo>
                    <a:pt x="1544975" y="1549296"/>
                  </a:lnTo>
                  <a:lnTo>
                    <a:pt x="1544940" y="1549306"/>
                  </a:lnTo>
                  <a:lnTo>
                    <a:pt x="1544928" y="1549307"/>
                  </a:lnTo>
                  <a:lnTo>
                    <a:pt x="1544922" y="1549302"/>
                  </a:lnTo>
                  <a:lnTo>
                    <a:pt x="1544907" y="1549272"/>
                  </a:lnTo>
                  <a:lnTo>
                    <a:pt x="1544880" y="1549212"/>
                  </a:lnTo>
                  <a:lnTo>
                    <a:pt x="1544835" y="1549082"/>
                  </a:lnTo>
                  <a:lnTo>
                    <a:pt x="1544837" y="1549075"/>
                  </a:lnTo>
                  <a:lnTo>
                    <a:pt x="1544845" y="1549060"/>
                  </a:lnTo>
                  <a:lnTo>
                    <a:pt x="1544854" y="1549049"/>
                  </a:lnTo>
                  <a:lnTo>
                    <a:pt x="1544862" y="1549040"/>
                  </a:lnTo>
                  <a:lnTo>
                    <a:pt x="1544875" y="1549030"/>
                  </a:lnTo>
                  <a:lnTo>
                    <a:pt x="1544881" y="1549025"/>
                  </a:lnTo>
                  <a:lnTo>
                    <a:pt x="1544916" y="1549015"/>
                  </a:lnTo>
                  <a:lnTo>
                    <a:pt x="1544943" y="1549013"/>
                  </a:lnTo>
                  <a:lnTo>
                    <a:pt x="1544951" y="1549019"/>
                  </a:lnTo>
                  <a:lnTo>
                    <a:pt x="1544980" y="1549041"/>
                  </a:lnTo>
                  <a:lnTo>
                    <a:pt x="1545001" y="1549037"/>
                  </a:lnTo>
                  <a:lnTo>
                    <a:pt x="1545020" y="1549034"/>
                  </a:lnTo>
                  <a:lnTo>
                    <a:pt x="1545059" y="1549032"/>
                  </a:lnTo>
                  <a:lnTo>
                    <a:pt x="1545164" y="1549011"/>
                  </a:lnTo>
                  <a:lnTo>
                    <a:pt x="1545173" y="1549005"/>
                  </a:lnTo>
                  <a:lnTo>
                    <a:pt x="1545180" y="1549000"/>
                  </a:lnTo>
                  <a:lnTo>
                    <a:pt x="1545214" y="1548978"/>
                  </a:lnTo>
                  <a:lnTo>
                    <a:pt x="1545235" y="1548960"/>
                  </a:lnTo>
                  <a:lnTo>
                    <a:pt x="1545237" y="1548935"/>
                  </a:lnTo>
                  <a:lnTo>
                    <a:pt x="1545237" y="1548926"/>
                  </a:lnTo>
                  <a:lnTo>
                    <a:pt x="1545216" y="1548899"/>
                  </a:lnTo>
                  <a:lnTo>
                    <a:pt x="1545198" y="1548899"/>
                  </a:lnTo>
                  <a:lnTo>
                    <a:pt x="1545172" y="1548923"/>
                  </a:lnTo>
                  <a:lnTo>
                    <a:pt x="1545159" y="1548949"/>
                  </a:lnTo>
                  <a:lnTo>
                    <a:pt x="1545138" y="1548967"/>
                  </a:lnTo>
                  <a:lnTo>
                    <a:pt x="1545083" y="1548975"/>
                  </a:lnTo>
                  <a:lnTo>
                    <a:pt x="1545068" y="1548972"/>
                  </a:lnTo>
                  <a:lnTo>
                    <a:pt x="1545044" y="1548969"/>
                  </a:lnTo>
                  <a:lnTo>
                    <a:pt x="1545025" y="1548965"/>
                  </a:lnTo>
                  <a:lnTo>
                    <a:pt x="1544964" y="1548961"/>
                  </a:lnTo>
                  <a:lnTo>
                    <a:pt x="1544948" y="1548958"/>
                  </a:lnTo>
                  <a:lnTo>
                    <a:pt x="1544913" y="1548952"/>
                  </a:lnTo>
                  <a:lnTo>
                    <a:pt x="1544836" y="1548977"/>
                  </a:lnTo>
                  <a:lnTo>
                    <a:pt x="1544793" y="1548989"/>
                  </a:lnTo>
                  <a:lnTo>
                    <a:pt x="1544750" y="1548999"/>
                  </a:lnTo>
                  <a:lnTo>
                    <a:pt x="1544714" y="1549046"/>
                  </a:lnTo>
                  <a:lnTo>
                    <a:pt x="1544645" y="1549113"/>
                  </a:lnTo>
                  <a:lnTo>
                    <a:pt x="1544323" y="1549309"/>
                  </a:lnTo>
                  <a:lnTo>
                    <a:pt x="1544314" y="1549314"/>
                  </a:lnTo>
                  <a:lnTo>
                    <a:pt x="1544300" y="1549322"/>
                  </a:lnTo>
                  <a:lnTo>
                    <a:pt x="1544149" y="1549410"/>
                  </a:lnTo>
                  <a:lnTo>
                    <a:pt x="1544063" y="1549422"/>
                  </a:lnTo>
                  <a:lnTo>
                    <a:pt x="1544038" y="1549420"/>
                  </a:lnTo>
                  <a:lnTo>
                    <a:pt x="1544002" y="1549450"/>
                  </a:lnTo>
                  <a:lnTo>
                    <a:pt x="1543978" y="1549483"/>
                  </a:lnTo>
                  <a:lnTo>
                    <a:pt x="1543961" y="1549516"/>
                  </a:lnTo>
                  <a:lnTo>
                    <a:pt x="1543944" y="1549589"/>
                  </a:lnTo>
                  <a:lnTo>
                    <a:pt x="1543913" y="1549631"/>
                  </a:lnTo>
                  <a:lnTo>
                    <a:pt x="1543883" y="1549670"/>
                  </a:lnTo>
                  <a:lnTo>
                    <a:pt x="1543877" y="1549673"/>
                  </a:lnTo>
                  <a:lnTo>
                    <a:pt x="1543868" y="1549676"/>
                  </a:lnTo>
                  <a:lnTo>
                    <a:pt x="1543854" y="1549679"/>
                  </a:lnTo>
                  <a:lnTo>
                    <a:pt x="1543845" y="1549680"/>
                  </a:lnTo>
                  <a:lnTo>
                    <a:pt x="1543836" y="1549683"/>
                  </a:lnTo>
                  <a:lnTo>
                    <a:pt x="1543824" y="1549685"/>
                  </a:lnTo>
                  <a:lnTo>
                    <a:pt x="1543819" y="1549685"/>
                  </a:lnTo>
                  <a:lnTo>
                    <a:pt x="1543813" y="1549686"/>
                  </a:lnTo>
                  <a:lnTo>
                    <a:pt x="1543803" y="1549686"/>
                  </a:lnTo>
                  <a:lnTo>
                    <a:pt x="1543791" y="1549684"/>
                  </a:lnTo>
                  <a:lnTo>
                    <a:pt x="1543784" y="1549683"/>
                  </a:lnTo>
                  <a:lnTo>
                    <a:pt x="1543773" y="1549680"/>
                  </a:lnTo>
                  <a:lnTo>
                    <a:pt x="1543768" y="1549678"/>
                  </a:lnTo>
                  <a:lnTo>
                    <a:pt x="1543763" y="1549677"/>
                  </a:lnTo>
                  <a:lnTo>
                    <a:pt x="1543758" y="1549675"/>
                  </a:lnTo>
                  <a:lnTo>
                    <a:pt x="1543746" y="1549670"/>
                  </a:lnTo>
                  <a:lnTo>
                    <a:pt x="1543736" y="1549666"/>
                  </a:lnTo>
                  <a:lnTo>
                    <a:pt x="1543680" y="1549653"/>
                  </a:lnTo>
                  <a:lnTo>
                    <a:pt x="1543613" y="1549693"/>
                  </a:lnTo>
                  <a:lnTo>
                    <a:pt x="1543542" y="1549711"/>
                  </a:lnTo>
                  <a:lnTo>
                    <a:pt x="1543536" y="1549721"/>
                  </a:lnTo>
                  <a:lnTo>
                    <a:pt x="1543513" y="1549754"/>
                  </a:lnTo>
                  <a:lnTo>
                    <a:pt x="1543505" y="1549767"/>
                  </a:lnTo>
                  <a:lnTo>
                    <a:pt x="1543481" y="1549803"/>
                  </a:lnTo>
                  <a:lnTo>
                    <a:pt x="1543468" y="1549846"/>
                  </a:lnTo>
                  <a:lnTo>
                    <a:pt x="1543456" y="1549883"/>
                  </a:lnTo>
                  <a:lnTo>
                    <a:pt x="1543410" y="1549939"/>
                  </a:lnTo>
                  <a:lnTo>
                    <a:pt x="1543404" y="1549946"/>
                  </a:lnTo>
                  <a:lnTo>
                    <a:pt x="1543361" y="1550021"/>
                  </a:lnTo>
                  <a:lnTo>
                    <a:pt x="1543332" y="1550091"/>
                  </a:lnTo>
                  <a:lnTo>
                    <a:pt x="1543311" y="1550181"/>
                  </a:lnTo>
                  <a:lnTo>
                    <a:pt x="1543304" y="1550209"/>
                  </a:lnTo>
                  <a:lnTo>
                    <a:pt x="1543300" y="1550219"/>
                  </a:lnTo>
                  <a:lnTo>
                    <a:pt x="1543265" y="1550300"/>
                  </a:lnTo>
                  <a:lnTo>
                    <a:pt x="1543258" y="1550316"/>
                  </a:lnTo>
                  <a:lnTo>
                    <a:pt x="1543237" y="1550463"/>
                  </a:lnTo>
                  <a:lnTo>
                    <a:pt x="1543239" y="1550504"/>
                  </a:lnTo>
                  <a:lnTo>
                    <a:pt x="1543221" y="1550569"/>
                  </a:lnTo>
                  <a:lnTo>
                    <a:pt x="1543222" y="1550606"/>
                  </a:lnTo>
                  <a:lnTo>
                    <a:pt x="1543246" y="1550657"/>
                  </a:lnTo>
                  <a:lnTo>
                    <a:pt x="1543272" y="1550676"/>
                  </a:lnTo>
                  <a:lnTo>
                    <a:pt x="1543272" y="1550690"/>
                  </a:lnTo>
                  <a:lnTo>
                    <a:pt x="1543272" y="1550698"/>
                  </a:lnTo>
                  <a:lnTo>
                    <a:pt x="1543272" y="1550707"/>
                  </a:lnTo>
                  <a:lnTo>
                    <a:pt x="1543272" y="1550717"/>
                  </a:lnTo>
                  <a:lnTo>
                    <a:pt x="1543272" y="1550725"/>
                  </a:lnTo>
                  <a:lnTo>
                    <a:pt x="1543270" y="1550743"/>
                  </a:lnTo>
                  <a:lnTo>
                    <a:pt x="1543268" y="1550757"/>
                  </a:lnTo>
                  <a:lnTo>
                    <a:pt x="1543268" y="1550768"/>
                  </a:lnTo>
                  <a:lnTo>
                    <a:pt x="1543267" y="1550776"/>
                  </a:lnTo>
                  <a:lnTo>
                    <a:pt x="1543265" y="1550794"/>
                  </a:lnTo>
                  <a:lnTo>
                    <a:pt x="1543264" y="1550805"/>
                  </a:lnTo>
                  <a:lnTo>
                    <a:pt x="1543262" y="1550821"/>
                  </a:lnTo>
                  <a:lnTo>
                    <a:pt x="1543261" y="1550829"/>
                  </a:lnTo>
                  <a:lnTo>
                    <a:pt x="1543260" y="1550838"/>
                  </a:lnTo>
                  <a:lnTo>
                    <a:pt x="1543259" y="1550845"/>
                  </a:lnTo>
                  <a:lnTo>
                    <a:pt x="1543255" y="1550853"/>
                  </a:lnTo>
                  <a:lnTo>
                    <a:pt x="1543252" y="1550857"/>
                  </a:lnTo>
                  <a:lnTo>
                    <a:pt x="1543245" y="1550864"/>
                  </a:lnTo>
                  <a:lnTo>
                    <a:pt x="1543239" y="1550867"/>
                  </a:lnTo>
                  <a:lnTo>
                    <a:pt x="1543231" y="1550870"/>
                  </a:lnTo>
                  <a:lnTo>
                    <a:pt x="1543223" y="1550873"/>
                  </a:lnTo>
                  <a:lnTo>
                    <a:pt x="1543200" y="1550883"/>
                  </a:lnTo>
                  <a:lnTo>
                    <a:pt x="1543193" y="1550886"/>
                  </a:lnTo>
                  <a:lnTo>
                    <a:pt x="1543188" y="1550889"/>
                  </a:lnTo>
                  <a:lnTo>
                    <a:pt x="1543177" y="1550900"/>
                  </a:lnTo>
                  <a:lnTo>
                    <a:pt x="1543170" y="1550906"/>
                  </a:lnTo>
                  <a:lnTo>
                    <a:pt x="1543170" y="1550982"/>
                  </a:lnTo>
                  <a:lnTo>
                    <a:pt x="1543181" y="1551080"/>
                  </a:lnTo>
                  <a:lnTo>
                    <a:pt x="1543194" y="1551142"/>
                  </a:lnTo>
                  <a:lnTo>
                    <a:pt x="1543197" y="1551188"/>
                  </a:lnTo>
                  <a:lnTo>
                    <a:pt x="1543202" y="1551200"/>
                  </a:lnTo>
                  <a:lnTo>
                    <a:pt x="1543228" y="1551230"/>
                  </a:lnTo>
                  <a:lnTo>
                    <a:pt x="1543262" y="1551269"/>
                  </a:lnTo>
                  <a:lnTo>
                    <a:pt x="1543297" y="1551314"/>
                  </a:lnTo>
                  <a:lnTo>
                    <a:pt x="1543299" y="1551328"/>
                  </a:lnTo>
                  <a:lnTo>
                    <a:pt x="1543303" y="1551356"/>
                  </a:lnTo>
                  <a:lnTo>
                    <a:pt x="1543303" y="1551395"/>
                  </a:lnTo>
                  <a:lnTo>
                    <a:pt x="1543295" y="1551434"/>
                  </a:lnTo>
                  <a:lnTo>
                    <a:pt x="1543290" y="1551450"/>
                  </a:lnTo>
                  <a:lnTo>
                    <a:pt x="1543283" y="1551468"/>
                  </a:lnTo>
                  <a:lnTo>
                    <a:pt x="1543275" y="1551477"/>
                  </a:lnTo>
                  <a:lnTo>
                    <a:pt x="1543261" y="1551491"/>
                  </a:lnTo>
                  <a:lnTo>
                    <a:pt x="1543253" y="1551492"/>
                  </a:lnTo>
                  <a:lnTo>
                    <a:pt x="1543198" y="1551470"/>
                  </a:lnTo>
                  <a:lnTo>
                    <a:pt x="1543162" y="1551452"/>
                  </a:lnTo>
                  <a:lnTo>
                    <a:pt x="1543131" y="1551431"/>
                  </a:lnTo>
                  <a:lnTo>
                    <a:pt x="1543114" y="1551392"/>
                  </a:lnTo>
                  <a:lnTo>
                    <a:pt x="1543070" y="1551355"/>
                  </a:lnTo>
                  <a:lnTo>
                    <a:pt x="1543056" y="1551347"/>
                  </a:lnTo>
                  <a:lnTo>
                    <a:pt x="1543034" y="1551335"/>
                  </a:lnTo>
                  <a:lnTo>
                    <a:pt x="1542960" y="1551284"/>
                  </a:lnTo>
                  <a:lnTo>
                    <a:pt x="1542903" y="1551251"/>
                  </a:lnTo>
                  <a:lnTo>
                    <a:pt x="1542736" y="1551143"/>
                  </a:lnTo>
                  <a:lnTo>
                    <a:pt x="1542432" y="1550948"/>
                  </a:lnTo>
                  <a:lnTo>
                    <a:pt x="1542410" y="1550936"/>
                  </a:lnTo>
                  <a:lnTo>
                    <a:pt x="1542388" y="1550923"/>
                  </a:lnTo>
                  <a:lnTo>
                    <a:pt x="1542376" y="1550916"/>
                  </a:lnTo>
                  <a:lnTo>
                    <a:pt x="1542366" y="1550906"/>
                  </a:lnTo>
                  <a:lnTo>
                    <a:pt x="1542361" y="1550900"/>
                  </a:lnTo>
                  <a:lnTo>
                    <a:pt x="1542357" y="1550895"/>
                  </a:lnTo>
                  <a:lnTo>
                    <a:pt x="1542353" y="1550890"/>
                  </a:lnTo>
                  <a:lnTo>
                    <a:pt x="1542347" y="1550884"/>
                  </a:lnTo>
                  <a:lnTo>
                    <a:pt x="1542343" y="1550879"/>
                  </a:lnTo>
                  <a:lnTo>
                    <a:pt x="1542339" y="1550875"/>
                  </a:lnTo>
                  <a:lnTo>
                    <a:pt x="1542335" y="1550871"/>
                  </a:lnTo>
                  <a:lnTo>
                    <a:pt x="1542331" y="1550867"/>
                  </a:lnTo>
                  <a:lnTo>
                    <a:pt x="1542319" y="1550853"/>
                  </a:lnTo>
                  <a:lnTo>
                    <a:pt x="1542298" y="1550831"/>
                  </a:lnTo>
                  <a:lnTo>
                    <a:pt x="1542270" y="1550799"/>
                  </a:lnTo>
                  <a:lnTo>
                    <a:pt x="1542180" y="1550673"/>
                  </a:lnTo>
                  <a:lnTo>
                    <a:pt x="1542127" y="1550601"/>
                  </a:lnTo>
                  <a:lnTo>
                    <a:pt x="1542112" y="1550576"/>
                  </a:lnTo>
                  <a:lnTo>
                    <a:pt x="1542110" y="1550569"/>
                  </a:lnTo>
                  <a:lnTo>
                    <a:pt x="1542109" y="1550551"/>
                  </a:lnTo>
                  <a:lnTo>
                    <a:pt x="1542104" y="1550416"/>
                  </a:lnTo>
                  <a:lnTo>
                    <a:pt x="1542103" y="1550333"/>
                  </a:lnTo>
                  <a:lnTo>
                    <a:pt x="1542106" y="1550312"/>
                  </a:lnTo>
                  <a:lnTo>
                    <a:pt x="1542134" y="1550238"/>
                  </a:lnTo>
                  <a:lnTo>
                    <a:pt x="1542136" y="1550230"/>
                  </a:lnTo>
                  <a:lnTo>
                    <a:pt x="1542141" y="1550223"/>
                  </a:lnTo>
                  <a:lnTo>
                    <a:pt x="1542175" y="1550194"/>
                  </a:lnTo>
                  <a:lnTo>
                    <a:pt x="1542194" y="1550178"/>
                  </a:lnTo>
                  <a:lnTo>
                    <a:pt x="1542210" y="1550179"/>
                  </a:lnTo>
                  <a:lnTo>
                    <a:pt x="1542234" y="1550187"/>
                  </a:lnTo>
                  <a:lnTo>
                    <a:pt x="1542258" y="1550191"/>
                  </a:lnTo>
                  <a:lnTo>
                    <a:pt x="1542267" y="1550184"/>
                  </a:lnTo>
                  <a:lnTo>
                    <a:pt x="1542278" y="1550154"/>
                  </a:lnTo>
                  <a:lnTo>
                    <a:pt x="1542307" y="1550082"/>
                  </a:lnTo>
                  <a:lnTo>
                    <a:pt x="1542328" y="1550045"/>
                  </a:lnTo>
                  <a:lnTo>
                    <a:pt x="1542423" y="1549882"/>
                  </a:lnTo>
                  <a:lnTo>
                    <a:pt x="1542426" y="1549875"/>
                  </a:lnTo>
                  <a:lnTo>
                    <a:pt x="1542441" y="1549849"/>
                  </a:lnTo>
                  <a:lnTo>
                    <a:pt x="1542446" y="1549842"/>
                  </a:lnTo>
                  <a:lnTo>
                    <a:pt x="1542457" y="1549820"/>
                  </a:lnTo>
                  <a:lnTo>
                    <a:pt x="1542459" y="1549813"/>
                  </a:lnTo>
                  <a:lnTo>
                    <a:pt x="1542462" y="1549808"/>
                  </a:lnTo>
                  <a:lnTo>
                    <a:pt x="1542465" y="1549803"/>
                  </a:lnTo>
                  <a:lnTo>
                    <a:pt x="1542467" y="1549797"/>
                  </a:lnTo>
                  <a:lnTo>
                    <a:pt x="1542467" y="1549783"/>
                  </a:lnTo>
                  <a:lnTo>
                    <a:pt x="1542462" y="1549777"/>
                  </a:lnTo>
                  <a:lnTo>
                    <a:pt x="1542454" y="1549771"/>
                  </a:lnTo>
                  <a:lnTo>
                    <a:pt x="1542444" y="1549759"/>
                  </a:lnTo>
                  <a:lnTo>
                    <a:pt x="1542435" y="1549747"/>
                  </a:lnTo>
                  <a:lnTo>
                    <a:pt x="1542428" y="1549724"/>
                  </a:lnTo>
                  <a:lnTo>
                    <a:pt x="1542417" y="1549699"/>
                  </a:lnTo>
                  <a:lnTo>
                    <a:pt x="1542396" y="1549680"/>
                  </a:lnTo>
                  <a:lnTo>
                    <a:pt x="1542372" y="1549678"/>
                  </a:lnTo>
                  <a:lnTo>
                    <a:pt x="1542362" y="1549676"/>
                  </a:lnTo>
                  <a:lnTo>
                    <a:pt x="1542356" y="1549675"/>
                  </a:lnTo>
                  <a:lnTo>
                    <a:pt x="1542350" y="1549673"/>
                  </a:lnTo>
                  <a:lnTo>
                    <a:pt x="1542331" y="1549668"/>
                  </a:lnTo>
                  <a:lnTo>
                    <a:pt x="1542314" y="1549661"/>
                  </a:lnTo>
                  <a:lnTo>
                    <a:pt x="1542299" y="1549651"/>
                  </a:lnTo>
                  <a:lnTo>
                    <a:pt x="1542288" y="1549640"/>
                  </a:lnTo>
                  <a:lnTo>
                    <a:pt x="1542271" y="1549618"/>
                  </a:lnTo>
                  <a:lnTo>
                    <a:pt x="1542270" y="1549583"/>
                  </a:lnTo>
                  <a:lnTo>
                    <a:pt x="1542293" y="1549532"/>
                  </a:lnTo>
                  <a:lnTo>
                    <a:pt x="1542301" y="1549512"/>
                  </a:lnTo>
                  <a:lnTo>
                    <a:pt x="1542296" y="1549497"/>
                  </a:lnTo>
                  <a:lnTo>
                    <a:pt x="1542289" y="1549494"/>
                  </a:lnTo>
                  <a:lnTo>
                    <a:pt x="1542244" y="1549475"/>
                  </a:lnTo>
                  <a:lnTo>
                    <a:pt x="1542187" y="1549445"/>
                  </a:lnTo>
                  <a:lnTo>
                    <a:pt x="1542144" y="1549444"/>
                  </a:lnTo>
                  <a:lnTo>
                    <a:pt x="1542114" y="1549463"/>
                  </a:lnTo>
                  <a:lnTo>
                    <a:pt x="1542103" y="1549470"/>
                  </a:lnTo>
                  <a:lnTo>
                    <a:pt x="1542071" y="1549464"/>
                  </a:lnTo>
                  <a:lnTo>
                    <a:pt x="1542053" y="1549449"/>
                  </a:lnTo>
                  <a:lnTo>
                    <a:pt x="1542034" y="1549432"/>
                  </a:lnTo>
                  <a:lnTo>
                    <a:pt x="1542009" y="1549412"/>
                  </a:lnTo>
                  <a:lnTo>
                    <a:pt x="1542007" y="1549406"/>
                  </a:lnTo>
                  <a:lnTo>
                    <a:pt x="1541999" y="1549377"/>
                  </a:lnTo>
                  <a:lnTo>
                    <a:pt x="1541976" y="1549287"/>
                  </a:lnTo>
                  <a:lnTo>
                    <a:pt x="1541974" y="1549283"/>
                  </a:lnTo>
                  <a:lnTo>
                    <a:pt x="1541971" y="1549271"/>
                  </a:lnTo>
                  <a:lnTo>
                    <a:pt x="1541970" y="1549259"/>
                  </a:lnTo>
                  <a:lnTo>
                    <a:pt x="1541970" y="1549252"/>
                  </a:lnTo>
                  <a:lnTo>
                    <a:pt x="1541970" y="1549244"/>
                  </a:lnTo>
                  <a:lnTo>
                    <a:pt x="1541972" y="1549228"/>
                  </a:lnTo>
                  <a:lnTo>
                    <a:pt x="1541973" y="1549223"/>
                  </a:lnTo>
                  <a:lnTo>
                    <a:pt x="1541975" y="1549215"/>
                  </a:lnTo>
                  <a:lnTo>
                    <a:pt x="1541981" y="1549194"/>
                  </a:lnTo>
                  <a:lnTo>
                    <a:pt x="1541991" y="1549164"/>
                  </a:lnTo>
                  <a:lnTo>
                    <a:pt x="1542002" y="1549134"/>
                  </a:lnTo>
                  <a:lnTo>
                    <a:pt x="1542018" y="1549093"/>
                  </a:lnTo>
                  <a:lnTo>
                    <a:pt x="1542011" y="1549009"/>
                  </a:lnTo>
                  <a:lnTo>
                    <a:pt x="1542009" y="1548978"/>
                  </a:lnTo>
                  <a:lnTo>
                    <a:pt x="1541994" y="1548898"/>
                  </a:lnTo>
                  <a:lnTo>
                    <a:pt x="1541995" y="1548872"/>
                  </a:lnTo>
                  <a:lnTo>
                    <a:pt x="1541965" y="1548847"/>
                  </a:lnTo>
                  <a:lnTo>
                    <a:pt x="1541925" y="1548813"/>
                  </a:lnTo>
                  <a:lnTo>
                    <a:pt x="1541868" y="1548729"/>
                  </a:lnTo>
                  <a:lnTo>
                    <a:pt x="1541860" y="1548717"/>
                  </a:lnTo>
                  <a:lnTo>
                    <a:pt x="1541839" y="1548684"/>
                  </a:lnTo>
                  <a:lnTo>
                    <a:pt x="1541819" y="1548652"/>
                  </a:lnTo>
                  <a:lnTo>
                    <a:pt x="1541807" y="1548643"/>
                  </a:lnTo>
                  <a:lnTo>
                    <a:pt x="1541761" y="1548606"/>
                  </a:lnTo>
                  <a:lnTo>
                    <a:pt x="1541756" y="1548592"/>
                  </a:lnTo>
                  <a:lnTo>
                    <a:pt x="1541749" y="1548576"/>
                  </a:lnTo>
                  <a:lnTo>
                    <a:pt x="1541738" y="1548548"/>
                  </a:lnTo>
                  <a:lnTo>
                    <a:pt x="1541724" y="1548513"/>
                  </a:lnTo>
                  <a:lnTo>
                    <a:pt x="1541722" y="1548508"/>
                  </a:lnTo>
                  <a:lnTo>
                    <a:pt x="1541721" y="1548503"/>
                  </a:lnTo>
                  <a:lnTo>
                    <a:pt x="1541721" y="1548498"/>
                  </a:lnTo>
                  <a:lnTo>
                    <a:pt x="1541720" y="1548491"/>
                  </a:lnTo>
                  <a:lnTo>
                    <a:pt x="1541720" y="1548485"/>
                  </a:lnTo>
                  <a:lnTo>
                    <a:pt x="1541721" y="1548476"/>
                  </a:lnTo>
                  <a:lnTo>
                    <a:pt x="1541721" y="1548469"/>
                  </a:lnTo>
                  <a:lnTo>
                    <a:pt x="1541726" y="1548451"/>
                  </a:lnTo>
                  <a:lnTo>
                    <a:pt x="1541738" y="1548429"/>
                  </a:lnTo>
                  <a:lnTo>
                    <a:pt x="1541742" y="1548425"/>
                  </a:lnTo>
                  <a:lnTo>
                    <a:pt x="1541746" y="1548423"/>
                  </a:lnTo>
                  <a:lnTo>
                    <a:pt x="1541754" y="1548421"/>
                  </a:lnTo>
                  <a:lnTo>
                    <a:pt x="1541767" y="1548419"/>
                  </a:lnTo>
                  <a:lnTo>
                    <a:pt x="1541770" y="1548423"/>
                  </a:lnTo>
                  <a:lnTo>
                    <a:pt x="1541804" y="1548459"/>
                  </a:lnTo>
                  <a:lnTo>
                    <a:pt x="1541874" y="1548499"/>
                  </a:lnTo>
                  <a:lnTo>
                    <a:pt x="1541925" y="1548497"/>
                  </a:lnTo>
                  <a:lnTo>
                    <a:pt x="1541953" y="1548461"/>
                  </a:lnTo>
                  <a:lnTo>
                    <a:pt x="1541962" y="1548441"/>
                  </a:lnTo>
                  <a:lnTo>
                    <a:pt x="1541966" y="1548319"/>
                  </a:lnTo>
                  <a:lnTo>
                    <a:pt x="1541974" y="1548062"/>
                  </a:lnTo>
                  <a:lnTo>
                    <a:pt x="1541963" y="1547930"/>
                  </a:lnTo>
                  <a:lnTo>
                    <a:pt x="1541960" y="1547895"/>
                  </a:lnTo>
                  <a:lnTo>
                    <a:pt x="1541957" y="1547801"/>
                  </a:lnTo>
                  <a:lnTo>
                    <a:pt x="1541961" y="1547773"/>
                  </a:lnTo>
                  <a:lnTo>
                    <a:pt x="1541967" y="1547752"/>
                  </a:lnTo>
                  <a:lnTo>
                    <a:pt x="1541965" y="1547733"/>
                  </a:lnTo>
                  <a:lnTo>
                    <a:pt x="1541963" y="1547714"/>
                  </a:lnTo>
                  <a:lnTo>
                    <a:pt x="1541961" y="1547693"/>
                  </a:lnTo>
                  <a:lnTo>
                    <a:pt x="1541962" y="1547685"/>
                  </a:lnTo>
                  <a:lnTo>
                    <a:pt x="1541970" y="1547682"/>
                  </a:lnTo>
                  <a:lnTo>
                    <a:pt x="1542015" y="1547667"/>
                  </a:lnTo>
                  <a:lnTo>
                    <a:pt x="1542027" y="1547664"/>
                  </a:lnTo>
                  <a:lnTo>
                    <a:pt x="1542056" y="1547656"/>
                  </a:lnTo>
                  <a:lnTo>
                    <a:pt x="1542079" y="1547649"/>
                  </a:lnTo>
                  <a:lnTo>
                    <a:pt x="1542105" y="1547640"/>
                  </a:lnTo>
                  <a:lnTo>
                    <a:pt x="1542141" y="1547626"/>
                  </a:lnTo>
                  <a:lnTo>
                    <a:pt x="1542146" y="1547624"/>
                  </a:lnTo>
                  <a:lnTo>
                    <a:pt x="1542155" y="1547620"/>
                  </a:lnTo>
                  <a:lnTo>
                    <a:pt x="1542164" y="1547616"/>
                  </a:lnTo>
                  <a:lnTo>
                    <a:pt x="1542179" y="1547607"/>
                  </a:lnTo>
                  <a:lnTo>
                    <a:pt x="1542209" y="1547569"/>
                  </a:lnTo>
                  <a:lnTo>
                    <a:pt x="1542223" y="1547551"/>
                  </a:lnTo>
                  <a:lnTo>
                    <a:pt x="1542231" y="1547548"/>
                  </a:lnTo>
                  <a:lnTo>
                    <a:pt x="1542250" y="1547539"/>
                  </a:lnTo>
                  <a:lnTo>
                    <a:pt x="1542272" y="1547513"/>
                  </a:lnTo>
                  <a:lnTo>
                    <a:pt x="1542295" y="1547485"/>
                  </a:lnTo>
                  <a:lnTo>
                    <a:pt x="1542319" y="1547475"/>
                  </a:lnTo>
                  <a:lnTo>
                    <a:pt x="1542322" y="1547464"/>
                  </a:lnTo>
                  <a:lnTo>
                    <a:pt x="1542323" y="1547458"/>
                  </a:lnTo>
                  <a:lnTo>
                    <a:pt x="1542328" y="1547430"/>
                  </a:lnTo>
                  <a:lnTo>
                    <a:pt x="1542347" y="1547403"/>
                  </a:lnTo>
                  <a:lnTo>
                    <a:pt x="1542350" y="1547399"/>
                  </a:lnTo>
                  <a:lnTo>
                    <a:pt x="1542362" y="1547383"/>
                  </a:lnTo>
                  <a:lnTo>
                    <a:pt x="1542362" y="1547374"/>
                  </a:lnTo>
                  <a:lnTo>
                    <a:pt x="1542363" y="1547367"/>
                  </a:lnTo>
                  <a:lnTo>
                    <a:pt x="1542364" y="1547352"/>
                  </a:lnTo>
                  <a:lnTo>
                    <a:pt x="1542381" y="1547317"/>
                  </a:lnTo>
                  <a:lnTo>
                    <a:pt x="1542402" y="1547285"/>
                  </a:lnTo>
                  <a:lnTo>
                    <a:pt x="1542401" y="1547264"/>
                  </a:lnTo>
                  <a:lnTo>
                    <a:pt x="1542356" y="1547250"/>
                  </a:lnTo>
                  <a:lnTo>
                    <a:pt x="1542108" y="1547265"/>
                  </a:lnTo>
                  <a:lnTo>
                    <a:pt x="1542102" y="1547270"/>
                  </a:lnTo>
                  <a:lnTo>
                    <a:pt x="1542092" y="1547284"/>
                  </a:lnTo>
                  <a:lnTo>
                    <a:pt x="1542078" y="1547295"/>
                  </a:lnTo>
                  <a:lnTo>
                    <a:pt x="1542052" y="1547312"/>
                  </a:lnTo>
                  <a:lnTo>
                    <a:pt x="1542035" y="1547323"/>
                  </a:lnTo>
                  <a:lnTo>
                    <a:pt x="1542029" y="1547341"/>
                  </a:lnTo>
                  <a:lnTo>
                    <a:pt x="1542024" y="1547353"/>
                  </a:lnTo>
                  <a:lnTo>
                    <a:pt x="1542031" y="1547369"/>
                  </a:lnTo>
                  <a:lnTo>
                    <a:pt x="1542041" y="1547382"/>
                  </a:lnTo>
                  <a:lnTo>
                    <a:pt x="1542046" y="1547389"/>
                  </a:lnTo>
                  <a:lnTo>
                    <a:pt x="1542055" y="1547401"/>
                  </a:lnTo>
                  <a:lnTo>
                    <a:pt x="1542076" y="1547433"/>
                  </a:lnTo>
                  <a:lnTo>
                    <a:pt x="1542078" y="1547440"/>
                  </a:lnTo>
                  <a:lnTo>
                    <a:pt x="1542088" y="1547454"/>
                  </a:lnTo>
                  <a:lnTo>
                    <a:pt x="1542091" y="1547458"/>
                  </a:lnTo>
                  <a:lnTo>
                    <a:pt x="1542095" y="1547464"/>
                  </a:lnTo>
                  <a:lnTo>
                    <a:pt x="1542104" y="1547476"/>
                  </a:lnTo>
                  <a:lnTo>
                    <a:pt x="1542115" y="1547488"/>
                  </a:lnTo>
                  <a:lnTo>
                    <a:pt x="1541937" y="1547599"/>
                  </a:lnTo>
                  <a:lnTo>
                    <a:pt x="1541833" y="1547664"/>
                  </a:lnTo>
                  <a:lnTo>
                    <a:pt x="1541796" y="1547687"/>
                  </a:lnTo>
                  <a:lnTo>
                    <a:pt x="1541714" y="1547711"/>
                  </a:lnTo>
                  <a:lnTo>
                    <a:pt x="1541664" y="1547725"/>
                  </a:lnTo>
                  <a:lnTo>
                    <a:pt x="1541562" y="1547754"/>
                  </a:lnTo>
                  <a:lnTo>
                    <a:pt x="1541555" y="1547756"/>
                  </a:lnTo>
                  <a:lnTo>
                    <a:pt x="1541550" y="1547762"/>
                  </a:lnTo>
                  <a:lnTo>
                    <a:pt x="1541532" y="1547811"/>
                  </a:lnTo>
                  <a:lnTo>
                    <a:pt x="1541527" y="1547854"/>
                  </a:lnTo>
                  <a:lnTo>
                    <a:pt x="1541517" y="1547919"/>
                  </a:lnTo>
                  <a:lnTo>
                    <a:pt x="1541516" y="1547932"/>
                  </a:lnTo>
                  <a:lnTo>
                    <a:pt x="1541521" y="1548007"/>
                  </a:lnTo>
                  <a:lnTo>
                    <a:pt x="1541514" y="1548045"/>
                  </a:lnTo>
                  <a:lnTo>
                    <a:pt x="1541427" y="1548136"/>
                  </a:lnTo>
                  <a:lnTo>
                    <a:pt x="1541407" y="1548161"/>
                  </a:lnTo>
                  <a:lnTo>
                    <a:pt x="1541402" y="1548168"/>
                  </a:lnTo>
                  <a:lnTo>
                    <a:pt x="1541393" y="1548171"/>
                  </a:lnTo>
                  <a:lnTo>
                    <a:pt x="1541304" y="1548204"/>
                  </a:lnTo>
                  <a:lnTo>
                    <a:pt x="1541183" y="1548248"/>
                  </a:lnTo>
                  <a:lnTo>
                    <a:pt x="1541093" y="1548281"/>
                  </a:lnTo>
                  <a:lnTo>
                    <a:pt x="1541052" y="1548295"/>
                  </a:lnTo>
                  <a:lnTo>
                    <a:pt x="1541025" y="1548303"/>
                  </a:lnTo>
                  <a:lnTo>
                    <a:pt x="1541007" y="1548297"/>
                  </a:lnTo>
                  <a:lnTo>
                    <a:pt x="1540996" y="1548288"/>
                  </a:lnTo>
                  <a:lnTo>
                    <a:pt x="1540988" y="1548281"/>
                  </a:lnTo>
                  <a:lnTo>
                    <a:pt x="1540982" y="1548277"/>
                  </a:lnTo>
                  <a:lnTo>
                    <a:pt x="1540978" y="1548275"/>
                  </a:lnTo>
                  <a:lnTo>
                    <a:pt x="1540966" y="1548264"/>
                  </a:lnTo>
                  <a:lnTo>
                    <a:pt x="1540957" y="1548254"/>
                  </a:lnTo>
                  <a:lnTo>
                    <a:pt x="1540954" y="1548250"/>
                  </a:lnTo>
                  <a:lnTo>
                    <a:pt x="1540945" y="1548239"/>
                  </a:lnTo>
                  <a:lnTo>
                    <a:pt x="1540942" y="1548233"/>
                  </a:lnTo>
                  <a:lnTo>
                    <a:pt x="1540934" y="1548219"/>
                  </a:lnTo>
                  <a:lnTo>
                    <a:pt x="1540931" y="1548213"/>
                  </a:lnTo>
                  <a:lnTo>
                    <a:pt x="1540929" y="1548207"/>
                  </a:lnTo>
                  <a:lnTo>
                    <a:pt x="1540924" y="1548194"/>
                  </a:lnTo>
                  <a:lnTo>
                    <a:pt x="1540920" y="1548188"/>
                  </a:lnTo>
                  <a:lnTo>
                    <a:pt x="1540918" y="1548184"/>
                  </a:lnTo>
                  <a:lnTo>
                    <a:pt x="1540912" y="1548169"/>
                  </a:lnTo>
                  <a:lnTo>
                    <a:pt x="1540910" y="1548164"/>
                  </a:lnTo>
                  <a:lnTo>
                    <a:pt x="1540906" y="1548148"/>
                  </a:lnTo>
                  <a:lnTo>
                    <a:pt x="1540902" y="1548138"/>
                  </a:lnTo>
                  <a:lnTo>
                    <a:pt x="1540897" y="1548122"/>
                  </a:lnTo>
                  <a:lnTo>
                    <a:pt x="1540886" y="1548091"/>
                  </a:lnTo>
                  <a:lnTo>
                    <a:pt x="1540888" y="1548076"/>
                  </a:lnTo>
                  <a:lnTo>
                    <a:pt x="1540912" y="1547904"/>
                  </a:lnTo>
                  <a:lnTo>
                    <a:pt x="1540954" y="1547590"/>
                  </a:lnTo>
                  <a:lnTo>
                    <a:pt x="1540963" y="1547524"/>
                  </a:lnTo>
                  <a:lnTo>
                    <a:pt x="1540979" y="1547145"/>
                  </a:lnTo>
                  <a:lnTo>
                    <a:pt x="1540972" y="1547118"/>
                  </a:lnTo>
                  <a:lnTo>
                    <a:pt x="1540925" y="1547064"/>
                  </a:lnTo>
                  <a:lnTo>
                    <a:pt x="1540900" y="1547030"/>
                  </a:lnTo>
                  <a:lnTo>
                    <a:pt x="1540819" y="1546916"/>
                  </a:lnTo>
                  <a:lnTo>
                    <a:pt x="1540814" y="1546916"/>
                  </a:lnTo>
                  <a:lnTo>
                    <a:pt x="1540778" y="1546919"/>
                  </a:lnTo>
                  <a:lnTo>
                    <a:pt x="1540713" y="1546931"/>
                  </a:lnTo>
                  <a:lnTo>
                    <a:pt x="1540682" y="1546949"/>
                  </a:lnTo>
                  <a:lnTo>
                    <a:pt x="1540613" y="1546969"/>
                  </a:lnTo>
                  <a:lnTo>
                    <a:pt x="1540573" y="1546969"/>
                  </a:lnTo>
                  <a:lnTo>
                    <a:pt x="1540530" y="1546971"/>
                  </a:lnTo>
                  <a:lnTo>
                    <a:pt x="1540524" y="1546972"/>
                  </a:lnTo>
                  <a:lnTo>
                    <a:pt x="1540510" y="1546973"/>
                  </a:lnTo>
                  <a:lnTo>
                    <a:pt x="1540498" y="1546968"/>
                  </a:lnTo>
                  <a:lnTo>
                    <a:pt x="1540486" y="1546945"/>
                  </a:lnTo>
                  <a:lnTo>
                    <a:pt x="1540485" y="1546924"/>
                  </a:lnTo>
                  <a:lnTo>
                    <a:pt x="1540485" y="1546912"/>
                  </a:lnTo>
                  <a:lnTo>
                    <a:pt x="1540485" y="1546907"/>
                  </a:lnTo>
                  <a:lnTo>
                    <a:pt x="1540485" y="1546885"/>
                  </a:lnTo>
                  <a:lnTo>
                    <a:pt x="1540484" y="1546864"/>
                  </a:lnTo>
                  <a:lnTo>
                    <a:pt x="1540484" y="1546854"/>
                  </a:lnTo>
                  <a:lnTo>
                    <a:pt x="1540483" y="1546846"/>
                  </a:lnTo>
                  <a:lnTo>
                    <a:pt x="1540483" y="1546838"/>
                  </a:lnTo>
                  <a:lnTo>
                    <a:pt x="1540484" y="1546829"/>
                  </a:lnTo>
                  <a:lnTo>
                    <a:pt x="1540484" y="1546808"/>
                  </a:lnTo>
                  <a:lnTo>
                    <a:pt x="1540486" y="1546793"/>
                  </a:lnTo>
                  <a:lnTo>
                    <a:pt x="1540488" y="1546785"/>
                  </a:lnTo>
                  <a:lnTo>
                    <a:pt x="1540502" y="1546746"/>
                  </a:lnTo>
                  <a:lnTo>
                    <a:pt x="1540507" y="1546737"/>
                  </a:lnTo>
                  <a:lnTo>
                    <a:pt x="1540520" y="1546711"/>
                  </a:lnTo>
                  <a:lnTo>
                    <a:pt x="1540537" y="1546704"/>
                  </a:lnTo>
                  <a:lnTo>
                    <a:pt x="1540571" y="1546689"/>
                  </a:lnTo>
                  <a:lnTo>
                    <a:pt x="1540601" y="1546696"/>
                  </a:lnTo>
                  <a:lnTo>
                    <a:pt x="1540646" y="1546717"/>
                  </a:lnTo>
                  <a:lnTo>
                    <a:pt x="1540717" y="1546752"/>
                  </a:lnTo>
                  <a:lnTo>
                    <a:pt x="1540746" y="1546752"/>
                  </a:lnTo>
                  <a:lnTo>
                    <a:pt x="1540759" y="1546752"/>
                  </a:lnTo>
                  <a:lnTo>
                    <a:pt x="1540763" y="1546737"/>
                  </a:lnTo>
                  <a:lnTo>
                    <a:pt x="1540780" y="1546680"/>
                  </a:lnTo>
                  <a:lnTo>
                    <a:pt x="1540790" y="1546630"/>
                  </a:lnTo>
                  <a:lnTo>
                    <a:pt x="1540796" y="1546600"/>
                  </a:lnTo>
                  <a:lnTo>
                    <a:pt x="1540780" y="1546572"/>
                  </a:lnTo>
                  <a:lnTo>
                    <a:pt x="1540759" y="1546546"/>
                  </a:lnTo>
                  <a:lnTo>
                    <a:pt x="1540723" y="1546534"/>
                  </a:lnTo>
                  <a:lnTo>
                    <a:pt x="1540711" y="1546520"/>
                  </a:lnTo>
                  <a:lnTo>
                    <a:pt x="1540726" y="1546477"/>
                  </a:lnTo>
                  <a:lnTo>
                    <a:pt x="1540750" y="1546453"/>
                  </a:lnTo>
                  <a:lnTo>
                    <a:pt x="1540758" y="1546445"/>
                  </a:lnTo>
                  <a:lnTo>
                    <a:pt x="1540746" y="1546411"/>
                  </a:lnTo>
                  <a:lnTo>
                    <a:pt x="1540720" y="1546393"/>
                  </a:lnTo>
                  <a:lnTo>
                    <a:pt x="1540644" y="1546361"/>
                  </a:lnTo>
                  <a:lnTo>
                    <a:pt x="1540618" y="1546329"/>
                  </a:lnTo>
                  <a:lnTo>
                    <a:pt x="1540519" y="1546281"/>
                  </a:lnTo>
                  <a:lnTo>
                    <a:pt x="1540507" y="1546275"/>
                  </a:lnTo>
                  <a:lnTo>
                    <a:pt x="1540446" y="1546286"/>
                  </a:lnTo>
                  <a:lnTo>
                    <a:pt x="1540395" y="1546340"/>
                  </a:lnTo>
                  <a:lnTo>
                    <a:pt x="1540377" y="1546346"/>
                  </a:lnTo>
                  <a:lnTo>
                    <a:pt x="1540335" y="1546361"/>
                  </a:lnTo>
                  <a:lnTo>
                    <a:pt x="1540299" y="1546350"/>
                  </a:lnTo>
                  <a:lnTo>
                    <a:pt x="1540239" y="1546331"/>
                  </a:lnTo>
                  <a:lnTo>
                    <a:pt x="1540178" y="1546312"/>
                  </a:lnTo>
                  <a:lnTo>
                    <a:pt x="1540174" y="1546310"/>
                  </a:lnTo>
                  <a:lnTo>
                    <a:pt x="1540170" y="1546306"/>
                  </a:lnTo>
                  <a:lnTo>
                    <a:pt x="1540165" y="1546299"/>
                  </a:lnTo>
                  <a:lnTo>
                    <a:pt x="1540160" y="1546292"/>
                  </a:lnTo>
                  <a:lnTo>
                    <a:pt x="1540155" y="1546279"/>
                  </a:lnTo>
                  <a:lnTo>
                    <a:pt x="1540150" y="1546266"/>
                  </a:lnTo>
                  <a:lnTo>
                    <a:pt x="1540145" y="1546253"/>
                  </a:lnTo>
                  <a:lnTo>
                    <a:pt x="1540141" y="1546242"/>
                  </a:lnTo>
                  <a:lnTo>
                    <a:pt x="1540129" y="1546211"/>
                  </a:lnTo>
                  <a:lnTo>
                    <a:pt x="1540073" y="1546065"/>
                  </a:lnTo>
                  <a:lnTo>
                    <a:pt x="1540072" y="1546058"/>
                  </a:lnTo>
                  <a:lnTo>
                    <a:pt x="1540068" y="1546034"/>
                  </a:lnTo>
                  <a:lnTo>
                    <a:pt x="1540085" y="1546008"/>
                  </a:lnTo>
                  <a:lnTo>
                    <a:pt x="1540219" y="1545981"/>
                  </a:lnTo>
                  <a:lnTo>
                    <a:pt x="1540270" y="1545977"/>
                  </a:lnTo>
                  <a:lnTo>
                    <a:pt x="1540290" y="1545997"/>
                  </a:lnTo>
                  <a:lnTo>
                    <a:pt x="1540307" y="1546032"/>
                  </a:lnTo>
                  <a:lnTo>
                    <a:pt x="1540333" y="1546046"/>
                  </a:lnTo>
                  <a:lnTo>
                    <a:pt x="1540360" y="1546054"/>
                  </a:lnTo>
                  <a:lnTo>
                    <a:pt x="1540368" y="1546056"/>
                  </a:lnTo>
                  <a:lnTo>
                    <a:pt x="1540406" y="1546062"/>
                  </a:lnTo>
                  <a:lnTo>
                    <a:pt x="1540415" y="1546059"/>
                  </a:lnTo>
                  <a:lnTo>
                    <a:pt x="1540434" y="1546047"/>
                  </a:lnTo>
                  <a:lnTo>
                    <a:pt x="1540460" y="1546031"/>
                  </a:lnTo>
                  <a:lnTo>
                    <a:pt x="1540468" y="1546026"/>
                  </a:lnTo>
                  <a:lnTo>
                    <a:pt x="1540487" y="1546013"/>
                  </a:lnTo>
                  <a:lnTo>
                    <a:pt x="1540500" y="1546003"/>
                  </a:lnTo>
                  <a:lnTo>
                    <a:pt x="1540534" y="1545997"/>
                  </a:lnTo>
                  <a:lnTo>
                    <a:pt x="1540552" y="1545974"/>
                  </a:lnTo>
                  <a:lnTo>
                    <a:pt x="1540555" y="1545969"/>
                  </a:lnTo>
                  <a:lnTo>
                    <a:pt x="1540551" y="1545958"/>
                  </a:lnTo>
                  <a:lnTo>
                    <a:pt x="1540553" y="1545931"/>
                  </a:lnTo>
                  <a:lnTo>
                    <a:pt x="1540540" y="1545922"/>
                  </a:lnTo>
                  <a:lnTo>
                    <a:pt x="1540518" y="1545913"/>
                  </a:lnTo>
                  <a:lnTo>
                    <a:pt x="1540505" y="1545913"/>
                  </a:lnTo>
                  <a:lnTo>
                    <a:pt x="1540487" y="1545886"/>
                  </a:lnTo>
                  <a:lnTo>
                    <a:pt x="1540481" y="1545870"/>
                  </a:lnTo>
                  <a:lnTo>
                    <a:pt x="1540478" y="1545862"/>
                  </a:lnTo>
                  <a:lnTo>
                    <a:pt x="1540474" y="1545851"/>
                  </a:lnTo>
                  <a:lnTo>
                    <a:pt x="1540470" y="1545810"/>
                  </a:lnTo>
                  <a:lnTo>
                    <a:pt x="1540454" y="1545795"/>
                  </a:lnTo>
                  <a:lnTo>
                    <a:pt x="1540427" y="1545793"/>
                  </a:lnTo>
                  <a:lnTo>
                    <a:pt x="1540415" y="1545782"/>
                  </a:lnTo>
                  <a:lnTo>
                    <a:pt x="1540412" y="1545741"/>
                  </a:lnTo>
                  <a:lnTo>
                    <a:pt x="1540411" y="1545735"/>
                  </a:lnTo>
                  <a:lnTo>
                    <a:pt x="1540393" y="1545676"/>
                  </a:lnTo>
                  <a:lnTo>
                    <a:pt x="1540372" y="1545658"/>
                  </a:lnTo>
                  <a:lnTo>
                    <a:pt x="1540358" y="1545643"/>
                  </a:lnTo>
                  <a:lnTo>
                    <a:pt x="1540342" y="1545616"/>
                  </a:lnTo>
                  <a:lnTo>
                    <a:pt x="1540337" y="1545585"/>
                  </a:lnTo>
                  <a:lnTo>
                    <a:pt x="1540305" y="1545581"/>
                  </a:lnTo>
                  <a:lnTo>
                    <a:pt x="1540284" y="1545576"/>
                  </a:lnTo>
                  <a:lnTo>
                    <a:pt x="1540257" y="1545574"/>
                  </a:lnTo>
                  <a:lnTo>
                    <a:pt x="1540176" y="1545654"/>
                  </a:lnTo>
                  <a:lnTo>
                    <a:pt x="1540142" y="1545731"/>
                  </a:lnTo>
                  <a:lnTo>
                    <a:pt x="1540139" y="1545737"/>
                  </a:lnTo>
                  <a:lnTo>
                    <a:pt x="1540121" y="1545737"/>
                  </a:lnTo>
                  <a:lnTo>
                    <a:pt x="1540049" y="1545605"/>
                  </a:lnTo>
                  <a:lnTo>
                    <a:pt x="1540019" y="1545540"/>
                  </a:lnTo>
                  <a:lnTo>
                    <a:pt x="1539997" y="1545493"/>
                  </a:lnTo>
                  <a:lnTo>
                    <a:pt x="1539990" y="1545478"/>
                  </a:lnTo>
                  <a:lnTo>
                    <a:pt x="1539985" y="1545446"/>
                  </a:lnTo>
                  <a:lnTo>
                    <a:pt x="1539999" y="1545409"/>
                  </a:lnTo>
                  <a:lnTo>
                    <a:pt x="1540045" y="1545373"/>
                  </a:lnTo>
                  <a:lnTo>
                    <a:pt x="1540071" y="1545363"/>
                  </a:lnTo>
                  <a:lnTo>
                    <a:pt x="1540092" y="1545355"/>
                  </a:lnTo>
                  <a:lnTo>
                    <a:pt x="1540125" y="1545344"/>
                  </a:lnTo>
                  <a:lnTo>
                    <a:pt x="1540141" y="1545339"/>
                  </a:lnTo>
                  <a:lnTo>
                    <a:pt x="1540164" y="1545339"/>
                  </a:lnTo>
                  <a:lnTo>
                    <a:pt x="1540207" y="1545334"/>
                  </a:lnTo>
                  <a:lnTo>
                    <a:pt x="1540256" y="1545325"/>
                  </a:lnTo>
                  <a:lnTo>
                    <a:pt x="1540274" y="1545315"/>
                  </a:lnTo>
                  <a:lnTo>
                    <a:pt x="1540311" y="1545283"/>
                  </a:lnTo>
                  <a:lnTo>
                    <a:pt x="1540336" y="1545256"/>
                  </a:lnTo>
                  <a:lnTo>
                    <a:pt x="1540351" y="1545241"/>
                  </a:lnTo>
                  <a:lnTo>
                    <a:pt x="1540372" y="1545210"/>
                  </a:lnTo>
                  <a:lnTo>
                    <a:pt x="1540384" y="1545189"/>
                  </a:lnTo>
                  <a:lnTo>
                    <a:pt x="1540409" y="1545175"/>
                  </a:lnTo>
                  <a:lnTo>
                    <a:pt x="1540420" y="1545161"/>
                  </a:lnTo>
                  <a:lnTo>
                    <a:pt x="1540422" y="1545149"/>
                  </a:lnTo>
                  <a:lnTo>
                    <a:pt x="1540417" y="1545137"/>
                  </a:lnTo>
                  <a:lnTo>
                    <a:pt x="1540343" y="1545098"/>
                  </a:lnTo>
                  <a:lnTo>
                    <a:pt x="1540286" y="1545154"/>
                  </a:lnTo>
                  <a:lnTo>
                    <a:pt x="1540283" y="1545175"/>
                  </a:lnTo>
                  <a:lnTo>
                    <a:pt x="1540279" y="1545207"/>
                  </a:lnTo>
                  <a:lnTo>
                    <a:pt x="1540278" y="1545214"/>
                  </a:lnTo>
                  <a:lnTo>
                    <a:pt x="1540276" y="1545221"/>
                  </a:lnTo>
                  <a:lnTo>
                    <a:pt x="1540275" y="1545226"/>
                  </a:lnTo>
                  <a:lnTo>
                    <a:pt x="1540273" y="1545233"/>
                  </a:lnTo>
                  <a:lnTo>
                    <a:pt x="1540271" y="1545239"/>
                  </a:lnTo>
                  <a:lnTo>
                    <a:pt x="1540268" y="1545245"/>
                  </a:lnTo>
                  <a:lnTo>
                    <a:pt x="1540265" y="1545255"/>
                  </a:lnTo>
                  <a:lnTo>
                    <a:pt x="1540261" y="1545263"/>
                  </a:lnTo>
                  <a:lnTo>
                    <a:pt x="1540258" y="1545271"/>
                  </a:lnTo>
                  <a:lnTo>
                    <a:pt x="1540255" y="1545277"/>
                  </a:lnTo>
                  <a:lnTo>
                    <a:pt x="1540251" y="1545283"/>
                  </a:lnTo>
                  <a:lnTo>
                    <a:pt x="1540246" y="1545290"/>
                  </a:lnTo>
                  <a:lnTo>
                    <a:pt x="1540240" y="1545294"/>
                  </a:lnTo>
                  <a:lnTo>
                    <a:pt x="1540236" y="1545297"/>
                  </a:lnTo>
                  <a:lnTo>
                    <a:pt x="1540230" y="1545299"/>
                  </a:lnTo>
                  <a:lnTo>
                    <a:pt x="1540218" y="1545298"/>
                  </a:lnTo>
                  <a:lnTo>
                    <a:pt x="1540205" y="1545290"/>
                  </a:lnTo>
                  <a:lnTo>
                    <a:pt x="1540199" y="1545281"/>
                  </a:lnTo>
                  <a:lnTo>
                    <a:pt x="1540196" y="1545257"/>
                  </a:lnTo>
                  <a:lnTo>
                    <a:pt x="1540196" y="1545246"/>
                  </a:lnTo>
                  <a:lnTo>
                    <a:pt x="1540190" y="1545242"/>
                  </a:lnTo>
                  <a:lnTo>
                    <a:pt x="1540170" y="1545243"/>
                  </a:lnTo>
                  <a:lnTo>
                    <a:pt x="1540151" y="1545240"/>
                  </a:lnTo>
                  <a:lnTo>
                    <a:pt x="1540129" y="1545237"/>
                  </a:lnTo>
                  <a:lnTo>
                    <a:pt x="1540101" y="1545231"/>
                  </a:lnTo>
                  <a:lnTo>
                    <a:pt x="1540096" y="1545230"/>
                  </a:lnTo>
                  <a:lnTo>
                    <a:pt x="1540094" y="1545237"/>
                  </a:lnTo>
                  <a:lnTo>
                    <a:pt x="1540091" y="1545250"/>
                  </a:lnTo>
                  <a:lnTo>
                    <a:pt x="1540088" y="1545267"/>
                  </a:lnTo>
                  <a:lnTo>
                    <a:pt x="1540083" y="1545273"/>
                  </a:lnTo>
                  <a:lnTo>
                    <a:pt x="1540076" y="1545275"/>
                  </a:lnTo>
                  <a:lnTo>
                    <a:pt x="1540067" y="1545275"/>
                  </a:lnTo>
                  <a:lnTo>
                    <a:pt x="1540045" y="1545270"/>
                  </a:lnTo>
                  <a:lnTo>
                    <a:pt x="1540037" y="1545267"/>
                  </a:lnTo>
                  <a:lnTo>
                    <a:pt x="1540032" y="1545265"/>
                  </a:lnTo>
                  <a:lnTo>
                    <a:pt x="1540027" y="1545263"/>
                  </a:lnTo>
                  <a:lnTo>
                    <a:pt x="1540023" y="1545260"/>
                  </a:lnTo>
                  <a:lnTo>
                    <a:pt x="1540017" y="1545256"/>
                  </a:lnTo>
                  <a:lnTo>
                    <a:pt x="1540004" y="1545242"/>
                  </a:lnTo>
                  <a:lnTo>
                    <a:pt x="1539995" y="1545224"/>
                  </a:lnTo>
                  <a:lnTo>
                    <a:pt x="1539997" y="1545194"/>
                  </a:lnTo>
                  <a:lnTo>
                    <a:pt x="1540007" y="1545183"/>
                  </a:lnTo>
                  <a:lnTo>
                    <a:pt x="1540021" y="1545174"/>
                  </a:lnTo>
                  <a:lnTo>
                    <a:pt x="1540045" y="1545158"/>
                  </a:lnTo>
                  <a:lnTo>
                    <a:pt x="1540064" y="1545133"/>
                  </a:lnTo>
                  <a:lnTo>
                    <a:pt x="1540079" y="1545111"/>
                  </a:lnTo>
                  <a:lnTo>
                    <a:pt x="1540086" y="1545092"/>
                  </a:lnTo>
                  <a:lnTo>
                    <a:pt x="1540081" y="1545069"/>
                  </a:lnTo>
                  <a:lnTo>
                    <a:pt x="1540077" y="1545051"/>
                  </a:lnTo>
                  <a:lnTo>
                    <a:pt x="1540068" y="1545038"/>
                  </a:lnTo>
                  <a:lnTo>
                    <a:pt x="1540049" y="1545029"/>
                  </a:lnTo>
                  <a:lnTo>
                    <a:pt x="1540014" y="1545028"/>
                  </a:lnTo>
                  <a:lnTo>
                    <a:pt x="1539993" y="1545032"/>
                  </a:lnTo>
                  <a:lnTo>
                    <a:pt x="1539982" y="1545047"/>
                  </a:lnTo>
                  <a:lnTo>
                    <a:pt x="1539982" y="1545063"/>
                  </a:lnTo>
                  <a:lnTo>
                    <a:pt x="1539971" y="1545065"/>
                  </a:lnTo>
                  <a:lnTo>
                    <a:pt x="1539950" y="1545066"/>
                  </a:lnTo>
                  <a:lnTo>
                    <a:pt x="1539942" y="1545066"/>
                  </a:lnTo>
                  <a:lnTo>
                    <a:pt x="1539919" y="1545071"/>
                  </a:lnTo>
                  <a:lnTo>
                    <a:pt x="1539910" y="1545073"/>
                  </a:lnTo>
                  <a:lnTo>
                    <a:pt x="1539882" y="1545071"/>
                  </a:lnTo>
                  <a:lnTo>
                    <a:pt x="1539847" y="1545056"/>
                  </a:lnTo>
                  <a:lnTo>
                    <a:pt x="1539842" y="1545054"/>
                  </a:lnTo>
                  <a:lnTo>
                    <a:pt x="1539820" y="1545043"/>
                  </a:lnTo>
                  <a:lnTo>
                    <a:pt x="1539813" y="1545037"/>
                  </a:lnTo>
                  <a:lnTo>
                    <a:pt x="1539794" y="1545009"/>
                  </a:lnTo>
                  <a:lnTo>
                    <a:pt x="1539788" y="1544999"/>
                  </a:lnTo>
                  <a:lnTo>
                    <a:pt x="1539788" y="1544984"/>
                  </a:lnTo>
                  <a:lnTo>
                    <a:pt x="1539787" y="1544959"/>
                  </a:lnTo>
                  <a:lnTo>
                    <a:pt x="1539786" y="1544850"/>
                  </a:lnTo>
                  <a:lnTo>
                    <a:pt x="1539801" y="1544706"/>
                  </a:lnTo>
                  <a:lnTo>
                    <a:pt x="1539823" y="1544667"/>
                  </a:lnTo>
                  <a:lnTo>
                    <a:pt x="1539864" y="1544597"/>
                  </a:lnTo>
                  <a:lnTo>
                    <a:pt x="1539886" y="1544542"/>
                  </a:lnTo>
                  <a:lnTo>
                    <a:pt x="1539921" y="1544475"/>
                  </a:lnTo>
                  <a:lnTo>
                    <a:pt x="1539936" y="1544456"/>
                  </a:lnTo>
                  <a:lnTo>
                    <a:pt x="1539957" y="1544430"/>
                  </a:lnTo>
                  <a:lnTo>
                    <a:pt x="1539957" y="1544393"/>
                  </a:lnTo>
                  <a:lnTo>
                    <a:pt x="1539926" y="1544378"/>
                  </a:lnTo>
                  <a:lnTo>
                    <a:pt x="1539912" y="1544369"/>
                  </a:lnTo>
                  <a:lnTo>
                    <a:pt x="1539905" y="1544349"/>
                  </a:lnTo>
                  <a:lnTo>
                    <a:pt x="1539902" y="1544338"/>
                  </a:lnTo>
                  <a:lnTo>
                    <a:pt x="1539905" y="1544329"/>
                  </a:lnTo>
                  <a:lnTo>
                    <a:pt x="1539913" y="1544303"/>
                  </a:lnTo>
                  <a:lnTo>
                    <a:pt x="1539932" y="1544249"/>
                  </a:lnTo>
                  <a:lnTo>
                    <a:pt x="1539936" y="1544237"/>
                  </a:lnTo>
                  <a:lnTo>
                    <a:pt x="1539956" y="1544179"/>
                  </a:lnTo>
                  <a:lnTo>
                    <a:pt x="1539966" y="1544148"/>
                  </a:lnTo>
                  <a:lnTo>
                    <a:pt x="1539977" y="1544117"/>
                  </a:lnTo>
                  <a:lnTo>
                    <a:pt x="1539990" y="1544078"/>
                  </a:lnTo>
                  <a:lnTo>
                    <a:pt x="1540002" y="1544043"/>
                  </a:lnTo>
                  <a:lnTo>
                    <a:pt x="1540012" y="1544014"/>
                  </a:lnTo>
                  <a:lnTo>
                    <a:pt x="1540025" y="1543978"/>
                  </a:lnTo>
                  <a:lnTo>
                    <a:pt x="1540038" y="1543939"/>
                  </a:lnTo>
                  <a:lnTo>
                    <a:pt x="1540042" y="1543932"/>
                  </a:lnTo>
                  <a:lnTo>
                    <a:pt x="1540058" y="1543911"/>
                  </a:lnTo>
                  <a:lnTo>
                    <a:pt x="1540104" y="1543855"/>
                  </a:lnTo>
                  <a:lnTo>
                    <a:pt x="1540134" y="1543818"/>
                  </a:lnTo>
                  <a:lnTo>
                    <a:pt x="1540141" y="1543809"/>
                  </a:lnTo>
                  <a:lnTo>
                    <a:pt x="1540159" y="1543787"/>
                  </a:lnTo>
                  <a:lnTo>
                    <a:pt x="1540186" y="1543752"/>
                  </a:lnTo>
                  <a:lnTo>
                    <a:pt x="1540192" y="1543744"/>
                  </a:lnTo>
                  <a:lnTo>
                    <a:pt x="1540245" y="1543681"/>
                  </a:lnTo>
                  <a:lnTo>
                    <a:pt x="1540253" y="1543677"/>
                  </a:lnTo>
                  <a:lnTo>
                    <a:pt x="1540259" y="1543672"/>
                  </a:lnTo>
                  <a:lnTo>
                    <a:pt x="1540345" y="1543631"/>
                  </a:lnTo>
                  <a:lnTo>
                    <a:pt x="1540386" y="1543603"/>
                  </a:lnTo>
                  <a:lnTo>
                    <a:pt x="1540424" y="1543566"/>
                  </a:lnTo>
                  <a:lnTo>
                    <a:pt x="1540450" y="1543536"/>
                  </a:lnTo>
                  <a:lnTo>
                    <a:pt x="1540453" y="1543505"/>
                  </a:lnTo>
                  <a:lnTo>
                    <a:pt x="1540466" y="1543500"/>
                  </a:lnTo>
                  <a:lnTo>
                    <a:pt x="1540481" y="1543513"/>
                  </a:lnTo>
                  <a:lnTo>
                    <a:pt x="1540500" y="1543530"/>
                  </a:lnTo>
                  <a:lnTo>
                    <a:pt x="1540603" y="1543599"/>
                  </a:lnTo>
                  <a:lnTo>
                    <a:pt x="1540645" y="1543627"/>
                  </a:lnTo>
                  <a:lnTo>
                    <a:pt x="1540660" y="1543635"/>
                  </a:lnTo>
                  <a:lnTo>
                    <a:pt x="1540679" y="1543615"/>
                  </a:lnTo>
                  <a:lnTo>
                    <a:pt x="1540685" y="1543598"/>
                  </a:lnTo>
                  <a:lnTo>
                    <a:pt x="1540687" y="1543592"/>
                  </a:lnTo>
                  <a:lnTo>
                    <a:pt x="1540684" y="1543568"/>
                  </a:lnTo>
                  <a:lnTo>
                    <a:pt x="1540688" y="1543554"/>
                  </a:lnTo>
                  <a:lnTo>
                    <a:pt x="1540691" y="1543545"/>
                  </a:lnTo>
                  <a:lnTo>
                    <a:pt x="1540703" y="1543514"/>
                  </a:lnTo>
                  <a:lnTo>
                    <a:pt x="1540749" y="1543487"/>
                  </a:lnTo>
                  <a:lnTo>
                    <a:pt x="1540760" y="1543486"/>
                  </a:lnTo>
                  <a:lnTo>
                    <a:pt x="1540787" y="1543485"/>
                  </a:lnTo>
                  <a:lnTo>
                    <a:pt x="1540799" y="1543493"/>
                  </a:lnTo>
                  <a:lnTo>
                    <a:pt x="1540811" y="1543503"/>
                  </a:lnTo>
                  <a:lnTo>
                    <a:pt x="1540818" y="1543508"/>
                  </a:lnTo>
                  <a:lnTo>
                    <a:pt x="1540852" y="1543526"/>
                  </a:lnTo>
                  <a:lnTo>
                    <a:pt x="1540871" y="1543539"/>
                  </a:lnTo>
                  <a:lnTo>
                    <a:pt x="1540880" y="1543541"/>
                  </a:lnTo>
                  <a:lnTo>
                    <a:pt x="1540884" y="1543541"/>
                  </a:lnTo>
                  <a:lnTo>
                    <a:pt x="1540891" y="1543542"/>
                  </a:lnTo>
                  <a:lnTo>
                    <a:pt x="1540904" y="1543526"/>
                  </a:lnTo>
                  <a:lnTo>
                    <a:pt x="1540909" y="1543520"/>
                  </a:lnTo>
                  <a:lnTo>
                    <a:pt x="1540920" y="1543495"/>
                  </a:lnTo>
                  <a:lnTo>
                    <a:pt x="1540932" y="1543488"/>
                  </a:lnTo>
                  <a:lnTo>
                    <a:pt x="1540964" y="1543490"/>
                  </a:lnTo>
                  <a:lnTo>
                    <a:pt x="1540970" y="1543495"/>
                  </a:lnTo>
                  <a:lnTo>
                    <a:pt x="1541006" y="1543496"/>
                  </a:lnTo>
                  <a:lnTo>
                    <a:pt x="1541031" y="1543491"/>
                  </a:lnTo>
                  <a:lnTo>
                    <a:pt x="1541038" y="1543489"/>
                  </a:lnTo>
                  <a:lnTo>
                    <a:pt x="1541049" y="1543487"/>
                  </a:lnTo>
                  <a:lnTo>
                    <a:pt x="1541086" y="1543470"/>
                  </a:lnTo>
                  <a:lnTo>
                    <a:pt x="1541092" y="1543467"/>
                  </a:lnTo>
                  <a:lnTo>
                    <a:pt x="1541104" y="1543460"/>
                  </a:lnTo>
                  <a:lnTo>
                    <a:pt x="1541109" y="1543457"/>
                  </a:lnTo>
                  <a:lnTo>
                    <a:pt x="1541119" y="1543450"/>
                  </a:lnTo>
                  <a:lnTo>
                    <a:pt x="1541153" y="1543465"/>
                  </a:lnTo>
                  <a:lnTo>
                    <a:pt x="1541152" y="1543500"/>
                  </a:lnTo>
                  <a:lnTo>
                    <a:pt x="1541153" y="1543505"/>
                  </a:lnTo>
                  <a:lnTo>
                    <a:pt x="1541156" y="1543522"/>
                  </a:lnTo>
                  <a:lnTo>
                    <a:pt x="1541176" y="1543539"/>
                  </a:lnTo>
                  <a:lnTo>
                    <a:pt x="1541198" y="1543535"/>
                  </a:lnTo>
                  <a:lnTo>
                    <a:pt x="1541253" y="1543503"/>
                  </a:lnTo>
                  <a:lnTo>
                    <a:pt x="1541269" y="1543485"/>
                  </a:lnTo>
                  <a:lnTo>
                    <a:pt x="1541271" y="1543459"/>
                  </a:lnTo>
                  <a:lnTo>
                    <a:pt x="1541271" y="1543450"/>
                  </a:lnTo>
                  <a:lnTo>
                    <a:pt x="1541258" y="1543415"/>
                  </a:lnTo>
                  <a:lnTo>
                    <a:pt x="1541248" y="1543381"/>
                  </a:lnTo>
                  <a:lnTo>
                    <a:pt x="1541225" y="1543373"/>
                  </a:lnTo>
                  <a:lnTo>
                    <a:pt x="1541197" y="1543362"/>
                  </a:lnTo>
                  <a:lnTo>
                    <a:pt x="1541175" y="1543332"/>
                  </a:lnTo>
                  <a:lnTo>
                    <a:pt x="1541173" y="1543319"/>
                  </a:lnTo>
                  <a:lnTo>
                    <a:pt x="1541176" y="1543314"/>
                  </a:lnTo>
                  <a:lnTo>
                    <a:pt x="1541183" y="1543301"/>
                  </a:lnTo>
                  <a:lnTo>
                    <a:pt x="1541191" y="1543288"/>
                  </a:lnTo>
                  <a:lnTo>
                    <a:pt x="1541214" y="1543272"/>
                  </a:lnTo>
                  <a:lnTo>
                    <a:pt x="1541273" y="1543209"/>
                  </a:lnTo>
                  <a:lnTo>
                    <a:pt x="1541285" y="1543199"/>
                  </a:lnTo>
                  <a:lnTo>
                    <a:pt x="1541375" y="1543117"/>
                  </a:lnTo>
                  <a:lnTo>
                    <a:pt x="1541380" y="1543111"/>
                  </a:lnTo>
                  <a:lnTo>
                    <a:pt x="1541384" y="1543106"/>
                  </a:lnTo>
                  <a:lnTo>
                    <a:pt x="1541387" y="1543101"/>
                  </a:lnTo>
                  <a:lnTo>
                    <a:pt x="1541392" y="1543094"/>
                  </a:lnTo>
                  <a:lnTo>
                    <a:pt x="1541397" y="1543086"/>
                  </a:lnTo>
                  <a:lnTo>
                    <a:pt x="1541422" y="1543057"/>
                  </a:lnTo>
                  <a:lnTo>
                    <a:pt x="1541438" y="1543053"/>
                  </a:lnTo>
                  <a:lnTo>
                    <a:pt x="1541471" y="1543083"/>
                  </a:lnTo>
                  <a:lnTo>
                    <a:pt x="1541484" y="1543088"/>
                  </a:lnTo>
                  <a:lnTo>
                    <a:pt x="1541490" y="1543088"/>
                  </a:lnTo>
                  <a:lnTo>
                    <a:pt x="1541514" y="1543087"/>
                  </a:lnTo>
                  <a:lnTo>
                    <a:pt x="1541532" y="1543061"/>
                  </a:lnTo>
                  <a:lnTo>
                    <a:pt x="1541538" y="1543045"/>
                  </a:lnTo>
                  <a:lnTo>
                    <a:pt x="1541541" y="1543038"/>
                  </a:lnTo>
                  <a:lnTo>
                    <a:pt x="1541564" y="1543002"/>
                  </a:lnTo>
                  <a:lnTo>
                    <a:pt x="1541556" y="1542991"/>
                  </a:lnTo>
                  <a:lnTo>
                    <a:pt x="1541544" y="1542981"/>
                  </a:lnTo>
                  <a:lnTo>
                    <a:pt x="1541547" y="1542963"/>
                  </a:lnTo>
                  <a:lnTo>
                    <a:pt x="1541551" y="1542951"/>
                  </a:lnTo>
                  <a:lnTo>
                    <a:pt x="1541554" y="1542943"/>
                  </a:lnTo>
                  <a:lnTo>
                    <a:pt x="1541565" y="1542906"/>
                  </a:lnTo>
                  <a:lnTo>
                    <a:pt x="1541576" y="1542873"/>
                  </a:lnTo>
                  <a:lnTo>
                    <a:pt x="1541578" y="1542868"/>
                  </a:lnTo>
                  <a:lnTo>
                    <a:pt x="1541583" y="1542857"/>
                  </a:lnTo>
                  <a:lnTo>
                    <a:pt x="1541586" y="1542851"/>
                  </a:lnTo>
                  <a:lnTo>
                    <a:pt x="1541590" y="1542844"/>
                  </a:lnTo>
                  <a:lnTo>
                    <a:pt x="1541594" y="1542838"/>
                  </a:lnTo>
                  <a:lnTo>
                    <a:pt x="1541600" y="1542831"/>
                  </a:lnTo>
                  <a:lnTo>
                    <a:pt x="1541607" y="1542825"/>
                  </a:lnTo>
                  <a:lnTo>
                    <a:pt x="1541617" y="1542822"/>
                  </a:lnTo>
                  <a:lnTo>
                    <a:pt x="1541622" y="1542822"/>
                  </a:lnTo>
                  <a:lnTo>
                    <a:pt x="1541630" y="1542824"/>
                  </a:lnTo>
                  <a:lnTo>
                    <a:pt x="1541639" y="1542828"/>
                  </a:lnTo>
                  <a:lnTo>
                    <a:pt x="1541655" y="1542837"/>
                  </a:lnTo>
                  <a:lnTo>
                    <a:pt x="1541668" y="1542846"/>
                  </a:lnTo>
                  <a:lnTo>
                    <a:pt x="1541688" y="1542858"/>
                  </a:lnTo>
                  <a:lnTo>
                    <a:pt x="1541700" y="1542865"/>
                  </a:lnTo>
                  <a:lnTo>
                    <a:pt x="1541710" y="1542872"/>
                  </a:lnTo>
                  <a:lnTo>
                    <a:pt x="1541715" y="1542874"/>
                  </a:lnTo>
                  <a:lnTo>
                    <a:pt x="1541720" y="1542875"/>
                  </a:lnTo>
                  <a:lnTo>
                    <a:pt x="1541725" y="1542869"/>
                  </a:lnTo>
                  <a:lnTo>
                    <a:pt x="1541725" y="1542858"/>
                  </a:lnTo>
                  <a:lnTo>
                    <a:pt x="1541722" y="1542848"/>
                  </a:lnTo>
                  <a:lnTo>
                    <a:pt x="1541703" y="1542830"/>
                  </a:lnTo>
                  <a:lnTo>
                    <a:pt x="1541702" y="1542814"/>
                  </a:lnTo>
                  <a:lnTo>
                    <a:pt x="1541703" y="1542806"/>
                  </a:lnTo>
                  <a:lnTo>
                    <a:pt x="1541711" y="1542789"/>
                  </a:lnTo>
                  <a:lnTo>
                    <a:pt x="1541724" y="1542758"/>
                  </a:lnTo>
                  <a:lnTo>
                    <a:pt x="1541740" y="1542715"/>
                  </a:lnTo>
                  <a:lnTo>
                    <a:pt x="1541759" y="1542669"/>
                  </a:lnTo>
                  <a:lnTo>
                    <a:pt x="1541782" y="1542588"/>
                  </a:lnTo>
                  <a:lnTo>
                    <a:pt x="1541796" y="1542539"/>
                  </a:lnTo>
                  <a:lnTo>
                    <a:pt x="1541811" y="1542519"/>
                  </a:lnTo>
                  <a:lnTo>
                    <a:pt x="1541814" y="1542511"/>
                  </a:lnTo>
                  <a:lnTo>
                    <a:pt x="1541844" y="1542433"/>
                  </a:lnTo>
                  <a:lnTo>
                    <a:pt x="1541848" y="1542423"/>
                  </a:lnTo>
                  <a:lnTo>
                    <a:pt x="1541851" y="1542416"/>
                  </a:lnTo>
                  <a:lnTo>
                    <a:pt x="1541861" y="1542377"/>
                  </a:lnTo>
                  <a:lnTo>
                    <a:pt x="1541860" y="1542372"/>
                  </a:lnTo>
                  <a:lnTo>
                    <a:pt x="1541855" y="1542372"/>
                  </a:lnTo>
                  <a:lnTo>
                    <a:pt x="1541849" y="1542373"/>
                  </a:lnTo>
                  <a:lnTo>
                    <a:pt x="1541844" y="1542374"/>
                  </a:lnTo>
                  <a:lnTo>
                    <a:pt x="1541835" y="1542378"/>
                  </a:lnTo>
                  <a:lnTo>
                    <a:pt x="1541806" y="1542391"/>
                  </a:lnTo>
                  <a:lnTo>
                    <a:pt x="1541782" y="1542400"/>
                  </a:lnTo>
                  <a:lnTo>
                    <a:pt x="1541746" y="1542413"/>
                  </a:lnTo>
                  <a:lnTo>
                    <a:pt x="1541733" y="1542418"/>
                  </a:lnTo>
                  <a:lnTo>
                    <a:pt x="1541722" y="1542422"/>
                  </a:lnTo>
                  <a:lnTo>
                    <a:pt x="1541716" y="1542424"/>
                  </a:lnTo>
                  <a:lnTo>
                    <a:pt x="1541712" y="1542430"/>
                  </a:lnTo>
                  <a:lnTo>
                    <a:pt x="1541703" y="1542451"/>
                  </a:lnTo>
                  <a:lnTo>
                    <a:pt x="1541702" y="1542465"/>
                  </a:lnTo>
                  <a:lnTo>
                    <a:pt x="1541699" y="1542470"/>
                  </a:lnTo>
                  <a:lnTo>
                    <a:pt x="1541688" y="1542469"/>
                  </a:lnTo>
                  <a:lnTo>
                    <a:pt x="1541674" y="1542468"/>
                  </a:lnTo>
                  <a:lnTo>
                    <a:pt x="1541647" y="1542464"/>
                  </a:lnTo>
                  <a:lnTo>
                    <a:pt x="1541625" y="1542454"/>
                  </a:lnTo>
                  <a:lnTo>
                    <a:pt x="1541587" y="1542430"/>
                  </a:lnTo>
                  <a:lnTo>
                    <a:pt x="1541559" y="1542424"/>
                  </a:lnTo>
                  <a:lnTo>
                    <a:pt x="1541531" y="1542420"/>
                  </a:lnTo>
                  <a:lnTo>
                    <a:pt x="1541517" y="1542419"/>
                  </a:lnTo>
                  <a:lnTo>
                    <a:pt x="1541499" y="1542427"/>
                  </a:lnTo>
                  <a:lnTo>
                    <a:pt x="1541491" y="1542442"/>
                  </a:lnTo>
                  <a:lnTo>
                    <a:pt x="1541481" y="1542462"/>
                  </a:lnTo>
                  <a:lnTo>
                    <a:pt x="1541473" y="1542477"/>
                  </a:lnTo>
                  <a:lnTo>
                    <a:pt x="1541470" y="1542527"/>
                  </a:lnTo>
                  <a:lnTo>
                    <a:pt x="1541476" y="1542592"/>
                  </a:lnTo>
                  <a:lnTo>
                    <a:pt x="1541472" y="1542608"/>
                  </a:lnTo>
                  <a:lnTo>
                    <a:pt x="1541468" y="1542620"/>
                  </a:lnTo>
                  <a:lnTo>
                    <a:pt x="1541459" y="1542667"/>
                  </a:lnTo>
                  <a:lnTo>
                    <a:pt x="1541451" y="1542714"/>
                  </a:lnTo>
                  <a:lnTo>
                    <a:pt x="1541444" y="1542758"/>
                  </a:lnTo>
                  <a:lnTo>
                    <a:pt x="1541432" y="1542778"/>
                  </a:lnTo>
                  <a:lnTo>
                    <a:pt x="1541428" y="1542785"/>
                  </a:lnTo>
                  <a:lnTo>
                    <a:pt x="1541422" y="1542791"/>
                  </a:lnTo>
                  <a:lnTo>
                    <a:pt x="1541403" y="1542814"/>
                  </a:lnTo>
                  <a:lnTo>
                    <a:pt x="1541396" y="1542822"/>
                  </a:lnTo>
                  <a:lnTo>
                    <a:pt x="1541385" y="1542835"/>
                  </a:lnTo>
                  <a:lnTo>
                    <a:pt x="1541374" y="1542847"/>
                  </a:lnTo>
                  <a:lnTo>
                    <a:pt x="1541364" y="1542858"/>
                  </a:lnTo>
                  <a:lnTo>
                    <a:pt x="1541347" y="1542871"/>
                  </a:lnTo>
                  <a:lnTo>
                    <a:pt x="1541342" y="1542875"/>
                  </a:lnTo>
                  <a:lnTo>
                    <a:pt x="1541333" y="1542878"/>
                  </a:lnTo>
                  <a:lnTo>
                    <a:pt x="1541329" y="1542873"/>
                  </a:lnTo>
                  <a:lnTo>
                    <a:pt x="1541325" y="1542863"/>
                  </a:lnTo>
                  <a:lnTo>
                    <a:pt x="1541321" y="1542840"/>
                  </a:lnTo>
                  <a:lnTo>
                    <a:pt x="1541323" y="1542830"/>
                  </a:lnTo>
                  <a:lnTo>
                    <a:pt x="1541330" y="1542801"/>
                  </a:lnTo>
                  <a:lnTo>
                    <a:pt x="1541338" y="1542779"/>
                  </a:lnTo>
                  <a:lnTo>
                    <a:pt x="1541345" y="1542758"/>
                  </a:lnTo>
                  <a:lnTo>
                    <a:pt x="1541347" y="1542745"/>
                  </a:lnTo>
                  <a:lnTo>
                    <a:pt x="1541340" y="1542736"/>
                  </a:lnTo>
                  <a:lnTo>
                    <a:pt x="1541318" y="1542726"/>
                  </a:lnTo>
                  <a:lnTo>
                    <a:pt x="1541304" y="1542737"/>
                  </a:lnTo>
                  <a:lnTo>
                    <a:pt x="1541295" y="1542748"/>
                  </a:lnTo>
                  <a:lnTo>
                    <a:pt x="1541289" y="1542755"/>
                  </a:lnTo>
                  <a:lnTo>
                    <a:pt x="1541269" y="1542757"/>
                  </a:lnTo>
                  <a:lnTo>
                    <a:pt x="1541254" y="1542759"/>
                  </a:lnTo>
                  <a:lnTo>
                    <a:pt x="1541242" y="1542760"/>
                  </a:lnTo>
                  <a:lnTo>
                    <a:pt x="1541237" y="1542759"/>
                  </a:lnTo>
                  <a:lnTo>
                    <a:pt x="1541226" y="1542741"/>
                  </a:lnTo>
                  <a:lnTo>
                    <a:pt x="1541214" y="1542729"/>
                  </a:lnTo>
                  <a:lnTo>
                    <a:pt x="1541196" y="1542721"/>
                  </a:lnTo>
                  <a:lnTo>
                    <a:pt x="1541173" y="1542724"/>
                  </a:lnTo>
                  <a:lnTo>
                    <a:pt x="1541159" y="1542735"/>
                  </a:lnTo>
                  <a:lnTo>
                    <a:pt x="1541151" y="1542749"/>
                  </a:lnTo>
                  <a:lnTo>
                    <a:pt x="1541148" y="1542757"/>
                  </a:lnTo>
                  <a:lnTo>
                    <a:pt x="1541130" y="1542774"/>
                  </a:lnTo>
                  <a:lnTo>
                    <a:pt x="1541121" y="1542775"/>
                  </a:lnTo>
                  <a:lnTo>
                    <a:pt x="1541113" y="1542776"/>
                  </a:lnTo>
                  <a:lnTo>
                    <a:pt x="1541073" y="1542808"/>
                  </a:lnTo>
                  <a:lnTo>
                    <a:pt x="1541039" y="1542836"/>
                  </a:lnTo>
                  <a:lnTo>
                    <a:pt x="1541037" y="1542857"/>
                  </a:lnTo>
                  <a:lnTo>
                    <a:pt x="1541003" y="1542918"/>
                  </a:lnTo>
                  <a:lnTo>
                    <a:pt x="1540953" y="1542982"/>
                  </a:lnTo>
                  <a:lnTo>
                    <a:pt x="1540947" y="1542989"/>
                  </a:lnTo>
                  <a:lnTo>
                    <a:pt x="1540929" y="1543001"/>
                  </a:lnTo>
                  <a:lnTo>
                    <a:pt x="1540925" y="1543002"/>
                  </a:lnTo>
                  <a:lnTo>
                    <a:pt x="1540904" y="1542985"/>
                  </a:lnTo>
                  <a:lnTo>
                    <a:pt x="1540876" y="1542972"/>
                  </a:lnTo>
                  <a:lnTo>
                    <a:pt x="1540870" y="1542965"/>
                  </a:lnTo>
                  <a:lnTo>
                    <a:pt x="1540891" y="1542918"/>
                  </a:lnTo>
                  <a:lnTo>
                    <a:pt x="1540915" y="1542877"/>
                  </a:lnTo>
                  <a:lnTo>
                    <a:pt x="1540935" y="1542848"/>
                  </a:lnTo>
                  <a:lnTo>
                    <a:pt x="1540940" y="1542832"/>
                  </a:lnTo>
                  <a:lnTo>
                    <a:pt x="1540951" y="1542816"/>
                  </a:lnTo>
                  <a:lnTo>
                    <a:pt x="1540949" y="1542798"/>
                  </a:lnTo>
                  <a:lnTo>
                    <a:pt x="1540942" y="1542794"/>
                  </a:lnTo>
                  <a:lnTo>
                    <a:pt x="1540935" y="1542791"/>
                  </a:lnTo>
                  <a:lnTo>
                    <a:pt x="1540927" y="1542788"/>
                  </a:lnTo>
                  <a:lnTo>
                    <a:pt x="1540919" y="1542780"/>
                  </a:lnTo>
                  <a:lnTo>
                    <a:pt x="1540924" y="1542769"/>
                  </a:lnTo>
                  <a:lnTo>
                    <a:pt x="1540938" y="1542736"/>
                  </a:lnTo>
                  <a:lnTo>
                    <a:pt x="1540944" y="1542724"/>
                  </a:lnTo>
                  <a:lnTo>
                    <a:pt x="1540957" y="1542715"/>
                  </a:lnTo>
                  <a:lnTo>
                    <a:pt x="1540963" y="1542713"/>
                  </a:lnTo>
                  <a:lnTo>
                    <a:pt x="1540977" y="1542699"/>
                  </a:lnTo>
                  <a:lnTo>
                    <a:pt x="1540994" y="1542676"/>
                  </a:lnTo>
                  <a:lnTo>
                    <a:pt x="1541005" y="1542666"/>
                  </a:lnTo>
                  <a:lnTo>
                    <a:pt x="1541012" y="1542658"/>
                  </a:lnTo>
                  <a:lnTo>
                    <a:pt x="1541022" y="1542640"/>
                  </a:lnTo>
                  <a:lnTo>
                    <a:pt x="1541029" y="1542626"/>
                  </a:lnTo>
                  <a:lnTo>
                    <a:pt x="1541029" y="1542600"/>
                  </a:lnTo>
                  <a:lnTo>
                    <a:pt x="1541029" y="1542575"/>
                  </a:lnTo>
                  <a:lnTo>
                    <a:pt x="1541030" y="1542548"/>
                  </a:lnTo>
                  <a:lnTo>
                    <a:pt x="1540994" y="1542538"/>
                  </a:lnTo>
                  <a:lnTo>
                    <a:pt x="1540925" y="1542520"/>
                  </a:lnTo>
                  <a:lnTo>
                    <a:pt x="1540913" y="1542517"/>
                  </a:lnTo>
                  <a:lnTo>
                    <a:pt x="1540903" y="1542527"/>
                  </a:lnTo>
                  <a:lnTo>
                    <a:pt x="1540792" y="1542643"/>
                  </a:lnTo>
                  <a:lnTo>
                    <a:pt x="1540650" y="1542944"/>
                  </a:lnTo>
                  <a:lnTo>
                    <a:pt x="1540579" y="1543124"/>
                  </a:lnTo>
                  <a:lnTo>
                    <a:pt x="1540535" y="1543143"/>
                  </a:lnTo>
                  <a:lnTo>
                    <a:pt x="1540461" y="1543099"/>
                  </a:lnTo>
                  <a:lnTo>
                    <a:pt x="1540462" y="1543016"/>
                  </a:lnTo>
                  <a:lnTo>
                    <a:pt x="1540411" y="1543007"/>
                  </a:lnTo>
                  <a:lnTo>
                    <a:pt x="1540354" y="1542999"/>
                  </a:lnTo>
                  <a:lnTo>
                    <a:pt x="1540329" y="1542996"/>
                  </a:lnTo>
                  <a:lnTo>
                    <a:pt x="1540294" y="1542991"/>
                  </a:lnTo>
                  <a:lnTo>
                    <a:pt x="1540185" y="1542975"/>
                  </a:lnTo>
                  <a:lnTo>
                    <a:pt x="1540048" y="1542956"/>
                  </a:lnTo>
                  <a:lnTo>
                    <a:pt x="1540005" y="1542949"/>
                  </a:lnTo>
                  <a:lnTo>
                    <a:pt x="1539893" y="1542932"/>
                  </a:lnTo>
                  <a:lnTo>
                    <a:pt x="1539861" y="1542926"/>
                  </a:lnTo>
                  <a:lnTo>
                    <a:pt x="1539849" y="1542923"/>
                  </a:lnTo>
                  <a:lnTo>
                    <a:pt x="1539845" y="1542937"/>
                  </a:lnTo>
                  <a:lnTo>
                    <a:pt x="1539844" y="1542944"/>
                  </a:lnTo>
                  <a:lnTo>
                    <a:pt x="1539799" y="1543002"/>
                  </a:lnTo>
                  <a:lnTo>
                    <a:pt x="1539783" y="1543020"/>
                  </a:lnTo>
                  <a:lnTo>
                    <a:pt x="1539771" y="1543034"/>
                  </a:lnTo>
                  <a:lnTo>
                    <a:pt x="1539754" y="1543052"/>
                  </a:lnTo>
                  <a:lnTo>
                    <a:pt x="1539751" y="1543056"/>
                  </a:lnTo>
                  <a:lnTo>
                    <a:pt x="1539720" y="1543084"/>
                  </a:lnTo>
                  <a:lnTo>
                    <a:pt x="1539706" y="1543100"/>
                  </a:lnTo>
                  <a:lnTo>
                    <a:pt x="1539696" y="1543116"/>
                  </a:lnTo>
                  <a:lnTo>
                    <a:pt x="1539677" y="1543107"/>
                  </a:lnTo>
                  <a:lnTo>
                    <a:pt x="1539654" y="1543108"/>
                  </a:lnTo>
                  <a:lnTo>
                    <a:pt x="1539647" y="1543104"/>
                  </a:lnTo>
                  <a:lnTo>
                    <a:pt x="1539644" y="1543091"/>
                  </a:lnTo>
                  <a:lnTo>
                    <a:pt x="1539647" y="1543069"/>
                  </a:lnTo>
                  <a:lnTo>
                    <a:pt x="1539649" y="1543062"/>
                  </a:lnTo>
                  <a:lnTo>
                    <a:pt x="1539654" y="1543042"/>
                  </a:lnTo>
                  <a:lnTo>
                    <a:pt x="1539620" y="1543013"/>
                  </a:lnTo>
                  <a:lnTo>
                    <a:pt x="1539577" y="1542976"/>
                  </a:lnTo>
                  <a:lnTo>
                    <a:pt x="1539535" y="1542930"/>
                  </a:lnTo>
                  <a:lnTo>
                    <a:pt x="1539527" y="1542928"/>
                  </a:lnTo>
                  <a:lnTo>
                    <a:pt x="1539522" y="1542926"/>
                  </a:lnTo>
                  <a:lnTo>
                    <a:pt x="1539515" y="1542924"/>
                  </a:lnTo>
                  <a:lnTo>
                    <a:pt x="1539486" y="1542927"/>
                  </a:lnTo>
                  <a:lnTo>
                    <a:pt x="1539475" y="1542935"/>
                  </a:lnTo>
                  <a:lnTo>
                    <a:pt x="1539472" y="1542968"/>
                  </a:lnTo>
                  <a:lnTo>
                    <a:pt x="1539441" y="1543025"/>
                  </a:lnTo>
                  <a:lnTo>
                    <a:pt x="1539431" y="1543049"/>
                  </a:lnTo>
                  <a:lnTo>
                    <a:pt x="1539436" y="1543084"/>
                  </a:lnTo>
                  <a:lnTo>
                    <a:pt x="1539435" y="1543112"/>
                  </a:lnTo>
                  <a:lnTo>
                    <a:pt x="1539421" y="1543137"/>
                  </a:lnTo>
                  <a:lnTo>
                    <a:pt x="1539385" y="1543152"/>
                  </a:lnTo>
                  <a:lnTo>
                    <a:pt x="1539347" y="1543180"/>
                  </a:lnTo>
                  <a:lnTo>
                    <a:pt x="1539321" y="1543204"/>
                  </a:lnTo>
                  <a:lnTo>
                    <a:pt x="1539309" y="1543214"/>
                  </a:lnTo>
                  <a:lnTo>
                    <a:pt x="1539234" y="1543281"/>
                  </a:lnTo>
                  <a:lnTo>
                    <a:pt x="1539210" y="1543343"/>
                  </a:lnTo>
                  <a:lnTo>
                    <a:pt x="1538926" y="1543436"/>
                  </a:lnTo>
                  <a:lnTo>
                    <a:pt x="1538802" y="1543497"/>
                  </a:lnTo>
                  <a:lnTo>
                    <a:pt x="1538774" y="1543526"/>
                  </a:lnTo>
                  <a:lnTo>
                    <a:pt x="1538767" y="1543533"/>
                  </a:lnTo>
                  <a:lnTo>
                    <a:pt x="1538729" y="1543578"/>
                  </a:lnTo>
                  <a:lnTo>
                    <a:pt x="1538724" y="1543584"/>
                  </a:lnTo>
                  <a:lnTo>
                    <a:pt x="1538667" y="1543653"/>
                  </a:lnTo>
                  <a:lnTo>
                    <a:pt x="1538660" y="1543663"/>
                  </a:lnTo>
                  <a:lnTo>
                    <a:pt x="1538650" y="1543677"/>
                  </a:lnTo>
                  <a:lnTo>
                    <a:pt x="1538639" y="1543692"/>
                  </a:lnTo>
                  <a:lnTo>
                    <a:pt x="1538636" y="1543705"/>
                  </a:lnTo>
                  <a:lnTo>
                    <a:pt x="1538644" y="1543735"/>
                  </a:lnTo>
                  <a:lnTo>
                    <a:pt x="1538661" y="1543775"/>
                  </a:lnTo>
                  <a:lnTo>
                    <a:pt x="1538711" y="1543826"/>
                  </a:lnTo>
                  <a:lnTo>
                    <a:pt x="1538749" y="1543870"/>
                  </a:lnTo>
                  <a:lnTo>
                    <a:pt x="1538754" y="1543878"/>
                  </a:lnTo>
                  <a:lnTo>
                    <a:pt x="1538757" y="1543886"/>
                  </a:lnTo>
                  <a:lnTo>
                    <a:pt x="1538758" y="1543893"/>
                  </a:lnTo>
                  <a:lnTo>
                    <a:pt x="1538748" y="1543912"/>
                  </a:lnTo>
                  <a:lnTo>
                    <a:pt x="1538740" y="1543923"/>
                  </a:lnTo>
                  <a:lnTo>
                    <a:pt x="1538735" y="1543931"/>
                  </a:lnTo>
                  <a:lnTo>
                    <a:pt x="1538707" y="1543964"/>
                  </a:lnTo>
                  <a:lnTo>
                    <a:pt x="1538703" y="1543967"/>
                  </a:lnTo>
                  <a:lnTo>
                    <a:pt x="1538648" y="1544003"/>
                  </a:lnTo>
                  <a:lnTo>
                    <a:pt x="1538632" y="1544013"/>
                  </a:lnTo>
                  <a:lnTo>
                    <a:pt x="1538619" y="1544020"/>
                  </a:lnTo>
                  <a:lnTo>
                    <a:pt x="1538602" y="1544030"/>
                  </a:lnTo>
                  <a:lnTo>
                    <a:pt x="1538560" y="1544053"/>
                  </a:lnTo>
                  <a:lnTo>
                    <a:pt x="1538519" y="1544089"/>
                  </a:lnTo>
                  <a:lnTo>
                    <a:pt x="1538510" y="1544119"/>
                  </a:lnTo>
                  <a:lnTo>
                    <a:pt x="1538495" y="1544155"/>
                  </a:lnTo>
                  <a:lnTo>
                    <a:pt x="1538475" y="1544179"/>
                  </a:lnTo>
                  <a:lnTo>
                    <a:pt x="1538471" y="1544183"/>
                  </a:lnTo>
                  <a:lnTo>
                    <a:pt x="1538471" y="1544191"/>
                  </a:lnTo>
                  <a:lnTo>
                    <a:pt x="1538492" y="1544215"/>
                  </a:lnTo>
                  <a:lnTo>
                    <a:pt x="1538500" y="1544226"/>
                  </a:lnTo>
                  <a:lnTo>
                    <a:pt x="1538549" y="1544303"/>
                  </a:lnTo>
                  <a:lnTo>
                    <a:pt x="1538612" y="1544395"/>
                  </a:lnTo>
                  <a:lnTo>
                    <a:pt x="1538613" y="1544403"/>
                  </a:lnTo>
                  <a:lnTo>
                    <a:pt x="1538614" y="1544410"/>
                  </a:lnTo>
                  <a:lnTo>
                    <a:pt x="1538615" y="1544416"/>
                  </a:lnTo>
                  <a:lnTo>
                    <a:pt x="1538498" y="1544505"/>
                  </a:lnTo>
                  <a:lnTo>
                    <a:pt x="1538489" y="1544512"/>
                  </a:lnTo>
                  <a:lnTo>
                    <a:pt x="1538250" y="1544265"/>
                  </a:lnTo>
                  <a:lnTo>
                    <a:pt x="1538163" y="1544331"/>
                  </a:lnTo>
                  <a:lnTo>
                    <a:pt x="1538162" y="1544363"/>
                  </a:lnTo>
                  <a:lnTo>
                    <a:pt x="1538160" y="1544433"/>
                  </a:lnTo>
                  <a:lnTo>
                    <a:pt x="1538007" y="1544603"/>
                  </a:lnTo>
                  <a:lnTo>
                    <a:pt x="1537883" y="1544595"/>
                  </a:lnTo>
                  <a:lnTo>
                    <a:pt x="1537843" y="1544592"/>
                  </a:lnTo>
                  <a:lnTo>
                    <a:pt x="1537827" y="1544589"/>
                  </a:lnTo>
                  <a:lnTo>
                    <a:pt x="1537650" y="1544552"/>
                  </a:lnTo>
                  <a:lnTo>
                    <a:pt x="1537615" y="1544552"/>
                  </a:lnTo>
                  <a:lnTo>
                    <a:pt x="1537569" y="1544549"/>
                  </a:lnTo>
                  <a:lnTo>
                    <a:pt x="1537548" y="1544545"/>
                  </a:lnTo>
                  <a:lnTo>
                    <a:pt x="1537527" y="1544541"/>
                  </a:lnTo>
                  <a:lnTo>
                    <a:pt x="1537490" y="1544535"/>
                  </a:lnTo>
                  <a:lnTo>
                    <a:pt x="1537479" y="1544529"/>
                  </a:lnTo>
                  <a:lnTo>
                    <a:pt x="1537471" y="1544534"/>
                  </a:lnTo>
                  <a:lnTo>
                    <a:pt x="1537466" y="1544545"/>
                  </a:lnTo>
                  <a:lnTo>
                    <a:pt x="1537457" y="1544567"/>
                  </a:lnTo>
                  <a:lnTo>
                    <a:pt x="1537456" y="1544584"/>
                  </a:lnTo>
                  <a:lnTo>
                    <a:pt x="1537461" y="1544588"/>
                  </a:lnTo>
                  <a:lnTo>
                    <a:pt x="1537482" y="1544601"/>
                  </a:lnTo>
                  <a:lnTo>
                    <a:pt x="1537499" y="1544599"/>
                  </a:lnTo>
                  <a:lnTo>
                    <a:pt x="1537526" y="1544600"/>
                  </a:lnTo>
                  <a:lnTo>
                    <a:pt x="1537563" y="1544606"/>
                  </a:lnTo>
                  <a:lnTo>
                    <a:pt x="1537583" y="1544609"/>
                  </a:lnTo>
                  <a:lnTo>
                    <a:pt x="1537632" y="1544609"/>
                  </a:lnTo>
                  <a:lnTo>
                    <a:pt x="1537660" y="1544621"/>
                  </a:lnTo>
                  <a:lnTo>
                    <a:pt x="1537671" y="1544633"/>
                  </a:lnTo>
                  <a:lnTo>
                    <a:pt x="1537689" y="1544660"/>
                  </a:lnTo>
                  <a:lnTo>
                    <a:pt x="1537708" y="1544667"/>
                  </a:lnTo>
                  <a:lnTo>
                    <a:pt x="1537730" y="1544675"/>
                  </a:lnTo>
                  <a:lnTo>
                    <a:pt x="1537758" y="1544669"/>
                  </a:lnTo>
                  <a:lnTo>
                    <a:pt x="1537767" y="1544667"/>
                  </a:lnTo>
                  <a:lnTo>
                    <a:pt x="1537798" y="1544668"/>
                  </a:lnTo>
                  <a:lnTo>
                    <a:pt x="1537806" y="1544677"/>
                  </a:lnTo>
                  <a:lnTo>
                    <a:pt x="1537810" y="1544681"/>
                  </a:lnTo>
                  <a:lnTo>
                    <a:pt x="1537814" y="1544692"/>
                  </a:lnTo>
                  <a:lnTo>
                    <a:pt x="1537813" y="1544704"/>
                  </a:lnTo>
                  <a:lnTo>
                    <a:pt x="1537811" y="1544712"/>
                  </a:lnTo>
                  <a:lnTo>
                    <a:pt x="1537795" y="1544724"/>
                  </a:lnTo>
                  <a:lnTo>
                    <a:pt x="1537759" y="1544734"/>
                  </a:lnTo>
                  <a:lnTo>
                    <a:pt x="1537736" y="1544767"/>
                  </a:lnTo>
                  <a:lnTo>
                    <a:pt x="1537715" y="1544776"/>
                  </a:lnTo>
                  <a:lnTo>
                    <a:pt x="1537696" y="1544799"/>
                  </a:lnTo>
                  <a:lnTo>
                    <a:pt x="1537693" y="1544803"/>
                  </a:lnTo>
                  <a:lnTo>
                    <a:pt x="1537699" y="1544834"/>
                  </a:lnTo>
                  <a:lnTo>
                    <a:pt x="1537710" y="1544838"/>
                  </a:lnTo>
                  <a:lnTo>
                    <a:pt x="1537777" y="1544876"/>
                  </a:lnTo>
                  <a:lnTo>
                    <a:pt x="1537793" y="1544885"/>
                  </a:lnTo>
                  <a:lnTo>
                    <a:pt x="1537857" y="1544922"/>
                  </a:lnTo>
                  <a:lnTo>
                    <a:pt x="1537864" y="1544926"/>
                  </a:lnTo>
                  <a:lnTo>
                    <a:pt x="1537920" y="1544958"/>
                  </a:lnTo>
                  <a:lnTo>
                    <a:pt x="1537945" y="1544979"/>
                  </a:lnTo>
                  <a:lnTo>
                    <a:pt x="1537961" y="1545005"/>
                  </a:lnTo>
                  <a:lnTo>
                    <a:pt x="1537963" y="1545014"/>
                  </a:lnTo>
                  <a:lnTo>
                    <a:pt x="1537966" y="1545032"/>
                  </a:lnTo>
                  <a:lnTo>
                    <a:pt x="1537969" y="1545056"/>
                  </a:lnTo>
                  <a:lnTo>
                    <a:pt x="1537970" y="1545067"/>
                  </a:lnTo>
                  <a:lnTo>
                    <a:pt x="1537971" y="1545076"/>
                  </a:lnTo>
                  <a:lnTo>
                    <a:pt x="1537970" y="1545085"/>
                  </a:lnTo>
                  <a:lnTo>
                    <a:pt x="1537958" y="1545095"/>
                  </a:lnTo>
                  <a:lnTo>
                    <a:pt x="1537952" y="1545098"/>
                  </a:lnTo>
                  <a:lnTo>
                    <a:pt x="1537945" y="1545102"/>
                  </a:lnTo>
                  <a:lnTo>
                    <a:pt x="1537926" y="1545114"/>
                  </a:lnTo>
                  <a:lnTo>
                    <a:pt x="1537912" y="1545122"/>
                  </a:lnTo>
                  <a:lnTo>
                    <a:pt x="1537897" y="1545126"/>
                  </a:lnTo>
                  <a:lnTo>
                    <a:pt x="1537834" y="1545145"/>
                  </a:lnTo>
                  <a:lnTo>
                    <a:pt x="1537806" y="1545146"/>
                  </a:lnTo>
                  <a:lnTo>
                    <a:pt x="1537784" y="1545163"/>
                  </a:lnTo>
                  <a:lnTo>
                    <a:pt x="1537771" y="1545176"/>
                  </a:lnTo>
                  <a:lnTo>
                    <a:pt x="1537747" y="1545200"/>
                  </a:lnTo>
                  <a:lnTo>
                    <a:pt x="1537707" y="1545229"/>
                  </a:lnTo>
                  <a:lnTo>
                    <a:pt x="1537697" y="1545236"/>
                  </a:lnTo>
                  <a:lnTo>
                    <a:pt x="1537688" y="1545241"/>
                  </a:lnTo>
                  <a:lnTo>
                    <a:pt x="1537677" y="1545248"/>
                  </a:lnTo>
                  <a:lnTo>
                    <a:pt x="1537675" y="1545258"/>
                  </a:lnTo>
                  <a:lnTo>
                    <a:pt x="1537678" y="1545264"/>
                  </a:lnTo>
                  <a:lnTo>
                    <a:pt x="1537688" y="1545313"/>
                  </a:lnTo>
                  <a:lnTo>
                    <a:pt x="1537688" y="1545322"/>
                  </a:lnTo>
                  <a:lnTo>
                    <a:pt x="1537693" y="1545327"/>
                  </a:lnTo>
                  <a:lnTo>
                    <a:pt x="1537733" y="1545313"/>
                  </a:lnTo>
                  <a:lnTo>
                    <a:pt x="1537739" y="1545307"/>
                  </a:lnTo>
                  <a:lnTo>
                    <a:pt x="1537744" y="1545303"/>
                  </a:lnTo>
                  <a:lnTo>
                    <a:pt x="1537777" y="1545279"/>
                  </a:lnTo>
                  <a:lnTo>
                    <a:pt x="1537804" y="1545259"/>
                  </a:lnTo>
                  <a:lnTo>
                    <a:pt x="1537827" y="1545244"/>
                  </a:lnTo>
                  <a:lnTo>
                    <a:pt x="1537856" y="1545233"/>
                  </a:lnTo>
                  <a:lnTo>
                    <a:pt x="1537892" y="1545225"/>
                  </a:lnTo>
                  <a:lnTo>
                    <a:pt x="1537935" y="1545227"/>
                  </a:lnTo>
                  <a:lnTo>
                    <a:pt x="1537942" y="1545227"/>
                  </a:lnTo>
                  <a:lnTo>
                    <a:pt x="1537958" y="1545221"/>
                  </a:lnTo>
                  <a:lnTo>
                    <a:pt x="1537969" y="1545216"/>
                  </a:lnTo>
                  <a:lnTo>
                    <a:pt x="1537984" y="1545215"/>
                  </a:lnTo>
                  <a:lnTo>
                    <a:pt x="1538000" y="1545219"/>
                  </a:lnTo>
                  <a:lnTo>
                    <a:pt x="1538019" y="1545212"/>
                  </a:lnTo>
                  <a:lnTo>
                    <a:pt x="1538030" y="1545205"/>
                  </a:lnTo>
                  <a:lnTo>
                    <a:pt x="1538040" y="1545199"/>
                  </a:lnTo>
                  <a:lnTo>
                    <a:pt x="1538056" y="1545192"/>
                  </a:lnTo>
                  <a:lnTo>
                    <a:pt x="1538080" y="1545183"/>
                  </a:lnTo>
                  <a:lnTo>
                    <a:pt x="1538099" y="1545177"/>
                  </a:lnTo>
                  <a:lnTo>
                    <a:pt x="1538114" y="1545173"/>
                  </a:lnTo>
                  <a:lnTo>
                    <a:pt x="1538123" y="1545170"/>
                  </a:lnTo>
                  <a:lnTo>
                    <a:pt x="1538140" y="1545175"/>
                  </a:lnTo>
                  <a:lnTo>
                    <a:pt x="1538153" y="1545185"/>
                  </a:lnTo>
                  <a:lnTo>
                    <a:pt x="1538153" y="1545192"/>
                  </a:lnTo>
                  <a:lnTo>
                    <a:pt x="1538167" y="1545252"/>
                  </a:lnTo>
                  <a:lnTo>
                    <a:pt x="1538176" y="1545255"/>
                  </a:lnTo>
                  <a:lnTo>
                    <a:pt x="1538187" y="1545249"/>
                  </a:lnTo>
                  <a:lnTo>
                    <a:pt x="1538189" y="1545230"/>
                  </a:lnTo>
                  <a:lnTo>
                    <a:pt x="1538192" y="1545211"/>
                  </a:lnTo>
                  <a:lnTo>
                    <a:pt x="1538197" y="1545177"/>
                  </a:lnTo>
                  <a:lnTo>
                    <a:pt x="1538199" y="1545166"/>
                  </a:lnTo>
                  <a:lnTo>
                    <a:pt x="1538201" y="1545158"/>
                  </a:lnTo>
                  <a:lnTo>
                    <a:pt x="1538208" y="1545140"/>
                  </a:lnTo>
                  <a:lnTo>
                    <a:pt x="1538241" y="1545082"/>
                  </a:lnTo>
                  <a:lnTo>
                    <a:pt x="1538253" y="1545054"/>
                  </a:lnTo>
                  <a:lnTo>
                    <a:pt x="1538269" y="1545043"/>
                  </a:lnTo>
                  <a:lnTo>
                    <a:pt x="1538280" y="1545035"/>
                  </a:lnTo>
                  <a:lnTo>
                    <a:pt x="1538338" y="1544992"/>
                  </a:lnTo>
                  <a:lnTo>
                    <a:pt x="1538352" y="1544982"/>
                  </a:lnTo>
                  <a:lnTo>
                    <a:pt x="1538367" y="1544973"/>
                  </a:lnTo>
                  <a:lnTo>
                    <a:pt x="1538373" y="1544977"/>
                  </a:lnTo>
                  <a:lnTo>
                    <a:pt x="1538388" y="1544994"/>
                  </a:lnTo>
                  <a:lnTo>
                    <a:pt x="1538417" y="1545028"/>
                  </a:lnTo>
                  <a:lnTo>
                    <a:pt x="1538434" y="1545051"/>
                  </a:lnTo>
                  <a:lnTo>
                    <a:pt x="1538439" y="1545068"/>
                  </a:lnTo>
                  <a:lnTo>
                    <a:pt x="1538441" y="1545075"/>
                  </a:lnTo>
                  <a:lnTo>
                    <a:pt x="1538446" y="1545120"/>
                  </a:lnTo>
                  <a:lnTo>
                    <a:pt x="1538452" y="1545181"/>
                  </a:lnTo>
                  <a:lnTo>
                    <a:pt x="1538455" y="1545204"/>
                  </a:lnTo>
                  <a:lnTo>
                    <a:pt x="1538455" y="1545209"/>
                  </a:lnTo>
                  <a:lnTo>
                    <a:pt x="1538455" y="1545217"/>
                  </a:lnTo>
                  <a:lnTo>
                    <a:pt x="1538454" y="1545222"/>
                  </a:lnTo>
                  <a:lnTo>
                    <a:pt x="1538440" y="1545229"/>
                  </a:lnTo>
                  <a:lnTo>
                    <a:pt x="1538381" y="1545253"/>
                  </a:lnTo>
                  <a:lnTo>
                    <a:pt x="1538419" y="1545317"/>
                  </a:lnTo>
                  <a:lnTo>
                    <a:pt x="1538450" y="1545378"/>
                  </a:lnTo>
                  <a:lnTo>
                    <a:pt x="1538462" y="1545399"/>
                  </a:lnTo>
                  <a:lnTo>
                    <a:pt x="1538466" y="1545411"/>
                  </a:lnTo>
                  <a:lnTo>
                    <a:pt x="1538475" y="1545420"/>
                  </a:lnTo>
                  <a:lnTo>
                    <a:pt x="1538495" y="1545422"/>
                  </a:lnTo>
                  <a:lnTo>
                    <a:pt x="1538521" y="1545400"/>
                  </a:lnTo>
                  <a:lnTo>
                    <a:pt x="1538527" y="1545395"/>
                  </a:lnTo>
                  <a:lnTo>
                    <a:pt x="1538570" y="1545361"/>
                  </a:lnTo>
                  <a:lnTo>
                    <a:pt x="1538633" y="1545308"/>
                  </a:lnTo>
                  <a:lnTo>
                    <a:pt x="1538665" y="1545281"/>
                  </a:lnTo>
                  <a:lnTo>
                    <a:pt x="1538680" y="1545269"/>
                  </a:lnTo>
                  <a:lnTo>
                    <a:pt x="1538691" y="1545260"/>
                  </a:lnTo>
                  <a:lnTo>
                    <a:pt x="1538699" y="1545252"/>
                  </a:lnTo>
                  <a:lnTo>
                    <a:pt x="1538710" y="1545246"/>
                  </a:lnTo>
                  <a:lnTo>
                    <a:pt x="1538723" y="1545240"/>
                  </a:lnTo>
                  <a:lnTo>
                    <a:pt x="1538730" y="1545238"/>
                  </a:lnTo>
                  <a:lnTo>
                    <a:pt x="1538736" y="1545235"/>
                  </a:lnTo>
                  <a:lnTo>
                    <a:pt x="1538743" y="1545234"/>
                  </a:lnTo>
                  <a:lnTo>
                    <a:pt x="1538750" y="1545232"/>
                  </a:lnTo>
                  <a:lnTo>
                    <a:pt x="1538757" y="1545232"/>
                  </a:lnTo>
                  <a:lnTo>
                    <a:pt x="1538765" y="1545232"/>
                  </a:lnTo>
                  <a:lnTo>
                    <a:pt x="1538772" y="1545235"/>
                  </a:lnTo>
                  <a:lnTo>
                    <a:pt x="1538777" y="1545239"/>
                  </a:lnTo>
                  <a:lnTo>
                    <a:pt x="1538780" y="1545242"/>
                  </a:lnTo>
                  <a:lnTo>
                    <a:pt x="1538786" y="1545250"/>
                  </a:lnTo>
                  <a:lnTo>
                    <a:pt x="1538804" y="1545274"/>
                  </a:lnTo>
                  <a:lnTo>
                    <a:pt x="1538813" y="1545288"/>
                  </a:lnTo>
                  <a:lnTo>
                    <a:pt x="1538840" y="1545328"/>
                  </a:lnTo>
                  <a:lnTo>
                    <a:pt x="1538891" y="1545405"/>
                  </a:lnTo>
                  <a:lnTo>
                    <a:pt x="1538894" y="1545409"/>
                  </a:lnTo>
                  <a:lnTo>
                    <a:pt x="1538917" y="1545447"/>
                  </a:lnTo>
                  <a:lnTo>
                    <a:pt x="1538924" y="1545460"/>
                  </a:lnTo>
                  <a:lnTo>
                    <a:pt x="1538927" y="1545465"/>
                  </a:lnTo>
                  <a:lnTo>
                    <a:pt x="1538931" y="1545474"/>
                  </a:lnTo>
                  <a:lnTo>
                    <a:pt x="1538934" y="1545488"/>
                  </a:lnTo>
                  <a:lnTo>
                    <a:pt x="1538936" y="1545495"/>
                  </a:lnTo>
                  <a:lnTo>
                    <a:pt x="1538936" y="1545500"/>
                  </a:lnTo>
                  <a:lnTo>
                    <a:pt x="1538935" y="1545506"/>
                  </a:lnTo>
                  <a:lnTo>
                    <a:pt x="1538934" y="1545511"/>
                  </a:lnTo>
                  <a:lnTo>
                    <a:pt x="1538933" y="1545517"/>
                  </a:lnTo>
                  <a:lnTo>
                    <a:pt x="1538930" y="1545521"/>
                  </a:lnTo>
                  <a:lnTo>
                    <a:pt x="1538925" y="1545525"/>
                  </a:lnTo>
                  <a:lnTo>
                    <a:pt x="1538920" y="1545527"/>
                  </a:lnTo>
                  <a:lnTo>
                    <a:pt x="1538914" y="1545530"/>
                  </a:lnTo>
                  <a:lnTo>
                    <a:pt x="1538908" y="1545533"/>
                  </a:lnTo>
                  <a:lnTo>
                    <a:pt x="1538902" y="1545536"/>
                  </a:lnTo>
                  <a:lnTo>
                    <a:pt x="1538887" y="1545542"/>
                  </a:lnTo>
                  <a:lnTo>
                    <a:pt x="1538876" y="1545547"/>
                  </a:lnTo>
                  <a:lnTo>
                    <a:pt x="1538868" y="1545551"/>
                  </a:lnTo>
                  <a:lnTo>
                    <a:pt x="1538826" y="1545568"/>
                  </a:lnTo>
                  <a:lnTo>
                    <a:pt x="1538819" y="1545571"/>
                  </a:lnTo>
                  <a:lnTo>
                    <a:pt x="1538800" y="1545579"/>
                  </a:lnTo>
                  <a:lnTo>
                    <a:pt x="1538759" y="1545596"/>
                  </a:lnTo>
                  <a:lnTo>
                    <a:pt x="1538731" y="1545608"/>
                  </a:lnTo>
                  <a:lnTo>
                    <a:pt x="1538672" y="1545633"/>
                  </a:lnTo>
                  <a:lnTo>
                    <a:pt x="1538668" y="1545636"/>
                  </a:lnTo>
                  <a:lnTo>
                    <a:pt x="1538672" y="1545685"/>
                  </a:lnTo>
                  <a:lnTo>
                    <a:pt x="1538681" y="1545722"/>
                  </a:lnTo>
                  <a:lnTo>
                    <a:pt x="1538688" y="1545753"/>
                  </a:lnTo>
                  <a:lnTo>
                    <a:pt x="1538701" y="1545789"/>
                  </a:lnTo>
                  <a:lnTo>
                    <a:pt x="1538732" y="1545792"/>
                  </a:lnTo>
                  <a:lnTo>
                    <a:pt x="1538770" y="1545799"/>
                  </a:lnTo>
                  <a:lnTo>
                    <a:pt x="1538785" y="1545801"/>
                  </a:lnTo>
                  <a:lnTo>
                    <a:pt x="1538799" y="1545800"/>
                  </a:lnTo>
                  <a:lnTo>
                    <a:pt x="1538827" y="1545796"/>
                  </a:lnTo>
                  <a:lnTo>
                    <a:pt x="1538841" y="1545795"/>
                  </a:lnTo>
                  <a:lnTo>
                    <a:pt x="1538847" y="1545807"/>
                  </a:lnTo>
                  <a:lnTo>
                    <a:pt x="1538838" y="1545829"/>
                  </a:lnTo>
                  <a:lnTo>
                    <a:pt x="1538833" y="1545839"/>
                  </a:lnTo>
                  <a:lnTo>
                    <a:pt x="1538825" y="1545857"/>
                  </a:lnTo>
                  <a:lnTo>
                    <a:pt x="1538820" y="1545870"/>
                  </a:lnTo>
                  <a:lnTo>
                    <a:pt x="1538814" y="1545889"/>
                  </a:lnTo>
                  <a:lnTo>
                    <a:pt x="1538809" y="1545904"/>
                  </a:lnTo>
                  <a:lnTo>
                    <a:pt x="1538787" y="1545973"/>
                  </a:lnTo>
                  <a:lnTo>
                    <a:pt x="1538773" y="1545994"/>
                  </a:lnTo>
                  <a:lnTo>
                    <a:pt x="1538732" y="1545995"/>
                  </a:lnTo>
                  <a:lnTo>
                    <a:pt x="1538707" y="1545996"/>
                  </a:lnTo>
                  <a:lnTo>
                    <a:pt x="1538694" y="1546024"/>
                  </a:lnTo>
                  <a:lnTo>
                    <a:pt x="1538678" y="1546062"/>
                  </a:lnTo>
                  <a:lnTo>
                    <a:pt x="1538646" y="1546165"/>
                  </a:lnTo>
                  <a:lnTo>
                    <a:pt x="1538632" y="1546208"/>
                  </a:lnTo>
                  <a:lnTo>
                    <a:pt x="1538644" y="1546222"/>
                  </a:lnTo>
                  <a:lnTo>
                    <a:pt x="1538648" y="1546226"/>
                  </a:lnTo>
                  <a:lnTo>
                    <a:pt x="1538736" y="1546187"/>
                  </a:lnTo>
                  <a:lnTo>
                    <a:pt x="1538760" y="1546176"/>
                  </a:lnTo>
                  <a:lnTo>
                    <a:pt x="1538791" y="1546165"/>
                  </a:lnTo>
                  <a:lnTo>
                    <a:pt x="1538820" y="1546157"/>
                  </a:lnTo>
                  <a:lnTo>
                    <a:pt x="1538838" y="1546153"/>
                  </a:lnTo>
                  <a:lnTo>
                    <a:pt x="1538849" y="1546152"/>
                  </a:lnTo>
                  <a:lnTo>
                    <a:pt x="1538856" y="1546153"/>
                  </a:lnTo>
                  <a:lnTo>
                    <a:pt x="1538865" y="1546155"/>
                  </a:lnTo>
                  <a:lnTo>
                    <a:pt x="1538875" y="1546160"/>
                  </a:lnTo>
                  <a:lnTo>
                    <a:pt x="1538882" y="1546167"/>
                  </a:lnTo>
                  <a:lnTo>
                    <a:pt x="1538890" y="1546180"/>
                  </a:lnTo>
                  <a:lnTo>
                    <a:pt x="1538897" y="1546194"/>
                  </a:lnTo>
                  <a:lnTo>
                    <a:pt x="1538950" y="1546420"/>
                  </a:lnTo>
                  <a:lnTo>
                    <a:pt x="1538956" y="1546445"/>
                  </a:lnTo>
                  <a:lnTo>
                    <a:pt x="1538966" y="1546497"/>
                  </a:lnTo>
                  <a:lnTo>
                    <a:pt x="1538968" y="1546506"/>
                  </a:lnTo>
                  <a:lnTo>
                    <a:pt x="1539004" y="1546685"/>
                  </a:lnTo>
                  <a:lnTo>
                    <a:pt x="1539012" y="1546726"/>
                  </a:lnTo>
                  <a:lnTo>
                    <a:pt x="1539015" y="1546744"/>
                  </a:lnTo>
                  <a:lnTo>
                    <a:pt x="1539017" y="1546753"/>
                  </a:lnTo>
                  <a:lnTo>
                    <a:pt x="1539017" y="1546762"/>
                  </a:lnTo>
                  <a:lnTo>
                    <a:pt x="1539018" y="1546768"/>
                  </a:lnTo>
                  <a:lnTo>
                    <a:pt x="1539018" y="1546785"/>
                  </a:lnTo>
                  <a:lnTo>
                    <a:pt x="1539017" y="1546798"/>
                  </a:lnTo>
                  <a:lnTo>
                    <a:pt x="1539016" y="1546806"/>
                  </a:lnTo>
                  <a:lnTo>
                    <a:pt x="1539014" y="1546814"/>
                  </a:lnTo>
                  <a:lnTo>
                    <a:pt x="1539010" y="1546831"/>
                  </a:lnTo>
                  <a:lnTo>
                    <a:pt x="1539007" y="1546838"/>
                  </a:lnTo>
                  <a:lnTo>
                    <a:pt x="1539004" y="1546844"/>
                  </a:lnTo>
                  <a:lnTo>
                    <a:pt x="1538997" y="1546855"/>
                  </a:lnTo>
                  <a:lnTo>
                    <a:pt x="1538993" y="1546860"/>
                  </a:lnTo>
                  <a:lnTo>
                    <a:pt x="1538976" y="1546860"/>
                  </a:lnTo>
                  <a:lnTo>
                    <a:pt x="1538955" y="1546861"/>
                  </a:lnTo>
                  <a:lnTo>
                    <a:pt x="1538940" y="1546862"/>
                  </a:lnTo>
                  <a:lnTo>
                    <a:pt x="1538853" y="1546864"/>
                  </a:lnTo>
                  <a:lnTo>
                    <a:pt x="1538789" y="1546865"/>
                  </a:lnTo>
                  <a:lnTo>
                    <a:pt x="1538748" y="1546866"/>
                  </a:lnTo>
                  <a:lnTo>
                    <a:pt x="1538706" y="1546867"/>
                  </a:lnTo>
                  <a:lnTo>
                    <a:pt x="1538625" y="1546869"/>
                  </a:lnTo>
                  <a:lnTo>
                    <a:pt x="1538523" y="1546872"/>
                  </a:lnTo>
                  <a:lnTo>
                    <a:pt x="1538513" y="1546872"/>
                  </a:lnTo>
                  <a:lnTo>
                    <a:pt x="1538499" y="1546874"/>
                  </a:lnTo>
                  <a:lnTo>
                    <a:pt x="1538495" y="1546874"/>
                  </a:lnTo>
                  <a:lnTo>
                    <a:pt x="1538481" y="1546879"/>
                  </a:lnTo>
                  <a:lnTo>
                    <a:pt x="1538404" y="1546906"/>
                  </a:lnTo>
                  <a:lnTo>
                    <a:pt x="1538351" y="1546923"/>
                  </a:lnTo>
                  <a:lnTo>
                    <a:pt x="1538299" y="1546925"/>
                  </a:lnTo>
                  <a:lnTo>
                    <a:pt x="1538278" y="1546925"/>
                  </a:lnTo>
                  <a:lnTo>
                    <a:pt x="1538105" y="1546934"/>
                  </a:lnTo>
                  <a:lnTo>
                    <a:pt x="1537856" y="1546950"/>
                  </a:lnTo>
                  <a:lnTo>
                    <a:pt x="1537825" y="1546951"/>
                  </a:lnTo>
                  <a:lnTo>
                    <a:pt x="1537819" y="1546951"/>
                  </a:lnTo>
                  <a:lnTo>
                    <a:pt x="1537805" y="1546950"/>
                  </a:lnTo>
                  <a:lnTo>
                    <a:pt x="1537797" y="1546949"/>
                  </a:lnTo>
                  <a:lnTo>
                    <a:pt x="1537786" y="1546944"/>
                  </a:lnTo>
                  <a:lnTo>
                    <a:pt x="1537772" y="1546940"/>
                  </a:lnTo>
                  <a:lnTo>
                    <a:pt x="1537758" y="1546934"/>
                  </a:lnTo>
                  <a:lnTo>
                    <a:pt x="1537750" y="1546929"/>
                  </a:lnTo>
                  <a:lnTo>
                    <a:pt x="1537720" y="1546909"/>
                  </a:lnTo>
                  <a:lnTo>
                    <a:pt x="1537705" y="1546899"/>
                  </a:lnTo>
                  <a:lnTo>
                    <a:pt x="1537607" y="1546834"/>
                  </a:lnTo>
                  <a:lnTo>
                    <a:pt x="1537582" y="1546823"/>
                  </a:lnTo>
                  <a:lnTo>
                    <a:pt x="1537490" y="1546780"/>
                  </a:lnTo>
                  <a:lnTo>
                    <a:pt x="1537450" y="1546761"/>
                  </a:lnTo>
                  <a:lnTo>
                    <a:pt x="1537447" y="1546744"/>
                  </a:lnTo>
                  <a:lnTo>
                    <a:pt x="1537445" y="1546731"/>
                  </a:lnTo>
                  <a:lnTo>
                    <a:pt x="1537368" y="1546664"/>
                  </a:lnTo>
                  <a:lnTo>
                    <a:pt x="1537295" y="1546611"/>
                  </a:lnTo>
                  <a:lnTo>
                    <a:pt x="1537290" y="1546608"/>
                  </a:lnTo>
                  <a:lnTo>
                    <a:pt x="1537247" y="1546577"/>
                  </a:lnTo>
                  <a:lnTo>
                    <a:pt x="1537228" y="1546563"/>
                  </a:lnTo>
                  <a:lnTo>
                    <a:pt x="1537209" y="1546549"/>
                  </a:lnTo>
                  <a:lnTo>
                    <a:pt x="1537199" y="1546541"/>
                  </a:lnTo>
                  <a:lnTo>
                    <a:pt x="1537184" y="1546547"/>
                  </a:lnTo>
                  <a:lnTo>
                    <a:pt x="1537175" y="1546554"/>
                  </a:lnTo>
                  <a:lnTo>
                    <a:pt x="1537172" y="1546563"/>
                  </a:lnTo>
                  <a:lnTo>
                    <a:pt x="1537149" y="1546571"/>
                  </a:lnTo>
                  <a:lnTo>
                    <a:pt x="1537143" y="1546572"/>
                  </a:lnTo>
                  <a:lnTo>
                    <a:pt x="1537124" y="1546578"/>
                  </a:lnTo>
                  <a:lnTo>
                    <a:pt x="1537111" y="1546583"/>
                  </a:lnTo>
                  <a:lnTo>
                    <a:pt x="1537104" y="1546584"/>
                  </a:lnTo>
                  <a:lnTo>
                    <a:pt x="1537096" y="1546585"/>
                  </a:lnTo>
                  <a:lnTo>
                    <a:pt x="1537090" y="1546585"/>
                  </a:lnTo>
                  <a:lnTo>
                    <a:pt x="1537082" y="1546586"/>
                  </a:lnTo>
                  <a:lnTo>
                    <a:pt x="1537077" y="1546587"/>
                  </a:lnTo>
                  <a:lnTo>
                    <a:pt x="1537065" y="1546588"/>
                  </a:lnTo>
                  <a:lnTo>
                    <a:pt x="1537021" y="1546590"/>
                  </a:lnTo>
                  <a:lnTo>
                    <a:pt x="1536940" y="1546594"/>
                  </a:lnTo>
                  <a:lnTo>
                    <a:pt x="1536873" y="1546601"/>
                  </a:lnTo>
                  <a:lnTo>
                    <a:pt x="1536867" y="1546602"/>
                  </a:lnTo>
                  <a:lnTo>
                    <a:pt x="1536810" y="1546611"/>
                  </a:lnTo>
                  <a:lnTo>
                    <a:pt x="1536800" y="1546628"/>
                  </a:lnTo>
                  <a:lnTo>
                    <a:pt x="1536795" y="1546650"/>
                  </a:lnTo>
                  <a:lnTo>
                    <a:pt x="1536794" y="1546656"/>
                  </a:lnTo>
                  <a:lnTo>
                    <a:pt x="1536792" y="1546664"/>
                  </a:lnTo>
                  <a:lnTo>
                    <a:pt x="1536794" y="1546669"/>
                  </a:lnTo>
                  <a:lnTo>
                    <a:pt x="1536798" y="1546680"/>
                  </a:lnTo>
                  <a:lnTo>
                    <a:pt x="1536802" y="1546697"/>
                  </a:lnTo>
                  <a:lnTo>
                    <a:pt x="1536810" y="1546709"/>
                  </a:lnTo>
                  <a:lnTo>
                    <a:pt x="1536868" y="1546710"/>
                  </a:lnTo>
                  <a:lnTo>
                    <a:pt x="1536895" y="1546716"/>
                  </a:lnTo>
                  <a:lnTo>
                    <a:pt x="1536924" y="1546722"/>
                  </a:lnTo>
                  <a:lnTo>
                    <a:pt x="1536980" y="1546727"/>
                  </a:lnTo>
                  <a:lnTo>
                    <a:pt x="1536996" y="1546739"/>
                  </a:lnTo>
                  <a:lnTo>
                    <a:pt x="1537021" y="1546742"/>
                  </a:lnTo>
                  <a:lnTo>
                    <a:pt x="1537054" y="1546739"/>
                  </a:lnTo>
                  <a:lnTo>
                    <a:pt x="1537067" y="1546744"/>
                  </a:lnTo>
                  <a:lnTo>
                    <a:pt x="1537077" y="1546753"/>
                  </a:lnTo>
                  <a:lnTo>
                    <a:pt x="1537092" y="1546770"/>
                  </a:lnTo>
                  <a:lnTo>
                    <a:pt x="1537099" y="1546784"/>
                  </a:lnTo>
                  <a:lnTo>
                    <a:pt x="1537111" y="1546808"/>
                  </a:lnTo>
                  <a:lnTo>
                    <a:pt x="1537122" y="1546824"/>
                  </a:lnTo>
                  <a:lnTo>
                    <a:pt x="1537161" y="1546880"/>
                  </a:lnTo>
                  <a:lnTo>
                    <a:pt x="1537173" y="1546901"/>
                  </a:lnTo>
                  <a:lnTo>
                    <a:pt x="1537215" y="1546922"/>
                  </a:lnTo>
                  <a:lnTo>
                    <a:pt x="1537219" y="1546924"/>
                  </a:lnTo>
                  <a:lnTo>
                    <a:pt x="1537248" y="1546938"/>
                  </a:lnTo>
                  <a:lnTo>
                    <a:pt x="1537362" y="1546993"/>
                  </a:lnTo>
                  <a:lnTo>
                    <a:pt x="1537446" y="1547030"/>
                  </a:lnTo>
                  <a:lnTo>
                    <a:pt x="1537509" y="1547057"/>
                  </a:lnTo>
                  <a:lnTo>
                    <a:pt x="1537625" y="1547107"/>
                  </a:lnTo>
                  <a:lnTo>
                    <a:pt x="1537631" y="1547107"/>
                  </a:lnTo>
                  <a:lnTo>
                    <a:pt x="1537682" y="1547118"/>
                  </a:lnTo>
                  <a:lnTo>
                    <a:pt x="1537714" y="1547121"/>
                  </a:lnTo>
                  <a:lnTo>
                    <a:pt x="1537772" y="1547136"/>
                  </a:lnTo>
                  <a:lnTo>
                    <a:pt x="1537789" y="1547138"/>
                  </a:lnTo>
                  <a:lnTo>
                    <a:pt x="1537815" y="1547141"/>
                  </a:lnTo>
                  <a:lnTo>
                    <a:pt x="1537834" y="1547143"/>
                  </a:lnTo>
                  <a:lnTo>
                    <a:pt x="1537845" y="1547145"/>
                  </a:lnTo>
                  <a:lnTo>
                    <a:pt x="1538015" y="1547138"/>
                  </a:lnTo>
                  <a:lnTo>
                    <a:pt x="1538131" y="1547133"/>
                  </a:lnTo>
                  <a:lnTo>
                    <a:pt x="1538207" y="1547150"/>
                  </a:lnTo>
                  <a:lnTo>
                    <a:pt x="1538314" y="1547174"/>
                  </a:lnTo>
                  <a:lnTo>
                    <a:pt x="1538568" y="1547231"/>
                  </a:lnTo>
                  <a:lnTo>
                    <a:pt x="1538687" y="1547296"/>
                  </a:lnTo>
                  <a:lnTo>
                    <a:pt x="1538874" y="1547397"/>
                  </a:lnTo>
                  <a:lnTo>
                    <a:pt x="1539035" y="1547576"/>
                  </a:lnTo>
                  <a:lnTo>
                    <a:pt x="1539101" y="1547687"/>
                  </a:lnTo>
                  <a:lnTo>
                    <a:pt x="1539159" y="1547785"/>
                  </a:lnTo>
                  <a:lnTo>
                    <a:pt x="1539222" y="1547937"/>
                  </a:lnTo>
                  <a:lnTo>
                    <a:pt x="1539258" y="1548022"/>
                  </a:lnTo>
                  <a:lnTo>
                    <a:pt x="1539262" y="1548032"/>
                  </a:lnTo>
                  <a:lnTo>
                    <a:pt x="1539263" y="1548050"/>
                  </a:lnTo>
                  <a:lnTo>
                    <a:pt x="1539241" y="1548067"/>
                  </a:lnTo>
                  <a:lnTo>
                    <a:pt x="1539218" y="1548084"/>
                  </a:lnTo>
                  <a:lnTo>
                    <a:pt x="1539221" y="1548118"/>
                  </a:lnTo>
                  <a:lnTo>
                    <a:pt x="1539242" y="1548165"/>
                  </a:lnTo>
                  <a:lnTo>
                    <a:pt x="1539256" y="1548179"/>
                  </a:lnTo>
                  <a:lnTo>
                    <a:pt x="1539265" y="1548188"/>
                  </a:lnTo>
                  <a:lnTo>
                    <a:pt x="1539271" y="1548184"/>
                  </a:lnTo>
                  <a:lnTo>
                    <a:pt x="1539290" y="1548172"/>
                  </a:lnTo>
                  <a:lnTo>
                    <a:pt x="1539303" y="1548170"/>
                  </a:lnTo>
                  <a:lnTo>
                    <a:pt x="1539338" y="1548165"/>
                  </a:lnTo>
                  <a:lnTo>
                    <a:pt x="1539355" y="1548171"/>
                  </a:lnTo>
                  <a:lnTo>
                    <a:pt x="1539376" y="1548212"/>
                  </a:lnTo>
                  <a:lnTo>
                    <a:pt x="1539413" y="1548258"/>
                  </a:lnTo>
                  <a:lnTo>
                    <a:pt x="1539421" y="1548268"/>
                  </a:lnTo>
                  <a:lnTo>
                    <a:pt x="1539452" y="1548307"/>
                  </a:lnTo>
                  <a:lnTo>
                    <a:pt x="1539474" y="1548326"/>
                  </a:lnTo>
                  <a:lnTo>
                    <a:pt x="1539526" y="1548373"/>
                  </a:lnTo>
                  <a:lnTo>
                    <a:pt x="1539537" y="1548386"/>
                  </a:lnTo>
                  <a:lnTo>
                    <a:pt x="1539584" y="1548439"/>
                  </a:lnTo>
                  <a:lnTo>
                    <a:pt x="1539643" y="1548505"/>
                  </a:lnTo>
                  <a:lnTo>
                    <a:pt x="1539671" y="1548537"/>
                  </a:lnTo>
                  <a:lnTo>
                    <a:pt x="1539683" y="1548551"/>
                  </a:lnTo>
                  <a:lnTo>
                    <a:pt x="1539699" y="1548569"/>
                  </a:lnTo>
                  <a:lnTo>
                    <a:pt x="1539740" y="1548615"/>
                  </a:lnTo>
                  <a:lnTo>
                    <a:pt x="1539889" y="1548757"/>
                  </a:lnTo>
                  <a:lnTo>
                    <a:pt x="1539907" y="1548774"/>
                  </a:lnTo>
                  <a:lnTo>
                    <a:pt x="1539957" y="1548818"/>
                  </a:lnTo>
                  <a:lnTo>
                    <a:pt x="1539978" y="1548836"/>
                  </a:lnTo>
                  <a:lnTo>
                    <a:pt x="1539989" y="1548839"/>
                  </a:lnTo>
                  <a:lnTo>
                    <a:pt x="1540034" y="1548851"/>
                  </a:lnTo>
                  <a:lnTo>
                    <a:pt x="1540057" y="1548857"/>
                  </a:lnTo>
                  <a:lnTo>
                    <a:pt x="1540107" y="1548879"/>
                  </a:lnTo>
                  <a:lnTo>
                    <a:pt x="1540131" y="1548898"/>
                  </a:lnTo>
                  <a:lnTo>
                    <a:pt x="1540151" y="1548915"/>
                  </a:lnTo>
                  <a:lnTo>
                    <a:pt x="1540219" y="1548913"/>
                  </a:lnTo>
                  <a:lnTo>
                    <a:pt x="1540254" y="1548883"/>
                  </a:lnTo>
                  <a:lnTo>
                    <a:pt x="1540260" y="1548865"/>
                  </a:lnTo>
                  <a:lnTo>
                    <a:pt x="1540283" y="1548856"/>
                  </a:lnTo>
                  <a:lnTo>
                    <a:pt x="1540299" y="1548865"/>
                  </a:lnTo>
                  <a:lnTo>
                    <a:pt x="1540326" y="1548880"/>
                  </a:lnTo>
                  <a:lnTo>
                    <a:pt x="1540346" y="1548910"/>
                  </a:lnTo>
                  <a:lnTo>
                    <a:pt x="1540363" y="1548962"/>
                  </a:lnTo>
                  <a:lnTo>
                    <a:pt x="1540367" y="1549030"/>
                  </a:lnTo>
                  <a:lnTo>
                    <a:pt x="1540336" y="1549092"/>
                  </a:lnTo>
                  <a:lnTo>
                    <a:pt x="1540316" y="1549254"/>
                  </a:lnTo>
                  <a:lnTo>
                    <a:pt x="1540305" y="1549320"/>
                  </a:lnTo>
                  <a:lnTo>
                    <a:pt x="1540310" y="1549351"/>
                  </a:lnTo>
                  <a:lnTo>
                    <a:pt x="1540313" y="1549369"/>
                  </a:lnTo>
                  <a:lnTo>
                    <a:pt x="1540323" y="1549379"/>
                  </a:lnTo>
                  <a:lnTo>
                    <a:pt x="1540340" y="1549395"/>
                  </a:lnTo>
                  <a:lnTo>
                    <a:pt x="1540403" y="1549436"/>
                  </a:lnTo>
                  <a:lnTo>
                    <a:pt x="1540577" y="1549307"/>
                  </a:lnTo>
                  <a:lnTo>
                    <a:pt x="1540639" y="1549421"/>
                  </a:lnTo>
                  <a:lnTo>
                    <a:pt x="1540416" y="1549592"/>
                  </a:lnTo>
                  <a:lnTo>
                    <a:pt x="1540423" y="1549631"/>
                  </a:lnTo>
                  <a:lnTo>
                    <a:pt x="1540411" y="1549747"/>
                  </a:lnTo>
                  <a:lnTo>
                    <a:pt x="1540418" y="1549771"/>
                  </a:lnTo>
                  <a:lnTo>
                    <a:pt x="1540421" y="1549776"/>
                  </a:lnTo>
                  <a:lnTo>
                    <a:pt x="1540430" y="1549784"/>
                  </a:lnTo>
                  <a:lnTo>
                    <a:pt x="1540439" y="1549793"/>
                  </a:lnTo>
                  <a:lnTo>
                    <a:pt x="1540449" y="1549801"/>
                  </a:lnTo>
                  <a:lnTo>
                    <a:pt x="1540453" y="1549805"/>
                  </a:lnTo>
                  <a:lnTo>
                    <a:pt x="1540466" y="1549813"/>
                  </a:lnTo>
                  <a:lnTo>
                    <a:pt x="1540472" y="1549817"/>
                  </a:lnTo>
                  <a:lnTo>
                    <a:pt x="1540479" y="1549823"/>
                  </a:lnTo>
                  <a:lnTo>
                    <a:pt x="1540500" y="1549829"/>
                  </a:lnTo>
                  <a:lnTo>
                    <a:pt x="1540564" y="1549848"/>
                  </a:lnTo>
                  <a:lnTo>
                    <a:pt x="1540571" y="1549849"/>
                  </a:lnTo>
                  <a:lnTo>
                    <a:pt x="1540619" y="1549873"/>
                  </a:lnTo>
                  <a:lnTo>
                    <a:pt x="1540695" y="1549909"/>
                  </a:lnTo>
                  <a:lnTo>
                    <a:pt x="1540761" y="1549974"/>
                  </a:lnTo>
                  <a:lnTo>
                    <a:pt x="1540782" y="1550013"/>
                  </a:lnTo>
                  <a:lnTo>
                    <a:pt x="1540811" y="1550013"/>
                  </a:lnTo>
                  <a:lnTo>
                    <a:pt x="1540886" y="1550059"/>
                  </a:lnTo>
                  <a:lnTo>
                    <a:pt x="1540940" y="1550137"/>
                  </a:lnTo>
                  <a:lnTo>
                    <a:pt x="1540988" y="1550207"/>
                  </a:lnTo>
                  <a:lnTo>
                    <a:pt x="1541001" y="1550231"/>
                  </a:lnTo>
                  <a:lnTo>
                    <a:pt x="1541018" y="1550266"/>
                  </a:lnTo>
                  <a:lnTo>
                    <a:pt x="1541130" y="1550543"/>
                  </a:lnTo>
                  <a:lnTo>
                    <a:pt x="1541059" y="1550580"/>
                  </a:lnTo>
                  <a:lnTo>
                    <a:pt x="1541091" y="1550959"/>
                  </a:lnTo>
                  <a:lnTo>
                    <a:pt x="1540886" y="1551009"/>
                  </a:lnTo>
                  <a:lnTo>
                    <a:pt x="1540751" y="1550721"/>
                  </a:lnTo>
                  <a:lnTo>
                    <a:pt x="1540723" y="1550694"/>
                  </a:lnTo>
                  <a:lnTo>
                    <a:pt x="1540684" y="1550672"/>
                  </a:lnTo>
                  <a:lnTo>
                    <a:pt x="1540666" y="1550674"/>
                  </a:lnTo>
                  <a:lnTo>
                    <a:pt x="1540658" y="1550674"/>
                  </a:lnTo>
                  <a:lnTo>
                    <a:pt x="1540626" y="1550700"/>
                  </a:lnTo>
                  <a:lnTo>
                    <a:pt x="1540522" y="1550774"/>
                  </a:lnTo>
                  <a:lnTo>
                    <a:pt x="1540516" y="1550782"/>
                  </a:lnTo>
                  <a:lnTo>
                    <a:pt x="1540500" y="1550805"/>
                  </a:lnTo>
                  <a:lnTo>
                    <a:pt x="1540484" y="1550821"/>
                  </a:lnTo>
                  <a:lnTo>
                    <a:pt x="1540493" y="1550848"/>
                  </a:lnTo>
                  <a:lnTo>
                    <a:pt x="1540523" y="1550872"/>
                  </a:lnTo>
                  <a:lnTo>
                    <a:pt x="1540529" y="1550872"/>
                  </a:lnTo>
                  <a:lnTo>
                    <a:pt x="1540534" y="1550872"/>
                  </a:lnTo>
                  <a:lnTo>
                    <a:pt x="1540540" y="1550873"/>
                  </a:lnTo>
                  <a:lnTo>
                    <a:pt x="1540547" y="1550873"/>
                  </a:lnTo>
                  <a:lnTo>
                    <a:pt x="1540554" y="1550874"/>
                  </a:lnTo>
                  <a:lnTo>
                    <a:pt x="1540562" y="1550874"/>
                  </a:lnTo>
                  <a:lnTo>
                    <a:pt x="1540569" y="1550875"/>
                  </a:lnTo>
                  <a:lnTo>
                    <a:pt x="1540574" y="1550875"/>
                  </a:lnTo>
                  <a:lnTo>
                    <a:pt x="1540578" y="1550876"/>
                  </a:lnTo>
                  <a:lnTo>
                    <a:pt x="1540591" y="1550878"/>
                  </a:lnTo>
                  <a:lnTo>
                    <a:pt x="1540598" y="1550881"/>
                  </a:lnTo>
                  <a:lnTo>
                    <a:pt x="1540606" y="1550884"/>
                  </a:lnTo>
                  <a:lnTo>
                    <a:pt x="1540612" y="1550889"/>
                  </a:lnTo>
                  <a:lnTo>
                    <a:pt x="1540618" y="1550892"/>
                  </a:lnTo>
                  <a:lnTo>
                    <a:pt x="1540626" y="1550898"/>
                  </a:lnTo>
                  <a:lnTo>
                    <a:pt x="1540631" y="1550903"/>
                  </a:lnTo>
                  <a:lnTo>
                    <a:pt x="1540636" y="1550908"/>
                  </a:lnTo>
                  <a:lnTo>
                    <a:pt x="1540642" y="1550913"/>
                  </a:lnTo>
                  <a:lnTo>
                    <a:pt x="1540651" y="1550921"/>
                  </a:lnTo>
                  <a:lnTo>
                    <a:pt x="1540655" y="1550925"/>
                  </a:lnTo>
                  <a:lnTo>
                    <a:pt x="1540660" y="1550931"/>
                  </a:lnTo>
                  <a:lnTo>
                    <a:pt x="1540664" y="1550935"/>
                  </a:lnTo>
                  <a:lnTo>
                    <a:pt x="1540668" y="1550938"/>
                  </a:lnTo>
                  <a:lnTo>
                    <a:pt x="1540672" y="1550942"/>
                  </a:lnTo>
                  <a:lnTo>
                    <a:pt x="1540678" y="1550947"/>
                  </a:lnTo>
                  <a:lnTo>
                    <a:pt x="1540691" y="1550958"/>
                  </a:lnTo>
                  <a:lnTo>
                    <a:pt x="1540698" y="1550964"/>
                  </a:lnTo>
                  <a:lnTo>
                    <a:pt x="1540715" y="1550986"/>
                  </a:lnTo>
                  <a:lnTo>
                    <a:pt x="1540719" y="1550990"/>
                  </a:lnTo>
                  <a:lnTo>
                    <a:pt x="1540724" y="1550995"/>
                  </a:lnTo>
                  <a:lnTo>
                    <a:pt x="1540730" y="1551003"/>
                  </a:lnTo>
                  <a:lnTo>
                    <a:pt x="1540734" y="1551009"/>
                  </a:lnTo>
                  <a:lnTo>
                    <a:pt x="1540742" y="1551017"/>
                  </a:lnTo>
                  <a:lnTo>
                    <a:pt x="1540747" y="1551024"/>
                  </a:lnTo>
                  <a:lnTo>
                    <a:pt x="1540753" y="1551032"/>
                  </a:lnTo>
                  <a:lnTo>
                    <a:pt x="1540756" y="1551039"/>
                  </a:lnTo>
                  <a:lnTo>
                    <a:pt x="1540759" y="1551044"/>
                  </a:lnTo>
                  <a:lnTo>
                    <a:pt x="1540764" y="1551051"/>
                  </a:lnTo>
                  <a:lnTo>
                    <a:pt x="1540769" y="1551057"/>
                  </a:lnTo>
                  <a:lnTo>
                    <a:pt x="1540774" y="1551065"/>
                  </a:lnTo>
                  <a:lnTo>
                    <a:pt x="1540781" y="1551074"/>
                  </a:lnTo>
                  <a:lnTo>
                    <a:pt x="1540813" y="1551123"/>
                  </a:lnTo>
                  <a:lnTo>
                    <a:pt x="1540819" y="1551135"/>
                  </a:lnTo>
                  <a:lnTo>
                    <a:pt x="1540848" y="1551194"/>
                  </a:lnTo>
                  <a:lnTo>
                    <a:pt x="1540851" y="1551202"/>
                  </a:lnTo>
                  <a:lnTo>
                    <a:pt x="1540864" y="1551251"/>
                  </a:lnTo>
                  <a:lnTo>
                    <a:pt x="1540868" y="1551316"/>
                  </a:lnTo>
                  <a:lnTo>
                    <a:pt x="1540867" y="1551326"/>
                  </a:lnTo>
                  <a:lnTo>
                    <a:pt x="1540866" y="1551333"/>
                  </a:lnTo>
                  <a:lnTo>
                    <a:pt x="1540860" y="1551349"/>
                  </a:lnTo>
                  <a:lnTo>
                    <a:pt x="1540854" y="1551365"/>
                  </a:lnTo>
                  <a:lnTo>
                    <a:pt x="1540851" y="1551376"/>
                  </a:lnTo>
                  <a:lnTo>
                    <a:pt x="1540843" y="1551397"/>
                  </a:lnTo>
                  <a:lnTo>
                    <a:pt x="1540838" y="1551411"/>
                  </a:lnTo>
                  <a:lnTo>
                    <a:pt x="1540790" y="1551550"/>
                  </a:lnTo>
                  <a:lnTo>
                    <a:pt x="1540785" y="1551561"/>
                  </a:lnTo>
                  <a:lnTo>
                    <a:pt x="1540783" y="1551567"/>
                  </a:lnTo>
                  <a:lnTo>
                    <a:pt x="1540778" y="1551576"/>
                  </a:lnTo>
                  <a:lnTo>
                    <a:pt x="1540775" y="1551586"/>
                  </a:lnTo>
                  <a:lnTo>
                    <a:pt x="1540770" y="1551596"/>
                  </a:lnTo>
                  <a:lnTo>
                    <a:pt x="1540766" y="1551605"/>
                  </a:lnTo>
                  <a:lnTo>
                    <a:pt x="1540762" y="1551616"/>
                  </a:lnTo>
                  <a:lnTo>
                    <a:pt x="1540758" y="1551626"/>
                  </a:lnTo>
                  <a:lnTo>
                    <a:pt x="1540754" y="1551634"/>
                  </a:lnTo>
                  <a:lnTo>
                    <a:pt x="1540746" y="1551649"/>
                  </a:lnTo>
                  <a:lnTo>
                    <a:pt x="1540737" y="1551665"/>
                  </a:lnTo>
                  <a:lnTo>
                    <a:pt x="1540732" y="1551675"/>
                  </a:lnTo>
                  <a:lnTo>
                    <a:pt x="1540729" y="1551680"/>
                  </a:lnTo>
                  <a:lnTo>
                    <a:pt x="1540725" y="1551683"/>
                  </a:lnTo>
                  <a:lnTo>
                    <a:pt x="1540721" y="1551686"/>
                  </a:lnTo>
                  <a:lnTo>
                    <a:pt x="1540716" y="1551689"/>
                  </a:lnTo>
                  <a:lnTo>
                    <a:pt x="1540710" y="1551692"/>
                  </a:lnTo>
                  <a:lnTo>
                    <a:pt x="1540706" y="1551695"/>
                  </a:lnTo>
                  <a:lnTo>
                    <a:pt x="1540702" y="1551698"/>
                  </a:lnTo>
                  <a:lnTo>
                    <a:pt x="1540696" y="1551701"/>
                  </a:lnTo>
                  <a:lnTo>
                    <a:pt x="1540690" y="1551703"/>
                  </a:lnTo>
                  <a:lnTo>
                    <a:pt x="1540684" y="1551706"/>
                  </a:lnTo>
                  <a:lnTo>
                    <a:pt x="1540676" y="1551708"/>
                  </a:lnTo>
                  <a:lnTo>
                    <a:pt x="1540671" y="1551710"/>
                  </a:lnTo>
                  <a:lnTo>
                    <a:pt x="1540663" y="1551713"/>
                  </a:lnTo>
                  <a:lnTo>
                    <a:pt x="1540653" y="1551716"/>
                  </a:lnTo>
                  <a:lnTo>
                    <a:pt x="1540646" y="1551718"/>
                  </a:lnTo>
                  <a:lnTo>
                    <a:pt x="1540639" y="1551719"/>
                  </a:lnTo>
                  <a:lnTo>
                    <a:pt x="1540629" y="1551718"/>
                  </a:lnTo>
                  <a:lnTo>
                    <a:pt x="1540619" y="1551718"/>
                  </a:lnTo>
                  <a:lnTo>
                    <a:pt x="1540609" y="1551717"/>
                  </a:lnTo>
                  <a:lnTo>
                    <a:pt x="1540599" y="1551716"/>
                  </a:lnTo>
                  <a:lnTo>
                    <a:pt x="1540578" y="1551715"/>
                  </a:lnTo>
                  <a:lnTo>
                    <a:pt x="1540568" y="1551714"/>
                  </a:lnTo>
                  <a:lnTo>
                    <a:pt x="1540536" y="1551712"/>
                  </a:lnTo>
                  <a:lnTo>
                    <a:pt x="1540525" y="1551711"/>
                  </a:lnTo>
                  <a:lnTo>
                    <a:pt x="1540515" y="1551710"/>
                  </a:lnTo>
                  <a:lnTo>
                    <a:pt x="1540505" y="1551709"/>
                  </a:lnTo>
                  <a:lnTo>
                    <a:pt x="1540495" y="1551708"/>
                  </a:lnTo>
                  <a:lnTo>
                    <a:pt x="1540486" y="1551707"/>
                  </a:lnTo>
                  <a:lnTo>
                    <a:pt x="1540476" y="1551706"/>
                  </a:lnTo>
                  <a:lnTo>
                    <a:pt x="1540465" y="1551705"/>
                  </a:lnTo>
                  <a:lnTo>
                    <a:pt x="1540455" y="1551704"/>
                  </a:lnTo>
                  <a:lnTo>
                    <a:pt x="1540436" y="1551702"/>
                  </a:lnTo>
                  <a:lnTo>
                    <a:pt x="1540426" y="1551702"/>
                  </a:lnTo>
                  <a:lnTo>
                    <a:pt x="1540404" y="1551700"/>
                  </a:lnTo>
                  <a:lnTo>
                    <a:pt x="1540394" y="1551699"/>
                  </a:lnTo>
                  <a:lnTo>
                    <a:pt x="1540383" y="1551698"/>
                  </a:lnTo>
                  <a:lnTo>
                    <a:pt x="1540363" y="1551695"/>
                  </a:lnTo>
                  <a:lnTo>
                    <a:pt x="1540232" y="1551683"/>
                  </a:lnTo>
                  <a:lnTo>
                    <a:pt x="1540205" y="1551681"/>
                  </a:lnTo>
                  <a:lnTo>
                    <a:pt x="1540199" y="1551681"/>
                  </a:lnTo>
                  <a:lnTo>
                    <a:pt x="1540189" y="1551696"/>
                  </a:lnTo>
                  <a:lnTo>
                    <a:pt x="1540173" y="1551723"/>
                  </a:lnTo>
                  <a:lnTo>
                    <a:pt x="1540174" y="1551757"/>
                  </a:lnTo>
                  <a:lnTo>
                    <a:pt x="1540175" y="1551870"/>
                  </a:lnTo>
                  <a:lnTo>
                    <a:pt x="1540180" y="1551937"/>
                  </a:lnTo>
                  <a:lnTo>
                    <a:pt x="1540174" y="1551978"/>
                  </a:lnTo>
                  <a:lnTo>
                    <a:pt x="1540159" y="1552004"/>
                  </a:lnTo>
                  <a:lnTo>
                    <a:pt x="1540151" y="1552013"/>
                  </a:lnTo>
                  <a:lnTo>
                    <a:pt x="1540127" y="1552031"/>
                  </a:lnTo>
                  <a:lnTo>
                    <a:pt x="1540118" y="1552053"/>
                  </a:lnTo>
                  <a:lnTo>
                    <a:pt x="1540115" y="1552078"/>
                  </a:lnTo>
                  <a:lnTo>
                    <a:pt x="1540118" y="1552101"/>
                  </a:lnTo>
                  <a:lnTo>
                    <a:pt x="1540136" y="1552188"/>
                  </a:lnTo>
                  <a:lnTo>
                    <a:pt x="1540142" y="1552216"/>
                  </a:lnTo>
                  <a:lnTo>
                    <a:pt x="1540088" y="1552341"/>
                  </a:lnTo>
                  <a:lnTo>
                    <a:pt x="1540057" y="1552458"/>
                  </a:lnTo>
                  <a:lnTo>
                    <a:pt x="1540083" y="1552508"/>
                  </a:lnTo>
                  <a:lnTo>
                    <a:pt x="1540136" y="1552606"/>
                  </a:lnTo>
                  <a:lnTo>
                    <a:pt x="1540133" y="1552647"/>
                  </a:lnTo>
                  <a:lnTo>
                    <a:pt x="1540126" y="1552781"/>
                  </a:lnTo>
                  <a:lnTo>
                    <a:pt x="1540036" y="1553079"/>
                  </a:lnTo>
                  <a:lnTo>
                    <a:pt x="1540031" y="1553085"/>
                  </a:lnTo>
                  <a:lnTo>
                    <a:pt x="1539933" y="1553215"/>
                  </a:lnTo>
                  <a:lnTo>
                    <a:pt x="1539915" y="1553234"/>
                  </a:lnTo>
                  <a:lnTo>
                    <a:pt x="1539904" y="1553247"/>
                  </a:lnTo>
                  <a:lnTo>
                    <a:pt x="1539861" y="1553304"/>
                  </a:lnTo>
                  <a:lnTo>
                    <a:pt x="1539845" y="1553328"/>
                  </a:lnTo>
                  <a:lnTo>
                    <a:pt x="1539814" y="1553375"/>
                  </a:lnTo>
                  <a:lnTo>
                    <a:pt x="1539804" y="1553391"/>
                  </a:lnTo>
                  <a:lnTo>
                    <a:pt x="1539729" y="1553477"/>
                  </a:lnTo>
                  <a:lnTo>
                    <a:pt x="1539657" y="1553573"/>
                  </a:lnTo>
                  <a:lnTo>
                    <a:pt x="1539616" y="1553649"/>
                  </a:lnTo>
                  <a:lnTo>
                    <a:pt x="1539568" y="1553704"/>
                  </a:lnTo>
                  <a:lnTo>
                    <a:pt x="1539510" y="1553775"/>
                  </a:lnTo>
                  <a:lnTo>
                    <a:pt x="1539504" y="1553785"/>
                  </a:lnTo>
                  <a:lnTo>
                    <a:pt x="1539490" y="1553804"/>
                  </a:lnTo>
                  <a:lnTo>
                    <a:pt x="1539445" y="1553867"/>
                  </a:lnTo>
                  <a:lnTo>
                    <a:pt x="1539435" y="1553882"/>
                  </a:lnTo>
                  <a:lnTo>
                    <a:pt x="1539392" y="1553971"/>
                  </a:lnTo>
                  <a:lnTo>
                    <a:pt x="1539318" y="1554041"/>
                  </a:lnTo>
                  <a:lnTo>
                    <a:pt x="1539292" y="1554070"/>
                  </a:lnTo>
                  <a:lnTo>
                    <a:pt x="1539280" y="1554082"/>
                  </a:lnTo>
                  <a:lnTo>
                    <a:pt x="1539682" y="1554272"/>
                  </a:lnTo>
                  <a:lnTo>
                    <a:pt x="1539786" y="1554320"/>
                  </a:lnTo>
                  <a:lnTo>
                    <a:pt x="1539578" y="1554850"/>
                  </a:lnTo>
                  <a:lnTo>
                    <a:pt x="1539655" y="1555184"/>
                  </a:lnTo>
                  <a:lnTo>
                    <a:pt x="1539707" y="1555206"/>
                  </a:lnTo>
                  <a:lnTo>
                    <a:pt x="1539599" y="1555483"/>
                  </a:lnTo>
                  <a:lnTo>
                    <a:pt x="1538408" y="1554914"/>
                  </a:lnTo>
                  <a:lnTo>
                    <a:pt x="1538263" y="1554857"/>
                  </a:lnTo>
                  <a:lnTo>
                    <a:pt x="1538175" y="1554882"/>
                  </a:lnTo>
                  <a:lnTo>
                    <a:pt x="1538024" y="1554951"/>
                  </a:lnTo>
                  <a:lnTo>
                    <a:pt x="1538019" y="1554954"/>
                  </a:lnTo>
                  <a:lnTo>
                    <a:pt x="1537755" y="1555131"/>
                  </a:lnTo>
                  <a:lnTo>
                    <a:pt x="1537665" y="1555196"/>
                  </a:lnTo>
                  <a:lnTo>
                    <a:pt x="1537510" y="1555300"/>
                  </a:lnTo>
                  <a:lnTo>
                    <a:pt x="1537306" y="1555432"/>
                  </a:lnTo>
                  <a:lnTo>
                    <a:pt x="1537016" y="1555609"/>
                  </a:lnTo>
                  <a:lnTo>
                    <a:pt x="1537006" y="1555614"/>
                  </a:lnTo>
                  <a:lnTo>
                    <a:pt x="1536884" y="1555673"/>
                  </a:lnTo>
                  <a:lnTo>
                    <a:pt x="1536488" y="1555860"/>
                  </a:lnTo>
                  <a:lnTo>
                    <a:pt x="1536482" y="1555863"/>
                  </a:lnTo>
                  <a:lnTo>
                    <a:pt x="1536467" y="1555869"/>
                  </a:lnTo>
                  <a:lnTo>
                    <a:pt x="1536365" y="1555908"/>
                  </a:lnTo>
                  <a:lnTo>
                    <a:pt x="1536355" y="1555911"/>
                  </a:lnTo>
                  <a:lnTo>
                    <a:pt x="1536319" y="1555923"/>
                  </a:lnTo>
                  <a:lnTo>
                    <a:pt x="1536311" y="1555925"/>
                  </a:lnTo>
                  <a:lnTo>
                    <a:pt x="1536185" y="1555949"/>
                  </a:lnTo>
                  <a:lnTo>
                    <a:pt x="1536173" y="1555951"/>
                  </a:lnTo>
                  <a:lnTo>
                    <a:pt x="1536058" y="1555968"/>
                  </a:lnTo>
                  <a:lnTo>
                    <a:pt x="1536052" y="1555967"/>
                  </a:lnTo>
                  <a:lnTo>
                    <a:pt x="1536040" y="1555962"/>
                  </a:lnTo>
                  <a:lnTo>
                    <a:pt x="1536016" y="1555949"/>
                  </a:lnTo>
                  <a:lnTo>
                    <a:pt x="1535931" y="1555902"/>
                  </a:lnTo>
                  <a:lnTo>
                    <a:pt x="1535646" y="1555795"/>
                  </a:lnTo>
                  <a:lnTo>
                    <a:pt x="1535616" y="1555850"/>
                  </a:lnTo>
                  <a:lnTo>
                    <a:pt x="1535494" y="1556142"/>
                  </a:lnTo>
                  <a:lnTo>
                    <a:pt x="1535365" y="1556358"/>
                  </a:lnTo>
                  <a:lnTo>
                    <a:pt x="1535337" y="1556373"/>
                  </a:lnTo>
                  <a:lnTo>
                    <a:pt x="1535185" y="1556457"/>
                  </a:lnTo>
                  <a:lnTo>
                    <a:pt x="1534859" y="1556504"/>
                  </a:lnTo>
                  <a:lnTo>
                    <a:pt x="1534582" y="1556516"/>
                  </a:lnTo>
                  <a:lnTo>
                    <a:pt x="1534347" y="1556582"/>
                  </a:lnTo>
                  <a:lnTo>
                    <a:pt x="1534328" y="1556588"/>
                  </a:lnTo>
                  <a:lnTo>
                    <a:pt x="1534126" y="1556624"/>
                  </a:lnTo>
                  <a:lnTo>
                    <a:pt x="1533823" y="1556598"/>
                  </a:lnTo>
                  <a:lnTo>
                    <a:pt x="1533757" y="1556590"/>
                  </a:lnTo>
                  <a:lnTo>
                    <a:pt x="1533599" y="1556518"/>
                  </a:lnTo>
                  <a:lnTo>
                    <a:pt x="1533421" y="1556464"/>
                  </a:lnTo>
                  <a:lnTo>
                    <a:pt x="1533146" y="1556390"/>
                  </a:lnTo>
                  <a:lnTo>
                    <a:pt x="1533084" y="1556375"/>
                  </a:lnTo>
                  <a:lnTo>
                    <a:pt x="1532891" y="1556336"/>
                  </a:lnTo>
                  <a:lnTo>
                    <a:pt x="1532772" y="1556306"/>
                  </a:lnTo>
                  <a:lnTo>
                    <a:pt x="1532678" y="1556341"/>
                  </a:lnTo>
                  <a:lnTo>
                    <a:pt x="1532612" y="1556374"/>
                  </a:lnTo>
                  <a:lnTo>
                    <a:pt x="1532573" y="1556394"/>
                  </a:lnTo>
                  <a:lnTo>
                    <a:pt x="1532491" y="1556435"/>
                  </a:lnTo>
                  <a:lnTo>
                    <a:pt x="1532284" y="1556448"/>
                  </a:lnTo>
                  <a:lnTo>
                    <a:pt x="1531603" y="1556559"/>
                  </a:lnTo>
                  <a:lnTo>
                    <a:pt x="1531528" y="1556570"/>
                  </a:lnTo>
                  <a:lnTo>
                    <a:pt x="1531349" y="1556584"/>
                  </a:lnTo>
                  <a:lnTo>
                    <a:pt x="1531234" y="1556626"/>
                  </a:lnTo>
                  <a:lnTo>
                    <a:pt x="1531229" y="1556628"/>
                  </a:lnTo>
                  <a:lnTo>
                    <a:pt x="1530913" y="1556707"/>
                  </a:lnTo>
                  <a:lnTo>
                    <a:pt x="1530869" y="1556719"/>
                  </a:lnTo>
                  <a:lnTo>
                    <a:pt x="1530817" y="1556730"/>
                  </a:lnTo>
                  <a:lnTo>
                    <a:pt x="1530543" y="1556781"/>
                  </a:lnTo>
                  <a:lnTo>
                    <a:pt x="1530514" y="1556786"/>
                  </a:lnTo>
                  <a:lnTo>
                    <a:pt x="1530382" y="1556784"/>
                  </a:lnTo>
                  <a:lnTo>
                    <a:pt x="1530335" y="1556776"/>
                  </a:lnTo>
                  <a:lnTo>
                    <a:pt x="1530324" y="1556772"/>
                  </a:lnTo>
                  <a:lnTo>
                    <a:pt x="1530255" y="1556726"/>
                  </a:lnTo>
                  <a:lnTo>
                    <a:pt x="1530208" y="1556695"/>
                  </a:lnTo>
                  <a:lnTo>
                    <a:pt x="1530186" y="1556612"/>
                  </a:lnTo>
                  <a:lnTo>
                    <a:pt x="1530189" y="1556583"/>
                  </a:lnTo>
                  <a:lnTo>
                    <a:pt x="1530245" y="1556539"/>
                  </a:lnTo>
                  <a:lnTo>
                    <a:pt x="1530276" y="1556514"/>
                  </a:lnTo>
                  <a:lnTo>
                    <a:pt x="1530422" y="1556413"/>
                  </a:lnTo>
                  <a:lnTo>
                    <a:pt x="1530426" y="1556407"/>
                  </a:lnTo>
                  <a:lnTo>
                    <a:pt x="1530428" y="1556402"/>
                  </a:lnTo>
                  <a:lnTo>
                    <a:pt x="1530433" y="1556386"/>
                  </a:lnTo>
                  <a:lnTo>
                    <a:pt x="1530459" y="1556038"/>
                  </a:lnTo>
                  <a:lnTo>
                    <a:pt x="1530451" y="1556018"/>
                  </a:lnTo>
                  <a:lnTo>
                    <a:pt x="1530333" y="1555855"/>
                  </a:lnTo>
                  <a:lnTo>
                    <a:pt x="1530183" y="1555465"/>
                  </a:lnTo>
                  <a:lnTo>
                    <a:pt x="1530110" y="1555357"/>
                  </a:lnTo>
                  <a:lnTo>
                    <a:pt x="1530064" y="1555377"/>
                  </a:lnTo>
                  <a:lnTo>
                    <a:pt x="1530050" y="1555383"/>
                  </a:lnTo>
                  <a:lnTo>
                    <a:pt x="1530023" y="1555395"/>
                  </a:lnTo>
                  <a:lnTo>
                    <a:pt x="1530019" y="1555438"/>
                  </a:lnTo>
                  <a:lnTo>
                    <a:pt x="1530021" y="1555445"/>
                  </a:lnTo>
                  <a:lnTo>
                    <a:pt x="1530037" y="1555500"/>
                  </a:lnTo>
                  <a:lnTo>
                    <a:pt x="1530127" y="1555662"/>
                  </a:lnTo>
                  <a:lnTo>
                    <a:pt x="1530161" y="1555655"/>
                  </a:lnTo>
                  <a:lnTo>
                    <a:pt x="1530176" y="1555671"/>
                  </a:lnTo>
                  <a:lnTo>
                    <a:pt x="1530198" y="1555701"/>
                  </a:lnTo>
                  <a:lnTo>
                    <a:pt x="1530203" y="1555744"/>
                  </a:lnTo>
                  <a:lnTo>
                    <a:pt x="1530196" y="1555787"/>
                  </a:lnTo>
                  <a:lnTo>
                    <a:pt x="1530102" y="1556046"/>
                  </a:lnTo>
                  <a:lnTo>
                    <a:pt x="1530098" y="1556055"/>
                  </a:lnTo>
                  <a:lnTo>
                    <a:pt x="1530016" y="1556223"/>
                  </a:lnTo>
                  <a:lnTo>
                    <a:pt x="1529974" y="1556310"/>
                  </a:lnTo>
                  <a:lnTo>
                    <a:pt x="1529872" y="1556457"/>
                  </a:lnTo>
                  <a:lnTo>
                    <a:pt x="1529823" y="1556513"/>
                  </a:lnTo>
                  <a:lnTo>
                    <a:pt x="1529508" y="1556756"/>
                  </a:lnTo>
                  <a:lnTo>
                    <a:pt x="1529372" y="1556854"/>
                  </a:lnTo>
                  <a:lnTo>
                    <a:pt x="1529196" y="1556981"/>
                  </a:lnTo>
                  <a:lnTo>
                    <a:pt x="1529017" y="1557121"/>
                  </a:lnTo>
                  <a:lnTo>
                    <a:pt x="1528965" y="1557152"/>
                  </a:lnTo>
                  <a:lnTo>
                    <a:pt x="1528859" y="1557215"/>
                  </a:lnTo>
                  <a:lnTo>
                    <a:pt x="1528840" y="1557226"/>
                  </a:lnTo>
                  <a:lnTo>
                    <a:pt x="1528274" y="1557445"/>
                  </a:lnTo>
                  <a:lnTo>
                    <a:pt x="1528081" y="1557519"/>
                  </a:lnTo>
                  <a:lnTo>
                    <a:pt x="1527868" y="1557602"/>
                  </a:lnTo>
                  <a:lnTo>
                    <a:pt x="1527863" y="1557603"/>
                  </a:lnTo>
                  <a:lnTo>
                    <a:pt x="1527816" y="1557610"/>
                  </a:lnTo>
                  <a:lnTo>
                    <a:pt x="1527642" y="1557639"/>
                  </a:lnTo>
                  <a:lnTo>
                    <a:pt x="1527240" y="1557706"/>
                  </a:lnTo>
                  <a:lnTo>
                    <a:pt x="1526857" y="1557768"/>
                  </a:lnTo>
                  <a:lnTo>
                    <a:pt x="1526845" y="1557766"/>
                  </a:lnTo>
                  <a:lnTo>
                    <a:pt x="1526785" y="1557747"/>
                  </a:lnTo>
                  <a:lnTo>
                    <a:pt x="1526701" y="1557699"/>
                  </a:lnTo>
                  <a:lnTo>
                    <a:pt x="1526511" y="1557467"/>
                  </a:lnTo>
                  <a:lnTo>
                    <a:pt x="1526504" y="1557452"/>
                  </a:lnTo>
                  <a:lnTo>
                    <a:pt x="1526481" y="1557402"/>
                  </a:lnTo>
                  <a:lnTo>
                    <a:pt x="1526334" y="1557084"/>
                  </a:lnTo>
                  <a:lnTo>
                    <a:pt x="1526201" y="1556937"/>
                  </a:lnTo>
                  <a:lnTo>
                    <a:pt x="1526207" y="1556898"/>
                  </a:lnTo>
                  <a:lnTo>
                    <a:pt x="1526216" y="1556860"/>
                  </a:lnTo>
                  <a:lnTo>
                    <a:pt x="1526271" y="1556626"/>
                  </a:lnTo>
                  <a:lnTo>
                    <a:pt x="1526334" y="1556384"/>
                  </a:lnTo>
                  <a:lnTo>
                    <a:pt x="1526366" y="1556262"/>
                  </a:lnTo>
                  <a:lnTo>
                    <a:pt x="1526397" y="1556212"/>
                  </a:lnTo>
                  <a:lnTo>
                    <a:pt x="1526443" y="1556136"/>
                  </a:lnTo>
                  <a:lnTo>
                    <a:pt x="1526491" y="1556065"/>
                  </a:lnTo>
                  <a:lnTo>
                    <a:pt x="1526519" y="1555994"/>
                  </a:lnTo>
                  <a:lnTo>
                    <a:pt x="1526522" y="1555987"/>
                  </a:lnTo>
                  <a:lnTo>
                    <a:pt x="1526508" y="1555813"/>
                  </a:lnTo>
                  <a:lnTo>
                    <a:pt x="1526524" y="1555636"/>
                  </a:lnTo>
                  <a:lnTo>
                    <a:pt x="1526543" y="1555425"/>
                  </a:lnTo>
                  <a:lnTo>
                    <a:pt x="1526510" y="1555391"/>
                  </a:lnTo>
                  <a:lnTo>
                    <a:pt x="1526503" y="1555385"/>
                  </a:lnTo>
                  <a:lnTo>
                    <a:pt x="1526497" y="1555381"/>
                  </a:lnTo>
                  <a:lnTo>
                    <a:pt x="1526424" y="1555327"/>
                  </a:lnTo>
                  <a:lnTo>
                    <a:pt x="1526376" y="1555346"/>
                  </a:lnTo>
                  <a:lnTo>
                    <a:pt x="1526341" y="1555445"/>
                  </a:lnTo>
                  <a:lnTo>
                    <a:pt x="1526327" y="1555556"/>
                  </a:lnTo>
                  <a:lnTo>
                    <a:pt x="1526308" y="1555714"/>
                  </a:lnTo>
                  <a:lnTo>
                    <a:pt x="1526269" y="1556008"/>
                  </a:lnTo>
                  <a:lnTo>
                    <a:pt x="1526264" y="1556044"/>
                  </a:lnTo>
                  <a:lnTo>
                    <a:pt x="1526105" y="1556371"/>
                  </a:lnTo>
                  <a:lnTo>
                    <a:pt x="1526097" y="1556388"/>
                  </a:lnTo>
                  <a:lnTo>
                    <a:pt x="1526092" y="1556389"/>
                  </a:lnTo>
                  <a:lnTo>
                    <a:pt x="1526061" y="1556392"/>
                  </a:lnTo>
                  <a:lnTo>
                    <a:pt x="1525977" y="1556391"/>
                  </a:lnTo>
                  <a:lnTo>
                    <a:pt x="1525970" y="1556390"/>
                  </a:lnTo>
                  <a:lnTo>
                    <a:pt x="1525956" y="1556387"/>
                  </a:lnTo>
                  <a:lnTo>
                    <a:pt x="1525909" y="1556367"/>
                  </a:lnTo>
                  <a:lnTo>
                    <a:pt x="1525874" y="1556353"/>
                  </a:lnTo>
                  <a:lnTo>
                    <a:pt x="1525805" y="1556261"/>
                  </a:lnTo>
                  <a:lnTo>
                    <a:pt x="1525802" y="1556255"/>
                  </a:lnTo>
                  <a:lnTo>
                    <a:pt x="1525788" y="1556256"/>
                  </a:lnTo>
                  <a:lnTo>
                    <a:pt x="1525783" y="1556263"/>
                  </a:lnTo>
                  <a:lnTo>
                    <a:pt x="1525774" y="1556281"/>
                  </a:lnTo>
                  <a:lnTo>
                    <a:pt x="1525765" y="1556321"/>
                  </a:lnTo>
                  <a:lnTo>
                    <a:pt x="1525758" y="1556360"/>
                  </a:lnTo>
                  <a:lnTo>
                    <a:pt x="1525762" y="1556404"/>
                  </a:lnTo>
                  <a:lnTo>
                    <a:pt x="1525813" y="1556616"/>
                  </a:lnTo>
                  <a:lnTo>
                    <a:pt x="1525870" y="1556627"/>
                  </a:lnTo>
                  <a:lnTo>
                    <a:pt x="1525891" y="1556631"/>
                  </a:lnTo>
                  <a:lnTo>
                    <a:pt x="1525907" y="1556779"/>
                  </a:lnTo>
                  <a:lnTo>
                    <a:pt x="1525882" y="1556912"/>
                  </a:lnTo>
                  <a:lnTo>
                    <a:pt x="1525881" y="1556921"/>
                  </a:lnTo>
                  <a:lnTo>
                    <a:pt x="1525830" y="1557067"/>
                  </a:lnTo>
                  <a:lnTo>
                    <a:pt x="1525828" y="1557075"/>
                  </a:lnTo>
                  <a:lnTo>
                    <a:pt x="1525803" y="1557186"/>
                  </a:lnTo>
                  <a:lnTo>
                    <a:pt x="1525824" y="1557360"/>
                  </a:lnTo>
                  <a:lnTo>
                    <a:pt x="1525841" y="1557431"/>
                  </a:lnTo>
                  <a:lnTo>
                    <a:pt x="1525897" y="1557548"/>
                  </a:lnTo>
                  <a:lnTo>
                    <a:pt x="1525905" y="1557554"/>
                  </a:lnTo>
                  <a:lnTo>
                    <a:pt x="1525882" y="1557567"/>
                  </a:lnTo>
                  <a:lnTo>
                    <a:pt x="1525890" y="1557875"/>
                  </a:lnTo>
                  <a:lnTo>
                    <a:pt x="1525919" y="1557889"/>
                  </a:lnTo>
                  <a:lnTo>
                    <a:pt x="1525864" y="1557989"/>
                  </a:lnTo>
                  <a:lnTo>
                    <a:pt x="1525788" y="1558089"/>
                  </a:lnTo>
                  <a:lnTo>
                    <a:pt x="1525739" y="1558141"/>
                  </a:lnTo>
                  <a:lnTo>
                    <a:pt x="1525646" y="1558212"/>
                  </a:lnTo>
                  <a:lnTo>
                    <a:pt x="1525579" y="1558249"/>
                  </a:lnTo>
                  <a:lnTo>
                    <a:pt x="1525540" y="1558261"/>
                  </a:lnTo>
                  <a:lnTo>
                    <a:pt x="1525429" y="1558267"/>
                  </a:lnTo>
                  <a:lnTo>
                    <a:pt x="1525063" y="1558273"/>
                  </a:lnTo>
                  <a:lnTo>
                    <a:pt x="1524973" y="1558262"/>
                  </a:lnTo>
                  <a:lnTo>
                    <a:pt x="1524936" y="1558251"/>
                  </a:lnTo>
                  <a:lnTo>
                    <a:pt x="1524889" y="1558214"/>
                  </a:lnTo>
                  <a:lnTo>
                    <a:pt x="1524839" y="1558153"/>
                  </a:lnTo>
                  <a:lnTo>
                    <a:pt x="1524830" y="1558138"/>
                  </a:lnTo>
                  <a:lnTo>
                    <a:pt x="1524717" y="1558135"/>
                  </a:lnTo>
                  <a:lnTo>
                    <a:pt x="1524695" y="1558135"/>
                  </a:lnTo>
                  <a:lnTo>
                    <a:pt x="1524614" y="1558224"/>
                  </a:lnTo>
                  <a:lnTo>
                    <a:pt x="1524390" y="1558285"/>
                  </a:lnTo>
                  <a:lnTo>
                    <a:pt x="1524347" y="1558306"/>
                  </a:lnTo>
                  <a:lnTo>
                    <a:pt x="1524265" y="1558348"/>
                  </a:lnTo>
                  <a:lnTo>
                    <a:pt x="1524126" y="1558421"/>
                  </a:lnTo>
                  <a:lnTo>
                    <a:pt x="1524103" y="1558478"/>
                  </a:lnTo>
                  <a:lnTo>
                    <a:pt x="1524073" y="1558532"/>
                  </a:lnTo>
                  <a:lnTo>
                    <a:pt x="1524098" y="1558659"/>
                  </a:lnTo>
                  <a:lnTo>
                    <a:pt x="1524091" y="1558661"/>
                  </a:lnTo>
                  <a:lnTo>
                    <a:pt x="1523733" y="1558753"/>
                  </a:lnTo>
                  <a:lnTo>
                    <a:pt x="1523725" y="1558750"/>
                  </a:lnTo>
                  <a:lnTo>
                    <a:pt x="1523650" y="1558559"/>
                  </a:lnTo>
                  <a:lnTo>
                    <a:pt x="1523162" y="1558619"/>
                  </a:lnTo>
                  <a:lnTo>
                    <a:pt x="1523090" y="1558628"/>
                  </a:lnTo>
                  <a:lnTo>
                    <a:pt x="1522974" y="1558602"/>
                  </a:lnTo>
                  <a:lnTo>
                    <a:pt x="1522932" y="1558592"/>
                  </a:lnTo>
                  <a:lnTo>
                    <a:pt x="1522928" y="1558582"/>
                  </a:lnTo>
                  <a:lnTo>
                    <a:pt x="1522944" y="1558470"/>
                  </a:lnTo>
                  <a:lnTo>
                    <a:pt x="1522919" y="1558460"/>
                  </a:lnTo>
                  <a:lnTo>
                    <a:pt x="1522876" y="1558460"/>
                  </a:lnTo>
                  <a:lnTo>
                    <a:pt x="1522849" y="1558460"/>
                  </a:lnTo>
                  <a:lnTo>
                    <a:pt x="1522841" y="1558467"/>
                  </a:lnTo>
                  <a:lnTo>
                    <a:pt x="1522816" y="1558522"/>
                  </a:lnTo>
                  <a:lnTo>
                    <a:pt x="1522771" y="1558623"/>
                  </a:lnTo>
                  <a:lnTo>
                    <a:pt x="1522769" y="1558641"/>
                  </a:lnTo>
                  <a:lnTo>
                    <a:pt x="1522760" y="1558703"/>
                  </a:lnTo>
                  <a:lnTo>
                    <a:pt x="1522800" y="1558760"/>
                  </a:lnTo>
                  <a:lnTo>
                    <a:pt x="1522841" y="1558804"/>
                  </a:lnTo>
                  <a:lnTo>
                    <a:pt x="1522846" y="1558810"/>
                  </a:lnTo>
                  <a:lnTo>
                    <a:pt x="1522867" y="1558813"/>
                  </a:lnTo>
                  <a:lnTo>
                    <a:pt x="1522936" y="1558821"/>
                  </a:lnTo>
                  <a:lnTo>
                    <a:pt x="1522966" y="1558824"/>
                  </a:lnTo>
                  <a:lnTo>
                    <a:pt x="1522968" y="1558807"/>
                  </a:lnTo>
                  <a:lnTo>
                    <a:pt x="1522973" y="1558785"/>
                  </a:lnTo>
                  <a:lnTo>
                    <a:pt x="1522978" y="1558764"/>
                  </a:lnTo>
                  <a:lnTo>
                    <a:pt x="1522989" y="1558747"/>
                  </a:lnTo>
                  <a:lnTo>
                    <a:pt x="1523004" y="1558752"/>
                  </a:lnTo>
                  <a:lnTo>
                    <a:pt x="1523058" y="1558776"/>
                  </a:lnTo>
                  <a:lnTo>
                    <a:pt x="1523064" y="1558857"/>
                  </a:lnTo>
                  <a:lnTo>
                    <a:pt x="1523073" y="1558963"/>
                  </a:lnTo>
                  <a:lnTo>
                    <a:pt x="1523053" y="1559001"/>
                  </a:lnTo>
                  <a:lnTo>
                    <a:pt x="1523046" y="1559013"/>
                  </a:lnTo>
                  <a:lnTo>
                    <a:pt x="1522971" y="1559072"/>
                  </a:lnTo>
                  <a:lnTo>
                    <a:pt x="1522847" y="1559117"/>
                  </a:lnTo>
                  <a:lnTo>
                    <a:pt x="1522787" y="1559125"/>
                  </a:lnTo>
                  <a:lnTo>
                    <a:pt x="1522750" y="1559131"/>
                  </a:lnTo>
                  <a:lnTo>
                    <a:pt x="1522594" y="1559069"/>
                  </a:lnTo>
                  <a:lnTo>
                    <a:pt x="1522536" y="1559044"/>
                  </a:lnTo>
                  <a:lnTo>
                    <a:pt x="1522532" y="1559001"/>
                  </a:lnTo>
                  <a:lnTo>
                    <a:pt x="1522547" y="1558970"/>
                  </a:lnTo>
                  <a:lnTo>
                    <a:pt x="1522552" y="1558949"/>
                  </a:lnTo>
                  <a:lnTo>
                    <a:pt x="1522522" y="1558934"/>
                  </a:lnTo>
                  <a:lnTo>
                    <a:pt x="1522497" y="1558923"/>
                  </a:lnTo>
                  <a:lnTo>
                    <a:pt x="1522458" y="1558905"/>
                  </a:lnTo>
                  <a:lnTo>
                    <a:pt x="1522447" y="1558901"/>
                  </a:lnTo>
                  <a:lnTo>
                    <a:pt x="1522439" y="1558900"/>
                  </a:lnTo>
                  <a:lnTo>
                    <a:pt x="1522341" y="1558892"/>
                  </a:lnTo>
                  <a:lnTo>
                    <a:pt x="1522302" y="1558892"/>
                  </a:lnTo>
                  <a:lnTo>
                    <a:pt x="1522040" y="1558763"/>
                  </a:lnTo>
                  <a:lnTo>
                    <a:pt x="1521827" y="1558663"/>
                  </a:lnTo>
                  <a:lnTo>
                    <a:pt x="1521669" y="1558597"/>
                  </a:lnTo>
                  <a:lnTo>
                    <a:pt x="1521553" y="1558474"/>
                  </a:lnTo>
                  <a:lnTo>
                    <a:pt x="1521409" y="1558317"/>
                  </a:lnTo>
                  <a:lnTo>
                    <a:pt x="1521133" y="1558171"/>
                  </a:lnTo>
                  <a:lnTo>
                    <a:pt x="1521100" y="1558295"/>
                  </a:lnTo>
                  <a:lnTo>
                    <a:pt x="1521076" y="1558388"/>
                  </a:lnTo>
                  <a:lnTo>
                    <a:pt x="1520982" y="1558336"/>
                  </a:lnTo>
                  <a:lnTo>
                    <a:pt x="1520741" y="1558199"/>
                  </a:lnTo>
                  <a:lnTo>
                    <a:pt x="1520565" y="1558157"/>
                  </a:lnTo>
                  <a:lnTo>
                    <a:pt x="1520433" y="1558100"/>
                  </a:lnTo>
                  <a:lnTo>
                    <a:pt x="1520310" y="1558042"/>
                  </a:lnTo>
                  <a:lnTo>
                    <a:pt x="1520244" y="1558003"/>
                  </a:lnTo>
                  <a:lnTo>
                    <a:pt x="1520179" y="1557999"/>
                  </a:lnTo>
                  <a:lnTo>
                    <a:pt x="1520096" y="1558004"/>
                  </a:lnTo>
                  <a:lnTo>
                    <a:pt x="1519975" y="1557951"/>
                  </a:lnTo>
                  <a:lnTo>
                    <a:pt x="1520046" y="1557760"/>
                  </a:lnTo>
                  <a:lnTo>
                    <a:pt x="1519781" y="1557564"/>
                  </a:lnTo>
                  <a:lnTo>
                    <a:pt x="1519638" y="1557496"/>
                  </a:lnTo>
                  <a:lnTo>
                    <a:pt x="1519573" y="1557489"/>
                  </a:lnTo>
                  <a:lnTo>
                    <a:pt x="1519517" y="1557519"/>
                  </a:lnTo>
                  <a:lnTo>
                    <a:pt x="1519478" y="1557540"/>
                  </a:lnTo>
                  <a:lnTo>
                    <a:pt x="1519348" y="1557567"/>
                  </a:lnTo>
                  <a:lnTo>
                    <a:pt x="1519269" y="1557558"/>
                  </a:lnTo>
                  <a:lnTo>
                    <a:pt x="1519150" y="1557506"/>
                  </a:lnTo>
                  <a:lnTo>
                    <a:pt x="1519042" y="1557411"/>
                  </a:lnTo>
                  <a:lnTo>
                    <a:pt x="1518959" y="1557262"/>
                  </a:lnTo>
                  <a:lnTo>
                    <a:pt x="1518918" y="1557137"/>
                  </a:lnTo>
                  <a:lnTo>
                    <a:pt x="1518786" y="1557088"/>
                  </a:lnTo>
                  <a:lnTo>
                    <a:pt x="1518517" y="1557036"/>
                  </a:lnTo>
                  <a:lnTo>
                    <a:pt x="1518430" y="1557019"/>
                  </a:lnTo>
                  <a:lnTo>
                    <a:pt x="1518402" y="1557030"/>
                  </a:lnTo>
                  <a:lnTo>
                    <a:pt x="1518336" y="1557248"/>
                  </a:lnTo>
                  <a:lnTo>
                    <a:pt x="1518274" y="1557300"/>
                  </a:lnTo>
                  <a:lnTo>
                    <a:pt x="1518226" y="1557327"/>
                  </a:lnTo>
                  <a:lnTo>
                    <a:pt x="1518179" y="1557350"/>
                  </a:lnTo>
                  <a:lnTo>
                    <a:pt x="1518144" y="1557314"/>
                  </a:lnTo>
                  <a:lnTo>
                    <a:pt x="1518101" y="1557269"/>
                  </a:lnTo>
                  <a:lnTo>
                    <a:pt x="1518064" y="1556997"/>
                  </a:lnTo>
                  <a:lnTo>
                    <a:pt x="1517972" y="1556901"/>
                  </a:lnTo>
                  <a:lnTo>
                    <a:pt x="1517949" y="1556882"/>
                  </a:lnTo>
                  <a:lnTo>
                    <a:pt x="1517918" y="1556856"/>
                  </a:lnTo>
                  <a:lnTo>
                    <a:pt x="1517913" y="1556852"/>
                  </a:lnTo>
                  <a:lnTo>
                    <a:pt x="1517914" y="1556842"/>
                  </a:lnTo>
                  <a:lnTo>
                    <a:pt x="1517917" y="1556810"/>
                  </a:lnTo>
                  <a:lnTo>
                    <a:pt x="1517919" y="1556789"/>
                  </a:lnTo>
                  <a:lnTo>
                    <a:pt x="1517925" y="1556779"/>
                  </a:lnTo>
                  <a:lnTo>
                    <a:pt x="1518038" y="1556581"/>
                  </a:lnTo>
                  <a:lnTo>
                    <a:pt x="1518144" y="1556435"/>
                  </a:lnTo>
                  <a:lnTo>
                    <a:pt x="1518269" y="1556262"/>
                  </a:lnTo>
                  <a:lnTo>
                    <a:pt x="1518289" y="1556246"/>
                  </a:lnTo>
                  <a:lnTo>
                    <a:pt x="1518440" y="1556127"/>
                  </a:lnTo>
                  <a:lnTo>
                    <a:pt x="1518340" y="1556005"/>
                  </a:lnTo>
                  <a:lnTo>
                    <a:pt x="1518464" y="1555895"/>
                  </a:lnTo>
                  <a:lnTo>
                    <a:pt x="1518638" y="1555774"/>
                  </a:lnTo>
                  <a:lnTo>
                    <a:pt x="1518859" y="1555659"/>
                  </a:lnTo>
                  <a:lnTo>
                    <a:pt x="1519238" y="1554983"/>
                  </a:lnTo>
                  <a:lnTo>
                    <a:pt x="1519604" y="1555177"/>
                  </a:lnTo>
                  <a:lnTo>
                    <a:pt x="1519708" y="1555292"/>
                  </a:lnTo>
                  <a:lnTo>
                    <a:pt x="1519788" y="1555311"/>
                  </a:lnTo>
                  <a:lnTo>
                    <a:pt x="1519991" y="1555277"/>
                  </a:lnTo>
                  <a:lnTo>
                    <a:pt x="1520256" y="1555230"/>
                  </a:lnTo>
                  <a:lnTo>
                    <a:pt x="1520431" y="1555199"/>
                  </a:lnTo>
                  <a:lnTo>
                    <a:pt x="1520730" y="1555088"/>
                  </a:lnTo>
                  <a:lnTo>
                    <a:pt x="1520817" y="1555056"/>
                  </a:lnTo>
                  <a:lnTo>
                    <a:pt x="1521270" y="1554891"/>
                  </a:lnTo>
                  <a:lnTo>
                    <a:pt x="1521354" y="1554861"/>
                  </a:lnTo>
                  <a:lnTo>
                    <a:pt x="1521691" y="1554683"/>
                  </a:lnTo>
                  <a:lnTo>
                    <a:pt x="1521984" y="1554512"/>
                  </a:lnTo>
                  <a:lnTo>
                    <a:pt x="1522120" y="1554419"/>
                  </a:lnTo>
                  <a:lnTo>
                    <a:pt x="1522141" y="1554404"/>
                  </a:lnTo>
                  <a:lnTo>
                    <a:pt x="1522154" y="1554393"/>
                  </a:lnTo>
                  <a:lnTo>
                    <a:pt x="1522385" y="1554191"/>
                  </a:lnTo>
                  <a:lnTo>
                    <a:pt x="1522427" y="1554136"/>
                  </a:lnTo>
                  <a:lnTo>
                    <a:pt x="1522589" y="1553928"/>
                  </a:lnTo>
                  <a:lnTo>
                    <a:pt x="1522974" y="1553558"/>
                  </a:lnTo>
                  <a:lnTo>
                    <a:pt x="1523158" y="1553250"/>
                  </a:lnTo>
                  <a:lnTo>
                    <a:pt x="1523235" y="1553037"/>
                  </a:lnTo>
                  <a:lnTo>
                    <a:pt x="1523267" y="1552894"/>
                  </a:lnTo>
                  <a:lnTo>
                    <a:pt x="1523283" y="1552705"/>
                  </a:lnTo>
                  <a:lnTo>
                    <a:pt x="1523260" y="1552472"/>
                  </a:lnTo>
                  <a:lnTo>
                    <a:pt x="1523249" y="1552419"/>
                  </a:lnTo>
                  <a:lnTo>
                    <a:pt x="1523236" y="1552361"/>
                  </a:lnTo>
                  <a:lnTo>
                    <a:pt x="1523215" y="1552307"/>
                  </a:lnTo>
                  <a:lnTo>
                    <a:pt x="1523209" y="1552300"/>
                  </a:lnTo>
                  <a:lnTo>
                    <a:pt x="1523164" y="1552322"/>
                  </a:lnTo>
                  <a:lnTo>
                    <a:pt x="1523131" y="1552342"/>
                  </a:lnTo>
                  <a:lnTo>
                    <a:pt x="1523115" y="1552332"/>
                  </a:lnTo>
                  <a:lnTo>
                    <a:pt x="1523108" y="1552314"/>
                  </a:lnTo>
                  <a:lnTo>
                    <a:pt x="1523030" y="1552154"/>
                  </a:lnTo>
                  <a:lnTo>
                    <a:pt x="1522993" y="1552085"/>
                  </a:lnTo>
                  <a:lnTo>
                    <a:pt x="1522966" y="1552095"/>
                  </a:lnTo>
                  <a:lnTo>
                    <a:pt x="1522923" y="1552112"/>
                  </a:lnTo>
                  <a:lnTo>
                    <a:pt x="1522785" y="1551917"/>
                  </a:lnTo>
                  <a:lnTo>
                    <a:pt x="1522706" y="1551774"/>
                  </a:lnTo>
                  <a:lnTo>
                    <a:pt x="1522708" y="1551743"/>
                  </a:lnTo>
                  <a:lnTo>
                    <a:pt x="1522737" y="1551715"/>
                  </a:lnTo>
                  <a:lnTo>
                    <a:pt x="1522764" y="1551694"/>
                  </a:lnTo>
                  <a:lnTo>
                    <a:pt x="1522836" y="1551638"/>
                  </a:lnTo>
                  <a:lnTo>
                    <a:pt x="1522843" y="1551617"/>
                  </a:lnTo>
                  <a:lnTo>
                    <a:pt x="1522843" y="1551611"/>
                  </a:lnTo>
                  <a:lnTo>
                    <a:pt x="1522816" y="1551556"/>
                  </a:lnTo>
                  <a:lnTo>
                    <a:pt x="1522805" y="1551533"/>
                  </a:lnTo>
                  <a:lnTo>
                    <a:pt x="1522733" y="1551405"/>
                  </a:lnTo>
                  <a:lnTo>
                    <a:pt x="1522585" y="1551329"/>
                  </a:lnTo>
                  <a:lnTo>
                    <a:pt x="1522474" y="1551394"/>
                  </a:lnTo>
                  <a:lnTo>
                    <a:pt x="1522488" y="1551444"/>
                  </a:lnTo>
                  <a:lnTo>
                    <a:pt x="1522458" y="1551450"/>
                  </a:lnTo>
                  <a:lnTo>
                    <a:pt x="1522431" y="1551451"/>
                  </a:lnTo>
                  <a:lnTo>
                    <a:pt x="1522422" y="1551443"/>
                  </a:lnTo>
                  <a:lnTo>
                    <a:pt x="1522406" y="1551421"/>
                  </a:lnTo>
                  <a:lnTo>
                    <a:pt x="1522409" y="1551397"/>
                  </a:lnTo>
                  <a:lnTo>
                    <a:pt x="1522421" y="1551341"/>
                  </a:lnTo>
                  <a:lnTo>
                    <a:pt x="1522464" y="1551300"/>
                  </a:lnTo>
                  <a:lnTo>
                    <a:pt x="1522510" y="1551255"/>
                  </a:lnTo>
                  <a:lnTo>
                    <a:pt x="1522514" y="1551251"/>
                  </a:lnTo>
                  <a:lnTo>
                    <a:pt x="1522557" y="1551210"/>
                  </a:lnTo>
                  <a:lnTo>
                    <a:pt x="1522580" y="1551187"/>
                  </a:lnTo>
                  <a:lnTo>
                    <a:pt x="1522573" y="1551166"/>
                  </a:lnTo>
                  <a:lnTo>
                    <a:pt x="1522564" y="1551139"/>
                  </a:lnTo>
                  <a:lnTo>
                    <a:pt x="1522558" y="1551123"/>
                  </a:lnTo>
                  <a:lnTo>
                    <a:pt x="1522512" y="1550972"/>
                  </a:lnTo>
                  <a:lnTo>
                    <a:pt x="1522500" y="1550765"/>
                  </a:lnTo>
                  <a:lnTo>
                    <a:pt x="1522487" y="1550588"/>
                  </a:lnTo>
                  <a:lnTo>
                    <a:pt x="1522487" y="1550535"/>
                  </a:lnTo>
                  <a:lnTo>
                    <a:pt x="1522514" y="1550491"/>
                  </a:lnTo>
                  <a:lnTo>
                    <a:pt x="1522506" y="1550485"/>
                  </a:lnTo>
                  <a:lnTo>
                    <a:pt x="1522489" y="1550469"/>
                  </a:lnTo>
                  <a:lnTo>
                    <a:pt x="1522426" y="1550430"/>
                  </a:lnTo>
                  <a:lnTo>
                    <a:pt x="1522290" y="1550338"/>
                  </a:lnTo>
                  <a:lnTo>
                    <a:pt x="1522255" y="1550314"/>
                  </a:lnTo>
                  <a:lnTo>
                    <a:pt x="1522207" y="1550303"/>
                  </a:lnTo>
                  <a:lnTo>
                    <a:pt x="1522162" y="1550384"/>
                  </a:lnTo>
                  <a:lnTo>
                    <a:pt x="1522156" y="1550395"/>
                  </a:lnTo>
                  <a:lnTo>
                    <a:pt x="1522091" y="1550518"/>
                  </a:lnTo>
                  <a:lnTo>
                    <a:pt x="1522064" y="1550576"/>
                  </a:lnTo>
                  <a:lnTo>
                    <a:pt x="1522019" y="1550607"/>
                  </a:lnTo>
                  <a:lnTo>
                    <a:pt x="1522014" y="1550609"/>
                  </a:lnTo>
                  <a:lnTo>
                    <a:pt x="1521990" y="1550615"/>
                  </a:lnTo>
                  <a:lnTo>
                    <a:pt x="1521977" y="1550616"/>
                  </a:lnTo>
                  <a:lnTo>
                    <a:pt x="1521951" y="1550616"/>
                  </a:lnTo>
                  <a:lnTo>
                    <a:pt x="1521941" y="1550615"/>
                  </a:lnTo>
                  <a:lnTo>
                    <a:pt x="1521905" y="1550592"/>
                  </a:lnTo>
                  <a:lnTo>
                    <a:pt x="1521796" y="1550518"/>
                  </a:lnTo>
                  <a:lnTo>
                    <a:pt x="1521757" y="1550491"/>
                  </a:lnTo>
                  <a:lnTo>
                    <a:pt x="1521744" y="1550482"/>
                  </a:lnTo>
                  <a:lnTo>
                    <a:pt x="1521662" y="1550424"/>
                  </a:lnTo>
                  <a:lnTo>
                    <a:pt x="1521644" y="1550401"/>
                  </a:lnTo>
                  <a:lnTo>
                    <a:pt x="1521607" y="1550295"/>
                  </a:lnTo>
                  <a:lnTo>
                    <a:pt x="1521599" y="1550273"/>
                  </a:lnTo>
                  <a:lnTo>
                    <a:pt x="1521486" y="1550235"/>
                  </a:lnTo>
                  <a:lnTo>
                    <a:pt x="1521232" y="1550182"/>
                  </a:lnTo>
                  <a:lnTo>
                    <a:pt x="1521166" y="1550232"/>
                  </a:lnTo>
                  <a:lnTo>
                    <a:pt x="1521104" y="1550279"/>
                  </a:lnTo>
                  <a:lnTo>
                    <a:pt x="1521047" y="1550322"/>
                  </a:lnTo>
                  <a:lnTo>
                    <a:pt x="1521026" y="1550358"/>
                  </a:lnTo>
                  <a:lnTo>
                    <a:pt x="1521014" y="1550381"/>
                  </a:lnTo>
                  <a:lnTo>
                    <a:pt x="1520977" y="1550402"/>
                  </a:lnTo>
                  <a:lnTo>
                    <a:pt x="1520928" y="1550431"/>
                  </a:lnTo>
                  <a:lnTo>
                    <a:pt x="1520887" y="1550439"/>
                  </a:lnTo>
                  <a:lnTo>
                    <a:pt x="1520882" y="1550439"/>
                  </a:lnTo>
                  <a:lnTo>
                    <a:pt x="1520838" y="1550437"/>
                  </a:lnTo>
                  <a:lnTo>
                    <a:pt x="1520823" y="1550436"/>
                  </a:lnTo>
                  <a:lnTo>
                    <a:pt x="1520817" y="1550435"/>
                  </a:lnTo>
                  <a:lnTo>
                    <a:pt x="1520811" y="1550434"/>
                  </a:lnTo>
                  <a:lnTo>
                    <a:pt x="1520806" y="1550433"/>
                  </a:lnTo>
                  <a:lnTo>
                    <a:pt x="1520777" y="1550427"/>
                  </a:lnTo>
                  <a:lnTo>
                    <a:pt x="1520766" y="1550424"/>
                  </a:lnTo>
                  <a:lnTo>
                    <a:pt x="1520753" y="1550419"/>
                  </a:lnTo>
                  <a:lnTo>
                    <a:pt x="1520663" y="1550400"/>
                  </a:lnTo>
                  <a:lnTo>
                    <a:pt x="1520578" y="1550383"/>
                  </a:lnTo>
                  <a:lnTo>
                    <a:pt x="1520572" y="1550381"/>
                  </a:lnTo>
                  <a:lnTo>
                    <a:pt x="1520526" y="1550349"/>
                  </a:lnTo>
                  <a:lnTo>
                    <a:pt x="1520511" y="1550335"/>
                  </a:lnTo>
                  <a:lnTo>
                    <a:pt x="1520479" y="1550307"/>
                  </a:lnTo>
                  <a:lnTo>
                    <a:pt x="1520509" y="1550151"/>
                  </a:lnTo>
                  <a:lnTo>
                    <a:pt x="1520512" y="1550138"/>
                  </a:lnTo>
                  <a:lnTo>
                    <a:pt x="1520464" y="1550103"/>
                  </a:lnTo>
                  <a:lnTo>
                    <a:pt x="1520436" y="1550109"/>
                  </a:lnTo>
                  <a:lnTo>
                    <a:pt x="1520364" y="1550201"/>
                  </a:lnTo>
                  <a:lnTo>
                    <a:pt x="1520309" y="1550246"/>
                  </a:lnTo>
                  <a:lnTo>
                    <a:pt x="1520267" y="1550280"/>
                  </a:lnTo>
                  <a:lnTo>
                    <a:pt x="1520244" y="1550299"/>
                  </a:lnTo>
                  <a:lnTo>
                    <a:pt x="1520213" y="1550296"/>
                  </a:lnTo>
                  <a:lnTo>
                    <a:pt x="1520086" y="1550221"/>
                  </a:lnTo>
                  <a:lnTo>
                    <a:pt x="1519921" y="1550120"/>
                  </a:lnTo>
                  <a:lnTo>
                    <a:pt x="1519895" y="1550098"/>
                  </a:lnTo>
                  <a:lnTo>
                    <a:pt x="1519873" y="1550080"/>
                  </a:lnTo>
                  <a:lnTo>
                    <a:pt x="1519854" y="1550064"/>
                  </a:lnTo>
                  <a:lnTo>
                    <a:pt x="1519795" y="1550014"/>
                  </a:lnTo>
                  <a:lnTo>
                    <a:pt x="1519463" y="1549758"/>
                  </a:lnTo>
                  <a:lnTo>
                    <a:pt x="1519447" y="1549738"/>
                  </a:lnTo>
                  <a:lnTo>
                    <a:pt x="1519428" y="1549714"/>
                  </a:lnTo>
                  <a:lnTo>
                    <a:pt x="1519417" y="1549698"/>
                  </a:lnTo>
                  <a:lnTo>
                    <a:pt x="1519401" y="1549673"/>
                  </a:lnTo>
                  <a:lnTo>
                    <a:pt x="1519335" y="1549575"/>
                  </a:lnTo>
                  <a:lnTo>
                    <a:pt x="1519330" y="1549566"/>
                  </a:lnTo>
                  <a:lnTo>
                    <a:pt x="1519325" y="1549513"/>
                  </a:lnTo>
                  <a:lnTo>
                    <a:pt x="1519323" y="1549493"/>
                  </a:lnTo>
                  <a:lnTo>
                    <a:pt x="1519324" y="1549450"/>
                  </a:lnTo>
                  <a:lnTo>
                    <a:pt x="1519319" y="1549362"/>
                  </a:lnTo>
                  <a:lnTo>
                    <a:pt x="1519318" y="1549345"/>
                  </a:lnTo>
                  <a:lnTo>
                    <a:pt x="1519311" y="1549136"/>
                  </a:lnTo>
                  <a:lnTo>
                    <a:pt x="1519309" y="1549083"/>
                  </a:lnTo>
                  <a:lnTo>
                    <a:pt x="1519292" y="1548967"/>
                  </a:lnTo>
                  <a:lnTo>
                    <a:pt x="1519280" y="1548886"/>
                  </a:lnTo>
                  <a:lnTo>
                    <a:pt x="1519278" y="1548870"/>
                  </a:lnTo>
                  <a:lnTo>
                    <a:pt x="1519270" y="1548814"/>
                  </a:lnTo>
                  <a:lnTo>
                    <a:pt x="1519263" y="1548767"/>
                  </a:lnTo>
                  <a:lnTo>
                    <a:pt x="1519255" y="1548708"/>
                  </a:lnTo>
                  <a:lnTo>
                    <a:pt x="1519219" y="1548439"/>
                  </a:lnTo>
                  <a:lnTo>
                    <a:pt x="1519222" y="1548412"/>
                  </a:lnTo>
                  <a:lnTo>
                    <a:pt x="1519228" y="1548365"/>
                  </a:lnTo>
                  <a:lnTo>
                    <a:pt x="1519267" y="1548215"/>
                  </a:lnTo>
                  <a:lnTo>
                    <a:pt x="1519269" y="1548207"/>
                  </a:lnTo>
                  <a:lnTo>
                    <a:pt x="1519277" y="1548180"/>
                  </a:lnTo>
                  <a:lnTo>
                    <a:pt x="1519280" y="1548172"/>
                  </a:lnTo>
                  <a:lnTo>
                    <a:pt x="1519282" y="1548165"/>
                  </a:lnTo>
                  <a:lnTo>
                    <a:pt x="1519287" y="1548153"/>
                  </a:lnTo>
                  <a:lnTo>
                    <a:pt x="1519303" y="1548119"/>
                  </a:lnTo>
                  <a:lnTo>
                    <a:pt x="1519311" y="1548102"/>
                  </a:lnTo>
                  <a:lnTo>
                    <a:pt x="1519324" y="1548076"/>
                  </a:lnTo>
                  <a:lnTo>
                    <a:pt x="1519328" y="1548068"/>
                  </a:lnTo>
                  <a:lnTo>
                    <a:pt x="1519342" y="1548047"/>
                  </a:lnTo>
                  <a:lnTo>
                    <a:pt x="1519355" y="1548033"/>
                  </a:lnTo>
                  <a:lnTo>
                    <a:pt x="1519358" y="1548030"/>
                  </a:lnTo>
                  <a:lnTo>
                    <a:pt x="1519367" y="1548020"/>
                  </a:lnTo>
                  <a:lnTo>
                    <a:pt x="1519388" y="1547999"/>
                  </a:lnTo>
                  <a:lnTo>
                    <a:pt x="1519393" y="1547995"/>
                  </a:lnTo>
                  <a:lnTo>
                    <a:pt x="1519415" y="1547979"/>
                  </a:lnTo>
                  <a:lnTo>
                    <a:pt x="1519464" y="1547961"/>
                  </a:lnTo>
                  <a:lnTo>
                    <a:pt x="1519558" y="1547926"/>
                  </a:lnTo>
                  <a:lnTo>
                    <a:pt x="1519576" y="1547919"/>
                  </a:lnTo>
                  <a:lnTo>
                    <a:pt x="1519622" y="1547901"/>
                  </a:lnTo>
                  <a:lnTo>
                    <a:pt x="1519635" y="1547897"/>
                  </a:lnTo>
                  <a:lnTo>
                    <a:pt x="1519644" y="1547896"/>
                  </a:lnTo>
                  <a:lnTo>
                    <a:pt x="1519652" y="1547895"/>
                  </a:lnTo>
                  <a:lnTo>
                    <a:pt x="1519669" y="1547893"/>
                  </a:lnTo>
                  <a:lnTo>
                    <a:pt x="1519770" y="1547883"/>
                  </a:lnTo>
                  <a:lnTo>
                    <a:pt x="1519804" y="1547888"/>
                  </a:lnTo>
                  <a:lnTo>
                    <a:pt x="1519818" y="1547889"/>
                  </a:lnTo>
                  <a:lnTo>
                    <a:pt x="1519927" y="1547901"/>
                  </a:lnTo>
                  <a:lnTo>
                    <a:pt x="1519932" y="1547901"/>
                  </a:lnTo>
                  <a:lnTo>
                    <a:pt x="1519949" y="1547902"/>
                  </a:lnTo>
                  <a:lnTo>
                    <a:pt x="1519961" y="1547902"/>
                  </a:lnTo>
                  <a:lnTo>
                    <a:pt x="1519968" y="1547901"/>
                  </a:lnTo>
                  <a:lnTo>
                    <a:pt x="1519974" y="1547899"/>
                  </a:lnTo>
                  <a:lnTo>
                    <a:pt x="1519986" y="1547895"/>
                  </a:lnTo>
                  <a:lnTo>
                    <a:pt x="1519996" y="1547892"/>
                  </a:lnTo>
                  <a:lnTo>
                    <a:pt x="1520005" y="1547886"/>
                  </a:lnTo>
                  <a:lnTo>
                    <a:pt x="1520009" y="1547883"/>
                  </a:lnTo>
                  <a:lnTo>
                    <a:pt x="1520029" y="1547870"/>
                  </a:lnTo>
                  <a:lnTo>
                    <a:pt x="1520077" y="1547815"/>
                  </a:lnTo>
                  <a:lnTo>
                    <a:pt x="1520088" y="1547802"/>
                  </a:lnTo>
                  <a:lnTo>
                    <a:pt x="1520092" y="1547797"/>
                  </a:lnTo>
                  <a:lnTo>
                    <a:pt x="1520097" y="1547789"/>
                  </a:lnTo>
                  <a:lnTo>
                    <a:pt x="1520107" y="1547771"/>
                  </a:lnTo>
                  <a:lnTo>
                    <a:pt x="1520110" y="1547764"/>
                  </a:lnTo>
                  <a:lnTo>
                    <a:pt x="1520113" y="1547755"/>
                  </a:lnTo>
                  <a:lnTo>
                    <a:pt x="1520116" y="1547747"/>
                  </a:lnTo>
                  <a:lnTo>
                    <a:pt x="1520149" y="1547633"/>
                  </a:lnTo>
                  <a:lnTo>
                    <a:pt x="1520226" y="1547344"/>
                  </a:lnTo>
                  <a:lnTo>
                    <a:pt x="1520247" y="1547269"/>
                  </a:lnTo>
                  <a:lnTo>
                    <a:pt x="1520246" y="1547263"/>
                  </a:lnTo>
                  <a:lnTo>
                    <a:pt x="1520243" y="1547259"/>
                  </a:lnTo>
                  <a:lnTo>
                    <a:pt x="1520237" y="1547257"/>
                  </a:lnTo>
                  <a:lnTo>
                    <a:pt x="1520234" y="1547254"/>
                  </a:lnTo>
                  <a:lnTo>
                    <a:pt x="1520232" y="1547247"/>
                  </a:lnTo>
                  <a:lnTo>
                    <a:pt x="1520237" y="1547235"/>
                  </a:lnTo>
                  <a:lnTo>
                    <a:pt x="1520241" y="1547226"/>
                  </a:lnTo>
                  <a:lnTo>
                    <a:pt x="1520244" y="1547220"/>
                  </a:lnTo>
                  <a:lnTo>
                    <a:pt x="1520249" y="1547212"/>
                  </a:lnTo>
                  <a:lnTo>
                    <a:pt x="1520256" y="1547200"/>
                  </a:lnTo>
                  <a:lnTo>
                    <a:pt x="1520261" y="1547195"/>
                  </a:lnTo>
                  <a:lnTo>
                    <a:pt x="1520324" y="1547123"/>
                  </a:lnTo>
                  <a:lnTo>
                    <a:pt x="1520329" y="1547119"/>
                  </a:lnTo>
                  <a:lnTo>
                    <a:pt x="1520350" y="1547103"/>
                  </a:lnTo>
                  <a:lnTo>
                    <a:pt x="1520365" y="1547093"/>
                  </a:lnTo>
                  <a:lnTo>
                    <a:pt x="1520376" y="1547086"/>
                  </a:lnTo>
                  <a:lnTo>
                    <a:pt x="1520384" y="1547081"/>
                  </a:lnTo>
                  <a:lnTo>
                    <a:pt x="1520394" y="1547077"/>
                  </a:lnTo>
                  <a:lnTo>
                    <a:pt x="1520431" y="1547063"/>
                  </a:lnTo>
                  <a:lnTo>
                    <a:pt x="1520480" y="1547045"/>
                  </a:lnTo>
                  <a:lnTo>
                    <a:pt x="1520613" y="1546996"/>
                  </a:lnTo>
                  <a:lnTo>
                    <a:pt x="1520619" y="1546994"/>
                  </a:lnTo>
                  <a:lnTo>
                    <a:pt x="1520625" y="1546993"/>
                  </a:lnTo>
                  <a:lnTo>
                    <a:pt x="1520632" y="1546993"/>
                  </a:lnTo>
                  <a:lnTo>
                    <a:pt x="1520640" y="1546994"/>
                  </a:lnTo>
                  <a:lnTo>
                    <a:pt x="1520657" y="1546999"/>
                  </a:lnTo>
                  <a:lnTo>
                    <a:pt x="1520664" y="1547002"/>
                  </a:lnTo>
                  <a:lnTo>
                    <a:pt x="1520670" y="1547009"/>
                  </a:lnTo>
                  <a:lnTo>
                    <a:pt x="1520676" y="1547016"/>
                  </a:lnTo>
                  <a:lnTo>
                    <a:pt x="1520687" y="1547035"/>
                  </a:lnTo>
                  <a:lnTo>
                    <a:pt x="1520691" y="1547042"/>
                  </a:lnTo>
                  <a:lnTo>
                    <a:pt x="1520694" y="1547047"/>
                  </a:lnTo>
                  <a:lnTo>
                    <a:pt x="1520701" y="1547059"/>
                  </a:lnTo>
                  <a:lnTo>
                    <a:pt x="1520704" y="1547065"/>
                  </a:lnTo>
                  <a:lnTo>
                    <a:pt x="1520707" y="1547069"/>
                  </a:lnTo>
                  <a:lnTo>
                    <a:pt x="1520712" y="1547073"/>
                  </a:lnTo>
                  <a:lnTo>
                    <a:pt x="1520720" y="1547077"/>
                  </a:lnTo>
                  <a:lnTo>
                    <a:pt x="1520742" y="1547086"/>
                  </a:lnTo>
                  <a:lnTo>
                    <a:pt x="1520749" y="1547088"/>
                  </a:lnTo>
                  <a:lnTo>
                    <a:pt x="1520755" y="1547089"/>
                  </a:lnTo>
                  <a:lnTo>
                    <a:pt x="1520761" y="1547089"/>
                  </a:lnTo>
                  <a:lnTo>
                    <a:pt x="1520767" y="1547088"/>
                  </a:lnTo>
                  <a:lnTo>
                    <a:pt x="1520777" y="1547083"/>
                  </a:lnTo>
                  <a:lnTo>
                    <a:pt x="1520791" y="1547074"/>
                  </a:lnTo>
                  <a:lnTo>
                    <a:pt x="1520797" y="1547069"/>
                  </a:lnTo>
                  <a:lnTo>
                    <a:pt x="1520829" y="1547043"/>
                  </a:lnTo>
                  <a:lnTo>
                    <a:pt x="1520836" y="1547035"/>
                  </a:lnTo>
                  <a:lnTo>
                    <a:pt x="1520850" y="1547021"/>
                  </a:lnTo>
                  <a:lnTo>
                    <a:pt x="1520855" y="1547016"/>
                  </a:lnTo>
                  <a:lnTo>
                    <a:pt x="1520867" y="1547004"/>
                  </a:lnTo>
                  <a:lnTo>
                    <a:pt x="1520871" y="1546997"/>
                  </a:lnTo>
                  <a:lnTo>
                    <a:pt x="1520875" y="1546990"/>
                  </a:lnTo>
                  <a:lnTo>
                    <a:pt x="1520876" y="1546982"/>
                  </a:lnTo>
                  <a:lnTo>
                    <a:pt x="1520876" y="1546972"/>
                  </a:lnTo>
                  <a:lnTo>
                    <a:pt x="1520870" y="1546954"/>
                  </a:lnTo>
                  <a:lnTo>
                    <a:pt x="1520862" y="1546941"/>
                  </a:lnTo>
                  <a:lnTo>
                    <a:pt x="1520854" y="1546927"/>
                  </a:lnTo>
                  <a:lnTo>
                    <a:pt x="1520851" y="1546921"/>
                  </a:lnTo>
                  <a:lnTo>
                    <a:pt x="1520850" y="1546914"/>
                  </a:lnTo>
                  <a:lnTo>
                    <a:pt x="1520849" y="1546906"/>
                  </a:lnTo>
                  <a:lnTo>
                    <a:pt x="1520850" y="1546900"/>
                  </a:lnTo>
                  <a:lnTo>
                    <a:pt x="1520853" y="1546893"/>
                  </a:lnTo>
                  <a:lnTo>
                    <a:pt x="1520858" y="1546881"/>
                  </a:lnTo>
                  <a:lnTo>
                    <a:pt x="1520862" y="1546875"/>
                  </a:lnTo>
                  <a:lnTo>
                    <a:pt x="1520868" y="1546866"/>
                  </a:lnTo>
                  <a:lnTo>
                    <a:pt x="1520874" y="1546859"/>
                  </a:lnTo>
                  <a:lnTo>
                    <a:pt x="1520911" y="1546827"/>
                  </a:lnTo>
                  <a:lnTo>
                    <a:pt x="1520925" y="1546814"/>
                  </a:lnTo>
                  <a:lnTo>
                    <a:pt x="1521033" y="1546717"/>
                  </a:lnTo>
                  <a:lnTo>
                    <a:pt x="1521041" y="1546711"/>
                  </a:lnTo>
                  <a:lnTo>
                    <a:pt x="1521158" y="1546619"/>
                  </a:lnTo>
                  <a:lnTo>
                    <a:pt x="1521230" y="1546564"/>
                  </a:lnTo>
                  <a:lnTo>
                    <a:pt x="1521306" y="1546506"/>
                  </a:lnTo>
                  <a:lnTo>
                    <a:pt x="1521333" y="1546476"/>
                  </a:lnTo>
                  <a:lnTo>
                    <a:pt x="1521402" y="1546398"/>
                  </a:lnTo>
                  <a:lnTo>
                    <a:pt x="1521311" y="1546358"/>
                  </a:lnTo>
                  <a:lnTo>
                    <a:pt x="1521210" y="1546445"/>
                  </a:lnTo>
                  <a:lnTo>
                    <a:pt x="1521139" y="1546504"/>
                  </a:lnTo>
                  <a:lnTo>
                    <a:pt x="1521004" y="1546616"/>
                  </a:lnTo>
                  <a:lnTo>
                    <a:pt x="1520878" y="1546733"/>
                  </a:lnTo>
                  <a:lnTo>
                    <a:pt x="1520796" y="1546812"/>
                  </a:lnTo>
                  <a:lnTo>
                    <a:pt x="1520750" y="1546854"/>
                  </a:lnTo>
                  <a:lnTo>
                    <a:pt x="1520607" y="1546941"/>
                  </a:lnTo>
                  <a:lnTo>
                    <a:pt x="1520496" y="1546973"/>
                  </a:lnTo>
                  <a:lnTo>
                    <a:pt x="1520406" y="1546965"/>
                  </a:lnTo>
                  <a:lnTo>
                    <a:pt x="1520333" y="1546975"/>
                  </a:lnTo>
                  <a:lnTo>
                    <a:pt x="1520304" y="1546988"/>
                  </a:lnTo>
                  <a:lnTo>
                    <a:pt x="1520261" y="1547025"/>
                  </a:lnTo>
                  <a:lnTo>
                    <a:pt x="1520256" y="1547030"/>
                  </a:lnTo>
                  <a:lnTo>
                    <a:pt x="1520243" y="1547042"/>
                  </a:lnTo>
                  <a:lnTo>
                    <a:pt x="1520234" y="1547052"/>
                  </a:lnTo>
                  <a:lnTo>
                    <a:pt x="1520230" y="1547057"/>
                  </a:lnTo>
                  <a:lnTo>
                    <a:pt x="1520226" y="1547063"/>
                  </a:lnTo>
                  <a:lnTo>
                    <a:pt x="1520217" y="1547079"/>
                  </a:lnTo>
                  <a:lnTo>
                    <a:pt x="1520200" y="1547114"/>
                  </a:lnTo>
                  <a:lnTo>
                    <a:pt x="1520115" y="1547290"/>
                  </a:lnTo>
                  <a:lnTo>
                    <a:pt x="1520056" y="1547503"/>
                  </a:lnTo>
                  <a:lnTo>
                    <a:pt x="1520036" y="1547590"/>
                  </a:lnTo>
                  <a:lnTo>
                    <a:pt x="1520025" y="1547636"/>
                  </a:lnTo>
                  <a:lnTo>
                    <a:pt x="1520023" y="1547644"/>
                  </a:lnTo>
                  <a:lnTo>
                    <a:pt x="1520020" y="1547651"/>
                  </a:lnTo>
                  <a:lnTo>
                    <a:pt x="1520018" y="1547655"/>
                  </a:lnTo>
                  <a:lnTo>
                    <a:pt x="1519970" y="1547736"/>
                  </a:lnTo>
                  <a:lnTo>
                    <a:pt x="1519961" y="1547751"/>
                  </a:lnTo>
                  <a:lnTo>
                    <a:pt x="1519898" y="1547753"/>
                  </a:lnTo>
                  <a:lnTo>
                    <a:pt x="1519886" y="1547734"/>
                  </a:lnTo>
                  <a:lnTo>
                    <a:pt x="1519877" y="1547715"/>
                  </a:lnTo>
                  <a:lnTo>
                    <a:pt x="1519862" y="1547713"/>
                  </a:lnTo>
                  <a:lnTo>
                    <a:pt x="1519818" y="1547717"/>
                  </a:lnTo>
                  <a:lnTo>
                    <a:pt x="1519693" y="1547730"/>
                  </a:lnTo>
                  <a:lnTo>
                    <a:pt x="1519519" y="1547748"/>
                  </a:lnTo>
                  <a:lnTo>
                    <a:pt x="1519450" y="1547764"/>
                  </a:lnTo>
                  <a:lnTo>
                    <a:pt x="1519407" y="1547787"/>
                  </a:lnTo>
                  <a:lnTo>
                    <a:pt x="1519329" y="1547846"/>
                  </a:lnTo>
                  <a:lnTo>
                    <a:pt x="1519321" y="1547853"/>
                  </a:lnTo>
                  <a:lnTo>
                    <a:pt x="1519302" y="1547874"/>
                  </a:lnTo>
                  <a:lnTo>
                    <a:pt x="1519235" y="1547946"/>
                  </a:lnTo>
                  <a:lnTo>
                    <a:pt x="1519207" y="1547995"/>
                  </a:lnTo>
                  <a:lnTo>
                    <a:pt x="1519175" y="1548053"/>
                  </a:lnTo>
                  <a:lnTo>
                    <a:pt x="1519107" y="1548216"/>
                  </a:lnTo>
                  <a:lnTo>
                    <a:pt x="1519103" y="1548231"/>
                  </a:lnTo>
                  <a:lnTo>
                    <a:pt x="1519097" y="1548255"/>
                  </a:lnTo>
                  <a:lnTo>
                    <a:pt x="1519053" y="1548477"/>
                  </a:lnTo>
                  <a:lnTo>
                    <a:pt x="1519038" y="1548549"/>
                  </a:lnTo>
                  <a:lnTo>
                    <a:pt x="1519035" y="1548601"/>
                  </a:lnTo>
                  <a:lnTo>
                    <a:pt x="1519037" y="1548619"/>
                  </a:lnTo>
                  <a:lnTo>
                    <a:pt x="1519061" y="1548646"/>
                  </a:lnTo>
                  <a:lnTo>
                    <a:pt x="1519080" y="1548667"/>
                  </a:lnTo>
                  <a:lnTo>
                    <a:pt x="1519111" y="1548729"/>
                  </a:lnTo>
                  <a:lnTo>
                    <a:pt x="1519125" y="1548774"/>
                  </a:lnTo>
                  <a:lnTo>
                    <a:pt x="1519127" y="1548802"/>
                  </a:lnTo>
                  <a:lnTo>
                    <a:pt x="1519151" y="1549184"/>
                  </a:lnTo>
                  <a:lnTo>
                    <a:pt x="1519157" y="1549283"/>
                  </a:lnTo>
                  <a:lnTo>
                    <a:pt x="1519164" y="1549440"/>
                  </a:lnTo>
                  <a:lnTo>
                    <a:pt x="1519147" y="1549543"/>
                  </a:lnTo>
                  <a:lnTo>
                    <a:pt x="1519077" y="1549665"/>
                  </a:lnTo>
                  <a:lnTo>
                    <a:pt x="1519043" y="1549707"/>
                  </a:lnTo>
                  <a:lnTo>
                    <a:pt x="1518930" y="1549803"/>
                  </a:lnTo>
                  <a:lnTo>
                    <a:pt x="1518907" y="1549813"/>
                  </a:lnTo>
                  <a:lnTo>
                    <a:pt x="1518895" y="1549819"/>
                  </a:lnTo>
                  <a:lnTo>
                    <a:pt x="1518877" y="1549817"/>
                  </a:lnTo>
                  <a:lnTo>
                    <a:pt x="1518853" y="1549815"/>
                  </a:lnTo>
                  <a:lnTo>
                    <a:pt x="1518718" y="1549787"/>
                  </a:lnTo>
                  <a:lnTo>
                    <a:pt x="1518665" y="1549774"/>
                  </a:lnTo>
                  <a:lnTo>
                    <a:pt x="1518640" y="1549767"/>
                  </a:lnTo>
                  <a:lnTo>
                    <a:pt x="1518631" y="1549763"/>
                  </a:lnTo>
                  <a:lnTo>
                    <a:pt x="1518612" y="1549753"/>
                  </a:lnTo>
                  <a:lnTo>
                    <a:pt x="1518608" y="1549750"/>
                  </a:lnTo>
                  <a:lnTo>
                    <a:pt x="1518551" y="1549672"/>
                  </a:lnTo>
                  <a:lnTo>
                    <a:pt x="1518459" y="1549594"/>
                  </a:lnTo>
                  <a:lnTo>
                    <a:pt x="1518380" y="1549523"/>
                  </a:lnTo>
                  <a:lnTo>
                    <a:pt x="1518349" y="1549486"/>
                  </a:lnTo>
                  <a:lnTo>
                    <a:pt x="1518328" y="1549471"/>
                  </a:lnTo>
                  <a:lnTo>
                    <a:pt x="1518321" y="1549466"/>
                  </a:lnTo>
                  <a:lnTo>
                    <a:pt x="1518237" y="1549451"/>
                  </a:lnTo>
                  <a:lnTo>
                    <a:pt x="1518228" y="1549452"/>
                  </a:lnTo>
                  <a:lnTo>
                    <a:pt x="1518172" y="1549454"/>
                  </a:lnTo>
                  <a:lnTo>
                    <a:pt x="1518103" y="1549457"/>
                  </a:lnTo>
                  <a:lnTo>
                    <a:pt x="1518095" y="1549454"/>
                  </a:lnTo>
                  <a:lnTo>
                    <a:pt x="1518081" y="1549450"/>
                  </a:lnTo>
                  <a:lnTo>
                    <a:pt x="1518078" y="1549446"/>
                  </a:lnTo>
                  <a:lnTo>
                    <a:pt x="1518068" y="1549429"/>
                  </a:lnTo>
                  <a:lnTo>
                    <a:pt x="1518061" y="1549397"/>
                  </a:lnTo>
                  <a:lnTo>
                    <a:pt x="1518058" y="1549387"/>
                  </a:lnTo>
                  <a:lnTo>
                    <a:pt x="1518060" y="1549368"/>
                  </a:lnTo>
                  <a:lnTo>
                    <a:pt x="1518063" y="1549341"/>
                  </a:lnTo>
                  <a:lnTo>
                    <a:pt x="1518066" y="1549337"/>
                  </a:lnTo>
                  <a:lnTo>
                    <a:pt x="1518144" y="1549276"/>
                  </a:lnTo>
                  <a:lnTo>
                    <a:pt x="1518272" y="1549193"/>
                  </a:lnTo>
                  <a:lnTo>
                    <a:pt x="1518400" y="1549117"/>
                  </a:lnTo>
                  <a:lnTo>
                    <a:pt x="1518443" y="1549111"/>
                  </a:lnTo>
                  <a:lnTo>
                    <a:pt x="1518439" y="1549087"/>
                  </a:lnTo>
                  <a:lnTo>
                    <a:pt x="1518421" y="1549075"/>
                  </a:lnTo>
                  <a:lnTo>
                    <a:pt x="1518365" y="1549042"/>
                  </a:lnTo>
                  <a:lnTo>
                    <a:pt x="1518310" y="1549010"/>
                  </a:lnTo>
                  <a:lnTo>
                    <a:pt x="1518289" y="1548981"/>
                  </a:lnTo>
                  <a:lnTo>
                    <a:pt x="1518296" y="1548957"/>
                  </a:lnTo>
                  <a:lnTo>
                    <a:pt x="1518315" y="1548918"/>
                  </a:lnTo>
                  <a:lnTo>
                    <a:pt x="1518324" y="1548903"/>
                  </a:lnTo>
                  <a:lnTo>
                    <a:pt x="1518330" y="1548891"/>
                  </a:lnTo>
                  <a:lnTo>
                    <a:pt x="1518333" y="1548886"/>
                  </a:lnTo>
                  <a:lnTo>
                    <a:pt x="1518339" y="1548882"/>
                  </a:lnTo>
                  <a:lnTo>
                    <a:pt x="1518424" y="1548821"/>
                  </a:lnTo>
                  <a:lnTo>
                    <a:pt x="1518450" y="1548802"/>
                  </a:lnTo>
                  <a:lnTo>
                    <a:pt x="1518520" y="1548753"/>
                  </a:lnTo>
                  <a:lnTo>
                    <a:pt x="1518613" y="1548688"/>
                  </a:lnTo>
                  <a:lnTo>
                    <a:pt x="1518622" y="1548680"/>
                  </a:lnTo>
                  <a:lnTo>
                    <a:pt x="1518692" y="1548620"/>
                  </a:lnTo>
                  <a:lnTo>
                    <a:pt x="1518712" y="1548599"/>
                  </a:lnTo>
                  <a:lnTo>
                    <a:pt x="1518735" y="1548575"/>
                  </a:lnTo>
                  <a:lnTo>
                    <a:pt x="1518742" y="1548568"/>
                  </a:lnTo>
                  <a:lnTo>
                    <a:pt x="1518784" y="1548514"/>
                  </a:lnTo>
                  <a:lnTo>
                    <a:pt x="1518815" y="1548475"/>
                  </a:lnTo>
                  <a:lnTo>
                    <a:pt x="1518826" y="1548461"/>
                  </a:lnTo>
                  <a:lnTo>
                    <a:pt x="1518856" y="1548414"/>
                  </a:lnTo>
                  <a:lnTo>
                    <a:pt x="1518896" y="1548350"/>
                  </a:lnTo>
                  <a:lnTo>
                    <a:pt x="1518905" y="1548327"/>
                  </a:lnTo>
                  <a:lnTo>
                    <a:pt x="1518931" y="1548265"/>
                  </a:lnTo>
                  <a:lnTo>
                    <a:pt x="1518969" y="1548170"/>
                  </a:lnTo>
                  <a:lnTo>
                    <a:pt x="1519005" y="1548080"/>
                  </a:lnTo>
                  <a:lnTo>
                    <a:pt x="1519025" y="1548012"/>
                  </a:lnTo>
                  <a:lnTo>
                    <a:pt x="1519029" y="1547995"/>
                  </a:lnTo>
                  <a:lnTo>
                    <a:pt x="1519053" y="1547911"/>
                  </a:lnTo>
                  <a:lnTo>
                    <a:pt x="1519079" y="1547817"/>
                  </a:lnTo>
                  <a:lnTo>
                    <a:pt x="1519082" y="1547805"/>
                  </a:lnTo>
                  <a:lnTo>
                    <a:pt x="1519096" y="1547758"/>
                  </a:lnTo>
                  <a:lnTo>
                    <a:pt x="1519101" y="1547740"/>
                  </a:lnTo>
                  <a:lnTo>
                    <a:pt x="1519122" y="1547657"/>
                  </a:lnTo>
                  <a:lnTo>
                    <a:pt x="1519136" y="1547599"/>
                  </a:lnTo>
                  <a:lnTo>
                    <a:pt x="1519141" y="1547553"/>
                  </a:lnTo>
                  <a:lnTo>
                    <a:pt x="1519135" y="1547514"/>
                  </a:lnTo>
                  <a:lnTo>
                    <a:pt x="1519134" y="1547509"/>
                  </a:lnTo>
                  <a:lnTo>
                    <a:pt x="1519128" y="1547484"/>
                  </a:lnTo>
                  <a:lnTo>
                    <a:pt x="1519123" y="1547461"/>
                  </a:lnTo>
                  <a:lnTo>
                    <a:pt x="1519114" y="1547420"/>
                  </a:lnTo>
                  <a:lnTo>
                    <a:pt x="1519108" y="1547404"/>
                  </a:lnTo>
                  <a:lnTo>
                    <a:pt x="1519081" y="1547320"/>
                  </a:lnTo>
                  <a:lnTo>
                    <a:pt x="1519078" y="1547312"/>
                  </a:lnTo>
                  <a:lnTo>
                    <a:pt x="1519076" y="1547287"/>
                  </a:lnTo>
                  <a:lnTo>
                    <a:pt x="1519071" y="1547221"/>
                  </a:lnTo>
                  <a:lnTo>
                    <a:pt x="1519064" y="1547149"/>
                  </a:lnTo>
                  <a:lnTo>
                    <a:pt x="1519065" y="1547129"/>
                  </a:lnTo>
                  <a:lnTo>
                    <a:pt x="1519067" y="1547074"/>
                  </a:lnTo>
                  <a:lnTo>
                    <a:pt x="1519067" y="1547056"/>
                  </a:lnTo>
                  <a:lnTo>
                    <a:pt x="1519073" y="1547046"/>
                  </a:lnTo>
                  <a:lnTo>
                    <a:pt x="1519110" y="1546976"/>
                  </a:lnTo>
                  <a:lnTo>
                    <a:pt x="1519153" y="1546937"/>
                  </a:lnTo>
                  <a:lnTo>
                    <a:pt x="1519215" y="1546882"/>
                  </a:lnTo>
                  <a:lnTo>
                    <a:pt x="1519227" y="1546873"/>
                  </a:lnTo>
                  <a:lnTo>
                    <a:pt x="1519334" y="1546782"/>
                  </a:lnTo>
                  <a:lnTo>
                    <a:pt x="1519430" y="1546702"/>
                  </a:lnTo>
                  <a:lnTo>
                    <a:pt x="1519441" y="1546693"/>
                  </a:lnTo>
                  <a:lnTo>
                    <a:pt x="1519558" y="1546602"/>
                  </a:lnTo>
                  <a:lnTo>
                    <a:pt x="1519563" y="1546598"/>
                  </a:lnTo>
                  <a:lnTo>
                    <a:pt x="1519599" y="1546579"/>
                  </a:lnTo>
                  <a:lnTo>
                    <a:pt x="1519620" y="1546568"/>
                  </a:lnTo>
                  <a:lnTo>
                    <a:pt x="1519656" y="1546552"/>
                  </a:lnTo>
                  <a:lnTo>
                    <a:pt x="1519665" y="1546548"/>
                  </a:lnTo>
                  <a:lnTo>
                    <a:pt x="1519694" y="1546533"/>
                  </a:lnTo>
                  <a:lnTo>
                    <a:pt x="1519700" y="1546530"/>
                  </a:lnTo>
                  <a:lnTo>
                    <a:pt x="1519704" y="1546525"/>
                  </a:lnTo>
                  <a:lnTo>
                    <a:pt x="1519744" y="1546480"/>
                  </a:lnTo>
                  <a:lnTo>
                    <a:pt x="1519749" y="1546476"/>
                  </a:lnTo>
                  <a:lnTo>
                    <a:pt x="1519788" y="1546402"/>
                  </a:lnTo>
                  <a:lnTo>
                    <a:pt x="1519798" y="1546347"/>
                  </a:lnTo>
                  <a:lnTo>
                    <a:pt x="1519798" y="1546340"/>
                  </a:lnTo>
                  <a:lnTo>
                    <a:pt x="1519793" y="1546339"/>
                  </a:lnTo>
                  <a:lnTo>
                    <a:pt x="1519780" y="1546336"/>
                  </a:lnTo>
                  <a:lnTo>
                    <a:pt x="1519770" y="1546337"/>
                  </a:lnTo>
                  <a:lnTo>
                    <a:pt x="1519732" y="1546346"/>
                  </a:lnTo>
                  <a:lnTo>
                    <a:pt x="1519710" y="1546351"/>
                  </a:lnTo>
                  <a:lnTo>
                    <a:pt x="1519660" y="1546356"/>
                  </a:lnTo>
                  <a:lnTo>
                    <a:pt x="1519634" y="1546361"/>
                  </a:lnTo>
                  <a:lnTo>
                    <a:pt x="1519545" y="1546421"/>
                  </a:lnTo>
                  <a:lnTo>
                    <a:pt x="1519455" y="1546481"/>
                  </a:lnTo>
                  <a:lnTo>
                    <a:pt x="1519426" y="1546502"/>
                  </a:lnTo>
                  <a:lnTo>
                    <a:pt x="1519370" y="1546565"/>
                  </a:lnTo>
                  <a:lnTo>
                    <a:pt x="1519313" y="1546624"/>
                  </a:lnTo>
                  <a:lnTo>
                    <a:pt x="1519247" y="1546679"/>
                  </a:lnTo>
                  <a:lnTo>
                    <a:pt x="1519182" y="1546720"/>
                  </a:lnTo>
                  <a:lnTo>
                    <a:pt x="1519142" y="1546745"/>
                  </a:lnTo>
                  <a:lnTo>
                    <a:pt x="1519095" y="1546763"/>
                  </a:lnTo>
                  <a:lnTo>
                    <a:pt x="1519064" y="1546787"/>
                  </a:lnTo>
                  <a:lnTo>
                    <a:pt x="1519029" y="1546842"/>
                  </a:lnTo>
                  <a:lnTo>
                    <a:pt x="1518992" y="1546902"/>
                  </a:lnTo>
                  <a:lnTo>
                    <a:pt x="1518946" y="1546980"/>
                  </a:lnTo>
                  <a:lnTo>
                    <a:pt x="1518940" y="1546991"/>
                  </a:lnTo>
                  <a:lnTo>
                    <a:pt x="1518919" y="1547068"/>
                  </a:lnTo>
                  <a:lnTo>
                    <a:pt x="1518898" y="1547149"/>
                  </a:lnTo>
                  <a:lnTo>
                    <a:pt x="1518891" y="1547180"/>
                  </a:lnTo>
                  <a:lnTo>
                    <a:pt x="1518881" y="1547238"/>
                  </a:lnTo>
                  <a:lnTo>
                    <a:pt x="1518883" y="1547253"/>
                  </a:lnTo>
                  <a:lnTo>
                    <a:pt x="1518884" y="1547275"/>
                  </a:lnTo>
                  <a:lnTo>
                    <a:pt x="1518887" y="1547280"/>
                  </a:lnTo>
                  <a:lnTo>
                    <a:pt x="1518896" y="1547297"/>
                  </a:lnTo>
                  <a:lnTo>
                    <a:pt x="1518917" y="1547337"/>
                  </a:lnTo>
                  <a:lnTo>
                    <a:pt x="1518938" y="1547370"/>
                  </a:lnTo>
                  <a:lnTo>
                    <a:pt x="1518954" y="1547393"/>
                  </a:lnTo>
                  <a:lnTo>
                    <a:pt x="1518963" y="1547405"/>
                  </a:lnTo>
                  <a:lnTo>
                    <a:pt x="1518979" y="1547427"/>
                  </a:lnTo>
                  <a:lnTo>
                    <a:pt x="1518971" y="1547521"/>
                  </a:lnTo>
                  <a:lnTo>
                    <a:pt x="1518948" y="1547742"/>
                  </a:lnTo>
                  <a:lnTo>
                    <a:pt x="1518901" y="1547773"/>
                  </a:lnTo>
                  <a:lnTo>
                    <a:pt x="1518858" y="1547807"/>
                  </a:lnTo>
                  <a:lnTo>
                    <a:pt x="1518835" y="1547798"/>
                  </a:lnTo>
                  <a:lnTo>
                    <a:pt x="1518793" y="1547782"/>
                  </a:lnTo>
                  <a:lnTo>
                    <a:pt x="1518768" y="1547773"/>
                  </a:lnTo>
                  <a:lnTo>
                    <a:pt x="1518753" y="1547777"/>
                  </a:lnTo>
                  <a:lnTo>
                    <a:pt x="1518745" y="1547789"/>
                  </a:lnTo>
                  <a:lnTo>
                    <a:pt x="1518742" y="1547799"/>
                  </a:lnTo>
                  <a:lnTo>
                    <a:pt x="1518739" y="1547815"/>
                  </a:lnTo>
                  <a:lnTo>
                    <a:pt x="1518736" y="1547826"/>
                  </a:lnTo>
                  <a:lnTo>
                    <a:pt x="1518726" y="1547871"/>
                  </a:lnTo>
                  <a:lnTo>
                    <a:pt x="1518724" y="1547879"/>
                  </a:lnTo>
                  <a:lnTo>
                    <a:pt x="1518713" y="1547914"/>
                  </a:lnTo>
                  <a:lnTo>
                    <a:pt x="1518700" y="1547929"/>
                  </a:lnTo>
                  <a:lnTo>
                    <a:pt x="1518658" y="1547960"/>
                  </a:lnTo>
                  <a:lnTo>
                    <a:pt x="1518495" y="1548082"/>
                  </a:lnTo>
                  <a:lnTo>
                    <a:pt x="1518378" y="1548170"/>
                  </a:lnTo>
                  <a:lnTo>
                    <a:pt x="1518310" y="1548220"/>
                  </a:lnTo>
                  <a:lnTo>
                    <a:pt x="1518230" y="1548278"/>
                  </a:lnTo>
                  <a:lnTo>
                    <a:pt x="1518185" y="1548302"/>
                  </a:lnTo>
                  <a:lnTo>
                    <a:pt x="1518143" y="1548320"/>
                  </a:lnTo>
                  <a:lnTo>
                    <a:pt x="1518054" y="1548357"/>
                  </a:lnTo>
                  <a:lnTo>
                    <a:pt x="1518024" y="1548367"/>
                  </a:lnTo>
                  <a:lnTo>
                    <a:pt x="1518011" y="1548372"/>
                  </a:lnTo>
                  <a:lnTo>
                    <a:pt x="1517968" y="1548385"/>
                  </a:lnTo>
                  <a:lnTo>
                    <a:pt x="1517959" y="1548385"/>
                  </a:lnTo>
                  <a:lnTo>
                    <a:pt x="1517952" y="1548384"/>
                  </a:lnTo>
                  <a:lnTo>
                    <a:pt x="1517925" y="1548348"/>
                  </a:lnTo>
                  <a:lnTo>
                    <a:pt x="1517915" y="1548347"/>
                  </a:lnTo>
                  <a:lnTo>
                    <a:pt x="1517909" y="1548348"/>
                  </a:lnTo>
                  <a:lnTo>
                    <a:pt x="1517897" y="1548351"/>
                  </a:lnTo>
                  <a:lnTo>
                    <a:pt x="1517878" y="1548358"/>
                  </a:lnTo>
                  <a:lnTo>
                    <a:pt x="1517861" y="1548364"/>
                  </a:lnTo>
                  <a:lnTo>
                    <a:pt x="1517824" y="1548370"/>
                  </a:lnTo>
                  <a:lnTo>
                    <a:pt x="1517792" y="1548376"/>
                  </a:lnTo>
                  <a:lnTo>
                    <a:pt x="1517770" y="1548381"/>
                  </a:lnTo>
                  <a:lnTo>
                    <a:pt x="1517734" y="1548395"/>
                  </a:lnTo>
                  <a:lnTo>
                    <a:pt x="1517566" y="1548455"/>
                  </a:lnTo>
                  <a:lnTo>
                    <a:pt x="1517512" y="1548474"/>
                  </a:lnTo>
                  <a:lnTo>
                    <a:pt x="1517393" y="1548517"/>
                  </a:lnTo>
                  <a:lnTo>
                    <a:pt x="1517262" y="1548568"/>
                  </a:lnTo>
                  <a:lnTo>
                    <a:pt x="1517220" y="1548584"/>
                  </a:lnTo>
                  <a:lnTo>
                    <a:pt x="1517047" y="1548650"/>
                  </a:lnTo>
                  <a:lnTo>
                    <a:pt x="1517041" y="1548653"/>
                  </a:lnTo>
                  <a:lnTo>
                    <a:pt x="1516914" y="1548705"/>
                  </a:lnTo>
                  <a:lnTo>
                    <a:pt x="1516904" y="1548708"/>
                  </a:lnTo>
                  <a:lnTo>
                    <a:pt x="1516890" y="1548712"/>
                  </a:lnTo>
                  <a:lnTo>
                    <a:pt x="1516875" y="1548717"/>
                  </a:lnTo>
                  <a:lnTo>
                    <a:pt x="1516869" y="1548719"/>
                  </a:lnTo>
                  <a:lnTo>
                    <a:pt x="1516853" y="1548734"/>
                  </a:lnTo>
                  <a:lnTo>
                    <a:pt x="1516839" y="1548750"/>
                  </a:lnTo>
                  <a:lnTo>
                    <a:pt x="1516771" y="1548825"/>
                  </a:lnTo>
                  <a:lnTo>
                    <a:pt x="1516755" y="1548844"/>
                  </a:lnTo>
                  <a:lnTo>
                    <a:pt x="1516698" y="1548907"/>
                  </a:lnTo>
                  <a:lnTo>
                    <a:pt x="1516649" y="1548961"/>
                  </a:lnTo>
                  <a:lnTo>
                    <a:pt x="1516610" y="1549005"/>
                  </a:lnTo>
                  <a:lnTo>
                    <a:pt x="1516554" y="1549065"/>
                  </a:lnTo>
                  <a:lnTo>
                    <a:pt x="1516442" y="1549186"/>
                  </a:lnTo>
                  <a:lnTo>
                    <a:pt x="1516412" y="1549217"/>
                  </a:lnTo>
                  <a:lnTo>
                    <a:pt x="1516318" y="1549318"/>
                  </a:lnTo>
                  <a:lnTo>
                    <a:pt x="1516285" y="1549354"/>
                  </a:lnTo>
                  <a:lnTo>
                    <a:pt x="1516279" y="1549359"/>
                  </a:lnTo>
                  <a:lnTo>
                    <a:pt x="1516263" y="1549375"/>
                  </a:lnTo>
                  <a:lnTo>
                    <a:pt x="1516227" y="1549399"/>
                  </a:lnTo>
                  <a:lnTo>
                    <a:pt x="1516213" y="1549408"/>
                  </a:lnTo>
                  <a:lnTo>
                    <a:pt x="1516193" y="1549421"/>
                  </a:lnTo>
                  <a:lnTo>
                    <a:pt x="1516185" y="1549423"/>
                  </a:lnTo>
                  <a:lnTo>
                    <a:pt x="1516174" y="1549425"/>
                  </a:lnTo>
                  <a:lnTo>
                    <a:pt x="1516169" y="1549426"/>
                  </a:lnTo>
                  <a:lnTo>
                    <a:pt x="1516162" y="1549428"/>
                  </a:lnTo>
                  <a:lnTo>
                    <a:pt x="1516089" y="1549435"/>
                  </a:lnTo>
                  <a:lnTo>
                    <a:pt x="1515996" y="1549443"/>
                  </a:lnTo>
                  <a:lnTo>
                    <a:pt x="1515988" y="1549443"/>
                  </a:lnTo>
                  <a:lnTo>
                    <a:pt x="1515828" y="1549434"/>
                  </a:lnTo>
                  <a:lnTo>
                    <a:pt x="1515770" y="1549431"/>
                  </a:lnTo>
                  <a:lnTo>
                    <a:pt x="1515700" y="1549426"/>
                  </a:lnTo>
                  <a:lnTo>
                    <a:pt x="1515651" y="1549411"/>
                  </a:lnTo>
                  <a:lnTo>
                    <a:pt x="1515647" y="1549404"/>
                  </a:lnTo>
                  <a:lnTo>
                    <a:pt x="1515645" y="1549396"/>
                  </a:lnTo>
                  <a:lnTo>
                    <a:pt x="1515599" y="1549401"/>
                  </a:lnTo>
                  <a:lnTo>
                    <a:pt x="1515576" y="1549404"/>
                  </a:lnTo>
                  <a:lnTo>
                    <a:pt x="1515457" y="1549417"/>
                  </a:lnTo>
                  <a:lnTo>
                    <a:pt x="1515391" y="1549425"/>
                  </a:lnTo>
                  <a:lnTo>
                    <a:pt x="1515381" y="1549426"/>
                  </a:lnTo>
                  <a:lnTo>
                    <a:pt x="1515364" y="1549428"/>
                  </a:lnTo>
                  <a:lnTo>
                    <a:pt x="1515322" y="1549453"/>
                  </a:lnTo>
                  <a:lnTo>
                    <a:pt x="1515317" y="1549455"/>
                  </a:lnTo>
                  <a:lnTo>
                    <a:pt x="1515247" y="1549496"/>
                  </a:lnTo>
                  <a:lnTo>
                    <a:pt x="1515182" y="1549535"/>
                  </a:lnTo>
                  <a:lnTo>
                    <a:pt x="1515140" y="1549542"/>
                  </a:lnTo>
                  <a:lnTo>
                    <a:pt x="1515057" y="1549545"/>
                  </a:lnTo>
                  <a:lnTo>
                    <a:pt x="1515039" y="1549547"/>
                  </a:lnTo>
                  <a:lnTo>
                    <a:pt x="1514925" y="1549557"/>
                  </a:lnTo>
                  <a:lnTo>
                    <a:pt x="1514896" y="1549562"/>
                  </a:lnTo>
                  <a:lnTo>
                    <a:pt x="1514866" y="1549567"/>
                  </a:lnTo>
                  <a:lnTo>
                    <a:pt x="1514832" y="1549572"/>
                  </a:lnTo>
                  <a:lnTo>
                    <a:pt x="1514825" y="1549586"/>
                  </a:lnTo>
                  <a:lnTo>
                    <a:pt x="1514822" y="1549625"/>
                  </a:lnTo>
                  <a:lnTo>
                    <a:pt x="1514791" y="1549648"/>
                  </a:lnTo>
                  <a:lnTo>
                    <a:pt x="1514773" y="1549660"/>
                  </a:lnTo>
                  <a:lnTo>
                    <a:pt x="1514696" y="1549695"/>
                  </a:lnTo>
                  <a:lnTo>
                    <a:pt x="1514660" y="1549703"/>
                  </a:lnTo>
                  <a:lnTo>
                    <a:pt x="1514647" y="1549706"/>
                  </a:lnTo>
                  <a:lnTo>
                    <a:pt x="1514616" y="1549704"/>
                  </a:lnTo>
                  <a:lnTo>
                    <a:pt x="1514603" y="1549703"/>
                  </a:lnTo>
                  <a:lnTo>
                    <a:pt x="1514567" y="1549696"/>
                  </a:lnTo>
                  <a:lnTo>
                    <a:pt x="1514511" y="1549684"/>
                  </a:lnTo>
                  <a:lnTo>
                    <a:pt x="1514468" y="1549659"/>
                  </a:lnTo>
                  <a:lnTo>
                    <a:pt x="1514370" y="1549601"/>
                  </a:lnTo>
                  <a:lnTo>
                    <a:pt x="1514366" y="1549591"/>
                  </a:lnTo>
                  <a:lnTo>
                    <a:pt x="1514348" y="1549551"/>
                  </a:lnTo>
                  <a:lnTo>
                    <a:pt x="1514342" y="1549539"/>
                  </a:lnTo>
                  <a:lnTo>
                    <a:pt x="1514334" y="1549499"/>
                  </a:lnTo>
                  <a:lnTo>
                    <a:pt x="1514134" y="1549402"/>
                  </a:lnTo>
                  <a:lnTo>
                    <a:pt x="1513963" y="1549319"/>
                  </a:lnTo>
                  <a:lnTo>
                    <a:pt x="1513784" y="1549232"/>
                  </a:lnTo>
                  <a:lnTo>
                    <a:pt x="1513761" y="1549221"/>
                  </a:lnTo>
                  <a:lnTo>
                    <a:pt x="1513757" y="1549219"/>
                  </a:lnTo>
                  <a:lnTo>
                    <a:pt x="1513646" y="1549166"/>
                  </a:lnTo>
                  <a:lnTo>
                    <a:pt x="1513636" y="1549163"/>
                  </a:lnTo>
                  <a:lnTo>
                    <a:pt x="1513581" y="1549151"/>
                  </a:lnTo>
                  <a:lnTo>
                    <a:pt x="1513553" y="1549145"/>
                  </a:lnTo>
                  <a:lnTo>
                    <a:pt x="1513521" y="1549139"/>
                  </a:lnTo>
                  <a:lnTo>
                    <a:pt x="1513496" y="1549138"/>
                  </a:lnTo>
                  <a:lnTo>
                    <a:pt x="1513389" y="1549137"/>
                  </a:lnTo>
                  <a:lnTo>
                    <a:pt x="1513365" y="1549136"/>
                  </a:lnTo>
                  <a:lnTo>
                    <a:pt x="1513357" y="1549135"/>
                  </a:lnTo>
                  <a:lnTo>
                    <a:pt x="1513335" y="1549131"/>
                  </a:lnTo>
                  <a:lnTo>
                    <a:pt x="1513220" y="1549111"/>
                  </a:lnTo>
                  <a:lnTo>
                    <a:pt x="1513154" y="1549100"/>
                  </a:lnTo>
                  <a:lnTo>
                    <a:pt x="1513135" y="1549096"/>
                  </a:lnTo>
                  <a:lnTo>
                    <a:pt x="1513089" y="1549089"/>
                  </a:lnTo>
                  <a:lnTo>
                    <a:pt x="1513073" y="1549082"/>
                  </a:lnTo>
                  <a:lnTo>
                    <a:pt x="1513053" y="1549073"/>
                  </a:lnTo>
                  <a:lnTo>
                    <a:pt x="1513007" y="1549040"/>
                  </a:lnTo>
                  <a:lnTo>
                    <a:pt x="1512990" y="1549016"/>
                  </a:lnTo>
                  <a:lnTo>
                    <a:pt x="1512960" y="1549005"/>
                  </a:lnTo>
                  <a:lnTo>
                    <a:pt x="1512927" y="1548993"/>
                  </a:lnTo>
                  <a:lnTo>
                    <a:pt x="1512916" y="1548989"/>
                  </a:lnTo>
                  <a:lnTo>
                    <a:pt x="1512900" y="1548983"/>
                  </a:lnTo>
                  <a:lnTo>
                    <a:pt x="1512836" y="1548959"/>
                  </a:lnTo>
                  <a:lnTo>
                    <a:pt x="1512720" y="1548925"/>
                  </a:lnTo>
                  <a:lnTo>
                    <a:pt x="1512643" y="1548902"/>
                  </a:lnTo>
                  <a:lnTo>
                    <a:pt x="1512580" y="1548891"/>
                  </a:lnTo>
                  <a:lnTo>
                    <a:pt x="1512525" y="1548871"/>
                  </a:lnTo>
                  <a:lnTo>
                    <a:pt x="1512364" y="1548812"/>
                  </a:lnTo>
                  <a:lnTo>
                    <a:pt x="1512351" y="1548807"/>
                  </a:lnTo>
                  <a:lnTo>
                    <a:pt x="1512247" y="1548753"/>
                  </a:lnTo>
                  <a:lnTo>
                    <a:pt x="1512229" y="1548741"/>
                  </a:lnTo>
                  <a:lnTo>
                    <a:pt x="1512220" y="1548734"/>
                  </a:lnTo>
                  <a:lnTo>
                    <a:pt x="1512215" y="1548731"/>
                  </a:lnTo>
                  <a:lnTo>
                    <a:pt x="1512208" y="1548726"/>
                  </a:lnTo>
                  <a:lnTo>
                    <a:pt x="1512201" y="1548720"/>
                  </a:lnTo>
                  <a:lnTo>
                    <a:pt x="1512194" y="1548713"/>
                  </a:lnTo>
                  <a:lnTo>
                    <a:pt x="1512191" y="1548709"/>
                  </a:lnTo>
                  <a:lnTo>
                    <a:pt x="1512147" y="1548659"/>
                  </a:lnTo>
                  <a:lnTo>
                    <a:pt x="1512144" y="1548654"/>
                  </a:lnTo>
                  <a:lnTo>
                    <a:pt x="1512132" y="1548624"/>
                  </a:lnTo>
                  <a:lnTo>
                    <a:pt x="1512130" y="1548617"/>
                  </a:lnTo>
                  <a:lnTo>
                    <a:pt x="1512129" y="1548609"/>
                  </a:lnTo>
                  <a:lnTo>
                    <a:pt x="1512120" y="1548530"/>
                  </a:lnTo>
                  <a:lnTo>
                    <a:pt x="1512119" y="1548503"/>
                  </a:lnTo>
                  <a:lnTo>
                    <a:pt x="1512119" y="1548493"/>
                  </a:lnTo>
                  <a:lnTo>
                    <a:pt x="1512119" y="1548479"/>
                  </a:lnTo>
                  <a:lnTo>
                    <a:pt x="1512119" y="1548385"/>
                  </a:lnTo>
                  <a:lnTo>
                    <a:pt x="1512119" y="1548339"/>
                  </a:lnTo>
                  <a:lnTo>
                    <a:pt x="1512127" y="1548256"/>
                  </a:lnTo>
                  <a:lnTo>
                    <a:pt x="1512139" y="1548149"/>
                  </a:lnTo>
                  <a:lnTo>
                    <a:pt x="1512159" y="1548148"/>
                  </a:lnTo>
                  <a:lnTo>
                    <a:pt x="1512158" y="1548124"/>
                  </a:lnTo>
                  <a:lnTo>
                    <a:pt x="1512156" y="1548081"/>
                  </a:lnTo>
                  <a:lnTo>
                    <a:pt x="1512155" y="1548065"/>
                  </a:lnTo>
                  <a:lnTo>
                    <a:pt x="1512149" y="1548029"/>
                  </a:lnTo>
                  <a:lnTo>
                    <a:pt x="1512137" y="1547969"/>
                  </a:lnTo>
                  <a:lnTo>
                    <a:pt x="1512132" y="1547941"/>
                  </a:lnTo>
                  <a:lnTo>
                    <a:pt x="1512125" y="1547917"/>
                  </a:lnTo>
                  <a:lnTo>
                    <a:pt x="1512093" y="1547814"/>
                  </a:lnTo>
                  <a:lnTo>
                    <a:pt x="1512052" y="1547681"/>
                  </a:lnTo>
                  <a:lnTo>
                    <a:pt x="1512050" y="1547674"/>
                  </a:lnTo>
                  <a:lnTo>
                    <a:pt x="1512043" y="1547668"/>
                  </a:lnTo>
                  <a:lnTo>
                    <a:pt x="1511940" y="1547573"/>
                  </a:lnTo>
                  <a:lnTo>
                    <a:pt x="1511933" y="1547566"/>
                  </a:lnTo>
                  <a:lnTo>
                    <a:pt x="1511894" y="1547528"/>
                  </a:lnTo>
                  <a:lnTo>
                    <a:pt x="1511766" y="1547409"/>
                  </a:lnTo>
                  <a:lnTo>
                    <a:pt x="1511655" y="1547306"/>
                  </a:lnTo>
                  <a:lnTo>
                    <a:pt x="1511646" y="1547298"/>
                  </a:lnTo>
                  <a:lnTo>
                    <a:pt x="1511634" y="1547287"/>
                  </a:lnTo>
                  <a:lnTo>
                    <a:pt x="1511498" y="1547160"/>
                  </a:lnTo>
                  <a:lnTo>
                    <a:pt x="1511448" y="1547114"/>
                  </a:lnTo>
                  <a:lnTo>
                    <a:pt x="1511432" y="1547091"/>
                  </a:lnTo>
                  <a:lnTo>
                    <a:pt x="1511354" y="1546976"/>
                  </a:lnTo>
                  <a:lnTo>
                    <a:pt x="1511331" y="1546902"/>
                  </a:lnTo>
                  <a:lnTo>
                    <a:pt x="1511342" y="1546896"/>
                  </a:lnTo>
                  <a:lnTo>
                    <a:pt x="1511371" y="1546877"/>
                  </a:lnTo>
                  <a:lnTo>
                    <a:pt x="1511401" y="1546858"/>
                  </a:lnTo>
                  <a:lnTo>
                    <a:pt x="1511465" y="1546816"/>
                  </a:lnTo>
                  <a:lnTo>
                    <a:pt x="1511473" y="1546815"/>
                  </a:lnTo>
                  <a:lnTo>
                    <a:pt x="1511485" y="1546813"/>
                  </a:lnTo>
                  <a:lnTo>
                    <a:pt x="1511496" y="1546812"/>
                  </a:lnTo>
                  <a:lnTo>
                    <a:pt x="1511534" y="1546819"/>
                  </a:lnTo>
                  <a:lnTo>
                    <a:pt x="1511539" y="1546820"/>
                  </a:lnTo>
                  <a:lnTo>
                    <a:pt x="1511543" y="1546798"/>
                  </a:lnTo>
                  <a:lnTo>
                    <a:pt x="1511549" y="1546762"/>
                  </a:lnTo>
                  <a:lnTo>
                    <a:pt x="1511479" y="1546708"/>
                  </a:lnTo>
                  <a:lnTo>
                    <a:pt x="1511433" y="1546677"/>
                  </a:lnTo>
                  <a:lnTo>
                    <a:pt x="1511215" y="1546600"/>
                  </a:lnTo>
                  <a:lnTo>
                    <a:pt x="1511185" y="1546607"/>
                  </a:lnTo>
                  <a:lnTo>
                    <a:pt x="1511166" y="1546613"/>
                  </a:lnTo>
                  <a:lnTo>
                    <a:pt x="1511129" y="1546623"/>
                  </a:lnTo>
                  <a:lnTo>
                    <a:pt x="1511123" y="1546624"/>
                  </a:lnTo>
                  <a:lnTo>
                    <a:pt x="1511077" y="1546633"/>
                  </a:lnTo>
                  <a:lnTo>
                    <a:pt x="1511060" y="1546636"/>
                  </a:lnTo>
                  <a:lnTo>
                    <a:pt x="1511026" y="1546636"/>
                  </a:lnTo>
                  <a:lnTo>
                    <a:pt x="1511004" y="1546635"/>
                  </a:lnTo>
                  <a:lnTo>
                    <a:pt x="1510974" y="1546626"/>
                  </a:lnTo>
                  <a:lnTo>
                    <a:pt x="1510878" y="1546591"/>
                  </a:lnTo>
                  <a:lnTo>
                    <a:pt x="1510863" y="1546585"/>
                  </a:lnTo>
                  <a:lnTo>
                    <a:pt x="1510858" y="1546581"/>
                  </a:lnTo>
                  <a:lnTo>
                    <a:pt x="1510703" y="1546464"/>
                  </a:lnTo>
                  <a:lnTo>
                    <a:pt x="1510600" y="1546390"/>
                  </a:lnTo>
                  <a:lnTo>
                    <a:pt x="1510453" y="1546226"/>
                  </a:lnTo>
                  <a:lnTo>
                    <a:pt x="1510329" y="1546052"/>
                  </a:lnTo>
                  <a:lnTo>
                    <a:pt x="1510326" y="1546035"/>
                  </a:lnTo>
                  <a:lnTo>
                    <a:pt x="1510366" y="1545964"/>
                  </a:lnTo>
                  <a:lnTo>
                    <a:pt x="1510377" y="1545937"/>
                  </a:lnTo>
                  <a:lnTo>
                    <a:pt x="1510375" y="1545926"/>
                  </a:lnTo>
                  <a:lnTo>
                    <a:pt x="1510322" y="1545890"/>
                  </a:lnTo>
                  <a:lnTo>
                    <a:pt x="1509943" y="1545627"/>
                  </a:lnTo>
                  <a:lnTo>
                    <a:pt x="1509852" y="1545577"/>
                  </a:lnTo>
                  <a:lnTo>
                    <a:pt x="1509804" y="1545563"/>
                  </a:lnTo>
                  <a:lnTo>
                    <a:pt x="1509711" y="1545469"/>
                  </a:lnTo>
                  <a:lnTo>
                    <a:pt x="1509685" y="1545359"/>
                  </a:lnTo>
                  <a:lnTo>
                    <a:pt x="1509703" y="1545191"/>
                  </a:lnTo>
                  <a:lnTo>
                    <a:pt x="1509726" y="1545069"/>
                  </a:lnTo>
                  <a:lnTo>
                    <a:pt x="1509724" y="1544999"/>
                  </a:lnTo>
                  <a:lnTo>
                    <a:pt x="1509724" y="1544985"/>
                  </a:lnTo>
                  <a:lnTo>
                    <a:pt x="1509705" y="1544882"/>
                  </a:lnTo>
                  <a:lnTo>
                    <a:pt x="1509708" y="1544853"/>
                  </a:lnTo>
                  <a:lnTo>
                    <a:pt x="1509709" y="1544838"/>
                  </a:lnTo>
                  <a:lnTo>
                    <a:pt x="1509745" y="1544760"/>
                  </a:lnTo>
                  <a:lnTo>
                    <a:pt x="1509782" y="1544723"/>
                  </a:lnTo>
                  <a:lnTo>
                    <a:pt x="1509786" y="1544718"/>
                  </a:lnTo>
                  <a:lnTo>
                    <a:pt x="1509802" y="1544708"/>
                  </a:lnTo>
                  <a:lnTo>
                    <a:pt x="1509835" y="1544687"/>
                  </a:lnTo>
                  <a:lnTo>
                    <a:pt x="1509918" y="1544643"/>
                  </a:lnTo>
                  <a:lnTo>
                    <a:pt x="1510250" y="1544498"/>
                  </a:lnTo>
                  <a:lnTo>
                    <a:pt x="1510285" y="1544521"/>
                  </a:lnTo>
                  <a:lnTo>
                    <a:pt x="1510368" y="1544533"/>
                  </a:lnTo>
                  <a:lnTo>
                    <a:pt x="1510503" y="1544283"/>
                  </a:lnTo>
                  <a:lnTo>
                    <a:pt x="1510527" y="1544183"/>
                  </a:lnTo>
                  <a:lnTo>
                    <a:pt x="1510550" y="1544091"/>
                  </a:lnTo>
                  <a:lnTo>
                    <a:pt x="1510512" y="1544054"/>
                  </a:lnTo>
                  <a:lnTo>
                    <a:pt x="1510508" y="1544049"/>
                  </a:lnTo>
                  <a:lnTo>
                    <a:pt x="1510451" y="1543981"/>
                  </a:lnTo>
                  <a:lnTo>
                    <a:pt x="1510409" y="1543887"/>
                  </a:lnTo>
                  <a:lnTo>
                    <a:pt x="1510390" y="1543816"/>
                  </a:lnTo>
                  <a:lnTo>
                    <a:pt x="1510341" y="1543542"/>
                  </a:lnTo>
                  <a:lnTo>
                    <a:pt x="1510346" y="1543418"/>
                  </a:lnTo>
                  <a:lnTo>
                    <a:pt x="1510281" y="1543314"/>
                  </a:lnTo>
                  <a:lnTo>
                    <a:pt x="1510198" y="1543222"/>
                  </a:lnTo>
                  <a:lnTo>
                    <a:pt x="1510114" y="1543160"/>
                  </a:lnTo>
                  <a:lnTo>
                    <a:pt x="1510113" y="1543126"/>
                  </a:lnTo>
                  <a:lnTo>
                    <a:pt x="1510230" y="1542741"/>
                  </a:lnTo>
                  <a:lnTo>
                    <a:pt x="1510266" y="1542619"/>
                  </a:lnTo>
                  <a:lnTo>
                    <a:pt x="1510301" y="1542590"/>
                  </a:lnTo>
                  <a:lnTo>
                    <a:pt x="1510310" y="1542583"/>
                  </a:lnTo>
                  <a:lnTo>
                    <a:pt x="1510405" y="1542539"/>
                  </a:lnTo>
                  <a:lnTo>
                    <a:pt x="1510521" y="1542534"/>
                  </a:lnTo>
                  <a:lnTo>
                    <a:pt x="1510725" y="1542526"/>
                  </a:lnTo>
                  <a:lnTo>
                    <a:pt x="1510772" y="1542527"/>
                  </a:lnTo>
                  <a:lnTo>
                    <a:pt x="1510801" y="1542537"/>
                  </a:lnTo>
                  <a:lnTo>
                    <a:pt x="1510808" y="1542539"/>
                  </a:lnTo>
                  <a:lnTo>
                    <a:pt x="1510830" y="1542580"/>
                  </a:lnTo>
                  <a:lnTo>
                    <a:pt x="1510847" y="1542612"/>
                  </a:lnTo>
                  <a:lnTo>
                    <a:pt x="1510863" y="1542629"/>
                  </a:lnTo>
                  <a:lnTo>
                    <a:pt x="1510958" y="1542733"/>
                  </a:lnTo>
                  <a:lnTo>
                    <a:pt x="1511030" y="1542791"/>
                  </a:lnTo>
                  <a:lnTo>
                    <a:pt x="1511043" y="1542796"/>
                  </a:lnTo>
                  <a:lnTo>
                    <a:pt x="1511070" y="1542807"/>
                  </a:lnTo>
                  <a:lnTo>
                    <a:pt x="1511082" y="1542813"/>
                  </a:lnTo>
                  <a:lnTo>
                    <a:pt x="1511243" y="1542838"/>
                  </a:lnTo>
                  <a:lnTo>
                    <a:pt x="1511296" y="1542810"/>
                  </a:lnTo>
                  <a:lnTo>
                    <a:pt x="1511483" y="1542717"/>
                  </a:lnTo>
                  <a:lnTo>
                    <a:pt x="1511576" y="1542643"/>
                  </a:lnTo>
                  <a:lnTo>
                    <a:pt x="1511636" y="1542588"/>
                  </a:lnTo>
                  <a:lnTo>
                    <a:pt x="1511701" y="1542521"/>
                  </a:lnTo>
                  <a:lnTo>
                    <a:pt x="1511729" y="1542490"/>
                  </a:lnTo>
                  <a:lnTo>
                    <a:pt x="1511848" y="1542354"/>
                  </a:lnTo>
                  <a:lnTo>
                    <a:pt x="1511966" y="1542211"/>
                  </a:lnTo>
                  <a:lnTo>
                    <a:pt x="1511996" y="1542179"/>
                  </a:lnTo>
                  <a:lnTo>
                    <a:pt x="1512054" y="1542116"/>
                  </a:lnTo>
                  <a:lnTo>
                    <a:pt x="1512077" y="1542093"/>
                  </a:lnTo>
                  <a:lnTo>
                    <a:pt x="1512148" y="1542074"/>
                  </a:lnTo>
                  <a:lnTo>
                    <a:pt x="1512144" y="1542049"/>
                  </a:lnTo>
                  <a:lnTo>
                    <a:pt x="1512139" y="1542017"/>
                  </a:lnTo>
                  <a:lnTo>
                    <a:pt x="1512136" y="1541997"/>
                  </a:lnTo>
                  <a:lnTo>
                    <a:pt x="1512132" y="1541993"/>
                  </a:lnTo>
                  <a:lnTo>
                    <a:pt x="1512125" y="1541983"/>
                  </a:lnTo>
                  <a:lnTo>
                    <a:pt x="1512079" y="1541987"/>
                  </a:lnTo>
                  <a:lnTo>
                    <a:pt x="1511966" y="1541995"/>
                  </a:lnTo>
                  <a:lnTo>
                    <a:pt x="1511845" y="1542063"/>
                  </a:lnTo>
                  <a:lnTo>
                    <a:pt x="1511799" y="1542087"/>
                  </a:lnTo>
                  <a:lnTo>
                    <a:pt x="1511752" y="1542151"/>
                  </a:lnTo>
                  <a:lnTo>
                    <a:pt x="1511602" y="1542303"/>
                  </a:lnTo>
                  <a:lnTo>
                    <a:pt x="1511486" y="1542413"/>
                  </a:lnTo>
                  <a:lnTo>
                    <a:pt x="1511475" y="1542414"/>
                  </a:lnTo>
                  <a:lnTo>
                    <a:pt x="1511443" y="1542416"/>
                  </a:lnTo>
                  <a:lnTo>
                    <a:pt x="1511339" y="1542411"/>
                  </a:lnTo>
                  <a:lnTo>
                    <a:pt x="1511227" y="1542398"/>
                  </a:lnTo>
                  <a:lnTo>
                    <a:pt x="1511167" y="1542392"/>
                  </a:lnTo>
                  <a:lnTo>
                    <a:pt x="1511145" y="1542385"/>
                  </a:lnTo>
                  <a:lnTo>
                    <a:pt x="1511128" y="1542366"/>
                  </a:lnTo>
                  <a:lnTo>
                    <a:pt x="1511127" y="1542348"/>
                  </a:lnTo>
                  <a:lnTo>
                    <a:pt x="1511169" y="1542283"/>
                  </a:lnTo>
                  <a:lnTo>
                    <a:pt x="1511266" y="1542187"/>
                  </a:lnTo>
                  <a:lnTo>
                    <a:pt x="1511337" y="1542084"/>
                  </a:lnTo>
                  <a:lnTo>
                    <a:pt x="1511400" y="1541955"/>
                  </a:lnTo>
                  <a:lnTo>
                    <a:pt x="1511420" y="1541898"/>
                  </a:lnTo>
                  <a:lnTo>
                    <a:pt x="1511408" y="1541841"/>
                  </a:lnTo>
                  <a:lnTo>
                    <a:pt x="1511422" y="1541760"/>
                  </a:lnTo>
                  <a:lnTo>
                    <a:pt x="1511468" y="1541613"/>
                  </a:lnTo>
                  <a:lnTo>
                    <a:pt x="1511508" y="1541495"/>
                  </a:lnTo>
                  <a:lnTo>
                    <a:pt x="1511521" y="1541471"/>
                  </a:lnTo>
                  <a:lnTo>
                    <a:pt x="1511531" y="1541451"/>
                  </a:lnTo>
                  <a:lnTo>
                    <a:pt x="1511531" y="1541418"/>
                  </a:lnTo>
                  <a:lnTo>
                    <a:pt x="1511506" y="1541399"/>
                  </a:lnTo>
                  <a:lnTo>
                    <a:pt x="1511474" y="1541386"/>
                  </a:lnTo>
                  <a:lnTo>
                    <a:pt x="1511444" y="1541398"/>
                  </a:lnTo>
                  <a:lnTo>
                    <a:pt x="1511439" y="1541403"/>
                  </a:lnTo>
                  <a:lnTo>
                    <a:pt x="1511426" y="1541420"/>
                  </a:lnTo>
                  <a:lnTo>
                    <a:pt x="1511398" y="1541533"/>
                  </a:lnTo>
                  <a:lnTo>
                    <a:pt x="1511351" y="1541674"/>
                  </a:lnTo>
                  <a:lnTo>
                    <a:pt x="1511326" y="1541766"/>
                  </a:lnTo>
                  <a:lnTo>
                    <a:pt x="1511161" y="1542027"/>
                  </a:lnTo>
                  <a:lnTo>
                    <a:pt x="1510857" y="1542199"/>
                  </a:lnTo>
                  <a:lnTo>
                    <a:pt x="1510508" y="1542252"/>
                  </a:lnTo>
                  <a:lnTo>
                    <a:pt x="1510445" y="1542345"/>
                  </a:lnTo>
                  <a:lnTo>
                    <a:pt x="1510406" y="1542358"/>
                  </a:lnTo>
                  <a:lnTo>
                    <a:pt x="1510392" y="1542352"/>
                  </a:lnTo>
                  <a:lnTo>
                    <a:pt x="1510369" y="1542318"/>
                  </a:lnTo>
                  <a:lnTo>
                    <a:pt x="1510348" y="1542242"/>
                  </a:lnTo>
                  <a:lnTo>
                    <a:pt x="1510346" y="1542168"/>
                  </a:lnTo>
                  <a:lnTo>
                    <a:pt x="1510355" y="1542051"/>
                  </a:lnTo>
                  <a:lnTo>
                    <a:pt x="1510415" y="1541913"/>
                  </a:lnTo>
                  <a:lnTo>
                    <a:pt x="1510368" y="1541830"/>
                  </a:lnTo>
                  <a:lnTo>
                    <a:pt x="1510305" y="1541634"/>
                  </a:lnTo>
                  <a:lnTo>
                    <a:pt x="1510323" y="1541283"/>
                  </a:lnTo>
                  <a:lnTo>
                    <a:pt x="1510356" y="1541101"/>
                  </a:lnTo>
                  <a:lnTo>
                    <a:pt x="1510401" y="1541068"/>
                  </a:lnTo>
                  <a:lnTo>
                    <a:pt x="1510426" y="1541044"/>
                  </a:lnTo>
                  <a:lnTo>
                    <a:pt x="1510429" y="1541034"/>
                  </a:lnTo>
                  <a:lnTo>
                    <a:pt x="1510350" y="1540907"/>
                  </a:lnTo>
                  <a:lnTo>
                    <a:pt x="1510308" y="1540853"/>
                  </a:lnTo>
                  <a:lnTo>
                    <a:pt x="1510248" y="1540813"/>
                  </a:lnTo>
                  <a:lnTo>
                    <a:pt x="1510217" y="1540802"/>
                  </a:lnTo>
                  <a:lnTo>
                    <a:pt x="1510198" y="1540795"/>
                  </a:lnTo>
                  <a:lnTo>
                    <a:pt x="1510149" y="1540783"/>
                  </a:lnTo>
                  <a:lnTo>
                    <a:pt x="1510095" y="1540817"/>
                  </a:lnTo>
                  <a:lnTo>
                    <a:pt x="1510043" y="1540880"/>
                  </a:lnTo>
                  <a:lnTo>
                    <a:pt x="1510015" y="1540914"/>
                  </a:lnTo>
                  <a:lnTo>
                    <a:pt x="1509992" y="1540941"/>
                  </a:lnTo>
                  <a:lnTo>
                    <a:pt x="1509979" y="1540942"/>
                  </a:lnTo>
                  <a:lnTo>
                    <a:pt x="1509952" y="1540930"/>
                  </a:lnTo>
                  <a:lnTo>
                    <a:pt x="1509932" y="1540909"/>
                  </a:lnTo>
                  <a:lnTo>
                    <a:pt x="1509902" y="1540877"/>
                  </a:lnTo>
                  <a:lnTo>
                    <a:pt x="1509799" y="1540767"/>
                  </a:lnTo>
                  <a:lnTo>
                    <a:pt x="1509786" y="1540753"/>
                  </a:lnTo>
                  <a:lnTo>
                    <a:pt x="1509740" y="1540703"/>
                  </a:lnTo>
                  <a:lnTo>
                    <a:pt x="1509715" y="1540666"/>
                  </a:lnTo>
                  <a:lnTo>
                    <a:pt x="1509651" y="1540523"/>
                  </a:lnTo>
                  <a:lnTo>
                    <a:pt x="1509627" y="1540365"/>
                  </a:lnTo>
                  <a:lnTo>
                    <a:pt x="1509629" y="1540183"/>
                  </a:lnTo>
                  <a:lnTo>
                    <a:pt x="1509638" y="1540005"/>
                  </a:lnTo>
                  <a:lnTo>
                    <a:pt x="1509632" y="1539965"/>
                  </a:lnTo>
                  <a:lnTo>
                    <a:pt x="1509624" y="1539910"/>
                  </a:lnTo>
                  <a:lnTo>
                    <a:pt x="1509623" y="1539902"/>
                  </a:lnTo>
                  <a:lnTo>
                    <a:pt x="1509611" y="1539879"/>
                  </a:lnTo>
                  <a:lnTo>
                    <a:pt x="1509580" y="1539819"/>
                  </a:lnTo>
                  <a:lnTo>
                    <a:pt x="1509481" y="1539687"/>
                  </a:lnTo>
                  <a:lnTo>
                    <a:pt x="1509413" y="1539649"/>
                  </a:lnTo>
                  <a:lnTo>
                    <a:pt x="1509335" y="1539665"/>
                  </a:lnTo>
                  <a:lnTo>
                    <a:pt x="1509296" y="1539740"/>
                  </a:lnTo>
                  <a:lnTo>
                    <a:pt x="1509246" y="1539735"/>
                  </a:lnTo>
                  <a:lnTo>
                    <a:pt x="1509202" y="1539714"/>
                  </a:lnTo>
                  <a:lnTo>
                    <a:pt x="1509071" y="1539607"/>
                  </a:lnTo>
                  <a:lnTo>
                    <a:pt x="1508962" y="1539499"/>
                  </a:lnTo>
                  <a:lnTo>
                    <a:pt x="1508883" y="1539402"/>
                  </a:lnTo>
                  <a:lnTo>
                    <a:pt x="1508843" y="1539324"/>
                  </a:lnTo>
                  <a:lnTo>
                    <a:pt x="1508829" y="1539286"/>
                  </a:lnTo>
                  <a:lnTo>
                    <a:pt x="1508731" y="1539204"/>
                  </a:lnTo>
                  <a:lnTo>
                    <a:pt x="1508709" y="1539225"/>
                  </a:lnTo>
                  <a:lnTo>
                    <a:pt x="1508665" y="1539280"/>
                  </a:lnTo>
                  <a:lnTo>
                    <a:pt x="1508669" y="1539332"/>
                  </a:lnTo>
                  <a:lnTo>
                    <a:pt x="1508673" y="1539390"/>
                  </a:lnTo>
                  <a:lnTo>
                    <a:pt x="1508707" y="1539417"/>
                  </a:lnTo>
                  <a:lnTo>
                    <a:pt x="1508753" y="1539461"/>
                  </a:lnTo>
                  <a:lnTo>
                    <a:pt x="1508803" y="1539524"/>
                  </a:lnTo>
                  <a:lnTo>
                    <a:pt x="1508904" y="1539694"/>
                  </a:lnTo>
                  <a:lnTo>
                    <a:pt x="1508928" y="1539794"/>
                  </a:lnTo>
                  <a:lnTo>
                    <a:pt x="1508978" y="1539871"/>
                  </a:lnTo>
                  <a:lnTo>
                    <a:pt x="1509070" y="1539952"/>
                  </a:lnTo>
                  <a:lnTo>
                    <a:pt x="1509134" y="1539974"/>
                  </a:lnTo>
                  <a:lnTo>
                    <a:pt x="1509350" y="1540013"/>
                  </a:lnTo>
                  <a:lnTo>
                    <a:pt x="1509358" y="1539978"/>
                  </a:lnTo>
                  <a:lnTo>
                    <a:pt x="1509398" y="1539958"/>
                  </a:lnTo>
                  <a:lnTo>
                    <a:pt x="1509421" y="1539963"/>
                  </a:lnTo>
                  <a:lnTo>
                    <a:pt x="1509450" y="1539983"/>
                  </a:lnTo>
                  <a:lnTo>
                    <a:pt x="1509499" y="1540040"/>
                  </a:lnTo>
                  <a:lnTo>
                    <a:pt x="1509547" y="1540110"/>
                  </a:lnTo>
                  <a:lnTo>
                    <a:pt x="1509567" y="1540160"/>
                  </a:lnTo>
                  <a:lnTo>
                    <a:pt x="1509509" y="1540607"/>
                  </a:lnTo>
                  <a:lnTo>
                    <a:pt x="1509491" y="1540730"/>
                  </a:lnTo>
                  <a:lnTo>
                    <a:pt x="1509479" y="1540781"/>
                  </a:lnTo>
                  <a:lnTo>
                    <a:pt x="1509422" y="1540864"/>
                  </a:lnTo>
                  <a:lnTo>
                    <a:pt x="1509364" y="1540947"/>
                  </a:lnTo>
                  <a:lnTo>
                    <a:pt x="1509318" y="1540960"/>
                  </a:lnTo>
                  <a:lnTo>
                    <a:pt x="1509300" y="1540946"/>
                  </a:lnTo>
                  <a:lnTo>
                    <a:pt x="1509257" y="1540838"/>
                  </a:lnTo>
                  <a:lnTo>
                    <a:pt x="1509232" y="1540751"/>
                  </a:lnTo>
                  <a:lnTo>
                    <a:pt x="1509194" y="1540614"/>
                  </a:lnTo>
                  <a:lnTo>
                    <a:pt x="1509010" y="1540210"/>
                  </a:lnTo>
                  <a:lnTo>
                    <a:pt x="1508989" y="1540180"/>
                  </a:lnTo>
                  <a:lnTo>
                    <a:pt x="1508965" y="1540165"/>
                  </a:lnTo>
                  <a:lnTo>
                    <a:pt x="1508697" y="1540171"/>
                  </a:lnTo>
                  <a:lnTo>
                    <a:pt x="1508668" y="1540172"/>
                  </a:lnTo>
                  <a:lnTo>
                    <a:pt x="1508600" y="1540174"/>
                  </a:lnTo>
                  <a:lnTo>
                    <a:pt x="1508568" y="1540218"/>
                  </a:lnTo>
                  <a:lnTo>
                    <a:pt x="1508576" y="1540264"/>
                  </a:lnTo>
                  <a:lnTo>
                    <a:pt x="1508586" y="1540314"/>
                  </a:lnTo>
                  <a:lnTo>
                    <a:pt x="1508642" y="1540359"/>
                  </a:lnTo>
                  <a:lnTo>
                    <a:pt x="1508728" y="1540332"/>
                  </a:lnTo>
                  <a:lnTo>
                    <a:pt x="1508814" y="1540291"/>
                  </a:lnTo>
                  <a:lnTo>
                    <a:pt x="1508837" y="1540282"/>
                  </a:lnTo>
                  <a:lnTo>
                    <a:pt x="1508859" y="1540279"/>
                  </a:lnTo>
                  <a:lnTo>
                    <a:pt x="1508918" y="1540292"/>
                  </a:lnTo>
                  <a:lnTo>
                    <a:pt x="1508961" y="1540347"/>
                  </a:lnTo>
                  <a:lnTo>
                    <a:pt x="1509002" y="1540419"/>
                  </a:lnTo>
                  <a:lnTo>
                    <a:pt x="1509017" y="1540450"/>
                  </a:lnTo>
                  <a:lnTo>
                    <a:pt x="1509080" y="1540590"/>
                  </a:lnTo>
                  <a:lnTo>
                    <a:pt x="1509105" y="1540662"/>
                  </a:lnTo>
                  <a:lnTo>
                    <a:pt x="1509122" y="1540783"/>
                  </a:lnTo>
                  <a:lnTo>
                    <a:pt x="1509119" y="1540825"/>
                  </a:lnTo>
                  <a:lnTo>
                    <a:pt x="1509112" y="1540915"/>
                  </a:lnTo>
                  <a:lnTo>
                    <a:pt x="1509127" y="1541030"/>
                  </a:lnTo>
                  <a:lnTo>
                    <a:pt x="1509147" y="1541106"/>
                  </a:lnTo>
                  <a:lnTo>
                    <a:pt x="1509197" y="1541155"/>
                  </a:lnTo>
                  <a:lnTo>
                    <a:pt x="1509254" y="1541176"/>
                  </a:lnTo>
                  <a:lnTo>
                    <a:pt x="1509430" y="1541180"/>
                  </a:lnTo>
                  <a:lnTo>
                    <a:pt x="1509447" y="1541175"/>
                  </a:lnTo>
                  <a:lnTo>
                    <a:pt x="1509557" y="1541141"/>
                  </a:lnTo>
                  <a:lnTo>
                    <a:pt x="1509684" y="1541136"/>
                  </a:lnTo>
                  <a:lnTo>
                    <a:pt x="1509716" y="1541153"/>
                  </a:lnTo>
                  <a:lnTo>
                    <a:pt x="1509839" y="1541221"/>
                  </a:lnTo>
                  <a:lnTo>
                    <a:pt x="1509896" y="1541280"/>
                  </a:lnTo>
                  <a:lnTo>
                    <a:pt x="1509917" y="1541340"/>
                  </a:lnTo>
                  <a:lnTo>
                    <a:pt x="1509937" y="1541529"/>
                  </a:lnTo>
                  <a:lnTo>
                    <a:pt x="1509935" y="1541584"/>
                  </a:lnTo>
                  <a:lnTo>
                    <a:pt x="1509884" y="1541757"/>
                  </a:lnTo>
                  <a:lnTo>
                    <a:pt x="1509841" y="1541902"/>
                  </a:lnTo>
                  <a:lnTo>
                    <a:pt x="1509827" y="1541912"/>
                  </a:lnTo>
                  <a:lnTo>
                    <a:pt x="1509764" y="1541932"/>
                  </a:lnTo>
                  <a:lnTo>
                    <a:pt x="1509862" y="1542704"/>
                  </a:lnTo>
                  <a:lnTo>
                    <a:pt x="1509764" y="1542789"/>
                  </a:lnTo>
                  <a:lnTo>
                    <a:pt x="1509734" y="1542810"/>
                  </a:lnTo>
                  <a:lnTo>
                    <a:pt x="1509661" y="1543005"/>
                  </a:lnTo>
                  <a:lnTo>
                    <a:pt x="1509532" y="1543356"/>
                  </a:lnTo>
                  <a:lnTo>
                    <a:pt x="1509404" y="1543500"/>
                  </a:lnTo>
                  <a:lnTo>
                    <a:pt x="1509333" y="1543495"/>
                  </a:lnTo>
                  <a:lnTo>
                    <a:pt x="1509268" y="1543480"/>
                  </a:lnTo>
                  <a:lnTo>
                    <a:pt x="1509201" y="1543537"/>
                  </a:lnTo>
                  <a:lnTo>
                    <a:pt x="1509173" y="1543571"/>
                  </a:lnTo>
                  <a:lnTo>
                    <a:pt x="1509133" y="1543619"/>
                  </a:lnTo>
                  <a:lnTo>
                    <a:pt x="1509174" y="1543656"/>
                  </a:lnTo>
                  <a:lnTo>
                    <a:pt x="1509248" y="1543721"/>
                  </a:lnTo>
                  <a:lnTo>
                    <a:pt x="1509402" y="1543866"/>
                  </a:lnTo>
                  <a:lnTo>
                    <a:pt x="1509426" y="1543885"/>
                  </a:lnTo>
                  <a:lnTo>
                    <a:pt x="1509439" y="1543902"/>
                  </a:lnTo>
                  <a:lnTo>
                    <a:pt x="1509460" y="1544011"/>
                  </a:lnTo>
                  <a:lnTo>
                    <a:pt x="1509443" y="1544272"/>
                  </a:lnTo>
                  <a:lnTo>
                    <a:pt x="1509393" y="1544311"/>
                  </a:lnTo>
                  <a:lnTo>
                    <a:pt x="1509257" y="1544414"/>
                  </a:lnTo>
                  <a:lnTo>
                    <a:pt x="1509180" y="1544487"/>
                  </a:lnTo>
                  <a:lnTo>
                    <a:pt x="1509125" y="1544573"/>
                  </a:lnTo>
                  <a:lnTo>
                    <a:pt x="1509120" y="1544581"/>
                  </a:lnTo>
                  <a:lnTo>
                    <a:pt x="1509115" y="1544605"/>
                  </a:lnTo>
                  <a:lnTo>
                    <a:pt x="1509089" y="1544609"/>
                  </a:lnTo>
                  <a:lnTo>
                    <a:pt x="1509084" y="1544610"/>
                  </a:lnTo>
                  <a:lnTo>
                    <a:pt x="1508903" y="1544476"/>
                  </a:lnTo>
                  <a:lnTo>
                    <a:pt x="1508664" y="1544251"/>
                  </a:lnTo>
                  <a:lnTo>
                    <a:pt x="1508579" y="1544218"/>
                  </a:lnTo>
                  <a:lnTo>
                    <a:pt x="1508549" y="1544206"/>
                  </a:lnTo>
                  <a:lnTo>
                    <a:pt x="1508508" y="1544202"/>
                  </a:lnTo>
                  <a:lnTo>
                    <a:pt x="1508489" y="1544204"/>
                  </a:lnTo>
                  <a:lnTo>
                    <a:pt x="1508449" y="1544208"/>
                  </a:lnTo>
                  <a:lnTo>
                    <a:pt x="1508408" y="1544302"/>
                  </a:lnTo>
                  <a:lnTo>
                    <a:pt x="1508398" y="1544325"/>
                  </a:lnTo>
                  <a:lnTo>
                    <a:pt x="1508416" y="1544333"/>
                  </a:lnTo>
                  <a:lnTo>
                    <a:pt x="1508574" y="1544402"/>
                  </a:lnTo>
                  <a:lnTo>
                    <a:pt x="1508807" y="1544557"/>
                  </a:lnTo>
                  <a:lnTo>
                    <a:pt x="1508861" y="1544605"/>
                  </a:lnTo>
                  <a:lnTo>
                    <a:pt x="1509004" y="1544742"/>
                  </a:lnTo>
                  <a:lnTo>
                    <a:pt x="1509079" y="1544814"/>
                  </a:lnTo>
                  <a:lnTo>
                    <a:pt x="1509091" y="1544826"/>
                  </a:lnTo>
                  <a:lnTo>
                    <a:pt x="1509096" y="1544846"/>
                  </a:lnTo>
                  <a:lnTo>
                    <a:pt x="1509086" y="1544882"/>
                  </a:lnTo>
                  <a:lnTo>
                    <a:pt x="1509045" y="1544910"/>
                  </a:lnTo>
                  <a:lnTo>
                    <a:pt x="1509011" y="1544934"/>
                  </a:lnTo>
                  <a:lnTo>
                    <a:pt x="1508966" y="1544922"/>
                  </a:lnTo>
                  <a:lnTo>
                    <a:pt x="1508916" y="1544913"/>
                  </a:lnTo>
                  <a:lnTo>
                    <a:pt x="1508857" y="1544902"/>
                  </a:lnTo>
                  <a:lnTo>
                    <a:pt x="1508837" y="1544898"/>
                  </a:lnTo>
                  <a:lnTo>
                    <a:pt x="1508782" y="1544958"/>
                  </a:lnTo>
                  <a:lnTo>
                    <a:pt x="1508761" y="1545015"/>
                  </a:lnTo>
                  <a:lnTo>
                    <a:pt x="1508877" y="1545218"/>
                  </a:lnTo>
                  <a:lnTo>
                    <a:pt x="1508995" y="1545376"/>
                  </a:lnTo>
                  <a:lnTo>
                    <a:pt x="1509042" y="1545412"/>
                  </a:lnTo>
                  <a:lnTo>
                    <a:pt x="1509109" y="1545445"/>
                  </a:lnTo>
                  <a:lnTo>
                    <a:pt x="1509127" y="1545446"/>
                  </a:lnTo>
                  <a:lnTo>
                    <a:pt x="1509155" y="1545427"/>
                  </a:lnTo>
                  <a:lnTo>
                    <a:pt x="1509164" y="1545427"/>
                  </a:lnTo>
                  <a:lnTo>
                    <a:pt x="1509177" y="1545434"/>
                  </a:lnTo>
                  <a:lnTo>
                    <a:pt x="1509220" y="1545492"/>
                  </a:lnTo>
                  <a:lnTo>
                    <a:pt x="1509264" y="1545636"/>
                  </a:lnTo>
                  <a:lnTo>
                    <a:pt x="1509294" y="1545775"/>
                  </a:lnTo>
                  <a:lnTo>
                    <a:pt x="1509319" y="1545927"/>
                  </a:lnTo>
                  <a:lnTo>
                    <a:pt x="1509344" y="1546081"/>
                  </a:lnTo>
                  <a:lnTo>
                    <a:pt x="1509397" y="1546395"/>
                  </a:lnTo>
                  <a:lnTo>
                    <a:pt x="1509412" y="1546487"/>
                  </a:lnTo>
                  <a:lnTo>
                    <a:pt x="1509414" y="1546496"/>
                  </a:lnTo>
                  <a:lnTo>
                    <a:pt x="1509501" y="1546591"/>
                  </a:lnTo>
                  <a:lnTo>
                    <a:pt x="1509497" y="1546672"/>
                  </a:lnTo>
                  <a:lnTo>
                    <a:pt x="1509484" y="1546725"/>
                  </a:lnTo>
                  <a:lnTo>
                    <a:pt x="1509449" y="1546785"/>
                  </a:lnTo>
                  <a:lnTo>
                    <a:pt x="1509421" y="1546797"/>
                  </a:lnTo>
                  <a:lnTo>
                    <a:pt x="1509375" y="1546785"/>
                  </a:lnTo>
                  <a:lnTo>
                    <a:pt x="1509354" y="1546772"/>
                  </a:lnTo>
                  <a:lnTo>
                    <a:pt x="1509330" y="1546830"/>
                  </a:lnTo>
                  <a:lnTo>
                    <a:pt x="1509414" y="1547086"/>
                  </a:lnTo>
                  <a:lnTo>
                    <a:pt x="1509512" y="1547233"/>
                  </a:lnTo>
                  <a:lnTo>
                    <a:pt x="1509610" y="1547297"/>
                  </a:lnTo>
                  <a:lnTo>
                    <a:pt x="1509622" y="1547305"/>
                  </a:lnTo>
                  <a:lnTo>
                    <a:pt x="1509685" y="1547327"/>
                  </a:lnTo>
                  <a:lnTo>
                    <a:pt x="1509830" y="1547354"/>
                  </a:lnTo>
                  <a:lnTo>
                    <a:pt x="1509932" y="1547371"/>
                  </a:lnTo>
                  <a:lnTo>
                    <a:pt x="1510175" y="1547478"/>
                  </a:lnTo>
                  <a:lnTo>
                    <a:pt x="1510256" y="1547514"/>
                  </a:lnTo>
                  <a:lnTo>
                    <a:pt x="1510360" y="1547580"/>
                  </a:lnTo>
                  <a:lnTo>
                    <a:pt x="1510377" y="1547591"/>
                  </a:lnTo>
                  <a:lnTo>
                    <a:pt x="1510387" y="1547621"/>
                  </a:lnTo>
                  <a:lnTo>
                    <a:pt x="1510392" y="1547663"/>
                  </a:lnTo>
                  <a:lnTo>
                    <a:pt x="1510367" y="1547715"/>
                  </a:lnTo>
                  <a:lnTo>
                    <a:pt x="1510331" y="1547809"/>
                  </a:lnTo>
                  <a:lnTo>
                    <a:pt x="1510307" y="1547922"/>
                  </a:lnTo>
                  <a:lnTo>
                    <a:pt x="1510302" y="1548024"/>
                  </a:lnTo>
                  <a:lnTo>
                    <a:pt x="1510302" y="1548074"/>
                  </a:lnTo>
                  <a:lnTo>
                    <a:pt x="1510302" y="1548081"/>
                  </a:lnTo>
                  <a:lnTo>
                    <a:pt x="1510337" y="1548095"/>
                  </a:lnTo>
                  <a:lnTo>
                    <a:pt x="1510365" y="1548160"/>
                  </a:lnTo>
                  <a:lnTo>
                    <a:pt x="1510352" y="1548264"/>
                  </a:lnTo>
                  <a:lnTo>
                    <a:pt x="1510307" y="1548316"/>
                  </a:lnTo>
                  <a:lnTo>
                    <a:pt x="1510246" y="1548342"/>
                  </a:lnTo>
                  <a:lnTo>
                    <a:pt x="1510205" y="1548351"/>
                  </a:lnTo>
                  <a:lnTo>
                    <a:pt x="1510153" y="1548351"/>
                  </a:lnTo>
                  <a:lnTo>
                    <a:pt x="1510084" y="1548341"/>
                  </a:lnTo>
                  <a:lnTo>
                    <a:pt x="1510043" y="1548329"/>
                  </a:lnTo>
                  <a:lnTo>
                    <a:pt x="1510026" y="1548324"/>
                  </a:lnTo>
                  <a:lnTo>
                    <a:pt x="1509956" y="1548285"/>
                  </a:lnTo>
                  <a:lnTo>
                    <a:pt x="1509781" y="1548129"/>
                  </a:lnTo>
                  <a:lnTo>
                    <a:pt x="1509656" y="1548304"/>
                  </a:lnTo>
                  <a:lnTo>
                    <a:pt x="1509702" y="1548470"/>
                  </a:lnTo>
                  <a:lnTo>
                    <a:pt x="1509525" y="1548577"/>
                  </a:lnTo>
                  <a:lnTo>
                    <a:pt x="1509472" y="1548593"/>
                  </a:lnTo>
                  <a:lnTo>
                    <a:pt x="1509012" y="1548594"/>
                  </a:lnTo>
                  <a:lnTo>
                    <a:pt x="1508959" y="1548594"/>
                  </a:lnTo>
                  <a:lnTo>
                    <a:pt x="1508915" y="1548583"/>
                  </a:lnTo>
                  <a:lnTo>
                    <a:pt x="1508863" y="1548550"/>
                  </a:lnTo>
                  <a:lnTo>
                    <a:pt x="1508696" y="1548430"/>
                  </a:lnTo>
                  <a:lnTo>
                    <a:pt x="1508641" y="1548390"/>
                  </a:lnTo>
                  <a:lnTo>
                    <a:pt x="1508495" y="1548285"/>
                  </a:lnTo>
                  <a:lnTo>
                    <a:pt x="1508402" y="1548212"/>
                  </a:lnTo>
                  <a:lnTo>
                    <a:pt x="1508397" y="1548166"/>
                  </a:lnTo>
                  <a:lnTo>
                    <a:pt x="1508392" y="1548125"/>
                  </a:lnTo>
                  <a:lnTo>
                    <a:pt x="1508308" y="1548005"/>
                  </a:lnTo>
                  <a:lnTo>
                    <a:pt x="1508214" y="1547871"/>
                  </a:lnTo>
                  <a:lnTo>
                    <a:pt x="1508164" y="1547815"/>
                  </a:lnTo>
                  <a:lnTo>
                    <a:pt x="1508052" y="1547722"/>
                  </a:lnTo>
                  <a:lnTo>
                    <a:pt x="1508030" y="1547704"/>
                  </a:lnTo>
                  <a:lnTo>
                    <a:pt x="1508014" y="1547690"/>
                  </a:lnTo>
                  <a:lnTo>
                    <a:pt x="1508009" y="1547686"/>
                  </a:lnTo>
                  <a:lnTo>
                    <a:pt x="1508003" y="1547681"/>
                  </a:lnTo>
                  <a:lnTo>
                    <a:pt x="1507959" y="1548012"/>
                  </a:lnTo>
                  <a:lnTo>
                    <a:pt x="1507944" y="1548044"/>
                  </a:lnTo>
                  <a:lnTo>
                    <a:pt x="1507917" y="1548068"/>
                  </a:lnTo>
                  <a:lnTo>
                    <a:pt x="1507709" y="1548041"/>
                  </a:lnTo>
                  <a:lnTo>
                    <a:pt x="1507593" y="1547992"/>
                  </a:lnTo>
                  <a:lnTo>
                    <a:pt x="1507576" y="1547968"/>
                  </a:lnTo>
                  <a:lnTo>
                    <a:pt x="1507542" y="1547818"/>
                  </a:lnTo>
                  <a:lnTo>
                    <a:pt x="1507322" y="1547822"/>
                  </a:lnTo>
                  <a:lnTo>
                    <a:pt x="1507125" y="1547879"/>
                  </a:lnTo>
                  <a:lnTo>
                    <a:pt x="1507121" y="1547880"/>
                  </a:lnTo>
                  <a:lnTo>
                    <a:pt x="1506924" y="1547937"/>
                  </a:lnTo>
                  <a:lnTo>
                    <a:pt x="1506650" y="1548056"/>
                  </a:lnTo>
                  <a:lnTo>
                    <a:pt x="1506634" y="1548067"/>
                  </a:lnTo>
                  <a:lnTo>
                    <a:pt x="1506579" y="1548102"/>
                  </a:lnTo>
                  <a:lnTo>
                    <a:pt x="1506573" y="1548106"/>
                  </a:lnTo>
                  <a:lnTo>
                    <a:pt x="1506569" y="1548109"/>
                  </a:lnTo>
                  <a:lnTo>
                    <a:pt x="1506370" y="1548264"/>
                  </a:lnTo>
                  <a:lnTo>
                    <a:pt x="1506350" y="1548283"/>
                  </a:lnTo>
                  <a:lnTo>
                    <a:pt x="1506322" y="1548309"/>
                  </a:lnTo>
                  <a:lnTo>
                    <a:pt x="1506316" y="1548318"/>
                  </a:lnTo>
                  <a:lnTo>
                    <a:pt x="1506309" y="1548328"/>
                  </a:lnTo>
                  <a:lnTo>
                    <a:pt x="1506207" y="1548479"/>
                  </a:lnTo>
                  <a:lnTo>
                    <a:pt x="1506156" y="1548516"/>
                  </a:lnTo>
                  <a:lnTo>
                    <a:pt x="1506048" y="1548530"/>
                  </a:lnTo>
                  <a:lnTo>
                    <a:pt x="1505907" y="1548549"/>
                  </a:lnTo>
                  <a:lnTo>
                    <a:pt x="1505869" y="1548554"/>
                  </a:lnTo>
                  <a:lnTo>
                    <a:pt x="1505768" y="1548597"/>
                  </a:lnTo>
                  <a:lnTo>
                    <a:pt x="1505582" y="1548677"/>
                  </a:lnTo>
                  <a:lnTo>
                    <a:pt x="1505517" y="1548705"/>
                  </a:lnTo>
                  <a:lnTo>
                    <a:pt x="1505393" y="1548839"/>
                  </a:lnTo>
                  <a:lnTo>
                    <a:pt x="1505246" y="1548997"/>
                  </a:lnTo>
                  <a:lnTo>
                    <a:pt x="1505235" y="1549009"/>
                  </a:lnTo>
                  <a:lnTo>
                    <a:pt x="1505209" y="1549047"/>
                  </a:lnTo>
                  <a:lnTo>
                    <a:pt x="1505194" y="1549068"/>
                  </a:lnTo>
                  <a:lnTo>
                    <a:pt x="1505188" y="1549088"/>
                  </a:lnTo>
                  <a:lnTo>
                    <a:pt x="1505176" y="1549128"/>
                  </a:lnTo>
                  <a:lnTo>
                    <a:pt x="1505169" y="1549165"/>
                  </a:lnTo>
                  <a:lnTo>
                    <a:pt x="1505156" y="1549232"/>
                  </a:lnTo>
                  <a:lnTo>
                    <a:pt x="1505155" y="1549268"/>
                  </a:lnTo>
                  <a:lnTo>
                    <a:pt x="1505007" y="1549141"/>
                  </a:lnTo>
                  <a:lnTo>
                    <a:pt x="1504924" y="1549013"/>
                  </a:lnTo>
                  <a:lnTo>
                    <a:pt x="1504819" y="1548858"/>
                  </a:lnTo>
                  <a:lnTo>
                    <a:pt x="1504788" y="1548824"/>
                  </a:lnTo>
                  <a:lnTo>
                    <a:pt x="1504615" y="1548701"/>
                  </a:lnTo>
                  <a:lnTo>
                    <a:pt x="1504606" y="1548663"/>
                  </a:lnTo>
                  <a:lnTo>
                    <a:pt x="1504590" y="1548388"/>
                  </a:lnTo>
                  <a:lnTo>
                    <a:pt x="1504628" y="1548177"/>
                  </a:lnTo>
                  <a:lnTo>
                    <a:pt x="1504799" y="1547918"/>
                  </a:lnTo>
                  <a:lnTo>
                    <a:pt x="1504615" y="1547669"/>
                  </a:lnTo>
                  <a:lnTo>
                    <a:pt x="1504619" y="1547584"/>
                  </a:lnTo>
                  <a:lnTo>
                    <a:pt x="1504621" y="1547537"/>
                  </a:lnTo>
                  <a:lnTo>
                    <a:pt x="1504622" y="1547504"/>
                  </a:lnTo>
                  <a:lnTo>
                    <a:pt x="1504595" y="1547455"/>
                  </a:lnTo>
                  <a:lnTo>
                    <a:pt x="1504515" y="1547380"/>
                  </a:lnTo>
                  <a:lnTo>
                    <a:pt x="1504403" y="1547299"/>
                  </a:lnTo>
                  <a:lnTo>
                    <a:pt x="1504314" y="1547248"/>
                  </a:lnTo>
                  <a:lnTo>
                    <a:pt x="1504196" y="1547195"/>
                  </a:lnTo>
                  <a:lnTo>
                    <a:pt x="1504061" y="1547147"/>
                  </a:lnTo>
                  <a:lnTo>
                    <a:pt x="1503920" y="1547120"/>
                  </a:lnTo>
                  <a:lnTo>
                    <a:pt x="1503860" y="1547115"/>
                  </a:lnTo>
                  <a:lnTo>
                    <a:pt x="1503732" y="1547106"/>
                  </a:lnTo>
                  <a:lnTo>
                    <a:pt x="1503618" y="1547114"/>
                  </a:lnTo>
                  <a:lnTo>
                    <a:pt x="1503563" y="1547041"/>
                  </a:lnTo>
                  <a:lnTo>
                    <a:pt x="1503566" y="1547016"/>
                  </a:lnTo>
                  <a:lnTo>
                    <a:pt x="1503624" y="1546844"/>
                  </a:lnTo>
                  <a:lnTo>
                    <a:pt x="1503651" y="1546751"/>
                  </a:lnTo>
                  <a:lnTo>
                    <a:pt x="1503677" y="1546661"/>
                  </a:lnTo>
                  <a:lnTo>
                    <a:pt x="1503678" y="1546623"/>
                  </a:lnTo>
                  <a:lnTo>
                    <a:pt x="1503664" y="1546558"/>
                  </a:lnTo>
                  <a:lnTo>
                    <a:pt x="1503694" y="1546451"/>
                  </a:lnTo>
                  <a:lnTo>
                    <a:pt x="1503708" y="1546413"/>
                  </a:lnTo>
                  <a:lnTo>
                    <a:pt x="1503725" y="1546391"/>
                  </a:lnTo>
                  <a:lnTo>
                    <a:pt x="1503813" y="1546305"/>
                  </a:lnTo>
                  <a:lnTo>
                    <a:pt x="1503833" y="1546297"/>
                  </a:lnTo>
                  <a:lnTo>
                    <a:pt x="1503865" y="1546298"/>
                  </a:lnTo>
                  <a:lnTo>
                    <a:pt x="1503908" y="1546452"/>
                  </a:lnTo>
                  <a:lnTo>
                    <a:pt x="1503906" y="1546471"/>
                  </a:lnTo>
                  <a:lnTo>
                    <a:pt x="1503896" y="1546484"/>
                  </a:lnTo>
                  <a:lnTo>
                    <a:pt x="1504199" y="1546647"/>
                  </a:lnTo>
                  <a:lnTo>
                    <a:pt x="1504386" y="1546594"/>
                  </a:lnTo>
                  <a:lnTo>
                    <a:pt x="1504380" y="1546297"/>
                  </a:lnTo>
                  <a:lnTo>
                    <a:pt x="1504099" y="1545922"/>
                  </a:lnTo>
                  <a:lnTo>
                    <a:pt x="1503969" y="1545891"/>
                  </a:lnTo>
                  <a:lnTo>
                    <a:pt x="1503863" y="1545556"/>
                  </a:lnTo>
                  <a:lnTo>
                    <a:pt x="1503842" y="1545551"/>
                  </a:lnTo>
                  <a:lnTo>
                    <a:pt x="1503743" y="1545526"/>
                  </a:lnTo>
                  <a:lnTo>
                    <a:pt x="1503717" y="1545532"/>
                  </a:lnTo>
                  <a:lnTo>
                    <a:pt x="1503693" y="1545518"/>
                  </a:lnTo>
                  <a:lnTo>
                    <a:pt x="1503572" y="1545254"/>
                  </a:lnTo>
                  <a:lnTo>
                    <a:pt x="1503563" y="1545226"/>
                  </a:lnTo>
                  <a:lnTo>
                    <a:pt x="1503532" y="1545139"/>
                  </a:lnTo>
                  <a:lnTo>
                    <a:pt x="1503548" y="1544912"/>
                  </a:lnTo>
                  <a:lnTo>
                    <a:pt x="1503692" y="1544691"/>
                  </a:lnTo>
                  <a:lnTo>
                    <a:pt x="1503735" y="1544634"/>
                  </a:lnTo>
                  <a:lnTo>
                    <a:pt x="1503767" y="1544591"/>
                  </a:lnTo>
                  <a:lnTo>
                    <a:pt x="1503804" y="1544437"/>
                  </a:lnTo>
                  <a:lnTo>
                    <a:pt x="1503829" y="1544334"/>
                  </a:lnTo>
                  <a:lnTo>
                    <a:pt x="1503870" y="1544163"/>
                  </a:lnTo>
                  <a:lnTo>
                    <a:pt x="1503873" y="1544091"/>
                  </a:lnTo>
                  <a:lnTo>
                    <a:pt x="1503831" y="1544069"/>
                  </a:lnTo>
                  <a:lnTo>
                    <a:pt x="1503800" y="1543977"/>
                  </a:lnTo>
                  <a:lnTo>
                    <a:pt x="1503913" y="1543767"/>
                  </a:lnTo>
                  <a:lnTo>
                    <a:pt x="1503940" y="1543555"/>
                  </a:lnTo>
                  <a:lnTo>
                    <a:pt x="1503941" y="1543498"/>
                  </a:lnTo>
                  <a:lnTo>
                    <a:pt x="1503949" y="1543329"/>
                  </a:lnTo>
                  <a:lnTo>
                    <a:pt x="1503933" y="1543160"/>
                  </a:lnTo>
                  <a:lnTo>
                    <a:pt x="1503970" y="1543082"/>
                  </a:lnTo>
                  <a:lnTo>
                    <a:pt x="1503961" y="1543078"/>
                  </a:lnTo>
                  <a:lnTo>
                    <a:pt x="1503904" y="1543055"/>
                  </a:lnTo>
                  <a:lnTo>
                    <a:pt x="1503880" y="1543058"/>
                  </a:lnTo>
                  <a:lnTo>
                    <a:pt x="1503861" y="1543077"/>
                  </a:lnTo>
                  <a:lnTo>
                    <a:pt x="1503761" y="1543039"/>
                  </a:lnTo>
                  <a:lnTo>
                    <a:pt x="1503752" y="1543037"/>
                  </a:lnTo>
                  <a:lnTo>
                    <a:pt x="1503694" y="1543055"/>
                  </a:lnTo>
                  <a:lnTo>
                    <a:pt x="1503646" y="1543078"/>
                  </a:lnTo>
                  <a:lnTo>
                    <a:pt x="1503644" y="1543090"/>
                  </a:lnTo>
                  <a:lnTo>
                    <a:pt x="1503646" y="1543142"/>
                  </a:lnTo>
                  <a:lnTo>
                    <a:pt x="1503680" y="1543313"/>
                  </a:lnTo>
                  <a:lnTo>
                    <a:pt x="1503616" y="1543696"/>
                  </a:lnTo>
                  <a:lnTo>
                    <a:pt x="1503583" y="1543781"/>
                  </a:lnTo>
                  <a:lnTo>
                    <a:pt x="1503362" y="1544026"/>
                  </a:lnTo>
                  <a:lnTo>
                    <a:pt x="1503169" y="1544163"/>
                  </a:lnTo>
                  <a:lnTo>
                    <a:pt x="1503074" y="1544253"/>
                  </a:lnTo>
                  <a:lnTo>
                    <a:pt x="1503102" y="1544422"/>
                  </a:lnTo>
                  <a:lnTo>
                    <a:pt x="1503121" y="1544481"/>
                  </a:lnTo>
                  <a:lnTo>
                    <a:pt x="1503037" y="1544775"/>
                  </a:lnTo>
                  <a:lnTo>
                    <a:pt x="1503007" y="1544828"/>
                  </a:lnTo>
                  <a:lnTo>
                    <a:pt x="1502984" y="1544843"/>
                  </a:lnTo>
                  <a:lnTo>
                    <a:pt x="1502962" y="1544822"/>
                  </a:lnTo>
                  <a:lnTo>
                    <a:pt x="1502951" y="1544773"/>
                  </a:lnTo>
                  <a:lnTo>
                    <a:pt x="1502890" y="1544696"/>
                  </a:lnTo>
                  <a:lnTo>
                    <a:pt x="1502748" y="1544647"/>
                  </a:lnTo>
                  <a:lnTo>
                    <a:pt x="1502558" y="1544555"/>
                  </a:lnTo>
                  <a:lnTo>
                    <a:pt x="1502526" y="1544453"/>
                  </a:lnTo>
                  <a:lnTo>
                    <a:pt x="1502559" y="1544433"/>
                  </a:lnTo>
                  <a:lnTo>
                    <a:pt x="1502525" y="1544205"/>
                  </a:lnTo>
                  <a:lnTo>
                    <a:pt x="1502523" y="1544195"/>
                  </a:lnTo>
                  <a:lnTo>
                    <a:pt x="1502456" y="1544150"/>
                  </a:lnTo>
                  <a:lnTo>
                    <a:pt x="1502453" y="1544156"/>
                  </a:lnTo>
                  <a:lnTo>
                    <a:pt x="1502437" y="1544195"/>
                  </a:lnTo>
                  <a:lnTo>
                    <a:pt x="1502414" y="1544228"/>
                  </a:lnTo>
                  <a:lnTo>
                    <a:pt x="1502284" y="1544228"/>
                  </a:lnTo>
                  <a:lnTo>
                    <a:pt x="1502237" y="1544202"/>
                  </a:lnTo>
                  <a:lnTo>
                    <a:pt x="1502177" y="1543973"/>
                  </a:lnTo>
                  <a:lnTo>
                    <a:pt x="1502174" y="1543964"/>
                  </a:lnTo>
                  <a:lnTo>
                    <a:pt x="1502119" y="1543819"/>
                  </a:lnTo>
                  <a:lnTo>
                    <a:pt x="1501885" y="1544022"/>
                  </a:lnTo>
                  <a:lnTo>
                    <a:pt x="1501848" y="1544079"/>
                  </a:lnTo>
                  <a:lnTo>
                    <a:pt x="1501712" y="1544021"/>
                  </a:lnTo>
                  <a:lnTo>
                    <a:pt x="1501694" y="1543925"/>
                  </a:lnTo>
                  <a:lnTo>
                    <a:pt x="1501672" y="1543852"/>
                  </a:lnTo>
                  <a:lnTo>
                    <a:pt x="1501551" y="1543754"/>
                  </a:lnTo>
                  <a:lnTo>
                    <a:pt x="1501492" y="1544165"/>
                  </a:lnTo>
                  <a:lnTo>
                    <a:pt x="1502126" y="1544263"/>
                  </a:lnTo>
                  <a:lnTo>
                    <a:pt x="1502150" y="1544295"/>
                  </a:lnTo>
                  <a:lnTo>
                    <a:pt x="1502126" y="1544606"/>
                  </a:lnTo>
                  <a:lnTo>
                    <a:pt x="1502160" y="1544972"/>
                  </a:lnTo>
                  <a:lnTo>
                    <a:pt x="1502145" y="1545048"/>
                  </a:lnTo>
                  <a:lnTo>
                    <a:pt x="1501876" y="1545042"/>
                  </a:lnTo>
                  <a:lnTo>
                    <a:pt x="1501828" y="1545162"/>
                  </a:lnTo>
                  <a:lnTo>
                    <a:pt x="1501828" y="1545239"/>
                  </a:lnTo>
                  <a:lnTo>
                    <a:pt x="1502261" y="1546155"/>
                  </a:lnTo>
                  <a:lnTo>
                    <a:pt x="1501458" y="1546645"/>
                  </a:lnTo>
                  <a:lnTo>
                    <a:pt x="1501214" y="1546313"/>
                  </a:lnTo>
                  <a:lnTo>
                    <a:pt x="1501170" y="1546302"/>
                  </a:lnTo>
                  <a:lnTo>
                    <a:pt x="1501069" y="1546324"/>
                  </a:lnTo>
                  <a:lnTo>
                    <a:pt x="1500517" y="1545506"/>
                  </a:lnTo>
                  <a:lnTo>
                    <a:pt x="1500512" y="1545113"/>
                  </a:lnTo>
                  <a:lnTo>
                    <a:pt x="1500517" y="1545032"/>
                  </a:lnTo>
                  <a:lnTo>
                    <a:pt x="1500608" y="1544961"/>
                  </a:lnTo>
                  <a:lnTo>
                    <a:pt x="1500647" y="1544917"/>
                  </a:lnTo>
                  <a:lnTo>
                    <a:pt x="1500666" y="1544824"/>
                  </a:lnTo>
                  <a:lnTo>
                    <a:pt x="1500666" y="1544344"/>
                  </a:lnTo>
                  <a:lnTo>
                    <a:pt x="1500661" y="1544115"/>
                  </a:lnTo>
                  <a:lnTo>
                    <a:pt x="1500546" y="1544012"/>
                  </a:lnTo>
                  <a:lnTo>
                    <a:pt x="1500532" y="1543952"/>
                  </a:lnTo>
                  <a:lnTo>
                    <a:pt x="1500594" y="1543189"/>
                  </a:lnTo>
                  <a:lnTo>
                    <a:pt x="1500676" y="1543123"/>
                  </a:lnTo>
                  <a:lnTo>
                    <a:pt x="1500705" y="1543074"/>
                  </a:lnTo>
                  <a:lnTo>
                    <a:pt x="1500708" y="1542883"/>
                  </a:lnTo>
                  <a:lnTo>
                    <a:pt x="1500669" y="1542822"/>
                  </a:lnTo>
                  <a:lnTo>
                    <a:pt x="1500785" y="1542631"/>
                  </a:lnTo>
                  <a:lnTo>
                    <a:pt x="1500876" y="1542333"/>
                  </a:lnTo>
                  <a:lnTo>
                    <a:pt x="1500920" y="1542134"/>
                  </a:lnTo>
                  <a:lnTo>
                    <a:pt x="1500962" y="1542039"/>
                  </a:lnTo>
                  <a:lnTo>
                    <a:pt x="1500981" y="1542027"/>
                  </a:lnTo>
                  <a:lnTo>
                    <a:pt x="1500999" y="1542034"/>
                  </a:lnTo>
                  <a:lnTo>
                    <a:pt x="1501051" y="1542020"/>
                  </a:lnTo>
                  <a:lnTo>
                    <a:pt x="1501118" y="1541864"/>
                  </a:lnTo>
                  <a:lnTo>
                    <a:pt x="1501105" y="1541821"/>
                  </a:lnTo>
                  <a:lnTo>
                    <a:pt x="1501048" y="1541824"/>
                  </a:lnTo>
                  <a:lnTo>
                    <a:pt x="1501006" y="1541857"/>
                  </a:lnTo>
                  <a:lnTo>
                    <a:pt x="1500955" y="1541847"/>
                  </a:lnTo>
                  <a:lnTo>
                    <a:pt x="1500940" y="1541832"/>
                  </a:lnTo>
                  <a:lnTo>
                    <a:pt x="1500958" y="1541678"/>
                  </a:lnTo>
                  <a:lnTo>
                    <a:pt x="1501063" y="1541485"/>
                  </a:lnTo>
                  <a:lnTo>
                    <a:pt x="1501151" y="1541355"/>
                  </a:lnTo>
                  <a:lnTo>
                    <a:pt x="1501354" y="1541161"/>
                  </a:lnTo>
                  <a:lnTo>
                    <a:pt x="1501389" y="1541071"/>
                  </a:lnTo>
                  <a:lnTo>
                    <a:pt x="1501392" y="1541015"/>
                  </a:lnTo>
                  <a:lnTo>
                    <a:pt x="1501438" y="1540908"/>
                  </a:lnTo>
                  <a:lnTo>
                    <a:pt x="1501809" y="1540634"/>
                  </a:lnTo>
                  <a:lnTo>
                    <a:pt x="1501840" y="1540590"/>
                  </a:lnTo>
                  <a:lnTo>
                    <a:pt x="1501842" y="1540583"/>
                  </a:lnTo>
                  <a:lnTo>
                    <a:pt x="1501866" y="1540569"/>
                  </a:lnTo>
                  <a:lnTo>
                    <a:pt x="1501892" y="1540532"/>
                  </a:lnTo>
                  <a:lnTo>
                    <a:pt x="1501941" y="1540407"/>
                  </a:lnTo>
                  <a:lnTo>
                    <a:pt x="1501951" y="1540382"/>
                  </a:lnTo>
                  <a:lnTo>
                    <a:pt x="1502010" y="1540277"/>
                  </a:lnTo>
                  <a:lnTo>
                    <a:pt x="1502102" y="1540127"/>
                  </a:lnTo>
                  <a:lnTo>
                    <a:pt x="1502189" y="1540057"/>
                  </a:lnTo>
                  <a:lnTo>
                    <a:pt x="1502204" y="1540019"/>
                  </a:lnTo>
                  <a:lnTo>
                    <a:pt x="1502201" y="1539956"/>
                  </a:lnTo>
                  <a:lnTo>
                    <a:pt x="1502169" y="1539914"/>
                  </a:lnTo>
                  <a:lnTo>
                    <a:pt x="1502120" y="1539902"/>
                  </a:lnTo>
                  <a:lnTo>
                    <a:pt x="1502022" y="1540058"/>
                  </a:lnTo>
                  <a:lnTo>
                    <a:pt x="1501747" y="1540497"/>
                  </a:lnTo>
                  <a:lnTo>
                    <a:pt x="1501679" y="1540526"/>
                  </a:lnTo>
                  <a:lnTo>
                    <a:pt x="1501543" y="1540648"/>
                  </a:lnTo>
                  <a:lnTo>
                    <a:pt x="1501527" y="1540653"/>
                  </a:lnTo>
                  <a:lnTo>
                    <a:pt x="1501396" y="1540696"/>
                  </a:lnTo>
                  <a:lnTo>
                    <a:pt x="1501360" y="1540698"/>
                  </a:lnTo>
                  <a:lnTo>
                    <a:pt x="1501346" y="1540687"/>
                  </a:lnTo>
                  <a:lnTo>
                    <a:pt x="1501330" y="1540675"/>
                  </a:lnTo>
                  <a:lnTo>
                    <a:pt x="1501324" y="1540667"/>
                  </a:lnTo>
                  <a:lnTo>
                    <a:pt x="1501305" y="1540561"/>
                  </a:lnTo>
                  <a:lnTo>
                    <a:pt x="1501305" y="1540440"/>
                  </a:lnTo>
                  <a:lnTo>
                    <a:pt x="1501305" y="1540348"/>
                  </a:lnTo>
                  <a:lnTo>
                    <a:pt x="1501279" y="1540286"/>
                  </a:lnTo>
                  <a:lnTo>
                    <a:pt x="1501220" y="1540173"/>
                  </a:lnTo>
                  <a:lnTo>
                    <a:pt x="1501169" y="1539981"/>
                  </a:lnTo>
                  <a:lnTo>
                    <a:pt x="1501169" y="1539894"/>
                  </a:lnTo>
                  <a:lnTo>
                    <a:pt x="1501213" y="1539815"/>
                  </a:lnTo>
                  <a:lnTo>
                    <a:pt x="1501239" y="1539744"/>
                  </a:lnTo>
                  <a:lnTo>
                    <a:pt x="1501209" y="1539648"/>
                  </a:lnTo>
                  <a:lnTo>
                    <a:pt x="1501176" y="1539631"/>
                  </a:lnTo>
                  <a:lnTo>
                    <a:pt x="1501118" y="1539661"/>
                  </a:lnTo>
                  <a:lnTo>
                    <a:pt x="1501077" y="1539844"/>
                  </a:lnTo>
                  <a:lnTo>
                    <a:pt x="1501041" y="1539940"/>
                  </a:lnTo>
                  <a:lnTo>
                    <a:pt x="1501044" y="1540015"/>
                  </a:lnTo>
                  <a:lnTo>
                    <a:pt x="1501081" y="1540098"/>
                  </a:lnTo>
                  <a:lnTo>
                    <a:pt x="1501136" y="1540198"/>
                  </a:lnTo>
                  <a:lnTo>
                    <a:pt x="1501180" y="1540327"/>
                  </a:lnTo>
                  <a:lnTo>
                    <a:pt x="1501180" y="1540461"/>
                  </a:lnTo>
                  <a:lnTo>
                    <a:pt x="1501195" y="1540598"/>
                  </a:lnTo>
                  <a:lnTo>
                    <a:pt x="1501217" y="1540735"/>
                  </a:lnTo>
                  <a:lnTo>
                    <a:pt x="1501192" y="1540800"/>
                  </a:lnTo>
                  <a:lnTo>
                    <a:pt x="1501134" y="1540902"/>
                  </a:lnTo>
                  <a:lnTo>
                    <a:pt x="1501089" y="1540981"/>
                  </a:lnTo>
                  <a:lnTo>
                    <a:pt x="1501069" y="1541038"/>
                  </a:lnTo>
                  <a:lnTo>
                    <a:pt x="1501017" y="1541243"/>
                  </a:lnTo>
                  <a:lnTo>
                    <a:pt x="1500988" y="1541299"/>
                  </a:lnTo>
                  <a:lnTo>
                    <a:pt x="1500970" y="1541333"/>
                  </a:lnTo>
                  <a:lnTo>
                    <a:pt x="1500932" y="1541356"/>
                  </a:lnTo>
                  <a:lnTo>
                    <a:pt x="1500915" y="1541366"/>
                  </a:lnTo>
                  <a:lnTo>
                    <a:pt x="1500865" y="1541414"/>
                  </a:lnTo>
                  <a:lnTo>
                    <a:pt x="1500809" y="1541466"/>
                  </a:lnTo>
                  <a:lnTo>
                    <a:pt x="1500804" y="1541480"/>
                  </a:lnTo>
                  <a:lnTo>
                    <a:pt x="1500751" y="1541625"/>
                  </a:lnTo>
                  <a:lnTo>
                    <a:pt x="1500724" y="1541734"/>
                  </a:lnTo>
                  <a:lnTo>
                    <a:pt x="1500718" y="1541786"/>
                  </a:lnTo>
                  <a:lnTo>
                    <a:pt x="1500681" y="1541803"/>
                  </a:lnTo>
                  <a:lnTo>
                    <a:pt x="1500640" y="1541798"/>
                  </a:lnTo>
                  <a:lnTo>
                    <a:pt x="1500620" y="1541765"/>
                  </a:lnTo>
                  <a:lnTo>
                    <a:pt x="1500615" y="1541757"/>
                  </a:lnTo>
                  <a:lnTo>
                    <a:pt x="1500578" y="1541652"/>
                  </a:lnTo>
                  <a:lnTo>
                    <a:pt x="1500523" y="1541594"/>
                  </a:lnTo>
                  <a:lnTo>
                    <a:pt x="1500428" y="1541569"/>
                  </a:lnTo>
                  <a:lnTo>
                    <a:pt x="1500368" y="1541488"/>
                  </a:lnTo>
                  <a:lnTo>
                    <a:pt x="1500358" y="1541470"/>
                  </a:lnTo>
                  <a:lnTo>
                    <a:pt x="1500321" y="1541407"/>
                  </a:lnTo>
                  <a:lnTo>
                    <a:pt x="1500306" y="1541290"/>
                  </a:lnTo>
                  <a:lnTo>
                    <a:pt x="1500270" y="1541190"/>
                  </a:lnTo>
                  <a:lnTo>
                    <a:pt x="1500240" y="1541127"/>
                  </a:lnTo>
                  <a:lnTo>
                    <a:pt x="1500189" y="1541082"/>
                  </a:lnTo>
                  <a:lnTo>
                    <a:pt x="1500134" y="1541086"/>
                  </a:lnTo>
                  <a:lnTo>
                    <a:pt x="1500126" y="1541088"/>
                  </a:lnTo>
                  <a:lnTo>
                    <a:pt x="1500086" y="1541098"/>
                  </a:lnTo>
                  <a:lnTo>
                    <a:pt x="1500079" y="1541148"/>
                  </a:lnTo>
                  <a:lnTo>
                    <a:pt x="1500178" y="1541373"/>
                  </a:lnTo>
                  <a:lnTo>
                    <a:pt x="1500225" y="1541489"/>
                  </a:lnTo>
                  <a:lnTo>
                    <a:pt x="1500259" y="1541573"/>
                  </a:lnTo>
                  <a:lnTo>
                    <a:pt x="1500360" y="1541657"/>
                  </a:lnTo>
                  <a:lnTo>
                    <a:pt x="1500365" y="1541661"/>
                  </a:lnTo>
                  <a:lnTo>
                    <a:pt x="1500431" y="1541736"/>
                  </a:lnTo>
                  <a:lnTo>
                    <a:pt x="1500483" y="1541853"/>
                  </a:lnTo>
                  <a:lnTo>
                    <a:pt x="1500530" y="1541948"/>
                  </a:lnTo>
                  <a:lnTo>
                    <a:pt x="1500616" y="1542069"/>
                  </a:lnTo>
                  <a:lnTo>
                    <a:pt x="1500592" y="1542139"/>
                  </a:lnTo>
                  <a:lnTo>
                    <a:pt x="1500549" y="1542262"/>
                  </a:lnTo>
                  <a:lnTo>
                    <a:pt x="1500520" y="1542305"/>
                  </a:lnTo>
                  <a:lnTo>
                    <a:pt x="1500506" y="1542324"/>
                  </a:lnTo>
                  <a:lnTo>
                    <a:pt x="1500467" y="1542323"/>
                  </a:lnTo>
                  <a:lnTo>
                    <a:pt x="1500423" y="1542347"/>
                  </a:lnTo>
                  <a:lnTo>
                    <a:pt x="1500416" y="1542350"/>
                  </a:lnTo>
                  <a:lnTo>
                    <a:pt x="1500404" y="1542407"/>
                  </a:lnTo>
                  <a:lnTo>
                    <a:pt x="1500390" y="1542525"/>
                  </a:lnTo>
                  <a:lnTo>
                    <a:pt x="1500384" y="1542673"/>
                  </a:lnTo>
                  <a:lnTo>
                    <a:pt x="1500391" y="1542782"/>
                  </a:lnTo>
                  <a:lnTo>
                    <a:pt x="1500374" y="1543110"/>
                  </a:lnTo>
                  <a:lnTo>
                    <a:pt x="1500361" y="1543152"/>
                  </a:lnTo>
                  <a:lnTo>
                    <a:pt x="1500338" y="1543171"/>
                  </a:lnTo>
                  <a:lnTo>
                    <a:pt x="1500195" y="1543178"/>
                  </a:lnTo>
                  <a:lnTo>
                    <a:pt x="1500168" y="1543186"/>
                  </a:lnTo>
                  <a:lnTo>
                    <a:pt x="1500152" y="1543246"/>
                  </a:lnTo>
                  <a:lnTo>
                    <a:pt x="1500035" y="1544334"/>
                  </a:lnTo>
                  <a:lnTo>
                    <a:pt x="1500015" y="1544413"/>
                  </a:lnTo>
                  <a:lnTo>
                    <a:pt x="1499972" y="1544485"/>
                  </a:lnTo>
                  <a:lnTo>
                    <a:pt x="1499909" y="1544504"/>
                  </a:lnTo>
                  <a:lnTo>
                    <a:pt x="1499702" y="1544489"/>
                  </a:lnTo>
                  <a:lnTo>
                    <a:pt x="1499656" y="1544500"/>
                  </a:lnTo>
                  <a:lnTo>
                    <a:pt x="1499633" y="1544508"/>
                  </a:lnTo>
                  <a:lnTo>
                    <a:pt x="1499619" y="1544539"/>
                  </a:lnTo>
                  <a:lnTo>
                    <a:pt x="1499639" y="1544551"/>
                  </a:lnTo>
                  <a:lnTo>
                    <a:pt x="1499740" y="1544618"/>
                  </a:lnTo>
                  <a:lnTo>
                    <a:pt x="1499764" y="1544632"/>
                  </a:lnTo>
                  <a:lnTo>
                    <a:pt x="1499756" y="1544660"/>
                  </a:lnTo>
                  <a:lnTo>
                    <a:pt x="1499724" y="1544690"/>
                  </a:lnTo>
                  <a:lnTo>
                    <a:pt x="1499612" y="1544800"/>
                  </a:lnTo>
                  <a:lnTo>
                    <a:pt x="1499556" y="1544836"/>
                  </a:lnTo>
                  <a:lnTo>
                    <a:pt x="1499550" y="1544840"/>
                  </a:lnTo>
                  <a:lnTo>
                    <a:pt x="1499543" y="1544837"/>
                  </a:lnTo>
                  <a:lnTo>
                    <a:pt x="1499526" y="1544821"/>
                  </a:lnTo>
                  <a:lnTo>
                    <a:pt x="1499506" y="1544776"/>
                  </a:lnTo>
                  <a:lnTo>
                    <a:pt x="1499496" y="1544757"/>
                  </a:lnTo>
                  <a:lnTo>
                    <a:pt x="1499460" y="1544734"/>
                  </a:lnTo>
                  <a:lnTo>
                    <a:pt x="1499386" y="1544700"/>
                  </a:lnTo>
                  <a:lnTo>
                    <a:pt x="1499277" y="1544647"/>
                  </a:lnTo>
                  <a:lnTo>
                    <a:pt x="1499257" y="1544640"/>
                  </a:lnTo>
                  <a:lnTo>
                    <a:pt x="1499233" y="1544598"/>
                  </a:lnTo>
                  <a:lnTo>
                    <a:pt x="1499237" y="1544534"/>
                  </a:lnTo>
                  <a:lnTo>
                    <a:pt x="1499253" y="1544489"/>
                  </a:lnTo>
                  <a:lnTo>
                    <a:pt x="1499267" y="1544432"/>
                  </a:lnTo>
                  <a:lnTo>
                    <a:pt x="1499267" y="1544406"/>
                  </a:lnTo>
                  <a:lnTo>
                    <a:pt x="1499213" y="1544372"/>
                  </a:lnTo>
                  <a:lnTo>
                    <a:pt x="1499177" y="1544357"/>
                  </a:lnTo>
                  <a:lnTo>
                    <a:pt x="1499150" y="1544364"/>
                  </a:lnTo>
                  <a:lnTo>
                    <a:pt x="1499104" y="1544402"/>
                  </a:lnTo>
                  <a:lnTo>
                    <a:pt x="1499078" y="1544416"/>
                  </a:lnTo>
                  <a:lnTo>
                    <a:pt x="1499056" y="1544389"/>
                  </a:lnTo>
                  <a:lnTo>
                    <a:pt x="1498892" y="1544206"/>
                  </a:lnTo>
                  <a:lnTo>
                    <a:pt x="1498791" y="1544083"/>
                  </a:lnTo>
                  <a:lnTo>
                    <a:pt x="1498726" y="1543726"/>
                  </a:lnTo>
                  <a:lnTo>
                    <a:pt x="1498773" y="1543562"/>
                  </a:lnTo>
                  <a:lnTo>
                    <a:pt x="1498811" y="1543459"/>
                  </a:lnTo>
                  <a:lnTo>
                    <a:pt x="1498851" y="1543348"/>
                  </a:lnTo>
                  <a:lnTo>
                    <a:pt x="1498860" y="1543311"/>
                  </a:lnTo>
                  <a:lnTo>
                    <a:pt x="1498886" y="1543200"/>
                  </a:lnTo>
                  <a:lnTo>
                    <a:pt x="1498877" y="1542931"/>
                  </a:lnTo>
                  <a:lnTo>
                    <a:pt x="1498844" y="1542820"/>
                  </a:lnTo>
                  <a:lnTo>
                    <a:pt x="1498777" y="1542571"/>
                  </a:lnTo>
                  <a:lnTo>
                    <a:pt x="1498776" y="1542436"/>
                  </a:lnTo>
                  <a:lnTo>
                    <a:pt x="1498761" y="1542316"/>
                  </a:lnTo>
                  <a:lnTo>
                    <a:pt x="1498703" y="1542234"/>
                  </a:lnTo>
                  <a:lnTo>
                    <a:pt x="1498682" y="1542203"/>
                  </a:lnTo>
                  <a:lnTo>
                    <a:pt x="1498656" y="1542152"/>
                  </a:lnTo>
                  <a:lnTo>
                    <a:pt x="1498658" y="1542134"/>
                  </a:lnTo>
                  <a:lnTo>
                    <a:pt x="1498686" y="1542057"/>
                  </a:lnTo>
                  <a:lnTo>
                    <a:pt x="1498723" y="1541874"/>
                  </a:lnTo>
                  <a:lnTo>
                    <a:pt x="1498728" y="1541822"/>
                  </a:lnTo>
                  <a:lnTo>
                    <a:pt x="1498700" y="1541744"/>
                  </a:lnTo>
                  <a:lnTo>
                    <a:pt x="1498677" y="1541683"/>
                  </a:lnTo>
                  <a:lnTo>
                    <a:pt x="1498612" y="1541570"/>
                  </a:lnTo>
                  <a:lnTo>
                    <a:pt x="1498608" y="1541567"/>
                  </a:lnTo>
                  <a:lnTo>
                    <a:pt x="1498504" y="1541496"/>
                  </a:lnTo>
                  <a:lnTo>
                    <a:pt x="1498370" y="1541404"/>
                  </a:lnTo>
                  <a:lnTo>
                    <a:pt x="1498292" y="1541351"/>
                  </a:lnTo>
                  <a:lnTo>
                    <a:pt x="1498275" y="1541339"/>
                  </a:lnTo>
                  <a:lnTo>
                    <a:pt x="1498213" y="1541336"/>
                  </a:lnTo>
                  <a:lnTo>
                    <a:pt x="1498121" y="1541331"/>
                  </a:lnTo>
                  <a:lnTo>
                    <a:pt x="1498115" y="1541328"/>
                  </a:lnTo>
                  <a:lnTo>
                    <a:pt x="1498027" y="1541269"/>
                  </a:lnTo>
                  <a:lnTo>
                    <a:pt x="1497990" y="1541242"/>
                  </a:lnTo>
                  <a:lnTo>
                    <a:pt x="1497971" y="1541175"/>
                  </a:lnTo>
                  <a:lnTo>
                    <a:pt x="1497967" y="1541163"/>
                  </a:lnTo>
                  <a:lnTo>
                    <a:pt x="1497957" y="1541129"/>
                  </a:lnTo>
                  <a:lnTo>
                    <a:pt x="1497937" y="1541086"/>
                  </a:lnTo>
                  <a:lnTo>
                    <a:pt x="1497868" y="1541002"/>
                  </a:lnTo>
                  <a:lnTo>
                    <a:pt x="1497846" y="1540983"/>
                  </a:lnTo>
                  <a:lnTo>
                    <a:pt x="1497809" y="1540961"/>
                  </a:lnTo>
                  <a:lnTo>
                    <a:pt x="1497758" y="1540939"/>
                  </a:lnTo>
                  <a:lnTo>
                    <a:pt x="1497729" y="1540931"/>
                  </a:lnTo>
                  <a:lnTo>
                    <a:pt x="1497679" y="1540920"/>
                  </a:lnTo>
                  <a:lnTo>
                    <a:pt x="1497649" y="1540908"/>
                  </a:lnTo>
                  <a:lnTo>
                    <a:pt x="1497616" y="1540827"/>
                  </a:lnTo>
                  <a:lnTo>
                    <a:pt x="1497610" y="1540813"/>
                  </a:lnTo>
                  <a:lnTo>
                    <a:pt x="1497564" y="1540690"/>
                  </a:lnTo>
                  <a:lnTo>
                    <a:pt x="1497530" y="1540554"/>
                  </a:lnTo>
                  <a:lnTo>
                    <a:pt x="1497509" y="1540455"/>
                  </a:lnTo>
                  <a:lnTo>
                    <a:pt x="1497375" y="1540372"/>
                  </a:lnTo>
                  <a:lnTo>
                    <a:pt x="1497365" y="1540354"/>
                  </a:lnTo>
                  <a:lnTo>
                    <a:pt x="1497364" y="1540303"/>
                  </a:lnTo>
                  <a:lnTo>
                    <a:pt x="1497485" y="1539948"/>
                  </a:lnTo>
                  <a:lnTo>
                    <a:pt x="1497521" y="1539890"/>
                  </a:lnTo>
                  <a:lnTo>
                    <a:pt x="1497541" y="1539871"/>
                  </a:lnTo>
                  <a:lnTo>
                    <a:pt x="1497569" y="1539844"/>
                  </a:lnTo>
                  <a:lnTo>
                    <a:pt x="1497576" y="1539842"/>
                  </a:lnTo>
                  <a:lnTo>
                    <a:pt x="1497632" y="1539824"/>
                  </a:lnTo>
                  <a:lnTo>
                    <a:pt x="1497685" y="1539813"/>
                  </a:lnTo>
                  <a:lnTo>
                    <a:pt x="1497721" y="1539834"/>
                  </a:lnTo>
                  <a:lnTo>
                    <a:pt x="1497764" y="1539883"/>
                  </a:lnTo>
                  <a:lnTo>
                    <a:pt x="1497786" y="1539916"/>
                  </a:lnTo>
                  <a:lnTo>
                    <a:pt x="1497824" y="1539946"/>
                  </a:lnTo>
                  <a:lnTo>
                    <a:pt x="1497878" y="1539936"/>
                  </a:lnTo>
                  <a:lnTo>
                    <a:pt x="1498025" y="1539909"/>
                  </a:lnTo>
                  <a:lnTo>
                    <a:pt x="1498082" y="1539878"/>
                  </a:lnTo>
                  <a:lnTo>
                    <a:pt x="1498154" y="1539781"/>
                  </a:lnTo>
                  <a:lnTo>
                    <a:pt x="1498175" y="1539713"/>
                  </a:lnTo>
                  <a:lnTo>
                    <a:pt x="1498173" y="1539686"/>
                  </a:lnTo>
                  <a:lnTo>
                    <a:pt x="1498159" y="1539670"/>
                  </a:lnTo>
                  <a:lnTo>
                    <a:pt x="1498083" y="1539612"/>
                  </a:lnTo>
                  <a:lnTo>
                    <a:pt x="1498000" y="1539601"/>
                  </a:lnTo>
                  <a:lnTo>
                    <a:pt x="1497980" y="1539567"/>
                  </a:lnTo>
                  <a:lnTo>
                    <a:pt x="1498001" y="1539502"/>
                  </a:lnTo>
                  <a:lnTo>
                    <a:pt x="1498016" y="1539455"/>
                  </a:lnTo>
                  <a:lnTo>
                    <a:pt x="1498151" y="1539389"/>
                  </a:lnTo>
                  <a:lnTo>
                    <a:pt x="1498290" y="1539268"/>
                  </a:lnTo>
                  <a:lnTo>
                    <a:pt x="1498306" y="1539226"/>
                  </a:lnTo>
                  <a:lnTo>
                    <a:pt x="1498351" y="1539010"/>
                  </a:lnTo>
                  <a:lnTo>
                    <a:pt x="1498398" y="1538944"/>
                  </a:lnTo>
                  <a:lnTo>
                    <a:pt x="1498432" y="1538898"/>
                  </a:lnTo>
                  <a:lnTo>
                    <a:pt x="1498544" y="1538905"/>
                  </a:lnTo>
                  <a:lnTo>
                    <a:pt x="1498599" y="1538889"/>
                  </a:lnTo>
                  <a:lnTo>
                    <a:pt x="1498646" y="1538860"/>
                  </a:lnTo>
                  <a:lnTo>
                    <a:pt x="1498692" y="1538806"/>
                  </a:lnTo>
                  <a:lnTo>
                    <a:pt x="1498713" y="1538782"/>
                  </a:lnTo>
                  <a:lnTo>
                    <a:pt x="1498709" y="1538681"/>
                  </a:lnTo>
                  <a:lnTo>
                    <a:pt x="1498710" y="1538674"/>
                  </a:lnTo>
                  <a:lnTo>
                    <a:pt x="1498717" y="1538621"/>
                  </a:lnTo>
                  <a:lnTo>
                    <a:pt x="1498776" y="1538589"/>
                  </a:lnTo>
                  <a:lnTo>
                    <a:pt x="1498891" y="1538587"/>
                  </a:lnTo>
                  <a:lnTo>
                    <a:pt x="1498985" y="1538576"/>
                  </a:lnTo>
                  <a:lnTo>
                    <a:pt x="1499070" y="1538565"/>
                  </a:lnTo>
                  <a:lnTo>
                    <a:pt x="1499105" y="1538538"/>
                  </a:lnTo>
                  <a:lnTo>
                    <a:pt x="1499131" y="1538490"/>
                  </a:lnTo>
                  <a:lnTo>
                    <a:pt x="1499133" y="1538484"/>
                  </a:lnTo>
                  <a:lnTo>
                    <a:pt x="1499147" y="1538433"/>
                  </a:lnTo>
                  <a:lnTo>
                    <a:pt x="1499151" y="1538422"/>
                  </a:lnTo>
                  <a:lnTo>
                    <a:pt x="1499156" y="1538374"/>
                  </a:lnTo>
                  <a:lnTo>
                    <a:pt x="1499153" y="1538338"/>
                  </a:lnTo>
                  <a:lnTo>
                    <a:pt x="1499136" y="1538317"/>
                  </a:lnTo>
                  <a:lnTo>
                    <a:pt x="1499119" y="1538311"/>
                  </a:lnTo>
                  <a:lnTo>
                    <a:pt x="1499106" y="1538338"/>
                  </a:lnTo>
                  <a:lnTo>
                    <a:pt x="1499062" y="1538374"/>
                  </a:lnTo>
                  <a:lnTo>
                    <a:pt x="1499035" y="1538394"/>
                  </a:lnTo>
                  <a:lnTo>
                    <a:pt x="1498999" y="1538389"/>
                  </a:lnTo>
                  <a:lnTo>
                    <a:pt x="1498972" y="1538369"/>
                  </a:lnTo>
                  <a:lnTo>
                    <a:pt x="1498944" y="1538358"/>
                  </a:lnTo>
                  <a:lnTo>
                    <a:pt x="1498939" y="1538345"/>
                  </a:lnTo>
                  <a:lnTo>
                    <a:pt x="1498985" y="1538253"/>
                  </a:lnTo>
                  <a:lnTo>
                    <a:pt x="1499136" y="1537959"/>
                  </a:lnTo>
                  <a:lnTo>
                    <a:pt x="1499228" y="1537878"/>
                  </a:lnTo>
                  <a:lnTo>
                    <a:pt x="1499280" y="1537875"/>
                  </a:lnTo>
                  <a:lnTo>
                    <a:pt x="1499353" y="1537869"/>
                  </a:lnTo>
                  <a:lnTo>
                    <a:pt x="1499380" y="1537880"/>
                  </a:lnTo>
                  <a:lnTo>
                    <a:pt x="1499444" y="1537858"/>
                  </a:lnTo>
                  <a:lnTo>
                    <a:pt x="1499473" y="1537812"/>
                  </a:lnTo>
                  <a:lnTo>
                    <a:pt x="1499530" y="1537721"/>
                  </a:lnTo>
                  <a:lnTo>
                    <a:pt x="1499530" y="1537686"/>
                  </a:lnTo>
                  <a:lnTo>
                    <a:pt x="1499515" y="1537660"/>
                  </a:lnTo>
                  <a:lnTo>
                    <a:pt x="1499493" y="1537620"/>
                  </a:lnTo>
                  <a:lnTo>
                    <a:pt x="1499486" y="1537609"/>
                  </a:lnTo>
                  <a:lnTo>
                    <a:pt x="1499421" y="1537491"/>
                  </a:lnTo>
                  <a:lnTo>
                    <a:pt x="1499365" y="1537391"/>
                  </a:lnTo>
                  <a:lnTo>
                    <a:pt x="1499359" y="1537381"/>
                  </a:lnTo>
                  <a:lnTo>
                    <a:pt x="1499269" y="1537219"/>
                  </a:lnTo>
                  <a:lnTo>
                    <a:pt x="1499263" y="1537213"/>
                  </a:lnTo>
                  <a:lnTo>
                    <a:pt x="1499230" y="1537209"/>
                  </a:lnTo>
                  <a:lnTo>
                    <a:pt x="1499223" y="1537204"/>
                  </a:lnTo>
                  <a:lnTo>
                    <a:pt x="1499202" y="1537186"/>
                  </a:lnTo>
                  <a:lnTo>
                    <a:pt x="1499190" y="1537176"/>
                  </a:lnTo>
                  <a:lnTo>
                    <a:pt x="1499183" y="1537167"/>
                  </a:lnTo>
                  <a:lnTo>
                    <a:pt x="1499134" y="1537103"/>
                  </a:lnTo>
                  <a:lnTo>
                    <a:pt x="1499095" y="1537034"/>
                  </a:lnTo>
                  <a:lnTo>
                    <a:pt x="1499076" y="1537000"/>
                  </a:lnTo>
                  <a:lnTo>
                    <a:pt x="1499072" y="1536992"/>
                  </a:lnTo>
                  <a:lnTo>
                    <a:pt x="1499061" y="1536952"/>
                  </a:lnTo>
                  <a:lnTo>
                    <a:pt x="1499075" y="1536900"/>
                  </a:lnTo>
                  <a:lnTo>
                    <a:pt x="1499078" y="1536890"/>
                  </a:lnTo>
                  <a:lnTo>
                    <a:pt x="1499091" y="1536849"/>
                  </a:lnTo>
                  <a:lnTo>
                    <a:pt x="1499150" y="1536787"/>
                  </a:lnTo>
                  <a:lnTo>
                    <a:pt x="1499164" y="1536774"/>
                  </a:lnTo>
                  <a:lnTo>
                    <a:pt x="1499216" y="1536726"/>
                  </a:lnTo>
                  <a:lnTo>
                    <a:pt x="1499348" y="1536634"/>
                  </a:lnTo>
                  <a:lnTo>
                    <a:pt x="1499483" y="1536549"/>
                  </a:lnTo>
                  <a:lnTo>
                    <a:pt x="1499742" y="1536392"/>
                  </a:lnTo>
                  <a:lnTo>
                    <a:pt x="1499756" y="1536384"/>
                  </a:lnTo>
                  <a:lnTo>
                    <a:pt x="1499784" y="1536367"/>
                  </a:lnTo>
                  <a:lnTo>
                    <a:pt x="1499819" y="1536345"/>
                  </a:lnTo>
                  <a:lnTo>
                    <a:pt x="1499840" y="1536333"/>
                  </a:lnTo>
                  <a:lnTo>
                    <a:pt x="1499907" y="1536273"/>
                  </a:lnTo>
                  <a:lnTo>
                    <a:pt x="1499972" y="1536201"/>
                  </a:lnTo>
                  <a:lnTo>
                    <a:pt x="1500031" y="1536136"/>
                  </a:lnTo>
                  <a:lnTo>
                    <a:pt x="1500089" y="1536067"/>
                  </a:lnTo>
                  <a:lnTo>
                    <a:pt x="1500132" y="1536011"/>
                  </a:lnTo>
                  <a:lnTo>
                    <a:pt x="1500141" y="1536000"/>
                  </a:lnTo>
                  <a:lnTo>
                    <a:pt x="1500184" y="1535947"/>
                  </a:lnTo>
                  <a:lnTo>
                    <a:pt x="1500188" y="1535944"/>
                  </a:lnTo>
                  <a:lnTo>
                    <a:pt x="1500214" y="1535929"/>
                  </a:lnTo>
                  <a:lnTo>
                    <a:pt x="1500227" y="1535922"/>
                  </a:lnTo>
                  <a:lnTo>
                    <a:pt x="1500235" y="1535921"/>
                  </a:lnTo>
                  <a:lnTo>
                    <a:pt x="1500271" y="1535915"/>
                  </a:lnTo>
                  <a:lnTo>
                    <a:pt x="1500361" y="1535912"/>
                  </a:lnTo>
                  <a:lnTo>
                    <a:pt x="1500450" y="1535906"/>
                  </a:lnTo>
                  <a:lnTo>
                    <a:pt x="1500447" y="1535894"/>
                  </a:lnTo>
                  <a:lnTo>
                    <a:pt x="1500442" y="1535872"/>
                  </a:lnTo>
                  <a:lnTo>
                    <a:pt x="1500433" y="1535850"/>
                  </a:lnTo>
                  <a:lnTo>
                    <a:pt x="1500273" y="1535639"/>
                  </a:lnTo>
                  <a:lnTo>
                    <a:pt x="1500240" y="1535595"/>
                  </a:lnTo>
                  <a:lnTo>
                    <a:pt x="1500236" y="1535590"/>
                  </a:lnTo>
                  <a:lnTo>
                    <a:pt x="1500191" y="1535534"/>
                  </a:lnTo>
                  <a:lnTo>
                    <a:pt x="1500188" y="1535530"/>
                  </a:lnTo>
                  <a:lnTo>
                    <a:pt x="1500183" y="1535524"/>
                  </a:lnTo>
                  <a:lnTo>
                    <a:pt x="1500141" y="1535486"/>
                  </a:lnTo>
                  <a:lnTo>
                    <a:pt x="1500105" y="1535454"/>
                  </a:lnTo>
                  <a:lnTo>
                    <a:pt x="1500086" y="1535436"/>
                  </a:lnTo>
                  <a:lnTo>
                    <a:pt x="1499977" y="1535338"/>
                  </a:lnTo>
                  <a:lnTo>
                    <a:pt x="1499964" y="1535327"/>
                  </a:lnTo>
                  <a:lnTo>
                    <a:pt x="1499937" y="1535307"/>
                  </a:lnTo>
                  <a:lnTo>
                    <a:pt x="1499923" y="1535297"/>
                  </a:lnTo>
                  <a:lnTo>
                    <a:pt x="1499907" y="1535294"/>
                  </a:lnTo>
                  <a:lnTo>
                    <a:pt x="1499902" y="1535293"/>
                  </a:lnTo>
                  <a:lnTo>
                    <a:pt x="1499891" y="1535294"/>
                  </a:lnTo>
                  <a:lnTo>
                    <a:pt x="1499870" y="1535311"/>
                  </a:lnTo>
                  <a:lnTo>
                    <a:pt x="1499875" y="1535332"/>
                  </a:lnTo>
                  <a:lnTo>
                    <a:pt x="1499878" y="1535341"/>
                  </a:lnTo>
                  <a:lnTo>
                    <a:pt x="1499882" y="1535355"/>
                  </a:lnTo>
                  <a:lnTo>
                    <a:pt x="1499892" y="1535395"/>
                  </a:lnTo>
                  <a:lnTo>
                    <a:pt x="1499890" y="1535403"/>
                  </a:lnTo>
                  <a:lnTo>
                    <a:pt x="1499877" y="1535413"/>
                  </a:lnTo>
                  <a:lnTo>
                    <a:pt x="1499784" y="1535401"/>
                  </a:lnTo>
                  <a:lnTo>
                    <a:pt x="1499681" y="1535411"/>
                  </a:lnTo>
                  <a:lnTo>
                    <a:pt x="1499644" y="1535401"/>
                  </a:lnTo>
                  <a:lnTo>
                    <a:pt x="1499366" y="1535324"/>
                  </a:lnTo>
                  <a:lnTo>
                    <a:pt x="1499293" y="1535280"/>
                  </a:lnTo>
                  <a:lnTo>
                    <a:pt x="1499276" y="1535271"/>
                  </a:lnTo>
                  <a:lnTo>
                    <a:pt x="1499254" y="1535245"/>
                  </a:lnTo>
                  <a:lnTo>
                    <a:pt x="1499247" y="1535236"/>
                  </a:lnTo>
                  <a:lnTo>
                    <a:pt x="1499246" y="1535221"/>
                  </a:lnTo>
                  <a:lnTo>
                    <a:pt x="1499245" y="1535215"/>
                  </a:lnTo>
                  <a:lnTo>
                    <a:pt x="1499247" y="1535168"/>
                  </a:lnTo>
                  <a:lnTo>
                    <a:pt x="1499248" y="1535163"/>
                  </a:lnTo>
                  <a:lnTo>
                    <a:pt x="1499256" y="1535111"/>
                  </a:lnTo>
                  <a:lnTo>
                    <a:pt x="1499267" y="1535055"/>
                  </a:lnTo>
                  <a:lnTo>
                    <a:pt x="1499275" y="1534992"/>
                  </a:lnTo>
                  <a:lnTo>
                    <a:pt x="1499265" y="1534963"/>
                  </a:lnTo>
                  <a:lnTo>
                    <a:pt x="1499262" y="1534959"/>
                  </a:lnTo>
                  <a:lnTo>
                    <a:pt x="1499257" y="1534950"/>
                  </a:lnTo>
                  <a:lnTo>
                    <a:pt x="1499253" y="1534944"/>
                  </a:lnTo>
                  <a:lnTo>
                    <a:pt x="1499233" y="1534934"/>
                  </a:lnTo>
                  <a:lnTo>
                    <a:pt x="1499182" y="1534936"/>
                  </a:lnTo>
                  <a:lnTo>
                    <a:pt x="1499158" y="1534938"/>
                  </a:lnTo>
                  <a:lnTo>
                    <a:pt x="1499122" y="1534939"/>
                  </a:lnTo>
                  <a:lnTo>
                    <a:pt x="1499111" y="1534977"/>
                  </a:lnTo>
                  <a:lnTo>
                    <a:pt x="1499114" y="1534989"/>
                  </a:lnTo>
                  <a:lnTo>
                    <a:pt x="1499117" y="1534997"/>
                  </a:lnTo>
                  <a:lnTo>
                    <a:pt x="1499129" y="1535036"/>
                  </a:lnTo>
                  <a:lnTo>
                    <a:pt x="1499115" y="1535117"/>
                  </a:lnTo>
                  <a:lnTo>
                    <a:pt x="1499066" y="1535233"/>
                  </a:lnTo>
                  <a:lnTo>
                    <a:pt x="1499020" y="1535314"/>
                  </a:lnTo>
                  <a:lnTo>
                    <a:pt x="1498971" y="1535377"/>
                  </a:lnTo>
                  <a:lnTo>
                    <a:pt x="1498950" y="1535402"/>
                  </a:lnTo>
                  <a:lnTo>
                    <a:pt x="1498916" y="1535414"/>
                  </a:lnTo>
                  <a:lnTo>
                    <a:pt x="1498902" y="1535418"/>
                  </a:lnTo>
                  <a:lnTo>
                    <a:pt x="1498863" y="1535438"/>
                  </a:lnTo>
                  <a:lnTo>
                    <a:pt x="1498859" y="1535440"/>
                  </a:lnTo>
                  <a:lnTo>
                    <a:pt x="1498734" y="1535452"/>
                  </a:lnTo>
                  <a:lnTo>
                    <a:pt x="1498632" y="1535461"/>
                  </a:lnTo>
                  <a:lnTo>
                    <a:pt x="1498542" y="1535469"/>
                  </a:lnTo>
                  <a:lnTo>
                    <a:pt x="1498521" y="1535469"/>
                  </a:lnTo>
                  <a:lnTo>
                    <a:pt x="1498485" y="1535468"/>
                  </a:lnTo>
                  <a:lnTo>
                    <a:pt x="1498384" y="1535453"/>
                  </a:lnTo>
                  <a:lnTo>
                    <a:pt x="1498363" y="1535450"/>
                  </a:lnTo>
                  <a:lnTo>
                    <a:pt x="1498337" y="1535484"/>
                  </a:lnTo>
                  <a:lnTo>
                    <a:pt x="1498296" y="1535541"/>
                  </a:lnTo>
                  <a:lnTo>
                    <a:pt x="1498285" y="1535555"/>
                  </a:lnTo>
                  <a:lnTo>
                    <a:pt x="1498224" y="1535589"/>
                  </a:lnTo>
                  <a:lnTo>
                    <a:pt x="1498126" y="1535602"/>
                  </a:lnTo>
                  <a:lnTo>
                    <a:pt x="1498091" y="1535602"/>
                  </a:lnTo>
                  <a:lnTo>
                    <a:pt x="1498044" y="1535602"/>
                  </a:lnTo>
                  <a:lnTo>
                    <a:pt x="1497986" y="1535599"/>
                  </a:lnTo>
                  <a:lnTo>
                    <a:pt x="1497837" y="1535591"/>
                  </a:lnTo>
                  <a:lnTo>
                    <a:pt x="1497811" y="1535588"/>
                  </a:lnTo>
                  <a:lnTo>
                    <a:pt x="1497666" y="1535570"/>
                  </a:lnTo>
                  <a:lnTo>
                    <a:pt x="1497544" y="1535549"/>
                  </a:lnTo>
                  <a:lnTo>
                    <a:pt x="1497489" y="1535540"/>
                  </a:lnTo>
                  <a:lnTo>
                    <a:pt x="1497456" y="1535524"/>
                  </a:lnTo>
                  <a:lnTo>
                    <a:pt x="1497431" y="1535496"/>
                  </a:lnTo>
                  <a:lnTo>
                    <a:pt x="1497423" y="1535487"/>
                  </a:lnTo>
                  <a:lnTo>
                    <a:pt x="1497350" y="1535400"/>
                  </a:lnTo>
                  <a:lnTo>
                    <a:pt x="1497315" y="1535354"/>
                  </a:lnTo>
                  <a:lnTo>
                    <a:pt x="1497290" y="1535337"/>
                  </a:lnTo>
                  <a:lnTo>
                    <a:pt x="1497231" y="1535320"/>
                  </a:lnTo>
                  <a:lnTo>
                    <a:pt x="1497195" y="1535310"/>
                  </a:lnTo>
                  <a:lnTo>
                    <a:pt x="1497169" y="1535312"/>
                  </a:lnTo>
                  <a:lnTo>
                    <a:pt x="1497150" y="1535329"/>
                  </a:lnTo>
                  <a:lnTo>
                    <a:pt x="1497079" y="1535367"/>
                  </a:lnTo>
                  <a:lnTo>
                    <a:pt x="1496976" y="1535423"/>
                  </a:lnTo>
                  <a:lnTo>
                    <a:pt x="1496898" y="1535458"/>
                  </a:lnTo>
                  <a:lnTo>
                    <a:pt x="1496890" y="1535458"/>
                  </a:lnTo>
                  <a:lnTo>
                    <a:pt x="1496868" y="1535445"/>
                  </a:lnTo>
                  <a:lnTo>
                    <a:pt x="1496856" y="1535438"/>
                  </a:lnTo>
                  <a:lnTo>
                    <a:pt x="1496797" y="1535385"/>
                  </a:lnTo>
                  <a:lnTo>
                    <a:pt x="1496743" y="1535337"/>
                  </a:lnTo>
                  <a:lnTo>
                    <a:pt x="1496736" y="1535326"/>
                  </a:lnTo>
                  <a:lnTo>
                    <a:pt x="1496723" y="1535308"/>
                  </a:lnTo>
                  <a:lnTo>
                    <a:pt x="1496718" y="1535300"/>
                  </a:lnTo>
                  <a:lnTo>
                    <a:pt x="1496708" y="1535277"/>
                  </a:lnTo>
                  <a:lnTo>
                    <a:pt x="1496710" y="1535184"/>
                  </a:lnTo>
                  <a:lnTo>
                    <a:pt x="1496710" y="1535169"/>
                  </a:lnTo>
                  <a:lnTo>
                    <a:pt x="1496730" y="1534868"/>
                  </a:lnTo>
                  <a:lnTo>
                    <a:pt x="1496732" y="1534852"/>
                  </a:lnTo>
                  <a:lnTo>
                    <a:pt x="1496744" y="1534797"/>
                  </a:lnTo>
                  <a:lnTo>
                    <a:pt x="1496815" y="1534623"/>
                  </a:lnTo>
                  <a:lnTo>
                    <a:pt x="1496865" y="1534508"/>
                  </a:lnTo>
                  <a:lnTo>
                    <a:pt x="1496912" y="1534440"/>
                  </a:lnTo>
                  <a:lnTo>
                    <a:pt x="1496926" y="1534425"/>
                  </a:lnTo>
                  <a:lnTo>
                    <a:pt x="1496949" y="1534403"/>
                  </a:lnTo>
                  <a:lnTo>
                    <a:pt x="1497016" y="1534313"/>
                  </a:lnTo>
                  <a:lnTo>
                    <a:pt x="1497026" y="1534299"/>
                  </a:lnTo>
                  <a:lnTo>
                    <a:pt x="1497061" y="1534237"/>
                  </a:lnTo>
                  <a:lnTo>
                    <a:pt x="1497062" y="1534228"/>
                  </a:lnTo>
                  <a:lnTo>
                    <a:pt x="1497052" y="1534222"/>
                  </a:lnTo>
                  <a:lnTo>
                    <a:pt x="1497047" y="1534222"/>
                  </a:lnTo>
                  <a:lnTo>
                    <a:pt x="1497038" y="1534221"/>
                  </a:lnTo>
                  <a:lnTo>
                    <a:pt x="1496940" y="1534217"/>
                  </a:lnTo>
                  <a:lnTo>
                    <a:pt x="1496862" y="1534214"/>
                  </a:lnTo>
                  <a:lnTo>
                    <a:pt x="1496851" y="1534213"/>
                  </a:lnTo>
                  <a:lnTo>
                    <a:pt x="1496829" y="1534230"/>
                  </a:lnTo>
                  <a:lnTo>
                    <a:pt x="1496822" y="1534236"/>
                  </a:lnTo>
                  <a:lnTo>
                    <a:pt x="1496810" y="1534246"/>
                  </a:lnTo>
                  <a:lnTo>
                    <a:pt x="1496796" y="1534259"/>
                  </a:lnTo>
                  <a:lnTo>
                    <a:pt x="1496671" y="1534408"/>
                  </a:lnTo>
                  <a:lnTo>
                    <a:pt x="1496612" y="1534484"/>
                  </a:lnTo>
                  <a:lnTo>
                    <a:pt x="1496578" y="1534527"/>
                  </a:lnTo>
                  <a:lnTo>
                    <a:pt x="1496503" y="1534618"/>
                  </a:lnTo>
                  <a:lnTo>
                    <a:pt x="1496418" y="1534720"/>
                  </a:lnTo>
                  <a:lnTo>
                    <a:pt x="1496356" y="1534795"/>
                  </a:lnTo>
                  <a:lnTo>
                    <a:pt x="1496340" y="1534815"/>
                  </a:lnTo>
                  <a:lnTo>
                    <a:pt x="1496334" y="1534860"/>
                  </a:lnTo>
                  <a:lnTo>
                    <a:pt x="1496320" y="1534959"/>
                  </a:lnTo>
                  <a:lnTo>
                    <a:pt x="1496309" y="1535042"/>
                  </a:lnTo>
                  <a:lnTo>
                    <a:pt x="1496288" y="1535148"/>
                  </a:lnTo>
                  <a:lnTo>
                    <a:pt x="1496284" y="1535156"/>
                  </a:lnTo>
                  <a:lnTo>
                    <a:pt x="1496275" y="1535175"/>
                  </a:lnTo>
                  <a:lnTo>
                    <a:pt x="1496264" y="1535186"/>
                  </a:lnTo>
                  <a:lnTo>
                    <a:pt x="1496254" y="1535186"/>
                  </a:lnTo>
                  <a:lnTo>
                    <a:pt x="1496222" y="1535177"/>
                  </a:lnTo>
                  <a:lnTo>
                    <a:pt x="1496192" y="1535170"/>
                  </a:lnTo>
                  <a:lnTo>
                    <a:pt x="1496165" y="1535129"/>
                  </a:lnTo>
                  <a:lnTo>
                    <a:pt x="1496127" y="1535071"/>
                  </a:lnTo>
                  <a:lnTo>
                    <a:pt x="1496123" y="1535065"/>
                  </a:lnTo>
                  <a:lnTo>
                    <a:pt x="1496117" y="1535074"/>
                  </a:lnTo>
                  <a:lnTo>
                    <a:pt x="1496016" y="1535234"/>
                  </a:lnTo>
                  <a:lnTo>
                    <a:pt x="1495992" y="1535274"/>
                  </a:lnTo>
                  <a:lnTo>
                    <a:pt x="1495983" y="1535300"/>
                  </a:lnTo>
                  <a:lnTo>
                    <a:pt x="1495988" y="1535309"/>
                  </a:lnTo>
                  <a:lnTo>
                    <a:pt x="1496005" y="1535329"/>
                  </a:lnTo>
                  <a:lnTo>
                    <a:pt x="1496011" y="1535358"/>
                  </a:lnTo>
                  <a:lnTo>
                    <a:pt x="1496009" y="1535366"/>
                  </a:lnTo>
                  <a:lnTo>
                    <a:pt x="1496005" y="1535377"/>
                  </a:lnTo>
                  <a:lnTo>
                    <a:pt x="1495952" y="1535447"/>
                  </a:lnTo>
                  <a:lnTo>
                    <a:pt x="1495944" y="1535457"/>
                  </a:lnTo>
                  <a:lnTo>
                    <a:pt x="1495941" y="1535461"/>
                  </a:lnTo>
                  <a:lnTo>
                    <a:pt x="1495863" y="1535548"/>
                  </a:lnTo>
                  <a:lnTo>
                    <a:pt x="1495825" y="1535590"/>
                  </a:lnTo>
                  <a:lnTo>
                    <a:pt x="1495611" y="1535825"/>
                  </a:lnTo>
                  <a:lnTo>
                    <a:pt x="1495548" y="1535862"/>
                  </a:lnTo>
                  <a:lnTo>
                    <a:pt x="1495537" y="1535860"/>
                  </a:lnTo>
                  <a:lnTo>
                    <a:pt x="1495515" y="1535855"/>
                  </a:lnTo>
                  <a:lnTo>
                    <a:pt x="1495487" y="1535839"/>
                  </a:lnTo>
                  <a:lnTo>
                    <a:pt x="1495465" y="1535827"/>
                  </a:lnTo>
                  <a:lnTo>
                    <a:pt x="1495394" y="1535774"/>
                  </a:lnTo>
                  <a:lnTo>
                    <a:pt x="1495353" y="1535745"/>
                  </a:lnTo>
                  <a:lnTo>
                    <a:pt x="1495304" y="1535724"/>
                  </a:lnTo>
                  <a:lnTo>
                    <a:pt x="1495276" y="1535718"/>
                  </a:lnTo>
                  <a:lnTo>
                    <a:pt x="1495239" y="1535724"/>
                  </a:lnTo>
                  <a:lnTo>
                    <a:pt x="1495110" y="1535749"/>
                  </a:lnTo>
                  <a:lnTo>
                    <a:pt x="1494815" y="1535807"/>
                  </a:lnTo>
                  <a:lnTo>
                    <a:pt x="1494735" y="1535823"/>
                  </a:lnTo>
                  <a:lnTo>
                    <a:pt x="1494698" y="1535830"/>
                  </a:lnTo>
                  <a:lnTo>
                    <a:pt x="1494682" y="1535835"/>
                  </a:lnTo>
                  <a:lnTo>
                    <a:pt x="1494682" y="1535851"/>
                  </a:lnTo>
                  <a:lnTo>
                    <a:pt x="1494684" y="1535858"/>
                  </a:lnTo>
                  <a:lnTo>
                    <a:pt x="1494692" y="1535886"/>
                  </a:lnTo>
                  <a:lnTo>
                    <a:pt x="1494696" y="1535898"/>
                  </a:lnTo>
                  <a:lnTo>
                    <a:pt x="1494700" y="1535911"/>
                  </a:lnTo>
                  <a:lnTo>
                    <a:pt x="1494705" y="1535927"/>
                  </a:lnTo>
                  <a:lnTo>
                    <a:pt x="1494735" y="1536021"/>
                  </a:lnTo>
                  <a:lnTo>
                    <a:pt x="1494738" y="1536031"/>
                  </a:lnTo>
                  <a:lnTo>
                    <a:pt x="1494776" y="1536162"/>
                  </a:lnTo>
                  <a:lnTo>
                    <a:pt x="1494780" y="1536168"/>
                  </a:lnTo>
                  <a:lnTo>
                    <a:pt x="1494791" y="1536184"/>
                  </a:lnTo>
                  <a:lnTo>
                    <a:pt x="1494806" y="1536194"/>
                  </a:lnTo>
                  <a:lnTo>
                    <a:pt x="1494837" y="1536206"/>
                  </a:lnTo>
                  <a:lnTo>
                    <a:pt x="1494849" y="1536211"/>
                  </a:lnTo>
                  <a:lnTo>
                    <a:pt x="1494887" y="1536227"/>
                  </a:lnTo>
                  <a:lnTo>
                    <a:pt x="1494936" y="1536264"/>
                  </a:lnTo>
                  <a:lnTo>
                    <a:pt x="1494943" y="1536285"/>
                  </a:lnTo>
                  <a:lnTo>
                    <a:pt x="1494949" y="1536308"/>
                  </a:lnTo>
                  <a:lnTo>
                    <a:pt x="1494947" y="1536323"/>
                  </a:lnTo>
                  <a:lnTo>
                    <a:pt x="1494946" y="1536331"/>
                  </a:lnTo>
                  <a:lnTo>
                    <a:pt x="1494932" y="1536385"/>
                  </a:lnTo>
                  <a:lnTo>
                    <a:pt x="1494928" y="1536393"/>
                  </a:lnTo>
                  <a:lnTo>
                    <a:pt x="1494917" y="1536417"/>
                  </a:lnTo>
                  <a:lnTo>
                    <a:pt x="1494913" y="1536425"/>
                  </a:lnTo>
                  <a:lnTo>
                    <a:pt x="1494895" y="1536445"/>
                  </a:lnTo>
                  <a:lnTo>
                    <a:pt x="1494891" y="1536449"/>
                  </a:lnTo>
                  <a:lnTo>
                    <a:pt x="1494883" y="1536458"/>
                  </a:lnTo>
                  <a:lnTo>
                    <a:pt x="1494872" y="1536464"/>
                  </a:lnTo>
                  <a:lnTo>
                    <a:pt x="1494857" y="1536471"/>
                  </a:lnTo>
                  <a:lnTo>
                    <a:pt x="1494798" y="1536485"/>
                  </a:lnTo>
                  <a:lnTo>
                    <a:pt x="1494778" y="1536489"/>
                  </a:lnTo>
                  <a:lnTo>
                    <a:pt x="1494735" y="1536497"/>
                  </a:lnTo>
                  <a:lnTo>
                    <a:pt x="1494669" y="1536510"/>
                  </a:lnTo>
                  <a:lnTo>
                    <a:pt x="1494602" y="1536507"/>
                  </a:lnTo>
                  <a:lnTo>
                    <a:pt x="1494546" y="1536506"/>
                  </a:lnTo>
                  <a:lnTo>
                    <a:pt x="1494453" y="1536505"/>
                  </a:lnTo>
                  <a:lnTo>
                    <a:pt x="1494277" y="1536491"/>
                  </a:lnTo>
                  <a:lnTo>
                    <a:pt x="1494155" y="1536481"/>
                  </a:lnTo>
                  <a:lnTo>
                    <a:pt x="1494048" y="1536473"/>
                  </a:lnTo>
                  <a:lnTo>
                    <a:pt x="1494028" y="1536470"/>
                  </a:lnTo>
                  <a:lnTo>
                    <a:pt x="1493993" y="1536465"/>
                  </a:lnTo>
                  <a:lnTo>
                    <a:pt x="1493985" y="1536463"/>
                  </a:lnTo>
                  <a:lnTo>
                    <a:pt x="1493960" y="1536460"/>
                  </a:lnTo>
                  <a:lnTo>
                    <a:pt x="1493922" y="1536454"/>
                  </a:lnTo>
                  <a:lnTo>
                    <a:pt x="1493905" y="1536453"/>
                  </a:lnTo>
                  <a:lnTo>
                    <a:pt x="1493894" y="1536452"/>
                  </a:lnTo>
                  <a:lnTo>
                    <a:pt x="1493863" y="1536450"/>
                  </a:lnTo>
                  <a:lnTo>
                    <a:pt x="1493841" y="1536469"/>
                  </a:lnTo>
                  <a:lnTo>
                    <a:pt x="1493836" y="1536499"/>
                  </a:lnTo>
                  <a:lnTo>
                    <a:pt x="1493839" y="1536526"/>
                  </a:lnTo>
                  <a:lnTo>
                    <a:pt x="1493849" y="1536534"/>
                  </a:lnTo>
                  <a:lnTo>
                    <a:pt x="1493875" y="1536556"/>
                  </a:lnTo>
                  <a:lnTo>
                    <a:pt x="1493890" y="1536568"/>
                  </a:lnTo>
                  <a:lnTo>
                    <a:pt x="1493928" y="1536598"/>
                  </a:lnTo>
                  <a:lnTo>
                    <a:pt x="1493977" y="1536640"/>
                  </a:lnTo>
                  <a:lnTo>
                    <a:pt x="1494027" y="1536674"/>
                  </a:lnTo>
                  <a:lnTo>
                    <a:pt x="1494038" y="1536675"/>
                  </a:lnTo>
                  <a:lnTo>
                    <a:pt x="1494044" y="1536676"/>
                  </a:lnTo>
                  <a:lnTo>
                    <a:pt x="1494058" y="1536678"/>
                  </a:lnTo>
                  <a:lnTo>
                    <a:pt x="1494069" y="1536672"/>
                  </a:lnTo>
                  <a:lnTo>
                    <a:pt x="1494076" y="1536668"/>
                  </a:lnTo>
                  <a:lnTo>
                    <a:pt x="1494126" y="1536675"/>
                  </a:lnTo>
                  <a:lnTo>
                    <a:pt x="1494148" y="1536678"/>
                  </a:lnTo>
                  <a:lnTo>
                    <a:pt x="1494189" y="1536692"/>
                  </a:lnTo>
                  <a:lnTo>
                    <a:pt x="1494210" y="1536700"/>
                  </a:lnTo>
                  <a:lnTo>
                    <a:pt x="1494264" y="1536747"/>
                  </a:lnTo>
                  <a:lnTo>
                    <a:pt x="1494292" y="1536791"/>
                  </a:lnTo>
                  <a:lnTo>
                    <a:pt x="1494295" y="1536796"/>
                  </a:lnTo>
                  <a:lnTo>
                    <a:pt x="1494310" y="1536820"/>
                  </a:lnTo>
                  <a:lnTo>
                    <a:pt x="1494324" y="1536919"/>
                  </a:lnTo>
                  <a:lnTo>
                    <a:pt x="1494325" y="1536928"/>
                  </a:lnTo>
                  <a:lnTo>
                    <a:pt x="1494325" y="1536938"/>
                  </a:lnTo>
                  <a:lnTo>
                    <a:pt x="1494325" y="1536951"/>
                  </a:lnTo>
                  <a:lnTo>
                    <a:pt x="1494322" y="1536992"/>
                  </a:lnTo>
                  <a:lnTo>
                    <a:pt x="1494316" y="1537059"/>
                  </a:lnTo>
                  <a:lnTo>
                    <a:pt x="1494316" y="1537064"/>
                  </a:lnTo>
                  <a:lnTo>
                    <a:pt x="1494315" y="1537071"/>
                  </a:lnTo>
                  <a:lnTo>
                    <a:pt x="1494315" y="1537077"/>
                  </a:lnTo>
                  <a:lnTo>
                    <a:pt x="1494312" y="1537124"/>
                  </a:lnTo>
                  <a:lnTo>
                    <a:pt x="1494346" y="1537166"/>
                  </a:lnTo>
                  <a:lnTo>
                    <a:pt x="1494399" y="1537231"/>
                  </a:lnTo>
                  <a:lnTo>
                    <a:pt x="1494412" y="1537248"/>
                  </a:lnTo>
                  <a:lnTo>
                    <a:pt x="1494434" y="1537275"/>
                  </a:lnTo>
                  <a:lnTo>
                    <a:pt x="1494448" y="1537294"/>
                  </a:lnTo>
                  <a:lnTo>
                    <a:pt x="1494455" y="1537311"/>
                  </a:lnTo>
                  <a:lnTo>
                    <a:pt x="1494459" y="1537320"/>
                  </a:lnTo>
                  <a:lnTo>
                    <a:pt x="1494460" y="1537336"/>
                  </a:lnTo>
                  <a:lnTo>
                    <a:pt x="1494462" y="1537376"/>
                  </a:lnTo>
                  <a:lnTo>
                    <a:pt x="1494463" y="1537393"/>
                  </a:lnTo>
                  <a:lnTo>
                    <a:pt x="1494452" y="1537438"/>
                  </a:lnTo>
                  <a:lnTo>
                    <a:pt x="1494449" y="1537450"/>
                  </a:lnTo>
                  <a:lnTo>
                    <a:pt x="1494434" y="1537504"/>
                  </a:lnTo>
                  <a:lnTo>
                    <a:pt x="1494432" y="1537509"/>
                  </a:lnTo>
                  <a:lnTo>
                    <a:pt x="1494400" y="1537559"/>
                  </a:lnTo>
                  <a:lnTo>
                    <a:pt x="1494394" y="1537567"/>
                  </a:lnTo>
                  <a:lnTo>
                    <a:pt x="1494385" y="1537580"/>
                  </a:lnTo>
                  <a:lnTo>
                    <a:pt x="1494379" y="1537583"/>
                  </a:lnTo>
                  <a:lnTo>
                    <a:pt x="1494373" y="1537586"/>
                  </a:lnTo>
                  <a:lnTo>
                    <a:pt x="1494342" y="1537592"/>
                  </a:lnTo>
                  <a:lnTo>
                    <a:pt x="1494287" y="1537601"/>
                  </a:lnTo>
                  <a:lnTo>
                    <a:pt x="1494210" y="1537612"/>
                  </a:lnTo>
                  <a:lnTo>
                    <a:pt x="1494166" y="1537619"/>
                  </a:lnTo>
                  <a:lnTo>
                    <a:pt x="1494151" y="1537623"/>
                  </a:lnTo>
                  <a:lnTo>
                    <a:pt x="1494116" y="1537632"/>
                  </a:lnTo>
                  <a:lnTo>
                    <a:pt x="1494105" y="1537635"/>
                  </a:lnTo>
                  <a:lnTo>
                    <a:pt x="1494074" y="1537654"/>
                  </a:lnTo>
                  <a:lnTo>
                    <a:pt x="1494067" y="1537658"/>
                  </a:lnTo>
                  <a:lnTo>
                    <a:pt x="1494051" y="1537668"/>
                  </a:lnTo>
                  <a:lnTo>
                    <a:pt x="1493983" y="1537709"/>
                  </a:lnTo>
                  <a:lnTo>
                    <a:pt x="1493925" y="1537745"/>
                  </a:lnTo>
                  <a:lnTo>
                    <a:pt x="1493884" y="1537772"/>
                  </a:lnTo>
                  <a:lnTo>
                    <a:pt x="1493865" y="1537784"/>
                  </a:lnTo>
                  <a:lnTo>
                    <a:pt x="1493849" y="1537793"/>
                  </a:lnTo>
                  <a:lnTo>
                    <a:pt x="1493842" y="1537795"/>
                  </a:lnTo>
                  <a:lnTo>
                    <a:pt x="1493838" y="1537797"/>
                  </a:lnTo>
                  <a:lnTo>
                    <a:pt x="1493819" y="1537797"/>
                  </a:lnTo>
                  <a:lnTo>
                    <a:pt x="1493792" y="1537789"/>
                  </a:lnTo>
                  <a:lnTo>
                    <a:pt x="1493778" y="1537783"/>
                  </a:lnTo>
                  <a:lnTo>
                    <a:pt x="1493759" y="1537774"/>
                  </a:lnTo>
                  <a:lnTo>
                    <a:pt x="1493740" y="1537760"/>
                  </a:lnTo>
                  <a:lnTo>
                    <a:pt x="1493731" y="1537754"/>
                  </a:lnTo>
                  <a:lnTo>
                    <a:pt x="1493713" y="1537730"/>
                  </a:lnTo>
                  <a:lnTo>
                    <a:pt x="1493682" y="1537687"/>
                  </a:lnTo>
                  <a:lnTo>
                    <a:pt x="1493668" y="1537667"/>
                  </a:lnTo>
                  <a:lnTo>
                    <a:pt x="1493651" y="1537644"/>
                  </a:lnTo>
                  <a:lnTo>
                    <a:pt x="1493612" y="1537592"/>
                  </a:lnTo>
                  <a:lnTo>
                    <a:pt x="1493577" y="1537545"/>
                  </a:lnTo>
                  <a:lnTo>
                    <a:pt x="1493544" y="1537500"/>
                  </a:lnTo>
                  <a:lnTo>
                    <a:pt x="1493540" y="1537495"/>
                  </a:lnTo>
                  <a:lnTo>
                    <a:pt x="1493499" y="1537459"/>
                  </a:lnTo>
                  <a:lnTo>
                    <a:pt x="1493448" y="1537414"/>
                  </a:lnTo>
                  <a:lnTo>
                    <a:pt x="1493418" y="1537389"/>
                  </a:lnTo>
                  <a:lnTo>
                    <a:pt x="1493389" y="1537363"/>
                  </a:lnTo>
                  <a:lnTo>
                    <a:pt x="1493353" y="1537331"/>
                  </a:lnTo>
                  <a:lnTo>
                    <a:pt x="1493338" y="1537318"/>
                  </a:lnTo>
                  <a:lnTo>
                    <a:pt x="1493312" y="1537294"/>
                  </a:lnTo>
                  <a:lnTo>
                    <a:pt x="1493293" y="1537276"/>
                  </a:lnTo>
                  <a:lnTo>
                    <a:pt x="1493266" y="1537250"/>
                  </a:lnTo>
                  <a:lnTo>
                    <a:pt x="1493251" y="1537236"/>
                  </a:lnTo>
                  <a:lnTo>
                    <a:pt x="1493246" y="1537232"/>
                  </a:lnTo>
                  <a:lnTo>
                    <a:pt x="1493174" y="1537160"/>
                  </a:lnTo>
                  <a:lnTo>
                    <a:pt x="1493113" y="1537063"/>
                  </a:lnTo>
                  <a:lnTo>
                    <a:pt x="1493101" y="1537015"/>
                  </a:lnTo>
                  <a:lnTo>
                    <a:pt x="1493043" y="1536769"/>
                  </a:lnTo>
                  <a:lnTo>
                    <a:pt x="1493026" y="1536691"/>
                  </a:lnTo>
                  <a:lnTo>
                    <a:pt x="1493025" y="1536686"/>
                  </a:lnTo>
                  <a:lnTo>
                    <a:pt x="1493024" y="1536680"/>
                  </a:lnTo>
                  <a:lnTo>
                    <a:pt x="1493023" y="1536673"/>
                  </a:lnTo>
                  <a:lnTo>
                    <a:pt x="1493023" y="1536659"/>
                  </a:lnTo>
                  <a:lnTo>
                    <a:pt x="1493024" y="1536646"/>
                  </a:lnTo>
                  <a:lnTo>
                    <a:pt x="1493027" y="1536625"/>
                  </a:lnTo>
                  <a:lnTo>
                    <a:pt x="1493030" y="1536609"/>
                  </a:lnTo>
                  <a:lnTo>
                    <a:pt x="1493037" y="1536571"/>
                  </a:lnTo>
                  <a:lnTo>
                    <a:pt x="1493038" y="1536565"/>
                  </a:lnTo>
                  <a:lnTo>
                    <a:pt x="1493056" y="1536532"/>
                  </a:lnTo>
                  <a:lnTo>
                    <a:pt x="1493060" y="1536525"/>
                  </a:lnTo>
                  <a:lnTo>
                    <a:pt x="1493066" y="1536500"/>
                  </a:lnTo>
                  <a:lnTo>
                    <a:pt x="1493112" y="1536297"/>
                  </a:lnTo>
                  <a:lnTo>
                    <a:pt x="1493043" y="1536276"/>
                  </a:lnTo>
                  <a:lnTo>
                    <a:pt x="1492986" y="1536259"/>
                  </a:lnTo>
                  <a:lnTo>
                    <a:pt x="1492927" y="1536309"/>
                  </a:lnTo>
                  <a:lnTo>
                    <a:pt x="1492903" y="1536327"/>
                  </a:lnTo>
                  <a:lnTo>
                    <a:pt x="1492869" y="1536393"/>
                  </a:lnTo>
                  <a:lnTo>
                    <a:pt x="1492824" y="1536520"/>
                  </a:lnTo>
                  <a:lnTo>
                    <a:pt x="1492812" y="1536569"/>
                  </a:lnTo>
                  <a:lnTo>
                    <a:pt x="1492809" y="1536624"/>
                  </a:lnTo>
                  <a:lnTo>
                    <a:pt x="1492818" y="1536641"/>
                  </a:lnTo>
                  <a:lnTo>
                    <a:pt x="1492872" y="1536750"/>
                  </a:lnTo>
                  <a:lnTo>
                    <a:pt x="1492917" y="1536878"/>
                  </a:lnTo>
                  <a:lnTo>
                    <a:pt x="1492984" y="1537078"/>
                  </a:lnTo>
                  <a:lnTo>
                    <a:pt x="1493039" y="1537243"/>
                  </a:lnTo>
                  <a:lnTo>
                    <a:pt x="1493066" y="1537326"/>
                  </a:lnTo>
                  <a:lnTo>
                    <a:pt x="1493172" y="1537450"/>
                  </a:lnTo>
                  <a:lnTo>
                    <a:pt x="1493298" y="1537526"/>
                  </a:lnTo>
                  <a:lnTo>
                    <a:pt x="1493332" y="1537556"/>
                  </a:lnTo>
                  <a:lnTo>
                    <a:pt x="1493350" y="1537583"/>
                  </a:lnTo>
                  <a:lnTo>
                    <a:pt x="1493447" y="1537723"/>
                  </a:lnTo>
                  <a:lnTo>
                    <a:pt x="1493449" y="1537768"/>
                  </a:lnTo>
                  <a:lnTo>
                    <a:pt x="1493442" y="1537804"/>
                  </a:lnTo>
                  <a:lnTo>
                    <a:pt x="1493440" y="1537873"/>
                  </a:lnTo>
                  <a:lnTo>
                    <a:pt x="1493446" y="1537917"/>
                  </a:lnTo>
                  <a:lnTo>
                    <a:pt x="1493435" y="1538023"/>
                  </a:lnTo>
                  <a:lnTo>
                    <a:pt x="1493525" y="1538104"/>
                  </a:lnTo>
                  <a:lnTo>
                    <a:pt x="1493667" y="1538227"/>
                  </a:lnTo>
                  <a:lnTo>
                    <a:pt x="1493693" y="1538249"/>
                  </a:lnTo>
                  <a:lnTo>
                    <a:pt x="1493723" y="1538273"/>
                  </a:lnTo>
                  <a:lnTo>
                    <a:pt x="1493747" y="1538333"/>
                  </a:lnTo>
                  <a:lnTo>
                    <a:pt x="1493774" y="1538390"/>
                  </a:lnTo>
                  <a:lnTo>
                    <a:pt x="1493850" y="1538389"/>
                  </a:lnTo>
                  <a:lnTo>
                    <a:pt x="1493955" y="1538348"/>
                  </a:lnTo>
                  <a:lnTo>
                    <a:pt x="1493964" y="1538348"/>
                  </a:lnTo>
                  <a:lnTo>
                    <a:pt x="1493974" y="1538347"/>
                  </a:lnTo>
                  <a:lnTo>
                    <a:pt x="1494035" y="1538343"/>
                  </a:lnTo>
                  <a:lnTo>
                    <a:pt x="1494056" y="1538347"/>
                  </a:lnTo>
                  <a:lnTo>
                    <a:pt x="1494104" y="1538357"/>
                  </a:lnTo>
                  <a:lnTo>
                    <a:pt x="1494210" y="1538453"/>
                  </a:lnTo>
                  <a:lnTo>
                    <a:pt x="1494335" y="1538634"/>
                  </a:lnTo>
                  <a:lnTo>
                    <a:pt x="1494459" y="1538816"/>
                  </a:lnTo>
                  <a:lnTo>
                    <a:pt x="1494534" y="1538933"/>
                  </a:lnTo>
                  <a:lnTo>
                    <a:pt x="1494566" y="1538961"/>
                  </a:lnTo>
                  <a:lnTo>
                    <a:pt x="1494643" y="1538986"/>
                  </a:lnTo>
                  <a:lnTo>
                    <a:pt x="1494676" y="1538997"/>
                  </a:lnTo>
                  <a:lnTo>
                    <a:pt x="1494723" y="1539033"/>
                  </a:lnTo>
                  <a:lnTo>
                    <a:pt x="1494756" y="1539059"/>
                  </a:lnTo>
                  <a:lnTo>
                    <a:pt x="1494790" y="1539106"/>
                  </a:lnTo>
                  <a:lnTo>
                    <a:pt x="1494800" y="1539119"/>
                  </a:lnTo>
                  <a:lnTo>
                    <a:pt x="1494874" y="1539213"/>
                  </a:lnTo>
                  <a:lnTo>
                    <a:pt x="1494867" y="1539306"/>
                  </a:lnTo>
                  <a:lnTo>
                    <a:pt x="1494868" y="1539337"/>
                  </a:lnTo>
                  <a:lnTo>
                    <a:pt x="1494866" y="1539440"/>
                  </a:lnTo>
                  <a:lnTo>
                    <a:pt x="1494864" y="1539450"/>
                  </a:lnTo>
                  <a:lnTo>
                    <a:pt x="1494853" y="1539504"/>
                  </a:lnTo>
                  <a:lnTo>
                    <a:pt x="1494831" y="1539594"/>
                  </a:lnTo>
                  <a:lnTo>
                    <a:pt x="1494832" y="1539644"/>
                  </a:lnTo>
                  <a:lnTo>
                    <a:pt x="1494830" y="1539705"/>
                  </a:lnTo>
                  <a:lnTo>
                    <a:pt x="1494909" y="1539799"/>
                  </a:lnTo>
                  <a:lnTo>
                    <a:pt x="1494988" y="1539902"/>
                  </a:lnTo>
                  <a:lnTo>
                    <a:pt x="1495047" y="1539978"/>
                  </a:lnTo>
                  <a:lnTo>
                    <a:pt x="1495041" y="1540083"/>
                  </a:lnTo>
                  <a:lnTo>
                    <a:pt x="1495040" y="1540091"/>
                  </a:lnTo>
                  <a:lnTo>
                    <a:pt x="1495038" y="1540144"/>
                  </a:lnTo>
                  <a:lnTo>
                    <a:pt x="1495001" y="1540216"/>
                  </a:lnTo>
                  <a:lnTo>
                    <a:pt x="1495008" y="1540296"/>
                  </a:lnTo>
                  <a:lnTo>
                    <a:pt x="1495058" y="1540496"/>
                  </a:lnTo>
                  <a:lnTo>
                    <a:pt x="1495087" y="1540656"/>
                  </a:lnTo>
                  <a:lnTo>
                    <a:pt x="1495112" y="1540730"/>
                  </a:lnTo>
                  <a:lnTo>
                    <a:pt x="1495120" y="1540767"/>
                  </a:lnTo>
                  <a:lnTo>
                    <a:pt x="1495200" y="1540824"/>
                  </a:lnTo>
                  <a:lnTo>
                    <a:pt x="1495216" y="1540841"/>
                  </a:lnTo>
                  <a:lnTo>
                    <a:pt x="1495247" y="1540818"/>
                  </a:lnTo>
                  <a:lnTo>
                    <a:pt x="1495295" y="1540805"/>
                  </a:lnTo>
                  <a:lnTo>
                    <a:pt x="1495302" y="1540805"/>
                  </a:lnTo>
                  <a:lnTo>
                    <a:pt x="1495330" y="1540858"/>
                  </a:lnTo>
                  <a:lnTo>
                    <a:pt x="1495326" y="1540942"/>
                  </a:lnTo>
                  <a:lnTo>
                    <a:pt x="1495325" y="1540986"/>
                  </a:lnTo>
                  <a:lnTo>
                    <a:pt x="1495322" y="1541035"/>
                  </a:lnTo>
                  <a:lnTo>
                    <a:pt x="1495300" y="1541050"/>
                  </a:lnTo>
                  <a:lnTo>
                    <a:pt x="1495267" y="1541042"/>
                  </a:lnTo>
                  <a:lnTo>
                    <a:pt x="1495225" y="1541060"/>
                  </a:lnTo>
                  <a:lnTo>
                    <a:pt x="1495215" y="1541071"/>
                  </a:lnTo>
                  <a:lnTo>
                    <a:pt x="1495208" y="1541079"/>
                  </a:lnTo>
                  <a:lnTo>
                    <a:pt x="1495182" y="1541166"/>
                  </a:lnTo>
                  <a:lnTo>
                    <a:pt x="1495150" y="1541256"/>
                  </a:lnTo>
                  <a:lnTo>
                    <a:pt x="1495151" y="1541262"/>
                  </a:lnTo>
                  <a:lnTo>
                    <a:pt x="1495161" y="1541327"/>
                  </a:lnTo>
                  <a:lnTo>
                    <a:pt x="1495162" y="1541358"/>
                  </a:lnTo>
                  <a:lnTo>
                    <a:pt x="1495169" y="1541364"/>
                  </a:lnTo>
                  <a:lnTo>
                    <a:pt x="1495239" y="1541432"/>
                  </a:lnTo>
                  <a:lnTo>
                    <a:pt x="1495254" y="1541440"/>
                  </a:lnTo>
                  <a:lnTo>
                    <a:pt x="1495289" y="1541458"/>
                  </a:lnTo>
                  <a:lnTo>
                    <a:pt x="1495318" y="1541455"/>
                  </a:lnTo>
                  <a:lnTo>
                    <a:pt x="1495340" y="1541453"/>
                  </a:lnTo>
                  <a:lnTo>
                    <a:pt x="1495372" y="1541398"/>
                  </a:lnTo>
                  <a:lnTo>
                    <a:pt x="1495375" y="1541387"/>
                  </a:lnTo>
                  <a:lnTo>
                    <a:pt x="1495388" y="1541335"/>
                  </a:lnTo>
                  <a:lnTo>
                    <a:pt x="1495394" y="1541315"/>
                  </a:lnTo>
                  <a:lnTo>
                    <a:pt x="1495396" y="1541307"/>
                  </a:lnTo>
                  <a:lnTo>
                    <a:pt x="1495430" y="1541301"/>
                  </a:lnTo>
                  <a:lnTo>
                    <a:pt x="1495446" y="1541299"/>
                  </a:lnTo>
                  <a:lnTo>
                    <a:pt x="1495454" y="1541298"/>
                  </a:lnTo>
                  <a:lnTo>
                    <a:pt x="1495519" y="1541290"/>
                  </a:lnTo>
                  <a:lnTo>
                    <a:pt x="1495558" y="1541283"/>
                  </a:lnTo>
                  <a:lnTo>
                    <a:pt x="1495618" y="1541305"/>
                  </a:lnTo>
                  <a:lnTo>
                    <a:pt x="1495689" y="1541331"/>
                  </a:lnTo>
                  <a:lnTo>
                    <a:pt x="1495808" y="1541375"/>
                  </a:lnTo>
                  <a:lnTo>
                    <a:pt x="1495844" y="1541436"/>
                  </a:lnTo>
                  <a:lnTo>
                    <a:pt x="1495881" y="1541502"/>
                  </a:lnTo>
                  <a:lnTo>
                    <a:pt x="1495882" y="1541512"/>
                  </a:lnTo>
                  <a:lnTo>
                    <a:pt x="1495886" y="1541571"/>
                  </a:lnTo>
                  <a:lnTo>
                    <a:pt x="1495884" y="1541598"/>
                  </a:lnTo>
                  <a:lnTo>
                    <a:pt x="1495869" y="1541636"/>
                  </a:lnTo>
                  <a:lnTo>
                    <a:pt x="1495849" y="1541647"/>
                  </a:lnTo>
                  <a:lnTo>
                    <a:pt x="1495764" y="1541662"/>
                  </a:lnTo>
                  <a:lnTo>
                    <a:pt x="1495707" y="1541698"/>
                  </a:lnTo>
                  <a:lnTo>
                    <a:pt x="1495698" y="1541704"/>
                  </a:lnTo>
                  <a:lnTo>
                    <a:pt x="1495715" y="1541764"/>
                  </a:lnTo>
                  <a:lnTo>
                    <a:pt x="1495733" y="1541863"/>
                  </a:lnTo>
                  <a:lnTo>
                    <a:pt x="1495777" y="1541934"/>
                  </a:lnTo>
                  <a:lnTo>
                    <a:pt x="1495891" y="1542054"/>
                  </a:lnTo>
                  <a:lnTo>
                    <a:pt x="1496030" y="1542207"/>
                  </a:lnTo>
                  <a:lnTo>
                    <a:pt x="1496083" y="1542234"/>
                  </a:lnTo>
                  <a:lnTo>
                    <a:pt x="1496096" y="1542240"/>
                  </a:lnTo>
                  <a:lnTo>
                    <a:pt x="1496192" y="1542283"/>
                  </a:lnTo>
                  <a:lnTo>
                    <a:pt x="1496222" y="1542276"/>
                  </a:lnTo>
                  <a:lnTo>
                    <a:pt x="1496242" y="1542270"/>
                  </a:lnTo>
                  <a:lnTo>
                    <a:pt x="1496248" y="1542229"/>
                  </a:lnTo>
                  <a:lnTo>
                    <a:pt x="1496271" y="1542203"/>
                  </a:lnTo>
                  <a:lnTo>
                    <a:pt x="1496358" y="1542124"/>
                  </a:lnTo>
                  <a:lnTo>
                    <a:pt x="1496410" y="1542090"/>
                  </a:lnTo>
                  <a:lnTo>
                    <a:pt x="1496439" y="1542098"/>
                  </a:lnTo>
                  <a:lnTo>
                    <a:pt x="1496443" y="1542099"/>
                  </a:lnTo>
                  <a:lnTo>
                    <a:pt x="1496466" y="1542124"/>
                  </a:lnTo>
                  <a:lnTo>
                    <a:pt x="1496513" y="1542186"/>
                  </a:lnTo>
                  <a:lnTo>
                    <a:pt x="1496549" y="1542217"/>
                  </a:lnTo>
                  <a:lnTo>
                    <a:pt x="1496576" y="1542254"/>
                  </a:lnTo>
                  <a:lnTo>
                    <a:pt x="1496717" y="1542232"/>
                  </a:lnTo>
                  <a:lnTo>
                    <a:pt x="1496779" y="1542208"/>
                  </a:lnTo>
                  <a:lnTo>
                    <a:pt x="1496793" y="1542177"/>
                  </a:lnTo>
                  <a:lnTo>
                    <a:pt x="1496786" y="1542160"/>
                  </a:lnTo>
                  <a:lnTo>
                    <a:pt x="1496795" y="1542147"/>
                  </a:lnTo>
                  <a:lnTo>
                    <a:pt x="1496815" y="1542147"/>
                  </a:lnTo>
                  <a:lnTo>
                    <a:pt x="1496840" y="1542162"/>
                  </a:lnTo>
                  <a:lnTo>
                    <a:pt x="1496853" y="1542178"/>
                  </a:lnTo>
                  <a:lnTo>
                    <a:pt x="1496851" y="1542185"/>
                  </a:lnTo>
                  <a:lnTo>
                    <a:pt x="1496845" y="1542198"/>
                  </a:lnTo>
                  <a:lnTo>
                    <a:pt x="1496841" y="1542239"/>
                  </a:lnTo>
                  <a:lnTo>
                    <a:pt x="1496837" y="1542294"/>
                  </a:lnTo>
                  <a:lnTo>
                    <a:pt x="1496827" y="1542320"/>
                  </a:lnTo>
                  <a:lnTo>
                    <a:pt x="1496806" y="1542381"/>
                  </a:lnTo>
                  <a:lnTo>
                    <a:pt x="1496766" y="1542485"/>
                  </a:lnTo>
                  <a:lnTo>
                    <a:pt x="1496747" y="1542521"/>
                  </a:lnTo>
                  <a:lnTo>
                    <a:pt x="1496728" y="1542556"/>
                  </a:lnTo>
                  <a:lnTo>
                    <a:pt x="1496723" y="1542558"/>
                  </a:lnTo>
                  <a:lnTo>
                    <a:pt x="1496658" y="1542587"/>
                  </a:lnTo>
                  <a:lnTo>
                    <a:pt x="1496564" y="1542628"/>
                  </a:lnTo>
                  <a:lnTo>
                    <a:pt x="1496549" y="1542638"/>
                  </a:lnTo>
                  <a:lnTo>
                    <a:pt x="1496537" y="1542645"/>
                  </a:lnTo>
                  <a:lnTo>
                    <a:pt x="1496522" y="1542669"/>
                  </a:lnTo>
                  <a:lnTo>
                    <a:pt x="1496504" y="1542697"/>
                  </a:lnTo>
                  <a:lnTo>
                    <a:pt x="1496473" y="1542747"/>
                  </a:lnTo>
                  <a:lnTo>
                    <a:pt x="1496437" y="1542806"/>
                  </a:lnTo>
                  <a:lnTo>
                    <a:pt x="1496412" y="1542851"/>
                  </a:lnTo>
                  <a:lnTo>
                    <a:pt x="1496383" y="1542907"/>
                  </a:lnTo>
                  <a:lnTo>
                    <a:pt x="1496359" y="1542993"/>
                  </a:lnTo>
                  <a:lnTo>
                    <a:pt x="1496323" y="1543003"/>
                  </a:lnTo>
                  <a:lnTo>
                    <a:pt x="1496240" y="1543079"/>
                  </a:lnTo>
                  <a:lnTo>
                    <a:pt x="1496188" y="1543111"/>
                  </a:lnTo>
                  <a:lnTo>
                    <a:pt x="1496137" y="1543147"/>
                  </a:lnTo>
                  <a:lnTo>
                    <a:pt x="1496123" y="1543156"/>
                  </a:lnTo>
                  <a:lnTo>
                    <a:pt x="1496026" y="1543213"/>
                  </a:lnTo>
                  <a:lnTo>
                    <a:pt x="1495918" y="1543283"/>
                  </a:lnTo>
                  <a:lnTo>
                    <a:pt x="1495880" y="1543305"/>
                  </a:lnTo>
                  <a:lnTo>
                    <a:pt x="1495858" y="1543341"/>
                  </a:lnTo>
                  <a:lnTo>
                    <a:pt x="1495833" y="1543374"/>
                  </a:lnTo>
                  <a:lnTo>
                    <a:pt x="1495729" y="1543532"/>
                  </a:lnTo>
                  <a:lnTo>
                    <a:pt x="1495697" y="1543570"/>
                  </a:lnTo>
                  <a:lnTo>
                    <a:pt x="1495625" y="1543657"/>
                  </a:lnTo>
                  <a:lnTo>
                    <a:pt x="1495567" y="1543679"/>
                  </a:lnTo>
                  <a:lnTo>
                    <a:pt x="1495500" y="1543705"/>
                  </a:lnTo>
                  <a:lnTo>
                    <a:pt x="1495426" y="1543722"/>
                  </a:lnTo>
                  <a:lnTo>
                    <a:pt x="1495398" y="1543726"/>
                  </a:lnTo>
                  <a:lnTo>
                    <a:pt x="1495376" y="1543703"/>
                  </a:lnTo>
                  <a:lnTo>
                    <a:pt x="1495336" y="1543658"/>
                  </a:lnTo>
                  <a:lnTo>
                    <a:pt x="1495287" y="1543610"/>
                  </a:lnTo>
                  <a:lnTo>
                    <a:pt x="1495259" y="1543585"/>
                  </a:lnTo>
                  <a:lnTo>
                    <a:pt x="1495207" y="1543557"/>
                  </a:lnTo>
                  <a:lnTo>
                    <a:pt x="1495174" y="1543524"/>
                  </a:lnTo>
                  <a:lnTo>
                    <a:pt x="1495158" y="1543502"/>
                  </a:lnTo>
                  <a:lnTo>
                    <a:pt x="1495155" y="1543474"/>
                  </a:lnTo>
                  <a:lnTo>
                    <a:pt x="1495162" y="1543441"/>
                  </a:lnTo>
                  <a:lnTo>
                    <a:pt x="1495174" y="1543442"/>
                  </a:lnTo>
                  <a:lnTo>
                    <a:pt x="1495200" y="1543443"/>
                  </a:lnTo>
                  <a:lnTo>
                    <a:pt x="1495229" y="1543447"/>
                  </a:lnTo>
                  <a:lnTo>
                    <a:pt x="1495244" y="1543440"/>
                  </a:lnTo>
                  <a:lnTo>
                    <a:pt x="1495266" y="1543430"/>
                  </a:lnTo>
                  <a:lnTo>
                    <a:pt x="1495278" y="1543421"/>
                  </a:lnTo>
                  <a:lnTo>
                    <a:pt x="1495287" y="1543415"/>
                  </a:lnTo>
                  <a:lnTo>
                    <a:pt x="1495308" y="1543383"/>
                  </a:lnTo>
                  <a:lnTo>
                    <a:pt x="1495328" y="1543330"/>
                  </a:lnTo>
                  <a:lnTo>
                    <a:pt x="1495342" y="1543288"/>
                  </a:lnTo>
                  <a:lnTo>
                    <a:pt x="1495343" y="1543281"/>
                  </a:lnTo>
                  <a:lnTo>
                    <a:pt x="1495322" y="1543270"/>
                  </a:lnTo>
                  <a:lnTo>
                    <a:pt x="1495179" y="1543203"/>
                  </a:lnTo>
                  <a:lnTo>
                    <a:pt x="1495131" y="1543193"/>
                  </a:lnTo>
                  <a:lnTo>
                    <a:pt x="1495107" y="1543190"/>
                  </a:lnTo>
                  <a:lnTo>
                    <a:pt x="1495070" y="1543206"/>
                  </a:lnTo>
                  <a:lnTo>
                    <a:pt x="1495065" y="1543213"/>
                  </a:lnTo>
                  <a:lnTo>
                    <a:pt x="1495062" y="1543218"/>
                  </a:lnTo>
                  <a:lnTo>
                    <a:pt x="1495068" y="1543233"/>
                  </a:lnTo>
                  <a:lnTo>
                    <a:pt x="1495078" y="1543255"/>
                  </a:lnTo>
                  <a:lnTo>
                    <a:pt x="1495092" y="1543306"/>
                  </a:lnTo>
                  <a:lnTo>
                    <a:pt x="1495114" y="1543358"/>
                  </a:lnTo>
                  <a:lnTo>
                    <a:pt x="1495116" y="1543364"/>
                  </a:lnTo>
                  <a:lnTo>
                    <a:pt x="1495113" y="1543387"/>
                  </a:lnTo>
                  <a:lnTo>
                    <a:pt x="1495110" y="1543406"/>
                  </a:lnTo>
                  <a:lnTo>
                    <a:pt x="1495106" y="1543423"/>
                  </a:lnTo>
                  <a:lnTo>
                    <a:pt x="1495104" y="1543429"/>
                  </a:lnTo>
                  <a:lnTo>
                    <a:pt x="1495076" y="1543457"/>
                  </a:lnTo>
                  <a:lnTo>
                    <a:pt x="1495023" y="1543443"/>
                  </a:lnTo>
                  <a:lnTo>
                    <a:pt x="1494952" y="1543382"/>
                  </a:lnTo>
                  <a:lnTo>
                    <a:pt x="1494944" y="1543375"/>
                  </a:lnTo>
                  <a:lnTo>
                    <a:pt x="1494897" y="1543281"/>
                  </a:lnTo>
                  <a:lnTo>
                    <a:pt x="1494871" y="1543186"/>
                  </a:lnTo>
                  <a:lnTo>
                    <a:pt x="1494889" y="1543096"/>
                  </a:lnTo>
                  <a:lnTo>
                    <a:pt x="1494941" y="1542901"/>
                  </a:lnTo>
                  <a:lnTo>
                    <a:pt x="1494956" y="1542827"/>
                  </a:lnTo>
                  <a:lnTo>
                    <a:pt x="1494972" y="1542747"/>
                  </a:lnTo>
                  <a:lnTo>
                    <a:pt x="1494974" y="1542718"/>
                  </a:lnTo>
                  <a:lnTo>
                    <a:pt x="1494980" y="1542626"/>
                  </a:lnTo>
                  <a:lnTo>
                    <a:pt x="1494994" y="1542490"/>
                  </a:lnTo>
                  <a:lnTo>
                    <a:pt x="1494948" y="1542290"/>
                  </a:lnTo>
                  <a:lnTo>
                    <a:pt x="1494884" y="1542082"/>
                  </a:lnTo>
                  <a:lnTo>
                    <a:pt x="1494826" y="1542079"/>
                  </a:lnTo>
                  <a:lnTo>
                    <a:pt x="1494814" y="1542079"/>
                  </a:lnTo>
                  <a:lnTo>
                    <a:pt x="1494787" y="1542075"/>
                  </a:lnTo>
                  <a:lnTo>
                    <a:pt x="1494774" y="1542074"/>
                  </a:lnTo>
                  <a:lnTo>
                    <a:pt x="1494770" y="1542225"/>
                  </a:lnTo>
                  <a:lnTo>
                    <a:pt x="1494806" y="1542505"/>
                  </a:lnTo>
                  <a:lnTo>
                    <a:pt x="1494810" y="1542541"/>
                  </a:lnTo>
                  <a:lnTo>
                    <a:pt x="1494834" y="1542788"/>
                  </a:lnTo>
                  <a:lnTo>
                    <a:pt x="1494797" y="1542930"/>
                  </a:lnTo>
                  <a:lnTo>
                    <a:pt x="1494763" y="1543069"/>
                  </a:lnTo>
                  <a:lnTo>
                    <a:pt x="1494751" y="1543098"/>
                  </a:lnTo>
                  <a:lnTo>
                    <a:pt x="1494744" y="1543115"/>
                  </a:lnTo>
                  <a:lnTo>
                    <a:pt x="1494733" y="1543142"/>
                  </a:lnTo>
                  <a:lnTo>
                    <a:pt x="1494744" y="1543229"/>
                  </a:lnTo>
                  <a:lnTo>
                    <a:pt x="1494747" y="1543253"/>
                  </a:lnTo>
                  <a:lnTo>
                    <a:pt x="1494799" y="1543322"/>
                  </a:lnTo>
                  <a:lnTo>
                    <a:pt x="1494881" y="1543461"/>
                  </a:lnTo>
                  <a:lnTo>
                    <a:pt x="1494963" y="1543507"/>
                  </a:lnTo>
                  <a:lnTo>
                    <a:pt x="1495033" y="1543607"/>
                  </a:lnTo>
                  <a:lnTo>
                    <a:pt x="1495085" y="1543696"/>
                  </a:lnTo>
                  <a:lnTo>
                    <a:pt x="1495122" y="1543850"/>
                  </a:lnTo>
                  <a:lnTo>
                    <a:pt x="1495147" y="1543979"/>
                  </a:lnTo>
                  <a:lnTo>
                    <a:pt x="1495147" y="1543995"/>
                  </a:lnTo>
                  <a:lnTo>
                    <a:pt x="1495148" y="1544008"/>
                  </a:lnTo>
                  <a:lnTo>
                    <a:pt x="1495118" y="1544092"/>
                  </a:lnTo>
                  <a:lnTo>
                    <a:pt x="1495108" y="1544102"/>
                  </a:lnTo>
                  <a:lnTo>
                    <a:pt x="1495038" y="1544147"/>
                  </a:lnTo>
                  <a:lnTo>
                    <a:pt x="1494941" y="1544209"/>
                  </a:lnTo>
                  <a:lnTo>
                    <a:pt x="1494814" y="1544266"/>
                  </a:lnTo>
                  <a:lnTo>
                    <a:pt x="1494797" y="1544328"/>
                  </a:lnTo>
                  <a:lnTo>
                    <a:pt x="1494784" y="1544393"/>
                  </a:lnTo>
                  <a:lnTo>
                    <a:pt x="1494817" y="1544443"/>
                  </a:lnTo>
                  <a:lnTo>
                    <a:pt x="1494941" y="1544523"/>
                  </a:lnTo>
                  <a:lnTo>
                    <a:pt x="1495006" y="1544563"/>
                  </a:lnTo>
                  <a:lnTo>
                    <a:pt x="1495033" y="1544579"/>
                  </a:lnTo>
                  <a:lnTo>
                    <a:pt x="1495061" y="1544594"/>
                  </a:lnTo>
                  <a:lnTo>
                    <a:pt x="1495089" y="1544588"/>
                  </a:lnTo>
                  <a:lnTo>
                    <a:pt x="1495122" y="1544521"/>
                  </a:lnTo>
                  <a:lnTo>
                    <a:pt x="1495131" y="1544498"/>
                  </a:lnTo>
                  <a:lnTo>
                    <a:pt x="1495053" y="1544408"/>
                  </a:lnTo>
                  <a:lnTo>
                    <a:pt x="1495044" y="1544395"/>
                  </a:lnTo>
                  <a:lnTo>
                    <a:pt x="1495031" y="1544366"/>
                  </a:lnTo>
                  <a:lnTo>
                    <a:pt x="1495034" y="1544349"/>
                  </a:lnTo>
                  <a:lnTo>
                    <a:pt x="1495050" y="1544313"/>
                  </a:lnTo>
                  <a:lnTo>
                    <a:pt x="1495251" y="1543987"/>
                  </a:lnTo>
                  <a:lnTo>
                    <a:pt x="1495270" y="1543961"/>
                  </a:lnTo>
                  <a:lnTo>
                    <a:pt x="1495279" y="1543958"/>
                  </a:lnTo>
                  <a:lnTo>
                    <a:pt x="1495284" y="1543957"/>
                  </a:lnTo>
                  <a:lnTo>
                    <a:pt x="1495292" y="1543956"/>
                  </a:lnTo>
                  <a:lnTo>
                    <a:pt x="1495331" y="1543973"/>
                  </a:lnTo>
                  <a:lnTo>
                    <a:pt x="1495341" y="1543997"/>
                  </a:lnTo>
                  <a:lnTo>
                    <a:pt x="1495336" y="1544011"/>
                  </a:lnTo>
                  <a:lnTo>
                    <a:pt x="1495320" y="1544055"/>
                  </a:lnTo>
                  <a:lnTo>
                    <a:pt x="1495364" y="1544176"/>
                  </a:lnTo>
                  <a:lnTo>
                    <a:pt x="1495373" y="1544213"/>
                  </a:lnTo>
                  <a:lnTo>
                    <a:pt x="1495447" y="1544316"/>
                  </a:lnTo>
                  <a:lnTo>
                    <a:pt x="1495511" y="1544373"/>
                  </a:lnTo>
                  <a:lnTo>
                    <a:pt x="1495535" y="1544377"/>
                  </a:lnTo>
                  <a:lnTo>
                    <a:pt x="1495588" y="1544364"/>
                  </a:lnTo>
                  <a:lnTo>
                    <a:pt x="1495656" y="1544361"/>
                  </a:lnTo>
                  <a:lnTo>
                    <a:pt x="1495692" y="1544369"/>
                  </a:lnTo>
                  <a:lnTo>
                    <a:pt x="1495702" y="1544348"/>
                  </a:lnTo>
                  <a:lnTo>
                    <a:pt x="1495697" y="1544314"/>
                  </a:lnTo>
                  <a:lnTo>
                    <a:pt x="1495699" y="1544231"/>
                  </a:lnTo>
                  <a:lnTo>
                    <a:pt x="1495701" y="1544200"/>
                  </a:lnTo>
                  <a:lnTo>
                    <a:pt x="1495685" y="1544113"/>
                  </a:lnTo>
                  <a:lnTo>
                    <a:pt x="1495676" y="1544058"/>
                  </a:lnTo>
                  <a:lnTo>
                    <a:pt x="1495696" y="1544023"/>
                  </a:lnTo>
                  <a:lnTo>
                    <a:pt x="1495699" y="1544014"/>
                  </a:lnTo>
                  <a:lnTo>
                    <a:pt x="1495717" y="1543987"/>
                  </a:lnTo>
                  <a:lnTo>
                    <a:pt x="1495741" y="1543966"/>
                  </a:lnTo>
                  <a:lnTo>
                    <a:pt x="1495777" y="1543946"/>
                  </a:lnTo>
                  <a:lnTo>
                    <a:pt x="1495862" y="1543898"/>
                  </a:lnTo>
                  <a:lnTo>
                    <a:pt x="1495972" y="1543835"/>
                  </a:lnTo>
                  <a:lnTo>
                    <a:pt x="1496043" y="1543778"/>
                  </a:lnTo>
                  <a:lnTo>
                    <a:pt x="1496101" y="1543726"/>
                  </a:lnTo>
                  <a:lnTo>
                    <a:pt x="1496160" y="1543711"/>
                  </a:lnTo>
                  <a:lnTo>
                    <a:pt x="1496262" y="1543727"/>
                  </a:lnTo>
                  <a:lnTo>
                    <a:pt x="1496281" y="1543723"/>
                  </a:lnTo>
                  <a:lnTo>
                    <a:pt x="1496289" y="1543677"/>
                  </a:lnTo>
                  <a:lnTo>
                    <a:pt x="1496280" y="1543592"/>
                  </a:lnTo>
                  <a:lnTo>
                    <a:pt x="1496260" y="1543527"/>
                  </a:lnTo>
                  <a:lnTo>
                    <a:pt x="1496267" y="1543495"/>
                  </a:lnTo>
                  <a:lnTo>
                    <a:pt x="1496278" y="1543444"/>
                  </a:lnTo>
                  <a:lnTo>
                    <a:pt x="1496283" y="1543408"/>
                  </a:lnTo>
                  <a:lnTo>
                    <a:pt x="1496347" y="1543388"/>
                  </a:lnTo>
                  <a:lnTo>
                    <a:pt x="1496407" y="1543354"/>
                  </a:lnTo>
                  <a:lnTo>
                    <a:pt x="1496418" y="1543350"/>
                  </a:lnTo>
                  <a:lnTo>
                    <a:pt x="1496450" y="1543340"/>
                  </a:lnTo>
                  <a:lnTo>
                    <a:pt x="1496504" y="1543376"/>
                  </a:lnTo>
                  <a:lnTo>
                    <a:pt x="1496790" y="1543593"/>
                  </a:lnTo>
                  <a:lnTo>
                    <a:pt x="1496798" y="1543602"/>
                  </a:lnTo>
                  <a:lnTo>
                    <a:pt x="1496848" y="1543661"/>
                  </a:lnTo>
                  <a:lnTo>
                    <a:pt x="1496869" y="1543698"/>
                  </a:lnTo>
                  <a:lnTo>
                    <a:pt x="1496877" y="1543727"/>
                  </a:lnTo>
                  <a:lnTo>
                    <a:pt x="1496878" y="1543737"/>
                  </a:lnTo>
                  <a:lnTo>
                    <a:pt x="1496873" y="1543799"/>
                  </a:lnTo>
                  <a:lnTo>
                    <a:pt x="1496869" y="1543833"/>
                  </a:lnTo>
                  <a:lnTo>
                    <a:pt x="1496829" y="1543892"/>
                  </a:lnTo>
                  <a:lnTo>
                    <a:pt x="1496761" y="1543994"/>
                  </a:lnTo>
                  <a:lnTo>
                    <a:pt x="1496680" y="1544091"/>
                  </a:lnTo>
                  <a:lnTo>
                    <a:pt x="1496660" y="1544139"/>
                  </a:lnTo>
                  <a:lnTo>
                    <a:pt x="1496629" y="1544213"/>
                  </a:lnTo>
                  <a:lnTo>
                    <a:pt x="1496616" y="1544258"/>
                  </a:lnTo>
                  <a:lnTo>
                    <a:pt x="1496532" y="1544417"/>
                  </a:lnTo>
                  <a:lnTo>
                    <a:pt x="1496520" y="1544428"/>
                  </a:lnTo>
                  <a:lnTo>
                    <a:pt x="1496484" y="1544397"/>
                  </a:lnTo>
                  <a:lnTo>
                    <a:pt x="1496474" y="1544373"/>
                  </a:lnTo>
                  <a:lnTo>
                    <a:pt x="1496355" y="1544386"/>
                  </a:lnTo>
                  <a:lnTo>
                    <a:pt x="1496339" y="1544402"/>
                  </a:lnTo>
                  <a:lnTo>
                    <a:pt x="1496343" y="1544425"/>
                  </a:lnTo>
                  <a:lnTo>
                    <a:pt x="1496341" y="1544437"/>
                  </a:lnTo>
                  <a:lnTo>
                    <a:pt x="1496340" y="1544444"/>
                  </a:lnTo>
                  <a:lnTo>
                    <a:pt x="1496367" y="1544471"/>
                  </a:lnTo>
                  <a:lnTo>
                    <a:pt x="1496430" y="1544473"/>
                  </a:lnTo>
                  <a:lnTo>
                    <a:pt x="1496467" y="1544507"/>
                  </a:lnTo>
                  <a:lnTo>
                    <a:pt x="1496471" y="1544522"/>
                  </a:lnTo>
                  <a:lnTo>
                    <a:pt x="1496506" y="1544697"/>
                  </a:lnTo>
                  <a:lnTo>
                    <a:pt x="1496509" y="1544754"/>
                  </a:lnTo>
                  <a:lnTo>
                    <a:pt x="1496320" y="1545005"/>
                  </a:lnTo>
                  <a:lnTo>
                    <a:pt x="1496284" y="1545035"/>
                  </a:lnTo>
                  <a:lnTo>
                    <a:pt x="1496229" y="1545056"/>
                  </a:lnTo>
                  <a:lnTo>
                    <a:pt x="1496198" y="1545012"/>
                  </a:lnTo>
                  <a:lnTo>
                    <a:pt x="1496191" y="1545011"/>
                  </a:lnTo>
                  <a:lnTo>
                    <a:pt x="1496129" y="1544998"/>
                  </a:lnTo>
                  <a:lnTo>
                    <a:pt x="1496013" y="1545105"/>
                  </a:lnTo>
                  <a:lnTo>
                    <a:pt x="1495999" y="1545117"/>
                  </a:lnTo>
                  <a:lnTo>
                    <a:pt x="1495968" y="1545143"/>
                  </a:lnTo>
                  <a:lnTo>
                    <a:pt x="1495959" y="1545184"/>
                  </a:lnTo>
                  <a:lnTo>
                    <a:pt x="1495956" y="1545199"/>
                  </a:lnTo>
                  <a:lnTo>
                    <a:pt x="1495967" y="1545242"/>
                  </a:lnTo>
                  <a:lnTo>
                    <a:pt x="1495970" y="1545250"/>
                  </a:lnTo>
                  <a:lnTo>
                    <a:pt x="1496021" y="1545281"/>
                  </a:lnTo>
                  <a:lnTo>
                    <a:pt x="1496031" y="1545292"/>
                  </a:lnTo>
                  <a:lnTo>
                    <a:pt x="1496095" y="1545364"/>
                  </a:lnTo>
                  <a:lnTo>
                    <a:pt x="1496121" y="1545414"/>
                  </a:lnTo>
                  <a:lnTo>
                    <a:pt x="1496151" y="1545403"/>
                  </a:lnTo>
                  <a:lnTo>
                    <a:pt x="1496176" y="1545402"/>
                  </a:lnTo>
                  <a:lnTo>
                    <a:pt x="1496196" y="1545361"/>
                  </a:lnTo>
                  <a:lnTo>
                    <a:pt x="1496210" y="1545332"/>
                  </a:lnTo>
                  <a:lnTo>
                    <a:pt x="1496280" y="1545280"/>
                  </a:lnTo>
                  <a:lnTo>
                    <a:pt x="1496302" y="1545244"/>
                  </a:lnTo>
                  <a:lnTo>
                    <a:pt x="1496323" y="1545183"/>
                  </a:lnTo>
                  <a:lnTo>
                    <a:pt x="1496393" y="1545103"/>
                  </a:lnTo>
                  <a:lnTo>
                    <a:pt x="1496482" y="1545009"/>
                  </a:lnTo>
                  <a:lnTo>
                    <a:pt x="1496618" y="1544965"/>
                  </a:lnTo>
                  <a:lnTo>
                    <a:pt x="1496674" y="1544967"/>
                  </a:lnTo>
                  <a:lnTo>
                    <a:pt x="1496808" y="1544990"/>
                  </a:lnTo>
                  <a:lnTo>
                    <a:pt x="1496894" y="1544948"/>
                  </a:lnTo>
                  <a:lnTo>
                    <a:pt x="1496921" y="1544938"/>
                  </a:lnTo>
                  <a:lnTo>
                    <a:pt x="1496973" y="1544890"/>
                  </a:lnTo>
                  <a:lnTo>
                    <a:pt x="1497108" y="1544812"/>
                  </a:lnTo>
                  <a:lnTo>
                    <a:pt x="1497133" y="1544758"/>
                  </a:lnTo>
                  <a:lnTo>
                    <a:pt x="1497123" y="1544698"/>
                  </a:lnTo>
                  <a:lnTo>
                    <a:pt x="1497021" y="1544596"/>
                  </a:lnTo>
                  <a:lnTo>
                    <a:pt x="1497012" y="1544555"/>
                  </a:lnTo>
                  <a:lnTo>
                    <a:pt x="1497065" y="1544516"/>
                  </a:lnTo>
                  <a:lnTo>
                    <a:pt x="1497110" y="1544443"/>
                  </a:lnTo>
                  <a:lnTo>
                    <a:pt x="1497142" y="1544412"/>
                  </a:lnTo>
                  <a:lnTo>
                    <a:pt x="1497158" y="1544404"/>
                  </a:lnTo>
                  <a:lnTo>
                    <a:pt x="1497222" y="1544341"/>
                  </a:lnTo>
                  <a:lnTo>
                    <a:pt x="1497229" y="1544335"/>
                  </a:lnTo>
                  <a:lnTo>
                    <a:pt x="1497370" y="1544401"/>
                  </a:lnTo>
                  <a:lnTo>
                    <a:pt x="1497527" y="1544561"/>
                  </a:lnTo>
                  <a:lnTo>
                    <a:pt x="1497586" y="1544631"/>
                  </a:lnTo>
                  <a:lnTo>
                    <a:pt x="1497590" y="1544636"/>
                  </a:lnTo>
                  <a:lnTo>
                    <a:pt x="1497735" y="1544863"/>
                  </a:lnTo>
                  <a:lnTo>
                    <a:pt x="1497768" y="1544946"/>
                  </a:lnTo>
                  <a:lnTo>
                    <a:pt x="1497751" y="1545049"/>
                  </a:lnTo>
                  <a:lnTo>
                    <a:pt x="1497720" y="1545140"/>
                  </a:lnTo>
                  <a:lnTo>
                    <a:pt x="1497716" y="1545153"/>
                  </a:lnTo>
                  <a:lnTo>
                    <a:pt x="1497736" y="1545280"/>
                  </a:lnTo>
                  <a:lnTo>
                    <a:pt x="1497743" y="1545366"/>
                  </a:lnTo>
                  <a:lnTo>
                    <a:pt x="1497759" y="1545466"/>
                  </a:lnTo>
                  <a:lnTo>
                    <a:pt x="1497694" y="1545603"/>
                  </a:lnTo>
                  <a:lnTo>
                    <a:pt x="1497681" y="1545612"/>
                  </a:lnTo>
                  <a:lnTo>
                    <a:pt x="1497607" y="1545761"/>
                  </a:lnTo>
                  <a:lnTo>
                    <a:pt x="1497539" y="1545964"/>
                  </a:lnTo>
                  <a:lnTo>
                    <a:pt x="1497547" y="1546028"/>
                  </a:lnTo>
                  <a:lnTo>
                    <a:pt x="1497546" y="1546179"/>
                  </a:lnTo>
                  <a:lnTo>
                    <a:pt x="1497546" y="1546186"/>
                  </a:lnTo>
                  <a:lnTo>
                    <a:pt x="1497620" y="1546343"/>
                  </a:lnTo>
                  <a:lnTo>
                    <a:pt x="1497622" y="1546358"/>
                  </a:lnTo>
                  <a:lnTo>
                    <a:pt x="1497609" y="1546402"/>
                  </a:lnTo>
                  <a:lnTo>
                    <a:pt x="1497568" y="1546426"/>
                  </a:lnTo>
                  <a:lnTo>
                    <a:pt x="1497555" y="1546433"/>
                  </a:lnTo>
                  <a:lnTo>
                    <a:pt x="1497503" y="1546454"/>
                  </a:lnTo>
                  <a:lnTo>
                    <a:pt x="1497475" y="1546460"/>
                  </a:lnTo>
                  <a:lnTo>
                    <a:pt x="1497386" y="1546396"/>
                  </a:lnTo>
                  <a:lnTo>
                    <a:pt x="1497348" y="1546365"/>
                  </a:lnTo>
                  <a:lnTo>
                    <a:pt x="1497324" y="1546321"/>
                  </a:lnTo>
                  <a:lnTo>
                    <a:pt x="1497315" y="1546254"/>
                  </a:lnTo>
                  <a:lnTo>
                    <a:pt x="1497309" y="1546250"/>
                  </a:lnTo>
                  <a:lnTo>
                    <a:pt x="1497047" y="1546239"/>
                  </a:lnTo>
                  <a:lnTo>
                    <a:pt x="1496993" y="1546248"/>
                  </a:lnTo>
                  <a:lnTo>
                    <a:pt x="1496950" y="1546307"/>
                  </a:lnTo>
                  <a:lnTo>
                    <a:pt x="1496944" y="1546325"/>
                  </a:lnTo>
                  <a:lnTo>
                    <a:pt x="1496872" y="1546539"/>
                  </a:lnTo>
                  <a:lnTo>
                    <a:pt x="1496774" y="1546661"/>
                  </a:lnTo>
                  <a:lnTo>
                    <a:pt x="1496725" y="1546736"/>
                  </a:lnTo>
                  <a:lnTo>
                    <a:pt x="1496708" y="1546762"/>
                  </a:lnTo>
                  <a:lnTo>
                    <a:pt x="1496692" y="1546775"/>
                  </a:lnTo>
                  <a:lnTo>
                    <a:pt x="1496630" y="1546823"/>
                  </a:lnTo>
                  <a:lnTo>
                    <a:pt x="1496615" y="1546839"/>
                  </a:lnTo>
                  <a:lnTo>
                    <a:pt x="1496571" y="1546885"/>
                  </a:lnTo>
                  <a:lnTo>
                    <a:pt x="1496560" y="1546909"/>
                  </a:lnTo>
                  <a:lnTo>
                    <a:pt x="1496562" y="1546930"/>
                  </a:lnTo>
                  <a:lnTo>
                    <a:pt x="1496555" y="1546969"/>
                  </a:lnTo>
                  <a:lnTo>
                    <a:pt x="1496563" y="1546977"/>
                  </a:lnTo>
                  <a:lnTo>
                    <a:pt x="1496577" y="1546990"/>
                  </a:lnTo>
                  <a:lnTo>
                    <a:pt x="1496662" y="1546974"/>
                  </a:lnTo>
                  <a:lnTo>
                    <a:pt x="1496722" y="1546955"/>
                  </a:lnTo>
                  <a:lnTo>
                    <a:pt x="1496834" y="1546920"/>
                  </a:lnTo>
                  <a:lnTo>
                    <a:pt x="1496905" y="1546893"/>
                  </a:lnTo>
                  <a:lnTo>
                    <a:pt x="1496938" y="1546817"/>
                  </a:lnTo>
                  <a:lnTo>
                    <a:pt x="1496981" y="1546696"/>
                  </a:lnTo>
                  <a:lnTo>
                    <a:pt x="1497029" y="1546573"/>
                  </a:lnTo>
                  <a:lnTo>
                    <a:pt x="1497054" y="1546496"/>
                  </a:lnTo>
                  <a:lnTo>
                    <a:pt x="1497056" y="1546491"/>
                  </a:lnTo>
                  <a:lnTo>
                    <a:pt x="1497061" y="1546494"/>
                  </a:lnTo>
                  <a:lnTo>
                    <a:pt x="1497076" y="1546502"/>
                  </a:lnTo>
                  <a:lnTo>
                    <a:pt x="1497142" y="1546520"/>
                  </a:lnTo>
                  <a:lnTo>
                    <a:pt x="1497163" y="1546548"/>
                  </a:lnTo>
                  <a:lnTo>
                    <a:pt x="1497197" y="1546596"/>
                  </a:lnTo>
                  <a:lnTo>
                    <a:pt x="1497199" y="1546674"/>
                  </a:lnTo>
                  <a:lnTo>
                    <a:pt x="1497207" y="1546738"/>
                  </a:lnTo>
                  <a:lnTo>
                    <a:pt x="1497203" y="1546772"/>
                  </a:lnTo>
                  <a:lnTo>
                    <a:pt x="1497116" y="1546904"/>
                  </a:lnTo>
                  <a:lnTo>
                    <a:pt x="1497016" y="1547038"/>
                  </a:lnTo>
                  <a:lnTo>
                    <a:pt x="1497009" y="1547047"/>
                  </a:lnTo>
                  <a:lnTo>
                    <a:pt x="1496998" y="1547063"/>
                  </a:lnTo>
                  <a:lnTo>
                    <a:pt x="1496986" y="1547084"/>
                  </a:lnTo>
                  <a:lnTo>
                    <a:pt x="1496947" y="1547155"/>
                  </a:lnTo>
                  <a:lnTo>
                    <a:pt x="1496932" y="1547221"/>
                  </a:lnTo>
                  <a:lnTo>
                    <a:pt x="1496921" y="1547265"/>
                  </a:lnTo>
                  <a:lnTo>
                    <a:pt x="1496914" y="1547299"/>
                  </a:lnTo>
                  <a:lnTo>
                    <a:pt x="1496916" y="1547355"/>
                  </a:lnTo>
                  <a:lnTo>
                    <a:pt x="1496916" y="1547411"/>
                  </a:lnTo>
                  <a:lnTo>
                    <a:pt x="1496916" y="1547416"/>
                  </a:lnTo>
                  <a:lnTo>
                    <a:pt x="1496914" y="1547435"/>
                  </a:lnTo>
                  <a:lnTo>
                    <a:pt x="1496893" y="1547459"/>
                  </a:lnTo>
                  <a:lnTo>
                    <a:pt x="1496885" y="1547468"/>
                  </a:lnTo>
                  <a:lnTo>
                    <a:pt x="1496787" y="1547576"/>
                  </a:lnTo>
                  <a:lnTo>
                    <a:pt x="1496685" y="1547687"/>
                  </a:lnTo>
                  <a:lnTo>
                    <a:pt x="1496651" y="1547724"/>
                  </a:lnTo>
                  <a:lnTo>
                    <a:pt x="1496629" y="1547749"/>
                  </a:lnTo>
                  <a:lnTo>
                    <a:pt x="1496549" y="1547837"/>
                  </a:lnTo>
                  <a:lnTo>
                    <a:pt x="1496505" y="1547869"/>
                  </a:lnTo>
                  <a:lnTo>
                    <a:pt x="1496499" y="1547874"/>
                  </a:lnTo>
                  <a:lnTo>
                    <a:pt x="1496450" y="1547889"/>
                  </a:lnTo>
                  <a:lnTo>
                    <a:pt x="1496339" y="1547920"/>
                  </a:lnTo>
                  <a:lnTo>
                    <a:pt x="1496154" y="1547915"/>
                  </a:lnTo>
                  <a:lnTo>
                    <a:pt x="1496149" y="1547912"/>
                  </a:lnTo>
                  <a:lnTo>
                    <a:pt x="1496121" y="1547895"/>
                  </a:lnTo>
                  <a:lnTo>
                    <a:pt x="1496095" y="1547879"/>
                  </a:lnTo>
                  <a:lnTo>
                    <a:pt x="1496097" y="1547866"/>
                  </a:lnTo>
                  <a:lnTo>
                    <a:pt x="1496111" y="1547824"/>
                  </a:lnTo>
                  <a:lnTo>
                    <a:pt x="1496120" y="1547803"/>
                  </a:lnTo>
                  <a:lnTo>
                    <a:pt x="1496124" y="1547792"/>
                  </a:lnTo>
                  <a:lnTo>
                    <a:pt x="1496138" y="1547783"/>
                  </a:lnTo>
                  <a:lnTo>
                    <a:pt x="1496164" y="1547768"/>
                  </a:lnTo>
                  <a:lnTo>
                    <a:pt x="1496179" y="1547755"/>
                  </a:lnTo>
                  <a:lnTo>
                    <a:pt x="1496176" y="1547738"/>
                  </a:lnTo>
                  <a:lnTo>
                    <a:pt x="1496162" y="1547739"/>
                  </a:lnTo>
                  <a:lnTo>
                    <a:pt x="1496127" y="1547725"/>
                  </a:lnTo>
                  <a:lnTo>
                    <a:pt x="1496093" y="1547692"/>
                  </a:lnTo>
                  <a:lnTo>
                    <a:pt x="1496086" y="1547678"/>
                  </a:lnTo>
                  <a:lnTo>
                    <a:pt x="1496033" y="1547657"/>
                  </a:lnTo>
                  <a:lnTo>
                    <a:pt x="1496012" y="1547649"/>
                  </a:lnTo>
                  <a:lnTo>
                    <a:pt x="1495931" y="1547613"/>
                  </a:lnTo>
                  <a:lnTo>
                    <a:pt x="1495884" y="1547595"/>
                  </a:lnTo>
                  <a:lnTo>
                    <a:pt x="1495859" y="1547606"/>
                  </a:lnTo>
                  <a:lnTo>
                    <a:pt x="1495800" y="1547638"/>
                  </a:lnTo>
                  <a:lnTo>
                    <a:pt x="1495781" y="1547654"/>
                  </a:lnTo>
                  <a:lnTo>
                    <a:pt x="1495796" y="1547683"/>
                  </a:lnTo>
                  <a:lnTo>
                    <a:pt x="1495800" y="1547689"/>
                  </a:lnTo>
                  <a:lnTo>
                    <a:pt x="1495828" y="1547742"/>
                  </a:lnTo>
                  <a:lnTo>
                    <a:pt x="1495847" y="1547773"/>
                  </a:lnTo>
                  <a:lnTo>
                    <a:pt x="1495855" y="1547785"/>
                  </a:lnTo>
                  <a:lnTo>
                    <a:pt x="1495858" y="1547797"/>
                  </a:lnTo>
                  <a:lnTo>
                    <a:pt x="1495860" y="1547804"/>
                  </a:lnTo>
                  <a:lnTo>
                    <a:pt x="1495859" y="1547825"/>
                  </a:lnTo>
                  <a:lnTo>
                    <a:pt x="1495854" y="1547850"/>
                  </a:lnTo>
                  <a:lnTo>
                    <a:pt x="1495832" y="1547864"/>
                  </a:lnTo>
                  <a:lnTo>
                    <a:pt x="1495790" y="1547868"/>
                  </a:lnTo>
                  <a:lnTo>
                    <a:pt x="1495755" y="1547856"/>
                  </a:lnTo>
                  <a:lnTo>
                    <a:pt x="1495705" y="1547878"/>
                  </a:lnTo>
                  <a:lnTo>
                    <a:pt x="1495705" y="1547919"/>
                  </a:lnTo>
                  <a:lnTo>
                    <a:pt x="1495725" y="1547944"/>
                  </a:lnTo>
                  <a:lnTo>
                    <a:pt x="1495751" y="1547949"/>
                  </a:lnTo>
                  <a:lnTo>
                    <a:pt x="1495799" y="1547957"/>
                  </a:lnTo>
                  <a:lnTo>
                    <a:pt x="1495854" y="1547966"/>
                  </a:lnTo>
                  <a:lnTo>
                    <a:pt x="1495915" y="1547978"/>
                  </a:lnTo>
                  <a:lnTo>
                    <a:pt x="1495974" y="1547992"/>
                  </a:lnTo>
                  <a:lnTo>
                    <a:pt x="1495989" y="1547994"/>
                  </a:lnTo>
                  <a:lnTo>
                    <a:pt x="1496013" y="1547997"/>
                  </a:lnTo>
                  <a:lnTo>
                    <a:pt x="1496048" y="1548001"/>
                  </a:lnTo>
                  <a:lnTo>
                    <a:pt x="1496075" y="1548008"/>
                  </a:lnTo>
                  <a:lnTo>
                    <a:pt x="1496094" y="1548038"/>
                  </a:lnTo>
                  <a:lnTo>
                    <a:pt x="1496096" y="1548042"/>
                  </a:lnTo>
                  <a:lnTo>
                    <a:pt x="1496110" y="1548069"/>
                  </a:lnTo>
                  <a:lnTo>
                    <a:pt x="1496131" y="1548131"/>
                  </a:lnTo>
                  <a:lnTo>
                    <a:pt x="1496134" y="1548140"/>
                  </a:lnTo>
                  <a:lnTo>
                    <a:pt x="1496153" y="1548203"/>
                  </a:lnTo>
                  <a:lnTo>
                    <a:pt x="1496143" y="1548272"/>
                  </a:lnTo>
                  <a:lnTo>
                    <a:pt x="1496137" y="1548283"/>
                  </a:lnTo>
                  <a:lnTo>
                    <a:pt x="1496131" y="1548291"/>
                  </a:lnTo>
                  <a:lnTo>
                    <a:pt x="1496125" y="1548295"/>
                  </a:lnTo>
                  <a:lnTo>
                    <a:pt x="1496119" y="1548295"/>
                  </a:lnTo>
                  <a:lnTo>
                    <a:pt x="1496114" y="1548293"/>
                  </a:lnTo>
                  <a:lnTo>
                    <a:pt x="1496106" y="1548291"/>
                  </a:lnTo>
                  <a:lnTo>
                    <a:pt x="1496098" y="1548294"/>
                  </a:lnTo>
                  <a:lnTo>
                    <a:pt x="1496095" y="1548298"/>
                  </a:lnTo>
                  <a:lnTo>
                    <a:pt x="1496066" y="1548343"/>
                  </a:lnTo>
                  <a:lnTo>
                    <a:pt x="1496054" y="1548362"/>
                  </a:lnTo>
                  <a:lnTo>
                    <a:pt x="1496049" y="1548372"/>
                  </a:lnTo>
                  <a:lnTo>
                    <a:pt x="1496046" y="1548381"/>
                  </a:lnTo>
                  <a:lnTo>
                    <a:pt x="1496044" y="1548387"/>
                  </a:lnTo>
                  <a:lnTo>
                    <a:pt x="1496038" y="1548405"/>
                  </a:lnTo>
                  <a:lnTo>
                    <a:pt x="1496035" y="1548415"/>
                  </a:lnTo>
                  <a:lnTo>
                    <a:pt x="1496033" y="1548433"/>
                  </a:lnTo>
                  <a:lnTo>
                    <a:pt x="1496029" y="1548463"/>
                  </a:lnTo>
                  <a:lnTo>
                    <a:pt x="1496026" y="1548486"/>
                  </a:lnTo>
                  <a:lnTo>
                    <a:pt x="1496026" y="1548537"/>
                  </a:lnTo>
                  <a:lnTo>
                    <a:pt x="1496028" y="1548548"/>
                  </a:lnTo>
                  <a:lnTo>
                    <a:pt x="1496029" y="1548552"/>
                  </a:lnTo>
                  <a:lnTo>
                    <a:pt x="1496032" y="1548559"/>
                  </a:lnTo>
                  <a:lnTo>
                    <a:pt x="1496036" y="1548565"/>
                  </a:lnTo>
                  <a:lnTo>
                    <a:pt x="1496043" y="1548574"/>
                  </a:lnTo>
                  <a:lnTo>
                    <a:pt x="1496047" y="1548578"/>
                  </a:lnTo>
                  <a:lnTo>
                    <a:pt x="1496060" y="1548586"/>
                  </a:lnTo>
                  <a:lnTo>
                    <a:pt x="1496065" y="1548589"/>
                  </a:lnTo>
                  <a:lnTo>
                    <a:pt x="1496076" y="1548592"/>
                  </a:lnTo>
                  <a:lnTo>
                    <a:pt x="1496083" y="1548595"/>
                  </a:lnTo>
                  <a:lnTo>
                    <a:pt x="1496088" y="1548599"/>
                  </a:lnTo>
                  <a:lnTo>
                    <a:pt x="1496094" y="1548606"/>
                  </a:lnTo>
                  <a:lnTo>
                    <a:pt x="1496101" y="1548614"/>
                  </a:lnTo>
                  <a:lnTo>
                    <a:pt x="1496107" y="1548624"/>
                  </a:lnTo>
                  <a:lnTo>
                    <a:pt x="1496110" y="1548630"/>
                  </a:lnTo>
                  <a:lnTo>
                    <a:pt x="1496113" y="1548638"/>
                  </a:lnTo>
                  <a:lnTo>
                    <a:pt x="1496113" y="1548645"/>
                  </a:lnTo>
                  <a:lnTo>
                    <a:pt x="1496109" y="1548672"/>
                  </a:lnTo>
                  <a:lnTo>
                    <a:pt x="1496107" y="1548678"/>
                  </a:lnTo>
                  <a:lnTo>
                    <a:pt x="1496105" y="1548684"/>
                  </a:lnTo>
                  <a:lnTo>
                    <a:pt x="1496013" y="1548769"/>
                  </a:lnTo>
                  <a:lnTo>
                    <a:pt x="1495979" y="1548800"/>
                  </a:lnTo>
                  <a:lnTo>
                    <a:pt x="1495968" y="1548810"/>
                  </a:lnTo>
                  <a:lnTo>
                    <a:pt x="1495920" y="1548865"/>
                  </a:lnTo>
                  <a:lnTo>
                    <a:pt x="1495916" y="1548870"/>
                  </a:lnTo>
                  <a:lnTo>
                    <a:pt x="1495909" y="1548880"/>
                  </a:lnTo>
                  <a:lnTo>
                    <a:pt x="1495905" y="1548887"/>
                  </a:lnTo>
                  <a:lnTo>
                    <a:pt x="1495900" y="1548897"/>
                  </a:lnTo>
                  <a:lnTo>
                    <a:pt x="1495899" y="1548903"/>
                  </a:lnTo>
                  <a:lnTo>
                    <a:pt x="1495898" y="1548910"/>
                  </a:lnTo>
                  <a:lnTo>
                    <a:pt x="1495899" y="1548919"/>
                  </a:lnTo>
                  <a:lnTo>
                    <a:pt x="1495900" y="1548926"/>
                  </a:lnTo>
                  <a:lnTo>
                    <a:pt x="1495903" y="1548932"/>
                  </a:lnTo>
                  <a:lnTo>
                    <a:pt x="1495905" y="1548937"/>
                  </a:lnTo>
                  <a:lnTo>
                    <a:pt x="1495909" y="1548943"/>
                  </a:lnTo>
                  <a:lnTo>
                    <a:pt x="1495915" y="1548950"/>
                  </a:lnTo>
                  <a:lnTo>
                    <a:pt x="1495922" y="1548958"/>
                  </a:lnTo>
                  <a:lnTo>
                    <a:pt x="1495926" y="1548963"/>
                  </a:lnTo>
                  <a:lnTo>
                    <a:pt x="1495930" y="1548972"/>
                  </a:lnTo>
                  <a:lnTo>
                    <a:pt x="1495930" y="1548981"/>
                  </a:lnTo>
                  <a:lnTo>
                    <a:pt x="1495929" y="1548987"/>
                  </a:lnTo>
                  <a:lnTo>
                    <a:pt x="1495928" y="1548992"/>
                  </a:lnTo>
                  <a:lnTo>
                    <a:pt x="1495925" y="1548997"/>
                  </a:lnTo>
                  <a:lnTo>
                    <a:pt x="1495922" y="1549001"/>
                  </a:lnTo>
                  <a:lnTo>
                    <a:pt x="1495916" y="1549005"/>
                  </a:lnTo>
                  <a:lnTo>
                    <a:pt x="1495669" y="1549176"/>
                  </a:lnTo>
                  <a:lnTo>
                    <a:pt x="1495637" y="1549190"/>
                  </a:lnTo>
                  <a:lnTo>
                    <a:pt x="1495622" y="1549198"/>
                  </a:lnTo>
                  <a:lnTo>
                    <a:pt x="1495599" y="1549262"/>
                  </a:lnTo>
                  <a:lnTo>
                    <a:pt x="1495658" y="1549389"/>
                  </a:lnTo>
                  <a:lnTo>
                    <a:pt x="1495661" y="1549395"/>
                  </a:lnTo>
                  <a:lnTo>
                    <a:pt x="1495682" y="1549466"/>
                  </a:lnTo>
                  <a:lnTo>
                    <a:pt x="1495682" y="1549473"/>
                  </a:lnTo>
                  <a:lnTo>
                    <a:pt x="1495586" y="1549660"/>
                  </a:lnTo>
                  <a:lnTo>
                    <a:pt x="1495559" y="1549659"/>
                  </a:lnTo>
                  <a:lnTo>
                    <a:pt x="1495533" y="1549664"/>
                  </a:lnTo>
                  <a:lnTo>
                    <a:pt x="1495525" y="1549668"/>
                  </a:lnTo>
                  <a:lnTo>
                    <a:pt x="1495424" y="1549752"/>
                  </a:lnTo>
                  <a:lnTo>
                    <a:pt x="1495413" y="1549770"/>
                  </a:lnTo>
                  <a:lnTo>
                    <a:pt x="1495375" y="1549837"/>
                  </a:lnTo>
                  <a:lnTo>
                    <a:pt x="1495346" y="1549909"/>
                  </a:lnTo>
                  <a:lnTo>
                    <a:pt x="1495222" y="1549958"/>
                  </a:lnTo>
                  <a:lnTo>
                    <a:pt x="1494394" y="1550295"/>
                  </a:lnTo>
                  <a:lnTo>
                    <a:pt x="1494341" y="1550317"/>
                  </a:lnTo>
                  <a:lnTo>
                    <a:pt x="1494136" y="1550400"/>
                  </a:lnTo>
                  <a:lnTo>
                    <a:pt x="1494077" y="1550424"/>
                  </a:lnTo>
                  <a:lnTo>
                    <a:pt x="1494017" y="1550432"/>
                  </a:lnTo>
                  <a:lnTo>
                    <a:pt x="1494010" y="1550433"/>
                  </a:lnTo>
                  <a:lnTo>
                    <a:pt x="1494001" y="1550434"/>
                  </a:lnTo>
                  <a:lnTo>
                    <a:pt x="1493957" y="1550437"/>
                  </a:lnTo>
                  <a:lnTo>
                    <a:pt x="1493902" y="1550445"/>
                  </a:lnTo>
                  <a:lnTo>
                    <a:pt x="1493895" y="1550443"/>
                  </a:lnTo>
                  <a:lnTo>
                    <a:pt x="1493858" y="1550430"/>
                  </a:lnTo>
                  <a:lnTo>
                    <a:pt x="1493852" y="1550429"/>
                  </a:lnTo>
                  <a:lnTo>
                    <a:pt x="1493815" y="1550410"/>
                  </a:lnTo>
                  <a:lnTo>
                    <a:pt x="1493804" y="1550406"/>
                  </a:lnTo>
                  <a:lnTo>
                    <a:pt x="1493745" y="1550379"/>
                  </a:lnTo>
                  <a:lnTo>
                    <a:pt x="1493722" y="1550341"/>
                  </a:lnTo>
                  <a:lnTo>
                    <a:pt x="1493715" y="1550147"/>
                  </a:lnTo>
                  <a:lnTo>
                    <a:pt x="1493708" y="1550071"/>
                  </a:lnTo>
                  <a:lnTo>
                    <a:pt x="1493752" y="1549902"/>
                  </a:lnTo>
                  <a:lnTo>
                    <a:pt x="1493927" y="1549700"/>
                  </a:lnTo>
                  <a:lnTo>
                    <a:pt x="1494012" y="1549565"/>
                  </a:lnTo>
                  <a:lnTo>
                    <a:pt x="1494176" y="1549413"/>
                  </a:lnTo>
                  <a:lnTo>
                    <a:pt x="1494250" y="1549232"/>
                  </a:lnTo>
                  <a:lnTo>
                    <a:pt x="1494291" y="1549164"/>
                  </a:lnTo>
                  <a:lnTo>
                    <a:pt x="1494440" y="1549156"/>
                  </a:lnTo>
                  <a:lnTo>
                    <a:pt x="1494495" y="1549126"/>
                  </a:lnTo>
                  <a:lnTo>
                    <a:pt x="1494518" y="1549080"/>
                  </a:lnTo>
                  <a:lnTo>
                    <a:pt x="1494484" y="1549017"/>
                  </a:lnTo>
                  <a:lnTo>
                    <a:pt x="1494440" y="1548941"/>
                  </a:lnTo>
                  <a:lnTo>
                    <a:pt x="1494414" y="1548865"/>
                  </a:lnTo>
                  <a:lnTo>
                    <a:pt x="1494380" y="1548844"/>
                  </a:lnTo>
                  <a:lnTo>
                    <a:pt x="1494328" y="1548852"/>
                  </a:lnTo>
                  <a:lnTo>
                    <a:pt x="1494224" y="1548928"/>
                  </a:lnTo>
                  <a:lnTo>
                    <a:pt x="1494168" y="1549021"/>
                  </a:lnTo>
                  <a:lnTo>
                    <a:pt x="1494157" y="1549181"/>
                  </a:lnTo>
                  <a:lnTo>
                    <a:pt x="1494083" y="1549320"/>
                  </a:lnTo>
                  <a:lnTo>
                    <a:pt x="1494038" y="1549367"/>
                  </a:lnTo>
                  <a:lnTo>
                    <a:pt x="1493979" y="1549329"/>
                  </a:lnTo>
                  <a:lnTo>
                    <a:pt x="1493886" y="1549346"/>
                  </a:lnTo>
                  <a:lnTo>
                    <a:pt x="1493838" y="1549434"/>
                  </a:lnTo>
                  <a:lnTo>
                    <a:pt x="1493734" y="1549616"/>
                  </a:lnTo>
                  <a:lnTo>
                    <a:pt x="1493708" y="1549738"/>
                  </a:lnTo>
                  <a:lnTo>
                    <a:pt x="1493641" y="1549877"/>
                  </a:lnTo>
                  <a:lnTo>
                    <a:pt x="1493563" y="1550004"/>
                  </a:lnTo>
                  <a:lnTo>
                    <a:pt x="1493544" y="1550097"/>
                  </a:lnTo>
                  <a:lnTo>
                    <a:pt x="1493589" y="1550215"/>
                  </a:lnTo>
                  <a:lnTo>
                    <a:pt x="1493648" y="1550375"/>
                  </a:lnTo>
                  <a:lnTo>
                    <a:pt x="1493690" y="1550494"/>
                  </a:lnTo>
                  <a:lnTo>
                    <a:pt x="1493686" y="1550513"/>
                  </a:lnTo>
                  <a:lnTo>
                    <a:pt x="1493693" y="1550532"/>
                  </a:lnTo>
                  <a:lnTo>
                    <a:pt x="1493664" y="1550780"/>
                  </a:lnTo>
                  <a:lnTo>
                    <a:pt x="1493683" y="1550816"/>
                  </a:lnTo>
                  <a:lnTo>
                    <a:pt x="1493803" y="1550946"/>
                  </a:lnTo>
                  <a:lnTo>
                    <a:pt x="1493814" y="1550969"/>
                  </a:lnTo>
                  <a:lnTo>
                    <a:pt x="1493752" y="1551006"/>
                  </a:lnTo>
                  <a:lnTo>
                    <a:pt x="1493682" y="1551020"/>
                  </a:lnTo>
                  <a:lnTo>
                    <a:pt x="1493529" y="1551088"/>
                  </a:lnTo>
                  <a:lnTo>
                    <a:pt x="1493340" y="1551071"/>
                  </a:lnTo>
                  <a:lnTo>
                    <a:pt x="1493239" y="1551046"/>
                  </a:lnTo>
                  <a:lnTo>
                    <a:pt x="1493213" y="1551063"/>
                  </a:lnTo>
                  <a:lnTo>
                    <a:pt x="1493217" y="1551092"/>
                  </a:lnTo>
                  <a:lnTo>
                    <a:pt x="1493239" y="1551122"/>
                  </a:lnTo>
                  <a:lnTo>
                    <a:pt x="1493284" y="1551210"/>
                  </a:lnTo>
                  <a:lnTo>
                    <a:pt x="1493340" y="1551261"/>
                  </a:lnTo>
                  <a:lnTo>
                    <a:pt x="1493414" y="1551265"/>
                  </a:lnTo>
                  <a:lnTo>
                    <a:pt x="1493507" y="1551261"/>
                  </a:lnTo>
                  <a:lnTo>
                    <a:pt x="1493652" y="1551265"/>
                  </a:lnTo>
                  <a:lnTo>
                    <a:pt x="1493671" y="1551289"/>
                  </a:lnTo>
                  <a:lnTo>
                    <a:pt x="1493670" y="1551298"/>
                  </a:lnTo>
                  <a:lnTo>
                    <a:pt x="1493669" y="1551346"/>
                  </a:lnTo>
                  <a:lnTo>
                    <a:pt x="1493693" y="1551420"/>
                  </a:lnTo>
                  <a:lnTo>
                    <a:pt x="1493729" y="1551452"/>
                  </a:lnTo>
                  <a:lnTo>
                    <a:pt x="1493725" y="1551482"/>
                  </a:lnTo>
                  <a:lnTo>
                    <a:pt x="1493724" y="1551489"/>
                  </a:lnTo>
                  <a:lnTo>
                    <a:pt x="1493692" y="1551530"/>
                  </a:lnTo>
                  <a:lnTo>
                    <a:pt x="1493653" y="1551543"/>
                  </a:lnTo>
                  <a:lnTo>
                    <a:pt x="1493610" y="1551556"/>
                  </a:lnTo>
                  <a:lnTo>
                    <a:pt x="1493598" y="1551557"/>
                  </a:lnTo>
                  <a:lnTo>
                    <a:pt x="1493571" y="1551559"/>
                  </a:lnTo>
                  <a:lnTo>
                    <a:pt x="1493531" y="1551562"/>
                  </a:lnTo>
                  <a:lnTo>
                    <a:pt x="1493307" y="1551558"/>
                  </a:lnTo>
                  <a:lnTo>
                    <a:pt x="1493148" y="1551557"/>
                  </a:lnTo>
                  <a:lnTo>
                    <a:pt x="1492983" y="1551565"/>
                  </a:lnTo>
                  <a:lnTo>
                    <a:pt x="1492918" y="1551572"/>
                  </a:lnTo>
                  <a:lnTo>
                    <a:pt x="1492876" y="1551579"/>
                  </a:lnTo>
                  <a:lnTo>
                    <a:pt x="1492761" y="1551610"/>
                  </a:lnTo>
                  <a:lnTo>
                    <a:pt x="1492742" y="1551617"/>
                  </a:lnTo>
                  <a:lnTo>
                    <a:pt x="1492718" y="1551628"/>
                  </a:lnTo>
                  <a:lnTo>
                    <a:pt x="1492704" y="1551634"/>
                  </a:lnTo>
                  <a:lnTo>
                    <a:pt x="1492650" y="1551661"/>
                  </a:lnTo>
                  <a:lnTo>
                    <a:pt x="1492589" y="1551692"/>
                  </a:lnTo>
                  <a:lnTo>
                    <a:pt x="1492575" y="1551702"/>
                  </a:lnTo>
                  <a:lnTo>
                    <a:pt x="1492515" y="1551745"/>
                  </a:lnTo>
                  <a:lnTo>
                    <a:pt x="1492444" y="1551782"/>
                  </a:lnTo>
                  <a:lnTo>
                    <a:pt x="1492368" y="1551822"/>
                  </a:lnTo>
                  <a:lnTo>
                    <a:pt x="1492355" y="1551815"/>
                  </a:lnTo>
                  <a:lnTo>
                    <a:pt x="1492312" y="1551797"/>
                  </a:lnTo>
                  <a:lnTo>
                    <a:pt x="1492304" y="1551794"/>
                  </a:lnTo>
                  <a:lnTo>
                    <a:pt x="1492292" y="1551792"/>
                  </a:lnTo>
                  <a:lnTo>
                    <a:pt x="1492142" y="1551769"/>
                  </a:lnTo>
                  <a:lnTo>
                    <a:pt x="1492113" y="1551768"/>
                  </a:lnTo>
                  <a:lnTo>
                    <a:pt x="1491669" y="1551745"/>
                  </a:lnTo>
                  <a:lnTo>
                    <a:pt x="1491631" y="1551744"/>
                  </a:lnTo>
                  <a:lnTo>
                    <a:pt x="1491515" y="1551747"/>
                  </a:lnTo>
                  <a:lnTo>
                    <a:pt x="1491496" y="1551747"/>
                  </a:lnTo>
                  <a:lnTo>
                    <a:pt x="1491387" y="1551751"/>
                  </a:lnTo>
                  <a:lnTo>
                    <a:pt x="1491342" y="1551756"/>
                  </a:lnTo>
                  <a:lnTo>
                    <a:pt x="1491334" y="1551756"/>
                  </a:lnTo>
                  <a:lnTo>
                    <a:pt x="1491320" y="1551758"/>
                  </a:lnTo>
                  <a:lnTo>
                    <a:pt x="1491285" y="1551785"/>
                  </a:lnTo>
                  <a:lnTo>
                    <a:pt x="1491136" y="1551809"/>
                  </a:lnTo>
                  <a:lnTo>
                    <a:pt x="1490951" y="1551829"/>
                  </a:lnTo>
                  <a:lnTo>
                    <a:pt x="1490834" y="1551948"/>
                  </a:lnTo>
                  <a:lnTo>
                    <a:pt x="1490707" y="1551956"/>
                  </a:lnTo>
                  <a:lnTo>
                    <a:pt x="1490641" y="1551964"/>
                  </a:lnTo>
                  <a:lnTo>
                    <a:pt x="1490592" y="1552006"/>
                  </a:lnTo>
                  <a:lnTo>
                    <a:pt x="1490575" y="1552059"/>
                  </a:lnTo>
                  <a:lnTo>
                    <a:pt x="1490577" y="1552446"/>
                  </a:lnTo>
                  <a:lnTo>
                    <a:pt x="1490573" y="1552479"/>
                  </a:lnTo>
                  <a:lnTo>
                    <a:pt x="1490553" y="1552493"/>
                  </a:lnTo>
                  <a:lnTo>
                    <a:pt x="1489387" y="1552493"/>
                  </a:lnTo>
                  <a:lnTo>
                    <a:pt x="1489373" y="1552485"/>
                  </a:lnTo>
                  <a:lnTo>
                    <a:pt x="1489356" y="1552466"/>
                  </a:lnTo>
                  <a:lnTo>
                    <a:pt x="1489287" y="1552023"/>
                  </a:lnTo>
                  <a:lnTo>
                    <a:pt x="1489290" y="1551746"/>
                  </a:lnTo>
                  <a:lnTo>
                    <a:pt x="1489624" y="1550807"/>
                  </a:lnTo>
                  <a:lnTo>
                    <a:pt x="1489636" y="1550793"/>
                  </a:lnTo>
                  <a:lnTo>
                    <a:pt x="1490401" y="1550793"/>
                  </a:lnTo>
                  <a:lnTo>
                    <a:pt x="1490406" y="1550782"/>
                  </a:lnTo>
                  <a:lnTo>
                    <a:pt x="1490414" y="1550752"/>
                  </a:lnTo>
                  <a:lnTo>
                    <a:pt x="1490418" y="1550723"/>
                  </a:lnTo>
                  <a:lnTo>
                    <a:pt x="1490422" y="1550714"/>
                  </a:lnTo>
                  <a:lnTo>
                    <a:pt x="1490427" y="1550709"/>
                  </a:lnTo>
                  <a:lnTo>
                    <a:pt x="1490444" y="1550695"/>
                  </a:lnTo>
                  <a:lnTo>
                    <a:pt x="1490460" y="1550679"/>
                  </a:lnTo>
                  <a:lnTo>
                    <a:pt x="1490464" y="1550668"/>
                  </a:lnTo>
                  <a:lnTo>
                    <a:pt x="1490467" y="1550602"/>
                  </a:lnTo>
                  <a:lnTo>
                    <a:pt x="1490467" y="1550579"/>
                  </a:lnTo>
                  <a:lnTo>
                    <a:pt x="1490458" y="1550535"/>
                  </a:lnTo>
                  <a:lnTo>
                    <a:pt x="1490455" y="1550530"/>
                  </a:lnTo>
                  <a:lnTo>
                    <a:pt x="1490434" y="1550459"/>
                  </a:lnTo>
                  <a:lnTo>
                    <a:pt x="1490412" y="1550410"/>
                  </a:lnTo>
                  <a:lnTo>
                    <a:pt x="1490328" y="1550258"/>
                  </a:lnTo>
                  <a:lnTo>
                    <a:pt x="1490247" y="1550130"/>
                  </a:lnTo>
                  <a:lnTo>
                    <a:pt x="1490223" y="1550101"/>
                  </a:lnTo>
                  <a:lnTo>
                    <a:pt x="1489936" y="1549897"/>
                  </a:lnTo>
                  <a:lnTo>
                    <a:pt x="1490059" y="1549708"/>
                  </a:lnTo>
                  <a:lnTo>
                    <a:pt x="1490124" y="1549675"/>
                  </a:lnTo>
                  <a:lnTo>
                    <a:pt x="1490235" y="1549665"/>
                  </a:lnTo>
                  <a:lnTo>
                    <a:pt x="1490349" y="1549681"/>
                  </a:lnTo>
                  <a:lnTo>
                    <a:pt x="1490368" y="1549684"/>
                  </a:lnTo>
                  <a:lnTo>
                    <a:pt x="1490375" y="1549686"/>
                  </a:lnTo>
                  <a:lnTo>
                    <a:pt x="1490450" y="1549700"/>
                  </a:lnTo>
                  <a:lnTo>
                    <a:pt x="1490534" y="1549713"/>
                  </a:lnTo>
                  <a:lnTo>
                    <a:pt x="1490585" y="1549709"/>
                  </a:lnTo>
                  <a:lnTo>
                    <a:pt x="1490618" y="1549692"/>
                  </a:lnTo>
                  <a:lnTo>
                    <a:pt x="1490643" y="1549665"/>
                  </a:lnTo>
                  <a:lnTo>
                    <a:pt x="1490646" y="1549649"/>
                  </a:lnTo>
                  <a:lnTo>
                    <a:pt x="1490691" y="1549608"/>
                  </a:lnTo>
                  <a:lnTo>
                    <a:pt x="1490708" y="1549591"/>
                  </a:lnTo>
                  <a:lnTo>
                    <a:pt x="1490734" y="1549578"/>
                  </a:lnTo>
                  <a:lnTo>
                    <a:pt x="1490939" y="1549477"/>
                  </a:lnTo>
                  <a:lnTo>
                    <a:pt x="1490987" y="1549486"/>
                  </a:lnTo>
                  <a:lnTo>
                    <a:pt x="1491054" y="1549499"/>
                  </a:lnTo>
                  <a:lnTo>
                    <a:pt x="1491170" y="1549513"/>
                  </a:lnTo>
                  <a:lnTo>
                    <a:pt x="1491342" y="1549553"/>
                  </a:lnTo>
                  <a:lnTo>
                    <a:pt x="1491540" y="1549612"/>
                  </a:lnTo>
                  <a:lnTo>
                    <a:pt x="1491675" y="1549666"/>
                  </a:lnTo>
                  <a:lnTo>
                    <a:pt x="1491693" y="1549668"/>
                  </a:lnTo>
                  <a:lnTo>
                    <a:pt x="1491766" y="1549677"/>
                  </a:lnTo>
                  <a:lnTo>
                    <a:pt x="1491818" y="1549691"/>
                  </a:lnTo>
                  <a:lnTo>
                    <a:pt x="1491841" y="1549651"/>
                  </a:lnTo>
                  <a:lnTo>
                    <a:pt x="1491862" y="1549583"/>
                  </a:lnTo>
                  <a:lnTo>
                    <a:pt x="1491830" y="1549503"/>
                  </a:lnTo>
                  <a:lnTo>
                    <a:pt x="1491831" y="1549487"/>
                  </a:lnTo>
                  <a:lnTo>
                    <a:pt x="1491834" y="1549436"/>
                  </a:lnTo>
                  <a:lnTo>
                    <a:pt x="1491822" y="1549342"/>
                  </a:lnTo>
                  <a:lnTo>
                    <a:pt x="1491867" y="1549250"/>
                  </a:lnTo>
                  <a:lnTo>
                    <a:pt x="1491967" y="1549165"/>
                  </a:lnTo>
                  <a:lnTo>
                    <a:pt x="1492025" y="1549167"/>
                  </a:lnTo>
                  <a:lnTo>
                    <a:pt x="1492053" y="1549159"/>
                  </a:lnTo>
                  <a:lnTo>
                    <a:pt x="1492098" y="1549133"/>
                  </a:lnTo>
                  <a:lnTo>
                    <a:pt x="1492141" y="1549107"/>
                  </a:lnTo>
                  <a:lnTo>
                    <a:pt x="1492194" y="1549024"/>
                  </a:lnTo>
                  <a:lnTo>
                    <a:pt x="1492282" y="1548908"/>
                  </a:lnTo>
                  <a:lnTo>
                    <a:pt x="1492311" y="1548870"/>
                  </a:lnTo>
                  <a:lnTo>
                    <a:pt x="1492344" y="1548806"/>
                  </a:lnTo>
                  <a:lnTo>
                    <a:pt x="1492358" y="1548768"/>
                  </a:lnTo>
                  <a:lnTo>
                    <a:pt x="1492353" y="1548729"/>
                  </a:lnTo>
                  <a:lnTo>
                    <a:pt x="1492333" y="1548712"/>
                  </a:lnTo>
                  <a:lnTo>
                    <a:pt x="1492246" y="1548759"/>
                  </a:lnTo>
                  <a:lnTo>
                    <a:pt x="1492158" y="1548840"/>
                  </a:lnTo>
                  <a:lnTo>
                    <a:pt x="1492119" y="1548889"/>
                  </a:lnTo>
                  <a:lnTo>
                    <a:pt x="1492039" y="1548916"/>
                  </a:lnTo>
                  <a:lnTo>
                    <a:pt x="1491999" y="1548927"/>
                  </a:lnTo>
                  <a:lnTo>
                    <a:pt x="1491982" y="1548935"/>
                  </a:lnTo>
                  <a:lnTo>
                    <a:pt x="1491910" y="1548969"/>
                  </a:lnTo>
                  <a:lnTo>
                    <a:pt x="1491869" y="1548960"/>
                  </a:lnTo>
                  <a:lnTo>
                    <a:pt x="1491840" y="1548954"/>
                  </a:lnTo>
                  <a:lnTo>
                    <a:pt x="1491817" y="1548953"/>
                  </a:lnTo>
                  <a:lnTo>
                    <a:pt x="1491767" y="1548951"/>
                  </a:lnTo>
                  <a:lnTo>
                    <a:pt x="1491662" y="1548972"/>
                  </a:lnTo>
                  <a:lnTo>
                    <a:pt x="1491654" y="1548991"/>
                  </a:lnTo>
                  <a:lnTo>
                    <a:pt x="1491609" y="1549044"/>
                  </a:lnTo>
                  <a:lnTo>
                    <a:pt x="1491590" y="1549106"/>
                  </a:lnTo>
                  <a:lnTo>
                    <a:pt x="1491581" y="1549159"/>
                  </a:lnTo>
                  <a:lnTo>
                    <a:pt x="1491569" y="1549192"/>
                  </a:lnTo>
                  <a:lnTo>
                    <a:pt x="1491529" y="1549204"/>
                  </a:lnTo>
                  <a:lnTo>
                    <a:pt x="1491466" y="1549220"/>
                  </a:lnTo>
                  <a:lnTo>
                    <a:pt x="1491444" y="1549226"/>
                  </a:lnTo>
                  <a:lnTo>
                    <a:pt x="1491304" y="1549153"/>
                  </a:lnTo>
                  <a:lnTo>
                    <a:pt x="1491271" y="1549130"/>
                  </a:lnTo>
                  <a:lnTo>
                    <a:pt x="1491256" y="1549075"/>
                  </a:lnTo>
                  <a:lnTo>
                    <a:pt x="1491251" y="1549045"/>
                  </a:lnTo>
                  <a:lnTo>
                    <a:pt x="1491268" y="1549010"/>
                  </a:lnTo>
                  <a:lnTo>
                    <a:pt x="1491281" y="1548983"/>
                  </a:lnTo>
                  <a:lnTo>
                    <a:pt x="1491302" y="1548936"/>
                  </a:lnTo>
                  <a:lnTo>
                    <a:pt x="1491218" y="1548889"/>
                  </a:lnTo>
                  <a:lnTo>
                    <a:pt x="1491150" y="1548851"/>
                  </a:lnTo>
                  <a:lnTo>
                    <a:pt x="1491057" y="1548807"/>
                  </a:lnTo>
                  <a:lnTo>
                    <a:pt x="1491056" y="1548796"/>
                  </a:lnTo>
                  <a:lnTo>
                    <a:pt x="1491051" y="1548795"/>
                  </a:lnTo>
                  <a:lnTo>
                    <a:pt x="1491026" y="1548795"/>
                  </a:lnTo>
                  <a:lnTo>
                    <a:pt x="1491002" y="1548795"/>
                  </a:lnTo>
                  <a:lnTo>
                    <a:pt x="1490978" y="1548765"/>
                  </a:lnTo>
                  <a:lnTo>
                    <a:pt x="1490982" y="1548733"/>
                  </a:lnTo>
                  <a:lnTo>
                    <a:pt x="1491007" y="1548699"/>
                  </a:lnTo>
                  <a:lnTo>
                    <a:pt x="1491061" y="1548624"/>
                  </a:lnTo>
                  <a:lnTo>
                    <a:pt x="1491167" y="1548528"/>
                  </a:lnTo>
                  <a:lnTo>
                    <a:pt x="1491239" y="1548468"/>
                  </a:lnTo>
                  <a:lnTo>
                    <a:pt x="1491338" y="1548437"/>
                  </a:lnTo>
                  <a:lnTo>
                    <a:pt x="1491416" y="1548424"/>
                  </a:lnTo>
                  <a:lnTo>
                    <a:pt x="1491433" y="1548421"/>
                  </a:lnTo>
                  <a:lnTo>
                    <a:pt x="1491431" y="1548377"/>
                  </a:lnTo>
                  <a:lnTo>
                    <a:pt x="1491436" y="1548327"/>
                  </a:lnTo>
                  <a:lnTo>
                    <a:pt x="1491392" y="1548287"/>
                  </a:lnTo>
                  <a:lnTo>
                    <a:pt x="1491350" y="1548231"/>
                  </a:lnTo>
                  <a:lnTo>
                    <a:pt x="1491318" y="1548193"/>
                  </a:lnTo>
                  <a:lnTo>
                    <a:pt x="1491278" y="1548075"/>
                  </a:lnTo>
                  <a:lnTo>
                    <a:pt x="1491243" y="1547995"/>
                  </a:lnTo>
                  <a:lnTo>
                    <a:pt x="1491226" y="1547954"/>
                  </a:lnTo>
                  <a:lnTo>
                    <a:pt x="1491224" y="1547921"/>
                  </a:lnTo>
                  <a:lnTo>
                    <a:pt x="1491221" y="1547871"/>
                  </a:lnTo>
                  <a:lnTo>
                    <a:pt x="1491227" y="1547858"/>
                  </a:lnTo>
                  <a:lnTo>
                    <a:pt x="1491250" y="1547802"/>
                  </a:lnTo>
                  <a:lnTo>
                    <a:pt x="1491264" y="1547779"/>
                  </a:lnTo>
                  <a:lnTo>
                    <a:pt x="1491283" y="1547792"/>
                  </a:lnTo>
                  <a:lnTo>
                    <a:pt x="1491318" y="1547816"/>
                  </a:lnTo>
                  <a:lnTo>
                    <a:pt x="1491384" y="1547854"/>
                  </a:lnTo>
                  <a:lnTo>
                    <a:pt x="1491461" y="1547903"/>
                  </a:lnTo>
                  <a:lnTo>
                    <a:pt x="1491505" y="1547930"/>
                  </a:lnTo>
                  <a:lnTo>
                    <a:pt x="1491508" y="1547936"/>
                  </a:lnTo>
                  <a:lnTo>
                    <a:pt x="1491534" y="1547942"/>
                  </a:lnTo>
                  <a:lnTo>
                    <a:pt x="1491583" y="1547952"/>
                  </a:lnTo>
                  <a:lnTo>
                    <a:pt x="1491592" y="1547954"/>
                  </a:lnTo>
                  <a:lnTo>
                    <a:pt x="1491608" y="1547930"/>
                  </a:lnTo>
                  <a:lnTo>
                    <a:pt x="1491632" y="1547892"/>
                  </a:lnTo>
                  <a:lnTo>
                    <a:pt x="1491641" y="1547862"/>
                  </a:lnTo>
                  <a:lnTo>
                    <a:pt x="1491647" y="1547852"/>
                  </a:lnTo>
                  <a:lnTo>
                    <a:pt x="1491656" y="1547836"/>
                  </a:lnTo>
                  <a:lnTo>
                    <a:pt x="1491643" y="1547807"/>
                  </a:lnTo>
                  <a:lnTo>
                    <a:pt x="1491639" y="1547798"/>
                  </a:lnTo>
                  <a:lnTo>
                    <a:pt x="1491637" y="1547794"/>
                  </a:lnTo>
                  <a:lnTo>
                    <a:pt x="1491619" y="1547766"/>
                  </a:lnTo>
                  <a:lnTo>
                    <a:pt x="1491620" y="1547734"/>
                  </a:lnTo>
                  <a:lnTo>
                    <a:pt x="1491659" y="1547703"/>
                  </a:lnTo>
                  <a:lnTo>
                    <a:pt x="1491744" y="1547639"/>
                  </a:lnTo>
                  <a:lnTo>
                    <a:pt x="1491831" y="1547569"/>
                  </a:lnTo>
                  <a:lnTo>
                    <a:pt x="1491906" y="1547516"/>
                  </a:lnTo>
                  <a:lnTo>
                    <a:pt x="1491912" y="1547444"/>
                  </a:lnTo>
                  <a:lnTo>
                    <a:pt x="1491928" y="1547373"/>
                  </a:lnTo>
                  <a:lnTo>
                    <a:pt x="1491937" y="1547333"/>
                  </a:lnTo>
                  <a:lnTo>
                    <a:pt x="1492002" y="1547236"/>
                  </a:lnTo>
                  <a:lnTo>
                    <a:pt x="1492009" y="1547225"/>
                  </a:lnTo>
                  <a:lnTo>
                    <a:pt x="1492014" y="1547218"/>
                  </a:lnTo>
                  <a:lnTo>
                    <a:pt x="1492144" y="1547068"/>
                  </a:lnTo>
                  <a:lnTo>
                    <a:pt x="1492232" y="1546971"/>
                  </a:lnTo>
                  <a:lnTo>
                    <a:pt x="1492360" y="1546906"/>
                  </a:lnTo>
                  <a:lnTo>
                    <a:pt x="1492387" y="1546889"/>
                  </a:lnTo>
                  <a:lnTo>
                    <a:pt x="1492458" y="1546846"/>
                  </a:lnTo>
                  <a:lnTo>
                    <a:pt x="1492520" y="1546854"/>
                  </a:lnTo>
                  <a:lnTo>
                    <a:pt x="1492651" y="1546840"/>
                  </a:lnTo>
                  <a:lnTo>
                    <a:pt x="1492720" y="1546840"/>
                  </a:lnTo>
                  <a:lnTo>
                    <a:pt x="1492840" y="1546844"/>
                  </a:lnTo>
                  <a:lnTo>
                    <a:pt x="1492850" y="1546789"/>
                  </a:lnTo>
                  <a:lnTo>
                    <a:pt x="1492850" y="1546730"/>
                  </a:lnTo>
                  <a:lnTo>
                    <a:pt x="1492847" y="1546643"/>
                  </a:lnTo>
                  <a:lnTo>
                    <a:pt x="1492882" y="1546570"/>
                  </a:lnTo>
                  <a:lnTo>
                    <a:pt x="1492908" y="1546549"/>
                  </a:lnTo>
                  <a:lnTo>
                    <a:pt x="1492925" y="1546536"/>
                  </a:lnTo>
                  <a:lnTo>
                    <a:pt x="1493032" y="1546442"/>
                  </a:lnTo>
                  <a:lnTo>
                    <a:pt x="1493132" y="1546373"/>
                  </a:lnTo>
                  <a:lnTo>
                    <a:pt x="1493218" y="1546311"/>
                  </a:lnTo>
                  <a:lnTo>
                    <a:pt x="1493254" y="1546325"/>
                  </a:lnTo>
                  <a:lnTo>
                    <a:pt x="1493260" y="1546331"/>
                  </a:lnTo>
                  <a:lnTo>
                    <a:pt x="1493286" y="1546364"/>
                  </a:lnTo>
                  <a:lnTo>
                    <a:pt x="1493321" y="1546383"/>
                  </a:lnTo>
                  <a:lnTo>
                    <a:pt x="1493340" y="1546386"/>
                  </a:lnTo>
                  <a:lnTo>
                    <a:pt x="1493375" y="1546391"/>
                  </a:lnTo>
                  <a:lnTo>
                    <a:pt x="1493443" y="1546365"/>
                  </a:lnTo>
                  <a:lnTo>
                    <a:pt x="1493490" y="1546350"/>
                  </a:lnTo>
                  <a:lnTo>
                    <a:pt x="1493508" y="1546329"/>
                  </a:lnTo>
                  <a:lnTo>
                    <a:pt x="1493490" y="1546314"/>
                  </a:lnTo>
                  <a:lnTo>
                    <a:pt x="1493428" y="1546272"/>
                  </a:lnTo>
                  <a:lnTo>
                    <a:pt x="1493345" y="1546230"/>
                  </a:lnTo>
                  <a:lnTo>
                    <a:pt x="1493284" y="1546199"/>
                  </a:lnTo>
                  <a:lnTo>
                    <a:pt x="1493258" y="1546179"/>
                  </a:lnTo>
                  <a:lnTo>
                    <a:pt x="1493200" y="1546182"/>
                  </a:lnTo>
                  <a:lnTo>
                    <a:pt x="1493192" y="1546182"/>
                  </a:lnTo>
                  <a:lnTo>
                    <a:pt x="1493077" y="1546189"/>
                  </a:lnTo>
                  <a:lnTo>
                    <a:pt x="1493054" y="1546186"/>
                  </a:lnTo>
                  <a:lnTo>
                    <a:pt x="1493016" y="1546183"/>
                  </a:lnTo>
                  <a:lnTo>
                    <a:pt x="1492979" y="1546193"/>
                  </a:lnTo>
                  <a:lnTo>
                    <a:pt x="1492948" y="1546197"/>
                  </a:lnTo>
                  <a:lnTo>
                    <a:pt x="1492846" y="1546209"/>
                  </a:lnTo>
                  <a:lnTo>
                    <a:pt x="1492809" y="1546217"/>
                  </a:lnTo>
                  <a:lnTo>
                    <a:pt x="1492804" y="1546219"/>
                  </a:lnTo>
                  <a:lnTo>
                    <a:pt x="1492725" y="1546233"/>
                  </a:lnTo>
                  <a:lnTo>
                    <a:pt x="1492636" y="1546243"/>
                  </a:lnTo>
                  <a:lnTo>
                    <a:pt x="1492568" y="1546285"/>
                  </a:lnTo>
                  <a:lnTo>
                    <a:pt x="1492547" y="1546315"/>
                  </a:lnTo>
                  <a:lnTo>
                    <a:pt x="1492539" y="1546330"/>
                  </a:lnTo>
                  <a:lnTo>
                    <a:pt x="1492523" y="1546360"/>
                  </a:lnTo>
                  <a:lnTo>
                    <a:pt x="1492437" y="1546397"/>
                  </a:lnTo>
                  <a:lnTo>
                    <a:pt x="1492364" y="1546435"/>
                  </a:lnTo>
                  <a:lnTo>
                    <a:pt x="1492312" y="1546463"/>
                  </a:lnTo>
                  <a:lnTo>
                    <a:pt x="1492187" y="1546491"/>
                  </a:lnTo>
                  <a:lnTo>
                    <a:pt x="1492089" y="1546529"/>
                  </a:lnTo>
                  <a:lnTo>
                    <a:pt x="1492017" y="1546576"/>
                  </a:lnTo>
                  <a:lnTo>
                    <a:pt x="1491906" y="1546651"/>
                  </a:lnTo>
                  <a:lnTo>
                    <a:pt x="1491799" y="1546760"/>
                  </a:lnTo>
                  <a:lnTo>
                    <a:pt x="1491744" y="1546818"/>
                  </a:lnTo>
                  <a:lnTo>
                    <a:pt x="1491710" y="1546845"/>
                  </a:lnTo>
                  <a:lnTo>
                    <a:pt x="1491653" y="1546890"/>
                  </a:lnTo>
                  <a:lnTo>
                    <a:pt x="1491618" y="1546904"/>
                  </a:lnTo>
                  <a:lnTo>
                    <a:pt x="1491590" y="1546892"/>
                  </a:lnTo>
                  <a:lnTo>
                    <a:pt x="1491571" y="1546861"/>
                  </a:lnTo>
                  <a:lnTo>
                    <a:pt x="1491589" y="1546839"/>
                  </a:lnTo>
                  <a:lnTo>
                    <a:pt x="1491633" y="1546794"/>
                  </a:lnTo>
                  <a:lnTo>
                    <a:pt x="1491630" y="1546767"/>
                  </a:lnTo>
                  <a:lnTo>
                    <a:pt x="1491625" y="1546707"/>
                  </a:lnTo>
                  <a:lnTo>
                    <a:pt x="1491621" y="1546703"/>
                  </a:lnTo>
                  <a:lnTo>
                    <a:pt x="1491607" y="1546685"/>
                  </a:lnTo>
                  <a:lnTo>
                    <a:pt x="1491595" y="1546673"/>
                  </a:lnTo>
                  <a:lnTo>
                    <a:pt x="1491526" y="1546696"/>
                  </a:lnTo>
                  <a:lnTo>
                    <a:pt x="1491476" y="1546738"/>
                  </a:lnTo>
                  <a:lnTo>
                    <a:pt x="1491414" y="1546811"/>
                  </a:lnTo>
                  <a:lnTo>
                    <a:pt x="1491382" y="1546842"/>
                  </a:lnTo>
                  <a:lnTo>
                    <a:pt x="1491384" y="1546879"/>
                  </a:lnTo>
                  <a:lnTo>
                    <a:pt x="1491380" y="1546926"/>
                  </a:lnTo>
                  <a:lnTo>
                    <a:pt x="1491336" y="1546957"/>
                  </a:lnTo>
                  <a:lnTo>
                    <a:pt x="1491284" y="1546994"/>
                  </a:lnTo>
                  <a:lnTo>
                    <a:pt x="1491148" y="1547076"/>
                  </a:lnTo>
                  <a:lnTo>
                    <a:pt x="1491051" y="1547137"/>
                  </a:lnTo>
                  <a:lnTo>
                    <a:pt x="1491008" y="1547158"/>
                  </a:lnTo>
                  <a:lnTo>
                    <a:pt x="1490982" y="1547157"/>
                  </a:lnTo>
                  <a:lnTo>
                    <a:pt x="1490975" y="1547126"/>
                  </a:lnTo>
                  <a:lnTo>
                    <a:pt x="1490983" y="1547080"/>
                  </a:lnTo>
                  <a:lnTo>
                    <a:pt x="1490994" y="1547032"/>
                  </a:lnTo>
                  <a:lnTo>
                    <a:pt x="1491012" y="1546999"/>
                  </a:lnTo>
                  <a:lnTo>
                    <a:pt x="1491106" y="1546881"/>
                  </a:lnTo>
                  <a:lnTo>
                    <a:pt x="1491211" y="1546752"/>
                  </a:lnTo>
                  <a:lnTo>
                    <a:pt x="1491255" y="1546702"/>
                  </a:lnTo>
                  <a:lnTo>
                    <a:pt x="1491260" y="1546697"/>
                  </a:lnTo>
                  <a:lnTo>
                    <a:pt x="1491272" y="1546640"/>
                  </a:lnTo>
                  <a:lnTo>
                    <a:pt x="1491277" y="1546618"/>
                  </a:lnTo>
                  <a:lnTo>
                    <a:pt x="1491304" y="1546453"/>
                  </a:lnTo>
                  <a:lnTo>
                    <a:pt x="1491346" y="1546317"/>
                  </a:lnTo>
                  <a:lnTo>
                    <a:pt x="1491351" y="1546299"/>
                  </a:lnTo>
                  <a:lnTo>
                    <a:pt x="1491363" y="1546241"/>
                  </a:lnTo>
                  <a:lnTo>
                    <a:pt x="1491366" y="1546224"/>
                  </a:lnTo>
                  <a:lnTo>
                    <a:pt x="1491365" y="1546156"/>
                  </a:lnTo>
                  <a:lnTo>
                    <a:pt x="1491444" y="1546047"/>
                  </a:lnTo>
                  <a:lnTo>
                    <a:pt x="1491467" y="1546016"/>
                  </a:lnTo>
                  <a:lnTo>
                    <a:pt x="1491538" y="1545919"/>
                  </a:lnTo>
                  <a:lnTo>
                    <a:pt x="1491542" y="1545914"/>
                  </a:lnTo>
                  <a:lnTo>
                    <a:pt x="1491576" y="1545884"/>
                  </a:lnTo>
                  <a:lnTo>
                    <a:pt x="1491636" y="1545871"/>
                  </a:lnTo>
                  <a:lnTo>
                    <a:pt x="1491667" y="1545900"/>
                  </a:lnTo>
                  <a:lnTo>
                    <a:pt x="1491676" y="1545908"/>
                  </a:lnTo>
                  <a:lnTo>
                    <a:pt x="1491678" y="1545917"/>
                  </a:lnTo>
                  <a:lnTo>
                    <a:pt x="1491687" y="1545952"/>
                  </a:lnTo>
                  <a:lnTo>
                    <a:pt x="1491689" y="1545957"/>
                  </a:lnTo>
                  <a:lnTo>
                    <a:pt x="1491680" y="1546014"/>
                  </a:lnTo>
                  <a:lnTo>
                    <a:pt x="1491711" y="1546047"/>
                  </a:lnTo>
                  <a:lnTo>
                    <a:pt x="1491735" y="1546056"/>
                  </a:lnTo>
                  <a:lnTo>
                    <a:pt x="1491747" y="1546061"/>
                  </a:lnTo>
                  <a:lnTo>
                    <a:pt x="1491752" y="1546056"/>
                  </a:lnTo>
                  <a:lnTo>
                    <a:pt x="1491768" y="1546044"/>
                  </a:lnTo>
                  <a:lnTo>
                    <a:pt x="1491786" y="1546031"/>
                  </a:lnTo>
                  <a:lnTo>
                    <a:pt x="1491805" y="1545987"/>
                  </a:lnTo>
                  <a:lnTo>
                    <a:pt x="1491849" y="1545883"/>
                  </a:lnTo>
                  <a:lnTo>
                    <a:pt x="1491899" y="1545762"/>
                  </a:lnTo>
                  <a:lnTo>
                    <a:pt x="1491921" y="1545726"/>
                  </a:lnTo>
                  <a:lnTo>
                    <a:pt x="1491927" y="1545716"/>
                  </a:lnTo>
                  <a:lnTo>
                    <a:pt x="1491889" y="1545689"/>
                  </a:lnTo>
                  <a:lnTo>
                    <a:pt x="1491827" y="1545664"/>
                  </a:lnTo>
                  <a:lnTo>
                    <a:pt x="1491801" y="1545663"/>
                  </a:lnTo>
                  <a:lnTo>
                    <a:pt x="1491748" y="1545676"/>
                  </a:lnTo>
                  <a:lnTo>
                    <a:pt x="1491736" y="1545663"/>
                  </a:lnTo>
                  <a:lnTo>
                    <a:pt x="1491734" y="1545646"/>
                  </a:lnTo>
                  <a:lnTo>
                    <a:pt x="1491785" y="1545376"/>
                  </a:lnTo>
                  <a:lnTo>
                    <a:pt x="1491794" y="1545368"/>
                  </a:lnTo>
                  <a:lnTo>
                    <a:pt x="1491815" y="1545360"/>
                  </a:lnTo>
                  <a:lnTo>
                    <a:pt x="1491832" y="1545353"/>
                  </a:lnTo>
                  <a:lnTo>
                    <a:pt x="1491881" y="1545341"/>
                  </a:lnTo>
                  <a:lnTo>
                    <a:pt x="1491911" y="1545344"/>
                  </a:lnTo>
                  <a:lnTo>
                    <a:pt x="1491948" y="1545364"/>
                  </a:lnTo>
                  <a:lnTo>
                    <a:pt x="1491962" y="1545360"/>
                  </a:lnTo>
                  <a:lnTo>
                    <a:pt x="1492016" y="1545297"/>
                  </a:lnTo>
                  <a:lnTo>
                    <a:pt x="1492093" y="1545189"/>
                  </a:lnTo>
                  <a:lnTo>
                    <a:pt x="1492112" y="1545164"/>
                  </a:lnTo>
                  <a:lnTo>
                    <a:pt x="1492110" y="1545156"/>
                  </a:lnTo>
                  <a:lnTo>
                    <a:pt x="1492105" y="1545134"/>
                  </a:lnTo>
                  <a:lnTo>
                    <a:pt x="1492089" y="1545112"/>
                  </a:lnTo>
                  <a:lnTo>
                    <a:pt x="1492052" y="1545110"/>
                  </a:lnTo>
                  <a:lnTo>
                    <a:pt x="1492005" y="1545091"/>
                  </a:lnTo>
                  <a:lnTo>
                    <a:pt x="1491989" y="1545099"/>
                  </a:lnTo>
                  <a:lnTo>
                    <a:pt x="1491979" y="1545108"/>
                  </a:lnTo>
                  <a:lnTo>
                    <a:pt x="1491979" y="1545140"/>
                  </a:lnTo>
                  <a:lnTo>
                    <a:pt x="1491973" y="1545190"/>
                  </a:lnTo>
                  <a:lnTo>
                    <a:pt x="1491944" y="1545231"/>
                  </a:lnTo>
                  <a:lnTo>
                    <a:pt x="1491906" y="1545272"/>
                  </a:lnTo>
                  <a:lnTo>
                    <a:pt x="1491872" y="1545264"/>
                  </a:lnTo>
                  <a:lnTo>
                    <a:pt x="1491830" y="1545235"/>
                  </a:lnTo>
                  <a:lnTo>
                    <a:pt x="1491813" y="1545201"/>
                  </a:lnTo>
                  <a:lnTo>
                    <a:pt x="1491781" y="1545177"/>
                  </a:lnTo>
                  <a:lnTo>
                    <a:pt x="1491696" y="1545124"/>
                  </a:lnTo>
                  <a:lnTo>
                    <a:pt x="1491636" y="1545088"/>
                  </a:lnTo>
                  <a:lnTo>
                    <a:pt x="1491601" y="1545104"/>
                  </a:lnTo>
                  <a:lnTo>
                    <a:pt x="1491487" y="1545135"/>
                  </a:lnTo>
                  <a:lnTo>
                    <a:pt x="1491408" y="1545169"/>
                  </a:lnTo>
                  <a:lnTo>
                    <a:pt x="1491392" y="1545173"/>
                  </a:lnTo>
                  <a:lnTo>
                    <a:pt x="1491386" y="1545182"/>
                  </a:lnTo>
                  <a:lnTo>
                    <a:pt x="1491352" y="1545215"/>
                  </a:lnTo>
                  <a:lnTo>
                    <a:pt x="1491299" y="1545299"/>
                  </a:lnTo>
                  <a:lnTo>
                    <a:pt x="1491282" y="1545323"/>
                  </a:lnTo>
                  <a:lnTo>
                    <a:pt x="1491281" y="1545329"/>
                  </a:lnTo>
                  <a:lnTo>
                    <a:pt x="1491298" y="1545330"/>
                  </a:lnTo>
                  <a:lnTo>
                    <a:pt x="1491338" y="1545330"/>
                  </a:lnTo>
                  <a:lnTo>
                    <a:pt x="1491372" y="1545340"/>
                  </a:lnTo>
                  <a:lnTo>
                    <a:pt x="1491384" y="1545358"/>
                  </a:lnTo>
                  <a:lnTo>
                    <a:pt x="1491388" y="1545390"/>
                  </a:lnTo>
                  <a:lnTo>
                    <a:pt x="1491371" y="1545418"/>
                  </a:lnTo>
                  <a:lnTo>
                    <a:pt x="1491335" y="1545458"/>
                  </a:lnTo>
                  <a:lnTo>
                    <a:pt x="1491297" y="1545474"/>
                  </a:lnTo>
                  <a:lnTo>
                    <a:pt x="1491264" y="1545489"/>
                  </a:lnTo>
                  <a:lnTo>
                    <a:pt x="1491239" y="1545476"/>
                  </a:lnTo>
                  <a:lnTo>
                    <a:pt x="1491220" y="1545471"/>
                  </a:lnTo>
                  <a:lnTo>
                    <a:pt x="1491211" y="1545507"/>
                  </a:lnTo>
                  <a:lnTo>
                    <a:pt x="1491243" y="1545661"/>
                  </a:lnTo>
                  <a:lnTo>
                    <a:pt x="1491272" y="1545751"/>
                  </a:lnTo>
                  <a:lnTo>
                    <a:pt x="1491273" y="1545756"/>
                  </a:lnTo>
                  <a:lnTo>
                    <a:pt x="1491279" y="1545774"/>
                  </a:lnTo>
                  <a:lnTo>
                    <a:pt x="1491281" y="1545780"/>
                  </a:lnTo>
                  <a:lnTo>
                    <a:pt x="1491282" y="1545788"/>
                  </a:lnTo>
                  <a:lnTo>
                    <a:pt x="1491282" y="1545795"/>
                  </a:lnTo>
                  <a:lnTo>
                    <a:pt x="1491283" y="1545821"/>
                  </a:lnTo>
                  <a:lnTo>
                    <a:pt x="1491284" y="1545826"/>
                  </a:lnTo>
                  <a:lnTo>
                    <a:pt x="1491272" y="1545873"/>
                  </a:lnTo>
                  <a:lnTo>
                    <a:pt x="1491260" y="1545918"/>
                  </a:lnTo>
                  <a:lnTo>
                    <a:pt x="1491223" y="1545996"/>
                  </a:lnTo>
                  <a:lnTo>
                    <a:pt x="1491217" y="1546009"/>
                  </a:lnTo>
                  <a:lnTo>
                    <a:pt x="1491213" y="1546012"/>
                  </a:lnTo>
                  <a:lnTo>
                    <a:pt x="1491162" y="1546045"/>
                  </a:lnTo>
                  <a:lnTo>
                    <a:pt x="1490949" y="1546185"/>
                  </a:lnTo>
                  <a:lnTo>
                    <a:pt x="1490744" y="1546268"/>
                  </a:lnTo>
                  <a:lnTo>
                    <a:pt x="1490583" y="1546337"/>
                  </a:lnTo>
                  <a:lnTo>
                    <a:pt x="1490353" y="1546456"/>
                  </a:lnTo>
                  <a:lnTo>
                    <a:pt x="1490253" y="1546498"/>
                  </a:lnTo>
                  <a:lnTo>
                    <a:pt x="1490222" y="1546511"/>
                  </a:lnTo>
                  <a:lnTo>
                    <a:pt x="1490182" y="1546527"/>
                  </a:lnTo>
                  <a:lnTo>
                    <a:pt x="1490175" y="1546530"/>
                  </a:lnTo>
                  <a:lnTo>
                    <a:pt x="1490148" y="1546535"/>
                  </a:lnTo>
                  <a:lnTo>
                    <a:pt x="1490119" y="1546542"/>
                  </a:lnTo>
                  <a:lnTo>
                    <a:pt x="1490077" y="1546454"/>
                  </a:lnTo>
                  <a:lnTo>
                    <a:pt x="1490028" y="1546351"/>
                  </a:lnTo>
                  <a:lnTo>
                    <a:pt x="1489994" y="1546280"/>
                  </a:lnTo>
                  <a:lnTo>
                    <a:pt x="1489988" y="1546231"/>
                  </a:lnTo>
                  <a:lnTo>
                    <a:pt x="1490008" y="1546201"/>
                  </a:lnTo>
                  <a:lnTo>
                    <a:pt x="1490035" y="1546152"/>
                  </a:lnTo>
                  <a:lnTo>
                    <a:pt x="1490052" y="1546136"/>
                  </a:lnTo>
                  <a:lnTo>
                    <a:pt x="1490039" y="1546075"/>
                  </a:lnTo>
                  <a:lnTo>
                    <a:pt x="1490022" y="1546037"/>
                  </a:lnTo>
                  <a:lnTo>
                    <a:pt x="1490017" y="1546020"/>
                  </a:lnTo>
                  <a:lnTo>
                    <a:pt x="1489955" y="1545989"/>
                  </a:lnTo>
                  <a:lnTo>
                    <a:pt x="1489786" y="1545937"/>
                  </a:lnTo>
                  <a:lnTo>
                    <a:pt x="1489776" y="1545938"/>
                  </a:lnTo>
                  <a:lnTo>
                    <a:pt x="1489772" y="1545940"/>
                  </a:lnTo>
                  <a:lnTo>
                    <a:pt x="1489770" y="1545960"/>
                  </a:lnTo>
                  <a:lnTo>
                    <a:pt x="1489782" y="1546022"/>
                  </a:lnTo>
                  <a:lnTo>
                    <a:pt x="1489795" y="1546080"/>
                  </a:lnTo>
                  <a:lnTo>
                    <a:pt x="1489805" y="1546114"/>
                  </a:lnTo>
                  <a:lnTo>
                    <a:pt x="1489803" y="1546136"/>
                  </a:lnTo>
                  <a:lnTo>
                    <a:pt x="1489789" y="1546148"/>
                  </a:lnTo>
                  <a:lnTo>
                    <a:pt x="1489762" y="1546148"/>
                  </a:lnTo>
                  <a:lnTo>
                    <a:pt x="1489699" y="1546133"/>
                  </a:lnTo>
                  <a:lnTo>
                    <a:pt x="1489644" y="1546123"/>
                  </a:lnTo>
                  <a:lnTo>
                    <a:pt x="1489605" y="1546085"/>
                  </a:lnTo>
                  <a:lnTo>
                    <a:pt x="1489568" y="1546099"/>
                  </a:lnTo>
                  <a:lnTo>
                    <a:pt x="1489521" y="1546102"/>
                  </a:lnTo>
                  <a:lnTo>
                    <a:pt x="1489474" y="1546099"/>
                  </a:lnTo>
                  <a:lnTo>
                    <a:pt x="1489403" y="1546081"/>
                  </a:lnTo>
                  <a:lnTo>
                    <a:pt x="1489368" y="1546053"/>
                  </a:lnTo>
                  <a:lnTo>
                    <a:pt x="1489253" y="1545872"/>
                  </a:lnTo>
                  <a:lnTo>
                    <a:pt x="1489227" y="1545746"/>
                  </a:lnTo>
                  <a:lnTo>
                    <a:pt x="1489208" y="1545656"/>
                  </a:lnTo>
                  <a:lnTo>
                    <a:pt x="1489214" y="1545588"/>
                  </a:lnTo>
                  <a:lnTo>
                    <a:pt x="1489217" y="1545548"/>
                  </a:lnTo>
                  <a:lnTo>
                    <a:pt x="1489231" y="1545387"/>
                  </a:lnTo>
                  <a:lnTo>
                    <a:pt x="1489234" y="1545333"/>
                  </a:lnTo>
                  <a:lnTo>
                    <a:pt x="1489235" y="1545276"/>
                  </a:lnTo>
                  <a:lnTo>
                    <a:pt x="1489209" y="1545269"/>
                  </a:lnTo>
                  <a:lnTo>
                    <a:pt x="1489182" y="1545298"/>
                  </a:lnTo>
                  <a:lnTo>
                    <a:pt x="1489132" y="1545364"/>
                  </a:lnTo>
                  <a:lnTo>
                    <a:pt x="1489062" y="1545436"/>
                  </a:lnTo>
                  <a:lnTo>
                    <a:pt x="1489017" y="1545472"/>
                  </a:lnTo>
                  <a:lnTo>
                    <a:pt x="1489002" y="1545486"/>
                  </a:lnTo>
                  <a:lnTo>
                    <a:pt x="1488915" y="1545564"/>
                  </a:lnTo>
                  <a:lnTo>
                    <a:pt x="1488766" y="1545650"/>
                  </a:lnTo>
                  <a:lnTo>
                    <a:pt x="1488673" y="1545743"/>
                  </a:lnTo>
                  <a:lnTo>
                    <a:pt x="1488652" y="1545748"/>
                  </a:lnTo>
                  <a:lnTo>
                    <a:pt x="1488646" y="1545745"/>
                  </a:lnTo>
                  <a:lnTo>
                    <a:pt x="1488582" y="1545714"/>
                  </a:lnTo>
                  <a:lnTo>
                    <a:pt x="1488565" y="1545689"/>
                  </a:lnTo>
                  <a:lnTo>
                    <a:pt x="1488556" y="1545627"/>
                  </a:lnTo>
                  <a:lnTo>
                    <a:pt x="1488565" y="1545575"/>
                  </a:lnTo>
                  <a:lnTo>
                    <a:pt x="1488566" y="1545559"/>
                  </a:lnTo>
                  <a:lnTo>
                    <a:pt x="1488553" y="1545517"/>
                  </a:lnTo>
                  <a:lnTo>
                    <a:pt x="1488547" y="1545514"/>
                  </a:lnTo>
                  <a:lnTo>
                    <a:pt x="1488524" y="1545503"/>
                  </a:lnTo>
                  <a:lnTo>
                    <a:pt x="1488514" y="1545504"/>
                  </a:lnTo>
                  <a:lnTo>
                    <a:pt x="1488484" y="1545506"/>
                  </a:lnTo>
                  <a:lnTo>
                    <a:pt x="1488415" y="1545510"/>
                  </a:lnTo>
                  <a:lnTo>
                    <a:pt x="1488310" y="1545523"/>
                  </a:lnTo>
                  <a:lnTo>
                    <a:pt x="1488303" y="1545524"/>
                  </a:lnTo>
                  <a:lnTo>
                    <a:pt x="1488291" y="1545519"/>
                  </a:lnTo>
                  <a:lnTo>
                    <a:pt x="1488239" y="1545500"/>
                  </a:lnTo>
                  <a:lnTo>
                    <a:pt x="1488104" y="1545437"/>
                  </a:lnTo>
                  <a:lnTo>
                    <a:pt x="1488075" y="1545424"/>
                  </a:lnTo>
                  <a:lnTo>
                    <a:pt x="1488009" y="1545392"/>
                  </a:lnTo>
                  <a:lnTo>
                    <a:pt x="1487897" y="1545337"/>
                  </a:lnTo>
                  <a:lnTo>
                    <a:pt x="1487841" y="1545301"/>
                  </a:lnTo>
                  <a:lnTo>
                    <a:pt x="1487734" y="1545192"/>
                  </a:lnTo>
                  <a:lnTo>
                    <a:pt x="1487691" y="1545126"/>
                  </a:lnTo>
                  <a:lnTo>
                    <a:pt x="1487688" y="1545114"/>
                  </a:lnTo>
                  <a:lnTo>
                    <a:pt x="1487688" y="1545085"/>
                  </a:lnTo>
                  <a:lnTo>
                    <a:pt x="1487774" y="1545020"/>
                  </a:lnTo>
                  <a:lnTo>
                    <a:pt x="1487877" y="1544914"/>
                  </a:lnTo>
                  <a:lnTo>
                    <a:pt x="1487920" y="1544869"/>
                  </a:lnTo>
                  <a:lnTo>
                    <a:pt x="1487958" y="1544830"/>
                  </a:lnTo>
                  <a:lnTo>
                    <a:pt x="1488009" y="1544748"/>
                  </a:lnTo>
                  <a:lnTo>
                    <a:pt x="1488032" y="1544707"/>
                  </a:lnTo>
                  <a:lnTo>
                    <a:pt x="1488020" y="1544683"/>
                  </a:lnTo>
                  <a:lnTo>
                    <a:pt x="1488008" y="1544660"/>
                  </a:lnTo>
                  <a:lnTo>
                    <a:pt x="1487949" y="1544473"/>
                  </a:lnTo>
                  <a:lnTo>
                    <a:pt x="1487939" y="1544433"/>
                  </a:lnTo>
                  <a:lnTo>
                    <a:pt x="1487925" y="1544375"/>
                  </a:lnTo>
                  <a:lnTo>
                    <a:pt x="1487853" y="1544087"/>
                  </a:lnTo>
                  <a:lnTo>
                    <a:pt x="1487769" y="1544086"/>
                  </a:lnTo>
                  <a:lnTo>
                    <a:pt x="1487764" y="1544087"/>
                  </a:lnTo>
                  <a:lnTo>
                    <a:pt x="1487692" y="1544119"/>
                  </a:lnTo>
                  <a:lnTo>
                    <a:pt x="1487651" y="1544180"/>
                  </a:lnTo>
                  <a:lnTo>
                    <a:pt x="1487578" y="1544286"/>
                  </a:lnTo>
                  <a:lnTo>
                    <a:pt x="1487568" y="1544303"/>
                  </a:lnTo>
                  <a:lnTo>
                    <a:pt x="1487547" y="1544334"/>
                  </a:lnTo>
                  <a:lnTo>
                    <a:pt x="1487521" y="1544373"/>
                  </a:lnTo>
                  <a:lnTo>
                    <a:pt x="1487464" y="1544460"/>
                  </a:lnTo>
                  <a:lnTo>
                    <a:pt x="1487453" y="1544493"/>
                  </a:lnTo>
                  <a:lnTo>
                    <a:pt x="1487395" y="1544684"/>
                  </a:lnTo>
                  <a:lnTo>
                    <a:pt x="1487357" y="1544807"/>
                  </a:lnTo>
                  <a:lnTo>
                    <a:pt x="1487332" y="1544901"/>
                  </a:lnTo>
                  <a:lnTo>
                    <a:pt x="1487385" y="1545013"/>
                  </a:lnTo>
                  <a:lnTo>
                    <a:pt x="1487389" y="1545019"/>
                  </a:lnTo>
                  <a:lnTo>
                    <a:pt x="1487394" y="1545025"/>
                  </a:lnTo>
                  <a:lnTo>
                    <a:pt x="1487401" y="1545030"/>
                  </a:lnTo>
                  <a:lnTo>
                    <a:pt x="1487407" y="1545034"/>
                  </a:lnTo>
                  <a:lnTo>
                    <a:pt x="1487413" y="1545037"/>
                  </a:lnTo>
                  <a:lnTo>
                    <a:pt x="1487419" y="1545039"/>
                  </a:lnTo>
                  <a:lnTo>
                    <a:pt x="1487426" y="1545041"/>
                  </a:lnTo>
                  <a:lnTo>
                    <a:pt x="1487433" y="1545041"/>
                  </a:lnTo>
                  <a:lnTo>
                    <a:pt x="1487439" y="1545041"/>
                  </a:lnTo>
                  <a:lnTo>
                    <a:pt x="1487458" y="1545058"/>
                  </a:lnTo>
                  <a:lnTo>
                    <a:pt x="1487595" y="1545177"/>
                  </a:lnTo>
                  <a:lnTo>
                    <a:pt x="1487679" y="1545329"/>
                  </a:lnTo>
                  <a:lnTo>
                    <a:pt x="1487717" y="1545397"/>
                  </a:lnTo>
                  <a:lnTo>
                    <a:pt x="1487723" y="1545393"/>
                  </a:lnTo>
                  <a:lnTo>
                    <a:pt x="1487766" y="1545457"/>
                  </a:lnTo>
                  <a:lnTo>
                    <a:pt x="1487737" y="1545461"/>
                  </a:lnTo>
                  <a:lnTo>
                    <a:pt x="1487745" y="1545517"/>
                  </a:lnTo>
                  <a:lnTo>
                    <a:pt x="1487746" y="1545524"/>
                  </a:lnTo>
                  <a:lnTo>
                    <a:pt x="1487748" y="1545583"/>
                  </a:lnTo>
                  <a:lnTo>
                    <a:pt x="1487748" y="1545593"/>
                  </a:lnTo>
                  <a:lnTo>
                    <a:pt x="1487747" y="1545602"/>
                  </a:lnTo>
                  <a:lnTo>
                    <a:pt x="1487722" y="1545821"/>
                  </a:lnTo>
                  <a:lnTo>
                    <a:pt x="1487705" y="1545967"/>
                  </a:lnTo>
                  <a:lnTo>
                    <a:pt x="1487696" y="1546049"/>
                  </a:lnTo>
                  <a:lnTo>
                    <a:pt x="1487687" y="1546130"/>
                  </a:lnTo>
                  <a:lnTo>
                    <a:pt x="1487686" y="1546135"/>
                  </a:lnTo>
                  <a:lnTo>
                    <a:pt x="1487684" y="1546152"/>
                  </a:lnTo>
                  <a:lnTo>
                    <a:pt x="1487633" y="1546318"/>
                  </a:lnTo>
                  <a:lnTo>
                    <a:pt x="1487625" y="1546343"/>
                  </a:lnTo>
                  <a:lnTo>
                    <a:pt x="1487610" y="1546392"/>
                  </a:lnTo>
                  <a:lnTo>
                    <a:pt x="1487608" y="1546399"/>
                  </a:lnTo>
                  <a:lnTo>
                    <a:pt x="1487606" y="1546405"/>
                  </a:lnTo>
                  <a:lnTo>
                    <a:pt x="1487576" y="1546479"/>
                  </a:lnTo>
                  <a:lnTo>
                    <a:pt x="1487530" y="1546595"/>
                  </a:lnTo>
                  <a:lnTo>
                    <a:pt x="1487515" y="1546646"/>
                  </a:lnTo>
                  <a:lnTo>
                    <a:pt x="1487549" y="1546652"/>
                  </a:lnTo>
                  <a:lnTo>
                    <a:pt x="1487558" y="1546654"/>
                  </a:lnTo>
                  <a:lnTo>
                    <a:pt x="1487550" y="1546692"/>
                  </a:lnTo>
                  <a:lnTo>
                    <a:pt x="1487527" y="1546737"/>
                  </a:lnTo>
                  <a:lnTo>
                    <a:pt x="1487512" y="1546746"/>
                  </a:lnTo>
                  <a:lnTo>
                    <a:pt x="1487493" y="1546758"/>
                  </a:lnTo>
                  <a:lnTo>
                    <a:pt x="1487482" y="1546756"/>
                  </a:lnTo>
                  <a:lnTo>
                    <a:pt x="1487467" y="1546751"/>
                  </a:lnTo>
                  <a:lnTo>
                    <a:pt x="1487463" y="1546748"/>
                  </a:lnTo>
                  <a:lnTo>
                    <a:pt x="1487461" y="1546735"/>
                  </a:lnTo>
                  <a:lnTo>
                    <a:pt x="1487456" y="1546703"/>
                  </a:lnTo>
                  <a:lnTo>
                    <a:pt x="1487454" y="1546685"/>
                  </a:lnTo>
                  <a:lnTo>
                    <a:pt x="1487429" y="1546425"/>
                  </a:lnTo>
                  <a:lnTo>
                    <a:pt x="1487429" y="1546420"/>
                  </a:lnTo>
                  <a:lnTo>
                    <a:pt x="1487427" y="1546316"/>
                  </a:lnTo>
                  <a:lnTo>
                    <a:pt x="1487427" y="1546218"/>
                  </a:lnTo>
                  <a:lnTo>
                    <a:pt x="1487427" y="1546198"/>
                  </a:lnTo>
                  <a:lnTo>
                    <a:pt x="1487427" y="1546180"/>
                  </a:lnTo>
                  <a:lnTo>
                    <a:pt x="1487427" y="1546171"/>
                  </a:lnTo>
                  <a:lnTo>
                    <a:pt x="1487436" y="1546145"/>
                  </a:lnTo>
                  <a:lnTo>
                    <a:pt x="1487461" y="1546071"/>
                  </a:lnTo>
                  <a:lnTo>
                    <a:pt x="1487484" y="1545959"/>
                  </a:lnTo>
                  <a:lnTo>
                    <a:pt x="1487455" y="1545931"/>
                  </a:lnTo>
                  <a:lnTo>
                    <a:pt x="1487430" y="1545926"/>
                  </a:lnTo>
                  <a:lnTo>
                    <a:pt x="1487407" y="1545921"/>
                  </a:lnTo>
                  <a:lnTo>
                    <a:pt x="1487369" y="1545913"/>
                  </a:lnTo>
                  <a:lnTo>
                    <a:pt x="1487355" y="1545908"/>
                  </a:lnTo>
                  <a:lnTo>
                    <a:pt x="1487344" y="1545903"/>
                  </a:lnTo>
                  <a:lnTo>
                    <a:pt x="1487285" y="1545864"/>
                  </a:lnTo>
                  <a:lnTo>
                    <a:pt x="1487276" y="1545850"/>
                  </a:lnTo>
                  <a:lnTo>
                    <a:pt x="1487273" y="1545844"/>
                  </a:lnTo>
                  <a:lnTo>
                    <a:pt x="1487279" y="1545822"/>
                  </a:lnTo>
                  <a:lnTo>
                    <a:pt x="1487286" y="1545803"/>
                  </a:lnTo>
                  <a:lnTo>
                    <a:pt x="1487344" y="1545657"/>
                  </a:lnTo>
                  <a:lnTo>
                    <a:pt x="1487374" y="1545586"/>
                  </a:lnTo>
                  <a:lnTo>
                    <a:pt x="1487380" y="1545577"/>
                  </a:lnTo>
                  <a:lnTo>
                    <a:pt x="1487385" y="1545569"/>
                  </a:lnTo>
                  <a:lnTo>
                    <a:pt x="1487398" y="1545558"/>
                  </a:lnTo>
                  <a:lnTo>
                    <a:pt x="1487405" y="1545554"/>
                  </a:lnTo>
                  <a:lnTo>
                    <a:pt x="1487422" y="1545541"/>
                  </a:lnTo>
                  <a:lnTo>
                    <a:pt x="1487468" y="1545505"/>
                  </a:lnTo>
                  <a:lnTo>
                    <a:pt x="1487510" y="1545398"/>
                  </a:lnTo>
                  <a:lnTo>
                    <a:pt x="1487459" y="1545332"/>
                  </a:lnTo>
                  <a:lnTo>
                    <a:pt x="1487447" y="1545324"/>
                  </a:lnTo>
                  <a:lnTo>
                    <a:pt x="1487432" y="1545324"/>
                  </a:lnTo>
                  <a:lnTo>
                    <a:pt x="1487407" y="1545354"/>
                  </a:lnTo>
                  <a:lnTo>
                    <a:pt x="1487402" y="1545362"/>
                  </a:lnTo>
                  <a:lnTo>
                    <a:pt x="1487399" y="1545367"/>
                  </a:lnTo>
                  <a:lnTo>
                    <a:pt x="1487304" y="1545520"/>
                  </a:lnTo>
                  <a:lnTo>
                    <a:pt x="1487173" y="1545716"/>
                  </a:lnTo>
                  <a:lnTo>
                    <a:pt x="1487165" y="1545728"/>
                  </a:lnTo>
                  <a:lnTo>
                    <a:pt x="1487155" y="1545742"/>
                  </a:lnTo>
                  <a:lnTo>
                    <a:pt x="1487102" y="1545801"/>
                  </a:lnTo>
                  <a:lnTo>
                    <a:pt x="1487051" y="1545840"/>
                  </a:lnTo>
                  <a:lnTo>
                    <a:pt x="1487004" y="1545867"/>
                  </a:lnTo>
                  <a:lnTo>
                    <a:pt x="1486966" y="1545885"/>
                  </a:lnTo>
                  <a:lnTo>
                    <a:pt x="1486928" y="1546052"/>
                  </a:lnTo>
                  <a:lnTo>
                    <a:pt x="1486850" y="1546190"/>
                  </a:lnTo>
                  <a:lnTo>
                    <a:pt x="1486822" y="1546298"/>
                  </a:lnTo>
                  <a:lnTo>
                    <a:pt x="1486823" y="1546427"/>
                  </a:lnTo>
                  <a:lnTo>
                    <a:pt x="1486823" y="1546438"/>
                  </a:lnTo>
                  <a:lnTo>
                    <a:pt x="1486847" y="1546602"/>
                  </a:lnTo>
                  <a:lnTo>
                    <a:pt x="1486832" y="1546894"/>
                  </a:lnTo>
                  <a:lnTo>
                    <a:pt x="1486823" y="1546998"/>
                  </a:lnTo>
                  <a:lnTo>
                    <a:pt x="1486910" y="1547066"/>
                  </a:lnTo>
                  <a:lnTo>
                    <a:pt x="1487051" y="1547163"/>
                  </a:lnTo>
                  <a:lnTo>
                    <a:pt x="1487114" y="1547176"/>
                  </a:lnTo>
                  <a:lnTo>
                    <a:pt x="1487154" y="1547185"/>
                  </a:lnTo>
                  <a:lnTo>
                    <a:pt x="1487215" y="1547215"/>
                  </a:lnTo>
                  <a:lnTo>
                    <a:pt x="1487242" y="1547320"/>
                  </a:lnTo>
                  <a:lnTo>
                    <a:pt x="1487245" y="1547337"/>
                  </a:lnTo>
                  <a:lnTo>
                    <a:pt x="1487299" y="1547637"/>
                  </a:lnTo>
                  <a:lnTo>
                    <a:pt x="1487289" y="1547710"/>
                  </a:lnTo>
                  <a:lnTo>
                    <a:pt x="1487253" y="1547796"/>
                  </a:lnTo>
                  <a:lnTo>
                    <a:pt x="1487220" y="1547874"/>
                  </a:lnTo>
                  <a:lnTo>
                    <a:pt x="1487207" y="1547898"/>
                  </a:lnTo>
                  <a:lnTo>
                    <a:pt x="1487143" y="1548023"/>
                  </a:lnTo>
                  <a:lnTo>
                    <a:pt x="1487086" y="1548075"/>
                  </a:lnTo>
                  <a:lnTo>
                    <a:pt x="1487020" y="1548136"/>
                  </a:lnTo>
                  <a:lnTo>
                    <a:pt x="1486969" y="1548161"/>
                  </a:lnTo>
                  <a:lnTo>
                    <a:pt x="1486885" y="1548271"/>
                  </a:lnTo>
                  <a:lnTo>
                    <a:pt x="1486854" y="1548340"/>
                  </a:lnTo>
                  <a:lnTo>
                    <a:pt x="1486824" y="1548443"/>
                  </a:lnTo>
                  <a:lnTo>
                    <a:pt x="1486820" y="1548470"/>
                  </a:lnTo>
                  <a:lnTo>
                    <a:pt x="1486825" y="1548516"/>
                  </a:lnTo>
                  <a:lnTo>
                    <a:pt x="1486881" y="1548553"/>
                  </a:lnTo>
                  <a:lnTo>
                    <a:pt x="1487033" y="1548604"/>
                  </a:lnTo>
                  <a:lnTo>
                    <a:pt x="1487036" y="1548610"/>
                  </a:lnTo>
                  <a:lnTo>
                    <a:pt x="1487044" y="1548640"/>
                  </a:lnTo>
                  <a:lnTo>
                    <a:pt x="1487013" y="1548716"/>
                  </a:lnTo>
                  <a:lnTo>
                    <a:pt x="1486912" y="1548800"/>
                  </a:lnTo>
                  <a:lnTo>
                    <a:pt x="1486865" y="1548825"/>
                  </a:lnTo>
                  <a:lnTo>
                    <a:pt x="1486647" y="1548898"/>
                  </a:lnTo>
                  <a:lnTo>
                    <a:pt x="1486572" y="1548988"/>
                  </a:lnTo>
                  <a:lnTo>
                    <a:pt x="1486555" y="1549012"/>
                  </a:lnTo>
                  <a:lnTo>
                    <a:pt x="1486552" y="1549052"/>
                  </a:lnTo>
                  <a:lnTo>
                    <a:pt x="1486543" y="1549083"/>
                  </a:lnTo>
                  <a:lnTo>
                    <a:pt x="1486522" y="1549103"/>
                  </a:lnTo>
                  <a:lnTo>
                    <a:pt x="1486471" y="1549135"/>
                  </a:lnTo>
                  <a:lnTo>
                    <a:pt x="1486410" y="1549212"/>
                  </a:lnTo>
                  <a:lnTo>
                    <a:pt x="1486384" y="1549274"/>
                  </a:lnTo>
                  <a:lnTo>
                    <a:pt x="1486339" y="1549488"/>
                  </a:lnTo>
                  <a:lnTo>
                    <a:pt x="1486318" y="1549546"/>
                  </a:lnTo>
                  <a:lnTo>
                    <a:pt x="1486265" y="1549600"/>
                  </a:lnTo>
                  <a:lnTo>
                    <a:pt x="1486233" y="1549622"/>
                  </a:lnTo>
                  <a:lnTo>
                    <a:pt x="1486201" y="1549688"/>
                  </a:lnTo>
                  <a:lnTo>
                    <a:pt x="1486204" y="1549732"/>
                  </a:lnTo>
                  <a:lnTo>
                    <a:pt x="1486287" y="1549778"/>
                  </a:lnTo>
                  <a:lnTo>
                    <a:pt x="1486350" y="1549812"/>
                  </a:lnTo>
                  <a:lnTo>
                    <a:pt x="1486437" y="1549860"/>
                  </a:lnTo>
                  <a:lnTo>
                    <a:pt x="1486462" y="1549873"/>
                  </a:lnTo>
                  <a:lnTo>
                    <a:pt x="1486474" y="1549880"/>
                  </a:lnTo>
                  <a:lnTo>
                    <a:pt x="1486490" y="1549882"/>
                  </a:lnTo>
                  <a:lnTo>
                    <a:pt x="1486527" y="1549856"/>
                  </a:lnTo>
                  <a:lnTo>
                    <a:pt x="1486614" y="1549764"/>
                  </a:lnTo>
                  <a:lnTo>
                    <a:pt x="1486667" y="1549711"/>
                  </a:lnTo>
                  <a:lnTo>
                    <a:pt x="1486806" y="1549785"/>
                  </a:lnTo>
                  <a:lnTo>
                    <a:pt x="1486894" y="1549845"/>
                  </a:lnTo>
                  <a:lnTo>
                    <a:pt x="1486931" y="1549812"/>
                  </a:lnTo>
                  <a:lnTo>
                    <a:pt x="1487035" y="1549665"/>
                  </a:lnTo>
                  <a:lnTo>
                    <a:pt x="1487082" y="1549583"/>
                  </a:lnTo>
                  <a:lnTo>
                    <a:pt x="1487104" y="1549576"/>
                  </a:lnTo>
                  <a:lnTo>
                    <a:pt x="1487139" y="1549565"/>
                  </a:lnTo>
                  <a:lnTo>
                    <a:pt x="1487193" y="1549630"/>
                  </a:lnTo>
                  <a:lnTo>
                    <a:pt x="1487197" y="1549635"/>
                  </a:lnTo>
                  <a:lnTo>
                    <a:pt x="1487227" y="1549728"/>
                  </a:lnTo>
                  <a:lnTo>
                    <a:pt x="1487220" y="1549862"/>
                  </a:lnTo>
                  <a:lnTo>
                    <a:pt x="1487227" y="1549925"/>
                  </a:lnTo>
                  <a:lnTo>
                    <a:pt x="1487186" y="1550125"/>
                  </a:lnTo>
                  <a:lnTo>
                    <a:pt x="1487133" y="1550219"/>
                  </a:lnTo>
                  <a:lnTo>
                    <a:pt x="1486981" y="1550390"/>
                  </a:lnTo>
                  <a:lnTo>
                    <a:pt x="1486888" y="1550540"/>
                  </a:lnTo>
                  <a:lnTo>
                    <a:pt x="1486837" y="1550704"/>
                  </a:lnTo>
                  <a:lnTo>
                    <a:pt x="1486704" y="1550826"/>
                  </a:lnTo>
                  <a:lnTo>
                    <a:pt x="1486533" y="1551015"/>
                  </a:lnTo>
                  <a:lnTo>
                    <a:pt x="1486508" y="1551042"/>
                  </a:lnTo>
                  <a:lnTo>
                    <a:pt x="1486489" y="1551067"/>
                  </a:lnTo>
                  <a:lnTo>
                    <a:pt x="1486148" y="1551457"/>
                  </a:lnTo>
                  <a:lnTo>
                    <a:pt x="1486008" y="1551617"/>
                  </a:lnTo>
                  <a:lnTo>
                    <a:pt x="1485867" y="1551771"/>
                  </a:lnTo>
                  <a:lnTo>
                    <a:pt x="1485791" y="1551854"/>
                  </a:lnTo>
                  <a:lnTo>
                    <a:pt x="1485846" y="1552085"/>
                  </a:lnTo>
                  <a:lnTo>
                    <a:pt x="1485871" y="1552127"/>
                  </a:lnTo>
                  <a:lnTo>
                    <a:pt x="1485895" y="1552150"/>
                  </a:lnTo>
                  <a:lnTo>
                    <a:pt x="1485951" y="1552288"/>
                  </a:lnTo>
                  <a:lnTo>
                    <a:pt x="1485935" y="1552433"/>
                  </a:lnTo>
                  <a:lnTo>
                    <a:pt x="1485917" y="1552470"/>
                  </a:lnTo>
                  <a:lnTo>
                    <a:pt x="1485489" y="1552485"/>
                  </a:lnTo>
                  <a:lnTo>
                    <a:pt x="1485220" y="1552520"/>
                  </a:lnTo>
                  <a:lnTo>
                    <a:pt x="1484835" y="1552683"/>
                  </a:lnTo>
                  <a:lnTo>
                    <a:pt x="1484570" y="1552795"/>
                  </a:lnTo>
                  <a:lnTo>
                    <a:pt x="1484535" y="1552829"/>
                  </a:lnTo>
                  <a:lnTo>
                    <a:pt x="1484542" y="1553043"/>
                  </a:lnTo>
                  <a:lnTo>
                    <a:pt x="1484543" y="1553076"/>
                  </a:lnTo>
                  <a:lnTo>
                    <a:pt x="1484533" y="1553099"/>
                  </a:lnTo>
                  <a:lnTo>
                    <a:pt x="1484492" y="1553181"/>
                  </a:lnTo>
                  <a:lnTo>
                    <a:pt x="1484440" y="1553284"/>
                  </a:lnTo>
                  <a:lnTo>
                    <a:pt x="1484398" y="1553316"/>
                  </a:lnTo>
                  <a:lnTo>
                    <a:pt x="1484287" y="1553402"/>
                  </a:lnTo>
                  <a:lnTo>
                    <a:pt x="1484118" y="1553409"/>
                  </a:lnTo>
                  <a:lnTo>
                    <a:pt x="1484033" y="1553423"/>
                  </a:lnTo>
                  <a:lnTo>
                    <a:pt x="1483556" y="1553830"/>
                  </a:lnTo>
                  <a:lnTo>
                    <a:pt x="1483552" y="1553833"/>
                  </a:lnTo>
                  <a:lnTo>
                    <a:pt x="1483154" y="1554073"/>
                  </a:lnTo>
                  <a:lnTo>
                    <a:pt x="1482877" y="1554284"/>
                  </a:lnTo>
                  <a:lnTo>
                    <a:pt x="1482730" y="1554397"/>
                  </a:lnTo>
                  <a:lnTo>
                    <a:pt x="1482679" y="1554434"/>
                  </a:lnTo>
                  <a:lnTo>
                    <a:pt x="1482422" y="1554272"/>
                  </a:lnTo>
                  <a:lnTo>
                    <a:pt x="1482308" y="1554165"/>
                  </a:lnTo>
                  <a:lnTo>
                    <a:pt x="1482276" y="1553985"/>
                  </a:lnTo>
                  <a:lnTo>
                    <a:pt x="1482376" y="1553861"/>
                  </a:lnTo>
                  <a:lnTo>
                    <a:pt x="1482713" y="1553663"/>
                  </a:lnTo>
                  <a:lnTo>
                    <a:pt x="1482835" y="1553522"/>
                  </a:lnTo>
                  <a:lnTo>
                    <a:pt x="1482857" y="1553496"/>
                  </a:lnTo>
                  <a:lnTo>
                    <a:pt x="1482878" y="1553455"/>
                  </a:lnTo>
                  <a:lnTo>
                    <a:pt x="1483057" y="1553102"/>
                  </a:lnTo>
                  <a:lnTo>
                    <a:pt x="1483240" y="1552775"/>
                  </a:lnTo>
                  <a:lnTo>
                    <a:pt x="1483314" y="1552712"/>
                  </a:lnTo>
                  <a:lnTo>
                    <a:pt x="1483423" y="1552711"/>
                  </a:lnTo>
                  <a:lnTo>
                    <a:pt x="1483468" y="1552741"/>
                  </a:lnTo>
                  <a:lnTo>
                    <a:pt x="1483527" y="1552697"/>
                  </a:lnTo>
                  <a:lnTo>
                    <a:pt x="1483683" y="1552512"/>
                  </a:lnTo>
                  <a:lnTo>
                    <a:pt x="1483774" y="1552304"/>
                  </a:lnTo>
                  <a:lnTo>
                    <a:pt x="1484440" y="1550783"/>
                  </a:lnTo>
                  <a:lnTo>
                    <a:pt x="1484544" y="1550560"/>
                  </a:lnTo>
                  <a:lnTo>
                    <a:pt x="1484638" y="1550313"/>
                  </a:lnTo>
                  <a:lnTo>
                    <a:pt x="1484646" y="1550292"/>
                  </a:lnTo>
                  <a:lnTo>
                    <a:pt x="1484688" y="1550209"/>
                  </a:lnTo>
                  <a:lnTo>
                    <a:pt x="1484778" y="1550033"/>
                  </a:lnTo>
                  <a:lnTo>
                    <a:pt x="1484905" y="1549797"/>
                  </a:lnTo>
                  <a:lnTo>
                    <a:pt x="1484961" y="1549696"/>
                  </a:lnTo>
                  <a:lnTo>
                    <a:pt x="1484857" y="1549681"/>
                  </a:lnTo>
                  <a:lnTo>
                    <a:pt x="1484745" y="1549665"/>
                  </a:lnTo>
                  <a:lnTo>
                    <a:pt x="1484676" y="1549749"/>
                  </a:lnTo>
                  <a:lnTo>
                    <a:pt x="1484642" y="1549828"/>
                  </a:lnTo>
                  <a:lnTo>
                    <a:pt x="1484613" y="1549896"/>
                  </a:lnTo>
                  <a:lnTo>
                    <a:pt x="1484609" y="1549905"/>
                  </a:lnTo>
                  <a:lnTo>
                    <a:pt x="1484474" y="1550039"/>
                  </a:lnTo>
                  <a:lnTo>
                    <a:pt x="1484449" y="1550059"/>
                  </a:lnTo>
                  <a:lnTo>
                    <a:pt x="1484413" y="1550088"/>
                  </a:lnTo>
                  <a:lnTo>
                    <a:pt x="1484409" y="1550091"/>
                  </a:lnTo>
                  <a:lnTo>
                    <a:pt x="1484402" y="1550091"/>
                  </a:lnTo>
                  <a:lnTo>
                    <a:pt x="1484304" y="1550091"/>
                  </a:lnTo>
                  <a:lnTo>
                    <a:pt x="1484102" y="1550082"/>
                  </a:lnTo>
                  <a:lnTo>
                    <a:pt x="1483967" y="1549742"/>
                  </a:lnTo>
                  <a:lnTo>
                    <a:pt x="1483988" y="1549464"/>
                  </a:lnTo>
                  <a:lnTo>
                    <a:pt x="1483994" y="1549389"/>
                  </a:lnTo>
                  <a:lnTo>
                    <a:pt x="1484015" y="1549210"/>
                  </a:lnTo>
                  <a:lnTo>
                    <a:pt x="1484020" y="1549167"/>
                  </a:lnTo>
                  <a:lnTo>
                    <a:pt x="1484019" y="1549083"/>
                  </a:lnTo>
                  <a:lnTo>
                    <a:pt x="1484013" y="1548971"/>
                  </a:lnTo>
                  <a:lnTo>
                    <a:pt x="1484004" y="1548928"/>
                  </a:lnTo>
                  <a:lnTo>
                    <a:pt x="1483994" y="1548913"/>
                  </a:lnTo>
                  <a:lnTo>
                    <a:pt x="1483989" y="1548901"/>
                  </a:lnTo>
                  <a:lnTo>
                    <a:pt x="1483887" y="1548711"/>
                  </a:lnTo>
                  <a:lnTo>
                    <a:pt x="1483828" y="1548640"/>
                  </a:lnTo>
                  <a:lnTo>
                    <a:pt x="1483793" y="1548634"/>
                  </a:lnTo>
                  <a:lnTo>
                    <a:pt x="1483667" y="1548612"/>
                  </a:lnTo>
                  <a:lnTo>
                    <a:pt x="1483643" y="1548614"/>
                  </a:lnTo>
                  <a:lnTo>
                    <a:pt x="1483520" y="1548626"/>
                  </a:lnTo>
                  <a:lnTo>
                    <a:pt x="1483509" y="1548627"/>
                  </a:lnTo>
                  <a:lnTo>
                    <a:pt x="1483467" y="1548650"/>
                  </a:lnTo>
                  <a:lnTo>
                    <a:pt x="1483453" y="1548726"/>
                  </a:lnTo>
                  <a:lnTo>
                    <a:pt x="1483435" y="1548781"/>
                  </a:lnTo>
                  <a:lnTo>
                    <a:pt x="1483428" y="1548783"/>
                  </a:lnTo>
                  <a:lnTo>
                    <a:pt x="1483384" y="1548787"/>
                  </a:lnTo>
                  <a:lnTo>
                    <a:pt x="1483141" y="1548764"/>
                  </a:lnTo>
                  <a:lnTo>
                    <a:pt x="1482954" y="1548742"/>
                  </a:lnTo>
                  <a:lnTo>
                    <a:pt x="1482909" y="1548732"/>
                  </a:lnTo>
                  <a:lnTo>
                    <a:pt x="1482868" y="1548723"/>
                  </a:lnTo>
                  <a:lnTo>
                    <a:pt x="1482855" y="1548692"/>
                  </a:lnTo>
                  <a:lnTo>
                    <a:pt x="1482853" y="1548635"/>
                  </a:lnTo>
                  <a:lnTo>
                    <a:pt x="1482907" y="1548558"/>
                  </a:lnTo>
                  <a:lnTo>
                    <a:pt x="1483060" y="1548424"/>
                  </a:lnTo>
                  <a:lnTo>
                    <a:pt x="1483068" y="1548399"/>
                  </a:lnTo>
                  <a:lnTo>
                    <a:pt x="1483102" y="1548287"/>
                  </a:lnTo>
                  <a:lnTo>
                    <a:pt x="1483104" y="1548281"/>
                  </a:lnTo>
                  <a:lnTo>
                    <a:pt x="1483106" y="1548260"/>
                  </a:lnTo>
                  <a:lnTo>
                    <a:pt x="1483061" y="1548244"/>
                  </a:lnTo>
                  <a:lnTo>
                    <a:pt x="1483044" y="1548271"/>
                  </a:lnTo>
                  <a:lnTo>
                    <a:pt x="1483040" y="1548276"/>
                  </a:lnTo>
                  <a:lnTo>
                    <a:pt x="1482989" y="1548345"/>
                  </a:lnTo>
                  <a:lnTo>
                    <a:pt x="1482923" y="1548426"/>
                  </a:lnTo>
                  <a:lnTo>
                    <a:pt x="1482822" y="1548510"/>
                  </a:lnTo>
                  <a:lnTo>
                    <a:pt x="1482786" y="1548540"/>
                  </a:lnTo>
                  <a:lnTo>
                    <a:pt x="1482732" y="1548496"/>
                  </a:lnTo>
                  <a:lnTo>
                    <a:pt x="1482693" y="1548452"/>
                  </a:lnTo>
                  <a:lnTo>
                    <a:pt x="1482672" y="1548429"/>
                  </a:lnTo>
                  <a:lnTo>
                    <a:pt x="1482645" y="1548388"/>
                  </a:lnTo>
                  <a:lnTo>
                    <a:pt x="1482624" y="1548356"/>
                  </a:lnTo>
                  <a:lnTo>
                    <a:pt x="1482612" y="1548333"/>
                  </a:lnTo>
                  <a:lnTo>
                    <a:pt x="1482606" y="1548308"/>
                  </a:lnTo>
                  <a:lnTo>
                    <a:pt x="1482595" y="1548301"/>
                  </a:lnTo>
                  <a:lnTo>
                    <a:pt x="1482579" y="1548302"/>
                  </a:lnTo>
                  <a:lnTo>
                    <a:pt x="1482572" y="1548309"/>
                  </a:lnTo>
                  <a:lnTo>
                    <a:pt x="1482567" y="1548313"/>
                  </a:lnTo>
                  <a:lnTo>
                    <a:pt x="1482540" y="1548340"/>
                  </a:lnTo>
                  <a:lnTo>
                    <a:pt x="1482484" y="1548397"/>
                  </a:lnTo>
                  <a:lnTo>
                    <a:pt x="1482497" y="1548434"/>
                  </a:lnTo>
                  <a:lnTo>
                    <a:pt x="1482541" y="1548477"/>
                  </a:lnTo>
                  <a:lnTo>
                    <a:pt x="1482619" y="1548544"/>
                  </a:lnTo>
                  <a:lnTo>
                    <a:pt x="1482627" y="1548588"/>
                  </a:lnTo>
                  <a:lnTo>
                    <a:pt x="1482623" y="1548652"/>
                  </a:lnTo>
                  <a:lnTo>
                    <a:pt x="1482618" y="1548721"/>
                  </a:lnTo>
                  <a:lnTo>
                    <a:pt x="1482587" y="1548761"/>
                  </a:lnTo>
                  <a:lnTo>
                    <a:pt x="1482549" y="1548810"/>
                  </a:lnTo>
                  <a:lnTo>
                    <a:pt x="1482545" y="1548892"/>
                  </a:lnTo>
                  <a:lnTo>
                    <a:pt x="1482542" y="1548933"/>
                  </a:lnTo>
                  <a:lnTo>
                    <a:pt x="1482470" y="1549069"/>
                  </a:lnTo>
                  <a:lnTo>
                    <a:pt x="1482434" y="1549141"/>
                  </a:lnTo>
                  <a:lnTo>
                    <a:pt x="1482386" y="1549219"/>
                  </a:lnTo>
                  <a:lnTo>
                    <a:pt x="1482378" y="1549231"/>
                  </a:lnTo>
                  <a:lnTo>
                    <a:pt x="1482367" y="1549244"/>
                  </a:lnTo>
                  <a:lnTo>
                    <a:pt x="1482279" y="1549331"/>
                  </a:lnTo>
                  <a:lnTo>
                    <a:pt x="1482273" y="1549337"/>
                  </a:lnTo>
                  <a:lnTo>
                    <a:pt x="1482185" y="1549393"/>
                  </a:lnTo>
                  <a:lnTo>
                    <a:pt x="1482121" y="1549398"/>
                  </a:lnTo>
                  <a:lnTo>
                    <a:pt x="1482112" y="1549390"/>
                  </a:lnTo>
                  <a:lnTo>
                    <a:pt x="1481989" y="1549247"/>
                  </a:lnTo>
                  <a:lnTo>
                    <a:pt x="1481953" y="1549165"/>
                  </a:lnTo>
                  <a:lnTo>
                    <a:pt x="1481909" y="1549115"/>
                  </a:lnTo>
                  <a:lnTo>
                    <a:pt x="1481748" y="1549078"/>
                  </a:lnTo>
                  <a:lnTo>
                    <a:pt x="1481733" y="1549075"/>
                  </a:lnTo>
                  <a:lnTo>
                    <a:pt x="1481628" y="1549048"/>
                  </a:lnTo>
                  <a:lnTo>
                    <a:pt x="1481598" y="1549068"/>
                  </a:lnTo>
                  <a:lnTo>
                    <a:pt x="1481594" y="1549071"/>
                  </a:lnTo>
                  <a:lnTo>
                    <a:pt x="1481603" y="1549098"/>
                  </a:lnTo>
                  <a:lnTo>
                    <a:pt x="1481612" y="1549127"/>
                  </a:lnTo>
                  <a:lnTo>
                    <a:pt x="1481647" y="1549224"/>
                  </a:lnTo>
                  <a:lnTo>
                    <a:pt x="1481661" y="1549269"/>
                  </a:lnTo>
                  <a:lnTo>
                    <a:pt x="1481630" y="1549311"/>
                  </a:lnTo>
                  <a:lnTo>
                    <a:pt x="1481613" y="1549353"/>
                  </a:lnTo>
                  <a:lnTo>
                    <a:pt x="1481590" y="1549363"/>
                  </a:lnTo>
                  <a:lnTo>
                    <a:pt x="1481553" y="1549381"/>
                  </a:lnTo>
                  <a:lnTo>
                    <a:pt x="1481491" y="1549399"/>
                  </a:lnTo>
                  <a:lnTo>
                    <a:pt x="1481486" y="1549400"/>
                  </a:lnTo>
                  <a:lnTo>
                    <a:pt x="1481466" y="1549400"/>
                  </a:lnTo>
                  <a:lnTo>
                    <a:pt x="1481353" y="1549398"/>
                  </a:lnTo>
                  <a:lnTo>
                    <a:pt x="1481279" y="1549404"/>
                  </a:lnTo>
                  <a:lnTo>
                    <a:pt x="1481186" y="1549413"/>
                  </a:lnTo>
                  <a:lnTo>
                    <a:pt x="1481126" y="1549441"/>
                  </a:lnTo>
                  <a:lnTo>
                    <a:pt x="1481050" y="1549473"/>
                  </a:lnTo>
                  <a:lnTo>
                    <a:pt x="1481019" y="1549487"/>
                  </a:lnTo>
                  <a:lnTo>
                    <a:pt x="1481009" y="1549526"/>
                  </a:lnTo>
                  <a:lnTo>
                    <a:pt x="1481008" y="1549532"/>
                  </a:lnTo>
                  <a:lnTo>
                    <a:pt x="1481000" y="1549538"/>
                  </a:lnTo>
                  <a:lnTo>
                    <a:pt x="1480972" y="1549560"/>
                  </a:lnTo>
                  <a:lnTo>
                    <a:pt x="1480916" y="1549577"/>
                  </a:lnTo>
                  <a:lnTo>
                    <a:pt x="1480895" y="1549569"/>
                  </a:lnTo>
                  <a:lnTo>
                    <a:pt x="1480843" y="1549544"/>
                  </a:lnTo>
                  <a:lnTo>
                    <a:pt x="1480813" y="1549521"/>
                  </a:lnTo>
                  <a:lnTo>
                    <a:pt x="1480768" y="1549486"/>
                  </a:lnTo>
                  <a:lnTo>
                    <a:pt x="1480748" y="1549463"/>
                  </a:lnTo>
                  <a:lnTo>
                    <a:pt x="1480700" y="1549413"/>
                  </a:lnTo>
                  <a:lnTo>
                    <a:pt x="1480686" y="1549400"/>
                  </a:lnTo>
                  <a:lnTo>
                    <a:pt x="1480672" y="1549387"/>
                  </a:lnTo>
                  <a:lnTo>
                    <a:pt x="1480641" y="1549397"/>
                  </a:lnTo>
                  <a:lnTo>
                    <a:pt x="1480613" y="1549407"/>
                  </a:lnTo>
                  <a:lnTo>
                    <a:pt x="1480553" y="1549408"/>
                  </a:lnTo>
                  <a:lnTo>
                    <a:pt x="1480483" y="1549416"/>
                  </a:lnTo>
                  <a:lnTo>
                    <a:pt x="1480451" y="1549477"/>
                  </a:lnTo>
                  <a:lnTo>
                    <a:pt x="1480645" y="1549704"/>
                  </a:lnTo>
                  <a:lnTo>
                    <a:pt x="1480688" y="1549759"/>
                  </a:lnTo>
                  <a:lnTo>
                    <a:pt x="1480767" y="1549827"/>
                  </a:lnTo>
                  <a:lnTo>
                    <a:pt x="1480865" y="1549905"/>
                  </a:lnTo>
                  <a:lnTo>
                    <a:pt x="1480947" y="1549981"/>
                  </a:lnTo>
                  <a:lnTo>
                    <a:pt x="1480976" y="1550021"/>
                  </a:lnTo>
                  <a:lnTo>
                    <a:pt x="1480992" y="1550057"/>
                  </a:lnTo>
                  <a:lnTo>
                    <a:pt x="1480947" y="1550164"/>
                  </a:lnTo>
                  <a:lnTo>
                    <a:pt x="1480898" y="1550280"/>
                  </a:lnTo>
                  <a:lnTo>
                    <a:pt x="1480871" y="1550338"/>
                  </a:lnTo>
                  <a:lnTo>
                    <a:pt x="1480854" y="1550368"/>
                  </a:lnTo>
                  <a:lnTo>
                    <a:pt x="1480845" y="1550384"/>
                  </a:lnTo>
                  <a:lnTo>
                    <a:pt x="1480835" y="1550390"/>
                  </a:lnTo>
                  <a:lnTo>
                    <a:pt x="1480810" y="1550406"/>
                  </a:lnTo>
                  <a:lnTo>
                    <a:pt x="1480683" y="1550480"/>
                  </a:lnTo>
                  <a:lnTo>
                    <a:pt x="1480637" y="1550491"/>
                  </a:lnTo>
                  <a:lnTo>
                    <a:pt x="1480631" y="1550491"/>
                  </a:lnTo>
                  <a:lnTo>
                    <a:pt x="1480581" y="1550490"/>
                  </a:lnTo>
                  <a:lnTo>
                    <a:pt x="1480518" y="1550486"/>
                  </a:lnTo>
                  <a:lnTo>
                    <a:pt x="1480445" y="1550478"/>
                  </a:lnTo>
                  <a:lnTo>
                    <a:pt x="1480394" y="1550439"/>
                  </a:lnTo>
                  <a:lnTo>
                    <a:pt x="1480357" y="1550411"/>
                  </a:lnTo>
                  <a:lnTo>
                    <a:pt x="1480352" y="1550406"/>
                  </a:lnTo>
                  <a:lnTo>
                    <a:pt x="1480336" y="1550407"/>
                  </a:lnTo>
                  <a:lnTo>
                    <a:pt x="1480303" y="1550410"/>
                  </a:lnTo>
                  <a:lnTo>
                    <a:pt x="1480253" y="1550399"/>
                  </a:lnTo>
                  <a:lnTo>
                    <a:pt x="1480229" y="1550402"/>
                  </a:lnTo>
                  <a:lnTo>
                    <a:pt x="1480139" y="1550432"/>
                  </a:lnTo>
                  <a:lnTo>
                    <a:pt x="1480085" y="1550450"/>
                  </a:lnTo>
                  <a:lnTo>
                    <a:pt x="1480029" y="1550475"/>
                  </a:lnTo>
                  <a:lnTo>
                    <a:pt x="1480005" y="1550487"/>
                  </a:lnTo>
                  <a:lnTo>
                    <a:pt x="1479878" y="1550574"/>
                  </a:lnTo>
                  <a:lnTo>
                    <a:pt x="1479868" y="1550583"/>
                  </a:lnTo>
                  <a:lnTo>
                    <a:pt x="1479852" y="1550597"/>
                  </a:lnTo>
                  <a:lnTo>
                    <a:pt x="1479825" y="1550653"/>
                  </a:lnTo>
                  <a:lnTo>
                    <a:pt x="1479823" y="1550700"/>
                  </a:lnTo>
                  <a:lnTo>
                    <a:pt x="1479815" y="1550760"/>
                  </a:lnTo>
                  <a:lnTo>
                    <a:pt x="1479810" y="1550807"/>
                  </a:lnTo>
                  <a:lnTo>
                    <a:pt x="1479810" y="1550817"/>
                  </a:lnTo>
                  <a:lnTo>
                    <a:pt x="1479849" y="1550848"/>
                  </a:lnTo>
                  <a:lnTo>
                    <a:pt x="1479868" y="1550864"/>
                  </a:lnTo>
                  <a:lnTo>
                    <a:pt x="1479874" y="1550873"/>
                  </a:lnTo>
                  <a:lnTo>
                    <a:pt x="1479869" y="1550879"/>
                  </a:lnTo>
                  <a:lnTo>
                    <a:pt x="1479827" y="1550933"/>
                  </a:lnTo>
                  <a:lnTo>
                    <a:pt x="1479786" y="1550980"/>
                  </a:lnTo>
                  <a:lnTo>
                    <a:pt x="1479752" y="1550997"/>
                  </a:lnTo>
                  <a:lnTo>
                    <a:pt x="1479716" y="1551009"/>
                  </a:lnTo>
                  <a:lnTo>
                    <a:pt x="1479711" y="1551011"/>
                  </a:lnTo>
                  <a:lnTo>
                    <a:pt x="1479677" y="1551025"/>
                  </a:lnTo>
                  <a:lnTo>
                    <a:pt x="1479617" y="1551050"/>
                  </a:lnTo>
                  <a:lnTo>
                    <a:pt x="1479609" y="1551043"/>
                  </a:lnTo>
                  <a:lnTo>
                    <a:pt x="1479542" y="1550982"/>
                  </a:lnTo>
                  <a:lnTo>
                    <a:pt x="1479511" y="1550949"/>
                  </a:lnTo>
                  <a:lnTo>
                    <a:pt x="1479438" y="1550870"/>
                  </a:lnTo>
                  <a:lnTo>
                    <a:pt x="1479420" y="1550851"/>
                  </a:lnTo>
                  <a:lnTo>
                    <a:pt x="1479410" y="1550803"/>
                  </a:lnTo>
                  <a:lnTo>
                    <a:pt x="1479413" y="1550790"/>
                  </a:lnTo>
                  <a:lnTo>
                    <a:pt x="1479413" y="1550785"/>
                  </a:lnTo>
                  <a:lnTo>
                    <a:pt x="1479397" y="1550781"/>
                  </a:lnTo>
                  <a:lnTo>
                    <a:pt x="1479371" y="1550784"/>
                  </a:lnTo>
                  <a:lnTo>
                    <a:pt x="1479363" y="1550793"/>
                  </a:lnTo>
                  <a:lnTo>
                    <a:pt x="1479350" y="1550808"/>
                  </a:lnTo>
                  <a:lnTo>
                    <a:pt x="1479337" y="1550819"/>
                  </a:lnTo>
                  <a:lnTo>
                    <a:pt x="1479293" y="1550815"/>
                  </a:lnTo>
                  <a:lnTo>
                    <a:pt x="1479261" y="1550814"/>
                  </a:lnTo>
                  <a:lnTo>
                    <a:pt x="1479244" y="1550814"/>
                  </a:lnTo>
                  <a:lnTo>
                    <a:pt x="1479237" y="1550820"/>
                  </a:lnTo>
                  <a:lnTo>
                    <a:pt x="1479233" y="1550830"/>
                  </a:lnTo>
                  <a:lnTo>
                    <a:pt x="1479235" y="1550842"/>
                  </a:lnTo>
                  <a:lnTo>
                    <a:pt x="1479245" y="1550903"/>
                  </a:lnTo>
                  <a:lnTo>
                    <a:pt x="1479247" y="1550940"/>
                  </a:lnTo>
                  <a:lnTo>
                    <a:pt x="1479293" y="1550981"/>
                  </a:lnTo>
                  <a:lnTo>
                    <a:pt x="1479304" y="1550992"/>
                  </a:lnTo>
                  <a:lnTo>
                    <a:pt x="1479330" y="1551077"/>
                  </a:lnTo>
                  <a:lnTo>
                    <a:pt x="1479343" y="1551212"/>
                  </a:lnTo>
                  <a:lnTo>
                    <a:pt x="1479360" y="1551376"/>
                  </a:lnTo>
                  <a:lnTo>
                    <a:pt x="1479370" y="1551483"/>
                  </a:lnTo>
                  <a:lnTo>
                    <a:pt x="1479374" y="1551523"/>
                  </a:lnTo>
                  <a:lnTo>
                    <a:pt x="1479376" y="1551544"/>
                  </a:lnTo>
                  <a:lnTo>
                    <a:pt x="1479793" y="1551875"/>
                  </a:lnTo>
                  <a:lnTo>
                    <a:pt x="1479923" y="1551978"/>
                  </a:lnTo>
                  <a:lnTo>
                    <a:pt x="1480089" y="1552046"/>
                  </a:lnTo>
                  <a:lnTo>
                    <a:pt x="1480129" y="1552052"/>
                  </a:lnTo>
                  <a:lnTo>
                    <a:pt x="1480433" y="1552103"/>
                  </a:lnTo>
                  <a:lnTo>
                    <a:pt x="1480648" y="1552153"/>
                  </a:lnTo>
                  <a:lnTo>
                    <a:pt x="1480769" y="1552208"/>
                  </a:lnTo>
                  <a:lnTo>
                    <a:pt x="1480778" y="1552219"/>
                  </a:lnTo>
                  <a:lnTo>
                    <a:pt x="1480905" y="1552379"/>
                  </a:lnTo>
                  <a:lnTo>
                    <a:pt x="1481001" y="1552432"/>
                  </a:lnTo>
                  <a:lnTo>
                    <a:pt x="1481205" y="1552547"/>
                  </a:lnTo>
                  <a:lnTo>
                    <a:pt x="1481444" y="1552762"/>
                  </a:lnTo>
                  <a:lnTo>
                    <a:pt x="1481396" y="1552821"/>
                  </a:lnTo>
                  <a:lnTo>
                    <a:pt x="1481336" y="1552874"/>
                  </a:lnTo>
                  <a:lnTo>
                    <a:pt x="1481194" y="1552911"/>
                  </a:lnTo>
                  <a:lnTo>
                    <a:pt x="1480792" y="1552990"/>
                  </a:lnTo>
                  <a:lnTo>
                    <a:pt x="1480721" y="1553007"/>
                  </a:lnTo>
                  <a:lnTo>
                    <a:pt x="1480062" y="1553169"/>
                  </a:lnTo>
                  <a:lnTo>
                    <a:pt x="1479985" y="1553185"/>
                  </a:lnTo>
                  <a:lnTo>
                    <a:pt x="1479974" y="1553189"/>
                  </a:lnTo>
                  <a:lnTo>
                    <a:pt x="1479941" y="1553197"/>
                  </a:lnTo>
                  <a:lnTo>
                    <a:pt x="1479911" y="1553205"/>
                  </a:lnTo>
                  <a:lnTo>
                    <a:pt x="1479887" y="1553210"/>
                  </a:lnTo>
                  <a:lnTo>
                    <a:pt x="1479877" y="1553213"/>
                  </a:lnTo>
                  <a:lnTo>
                    <a:pt x="1479852" y="1553219"/>
                  </a:lnTo>
                  <a:lnTo>
                    <a:pt x="1479830" y="1553226"/>
                  </a:lnTo>
                  <a:lnTo>
                    <a:pt x="1479823" y="1553228"/>
                  </a:lnTo>
                  <a:lnTo>
                    <a:pt x="1479814" y="1553230"/>
                  </a:lnTo>
                  <a:lnTo>
                    <a:pt x="1479383" y="1553373"/>
                  </a:lnTo>
                  <a:lnTo>
                    <a:pt x="1479375" y="1553375"/>
                  </a:lnTo>
                  <a:lnTo>
                    <a:pt x="1479271" y="1553399"/>
                  </a:lnTo>
                  <a:lnTo>
                    <a:pt x="1478564" y="1553561"/>
                  </a:lnTo>
                  <a:lnTo>
                    <a:pt x="1478296" y="1553481"/>
                  </a:lnTo>
                  <a:lnTo>
                    <a:pt x="1478296" y="1553469"/>
                  </a:lnTo>
                  <a:lnTo>
                    <a:pt x="1478312" y="1553414"/>
                  </a:lnTo>
                  <a:lnTo>
                    <a:pt x="1478324" y="1553385"/>
                  </a:lnTo>
                  <a:lnTo>
                    <a:pt x="1478342" y="1553375"/>
                  </a:lnTo>
                  <a:lnTo>
                    <a:pt x="1478793" y="1553319"/>
                  </a:lnTo>
                  <a:lnTo>
                    <a:pt x="1478808" y="1553317"/>
                  </a:lnTo>
                  <a:lnTo>
                    <a:pt x="1478852" y="1553305"/>
                  </a:lnTo>
                  <a:lnTo>
                    <a:pt x="1479059" y="1553248"/>
                  </a:lnTo>
                  <a:lnTo>
                    <a:pt x="1479075" y="1553243"/>
                  </a:lnTo>
                  <a:lnTo>
                    <a:pt x="1479069" y="1553217"/>
                  </a:lnTo>
                  <a:lnTo>
                    <a:pt x="1479066" y="1553203"/>
                  </a:lnTo>
                  <a:lnTo>
                    <a:pt x="1479063" y="1553173"/>
                  </a:lnTo>
                  <a:lnTo>
                    <a:pt x="1479057" y="1553154"/>
                  </a:lnTo>
                  <a:lnTo>
                    <a:pt x="1479055" y="1553142"/>
                  </a:lnTo>
                  <a:lnTo>
                    <a:pt x="1479054" y="1553136"/>
                  </a:lnTo>
                  <a:lnTo>
                    <a:pt x="1479051" y="1553118"/>
                  </a:lnTo>
                  <a:lnTo>
                    <a:pt x="1479043" y="1553073"/>
                  </a:lnTo>
                  <a:lnTo>
                    <a:pt x="1479038" y="1553040"/>
                  </a:lnTo>
                  <a:lnTo>
                    <a:pt x="1479032" y="1553003"/>
                  </a:lnTo>
                  <a:lnTo>
                    <a:pt x="1479025" y="1552968"/>
                  </a:lnTo>
                  <a:lnTo>
                    <a:pt x="1479020" y="1552937"/>
                  </a:lnTo>
                  <a:lnTo>
                    <a:pt x="1479016" y="1552915"/>
                  </a:lnTo>
                  <a:lnTo>
                    <a:pt x="1479013" y="1552896"/>
                  </a:lnTo>
                  <a:lnTo>
                    <a:pt x="1479008" y="1552871"/>
                  </a:lnTo>
                  <a:lnTo>
                    <a:pt x="1479006" y="1552861"/>
                  </a:lnTo>
                  <a:lnTo>
                    <a:pt x="1479002" y="1552834"/>
                  </a:lnTo>
                  <a:lnTo>
                    <a:pt x="1478998" y="1552814"/>
                  </a:lnTo>
                  <a:lnTo>
                    <a:pt x="1478997" y="1552806"/>
                  </a:lnTo>
                  <a:lnTo>
                    <a:pt x="1478991" y="1552769"/>
                  </a:lnTo>
                  <a:lnTo>
                    <a:pt x="1478981" y="1552723"/>
                  </a:lnTo>
                  <a:lnTo>
                    <a:pt x="1478980" y="1552715"/>
                  </a:lnTo>
                  <a:lnTo>
                    <a:pt x="1478978" y="1552703"/>
                  </a:lnTo>
                  <a:lnTo>
                    <a:pt x="1478975" y="1552686"/>
                  </a:lnTo>
                  <a:lnTo>
                    <a:pt x="1478973" y="1552678"/>
                  </a:lnTo>
                  <a:lnTo>
                    <a:pt x="1478969" y="1552676"/>
                  </a:lnTo>
                  <a:lnTo>
                    <a:pt x="1478937" y="1552685"/>
                  </a:lnTo>
                  <a:lnTo>
                    <a:pt x="1478888" y="1552704"/>
                  </a:lnTo>
                  <a:lnTo>
                    <a:pt x="1478881" y="1552709"/>
                  </a:lnTo>
                  <a:lnTo>
                    <a:pt x="1478773" y="1552781"/>
                  </a:lnTo>
                  <a:lnTo>
                    <a:pt x="1478652" y="1552860"/>
                  </a:lnTo>
                  <a:lnTo>
                    <a:pt x="1478202" y="1552892"/>
                  </a:lnTo>
                  <a:lnTo>
                    <a:pt x="1477839" y="1552857"/>
                  </a:lnTo>
                  <a:lnTo>
                    <a:pt x="1477765" y="1552810"/>
                  </a:lnTo>
                  <a:lnTo>
                    <a:pt x="1477736" y="1552767"/>
                  </a:lnTo>
                  <a:lnTo>
                    <a:pt x="1477696" y="1552645"/>
                  </a:lnTo>
                  <a:lnTo>
                    <a:pt x="1477738" y="1552488"/>
                  </a:lnTo>
                  <a:lnTo>
                    <a:pt x="1477819" y="1552536"/>
                  </a:lnTo>
                  <a:lnTo>
                    <a:pt x="1477823" y="1552523"/>
                  </a:lnTo>
                  <a:lnTo>
                    <a:pt x="1477065" y="1551920"/>
                  </a:lnTo>
                  <a:lnTo>
                    <a:pt x="1476811" y="1551922"/>
                  </a:lnTo>
                  <a:lnTo>
                    <a:pt x="1476821" y="1551979"/>
                  </a:lnTo>
                  <a:lnTo>
                    <a:pt x="1476813" y="1552041"/>
                  </a:lnTo>
                  <a:lnTo>
                    <a:pt x="1476792" y="1552099"/>
                  </a:lnTo>
                  <a:lnTo>
                    <a:pt x="1476795" y="1552125"/>
                  </a:lnTo>
                  <a:lnTo>
                    <a:pt x="1476821" y="1552174"/>
                  </a:lnTo>
                  <a:lnTo>
                    <a:pt x="1476844" y="1552170"/>
                  </a:lnTo>
                  <a:lnTo>
                    <a:pt x="1476870" y="1552167"/>
                  </a:lnTo>
                  <a:lnTo>
                    <a:pt x="1476910" y="1552129"/>
                  </a:lnTo>
                  <a:lnTo>
                    <a:pt x="1476944" y="1552120"/>
                  </a:lnTo>
                  <a:lnTo>
                    <a:pt x="1476965" y="1552119"/>
                  </a:lnTo>
                  <a:lnTo>
                    <a:pt x="1476997" y="1552146"/>
                  </a:lnTo>
                  <a:lnTo>
                    <a:pt x="1477000" y="1552156"/>
                  </a:lnTo>
                  <a:lnTo>
                    <a:pt x="1476969" y="1552191"/>
                  </a:lnTo>
                  <a:lnTo>
                    <a:pt x="1476948" y="1552213"/>
                  </a:lnTo>
                  <a:lnTo>
                    <a:pt x="1476939" y="1552220"/>
                  </a:lnTo>
                  <a:lnTo>
                    <a:pt x="1476948" y="1552237"/>
                  </a:lnTo>
                  <a:lnTo>
                    <a:pt x="1476968" y="1552277"/>
                  </a:lnTo>
                  <a:lnTo>
                    <a:pt x="1476982" y="1552304"/>
                  </a:lnTo>
                  <a:lnTo>
                    <a:pt x="1477005" y="1552306"/>
                  </a:lnTo>
                  <a:lnTo>
                    <a:pt x="1477018" y="1552301"/>
                  </a:lnTo>
                  <a:lnTo>
                    <a:pt x="1477031" y="1552294"/>
                  </a:lnTo>
                  <a:lnTo>
                    <a:pt x="1477064" y="1552295"/>
                  </a:lnTo>
                  <a:lnTo>
                    <a:pt x="1477076" y="1552331"/>
                  </a:lnTo>
                  <a:lnTo>
                    <a:pt x="1477089" y="1552374"/>
                  </a:lnTo>
                  <a:lnTo>
                    <a:pt x="1477089" y="1552388"/>
                  </a:lnTo>
                  <a:lnTo>
                    <a:pt x="1477051" y="1552414"/>
                  </a:lnTo>
                  <a:lnTo>
                    <a:pt x="1476988" y="1552432"/>
                  </a:lnTo>
                  <a:lnTo>
                    <a:pt x="1476953" y="1552432"/>
                  </a:lnTo>
                  <a:lnTo>
                    <a:pt x="1476916" y="1552431"/>
                  </a:lnTo>
                  <a:lnTo>
                    <a:pt x="1476887" y="1552407"/>
                  </a:lnTo>
                  <a:lnTo>
                    <a:pt x="1476848" y="1552428"/>
                  </a:lnTo>
                  <a:lnTo>
                    <a:pt x="1476804" y="1552490"/>
                  </a:lnTo>
                  <a:lnTo>
                    <a:pt x="1476796" y="1552507"/>
                  </a:lnTo>
                  <a:lnTo>
                    <a:pt x="1476807" y="1552520"/>
                  </a:lnTo>
                  <a:lnTo>
                    <a:pt x="1476826" y="1552577"/>
                  </a:lnTo>
                  <a:lnTo>
                    <a:pt x="1476828" y="1552594"/>
                  </a:lnTo>
                  <a:lnTo>
                    <a:pt x="1476804" y="1552625"/>
                  </a:lnTo>
                  <a:lnTo>
                    <a:pt x="1476785" y="1552643"/>
                  </a:lnTo>
                  <a:lnTo>
                    <a:pt x="1476762" y="1552656"/>
                  </a:lnTo>
                  <a:lnTo>
                    <a:pt x="1476754" y="1552660"/>
                  </a:lnTo>
                  <a:lnTo>
                    <a:pt x="1476734" y="1552666"/>
                  </a:lnTo>
                  <a:lnTo>
                    <a:pt x="1476692" y="1552678"/>
                  </a:lnTo>
                  <a:lnTo>
                    <a:pt x="1476644" y="1552691"/>
                  </a:lnTo>
                  <a:lnTo>
                    <a:pt x="1476490" y="1552728"/>
                  </a:lnTo>
                  <a:lnTo>
                    <a:pt x="1476464" y="1552733"/>
                  </a:lnTo>
                  <a:lnTo>
                    <a:pt x="1476458" y="1552734"/>
                  </a:lnTo>
                  <a:lnTo>
                    <a:pt x="1476403" y="1552731"/>
                  </a:lnTo>
                  <a:lnTo>
                    <a:pt x="1476279" y="1552728"/>
                  </a:lnTo>
                  <a:lnTo>
                    <a:pt x="1476225" y="1552727"/>
                  </a:lnTo>
                  <a:lnTo>
                    <a:pt x="1476178" y="1552718"/>
                  </a:lnTo>
                  <a:lnTo>
                    <a:pt x="1476117" y="1552695"/>
                  </a:lnTo>
                  <a:lnTo>
                    <a:pt x="1476036" y="1552671"/>
                  </a:lnTo>
                  <a:lnTo>
                    <a:pt x="1475972" y="1552679"/>
                  </a:lnTo>
                  <a:lnTo>
                    <a:pt x="1475916" y="1552665"/>
                  </a:lnTo>
                  <a:lnTo>
                    <a:pt x="1475846" y="1552631"/>
                  </a:lnTo>
                  <a:lnTo>
                    <a:pt x="1475784" y="1552598"/>
                  </a:lnTo>
                  <a:lnTo>
                    <a:pt x="1475734" y="1552570"/>
                  </a:lnTo>
                  <a:lnTo>
                    <a:pt x="1475685" y="1552511"/>
                  </a:lnTo>
                  <a:lnTo>
                    <a:pt x="1475636" y="1552449"/>
                  </a:lnTo>
                  <a:lnTo>
                    <a:pt x="1475610" y="1552398"/>
                  </a:lnTo>
                  <a:lnTo>
                    <a:pt x="1475590" y="1552352"/>
                  </a:lnTo>
                  <a:lnTo>
                    <a:pt x="1475571" y="1552288"/>
                  </a:lnTo>
                  <a:lnTo>
                    <a:pt x="1475556" y="1552238"/>
                  </a:lnTo>
                  <a:lnTo>
                    <a:pt x="1475545" y="1552234"/>
                  </a:lnTo>
                  <a:lnTo>
                    <a:pt x="1475434" y="1552200"/>
                  </a:lnTo>
                  <a:lnTo>
                    <a:pt x="1475288" y="1552156"/>
                  </a:lnTo>
                  <a:lnTo>
                    <a:pt x="1475256" y="1552151"/>
                  </a:lnTo>
                  <a:lnTo>
                    <a:pt x="1475010" y="1552073"/>
                  </a:lnTo>
                  <a:lnTo>
                    <a:pt x="1474721" y="1551996"/>
                  </a:lnTo>
                  <a:lnTo>
                    <a:pt x="1474508" y="1552001"/>
                  </a:lnTo>
                  <a:lnTo>
                    <a:pt x="1474460" y="1551986"/>
                  </a:lnTo>
                  <a:lnTo>
                    <a:pt x="1474430" y="1551976"/>
                  </a:lnTo>
                  <a:lnTo>
                    <a:pt x="1474356" y="1552018"/>
                  </a:lnTo>
                  <a:lnTo>
                    <a:pt x="1474340" y="1552027"/>
                  </a:lnTo>
                  <a:lnTo>
                    <a:pt x="1474344" y="1552049"/>
                  </a:lnTo>
                  <a:lnTo>
                    <a:pt x="1474196" y="1552086"/>
                  </a:lnTo>
                  <a:lnTo>
                    <a:pt x="1473838" y="1552146"/>
                  </a:lnTo>
                  <a:lnTo>
                    <a:pt x="1473803" y="1552136"/>
                  </a:lnTo>
                  <a:lnTo>
                    <a:pt x="1473771" y="1552107"/>
                  </a:lnTo>
                  <a:lnTo>
                    <a:pt x="1473658" y="1552053"/>
                  </a:lnTo>
                  <a:lnTo>
                    <a:pt x="1473619" y="1552041"/>
                  </a:lnTo>
                  <a:lnTo>
                    <a:pt x="1473569" y="1552049"/>
                  </a:lnTo>
                  <a:lnTo>
                    <a:pt x="1473527" y="1552075"/>
                  </a:lnTo>
                  <a:lnTo>
                    <a:pt x="1473470" y="1552099"/>
                  </a:lnTo>
                  <a:lnTo>
                    <a:pt x="1473430" y="1552115"/>
                  </a:lnTo>
                  <a:lnTo>
                    <a:pt x="1473381" y="1552113"/>
                  </a:lnTo>
                  <a:lnTo>
                    <a:pt x="1473376" y="1552113"/>
                  </a:lnTo>
                  <a:lnTo>
                    <a:pt x="1473354" y="1552115"/>
                  </a:lnTo>
                  <a:lnTo>
                    <a:pt x="1473292" y="1552134"/>
                  </a:lnTo>
                  <a:lnTo>
                    <a:pt x="1473261" y="1552140"/>
                  </a:lnTo>
                  <a:lnTo>
                    <a:pt x="1473214" y="1552143"/>
                  </a:lnTo>
                  <a:lnTo>
                    <a:pt x="1473144" y="1552142"/>
                  </a:lnTo>
                  <a:lnTo>
                    <a:pt x="1473088" y="1552142"/>
                  </a:lnTo>
                  <a:lnTo>
                    <a:pt x="1473052" y="1552146"/>
                  </a:lnTo>
                  <a:lnTo>
                    <a:pt x="1473026" y="1552156"/>
                  </a:lnTo>
                  <a:lnTo>
                    <a:pt x="1473017" y="1552160"/>
                  </a:lnTo>
                  <a:lnTo>
                    <a:pt x="1472896" y="1552227"/>
                  </a:lnTo>
                  <a:lnTo>
                    <a:pt x="1472891" y="1552230"/>
                  </a:lnTo>
                  <a:lnTo>
                    <a:pt x="1472836" y="1552260"/>
                  </a:lnTo>
                  <a:lnTo>
                    <a:pt x="1472802" y="1552268"/>
                  </a:lnTo>
                  <a:lnTo>
                    <a:pt x="1472769" y="1552271"/>
                  </a:lnTo>
                  <a:lnTo>
                    <a:pt x="1472724" y="1552269"/>
                  </a:lnTo>
                  <a:lnTo>
                    <a:pt x="1472646" y="1552254"/>
                  </a:lnTo>
                  <a:lnTo>
                    <a:pt x="1472553" y="1552231"/>
                  </a:lnTo>
                  <a:lnTo>
                    <a:pt x="1472521" y="1552227"/>
                  </a:lnTo>
                  <a:lnTo>
                    <a:pt x="1472497" y="1552231"/>
                  </a:lnTo>
                  <a:lnTo>
                    <a:pt x="1472481" y="1552239"/>
                  </a:lnTo>
                  <a:lnTo>
                    <a:pt x="1472468" y="1552248"/>
                  </a:lnTo>
                  <a:lnTo>
                    <a:pt x="1472460" y="1552259"/>
                  </a:lnTo>
                  <a:lnTo>
                    <a:pt x="1472453" y="1552268"/>
                  </a:lnTo>
                  <a:lnTo>
                    <a:pt x="1472440" y="1552292"/>
                  </a:lnTo>
                  <a:lnTo>
                    <a:pt x="1472435" y="1552308"/>
                  </a:lnTo>
                  <a:lnTo>
                    <a:pt x="1472431" y="1552323"/>
                  </a:lnTo>
                  <a:lnTo>
                    <a:pt x="1472428" y="1552335"/>
                  </a:lnTo>
                  <a:lnTo>
                    <a:pt x="1472424" y="1552348"/>
                  </a:lnTo>
                  <a:lnTo>
                    <a:pt x="1472419" y="1552386"/>
                  </a:lnTo>
                  <a:lnTo>
                    <a:pt x="1472415" y="1552408"/>
                  </a:lnTo>
                  <a:lnTo>
                    <a:pt x="1472378" y="1552443"/>
                  </a:lnTo>
                  <a:lnTo>
                    <a:pt x="1472342" y="1552466"/>
                  </a:lnTo>
                  <a:lnTo>
                    <a:pt x="1472317" y="1552478"/>
                  </a:lnTo>
                  <a:lnTo>
                    <a:pt x="1472290" y="1552485"/>
                  </a:lnTo>
                  <a:lnTo>
                    <a:pt x="1472281" y="1552485"/>
                  </a:lnTo>
                  <a:lnTo>
                    <a:pt x="1472274" y="1552485"/>
                  </a:lnTo>
                  <a:lnTo>
                    <a:pt x="1472265" y="1552484"/>
                  </a:lnTo>
                  <a:lnTo>
                    <a:pt x="1472257" y="1552479"/>
                  </a:lnTo>
                  <a:lnTo>
                    <a:pt x="1472163" y="1552427"/>
                  </a:lnTo>
                  <a:lnTo>
                    <a:pt x="1472152" y="1552424"/>
                  </a:lnTo>
                  <a:lnTo>
                    <a:pt x="1472148" y="1552423"/>
                  </a:lnTo>
                  <a:lnTo>
                    <a:pt x="1472140" y="1552425"/>
                  </a:lnTo>
                  <a:lnTo>
                    <a:pt x="1472125" y="1552429"/>
                  </a:lnTo>
                  <a:lnTo>
                    <a:pt x="1472114" y="1552434"/>
                  </a:lnTo>
                  <a:lnTo>
                    <a:pt x="1472102" y="1552450"/>
                  </a:lnTo>
                  <a:lnTo>
                    <a:pt x="1472085" y="1552486"/>
                  </a:lnTo>
                  <a:lnTo>
                    <a:pt x="1472069" y="1552535"/>
                  </a:lnTo>
                  <a:lnTo>
                    <a:pt x="1472044" y="1552580"/>
                  </a:lnTo>
                  <a:lnTo>
                    <a:pt x="1472014" y="1552620"/>
                  </a:lnTo>
                  <a:lnTo>
                    <a:pt x="1472003" y="1552633"/>
                  </a:lnTo>
                  <a:lnTo>
                    <a:pt x="1471993" y="1552640"/>
                  </a:lnTo>
                  <a:lnTo>
                    <a:pt x="1471972" y="1552650"/>
                  </a:lnTo>
                  <a:lnTo>
                    <a:pt x="1471949" y="1552656"/>
                  </a:lnTo>
                  <a:lnTo>
                    <a:pt x="1471934" y="1552658"/>
                  </a:lnTo>
                  <a:lnTo>
                    <a:pt x="1471904" y="1552655"/>
                  </a:lnTo>
                  <a:lnTo>
                    <a:pt x="1471886" y="1552644"/>
                  </a:lnTo>
                  <a:lnTo>
                    <a:pt x="1471860" y="1552627"/>
                  </a:lnTo>
                  <a:lnTo>
                    <a:pt x="1471832" y="1552610"/>
                  </a:lnTo>
                  <a:lnTo>
                    <a:pt x="1471806" y="1552596"/>
                  </a:lnTo>
                  <a:lnTo>
                    <a:pt x="1471777" y="1552587"/>
                  </a:lnTo>
                  <a:lnTo>
                    <a:pt x="1471756" y="1552584"/>
                  </a:lnTo>
                  <a:lnTo>
                    <a:pt x="1471740" y="1552582"/>
                  </a:lnTo>
                  <a:lnTo>
                    <a:pt x="1471722" y="1552583"/>
                  </a:lnTo>
                  <a:lnTo>
                    <a:pt x="1471617" y="1552614"/>
                  </a:lnTo>
                  <a:lnTo>
                    <a:pt x="1471558" y="1552630"/>
                  </a:lnTo>
                  <a:lnTo>
                    <a:pt x="1471538" y="1552635"/>
                  </a:lnTo>
                  <a:lnTo>
                    <a:pt x="1471524" y="1552637"/>
                  </a:lnTo>
                  <a:lnTo>
                    <a:pt x="1471493" y="1552637"/>
                  </a:lnTo>
                  <a:lnTo>
                    <a:pt x="1471468" y="1552631"/>
                  </a:lnTo>
                  <a:lnTo>
                    <a:pt x="1471449" y="1552621"/>
                  </a:lnTo>
                  <a:lnTo>
                    <a:pt x="1471433" y="1552606"/>
                  </a:lnTo>
                  <a:lnTo>
                    <a:pt x="1471391" y="1552562"/>
                  </a:lnTo>
                  <a:lnTo>
                    <a:pt x="1471372" y="1552544"/>
                  </a:lnTo>
                  <a:lnTo>
                    <a:pt x="1471347" y="1552511"/>
                  </a:lnTo>
                  <a:lnTo>
                    <a:pt x="1471327" y="1552476"/>
                  </a:lnTo>
                  <a:lnTo>
                    <a:pt x="1471319" y="1552456"/>
                  </a:lnTo>
                  <a:lnTo>
                    <a:pt x="1471284" y="1552367"/>
                  </a:lnTo>
                  <a:lnTo>
                    <a:pt x="1471270" y="1552326"/>
                  </a:lnTo>
                  <a:lnTo>
                    <a:pt x="1471206" y="1552117"/>
                  </a:lnTo>
                  <a:lnTo>
                    <a:pt x="1471133" y="1551918"/>
                  </a:lnTo>
                  <a:lnTo>
                    <a:pt x="1471104" y="1551828"/>
                  </a:lnTo>
                  <a:lnTo>
                    <a:pt x="1471096" y="1551803"/>
                  </a:lnTo>
                  <a:lnTo>
                    <a:pt x="1471083" y="1551761"/>
                  </a:lnTo>
                  <a:lnTo>
                    <a:pt x="1471060" y="1551693"/>
                  </a:lnTo>
                  <a:lnTo>
                    <a:pt x="1471046" y="1551622"/>
                  </a:lnTo>
                  <a:lnTo>
                    <a:pt x="1471028" y="1551569"/>
                  </a:lnTo>
                  <a:lnTo>
                    <a:pt x="1471001" y="1551509"/>
                  </a:lnTo>
                  <a:lnTo>
                    <a:pt x="1470952" y="1551380"/>
                  </a:lnTo>
                  <a:lnTo>
                    <a:pt x="1470940" y="1551344"/>
                  </a:lnTo>
                  <a:lnTo>
                    <a:pt x="1470938" y="1551339"/>
                  </a:lnTo>
                  <a:lnTo>
                    <a:pt x="1470929" y="1551302"/>
                  </a:lnTo>
                  <a:lnTo>
                    <a:pt x="1470919" y="1551265"/>
                  </a:lnTo>
                  <a:lnTo>
                    <a:pt x="1470913" y="1551226"/>
                  </a:lnTo>
                  <a:lnTo>
                    <a:pt x="1470915" y="1551198"/>
                  </a:lnTo>
                  <a:lnTo>
                    <a:pt x="1470919" y="1551181"/>
                  </a:lnTo>
                  <a:lnTo>
                    <a:pt x="1470926" y="1551150"/>
                  </a:lnTo>
                  <a:lnTo>
                    <a:pt x="1470942" y="1551092"/>
                  </a:lnTo>
                  <a:lnTo>
                    <a:pt x="1470943" y="1551068"/>
                  </a:lnTo>
                  <a:lnTo>
                    <a:pt x="1470943" y="1551055"/>
                  </a:lnTo>
                  <a:lnTo>
                    <a:pt x="1470940" y="1551036"/>
                  </a:lnTo>
                  <a:lnTo>
                    <a:pt x="1470936" y="1551026"/>
                  </a:lnTo>
                  <a:lnTo>
                    <a:pt x="1470880" y="1550974"/>
                  </a:lnTo>
                  <a:lnTo>
                    <a:pt x="1470866" y="1550960"/>
                  </a:lnTo>
                  <a:lnTo>
                    <a:pt x="1470845" y="1550943"/>
                  </a:lnTo>
                  <a:lnTo>
                    <a:pt x="1470788" y="1550894"/>
                  </a:lnTo>
                  <a:lnTo>
                    <a:pt x="1470700" y="1550827"/>
                  </a:lnTo>
                  <a:lnTo>
                    <a:pt x="1470666" y="1550804"/>
                  </a:lnTo>
                  <a:lnTo>
                    <a:pt x="1470597" y="1550771"/>
                  </a:lnTo>
                  <a:lnTo>
                    <a:pt x="1470553" y="1550754"/>
                  </a:lnTo>
                  <a:lnTo>
                    <a:pt x="1470519" y="1550740"/>
                  </a:lnTo>
                  <a:lnTo>
                    <a:pt x="1470514" y="1550736"/>
                  </a:lnTo>
                  <a:lnTo>
                    <a:pt x="1470506" y="1550730"/>
                  </a:lnTo>
                  <a:lnTo>
                    <a:pt x="1470494" y="1550719"/>
                  </a:lnTo>
                  <a:lnTo>
                    <a:pt x="1470470" y="1550697"/>
                  </a:lnTo>
                  <a:lnTo>
                    <a:pt x="1470442" y="1550678"/>
                  </a:lnTo>
                  <a:lnTo>
                    <a:pt x="1470418" y="1550671"/>
                  </a:lnTo>
                  <a:lnTo>
                    <a:pt x="1470396" y="1550666"/>
                  </a:lnTo>
                  <a:lnTo>
                    <a:pt x="1470374" y="1550656"/>
                  </a:lnTo>
                  <a:lnTo>
                    <a:pt x="1470361" y="1550642"/>
                  </a:lnTo>
                  <a:lnTo>
                    <a:pt x="1470353" y="1550629"/>
                  </a:lnTo>
                  <a:lnTo>
                    <a:pt x="1470350" y="1550625"/>
                  </a:lnTo>
                  <a:lnTo>
                    <a:pt x="1470345" y="1550612"/>
                  </a:lnTo>
                  <a:lnTo>
                    <a:pt x="1470353" y="1550601"/>
                  </a:lnTo>
                  <a:lnTo>
                    <a:pt x="1470359" y="1550594"/>
                  </a:lnTo>
                  <a:lnTo>
                    <a:pt x="1470361" y="1550590"/>
                  </a:lnTo>
                  <a:lnTo>
                    <a:pt x="1470367" y="1550579"/>
                  </a:lnTo>
                  <a:lnTo>
                    <a:pt x="1470361" y="1550559"/>
                  </a:lnTo>
                  <a:lnTo>
                    <a:pt x="1470348" y="1550534"/>
                  </a:lnTo>
                  <a:lnTo>
                    <a:pt x="1470300" y="1550467"/>
                  </a:lnTo>
                  <a:lnTo>
                    <a:pt x="1470262" y="1550419"/>
                  </a:lnTo>
                  <a:lnTo>
                    <a:pt x="1470242" y="1550394"/>
                  </a:lnTo>
                  <a:lnTo>
                    <a:pt x="1470222" y="1550377"/>
                  </a:lnTo>
                  <a:lnTo>
                    <a:pt x="1470215" y="1550372"/>
                  </a:lnTo>
                  <a:lnTo>
                    <a:pt x="1470211" y="1550367"/>
                  </a:lnTo>
                  <a:lnTo>
                    <a:pt x="1470198" y="1550330"/>
                  </a:lnTo>
                  <a:lnTo>
                    <a:pt x="1470192" y="1550315"/>
                  </a:lnTo>
                  <a:lnTo>
                    <a:pt x="1470184" y="1550307"/>
                  </a:lnTo>
                  <a:lnTo>
                    <a:pt x="1470138" y="1550270"/>
                  </a:lnTo>
                  <a:lnTo>
                    <a:pt x="1470125" y="1550253"/>
                  </a:lnTo>
                  <a:lnTo>
                    <a:pt x="1470120" y="1550247"/>
                  </a:lnTo>
                  <a:lnTo>
                    <a:pt x="1470118" y="1550236"/>
                  </a:lnTo>
                  <a:lnTo>
                    <a:pt x="1470119" y="1550231"/>
                  </a:lnTo>
                  <a:lnTo>
                    <a:pt x="1470145" y="1550186"/>
                  </a:lnTo>
                  <a:lnTo>
                    <a:pt x="1470185" y="1550138"/>
                  </a:lnTo>
                  <a:lnTo>
                    <a:pt x="1470191" y="1550117"/>
                  </a:lnTo>
                  <a:lnTo>
                    <a:pt x="1470188" y="1550107"/>
                  </a:lnTo>
                  <a:lnTo>
                    <a:pt x="1470185" y="1550095"/>
                  </a:lnTo>
                  <a:lnTo>
                    <a:pt x="1470179" y="1550083"/>
                  </a:lnTo>
                  <a:lnTo>
                    <a:pt x="1470171" y="1550075"/>
                  </a:lnTo>
                  <a:lnTo>
                    <a:pt x="1470162" y="1550071"/>
                  </a:lnTo>
                  <a:lnTo>
                    <a:pt x="1470148" y="1550068"/>
                  </a:lnTo>
                  <a:lnTo>
                    <a:pt x="1470134" y="1550066"/>
                  </a:lnTo>
                  <a:lnTo>
                    <a:pt x="1470121" y="1550064"/>
                  </a:lnTo>
                  <a:lnTo>
                    <a:pt x="1470109" y="1550064"/>
                  </a:lnTo>
                  <a:lnTo>
                    <a:pt x="1470072" y="1550066"/>
                  </a:lnTo>
                  <a:lnTo>
                    <a:pt x="1470066" y="1550067"/>
                  </a:lnTo>
                  <a:lnTo>
                    <a:pt x="1470038" y="1550079"/>
                  </a:lnTo>
                  <a:lnTo>
                    <a:pt x="1470000" y="1550097"/>
                  </a:lnTo>
                  <a:lnTo>
                    <a:pt x="1469921" y="1550139"/>
                  </a:lnTo>
                  <a:lnTo>
                    <a:pt x="1469866" y="1550174"/>
                  </a:lnTo>
                  <a:lnTo>
                    <a:pt x="1469849" y="1550186"/>
                  </a:lnTo>
                  <a:lnTo>
                    <a:pt x="1469826" y="1550209"/>
                  </a:lnTo>
                  <a:lnTo>
                    <a:pt x="1469812" y="1550226"/>
                  </a:lnTo>
                  <a:lnTo>
                    <a:pt x="1469808" y="1550231"/>
                  </a:lnTo>
                  <a:lnTo>
                    <a:pt x="1469797" y="1550240"/>
                  </a:lnTo>
                  <a:lnTo>
                    <a:pt x="1469791" y="1550242"/>
                  </a:lnTo>
                  <a:lnTo>
                    <a:pt x="1469784" y="1550241"/>
                  </a:lnTo>
                  <a:lnTo>
                    <a:pt x="1469774" y="1550235"/>
                  </a:lnTo>
                  <a:lnTo>
                    <a:pt x="1469753" y="1550215"/>
                  </a:lnTo>
                  <a:lnTo>
                    <a:pt x="1469726" y="1550182"/>
                  </a:lnTo>
                  <a:lnTo>
                    <a:pt x="1469666" y="1550129"/>
                  </a:lnTo>
                  <a:lnTo>
                    <a:pt x="1469653" y="1550120"/>
                  </a:lnTo>
                  <a:lnTo>
                    <a:pt x="1469641" y="1550114"/>
                  </a:lnTo>
                  <a:lnTo>
                    <a:pt x="1469635" y="1550112"/>
                  </a:lnTo>
                  <a:lnTo>
                    <a:pt x="1469615" y="1550109"/>
                  </a:lnTo>
                  <a:lnTo>
                    <a:pt x="1469607" y="1550108"/>
                  </a:lnTo>
                  <a:lnTo>
                    <a:pt x="1469602" y="1550107"/>
                  </a:lnTo>
                  <a:lnTo>
                    <a:pt x="1469585" y="1550110"/>
                  </a:lnTo>
                  <a:lnTo>
                    <a:pt x="1469562" y="1550121"/>
                  </a:lnTo>
                  <a:lnTo>
                    <a:pt x="1469555" y="1550122"/>
                  </a:lnTo>
                  <a:lnTo>
                    <a:pt x="1469546" y="1550122"/>
                  </a:lnTo>
                  <a:lnTo>
                    <a:pt x="1469537" y="1550120"/>
                  </a:lnTo>
                  <a:lnTo>
                    <a:pt x="1469521" y="1550111"/>
                  </a:lnTo>
                  <a:lnTo>
                    <a:pt x="1469516" y="1550109"/>
                  </a:lnTo>
                  <a:lnTo>
                    <a:pt x="1469508" y="1550104"/>
                  </a:lnTo>
                  <a:lnTo>
                    <a:pt x="1469477" y="1550085"/>
                  </a:lnTo>
                  <a:lnTo>
                    <a:pt x="1469438" y="1550054"/>
                  </a:lnTo>
                  <a:lnTo>
                    <a:pt x="1469405" y="1550025"/>
                  </a:lnTo>
                  <a:lnTo>
                    <a:pt x="1469376" y="1549999"/>
                  </a:lnTo>
                  <a:lnTo>
                    <a:pt x="1469353" y="1549984"/>
                  </a:lnTo>
                  <a:lnTo>
                    <a:pt x="1469345" y="1549979"/>
                  </a:lnTo>
                  <a:lnTo>
                    <a:pt x="1469336" y="1549977"/>
                  </a:lnTo>
                  <a:lnTo>
                    <a:pt x="1469319" y="1549978"/>
                  </a:lnTo>
                  <a:lnTo>
                    <a:pt x="1469310" y="1549979"/>
                  </a:lnTo>
                  <a:lnTo>
                    <a:pt x="1469295" y="1549977"/>
                  </a:lnTo>
                  <a:lnTo>
                    <a:pt x="1469278" y="1549977"/>
                  </a:lnTo>
                  <a:lnTo>
                    <a:pt x="1469260" y="1549982"/>
                  </a:lnTo>
                  <a:lnTo>
                    <a:pt x="1469250" y="1549987"/>
                  </a:lnTo>
                  <a:lnTo>
                    <a:pt x="1469247" y="1549992"/>
                  </a:lnTo>
                  <a:lnTo>
                    <a:pt x="1469243" y="1549998"/>
                  </a:lnTo>
                  <a:lnTo>
                    <a:pt x="1469240" y="1550007"/>
                  </a:lnTo>
                  <a:lnTo>
                    <a:pt x="1469242" y="1550020"/>
                  </a:lnTo>
                  <a:lnTo>
                    <a:pt x="1469248" y="1550039"/>
                  </a:lnTo>
                  <a:lnTo>
                    <a:pt x="1469257" y="1550068"/>
                  </a:lnTo>
                  <a:lnTo>
                    <a:pt x="1469258" y="1550093"/>
                  </a:lnTo>
                  <a:lnTo>
                    <a:pt x="1469256" y="1550116"/>
                  </a:lnTo>
                  <a:lnTo>
                    <a:pt x="1469253" y="1550132"/>
                  </a:lnTo>
                  <a:lnTo>
                    <a:pt x="1469251" y="1550141"/>
                  </a:lnTo>
                  <a:lnTo>
                    <a:pt x="1469246" y="1550153"/>
                  </a:lnTo>
                  <a:lnTo>
                    <a:pt x="1469244" y="1550159"/>
                  </a:lnTo>
                  <a:lnTo>
                    <a:pt x="1469233" y="1550174"/>
                  </a:lnTo>
                  <a:lnTo>
                    <a:pt x="1469227" y="1550182"/>
                  </a:lnTo>
                  <a:lnTo>
                    <a:pt x="1469217" y="1550189"/>
                  </a:lnTo>
                  <a:lnTo>
                    <a:pt x="1469206" y="1550192"/>
                  </a:lnTo>
                  <a:lnTo>
                    <a:pt x="1469191" y="1550192"/>
                  </a:lnTo>
                  <a:lnTo>
                    <a:pt x="1469172" y="1550184"/>
                  </a:lnTo>
                  <a:lnTo>
                    <a:pt x="1469164" y="1550181"/>
                  </a:lnTo>
                  <a:lnTo>
                    <a:pt x="1469133" y="1550164"/>
                  </a:lnTo>
                  <a:lnTo>
                    <a:pt x="1469115" y="1550155"/>
                  </a:lnTo>
                  <a:lnTo>
                    <a:pt x="1469094" y="1550139"/>
                  </a:lnTo>
                  <a:lnTo>
                    <a:pt x="1469078" y="1550124"/>
                  </a:lnTo>
                  <a:lnTo>
                    <a:pt x="1469061" y="1550102"/>
                  </a:lnTo>
                  <a:lnTo>
                    <a:pt x="1469053" y="1550086"/>
                  </a:lnTo>
                  <a:lnTo>
                    <a:pt x="1469050" y="1550069"/>
                  </a:lnTo>
                  <a:lnTo>
                    <a:pt x="1469051" y="1550064"/>
                  </a:lnTo>
                  <a:lnTo>
                    <a:pt x="1469055" y="1550057"/>
                  </a:lnTo>
                  <a:lnTo>
                    <a:pt x="1469065" y="1550049"/>
                  </a:lnTo>
                  <a:lnTo>
                    <a:pt x="1469072" y="1550040"/>
                  </a:lnTo>
                  <a:lnTo>
                    <a:pt x="1469074" y="1550033"/>
                  </a:lnTo>
                  <a:lnTo>
                    <a:pt x="1469078" y="1550015"/>
                  </a:lnTo>
                  <a:lnTo>
                    <a:pt x="1469082" y="1549985"/>
                  </a:lnTo>
                  <a:lnTo>
                    <a:pt x="1469090" y="1549931"/>
                  </a:lnTo>
                  <a:lnTo>
                    <a:pt x="1469091" y="1549916"/>
                  </a:lnTo>
                  <a:lnTo>
                    <a:pt x="1469089" y="1549904"/>
                  </a:lnTo>
                  <a:lnTo>
                    <a:pt x="1469086" y="1549893"/>
                  </a:lnTo>
                  <a:lnTo>
                    <a:pt x="1469080" y="1549882"/>
                  </a:lnTo>
                  <a:lnTo>
                    <a:pt x="1469073" y="1549865"/>
                  </a:lnTo>
                  <a:lnTo>
                    <a:pt x="1469053" y="1549836"/>
                  </a:lnTo>
                  <a:lnTo>
                    <a:pt x="1469027" y="1549801"/>
                  </a:lnTo>
                  <a:lnTo>
                    <a:pt x="1468995" y="1549768"/>
                  </a:lnTo>
                  <a:lnTo>
                    <a:pt x="1468969" y="1549744"/>
                  </a:lnTo>
                  <a:lnTo>
                    <a:pt x="1468943" y="1549730"/>
                  </a:lnTo>
                  <a:lnTo>
                    <a:pt x="1468924" y="1549724"/>
                  </a:lnTo>
                  <a:lnTo>
                    <a:pt x="1468876" y="1549718"/>
                  </a:lnTo>
                  <a:lnTo>
                    <a:pt x="1468837" y="1549715"/>
                  </a:lnTo>
                  <a:lnTo>
                    <a:pt x="1468797" y="1549705"/>
                  </a:lnTo>
                  <a:lnTo>
                    <a:pt x="1468771" y="1549692"/>
                  </a:lnTo>
                  <a:lnTo>
                    <a:pt x="1468762" y="1549686"/>
                  </a:lnTo>
                  <a:lnTo>
                    <a:pt x="1468745" y="1549672"/>
                  </a:lnTo>
                  <a:lnTo>
                    <a:pt x="1468737" y="1549662"/>
                  </a:lnTo>
                  <a:lnTo>
                    <a:pt x="1468720" y="1549640"/>
                  </a:lnTo>
                  <a:lnTo>
                    <a:pt x="1468710" y="1549622"/>
                  </a:lnTo>
                  <a:lnTo>
                    <a:pt x="1468701" y="1549598"/>
                  </a:lnTo>
                  <a:lnTo>
                    <a:pt x="1468699" y="1549584"/>
                  </a:lnTo>
                  <a:lnTo>
                    <a:pt x="1468703" y="1549574"/>
                  </a:lnTo>
                  <a:lnTo>
                    <a:pt x="1468711" y="1549561"/>
                  </a:lnTo>
                  <a:lnTo>
                    <a:pt x="1468718" y="1549551"/>
                  </a:lnTo>
                  <a:lnTo>
                    <a:pt x="1468749" y="1549526"/>
                  </a:lnTo>
                  <a:lnTo>
                    <a:pt x="1468753" y="1549523"/>
                  </a:lnTo>
                  <a:lnTo>
                    <a:pt x="1468761" y="1549516"/>
                  </a:lnTo>
                  <a:lnTo>
                    <a:pt x="1468800" y="1549485"/>
                  </a:lnTo>
                  <a:lnTo>
                    <a:pt x="1468808" y="1549476"/>
                  </a:lnTo>
                  <a:lnTo>
                    <a:pt x="1468813" y="1549467"/>
                  </a:lnTo>
                  <a:lnTo>
                    <a:pt x="1468818" y="1549458"/>
                  </a:lnTo>
                  <a:lnTo>
                    <a:pt x="1468818" y="1549445"/>
                  </a:lnTo>
                  <a:lnTo>
                    <a:pt x="1468814" y="1549431"/>
                  </a:lnTo>
                  <a:lnTo>
                    <a:pt x="1468806" y="1549417"/>
                  </a:lnTo>
                  <a:lnTo>
                    <a:pt x="1468797" y="1549398"/>
                  </a:lnTo>
                  <a:lnTo>
                    <a:pt x="1468796" y="1549388"/>
                  </a:lnTo>
                  <a:lnTo>
                    <a:pt x="1468793" y="1549369"/>
                  </a:lnTo>
                  <a:lnTo>
                    <a:pt x="1468790" y="1549341"/>
                  </a:lnTo>
                  <a:lnTo>
                    <a:pt x="1468791" y="1549315"/>
                  </a:lnTo>
                  <a:lnTo>
                    <a:pt x="1468794" y="1549293"/>
                  </a:lnTo>
                  <a:lnTo>
                    <a:pt x="1468791" y="1549279"/>
                  </a:lnTo>
                  <a:lnTo>
                    <a:pt x="1468787" y="1549262"/>
                  </a:lnTo>
                  <a:lnTo>
                    <a:pt x="1468784" y="1549256"/>
                  </a:lnTo>
                  <a:lnTo>
                    <a:pt x="1468780" y="1549250"/>
                  </a:lnTo>
                  <a:lnTo>
                    <a:pt x="1468775" y="1549244"/>
                  </a:lnTo>
                  <a:lnTo>
                    <a:pt x="1468765" y="1549239"/>
                  </a:lnTo>
                  <a:lnTo>
                    <a:pt x="1468758" y="1549238"/>
                  </a:lnTo>
                  <a:lnTo>
                    <a:pt x="1468751" y="1549237"/>
                  </a:lnTo>
                  <a:lnTo>
                    <a:pt x="1468699" y="1549238"/>
                  </a:lnTo>
                  <a:lnTo>
                    <a:pt x="1468688" y="1549240"/>
                  </a:lnTo>
                  <a:lnTo>
                    <a:pt x="1468635" y="1549246"/>
                  </a:lnTo>
                  <a:lnTo>
                    <a:pt x="1468601" y="1549247"/>
                  </a:lnTo>
                  <a:lnTo>
                    <a:pt x="1468570" y="1549247"/>
                  </a:lnTo>
                  <a:lnTo>
                    <a:pt x="1468545" y="1549247"/>
                  </a:lnTo>
                  <a:lnTo>
                    <a:pt x="1468520" y="1549245"/>
                  </a:lnTo>
                  <a:lnTo>
                    <a:pt x="1468504" y="1549241"/>
                  </a:lnTo>
                  <a:lnTo>
                    <a:pt x="1468466" y="1549229"/>
                  </a:lnTo>
                  <a:lnTo>
                    <a:pt x="1468453" y="1549223"/>
                  </a:lnTo>
                  <a:lnTo>
                    <a:pt x="1468437" y="1549212"/>
                  </a:lnTo>
                  <a:lnTo>
                    <a:pt x="1468432" y="1549204"/>
                  </a:lnTo>
                  <a:lnTo>
                    <a:pt x="1468430" y="1549193"/>
                  </a:lnTo>
                  <a:lnTo>
                    <a:pt x="1468428" y="1549168"/>
                  </a:lnTo>
                  <a:lnTo>
                    <a:pt x="1468429" y="1549158"/>
                  </a:lnTo>
                  <a:lnTo>
                    <a:pt x="1468427" y="1549151"/>
                  </a:lnTo>
                  <a:lnTo>
                    <a:pt x="1468424" y="1549145"/>
                  </a:lnTo>
                  <a:lnTo>
                    <a:pt x="1468417" y="1549134"/>
                  </a:lnTo>
                  <a:lnTo>
                    <a:pt x="1468394" y="1549112"/>
                  </a:lnTo>
                  <a:lnTo>
                    <a:pt x="1468384" y="1549100"/>
                  </a:lnTo>
                  <a:lnTo>
                    <a:pt x="1468380" y="1549089"/>
                  </a:lnTo>
                  <a:lnTo>
                    <a:pt x="1468377" y="1549078"/>
                  </a:lnTo>
                  <a:lnTo>
                    <a:pt x="1468376" y="1549038"/>
                  </a:lnTo>
                  <a:lnTo>
                    <a:pt x="1468378" y="1549018"/>
                  </a:lnTo>
                  <a:lnTo>
                    <a:pt x="1468382" y="1549004"/>
                  </a:lnTo>
                  <a:lnTo>
                    <a:pt x="1468387" y="1548990"/>
                  </a:lnTo>
                  <a:lnTo>
                    <a:pt x="1468390" y="1548984"/>
                  </a:lnTo>
                  <a:lnTo>
                    <a:pt x="1468393" y="1548977"/>
                  </a:lnTo>
                  <a:lnTo>
                    <a:pt x="1468398" y="1548970"/>
                  </a:lnTo>
                  <a:lnTo>
                    <a:pt x="1468404" y="1548964"/>
                  </a:lnTo>
                  <a:lnTo>
                    <a:pt x="1468410" y="1548960"/>
                  </a:lnTo>
                  <a:lnTo>
                    <a:pt x="1468419" y="1548958"/>
                  </a:lnTo>
                  <a:lnTo>
                    <a:pt x="1468439" y="1548956"/>
                  </a:lnTo>
                  <a:lnTo>
                    <a:pt x="1468457" y="1548954"/>
                  </a:lnTo>
                  <a:lnTo>
                    <a:pt x="1468498" y="1548948"/>
                  </a:lnTo>
                  <a:lnTo>
                    <a:pt x="1468537" y="1548941"/>
                  </a:lnTo>
                  <a:lnTo>
                    <a:pt x="1468547" y="1548939"/>
                  </a:lnTo>
                  <a:lnTo>
                    <a:pt x="1468581" y="1548931"/>
                  </a:lnTo>
                  <a:lnTo>
                    <a:pt x="1468596" y="1548927"/>
                  </a:lnTo>
                  <a:lnTo>
                    <a:pt x="1468614" y="1548923"/>
                  </a:lnTo>
                  <a:lnTo>
                    <a:pt x="1468628" y="1548917"/>
                  </a:lnTo>
                  <a:lnTo>
                    <a:pt x="1468649" y="1548907"/>
                  </a:lnTo>
                  <a:lnTo>
                    <a:pt x="1468662" y="1548898"/>
                  </a:lnTo>
                  <a:lnTo>
                    <a:pt x="1468666" y="1548895"/>
                  </a:lnTo>
                  <a:lnTo>
                    <a:pt x="1468675" y="1548885"/>
                  </a:lnTo>
                  <a:lnTo>
                    <a:pt x="1468685" y="1548873"/>
                  </a:lnTo>
                  <a:lnTo>
                    <a:pt x="1468694" y="1548854"/>
                  </a:lnTo>
                  <a:lnTo>
                    <a:pt x="1468707" y="1548821"/>
                  </a:lnTo>
                  <a:lnTo>
                    <a:pt x="1468714" y="1548805"/>
                  </a:lnTo>
                  <a:lnTo>
                    <a:pt x="1468725" y="1548770"/>
                  </a:lnTo>
                  <a:lnTo>
                    <a:pt x="1468719" y="1548753"/>
                  </a:lnTo>
                  <a:lnTo>
                    <a:pt x="1468716" y="1548746"/>
                  </a:lnTo>
                  <a:lnTo>
                    <a:pt x="1468700" y="1548718"/>
                  </a:lnTo>
                  <a:lnTo>
                    <a:pt x="1468679" y="1548689"/>
                  </a:lnTo>
                  <a:lnTo>
                    <a:pt x="1468645" y="1548656"/>
                  </a:lnTo>
                  <a:lnTo>
                    <a:pt x="1468637" y="1548650"/>
                  </a:lnTo>
                  <a:lnTo>
                    <a:pt x="1468628" y="1548647"/>
                  </a:lnTo>
                  <a:lnTo>
                    <a:pt x="1468617" y="1548645"/>
                  </a:lnTo>
                  <a:lnTo>
                    <a:pt x="1468594" y="1548644"/>
                  </a:lnTo>
                  <a:lnTo>
                    <a:pt x="1468584" y="1548641"/>
                  </a:lnTo>
                  <a:lnTo>
                    <a:pt x="1468571" y="1548638"/>
                  </a:lnTo>
                  <a:lnTo>
                    <a:pt x="1468552" y="1548627"/>
                  </a:lnTo>
                  <a:lnTo>
                    <a:pt x="1468540" y="1548619"/>
                  </a:lnTo>
                  <a:lnTo>
                    <a:pt x="1468528" y="1548611"/>
                  </a:lnTo>
                  <a:lnTo>
                    <a:pt x="1468512" y="1548602"/>
                  </a:lnTo>
                  <a:lnTo>
                    <a:pt x="1468502" y="1548593"/>
                  </a:lnTo>
                  <a:lnTo>
                    <a:pt x="1468495" y="1548584"/>
                  </a:lnTo>
                  <a:lnTo>
                    <a:pt x="1468491" y="1548575"/>
                  </a:lnTo>
                  <a:lnTo>
                    <a:pt x="1468487" y="1548561"/>
                  </a:lnTo>
                  <a:lnTo>
                    <a:pt x="1468487" y="1548553"/>
                  </a:lnTo>
                  <a:lnTo>
                    <a:pt x="1468486" y="1548545"/>
                  </a:lnTo>
                  <a:lnTo>
                    <a:pt x="1468487" y="1548537"/>
                  </a:lnTo>
                  <a:lnTo>
                    <a:pt x="1468488" y="1548530"/>
                  </a:lnTo>
                  <a:lnTo>
                    <a:pt x="1468494" y="1548522"/>
                  </a:lnTo>
                  <a:lnTo>
                    <a:pt x="1468512" y="1548507"/>
                  </a:lnTo>
                  <a:lnTo>
                    <a:pt x="1468531" y="1548486"/>
                  </a:lnTo>
                  <a:lnTo>
                    <a:pt x="1468536" y="1548480"/>
                  </a:lnTo>
                  <a:lnTo>
                    <a:pt x="1468544" y="1548470"/>
                  </a:lnTo>
                  <a:lnTo>
                    <a:pt x="1468565" y="1548437"/>
                  </a:lnTo>
                  <a:lnTo>
                    <a:pt x="1468574" y="1548420"/>
                  </a:lnTo>
                  <a:lnTo>
                    <a:pt x="1468580" y="1548409"/>
                  </a:lnTo>
                  <a:lnTo>
                    <a:pt x="1468598" y="1548369"/>
                  </a:lnTo>
                  <a:lnTo>
                    <a:pt x="1468603" y="1548358"/>
                  </a:lnTo>
                  <a:lnTo>
                    <a:pt x="1468611" y="1548343"/>
                  </a:lnTo>
                  <a:lnTo>
                    <a:pt x="1468614" y="1548331"/>
                  </a:lnTo>
                  <a:lnTo>
                    <a:pt x="1468614" y="1548324"/>
                  </a:lnTo>
                  <a:lnTo>
                    <a:pt x="1468614" y="1548317"/>
                  </a:lnTo>
                  <a:lnTo>
                    <a:pt x="1468610" y="1548308"/>
                  </a:lnTo>
                  <a:lnTo>
                    <a:pt x="1468602" y="1548297"/>
                  </a:lnTo>
                  <a:lnTo>
                    <a:pt x="1468593" y="1548287"/>
                  </a:lnTo>
                  <a:lnTo>
                    <a:pt x="1468555" y="1548256"/>
                  </a:lnTo>
                  <a:lnTo>
                    <a:pt x="1468550" y="1548252"/>
                  </a:lnTo>
                  <a:lnTo>
                    <a:pt x="1468545" y="1548249"/>
                  </a:lnTo>
                  <a:lnTo>
                    <a:pt x="1468477" y="1548197"/>
                  </a:lnTo>
                  <a:lnTo>
                    <a:pt x="1468453" y="1548179"/>
                  </a:lnTo>
                  <a:lnTo>
                    <a:pt x="1468415" y="1548145"/>
                  </a:lnTo>
                  <a:lnTo>
                    <a:pt x="1468389" y="1548131"/>
                  </a:lnTo>
                  <a:lnTo>
                    <a:pt x="1468365" y="1548123"/>
                  </a:lnTo>
                  <a:lnTo>
                    <a:pt x="1468361" y="1548122"/>
                  </a:lnTo>
                  <a:lnTo>
                    <a:pt x="1468346" y="1548119"/>
                  </a:lnTo>
                  <a:lnTo>
                    <a:pt x="1468271" y="1548132"/>
                  </a:lnTo>
                  <a:lnTo>
                    <a:pt x="1468257" y="1548130"/>
                  </a:lnTo>
                  <a:lnTo>
                    <a:pt x="1468242" y="1548126"/>
                  </a:lnTo>
                  <a:lnTo>
                    <a:pt x="1468232" y="1548119"/>
                  </a:lnTo>
                  <a:lnTo>
                    <a:pt x="1468220" y="1548107"/>
                  </a:lnTo>
                  <a:lnTo>
                    <a:pt x="1468203" y="1548078"/>
                  </a:lnTo>
                  <a:lnTo>
                    <a:pt x="1468195" y="1548066"/>
                  </a:lnTo>
                  <a:lnTo>
                    <a:pt x="1468191" y="1548058"/>
                  </a:lnTo>
                  <a:lnTo>
                    <a:pt x="1468177" y="1548032"/>
                  </a:lnTo>
                  <a:lnTo>
                    <a:pt x="1468171" y="1548014"/>
                  </a:lnTo>
                  <a:lnTo>
                    <a:pt x="1468168" y="1548005"/>
                  </a:lnTo>
                  <a:lnTo>
                    <a:pt x="1468167" y="1547989"/>
                  </a:lnTo>
                  <a:lnTo>
                    <a:pt x="1468168" y="1547979"/>
                  </a:lnTo>
                  <a:lnTo>
                    <a:pt x="1468169" y="1547968"/>
                  </a:lnTo>
                  <a:lnTo>
                    <a:pt x="1468191" y="1547890"/>
                  </a:lnTo>
                  <a:lnTo>
                    <a:pt x="1468198" y="1547860"/>
                  </a:lnTo>
                  <a:lnTo>
                    <a:pt x="1468201" y="1547815"/>
                  </a:lnTo>
                  <a:lnTo>
                    <a:pt x="1468201" y="1547791"/>
                  </a:lnTo>
                  <a:lnTo>
                    <a:pt x="1468197" y="1547747"/>
                  </a:lnTo>
                  <a:lnTo>
                    <a:pt x="1468194" y="1547721"/>
                  </a:lnTo>
                  <a:lnTo>
                    <a:pt x="1468188" y="1547672"/>
                  </a:lnTo>
                  <a:lnTo>
                    <a:pt x="1468181" y="1547632"/>
                  </a:lnTo>
                  <a:lnTo>
                    <a:pt x="1468180" y="1547627"/>
                  </a:lnTo>
                  <a:lnTo>
                    <a:pt x="1468176" y="1547617"/>
                  </a:lnTo>
                  <a:lnTo>
                    <a:pt x="1468166" y="1547605"/>
                  </a:lnTo>
                  <a:lnTo>
                    <a:pt x="1468152" y="1547596"/>
                  </a:lnTo>
                  <a:lnTo>
                    <a:pt x="1468126" y="1547582"/>
                  </a:lnTo>
                  <a:lnTo>
                    <a:pt x="1468101" y="1547573"/>
                  </a:lnTo>
                  <a:lnTo>
                    <a:pt x="1468064" y="1547553"/>
                  </a:lnTo>
                  <a:lnTo>
                    <a:pt x="1468050" y="1547548"/>
                  </a:lnTo>
                  <a:lnTo>
                    <a:pt x="1468038" y="1547546"/>
                  </a:lnTo>
                  <a:lnTo>
                    <a:pt x="1468010" y="1547543"/>
                  </a:lnTo>
                  <a:lnTo>
                    <a:pt x="1467970" y="1547541"/>
                  </a:lnTo>
                  <a:lnTo>
                    <a:pt x="1467949" y="1547534"/>
                  </a:lnTo>
                  <a:lnTo>
                    <a:pt x="1467915" y="1547514"/>
                  </a:lnTo>
                  <a:lnTo>
                    <a:pt x="1467897" y="1547502"/>
                  </a:lnTo>
                  <a:lnTo>
                    <a:pt x="1467893" y="1547499"/>
                  </a:lnTo>
                  <a:lnTo>
                    <a:pt x="1467885" y="1547487"/>
                  </a:lnTo>
                  <a:lnTo>
                    <a:pt x="1467880" y="1547477"/>
                  </a:lnTo>
                  <a:lnTo>
                    <a:pt x="1467877" y="1547462"/>
                  </a:lnTo>
                  <a:lnTo>
                    <a:pt x="1467875" y="1547428"/>
                  </a:lnTo>
                  <a:lnTo>
                    <a:pt x="1467880" y="1547391"/>
                  </a:lnTo>
                  <a:lnTo>
                    <a:pt x="1467881" y="1547384"/>
                  </a:lnTo>
                  <a:lnTo>
                    <a:pt x="1467898" y="1547316"/>
                  </a:lnTo>
                  <a:lnTo>
                    <a:pt x="1467899" y="1547297"/>
                  </a:lnTo>
                  <a:lnTo>
                    <a:pt x="1467899" y="1547286"/>
                  </a:lnTo>
                  <a:lnTo>
                    <a:pt x="1467895" y="1547276"/>
                  </a:lnTo>
                  <a:lnTo>
                    <a:pt x="1467889" y="1547267"/>
                  </a:lnTo>
                  <a:lnTo>
                    <a:pt x="1467867" y="1547244"/>
                  </a:lnTo>
                  <a:lnTo>
                    <a:pt x="1467835" y="1547217"/>
                  </a:lnTo>
                  <a:lnTo>
                    <a:pt x="1467797" y="1547196"/>
                  </a:lnTo>
                  <a:lnTo>
                    <a:pt x="1467735" y="1547169"/>
                  </a:lnTo>
                  <a:lnTo>
                    <a:pt x="1467709" y="1547159"/>
                  </a:lnTo>
                  <a:lnTo>
                    <a:pt x="1467703" y="1547157"/>
                  </a:lnTo>
                  <a:lnTo>
                    <a:pt x="1467695" y="1547155"/>
                  </a:lnTo>
                  <a:lnTo>
                    <a:pt x="1467690" y="1547155"/>
                  </a:lnTo>
                  <a:lnTo>
                    <a:pt x="1467683" y="1547156"/>
                  </a:lnTo>
                  <a:lnTo>
                    <a:pt x="1467669" y="1547160"/>
                  </a:lnTo>
                  <a:lnTo>
                    <a:pt x="1467644" y="1547168"/>
                  </a:lnTo>
                  <a:lnTo>
                    <a:pt x="1467608" y="1547176"/>
                  </a:lnTo>
                  <a:lnTo>
                    <a:pt x="1467560" y="1547178"/>
                  </a:lnTo>
                  <a:lnTo>
                    <a:pt x="1467518" y="1547171"/>
                  </a:lnTo>
                  <a:lnTo>
                    <a:pt x="1467491" y="1547161"/>
                  </a:lnTo>
                  <a:lnTo>
                    <a:pt x="1467478" y="1547156"/>
                  </a:lnTo>
                  <a:lnTo>
                    <a:pt x="1467446" y="1547149"/>
                  </a:lnTo>
                  <a:lnTo>
                    <a:pt x="1467421" y="1547137"/>
                  </a:lnTo>
                  <a:lnTo>
                    <a:pt x="1467408" y="1547128"/>
                  </a:lnTo>
                  <a:lnTo>
                    <a:pt x="1467403" y="1547120"/>
                  </a:lnTo>
                  <a:lnTo>
                    <a:pt x="1467401" y="1547113"/>
                  </a:lnTo>
                  <a:lnTo>
                    <a:pt x="1467399" y="1547105"/>
                  </a:lnTo>
                  <a:lnTo>
                    <a:pt x="1467399" y="1547088"/>
                  </a:lnTo>
                  <a:lnTo>
                    <a:pt x="1467404" y="1547041"/>
                  </a:lnTo>
                  <a:lnTo>
                    <a:pt x="1467412" y="1547005"/>
                  </a:lnTo>
                  <a:lnTo>
                    <a:pt x="1467409" y="1546978"/>
                  </a:lnTo>
                  <a:lnTo>
                    <a:pt x="1467404" y="1546963"/>
                  </a:lnTo>
                  <a:lnTo>
                    <a:pt x="1467397" y="1546951"/>
                  </a:lnTo>
                  <a:lnTo>
                    <a:pt x="1467362" y="1546925"/>
                  </a:lnTo>
                  <a:lnTo>
                    <a:pt x="1467335" y="1546908"/>
                  </a:lnTo>
                  <a:lnTo>
                    <a:pt x="1467323" y="1546902"/>
                  </a:lnTo>
                  <a:lnTo>
                    <a:pt x="1467299" y="1546892"/>
                  </a:lnTo>
                  <a:lnTo>
                    <a:pt x="1467282" y="1546889"/>
                  </a:lnTo>
                  <a:lnTo>
                    <a:pt x="1467269" y="1546889"/>
                  </a:lnTo>
                  <a:lnTo>
                    <a:pt x="1467254" y="1546897"/>
                  </a:lnTo>
                  <a:lnTo>
                    <a:pt x="1467241" y="1546910"/>
                  </a:lnTo>
                  <a:lnTo>
                    <a:pt x="1467239" y="1546915"/>
                  </a:lnTo>
                  <a:lnTo>
                    <a:pt x="1467229" y="1546945"/>
                  </a:lnTo>
                  <a:lnTo>
                    <a:pt x="1467217" y="1546967"/>
                  </a:lnTo>
                  <a:lnTo>
                    <a:pt x="1467179" y="1547000"/>
                  </a:lnTo>
                  <a:lnTo>
                    <a:pt x="1467161" y="1547017"/>
                  </a:lnTo>
                  <a:lnTo>
                    <a:pt x="1467129" y="1547064"/>
                  </a:lnTo>
                  <a:lnTo>
                    <a:pt x="1467115" y="1547076"/>
                  </a:lnTo>
                  <a:lnTo>
                    <a:pt x="1467108" y="1547079"/>
                  </a:lnTo>
                  <a:lnTo>
                    <a:pt x="1467096" y="1547084"/>
                  </a:lnTo>
                  <a:lnTo>
                    <a:pt x="1467061" y="1547096"/>
                  </a:lnTo>
                  <a:lnTo>
                    <a:pt x="1467018" y="1547105"/>
                  </a:lnTo>
                  <a:lnTo>
                    <a:pt x="1466986" y="1547111"/>
                  </a:lnTo>
                  <a:lnTo>
                    <a:pt x="1466952" y="1547117"/>
                  </a:lnTo>
                  <a:lnTo>
                    <a:pt x="1466880" y="1547135"/>
                  </a:lnTo>
                  <a:lnTo>
                    <a:pt x="1466807" y="1547166"/>
                  </a:lnTo>
                  <a:lnTo>
                    <a:pt x="1466778" y="1547184"/>
                  </a:lnTo>
                  <a:lnTo>
                    <a:pt x="1466767" y="1547198"/>
                  </a:lnTo>
                  <a:lnTo>
                    <a:pt x="1466762" y="1547213"/>
                  </a:lnTo>
                  <a:lnTo>
                    <a:pt x="1466761" y="1547236"/>
                  </a:lnTo>
                  <a:lnTo>
                    <a:pt x="1466770" y="1547281"/>
                  </a:lnTo>
                  <a:lnTo>
                    <a:pt x="1466772" y="1547292"/>
                  </a:lnTo>
                  <a:lnTo>
                    <a:pt x="1466780" y="1547325"/>
                  </a:lnTo>
                  <a:lnTo>
                    <a:pt x="1466784" y="1547356"/>
                  </a:lnTo>
                  <a:lnTo>
                    <a:pt x="1466784" y="1547363"/>
                  </a:lnTo>
                  <a:lnTo>
                    <a:pt x="1466778" y="1547418"/>
                  </a:lnTo>
                  <a:lnTo>
                    <a:pt x="1466766" y="1547467"/>
                  </a:lnTo>
                  <a:lnTo>
                    <a:pt x="1466749" y="1547497"/>
                  </a:lnTo>
                  <a:lnTo>
                    <a:pt x="1466738" y="1547512"/>
                  </a:lnTo>
                  <a:lnTo>
                    <a:pt x="1466718" y="1547528"/>
                  </a:lnTo>
                  <a:lnTo>
                    <a:pt x="1466700" y="1547538"/>
                  </a:lnTo>
                  <a:lnTo>
                    <a:pt x="1466675" y="1547545"/>
                  </a:lnTo>
                  <a:lnTo>
                    <a:pt x="1466647" y="1547550"/>
                  </a:lnTo>
                  <a:lnTo>
                    <a:pt x="1466620" y="1547549"/>
                  </a:lnTo>
                  <a:lnTo>
                    <a:pt x="1466608" y="1547547"/>
                  </a:lnTo>
                  <a:lnTo>
                    <a:pt x="1466591" y="1547544"/>
                  </a:lnTo>
                  <a:lnTo>
                    <a:pt x="1466581" y="1547539"/>
                  </a:lnTo>
                  <a:lnTo>
                    <a:pt x="1466568" y="1547531"/>
                  </a:lnTo>
                  <a:lnTo>
                    <a:pt x="1466563" y="1547527"/>
                  </a:lnTo>
                  <a:lnTo>
                    <a:pt x="1466556" y="1547511"/>
                  </a:lnTo>
                  <a:lnTo>
                    <a:pt x="1466536" y="1547481"/>
                  </a:lnTo>
                  <a:lnTo>
                    <a:pt x="1466515" y="1547461"/>
                  </a:lnTo>
                  <a:lnTo>
                    <a:pt x="1466504" y="1547453"/>
                  </a:lnTo>
                  <a:lnTo>
                    <a:pt x="1466472" y="1547434"/>
                  </a:lnTo>
                  <a:lnTo>
                    <a:pt x="1466455" y="1547427"/>
                  </a:lnTo>
                  <a:lnTo>
                    <a:pt x="1466439" y="1547425"/>
                  </a:lnTo>
                  <a:lnTo>
                    <a:pt x="1466432" y="1547427"/>
                  </a:lnTo>
                  <a:lnTo>
                    <a:pt x="1466412" y="1547437"/>
                  </a:lnTo>
                  <a:lnTo>
                    <a:pt x="1466392" y="1547450"/>
                  </a:lnTo>
                  <a:lnTo>
                    <a:pt x="1466366" y="1547456"/>
                  </a:lnTo>
                  <a:lnTo>
                    <a:pt x="1466359" y="1547456"/>
                  </a:lnTo>
                  <a:lnTo>
                    <a:pt x="1466352" y="1547456"/>
                  </a:lnTo>
                  <a:lnTo>
                    <a:pt x="1466338" y="1547455"/>
                  </a:lnTo>
                  <a:lnTo>
                    <a:pt x="1466302" y="1547443"/>
                  </a:lnTo>
                  <a:lnTo>
                    <a:pt x="1466286" y="1547429"/>
                  </a:lnTo>
                  <a:lnTo>
                    <a:pt x="1466272" y="1547414"/>
                  </a:lnTo>
                  <a:lnTo>
                    <a:pt x="1466248" y="1547380"/>
                  </a:lnTo>
                  <a:lnTo>
                    <a:pt x="1466245" y="1547374"/>
                  </a:lnTo>
                  <a:lnTo>
                    <a:pt x="1466227" y="1547336"/>
                  </a:lnTo>
                  <a:lnTo>
                    <a:pt x="1466212" y="1547299"/>
                  </a:lnTo>
                  <a:lnTo>
                    <a:pt x="1466208" y="1547284"/>
                  </a:lnTo>
                  <a:lnTo>
                    <a:pt x="1466199" y="1547261"/>
                  </a:lnTo>
                  <a:lnTo>
                    <a:pt x="1466171" y="1547185"/>
                  </a:lnTo>
                  <a:lnTo>
                    <a:pt x="1466157" y="1547158"/>
                  </a:lnTo>
                  <a:lnTo>
                    <a:pt x="1466141" y="1547131"/>
                  </a:lnTo>
                  <a:lnTo>
                    <a:pt x="1466076" y="1547056"/>
                  </a:lnTo>
                  <a:lnTo>
                    <a:pt x="1466031" y="1546994"/>
                  </a:lnTo>
                  <a:lnTo>
                    <a:pt x="1466013" y="1546975"/>
                  </a:lnTo>
                  <a:lnTo>
                    <a:pt x="1466002" y="1546968"/>
                  </a:lnTo>
                  <a:lnTo>
                    <a:pt x="1465993" y="1546963"/>
                  </a:lnTo>
                  <a:lnTo>
                    <a:pt x="1465949" y="1546950"/>
                  </a:lnTo>
                  <a:lnTo>
                    <a:pt x="1465924" y="1546944"/>
                  </a:lnTo>
                  <a:lnTo>
                    <a:pt x="1465902" y="1546945"/>
                  </a:lnTo>
                  <a:lnTo>
                    <a:pt x="1465896" y="1546946"/>
                  </a:lnTo>
                  <a:lnTo>
                    <a:pt x="1465882" y="1546950"/>
                  </a:lnTo>
                  <a:lnTo>
                    <a:pt x="1465848" y="1546967"/>
                  </a:lnTo>
                  <a:lnTo>
                    <a:pt x="1465836" y="1546971"/>
                  </a:lnTo>
                  <a:lnTo>
                    <a:pt x="1465822" y="1546972"/>
                  </a:lnTo>
                  <a:lnTo>
                    <a:pt x="1465802" y="1546971"/>
                  </a:lnTo>
                  <a:lnTo>
                    <a:pt x="1465783" y="1546966"/>
                  </a:lnTo>
                  <a:lnTo>
                    <a:pt x="1465768" y="1546960"/>
                  </a:lnTo>
                  <a:lnTo>
                    <a:pt x="1465755" y="1546952"/>
                  </a:lnTo>
                  <a:lnTo>
                    <a:pt x="1465726" y="1546930"/>
                  </a:lnTo>
                  <a:lnTo>
                    <a:pt x="1465671" y="1546879"/>
                  </a:lnTo>
                  <a:lnTo>
                    <a:pt x="1465650" y="1546862"/>
                  </a:lnTo>
                  <a:lnTo>
                    <a:pt x="1465625" y="1546840"/>
                  </a:lnTo>
                  <a:lnTo>
                    <a:pt x="1465614" y="1546829"/>
                  </a:lnTo>
                  <a:lnTo>
                    <a:pt x="1465597" y="1546816"/>
                  </a:lnTo>
                  <a:lnTo>
                    <a:pt x="1465570" y="1546797"/>
                  </a:lnTo>
                  <a:lnTo>
                    <a:pt x="1465557" y="1546785"/>
                  </a:lnTo>
                  <a:lnTo>
                    <a:pt x="1465535" y="1546755"/>
                  </a:lnTo>
                  <a:lnTo>
                    <a:pt x="1465505" y="1546719"/>
                  </a:lnTo>
                  <a:lnTo>
                    <a:pt x="1465494" y="1546712"/>
                  </a:lnTo>
                  <a:lnTo>
                    <a:pt x="1465479" y="1546708"/>
                  </a:lnTo>
                  <a:lnTo>
                    <a:pt x="1465464" y="1546708"/>
                  </a:lnTo>
                  <a:lnTo>
                    <a:pt x="1465438" y="1546716"/>
                  </a:lnTo>
                  <a:lnTo>
                    <a:pt x="1465404" y="1546725"/>
                  </a:lnTo>
                  <a:lnTo>
                    <a:pt x="1465363" y="1546740"/>
                  </a:lnTo>
                  <a:lnTo>
                    <a:pt x="1465353" y="1546743"/>
                  </a:lnTo>
                  <a:lnTo>
                    <a:pt x="1465341" y="1546749"/>
                  </a:lnTo>
                  <a:lnTo>
                    <a:pt x="1465326" y="1546757"/>
                  </a:lnTo>
                  <a:lnTo>
                    <a:pt x="1465305" y="1546765"/>
                  </a:lnTo>
                  <a:lnTo>
                    <a:pt x="1465293" y="1546765"/>
                  </a:lnTo>
                  <a:lnTo>
                    <a:pt x="1465270" y="1546762"/>
                  </a:lnTo>
                  <a:lnTo>
                    <a:pt x="1465231" y="1546754"/>
                  </a:lnTo>
                  <a:lnTo>
                    <a:pt x="1465214" y="1546750"/>
                  </a:lnTo>
                  <a:lnTo>
                    <a:pt x="1465193" y="1546750"/>
                  </a:lnTo>
                  <a:lnTo>
                    <a:pt x="1465157" y="1546754"/>
                  </a:lnTo>
                  <a:lnTo>
                    <a:pt x="1465122" y="1546756"/>
                  </a:lnTo>
                  <a:lnTo>
                    <a:pt x="1465096" y="1546752"/>
                  </a:lnTo>
                  <a:lnTo>
                    <a:pt x="1465081" y="1546747"/>
                  </a:lnTo>
                  <a:lnTo>
                    <a:pt x="1465072" y="1546739"/>
                  </a:lnTo>
                  <a:lnTo>
                    <a:pt x="1465062" y="1546729"/>
                  </a:lnTo>
                  <a:lnTo>
                    <a:pt x="1465053" y="1546714"/>
                  </a:lnTo>
                  <a:lnTo>
                    <a:pt x="1465043" y="1546705"/>
                  </a:lnTo>
                  <a:lnTo>
                    <a:pt x="1465036" y="1546707"/>
                  </a:lnTo>
                  <a:lnTo>
                    <a:pt x="1465028" y="1546714"/>
                  </a:lnTo>
                  <a:lnTo>
                    <a:pt x="1465018" y="1546724"/>
                  </a:lnTo>
                  <a:lnTo>
                    <a:pt x="1465008" y="1546741"/>
                  </a:lnTo>
                  <a:lnTo>
                    <a:pt x="1465003" y="1546762"/>
                  </a:lnTo>
                  <a:lnTo>
                    <a:pt x="1465004" y="1546794"/>
                  </a:lnTo>
                  <a:lnTo>
                    <a:pt x="1465003" y="1546827"/>
                  </a:lnTo>
                  <a:lnTo>
                    <a:pt x="1465004" y="1546834"/>
                  </a:lnTo>
                  <a:lnTo>
                    <a:pt x="1465003" y="1546849"/>
                  </a:lnTo>
                  <a:lnTo>
                    <a:pt x="1465002" y="1546859"/>
                  </a:lnTo>
                  <a:lnTo>
                    <a:pt x="1464997" y="1546867"/>
                  </a:lnTo>
                  <a:lnTo>
                    <a:pt x="1464987" y="1546876"/>
                  </a:lnTo>
                  <a:lnTo>
                    <a:pt x="1464977" y="1546882"/>
                  </a:lnTo>
                  <a:lnTo>
                    <a:pt x="1464941" y="1546894"/>
                  </a:lnTo>
                  <a:lnTo>
                    <a:pt x="1464904" y="1546905"/>
                  </a:lnTo>
                  <a:lnTo>
                    <a:pt x="1464868" y="1546917"/>
                  </a:lnTo>
                  <a:lnTo>
                    <a:pt x="1464844" y="1546914"/>
                  </a:lnTo>
                  <a:lnTo>
                    <a:pt x="1464827" y="1546913"/>
                  </a:lnTo>
                  <a:lnTo>
                    <a:pt x="1464822" y="1546914"/>
                  </a:lnTo>
                  <a:lnTo>
                    <a:pt x="1464807" y="1546916"/>
                  </a:lnTo>
                  <a:lnTo>
                    <a:pt x="1464777" y="1546928"/>
                  </a:lnTo>
                  <a:lnTo>
                    <a:pt x="1464735" y="1546939"/>
                  </a:lnTo>
                  <a:lnTo>
                    <a:pt x="1464724" y="1546943"/>
                  </a:lnTo>
                  <a:lnTo>
                    <a:pt x="1464696" y="1546948"/>
                  </a:lnTo>
                  <a:lnTo>
                    <a:pt x="1464678" y="1546948"/>
                  </a:lnTo>
                  <a:lnTo>
                    <a:pt x="1464648" y="1546939"/>
                  </a:lnTo>
                  <a:lnTo>
                    <a:pt x="1464588" y="1546914"/>
                  </a:lnTo>
                  <a:lnTo>
                    <a:pt x="1464544" y="1546890"/>
                  </a:lnTo>
                  <a:lnTo>
                    <a:pt x="1464525" y="1546882"/>
                  </a:lnTo>
                  <a:lnTo>
                    <a:pt x="1464507" y="1546878"/>
                  </a:lnTo>
                  <a:lnTo>
                    <a:pt x="1464489" y="1546879"/>
                  </a:lnTo>
                  <a:lnTo>
                    <a:pt x="1464438" y="1546895"/>
                  </a:lnTo>
                  <a:lnTo>
                    <a:pt x="1464427" y="1546894"/>
                  </a:lnTo>
                  <a:lnTo>
                    <a:pt x="1464418" y="1546894"/>
                  </a:lnTo>
                  <a:lnTo>
                    <a:pt x="1464407" y="1546891"/>
                  </a:lnTo>
                  <a:lnTo>
                    <a:pt x="1464389" y="1546876"/>
                  </a:lnTo>
                  <a:lnTo>
                    <a:pt x="1464355" y="1546835"/>
                  </a:lnTo>
                  <a:lnTo>
                    <a:pt x="1464333" y="1546819"/>
                  </a:lnTo>
                  <a:lnTo>
                    <a:pt x="1464315" y="1546816"/>
                  </a:lnTo>
                  <a:lnTo>
                    <a:pt x="1464300" y="1546817"/>
                  </a:lnTo>
                  <a:lnTo>
                    <a:pt x="1464286" y="1546821"/>
                  </a:lnTo>
                  <a:lnTo>
                    <a:pt x="1464273" y="1546824"/>
                  </a:lnTo>
                  <a:lnTo>
                    <a:pt x="1464231" y="1546834"/>
                  </a:lnTo>
                  <a:lnTo>
                    <a:pt x="1464188" y="1546851"/>
                  </a:lnTo>
                  <a:lnTo>
                    <a:pt x="1464130" y="1546873"/>
                  </a:lnTo>
                  <a:lnTo>
                    <a:pt x="1464100" y="1546886"/>
                  </a:lnTo>
                  <a:lnTo>
                    <a:pt x="1464072" y="1546907"/>
                  </a:lnTo>
                  <a:lnTo>
                    <a:pt x="1464050" y="1546926"/>
                  </a:lnTo>
                  <a:lnTo>
                    <a:pt x="1464035" y="1546939"/>
                  </a:lnTo>
                  <a:lnTo>
                    <a:pt x="1464026" y="1546951"/>
                  </a:lnTo>
                  <a:lnTo>
                    <a:pt x="1464019" y="1546964"/>
                  </a:lnTo>
                  <a:lnTo>
                    <a:pt x="1464015" y="1546974"/>
                  </a:lnTo>
                  <a:lnTo>
                    <a:pt x="1464012" y="1546984"/>
                  </a:lnTo>
                  <a:lnTo>
                    <a:pt x="1464007" y="1546999"/>
                  </a:lnTo>
                  <a:lnTo>
                    <a:pt x="1463997" y="1547039"/>
                  </a:lnTo>
                  <a:lnTo>
                    <a:pt x="1463996" y="1547051"/>
                  </a:lnTo>
                  <a:lnTo>
                    <a:pt x="1463997" y="1547071"/>
                  </a:lnTo>
                  <a:lnTo>
                    <a:pt x="1463999" y="1547086"/>
                  </a:lnTo>
                  <a:lnTo>
                    <a:pt x="1464007" y="1547111"/>
                  </a:lnTo>
                  <a:lnTo>
                    <a:pt x="1464009" y="1547116"/>
                  </a:lnTo>
                  <a:lnTo>
                    <a:pt x="1464013" y="1547132"/>
                  </a:lnTo>
                  <a:lnTo>
                    <a:pt x="1464012" y="1547149"/>
                  </a:lnTo>
                  <a:lnTo>
                    <a:pt x="1464011" y="1547159"/>
                  </a:lnTo>
                  <a:lnTo>
                    <a:pt x="1464009" y="1547173"/>
                  </a:lnTo>
                  <a:lnTo>
                    <a:pt x="1464001" y="1547186"/>
                  </a:lnTo>
                  <a:lnTo>
                    <a:pt x="1463985" y="1547205"/>
                  </a:lnTo>
                  <a:lnTo>
                    <a:pt x="1463978" y="1547209"/>
                  </a:lnTo>
                  <a:lnTo>
                    <a:pt x="1463966" y="1547217"/>
                  </a:lnTo>
                  <a:lnTo>
                    <a:pt x="1463947" y="1547224"/>
                  </a:lnTo>
                  <a:lnTo>
                    <a:pt x="1463933" y="1547225"/>
                  </a:lnTo>
                  <a:lnTo>
                    <a:pt x="1463893" y="1547222"/>
                  </a:lnTo>
                  <a:lnTo>
                    <a:pt x="1463853" y="1547220"/>
                  </a:lnTo>
                  <a:lnTo>
                    <a:pt x="1463821" y="1547218"/>
                  </a:lnTo>
                  <a:lnTo>
                    <a:pt x="1463754" y="1547214"/>
                  </a:lnTo>
                  <a:lnTo>
                    <a:pt x="1463728" y="1547216"/>
                  </a:lnTo>
                  <a:lnTo>
                    <a:pt x="1463707" y="1547222"/>
                  </a:lnTo>
                  <a:lnTo>
                    <a:pt x="1463672" y="1547235"/>
                  </a:lnTo>
                  <a:lnTo>
                    <a:pt x="1463632" y="1547251"/>
                  </a:lnTo>
                  <a:lnTo>
                    <a:pt x="1463625" y="1547257"/>
                  </a:lnTo>
                  <a:lnTo>
                    <a:pt x="1463620" y="1547264"/>
                  </a:lnTo>
                  <a:lnTo>
                    <a:pt x="1463619" y="1547275"/>
                  </a:lnTo>
                  <a:lnTo>
                    <a:pt x="1463628" y="1547307"/>
                  </a:lnTo>
                  <a:lnTo>
                    <a:pt x="1463631" y="1547333"/>
                  </a:lnTo>
                  <a:lnTo>
                    <a:pt x="1463629" y="1547344"/>
                  </a:lnTo>
                  <a:lnTo>
                    <a:pt x="1463623" y="1547351"/>
                  </a:lnTo>
                  <a:lnTo>
                    <a:pt x="1463613" y="1547362"/>
                  </a:lnTo>
                  <a:lnTo>
                    <a:pt x="1463593" y="1547376"/>
                  </a:lnTo>
                  <a:lnTo>
                    <a:pt x="1463570" y="1547385"/>
                  </a:lnTo>
                  <a:lnTo>
                    <a:pt x="1463525" y="1547396"/>
                  </a:lnTo>
                  <a:lnTo>
                    <a:pt x="1463470" y="1547405"/>
                  </a:lnTo>
                  <a:lnTo>
                    <a:pt x="1463421" y="1547413"/>
                  </a:lnTo>
                  <a:lnTo>
                    <a:pt x="1463383" y="1547425"/>
                  </a:lnTo>
                  <a:lnTo>
                    <a:pt x="1463362" y="1547434"/>
                  </a:lnTo>
                  <a:lnTo>
                    <a:pt x="1463339" y="1547453"/>
                  </a:lnTo>
                  <a:lnTo>
                    <a:pt x="1463316" y="1547469"/>
                  </a:lnTo>
                  <a:lnTo>
                    <a:pt x="1463288" y="1547477"/>
                  </a:lnTo>
                  <a:lnTo>
                    <a:pt x="1463246" y="1547481"/>
                  </a:lnTo>
                  <a:lnTo>
                    <a:pt x="1463214" y="1547484"/>
                  </a:lnTo>
                  <a:lnTo>
                    <a:pt x="1463154" y="1547492"/>
                  </a:lnTo>
                  <a:lnTo>
                    <a:pt x="1463113" y="1547498"/>
                  </a:lnTo>
                  <a:lnTo>
                    <a:pt x="1463057" y="1547504"/>
                  </a:lnTo>
                  <a:lnTo>
                    <a:pt x="1463041" y="1547508"/>
                  </a:lnTo>
                  <a:lnTo>
                    <a:pt x="1463025" y="1547510"/>
                  </a:lnTo>
                  <a:lnTo>
                    <a:pt x="1462992" y="1547515"/>
                  </a:lnTo>
                  <a:lnTo>
                    <a:pt x="1462974" y="1547516"/>
                  </a:lnTo>
                  <a:lnTo>
                    <a:pt x="1462938" y="1547513"/>
                  </a:lnTo>
                  <a:lnTo>
                    <a:pt x="1462917" y="1547509"/>
                  </a:lnTo>
                  <a:lnTo>
                    <a:pt x="1462879" y="1547494"/>
                  </a:lnTo>
                  <a:lnTo>
                    <a:pt x="1462856" y="1547487"/>
                  </a:lnTo>
                  <a:lnTo>
                    <a:pt x="1462825" y="1547476"/>
                  </a:lnTo>
                  <a:lnTo>
                    <a:pt x="1462814" y="1547477"/>
                  </a:lnTo>
                  <a:lnTo>
                    <a:pt x="1462803" y="1547481"/>
                  </a:lnTo>
                  <a:lnTo>
                    <a:pt x="1462794" y="1547486"/>
                  </a:lnTo>
                  <a:lnTo>
                    <a:pt x="1462785" y="1547491"/>
                  </a:lnTo>
                  <a:lnTo>
                    <a:pt x="1462764" y="1547506"/>
                  </a:lnTo>
                  <a:lnTo>
                    <a:pt x="1462750" y="1547517"/>
                  </a:lnTo>
                  <a:lnTo>
                    <a:pt x="1462744" y="1547521"/>
                  </a:lnTo>
                  <a:lnTo>
                    <a:pt x="1462740" y="1547525"/>
                  </a:lnTo>
                  <a:lnTo>
                    <a:pt x="1462731" y="1547533"/>
                  </a:lnTo>
                  <a:lnTo>
                    <a:pt x="1462713" y="1547546"/>
                  </a:lnTo>
                  <a:lnTo>
                    <a:pt x="1462705" y="1547553"/>
                  </a:lnTo>
                  <a:lnTo>
                    <a:pt x="1462699" y="1547557"/>
                  </a:lnTo>
                  <a:lnTo>
                    <a:pt x="1462686" y="1547564"/>
                  </a:lnTo>
                  <a:lnTo>
                    <a:pt x="1462676" y="1547567"/>
                  </a:lnTo>
                  <a:lnTo>
                    <a:pt x="1462666" y="1547569"/>
                  </a:lnTo>
                  <a:lnTo>
                    <a:pt x="1462657" y="1547567"/>
                  </a:lnTo>
                  <a:lnTo>
                    <a:pt x="1462643" y="1547566"/>
                  </a:lnTo>
                  <a:lnTo>
                    <a:pt x="1462634" y="1547565"/>
                  </a:lnTo>
                  <a:lnTo>
                    <a:pt x="1462622" y="1547568"/>
                  </a:lnTo>
                  <a:lnTo>
                    <a:pt x="1462530" y="1547594"/>
                  </a:lnTo>
                  <a:lnTo>
                    <a:pt x="1462519" y="1547599"/>
                  </a:lnTo>
                  <a:lnTo>
                    <a:pt x="1462501" y="1547608"/>
                  </a:lnTo>
                  <a:lnTo>
                    <a:pt x="1462489" y="1547612"/>
                  </a:lnTo>
                  <a:lnTo>
                    <a:pt x="1462442" y="1547626"/>
                  </a:lnTo>
                  <a:lnTo>
                    <a:pt x="1462416" y="1547630"/>
                  </a:lnTo>
                  <a:lnTo>
                    <a:pt x="1462407" y="1547630"/>
                  </a:lnTo>
                  <a:lnTo>
                    <a:pt x="1462396" y="1547633"/>
                  </a:lnTo>
                  <a:lnTo>
                    <a:pt x="1462360" y="1547652"/>
                  </a:lnTo>
                  <a:lnTo>
                    <a:pt x="1462318" y="1547676"/>
                  </a:lnTo>
                  <a:lnTo>
                    <a:pt x="1462307" y="1547687"/>
                  </a:lnTo>
                  <a:lnTo>
                    <a:pt x="1462303" y="1547693"/>
                  </a:lnTo>
                  <a:lnTo>
                    <a:pt x="1462298" y="1547703"/>
                  </a:lnTo>
                  <a:lnTo>
                    <a:pt x="1462295" y="1547719"/>
                  </a:lnTo>
                  <a:lnTo>
                    <a:pt x="1462292" y="1547725"/>
                  </a:lnTo>
                  <a:lnTo>
                    <a:pt x="1462250" y="1547768"/>
                  </a:lnTo>
                  <a:lnTo>
                    <a:pt x="1462219" y="1547800"/>
                  </a:lnTo>
                  <a:lnTo>
                    <a:pt x="1462215" y="1547803"/>
                  </a:lnTo>
                  <a:lnTo>
                    <a:pt x="1462193" y="1547826"/>
                  </a:lnTo>
                  <a:lnTo>
                    <a:pt x="1462103" y="1547910"/>
                  </a:lnTo>
                  <a:lnTo>
                    <a:pt x="1462075" y="1547940"/>
                  </a:lnTo>
                  <a:lnTo>
                    <a:pt x="1462070" y="1547947"/>
                  </a:lnTo>
                  <a:lnTo>
                    <a:pt x="1462057" y="1547978"/>
                  </a:lnTo>
                  <a:lnTo>
                    <a:pt x="1462050" y="1547985"/>
                  </a:lnTo>
                  <a:lnTo>
                    <a:pt x="1462030" y="1547994"/>
                  </a:lnTo>
                  <a:lnTo>
                    <a:pt x="1461986" y="1547997"/>
                  </a:lnTo>
                  <a:lnTo>
                    <a:pt x="1461976" y="1548000"/>
                  </a:lnTo>
                  <a:lnTo>
                    <a:pt x="1461965" y="1548011"/>
                  </a:lnTo>
                  <a:lnTo>
                    <a:pt x="1461962" y="1548016"/>
                  </a:lnTo>
                  <a:lnTo>
                    <a:pt x="1461942" y="1548042"/>
                  </a:lnTo>
                  <a:lnTo>
                    <a:pt x="1461930" y="1548055"/>
                  </a:lnTo>
                  <a:lnTo>
                    <a:pt x="1461923" y="1548059"/>
                  </a:lnTo>
                  <a:lnTo>
                    <a:pt x="1461913" y="1548065"/>
                  </a:lnTo>
                  <a:lnTo>
                    <a:pt x="1461905" y="1548070"/>
                  </a:lnTo>
                  <a:lnTo>
                    <a:pt x="1461867" y="1548084"/>
                  </a:lnTo>
                  <a:lnTo>
                    <a:pt x="1461817" y="1548100"/>
                  </a:lnTo>
                  <a:lnTo>
                    <a:pt x="1461796" y="1548106"/>
                  </a:lnTo>
                  <a:lnTo>
                    <a:pt x="1461771" y="1548109"/>
                  </a:lnTo>
                  <a:lnTo>
                    <a:pt x="1461747" y="1548111"/>
                  </a:lnTo>
                  <a:lnTo>
                    <a:pt x="1461717" y="1548115"/>
                  </a:lnTo>
                  <a:lnTo>
                    <a:pt x="1461683" y="1548122"/>
                  </a:lnTo>
                  <a:lnTo>
                    <a:pt x="1461646" y="1548126"/>
                  </a:lnTo>
                  <a:lnTo>
                    <a:pt x="1461633" y="1548127"/>
                  </a:lnTo>
                  <a:lnTo>
                    <a:pt x="1461622" y="1548128"/>
                  </a:lnTo>
                  <a:lnTo>
                    <a:pt x="1461584" y="1548131"/>
                  </a:lnTo>
                  <a:lnTo>
                    <a:pt x="1461545" y="1548138"/>
                  </a:lnTo>
                  <a:lnTo>
                    <a:pt x="1461513" y="1548145"/>
                  </a:lnTo>
                  <a:lnTo>
                    <a:pt x="1461500" y="1548150"/>
                  </a:lnTo>
                  <a:lnTo>
                    <a:pt x="1461492" y="1548154"/>
                  </a:lnTo>
                  <a:lnTo>
                    <a:pt x="1461487" y="1548159"/>
                  </a:lnTo>
                  <a:lnTo>
                    <a:pt x="1461480" y="1548166"/>
                  </a:lnTo>
                  <a:lnTo>
                    <a:pt x="1461468" y="1548180"/>
                  </a:lnTo>
                  <a:lnTo>
                    <a:pt x="1461463" y="1548187"/>
                  </a:lnTo>
                  <a:lnTo>
                    <a:pt x="1461457" y="1548196"/>
                  </a:lnTo>
                  <a:lnTo>
                    <a:pt x="1461453" y="1548202"/>
                  </a:lnTo>
                  <a:lnTo>
                    <a:pt x="1461448" y="1548213"/>
                  </a:lnTo>
                  <a:lnTo>
                    <a:pt x="1461445" y="1548221"/>
                  </a:lnTo>
                  <a:lnTo>
                    <a:pt x="1461443" y="1548234"/>
                  </a:lnTo>
                  <a:lnTo>
                    <a:pt x="1461438" y="1548250"/>
                  </a:lnTo>
                  <a:lnTo>
                    <a:pt x="1461435" y="1548264"/>
                  </a:lnTo>
                  <a:lnTo>
                    <a:pt x="1461428" y="1548291"/>
                  </a:lnTo>
                  <a:lnTo>
                    <a:pt x="1461424" y="1548297"/>
                  </a:lnTo>
                  <a:lnTo>
                    <a:pt x="1461419" y="1548301"/>
                  </a:lnTo>
                  <a:lnTo>
                    <a:pt x="1461413" y="1548304"/>
                  </a:lnTo>
                  <a:lnTo>
                    <a:pt x="1461403" y="1548305"/>
                  </a:lnTo>
                  <a:lnTo>
                    <a:pt x="1461395" y="1548305"/>
                  </a:lnTo>
                  <a:lnTo>
                    <a:pt x="1461379" y="1548301"/>
                  </a:lnTo>
                  <a:lnTo>
                    <a:pt x="1461373" y="1548301"/>
                  </a:lnTo>
                  <a:lnTo>
                    <a:pt x="1461359" y="1548305"/>
                  </a:lnTo>
                  <a:lnTo>
                    <a:pt x="1461355" y="1548308"/>
                  </a:lnTo>
                  <a:lnTo>
                    <a:pt x="1461349" y="1548312"/>
                  </a:lnTo>
                  <a:lnTo>
                    <a:pt x="1461342" y="1548321"/>
                  </a:lnTo>
                  <a:lnTo>
                    <a:pt x="1461334" y="1548330"/>
                  </a:lnTo>
                  <a:lnTo>
                    <a:pt x="1461328" y="1548343"/>
                  </a:lnTo>
                  <a:lnTo>
                    <a:pt x="1461318" y="1548365"/>
                  </a:lnTo>
                  <a:lnTo>
                    <a:pt x="1461309" y="1548394"/>
                  </a:lnTo>
                  <a:lnTo>
                    <a:pt x="1461303" y="1548412"/>
                  </a:lnTo>
                  <a:lnTo>
                    <a:pt x="1461299" y="1548426"/>
                  </a:lnTo>
                  <a:lnTo>
                    <a:pt x="1461285" y="1548469"/>
                  </a:lnTo>
                  <a:lnTo>
                    <a:pt x="1461271" y="1548495"/>
                  </a:lnTo>
                  <a:lnTo>
                    <a:pt x="1461266" y="1548500"/>
                  </a:lnTo>
                  <a:lnTo>
                    <a:pt x="1461254" y="1548510"/>
                  </a:lnTo>
                  <a:lnTo>
                    <a:pt x="1461246" y="1548515"/>
                  </a:lnTo>
                  <a:lnTo>
                    <a:pt x="1461241" y="1548517"/>
                  </a:lnTo>
                  <a:lnTo>
                    <a:pt x="1461232" y="1548519"/>
                  </a:lnTo>
                  <a:lnTo>
                    <a:pt x="1461217" y="1548520"/>
                  </a:lnTo>
                  <a:lnTo>
                    <a:pt x="1461206" y="1548520"/>
                  </a:lnTo>
                  <a:lnTo>
                    <a:pt x="1461189" y="1548521"/>
                  </a:lnTo>
                  <a:lnTo>
                    <a:pt x="1461176" y="1548522"/>
                  </a:lnTo>
                  <a:lnTo>
                    <a:pt x="1461166" y="1548523"/>
                  </a:lnTo>
                  <a:lnTo>
                    <a:pt x="1461154" y="1548523"/>
                  </a:lnTo>
                  <a:lnTo>
                    <a:pt x="1461143" y="1548523"/>
                  </a:lnTo>
                  <a:lnTo>
                    <a:pt x="1461136" y="1548526"/>
                  </a:lnTo>
                  <a:lnTo>
                    <a:pt x="1461122" y="1548532"/>
                  </a:lnTo>
                  <a:lnTo>
                    <a:pt x="1461111" y="1548538"/>
                  </a:lnTo>
                  <a:lnTo>
                    <a:pt x="1461057" y="1548562"/>
                  </a:lnTo>
                  <a:lnTo>
                    <a:pt x="1461014" y="1548585"/>
                  </a:lnTo>
                  <a:lnTo>
                    <a:pt x="1460983" y="1548601"/>
                  </a:lnTo>
                  <a:lnTo>
                    <a:pt x="1460978" y="1548604"/>
                  </a:lnTo>
                  <a:lnTo>
                    <a:pt x="1460972" y="1548608"/>
                  </a:lnTo>
                  <a:lnTo>
                    <a:pt x="1460966" y="1548612"/>
                  </a:lnTo>
                  <a:lnTo>
                    <a:pt x="1460960" y="1548616"/>
                  </a:lnTo>
                  <a:lnTo>
                    <a:pt x="1460937" y="1548633"/>
                  </a:lnTo>
                  <a:lnTo>
                    <a:pt x="1460928" y="1548638"/>
                  </a:lnTo>
                  <a:lnTo>
                    <a:pt x="1460920" y="1548639"/>
                  </a:lnTo>
                  <a:lnTo>
                    <a:pt x="1460914" y="1548639"/>
                  </a:lnTo>
                  <a:lnTo>
                    <a:pt x="1460896" y="1548639"/>
                  </a:lnTo>
                  <a:lnTo>
                    <a:pt x="1460873" y="1548638"/>
                  </a:lnTo>
                  <a:lnTo>
                    <a:pt x="1460859" y="1548640"/>
                  </a:lnTo>
                  <a:lnTo>
                    <a:pt x="1460847" y="1548642"/>
                  </a:lnTo>
                  <a:lnTo>
                    <a:pt x="1460825" y="1548650"/>
                  </a:lnTo>
                  <a:lnTo>
                    <a:pt x="1460819" y="1548653"/>
                  </a:lnTo>
                  <a:lnTo>
                    <a:pt x="1460811" y="1548659"/>
                  </a:lnTo>
                  <a:lnTo>
                    <a:pt x="1460803" y="1548668"/>
                  </a:lnTo>
                  <a:lnTo>
                    <a:pt x="1460790" y="1548689"/>
                  </a:lnTo>
                  <a:lnTo>
                    <a:pt x="1460783" y="1548697"/>
                  </a:lnTo>
                  <a:lnTo>
                    <a:pt x="1460777" y="1548704"/>
                  </a:lnTo>
                  <a:lnTo>
                    <a:pt x="1460753" y="1548723"/>
                  </a:lnTo>
                  <a:lnTo>
                    <a:pt x="1460717" y="1548747"/>
                  </a:lnTo>
                  <a:lnTo>
                    <a:pt x="1460695" y="1548757"/>
                  </a:lnTo>
                  <a:lnTo>
                    <a:pt x="1460675" y="1548763"/>
                  </a:lnTo>
                  <a:lnTo>
                    <a:pt x="1460668" y="1548764"/>
                  </a:lnTo>
                  <a:lnTo>
                    <a:pt x="1460659" y="1548757"/>
                  </a:lnTo>
                  <a:lnTo>
                    <a:pt x="1460650" y="1548753"/>
                  </a:lnTo>
                  <a:lnTo>
                    <a:pt x="1460635" y="1548750"/>
                  </a:lnTo>
                  <a:lnTo>
                    <a:pt x="1460625" y="1548748"/>
                  </a:lnTo>
                  <a:lnTo>
                    <a:pt x="1460617" y="1548750"/>
                  </a:lnTo>
                  <a:lnTo>
                    <a:pt x="1460612" y="1548752"/>
                  </a:lnTo>
                  <a:lnTo>
                    <a:pt x="1460585" y="1548773"/>
                  </a:lnTo>
                  <a:lnTo>
                    <a:pt x="1460534" y="1548799"/>
                  </a:lnTo>
                  <a:lnTo>
                    <a:pt x="1460495" y="1548808"/>
                  </a:lnTo>
                  <a:lnTo>
                    <a:pt x="1460489" y="1548808"/>
                  </a:lnTo>
                  <a:lnTo>
                    <a:pt x="1460484" y="1548808"/>
                  </a:lnTo>
                  <a:lnTo>
                    <a:pt x="1460472" y="1548800"/>
                  </a:lnTo>
                  <a:lnTo>
                    <a:pt x="1460467" y="1548795"/>
                  </a:lnTo>
                  <a:lnTo>
                    <a:pt x="1460458" y="1548785"/>
                  </a:lnTo>
                  <a:lnTo>
                    <a:pt x="1460452" y="1548778"/>
                  </a:lnTo>
                  <a:lnTo>
                    <a:pt x="1460444" y="1548770"/>
                  </a:lnTo>
                  <a:lnTo>
                    <a:pt x="1460438" y="1548763"/>
                  </a:lnTo>
                  <a:lnTo>
                    <a:pt x="1460430" y="1548759"/>
                  </a:lnTo>
                  <a:lnTo>
                    <a:pt x="1460423" y="1548761"/>
                  </a:lnTo>
                  <a:lnTo>
                    <a:pt x="1460412" y="1548767"/>
                  </a:lnTo>
                  <a:lnTo>
                    <a:pt x="1460403" y="1548770"/>
                  </a:lnTo>
                  <a:lnTo>
                    <a:pt x="1460396" y="1548772"/>
                  </a:lnTo>
                  <a:lnTo>
                    <a:pt x="1460390" y="1548773"/>
                  </a:lnTo>
                  <a:lnTo>
                    <a:pt x="1460383" y="1548769"/>
                  </a:lnTo>
                  <a:lnTo>
                    <a:pt x="1460377" y="1548762"/>
                  </a:lnTo>
                  <a:lnTo>
                    <a:pt x="1460366" y="1548762"/>
                  </a:lnTo>
                  <a:lnTo>
                    <a:pt x="1460347" y="1548768"/>
                  </a:lnTo>
                  <a:lnTo>
                    <a:pt x="1460343" y="1548770"/>
                  </a:lnTo>
                  <a:lnTo>
                    <a:pt x="1460337" y="1548775"/>
                  </a:lnTo>
                  <a:lnTo>
                    <a:pt x="1460306" y="1548803"/>
                  </a:lnTo>
                  <a:lnTo>
                    <a:pt x="1460290" y="1548816"/>
                  </a:lnTo>
                  <a:lnTo>
                    <a:pt x="1460261" y="1548838"/>
                  </a:lnTo>
                  <a:lnTo>
                    <a:pt x="1460238" y="1548859"/>
                  </a:lnTo>
                  <a:lnTo>
                    <a:pt x="1460233" y="1548861"/>
                  </a:lnTo>
                  <a:lnTo>
                    <a:pt x="1460227" y="1548861"/>
                  </a:lnTo>
                  <a:lnTo>
                    <a:pt x="1460221" y="1548860"/>
                  </a:lnTo>
                  <a:lnTo>
                    <a:pt x="1460214" y="1548856"/>
                  </a:lnTo>
                  <a:lnTo>
                    <a:pt x="1460185" y="1548843"/>
                  </a:lnTo>
                  <a:lnTo>
                    <a:pt x="1460173" y="1548842"/>
                  </a:lnTo>
                  <a:lnTo>
                    <a:pt x="1460160" y="1548845"/>
                  </a:lnTo>
                  <a:lnTo>
                    <a:pt x="1460152" y="1548853"/>
                  </a:lnTo>
                  <a:lnTo>
                    <a:pt x="1460128" y="1548879"/>
                  </a:lnTo>
                  <a:lnTo>
                    <a:pt x="1460119" y="1548890"/>
                  </a:lnTo>
                  <a:lnTo>
                    <a:pt x="1460112" y="1548896"/>
                  </a:lnTo>
                  <a:lnTo>
                    <a:pt x="1460098" y="1548902"/>
                  </a:lnTo>
                  <a:lnTo>
                    <a:pt x="1460094" y="1548906"/>
                  </a:lnTo>
                  <a:lnTo>
                    <a:pt x="1460091" y="1548913"/>
                  </a:lnTo>
                  <a:lnTo>
                    <a:pt x="1460091" y="1548934"/>
                  </a:lnTo>
                  <a:lnTo>
                    <a:pt x="1460092" y="1548942"/>
                  </a:lnTo>
                  <a:lnTo>
                    <a:pt x="1460091" y="1548959"/>
                  </a:lnTo>
                  <a:lnTo>
                    <a:pt x="1460089" y="1548965"/>
                  </a:lnTo>
                  <a:lnTo>
                    <a:pt x="1460085" y="1548979"/>
                  </a:lnTo>
                  <a:lnTo>
                    <a:pt x="1460082" y="1548985"/>
                  </a:lnTo>
                  <a:lnTo>
                    <a:pt x="1460079" y="1548991"/>
                  </a:lnTo>
                  <a:lnTo>
                    <a:pt x="1460072" y="1548998"/>
                  </a:lnTo>
                  <a:lnTo>
                    <a:pt x="1460060" y="1549006"/>
                  </a:lnTo>
                  <a:lnTo>
                    <a:pt x="1460056" y="1549008"/>
                  </a:lnTo>
                  <a:lnTo>
                    <a:pt x="1460051" y="1549009"/>
                  </a:lnTo>
                  <a:lnTo>
                    <a:pt x="1460043" y="1549009"/>
                  </a:lnTo>
                  <a:lnTo>
                    <a:pt x="1460029" y="1549006"/>
                  </a:lnTo>
                  <a:lnTo>
                    <a:pt x="1459973" y="1549001"/>
                  </a:lnTo>
                  <a:lnTo>
                    <a:pt x="1459967" y="1549002"/>
                  </a:lnTo>
                  <a:lnTo>
                    <a:pt x="1459955" y="1549010"/>
                  </a:lnTo>
                  <a:lnTo>
                    <a:pt x="1459943" y="1549014"/>
                  </a:lnTo>
                  <a:lnTo>
                    <a:pt x="1459915" y="1549009"/>
                  </a:lnTo>
                  <a:lnTo>
                    <a:pt x="1459891" y="1549006"/>
                  </a:lnTo>
                  <a:lnTo>
                    <a:pt x="1459883" y="1549008"/>
                  </a:lnTo>
                  <a:lnTo>
                    <a:pt x="1459874" y="1549013"/>
                  </a:lnTo>
                  <a:lnTo>
                    <a:pt x="1459858" y="1549025"/>
                  </a:lnTo>
                  <a:lnTo>
                    <a:pt x="1459854" y="1549026"/>
                  </a:lnTo>
                  <a:lnTo>
                    <a:pt x="1459846" y="1549028"/>
                  </a:lnTo>
                  <a:lnTo>
                    <a:pt x="1459835" y="1549028"/>
                  </a:lnTo>
                  <a:lnTo>
                    <a:pt x="1459830" y="1549031"/>
                  </a:lnTo>
                  <a:lnTo>
                    <a:pt x="1459804" y="1549041"/>
                  </a:lnTo>
                  <a:lnTo>
                    <a:pt x="1459790" y="1549041"/>
                  </a:lnTo>
                  <a:lnTo>
                    <a:pt x="1459786" y="1549040"/>
                  </a:lnTo>
                  <a:lnTo>
                    <a:pt x="1459778" y="1549030"/>
                  </a:lnTo>
                  <a:lnTo>
                    <a:pt x="1459771" y="1549025"/>
                  </a:lnTo>
                  <a:lnTo>
                    <a:pt x="1459766" y="1549022"/>
                  </a:lnTo>
                  <a:lnTo>
                    <a:pt x="1459760" y="1549021"/>
                  </a:lnTo>
                  <a:lnTo>
                    <a:pt x="1459747" y="1549025"/>
                  </a:lnTo>
                  <a:lnTo>
                    <a:pt x="1459736" y="1549022"/>
                  </a:lnTo>
                  <a:lnTo>
                    <a:pt x="1459729" y="1549019"/>
                  </a:lnTo>
                  <a:lnTo>
                    <a:pt x="1459724" y="1549021"/>
                  </a:lnTo>
                  <a:lnTo>
                    <a:pt x="1459713" y="1549024"/>
                  </a:lnTo>
                  <a:lnTo>
                    <a:pt x="1459685" y="1549019"/>
                  </a:lnTo>
                  <a:lnTo>
                    <a:pt x="1459663" y="1549017"/>
                  </a:lnTo>
                  <a:lnTo>
                    <a:pt x="1459655" y="1549017"/>
                  </a:lnTo>
                  <a:lnTo>
                    <a:pt x="1459649" y="1549020"/>
                  </a:lnTo>
                  <a:lnTo>
                    <a:pt x="1459641" y="1549029"/>
                  </a:lnTo>
                  <a:lnTo>
                    <a:pt x="1459622" y="1549048"/>
                  </a:lnTo>
                  <a:lnTo>
                    <a:pt x="1459591" y="1549070"/>
                  </a:lnTo>
                  <a:lnTo>
                    <a:pt x="1459572" y="1549084"/>
                  </a:lnTo>
                  <a:lnTo>
                    <a:pt x="1459551" y="1549096"/>
                  </a:lnTo>
                  <a:lnTo>
                    <a:pt x="1459534" y="1549102"/>
                  </a:lnTo>
                  <a:lnTo>
                    <a:pt x="1459529" y="1549102"/>
                  </a:lnTo>
                  <a:lnTo>
                    <a:pt x="1459519" y="1549102"/>
                  </a:lnTo>
                  <a:lnTo>
                    <a:pt x="1459506" y="1549098"/>
                  </a:lnTo>
                  <a:lnTo>
                    <a:pt x="1459495" y="1549091"/>
                  </a:lnTo>
                  <a:lnTo>
                    <a:pt x="1459478" y="1549076"/>
                  </a:lnTo>
                  <a:lnTo>
                    <a:pt x="1459462" y="1549062"/>
                  </a:lnTo>
                  <a:lnTo>
                    <a:pt x="1459422" y="1549028"/>
                  </a:lnTo>
                  <a:lnTo>
                    <a:pt x="1459398" y="1549008"/>
                  </a:lnTo>
                  <a:lnTo>
                    <a:pt x="1459387" y="1549003"/>
                  </a:lnTo>
                  <a:lnTo>
                    <a:pt x="1459365" y="1548985"/>
                  </a:lnTo>
                  <a:lnTo>
                    <a:pt x="1459337" y="1548960"/>
                  </a:lnTo>
                  <a:lnTo>
                    <a:pt x="1459306" y="1548936"/>
                  </a:lnTo>
                  <a:lnTo>
                    <a:pt x="1459274" y="1548914"/>
                  </a:lnTo>
                  <a:lnTo>
                    <a:pt x="1459261" y="1548908"/>
                  </a:lnTo>
                  <a:lnTo>
                    <a:pt x="1459238" y="1548906"/>
                  </a:lnTo>
                  <a:lnTo>
                    <a:pt x="1459220" y="1548909"/>
                  </a:lnTo>
                  <a:lnTo>
                    <a:pt x="1459206" y="1548916"/>
                  </a:lnTo>
                  <a:lnTo>
                    <a:pt x="1459183" y="1548923"/>
                  </a:lnTo>
                  <a:lnTo>
                    <a:pt x="1459161" y="1548921"/>
                  </a:lnTo>
                  <a:lnTo>
                    <a:pt x="1459137" y="1548913"/>
                  </a:lnTo>
                  <a:lnTo>
                    <a:pt x="1459112" y="1548899"/>
                  </a:lnTo>
                  <a:lnTo>
                    <a:pt x="1459103" y="1548892"/>
                  </a:lnTo>
                  <a:lnTo>
                    <a:pt x="1459091" y="1548893"/>
                  </a:lnTo>
                  <a:lnTo>
                    <a:pt x="1459081" y="1548895"/>
                  </a:lnTo>
                  <a:lnTo>
                    <a:pt x="1459072" y="1548897"/>
                  </a:lnTo>
                  <a:lnTo>
                    <a:pt x="1459054" y="1548907"/>
                  </a:lnTo>
                  <a:lnTo>
                    <a:pt x="1459042" y="1548914"/>
                  </a:lnTo>
                  <a:lnTo>
                    <a:pt x="1459029" y="1548924"/>
                  </a:lnTo>
                  <a:lnTo>
                    <a:pt x="1459022" y="1548930"/>
                  </a:lnTo>
                  <a:lnTo>
                    <a:pt x="1459007" y="1548947"/>
                  </a:lnTo>
                  <a:lnTo>
                    <a:pt x="1459001" y="1548954"/>
                  </a:lnTo>
                  <a:lnTo>
                    <a:pt x="1458993" y="1548968"/>
                  </a:lnTo>
                  <a:lnTo>
                    <a:pt x="1458987" y="1548977"/>
                  </a:lnTo>
                  <a:lnTo>
                    <a:pt x="1458979" y="1548985"/>
                  </a:lnTo>
                  <a:lnTo>
                    <a:pt x="1458944" y="1549009"/>
                  </a:lnTo>
                  <a:lnTo>
                    <a:pt x="1458932" y="1549023"/>
                  </a:lnTo>
                  <a:lnTo>
                    <a:pt x="1458905" y="1549037"/>
                  </a:lnTo>
                  <a:lnTo>
                    <a:pt x="1458883" y="1549067"/>
                  </a:lnTo>
                  <a:lnTo>
                    <a:pt x="1458694" y="1549143"/>
                  </a:lnTo>
                  <a:lnTo>
                    <a:pt x="1458614" y="1549175"/>
                  </a:lnTo>
                  <a:lnTo>
                    <a:pt x="1458523" y="1549211"/>
                  </a:lnTo>
                  <a:lnTo>
                    <a:pt x="1458193" y="1549211"/>
                  </a:lnTo>
                  <a:lnTo>
                    <a:pt x="1457967" y="1549211"/>
                  </a:lnTo>
                  <a:lnTo>
                    <a:pt x="1457599" y="1549210"/>
                  </a:lnTo>
                  <a:lnTo>
                    <a:pt x="1457233" y="1549128"/>
                  </a:lnTo>
                  <a:lnTo>
                    <a:pt x="1457095" y="1549146"/>
                  </a:lnTo>
                  <a:lnTo>
                    <a:pt x="1456925" y="1549155"/>
                  </a:lnTo>
                  <a:lnTo>
                    <a:pt x="1456814" y="1549161"/>
                  </a:lnTo>
                  <a:lnTo>
                    <a:pt x="1456431" y="1549385"/>
                  </a:lnTo>
                  <a:lnTo>
                    <a:pt x="1456368" y="1549375"/>
                  </a:lnTo>
                  <a:lnTo>
                    <a:pt x="1456035" y="1549325"/>
                  </a:lnTo>
                  <a:lnTo>
                    <a:pt x="1456002" y="1549338"/>
                  </a:lnTo>
                  <a:lnTo>
                    <a:pt x="1455988" y="1549339"/>
                  </a:lnTo>
                  <a:lnTo>
                    <a:pt x="1455981" y="1549337"/>
                  </a:lnTo>
                  <a:lnTo>
                    <a:pt x="1455977" y="1549335"/>
                  </a:lnTo>
                  <a:lnTo>
                    <a:pt x="1455971" y="1549327"/>
                  </a:lnTo>
                  <a:lnTo>
                    <a:pt x="1455969" y="1549318"/>
                  </a:lnTo>
                  <a:lnTo>
                    <a:pt x="1455970" y="1549299"/>
                  </a:lnTo>
                  <a:lnTo>
                    <a:pt x="1455969" y="1549278"/>
                  </a:lnTo>
                  <a:lnTo>
                    <a:pt x="1455967" y="1549271"/>
                  </a:lnTo>
                  <a:lnTo>
                    <a:pt x="1455959" y="1549257"/>
                  </a:lnTo>
                  <a:lnTo>
                    <a:pt x="1455956" y="1549253"/>
                  </a:lnTo>
                  <a:lnTo>
                    <a:pt x="1455951" y="1549249"/>
                  </a:lnTo>
                  <a:lnTo>
                    <a:pt x="1455930" y="1549246"/>
                  </a:lnTo>
                  <a:lnTo>
                    <a:pt x="1455899" y="1549245"/>
                  </a:lnTo>
                  <a:lnTo>
                    <a:pt x="1455879" y="1549241"/>
                  </a:lnTo>
                  <a:lnTo>
                    <a:pt x="1455873" y="1549239"/>
                  </a:lnTo>
                  <a:lnTo>
                    <a:pt x="1455863" y="1549234"/>
                  </a:lnTo>
                  <a:lnTo>
                    <a:pt x="1455856" y="1549229"/>
                  </a:lnTo>
                  <a:lnTo>
                    <a:pt x="1455854" y="1549212"/>
                  </a:lnTo>
                  <a:lnTo>
                    <a:pt x="1455856" y="1549189"/>
                  </a:lnTo>
                  <a:lnTo>
                    <a:pt x="1455849" y="1549177"/>
                  </a:lnTo>
                  <a:lnTo>
                    <a:pt x="1455837" y="1549165"/>
                  </a:lnTo>
                  <a:lnTo>
                    <a:pt x="1455801" y="1549145"/>
                  </a:lnTo>
                  <a:lnTo>
                    <a:pt x="1455772" y="1549128"/>
                  </a:lnTo>
                  <a:lnTo>
                    <a:pt x="1455765" y="1549118"/>
                  </a:lnTo>
                  <a:lnTo>
                    <a:pt x="1455761" y="1549108"/>
                  </a:lnTo>
                  <a:lnTo>
                    <a:pt x="1455758" y="1549102"/>
                  </a:lnTo>
                  <a:lnTo>
                    <a:pt x="1455736" y="1549077"/>
                  </a:lnTo>
                  <a:lnTo>
                    <a:pt x="1455720" y="1549048"/>
                  </a:lnTo>
                  <a:lnTo>
                    <a:pt x="1455717" y="1549044"/>
                  </a:lnTo>
                  <a:lnTo>
                    <a:pt x="1455708" y="1549036"/>
                  </a:lnTo>
                  <a:lnTo>
                    <a:pt x="1455700" y="1549035"/>
                  </a:lnTo>
                  <a:lnTo>
                    <a:pt x="1455689" y="1549039"/>
                  </a:lnTo>
                  <a:lnTo>
                    <a:pt x="1455682" y="1549039"/>
                  </a:lnTo>
                  <a:lnTo>
                    <a:pt x="1455677" y="1549038"/>
                  </a:lnTo>
                  <a:lnTo>
                    <a:pt x="1455671" y="1549035"/>
                  </a:lnTo>
                  <a:lnTo>
                    <a:pt x="1455662" y="1549031"/>
                  </a:lnTo>
                  <a:lnTo>
                    <a:pt x="1455654" y="1549023"/>
                  </a:lnTo>
                  <a:lnTo>
                    <a:pt x="1455649" y="1549012"/>
                  </a:lnTo>
                  <a:lnTo>
                    <a:pt x="1455613" y="1548951"/>
                  </a:lnTo>
                  <a:lnTo>
                    <a:pt x="1455594" y="1548911"/>
                  </a:lnTo>
                  <a:lnTo>
                    <a:pt x="1455577" y="1548867"/>
                  </a:lnTo>
                  <a:lnTo>
                    <a:pt x="1455565" y="1548826"/>
                  </a:lnTo>
                  <a:lnTo>
                    <a:pt x="1455564" y="1548815"/>
                  </a:lnTo>
                  <a:lnTo>
                    <a:pt x="1455562" y="1548800"/>
                  </a:lnTo>
                  <a:lnTo>
                    <a:pt x="1455559" y="1548787"/>
                  </a:lnTo>
                  <a:lnTo>
                    <a:pt x="1455548" y="1548763"/>
                  </a:lnTo>
                  <a:lnTo>
                    <a:pt x="1455532" y="1548737"/>
                  </a:lnTo>
                  <a:lnTo>
                    <a:pt x="1455481" y="1548733"/>
                  </a:lnTo>
                  <a:lnTo>
                    <a:pt x="1455439" y="1548727"/>
                  </a:lnTo>
                  <a:lnTo>
                    <a:pt x="1455421" y="1548724"/>
                  </a:lnTo>
                  <a:lnTo>
                    <a:pt x="1455416" y="1548721"/>
                  </a:lnTo>
                  <a:lnTo>
                    <a:pt x="1455401" y="1548703"/>
                  </a:lnTo>
                  <a:lnTo>
                    <a:pt x="1455396" y="1548699"/>
                  </a:lnTo>
                  <a:lnTo>
                    <a:pt x="1455388" y="1548694"/>
                  </a:lnTo>
                  <a:lnTo>
                    <a:pt x="1455329" y="1548674"/>
                  </a:lnTo>
                  <a:lnTo>
                    <a:pt x="1455250" y="1548693"/>
                  </a:lnTo>
                  <a:lnTo>
                    <a:pt x="1455215" y="1548704"/>
                  </a:lnTo>
                  <a:lnTo>
                    <a:pt x="1455164" y="1548718"/>
                  </a:lnTo>
                  <a:lnTo>
                    <a:pt x="1455147" y="1548726"/>
                  </a:lnTo>
                  <a:lnTo>
                    <a:pt x="1455122" y="1548743"/>
                  </a:lnTo>
                  <a:lnTo>
                    <a:pt x="1455100" y="1548762"/>
                  </a:lnTo>
                  <a:lnTo>
                    <a:pt x="1455088" y="1548775"/>
                  </a:lnTo>
                  <a:lnTo>
                    <a:pt x="1455068" y="1548805"/>
                  </a:lnTo>
                  <a:lnTo>
                    <a:pt x="1455059" y="1548823"/>
                  </a:lnTo>
                  <a:lnTo>
                    <a:pt x="1455053" y="1548842"/>
                  </a:lnTo>
                  <a:lnTo>
                    <a:pt x="1455048" y="1548859"/>
                  </a:lnTo>
                  <a:lnTo>
                    <a:pt x="1455038" y="1548881"/>
                  </a:lnTo>
                  <a:lnTo>
                    <a:pt x="1455012" y="1548930"/>
                  </a:lnTo>
                  <a:lnTo>
                    <a:pt x="1455007" y="1548938"/>
                  </a:lnTo>
                  <a:lnTo>
                    <a:pt x="1454987" y="1548960"/>
                  </a:lnTo>
                  <a:lnTo>
                    <a:pt x="1454971" y="1548973"/>
                  </a:lnTo>
                  <a:lnTo>
                    <a:pt x="1454955" y="1548979"/>
                  </a:lnTo>
                  <a:lnTo>
                    <a:pt x="1454933" y="1548980"/>
                  </a:lnTo>
                  <a:lnTo>
                    <a:pt x="1454917" y="1548978"/>
                  </a:lnTo>
                  <a:lnTo>
                    <a:pt x="1454789" y="1548947"/>
                  </a:lnTo>
                  <a:lnTo>
                    <a:pt x="1454777" y="1548945"/>
                  </a:lnTo>
                  <a:lnTo>
                    <a:pt x="1454730" y="1548943"/>
                  </a:lnTo>
                  <a:lnTo>
                    <a:pt x="1454691" y="1548946"/>
                  </a:lnTo>
                  <a:lnTo>
                    <a:pt x="1454656" y="1548944"/>
                  </a:lnTo>
                  <a:lnTo>
                    <a:pt x="1454641" y="1548940"/>
                  </a:lnTo>
                  <a:lnTo>
                    <a:pt x="1454625" y="1548934"/>
                  </a:lnTo>
                  <a:lnTo>
                    <a:pt x="1454611" y="1548928"/>
                  </a:lnTo>
                  <a:lnTo>
                    <a:pt x="1454601" y="1548928"/>
                  </a:lnTo>
                  <a:lnTo>
                    <a:pt x="1454596" y="1548929"/>
                  </a:lnTo>
                  <a:lnTo>
                    <a:pt x="1454591" y="1548935"/>
                  </a:lnTo>
                  <a:lnTo>
                    <a:pt x="1454573" y="1548958"/>
                  </a:lnTo>
                  <a:lnTo>
                    <a:pt x="1454548" y="1548984"/>
                  </a:lnTo>
                  <a:lnTo>
                    <a:pt x="1454529" y="1548998"/>
                  </a:lnTo>
                  <a:lnTo>
                    <a:pt x="1454501" y="1549021"/>
                  </a:lnTo>
                  <a:lnTo>
                    <a:pt x="1454492" y="1549033"/>
                  </a:lnTo>
                  <a:lnTo>
                    <a:pt x="1454468" y="1549059"/>
                  </a:lnTo>
                  <a:lnTo>
                    <a:pt x="1454462" y="1549076"/>
                  </a:lnTo>
                  <a:lnTo>
                    <a:pt x="1454448" y="1549108"/>
                  </a:lnTo>
                  <a:lnTo>
                    <a:pt x="1454434" y="1549128"/>
                  </a:lnTo>
                  <a:lnTo>
                    <a:pt x="1454423" y="1549140"/>
                  </a:lnTo>
                  <a:lnTo>
                    <a:pt x="1454414" y="1549149"/>
                  </a:lnTo>
                  <a:lnTo>
                    <a:pt x="1454392" y="1549162"/>
                  </a:lnTo>
                  <a:lnTo>
                    <a:pt x="1454388" y="1549165"/>
                  </a:lnTo>
                  <a:lnTo>
                    <a:pt x="1454380" y="1549171"/>
                  </a:lnTo>
                  <a:lnTo>
                    <a:pt x="1454369" y="1549182"/>
                  </a:lnTo>
                  <a:lnTo>
                    <a:pt x="1454361" y="1549192"/>
                  </a:lnTo>
                  <a:lnTo>
                    <a:pt x="1454358" y="1549197"/>
                  </a:lnTo>
                  <a:lnTo>
                    <a:pt x="1454356" y="1549206"/>
                  </a:lnTo>
                  <a:lnTo>
                    <a:pt x="1454355" y="1549224"/>
                  </a:lnTo>
                  <a:lnTo>
                    <a:pt x="1454351" y="1549248"/>
                  </a:lnTo>
                  <a:lnTo>
                    <a:pt x="1454348" y="1549254"/>
                  </a:lnTo>
                  <a:lnTo>
                    <a:pt x="1454337" y="1549273"/>
                  </a:lnTo>
                  <a:lnTo>
                    <a:pt x="1454302" y="1549308"/>
                  </a:lnTo>
                  <a:lnTo>
                    <a:pt x="1454291" y="1549316"/>
                  </a:lnTo>
                  <a:lnTo>
                    <a:pt x="1454264" y="1549325"/>
                  </a:lnTo>
                  <a:lnTo>
                    <a:pt x="1454249" y="1549327"/>
                  </a:lnTo>
                  <a:lnTo>
                    <a:pt x="1454239" y="1549332"/>
                  </a:lnTo>
                  <a:lnTo>
                    <a:pt x="1454231" y="1549337"/>
                  </a:lnTo>
                  <a:lnTo>
                    <a:pt x="1454218" y="1549352"/>
                  </a:lnTo>
                  <a:lnTo>
                    <a:pt x="1454214" y="1549360"/>
                  </a:lnTo>
                  <a:lnTo>
                    <a:pt x="1454209" y="1549372"/>
                  </a:lnTo>
                  <a:lnTo>
                    <a:pt x="1454206" y="1549383"/>
                  </a:lnTo>
                  <a:lnTo>
                    <a:pt x="1454202" y="1549401"/>
                  </a:lnTo>
                  <a:lnTo>
                    <a:pt x="1454182" y="1549494"/>
                  </a:lnTo>
                  <a:lnTo>
                    <a:pt x="1454156" y="1549543"/>
                  </a:lnTo>
                  <a:lnTo>
                    <a:pt x="1454110" y="1549584"/>
                  </a:lnTo>
                  <a:lnTo>
                    <a:pt x="1454082" y="1549602"/>
                  </a:lnTo>
                  <a:lnTo>
                    <a:pt x="1454077" y="1549610"/>
                  </a:lnTo>
                  <a:lnTo>
                    <a:pt x="1454072" y="1549641"/>
                  </a:lnTo>
                  <a:lnTo>
                    <a:pt x="1454076" y="1549670"/>
                  </a:lnTo>
                  <a:lnTo>
                    <a:pt x="1454076" y="1549676"/>
                  </a:lnTo>
                  <a:lnTo>
                    <a:pt x="1454075" y="1549695"/>
                  </a:lnTo>
                  <a:lnTo>
                    <a:pt x="1454074" y="1549714"/>
                  </a:lnTo>
                  <a:lnTo>
                    <a:pt x="1454069" y="1549740"/>
                  </a:lnTo>
                  <a:lnTo>
                    <a:pt x="1454050" y="1549775"/>
                  </a:lnTo>
                  <a:lnTo>
                    <a:pt x="1454028" y="1549812"/>
                  </a:lnTo>
                  <a:lnTo>
                    <a:pt x="1454020" y="1549833"/>
                  </a:lnTo>
                  <a:lnTo>
                    <a:pt x="1454017" y="1549857"/>
                  </a:lnTo>
                  <a:lnTo>
                    <a:pt x="1453997" y="1549890"/>
                  </a:lnTo>
                  <a:lnTo>
                    <a:pt x="1453948" y="1549943"/>
                  </a:lnTo>
                  <a:lnTo>
                    <a:pt x="1453900" y="1550011"/>
                  </a:lnTo>
                  <a:lnTo>
                    <a:pt x="1453884" y="1550043"/>
                  </a:lnTo>
                  <a:lnTo>
                    <a:pt x="1453869" y="1550064"/>
                  </a:lnTo>
                  <a:lnTo>
                    <a:pt x="1453862" y="1550070"/>
                  </a:lnTo>
                  <a:lnTo>
                    <a:pt x="1453856" y="1550071"/>
                  </a:lnTo>
                  <a:lnTo>
                    <a:pt x="1453832" y="1550072"/>
                  </a:lnTo>
                  <a:lnTo>
                    <a:pt x="1453805" y="1550066"/>
                  </a:lnTo>
                  <a:lnTo>
                    <a:pt x="1453751" y="1550030"/>
                  </a:lnTo>
                  <a:lnTo>
                    <a:pt x="1453701" y="1549996"/>
                  </a:lnTo>
                  <a:lnTo>
                    <a:pt x="1453684" y="1549979"/>
                  </a:lnTo>
                  <a:lnTo>
                    <a:pt x="1453678" y="1549971"/>
                  </a:lnTo>
                  <a:lnTo>
                    <a:pt x="1453674" y="1549960"/>
                  </a:lnTo>
                  <a:lnTo>
                    <a:pt x="1453663" y="1549911"/>
                  </a:lnTo>
                  <a:lnTo>
                    <a:pt x="1453644" y="1549863"/>
                  </a:lnTo>
                  <a:lnTo>
                    <a:pt x="1453639" y="1549854"/>
                  </a:lnTo>
                  <a:lnTo>
                    <a:pt x="1453634" y="1549847"/>
                  </a:lnTo>
                  <a:lnTo>
                    <a:pt x="1453623" y="1549838"/>
                  </a:lnTo>
                  <a:lnTo>
                    <a:pt x="1453620" y="1549834"/>
                  </a:lnTo>
                  <a:lnTo>
                    <a:pt x="1453608" y="1549830"/>
                  </a:lnTo>
                  <a:lnTo>
                    <a:pt x="1453598" y="1549830"/>
                  </a:lnTo>
                  <a:lnTo>
                    <a:pt x="1453564" y="1549851"/>
                  </a:lnTo>
                  <a:lnTo>
                    <a:pt x="1453559" y="1549854"/>
                  </a:lnTo>
                  <a:lnTo>
                    <a:pt x="1453544" y="1549863"/>
                  </a:lnTo>
                  <a:lnTo>
                    <a:pt x="1453536" y="1549867"/>
                  </a:lnTo>
                  <a:lnTo>
                    <a:pt x="1453526" y="1549873"/>
                  </a:lnTo>
                  <a:lnTo>
                    <a:pt x="1453518" y="1549875"/>
                  </a:lnTo>
                  <a:lnTo>
                    <a:pt x="1453509" y="1549878"/>
                  </a:lnTo>
                  <a:lnTo>
                    <a:pt x="1453496" y="1549879"/>
                  </a:lnTo>
                  <a:lnTo>
                    <a:pt x="1453485" y="1549879"/>
                  </a:lnTo>
                  <a:lnTo>
                    <a:pt x="1453476" y="1549879"/>
                  </a:lnTo>
                  <a:lnTo>
                    <a:pt x="1453458" y="1549881"/>
                  </a:lnTo>
                  <a:lnTo>
                    <a:pt x="1453449" y="1549884"/>
                  </a:lnTo>
                  <a:lnTo>
                    <a:pt x="1453438" y="1549890"/>
                  </a:lnTo>
                  <a:lnTo>
                    <a:pt x="1453428" y="1549901"/>
                  </a:lnTo>
                  <a:lnTo>
                    <a:pt x="1453420" y="1549927"/>
                  </a:lnTo>
                  <a:lnTo>
                    <a:pt x="1453408" y="1549970"/>
                  </a:lnTo>
                  <a:lnTo>
                    <a:pt x="1453402" y="1549981"/>
                  </a:lnTo>
                  <a:lnTo>
                    <a:pt x="1453380" y="1550000"/>
                  </a:lnTo>
                  <a:lnTo>
                    <a:pt x="1453350" y="1550013"/>
                  </a:lnTo>
                  <a:lnTo>
                    <a:pt x="1453303" y="1550025"/>
                  </a:lnTo>
                  <a:lnTo>
                    <a:pt x="1453195" y="1550029"/>
                  </a:lnTo>
                  <a:lnTo>
                    <a:pt x="1453097" y="1550029"/>
                  </a:lnTo>
                  <a:lnTo>
                    <a:pt x="1453077" y="1550029"/>
                  </a:lnTo>
                  <a:lnTo>
                    <a:pt x="1453055" y="1550029"/>
                  </a:lnTo>
                  <a:lnTo>
                    <a:pt x="1453033" y="1550025"/>
                  </a:lnTo>
                  <a:lnTo>
                    <a:pt x="1453010" y="1550020"/>
                  </a:lnTo>
                  <a:lnTo>
                    <a:pt x="1452989" y="1550004"/>
                  </a:lnTo>
                  <a:lnTo>
                    <a:pt x="1452912" y="1549947"/>
                  </a:lnTo>
                  <a:lnTo>
                    <a:pt x="1452851" y="1549881"/>
                  </a:lnTo>
                  <a:lnTo>
                    <a:pt x="1452834" y="1549867"/>
                  </a:lnTo>
                  <a:lnTo>
                    <a:pt x="1452826" y="1549863"/>
                  </a:lnTo>
                  <a:lnTo>
                    <a:pt x="1452810" y="1549862"/>
                  </a:lnTo>
                  <a:lnTo>
                    <a:pt x="1452781" y="1549867"/>
                  </a:lnTo>
                  <a:lnTo>
                    <a:pt x="1452751" y="1549872"/>
                  </a:lnTo>
                  <a:lnTo>
                    <a:pt x="1452721" y="1549873"/>
                  </a:lnTo>
                  <a:lnTo>
                    <a:pt x="1452705" y="1549872"/>
                  </a:lnTo>
                  <a:lnTo>
                    <a:pt x="1452687" y="1549865"/>
                  </a:lnTo>
                  <a:lnTo>
                    <a:pt x="1452672" y="1549849"/>
                  </a:lnTo>
                  <a:lnTo>
                    <a:pt x="1452664" y="1549841"/>
                  </a:lnTo>
                  <a:lnTo>
                    <a:pt x="1452631" y="1549815"/>
                  </a:lnTo>
                  <a:lnTo>
                    <a:pt x="1452623" y="1549811"/>
                  </a:lnTo>
                  <a:lnTo>
                    <a:pt x="1452593" y="1549800"/>
                  </a:lnTo>
                  <a:lnTo>
                    <a:pt x="1452483" y="1549763"/>
                  </a:lnTo>
                  <a:lnTo>
                    <a:pt x="1452405" y="1549741"/>
                  </a:lnTo>
                  <a:lnTo>
                    <a:pt x="1452351" y="1549722"/>
                  </a:lnTo>
                  <a:lnTo>
                    <a:pt x="1452336" y="1549718"/>
                  </a:lnTo>
                  <a:lnTo>
                    <a:pt x="1452311" y="1549711"/>
                  </a:lnTo>
                  <a:lnTo>
                    <a:pt x="1452294" y="1549706"/>
                  </a:lnTo>
                  <a:lnTo>
                    <a:pt x="1452264" y="1549699"/>
                  </a:lnTo>
                  <a:lnTo>
                    <a:pt x="1452235" y="1549696"/>
                  </a:lnTo>
                  <a:lnTo>
                    <a:pt x="1452221" y="1549697"/>
                  </a:lnTo>
                  <a:lnTo>
                    <a:pt x="1452209" y="1549700"/>
                  </a:lnTo>
                  <a:lnTo>
                    <a:pt x="1452200" y="1549702"/>
                  </a:lnTo>
                  <a:lnTo>
                    <a:pt x="1452185" y="1549707"/>
                  </a:lnTo>
                  <a:lnTo>
                    <a:pt x="1452166" y="1549718"/>
                  </a:lnTo>
                  <a:lnTo>
                    <a:pt x="1452153" y="1549727"/>
                  </a:lnTo>
                  <a:lnTo>
                    <a:pt x="1452131" y="1549747"/>
                  </a:lnTo>
                  <a:lnTo>
                    <a:pt x="1452102" y="1549763"/>
                  </a:lnTo>
                  <a:lnTo>
                    <a:pt x="1452073" y="1549775"/>
                  </a:lnTo>
                  <a:lnTo>
                    <a:pt x="1452051" y="1549780"/>
                  </a:lnTo>
                  <a:lnTo>
                    <a:pt x="1452031" y="1549787"/>
                  </a:lnTo>
                  <a:lnTo>
                    <a:pt x="1452006" y="1549796"/>
                  </a:lnTo>
                  <a:lnTo>
                    <a:pt x="1451993" y="1549796"/>
                  </a:lnTo>
                  <a:lnTo>
                    <a:pt x="1451973" y="1549791"/>
                  </a:lnTo>
                  <a:lnTo>
                    <a:pt x="1451954" y="1549783"/>
                  </a:lnTo>
                  <a:lnTo>
                    <a:pt x="1451939" y="1549772"/>
                  </a:lnTo>
                  <a:lnTo>
                    <a:pt x="1451927" y="1549763"/>
                  </a:lnTo>
                  <a:lnTo>
                    <a:pt x="1451906" y="1549752"/>
                  </a:lnTo>
                  <a:lnTo>
                    <a:pt x="1451876" y="1549739"/>
                  </a:lnTo>
                  <a:lnTo>
                    <a:pt x="1451848" y="1549728"/>
                  </a:lnTo>
                  <a:lnTo>
                    <a:pt x="1451831" y="1549724"/>
                  </a:lnTo>
                  <a:lnTo>
                    <a:pt x="1451823" y="1549724"/>
                  </a:lnTo>
                  <a:lnTo>
                    <a:pt x="1451812" y="1549725"/>
                  </a:lnTo>
                  <a:lnTo>
                    <a:pt x="1451785" y="1549731"/>
                  </a:lnTo>
                  <a:lnTo>
                    <a:pt x="1451768" y="1549733"/>
                  </a:lnTo>
                  <a:lnTo>
                    <a:pt x="1451741" y="1549729"/>
                  </a:lnTo>
                  <a:lnTo>
                    <a:pt x="1451717" y="1549723"/>
                  </a:lnTo>
                  <a:lnTo>
                    <a:pt x="1451708" y="1549721"/>
                  </a:lnTo>
                  <a:lnTo>
                    <a:pt x="1451703" y="1549713"/>
                  </a:lnTo>
                  <a:lnTo>
                    <a:pt x="1451699" y="1549703"/>
                  </a:lnTo>
                  <a:lnTo>
                    <a:pt x="1451689" y="1549692"/>
                  </a:lnTo>
                  <a:lnTo>
                    <a:pt x="1451670" y="1549670"/>
                  </a:lnTo>
                  <a:lnTo>
                    <a:pt x="1451650" y="1549652"/>
                  </a:lnTo>
                  <a:lnTo>
                    <a:pt x="1451638" y="1549647"/>
                  </a:lnTo>
                  <a:lnTo>
                    <a:pt x="1451607" y="1549636"/>
                  </a:lnTo>
                  <a:lnTo>
                    <a:pt x="1451564" y="1549620"/>
                  </a:lnTo>
                  <a:lnTo>
                    <a:pt x="1451541" y="1549614"/>
                  </a:lnTo>
                  <a:lnTo>
                    <a:pt x="1451525" y="1549614"/>
                  </a:lnTo>
                  <a:lnTo>
                    <a:pt x="1451510" y="1549614"/>
                  </a:lnTo>
                  <a:lnTo>
                    <a:pt x="1451478" y="1549616"/>
                  </a:lnTo>
                  <a:lnTo>
                    <a:pt x="1451450" y="1549612"/>
                  </a:lnTo>
                  <a:lnTo>
                    <a:pt x="1451433" y="1549611"/>
                  </a:lnTo>
                  <a:lnTo>
                    <a:pt x="1451410" y="1549613"/>
                  </a:lnTo>
                  <a:lnTo>
                    <a:pt x="1451383" y="1549624"/>
                  </a:lnTo>
                  <a:lnTo>
                    <a:pt x="1451355" y="1549627"/>
                  </a:lnTo>
                  <a:lnTo>
                    <a:pt x="1451327" y="1549627"/>
                  </a:lnTo>
                  <a:lnTo>
                    <a:pt x="1451295" y="1549626"/>
                  </a:lnTo>
                  <a:lnTo>
                    <a:pt x="1451281" y="1549627"/>
                  </a:lnTo>
                  <a:lnTo>
                    <a:pt x="1451299" y="1549608"/>
                  </a:lnTo>
                  <a:lnTo>
                    <a:pt x="1451313" y="1549600"/>
                  </a:lnTo>
                  <a:lnTo>
                    <a:pt x="1451339" y="1549586"/>
                  </a:lnTo>
                  <a:lnTo>
                    <a:pt x="1451345" y="1549583"/>
                  </a:lnTo>
                  <a:lnTo>
                    <a:pt x="1451353" y="1549578"/>
                  </a:lnTo>
                  <a:lnTo>
                    <a:pt x="1451371" y="1549569"/>
                  </a:lnTo>
                  <a:lnTo>
                    <a:pt x="1451390" y="1549563"/>
                  </a:lnTo>
                  <a:lnTo>
                    <a:pt x="1451416" y="1549555"/>
                  </a:lnTo>
                  <a:lnTo>
                    <a:pt x="1451463" y="1549529"/>
                  </a:lnTo>
                  <a:lnTo>
                    <a:pt x="1451489" y="1549510"/>
                  </a:lnTo>
                  <a:lnTo>
                    <a:pt x="1451494" y="1549506"/>
                  </a:lnTo>
                  <a:lnTo>
                    <a:pt x="1451531" y="1549479"/>
                  </a:lnTo>
                  <a:lnTo>
                    <a:pt x="1451559" y="1549448"/>
                  </a:lnTo>
                  <a:lnTo>
                    <a:pt x="1451611" y="1549399"/>
                  </a:lnTo>
                  <a:lnTo>
                    <a:pt x="1451632" y="1549376"/>
                  </a:lnTo>
                  <a:lnTo>
                    <a:pt x="1451652" y="1549364"/>
                  </a:lnTo>
                  <a:lnTo>
                    <a:pt x="1451660" y="1549362"/>
                  </a:lnTo>
                  <a:lnTo>
                    <a:pt x="1451674" y="1549362"/>
                  </a:lnTo>
                  <a:lnTo>
                    <a:pt x="1451693" y="1549367"/>
                  </a:lnTo>
                  <a:lnTo>
                    <a:pt x="1451698" y="1549365"/>
                  </a:lnTo>
                  <a:lnTo>
                    <a:pt x="1451707" y="1549359"/>
                  </a:lnTo>
                  <a:lnTo>
                    <a:pt x="1451714" y="1549353"/>
                  </a:lnTo>
                  <a:lnTo>
                    <a:pt x="1451742" y="1549336"/>
                  </a:lnTo>
                  <a:lnTo>
                    <a:pt x="1451759" y="1549319"/>
                  </a:lnTo>
                  <a:lnTo>
                    <a:pt x="1451768" y="1549299"/>
                  </a:lnTo>
                  <a:lnTo>
                    <a:pt x="1451780" y="1549259"/>
                  </a:lnTo>
                  <a:lnTo>
                    <a:pt x="1451789" y="1549229"/>
                  </a:lnTo>
                  <a:lnTo>
                    <a:pt x="1451796" y="1549209"/>
                  </a:lnTo>
                  <a:lnTo>
                    <a:pt x="1451798" y="1549192"/>
                  </a:lnTo>
                  <a:lnTo>
                    <a:pt x="1451795" y="1549181"/>
                  </a:lnTo>
                  <a:lnTo>
                    <a:pt x="1451788" y="1549168"/>
                  </a:lnTo>
                  <a:lnTo>
                    <a:pt x="1451778" y="1549153"/>
                  </a:lnTo>
                  <a:lnTo>
                    <a:pt x="1451769" y="1549130"/>
                  </a:lnTo>
                  <a:lnTo>
                    <a:pt x="1451769" y="1549119"/>
                  </a:lnTo>
                  <a:lnTo>
                    <a:pt x="1451772" y="1549105"/>
                  </a:lnTo>
                  <a:lnTo>
                    <a:pt x="1451779" y="1549092"/>
                  </a:lnTo>
                  <a:lnTo>
                    <a:pt x="1451790" y="1549075"/>
                  </a:lnTo>
                  <a:lnTo>
                    <a:pt x="1451797" y="1549063"/>
                  </a:lnTo>
                  <a:lnTo>
                    <a:pt x="1451805" y="1549051"/>
                  </a:lnTo>
                  <a:lnTo>
                    <a:pt x="1451815" y="1549037"/>
                  </a:lnTo>
                  <a:lnTo>
                    <a:pt x="1451830" y="1549009"/>
                  </a:lnTo>
                  <a:lnTo>
                    <a:pt x="1451837" y="1548988"/>
                  </a:lnTo>
                  <a:lnTo>
                    <a:pt x="1451845" y="1548973"/>
                  </a:lnTo>
                  <a:lnTo>
                    <a:pt x="1451850" y="1548968"/>
                  </a:lnTo>
                  <a:lnTo>
                    <a:pt x="1451859" y="1548964"/>
                  </a:lnTo>
                  <a:lnTo>
                    <a:pt x="1451875" y="1548957"/>
                  </a:lnTo>
                  <a:lnTo>
                    <a:pt x="1451883" y="1548952"/>
                  </a:lnTo>
                  <a:lnTo>
                    <a:pt x="1451898" y="1548940"/>
                  </a:lnTo>
                  <a:lnTo>
                    <a:pt x="1451910" y="1548917"/>
                  </a:lnTo>
                  <a:lnTo>
                    <a:pt x="1451914" y="1548911"/>
                  </a:lnTo>
                  <a:lnTo>
                    <a:pt x="1451922" y="1548889"/>
                  </a:lnTo>
                  <a:lnTo>
                    <a:pt x="1451927" y="1548871"/>
                  </a:lnTo>
                  <a:lnTo>
                    <a:pt x="1451935" y="1548859"/>
                  </a:lnTo>
                  <a:lnTo>
                    <a:pt x="1451941" y="1548848"/>
                  </a:lnTo>
                  <a:lnTo>
                    <a:pt x="1451940" y="1548842"/>
                  </a:lnTo>
                  <a:lnTo>
                    <a:pt x="1451933" y="1548832"/>
                  </a:lnTo>
                  <a:lnTo>
                    <a:pt x="1451925" y="1548814"/>
                  </a:lnTo>
                  <a:lnTo>
                    <a:pt x="1451918" y="1548800"/>
                  </a:lnTo>
                  <a:lnTo>
                    <a:pt x="1451908" y="1548767"/>
                  </a:lnTo>
                  <a:lnTo>
                    <a:pt x="1451908" y="1548752"/>
                  </a:lnTo>
                  <a:lnTo>
                    <a:pt x="1451903" y="1548735"/>
                  </a:lnTo>
                  <a:lnTo>
                    <a:pt x="1451895" y="1548720"/>
                  </a:lnTo>
                  <a:lnTo>
                    <a:pt x="1451885" y="1548703"/>
                  </a:lnTo>
                  <a:lnTo>
                    <a:pt x="1451850" y="1548656"/>
                  </a:lnTo>
                  <a:lnTo>
                    <a:pt x="1451833" y="1548618"/>
                  </a:lnTo>
                  <a:lnTo>
                    <a:pt x="1451825" y="1548597"/>
                  </a:lnTo>
                  <a:lnTo>
                    <a:pt x="1451808" y="1548580"/>
                  </a:lnTo>
                  <a:lnTo>
                    <a:pt x="1451782" y="1548568"/>
                  </a:lnTo>
                  <a:lnTo>
                    <a:pt x="1451778" y="1548565"/>
                  </a:lnTo>
                  <a:lnTo>
                    <a:pt x="1451774" y="1548561"/>
                  </a:lnTo>
                  <a:lnTo>
                    <a:pt x="1451775" y="1548546"/>
                  </a:lnTo>
                  <a:lnTo>
                    <a:pt x="1451775" y="1548535"/>
                  </a:lnTo>
                  <a:lnTo>
                    <a:pt x="1451775" y="1548527"/>
                  </a:lnTo>
                  <a:lnTo>
                    <a:pt x="1451774" y="1548521"/>
                  </a:lnTo>
                  <a:lnTo>
                    <a:pt x="1451769" y="1548513"/>
                  </a:lnTo>
                  <a:lnTo>
                    <a:pt x="1451761" y="1548506"/>
                  </a:lnTo>
                  <a:lnTo>
                    <a:pt x="1451743" y="1548494"/>
                  </a:lnTo>
                  <a:lnTo>
                    <a:pt x="1451726" y="1548477"/>
                  </a:lnTo>
                  <a:lnTo>
                    <a:pt x="1451719" y="1548460"/>
                  </a:lnTo>
                  <a:lnTo>
                    <a:pt x="1451716" y="1548444"/>
                  </a:lnTo>
                  <a:lnTo>
                    <a:pt x="1451712" y="1548435"/>
                  </a:lnTo>
                  <a:lnTo>
                    <a:pt x="1451702" y="1548414"/>
                  </a:lnTo>
                  <a:lnTo>
                    <a:pt x="1451701" y="1548401"/>
                  </a:lnTo>
                  <a:lnTo>
                    <a:pt x="1451704" y="1548387"/>
                  </a:lnTo>
                  <a:lnTo>
                    <a:pt x="1451718" y="1548363"/>
                  </a:lnTo>
                  <a:lnTo>
                    <a:pt x="1451723" y="1548351"/>
                  </a:lnTo>
                  <a:lnTo>
                    <a:pt x="1451720" y="1548341"/>
                  </a:lnTo>
                  <a:lnTo>
                    <a:pt x="1451703" y="1548337"/>
                  </a:lnTo>
                  <a:lnTo>
                    <a:pt x="1451682" y="1548338"/>
                  </a:lnTo>
                  <a:lnTo>
                    <a:pt x="1451647" y="1548345"/>
                  </a:lnTo>
                  <a:lnTo>
                    <a:pt x="1451624" y="1548356"/>
                  </a:lnTo>
                  <a:lnTo>
                    <a:pt x="1451619" y="1548358"/>
                  </a:lnTo>
                  <a:lnTo>
                    <a:pt x="1451613" y="1548362"/>
                  </a:lnTo>
                  <a:lnTo>
                    <a:pt x="1451602" y="1548369"/>
                  </a:lnTo>
                  <a:lnTo>
                    <a:pt x="1451587" y="1548376"/>
                  </a:lnTo>
                  <a:lnTo>
                    <a:pt x="1451560" y="1548383"/>
                  </a:lnTo>
                  <a:lnTo>
                    <a:pt x="1451543" y="1548382"/>
                  </a:lnTo>
                  <a:lnTo>
                    <a:pt x="1451528" y="1548377"/>
                  </a:lnTo>
                  <a:lnTo>
                    <a:pt x="1451523" y="1548373"/>
                  </a:lnTo>
                  <a:lnTo>
                    <a:pt x="1451515" y="1548362"/>
                  </a:lnTo>
                  <a:lnTo>
                    <a:pt x="1451510" y="1548344"/>
                  </a:lnTo>
                  <a:lnTo>
                    <a:pt x="1451509" y="1548317"/>
                  </a:lnTo>
                  <a:lnTo>
                    <a:pt x="1451501" y="1548292"/>
                  </a:lnTo>
                  <a:lnTo>
                    <a:pt x="1451494" y="1548276"/>
                  </a:lnTo>
                  <a:lnTo>
                    <a:pt x="1451486" y="1548270"/>
                  </a:lnTo>
                  <a:lnTo>
                    <a:pt x="1451479" y="1548270"/>
                  </a:lnTo>
                  <a:lnTo>
                    <a:pt x="1451463" y="1548279"/>
                  </a:lnTo>
                  <a:lnTo>
                    <a:pt x="1451451" y="1548283"/>
                  </a:lnTo>
                  <a:lnTo>
                    <a:pt x="1451444" y="1548282"/>
                  </a:lnTo>
                  <a:lnTo>
                    <a:pt x="1451437" y="1548273"/>
                  </a:lnTo>
                  <a:lnTo>
                    <a:pt x="1451429" y="1548250"/>
                  </a:lnTo>
                  <a:lnTo>
                    <a:pt x="1451425" y="1548242"/>
                  </a:lnTo>
                  <a:lnTo>
                    <a:pt x="1451413" y="1548230"/>
                  </a:lnTo>
                  <a:lnTo>
                    <a:pt x="1451401" y="1548213"/>
                  </a:lnTo>
                  <a:lnTo>
                    <a:pt x="1451399" y="1548195"/>
                  </a:lnTo>
                  <a:lnTo>
                    <a:pt x="1451399" y="1548176"/>
                  </a:lnTo>
                  <a:lnTo>
                    <a:pt x="1451388" y="1548165"/>
                  </a:lnTo>
                  <a:lnTo>
                    <a:pt x="1451376" y="1548156"/>
                  </a:lnTo>
                  <a:lnTo>
                    <a:pt x="1451372" y="1548143"/>
                  </a:lnTo>
                  <a:lnTo>
                    <a:pt x="1451366" y="1548125"/>
                  </a:lnTo>
                  <a:lnTo>
                    <a:pt x="1451360" y="1548097"/>
                  </a:lnTo>
                  <a:lnTo>
                    <a:pt x="1451351" y="1548077"/>
                  </a:lnTo>
                  <a:lnTo>
                    <a:pt x="1451346" y="1548055"/>
                  </a:lnTo>
                  <a:lnTo>
                    <a:pt x="1451350" y="1548045"/>
                  </a:lnTo>
                  <a:lnTo>
                    <a:pt x="1451355" y="1548041"/>
                  </a:lnTo>
                  <a:lnTo>
                    <a:pt x="1451359" y="1548038"/>
                  </a:lnTo>
                  <a:lnTo>
                    <a:pt x="1451375" y="1548031"/>
                  </a:lnTo>
                  <a:lnTo>
                    <a:pt x="1451386" y="1548018"/>
                  </a:lnTo>
                  <a:lnTo>
                    <a:pt x="1451378" y="1548006"/>
                  </a:lnTo>
                  <a:lnTo>
                    <a:pt x="1451365" y="1547990"/>
                  </a:lnTo>
                  <a:lnTo>
                    <a:pt x="1451357" y="1547974"/>
                  </a:lnTo>
                  <a:lnTo>
                    <a:pt x="1451356" y="1547967"/>
                  </a:lnTo>
                  <a:lnTo>
                    <a:pt x="1451352" y="1547954"/>
                  </a:lnTo>
                  <a:lnTo>
                    <a:pt x="1451355" y="1547927"/>
                  </a:lnTo>
                  <a:lnTo>
                    <a:pt x="1451362" y="1547914"/>
                  </a:lnTo>
                  <a:lnTo>
                    <a:pt x="1451379" y="1547895"/>
                  </a:lnTo>
                  <a:lnTo>
                    <a:pt x="1451384" y="1547886"/>
                  </a:lnTo>
                  <a:lnTo>
                    <a:pt x="1451385" y="1547870"/>
                  </a:lnTo>
                  <a:lnTo>
                    <a:pt x="1451377" y="1547840"/>
                  </a:lnTo>
                  <a:lnTo>
                    <a:pt x="1451369" y="1547823"/>
                  </a:lnTo>
                  <a:lnTo>
                    <a:pt x="1451365" y="1547808"/>
                  </a:lnTo>
                  <a:lnTo>
                    <a:pt x="1451368" y="1547795"/>
                  </a:lnTo>
                  <a:lnTo>
                    <a:pt x="1451380" y="1547781"/>
                  </a:lnTo>
                  <a:lnTo>
                    <a:pt x="1451392" y="1547768"/>
                  </a:lnTo>
                  <a:lnTo>
                    <a:pt x="1451395" y="1547759"/>
                  </a:lnTo>
                  <a:lnTo>
                    <a:pt x="1451395" y="1547747"/>
                  </a:lnTo>
                  <a:lnTo>
                    <a:pt x="1451392" y="1547731"/>
                  </a:lnTo>
                  <a:lnTo>
                    <a:pt x="1451388" y="1547706"/>
                  </a:lnTo>
                  <a:lnTo>
                    <a:pt x="1451386" y="1547694"/>
                  </a:lnTo>
                  <a:lnTo>
                    <a:pt x="1451384" y="1547667"/>
                  </a:lnTo>
                  <a:lnTo>
                    <a:pt x="1451382" y="1547660"/>
                  </a:lnTo>
                  <a:lnTo>
                    <a:pt x="1451369" y="1547646"/>
                  </a:lnTo>
                  <a:lnTo>
                    <a:pt x="1451362" y="1547638"/>
                  </a:lnTo>
                  <a:lnTo>
                    <a:pt x="1451364" y="1547629"/>
                  </a:lnTo>
                  <a:lnTo>
                    <a:pt x="1451368" y="1547623"/>
                  </a:lnTo>
                  <a:lnTo>
                    <a:pt x="1451372" y="1547617"/>
                  </a:lnTo>
                  <a:lnTo>
                    <a:pt x="1451374" y="1547608"/>
                  </a:lnTo>
                  <a:lnTo>
                    <a:pt x="1451382" y="1547573"/>
                  </a:lnTo>
                  <a:lnTo>
                    <a:pt x="1451386" y="1547548"/>
                  </a:lnTo>
                  <a:lnTo>
                    <a:pt x="1451390" y="1547526"/>
                  </a:lnTo>
                  <a:lnTo>
                    <a:pt x="1451395" y="1547508"/>
                  </a:lnTo>
                  <a:lnTo>
                    <a:pt x="1451403" y="1547490"/>
                  </a:lnTo>
                  <a:lnTo>
                    <a:pt x="1451413" y="1547476"/>
                  </a:lnTo>
                  <a:lnTo>
                    <a:pt x="1451421" y="1547464"/>
                  </a:lnTo>
                  <a:lnTo>
                    <a:pt x="1451424" y="1547451"/>
                  </a:lnTo>
                  <a:lnTo>
                    <a:pt x="1451421" y="1547439"/>
                  </a:lnTo>
                  <a:lnTo>
                    <a:pt x="1451419" y="1547435"/>
                  </a:lnTo>
                  <a:lnTo>
                    <a:pt x="1451411" y="1547428"/>
                  </a:lnTo>
                  <a:lnTo>
                    <a:pt x="1451406" y="1547426"/>
                  </a:lnTo>
                  <a:lnTo>
                    <a:pt x="1451392" y="1547426"/>
                  </a:lnTo>
                  <a:lnTo>
                    <a:pt x="1451369" y="1547429"/>
                  </a:lnTo>
                  <a:lnTo>
                    <a:pt x="1451362" y="1547427"/>
                  </a:lnTo>
                  <a:lnTo>
                    <a:pt x="1451359" y="1547421"/>
                  </a:lnTo>
                  <a:lnTo>
                    <a:pt x="1451354" y="1547402"/>
                  </a:lnTo>
                  <a:lnTo>
                    <a:pt x="1451347" y="1547387"/>
                  </a:lnTo>
                  <a:lnTo>
                    <a:pt x="1451335" y="1547375"/>
                  </a:lnTo>
                  <a:lnTo>
                    <a:pt x="1451322" y="1547364"/>
                  </a:lnTo>
                  <a:lnTo>
                    <a:pt x="1451312" y="1547348"/>
                  </a:lnTo>
                  <a:lnTo>
                    <a:pt x="1451309" y="1547339"/>
                  </a:lnTo>
                  <a:lnTo>
                    <a:pt x="1451312" y="1547333"/>
                  </a:lnTo>
                  <a:lnTo>
                    <a:pt x="1451320" y="1547330"/>
                  </a:lnTo>
                  <a:lnTo>
                    <a:pt x="1451331" y="1547322"/>
                  </a:lnTo>
                  <a:lnTo>
                    <a:pt x="1451337" y="1547313"/>
                  </a:lnTo>
                  <a:lnTo>
                    <a:pt x="1451341" y="1547303"/>
                  </a:lnTo>
                  <a:lnTo>
                    <a:pt x="1451341" y="1547287"/>
                  </a:lnTo>
                  <a:lnTo>
                    <a:pt x="1451341" y="1547266"/>
                  </a:lnTo>
                  <a:lnTo>
                    <a:pt x="1451345" y="1547262"/>
                  </a:lnTo>
                  <a:lnTo>
                    <a:pt x="1451347" y="1547251"/>
                  </a:lnTo>
                  <a:lnTo>
                    <a:pt x="1451351" y="1547235"/>
                  </a:lnTo>
                  <a:lnTo>
                    <a:pt x="1451349" y="1547221"/>
                  </a:lnTo>
                  <a:lnTo>
                    <a:pt x="1451342" y="1547206"/>
                  </a:lnTo>
                  <a:lnTo>
                    <a:pt x="1451330" y="1547187"/>
                  </a:lnTo>
                  <a:lnTo>
                    <a:pt x="1451310" y="1547162"/>
                  </a:lnTo>
                  <a:lnTo>
                    <a:pt x="1451304" y="1547150"/>
                  </a:lnTo>
                  <a:lnTo>
                    <a:pt x="1451299" y="1547137"/>
                  </a:lnTo>
                  <a:lnTo>
                    <a:pt x="1451294" y="1547130"/>
                  </a:lnTo>
                  <a:lnTo>
                    <a:pt x="1451283" y="1547124"/>
                  </a:lnTo>
                  <a:lnTo>
                    <a:pt x="1451268" y="1547113"/>
                  </a:lnTo>
                  <a:lnTo>
                    <a:pt x="1451263" y="1547103"/>
                  </a:lnTo>
                  <a:lnTo>
                    <a:pt x="1451260" y="1547094"/>
                  </a:lnTo>
                  <a:lnTo>
                    <a:pt x="1451257" y="1547087"/>
                  </a:lnTo>
                  <a:lnTo>
                    <a:pt x="1451252" y="1547079"/>
                  </a:lnTo>
                  <a:lnTo>
                    <a:pt x="1451242" y="1547063"/>
                  </a:lnTo>
                  <a:lnTo>
                    <a:pt x="1451232" y="1547039"/>
                  </a:lnTo>
                  <a:lnTo>
                    <a:pt x="1451217" y="1546982"/>
                  </a:lnTo>
                  <a:lnTo>
                    <a:pt x="1451208" y="1546944"/>
                  </a:lnTo>
                  <a:lnTo>
                    <a:pt x="1451202" y="1546929"/>
                  </a:lnTo>
                  <a:lnTo>
                    <a:pt x="1451197" y="1546910"/>
                  </a:lnTo>
                  <a:lnTo>
                    <a:pt x="1451200" y="1546903"/>
                  </a:lnTo>
                  <a:lnTo>
                    <a:pt x="1451207" y="1546890"/>
                  </a:lnTo>
                  <a:lnTo>
                    <a:pt x="1451216" y="1546870"/>
                  </a:lnTo>
                  <a:lnTo>
                    <a:pt x="1451229" y="1546842"/>
                  </a:lnTo>
                  <a:lnTo>
                    <a:pt x="1451242" y="1546822"/>
                  </a:lnTo>
                  <a:lnTo>
                    <a:pt x="1451249" y="1546806"/>
                  </a:lnTo>
                  <a:lnTo>
                    <a:pt x="1451263" y="1546783"/>
                  </a:lnTo>
                  <a:lnTo>
                    <a:pt x="1451270" y="1546776"/>
                  </a:lnTo>
                  <a:lnTo>
                    <a:pt x="1451256" y="1546759"/>
                  </a:lnTo>
                  <a:lnTo>
                    <a:pt x="1451242" y="1546747"/>
                  </a:lnTo>
                  <a:lnTo>
                    <a:pt x="1451224" y="1546733"/>
                  </a:lnTo>
                  <a:lnTo>
                    <a:pt x="1451205" y="1546718"/>
                  </a:lnTo>
                  <a:lnTo>
                    <a:pt x="1451201" y="1546715"/>
                  </a:lnTo>
                  <a:lnTo>
                    <a:pt x="1451166" y="1546692"/>
                  </a:lnTo>
                  <a:lnTo>
                    <a:pt x="1451162" y="1546682"/>
                  </a:lnTo>
                  <a:lnTo>
                    <a:pt x="1451159" y="1546675"/>
                  </a:lnTo>
                  <a:lnTo>
                    <a:pt x="1451155" y="1546669"/>
                  </a:lnTo>
                  <a:lnTo>
                    <a:pt x="1451150" y="1546664"/>
                  </a:lnTo>
                  <a:lnTo>
                    <a:pt x="1451143" y="1546660"/>
                  </a:lnTo>
                  <a:lnTo>
                    <a:pt x="1451113" y="1546689"/>
                  </a:lnTo>
                  <a:lnTo>
                    <a:pt x="1451093" y="1546683"/>
                  </a:lnTo>
                  <a:lnTo>
                    <a:pt x="1451079" y="1546679"/>
                  </a:lnTo>
                  <a:lnTo>
                    <a:pt x="1451073" y="1546676"/>
                  </a:lnTo>
                  <a:lnTo>
                    <a:pt x="1451066" y="1546673"/>
                  </a:lnTo>
                  <a:lnTo>
                    <a:pt x="1451049" y="1546665"/>
                  </a:lnTo>
                  <a:lnTo>
                    <a:pt x="1451041" y="1546662"/>
                  </a:lnTo>
                  <a:lnTo>
                    <a:pt x="1451022" y="1546659"/>
                  </a:lnTo>
                  <a:lnTo>
                    <a:pt x="1451009" y="1546656"/>
                  </a:lnTo>
                  <a:lnTo>
                    <a:pt x="1450994" y="1546650"/>
                  </a:lnTo>
                  <a:lnTo>
                    <a:pt x="1450981" y="1546639"/>
                  </a:lnTo>
                  <a:lnTo>
                    <a:pt x="1450968" y="1546613"/>
                  </a:lnTo>
                  <a:lnTo>
                    <a:pt x="1450964" y="1546603"/>
                  </a:lnTo>
                  <a:lnTo>
                    <a:pt x="1450960" y="1546597"/>
                  </a:lnTo>
                  <a:lnTo>
                    <a:pt x="1450957" y="1546590"/>
                  </a:lnTo>
                  <a:lnTo>
                    <a:pt x="1450955" y="1546584"/>
                  </a:lnTo>
                  <a:lnTo>
                    <a:pt x="1450953" y="1546578"/>
                  </a:lnTo>
                  <a:lnTo>
                    <a:pt x="1450949" y="1546568"/>
                  </a:lnTo>
                  <a:lnTo>
                    <a:pt x="1450942" y="1546559"/>
                  </a:lnTo>
                  <a:lnTo>
                    <a:pt x="1450934" y="1546550"/>
                  </a:lnTo>
                  <a:lnTo>
                    <a:pt x="1450930" y="1546545"/>
                  </a:lnTo>
                  <a:lnTo>
                    <a:pt x="1450925" y="1546542"/>
                  </a:lnTo>
                  <a:lnTo>
                    <a:pt x="1450919" y="1546538"/>
                  </a:lnTo>
                  <a:lnTo>
                    <a:pt x="1450908" y="1546534"/>
                  </a:lnTo>
                  <a:lnTo>
                    <a:pt x="1450902" y="1546532"/>
                  </a:lnTo>
                  <a:lnTo>
                    <a:pt x="1450892" y="1546528"/>
                  </a:lnTo>
                  <a:lnTo>
                    <a:pt x="1450886" y="1546524"/>
                  </a:lnTo>
                  <a:lnTo>
                    <a:pt x="1450873" y="1546515"/>
                  </a:lnTo>
                  <a:lnTo>
                    <a:pt x="1450858" y="1546511"/>
                  </a:lnTo>
                  <a:lnTo>
                    <a:pt x="1450836" y="1546511"/>
                  </a:lnTo>
                  <a:lnTo>
                    <a:pt x="1450827" y="1546508"/>
                  </a:lnTo>
                  <a:lnTo>
                    <a:pt x="1450820" y="1546506"/>
                  </a:lnTo>
                  <a:lnTo>
                    <a:pt x="1450808" y="1546503"/>
                  </a:lnTo>
                  <a:lnTo>
                    <a:pt x="1450798" y="1546501"/>
                  </a:lnTo>
                  <a:lnTo>
                    <a:pt x="1450790" y="1546500"/>
                  </a:lnTo>
                  <a:lnTo>
                    <a:pt x="1450783" y="1546500"/>
                  </a:lnTo>
                  <a:lnTo>
                    <a:pt x="1450774" y="1546502"/>
                  </a:lnTo>
                  <a:lnTo>
                    <a:pt x="1450765" y="1546506"/>
                  </a:lnTo>
                  <a:lnTo>
                    <a:pt x="1450756" y="1546511"/>
                  </a:lnTo>
                  <a:lnTo>
                    <a:pt x="1450748" y="1546520"/>
                  </a:lnTo>
                  <a:lnTo>
                    <a:pt x="1450740" y="1546530"/>
                  </a:lnTo>
                  <a:lnTo>
                    <a:pt x="1450728" y="1546534"/>
                  </a:lnTo>
                  <a:lnTo>
                    <a:pt x="1450713" y="1546539"/>
                  </a:lnTo>
                  <a:lnTo>
                    <a:pt x="1450703" y="1546544"/>
                  </a:lnTo>
                  <a:lnTo>
                    <a:pt x="1450692" y="1546547"/>
                  </a:lnTo>
                  <a:lnTo>
                    <a:pt x="1450685" y="1546548"/>
                  </a:lnTo>
                  <a:lnTo>
                    <a:pt x="1450677" y="1546546"/>
                  </a:lnTo>
                  <a:lnTo>
                    <a:pt x="1450672" y="1546545"/>
                  </a:lnTo>
                  <a:lnTo>
                    <a:pt x="1450658" y="1546542"/>
                  </a:lnTo>
                  <a:lnTo>
                    <a:pt x="1450651" y="1546538"/>
                  </a:lnTo>
                  <a:lnTo>
                    <a:pt x="1450643" y="1546535"/>
                  </a:lnTo>
                  <a:lnTo>
                    <a:pt x="1450638" y="1546532"/>
                  </a:lnTo>
                  <a:lnTo>
                    <a:pt x="1450610" y="1546515"/>
                  </a:lnTo>
                  <a:lnTo>
                    <a:pt x="1450599" y="1546505"/>
                  </a:lnTo>
                  <a:lnTo>
                    <a:pt x="1450585" y="1546493"/>
                  </a:lnTo>
                  <a:lnTo>
                    <a:pt x="1450577" y="1546485"/>
                  </a:lnTo>
                  <a:lnTo>
                    <a:pt x="1450570" y="1546479"/>
                  </a:lnTo>
                  <a:lnTo>
                    <a:pt x="1450565" y="1546474"/>
                  </a:lnTo>
                  <a:lnTo>
                    <a:pt x="1450561" y="1546469"/>
                  </a:lnTo>
                  <a:lnTo>
                    <a:pt x="1450557" y="1546467"/>
                  </a:lnTo>
                  <a:lnTo>
                    <a:pt x="1450551" y="1546464"/>
                  </a:lnTo>
                  <a:lnTo>
                    <a:pt x="1450544" y="1546463"/>
                  </a:lnTo>
                  <a:lnTo>
                    <a:pt x="1450537" y="1546462"/>
                  </a:lnTo>
                  <a:lnTo>
                    <a:pt x="1450523" y="1546462"/>
                  </a:lnTo>
                  <a:lnTo>
                    <a:pt x="1450512" y="1546461"/>
                  </a:lnTo>
                  <a:lnTo>
                    <a:pt x="1450507" y="1546462"/>
                  </a:lnTo>
                  <a:lnTo>
                    <a:pt x="1450495" y="1546466"/>
                  </a:lnTo>
                  <a:lnTo>
                    <a:pt x="1450481" y="1546472"/>
                  </a:lnTo>
                  <a:lnTo>
                    <a:pt x="1450471" y="1546474"/>
                  </a:lnTo>
                  <a:lnTo>
                    <a:pt x="1450460" y="1546475"/>
                  </a:lnTo>
                  <a:lnTo>
                    <a:pt x="1450449" y="1546477"/>
                  </a:lnTo>
                  <a:lnTo>
                    <a:pt x="1450441" y="1546479"/>
                  </a:lnTo>
                  <a:lnTo>
                    <a:pt x="1450434" y="1546480"/>
                  </a:lnTo>
                  <a:lnTo>
                    <a:pt x="1450427" y="1546481"/>
                  </a:lnTo>
                  <a:lnTo>
                    <a:pt x="1450412" y="1546482"/>
                  </a:lnTo>
                  <a:lnTo>
                    <a:pt x="1450390" y="1546484"/>
                  </a:lnTo>
                  <a:lnTo>
                    <a:pt x="1450384" y="1546484"/>
                  </a:lnTo>
                  <a:lnTo>
                    <a:pt x="1450363" y="1546486"/>
                  </a:lnTo>
                  <a:lnTo>
                    <a:pt x="1450332" y="1546493"/>
                  </a:lnTo>
                  <a:lnTo>
                    <a:pt x="1450326" y="1546494"/>
                  </a:lnTo>
                  <a:lnTo>
                    <a:pt x="1450318" y="1546497"/>
                  </a:lnTo>
                  <a:lnTo>
                    <a:pt x="1450309" y="1546503"/>
                  </a:lnTo>
                  <a:lnTo>
                    <a:pt x="1450299" y="1546510"/>
                  </a:lnTo>
                  <a:lnTo>
                    <a:pt x="1450292" y="1546516"/>
                  </a:lnTo>
                  <a:lnTo>
                    <a:pt x="1450288" y="1546523"/>
                  </a:lnTo>
                  <a:lnTo>
                    <a:pt x="1450282" y="1546532"/>
                  </a:lnTo>
                  <a:lnTo>
                    <a:pt x="1450277" y="1546535"/>
                  </a:lnTo>
                  <a:lnTo>
                    <a:pt x="1450270" y="1546538"/>
                  </a:lnTo>
                  <a:lnTo>
                    <a:pt x="1450256" y="1546543"/>
                  </a:lnTo>
                  <a:lnTo>
                    <a:pt x="1450244" y="1546549"/>
                  </a:lnTo>
                  <a:lnTo>
                    <a:pt x="1450238" y="1546552"/>
                  </a:lnTo>
                  <a:lnTo>
                    <a:pt x="1450234" y="1546554"/>
                  </a:lnTo>
                  <a:lnTo>
                    <a:pt x="1450229" y="1546558"/>
                  </a:lnTo>
                  <a:lnTo>
                    <a:pt x="1450220" y="1546564"/>
                  </a:lnTo>
                  <a:lnTo>
                    <a:pt x="1450213" y="1546570"/>
                  </a:lnTo>
                  <a:lnTo>
                    <a:pt x="1450180" y="1546593"/>
                  </a:lnTo>
                  <a:lnTo>
                    <a:pt x="1450166" y="1546602"/>
                  </a:lnTo>
                  <a:lnTo>
                    <a:pt x="1450152" y="1546608"/>
                  </a:lnTo>
                  <a:lnTo>
                    <a:pt x="1450138" y="1546616"/>
                  </a:lnTo>
                  <a:lnTo>
                    <a:pt x="1450122" y="1546624"/>
                  </a:lnTo>
                  <a:lnTo>
                    <a:pt x="1450115" y="1546629"/>
                  </a:lnTo>
                  <a:lnTo>
                    <a:pt x="1450110" y="1546635"/>
                  </a:lnTo>
                  <a:lnTo>
                    <a:pt x="1450104" y="1546642"/>
                  </a:lnTo>
                  <a:lnTo>
                    <a:pt x="1450099" y="1546654"/>
                  </a:lnTo>
                  <a:lnTo>
                    <a:pt x="1450094" y="1546663"/>
                  </a:lnTo>
                  <a:lnTo>
                    <a:pt x="1450090" y="1546667"/>
                  </a:lnTo>
                  <a:lnTo>
                    <a:pt x="1450077" y="1546678"/>
                  </a:lnTo>
                  <a:lnTo>
                    <a:pt x="1450065" y="1546685"/>
                  </a:lnTo>
                  <a:lnTo>
                    <a:pt x="1450054" y="1546694"/>
                  </a:lnTo>
                  <a:lnTo>
                    <a:pt x="1450049" y="1546699"/>
                  </a:lnTo>
                  <a:lnTo>
                    <a:pt x="1450044" y="1546703"/>
                  </a:lnTo>
                  <a:lnTo>
                    <a:pt x="1450034" y="1546711"/>
                  </a:lnTo>
                  <a:lnTo>
                    <a:pt x="1450025" y="1546712"/>
                  </a:lnTo>
                  <a:lnTo>
                    <a:pt x="1450004" y="1546715"/>
                  </a:lnTo>
                  <a:lnTo>
                    <a:pt x="1449988" y="1546722"/>
                  </a:lnTo>
                  <a:lnTo>
                    <a:pt x="1449981" y="1546727"/>
                  </a:lnTo>
                  <a:lnTo>
                    <a:pt x="1449974" y="1546733"/>
                  </a:lnTo>
                  <a:lnTo>
                    <a:pt x="1449962" y="1546743"/>
                  </a:lnTo>
                  <a:lnTo>
                    <a:pt x="1449956" y="1546751"/>
                  </a:lnTo>
                  <a:lnTo>
                    <a:pt x="1449951" y="1546757"/>
                  </a:lnTo>
                  <a:lnTo>
                    <a:pt x="1449943" y="1546765"/>
                  </a:lnTo>
                  <a:lnTo>
                    <a:pt x="1449931" y="1546773"/>
                  </a:lnTo>
                  <a:lnTo>
                    <a:pt x="1449925" y="1546774"/>
                  </a:lnTo>
                  <a:lnTo>
                    <a:pt x="1449911" y="1546769"/>
                  </a:lnTo>
                  <a:lnTo>
                    <a:pt x="1449903" y="1546766"/>
                  </a:lnTo>
                  <a:lnTo>
                    <a:pt x="1449896" y="1546764"/>
                  </a:lnTo>
                  <a:lnTo>
                    <a:pt x="1449883" y="1546762"/>
                  </a:lnTo>
                  <a:lnTo>
                    <a:pt x="1449874" y="1546765"/>
                  </a:lnTo>
                  <a:lnTo>
                    <a:pt x="1449868" y="1546769"/>
                  </a:lnTo>
                  <a:lnTo>
                    <a:pt x="1449861" y="1546774"/>
                  </a:lnTo>
                  <a:lnTo>
                    <a:pt x="1449852" y="1546781"/>
                  </a:lnTo>
                  <a:lnTo>
                    <a:pt x="1449848" y="1546785"/>
                  </a:lnTo>
                  <a:lnTo>
                    <a:pt x="1449843" y="1546789"/>
                  </a:lnTo>
                  <a:lnTo>
                    <a:pt x="1449839" y="1546794"/>
                  </a:lnTo>
                  <a:lnTo>
                    <a:pt x="1449836" y="1546799"/>
                  </a:lnTo>
                  <a:lnTo>
                    <a:pt x="1449823" y="1546818"/>
                  </a:lnTo>
                  <a:lnTo>
                    <a:pt x="1449819" y="1546820"/>
                  </a:lnTo>
                  <a:lnTo>
                    <a:pt x="1449813" y="1546822"/>
                  </a:lnTo>
                  <a:lnTo>
                    <a:pt x="1449808" y="1546823"/>
                  </a:lnTo>
                  <a:lnTo>
                    <a:pt x="1449773" y="1546823"/>
                  </a:lnTo>
                  <a:lnTo>
                    <a:pt x="1449762" y="1546823"/>
                  </a:lnTo>
                  <a:lnTo>
                    <a:pt x="1449754" y="1546822"/>
                  </a:lnTo>
                  <a:lnTo>
                    <a:pt x="1449743" y="1546821"/>
                  </a:lnTo>
                  <a:lnTo>
                    <a:pt x="1449735" y="1546819"/>
                  </a:lnTo>
                  <a:lnTo>
                    <a:pt x="1449716" y="1546816"/>
                  </a:lnTo>
                  <a:lnTo>
                    <a:pt x="1449703" y="1546816"/>
                  </a:lnTo>
                  <a:lnTo>
                    <a:pt x="1449691" y="1546821"/>
                  </a:lnTo>
                  <a:lnTo>
                    <a:pt x="1449685" y="1546824"/>
                  </a:lnTo>
                  <a:lnTo>
                    <a:pt x="1449680" y="1546828"/>
                  </a:lnTo>
                  <a:lnTo>
                    <a:pt x="1449673" y="1546837"/>
                  </a:lnTo>
                  <a:lnTo>
                    <a:pt x="1449671" y="1546843"/>
                  </a:lnTo>
                  <a:lnTo>
                    <a:pt x="1449668" y="1546859"/>
                  </a:lnTo>
                  <a:lnTo>
                    <a:pt x="1449666" y="1546879"/>
                  </a:lnTo>
                  <a:lnTo>
                    <a:pt x="1449665" y="1546889"/>
                  </a:lnTo>
                  <a:lnTo>
                    <a:pt x="1449664" y="1546896"/>
                  </a:lnTo>
                  <a:lnTo>
                    <a:pt x="1449663" y="1546905"/>
                  </a:lnTo>
                  <a:lnTo>
                    <a:pt x="1449656" y="1546916"/>
                  </a:lnTo>
                  <a:lnTo>
                    <a:pt x="1449651" y="1546922"/>
                  </a:lnTo>
                  <a:lnTo>
                    <a:pt x="1449642" y="1546929"/>
                  </a:lnTo>
                  <a:lnTo>
                    <a:pt x="1449637" y="1546930"/>
                  </a:lnTo>
                  <a:lnTo>
                    <a:pt x="1449632" y="1546930"/>
                  </a:lnTo>
                  <a:lnTo>
                    <a:pt x="1449622" y="1546923"/>
                  </a:lnTo>
                  <a:lnTo>
                    <a:pt x="1449615" y="1546919"/>
                  </a:lnTo>
                  <a:lnTo>
                    <a:pt x="1449599" y="1546914"/>
                  </a:lnTo>
                  <a:lnTo>
                    <a:pt x="1449594" y="1546913"/>
                  </a:lnTo>
                  <a:lnTo>
                    <a:pt x="1449586" y="1546913"/>
                  </a:lnTo>
                  <a:lnTo>
                    <a:pt x="1449575" y="1546917"/>
                  </a:lnTo>
                  <a:lnTo>
                    <a:pt x="1449558" y="1546924"/>
                  </a:lnTo>
                  <a:lnTo>
                    <a:pt x="1449540" y="1546927"/>
                  </a:lnTo>
                  <a:lnTo>
                    <a:pt x="1449526" y="1546923"/>
                  </a:lnTo>
                  <a:lnTo>
                    <a:pt x="1449518" y="1546922"/>
                  </a:lnTo>
                  <a:lnTo>
                    <a:pt x="1449510" y="1546922"/>
                  </a:lnTo>
                  <a:lnTo>
                    <a:pt x="1449498" y="1546926"/>
                  </a:lnTo>
                  <a:lnTo>
                    <a:pt x="1449471" y="1546937"/>
                  </a:lnTo>
                  <a:lnTo>
                    <a:pt x="1449454" y="1546944"/>
                  </a:lnTo>
                  <a:lnTo>
                    <a:pt x="1449447" y="1546949"/>
                  </a:lnTo>
                  <a:lnTo>
                    <a:pt x="1449440" y="1546959"/>
                  </a:lnTo>
                  <a:lnTo>
                    <a:pt x="1449435" y="1546976"/>
                  </a:lnTo>
                  <a:lnTo>
                    <a:pt x="1449431" y="1546987"/>
                  </a:lnTo>
                  <a:lnTo>
                    <a:pt x="1449426" y="1547002"/>
                  </a:lnTo>
                  <a:lnTo>
                    <a:pt x="1449422" y="1547015"/>
                  </a:lnTo>
                  <a:lnTo>
                    <a:pt x="1449421" y="1547021"/>
                  </a:lnTo>
                  <a:lnTo>
                    <a:pt x="1449423" y="1547037"/>
                  </a:lnTo>
                  <a:lnTo>
                    <a:pt x="1449425" y="1547049"/>
                  </a:lnTo>
                  <a:lnTo>
                    <a:pt x="1449424" y="1547057"/>
                  </a:lnTo>
                  <a:lnTo>
                    <a:pt x="1449416" y="1547063"/>
                  </a:lnTo>
                  <a:lnTo>
                    <a:pt x="1449391" y="1547072"/>
                  </a:lnTo>
                  <a:lnTo>
                    <a:pt x="1449374" y="1547075"/>
                  </a:lnTo>
                  <a:lnTo>
                    <a:pt x="1449366" y="1547076"/>
                  </a:lnTo>
                  <a:lnTo>
                    <a:pt x="1449350" y="1547091"/>
                  </a:lnTo>
                  <a:lnTo>
                    <a:pt x="1449335" y="1547104"/>
                  </a:lnTo>
                  <a:lnTo>
                    <a:pt x="1449329" y="1547108"/>
                  </a:lnTo>
                  <a:lnTo>
                    <a:pt x="1449321" y="1547112"/>
                  </a:lnTo>
                  <a:lnTo>
                    <a:pt x="1449281" y="1547111"/>
                  </a:lnTo>
                  <a:lnTo>
                    <a:pt x="1449269" y="1547123"/>
                  </a:lnTo>
                  <a:lnTo>
                    <a:pt x="1449251" y="1547126"/>
                  </a:lnTo>
                  <a:lnTo>
                    <a:pt x="1449241" y="1547127"/>
                  </a:lnTo>
                  <a:lnTo>
                    <a:pt x="1449227" y="1547128"/>
                  </a:lnTo>
                  <a:lnTo>
                    <a:pt x="1449215" y="1547127"/>
                  </a:lnTo>
                  <a:lnTo>
                    <a:pt x="1449208" y="1547125"/>
                  </a:lnTo>
                  <a:lnTo>
                    <a:pt x="1449189" y="1547113"/>
                  </a:lnTo>
                  <a:lnTo>
                    <a:pt x="1449183" y="1547110"/>
                  </a:lnTo>
                  <a:lnTo>
                    <a:pt x="1449162" y="1547105"/>
                  </a:lnTo>
                  <a:lnTo>
                    <a:pt x="1449149" y="1547107"/>
                  </a:lnTo>
                  <a:lnTo>
                    <a:pt x="1449143" y="1547109"/>
                  </a:lnTo>
                  <a:lnTo>
                    <a:pt x="1449133" y="1547112"/>
                  </a:lnTo>
                  <a:lnTo>
                    <a:pt x="1449109" y="1547120"/>
                  </a:lnTo>
                  <a:lnTo>
                    <a:pt x="1449098" y="1547125"/>
                  </a:lnTo>
                  <a:lnTo>
                    <a:pt x="1449086" y="1547130"/>
                  </a:lnTo>
                  <a:lnTo>
                    <a:pt x="1449072" y="1547138"/>
                  </a:lnTo>
                  <a:lnTo>
                    <a:pt x="1449066" y="1547141"/>
                  </a:lnTo>
                  <a:lnTo>
                    <a:pt x="1449060" y="1547146"/>
                  </a:lnTo>
                  <a:lnTo>
                    <a:pt x="1449043" y="1547161"/>
                  </a:lnTo>
                  <a:lnTo>
                    <a:pt x="1449034" y="1547172"/>
                  </a:lnTo>
                  <a:lnTo>
                    <a:pt x="1449029" y="1547184"/>
                  </a:lnTo>
                  <a:lnTo>
                    <a:pt x="1449023" y="1547195"/>
                  </a:lnTo>
                  <a:lnTo>
                    <a:pt x="1449021" y="1547199"/>
                  </a:lnTo>
                  <a:lnTo>
                    <a:pt x="1449017" y="1547208"/>
                  </a:lnTo>
                  <a:lnTo>
                    <a:pt x="1449012" y="1547217"/>
                  </a:lnTo>
                  <a:lnTo>
                    <a:pt x="1449000" y="1547236"/>
                  </a:lnTo>
                  <a:lnTo>
                    <a:pt x="1448992" y="1547249"/>
                  </a:lnTo>
                  <a:lnTo>
                    <a:pt x="1448983" y="1547258"/>
                  </a:lnTo>
                  <a:lnTo>
                    <a:pt x="1448977" y="1547264"/>
                  </a:lnTo>
                  <a:lnTo>
                    <a:pt x="1448970" y="1547270"/>
                  </a:lnTo>
                  <a:lnTo>
                    <a:pt x="1448964" y="1547279"/>
                  </a:lnTo>
                  <a:lnTo>
                    <a:pt x="1448960" y="1547284"/>
                  </a:lnTo>
                  <a:lnTo>
                    <a:pt x="1448956" y="1547290"/>
                  </a:lnTo>
                  <a:lnTo>
                    <a:pt x="1448950" y="1547299"/>
                  </a:lnTo>
                  <a:lnTo>
                    <a:pt x="1448943" y="1547304"/>
                  </a:lnTo>
                  <a:lnTo>
                    <a:pt x="1448937" y="1547308"/>
                  </a:lnTo>
                  <a:lnTo>
                    <a:pt x="1448930" y="1547312"/>
                  </a:lnTo>
                  <a:lnTo>
                    <a:pt x="1448921" y="1547318"/>
                  </a:lnTo>
                  <a:lnTo>
                    <a:pt x="1448917" y="1547321"/>
                  </a:lnTo>
                  <a:lnTo>
                    <a:pt x="1448913" y="1547324"/>
                  </a:lnTo>
                  <a:lnTo>
                    <a:pt x="1448910" y="1547327"/>
                  </a:lnTo>
                  <a:lnTo>
                    <a:pt x="1448899" y="1547337"/>
                  </a:lnTo>
                  <a:lnTo>
                    <a:pt x="1448892" y="1547342"/>
                  </a:lnTo>
                  <a:lnTo>
                    <a:pt x="1448886" y="1547346"/>
                  </a:lnTo>
                  <a:lnTo>
                    <a:pt x="1448871" y="1547358"/>
                  </a:lnTo>
                  <a:lnTo>
                    <a:pt x="1448860" y="1547365"/>
                  </a:lnTo>
                  <a:lnTo>
                    <a:pt x="1448854" y="1547369"/>
                  </a:lnTo>
                  <a:lnTo>
                    <a:pt x="1448849" y="1547373"/>
                  </a:lnTo>
                  <a:lnTo>
                    <a:pt x="1448844" y="1547378"/>
                  </a:lnTo>
                  <a:lnTo>
                    <a:pt x="1448836" y="1547386"/>
                  </a:lnTo>
                  <a:lnTo>
                    <a:pt x="1448832" y="1547392"/>
                  </a:lnTo>
                  <a:lnTo>
                    <a:pt x="1448829" y="1547395"/>
                  </a:lnTo>
                  <a:lnTo>
                    <a:pt x="1448825" y="1547400"/>
                  </a:lnTo>
                  <a:lnTo>
                    <a:pt x="1448822" y="1547405"/>
                  </a:lnTo>
                  <a:lnTo>
                    <a:pt x="1448819" y="1547410"/>
                  </a:lnTo>
                  <a:lnTo>
                    <a:pt x="1448814" y="1547413"/>
                  </a:lnTo>
                  <a:lnTo>
                    <a:pt x="1448809" y="1547415"/>
                  </a:lnTo>
                  <a:lnTo>
                    <a:pt x="1448796" y="1547419"/>
                  </a:lnTo>
                  <a:lnTo>
                    <a:pt x="1448789" y="1547423"/>
                  </a:lnTo>
                  <a:lnTo>
                    <a:pt x="1448782" y="1547426"/>
                  </a:lnTo>
                  <a:lnTo>
                    <a:pt x="1448773" y="1547430"/>
                  </a:lnTo>
                  <a:lnTo>
                    <a:pt x="1448764" y="1547435"/>
                  </a:lnTo>
                  <a:lnTo>
                    <a:pt x="1448759" y="1547438"/>
                  </a:lnTo>
                  <a:lnTo>
                    <a:pt x="1448751" y="1547444"/>
                  </a:lnTo>
                  <a:lnTo>
                    <a:pt x="1448742" y="1547452"/>
                  </a:lnTo>
                  <a:lnTo>
                    <a:pt x="1448726" y="1547468"/>
                  </a:lnTo>
                  <a:lnTo>
                    <a:pt x="1448722" y="1547471"/>
                  </a:lnTo>
                  <a:lnTo>
                    <a:pt x="1448710" y="1547479"/>
                  </a:lnTo>
                  <a:lnTo>
                    <a:pt x="1448702" y="1547485"/>
                  </a:lnTo>
                  <a:lnTo>
                    <a:pt x="1448694" y="1547491"/>
                  </a:lnTo>
                  <a:lnTo>
                    <a:pt x="1448680" y="1547502"/>
                  </a:lnTo>
                  <a:lnTo>
                    <a:pt x="1448657" y="1547507"/>
                  </a:lnTo>
                  <a:lnTo>
                    <a:pt x="1448647" y="1547511"/>
                  </a:lnTo>
                  <a:lnTo>
                    <a:pt x="1448639" y="1547513"/>
                  </a:lnTo>
                  <a:lnTo>
                    <a:pt x="1448632" y="1547516"/>
                  </a:lnTo>
                  <a:lnTo>
                    <a:pt x="1448624" y="1547521"/>
                  </a:lnTo>
                  <a:lnTo>
                    <a:pt x="1448618" y="1547525"/>
                  </a:lnTo>
                  <a:lnTo>
                    <a:pt x="1448607" y="1547533"/>
                  </a:lnTo>
                  <a:lnTo>
                    <a:pt x="1448599" y="1547541"/>
                  </a:lnTo>
                  <a:lnTo>
                    <a:pt x="1448593" y="1547547"/>
                  </a:lnTo>
                  <a:lnTo>
                    <a:pt x="1448589" y="1547550"/>
                  </a:lnTo>
                  <a:lnTo>
                    <a:pt x="1448585" y="1547555"/>
                  </a:lnTo>
                  <a:lnTo>
                    <a:pt x="1448581" y="1547558"/>
                  </a:lnTo>
                  <a:lnTo>
                    <a:pt x="1448571" y="1547564"/>
                  </a:lnTo>
                  <a:lnTo>
                    <a:pt x="1448554" y="1547569"/>
                  </a:lnTo>
                  <a:lnTo>
                    <a:pt x="1448544" y="1547571"/>
                  </a:lnTo>
                  <a:lnTo>
                    <a:pt x="1448517" y="1547578"/>
                  </a:lnTo>
                  <a:lnTo>
                    <a:pt x="1448506" y="1547584"/>
                  </a:lnTo>
                  <a:lnTo>
                    <a:pt x="1448499" y="1547592"/>
                  </a:lnTo>
                  <a:lnTo>
                    <a:pt x="1448494" y="1547599"/>
                  </a:lnTo>
                  <a:lnTo>
                    <a:pt x="1448489" y="1547614"/>
                  </a:lnTo>
                  <a:lnTo>
                    <a:pt x="1448485" y="1547621"/>
                  </a:lnTo>
                  <a:lnTo>
                    <a:pt x="1448482" y="1547628"/>
                  </a:lnTo>
                  <a:lnTo>
                    <a:pt x="1448476" y="1547635"/>
                  </a:lnTo>
                  <a:lnTo>
                    <a:pt x="1448471" y="1547640"/>
                  </a:lnTo>
                  <a:lnTo>
                    <a:pt x="1448463" y="1547649"/>
                  </a:lnTo>
                  <a:lnTo>
                    <a:pt x="1448456" y="1547658"/>
                  </a:lnTo>
                  <a:lnTo>
                    <a:pt x="1448452" y="1547663"/>
                  </a:lnTo>
                  <a:lnTo>
                    <a:pt x="1448447" y="1547673"/>
                  </a:lnTo>
                  <a:lnTo>
                    <a:pt x="1448443" y="1547685"/>
                  </a:lnTo>
                  <a:lnTo>
                    <a:pt x="1448441" y="1547693"/>
                  </a:lnTo>
                  <a:lnTo>
                    <a:pt x="1448440" y="1547704"/>
                  </a:lnTo>
                  <a:lnTo>
                    <a:pt x="1448440" y="1547713"/>
                  </a:lnTo>
                  <a:lnTo>
                    <a:pt x="1448440" y="1547719"/>
                  </a:lnTo>
                  <a:lnTo>
                    <a:pt x="1448441" y="1547724"/>
                  </a:lnTo>
                  <a:lnTo>
                    <a:pt x="1448441" y="1547757"/>
                  </a:lnTo>
                  <a:lnTo>
                    <a:pt x="1448441" y="1547764"/>
                  </a:lnTo>
                  <a:lnTo>
                    <a:pt x="1448438" y="1547776"/>
                  </a:lnTo>
                  <a:lnTo>
                    <a:pt x="1448434" y="1547782"/>
                  </a:lnTo>
                  <a:lnTo>
                    <a:pt x="1448436" y="1547798"/>
                  </a:lnTo>
                  <a:lnTo>
                    <a:pt x="1448450" y="1547824"/>
                  </a:lnTo>
                  <a:lnTo>
                    <a:pt x="1448458" y="1547834"/>
                  </a:lnTo>
                  <a:lnTo>
                    <a:pt x="1448470" y="1547847"/>
                  </a:lnTo>
                  <a:lnTo>
                    <a:pt x="1448476" y="1547861"/>
                  </a:lnTo>
                  <a:lnTo>
                    <a:pt x="1448482" y="1547881"/>
                  </a:lnTo>
                  <a:lnTo>
                    <a:pt x="1448487" y="1547895"/>
                  </a:lnTo>
                  <a:lnTo>
                    <a:pt x="1448493" y="1547909"/>
                  </a:lnTo>
                  <a:lnTo>
                    <a:pt x="1448496" y="1547915"/>
                  </a:lnTo>
                  <a:lnTo>
                    <a:pt x="1448502" y="1547938"/>
                  </a:lnTo>
                  <a:lnTo>
                    <a:pt x="1448503" y="1547949"/>
                  </a:lnTo>
                  <a:lnTo>
                    <a:pt x="1448503" y="1547955"/>
                  </a:lnTo>
                  <a:lnTo>
                    <a:pt x="1448491" y="1547970"/>
                  </a:lnTo>
                  <a:lnTo>
                    <a:pt x="1448475" y="1547980"/>
                  </a:lnTo>
                  <a:lnTo>
                    <a:pt x="1448459" y="1547989"/>
                  </a:lnTo>
                  <a:lnTo>
                    <a:pt x="1448449" y="1547995"/>
                  </a:lnTo>
                  <a:lnTo>
                    <a:pt x="1448435" y="1548004"/>
                  </a:lnTo>
                  <a:lnTo>
                    <a:pt x="1448414" y="1548020"/>
                  </a:lnTo>
                  <a:lnTo>
                    <a:pt x="1448405" y="1548027"/>
                  </a:lnTo>
                  <a:lnTo>
                    <a:pt x="1448395" y="1548035"/>
                  </a:lnTo>
                  <a:lnTo>
                    <a:pt x="1448372" y="1548053"/>
                  </a:lnTo>
                  <a:lnTo>
                    <a:pt x="1448361" y="1548059"/>
                  </a:lnTo>
                  <a:lnTo>
                    <a:pt x="1448338" y="1548068"/>
                  </a:lnTo>
                  <a:lnTo>
                    <a:pt x="1448327" y="1548071"/>
                  </a:lnTo>
                  <a:lnTo>
                    <a:pt x="1448301" y="1548077"/>
                  </a:lnTo>
                  <a:lnTo>
                    <a:pt x="1448300" y="1548098"/>
                  </a:lnTo>
                  <a:lnTo>
                    <a:pt x="1448299" y="1548117"/>
                  </a:lnTo>
                  <a:lnTo>
                    <a:pt x="1448297" y="1548126"/>
                  </a:lnTo>
                  <a:lnTo>
                    <a:pt x="1448294" y="1548132"/>
                  </a:lnTo>
                  <a:lnTo>
                    <a:pt x="1448287" y="1548138"/>
                  </a:lnTo>
                  <a:lnTo>
                    <a:pt x="1448273" y="1548141"/>
                  </a:lnTo>
                  <a:lnTo>
                    <a:pt x="1448264" y="1548145"/>
                  </a:lnTo>
                  <a:lnTo>
                    <a:pt x="1448253" y="1548154"/>
                  </a:lnTo>
                  <a:lnTo>
                    <a:pt x="1448249" y="1548158"/>
                  </a:lnTo>
                  <a:lnTo>
                    <a:pt x="1448246" y="1548166"/>
                  </a:lnTo>
                  <a:lnTo>
                    <a:pt x="1448243" y="1548171"/>
                  </a:lnTo>
                  <a:lnTo>
                    <a:pt x="1448232" y="1548183"/>
                  </a:lnTo>
                  <a:lnTo>
                    <a:pt x="1448226" y="1548190"/>
                  </a:lnTo>
                  <a:lnTo>
                    <a:pt x="1448218" y="1548193"/>
                  </a:lnTo>
                  <a:lnTo>
                    <a:pt x="1448210" y="1548196"/>
                  </a:lnTo>
                  <a:lnTo>
                    <a:pt x="1448194" y="1548208"/>
                  </a:lnTo>
                  <a:lnTo>
                    <a:pt x="1448185" y="1548218"/>
                  </a:lnTo>
                  <a:lnTo>
                    <a:pt x="1448172" y="1548230"/>
                  </a:lnTo>
                  <a:lnTo>
                    <a:pt x="1448164" y="1548236"/>
                  </a:lnTo>
                  <a:lnTo>
                    <a:pt x="1448157" y="1548240"/>
                  </a:lnTo>
                  <a:lnTo>
                    <a:pt x="1448147" y="1548247"/>
                  </a:lnTo>
                  <a:lnTo>
                    <a:pt x="1448140" y="1548252"/>
                  </a:lnTo>
                  <a:lnTo>
                    <a:pt x="1448131" y="1548259"/>
                  </a:lnTo>
                  <a:lnTo>
                    <a:pt x="1448126" y="1548262"/>
                  </a:lnTo>
                  <a:lnTo>
                    <a:pt x="1448122" y="1548266"/>
                  </a:lnTo>
                  <a:lnTo>
                    <a:pt x="1448117" y="1548272"/>
                  </a:lnTo>
                  <a:lnTo>
                    <a:pt x="1448111" y="1548280"/>
                  </a:lnTo>
                  <a:lnTo>
                    <a:pt x="1448091" y="1548302"/>
                  </a:lnTo>
                  <a:lnTo>
                    <a:pt x="1448105" y="1548332"/>
                  </a:lnTo>
                  <a:lnTo>
                    <a:pt x="1448111" y="1548348"/>
                  </a:lnTo>
                  <a:lnTo>
                    <a:pt x="1448115" y="1548361"/>
                  </a:lnTo>
                  <a:lnTo>
                    <a:pt x="1448115" y="1548389"/>
                  </a:lnTo>
                  <a:lnTo>
                    <a:pt x="1448115" y="1548405"/>
                  </a:lnTo>
                  <a:lnTo>
                    <a:pt x="1448114" y="1548423"/>
                  </a:lnTo>
                  <a:lnTo>
                    <a:pt x="1448112" y="1548444"/>
                  </a:lnTo>
                  <a:lnTo>
                    <a:pt x="1448108" y="1548458"/>
                  </a:lnTo>
                  <a:lnTo>
                    <a:pt x="1448103" y="1548461"/>
                  </a:lnTo>
                  <a:lnTo>
                    <a:pt x="1448097" y="1548464"/>
                  </a:lnTo>
                  <a:lnTo>
                    <a:pt x="1448075" y="1548472"/>
                  </a:lnTo>
                  <a:lnTo>
                    <a:pt x="1448057" y="1548477"/>
                  </a:lnTo>
                  <a:lnTo>
                    <a:pt x="1448045" y="1548480"/>
                  </a:lnTo>
                  <a:lnTo>
                    <a:pt x="1448035" y="1548483"/>
                  </a:lnTo>
                  <a:lnTo>
                    <a:pt x="1448023" y="1548486"/>
                  </a:lnTo>
                  <a:lnTo>
                    <a:pt x="1448009" y="1548488"/>
                  </a:lnTo>
                  <a:lnTo>
                    <a:pt x="1447997" y="1548490"/>
                  </a:lnTo>
                  <a:lnTo>
                    <a:pt x="1447979" y="1548495"/>
                  </a:lnTo>
                  <a:lnTo>
                    <a:pt x="1447960" y="1548505"/>
                  </a:lnTo>
                  <a:lnTo>
                    <a:pt x="1447946" y="1548522"/>
                  </a:lnTo>
                  <a:lnTo>
                    <a:pt x="1447940" y="1548526"/>
                  </a:lnTo>
                  <a:lnTo>
                    <a:pt x="1447936" y="1548527"/>
                  </a:lnTo>
                  <a:lnTo>
                    <a:pt x="1447925" y="1548529"/>
                  </a:lnTo>
                  <a:lnTo>
                    <a:pt x="1447904" y="1548537"/>
                  </a:lnTo>
                  <a:lnTo>
                    <a:pt x="1447882" y="1548546"/>
                  </a:lnTo>
                  <a:lnTo>
                    <a:pt x="1447871" y="1548552"/>
                  </a:lnTo>
                  <a:lnTo>
                    <a:pt x="1447859" y="1548562"/>
                  </a:lnTo>
                  <a:lnTo>
                    <a:pt x="1447851" y="1548567"/>
                  </a:lnTo>
                  <a:lnTo>
                    <a:pt x="1447838" y="1548573"/>
                  </a:lnTo>
                  <a:lnTo>
                    <a:pt x="1447833" y="1548576"/>
                  </a:lnTo>
                  <a:lnTo>
                    <a:pt x="1447826" y="1548579"/>
                  </a:lnTo>
                  <a:lnTo>
                    <a:pt x="1447821" y="1548581"/>
                  </a:lnTo>
                  <a:lnTo>
                    <a:pt x="1447810" y="1548585"/>
                  </a:lnTo>
                  <a:lnTo>
                    <a:pt x="1447799" y="1548589"/>
                  </a:lnTo>
                  <a:lnTo>
                    <a:pt x="1447775" y="1548595"/>
                  </a:lnTo>
                  <a:lnTo>
                    <a:pt x="1447770" y="1548596"/>
                  </a:lnTo>
                  <a:lnTo>
                    <a:pt x="1447754" y="1548597"/>
                  </a:lnTo>
                  <a:lnTo>
                    <a:pt x="1447746" y="1548598"/>
                  </a:lnTo>
                  <a:lnTo>
                    <a:pt x="1447738" y="1548601"/>
                  </a:lnTo>
                  <a:lnTo>
                    <a:pt x="1447725" y="1548608"/>
                  </a:lnTo>
                  <a:lnTo>
                    <a:pt x="1447707" y="1548624"/>
                  </a:lnTo>
                  <a:lnTo>
                    <a:pt x="1447697" y="1548628"/>
                  </a:lnTo>
                  <a:lnTo>
                    <a:pt x="1447685" y="1548631"/>
                  </a:lnTo>
                  <a:lnTo>
                    <a:pt x="1447678" y="1548632"/>
                  </a:lnTo>
                  <a:lnTo>
                    <a:pt x="1447672" y="1548636"/>
                  </a:lnTo>
                  <a:lnTo>
                    <a:pt x="1447667" y="1548639"/>
                  </a:lnTo>
                  <a:lnTo>
                    <a:pt x="1447657" y="1548644"/>
                  </a:lnTo>
                  <a:lnTo>
                    <a:pt x="1447650" y="1548649"/>
                  </a:lnTo>
                  <a:lnTo>
                    <a:pt x="1447645" y="1548652"/>
                  </a:lnTo>
                  <a:lnTo>
                    <a:pt x="1447639" y="1548655"/>
                  </a:lnTo>
                  <a:lnTo>
                    <a:pt x="1447622" y="1548664"/>
                  </a:lnTo>
                  <a:lnTo>
                    <a:pt x="1447608" y="1548674"/>
                  </a:lnTo>
                  <a:lnTo>
                    <a:pt x="1447602" y="1548678"/>
                  </a:lnTo>
                  <a:lnTo>
                    <a:pt x="1447585" y="1548688"/>
                  </a:lnTo>
                  <a:lnTo>
                    <a:pt x="1447573" y="1548696"/>
                  </a:lnTo>
                  <a:lnTo>
                    <a:pt x="1447570" y="1548700"/>
                  </a:lnTo>
                  <a:lnTo>
                    <a:pt x="1447561" y="1548718"/>
                  </a:lnTo>
                  <a:lnTo>
                    <a:pt x="1447558" y="1548738"/>
                  </a:lnTo>
                  <a:lnTo>
                    <a:pt x="1447555" y="1548745"/>
                  </a:lnTo>
                  <a:lnTo>
                    <a:pt x="1447544" y="1548751"/>
                  </a:lnTo>
                  <a:lnTo>
                    <a:pt x="1447535" y="1548764"/>
                  </a:lnTo>
                  <a:lnTo>
                    <a:pt x="1447532" y="1548770"/>
                  </a:lnTo>
                  <a:lnTo>
                    <a:pt x="1447528" y="1548778"/>
                  </a:lnTo>
                  <a:lnTo>
                    <a:pt x="1447533" y="1548788"/>
                  </a:lnTo>
                  <a:lnTo>
                    <a:pt x="1447543" y="1548802"/>
                  </a:lnTo>
                  <a:lnTo>
                    <a:pt x="1447553" y="1548830"/>
                  </a:lnTo>
                  <a:lnTo>
                    <a:pt x="1447561" y="1548845"/>
                  </a:lnTo>
                  <a:lnTo>
                    <a:pt x="1447577" y="1548884"/>
                  </a:lnTo>
                  <a:lnTo>
                    <a:pt x="1447585" y="1548898"/>
                  </a:lnTo>
                  <a:lnTo>
                    <a:pt x="1447589" y="1548904"/>
                  </a:lnTo>
                  <a:lnTo>
                    <a:pt x="1447599" y="1548919"/>
                  </a:lnTo>
                  <a:lnTo>
                    <a:pt x="1447605" y="1548935"/>
                  </a:lnTo>
                  <a:lnTo>
                    <a:pt x="1447612" y="1548959"/>
                  </a:lnTo>
                  <a:lnTo>
                    <a:pt x="1447623" y="1548984"/>
                  </a:lnTo>
                  <a:lnTo>
                    <a:pt x="1447631" y="1548999"/>
                  </a:lnTo>
                  <a:lnTo>
                    <a:pt x="1447646" y="1549026"/>
                  </a:lnTo>
                  <a:lnTo>
                    <a:pt x="1447654" y="1549038"/>
                  </a:lnTo>
                  <a:lnTo>
                    <a:pt x="1447665" y="1549049"/>
                  </a:lnTo>
                  <a:lnTo>
                    <a:pt x="1447675" y="1549061"/>
                  </a:lnTo>
                  <a:lnTo>
                    <a:pt x="1447675" y="1549074"/>
                  </a:lnTo>
                  <a:lnTo>
                    <a:pt x="1447671" y="1549080"/>
                  </a:lnTo>
                  <a:lnTo>
                    <a:pt x="1447659" y="1549086"/>
                  </a:lnTo>
                  <a:lnTo>
                    <a:pt x="1447648" y="1549092"/>
                  </a:lnTo>
                  <a:lnTo>
                    <a:pt x="1447594" y="1549109"/>
                  </a:lnTo>
                  <a:lnTo>
                    <a:pt x="1447554" y="1549116"/>
                  </a:lnTo>
                  <a:lnTo>
                    <a:pt x="1447535" y="1549122"/>
                  </a:lnTo>
                  <a:lnTo>
                    <a:pt x="1447525" y="1549132"/>
                  </a:lnTo>
                  <a:lnTo>
                    <a:pt x="1447504" y="1549154"/>
                  </a:lnTo>
                  <a:lnTo>
                    <a:pt x="1447492" y="1549175"/>
                  </a:lnTo>
                  <a:lnTo>
                    <a:pt x="1447485" y="1549187"/>
                  </a:lnTo>
                  <a:lnTo>
                    <a:pt x="1447475" y="1549204"/>
                  </a:lnTo>
                  <a:lnTo>
                    <a:pt x="1447461" y="1549223"/>
                  </a:lnTo>
                  <a:lnTo>
                    <a:pt x="1447437" y="1549245"/>
                  </a:lnTo>
                  <a:lnTo>
                    <a:pt x="1447436" y="1549252"/>
                  </a:lnTo>
                  <a:lnTo>
                    <a:pt x="1447429" y="1549279"/>
                  </a:lnTo>
                  <a:lnTo>
                    <a:pt x="1447422" y="1549296"/>
                  </a:lnTo>
                  <a:lnTo>
                    <a:pt x="1447416" y="1549317"/>
                  </a:lnTo>
                  <a:lnTo>
                    <a:pt x="1447411" y="1549342"/>
                  </a:lnTo>
                  <a:lnTo>
                    <a:pt x="1447409" y="1549349"/>
                  </a:lnTo>
                  <a:lnTo>
                    <a:pt x="1447406" y="1549356"/>
                  </a:lnTo>
                  <a:lnTo>
                    <a:pt x="1447402" y="1549386"/>
                  </a:lnTo>
                  <a:lnTo>
                    <a:pt x="1447395" y="1549400"/>
                  </a:lnTo>
                  <a:lnTo>
                    <a:pt x="1447382" y="1549423"/>
                  </a:lnTo>
                  <a:lnTo>
                    <a:pt x="1447359" y="1549424"/>
                  </a:lnTo>
                  <a:lnTo>
                    <a:pt x="1447339" y="1549424"/>
                  </a:lnTo>
                  <a:lnTo>
                    <a:pt x="1447329" y="1549432"/>
                  </a:lnTo>
                  <a:lnTo>
                    <a:pt x="1447316" y="1549444"/>
                  </a:lnTo>
                  <a:lnTo>
                    <a:pt x="1447303" y="1549449"/>
                  </a:lnTo>
                  <a:lnTo>
                    <a:pt x="1447286" y="1549455"/>
                  </a:lnTo>
                  <a:lnTo>
                    <a:pt x="1447256" y="1549462"/>
                  </a:lnTo>
                  <a:lnTo>
                    <a:pt x="1447250" y="1549475"/>
                  </a:lnTo>
                  <a:lnTo>
                    <a:pt x="1447247" y="1549479"/>
                  </a:lnTo>
                  <a:lnTo>
                    <a:pt x="1447237" y="1549491"/>
                  </a:lnTo>
                  <a:lnTo>
                    <a:pt x="1447233" y="1549495"/>
                  </a:lnTo>
                  <a:lnTo>
                    <a:pt x="1447226" y="1549503"/>
                  </a:lnTo>
                  <a:lnTo>
                    <a:pt x="1447217" y="1549512"/>
                  </a:lnTo>
                  <a:lnTo>
                    <a:pt x="1447213" y="1549515"/>
                  </a:lnTo>
                  <a:lnTo>
                    <a:pt x="1447209" y="1549519"/>
                  </a:lnTo>
                  <a:lnTo>
                    <a:pt x="1447202" y="1549525"/>
                  </a:lnTo>
                  <a:lnTo>
                    <a:pt x="1447196" y="1549530"/>
                  </a:lnTo>
                  <a:lnTo>
                    <a:pt x="1447189" y="1549537"/>
                  </a:lnTo>
                  <a:lnTo>
                    <a:pt x="1447169" y="1549549"/>
                  </a:lnTo>
                  <a:lnTo>
                    <a:pt x="1447161" y="1549556"/>
                  </a:lnTo>
                  <a:lnTo>
                    <a:pt x="1447156" y="1549562"/>
                  </a:lnTo>
                  <a:lnTo>
                    <a:pt x="1447150" y="1549569"/>
                  </a:lnTo>
                  <a:lnTo>
                    <a:pt x="1447147" y="1549582"/>
                  </a:lnTo>
                  <a:lnTo>
                    <a:pt x="1447142" y="1549599"/>
                  </a:lnTo>
                  <a:lnTo>
                    <a:pt x="1447117" y="1549620"/>
                  </a:lnTo>
                  <a:lnTo>
                    <a:pt x="1447103" y="1549629"/>
                  </a:lnTo>
                  <a:lnTo>
                    <a:pt x="1447100" y="1549637"/>
                  </a:lnTo>
                  <a:lnTo>
                    <a:pt x="1447100" y="1549642"/>
                  </a:lnTo>
                  <a:lnTo>
                    <a:pt x="1447096" y="1549663"/>
                  </a:lnTo>
                  <a:lnTo>
                    <a:pt x="1447091" y="1549675"/>
                  </a:lnTo>
                  <a:lnTo>
                    <a:pt x="1447085" y="1549687"/>
                  </a:lnTo>
                  <a:lnTo>
                    <a:pt x="1447077" y="1549700"/>
                  </a:lnTo>
                  <a:lnTo>
                    <a:pt x="1447069" y="1549710"/>
                  </a:lnTo>
                  <a:lnTo>
                    <a:pt x="1447063" y="1549718"/>
                  </a:lnTo>
                  <a:lnTo>
                    <a:pt x="1447040" y="1549746"/>
                  </a:lnTo>
                  <a:lnTo>
                    <a:pt x="1447024" y="1549764"/>
                  </a:lnTo>
                  <a:lnTo>
                    <a:pt x="1446993" y="1549758"/>
                  </a:lnTo>
                  <a:lnTo>
                    <a:pt x="1446978" y="1549749"/>
                  </a:lnTo>
                  <a:lnTo>
                    <a:pt x="1446964" y="1549735"/>
                  </a:lnTo>
                  <a:lnTo>
                    <a:pt x="1446917" y="1549706"/>
                  </a:lnTo>
                  <a:lnTo>
                    <a:pt x="1446878" y="1549685"/>
                  </a:lnTo>
                  <a:lnTo>
                    <a:pt x="1446858" y="1549678"/>
                  </a:lnTo>
                  <a:lnTo>
                    <a:pt x="1446849" y="1549675"/>
                  </a:lnTo>
                  <a:lnTo>
                    <a:pt x="1446830" y="1549670"/>
                  </a:lnTo>
                  <a:lnTo>
                    <a:pt x="1446810" y="1549662"/>
                  </a:lnTo>
                  <a:lnTo>
                    <a:pt x="1446783" y="1549640"/>
                  </a:lnTo>
                  <a:lnTo>
                    <a:pt x="1446764" y="1549631"/>
                  </a:lnTo>
                  <a:lnTo>
                    <a:pt x="1446742" y="1549625"/>
                  </a:lnTo>
                  <a:lnTo>
                    <a:pt x="1446725" y="1549620"/>
                  </a:lnTo>
                  <a:lnTo>
                    <a:pt x="1446694" y="1549610"/>
                  </a:lnTo>
                  <a:lnTo>
                    <a:pt x="1446651" y="1549603"/>
                  </a:lnTo>
                  <a:lnTo>
                    <a:pt x="1446624" y="1549594"/>
                  </a:lnTo>
                  <a:lnTo>
                    <a:pt x="1446620" y="1549592"/>
                  </a:lnTo>
                  <a:lnTo>
                    <a:pt x="1446600" y="1549578"/>
                  </a:lnTo>
                  <a:lnTo>
                    <a:pt x="1446593" y="1549574"/>
                  </a:lnTo>
                  <a:lnTo>
                    <a:pt x="1446576" y="1549564"/>
                  </a:lnTo>
                  <a:lnTo>
                    <a:pt x="1446569" y="1549559"/>
                  </a:lnTo>
                  <a:lnTo>
                    <a:pt x="1446550" y="1549545"/>
                  </a:lnTo>
                  <a:lnTo>
                    <a:pt x="1446527" y="1549536"/>
                  </a:lnTo>
                  <a:lnTo>
                    <a:pt x="1446519" y="1549531"/>
                  </a:lnTo>
                  <a:lnTo>
                    <a:pt x="1446499" y="1549514"/>
                  </a:lnTo>
                  <a:lnTo>
                    <a:pt x="1446491" y="1549504"/>
                  </a:lnTo>
                  <a:lnTo>
                    <a:pt x="1446482" y="1549490"/>
                  </a:lnTo>
                  <a:lnTo>
                    <a:pt x="1446478" y="1549478"/>
                  </a:lnTo>
                  <a:lnTo>
                    <a:pt x="1446475" y="1549470"/>
                  </a:lnTo>
                  <a:lnTo>
                    <a:pt x="1446469" y="1549458"/>
                  </a:lnTo>
                  <a:lnTo>
                    <a:pt x="1446436" y="1549456"/>
                  </a:lnTo>
                  <a:lnTo>
                    <a:pt x="1446422" y="1549456"/>
                  </a:lnTo>
                  <a:lnTo>
                    <a:pt x="1446407" y="1549459"/>
                  </a:lnTo>
                  <a:lnTo>
                    <a:pt x="1446400" y="1549461"/>
                  </a:lnTo>
                  <a:lnTo>
                    <a:pt x="1446395" y="1549465"/>
                  </a:lnTo>
                  <a:lnTo>
                    <a:pt x="1446364" y="1549484"/>
                  </a:lnTo>
                  <a:lnTo>
                    <a:pt x="1446346" y="1549496"/>
                  </a:lnTo>
                  <a:lnTo>
                    <a:pt x="1446330" y="1549507"/>
                  </a:lnTo>
                  <a:lnTo>
                    <a:pt x="1446293" y="1549546"/>
                  </a:lnTo>
                  <a:lnTo>
                    <a:pt x="1446274" y="1549556"/>
                  </a:lnTo>
                  <a:lnTo>
                    <a:pt x="1446258" y="1549564"/>
                  </a:lnTo>
                  <a:lnTo>
                    <a:pt x="1446250" y="1549571"/>
                  </a:lnTo>
                  <a:lnTo>
                    <a:pt x="1446245" y="1549576"/>
                  </a:lnTo>
                  <a:lnTo>
                    <a:pt x="1446225" y="1549599"/>
                  </a:lnTo>
                  <a:lnTo>
                    <a:pt x="1446218" y="1549599"/>
                  </a:lnTo>
                  <a:lnTo>
                    <a:pt x="1446210" y="1549599"/>
                  </a:lnTo>
                  <a:lnTo>
                    <a:pt x="1446196" y="1549598"/>
                  </a:lnTo>
                  <a:lnTo>
                    <a:pt x="1446186" y="1549596"/>
                  </a:lnTo>
                  <a:lnTo>
                    <a:pt x="1446176" y="1549593"/>
                  </a:lnTo>
                  <a:lnTo>
                    <a:pt x="1446172" y="1549591"/>
                  </a:lnTo>
                  <a:lnTo>
                    <a:pt x="1446166" y="1549584"/>
                  </a:lnTo>
                  <a:lnTo>
                    <a:pt x="1446128" y="1549519"/>
                  </a:lnTo>
                  <a:lnTo>
                    <a:pt x="1446129" y="1549510"/>
                  </a:lnTo>
                  <a:lnTo>
                    <a:pt x="1446130" y="1549504"/>
                  </a:lnTo>
                  <a:lnTo>
                    <a:pt x="1446132" y="1549495"/>
                  </a:lnTo>
                  <a:lnTo>
                    <a:pt x="1446134" y="1549486"/>
                  </a:lnTo>
                  <a:lnTo>
                    <a:pt x="1446136" y="1549477"/>
                  </a:lnTo>
                  <a:lnTo>
                    <a:pt x="1446140" y="1549463"/>
                  </a:lnTo>
                  <a:lnTo>
                    <a:pt x="1446104" y="1549457"/>
                  </a:lnTo>
                  <a:lnTo>
                    <a:pt x="1446070" y="1549434"/>
                  </a:lnTo>
                  <a:lnTo>
                    <a:pt x="1446056" y="1549417"/>
                  </a:lnTo>
                  <a:lnTo>
                    <a:pt x="1446053" y="1549413"/>
                  </a:lnTo>
                  <a:lnTo>
                    <a:pt x="1446047" y="1549407"/>
                  </a:lnTo>
                  <a:lnTo>
                    <a:pt x="1446012" y="1549363"/>
                  </a:lnTo>
                  <a:lnTo>
                    <a:pt x="1446008" y="1549358"/>
                  </a:lnTo>
                  <a:lnTo>
                    <a:pt x="1445991" y="1549340"/>
                  </a:lnTo>
                  <a:lnTo>
                    <a:pt x="1445968" y="1549326"/>
                  </a:lnTo>
                  <a:lnTo>
                    <a:pt x="1445957" y="1549312"/>
                  </a:lnTo>
                  <a:lnTo>
                    <a:pt x="1445946" y="1549286"/>
                  </a:lnTo>
                  <a:lnTo>
                    <a:pt x="1445939" y="1549269"/>
                  </a:lnTo>
                  <a:lnTo>
                    <a:pt x="1445924" y="1549230"/>
                  </a:lnTo>
                  <a:lnTo>
                    <a:pt x="1445934" y="1549219"/>
                  </a:lnTo>
                  <a:lnTo>
                    <a:pt x="1445950" y="1549206"/>
                  </a:lnTo>
                  <a:lnTo>
                    <a:pt x="1445969" y="1549185"/>
                  </a:lnTo>
                  <a:lnTo>
                    <a:pt x="1445974" y="1549180"/>
                  </a:lnTo>
                  <a:lnTo>
                    <a:pt x="1445979" y="1549177"/>
                  </a:lnTo>
                  <a:lnTo>
                    <a:pt x="1445985" y="1549176"/>
                  </a:lnTo>
                  <a:lnTo>
                    <a:pt x="1445992" y="1549176"/>
                  </a:lnTo>
                  <a:lnTo>
                    <a:pt x="1445999" y="1549173"/>
                  </a:lnTo>
                  <a:lnTo>
                    <a:pt x="1446007" y="1549167"/>
                  </a:lnTo>
                  <a:lnTo>
                    <a:pt x="1446011" y="1549159"/>
                  </a:lnTo>
                  <a:lnTo>
                    <a:pt x="1446013" y="1549149"/>
                  </a:lnTo>
                  <a:lnTo>
                    <a:pt x="1446014" y="1549135"/>
                  </a:lnTo>
                  <a:lnTo>
                    <a:pt x="1446014" y="1549126"/>
                  </a:lnTo>
                  <a:lnTo>
                    <a:pt x="1446018" y="1549114"/>
                  </a:lnTo>
                  <a:lnTo>
                    <a:pt x="1446021" y="1549106"/>
                  </a:lnTo>
                  <a:lnTo>
                    <a:pt x="1446030" y="1549089"/>
                  </a:lnTo>
                  <a:lnTo>
                    <a:pt x="1446037" y="1549087"/>
                  </a:lnTo>
                  <a:lnTo>
                    <a:pt x="1446044" y="1549085"/>
                  </a:lnTo>
                  <a:lnTo>
                    <a:pt x="1446053" y="1549080"/>
                  </a:lnTo>
                  <a:lnTo>
                    <a:pt x="1446062" y="1549073"/>
                  </a:lnTo>
                  <a:lnTo>
                    <a:pt x="1446067" y="1549064"/>
                  </a:lnTo>
                  <a:lnTo>
                    <a:pt x="1446069" y="1549058"/>
                  </a:lnTo>
                  <a:lnTo>
                    <a:pt x="1446068" y="1549041"/>
                  </a:lnTo>
                  <a:lnTo>
                    <a:pt x="1446066" y="1549027"/>
                  </a:lnTo>
                  <a:lnTo>
                    <a:pt x="1446068" y="1549016"/>
                  </a:lnTo>
                  <a:lnTo>
                    <a:pt x="1446073" y="1548998"/>
                  </a:lnTo>
                  <a:lnTo>
                    <a:pt x="1446078" y="1548979"/>
                  </a:lnTo>
                  <a:lnTo>
                    <a:pt x="1446081" y="1548966"/>
                  </a:lnTo>
                  <a:lnTo>
                    <a:pt x="1446083" y="1548949"/>
                  </a:lnTo>
                  <a:lnTo>
                    <a:pt x="1446080" y="1548940"/>
                  </a:lnTo>
                  <a:lnTo>
                    <a:pt x="1446073" y="1548933"/>
                  </a:lnTo>
                  <a:lnTo>
                    <a:pt x="1446060" y="1548920"/>
                  </a:lnTo>
                  <a:lnTo>
                    <a:pt x="1446051" y="1548909"/>
                  </a:lnTo>
                  <a:lnTo>
                    <a:pt x="1446046" y="1548901"/>
                  </a:lnTo>
                  <a:lnTo>
                    <a:pt x="1446044" y="1548893"/>
                  </a:lnTo>
                  <a:lnTo>
                    <a:pt x="1446030" y="1548885"/>
                  </a:lnTo>
                  <a:lnTo>
                    <a:pt x="1446018" y="1548879"/>
                  </a:lnTo>
                  <a:lnTo>
                    <a:pt x="1446008" y="1548875"/>
                  </a:lnTo>
                  <a:lnTo>
                    <a:pt x="1446000" y="1548869"/>
                  </a:lnTo>
                  <a:lnTo>
                    <a:pt x="1445997" y="1548861"/>
                  </a:lnTo>
                  <a:lnTo>
                    <a:pt x="1446002" y="1548851"/>
                  </a:lnTo>
                  <a:lnTo>
                    <a:pt x="1446006" y="1548844"/>
                  </a:lnTo>
                  <a:lnTo>
                    <a:pt x="1446007" y="1548835"/>
                  </a:lnTo>
                  <a:lnTo>
                    <a:pt x="1446006" y="1548826"/>
                  </a:lnTo>
                  <a:lnTo>
                    <a:pt x="1446007" y="1548819"/>
                  </a:lnTo>
                  <a:lnTo>
                    <a:pt x="1446013" y="1548813"/>
                  </a:lnTo>
                  <a:lnTo>
                    <a:pt x="1446026" y="1548799"/>
                  </a:lnTo>
                  <a:lnTo>
                    <a:pt x="1446031" y="1548794"/>
                  </a:lnTo>
                  <a:lnTo>
                    <a:pt x="1446043" y="1548784"/>
                  </a:lnTo>
                  <a:lnTo>
                    <a:pt x="1446049" y="1548778"/>
                  </a:lnTo>
                  <a:lnTo>
                    <a:pt x="1446053" y="1548769"/>
                  </a:lnTo>
                  <a:lnTo>
                    <a:pt x="1446052" y="1548754"/>
                  </a:lnTo>
                  <a:lnTo>
                    <a:pt x="1446051" y="1548746"/>
                  </a:lnTo>
                  <a:lnTo>
                    <a:pt x="1446051" y="1548741"/>
                  </a:lnTo>
                  <a:lnTo>
                    <a:pt x="1446050" y="1548733"/>
                  </a:lnTo>
                  <a:lnTo>
                    <a:pt x="1446051" y="1548726"/>
                  </a:lnTo>
                  <a:lnTo>
                    <a:pt x="1446051" y="1548718"/>
                  </a:lnTo>
                  <a:lnTo>
                    <a:pt x="1446051" y="1548709"/>
                  </a:lnTo>
                  <a:lnTo>
                    <a:pt x="1446051" y="1548701"/>
                  </a:lnTo>
                  <a:lnTo>
                    <a:pt x="1446050" y="1548695"/>
                  </a:lnTo>
                  <a:lnTo>
                    <a:pt x="1446049" y="1548687"/>
                  </a:lnTo>
                  <a:lnTo>
                    <a:pt x="1446047" y="1548679"/>
                  </a:lnTo>
                  <a:lnTo>
                    <a:pt x="1446045" y="1548673"/>
                  </a:lnTo>
                  <a:lnTo>
                    <a:pt x="1446041" y="1548665"/>
                  </a:lnTo>
                  <a:lnTo>
                    <a:pt x="1446036" y="1548658"/>
                  </a:lnTo>
                  <a:lnTo>
                    <a:pt x="1446032" y="1548652"/>
                  </a:lnTo>
                  <a:lnTo>
                    <a:pt x="1446029" y="1548646"/>
                  </a:lnTo>
                  <a:lnTo>
                    <a:pt x="1446027" y="1548640"/>
                  </a:lnTo>
                  <a:lnTo>
                    <a:pt x="1446025" y="1548632"/>
                  </a:lnTo>
                  <a:lnTo>
                    <a:pt x="1446024" y="1548625"/>
                  </a:lnTo>
                  <a:lnTo>
                    <a:pt x="1446023" y="1548619"/>
                  </a:lnTo>
                  <a:lnTo>
                    <a:pt x="1446023" y="1548612"/>
                  </a:lnTo>
                  <a:lnTo>
                    <a:pt x="1446023" y="1548601"/>
                  </a:lnTo>
                  <a:lnTo>
                    <a:pt x="1446024" y="1548595"/>
                  </a:lnTo>
                  <a:lnTo>
                    <a:pt x="1446024" y="1548587"/>
                  </a:lnTo>
                  <a:lnTo>
                    <a:pt x="1446023" y="1548579"/>
                  </a:lnTo>
                  <a:lnTo>
                    <a:pt x="1446023" y="1548570"/>
                  </a:lnTo>
                  <a:lnTo>
                    <a:pt x="1446022" y="1548561"/>
                  </a:lnTo>
                  <a:lnTo>
                    <a:pt x="1446021" y="1548554"/>
                  </a:lnTo>
                  <a:lnTo>
                    <a:pt x="1446020" y="1548547"/>
                  </a:lnTo>
                  <a:lnTo>
                    <a:pt x="1446019" y="1548539"/>
                  </a:lnTo>
                  <a:lnTo>
                    <a:pt x="1446018" y="1548529"/>
                  </a:lnTo>
                  <a:lnTo>
                    <a:pt x="1446013" y="1548520"/>
                  </a:lnTo>
                  <a:lnTo>
                    <a:pt x="1446004" y="1548510"/>
                  </a:lnTo>
                  <a:lnTo>
                    <a:pt x="1445988" y="1548497"/>
                  </a:lnTo>
                  <a:lnTo>
                    <a:pt x="1445963" y="1548481"/>
                  </a:lnTo>
                  <a:lnTo>
                    <a:pt x="1445934" y="1548463"/>
                  </a:lnTo>
                  <a:lnTo>
                    <a:pt x="1445904" y="1548458"/>
                  </a:lnTo>
                  <a:lnTo>
                    <a:pt x="1445877" y="1548449"/>
                  </a:lnTo>
                  <a:lnTo>
                    <a:pt x="1445860" y="1548437"/>
                  </a:lnTo>
                  <a:lnTo>
                    <a:pt x="1445847" y="1548419"/>
                  </a:lnTo>
                  <a:lnTo>
                    <a:pt x="1445839" y="1548401"/>
                  </a:lnTo>
                  <a:lnTo>
                    <a:pt x="1445836" y="1548389"/>
                  </a:lnTo>
                  <a:lnTo>
                    <a:pt x="1445837" y="1548376"/>
                  </a:lnTo>
                  <a:lnTo>
                    <a:pt x="1445836" y="1548365"/>
                  </a:lnTo>
                  <a:lnTo>
                    <a:pt x="1445831" y="1548349"/>
                  </a:lnTo>
                  <a:lnTo>
                    <a:pt x="1445827" y="1548330"/>
                  </a:lnTo>
                  <a:lnTo>
                    <a:pt x="1445825" y="1548318"/>
                  </a:lnTo>
                  <a:lnTo>
                    <a:pt x="1445822" y="1548309"/>
                  </a:lnTo>
                  <a:lnTo>
                    <a:pt x="1445820" y="1548299"/>
                  </a:lnTo>
                  <a:lnTo>
                    <a:pt x="1445819" y="1548293"/>
                  </a:lnTo>
                  <a:lnTo>
                    <a:pt x="1445818" y="1548287"/>
                  </a:lnTo>
                  <a:lnTo>
                    <a:pt x="1445817" y="1548280"/>
                  </a:lnTo>
                  <a:lnTo>
                    <a:pt x="1445818" y="1548274"/>
                  </a:lnTo>
                  <a:lnTo>
                    <a:pt x="1445818" y="1548269"/>
                  </a:lnTo>
                  <a:lnTo>
                    <a:pt x="1445819" y="1548264"/>
                  </a:lnTo>
                  <a:lnTo>
                    <a:pt x="1445820" y="1548259"/>
                  </a:lnTo>
                  <a:lnTo>
                    <a:pt x="1445821" y="1548251"/>
                  </a:lnTo>
                  <a:lnTo>
                    <a:pt x="1445822" y="1548245"/>
                  </a:lnTo>
                  <a:lnTo>
                    <a:pt x="1445822" y="1548239"/>
                  </a:lnTo>
                  <a:lnTo>
                    <a:pt x="1445822" y="1548232"/>
                  </a:lnTo>
                  <a:lnTo>
                    <a:pt x="1445821" y="1548224"/>
                  </a:lnTo>
                  <a:lnTo>
                    <a:pt x="1445821" y="1548217"/>
                  </a:lnTo>
                  <a:lnTo>
                    <a:pt x="1445821" y="1548211"/>
                  </a:lnTo>
                  <a:lnTo>
                    <a:pt x="1445821" y="1548205"/>
                  </a:lnTo>
                  <a:lnTo>
                    <a:pt x="1445821" y="1548196"/>
                  </a:lnTo>
                  <a:lnTo>
                    <a:pt x="1445823" y="1548189"/>
                  </a:lnTo>
                  <a:lnTo>
                    <a:pt x="1445824" y="1548182"/>
                  </a:lnTo>
                  <a:lnTo>
                    <a:pt x="1445826" y="1548174"/>
                  </a:lnTo>
                  <a:lnTo>
                    <a:pt x="1445827" y="1548167"/>
                  </a:lnTo>
                  <a:lnTo>
                    <a:pt x="1445829" y="1548161"/>
                  </a:lnTo>
                  <a:lnTo>
                    <a:pt x="1445830" y="1548153"/>
                  </a:lnTo>
                  <a:lnTo>
                    <a:pt x="1445831" y="1548146"/>
                  </a:lnTo>
                  <a:lnTo>
                    <a:pt x="1445831" y="1548139"/>
                  </a:lnTo>
                  <a:lnTo>
                    <a:pt x="1445831" y="1548133"/>
                  </a:lnTo>
                  <a:lnTo>
                    <a:pt x="1445829" y="1548128"/>
                  </a:lnTo>
                  <a:lnTo>
                    <a:pt x="1445827" y="1548119"/>
                  </a:lnTo>
                  <a:lnTo>
                    <a:pt x="1445824" y="1548108"/>
                  </a:lnTo>
                  <a:lnTo>
                    <a:pt x="1445823" y="1548102"/>
                  </a:lnTo>
                  <a:lnTo>
                    <a:pt x="1445821" y="1548093"/>
                  </a:lnTo>
                  <a:lnTo>
                    <a:pt x="1445819" y="1548086"/>
                  </a:lnTo>
                  <a:lnTo>
                    <a:pt x="1445816" y="1548078"/>
                  </a:lnTo>
                  <a:lnTo>
                    <a:pt x="1445815" y="1548073"/>
                  </a:lnTo>
                  <a:lnTo>
                    <a:pt x="1445812" y="1548067"/>
                  </a:lnTo>
                  <a:lnTo>
                    <a:pt x="1445808" y="1548059"/>
                  </a:lnTo>
                  <a:lnTo>
                    <a:pt x="1445805" y="1548055"/>
                  </a:lnTo>
                  <a:lnTo>
                    <a:pt x="1445934" y="1547978"/>
                  </a:lnTo>
                  <a:lnTo>
                    <a:pt x="1445941" y="1547972"/>
                  </a:lnTo>
                  <a:lnTo>
                    <a:pt x="1445947" y="1547967"/>
                  </a:lnTo>
                  <a:lnTo>
                    <a:pt x="1445953" y="1547960"/>
                  </a:lnTo>
                  <a:lnTo>
                    <a:pt x="1445957" y="1547955"/>
                  </a:lnTo>
                  <a:lnTo>
                    <a:pt x="1445961" y="1547950"/>
                  </a:lnTo>
                  <a:lnTo>
                    <a:pt x="1445964" y="1547946"/>
                  </a:lnTo>
                  <a:lnTo>
                    <a:pt x="1445967" y="1547942"/>
                  </a:lnTo>
                  <a:lnTo>
                    <a:pt x="1445971" y="1547938"/>
                  </a:lnTo>
                  <a:lnTo>
                    <a:pt x="1445974" y="1547934"/>
                  </a:lnTo>
                  <a:lnTo>
                    <a:pt x="1445981" y="1547926"/>
                  </a:lnTo>
                  <a:lnTo>
                    <a:pt x="1445986" y="1547919"/>
                  </a:lnTo>
                  <a:lnTo>
                    <a:pt x="1445990" y="1547915"/>
                  </a:lnTo>
                  <a:lnTo>
                    <a:pt x="1445994" y="1547910"/>
                  </a:lnTo>
                  <a:lnTo>
                    <a:pt x="1445998" y="1547906"/>
                  </a:lnTo>
                  <a:lnTo>
                    <a:pt x="1446004" y="1547900"/>
                  </a:lnTo>
                  <a:lnTo>
                    <a:pt x="1446010" y="1547895"/>
                  </a:lnTo>
                  <a:lnTo>
                    <a:pt x="1446016" y="1547890"/>
                  </a:lnTo>
                  <a:lnTo>
                    <a:pt x="1446022" y="1547886"/>
                  </a:lnTo>
                  <a:lnTo>
                    <a:pt x="1446028" y="1547881"/>
                  </a:lnTo>
                  <a:lnTo>
                    <a:pt x="1446034" y="1547878"/>
                  </a:lnTo>
                  <a:lnTo>
                    <a:pt x="1446041" y="1547878"/>
                  </a:lnTo>
                  <a:lnTo>
                    <a:pt x="1446048" y="1547880"/>
                  </a:lnTo>
                  <a:lnTo>
                    <a:pt x="1446053" y="1547881"/>
                  </a:lnTo>
                  <a:lnTo>
                    <a:pt x="1446058" y="1547883"/>
                  </a:lnTo>
                  <a:lnTo>
                    <a:pt x="1446065" y="1547886"/>
                  </a:lnTo>
                  <a:lnTo>
                    <a:pt x="1446072" y="1547889"/>
                  </a:lnTo>
                  <a:lnTo>
                    <a:pt x="1446078" y="1547892"/>
                  </a:lnTo>
                  <a:lnTo>
                    <a:pt x="1446083" y="1547894"/>
                  </a:lnTo>
                  <a:lnTo>
                    <a:pt x="1446088" y="1547896"/>
                  </a:lnTo>
                  <a:lnTo>
                    <a:pt x="1446093" y="1547895"/>
                  </a:lnTo>
                  <a:lnTo>
                    <a:pt x="1446097" y="1547890"/>
                  </a:lnTo>
                  <a:lnTo>
                    <a:pt x="1446102" y="1547880"/>
                  </a:lnTo>
                  <a:lnTo>
                    <a:pt x="1446106" y="1547873"/>
                  </a:lnTo>
                  <a:lnTo>
                    <a:pt x="1446110" y="1547868"/>
                  </a:lnTo>
                  <a:lnTo>
                    <a:pt x="1446114" y="1547863"/>
                  </a:lnTo>
                  <a:lnTo>
                    <a:pt x="1446122" y="1547853"/>
                  </a:lnTo>
                  <a:lnTo>
                    <a:pt x="1446125" y="1547849"/>
                  </a:lnTo>
                  <a:lnTo>
                    <a:pt x="1446129" y="1547844"/>
                  </a:lnTo>
                  <a:lnTo>
                    <a:pt x="1446166" y="1547716"/>
                  </a:lnTo>
                  <a:lnTo>
                    <a:pt x="1446170" y="1547711"/>
                  </a:lnTo>
                  <a:lnTo>
                    <a:pt x="1446174" y="1547706"/>
                  </a:lnTo>
                  <a:lnTo>
                    <a:pt x="1446179" y="1547701"/>
                  </a:lnTo>
                  <a:lnTo>
                    <a:pt x="1446182" y="1547696"/>
                  </a:lnTo>
                  <a:lnTo>
                    <a:pt x="1446181" y="1547691"/>
                  </a:lnTo>
                  <a:lnTo>
                    <a:pt x="1446177" y="1547685"/>
                  </a:lnTo>
                  <a:lnTo>
                    <a:pt x="1446176" y="1547679"/>
                  </a:lnTo>
                  <a:lnTo>
                    <a:pt x="1446177" y="1547674"/>
                  </a:lnTo>
                  <a:lnTo>
                    <a:pt x="1446180" y="1547669"/>
                  </a:lnTo>
                  <a:lnTo>
                    <a:pt x="1446185" y="1547662"/>
                  </a:lnTo>
                  <a:lnTo>
                    <a:pt x="1446190" y="1547655"/>
                  </a:lnTo>
                  <a:lnTo>
                    <a:pt x="1446197" y="1547644"/>
                  </a:lnTo>
                  <a:lnTo>
                    <a:pt x="1446203" y="1547636"/>
                  </a:lnTo>
                  <a:lnTo>
                    <a:pt x="1446208" y="1547629"/>
                  </a:lnTo>
                  <a:lnTo>
                    <a:pt x="1446213" y="1547622"/>
                  </a:lnTo>
                  <a:lnTo>
                    <a:pt x="1446216" y="1547616"/>
                  </a:lnTo>
                  <a:lnTo>
                    <a:pt x="1446216" y="1547610"/>
                  </a:lnTo>
                  <a:lnTo>
                    <a:pt x="1446214" y="1547605"/>
                  </a:lnTo>
                  <a:lnTo>
                    <a:pt x="1446211" y="1547600"/>
                  </a:lnTo>
                  <a:lnTo>
                    <a:pt x="1446206" y="1547595"/>
                  </a:lnTo>
                  <a:lnTo>
                    <a:pt x="1446203" y="1547591"/>
                  </a:lnTo>
                  <a:lnTo>
                    <a:pt x="1446200" y="1547586"/>
                  </a:lnTo>
                  <a:lnTo>
                    <a:pt x="1446198" y="1547581"/>
                  </a:lnTo>
                  <a:lnTo>
                    <a:pt x="1446196" y="1547573"/>
                  </a:lnTo>
                  <a:lnTo>
                    <a:pt x="1446195" y="1547567"/>
                  </a:lnTo>
                  <a:lnTo>
                    <a:pt x="1446193" y="1547559"/>
                  </a:lnTo>
                  <a:lnTo>
                    <a:pt x="1446189" y="1547551"/>
                  </a:lnTo>
                  <a:lnTo>
                    <a:pt x="1446187" y="1547546"/>
                  </a:lnTo>
                  <a:lnTo>
                    <a:pt x="1446184" y="1547541"/>
                  </a:lnTo>
                  <a:lnTo>
                    <a:pt x="1446180" y="1547536"/>
                  </a:lnTo>
                  <a:lnTo>
                    <a:pt x="1446176" y="1547531"/>
                  </a:lnTo>
                  <a:lnTo>
                    <a:pt x="1446172" y="1547526"/>
                  </a:lnTo>
                  <a:lnTo>
                    <a:pt x="1446166" y="1547520"/>
                  </a:lnTo>
                  <a:lnTo>
                    <a:pt x="1446162" y="1547513"/>
                  </a:lnTo>
                  <a:lnTo>
                    <a:pt x="1446158" y="1547507"/>
                  </a:lnTo>
                  <a:lnTo>
                    <a:pt x="1446153" y="1547498"/>
                  </a:lnTo>
                  <a:lnTo>
                    <a:pt x="1446147" y="1547489"/>
                  </a:lnTo>
                  <a:lnTo>
                    <a:pt x="1446143" y="1547483"/>
                  </a:lnTo>
                  <a:lnTo>
                    <a:pt x="1446139" y="1547478"/>
                  </a:lnTo>
                  <a:lnTo>
                    <a:pt x="1446136" y="1547474"/>
                  </a:lnTo>
                  <a:lnTo>
                    <a:pt x="1446133" y="1547469"/>
                  </a:lnTo>
                  <a:lnTo>
                    <a:pt x="1446128" y="1547463"/>
                  </a:lnTo>
                  <a:lnTo>
                    <a:pt x="1446123" y="1547458"/>
                  </a:lnTo>
                  <a:lnTo>
                    <a:pt x="1446120" y="1547454"/>
                  </a:lnTo>
                  <a:lnTo>
                    <a:pt x="1446114" y="1547447"/>
                  </a:lnTo>
                  <a:lnTo>
                    <a:pt x="1446108" y="1547433"/>
                  </a:lnTo>
                  <a:lnTo>
                    <a:pt x="1446105" y="1547418"/>
                  </a:lnTo>
                  <a:lnTo>
                    <a:pt x="1446104" y="1547403"/>
                  </a:lnTo>
                  <a:lnTo>
                    <a:pt x="1446099" y="1547385"/>
                  </a:lnTo>
                  <a:lnTo>
                    <a:pt x="1446093" y="1547367"/>
                  </a:lnTo>
                  <a:lnTo>
                    <a:pt x="1446092" y="1547352"/>
                  </a:lnTo>
                  <a:lnTo>
                    <a:pt x="1446094" y="1547339"/>
                  </a:lnTo>
                  <a:lnTo>
                    <a:pt x="1446091" y="1547331"/>
                  </a:lnTo>
                  <a:lnTo>
                    <a:pt x="1446084" y="1547322"/>
                  </a:lnTo>
                  <a:lnTo>
                    <a:pt x="1446076" y="1547312"/>
                  </a:lnTo>
                  <a:lnTo>
                    <a:pt x="1446070" y="1547301"/>
                  </a:lnTo>
                  <a:lnTo>
                    <a:pt x="1446066" y="1547282"/>
                  </a:lnTo>
                  <a:lnTo>
                    <a:pt x="1446060" y="1547265"/>
                  </a:lnTo>
                  <a:lnTo>
                    <a:pt x="1446058" y="1547259"/>
                  </a:lnTo>
                  <a:lnTo>
                    <a:pt x="1446054" y="1547252"/>
                  </a:lnTo>
                  <a:lnTo>
                    <a:pt x="1446050" y="1547238"/>
                  </a:lnTo>
                  <a:lnTo>
                    <a:pt x="1446051" y="1547228"/>
                  </a:lnTo>
                  <a:lnTo>
                    <a:pt x="1446060" y="1547212"/>
                  </a:lnTo>
                  <a:lnTo>
                    <a:pt x="1446072" y="1547202"/>
                  </a:lnTo>
                  <a:lnTo>
                    <a:pt x="1446087" y="1547189"/>
                  </a:lnTo>
                  <a:lnTo>
                    <a:pt x="1446093" y="1547182"/>
                  </a:lnTo>
                  <a:lnTo>
                    <a:pt x="1446093" y="1547139"/>
                  </a:lnTo>
                  <a:lnTo>
                    <a:pt x="1446084" y="1547122"/>
                  </a:lnTo>
                  <a:lnTo>
                    <a:pt x="1446070" y="1547102"/>
                  </a:lnTo>
                  <a:lnTo>
                    <a:pt x="1446071" y="1547090"/>
                  </a:lnTo>
                  <a:lnTo>
                    <a:pt x="1446074" y="1547084"/>
                  </a:lnTo>
                  <a:lnTo>
                    <a:pt x="1446078" y="1547080"/>
                  </a:lnTo>
                  <a:lnTo>
                    <a:pt x="1446081" y="1547075"/>
                  </a:lnTo>
                  <a:lnTo>
                    <a:pt x="1446084" y="1547070"/>
                  </a:lnTo>
                  <a:lnTo>
                    <a:pt x="1446089" y="1547067"/>
                  </a:lnTo>
                  <a:lnTo>
                    <a:pt x="1446093" y="1547062"/>
                  </a:lnTo>
                  <a:lnTo>
                    <a:pt x="1446092" y="1547055"/>
                  </a:lnTo>
                  <a:lnTo>
                    <a:pt x="1446054" y="1547009"/>
                  </a:lnTo>
                  <a:lnTo>
                    <a:pt x="1446045" y="1547001"/>
                  </a:lnTo>
                  <a:lnTo>
                    <a:pt x="1446039" y="1546995"/>
                  </a:lnTo>
                  <a:lnTo>
                    <a:pt x="1446034" y="1546991"/>
                  </a:lnTo>
                  <a:lnTo>
                    <a:pt x="1446029" y="1546986"/>
                  </a:lnTo>
                  <a:lnTo>
                    <a:pt x="1446025" y="1546982"/>
                  </a:lnTo>
                  <a:lnTo>
                    <a:pt x="1446019" y="1546975"/>
                  </a:lnTo>
                  <a:lnTo>
                    <a:pt x="1446016" y="1546967"/>
                  </a:lnTo>
                  <a:lnTo>
                    <a:pt x="1446012" y="1546962"/>
                  </a:lnTo>
                  <a:lnTo>
                    <a:pt x="1446007" y="1546956"/>
                  </a:lnTo>
                  <a:lnTo>
                    <a:pt x="1446002" y="1546950"/>
                  </a:lnTo>
                  <a:lnTo>
                    <a:pt x="1445998" y="1546945"/>
                  </a:lnTo>
                  <a:lnTo>
                    <a:pt x="1445994" y="1546938"/>
                  </a:lnTo>
                  <a:lnTo>
                    <a:pt x="1445993" y="1546929"/>
                  </a:lnTo>
                  <a:lnTo>
                    <a:pt x="1445994" y="1546920"/>
                  </a:lnTo>
                  <a:lnTo>
                    <a:pt x="1445996" y="1546911"/>
                  </a:lnTo>
                  <a:lnTo>
                    <a:pt x="1445999" y="1546901"/>
                  </a:lnTo>
                  <a:lnTo>
                    <a:pt x="1446001" y="1546895"/>
                  </a:lnTo>
                  <a:lnTo>
                    <a:pt x="1446004" y="1546888"/>
                  </a:lnTo>
                  <a:lnTo>
                    <a:pt x="1446006" y="1546884"/>
                  </a:lnTo>
                  <a:lnTo>
                    <a:pt x="1446009" y="1546877"/>
                  </a:lnTo>
                  <a:lnTo>
                    <a:pt x="1446032" y="1546727"/>
                  </a:lnTo>
                  <a:lnTo>
                    <a:pt x="1446032" y="1546717"/>
                  </a:lnTo>
                  <a:lnTo>
                    <a:pt x="1446032" y="1546709"/>
                  </a:lnTo>
                  <a:lnTo>
                    <a:pt x="1446032" y="1546702"/>
                  </a:lnTo>
                  <a:lnTo>
                    <a:pt x="1446031" y="1546696"/>
                  </a:lnTo>
                  <a:lnTo>
                    <a:pt x="1446031" y="1546691"/>
                  </a:lnTo>
                  <a:lnTo>
                    <a:pt x="1446029" y="1546684"/>
                  </a:lnTo>
                  <a:lnTo>
                    <a:pt x="1446026" y="1546680"/>
                  </a:lnTo>
                  <a:lnTo>
                    <a:pt x="1446021" y="1546677"/>
                  </a:lnTo>
                  <a:lnTo>
                    <a:pt x="1446015" y="1546674"/>
                  </a:lnTo>
                  <a:lnTo>
                    <a:pt x="1446007" y="1546672"/>
                  </a:lnTo>
                  <a:lnTo>
                    <a:pt x="1446001" y="1546670"/>
                  </a:lnTo>
                  <a:lnTo>
                    <a:pt x="1445994" y="1546665"/>
                  </a:lnTo>
                  <a:lnTo>
                    <a:pt x="1445990" y="1546658"/>
                  </a:lnTo>
                  <a:lnTo>
                    <a:pt x="1445987" y="1546652"/>
                  </a:lnTo>
                  <a:lnTo>
                    <a:pt x="1445985" y="1546645"/>
                  </a:lnTo>
                  <a:lnTo>
                    <a:pt x="1445983" y="1546636"/>
                  </a:lnTo>
                  <a:lnTo>
                    <a:pt x="1445983" y="1546629"/>
                  </a:lnTo>
                  <a:lnTo>
                    <a:pt x="1445983" y="1546621"/>
                  </a:lnTo>
                  <a:lnTo>
                    <a:pt x="1445985" y="1546613"/>
                  </a:lnTo>
                  <a:lnTo>
                    <a:pt x="1445986" y="1546607"/>
                  </a:lnTo>
                  <a:lnTo>
                    <a:pt x="1445988" y="1546602"/>
                  </a:lnTo>
                  <a:lnTo>
                    <a:pt x="1445991" y="1546593"/>
                  </a:lnTo>
                  <a:lnTo>
                    <a:pt x="1445994" y="1546586"/>
                  </a:lnTo>
                  <a:lnTo>
                    <a:pt x="1445996" y="1546580"/>
                  </a:lnTo>
                  <a:lnTo>
                    <a:pt x="1445999" y="1546574"/>
                  </a:lnTo>
                  <a:lnTo>
                    <a:pt x="1446005" y="1546570"/>
                  </a:lnTo>
                  <a:lnTo>
                    <a:pt x="1446012" y="1546567"/>
                  </a:lnTo>
                  <a:lnTo>
                    <a:pt x="1446018" y="1546566"/>
                  </a:lnTo>
                  <a:lnTo>
                    <a:pt x="1446024" y="1546565"/>
                  </a:lnTo>
                  <a:lnTo>
                    <a:pt x="1446032" y="1546564"/>
                  </a:lnTo>
                  <a:lnTo>
                    <a:pt x="1446039" y="1546561"/>
                  </a:lnTo>
                  <a:lnTo>
                    <a:pt x="1446044" y="1546559"/>
                  </a:lnTo>
                  <a:lnTo>
                    <a:pt x="1446049" y="1546557"/>
                  </a:lnTo>
                  <a:lnTo>
                    <a:pt x="1446056" y="1546553"/>
                  </a:lnTo>
                  <a:lnTo>
                    <a:pt x="1446062" y="1546548"/>
                  </a:lnTo>
                  <a:lnTo>
                    <a:pt x="1446068" y="1546544"/>
                  </a:lnTo>
                  <a:lnTo>
                    <a:pt x="1446072" y="1546539"/>
                  </a:lnTo>
                  <a:lnTo>
                    <a:pt x="1446077" y="1546533"/>
                  </a:lnTo>
                  <a:lnTo>
                    <a:pt x="1446079" y="1546527"/>
                  </a:lnTo>
                  <a:lnTo>
                    <a:pt x="1446080" y="1546519"/>
                  </a:lnTo>
                  <a:lnTo>
                    <a:pt x="1446080" y="1546512"/>
                  </a:lnTo>
                  <a:lnTo>
                    <a:pt x="1446080" y="1546505"/>
                  </a:lnTo>
                  <a:lnTo>
                    <a:pt x="1446077" y="1546498"/>
                  </a:lnTo>
                  <a:lnTo>
                    <a:pt x="1446072" y="1546494"/>
                  </a:lnTo>
                  <a:lnTo>
                    <a:pt x="1446069" y="1546490"/>
                  </a:lnTo>
                  <a:lnTo>
                    <a:pt x="1446064" y="1546484"/>
                  </a:lnTo>
                  <a:lnTo>
                    <a:pt x="1446060" y="1546478"/>
                  </a:lnTo>
                  <a:lnTo>
                    <a:pt x="1446058" y="1546472"/>
                  </a:lnTo>
                  <a:lnTo>
                    <a:pt x="1446057" y="1546467"/>
                  </a:lnTo>
                  <a:lnTo>
                    <a:pt x="1446055" y="1546461"/>
                  </a:lnTo>
                  <a:lnTo>
                    <a:pt x="1446054" y="1546451"/>
                  </a:lnTo>
                  <a:lnTo>
                    <a:pt x="1445996" y="1546377"/>
                  </a:lnTo>
                  <a:lnTo>
                    <a:pt x="1445992" y="1546370"/>
                  </a:lnTo>
                  <a:lnTo>
                    <a:pt x="1445987" y="1546365"/>
                  </a:lnTo>
                  <a:lnTo>
                    <a:pt x="1445981" y="1546359"/>
                  </a:lnTo>
                  <a:lnTo>
                    <a:pt x="1445975" y="1546355"/>
                  </a:lnTo>
                  <a:lnTo>
                    <a:pt x="1445969" y="1546352"/>
                  </a:lnTo>
                  <a:lnTo>
                    <a:pt x="1445963" y="1546349"/>
                  </a:lnTo>
                  <a:lnTo>
                    <a:pt x="1445958" y="1546348"/>
                  </a:lnTo>
                  <a:lnTo>
                    <a:pt x="1445953" y="1546347"/>
                  </a:lnTo>
                  <a:lnTo>
                    <a:pt x="1445945" y="1546346"/>
                  </a:lnTo>
                  <a:lnTo>
                    <a:pt x="1445936" y="1546345"/>
                  </a:lnTo>
                  <a:lnTo>
                    <a:pt x="1445929" y="1546344"/>
                  </a:lnTo>
                  <a:lnTo>
                    <a:pt x="1445923" y="1546342"/>
                  </a:lnTo>
                  <a:lnTo>
                    <a:pt x="1445916" y="1546339"/>
                  </a:lnTo>
                  <a:lnTo>
                    <a:pt x="1445909" y="1546337"/>
                  </a:lnTo>
                  <a:lnTo>
                    <a:pt x="1445903" y="1546334"/>
                  </a:lnTo>
                  <a:lnTo>
                    <a:pt x="1445897" y="1546331"/>
                  </a:lnTo>
                  <a:lnTo>
                    <a:pt x="1445890" y="1546326"/>
                  </a:lnTo>
                  <a:lnTo>
                    <a:pt x="1445890" y="1546318"/>
                  </a:lnTo>
                  <a:lnTo>
                    <a:pt x="1445893" y="1546307"/>
                  </a:lnTo>
                  <a:lnTo>
                    <a:pt x="1445897" y="1546301"/>
                  </a:lnTo>
                  <a:lnTo>
                    <a:pt x="1445902" y="1546295"/>
                  </a:lnTo>
                  <a:lnTo>
                    <a:pt x="1445906" y="1546289"/>
                  </a:lnTo>
                  <a:lnTo>
                    <a:pt x="1445909" y="1546282"/>
                  </a:lnTo>
                  <a:lnTo>
                    <a:pt x="1445913" y="1546275"/>
                  </a:lnTo>
                  <a:lnTo>
                    <a:pt x="1445917" y="1546264"/>
                  </a:lnTo>
                  <a:lnTo>
                    <a:pt x="1445921" y="1546256"/>
                  </a:lnTo>
                  <a:lnTo>
                    <a:pt x="1445925" y="1546251"/>
                  </a:lnTo>
                  <a:lnTo>
                    <a:pt x="1445930" y="1546245"/>
                  </a:lnTo>
                  <a:lnTo>
                    <a:pt x="1445933" y="1546241"/>
                  </a:lnTo>
                  <a:lnTo>
                    <a:pt x="1445935" y="1546236"/>
                  </a:lnTo>
                  <a:lnTo>
                    <a:pt x="1445936" y="1546231"/>
                  </a:lnTo>
                  <a:lnTo>
                    <a:pt x="1445935" y="1546225"/>
                  </a:lnTo>
                  <a:lnTo>
                    <a:pt x="1445933" y="1546220"/>
                  </a:lnTo>
                  <a:lnTo>
                    <a:pt x="1445932" y="1546214"/>
                  </a:lnTo>
                  <a:lnTo>
                    <a:pt x="1445930" y="1546207"/>
                  </a:lnTo>
                  <a:lnTo>
                    <a:pt x="1445928" y="1546201"/>
                  </a:lnTo>
                  <a:lnTo>
                    <a:pt x="1445926" y="1546196"/>
                  </a:lnTo>
                  <a:lnTo>
                    <a:pt x="1445925" y="1546190"/>
                  </a:lnTo>
                  <a:lnTo>
                    <a:pt x="1445924" y="1546183"/>
                  </a:lnTo>
                  <a:lnTo>
                    <a:pt x="1445923" y="1546171"/>
                  </a:lnTo>
                  <a:lnTo>
                    <a:pt x="1445922" y="1546162"/>
                  </a:lnTo>
                  <a:lnTo>
                    <a:pt x="1445921" y="1546154"/>
                  </a:lnTo>
                  <a:lnTo>
                    <a:pt x="1445921" y="1546148"/>
                  </a:lnTo>
                  <a:lnTo>
                    <a:pt x="1445919" y="1546140"/>
                  </a:lnTo>
                  <a:lnTo>
                    <a:pt x="1445915" y="1546132"/>
                  </a:lnTo>
                  <a:lnTo>
                    <a:pt x="1445907" y="1546130"/>
                  </a:lnTo>
                  <a:lnTo>
                    <a:pt x="1445897" y="1546128"/>
                  </a:lnTo>
                  <a:lnTo>
                    <a:pt x="1445886" y="1546127"/>
                  </a:lnTo>
                  <a:lnTo>
                    <a:pt x="1445878" y="1546126"/>
                  </a:lnTo>
                  <a:lnTo>
                    <a:pt x="1445872" y="1546126"/>
                  </a:lnTo>
                  <a:lnTo>
                    <a:pt x="1445862" y="1546126"/>
                  </a:lnTo>
                  <a:lnTo>
                    <a:pt x="1445856" y="1546125"/>
                  </a:lnTo>
                  <a:lnTo>
                    <a:pt x="1445850" y="1546124"/>
                  </a:lnTo>
                  <a:lnTo>
                    <a:pt x="1445844" y="1546122"/>
                  </a:lnTo>
                  <a:lnTo>
                    <a:pt x="1445838" y="1546120"/>
                  </a:lnTo>
                  <a:lnTo>
                    <a:pt x="1445833" y="1546117"/>
                  </a:lnTo>
                  <a:lnTo>
                    <a:pt x="1445829" y="1546115"/>
                  </a:lnTo>
                  <a:lnTo>
                    <a:pt x="1445805" y="1546119"/>
                  </a:lnTo>
                  <a:lnTo>
                    <a:pt x="1445784" y="1546122"/>
                  </a:lnTo>
                  <a:lnTo>
                    <a:pt x="1445757" y="1546113"/>
                  </a:lnTo>
                  <a:lnTo>
                    <a:pt x="1445755" y="1546079"/>
                  </a:lnTo>
                  <a:lnTo>
                    <a:pt x="1445733" y="1546043"/>
                  </a:lnTo>
                  <a:lnTo>
                    <a:pt x="1445712" y="1546002"/>
                  </a:lnTo>
                  <a:lnTo>
                    <a:pt x="1445686" y="1545991"/>
                  </a:lnTo>
                  <a:lnTo>
                    <a:pt x="1445654" y="1545991"/>
                  </a:lnTo>
                  <a:lnTo>
                    <a:pt x="1445615" y="1545977"/>
                  </a:lnTo>
                  <a:lnTo>
                    <a:pt x="1445602" y="1545960"/>
                  </a:lnTo>
                  <a:lnTo>
                    <a:pt x="1445575" y="1545939"/>
                  </a:lnTo>
                  <a:lnTo>
                    <a:pt x="1445539" y="1545923"/>
                  </a:lnTo>
                  <a:lnTo>
                    <a:pt x="1445495" y="1545935"/>
                  </a:lnTo>
                  <a:lnTo>
                    <a:pt x="1445449" y="1545896"/>
                  </a:lnTo>
                  <a:lnTo>
                    <a:pt x="1445431" y="1545871"/>
                  </a:lnTo>
                  <a:lnTo>
                    <a:pt x="1445417" y="1545855"/>
                  </a:lnTo>
                  <a:lnTo>
                    <a:pt x="1445414" y="1545846"/>
                  </a:lnTo>
                  <a:lnTo>
                    <a:pt x="1445415" y="1545834"/>
                  </a:lnTo>
                  <a:lnTo>
                    <a:pt x="1445416" y="1545824"/>
                  </a:lnTo>
                  <a:lnTo>
                    <a:pt x="1445412" y="1545813"/>
                  </a:lnTo>
                  <a:lnTo>
                    <a:pt x="1445408" y="1545804"/>
                  </a:lnTo>
                  <a:lnTo>
                    <a:pt x="1445402" y="1545795"/>
                  </a:lnTo>
                  <a:lnTo>
                    <a:pt x="1445382" y="1545774"/>
                  </a:lnTo>
                  <a:lnTo>
                    <a:pt x="1445403" y="1545759"/>
                  </a:lnTo>
                  <a:lnTo>
                    <a:pt x="1445418" y="1545741"/>
                  </a:lnTo>
                  <a:lnTo>
                    <a:pt x="1445444" y="1545726"/>
                  </a:lnTo>
                  <a:lnTo>
                    <a:pt x="1445474" y="1545708"/>
                  </a:lnTo>
                  <a:lnTo>
                    <a:pt x="1445495" y="1545701"/>
                  </a:lnTo>
                  <a:lnTo>
                    <a:pt x="1445523" y="1545690"/>
                  </a:lnTo>
                  <a:lnTo>
                    <a:pt x="1445551" y="1545683"/>
                  </a:lnTo>
                  <a:lnTo>
                    <a:pt x="1445554" y="1545679"/>
                  </a:lnTo>
                  <a:lnTo>
                    <a:pt x="1445560" y="1545670"/>
                  </a:lnTo>
                  <a:lnTo>
                    <a:pt x="1445563" y="1545665"/>
                  </a:lnTo>
                  <a:lnTo>
                    <a:pt x="1445567" y="1545659"/>
                  </a:lnTo>
                  <a:lnTo>
                    <a:pt x="1445570" y="1545654"/>
                  </a:lnTo>
                  <a:lnTo>
                    <a:pt x="1445572" y="1545648"/>
                  </a:lnTo>
                  <a:lnTo>
                    <a:pt x="1445574" y="1545643"/>
                  </a:lnTo>
                  <a:lnTo>
                    <a:pt x="1445577" y="1545635"/>
                  </a:lnTo>
                  <a:lnTo>
                    <a:pt x="1445579" y="1545626"/>
                  </a:lnTo>
                  <a:lnTo>
                    <a:pt x="1445580" y="1545620"/>
                  </a:lnTo>
                  <a:lnTo>
                    <a:pt x="1445580" y="1545611"/>
                  </a:lnTo>
                  <a:lnTo>
                    <a:pt x="1445579" y="1545603"/>
                  </a:lnTo>
                  <a:lnTo>
                    <a:pt x="1445577" y="1545596"/>
                  </a:lnTo>
                  <a:lnTo>
                    <a:pt x="1445573" y="1545586"/>
                  </a:lnTo>
                  <a:lnTo>
                    <a:pt x="1445571" y="1545579"/>
                  </a:lnTo>
                  <a:lnTo>
                    <a:pt x="1445569" y="1545573"/>
                  </a:lnTo>
                  <a:lnTo>
                    <a:pt x="1445566" y="1545567"/>
                  </a:lnTo>
                  <a:lnTo>
                    <a:pt x="1445562" y="1545560"/>
                  </a:lnTo>
                  <a:lnTo>
                    <a:pt x="1445558" y="1545553"/>
                  </a:lnTo>
                  <a:lnTo>
                    <a:pt x="1445554" y="1545546"/>
                  </a:lnTo>
                  <a:lnTo>
                    <a:pt x="1445551" y="1545542"/>
                  </a:lnTo>
                  <a:lnTo>
                    <a:pt x="1445547" y="1545535"/>
                  </a:lnTo>
                  <a:lnTo>
                    <a:pt x="1445544" y="1545528"/>
                  </a:lnTo>
                  <a:lnTo>
                    <a:pt x="1445542" y="1545521"/>
                  </a:lnTo>
                  <a:lnTo>
                    <a:pt x="1445541" y="1545514"/>
                  </a:lnTo>
                  <a:lnTo>
                    <a:pt x="1445541" y="1545507"/>
                  </a:lnTo>
                  <a:lnTo>
                    <a:pt x="1445540" y="1545500"/>
                  </a:lnTo>
                  <a:lnTo>
                    <a:pt x="1445537" y="1545496"/>
                  </a:lnTo>
                  <a:lnTo>
                    <a:pt x="1445534" y="1545492"/>
                  </a:lnTo>
                  <a:lnTo>
                    <a:pt x="1445530" y="1545488"/>
                  </a:lnTo>
                  <a:lnTo>
                    <a:pt x="1445525" y="1545483"/>
                  </a:lnTo>
                  <a:lnTo>
                    <a:pt x="1445521" y="1545477"/>
                  </a:lnTo>
                  <a:lnTo>
                    <a:pt x="1445516" y="1545472"/>
                  </a:lnTo>
                  <a:lnTo>
                    <a:pt x="1445510" y="1545467"/>
                  </a:lnTo>
                  <a:lnTo>
                    <a:pt x="1445505" y="1545464"/>
                  </a:lnTo>
                  <a:lnTo>
                    <a:pt x="1445497" y="1545461"/>
                  </a:lnTo>
                  <a:lnTo>
                    <a:pt x="1445488" y="1545456"/>
                  </a:lnTo>
                  <a:lnTo>
                    <a:pt x="1445479" y="1545452"/>
                  </a:lnTo>
                  <a:lnTo>
                    <a:pt x="1445474" y="1545448"/>
                  </a:lnTo>
                  <a:lnTo>
                    <a:pt x="1445470" y="1545445"/>
                  </a:lnTo>
                  <a:lnTo>
                    <a:pt x="1445464" y="1545441"/>
                  </a:lnTo>
                  <a:lnTo>
                    <a:pt x="1445458" y="1545437"/>
                  </a:lnTo>
                  <a:lnTo>
                    <a:pt x="1445452" y="1545432"/>
                  </a:lnTo>
                  <a:lnTo>
                    <a:pt x="1445443" y="1545427"/>
                  </a:lnTo>
                  <a:lnTo>
                    <a:pt x="1445436" y="1545422"/>
                  </a:lnTo>
                  <a:lnTo>
                    <a:pt x="1445429" y="1545417"/>
                  </a:lnTo>
                  <a:lnTo>
                    <a:pt x="1445422" y="1545411"/>
                  </a:lnTo>
                  <a:lnTo>
                    <a:pt x="1445412" y="1545403"/>
                  </a:lnTo>
                  <a:lnTo>
                    <a:pt x="1445400" y="1545394"/>
                  </a:lnTo>
                  <a:lnTo>
                    <a:pt x="1445387" y="1545384"/>
                  </a:lnTo>
                  <a:lnTo>
                    <a:pt x="1445406" y="1545356"/>
                  </a:lnTo>
                  <a:lnTo>
                    <a:pt x="1445406" y="1545349"/>
                  </a:lnTo>
                  <a:lnTo>
                    <a:pt x="1445404" y="1545341"/>
                  </a:lnTo>
                  <a:lnTo>
                    <a:pt x="1445398" y="1545335"/>
                  </a:lnTo>
                  <a:lnTo>
                    <a:pt x="1445393" y="1545326"/>
                  </a:lnTo>
                  <a:lnTo>
                    <a:pt x="1445390" y="1545311"/>
                  </a:lnTo>
                  <a:lnTo>
                    <a:pt x="1445388" y="1545305"/>
                  </a:lnTo>
                  <a:lnTo>
                    <a:pt x="1445388" y="1545293"/>
                  </a:lnTo>
                  <a:lnTo>
                    <a:pt x="1445388" y="1545283"/>
                  </a:lnTo>
                  <a:lnTo>
                    <a:pt x="1445388" y="1545272"/>
                  </a:lnTo>
                  <a:lnTo>
                    <a:pt x="1445377" y="1545268"/>
                  </a:lnTo>
                  <a:lnTo>
                    <a:pt x="1445365" y="1545263"/>
                  </a:lnTo>
                  <a:lnTo>
                    <a:pt x="1445354" y="1545258"/>
                  </a:lnTo>
                  <a:lnTo>
                    <a:pt x="1445337" y="1545257"/>
                  </a:lnTo>
                  <a:lnTo>
                    <a:pt x="1445318" y="1545262"/>
                  </a:lnTo>
                  <a:lnTo>
                    <a:pt x="1445303" y="1545260"/>
                  </a:lnTo>
                  <a:lnTo>
                    <a:pt x="1445288" y="1545261"/>
                  </a:lnTo>
                  <a:lnTo>
                    <a:pt x="1445270" y="1545261"/>
                  </a:lnTo>
                  <a:lnTo>
                    <a:pt x="1445256" y="1545260"/>
                  </a:lnTo>
                  <a:lnTo>
                    <a:pt x="1445240" y="1545266"/>
                  </a:lnTo>
                  <a:lnTo>
                    <a:pt x="1445228" y="1545274"/>
                  </a:lnTo>
                  <a:lnTo>
                    <a:pt x="1445206" y="1545290"/>
                  </a:lnTo>
                  <a:lnTo>
                    <a:pt x="1445199" y="1545292"/>
                  </a:lnTo>
                  <a:lnTo>
                    <a:pt x="1445182" y="1545298"/>
                  </a:lnTo>
                  <a:lnTo>
                    <a:pt x="1445164" y="1545300"/>
                  </a:lnTo>
                  <a:lnTo>
                    <a:pt x="1445144" y="1545290"/>
                  </a:lnTo>
                  <a:lnTo>
                    <a:pt x="1445130" y="1545282"/>
                  </a:lnTo>
                  <a:lnTo>
                    <a:pt x="1445111" y="1545275"/>
                  </a:lnTo>
                  <a:lnTo>
                    <a:pt x="1445080" y="1545248"/>
                  </a:lnTo>
                  <a:lnTo>
                    <a:pt x="1445069" y="1545232"/>
                  </a:lnTo>
                  <a:lnTo>
                    <a:pt x="1445067" y="1545213"/>
                  </a:lnTo>
                  <a:lnTo>
                    <a:pt x="1445070" y="1545192"/>
                  </a:lnTo>
                  <a:lnTo>
                    <a:pt x="1445068" y="1545173"/>
                  </a:lnTo>
                  <a:lnTo>
                    <a:pt x="1445066" y="1545167"/>
                  </a:lnTo>
                  <a:lnTo>
                    <a:pt x="1445032" y="1545128"/>
                  </a:lnTo>
                  <a:lnTo>
                    <a:pt x="1445019" y="1545095"/>
                  </a:lnTo>
                  <a:lnTo>
                    <a:pt x="1445003" y="1545065"/>
                  </a:lnTo>
                  <a:lnTo>
                    <a:pt x="1444999" y="1545055"/>
                  </a:lnTo>
                  <a:lnTo>
                    <a:pt x="1444989" y="1545033"/>
                  </a:lnTo>
                  <a:lnTo>
                    <a:pt x="1444987" y="1545017"/>
                  </a:lnTo>
                  <a:lnTo>
                    <a:pt x="1444987" y="1544973"/>
                  </a:lnTo>
                  <a:lnTo>
                    <a:pt x="1444984" y="1544943"/>
                  </a:lnTo>
                  <a:lnTo>
                    <a:pt x="1444981" y="1544916"/>
                  </a:lnTo>
                  <a:lnTo>
                    <a:pt x="1444974" y="1544877"/>
                  </a:lnTo>
                  <a:lnTo>
                    <a:pt x="1444970" y="1544836"/>
                  </a:lnTo>
                  <a:lnTo>
                    <a:pt x="1444969" y="1544821"/>
                  </a:lnTo>
                  <a:lnTo>
                    <a:pt x="1444969" y="1544811"/>
                  </a:lnTo>
                  <a:lnTo>
                    <a:pt x="1444971" y="1544792"/>
                  </a:lnTo>
                  <a:lnTo>
                    <a:pt x="1444978" y="1544768"/>
                  </a:lnTo>
                  <a:lnTo>
                    <a:pt x="1444982" y="1544756"/>
                  </a:lnTo>
                  <a:lnTo>
                    <a:pt x="1444973" y="1544745"/>
                  </a:lnTo>
                  <a:lnTo>
                    <a:pt x="1444956" y="1544738"/>
                  </a:lnTo>
                  <a:lnTo>
                    <a:pt x="1444923" y="1544727"/>
                  </a:lnTo>
                  <a:lnTo>
                    <a:pt x="1444905" y="1544719"/>
                  </a:lnTo>
                  <a:lnTo>
                    <a:pt x="1444886" y="1544708"/>
                  </a:lnTo>
                  <a:lnTo>
                    <a:pt x="1444872" y="1544695"/>
                  </a:lnTo>
                  <a:lnTo>
                    <a:pt x="1444863" y="1544688"/>
                  </a:lnTo>
                  <a:lnTo>
                    <a:pt x="1444857" y="1544679"/>
                  </a:lnTo>
                  <a:lnTo>
                    <a:pt x="1444847" y="1544663"/>
                  </a:lnTo>
                  <a:lnTo>
                    <a:pt x="1444840" y="1544651"/>
                  </a:lnTo>
                  <a:lnTo>
                    <a:pt x="1444830" y="1544639"/>
                  </a:lnTo>
                  <a:lnTo>
                    <a:pt x="1444810" y="1544629"/>
                  </a:lnTo>
                  <a:lnTo>
                    <a:pt x="1444799" y="1544622"/>
                  </a:lnTo>
                  <a:lnTo>
                    <a:pt x="1444784" y="1544612"/>
                  </a:lnTo>
                  <a:lnTo>
                    <a:pt x="1444766" y="1544603"/>
                  </a:lnTo>
                  <a:lnTo>
                    <a:pt x="1444746" y="1544592"/>
                  </a:lnTo>
                  <a:lnTo>
                    <a:pt x="1444733" y="1544579"/>
                  </a:lnTo>
                  <a:lnTo>
                    <a:pt x="1444719" y="1544568"/>
                  </a:lnTo>
                  <a:lnTo>
                    <a:pt x="1444711" y="1544557"/>
                  </a:lnTo>
                  <a:lnTo>
                    <a:pt x="1444700" y="1544542"/>
                  </a:lnTo>
                  <a:lnTo>
                    <a:pt x="1444691" y="1544533"/>
                  </a:lnTo>
                  <a:lnTo>
                    <a:pt x="1444686" y="1544527"/>
                  </a:lnTo>
                  <a:lnTo>
                    <a:pt x="1444677" y="1544516"/>
                  </a:lnTo>
                  <a:lnTo>
                    <a:pt x="1444658" y="1544507"/>
                  </a:lnTo>
                  <a:lnTo>
                    <a:pt x="1444654" y="1544482"/>
                  </a:lnTo>
                  <a:lnTo>
                    <a:pt x="1444646" y="1544470"/>
                  </a:lnTo>
                  <a:lnTo>
                    <a:pt x="1444641" y="1544460"/>
                  </a:lnTo>
                  <a:lnTo>
                    <a:pt x="1444625" y="1544449"/>
                  </a:lnTo>
                  <a:lnTo>
                    <a:pt x="1444606" y="1544445"/>
                  </a:lnTo>
                  <a:lnTo>
                    <a:pt x="1444596" y="1544451"/>
                  </a:lnTo>
                  <a:lnTo>
                    <a:pt x="1444590" y="1544454"/>
                  </a:lnTo>
                  <a:lnTo>
                    <a:pt x="1444583" y="1544457"/>
                  </a:lnTo>
                  <a:lnTo>
                    <a:pt x="1444574" y="1544455"/>
                  </a:lnTo>
                  <a:lnTo>
                    <a:pt x="1444566" y="1544452"/>
                  </a:lnTo>
                  <a:lnTo>
                    <a:pt x="1444546" y="1544436"/>
                  </a:lnTo>
                  <a:lnTo>
                    <a:pt x="1444531" y="1544420"/>
                  </a:lnTo>
                  <a:lnTo>
                    <a:pt x="1444523" y="1544408"/>
                  </a:lnTo>
                  <a:lnTo>
                    <a:pt x="1444508" y="1544392"/>
                  </a:lnTo>
                  <a:lnTo>
                    <a:pt x="1444503" y="1544378"/>
                  </a:lnTo>
                  <a:lnTo>
                    <a:pt x="1444499" y="1544362"/>
                  </a:lnTo>
                  <a:lnTo>
                    <a:pt x="1444494" y="1544337"/>
                  </a:lnTo>
                  <a:lnTo>
                    <a:pt x="1444498" y="1544311"/>
                  </a:lnTo>
                  <a:lnTo>
                    <a:pt x="1444506" y="1544285"/>
                  </a:lnTo>
                  <a:lnTo>
                    <a:pt x="1444509" y="1544260"/>
                  </a:lnTo>
                  <a:lnTo>
                    <a:pt x="1444513" y="1544244"/>
                  </a:lnTo>
                  <a:lnTo>
                    <a:pt x="1444517" y="1544236"/>
                  </a:lnTo>
                  <a:lnTo>
                    <a:pt x="1444518" y="1544220"/>
                  </a:lnTo>
                  <a:lnTo>
                    <a:pt x="1444519" y="1544209"/>
                  </a:lnTo>
                  <a:lnTo>
                    <a:pt x="1444506" y="1544206"/>
                  </a:lnTo>
                  <a:lnTo>
                    <a:pt x="1444496" y="1544196"/>
                  </a:lnTo>
                  <a:lnTo>
                    <a:pt x="1444477" y="1544182"/>
                  </a:lnTo>
                  <a:lnTo>
                    <a:pt x="1444465" y="1544177"/>
                  </a:lnTo>
                  <a:lnTo>
                    <a:pt x="1444459" y="1544174"/>
                  </a:lnTo>
                  <a:lnTo>
                    <a:pt x="1444455" y="1544171"/>
                  </a:lnTo>
                  <a:lnTo>
                    <a:pt x="1444445" y="1544162"/>
                  </a:lnTo>
                  <a:lnTo>
                    <a:pt x="1444439" y="1544152"/>
                  </a:lnTo>
                  <a:lnTo>
                    <a:pt x="1444416" y="1544130"/>
                  </a:lnTo>
                  <a:lnTo>
                    <a:pt x="1444399" y="1544126"/>
                  </a:lnTo>
                  <a:lnTo>
                    <a:pt x="1444390" y="1544110"/>
                  </a:lnTo>
                  <a:lnTo>
                    <a:pt x="1444388" y="1544082"/>
                  </a:lnTo>
                  <a:lnTo>
                    <a:pt x="1444386" y="1544076"/>
                  </a:lnTo>
                  <a:lnTo>
                    <a:pt x="1444383" y="1544067"/>
                  </a:lnTo>
                  <a:lnTo>
                    <a:pt x="1444380" y="1544060"/>
                  </a:lnTo>
                  <a:lnTo>
                    <a:pt x="1444377" y="1544055"/>
                  </a:lnTo>
                  <a:lnTo>
                    <a:pt x="1444373" y="1544048"/>
                  </a:lnTo>
                  <a:lnTo>
                    <a:pt x="1444368" y="1544042"/>
                  </a:lnTo>
                  <a:lnTo>
                    <a:pt x="1444363" y="1544037"/>
                  </a:lnTo>
                  <a:lnTo>
                    <a:pt x="1444359" y="1544033"/>
                  </a:lnTo>
                  <a:lnTo>
                    <a:pt x="1444352" y="1544027"/>
                  </a:lnTo>
                  <a:lnTo>
                    <a:pt x="1444345" y="1544022"/>
                  </a:lnTo>
                  <a:lnTo>
                    <a:pt x="1444341" y="1544019"/>
                  </a:lnTo>
                  <a:lnTo>
                    <a:pt x="1444337" y="1544015"/>
                  </a:lnTo>
                  <a:lnTo>
                    <a:pt x="1444333" y="1544009"/>
                  </a:lnTo>
                  <a:lnTo>
                    <a:pt x="1444330" y="1544002"/>
                  </a:lnTo>
                  <a:lnTo>
                    <a:pt x="1444327" y="1543994"/>
                  </a:lnTo>
                  <a:lnTo>
                    <a:pt x="1444324" y="1543987"/>
                  </a:lnTo>
                  <a:lnTo>
                    <a:pt x="1444323" y="1543979"/>
                  </a:lnTo>
                  <a:lnTo>
                    <a:pt x="1444327" y="1543973"/>
                  </a:lnTo>
                  <a:lnTo>
                    <a:pt x="1444331" y="1543968"/>
                  </a:lnTo>
                  <a:lnTo>
                    <a:pt x="1444335" y="1543963"/>
                  </a:lnTo>
                  <a:lnTo>
                    <a:pt x="1444339" y="1543955"/>
                  </a:lnTo>
                  <a:lnTo>
                    <a:pt x="1444340" y="1543947"/>
                  </a:lnTo>
                  <a:lnTo>
                    <a:pt x="1444339" y="1543940"/>
                  </a:lnTo>
                  <a:lnTo>
                    <a:pt x="1444338" y="1543935"/>
                  </a:lnTo>
                  <a:lnTo>
                    <a:pt x="1444338" y="1543929"/>
                  </a:lnTo>
                  <a:lnTo>
                    <a:pt x="1444338" y="1543922"/>
                  </a:lnTo>
                  <a:lnTo>
                    <a:pt x="1444339" y="1543914"/>
                  </a:lnTo>
                  <a:lnTo>
                    <a:pt x="1444340" y="1543907"/>
                  </a:lnTo>
                  <a:lnTo>
                    <a:pt x="1444340" y="1543900"/>
                  </a:lnTo>
                  <a:lnTo>
                    <a:pt x="1444339" y="1543892"/>
                  </a:lnTo>
                  <a:lnTo>
                    <a:pt x="1444337" y="1543884"/>
                  </a:lnTo>
                  <a:lnTo>
                    <a:pt x="1444334" y="1543876"/>
                  </a:lnTo>
                  <a:lnTo>
                    <a:pt x="1444330" y="1543869"/>
                  </a:lnTo>
                  <a:lnTo>
                    <a:pt x="1444327" y="1543862"/>
                  </a:lnTo>
                  <a:lnTo>
                    <a:pt x="1444327" y="1543856"/>
                  </a:lnTo>
                  <a:lnTo>
                    <a:pt x="1444331" y="1543852"/>
                  </a:lnTo>
                  <a:lnTo>
                    <a:pt x="1444336" y="1543845"/>
                  </a:lnTo>
                  <a:lnTo>
                    <a:pt x="1444340" y="1543839"/>
                  </a:lnTo>
                  <a:lnTo>
                    <a:pt x="1444343" y="1543835"/>
                  </a:lnTo>
                  <a:lnTo>
                    <a:pt x="1444346" y="1543831"/>
                  </a:lnTo>
                  <a:lnTo>
                    <a:pt x="1444352" y="1543826"/>
                  </a:lnTo>
                  <a:lnTo>
                    <a:pt x="1444357" y="1543821"/>
                  </a:lnTo>
                  <a:lnTo>
                    <a:pt x="1444361" y="1543816"/>
                  </a:lnTo>
                  <a:lnTo>
                    <a:pt x="1444365" y="1543811"/>
                  </a:lnTo>
                  <a:lnTo>
                    <a:pt x="1444368" y="1543805"/>
                  </a:lnTo>
                  <a:lnTo>
                    <a:pt x="1444370" y="1543798"/>
                  </a:lnTo>
                  <a:lnTo>
                    <a:pt x="1444372" y="1543793"/>
                  </a:lnTo>
                  <a:lnTo>
                    <a:pt x="1444374" y="1543787"/>
                  </a:lnTo>
                  <a:lnTo>
                    <a:pt x="1444374" y="1543781"/>
                  </a:lnTo>
                  <a:lnTo>
                    <a:pt x="1444375" y="1543775"/>
                  </a:lnTo>
                  <a:lnTo>
                    <a:pt x="1444374" y="1543769"/>
                  </a:lnTo>
                  <a:lnTo>
                    <a:pt x="1444374" y="1543762"/>
                  </a:lnTo>
                  <a:lnTo>
                    <a:pt x="1444373" y="1543752"/>
                  </a:lnTo>
                  <a:lnTo>
                    <a:pt x="1444373" y="1543745"/>
                  </a:lnTo>
                  <a:lnTo>
                    <a:pt x="1444373" y="1543737"/>
                  </a:lnTo>
                  <a:lnTo>
                    <a:pt x="1444373" y="1543728"/>
                  </a:lnTo>
                  <a:lnTo>
                    <a:pt x="1444375" y="1543721"/>
                  </a:lnTo>
                  <a:lnTo>
                    <a:pt x="1444377" y="1543716"/>
                  </a:lnTo>
                  <a:lnTo>
                    <a:pt x="1444378" y="1543710"/>
                  </a:lnTo>
                  <a:lnTo>
                    <a:pt x="1444379" y="1543704"/>
                  </a:lnTo>
                  <a:lnTo>
                    <a:pt x="1444379" y="1543699"/>
                  </a:lnTo>
                  <a:lnTo>
                    <a:pt x="1444381" y="1543691"/>
                  </a:lnTo>
                  <a:lnTo>
                    <a:pt x="1444383" y="1543677"/>
                  </a:lnTo>
                  <a:lnTo>
                    <a:pt x="1444384" y="1543668"/>
                  </a:lnTo>
                  <a:lnTo>
                    <a:pt x="1444385" y="1543659"/>
                  </a:lnTo>
                  <a:lnTo>
                    <a:pt x="1444388" y="1543651"/>
                  </a:lnTo>
                  <a:lnTo>
                    <a:pt x="1444391" y="1543647"/>
                  </a:lnTo>
                  <a:lnTo>
                    <a:pt x="1444394" y="1543642"/>
                  </a:lnTo>
                  <a:lnTo>
                    <a:pt x="1444397" y="1543638"/>
                  </a:lnTo>
                  <a:lnTo>
                    <a:pt x="1444399" y="1543632"/>
                  </a:lnTo>
                  <a:lnTo>
                    <a:pt x="1444401" y="1543625"/>
                  </a:lnTo>
                  <a:lnTo>
                    <a:pt x="1444405" y="1543620"/>
                  </a:lnTo>
                  <a:lnTo>
                    <a:pt x="1444409" y="1543616"/>
                  </a:lnTo>
                  <a:lnTo>
                    <a:pt x="1444414" y="1543611"/>
                  </a:lnTo>
                  <a:lnTo>
                    <a:pt x="1444418" y="1543605"/>
                  </a:lnTo>
                  <a:lnTo>
                    <a:pt x="1444419" y="1543599"/>
                  </a:lnTo>
                  <a:lnTo>
                    <a:pt x="1444420" y="1543592"/>
                  </a:lnTo>
                  <a:lnTo>
                    <a:pt x="1444422" y="1543579"/>
                  </a:lnTo>
                  <a:lnTo>
                    <a:pt x="1444423" y="1543570"/>
                  </a:lnTo>
                  <a:lnTo>
                    <a:pt x="1444424" y="1543564"/>
                  </a:lnTo>
                  <a:lnTo>
                    <a:pt x="1444425" y="1543555"/>
                  </a:lnTo>
                  <a:lnTo>
                    <a:pt x="1444427" y="1543546"/>
                  </a:lnTo>
                  <a:lnTo>
                    <a:pt x="1444429" y="1543538"/>
                  </a:lnTo>
                  <a:lnTo>
                    <a:pt x="1444432" y="1543526"/>
                  </a:lnTo>
                  <a:lnTo>
                    <a:pt x="1444433" y="1543520"/>
                  </a:lnTo>
                  <a:lnTo>
                    <a:pt x="1444436" y="1543512"/>
                  </a:lnTo>
                  <a:lnTo>
                    <a:pt x="1444439" y="1543506"/>
                  </a:lnTo>
                  <a:lnTo>
                    <a:pt x="1444442" y="1543500"/>
                  </a:lnTo>
                  <a:lnTo>
                    <a:pt x="1444443" y="1543493"/>
                  </a:lnTo>
                  <a:lnTo>
                    <a:pt x="1444444" y="1543486"/>
                  </a:lnTo>
                  <a:lnTo>
                    <a:pt x="1444444" y="1543480"/>
                  </a:lnTo>
                  <a:lnTo>
                    <a:pt x="1444443" y="1543472"/>
                  </a:lnTo>
                  <a:lnTo>
                    <a:pt x="1444436" y="1543469"/>
                  </a:lnTo>
                  <a:lnTo>
                    <a:pt x="1444432" y="1543468"/>
                  </a:lnTo>
                  <a:lnTo>
                    <a:pt x="1444426" y="1543467"/>
                  </a:lnTo>
                  <a:lnTo>
                    <a:pt x="1444420" y="1543467"/>
                  </a:lnTo>
                  <a:lnTo>
                    <a:pt x="1444411" y="1543468"/>
                  </a:lnTo>
                  <a:lnTo>
                    <a:pt x="1444402" y="1543470"/>
                  </a:lnTo>
                  <a:lnTo>
                    <a:pt x="1444394" y="1543471"/>
                  </a:lnTo>
                  <a:lnTo>
                    <a:pt x="1444386" y="1543472"/>
                  </a:lnTo>
                  <a:lnTo>
                    <a:pt x="1444382" y="1543473"/>
                  </a:lnTo>
                  <a:lnTo>
                    <a:pt x="1444374" y="1543473"/>
                  </a:lnTo>
                  <a:lnTo>
                    <a:pt x="1444367" y="1543471"/>
                  </a:lnTo>
                  <a:lnTo>
                    <a:pt x="1444362" y="1543470"/>
                  </a:lnTo>
                  <a:lnTo>
                    <a:pt x="1444356" y="1543468"/>
                  </a:lnTo>
                  <a:lnTo>
                    <a:pt x="1444347" y="1543465"/>
                  </a:lnTo>
                  <a:lnTo>
                    <a:pt x="1444341" y="1543463"/>
                  </a:lnTo>
                  <a:lnTo>
                    <a:pt x="1444331" y="1543459"/>
                  </a:lnTo>
                  <a:lnTo>
                    <a:pt x="1444327" y="1543457"/>
                  </a:lnTo>
                  <a:lnTo>
                    <a:pt x="1444319" y="1543455"/>
                  </a:lnTo>
                  <a:lnTo>
                    <a:pt x="1444311" y="1543454"/>
                  </a:lnTo>
                  <a:lnTo>
                    <a:pt x="1444302" y="1543451"/>
                  </a:lnTo>
                  <a:lnTo>
                    <a:pt x="1444293" y="1543449"/>
                  </a:lnTo>
                  <a:lnTo>
                    <a:pt x="1444287" y="1543447"/>
                  </a:lnTo>
                  <a:lnTo>
                    <a:pt x="1444282" y="1543446"/>
                  </a:lnTo>
                  <a:lnTo>
                    <a:pt x="1444272" y="1543444"/>
                  </a:lnTo>
                  <a:lnTo>
                    <a:pt x="1444265" y="1543444"/>
                  </a:lnTo>
                  <a:lnTo>
                    <a:pt x="1444258" y="1543444"/>
                  </a:lnTo>
                  <a:lnTo>
                    <a:pt x="1444251" y="1543445"/>
                  </a:lnTo>
                  <a:lnTo>
                    <a:pt x="1444246" y="1543445"/>
                  </a:lnTo>
                  <a:lnTo>
                    <a:pt x="1444240" y="1543446"/>
                  </a:lnTo>
                  <a:lnTo>
                    <a:pt x="1444234" y="1543448"/>
                  </a:lnTo>
                  <a:lnTo>
                    <a:pt x="1444228" y="1543451"/>
                  </a:lnTo>
                  <a:lnTo>
                    <a:pt x="1444224" y="1543453"/>
                  </a:lnTo>
                  <a:lnTo>
                    <a:pt x="1444219" y="1543455"/>
                  </a:lnTo>
                  <a:lnTo>
                    <a:pt x="1444211" y="1543458"/>
                  </a:lnTo>
                  <a:lnTo>
                    <a:pt x="1444207" y="1543460"/>
                  </a:lnTo>
                  <a:lnTo>
                    <a:pt x="1444201" y="1543462"/>
                  </a:lnTo>
                  <a:lnTo>
                    <a:pt x="1444196" y="1543464"/>
                  </a:lnTo>
                  <a:lnTo>
                    <a:pt x="1444189" y="1543467"/>
                  </a:lnTo>
                  <a:lnTo>
                    <a:pt x="1444182" y="1543469"/>
                  </a:lnTo>
                  <a:lnTo>
                    <a:pt x="1444177" y="1543469"/>
                  </a:lnTo>
                  <a:lnTo>
                    <a:pt x="1444170" y="1543470"/>
                  </a:lnTo>
                  <a:lnTo>
                    <a:pt x="1444164" y="1543469"/>
                  </a:lnTo>
                  <a:lnTo>
                    <a:pt x="1444159" y="1543468"/>
                  </a:lnTo>
                  <a:lnTo>
                    <a:pt x="1444148" y="1543466"/>
                  </a:lnTo>
                  <a:lnTo>
                    <a:pt x="1444141" y="1543464"/>
                  </a:lnTo>
                  <a:lnTo>
                    <a:pt x="1444136" y="1543463"/>
                  </a:lnTo>
                  <a:lnTo>
                    <a:pt x="1444129" y="1543461"/>
                  </a:lnTo>
                  <a:lnTo>
                    <a:pt x="1444121" y="1543459"/>
                  </a:lnTo>
                  <a:lnTo>
                    <a:pt x="1444115" y="1543458"/>
                  </a:lnTo>
                  <a:lnTo>
                    <a:pt x="1444110" y="1543457"/>
                  </a:lnTo>
                  <a:lnTo>
                    <a:pt x="1444105" y="1543456"/>
                  </a:lnTo>
                  <a:lnTo>
                    <a:pt x="1444096" y="1543456"/>
                  </a:lnTo>
                  <a:lnTo>
                    <a:pt x="1444088" y="1543456"/>
                  </a:lnTo>
                  <a:lnTo>
                    <a:pt x="1444082" y="1543454"/>
                  </a:lnTo>
                  <a:lnTo>
                    <a:pt x="1444078" y="1543451"/>
                  </a:lnTo>
                  <a:lnTo>
                    <a:pt x="1444075" y="1543447"/>
                  </a:lnTo>
                  <a:lnTo>
                    <a:pt x="1444073" y="1543438"/>
                  </a:lnTo>
                  <a:lnTo>
                    <a:pt x="1444074" y="1543431"/>
                  </a:lnTo>
                  <a:lnTo>
                    <a:pt x="1444075" y="1543424"/>
                  </a:lnTo>
                  <a:lnTo>
                    <a:pt x="1444076" y="1543419"/>
                  </a:lnTo>
                  <a:lnTo>
                    <a:pt x="1444076" y="1543413"/>
                  </a:lnTo>
                  <a:lnTo>
                    <a:pt x="1444076" y="1543405"/>
                  </a:lnTo>
                  <a:lnTo>
                    <a:pt x="1444076" y="1543397"/>
                  </a:lnTo>
                  <a:lnTo>
                    <a:pt x="1444074" y="1543388"/>
                  </a:lnTo>
                  <a:lnTo>
                    <a:pt x="1444071" y="1543379"/>
                  </a:lnTo>
                  <a:lnTo>
                    <a:pt x="1444069" y="1543371"/>
                  </a:lnTo>
                  <a:lnTo>
                    <a:pt x="1444066" y="1543364"/>
                  </a:lnTo>
                  <a:lnTo>
                    <a:pt x="1444063" y="1543355"/>
                  </a:lnTo>
                  <a:lnTo>
                    <a:pt x="1444061" y="1543349"/>
                  </a:lnTo>
                  <a:lnTo>
                    <a:pt x="1444059" y="1543344"/>
                  </a:lnTo>
                  <a:lnTo>
                    <a:pt x="1444059" y="1543337"/>
                  </a:lnTo>
                  <a:lnTo>
                    <a:pt x="1444060" y="1543329"/>
                  </a:lnTo>
                  <a:lnTo>
                    <a:pt x="1444064" y="1543319"/>
                  </a:lnTo>
                  <a:lnTo>
                    <a:pt x="1444066" y="1543311"/>
                  </a:lnTo>
                  <a:lnTo>
                    <a:pt x="1444066" y="1543302"/>
                  </a:lnTo>
                  <a:lnTo>
                    <a:pt x="1444064" y="1543296"/>
                  </a:lnTo>
                  <a:lnTo>
                    <a:pt x="1444062" y="1543291"/>
                  </a:lnTo>
                  <a:lnTo>
                    <a:pt x="1444058" y="1543285"/>
                  </a:lnTo>
                  <a:lnTo>
                    <a:pt x="1444055" y="1543278"/>
                  </a:lnTo>
                  <a:lnTo>
                    <a:pt x="1444053" y="1543271"/>
                  </a:lnTo>
                  <a:lnTo>
                    <a:pt x="1444052" y="1543263"/>
                  </a:lnTo>
                  <a:lnTo>
                    <a:pt x="1444054" y="1543256"/>
                  </a:lnTo>
                  <a:lnTo>
                    <a:pt x="1444058" y="1543243"/>
                  </a:lnTo>
                  <a:lnTo>
                    <a:pt x="1444050" y="1543241"/>
                  </a:lnTo>
                  <a:lnTo>
                    <a:pt x="1444045" y="1543242"/>
                  </a:lnTo>
                  <a:lnTo>
                    <a:pt x="1444037" y="1543243"/>
                  </a:lnTo>
                  <a:lnTo>
                    <a:pt x="1444030" y="1543244"/>
                  </a:lnTo>
                  <a:lnTo>
                    <a:pt x="1444024" y="1543244"/>
                  </a:lnTo>
                  <a:lnTo>
                    <a:pt x="1444019" y="1543245"/>
                  </a:lnTo>
                  <a:lnTo>
                    <a:pt x="1444014" y="1543245"/>
                  </a:lnTo>
                  <a:lnTo>
                    <a:pt x="1444008" y="1543244"/>
                  </a:lnTo>
                  <a:lnTo>
                    <a:pt x="1444002" y="1543241"/>
                  </a:lnTo>
                  <a:lnTo>
                    <a:pt x="1443994" y="1543237"/>
                  </a:lnTo>
                  <a:lnTo>
                    <a:pt x="1443986" y="1543232"/>
                  </a:lnTo>
                  <a:lnTo>
                    <a:pt x="1443981" y="1543230"/>
                  </a:lnTo>
                  <a:lnTo>
                    <a:pt x="1443973" y="1543228"/>
                  </a:lnTo>
                  <a:lnTo>
                    <a:pt x="1443967" y="1543227"/>
                  </a:lnTo>
                  <a:lnTo>
                    <a:pt x="1443960" y="1543227"/>
                  </a:lnTo>
                  <a:lnTo>
                    <a:pt x="1443956" y="1543227"/>
                  </a:lnTo>
                  <a:lnTo>
                    <a:pt x="1443950" y="1543228"/>
                  </a:lnTo>
                  <a:lnTo>
                    <a:pt x="1443944" y="1543230"/>
                  </a:lnTo>
                  <a:lnTo>
                    <a:pt x="1443940" y="1543231"/>
                  </a:lnTo>
                  <a:lnTo>
                    <a:pt x="1443933" y="1543232"/>
                  </a:lnTo>
                  <a:lnTo>
                    <a:pt x="1443924" y="1543230"/>
                  </a:lnTo>
                  <a:lnTo>
                    <a:pt x="1443919" y="1543227"/>
                  </a:lnTo>
                  <a:lnTo>
                    <a:pt x="1443910" y="1543227"/>
                  </a:lnTo>
                  <a:lnTo>
                    <a:pt x="1443905" y="1543226"/>
                  </a:lnTo>
                  <a:lnTo>
                    <a:pt x="1443892" y="1543226"/>
                  </a:lnTo>
                  <a:lnTo>
                    <a:pt x="1443881" y="1543226"/>
                  </a:lnTo>
                  <a:lnTo>
                    <a:pt x="1443875" y="1543226"/>
                  </a:lnTo>
                  <a:lnTo>
                    <a:pt x="1443869" y="1543228"/>
                  </a:lnTo>
                  <a:lnTo>
                    <a:pt x="1443863" y="1543230"/>
                  </a:lnTo>
                  <a:lnTo>
                    <a:pt x="1443857" y="1543232"/>
                  </a:lnTo>
                  <a:lnTo>
                    <a:pt x="1443850" y="1543232"/>
                  </a:lnTo>
                  <a:lnTo>
                    <a:pt x="1443845" y="1543230"/>
                  </a:lnTo>
                  <a:lnTo>
                    <a:pt x="1443840" y="1543227"/>
                  </a:lnTo>
                  <a:lnTo>
                    <a:pt x="1443834" y="1543224"/>
                  </a:lnTo>
                  <a:lnTo>
                    <a:pt x="1443829" y="1543221"/>
                  </a:lnTo>
                  <a:lnTo>
                    <a:pt x="1443827" y="1543216"/>
                  </a:lnTo>
                  <a:lnTo>
                    <a:pt x="1443826" y="1543209"/>
                  </a:lnTo>
                  <a:lnTo>
                    <a:pt x="1443826" y="1543198"/>
                  </a:lnTo>
                  <a:lnTo>
                    <a:pt x="1443826" y="1543192"/>
                  </a:lnTo>
                  <a:lnTo>
                    <a:pt x="1443825" y="1543186"/>
                  </a:lnTo>
                  <a:lnTo>
                    <a:pt x="1443823" y="1543180"/>
                  </a:lnTo>
                  <a:lnTo>
                    <a:pt x="1443818" y="1543175"/>
                  </a:lnTo>
                  <a:lnTo>
                    <a:pt x="1443813" y="1543170"/>
                  </a:lnTo>
                  <a:lnTo>
                    <a:pt x="1443809" y="1543167"/>
                  </a:lnTo>
                  <a:lnTo>
                    <a:pt x="1443804" y="1543163"/>
                  </a:lnTo>
                  <a:lnTo>
                    <a:pt x="1443798" y="1543159"/>
                  </a:lnTo>
                  <a:lnTo>
                    <a:pt x="1443790" y="1543156"/>
                  </a:lnTo>
                  <a:lnTo>
                    <a:pt x="1443781" y="1543153"/>
                  </a:lnTo>
                  <a:lnTo>
                    <a:pt x="1443775" y="1543151"/>
                  </a:lnTo>
                  <a:lnTo>
                    <a:pt x="1443768" y="1543147"/>
                  </a:lnTo>
                  <a:lnTo>
                    <a:pt x="1443763" y="1543144"/>
                  </a:lnTo>
                  <a:lnTo>
                    <a:pt x="1443760" y="1543140"/>
                  </a:lnTo>
                  <a:lnTo>
                    <a:pt x="1443757" y="1543134"/>
                  </a:lnTo>
                  <a:lnTo>
                    <a:pt x="1443754" y="1543125"/>
                  </a:lnTo>
                  <a:lnTo>
                    <a:pt x="1443752" y="1543121"/>
                  </a:lnTo>
                  <a:lnTo>
                    <a:pt x="1443747" y="1543111"/>
                  </a:lnTo>
                  <a:lnTo>
                    <a:pt x="1443743" y="1543102"/>
                  </a:lnTo>
                  <a:lnTo>
                    <a:pt x="1443742" y="1543096"/>
                  </a:lnTo>
                  <a:lnTo>
                    <a:pt x="1443741" y="1543087"/>
                  </a:lnTo>
                  <a:lnTo>
                    <a:pt x="1443742" y="1543078"/>
                  </a:lnTo>
                  <a:lnTo>
                    <a:pt x="1443742" y="1543072"/>
                  </a:lnTo>
                  <a:lnTo>
                    <a:pt x="1443742" y="1543064"/>
                  </a:lnTo>
                  <a:lnTo>
                    <a:pt x="1443742" y="1543058"/>
                  </a:lnTo>
                  <a:lnTo>
                    <a:pt x="1443741" y="1543051"/>
                  </a:lnTo>
                  <a:lnTo>
                    <a:pt x="1443741" y="1543044"/>
                  </a:lnTo>
                  <a:lnTo>
                    <a:pt x="1443740" y="1543037"/>
                  </a:lnTo>
                  <a:lnTo>
                    <a:pt x="1443739" y="1543029"/>
                  </a:lnTo>
                  <a:lnTo>
                    <a:pt x="1443738" y="1543019"/>
                  </a:lnTo>
                  <a:lnTo>
                    <a:pt x="1443735" y="1543009"/>
                  </a:lnTo>
                  <a:lnTo>
                    <a:pt x="1443732" y="1543001"/>
                  </a:lnTo>
                  <a:lnTo>
                    <a:pt x="1443730" y="1542995"/>
                  </a:lnTo>
                  <a:lnTo>
                    <a:pt x="1443729" y="1542988"/>
                  </a:lnTo>
                  <a:lnTo>
                    <a:pt x="1443728" y="1542980"/>
                  </a:lnTo>
                  <a:lnTo>
                    <a:pt x="1443728" y="1542973"/>
                  </a:lnTo>
                  <a:lnTo>
                    <a:pt x="1443727" y="1542965"/>
                  </a:lnTo>
                  <a:lnTo>
                    <a:pt x="1443727" y="1542954"/>
                  </a:lnTo>
                  <a:lnTo>
                    <a:pt x="1443727" y="1542944"/>
                  </a:lnTo>
                  <a:lnTo>
                    <a:pt x="1443727" y="1542933"/>
                  </a:lnTo>
                  <a:lnTo>
                    <a:pt x="1443727" y="1542926"/>
                  </a:lnTo>
                  <a:lnTo>
                    <a:pt x="1443727" y="1542919"/>
                  </a:lnTo>
                  <a:lnTo>
                    <a:pt x="1443727" y="1542908"/>
                  </a:lnTo>
                  <a:lnTo>
                    <a:pt x="1443727" y="1542902"/>
                  </a:lnTo>
                  <a:lnTo>
                    <a:pt x="1443726" y="1542896"/>
                  </a:lnTo>
                  <a:lnTo>
                    <a:pt x="1443723" y="1542890"/>
                  </a:lnTo>
                  <a:lnTo>
                    <a:pt x="1443720" y="1542884"/>
                  </a:lnTo>
                  <a:lnTo>
                    <a:pt x="1443718" y="1542878"/>
                  </a:lnTo>
                  <a:lnTo>
                    <a:pt x="1443715" y="1542873"/>
                  </a:lnTo>
                  <a:lnTo>
                    <a:pt x="1443712" y="1542867"/>
                  </a:lnTo>
                  <a:lnTo>
                    <a:pt x="1443708" y="1542861"/>
                  </a:lnTo>
                  <a:lnTo>
                    <a:pt x="1443703" y="1542854"/>
                  </a:lnTo>
                  <a:lnTo>
                    <a:pt x="1443699" y="1542849"/>
                  </a:lnTo>
                  <a:lnTo>
                    <a:pt x="1443696" y="1542846"/>
                  </a:lnTo>
                  <a:lnTo>
                    <a:pt x="1443691" y="1542841"/>
                  </a:lnTo>
                  <a:lnTo>
                    <a:pt x="1443688" y="1542837"/>
                  </a:lnTo>
                  <a:lnTo>
                    <a:pt x="1443684" y="1542831"/>
                  </a:lnTo>
                  <a:lnTo>
                    <a:pt x="1443681" y="1542825"/>
                  </a:lnTo>
                  <a:lnTo>
                    <a:pt x="1443679" y="1542820"/>
                  </a:lnTo>
                  <a:lnTo>
                    <a:pt x="1443676" y="1542811"/>
                  </a:lnTo>
                  <a:lnTo>
                    <a:pt x="1443673" y="1542804"/>
                  </a:lnTo>
                  <a:lnTo>
                    <a:pt x="1443669" y="1542797"/>
                  </a:lnTo>
                  <a:lnTo>
                    <a:pt x="1443665" y="1542791"/>
                  </a:lnTo>
                  <a:lnTo>
                    <a:pt x="1443661" y="1542786"/>
                  </a:lnTo>
                  <a:lnTo>
                    <a:pt x="1443656" y="1542779"/>
                  </a:lnTo>
                  <a:lnTo>
                    <a:pt x="1443653" y="1542774"/>
                  </a:lnTo>
                  <a:lnTo>
                    <a:pt x="1443650" y="1542768"/>
                  </a:lnTo>
                  <a:lnTo>
                    <a:pt x="1443647" y="1542760"/>
                  </a:lnTo>
                  <a:lnTo>
                    <a:pt x="1443641" y="1542758"/>
                  </a:lnTo>
                  <a:lnTo>
                    <a:pt x="1443634" y="1542756"/>
                  </a:lnTo>
                  <a:lnTo>
                    <a:pt x="1443630" y="1542753"/>
                  </a:lnTo>
                  <a:lnTo>
                    <a:pt x="1443627" y="1542748"/>
                  </a:lnTo>
                  <a:lnTo>
                    <a:pt x="1443624" y="1542741"/>
                  </a:lnTo>
                  <a:lnTo>
                    <a:pt x="1443622" y="1542735"/>
                  </a:lnTo>
                  <a:lnTo>
                    <a:pt x="1443620" y="1542727"/>
                  </a:lnTo>
                  <a:lnTo>
                    <a:pt x="1443618" y="1542720"/>
                  </a:lnTo>
                  <a:lnTo>
                    <a:pt x="1443618" y="1542714"/>
                  </a:lnTo>
                  <a:lnTo>
                    <a:pt x="1443618" y="1542706"/>
                  </a:lnTo>
                  <a:lnTo>
                    <a:pt x="1443620" y="1542697"/>
                  </a:lnTo>
                  <a:lnTo>
                    <a:pt x="1443612" y="1542695"/>
                  </a:lnTo>
                  <a:lnTo>
                    <a:pt x="1443606" y="1542695"/>
                  </a:lnTo>
                  <a:lnTo>
                    <a:pt x="1443598" y="1542696"/>
                  </a:lnTo>
                  <a:lnTo>
                    <a:pt x="1443591" y="1542696"/>
                  </a:lnTo>
                  <a:lnTo>
                    <a:pt x="1443583" y="1542695"/>
                  </a:lnTo>
                  <a:lnTo>
                    <a:pt x="1443576" y="1542695"/>
                  </a:lnTo>
                  <a:lnTo>
                    <a:pt x="1443570" y="1542693"/>
                  </a:lnTo>
                  <a:lnTo>
                    <a:pt x="1443563" y="1542692"/>
                  </a:lnTo>
                  <a:lnTo>
                    <a:pt x="1443556" y="1542687"/>
                  </a:lnTo>
                  <a:lnTo>
                    <a:pt x="1443550" y="1542682"/>
                  </a:lnTo>
                  <a:lnTo>
                    <a:pt x="1443545" y="1542675"/>
                  </a:lnTo>
                  <a:lnTo>
                    <a:pt x="1443544" y="1542667"/>
                  </a:lnTo>
                  <a:lnTo>
                    <a:pt x="1443543" y="1542659"/>
                  </a:lnTo>
                  <a:lnTo>
                    <a:pt x="1443542" y="1542651"/>
                  </a:lnTo>
                  <a:lnTo>
                    <a:pt x="1443536" y="1542649"/>
                  </a:lnTo>
                  <a:lnTo>
                    <a:pt x="1443528" y="1542648"/>
                  </a:lnTo>
                  <a:lnTo>
                    <a:pt x="1443520" y="1542646"/>
                  </a:lnTo>
                  <a:lnTo>
                    <a:pt x="1443513" y="1542646"/>
                  </a:lnTo>
                  <a:lnTo>
                    <a:pt x="1443508" y="1542646"/>
                  </a:lnTo>
                  <a:lnTo>
                    <a:pt x="1443502" y="1542646"/>
                  </a:lnTo>
                  <a:lnTo>
                    <a:pt x="1443496" y="1542647"/>
                  </a:lnTo>
                  <a:lnTo>
                    <a:pt x="1443490" y="1542646"/>
                  </a:lnTo>
                  <a:lnTo>
                    <a:pt x="1443485" y="1542644"/>
                  </a:lnTo>
                  <a:lnTo>
                    <a:pt x="1443479" y="1542643"/>
                  </a:lnTo>
                  <a:lnTo>
                    <a:pt x="1443473" y="1542641"/>
                  </a:lnTo>
                  <a:lnTo>
                    <a:pt x="1443467" y="1542640"/>
                  </a:lnTo>
                  <a:lnTo>
                    <a:pt x="1443462" y="1542641"/>
                  </a:lnTo>
                  <a:lnTo>
                    <a:pt x="1443456" y="1542641"/>
                  </a:lnTo>
                  <a:lnTo>
                    <a:pt x="1443446" y="1542641"/>
                  </a:lnTo>
                  <a:lnTo>
                    <a:pt x="1443440" y="1542642"/>
                  </a:lnTo>
                  <a:lnTo>
                    <a:pt x="1443431" y="1542643"/>
                  </a:lnTo>
                  <a:lnTo>
                    <a:pt x="1443424" y="1542644"/>
                  </a:lnTo>
                  <a:lnTo>
                    <a:pt x="1443418" y="1542644"/>
                  </a:lnTo>
                  <a:lnTo>
                    <a:pt x="1443411" y="1542642"/>
                  </a:lnTo>
                  <a:lnTo>
                    <a:pt x="1443406" y="1542640"/>
                  </a:lnTo>
                  <a:lnTo>
                    <a:pt x="1443400" y="1542639"/>
                  </a:lnTo>
                  <a:lnTo>
                    <a:pt x="1443394" y="1542638"/>
                  </a:lnTo>
                  <a:lnTo>
                    <a:pt x="1443389" y="1542637"/>
                  </a:lnTo>
                  <a:lnTo>
                    <a:pt x="1443383" y="1542637"/>
                  </a:lnTo>
                  <a:lnTo>
                    <a:pt x="1443377" y="1542640"/>
                  </a:lnTo>
                  <a:lnTo>
                    <a:pt x="1443371" y="1542642"/>
                  </a:lnTo>
                  <a:lnTo>
                    <a:pt x="1443364" y="1542643"/>
                  </a:lnTo>
                  <a:lnTo>
                    <a:pt x="1443359" y="1542645"/>
                  </a:lnTo>
                  <a:lnTo>
                    <a:pt x="1443353" y="1542647"/>
                  </a:lnTo>
                  <a:lnTo>
                    <a:pt x="1443346" y="1542647"/>
                  </a:lnTo>
                  <a:lnTo>
                    <a:pt x="1443339" y="1542646"/>
                  </a:lnTo>
                  <a:lnTo>
                    <a:pt x="1443333" y="1542644"/>
                  </a:lnTo>
                  <a:lnTo>
                    <a:pt x="1443326" y="1542645"/>
                  </a:lnTo>
                  <a:lnTo>
                    <a:pt x="1443318" y="1542649"/>
                  </a:lnTo>
                  <a:lnTo>
                    <a:pt x="1443313" y="1542653"/>
                  </a:lnTo>
                  <a:lnTo>
                    <a:pt x="1443309" y="1542657"/>
                  </a:lnTo>
                  <a:lnTo>
                    <a:pt x="1443305" y="1542663"/>
                  </a:lnTo>
                  <a:lnTo>
                    <a:pt x="1443302" y="1542670"/>
                  </a:lnTo>
                  <a:lnTo>
                    <a:pt x="1443298" y="1542677"/>
                  </a:lnTo>
                  <a:lnTo>
                    <a:pt x="1443296" y="1542683"/>
                  </a:lnTo>
                  <a:lnTo>
                    <a:pt x="1443293" y="1542691"/>
                  </a:lnTo>
                  <a:lnTo>
                    <a:pt x="1443291" y="1542699"/>
                  </a:lnTo>
                  <a:lnTo>
                    <a:pt x="1443287" y="1542708"/>
                  </a:lnTo>
                  <a:lnTo>
                    <a:pt x="1443283" y="1542714"/>
                  </a:lnTo>
                  <a:lnTo>
                    <a:pt x="1443280" y="1542720"/>
                  </a:lnTo>
                  <a:lnTo>
                    <a:pt x="1443277" y="1542725"/>
                  </a:lnTo>
                  <a:lnTo>
                    <a:pt x="1443273" y="1542731"/>
                  </a:lnTo>
                  <a:lnTo>
                    <a:pt x="1443268" y="1542737"/>
                  </a:lnTo>
                  <a:lnTo>
                    <a:pt x="1443262" y="1542741"/>
                  </a:lnTo>
                  <a:lnTo>
                    <a:pt x="1443255" y="1542745"/>
                  </a:lnTo>
                  <a:lnTo>
                    <a:pt x="1443249" y="1542747"/>
                  </a:lnTo>
                  <a:lnTo>
                    <a:pt x="1443241" y="1542750"/>
                  </a:lnTo>
                  <a:lnTo>
                    <a:pt x="1443233" y="1542753"/>
                  </a:lnTo>
                  <a:lnTo>
                    <a:pt x="1443226" y="1542756"/>
                  </a:lnTo>
                  <a:lnTo>
                    <a:pt x="1443217" y="1542760"/>
                  </a:lnTo>
                  <a:lnTo>
                    <a:pt x="1443209" y="1542764"/>
                  </a:lnTo>
                  <a:lnTo>
                    <a:pt x="1443202" y="1542768"/>
                  </a:lnTo>
                  <a:lnTo>
                    <a:pt x="1443198" y="1542770"/>
                  </a:lnTo>
                  <a:lnTo>
                    <a:pt x="1443195" y="1542774"/>
                  </a:lnTo>
                  <a:lnTo>
                    <a:pt x="1443192" y="1542778"/>
                  </a:lnTo>
                  <a:lnTo>
                    <a:pt x="1443189" y="1542783"/>
                  </a:lnTo>
                  <a:lnTo>
                    <a:pt x="1443187" y="1542788"/>
                  </a:lnTo>
                  <a:lnTo>
                    <a:pt x="1443184" y="1542794"/>
                  </a:lnTo>
                  <a:lnTo>
                    <a:pt x="1443181" y="1542800"/>
                  </a:lnTo>
                  <a:lnTo>
                    <a:pt x="1443178" y="1542805"/>
                  </a:lnTo>
                  <a:lnTo>
                    <a:pt x="1443174" y="1542809"/>
                  </a:lnTo>
                  <a:lnTo>
                    <a:pt x="1443168" y="1542814"/>
                  </a:lnTo>
                  <a:lnTo>
                    <a:pt x="1443160" y="1542821"/>
                  </a:lnTo>
                  <a:lnTo>
                    <a:pt x="1443154" y="1542828"/>
                  </a:lnTo>
                  <a:lnTo>
                    <a:pt x="1443147" y="1542834"/>
                  </a:lnTo>
                  <a:lnTo>
                    <a:pt x="1443140" y="1542836"/>
                  </a:lnTo>
                  <a:lnTo>
                    <a:pt x="1443133" y="1542837"/>
                  </a:lnTo>
                  <a:lnTo>
                    <a:pt x="1443126" y="1542838"/>
                  </a:lnTo>
                  <a:lnTo>
                    <a:pt x="1443121" y="1542841"/>
                  </a:lnTo>
                  <a:lnTo>
                    <a:pt x="1443113" y="1542846"/>
                  </a:lnTo>
                  <a:lnTo>
                    <a:pt x="1443109" y="1542848"/>
                  </a:lnTo>
                  <a:lnTo>
                    <a:pt x="1443104" y="1542850"/>
                  </a:lnTo>
                  <a:lnTo>
                    <a:pt x="1443099" y="1542851"/>
                  </a:lnTo>
                  <a:lnTo>
                    <a:pt x="1443094" y="1542851"/>
                  </a:lnTo>
                  <a:lnTo>
                    <a:pt x="1443088" y="1542852"/>
                  </a:lnTo>
                  <a:lnTo>
                    <a:pt x="1443083" y="1542853"/>
                  </a:lnTo>
                  <a:lnTo>
                    <a:pt x="1443077" y="1542855"/>
                  </a:lnTo>
                  <a:lnTo>
                    <a:pt x="1443072" y="1542857"/>
                  </a:lnTo>
                  <a:lnTo>
                    <a:pt x="1443067" y="1542859"/>
                  </a:lnTo>
                  <a:lnTo>
                    <a:pt x="1443060" y="1542865"/>
                  </a:lnTo>
                  <a:lnTo>
                    <a:pt x="1443053" y="1542870"/>
                  </a:lnTo>
                  <a:lnTo>
                    <a:pt x="1443048" y="1542873"/>
                  </a:lnTo>
                  <a:lnTo>
                    <a:pt x="1443042" y="1542878"/>
                  </a:lnTo>
                  <a:lnTo>
                    <a:pt x="1443038" y="1542880"/>
                  </a:lnTo>
                  <a:lnTo>
                    <a:pt x="1443032" y="1542884"/>
                  </a:lnTo>
                  <a:lnTo>
                    <a:pt x="1443026" y="1542887"/>
                  </a:lnTo>
                  <a:lnTo>
                    <a:pt x="1443021" y="1542888"/>
                  </a:lnTo>
                  <a:lnTo>
                    <a:pt x="1443015" y="1542889"/>
                  </a:lnTo>
                  <a:lnTo>
                    <a:pt x="1443009" y="1542890"/>
                  </a:lnTo>
                  <a:lnTo>
                    <a:pt x="1443004" y="1542893"/>
                  </a:lnTo>
                  <a:lnTo>
                    <a:pt x="1442999" y="1542895"/>
                  </a:lnTo>
                  <a:lnTo>
                    <a:pt x="1442995" y="1542897"/>
                  </a:lnTo>
                  <a:lnTo>
                    <a:pt x="1442990" y="1542900"/>
                  </a:lnTo>
                  <a:lnTo>
                    <a:pt x="1442985" y="1542903"/>
                  </a:lnTo>
                  <a:lnTo>
                    <a:pt x="1442981" y="1542906"/>
                  </a:lnTo>
                  <a:lnTo>
                    <a:pt x="1442976" y="1542909"/>
                  </a:lnTo>
                  <a:lnTo>
                    <a:pt x="1442967" y="1542915"/>
                  </a:lnTo>
                  <a:lnTo>
                    <a:pt x="1442959" y="1542919"/>
                  </a:lnTo>
                  <a:lnTo>
                    <a:pt x="1442955" y="1542923"/>
                  </a:lnTo>
                  <a:lnTo>
                    <a:pt x="1442949" y="1542928"/>
                  </a:lnTo>
                  <a:lnTo>
                    <a:pt x="1442944" y="1542937"/>
                  </a:lnTo>
                  <a:lnTo>
                    <a:pt x="1442941" y="1542946"/>
                  </a:lnTo>
                  <a:lnTo>
                    <a:pt x="1442945" y="1542957"/>
                  </a:lnTo>
                  <a:lnTo>
                    <a:pt x="1442949" y="1542964"/>
                  </a:lnTo>
                  <a:lnTo>
                    <a:pt x="1442958" y="1542975"/>
                  </a:lnTo>
                  <a:lnTo>
                    <a:pt x="1442973" y="1542985"/>
                  </a:lnTo>
                  <a:lnTo>
                    <a:pt x="1442978" y="1543013"/>
                  </a:lnTo>
                  <a:lnTo>
                    <a:pt x="1442996" y="1543040"/>
                  </a:lnTo>
                  <a:lnTo>
                    <a:pt x="1442992" y="1543043"/>
                  </a:lnTo>
                  <a:lnTo>
                    <a:pt x="1442987" y="1543047"/>
                  </a:lnTo>
                  <a:lnTo>
                    <a:pt x="1442982" y="1543052"/>
                  </a:lnTo>
                  <a:lnTo>
                    <a:pt x="1442990" y="1543073"/>
                  </a:lnTo>
                  <a:lnTo>
                    <a:pt x="1442976" y="1543077"/>
                  </a:lnTo>
                  <a:lnTo>
                    <a:pt x="1442968" y="1543092"/>
                  </a:lnTo>
                  <a:lnTo>
                    <a:pt x="1442961" y="1543105"/>
                  </a:lnTo>
                  <a:lnTo>
                    <a:pt x="1442959" y="1543119"/>
                  </a:lnTo>
                  <a:lnTo>
                    <a:pt x="1442950" y="1543142"/>
                  </a:lnTo>
                  <a:lnTo>
                    <a:pt x="1442941" y="1543144"/>
                  </a:lnTo>
                  <a:lnTo>
                    <a:pt x="1442934" y="1543143"/>
                  </a:lnTo>
                  <a:lnTo>
                    <a:pt x="1442926" y="1543143"/>
                  </a:lnTo>
                  <a:lnTo>
                    <a:pt x="1442917" y="1543142"/>
                  </a:lnTo>
                  <a:lnTo>
                    <a:pt x="1442912" y="1543141"/>
                  </a:lnTo>
                  <a:lnTo>
                    <a:pt x="1442907" y="1543141"/>
                  </a:lnTo>
                  <a:lnTo>
                    <a:pt x="1442900" y="1543142"/>
                  </a:lnTo>
                  <a:lnTo>
                    <a:pt x="1442893" y="1543143"/>
                  </a:lnTo>
                  <a:lnTo>
                    <a:pt x="1442886" y="1543144"/>
                  </a:lnTo>
                  <a:lnTo>
                    <a:pt x="1442882" y="1543144"/>
                  </a:lnTo>
                  <a:lnTo>
                    <a:pt x="1442877" y="1543143"/>
                  </a:lnTo>
                  <a:lnTo>
                    <a:pt x="1442873" y="1543141"/>
                  </a:lnTo>
                  <a:lnTo>
                    <a:pt x="1442868" y="1543138"/>
                  </a:lnTo>
                  <a:lnTo>
                    <a:pt x="1442862" y="1543134"/>
                  </a:lnTo>
                  <a:lnTo>
                    <a:pt x="1442857" y="1543131"/>
                  </a:lnTo>
                  <a:lnTo>
                    <a:pt x="1442849" y="1543128"/>
                  </a:lnTo>
                  <a:lnTo>
                    <a:pt x="1442842" y="1543126"/>
                  </a:lnTo>
                  <a:lnTo>
                    <a:pt x="1442838" y="1543125"/>
                  </a:lnTo>
                  <a:lnTo>
                    <a:pt x="1442832" y="1543123"/>
                  </a:lnTo>
                  <a:lnTo>
                    <a:pt x="1442827" y="1543123"/>
                  </a:lnTo>
                  <a:lnTo>
                    <a:pt x="1442822" y="1543123"/>
                  </a:lnTo>
                  <a:lnTo>
                    <a:pt x="1442817" y="1543123"/>
                  </a:lnTo>
                  <a:lnTo>
                    <a:pt x="1442812" y="1543123"/>
                  </a:lnTo>
                  <a:lnTo>
                    <a:pt x="1442805" y="1543125"/>
                  </a:lnTo>
                  <a:lnTo>
                    <a:pt x="1442798" y="1543128"/>
                  </a:lnTo>
                  <a:lnTo>
                    <a:pt x="1442792" y="1543130"/>
                  </a:lnTo>
                  <a:lnTo>
                    <a:pt x="1442784" y="1543132"/>
                  </a:lnTo>
                  <a:lnTo>
                    <a:pt x="1442778" y="1543132"/>
                  </a:lnTo>
                  <a:lnTo>
                    <a:pt x="1442774" y="1543133"/>
                  </a:lnTo>
                  <a:lnTo>
                    <a:pt x="1442767" y="1543135"/>
                  </a:lnTo>
                  <a:lnTo>
                    <a:pt x="1442758" y="1543136"/>
                  </a:lnTo>
                  <a:lnTo>
                    <a:pt x="1442751" y="1543136"/>
                  </a:lnTo>
                  <a:lnTo>
                    <a:pt x="1442747" y="1543135"/>
                  </a:lnTo>
                  <a:lnTo>
                    <a:pt x="1442740" y="1543133"/>
                  </a:lnTo>
                  <a:lnTo>
                    <a:pt x="1442734" y="1543129"/>
                  </a:lnTo>
                  <a:lnTo>
                    <a:pt x="1442727" y="1543125"/>
                  </a:lnTo>
                  <a:lnTo>
                    <a:pt x="1442721" y="1543122"/>
                  </a:lnTo>
                  <a:lnTo>
                    <a:pt x="1442714" y="1543118"/>
                  </a:lnTo>
                  <a:lnTo>
                    <a:pt x="1442710" y="1543116"/>
                  </a:lnTo>
                  <a:lnTo>
                    <a:pt x="1442706" y="1543112"/>
                  </a:lnTo>
                  <a:lnTo>
                    <a:pt x="1442702" y="1543108"/>
                  </a:lnTo>
                  <a:lnTo>
                    <a:pt x="1442699" y="1543103"/>
                  </a:lnTo>
                  <a:lnTo>
                    <a:pt x="1442694" y="1543098"/>
                  </a:lnTo>
                  <a:lnTo>
                    <a:pt x="1442691" y="1543093"/>
                  </a:lnTo>
                  <a:lnTo>
                    <a:pt x="1442686" y="1543087"/>
                  </a:lnTo>
                  <a:lnTo>
                    <a:pt x="1442683" y="1543080"/>
                  </a:lnTo>
                  <a:lnTo>
                    <a:pt x="1442678" y="1543071"/>
                  </a:lnTo>
                  <a:lnTo>
                    <a:pt x="1442674" y="1543064"/>
                  </a:lnTo>
                  <a:lnTo>
                    <a:pt x="1442669" y="1543058"/>
                  </a:lnTo>
                  <a:lnTo>
                    <a:pt x="1442665" y="1543053"/>
                  </a:lnTo>
                  <a:lnTo>
                    <a:pt x="1442662" y="1543048"/>
                  </a:lnTo>
                  <a:lnTo>
                    <a:pt x="1442658" y="1543043"/>
                  </a:lnTo>
                  <a:lnTo>
                    <a:pt x="1442654" y="1543038"/>
                  </a:lnTo>
                  <a:lnTo>
                    <a:pt x="1442648" y="1543035"/>
                  </a:lnTo>
                  <a:lnTo>
                    <a:pt x="1442642" y="1543037"/>
                  </a:lnTo>
                  <a:lnTo>
                    <a:pt x="1442637" y="1543039"/>
                  </a:lnTo>
                  <a:lnTo>
                    <a:pt x="1442632" y="1543041"/>
                  </a:lnTo>
                  <a:lnTo>
                    <a:pt x="1442628" y="1543041"/>
                  </a:lnTo>
                  <a:lnTo>
                    <a:pt x="1442621" y="1543040"/>
                  </a:lnTo>
                  <a:lnTo>
                    <a:pt x="1442616" y="1543040"/>
                  </a:lnTo>
                  <a:lnTo>
                    <a:pt x="1442611" y="1543039"/>
                  </a:lnTo>
                  <a:lnTo>
                    <a:pt x="1442606" y="1543039"/>
                  </a:lnTo>
                  <a:lnTo>
                    <a:pt x="1442600" y="1543040"/>
                  </a:lnTo>
                  <a:lnTo>
                    <a:pt x="1442592" y="1543044"/>
                  </a:lnTo>
                  <a:lnTo>
                    <a:pt x="1442586" y="1543048"/>
                  </a:lnTo>
                  <a:lnTo>
                    <a:pt x="1442581" y="1543053"/>
                  </a:lnTo>
                  <a:lnTo>
                    <a:pt x="1442577" y="1543058"/>
                  </a:lnTo>
                  <a:lnTo>
                    <a:pt x="1442573" y="1543063"/>
                  </a:lnTo>
                  <a:lnTo>
                    <a:pt x="1442567" y="1543069"/>
                  </a:lnTo>
                  <a:lnTo>
                    <a:pt x="1442564" y="1543072"/>
                  </a:lnTo>
                  <a:lnTo>
                    <a:pt x="1442559" y="1543075"/>
                  </a:lnTo>
                  <a:lnTo>
                    <a:pt x="1442554" y="1543079"/>
                  </a:lnTo>
                  <a:lnTo>
                    <a:pt x="1442549" y="1543082"/>
                  </a:lnTo>
                  <a:lnTo>
                    <a:pt x="1442543" y="1543087"/>
                  </a:lnTo>
                  <a:lnTo>
                    <a:pt x="1442540" y="1543090"/>
                  </a:lnTo>
                  <a:lnTo>
                    <a:pt x="1442533" y="1543097"/>
                  </a:lnTo>
                  <a:lnTo>
                    <a:pt x="1442529" y="1543101"/>
                  </a:lnTo>
                  <a:lnTo>
                    <a:pt x="1442524" y="1543105"/>
                  </a:lnTo>
                  <a:lnTo>
                    <a:pt x="1442519" y="1543108"/>
                  </a:lnTo>
                  <a:lnTo>
                    <a:pt x="1442513" y="1543110"/>
                  </a:lnTo>
                  <a:lnTo>
                    <a:pt x="1442508" y="1543112"/>
                  </a:lnTo>
                  <a:lnTo>
                    <a:pt x="1442503" y="1543113"/>
                  </a:lnTo>
                  <a:lnTo>
                    <a:pt x="1442497" y="1543113"/>
                  </a:lnTo>
                  <a:lnTo>
                    <a:pt x="1442490" y="1543113"/>
                  </a:lnTo>
                  <a:lnTo>
                    <a:pt x="1442482" y="1543113"/>
                  </a:lnTo>
                  <a:lnTo>
                    <a:pt x="1442473" y="1543111"/>
                  </a:lnTo>
                  <a:lnTo>
                    <a:pt x="1442466" y="1543109"/>
                  </a:lnTo>
                  <a:lnTo>
                    <a:pt x="1442460" y="1543107"/>
                  </a:lnTo>
                  <a:lnTo>
                    <a:pt x="1442452" y="1543102"/>
                  </a:lnTo>
                  <a:lnTo>
                    <a:pt x="1442444" y="1543097"/>
                  </a:lnTo>
                  <a:lnTo>
                    <a:pt x="1442384" y="1543191"/>
                  </a:lnTo>
                  <a:lnTo>
                    <a:pt x="1442379" y="1543193"/>
                  </a:lnTo>
                  <a:lnTo>
                    <a:pt x="1442373" y="1543194"/>
                  </a:lnTo>
                  <a:lnTo>
                    <a:pt x="1442368" y="1543194"/>
                  </a:lnTo>
                  <a:lnTo>
                    <a:pt x="1442360" y="1543195"/>
                  </a:lnTo>
                  <a:lnTo>
                    <a:pt x="1442352" y="1543195"/>
                  </a:lnTo>
                  <a:lnTo>
                    <a:pt x="1442340" y="1543196"/>
                  </a:lnTo>
                  <a:lnTo>
                    <a:pt x="1442332" y="1543197"/>
                  </a:lnTo>
                  <a:lnTo>
                    <a:pt x="1442326" y="1543197"/>
                  </a:lnTo>
                  <a:lnTo>
                    <a:pt x="1442323" y="1543190"/>
                  </a:lnTo>
                  <a:lnTo>
                    <a:pt x="1442321" y="1543184"/>
                  </a:lnTo>
                  <a:lnTo>
                    <a:pt x="1442317" y="1543180"/>
                  </a:lnTo>
                  <a:lnTo>
                    <a:pt x="1442314" y="1543176"/>
                  </a:lnTo>
                  <a:lnTo>
                    <a:pt x="1442309" y="1543172"/>
                  </a:lnTo>
                  <a:lnTo>
                    <a:pt x="1442304" y="1543170"/>
                  </a:lnTo>
                  <a:lnTo>
                    <a:pt x="1442294" y="1543171"/>
                  </a:lnTo>
                  <a:lnTo>
                    <a:pt x="1442284" y="1543173"/>
                  </a:lnTo>
                  <a:lnTo>
                    <a:pt x="1442276" y="1543174"/>
                  </a:lnTo>
                  <a:lnTo>
                    <a:pt x="1442263" y="1543175"/>
                  </a:lnTo>
                  <a:lnTo>
                    <a:pt x="1442253" y="1543176"/>
                  </a:lnTo>
                  <a:lnTo>
                    <a:pt x="1442243" y="1543177"/>
                  </a:lnTo>
                  <a:lnTo>
                    <a:pt x="1442232" y="1543178"/>
                  </a:lnTo>
                  <a:lnTo>
                    <a:pt x="1442227" y="1543179"/>
                  </a:lnTo>
                  <a:lnTo>
                    <a:pt x="1442221" y="1543180"/>
                  </a:lnTo>
                  <a:lnTo>
                    <a:pt x="1442215" y="1543182"/>
                  </a:lnTo>
                  <a:lnTo>
                    <a:pt x="1442208" y="1543185"/>
                  </a:lnTo>
                  <a:lnTo>
                    <a:pt x="1442203" y="1543187"/>
                  </a:lnTo>
                  <a:lnTo>
                    <a:pt x="1442199" y="1543189"/>
                  </a:lnTo>
                  <a:lnTo>
                    <a:pt x="1442194" y="1543192"/>
                  </a:lnTo>
                  <a:lnTo>
                    <a:pt x="1442189" y="1543197"/>
                  </a:lnTo>
                  <a:lnTo>
                    <a:pt x="1442185" y="1543202"/>
                  </a:lnTo>
                  <a:lnTo>
                    <a:pt x="1442180" y="1543207"/>
                  </a:lnTo>
                  <a:lnTo>
                    <a:pt x="1442173" y="1543211"/>
                  </a:lnTo>
                  <a:lnTo>
                    <a:pt x="1442167" y="1543213"/>
                  </a:lnTo>
                  <a:lnTo>
                    <a:pt x="1442160" y="1543214"/>
                  </a:lnTo>
                  <a:lnTo>
                    <a:pt x="1442152" y="1543214"/>
                  </a:lnTo>
                  <a:lnTo>
                    <a:pt x="1442147" y="1543214"/>
                  </a:lnTo>
                  <a:lnTo>
                    <a:pt x="1442141" y="1543214"/>
                  </a:lnTo>
                  <a:lnTo>
                    <a:pt x="1442133" y="1543216"/>
                  </a:lnTo>
                  <a:lnTo>
                    <a:pt x="1442128" y="1543218"/>
                  </a:lnTo>
                  <a:lnTo>
                    <a:pt x="1442123" y="1543220"/>
                  </a:lnTo>
                  <a:lnTo>
                    <a:pt x="1442117" y="1543223"/>
                  </a:lnTo>
                  <a:lnTo>
                    <a:pt x="1442112" y="1543226"/>
                  </a:lnTo>
                  <a:lnTo>
                    <a:pt x="1442105" y="1543229"/>
                  </a:lnTo>
                  <a:lnTo>
                    <a:pt x="1442100" y="1543232"/>
                  </a:lnTo>
                  <a:lnTo>
                    <a:pt x="1442093" y="1543235"/>
                  </a:lnTo>
                  <a:lnTo>
                    <a:pt x="1442088" y="1543238"/>
                  </a:lnTo>
                  <a:lnTo>
                    <a:pt x="1442084" y="1543243"/>
                  </a:lnTo>
                  <a:lnTo>
                    <a:pt x="1442080" y="1543248"/>
                  </a:lnTo>
                  <a:lnTo>
                    <a:pt x="1442075" y="1543251"/>
                  </a:lnTo>
                  <a:lnTo>
                    <a:pt x="1442069" y="1543254"/>
                  </a:lnTo>
                  <a:lnTo>
                    <a:pt x="1442060" y="1543257"/>
                  </a:lnTo>
                  <a:lnTo>
                    <a:pt x="1442056" y="1543258"/>
                  </a:lnTo>
                  <a:lnTo>
                    <a:pt x="1442052" y="1543260"/>
                  </a:lnTo>
                  <a:lnTo>
                    <a:pt x="1442047" y="1543263"/>
                  </a:lnTo>
                  <a:lnTo>
                    <a:pt x="1442043" y="1543266"/>
                  </a:lnTo>
                  <a:lnTo>
                    <a:pt x="1442038" y="1543269"/>
                  </a:lnTo>
                  <a:lnTo>
                    <a:pt x="1442031" y="1543274"/>
                  </a:lnTo>
                  <a:lnTo>
                    <a:pt x="1442026" y="1543277"/>
                  </a:lnTo>
                  <a:lnTo>
                    <a:pt x="1442021" y="1543278"/>
                  </a:lnTo>
                  <a:lnTo>
                    <a:pt x="1442015" y="1543279"/>
                  </a:lnTo>
                  <a:lnTo>
                    <a:pt x="1442009" y="1543279"/>
                  </a:lnTo>
                  <a:lnTo>
                    <a:pt x="1442000" y="1543279"/>
                  </a:lnTo>
                  <a:lnTo>
                    <a:pt x="1441993" y="1543279"/>
                  </a:lnTo>
                  <a:lnTo>
                    <a:pt x="1441987" y="1543277"/>
                  </a:lnTo>
                  <a:lnTo>
                    <a:pt x="1441979" y="1543275"/>
                  </a:lnTo>
                  <a:lnTo>
                    <a:pt x="1441973" y="1543272"/>
                  </a:lnTo>
                  <a:lnTo>
                    <a:pt x="1441968" y="1543268"/>
                  </a:lnTo>
                  <a:lnTo>
                    <a:pt x="1441963" y="1543263"/>
                  </a:lnTo>
                  <a:lnTo>
                    <a:pt x="1441959" y="1543259"/>
                  </a:lnTo>
                  <a:lnTo>
                    <a:pt x="1441954" y="1543263"/>
                  </a:lnTo>
                  <a:lnTo>
                    <a:pt x="1441950" y="1543267"/>
                  </a:lnTo>
                  <a:lnTo>
                    <a:pt x="1441947" y="1543271"/>
                  </a:lnTo>
                  <a:lnTo>
                    <a:pt x="1441944" y="1543277"/>
                  </a:lnTo>
                  <a:lnTo>
                    <a:pt x="1441941" y="1543285"/>
                  </a:lnTo>
                  <a:lnTo>
                    <a:pt x="1441938" y="1543293"/>
                  </a:lnTo>
                  <a:lnTo>
                    <a:pt x="1441934" y="1543298"/>
                  </a:lnTo>
                  <a:lnTo>
                    <a:pt x="1441930" y="1543303"/>
                  </a:lnTo>
                  <a:lnTo>
                    <a:pt x="1441927" y="1543309"/>
                  </a:lnTo>
                  <a:lnTo>
                    <a:pt x="1441927" y="1543318"/>
                  </a:lnTo>
                  <a:lnTo>
                    <a:pt x="1441929" y="1543327"/>
                  </a:lnTo>
                  <a:lnTo>
                    <a:pt x="1441930" y="1543334"/>
                  </a:lnTo>
                  <a:lnTo>
                    <a:pt x="1441931" y="1543341"/>
                  </a:lnTo>
                  <a:lnTo>
                    <a:pt x="1441932" y="1543347"/>
                  </a:lnTo>
                  <a:lnTo>
                    <a:pt x="1441932" y="1543353"/>
                  </a:lnTo>
                  <a:lnTo>
                    <a:pt x="1441932" y="1543364"/>
                  </a:lnTo>
                  <a:lnTo>
                    <a:pt x="1441932" y="1543370"/>
                  </a:lnTo>
                  <a:lnTo>
                    <a:pt x="1441931" y="1543376"/>
                  </a:lnTo>
                  <a:lnTo>
                    <a:pt x="1441931" y="1543383"/>
                  </a:lnTo>
                  <a:lnTo>
                    <a:pt x="1441931" y="1543391"/>
                  </a:lnTo>
                  <a:lnTo>
                    <a:pt x="1441931" y="1543398"/>
                  </a:lnTo>
                  <a:lnTo>
                    <a:pt x="1441930" y="1543403"/>
                  </a:lnTo>
                  <a:lnTo>
                    <a:pt x="1441927" y="1543408"/>
                  </a:lnTo>
                  <a:lnTo>
                    <a:pt x="1441923" y="1543413"/>
                  </a:lnTo>
                  <a:lnTo>
                    <a:pt x="1441918" y="1543419"/>
                  </a:lnTo>
                  <a:lnTo>
                    <a:pt x="1441914" y="1543427"/>
                  </a:lnTo>
                  <a:lnTo>
                    <a:pt x="1441910" y="1543435"/>
                  </a:lnTo>
                  <a:lnTo>
                    <a:pt x="1441907" y="1543442"/>
                  </a:lnTo>
                  <a:lnTo>
                    <a:pt x="1441905" y="1543448"/>
                  </a:lnTo>
                  <a:lnTo>
                    <a:pt x="1441903" y="1543456"/>
                  </a:lnTo>
                  <a:lnTo>
                    <a:pt x="1441901" y="1543466"/>
                  </a:lnTo>
                  <a:lnTo>
                    <a:pt x="1441900" y="1543472"/>
                  </a:lnTo>
                  <a:lnTo>
                    <a:pt x="1441899" y="1543477"/>
                  </a:lnTo>
                  <a:lnTo>
                    <a:pt x="1441895" y="1543480"/>
                  </a:lnTo>
                  <a:lnTo>
                    <a:pt x="1441891" y="1543482"/>
                  </a:lnTo>
                  <a:lnTo>
                    <a:pt x="1441885" y="1543482"/>
                  </a:lnTo>
                  <a:lnTo>
                    <a:pt x="1441880" y="1543482"/>
                  </a:lnTo>
                  <a:lnTo>
                    <a:pt x="1441873" y="1543484"/>
                  </a:lnTo>
                  <a:lnTo>
                    <a:pt x="1441867" y="1543486"/>
                  </a:lnTo>
                  <a:lnTo>
                    <a:pt x="1441861" y="1543491"/>
                  </a:lnTo>
                  <a:lnTo>
                    <a:pt x="1441855" y="1543496"/>
                  </a:lnTo>
                  <a:lnTo>
                    <a:pt x="1441850" y="1543502"/>
                  </a:lnTo>
                  <a:lnTo>
                    <a:pt x="1441845" y="1543506"/>
                  </a:lnTo>
                  <a:lnTo>
                    <a:pt x="1441840" y="1543511"/>
                  </a:lnTo>
                  <a:lnTo>
                    <a:pt x="1441835" y="1543512"/>
                  </a:lnTo>
                  <a:lnTo>
                    <a:pt x="1441830" y="1543511"/>
                  </a:lnTo>
                  <a:lnTo>
                    <a:pt x="1441826" y="1543509"/>
                  </a:lnTo>
                  <a:lnTo>
                    <a:pt x="1441820" y="1543505"/>
                  </a:lnTo>
                  <a:lnTo>
                    <a:pt x="1441815" y="1543501"/>
                  </a:lnTo>
                  <a:lnTo>
                    <a:pt x="1441810" y="1543499"/>
                  </a:lnTo>
                  <a:lnTo>
                    <a:pt x="1441804" y="1543496"/>
                  </a:lnTo>
                  <a:lnTo>
                    <a:pt x="1441794" y="1543494"/>
                  </a:lnTo>
                  <a:lnTo>
                    <a:pt x="1441784" y="1543491"/>
                  </a:lnTo>
                  <a:lnTo>
                    <a:pt x="1441776" y="1543488"/>
                  </a:lnTo>
                  <a:lnTo>
                    <a:pt x="1441769" y="1543486"/>
                  </a:lnTo>
                  <a:lnTo>
                    <a:pt x="1441765" y="1543484"/>
                  </a:lnTo>
                  <a:lnTo>
                    <a:pt x="1441759" y="1543481"/>
                  </a:lnTo>
                  <a:lnTo>
                    <a:pt x="1441753" y="1543476"/>
                  </a:lnTo>
                  <a:lnTo>
                    <a:pt x="1441750" y="1543473"/>
                  </a:lnTo>
                  <a:lnTo>
                    <a:pt x="1441744" y="1543467"/>
                  </a:lnTo>
                  <a:lnTo>
                    <a:pt x="1441728" y="1543472"/>
                  </a:lnTo>
                  <a:lnTo>
                    <a:pt x="1441717" y="1543477"/>
                  </a:lnTo>
                  <a:lnTo>
                    <a:pt x="1441709" y="1543487"/>
                  </a:lnTo>
                  <a:lnTo>
                    <a:pt x="1441702" y="1543492"/>
                  </a:lnTo>
                  <a:lnTo>
                    <a:pt x="1441691" y="1543500"/>
                  </a:lnTo>
                  <a:lnTo>
                    <a:pt x="1441683" y="1543510"/>
                  </a:lnTo>
                  <a:lnTo>
                    <a:pt x="1441676" y="1543514"/>
                  </a:lnTo>
                  <a:lnTo>
                    <a:pt x="1441662" y="1543524"/>
                  </a:lnTo>
                  <a:lnTo>
                    <a:pt x="1441662" y="1543529"/>
                  </a:lnTo>
                  <a:lnTo>
                    <a:pt x="1441661" y="1543538"/>
                  </a:lnTo>
                  <a:lnTo>
                    <a:pt x="1441661" y="1543551"/>
                  </a:lnTo>
                  <a:lnTo>
                    <a:pt x="1441656" y="1543560"/>
                  </a:lnTo>
                  <a:lnTo>
                    <a:pt x="1441649" y="1543569"/>
                  </a:lnTo>
                  <a:lnTo>
                    <a:pt x="1441644" y="1543577"/>
                  </a:lnTo>
                  <a:lnTo>
                    <a:pt x="1441640" y="1543582"/>
                  </a:lnTo>
                  <a:lnTo>
                    <a:pt x="1441628" y="1543598"/>
                  </a:lnTo>
                  <a:lnTo>
                    <a:pt x="1441604" y="1543619"/>
                  </a:lnTo>
                  <a:lnTo>
                    <a:pt x="1441585" y="1543634"/>
                  </a:lnTo>
                  <a:lnTo>
                    <a:pt x="1441569" y="1543640"/>
                  </a:lnTo>
                  <a:lnTo>
                    <a:pt x="1441554" y="1543651"/>
                  </a:lnTo>
                  <a:lnTo>
                    <a:pt x="1441548" y="1543657"/>
                  </a:lnTo>
                  <a:lnTo>
                    <a:pt x="1441535" y="1543675"/>
                  </a:lnTo>
                  <a:lnTo>
                    <a:pt x="1441533" y="1543686"/>
                  </a:lnTo>
                  <a:lnTo>
                    <a:pt x="1441543" y="1543704"/>
                  </a:lnTo>
                  <a:lnTo>
                    <a:pt x="1441534" y="1543713"/>
                  </a:lnTo>
                  <a:lnTo>
                    <a:pt x="1441527" y="1543724"/>
                  </a:lnTo>
                  <a:lnTo>
                    <a:pt x="1441528" y="1543735"/>
                  </a:lnTo>
                  <a:lnTo>
                    <a:pt x="1441530" y="1543744"/>
                  </a:lnTo>
                  <a:lnTo>
                    <a:pt x="1441531" y="1543757"/>
                  </a:lnTo>
                  <a:lnTo>
                    <a:pt x="1441544" y="1543775"/>
                  </a:lnTo>
                  <a:lnTo>
                    <a:pt x="1441541" y="1543791"/>
                  </a:lnTo>
                  <a:lnTo>
                    <a:pt x="1441543" y="1543803"/>
                  </a:lnTo>
                  <a:lnTo>
                    <a:pt x="1441541" y="1543815"/>
                  </a:lnTo>
                  <a:lnTo>
                    <a:pt x="1441529" y="1543818"/>
                  </a:lnTo>
                  <a:lnTo>
                    <a:pt x="1441523" y="1543822"/>
                  </a:lnTo>
                  <a:lnTo>
                    <a:pt x="1441518" y="1543826"/>
                  </a:lnTo>
                  <a:lnTo>
                    <a:pt x="1441512" y="1543834"/>
                  </a:lnTo>
                  <a:lnTo>
                    <a:pt x="1441508" y="1543840"/>
                  </a:lnTo>
                  <a:lnTo>
                    <a:pt x="1441497" y="1543830"/>
                  </a:lnTo>
                  <a:lnTo>
                    <a:pt x="1441486" y="1543825"/>
                  </a:lnTo>
                  <a:lnTo>
                    <a:pt x="1441471" y="1543816"/>
                  </a:lnTo>
                  <a:lnTo>
                    <a:pt x="1441457" y="1543810"/>
                  </a:lnTo>
                  <a:lnTo>
                    <a:pt x="1441446" y="1543809"/>
                  </a:lnTo>
                  <a:lnTo>
                    <a:pt x="1441434" y="1543813"/>
                  </a:lnTo>
                  <a:lnTo>
                    <a:pt x="1441423" y="1543821"/>
                  </a:lnTo>
                  <a:lnTo>
                    <a:pt x="1441413" y="1543833"/>
                  </a:lnTo>
                  <a:lnTo>
                    <a:pt x="1441402" y="1543842"/>
                  </a:lnTo>
                  <a:lnTo>
                    <a:pt x="1441397" y="1543846"/>
                  </a:lnTo>
                  <a:lnTo>
                    <a:pt x="1441384" y="1543856"/>
                  </a:lnTo>
                  <a:lnTo>
                    <a:pt x="1441373" y="1543866"/>
                  </a:lnTo>
                  <a:lnTo>
                    <a:pt x="1441354" y="1543880"/>
                  </a:lnTo>
                  <a:lnTo>
                    <a:pt x="1441340" y="1543896"/>
                  </a:lnTo>
                  <a:lnTo>
                    <a:pt x="1441338" y="1543912"/>
                  </a:lnTo>
                  <a:lnTo>
                    <a:pt x="1441344" y="1543928"/>
                  </a:lnTo>
                  <a:lnTo>
                    <a:pt x="1441345" y="1543953"/>
                  </a:lnTo>
                  <a:lnTo>
                    <a:pt x="1441344" y="1543976"/>
                  </a:lnTo>
                  <a:lnTo>
                    <a:pt x="1441336" y="1544007"/>
                  </a:lnTo>
                  <a:lnTo>
                    <a:pt x="1441336" y="1544015"/>
                  </a:lnTo>
                  <a:lnTo>
                    <a:pt x="1441340" y="1544022"/>
                  </a:lnTo>
                  <a:lnTo>
                    <a:pt x="1441348" y="1544032"/>
                  </a:lnTo>
                  <a:lnTo>
                    <a:pt x="1441356" y="1544068"/>
                  </a:lnTo>
                  <a:lnTo>
                    <a:pt x="1441356" y="1544089"/>
                  </a:lnTo>
                  <a:lnTo>
                    <a:pt x="1441350" y="1544104"/>
                  </a:lnTo>
                  <a:lnTo>
                    <a:pt x="1441337" y="1544116"/>
                  </a:lnTo>
                  <a:lnTo>
                    <a:pt x="1441325" y="1544143"/>
                  </a:lnTo>
                  <a:lnTo>
                    <a:pt x="1441322" y="1544161"/>
                  </a:lnTo>
                  <a:lnTo>
                    <a:pt x="1441330" y="1544183"/>
                  </a:lnTo>
                  <a:lnTo>
                    <a:pt x="1441334" y="1544202"/>
                  </a:lnTo>
                  <a:lnTo>
                    <a:pt x="1441316" y="1544213"/>
                  </a:lnTo>
                  <a:lnTo>
                    <a:pt x="1441296" y="1544243"/>
                  </a:lnTo>
                  <a:lnTo>
                    <a:pt x="1441293" y="1544248"/>
                  </a:lnTo>
                  <a:lnTo>
                    <a:pt x="1441286" y="1544259"/>
                  </a:lnTo>
                  <a:lnTo>
                    <a:pt x="1441292" y="1544281"/>
                  </a:lnTo>
                  <a:lnTo>
                    <a:pt x="1441293" y="1544296"/>
                  </a:lnTo>
                  <a:lnTo>
                    <a:pt x="1441279" y="1544324"/>
                  </a:lnTo>
                  <a:lnTo>
                    <a:pt x="1441274" y="1544342"/>
                  </a:lnTo>
                  <a:lnTo>
                    <a:pt x="1441276" y="1544365"/>
                  </a:lnTo>
                  <a:lnTo>
                    <a:pt x="1441289" y="1544381"/>
                  </a:lnTo>
                  <a:lnTo>
                    <a:pt x="1441299" y="1544397"/>
                  </a:lnTo>
                  <a:lnTo>
                    <a:pt x="1441302" y="1544415"/>
                  </a:lnTo>
                  <a:lnTo>
                    <a:pt x="1441306" y="1544431"/>
                  </a:lnTo>
                  <a:lnTo>
                    <a:pt x="1441287" y="1544435"/>
                  </a:lnTo>
                  <a:lnTo>
                    <a:pt x="1441273" y="1544439"/>
                  </a:lnTo>
                  <a:lnTo>
                    <a:pt x="1441255" y="1544450"/>
                  </a:lnTo>
                  <a:lnTo>
                    <a:pt x="1441249" y="1544453"/>
                  </a:lnTo>
                  <a:lnTo>
                    <a:pt x="1441242" y="1544458"/>
                  </a:lnTo>
                  <a:lnTo>
                    <a:pt x="1441237" y="1544465"/>
                  </a:lnTo>
                  <a:lnTo>
                    <a:pt x="1441234" y="1544471"/>
                  </a:lnTo>
                  <a:lnTo>
                    <a:pt x="1441231" y="1544480"/>
                  </a:lnTo>
                  <a:lnTo>
                    <a:pt x="1441225" y="1544486"/>
                  </a:lnTo>
                  <a:lnTo>
                    <a:pt x="1441218" y="1544483"/>
                  </a:lnTo>
                  <a:lnTo>
                    <a:pt x="1441212" y="1544477"/>
                  </a:lnTo>
                  <a:lnTo>
                    <a:pt x="1441207" y="1544473"/>
                  </a:lnTo>
                  <a:lnTo>
                    <a:pt x="1441203" y="1544469"/>
                  </a:lnTo>
                  <a:lnTo>
                    <a:pt x="1441199" y="1544465"/>
                  </a:lnTo>
                  <a:lnTo>
                    <a:pt x="1441194" y="1544458"/>
                  </a:lnTo>
                  <a:lnTo>
                    <a:pt x="1441189" y="1544451"/>
                  </a:lnTo>
                  <a:lnTo>
                    <a:pt x="1441184" y="1544445"/>
                  </a:lnTo>
                  <a:lnTo>
                    <a:pt x="1441179" y="1544440"/>
                  </a:lnTo>
                  <a:lnTo>
                    <a:pt x="1441175" y="1544437"/>
                  </a:lnTo>
                  <a:lnTo>
                    <a:pt x="1441170" y="1544434"/>
                  </a:lnTo>
                  <a:lnTo>
                    <a:pt x="1441163" y="1544430"/>
                  </a:lnTo>
                  <a:lnTo>
                    <a:pt x="1441157" y="1544428"/>
                  </a:lnTo>
                  <a:lnTo>
                    <a:pt x="1441150" y="1544427"/>
                  </a:lnTo>
                  <a:lnTo>
                    <a:pt x="1441142" y="1544426"/>
                  </a:lnTo>
                  <a:lnTo>
                    <a:pt x="1441135" y="1544425"/>
                  </a:lnTo>
                  <a:lnTo>
                    <a:pt x="1441129" y="1544426"/>
                  </a:lnTo>
                  <a:lnTo>
                    <a:pt x="1441123" y="1544429"/>
                  </a:lnTo>
                  <a:lnTo>
                    <a:pt x="1441116" y="1544431"/>
                  </a:lnTo>
                  <a:lnTo>
                    <a:pt x="1441111" y="1544433"/>
                  </a:lnTo>
                  <a:lnTo>
                    <a:pt x="1441101" y="1544435"/>
                  </a:lnTo>
                  <a:lnTo>
                    <a:pt x="1441093" y="1544438"/>
                  </a:lnTo>
                  <a:lnTo>
                    <a:pt x="1441087" y="1544440"/>
                  </a:lnTo>
                  <a:lnTo>
                    <a:pt x="1441081" y="1544442"/>
                  </a:lnTo>
                  <a:lnTo>
                    <a:pt x="1441074" y="1544445"/>
                  </a:lnTo>
                  <a:lnTo>
                    <a:pt x="1441068" y="1544446"/>
                  </a:lnTo>
                  <a:lnTo>
                    <a:pt x="1441061" y="1544447"/>
                  </a:lnTo>
                  <a:lnTo>
                    <a:pt x="1441056" y="1544447"/>
                  </a:lnTo>
                  <a:lnTo>
                    <a:pt x="1441050" y="1544446"/>
                  </a:lnTo>
                  <a:lnTo>
                    <a:pt x="1441044" y="1544445"/>
                  </a:lnTo>
                  <a:lnTo>
                    <a:pt x="1441036" y="1544443"/>
                  </a:lnTo>
                  <a:lnTo>
                    <a:pt x="1441029" y="1544442"/>
                  </a:lnTo>
                  <a:lnTo>
                    <a:pt x="1441022" y="1544441"/>
                  </a:lnTo>
                  <a:lnTo>
                    <a:pt x="1441018" y="1544441"/>
                  </a:lnTo>
                  <a:lnTo>
                    <a:pt x="1441012" y="1544441"/>
                  </a:lnTo>
                  <a:lnTo>
                    <a:pt x="1441006" y="1544440"/>
                  </a:lnTo>
                  <a:lnTo>
                    <a:pt x="1441001" y="1544440"/>
                  </a:lnTo>
                  <a:lnTo>
                    <a:pt x="1440994" y="1544441"/>
                  </a:lnTo>
                  <a:lnTo>
                    <a:pt x="1440986" y="1544444"/>
                  </a:lnTo>
                  <a:lnTo>
                    <a:pt x="1440981" y="1544448"/>
                  </a:lnTo>
                  <a:lnTo>
                    <a:pt x="1440978" y="1544452"/>
                  </a:lnTo>
                  <a:lnTo>
                    <a:pt x="1440975" y="1544457"/>
                  </a:lnTo>
                  <a:lnTo>
                    <a:pt x="1440970" y="1544462"/>
                  </a:lnTo>
                  <a:lnTo>
                    <a:pt x="1440964" y="1544468"/>
                  </a:lnTo>
                  <a:lnTo>
                    <a:pt x="1440959" y="1544470"/>
                  </a:lnTo>
                  <a:lnTo>
                    <a:pt x="1440954" y="1544469"/>
                  </a:lnTo>
                  <a:lnTo>
                    <a:pt x="1440946" y="1544465"/>
                  </a:lnTo>
                  <a:lnTo>
                    <a:pt x="1440939" y="1544462"/>
                  </a:lnTo>
                  <a:lnTo>
                    <a:pt x="1440932" y="1544459"/>
                  </a:lnTo>
                  <a:lnTo>
                    <a:pt x="1440925" y="1544457"/>
                  </a:lnTo>
                  <a:lnTo>
                    <a:pt x="1440916" y="1544454"/>
                  </a:lnTo>
                  <a:lnTo>
                    <a:pt x="1440908" y="1544451"/>
                  </a:lnTo>
                  <a:lnTo>
                    <a:pt x="1440903" y="1544449"/>
                  </a:lnTo>
                  <a:lnTo>
                    <a:pt x="1440898" y="1544446"/>
                  </a:lnTo>
                  <a:lnTo>
                    <a:pt x="1440894" y="1544443"/>
                  </a:lnTo>
                  <a:lnTo>
                    <a:pt x="1440889" y="1544439"/>
                  </a:lnTo>
                  <a:lnTo>
                    <a:pt x="1440883" y="1544434"/>
                  </a:lnTo>
                  <a:lnTo>
                    <a:pt x="1440878" y="1544429"/>
                  </a:lnTo>
                  <a:lnTo>
                    <a:pt x="1440874" y="1544425"/>
                  </a:lnTo>
                  <a:lnTo>
                    <a:pt x="1440868" y="1544418"/>
                  </a:lnTo>
                  <a:lnTo>
                    <a:pt x="1440864" y="1544412"/>
                  </a:lnTo>
                  <a:lnTo>
                    <a:pt x="1440860" y="1544408"/>
                  </a:lnTo>
                  <a:lnTo>
                    <a:pt x="1440856" y="1544403"/>
                  </a:lnTo>
                  <a:lnTo>
                    <a:pt x="1440853" y="1544399"/>
                  </a:lnTo>
                  <a:lnTo>
                    <a:pt x="1440846" y="1544390"/>
                  </a:lnTo>
                  <a:lnTo>
                    <a:pt x="1440842" y="1544385"/>
                  </a:lnTo>
                  <a:lnTo>
                    <a:pt x="1440839" y="1544381"/>
                  </a:lnTo>
                  <a:lnTo>
                    <a:pt x="1440836" y="1544376"/>
                  </a:lnTo>
                  <a:lnTo>
                    <a:pt x="1440834" y="1544370"/>
                  </a:lnTo>
                  <a:lnTo>
                    <a:pt x="1440831" y="1544363"/>
                  </a:lnTo>
                  <a:lnTo>
                    <a:pt x="1440827" y="1544357"/>
                  </a:lnTo>
                  <a:lnTo>
                    <a:pt x="1440823" y="1544351"/>
                  </a:lnTo>
                  <a:lnTo>
                    <a:pt x="1440819" y="1544347"/>
                  </a:lnTo>
                  <a:lnTo>
                    <a:pt x="1440814" y="1544344"/>
                  </a:lnTo>
                  <a:lnTo>
                    <a:pt x="1440810" y="1544342"/>
                  </a:lnTo>
                  <a:lnTo>
                    <a:pt x="1440803" y="1544340"/>
                  </a:lnTo>
                  <a:lnTo>
                    <a:pt x="1440796" y="1544340"/>
                  </a:lnTo>
                  <a:lnTo>
                    <a:pt x="1440787" y="1544341"/>
                  </a:lnTo>
                  <a:lnTo>
                    <a:pt x="1440778" y="1544344"/>
                  </a:lnTo>
                  <a:lnTo>
                    <a:pt x="1440772" y="1544346"/>
                  </a:lnTo>
                  <a:lnTo>
                    <a:pt x="1440765" y="1544348"/>
                  </a:lnTo>
                  <a:lnTo>
                    <a:pt x="1440757" y="1544350"/>
                  </a:lnTo>
                  <a:lnTo>
                    <a:pt x="1440751" y="1544351"/>
                  </a:lnTo>
                  <a:lnTo>
                    <a:pt x="1440746" y="1544352"/>
                  </a:lnTo>
                  <a:lnTo>
                    <a:pt x="1440738" y="1544354"/>
                  </a:lnTo>
                  <a:lnTo>
                    <a:pt x="1440728" y="1544355"/>
                  </a:lnTo>
                  <a:lnTo>
                    <a:pt x="1440719" y="1544357"/>
                  </a:lnTo>
                  <a:lnTo>
                    <a:pt x="1440709" y="1544359"/>
                  </a:lnTo>
                  <a:lnTo>
                    <a:pt x="1440704" y="1544360"/>
                  </a:lnTo>
                  <a:lnTo>
                    <a:pt x="1440698" y="1544361"/>
                  </a:lnTo>
                  <a:lnTo>
                    <a:pt x="1440691" y="1544362"/>
                  </a:lnTo>
                  <a:lnTo>
                    <a:pt x="1440685" y="1544362"/>
                  </a:lnTo>
                  <a:lnTo>
                    <a:pt x="1440678" y="1544362"/>
                  </a:lnTo>
                  <a:lnTo>
                    <a:pt x="1440673" y="1544362"/>
                  </a:lnTo>
                  <a:lnTo>
                    <a:pt x="1440668" y="1544369"/>
                  </a:lnTo>
                  <a:lnTo>
                    <a:pt x="1440663" y="1544374"/>
                  </a:lnTo>
                  <a:lnTo>
                    <a:pt x="1440655" y="1544382"/>
                  </a:lnTo>
                  <a:lnTo>
                    <a:pt x="1440640" y="1544383"/>
                  </a:lnTo>
                  <a:lnTo>
                    <a:pt x="1440625" y="1544377"/>
                  </a:lnTo>
                  <a:lnTo>
                    <a:pt x="1440610" y="1544370"/>
                  </a:lnTo>
                  <a:lnTo>
                    <a:pt x="1440594" y="1544356"/>
                  </a:lnTo>
                  <a:lnTo>
                    <a:pt x="1440570" y="1544341"/>
                  </a:lnTo>
                  <a:lnTo>
                    <a:pt x="1440552" y="1544329"/>
                  </a:lnTo>
                  <a:lnTo>
                    <a:pt x="1440529" y="1544318"/>
                  </a:lnTo>
                  <a:lnTo>
                    <a:pt x="1440514" y="1544310"/>
                  </a:lnTo>
                  <a:lnTo>
                    <a:pt x="1440495" y="1544304"/>
                  </a:lnTo>
                  <a:lnTo>
                    <a:pt x="1440464" y="1544314"/>
                  </a:lnTo>
                  <a:lnTo>
                    <a:pt x="1440449" y="1544321"/>
                  </a:lnTo>
                  <a:lnTo>
                    <a:pt x="1440430" y="1544333"/>
                  </a:lnTo>
                  <a:lnTo>
                    <a:pt x="1440413" y="1544348"/>
                  </a:lnTo>
                  <a:lnTo>
                    <a:pt x="1440403" y="1544351"/>
                  </a:lnTo>
                  <a:lnTo>
                    <a:pt x="1440390" y="1544355"/>
                  </a:lnTo>
                  <a:lnTo>
                    <a:pt x="1440378" y="1544352"/>
                  </a:lnTo>
                  <a:lnTo>
                    <a:pt x="1440351" y="1544331"/>
                  </a:lnTo>
                  <a:lnTo>
                    <a:pt x="1440341" y="1544328"/>
                  </a:lnTo>
                  <a:lnTo>
                    <a:pt x="1440329" y="1544325"/>
                  </a:lnTo>
                  <a:lnTo>
                    <a:pt x="1440317" y="1544322"/>
                  </a:lnTo>
                  <a:lnTo>
                    <a:pt x="1440298" y="1544323"/>
                  </a:lnTo>
                  <a:lnTo>
                    <a:pt x="1440292" y="1544323"/>
                  </a:lnTo>
                  <a:lnTo>
                    <a:pt x="1440281" y="1544323"/>
                  </a:lnTo>
                  <a:lnTo>
                    <a:pt x="1440263" y="1544316"/>
                  </a:lnTo>
                  <a:lnTo>
                    <a:pt x="1440244" y="1544312"/>
                  </a:lnTo>
                  <a:lnTo>
                    <a:pt x="1440224" y="1544300"/>
                  </a:lnTo>
                  <a:lnTo>
                    <a:pt x="1440203" y="1544297"/>
                  </a:lnTo>
                  <a:lnTo>
                    <a:pt x="1440188" y="1544300"/>
                  </a:lnTo>
                  <a:lnTo>
                    <a:pt x="1440173" y="1544304"/>
                  </a:lnTo>
                  <a:lnTo>
                    <a:pt x="1440151" y="1544316"/>
                  </a:lnTo>
                  <a:lnTo>
                    <a:pt x="1440129" y="1544314"/>
                  </a:lnTo>
                  <a:lnTo>
                    <a:pt x="1440124" y="1544312"/>
                  </a:lnTo>
                  <a:lnTo>
                    <a:pt x="1440119" y="1544310"/>
                  </a:lnTo>
                  <a:lnTo>
                    <a:pt x="1440105" y="1544299"/>
                  </a:lnTo>
                  <a:lnTo>
                    <a:pt x="1440094" y="1544292"/>
                  </a:lnTo>
                  <a:lnTo>
                    <a:pt x="1440076" y="1544282"/>
                  </a:lnTo>
                  <a:lnTo>
                    <a:pt x="1440045" y="1544269"/>
                  </a:lnTo>
                  <a:lnTo>
                    <a:pt x="1440033" y="1544258"/>
                  </a:lnTo>
                  <a:lnTo>
                    <a:pt x="1440020" y="1544247"/>
                  </a:lnTo>
                  <a:lnTo>
                    <a:pt x="1440001" y="1544232"/>
                  </a:lnTo>
                  <a:lnTo>
                    <a:pt x="1439989" y="1544226"/>
                  </a:lnTo>
                  <a:lnTo>
                    <a:pt x="1439969" y="1544221"/>
                  </a:lnTo>
                  <a:lnTo>
                    <a:pt x="1439945" y="1544210"/>
                  </a:lnTo>
                  <a:lnTo>
                    <a:pt x="1439933" y="1544201"/>
                  </a:lnTo>
                  <a:lnTo>
                    <a:pt x="1439921" y="1544185"/>
                  </a:lnTo>
                  <a:lnTo>
                    <a:pt x="1439844" y="1544074"/>
                  </a:lnTo>
                  <a:lnTo>
                    <a:pt x="1439841" y="1544069"/>
                  </a:lnTo>
                  <a:lnTo>
                    <a:pt x="1439783" y="1544034"/>
                  </a:lnTo>
                  <a:lnTo>
                    <a:pt x="1439775" y="1544030"/>
                  </a:lnTo>
                  <a:lnTo>
                    <a:pt x="1439770" y="1544028"/>
                  </a:lnTo>
                  <a:lnTo>
                    <a:pt x="1439766" y="1544024"/>
                  </a:lnTo>
                  <a:lnTo>
                    <a:pt x="1439761" y="1544022"/>
                  </a:lnTo>
                  <a:lnTo>
                    <a:pt x="1439756" y="1544020"/>
                  </a:lnTo>
                  <a:lnTo>
                    <a:pt x="1439751" y="1544019"/>
                  </a:lnTo>
                  <a:lnTo>
                    <a:pt x="1439746" y="1544018"/>
                  </a:lnTo>
                  <a:lnTo>
                    <a:pt x="1439739" y="1544018"/>
                  </a:lnTo>
                  <a:lnTo>
                    <a:pt x="1439732" y="1544019"/>
                  </a:lnTo>
                  <a:lnTo>
                    <a:pt x="1439725" y="1544020"/>
                  </a:lnTo>
                  <a:lnTo>
                    <a:pt x="1439719" y="1544022"/>
                  </a:lnTo>
                  <a:lnTo>
                    <a:pt x="1439711" y="1544024"/>
                  </a:lnTo>
                  <a:lnTo>
                    <a:pt x="1439705" y="1544026"/>
                  </a:lnTo>
                  <a:lnTo>
                    <a:pt x="1439700" y="1544027"/>
                  </a:lnTo>
                  <a:lnTo>
                    <a:pt x="1439693" y="1544029"/>
                  </a:lnTo>
                  <a:lnTo>
                    <a:pt x="1439686" y="1544029"/>
                  </a:lnTo>
                  <a:lnTo>
                    <a:pt x="1439679" y="1544028"/>
                  </a:lnTo>
                  <a:lnTo>
                    <a:pt x="1439672" y="1544025"/>
                  </a:lnTo>
                  <a:lnTo>
                    <a:pt x="1439667" y="1544022"/>
                  </a:lnTo>
                  <a:lnTo>
                    <a:pt x="1439661" y="1544018"/>
                  </a:lnTo>
                  <a:lnTo>
                    <a:pt x="1439654" y="1544014"/>
                  </a:lnTo>
                  <a:lnTo>
                    <a:pt x="1439646" y="1544013"/>
                  </a:lnTo>
                  <a:lnTo>
                    <a:pt x="1439637" y="1544012"/>
                  </a:lnTo>
                  <a:lnTo>
                    <a:pt x="1439633" y="1544011"/>
                  </a:lnTo>
                  <a:lnTo>
                    <a:pt x="1439627" y="1544010"/>
                  </a:lnTo>
                  <a:lnTo>
                    <a:pt x="1439622" y="1544009"/>
                  </a:lnTo>
                  <a:lnTo>
                    <a:pt x="1439545" y="1543977"/>
                  </a:lnTo>
                  <a:lnTo>
                    <a:pt x="1439539" y="1543975"/>
                  </a:lnTo>
                  <a:lnTo>
                    <a:pt x="1439528" y="1543973"/>
                  </a:lnTo>
                  <a:lnTo>
                    <a:pt x="1439521" y="1543971"/>
                  </a:lnTo>
                  <a:lnTo>
                    <a:pt x="1439513" y="1543968"/>
                  </a:lnTo>
                  <a:lnTo>
                    <a:pt x="1439507" y="1543966"/>
                  </a:lnTo>
                  <a:lnTo>
                    <a:pt x="1439502" y="1543962"/>
                  </a:lnTo>
                  <a:lnTo>
                    <a:pt x="1439497" y="1543959"/>
                  </a:lnTo>
                  <a:lnTo>
                    <a:pt x="1439494" y="1543956"/>
                  </a:lnTo>
                  <a:lnTo>
                    <a:pt x="1439489" y="1543951"/>
                  </a:lnTo>
                  <a:lnTo>
                    <a:pt x="1439485" y="1543948"/>
                  </a:lnTo>
                  <a:lnTo>
                    <a:pt x="1439480" y="1543944"/>
                  </a:lnTo>
                  <a:lnTo>
                    <a:pt x="1439476" y="1543941"/>
                  </a:lnTo>
                  <a:lnTo>
                    <a:pt x="1439470" y="1543938"/>
                  </a:lnTo>
                  <a:lnTo>
                    <a:pt x="1439462" y="1543934"/>
                  </a:lnTo>
                  <a:lnTo>
                    <a:pt x="1439457" y="1543929"/>
                  </a:lnTo>
                  <a:lnTo>
                    <a:pt x="1439454" y="1543926"/>
                  </a:lnTo>
                  <a:lnTo>
                    <a:pt x="1439450" y="1543921"/>
                  </a:lnTo>
                  <a:lnTo>
                    <a:pt x="1439446" y="1543916"/>
                  </a:lnTo>
                  <a:lnTo>
                    <a:pt x="1439443" y="1543911"/>
                  </a:lnTo>
                  <a:lnTo>
                    <a:pt x="1439440" y="1543907"/>
                  </a:lnTo>
                  <a:lnTo>
                    <a:pt x="1439437" y="1543902"/>
                  </a:lnTo>
                  <a:lnTo>
                    <a:pt x="1439434" y="1543897"/>
                  </a:lnTo>
                  <a:lnTo>
                    <a:pt x="1439430" y="1543891"/>
                  </a:lnTo>
                  <a:lnTo>
                    <a:pt x="1439425" y="1543884"/>
                  </a:lnTo>
                  <a:lnTo>
                    <a:pt x="1439421" y="1543879"/>
                  </a:lnTo>
                  <a:lnTo>
                    <a:pt x="1439417" y="1543876"/>
                  </a:lnTo>
                  <a:lnTo>
                    <a:pt x="1439413" y="1543873"/>
                  </a:lnTo>
                  <a:lnTo>
                    <a:pt x="1439408" y="1543870"/>
                  </a:lnTo>
                  <a:lnTo>
                    <a:pt x="1439404" y="1543867"/>
                  </a:lnTo>
                  <a:lnTo>
                    <a:pt x="1439399" y="1543864"/>
                  </a:lnTo>
                  <a:lnTo>
                    <a:pt x="1439395" y="1543860"/>
                  </a:lnTo>
                  <a:lnTo>
                    <a:pt x="1439392" y="1543855"/>
                  </a:lnTo>
                  <a:lnTo>
                    <a:pt x="1439389" y="1543849"/>
                  </a:lnTo>
                  <a:lnTo>
                    <a:pt x="1439387" y="1543845"/>
                  </a:lnTo>
                  <a:lnTo>
                    <a:pt x="1439384" y="1543839"/>
                  </a:lnTo>
                  <a:lnTo>
                    <a:pt x="1439380" y="1543833"/>
                  </a:lnTo>
                  <a:lnTo>
                    <a:pt x="1439375" y="1543828"/>
                  </a:lnTo>
                  <a:lnTo>
                    <a:pt x="1439368" y="1543824"/>
                  </a:lnTo>
                  <a:lnTo>
                    <a:pt x="1439361" y="1543823"/>
                  </a:lnTo>
                  <a:lnTo>
                    <a:pt x="1439356" y="1543822"/>
                  </a:lnTo>
                  <a:lnTo>
                    <a:pt x="1439351" y="1543821"/>
                  </a:lnTo>
                  <a:lnTo>
                    <a:pt x="1439346" y="1543821"/>
                  </a:lnTo>
                  <a:lnTo>
                    <a:pt x="1439341" y="1543820"/>
                  </a:lnTo>
                  <a:lnTo>
                    <a:pt x="1439335" y="1543818"/>
                  </a:lnTo>
                  <a:lnTo>
                    <a:pt x="1439331" y="1543815"/>
                  </a:lnTo>
                  <a:lnTo>
                    <a:pt x="1439329" y="1543809"/>
                  </a:lnTo>
                  <a:lnTo>
                    <a:pt x="1439327" y="1543802"/>
                  </a:lnTo>
                  <a:lnTo>
                    <a:pt x="1439325" y="1543796"/>
                  </a:lnTo>
                  <a:lnTo>
                    <a:pt x="1439323" y="1543789"/>
                  </a:lnTo>
                  <a:lnTo>
                    <a:pt x="1439322" y="1543784"/>
                  </a:lnTo>
                  <a:lnTo>
                    <a:pt x="1439320" y="1543778"/>
                  </a:lnTo>
                  <a:lnTo>
                    <a:pt x="1439317" y="1543773"/>
                  </a:lnTo>
                  <a:lnTo>
                    <a:pt x="1439312" y="1543768"/>
                  </a:lnTo>
                  <a:lnTo>
                    <a:pt x="1439305" y="1543767"/>
                  </a:lnTo>
                  <a:lnTo>
                    <a:pt x="1439300" y="1543767"/>
                  </a:lnTo>
                  <a:lnTo>
                    <a:pt x="1439295" y="1543766"/>
                  </a:lnTo>
                  <a:lnTo>
                    <a:pt x="1439290" y="1543766"/>
                  </a:lnTo>
                  <a:lnTo>
                    <a:pt x="1439285" y="1543765"/>
                  </a:lnTo>
                  <a:lnTo>
                    <a:pt x="1439280" y="1543764"/>
                  </a:lnTo>
                  <a:lnTo>
                    <a:pt x="1439275" y="1543763"/>
                  </a:lnTo>
                  <a:lnTo>
                    <a:pt x="1439270" y="1543762"/>
                  </a:lnTo>
                  <a:lnTo>
                    <a:pt x="1439263" y="1543761"/>
                  </a:lnTo>
                  <a:lnTo>
                    <a:pt x="1439255" y="1543758"/>
                  </a:lnTo>
                  <a:lnTo>
                    <a:pt x="1439250" y="1543755"/>
                  </a:lnTo>
                  <a:lnTo>
                    <a:pt x="1439244" y="1543753"/>
                  </a:lnTo>
                  <a:lnTo>
                    <a:pt x="1439238" y="1543751"/>
                  </a:lnTo>
                  <a:lnTo>
                    <a:pt x="1439231" y="1543749"/>
                  </a:lnTo>
                  <a:lnTo>
                    <a:pt x="1439225" y="1543746"/>
                  </a:lnTo>
                  <a:lnTo>
                    <a:pt x="1439220" y="1543742"/>
                  </a:lnTo>
                  <a:lnTo>
                    <a:pt x="1439215" y="1543737"/>
                  </a:lnTo>
                  <a:lnTo>
                    <a:pt x="1439211" y="1543732"/>
                  </a:lnTo>
                  <a:lnTo>
                    <a:pt x="1439206" y="1543724"/>
                  </a:lnTo>
                  <a:lnTo>
                    <a:pt x="1439202" y="1543714"/>
                  </a:lnTo>
                  <a:lnTo>
                    <a:pt x="1439199" y="1543707"/>
                  </a:lnTo>
                  <a:lnTo>
                    <a:pt x="1439197" y="1543701"/>
                  </a:lnTo>
                  <a:lnTo>
                    <a:pt x="1439193" y="1543698"/>
                  </a:lnTo>
                  <a:lnTo>
                    <a:pt x="1439188" y="1543695"/>
                  </a:lnTo>
                  <a:lnTo>
                    <a:pt x="1439181" y="1543694"/>
                  </a:lnTo>
                  <a:lnTo>
                    <a:pt x="1439175" y="1543693"/>
                  </a:lnTo>
                  <a:lnTo>
                    <a:pt x="1439167" y="1543691"/>
                  </a:lnTo>
                  <a:lnTo>
                    <a:pt x="1439161" y="1543690"/>
                  </a:lnTo>
                  <a:lnTo>
                    <a:pt x="1439153" y="1543688"/>
                  </a:lnTo>
                  <a:lnTo>
                    <a:pt x="1439148" y="1543686"/>
                  </a:lnTo>
                  <a:lnTo>
                    <a:pt x="1439143" y="1543684"/>
                  </a:lnTo>
                  <a:lnTo>
                    <a:pt x="1439137" y="1543683"/>
                  </a:lnTo>
                  <a:lnTo>
                    <a:pt x="1439131" y="1543681"/>
                  </a:lnTo>
                  <a:lnTo>
                    <a:pt x="1439123" y="1543680"/>
                  </a:lnTo>
                  <a:lnTo>
                    <a:pt x="1439117" y="1543684"/>
                  </a:lnTo>
                  <a:lnTo>
                    <a:pt x="1439113" y="1543690"/>
                  </a:lnTo>
                  <a:lnTo>
                    <a:pt x="1439109" y="1543695"/>
                  </a:lnTo>
                  <a:lnTo>
                    <a:pt x="1439103" y="1543695"/>
                  </a:lnTo>
                  <a:lnTo>
                    <a:pt x="1439098" y="1543692"/>
                  </a:lnTo>
                  <a:lnTo>
                    <a:pt x="1439093" y="1543689"/>
                  </a:lnTo>
                  <a:lnTo>
                    <a:pt x="1439086" y="1543686"/>
                  </a:lnTo>
                  <a:lnTo>
                    <a:pt x="1439082" y="1543683"/>
                  </a:lnTo>
                  <a:lnTo>
                    <a:pt x="1439077" y="1543679"/>
                  </a:lnTo>
                  <a:lnTo>
                    <a:pt x="1439072" y="1543673"/>
                  </a:lnTo>
                  <a:lnTo>
                    <a:pt x="1439068" y="1543669"/>
                  </a:lnTo>
                  <a:lnTo>
                    <a:pt x="1439064" y="1543664"/>
                  </a:lnTo>
                  <a:lnTo>
                    <a:pt x="1439061" y="1543660"/>
                  </a:lnTo>
                  <a:lnTo>
                    <a:pt x="1439061" y="1543644"/>
                  </a:lnTo>
                  <a:lnTo>
                    <a:pt x="1439061" y="1543627"/>
                  </a:lnTo>
                  <a:lnTo>
                    <a:pt x="1439057" y="1543624"/>
                  </a:lnTo>
                  <a:lnTo>
                    <a:pt x="1439060" y="1543610"/>
                  </a:lnTo>
                  <a:lnTo>
                    <a:pt x="1439067" y="1543605"/>
                  </a:lnTo>
                  <a:lnTo>
                    <a:pt x="1439077" y="1543599"/>
                  </a:lnTo>
                  <a:lnTo>
                    <a:pt x="1439086" y="1543594"/>
                  </a:lnTo>
                  <a:lnTo>
                    <a:pt x="1439092" y="1543591"/>
                  </a:lnTo>
                  <a:lnTo>
                    <a:pt x="1439099" y="1543588"/>
                  </a:lnTo>
                  <a:lnTo>
                    <a:pt x="1439108" y="1543583"/>
                  </a:lnTo>
                  <a:lnTo>
                    <a:pt x="1439115" y="1543580"/>
                  </a:lnTo>
                  <a:lnTo>
                    <a:pt x="1439121" y="1543576"/>
                  </a:lnTo>
                  <a:lnTo>
                    <a:pt x="1439126" y="1543572"/>
                  </a:lnTo>
                  <a:lnTo>
                    <a:pt x="1439133" y="1543565"/>
                  </a:lnTo>
                  <a:lnTo>
                    <a:pt x="1439140" y="1543559"/>
                  </a:lnTo>
                  <a:lnTo>
                    <a:pt x="1439145" y="1543555"/>
                  </a:lnTo>
                  <a:lnTo>
                    <a:pt x="1439152" y="1543551"/>
                  </a:lnTo>
                  <a:lnTo>
                    <a:pt x="1439154" y="1543545"/>
                  </a:lnTo>
                  <a:lnTo>
                    <a:pt x="1439150" y="1543539"/>
                  </a:lnTo>
                  <a:lnTo>
                    <a:pt x="1439147" y="1543534"/>
                  </a:lnTo>
                  <a:lnTo>
                    <a:pt x="1439145" y="1543529"/>
                  </a:lnTo>
                  <a:lnTo>
                    <a:pt x="1439145" y="1543521"/>
                  </a:lnTo>
                  <a:lnTo>
                    <a:pt x="1439145" y="1543514"/>
                  </a:lnTo>
                  <a:lnTo>
                    <a:pt x="1439145" y="1543508"/>
                  </a:lnTo>
                  <a:lnTo>
                    <a:pt x="1439147" y="1543502"/>
                  </a:lnTo>
                  <a:lnTo>
                    <a:pt x="1439150" y="1543496"/>
                  </a:lnTo>
                  <a:lnTo>
                    <a:pt x="1439154" y="1543490"/>
                  </a:lnTo>
                  <a:lnTo>
                    <a:pt x="1439157" y="1543486"/>
                  </a:lnTo>
                  <a:lnTo>
                    <a:pt x="1439161" y="1543482"/>
                  </a:lnTo>
                  <a:lnTo>
                    <a:pt x="1439167" y="1543473"/>
                  </a:lnTo>
                  <a:lnTo>
                    <a:pt x="1439171" y="1543466"/>
                  </a:lnTo>
                  <a:lnTo>
                    <a:pt x="1439175" y="1543458"/>
                  </a:lnTo>
                  <a:lnTo>
                    <a:pt x="1439177" y="1543452"/>
                  </a:lnTo>
                  <a:lnTo>
                    <a:pt x="1439179" y="1543446"/>
                  </a:lnTo>
                  <a:lnTo>
                    <a:pt x="1439180" y="1543441"/>
                  </a:lnTo>
                  <a:lnTo>
                    <a:pt x="1439182" y="1543436"/>
                  </a:lnTo>
                  <a:lnTo>
                    <a:pt x="1439183" y="1543430"/>
                  </a:lnTo>
                  <a:lnTo>
                    <a:pt x="1439184" y="1543423"/>
                  </a:lnTo>
                  <a:lnTo>
                    <a:pt x="1439183" y="1543417"/>
                  </a:lnTo>
                  <a:lnTo>
                    <a:pt x="1439181" y="1543411"/>
                  </a:lnTo>
                  <a:lnTo>
                    <a:pt x="1439179" y="1543405"/>
                  </a:lnTo>
                  <a:lnTo>
                    <a:pt x="1439174" y="1543397"/>
                  </a:lnTo>
                  <a:lnTo>
                    <a:pt x="1439171" y="1543391"/>
                  </a:lnTo>
                  <a:lnTo>
                    <a:pt x="1439169" y="1543385"/>
                  </a:lnTo>
                  <a:lnTo>
                    <a:pt x="1439167" y="1543378"/>
                  </a:lnTo>
                  <a:lnTo>
                    <a:pt x="1439167" y="1543371"/>
                  </a:lnTo>
                  <a:lnTo>
                    <a:pt x="1439167" y="1543364"/>
                  </a:lnTo>
                  <a:lnTo>
                    <a:pt x="1439167" y="1543356"/>
                  </a:lnTo>
                  <a:lnTo>
                    <a:pt x="1439168" y="1543348"/>
                  </a:lnTo>
                  <a:lnTo>
                    <a:pt x="1439168" y="1543338"/>
                  </a:lnTo>
                  <a:lnTo>
                    <a:pt x="1439167" y="1543331"/>
                  </a:lnTo>
                  <a:lnTo>
                    <a:pt x="1439165" y="1543323"/>
                  </a:lnTo>
                  <a:lnTo>
                    <a:pt x="1439162" y="1543317"/>
                  </a:lnTo>
                  <a:lnTo>
                    <a:pt x="1439157" y="1543312"/>
                  </a:lnTo>
                  <a:lnTo>
                    <a:pt x="1439151" y="1543306"/>
                  </a:lnTo>
                  <a:lnTo>
                    <a:pt x="1439143" y="1543300"/>
                  </a:lnTo>
                  <a:lnTo>
                    <a:pt x="1439137" y="1543295"/>
                  </a:lnTo>
                  <a:lnTo>
                    <a:pt x="1439131" y="1543289"/>
                  </a:lnTo>
                  <a:lnTo>
                    <a:pt x="1439126" y="1543284"/>
                  </a:lnTo>
                  <a:lnTo>
                    <a:pt x="1439122" y="1543281"/>
                  </a:lnTo>
                  <a:lnTo>
                    <a:pt x="1439118" y="1543277"/>
                  </a:lnTo>
                  <a:lnTo>
                    <a:pt x="1439113" y="1543272"/>
                  </a:lnTo>
                  <a:lnTo>
                    <a:pt x="1439108" y="1543265"/>
                  </a:lnTo>
                  <a:lnTo>
                    <a:pt x="1439104" y="1543259"/>
                  </a:lnTo>
                  <a:lnTo>
                    <a:pt x="1439106" y="1543252"/>
                  </a:lnTo>
                  <a:lnTo>
                    <a:pt x="1439108" y="1543246"/>
                  </a:lnTo>
                  <a:lnTo>
                    <a:pt x="1439111" y="1543239"/>
                  </a:lnTo>
                  <a:lnTo>
                    <a:pt x="1439115" y="1543233"/>
                  </a:lnTo>
                  <a:lnTo>
                    <a:pt x="1439118" y="1543229"/>
                  </a:lnTo>
                  <a:lnTo>
                    <a:pt x="1439122" y="1543225"/>
                  </a:lnTo>
                  <a:lnTo>
                    <a:pt x="1439126" y="1543221"/>
                  </a:lnTo>
                  <a:lnTo>
                    <a:pt x="1439131" y="1543216"/>
                  </a:lnTo>
                  <a:lnTo>
                    <a:pt x="1439134" y="1543209"/>
                  </a:lnTo>
                  <a:lnTo>
                    <a:pt x="1439134" y="1543202"/>
                  </a:lnTo>
                  <a:lnTo>
                    <a:pt x="1439132" y="1543191"/>
                  </a:lnTo>
                  <a:lnTo>
                    <a:pt x="1439130" y="1543179"/>
                  </a:lnTo>
                  <a:lnTo>
                    <a:pt x="1439128" y="1543173"/>
                  </a:lnTo>
                  <a:lnTo>
                    <a:pt x="1439127" y="1543167"/>
                  </a:lnTo>
                  <a:lnTo>
                    <a:pt x="1439126" y="1543159"/>
                  </a:lnTo>
                  <a:lnTo>
                    <a:pt x="1439126" y="1543151"/>
                  </a:lnTo>
                  <a:lnTo>
                    <a:pt x="1439128" y="1543145"/>
                  </a:lnTo>
                  <a:lnTo>
                    <a:pt x="1439130" y="1543139"/>
                  </a:lnTo>
                  <a:lnTo>
                    <a:pt x="1439130" y="1543132"/>
                  </a:lnTo>
                  <a:lnTo>
                    <a:pt x="1439128" y="1543124"/>
                  </a:lnTo>
                  <a:lnTo>
                    <a:pt x="1439122" y="1543117"/>
                  </a:lnTo>
                  <a:lnTo>
                    <a:pt x="1439116" y="1543111"/>
                  </a:lnTo>
                  <a:lnTo>
                    <a:pt x="1439112" y="1543107"/>
                  </a:lnTo>
                  <a:lnTo>
                    <a:pt x="1439108" y="1543103"/>
                  </a:lnTo>
                  <a:lnTo>
                    <a:pt x="1439103" y="1543099"/>
                  </a:lnTo>
                  <a:lnTo>
                    <a:pt x="1439096" y="1543095"/>
                  </a:lnTo>
                  <a:lnTo>
                    <a:pt x="1439082" y="1543067"/>
                  </a:lnTo>
                  <a:lnTo>
                    <a:pt x="1439067" y="1543067"/>
                  </a:lnTo>
                  <a:lnTo>
                    <a:pt x="1439053" y="1543065"/>
                  </a:lnTo>
                  <a:lnTo>
                    <a:pt x="1439034" y="1543062"/>
                  </a:lnTo>
                  <a:lnTo>
                    <a:pt x="1439021" y="1543052"/>
                  </a:lnTo>
                  <a:lnTo>
                    <a:pt x="1439002" y="1543040"/>
                  </a:lnTo>
                  <a:lnTo>
                    <a:pt x="1438989" y="1543039"/>
                  </a:lnTo>
                  <a:lnTo>
                    <a:pt x="1438977" y="1543037"/>
                  </a:lnTo>
                  <a:lnTo>
                    <a:pt x="1438959" y="1543027"/>
                  </a:lnTo>
                  <a:lnTo>
                    <a:pt x="1438944" y="1543023"/>
                  </a:lnTo>
                  <a:lnTo>
                    <a:pt x="1438931" y="1543018"/>
                  </a:lnTo>
                  <a:lnTo>
                    <a:pt x="1438923" y="1543013"/>
                  </a:lnTo>
                  <a:lnTo>
                    <a:pt x="1438915" y="1543006"/>
                  </a:lnTo>
                  <a:lnTo>
                    <a:pt x="1438917" y="1542996"/>
                  </a:lnTo>
                  <a:lnTo>
                    <a:pt x="1438918" y="1542981"/>
                  </a:lnTo>
                  <a:lnTo>
                    <a:pt x="1438918" y="1542974"/>
                  </a:lnTo>
                  <a:lnTo>
                    <a:pt x="1438908" y="1542969"/>
                  </a:lnTo>
                  <a:lnTo>
                    <a:pt x="1438896" y="1542964"/>
                  </a:lnTo>
                  <a:lnTo>
                    <a:pt x="1438875" y="1542948"/>
                  </a:lnTo>
                  <a:lnTo>
                    <a:pt x="1438881" y="1542927"/>
                  </a:lnTo>
                  <a:lnTo>
                    <a:pt x="1438882" y="1542906"/>
                  </a:lnTo>
                  <a:lnTo>
                    <a:pt x="1438880" y="1542899"/>
                  </a:lnTo>
                  <a:lnTo>
                    <a:pt x="1438869" y="1542883"/>
                  </a:lnTo>
                  <a:lnTo>
                    <a:pt x="1438861" y="1542874"/>
                  </a:lnTo>
                  <a:lnTo>
                    <a:pt x="1438854" y="1542858"/>
                  </a:lnTo>
                  <a:lnTo>
                    <a:pt x="1438851" y="1542840"/>
                  </a:lnTo>
                  <a:lnTo>
                    <a:pt x="1438847" y="1542827"/>
                  </a:lnTo>
                  <a:lnTo>
                    <a:pt x="1438839" y="1542805"/>
                  </a:lnTo>
                  <a:lnTo>
                    <a:pt x="1438832" y="1542789"/>
                  </a:lnTo>
                  <a:lnTo>
                    <a:pt x="1438820" y="1542768"/>
                  </a:lnTo>
                  <a:lnTo>
                    <a:pt x="1438812" y="1542755"/>
                  </a:lnTo>
                  <a:lnTo>
                    <a:pt x="1438809" y="1542742"/>
                  </a:lnTo>
                  <a:lnTo>
                    <a:pt x="1438808" y="1542736"/>
                  </a:lnTo>
                  <a:lnTo>
                    <a:pt x="1438809" y="1542728"/>
                  </a:lnTo>
                  <a:lnTo>
                    <a:pt x="1438812" y="1542719"/>
                  </a:lnTo>
                  <a:lnTo>
                    <a:pt x="1438819" y="1542707"/>
                  </a:lnTo>
                  <a:lnTo>
                    <a:pt x="1438820" y="1542700"/>
                  </a:lnTo>
                  <a:lnTo>
                    <a:pt x="1438815" y="1542695"/>
                  </a:lnTo>
                  <a:lnTo>
                    <a:pt x="1438803" y="1542687"/>
                  </a:lnTo>
                  <a:lnTo>
                    <a:pt x="1438798" y="1542672"/>
                  </a:lnTo>
                  <a:lnTo>
                    <a:pt x="1438796" y="1542655"/>
                  </a:lnTo>
                  <a:lnTo>
                    <a:pt x="1438796" y="1542649"/>
                  </a:lnTo>
                  <a:lnTo>
                    <a:pt x="1438791" y="1542645"/>
                  </a:lnTo>
                  <a:lnTo>
                    <a:pt x="1438784" y="1542643"/>
                  </a:lnTo>
                  <a:lnTo>
                    <a:pt x="1438771" y="1542639"/>
                  </a:lnTo>
                  <a:lnTo>
                    <a:pt x="1438757" y="1542633"/>
                  </a:lnTo>
                  <a:lnTo>
                    <a:pt x="1438741" y="1542626"/>
                  </a:lnTo>
                  <a:lnTo>
                    <a:pt x="1438732" y="1542618"/>
                  </a:lnTo>
                  <a:lnTo>
                    <a:pt x="1438712" y="1542604"/>
                  </a:lnTo>
                  <a:lnTo>
                    <a:pt x="1438701" y="1542594"/>
                  </a:lnTo>
                  <a:lnTo>
                    <a:pt x="1438686" y="1542588"/>
                  </a:lnTo>
                  <a:lnTo>
                    <a:pt x="1438669" y="1542583"/>
                  </a:lnTo>
                  <a:lnTo>
                    <a:pt x="1438670" y="1542576"/>
                  </a:lnTo>
                  <a:lnTo>
                    <a:pt x="1438670" y="1542570"/>
                  </a:lnTo>
                  <a:lnTo>
                    <a:pt x="1438670" y="1542565"/>
                  </a:lnTo>
                  <a:lnTo>
                    <a:pt x="1438670" y="1542559"/>
                  </a:lnTo>
                  <a:lnTo>
                    <a:pt x="1438668" y="1542553"/>
                  </a:lnTo>
                  <a:lnTo>
                    <a:pt x="1438666" y="1542547"/>
                  </a:lnTo>
                  <a:lnTo>
                    <a:pt x="1438664" y="1542541"/>
                  </a:lnTo>
                  <a:lnTo>
                    <a:pt x="1438661" y="1542535"/>
                  </a:lnTo>
                  <a:lnTo>
                    <a:pt x="1438659" y="1542529"/>
                  </a:lnTo>
                  <a:lnTo>
                    <a:pt x="1438657" y="1542524"/>
                  </a:lnTo>
                  <a:lnTo>
                    <a:pt x="1438655" y="1542518"/>
                  </a:lnTo>
                  <a:lnTo>
                    <a:pt x="1438653" y="1542512"/>
                  </a:lnTo>
                  <a:lnTo>
                    <a:pt x="1438650" y="1542505"/>
                  </a:lnTo>
                  <a:lnTo>
                    <a:pt x="1438647" y="1542499"/>
                  </a:lnTo>
                  <a:lnTo>
                    <a:pt x="1438644" y="1542493"/>
                  </a:lnTo>
                  <a:lnTo>
                    <a:pt x="1438639" y="1542485"/>
                  </a:lnTo>
                  <a:lnTo>
                    <a:pt x="1438635" y="1542478"/>
                  </a:lnTo>
                  <a:lnTo>
                    <a:pt x="1438629" y="1542468"/>
                  </a:lnTo>
                  <a:lnTo>
                    <a:pt x="1438624" y="1542460"/>
                  </a:lnTo>
                  <a:lnTo>
                    <a:pt x="1438620" y="1542454"/>
                  </a:lnTo>
                  <a:lnTo>
                    <a:pt x="1438617" y="1542449"/>
                  </a:lnTo>
                  <a:lnTo>
                    <a:pt x="1438612" y="1542443"/>
                  </a:lnTo>
                  <a:lnTo>
                    <a:pt x="1438605" y="1542435"/>
                  </a:lnTo>
                  <a:lnTo>
                    <a:pt x="1438600" y="1542431"/>
                  </a:lnTo>
                  <a:lnTo>
                    <a:pt x="1438593" y="1542426"/>
                  </a:lnTo>
                  <a:lnTo>
                    <a:pt x="1438586" y="1542421"/>
                  </a:lnTo>
                  <a:lnTo>
                    <a:pt x="1438581" y="1542418"/>
                  </a:lnTo>
                  <a:lnTo>
                    <a:pt x="1438571" y="1542414"/>
                  </a:lnTo>
                  <a:lnTo>
                    <a:pt x="1438566" y="1542412"/>
                  </a:lnTo>
                  <a:lnTo>
                    <a:pt x="1438560" y="1542410"/>
                  </a:lnTo>
                  <a:lnTo>
                    <a:pt x="1438555" y="1542409"/>
                  </a:lnTo>
                  <a:lnTo>
                    <a:pt x="1438550" y="1542409"/>
                  </a:lnTo>
                  <a:lnTo>
                    <a:pt x="1438542" y="1542409"/>
                  </a:lnTo>
                  <a:lnTo>
                    <a:pt x="1438532" y="1542409"/>
                  </a:lnTo>
                  <a:lnTo>
                    <a:pt x="1438526" y="1542408"/>
                  </a:lnTo>
                  <a:lnTo>
                    <a:pt x="1438520" y="1542406"/>
                  </a:lnTo>
                  <a:lnTo>
                    <a:pt x="1438512" y="1542403"/>
                  </a:lnTo>
                  <a:lnTo>
                    <a:pt x="1438503" y="1542399"/>
                  </a:lnTo>
                  <a:lnTo>
                    <a:pt x="1438497" y="1542397"/>
                  </a:lnTo>
                  <a:lnTo>
                    <a:pt x="1438487" y="1542393"/>
                  </a:lnTo>
                  <a:lnTo>
                    <a:pt x="1438482" y="1542391"/>
                  </a:lnTo>
                  <a:lnTo>
                    <a:pt x="1438477" y="1542390"/>
                  </a:lnTo>
                  <a:lnTo>
                    <a:pt x="1438469" y="1542390"/>
                  </a:lnTo>
                  <a:lnTo>
                    <a:pt x="1438463" y="1542390"/>
                  </a:lnTo>
                  <a:lnTo>
                    <a:pt x="1438456" y="1542390"/>
                  </a:lnTo>
                  <a:lnTo>
                    <a:pt x="1438448" y="1542391"/>
                  </a:lnTo>
                  <a:lnTo>
                    <a:pt x="1438441" y="1542391"/>
                  </a:lnTo>
                  <a:lnTo>
                    <a:pt x="1438434" y="1542392"/>
                  </a:lnTo>
                  <a:lnTo>
                    <a:pt x="1438427" y="1542393"/>
                  </a:lnTo>
                  <a:lnTo>
                    <a:pt x="1438419" y="1542394"/>
                  </a:lnTo>
                  <a:lnTo>
                    <a:pt x="1438411" y="1542392"/>
                  </a:lnTo>
                  <a:lnTo>
                    <a:pt x="1438404" y="1542388"/>
                  </a:lnTo>
                  <a:lnTo>
                    <a:pt x="1438399" y="1542384"/>
                  </a:lnTo>
                  <a:lnTo>
                    <a:pt x="1438395" y="1542379"/>
                  </a:lnTo>
                  <a:lnTo>
                    <a:pt x="1438392" y="1542376"/>
                  </a:lnTo>
                  <a:lnTo>
                    <a:pt x="1438388" y="1542372"/>
                  </a:lnTo>
                  <a:lnTo>
                    <a:pt x="1438385" y="1542368"/>
                  </a:lnTo>
                  <a:lnTo>
                    <a:pt x="1438379" y="1542363"/>
                  </a:lnTo>
                  <a:lnTo>
                    <a:pt x="1438375" y="1542359"/>
                  </a:lnTo>
                  <a:lnTo>
                    <a:pt x="1438370" y="1542355"/>
                  </a:lnTo>
                  <a:lnTo>
                    <a:pt x="1438366" y="1542352"/>
                  </a:lnTo>
                  <a:lnTo>
                    <a:pt x="1438362" y="1542348"/>
                  </a:lnTo>
                  <a:lnTo>
                    <a:pt x="1438357" y="1542345"/>
                  </a:lnTo>
                  <a:lnTo>
                    <a:pt x="1438352" y="1542342"/>
                  </a:lnTo>
                  <a:lnTo>
                    <a:pt x="1438348" y="1542339"/>
                  </a:lnTo>
                  <a:lnTo>
                    <a:pt x="1438343" y="1542337"/>
                  </a:lnTo>
                  <a:lnTo>
                    <a:pt x="1438337" y="1542335"/>
                  </a:lnTo>
                  <a:lnTo>
                    <a:pt x="1438331" y="1542335"/>
                  </a:lnTo>
                  <a:lnTo>
                    <a:pt x="1438327" y="1542335"/>
                  </a:lnTo>
                  <a:lnTo>
                    <a:pt x="1438319" y="1542335"/>
                  </a:lnTo>
                  <a:lnTo>
                    <a:pt x="1438312" y="1542336"/>
                  </a:lnTo>
                  <a:lnTo>
                    <a:pt x="1438307" y="1542338"/>
                  </a:lnTo>
                  <a:lnTo>
                    <a:pt x="1438300" y="1542340"/>
                  </a:lnTo>
                  <a:lnTo>
                    <a:pt x="1438295" y="1542343"/>
                  </a:lnTo>
                  <a:lnTo>
                    <a:pt x="1438289" y="1542348"/>
                  </a:lnTo>
                  <a:lnTo>
                    <a:pt x="1438282" y="1542352"/>
                  </a:lnTo>
                  <a:lnTo>
                    <a:pt x="1438274" y="1542354"/>
                  </a:lnTo>
                  <a:lnTo>
                    <a:pt x="1438268" y="1542355"/>
                  </a:lnTo>
                  <a:lnTo>
                    <a:pt x="1438259" y="1542355"/>
                  </a:lnTo>
                  <a:lnTo>
                    <a:pt x="1438250" y="1542356"/>
                  </a:lnTo>
                  <a:lnTo>
                    <a:pt x="1438244" y="1542357"/>
                  </a:lnTo>
                  <a:lnTo>
                    <a:pt x="1438237" y="1542357"/>
                  </a:lnTo>
                  <a:lnTo>
                    <a:pt x="1438229" y="1542357"/>
                  </a:lnTo>
                  <a:lnTo>
                    <a:pt x="1438222" y="1542357"/>
                  </a:lnTo>
                  <a:lnTo>
                    <a:pt x="1438216" y="1542356"/>
                  </a:lnTo>
                  <a:lnTo>
                    <a:pt x="1438210" y="1542355"/>
                  </a:lnTo>
                  <a:lnTo>
                    <a:pt x="1438205" y="1542355"/>
                  </a:lnTo>
                  <a:lnTo>
                    <a:pt x="1438201" y="1542353"/>
                  </a:lnTo>
                  <a:lnTo>
                    <a:pt x="1438195" y="1542351"/>
                  </a:lnTo>
                  <a:lnTo>
                    <a:pt x="1438189" y="1542348"/>
                  </a:lnTo>
                  <a:lnTo>
                    <a:pt x="1438184" y="1542346"/>
                  </a:lnTo>
                  <a:lnTo>
                    <a:pt x="1438179" y="1542344"/>
                  </a:lnTo>
                  <a:lnTo>
                    <a:pt x="1438173" y="1542342"/>
                  </a:lnTo>
                  <a:lnTo>
                    <a:pt x="1438164" y="1542340"/>
                  </a:lnTo>
                  <a:lnTo>
                    <a:pt x="1438159" y="1542339"/>
                  </a:lnTo>
                  <a:lnTo>
                    <a:pt x="1438153" y="1542338"/>
                  </a:lnTo>
                  <a:lnTo>
                    <a:pt x="1438146" y="1542336"/>
                  </a:lnTo>
                  <a:lnTo>
                    <a:pt x="1438140" y="1542333"/>
                  </a:lnTo>
                  <a:lnTo>
                    <a:pt x="1438137" y="1542329"/>
                  </a:lnTo>
                  <a:lnTo>
                    <a:pt x="1438133" y="1542322"/>
                  </a:lnTo>
                  <a:lnTo>
                    <a:pt x="1438129" y="1542315"/>
                  </a:lnTo>
                  <a:lnTo>
                    <a:pt x="1438124" y="1542307"/>
                  </a:lnTo>
                  <a:lnTo>
                    <a:pt x="1438119" y="1542302"/>
                  </a:lnTo>
                  <a:lnTo>
                    <a:pt x="1438115" y="1542298"/>
                  </a:lnTo>
                  <a:lnTo>
                    <a:pt x="1438109" y="1542291"/>
                  </a:lnTo>
                  <a:lnTo>
                    <a:pt x="1438105" y="1542287"/>
                  </a:lnTo>
                  <a:lnTo>
                    <a:pt x="1438102" y="1542282"/>
                  </a:lnTo>
                  <a:lnTo>
                    <a:pt x="1438098" y="1542275"/>
                  </a:lnTo>
                  <a:lnTo>
                    <a:pt x="1438095" y="1542270"/>
                  </a:lnTo>
                  <a:lnTo>
                    <a:pt x="1438093" y="1542265"/>
                  </a:lnTo>
                  <a:lnTo>
                    <a:pt x="1438090" y="1542257"/>
                  </a:lnTo>
                  <a:lnTo>
                    <a:pt x="1438088" y="1542250"/>
                  </a:lnTo>
                  <a:lnTo>
                    <a:pt x="1438085" y="1542244"/>
                  </a:lnTo>
                  <a:lnTo>
                    <a:pt x="1438081" y="1542238"/>
                  </a:lnTo>
                  <a:lnTo>
                    <a:pt x="1438078" y="1542234"/>
                  </a:lnTo>
                  <a:lnTo>
                    <a:pt x="1438073" y="1542226"/>
                  </a:lnTo>
                  <a:lnTo>
                    <a:pt x="1438069" y="1542218"/>
                  </a:lnTo>
                  <a:lnTo>
                    <a:pt x="1438067" y="1542213"/>
                  </a:lnTo>
                  <a:lnTo>
                    <a:pt x="1438063" y="1542205"/>
                  </a:lnTo>
                  <a:lnTo>
                    <a:pt x="1438059" y="1542197"/>
                  </a:lnTo>
                  <a:lnTo>
                    <a:pt x="1438056" y="1542192"/>
                  </a:lnTo>
                  <a:lnTo>
                    <a:pt x="1438053" y="1542185"/>
                  </a:lnTo>
                  <a:lnTo>
                    <a:pt x="1438050" y="1542178"/>
                  </a:lnTo>
                  <a:lnTo>
                    <a:pt x="1438047" y="1542171"/>
                  </a:lnTo>
                  <a:lnTo>
                    <a:pt x="1438046" y="1542165"/>
                  </a:lnTo>
                  <a:lnTo>
                    <a:pt x="1438039" y="1542165"/>
                  </a:lnTo>
                  <a:lnTo>
                    <a:pt x="1438033" y="1542167"/>
                  </a:lnTo>
                  <a:lnTo>
                    <a:pt x="1438026" y="1542168"/>
                  </a:lnTo>
                  <a:lnTo>
                    <a:pt x="1438021" y="1542169"/>
                  </a:lnTo>
                  <a:lnTo>
                    <a:pt x="1438015" y="1542170"/>
                  </a:lnTo>
                  <a:lnTo>
                    <a:pt x="1438007" y="1542172"/>
                  </a:lnTo>
                  <a:lnTo>
                    <a:pt x="1438001" y="1542174"/>
                  </a:lnTo>
                  <a:lnTo>
                    <a:pt x="1437996" y="1542176"/>
                  </a:lnTo>
                  <a:lnTo>
                    <a:pt x="1437991" y="1542179"/>
                  </a:lnTo>
                  <a:lnTo>
                    <a:pt x="1437985" y="1542182"/>
                  </a:lnTo>
                  <a:lnTo>
                    <a:pt x="1437980" y="1542182"/>
                  </a:lnTo>
                  <a:lnTo>
                    <a:pt x="1437973" y="1542181"/>
                  </a:lnTo>
                  <a:lnTo>
                    <a:pt x="1437966" y="1542180"/>
                  </a:lnTo>
                  <a:lnTo>
                    <a:pt x="1437958" y="1542179"/>
                  </a:lnTo>
                  <a:lnTo>
                    <a:pt x="1437952" y="1542177"/>
                  </a:lnTo>
                  <a:lnTo>
                    <a:pt x="1437945" y="1542173"/>
                  </a:lnTo>
                  <a:lnTo>
                    <a:pt x="1437940" y="1542170"/>
                  </a:lnTo>
                  <a:lnTo>
                    <a:pt x="1437934" y="1542167"/>
                  </a:lnTo>
                  <a:lnTo>
                    <a:pt x="1437930" y="1542164"/>
                  </a:lnTo>
                  <a:lnTo>
                    <a:pt x="1437924" y="1542161"/>
                  </a:lnTo>
                  <a:lnTo>
                    <a:pt x="1437919" y="1542158"/>
                  </a:lnTo>
                  <a:lnTo>
                    <a:pt x="1437914" y="1542155"/>
                  </a:lnTo>
                  <a:lnTo>
                    <a:pt x="1437909" y="1542155"/>
                  </a:lnTo>
                  <a:lnTo>
                    <a:pt x="1437903" y="1542159"/>
                  </a:lnTo>
                  <a:lnTo>
                    <a:pt x="1437899" y="1542163"/>
                  </a:lnTo>
                  <a:lnTo>
                    <a:pt x="1437895" y="1542167"/>
                  </a:lnTo>
                  <a:lnTo>
                    <a:pt x="1437890" y="1542174"/>
                  </a:lnTo>
                  <a:lnTo>
                    <a:pt x="1437888" y="1542178"/>
                  </a:lnTo>
                  <a:lnTo>
                    <a:pt x="1437883" y="1542185"/>
                  </a:lnTo>
                  <a:lnTo>
                    <a:pt x="1437880" y="1542190"/>
                  </a:lnTo>
                  <a:lnTo>
                    <a:pt x="1437875" y="1542196"/>
                  </a:lnTo>
                  <a:lnTo>
                    <a:pt x="1437869" y="1542202"/>
                  </a:lnTo>
                  <a:lnTo>
                    <a:pt x="1437866" y="1542206"/>
                  </a:lnTo>
                  <a:lnTo>
                    <a:pt x="1437862" y="1542210"/>
                  </a:lnTo>
                  <a:lnTo>
                    <a:pt x="1437856" y="1542215"/>
                  </a:lnTo>
                  <a:lnTo>
                    <a:pt x="1437851" y="1542220"/>
                  </a:lnTo>
                  <a:lnTo>
                    <a:pt x="1437846" y="1542225"/>
                  </a:lnTo>
                  <a:lnTo>
                    <a:pt x="1437842" y="1542229"/>
                  </a:lnTo>
                  <a:lnTo>
                    <a:pt x="1437838" y="1542232"/>
                  </a:lnTo>
                  <a:lnTo>
                    <a:pt x="1437834" y="1542236"/>
                  </a:lnTo>
                  <a:lnTo>
                    <a:pt x="1437829" y="1542242"/>
                  </a:lnTo>
                  <a:lnTo>
                    <a:pt x="1437824" y="1542247"/>
                  </a:lnTo>
                  <a:lnTo>
                    <a:pt x="1437819" y="1542252"/>
                  </a:lnTo>
                  <a:lnTo>
                    <a:pt x="1437814" y="1542259"/>
                  </a:lnTo>
                  <a:lnTo>
                    <a:pt x="1437811" y="1542263"/>
                  </a:lnTo>
                  <a:lnTo>
                    <a:pt x="1437806" y="1542273"/>
                  </a:lnTo>
                  <a:lnTo>
                    <a:pt x="1437799" y="1542276"/>
                  </a:lnTo>
                  <a:lnTo>
                    <a:pt x="1437791" y="1542277"/>
                  </a:lnTo>
                  <a:lnTo>
                    <a:pt x="1437783" y="1542278"/>
                  </a:lnTo>
                  <a:lnTo>
                    <a:pt x="1437777" y="1542278"/>
                  </a:lnTo>
                  <a:lnTo>
                    <a:pt x="1437771" y="1542277"/>
                  </a:lnTo>
                  <a:lnTo>
                    <a:pt x="1437767" y="1542276"/>
                  </a:lnTo>
                  <a:lnTo>
                    <a:pt x="1437762" y="1542275"/>
                  </a:lnTo>
                  <a:lnTo>
                    <a:pt x="1437754" y="1542272"/>
                  </a:lnTo>
                  <a:lnTo>
                    <a:pt x="1437746" y="1542269"/>
                  </a:lnTo>
                  <a:lnTo>
                    <a:pt x="1437740" y="1542267"/>
                  </a:lnTo>
                  <a:lnTo>
                    <a:pt x="1437734" y="1542266"/>
                  </a:lnTo>
                  <a:lnTo>
                    <a:pt x="1437728" y="1542266"/>
                  </a:lnTo>
                  <a:lnTo>
                    <a:pt x="1437720" y="1542266"/>
                  </a:lnTo>
                  <a:lnTo>
                    <a:pt x="1437714" y="1542265"/>
                  </a:lnTo>
                  <a:lnTo>
                    <a:pt x="1437709" y="1542264"/>
                  </a:lnTo>
                  <a:lnTo>
                    <a:pt x="1437704" y="1542263"/>
                  </a:lnTo>
                  <a:lnTo>
                    <a:pt x="1437696" y="1542261"/>
                  </a:lnTo>
                  <a:lnTo>
                    <a:pt x="1437691" y="1542259"/>
                  </a:lnTo>
                  <a:lnTo>
                    <a:pt x="1437686" y="1542256"/>
                  </a:lnTo>
                  <a:lnTo>
                    <a:pt x="1437680" y="1542252"/>
                  </a:lnTo>
                  <a:lnTo>
                    <a:pt x="1437675" y="1542248"/>
                  </a:lnTo>
                  <a:lnTo>
                    <a:pt x="1437672" y="1542244"/>
                  </a:lnTo>
                  <a:lnTo>
                    <a:pt x="1437666" y="1542238"/>
                  </a:lnTo>
                  <a:lnTo>
                    <a:pt x="1437660" y="1542231"/>
                  </a:lnTo>
                  <a:lnTo>
                    <a:pt x="1437656" y="1542224"/>
                  </a:lnTo>
                  <a:lnTo>
                    <a:pt x="1437654" y="1542219"/>
                  </a:lnTo>
                  <a:lnTo>
                    <a:pt x="1437651" y="1542214"/>
                  </a:lnTo>
                  <a:lnTo>
                    <a:pt x="1437648" y="1542207"/>
                  </a:lnTo>
                  <a:lnTo>
                    <a:pt x="1437643" y="1542201"/>
                  </a:lnTo>
                  <a:lnTo>
                    <a:pt x="1437638" y="1542195"/>
                  </a:lnTo>
                  <a:lnTo>
                    <a:pt x="1437630" y="1542191"/>
                  </a:lnTo>
                  <a:lnTo>
                    <a:pt x="1437624" y="1542191"/>
                  </a:lnTo>
                  <a:lnTo>
                    <a:pt x="1437620" y="1542192"/>
                  </a:lnTo>
                  <a:lnTo>
                    <a:pt x="1437614" y="1542194"/>
                  </a:lnTo>
                  <a:lnTo>
                    <a:pt x="1437608" y="1542196"/>
                  </a:lnTo>
                  <a:lnTo>
                    <a:pt x="1437603" y="1542198"/>
                  </a:lnTo>
                  <a:lnTo>
                    <a:pt x="1437597" y="1542197"/>
                  </a:lnTo>
                  <a:lnTo>
                    <a:pt x="1437593" y="1542194"/>
                  </a:lnTo>
                  <a:lnTo>
                    <a:pt x="1437590" y="1542190"/>
                  </a:lnTo>
                  <a:lnTo>
                    <a:pt x="1437587" y="1542185"/>
                  </a:lnTo>
                  <a:lnTo>
                    <a:pt x="1437584" y="1542178"/>
                  </a:lnTo>
                  <a:lnTo>
                    <a:pt x="1437583" y="1542171"/>
                  </a:lnTo>
                  <a:lnTo>
                    <a:pt x="1437583" y="1542164"/>
                  </a:lnTo>
                  <a:lnTo>
                    <a:pt x="1437584" y="1542158"/>
                  </a:lnTo>
                  <a:lnTo>
                    <a:pt x="1437587" y="1542152"/>
                  </a:lnTo>
                  <a:lnTo>
                    <a:pt x="1437590" y="1542147"/>
                  </a:lnTo>
                  <a:lnTo>
                    <a:pt x="1437593" y="1542142"/>
                  </a:lnTo>
                  <a:lnTo>
                    <a:pt x="1437597" y="1542138"/>
                  </a:lnTo>
                  <a:lnTo>
                    <a:pt x="1437600" y="1542133"/>
                  </a:lnTo>
                  <a:lnTo>
                    <a:pt x="1437602" y="1542126"/>
                  </a:lnTo>
                  <a:lnTo>
                    <a:pt x="1437604" y="1542119"/>
                  </a:lnTo>
                  <a:lnTo>
                    <a:pt x="1437606" y="1542113"/>
                  </a:lnTo>
                  <a:lnTo>
                    <a:pt x="1437607" y="1542107"/>
                  </a:lnTo>
                  <a:lnTo>
                    <a:pt x="1437608" y="1542097"/>
                  </a:lnTo>
                  <a:lnTo>
                    <a:pt x="1437608" y="1542091"/>
                  </a:lnTo>
                  <a:lnTo>
                    <a:pt x="1437608" y="1542085"/>
                  </a:lnTo>
                  <a:lnTo>
                    <a:pt x="1437607" y="1542077"/>
                  </a:lnTo>
                  <a:lnTo>
                    <a:pt x="1437606" y="1542068"/>
                  </a:lnTo>
                  <a:lnTo>
                    <a:pt x="1437605" y="1542063"/>
                  </a:lnTo>
                  <a:lnTo>
                    <a:pt x="1437603" y="1542055"/>
                  </a:lnTo>
                  <a:lnTo>
                    <a:pt x="1437601" y="1542048"/>
                  </a:lnTo>
                  <a:lnTo>
                    <a:pt x="1437597" y="1542038"/>
                  </a:lnTo>
                  <a:lnTo>
                    <a:pt x="1437590" y="1542035"/>
                  </a:lnTo>
                  <a:lnTo>
                    <a:pt x="1437586" y="1542033"/>
                  </a:lnTo>
                  <a:lnTo>
                    <a:pt x="1437579" y="1542030"/>
                  </a:lnTo>
                  <a:lnTo>
                    <a:pt x="1437572" y="1542025"/>
                  </a:lnTo>
                  <a:lnTo>
                    <a:pt x="1437566" y="1542021"/>
                  </a:lnTo>
                  <a:lnTo>
                    <a:pt x="1437563" y="1542017"/>
                  </a:lnTo>
                  <a:lnTo>
                    <a:pt x="1437559" y="1542010"/>
                  </a:lnTo>
                  <a:lnTo>
                    <a:pt x="1437558" y="1542001"/>
                  </a:lnTo>
                  <a:lnTo>
                    <a:pt x="1437558" y="1541995"/>
                  </a:lnTo>
                  <a:lnTo>
                    <a:pt x="1437556" y="1541988"/>
                  </a:lnTo>
                  <a:lnTo>
                    <a:pt x="1437553" y="1541983"/>
                  </a:lnTo>
                  <a:lnTo>
                    <a:pt x="1437550" y="1541978"/>
                  </a:lnTo>
                  <a:lnTo>
                    <a:pt x="1437546" y="1541973"/>
                  </a:lnTo>
                  <a:lnTo>
                    <a:pt x="1437540" y="1541963"/>
                  </a:lnTo>
                  <a:lnTo>
                    <a:pt x="1437536" y="1541958"/>
                  </a:lnTo>
                  <a:lnTo>
                    <a:pt x="1437533" y="1541953"/>
                  </a:lnTo>
                  <a:lnTo>
                    <a:pt x="1437531" y="1541948"/>
                  </a:lnTo>
                  <a:lnTo>
                    <a:pt x="1437530" y="1541943"/>
                  </a:lnTo>
                  <a:lnTo>
                    <a:pt x="1437528" y="1541937"/>
                  </a:lnTo>
                  <a:lnTo>
                    <a:pt x="1437527" y="1541930"/>
                  </a:lnTo>
                  <a:lnTo>
                    <a:pt x="1437525" y="1541921"/>
                  </a:lnTo>
                  <a:lnTo>
                    <a:pt x="1437518" y="1541919"/>
                  </a:lnTo>
                  <a:lnTo>
                    <a:pt x="1437511" y="1541920"/>
                  </a:lnTo>
                  <a:lnTo>
                    <a:pt x="1437503" y="1541921"/>
                  </a:lnTo>
                  <a:lnTo>
                    <a:pt x="1437491" y="1541921"/>
                  </a:lnTo>
                  <a:lnTo>
                    <a:pt x="1437481" y="1541920"/>
                  </a:lnTo>
                  <a:lnTo>
                    <a:pt x="1437477" y="1541920"/>
                  </a:lnTo>
                  <a:lnTo>
                    <a:pt x="1437471" y="1541919"/>
                  </a:lnTo>
                  <a:lnTo>
                    <a:pt x="1437464" y="1541918"/>
                  </a:lnTo>
                  <a:lnTo>
                    <a:pt x="1437456" y="1541917"/>
                  </a:lnTo>
                  <a:lnTo>
                    <a:pt x="1437448" y="1541914"/>
                  </a:lnTo>
                  <a:lnTo>
                    <a:pt x="1437441" y="1541912"/>
                  </a:lnTo>
                  <a:lnTo>
                    <a:pt x="1437434" y="1541910"/>
                  </a:lnTo>
                  <a:lnTo>
                    <a:pt x="1437427" y="1541908"/>
                  </a:lnTo>
                  <a:lnTo>
                    <a:pt x="1437422" y="1541906"/>
                  </a:lnTo>
                  <a:lnTo>
                    <a:pt x="1437417" y="1541904"/>
                  </a:lnTo>
                  <a:lnTo>
                    <a:pt x="1437413" y="1541901"/>
                  </a:lnTo>
                  <a:lnTo>
                    <a:pt x="1437409" y="1541899"/>
                  </a:lnTo>
                  <a:lnTo>
                    <a:pt x="1437404" y="1541895"/>
                  </a:lnTo>
                  <a:lnTo>
                    <a:pt x="1437398" y="1541891"/>
                  </a:lnTo>
                  <a:lnTo>
                    <a:pt x="1437392" y="1541888"/>
                  </a:lnTo>
                  <a:lnTo>
                    <a:pt x="1437388" y="1541886"/>
                  </a:lnTo>
                  <a:lnTo>
                    <a:pt x="1437383" y="1541884"/>
                  </a:lnTo>
                  <a:lnTo>
                    <a:pt x="1437376" y="1541882"/>
                  </a:lnTo>
                  <a:lnTo>
                    <a:pt x="1437370" y="1541882"/>
                  </a:lnTo>
                  <a:lnTo>
                    <a:pt x="1437364" y="1541883"/>
                  </a:lnTo>
                  <a:lnTo>
                    <a:pt x="1437360" y="1541884"/>
                  </a:lnTo>
                  <a:lnTo>
                    <a:pt x="1437355" y="1541885"/>
                  </a:lnTo>
                  <a:lnTo>
                    <a:pt x="1437349" y="1541886"/>
                  </a:lnTo>
                  <a:lnTo>
                    <a:pt x="1437344" y="1541887"/>
                  </a:lnTo>
                  <a:lnTo>
                    <a:pt x="1437339" y="1541887"/>
                  </a:lnTo>
                  <a:lnTo>
                    <a:pt x="1437331" y="1541888"/>
                  </a:lnTo>
                  <a:lnTo>
                    <a:pt x="1437325" y="1541888"/>
                  </a:lnTo>
                  <a:lnTo>
                    <a:pt x="1437321" y="1541889"/>
                  </a:lnTo>
                  <a:lnTo>
                    <a:pt x="1437316" y="1541889"/>
                  </a:lnTo>
                  <a:lnTo>
                    <a:pt x="1437311" y="1541889"/>
                  </a:lnTo>
                  <a:lnTo>
                    <a:pt x="1437307" y="1541889"/>
                  </a:lnTo>
                  <a:lnTo>
                    <a:pt x="1437302" y="1541886"/>
                  </a:lnTo>
                  <a:lnTo>
                    <a:pt x="1437298" y="1541883"/>
                  </a:lnTo>
                  <a:lnTo>
                    <a:pt x="1437295" y="1541879"/>
                  </a:lnTo>
                  <a:lnTo>
                    <a:pt x="1437292" y="1541874"/>
                  </a:lnTo>
                  <a:lnTo>
                    <a:pt x="1437290" y="1541868"/>
                  </a:lnTo>
                  <a:lnTo>
                    <a:pt x="1437288" y="1541862"/>
                  </a:lnTo>
                  <a:lnTo>
                    <a:pt x="1437285" y="1541857"/>
                  </a:lnTo>
                  <a:lnTo>
                    <a:pt x="1437281" y="1541852"/>
                  </a:lnTo>
                  <a:lnTo>
                    <a:pt x="1437277" y="1541849"/>
                  </a:lnTo>
                  <a:lnTo>
                    <a:pt x="1437273" y="1541845"/>
                  </a:lnTo>
                  <a:lnTo>
                    <a:pt x="1437268" y="1541840"/>
                  </a:lnTo>
                  <a:lnTo>
                    <a:pt x="1437262" y="1541836"/>
                  </a:lnTo>
                  <a:lnTo>
                    <a:pt x="1437255" y="1541832"/>
                  </a:lnTo>
                  <a:lnTo>
                    <a:pt x="1437246" y="1541829"/>
                  </a:lnTo>
                  <a:lnTo>
                    <a:pt x="1437235" y="1541825"/>
                  </a:lnTo>
                  <a:lnTo>
                    <a:pt x="1437228" y="1541822"/>
                  </a:lnTo>
                  <a:lnTo>
                    <a:pt x="1437222" y="1541818"/>
                  </a:lnTo>
                  <a:lnTo>
                    <a:pt x="1437217" y="1541815"/>
                  </a:lnTo>
                  <a:lnTo>
                    <a:pt x="1437213" y="1541812"/>
                  </a:lnTo>
                  <a:lnTo>
                    <a:pt x="1437206" y="1541807"/>
                  </a:lnTo>
                  <a:lnTo>
                    <a:pt x="1437202" y="1541804"/>
                  </a:lnTo>
                  <a:lnTo>
                    <a:pt x="1437194" y="1541799"/>
                  </a:lnTo>
                  <a:lnTo>
                    <a:pt x="1437188" y="1541795"/>
                  </a:lnTo>
                  <a:lnTo>
                    <a:pt x="1437184" y="1541793"/>
                  </a:lnTo>
                  <a:lnTo>
                    <a:pt x="1437180" y="1541790"/>
                  </a:lnTo>
                  <a:lnTo>
                    <a:pt x="1437174" y="1541788"/>
                  </a:lnTo>
                  <a:lnTo>
                    <a:pt x="1437163" y="1541784"/>
                  </a:lnTo>
                  <a:lnTo>
                    <a:pt x="1437156" y="1541782"/>
                  </a:lnTo>
                  <a:lnTo>
                    <a:pt x="1437150" y="1541781"/>
                  </a:lnTo>
                  <a:lnTo>
                    <a:pt x="1437143" y="1541780"/>
                  </a:lnTo>
                  <a:lnTo>
                    <a:pt x="1437136" y="1541780"/>
                  </a:lnTo>
                  <a:lnTo>
                    <a:pt x="1437129" y="1541779"/>
                  </a:lnTo>
                  <a:lnTo>
                    <a:pt x="1437125" y="1541778"/>
                  </a:lnTo>
                  <a:lnTo>
                    <a:pt x="1437116" y="1541776"/>
                  </a:lnTo>
                  <a:lnTo>
                    <a:pt x="1437107" y="1541773"/>
                  </a:lnTo>
                  <a:lnTo>
                    <a:pt x="1437099" y="1541772"/>
                  </a:lnTo>
                  <a:lnTo>
                    <a:pt x="1437093" y="1541772"/>
                  </a:lnTo>
                  <a:lnTo>
                    <a:pt x="1437088" y="1541774"/>
                  </a:lnTo>
                  <a:lnTo>
                    <a:pt x="1437083" y="1541776"/>
                  </a:lnTo>
                  <a:lnTo>
                    <a:pt x="1437079" y="1541780"/>
                  </a:lnTo>
                  <a:lnTo>
                    <a:pt x="1437075" y="1541783"/>
                  </a:lnTo>
                  <a:lnTo>
                    <a:pt x="1437068" y="1541789"/>
                  </a:lnTo>
                  <a:lnTo>
                    <a:pt x="1437060" y="1541792"/>
                  </a:lnTo>
                  <a:lnTo>
                    <a:pt x="1437051" y="1541794"/>
                  </a:lnTo>
                  <a:lnTo>
                    <a:pt x="1437046" y="1541794"/>
                  </a:lnTo>
                  <a:lnTo>
                    <a:pt x="1437039" y="1541791"/>
                  </a:lnTo>
                  <a:lnTo>
                    <a:pt x="1437033" y="1541786"/>
                  </a:lnTo>
                  <a:lnTo>
                    <a:pt x="1437029" y="1541782"/>
                  </a:lnTo>
                  <a:lnTo>
                    <a:pt x="1437024" y="1541777"/>
                  </a:lnTo>
                  <a:lnTo>
                    <a:pt x="1437018" y="1541774"/>
                  </a:lnTo>
                  <a:lnTo>
                    <a:pt x="1437014" y="1541771"/>
                  </a:lnTo>
                  <a:lnTo>
                    <a:pt x="1437006" y="1541767"/>
                  </a:lnTo>
                  <a:lnTo>
                    <a:pt x="1437000" y="1541764"/>
                  </a:lnTo>
                  <a:lnTo>
                    <a:pt x="1436996" y="1541761"/>
                  </a:lnTo>
                  <a:lnTo>
                    <a:pt x="1436992" y="1541758"/>
                  </a:lnTo>
                  <a:lnTo>
                    <a:pt x="1436987" y="1541753"/>
                  </a:lnTo>
                  <a:lnTo>
                    <a:pt x="1436980" y="1541747"/>
                  </a:lnTo>
                  <a:lnTo>
                    <a:pt x="1436975" y="1541744"/>
                  </a:lnTo>
                  <a:lnTo>
                    <a:pt x="1436971" y="1541741"/>
                  </a:lnTo>
                  <a:lnTo>
                    <a:pt x="1436966" y="1541737"/>
                  </a:lnTo>
                  <a:lnTo>
                    <a:pt x="1436961" y="1541733"/>
                  </a:lnTo>
                  <a:lnTo>
                    <a:pt x="1436957" y="1541730"/>
                  </a:lnTo>
                  <a:lnTo>
                    <a:pt x="1436951" y="1541726"/>
                  </a:lnTo>
                  <a:lnTo>
                    <a:pt x="1436947" y="1541723"/>
                  </a:lnTo>
                  <a:lnTo>
                    <a:pt x="1436942" y="1541719"/>
                  </a:lnTo>
                  <a:lnTo>
                    <a:pt x="1436936" y="1541715"/>
                  </a:lnTo>
                  <a:lnTo>
                    <a:pt x="1436932" y="1541712"/>
                  </a:lnTo>
                  <a:lnTo>
                    <a:pt x="1436928" y="1541707"/>
                  </a:lnTo>
                  <a:lnTo>
                    <a:pt x="1436923" y="1541703"/>
                  </a:lnTo>
                  <a:lnTo>
                    <a:pt x="1436919" y="1541698"/>
                  </a:lnTo>
                  <a:lnTo>
                    <a:pt x="1436916" y="1541694"/>
                  </a:lnTo>
                  <a:lnTo>
                    <a:pt x="1436913" y="1541689"/>
                  </a:lnTo>
                  <a:lnTo>
                    <a:pt x="1436910" y="1541685"/>
                  </a:lnTo>
                  <a:lnTo>
                    <a:pt x="1436907" y="1541681"/>
                  </a:lnTo>
                  <a:lnTo>
                    <a:pt x="1436903" y="1541675"/>
                  </a:lnTo>
                  <a:lnTo>
                    <a:pt x="1436900" y="1541669"/>
                  </a:lnTo>
                  <a:lnTo>
                    <a:pt x="1436898" y="1541662"/>
                  </a:lnTo>
                  <a:lnTo>
                    <a:pt x="1436897" y="1541656"/>
                  </a:lnTo>
                  <a:lnTo>
                    <a:pt x="1436897" y="1541648"/>
                  </a:lnTo>
                  <a:lnTo>
                    <a:pt x="1436886" y="1541644"/>
                  </a:lnTo>
                  <a:lnTo>
                    <a:pt x="1436879" y="1541642"/>
                  </a:lnTo>
                  <a:lnTo>
                    <a:pt x="1436868" y="1541640"/>
                  </a:lnTo>
                  <a:lnTo>
                    <a:pt x="1436861" y="1541639"/>
                  </a:lnTo>
                  <a:lnTo>
                    <a:pt x="1436856" y="1541637"/>
                  </a:lnTo>
                  <a:lnTo>
                    <a:pt x="1436851" y="1541636"/>
                  </a:lnTo>
                  <a:lnTo>
                    <a:pt x="1436845" y="1541635"/>
                  </a:lnTo>
                  <a:lnTo>
                    <a:pt x="1436838" y="1541636"/>
                  </a:lnTo>
                  <a:lnTo>
                    <a:pt x="1436833" y="1541638"/>
                  </a:lnTo>
                  <a:lnTo>
                    <a:pt x="1436828" y="1541641"/>
                  </a:lnTo>
                  <a:lnTo>
                    <a:pt x="1436823" y="1541645"/>
                  </a:lnTo>
                  <a:lnTo>
                    <a:pt x="1436817" y="1541651"/>
                  </a:lnTo>
                  <a:lnTo>
                    <a:pt x="1436813" y="1541656"/>
                  </a:lnTo>
                  <a:lnTo>
                    <a:pt x="1436810" y="1541661"/>
                  </a:lnTo>
                  <a:lnTo>
                    <a:pt x="1436807" y="1541665"/>
                  </a:lnTo>
                  <a:lnTo>
                    <a:pt x="1436801" y="1541671"/>
                  </a:lnTo>
                  <a:lnTo>
                    <a:pt x="1436795" y="1541674"/>
                  </a:lnTo>
                  <a:lnTo>
                    <a:pt x="1436791" y="1541676"/>
                  </a:lnTo>
                  <a:lnTo>
                    <a:pt x="1436786" y="1541678"/>
                  </a:lnTo>
                  <a:lnTo>
                    <a:pt x="1436779" y="1541680"/>
                  </a:lnTo>
                  <a:lnTo>
                    <a:pt x="1436773" y="1541681"/>
                  </a:lnTo>
                  <a:lnTo>
                    <a:pt x="1436765" y="1541680"/>
                  </a:lnTo>
                  <a:lnTo>
                    <a:pt x="1436758" y="1541679"/>
                  </a:lnTo>
                  <a:lnTo>
                    <a:pt x="1436750" y="1541676"/>
                  </a:lnTo>
                  <a:lnTo>
                    <a:pt x="1436743" y="1541673"/>
                  </a:lnTo>
                  <a:lnTo>
                    <a:pt x="1436735" y="1541675"/>
                  </a:lnTo>
                  <a:lnTo>
                    <a:pt x="1436728" y="1541677"/>
                  </a:lnTo>
                  <a:lnTo>
                    <a:pt x="1436721" y="1541678"/>
                  </a:lnTo>
                  <a:lnTo>
                    <a:pt x="1436713" y="1541678"/>
                  </a:lnTo>
                  <a:lnTo>
                    <a:pt x="1436707" y="1541678"/>
                  </a:lnTo>
                  <a:lnTo>
                    <a:pt x="1436701" y="1541677"/>
                  </a:lnTo>
                  <a:lnTo>
                    <a:pt x="1436694" y="1541677"/>
                  </a:lnTo>
                  <a:lnTo>
                    <a:pt x="1436686" y="1541677"/>
                  </a:lnTo>
                  <a:lnTo>
                    <a:pt x="1436680" y="1541678"/>
                  </a:lnTo>
                  <a:lnTo>
                    <a:pt x="1436675" y="1541679"/>
                  </a:lnTo>
                  <a:lnTo>
                    <a:pt x="1436671" y="1541678"/>
                  </a:lnTo>
                  <a:lnTo>
                    <a:pt x="1436665" y="1541674"/>
                  </a:lnTo>
                  <a:lnTo>
                    <a:pt x="1436660" y="1541669"/>
                  </a:lnTo>
                  <a:lnTo>
                    <a:pt x="1436656" y="1541661"/>
                  </a:lnTo>
                  <a:lnTo>
                    <a:pt x="1436653" y="1541652"/>
                  </a:lnTo>
                  <a:lnTo>
                    <a:pt x="1436650" y="1541644"/>
                  </a:lnTo>
                  <a:lnTo>
                    <a:pt x="1436646" y="1541636"/>
                  </a:lnTo>
                  <a:lnTo>
                    <a:pt x="1436642" y="1541630"/>
                  </a:lnTo>
                  <a:lnTo>
                    <a:pt x="1436638" y="1541627"/>
                  </a:lnTo>
                  <a:lnTo>
                    <a:pt x="1436634" y="1541625"/>
                  </a:lnTo>
                  <a:lnTo>
                    <a:pt x="1436628" y="1541623"/>
                  </a:lnTo>
                  <a:lnTo>
                    <a:pt x="1436623" y="1541622"/>
                  </a:lnTo>
                  <a:lnTo>
                    <a:pt x="1436619" y="1541620"/>
                  </a:lnTo>
                  <a:lnTo>
                    <a:pt x="1436613" y="1541617"/>
                  </a:lnTo>
                  <a:lnTo>
                    <a:pt x="1436607" y="1541614"/>
                  </a:lnTo>
                  <a:lnTo>
                    <a:pt x="1436601" y="1541602"/>
                  </a:lnTo>
                  <a:lnTo>
                    <a:pt x="1436598" y="1541595"/>
                  </a:lnTo>
                  <a:lnTo>
                    <a:pt x="1436597" y="1541584"/>
                  </a:lnTo>
                  <a:lnTo>
                    <a:pt x="1436598" y="1541573"/>
                  </a:lnTo>
                  <a:lnTo>
                    <a:pt x="1436603" y="1541565"/>
                  </a:lnTo>
                  <a:lnTo>
                    <a:pt x="1436600" y="1541547"/>
                  </a:lnTo>
                  <a:lnTo>
                    <a:pt x="1436599" y="1541531"/>
                  </a:lnTo>
                  <a:lnTo>
                    <a:pt x="1436603" y="1541518"/>
                  </a:lnTo>
                  <a:lnTo>
                    <a:pt x="1436607" y="1541511"/>
                  </a:lnTo>
                  <a:lnTo>
                    <a:pt x="1436591" y="1541497"/>
                  </a:lnTo>
                  <a:lnTo>
                    <a:pt x="1436588" y="1541484"/>
                  </a:lnTo>
                  <a:lnTo>
                    <a:pt x="1436584" y="1541459"/>
                  </a:lnTo>
                  <a:lnTo>
                    <a:pt x="1436569" y="1541446"/>
                  </a:lnTo>
                  <a:lnTo>
                    <a:pt x="1436554" y="1541431"/>
                  </a:lnTo>
                  <a:lnTo>
                    <a:pt x="1436552" y="1541418"/>
                  </a:lnTo>
                  <a:lnTo>
                    <a:pt x="1436531" y="1541421"/>
                  </a:lnTo>
                  <a:lnTo>
                    <a:pt x="1436509" y="1541427"/>
                  </a:lnTo>
                  <a:lnTo>
                    <a:pt x="1436487" y="1541424"/>
                  </a:lnTo>
                  <a:lnTo>
                    <a:pt x="1436475" y="1541420"/>
                  </a:lnTo>
                  <a:lnTo>
                    <a:pt x="1436461" y="1541415"/>
                  </a:lnTo>
                  <a:lnTo>
                    <a:pt x="1436447" y="1541408"/>
                  </a:lnTo>
                  <a:lnTo>
                    <a:pt x="1436439" y="1541402"/>
                  </a:lnTo>
                  <a:lnTo>
                    <a:pt x="1436439" y="1541394"/>
                  </a:lnTo>
                  <a:lnTo>
                    <a:pt x="1436440" y="1541388"/>
                  </a:lnTo>
                  <a:lnTo>
                    <a:pt x="1436439" y="1541382"/>
                  </a:lnTo>
                  <a:lnTo>
                    <a:pt x="1436437" y="1541370"/>
                  </a:lnTo>
                  <a:lnTo>
                    <a:pt x="1436436" y="1541364"/>
                  </a:lnTo>
                  <a:lnTo>
                    <a:pt x="1436434" y="1541358"/>
                  </a:lnTo>
                  <a:lnTo>
                    <a:pt x="1436431" y="1541352"/>
                  </a:lnTo>
                  <a:lnTo>
                    <a:pt x="1436429" y="1541346"/>
                  </a:lnTo>
                  <a:lnTo>
                    <a:pt x="1436431" y="1541340"/>
                  </a:lnTo>
                  <a:lnTo>
                    <a:pt x="1436437" y="1541335"/>
                  </a:lnTo>
                  <a:lnTo>
                    <a:pt x="1436442" y="1541331"/>
                  </a:lnTo>
                  <a:lnTo>
                    <a:pt x="1436450" y="1541325"/>
                  </a:lnTo>
                  <a:lnTo>
                    <a:pt x="1436454" y="1541322"/>
                  </a:lnTo>
                  <a:lnTo>
                    <a:pt x="1436460" y="1541318"/>
                  </a:lnTo>
                  <a:lnTo>
                    <a:pt x="1436466" y="1541313"/>
                  </a:lnTo>
                  <a:lnTo>
                    <a:pt x="1436472" y="1541308"/>
                  </a:lnTo>
                  <a:lnTo>
                    <a:pt x="1436478" y="1541302"/>
                  </a:lnTo>
                  <a:lnTo>
                    <a:pt x="1436483" y="1541298"/>
                  </a:lnTo>
                  <a:lnTo>
                    <a:pt x="1436487" y="1541293"/>
                  </a:lnTo>
                  <a:lnTo>
                    <a:pt x="1436486" y="1541284"/>
                  </a:lnTo>
                  <a:lnTo>
                    <a:pt x="1436486" y="1541276"/>
                  </a:lnTo>
                  <a:lnTo>
                    <a:pt x="1436486" y="1541270"/>
                  </a:lnTo>
                  <a:lnTo>
                    <a:pt x="1436485" y="1541258"/>
                  </a:lnTo>
                  <a:lnTo>
                    <a:pt x="1436484" y="1541251"/>
                  </a:lnTo>
                  <a:lnTo>
                    <a:pt x="1436484" y="1541244"/>
                  </a:lnTo>
                  <a:lnTo>
                    <a:pt x="1436482" y="1541239"/>
                  </a:lnTo>
                  <a:lnTo>
                    <a:pt x="1436480" y="1541234"/>
                  </a:lnTo>
                  <a:lnTo>
                    <a:pt x="1436477" y="1541228"/>
                  </a:lnTo>
                  <a:lnTo>
                    <a:pt x="1436474" y="1541221"/>
                  </a:lnTo>
                  <a:lnTo>
                    <a:pt x="1436470" y="1541213"/>
                  </a:lnTo>
                  <a:lnTo>
                    <a:pt x="1436467" y="1541208"/>
                  </a:lnTo>
                  <a:lnTo>
                    <a:pt x="1436463" y="1541202"/>
                  </a:lnTo>
                  <a:lnTo>
                    <a:pt x="1436458" y="1541196"/>
                  </a:lnTo>
                  <a:lnTo>
                    <a:pt x="1436454" y="1541191"/>
                  </a:lnTo>
                  <a:lnTo>
                    <a:pt x="1436451" y="1541187"/>
                  </a:lnTo>
                  <a:lnTo>
                    <a:pt x="1436445" y="1541181"/>
                  </a:lnTo>
                  <a:lnTo>
                    <a:pt x="1436434" y="1541170"/>
                  </a:lnTo>
                  <a:lnTo>
                    <a:pt x="1436429" y="1541163"/>
                  </a:lnTo>
                  <a:lnTo>
                    <a:pt x="1436426" y="1541158"/>
                  </a:lnTo>
                  <a:lnTo>
                    <a:pt x="1436422" y="1541151"/>
                  </a:lnTo>
                  <a:lnTo>
                    <a:pt x="1436418" y="1541144"/>
                  </a:lnTo>
                  <a:lnTo>
                    <a:pt x="1436417" y="1541137"/>
                  </a:lnTo>
                  <a:lnTo>
                    <a:pt x="1436416" y="1541129"/>
                  </a:lnTo>
                  <a:lnTo>
                    <a:pt x="1436415" y="1541122"/>
                  </a:lnTo>
                  <a:lnTo>
                    <a:pt x="1436415" y="1541112"/>
                  </a:lnTo>
                  <a:lnTo>
                    <a:pt x="1436414" y="1541102"/>
                  </a:lnTo>
                  <a:lnTo>
                    <a:pt x="1436413" y="1541094"/>
                  </a:lnTo>
                  <a:lnTo>
                    <a:pt x="1436412" y="1541085"/>
                  </a:lnTo>
                  <a:lnTo>
                    <a:pt x="1436411" y="1541078"/>
                  </a:lnTo>
                  <a:lnTo>
                    <a:pt x="1436408" y="1541070"/>
                  </a:lnTo>
                  <a:lnTo>
                    <a:pt x="1436405" y="1541060"/>
                  </a:lnTo>
                  <a:lnTo>
                    <a:pt x="1436402" y="1541052"/>
                  </a:lnTo>
                  <a:lnTo>
                    <a:pt x="1436399" y="1541048"/>
                  </a:lnTo>
                  <a:lnTo>
                    <a:pt x="1436397" y="1541043"/>
                  </a:lnTo>
                  <a:lnTo>
                    <a:pt x="1436395" y="1541037"/>
                  </a:lnTo>
                  <a:lnTo>
                    <a:pt x="1436392" y="1541030"/>
                  </a:lnTo>
                  <a:lnTo>
                    <a:pt x="1436388" y="1541028"/>
                  </a:lnTo>
                  <a:lnTo>
                    <a:pt x="1436384" y="1541028"/>
                  </a:lnTo>
                  <a:lnTo>
                    <a:pt x="1436379" y="1541028"/>
                  </a:lnTo>
                  <a:lnTo>
                    <a:pt x="1436372" y="1541030"/>
                  </a:lnTo>
                  <a:lnTo>
                    <a:pt x="1436366" y="1541032"/>
                  </a:lnTo>
                  <a:lnTo>
                    <a:pt x="1436362" y="1541034"/>
                  </a:lnTo>
                  <a:lnTo>
                    <a:pt x="1436355" y="1541037"/>
                  </a:lnTo>
                  <a:lnTo>
                    <a:pt x="1436349" y="1541039"/>
                  </a:lnTo>
                  <a:lnTo>
                    <a:pt x="1436344" y="1541040"/>
                  </a:lnTo>
                  <a:lnTo>
                    <a:pt x="1436339" y="1541041"/>
                  </a:lnTo>
                  <a:lnTo>
                    <a:pt x="1436335" y="1541041"/>
                  </a:lnTo>
                  <a:lnTo>
                    <a:pt x="1436329" y="1541042"/>
                  </a:lnTo>
                  <a:lnTo>
                    <a:pt x="1436324" y="1541041"/>
                  </a:lnTo>
                  <a:lnTo>
                    <a:pt x="1436317" y="1541042"/>
                  </a:lnTo>
                  <a:lnTo>
                    <a:pt x="1436310" y="1541042"/>
                  </a:lnTo>
                  <a:lnTo>
                    <a:pt x="1436303" y="1541043"/>
                  </a:lnTo>
                  <a:lnTo>
                    <a:pt x="1436296" y="1541045"/>
                  </a:lnTo>
                  <a:lnTo>
                    <a:pt x="1436290" y="1541046"/>
                  </a:lnTo>
                  <a:lnTo>
                    <a:pt x="1436283" y="1541046"/>
                  </a:lnTo>
                  <a:lnTo>
                    <a:pt x="1436276" y="1541046"/>
                  </a:lnTo>
                  <a:lnTo>
                    <a:pt x="1436270" y="1541046"/>
                  </a:lnTo>
                  <a:lnTo>
                    <a:pt x="1436265" y="1541045"/>
                  </a:lnTo>
                  <a:lnTo>
                    <a:pt x="1436259" y="1541043"/>
                  </a:lnTo>
                  <a:lnTo>
                    <a:pt x="1436253" y="1541042"/>
                  </a:lnTo>
                  <a:lnTo>
                    <a:pt x="1436246" y="1541040"/>
                  </a:lnTo>
                  <a:lnTo>
                    <a:pt x="1436241" y="1541040"/>
                  </a:lnTo>
                  <a:lnTo>
                    <a:pt x="1436236" y="1541039"/>
                  </a:lnTo>
                  <a:lnTo>
                    <a:pt x="1436230" y="1541040"/>
                  </a:lnTo>
                  <a:lnTo>
                    <a:pt x="1436224" y="1541042"/>
                  </a:lnTo>
                  <a:lnTo>
                    <a:pt x="1436219" y="1541042"/>
                  </a:lnTo>
                  <a:lnTo>
                    <a:pt x="1436212" y="1541042"/>
                  </a:lnTo>
                  <a:lnTo>
                    <a:pt x="1436204" y="1541041"/>
                  </a:lnTo>
                  <a:lnTo>
                    <a:pt x="1436196" y="1541040"/>
                  </a:lnTo>
                  <a:lnTo>
                    <a:pt x="1436184" y="1541037"/>
                  </a:lnTo>
                  <a:lnTo>
                    <a:pt x="1436179" y="1541034"/>
                  </a:lnTo>
                  <a:lnTo>
                    <a:pt x="1436174" y="1541031"/>
                  </a:lnTo>
                  <a:lnTo>
                    <a:pt x="1436170" y="1541030"/>
                  </a:lnTo>
                  <a:lnTo>
                    <a:pt x="1436163" y="1541030"/>
                  </a:lnTo>
                  <a:lnTo>
                    <a:pt x="1436157" y="1541033"/>
                  </a:lnTo>
                  <a:lnTo>
                    <a:pt x="1436151" y="1541036"/>
                  </a:lnTo>
                  <a:lnTo>
                    <a:pt x="1436144" y="1541041"/>
                  </a:lnTo>
                  <a:lnTo>
                    <a:pt x="1436137" y="1541045"/>
                  </a:lnTo>
                  <a:lnTo>
                    <a:pt x="1436133" y="1541047"/>
                  </a:lnTo>
                  <a:lnTo>
                    <a:pt x="1436127" y="1541048"/>
                  </a:lnTo>
                  <a:lnTo>
                    <a:pt x="1436108" y="1541048"/>
                  </a:lnTo>
                  <a:lnTo>
                    <a:pt x="1436094" y="1541045"/>
                  </a:lnTo>
                  <a:lnTo>
                    <a:pt x="1436088" y="1541041"/>
                  </a:lnTo>
                  <a:lnTo>
                    <a:pt x="1436083" y="1541038"/>
                  </a:lnTo>
                  <a:lnTo>
                    <a:pt x="1436076" y="1541036"/>
                  </a:lnTo>
                  <a:lnTo>
                    <a:pt x="1436069" y="1541033"/>
                  </a:lnTo>
                  <a:lnTo>
                    <a:pt x="1436063" y="1541031"/>
                  </a:lnTo>
                  <a:lnTo>
                    <a:pt x="1436057" y="1541027"/>
                  </a:lnTo>
                  <a:lnTo>
                    <a:pt x="1436052" y="1541023"/>
                  </a:lnTo>
                  <a:lnTo>
                    <a:pt x="1436048" y="1541017"/>
                  </a:lnTo>
                  <a:lnTo>
                    <a:pt x="1436046" y="1541011"/>
                  </a:lnTo>
                  <a:lnTo>
                    <a:pt x="1436045" y="1541003"/>
                  </a:lnTo>
                  <a:lnTo>
                    <a:pt x="1436045" y="1540996"/>
                  </a:lnTo>
                  <a:lnTo>
                    <a:pt x="1436046" y="1540991"/>
                  </a:lnTo>
                  <a:lnTo>
                    <a:pt x="1435980" y="1540934"/>
                  </a:lnTo>
                  <a:lnTo>
                    <a:pt x="1435942" y="1540904"/>
                  </a:lnTo>
                  <a:lnTo>
                    <a:pt x="1435924" y="1540875"/>
                  </a:lnTo>
                  <a:lnTo>
                    <a:pt x="1435920" y="1540872"/>
                  </a:lnTo>
                  <a:lnTo>
                    <a:pt x="1435913" y="1540867"/>
                  </a:lnTo>
                  <a:lnTo>
                    <a:pt x="1435906" y="1540861"/>
                  </a:lnTo>
                  <a:lnTo>
                    <a:pt x="1435902" y="1540858"/>
                  </a:lnTo>
                  <a:lnTo>
                    <a:pt x="1435896" y="1540853"/>
                  </a:lnTo>
                  <a:lnTo>
                    <a:pt x="1435892" y="1540848"/>
                  </a:lnTo>
                  <a:lnTo>
                    <a:pt x="1435888" y="1540844"/>
                  </a:lnTo>
                  <a:lnTo>
                    <a:pt x="1435883" y="1540839"/>
                  </a:lnTo>
                  <a:lnTo>
                    <a:pt x="1435876" y="1540833"/>
                  </a:lnTo>
                  <a:lnTo>
                    <a:pt x="1435870" y="1540827"/>
                  </a:lnTo>
                  <a:lnTo>
                    <a:pt x="1435863" y="1540822"/>
                  </a:lnTo>
                  <a:lnTo>
                    <a:pt x="1435859" y="1540819"/>
                  </a:lnTo>
                  <a:lnTo>
                    <a:pt x="1435855" y="1540815"/>
                  </a:lnTo>
                  <a:lnTo>
                    <a:pt x="1435850" y="1540810"/>
                  </a:lnTo>
                  <a:lnTo>
                    <a:pt x="1435843" y="1540804"/>
                  </a:lnTo>
                  <a:lnTo>
                    <a:pt x="1435839" y="1540799"/>
                  </a:lnTo>
                  <a:lnTo>
                    <a:pt x="1435836" y="1540795"/>
                  </a:lnTo>
                  <a:lnTo>
                    <a:pt x="1435832" y="1540787"/>
                  </a:lnTo>
                  <a:lnTo>
                    <a:pt x="1435830" y="1540779"/>
                  </a:lnTo>
                  <a:lnTo>
                    <a:pt x="1435789" y="1540709"/>
                  </a:lnTo>
                  <a:lnTo>
                    <a:pt x="1435742" y="1540612"/>
                  </a:lnTo>
                  <a:lnTo>
                    <a:pt x="1435727" y="1540603"/>
                  </a:lnTo>
                  <a:lnTo>
                    <a:pt x="1435722" y="1540584"/>
                  </a:lnTo>
                  <a:lnTo>
                    <a:pt x="1435718" y="1540563"/>
                  </a:lnTo>
                  <a:lnTo>
                    <a:pt x="1435705" y="1540535"/>
                  </a:lnTo>
                  <a:lnTo>
                    <a:pt x="1435700" y="1540523"/>
                  </a:lnTo>
                  <a:lnTo>
                    <a:pt x="1435693" y="1540513"/>
                  </a:lnTo>
                  <a:lnTo>
                    <a:pt x="1435672" y="1540490"/>
                  </a:lnTo>
                  <a:lnTo>
                    <a:pt x="1435666" y="1540468"/>
                  </a:lnTo>
                  <a:lnTo>
                    <a:pt x="1435654" y="1540448"/>
                  </a:lnTo>
                  <a:lnTo>
                    <a:pt x="1435605" y="1540426"/>
                  </a:lnTo>
                  <a:lnTo>
                    <a:pt x="1435587" y="1540404"/>
                  </a:lnTo>
                  <a:lnTo>
                    <a:pt x="1435551" y="1540393"/>
                  </a:lnTo>
                  <a:lnTo>
                    <a:pt x="1435538" y="1540371"/>
                  </a:lnTo>
                  <a:lnTo>
                    <a:pt x="1435522" y="1540342"/>
                  </a:lnTo>
                  <a:lnTo>
                    <a:pt x="1435518" y="1540319"/>
                  </a:lnTo>
                  <a:lnTo>
                    <a:pt x="1435517" y="1540290"/>
                  </a:lnTo>
                  <a:lnTo>
                    <a:pt x="1435517" y="1540266"/>
                  </a:lnTo>
                  <a:lnTo>
                    <a:pt x="1435528" y="1540240"/>
                  </a:lnTo>
                  <a:lnTo>
                    <a:pt x="1435524" y="1540212"/>
                  </a:lnTo>
                  <a:lnTo>
                    <a:pt x="1435521" y="1540208"/>
                  </a:lnTo>
                  <a:lnTo>
                    <a:pt x="1435516" y="1540202"/>
                  </a:lnTo>
                  <a:lnTo>
                    <a:pt x="1435510" y="1540198"/>
                  </a:lnTo>
                  <a:lnTo>
                    <a:pt x="1435503" y="1540197"/>
                  </a:lnTo>
                  <a:lnTo>
                    <a:pt x="1435498" y="1540197"/>
                  </a:lnTo>
                  <a:lnTo>
                    <a:pt x="1435493" y="1540196"/>
                  </a:lnTo>
                  <a:lnTo>
                    <a:pt x="1435486" y="1540192"/>
                  </a:lnTo>
                  <a:lnTo>
                    <a:pt x="1435481" y="1540188"/>
                  </a:lnTo>
                  <a:lnTo>
                    <a:pt x="1435478" y="1540185"/>
                  </a:lnTo>
                  <a:lnTo>
                    <a:pt x="1435471" y="1540180"/>
                  </a:lnTo>
                  <a:lnTo>
                    <a:pt x="1435466" y="1540176"/>
                  </a:lnTo>
                  <a:lnTo>
                    <a:pt x="1435459" y="1540170"/>
                  </a:lnTo>
                  <a:lnTo>
                    <a:pt x="1435454" y="1540166"/>
                  </a:lnTo>
                  <a:lnTo>
                    <a:pt x="1435449" y="1540162"/>
                  </a:lnTo>
                  <a:lnTo>
                    <a:pt x="1435444" y="1540158"/>
                  </a:lnTo>
                  <a:lnTo>
                    <a:pt x="1435438" y="1540155"/>
                  </a:lnTo>
                  <a:lnTo>
                    <a:pt x="1435433" y="1540156"/>
                  </a:lnTo>
                  <a:lnTo>
                    <a:pt x="1435426" y="1540159"/>
                  </a:lnTo>
                  <a:lnTo>
                    <a:pt x="1435421" y="1540162"/>
                  </a:lnTo>
                  <a:lnTo>
                    <a:pt x="1435415" y="1540162"/>
                  </a:lnTo>
                  <a:lnTo>
                    <a:pt x="1435410" y="1540160"/>
                  </a:lnTo>
                  <a:lnTo>
                    <a:pt x="1435406" y="1540158"/>
                  </a:lnTo>
                  <a:lnTo>
                    <a:pt x="1435401" y="1540156"/>
                  </a:lnTo>
                  <a:lnTo>
                    <a:pt x="1435397" y="1540155"/>
                  </a:lnTo>
                  <a:lnTo>
                    <a:pt x="1435392" y="1540154"/>
                  </a:lnTo>
                  <a:lnTo>
                    <a:pt x="1435388" y="1540154"/>
                  </a:lnTo>
                  <a:lnTo>
                    <a:pt x="1435381" y="1540155"/>
                  </a:lnTo>
                  <a:lnTo>
                    <a:pt x="1435376" y="1540157"/>
                  </a:lnTo>
                  <a:lnTo>
                    <a:pt x="1435371" y="1540159"/>
                  </a:lnTo>
                  <a:lnTo>
                    <a:pt x="1435365" y="1540161"/>
                  </a:lnTo>
                  <a:lnTo>
                    <a:pt x="1435360" y="1540161"/>
                  </a:lnTo>
                  <a:lnTo>
                    <a:pt x="1435354" y="1540160"/>
                  </a:lnTo>
                  <a:lnTo>
                    <a:pt x="1435348" y="1540159"/>
                  </a:lnTo>
                  <a:lnTo>
                    <a:pt x="1435341" y="1540158"/>
                  </a:lnTo>
                  <a:lnTo>
                    <a:pt x="1435334" y="1540157"/>
                  </a:lnTo>
                  <a:lnTo>
                    <a:pt x="1435324" y="1540155"/>
                  </a:lnTo>
                  <a:lnTo>
                    <a:pt x="1435315" y="1540154"/>
                  </a:lnTo>
                  <a:lnTo>
                    <a:pt x="1435307" y="1540153"/>
                  </a:lnTo>
                  <a:lnTo>
                    <a:pt x="1435301" y="1540153"/>
                  </a:lnTo>
                  <a:lnTo>
                    <a:pt x="1435295" y="1540154"/>
                  </a:lnTo>
                  <a:lnTo>
                    <a:pt x="1435288" y="1540157"/>
                  </a:lnTo>
                  <a:lnTo>
                    <a:pt x="1435281" y="1540158"/>
                  </a:lnTo>
                  <a:lnTo>
                    <a:pt x="1435276" y="1540159"/>
                  </a:lnTo>
                  <a:lnTo>
                    <a:pt x="1435270" y="1540160"/>
                  </a:lnTo>
                  <a:lnTo>
                    <a:pt x="1435265" y="1540161"/>
                  </a:lnTo>
                  <a:lnTo>
                    <a:pt x="1435257" y="1540163"/>
                  </a:lnTo>
                  <a:lnTo>
                    <a:pt x="1435252" y="1540163"/>
                  </a:lnTo>
                  <a:lnTo>
                    <a:pt x="1435247" y="1540164"/>
                  </a:lnTo>
                  <a:lnTo>
                    <a:pt x="1435240" y="1540164"/>
                  </a:lnTo>
                  <a:lnTo>
                    <a:pt x="1435233" y="1540163"/>
                  </a:lnTo>
                  <a:lnTo>
                    <a:pt x="1435228" y="1540161"/>
                  </a:lnTo>
                  <a:lnTo>
                    <a:pt x="1435223" y="1540158"/>
                  </a:lnTo>
                  <a:lnTo>
                    <a:pt x="1435217" y="1540155"/>
                  </a:lnTo>
                  <a:lnTo>
                    <a:pt x="1435208" y="1540149"/>
                  </a:lnTo>
                  <a:lnTo>
                    <a:pt x="1435202" y="1540146"/>
                  </a:lnTo>
                  <a:lnTo>
                    <a:pt x="1435197" y="1540143"/>
                  </a:lnTo>
                  <a:lnTo>
                    <a:pt x="1435191" y="1540138"/>
                  </a:lnTo>
                  <a:lnTo>
                    <a:pt x="1435186" y="1540134"/>
                  </a:lnTo>
                  <a:lnTo>
                    <a:pt x="1435181" y="1540130"/>
                  </a:lnTo>
                  <a:lnTo>
                    <a:pt x="1435175" y="1540124"/>
                  </a:lnTo>
                  <a:lnTo>
                    <a:pt x="1435172" y="1540120"/>
                  </a:lnTo>
                  <a:lnTo>
                    <a:pt x="1435168" y="1540116"/>
                  </a:lnTo>
                  <a:lnTo>
                    <a:pt x="1435163" y="1540109"/>
                  </a:lnTo>
                  <a:lnTo>
                    <a:pt x="1435159" y="1540105"/>
                  </a:lnTo>
                  <a:lnTo>
                    <a:pt x="1435154" y="1540101"/>
                  </a:lnTo>
                  <a:lnTo>
                    <a:pt x="1435149" y="1540098"/>
                  </a:lnTo>
                  <a:lnTo>
                    <a:pt x="1435143" y="1540096"/>
                  </a:lnTo>
                  <a:lnTo>
                    <a:pt x="1435136" y="1540095"/>
                  </a:lnTo>
                  <a:lnTo>
                    <a:pt x="1435126" y="1540096"/>
                  </a:lnTo>
                  <a:lnTo>
                    <a:pt x="1435119" y="1540098"/>
                  </a:lnTo>
                  <a:lnTo>
                    <a:pt x="1435113" y="1540100"/>
                  </a:lnTo>
                  <a:lnTo>
                    <a:pt x="1435108" y="1540103"/>
                  </a:lnTo>
                  <a:lnTo>
                    <a:pt x="1435104" y="1540106"/>
                  </a:lnTo>
                  <a:lnTo>
                    <a:pt x="1435098" y="1540111"/>
                  </a:lnTo>
                  <a:lnTo>
                    <a:pt x="1435091" y="1540118"/>
                  </a:lnTo>
                  <a:lnTo>
                    <a:pt x="1435086" y="1540121"/>
                  </a:lnTo>
                  <a:lnTo>
                    <a:pt x="1435082" y="1540124"/>
                  </a:lnTo>
                  <a:lnTo>
                    <a:pt x="1435075" y="1540128"/>
                  </a:lnTo>
                  <a:lnTo>
                    <a:pt x="1435069" y="1540133"/>
                  </a:lnTo>
                  <a:lnTo>
                    <a:pt x="1435063" y="1540139"/>
                  </a:lnTo>
                  <a:lnTo>
                    <a:pt x="1435059" y="1540146"/>
                  </a:lnTo>
                  <a:lnTo>
                    <a:pt x="1435055" y="1540150"/>
                  </a:lnTo>
                  <a:lnTo>
                    <a:pt x="1435049" y="1540154"/>
                  </a:lnTo>
                  <a:lnTo>
                    <a:pt x="1435042" y="1540156"/>
                  </a:lnTo>
                  <a:lnTo>
                    <a:pt x="1435033" y="1540157"/>
                  </a:lnTo>
                  <a:lnTo>
                    <a:pt x="1435027" y="1540155"/>
                  </a:lnTo>
                  <a:lnTo>
                    <a:pt x="1435021" y="1540153"/>
                  </a:lnTo>
                  <a:lnTo>
                    <a:pt x="1435016" y="1540150"/>
                  </a:lnTo>
                  <a:lnTo>
                    <a:pt x="1435009" y="1540147"/>
                  </a:lnTo>
                  <a:lnTo>
                    <a:pt x="1435003" y="1540147"/>
                  </a:lnTo>
                  <a:lnTo>
                    <a:pt x="1434997" y="1540147"/>
                  </a:lnTo>
                  <a:lnTo>
                    <a:pt x="1434993" y="1540147"/>
                  </a:lnTo>
                  <a:lnTo>
                    <a:pt x="1434988" y="1540147"/>
                  </a:lnTo>
                  <a:lnTo>
                    <a:pt x="1434983" y="1540147"/>
                  </a:lnTo>
                  <a:lnTo>
                    <a:pt x="1434978" y="1540146"/>
                  </a:lnTo>
                  <a:lnTo>
                    <a:pt x="1434973" y="1540143"/>
                  </a:lnTo>
                  <a:lnTo>
                    <a:pt x="1434968" y="1540138"/>
                  </a:lnTo>
                  <a:lnTo>
                    <a:pt x="1434963" y="1540133"/>
                  </a:lnTo>
                  <a:lnTo>
                    <a:pt x="1434960" y="1540129"/>
                  </a:lnTo>
                  <a:lnTo>
                    <a:pt x="1434955" y="1540124"/>
                  </a:lnTo>
                  <a:lnTo>
                    <a:pt x="1434952" y="1540120"/>
                  </a:lnTo>
                  <a:lnTo>
                    <a:pt x="1434949" y="1540115"/>
                  </a:lnTo>
                  <a:lnTo>
                    <a:pt x="1434947" y="1540111"/>
                  </a:lnTo>
                  <a:lnTo>
                    <a:pt x="1434944" y="1540106"/>
                  </a:lnTo>
                  <a:lnTo>
                    <a:pt x="1434941" y="1540102"/>
                  </a:lnTo>
                  <a:lnTo>
                    <a:pt x="1434937" y="1540093"/>
                  </a:lnTo>
                  <a:lnTo>
                    <a:pt x="1434934" y="1540088"/>
                  </a:lnTo>
                  <a:lnTo>
                    <a:pt x="1434931" y="1540081"/>
                  </a:lnTo>
                  <a:lnTo>
                    <a:pt x="1434925" y="1540072"/>
                  </a:lnTo>
                  <a:lnTo>
                    <a:pt x="1434922" y="1540068"/>
                  </a:lnTo>
                  <a:lnTo>
                    <a:pt x="1434917" y="1540065"/>
                  </a:lnTo>
                  <a:lnTo>
                    <a:pt x="1434912" y="1540063"/>
                  </a:lnTo>
                  <a:lnTo>
                    <a:pt x="1434907" y="1540061"/>
                  </a:lnTo>
                  <a:lnTo>
                    <a:pt x="1434903" y="1540058"/>
                  </a:lnTo>
                  <a:lnTo>
                    <a:pt x="1434898" y="1540056"/>
                  </a:lnTo>
                  <a:lnTo>
                    <a:pt x="1434893" y="1540053"/>
                  </a:lnTo>
                  <a:lnTo>
                    <a:pt x="1434888" y="1540050"/>
                  </a:lnTo>
                  <a:lnTo>
                    <a:pt x="1434884" y="1540046"/>
                  </a:lnTo>
                  <a:lnTo>
                    <a:pt x="1434880" y="1540040"/>
                  </a:lnTo>
                  <a:lnTo>
                    <a:pt x="1434877" y="1540034"/>
                  </a:lnTo>
                  <a:lnTo>
                    <a:pt x="1434874" y="1540029"/>
                  </a:lnTo>
                  <a:lnTo>
                    <a:pt x="1434871" y="1540024"/>
                  </a:lnTo>
                  <a:lnTo>
                    <a:pt x="1434866" y="1540016"/>
                  </a:lnTo>
                  <a:lnTo>
                    <a:pt x="1434863" y="1540011"/>
                  </a:lnTo>
                  <a:lnTo>
                    <a:pt x="1434860" y="1540005"/>
                  </a:lnTo>
                  <a:lnTo>
                    <a:pt x="1434858" y="1540001"/>
                  </a:lnTo>
                  <a:lnTo>
                    <a:pt x="1434855" y="1539995"/>
                  </a:lnTo>
                  <a:lnTo>
                    <a:pt x="1434853" y="1539989"/>
                  </a:lnTo>
                  <a:lnTo>
                    <a:pt x="1434851" y="1539983"/>
                  </a:lnTo>
                  <a:lnTo>
                    <a:pt x="1434849" y="1539977"/>
                  </a:lnTo>
                  <a:lnTo>
                    <a:pt x="1434847" y="1539971"/>
                  </a:lnTo>
                  <a:lnTo>
                    <a:pt x="1434844" y="1539966"/>
                  </a:lnTo>
                  <a:lnTo>
                    <a:pt x="1434842" y="1539961"/>
                  </a:lnTo>
                  <a:lnTo>
                    <a:pt x="1434838" y="1539956"/>
                  </a:lnTo>
                  <a:lnTo>
                    <a:pt x="1434834" y="1539949"/>
                  </a:lnTo>
                  <a:lnTo>
                    <a:pt x="1434830" y="1539945"/>
                  </a:lnTo>
                  <a:lnTo>
                    <a:pt x="1434827" y="1539941"/>
                  </a:lnTo>
                  <a:lnTo>
                    <a:pt x="1434823" y="1539936"/>
                  </a:lnTo>
                  <a:lnTo>
                    <a:pt x="1434820" y="1539931"/>
                  </a:lnTo>
                  <a:lnTo>
                    <a:pt x="1434816" y="1539925"/>
                  </a:lnTo>
                  <a:lnTo>
                    <a:pt x="1434811" y="1539922"/>
                  </a:lnTo>
                  <a:lnTo>
                    <a:pt x="1434805" y="1539919"/>
                  </a:lnTo>
                  <a:lnTo>
                    <a:pt x="1434797" y="1539917"/>
                  </a:lnTo>
                  <a:lnTo>
                    <a:pt x="1434790" y="1539918"/>
                  </a:lnTo>
                  <a:lnTo>
                    <a:pt x="1434784" y="1539921"/>
                  </a:lnTo>
                  <a:lnTo>
                    <a:pt x="1434779" y="1539923"/>
                  </a:lnTo>
                  <a:lnTo>
                    <a:pt x="1434771" y="1539925"/>
                  </a:lnTo>
                  <a:lnTo>
                    <a:pt x="1434764" y="1539927"/>
                  </a:lnTo>
                  <a:lnTo>
                    <a:pt x="1434757" y="1539928"/>
                  </a:lnTo>
                  <a:lnTo>
                    <a:pt x="1434752" y="1539927"/>
                  </a:lnTo>
                  <a:lnTo>
                    <a:pt x="1434746" y="1539925"/>
                  </a:lnTo>
                  <a:lnTo>
                    <a:pt x="1434740" y="1539923"/>
                  </a:lnTo>
                  <a:lnTo>
                    <a:pt x="1434734" y="1539919"/>
                  </a:lnTo>
                  <a:lnTo>
                    <a:pt x="1434728" y="1539915"/>
                  </a:lnTo>
                  <a:lnTo>
                    <a:pt x="1434722" y="1539911"/>
                  </a:lnTo>
                  <a:lnTo>
                    <a:pt x="1434716" y="1539909"/>
                  </a:lnTo>
                  <a:lnTo>
                    <a:pt x="1434712" y="1539907"/>
                  </a:lnTo>
                  <a:lnTo>
                    <a:pt x="1434704" y="1539906"/>
                  </a:lnTo>
                  <a:lnTo>
                    <a:pt x="1434698" y="1539904"/>
                  </a:lnTo>
                  <a:lnTo>
                    <a:pt x="1434693" y="1539903"/>
                  </a:lnTo>
                  <a:lnTo>
                    <a:pt x="1434687" y="1539901"/>
                  </a:lnTo>
                  <a:lnTo>
                    <a:pt x="1434680" y="1539898"/>
                  </a:lnTo>
                  <a:lnTo>
                    <a:pt x="1434674" y="1539895"/>
                  </a:lnTo>
                  <a:lnTo>
                    <a:pt x="1434667" y="1539890"/>
                  </a:lnTo>
                  <a:lnTo>
                    <a:pt x="1434661" y="1539886"/>
                  </a:lnTo>
                  <a:lnTo>
                    <a:pt x="1434656" y="1539880"/>
                  </a:lnTo>
                  <a:lnTo>
                    <a:pt x="1434650" y="1539875"/>
                  </a:lnTo>
                  <a:lnTo>
                    <a:pt x="1434646" y="1539871"/>
                  </a:lnTo>
                  <a:lnTo>
                    <a:pt x="1434641" y="1539866"/>
                  </a:lnTo>
                  <a:lnTo>
                    <a:pt x="1434632" y="1539859"/>
                  </a:lnTo>
                  <a:lnTo>
                    <a:pt x="1434626" y="1539857"/>
                  </a:lnTo>
                  <a:lnTo>
                    <a:pt x="1434621" y="1539857"/>
                  </a:lnTo>
                  <a:lnTo>
                    <a:pt x="1434614" y="1539859"/>
                  </a:lnTo>
                  <a:lnTo>
                    <a:pt x="1434610" y="1539861"/>
                  </a:lnTo>
                  <a:lnTo>
                    <a:pt x="1434606" y="1539864"/>
                  </a:lnTo>
                  <a:lnTo>
                    <a:pt x="1434599" y="1539867"/>
                  </a:lnTo>
                  <a:lnTo>
                    <a:pt x="1434592" y="1539870"/>
                  </a:lnTo>
                  <a:lnTo>
                    <a:pt x="1434587" y="1539871"/>
                  </a:lnTo>
                  <a:lnTo>
                    <a:pt x="1434581" y="1539873"/>
                  </a:lnTo>
                  <a:lnTo>
                    <a:pt x="1434575" y="1539873"/>
                  </a:lnTo>
                  <a:lnTo>
                    <a:pt x="1434569" y="1539874"/>
                  </a:lnTo>
                  <a:lnTo>
                    <a:pt x="1434563" y="1539873"/>
                  </a:lnTo>
                  <a:lnTo>
                    <a:pt x="1434556" y="1539870"/>
                  </a:lnTo>
                  <a:lnTo>
                    <a:pt x="1434552" y="1539867"/>
                  </a:lnTo>
                  <a:lnTo>
                    <a:pt x="1434548" y="1539864"/>
                  </a:lnTo>
                  <a:lnTo>
                    <a:pt x="1434537" y="1539861"/>
                  </a:lnTo>
                  <a:lnTo>
                    <a:pt x="1434531" y="1539859"/>
                  </a:lnTo>
                  <a:lnTo>
                    <a:pt x="1434526" y="1539857"/>
                  </a:lnTo>
                  <a:lnTo>
                    <a:pt x="1434522" y="1539854"/>
                  </a:lnTo>
                  <a:lnTo>
                    <a:pt x="1434516" y="1539847"/>
                  </a:lnTo>
                  <a:lnTo>
                    <a:pt x="1434512" y="1539839"/>
                  </a:lnTo>
                  <a:lnTo>
                    <a:pt x="1434510" y="1539833"/>
                  </a:lnTo>
                  <a:lnTo>
                    <a:pt x="1434508" y="1539826"/>
                  </a:lnTo>
                  <a:lnTo>
                    <a:pt x="1434506" y="1539816"/>
                  </a:lnTo>
                  <a:lnTo>
                    <a:pt x="1434505" y="1539808"/>
                  </a:lnTo>
                  <a:lnTo>
                    <a:pt x="1434504" y="1539802"/>
                  </a:lnTo>
                  <a:lnTo>
                    <a:pt x="1434502" y="1539795"/>
                  </a:lnTo>
                  <a:lnTo>
                    <a:pt x="1434500" y="1539789"/>
                  </a:lnTo>
                  <a:lnTo>
                    <a:pt x="1434498" y="1539782"/>
                  </a:lnTo>
                  <a:lnTo>
                    <a:pt x="1434495" y="1539775"/>
                  </a:lnTo>
                  <a:lnTo>
                    <a:pt x="1434491" y="1539770"/>
                  </a:lnTo>
                  <a:lnTo>
                    <a:pt x="1434487" y="1539766"/>
                  </a:lnTo>
                  <a:lnTo>
                    <a:pt x="1434483" y="1539763"/>
                  </a:lnTo>
                  <a:lnTo>
                    <a:pt x="1434478" y="1539759"/>
                  </a:lnTo>
                  <a:lnTo>
                    <a:pt x="1434475" y="1539755"/>
                  </a:lnTo>
                  <a:lnTo>
                    <a:pt x="1434471" y="1539751"/>
                  </a:lnTo>
                  <a:lnTo>
                    <a:pt x="1434468" y="1539748"/>
                  </a:lnTo>
                  <a:lnTo>
                    <a:pt x="1434464" y="1539743"/>
                  </a:lnTo>
                  <a:lnTo>
                    <a:pt x="1434459" y="1539738"/>
                  </a:lnTo>
                  <a:lnTo>
                    <a:pt x="1434454" y="1539733"/>
                  </a:lnTo>
                  <a:lnTo>
                    <a:pt x="1434450" y="1539730"/>
                  </a:lnTo>
                  <a:lnTo>
                    <a:pt x="1434447" y="1539727"/>
                  </a:lnTo>
                  <a:lnTo>
                    <a:pt x="1434443" y="1539723"/>
                  </a:lnTo>
                  <a:lnTo>
                    <a:pt x="1434439" y="1539717"/>
                  </a:lnTo>
                  <a:lnTo>
                    <a:pt x="1434435" y="1539711"/>
                  </a:lnTo>
                  <a:lnTo>
                    <a:pt x="1434431" y="1539705"/>
                  </a:lnTo>
                  <a:lnTo>
                    <a:pt x="1434426" y="1539698"/>
                  </a:lnTo>
                  <a:lnTo>
                    <a:pt x="1434422" y="1539691"/>
                  </a:lnTo>
                  <a:lnTo>
                    <a:pt x="1434417" y="1539685"/>
                  </a:lnTo>
                  <a:lnTo>
                    <a:pt x="1434414" y="1539681"/>
                  </a:lnTo>
                  <a:lnTo>
                    <a:pt x="1434410" y="1539677"/>
                  </a:lnTo>
                  <a:lnTo>
                    <a:pt x="1434406" y="1539672"/>
                  </a:lnTo>
                  <a:lnTo>
                    <a:pt x="1434402" y="1539667"/>
                  </a:lnTo>
                  <a:lnTo>
                    <a:pt x="1434396" y="1539662"/>
                  </a:lnTo>
                  <a:lnTo>
                    <a:pt x="1434392" y="1539658"/>
                  </a:lnTo>
                  <a:lnTo>
                    <a:pt x="1434386" y="1539654"/>
                  </a:lnTo>
                  <a:lnTo>
                    <a:pt x="1434377" y="1539652"/>
                  </a:lnTo>
                  <a:lnTo>
                    <a:pt x="1434369" y="1539649"/>
                  </a:lnTo>
                  <a:lnTo>
                    <a:pt x="1434363" y="1539646"/>
                  </a:lnTo>
                  <a:lnTo>
                    <a:pt x="1434357" y="1539642"/>
                  </a:lnTo>
                  <a:lnTo>
                    <a:pt x="1434351" y="1539638"/>
                  </a:lnTo>
                  <a:lnTo>
                    <a:pt x="1434347" y="1539635"/>
                  </a:lnTo>
                  <a:lnTo>
                    <a:pt x="1434342" y="1539629"/>
                  </a:lnTo>
                  <a:lnTo>
                    <a:pt x="1434340" y="1539621"/>
                  </a:lnTo>
                  <a:lnTo>
                    <a:pt x="1434339" y="1539615"/>
                  </a:lnTo>
                  <a:lnTo>
                    <a:pt x="1434338" y="1539609"/>
                  </a:lnTo>
                  <a:lnTo>
                    <a:pt x="1434337" y="1539603"/>
                  </a:lnTo>
                  <a:lnTo>
                    <a:pt x="1434339" y="1539511"/>
                  </a:lnTo>
                  <a:lnTo>
                    <a:pt x="1434333" y="1539482"/>
                  </a:lnTo>
                  <a:lnTo>
                    <a:pt x="1434327" y="1539481"/>
                  </a:lnTo>
                  <a:lnTo>
                    <a:pt x="1434319" y="1539478"/>
                  </a:lnTo>
                  <a:lnTo>
                    <a:pt x="1434311" y="1539474"/>
                  </a:lnTo>
                  <a:lnTo>
                    <a:pt x="1434305" y="1539472"/>
                  </a:lnTo>
                  <a:lnTo>
                    <a:pt x="1434297" y="1539468"/>
                  </a:lnTo>
                  <a:lnTo>
                    <a:pt x="1434288" y="1539464"/>
                  </a:lnTo>
                  <a:lnTo>
                    <a:pt x="1434282" y="1539460"/>
                  </a:lnTo>
                  <a:lnTo>
                    <a:pt x="1434277" y="1539457"/>
                  </a:lnTo>
                  <a:lnTo>
                    <a:pt x="1434272" y="1539453"/>
                  </a:lnTo>
                  <a:lnTo>
                    <a:pt x="1434267" y="1539448"/>
                  </a:lnTo>
                  <a:lnTo>
                    <a:pt x="1434263" y="1539444"/>
                  </a:lnTo>
                  <a:lnTo>
                    <a:pt x="1434257" y="1539439"/>
                  </a:lnTo>
                  <a:lnTo>
                    <a:pt x="1434253" y="1539437"/>
                  </a:lnTo>
                  <a:lnTo>
                    <a:pt x="1434247" y="1539434"/>
                  </a:lnTo>
                  <a:lnTo>
                    <a:pt x="1434240" y="1539430"/>
                  </a:lnTo>
                  <a:lnTo>
                    <a:pt x="1434234" y="1539424"/>
                  </a:lnTo>
                  <a:lnTo>
                    <a:pt x="1434229" y="1539420"/>
                  </a:lnTo>
                  <a:lnTo>
                    <a:pt x="1434225" y="1539418"/>
                  </a:lnTo>
                  <a:lnTo>
                    <a:pt x="1434219" y="1539414"/>
                  </a:lnTo>
                  <a:lnTo>
                    <a:pt x="1434213" y="1539411"/>
                  </a:lnTo>
                  <a:lnTo>
                    <a:pt x="1434207" y="1539410"/>
                  </a:lnTo>
                  <a:lnTo>
                    <a:pt x="1434200" y="1539412"/>
                  </a:lnTo>
                  <a:lnTo>
                    <a:pt x="1434193" y="1539414"/>
                  </a:lnTo>
                  <a:lnTo>
                    <a:pt x="1434188" y="1539414"/>
                  </a:lnTo>
                  <a:lnTo>
                    <a:pt x="1434181" y="1539415"/>
                  </a:lnTo>
                  <a:lnTo>
                    <a:pt x="1434172" y="1539415"/>
                  </a:lnTo>
                  <a:lnTo>
                    <a:pt x="1434164" y="1539415"/>
                  </a:lnTo>
                  <a:lnTo>
                    <a:pt x="1434157" y="1539415"/>
                  </a:lnTo>
                  <a:lnTo>
                    <a:pt x="1434151" y="1539414"/>
                  </a:lnTo>
                  <a:lnTo>
                    <a:pt x="1434146" y="1539413"/>
                  </a:lnTo>
                  <a:lnTo>
                    <a:pt x="1434139" y="1539411"/>
                  </a:lnTo>
                  <a:lnTo>
                    <a:pt x="1434133" y="1539408"/>
                  </a:lnTo>
                  <a:lnTo>
                    <a:pt x="1434127" y="1539406"/>
                  </a:lnTo>
                  <a:lnTo>
                    <a:pt x="1434122" y="1539403"/>
                  </a:lnTo>
                  <a:lnTo>
                    <a:pt x="1434117" y="1539401"/>
                  </a:lnTo>
                  <a:lnTo>
                    <a:pt x="1434110" y="1539397"/>
                  </a:lnTo>
                  <a:lnTo>
                    <a:pt x="1434105" y="1539393"/>
                  </a:lnTo>
                  <a:lnTo>
                    <a:pt x="1434100" y="1539389"/>
                  </a:lnTo>
                  <a:lnTo>
                    <a:pt x="1434095" y="1539384"/>
                  </a:lnTo>
                  <a:lnTo>
                    <a:pt x="1434091" y="1539380"/>
                  </a:lnTo>
                  <a:lnTo>
                    <a:pt x="1434088" y="1539377"/>
                  </a:lnTo>
                  <a:lnTo>
                    <a:pt x="1434085" y="1539373"/>
                  </a:lnTo>
                  <a:lnTo>
                    <a:pt x="1434082" y="1539370"/>
                  </a:lnTo>
                  <a:lnTo>
                    <a:pt x="1434075" y="1539364"/>
                  </a:lnTo>
                  <a:lnTo>
                    <a:pt x="1434069" y="1539361"/>
                  </a:lnTo>
                  <a:lnTo>
                    <a:pt x="1434064" y="1539361"/>
                  </a:lnTo>
                  <a:lnTo>
                    <a:pt x="1434058" y="1539360"/>
                  </a:lnTo>
                  <a:lnTo>
                    <a:pt x="1434053" y="1539360"/>
                  </a:lnTo>
                  <a:lnTo>
                    <a:pt x="1434049" y="1539360"/>
                  </a:lnTo>
                  <a:lnTo>
                    <a:pt x="1434039" y="1539361"/>
                  </a:lnTo>
                  <a:lnTo>
                    <a:pt x="1434033" y="1539361"/>
                  </a:lnTo>
                  <a:lnTo>
                    <a:pt x="1434027" y="1539362"/>
                  </a:lnTo>
                  <a:lnTo>
                    <a:pt x="1434019" y="1539363"/>
                  </a:lnTo>
                  <a:lnTo>
                    <a:pt x="1434013" y="1539364"/>
                  </a:lnTo>
                  <a:lnTo>
                    <a:pt x="1434005" y="1539365"/>
                  </a:lnTo>
                  <a:lnTo>
                    <a:pt x="1433996" y="1539365"/>
                  </a:lnTo>
                  <a:lnTo>
                    <a:pt x="1433990" y="1539366"/>
                  </a:lnTo>
                  <a:lnTo>
                    <a:pt x="1433984" y="1539368"/>
                  </a:lnTo>
                  <a:lnTo>
                    <a:pt x="1433978" y="1539369"/>
                  </a:lnTo>
                  <a:lnTo>
                    <a:pt x="1433973" y="1539371"/>
                  </a:lnTo>
                  <a:lnTo>
                    <a:pt x="1433968" y="1539375"/>
                  </a:lnTo>
                  <a:lnTo>
                    <a:pt x="1433962" y="1539379"/>
                  </a:lnTo>
                  <a:lnTo>
                    <a:pt x="1433958" y="1539383"/>
                  </a:lnTo>
                  <a:lnTo>
                    <a:pt x="1433951" y="1539390"/>
                  </a:lnTo>
                  <a:lnTo>
                    <a:pt x="1433946" y="1539395"/>
                  </a:lnTo>
                  <a:lnTo>
                    <a:pt x="1433942" y="1539400"/>
                  </a:lnTo>
                  <a:lnTo>
                    <a:pt x="1433938" y="1539405"/>
                  </a:lnTo>
                  <a:lnTo>
                    <a:pt x="1433929" y="1539415"/>
                  </a:lnTo>
                  <a:lnTo>
                    <a:pt x="1433922" y="1539422"/>
                  </a:lnTo>
                  <a:lnTo>
                    <a:pt x="1433916" y="1539428"/>
                  </a:lnTo>
                  <a:lnTo>
                    <a:pt x="1433910" y="1539434"/>
                  </a:lnTo>
                  <a:lnTo>
                    <a:pt x="1433905" y="1539439"/>
                  </a:lnTo>
                  <a:lnTo>
                    <a:pt x="1433897" y="1539448"/>
                  </a:lnTo>
                  <a:lnTo>
                    <a:pt x="1433894" y="1539452"/>
                  </a:lnTo>
                  <a:lnTo>
                    <a:pt x="1433891" y="1539456"/>
                  </a:lnTo>
                  <a:lnTo>
                    <a:pt x="1433887" y="1539461"/>
                  </a:lnTo>
                  <a:lnTo>
                    <a:pt x="1433778" y="1539433"/>
                  </a:lnTo>
                  <a:lnTo>
                    <a:pt x="1433692" y="1539422"/>
                  </a:lnTo>
                  <a:lnTo>
                    <a:pt x="1433563" y="1539421"/>
                  </a:lnTo>
                  <a:lnTo>
                    <a:pt x="1433556" y="1539421"/>
                  </a:lnTo>
                  <a:lnTo>
                    <a:pt x="1433440" y="1539418"/>
                  </a:lnTo>
                  <a:lnTo>
                    <a:pt x="1433434" y="1539412"/>
                  </a:lnTo>
                  <a:lnTo>
                    <a:pt x="1433428" y="1539405"/>
                  </a:lnTo>
                  <a:lnTo>
                    <a:pt x="1433422" y="1539397"/>
                  </a:lnTo>
                  <a:lnTo>
                    <a:pt x="1433417" y="1539390"/>
                  </a:lnTo>
                  <a:lnTo>
                    <a:pt x="1433412" y="1539384"/>
                  </a:lnTo>
                  <a:lnTo>
                    <a:pt x="1433409" y="1539381"/>
                  </a:lnTo>
                  <a:lnTo>
                    <a:pt x="1433405" y="1539375"/>
                  </a:lnTo>
                  <a:lnTo>
                    <a:pt x="1433401" y="1539366"/>
                  </a:lnTo>
                  <a:lnTo>
                    <a:pt x="1433400" y="1539359"/>
                  </a:lnTo>
                  <a:lnTo>
                    <a:pt x="1433397" y="1539355"/>
                  </a:lnTo>
                  <a:lnTo>
                    <a:pt x="1433393" y="1539351"/>
                  </a:lnTo>
                  <a:lnTo>
                    <a:pt x="1433325" y="1539390"/>
                  </a:lnTo>
                  <a:lnTo>
                    <a:pt x="1433319" y="1539392"/>
                  </a:lnTo>
                  <a:lnTo>
                    <a:pt x="1433312" y="1539394"/>
                  </a:lnTo>
                  <a:lnTo>
                    <a:pt x="1433303" y="1539396"/>
                  </a:lnTo>
                  <a:lnTo>
                    <a:pt x="1433295" y="1539399"/>
                  </a:lnTo>
                  <a:lnTo>
                    <a:pt x="1433290" y="1539402"/>
                  </a:lnTo>
                  <a:lnTo>
                    <a:pt x="1433284" y="1539405"/>
                  </a:lnTo>
                  <a:lnTo>
                    <a:pt x="1433272" y="1539394"/>
                  </a:lnTo>
                  <a:lnTo>
                    <a:pt x="1433263" y="1539386"/>
                  </a:lnTo>
                  <a:lnTo>
                    <a:pt x="1433240" y="1539373"/>
                  </a:lnTo>
                  <a:lnTo>
                    <a:pt x="1433173" y="1539335"/>
                  </a:lnTo>
                  <a:lnTo>
                    <a:pt x="1433109" y="1539331"/>
                  </a:lnTo>
                  <a:lnTo>
                    <a:pt x="1433057" y="1539301"/>
                  </a:lnTo>
                  <a:lnTo>
                    <a:pt x="1432979" y="1539294"/>
                  </a:lnTo>
                  <a:lnTo>
                    <a:pt x="1432882" y="1539288"/>
                  </a:lnTo>
                  <a:lnTo>
                    <a:pt x="1432875" y="1539291"/>
                  </a:lnTo>
                  <a:lnTo>
                    <a:pt x="1432870" y="1539293"/>
                  </a:lnTo>
                  <a:lnTo>
                    <a:pt x="1432862" y="1539298"/>
                  </a:lnTo>
                  <a:lnTo>
                    <a:pt x="1432856" y="1539300"/>
                  </a:lnTo>
                  <a:lnTo>
                    <a:pt x="1432852" y="1539303"/>
                  </a:lnTo>
                  <a:lnTo>
                    <a:pt x="1432846" y="1539301"/>
                  </a:lnTo>
                  <a:lnTo>
                    <a:pt x="1432843" y="1539297"/>
                  </a:lnTo>
                  <a:lnTo>
                    <a:pt x="1432840" y="1539290"/>
                  </a:lnTo>
                  <a:lnTo>
                    <a:pt x="1432839" y="1539283"/>
                  </a:lnTo>
                  <a:lnTo>
                    <a:pt x="1432838" y="1539276"/>
                  </a:lnTo>
                  <a:lnTo>
                    <a:pt x="1432838" y="1539271"/>
                  </a:lnTo>
                  <a:lnTo>
                    <a:pt x="1432838" y="1539264"/>
                  </a:lnTo>
                  <a:lnTo>
                    <a:pt x="1432836" y="1539256"/>
                  </a:lnTo>
                  <a:lnTo>
                    <a:pt x="1432834" y="1539250"/>
                  </a:lnTo>
                  <a:lnTo>
                    <a:pt x="1432831" y="1539244"/>
                  </a:lnTo>
                  <a:lnTo>
                    <a:pt x="1432829" y="1539238"/>
                  </a:lnTo>
                  <a:lnTo>
                    <a:pt x="1432826" y="1539231"/>
                  </a:lnTo>
                  <a:lnTo>
                    <a:pt x="1432824" y="1539226"/>
                  </a:lnTo>
                  <a:lnTo>
                    <a:pt x="1432822" y="1539221"/>
                  </a:lnTo>
                  <a:lnTo>
                    <a:pt x="1432803" y="1539219"/>
                  </a:lnTo>
                  <a:lnTo>
                    <a:pt x="1432789" y="1539218"/>
                  </a:lnTo>
                  <a:lnTo>
                    <a:pt x="1432753" y="1539215"/>
                  </a:lnTo>
                  <a:lnTo>
                    <a:pt x="1432750" y="1539219"/>
                  </a:lnTo>
                  <a:lnTo>
                    <a:pt x="1432747" y="1539224"/>
                  </a:lnTo>
                  <a:lnTo>
                    <a:pt x="1432744" y="1539227"/>
                  </a:lnTo>
                  <a:lnTo>
                    <a:pt x="1432739" y="1539230"/>
                  </a:lnTo>
                  <a:lnTo>
                    <a:pt x="1432734" y="1539232"/>
                  </a:lnTo>
                  <a:lnTo>
                    <a:pt x="1432728" y="1539233"/>
                  </a:lnTo>
                  <a:lnTo>
                    <a:pt x="1432720" y="1539234"/>
                  </a:lnTo>
                  <a:lnTo>
                    <a:pt x="1432714" y="1539235"/>
                  </a:lnTo>
                  <a:lnTo>
                    <a:pt x="1432707" y="1539234"/>
                  </a:lnTo>
                  <a:lnTo>
                    <a:pt x="1432640" y="1539195"/>
                  </a:lnTo>
                  <a:lnTo>
                    <a:pt x="1432625" y="1539225"/>
                  </a:lnTo>
                  <a:lnTo>
                    <a:pt x="1432598" y="1539229"/>
                  </a:lnTo>
                  <a:lnTo>
                    <a:pt x="1432573" y="1539235"/>
                  </a:lnTo>
                  <a:lnTo>
                    <a:pt x="1432552" y="1539242"/>
                  </a:lnTo>
                  <a:lnTo>
                    <a:pt x="1432543" y="1539244"/>
                  </a:lnTo>
                  <a:lnTo>
                    <a:pt x="1432533" y="1539244"/>
                  </a:lnTo>
                  <a:lnTo>
                    <a:pt x="1432525" y="1539253"/>
                  </a:lnTo>
                  <a:lnTo>
                    <a:pt x="1432521" y="1539263"/>
                  </a:lnTo>
                  <a:lnTo>
                    <a:pt x="1432408" y="1539208"/>
                  </a:lnTo>
                  <a:lnTo>
                    <a:pt x="1432403" y="1539203"/>
                  </a:lnTo>
                  <a:lnTo>
                    <a:pt x="1432397" y="1539198"/>
                  </a:lnTo>
                  <a:lnTo>
                    <a:pt x="1432393" y="1539192"/>
                  </a:lnTo>
                  <a:lnTo>
                    <a:pt x="1432388" y="1539184"/>
                  </a:lnTo>
                  <a:lnTo>
                    <a:pt x="1432380" y="1539170"/>
                  </a:lnTo>
                  <a:lnTo>
                    <a:pt x="1432376" y="1539159"/>
                  </a:lnTo>
                  <a:lnTo>
                    <a:pt x="1432370" y="1539149"/>
                  </a:lnTo>
                  <a:lnTo>
                    <a:pt x="1432368" y="1539142"/>
                  </a:lnTo>
                  <a:lnTo>
                    <a:pt x="1432365" y="1539133"/>
                  </a:lnTo>
                  <a:lnTo>
                    <a:pt x="1432361" y="1539126"/>
                  </a:lnTo>
                  <a:lnTo>
                    <a:pt x="1432352" y="1539116"/>
                  </a:lnTo>
                  <a:lnTo>
                    <a:pt x="1432343" y="1539112"/>
                  </a:lnTo>
                  <a:lnTo>
                    <a:pt x="1432331" y="1539104"/>
                  </a:lnTo>
                  <a:lnTo>
                    <a:pt x="1432321" y="1539094"/>
                  </a:lnTo>
                  <a:lnTo>
                    <a:pt x="1432317" y="1539091"/>
                  </a:lnTo>
                  <a:lnTo>
                    <a:pt x="1432312" y="1539091"/>
                  </a:lnTo>
                  <a:lnTo>
                    <a:pt x="1432305" y="1539091"/>
                  </a:lnTo>
                  <a:lnTo>
                    <a:pt x="1432299" y="1539090"/>
                  </a:lnTo>
                  <a:lnTo>
                    <a:pt x="1432292" y="1539089"/>
                  </a:lnTo>
                  <a:lnTo>
                    <a:pt x="1432287" y="1539088"/>
                  </a:lnTo>
                  <a:lnTo>
                    <a:pt x="1432281" y="1539087"/>
                  </a:lnTo>
                  <a:lnTo>
                    <a:pt x="1432276" y="1539087"/>
                  </a:lnTo>
                  <a:lnTo>
                    <a:pt x="1432270" y="1539087"/>
                  </a:lnTo>
                  <a:lnTo>
                    <a:pt x="1432262" y="1539085"/>
                  </a:lnTo>
                  <a:lnTo>
                    <a:pt x="1432255" y="1539081"/>
                  </a:lnTo>
                  <a:lnTo>
                    <a:pt x="1432250" y="1539078"/>
                  </a:lnTo>
                  <a:lnTo>
                    <a:pt x="1432245" y="1539074"/>
                  </a:lnTo>
                  <a:lnTo>
                    <a:pt x="1432242" y="1539070"/>
                  </a:lnTo>
                  <a:lnTo>
                    <a:pt x="1432237" y="1539065"/>
                  </a:lnTo>
                  <a:lnTo>
                    <a:pt x="1432231" y="1539064"/>
                  </a:lnTo>
                  <a:lnTo>
                    <a:pt x="1432226" y="1539063"/>
                  </a:lnTo>
                  <a:lnTo>
                    <a:pt x="1432221" y="1539063"/>
                  </a:lnTo>
                  <a:lnTo>
                    <a:pt x="1432044" y="1539060"/>
                  </a:lnTo>
                  <a:lnTo>
                    <a:pt x="1432038" y="1539054"/>
                  </a:lnTo>
                  <a:lnTo>
                    <a:pt x="1432034" y="1539050"/>
                  </a:lnTo>
                  <a:lnTo>
                    <a:pt x="1432030" y="1539045"/>
                  </a:lnTo>
                  <a:lnTo>
                    <a:pt x="1432025" y="1539042"/>
                  </a:lnTo>
                  <a:lnTo>
                    <a:pt x="1432022" y="1539039"/>
                  </a:lnTo>
                  <a:lnTo>
                    <a:pt x="1432019" y="1539035"/>
                  </a:lnTo>
                  <a:lnTo>
                    <a:pt x="1432015" y="1539031"/>
                  </a:lnTo>
                  <a:lnTo>
                    <a:pt x="1432010" y="1539026"/>
                  </a:lnTo>
                  <a:lnTo>
                    <a:pt x="1431946" y="1539023"/>
                  </a:lnTo>
                  <a:lnTo>
                    <a:pt x="1431871" y="1538938"/>
                  </a:lnTo>
                  <a:lnTo>
                    <a:pt x="1431848" y="1538913"/>
                  </a:lnTo>
                  <a:lnTo>
                    <a:pt x="1431763" y="1538929"/>
                  </a:lnTo>
                  <a:lnTo>
                    <a:pt x="1431758" y="1538917"/>
                  </a:lnTo>
                  <a:lnTo>
                    <a:pt x="1431754" y="1538910"/>
                  </a:lnTo>
                  <a:lnTo>
                    <a:pt x="1431750" y="1538898"/>
                  </a:lnTo>
                  <a:lnTo>
                    <a:pt x="1431745" y="1538886"/>
                  </a:lnTo>
                  <a:lnTo>
                    <a:pt x="1431743" y="1538879"/>
                  </a:lnTo>
                  <a:lnTo>
                    <a:pt x="1431740" y="1538873"/>
                  </a:lnTo>
                  <a:lnTo>
                    <a:pt x="1431737" y="1538868"/>
                  </a:lnTo>
                  <a:lnTo>
                    <a:pt x="1431732" y="1538862"/>
                  </a:lnTo>
                  <a:lnTo>
                    <a:pt x="1431727" y="1538856"/>
                  </a:lnTo>
                  <a:lnTo>
                    <a:pt x="1431723" y="1538851"/>
                  </a:lnTo>
                  <a:lnTo>
                    <a:pt x="1431719" y="1538844"/>
                  </a:lnTo>
                  <a:lnTo>
                    <a:pt x="1431715" y="1538839"/>
                  </a:lnTo>
                  <a:lnTo>
                    <a:pt x="1431708" y="1538832"/>
                  </a:lnTo>
                  <a:lnTo>
                    <a:pt x="1431689" y="1538828"/>
                  </a:lnTo>
                  <a:lnTo>
                    <a:pt x="1431687" y="1538818"/>
                  </a:lnTo>
                  <a:lnTo>
                    <a:pt x="1431686" y="1538807"/>
                  </a:lnTo>
                  <a:lnTo>
                    <a:pt x="1431687" y="1538800"/>
                  </a:lnTo>
                  <a:lnTo>
                    <a:pt x="1431688" y="1538793"/>
                  </a:lnTo>
                  <a:lnTo>
                    <a:pt x="1431687" y="1538788"/>
                  </a:lnTo>
                  <a:lnTo>
                    <a:pt x="1431687" y="1538778"/>
                  </a:lnTo>
                  <a:lnTo>
                    <a:pt x="1431592" y="1538696"/>
                  </a:lnTo>
                  <a:lnTo>
                    <a:pt x="1431498" y="1538660"/>
                  </a:lnTo>
                  <a:lnTo>
                    <a:pt x="1431496" y="1538655"/>
                  </a:lnTo>
                  <a:lnTo>
                    <a:pt x="1431494" y="1538644"/>
                  </a:lnTo>
                  <a:lnTo>
                    <a:pt x="1431493" y="1538639"/>
                  </a:lnTo>
                  <a:lnTo>
                    <a:pt x="1431491" y="1538634"/>
                  </a:lnTo>
                  <a:lnTo>
                    <a:pt x="1431487" y="1538626"/>
                  </a:lnTo>
                  <a:lnTo>
                    <a:pt x="1431484" y="1538618"/>
                  </a:lnTo>
                  <a:lnTo>
                    <a:pt x="1431484" y="1538610"/>
                  </a:lnTo>
                  <a:lnTo>
                    <a:pt x="1431484" y="1538604"/>
                  </a:lnTo>
                  <a:lnTo>
                    <a:pt x="1431485" y="1538596"/>
                  </a:lnTo>
                  <a:lnTo>
                    <a:pt x="1431487" y="1538590"/>
                  </a:lnTo>
                  <a:lnTo>
                    <a:pt x="1431488" y="1538580"/>
                  </a:lnTo>
                  <a:lnTo>
                    <a:pt x="1431489" y="1538575"/>
                  </a:lnTo>
                  <a:lnTo>
                    <a:pt x="1431484" y="1538574"/>
                  </a:lnTo>
                  <a:lnTo>
                    <a:pt x="1431480" y="1538572"/>
                  </a:lnTo>
                  <a:lnTo>
                    <a:pt x="1431475" y="1538570"/>
                  </a:lnTo>
                  <a:lnTo>
                    <a:pt x="1431470" y="1538565"/>
                  </a:lnTo>
                  <a:lnTo>
                    <a:pt x="1431466" y="1538560"/>
                  </a:lnTo>
                  <a:lnTo>
                    <a:pt x="1431462" y="1538554"/>
                  </a:lnTo>
                  <a:lnTo>
                    <a:pt x="1431459" y="1538550"/>
                  </a:lnTo>
                  <a:lnTo>
                    <a:pt x="1431456" y="1538546"/>
                  </a:lnTo>
                  <a:lnTo>
                    <a:pt x="1431453" y="1538542"/>
                  </a:lnTo>
                  <a:lnTo>
                    <a:pt x="1431448" y="1538538"/>
                  </a:lnTo>
                  <a:lnTo>
                    <a:pt x="1431442" y="1538538"/>
                  </a:lnTo>
                  <a:lnTo>
                    <a:pt x="1431437" y="1538538"/>
                  </a:lnTo>
                  <a:lnTo>
                    <a:pt x="1431432" y="1538538"/>
                  </a:lnTo>
                  <a:lnTo>
                    <a:pt x="1431428" y="1538538"/>
                  </a:lnTo>
                  <a:lnTo>
                    <a:pt x="1431423" y="1538539"/>
                  </a:lnTo>
                  <a:lnTo>
                    <a:pt x="1431407" y="1538546"/>
                  </a:lnTo>
                  <a:lnTo>
                    <a:pt x="1431397" y="1538547"/>
                  </a:lnTo>
                  <a:lnTo>
                    <a:pt x="1431389" y="1538548"/>
                  </a:lnTo>
                  <a:lnTo>
                    <a:pt x="1431383" y="1538548"/>
                  </a:lnTo>
                  <a:lnTo>
                    <a:pt x="1431378" y="1538550"/>
                  </a:lnTo>
                  <a:lnTo>
                    <a:pt x="1431373" y="1538551"/>
                  </a:lnTo>
                  <a:lnTo>
                    <a:pt x="1431365" y="1538553"/>
                  </a:lnTo>
                  <a:lnTo>
                    <a:pt x="1431354" y="1538555"/>
                  </a:lnTo>
                  <a:lnTo>
                    <a:pt x="1431347" y="1538555"/>
                  </a:lnTo>
                  <a:lnTo>
                    <a:pt x="1431343" y="1538555"/>
                  </a:lnTo>
                  <a:lnTo>
                    <a:pt x="1431336" y="1538555"/>
                  </a:lnTo>
                  <a:lnTo>
                    <a:pt x="1431331" y="1538554"/>
                  </a:lnTo>
                  <a:lnTo>
                    <a:pt x="1431325" y="1538555"/>
                  </a:lnTo>
                  <a:lnTo>
                    <a:pt x="1431317" y="1538558"/>
                  </a:lnTo>
                  <a:lnTo>
                    <a:pt x="1431311" y="1538563"/>
                  </a:lnTo>
                  <a:lnTo>
                    <a:pt x="1431308" y="1538566"/>
                  </a:lnTo>
                  <a:lnTo>
                    <a:pt x="1431303" y="1538571"/>
                  </a:lnTo>
                  <a:lnTo>
                    <a:pt x="1431297" y="1538573"/>
                  </a:lnTo>
                  <a:lnTo>
                    <a:pt x="1431292" y="1538574"/>
                  </a:lnTo>
                  <a:lnTo>
                    <a:pt x="1431285" y="1538575"/>
                  </a:lnTo>
                  <a:lnTo>
                    <a:pt x="1431280" y="1538575"/>
                  </a:lnTo>
                  <a:lnTo>
                    <a:pt x="1431274" y="1538575"/>
                  </a:lnTo>
                  <a:lnTo>
                    <a:pt x="1431267" y="1538575"/>
                  </a:lnTo>
                  <a:lnTo>
                    <a:pt x="1431261" y="1538575"/>
                  </a:lnTo>
                  <a:lnTo>
                    <a:pt x="1431255" y="1538576"/>
                  </a:lnTo>
                  <a:lnTo>
                    <a:pt x="1431250" y="1538576"/>
                  </a:lnTo>
                  <a:lnTo>
                    <a:pt x="1431243" y="1538575"/>
                  </a:lnTo>
                  <a:lnTo>
                    <a:pt x="1431237" y="1538573"/>
                  </a:lnTo>
                  <a:lnTo>
                    <a:pt x="1431231" y="1538571"/>
                  </a:lnTo>
                  <a:lnTo>
                    <a:pt x="1431227" y="1538574"/>
                  </a:lnTo>
                  <a:lnTo>
                    <a:pt x="1431222" y="1538578"/>
                  </a:lnTo>
                  <a:lnTo>
                    <a:pt x="1431217" y="1538580"/>
                  </a:lnTo>
                  <a:lnTo>
                    <a:pt x="1431211" y="1538583"/>
                  </a:lnTo>
                  <a:lnTo>
                    <a:pt x="1431204" y="1538583"/>
                  </a:lnTo>
                  <a:lnTo>
                    <a:pt x="1431199" y="1538579"/>
                  </a:lnTo>
                  <a:lnTo>
                    <a:pt x="1431194" y="1538575"/>
                  </a:lnTo>
                  <a:lnTo>
                    <a:pt x="1431190" y="1538571"/>
                  </a:lnTo>
                  <a:lnTo>
                    <a:pt x="1431184" y="1538571"/>
                  </a:lnTo>
                  <a:lnTo>
                    <a:pt x="1431178" y="1538573"/>
                  </a:lnTo>
                  <a:lnTo>
                    <a:pt x="1431171" y="1538576"/>
                  </a:lnTo>
                  <a:lnTo>
                    <a:pt x="1431165" y="1538577"/>
                  </a:lnTo>
                  <a:lnTo>
                    <a:pt x="1431160" y="1538577"/>
                  </a:lnTo>
                  <a:lnTo>
                    <a:pt x="1431154" y="1538576"/>
                  </a:lnTo>
                  <a:lnTo>
                    <a:pt x="1431148" y="1538574"/>
                  </a:lnTo>
                  <a:lnTo>
                    <a:pt x="1431141" y="1538572"/>
                  </a:lnTo>
                  <a:lnTo>
                    <a:pt x="1431133" y="1538570"/>
                  </a:lnTo>
                  <a:lnTo>
                    <a:pt x="1431128" y="1538568"/>
                  </a:lnTo>
                  <a:lnTo>
                    <a:pt x="1431122" y="1538566"/>
                  </a:lnTo>
                  <a:lnTo>
                    <a:pt x="1431116" y="1538563"/>
                  </a:lnTo>
                  <a:lnTo>
                    <a:pt x="1431111" y="1538560"/>
                  </a:lnTo>
                  <a:lnTo>
                    <a:pt x="1431107" y="1538558"/>
                  </a:lnTo>
                  <a:lnTo>
                    <a:pt x="1431102" y="1538555"/>
                  </a:lnTo>
                  <a:lnTo>
                    <a:pt x="1431094" y="1538552"/>
                  </a:lnTo>
                  <a:lnTo>
                    <a:pt x="1431089" y="1538550"/>
                  </a:lnTo>
                  <a:lnTo>
                    <a:pt x="1431084" y="1538548"/>
                  </a:lnTo>
                  <a:lnTo>
                    <a:pt x="1431079" y="1538545"/>
                  </a:lnTo>
                  <a:lnTo>
                    <a:pt x="1431073" y="1538541"/>
                  </a:lnTo>
                  <a:lnTo>
                    <a:pt x="1431065" y="1538535"/>
                  </a:lnTo>
                  <a:lnTo>
                    <a:pt x="1431058" y="1538529"/>
                  </a:lnTo>
                  <a:lnTo>
                    <a:pt x="1431054" y="1538526"/>
                  </a:lnTo>
                  <a:lnTo>
                    <a:pt x="1431049" y="1538523"/>
                  </a:lnTo>
                  <a:lnTo>
                    <a:pt x="1431045" y="1538519"/>
                  </a:lnTo>
                  <a:lnTo>
                    <a:pt x="1431038" y="1538513"/>
                  </a:lnTo>
                  <a:lnTo>
                    <a:pt x="1431033" y="1538507"/>
                  </a:lnTo>
                  <a:lnTo>
                    <a:pt x="1431029" y="1538502"/>
                  </a:lnTo>
                  <a:lnTo>
                    <a:pt x="1431026" y="1538497"/>
                  </a:lnTo>
                  <a:lnTo>
                    <a:pt x="1431024" y="1538491"/>
                  </a:lnTo>
                  <a:lnTo>
                    <a:pt x="1431022" y="1538485"/>
                  </a:lnTo>
                  <a:lnTo>
                    <a:pt x="1431020" y="1538479"/>
                  </a:lnTo>
                  <a:lnTo>
                    <a:pt x="1431017" y="1538474"/>
                  </a:lnTo>
                  <a:lnTo>
                    <a:pt x="1431014" y="1538468"/>
                  </a:lnTo>
                  <a:lnTo>
                    <a:pt x="1431011" y="1538461"/>
                  </a:lnTo>
                  <a:lnTo>
                    <a:pt x="1431008" y="1538453"/>
                  </a:lnTo>
                  <a:lnTo>
                    <a:pt x="1431005" y="1538444"/>
                  </a:lnTo>
                  <a:lnTo>
                    <a:pt x="1431002" y="1538436"/>
                  </a:lnTo>
                  <a:lnTo>
                    <a:pt x="1430997" y="1538429"/>
                  </a:lnTo>
                  <a:lnTo>
                    <a:pt x="1430992" y="1538424"/>
                  </a:lnTo>
                  <a:lnTo>
                    <a:pt x="1430989" y="1538420"/>
                  </a:lnTo>
                  <a:lnTo>
                    <a:pt x="1430985" y="1538416"/>
                  </a:lnTo>
                  <a:lnTo>
                    <a:pt x="1430980" y="1538412"/>
                  </a:lnTo>
                  <a:lnTo>
                    <a:pt x="1430975" y="1538407"/>
                  </a:lnTo>
                  <a:lnTo>
                    <a:pt x="1430972" y="1538403"/>
                  </a:lnTo>
                  <a:lnTo>
                    <a:pt x="1430968" y="1538398"/>
                  </a:lnTo>
                  <a:lnTo>
                    <a:pt x="1430964" y="1538393"/>
                  </a:lnTo>
                  <a:lnTo>
                    <a:pt x="1430961" y="1538387"/>
                  </a:lnTo>
                  <a:lnTo>
                    <a:pt x="1430959" y="1538382"/>
                  </a:lnTo>
                  <a:lnTo>
                    <a:pt x="1430959" y="1538376"/>
                  </a:lnTo>
                  <a:lnTo>
                    <a:pt x="1430959" y="1538371"/>
                  </a:lnTo>
                  <a:lnTo>
                    <a:pt x="1430959" y="1538365"/>
                  </a:lnTo>
                  <a:lnTo>
                    <a:pt x="1430955" y="1538359"/>
                  </a:lnTo>
                  <a:lnTo>
                    <a:pt x="1430949" y="1538354"/>
                  </a:lnTo>
                  <a:lnTo>
                    <a:pt x="1430944" y="1538352"/>
                  </a:lnTo>
                  <a:lnTo>
                    <a:pt x="1430939" y="1538350"/>
                  </a:lnTo>
                  <a:lnTo>
                    <a:pt x="1430935" y="1538349"/>
                  </a:lnTo>
                  <a:lnTo>
                    <a:pt x="1430930" y="1538348"/>
                  </a:lnTo>
                  <a:lnTo>
                    <a:pt x="1430923" y="1538347"/>
                  </a:lnTo>
                  <a:lnTo>
                    <a:pt x="1430918" y="1538344"/>
                  </a:lnTo>
                  <a:lnTo>
                    <a:pt x="1430911" y="1538339"/>
                  </a:lnTo>
                  <a:lnTo>
                    <a:pt x="1430907" y="1538335"/>
                  </a:lnTo>
                  <a:lnTo>
                    <a:pt x="1430902" y="1538329"/>
                  </a:lnTo>
                  <a:lnTo>
                    <a:pt x="1430895" y="1538321"/>
                  </a:lnTo>
                  <a:lnTo>
                    <a:pt x="1430890" y="1538316"/>
                  </a:lnTo>
                  <a:lnTo>
                    <a:pt x="1430886" y="1538310"/>
                  </a:lnTo>
                  <a:lnTo>
                    <a:pt x="1430882" y="1538304"/>
                  </a:lnTo>
                  <a:lnTo>
                    <a:pt x="1430878" y="1538299"/>
                  </a:lnTo>
                  <a:lnTo>
                    <a:pt x="1430875" y="1538295"/>
                  </a:lnTo>
                  <a:lnTo>
                    <a:pt x="1430872" y="1538289"/>
                  </a:lnTo>
                  <a:lnTo>
                    <a:pt x="1430869" y="1538283"/>
                  </a:lnTo>
                  <a:lnTo>
                    <a:pt x="1430864" y="1538275"/>
                  </a:lnTo>
                  <a:lnTo>
                    <a:pt x="1430860" y="1538266"/>
                  </a:lnTo>
                  <a:lnTo>
                    <a:pt x="1430855" y="1538258"/>
                  </a:lnTo>
                  <a:lnTo>
                    <a:pt x="1430852" y="1538252"/>
                  </a:lnTo>
                  <a:lnTo>
                    <a:pt x="1430853" y="1538244"/>
                  </a:lnTo>
                  <a:lnTo>
                    <a:pt x="1430853" y="1538236"/>
                  </a:lnTo>
                  <a:lnTo>
                    <a:pt x="1430854" y="1538226"/>
                  </a:lnTo>
                  <a:lnTo>
                    <a:pt x="1430855" y="1538220"/>
                  </a:lnTo>
                  <a:lnTo>
                    <a:pt x="1430855" y="1538214"/>
                  </a:lnTo>
                  <a:lnTo>
                    <a:pt x="1430855" y="1538207"/>
                  </a:lnTo>
                  <a:lnTo>
                    <a:pt x="1430855" y="1538202"/>
                  </a:lnTo>
                  <a:lnTo>
                    <a:pt x="1430856" y="1538192"/>
                  </a:lnTo>
                  <a:lnTo>
                    <a:pt x="1430857" y="1538184"/>
                  </a:lnTo>
                  <a:lnTo>
                    <a:pt x="1430857" y="1538179"/>
                  </a:lnTo>
                  <a:lnTo>
                    <a:pt x="1430857" y="1538173"/>
                  </a:lnTo>
                  <a:lnTo>
                    <a:pt x="1430857" y="1538168"/>
                  </a:lnTo>
                  <a:lnTo>
                    <a:pt x="1430857" y="1538161"/>
                  </a:lnTo>
                  <a:lnTo>
                    <a:pt x="1430857" y="1538154"/>
                  </a:lnTo>
                  <a:lnTo>
                    <a:pt x="1430857" y="1538148"/>
                  </a:lnTo>
                  <a:lnTo>
                    <a:pt x="1430857" y="1538143"/>
                  </a:lnTo>
                  <a:lnTo>
                    <a:pt x="1430858" y="1538136"/>
                  </a:lnTo>
                  <a:lnTo>
                    <a:pt x="1430860" y="1538128"/>
                  </a:lnTo>
                  <a:lnTo>
                    <a:pt x="1430862" y="1538120"/>
                  </a:lnTo>
                  <a:lnTo>
                    <a:pt x="1430864" y="1538112"/>
                  </a:lnTo>
                  <a:lnTo>
                    <a:pt x="1430866" y="1538106"/>
                  </a:lnTo>
                  <a:lnTo>
                    <a:pt x="1430868" y="1538096"/>
                  </a:lnTo>
                  <a:lnTo>
                    <a:pt x="1430871" y="1538087"/>
                  </a:lnTo>
                  <a:lnTo>
                    <a:pt x="1430873" y="1538079"/>
                  </a:lnTo>
                  <a:lnTo>
                    <a:pt x="1430876" y="1538071"/>
                  </a:lnTo>
                  <a:lnTo>
                    <a:pt x="1430880" y="1538062"/>
                  </a:lnTo>
                  <a:lnTo>
                    <a:pt x="1430883" y="1538054"/>
                  </a:lnTo>
                  <a:lnTo>
                    <a:pt x="1430884" y="1538049"/>
                  </a:lnTo>
                  <a:lnTo>
                    <a:pt x="1430885" y="1538043"/>
                  </a:lnTo>
                  <a:lnTo>
                    <a:pt x="1430885" y="1538038"/>
                  </a:lnTo>
                  <a:lnTo>
                    <a:pt x="1430884" y="1538031"/>
                  </a:lnTo>
                  <a:lnTo>
                    <a:pt x="1430881" y="1538023"/>
                  </a:lnTo>
                  <a:lnTo>
                    <a:pt x="1430880" y="1538016"/>
                  </a:lnTo>
                  <a:lnTo>
                    <a:pt x="1430878" y="1538009"/>
                  </a:lnTo>
                  <a:lnTo>
                    <a:pt x="1430877" y="1537998"/>
                  </a:lnTo>
                  <a:lnTo>
                    <a:pt x="1430875" y="1537988"/>
                  </a:lnTo>
                  <a:lnTo>
                    <a:pt x="1430875" y="1537981"/>
                  </a:lnTo>
                  <a:lnTo>
                    <a:pt x="1430875" y="1537973"/>
                  </a:lnTo>
                  <a:lnTo>
                    <a:pt x="1430875" y="1537964"/>
                  </a:lnTo>
                  <a:lnTo>
                    <a:pt x="1430875" y="1537955"/>
                  </a:lnTo>
                  <a:lnTo>
                    <a:pt x="1430896" y="1537913"/>
                  </a:lnTo>
                  <a:lnTo>
                    <a:pt x="1430893" y="1537905"/>
                  </a:lnTo>
                  <a:lnTo>
                    <a:pt x="1430890" y="1537899"/>
                  </a:lnTo>
                  <a:lnTo>
                    <a:pt x="1430888" y="1537894"/>
                  </a:lnTo>
                  <a:lnTo>
                    <a:pt x="1430886" y="1537888"/>
                  </a:lnTo>
                  <a:lnTo>
                    <a:pt x="1430885" y="1537881"/>
                  </a:lnTo>
                  <a:lnTo>
                    <a:pt x="1430884" y="1537871"/>
                  </a:lnTo>
                  <a:lnTo>
                    <a:pt x="1430884" y="1537866"/>
                  </a:lnTo>
                  <a:lnTo>
                    <a:pt x="1430884" y="1537860"/>
                  </a:lnTo>
                  <a:lnTo>
                    <a:pt x="1430885" y="1537852"/>
                  </a:lnTo>
                  <a:lnTo>
                    <a:pt x="1430886" y="1537846"/>
                  </a:lnTo>
                  <a:lnTo>
                    <a:pt x="1430886" y="1537840"/>
                  </a:lnTo>
                  <a:lnTo>
                    <a:pt x="1430886" y="1537832"/>
                  </a:lnTo>
                  <a:lnTo>
                    <a:pt x="1430886" y="1537823"/>
                  </a:lnTo>
                  <a:lnTo>
                    <a:pt x="1430885" y="1537815"/>
                  </a:lnTo>
                  <a:lnTo>
                    <a:pt x="1430884" y="1537809"/>
                  </a:lnTo>
                  <a:lnTo>
                    <a:pt x="1430884" y="1537803"/>
                  </a:lnTo>
                  <a:lnTo>
                    <a:pt x="1430883" y="1537795"/>
                  </a:lnTo>
                  <a:lnTo>
                    <a:pt x="1430884" y="1537787"/>
                  </a:lnTo>
                  <a:lnTo>
                    <a:pt x="1430886" y="1537780"/>
                  </a:lnTo>
                  <a:lnTo>
                    <a:pt x="1430890" y="1537773"/>
                  </a:lnTo>
                  <a:lnTo>
                    <a:pt x="1430894" y="1537766"/>
                  </a:lnTo>
                  <a:lnTo>
                    <a:pt x="1430895" y="1537761"/>
                  </a:lnTo>
                  <a:lnTo>
                    <a:pt x="1430897" y="1537755"/>
                  </a:lnTo>
                  <a:lnTo>
                    <a:pt x="1430899" y="1537748"/>
                  </a:lnTo>
                  <a:lnTo>
                    <a:pt x="1430900" y="1537740"/>
                  </a:lnTo>
                  <a:lnTo>
                    <a:pt x="1430902" y="1537732"/>
                  </a:lnTo>
                  <a:lnTo>
                    <a:pt x="1430902" y="1537724"/>
                  </a:lnTo>
                  <a:lnTo>
                    <a:pt x="1430903" y="1537714"/>
                  </a:lnTo>
                  <a:lnTo>
                    <a:pt x="1430902" y="1537707"/>
                  </a:lnTo>
                  <a:lnTo>
                    <a:pt x="1430899" y="1537702"/>
                  </a:lnTo>
                  <a:lnTo>
                    <a:pt x="1430894" y="1537698"/>
                  </a:lnTo>
                  <a:lnTo>
                    <a:pt x="1430889" y="1537693"/>
                  </a:lnTo>
                  <a:lnTo>
                    <a:pt x="1430885" y="1537688"/>
                  </a:lnTo>
                  <a:lnTo>
                    <a:pt x="1430880" y="1537682"/>
                  </a:lnTo>
                  <a:lnTo>
                    <a:pt x="1430877" y="1537675"/>
                  </a:lnTo>
                  <a:lnTo>
                    <a:pt x="1430874" y="1537668"/>
                  </a:lnTo>
                  <a:lnTo>
                    <a:pt x="1430872" y="1537661"/>
                  </a:lnTo>
                  <a:lnTo>
                    <a:pt x="1430869" y="1537653"/>
                  </a:lnTo>
                  <a:lnTo>
                    <a:pt x="1430867" y="1537647"/>
                  </a:lnTo>
                  <a:lnTo>
                    <a:pt x="1430864" y="1537640"/>
                  </a:lnTo>
                  <a:lnTo>
                    <a:pt x="1430861" y="1537631"/>
                  </a:lnTo>
                  <a:lnTo>
                    <a:pt x="1430857" y="1537623"/>
                  </a:lnTo>
                  <a:lnTo>
                    <a:pt x="1430854" y="1537614"/>
                  </a:lnTo>
                  <a:lnTo>
                    <a:pt x="1430851" y="1537609"/>
                  </a:lnTo>
                  <a:lnTo>
                    <a:pt x="1430851" y="1537602"/>
                  </a:lnTo>
                  <a:lnTo>
                    <a:pt x="1430854" y="1537594"/>
                  </a:lnTo>
                  <a:lnTo>
                    <a:pt x="1430867" y="1537593"/>
                  </a:lnTo>
                  <a:lnTo>
                    <a:pt x="1430883" y="1537598"/>
                  </a:lnTo>
                  <a:lnTo>
                    <a:pt x="1430893" y="1537599"/>
                  </a:lnTo>
                  <a:lnTo>
                    <a:pt x="1430896" y="1537587"/>
                  </a:lnTo>
                  <a:lnTo>
                    <a:pt x="1430901" y="1537576"/>
                  </a:lnTo>
                  <a:lnTo>
                    <a:pt x="1430906" y="1537566"/>
                  </a:lnTo>
                  <a:lnTo>
                    <a:pt x="1430910" y="1537545"/>
                  </a:lnTo>
                  <a:lnTo>
                    <a:pt x="1430927" y="1537503"/>
                  </a:lnTo>
                  <a:lnTo>
                    <a:pt x="1430931" y="1537493"/>
                  </a:lnTo>
                  <a:lnTo>
                    <a:pt x="1430940" y="1537481"/>
                  </a:lnTo>
                  <a:lnTo>
                    <a:pt x="1430954" y="1537467"/>
                  </a:lnTo>
                  <a:lnTo>
                    <a:pt x="1430966" y="1537460"/>
                  </a:lnTo>
                  <a:lnTo>
                    <a:pt x="1430988" y="1537443"/>
                  </a:lnTo>
                  <a:lnTo>
                    <a:pt x="1430992" y="1537434"/>
                  </a:lnTo>
                  <a:lnTo>
                    <a:pt x="1430995" y="1537428"/>
                  </a:lnTo>
                  <a:lnTo>
                    <a:pt x="1430997" y="1537423"/>
                  </a:lnTo>
                  <a:lnTo>
                    <a:pt x="1431000" y="1537416"/>
                  </a:lnTo>
                  <a:lnTo>
                    <a:pt x="1431003" y="1537409"/>
                  </a:lnTo>
                  <a:lnTo>
                    <a:pt x="1431007" y="1537403"/>
                  </a:lnTo>
                  <a:lnTo>
                    <a:pt x="1431013" y="1537396"/>
                  </a:lnTo>
                  <a:lnTo>
                    <a:pt x="1431019" y="1537391"/>
                  </a:lnTo>
                  <a:lnTo>
                    <a:pt x="1431023" y="1537389"/>
                  </a:lnTo>
                  <a:lnTo>
                    <a:pt x="1431028" y="1537387"/>
                  </a:lnTo>
                  <a:lnTo>
                    <a:pt x="1431036" y="1537384"/>
                  </a:lnTo>
                  <a:lnTo>
                    <a:pt x="1431040" y="1537382"/>
                  </a:lnTo>
                  <a:lnTo>
                    <a:pt x="1431043" y="1537379"/>
                  </a:lnTo>
                  <a:lnTo>
                    <a:pt x="1431047" y="1537376"/>
                  </a:lnTo>
                  <a:lnTo>
                    <a:pt x="1431051" y="1537371"/>
                  </a:lnTo>
                  <a:lnTo>
                    <a:pt x="1431055" y="1537366"/>
                  </a:lnTo>
                  <a:lnTo>
                    <a:pt x="1431059" y="1537359"/>
                  </a:lnTo>
                  <a:lnTo>
                    <a:pt x="1431061" y="1537353"/>
                  </a:lnTo>
                  <a:lnTo>
                    <a:pt x="1431063" y="1537347"/>
                  </a:lnTo>
                  <a:lnTo>
                    <a:pt x="1431067" y="1537337"/>
                  </a:lnTo>
                  <a:lnTo>
                    <a:pt x="1431071" y="1537330"/>
                  </a:lnTo>
                  <a:lnTo>
                    <a:pt x="1431076" y="1537325"/>
                  </a:lnTo>
                  <a:lnTo>
                    <a:pt x="1431082" y="1537322"/>
                  </a:lnTo>
                  <a:lnTo>
                    <a:pt x="1431086" y="1537320"/>
                  </a:lnTo>
                  <a:lnTo>
                    <a:pt x="1431090" y="1537318"/>
                  </a:lnTo>
                  <a:lnTo>
                    <a:pt x="1431095" y="1537314"/>
                  </a:lnTo>
                  <a:lnTo>
                    <a:pt x="1431101" y="1537309"/>
                  </a:lnTo>
                  <a:lnTo>
                    <a:pt x="1431106" y="1537304"/>
                  </a:lnTo>
                  <a:lnTo>
                    <a:pt x="1431110" y="1537300"/>
                  </a:lnTo>
                  <a:lnTo>
                    <a:pt x="1431115" y="1537295"/>
                  </a:lnTo>
                  <a:lnTo>
                    <a:pt x="1431122" y="1537289"/>
                  </a:lnTo>
                  <a:lnTo>
                    <a:pt x="1431128" y="1537284"/>
                  </a:lnTo>
                  <a:lnTo>
                    <a:pt x="1431133" y="1537280"/>
                  </a:lnTo>
                  <a:lnTo>
                    <a:pt x="1431138" y="1537275"/>
                  </a:lnTo>
                  <a:lnTo>
                    <a:pt x="1431142" y="1537272"/>
                  </a:lnTo>
                  <a:lnTo>
                    <a:pt x="1431147" y="1537267"/>
                  </a:lnTo>
                  <a:lnTo>
                    <a:pt x="1431152" y="1537262"/>
                  </a:lnTo>
                  <a:lnTo>
                    <a:pt x="1431157" y="1537257"/>
                  </a:lnTo>
                  <a:lnTo>
                    <a:pt x="1431160" y="1537254"/>
                  </a:lnTo>
                  <a:lnTo>
                    <a:pt x="1431167" y="1537248"/>
                  </a:lnTo>
                  <a:lnTo>
                    <a:pt x="1431173" y="1537243"/>
                  </a:lnTo>
                  <a:lnTo>
                    <a:pt x="1431179" y="1537237"/>
                  </a:lnTo>
                  <a:lnTo>
                    <a:pt x="1431184" y="1537232"/>
                  </a:lnTo>
                  <a:lnTo>
                    <a:pt x="1431188" y="1537229"/>
                  </a:lnTo>
                  <a:lnTo>
                    <a:pt x="1431193" y="1537225"/>
                  </a:lnTo>
                  <a:lnTo>
                    <a:pt x="1431196" y="1537222"/>
                  </a:lnTo>
                  <a:lnTo>
                    <a:pt x="1431202" y="1537218"/>
                  </a:lnTo>
                  <a:lnTo>
                    <a:pt x="1431208" y="1537213"/>
                  </a:lnTo>
                  <a:lnTo>
                    <a:pt x="1431213" y="1537208"/>
                  </a:lnTo>
                  <a:lnTo>
                    <a:pt x="1431218" y="1537204"/>
                  </a:lnTo>
                  <a:lnTo>
                    <a:pt x="1431222" y="1537201"/>
                  </a:lnTo>
                  <a:lnTo>
                    <a:pt x="1431227" y="1537196"/>
                  </a:lnTo>
                  <a:lnTo>
                    <a:pt x="1431232" y="1537191"/>
                  </a:lnTo>
                  <a:lnTo>
                    <a:pt x="1431235" y="1537188"/>
                  </a:lnTo>
                  <a:lnTo>
                    <a:pt x="1431241" y="1537180"/>
                  </a:lnTo>
                  <a:lnTo>
                    <a:pt x="1431244" y="1537174"/>
                  </a:lnTo>
                  <a:lnTo>
                    <a:pt x="1431246" y="1537167"/>
                  </a:lnTo>
                  <a:lnTo>
                    <a:pt x="1431246" y="1537162"/>
                  </a:lnTo>
                  <a:lnTo>
                    <a:pt x="1431247" y="1537156"/>
                  </a:lnTo>
                  <a:lnTo>
                    <a:pt x="1431248" y="1537144"/>
                  </a:lnTo>
                  <a:lnTo>
                    <a:pt x="1431248" y="1537134"/>
                  </a:lnTo>
                  <a:lnTo>
                    <a:pt x="1431246" y="1537127"/>
                  </a:lnTo>
                  <a:lnTo>
                    <a:pt x="1431243" y="1537119"/>
                  </a:lnTo>
                  <a:lnTo>
                    <a:pt x="1431242" y="1537111"/>
                  </a:lnTo>
                  <a:lnTo>
                    <a:pt x="1431242" y="1537103"/>
                  </a:lnTo>
                  <a:lnTo>
                    <a:pt x="1431244" y="1537094"/>
                  </a:lnTo>
                  <a:lnTo>
                    <a:pt x="1431246" y="1537087"/>
                  </a:lnTo>
                  <a:lnTo>
                    <a:pt x="1431248" y="1537081"/>
                  </a:lnTo>
                  <a:lnTo>
                    <a:pt x="1431250" y="1537076"/>
                  </a:lnTo>
                  <a:lnTo>
                    <a:pt x="1431253" y="1537072"/>
                  </a:lnTo>
                  <a:lnTo>
                    <a:pt x="1431255" y="1537064"/>
                  </a:lnTo>
                  <a:lnTo>
                    <a:pt x="1431258" y="1537057"/>
                  </a:lnTo>
                  <a:lnTo>
                    <a:pt x="1431260" y="1537047"/>
                  </a:lnTo>
                  <a:lnTo>
                    <a:pt x="1431261" y="1537039"/>
                  </a:lnTo>
                  <a:lnTo>
                    <a:pt x="1431263" y="1537032"/>
                  </a:lnTo>
                  <a:lnTo>
                    <a:pt x="1431265" y="1537027"/>
                  </a:lnTo>
                  <a:lnTo>
                    <a:pt x="1431268" y="1537021"/>
                  </a:lnTo>
                  <a:lnTo>
                    <a:pt x="1431274" y="1537015"/>
                  </a:lnTo>
                  <a:lnTo>
                    <a:pt x="1431281" y="1537010"/>
                  </a:lnTo>
                  <a:lnTo>
                    <a:pt x="1431286" y="1537007"/>
                  </a:lnTo>
                  <a:lnTo>
                    <a:pt x="1431291" y="1537003"/>
                  </a:lnTo>
                  <a:lnTo>
                    <a:pt x="1431296" y="1536998"/>
                  </a:lnTo>
                  <a:lnTo>
                    <a:pt x="1431299" y="1536993"/>
                  </a:lnTo>
                  <a:lnTo>
                    <a:pt x="1431304" y="1536985"/>
                  </a:lnTo>
                  <a:lnTo>
                    <a:pt x="1431309" y="1536976"/>
                  </a:lnTo>
                  <a:lnTo>
                    <a:pt x="1431314" y="1536966"/>
                  </a:lnTo>
                  <a:lnTo>
                    <a:pt x="1431317" y="1536962"/>
                  </a:lnTo>
                  <a:lnTo>
                    <a:pt x="1431321" y="1536956"/>
                  </a:lnTo>
                  <a:lnTo>
                    <a:pt x="1431324" y="1536949"/>
                  </a:lnTo>
                  <a:lnTo>
                    <a:pt x="1431326" y="1536944"/>
                  </a:lnTo>
                  <a:lnTo>
                    <a:pt x="1431329" y="1536939"/>
                  </a:lnTo>
                  <a:lnTo>
                    <a:pt x="1431333" y="1536933"/>
                  </a:lnTo>
                  <a:lnTo>
                    <a:pt x="1431338" y="1536928"/>
                  </a:lnTo>
                  <a:lnTo>
                    <a:pt x="1431342" y="1536924"/>
                  </a:lnTo>
                  <a:lnTo>
                    <a:pt x="1431347" y="1536921"/>
                  </a:lnTo>
                  <a:lnTo>
                    <a:pt x="1431351" y="1536918"/>
                  </a:lnTo>
                  <a:lnTo>
                    <a:pt x="1431356" y="1536913"/>
                  </a:lnTo>
                  <a:lnTo>
                    <a:pt x="1431363" y="1536906"/>
                  </a:lnTo>
                  <a:lnTo>
                    <a:pt x="1431368" y="1536900"/>
                  </a:lnTo>
                  <a:lnTo>
                    <a:pt x="1431373" y="1536893"/>
                  </a:lnTo>
                  <a:lnTo>
                    <a:pt x="1431376" y="1536888"/>
                  </a:lnTo>
                  <a:lnTo>
                    <a:pt x="1431381" y="1536882"/>
                  </a:lnTo>
                  <a:lnTo>
                    <a:pt x="1431385" y="1536877"/>
                  </a:lnTo>
                  <a:lnTo>
                    <a:pt x="1431389" y="1536871"/>
                  </a:lnTo>
                  <a:lnTo>
                    <a:pt x="1431392" y="1536865"/>
                  </a:lnTo>
                  <a:lnTo>
                    <a:pt x="1431397" y="1536856"/>
                  </a:lnTo>
                  <a:lnTo>
                    <a:pt x="1431401" y="1536848"/>
                  </a:lnTo>
                  <a:lnTo>
                    <a:pt x="1431403" y="1536843"/>
                  </a:lnTo>
                  <a:lnTo>
                    <a:pt x="1431405" y="1536838"/>
                  </a:lnTo>
                  <a:lnTo>
                    <a:pt x="1431407" y="1536831"/>
                  </a:lnTo>
                  <a:lnTo>
                    <a:pt x="1431408" y="1536825"/>
                  </a:lnTo>
                  <a:lnTo>
                    <a:pt x="1431410" y="1536815"/>
                  </a:lnTo>
                  <a:lnTo>
                    <a:pt x="1431411" y="1536807"/>
                  </a:lnTo>
                  <a:lnTo>
                    <a:pt x="1431413" y="1536799"/>
                  </a:lnTo>
                  <a:lnTo>
                    <a:pt x="1431415" y="1536793"/>
                  </a:lnTo>
                  <a:lnTo>
                    <a:pt x="1431418" y="1536788"/>
                  </a:lnTo>
                  <a:lnTo>
                    <a:pt x="1431422" y="1536784"/>
                  </a:lnTo>
                  <a:lnTo>
                    <a:pt x="1431425" y="1536780"/>
                  </a:lnTo>
                  <a:lnTo>
                    <a:pt x="1431429" y="1536776"/>
                  </a:lnTo>
                  <a:lnTo>
                    <a:pt x="1431434" y="1536770"/>
                  </a:lnTo>
                  <a:lnTo>
                    <a:pt x="1431439" y="1536764"/>
                  </a:lnTo>
                  <a:lnTo>
                    <a:pt x="1431444" y="1536759"/>
                  </a:lnTo>
                  <a:lnTo>
                    <a:pt x="1431452" y="1536756"/>
                  </a:lnTo>
                  <a:lnTo>
                    <a:pt x="1431457" y="1536755"/>
                  </a:lnTo>
                  <a:lnTo>
                    <a:pt x="1431464" y="1536755"/>
                  </a:lnTo>
                  <a:lnTo>
                    <a:pt x="1431471" y="1536756"/>
                  </a:lnTo>
                  <a:lnTo>
                    <a:pt x="1431478" y="1536758"/>
                  </a:lnTo>
                  <a:lnTo>
                    <a:pt x="1431484" y="1536760"/>
                  </a:lnTo>
                  <a:lnTo>
                    <a:pt x="1431488" y="1536762"/>
                  </a:lnTo>
                  <a:lnTo>
                    <a:pt x="1431493" y="1536764"/>
                  </a:lnTo>
                  <a:lnTo>
                    <a:pt x="1431497" y="1536766"/>
                  </a:lnTo>
                  <a:lnTo>
                    <a:pt x="1431501" y="1536768"/>
                  </a:lnTo>
                  <a:lnTo>
                    <a:pt x="1431505" y="1536771"/>
                  </a:lnTo>
                  <a:lnTo>
                    <a:pt x="1431511" y="1536774"/>
                  </a:lnTo>
                  <a:lnTo>
                    <a:pt x="1431516" y="1536776"/>
                  </a:lnTo>
                  <a:lnTo>
                    <a:pt x="1431522" y="1536777"/>
                  </a:lnTo>
                  <a:lnTo>
                    <a:pt x="1431531" y="1536776"/>
                  </a:lnTo>
                  <a:lnTo>
                    <a:pt x="1431536" y="1536773"/>
                  </a:lnTo>
                  <a:lnTo>
                    <a:pt x="1431540" y="1536770"/>
                  </a:lnTo>
                  <a:lnTo>
                    <a:pt x="1431543" y="1536766"/>
                  </a:lnTo>
                  <a:lnTo>
                    <a:pt x="1431548" y="1536760"/>
                  </a:lnTo>
                  <a:lnTo>
                    <a:pt x="1431551" y="1536756"/>
                  </a:lnTo>
                  <a:lnTo>
                    <a:pt x="1431553" y="1536750"/>
                  </a:lnTo>
                  <a:lnTo>
                    <a:pt x="1431555" y="1536743"/>
                  </a:lnTo>
                  <a:lnTo>
                    <a:pt x="1431558" y="1536734"/>
                  </a:lnTo>
                  <a:lnTo>
                    <a:pt x="1431560" y="1536727"/>
                  </a:lnTo>
                  <a:lnTo>
                    <a:pt x="1431565" y="1536716"/>
                  </a:lnTo>
                  <a:lnTo>
                    <a:pt x="1431570" y="1536711"/>
                  </a:lnTo>
                  <a:lnTo>
                    <a:pt x="1431575" y="1536709"/>
                  </a:lnTo>
                  <a:lnTo>
                    <a:pt x="1431580" y="1536708"/>
                  </a:lnTo>
                  <a:lnTo>
                    <a:pt x="1431587" y="1536705"/>
                  </a:lnTo>
                  <a:lnTo>
                    <a:pt x="1431594" y="1536701"/>
                  </a:lnTo>
                  <a:lnTo>
                    <a:pt x="1431600" y="1536697"/>
                  </a:lnTo>
                  <a:lnTo>
                    <a:pt x="1431605" y="1536694"/>
                  </a:lnTo>
                  <a:lnTo>
                    <a:pt x="1431612" y="1536691"/>
                  </a:lnTo>
                  <a:lnTo>
                    <a:pt x="1431618" y="1536688"/>
                  </a:lnTo>
                  <a:lnTo>
                    <a:pt x="1431622" y="1536686"/>
                  </a:lnTo>
                  <a:lnTo>
                    <a:pt x="1431627" y="1536683"/>
                  </a:lnTo>
                  <a:lnTo>
                    <a:pt x="1431633" y="1536680"/>
                  </a:lnTo>
                  <a:lnTo>
                    <a:pt x="1431642" y="1536676"/>
                  </a:lnTo>
                  <a:lnTo>
                    <a:pt x="1431649" y="1536673"/>
                  </a:lnTo>
                  <a:lnTo>
                    <a:pt x="1431656" y="1536671"/>
                  </a:lnTo>
                  <a:lnTo>
                    <a:pt x="1431664" y="1536669"/>
                  </a:lnTo>
                  <a:lnTo>
                    <a:pt x="1431670" y="1536668"/>
                  </a:lnTo>
                  <a:lnTo>
                    <a:pt x="1431680" y="1536666"/>
                  </a:lnTo>
                  <a:lnTo>
                    <a:pt x="1431686" y="1536666"/>
                  </a:lnTo>
                  <a:lnTo>
                    <a:pt x="1431692" y="1536666"/>
                  </a:lnTo>
                  <a:lnTo>
                    <a:pt x="1431697" y="1536667"/>
                  </a:lnTo>
                  <a:lnTo>
                    <a:pt x="1431701" y="1536669"/>
                  </a:lnTo>
                  <a:lnTo>
                    <a:pt x="1431706" y="1536673"/>
                  </a:lnTo>
                  <a:lnTo>
                    <a:pt x="1431712" y="1536678"/>
                  </a:lnTo>
                  <a:lnTo>
                    <a:pt x="1431715" y="1536681"/>
                  </a:lnTo>
                  <a:lnTo>
                    <a:pt x="1431719" y="1536687"/>
                  </a:lnTo>
                  <a:lnTo>
                    <a:pt x="1431723" y="1536692"/>
                  </a:lnTo>
                  <a:lnTo>
                    <a:pt x="1431726" y="1536695"/>
                  </a:lnTo>
                  <a:lnTo>
                    <a:pt x="1431731" y="1536699"/>
                  </a:lnTo>
                  <a:lnTo>
                    <a:pt x="1431736" y="1536702"/>
                  </a:lnTo>
                  <a:lnTo>
                    <a:pt x="1431741" y="1536703"/>
                  </a:lnTo>
                  <a:lnTo>
                    <a:pt x="1431747" y="1536704"/>
                  </a:lnTo>
                  <a:lnTo>
                    <a:pt x="1431755" y="1536704"/>
                  </a:lnTo>
                  <a:lnTo>
                    <a:pt x="1431761" y="1536703"/>
                  </a:lnTo>
                  <a:lnTo>
                    <a:pt x="1431767" y="1536702"/>
                  </a:lnTo>
                  <a:lnTo>
                    <a:pt x="1431774" y="1536700"/>
                  </a:lnTo>
                  <a:lnTo>
                    <a:pt x="1431780" y="1536697"/>
                  </a:lnTo>
                  <a:lnTo>
                    <a:pt x="1431786" y="1536691"/>
                  </a:lnTo>
                  <a:lnTo>
                    <a:pt x="1431791" y="1536680"/>
                  </a:lnTo>
                  <a:lnTo>
                    <a:pt x="1431796" y="1536672"/>
                  </a:lnTo>
                  <a:lnTo>
                    <a:pt x="1431799" y="1536666"/>
                  </a:lnTo>
                  <a:lnTo>
                    <a:pt x="1431803" y="1536660"/>
                  </a:lnTo>
                  <a:lnTo>
                    <a:pt x="1431807" y="1536653"/>
                  </a:lnTo>
                  <a:lnTo>
                    <a:pt x="1431813" y="1536647"/>
                  </a:lnTo>
                  <a:lnTo>
                    <a:pt x="1431819" y="1536645"/>
                  </a:lnTo>
                  <a:lnTo>
                    <a:pt x="1431824" y="1536645"/>
                  </a:lnTo>
                  <a:lnTo>
                    <a:pt x="1431831" y="1536645"/>
                  </a:lnTo>
                  <a:lnTo>
                    <a:pt x="1431837" y="1536642"/>
                  </a:lnTo>
                  <a:lnTo>
                    <a:pt x="1431843" y="1536636"/>
                  </a:lnTo>
                  <a:lnTo>
                    <a:pt x="1431848" y="1536630"/>
                  </a:lnTo>
                  <a:lnTo>
                    <a:pt x="1431853" y="1536625"/>
                  </a:lnTo>
                  <a:lnTo>
                    <a:pt x="1431859" y="1536621"/>
                  </a:lnTo>
                  <a:lnTo>
                    <a:pt x="1431865" y="1536617"/>
                  </a:lnTo>
                  <a:lnTo>
                    <a:pt x="1431869" y="1536615"/>
                  </a:lnTo>
                  <a:lnTo>
                    <a:pt x="1431874" y="1536612"/>
                  </a:lnTo>
                  <a:lnTo>
                    <a:pt x="1431879" y="1536609"/>
                  </a:lnTo>
                  <a:lnTo>
                    <a:pt x="1431884" y="1536605"/>
                  </a:lnTo>
                  <a:lnTo>
                    <a:pt x="1431889" y="1536601"/>
                  </a:lnTo>
                  <a:lnTo>
                    <a:pt x="1431895" y="1536597"/>
                  </a:lnTo>
                  <a:lnTo>
                    <a:pt x="1431902" y="1536593"/>
                  </a:lnTo>
                  <a:lnTo>
                    <a:pt x="1431909" y="1536587"/>
                  </a:lnTo>
                  <a:lnTo>
                    <a:pt x="1431916" y="1536581"/>
                  </a:lnTo>
                  <a:lnTo>
                    <a:pt x="1431921" y="1536576"/>
                  </a:lnTo>
                  <a:lnTo>
                    <a:pt x="1431926" y="1536571"/>
                  </a:lnTo>
                  <a:lnTo>
                    <a:pt x="1431930" y="1536567"/>
                  </a:lnTo>
                  <a:lnTo>
                    <a:pt x="1431934" y="1536561"/>
                  </a:lnTo>
                  <a:lnTo>
                    <a:pt x="1431940" y="1536554"/>
                  </a:lnTo>
                  <a:lnTo>
                    <a:pt x="1431943" y="1536550"/>
                  </a:lnTo>
                  <a:lnTo>
                    <a:pt x="1431947" y="1536545"/>
                  </a:lnTo>
                  <a:lnTo>
                    <a:pt x="1431951" y="1536541"/>
                  </a:lnTo>
                  <a:lnTo>
                    <a:pt x="1431956" y="1536537"/>
                  </a:lnTo>
                  <a:lnTo>
                    <a:pt x="1431962" y="1536532"/>
                  </a:lnTo>
                  <a:lnTo>
                    <a:pt x="1431968" y="1536528"/>
                  </a:lnTo>
                  <a:lnTo>
                    <a:pt x="1431972" y="1536524"/>
                  </a:lnTo>
                  <a:lnTo>
                    <a:pt x="1431978" y="1536520"/>
                  </a:lnTo>
                  <a:lnTo>
                    <a:pt x="1431983" y="1536515"/>
                  </a:lnTo>
                  <a:lnTo>
                    <a:pt x="1431987" y="1536513"/>
                  </a:lnTo>
                  <a:lnTo>
                    <a:pt x="1431995" y="1536509"/>
                  </a:lnTo>
                  <a:lnTo>
                    <a:pt x="1432002" y="1536508"/>
                  </a:lnTo>
                  <a:lnTo>
                    <a:pt x="1432010" y="1536508"/>
                  </a:lnTo>
                  <a:lnTo>
                    <a:pt x="1432020" y="1536507"/>
                  </a:lnTo>
                  <a:lnTo>
                    <a:pt x="1432025" y="1536505"/>
                  </a:lnTo>
                  <a:lnTo>
                    <a:pt x="1432029" y="1536502"/>
                  </a:lnTo>
                  <a:lnTo>
                    <a:pt x="1432036" y="1536496"/>
                  </a:lnTo>
                  <a:lnTo>
                    <a:pt x="1432040" y="1536491"/>
                  </a:lnTo>
                  <a:lnTo>
                    <a:pt x="1432043" y="1536486"/>
                  </a:lnTo>
                  <a:lnTo>
                    <a:pt x="1432045" y="1536481"/>
                  </a:lnTo>
                  <a:lnTo>
                    <a:pt x="1432047" y="1536474"/>
                  </a:lnTo>
                  <a:lnTo>
                    <a:pt x="1432050" y="1536464"/>
                  </a:lnTo>
                  <a:lnTo>
                    <a:pt x="1432053" y="1536457"/>
                  </a:lnTo>
                  <a:lnTo>
                    <a:pt x="1432057" y="1536451"/>
                  </a:lnTo>
                  <a:lnTo>
                    <a:pt x="1432061" y="1536445"/>
                  </a:lnTo>
                  <a:lnTo>
                    <a:pt x="1432065" y="1536439"/>
                  </a:lnTo>
                  <a:lnTo>
                    <a:pt x="1432069" y="1536434"/>
                  </a:lnTo>
                  <a:lnTo>
                    <a:pt x="1432072" y="1536431"/>
                  </a:lnTo>
                  <a:lnTo>
                    <a:pt x="1432078" y="1536424"/>
                  </a:lnTo>
                  <a:lnTo>
                    <a:pt x="1432083" y="1536418"/>
                  </a:lnTo>
                  <a:lnTo>
                    <a:pt x="1432087" y="1536412"/>
                  </a:lnTo>
                  <a:lnTo>
                    <a:pt x="1432090" y="1536408"/>
                  </a:lnTo>
                  <a:lnTo>
                    <a:pt x="1432093" y="1536403"/>
                  </a:lnTo>
                  <a:lnTo>
                    <a:pt x="1432096" y="1536398"/>
                  </a:lnTo>
                  <a:lnTo>
                    <a:pt x="1432099" y="1536393"/>
                  </a:lnTo>
                  <a:lnTo>
                    <a:pt x="1432102" y="1536388"/>
                  </a:lnTo>
                  <a:lnTo>
                    <a:pt x="1432106" y="1536383"/>
                  </a:lnTo>
                  <a:lnTo>
                    <a:pt x="1432110" y="1536376"/>
                  </a:lnTo>
                  <a:lnTo>
                    <a:pt x="1432113" y="1536369"/>
                  </a:lnTo>
                  <a:lnTo>
                    <a:pt x="1432115" y="1536362"/>
                  </a:lnTo>
                  <a:lnTo>
                    <a:pt x="1432117" y="1536355"/>
                  </a:lnTo>
                  <a:lnTo>
                    <a:pt x="1432119" y="1536349"/>
                  </a:lnTo>
                  <a:lnTo>
                    <a:pt x="1432121" y="1536343"/>
                  </a:lnTo>
                  <a:lnTo>
                    <a:pt x="1432124" y="1536338"/>
                  </a:lnTo>
                  <a:lnTo>
                    <a:pt x="1432128" y="1536331"/>
                  </a:lnTo>
                  <a:lnTo>
                    <a:pt x="1432131" y="1536328"/>
                  </a:lnTo>
                  <a:lnTo>
                    <a:pt x="1432135" y="1536324"/>
                  </a:lnTo>
                  <a:lnTo>
                    <a:pt x="1432140" y="1536321"/>
                  </a:lnTo>
                  <a:lnTo>
                    <a:pt x="1432145" y="1536317"/>
                  </a:lnTo>
                  <a:lnTo>
                    <a:pt x="1432152" y="1536312"/>
                  </a:lnTo>
                  <a:lnTo>
                    <a:pt x="1432158" y="1536307"/>
                  </a:lnTo>
                  <a:lnTo>
                    <a:pt x="1432161" y="1536302"/>
                  </a:lnTo>
                  <a:lnTo>
                    <a:pt x="1432166" y="1536294"/>
                  </a:lnTo>
                  <a:lnTo>
                    <a:pt x="1432169" y="1536288"/>
                  </a:lnTo>
                  <a:lnTo>
                    <a:pt x="1432172" y="1536283"/>
                  </a:lnTo>
                  <a:lnTo>
                    <a:pt x="1432175" y="1536277"/>
                  </a:lnTo>
                  <a:lnTo>
                    <a:pt x="1432178" y="1536272"/>
                  </a:lnTo>
                  <a:lnTo>
                    <a:pt x="1432183" y="1536266"/>
                  </a:lnTo>
                  <a:lnTo>
                    <a:pt x="1432187" y="1536261"/>
                  </a:lnTo>
                  <a:lnTo>
                    <a:pt x="1432191" y="1536256"/>
                  </a:lnTo>
                  <a:lnTo>
                    <a:pt x="1432193" y="1536251"/>
                  </a:lnTo>
                  <a:lnTo>
                    <a:pt x="1432196" y="1536245"/>
                  </a:lnTo>
                  <a:lnTo>
                    <a:pt x="1432197" y="1536239"/>
                  </a:lnTo>
                  <a:lnTo>
                    <a:pt x="1432198" y="1536232"/>
                  </a:lnTo>
                  <a:lnTo>
                    <a:pt x="1432200" y="1536224"/>
                  </a:lnTo>
                  <a:lnTo>
                    <a:pt x="1432203" y="1536219"/>
                  </a:lnTo>
                  <a:lnTo>
                    <a:pt x="1432206" y="1536215"/>
                  </a:lnTo>
                  <a:lnTo>
                    <a:pt x="1432210" y="1536211"/>
                  </a:lnTo>
                  <a:lnTo>
                    <a:pt x="1432216" y="1536207"/>
                  </a:lnTo>
                  <a:lnTo>
                    <a:pt x="1432225" y="1536204"/>
                  </a:lnTo>
                  <a:lnTo>
                    <a:pt x="1432230" y="1536201"/>
                  </a:lnTo>
                  <a:lnTo>
                    <a:pt x="1432237" y="1536199"/>
                  </a:lnTo>
                  <a:lnTo>
                    <a:pt x="1432243" y="1536197"/>
                  </a:lnTo>
                  <a:lnTo>
                    <a:pt x="1432250" y="1536196"/>
                  </a:lnTo>
                  <a:lnTo>
                    <a:pt x="1432254" y="1536196"/>
                  </a:lnTo>
                  <a:lnTo>
                    <a:pt x="1432264" y="1536194"/>
                  </a:lnTo>
                  <a:lnTo>
                    <a:pt x="1432270" y="1536191"/>
                  </a:lnTo>
                  <a:lnTo>
                    <a:pt x="1432275" y="1536189"/>
                  </a:lnTo>
                  <a:lnTo>
                    <a:pt x="1432281" y="1536187"/>
                  </a:lnTo>
                  <a:lnTo>
                    <a:pt x="1432291" y="1536184"/>
                  </a:lnTo>
                  <a:lnTo>
                    <a:pt x="1432299" y="1536181"/>
                  </a:lnTo>
                  <a:lnTo>
                    <a:pt x="1432306" y="1536177"/>
                  </a:lnTo>
                  <a:lnTo>
                    <a:pt x="1432312" y="1536171"/>
                  </a:lnTo>
                  <a:lnTo>
                    <a:pt x="1432316" y="1536163"/>
                  </a:lnTo>
                  <a:lnTo>
                    <a:pt x="1432318" y="1536154"/>
                  </a:lnTo>
                  <a:lnTo>
                    <a:pt x="1432320" y="1536148"/>
                  </a:lnTo>
                  <a:lnTo>
                    <a:pt x="1432322" y="1536142"/>
                  </a:lnTo>
                  <a:lnTo>
                    <a:pt x="1432325" y="1536132"/>
                  </a:lnTo>
                  <a:lnTo>
                    <a:pt x="1432327" y="1536126"/>
                  </a:lnTo>
                  <a:lnTo>
                    <a:pt x="1432330" y="1536119"/>
                  </a:lnTo>
                  <a:lnTo>
                    <a:pt x="1432332" y="1536110"/>
                  </a:lnTo>
                  <a:lnTo>
                    <a:pt x="1432334" y="1536104"/>
                  </a:lnTo>
                  <a:lnTo>
                    <a:pt x="1432338" y="1536098"/>
                  </a:lnTo>
                  <a:lnTo>
                    <a:pt x="1432342" y="1536092"/>
                  </a:lnTo>
                  <a:lnTo>
                    <a:pt x="1432416" y="1536020"/>
                  </a:lnTo>
                  <a:lnTo>
                    <a:pt x="1432421" y="1536023"/>
                  </a:lnTo>
                  <a:lnTo>
                    <a:pt x="1432427" y="1536026"/>
                  </a:lnTo>
                  <a:lnTo>
                    <a:pt x="1432432" y="1536028"/>
                  </a:lnTo>
                  <a:lnTo>
                    <a:pt x="1432438" y="1536029"/>
                  </a:lnTo>
                  <a:lnTo>
                    <a:pt x="1432443" y="1536030"/>
                  </a:lnTo>
                  <a:lnTo>
                    <a:pt x="1432448" y="1536031"/>
                  </a:lnTo>
                  <a:lnTo>
                    <a:pt x="1432452" y="1536031"/>
                  </a:lnTo>
                  <a:lnTo>
                    <a:pt x="1432458" y="1536031"/>
                  </a:lnTo>
                  <a:lnTo>
                    <a:pt x="1432465" y="1536030"/>
                  </a:lnTo>
                  <a:lnTo>
                    <a:pt x="1432471" y="1536029"/>
                  </a:lnTo>
                  <a:lnTo>
                    <a:pt x="1432477" y="1536029"/>
                  </a:lnTo>
                  <a:lnTo>
                    <a:pt x="1432484" y="1536028"/>
                  </a:lnTo>
                  <a:lnTo>
                    <a:pt x="1432490" y="1536027"/>
                  </a:lnTo>
                  <a:lnTo>
                    <a:pt x="1432497" y="1536025"/>
                  </a:lnTo>
                  <a:lnTo>
                    <a:pt x="1432500" y="1536021"/>
                  </a:lnTo>
                  <a:lnTo>
                    <a:pt x="1432504" y="1536015"/>
                  </a:lnTo>
                  <a:lnTo>
                    <a:pt x="1432509" y="1536007"/>
                  </a:lnTo>
                  <a:lnTo>
                    <a:pt x="1432512" y="1536000"/>
                  </a:lnTo>
                  <a:lnTo>
                    <a:pt x="1432515" y="1535990"/>
                  </a:lnTo>
                  <a:lnTo>
                    <a:pt x="1432517" y="1535982"/>
                  </a:lnTo>
                  <a:lnTo>
                    <a:pt x="1432523" y="1535976"/>
                  </a:lnTo>
                  <a:lnTo>
                    <a:pt x="1432529" y="1535974"/>
                  </a:lnTo>
                  <a:lnTo>
                    <a:pt x="1432535" y="1535973"/>
                  </a:lnTo>
                  <a:lnTo>
                    <a:pt x="1432542" y="1535971"/>
                  </a:lnTo>
                  <a:lnTo>
                    <a:pt x="1432551" y="1535968"/>
                  </a:lnTo>
                  <a:lnTo>
                    <a:pt x="1432558" y="1535966"/>
                  </a:lnTo>
                  <a:lnTo>
                    <a:pt x="1432563" y="1535965"/>
                  </a:lnTo>
                  <a:lnTo>
                    <a:pt x="1432568" y="1535964"/>
                  </a:lnTo>
                  <a:lnTo>
                    <a:pt x="1432574" y="1535962"/>
                  </a:lnTo>
                  <a:lnTo>
                    <a:pt x="1432581" y="1535959"/>
                  </a:lnTo>
                  <a:lnTo>
                    <a:pt x="1432586" y="1535957"/>
                  </a:lnTo>
                  <a:lnTo>
                    <a:pt x="1432683" y="1535956"/>
                  </a:lnTo>
                  <a:lnTo>
                    <a:pt x="1432686" y="1535961"/>
                  </a:lnTo>
                  <a:lnTo>
                    <a:pt x="1432689" y="1535967"/>
                  </a:lnTo>
                  <a:lnTo>
                    <a:pt x="1432691" y="1535971"/>
                  </a:lnTo>
                  <a:lnTo>
                    <a:pt x="1432695" y="1535977"/>
                  </a:lnTo>
                  <a:lnTo>
                    <a:pt x="1432698" y="1535981"/>
                  </a:lnTo>
                  <a:lnTo>
                    <a:pt x="1432702" y="1535986"/>
                  </a:lnTo>
                  <a:lnTo>
                    <a:pt x="1432707" y="1535990"/>
                  </a:lnTo>
                  <a:lnTo>
                    <a:pt x="1432712" y="1535992"/>
                  </a:lnTo>
                  <a:lnTo>
                    <a:pt x="1432719" y="1535993"/>
                  </a:lnTo>
                  <a:lnTo>
                    <a:pt x="1432725" y="1535992"/>
                  </a:lnTo>
                  <a:lnTo>
                    <a:pt x="1432732" y="1535990"/>
                  </a:lnTo>
                  <a:lnTo>
                    <a:pt x="1432737" y="1535988"/>
                  </a:lnTo>
                  <a:lnTo>
                    <a:pt x="1432742" y="1535986"/>
                  </a:lnTo>
                  <a:lnTo>
                    <a:pt x="1432749" y="1535984"/>
                  </a:lnTo>
                  <a:lnTo>
                    <a:pt x="1432754" y="1535983"/>
                  </a:lnTo>
                  <a:lnTo>
                    <a:pt x="1432759" y="1535982"/>
                  </a:lnTo>
                  <a:lnTo>
                    <a:pt x="1432765" y="1535980"/>
                  </a:lnTo>
                  <a:lnTo>
                    <a:pt x="1432772" y="1535976"/>
                  </a:lnTo>
                  <a:lnTo>
                    <a:pt x="1432778" y="1535972"/>
                  </a:lnTo>
                  <a:lnTo>
                    <a:pt x="1432785" y="1535969"/>
                  </a:lnTo>
                  <a:lnTo>
                    <a:pt x="1432789" y="1535966"/>
                  </a:lnTo>
                  <a:lnTo>
                    <a:pt x="1432793" y="1535963"/>
                  </a:lnTo>
                  <a:lnTo>
                    <a:pt x="1432798" y="1535958"/>
                  </a:lnTo>
                  <a:lnTo>
                    <a:pt x="1432802" y="1535953"/>
                  </a:lnTo>
                  <a:lnTo>
                    <a:pt x="1432803" y="1535946"/>
                  </a:lnTo>
                  <a:lnTo>
                    <a:pt x="1432804" y="1535939"/>
                  </a:lnTo>
                  <a:lnTo>
                    <a:pt x="1432810" y="1535931"/>
                  </a:lnTo>
                  <a:lnTo>
                    <a:pt x="1432816" y="1535927"/>
                  </a:lnTo>
                  <a:lnTo>
                    <a:pt x="1432822" y="1535923"/>
                  </a:lnTo>
                  <a:lnTo>
                    <a:pt x="1432828" y="1535920"/>
                  </a:lnTo>
                  <a:lnTo>
                    <a:pt x="1432836" y="1535914"/>
                  </a:lnTo>
                  <a:lnTo>
                    <a:pt x="1432842" y="1535909"/>
                  </a:lnTo>
                  <a:lnTo>
                    <a:pt x="1432849" y="1535903"/>
                  </a:lnTo>
                  <a:lnTo>
                    <a:pt x="1432856" y="1535899"/>
                  </a:lnTo>
                  <a:lnTo>
                    <a:pt x="1432861" y="1535895"/>
                  </a:lnTo>
                  <a:lnTo>
                    <a:pt x="1432866" y="1535891"/>
                  </a:lnTo>
                  <a:lnTo>
                    <a:pt x="1432870" y="1535887"/>
                  </a:lnTo>
                  <a:lnTo>
                    <a:pt x="1432876" y="1535882"/>
                  </a:lnTo>
                  <a:lnTo>
                    <a:pt x="1432880" y="1535879"/>
                  </a:lnTo>
                  <a:lnTo>
                    <a:pt x="1432886" y="1535875"/>
                  </a:lnTo>
                  <a:lnTo>
                    <a:pt x="1432892" y="1535871"/>
                  </a:lnTo>
                  <a:lnTo>
                    <a:pt x="1432897" y="1535868"/>
                  </a:lnTo>
                  <a:lnTo>
                    <a:pt x="1432903" y="1535865"/>
                  </a:lnTo>
                  <a:lnTo>
                    <a:pt x="1432909" y="1535860"/>
                  </a:lnTo>
                  <a:lnTo>
                    <a:pt x="1432915" y="1535856"/>
                  </a:lnTo>
                  <a:lnTo>
                    <a:pt x="1432920" y="1535854"/>
                  </a:lnTo>
                  <a:lnTo>
                    <a:pt x="1432926" y="1535851"/>
                  </a:lnTo>
                  <a:lnTo>
                    <a:pt x="1432930" y="1535848"/>
                  </a:lnTo>
                  <a:lnTo>
                    <a:pt x="1432937" y="1535846"/>
                  </a:lnTo>
                  <a:lnTo>
                    <a:pt x="1432941" y="1535844"/>
                  </a:lnTo>
                  <a:lnTo>
                    <a:pt x="1432948" y="1535841"/>
                  </a:lnTo>
                  <a:lnTo>
                    <a:pt x="1432952" y="1535840"/>
                  </a:lnTo>
                  <a:lnTo>
                    <a:pt x="1432957" y="1535838"/>
                  </a:lnTo>
                  <a:lnTo>
                    <a:pt x="1432961" y="1535837"/>
                  </a:lnTo>
                  <a:lnTo>
                    <a:pt x="1432967" y="1535833"/>
                  </a:lnTo>
                  <a:lnTo>
                    <a:pt x="1432970" y="1535826"/>
                  </a:lnTo>
                  <a:lnTo>
                    <a:pt x="1432971" y="1535820"/>
                  </a:lnTo>
                  <a:lnTo>
                    <a:pt x="1432971" y="1535813"/>
                  </a:lnTo>
                  <a:lnTo>
                    <a:pt x="1432974" y="1535804"/>
                  </a:lnTo>
                  <a:lnTo>
                    <a:pt x="1432981" y="1535799"/>
                  </a:lnTo>
                  <a:lnTo>
                    <a:pt x="1432988" y="1535797"/>
                  </a:lnTo>
                  <a:lnTo>
                    <a:pt x="1432995" y="1535795"/>
                  </a:lnTo>
                  <a:lnTo>
                    <a:pt x="1433005" y="1535793"/>
                  </a:lnTo>
                  <a:lnTo>
                    <a:pt x="1433012" y="1535790"/>
                  </a:lnTo>
                  <a:lnTo>
                    <a:pt x="1433017" y="1535787"/>
                  </a:lnTo>
                  <a:lnTo>
                    <a:pt x="1433021" y="1535783"/>
                  </a:lnTo>
                  <a:lnTo>
                    <a:pt x="1433026" y="1535779"/>
                  </a:lnTo>
                  <a:lnTo>
                    <a:pt x="1433108" y="1535558"/>
                  </a:lnTo>
                  <a:lnTo>
                    <a:pt x="1433110" y="1535554"/>
                  </a:lnTo>
                  <a:lnTo>
                    <a:pt x="1433115" y="1535548"/>
                  </a:lnTo>
                  <a:lnTo>
                    <a:pt x="1433119" y="1535539"/>
                  </a:lnTo>
                  <a:lnTo>
                    <a:pt x="1433120" y="1535532"/>
                  </a:lnTo>
                  <a:lnTo>
                    <a:pt x="1433118" y="1535525"/>
                  </a:lnTo>
                  <a:lnTo>
                    <a:pt x="1433116" y="1535520"/>
                  </a:lnTo>
                  <a:lnTo>
                    <a:pt x="1433114" y="1535511"/>
                  </a:lnTo>
                  <a:lnTo>
                    <a:pt x="1433115" y="1535505"/>
                  </a:lnTo>
                  <a:lnTo>
                    <a:pt x="1433119" y="1535500"/>
                  </a:lnTo>
                  <a:lnTo>
                    <a:pt x="1433124" y="1535493"/>
                  </a:lnTo>
                  <a:lnTo>
                    <a:pt x="1433129" y="1535488"/>
                  </a:lnTo>
                  <a:lnTo>
                    <a:pt x="1433134" y="1535483"/>
                  </a:lnTo>
                  <a:lnTo>
                    <a:pt x="1433139" y="1535478"/>
                  </a:lnTo>
                  <a:lnTo>
                    <a:pt x="1433145" y="1535473"/>
                  </a:lnTo>
                  <a:lnTo>
                    <a:pt x="1433150" y="1535469"/>
                  </a:lnTo>
                  <a:lnTo>
                    <a:pt x="1433155" y="1535464"/>
                  </a:lnTo>
                  <a:lnTo>
                    <a:pt x="1433159" y="1535459"/>
                  </a:lnTo>
                  <a:lnTo>
                    <a:pt x="1433162" y="1535453"/>
                  </a:lnTo>
                  <a:lnTo>
                    <a:pt x="1433164" y="1535448"/>
                  </a:lnTo>
                  <a:lnTo>
                    <a:pt x="1433166" y="1535442"/>
                  </a:lnTo>
                  <a:lnTo>
                    <a:pt x="1433168" y="1535436"/>
                  </a:lnTo>
                  <a:lnTo>
                    <a:pt x="1433171" y="1535430"/>
                  </a:lnTo>
                  <a:lnTo>
                    <a:pt x="1433174" y="1535425"/>
                  </a:lnTo>
                  <a:lnTo>
                    <a:pt x="1433179" y="1535418"/>
                  </a:lnTo>
                  <a:lnTo>
                    <a:pt x="1433184" y="1535414"/>
                  </a:lnTo>
                  <a:lnTo>
                    <a:pt x="1433190" y="1535409"/>
                  </a:lnTo>
                  <a:lnTo>
                    <a:pt x="1433196" y="1535405"/>
                  </a:lnTo>
                  <a:lnTo>
                    <a:pt x="1433202" y="1535400"/>
                  </a:lnTo>
                  <a:lnTo>
                    <a:pt x="1433209" y="1535396"/>
                  </a:lnTo>
                  <a:lnTo>
                    <a:pt x="1433217" y="1535391"/>
                  </a:lnTo>
                  <a:lnTo>
                    <a:pt x="1433223" y="1535387"/>
                  </a:lnTo>
                  <a:lnTo>
                    <a:pt x="1433231" y="1535383"/>
                  </a:lnTo>
                  <a:lnTo>
                    <a:pt x="1433236" y="1535380"/>
                  </a:lnTo>
                  <a:lnTo>
                    <a:pt x="1433241" y="1535378"/>
                  </a:lnTo>
                  <a:lnTo>
                    <a:pt x="1433245" y="1535377"/>
                  </a:lnTo>
                  <a:lnTo>
                    <a:pt x="1433252" y="1535373"/>
                  </a:lnTo>
                  <a:lnTo>
                    <a:pt x="1433257" y="1535371"/>
                  </a:lnTo>
                  <a:lnTo>
                    <a:pt x="1433261" y="1535367"/>
                  </a:lnTo>
                  <a:lnTo>
                    <a:pt x="1433266" y="1535363"/>
                  </a:lnTo>
                  <a:lnTo>
                    <a:pt x="1433272" y="1535358"/>
                  </a:lnTo>
                  <a:lnTo>
                    <a:pt x="1433278" y="1535352"/>
                  </a:lnTo>
                  <a:lnTo>
                    <a:pt x="1433284" y="1535348"/>
                  </a:lnTo>
                  <a:lnTo>
                    <a:pt x="1433290" y="1535345"/>
                  </a:lnTo>
                  <a:lnTo>
                    <a:pt x="1433295" y="1535344"/>
                  </a:lnTo>
                  <a:lnTo>
                    <a:pt x="1433300" y="1535342"/>
                  </a:lnTo>
                  <a:lnTo>
                    <a:pt x="1433306" y="1535340"/>
                  </a:lnTo>
                  <a:lnTo>
                    <a:pt x="1433312" y="1535339"/>
                  </a:lnTo>
                  <a:lnTo>
                    <a:pt x="1433322" y="1535338"/>
                  </a:lnTo>
                  <a:lnTo>
                    <a:pt x="1433328" y="1535338"/>
                  </a:lnTo>
                  <a:lnTo>
                    <a:pt x="1433333" y="1535337"/>
                  </a:lnTo>
                  <a:lnTo>
                    <a:pt x="1433339" y="1535334"/>
                  </a:lnTo>
                  <a:lnTo>
                    <a:pt x="1433345" y="1535329"/>
                  </a:lnTo>
                  <a:lnTo>
                    <a:pt x="1433348" y="1535325"/>
                  </a:lnTo>
                  <a:lnTo>
                    <a:pt x="1433352" y="1535321"/>
                  </a:lnTo>
                  <a:lnTo>
                    <a:pt x="1433357" y="1535314"/>
                  </a:lnTo>
                  <a:lnTo>
                    <a:pt x="1433359" y="1535307"/>
                  </a:lnTo>
                  <a:lnTo>
                    <a:pt x="1433362" y="1535298"/>
                  </a:lnTo>
                  <a:lnTo>
                    <a:pt x="1433365" y="1535288"/>
                  </a:lnTo>
                  <a:lnTo>
                    <a:pt x="1433367" y="1535280"/>
                  </a:lnTo>
                  <a:lnTo>
                    <a:pt x="1433368" y="1535270"/>
                  </a:lnTo>
                  <a:lnTo>
                    <a:pt x="1433368" y="1535263"/>
                  </a:lnTo>
                  <a:lnTo>
                    <a:pt x="1433369" y="1535256"/>
                  </a:lnTo>
                  <a:lnTo>
                    <a:pt x="1433369" y="1535248"/>
                  </a:lnTo>
                  <a:lnTo>
                    <a:pt x="1433369" y="1535239"/>
                  </a:lnTo>
                  <a:lnTo>
                    <a:pt x="1433369" y="1535233"/>
                  </a:lnTo>
                  <a:lnTo>
                    <a:pt x="1433369" y="1535226"/>
                  </a:lnTo>
                  <a:lnTo>
                    <a:pt x="1433370" y="1535217"/>
                  </a:lnTo>
                  <a:lnTo>
                    <a:pt x="1433370" y="1535210"/>
                  </a:lnTo>
                  <a:lnTo>
                    <a:pt x="1433371" y="1535203"/>
                  </a:lnTo>
                  <a:lnTo>
                    <a:pt x="1433372" y="1535194"/>
                  </a:lnTo>
                  <a:lnTo>
                    <a:pt x="1433372" y="1535186"/>
                  </a:lnTo>
                  <a:lnTo>
                    <a:pt x="1433372" y="1535178"/>
                  </a:lnTo>
                  <a:lnTo>
                    <a:pt x="1433370" y="1535171"/>
                  </a:lnTo>
                  <a:lnTo>
                    <a:pt x="1433366" y="1535163"/>
                  </a:lnTo>
                  <a:lnTo>
                    <a:pt x="1433361" y="1535155"/>
                  </a:lnTo>
                  <a:lnTo>
                    <a:pt x="1433356" y="1535150"/>
                  </a:lnTo>
                  <a:lnTo>
                    <a:pt x="1433352" y="1535145"/>
                  </a:lnTo>
                  <a:lnTo>
                    <a:pt x="1433349" y="1535142"/>
                  </a:lnTo>
                  <a:lnTo>
                    <a:pt x="1433346" y="1535136"/>
                  </a:lnTo>
                  <a:lnTo>
                    <a:pt x="1433343" y="1535131"/>
                  </a:lnTo>
                  <a:lnTo>
                    <a:pt x="1433339" y="1535127"/>
                  </a:lnTo>
                  <a:lnTo>
                    <a:pt x="1433335" y="1535120"/>
                  </a:lnTo>
                  <a:lnTo>
                    <a:pt x="1433303" y="1535069"/>
                  </a:lnTo>
                  <a:lnTo>
                    <a:pt x="1433286" y="1535014"/>
                  </a:lnTo>
                  <a:lnTo>
                    <a:pt x="1433296" y="1534980"/>
                  </a:lnTo>
                  <a:lnTo>
                    <a:pt x="1433299" y="1534969"/>
                  </a:lnTo>
                  <a:lnTo>
                    <a:pt x="1433286" y="1534970"/>
                  </a:lnTo>
                  <a:lnTo>
                    <a:pt x="1433269" y="1534971"/>
                  </a:lnTo>
                  <a:lnTo>
                    <a:pt x="1433257" y="1534953"/>
                  </a:lnTo>
                  <a:lnTo>
                    <a:pt x="1433245" y="1534930"/>
                  </a:lnTo>
                  <a:lnTo>
                    <a:pt x="1433233" y="1534918"/>
                  </a:lnTo>
                  <a:lnTo>
                    <a:pt x="1433223" y="1534902"/>
                  </a:lnTo>
                  <a:lnTo>
                    <a:pt x="1433220" y="1534891"/>
                  </a:lnTo>
                  <a:lnTo>
                    <a:pt x="1433222" y="1534877"/>
                  </a:lnTo>
                  <a:lnTo>
                    <a:pt x="1433219" y="1534861"/>
                  </a:lnTo>
                  <a:lnTo>
                    <a:pt x="1433205" y="1534839"/>
                  </a:lnTo>
                  <a:lnTo>
                    <a:pt x="1433200" y="1534822"/>
                  </a:lnTo>
                  <a:lnTo>
                    <a:pt x="1433197" y="1534804"/>
                  </a:lnTo>
                  <a:lnTo>
                    <a:pt x="1433197" y="1534791"/>
                  </a:lnTo>
                  <a:lnTo>
                    <a:pt x="1433197" y="1534780"/>
                  </a:lnTo>
                  <a:lnTo>
                    <a:pt x="1433195" y="1534766"/>
                  </a:lnTo>
                  <a:lnTo>
                    <a:pt x="1433191" y="1534754"/>
                  </a:lnTo>
                  <a:lnTo>
                    <a:pt x="1433186" y="1534736"/>
                  </a:lnTo>
                  <a:lnTo>
                    <a:pt x="1433193" y="1534723"/>
                  </a:lnTo>
                  <a:lnTo>
                    <a:pt x="1433204" y="1534712"/>
                  </a:lnTo>
                  <a:lnTo>
                    <a:pt x="1433212" y="1534702"/>
                  </a:lnTo>
                  <a:lnTo>
                    <a:pt x="1433215" y="1534691"/>
                  </a:lnTo>
                  <a:lnTo>
                    <a:pt x="1433220" y="1534681"/>
                  </a:lnTo>
                  <a:lnTo>
                    <a:pt x="1433220" y="1534668"/>
                  </a:lnTo>
                  <a:lnTo>
                    <a:pt x="1433224" y="1534647"/>
                  </a:lnTo>
                  <a:lnTo>
                    <a:pt x="1433237" y="1534602"/>
                  </a:lnTo>
                  <a:lnTo>
                    <a:pt x="1433236" y="1534595"/>
                  </a:lnTo>
                  <a:lnTo>
                    <a:pt x="1433235" y="1534588"/>
                  </a:lnTo>
                  <a:lnTo>
                    <a:pt x="1433233" y="1534581"/>
                  </a:lnTo>
                  <a:lnTo>
                    <a:pt x="1433229" y="1534576"/>
                  </a:lnTo>
                  <a:lnTo>
                    <a:pt x="1433226" y="1534572"/>
                  </a:lnTo>
                  <a:lnTo>
                    <a:pt x="1433221" y="1534568"/>
                  </a:lnTo>
                  <a:lnTo>
                    <a:pt x="1433215" y="1534563"/>
                  </a:lnTo>
                  <a:lnTo>
                    <a:pt x="1433207" y="1534561"/>
                  </a:lnTo>
                  <a:lnTo>
                    <a:pt x="1433200" y="1534560"/>
                  </a:lnTo>
                  <a:lnTo>
                    <a:pt x="1433191" y="1534558"/>
                  </a:lnTo>
                  <a:lnTo>
                    <a:pt x="1433186" y="1534557"/>
                  </a:lnTo>
                  <a:lnTo>
                    <a:pt x="1433181" y="1534556"/>
                  </a:lnTo>
                  <a:lnTo>
                    <a:pt x="1433176" y="1534554"/>
                  </a:lnTo>
                  <a:lnTo>
                    <a:pt x="1433169" y="1534551"/>
                  </a:lnTo>
                  <a:lnTo>
                    <a:pt x="1433162" y="1534547"/>
                  </a:lnTo>
                  <a:lnTo>
                    <a:pt x="1433155" y="1534540"/>
                  </a:lnTo>
                  <a:lnTo>
                    <a:pt x="1433150" y="1534534"/>
                  </a:lnTo>
                  <a:lnTo>
                    <a:pt x="1433145" y="1534528"/>
                  </a:lnTo>
                  <a:lnTo>
                    <a:pt x="1433142" y="1534525"/>
                  </a:lnTo>
                  <a:lnTo>
                    <a:pt x="1433137" y="1534522"/>
                  </a:lnTo>
                  <a:lnTo>
                    <a:pt x="1433132" y="1534519"/>
                  </a:lnTo>
                  <a:lnTo>
                    <a:pt x="1433127" y="1534518"/>
                  </a:lnTo>
                  <a:lnTo>
                    <a:pt x="1433122" y="1534516"/>
                  </a:lnTo>
                  <a:lnTo>
                    <a:pt x="1433118" y="1534513"/>
                  </a:lnTo>
                  <a:lnTo>
                    <a:pt x="1433114" y="1534509"/>
                  </a:lnTo>
                  <a:lnTo>
                    <a:pt x="1433111" y="1534504"/>
                  </a:lnTo>
                  <a:lnTo>
                    <a:pt x="1433108" y="1534498"/>
                  </a:lnTo>
                  <a:lnTo>
                    <a:pt x="1433104" y="1534492"/>
                  </a:lnTo>
                  <a:lnTo>
                    <a:pt x="1433102" y="1534487"/>
                  </a:lnTo>
                  <a:lnTo>
                    <a:pt x="1433098" y="1534480"/>
                  </a:lnTo>
                  <a:lnTo>
                    <a:pt x="1433093" y="1534471"/>
                  </a:lnTo>
                  <a:lnTo>
                    <a:pt x="1433090" y="1534465"/>
                  </a:lnTo>
                  <a:lnTo>
                    <a:pt x="1433088" y="1534460"/>
                  </a:lnTo>
                  <a:lnTo>
                    <a:pt x="1433088" y="1534453"/>
                  </a:lnTo>
                  <a:lnTo>
                    <a:pt x="1433089" y="1534446"/>
                  </a:lnTo>
                  <a:lnTo>
                    <a:pt x="1433091" y="1534440"/>
                  </a:lnTo>
                  <a:lnTo>
                    <a:pt x="1433091" y="1534432"/>
                  </a:lnTo>
                  <a:lnTo>
                    <a:pt x="1433091" y="1534424"/>
                  </a:lnTo>
                  <a:lnTo>
                    <a:pt x="1433089" y="1534416"/>
                  </a:lnTo>
                  <a:lnTo>
                    <a:pt x="1433088" y="1534410"/>
                  </a:lnTo>
                  <a:lnTo>
                    <a:pt x="1433087" y="1534402"/>
                  </a:lnTo>
                  <a:lnTo>
                    <a:pt x="1433086" y="1534396"/>
                  </a:lnTo>
                  <a:lnTo>
                    <a:pt x="1433084" y="1534387"/>
                  </a:lnTo>
                  <a:lnTo>
                    <a:pt x="1433083" y="1534379"/>
                  </a:lnTo>
                  <a:lnTo>
                    <a:pt x="1433081" y="1534369"/>
                  </a:lnTo>
                  <a:lnTo>
                    <a:pt x="1433080" y="1534362"/>
                  </a:lnTo>
                  <a:lnTo>
                    <a:pt x="1433085" y="1534363"/>
                  </a:lnTo>
                  <a:lnTo>
                    <a:pt x="1433090" y="1534365"/>
                  </a:lnTo>
                  <a:lnTo>
                    <a:pt x="1433094" y="1534365"/>
                  </a:lnTo>
                  <a:lnTo>
                    <a:pt x="1433100" y="1534364"/>
                  </a:lnTo>
                  <a:lnTo>
                    <a:pt x="1433108" y="1534361"/>
                  </a:lnTo>
                  <a:lnTo>
                    <a:pt x="1433116" y="1534357"/>
                  </a:lnTo>
                  <a:lnTo>
                    <a:pt x="1433125" y="1534353"/>
                  </a:lnTo>
                  <a:lnTo>
                    <a:pt x="1433130" y="1534350"/>
                  </a:lnTo>
                  <a:lnTo>
                    <a:pt x="1433135" y="1534346"/>
                  </a:lnTo>
                  <a:lnTo>
                    <a:pt x="1433139" y="1534343"/>
                  </a:lnTo>
                  <a:lnTo>
                    <a:pt x="1433143" y="1534338"/>
                  </a:lnTo>
                  <a:lnTo>
                    <a:pt x="1433150" y="1534332"/>
                  </a:lnTo>
                  <a:lnTo>
                    <a:pt x="1433156" y="1534325"/>
                  </a:lnTo>
                  <a:lnTo>
                    <a:pt x="1433160" y="1534321"/>
                  </a:lnTo>
                  <a:lnTo>
                    <a:pt x="1433169" y="1534311"/>
                  </a:lnTo>
                  <a:lnTo>
                    <a:pt x="1433166" y="1534303"/>
                  </a:lnTo>
                  <a:lnTo>
                    <a:pt x="1433163" y="1534297"/>
                  </a:lnTo>
                  <a:lnTo>
                    <a:pt x="1433161" y="1534291"/>
                  </a:lnTo>
                  <a:lnTo>
                    <a:pt x="1433159" y="1534286"/>
                  </a:lnTo>
                  <a:lnTo>
                    <a:pt x="1433157" y="1534280"/>
                  </a:lnTo>
                  <a:lnTo>
                    <a:pt x="1433155" y="1534275"/>
                  </a:lnTo>
                  <a:lnTo>
                    <a:pt x="1433153" y="1534268"/>
                  </a:lnTo>
                  <a:lnTo>
                    <a:pt x="1433152" y="1534261"/>
                  </a:lnTo>
                  <a:lnTo>
                    <a:pt x="1433150" y="1534253"/>
                  </a:lnTo>
                  <a:lnTo>
                    <a:pt x="1433145" y="1534246"/>
                  </a:lnTo>
                  <a:lnTo>
                    <a:pt x="1433141" y="1534243"/>
                  </a:lnTo>
                  <a:lnTo>
                    <a:pt x="1433136" y="1534241"/>
                  </a:lnTo>
                  <a:lnTo>
                    <a:pt x="1433130" y="1534238"/>
                  </a:lnTo>
                  <a:lnTo>
                    <a:pt x="1433126" y="1534235"/>
                  </a:lnTo>
                  <a:lnTo>
                    <a:pt x="1433122" y="1534231"/>
                  </a:lnTo>
                  <a:lnTo>
                    <a:pt x="1433120" y="1534224"/>
                  </a:lnTo>
                  <a:lnTo>
                    <a:pt x="1433119" y="1534214"/>
                  </a:lnTo>
                  <a:lnTo>
                    <a:pt x="1433119" y="1534207"/>
                  </a:lnTo>
                  <a:lnTo>
                    <a:pt x="1433118" y="1534202"/>
                  </a:lnTo>
                  <a:lnTo>
                    <a:pt x="1433116" y="1534195"/>
                  </a:lnTo>
                  <a:lnTo>
                    <a:pt x="1433113" y="1534189"/>
                  </a:lnTo>
                  <a:lnTo>
                    <a:pt x="1433109" y="1534185"/>
                  </a:lnTo>
                  <a:lnTo>
                    <a:pt x="1433105" y="1534181"/>
                  </a:lnTo>
                  <a:lnTo>
                    <a:pt x="1433101" y="1534175"/>
                  </a:lnTo>
                  <a:lnTo>
                    <a:pt x="1433096" y="1534169"/>
                  </a:lnTo>
                  <a:lnTo>
                    <a:pt x="1433092" y="1534164"/>
                  </a:lnTo>
                  <a:lnTo>
                    <a:pt x="1433087" y="1534159"/>
                  </a:lnTo>
                  <a:lnTo>
                    <a:pt x="1433081" y="1534153"/>
                  </a:lnTo>
                  <a:lnTo>
                    <a:pt x="1433077" y="1534150"/>
                  </a:lnTo>
                  <a:lnTo>
                    <a:pt x="1433072" y="1534147"/>
                  </a:lnTo>
                  <a:lnTo>
                    <a:pt x="1433066" y="1534143"/>
                  </a:lnTo>
                  <a:lnTo>
                    <a:pt x="1433062" y="1534138"/>
                  </a:lnTo>
                  <a:lnTo>
                    <a:pt x="1433058" y="1534133"/>
                  </a:lnTo>
                  <a:lnTo>
                    <a:pt x="1433055" y="1534127"/>
                  </a:lnTo>
                  <a:lnTo>
                    <a:pt x="1433029" y="1534050"/>
                  </a:lnTo>
                  <a:lnTo>
                    <a:pt x="1433021" y="1533994"/>
                  </a:lnTo>
                  <a:lnTo>
                    <a:pt x="1433017" y="1533989"/>
                  </a:lnTo>
                  <a:lnTo>
                    <a:pt x="1433012" y="1533985"/>
                  </a:lnTo>
                  <a:lnTo>
                    <a:pt x="1433006" y="1533979"/>
                  </a:lnTo>
                  <a:lnTo>
                    <a:pt x="1433002" y="1533973"/>
                  </a:lnTo>
                  <a:lnTo>
                    <a:pt x="1432998" y="1533967"/>
                  </a:lnTo>
                  <a:lnTo>
                    <a:pt x="1432994" y="1533962"/>
                  </a:lnTo>
                  <a:lnTo>
                    <a:pt x="1432991" y="1533957"/>
                  </a:lnTo>
                  <a:lnTo>
                    <a:pt x="1432987" y="1533951"/>
                  </a:lnTo>
                  <a:lnTo>
                    <a:pt x="1432983" y="1533946"/>
                  </a:lnTo>
                  <a:lnTo>
                    <a:pt x="1432979" y="1533940"/>
                  </a:lnTo>
                  <a:lnTo>
                    <a:pt x="1432976" y="1533936"/>
                  </a:lnTo>
                  <a:lnTo>
                    <a:pt x="1432971" y="1533931"/>
                  </a:lnTo>
                  <a:lnTo>
                    <a:pt x="1432967" y="1533927"/>
                  </a:lnTo>
                  <a:lnTo>
                    <a:pt x="1432963" y="1533923"/>
                  </a:lnTo>
                  <a:lnTo>
                    <a:pt x="1432960" y="1533920"/>
                  </a:lnTo>
                  <a:lnTo>
                    <a:pt x="1432956" y="1533917"/>
                  </a:lnTo>
                  <a:lnTo>
                    <a:pt x="1432952" y="1533914"/>
                  </a:lnTo>
                  <a:lnTo>
                    <a:pt x="1432945" y="1533909"/>
                  </a:lnTo>
                  <a:lnTo>
                    <a:pt x="1432939" y="1533905"/>
                  </a:lnTo>
                  <a:lnTo>
                    <a:pt x="1432934" y="1533903"/>
                  </a:lnTo>
                  <a:lnTo>
                    <a:pt x="1432928" y="1533902"/>
                  </a:lnTo>
                  <a:lnTo>
                    <a:pt x="1432918" y="1533902"/>
                  </a:lnTo>
                  <a:lnTo>
                    <a:pt x="1432911" y="1533901"/>
                  </a:lnTo>
                  <a:lnTo>
                    <a:pt x="1432907" y="1533899"/>
                  </a:lnTo>
                  <a:lnTo>
                    <a:pt x="1432904" y="1533895"/>
                  </a:lnTo>
                  <a:lnTo>
                    <a:pt x="1432902" y="1533889"/>
                  </a:lnTo>
                  <a:lnTo>
                    <a:pt x="1432900" y="1533881"/>
                  </a:lnTo>
                  <a:lnTo>
                    <a:pt x="1432898" y="1533874"/>
                  </a:lnTo>
                  <a:lnTo>
                    <a:pt x="1432896" y="1533867"/>
                  </a:lnTo>
                  <a:lnTo>
                    <a:pt x="1432894" y="1533863"/>
                  </a:lnTo>
                  <a:lnTo>
                    <a:pt x="1432891" y="1533859"/>
                  </a:lnTo>
                  <a:lnTo>
                    <a:pt x="1432888" y="1533853"/>
                  </a:lnTo>
                  <a:lnTo>
                    <a:pt x="1432883" y="1533848"/>
                  </a:lnTo>
                  <a:lnTo>
                    <a:pt x="1432878" y="1533843"/>
                  </a:lnTo>
                  <a:lnTo>
                    <a:pt x="1432874" y="1533839"/>
                  </a:lnTo>
                  <a:lnTo>
                    <a:pt x="1432868" y="1533835"/>
                  </a:lnTo>
                  <a:lnTo>
                    <a:pt x="1432864" y="1533832"/>
                  </a:lnTo>
                  <a:lnTo>
                    <a:pt x="1432859" y="1533828"/>
                  </a:lnTo>
                  <a:lnTo>
                    <a:pt x="1432856" y="1533825"/>
                  </a:lnTo>
                  <a:lnTo>
                    <a:pt x="1432851" y="1533822"/>
                  </a:lnTo>
                  <a:lnTo>
                    <a:pt x="1432846" y="1533819"/>
                  </a:lnTo>
                  <a:lnTo>
                    <a:pt x="1432838" y="1533814"/>
                  </a:lnTo>
                  <a:lnTo>
                    <a:pt x="1432833" y="1533811"/>
                  </a:lnTo>
                  <a:lnTo>
                    <a:pt x="1432826" y="1533807"/>
                  </a:lnTo>
                  <a:lnTo>
                    <a:pt x="1432821" y="1533803"/>
                  </a:lnTo>
                  <a:lnTo>
                    <a:pt x="1432817" y="1533797"/>
                  </a:lnTo>
                  <a:lnTo>
                    <a:pt x="1432815" y="1533790"/>
                  </a:lnTo>
                  <a:lnTo>
                    <a:pt x="1432815" y="1533781"/>
                  </a:lnTo>
                  <a:lnTo>
                    <a:pt x="1432814" y="1533772"/>
                  </a:lnTo>
                  <a:lnTo>
                    <a:pt x="1432813" y="1533767"/>
                  </a:lnTo>
                  <a:lnTo>
                    <a:pt x="1432811" y="1533761"/>
                  </a:lnTo>
                  <a:lnTo>
                    <a:pt x="1432809" y="1533755"/>
                  </a:lnTo>
                  <a:lnTo>
                    <a:pt x="1432808" y="1533747"/>
                  </a:lnTo>
                  <a:lnTo>
                    <a:pt x="1432807" y="1533740"/>
                  </a:lnTo>
                  <a:lnTo>
                    <a:pt x="1432807" y="1533732"/>
                  </a:lnTo>
                  <a:lnTo>
                    <a:pt x="1432805" y="1533724"/>
                  </a:lnTo>
                  <a:lnTo>
                    <a:pt x="1432802" y="1533719"/>
                  </a:lnTo>
                  <a:lnTo>
                    <a:pt x="1432797" y="1533715"/>
                  </a:lnTo>
                  <a:lnTo>
                    <a:pt x="1432793" y="1533712"/>
                  </a:lnTo>
                  <a:lnTo>
                    <a:pt x="1432786" y="1533708"/>
                  </a:lnTo>
                  <a:lnTo>
                    <a:pt x="1432780" y="1533703"/>
                  </a:lnTo>
                  <a:lnTo>
                    <a:pt x="1432777" y="1533700"/>
                  </a:lnTo>
                  <a:lnTo>
                    <a:pt x="1432775" y="1533695"/>
                  </a:lnTo>
                  <a:lnTo>
                    <a:pt x="1432772" y="1533687"/>
                  </a:lnTo>
                  <a:lnTo>
                    <a:pt x="1432770" y="1533677"/>
                  </a:lnTo>
                  <a:lnTo>
                    <a:pt x="1432769" y="1533670"/>
                  </a:lnTo>
                  <a:lnTo>
                    <a:pt x="1432773" y="1533664"/>
                  </a:lnTo>
                  <a:lnTo>
                    <a:pt x="1432778" y="1533660"/>
                  </a:lnTo>
                  <a:lnTo>
                    <a:pt x="1432782" y="1533654"/>
                  </a:lnTo>
                  <a:lnTo>
                    <a:pt x="1432784" y="1533649"/>
                  </a:lnTo>
                  <a:lnTo>
                    <a:pt x="1432787" y="1533641"/>
                  </a:lnTo>
                  <a:lnTo>
                    <a:pt x="1432782" y="1533635"/>
                  </a:lnTo>
                  <a:lnTo>
                    <a:pt x="1432776" y="1533629"/>
                  </a:lnTo>
                  <a:lnTo>
                    <a:pt x="1432770" y="1533624"/>
                  </a:lnTo>
                  <a:lnTo>
                    <a:pt x="1432766" y="1533618"/>
                  </a:lnTo>
                  <a:lnTo>
                    <a:pt x="1432763" y="1533613"/>
                  </a:lnTo>
                  <a:lnTo>
                    <a:pt x="1432760" y="1533606"/>
                  </a:lnTo>
                  <a:lnTo>
                    <a:pt x="1432758" y="1533599"/>
                  </a:lnTo>
                  <a:lnTo>
                    <a:pt x="1432754" y="1533592"/>
                  </a:lnTo>
                  <a:lnTo>
                    <a:pt x="1432749" y="1533586"/>
                  </a:lnTo>
                  <a:lnTo>
                    <a:pt x="1432744" y="1533579"/>
                  </a:lnTo>
                  <a:lnTo>
                    <a:pt x="1432740" y="1533574"/>
                  </a:lnTo>
                  <a:lnTo>
                    <a:pt x="1432735" y="1533569"/>
                  </a:lnTo>
                  <a:lnTo>
                    <a:pt x="1432730" y="1533564"/>
                  </a:lnTo>
                  <a:lnTo>
                    <a:pt x="1432726" y="1533560"/>
                  </a:lnTo>
                  <a:lnTo>
                    <a:pt x="1432722" y="1533556"/>
                  </a:lnTo>
                  <a:lnTo>
                    <a:pt x="1432718" y="1533553"/>
                  </a:lnTo>
                  <a:lnTo>
                    <a:pt x="1432714" y="1533558"/>
                  </a:lnTo>
                  <a:lnTo>
                    <a:pt x="1432709" y="1533565"/>
                  </a:lnTo>
                  <a:lnTo>
                    <a:pt x="1432704" y="1533571"/>
                  </a:lnTo>
                  <a:lnTo>
                    <a:pt x="1432700" y="1533574"/>
                  </a:lnTo>
                  <a:lnTo>
                    <a:pt x="1432695" y="1533576"/>
                  </a:lnTo>
                  <a:lnTo>
                    <a:pt x="1432688" y="1533578"/>
                  </a:lnTo>
                  <a:lnTo>
                    <a:pt x="1432679" y="1533578"/>
                  </a:lnTo>
                  <a:lnTo>
                    <a:pt x="1432670" y="1533577"/>
                  </a:lnTo>
                  <a:lnTo>
                    <a:pt x="1432663" y="1533579"/>
                  </a:lnTo>
                  <a:lnTo>
                    <a:pt x="1432658" y="1533581"/>
                  </a:lnTo>
                  <a:lnTo>
                    <a:pt x="1432652" y="1533582"/>
                  </a:lnTo>
                  <a:lnTo>
                    <a:pt x="1432647" y="1533582"/>
                  </a:lnTo>
                  <a:lnTo>
                    <a:pt x="1432640" y="1533582"/>
                  </a:lnTo>
                  <a:lnTo>
                    <a:pt x="1432635" y="1533581"/>
                  </a:lnTo>
                  <a:lnTo>
                    <a:pt x="1432630" y="1533580"/>
                  </a:lnTo>
                  <a:lnTo>
                    <a:pt x="1432624" y="1533580"/>
                  </a:lnTo>
                  <a:lnTo>
                    <a:pt x="1432618" y="1533581"/>
                  </a:lnTo>
                  <a:lnTo>
                    <a:pt x="1432611" y="1533584"/>
                  </a:lnTo>
                  <a:lnTo>
                    <a:pt x="1432605" y="1533586"/>
                  </a:lnTo>
                  <a:lnTo>
                    <a:pt x="1432596" y="1533586"/>
                  </a:lnTo>
                  <a:lnTo>
                    <a:pt x="1432592" y="1533586"/>
                  </a:lnTo>
                  <a:lnTo>
                    <a:pt x="1432586" y="1533585"/>
                  </a:lnTo>
                  <a:lnTo>
                    <a:pt x="1432581" y="1533583"/>
                  </a:lnTo>
                  <a:lnTo>
                    <a:pt x="1432575" y="1533582"/>
                  </a:lnTo>
                  <a:lnTo>
                    <a:pt x="1432569" y="1533579"/>
                  </a:lnTo>
                  <a:lnTo>
                    <a:pt x="1432565" y="1533575"/>
                  </a:lnTo>
                  <a:lnTo>
                    <a:pt x="1432560" y="1533571"/>
                  </a:lnTo>
                  <a:lnTo>
                    <a:pt x="1432557" y="1533567"/>
                  </a:lnTo>
                  <a:lnTo>
                    <a:pt x="1432553" y="1533563"/>
                  </a:lnTo>
                  <a:lnTo>
                    <a:pt x="1432549" y="1533558"/>
                  </a:lnTo>
                  <a:lnTo>
                    <a:pt x="1432546" y="1533554"/>
                  </a:lnTo>
                  <a:lnTo>
                    <a:pt x="1432544" y="1533549"/>
                  </a:lnTo>
                  <a:lnTo>
                    <a:pt x="1432538" y="1533545"/>
                  </a:lnTo>
                  <a:lnTo>
                    <a:pt x="1432530" y="1533542"/>
                  </a:lnTo>
                  <a:lnTo>
                    <a:pt x="1432524" y="1533540"/>
                  </a:lnTo>
                  <a:lnTo>
                    <a:pt x="1432517" y="1533538"/>
                  </a:lnTo>
                  <a:lnTo>
                    <a:pt x="1432512" y="1533536"/>
                  </a:lnTo>
                  <a:lnTo>
                    <a:pt x="1432507" y="1533535"/>
                  </a:lnTo>
                  <a:lnTo>
                    <a:pt x="1432501" y="1533533"/>
                  </a:lnTo>
                  <a:lnTo>
                    <a:pt x="1432494" y="1533532"/>
                  </a:lnTo>
                  <a:lnTo>
                    <a:pt x="1432486" y="1533529"/>
                  </a:lnTo>
                  <a:lnTo>
                    <a:pt x="1432481" y="1533528"/>
                  </a:lnTo>
                  <a:lnTo>
                    <a:pt x="1432475" y="1533526"/>
                  </a:lnTo>
                  <a:lnTo>
                    <a:pt x="1432470" y="1533525"/>
                  </a:lnTo>
                  <a:lnTo>
                    <a:pt x="1432465" y="1533523"/>
                  </a:lnTo>
                  <a:lnTo>
                    <a:pt x="1432460" y="1533522"/>
                  </a:lnTo>
                  <a:lnTo>
                    <a:pt x="1432454" y="1533521"/>
                  </a:lnTo>
                  <a:lnTo>
                    <a:pt x="1432448" y="1533521"/>
                  </a:lnTo>
                  <a:lnTo>
                    <a:pt x="1432442" y="1533520"/>
                  </a:lnTo>
                  <a:lnTo>
                    <a:pt x="1432437" y="1533519"/>
                  </a:lnTo>
                  <a:lnTo>
                    <a:pt x="1432432" y="1533517"/>
                  </a:lnTo>
                  <a:lnTo>
                    <a:pt x="1432427" y="1533515"/>
                  </a:lnTo>
                  <a:lnTo>
                    <a:pt x="1432421" y="1533514"/>
                  </a:lnTo>
                  <a:lnTo>
                    <a:pt x="1432415" y="1533513"/>
                  </a:lnTo>
                  <a:lnTo>
                    <a:pt x="1432410" y="1533513"/>
                  </a:lnTo>
                  <a:lnTo>
                    <a:pt x="1432404" y="1533513"/>
                  </a:lnTo>
                  <a:lnTo>
                    <a:pt x="1432398" y="1533513"/>
                  </a:lnTo>
                  <a:lnTo>
                    <a:pt x="1432388" y="1533514"/>
                  </a:lnTo>
                  <a:lnTo>
                    <a:pt x="1432382" y="1533514"/>
                  </a:lnTo>
                  <a:lnTo>
                    <a:pt x="1432376" y="1533515"/>
                  </a:lnTo>
                  <a:lnTo>
                    <a:pt x="1432366" y="1533517"/>
                  </a:lnTo>
                  <a:lnTo>
                    <a:pt x="1432359" y="1533518"/>
                  </a:lnTo>
                  <a:lnTo>
                    <a:pt x="1432353" y="1533519"/>
                  </a:lnTo>
                  <a:lnTo>
                    <a:pt x="1432347" y="1533520"/>
                  </a:lnTo>
                  <a:lnTo>
                    <a:pt x="1432341" y="1533520"/>
                  </a:lnTo>
                  <a:lnTo>
                    <a:pt x="1432337" y="1533518"/>
                  </a:lnTo>
                  <a:lnTo>
                    <a:pt x="1432332" y="1533514"/>
                  </a:lnTo>
                  <a:lnTo>
                    <a:pt x="1432328" y="1533508"/>
                  </a:lnTo>
                  <a:lnTo>
                    <a:pt x="1432325" y="1533502"/>
                  </a:lnTo>
                  <a:lnTo>
                    <a:pt x="1432323" y="1533498"/>
                  </a:lnTo>
                  <a:lnTo>
                    <a:pt x="1432320" y="1533493"/>
                  </a:lnTo>
                  <a:lnTo>
                    <a:pt x="1432316" y="1533487"/>
                  </a:lnTo>
                  <a:lnTo>
                    <a:pt x="1432313" y="1533483"/>
                  </a:lnTo>
                  <a:lnTo>
                    <a:pt x="1432310" y="1533479"/>
                  </a:lnTo>
                  <a:lnTo>
                    <a:pt x="1432307" y="1533475"/>
                  </a:lnTo>
                  <a:lnTo>
                    <a:pt x="1432303" y="1533470"/>
                  </a:lnTo>
                  <a:lnTo>
                    <a:pt x="1432299" y="1533465"/>
                  </a:lnTo>
                  <a:lnTo>
                    <a:pt x="1432294" y="1533458"/>
                  </a:lnTo>
                  <a:lnTo>
                    <a:pt x="1432289" y="1533452"/>
                  </a:lnTo>
                  <a:lnTo>
                    <a:pt x="1432284" y="1533446"/>
                  </a:lnTo>
                  <a:lnTo>
                    <a:pt x="1432280" y="1533441"/>
                  </a:lnTo>
                  <a:lnTo>
                    <a:pt x="1432276" y="1533437"/>
                  </a:lnTo>
                  <a:lnTo>
                    <a:pt x="1432272" y="1533432"/>
                  </a:lnTo>
                  <a:lnTo>
                    <a:pt x="1432267" y="1533428"/>
                  </a:lnTo>
                  <a:lnTo>
                    <a:pt x="1432264" y="1533424"/>
                  </a:lnTo>
                  <a:lnTo>
                    <a:pt x="1432260" y="1533418"/>
                  </a:lnTo>
                  <a:lnTo>
                    <a:pt x="1432256" y="1533411"/>
                  </a:lnTo>
                  <a:lnTo>
                    <a:pt x="1432254" y="1533405"/>
                  </a:lnTo>
                  <a:lnTo>
                    <a:pt x="1432254" y="1533400"/>
                  </a:lnTo>
                  <a:lnTo>
                    <a:pt x="1432256" y="1533392"/>
                  </a:lnTo>
                  <a:lnTo>
                    <a:pt x="1432258" y="1533385"/>
                  </a:lnTo>
                  <a:lnTo>
                    <a:pt x="1432259" y="1533377"/>
                  </a:lnTo>
                  <a:lnTo>
                    <a:pt x="1432254" y="1533371"/>
                  </a:lnTo>
                  <a:lnTo>
                    <a:pt x="1432249" y="1533364"/>
                  </a:lnTo>
                  <a:lnTo>
                    <a:pt x="1432246" y="1533359"/>
                  </a:lnTo>
                  <a:lnTo>
                    <a:pt x="1432243" y="1533353"/>
                  </a:lnTo>
                  <a:lnTo>
                    <a:pt x="1432241" y="1533348"/>
                  </a:lnTo>
                  <a:lnTo>
                    <a:pt x="1432238" y="1533342"/>
                  </a:lnTo>
                  <a:lnTo>
                    <a:pt x="1432236" y="1533336"/>
                  </a:lnTo>
                  <a:lnTo>
                    <a:pt x="1432234" y="1533330"/>
                  </a:lnTo>
                  <a:lnTo>
                    <a:pt x="1432231" y="1533322"/>
                  </a:lnTo>
                  <a:lnTo>
                    <a:pt x="1432226" y="1533313"/>
                  </a:lnTo>
                  <a:lnTo>
                    <a:pt x="1432221" y="1533306"/>
                  </a:lnTo>
                  <a:lnTo>
                    <a:pt x="1432216" y="1533300"/>
                  </a:lnTo>
                  <a:lnTo>
                    <a:pt x="1432213" y="1533297"/>
                  </a:lnTo>
                  <a:lnTo>
                    <a:pt x="1432208" y="1533292"/>
                  </a:lnTo>
                  <a:lnTo>
                    <a:pt x="1432203" y="1533286"/>
                  </a:lnTo>
                  <a:lnTo>
                    <a:pt x="1432199" y="1533282"/>
                  </a:lnTo>
                  <a:lnTo>
                    <a:pt x="1432193" y="1533278"/>
                  </a:lnTo>
                  <a:lnTo>
                    <a:pt x="1432187" y="1533273"/>
                  </a:lnTo>
                  <a:lnTo>
                    <a:pt x="1432181" y="1533269"/>
                  </a:lnTo>
                  <a:lnTo>
                    <a:pt x="1432177" y="1533264"/>
                  </a:lnTo>
                  <a:lnTo>
                    <a:pt x="1432174" y="1533259"/>
                  </a:lnTo>
                  <a:lnTo>
                    <a:pt x="1432171" y="1533254"/>
                  </a:lnTo>
                  <a:lnTo>
                    <a:pt x="1432169" y="1533249"/>
                  </a:lnTo>
                  <a:lnTo>
                    <a:pt x="1432165" y="1533242"/>
                  </a:lnTo>
                  <a:lnTo>
                    <a:pt x="1432163" y="1533234"/>
                  </a:lnTo>
                  <a:lnTo>
                    <a:pt x="1432160" y="1533228"/>
                  </a:lnTo>
                  <a:lnTo>
                    <a:pt x="1432158" y="1533220"/>
                  </a:lnTo>
                  <a:lnTo>
                    <a:pt x="1432153" y="1533212"/>
                  </a:lnTo>
                  <a:lnTo>
                    <a:pt x="1432147" y="1533205"/>
                  </a:lnTo>
                  <a:lnTo>
                    <a:pt x="1432141" y="1533201"/>
                  </a:lnTo>
                  <a:lnTo>
                    <a:pt x="1432135" y="1533195"/>
                  </a:lnTo>
                  <a:lnTo>
                    <a:pt x="1432130" y="1533190"/>
                  </a:lnTo>
                  <a:lnTo>
                    <a:pt x="1432124" y="1533186"/>
                  </a:lnTo>
                  <a:lnTo>
                    <a:pt x="1432119" y="1533182"/>
                  </a:lnTo>
                  <a:lnTo>
                    <a:pt x="1432113" y="1533178"/>
                  </a:lnTo>
                  <a:lnTo>
                    <a:pt x="1432107" y="1533175"/>
                  </a:lnTo>
                  <a:lnTo>
                    <a:pt x="1432101" y="1533173"/>
                  </a:lnTo>
                  <a:lnTo>
                    <a:pt x="1432094" y="1533170"/>
                  </a:lnTo>
                  <a:lnTo>
                    <a:pt x="1432089" y="1533168"/>
                  </a:lnTo>
                  <a:lnTo>
                    <a:pt x="1432083" y="1533165"/>
                  </a:lnTo>
                  <a:lnTo>
                    <a:pt x="1432078" y="1533162"/>
                  </a:lnTo>
                  <a:lnTo>
                    <a:pt x="1432074" y="1533159"/>
                  </a:lnTo>
                  <a:lnTo>
                    <a:pt x="1432069" y="1533157"/>
                  </a:lnTo>
                  <a:lnTo>
                    <a:pt x="1432065" y="1533160"/>
                  </a:lnTo>
                  <a:lnTo>
                    <a:pt x="1432061" y="1533163"/>
                  </a:lnTo>
                  <a:lnTo>
                    <a:pt x="1432056" y="1533167"/>
                  </a:lnTo>
                  <a:lnTo>
                    <a:pt x="1432051" y="1533172"/>
                  </a:lnTo>
                  <a:lnTo>
                    <a:pt x="1432046" y="1533177"/>
                  </a:lnTo>
                  <a:lnTo>
                    <a:pt x="1432042" y="1533183"/>
                  </a:lnTo>
                  <a:lnTo>
                    <a:pt x="1432038" y="1533187"/>
                  </a:lnTo>
                  <a:lnTo>
                    <a:pt x="1432034" y="1533192"/>
                  </a:lnTo>
                  <a:lnTo>
                    <a:pt x="1432029" y="1533197"/>
                  </a:lnTo>
                  <a:lnTo>
                    <a:pt x="1432022" y="1533203"/>
                  </a:lnTo>
                  <a:lnTo>
                    <a:pt x="1432016" y="1533208"/>
                  </a:lnTo>
                  <a:lnTo>
                    <a:pt x="1432008" y="1533214"/>
                  </a:lnTo>
                  <a:lnTo>
                    <a:pt x="1432003" y="1533218"/>
                  </a:lnTo>
                  <a:lnTo>
                    <a:pt x="1431998" y="1533221"/>
                  </a:lnTo>
                  <a:lnTo>
                    <a:pt x="1431991" y="1533226"/>
                  </a:lnTo>
                  <a:lnTo>
                    <a:pt x="1431985" y="1533230"/>
                  </a:lnTo>
                  <a:lnTo>
                    <a:pt x="1431980" y="1533234"/>
                  </a:lnTo>
                  <a:lnTo>
                    <a:pt x="1431975" y="1533236"/>
                  </a:lnTo>
                  <a:lnTo>
                    <a:pt x="1431969" y="1533239"/>
                  </a:lnTo>
                  <a:lnTo>
                    <a:pt x="1431962" y="1533240"/>
                  </a:lnTo>
                  <a:lnTo>
                    <a:pt x="1431954" y="1533237"/>
                  </a:lnTo>
                  <a:lnTo>
                    <a:pt x="1431946" y="1533234"/>
                  </a:lnTo>
                  <a:lnTo>
                    <a:pt x="1431940" y="1533231"/>
                  </a:lnTo>
                  <a:lnTo>
                    <a:pt x="1431934" y="1533229"/>
                  </a:lnTo>
                  <a:lnTo>
                    <a:pt x="1431927" y="1533227"/>
                  </a:lnTo>
                  <a:lnTo>
                    <a:pt x="1431920" y="1533226"/>
                  </a:lnTo>
                  <a:lnTo>
                    <a:pt x="1431916" y="1533226"/>
                  </a:lnTo>
                  <a:lnTo>
                    <a:pt x="1431912" y="1533226"/>
                  </a:lnTo>
                  <a:lnTo>
                    <a:pt x="1431906" y="1533228"/>
                  </a:lnTo>
                  <a:lnTo>
                    <a:pt x="1431899" y="1533228"/>
                  </a:lnTo>
                  <a:lnTo>
                    <a:pt x="1431892" y="1533226"/>
                  </a:lnTo>
                  <a:lnTo>
                    <a:pt x="1431885" y="1533222"/>
                  </a:lnTo>
                  <a:lnTo>
                    <a:pt x="1431879" y="1533219"/>
                  </a:lnTo>
                  <a:lnTo>
                    <a:pt x="1431875" y="1533217"/>
                  </a:lnTo>
                  <a:lnTo>
                    <a:pt x="1431870" y="1533214"/>
                  </a:lnTo>
                  <a:lnTo>
                    <a:pt x="1431864" y="1533211"/>
                  </a:lnTo>
                  <a:lnTo>
                    <a:pt x="1431859" y="1533209"/>
                  </a:lnTo>
                  <a:lnTo>
                    <a:pt x="1431851" y="1533206"/>
                  </a:lnTo>
                  <a:lnTo>
                    <a:pt x="1431846" y="1533204"/>
                  </a:lnTo>
                  <a:lnTo>
                    <a:pt x="1431840" y="1533200"/>
                  </a:lnTo>
                  <a:lnTo>
                    <a:pt x="1431834" y="1533195"/>
                  </a:lnTo>
                  <a:lnTo>
                    <a:pt x="1431828" y="1533192"/>
                  </a:lnTo>
                  <a:lnTo>
                    <a:pt x="1431821" y="1533189"/>
                  </a:lnTo>
                  <a:lnTo>
                    <a:pt x="1431813" y="1533186"/>
                  </a:lnTo>
                  <a:lnTo>
                    <a:pt x="1431806" y="1533185"/>
                  </a:lnTo>
                  <a:lnTo>
                    <a:pt x="1431795" y="1533185"/>
                  </a:lnTo>
                  <a:lnTo>
                    <a:pt x="1431790" y="1533184"/>
                  </a:lnTo>
                  <a:lnTo>
                    <a:pt x="1431785" y="1533182"/>
                  </a:lnTo>
                  <a:lnTo>
                    <a:pt x="1431780" y="1533180"/>
                  </a:lnTo>
                  <a:lnTo>
                    <a:pt x="1431774" y="1533176"/>
                  </a:lnTo>
                  <a:lnTo>
                    <a:pt x="1431768" y="1533171"/>
                  </a:lnTo>
                  <a:lnTo>
                    <a:pt x="1431764" y="1533166"/>
                  </a:lnTo>
                  <a:lnTo>
                    <a:pt x="1431760" y="1533162"/>
                  </a:lnTo>
                  <a:lnTo>
                    <a:pt x="1431757" y="1533158"/>
                  </a:lnTo>
                  <a:lnTo>
                    <a:pt x="1431753" y="1533154"/>
                  </a:lnTo>
                  <a:lnTo>
                    <a:pt x="1431750" y="1533151"/>
                  </a:lnTo>
                  <a:lnTo>
                    <a:pt x="1431746" y="1533147"/>
                  </a:lnTo>
                  <a:lnTo>
                    <a:pt x="1431741" y="1533142"/>
                  </a:lnTo>
                  <a:lnTo>
                    <a:pt x="1431735" y="1533135"/>
                  </a:lnTo>
                  <a:lnTo>
                    <a:pt x="1431731" y="1533130"/>
                  </a:lnTo>
                  <a:lnTo>
                    <a:pt x="1431728" y="1533126"/>
                  </a:lnTo>
                  <a:lnTo>
                    <a:pt x="1431724" y="1533121"/>
                  </a:lnTo>
                  <a:lnTo>
                    <a:pt x="1431719" y="1533116"/>
                  </a:lnTo>
                  <a:lnTo>
                    <a:pt x="1431714" y="1533111"/>
                  </a:lnTo>
                  <a:lnTo>
                    <a:pt x="1431709" y="1533106"/>
                  </a:lnTo>
                  <a:lnTo>
                    <a:pt x="1431706" y="1533103"/>
                  </a:lnTo>
                  <a:lnTo>
                    <a:pt x="1431702" y="1533100"/>
                  </a:lnTo>
                  <a:lnTo>
                    <a:pt x="1431696" y="1533098"/>
                  </a:lnTo>
                  <a:lnTo>
                    <a:pt x="1431688" y="1533094"/>
                  </a:lnTo>
                  <a:lnTo>
                    <a:pt x="1431681" y="1533090"/>
                  </a:lnTo>
                  <a:lnTo>
                    <a:pt x="1431677" y="1533085"/>
                  </a:lnTo>
                  <a:lnTo>
                    <a:pt x="1431674" y="1533079"/>
                  </a:lnTo>
                  <a:lnTo>
                    <a:pt x="1431671" y="1533074"/>
                  </a:lnTo>
                  <a:lnTo>
                    <a:pt x="1431669" y="1533066"/>
                  </a:lnTo>
                  <a:lnTo>
                    <a:pt x="1431668" y="1533058"/>
                  </a:lnTo>
                  <a:lnTo>
                    <a:pt x="1431724" y="1532927"/>
                  </a:lnTo>
                  <a:lnTo>
                    <a:pt x="1431724" y="1532919"/>
                  </a:lnTo>
                  <a:lnTo>
                    <a:pt x="1431724" y="1532913"/>
                  </a:lnTo>
                  <a:lnTo>
                    <a:pt x="1431723" y="1532905"/>
                  </a:lnTo>
                  <a:lnTo>
                    <a:pt x="1431722" y="1532897"/>
                  </a:lnTo>
                  <a:lnTo>
                    <a:pt x="1431720" y="1532887"/>
                  </a:lnTo>
                  <a:lnTo>
                    <a:pt x="1431718" y="1532882"/>
                  </a:lnTo>
                  <a:lnTo>
                    <a:pt x="1431716" y="1532874"/>
                  </a:lnTo>
                  <a:lnTo>
                    <a:pt x="1431714" y="1532865"/>
                  </a:lnTo>
                  <a:lnTo>
                    <a:pt x="1431712" y="1532859"/>
                  </a:lnTo>
                  <a:lnTo>
                    <a:pt x="1431710" y="1532852"/>
                  </a:lnTo>
                  <a:lnTo>
                    <a:pt x="1431707" y="1532844"/>
                  </a:lnTo>
                  <a:lnTo>
                    <a:pt x="1431705" y="1532836"/>
                  </a:lnTo>
                  <a:lnTo>
                    <a:pt x="1431703" y="1532830"/>
                  </a:lnTo>
                  <a:lnTo>
                    <a:pt x="1431696" y="1532834"/>
                  </a:lnTo>
                  <a:lnTo>
                    <a:pt x="1431691" y="1532838"/>
                  </a:lnTo>
                  <a:lnTo>
                    <a:pt x="1431688" y="1532843"/>
                  </a:lnTo>
                  <a:lnTo>
                    <a:pt x="1431684" y="1532849"/>
                  </a:lnTo>
                  <a:lnTo>
                    <a:pt x="1431678" y="1532854"/>
                  </a:lnTo>
                  <a:lnTo>
                    <a:pt x="1431671" y="1532859"/>
                  </a:lnTo>
                  <a:lnTo>
                    <a:pt x="1431665" y="1532863"/>
                  </a:lnTo>
                  <a:lnTo>
                    <a:pt x="1431658" y="1532866"/>
                  </a:lnTo>
                  <a:lnTo>
                    <a:pt x="1431653" y="1532868"/>
                  </a:lnTo>
                  <a:lnTo>
                    <a:pt x="1431648" y="1532869"/>
                  </a:lnTo>
                  <a:lnTo>
                    <a:pt x="1431643" y="1532870"/>
                  </a:lnTo>
                  <a:lnTo>
                    <a:pt x="1431631" y="1532871"/>
                  </a:lnTo>
                  <a:lnTo>
                    <a:pt x="1431625" y="1532871"/>
                  </a:lnTo>
                  <a:lnTo>
                    <a:pt x="1431618" y="1532872"/>
                  </a:lnTo>
                  <a:lnTo>
                    <a:pt x="1431609" y="1532872"/>
                  </a:lnTo>
                  <a:lnTo>
                    <a:pt x="1431603" y="1532872"/>
                  </a:lnTo>
                  <a:lnTo>
                    <a:pt x="1431597" y="1532872"/>
                  </a:lnTo>
                  <a:lnTo>
                    <a:pt x="1431591" y="1532873"/>
                  </a:lnTo>
                  <a:lnTo>
                    <a:pt x="1431585" y="1532873"/>
                  </a:lnTo>
                  <a:lnTo>
                    <a:pt x="1431580" y="1532874"/>
                  </a:lnTo>
                  <a:lnTo>
                    <a:pt x="1431575" y="1532875"/>
                  </a:lnTo>
                  <a:lnTo>
                    <a:pt x="1431569" y="1532876"/>
                  </a:lnTo>
                  <a:lnTo>
                    <a:pt x="1431560" y="1532877"/>
                  </a:lnTo>
                  <a:lnTo>
                    <a:pt x="1431555" y="1532879"/>
                  </a:lnTo>
                  <a:lnTo>
                    <a:pt x="1431549" y="1532880"/>
                  </a:lnTo>
                  <a:lnTo>
                    <a:pt x="1431542" y="1532880"/>
                  </a:lnTo>
                  <a:lnTo>
                    <a:pt x="1431538" y="1532880"/>
                  </a:lnTo>
                  <a:lnTo>
                    <a:pt x="1431533" y="1532879"/>
                  </a:lnTo>
                  <a:lnTo>
                    <a:pt x="1431529" y="1532876"/>
                  </a:lnTo>
                  <a:lnTo>
                    <a:pt x="1431525" y="1532870"/>
                  </a:lnTo>
                  <a:lnTo>
                    <a:pt x="1431523" y="1532863"/>
                  </a:lnTo>
                  <a:lnTo>
                    <a:pt x="1431522" y="1532857"/>
                  </a:lnTo>
                  <a:lnTo>
                    <a:pt x="1431521" y="1532850"/>
                  </a:lnTo>
                  <a:lnTo>
                    <a:pt x="1431521" y="1532841"/>
                  </a:lnTo>
                  <a:lnTo>
                    <a:pt x="1431519" y="1532834"/>
                  </a:lnTo>
                  <a:lnTo>
                    <a:pt x="1431516" y="1532827"/>
                  </a:lnTo>
                  <a:lnTo>
                    <a:pt x="1431512" y="1532822"/>
                  </a:lnTo>
                  <a:lnTo>
                    <a:pt x="1431508" y="1532816"/>
                  </a:lnTo>
                  <a:lnTo>
                    <a:pt x="1431503" y="1532810"/>
                  </a:lnTo>
                  <a:lnTo>
                    <a:pt x="1431498" y="1532807"/>
                  </a:lnTo>
                  <a:lnTo>
                    <a:pt x="1431493" y="1532803"/>
                  </a:lnTo>
                  <a:lnTo>
                    <a:pt x="1431486" y="1532799"/>
                  </a:lnTo>
                  <a:lnTo>
                    <a:pt x="1431480" y="1532797"/>
                  </a:lnTo>
                  <a:lnTo>
                    <a:pt x="1431474" y="1532795"/>
                  </a:lnTo>
                  <a:lnTo>
                    <a:pt x="1431470" y="1532793"/>
                  </a:lnTo>
                  <a:lnTo>
                    <a:pt x="1431464" y="1532791"/>
                  </a:lnTo>
                  <a:lnTo>
                    <a:pt x="1431457" y="1532788"/>
                  </a:lnTo>
                  <a:lnTo>
                    <a:pt x="1431450" y="1532785"/>
                  </a:lnTo>
                  <a:lnTo>
                    <a:pt x="1431443" y="1532783"/>
                  </a:lnTo>
                  <a:lnTo>
                    <a:pt x="1431433" y="1532781"/>
                  </a:lnTo>
                  <a:lnTo>
                    <a:pt x="1431426" y="1532778"/>
                  </a:lnTo>
                  <a:lnTo>
                    <a:pt x="1431420" y="1532773"/>
                  </a:lnTo>
                  <a:lnTo>
                    <a:pt x="1431415" y="1532769"/>
                  </a:lnTo>
                  <a:lnTo>
                    <a:pt x="1431409" y="1532768"/>
                  </a:lnTo>
                  <a:lnTo>
                    <a:pt x="1431403" y="1532767"/>
                  </a:lnTo>
                  <a:lnTo>
                    <a:pt x="1431398" y="1532768"/>
                  </a:lnTo>
                  <a:lnTo>
                    <a:pt x="1431391" y="1532769"/>
                  </a:lnTo>
                  <a:lnTo>
                    <a:pt x="1431383" y="1532770"/>
                  </a:lnTo>
                  <a:lnTo>
                    <a:pt x="1431375" y="1532769"/>
                  </a:lnTo>
                  <a:lnTo>
                    <a:pt x="1431369" y="1532769"/>
                  </a:lnTo>
                  <a:lnTo>
                    <a:pt x="1431359" y="1532767"/>
                  </a:lnTo>
                  <a:lnTo>
                    <a:pt x="1431353" y="1532766"/>
                  </a:lnTo>
                  <a:lnTo>
                    <a:pt x="1431345" y="1532762"/>
                  </a:lnTo>
                  <a:lnTo>
                    <a:pt x="1431338" y="1532762"/>
                  </a:lnTo>
                  <a:lnTo>
                    <a:pt x="1431330" y="1532765"/>
                  </a:lnTo>
                  <a:lnTo>
                    <a:pt x="1431323" y="1532769"/>
                  </a:lnTo>
                  <a:lnTo>
                    <a:pt x="1431317" y="1532772"/>
                  </a:lnTo>
                  <a:lnTo>
                    <a:pt x="1431311" y="1532773"/>
                  </a:lnTo>
                  <a:lnTo>
                    <a:pt x="1431304" y="1532775"/>
                  </a:lnTo>
                  <a:lnTo>
                    <a:pt x="1431298" y="1532776"/>
                  </a:lnTo>
                  <a:lnTo>
                    <a:pt x="1431293" y="1532777"/>
                  </a:lnTo>
                  <a:lnTo>
                    <a:pt x="1431288" y="1532779"/>
                  </a:lnTo>
                  <a:lnTo>
                    <a:pt x="1431281" y="1532782"/>
                  </a:lnTo>
                  <a:lnTo>
                    <a:pt x="1431276" y="1532784"/>
                  </a:lnTo>
                  <a:lnTo>
                    <a:pt x="1431272" y="1532785"/>
                  </a:lnTo>
                  <a:lnTo>
                    <a:pt x="1431266" y="1532786"/>
                  </a:lnTo>
                  <a:lnTo>
                    <a:pt x="1431260" y="1532788"/>
                  </a:lnTo>
                  <a:lnTo>
                    <a:pt x="1431251" y="1532791"/>
                  </a:lnTo>
                  <a:lnTo>
                    <a:pt x="1431243" y="1532794"/>
                  </a:lnTo>
                  <a:lnTo>
                    <a:pt x="1431237" y="1532798"/>
                  </a:lnTo>
                  <a:lnTo>
                    <a:pt x="1431233" y="1532800"/>
                  </a:lnTo>
                  <a:lnTo>
                    <a:pt x="1431228" y="1532803"/>
                  </a:lnTo>
                  <a:lnTo>
                    <a:pt x="1431222" y="1532807"/>
                  </a:lnTo>
                  <a:lnTo>
                    <a:pt x="1431215" y="1532812"/>
                  </a:lnTo>
                  <a:lnTo>
                    <a:pt x="1431212" y="1532815"/>
                  </a:lnTo>
                  <a:lnTo>
                    <a:pt x="1431207" y="1532818"/>
                  </a:lnTo>
                  <a:lnTo>
                    <a:pt x="1431203" y="1532822"/>
                  </a:lnTo>
                  <a:lnTo>
                    <a:pt x="1431199" y="1532825"/>
                  </a:lnTo>
                  <a:lnTo>
                    <a:pt x="1431195" y="1532828"/>
                  </a:lnTo>
                  <a:lnTo>
                    <a:pt x="1431191" y="1532832"/>
                  </a:lnTo>
                  <a:lnTo>
                    <a:pt x="1431186" y="1532834"/>
                  </a:lnTo>
                  <a:lnTo>
                    <a:pt x="1431181" y="1532833"/>
                  </a:lnTo>
                  <a:lnTo>
                    <a:pt x="1431176" y="1532831"/>
                  </a:lnTo>
                  <a:lnTo>
                    <a:pt x="1431172" y="1532829"/>
                  </a:lnTo>
                  <a:lnTo>
                    <a:pt x="1431167" y="1532825"/>
                  </a:lnTo>
                  <a:lnTo>
                    <a:pt x="1431161" y="1532821"/>
                  </a:lnTo>
                  <a:lnTo>
                    <a:pt x="1431156" y="1532817"/>
                  </a:lnTo>
                  <a:lnTo>
                    <a:pt x="1431151" y="1532814"/>
                  </a:lnTo>
                  <a:lnTo>
                    <a:pt x="1431144" y="1532808"/>
                  </a:lnTo>
                  <a:lnTo>
                    <a:pt x="1431137" y="1532803"/>
                  </a:lnTo>
                  <a:lnTo>
                    <a:pt x="1431132" y="1532803"/>
                  </a:lnTo>
                  <a:lnTo>
                    <a:pt x="1431126" y="1532803"/>
                  </a:lnTo>
                  <a:lnTo>
                    <a:pt x="1431119" y="1532803"/>
                  </a:lnTo>
                  <a:lnTo>
                    <a:pt x="1431113" y="1532803"/>
                  </a:lnTo>
                  <a:lnTo>
                    <a:pt x="1431107" y="1532803"/>
                  </a:lnTo>
                  <a:lnTo>
                    <a:pt x="1431102" y="1532803"/>
                  </a:lnTo>
                  <a:lnTo>
                    <a:pt x="1431096" y="1532804"/>
                  </a:lnTo>
                  <a:lnTo>
                    <a:pt x="1431089" y="1532805"/>
                  </a:lnTo>
                  <a:lnTo>
                    <a:pt x="1431083" y="1532806"/>
                  </a:lnTo>
                  <a:lnTo>
                    <a:pt x="1431077" y="1532804"/>
                  </a:lnTo>
                  <a:lnTo>
                    <a:pt x="1431072" y="1532801"/>
                  </a:lnTo>
                  <a:lnTo>
                    <a:pt x="1431067" y="1532797"/>
                  </a:lnTo>
                  <a:lnTo>
                    <a:pt x="1431064" y="1532794"/>
                  </a:lnTo>
                  <a:lnTo>
                    <a:pt x="1431061" y="1532790"/>
                  </a:lnTo>
                  <a:lnTo>
                    <a:pt x="1431055" y="1532783"/>
                  </a:lnTo>
                  <a:lnTo>
                    <a:pt x="1431051" y="1532779"/>
                  </a:lnTo>
                  <a:lnTo>
                    <a:pt x="1431047" y="1532776"/>
                  </a:lnTo>
                  <a:lnTo>
                    <a:pt x="1431042" y="1532773"/>
                  </a:lnTo>
                  <a:lnTo>
                    <a:pt x="1431038" y="1532772"/>
                  </a:lnTo>
                  <a:lnTo>
                    <a:pt x="1431033" y="1532772"/>
                  </a:lnTo>
                  <a:lnTo>
                    <a:pt x="1431027" y="1532772"/>
                  </a:lnTo>
                  <a:lnTo>
                    <a:pt x="1431018" y="1532771"/>
                  </a:lnTo>
                  <a:lnTo>
                    <a:pt x="1431012" y="1532770"/>
                  </a:lnTo>
                  <a:lnTo>
                    <a:pt x="1431008" y="1532768"/>
                  </a:lnTo>
                  <a:lnTo>
                    <a:pt x="1431003" y="1532767"/>
                  </a:lnTo>
                  <a:lnTo>
                    <a:pt x="1430997" y="1532765"/>
                  </a:lnTo>
                  <a:lnTo>
                    <a:pt x="1430993" y="1532763"/>
                  </a:lnTo>
                  <a:lnTo>
                    <a:pt x="1430986" y="1532760"/>
                  </a:lnTo>
                  <a:lnTo>
                    <a:pt x="1430979" y="1532757"/>
                  </a:lnTo>
                  <a:lnTo>
                    <a:pt x="1430975" y="1532754"/>
                  </a:lnTo>
                  <a:lnTo>
                    <a:pt x="1430971" y="1532750"/>
                  </a:lnTo>
                  <a:lnTo>
                    <a:pt x="1430967" y="1532748"/>
                  </a:lnTo>
                  <a:lnTo>
                    <a:pt x="1430960" y="1532746"/>
                  </a:lnTo>
                  <a:lnTo>
                    <a:pt x="1430954" y="1532746"/>
                  </a:lnTo>
                  <a:lnTo>
                    <a:pt x="1430950" y="1532746"/>
                  </a:lnTo>
                  <a:lnTo>
                    <a:pt x="1430944" y="1532747"/>
                  </a:lnTo>
                  <a:lnTo>
                    <a:pt x="1430939" y="1532749"/>
                  </a:lnTo>
                  <a:lnTo>
                    <a:pt x="1430934" y="1532751"/>
                  </a:lnTo>
                  <a:lnTo>
                    <a:pt x="1430930" y="1532753"/>
                  </a:lnTo>
                  <a:lnTo>
                    <a:pt x="1430924" y="1532756"/>
                  </a:lnTo>
                  <a:lnTo>
                    <a:pt x="1430918" y="1532759"/>
                  </a:lnTo>
                  <a:lnTo>
                    <a:pt x="1430913" y="1532762"/>
                  </a:lnTo>
                  <a:lnTo>
                    <a:pt x="1430909" y="1532766"/>
                  </a:lnTo>
                  <a:lnTo>
                    <a:pt x="1430905" y="1532770"/>
                  </a:lnTo>
                  <a:lnTo>
                    <a:pt x="1430900" y="1532775"/>
                  </a:lnTo>
                  <a:lnTo>
                    <a:pt x="1430896" y="1532778"/>
                  </a:lnTo>
                  <a:lnTo>
                    <a:pt x="1430891" y="1532781"/>
                  </a:lnTo>
                  <a:lnTo>
                    <a:pt x="1430885" y="1532784"/>
                  </a:lnTo>
                  <a:lnTo>
                    <a:pt x="1430880" y="1532786"/>
                  </a:lnTo>
                  <a:lnTo>
                    <a:pt x="1430875" y="1532788"/>
                  </a:lnTo>
                  <a:lnTo>
                    <a:pt x="1430869" y="1532791"/>
                  </a:lnTo>
                  <a:lnTo>
                    <a:pt x="1430863" y="1532794"/>
                  </a:lnTo>
                  <a:lnTo>
                    <a:pt x="1430859" y="1532797"/>
                  </a:lnTo>
                  <a:lnTo>
                    <a:pt x="1430853" y="1532801"/>
                  </a:lnTo>
                  <a:lnTo>
                    <a:pt x="1430847" y="1532804"/>
                  </a:lnTo>
                  <a:lnTo>
                    <a:pt x="1430842" y="1532808"/>
                  </a:lnTo>
                  <a:lnTo>
                    <a:pt x="1430836" y="1532813"/>
                  </a:lnTo>
                  <a:lnTo>
                    <a:pt x="1430831" y="1532818"/>
                  </a:lnTo>
                  <a:lnTo>
                    <a:pt x="1430826" y="1532822"/>
                  </a:lnTo>
                  <a:lnTo>
                    <a:pt x="1430820" y="1532826"/>
                  </a:lnTo>
                  <a:lnTo>
                    <a:pt x="1430815" y="1532828"/>
                  </a:lnTo>
                  <a:lnTo>
                    <a:pt x="1430808" y="1532831"/>
                  </a:lnTo>
                  <a:lnTo>
                    <a:pt x="1430803" y="1532834"/>
                  </a:lnTo>
                  <a:lnTo>
                    <a:pt x="1430798" y="1532836"/>
                  </a:lnTo>
                  <a:lnTo>
                    <a:pt x="1430794" y="1532838"/>
                  </a:lnTo>
                  <a:lnTo>
                    <a:pt x="1430788" y="1532840"/>
                  </a:lnTo>
                  <a:lnTo>
                    <a:pt x="1430783" y="1532841"/>
                  </a:lnTo>
                  <a:lnTo>
                    <a:pt x="1430778" y="1532842"/>
                  </a:lnTo>
                  <a:lnTo>
                    <a:pt x="1430773" y="1532843"/>
                  </a:lnTo>
                  <a:lnTo>
                    <a:pt x="1430768" y="1532844"/>
                  </a:lnTo>
                  <a:lnTo>
                    <a:pt x="1430762" y="1532844"/>
                  </a:lnTo>
                  <a:lnTo>
                    <a:pt x="1430754" y="1532845"/>
                  </a:lnTo>
                  <a:lnTo>
                    <a:pt x="1430746" y="1532846"/>
                  </a:lnTo>
                  <a:lnTo>
                    <a:pt x="1430738" y="1532847"/>
                  </a:lnTo>
                  <a:lnTo>
                    <a:pt x="1430731" y="1532849"/>
                  </a:lnTo>
                  <a:lnTo>
                    <a:pt x="1430726" y="1532851"/>
                  </a:lnTo>
                  <a:lnTo>
                    <a:pt x="1430720" y="1532853"/>
                  </a:lnTo>
                  <a:lnTo>
                    <a:pt x="1430714" y="1532856"/>
                  </a:lnTo>
                  <a:lnTo>
                    <a:pt x="1430707" y="1532859"/>
                  </a:lnTo>
                  <a:lnTo>
                    <a:pt x="1430701" y="1532862"/>
                  </a:lnTo>
                  <a:lnTo>
                    <a:pt x="1430695" y="1532865"/>
                  </a:lnTo>
                  <a:lnTo>
                    <a:pt x="1430689" y="1532865"/>
                  </a:lnTo>
                  <a:lnTo>
                    <a:pt x="1430685" y="1532858"/>
                  </a:lnTo>
                  <a:lnTo>
                    <a:pt x="1430684" y="1532853"/>
                  </a:lnTo>
                  <a:lnTo>
                    <a:pt x="1430682" y="1532846"/>
                  </a:lnTo>
                  <a:lnTo>
                    <a:pt x="1430678" y="1532839"/>
                  </a:lnTo>
                  <a:lnTo>
                    <a:pt x="1430675" y="1532834"/>
                  </a:lnTo>
                  <a:lnTo>
                    <a:pt x="1430671" y="1532829"/>
                  </a:lnTo>
                  <a:lnTo>
                    <a:pt x="1430667" y="1532822"/>
                  </a:lnTo>
                  <a:lnTo>
                    <a:pt x="1430663" y="1532814"/>
                  </a:lnTo>
                  <a:lnTo>
                    <a:pt x="1430661" y="1532807"/>
                  </a:lnTo>
                  <a:lnTo>
                    <a:pt x="1430658" y="1532799"/>
                  </a:lnTo>
                  <a:lnTo>
                    <a:pt x="1430654" y="1532791"/>
                  </a:lnTo>
                  <a:lnTo>
                    <a:pt x="1430651" y="1532785"/>
                  </a:lnTo>
                  <a:lnTo>
                    <a:pt x="1430646" y="1532781"/>
                  </a:lnTo>
                  <a:lnTo>
                    <a:pt x="1430640" y="1532779"/>
                  </a:lnTo>
                  <a:lnTo>
                    <a:pt x="1430631" y="1532779"/>
                  </a:lnTo>
                  <a:lnTo>
                    <a:pt x="1430623" y="1532778"/>
                  </a:lnTo>
                  <a:lnTo>
                    <a:pt x="1430617" y="1532778"/>
                  </a:lnTo>
                  <a:lnTo>
                    <a:pt x="1430611" y="1532777"/>
                  </a:lnTo>
                  <a:lnTo>
                    <a:pt x="1430605" y="1532776"/>
                  </a:lnTo>
                  <a:lnTo>
                    <a:pt x="1430598" y="1532775"/>
                  </a:lnTo>
                  <a:lnTo>
                    <a:pt x="1430594" y="1532773"/>
                  </a:lnTo>
                  <a:lnTo>
                    <a:pt x="1430589" y="1532771"/>
                  </a:lnTo>
                  <a:lnTo>
                    <a:pt x="1430584" y="1532769"/>
                  </a:lnTo>
                  <a:lnTo>
                    <a:pt x="1430578" y="1532766"/>
                  </a:lnTo>
                  <a:lnTo>
                    <a:pt x="1430570" y="1532761"/>
                  </a:lnTo>
                  <a:lnTo>
                    <a:pt x="1430564" y="1532756"/>
                  </a:lnTo>
                  <a:lnTo>
                    <a:pt x="1430558" y="1532753"/>
                  </a:lnTo>
                  <a:lnTo>
                    <a:pt x="1430553" y="1532748"/>
                  </a:lnTo>
                  <a:lnTo>
                    <a:pt x="1430548" y="1532744"/>
                  </a:lnTo>
                  <a:lnTo>
                    <a:pt x="1430543" y="1532740"/>
                  </a:lnTo>
                  <a:lnTo>
                    <a:pt x="1430539" y="1532737"/>
                  </a:lnTo>
                  <a:lnTo>
                    <a:pt x="1430534" y="1532731"/>
                  </a:lnTo>
                  <a:lnTo>
                    <a:pt x="1430529" y="1532724"/>
                  </a:lnTo>
                  <a:lnTo>
                    <a:pt x="1430523" y="1532717"/>
                  </a:lnTo>
                  <a:lnTo>
                    <a:pt x="1430518" y="1532711"/>
                  </a:lnTo>
                  <a:lnTo>
                    <a:pt x="1430514" y="1532705"/>
                  </a:lnTo>
                  <a:lnTo>
                    <a:pt x="1430510" y="1532701"/>
                  </a:lnTo>
                  <a:lnTo>
                    <a:pt x="1430405" y="1532659"/>
                  </a:lnTo>
                  <a:lnTo>
                    <a:pt x="1430403" y="1532654"/>
                  </a:lnTo>
                  <a:lnTo>
                    <a:pt x="1430401" y="1532647"/>
                  </a:lnTo>
                  <a:lnTo>
                    <a:pt x="1430398" y="1532641"/>
                  </a:lnTo>
                  <a:lnTo>
                    <a:pt x="1430394" y="1532634"/>
                  </a:lnTo>
                  <a:lnTo>
                    <a:pt x="1430392" y="1532629"/>
                  </a:lnTo>
                  <a:lnTo>
                    <a:pt x="1430388" y="1532622"/>
                  </a:lnTo>
                  <a:lnTo>
                    <a:pt x="1430385" y="1532618"/>
                  </a:lnTo>
                  <a:lnTo>
                    <a:pt x="1430382" y="1532612"/>
                  </a:lnTo>
                  <a:lnTo>
                    <a:pt x="1430379" y="1532606"/>
                  </a:lnTo>
                  <a:lnTo>
                    <a:pt x="1430376" y="1532599"/>
                  </a:lnTo>
                  <a:lnTo>
                    <a:pt x="1430374" y="1532592"/>
                  </a:lnTo>
                  <a:lnTo>
                    <a:pt x="1430373" y="1532587"/>
                  </a:lnTo>
                  <a:lnTo>
                    <a:pt x="1430371" y="1532580"/>
                  </a:lnTo>
                  <a:lnTo>
                    <a:pt x="1430370" y="1532573"/>
                  </a:lnTo>
                  <a:lnTo>
                    <a:pt x="1430369" y="1532566"/>
                  </a:lnTo>
                  <a:lnTo>
                    <a:pt x="1430364" y="1532558"/>
                  </a:lnTo>
                  <a:lnTo>
                    <a:pt x="1430359" y="1532551"/>
                  </a:lnTo>
                  <a:lnTo>
                    <a:pt x="1430355" y="1532544"/>
                  </a:lnTo>
                  <a:lnTo>
                    <a:pt x="1430353" y="1532540"/>
                  </a:lnTo>
                  <a:lnTo>
                    <a:pt x="1430352" y="1532535"/>
                  </a:lnTo>
                  <a:lnTo>
                    <a:pt x="1430350" y="1532528"/>
                  </a:lnTo>
                  <a:lnTo>
                    <a:pt x="1430349" y="1532521"/>
                  </a:lnTo>
                  <a:lnTo>
                    <a:pt x="1430348" y="1532515"/>
                  </a:lnTo>
                  <a:lnTo>
                    <a:pt x="1430346" y="1532509"/>
                  </a:lnTo>
                  <a:lnTo>
                    <a:pt x="1430344" y="1532502"/>
                  </a:lnTo>
                  <a:lnTo>
                    <a:pt x="1430337" y="1532501"/>
                  </a:lnTo>
                  <a:lnTo>
                    <a:pt x="1430332" y="1532502"/>
                  </a:lnTo>
                  <a:lnTo>
                    <a:pt x="1430327" y="1532503"/>
                  </a:lnTo>
                  <a:lnTo>
                    <a:pt x="1430320" y="1532505"/>
                  </a:lnTo>
                  <a:lnTo>
                    <a:pt x="1430315" y="1532506"/>
                  </a:lnTo>
                  <a:lnTo>
                    <a:pt x="1430309" y="1532508"/>
                  </a:lnTo>
                  <a:lnTo>
                    <a:pt x="1430303" y="1532510"/>
                  </a:lnTo>
                  <a:lnTo>
                    <a:pt x="1430296" y="1532513"/>
                  </a:lnTo>
                  <a:lnTo>
                    <a:pt x="1430290" y="1532517"/>
                  </a:lnTo>
                  <a:lnTo>
                    <a:pt x="1430286" y="1532519"/>
                  </a:lnTo>
                  <a:lnTo>
                    <a:pt x="1430282" y="1532522"/>
                  </a:lnTo>
                  <a:lnTo>
                    <a:pt x="1430277" y="1532525"/>
                  </a:lnTo>
                  <a:lnTo>
                    <a:pt x="1430272" y="1532529"/>
                  </a:lnTo>
                  <a:lnTo>
                    <a:pt x="1430267" y="1532534"/>
                  </a:lnTo>
                  <a:lnTo>
                    <a:pt x="1430264" y="1532541"/>
                  </a:lnTo>
                  <a:lnTo>
                    <a:pt x="1430261" y="1532546"/>
                  </a:lnTo>
                  <a:lnTo>
                    <a:pt x="1430256" y="1532552"/>
                  </a:lnTo>
                  <a:lnTo>
                    <a:pt x="1430253" y="1532556"/>
                  </a:lnTo>
                  <a:lnTo>
                    <a:pt x="1430249" y="1532561"/>
                  </a:lnTo>
                  <a:lnTo>
                    <a:pt x="1430246" y="1532565"/>
                  </a:lnTo>
                  <a:lnTo>
                    <a:pt x="1430241" y="1532571"/>
                  </a:lnTo>
                  <a:lnTo>
                    <a:pt x="1430237" y="1532576"/>
                  </a:lnTo>
                  <a:lnTo>
                    <a:pt x="1430234" y="1532580"/>
                  </a:lnTo>
                  <a:lnTo>
                    <a:pt x="1430231" y="1532584"/>
                  </a:lnTo>
                  <a:lnTo>
                    <a:pt x="1430227" y="1532589"/>
                  </a:lnTo>
                  <a:lnTo>
                    <a:pt x="1430221" y="1532596"/>
                  </a:lnTo>
                  <a:lnTo>
                    <a:pt x="1430217" y="1532601"/>
                  </a:lnTo>
                  <a:lnTo>
                    <a:pt x="1430213" y="1532605"/>
                  </a:lnTo>
                  <a:lnTo>
                    <a:pt x="1430209" y="1532610"/>
                  </a:lnTo>
                  <a:lnTo>
                    <a:pt x="1430204" y="1532616"/>
                  </a:lnTo>
                  <a:lnTo>
                    <a:pt x="1430195" y="1532626"/>
                  </a:lnTo>
                  <a:lnTo>
                    <a:pt x="1430148" y="1532689"/>
                  </a:lnTo>
                  <a:lnTo>
                    <a:pt x="1430152" y="1532698"/>
                  </a:lnTo>
                  <a:lnTo>
                    <a:pt x="1430154" y="1532705"/>
                  </a:lnTo>
                  <a:lnTo>
                    <a:pt x="1430155" y="1532712"/>
                  </a:lnTo>
                  <a:lnTo>
                    <a:pt x="1430154" y="1532719"/>
                  </a:lnTo>
                  <a:lnTo>
                    <a:pt x="1430154" y="1532725"/>
                  </a:lnTo>
                  <a:lnTo>
                    <a:pt x="1430153" y="1532731"/>
                  </a:lnTo>
                  <a:lnTo>
                    <a:pt x="1430152" y="1532740"/>
                  </a:lnTo>
                  <a:lnTo>
                    <a:pt x="1430152" y="1532752"/>
                  </a:lnTo>
                  <a:lnTo>
                    <a:pt x="1430152" y="1532757"/>
                  </a:lnTo>
                  <a:lnTo>
                    <a:pt x="1430152" y="1532764"/>
                  </a:lnTo>
                  <a:lnTo>
                    <a:pt x="1430152" y="1532769"/>
                  </a:lnTo>
                  <a:lnTo>
                    <a:pt x="1430151" y="1532776"/>
                  </a:lnTo>
                  <a:lnTo>
                    <a:pt x="1430150" y="1532782"/>
                  </a:lnTo>
                  <a:lnTo>
                    <a:pt x="1430149" y="1532790"/>
                  </a:lnTo>
                  <a:lnTo>
                    <a:pt x="1430148" y="1532795"/>
                  </a:lnTo>
                  <a:lnTo>
                    <a:pt x="1430147" y="1532802"/>
                  </a:lnTo>
                  <a:lnTo>
                    <a:pt x="1430146" y="1532810"/>
                  </a:lnTo>
                  <a:lnTo>
                    <a:pt x="1430146" y="1532818"/>
                  </a:lnTo>
                  <a:lnTo>
                    <a:pt x="1430147" y="1532825"/>
                  </a:lnTo>
                  <a:lnTo>
                    <a:pt x="1430149" y="1532832"/>
                  </a:lnTo>
                  <a:lnTo>
                    <a:pt x="1430152" y="1532838"/>
                  </a:lnTo>
                  <a:lnTo>
                    <a:pt x="1430155" y="1532843"/>
                  </a:lnTo>
                  <a:lnTo>
                    <a:pt x="1430158" y="1532847"/>
                  </a:lnTo>
                  <a:lnTo>
                    <a:pt x="1430163" y="1532853"/>
                  </a:lnTo>
                  <a:lnTo>
                    <a:pt x="1430167" y="1532859"/>
                  </a:lnTo>
                  <a:lnTo>
                    <a:pt x="1430170" y="1532863"/>
                  </a:lnTo>
                  <a:lnTo>
                    <a:pt x="1430176" y="1532874"/>
                  </a:lnTo>
                  <a:lnTo>
                    <a:pt x="1430182" y="1532883"/>
                  </a:lnTo>
                  <a:lnTo>
                    <a:pt x="1430195" y="1532900"/>
                  </a:lnTo>
                  <a:lnTo>
                    <a:pt x="1430200" y="1532915"/>
                  </a:lnTo>
                  <a:lnTo>
                    <a:pt x="1430205" y="1532923"/>
                  </a:lnTo>
                  <a:lnTo>
                    <a:pt x="1430211" y="1532937"/>
                  </a:lnTo>
                  <a:lnTo>
                    <a:pt x="1430211" y="1532949"/>
                  </a:lnTo>
                  <a:lnTo>
                    <a:pt x="1430176" y="1532972"/>
                  </a:lnTo>
                  <a:lnTo>
                    <a:pt x="1430165" y="1532979"/>
                  </a:lnTo>
                  <a:lnTo>
                    <a:pt x="1430144" y="1532990"/>
                  </a:lnTo>
                  <a:lnTo>
                    <a:pt x="1430134" y="1532997"/>
                  </a:lnTo>
                  <a:lnTo>
                    <a:pt x="1430115" y="1533003"/>
                  </a:lnTo>
                  <a:lnTo>
                    <a:pt x="1430102" y="1533008"/>
                  </a:lnTo>
                  <a:lnTo>
                    <a:pt x="1430096" y="1533011"/>
                  </a:lnTo>
                  <a:lnTo>
                    <a:pt x="1430089" y="1533013"/>
                  </a:lnTo>
                  <a:lnTo>
                    <a:pt x="1430074" y="1533026"/>
                  </a:lnTo>
                  <a:lnTo>
                    <a:pt x="1430072" y="1533030"/>
                  </a:lnTo>
                  <a:lnTo>
                    <a:pt x="1430070" y="1533039"/>
                  </a:lnTo>
                  <a:lnTo>
                    <a:pt x="1430065" y="1533051"/>
                  </a:lnTo>
                  <a:lnTo>
                    <a:pt x="1430051" y="1533057"/>
                  </a:lnTo>
                  <a:lnTo>
                    <a:pt x="1430041" y="1533065"/>
                  </a:lnTo>
                  <a:lnTo>
                    <a:pt x="1430029" y="1533076"/>
                  </a:lnTo>
                  <a:lnTo>
                    <a:pt x="1430025" y="1533085"/>
                  </a:lnTo>
                  <a:lnTo>
                    <a:pt x="1430022" y="1533091"/>
                  </a:lnTo>
                  <a:lnTo>
                    <a:pt x="1430017" y="1533104"/>
                  </a:lnTo>
                  <a:lnTo>
                    <a:pt x="1430009" y="1533113"/>
                  </a:lnTo>
                  <a:lnTo>
                    <a:pt x="1429999" y="1533123"/>
                  </a:lnTo>
                  <a:lnTo>
                    <a:pt x="1429993" y="1533128"/>
                  </a:lnTo>
                  <a:lnTo>
                    <a:pt x="1429976" y="1533138"/>
                  </a:lnTo>
                  <a:lnTo>
                    <a:pt x="1429995" y="1533154"/>
                  </a:lnTo>
                  <a:lnTo>
                    <a:pt x="1430002" y="1533170"/>
                  </a:lnTo>
                  <a:lnTo>
                    <a:pt x="1430005" y="1533190"/>
                  </a:lnTo>
                  <a:lnTo>
                    <a:pt x="1430013" y="1533207"/>
                  </a:lnTo>
                  <a:lnTo>
                    <a:pt x="1430023" y="1533229"/>
                  </a:lnTo>
                  <a:lnTo>
                    <a:pt x="1430037" y="1533248"/>
                  </a:lnTo>
                  <a:lnTo>
                    <a:pt x="1430041" y="1533261"/>
                  </a:lnTo>
                  <a:lnTo>
                    <a:pt x="1430026" y="1533272"/>
                  </a:lnTo>
                  <a:lnTo>
                    <a:pt x="1430018" y="1533288"/>
                  </a:lnTo>
                  <a:lnTo>
                    <a:pt x="1430010" y="1533295"/>
                  </a:lnTo>
                  <a:lnTo>
                    <a:pt x="1429999" y="1533301"/>
                  </a:lnTo>
                  <a:lnTo>
                    <a:pt x="1429988" y="1533314"/>
                  </a:lnTo>
                  <a:lnTo>
                    <a:pt x="1429982" y="1533327"/>
                  </a:lnTo>
                  <a:lnTo>
                    <a:pt x="1429974" y="1533339"/>
                  </a:lnTo>
                  <a:lnTo>
                    <a:pt x="1429964" y="1533353"/>
                  </a:lnTo>
                  <a:lnTo>
                    <a:pt x="1429953" y="1533366"/>
                  </a:lnTo>
                  <a:lnTo>
                    <a:pt x="1429947" y="1533379"/>
                  </a:lnTo>
                  <a:lnTo>
                    <a:pt x="1429942" y="1533390"/>
                  </a:lnTo>
                  <a:lnTo>
                    <a:pt x="1429938" y="1533397"/>
                  </a:lnTo>
                  <a:lnTo>
                    <a:pt x="1429923" y="1533412"/>
                  </a:lnTo>
                  <a:lnTo>
                    <a:pt x="1429913" y="1533416"/>
                  </a:lnTo>
                  <a:lnTo>
                    <a:pt x="1429904" y="1533419"/>
                  </a:lnTo>
                  <a:lnTo>
                    <a:pt x="1429894" y="1533427"/>
                  </a:lnTo>
                  <a:lnTo>
                    <a:pt x="1429892" y="1533443"/>
                  </a:lnTo>
                  <a:lnTo>
                    <a:pt x="1429878" y="1533462"/>
                  </a:lnTo>
                  <a:lnTo>
                    <a:pt x="1429872" y="1533471"/>
                  </a:lnTo>
                  <a:lnTo>
                    <a:pt x="1429868" y="1533479"/>
                  </a:lnTo>
                  <a:lnTo>
                    <a:pt x="1429865" y="1533485"/>
                  </a:lnTo>
                  <a:lnTo>
                    <a:pt x="1429871" y="1533496"/>
                  </a:lnTo>
                  <a:lnTo>
                    <a:pt x="1429866" y="1533510"/>
                  </a:lnTo>
                  <a:lnTo>
                    <a:pt x="1429861" y="1533522"/>
                  </a:lnTo>
                  <a:lnTo>
                    <a:pt x="1429851" y="1533534"/>
                  </a:lnTo>
                  <a:lnTo>
                    <a:pt x="1429847" y="1533550"/>
                  </a:lnTo>
                  <a:lnTo>
                    <a:pt x="1429841" y="1533564"/>
                  </a:lnTo>
                  <a:lnTo>
                    <a:pt x="1429836" y="1533589"/>
                  </a:lnTo>
                  <a:lnTo>
                    <a:pt x="1429831" y="1533601"/>
                  </a:lnTo>
                  <a:lnTo>
                    <a:pt x="1429828" y="1533612"/>
                  </a:lnTo>
                  <a:lnTo>
                    <a:pt x="1429819" y="1533625"/>
                  </a:lnTo>
                  <a:lnTo>
                    <a:pt x="1429812" y="1533658"/>
                  </a:lnTo>
                  <a:lnTo>
                    <a:pt x="1429807" y="1533680"/>
                  </a:lnTo>
                  <a:lnTo>
                    <a:pt x="1429806" y="1533686"/>
                  </a:lnTo>
                  <a:lnTo>
                    <a:pt x="1429803" y="1533702"/>
                  </a:lnTo>
                  <a:lnTo>
                    <a:pt x="1429797" y="1533718"/>
                  </a:lnTo>
                  <a:lnTo>
                    <a:pt x="1429794" y="1533723"/>
                  </a:lnTo>
                  <a:lnTo>
                    <a:pt x="1429789" y="1533728"/>
                  </a:lnTo>
                  <a:lnTo>
                    <a:pt x="1429785" y="1533732"/>
                  </a:lnTo>
                  <a:lnTo>
                    <a:pt x="1429780" y="1533736"/>
                  </a:lnTo>
                  <a:lnTo>
                    <a:pt x="1429772" y="1533739"/>
                  </a:lnTo>
                  <a:lnTo>
                    <a:pt x="1429764" y="1533741"/>
                  </a:lnTo>
                  <a:lnTo>
                    <a:pt x="1429756" y="1533742"/>
                  </a:lnTo>
                  <a:lnTo>
                    <a:pt x="1429749" y="1533743"/>
                  </a:lnTo>
                  <a:lnTo>
                    <a:pt x="1429740" y="1533746"/>
                  </a:lnTo>
                  <a:lnTo>
                    <a:pt x="1429733" y="1533750"/>
                  </a:lnTo>
                  <a:lnTo>
                    <a:pt x="1429729" y="1533752"/>
                  </a:lnTo>
                  <a:lnTo>
                    <a:pt x="1429723" y="1533754"/>
                  </a:lnTo>
                  <a:lnTo>
                    <a:pt x="1429717" y="1533756"/>
                  </a:lnTo>
                  <a:lnTo>
                    <a:pt x="1429707" y="1533759"/>
                  </a:lnTo>
                  <a:lnTo>
                    <a:pt x="1429698" y="1533760"/>
                  </a:lnTo>
                  <a:lnTo>
                    <a:pt x="1429690" y="1533759"/>
                  </a:lnTo>
                  <a:lnTo>
                    <a:pt x="1429682" y="1533757"/>
                  </a:lnTo>
                  <a:lnTo>
                    <a:pt x="1429676" y="1533759"/>
                  </a:lnTo>
                  <a:lnTo>
                    <a:pt x="1429672" y="1533763"/>
                  </a:lnTo>
                  <a:lnTo>
                    <a:pt x="1429666" y="1533768"/>
                  </a:lnTo>
                  <a:lnTo>
                    <a:pt x="1429661" y="1533774"/>
                  </a:lnTo>
                  <a:lnTo>
                    <a:pt x="1429656" y="1533780"/>
                  </a:lnTo>
                  <a:lnTo>
                    <a:pt x="1429652" y="1533783"/>
                  </a:lnTo>
                  <a:lnTo>
                    <a:pt x="1429646" y="1533787"/>
                  </a:lnTo>
                  <a:lnTo>
                    <a:pt x="1429640" y="1533789"/>
                  </a:lnTo>
                  <a:lnTo>
                    <a:pt x="1429633" y="1533791"/>
                  </a:lnTo>
                  <a:lnTo>
                    <a:pt x="1429627" y="1533793"/>
                  </a:lnTo>
                  <a:lnTo>
                    <a:pt x="1429622" y="1533795"/>
                  </a:lnTo>
                  <a:lnTo>
                    <a:pt x="1429618" y="1533797"/>
                  </a:lnTo>
                  <a:lnTo>
                    <a:pt x="1429612" y="1533801"/>
                  </a:lnTo>
                  <a:lnTo>
                    <a:pt x="1429606" y="1533805"/>
                  </a:lnTo>
                  <a:lnTo>
                    <a:pt x="1429601" y="1533809"/>
                  </a:lnTo>
                  <a:lnTo>
                    <a:pt x="1429598" y="1533813"/>
                  </a:lnTo>
                  <a:lnTo>
                    <a:pt x="1429594" y="1533817"/>
                  </a:lnTo>
                  <a:lnTo>
                    <a:pt x="1429589" y="1533822"/>
                  </a:lnTo>
                  <a:lnTo>
                    <a:pt x="1429582" y="1533827"/>
                  </a:lnTo>
                  <a:lnTo>
                    <a:pt x="1429574" y="1533834"/>
                  </a:lnTo>
                  <a:lnTo>
                    <a:pt x="1429569" y="1533839"/>
                  </a:lnTo>
                  <a:lnTo>
                    <a:pt x="1429564" y="1533844"/>
                  </a:lnTo>
                  <a:lnTo>
                    <a:pt x="1429556" y="1533849"/>
                  </a:lnTo>
                  <a:lnTo>
                    <a:pt x="1429552" y="1533851"/>
                  </a:lnTo>
                  <a:lnTo>
                    <a:pt x="1429547" y="1533856"/>
                  </a:lnTo>
                  <a:lnTo>
                    <a:pt x="1429542" y="1533861"/>
                  </a:lnTo>
                  <a:lnTo>
                    <a:pt x="1429537" y="1533864"/>
                  </a:lnTo>
                  <a:lnTo>
                    <a:pt x="1429533" y="1533866"/>
                  </a:lnTo>
                  <a:lnTo>
                    <a:pt x="1429525" y="1533868"/>
                  </a:lnTo>
                  <a:lnTo>
                    <a:pt x="1429519" y="1533869"/>
                  </a:lnTo>
                  <a:lnTo>
                    <a:pt x="1429512" y="1533870"/>
                  </a:lnTo>
                  <a:lnTo>
                    <a:pt x="1429506" y="1533873"/>
                  </a:lnTo>
                  <a:lnTo>
                    <a:pt x="1429501" y="1533875"/>
                  </a:lnTo>
                  <a:lnTo>
                    <a:pt x="1429496" y="1533879"/>
                  </a:lnTo>
                  <a:lnTo>
                    <a:pt x="1429491" y="1533884"/>
                  </a:lnTo>
                  <a:lnTo>
                    <a:pt x="1429486" y="1533888"/>
                  </a:lnTo>
                  <a:lnTo>
                    <a:pt x="1429481" y="1533894"/>
                  </a:lnTo>
                  <a:lnTo>
                    <a:pt x="1429478" y="1533897"/>
                  </a:lnTo>
                  <a:lnTo>
                    <a:pt x="1429474" y="1533900"/>
                  </a:lnTo>
                  <a:lnTo>
                    <a:pt x="1429468" y="1533905"/>
                  </a:lnTo>
                  <a:lnTo>
                    <a:pt x="1429462" y="1533909"/>
                  </a:lnTo>
                  <a:lnTo>
                    <a:pt x="1429456" y="1533910"/>
                  </a:lnTo>
                  <a:lnTo>
                    <a:pt x="1429450" y="1533911"/>
                  </a:lnTo>
                  <a:lnTo>
                    <a:pt x="1429445" y="1533910"/>
                  </a:lnTo>
                  <a:lnTo>
                    <a:pt x="1429437" y="1533910"/>
                  </a:lnTo>
                  <a:lnTo>
                    <a:pt x="1429427" y="1533909"/>
                  </a:lnTo>
                  <a:lnTo>
                    <a:pt x="1429421" y="1533907"/>
                  </a:lnTo>
                  <a:lnTo>
                    <a:pt x="1429416" y="1533904"/>
                  </a:lnTo>
                  <a:lnTo>
                    <a:pt x="1429411" y="1533901"/>
                  </a:lnTo>
                  <a:lnTo>
                    <a:pt x="1429406" y="1533898"/>
                  </a:lnTo>
                  <a:lnTo>
                    <a:pt x="1429401" y="1533896"/>
                  </a:lnTo>
                  <a:lnTo>
                    <a:pt x="1429397" y="1533892"/>
                  </a:lnTo>
                  <a:lnTo>
                    <a:pt x="1429393" y="1533888"/>
                  </a:lnTo>
                  <a:lnTo>
                    <a:pt x="1429388" y="1533884"/>
                  </a:lnTo>
                  <a:lnTo>
                    <a:pt x="1429383" y="1533878"/>
                  </a:lnTo>
                  <a:lnTo>
                    <a:pt x="1429380" y="1533874"/>
                  </a:lnTo>
                  <a:lnTo>
                    <a:pt x="1429376" y="1533870"/>
                  </a:lnTo>
                  <a:lnTo>
                    <a:pt x="1429373" y="1533867"/>
                  </a:lnTo>
                  <a:lnTo>
                    <a:pt x="1429368" y="1533862"/>
                  </a:lnTo>
                  <a:lnTo>
                    <a:pt x="1429361" y="1533857"/>
                  </a:lnTo>
                  <a:lnTo>
                    <a:pt x="1429355" y="1533853"/>
                  </a:lnTo>
                  <a:lnTo>
                    <a:pt x="1429350" y="1533850"/>
                  </a:lnTo>
                  <a:lnTo>
                    <a:pt x="1429346" y="1533849"/>
                  </a:lnTo>
                  <a:lnTo>
                    <a:pt x="1429341" y="1533850"/>
                  </a:lnTo>
                  <a:lnTo>
                    <a:pt x="1429334" y="1533851"/>
                  </a:lnTo>
                  <a:lnTo>
                    <a:pt x="1429327" y="1533852"/>
                  </a:lnTo>
                  <a:lnTo>
                    <a:pt x="1429320" y="1533853"/>
                  </a:lnTo>
                  <a:lnTo>
                    <a:pt x="1429315" y="1533854"/>
                  </a:lnTo>
                  <a:lnTo>
                    <a:pt x="1429309" y="1533855"/>
                  </a:lnTo>
                  <a:lnTo>
                    <a:pt x="1429304" y="1533856"/>
                  </a:lnTo>
                  <a:lnTo>
                    <a:pt x="1429297" y="1533858"/>
                  </a:lnTo>
                  <a:lnTo>
                    <a:pt x="1429292" y="1533860"/>
                  </a:lnTo>
                  <a:lnTo>
                    <a:pt x="1429287" y="1533862"/>
                  </a:lnTo>
                  <a:lnTo>
                    <a:pt x="1429283" y="1533863"/>
                  </a:lnTo>
                  <a:lnTo>
                    <a:pt x="1429276" y="1533864"/>
                  </a:lnTo>
                  <a:lnTo>
                    <a:pt x="1429269" y="1533866"/>
                  </a:lnTo>
                  <a:lnTo>
                    <a:pt x="1429262" y="1533870"/>
                  </a:lnTo>
                  <a:lnTo>
                    <a:pt x="1429258" y="1533871"/>
                  </a:lnTo>
                  <a:lnTo>
                    <a:pt x="1429253" y="1533873"/>
                  </a:lnTo>
                  <a:lnTo>
                    <a:pt x="1429246" y="1533875"/>
                  </a:lnTo>
                  <a:lnTo>
                    <a:pt x="1429240" y="1533877"/>
                  </a:lnTo>
                  <a:lnTo>
                    <a:pt x="1429235" y="1533879"/>
                  </a:lnTo>
                  <a:lnTo>
                    <a:pt x="1429231" y="1533882"/>
                  </a:lnTo>
                  <a:lnTo>
                    <a:pt x="1429224" y="1533887"/>
                  </a:lnTo>
                  <a:lnTo>
                    <a:pt x="1429218" y="1533893"/>
                  </a:lnTo>
                  <a:lnTo>
                    <a:pt x="1429213" y="1533897"/>
                  </a:lnTo>
                  <a:lnTo>
                    <a:pt x="1429207" y="1533901"/>
                  </a:lnTo>
                  <a:lnTo>
                    <a:pt x="1429201" y="1533902"/>
                  </a:lnTo>
                  <a:lnTo>
                    <a:pt x="1429192" y="1533905"/>
                  </a:lnTo>
                  <a:lnTo>
                    <a:pt x="1429185" y="1533907"/>
                  </a:lnTo>
                  <a:lnTo>
                    <a:pt x="1429178" y="1533910"/>
                  </a:lnTo>
                  <a:lnTo>
                    <a:pt x="1429173" y="1533914"/>
                  </a:lnTo>
                  <a:lnTo>
                    <a:pt x="1429168" y="1533920"/>
                  </a:lnTo>
                  <a:lnTo>
                    <a:pt x="1429168" y="1533927"/>
                  </a:lnTo>
                  <a:lnTo>
                    <a:pt x="1429168" y="1533936"/>
                  </a:lnTo>
                  <a:lnTo>
                    <a:pt x="1429168" y="1533944"/>
                  </a:lnTo>
                  <a:lnTo>
                    <a:pt x="1429168" y="1533955"/>
                  </a:lnTo>
                  <a:lnTo>
                    <a:pt x="1429163" y="1533961"/>
                  </a:lnTo>
                  <a:lnTo>
                    <a:pt x="1429159" y="1533965"/>
                  </a:lnTo>
                  <a:lnTo>
                    <a:pt x="1429154" y="1533969"/>
                  </a:lnTo>
                  <a:lnTo>
                    <a:pt x="1429150" y="1533972"/>
                  </a:lnTo>
                  <a:lnTo>
                    <a:pt x="1429146" y="1533974"/>
                  </a:lnTo>
                  <a:lnTo>
                    <a:pt x="1429141" y="1533978"/>
                  </a:lnTo>
                  <a:lnTo>
                    <a:pt x="1429136" y="1533982"/>
                  </a:lnTo>
                  <a:lnTo>
                    <a:pt x="1429134" y="1533986"/>
                  </a:lnTo>
                  <a:lnTo>
                    <a:pt x="1429132" y="1533993"/>
                  </a:lnTo>
                  <a:lnTo>
                    <a:pt x="1429130" y="1534001"/>
                  </a:lnTo>
                  <a:lnTo>
                    <a:pt x="1429129" y="1534009"/>
                  </a:lnTo>
                  <a:lnTo>
                    <a:pt x="1429129" y="1534015"/>
                  </a:lnTo>
                  <a:lnTo>
                    <a:pt x="1429127" y="1534022"/>
                  </a:lnTo>
                  <a:lnTo>
                    <a:pt x="1429125" y="1534031"/>
                  </a:lnTo>
                  <a:lnTo>
                    <a:pt x="1429125" y="1534039"/>
                  </a:lnTo>
                  <a:lnTo>
                    <a:pt x="1429125" y="1534047"/>
                  </a:lnTo>
                  <a:lnTo>
                    <a:pt x="1429120" y="1534051"/>
                  </a:lnTo>
                  <a:lnTo>
                    <a:pt x="1429115" y="1534052"/>
                  </a:lnTo>
                  <a:lnTo>
                    <a:pt x="1429109" y="1534054"/>
                  </a:lnTo>
                  <a:lnTo>
                    <a:pt x="1429102" y="1534056"/>
                  </a:lnTo>
                  <a:lnTo>
                    <a:pt x="1429097" y="1534058"/>
                  </a:lnTo>
                  <a:lnTo>
                    <a:pt x="1429092" y="1534059"/>
                  </a:lnTo>
                  <a:lnTo>
                    <a:pt x="1429086" y="1534062"/>
                  </a:lnTo>
                  <a:lnTo>
                    <a:pt x="1429080" y="1534065"/>
                  </a:lnTo>
                  <a:lnTo>
                    <a:pt x="1429075" y="1534067"/>
                  </a:lnTo>
                  <a:lnTo>
                    <a:pt x="1429067" y="1534069"/>
                  </a:lnTo>
                  <a:lnTo>
                    <a:pt x="1429061" y="1534069"/>
                  </a:lnTo>
                  <a:lnTo>
                    <a:pt x="1429056" y="1534070"/>
                  </a:lnTo>
                  <a:lnTo>
                    <a:pt x="1429047" y="1534070"/>
                  </a:lnTo>
                  <a:lnTo>
                    <a:pt x="1429041" y="1534071"/>
                  </a:lnTo>
                  <a:lnTo>
                    <a:pt x="1429034" y="1534073"/>
                  </a:lnTo>
                  <a:lnTo>
                    <a:pt x="1429030" y="1534076"/>
                  </a:lnTo>
                  <a:lnTo>
                    <a:pt x="1429024" y="1534078"/>
                  </a:lnTo>
                  <a:lnTo>
                    <a:pt x="1429017" y="1534082"/>
                  </a:lnTo>
                  <a:lnTo>
                    <a:pt x="1429010" y="1534084"/>
                  </a:lnTo>
                  <a:lnTo>
                    <a:pt x="1429005" y="1534085"/>
                  </a:lnTo>
                  <a:lnTo>
                    <a:pt x="1429003" y="1534079"/>
                  </a:lnTo>
                  <a:lnTo>
                    <a:pt x="1429001" y="1534070"/>
                  </a:lnTo>
                  <a:lnTo>
                    <a:pt x="1428997" y="1534062"/>
                  </a:lnTo>
                  <a:lnTo>
                    <a:pt x="1428992" y="1534054"/>
                  </a:lnTo>
                  <a:lnTo>
                    <a:pt x="1428986" y="1534047"/>
                  </a:lnTo>
                  <a:lnTo>
                    <a:pt x="1428980" y="1534041"/>
                  </a:lnTo>
                  <a:lnTo>
                    <a:pt x="1428973" y="1534034"/>
                  </a:lnTo>
                  <a:lnTo>
                    <a:pt x="1428967" y="1534028"/>
                  </a:lnTo>
                  <a:lnTo>
                    <a:pt x="1428962" y="1534022"/>
                  </a:lnTo>
                  <a:lnTo>
                    <a:pt x="1428958" y="1534018"/>
                  </a:lnTo>
                  <a:lnTo>
                    <a:pt x="1428954" y="1534012"/>
                  </a:lnTo>
                  <a:lnTo>
                    <a:pt x="1428950" y="1534008"/>
                  </a:lnTo>
                  <a:lnTo>
                    <a:pt x="1428946" y="1534003"/>
                  </a:lnTo>
                  <a:lnTo>
                    <a:pt x="1428941" y="1533999"/>
                  </a:lnTo>
                  <a:lnTo>
                    <a:pt x="1428935" y="1533992"/>
                  </a:lnTo>
                  <a:lnTo>
                    <a:pt x="1428931" y="1533987"/>
                  </a:lnTo>
                  <a:lnTo>
                    <a:pt x="1428927" y="1533982"/>
                  </a:lnTo>
                  <a:lnTo>
                    <a:pt x="1428921" y="1533975"/>
                  </a:lnTo>
                  <a:lnTo>
                    <a:pt x="1428915" y="1533968"/>
                  </a:lnTo>
                  <a:lnTo>
                    <a:pt x="1428909" y="1533960"/>
                  </a:lnTo>
                  <a:lnTo>
                    <a:pt x="1428905" y="1533954"/>
                  </a:lnTo>
                  <a:lnTo>
                    <a:pt x="1428901" y="1533948"/>
                  </a:lnTo>
                  <a:lnTo>
                    <a:pt x="1428899" y="1533941"/>
                  </a:lnTo>
                  <a:lnTo>
                    <a:pt x="1428900" y="1533933"/>
                  </a:lnTo>
                  <a:lnTo>
                    <a:pt x="1428901" y="1533927"/>
                  </a:lnTo>
                  <a:lnTo>
                    <a:pt x="1428831" y="1533894"/>
                  </a:lnTo>
                  <a:lnTo>
                    <a:pt x="1428827" y="1533895"/>
                  </a:lnTo>
                  <a:lnTo>
                    <a:pt x="1428821" y="1533897"/>
                  </a:lnTo>
                  <a:lnTo>
                    <a:pt x="1428816" y="1533898"/>
                  </a:lnTo>
                  <a:lnTo>
                    <a:pt x="1428810" y="1533899"/>
                  </a:lnTo>
                  <a:lnTo>
                    <a:pt x="1428804" y="1533900"/>
                  </a:lnTo>
                  <a:lnTo>
                    <a:pt x="1428799" y="1533900"/>
                  </a:lnTo>
                  <a:lnTo>
                    <a:pt x="1428792" y="1533900"/>
                  </a:lnTo>
                  <a:lnTo>
                    <a:pt x="1428784" y="1533900"/>
                  </a:lnTo>
                  <a:lnTo>
                    <a:pt x="1428778" y="1533899"/>
                  </a:lnTo>
                  <a:lnTo>
                    <a:pt x="1428773" y="1533899"/>
                  </a:lnTo>
                  <a:lnTo>
                    <a:pt x="1428766" y="1533898"/>
                  </a:lnTo>
                  <a:lnTo>
                    <a:pt x="1428759" y="1533896"/>
                  </a:lnTo>
                  <a:lnTo>
                    <a:pt x="1428752" y="1533892"/>
                  </a:lnTo>
                  <a:lnTo>
                    <a:pt x="1428745" y="1533888"/>
                  </a:lnTo>
                  <a:lnTo>
                    <a:pt x="1428741" y="1533885"/>
                  </a:lnTo>
                  <a:lnTo>
                    <a:pt x="1428736" y="1533881"/>
                  </a:lnTo>
                  <a:lnTo>
                    <a:pt x="1428732" y="1533877"/>
                  </a:lnTo>
                  <a:lnTo>
                    <a:pt x="1428728" y="1533873"/>
                  </a:lnTo>
                  <a:lnTo>
                    <a:pt x="1428724" y="1533870"/>
                  </a:lnTo>
                  <a:lnTo>
                    <a:pt x="1428720" y="1533867"/>
                  </a:lnTo>
                  <a:lnTo>
                    <a:pt x="1428716" y="1533863"/>
                  </a:lnTo>
                  <a:lnTo>
                    <a:pt x="1428711" y="1533858"/>
                  </a:lnTo>
                  <a:lnTo>
                    <a:pt x="1428707" y="1533854"/>
                  </a:lnTo>
                  <a:lnTo>
                    <a:pt x="1428703" y="1533849"/>
                  </a:lnTo>
                  <a:lnTo>
                    <a:pt x="1428698" y="1533844"/>
                  </a:lnTo>
                  <a:lnTo>
                    <a:pt x="1428692" y="1533838"/>
                  </a:lnTo>
                  <a:lnTo>
                    <a:pt x="1428686" y="1533830"/>
                  </a:lnTo>
                  <a:lnTo>
                    <a:pt x="1428682" y="1533825"/>
                  </a:lnTo>
                  <a:lnTo>
                    <a:pt x="1428683" y="1533819"/>
                  </a:lnTo>
                  <a:lnTo>
                    <a:pt x="1428685" y="1533812"/>
                  </a:lnTo>
                  <a:lnTo>
                    <a:pt x="1428688" y="1533805"/>
                  </a:lnTo>
                  <a:lnTo>
                    <a:pt x="1428693" y="1533799"/>
                  </a:lnTo>
                  <a:lnTo>
                    <a:pt x="1428696" y="1533794"/>
                  </a:lnTo>
                  <a:lnTo>
                    <a:pt x="1428699" y="1533790"/>
                  </a:lnTo>
                  <a:lnTo>
                    <a:pt x="1428703" y="1533783"/>
                  </a:lnTo>
                  <a:lnTo>
                    <a:pt x="1428705" y="1533776"/>
                  </a:lnTo>
                  <a:lnTo>
                    <a:pt x="1428707" y="1533770"/>
                  </a:lnTo>
                  <a:lnTo>
                    <a:pt x="1428707" y="1533763"/>
                  </a:lnTo>
                  <a:lnTo>
                    <a:pt x="1428708" y="1533758"/>
                  </a:lnTo>
                  <a:lnTo>
                    <a:pt x="1428709" y="1533753"/>
                  </a:lnTo>
                  <a:lnTo>
                    <a:pt x="1428711" y="1533748"/>
                  </a:lnTo>
                  <a:lnTo>
                    <a:pt x="1428712" y="1533740"/>
                  </a:lnTo>
                  <a:lnTo>
                    <a:pt x="1428715" y="1533732"/>
                  </a:lnTo>
                  <a:lnTo>
                    <a:pt x="1428716" y="1533725"/>
                  </a:lnTo>
                  <a:lnTo>
                    <a:pt x="1428717" y="1533719"/>
                  </a:lnTo>
                  <a:lnTo>
                    <a:pt x="1428718" y="1533712"/>
                  </a:lnTo>
                  <a:lnTo>
                    <a:pt x="1428719" y="1533704"/>
                  </a:lnTo>
                  <a:lnTo>
                    <a:pt x="1428720" y="1533694"/>
                  </a:lnTo>
                  <a:lnTo>
                    <a:pt x="1428719" y="1533687"/>
                  </a:lnTo>
                  <a:lnTo>
                    <a:pt x="1428716" y="1533679"/>
                  </a:lnTo>
                  <a:lnTo>
                    <a:pt x="1428713" y="1533672"/>
                  </a:lnTo>
                  <a:lnTo>
                    <a:pt x="1428710" y="1533665"/>
                  </a:lnTo>
                  <a:lnTo>
                    <a:pt x="1428708" y="1533658"/>
                  </a:lnTo>
                  <a:lnTo>
                    <a:pt x="1428707" y="1533649"/>
                  </a:lnTo>
                  <a:lnTo>
                    <a:pt x="1428707" y="1533635"/>
                  </a:lnTo>
                  <a:lnTo>
                    <a:pt x="1428706" y="1533626"/>
                  </a:lnTo>
                  <a:lnTo>
                    <a:pt x="1428707" y="1533618"/>
                  </a:lnTo>
                  <a:lnTo>
                    <a:pt x="1428708" y="1533610"/>
                  </a:lnTo>
                  <a:lnTo>
                    <a:pt x="1428710" y="1533602"/>
                  </a:lnTo>
                  <a:lnTo>
                    <a:pt x="1428712" y="1533596"/>
                  </a:lnTo>
                  <a:lnTo>
                    <a:pt x="1428713" y="1533591"/>
                  </a:lnTo>
                  <a:lnTo>
                    <a:pt x="1428715" y="1533584"/>
                  </a:lnTo>
                  <a:lnTo>
                    <a:pt x="1428715" y="1533579"/>
                  </a:lnTo>
                  <a:lnTo>
                    <a:pt x="1428714" y="1533572"/>
                  </a:lnTo>
                  <a:lnTo>
                    <a:pt x="1428712" y="1533565"/>
                  </a:lnTo>
                  <a:lnTo>
                    <a:pt x="1428709" y="1533558"/>
                  </a:lnTo>
                  <a:lnTo>
                    <a:pt x="1428706" y="1533551"/>
                  </a:lnTo>
                  <a:lnTo>
                    <a:pt x="1428703" y="1533547"/>
                  </a:lnTo>
                  <a:lnTo>
                    <a:pt x="1428700" y="1533542"/>
                  </a:lnTo>
                  <a:lnTo>
                    <a:pt x="1428698" y="1533536"/>
                  </a:lnTo>
                  <a:lnTo>
                    <a:pt x="1428696" y="1533532"/>
                  </a:lnTo>
                  <a:lnTo>
                    <a:pt x="1428695" y="1533526"/>
                  </a:lnTo>
                  <a:lnTo>
                    <a:pt x="1428692" y="1533522"/>
                  </a:lnTo>
                  <a:lnTo>
                    <a:pt x="1428685" y="1533521"/>
                  </a:lnTo>
                  <a:lnTo>
                    <a:pt x="1428677" y="1533521"/>
                  </a:lnTo>
                  <a:lnTo>
                    <a:pt x="1428667" y="1533520"/>
                  </a:lnTo>
                  <a:lnTo>
                    <a:pt x="1428657" y="1533518"/>
                  </a:lnTo>
                  <a:lnTo>
                    <a:pt x="1428650" y="1533516"/>
                  </a:lnTo>
                  <a:lnTo>
                    <a:pt x="1428642" y="1533511"/>
                  </a:lnTo>
                  <a:lnTo>
                    <a:pt x="1428635" y="1533505"/>
                  </a:lnTo>
                  <a:lnTo>
                    <a:pt x="1428629" y="1533500"/>
                  </a:lnTo>
                  <a:lnTo>
                    <a:pt x="1428623" y="1533494"/>
                  </a:lnTo>
                  <a:lnTo>
                    <a:pt x="1428618" y="1533487"/>
                  </a:lnTo>
                  <a:lnTo>
                    <a:pt x="1428539" y="1533504"/>
                  </a:lnTo>
                  <a:lnTo>
                    <a:pt x="1428531" y="1533505"/>
                  </a:lnTo>
                  <a:lnTo>
                    <a:pt x="1428526" y="1533506"/>
                  </a:lnTo>
                  <a:lnTo>
                    <a:pt x="1428511" y="1533508"/>
                  </a:lnTo>
                  <a:lnTo>
                    <a:pt x="1428499" y="1533510"/>
                  </a:lnTo>
                  <a:lnTo>
                    <a:pt x="1428487" y="1533511"/>
                  </a:lnTo>
                  <a:lnTo>
                    <a:pt x="1428476" y="1533510"/>
                  </a:lnTo>
                  <a:lnTo>
                    <a:pt x="1428413" y="1533484"/>
                  </a:lnTo>
                  <a:lnTo>
                    <a:pt x="1428409" y="1533481"/>
                  </a:lnTo>
                  <a:lnTo>
                    <a:pt x="1428406" y="1533477"/>
                  </a:lnTo>
                  <a:lnTo>
                    <a:pt x="1428402" y="1533471"/>
                  </a:lnTo>
                  <a:lnTo>
                    <a:pt x="1428398" y="1533464"/>
                  </a:lnTo>
                  <a:lnTo>
                    <a:pt x="1428395" y="1533456"/>
                  </a:lnTo>
                  <a:lnTo>
                    <a:pt x="1428394" y="1533449"/>
                  </a:lnTo>
                  <a:lnTo>
                    <a:pt x="1428394" y="1533443"/>
                  </a:lnTo>
                  <a:lnTo>
                    <a:pt x="1428379" y="1533443"/>
                  </a:lnTo>
                  <a:lnTo>
                    <a:pt x="1428373" y="1533443"/>
                  </a:lnTo>
                  <a:lnTo>
                    <a:pt x="1428368" y="1533444"/>
                  </a:lnTo>
                  <a:lnTo>
                    <a:pt x="1428360" y="1533444"/>
                  </a:lnTo>
                  <a:lnTo>
                    <a:pt x="1428354" y="1533445"/>
                  </a:lnTo>
                  <a:lnTo>
                    <a:pt x="1428347" y="1533445"/>
                  </a:lnTo>
                  <a:lnTo>
                    <a:pt x="1428336" y="1533445"/>
                  </a:lnTo>
                  <a:lnTo>
                    <a:pt x="1428330" y="1533444"/>
                  </a:lnTo>
                  <a:lnTo>
                    <a:pt x="1428324" y="1533444"/>
                  </a:lnTo>
                  <a:lnTo>
                    <a:pt x="1428303" y="1533456"/>
                  </a:lnTo>
                  <a:lnTo>
                    <a:pt x="1428297" y="1533459"/>
                  </a:lnTo>
                  <a:lnTo>
                    <a:pt x="1428281" y="1533474"/>
                  </a:lnTo>
                  <a:lnTo>
                    <a:pt x="1428269" y="1533478"/>
                  </a:lnTo>
                  <a:lnTo>
                    <a:pt x="1428251" y="1533482"/>
                  </a:lnTo>
                  <a:lnTo>
                    <a:pt x="1428228" y="1533462"/>
                  </a:lnTo>
                  <a:lnTo>
                    <a:pt x="1428221" y="1533460"/>
                  </a:lnTo>
                  <a:lnTo>
                    <a:pt x="1428204" y="1533457"/>
                  </a:lnTo>
                  <a:lnTo>
                    <a:pt x="1428187" y="1533461"/>
                  </a:lnTo>
                  <a:lnTo>
                    <a:pt x="1428166" y="1533465"/>
                  </a:lnTo>
                  <a:lnTo>
                    <a:pt x="1428157" y="1533485"/>
                  </a:lnTo>
                  <a:lnTo>
                    <a:pt x="1428154" y="1533489"/>
                  </a:lnTo>
                  <a:lnTo>
                    <a:pt x="1428146" y="1533499"/>
                  </a:lnTo>
                  <a:lnTo>
                    <a:pt x="1428134" y="1533509"/>
                  </a:lnTo>
                  <a:lnTo>
                    <a:pt x="1428110" y="1533513"/>
                  </a:lnTo>
                  <a:lnTo>
                    <a:pt x="1428092" y="1533528"/>
                  </a:lnTo>
                  <a:lnTo>
                    <a:pt x="1428060" y="1533531"/>
                  </a:lnTo>
                  <a:lnTo>
                    <a:pt x="1428046" y="1533532"/>
                  </a:lnTo>
                  <a:lnTo>
                    <a:pt x="1428030" y="1533532"/>
                  </a:lnTo>
                  <a:lnTo>
                    <a:pt x="1428012" y="1533532"/>
                  </a:lnTo>
                  <a:lnTo>
                    <a:pt x="1427999" y="1533531"/>
                  </a:lnTo>
                  <a:lnTo>
                    <a:pt x="1427987" y="1533531"/>
                  </a:lnTo>
                  <a:lnTo>
                    <a:pt x="1427978" y="1533531"/>
                  </a:lnTo>
                  <a:lnTo>
                    <a:pt x="1427963" y="1533528"/>
                  </a:lnTo>
                  <a:lnTo>
                    <a:pt x="1427950" y="1533520"/>
                  </a:lnTo>
                  <a:lnTo>
                    <a:pt x="1427927" y="1533530"/>
                  </a:lnTo>
                  <a:lnTo>
                    <a:pt x="1427923" y="1533534"/>
                  </a:lnTo>
                  <a:lnTo>
                    <a:pt x="1427912" y="1533541"/>
                  </a:lnTo>
                  <a:lnTo>
                    <a:pt x="1427888" y="1533552"/>
                  </a:lnTo>
                  <a:lnTo>
                    <a:pt x="1427867" y="1533566"/>
                  </a:lnTo>
                  <a:lnTo>
                    <a:pt x="1427847" y="1533575"/>
                  </a:lnTo>
                  <a:lnTo>
                    <a:pt x="1427832" y="1533579"/>
                  </a:lnTo>
                  <a:lnTo>
                    <a:pt x="1427824" y="1533570"/>
                  </a:lnTo>
                  <a:lnTo>
                    <a:pt x="1427807" y="1533558"/>
                  </a:lnTo>
                  <a:lnTo>
                    <a:pt x="1427789" y="1533549"/>
                  </a:lnTo>
                  <a:lnTo>
                    <a:pt x="1427760" y="1533537"/>
                  </a:lnTo>
                  <a:lnTo>
                    <a:pt x="1427720" y="1533521"/>
                  </a:lnTo>
                  <a:lnTo>
                    <a:pt x="1427706" y="1533518"/>
                  </a:lnTo>
                  <a:lnTo>
                    <a:pt x="1427677" y="1533513"/>
                  </a:lnTo>
                  <a:lnTo>
                    <a:pt x="1427669" y="1533501"/>
                  </a:lnTo>
                  <a:lnTo>
                    <a:pt x="1427657" y="1533489"/>
                  </a:lnTo>
                  <a:lnTo>
                    <a:pt x="1427652" y="1533472"/>
                  </a:lnTo>
                  <a:lnTo>
                    <a:pt x="1427660" y="1533470"/>
                  </a:lnTo>
                  <a:lnTo>
                    <a:pt x="1427671" y="1533465"/>
                  </a:lnTo>
                  <a:lnTo>
                    <a:pt x="1427684" y="1533451"/>
                  </a:lnTo>
                  <a:lnTo>
                    <a:pt x="1427688" y="1533426"/>
                  </a:lnTo>
                  <a:lnTo>
                    <a:pt x="1427677" y="1533407"/>
                  </a:lnTo>
                  <a:lnTo>
                    <a:pt x="1427674" y="1533397"/>
                  </a:lnTo>
                  <a:lnTo>
                    <a:pt x="1427676" y="1533385"/>
                  </a:lnTo>
                  <a:lnTo>
                    <a:pt x="1427685" y="1533371"/>
                  </a:lnTo>
                  <a:lnTo>
                    <a:pt x="1427694" y="1533349"/>
                  </a:lnTo>
                  <a:lnTo>
                    <a:pt x="1427700" y="1533334"/>
                  </a:lnTo>
                  <a:lnTo>
                    <a:pt x="1427704" y="1533323"/>
                  </a:lnTo>
                  <a:lnTo>
                    <a:pt x="1427694" y="1533296"/>
                  </a:lnTo>
                  <a:lnTo>
                    <a:pt x="1427691" y="1533287"/>
                  </a:lnTo>
                  <a:lnTo>
                    <a:pt x="1427688" y="1533278"/>
                  </a:lnTo>
                  <a:lnTo>
                    <a:pt x="1427685" y="1533273"/>
                  </a:lnTo>
                  <a:lnTo>
                    <a:pt x="1427683" y="1533267"/>
                  </a:lnTo>
                  <a:lnTo>
                    <a:pt x="1427678" y="1533254"/>
                  </a:lnTo>
                  <a:lnTo>
                    <a:pt x="1427676" y="1533242"/>
                  </a:lnTo>
                  <a:lnTo>
                    <a:pt x="1427674" y="1533223"/>
                  </a:lnTo>
                  <a:lnTo>
                    <a:pt x="1427667" y="1533217"/>
                  </a:lnTo>
                  <a:lnTo>
                    <a:pt x="1427663" y="1533214"/>
                  </a:lnTo>
                  <a:lnTo>
                    <a:pt x="1427645" y="1533198"/>
                  </a:lnTo>
                  <a:lnTo>
                    <a:pt x="1427651" y="1533169"/>
                  </a:lnTo>
                  <a:lnTo>
                    <a:pt x="1427656" y="1533137"/>
                  </a:lnTo>
                  <a:lnTo>
                    <a:pt x="1427654" y="1533112"/>
                  </a:lnTo>
                  <a:lnTo>
                    <a:pt x="1427648" y="1533082"/>
                  </a:lnTo>
                  <a:lnTo>
                    <a:pt x="1427652" y="1533073"/>
                  </a:lnTo>
                  <a:lnTo>
                    <a:pt x="1427667" y="1533048"/>
                  </a:lnTo>
                  <a:lnTo>
                    <a:pt x="1427668" y="1533020"/>
                  </a:lnTo>
                  <a:lnTo>
                    <a:pt x="1427662" y="1532996"/>
                  </a:lnTo>
                  <a:lnTo>
                    <a:pt x="1427640" y="1532980"/>
                  </a:lnTo>
                  <a:lnTo>
                    <a:pt x="1427615" y="1532960"/>
                  </a:lnTo>
                  <a:lnTo>
                    <a:pt x="1427612" y="1532956"/>
                  </a:lnTo>
                  <a:lnTo>
                    <a:pt x="1427609" y="1532949"/>
                  </a:lnTo>
                  <a:lnTo>
                    <a:pt x="1427607" y="1532917"/>
                  </a:lnTo>
                  <a:lnTo>
                    <a:pt x="1427592" y="1532890"/>
                  </a:lnTo>
                  <a:lnTo>
                    <a:pt x="1427588" y="1532850"/>
                  </a:lnTo>
                  <a:lnTo>
                    <a:pt x="1427575" y="1532836"/>
                  </a:lnTo>
                  <a:lnTo>
                    <a:pt x="1427565" y="1532818"/>
                  </a:lnTo>
                  <a:lnTo>
                    <a:pt x="1427555" y="1532799"/>
                  </a:lnTo>
                  <a:lnTo>
                    <a:pt x="1427549" y="1532783"/>
                  </a:lnTo>
                  <a:lnTo>
                    <a:pt x="1427546" y="1532778"/>
                  </a:lnTo>
                  <a:lnTo>
                    <a:pt x="1427537" y="1532767"/>
                  </a:lnTo>
                  <a:lnTo>
                    <a:pt x="1427517" y="1532760"/>
                  </a:lnTo>
                  <a:lnTo>
                    <a:pt x="1427495" y="1532755"/>
                  </a:lnTo>
                  <a:lnTo>
                    <a:pt x="1427480" y="1532748"/>
                  </a:lnTo>
                  <a:lnTo>
                    <a:pt x="1427467" y="1532737"/>
                  </a:lnTo>
                  <a:lnTo>
                    <a:pt x="1427453" y="1532720"/>
                  </a:lnTo>
                  <a:lnTo>
                    <a:pt x="1427450" y="1532713"/>
                  </a:lnTo>
                  <a:lnTo>
                    <a:pt x="1427447" y="1532704"/>
                  </a:lnTo>
                  <a:lnTo>
                    <a:pt x="1427443" y="1532698"/>
                  </a:lnTo>
                  <a:lnTo>
                    <a:pt x="1427442" y="1532691"/>
                  </a:lnTo>
                  <a:lnTo>
                    <a:pt x="1427442" y="1532684"/>
                  </a:lnTo>
                  <a:lnTo>
                    <a:pt x="1427442" y="1532678"/>
                  </a:lnTo>
                  <a:lnTo>
                    <a:pt x="1427443" y="1532670"/>
                  </a:lnTo>
                  <a:lnTo>
                    <a:pt x="1427444" y="1532661"/>
                  </a:lnTo>
                  <a:lnTo>
                    <a:pt x="1427445" y="1532652"/>
                  </a:lnTo>
                  <a:lnTo>
                    <a:pt x="1427445" y="1532644"/>
                  </a:lnTo>
                  <a:lnTo>
                    <a:pt x="1427445" y="1532639"/>
                  </a:lnTo>
                  <a:lnTo>
                    <a:pt x="1427443" y="1532631"/>
                  </a:lnTo>
                  <a:lnTo>
                    <a:pt x="1427441" y="1532624"/>
                  </a:lnTo>
                  <a:lnTo>
                    <a:pt x="1427439" y="1532619"/>
                  </a:lnTo>
                  <a:lnTo>
                    <a:pt x="1427436" y="1532613"/>
                  </a:lnTo>
                  <a:lnTo>
                    <a:pt x="1427434" y="1532608"/>
                  </a:lnTo>
                  <a:lnTo>
                    <a:pt x="1427431" y="1532601"/>
                  </a:lnTo>
                  <a:lnTo>
                    <a:pt x="1427427" y="1532594"/>
                  </a:lnTo>
                  <a:lnTo>
                    <a:pt x="1427425" y="1532588"/>
                  </a:lnTo>
                  <a:lnTo>
                    <a:pt x="1427423" y="1532582"/>
                  </a:lnTo>
                  <a:lnTo>
                    <a:pt x="1427420" y="1532577"/>
                  </a:lnTo>
                  <a:lnTo>
                    <a:pt x="1427416" y="1532570"/>
                  </a:lnTo>
                  <a:lnTo>
                    <a:pt x="1427411" y="1532562"/>
                  </a:lnTo>
                  <a:lnTo>
                    <a:pt x="1427407" y="1532557"/>
                  </a:lnTo>
                  <a:lnTo>
                    <a:pt x="1427405" y="1532553"/>
                  </a:lnTo>
                  <a:lnTo>
                    <a:pt x="1427401" y="1532546"/>
                  </a:lnTo>
                  <a:lnTo>
                    <a:pt x="1427397" y="1532540"/>
                  </a:lnTo>
                  <a:lnTo>
                    <a:pt x="1427394" y="1532533"/>
                  </a:lnTo>
                  <a:lnTo>
                    <a:pt x="1427391" y="1532525"/>
                  </a:lnTo>
                  <a:lnTo>
                    <a:pt x="1427389" y="1532518"/>
                  </a:lnTo>
                  <a:lnTo>
                    <a:pt x="1427389" y="1532509"/>
                  </a:lnTo>
                  <a:lnTo>
                    <a:pt x="1427389" y="1532502"/>
                  </a:lnTo>
                  <a:lnTo>
                    <a:pt x="1427389" y="1532496"/>
                  </a:lnTo>
                  <a:lnTo>
                    <a:pt x="1427389" y="1532490"/>
                  </a:lnTo>
                  <a:lnTo>
                    <a:pt x="1427387" y="1532485"/>
                  </a:lnTo>
                  <a:lnTo>
                    <a:pt x="1427385" y="1532477"/>
                  </a:lnTo>
                  <a:lnTo>
                    <a:pt x="1427384" y="1532470"/>
                  </a:lnTo>
                  <a:lnTo>
                    <a:pt x="1427383" y="1532463"/>
                  </a:lnTo>
                  <a:lnTo>
                    <a:pt x="1427380" y="1532455"/>
                  </a:lnTo>
                  <a:lnTo>
                    <a:pt x="1427375" y="1532450"/>
                  </a:lnTo>
                  <a:lnTo>
                    <a:pt x="1427369" y="1532445"/>
                  </a:lnTo>
                  <a:lnTo>
                    <a:pt x="1427364" y="1532439"/>
                  </a:lnTo>
                  <a:lnTo>
                    <a:pt x="1427358" y="1532434"/>
                  </a:lnTo>
                  <a:lnTo>
                    <a:pt x="1427352" y="1532430"/>
                  </a:lnTo>
                  <a:lnTo>
                    <a:pt x="1427347" y="1532425"/>
                  </a:lnTo>
                  <a:lnTo>
                    <a:pt x="1427342" y="1532421"/>
                  </a:lnTo>
                  <a:lnTo>
                    <a:pt x="1427336" y="1532415"/>
                  </a:lnTo>
                  <a:lnTo>
                    <a:pt x="1427330" y="1532409"/>
                  </a:lnTo>
                  <a:lnTo>
                    <a:pt x="1427326" y="1532404"/>
                  </a:lnTo>
                  <a:lnTo>
                    <a:pt x="1427321" y="1532399"/>
                  </a:lnTo>
                  <a:lnTo>
                    <a:pt x="1427315" y="1532392"/>
                  </a:lnTo>
                  <a:lnTo>
                    <a:pt x="1427312" y="1532387"/>
                  </a:lnTo>
                  <a:lnTo>
                    <a:pt x="1427309" y="1532381"/>
                  </a:lnTo>
                  <a:lnTo>
                    <a:pt x="1427306" y="1532375"/>
                  </a:lnTo>
                  <a:lnTo>
                    <a:pt x="1427313" y="1532366"/>
                  </a:lnTo>
                  <a:lnTo>
                    <a:pt x="1427317" y="1532361"/>
                  </a:lnTo>
                  <a:lnTo>
                    <a:pt x="1427321" y="1532354"/>
                  </a:lnTo>
                  <a:lnTo>
                    <a:pt x="1427322" y="1532345"/>
                  </a:lnTo>
                  <a:lnTo>
                    <a:pt x="1427323" y="1532338"/>
                  </a:lnTo>
                  <a:lnTo>
                    <a:pt x="1427325" y="1532331"/>
                  </a:lnTo>
                  <a:lnTo>
                    <a:pt x="1427327" y="1532326"/>
                  </a:lnTo>
                  <a:lnTo>
                    <a:pt x="1427330" y="1532322"/>
                  </a:lnTo>
                  <a:lnTo>
                    <a:pt x="1427333" y="1532318"/>
                  </a:lnTo>
                  <a:lnTo>
                    <a:pt x="1427337" y="1532315"/>
                  </a:lnTo>
                  <a:lnTo>
                    <a:pt x="1427341" y="1532313"/>
                  </a:lnTo>
                  <a:lnTo>
                    <a:pt x="1427345" y="1532312"/>
                  </a:lnTo>
                  <a:lnTo>
                    <a:pt x="1427353" y="1532309"/>
                  </a:lnTo>
                  <a:lnTo>
                    <a:pt x="1427360" y="1532304"/>
                  </a:lnTo>
                  <a:lnTo>
                    <a:pt x="1427364" y="1532300"/>
                  </a:lnTo>
                  <a:lnTo>
                    <a:pt x="1427369" y="1532295"/>
                  </a:lnTo>
                  <a:lnTo>
                    <a:pt x="1427372" y="1532290"/>
                  </a:lnTo>
                  <a:lnTo>
                    <a:pt x="1427377" y="1532283"/>
                  </a:lnTo>
                  <a:lnTo>
                    <a:pt x="1427380" y="1532277"/>
                  </a:lnTo>
                  <a:lnTo>
                    <a:pt x="1427382" y="1532272"/>
                  </a:lnTo>
                  <a:lnTo>
                    <a:pt x="1427384" y="1532267"/>
                  </a:lnTo>
                  <a:lnTo>
                    <a:pt x="1427388" y="1532259"/>
                  </a:lnTo>
                  <a:lnTo>
                    <a:pt x="1427392" y="1532253"/>
                  </a:lnTo>
                  <a:lnTo>
                    <a:pt x="1427395" y="1532247"/>
                  </a:lnTo>
                  <a:lnTo>
                    <a:pt x="1427398" y="1532242"/>
                  </a:lnTo>
                  <a:lnTo>
                    <a:pt x="1427400" y="1532235"/>
                  </a:lnTo>
                  <a:lnTo>
                    <a:pt x="1427403" y="1532226"/>
                  </a:lnTo>
                  <a:lnTo>
                    <a:pt x="1427405" y="1532219"/>
                  </a:lnTo>
                  <a:lnTo>
                    <a:pt x="1427407" y="1532215"/>
                  </a:lnTo>
                  <a:lnTo>
                    <a:pt x="1427409" y="1532209"/>
                  </a:lnTo>
                  <a:lnTo>
                    <a:pt x="1427412" y="1532203"/>
                  </a:lnTo>
                  <a:lnTo>
                    <a:pt x="1427416" y="1532196"/>
                  </a:lnTo>
                  <a:lnTo>
                    <a:pt x="1427421" y="1532189"/>
                  </a:lnTo>
                  <a:lnTo>
                    <a:pt x="1427427" y="1532181"/>
                  </a:lnTo>
                  <a:lnTo>
                    <a:pt x="1427430" y="1532177"/>
                  </a:lnTo>
                  <a:lnTo>
                    <a:pt x="1427433" y="1532171"/>
                  </a:lnTo>
                  <a:lnTo>
                    <a:pt x="1427434" y="1532164"/>
                  </a:lnTo>
                  <a:lnTo>
                    <a:pt x="1427433" y="1532158"/>
                  </a:lnTo>
                  <a:lnTo>
                    <a:pt x="1427431" y="1532151"/>
                  </a:lnTo>
                  <a:lnTo>
                    <a:pt x="1427427" y="1532142"/>
                  </a:lnTo>
                  <a:lnTo>
                    <a:pt x="1427424" y="1532137"/>
                  </a:lnTo>
                  <a:lnTo>
                    <a:pt x="1427421" y="1532132"/>
                  </a:lnTo>
                  <a:lnTo>
                    <a:pt x="1427419" y="1532125"/>
                  </a:lnTo>
                  <a:lnTo>
                    <a:pt x="1427418" y="1532117"/>
                  </a:lnTo>
                  <a:lnTo>
                    <a:pt x="1427416" y="1532112"/>
                  </a:lnTo>
                  <a:lnTo>
                    <a:pt x="1427416" y="1532106"/>
                  </a:lnTo>
                  <a:lnTo>
                    <a:pt x="1427415" y="1532100"/>
                  </a:lnTo>
                  <a:lnTo>
                    <a:pt x="1427414" y="1532094"/>
                  </a:lnTo>
                  <a:lnTo>
                    <a:pt x="1427414" y="1532084"/>
                  </a:lnTo>
                  <a:lnTo>
                    <a:pt x="1427414" y="1532077"/>
                  </a:lnTo>
                  <a:lnTo>
                    <a:pt x="1427414" y="1532072"/>
                  </a:lnTo>
                  <a:lnTo>
                    <a:pt x="1427414" y="1532066"/>
                  </a:lnTo>
                  <a:lnTo>
                    <a:pt x="1427416" y="1532058"/>
                  </a:lnTo>
                  <a:lnTo>
                    <a:pt x="1427418" y="1532048"/>
                  </a:lnTo>
                  <a:lnTo>
                    <a:pt x="1427420" y="1532041"/>
                  </a:lnTo>
                  <a:lnTo>
                    <a:pt x="1427423" y="1532034"/>
                  </a:lnTo>
                  <a:lnTo>
                    <a:pt x="1427426" y="1532027"/>
                  </a:lnTo>
                  <a:lnTo>
                    <a:pt x="1427428" y="1532021"/>
                  </a:lnTo>
                  <a:lnTo>
                    <a:pt x="1427431" y="1532010"/>
                  </a:lnTo>
                  <a:lnTo>
                    <a:pt x="1427434" y="1532003"/>
                  </a:lnTo>
                  <a:lnTo>
                    <a:pt x="1427435" y="1531996"/>
                  </a:lnTo>
                  <a:lnTo>
                    <a:pt x="1427435" y="1531989"/>
                  </a:lnTo>
                  <a:lnTo>
                    <a:pt x="1427433" y="1531983"/>
                  </a:lnTo>
                  <a:lnTo>
                    <a:pt x="1427432" y="1531978"/>
                  </a:lnTo>
                  <a:lnTo>
                    <a:pt x="1427430" y="1531971"/>
                  </a:lnTo>
                  <a:lnTo>
                    <a:pt x="1427427" y="1531963"/>
                  </a:lnTo>
                  <a:lnTo>
                    <a:pt x="1427425" y="1531957"/>
                  </a:lnTo>
                  <a:lnTo>
                    <a:pt x="1427423" y="1531952"/>
                  </a:lnTo>
                  <a:lnTo>
                    <a:pt x="1427420" y="1531947"/>
                  </a:lnTo>
                  <a:lnTo>
                    <a:pt x="1427418" y="1531941"/>
                  </a:lnTo>
                  <a:lnTo>
                    <a:pt x="1427416" y="1531937"/>
                  </a:lnTo>
                  <a:lnTo>
                    <a:pt x="1427414" y="1531932"/>
                  </a:lnTo>
                  <a:lnTo>
                    <a:pt x="1427412" y="1531927"/>
                  </a:lnTo>
                  <a:lnTo>
                    <a:pt x="1427409" y="1531920"/>
                  </a:lnTo>
                  <a:lnTo>
                    <a:pt x="1427407" y="1531913"/>
                  </a:lnTo>
                  <a:lnTo>
                    <a:pt x="1427405" y="1531907"/>
                  </a:lnTo>
                  <a:lnTo>
                    <a:pt x="1427404" y="1531900"/>
                  </a:lnTo>
                  <a:lnTo>
                    <a:pt x="1427403" y="1531895"/>
                  </a:lnTo>
                  <a:lnTo>
                    <a:pt x="1427402" y="1531885"/>
                  </a:lnTo>
                  <a:lnTo>
                    <a:pt x="1427402" y="1531880"/>
                  </a:lnTo>
                  <a:lnTo>
                    <a:pt x="1427401" y="1531872"/>
                  </a:lnTo>
                  <a:lnTo>
                    <a:pt x="1427399" y="1531864"/>
                  </a:lnTo>
                  <a:lnTo>
                    <a:pt x="1427398" y="1531858"/>
                  </a:lnTo>
                  <a:lnTo>
                    <a:pt x="1427397" y="1531851"/>
                  </a:lnTo>
                  <a:lnTo>
                    <a:pt x="1427396" y="1531846"/>
                  </a:lnTo>
                  <a:lnTo>
                    <a:pt x="1427394" y="1531841"/>
                  </a:lnTo>
                  <a:lnTo>
                    <a:pt x="1427393" y="1531835"/>
                  </a:lnTo>
                  <a:lnTo>
                    <a:pt x="1427390" y="1531828"/>
                  </a:lnTo>
                  <a:lnTo>
                    <a:pt x="1427387" y="1531823"/>
                  </a:lnTo>
                  <a:lnTo>
                    <a:pt x="1427382" y="1531818"/>
                  </a:lnTo>
                  <a:lnTo>
                    <a:pt x="1427377" y="1531810"/>
                  </a:lnTo>
                  <a:lnTo>
                    <a:pt x="1427374" y="1531804"/>
                  </a:lnTo>
                  <a:lnTo>
                    <a:pt x="1427371" y="1531797"/>
                  </a:lnTo>
                  <a:lnTo>
                    <a:pt x="1427370" y="1531791"/>
                  </a:lnTo>
                  <a:lnTo>
                    <a:pt x="1427365" y="1531789"/>
                  </a:lnTo>
                  <a:lnTo>
                    <a:pt x="1427360" y="1531786"/>
                  </a:lnTo>
                  <a:lnTo>
                    <a:pt x="1427355" y="1531783"/>
                  </a:lnTo>
                  <a:lnTo>
                    <a:pt x="1427350" y="1531779"/>
                  </a:lnTo>
                  <a:lnTo>
                    <a:pt x="1427345" y="1531774"/>
                  </a:lnTo>
                  <a:lnTo>
                    <a:pt x="1427340" y="1531768"/>
                  </a:lnTo>
                  <a:lnTo>
                    <a:pt x="1427336" y="1531764"/>
                  </a:lnTo>
                  <a:lnTo>
                    <a:pt x="1427331" y="1531760"/>
                  </a:lnTo>
                  <a:lnTo>
                    <a:pt x="1427325" y="1531754"/>
                  </a:lnTo>
                  <a:lnTo>
                    <a:pt x="1427320" y="1531750"/>
                  </a:lnTo>
                  <a:lnTo>
                    <a:pt x="1427315" y="1531743"/>
                  </a:lnTo>
                  <a:lnTo>
                    <a:pt x="1427310" y="1531736"/>
                  </a:lnTo>
                  <a:lnTo>
                    <a:pt x="1427307" y="1531730"/>
                  </a:lnTo>
                  <a:lnTo>
                    <a:pt x="1427304" y="1531723"/>
                  </a:lnTo>
                  <a:lnTo>
                    <a:pt x="1427303" y="1531715"/>
                  </a:lnTo>
                  <a:lnTo>
                    <a:pt x="1427301" y="1531707"/>
                  </a:lnTo>
                  <a:lnTo>
                    <a:pt x="1427297" y="1531699"/>
                  </a:lnTo>
                  <a:lnTo>
                    <a:pt x="1427294" y="1531691"/>
                  </a:lnTo>
                  <a:lnTo>
                    <a:pt x="1427293" y="1531684"/>
                  </a:lnTo>
                  <a:lnTo>
                    <a:pt x="1427291" y="1531678"/>
                  </a:lnTo>
                  <a:lnTo>
                    <a:pt x="1427287" y="1531671"/>
                  </a:lnTo>
                  <a:lnTo>
                    <a:pt x="1427283" y="1531665"/>
                  </a:lnTo>
                  <a:lnTo>
                    <a:pt x="1427280" y="1531661"/>
                  </a:lnTo>
                  <a:lnTo>
                    <a:pt x="1427275" y="1531657"/>
                  </a:lnTo>
                  <a:lnTo>
                    <a:pt x="1427271" y="1531653"/>
                  </a:lnTo>
                  <a:lnTo>
                    <a:pt x="1427267" y="1531650"/>
                  </a:lnTo>
                  <a:lnTo>
                    <a:pt x="1427263" y="1531646"/>
                  </a:lnTo>
                  <a:lnTo>
                    <a:pt x="1427258" y="1531639"/>
                  </a:lnTo>
                  <a:lnTo>
                    <a:pt x="1427255" y="1531633"/>
                  </a:lnTo>
                  <a:lnTo>
                    <a:pt x="1427255" y="1531628"/>
                  </a:lnTo>
                  <a:lnTo>
                    <a:pt x="1427256" y="1531620"/>
                  </a:lnTo>
                  <a:lnTo>
                    <a:pt x="1427256" y="1531615"/>
                  </a:lnTo>
                  <a:lnTo>
                    <a:pt x="1427257" y="1531606"/>
                  </a:lnTo>
                  <a:lnTo>
                    <a:pt x="1427257" y="1531598"/>
                  </a:lnTo>
                  <a:lnTo>
                    <a:pt x="1427257" y="1531591"/>
                  </a:lnTo>
                  <a:lnTo>
                    <a:pt x="1427256" y="1531583"/>
                  </a:lnTo>
                  <a:lnTo>
                    <a:pt x="1427256" y="1531576"/>
                  </a:lnTo>
                  <a:lnTo>
                    <a:pt x="1427256" y="1531570"/>
                  </a:lnTo>
                  <a:lnTo>
                    <a:pt x="1427255" y="1531562"/>
                  </a:lnTo>
                  <a:lnTo>
                    <a:pt x="1427255" y="1531555"/>
                  </a:lnTo>
                  <a:lnTo>
                    <a:pt x="1427255" y="1531548"/>
                  </a:lnTo>
                  <a:lnTo>
                    <a:pt x="1427255" y="1531539"/>
                  </a:lnTo>
                  <a:lnTo>
                    <a:pt x="1427254" y="1531534"/>
                  </a:lnTo>
                  <a:lnTo>
                    <a:pt x="1427252" y="1531525"/>
                  </a:lnTo>
                  <a:lnTo>
                    <a:pt x="1427250" y="1531519"/>
                  </a:lnTo>
                  <a:lnTo>
                    <a:pt x="1427248" y="1531514"/>
                  </a:lnTo>
                  <a:lnTo>
                    <a:pt x="1427245" y="1531508"/>
                  </a:lnTo>
                  <a:lnTo>
                    <a:pt x="1427243" y="1531501"/>
                  </a:lnTo>
                  <a:lnTo>
                    <a:pt x="1427240" y="1531490"/>
                  </a:lnTo>
                  <a:lnTo>
                    <a:pt x="1427238" y="1531482"/>
                  </a:lnTo>
                  <a:lnTo>
                    <a:pt x="1427236" y="1531475"/>
                  </a:lnTo>
                  <a:lnTo>
                    <a:pt x="1427234" y="1531469"/>
                  </a:lnTo>
                  <a:lnTo>
                    <a:pt x="1427233" y="1531463"/>
                  </a:lnTo>
                  <a:lnTo>
                    <a:pt x="1427230" y="1531457"/>
                  </a:lnTo>
                  <a:lnTo>
                    <a:pt x="1427228" y="1531452"/>
                  </a:lnTo>
                  <a:lnTo>
                    <a:pt x="1427225" y="1531447"/>
                  </a:lnTo>
                  <a:lnTo>
                    <a:pt x="1427222" y="1531442"/>
                  </a:lnTo>
                  <a:lnTo>
                    <a:pt x="1427219" y="1531438"/>
                  </a:lnTo>
                  <a:lnTo>
                    <a:pt x="1427214" y="1531433"/>
                  </a:lnTo>
                  <a:lnTo>
                    <a:pt x="1427209" y="1531428"/>
                  </a:lnTo>
                  <a:lnTo>
                    <a:pt x="1427204" y="1531423"/>
                  </a:lnTo>
                  <a:lnTo>
                    <a:pt x="1427198" y="1531418"/>
                  </a:lnTo>
                  <a:lnTo>
                    <a:pt x="1427193" y="1531415"/>
                  </a:lnTo>
                  <a:lnTo>
                    <a:pt x="1427187" y="1531410"/>
                  </a:lnTo>
                  <a:lnTo>
                    <a:pt x="1427181" y="1531405"/>
                  </a:lnTo>
                  <a:lnTo>
                    <a:pt x="1427175" y="1531401"/>
                  </a:lnTo>
                  <a:lnTo>
                    <a:pt x="1427168" y="1531397"/>
                  </a:lnTo>
                  <a:lnTo>
                    <a:pt x="1427162" y="1531395"/>
                  </a:lnTo>
                  <a:lnTo>
                    <a:pt x="1427157" y="1531394"/>
                  </a:lnTo>
                  <a:lnTo>
                    <a:pt x="1427152" y="1531392"/>
                  </a:lnTo>
                  <a:lnTo>
                    <a:pt x="1427147" y="1531390"/>
                  </a:lnTo>
                  <a:lnTo>
                    <a:pt x="1427142" y="1531388"/>
                  </a:lnTo>
                  <a:lnTo>
                    <a:pt x="1427135" y="1531384"/>
                  </a:lnTo>
                  <a:lnTo>
                    <a:pt x="1427130" y="1531380"/>
                  </a:lnTo>
                  <a:lnTo>
                    <a:pt x="1427125" y="1531376"/>
                  </a:lnTo>
                  <a:lnTo>
                    <a:pt x="1427121" y="1531371"/>
                  </a:lnTo>
                  <a:lnTo>
                    <a:pt x="1427116" y="1531366"/>
                  </a:lnTo>
                  <a:lnTo>
                    <a:pt x="1427112" y="1531360"/>
                  </a:lnTo>
                  <a:lnTo>
                    <a:pt x="1427108" y="1531354"/>
                  </a:lnTo>
                  <a:lnTo>
                    <a:pt x="1427103" y="1531349"/>
                  </a:lnTo>
                  <a:lnTo>
                    <a:pt x="1427095" y="1531347"/>
                  </a:lnTo>
                  <a:lnTo>
                    <a:pt x="1427089" y="1531347"/>
                  </a:lnTo>
                  <a:lnTo>
                    <a:pt x="1427083" y="1531347"/>
                  </a:lnTo>
                  <a:lnTo>
                    <a:pt x="1427077" y="1531349"/>
                  </a:lnTo>
                  <a:lnTo>
                    <a:pt x="1427072" y="1531351"/>
                  </a:lnTo>
                  <a:lnTo>
                    <a:pt x="1427067" y="1531352"/>
                  </a:lnTo>
                  <a:lnTo>
                    <a:pt x="1427062" y="1531353"/>
                  </a:lnTo>
                  <a:lnTo>
                    <a:pt x="1427056" y="1531354"/>
                  </a:lnTo>
                  <a:lnTo>
                    <a:pt x="1427050" y="1531355"/>
                  </a:lnTo>
                  <a:lnTo>
                    <a:pt x="1427038" y="1531342"/>
                  </a:lnTo>
                  <a:lnTo>
                    <a:pt x="1427023" y="1531335"/>
                  </a:lnTo>
                  <a:lnTo>
                    <a:pt x="1427010" y="1531330"/>
                  </a:lnTo>
                  <a:lnTo>
                    <a:pt x="1426999" y="1531328"/>
                  </a:lnTo>
                  <a:lnTo>
                    <a:pt x="1426990" y="1531328"/>
                  </a:lnTo>
                  <a:lnTo>
                    <a:pt x="1426978" y="1531331"/>
                  </a:lnTo>
                  <a:lnTo>
                    <a:pt x="1426969" y="1531335"/>
                  </a:lnTo>
                  <a:lnTo>
                    <a:pt x="1426958" y="1531344"/>
                  </a:lnTo>
                  <a:lnTo>
                    <a:pt x="1426941" y="1531338"/>
                  </a:lnTo>
                  <a:lnTo>
                    <a:pt x="1426911" y="1531351"/>
                  </a:lnTo>
                  <a:lnTo>
                    <a:pt x="1426894" y="1531364"/>
                  </a:lnTo>
                  <a:lnTo>
                    <a:pt x="1426865" y="1531387"/>
                  </a:lnTo>
                  <a:lnTo>
                    <a:pt x="1426857" y="1531399"/>
                  </a:lnTo>
                  <a:lnTo>
                    <a:pt x="1426852" y="1531406"/>
                  </a:lnTo>
                  <a:lnTo>
                    <a:pt x="1426827" y="1531427"/>
                  </a:lnTo>
                  <a:lnTo>
                    <a:pt x="1426802" y="1531433"/>
                  </a:lnTo>
                  <a:lnTo>
                    <a:pt x="1426797" y="1531436"/>
                  </a:lnTo>
                  <a:lnTo>
                    <a:pt x="1426767" y="1531458"/>
                  </a:lnTo>
                  <a:lnTo>
                    <a:pt x="1426752" y="1531472"/>
                  </a:lnTo>
                  <a:lnTo>
                    <a:pt x="1426728" y="1531496"/>
                  </a:lnTo>
                  <a:lnTo>
                    <a:pt x="1426720" y="1531500"/>
                  </a:lnTo>
                  <a:lnTo>
                    <a:pt x="1426709" y="1531505"/>
                  </a:lnTo>
                  <a:lnTo>
                    <a:pt x="1426682" y="1531511"/>
                  </a:lnTo>
                  <a:lnTo>
                    <a:pt x="1426664" y="1531513"/>
                  </a:lnTo>
                  <a:lnTo>
                    <a:pt x="1426645" y="1531518"/>
                  </a:lnTo>
                  <a:lnTo>
                    <a:pt x="1426556" y="1531538"/>
                  </a:lnTo>
                  <a:lnTo>
                    <a:pt x="1426550" y="1531535"/>
                  </a:lnTo>
                  <a:lnTo>
                    <a:pt x="1426544" y="1531533"/>
                  </a:lnTo>
                  <a:lnTo>
                    <a:pt x="1426538" y="1531529"/>
                  </a:lnTo>
                  <a:lnTo>
                    <a:pt x="1426531" y="1531525"/>
                  </a:lnTo>
                  <a:lnTo>
                    <a:pt x="1426526" y="1531522"/>
                  </a:lnTo>
                  <a:lnTo>
                    <a:pt x="1426520" y="1531521"/>
                  </a:lnTo>
                  <a:lnTo>
                    <a:pt x="1426515" y="1531520"/>
                  </a:lnTo>
                  <a:lnTo>
                    <a:pt x="1426510" y="1531520"/>
                  </a:lnTo>
                  <a:lnTo>
                    <a:pt x="1426503" y="1531520"/>
                  </a:lnTo>
                  <a:lnTo>
                    <a:pt x="1426497" y="1531519"/>
                  </a:lnTo>
                  <a:lnTo>
                    <a:pt x="1426489" y="1531517"/>
                  </a:lnTo>
                  <a:lnTo>
                    <a:pt x="1426484" y="1531513"/>
                  </a:lnTo>
                  <a:lnTo>
                    <a:pt x="1426480" y="1531508"/>
                  </a:lnTo>
                  <a:lnTo>
                    <a:pt x="1426476" y="1531503"/>
                  </a:lnTo>
                  <a:lnTo>
                    <a:pt x="1426474" y="1531499"/>
                  </a:lnTo>
                  <a:lnTo>
                    <a:pt x="1426470" y="1531494"/>
                  </a:lnTo>
                  <a:lnTo>
                    <a:pt x="1426466" y="1531489"/>
                  </a:lnTo>
                  <a:lnTo>
                    <a:pt x="1426462" y="1531485"/>
                  </a:lnTo>
                  <a:lnTo>
                    <a:pt x="1426458" y="1531482"/>
                  </a:lnTo>
                  <a:lnTo>
                    <a:pt x="1426454" y="1531479"/>
                  </a:lnTo>
                  <a:lnTo>
                    <a:pt x="1426449" y="1531475"/>
                  </a:lnTo>
                  <a:lnTo>
                    <a:pt x="1426442" y="1531472"/>
                  </a:lnTo>
                  <a:lnTo>
                    <a:pt x="1426435" y="1531468"/>
                  </a:lnTo>
                  <a:lnTo>
                    <a:pt x="1426426" y="1531464"/>
                  </a:lnTo>
                  <a:lnTo>
                    <a:pt x="1426421" y="1531461"/>
                  </a:lnTo>
                  <a:lnTo>
                    <a:pt x="1426416" y="1531458"/>
                  </a:lnTo>
                  <a:lnTo>
                    <a:pt x="1426411" y="1531455"/>
                  </a:lnTo>
                  <a:lnTo>
                    <a:pt x="1426406" y="1531451"/>
                  </a:lnTo>
                  <a:lnTo>
                    <a:pt x="1426402" y="1531445"/>
                  </a:lnTo>
                  <a:lnTo>
                    <a:pt x="1426398" y="1531439"/>
                  </a:lnTo>
                  <a:lnTo>
                    <a:pt x="1426390" y="1531428"/>
                  </a:lnTo>
                  <a:lnTo>
                    <a:pt x="1426380" y="1531415"/>
                  </a:lnTo>
                  <a:lnTo>
                    <a:pt x="1426363" y="1531396"/>
                  </a:lnTo>
                  <a:lnTo>
                    <a:pt x="1426345" y="1531377"/>
                  </a:lnTo>
                  <a:lnTo>
                    <a:pt x="1426335" y="1531368"/>
                  </a:lnTo>
                  <a:lnTo>
                    <a:pt x="1426327" y="1531361"/>
                  </a:lnTo>
                  <a:lnTo>
                    <a:pt x="1426311" y="1531352"/>
                  </a:lnTo>
                  <a:lnTo>
                    <a:pt x="1426306" y="1531349"/>
                  </a:lnTo>
                  <a:lnTo>
                    <a:pt x="1426301" y="1531347"/>
                  </a:lnTo>
                  <a:lnTo>
                    <a:pt x="1426290" y="1531340"/>
                  </a:lnTo>
                  <a:lnTo>
                    <a:pt x="1426272" y="1531329"/>
                  </a:lnTo>
                  <a:lnTo>
                    <a:pt x="1426257" y="1531324"/>
                  </a:lnTo>
                  <a:lnTo>
                    <a:pt x="1426244" y="1531322"/>
                  </a:lnTo>
                  <a:lnTo>
                    <a:pt x="1426230" y="1531323"/>
                  </a:lnTo>
                  <a:lnTo>
                    <a:pt x="1426220" y="1531324"/>
                  </a:lnTo>
                  <a:lnTo>
                    <a:pt x="1426208" y="1531328"/>
                  </a:lnTo>
                  <a:lnTo>
                    <a:pt x="1426199" y="1531333"/>
                  </a:lnTo>
                  <a:lnTo>
                    <a:pt x="1426185" y="1531343"/>
                  </a:lnTo>
                  <a:lnTo>
                    <a:pt x="1426177" y="1531346"/>
                  </a:lnTo>
                  <a:lnTo>
                    <a:pt x="1426171" y="1531339"/>
                  </a:lnTo>
                  <a:lnTo>
                    <a:pt x="1426167" y="1531332"/>
                  </a:lnTo>
                  <a:lnTo>
                    <a:pt x="1426162" y="1531327"/>
                  </a:lnTo>
                  <a:lnTo>
                    <a:pt x="1426157" y="1531324"/>
                  </a:lnTo>
                  <a:lnTo>
                    <a:pt x="1426149" y="1531321"/>
                  </a:lnTo>
                  <a:lnTo>
                    <a:pt x="1426132" y="1531314"/>
                  </a:lnTo>
                  <a:lnTo>
                    <a:pt x="1426119" y="1531306"/>
                  </a:lnTo>
                  <a:lnTo>
                    <a:pt x="1426104" y="1531295"/>
                  </a:lnTo>
                  <a:lnTo>
                    <a:pt x="1426099" y="1531289"/>
                  </a:lnTo>
                  <a:lnTo>
                    <a:pt x="1426094" y="1531283"/>
                  </a:lnTo>
                  <a:lnTo>
                    <a:pt x="1426091" y="1531276"/>
                  </a:lnTo>
                  <a:lnTo>
                    <a:pt x="1426089" y="1531270"/>
                  </a:lnTo>
                  <a:lnTo>
                    <a:pt x="1426090" y="1531263"/>
                  </a:lnTo>
                  <a:lnTo>
                    <a:pt x="1426090" y="1531258"/>
                  </a:lnTo>
                  <a:lnTo>
                    <a:pt x="1426086" y="1531261"/>
                  </a:lnTo>
                  <a:lnTo>
                    <a:pt x="1426081" y="1531265"/>
                  </a:lnTo>
                  <a:lnTo>
                    <a:pt x="1426077" y="1531268"/>
                  </a:lnTo>
                  <a:lnTo>
                    <a:pt x="1426067" y="1531275"/>
                  </a:lnTo>
                  <a:lnTo>
                    <a:pt x="1426058" y="1531282"/>
                  </a:lnTo>
                  <a:lnTo>
                    <a:pt x="1426052" y="1531286"/>
                  </a:lnTo>
                  <a:lnTo>
                    <a:pt x="1426031" y="1531300"/>
                  </a:lnTo>
                  <a:lnTo>
                    <a:pt x="1426013" y="1531310"/>
                  </a:lnTo>
                  <a:lnTo>
                    <a:pt x="1426003" y="1531313"/>
                  </a:lnTo>
                  <a:lnTo>
                    <a:pt x="1425996" y="1531314"/>
                  </a:lnTo>
                  <a:lnTo>
                    <a:pt x="1425990" y="1531314"/>
                  </a:lnTo>
                  <a:lnTo>
                    <a:pt x="1425981" y="1531309"/>
                  </a:lnTo>
                  <a:lnTo>
                    <a:pt x="1425968" y="1531300"/>
                  </a:lnTo>
                  <a:lnTo>
                    <a:pt x="1425958" y="1531290"/>
                  </a:lnTo>
                  <a:lnTo>
                    <a:pt x="1425945" y="1531272"/>
                  </a:lnTo>
                  <a:lnTo>
                    <a:pt x="1425939" y="1531262"/>
                  </a:lnTo>
                  <a:lnTo>
                    <a:pt x="1425935" y="1531253"/>
                  </a:lnTo>
                  <a:lnTo>
                    <a:pt x="1425933" y="1531243"/>
                  </a:lnTo>
                  <a:lnTo>
                    <a:pt x="1425929" y="1531231"/>
                  </a:lnTo>
                  <a:lnTo>
                    <a:pt x="1425926" y="1531221"/>
                  </a:lnTo>
                  <a:lnTo>
                    <a:pt x="1425924" y="1531214"/>
                  </a:lnTo>
                  <a:lnTo>
                    <a:pt x="1425920" y="1531207"/>
                  </a:lnTo>
                  <a:lnTo>
                    <a:pt x="1425899" y="1531185"/>
                  </a:lnTo>
                  <a:lnTo>
                    <a:pt x="1425885" y="1531175"/>
                  </a:lnTo>
                  <a:lnTo>
                    <a:pt x="1425876" y="1531173"/>
                  </a:lnTo>
                  <a:lnTo>
                    <a:pt x="1425862" y="1531172"/>
                  </a:lnTo>
                  <a:lnTo>
                    <a:pt x="1425852" y="1531171"/>
                  </a:lnTo>
                  <a:lnTo>
                    <a:pt x="1425844" y="1531169"/>
                  </a:lnTo>
                  <a:lnTo>
                    <a:pt x="1425838" y="1531164"/>
                  </a:lnTo>
                  <a:lnTo>
                    <a:pt x="1425816" y="1531136"/>
                  </a:lnTo>
                  <a:lnTo>
                    <a:pt x="1425809" y="1531129"/>
                  </a:lnTo>
                  <a:lnTo>
                    <a:pt x="1425801" y="1531124"/>
                  </a:lnTo>
                  <a:lnTo>
                    <a:pt x="1425794" y="1531122"/>
                  </a:lnTo>
                  <a:lnTo>
                    <a:pt x="1425782" y="1531121"/>
                  </a:lnTo>
                  <a:lnTo>
                    <a:pt x="1425775" y="1531121"/>
                  </a:lnTo>
                  <a:lnTo>
                    <a:pt x="1425769" y="1531122"/>
                  </a:lnTo>
                  <a:lnTo>
                    <a:pt x="1425763" y="1531121"/>
                  </a:lnTo>
                  <a:lnTo>
                    <a:pt x="1425754" y="1531121"/>
                  </a:lnTo>
                  <a:lnTo>
                    <a:pt x="1425745" y="1531121"/>
                  </a:lnTo>
                  <a:lnTo>
                    <a:pt x="1425735" y="1531122"/>
                  </a:lnTo>
                  <a:lnTo>
                    <a:pt x="1425726" y="1531124"/>
                  </a:lnTo>
                  <a:lnTo>
                    <a:pt x="1425717" y="1531127"/>
                  </a:lnTo>
                  <a:lnTo>
                    <a:pt x="1425701" y="1531134"/>
                  </a:lnTo>
                  <a:lnTo>
                    <a:pt x="1425693" y="1531136"/>
                  </a:lnTo>
                  <a:lnTo>
                    <a:pt x="1425686" y="1531136"/>
                  </a:lnTo>
                  <a:lnTo>
                    <a:pt x="1425677" y="1531128"/>
                  </a:lnTo>
                  <a:lnTo>
                    <a:pt x="1425673" y="1531124"/>
                  </a:lnTo>
                  <a:lnTo>
                    <a:pt x="1425669" y="1531119"/>
                  </a:lnTo>
                  <a:lnTo>
                    <a:pt x="1425657" y="1531106"/>
                  </a:lnTo>
                  <a:lnTo>
                    <a:pt x="1425646" y="1531097"/>
                  </a:lnTo>
                  <a:lnTo>
                    <a:pt x="1425637" y="1531093"/>
                  </a:lnTo>
                  <a:lnTo>
                    <a:pt x="1425621" y="1531087"/>
                  </a:lnTo>
                  <a:lnTo>
                    <a:pt x="1425608" y="1531081"/>
                  </a:lnTo>
                  <a:lnTo>
                    <a:pt x="1425600" y="1531077"/>
                  </a:lnTo>
                  <a:lnTo>
                    <a:pt x="1425595" y="1531073"/>
                  </a:lnTo>
                  <a:lnTo>
                    <a:pt x="1425584" y="1531063"/>
                  </a:lnTo>
                  <a:lnTo>
                    <a:pt x="1425576" y="1531052"/>
                  </a:lnTo>
                  <a:lnTo>
                    <a:pt x="1425571" y="1531042"/>
                  </a:lnTo>
                  <a:lnTo>
                    <a:pt x="1425568" y="1531037"/>
                  </a:lnTo>
                  <a:lnTo>
                    <a:pt x="1425561" y="1531035"/>
                  </a:lnTo>
                  <a:lnTo>
                    <a:pt x="1425552" y="1531035"/>
                  </a:lnTo>
                  <a:lnTo>
                    <a:pt x="1425540" y="1531036"/>
                  </a:lnTo>
                  <a:lnTo>
                    <a:pt x="1425526" y="1531037"/>
                  </a:lnTo>
                  <a:lnTo>
                    <a:pt x="1425509" y="1531041"/>
                  </a:lnTo>
                  <a:lnTo>
                    <a:pt x="1425489" y="1531046"/>
                  </a:lnTo>
                  <a:lnTo>
                    <a:pt x="1425472" y="1531049"/>
                  </a:lnTo>
                  <a:lnTo>
                    <a:pt x="1425446" y="1531051"/>
                  </a:lnTo>
                  <a:lnTo>
                    <a:pt x="1425427" y="1531052"/>
                  </a:lnTo>
                  <a:lnTo>
                    <a:pt x="1425421" y="1531053"/>
                  </a:lnTo>
                  <a:lnTo>
                    <a:pt x="1425417" y="1531053"/>
                  </a:lnTo>
                  <a:lnTo>
                    <a:pt x="1425410" y="1531056"/>
                  </a:lnTo>
                  <a:lnTo>
                    <a:pt x="1425397" y="1531073"/>
                  </a:lnTo>
                  <a:lnTo>
                    <a:pt x="1425387" y="1531086"/>
                  </a:lnTo>
                  <a:lnTo>
                    <a:pt x="1425383" y="1531095"/>
                  </a:lnTo>
                  <a:lnTo>
                    <a:pt x="1425381" y="1531100"/>
                  </a:lnTo>
                  <a:lnTo>
                    <a:pt x="1425379" y="1531106"/>
                  </a:lnTo>
                  <a:lnTo>
                    <a:pt x="1425375" y="1531112"/>
                  </a:lnTo>
                  <a:lnTo>
                    <a:pt x="1425371" y="1531116"/>
                  </a:lnTo>
                  <a:lnTo>
                    <a:pt x="1425366" y="1531120"/>
                  </a:lnTo>
                  <a:lnTo>
                    <a:pt x="1425362" y="1531122"/>
                  </a:lnTo>
                  <a:lnTo>
                    <a:pt x="1425355" y="1531125"/>
                  </a:lnTo>
                  <a:lnTo>
                    <a:pt x="1425348" y="1531128"/>
                  </a:lnTo>
                  <a:lnTo>
                    <a:pt x="1425343" y="1531129"/>
                  </a:lnTo>
                  <a:lnTo>
                    <a:pt x="1425337" y="1531131"/>
                  </a:lnTo>
                  <a:lnTo>
                    <a:pt x="1425332" y="1531129"/>
                  </a:lnTo>
                  <a:lnTo>
                    <a:pt x="1425326" y="1531126"/>
                  </a:lnTo>
                  <a:lnTo>
                    <a:pt x="1425323" y="1531122"/>
                  </a:lnTo>
                  <a:lnTo>
                    <a:pt x="1425318" y="1531121"/>
                  </a:lnTo>
                  <a:lnTo>
                    <a:pt x="1425302" y="1531117"/>
                  </a:lnTo>
                  <a:lnTo>
                    <a:pt x="1425290" y="1531115"/>
                  </a:lnTo>
                  <a:lnTo>
                    <a:pt x="1425279" y="1531114"/>
                  </a:lnTo>
                  <a:lnTo>
                    <a:pt x="1425266" y="1531114"/>
                  </a:lnTo>
                  <a:lnTo>
                    <a:pt x="1425253" y="1531114"/>
                  </a:lnTo>
                  <a:lnTo>
                    <a:pt x="1425245" y="1531113"/>
                  </a:lnTo>
                  <a:lnTo>
                    <a:pt x="1425235" y="1531110"/>
                  </a:lnTo>
                  <a:lnTo>
                    <a:pt x="1425229" y="1531108"/>
                  </a:lnTo>
                  <a:lnTo>
                    <a:pt x="1425224" y="1531104"/>
                  </a:lnTo>
                  <a:lnTo>
                    <a:pt x="1425221" y="1531098"/>
                  </a:lnTo>
                  <a:lnTo>
                    <a:pt x="1425215" y="1531094"/>
                  </a:lnTo>
                  <a:lnTo>
                    <a:pt x="1425205" y="1531092"/>
                  </a:lnTo>
                  <a:lnTo>
                    <a:pt x="1425195" y="1531092"/>
                  </a:lnTo>
                  <a:lnTo>
                    <a:pt x="1425188" y="1531092"/>
                  </a:lnTo>
                  <a:lnTo>
                    <a:pt x="1425178" y="1531092"/>
                  </a:lnTo>
                  <a:lnTo>
                    <a:pt x="1425173" y="1531092"/>
                  </a:lnTo>
                  <a:lnTo>
                    <a:pt x="1425167" y="1531091"/>
                  </a:lnTo>
                  <a:lnTo>
                    <a:pt x="1425156" y="1531088"/>
                  </a:lnTo>
                  <a:lnTo>
                    <a:pt x="1425148" y="1531087"/>
                  </a:lnTo>
                  <a:lnTo>
                    <a:pt x="1425142" y="1531086"/>
                  </a:lnTo>
                  <a:lnTo>
                    <a:pt x="1425133" y="1531087"/>
                  </a:lnTo>
                  <a:lnTo>
                    <a:pt x="1425123" y="1531090"/>
                  </a:lnTo>
                  <a:lnTo>
                    <a:pt x="1425114" y="1531093"/>
                  </a:lnTo>
                  <a:lnTo>
                    <a:pt x="1425107" y="1531092"/>
                  </a:lnTo>
                  <a:lnTo>
                    <a:pt x="1425103" y="1531085"/>
                  </a:lnTo>
                  <a:lnTo>
                    <a:pt x="1425101" y="1531075"/>
                  </a:lnTo>
                  <a:lnTo>
                    <a:pt x="1425097" y="1531066"/>
                  </a:lnTo>
                  <a:lnTo>
                    <a:pt x="1425092" y="1531057"/>
                  </a:lnTo>
                  <a:lnTo>
                    <a:pt x="1425086" y="1531048"/>
                  </a:lnTo>
                  <a:lnTo>
                    <a:pt x="1425079" y="1531038"/>
                  </a:lnTo>
                  <a:lnTo>
                    <a:pt x="1425074" y="1531033"/>
                  </a:lnTo>
                  <a:lnTo>
                    <a:pt x="1425068" y="1531025"/>
                  </a:lnTo>
                  <a:lnTo>
                    <a:pt x="1425059" y="1531013"/>
                  </a:lnTo>
                  <a:lnTo>
                    <a:pt x="1425050" y="1531001"/>
                  </a:lnTo>
                  <a:lnTo>
                    <a:pt x="1425044" y="1530994"/>
                  </a:lnTo>
                  <a:lnTo>
                    <a:pt x="1425037" y="1530989"/>
                  </a:lnTo>
                  <a:lnTo>
                    <a:pt x="1425030" y="1530986"/>
                  </a:lnTo>
                  <a:lnTo>
                    <a:pt x="1425017" y="1530984"/>
                  </a:lnTo>
                  <a:lnTo>
                    <a:pt x="1425008" y="1530984"/>
                  </a:lnTo>
                  <a:lnTo>
                    <a:pt x="1425000" y="1530985"/>
                  </a:lnTo>
                  <a:lnTo>
                    <a:pt x="1424988" y="1530987"/>
                  </a:lnTo>
                  <a:lnTo>
                    <a:pt x="1424977" y="1530992"/>
                  </a:lnTo>
                  <a:lnTo>
                    <a:pt x="1424969" y="1530998"/>
                  </a:lnTo>
                  <a:lnTo>
                    <a:pt x="1424961" y="1531009"/>
                  </a:lnTo>
                  <a:lnTo>
                    <a:pt x="1424954" y="1531018"/>
                  </a:lnTo>
                  <a:lnTo>
                    <a:pt x="1424936" y="1531034"/>
                  </a:lnTo>
                  <a:lnTo>
                    <a:pt x="1424913" y="1531053"/>
                  </a:lnTo>
                  <a:lnTo>
                    <a:pt x="1424908" y="1531055"/>
                  </a:lnTo>
                  <a:lnTo>
                    <a:pt x="1424895" y="1531058"/>
                  </a:lnTo>
                  <a:lnTo>
                    <a:pt x="1424870" y="1531062"/>
                  </a:lnTo>
                  <a:lnTo>
                    <a:pt x="1424839" y="1531065"/>
                  </a:lnTo>
                  <a:lnTo>
                    <a:pt x="1424813" y="1531066"/>
                  </a:lnTo>
                  <a:lnTo>
                    <a:pt x="1424809" y="1531060"/>
                  </a:lnTo>
                  <a:lnTo>
                    <a:pt x="1424804" y="1531052"/>
                  </a:lnTo>
                  <a:lnTo>
                    <a:pt x="1424798" y="1531042"/>
                  </a:lnTo>
                  <a:lnTo>
                    <a:pt x="1424793" y="1531030"/>
                  </a:lnTo>
                  <a:lnTo>
                    <a:pt x="1424789" y="1531020"/>
                  </a:lnTo>
                  <a:lnTo>
                    <a:pt x="1424787" y="1531006"/>
                  </a:lnTo>
                  <a:lnTo>
                    <a:pt x="1424786" y="1530996"/>
                  </a:lnTo>
                  <a:lnTo>
                    <a:pt x="1424786" y="1530985"/>
                  </a:lnTo>
                  <a:lnTo>
                    <a:pt x="1424741" y="1530944"/>
                  </a:lnTo>
                  <a:lnTo>
                    <a:pt x="1424736" y="1530946"/>
                  </a:lnTo>
                  <a:lnTo>
                    <a:pt x="1424727" y="1530951"/>
                  </a:lnTo>
                  <a:lnTo>
                    <a:pt x="1424722" y="1530954"/>
                  </a:lnTo>
                  <a:lnTo>
                    <a:pt x="1424715" y="1530958"/>
                  </a:lnTo>
                  <a:lnTo>
                    <a:pt x="1424710" y="1530962"/>
                  </a:lnTo>
                  <a:lnTo>
                    <a:pt x="1424705" y="1530965"/>
                  </a:lnTo>
                  <a:lnTo>
                    <a:pt x="1424699" y="1530969"/>
                  </a:lnTo>
                  <a:lnTo>
                    <a:pt x="1424693" y="1530972"/>
                  </a:lnTo>
                  <a:lnTo>
                    <a:pt x="1424686" y="1530977"/>
                  </a:lnTo>
                  <a:lnTo>
                    <a:pt x="1424676" y="1530988"/>
                  </a:lnTo>
                  <a:lnTo>
                    <a:pt x="1424674" y="1530995"/>
                  </a:lnTo>
                  <a:lnTo>
                    <a:pt x="1424673" y="1531003"/>
                  </a:lnTo>
                  <a:lnTo>
                    <a:pt x="1424671" y="1531010"/>
                  </a:lnTo>
                  <a:lnTo>
                    <a:pt x="1424667" y="1531016"/>
                  </a:lnTo>
                  <a:lnTo>
                    <a:pt x="1424659" y="1531022"/>
                  </a:lnTo>
                  <a:lnTo>
                    <a:pt x="1424649" y="1531027"/>
                  </a:lnTo>
                  <a:lnTo>
                    <a:pt x="1424636" y="1531033"/>
                  </a:lnTo>
                  <a:lnTo>
                    <a:pt x="1424625" y="1531038"/>
                  </a:lnTo>
                  <a:lnTo>
                    <a:pt x="1424621" y="1531041"/>
                  </a:lnTo>
                  <a:lnTo>
                    <a:pt x="1424614" y="1531045"/>
                  </a:lnTo>
                  <a:lnTo>
                    <a:pt x="1424602" y="1531055"/>
                  </a:lnTo>
                  <a:lnTo>
                    <a:pt x="1424593" y="1531063"/>
                  </a:lnTo>
                  <a:lnTo>
                    <a:pt x="1424585" y="1531072"/>
                  </a:lnTo>
                  <a:lnTo>
                    <a:pt x="1424567" y="1531086"/>
                  </a:lnTo>
                  <a:lnTo>
                    <a:pt x="1424558" y="1531092"/>
                  </a:lnTo>
                  <a:lnTo>
                    <a:pt x="1424549" y="1531078"/>
                  </a:lnTo>
                  <a:lnTo>
                    <a:pt x="1424536" y="1531065"/>
                  </a:lnTo>
                  <a:lnTo>
                    <a:pt x="1424523" y="1531056"/>
                  </a:lnTo>
                  <a:lnTo>
                    <a:pt x="1424505" y="1531048"/>
                  </a:lnTo>
                  <a:lnTo>
                    <a:pt x="1424483" y="1531041"/>
                  </a:lnTo>
                  <a:lnTo>
                    <a:pt x="1424465" y="1531033"/>
                  </a:lnTo>
                  <a:lnTo>
                    <a:pt x="1424450" y="1531021"/>
                  </a:lnTo>
                  <a:lnTo>
                    <a:pt x="1424434" y="1531012"/>
                  </a:lnTo>
                  <a:lnTo>
                    <a:pt x="1424425" y="1531009"/>
                  </a:lnTo>
                  <a:lnTo>
                    <a:pt x="1424417" y="1531008"/>
                  </a:lnTo>
                  <a:lnTo>
                    <a:pt x="1424408" y="1531007"/>
                  </a:lnTo>
                  <a:lnTo>
                    <a:pt x="1424396" y="1531006"/>
                  </a:lnTo>
                  <a:lnTo>
                    <a:pt x="1424386" y="1531008"/>
                  </a:lnTo>
                  <a:lnTo>
                    <a:pt x="1424379" y="1531012"/>
                  </a:lnTo>
                  <a:lnTo>
                    <a:pt x="1424369" y="1531018"/>
                  </a:lnTo>
                  <a:lnTo>
                    <a:pt x="1424363" y="1531022"/>
                  </a:lnTo>
                  <a:lnTo>
                    <a:pt x="1424357" y="1531026"/>
                  </a:lnTo>
                  <a:lnTo>
                    <a:pt x="1424351" y="1531027"/>
                  </a:lnTo>
                  <a:lnTo>
                    <a:pt x="1424346" y="1531027"/>
                  </a:lnTo>
                  <a:lnTo>
                    <a:pt x="1424337" y="1531026"/>
                  </a:lnTo>
                  <a:lnTo>
                    <a:pt x="1424331" y="1531025"/>
                  </a:lnTo>
                  <a:lnTo>
                    <a:pt x="1424325" y="1531023"/>
                  </a:lnTo>
                  <a:lnTo>
                    <a:pt x="1424318" y="1531022"/>
                  </a:lnTo>
                  <a:lnTo>
                    <a:pt x="1424312" y="1531022"/>
                  </a:lnTo>
                  <a:lnTo>
                    <a:pt x="1424306" y="1531027"/>
                  </a:lnTo>
                  <a:lnTo>
                    <a:pt x="1424297" y="1531033"/>
                  </a:lnTo>
                  <a:lnTo>
                    <a:pt x="1424289" y="1531037"/>
                  </a:lnTo>
                  <a:lnTo>
                    <a:pt x="1424263" y="1531039"/>
                  </a:lnTo>
                  <a:lnTo>
                    <a:pt x="1424254" y="1531042"/>
                  </a:lnTo>
                  <a:lnTo>
                    <a:pt x="1424248" y="1531043"/>
                  </a:lnTo>
                  <a:lnTo>
                    <a:pt x="1424236" y="1531048"/>
                  </a:lnTo>
                  <a:lnTo>
                    <a:pt x="1424230" y="1531053"/>
                  </a:lnTo>
                  <a:lnTo>
                    <a:pt x="1424225" y="1531057"/>
                  </a:lnTo>
                  <a:lnTo>
                    <a:pt x="1424221" y="1531065"/>
                  </a:lnTo>
                  <a:lnTo>
                    <a:pt x="1424216" y="1531090"/>
                  </a:lnTo>
                  <a:lnTo>
                    <a:pt x="1424213" y="1531099"/>
                  </a:lnTo>
                  <a:lnTo>
                    <a:pt x="1424211" y="1531104"/>
                  </a:lnTo>
                  <a:lnTo>
                    <a:pt x="1424206" y="1531108"/>
                  </a:lnTo>
                  <a:lnTo>
                    <a:pt x="1424202" y="1531110"/>
                  </a:lnTo>
                  <a:lnTo>
                    <a:pt x="1424197" y="1531113"/>
                  </a:lnTo>
                  <a:lnTo>
                    <a:pt x="1424168" y="1531130"/>
                  </a:lnTo>
                  <a:lnTo>
                    <a:pt x="1424155" y="1531138"/>
                  </a:lnTo>
                  <a:lnTo>
                    <a:pt x="1424143" y="1531146"/>
                  </a:lnTo>
                  <a:lnTo>
                    <a:pt x="1424138" y="1531148"/>
                  </a:lnTo>
                  <a:lnTo>
                    <a:pt x="1424131" y="1531148"/>
                  </a:lnTo>
                  <a:lnTo>
                    <a:pt x="1424125" y="1531148"/>
                  </a:lnTo>
                  <a:lnTo>
                    <a:pt x="1424116" y="1531148"/>
                  </a:lnTo>
                  <a:lnTo>
                    <a:pt x="1424106" y="1531147"/>
                  </a:lnTo>
                  <a:lnTo>
                    <a:pt x="1424097" y="1531146"/>
                  </a:lnTo>
                  <a:lnTo>
                    <a:pt x="1424091" y="1531144"/>
                  </a:lnTo>
                  <a:lnTo>
                    <a:pt x="1424085" y="1531143"/>
                  </a:lnTo>
                  <a:lnTo>
                    <a:pt x="1424079" y="1531140"/>
                  </a:lnTo>
                  <a:lnTo>
                    <a:pt x="1424064" y="1531132"/>
                  </a:lnTo>
                  <a:lnTo>
                    <a:pt x="1424047" y="1531121"/>
                  </a:lnTo>
                  <a:lnTo>
                    <a:pt x="1424036" y="1531114"/>
                  </a:lnTo>
                  <a:lnTo>
                    <a:pt x="1424029" y="1531108"/>
                  </a:lnTo>
                  <a:lnTo>
                    <a:pt x="1424019" y="1531096"/>
                  </a:lnTo>
                  <a:lnTo>
                    <a:pt x="1423994" y="1531069"/>
                  </a:lnTo>
                  <a:lnTo>
                    <a:pt x="1423980" y="1531056"/>
                  </a:lnTo>
                  <a:lnTo>
                    <a:pt x="1423960" y="1531040"/>
                  </a:lnTo>
                  <a:lnTo>
                    <a:pt x="1423944" y="1531026"/>
                  </a:lnTo>
                  <a:lnTo>
                    <a:pt x="1423935" y="1531019"/>
                  </a:lnTo>
                  <a:lnTo>
                    <a:pt x="1423923" y="1531007"/>
                  </a:lnTo>
                  <a:lnTo>
                    <a:pt x="1423911" y="1530996"/>
                  </a:lnTo>
                  <a:lnTo>
                    <a:pt x="1423895" y="1530979"/>
                  </a:lnTo>
                  <a:lnTo>
                    <a:pt x="1423888" y="1530972"/>
                  </a:lnTo>
                  <a:lnTo>
                    <a:pt x="1423882" y="1530966"/>
                  </a:lnTo>
                  <a:lnTo>
                    <a:pt x="1423874" y="1530950"/>
                  </a:lnTo>
                  <a:lnTo>
                    <a:pt x="1423869" y="1530947"/>
                  </a:lnTo>
                  <a:lnTo>
                    <a:pt x="1423863" y="1530946"/>
                  </a:lnTo>
                  <a:lnTo>
                    <a:pt x="1423858" y="1530945"/>
                  </a:lnTo>
                  <a:lnTo>
                    <a:pt x="1423850" y="1530941"/>
                  </a:lnTo>
                  <a:lnTo>
                    <a:pt x="1423844" y="1530937"/>
                  </a:lnTo>
                  <a:lnTo>
                    <a:pt x="1423838" y="1530933"/>
                  </a:lnTo>
                  <a:lnTo>
                    <a:pt x="1423833" y="1530929"/>
                  </a:lnTo>
                  <a:lnTo>
                    <a:pt x="1423826" y="1530930"/>
                  </a:lnTo>
                  <a:lnTo>
                    <a:pt x="1423817" y="1530932"/>
                  </a:lnTo>
                  <a:lnTo>
                    <a:pt x="1423809" y="1530935"/>
                  </a:lnTo>
                  <a:lnTo>
                    <a:pt x="1423800" y="1530938"/>
                  </a:lnTo>
                  <a:lnTo>
                    <a:pt x="1423795" y="1530940"/>
                  </a:lnTo>
                  <a:lnTo>
                    <a:pt x="1423789" y="1530941"/>
                  </a:lnTo>
                  <a:lnTo>
                    <a:pt x="1423783" y="1530944"/>
                  </a:lnTo>
                  <a:lnTo>
                    <a:pt x="1423769" y="1530950"/>
                  </a:lnTo>
                  <a:lnTo>
                    <a:pt x="1423761" y="1530952"/>
                  </a:lnTo>
                  <a:lnTo>
                    <a:pt x="1423753" y="1530953"/>
                  </a:lnTo>
                  <a:lnTo>
                    <a:pt x="1423746" y="1530954"/>
                  </a:lnTo>
                  <a:lnTo>
                    <a:pt x="1423739" y="1530954"/>
                  </a:lnTo>
                  <a:lnTo>
                    <a:pt x="1423733" y="1530953"/>
                  </a:lnTo>
                  <a:lnTo>
                    <a:pt x="1423728" y="1530950"/>
                  </a:lnTo>
                  <a:lnTo>
                    <a:pt x="1423723" y="1530948"/>
                  </a:lnTo>
                  <a:lnTo>
                    <a:pt x="1423718" y="1530948"/>
                  </a:lnTo>
                  <a:lnTo>
                    <a:pt x="1423712" y="1530949"/>
                  </a:lnTo>
                  <a:lnTo>
                    <a:pt x="1423707" y="1530950"/>
                  </a:lnTo>
                  <a:lnTo>
                    <a:pt x="1423700" y="1530952"/>
                  </a:lnTo>
                  <a:lnTo>
                    <a:pt x="1423693" y="1530954"/>
                  </a:lnTo>
                  <a:lnTo>
                    <a:pt x="1423685" y="1530951"/>
                  </a:lnTo>
                  <a:lnTo>
                    <a:pt x="1423678" y="1530950"/>
                  </a:lnTo>
                  <a:lnTo>
                    <a:pt x="1423668" y="1530950"/>
                  </a:lnTo>
                  <a:lnTo>
                    <a:pt x="1423657" y="1530951"/>
                  </a:lnTo>
                  <a:lnTo>
                    <a:pt x="1423651" y="1530952"/>
                  </a:lnTo>
                  <a:lnTo>
                    <a:pt x="1423642" y="1530953"/>
                  </a:lnTo>
                  <a:lnTo>
                    <a:pt x="1423633" y="1530952"/>
                  </a:lnTo>
                  <a:lnTo>
                    <a:pt x="1423624" y="1530951"/>
                  </a:lnTo>
                  <a:lnTo>
                    <a:pt x="1423611" y="1530952"/>
                  </a:lnTo>
                  <a:lnTo>
                    <a:pt x="1423605" y="1530958"/>
                  </a:lnTo>
                  <a:lnTo>
                    <a:pt x="1423602" y="1530963"/>
                  </a:lnTo>
                  <a:lnTo>
                    <a:pt x="1423600" y="1530970"/>
                  </a:lnTo>
                  <a:lnTo>
                    <a:pt x="1423600" y="1530976"/>
                  </a:lnTo>
                  <a:lnTo>
                    <a:pt x="1423600" y="1530983"/>
                  </a:lnTo>
                  <a:lnTo>
                    <a:pt x="1423600" y="1530989"/>
                  </a:lnTo>
                  <a:lnTo>
                    <a:pt x="1423597" y="1530996"/>
                  </a:lnTo>
                  <a:lnTo>
                    <a:pt x="1423591" y="1531005"/>
                  </a:lnTo>
                  <a:lnTo>
                    <a:pt x="1423583" y="1531010"/>
                  </a:lnTo>
                  <a:lnTo>
                    <a:pt x="1423570" y="1531014"/>
                  </a:lnTo>
                  <a:lnTo>
                    <a:pt x="1423557" y="1531017"/>
                  </a:lnTo>
                  <a:lnTo>
                    <a:pt x="1423550" y="1531018"/>
                  </a:lnTo>
                  <a:lnTo>
                    <a:pt x="1423544" y="1531024"/>
                  </a:lnTo>
                  <a:lnTo>
                    <a:pt x="1423537" y="1531031"/>
                  </a:lnTo>
                  <a:lnTo>
                    <a:pt x="1423528" y="1531041"/>
                  </a:lnTo>
                  <a:lnTo>
                    <a:pt x="1423535" y="1531050"/>
                  </a:lnTo>
                  <a:lnTo>
                    <a:pt x="1423536" y="1531057"/>
                  </a:lnTo>
                  <a:lnTo>
                    <a:pt x="1423536" y="1531065"/>
                  </a:lnTo>
                  <a:lnTo>
                    <a:pt x="1423533" y="1531074"/>
                  </a:lnTo>
                  <a:lnTo>
                    <a:pt x="1423532" y="1531082"/>
                  </a:lnTo>
                  <a:lnTo>
                    <a:pt x="1423532" y="1531090"/>
                  </a:lnTo>
                  <a:lnTo>
                    <a:pt x="1423542" y="1531101"/>
                  </a:lnTo>
                  <a:lnTo>
                    <a:pt x="1423546" y="1531107"/>
                  </a:lnTo>
                  <a:lnTo>
                    <a:pt x="1423548" y="1531117"/>
                  </a:lnTo>
                  <a:lnTo>
                    <a:pt x="1423549" y="1531125"/>
                  </a:lnTo>
                  <a:lnTo>
                    <a:pt x="1423549" y="1531131"/>
                  </a:lnTo>
                  <a:lnTo>
                    <a:pt x="1423549" y="1531137"/>
                  </a:lnTo>
                  <a:lnTo>
                    <a:pt x="1423549" y="1531145"/>
                  </a:lnTo>
                  <a:lnTo>
                    <a:pt x="1423544" y="1531152"/>
                  </a:lnTo>
                  <a:lnTo>
                    <a:pt x="1423536" y="1531165"/>
                  </a:lnTo>
                  <a:lnTo>
                    <a:pt x="1423533" y="1531174"/>
                  </a:lnTo>
                  <a:lnTo>
                    <a:pt x="1423532" y="1531184"/>
                  </a:lnTo>
                  <a:lnTo>
                    <a:pt x="1423530" y="1531190"/>
                  </a:lnTo>
                  <a:lnTo>
                    <a:pt x="1423528" y="1531197"/>
                  </a:lnTo>
                  <a:lnTo>
                    <a:pt x="1423527" y="1531204"/>
                  </a:lnTo>
                  <a:lnTo>
                    <a:pt x="1423527" y="1531211"/>
                  </a:lnTo>
                  <a:lnTo>
                    <a:pt x="1423529" y="1531216"/>
                  </a:lnTo>
                  <a:lnTo>
                    <a:pt x="1423530" y="1531221"/>
                  </a:lnTo>
                  <a:lnTo>
                    <a:pt x="1423535" y="1531232"/>
                  </a:lnTo>
                  <a:lnTo>
                    <a:pt x="1423542" y="1531245"/>
                  </a:lnTo>
                  <a:lnTo>
                    <a:pt x="1423551" y="1531266"/>
                  </a:lnTo>
                  <a:lnTo>
                    <a:pt x="1423558" y="1531281"/>
                  </a:lnTo>
                  <a:lnTo>
                    <a:pt x="1423564" y="1531295"/>
                  </a:lnTo>
                  <a:lnTo>
                    <a:pt x="1423573" y="1531314"/>
                  </a:lnTo>
                  <a:lnTo>
                    <a:pt x="1423562" y="1531347"/>
                  </a:lnTo>
                  <a:lnTo>
                    <a:pt x="1423533" y="1531381"/>
                  </a:lnTo>
                  <a:lnTo>
                    <a:pt x="1423521" y="1531375"/>
                  </a:lnTo>
                  <a:lnTo>
                    <a:pt x="1423512" y="1531371"/>
                  </a:lnTo>
                  <a:lnTo>
                    <a:pt x="1423505" y="1531369"/>
                  </a:lnTo>
                  <a:lnTo>
                    <a:pt x="1423498" y="1531368"/>
                  </a:lnTo>
                  <a:lnTo>
                    <a:pt x="1423491" y="1531367"/>
                  </a:lnTo>
                  <a:lnTo>
                    <a:pt x="1423482" y="1531367"/>
                  </a:lnTo>
                  <a:lnTo>
                    <a:pt x="1423468" y="1531365"/>
                  </a:lnTo>
                  <a:lnTo>
                    <a:pt x="1423455" y="1531364"/>
                  </a:lnTo>
                  <a:lnTo>
                    <a:pt x="1423442" y="1531363"/>
                  </a:lnTo>
                  <a:lnTo>
                    <a:pt x="1423425" y="1531361"/>
                  </a:lnTo>
                  <a:lnTo>
                    <a:pt x="1423419" y="1531360"/>
                  </a:lnTo>
                  <a:lnTo>
                    <a:pt x="1423414" y="1531358"/>
                  </a:lnTo>
                  <a:lnTo>
                    <a:pt x="1423396" y="1531349"/>
                  </a:lnTo>
                  <a:lnTo>
                    <a:pt x="1423387" y="1531344"/>
                  </a:lnTo>
                  <a:lnTo>
                    <a:pt x="1423373" y="1531340"/>
                  </a:lnTo>
                  <a:lnTo>
                    <a:pt x="1423359" y="1531337"/>
                  </a:lnTo>
                  <a:lnTo>
                    <a:pt x="1423346" y="1531335"/>
                  </a:lnTo>
                  <a:lnTo>
                    <a:pt x="1423330" y="1531334"/>
                  </a:lnTo>
                  <a:lnTo>
                    <a:pt x="1423318" y="1531332"/>
                  </a:lnTo>
                  <a:lnTo>
                    <a:pt x="1423305" y="1531329"/>
                  </a:lnTo>
                  <a:lnTo>
                    <a:pt x="1423293" y="1531327"/>
                  </a:lnTo>
                  <a:lnTo>
                    <a:pt x="1423286" y="1531325"/>
                  </a:lnTo>
                  <a:lnTo>
                    <a:pt x="1423278" y="1531325"/>
                  </a:lnTo>
                  <a:lnTo>
                    <a:pt x="1423272" y="1531326"/>
                  </a:lnTo>
                  <a:lnTo>
                    <a:pt x="1423265" y="1531328"/>
                  </a:lnTo>
                  <a:lnTo>
                    <a:pt x="1423247" y="1531334"/>
                  </a:lnTo>
                  <a:lnTo>
                    <a:pt x="1423236" y="1531337"/>
                  </a:lnTo>
                  <a:lnTo>
                    <a:pt x="1423235" y="1531348"/>
                  </a:lnTo>
                  <a:lnTo>
                    <a:pt x="1423232" y="1531360"/>
                  </a:lnTo>
                  <a:lnTo>
                    <a:pt x="1423229" y="1531375"/>
                  </a:lnTo>
                  <a:lnTo>
                    <a:pt x="1423225" y="1531392"/>
                  </a:lnTo>
                  <a:lnTo>
                    <a:pt x="1423223" y="1531398"/>
                  </a:lnTo>
                  <a:lnTo>
                    <a:pt x="1423217" y="1531410"/>
                  </a:lnTo>
                  <a:lnTo>
                    <a:pt x="1423215" y="1531418"/>
                  </a:lnTo>
                  <a:lnTo>
                    <a:pt x="1423211" y="1531427"/>
                  </a:lnTo>
                  <a:lnTo>
                    <a:pt x="1423210" y="1531432"/>
                  </a:lnTo>
                  <a:lnTo>
                    <a:pt x="1423209" y="1531438"/>
                  </a:lnTo>
                  <a:lnTo>
                    <a:pt x="1423204" y="1531423"/>
                  </a:lnTo>
                  <a:lnTo>
                    <a:pt x="1423187" y="1531393"/>
                  </a:lnTo>
                  <a:lnTo>
                    <a:pt x="1423179" y="1531378"/>
                  </a:lnTo>
                  <a:lnTo>
                    <a:pt x="1423171" y="1531367"/>
                  </a:lnTo>
                  <a:lnTo>
                    <a:pt x="1423167" y="1531365"/>
                  </a:lnTo>
                  <a:lnTo>
                    <a:pt x="1423161" y="1531364"/>
                  </a:lnTo>
                  <a:lnTo>
                    <a:pt x="1423149" y="1531364"/>
                  </a:lnTo>
                  <a:lnTo>
                    <a:pt x="1423138" y="1531366"/>
                  </a:lnTo>
                  <a:lnTo>
                    <a:pt x="1423123" y="1531369"/>
                  </a:lnTo>
                  <a:lnTo>
                    <a:pt x="1423115" y="1531373"/>
                  </a:lnTo>
                  <a:lnTo>
                    <a:pt x="1423109" y="1531378"/>
                  </a:lnTo>
                  <a:lnTo>
                    <a:pt x="1423104" y="1531384"/>
                  </a:lnTo>
                  <a:lnTo>
                    <a:pt x="1423096" y="1531390"/>
                  </a:lnTo>
                  <a:lnTo>
                    <a:pt x="1423090" y="1531392"/>
                  </a:lnTo>
                  <a:lnTo>
                    <a:pt x="1423084" y="1531392"/>
                  </a:lnTo>
                  <a:lnTo>
                    <a:pt x="1423073" y="1531390"/>
                  </a:lnTo>
                  <a:lnTo>
                    <a:pt x="1423062" y="1531389"/>
                  </a:lnTo>
                  <a:lnTo>
                    <a:pt x="1423057" y="1531389"/>
                  </a:lnTo>
                  <a:lnTo>
                    <a:pt x="1423052" y="1531392"/>
                  </a:lnTo>
                  <a:lnTo>
                    <a:pt x="1423041" y="1531402"/>
                  </a:lnTo>
                  <a:lnTo>
                    <a:pt x="1423034" y="1531409"/>
                  </a:lnTo>
                  <a:lnTo>
                    <a:pt x="1423027" y="1531417"/>
                  </a:lnTo>
                  <a:lnTo>
                    <a:pt x="1423021" y="1531423"/>
                  </a:lnTo>
                  <a:lnTo>
                    <a:pt x="1423016" y="1531428"/>
                  </a:lnTo>
                  <a:lnTo>
                    <a:pt x="1423007" y="1531438"/>
                  </a:lnTo>
                  <a:lnTo>
                    <a:pt x="1423001" y="1531445"/>
                  </a:lnTo>
                  <a:lnTo>
                    <a:pt x="1422994" y="1531444"/>
                  </a:lnTo>
                  <a:lnTo>
                    <a:pt x="1422981" y="1531438"/>
                  </a:lnTo>
                  <a:lnTo>
                    <a:pt x="1422961" y="1531426"/>
                  </a:lnTo>
                  <a:lnTo>
                    <a:pt x="1422938" y="1531413"/>
                  </a:lnTo>
                  <a:lnTo>
                    <a:pt x="1422920" y="1531405"/>
                  </a:lnTo>
                  <a:lnTo>
                    <a:pt x="1422908" y="1531400"/>
                  </a:lnTo>
                  <a:lnTo>
                    <a:pt x="1422894" y="1531402"/>
                  </a:lnTo>
                  <a:lnTo>
                    <a:pt x="1422875" y="1531407"/>
                  </a:lnTo>
                  <a:lnTo>
                    <a:pt x="1422863" y="1531412"/>
                  </a:lnTo>
                  <a:lnTo>
                    <a:pt x="1422851" y="1531419"/>
                  </a:lnTo>
                  <a:lnTo>
                    <a:pt x="1422844" y="1531425"/>
                  </a:lnTo>
                  <a:lnTo>
                    <a:pt x="1422840" y="1531430"/>
                  </a:lnTo>
                  <a:lnTo>
                    <a:pt x="1422834" y="1531442"/>
                  </a:lnTo>
                  <a:lnTo>
                    <a:pt x="1422830" y="1531450"/>
                  </a:lnTo>
                  <a:lnTo>
                    <a:pt x="1422824" y="1531455"/>
                  </a:lnTo>
                  <a:lnTo>
                    <a:pt x="1422816" y="1531456"/>
                  </a:lnTo>
                  <a:lnTo>
                    <a:pt x="1422803" y="1531456"/>
                  </a:lnTo>
                  <a:lnTo>
                    <a:pt x="1422798" y="1531458"/>
                  </a:lnTo>
                  <a:lnTo>
                    <a:pt x="1422793" y="1531457"/>
                  </a:lnTo>
                  <a:lnTo>
                    <a:pt x="1422790" y="1531453"/>
                  </a:lnTo>
                  <a:lnTo>
                    <a:pt x="1422785" y="1531449"/>
                  </a:lnTo>
                  <a:lnTo>
                    <a:pt x="1422779" y="1531443"/>
                  </a:lnTo>
                  <a:lnTo>
                    <a:pt x="1422771" y="1531438"/>
                  </a:lnTo>
                  <a:lnTo>
                    <a:pt x="1422764" y="1531433"/>
                  </a:lnTo>
                  <a:lnTo>
                    <a:pt x="1422753" y="1531429"/>
                  </a:lnTo>
                  <a:lnTo>
                    <a:pt x="1422734" y="1531427"/>
                  </a:lnTo>
                  <a:lnTo>
                    <a:pt x="1422721" y="1531426"/>
                  </a:lnTo>
                  <a:lnTo>
                    <a:pt x="1422705" y="1531437"/>
                  </a:lnTo>
                  <a:lnTo>
                    <a:pt x="1422688" y="1531440"/>
                  </a:lnTo>
                  <a:lnTo>
                    <a:pt x="1422681" y="1531444"/>
                  </a:lnTo>
                  <a:lnTo>
                    <a:pt x="1422673" y="1531449"/>
                  </a:lnTo>
                  <a:lnTo>
                    <a:pt x="1422668" y="1531449"/>
                  </a:lnTo>
                  <a:lnTo>
                    <a:pt x="1422658" y="1531451"/>
                  </a:lnTo>
                  <a:lnTo>
                    <a:pt x="1422652" y="1531456"/>
                  </a:lnTo>
                  <a:lnTo>
                    <a:pt x="1422645" y="1531458"/>
                  </a:lnTo>
                  <a:lnTo>
                    <a:pt x="1422640" y="1531455"/>
                  </a:lnTo>
                  <a:lnTo>
                    <a:pt x="1422635" y="1531445"/>
                  </a:lnTo>
                  <a:lnTo>
                    <a:pt x="1422630" y="1531440"/>
                  </a:lnTo>
                  <a:lnTo>
                    <a:pt x="1422623" y="1531439"/>
                  </a:lnTo>
                  <a:lnTo>
                    <a:pt x="1422611" y="1531433"/>
                  </a:lnTo>
                  <a:lnTo>
                    <a:pt x="1422597" y="1531424"/>
                  </a:lnTo>
                  <a:lnTo>
                    <a:pt x="1422579" y="1531415"/>
                  </a:lnTo>
                  <a:lnTo>
                    <a:pt x="1422570" y="1531412"/>
                  </a:lnTo>
                  <a:lnTo>
                    <a:pt x="1422562" y="1531410"/>
                  </a:lnTo>
                  <a:lnTo>
                    <a:pt x="1422557" y="1531406"/>
                  </a:lnTo>
                  <a:lnTo>
                    <a:pt x="1422552" y="1531401"/>
                  </a:lnTo>
                  <a:lnTo>
                    <a:pt x="1422546" y="1531396"/>
                  </a:lnTo>
                  <a:lnTo>
                    <a:pt x="1422535" y="1531388"/>
                  </a:lnTo>
                  <a:lnTo>
                    <a:pt x="1422523" y="1531382"/>
                  </a:lnTo>
                  <a:lnTo>
                    <a:pt x="1422511" y="1531376"/>
                  </a:lnTo>
                  <a:lnTo>
                    <a:pt x="1422486" y="1531368"/>
                  </a:lnTo>
                  <a:lnTo>
                    <a:pt x="1422461" y="1531362"/>
                  </a:lnTo>
                  <a:lnTo>
                    <a:pt x="1422441" y="1531358"/>
                  </a:lnTo>
                  <a:lnTo>
                    <a:pt x="1422417" y="1531356"/>
                  </a:lnTo>
                  <a:lnTo>
                    <a:pt x="1422399" y="1531353"/>
                  </a:lnTo>
                  <a:lnTo>
                    <a:pt x="1422388" y="1531350"/>
                  </a:lnTo>
                  <a:lnTo>
                    <a:pt x="1422383" y="1531347"/>
                  </a:lnTo>
                  <a:lnTo>
                    <a:pt x="1422378" y="1531335"/>
                  </a:lnTo>
                  <a:lnTo>
                    <a:pt x="1422373" y="1531325"/>
                  </a:lnTo>
                  <a:lnTo>
                    <a:pt x="1422365" y="1531313"/>
                  </a:lnTo>
                  <a:lnTo>
                    <a:pt x="1422357" y="1531303"/>
                  </a:lnTo>
                  <a:lnTo>
                    <a:pt x="1422348" y="1531292"/>
                  </a:lnTo>
                  <a:lnTo>
                    <a:pt x="1422345" y="1531284"/>
                  </a:lnTo>
                  <a:lnTo>
                    <a:pt x="1422334" y="1531277"/>
                  </a:lnTo>
                  <a:lnTo>
                    <a:pt x="1422325" y="1531272"/>
                  </a:lnTo>
                  <a:lnTo>
                    <a:pt x="1422319" y="1531268"/>
                  </a:lnTo>
                  <a:lnTo>
                    <a:pt x="1422320" y="1531263"/>
                  </a:lnTo>
                  <a:lnTo>
                    <a:pt x="1422324" y="1531256"/>
                  </a:lnTo>
                  <a:lnTo>
                    <a:pt x="1422327" y="1531248"/>
                  </a:lnTo>
                  <a:lnTo>
                    <a:pt x="1422330" y="1531240"/>
                  </a:lnTo>
                  <a:lnTo>
                    <a:pt x="1422330" y="1531228"/>
                  </a:lnTo>
                  <a:lnTo>
                    <a:pt x="1422331" y="1531217"/>
                  </a:lnTo>
                  <a:lnTo>
                    <a:pt x="1422332" y="1531207"/>
                  </a:lnTo>
                  <a:lnTo>
                    <a:pt x="1422326" y="1531199"/>
                  </a:lnTo>
                  <a:lnTo>
                    <a:pt x="1422323" y="1531193"/>
                  </a:lnTo>
                  <a:lnTo>
                    <a:pt x="1422325" y="1531187"/>
                  </a:lnTo>
                  <a:lnTo>
                    <a:pt x="1422329" y="1531183"/>
                  </a:lnTo>
                  <a:lnTo>
                    <a:pt x="1422333" y="1531177"/>
                  </a:lnTo>
                  <a:lnTo>
                    <a:pt x="1422338" y="1531062"/>
                  </a:lnTo>
                  <a:lnTo>
                    <a:pt x="1422307" y="1530994"/>
                  </a:lnTo>
                  <a:lnTo>
                    <a:pt x="1422300" y="1531001"/>
                  </a:lnTo>
                  <a:lnTo>
                    <a:pt x="1422291" y="1531010"/>
                  </a:lnTo>
                  <a:lnTo>
                    <a:pt x="1422282" y="1531018"/>
                  </a:lnTo>
                  <a:lnTo>
                    <a:pt x="1422273" y="1531027"/>
                  </a:lnTo>
                  <a:lnTo>
                    <a:pt x="1422265" y="1531034"/>
                  </a:lnTo>
                  <a:lnTo>
                    <a:pt x="1422257" y="1531040"/>
                  </a:lnTo>
                  <a:lnTo>
                    <a:pt x="1422248" y="1531044"/>
                  </a:lnTo>
                  <a:lnTo>
                    <a:pt x="1422231" y="1531049"/>
                  </a:lnTo>
                  <a:lnTo>
                    <a:pt x="1422220" y="1531053"/>
                  </a:lnTo>
                  <a:lnTo>
                    <a:pt x="1422212" y="1531059"/>
                  </a:lnTo>
                  <a:lnTo>
                    <a:pt x="1422203" y="1531061"/>
                  </a:lnTo>
                  <a:lnTo>
                    <a:pt x="1422196" y="1531061"/>
                  </a:lnTo>
                  <a:lnTo>
                    <a:pt x="1422184" y="1531062"/>
                  </a:lnTo>
                  <a:lnTo>
                    <a:pt x="1422178" y="1531068"/>
                  </a:lnTo>
                  <a:lnTo>
                    <a:pt x="1422170" y="1531078"/>
                  </a:lnTo>
                  <a:lnTo>
                    <a:pt x="1422165" y="1531085"/>
                  </a:lnTo>
                  <a:lnTo>
                    <a:pt x="1422161" y="1531090"/>
                  </a:lnTo>
                  <a:lnTo>
                    <a:pt x="1422153" y="1531097"/>
                  </a:lnTo>
                  <a:lnTo>
                    <a:pt x="1422143" y="1531102"/>
                  </a:lnTo>
                  <a:lnTo>
                    <a:pt x="1422131" y="1531107"/>
                  </a:lnTo>
                  <a:lnTo>
                    <a:pt x="1422120" y="1531110"/>
                  </a:lnTo>
                  <a:lnTo>
                    <a:pt x="1422004" y="1530886"/>
                  </a:lnTo>
                  <a:lnTo>
                    <a:pt x="1421997" y="1530776"/>
                  </a:lnTo>
                  <a:lnTo>
                    <a:pt x="1421997" y="1530769"/>
                  </a:lnTo>
                  <a:lnTo>
                    <a:pt x="1421999" y="1530759"/>
                  </a:lnTo>
                  <a:lnTo>
                    <a:pt x="1422002" y="1530740"/>
                  </a:lnTo>
                  <a:lnTo>
                    <a:pt x="1422003" y="1530727"/>
                  </a:lnTo>
                  <a:lnTo>
                    <a:pt x="1422003" y="1530721"/>
                  </a:lnTo>
                  <a:lnTo>
                    <a:pt x="1422004" y="1530715"/>
                  </a:lnTo>
                  <a:lnTo>
                    <a:pt x="1422004" y="1530706"/>
                  </a:lnTo>
                  <a:lnTo>
                    <a:pt x="1422006" y="1530696"/>
                  </a:lnTo>
                  <a:lnTo>
                    <a:pt x="1422009" y="1530689"/>
                  </a:lnTo>
                  <a:lnTo>
                    <a:pt x="1422012" y="1530682"/>
                  </a:lnTo>
                  <a:lnTo>
                    <a:pt x="1422016" y="1530675"/>
                  </a:lnTo>
                  <a:lnTo>
                    <a:pt x="1422022" y="1530669"/>
                  </a:lnTo>
                  <a:lnTo>
                    <a:pt x="1422026" y="1530664"/>
                  </a:lnTo>
                  <a:lnTo>
                    <a:pt x="1422030" y="1530658"/>
                  </a:lnTo>
                  <a:lnTo>
                    <a:pt x="1422034" y="1530649"/>
                  </a:lnTo>
                  <a:lnTo>
                    <a:pt x="1422036" y="1530643"/>
                  </a:lnTo>
                  <a:lnTo>
                    <a:pt x="1422038" y="1530633"/>
                  </a:lnTo>
                  <a:lnTo>
                    <a:pt x="1422037" y="1530626"/>
                  </a:lnTo>
                  <a:lnTo>
                    <a:pt x="1422034" y="1530621"/>
                  </a:lnTo>
                  <a:lnTo>
                    <a:pt x="1422032" y="1530616"/>
                  </a:lnTo>
                  <a:lnTo>
                    <a:pt x="1422028" y="1530612"/>
                  </a:lnTo>
                  <a:lnTo>
                    <a:pt x="1422024" y="1530607"/>
                  </a:lnTo>
                  <a:lnTo>
                    <a:pt x="1422019" y="1530604"/>
                  </a:lnTo>
                  <a:lnTo>
                    <a:pt x="1422010" y="1530602"/>
                  </a:lnTo>
                  <a:lnTo>
                    <a:pt x="1422002" y="1530603"/>
                  </a:lnTo>
                  <a:lnTo>
                    <a:pt x="1421996" y="1530603"/>
                  </a:lnTo>
                  <a:lnTo>
                    <a:pt x="1421960" y="1530588"/>
                  </a:lnTo>
                  <a:lnTo>
                    <a:pt x="1421969" y="1530580"/>
                  </a:lnTo>
                  <a:lnTo>
                    <a:pt x="1421973" y="1530576"/>
                  </a:lnTo>
                  <a:lnTo>
                    <a:pt x="1421977" y="1530572"/>
                  </a:lnTo>
                  <a:lnTo>
                    <a:pt x="1421981" y="1530567"/>
                  </a:lnTo>
                  <a:lnTo>
                    <a:pt x="1421983" y="1530561"/>
                  </a:lnTo>
                  <a:lnTo>
                    <a:pt x="1421983" y="1530556"/>
                  </a:lnTo>
                  <a:lnTo>
                    <a:pt x="1421979" y="1530548"/>
                  </a:lnTo>
                  <a:lnTo>
                    <a:pt x="1421975" y="1530542"/>
                  </a:lnTo>
                  <a:lnTo>
                    <a:pt x="1421972" y="1530537"/>
                  </a:lnTo>
                  <a:lnTo>
                    <a:pt x="1421967" y="1530530"/>
                  </a:lnTo>
                  <a:lnTo>
                    <a:pt x="1421963" y="1530521"/>
                  </a:lnTo>
                  <a:lnTo>
                    <a:pt x="1421957" y="1530509"/>
                  </a:lnTo>
                  <a:lnTo>
                    <a:pt x="1421950" y="1530500"/>
                  </a:lnTo>
                  <a:lnTo>
                    <a:pt x="1421939" y="1530500"/>
                  </a:lnTo>
                  <a:lnTo>
                    <a:pt x="1421929" y="1530500"/>
                  </a:lnTo>
                  <a:lnTo>
                    <a:pt x="1421919" y="1530502"/>
                  </a:lnTo>
                  <a:lnTo>
                    <a:pt x="1421912" y="1530505"/>
                  </a:lnTo>
                  <a:lnTo>
                    <a:pt x="1421906" y="1530506"/>
                  </a:lnTo>
                  <a:lnTo>
                    <a:pt x="1421897" y="1530507"/>
                  </a:lnTo>
                  <a:lnTo>
                    <a:pt x="1421889" y="1530506"/>
                  </a:lnTo>
                  <a:lnTo>
                    <a:pt x="1421882" y="1530505"/>
                  </a:lnTo>
                  <a:lnTo>
                    <a:pt x="1421873" y="1530506"/>
                  </a:lnTo>
                  <a:lnTo>
                    <a:pt x="1421860" y="1530507"/>
                  </a:lnTo>
                  <a:lnTo>
                    <a:pt x="1421842" y="1530509"/>
                  </a:lnTo>
                  <a:lnTo>
                    <a:pt x="1421833" y="1530510"/>
                  </a:lnTo>
                  <a:lnTo>
                    <a:pt x="1421820" y="1530513"/>
                  </a:lnTo>
                  <a:lnTo>
                    <a:pt x="1421814" y="1530516"/>
                  </a:lnTo>
                  <a:lnTo>
                    <a:pt x="1421809" y="1530521"/>
                  </a:lnTo>
                  <a:lnTo>
                    <a:pt x="1421805" y="1530528"/>
                  </a:lnTo>
                  <a:lnTo>
                    <a:pt x="1421797" y="1530537"/>
                  </a:lnTo>
                  <a:lnTo>
                    <a:pt x="1421791" y="1530542"/>
                  </a:lnTo>
                  <a:lnTo>
                    <a:pt x="1421786" y="1530547"/>
                  </a:lnTo>
                  <a:lnTo>
                    <a:pt x="1421783" y="1530556"/>
                  </a:lnTo>
                  <a:lnTo>
                    <a:pt x="1421782" y="1530561"/>
                  </a:lnTo>
                  <a:lnTo>
                    <a:pt x="1421782" y="1530569"/>
                  </a:lnTo>
                  <a:lnTo>
                    <a:pt x="1421778" y="1530577"/>
                  </a:lnTo>
                  <a:lnTo>
                    <a:pt x="1421771" y="1530587"/>
                  </a:lnTo>
                  <a:lnTo>
                    <a:pt x="1421765" y="1530594"/>
                  </a:lnTo>
                  <a:lnTo>
                    <a:pt x="1421759" y="1530601"/>
                  </a:lnTo>
                  <a:lnTo>
                    <a:pt x="1421753" y="1530606"/>
                  </a:lnTo>
                  <a:lnTo>
                    <a:pt x="1421749" y="1530613"/>
                  </a:lnTo>
                  <a:lnTo>
                    <a:pt x="1421750" y="1530626"/>
                  </a:lnTo>
                  <a:lnTo>
                    <a:pt x="1421752" y="1530635"/>
                  </a:lnTo>
                  <a:lnTo>
                    <a:pt x="1421753" y="1530647"/>
                  </a:lnTo>
                  <a:lnTo>
                    <a:pt x="1421753" y="1530654"/>
                  </a:lnTo>
                  <a:lnTo>
                    <a:pt x="1421752" y="1530660"/>
                  </a:lnTo>
                  <a:lnTo>
                    <a:pt x="1421746" y="1530668"/>
                  </a:lnTo>
                  <a:lnTo>
                    <a:pt x="1421741" y="1530671"/>
                  </a:lnTo>
                  <a:lnTo>
                    <a:pt x="1421730" y="1530677"/>
                  </a:lnTo>
                  <a:lnTo>
                    <a:pt x="1421719" y="1530682"/>
                  </a:lnTo>
                  <a:lnTo>
                    <a:pt x="1421710" y="1530683"/>
                  </a:lnTo>
                  <a:lnTo>
                    <a:pt x="1421701" y="1530683"/>
                  </a:lnTo>
                  <a:lnTo>
                    <a:pt x="1421693" y="1530682"/>
                  </a:lnTo>
                  <a:lnTo>
                    <a:pt x="1421681" y="1530679"/>
                  </a:lnTo>
                  <a:lnTo>
                    <a:pt x="1421673" y="1530673"/>
                  </a:lnTo>
                  <a:lnTo>
                    <a:pt x="1421669" y="1530669"/>
                  </a:lnTo>
                  <a:lnTo>
                    <a:pt x="1421663" y="1530664"/>
                  </a:lnTo>
                  <a:lnTo>
                    <a:pt x="1421656" y="1530658"/>
                  </a:lnTo>
                  <a:lnTo>
                    <a:pt x="1421648" y="1530653"/>
                  </a:lnTo>
                  <a:lnTo>
                    <a:pt x="1421638" y="1530641"/>
                  </a:lnTo>
                  <a:lnTo>
                    <a:pt x="1421626" y="1530628"/>
                  </a:lnTo>
                  <a:lnTo>
                    <a:pt x="1421615" y="1530617"/>
                  </a:lnTo>
                  <a:lnTo>
                    <a:pt x="1421620" y="1530612"/>
                  </a:lnTo>
                  <a:lnTo>
                    <a:pt x="1421626" y="1530609"/>
                  </a:lnTo>
                  <a:lnTo>
                    <a:pt x="1421635" y="1530606"/>
                  </a:lnTo>
                  <a:lnTo>
                    <a:pt x="1421643" y="1530603"/>
                  </a:lnTo>
                  <a:lnTo>
                    <a:pt x="1421649" y="1530600"/>
                  </a:lnTo>
                  <a:lnTo>
                    <a:pt x="1421654" y="1530596"/>
                  </a:lnTo>
                  <a:lnTo>
                    <a:pt x="1421657" y="1530590"/>
                  </a:lnTo>
                  <a:lnTo>
                    <a:pt x="1421657" y="1530582"/>
                  </a:lnTo>
                  <a:lnTo>
                    <a:pt x="1421657" y="1530567"/>
                  </a:lnTo>
                  <a:lnTo>
                    <a:pt x="1421655" y="1530556"/>
                  </a:lnTo>
                  <a:lnTo>
                    <a:pt x="1421652" y="1530542"/>
                  </a:lnTo>
                  <a:lnTo>
                    <a:pt x="1421648" y="1530532"/>
                  </a:lnTo>
                  <a:lnTo>
                    <a:pt x="1421646" y="1530524"/>
                  </a:lnTo>
                  <a:lnTo>
                    <a:pt x="1421645" y="1530516"/>
                  </a:lnTo>
                  <a:lnTo>
                    <a:pt x="1421643" y="1530511"/>
                  </a:lnTo>
                  <a:lnTo>
                    <a:pt x="1421640" y="1530505"/>
                  </a:lnTo>
                  <a:lnTo>
                    <a:pt x="1421637" y="1530500"/>
                  </a:lnTo>
                  <a:lnTo>
                    <a:pt x="1421634" y="1530496"/>
                  </a:lnTo>
                  <a:lnTo>
                    <a:pt x="1421630" y="1530492"/>
                  </a:lnTo>
                  <a:lnTo>
                    <a:pt x="1421625" y="1530492"/>
                  </a:lnTo>
                  <a:lnTo>
                    <a:pt x="1421619" y="1530492"/>
                  </a:lnTo>
                  <a:lnTo>
                    <a:pt x="1421612" y="1530492"/>
                  </a:lnTo>
                  <a:lnTo>
                    <a:pt x="1421601" y="1530355"/>
                  </a:lnTo>
                  <a:lnTo>
                    <a:pt x="1421604" y="1530348"/>
                  </a:lnTo>
                  <a:lnTo>
                    <a:pt x="1421607" y="1530343"/>
                  </a:lnTo>
                  <a:lnTo>
                    <a:pt x="1421606" y="1530331"/>
                  </a:lnTo>
                  <a:lnTo>
                    <a:pt x="1421604" y="1530319"/>
                  </a:lnTo>
                  <a:lnTo>
                    <a:pt x="1421602" y="1530305"/>
                  </a:lnTo>
                  <a:lnTo>
                    <a:pt x="1421599" y="1530289"/>
                  </a:lnTo>
                  <a:lnTo>
                    <a:pt x="1421597" y="1530283"/>
                  </a:lnTo>
                  <a:lnTo>
                    <a:pt x="1421593" y="1530278"/>
                  </a:lnTo>
                  <a:lnTo>
                    <a:pt x="1421588" y="1530275"/>
                  </a:lnTo>
                  <a:lnTo>
                    <a:pt x="1421581" y="1530270"/>
                  </a:lnTo>
                  <a:lnTo>
                    <a:pt x="1421577" y="1530264"/>
                  </a:lnTo>
                  <a:lnTo>
                    <a:pt x="1421574" y="1530257"/>
                  </a:lnTo>
                  <a:lnTo>
                    <a:pt x="1421573" y="1530250"/>
                  </a:lnTo>
                  <a:lnTo>
                    <a:pt x="1421576" y="1530240"/>
                  </a:lnTo>
                  <a:lnTo>
                    <a:pt x="1421579" y="1530232"/>
                  </a:lnTo>
                  <a:lnTo>
                    <a:pt x="1421548" y="1530161"/>
                  </a:lnTo>
                  <a:lnTo>
                    <a:pt x="1421545" y="1530155"/>
                  </a:lnTo>
                  <a:lnTo>
                    <a:pt x="1421464" y="1529971"/>
                  </a:lnTo>
                  <a:lnTo>
                    <a:pt x="1421460" y="1529968"/>
                  </a:lnTo>
                  <a:lnTo>
                    <a:pt x="1421454" y="1529965"/>
                  </a:lnTo>
                  <a:lnTo>
                    <a:pt x="1421449" y="1529964"/>
                  </a:lnTo>
                  <a:lnTo>
                    <a:pt x="1421442" y="1529963"/>
                  </a:lnTo>
                  <a:lnTo>
                    <a:pt x="1421434" y="1529963"/>
                  </a:lnTo>
                  <a:lnTo>
                    <a:pt x="1421427" y="1529965"/>
                  </a:lnTo>
                  <a:lnTo>
                    <a:pt x="1421420" y="1529969"/>
                  </a:lnTo>
                  <a:lnTo>
                    <a:pt x="1421411" y="1529975"/>
                  </a:lnTo>
                  <a:lnTo>
                    <a:pt x="1421406" y="1529981"/>
                  </a:lnTo>
                  <a:lnTo>
                    <a:pt x="1421399" y="1529988"/>
                  </a:lnTo>
                  <a:lnTo>
                    <a:pt x="1421396" y="1529992"/>
                  </a:lnTo>
                  <a:lnTo>
                    <a:pt x="1421392" y="1529996"/>
                  </a:lnTo>
                  <a:lnTo>
                    <a:pt x="1421386" y="1530000"/>
                  </a:lnTo>
                  <a:lnTo>
                    <a:pt x="1421380" y="1530003"/>
                  </a:lnTo>
                  <a:lnTo>
                    <a:pt x="1421373" y="1530003"/>
                  </a:lnTo>
                  <a:lnTo>
                    <a:pt x="1421368" y="1530002"/>
                  </a:lnTo>
                  <a:lnTo>
                    <a:pt x="1421208" y="1529941"/>
                  </a:lnTo>
                  <a:lnTo>
                    <a:pt x="1421209" y="1529936"/>
                  </a:lnTo>
                  <a:lnTo>
                    <a:pt x="1421210" y="1529927"/>
                  </a:lnTo>
                  <a:lnTo>
                    <a:pt x="1421209" y="1529920"/>
                  </a:lnTo>
                  <a:lnTo>
                    <a:pt x="1421208" y="1529915"/>
                  </a:lnTo>
                  <a:lnTo>
                    <a:pt x="1421206" y="1529907"/>
                  </a:lnTo>
                  <a:lnTo>
                    <a:pt x="1421202" y="1529899"/>
                  </a:lnTo>
                  <a:lnTo>
                    <a:pt x="1421198" y="1529894"/>
                  </a:lnTo>
                  <a:lnTo>
                    <a:pt x="1421195" y="1529888"/>
                  </a:lnTo>
                  <a:lnTo>
                    <a:pt x="1421192" y="1529883"/>
                  </a:lnTo>
                  <a:lnTo>
                    <a:pt x="1421187" y="1529875"/>
                  </a:lnTo>
                  <a:lnTo>
                    <a:pt x="1421178" y="1529869"/>
                  </a:lnTo>
                  <a:lnTo>
                    <a:pt x="1421164" y="1529859"/>
                  </a:lnTo>
                  <a:lnTo>
                    <a:pt x="1421156" y="1529854"/>
                  </a:lnTo>
                  <a:lnTo>
                    <a:pt x="1421149" y="1529849"/>
                  </a:lnTo>
                  <a:lnTo>
                    <a:pt x="1421142" y="1529845"/>
                  </a:lnTo>
                  <a:lnTo>
                    <a:pt x="1421129" y="1529825"/>
                  </a:lnTo>
                  <a:lnTo>
                    <a:pt x="1421101" y="1529780"/>
                  </a:lnTo>
                  <a:lnTo>
                    <a:pt x="1421072" y="1529734"/>
                  </a:lnTo>
                  <a:lnTo>
                    <a:pt x="1421062" y="1529729"/>
                  </a:lnTo>
                  <a:lnTo>
                    <a:pt x="1421050" y="1529724"/>
                  </a:lnTo>
                  <a:lnTo>
                    <a:pt x="1421043" y="1529722"/>
                  </a:lnTo>
                  <a:lnTo>
                    <a:pt x="1421038" y="1529720"/>
                  </a:lnTo>
                  <a:lnTo>
                    <a:pt x="1421032" y="1529719"/>
                  </a:lnTo>
                  <a:lnTo>
                    <a:pt x="1421024" y="1529718"/>
                  </a:lnTo>
                  <a:lnTo>
                    <a:pt x="1421009" y="1529718"/>
                  </a:lnTo>
                  <a:lnTo>
                    <a:pt x="1420997" y="1529719"/>
                  </a:lnTo>
                  <a:lnTo>
                    <a:pt x="1420960" y="1529664"/>
                  </a:lnTo>
                  <a:lnTo>
                    <a:pt x="1420954" y="1529663"/>
                  </a:lnTo>
                  <a:lnTo>
                    <a:pt x="1420947" y="1529660"/>
                  </a:lnTo>
                  <a:lnTo>
                    <a:pt x="1420940" y="1529655"/>
                  </a:lnTo>
                  <a:lnTo>
                    <a:pt x="1420933" y="1529649"/>
                  </a:lnTo>
                  <a:lnTo>
                    <a:pt x="1420929" y="1529644"/>
                  </a:lnTo>
                  <a:lnTo>
                    <a:pt x="1420923" y="1529639"/>
                  </a:lnTo>
                  <a:lnTo>
                    <a:pt x="1420915" y="1529631"/>
                  </a:lnTo>
                  <a:lnTo>
                    <a:pt x="1420907" y="1529623"/>
                  </a:lnTo>
                  <a:lnTo>
                    <a:pt x="1420901" y="1529619"/>
                  </a:lnTo>
                  <a:lnTo>
                    <a:pt x="1420895" y="1529616"/>
                  </a:lnTo>
                  <a:lnTo>
                    <a:pt x="1420890" y="1529615"/>
                  </a:lnTo>
                  <a:lnTo>
                    <a:pt x="1420885" y="1529615"/>
                  </a:lnTo>
                  <a:lnTo>
                    <a:pt x="1420876" y="1529616"/>
                  </a:lnTo>
                  <a:lnTo>
                    <a:pt x="1420868" y="1529619"/>
                  </a:lnTo>
                  <a:lnTo>
                    <a:pt x="1420863" y="1529621"/>
                  </a:lnTo>
                  <a:lnTo>
                    <a:pt x="1420856" y="1529623"/>
                  </a:lnTo>
                  <a:lnTo>
                    <a:pt x="1420851" y="1529622"/>
                  </a:lnTo>
                  <a:lnTo>
                    <a:pt x="1420845" y="1529619"/>
                  </a:lnTo>
                  <a:lnTo>
                    <a:pt x="1420841" y="1529616"/>
                  </a:lnTo>
                  <a:lnTo>
                    <a:pt x="1420833" y="1529605"/>
                  </a:lnTo>
                  <a:lnTo>
                    <a:pt x="1420828" y="1529594"/>
                  </a:lnTo>
                  <a:lnTo>
                    <a:pt x="1420827" y="1529586"/>
                  </a:lnTo>
                  <a:lnTo>
                    <a:pt x="1420825" y="1529574"/>
                  </a:lnTo>
                  <a:lnTo>
                    <a:pt x="1420822" y="1529565"/>
                  </a:lnTo>
                  <a:lnTo>
                    <a:pt x="1420820" y="1529556"/>
                  </a:lnTo>
                  <a:lnTo>
                    <a:pt x="1420814" y="1529563"/>
                  </a:lnTo>
                  <a:lnTo>
                    <a:pt x="1420800" y="1529567"/>
                  </a:lnTo>
                  <a:lnTo>
                    <a:pt x="1420787" y="1529571"/>
                  </a:lnTo>
                  <a:lnTo>
                    <a:pt x="1420777" y="1529573"/>
                  </a:lnTo>
                  <a:lnTo>
                    <a:pt x="1420765" y="1529572"/>
                  </a:lnTo>
                  <a:lnTo>
                    <a:pt x="1420754" y="1529568"/>
                  </a:lnTo>
                  <a:lnTo>
                    <a:pt x="1420747" y="1529565"/>
                  </a:lnTo>
                  <a:lnTo>
                    <a:pt x="1420736" y="1529562"/>
                  </a:lnTo>
                  <a:lnTo>
                    <a:pt x="1420722" y="1529561"/>
                  </a:lnTo>
                  <a:lnTo>
                    <a:pt x="1420705" y="1529561"/>
                  </a:lnTo>
                  <a:lnTo>
                    <a:pt x="1420697" y="1529561"/>
                  </a:lnTo>
                  <a:lnTo>
                    <a:pt x="1420689" y="1529561"/>
                  </a:lnTo>
                  <a:lnTo>
                    <a:pt x="1420683" y="1529561"/>
                  </a:lnTo>
                  <a:lnTo>
                    <a:pt x="1420677" y="1529562"/>
                  </a:lnTo>
                  <a:lnTo>
                    <a:pt x="1420671" y="1529560"/>
                  </a:lnTo>
                  <a:lnTo>
                    <a:pt x="1420665" y="1529557"/>
                  </a:lnTo>
                  <a:lnTo>
                    <a:pt x="1420655" y="1529547"/>
                  </a:lnTo>
                  <a:lnTo>
                    <a:pt x="1420651" y="1529541"/>
                  </a:lnTo>
                  <a:lnTo>
                    <a:pt x="1420646" y="1529536"/>
                  </a:lnTo>
                  <a:lnTo>
                    <a:pt x="1420641" y="1529530"/>
                  </a:lnTo>
                  <a:lnTo>
                    <a:pt x="1420634" y="1529529"/>
                  </a:lnTo>
                  <a:lnTo>
                    <a:pt x="1420629" y="1529530"/>
                  </a:lnTo>
                  <a:lnTo>
                    <a:pt x="1420619" y="1529534"/>
                  </a:lnTo>
                  <a:lnTo>
                    <a:pt x="1420612" y="1529539"/>
                  </a:lnTo>
                  <a:lnTo>
                    <a:pt x="1420606" y="1529543"/>
                  </a:lnTo>
                  <a:lnTo>
                    <a:pt x="1420602" y="1529547"/>
                  </a:lnTo>
                  <a:lnTo>
                    <a:pt x="1420599" y="1529552"/>
                  </a:lnTo>
                  <a:lnTo>
                    <a:pt x="1420595" y="1529559"/>
                  </a:lnTo>
                  <a:lnTo>
                    <a:pt x="1420589" y="1529567"/>
                  </a:lnTo>
                  <a:lnTo>
                    <a:pt x="1420583" y="1529574"/>
                  </a:lnTo>
                  <a:lnTo>
                    <a:pt x="1420575" y="1529583"/>
                  </a:lnTo>
                  <a:lnTo>
                    <a:pt x="1420565" y="1529594"/>
                  </a:lnTo>
                  <a:lnTo>
                    <a:pt x="1420557" y="1529599"/>
                  </a:lnTo>
                  <a:lnTo>
                    <a:pt x="1420551" y="1529601"/>
                  </a:lnTo>
                  <a:lnTo>
                    <a:pt x="1420546" y="1529598"/>
                  </a:lnTo>
                  <a:lnTo>
                    <a:pt x="1420542" y="1529595"/>
                  </a:lnTo>
                  <a:lnTo>
                    <a:pt x="1420533" y="1529585"/>
                  </a:lnTo>
                  <a:lnTo>
                    <a:pt x="1420526" y="1529580"/>
                  </a:lnTo>
                  <a:lnTo>
                    <a:pt x="1420520" y="1529576"/>
                  </a:lnTo>
                  <a:lnTo>
                    <a:pt x="1420511" y="1529575"/>
                  </a:lnTo>
                  <a:lnTo>
                    <a:pt x="1420507" y="1529574"/>
                  </a:lnTo>
                  <a:lnTo>
                    <a:pt x="1420499" y="1529572"/>
                  </a:lnTo>
                  <a:lnTo>
                    <a:pt x="1420486" y="1529568"/>
                  </a:lnTo>
                  <a:lnTo>
                    <a:pt x="1420474" y="1529566"/>
                  </a:lnTo>
                  <a:lnTo>
                    <a:pt x="1420464" y="1529566"/>
                  </a:lnTo>
                  <a:lnTo>
                    <a:pt x="1420455" y="1529567"/>
                  </a:lnTo>
                  <a:lnTo>
                    <a:pt x="1420445" y="1529571"/>
                  </a:lnTo>
                  <a:lnTo>
                    <a:pt x="1420436" y="1529574"/>
                  </a:lnTo>
                  <a:lnTo>
                    <a:pt x="1420429" y="1529575"/>
                  </a:lnTo>
                  <a:lnTo>
                    <a:pt x="1420424" y="1529573"/>
                  </a:lnTo>
                  <a:lnTo>
                    <a:pt x="1420417" y="1529569"/>
                  </a:lnTo>
                  <a:lnTo>
                    <a:pt x="1420405" y="1529557"/>
                  </a:lnTo>
                  <a:lnTo>
                    <a:pt x="1420400" y="1529553"/>
                  </a:lnTo>
                  <a:lnTo>
                    <a:pt x="1420396" y="1529550"/>
                  </a:lnTo>
                  <a:lnTo>
                    <a:pt x="1420387" y="1529546"/>
                  </a:lnTo>
                  <a:lnTo>
                    <a:pt x="1420374" y="1529546"/>
                  </a:lnTo>
                  <a:lnTo>
                    <a:pt x="1420362" y="1529550"/>
                  </a:lnTo>
                  <a:lnTo>
                    <a:pt x="1420356" y="1529554"/>
                  </a:lnTo>
                  <a:lnTo>
                    <a:pt x="1420342" y="1529564"/>
                  </a:lnTo>
                  <a:lnTo>
                    <a:pt x="1420333" y="1529571"/>
                  </a:lnTo>
                  <a:lnTo>
                    <a:pt x="1420325" y="1529575"/>
                  </a:lnTo>
                  <a:lnTo>
                    <a:pt x="1420318" y="1529577"/>
                  </a:lnTo>
                  <a:lnTo>
                    <a:pt x="1420310" y="1529579"/>
                  </a:lnTo>
                  <a:lnTo>
                    <a:pt x="1420305" y="1529579"/>
                  </a:lnTo>
                  <a:lnTo>
                    <a:pt x="1420294" y="1529577"/>
                  </a:lnTo>
                  <a:lnTo>
                    <a:pt x="1420281" y="1529576"/>
                  </a:lnTo>
                  <a:lnTo>
                    <a:pt x="1420269" y="1529576"/>
                  </a:lnTo>
                  <a:lnTo>
                    <a:pt x="1420261" y="1529577"/>
                  </a:lnTo>
                  <a:lnTo>
                    <a:pt x="1420251" y="1529581"/>
                  </a:lnTo>
                  <a:lnTo>
                    <a:pt x="1420245" y="1529589"/>
                  </a:lnTo>
                  <a:lnTo>
                    <a:pt x="1420242" y="1529603"/>
                  </a:lnTo>
                  <a:lnTo>
                    <a:pt x="1420238" y="1529611"/>
                  </a:lnTo>
                  <a:lnTo>
                    <a:pt x="1420236" y="1529616"/>
                  </a:lnTo>
                  <a:lnTo>
                    <a:pt x="1420233" y="1529622"/>
                  </a:lnTo>
                  <a:lnTo>
                    <a:pt x="1420229" y="1529627"/>
                  </a:lnTo>
                  <a:lnTo>
                    <a:pt x="1420223" y="1529634"/>
                  </a:lnTo>
                  <a:lnTo>
                    <a:pt x="1420219" y="1529641"/>
                  </a:lnTo>
                  <a:lnTo>
                    <a:pt x="1420213" y="1529648"/>
                  </a:lnTo>
                  <a:lnTo>
                    <a:pt x="1420206" y="1529654"/>
                  </a:lnTo>
                  <a:lnTo>
                    <a:pt x="1420194" y="1529654"/>
                  </a:lnTo>
                  <a:lnTo>
                    <a:pt x="1420184" y="1529653"/>
                  </a:lnTo>
                  <a:lnTo>
                    <a:pt x="1420170" y="1529653"/>
                  </a:lnTo>
                  <a:lnTo>
                    <a:pt x="1420159" y="1529651"/>
                  </a:lnTo>
                  <a:lnTo>
                    <a:pt x="1420154" y="1529652"/>
                  </a:lnTo>
                  <a:lnTo>
                    <a:pt x="1420150" y="1529656"/>
                  </a:lnTo>
                  <a:lnTo>
                    <a:pt x="1420145" y="1529662"/>
                  </a:lnTo>
                  <a:lnTo>
                    <a:pt x="1420141" y="1529667"/>
                  </a:lnTo>
                  <a:lnTo>
                    <a:pt x="1420136" y="1529674"/>
                  </a:lnTo>
                  <a:lnTo>
                    <a:pt x="1420126" y="1529676"/>
                  </a:lnTo>
                  <a:lnTo>
                    <a:pt x="1420121" y="1529677"/>
                  </a:lnTo>
                  <a:lnTo>
                    <a:pt x="1420116" y="1529677"/>
                  </a:lnTo>
                  <a:lnTo>
                    <a:pt x="1420105" y="1529677"/>
                  </a:lnTo>
                  <a:lnTo>
                    <a:pt x="1420097" y="1529676"/>
                  </a:lnTo>
                  <a:lnTo>
                    <a:pt x="1420084" y="1529678"/>
                  </a:lnTo>
                  <a:lnTo>
                    <a:pt x="1420078" y="1529684"/>
                  </a:lnTo>
                  <a:lnTo>
                    <a:pt x="1420075" y="1529689"/>
                  </a:lnTo>
                  <a:lnTo>
                    <a:pt x="1420072" y="1529693"/>
                  </a:lnTo>
                  <a:lnTo>
                    <a:pt x="1420066" y="1529702"/>
                  </a:lnTo>
                  <a:lnTo>
                    <a:pt x="1420057" y="1529711"/>
                  </a:lnTo>
                  <a:lnTo>
                    <a:pt x="1420047" y="1529715"/>
                  </a:lnTo>
                  <a:lnTo>
                    <a:pt x="1420042" y="1529718"/>
                  </a:lnTo>
                  <a:lnTo>
                    <a:pt x="1420036" y="1529723"/>
                  </a:lnTo>
                  <a:lnTo>
                    <a:pt x="1420025" y="1529735"/>
                  </a:lnTo>
                  <a:lnTo>
                    <a:pt x="1420020" y="1529738"/>
                  </a:lnTo>
                  <a:lnTo>
                    <a:pt x="1420013" y="1529742"/>
                  </a:lnTo>
                  <a:lnTo>
                    <a:pt x="1420007" y="1529743"/>
                  </a:lnTo>
                  <a:lnTo>
                    <a:pt x="1419998" y="1529745"/>
                  </a:lnTo>
                  <a:lnTo>
                    <a:pt x="1419992" y="1529746"/>
                  </a:lnTo>
                  <a:lnTo>
                    <a:pt x="1419985" y="1529748"/>
                  </a:lnTo>
                  <a:lnTo>
                    <a:pt x="1419979" y="1529755"/>
                  </a:lnTo>
                  <a:lnTo>
                    <a:pt x="1419970" y="1529757"/>
                  </a:lnTo>
                  <a:lnTo>
                    <a:pt x="1419963" y="1529759"/>
                  </a:lnTo>
                  <a:lnTo>
                    <a:pt x="1419958" y="1529760"/>
                  </a:lnTo>
                  <a:lnTo>
                    <a:pt x="1419952" y="1529760"/>
                  </a:lnTo>
                  <a:lnTo>
                    <a:pt x="1419947" y="1529760"/>
                  </a:lnTo>
                  <a:lnTo>
                    <a:pt x="1419939" y="1529760"/>
                  </a:lnTo>
                  <a:lnTo>
                    <a:pt x="1419932" y="1529759"/>
                  </a:lnTo>
                  <a:lnTo>
                    <a:pt x="1419925" y="1529759"/>
                  </a:lnTo>
                  <a:lnTo>
                    <a:pt x="1419918" y="1529757"/>
                  </a:lnTo>
                  <a:lnTo>
                    <a:pt x="1419911" y="1529753"/>
                  </a:lnTo>
                  <a:lnTo>
                    <a:pt x="1419907" y="1529750"/>
                  </a:lnTo>
                  <a:lnTo>
                    <a:pt x="1419901" y="1529746"/>
                  </a:lnTo>
                  <a:lnTo>
                    <a:pt x="1419894" y="1529742"/>
                  </a:lnTo>
                  <a:lnTo>
                    <a:pt x="1419889" y="1529740"/>
                  </a:lnTo>
                  <a:lnTo>
                    <a:pt x="1419877" y="1529741"/>
                  </a:lnTo>
                  <a:lnTo>
                    <a:pt x="1419793" y="1529751"/>
                  </a:lnTo>
                  <a:lnTo>
                    <a:pt x="1419734" y="1529763"/>
                  </a:lnTo>
                  <a:lnTo>
                    <a:pt x="1419721" y="1529789"/>
                  </a:lnTo>
                  <a:lnTo>
                    <a:pt x="1419716" y="1529787"/>
                  </a:lnTo>
                  <a:lnTo>
                    <a:pt x="1419710" y="1529785"/>
                  </a:lnTo>
                  <a:lnTo>
                    <a:pt x="1419698" y="1529780"/>
                  </a:lnTo>
                  <a:lnTo>
                    <a:pt x="1419688" y="1529774"/>
                  </a:lnTo>
                  <a:lnTo>
                    <a:pt x="1419678" y="1529769"/>
                  </a:lnTo>
                  <a:lnTo>
                    <a:pt x="1419664" y="1529763"/>
                  </a:lnTo>
                  <a:lnTo>
                    <a:pt x="1419655" y="1529760"/>
                  </a:lnTo>
                  <a:lnTo>
                    <a:pt x="1419647" y="1529759"/>
                  </a:lnTo>
                  <a:lnTo>
                    <a:pt x="1419636" y="1529758"/>
                  </a:lnTo>
                  <a:lnTo>
                    <a:pt x="1419625" y="1529757"/>
                  </a:lnTo>
                  <a:lnTo>
                    <a:pt x="1419615" y="1529758"/>
                  </a:lnTo>
                  <a:lnTo>
                    <a:pt x="1419610" y="1529760"/>
                  </a:lnTo>
                  <a:lnTo>
                    <a:pt x="1419604" y="1529762"/>
                  </a:lnTo>
                  <a:lnTo>
                    <a:pt x="1419600" y="1529765"/>
                  </a:lnTo>
                  <a:lnTo>
                    <a:pt x="1419592" y="1529770"/>
                  </a:lnTo>
                  <a:lnTo>
                    <a:pt x="1419585" y="1529774"/>
                  </a:lnTo>
                  <a:lnTo>
                    <a:pt x="1419581" y="1529776"/>
                  </a:lnTo>
                  <a:lnTo>
                    <a:pt x="1419576" y="1529777"/>
                  </a:lnTo>
                  <a:lnTo>
                    <a:pt x="1419570" y="1529779"/>
                  </a:lnTo>
                  <a:lnTo>
                    <a:pt x="1419561" y="1529781"/>
                  </a:lnTo>
                  <a:lnTo>
                    <a:pt x="1419551" y="1529783"/>
                  </a:lnTo>
                  <a:lnTo>
                    <a:pt x="1419544" y="1529786"/>
                  </a:lnTo>
                  <a:lnTo>
                    <a:pt x="1419536" y="1529792"/>
                  </a:lnTo>
                  <a:lnTo>
                    <a:pt x="1419527" y="1529796"/>
                  </a:lnTo>
                  <a:lnTo>
                    <a:pt x="1419522" y="1529798"/>
                  </a:lnTo>
                  <a:lnTo>
                    <a:pt x="1419513" y="1529800"/>
                  </a:lnTo>
                  <a:lnTo>
                    <a:pt x="1419506" y="1529801"/>
                  </a:lnTo>
                  <a:lnTo>
                    <a:pt x="1419495" y="1529803"/>
                  </a:lnTo>
                  <a:lnTo>
                    <a:pt x="1419483" y="1529804"/>
                  </a:lnTo>
                  <a:lnTo>
                    <a:pt x="1419473" y="1529803"/>
                  </a:lnTo>
                  <a:lnTo>
                    <a:pt x="1419462" y="1529800"/>
                  </a:lnTo>
                  <a:lnTo>
                    <a:pt x="1419451" y="1529798"/>
                  </a:lnTo>
                  <a:lnTo>
                    <a:pt x="1419440" y="1529796"/>
                  </a:lnTo>
                  <a:lnTo>
                    <a:pt x="1419431" y="1529795"/>
                  </a:lnTo>
                  <a:lnTo>
                    <a:pt x="1419424" y="1529795"/>
                  </a:lnTo>
                  <a:lnTo>
                    <a:pt x="1419414" y="1529795"/>
                  </a:lnTo>
                  <a:lnTo>
                    <a:pt x="1419409" y="1529795"/>
                  </a:lnTo>
                  <a:lnTo>
                    <a:pt x="1419412" y="1529816"/>
                  </a:lnTo>
                  <a:lnTo>
                    <a:pt x="1419416" y="1529831"/>
                  </a:lnTo>
                  <a:lnTo>
                    <a:pt x="1419420" y="1529843"/>
                  </a:lnTo>
                  <a:lnTo>
                    <a:pt x="1419426" y="1529856"/>
                  </a:lnTo>
                  <a:lnTo>
                    <a:pt x="1419429" y="1529871"/>
                  </a:lnTo>
                  <a:lnTo>
                    <a:pt x="1419435" y="1529883"/>
                  </a:lnTo>
                  <a:lnTo>
                    <a:pt x="1419438" y="1529894"/>
                  </a:lnTo>
                  <a:lnTo>
                    <a:pt x="1419441" y="1529908"/>
                  </a:lnTo>
                  <a:lnTo>
                    <a:pt x="1419444" y="1529920"/>
                  </a:lnTo>
                  <a:lnTo>
                    <a:pt x="1419445" y="1529926"/>
                  </a:lnTo>
                  <a:lnTo>
                    <a:pt x="1419446" y="1529931"/>
                  </a:lnTo>
                  <a:lnTo>
                    <a:pt x="1419448" y="1529940"/>
                  </a:lnTo>
                  <a:lnTo>
                    <a:pt x="1419451" y="1529950"/>
                  </a:lnTo>
                  <a:lnTo>
                    <a:pt x="1419453" y="1529971"/>
                  </a:lnTo>
                  <a:lnTo>
                    <a:pt x="1419453" y="1529993"/>
                  </a:lnTo>
                  <a:lnTo>
                    <a:pt x="1419456" y="1530004"/>
                  </a:lnTo>
                  <a:lnTo>
                    <a:pt x="1419460" y="1530014"/>
                  </a:lnTo>
                  <a:lnTo>
                    <a:pt x="1419457" y="1530026"/>
                  </a:lnTo>
                  <a:lnTo>
                    <a:pt x="1419456" y="1530035"/>
                  </a:lnTo>
                  <a:lnTo>
                    <a:pt x="1419455" y="1530043"/>
                  </a:lnTo>
                  <a:lnTo>
                    <a:pt x="1419454" y="1530053"/>
                  </a:lnTo>
                  <a:lnTo>
                    <a:pt x="1419455" y="1530068"/>
                  </a:lnTo>
                  <a:lnTo>
                    <a:pt x="1419451" y="1530083"/>
                  </a:lnTo>
                  <a:lnTo>
                    <a:pt x="1419446" y="1530095"/>
                  </a:lnTo>
                  <a:lnTo>
                    <a:pt x="1419443" y="1530103"/>
                  </a:lnTo>
                  <a:lnTo>
                    <a:pt x="1419441" y="1530109"/>
                  </a:lnTo>
                  <a:lnTo>
                    <a:pt x="1419437" y="1530120"/>
                  </a:lnTo>
                  <a:lnTo>
                    <a:pt x="1419439" y="1530137"/>
                  </a:lnTo>
                  <a:lnTo>
                    <a:pt x="1419443" y="1530147"/>
                  </a:lnTo>
                  <a:lnTo>
                    <a:pt x="1419447" y="1530158"/>
                  </a:lnTo>
                  <a:lnTo>
                    <a:pt x="1419438" y="1530161"/>
                  </a:lnTo>
                  <a:lnTo>
                    <a:pt x="1419433" y="1530162"/>
                  </a:lnTo>
                  <a:lnTo>
                    <a:pt x="1419423" y="1530164"/>
                  </a:lnTo>
                  <a:lnTo>
                    <a:pt x="1419415" y="1530166"/>
                  </a:lnTo>
                  <a:lnTo>
                    <a:pt x="1419398" y="1530167"/>
                  </a:lnTo>
                  <a:lnTo>
                    <a:pt x="1419382" y="1530168"/>
                  </a:lnTo>
                  <a:lnTo>
                    <a:pt x="1419370" y="1530168"/>
                  </a:lnTo>
                  <a:lnTo>
                    <a:pt x="1419360" y="1530170"/>
                  </a:lnTo>
                  <a:lnTo>
                    <a:pt x="1419354" y="1530173"/>
                  </a:lnTo>
                  <a:lnTo>
                    <a:pt x="1419347" y="1530176"/>
                  </a:lnTo>
                  <a:lnTo>
                    <a:pt x="1419327" y="1530187"/>
                  </a:lnTo>
                  <a:lnTo>
                    <a:pt x="1419244" y="1530281"/>
                  </a:lnTo>
                  <a:lnTo>
                    <a:pt x="1419235" y="1530292"/>
                  </a:lnTo>
                  <a:lnTo>
                    <a:pt x="1419164" y="1530405"/>
                  </a:lnTo>
                  <a:lnTo>
                    <a:pt x="1419158" y="1530413"/>
                  </a:lnTo>
                  <a:lnTo>
                    <a:pt x="1419153" y="1530418"/>
                  </a:lnTo>
                  <a:lnTo>
                    <a:pt x="1419150" y="1530424"/>
                  </a:lnTo>
                  <a:lnTo>
                    <a:pt x="1419149" y="1530430"/>
                  </a:lnTo>
                  <a:lnTo>
                    <a:pt x="1419147" y="1530438"/>
                  </a:lnTo>
                  <a:lnTo>
                    <a:pt x="1419143" y="1530449"/>
                  </a:lnTo>
                  <a:lnTo>
                    <a:pt x="1419137" y="1530462"/>
                  </a:lnTo>
                  <a:lnTo>
                    <a:pt x="1419134" y="1530468"/>
                  </a:lnTo>
                  <a:lnTo>
                    <a:pt x="1419122" y="1530482"/>
                  </a:lnTo>
                  <a:lnTo>
                    <a:pt x="1419118" y="1530490"/>
                  </a:lnTo>
                  <a:lnTo>
                    <a:pt x="1419109" y="1530505"/>
                  </a:lnTo>
                  <a:lnTo>
                    <a:pt x="1419095" y="1530524"/>
                  </a:lnTo>
                  <a:lnTo>
                    <a:pt x="1419089" y="1530532"/>
                  </a:lnTo>
                  <a:lnTo>
                    <a:pt x="1419086" y="1530540"/>
                  </a:lnTo>
                  <a:lnTo>
                    <a:pt x="1419088" y="1530546"/>
                  </a:lnTo>
                  <a:lnTo>
                    <a:pt x="1419089" y="1530551"/>
                  </a:lnTo>
                  <a:lnTo>
                    <a:pt x="1419088" y="1530557"/>
                  </a:lnTo>
                  <a:lnTo>
                    <a:pt x="1419086" y="1530569"/>
                  </a:lnTo>
                  <a:lnTo>
                    <a:pt x="1419081" y="1530582"/>
                  </a:lnTo>
                  <a:lnTo>
                    <a:pt x="1419072" y="1530595"/>
                  </a:lnTo>
                  <a:lnTo>
                    <a:pt x="1419066" y="1530600"/>
                  </a:lnTo>
                  <a:lnTo>
                    <a:pt x="1419064" y="1530604"/>
                  </a:lnTo>
                  <a:lnTo>
                    <a:pt x="1419063" y="1530611"/>
                  </a:lnTo>
                  <a:lnTo>
                    <a:pt x="1419065" y="1530619"/>
                  </a:lnTo>
                  <a:lnTo>
                    <a:pt x="1419067" y="1530626"/>
                  </a:lnTo>
                  <a:lnTo>
                    <a:pt x="1419066" y="1530633"/>
                  </a:lnTo>
                  <a:lnTo>
                    <a:pt x="1419066" y="1530639"/>
                  </a:lnTo>
                  <a:lnTo>
                    <a:pt x="1419065" y="1530645"/>
                  </a:lnTo>
                  <a:lnTo>
                    <a:pt x="1419066" y="1530651"/>
                  </a:lnTo>
                  <a:lnTo>
                    <a:pt x="1419068" y="1530656"/>
                  </a:lnTo>
                  <a:lnTo>
                    <a:pt x="1419073" y="1530671"/>
                  </a:lnTo>
                  <a:lnTo>
                    <a:pt x="1419080" y="1530684"/>
                  </a:lnTo>
                  <a:lnTo>
                    <a:pt x="1419087" y="1530699"/>
                  </a:lnTo>
                  <a:lnTo>
                    <a:pt x="1419088" y="1530706"/>
                  </a:lnTo>
                  <a:lnTo>
                    <a:pt x="1419086" y="1530716"/>
                  </a:lnTo>
                  <a:lnTo>
                    <a:pt x="1419085" y="1530725"/>
                  </a:lnTo>
                  <a:lnTo>
                    <a:pt x="1419081" y="1530743"/>
                  </a:lnTo>
                  <a:lnTo>
                    <a:pt x="1419077" y="1530752"/>
                  </a:lnTo>
                  <a:lnTo>
                    <a:pt x="1419073" y="1530760"/>
                  </a:lnTo>
                  <a:lnTo>
                    <a:pt x="1419072" y="1530765"/>
                  </a:lnTo>
                  <a:lnTo>
                    <a:pt x="1419073" y="1530772"/>
                  </a:lnTo>
                  <a:lnTo>
                    <a:pt x="1419074" y="1530780"/>
                  </a:lnTo>
                  <a:lnTo>
                    <a:pt x="1419074" y="1530790"/>
                  </a:lnTo>
                  <a:lnTo>
                    <a:pt x="1419073" y="1530797"/>
                  </a:lnTo>
                  <a:lnTo>
                    <a:pt x="1419070" y="1530805"/>
                  </a:lnTo>
                  <a:lnTo>
                    <a:pt x="1419070" y="1530811"/>
                  </a:lnTo>
                  <a:lnTo>
                    <a:pt x="1419070" y="1530818"/>
                  </a:lnTo>
                  <a:lnTo>
                    <a:pt x="1419070" y="1530825"/>
                  </a:lnTo>
                  <a:lnTo>
                    <a:pt x="1419071" y="1530836"/>
                  </a:lnTo>
                  <a:lnTo>
                    <a:pt x="1419072" y="1530855"/>
                  </a:lnTo>
                  <a:lnTo>
                    <a:pt x="1419073" y="1530863"/>
                  </a:lnTo>
                  <a:lnTo>
                    <a:pt x="1419074" y="1530871"/>
                  </a:lnTo>
                  <a:lnTo>
                    <a:pt x="1419076" y="1530877"/>
                  </a:lnTo>
                  <a:lnTo>
                    <a:pt x="1419074" y="1530882"/>
                  </a:lnTo>
                  <a:lnTo>
                    <a:pt x="1419072" y="1530886"/>
                  </a:lnTo>
                  <a:lnTo>
                    <a:pt x="1419068" y="1530892"/>
                  </a:lnTo>
                  <a:lnTo>
                    <a:pt x="1419064" y="1530902"/>
                  </a:lnTo>
                  <a:lnTo>
                    <a:pt x="1419062" y="1530912"/>
                  </a:lnTo>
                  <a:lnTo>
                    <a:pt x="1419056" y="1530921"/>
                  </a:lnTo>
                  <a:lnTo>
                    <a:pt x="1419051" y="1530930"/>
                  </a:lnTo>
                  <a:lnTo>
                    <a:pt x="1419049" y="1530938"/>
                  </a:lnTo>
                  <a:lnTo>
                    <a:pt x="1419050" y="1530951"/>
                  </a:lnTo>
                  <a:lnTo>
                    <a:pt x="1419052" y="1530967"/>
                  </a:lnTo>
                  <a:lnTo>
                    <a:pt x="1419051" y="1530975"/>
                  </a:lnTo>
                  <a:lnTo>
                    <a:pt x="1419049" y="1530982"/>
                  </a:lnTo>
                  <a:lnTo>
                    <a:pt x="1419042" y="1530993"/>
                  </a:lnTo>
                  <a:lnTo>
                    <a:pt x="1419033" y="1531006"/>
                  </a:lnTo>
                  <a:lnTo>
                    <a:pt x="1419030" y="1531013"/>
                  </a:lnTo>
                  <a:lnTo>
                    <a:pt x="1419027" y="1531021"/>
                  </a:lnTo>
                  <a:lnTo>
                    <a:pt x="1419022" y="1531043"/>
                  </a:lnTo>
                  <a:lnTo>
                    <a:pt x="1419019" y="1531051"/>
                  </a:lnTo>
                  <a:lnTo>
                    <a:pt x="1419014" y="1531058"/>
                  </a:lnTo>
                  <a:lnTo>
                    <a:pt x="1419010" y="1531065"/>
                  </a:lnTo>
                  <a:lnTo>
                    <a:pt x="1419004" y="1531072"/>
                  </a:lnTo>
                  <a:lnTo>
                    <a:pt x="1418998" y="1531075"/>
                  </a:lnTo>
                  <a:lnTo>
                    <a:pt x="1418992" y="1531077"/>
                  </a:lnTo>
                  <a:lnTo>
                    <a:pt x="1418981" y="1531080"/>
                  </a:lnTo>
                  <a:lnTo>
                    <a:pt x="1418976" y="1531081"/>
                  </a:lnTo>
                  <a:lnTo>
                    <a:pt x="1418971" y="1531081"/>
                  </a:lnTo>
                  <a:lnTo>
                    <a:pt x="1418965" y="1531079"/>
                  </a:lnTo>
                  <a:lnTo>
                    <a:pt x="1418958" y="1531075"/>
                  </a:lnTo>
                  <a:lnTo>
                    <a:pt x="1418950" y="1531072"/>
                  </a:lnTo>
                  <a:lnTo>
                    <a:pt x="1418942" y="1531071"/>
                  </a:lnTo>
                  <a:lnTo>
                    <a:pt x="1418934" y="1531071"/>
                  </a:lnTo>
                  <a:lnTo>
                    <a:pt x="1418929" y="1531074"/>
                  </a:lnTo>
                  <a:lnTo>
                    <a:pt x="1418923" y="1531080"/>
                  </a:lnTo>
                  <a:lnTo>
                    <a:pt x="1418918" y="1531088"/>
                  </a:lnTo>
                  <a:lnTo>
                    <a:pt x="1418913" y="1531096"/>
                  </a:lnTo>
                  <a:lnTo>
                    <a:pt x="1418840" y="1531186"/>
                  </a:lnTo>
                  <a:lnTo>
                    <a:pt x="1418826" y="1531208"/>
                  </a:lnTo>
                  <a:lnTo>
                    <a:pt x="1418814" y="1531227"/>
                  </a:lnTo>
                  <a:lnTo>
                    <a:pt x="1418785" y="1531271"/>
                  </a:lnTo>
                  <a:lnTo>
                    <a:pt x="1418739" y="1531342"/>
                  </a:lnTo>
                  <a:lnTo>
                    <a:pt x="1418733" y="1531356"/>
                  </a:lnTo>
                  <a:lnTo>
                    <a:pt x="1418729" y="1531368"/>
                  </a:lnTo>
                  <a:lnTo>
                    <a:pt x="1418723" y="1531378"/>
                  </a:lnTo>
                  <a:lnTo>
                    <a:pt x="1418718" y="1531384"/>
                  </a:lnTo>
                  <a:lnTo>
                    <a:pt x="1418711" y="1531390"/>
                  </a:lnTo>
                  <a:lnTo>
                    <a:pt x="1418705" y="1531394"/>
                  </a:lnTo>
                  <a:lnTo>
                    <a:pt x="1418692" y="1531396"/>
                  </a:lnTo>
                  <a:lnTo>
                    <a:pt x="1418679" y="1531400"/>
                  </a:lnTo>
                  <a:lnTo>
                    <a:pt x="1418670" y="1531406"/>
                  </a:lnTo>
                  <a:lnTo>
                    <a:pt x="1418663" y="1531412"/>
                  </a:lnTo>
                  <a:lnTo>
                    <a:pt x="1418657" y="1531416"/>
                  </a:lnTo>
                  <a:lnTo>
                    <a:pt x="1418648" y="1531411"/>
                  </a:lnTo>
                  <a:lnTo>
                    <a:pt x="1418638" y="1531407"/>
                  </a:lnTo>
                  <a:lnTo>
                    <a:pt x="1418630" y="1531406"/>
                  </a:lnTo>
                  <a:lnTo>
                    <a:pt x="1418619" y="1531406"/>
                  </a:lnTo>
                  <a:lnTo>
                    <a:pt x="1418607" y="1531409"/>
                  </a:lnTo>
                  <a:lnTo>
                    <a:pt x="1418597" y="1531411"/>
                  </a:lnTo>
                  <a:lnTo>
                    <a:pt x="1418580" y="1531420"/>
                  </a:lnTo>
                  <a:lnTo>
                    <a:pt x="1418577" y="1531429"/>
                  </a:lnTo>
                  <a:lnTo>
                    <a:pt x="1418574" y="1531435"/>
                  </a:lnTo>
                  <a:lnTo>
                    <a:pt x="1418571" y="1531446"/>
                  </a:lnTo>
                  <a:lnTo>
                    <a:pt x="1418567" y="1531458"/>
                  </a:lnTo>
                  <a:lnTo>
                    <a:pt x="1418562" y="1531468"/>
                  </a:lnTo>
                  <a:lnTo>
                    <a:pt x="1418559" y="1531477"/>
                  </a:lnTo>
                  <a:lnTo>
                    <a:pt x="1418555" y="1531485"/>
                  </a:lnTo>
                  <a:lnTo>
                    <a:pt x="1418551" y="1531494"/>
                  </a:lnTo>
                  <a:lnTo>
                    <a:pt x="1418545" y="1531509"/>
                  </a:lnTo>
                  <a:lnTo>
                    <a:pt x="1418531" y="1531509"/>
                  </a:lnTo>
                  <a:lnTo>
                    <a:pt x="1418501" y="1531510"/>
                  </a:lnTo>
                  <a:lnTo>
                    <a:pt x="1418476" y="1531507"/>
                  </a:lnTo>
                  <a:lnTo>
                    <a:pt x="1418470" y="1531509"/>
                  </a:lnTo>
                  <a:lnTo>
                    <a:pt x="1418463" y="1531514"/>
                  </a:lnTo>
                  <a:lnTo>
                    <a:pt x="1418456" y="1531516"/>
                  </a:lnTo>
                  <a:lnTo>
                    <a:pt x="1418444" y="1531519"/>
                  </a:lnTo>
                  <a:lnTo>
                    <a:pt x="1418437" y="1531519"/>
                  </a:lnTo>
                  <a:lnTo>
                    <a:pt x="1418431" y="1531519"/>
                  </a:lnTo>
                  <a:lnTo>
                    <a:pt x="1418421" y="1531517"/>
                  </a:lnTo>
                  <a:lnTo>
                    <a:pt x="1418407" y="1531510"/>
                  </a:lnTo>
                  <a:lnTo>
                    <a:pt x="1418398" y="1531504"/>
                  </a:lnTo>
                  <a:lnTo>
                    <a:pt x="1418398" y="1531492"/>
                  </a:lnTo>
                  <a:lnTo>
                    <a:pt x="1418399" y="1531481"/>
                  </a:lnTo>
                  <a:lnTo>
                    <a:pt x="1418400" y="1531471"/>
                  </a:lnTo>
                  <a:lnTo>
                    <a:pt x="1418398" y="1531463"/>
                  </a:lnTo>
                  <a:lnTo>
                    <a:pt x="1418396" y="1531455"/>
                  </a:lnTo>
                  <a:lnTo>
                    <a:pt x="1418394" y="1531443"/>
                  </a:lnTo>
                  <a:lnTo>
                    <a:pt x="1418391" y="1531434"/>
                  </a:lnTo>
                  <a:lnTo>
                    <a:pt x="1418379" y="1531440"/>
                  </a:lnTo>
                  <a:lnTo>
                    <a:pt x="1418345" y="1531436"/>
                  </a:lnTo>
                  <a:lnTo>
                    <a:pt x="1418327" y="1531434"/>
                  </a:lnTo>
                  <a:lnTo>
                    <a:pt x="1418322" y="1531431"/>
                  </a:lnTo>
                  <a:lnTo>
                    <a:pt x="1418313" y="1531426"/>
                  </a:lnTo>
                  <a:lnTo>
                    <a:pt x="1418303" y="1531421"/>
                  </a:lnTo>
                  <a:lnTo>
                    <a:pt x="1418291" y="1531419"/>
                  </a:lnTo>
                  <a:lnTo>
                    <a:pt x="1418280" y="1531416"/>
                  </a:lnTo>
                  <a:lnTo>
                    <a:pt x="1418273" y="1531412"/>
                  </a:lnTo>
                  <a:lnTo>
                    <a:pt x="1418267" y="1531407"/>
                  </a:lnTo>
                  <a:lnTo>
                    <a:pt x="1418250" y="1531400"/>
                  </a:lnTo>
                  <a:lnTo>
                    <a:pt x="1418234" y="1531394"/>
                  </a:lnTo>
                  <a:lnTo>
                    <a:pt x="1418218" y="1531394"/>
                  </a:lnTo>
                  <a:lnTo>
                    <a:pt x="1418208" y="1531392"/>
                  </a:lnTo>
                  <a:lnTo>
                    <a:pt x="1418189" y="1531385"/>
                  </a:lnTo>
                  <a:lnTo>
                    <a:pt x="1418187" y="1531446"/>
                  </a:lnTo>
                  <a:lnTo>
                    <a:pt x="1418205" y="1531459"/>
                  </a:lnTo>
                  <a:lnTo>
                    <a:pt x="1418212" y="1531515"/>
                  </a:lnTo>
                  <a:lnTo>
                    <a:pt x="1418215" y="1531599"/>
                  </a:lnTo>
                  <a:lnTo>
                    <a:pt x="1418215" y="1531612"/>
                  </a:lnTo>
                  <a:lnTo>
                    <a:pt x="1418199" y="1531612"/>
                  </a:lnTo>
                  <a:lnTo>
                    <a:pt x="1418085" y="1531711"/>
                  </a:lnTo>
                  <a:lnTo>
                    <a:pt x="1418078" y="1531722"/>
                  </a:lnTo>
                  <a:lnTo>
                    <a:pt x="1418073" y="1531731"/>
                  </a:lnTo>
                  <a:lnTo>
                    <a:pt x="1418070" y="1531743"/>
                  </a:lnTo>
                  <a:lnTo>
                    <a:pt x="1418070" y="1531757"/>
                  </a:lnTo>
                  <a:lnTo>
                    <a:pt x="1418066" y="1531770"/>
                  </a:lnTo>
                  <a:lnTo>
                    <a:pt x="1418065" y="1531781"/>
                  </a:lnTo>
                  <a:lnTo>
                    <a:pt x="1418064" y="1531792"/>
                  </a:lnTo>
                  <a:lnTo>
                    <a:pt x="1418062" y="1531800"/>
                  </a:lnTo>
                  <a:lnTo>
                    <a:pt x="1418058" y="1531810"/>
                  </a:lnTo>
                  <a:lnTo>
                    <a:pt x="1418053" y="1531823"/>
                  </a:lnTo>
                  <a:lnTo>
                    <a:pt x="1418045" y="1531842"/>
                  </a:lnTo>
                  <a:lnTo>
                    <a:pt x="1418041" y="1531853"/>
                  </a:lnTo>
                  <a:lnTo>
                    <a:pt x="1418035" y="1531863"/>
                  </a:lnTo>
                  <a:lnTo>
                    <a:pt x="1418024" y="1531869"/>
                  </a:lnTo>
                  <a:lnTo>
                    <a:pt x="1418013" y="1531875"/>
                  </a:lnTo>
                  <a:lnTo>
                    <a:pt x="1417980" y="1531849"/>
                  </a:lnTo>
                  <a:lnTo>
                    <a:pt x="1417968" y="1531841"/>
                  </a:lnTo>
                  <a:lnTo>
                    <a:pt x="1417963" y="1531844"/>
                  </a:lnTo>
                  <a:lnTo>
                    <a:pt x="1417959" y="1531848"/>
                  </a:lnTo>
                  <a:lnTo>
                    <a:pt x="1417953" y="1531860"/>
                  </a:lnTo>
                  <a:lnTo>
                    <a:pt x="1417947" y="1531869"/>
                  </a:lnTo>
                  <a:lnTo>
                    <a:pt x="1417941" y="1531879"/>
                  </a:lnTo>
                  <a:lnTo>
                    <a:pt x="1417934" y="1531889"/>
                  </a:lnTo>
                  <a:lnTo>
                    <a:pt x="1417930" y="1531896"/>
                  </a:lnTo>
                  <a:lnTo>
                    <a:pt x="1417931" y="1531902"/>
                  </a:lnTo>
                  <a:lnTo>
                    <a:pt x="1417934" y="1531910"/>
                  </a:lnTo>
                  <a:lnTo>
                    <a:pt x="1417941" y="1531917"/>
                  </a:lnTo>
                  <a:lnTo>
                    <a:pt x="1417949" y="1531922"/>
                  </a:lnTo>
                  <a:lnTo>
                    <a:pt x="1417953" y="1531927"/>
                  </a:lnTo>
                  <a:lnTo>
                    <a:pt x="1417956" y="1531943"/>
                  </a:lnTo>
                  <a:lnTo>
                    <a:pt x="1417961" y="1531949"/>
                  </a:lnTo>
                  <a:lnTo>
                    <a:pt x="1417963" y="1531959"/>
                  </a:lnTo>
                  <a:lnTo>
                    <a:pt x="1417963" y="1531966"/>
                  </a:lnTo>
                  <a:lnTo>
                    <a:pt x="1417962" y="1531975"/>
                  </a:lnTo>
                  <a:lnTo>
                    <a:pt x="1417958" y="1531981"/>
                  </a:lnTo>
                  <a:lnTo>
                    <a:pt x="1417954" y="1531984"/>
                  </a:lnTo>
                  <a:lnTo>
                    <a:pt x="1417947" y="1531985"/>
                  </a:lnTo>
                  <a:lnTo>
                    <a:pt x="1417940" y="1531986"/>
                  </a:lnTo>
                  <a:lnTo>
                    <a:pt x="1417932" y="1531985"/>
                  </a:lnTo>
                  <a:lnTo>
                    <a:pt x="1417923" y="1531984"/>
                  </a:lnTo>
                  <a:lnTo>
                    <a:pt x="1417919" y="1531995"/>
                  </a:lnTo>
                  <a:lnTo>
                    <a:pt x="1417915" y="1532003"/>
                  </a:lnTo>
                  <a:lnTo>
                    <a:pt x="1417906" y="1532010"/>
                  </a:lnTo>
                  <a:lnTo>
                    <a:pt x="1417815" y="1532083"/>
                  </a:lnTo>
                  <a:lnTo>
                    <a:pt x="1417810" y="1532086"/>
                  </a:lnTo>
                  <a:lnTo>
                    <a:pt x="1417803" y="1532088"/>
                  </a:lnTo>
                  <a:lnTo>
                    <a:pt x="1417796" y="1532089"/>
                  </a:lnTo>
                  <a:lnTo>
                    <a:pt x="1417791" y="1532088"/>
                  </a:lnTo>
                  <a:lnTo>
                    <a:pt x="1417781" y="1532086"/>
                  </a:lnTo>
                  <a:lnTo>
                    <a:pt x="1417768" y="1532082"/>
                  </a:lnTo>
                  <a:lnTo>
                    <a:pt x="1417757" y="1532077"/>
                  </a:lnTo>
                  <a:lnTo>
                    <a:pt x="1417747" y="1532072"/>
                  </a:lnTo>
                  <a:lnTo>
                    <a:pt x="1417743" y="1532067"/>
                  </a:lnTo>
                  <a:lnTo>
                    <a:pt x="1417738" y="1532056"/>
                  </a:lnTo>
                  <a:lnTo>
                    <a:pt x="1417734" y="1532047"/>
                  </a:lnTo>
                  <a:lnTo>
                    <a:pt x="1417732" y="1532041"/>
                  </a:lnTo>
                  <a:lnTo>
                    <a:pt x="1417729" y="1532033"/>
                  </a:lnTo>
                  <a:lnTo>
                    <a:pt x="1417725" y="1532027"/>
                  </a:lnTo>
                  <a:lnTo>
                    <a:pt x="1417720" y="1532019"/>
                  </a:lnTo>
                  <a:lnTo>
                    <a:pt x="1417714" y="1532010"/>
                  </a:lnTo>
                  <a:lnTo>
                    <a:pt x="1417709" y="1532003"/>
                  </a:lnTo>
                  <a:lnTo>
                    <a:pt x="1417705" y="1531999"/>
                  </a:lnTo>
                  <a:lnTo>
                    <a:pt x="1417695" y="1531988"/>
                  </a:lnTo>
                  <a:lnTo>
                    <a:pt x="1417689" y="1531981"/>
                  </a:lnTo>
                  <a:lnTo>
                    <a:pt x="1417683" y="1531976"/>
                  </a:lnTo>
                  <a:lnTo>
                    <a:pt x="1417634" y="1531996"/>
                  </a:lnTo>
                  <a:lnTo>
                    <a:pt x="1417626" y="1531984"/>
                  </a:lnTo>
                  <a:lnTo>
                    <a:pt x="1417621" y="1531972"/>
                  </a:lnTo>
                  <a:lnTo>
                    <a:pt x="1417618" y="1531957"/>
                  </a:lnTo>
                  <a:lnTo>
                    <a:pt x="1417618" y="1531942"/>
                  </a:lnTo>
                  <a:lnTo>
                    <a:pt x="1417618" y="1531922"/>
                  </a:lnTo>
                  <a:lnTo>
                    <a:pt x="1417618" y="1531903"/>
                  </a:lnTo>
                  <a:lnTo>
                    <a:pt x="1417616" y="1531879"/>
                  </a:lnTo>
                  <a:lnTo>
                    <a:pt x="1417590" y="1531880"/>
                  </a:lnTo>
                  <a:lnTo>
                    <a:pt x="1417582" y="1531880"/>
                  </a:lnTo>
                  <a:lnTo>
                    <a:pt x="1417576" y="1531878"/>
                  </a:lnTo>
                  <a:lnTo>
                    <a:pt x="1417569" y="1531878"/>
                  </a:lnTo>
                  <a:lnTo>
                    <a:pt x="1417563" y="1531882"/>
                  </a:lnTo>
                  <a:lnTo>
                    <a:pt x="1417557" y="1531887"/>
                  </a:lnTo>
                  <a:lnTo>
                    <a:pt x="1417552" y="1531892"/>
                  </a:lnTo>
                  <a:lnTo>
                    <a:pt x="1417546" y="1531898"/>
                  </a:lnTo>
                  <a:lnTo>
                    <a:pt x="1417540" y="1531904"/>
                  </a:lnTo>
                  <a:lnTo>
                    <a:pt x="1417535" y="1531908"/>
                  </a:lnTo>
                  <a:lnTo>
                    <a:pt x="1417516" y="1531905"/>
                  </a:lnTo>
                  <a:lnTo>
                    <a:pt x="1417511" y="1531908"/>
                  </a:lnTo>
                  <a:lnTo>
                    <a:pt x="1417506" y="1531909"/>
                  </a:lnTo>
                  <a:lnTo>
                    <a:pt x="1417501" y="1531908"/>
                  </a:lnTo>
                  <a:lnTo>
                    <a:pt x="1417496" y="1531907"/>
                  </a:lnTo>
                  <a:lnTo>
                    <a:pt x="1417489" y="1531900"/>
                  </a:lnTo>
                  <a:lnTo>
                    <a:pt x="1417486" y="1531894"/>
                  </a:lnTo>
                  <a:lnTo>
                    <a:pt x="1417485" y="1531881"/>
                  </a:lnTo>
                  <a:lnTo>
                    <a:pt x="1417483" y="1531877"/>
                  </a:lnTo>
                  <a:lnTo>
                    <a:pt x="1417481" y="1531871"/>
                  </a:lnTo>
                  <a:lnTo>
                    <a:pt x="1417477" y="1531863"/>
                  </a:lnTo>
                  <a:lnTo>
                    <a:pt x="1417475" y="1531854"/>
                  </a:lnTo>
                  <a:lnTo>
                    <a:pt x="1417474" y="1531845"/>
                  </a:lnTo>
                  <a:lnTo>
                    <a:pt x="1417474" y="1531835"/>
                  </a:lnTo>
                  <a:lnTo>
                    <a:pt x="1417474" y="1531826"/>
                  </a:lnTo>
                  <a:lnTo>
                    <a:pt x="1417474" y="1531814"/>
                  </a:lnTo>
                  <a:lnTo>
                    <a:pt x="1417474" y="1531807"/>
                  </a:lnTo>
                  <a:lnTo>
                    <a:pt x="1417476" y="1531798"/>
                  </a:lnTo>
                  <a:lnTo>
                    <a:pt x="1417481" y="1531794"/>
                  </a:lnTo>
                  <a:lnTo>
                    <a:pt x="1417485" y="1531788"/>
                  </a:lnTo>
                  <a:lnTo>
                    <a:pt x="1417487" y="1531782"/>
                  </a:lnTo>
                  <a:lnTo>
                    <a:pt x="1417491" y="1531776"/>
                  </a:lnTo>
                  <a:lnTo>
                    <a:pt x="1417496" y="1531773"/>
                  </a:lnTo>
                  <a:lnTo>
                    <a:pt x="1417503" y="1531771"/>
                  </a:lnTo>
                  <a:lnTo>
                    <a:pt x="1417512" y="1531767"/>
                  </a:lnTo>
                  <a:lnTo>
                    <a:pt x="1417518" y="1531762"/>
                  </a:lnTo>
                  <a:lnTo>
                    <a:pt x="1417523" y="1531755"/>
                  </a:lnTo>
                  <a:lnTo>
                    <a:pt x="1417526" y="1531750"/>
                  </a:lnTo>
                  <a:lnTo>
                    <a:pt x="1417529" y="1531741"/>
                  </a:lnTo>
                  <a:lnTo>
                    <a:pt x="1417531" y="1531730"/>
                  </a:lnTo>
                  <a:lnTo>
                    <a:pt x="1417531" y="1531724"/>
                  </a:lnTo>
                  <a:lnTo>
                    <a:pt x="1417530" y="1531714"/>
                  </a:lnTo>
                  <a:lnTo>
                    <a:pt x="1417528" y="1531704"/>
                  </a:lnTo>
                  <a:lnTo>
                    <a:pt x="1417534" y="1531701"/>
                  </a:lnTo>
                  <a:lnTo>
                    <a:pt x="1417543" y="1531698"/>
                  </a:lnTo>
                  <a:lnTo>
                    <a:pt x="1417553" y="1531694"/>
                  </a:lnTo>
                  <a:lnTo>
                    <a:pt x="1417561" y="1531691"/>
                  </a:lnTo>
                  <a:lnTo>
                    <a:pt x="1417567" y="1531687"/>
                  </a:lnTo>
                  <a:lnTo>
                    <a:pt x="1417573" y="1531683"/>
                  </a:lnTo>
                  <a:lnTo>
                    <a:pt x="1417580" y="1531678"/>
                  </a:lnTo>
                  <a:lnTo>
                    <a:pt x="1417587" y="1531673"/>
                  </a:lnTo>
                  <a:lnTo>
                    <a:pt x="1417596" y="1531668"/>
                  </a:lnTo>
                  <a:lnTo>
                    <a:pt x="1417604" y="1531664"/>
                  </a:lnTo>
                  <a:lnTo>
                    <a:pt x="1417611" y="1531659"/>
                  </a:lnTo>
                  <a:lnTo>
                    <a:pt x="1417616" y="1531655"/>
                  </a:lnTo>
                  <a:lnTo>
                    <a:pt x="1417611" y="1531598"/>
                  </a:lnTo>
                  <a:lnTo>
                    <a:pt x="1417599" y="1531563"/>
                  </a:lnTo>
                  <a:lnTo>
                    <a:pt x="1417639" y="1531533"/>
                  </a:lnTo>
                  <a:lnTo>
                    <a:pt x="1417644" y="1531530"/>
                  </a:lnTo>
                  <a:lnTo>
                    <a:pt x="1417636" y="1531468"/>
                  </a:lnTo>
                  <a:lnTo>
                    <a:pt x="1417632" y="1531465"/>
                  </a:lnTo>
                  <a:lnTo>
                    <a:pt x="1417625" y="1531465"/>
                  </a:lnTo>
                  <a:lnTo>
                    <a:pt x="1417619" y="1531466"/>
                  </a:lnTo>
                  <a:lnTo>
                    <a:pt x="1417612" y="1531464"/>
                  </a:lnTo>
                  <a:lnTo>
                    <a:pt x="1417605" y="1531463"/>
                  </a:lnTo>
                  <a:lnTo>
                    <a:pt x="1417601" y="1531463"/>
                  </a:lnTo>
                  <a:lnTo>
                    <a:pt x="1417596" y="1531464"/>
                  </a:lnTo>
                  <a:lnTo>
                    <a:pt x="1417590" y="1531465"/>
                  </a:lnTo>
                  <a:lnTo>
                    <a:pt x="1417583" y="1531465"/>
                  </a:lnTo>
                  <a:lnTo>
                    <a:pt x="1417575" y="1531466"/>
                  </a:lnTo>
                  <a:lnTo>
                    <a:pt x="1417568" y="1531468"/>
                  </a:lnTo>
                  <a:lnTo>
                    <a:pt x="1417563" y="1531470"/>
                  </a:lnTo>
                  <a:lnTo>
                    <a:pt x="1417557" y="1531471"/>
                  </a:lnTo>
                  <a:lnTo>
                    <a:pt x="1417549" y="1531471"/>
                  </a:lnTo>
                  <a:lnTo>
                    <a:pt x="1417537" y="1531471"/>
                  </a:lnTo>
                  <a:lnTo>
                    <a:pt x="1417527" y="1531470"/>
                  </a:lnTo>
                  <a:lnTo>
                    <a:pt x="1417517" y="1531467"/>
                  </a:lnTo>
                  <a:lnTo>
                    <a:pt x="1417511" y="1531457"/>
                  </a:lnTo>
                  <a:lnTo>
                    <a:pt x="1417504" y="1531445"/>
                  </a:lnTo>
                  <a:lnTo>
                    <a:pt x="1417496" y="1531430"/>
                  </a:lnTo>
                  <a:lnTo>
                    <a:pt x="1417492" y="1531422"/>
                  </a:lnTo>
                  <a:lnTo>
                    <a:pt x="1417491" y="1531415"/>
                  </a:lnTo>
                  <a:lnTo>
                    <a:pt x="1417495" y="1531409"/>
                  </a:lnTo>
                  <a:lnTo>
                    <a:pt x="1417500" y="1531400"/>
                  </a:lnTo>
                  <a:lnTo>
                    <a:pt x="1417503" y="1531389"/>
                  </a:lnTo>
                  <a:lnTo>
                    <a:pt x="1417505" y="1531380"/>
                  </a:lnTo>
                  <a:lnTo>
                    <a:pt x="1417506" y="1531371"/>
                  </a:lnTo>
                  <a:lnTo>
                    <a:pt x="1417505" y="1531359"/>
                  </a:lnTo>
                  <a:lnTo>
                    <a:pt x="1417503" y="1531351"/>
                  </a:lnTo>
                  <a:lnTo>
                    <a:pt x="1417497" y="1531347"/>
                  </a:lnTo>
                  <a:lnTo>
                    <a:pt x="1417490" y="1531344"/>
                  </a:lnTo>
                  <a:lnTo>
                    <a:pt x="1417479" y="1531335"/>
                  </a:lnTo>
                  <a:lnTo>
                    <a:pt x="1417472" y="1531329"/>
                  </a:lnTo>
                  <a:lnTo>
                    <a:pt x="1417469" y="1531323"/>
                  </a:lnTo>
                  <a:lnTo>
                    <a:pt x="1417467" y="1531315"/>
                  </a:lnTo>
                  <a:lnTo>
                    <a:pt x="1417463" y="1531306"/>
                  </a:lnTo>
                  <a:lnTo>
                    <a:pt x="1417458" y="1531297"/>
                  </a:lnTo>
                  <a:lnTo>
                    <a:pt x="1417455" y="1531291"/>
                  </a:lnTo>
                  <a:lnTo>
                    <a:pt x="1417453" y="1531284"/>
                  </a:lnTo>
                  <a:lnTo>
                    <a:pt x="1417450" y="1531278"/>
                  </a:lnTo>
                  <a:lnTo>
                    <a:pt x="1417445" y="1531272"/>
                  </a:lnTo>
                  <a:lnTo>
                    <a:pt x="1417441" y="1531270"/>
                  </a:lnTo>
                  <a:lnTo>
                    <a:pt x="1417437" y="1531266"/>
                  </a:lnTo>
                  <a:lnTo>
                    <a:pt x="1417431" y="1531258"/>
                  </a:lnTo>
                  <a:lnTo>
                    <a:pt x="1417425" y="1531248"/>
                  </a:lnTo>
                  <a:lnTo>
                    <a:pt x="1417420" y="1531241"/>
                  </a:lnTo>
                  <a:lnTo>
                    <a:pt x="1417417" y="1531235"/>
                  </a:lnTo>
                  <a:lnTo>
                    <a:pt x="1417414" y="1531226"/>
                  </a:lnTo>
                  <a:lnTo>
                    <a:pt x="1417396" y="1531219"/>
                  </a:lnTo>
                  <a:lnTo>
                    <a:pt x="1417381" y="1531214"/>
                  </a:lnTo>
                  <a:lnTo>
                    <a:pt x="1417361" y="1531206"/>
                  </a:lnTo>
                  <a:lnTo>
                    <a:pt x="1417336" y="1531193"/>
                  </a:lnTo>
                  <a:lnTo>
                    <a:pt x="1417309" y="1531178"/>
                  </a:lnTo>
                  <a:lnTo>
                    <a:pt x="1417302" y="1531171"/>
                  </a:lnTo>
                  <a:lnTo>
                    <a:pt x="1417298" y="1531166"/>
                  </a:lnTo>
                  <a:lnTo>
                    <a:pt x="1417294" y="1531161"/>
                  </a:lnTo>
                  <a:lnTo>
                    <a:pt x="1417289" y="1531156"/>
                  </a:lnTo>
                  <a:lnTo>
                    <a:pt x="1417282" y="1531149"/>
                  </a:lnTo>
                  <a:lnTo>
                    <a:pt x="1417277" y="1531144"/>
                  </a:lnTo>
                  <a:lnTo>
                    <a:pt x="1417272" y="1531139"/>
                  </a:lnTo>
                  <a:lnTo>
                    <a:pt x="1417269" y="1531135"/>
                  </a:lnTo>
                  <a:lnTo>
                    <a:pt x="1417263" y="1531128"/>
                  </a:lnTo>
                  <a:lnTo>
                    <a:pt x="1417256" y="1531122"/>
                  </a:lnTo>
                  <a:lnTo>
                    <a:pt x="1417251" y="1531115"/>
                  </a:lnTo>
                  <a:lnTo>
                    <a:pt x="1417248" y="1531108"/>
                  </a:lnTo>
                  <a:lnTo>
                    <a:pt x="1417245" y="1531099"/>
                  </a:lnTo>
                  <a:lnTo>
                    <a:pt x="1417242" y="1531091"/>
                  </a:lnTo>
                  <a:lnTo>
                    <a:pt x="1417242" y="1531085"/>
                  </a:lnTo>
                  <a:lnTo>
                    <a:pt x="1417243" y="1531078"/>
                  </a:lnTo>
                  <a:lnTo>
                    <a:pt x="1417243" y="1531072"/>
                  </a:lnTo>
                  <a:lnTo>
                    <a:pt x="1417242" y="1531065"/>
                  </a:lnTo>
                  <a:lnTo>
                    <a:pt x="1417239" y="1531058"/>
                  </a:lnTo>
                  <a:lnTo>
                    <a:pt x="1417235" y="1531052"/>
                  </a:lnTo>
                  <a:lnTo>
                    <a:pt x="1417229" y="1531047"/>
                  </a:lnTo>
                  <a:lnTo>
                    <a:pt x="1417223" y="1531045"/>
                  </a:lnTo>
                  <a:lnTo>
                    <a:pt x="1417185" y="1530962"/>
                  </a:lnTo>
                  <a:lnTo>
                    <a:pt x="1417145" y="1530872"/>
                  </a:lnTo>
                  <a:lnTo>
                    <a:pt x="1417142" y="1530819"/>
                  </a:lnTo>
                  <a:lnTo>
                    <a:pt x="1417140" y="1530800"/>
                  </a:lnTo>
                  <a:lnTo>
                    <a:pt x="1417142" y="1530758"/>
                  </a:lnTo>
                  <a:lnTo>
                    <a:pt x="1417158" y="1530649"/>
                  </a:lnTo>
                  <a:lnTo>
                    <a:pt x="1417167" y="1530552"/>
                  </a:lnTo>
                  <a:lnTo>
                    <a:pt x="1417161" y="1530546"/>
                  </a:lnTo>
                  <a:lnTo>
                    <a:pt x="1417157" y="1530541"/>
                  </a:lnTo>
                  <a:lnTo>
                    <a:pt x="1417152" y="1530534"/>
                  </a:lnTo>
                  <a:lnTo>
                    <a:pt x="1417146" y="1530523"/>
                  </a:lnTo>
                  <a:lnTo>
                    <a:pt x="1417143" y="1530515"/>
                  </a:lnTo>
                  <a:lnTo>
                    <a:pt x="1417143" y="1530508"/>
                  </a:lnTo>
                  <a:lnTo>
                    <a:pt x="1417144" y="1530502"/>
                  </a:lnTo>
                  <a:lnTo>
                    <a:pt x="1417146" y="1530495"/>
                  </a:lnTo>
                  <a:lnTo>
                    <a:pt x="1417150" y="1530482"/>
                  </a:lnTo>
                  <a:lnTo>
                    <a:pt x="1417153" y="1530467"/>
                  </a:lnTo>
                  <a:lnTo>
                    <a:pt x="1417157" y="1530452"/>
                  </a:lnTo>
                  <a:lnTo>
                    <a:pt x="1417158" y="1530444"/>
                  </a:lnTo>
                  <a:lnTo>
                    <a:pt x="1417160" y="1530434"/>
                  </a:lnTo>
                  <a:lnTo>
                    <a:pt x="1417160" y="1530428"/>
                  </a:lnTo>
                  <a:lnTo>
                    <a:pt x="1417161" y="1530421"/>
                  </a:lnTo>
                  <a:lnTo>
                    <a:pt x="1417165" y="1530414"/>
                  </a:lnTo>
                  <a:lnTo>
                    <a:pt x="1417168" y="1530407"/>
                  </a:lnTo>
                  <a:lnTo>
                    <a:pt x="1417169" y="1530401"/>
                  </a:lnTo>
                  <a:lnTo>
                    <a:pt x="1417163" y="1530395"/>
                  </a:lnTo>
                  <a:lnTo>
                    <a:pt x="1417160" y="1530389"/>
                  </a:lnTo>
                  <a:lnTo>
                    <a:pt x="1417159" y="1530383"/>
                  </a:lnTo>
                  <a:lnTo>
                    <a:pt x="1417155" y="1530374"/>
                  </a:lnTo>
                  <a:lnTo>
                    <a:pt x="1417150" y="1530362"/>
                  </a:lnTo>
                  <a:lnTo>
                    <a:pt x="1417147" y="1530355"/>
                  </a:lnTo>
                  <a:lnTo>
                    <a:pt x="1417144" y="1530348"/>
                  </a:lnTo>
                  <a:lnTo>
                    <a:pt x="1417143" y="1530341"/>
                  </a:lnTo>
                  <a:lnTo>
                    <a:pt x="1417141" y="1530333"/>
                  </a:lnTo>
                  <a:lnTo>
                    <a:pt x="1417141" y="1530323"/>
                  </a:lnTo>
                  <a:lnTo>
                    <a:pt x="1417142" y="1530319"/>
                  </a:lnTo>
                  <a:lnTo>
                    <a:pt x="1417145" y="1530315"/>
                  </a:lnTo>
                  <a:lnTo>
                    <a:pt x="1417150" y="1530310"/>
                  </a:lnTo>
                  <a:lnTo>
                    <a:pt x="1417155" y="1530298"/>
                  </a:lnTo>
                  <a:lnTo>
                    <a:pt x="1417157" y="1530293"/>
                  </a:lnTo>
                  <a:lnTo>
                    <a:pt x="1417159" y="1530286"/>
                  </a:lnTo>
                  <a:lnTo>
                    <a:pt x="1417162" y="1530281"/>
                  </a:lnTo>
                  <a:lnTo>
                    <a:pt x="1417164" y="1530275"/>
                  </a:lnTo>
                  <a:lnTo>
                    <a:pt x="1417167" y="1530270"/>
                  </a:lnTo>
                  <a:lnTo>
                    <a:pt x="1417167" y="1530262"/>
                  </a:lnTo>
                  <a:lnTo>
                    <a:pt x="1417168" y="1530248"/>
                  </a:lnTo>
                  <a:lnTo>
                    <a:pt x="1417172" y="1530237"/>
                  </a:lnTo>
                  <a:lnTo>
                    <a:pt x="1417176" y="1530228"/>
                  </a:lnTo>
                  <a:lnTo>
                    <a:pt x="1417179" y="1530223"/>
                  </a:lnTo>
                  <a:lnTo>
                    <a:pt x="1417182" y="1530217"/>
                  </a:lnTo>
                  <a:lnTo>
                    <a:pt x="1417186" y="1530207"/>
                  </a:lnTo>
                  <a:lnTo>
                    <a:pt x="1417185" y="1530202"/>
                  </a:lnTo>
                  <a:lnTo>
                    <a:pt x="1417186" y="1530195"/>
                  </a:lnTo>
                  <a:lnTo>
                    <a:pt x="1417183" y="1530187"/>
                  </a:lnTo>
                  <a:lnTo>
                    <a:pt x="1417178" y="1530183"/>
                  </a:lnTo>
                  <a:lnTo>
                    <a:pt x="1417173" y="1530177"/>
                  </a:lnTo>
                  <a:lnTo>
                    <a:pt x="1417170" y="1530170"/>
                  </a:lnTo>
                  <a:lnTo>
                    <a:pt x="1417168" y="1530165"/>
                  </a:lnTo>
                  <a:lnTo>
                    <a:pt x="1417166" y="1530161"/>
                  </a:lnTo>
                  <a:lnTo>
                    <a:pt x="1417160" y="1530151"/>
                  </a:lnTo>
                  <a:lnTo>
                    <a:pt x="1417154" y="1530139"/>
                  </a:lnTo>
                  <a:lnTo>
                    <a:pt x="1417149" y="1530131"/>
                  </a:lnTo>
                  <a:lnTo>
                    <a:pt x="1417146" y="1530128"/>
                  </a:lnTo>
                  <a:lnTo>
                    <a:pt x="1417137" y="1530124"/>
                  </a:lnTo>
                  <a:lnTo>
                    <a:pt x="1417128" y="1530121"/>
                  </a:lnTo>
                  <a:lnTo>
                    <a:pt x="1417120" y="1530119"/>
                  </a:lnTo>
                  <a:lnTo>
                    <a:pt x="1417113" y="1530118"/>
                  </a:lnTo>
                  <a:lnTo>
                    <a:pt x="1417128" y="1530058"/>
                  </a:lnTo>
                  <a:lnTo>
                    <a:pt x="1417132" y="1530042"/>
                  </a:lnTo>
                  <a:lnTo>
                    <a:pt x="1417133" y="1530034"/>
                  </a:lnTo>
                  <a:lnTo>
                    <a:pt x="1417136" y="1530021"/>
                  </a:lnTo>
                  <a:lnTo>
                    <a:pt x="1417149" y="1529968"/>
                  </a:lnTo>
                  <a:lnTo>
                    <a:pt x="1417159" y="1529969"/>
                  </a:lnTo>
                  <a:lnTo>
                    <a:pt x="1417170" y="1529968"/>
                  </a:lnTo>
                  <a:lnTo>
                    <a:pt x="1417179" y="1529964"/>
                  </a:lnTo>
                  <a:lnTo>
                    <a:pt x="1417185" y="1529960"/>
                  </a:lnTo>
                  <a:lnTo>
                    <a:pt x="1417190" y="1529955"/>
                  </a:lnTo>
                  <a:lnTo>
                    <a:pt x="1417197" y="1529948"/>
                  </a:lnTo>
                  <a:lnTo>
                    <a:pt x="1417203" y="1529940"/>
                  </a:lnTo>
                  <a:lnTo>
                    <a:pt x="1417208" y="1529935"/>
                  </a:lnTo>
                  <a:lnTo>
                    <a:pt x="1417214" y="1529922"/>
                  </a:lnTo>
                  <a:lnTo>
                    <a:pt x="1417217" y="1529917"/>
                  </a:lnTo>
                  <a:lnTo>
                    <a:pt x="1417220" y="1529912"/>
                  </a:lnTo>
                  <a:lnTo>
                    <a:pt x="1417226" y="1529912"/>
                  </a:lnTo>
                  <a:lnTo>
                    <a:pt x="1417233" y="1529912"/>
                  </a:lnTo>
                  <a:lnTo>
                    <a:pt x="1417242" y="1529911"/>
                  </a:lnTo>
                  <a:lnTo>
                    <a:pt x="1417250" y="1529910"/>
                  </a:lnTo>
                  <a:lnTo>
                    <a:pt x="1417263" y="1529909"/>
                  </a:lnTo>
                  <a:lnTo>
                    <a:pt x="1417269" y="1529910"/>
                  </a:lnTo>
                  <a:lnTo>
                    <a:pt x="1417281" y="1529909"/>
                  </a:lnTo>
                  <a:lnTo>
                    <a:pt x="1417281" y="1529898"/>
                  </a:lnTo>
                  <a:lnTo>
                    <a:pt x="1417281" y="1529890"/>
                  </a:lnTo>
                  <a:lnTo>
                    <a:pt x="1417284" y="1529882"/>
                  </a:lnTo>
                  <a:lnTo>
                    <a:pt x="1417286" y="1529877"/>
                  </a:lnTo>
                  <a:lnTo>
                    <a:pt x="1417287" y="1529868"/>
                  </a:lnTo>
                  <a:lnTo>
                    <a:pt x="1417288" y="1529857"/>
                  </a:lnTo>
                  <a:lnTo>
                    <a:pt x="1417290" y="1529848"/>
                  </a:lnTo>
                  <a:lnTo>
                    <a:pt x="1417294" y="1529841"/>
                  </a:lnTo>
                  <a:lnTo>
                    <a:pt x="1417299" y="1529836"/>
                  </a:lnTo>
                  <a:lnTo>
                    <a:pt x="1417305" y="1529831"/>
                  </a:lnTo>
                  <a:lnTo>
                    <a:pt x="1417310" y="1529828"/>
                  </a:lnTo>
                  <a:lnTo>
                    <a:pt x="1417316" y="1529824"/>
                  </a:lnTo>
                  <a:lnTo>
                    <a:pt x="1417330" y="1529816"/>
                  </a:lnTo>
                  <a:lnTo>
                    <a:pt x="1417340" y="1529811"/>
                  </a:lnTo>
                  <a:lnTo>
                    <a:pt x="1417347" y="1529809"/>
                  </a:lnTo>
                  <a:lnTo>
                    <a:pt x="1417355" y="1529809"/>
                  </a:lnTo>
                  <a:lnTo>
                    <a:pt x="1417362" y="1529810"/>
                  </a:lnTo>
                  <a:lnTo>
                    <a:pt x="1417371" y="1529810"/>
                  </a:lnTo>
                  <a:lnTo>
                    <a:pt x="1417379" y="1529810"/>
                  </a:lnTo>
                  <a:lnTo>
                    <a:pt x="1417386" y="1529809"/>
                  </a:lnTo>
                  <a:lnTo>
                    <a:pt x="1417395" y="1529806"/>
                  </a:lnTo>
                  <a:lnTo>
                    <a:pt x="1417402" y="1529802"/>
                  </a:lnTo>
                  <a:lnTo>
                    <a:pt x="1417405" y="1529797"/>
                  </a:lnTo>
                  <a:lnTo>
                    <a:pt x="1417408" y="1529788"/>
                  </a:lnTo>
                  <a:lnTo>
                    <a:pt x="1417408" y="1529781"/>
                  </a:lnTo>
                  <a:lnTo>
                    <a:pt x="1417406" y="1529773"/>
                  </a:lnTo>
                  <a:lnTo>
                    <a:pt x="1417403" y="1529764"/>
                  </a:lnTo>
                  <a:lnTo>
                    <a:pt x="1417392" y="1529745"/>
                  </a:lnTo>
                  <a:lnTo>
                    <a:pt x="1417400" y="1529738"/>
                  </a:lnTo>
                  <a:lnTo>
                    <a:pt x="1417405" y="1529733"/>
                  </a:lnTo>
                  <a:lnTo>
                    <a:pt x="1417411" y="1529728"/>
                  </a:lnTo>
                  <a:lnTo>
                    <a:pt x="1417420" y="1529723"/>
                  </a:lnTo>
                  <a:lnTo>
                    <a:pt x="1417428" y="1529719"/>
                  </a:lnTo>
                  <a:lnTo>
                    <a:pt x="1417436" y="1529716"/>
                  </a:lnTo>
                  <a:lnTo>
                    <a:pt x="1417443" y="1529713"/>
                  </a:lnTo>
                  <a:lnTo>
                    <a:pt x="1417576" y="1529585"/>
                  </a:lnTo>
                  <a:lnTo>
                    <a:pt x="1417583" y="1529579"/>
                  </a:lnTo>
                  <a:lnTo>
                    <a:pt x="1417588" y="1529573"/>
                  </a:lnTo>
                  <a:lnTo>
                    <a:pt x="1417592" y="1529569"/>
                  </a:lnTo>
                  <a:lnTo>
                    <a:pt x="1417596" y="1529565"/>
                  </a:lnTo>
                  <a:lnTo>
                    <a:pt x="1417606" y="1529555"/>
                  </a:lnTo>
                  <a:lnTo>
                    <a:pt x="1417615" y="1529548"/>
                  </a:lnTo>
                  <a:lnTo>
                    <a:pt x="1417625" y="1529540"/>
                  </a:lnTo>
                  <a:lnTo>
                    <a:pt x="1417634" y="1529531"/>
                  </a:lnTo>
                  <a:lnTo>
                    <a:pt x="1417645" y="1529523"/>
                  </a:lnTo>
                  <a:lnTo>
                    <a:pt x="1417654" y="1529514"/>
                  </a:lnTo>
                  <a:lnTo>
                    <a:pt x="1417657" y="1529510"/>
                  </a:lnTo>
                  <a:lnTo>
                    <a:pt x="1417662" y="1529505"/>
                  </a:lnTo>
                  <a:lnTo>
                    <a:pt x="1417669" y="1529497"/>
                  </a:lnTo>
                  <a:lnTo>
                    <a:pt x="1417674" y="1529491"/>
                  </a:lnTo>
                  <a:lnTo>
                    <a:pt x="1417676" y="1529486"/>
                  </a:lnTo>
                  <a:lnTo>
                    <a:pt x="1417679" y="1529478"/>
                  </a:lnTo>
                  <a:lnTo>
                    <a:pt x="1417682" y="1529468"/>
                  </a:lnTo>
                  <a:lnTo>
                    <a:pt x="1417685" y="1529460"/>
                  </a:lnTo>
                  <a:lnTo>
                    <a:pt x="1417690" y="1529458"/>
                  </a:lnTo>
                  <a:lnTo>
                    <a:pt x="1417697" y="1529460"/>
                  </a:lnTo>
                  <a:lnTo>
                    <a:pt x="1417704" y="1529462"/>
                  </a:lnTo>
                  <a:lnTo>
                    <a:pt x="1417710" y="1529465"/>
                  </a:lnTo>
                  <a:lnTo>
                    <a:pt x="1417715" y="1529466"/>
                  </a:lnTo>
                  <a:lnTo>
                    <a:pt x="1417725" y="1529470"/>
                  </a:lnTo>
                  <a:lnTo>
                    <a:pt x="1417732" y="1529472"/>
                  </a:lnTo>
                  <a:lnTo>
                    <a:pt x="1417741" y="1529472"/>
                  </a:lnTo>
                  <a:lnTo>
                    <a:pt x="1417748" y="1529472"/>
                  </a:lnTo>
                  <a:lnTo>
                    <a:pt x="1417756" y="1529471"/>
                  </a:lnTo>
                  <a:lnTo>
                    <a:pt x="1417762" y="1529470"/>
                  </a:lnTo>
                  <a:lnTo>
                    <a:pt x="1417767" y="1529469"/>
                  </a:lnTo>
                  <a:lnTo>
                    <a:pt x="1417772" y="1529467"/>
                  </a:lnTo>
                  <a:lnTo>
                    <a:pt x="1417777" y="1529466"/>
                  </a:lnTo>
                  <a:lnTo>
                    <a:pt x="1417786" y="1529464"/>
                  </a:lnTo>
                  <a:lnTo>
                    <a:pt x="1417794" y="1529463"/>
                  </a:lnTo>
                  <a:lnTo>
                    <a:pt x="1417799" y="1529463"/>
                  </a:lnTo>
                  <a:lnTo>
                    <a:pt x="1417805" y="1529462"/>
                  </a:lnTo>
                  <a:lnTo>
                    <a:pt x="1417809" y="1529460"/>
                  </a:lnTo>
                  <a:lnTo>
                    <a:pt x="1417812" y="1529455"/>
                  </a:lnTo>
                  <a:lnTo>
                    <a:pt x="1417817" y="1529447"/>
                  </a:lnTo>
                  <a:lnTo>
                    <a:pt x="1417821" y="1529442"/>
                  </a:lnTo>
                  <a:lnTo>
                    <a:pt x="1417830" y="1529439"/>
                  </a:lnTo>
                  <a:lnTo>
                    <a:pt x="1417835" y="1529435"/>
                  </a:lnTo>
                  <a:lnTo>
                    <a:pt x="1417839" y="1529432"/>
                  </a:lnTo>
                  <a:lnTo>
                    <a:pt x="1417842" y="1529429"/>
                  </a:lnTo>
                  <a:lnTo>
                    <a:pt x="1417848" y="1529424"/>
                  </a:lnTo>
                  <a:lnTo>
                    <a:pt x="1417852" y="1529419"/>
                  </a:lnTo>
                  <a:lnTo>
                    <a:pt x="1417852" y="1529411"/>
                  </a:lnTo>
                  <a:lnTo>
                    <a:pt x="1417852" y="1529406"/>
                  </a:lnTo>
                  <a:lnTo>
                    <a:pt x="1417852" y="1529400"/>
                  </a:lnTo>
                  <a:lnTo>
                    <a:pt x="1417853" y="1529393"/>
                  </a:lnTo>
                  <a:lnTo>
                    <a:pt x="1417855" y="1529381"/>
                  </a:lnTo>
                  <a:lnTo>
                    <a:pt x="1417860" y="1529376"/>
                  </a:lnTo>
                  <a:lnTo>
                    <a:pt x="1417865" y="1529373"/>
                  </a:lnTo>
                  <a:lnTo>
                    <a:pt x="1417868" y="1529363"/>
                  </a:lnTo>
                  <a:lnTo>
                    <a:pt x="1417870" y="1529354"/>
                  </a:lnTo>
                  <a:lnTo>
                    <a:pt x="1417872" y="1529349"/>
                  </a:lnTo>
                  <a:lnTo>
                    <a:pt x="1417874" y="1529340"/>
                  </a:lnTo>
                  <a:lnTo>
                    <a:pt x="1417879" y="1529323"/>
                  </a:lnTo>
                  <a:lnTo>
                    <a:pt x="1417881" y="1529315"/>
                  </a:lnTo>
                  <a:lnTo>
                    <a:pt x="1417884" y="1529307"/>
                  </a:lnTo>
                  <a:lnTo>
                    <a:pt x="1417886" y="1529300"/>
                  </a:lnTo>
                  <a:lnTo>
                    <a:pt x="1417890" y="1529289"/>
                  </a:lnTo>
                  <a:lnTo>
                    <a:pt x="1417892" y="1529277"/>
                  </a:lnTo>
                  <a:lnTo>
                    <a:pt x="1417892" y="1529265"/>
                  </a:lnTo>
                  <a:lnTo>
                    <a:pt x="1417892" y="1529252"/>
                  </a:lnTo>
                  <a:lnTo>
                    <a:pt x="1417899" y="1529240"/>
                  </a:lnTo>
                  <a:lnTo>
                    <a:pt x="1417906" y="1529234"/>
                  </a:lnTo>
                  <a:lnTo>
                    <a:pt x="1417910" y="1529231"/>
                  </a:lnTo>
                  <a:lnTo>
                    <a:pt x="1417918" y="1529229"/>
                  </a:lnTo>
                  <a:lnTo>
                    <a:pt x="1417923" y="1529227"/>
                  </a:lnTo>
                  <a:lnTo>
                    <a:pt x="1417934" y="1529217"/>
                  </a:lnTo>
                  <a:lnTo>
                    <a:pt x="1417943" y="1529217"/>
                  </a:lnTo>
                  <a:lnTo>
                    <a:pt x="1417958" y="1529216"/>
                  </a:lnTo>
                  <a:lnTo>
                    <a:pt x="1417966" y="1529215"/>
                  </a:lnTo>
                  <a:lnTo>
                    <a:pt x="1417975" y="1529214"/>
                  </a:lnTo>
                  <a:lnTo>
                    <a:pt x="1417981" y="1529211"/>
                  </a:lnTo>
                  <a:lnTo>
                    <a:pt x="1417988" y="1529206"/>
                  </a:lnTo>
                  <a:lnTo>
                    <a:pt x="1417993" y="1529202"/>
                  </a:lnTo>
                  <a:lnTo>
                    <a:pt x="1417996" y="1529196"/>
                  </a:lnTo>
                  <a:lnTo>
                    <a:pt x="1418001" y="1529182"/>
                  </a:lnTo>
                  <a:lnTo>
                    <a:pt x="1418004" y="1529176"/>
                  </a:lnTo>
                  <a:lnTo>
                    <a:pt x="1417961" y="1529094"/>
                  </a:lnTo>
                  <a:lnTo>
                    <a:pt x="1417981" y="1529074"/>
                  </a:lnTo>
                  <a:lnTo>
                    <a:pt x="1417992" y="1529064"/>
                  </a:lnTo>
                  <a:lnTo>
                    <a:pt x="1417990" y="1529050"/>
                  </a:lnTo>
                  <a:lnTo>
                    <a:pt x="1417990" y="1529043"/>
                  </a:lnTo>
                  <a:lnTo>
                    <a:pt x="1418001" y="1529041"/>
                  </a:lnTo>
                  <a:lnTo>
                    <a:pt x="1418007" y="1529039"/>
                  </a:lnTo>
                  <a:lnTo>
                    <a:pt x="1418014" y="1529034"/>
                  </a:lnTo>
                  <a:lnTo>
                    <a:pt x="1418020" y="1529032"/>
                  </a:lnTo>
                  <a:lnTo>
                    <a:pt x="1418026" y="1529030"/>
                  </a:lnTo>
                  <a:lnTo>
                    <a:pt x="1418032" y="1529027"/>
                  </a:lnTo>
                  <a:lnTo>
                    <a:pt x="1418037" y="1529024"/>
                  </a:lnTo>
                  <a:lnTo>
                    <a:pt x="1418041" y="1529021"/>
                  </a:lnTo>
                  <a:lnTo>
                    <a:pt x="1418045" y="1529017"/>
                  </a:lnTo>
                  <a:lnTo>
                    <a:pt x="1418049" y="1529012"/>
                  </a:lnTo>
                  <a:lnTo>
                    <a:pt x="1418053" y="1529006"/>
                  </a:lnTo>
                  <a:lnTo>
                    <a:pt x="1418058" y="1528998"/>
                  </a:lnTo>
                  <a:lnTo>
                    <a:pt x="1418059" y="1528989"/>
                  </a:lnTo>
                  <a:lnTo>
                    <a:pt x="1418134" y="1529003"/>
                  </a:lnTo>
                  <a:lnTo>
                    <a:pt x="1418196" y="1528953"/>
                  </a:lnTo>
                  <a:lnTo>
                    <a:pt x="1418193" y="1528945"/>
                  </a:lnTo>
                  <a:lnTo>
                    <a:pt x="1418194" y="1528938"/>
                  </a:lnTo>
                  <a:lnTo>
                    <a:pt x="1418201" y="1528932"/>
                  </a:lnTo>
                  <a:lnTo>
                    <a:pt x="1418209" y="1528929"/>
                  </a:lnTo>
                  <a:lnTo>
                    <a:pt x="1418217" y="1528928"/>
                  </a:lnTo>
                  <a:lnTo>
                    <a:pt x="1418223" y="1528927"/>
                  </a:lnTo>
                  <a:lnTo>
                    <a:pt x="1418231" y="1528928"/>
                  </a:lnTo>
                  <a:lnTo>
                    <a:pt x="1418233" y="1528922"/>
                  </a:lnTo>
                  <a:lnTo>
                    <a:pt x="1418232" y="1528915"/>
                  </a:lnTo>
                  <a:lnTo>
                    <a:pt x="1418231" y="1528909"/>
                  </a:lnTo>
                  <a:lnTo>
                    <a:pt x="1418228" y="1528901"/>
                  </a:lnTo>
                  <a:lnTo>
                    <a:pt x="1418223" y="1528893"/>
                  </a:lnTo>
                  <a:lnTo>
                    <a:pt x="1418217" y="1528887"/>
                  </a:lnTo>
                  <a:lnTo>
                    <a:pt x="1418213" y="1528881"/>
                  </a:lnTo>
                  <a:lnTo>
                    <a:pt x="1418212" y="1528874"/>
                  </a:lnTo>
                  <a:lnTo>
                    <a:pt x="1418213" y="1528859"/>
                  </a:lnTo>
                  <a:lnTo>
                    <a:pt x="1418216" y="1528835"/>
                  </a:lnTo>
                  <a:lnTo>
                    <a:pt x="1418218" y="1528824"/>
                  </a:lnTo>
                  <a:lnTo>
                    <a:pt x="1418220" y="1528811"/>
                  </a:lnTo>
                  <a:lnTo>
                    <a:pt x="1418220" y="1528798"/>
                  </a:lnTo>
                  <a:lnTo>
                    <a:pt x="1418222" y="1528790"/>
                  </a:lnTo>
                  <a:lnTo>
                    <a:pt x="1418226" y="1528783"/>
                  </a:lnTo>
                  <a:lnTo>
                    <a:pt x="1418232" y="1528777"/>
                  </a:lnTo>
                  <a:lnTo>
                    <a:pt x="1418238" y="1528769"/>
                  </a:lnTo>
                  <a:lnTo>
                    <a:pt x="1418233" y="1528754"/>
                  </a:lnTo>
                  <a:lnTo>
                    <a:pt x="1418220" y="1528741"/>
                  </a:lnTo>
                  <a:lnTo>
                    <a:pt x="1418209" y="1528733"/>
                  </a:lnTo>
                  <a:lnTo>
                    <a:pt x="1418198" y="1528727"/>
                  </a:lnTo>
                  <a:lnTo>
                    <a:pt x="1418178" y="1528718"/>
                  </a:lnTo>
                  <a:lnTo>
                    <a:pt x="1418172" y="1528714"/>
                  </a:lnTo>
                  <a:lnTo>
                    <a:pt x="1418174" y="1528702"/>
                  </a:lnTo>
                  <a:lnTo>
                    <a:pt x="1418175" y="1528697"/>
                  </a:lnTo>
                  <a:lnTo>
                    <a:pt x="1418174" y="1528681"/>
                  </a:lnTo>
                  <a:lnTo>
                    <a:pt x="1418175" y="1528662"/>
                  </a:lnTo>
                  <a:lnTo>
                    <a:pt x="1418177" y="1528646"/>
                  </a:lnTo>
                  <a:lnTo>
                    <a:pt x="1418180" y="1528634"/>
                  </a:lnTo>
                  <a:lnTo>
                    <a:pt x="1418163" y="1528627"/>
                  </a:lnTo>
                  <a:lnTo>
                    <a:pt x="1418148" y="1528625"/>
                  </a:lnTo>
                  <a:lnTo>
                    <a:pt x="1418125" y="1528625"/>
                  </a:lnTo>
                  <a:lnTo>
                    <a:pt x="1418122" y="1528606"/>
                  </a:lnTo>
                  <a:lnTo>
                    <a:pt x="1418118" y="1528594"/>
                  </a:lnTo>
                  <a:lnTo>
                    <a:pt x="1418114" y="1528586"/>
                  </a:lnTo>
                  <a:lnTo>
                    <a:pt x="1418110" y="1528579"/>
                  </a:lnTo>
                  <a:lnTo>
                    <a:pt x="1418108" y="1528575"/>
                  </a:lnTo>
                  <a:lnTo>
                    <a:pt x="1418107" y="1528564"/>
                  </a:lnTo>
                  <a:lnTo>
                    <a:pt x="1418108" y="1528558"/>
                  </a:lnTo>
                  <a:lnTo>
                    <a:pt x="1418107" y="1528551"/>
                  </a:lnTo>
                  <a:lnTo>
                    <a:pt x="1418106" y="1528544"/>
                  </a:lnTo>
                  <a:lnTo>
                    <a:pt x="1418102" y="1528523"/>
                  </a:lnTo>
                  <a:lnTo>
                    <a:pt x="1418102" y="1528511"/>
                  </a:lnTo>
                  <a:lnTo>
                    <a:pt x="1418103" y="1528505"/>
                  </a:lnTo>
                  <a:lnTo>
                    <a:pt x="1418104" y="1528498"/>
                  </a:lnTo>
                  <a:lnTo>
                    <a:pt x="1418109" y="1528491"/>
                  </a:lnTo>
                  <a:lnTo>
                    <a:pt x="1418118" y="1528475"/>
                  </a:lnTo>
                  <a:lnTo>
                    <a:pt x="1418118" y="1528467"/>
                  </a:lnTo>
                  <a:lnTo>
                    <a:pt x="1418111" y="1528455"/>
                  </a:lnTo>
                  <a:lnTo>
                    <a:pt x="1418111" y="1528445"/>
                  </a:lnTo>
                  <a:lnTo>
                    <a:pt x="1418117" y="1528433"/>
                  </a:lnTo>
                  <a:lnTo>
                    <a:pt x="1418110" y="1528416"/>
                  </a:lnTo>
                  <a:lnTo>
                    <a:pt x="1418107" y="1528410"/>
                  </a:lnTo>
                  <a:lnTo>
                    <a:pt x="1418104" y="1528403"/>
                  </a:lnTo>
                  <a:lnTo>
                    <a:pt x="1418101" y="1528395"/>
                  </a:lnTo>
                  <a:lnTo>
                    <a:pt x="1418098" y="1528390"/>
                  </a:lnTo>
                  <a:lnTo>
                    <a:pt x="1418094" y="1528382"/>
                  </a:lnTo>
                  <a:lnTo>
                    <a:pt x="1418088" y="1528374"/>
                  </a:lnTo>
                  <a:lnTo>
                    <a:pt x="1418080" y="1528366"/>
                  </a:lnTo>
                  <a:lnTo>
                    <a:pt x="1418071" y="1528359"/>
                  </a:lnTo>
                  <a:lnTo>
                    <a:pt x="1418068" y="1528353"/>
                  </a:lnTo>
                  <a:lnTo>
                    <a:pt x="1418069" y="1528348"/>
                  </a:lnTo>
                  <a:lnTo>
                    <a:pt x="1418072" y="1528344"/>
                  </a:lnTo>
                  <a:lnTo>
                    <a:pt x="1418077" y="1528339"/>
                  </a:lnTo>
                  <a:lnTo>
                    <a:pt x="1418088" y="1528323"/>
                  </a:lnTo>
                  <a:lnTo>
                    <a:pt x="1418094" y="1528313"/>
                  </a:lnTo>
                  <a:lnTo>
                    <a:pt x="1418097" y="1528305"/>
                  </a:lnTo>
                  <a:lnTo>
                    <a:pt x="1418101" y="1528300"/>
                  </a:lnTo>
                  <a:lnTo>
                    <a:pt x="1418107" y="1528298"/>
                  </a:lnTo>
                  <a:lnTo>
                    <a:pt x="1418113" y="1528296"/>
                  </a:lnTo>
                  <a:lnTo>
                    <a:pt x="1418109" y="1528290"/>
                  </a:lnTo>
                  <a:lnTo>
                    <a:pt x="1418093" y="1528277"/>
                  </a:lnTo>
                  <a:lnTo>
                    <a:pt x="1418073" y="1528263"/>
                  </a:lnTo>
                  <a:lnTo>
                    <a:pt x="1418066" y="1528254"/>
                  </a:lnTo>
                  <a:lnTo>
                    <a:pt x="1418056" y="1528246"/>
                  </a:lnTo>
                  <a:lnTo>
                    <a:pt x="1418049" y="1528242"/>
                  </a:lnTo>
                  <a:lnTo>
                    <a:pt x="1418045" y="1528238"/>
                  </a:lnTo>
                  <a:lnTo>
                    <a:pt x="1418027" y="1528227"/>
                  </a:lnTo>
                  <a:lnTo>
                    <a:pt x="1418019" y="1528223"/>
                  </a:lnTo>
                  <a:lnTo>
                    <a:pt x="1418011" y="1528219"/>
                  </a:lnTo>
                  <a:lnTo>
                    <a:pt x="1417997" y="1528212"/>
                  </a:lnTo>
                  <a:lnTo>
                    <a:pt x="1417986" y="1528207"/>
                  </a:lnTo>
                  <a:lnTo>
                    <a:pt x="1417981" y="1528203"/>
                  </a:lnTo>
                  <a:lnTo>
                    <a:pt x="1417974" y="1528194"/>
                  </a:lnTo>
                  <a:lnTo>
                    <a:pt x="1417966" y="1528188"/>
                  </a:lnTo>
                  <a:lnTo>
                    <a:pt x="1417959" y="1528183"/>
                  </a:lnTo>
                  <a:lnTo>
                    <a:pt x="1417951" y="1528180"/>
                  </a:lnTo>
                  <a:lnTo>
                    <a:pt x="1417943" y="1528180"/>
                  </a:lnTo>
                  <a:lnTo>
                    <a:pt x="1417935" y="1528182"/>
                  </a:lnTo>
                  <a:lnTo>
                    <a:pt x="1417927" y="1528182"/>
                  </a:lnTo>
                  <a:lnTo>
                    <a:pt x="1417919" y="1528179"/>
                  </a:lnTo>
                  <a:lnTo>
                    <a:pt x="1417910" y="1528171"/>
                  </a:lnTo>
                  <a:lnTo>
                    <a:pt x="1417899" y="1528166"/>
                  </a:lnTo>
                  <a:lnTo>
                    <a:pt x="1417891" y="1528161"/>
                  </a:lnTo>
                  <a:lnTo>
                    <a:pt x="1417883" y="1528159"/>
                  </a:lnTo>
                  <a:lnTo>
                    <a:pt x="1417873" y="1528157"/>
                  </a:lnTo>
                  <a:lnTo>
                    <a:pt x="1417860" y="1528156"/>
                  </a:lnTo>
                  <a:lnTo>
                    <a:pt x="1417848" y="1528156"/>
                  </a:lnTo>
                  <a:lnTo>
                    <a:pt x="1417835" y="1528154"/>
                  </a:lnTo>
                  <a:lnTo>
                    <a:pt x="1417826" y="1528149"/>
                  </a:lnTo>
                  <a:lnTo>
                    <a:pt x="1417819" y="1528142"/>
                  </a:lnTo>
                  <a:lnTo>
                    <a:pt x="1417815" y="1528137"/>
                  </a:lnTo>
                  <a:lnTo>
                    <a:pt x="1417810" y="1528131"/>
                  </a:lnTo>
                  <a:lnTo>
                    <a:pt x="1417806" y="1528125"/>
                  </a:lnTo>
                  <a:lnTo>
                    <a:pt x="1417801" y="1528117"/>
                  </a:lnTo>
                  <a:lnTo>
                    <a:pt x="1417794" y="1528107"/>
                  </a:lnTo>
                  <a:lnTo>
                    <a:pt x="1417785" y="1528098"/>
                  </a:lnTo>
                  <a:lnTo>
                    <a:pt x="1417772" y="1528089"/>
                  </a:lnTo>
                  <a:lnTo>
                    <a:pt x="1417757" y="1528071"/>
                  </a:lnTo>
                  <a:lnTo>
                    <a:pt x="1417745" y="1528051"/>
                  </a:lnTo>
                  <a:lnTo>
                    <a:pt x="1417739" y="1528039"/>
                  </a:lnTo>
                  <a:lnTo>
                    <a:pt x="1417734" y="1528026"/>
                  </a:lnTo>
                  <a:lnTo>
                    <a:pt x="1417731" y="1528014"/>
                  </a:lnTo>
                  <a:lnTo>
                    <a:pt x="1417728" y="1528000"/>
                  </a:lnTo>
                  <a:lnTo>
                    <a:pt x="1417729" y="1527992"/>
                  </a:lnTo>
                  <a:lnTo>
                    <a:pt x="1417733" y="1527979"/>
                  </a:lnTo>
                  <a:lnTo>
                    <a:pt x="1417752" y="1527896"/>
                  </a:lnTo>
                  <a:lnTo>
                    <a:pt x="1417821" y="1527793"/>
                  </a:lnTo>
                  <a:lnTo>
                    <a:pt x="1417830" y="1527784"/>
                  </a:lnTo>
                  <a:lnTo>
                    <a:pt x="1417835" y="1527780"/>
                  </a:lnTo>
                  <a:lnTo>
                    <a:pt x="1417839" y="1527775"/>
                  </a:lnTo>
                  <a:lnTo>
                    <a:pt x="1417841" y="1527770"/>
                  </a:lnTo>
                  <a:lnTo>
                    <a:pt x="1417842" y="1527763"/>
                  </a:lnTo>
                  <a:lnTo>
                    <a:pt x="1417844" y="1527721"/>
                  </a:lnTo>
                  <a:lnTo>
                    <a:pt x="1417843" y="1527714"/>
                  </a:lnTo>
                  <a:lnTo>
                    <a:pt x="1417837" y="1527699"/>
                  </a:lnTo>
                  <a:lnTo>
                    <a:pt x="1417834" y="1527692"/>
                  </a:lnTo>
                  <a:lnTo>
                    <a:pt x="1417828" y="1527688"/>
                  </a:lnTo>
                  <a:lnTo>
                    <a:pt x="1417819" y="1527688"/>
                  </a:lnTo>
                  <a:lnTo>
                    <a:pt x="1417812" y="1527687"/>
                  </a:lnTo>
                  <a:lnTo>
                    <a:pt x="1417806" y="1527686"/>
                  </a:lnTo>
                  <a:lnTo>
                    <a:pt x="1417801" y="1527685"/>
                  </a:lnTo>
                  <a:lnTo>
                    <a:pt x="1417794" y="1527683"/>
                  </a:lnTo>
                  <a:lnTo>
                    <a:pt x="1417786" y="1527680"/>
                  </a:lnTo>
                  <a:lnTo>
                    <a:pt x="1417779" y="1527675"/>
                  </a:lnTo>
                  <a:lnTo>
                    <a:pt x="1417770" y="1527666"/>
                  </a:lnTo>
                  <a:lnTo>
                    <a:pt x="1417764" y="1527662"/>
                  </a:lnTo>
                  <a:lnTo>
                    <a:pt x="1417760" y="1527657"/>
                  </a:lnTo>
                  <a:lnTo>
                    <a:pt x="1417760" y="1527651"/>
                  </a:lnTo>
                  <a:lnTo>
                    <a:pt x="1417761" y="1527644"/>
                  </a:lnTo>
                  <a:lnTo>
                    <a:pt x="1417762" y="1527637"/>
                  </a:lnTo>
                  <a:lnTo>
                    <a:pt x="1417761" y="1527632"/>
                  </a:lnTo>
                  <a:lnTo>
                    <a:pt x="1417758" y="1527628"/>
                  </a:lnTo>
                  <a:lnTo>
                    <a:pt x="1417754" y="1527623"/>
                  </a:lnTo>
                  <a:lnTo>
                    <a:pt x="1417751" y="1527619"/>
                  </a:lnTo>
                  <a:lnTo>
                    <a:pt x="1417749" y="1527612"/>
                  </a:lnTo>
                  <a:lnTo>
                    <a:pt x="1417748" y="1527605"/>
                  </a:lnTo>
                  <a:lnTo>
                    <a:pt x="1417747" y="1527596"/>
                  </a:lnTo>
                  <a:lnTo>
                    <a:pt x="1417747" y="1527587"/>
                  </a:lnTo>
                  <a:lnTo>
                    <a:pt x="1417747" y="1527579"/>
                  </a:lnTo>
                  <a:lnTo>
                    <a:pt x="1417747" y="1527572"/>
                  </a:lnTo>
                  <a:lnTo>
                    <a:pt x="1417748" y="1527565"/>
                  </a:lnTo>
                  <a:lnTo>
                    <a:pt x="1417747" y="1527557"/>
                  </a:lnTo>
                  <a:lnTo>
                    <a:pt x="1417742" y="1527552"/>
                  </a:lnTo>
                  <a:lnTo>
                    <a:pt x="1417741" y="1527545"/>
                  </a:lnTo>
                  <a:lnTo>
                    <a:pt x="1417742" y="1527534"/>
                  </a:lnTo>
                  <a:lnTo>
                    <a:pt x="1417744" y="1527524"/>
                  </a:lnTo>
                  <a:lnTo>
                    <a:pt x="1417745" y="1527516"/>
                  </a:lnTo>
                  <a:lnTo>
                    <a:pt x="1417745" y="1527510"/>
                  </a:lnTo>
                  <a:lnTo>
                    <a:pt x="1417748" y="1527503"/>
                  </a:lnTo>
                  <a:lnTo>
                    <a:pt x="1417751" y="1527500"/>
                  </a:lnTo>
                  <a:lnTo>
                    <a:pt x="1417756" y="1527497"/>
                  </a:lnTo>
                  <a:lnTo>
                    <a:pt x="1417765" y="1527492"/>
                  </a:lnTo>
                  <a:lnTo>
                    <a:pt x="1417771" y="1527490"/>
                  </a:lnTo>
                  <a:lnTo>
                    <a:pt x="1417776" y="1527489"/>
                  </a:lnTo>
                  <a:lnTo>
                    <a:pt x="1417783" y="1527487"/>
                  </a:lnTo>
                  <a:lnTo>
                    <a:pt x="1417791" y="1527484"/>
                  </a:lnTo>
                  <a:lnTo>
                    <a:pt x="1417802" y="1527478"/>
                  </a:lnTo>
                  <a:lnTo>
                    <a:pt x="1417810" y="1527475"/>
                  </a:lnTo>
                  <a:lnTo>
                    <a:pt x="1417815" y="1527473"/>
                  </a:lnTo>
                  <a:lnTo>
                    <a:pt x="1417890" y="1527339"/>
                  </a:lnTo>
                  <a:lnTo>
                    <a:pt x="1417896" y="1527327"/>
                  </a:lnTo>
                  <a:lnTo>
                    <a:pt x="1418018" y="1527024"/>
                  </a:lnTo>
                  <a:lnTo>
                    <a:pt x="1418025" y="1527029"/>
                  </a:lnTo>
                  <a:lnTo>
                    <a:pt x="1418032" y="1527032"/>
                  </a:lnTo>
                  <a:lnTo>
                    <a:pt x="1418040" y="1527034"/>
                  </a:lnTo>
                  <a:lnTo>
                    <a:pt x="1418053" y="1527037"/>
                  </a:lnTo>
                  <a:lnTo>
                    <a:pt x="1418065" y="1527038"/>
                  </a:lnTo>
                  <a:lnTo>
                    <a:pt x="1418078" y="1527038"/>
                  </a:lnTo>
                  <a:lnTo>
                    <a:pt x="1418089" y="1527038"/>
                  </a:lnTo>
                  <a:lnTo>
                    <a:pt x="1418097" y="1527035"/>
                  </a:lnTo>
                  <a:lnTo>
                    <a:pt x="1418106" y="1527030"/>
                  </a:lnTo>
                  <a:lnTo>
                    <a:pt x="1418113" y="1527025"/>
                  </a:lnTo>
                  <a:lnTo>
                    <a:pt x="1418122" y="1527020"/>
                  </a:lnTo>
                  <a:lnTo>
                    <a:pt x="1418131" y="1527013"/>
                  </a:lnTo>
                  <a:lnTo>
                    <a:pt x="1418137" y="1527004"/>
                  </a:lnTo>
                  <a:lnTo>
                    <a:pt x="1418139" y="1526998"/>
                  </a:lnTo>
                  <a:lnTo>
                    <a:pt x="1418140" y="1526988"/>
                  </a:lnTo>
                  <a:lnTo>
                    <a:pt x="1418121" y="1526712"/>
                  </a:lnTo>
                  <a:lnTo>
                    <a:pt x="1418115" y="1526631"/>
                  </a:lnTo>
                  <a:lnTo>
                    <a:pt x="1418093" y="1526290"/>
                  </a:lnTo>
                  <a:lnTo>
                    <a:pt x="1418076" y="1526040"/>
                  </a:lnTo>
                  <a:lnTo>
                    <a:pt x="1418090" y="1526039"/>
                  </a:lnTo>
                  <a:lnTo>
                    <a:pt x="1418104" y="1526038"/>
                  </a:lnTo>
                  <a:lnTo>
                    <a:pt x="1418112" y="1526037"/>
                  </a:lnTo>
                  <a:lnTo>
                    <a:pt x="1418120" y="1526036"/>
                  </a:lnTo>
                  <a:lnTo>
                    <a:pt x="1418129" y="1526029"/>
                  </a:lnTo>
                  <a:lnTo>
                    <a:pt x="1418138" y="1526023"/>
                  </a:lnTo>
                  <a:lnTo>
                    <a:pt x="1418143" y="1526020"/>
                  </a:lnTo>
                  <a:lnTo>
                    <a:pt x="1418148" y="1526017"/>
                  </a:lnTo>
                  <a:lnTo>
                    <a:pt x="1418159" y="1526010"/>
                  </a:lnTo>
                  <a:lnTo>
                    <a:pt x="1418171" y="1526007"/>
                  </a:lnTo>
                  <a:lnTo>
                    <a:pt x="1418183" y="1526004"/>
                  </a:lnTo>
                  <a:lnTo>
                    <a:pt x="1418194" y="1526000"/>
                  </a:lnTo>
                  <a:lnTo>
                    <a:pt x="1418204" y="1525996"/>
                  </a:lnTo>
                  <a:lnTo>
                    <a:pt x="1418210" y="1525992"/>
                  </a:lnTo>
                  <a:lnTo>
                    <a:pt x="1418217" y="1525987"/>
                  </a:lnTo>
                  <a:lnTo>
                    <a:pt x="1418224" y="1525980"/>
                  </a:lnTo>
                  <a:lnTo>
                    <a:pt x="1418231" y="1525968"/>
                  </a:lnTo>
                  <a:lnTo>
                    <a:pt x="1418237" y="1525954"/>
                  </a:lnTo>
                  <a:lnTo>
                    <a:pt x="1418240" y="1525949"/>
                  </a:lnTo>
                  <a:lnTo>
                    <a:pt x="1418242" y="1525944"/>
                  </a:lnTo>
                  <a:lnTo>
                    <a:pt x="1418249" y="1525936"/>
                  </a:lnTo>
                  <a:lnTo>
                    <a:pt x="1418256" y="1525934"/>
                  </a:lnTo>
                  <a:lnTo>
                    <a:pt x="1418263" y="1525932"/>
                  </a:lnTo>
                  <a:lnTo>
                    <a:pt x="1418267" y="1525927"/>
                  </a:lnTo>
                  <a:lnTo>
                    <a:pt x="1418270" y="1525918"/>
                  </a:lnTo>
                  <a:lnTo>
                    <a:pt x="1418273" y="1525906"/>
                  </a:lnTo>
                  <a:lnTo>
                    <a:pt x="1418274" y="1525883"/>
                  </a:lnTo>
                  <a:lnTo>
                    <a:pt x="1418279" y="1525876"/>
                  </a:lnTo>
                  <a:lnTo>
                    <a:pt x="1418287" y="1525868"/>
                  </a:lnTo>
                  <a:lnTo>
                    <a:pt x="1418297" y="1525862"/>
                  </a:lnTo>
                  <a:lnTo>
                    <a:pt x="1418307" y="1525855"/>
                  </a:lnTo>
                  <a:lnTo>
                    <a:pt x="1418313" y="1525851"/>
                  </a:lnTo>
                  <a:lnTo>
                    <a:pt x="1418318" y="1525847"/>
                  </a:lnTo>
                  <a:lnTo>
                    <a:pt x="1418321" y="1525844"/>
                  </a:lnTo>
                  <a:lnTo>
                    <a:pt x="1418327" y="1525840"/>
                  </a:lnTo>
                  <a:lnTo>
                    <a:pt x="1418337" y="1525831"/>
                  </a:lnTo>
                  <a:lnTo>
                    <a:pt x="1418342" y="1525822"/>
                  </a:lnTo>
                  <a:lnTo>
                    <a:pt x="1418345" y="1525815"/>
                  </a:lnTo>
                  <a:lnTo>
                    <a:pt x="1418347" y="1525811"/>
                  </a:lnTo>
                  <a:lnTo>
                    <a:pt x="1418349" y="1525804"/>
                  </a:lnTo>
                  <a:lnTo>
                    <a:pt x="1418349" y="1525796"/>
                  </a:lnTo>
                  <a:lnTo>
                    <a:pt x="1418348" y="1525787"/>
                  </a:lnTo>
                  <a:lnTo>
                    <a:pt x="1418347" y="1525776"/>
                  </a:lnTo>
                  <a:lnTo>
                    <a:pt x="1418348" y="1525763"/>
                  </a:lnTo>
                  <a:lnTo>
                    <a:pt x="1418352" y="1525756"/>
                  </a:lnTo>
                  <a:lnTo>
                    <a:pt x="1418357" y="1525745"/>
                  </a:lnTo>
                  <a:lnTo>
                    <a:pt x="1418365" y="1525734"/>
                  </a:lnTo>
                  <a:lnTo>
                    <a:pt x="1418376" y="1525724"/>
                  </a:lnTo>
                  <a:lnTo>
                    <a:pt x="1418383" y="1525714"/>
                  </a:lnTo>
                  <a:lnTo>
                    <a:pt x="1418388" y="1525705"/>
                  </a:lnTo>
                  <a:lnTo>
                    <a:pt x="1418391" y="1525697"/>
                  </a:lnTo>
                  <a:lnTo>
                    <a:pt x="1418387" y="1525687"/>
                  </a:lnTo>
                  <a:lnTo>
                    <a:pt x="1418380" y="1525680"/>
                  </a:lnTo>
                  <a:lnTo>
                    <a:pt x="1418370" y="1525670"/>
                  </a:lnTo>
                  <a:lnTo>
                    <a:pt x="1418353" y="1525659"/>
                  </a:lnTo>
                  <a:lnTo>
                    <a:pt x="1418338" y="1525651"/>
                  </a:lnTo>
                  <a:lnTo>
                    <a:pt x="1418329" y="1525642"/>
                  </a:lnTo>
                  <a:lnTo>
                    <a:pt x="1418325" y="1525637"/>
                  </a:lnTo>
                  <a:lnTo>
                    <a:pt x="1418326" y="1525628"/>
                  </a:lnTo>
                  <a:lnTo>
                    <a:pt x="1418329" y="1525621"/>
                  </a:lnTo>
                  <a:lnTo>
                    <a:pt x="1418333" y="1525616"/>
                  </a:lnTo>
                  <a:lnTo>
                    <a:pt x="1418337" y="1525609"/>
                  </a:lnTo>
                  <a:lnTo>
                    <a:pt x="1418341" y="1525597"/>
                  </a:lnTo>
                  <a:lnTo>
                    <a:pt x="1418344" y="1525591"/>
                  </a:lnTo>
                  <a:lnTo>
                    <a:pt x="1418347" y="1525586"/>
                  </a:lnTo>
                  <a:lnTo>
                    <a:pt x="1418352" y="1525579"/>
                  </a:lnTo>
                  <a:lnTo>
                    <a:pt x="1418357" y="1525574"/>
                  </a:lnTo>
                  <a:lnTo>
                    <a:pt x="1418362" y="1525567"/>
                  </a:lnTo>
                  <a:lnTo>
                    <a:pt x="1418365" y="1525561"/>
                  </a:lnTo>
                  <a:lnTo>
                    <a:pt x="1418369" y="1525552"/>
                  </a:lnTo>
                  <a:lnTo>
                    <a:pt x="1418376" y="1525545"/>
                  </a:lnTo>
                  <a:lnTo>
                    <a:pt x="1418388" y="1525535"/>
                  </a:lnTo>
                  <a:lnTo>
                    <a:pt x="1418397" y="1525530"/>
                  </a:lnTo>
                  <a:lnTo>
                    <a:pt x="1418423" y="1525513"/>
                  </a:lnTo>
                  <a:lnTo>
                    <a:pt x="1418413" y="1525505"/>
                  </a:lnTo>
                  <a:lnTo>
                    <a:pt x="1418406" y="1525490"/>
                  </a:lnTo>
                  <a:lnTo>
                    <a:pt x="1418401" y="1525473"/>
                  </a:lnTo>
                  <a:lnTo>
                    <a:pt x="1418396" y="1525445"/>
                  </a:lnTo>
                  <a:lnTo>
                    <a:pt x="1418391" y="1525438"/>
                  </a:lnTo>
                  <a:lnTo>
                    <a:pt x="1418366" y="1525417"/>
                  </a:lnTo>
                  <a:lnTo>
                    <a:pt x="1418353" y="1525406"/>
                  </a:lnTo>
                  <a:lnTo>
                    <a:pt x="1418342" y="1525395"/>
                  </a:lnTo>
                  <a:lnTo>
                    <a:pt x="1418333" y="1525384"/>
                  </a:lnTo>
                  <a:lnTo>
                    <a:pt x="1418311" y="1525363"/>
                  </a:lnTo>
                  <a:lnTo>
                    <a:pt x="1418296" y="1525348"/>
                  </a:lnTo>
                  <a:lnTo>
                    <a:pt x="1418291" y="1525340"/>
                  </a:lnTo>
                  <a:lnTo>
                    <a:pt x="1418287" y="1525331"/>
                  </a:lnTo>
                  <a:lnTo>
                    <a:pt x="1418286" y="1525325"/>
                  </a:lnTo>
                  <a:lnTo>
                    <a:pt x="1418288" y="1525315"/>
                  </a:lnTo>
                  <a:lnTo>
                    <a:pt x="1418290" y="1525308"/>
                  </a:lnTo>
                  <a:lnTo>
                    <a:pt x="1418292" y="1525296"/>
                  </a:lnTo>
                  <a:lnTo>
                    <a:pt x="1418292" y="1525286"/>
                  </a:lnTo>
                  <a:lnTo>
                    <a:pt x="1418291" y="1525273"/>
                  </a:lnTo>
                  <a:lnTo>
                    <a:pt x="1418289" y="1525264"/>
                  </a:lnTo>
                  <a:lnTo>
                    <a:pt x="1418286" y="1525253"/>
                  </a:lnTo>
                  <a:lnTo>
                    <a:pt x="1418280" y="1525239"/>
                  </a:lnTo>
                  <a:lnTo>
                    <a:pt x="1418214" y="1525189"/>
                  </a:lnTo>
                  <a:lnTo>
                    <a:pt x="1418145" y="1525158"/>
                  </a:lnTo>
                  <a:lnTo>
                    <a:pt x="1418102" y="1525138"/>
                  </a:lnTo>
                  <a:lnTo>
                    <a:pt x="1418094" y="1525133"/>
                  </a:lnTo>
                  <a:lnTo>
                    <a:pt x="1418088" y="1525129"/>
                  </a:lnTo>
                  <a:lnTo>
                    <a:pt x="1418080" y="1525125"/>
                  </a:lnTo>
                  <a:lnTo>
                    <a:pt x="1418071" y="1525122"/>
                  </a:lnTo>
                  <a:lnTo>
                    <a:pt x="1418063" y="1525119"/>
                  </a:lnTo>
                  <a:lnTo>
                    <a:pt x="1418053" y="1525117"/>
                  </a:lnTo>
                  <a:lnTo>
                    <a:pt x="1418040" y="1525112"/>
                  </a:lnTo>
                  <a:lnTo>
                    <a:pt x="1418031" y="1525109"/>
                  </a:lnTo>
                  <a:lnTo>
                    <a:pt x="1418016" y="1525108"/>
                  </a:lnTo>
                  <a:lnTo>
                    <a:pt x="1418002" y="1525106"/>
                  </a:lnTo>
                  <a:lnTo>
                    <a:pt x="1417988" y="1525102"/>
                  </a:lnTo>
                  <a:lnTo>
                    <a:pt x="1417982" y="1525097"/>
                  </a:lnTo>
                  <a:lnTo>
                    <a:pt x="1417976" y="1525088"/>
                  </a:lnTo>
                  <a:lnTo>
                    <a:pt x="1417970" y="1525077"/>
                  </a:lnTo>
                  <a:lnTo>
                    <a:pt x="1417966" y="1525066"/>
                  </a:lnTo>
                  <a:lnTo>
                    <a:pt x="1417962" y="1525057"/>
                  </a:lnTo>
                  <a:lnTo>
                    <a:pt x="1417958" y="1525051"/>
                  </a:lnTo>
                  <a:lnTo>
                    <a:pt x="1417948" y="1525048"/>
                  </a:lnTo>
                  <a:lnTo>
                    <a:pt x="1417936" y="1525046"/>
                  </a:lnTo>
                  <a:lnTo>
                    <a:pt x="1417923" y="1525042"/>
                  </a:lnTo>
                  <a:lnTo>
                    <a:pt x="1417911" y="1525037"/>
                  </a:lnTo>
                  <a:lnTo>
                    <a:pt x="1417905" y="1525034"/>
                  </a:lnTo>
                  <a:lnTo>
                    <a:pt x="1417900" y="1525031"/>
                  </a:lnTo>
                  <a:lnTo>
                    <a:pt x="1417893" y="1525027"/>
                  </a:lnTo>
                  <a:lnTo>
                    <a:pt x="1417882" y="1525022"/>
                  </a:lnTo>
                  <a:lnTo>
                    <a:pt x="1417871" y="1525019"/>
                  </a:lnTo>
                  <a:lnTo>
                    <a:pt x="1417863" y="1525018"/>
                  </a:lnTo>
                  <a:lnTo>
                    <a:pt x="1417857" y="1525016"/>
                  </a:lnTo>
                  <a:lnTo>
                    <a:pt x="1417850" y="1525012"/>
                  </a:lnTo>
                  <a:lnTo>
                    <a:pt x="1417843" y="1525009"/>
                  </a:lnTo>
                  <a:lnTo>
                    <a:pt x="1417836" y="1525007"/>
                  </a:lnTo>
                  <a:lnTo>
                    <a:pt x="1417829" y="1525005"/>
                  </a:lnTo>
                  <a:lnTo>
                    <a:pt x="1417823" y="1525001"/>
                  </a:lnTo>
                  <a:lnTo>
                    <a:pt x="1417813" y="1524995"/>
                  </a:lnTo>
                  <a:lnTo>
                    <a:pt x="1417799" y="1524989"/>
                  </a:lnTo>
                  <a:lnTo>
                    <a:pt x="1417795" y="1524984"/>
                  </a:lnTo>
                  <a:lnTo>
                    <a:pt x="1417792" y="1524978"/>
                  </a:lnTo>
                  <a:lnTo>
                    <a:pt x="1417791" y="1524970"/>
                  </a:lnTo>
                  <a:lnTo>
                    <a:pt x="1417790" y="1524963"/>
                  </a:lnTo>
                  <a:lnTo>
                    <a:pt x="1417789" y="1524957"/>
                  </a:lnTo>
                  <a:lnTo>
                    <a:pt x="1417788" y="1524952"/>
                  </a:lnTo>
                  <a:lnTo>
                    <a:pt x="1417787" y="1524944"/>
                  </a:lnTo>
                  <a:lnTo>
                    <a:pt x="1417785" y="1524935"/>
                  </a:lnTo>
                  <a:lnTo>
                    <a:pt x="1417784" y="1524926"/>
                  </a:lnTo>
                  <a:lnTo>
                    <a:pt x="1417781" y="1524917"/>
                  </a:lnTo>
                  <a:lnTo>
                    <a:pt x="1417777" y="1524910"/>
                  </a:lnTo>
                  <a:lnTo>
                    <a:pt x="1417763" y="1524908"/>
                  </a:lnTo>
                  <a:lnTo>
                    <a:pt x="1417757" y="1524905"/>
                  </a:lnTo>
                  <a:lnTo>
                    <a:pt x="1417748" y="1524898"/>
                  </a:lnTo>
                  <a:lnTo>
                    <a:pt x="1417741" y="1524891"/>
                  </a:lnTo>
                  <a:lnTo>
                    <a:pt x="1417732" y="1524880"/>
                  </a:lnTo>
                  <a:lnTo>
                    <a:pt x="1417724" y="1524868"/>
                  </a:lnTo>
                  <a:lnTo>
                    <a:pt x="1417717" y="1524859"/>
                  </a:lnTo>
                  <a:lnTo>
                    <a:pt x="1417712" y="1524851"/>
                  </a:lnTo>
                  <a:lnTo>
                    <a:pt x="1417709" y="1524845"/>
                  </a:lnTo>
                  <a:lnTo>
                    <a:pt x="1417706" y="1524838"/>
                  </a:lnTo>
                  <a:lnTo>
                    <a:pt x="1417704" y="1524833"/>
                  </a:lnTo>
                  <a:lnTo>
                    <a:pt x="1417697" y="1524823"/>
                  </a:lnTo>
                  <a:lnTo>
                    <a:pt x="1417685" y="1524811"/>
                  </a:lnTo>
                  <a:lnTo>
                    <a:pt x="1417670" y="1524798"/>
                  </a:lnTo>
                  <a:lnTo>
                    <a:pt x="1417661" y="1524784"/>
                  </a:lnTo>
                  <a:lnTo>
                    <a:pt x="1417658" y="1524769"/>
                  </a:lnTo>
                  <a:lnTo>
                    <a:pt x="1417658" y="1524754"/>
                  </a:lnTo>
                  <a:lnTo>
                    <a:pt x="1417658" y="1524740"/>
                  </a:lnTo>
                  <a:lnTo>
                    <a:pt x="1417660" y="1524729"/>
                  </a:lnTo>
                  <a:lnTo>
                    <a:pt x="1417663" y="1524711"/>
                  </a:lnTo>
                  <a:lnTo>
                    <a:pt x="1417665" y="1524695"/>
                  </a:lnTo>
                  <a:lnTo>
                    <a:pt x="1417666" y="1524683"/>
                  </a:lnTo>
                  <a:lnTo>
                    <a:pt x="1417666" y="1524675"/>
                  </a:lnTo>
                  <a:lnTo>
                    <a:pt x="1417665" y="1524663"/>
                  </a:lnTo>
                  <a:lnTo>
                    <a:pt x="1417661" y="1524640"/>
                  </a:lnTo>
                  <a:lnTo>
                    <a:pt x="1417659" y="1524624"/>
                  </a:lnTo>
                  <a:lnTo>
                    <a:pt x="1417662" y="1524601"/>
                  </a:lnTo>
                  <a:lnTo>
                    <a:pt x="1417666" y="1524583"/>
                  </a:lnTo>
                  <a:lnTo>
                    <a:pt x="1417667" y="1524578"/>
                  </a:lnTo>
                  <a:lnTo>
                    <a:pt x="1417670" y="1524571"/>
                  </a:lnTo>
                  <a:lnTo>
                    <a:pt x="1417674" y="1524564"/>
                  </a:lnTo>
                  <a:lnTo>
                    <a:pt x="1417680" y="1524557"/>
                  </a:lnTo>
                  <a:lnTo>
                    <a:pt x="1417685" y="1524548"/>
                  </a:lnTo>
                  <a:lnTo>
                    <a:pt x="1417690" y="1524540"/>
                  </a:lnTo>
                  <a:lnTo>
                    <a:pt x="1417697" y="1524537"/>
                  </a:lnTo>
                  <a:lnTo>
                    <a:pt x="1417688" y="1524526"/>
                  </a:lnTo>
                  <a:lnTo>
                    <a:pt x="1417682" y="1524518"/>
                  </a:lnTo>
                  <a:lnTo>
                    <a:pt x="1417679" y="1524514"/>
                  </a:lnTo>
                  <a:lnTo>
                    <a:pt x="1417675" y="1524510"/>
                  </a:lnTo>
                  <a:lnTo>
                    <a:pt x="1417670" y="1524501"/>
                  </a:lnTo>
                  <a:lnTo>
                    <a:pt x="1417663" y="1524490"/>
                  </a:lnTo>
                  <a:lnTo>
                    <a:pt x="1417655" y="1524480"/>
                  </a:lnTo>
                  <a:lnTo>
                    <a:pt x="1417648" y="1524468"/>
                  </a:lnTo>
                  <a:lnTo>
                    <a:pt x="1417635" y="1524443"/>
                  </a:lnTo>
                  <a:lnTo>
                    <a:pt x="1417623" y="1524431"/>
                  </a:lnTo>
                  <a:lnTo>
                    <a:pt x="1417615" y="1524426"/>
                  </a:lnTo>
                  <a:lnTo>
                    <a:pt x="1417602" y="1524422"/>
                  </a:lnTo>
                  <a:lnTo>
                    <a:pt x="1417590" y="1524419"/>
                  </a:lnTo>
                  <a:lnTo>
                    <a:pt x="1417570" y="1524418"/>
                  </a:lnTo>
                  <a:lnTo>
                    <a:pt x="1417559" y="1524414"/>
                  </a:lnTo>
                  <a:lnTo>
                    <a:pt x="1417549" y="1524409"/>
                  </a:lnTo>
                  <a:lnTo>
                    <a:pt x="1417541" y="1524400"/>
                  </a:lnTo>
                  <a:lnTo>
                    <a:pt x="1417542" y="1524375"/>
                  </a:lnTo>
                  <a:lnTo>
                    <a:pt x="1417543" y="1524360"/>
                  </a:lnTo>
                  <a:lnTo>
                    <a:pt x="1417546" y="1524341"/>
                  </a:lnTo>
                  <a:lnTo>
                    <a:pt x="1417547" y="1524336"/>
                  </a:lnTo>
                  <a:lnTo>
                    <a:pt x="1417549" y="1524326"/>
                  </a:lnTo>
                  <a:lnTo>
                    <a:pt x="1417552" y="1524314"/>
                  </a:lnTo>
                  <a:lnTo>
                    <a:pt x="1417552" y="1524305"/>
                  </a:lnTo>
                  <a:lnTo>
                    <a:pt x="1417550" y="1524298"/>
                  </a:lnTo>
                  <a:lnTo>
                    <a:pt x="1417546" y="1524292"/>
                  </a:lnTo>
                  <a:lnTo>
                    <a:pt x="1417540" y="1524282"/>
                  </a:lnTo>
                  <a:lnTo>
                    <a:pt x="1417536" y="1524274"/>
                  </a:lnTo>
                  <a:lnTo>
                    <a:pt x="1417531" y="1524265"/>
                  </a:lnTo>
                  <a:lnTo>
                    <a:pt x="1417526" y="1524259"/>
                  </a:lnTo>
                  <a:lnTo>
                    <a:pt x="1417523" y="1524255"/>
                  </a:lnTo>
                  <a:lnTo>
                    <a:pt x="1417519" y="1524251"/>
                  </a:lnTo>
                  <a:lnTo>
                    <a:pt x="1417528" y="1524247"/>
                  </a:lnTo>
                  <a:lnTo>
                    <a:pt x="1417536" y="1524243"/>
                  </a:lnTo>
                  <a:lnTo>
                    <a:pt x="1417545" y="1524237"/>
                  </a:lnTo>
                  <a:lnTo>
                    <a:pt x="1417551" y="1524234"/>
                  </a:lnTo>
                  <a:lnTo>
                    <a:pt x="1417558" y="1524225"/>
                  </a:lnTo>
                  <a:lnTo>
                    <a:pt x="1417560" y="1524217"/>
                  </a:lnTo>
                  <a:lnTo>
                    <a:pt x="1417563" y="1524208"/>
                  </a:lnTo>
                  <a:lnTo>
                    <a:pt x="1417563" y="1524202"/>
                  </a:lnTo>
                  <a:lnTo>
                    <a:pt x="1417564" y="1524197"/>
                  </a:lnTo>
                  <a:lnTo>
                    <a:pt x="1417563" y="1524183"/>
                  </a:lnTo>
                  <a:lnTo>
                    <a:pt x="1417562" y="1524175"/>
                  </a:lnTo>
                  <a:lnTo>
                    <a:pt x="1417563" y="1524167"/>
                  </a:lnTo>
                  <a:lnTo>
                    <a:pt x="1417567" y="1524158"/>
                  </a:lnTo>
                  <a:lnTo>
                    <a:pt x="1417570" y="1524145"/>
                  </a:lnTo>
                  <a:lnTo>
                    <a:pt x="1417572" y="1524130"/>
                  </a:lnTo>
                  <a:lnTo>
                    <a:pt x="1417574" y="1524113"/>
                  </a:lnTo>
                  <a:lnTo>
                    <a:pt x="1417576" y="1524103"/>
                  </a:lnTo>
                  <a:lnTo>
                    <a:pt x="1417573" y="1524087"/>
                  </a:lnTo>
                  <a:lnTo>
                    <a:pt x="1417576" y="1524077"/>
                  </a:lnTo>
                  <a:lnTo>
                    <a:pt x="1417577" y="1524070"/>
                  </a:lnTo>
                  <a:lnTo>
                    <a:pt x="1417578" y="1524064"/>
                  </a:lnTo>
                  <a:lnTo>
                    <a:pt x="1417579" y="1524052"/>
                  </a:lnTo>
                  <a:lnTo>
                    <a:pt x="1417579" y="1524043"/>
                  </a:lnTo>
                  <a:lnTo>
                    <a:pt x="1417579" y="1524030"/>
                  </a:lnTo>
                  <a:lnTo>
                    <a:pt x="1417583" y="1524020"/>
                  </a:lnTo>
                  <a:lnTo>
                    <a:pt x="1417591" y="1524005"/>
                  </a:lnTo>
                  <a:lnTo>
                    <a:pt x="1417598" y="1523991"/>
                  </a:lnTo>
                  <a:lnTo>
                    <a:pt x="1417602" y="1523977"/>
                  </a:lnTo>
                  <a:lnTo>
                    <a:pt x="1417609" y="1523967"/>
                  </a:lnTo>
                  <a:lnTo>
                    <a:pt x="1417614" y="1523957"/>
                  </a:lnTo>
                  <a:lnTo>
                    <a:pt x="1417617" y="1523945"/>
                  </a:lnTo>
                  <a:lnTo>
                    <a:pt x="1417616" y="1523938"/>
                  </a:lnTo>
                  <a:lnTo>
                    <a:pt x="1417614" y="1523930"/>
                  </a:lnTo>
                  <a:lnTo>
                    <a:pt x="1417611" y="1523920"/>
                  </a:lnTo>
                  <a:lnTo>
                    <a:pt x="1417610" y="1523914"/>
                  </a:lnTo>
                  <a:lnTo>
                    <a:pt x="1417610" y="1523909"/>
                  </a:lnTo>
                  <a:lnTo>
                    <a:pt x="1417612" y="1523902"/>
                  </a:lnTo>
                  <a:lnTo>
                    <a:pt x="1417614" y="1523896"/>
                  </a:lnTo>
                  <a:lnTo>
                    <a:pt x="1417616" y="1523888"/>
                  </a:lnTo>
                  <a:lnTo>
                    <a:pt x="1417614" y="1523883"/>
                  </a:lnTo>
                  <a:lnTo>
                    <a:pt x="1417611" y="1523880"/>
                  </a:lnTo>
                  <a:lnTo>
                    <a:pt x="1417605" y="1523875"/>
                  </a:lnTo>
                  <a:lnTo>
                    <a:pt x="1417598" y="1523871"/>
                  </a:lnTo>
                  <a:lnTo>
                    <a:pt x="1417594" y="1523867"/>
                  </a:lnTo>
                  <a:lnTo>
                    <a:pt x="1417587" y="1523858"/>
                  </a:lnTo>
                  <a:lnTo>
                    <a:pt x="1417580" y="1523849"/>
                  </a:lnTo>
                  <a:lnTo>
                    <a:pt x="1417568" y="1523836"/>
                  </a:lnTo>
                  <a:lnTo>
                    <a:pt x="1417576" y="1523832"/>
                  </a:lnTo>
                  <a:lnTo>
                    <a:pt x="1417581" y="1523826"/>
                  </a:lnTo>
                  <a:lnTo>
                    <a:pt x="1417584" y="1523821"/>
                  </a:lnTo>
                  <a:lnTo>
                    <a:pt x="1417586" y="1523814"/>
                  </a:lnTo>
                  <a:lnTo>
                    <a:pt x="1417589" y="1523805"/>
                  </a:lnTo>
                  <a:lnTo>
                    <a:pt x="1417590" y="1523800"/>
                  </a:lnTo>
                  <a:lnTo>
                    <a:pt x="1417593" y="1523791"/>
                  </a:lnTo>
                  <a:lnTo>
                    <a:pt x="1417608" y="1523761"/>
                  </a:lnTo>
                  <a:lnTo>
                    <a:pt x="1417617" y="1523726"/>
                  </a:lnTo>
                  <a:lnTo>
                    <a:pt x="1417615" y="1523710"/>
                  </a:lnTo>
                  <a:lnTo>
                    <a:pt x="1417613" y="1523699"/>
                  </a:lnTo>
                  <a:lnTo>
                    <a:pt x="1417606" y="1523673"/>
                  </a:lnTo>
                  <a:lnTo>
                    <a:pt x="1417601" y="1523669"/>
                  </a:lnTo>
                  <a:lnTo>
                    <a:pt x="1417597" y="1523666"/>
                  </a:lnTo>
                  <a:lnTo>
                    <a:pt x="1417586" y="1523656"/>
                  </a:lnTo>
                  <a:lnTo>
                    <a:pt x="1417578" y="1523648"/>
                  </a:lnTo>
                  <a:lnTo>
                    <a:pt x="1417523" y="1523634"/>
                  </a:lnTo>
                  <a:lnTo>
                    <a:pt x="1417487" y="1523604"/>
                  </a:lnTo>
                  <a:lnTo>
                    <a:pt x="1417413" y="1523541"/>
                  </a:lnTo>
                  <a:lnTo>
                    <a:pt x="1417399" y="1523530"/>
                  </a:lnTo>
                  <a:lnTo>
                    <a:pt x="1417393" y="1523529"/>
                  </a:lnTo>
                  <a:lnTo>
                    <a:pt x="1417388" y="1523527"/>
                  </a:lnTo>
                  <a:lnTo>
                    <a:pt x="1417382" y="1523522"/>
                  </a:lnTo>
                  <a:lnTo>
                    <a:pt x="1417376" y="1523516"/>
                  </a:lnTo>
                  <a:lnTo>
                    <a:pt x="1417371" y="1523511"/>
                  </a:lnTo>
                  <a:lnTo>
                    <a:pt x="1417366" y="1523503"/>
                  </a:lnTo>
                  <a:lnTo>
                    <a:pt x="1417364" y="1523496"/>
                  </a:lnTo>
                  <a:lnTo>
                    <a:pt x="1417362" y="1523489"/>
                  </a:lnTo>
                  <a:lnTo>
                    <a:pt x="1417360" y="1523483"/>
                  </a:lnTo>
                  <a:lnTo>
                    <a:pt x="1417355" y="1523472"/>
                  </a:lnTo>
                  <a:lnTo>
                    <a:pt x="1417351" y="1523462"/>
                  </a:lnTo>
                  <a:lnTo>
                    <a:pt x="1417352" y="1523445"/>
                  </a:lnTo>
                  <a:lnTo>
                    <a:pt x="1417371" y="1523431"/>
                  </a:lnTo>
                  <a:lnTo>
                    <a:pt x="1417378" y="1523430"/>
                  </a:lnTo>
                  <a:lnTo>
                    <a:pt x="1417389" y="1523427"/>
                  </a:lnTo>
                  <a:lnTo>
                    <a:pt x="1417397" y="1523425"/>
                  </a:lnTo>
                  <a:lnTo>
                    <a:pt x="1417404" y="1523424"/>
                  </a:lnTo>
                  <a:lnTo>
                    <a:pt x="1417411" y="1523422"/>
                  </a:lnTo>
                  <a:lnTo>
                    <a:pt x="1417416" y="1523420"/>
                  </a:lnTo>
                  <a:lnTo>
                    <a:pt x="1417422" y="1523418"/>
                  </a:lnTo>
                  <a:lnTo>
                    <a:pt x="1417427" y="1523415"/>
                  </a:lnTo>
                  <a:lnTo>
                    <a:pt x="1417433" y="1523412"/>
                  </a:lnTo>
                  <a:lnTo>
                    <a:pt x="1417438" y="1523409"/>
                  </a:lnTo>
                  <a:lnTo>
                    <a:pt x="1417445" y="1523405"/>
                  </a:lnTo>
                  <a:lnTo>
                    <a:pt x="1417452" y="1523399"/>
                  </a:lnTo>
                  <a:lnTo>
                    <a:pt x="1417457" y="1523392"/>
                  </a:lnTo>
                  <a:lnTo>
                    <a:pt x="1417461" y="1523386"/>
                  </a:lnTo>
                  <a:lnTo>
                    <a:pt x="1417465" y="1523381"/>
                  </a:lnTo>
                  <a:lnTo>
                    <a:pt x="1417470" y="1523375"/>
                  </a:lnTo>
                  <a:lnTo>
                    <a:pt x="1417476" y="1523369"/>
                  </a:lnTo>
                  <a:lnTo>
                    <a:pt x="1417480" y="1523364"/>
                  </a:lnTo>
                  <a:lnTo>
                    <a:pt x="1417489" y="1523352"/>
                  </a:lnTo>
                  <a:lnTo>
                    <a:pt x="1417499" y="1523334"/>
                  </a:lnTo>
                  <a:lnTo>
                    <a:pt x="1417510" y="1523320"/>
                  </a:lnTo>
                  <a:lnTo>
                    <a:pt x="1417525" y="1523303"/>
                  </a:lnTo>
                  <a:lnTo>
                    <a:pt x="1417532" y="1523296"/>
                  </a:lnTo>
                  <a:lnTo>
                    <a:pt x="1417537" y="1523292"/>
                  </a:lnTo>
                  <a:lnTo>
                    <a:pt x="1417542" y="1523290"/>
                  </a:lnTo>
                  <a:lnTo>
                    <a:pt x="1417552" y="1523285"/>
                  </a:lnTo>
                  <a:lnTo>
                    <a:pt x="1417560" y="1523284"/>
                  </a:lnTo>
                  <a:lnTo>
                    <a:pt x="1417577" y="1523283"/>
                  </a:lnTo>
                  <a:lnTo>
                    <a:pt x="1417592" y="1523283"/>
                  </a:lnTo>
                  <a:lnTo>
                    <a:pt x="1417598" y="1523282"/>
                  </a:lnTo>
                  <a:lnTo>
                    <a:pt x="1417605" y="1523280"/>
                  </a:lnTo>
                  <a:lnTo>
                    <a:pt x="1417611" y="1523274"/>
                  </a:lnTo>
                  <a:lnTo>
                    <a:pt x="1417617" y="1523269"/>
                  </a:lnTo>
                  <a:lnTo>
                    <a:pt x="1417621" y="1523266"/>
                  </a:lnTo>
                  <a:lnTo>
                    <a:pt x="1417628" y="1523264"/>
                  </a:lnTo>
                  <a:lnTo>
                    <a:pt x="1417636" y="1523260"/>
                  </a:lnTo>
                  <a:lnTo>
                    <a:pt x="1417646" y="1523252"/>
                  </a:lnTo>
                  <a:lnTo>
                    <a:pt x="1417656" y="1523243"/>
                  </a:lnTo>
                  <a:lnTo>
                    <a:pt x="1417659" y="1523239"/>
                  </a:lnTo>
                  <a:lnTo>
                    <a:pt x="1417663" y="1523234"/>
                  </a:lnTo>
                  <a:lnTo>
                    <a:pt x="1417664" y="1523227"/>
                  </a:lnTo>
                  <a:lnTo>
                    <a:pt x="1417655" y="1523195"/>
                  </a:lnTo>
                  <a:lnTo>
                    <a:pt x="1417647" y="1523172"/>
                  </a:lnTo>
                  <a:lnTo>
                    <a:pt x="1417642" y="1523156"/>
                  </a:lnTo>
                  <a:lnTo>
                    <a:pt x="1417638" y="1523142"/>
                  </a:lnTo>
                  <a:lnTo>
                    <a:pt x="1417640" y="1523137"/>
                  </a:lnTo>
                  <a:lnTo>
                    <a:pt x="1417645" y="1523132"/>
                  </a:lnTo>
                  <a:lnTo>
                    <a:pt x="1417652" y="1523121"/>
                  </a:lnTo>
                  <a:lnTo>
                    <a:pt x="1417663" y="1523109"/>
                  </a:lnTo>
                  <a:lnTo>
                    <a:pt x="1417672" y="1523093"/>
                  </a:lnTo>
                  <a:lnTo>
                    <a:pt x="1417683" y="1523075"/>
                  </a:lnTo>
                  <a:lnTo>
                    <a:pt x="1417686" y="1523069"/>
                  </a:lnTo>
                  <a:lnTo>
                    <a:pt x="1417685" y="1523064"/>
                  </a:lnTo>
                  <a:lnTo>
                    <a:pt x="1417682" y="1523056"/>
                  </a:lnTo>
                  <a:lnTo>
                    <a:pt x="1417679" y="1523044"/>
                  </a:lnTo>
                  <a:lnTo>
                    <a:pt x="1417678" y="1523035"/>
                  </a:lnTo>
                  <a:lnTo>
                    <a:pt x="1417680" y="1523028"/>
                  </a:lnTo>
                  <a:lnTo>
                    <a:pt x="1417681" y="1523023"/>
                  </a:lnTo>
                  <a:lnTo>
                    <a:pt x="1417686" y="1523015"/>
                  </a:lnTo>
                  <a:lnTo>
                    <a:pt x="1417693" y="1523006"/>
                  </a:lnTo>
                  <a:lnTo>
                    <a:pt x="1417699" y="1522995"/>
                  </a:lnTo>
                  <a:lnTo>
                    <a:pt x="1417698" y="1522986"/>
                  </a:lnTo>
                  <a:lnTo>
                    <a:pt x="1417696" y="1522977"/>
                  </a:lnTo>
                  <a:lnTo>
                    <a:pt x="1417695" y="1522966"/>
                  </a:lnTo>
                  <a:lnTo>
                    <a:pt x="1417696" y="1522949"/>
                  </a:lnTo>
                  <a:lnTo>
                    <a:pt x="1417698" y="1522935"/>
                  </a:lnTo>
                  <a:lnTo>
                    <a:pt x="1417699" y="1522916"/>
                  </a:lnTo>
                  <a:lnTo>
                    <a:pt x="1417701" y="1522900"/>
                  </a:lnTo>
                  <a:lnTo>
                    <a:pt x="1417704" y="1522888"/>
                  </a:lnTo>
                  <a:lnTo>
                    <a:pt x="1417709" y="1522873"/>
                  </a:lnTo>
                  <a:lnTo>
                    <a:pt x="1417712" y="1522865"/>
                  </a:lnTo>
                  <a:lnTo>
                    <a:pt x="1417713" y="1522860"/>
                  </a:lnTo>
                  <a:lnTo>
                    <a:pt x="1417719" y="1522840"/>
                  </a:lnTo>
                  <a:lnTo>
                    <a:pt x="1417719" y="1522833"/>
                  </a:lnTo>
                  <a:lnTo>
                    <a:pt x="1417719" y="1522824"/>
                  </a:lnTo>
                  <a:lnTo>
                    <a:pt x="1417724" y="1522808"/>
                  </a:lnTo>
                  <a:lnTo>
                    <a:pt x="1417729" y="1522795"/>
                  </a:lnTo>
                  <a:lnTo>
                    <a:pt x="1417731" y="1522785"/>
                  </a:lnTo>
                  <a:lnTo>
                    <a:pt x="1417732" y="1522775"/>
                  </a:lnTo>
                  <a:lnTo>
                    <a:pt x="1417732" y="1522764"/>
                  </a:lnTo>
                  <a:lnTo>
                    <a:pt x="1417736" y="1522747"/>
                  </a:lnTo>
                  <a:lnTo>
                    <a:pt x="1417736" y="1522740"/>
                  </a:lnTo>
                  <a:lnTo>
                    <a:pt x="1417735" y="1522733"/>
                  </a:lnTo>
                  <a:lnTo>
                    <a:pt x="1417730" y="1522721"/>
                  </a:lnTo>
                  <a:lnTo>
                    <a:pt x="1417728" y="1522712"/>
                  </a:lnTo>
                  <a:lnTo>
                    <a:pt x="1417729" y="1522705"/>
                  </a:lnTo>
                  <a:lnTo>
                    <a:pt x="1417738" y="1522697"/>
                  </a:lnTo>
                  <a:lnTo>
                    <a:pt x="1417753" y="1522682"/>
                  </a:lnTo>
                  <a:lnTo>
                    <a:pt x="1417765" y="1522672"/>
                  </a:lnTo>
                  <a:lnTo>
                    <a:pt x="1417773" y="1522670"/>
                  </a:lnTo>
                  <a:lnTo>
                    <a:pt x="1417778" y="1522668"/>
                  </a:lnTo>
                  <a:lnTo>
                    <a:pt x="1417782" y="1522665"/>
                  </a:lnTo>
                  <a:lnTo>
                    <a:pt x="1417790" y="1522660"/>
                  </a:lnTo>
                  <a:lnTo>
                    <a:pt x="1417796" y="1522654"/>
                  </a:lnTo>
                  <a:lnTo>
                    <a:pt x="1417803" y="1522644"/>
                  </a:lnTo>
                  <a:lnTo>
                    <a:pt x="1417809" y="1522639"/>
                  </a:lnTo>
                  <a:lnTo>
                    <a:pt x="1417819" y="1522635"/>
                  </a:lnTo>
                  <a:lnTo>
                    <a:pt x="1417830" y="1522630"/>
                  </a:lnTo>
                  <a:lnTo>
                    <a:pt x="1417840" y="1522626"/>
                  </a:lnTo>
                  <a:lnTo>
                    <a:pt x="1417856" y="1522625"/>
                  </a:lnTo>
                  <a:lnTo>
                    <a:pt x="1417865" y="1522626"/>
                  </a:lnTo>
                  <a:lnTo>
                    <a:pt x="1417871" y="1522627"/>
                  </a:lnTo>
                  <a:lnTo>
                    <a:pt x="1417875" y="1522627"/>
                  </a:lnTo>
                  <a:lnTo>
                    <a:pt x="1417884" y="1522623"/>
                  </a:lnTo>
                  <a:lnTo>
                    <a:pt x="1417892" y="1522616"/>
                  </a:lnTo>
                  <a:lnTo>
                    <a:pt x="1417898" y="1522604"/>
                  </a:lnTo>
                  <a:lnTo>
                    <a:pt x="1417910" y="1522596"/>
                  </a:lnTo>
                  <a:lnTo>
                    <a:pt x="1417915" y="1522594"/>
                  </a:lnTo>
                  <a:lnTo>
                    <a:pt x="1417928" y="1522596"/>
                  </a:lnTo>
                  <a:lnTo>
                    <a:pt x="1417946" y="1522604"/>
                  </a:lnTo>
                  <a:lnTo>
                    <a:pt x="1417963" y="1522614"/>
                  </a:lnTo>
                  <a:lnTo>
                    <a:pt x="1417980" y="1522619"/>
                  </a:lnTo>
                  <a:lnTo>
                    <a:pt x="1418001" y="1522624"/>
                  </a:lnTo>
                  <a:lnTo>
                    <a:pt x="1418016" y="1522629"/>
                  </a:lnTo>
                  <a:lnTo>
                    <a:pt x="1418024" y="1522635"/>
                  </a:lnTo>
                  <a:lnTo>
                    <a:pt x="1418035" y="1522642"/>
                  </a:lnTo>
                  <a:lnTo>
                    <a:pt x="1418042" y="1522647"/>
                  </a:lnTo>
                  <a:lnTo>
                    <a:pt x="1418048" y="1522649"/>
                  </a:lnTo>
                  <a:lnTo>
                    <a:pt x="1418062" y="1522650"/>
                  </a:lnTo>
                  <a:lnTo>
                    <a:pt x="1418074" y="1522649"/>
                  </a:lnTo>
                  <a:lnTo>
                    <a:pt x="1418078" y="1522647"/>
                  </a:lnTo>
                  <a:lnTo>
                    <a:pt x="1418088" y="1522642"/>
                  </a:lnTo>
                  <a:lnTo>
                    <a:pt x="1418093" y="1522636"/>
                  </a:lnTo>
                  <a:lnTo>
                    <a:pt x="1418098" y="1522633"/>
                  </a:lnTo>
                  <a:lnTo>
                    <a:pt x="1418103" y="1522630"/>
                  </a:lnTo>
                  <a:lnTo>
                    <a:pt x="1418114" y="1522617"/>
                  </a:lnTo>
                  <a:lnTo>
                    <a:pt x="1418124" y="1522608"/>
                  </a:lnTo>
                  <a:lnTo>
                    <a:pt x="1418124" y="1522602"/>
                  </a:lnTo>
                  <a:lnTo>
                    <a:pt x="1418121" y="1522596"/>
                  </a:lnTo>
                  <a:lnTo>
                    <a:pt x="1418118" y="1522588"/>
                  </a:lnTo>
                  <a:lnTo>
                    <a:pt x="1418115" y="1522575"/>
                  </a:lnTo>
                  <a:lnTo>
                    <a:pt x="1418109" y="1522559"/>
                  </a:lnTo>
                  <a:lnTo>
                    <a:pt x="1418105" y="1522548"/>
                  </a:lnTo>
                  <a:lnTo>
                    <a:pt x="1418106" y="1522542"/>
                  </a:lnTo>
                  <a:lnTo>
                    <a:pt x="1418110" y="1522538"/>
                  </a:lnTo>
                  <a:lnTo>
                    <a:pt x="1418115" y="1522534"/>
                  </a:lnTo>
                  <a:lnTo>
                    <a:pt x="1418126" y="1522529"/>
                  </a:lnTo>
                  <a:lnTo>
                    <a:pt x="1418129" y="1522520"/>
                  </a:lnTo>
                  <a:lnTo>
                    <a:pt x="1418130" y="1522507"/>
                  </a:lnTo>
                  <a:lnTo>
                    <a:pt x="1418128" y="1522471"/>
                  </a:lnTo>
                  <a:lnTo>
                    <a:pt x="1418127" y="1522456"/>
                  </a:lnTo>
                  <a:lnTo>
                    <a:pt x="1418126" y="1522442"/>
                  </a:lnTo>
                  <a:lnTo>
                    <a:pt x="1418125" y="1522424"/>
                  </a:lnTo>
                  <a:lnTo>
                    <a:pt x="1418112" y="1522414"/>
                  </a:lnTo>
                  <a:lnTo>
                    <a:pt x="1418105" y="1522409"/>
                  </a:lnTo>
                  <a:lnTo>
                    <a:pt x="1418094" y="1522398"/>
                  </a:lnTo>
                  <a:lnTo>
                    <a:pt x="1418084" y="1522390"/>
                  </a:lnTo>
                  <a:lnTo>
                    <a:pt x="1418079" y="1522368"/>
                  </a:lnTo>
                  <a:lnTo>
                    <a:pt x="1418073" y="1522353"/>
                  </a:lnTo>
                  <a:lnTo>
                    <a:pt x="1418061" y="1522329"/>
                  </a:lnTo>
                  <a:lnTo>
                    <a:pt x="1418053" y="1522322"/>
                  </a:lnTo>
                  <a:lnTo>
                    <a:pt x="1418041" y="1522309"/>
                  </a:lnTo>
                  <a:lnTo>
                    <a:pt x="1418035" y="1522293"/>
                  </a:lnTo>
                  <a:lnTo>
                    <a:pt x="1418029" y="1522277"/>
                  </a:lnTo>
                  <a:lnTo>
                    <a:pt x="1418020" y="1522261"/>
                  </a:lnTo>
                  <a:lnTo>
                    <a:pt x="1418004" y="1522248"/>
                  </a:lnTo>
                  <a:lnTo>
                    <a:pt x="1417998" y="1522242"/>
                  </a:lnTo>
                  <a:lnTo>
                    <a:pt x="1417993" y="1522236"/>
                  </a:lnTo>
                  <a:lnTo>
                    <a:pt x="1417989" y="1522225"/>
                  </a:lnTo>
                  <a:lnTo>
                    <a:pt x="1417985" y="1522221"/>
                  </a:lnTo>
                  <a:lnTo>
                    <a:pt x="1417980" y="1522220"/>
                  </a:lnTo>
                  <a:lnTo>
                    <a:pt x="1417961" y="1522219"/>
                  </a:lnTo>
                  <a:lnTo>
                    <a:pt x="1417951" y="1522220"/>
                  </a:lnTo>
                  <a:lnTo>
                    <a:pt x="1417943" y="1522221"/>
                  </a:lnTo>
                  <a:lnTo>
                    <a:pt x="1417932" y="1522224"/>
                  </a:lnTo>
                  <a:lnTo>
                    <a:pt x="1417914" y="1522224"/>
                  </a:lnTo>
                  <a:lnTo>
                    <a:pt x="1417897" y="1522220"/>
                  </a:lnTo>
                  <a:lnTo>
                    <a:pt x="1417892" y="1522218"/>
                  </a:lnTo>
                  <a:lnTo>
                    <a:pt x="1417877" y="1522212"/>
                  </a:lnTo>
                  <a:lnTo>
                    <a:pt x="1417851" y="1522201"/>
                  </a:lnTo>
                  <a:lnTo>
                    <a:pt x="1417850" y="1522216"/>
                  </a:lnTo>
                  <a:lnTo>
                    <a:pt x="1417848" y="1522226"/>
                  </a:lnTo>
                  <a:lnTo>
                    <a:pt x="1417844" y="1522238"/>
                  </a:lnTo>
                  <a:lnTo>
                    <a:pt x="1417834" y="1522248"/>
                  </a:lnTo>
                  <a:lnTo>
                    <a:pt x="1417826" y="1522259"/>
                  </a:lnTo>
                  <a:lnTo>
                    <a:pt x="1417815" y="1522270"/>
                  </a:lnTo>
                  <a:lnTo>
                    <a:pt x="1417804" y="1522277"/>
                  </a:lnTo>
                  <a:lnTo>
                    <a:pt x="1417800" y="1522279"/>
                  </a:lnTo>
                  <a:lnTo>
                    <a:pt x="1417792" y="1522282"/>
                  </a:lnTo>
                  <a:lnTo>
                    <a:pt x="1417785" y="1522282"/>
                  </a:lnTo>
                  <a:lnTo>
                    <a:pt x="1417778" y="1522281"/>
                  </a:lnTo>
                  <a:lnTo>
                    <a:pt x="1417752" y="1522280"/>
                  </a:lnTo>
                  <a:lnTo>
                    <a:pt x="1417737" y="1522278"/>
                  </a:lnTo>
                  <a:lnTo>
                    <a:pt x="1417723" y="1522277"/>
                  </a:lnTo>
                  <a:lnTo>
                    <a:pt x="1417707" y="1522279"/>
                  </a:lnTo>
                  <a:lnTo>
                    <a:pt x="1417683" y="1522289"/>
                  </a:lnTo>
                  <a:lnTo>
                    <a:pt x="1417679" y="1522291"/>
                  </a:lnTo>
                  <a:lnTo>
                    <a:pt x="1417662" y="1522301"/>
                  </a:lnTo>
                  <a:lnTo>
                    <a:pt x="1417635" y="1522307"/>
                  </a:lnTo>
                  <a:lnTo>
                    <a:pt x="1417613" y="1522309"/>
                  </a:lnTo>
                  <a:lnTo>
                    <a:pt x="1417596" y="1522312"/>
                  </a:lnTo>
                  <a:lnTo>
                    <a:pt x="1417580" y="1522310"/>
                  </a:lnTo>
                  <a:lnTo>
                    <a:pt x="1417567" y="1522304"/>
                  </a:lnTo>
                  <a:lnTo>
                    <a:pt x="1417548" y="1522292"/>
                  </a:lnTo>
                  <a:lnTo>
                    <a:pt x="1417536" y="1522286"/>
                  </a:lnTo>
                  <a:lnTo>
                    <a:pt x="1417529" y="1522282"/>
                  </a:lnTo>
                  <a:lnTo>
                    <a:pt x="1417521" y="1522280"/>
                  </a:lnTo>
                  <a:lnTo>
                    <a:pt x="1417517" y="1522277"/>
                  </a:lnTo>
                  <a:lnTo>
                    <a:pt x="1417512" y="1522270"/>
                  </a:lnTo>
                  <a:lnTo>
                    <a:pt x="1417504" y="1522254"/>
                  </a:lnTo>
                  <a:lnTo>
                    <a:pt x="1417501" y="1522244"/>
                  </a:lnTo>
                  <a:lnTo>
                    <a:pt x="1417496" y="1522231"/>
                  </a:lnTo>
                  <a:lnTo>
                    <a:pt x="1417494" y="1522220"/>
                  </a:lnTo>
                  <a:lnTo>
                    <a:pt x="1417493" y="1522202"/>
                  </a:lnTo>
                  <a:lnTo>
                    <a:pt x="1417492" y="1522184"/>
                  </a:lnTo>
                  <a:lnTo>
                    <a:pt x="1417490" y="1522176"/>
                  </a:lnTo>
                  <a:lnTo>
                    <a:pt x="1417485" y="1522170"/>
                  </a:lnTo>
                  <a:lnTo>
                    <a:pt x="1417478" y="1522171"/>
                  </a:lnTo>
                  <a:lnTo>
                    <a:pt x="1417472" y="1522174"/>
                  </a:lnTo>
                  <a:lnTo>
                    <a:pt x="1417463" y="1522175"/>
                  </a:lnTo>
                  <a:lnTo>
                    <a:pt x="1417448" y="1522177"/>
                  </a:lnTo>
                  <a:lnTo>
                    <a:pt x="1417436" y="1522178"/>
                  </a:lnTo>
                  <a:lnTo>
                    <a:pt x="1417426" y="1522180"/>
                  </a:lnTo>
                  <a:lnTo>
                    <a:pt x="1417410" y="1522182"/>
                  </a:lnTo>
                  <a:lnTo>
                    <a:pt x="1417402" y="1522183"/>
                  </a:lnTo>
                  <a:lnTo>
                    <a:pt x="1417389" y="1522186"/>
                  </a:lnTo>
                  <a:lnTo>
                    <a:pt x="1417379" y="1522190"/>
                  </a:lnTo>
                  <a:lnTo>
                    <a:pt x="1417369" y="1522195"/>
                  </a:lnTo>
                  <a:lnTo>
                    <a:pt x="1417353" y="1522196"/>
                  </a:lnTo>
                  <a:lnTo>
                    <a:pt x="1417335" y="1522197"/>
                  </a:lnTo>
                  <a:lnTo>
                    <a:pt x="1417324" y="1522195"/>
                  </a:lnTo>
                  <a:lnTo>
                    <a:pt x="1417307" y="1522190"/>
                  </a:lnTo>
                  <a:lnTo>
                    <a:pt x="1417295" y="1522186"/>
                  </a:lnTo>
                  <a:lnTo>
                    <a:pt x="1417281" y="1522181"/>
                  </a:lnTo>
                  <a:lnTo>
                    <a:pt x="1417275" y="1522179"/>
                  </a:lnTo>
                  <a:lnTo>
                    <a:pt x="1417269" y="1522177"/>
                  </a:lnTo>
                  <a:lnTo>
                    <a:pt x="1417261" y="1522172"/>
                  </a:lnTo>
                  <a:lnTo>
                    <a:pt x="1417256" y="1522169"/>
                  </a:lnTo>
                  <a:lnTo>
                    <a:pt x="1417251" y="1522161"/>
                  </a:lnTo>
                  <a:lnTo>
                    <a:pt x="1417240" y="1522136"/>
                  </a:lnTo>
                  <a:lnTo>
                    <a:pt x="1417234" y="1522122"/>
                  </a:lnTo>
                  <a:lnTo>
                    <a:pt x="1417233" y="1522116"/>
                  </a:lnTo>
                  <a:lnTo>
                    <a:pt x="1417231" y="1522100"/>
                  </a:lnTo>
                  <a:lnTo>
                    <a:pt x="1417228" y="1522079"/>
                  </a:lnTo>
                  <a:lnTo>
                    <a:pt x="1417226" y="1522070"/>
                  </a:lnTo>
                  <a:lnTo>
                    <a:pt x="1417225" y="1522064"/>
                  </a:lnTo>
                  <a:lnTo>
                    <a:pt x="1417223" y="1522055"/>
                  </a:lnTo>
                  <a:lnTo>
                    <a:pt x="1417217" y="1522052"/>
                  </a:lnTo>
                  <a:lnTo>
                    <a:pt x="1417206" y="1522049"/>
                  </a:lnTo>
                  <a:lnTo>
                    <a:pt x="1417190" y="1522044"/>
                  </a:lnTo>
                  <a:lnTo>
                    <a:pt x="1417172" y="1522041"/>
                  </a:lnTo>
                  <a:lnTo>
                    <a:pt x="1417163" y="1522038"/>
                  </a:lnTo>
                  <a:lnTo>
                    <a:pt x="1417156" y="1522034"/>
                  </a:lnTo>
                  <a:lnTo>
                    <a:pt x="1417151" y="1522029"/>
                  </a:lnTo>
                  <a:lnTo>
                    <a:pt x="1417146" y="1522017"/>
                  </a:lnTo>
                  <a:lnTo>
                    <a:pt x="1417146" y="1522008"/>
                  </a:lnTo>
                  <a:lnTo>
                    <a:pt x="1417144" y="1521997"/>
                  </a:lnTo>
                  <a:lnTo>
                    <a:pt x="1417142" y="1521988"/>
                  </a:lnTo>
                  <a:lnTo>
                    <a:pt x="1417134" y="1521977"/>
                  </a:lnTo>
                  <a:lnTo>
                    <a:pt x="1417129" y="1521972"/>
                  </a:lnTo>
                  <a:lnTo>
                    <a:pt x="1417118" y="1521964"/>
                  </a:lnTo>
                  <a:lnTo>
                    <a:pt x="1417110" y="1521961"/>
                  </a:lnTo>
                  <a:lnTo>
                    <a:pt x="1417104" y="1521960"/>
                  </a:lnTo>
                  <a:lnTo>
                    <a:pt x="1417095" y="1521958"/>
                  </a:lnTo>
                  <a:lnTo>
                    <a:pt x="1417086" y="1521958"/>
                  </a:lnTo>
                  <a:lnTo>
                    <a:pt x="1417080" y="1521958"/>
                  </a:lnTo>
                  <a:lnTo>
                    <a:pt x="1417066" y="1521957"/>
                  </a:lnTo>
                  <a:lnTo>
                    <a:pt x="1417052" y="1521957"/>
                  </a:lnTo>
                  <a:lnTo>
                    <a:pt x="1417042" y="1521956"/>
                  </a:lnTo>
                  <a:lnTo>
                    <a:pt x="1417036" y="1521955"/>
                  </a:lnTo>
                  <a:lnTo>
                    <a:pt x="1417030" y="1521953"/>
                  </a:lnTo>
                  <a:lnTo>
                    <a:pt x="1417018" y="1521943"/>
                  </a:lnTo>
                  <a:lnTo>
                    <a:pt x="1417011" y="1521935"/>
                  </a:lnTo>
                  <a:lnTo>
                    <a:pt x="1417003" y="1521926"/>
                  </a:lnTo>
                  <a:lnTo>
                    <a:pt x="1416996" y="1521917"/>
                  </a:lnTo>
                  <a:lnTo>
                    <a:pt x="1416992" y="1521911"/>
                  </a:lnTo>
                  <a:lnTo>
                    <a:pt x="1416988" y="1521908"/>
                  </a:lnTo>
                  <a:lnTo>
                    <a:pt x="1416979" y="1521909"/>
                  </a:lnTo>
                  <a:lnTo>
                    <a:pt x="1416974" y="1521911"/>
                  </a:lnTo>
                  <a:lnTo>
                    <a:pt x="1416966" y="1521913"/>
                  </a:lnTo>
                  <a:lnTo>
                    <a:pt x="1416954" y="1521916"/>
                  </a:lnTo>
                  <a:lnTo>
                    <a:pt x="1416943" y="1521916"/>
                  </a:lnTo>
                  <a:lnTo>
                    <a:pt x="1416934" y="1521914"/>
                  </a:lnTo>
                  <a:lnTo>
                    <a:pt x="1416926" y="1521909"/>
                  </a:lnTo>
                  <a:lnTo>
                    <a:pt x="1416921" y="1521900"/>
                  </a:lnTo>
                  <a:lnTo>
                    <a:pt x="1416920" y="1521887"/>
                  </a:lnTo>
                  <a:lnTo>
                    <a:pt x="1416918" y="1521866"/>
                  </a:lnTo>
                  <a:lnTo>
                    <a:pt x="1416918" y="1521847"/>
                  </a:lnTo>
                  <a:lnTo>
                    <a:pt x="1416920" y="1521829"/>
                  </a:lnTo>
                  <a:lnTo>
                    <a:pt x="1416922" y="1521807"/>
                  </a:lnTo>
                  <a:lnTo>
                    <a:pt x="1416923" y="1521801"/>
                  </a:lnTo>
                  <a:lnTo>
                    <a:pt x="1416927" y="1521773"/>
                  </a:lnTo>
                  <a:lnTo>
                    <a:pt x="1416928" y="1521767"/>
                  </a:lnTo>
                  <a:lnTo>
                    <a:pt x="1416931" y="1521752"/>
                  </a:lnTo>
                  <a:lnTo>
                    <a:pt x="1416933" y="1521742"/>
                  </a:lnTo>
                  <a:lnTo>
                    <a:pt x="1416934" y="1521737"/>
                  </a:lnTo>
                  <a:lnTo>
                    <a:pt x="1416935" y="1521728"/>
                  </a:lnTo>
                  <a:lnTo>
                    <a:pt x="1416937" y="1521705"/>
                  </a:lnTo>
                  <a:lnTo>
                    <a:pt x="1416938" y="1521693"/>
                  </a:lnTo>
                  <a:lnTo>
                    <a:pt x="1416941" y="1521684"/>
                  </a:lnTo>
                  <a:lnTo>
                    <a:pt x="1416944" y="1521677"/>
                  </a:lnTo>
                  <a:lnTo>
                    <a:pt x="1416949" y="1521670"/>
                  </a:lnTo>
                  <a:lnTo>
                    <a:pt x="1416949" y="1521664"/>
                  </a:lnTo>
                  <a:lnTo>
                    <a:pt x="1416946" y="1521657"/>
                  </a:lnTo>
                  <a:lnTo>
                    <a:pt x="1416943" y="1521651"/>
                  </a:lnTo>
                  <a:lnTo>
                    <a:pt x="1416940" y="1521646"/>
                  </a:lnTo>
                  <a:lnTo>
                    <a:pt x="1416935" y="1521635"/>
                  </a:lnTo>
                  <a:lnTo>
                    <a:pt x="1416931" y="1521629"/>
                  </a:lnTo>
                  <a:lnTo>
                    <a:pt x="1416925" y="1521622"/>
                  </a:lnTo>
                  <a:lnTo>
                    <a:pt x="1416916" y="1521615"/>
                  </a:lnTo>
                  <a:lnTo>
                    <a:pt x="1416900" y="1521607"/>
                  </a:lnTo>
                  <a:lnTo>
                    <a:pt x="1416886" y="1521604"/>
                  </a:lnTo>
                  <a:lnTo>
                    <a:pt x="1416881" y="1521603"/>
                  </a:lnTo>
                  <a:lnTo>
                    <a:pt x="1416868" y="1521602"/>
                  </a:lnTo>
                  <a:lnTo>
                    <a:pt x="1416863" y="1521601"/>
                  </a:lnTo>
                  <a:lnTo>
                    <a:pt x="1416858" y="1521601"/>
                  </a:lnTo>
                  <a:lnTo>
                    <a:pt x="1416851" y="1521599"/>
                  </a:lnTo>
                  <a:lnTo>
                    <a:pt x="1416847" y="1521593"/>
                  </a:lnTo>
                  <a:lnTo>
                    <a:pt x="1416847" y="1521585"/>
                  </a:lnTo>
                  <a:lnTo>
                    <a:pt x="1416848" y="1521573"/>
                  </a:lnTo>
                  <a:lnTo>
                    <a:pt x="1416847" y="1521550"/>
                  </a:lnTo>
                  <a:lnTo>
                    <a:pt x="1416846" y="1521535"/>
                  </a:lnTo>
                  <a:lnTo>
                    <a:pt x="1416843" y="1521522"/>
                  </a:lnTo>
                  <a:lnTo>
                    <a:pt x="1416842" y="1521509"/>
                  </a:lnTo>
                  <a:lnTo>
                    <a:pt x="1416842" y="1521499"/>
                  </a:lnTo>
                  <a:lnTo>
                    <a:pt x="1416842" y="1521489"/>
                  </a:lnTo>
                  <a:lnTo>
                    <a:pt x="1416844" y="1521477"/>
                  </a:lnTo>
                  <a:lnTo>
                    <a:pt x="1416846" y="1521463"/>
                  </a:lnTo>
                  <a:lnTo>
                    <a:pt x="1416846" y="1521455"/>
                  </a:lnTo>
                  <a:lnTo>
                    <a:pt x="1416845" y="1521447"/>
                  </a:lnTo>
                  <a:lnTo>
                    <a:pt x="1416843" y="1521442"/>
                  </a:lnTo>
                  <a:lnTo>
                    <a:pt x="1416825" y="1521435"/>
                  </a:lnTo>
                  <a:lnTo>
                    <a:pt x="1416812" y="1521430"/>
                  </a:lnTo>
                  <a:lnTo>
                    <a:pt x="1416801" y="1521421"/>
                  </a:lnTo>
                  <a:lnTo>
                    <a:pt x="1416793" y="1521415"/>
                  </a:lnTo>
                  <a:lnTo>
                    <a:pt x="1416784" y="1521400"/>
                  </a:lnTo>
                  <a:lnTo>
                    <a:pt x="1416776" y="1521389"/>
                  </a:lnTo>
                  <a:lnTo>
                    <a:pt x="1416763" y="1521383"/>
                  </a:lnTo>
                  <a:lnTo>
                    <a:pt x="1416749" y="1521380"/>
                  </a:lnTo>
                  <a:lnTo>
                    <a:pt x="1416728" y="1521380"/>
                  </a:lnTo>
                  <a:lnTo>
                    <a:pt x="1416715" y="1521376"/>
                  </a:lnTo>
                  <a:lnTo>
                    <a:pt x="1416706" y="1521369"/>
                  </a:lnTo>
                  <a:lnTo>
                    <a:pt x="1416699" y="1521360"/>
                  </a:lnTo>
                  <a:lnTo>
                    <a:pt x="1416691" y="1521350"/>
                  </a:lnTo>
                  <a:lnTo>
                    <a:pt x="1416683" y="1521339"/>
                  </a:lnTo>
                  <a:lnTo>
                    <a:pt x="1416675" y="1521327"/>
                  </a:lnTo>
                  <a:lnTo>
                    <a:pt x="1416661" y="1521304"/>
                  </a:lnTo>
                  <a:lnTo>
                    <a:pt x="1416650" y="1521292"/>
                  </a:lnTo>
                  <a:lnTo>
                    <a:pt x="1416638" y="1521282"/>
                  </a:lnTo>
                  <a:lnTo>
                    <a:pt x="1416630" y="1521275"/>
                  </a:lnTo>
                  <a:lnTo>
                    <a:pt x="1416622" y="1521262"/>
                  </a:lnTo>
                  <a:lnTo>
                    <a:pt x="1416617" y="1521241"/>
                  </a:lnTo>
                  <a:lnTo>
                    <a:pt x="1416609" y="1521212"/>
                  </a:lnTo>
                  <a:lnTo>
                    <a:pt x="1416598" y="1521192"/>
                  </a:lnTo>
                  <a:lnTo>
                    <a:pt x="1416586" y="1521178"/>
                  </a:lnTo>
                  <a:lnTo>
                    <a:pt x="1416572" y="1521162"/>
                  </a:lnTo>
                  <a:lnTo>
                    <a:pt x="1416565" y="1521149"/>
                  </a:lnTo>
                  <a:lnTo>
                    <a:pt x="1416561" y="1521135"/>
                  </a:lnTo>
                  <a:lnTo>
                    <a:pt x="1416558" y="1521116"/>
                  </a:lnTo>
                  <a:lnTo>
                    <a:pt x="1416567" y="1521115"/>
                  </a:lnTo>
                  <a:lnTo>
                    <a:pt x="1416572" y="1521113"/>
                  </a:lnTo>
                  <a:lnTo>
                    <a:pt x="1416578" y="1521113"/>
                  </a:lnTo>
                  <a:lnTo>
                    <a:pt x="1416585" y="1521111"/>
                  </a:lnTo>
                  <a:lnTo>
                    <a:pt x="1416597" y="1521109"/>
                  </a:lnTo>
                  <a:lnTo>
                    <a:pt x="1416610" y="1521107"/>
                  </a:lnTo>
                  <a:lnTo>
                    <a:pt x="1416619" y="1521107"/>
                  </a:lnTo>
                  <a:lnTo>
                    <a:pt x="1416631" y="1521108"/>
                  </a:lnTo>
                  <a:lnTo>
                    <a:pt x="1416646" y="1521111"/>
                  </a:lnTo>
                  <a:lnTo>
                    <a:pt x="1416667" y="1521118"/>
                  </a:lnTo>
                  <a:lnTo>
                    <a:pt x="1416682" y="1521122"/>
                  </a:lnTo>
                  <a:lnTo>
                    <a:pt x="1416693" y="1521124"/>
                  </a:lnTo>
                  <a:lnTo>
                    <a:pt x="1416700" y="1521123"/>
                  </a:lnTo>
                  <a:lnTo>
                    <a:pt x="1416753" y="1521083"/>
                  </a:lnTo>
                  <a:lnTo>
                    <a:pt x="1416763" y="1521076"/>
                  </a:lnTo>
                  <a:lnTo>
                    <a:pt x="1416772" y="1521069"/>
                  </a:lnTo>
                  <a:lnTo>
                    <a:pt x="1416779" y="1521062"/>
                  </a:lnTo>
                  <a:lnTo>
                    <a:pt x="1416785" y="1521055"/>
                  </a:lnTo>
                  <a:lnTo>
                    <a:pt x="1416793" y="1521046"/>
                  </a:lnTo>
                  <a:lnTo>
                    <a:pt x="1416804" y="1521035"/>
                  </a:lnTo>
                  <a:lnTo>
                    <a:pt x="1416813" y="1521027"/>
                  </a:lnTo>
                  <a:lnTo>
                    <a:pt x="1416816" y="1521022"/>
                  </a:lnTo>
                  <a:lnTo>
                    <a:pt x="1416821" y="1521015"/>
                  </a:lnTo>
                  <a:lnTo>
                    <a:pt x="1416827" y="1521003"/>
                  </a:lnTo>
                  <a:lnTo>
                    <a:pt x="1416830" y="1520996"/>
                  </a:lnTo>
                  <a:lnTo>
                    <a:pt x="1416834" y="1520986"/>
                  </a:lnTo>
                  <a:lnTo>
                    <a:pt x="1416838" y="1520976"/>
                  </a:lnTo>
                  <a:lnTo>
                    <a:pt x="1416841" y="1520961"/>
                  </a:lnTo>
                  <a:lnTo>
                    <a:pt x="1416844" y="1520947"/>
                  </a:lnTo>
                  <a:lnTo>
                    <a:pt x="1416848" y="1520937"/>
                  </a:lnTo>
                  <a:lnTo>
                    <a:pt x="1416852" y="1520927"/>
                  </a:lnTo>
                  <a:lnTo>
                    <a:pt x="1416856" y="1520920"/>
                  </a:lnTo>
                  <a:lnTo>
                    <a:pt x="1416861" y="1520913"/>
                  </a:lnTo>
                  <a:lnTo>
                    <a:pt x="1416870" y="1520908"/>
                  </a:lnTo>
                  <a:lnTo>
                    <a:pt x="1416876" y="1520905"/>
                  </a:lnTo>
                  <a:lnTo>
                    <a:pt x="1416881" y="1520900"/>
                  </a:lnTo>
                  <a:lnTo>
                    <a:pt x="1416889" y="1520887"/>
                  </a:lnTo>
                  <a:lnTo>
                    <a:pt x="1416895" y="1520877"/>
                  </a:lnTo>
                  <a:lnTo>
                    <a:pt x="1416900" y="1520868"/>
                  </a:lnTo>
                  <a:lnTo>
                    <a:pt x="1416903" y="1520858"/>
                  </a:lnTo>
                  <a:lnTo>
                    <a:pt x="1416906" y="1520848"/>
                  </a:lnTo>
                  <a:lnTo>
                    <a:pt x="1416908" y="1520843"/>
                  </a:lnTo>
                  <a:lnTo>
                    <a:pt x="1416912" y="1520838"/>
                  </a:lnTo>
                  <a:lnTo>
                    <a:pt x="1416915" y="1520833"/>
                  </a:lnTo>
                  <a:lnTo>
                    <a:pt x="1416923" y="1520829"/>
                  </a:lnTo>
                  <a:lnTo>
                    <a:pt x="1416929" y="1520823"/>
                  </a:lnTo>
                  <a:lnTo>
                    <a:pt x="1416932" y="1520815"/>
                  </a:lnTo>
                  <a:lnTo>
                    <a:pt x="1416935" y="1520806"/>
                  </a:lnTo>
                  <a:lnTo>
                    <a:pt x="1416940" y="1520795"/>
                  </a:lnTo>
                  <a:lnTo>
                    <a:pt x="1416948" y="1520782"/>
                  </a:lnTo>
                  <a:lnTo>
                    <a:pt x="1416954" y="1520768"/>
                  </a:lnTo>
                  <a:lnTo>
                    <a:pt x="1416959" y="1520763"/>
                  </a:lnTo>
                  <a:lnTo>
                    <a:pt x="1416963" y="1520757"/>
                  </a:lnTo>
                  <a:lnTo>
                    <a:pt x="1416969" y="1520750"/>
                  </a:lnTo>
                  <a:lnTo>
                    <a:pt x="1416976" y="1520744"/>
                  </a:lnTo>
                  <a:lnTo>
                    <a:pt x="1416978" y="1520740"/>
                  </a:lnTo>
                  <a:lnTo>
                    <a:pt x="1416980" y="1520733"/>
                  </a:lnTo>
                  <a:lnTo>
                    <a:pt x="1416982" y="1520716"/>
                  </a:lnTo>
                  <a:lnTo>
                    <a:pt x="1416985" y="1520703"/>
                  </a:lnTo>
                  <a:lnTo>
                    <a:pt x="1416989" y="1520691"/>
                  </a:lnTo>
                  <a:lnTo>
                    <a:pt x="1416991" y="1520680"/>
                  </a:lnTo>
                  <a:lnTo>
                    <a:pt x="1416996" y="1520671"/>
                  </a:lnTo>
                  <a:lnTo>
                    <a:pt x="1417002" y="1520663"/>
                  </a:lnTo>
                  <a:lnTo>
                    <a:pt x="1417008" y="1520657"/>
                  </a:lnTo>
                  <a:lnTo>
                    <a:pt x="1417010" y="1520651"/>
                  </a:lnTo>
                  <a:lnTo>
                    <a:pt x="1417007" y="1520643"/>
                  </a:lnTo>
                  <a:lnTo>
                    <a:pt x="1417006" y="1520637"/>
                  </a:lnTo>
                  <a:lnTo>
                    <a:pt x="1417004" y="1520626"/>
                  </a:lnTo>
                  <a:lnTo>
                    <a:pt x="1417005" y="1520617"/>
                  </a:lnTo>
                  <a:lnTo>
                    <a:pt x="1417007" y="1520610"/>
                  </a:lnTo>
                  <a:lnTo>
                    <a:pt x="1417009" y="1520601"/>
                  </a:lnTo>
                  <a:lnTo>
                    <a:pt x="1417010" y="1520589"/>
                  </a:lnTo>
                  <a:lnTo>
                    <a:pt x="1417012" y="1520581"/>
                  </a:lnTo>
                  <a:lnTo>
                    <a:pt x="1417014" y="1520576"/>
                  </a:lnTo>
                  <a:lnTo>
                    <a:pt x="1417017" y="1520567"/>
                  </a:lnTo>
                  <a:lnTo>
                    <a:pt x="1417020" y="1520553"/>
                  </a:lnTo>
                  <a:lnTo>
                    <a:pt x="1417020" y="1520546"/>
                  </a:lnTo>
                  <a:lnTo>
                    <a:pt x="1417021" y="1520536"/>
                  </a:lnTo>
                  <a:lnTo>
                    <a:pt x="1417025" y="1520529"/>
                  </a:lnTo>
                  <a:lnTo>
                    <a:pt x="1417027" y="1520522"/>
                  </a:lnTo>
                  <a:lnTo>
                    <a:pt x="1417028" y="1520517"/>
                  </a:lnTo>
                  <a:lnTo>
                    <a:pt x="1417026" y="1520512"/>
                  </a:lnTo>
                  <a:lnTo>
                    <a:pt x="1417025" y="1520507"/>
                  </a:lnTo>
                  <a:lnTo>
                    <a:pt x="1417023" y="1520496"/>
                  </a:lnTo>
                  <a:lnTo>
                    <a:pt x="1417023" y="1520489"/>
                  </a:lnTo>
                  <a:lnTo>
                    <a:pt x="1417024" y="1520482"/>
                  </a:lnTo>
                  <a:lnTo>
                    <a:pt x="1417025" y="1520473"/>
                  </a:lnTo>
                  <a:lnTo>
                    <a:pt x="1417027" y="1520467"/>
                  </a:lnTo>
                  <a:lnTo>
                    <a:pt x="1417031" y="1520452"/>
                  </a:lnTo>
                  <a:lnTo>
                    <a:pt x="1417031" y="1520437"/>
                  </a:lnTo>
                  <a:lnTo>
                    <a:pt x="1417032" y="1520423"/>
                  </a:lnTo>
                  <a:lnTo>
                    <a:pt x="1417034" y="1520409"/>
                  </a:lnTo>
                  <a:lnTo>
                    <a:pt x="1417037" y="1520391"/>
                  </a:lnTo>
                  <a:lnTo>
                    <a:pt x="1417038" y="1520380"/>
                  </a:lnTo>
                  <a:lnTo>
                    <a:pt x="1417035" y="1520370"/>
                  </a:lnTo>
                  <a:lnTo>
                    <a:pt x="1417034" y="1520365"/>
                  </a:lnTo>
                  <a:lnTo>
                    <a:pt x="1417031" y="1520356"/>
                  </a:lnTo>
                  <a:lnTo>
                    <a:pt x="1417027" y="1520345"/>
                  </a:lnTo>
                  <a:lnTo>
                    <a:pt x="1417025" y="1520337"/>
                  </a:lnTo>
                  <a:lnTo>
                    <a:pt x="1417021" y="1520328"/>
                  </a:lnTo>
                  <a:lnTo>
                    <a:pt x="1417019" y="1520319"/>
                  </a:lnTo>
                  <a:lnTo>
                    <a:pt x="1417016" y="1520314"/>
                  </a:lnTo>
                  <a:lnTo>
                    <a:pt x="1417011" y="1520308"/>
                  </a:lnTo>
                  <a:lnTo>
                    <a:pt x="1416998" y="1520298"/>
                  </a:lnTo>
                  <a:lnTo>
                    <a:pt x="1416986" y="1520288"/>
                  </a:lnTo>
                  <a:lnTo>
                    <a:pt x="1416965" y="1520274"/>
                  </a:lnTo>
                  <a:lnTo>
                    <a:pt x="1416957" y="1520268"/>
                  </a:lnTo>
                  <a:lnTo>
                    <a:pt x="1416948" y="1520262"/>
                  </a:lnTo>
                  <a:lnTo>
                    <a:pt x="1416942" y="1520258"/>
                  </a:lnTo>
                  <a:lnTo>
                    <a:pt x="1416938" y="1520254"/>
                  </a:lnTo>
                  <a:lnTo>
                    <a:pt x="1416933" y="1520251"/>
                  </a:lnTo>
                  <a:lnTo>
                    <a:pt x="1416928" y="1520243"/>
                  </a:lnTo>
                  <a:lnTo>
                    <a:pt x="1416924" y="1520238"/>
                  </a:lnTo>
                  <a:lnTo>
                    <a:pt x="1416922" y="1520231"/>
                  </a:lnTo>
                  <a:lnTo>
                    <a:pt x="1416931" y="1520202"/>
                  </a:lnTo>
                  <a:lnTo>
                    <a:pt x="1416937" y="1520205"/>
                  </a:lnTo>
                  <a:lnTo>
                    <a:pt x="1416948" y="1520209"/>
                  </a:lnTo>
                  <a:lnTo>
                    <a:pt x="1416957" y="1520209"/>
                  </a:lnTo>
                  <a:lnTo>
                    <a:pt x="1416981" y="1520219"/>
                  </a:lnTo>
                  <a:lnTo>
                    <a:pt x="1417045" y="1520245"/>
                  </a:lnTo>
                  <a:lnTo>
                    <a:pt x="1417056" y="1520249"/>
                  </a:lnTo>
                  <a:lnTo>
                    <a:pt x="1417066" y="1520253"/>
                  </a:lnTo>
                  <a:lnTo>
                    <a:pt x="1417094" y="1520263"/>
                  </a:lnTo>
                  <a:lnTo>
                    <a:pt x="1417112" y="1520266"/>
                  </a:lnTo>
                  <a:lnTo>
                    <a:pt x="1417136" y="1520266"/>
                  </a:lnTo>
                  <a:lnTo>
                    <a:pt x="1417164" y="1520271"/>
                  </a:lnTo>
                  <a:lnTo>
                    <a:pt x="1417201" y="1520282"/>
                  </a:lnTo>
                  <a:lnTo>
                    <a:pt x="1417208" y="1520286"/>
                  </a:lnTo>
                  <a:lnTo>
                    <a:pt x="1417213" y="1520288"/>
                  </a:lnTo>
                  <a:lnTo>
                    <a:pt x="1417227" y="1520296"/>
                  </a:lnTo>
                  <a:lnTo>
                    <a:pt x="1417233" y="1520299"/>
                  </a:lnTo>
                  <a:lnTo>
                    <a:pt x="1417248" y="1520308"/>
                  </a:lnTo>
                  <a:lnTo>
                    <a:pt x="1417262" y="1520315"/>
                  </a:lnTo>
                  <a:lnTo>
                    <a:pt x="1417276" y="1520320"/>
                  </a:lnTo>
                  <a:lnTo>
                    <a:pt x="1417290" y="1520321"/>
                  </a:lnTo>
                  <a:lnTo>
                    <a:pt x="1417305" y="1520322"/>
                  </a:lnTo>
                  <a:lnTo>
                    <a:pt x="1417332" y="1520319"/>
                  </a:lnTo>
                  <a:lnTo>
                    <a:pt x="1417374" y="1520307"/>
                  </a:lnTo>
                  <a:lnTo>
                    <a:pt x="1417419" y="1520294"/>
                  </a:lnTo>
                  <a:lnTo>
                    <a:pt x="1417506" y="1520261"/>
                  </a:lnTo>
                  <a:lnTo>
                    <a:pt x="1417529" y="1520252"/>
                  </a:lnTo>
                  <a:lnTo>
                    <a:pt x="1417553" y="1520243"/>
                  </a:lnTo>
                  <a:lnTo>
                    <a:pt x="1417589" y="1520225"/>
                  </a:lnTo>
                  <a:lnTo>
                    <a:pt x="1417618" y="1520208"/>
                  </a:lnTo>
                  <a:lnTo>
                    <a:pt x="1417652" y="1520177"/>
                  </a:lnTo>
                  <a:lnTo>
                    <a:pt x="1417678" y="1520150"/>
                  </a:lnTo>
                  <a:lnTo>
                    <a:pt x="1417705" y="1520123"/>
                  </a:lnTo>
                  <a:lnTo>
                    <a:pt x="1417747" y="1520073"/>
                  </a:lnTo>
                  <a:lnTo>
                    <a:pt x="1417761" y="1520051"/>
                  </a:lnTo>
                  <a:lnTo>
                    <a:pt x="1417765" y="1520045"/>
                  </a:lnTo>
                  <a:lnTo>
                    <a:pt x="1417785" y="1520008"/>
                  </a:lnTo>
                  <a:lnTo>
                    <a:pt x="1417792" y="1519995"/>
                  </a:lnTo>
                  <a:lnTo>
                    <a:pt x="1417797" y="1519984"/>
                  </a:lnTo>
                  <a:lnTo>
                    <a:pt x="1417799" y="1519977"/>
                  </a:lnTo>
                  <a:lnTo>
                    <a:pt x="1417802" y="1519957"/>
                  </a:lnTo>
                  <a:lnTo>
                    <a:pt x="1417808" y="1519921"/>
                  </a:lnTo>
                  <a:lnTo>
                    <a:pt x="1417809" y="1519898"/>
                  </a:lnTo>
                  <a:lnTo>
                    <a:pt x="1417806" y="1519872"/>
                  </a:lnTo>
                  <a:lnTo>
                    <a:pt x="1417805" y="1519864"/>
                  </a:lnTo>
                  <a:lnTo>
                    <a:pt x="1417804" y="1519854"/>
                  </a:lnTo>
                  <a:lnTo>
                    <a:pt x="1417801" y="1519832"/>
                  </a:lnTo>
                  <a:lnTo>
                    <a:pt x="1417794" y="1519772"/>
                  </a:lnTo>
                  <a:lnTo>
                    <a:pt x="1417787" y="1519732"/>
                  </a:lnTo>
                  <a:lnTo>
                    <a:pt x="1417788" y="1519701"/>
                  </a:lnTo>
                  <a:lnTo>
                    <a:pt x="1417787" y="1519671"/>
                  </a:lnTo>
                  <a:lnTo>
                    <a:pt x="1417789" y="1519658"/>
                  </a:lnTo>
                  <a:lnTo>
                    <a:pt x="1417791" y="1519643"/>
                  </a:lnTo>
                  <a:lnTo>
                    <a:pt x="1417791" y="1519637"/>
                  </a:lnTo>
                  <a:lnTo>
                    <a:pt x="1417796" y="1519601"/>
                  </a:lnTo>
                  <a:lnTo>
                    <a:pt x="1417803" y="1519565"/>
                  </a:lnTo>
                  <a:lnTo>
                    <a:pt x="1417806" y="1519561"/>
                  </a:lnTo>
                  <a:lnTo>
                    <a:pt x="1417817" y="1519545"/>
                  </a:lnTo>
                  <a:lnTo>
                    <a:pt x="1417832" y="1519534"/>
                  </a:lnTo>
                  <a:lnTo>
                    <a:pt x="1417862" y="1519527"/>
                  </a:lnTo>
                  <a:lnTo>
                    <a:pt x="1417874" y="1519524"/>
                  </a:lnTo>
                  <a:lnTo>
                    <a:pt x="1417913" y="1519520"/>
                  </a:lnTo>
                  <a:lnTo>
                    <a:pt x="1417942" y="1519519"/>
                  </a:lnTo>
                  <a:lnTo>
                    <a:pt x="1417946" y="1519512"/>
                  </a:lnTo>
                  <a:lnTo>
                    <a:pt x="1417951" y="1519487"/>
                  </a:lnTo>
                  <a:lnTo>
                    <a:pt x="1417953" y="1519462"/>
                  </a:lnTo>
                  <a:lnTo>
                    <a:pt x="1417962" y="1519362"/>
                  </a:lnTo>
                  <a:lnTo>
                    <a:pt x="1417954" y="1519363"/>
                  </a:lnTo>
                  <a:lnTo>
                    <a:pt x="1417942" y="1519365"/>
                  </a:lnTo>
                  <a:lnTo>
                    <a:pt x="1417923" y="1519366"/>
                  </a:lnTo>
                  <a:lnTo>
                    <a:pt x="1417902" y="1519367"/>
                  </a:lnTo>
                  <a:lnTo>
                    <a:pt x="1417893" y="1519367"/>
                  </a:lnTo>
                  <a:lnTo>
                    <a:pt x="1417887" y="1519368"/>
                  </a:lnTo>
                  <a:lnTo>
                    <a:pt x="1417879" y="1519366"/>
                  </a:lnTo>
                  <a:lnTo>
                    <a:pt x="1417870" y="1519362"/>
                  </a:lnTo>
                  <a:lnTo>
                    <a:pt x="1417863" y="1519359"/>
                  </a:lnTo>
                  <a:lnTo>
                    <a:pt x="1417855" y="1519355"/>
                  </a:lnTo>
                  <a:lnTo>
                    <a:pt x="1417849" y="1519350"/>
                  </a:lnTo>
                  <a:lnTo>
                    <a:pt x="1417840" y="1519345"/>
                  </a:lnTo>
                  <a:lnTo>
                    <a:pt x="1417831" y="1519338"/>
                  </a:lnTo>
                  <a:lnTo>
                    <a:pt x="1417824" y="1519331"/>
                  </a:lnTo>
                  <a:lnTo>
                    <a:pt x="1417819" y="1519324"/>
                  </a:lnTo>
                  <a:lnTo>
                    <a:pt x="1417812" y="1519315"/>
                  </a:lnTo>
                  <a:lnTo>
                    <a:pt x="1417809" y="1519310"/>
                  </a:lnTo>
                  <a:lnTo>
                    <a:pt x="1417806" y="1519305"/>
                  </a:lnTo>
                  <a:lnTo>
                    <a:pt x="1417799" y="1519290"/>
                  </a:lnTo>
                  <a:lnTo>
                    <a:pt x="1417797" y="1519273"/>
                  </a:lnTo>
                  <a:lnTo>
                    <a:pt x="1417797" y="1519262"/>
                  </a:lnTo>
                  <a:lnTo>
                    <a:pt x="1417798" y="1519251"/>
                  </a:lnTo>
                  <a:lnTo>
                    <a:pt x="1417799" y="1519243"/>
                  </a:lnTo>
                  <a:lnTo>
                    <a:pt x="1417799" y="1519233"/>
                  </a:lnTo>
                  <a:lnTo>
                    <a:pt x="1417797" y="1519222"/>
                  </a:lnTo>
                  <a:lnTo>
                    <a:pt x="1417790" y="1519214"/>
                  </a:lnTo>
                  <a:lnTo>
                    <a:pt x="1417782" y="1519206"/>
                  </a:lnTo>
                  <a:lnTo>
                    <a:pt x="1417777" y="1519196"/>
                  </a:lnTo>
                  <a:lnTo>
                    <a:pt x="1417774" y="1519176"/>
                  </a:lnTo>
                  <a:lnTo>
                    <a:pt x="1417770" y="1519160"/>
                  </a:lnTo>
                  <a:lnTo>
                    <a:pt x="1417759" y="1519128"/>
                  </a:lnTo>
                  <a:lnTo>
                    <a:pt x="1417747" y="1519109"/>
                  </a:lnTo>
                  <a:lnTo>
                    <a:pt x="1417736" y="1519101"/>
                  </a:lnTo>
                  <a:lnTo>
                    <a:pt x="1417719" y="1519086"/>
                  </a:lnTo>
                  <a:lnTo>
                    <a:pt x="1417714" y="1519077"/>
                  </a:lnTo>
                  <a:lnTo>
                    <a:pt x="1417712" y="1519064"/>
                  </a:lnTo>
                  <a:lnTo>
                    <a:pt x="1417711" y="1519044"/>
                  </a:lnTo>
                  <a:lnTo>
                    <a:pt x="1417710" y="1519026"/>
                  </a:lnTo>
                  <a:lnTo>
                    <a:pt x="1417705" y="1519014"/>
                  </a:lnTo>
                  <a:lnTo>
                    <a:pt x="1417693" y="1518998"/>
                  </a:lnTo>
                  <a:lnTo>
                    <a:pt x="1417682" y="1518987"/>
                  </a:lnTo>
                  <a:lnTo>
                    <a:pt x="1417676" y="1518976"/>
                  </a:lnTo>
                  <a:lnTo>
                    <a:pt x="1417676" y="1518971"/>
                  </a:lnTo>
                  <a:lnTo>
                    <a:pt x="1417677" y="1518962"/>
                  </a:lnTo>
                  <a:lnTo>
                    <a:pt x="1417680" y="1518956"/>
                  </a:lnTo>
                  <a:lnTo>
                    <a:pt x="1417683" y="1518949"/>
                  </a:lnTo>
                  <a:lnTo>
                    <a:pt x="1417689" y="1518938"/>
                  </a:lnTo>
                  <a:lnTo>
                    <a:pt x="1417691" y="1518925"/>
                  </a:lnTo>
                  <a:lnTo>
                    <a:pt x="1417691" y="1518912"/>
                  </a:lnTo>
                  <a:lnTo>
                    <a:pt x="1417689" y="1518902"/>
                  </a:lnTo>
                  <a:lnTo>
                    <a:pt x="1417683" y="1518891"/>
                  </a:lnTo>
                  <a:lnTo>
                    <a:pt x="1417681" y="1518887"/>
                  </a:lnTo>
                  <a:lnTo>
                    <a:pt x="1417676" y="1518875"/>
                  </a:lnTo>
                  <a:lnTo>
                    <a:pt x="1417671" y="1518865"/>
                  </a:lnTo>
                  <a:lnTo>
                    <a:pt x="1417669" y="1518858"/>
                  </a:lnTo>
                  <a:lnTo>
                    <a:pt x="1417668" y="1518851"/>
                  </a:lnTo>
                  <a:lnTo>
                    <a:pt x="1417658" y="1518843"/>
                  </a:lnTo>
                  <a:lnTo>
                    <a:pt x="1417645" y="1518836"/>
                  </a:lnTo>
                  <a:lnTo>
                    <a:pt x="1417631" y="1518833"/>
                  </a:lnTo>
                  <a:lnTo>
                    <a:pt x="1417626" y="1518831"/>
                  </a:lnTo>
                  <a:lnTo>
                    <a:pt x="1417619" y="1518829"/>
                  </a:lnTo>
                  <a:lnTo>
                    <a:pt x="1417611" y="1518826"/>
                  </a:lnTo>
                  <a:lnTo>
                    <a:pt x="1417605" y="1518822"/>
                  </a:lnTo>
                  <a:lnTo>
                    <a:pt x="1417597" y="1518819"/>
                  </a:lnTo>
                  <a:lnTo>
                    <a:pt x="1417588" y="1518815"/>
                  </a:lnTo>
                  <a:lnTo>
                    <a:pt x="1417583" y="1518815"/>
                  </a:lnTo>
                  <a:lnTo>
                    <a:pt x="1417577" y="1518814"/>
                  </a:lnTo>
                  <a:lnTo>
                    <a:pt x="1417572" y="1518813"/>
                  </a:lnTo>
                  <a:lnTo>
                    <a:pt x="1417564" y="1518811"/>
                  </a:lnTo>
                  <a:lnTo>
                    <a:pt x="1417557" y="1518809"/>
                  </a:lnTo>
                  <a:lnTo>
                    <a:pt x="1417550" y="1518808"/>
                  </a:lnTo>
                  <a:lnTo>
                    <a:pt x="1417543" y="1518807"/>
                  </a:lnTo>
                  <a:lnTo>
                    <a:pt x="1417553" y="1518796"/>
                  </a:lnTo>
                  <a:lnTo>
                    <a:pt x="1417565" y="1518783"/>
                  </a:lnTo>
                  <a:lnTo>
                    <a:pt x="1417574" y="1518773"/>
                  </a:lnTo>
                  <a:lnTo>
                    <a:pt x="1417587" y="1518759"/>
                  </a:lnTo>
                  <a:lnTo>
                    <a:pt x="1417590" y="1518755"/>
                  </a:lnTo>
                  <a:lnTo>
                    <a:pt x="1417599" y="1518742"/>
                  </a:lnTo>
                  <a:lnTo>
                    <a:pt x="1417604" y="1518729"/>
                  </a:lnTo>
                  <a:lnTo>
                    <a:pt x="1417608" y="1518715"/>
                  </a:lnTo>
                  <a:lnTo>
                    <a:pt x="1417617" y="1518706"/>
                  </a:lnTo>
                  <a:lnTo>
                    <a:pt x="1417630" y="1518693"/>
                  </a:lnTo>
                  <a:lnTo>
                    <a:pt x="1417638" y="1518681"/>
                  </a:lnTo>
                  <a:lnTo>
                    <a:pt x="1417642" y="1518670"/>
                  </a:lnTo>
                  <a:lnTo>
                    <a:pt x="1417643" y="1518662"/>
                  </a:lnTo>
                  <a:lnTo>
                    <a:pt x="1417643" y="1518647"/>
                  </a:lnTo>
                  <a:lnTo>
                    <a:pt x="1417642" y="1518637"/>
                  </a:lnTo>
                  <a:lnTo>
                    <a:pt x="1417642" y="1518625"/>
                  </a:lnTo>
                  <a:lnTo>
                    <a:pt x="1417644" y="1518618"/>
                  </a:lnTo>
                  <a:lnTo>
                    <a:pt x="1417646" y="1518612"/>
                  </a:lnTo>
                  <a:lnTo>
                    <a:pt x="1417648" y="1518602"/>
                  </a:lnTo>
                  <a:lnTo>
                    <a:pt x="1417650" y="1518589"/>
                  </a:lnTo>
                  <a:lnTo>
                    <a:pt x="1417651" y="1518572"/>
                  </a:lnTo>
                  <a:lnTo>
                    <a:pt x="1417648" y="1518556"/>
                  </a:lnTo>
                  <a:lnTo>
                    <a:pt x="1417645" y="1518547"/>
                  </a:lnTo>
                  <a:lnTo>
                    <a:pt x="1417641" y="1518532"/>
                  </a:lnTo>
                  <a:lnTo>
                    <a:pt x="1417638" y="1518520"/>
                  </a:lnTo>
                  <a:lnTo>
                    <a:pt x="1417633" y="1518507"/>
                  </a:lnTo>
                  <a:lnTo>
                    <a:pt x="1417626" y="1518497"/>
                  </a:lnTo>
                  <a:lnTo>
                    <a:pt x="1417620" y="1518486"/>
                  </a:lnTo>
                  <a:lnTo>
                    <a:pt x="1417612" y="1518477"/>
                  </a:lnTo>
                  <a:lnTo>
                    <a:pt x="1417604" y="1518468"/>
                  </a:lnTo>
                  <a:lnTo>
                    <a:pt x="1417583" y="1518457"/>
                  </a:lnTo>
                  <a:lnTo>
                    <a:pt x="1417569" y="1518447"/>
                  </a:lnTo>
                  <a:lnTo>
                    <a:pt x="1417557" y="1518441"/>
                  </a:lnTo>
                  <a:lnTo>
                    <a:pt x="1417539" y="1518432"/>
                  </a:lnTo>
                  <a:lnTo>
                    <a:pt x="1417527" y="1518425"/>
                  </a:lnTo>
                  <a:lnTo>
                    <a:pt x="1417516" y="1518418"/>
                  </a:lnTo>
                  <a:lnTo>
                    <a:pt x="1417502" y="1518409"/>
                  </a:lnTo>
                  <a:lnTo>
                    <a:pt x="1417490" y="1518399"/>
                  </a:lnTo>
                  <a:lnTo>
                    <a:pt x="1417497" y="1518386"/>
                  </a:lnTo>
                  <a:lnTo>
                    <a:pt x="1417504" y="1518372"/>
                  </a:lnTo>
                  <a:lnTo>
                    <a:pt x="1417510" y="1518359"/>
                  </a:lnTo>
                  <a:lnTo>
                    <a:pt x="1417512" y="1518351"/>
                  </a:lnTo>
                  <a:lnTo>
                    <a:pt x="1417514" y="1518342"/>
                  </a:lnTo>
                  <a:lnTo>
                    <a:pt x="1417517" y="1518335"/>
                  </a:lnTo>
                  <a:lnTo>
                    <a:pt x="1417520" y="1518328"/>
                  </a:lnTo>
                  <a:lnTo>
                    <a:pt x="1417527" y="1518315"/>
                  </a:lnTo>
                  <a:lnTo>
                    <a:pt x="1417531" y="1518305"/>
                  </a:lnTo>
                  <a:lnTo>
                    <a:pt x="1417533" y="1518296"/>
                  </a:lnTo>
                  <a:lnTo>
                    <a:pt x="1417536" y="1518288"/>
                  </a:lnTo>
                  <a:lnTo>
                    <a:pt x="1417541" y="1518279"/>
                  </a:lnTo>
                  <a:lnTo>
                    <a:pt x="1417545" y="1518270"/>
                  </a:lnTo>
                  <a:lnTo>
                    <a:pt x="1417548" y="1518262"/>
                  </a:lnTo>
                  <a:lnTo>
                    <a:pt x="1417549" y="1518253"/>
                  </a:lnTo>
                  <a:lnTo>
                    <a:pt x="1417548" y="1518247"/>
                  </a:lnTo>
                  <a:lnTo>
                    <a:pt x="1417543" y="1518238"/>
                  </a:lnTo>
                  <a:lnTo>
                    <a:pt x="1417540" y="1518229"/>
                  </a:lnTo>
                  <a:lnTo>
                    <a:pt x="1417537" y="1518205"/>
                  </a:lnTo>
                  <a:lnTo>
                    <a:pt x="1417430" y="1518059"/>
                  </a:lnTo>
                  <a:lnTo>
                    <a:pt x="1417401" y="1518019"/>
                  </a:lnTo>
                  <a:lnTo>
                    <a:pt x="1417404" y="1517968"/>
                  </a:lnTo>
                  <a:lnTo>
                    <a:pt x="1417405" y="1517963"/>
                  </a:lnTo>
                  <a:lnTo>
                    <a:pt x="1417409" y="1517904"/>
                  </a:lnTo>
                  <a:lnTo>
                    <a:pt x="1417415" y="1517895"/>
                  </a:lnTo>
                  <a:lnTo>
                    <a:pt x="1417425" y="1517885"/>
                  </a:lnTo>
                  <a:lnTo>
                    <a:pt x="1417429" y="1517882"/>
                  </a:lnTo>
                  <a:lnTo>
                    <a:pt x="1417432" y="1517878"/>
                  </a:lnTo>
                  <a:lnTo>
                    <a:pt x="1417434" y="1517873"/>
                  </a:lnTo>
                  <a:lnTo>
                    <a:pt x="1417432" y="1517861"/>
                  </a:lnTo>
                  <a:lnTo>
                    <a:pt x="1417431" y="1517853"/>
                  </a:lnTo>
                  <a:lnTo>
                    <a:pt x="1417432" y="1517841"/>
                  </a:lnTo>
                  <a:lnTo>
                    <a:pt x="1417433" y="1517834"/>
                  </a:lnTo>
                  <a:lnTo>
                    <a:pt x="1417437" y="1517827"/>
                  </a:lnTo>
                  <a:lnTo>
                    <a:pt x="1417440" y="1517822"/>
                  </a:lnTo>
                  <a:lnTo>
                    <a:pt x="1417444" y="1517817"/>
                  </a:lnTo>
                  <a:lnTo>
                    <a:pt x="1417452" y="1517805"/>
                  </a:lnTo>
                  <a:lnTo>
                    <a:pt x="1417453" y="1517797"/>
                  </a:lnTo>
                  <a:lnTo>
                    <a:pt x="1417453" y="1517791"/>
                  </a:lnTo>
                  <a:lnTo>
                    <a:pt x="1417452" y="1517785"/>
                  </a:lnTo>
                  <a:lnTo>
                    <a:pt x="1417449" y="1517777"/>
                  </a:lnTo>
                  <a:lnTo>
                    <a:pt x="1417442" y="1517763"/>
                  </a:lnTo>
                  <a:lnTo>
                    <a:pt x="1417437" y="1517749"/>
                  </a:lnTo>
                  <a:lnTo>
                    <a:pt x="1417436" y="1517742"/>
                  </a:lnTo>
                  <a:lnTo>
                    <a:pt x="1417438" y="1517732"/>
                  </a:lnTo>
                  <a:lnTo>
                    <a:pt x="1417437" y="1517722"/>
                  </a:lnTo>
                  <a:lnTo>
                    <a:pt x="1417434" y="1517714"/>
                  </a:lnTo>
                  <a:lnTo>
                    <a:pt x="1417428" y="1517706"/>
                  </a:lnTo>
                  <a:lnTo>
                    <a:pt x="1417423" y="1517698"/>
                  </a:lnTo>
                  <a:lnTo>
                    <a:pt x="1417413" y="1517677"/>
                  </a:lnTo>
                  <a:lnTo>
                    <a:pt x="1417412" y="1517671"/>
                  </a:lnTo>
                  <a:lnTo>
                    <a:pt x="1417410" y="1517663"/>
                  </a:lnTo>
                  <a:lnTo>
                    <a:pt x="1417408" y="1517654"/>
                  </a:lnTo>
                  <a:lnTo>
                    <a:pt x="1417405" y="1517641"/>
                  </a:lnTo>
                  <a:lnTo>
                    <a:pt x="1417402" y="1517626"/>
                  </a:lnTo>
                  <a:lnTo>
                    <a:pt x="1417399" y="1517615"/>
                  </a:lnTo>
                  <a:lnTo>
                    <a:pt x="1417397" y="1517608"/>
                  </a:lnTo>
                  <a:lnTo>
                    <a:pt x="1417393" y="1517599"/>
                  </a:lnTo>
                  <a:lnTo>
                    <a:pt x="1417389" y="1517587"/>
                  </a:lnTo>
                  <a:lnTo>
                    <a:pt x="1417383" y="1517571"/>
                  </a:lnTo>
                  <a:lnTo>
                    <a:pt x="1417377" y="1517552"/>
                  </a:lnTo>
                  <a:lnTo>
                    <a:pt x="1417372" y="1517540"/>
                  </a:lnTo>
                  <a:lnTo>
                    <a:pt x="1417369" y="1517533"/>
                  </a:lnTo>
                  <a:lnTo>
                    <a:pt x="1417365" y="1517528"/>
                  </a:lnTo>
                  <a:lnTo>
                    <a:pt x="1417362" y="1517525"/>
                  </a:lnTo>
                  <a:lnTo>
                    <a:pt x="1417356" y="1517523"/>
                  </a:lnTo>
                  <a:lnTo>
                    <a:pt x="1417348" y="1517520"/>
                  </a:lnTo>
                  <a:lnTo>
                    <a:pt x="1417339" y="1517518"/>
                  </a:lnTo>
                  <a:lnTo>
                    <a:pt x="1417334" y="1517517"/>
                  </a:lnTo>
                  <a:lnTo>
                    <a:pt x="1417329" y="1517515"/>
                  </a:lnTo>
                  <a:lnTo>
                    <a:pt x="1417324" y="1517515"/>
                  </a:lnTo>
                  <a:lnTo>
                    <a:pt x="1417319" y="1517513"/>
                  </a:lnTo>
                  <a:lnTo>
                    <a:pt x="1417311" y="1517511"/>
                  </a:lnTo>
                  <a:lnTo>
                    <a:pt x="1417302" y="1517509"/>
                  </a:lnTo>
                  <a:lnTo>
                    <a:pt x="1417292" y="1517503"/>
                  </a:lnTo>
                  <a:lnTo>
                    <a:pt x="1417294" y="1517490"/>
                  </a:lnTo>
                  <a:lnTo>
                    <a:pt x="1417293" y="1517481"/>
                  </a:lnTo>
                  <a:lnTo>
                    <a:pt x="1417292" y="1517474"/>
                  </a:lnTo>
                  <a:lnTo>
                    <a:pt x="1417291" y="1517466"/>
                  </a:lnTo>
                  <a:lnTo>
                    <a:pt x="1417290" y="1517460"/>
                  </a:lnTo>
                  <a:lnTo>
                    <a:pt x="1417289" y="1517454"/>
                  </a:lnTo>
                  <a:lnTo>
                    <a:pt x="1417287" y="1517447"/>
                  </a:lnTo>
                  <a:lnTo>
                    <a:pt x="1417283" y="1517439"/>
                  </a:lnTo>
                  <a:lnTo>
                    <a:pt x="1417278" y="1517434"/>
                  </a:lnTo>
                  <a:lnTo>
                    <a:pt x="1417275" y="1517430"/>
                  </a:lnTo>
                  <a:lnTo>
                    <a:pt x="1417269" y="1517425"/>
                  </a:lnTo>
                  <a:lnTo>
                    <a:pt x="1417265" y="1517419"/>
                  </a:lnTo>
                  <a:lnTo>
                    <a:pt x="1417262" y="1517414"/>
                  </a:lnTo>
                  <a:lnTo>
                    <a:pt x="1417260" y="1517406"/>
                  </a:lnTo>
                  <a:lnTo>
                    <a:pt x="1417258" y="1517400"/>
                  </a:lnTo>
                  <a:lnTo>
                    <a:pt x="1417256" y="1517395"/>
                  </a:lnTo>
                  <a:lnTo>
                    <a:pt x="1417253" y="1517389"/>
                  </a:lnTo>
                  <a:lnTo>
                    <a:pt x="1417250" y="1517384"/>
                  </a:lnTo>
                  <a:lnTo>
                    <a:pt x="1417246" y="1517377"/>
                  </a:lnTo>
                  <a:lnTo>
                    <a:pt x="1417238" y="1517368"/>
                  </a:lnTo>
                  <a:lnTo>
                    <a:pt x="1417229" y="1517357"/>
                  </a:lnTo>
                  <a:lnTo>
                    <a:pt x="1417218" y="1517344"/>
                  </a:lnTo>
                  <a:lnTo>
                    <a:pt x="1417211" y="1517336"/>
                  </a:lnTo>
                  <a:lnTo>
                    <a:pt x="1417205" y="1517330"/>
                  </a:lnTo>
                  <a:lnTo>
                    <a:pt x="1417200" y="1517325"/>
                  </a:lnTo>
                  <a:lnTo>
                    <a:pt x="1417195" y="1517321"/>
                  </a:lnTo>
                  <a:lnTo>
                    <a:pt x="1417190" y="1517317"/>
                  </a:lnTo>
                  <a:lnTo>
                    <a:pt x="1417185" y="1517312"/>
                  </a:lnTo>
                  <a:lnTo>
                    <a:pt x="1417180" y="1517308"/>
                  </a:lnTo>
                  <a:lnTo>
                    <a:pt x="1417178" y="1517303"/>
                  </a:lnTo>
                  <a:lnTo>
                    <a:pt x="1417183" y="1517299"/>
                  </a:lnTo>
                  <a:lnTo>
                    <a:pt x="1417188" y="1517296"/>
                  </a:lnTo>
                  <a:lnTo>
                    <a:pt x="1417192" y="1517293"/>
                  </a:lnTo>
                  <a:lnTo>
                    <a:pt x="1417197" y="1517290"/>
                  </a:lnTo>
                  <a:lnTo>
                    <a:pt x="1417202" y="1517288"/>
                  </a:lnTo>
                  <a:lnTo>
                    <a:pt x="1417207" y="1517284"/>
                  </a:lnTo>
                  <a:lnTo>
                    <a:pt x="1417212" y="1517280"/>
                  </a:lnTo>
                  <a:lnTo>
                    <a:pt x="1417215" y="1517276"/>
                  </a:lnTo>
                  <a:lnTo>
                    <a:pt x="1417218" y="1517271"/>
                  </a:lnTo>
                  <a:lnTo>
                    <a:pt x="1417220" y="1517264"/>
                  </a:lnTo>
                  <a:lnTo>
                    <a:pt x="1417218" y="1517257"/>
                  </a:lnTo>
                  <a:lnTo>
                    <a:pt x="1417212" y="1517251"/>
                  </a:lnTo>
                  <a:lnTo>
                    <a:pt x="1417205" y="1517239"/>
                  </a:lnTo>
                  <a:lnTo>
                    <a:pt x="1417211" y="1517234"/>
                  </a:lnTo>
                  <a:lnTo>
                    <a:pt x="1417211" y="1517227"/>
                  </a:lnTo>
                  <a:lnTo>
                    <a:pt x="1417212" y="1517221"/>
                  </a:lnTo>
                  <a:lnTo>
                    <a:pt x="1417214" y="1517213"/>
                  </a:lnTo>
                  <a:lnTo>
                    <a:pt x="1417229" y="1517181"/>
                  </a:lnTo>
                  <a:lnTo>
                    <a:pt x="1417231" y="1517165"/>
                  </a:lnTo>
                  <a:lnTo>
                    <a:pt x="1417232" y="1517144"/>
                  </a:lnTo>
                  <a:lnTo>
                    <a:pt x="1417235" y="1517129"/>
                  </a:lnTo>
                  <a:lnTo>
                    <a:pt x="1417238" y="1517125"/>
                  </a:lnTo>
                  <a:lnTo>
                    <a:pt x="1417242" y="1517119"/>
                  </a:lnTo>
                  <a:lnTo>
                    <a:pt x="1417247" y="1517113"/>
                  </a:lnTo>
                  <a:lnTo>
                    <a:pt x="1417259" y="1517091"/>
                  </a:lnTo>
                  <a:lnTo>
                    <a:pt x="1417268" y="1517063"/>
                  </a:lnTo>
                  <a:lnTo>
                    <a:pt x="1417275" y="1517058"/>
                  </a:lnTo>
                  <a:lnTo>
                    <a:pt x="1417279" y="1517052"/>
                  </a:lnTo>
                  <a:lnTo>
                    <a:pt x="1417281" y="1517048"/>
                  </a:lnTo>
                  <a:lnTo>
                    <a:pt x="1417289" y="1517046"/>
                  </a:lnTo>
                  <a:lnTo>
                    <a:pt x="1417293" y="1517041"/>
                  </a:lnTo>
                  <a:lnTo>
                    <a:pt x="1417297" y="1517036"/>
                  </a:lnTo>
                  <a:lnTo>
                    <a:pt x="1417306" y="1517032"/>
                  </a:lnTo>
                  <a:lnTo>
                    <a:pt x="1417319" y="1517017"/>
                  </a:lnTo>
                  <a:lnTo>
                    <a:pt x="1417327" y="1517010"/>
                  </a:lnTo>
                  <a:lnTo>
                    <a:pt x="1417339" y="1517013"/>
                  </a:lnTo>
                  <a:lnTo>
                    <a:pt x="1417352" y="1517009"/>
                  </a:lnTo>
                  <a:lnTo>
                    <a:pt x="1417374" y="1517009"/>
                  </a:lnTo>
                  <a:lnTo>
                    <a:pt x="1417386" y="1517003"/>
                  </a:lnTo>
                  <a:lnTo>
                    <a:pt x="1417394" y="1516999"/>
                  </a:lnTo>
                  <a:lnTo>
                    <a:pt x="1417410" y="1516995"/>
                  </a:lnTo>
                  <a:lnTo>
                    <a:pt x="1417418" y="1516987"/>
                  </a:lnTo>
                  <a:lnTo>
                    <a:pt x="1417423" y="1516979"/>
                  </a:lnTo>
                  <a:lnTo>
                    <a:pt x="1417428" y="1516973"/>
                  </a:lnTo>
                  <a:lnTo>
                    <a:pt x="1417437" y="1516955"/>
                  </a:lnTo>
                  <a:lnTo>
                    <a:pt x="1417445" y="1516947"/>
                  </a:lnTo>
                  <a:lnTo>
                    <a:pt x="1417450" y="1516940"/>
                  </a:lnTo>
                  <a:lnTo>
                    <a:pt x="1417457" y="1516928"/>
                  </a:lnTo>
                  <a:lnTo>
                    <a:pt x="1417458" y="1516917"/>
                  </a:lnTo>
                  <a:lnTo>
                    <a:pt x="1417460" y="1516912"/>
                  </a:lnTo>
                  <a:lnTo>
                    <a:pt x="1417464" y="1516903"/>
                  </a:lnTo>
                  <a:lnTo>
                    <a:pt x="1417461" y="1516886"/>
                  </a:lnTo>
                  <a:lnTo>
                    <a:pt x="1417458" y="1516876"/>
                  </a:lnTo>
                  <a:lnTo>
                    <a:pt x="1417457" y="1516865"/>
                  </a:lnTo>
                  <a:lnTo>
                    <a:pt x="1417458" y="1516838"/>
                  </a:lnTo>
                  <a:lnTo>
                    <a:pt x="1417447" y="1516827"/>
                  </a:lnTo>
                  <a:lnTo>
                    <a:pt x="1417442" y="1516823"/>
                  </a:lnTo>
                  <a:lnTo>
                    <a:pt x="1417441" y="1516808"/>
                  </a:lnTo>
                  <a:lnTo>
                    <a:pt x="1417450" y="1516796"/>
                  </a:lnTo>
                  <a:lnTo>
                    <a:pt x="1417465" y="1516793"/>
                  </a:lnTo>
                  <a:lnTo>
                    <a:pt x="1417465" y="1516787"/>
                  </a:lnTo>
                  <a:lnTo>
                    <a:pt x="1417463" y="1516775"/>
                  </a:lnTo>
                  <a:lnTo>
                    <a:pt x="1417455" y="1516768"/>
                  </a:lnTo>
                  <a:lnTo>
                    <a:pt x="1417453" y="1516756"/>
                  </a:lnTo>
                  <a:lnTo>
                    <a:pt x="1417457" y="1516741"/>
                  </a:lnTo>
                  <a:lnTo>
                    <a:pt x="1417453" y="1516726"/>
                  </a:lnTo>
                  <a:lnTo>
                    <a:pt x="1417454" y="1516717"/>
                  </a:lnTo>
                  <a:lnTo>
                    <a:pt x="1417458" y="1516713"/>
                  </a:lnTo>
                  <a:lnTo>
                    <a:pt x="1417461" y="1516709"/>
                  </a:lnTo>
                  <a:lnTo>
                    <a:pt x="1417465" y="1516704"/>
                  </a:lnTo>
                  <a:lnTo>
                    <a:pt x="1417475" y="1516695"/>
                  </a:lnTo>
                  <a:lnTo>
                    <a:pt x="1417461" y="1516680"/>
                  </a:lnTo>
                  <a:lnTo>
                    <a:pt x="1417444" y="1516634"/>
                  </a:lnTo>
                  <a:lnTo>
                    <a:pt x="1417429" y="1516614"/>
                  </a:lnTo>
                  <a:lnTo>
                    <a:pt x="1417415" y="1516577"/>
                  </a:lnTo>
                  <a:lnTo>
                    <a:pt x="1417397" y="1516581"/>
                  </a:lnTo>
                  <a:lnTo>
                    <a:pt x="1417390" y="1516583"/>
                  </a:lnTo>
                  <a:lnTo>
                    <a:pt x="1417382" y="1516583"/>
                  </a:lnTo>
                  <a:lnTo>
                    <a:pt x="1417376" y="1516578"/>
                  </a:lnTo>
                  <a:lnTo>
                    <a:pt x="1417356" y="1516566"/>
                  </a:lnTo>
                  <a:lnTo>
                    <a:pt x="1417334" y="1516562"/>
                  </a:lnTo>
                  <a:lnTo>
                    <a:pt x="1417327" y="1516559"/>
                  </a:lnTo>
                  <a:lnTo>
                    <a:pt x="1417325" y="1516548"/>
                  </a:lnTo>
                  <a:lnTo>
                    <a:pt x="1417307" y="1516540"/>
                  </a:lnTo>
                  <a:lnTo>
                    <a:pt x="1417300" y="1516525"/>
                  </a:lnTo>
                  <a:lnTo>
                    <a:pt x="1417294" y="1516520"/>
                  </a:lnTo>
                  <a:lnTo>
                    <a:pt x="1417287" y="1516525"/>
                  </a:lnTo>
                  <a:lnTo>
                    <a:pt x="1417269" y="1516538"/>
                  </a:lnTo>
                  <a:lnTo>
                    <a:pt x="1417261" y="1516543"/>
                  </a:lnTo>
                  <a:lnTo>
                    <a:pt x="1417257" y="1516550"/>
                  </a:lnTo>
                  <a:lnTo>
                    <a:pt x="1417247" y="1516559"/>
                  </a:lnTo>
                  <a:lnTo>
                    <a:pt x="1417234" y="1516564"/>
                  </a:lnTo>
                  <a:lnTo>
                    <a:pt x="1417224" y="1516563"/>
                  </a:lnTo>
                  <a:lnTo>
                    <a:pt x="1417213" y="1516576"/>
                  </a:lnTo>
                  <a:lnTo>
                    <a:pt x="1417199" y="1516581"/>
                  </a:lnTo>
                  <a:lnTo>
                    <a:pt x="1417190" y="1516579"/>
                  </a:lnTo>
                  <a:lnTo>
                    <a:pt x="1417180" y="1516577"/>
                  </a:lnTo>
                  <a:lnTo>
                    <a:pt x="1417174" y="1516569"/>
                  </a:lnTo>
                  <a:lnTo>
                    <a:pt x="1417110" y="1516562"/>
                  </a:lnTo>
                  <a:lnTo>
                    <a:pt x="1417099" y="1516554"/>
                  </a:lnTo>
                  <a:lnTo>
                    <a:pt x="1417091" y="1516547"/>
                  </a:lnTo>
                  <a:lnTo>
                    <a:pt x="1417082" y="1516540"/>
                  </a:lnTo>
                  <a:lnTo>
                    <a:pt x="1417076" y="1516534"/>
                  </a:lnTo>
                  <a:lnTo>
                    <a:pt x="1417061" y="1516510"/>
                  </a:lnTo>
                  <a:lnTo>
                    <a:pt x="1417076" y="1516486"/>
                  </a:lnTo>
                  <a:lnTo>
                    <a:pt x="1417073" y="1516470"/>
                  </a:lnTo>
                  <a:lnTo>
                    <a:pt x="1417055" y="1516452"/>
                  </a:lnTo>
                  <a:lnTo>
                    <a:pt x="1417051" y="1516444"/>
                  </a:lnTo>
                  <a:lnTo>
                    <a:pt x="1417046" y="1516433"/>
                  </a:lnTo>
                  <a:lnTo>
                    <a:pt x="1417040" y="1516428"/>
                  </a:lnTo>
                  <a:lnTo>
                    <a:pt x="1417024" y="1516418"/>
                  </a:lnTo>
                  <a:lnTo>
                    <a:pt x="1417001" y="1516400"/>
                  </a:lnTo>
                  <a:lnTo>
                    <a:pt x="1416956" y="1516363"/>
                  </a:lnTo>
                  <a:lnTo>
                    <a:pt x="1416952" y="1516360"/>
                  </a:lnTo>
                  <a:lnTo>
                    <a:pt x="1416944" y="1516359"/>
                  </a:lnTo>
                  <a:lnTo>
                    <a:pt x="1416935" y="1516360"/>
                  </a:lnTo>
                  <a:lnTo>
                    <a:pt x="1416926" y="1516359"/>
                  </a:lnTo>
                  <a:lnTo>
                    <a:pt x="1416917" y="1516356"/>
                  </a:lnTo>
                  <a:lnTo>
                    <a:pt x="1416911" y="1516348"/>
                  </a:lnTo>
                  <a:lnTo>
                    <a:pt x="1416906" y="1516343"/>
                  </a:lnTo>
                  <a:lnTo>
                    <a:pt x="1416897" y="1516338"/>
                  </a:lnTo>
                  <a:lnTo>
                    <a:pt x="1416893" y="1516333"/>
                  </a:lnTo>
                  <a:lnTo>
                    <a:pt x="1416888" y="1516326"/>
                  </a:lnTo>
                  <a:lnTo>
                    <a:pt x="1416881" y="1516317"/>
                  </a:lnTo>
                  <a:lnTo>
                    <a:pt x="1416875" y="1516315"/>
                  </a:lnTo>
                  <a:lnTo>
                    <a:pt x="1416868" y="1516316"/>
                  </a:lnTo>
                  <a:lnTo>
                    <a:pt x="1416857" y="1516318"/>
                  </a:lnTo>
                  <a:lnTo>
                    <a:pt x="1416843" y="1516321"/>
                  </a:lnTo>
                  <a:lnTo>
                    <a:pt x="1416838" y="1516323"/>
                  </a:lnTo>
                  <a:lnTo>
                    <a:pt x="1416834" y="1516325"/>
                  </a:lnTo>
                  <a:lnTo>
                    <a:pt x="1416827" y="1516327"/>
                  </a:lnTo>
                  <a:lnTo>
                    <a:pt x="1416815" y="1516331"/>
                  </a:lnTo>
                  <a:lnTo>
                    <a:pt x="1416807" y="1516333"/>
                  </a:lnTo>
                  <a:lnTo>
                    <a:pt x="1416800" y="1516334"/>
                  </a:lnTo>
                  <a:lnTo>
                    <a:pt x="1416793" y="1516335"/>
                  </a:lnTo>
                  <a:lnTo>
                    <a:pt x="1416775" y="1516335"/>
                  </a:lnTo>
                  <a:lnTo>
                    <a:pt x="1416757" y="1516335"/>
                  </a:lnTo>
                  <a:lnTo>
                    <a:pt x="1416747" y="1516335"/>
                  </a:lnTo>
                  <a:lnTo>
                    <a:pt x="1416739" y="1516336"/>
                  </a:lnTo>
                  <a:lnTo>
                    <a:pt x="1416731" y="1516338"/>
                  </a:lnTo>
                  <a:lnTo>
                    <a:pt x="1416724" y="1516339"/>
                  </a:lnTo>
                  <a:lnTo>
                    <a:pt x="1416717" y="1516342"/>
                  </a:lnTo>
                  <a:lnTo>
                    <a:pt x="1416711" y="1516345"/>
                  </a:lnTo>
                  <a:lnTo>
                    <a:pt x="1416705" y="1516348"/>
                  </a:lnTo>
                  <a:lnTo>
                    <a:pt x="1416699" y="1516352"/>
                  </a:lnTo>
                  <a:lnTo>
                    <a:pt x="1416694" y="1516357"/>
                  </a:lnTo>
                  <a:lnTo>
                    <a:pt x="1416688" y="1516363"/>
                  </a:lnTo>
                  <a:lnTo>
                    <a:pt x="1416679" y="1516375"/>
                  </a:lnTo>
                  <a:lnTo>
                    <a:pt x="1416671" y="1516383"/>
                  </a:lnTo>
                  <a:lnTo>
                    <a:pt x="1416664" y="1516390"/>
                  </a:lnTo>
                  <a:lnTo>
                    <a:pt x="1416657" y="1516396"/>
                  </a:lnTo>
                  <a:lnTo>
                    <a:pt x="1416650" y="1516401"/>
                  </a:lnTo>
                  <a:lnTo>
                    <a:pt x="1416645" y="1516403"/>
                  </a:lnTo>
                  <a:lnTo>
                    <a:pt x="1416639" y="1516404"/>
                  </a:lnTo>
                  <a:lnTo>
                    <a:pt x="1416633" y="1516404"/>
                  </a:lnTo>
                  <a:lnTo>
                    <a:pt x="1416628" y="1516403"/>
                  </a:lnTo>
                  <a:lnTo>
                    <a:pt x="1416620" y="1516400"/>
                  </a:lnTo>
                  <a:lnTo>
                    <a:pt x="1416610" y="1516394"/>
                  </a:lnTo>
                  <a:lnTo>
                    <a:pt x="1416597" y="1516387"/>
                  </a:lnTo>
                  <a:lnTo>
                    <a:pt x="1416586" y="1516382"/>
                  </a:lnTo>
                  <a:lnTo>
                    <a:pt x="1416576" y="1516379"/>
                  </a:lnTo>
                  <a:lnTo>
                    <a:pt x="1416564" y="1516375"/>
                  </a:lnTo>
                  <a:lnTo>
                    <a:pt x="1416553" y="1516372"/>
                  </a:lnTo>
                  <a:lnTo>
                    <a:pt x="1416543" y="1516371"/>
                  </a:lnTo>
                  <a:lnTo>
                    <a:pt x="1416539" y="1516370"/>
                  </a:lnTo>
                  <a:lnTo>
                    <a:pt x="1416530" y="1516369"/>
                  </a:lnTo>
                  <a:lnTo>
                    <a:pt x="1416520" y="1516367"/>
                  </a:lnTo>
                  <a:lnTo>
                    <a:pt x="1416441" y="1516293"/>
                  </a:lnTo>
                  <a:lnTo>
                    <a:pt x="1416441" y="1516285"/>
                  </a:lnTo>
                  <a:lnTo>
                    <a:pt x="1416441" y="1516278"/>
                  </a:lnTo>
                  <a:lnTo>
                    <a:pt x="1416442" y="1516271"/>
                  </a:lnTo>
                  <a:lnTo>
                    <a:pt x="1416442" y="1516264"/>
                  </a:lnTo>
                  <a:lnTo>
                    <a:pt x="1416439" y="1516232"/>
                  </a:lnTo>
                  <a:lnTo>
                    <a:pt x="1416439" y="1516212"/>
                  </a:lnTo>
                  <a:lnTo>
                    <a:pt x="1416437" y="1516190"/>
                  </a:lnTo>
                  <a:lnTo>
                    <a:pt x="1416432" y="1516176"/>
                  </a:lnTo>
                  <a:lnTo>
                    <a:pt x="1416428" y="1516167"/>
                  </a:lnTo>
                  <a:lnTo>
                    <a:pt x="1416425" y="1516159"/>
                  </a:lnTo>
                  <a:lnTo>
                    <a:pt x="1416425" y="1516137"/>
                  </a:lnTo>
                  <a:lnTo>
                    <a:pt x="1416422" y="1516109"/>
                  </a:lnTo>
                  <a:lnTo>
                    <a:pt x="1416421" y="1516093"/>
                  </a:lnTo>
                  <a:lnTo>
                    <a:pt x="1416420" y="1516078"/>
                  </a:lnTo>
                  <a:lnTo>
                    <a:pt x="1416422" y="1516063"/>
                  </a:lnTo>
                  <a:lnTo>
                    <a:pt x="1416427" y="1516057"/>
                  </a:lnTo>
                  <a:lnTo>
                    <a:pt x="1416431" y="1516051"/>
                  </a:lnTo>
                  <a:lnTo>
                    <a:pt x="1416438" y="1516043"/>
                  </a:lnTo>
                  <a:lnTo>
                    <a:pt x="1416449" y="1516034"/>
                  </a:lnTo>
                  <a:lnTo>
                    <a:pt x="1416461" y="1516024"/>
                  </a:lnTo>
                  <a:lnTo>
                    <a:pt x="1416468" y="1516017"/>
                  </a:lnTo>
                  <a:lnTo>
                    <a:pt x="1416473" y="1516009"/>
                  </a:lnTo>
                  <a:lnTo>
                    <a:pt x="1416473" y="1516003"/>
                  </a:lnTo>
                  <a:lnTo>
                    <a:pt x="1416469" y="1515995"/>
                  </a:lnTo>
                  <a:lnTo>
                    <a:pt x="1416466" y="1515989"/>
                  </a:lnTo>
                  <a:lnTo>
                    <a:pt x="1416465" y="1515983"/>
                  </a:lnTo>
                  <a:lnTo>
                    <a:pt x="1416479" y="1515932"/>
                  </a:lnTo>
                  <a:lnTo>
                    <a:pt x="1416505" y="1515770"/>
                  </a:lnTo>
                  <a:lnTo>
                    <a:pt x="1416398" y="1515616"/>
                  </a:lnTo>
                  <a:lnTo>
                    <a:pt x="1416414" y="1515539"/>
                  </a:lnTo>
                  <a:lnTo>
                    <a:pt x="1416416" y="1515532"/>
                  </a:lnTo>
                  <a:lnTo>
                    <a:pt x="1416418" y="1515527"/>
                  </a:lnTo>
                  <a:lnTo>
                    <a:pt x="1416420" y="1515513"/>
                  </a:lnTo>
                  <a:lnTo>
                    <a:pt x="1416424" y="1515510"/>
                  </a:lnTo>
                  <a:lnTo>
                    <a:pt x="1416427" y="1515505"/>
                  </a:lnTo>
                  <a:lnTo>
                    <a:pt x="1416430" y="1515496"/>
                  </a:lnTo>
                  <a:lnTo>
                    <a:pt x="1416431" y="1515489"/>
                  </a:lnTo>
                  <a:lnTo>
                    <a:pt x="1416430" y="1515481"/>
                  </a:lnTo>
                  <a:lnTo>
                    <a:pt x="1416429" y="1515471"/>
                  </a:lnTo>
                  <a:lnTo>
                    <a:pt x="1416429" y="1515461"/>
                  </a:lnTo>
                  <a:lnTo>
                    <a:pt x="1416429" y="1515447"/>
                  </a:lnTo>
                  <a:lnTo>
                    <a:pt x="1416431" y="1515440"/>
                  </a:lnTo>
                  <a:lnTo>
                    <a:pt x="1416432" y="1515431"/>
                  </a:lnTo>
                  <a:lnTo>
                    <a:pt x="1416432" y="1515420"/>
                  </a:lnTo>
                  <a:lnTo>
                    <a:pt x="1416431" y="1515412"/>
                  </a:lnTo>
                  <a:lnTo>
                    <a:pt x="1416429" y="1515406"/>
                  </a:lnTo>
                  <a:lnTo>
                    <a:pt x="1416424" y="1515399"/>
                  </a:lnTo>
                  <a:lnTo>
                    <a:pt x="1416458" y="1515318"/>
                  </a:lnTo>
                  <a:lnTo>
                    <a:pt x="1416507" y="1515251"/>
                  </a:lnTo>
                  <a:lnTo>
                    <a:pt x="1416506" y="1515242"/>
                  </a:lnTo>
                  <a:lnTo>
                    <a:pt x="1416505" y="1515233"/>
                  </a:lnTo>
                  <a:lnTo>
                    <a:pt x="1416503" y="1515227"/>
                  </a:lnTo>
                  <a:lnTo>
                    <a:pt x="1416501" y="1515221"/>
                  </a:lnTo>
                  <a:lnTo>
                    <a:pt x="1416499" y="1515215"/>
                  </a:lnTo>
                  <a:lnTo>
                    <a:pt x="1416494" y="1515210"/>
                  </a:lnTo>
                  <a:lnTo>
                    <a:pt x="1416491" y="1515204"/>
                  </a:lnTo>
                  <a:lnTo>
                    <a:pt x="1416490" y="1515186"/>
                  </a:lnTo>
                  <a:lnTo>
                    <a:pt x="1416484" y="1515190"/>
                  </a:lnTo>
                  <a:lnTo>
                    <a:pt x="1416480" y="1515194"/>
                  </a:lnTo>
                  <a:lnTo>
                    <a:pt x="1416476" y="1515198"/>
                  </a:lnTo>
                  <a:lnTo>
                    <a:pt x="1416473" y="1515203"/>
                  </a:lnTo>
                  <a:lnTo>
                    <a:pt x="1416463" y="1515200"/>
                  </a:lnTo>
                  <a:lnTo>
                    <a:pt x="1416453" y="1515196"/>
                  </a:lnTo>
                  <a:lnTo>
                    <a:pt x="1416444" y="1515191"/>
                  </a:lnTo>
                  <a:lnTo>
                    <a:pt x="1416435" y="1515186"/>
                  </a:lnTo>
                  <a:lnTo>
                    <a:pt x="1416427" y="1515179"/>
                  </a:lnTo>
                  <a:lnTo>
                    <a:pt x="1416420" y="1515172"/>
                  </a:lnTo>
                  <a:lnTo>
                    <a:pt x="1416416" y="1515164"/>
                  </a:lnTo>
                  <a:lnTo>
                    <a:pt x="1416413" y="1515153"/>
                  </a:lnTo>
                  <a:lnTo>
                    <a:pt x="1416413" y="1515139"/>
                  </a:lnTo>
                  <a:lnTo>
                    <a:pt x="1416418" y="1515124"/>
                  </a:lnTo>
                  <a:lnTo>
                    <a:pt x="1416421" y="1515110"/>
                  </a:lnTo>
                  <a:lnTo>
                    <a:pt x="1416423" y="1515101"/>
                  </a:lnTo>
                  <a:lnTo>
                    <a:pt x="1416425" y="1515093"/>
                  </a:lnTo>
                  <a:lnTo>
                    <a:pt x="1416426" y="1515086"/>
                  </a:lnTo>
                  <a:lnTo>
                    <a:pt x="1416426" y="1515076"/>
                  </a:lnTo>
                  <a:lnTo>
                    <a:pt x="1416423" y="1515068"/>
                  </a:lnTo>
                  <a:lnTo>
                    <a:pt x="1416418" y="1515062"/>
                  </a:lnTo>
                  <a:lnTo>
                    <a:pt x="1416412" y="1515057"/>
                  </a:lnTo>
                  <a:lnTo>
                    <a:pt x="1416397" y="1515037"/>
                  </a:lnTo>
                  <a:lnTo>
                    <a:pt x="1416344" y="1514964"/>
                  </a:lnTo>
                  <a:lnTo>
                    <a:pt x="1416300" y="1514956"/>
                  </a:lnTo>
                  <a:lnTo>
                    <a:pt x="1416289" y="1514954"/>
                  </a:lnTo>
                  <a:lnTo>
                    <a:pt x="1416288" y="1514948"/>
                  </a:lnTo>
                  <a:lnTo>
                    <a:pt x="1416286" y="1514942"/>
                  </a:lnTo>
                  <a:lnTo>
                    <a:pt x="1416281" y="1514936"/>
                  </a:lnTo>
                  <a:lnTo>
                    <a:pt x="1416276" y="1514931"/>
                  </a:lnTo>
                  <a:lnTo>
                    <a:pt x="1416272" y="1514926"/>
                  </a:lnTo>
                  <a:lnTo>
                    <a:pt x="1416265" y="1514918"/>
                  </a:lnTo>
                  <a:lnTo>
                    <a:pt x="1416260" y="1514908"/>
                  </a:lnTo>
                  <a:lnTo>
                    <a:pt x="1416256" y="1514901"/>
                  </a:lnTo>
                  <a:lnTo>
                    <a:pt x="1416251" y="1514891"/>
                  </a:lnTo>
                  <a:lnTo>
                    <a:pt x="1416246" y="1514882"/>
                  </a:lnTo>
                  <a:lnTo>
                    <a:pt x="1416240" y="1514873"/>
                  </a:lnTo>
                  <a:lnTo>
                    <a:pt x="1416234" y="1514864"/>
                  </a:lnTo>
                  <a:lnTo>
                    <a:pt x="1416228" y="1514858"/>
                  </a:lnTo>
                  <a:lnTo>
                    <a:pt x="1416222" y="1514853"/>
                  </a:lnTo>
                  <a:lnTo>
                    <a:pt x="1416213" y="1514848"/>
                  </a:lnTo>
                  <a:lnTo>
                    <a:pt x="1416203" y="1514843"/>
                  </a:lnTo>
                  <a:lnTo>
                    <a:pt x="1416196" y="1514836"/>
                  </a:lnTo>
                  <a:lnTo>
                    <a:pt x="1416192" y="1514829"/>
                  </a:lnTo>
                  <a:lnTo>
                    <a:pt x="1416190" y="1514823"/>
                  </a:lnTo>
                  <a:lnTo>
                    <a:pt x="1416187" y="1514814"/>
                  </a:lnTo>
                  <a:lnTo>
                    <a:pt x="1416184" y="1514807"/>
                  </a:lnTo>
                  <a:lnTo>
                    <a:pt x="1416150" y="1514788"/>
                  </a:lnTo>
                  <a:lnTo>
                    <a:pt x="1416113" y="1514762"/>
                  </a:lnTo>
                  <a:lnTo>
                    <a:pt x="1416109" y="1514750"/>
                  </a:lnTo>
                  <a:lnTo>
                    <a:pt x="1416108" y="1514741"/>
                  </a:lnTo>
                  <a:lnTo>
                    <a:pt x="1416108" y="1514727"/>
                  </a:lnTo>
                  <a:lnTo>
                    <a:pt x="1416107" y="1514711"/>
                  </a:lnTo>
                  <a:lnTo>
                    <a:pt x="1416107" y="1514697"/>
                  </a:lnTo>
                  <a:lnTo>
                    <a:pt x="1416107" y="1514683"/>
                  </a:lnTo>
                  <a:lnTo>
                    <a:pt x="1416108" y="1514671"/>
                  </a:lnTo>
                  <a:lnTo>
                    <a:pt x="1416109" y="1514664"/>
                  </a:lnTo>
                  <a:lnTo>
                    <a:pt x="1416114" y="1514653"/>
                  </a:lnTo>
                  <a:lnTo>
                    <a:pt x="1416119" y="1514646"/>
                  </a:lnTo>
                  <a:lnTo>
                    <a:pt x="1416121" y="1514638"/>
                  </a:lnTo>
                  <a:lnTo>
                    <a:pt x="1416120" y="1514620"/>
                  </a:lnTo>
                  <a:lnTo>
                    <a:pt x="1416118" y="1514591"/>
                  </a:lnTo>
                  <a:lnTo>
                    <a:pt x="1416115" y="1514585"/>
                  </a:lnTo>
                  <a:lnTo>
                    <a:pt x="1416106" y="1514574"/>
                  </a:lnTo>
                  <a:lnTo>
                    <a:pt x="1416099" y="1514566"/>
                  </a:lnTo>
                  <a:lnTo>
                    <a:pt x="1416098" y="1514560"/>
                  </a:lnTo>
                  <a:lnTo>
                    <a:pt x="1416094" y="1514541"/>
                  </a:lnTo>
                  <a:lnTo>
                    <a:pt x="1416091" y="1514527"/>
                  </a:lnTo>
                  <a:lnTo>
                    <a:pt x="1416086" y="1514514"/>
                  </a:lnTo>
                  <a:lnTo>
                    <a:pt x="1416080" y="1514503"/>
                  </a:lnTo>
                  <a:lnTo>
                    <a:pt x="1416079" y="1514494"/>
                  </a:lnTo>
                  <a:lnTo>
                    <a:pt x="1416078" y="1514477"/>
                  </a:lnTo>
                  <a:lnTo>
                    <a:pt x="1416075" y="1514460"/>
                  </a:lnTo>
                  <a:lnTo>
                    <a:pt x="1416071" y="1514444"/>
                  </a:lnTo>
                  <a:lnTo>
                    <a:pt x="1416069" y="1514432"/>
                  </a:lnTo>
                  <a:lnTo>
                    <a:pt x="1416068" y="1514421"/>
                  </a:lnTo>
                  <a:lnTo>
                    <a:pt x="1416066" y="1514413"/>
                  </a:lnTo>
                  <a:lnTo>
                    <a:pt x="1416063" y="1514408"/>
                  </a:lnTo>
                  <a:lnTo>
                    <a:pt x="1416057" y="1514399"/>
                  </a:lnTo>
                  <a:lnTo>
                    <a:pt x="1416042" y="1514374"/>
                  </a:lnTo>
                  <a:lnTo>
                    <a:pt x="1416032" y="1514352"/>
                  </a:lnTo>
                  <a:lnTo>
                    <a:pt x="1416032" y="1514345"/>
                  </a:lnTo>
                  <a:lnTo>
                    <a:pt x="1416034" y="1514337"/>
                  </a:lnTo>
                  <a:lnTo>
                    <a:pt x="1416039" y="1514327"/>
                  </a:lnTo>
                  <a:lnTo>
                    <a:pt x="1416043" y="1514321"/>
                  </a:lnTo>
                  <a:lnTo>
                    <a:pt x="1416045" y="1514315"/>
                  </a:lnTo>
                  <a:lnTo>
                    <a:pt x="1416045" y="1514309"/>
                  </a:lnTo>
                  <a:lnTo>
                    <a:pt x="1416045" y="1514304"/>
                  </a:lnTo>
                  <a:lnTo>
                    <a:pt x="1416045" y="1514297"/>
                  </a:lnTo>
                  <a:lnTo>
                    <a:pt x="1416044" y="1514286"/>
                  </a:lnTo>
                  <a:lnTo>
                    <a:pt x="1416042" y="1514273"/>
                  </a:lnTo>
                  <a:lnTo>
                    <a:pt x="1416040" y="1514264"/>
                  </a:lnTo>
                  <a:lnTo>
                    <a:pt x="1416039" y="1514258"/>
                  </a:lnTo>
                  <a:lnTo>
                    <a:pt x="1416036" y="1514252"/>
                  </a:lnTo>
                  <a:lnTo>
                    <a:pt x="1416031" y="1514243"/>
                  </a:lnTo>
                  <a:lnTo>
                    <a:pt x="1416030" y="1514234"/>
                  </a:lnTo>
                  <a:lnTo>
                    <a:pt x="1416029" y="1514227"/>
                  </a:lnTo>
                  <a:lnTo>
                    <a:pt x="1416035" y="1514210"/>
                  </a:lnTo>
                  <a:lnTo>
                    <a:pt x="1416043" y="1514191"/>
                  </a:lnTo>
                  <a:lnTo>
                    <a:pt x="1416048" y="1514183"/>
                  </a:lnTo>
                  <a:lnTo>
                    <a:pt x="1416053" y="1514177"/>
                  </a:lnTo>
                  <a:lnTo>
                    <a:pt x="1416055" y="1514170"/>
                  </a:lnTo>
                  <a:lnTo>
                    <a:pt x="1416055" y="1514162"/>
                  </a:lnTo>
                  <a:lnTo>
                    <a:pt x="1416057" y="1514156"/>
                  </a:lnTo>
                  <a:lnTo>
                    <a:pt x="1416065" y="1514141"/>
                  </a:lnTo>
                  <a:lnTo>
                    <a:pt x="1416072" y="1514128"/>
                  </a:lnTo>
                  <a:lnTo>
                    <a:pt x="1416077" y="1514120"/>
                  </a:lnTo>
                  <a:lnTo>
                    <a:pt x="1416085" y="1514108"/>
                  </a:lnTo>
                  <a:lnTo>
                    <a:pt x="1416095" y="1514099"/>
                  </a:lnTo>
                  <a:lnTo>
                    <a:pt x="1416105" y="1514088"/>
                  </a:lnTo>
                  <a:lnTo>
                    <a:pt x="1416112" y="1514073"/>
                  </a:lnTo>
                  <a:lnTo>
                    <a:pt x="1416118" y="1514057"/>
                  </a:lnTo>
                  <a:lnTo>
                    <a:pt x="1416120" y="1514049"/>
                  </a:lnTo>
                  <a:lnTo>
                    <a:pt x="1416113" y="1514000"/>
                  </a:lnTo>
                  <a:lnTo>
                    <a:pt x="1416124" y="1514005"/>
                  </a:lnTo>
                  <a:lnTo>
                    <a:pt x="1416126" y="1513998"/>
                  </a:lnTo>
                  <a:lnTo>
                    <a:pt x="1416128" y="1513992"/>
                  </a:lnTo>
                  <a:lnTo>
                    <a:pt x="1416134" y="1513985"/>
                  </a:lnTo>
                  <a:lnTo>
                    <a:pt x="1416145" y="1513969"/>
                  </a:lnTo>
                  <a:lnTo>
                    <a:pt x="1416150" y="1513960"/>
                  </a:lnTo>
                  <a:lnTo>
                    <a:pt x="1416125" y="1513968"/>
                  </a:lnTo>
                  <a:lnTo>
                    <a:pt x="1416104" y="1513974"/>
                  </a:lnTo>
                  <a:lnTo>
                    <a:pt x="1416099" y="1513967"/>
                  </a:lnTo>
                  <a:lnTo>
                    <a:pt x="1416093" y="1513961"/>
                  </a:lnTo>
                  <a:lnTo>
                    <a:pt x="1416085" y="1513955"/>
                  </a:lnTo>
                  <a:lnTo>
                    <a:pt x="1416076" y="1513951"/>
                  </a:lnTo>
                  <a:lnTo>
                    <a:pt x="1416065" y="1513947"/>
                  </a:lnTo>
                  <a:lnTo>
                    <a:pt x="1416056" y="1513942"/>
                  </a:lnTo>
                  <a:lnTo>
                    <a:pt x="1416037" y="1513932"/>
                  </a:lnTo>
                  <a:lnTo>
                    <a:pt x="1415972" y="1513890"/>
                  </a:lnTo>
                  <a:lnTo>
                    <a:pt x="1415963" y="1513887"/>
                  </a:lnTo>
                  <a:lnTo>
                    <a:pt x="1415954" y="1513886"/>
                  </a:lnTo>
                  <a:lnTo>
                    <a:pt x="1415941" y="1513886"/>
                  </a:lnTo>
                  <a:lnTo>
                    <a:pt x="1415928" y="1513887"/>
                  </a:lnTo>
                  <a:lnTo>
                    <a:pt x="1415914" y="1513890"/>
                  </a:lnTo>
                  <a:lnTo>
                    <a:pt x="1415900" y="1513890"/>
                  </a:lnTo>
                  <a:lnTo>
                    <a:pt x="1415895" y="1513887"/>
                  </a:lnTo>
                  <a:lnTo>
                    <a:pt x="1415887" y="1513879"/>
                  </a:lnTo>
                  <a:lnTo>
                    <a:pt x="1415882" y="1513871"/>
                  </a:lnTo>
                  <a:lnTo>
                    <a:pt x="1415877" y="1513863"/>
                  </a:lnTo>
                  <a:lnTo>
                    <a:pt x="1415870" y="1513859"/>
                  </a:lnTo>
                  <a:lnTo>
                    <a:pt x="1415855" y="1513854"/>
                  </a:lnTo>
                  <a:lnTo>
                    <a:pt x="1415843" y="1513849"/>
                  </a:lnTo>
                  <a:lnTo>
                    <a:pt x="1415836" y="1513845"/>
                  </a:lnTo>
                  <a:lnTo>
                    <a:pt x="1415830" y="1513832"/>
                  </a:lnTo>
                  <a:lnTo>
                    <a:pt x="1415821" y="1513811"/>
                  </a:lnTo>
                  <a:lnTo>
                    <a:pt x="1415816" y="1513797"/>
                  </a:lnTo>
                  <a:lnTo>
                    <a:pt x="1415815" y="1513785"/>
                  </a:lnTo>
                  <a:lnTo>
                    <a:pt x="1415810" y="1513778"/>
                  </a:lnTo>
                  <a:lnTo>
                    <a:pt x="1415801" y="1513772"/>
                  </a:lnTo>
                  <a:lnTo>
                    <a:pt x="1415793" y="1513766"/>
                  </a:lnTo>
                  <a:lnTo>
                    <a:pt x="1415783" y="1513762"/>
                  </a:lnTo>
                  <a:lnTo>
                    <a:pt x="1415775" y="1513756"/>
                  </a:lnTo>
                  <a:lnTo>
                    <a:pt x="1415769" y="1513753"/>
                  </a:lnTo>
                  <a:lnTo>
                    <a:pt x="1415758" y="1513754"/>
                  </a:lnTo>
                  <a:lnTo>
                    <a:pt x="1415752" y="1513753"/>
                  </a:lnTo>
                  <a:lnTo>
                    <a:pt x="1415746" y="1513749"/>
                  </a:lnTo>
                  <a:lnTo>
                    <a:pt x="1415738" y="1513740"/>
                  </a:lnTo>
                  <a:lnTo>
                    <a:pt x="1415728" y="1513732"/>
                  </a:lnTo>
                  <a:lnTo>
                    <a:pt x="1415717" y="1513723"/>
                  </a:lnTo>
                  <a:lnTo>
                    <a:pt x="1415699" y="1513709"/>
                  </a:lnTo>
                  <a:lnTo>
                    <a:pt x="1415685" y="1513697"/>
                  </a:lnTo>
                  <a:lnTo>
                    <a:pt x="1415674" y="1513689"/>
                  </a:lnTo>
                  <a:lnTo>
                    <a:pt x="1415667" y="1513688"/>
                  </a:lnTo>
                  <a:lnTo>
                    <a:pt x="1415658" y="1513689"/>
                  </a:lnTo>
                  <a:lnTo>
                    <a:pt x="1415641" y="1513691"/>
                  </a:lnTo>
                  <a:lnTo>
                    <a:pt x="1415619" y="1513694"/>
                  </a:lnTo>
                  <a:lnTo>
                    <a:pt x="1415607" y="1513695"/>
                  </a:lnTo>
                  <a:lnTo>
                    <a:pt x="1415593" y="1513697"/>
                  </a:lnTo>
                  <a:lnTo>
                    <a:pt x="1415582" y="1513701"/>
                  </a:lnTo>
                  <a:lnTo>
                    <a:pt x="1415575" y="1513704"/>
                  </a:lnTo>
                  <a:lnTo>
                    <a:pt x="1415564" y="1513714"/>
                  </a:lnTo>
                  <a:lnTo>
                    <a:pt x="1415555" y="1513720"/>
                  </a:lnTo>
                  <a:lnTo>
                    <a:pt x="1415551" y="1513723"/>
                  </a:lnTo>
                  <a:lnTo>
                    <a:pt x="1415542" y="1513725"/>
                  </a:lnTo>
                  <a:lnTo>
                    <a:pt x="1415538" y="1513720"/>
                  </a:lnTo>
                  <a:lnTo>
                    <a:pt x="1415536" y="1513715"/>
                  </a:lnTo>
                  <a:lnTo>
                    <a:pt x="1415533" y="1513706"/>
                  </a:lnTo>
                  <a:lnTo>
                    <a:pt x="1415528" y="1513701"/>
                  </a:lnTo>
                  <a:lnTo>
                    <a:pt x="1415512" y="1513697"/>
                  </a:lnTo>
                  <a:lnTo>
                    <a:pt x="1415494" y="1513693"/>
                  </a:lnTo>
                  <a:lnTo>
                    <a:pt x="1415476" y="1513690"/>
                  </a:lnTo>
                  <a:lnTo>
                    <a:pt x="1415460" y="1513687"/>
                  </a:lnTo>
                  <a:lnTo>
                    <a:pt x="1415451" y="1513687"/>
                  </a:lnTo>
                  <a:lnTo>
                    <a:pt x="1415446" y="1513685"/>
                  </a:lnTo>
                  <a:lnTo>
                    <a:pt x="1415441" y="1513682"/>
                  </a:lnTo>
                  <a:lnTo>
                    <a:pt x="1415407" y="1513709"/>
                  </a:lnTo>
                  <a:lnTo>
                    <a:pt x="1415360" y="1513747"/>
                  </a:lnTo>
                  <a:lnTo>
                    <a:pt x="1415288" y="1513765"/>
                  </a:lnTo>
                  <a:lnTo>
                    <a:pt x="1415097" y="1513692"/>
                  </a:lnTo>
                  <a:lnTo>
                    <a:pt x="1415005" y="1513802"/>
                  </a:lnTo>
                  <a:lnTo>
                    <a:pt x="1414924" y="1513796"/>
                  </a:lnTo>
                  <a:lnTo>
                    <a:pt x="1414919" y="1513795"/>
                  </a:lnTo>
                  <a:lnTo>
                    <a:pt x="1414914" y="1513794"/>
                  </a:lnTo>
                  <a:lnTo>
                    <a:pt x="1414909" y="1513795"/>
                  </a:lnTo>
                  <a:lnTo>
                    <a:pt x="1414903" y="1513797"/>
                  </a:lnTo>
                  <a:lnTo>
                    <a:pt x="1414897" y="1513801"/>
                  </a:lnTo>
                  <a:lnTo>
                    <a:pt x="1414894" y="1513807"/>
                  </a:lnTo>
                  <a:lnTo>
                    <a:pt x="1414890" y="1513811"/>
                  </a:lnTo>
                  <a:lnTo>
                    <a:pt x="1414885" y="1513813"/>
                  </a:lnTo>
                  <a:lnTo>
                    <a:pt x="1414871" y="1513820"/>
                  </a:lnTo>
                  <a:lnTo>
                    <a:pt x="1414849" y="1513829"/>
                  </a:lnTo>
                  <a:lnTo>
                    <a:pt x="1414842" y="1513832"/>
                  </a:lnTo>
                  <a:lnTo>
                    <a:pt x="1414838" y="1513835"/>
                  </a:lnTo>
                  <a:lnTo>
                    <a:pt x="1414835" y="1513840"/>
                  </a:lnTo>
                  <a:lnTo>
                    <a:pt x="1414832" y="1513844"/>
                  </a:lnTo>
                  <a:lnTo>
                    <a:pt x="1414825" y="1513852"/>
                  </a:lnTo>
                  <a:lnTo>
                    <a:pt x="1414820" y="1513854"/>
                  </a:lnTo>
                  <a:lnTo>
                    <a:pt x="1414809" y="1513854"/>
                  </a:lnTo>
                  <a:lnTo>
                    <a:pt x="1414801" y="1513854"/>
                  </a:lnTo>
                  <a:lnTo>
                    <a:pt x="1414792" y="1513853"/>
                  </a:lnTo>
                  <a:lnTo>
                    <a:pt x="1414786" y="1513852"/>
                  </a:lnTo>
                  <a:lnTo>
                    <a:pt x="1414779" y="1513851"/>
                  </a:lnTo>
                  <a:lnTo>
                    <a:pt x="1414772" y="1513850"/>
                  </a:lnTo>
                  <a:lnTo>
                    <a:pt x="1414765" y="1513852"/>
                  </a:lnTo>
                  <a:lnTo>
                    <a:pt x="1414761" y="1513856"/>
                  </a:lnTo>
                  <a:lnTo>
                    <a:pt x="1414746" y="1513865"/>
                  </a:lnTo>
                  <a:lnTo>
                    <a:pt x="1414733" y="1513869"/>
                  </a:lnTo>
                  <a:lnTo>
                    <a:pt x="1414722" y="1513871"/>
                  </a:lnTo>
                  <a:lnTo>
                    <a:pt x="1414715" y="1513873"/>
                  </a:lnTo>
                  <a:lnTo>
                    <a:pt x="1414708" y="1513877"/>
                  </a:lnTo>
                  <a:lnTo>
                    <a:pt x="1414704" y="1513882"/>
                  </a:lnTo>
                  <a:lnTo>
                    <a:pt x="1414700" y="1513887"/>
                  </a:lnTo>
                  <a:lnTo>
                    <a:pt x="1414692" y="1513891"/>
                  </a:lnTo>
                  <a:lnTo>
                    <a:pt x="1414687" y="1513893"/>
                  </a:lnTo>
                  <a:lnTo>
                    <a:pt x="1414679" y="1513898"/>
                  </a:lnTo>
                  <a:lnTo>
                    <a:pt x="1414673" y="1513902"/>
                  </a:lnTo>
                  <a:lnTo>
                    <a:pt x="1414669" y="1513907"/>
                  </a:lnTo>
                  <a:lnTo>
                    <a:pt x="1414666" y="1513912"/>
                  </a:lnTo>
                  <a:lnTo>
                    <a:pt x="1414663" y="1513919"/>
                  </a:lnTo>
                  <a:lnTo>
                    <a:pt x="1414660" y="1513924"/>
                  </a:lnTo>
                  <a:lnTo>
                    <a:pt x="1414657" y="1513927"/>
                  </a:lnTo>
                  <a:lnTo>
                    <a:pt x="1414652" y="1513931"/>
                  </a:lnTo>
                  <a:lnTo>
                    <a:pt x="1414644" y="1513937"/>
                  </a:lnTo>
                  <a:lnTo>
                    <a:pt x="1414638" y="1513941"/>
                  </a:lnTo>
                  <a:lnTo>
                    <a:pt x="1414634" y="1513944"/>
                  </a:lnTo>
                  <a:lnTo>
                    <a:pt x="1414623" y="1513943"/>
                  </a:lnTo>
                  <a:lnTo>
                    <a:pt x="1414612" y="1513944"/>
                  </a:lnTo>
                  <a:lnTo>
                    <a:pt x="1414603" y="1513946"/>
                  </a:lnTo>
                  <a:lnTo>
                    <a:pt x="1414577" y="1513952"/>
                  </a:lnTo>
                  <a:lnTo>
                    <a:pt x="1414560" y="1513956"/>
                  </a:lnTo>
                  <a:lnTo>
                    <a:pt x="1414551" y="1513958"/>
                  </a:lnTo>
                  <a:lnTo>
                    <a:pt x="1414545" y="1513961"/>
                  </a:lnTo>
                  <a:lnTo>
                    <a:pt x="1414539" y="1513964"/>
                  </a:lnTo>
                  <a:lnTo>
                    <a:pt x="1414533" y="1513969"/>
                  </a:lnTo>
                  <a:lnTo>
                    <a:pt x="1414525" y="1513977"/>
                  </a:lnTo>
                  <a:lnTo>
                    <a:pt x="1414517" y="1513985"/>
                  </a:lnTo>
                  <a:lnTo>
                    <a:pt x="1414514" y="1513988"/>
                  </a:lnTo>
                  <a:lnTo>
                    <a:pt x="1414503" y="1513998"/>
                  </a:lnTo>
                  <a:lnTo>
                    <a:pt x="1414489" y="1514005"/>
                  </a:lnTo>
                  <a:lnTo>
                    <a:pt x="1414481" y="1514009"/>
                  </a:lnTo>
                  <a:lnTo>
                    <a:pt x="1414469" y="1514014"/>
                  </a:lnTo>
                  <a:lnTo>
                    <a:pt x="1414464" y="1514015"/>
                  </a:lnTo>
                  <a:lnTo>
                    <a:pt x="1414452" y="1514018"/>
                  </a:lnTo>
                  <a:lnTo>
                    <a:pt x="1414441" y="1514018"/>
                  </a:lnTo>
                  <a:lnTo>
                    <a:pt x="1414430" y="1514015"/>
                  </a:lnTo>
                  <a:lnTo>
                    <a:pt x="1414395" y="1514007"/>
                  </a:lnTo>
                  <a:lnTo>
                    <a:pt x="1414376" y="1513998"/>
                  </a:lnTo>
                  <a:lnTo>
                    <a:pt x="1414371" y="1513995"/>
                  </a:lnTo>
                  <a:lnTo>
                    <a:pt x="1414359" y="1513984"/>
                  </a:lnTo>
                  <a:lnTo>
                    <a:pt x="1414345" y="1513973"/>
                  </a:lnTo>
                  <a:lnTo>
                    <a:pt x="1414332" y="1513967"/>
                  </a:lnTo>
                  <a:lnTo>
                    <a:pt x="1414323" y="1513961"/>
                  </a:lnTo>
                  <a:lnTo>
                    <a:pt x="1414316" y="1513955"/>
                  </a:lnTo>
                  <a:lnTo>
                    <a:pt x="1414313" y="1513951"/>
                  </a:lnTo>
                  <a:lnTo>
                    <a:pt x="1414313" y="1513941"/>
                  </a:lnTo>
                  <a:lnTo>
                    <a:pt x="1414320" y="1513924"/>
                  </a:lnTo>
                  <a:lnTo>
                    <a:pt x="1414325" y="1513912"/>
                  </a:lnTo>
                  <a:lnTo>
                    <a:pt x="1414330" y="1513900"/>
                  </a:lnTo>
                  <a:lnTo>
                    <a:pt x="1414333" y="1513890"/>
                  </a:lnTo>
                  <a:lnTo>
                    <a:pt x="1414334" y="1513880"/>
                  </a:lnTo>
                  <a:lnTo>
                    <a:pt x="1414333" y="1513871"/>
                  </a:lnTo>
                  <a:lnTo>
                    <a:pt x="1414330" y="1513859"/>
                  </a:lnTo>
                  <a:lnTo>
                    <a:pt x="1414325" y="1513845"/>
                  </a:lnTo>
                  <a:lnTo>
                    <a:pt x="1414320" y="1513832"/>
                  </a:lnTo>
                  <a:lnTo>
                    <a:pt x="1414314" y="1513823"/>
                  </a:lnTo>
                  <a:lnTo>
                    <a:pt x="1414303" y="1513813"/>
                  </a:lnTo>
                  <a:lnTo>
                    <a:pt x="1414292" y="1513804"/>
                  </a:lnTo>
                  <a:lnTo>
                    <a:pt x="1414284" y="1513800"/>
                  </a:lnTo>
                  <a:lnTo>
                    <a:pt x="1414273" y="1513796"/>
                  </a:lnTo>
                  <a:lnTo>
                    <a:pt x="1414265" y="1513791"/>
                  </a:lnTo>
                  <a:lnTo>
                    <a:pt x="1414258" y="1513782"/>
                  </a:lnTo>
                  <a:lnTo>
                    <a:pt x="1414251" y="1513771"/>
                  </a:lnTo>
                  <a:lnTo>
                    <a:pt x="1414241" y="1513754"/>
                  </a:lnTo>
                  <a:lnTo>
                    <a:pt x="1414234" y="1513746"/>
                  </a:lnTo>
                  <a:lnTo>
                    <a:pt x="1414227" y="1513740"/>
                  </a:lnTo>
                  <a:lnTo>
                    <a:pt x="1414216" y="1513729"/>
                  </a:lnTo>
                  <a:lnTo>
                    <a:pt x="1414207" y="1513717"/>
                  </a:lnTo>
                  <a:lnTo>
                    <a:pt x="1414202" y="1513709"/>
                  </a:lnTo>
                  <a:lnTo>
                    <a:pt x="1414200" y="1513699"/>
                  </a:lnTo>
                  <a:lnTo>
                    <a:pt x="1414201" y="1513689"/>
                  </a:lnTo>
                  <a:lnTo>
                    <a:pt x="1414207" y="1513675"/>
                  </a:lnTo>
                  <a:lnTo>
                    <a:pt x="1414197" y="1513677"/>
                  </a:lnTo>
                  <a:lnTo>
                    <a:pt x="1414185" y="1513677"/>
                  </a:lnTo>
                  <a:lnTo>
                    <a:pt x="1414175" y="1513676"/>
                  </a:lnTo>
                  <a:lnTo>
                    <a:pt x="1414164" y="1513673"/>
                  </a:lnTo>
                  <a:lnTo>
                    <a:pt x="1414153" y="1513669"/>
                  </a:lnTo>
                  <a:lnTo>
                    <a:pt x="1414146" y="1513663"/>
                  </a:lnTo>
                  <a:lnTo>
                    <a:pt x="1414140" y="1513654"/>
                  </a:lnTo>
                  <a:lnTo>
                    <a:pt x="1414137" y="1513649"/>
                  </a:lnTo>
                  <a:lnTo>
                    <a:pt x="1414132" y="1513651"/>
                  </a:lnTo>
                  <a:lnTo>
                    <a:pt x="1414122" y="1513658"/>
                  </a:lnTo>
                  <a:lnTo>
                    <a:pt x="1414114" y="1513666"/>
                  </a:lnTo>
                  <a:lnTo>
                    <a:pt x="1414106" y="1513679"/>
                  </a:lnTo>
                  <a:lnTo>
                    <a:pt x="1414096" y="1513696"/>
                  </a:lnTo>
                  <a:lnTo>
                    <a:pt x="1414088" y="1513711"/>
                  </a:lnTo>
                  <a:lnTo>
                    <a:pt x="1414078" y="1513726"/>
                  </a:lnTo>
                  <a:lnTo>
                    <a:pt x="1414070" y="1513734"/>
                  </a:lnTo>
                  <a:lnTo>
                    <a:pt x="1414064" y="1513742"/>
                  </a:lnTo>
                  <a:lnTo>
                    <a:pt x="1414059" y="1513749"/>
                  </a:lnTo>
                  <a:lnTo>
                    <a:pt x="1414054" y="1513752"/>
                  </a:lnTo>
                  <a:lnTo>
                    <a:pt x="1414042" y="1513755"/>
                  </a:lnTo>
                  <a:lnTo>
                    <a:pt x="1414034" y="1513755"/>
                  </a:lnTo>
                  <a:lnTo>
                    <a:pt x="1414026" y="1513756"/>
                  </a:lnTo>
                  <a:lnTo>
                    <a:pt x="1413895" y="1513748"/>
                  </a:lnTo>
                  <a:lnTo>
                    <a:pt x="1413884" y="1513748"/>
                  </a:lnTo>
                  <a:lnTo>
                    <a:pt x="1413875" y="1513747"/>
                  </a:lnTo>
                  <a:lnTo>
                    <a:pt x="1413866" y="1513746"/>
                  </a:lnTo>
                  <a:lnTo>
                    <a:pt x="1413852" y="1513745"/>
                  </a:lnTo>
                  <a:lnTo>
                    <a:pt x="1413841" y="1513744"/>
                  </a:lnTo>
                  <a:lnTo>
                    <a:pt x="1413831" y="1513743"/>
                  </a:lnTo>
                  <a:lnTo>
                    <a:pt x="1413822" y="1513741"/>
                  </a:lnTo>
                  <a:lnTo>
                    <a:pt x="1413815" y="1513739"/>
                  </a:lnTo>
                  <a:lnTo>
                    <a:pt x="1413813" y="1513744"/>
                  </a:lnTo>
                  <a:lnTo>
                    <a:pt x="1413810" y="1513751"/>
                  </a:lnTo>
                  <a:lnTo>
                    <a:pt x="1413808" y="1513758"/>
                  </a:lnTo>
                  <a:lnTo>
                    <a:pt x="1413805" y="1513766"/>
                  </a:lnTo>
                  <a:lnTo>
                    <a:pt x="1413803" y="1513774"/>
                  </a:lnTo>
                  <a:lnTo>
                    <a:pt x="1413802" y="1513784"/>
                  </a:lnTo>
                  <a:lnTo>
                    <a:pt x="1413798" y="1513788"/>
                  </a:lnTo>
                  <a:lnTo>
                    <a:pt x="1413793" y="1513791"/>
                  </a:lnTo>
                  <a:lnTo>
                    <a:pt x="1413785" y="1513792"/>
                  </a:lnTo>
                  <a:lnTo>
                    <a:pt x="1413778" y="1513793"/>
                  </a:lnTo>
                  <a:lnTo>
                    <a:pt x="1413772" y="1513794"/>
                  </a:lnTo>
                  <a:lnTo>
                    <a:pt x="1413743" y="1513795"/>
                  </a:lnTo>
                  <a:lnTo>
                    <a:pt x="1413723" y="1513800"/>
                  </a:lnTo>
                  <a:lnTo>
                    <a:pt x="1413718" y="1513798"/>
                  </a:lnTo>
                  <a:lnTo>
                    <a:pt x="1413710" y="1513794"/>
                  </a:lnTo>
                  <a:lnTo>
                    <a:pt x="1413698" y="1513788"/>
                  </a:lnTo>
                  <a:lnTo>
                    <a:pt x="1413684" y="1513781"/>
                  </a:lnTo>
                  <a:lnTo>
                    <a:pt x="1413676" y="1513775"/>
                  </a:lnTo>
                  <a:lnTo>
                    <a:pt x="1413668" y="1513767"/>
                  </a:lnTo>
                  <a:lnTo>
                    <a:pt x="1413664" y="1513763"/>
                  </a:lnTo>
                  <a:lnTo>
                    <a:pt x="1413656" y="1513758"/>
                  </a:lnTo>
                  <a:lnTo>
                    <a:pt x="1413648" y="1513754"/>
                  </a:lnTo>
                  <a:lnTo>
                    <a:pt x="1413638" y="1513748"/>
                  </a:lnTo>
                  <a:lnTo>
                    <a:pt x="1413630" y="1513743"/>
                  </a:lnTo>
                  <a:lnTo>
                    <a:pt x="1413620" y="1513738"/>
                  </a:lnTo>
                  <a:lnTo>
                    <a:pt x="1413615" y="1513737"/>
                  </a:lnTo>
                  <a:lnTo>
                    <a:pt x="1413605" y="1513738"/>
                  </a:lnTo>
                  <a:lnTo>
                    <a:pt x="1413599" y="1513739"/>
                  </a:lnTo>
                  <a:lnTo>
                    <a:pt x="1413594" y="1513742"/>
                  </a:lnTo>
                  <a:lnTo>
                    <a:pt x="1413588" y="1513746"/>
                  </a:lnTo>
                  <a:lnTo>
                    <a:pt x="1413582" y="1513750"/>
                  </a:lnTo>
                  <a:lnTo>
                    <a:pt x="1413577" y="1513755"/>
                  </a:lnTo>
                  <a:lnTo>
                    <a:pt x="1413569" y="1513761"/>
                  </a:lnTo>
                  <a:lnTo>
                    <a:pt x="1413559" y="1513765"/>
                  </a:lnTo>
                  <a:lnTo>
                    <a:pt x="1413553" y="1513767"/>
                  </a:lnTo>
                  <a:lnTo>
                    <a:pt x="1413548" y="1513768"/>
                  </a:lnTo>
                  <a:lnTo>
                    <a:pt x="1413540" y="1513767"/>
                  </a:lnTo>
                  <a:lnTo>
                    <a:pt x="1413526" y="1513763"/>
                  </a:lnTo>
                  <a:lnTo>
                    <a:pt x="1413515" y="1513758"/>
                  </a:lnTo>
                  <a:lnTo>
                    <a:pt x="1413504" y="1513754"/>
                  </a:lnTo>
                  <a:lnTo>
                    <a:pt x="1413493" y="1513750"/>
                  </a:lnTo>
                  <a:lnTo>
                    <a:pt x="1413484" y="1513747"/>
                  </a:lnTo>
                  <a:lnTo>
                    <a:pt x="1413478" y="1513742"/>
                  </a:lnTo>
                  <a:lnTo>
                    <a:pt x="1413472" y="1513736"/>
                  </a:lnTo>
                  <a:lnTo>
                    <a:pt x="1413468" y="1513731"/>
                  </a:lnTo>
                  <a:lnTo>
                    <a:pt x="1413464" y="1513726"/>
                  </a:lnTo>
                  <a:lnTo>
                    <a:pt x="1413459" y="1513720"/>
                  </a:lnTo>
                  <a:lnTo>
                    <a:pt x="1413455" y="1513716"/>
                  </a:lnTo>
                  <a:lnTo>
                    <a:pt x="1413451" y="1513712"/>
                  </a:lnTo>
                  <a:lnTo>
                    <a:pt x="1413446" y="1513709"/>
                  </a:lnTo>
                  <a:lnTo>
                    <a:pt x="1413440" y="1513706"/>
                  </a:lnTo>
                  <a:lnTo>
                    <a:pt x="1413429" y="1513701"/>
                  </a:lnTo>
                  <a:lnTo>
                    <a:pt x="1413419" y="1513695"/>
                  </a:lnTo>
                  <a:lnTo>
                    <a:pt x="1413409" y="1513691"/>
                  </a:lnTo>
                  <a:lnTo>
                    <a:pt x="1413404" y="1513689"/>
                  </a:lnTo>
                  <a:lnTo>
                    <a:pt x="1413398" y="1513688"/>
                  </a:lnTo>
                  <a:lnTo>
                    <a:pt x="1413393" y="1513688"/>
                  </a:lnTo>
                  <a:lnTo>
                    <a:pt x="1413388" y="1513690"/>
                  </a:lnTo>
                  <a:lnTo>
                    <a:pt x="1413380" y="1513692"/>
                  </a:lnTo>
                  <a:lnTo>
                    <a:pt x="1413374" y="1513692"/>
                  </a:lnTo>
                  <a:lnTo>
                    <a:pt x="1413368" y="1513689"/>
                  </a:lnTo>
                  <a:lnTo>
                    <a:pt x="1413364" y="1513685"/>
                  </a:lnTo>
                  <a:lnTo>
                    <a:pt x="1413360" y="1513680"/>
                  </a:lnTo>
                  <a:lnTo>
                    <a:pt x="1413358" y="1513675"/>
                  </a:lnTo>
                  <a:lnTo>
                    <a:pt x="1413353" y="1513669"/>
                  </a:lnTo>
                  <a:lnTo>
                    <a:pt x="1413349" y="1513662"/>
                  </a:lnTo>
                  <a:lnTo>
                    <a:pt x="1413345" y="1513656"/>
                  </a:lnTo>
                  <a:lnTo>
                    <a:pt x="1413340" y="1513648"/>
                  </a:lnTo>
                  <a:lnTo>
                    <a:pt x="1413337" y="1513640"/>
                  </a:lnTo>
                  <a:lnTo>
                    <a:pt x="1413335" y="1513635"/>
                  </a:lnTo>
                  <a:lnTo>
                    <a:pt x="1413334" y="1513629"/>
                  </a:lnTo>
                  <a:lnTo>
                    <a:pt x="1413327" y="1513632"/>
                  </a:lnTo>
                  <a:lnTo>
                    <a:pt x="1413320" y="1513635"/>
                  </a:lnTo>
                  <a:lnTo>
                    <a:pt x="1413313" y="1513638"/>
                  </a:lnTo>
                  <a:lnTo>
                    <a:pt x="1413308" y="1513638"/>
                  </a:lnTo>
                  <a:lnTo>
                    <a:pt x="1413301" y="1513638"/>
                  </a:lnTo>
                  <a:lnTo>
                    <a:pt x="1413294" y="1513637"/>
                  </a:lnTo>
                  <a:lnTo>
                    <a:pt x="1413289" y="1513636"/>
                  </a:lnTo>
                  <a:lnTo>
                    <a:pt x="1413283" y="1513634"/>
                  </a:lnTo>
                  <a:lnTo>
                    <a:pt x="1413278" y="1513632"/>
                  </a:lnTo>
                  <a:lnTo>
                    <a:pt x="1413268" y="1513628"/>
                  </a:lnTo>
                  <a:lnTo>
                    <a:pt x="1413260" y="1513624"/>
                  </a:lnTo>
                  <a:lnTo>
                    <a:pt x="1413253" y="1513621"/>
                  </a:lnTo>
                  <a:lnTo>
                    <a:pt x="1413241" y="1513611"/>
                  </a:lnTo>
                  <a:lnTo>
                    <a:pt x="1413231" y="1513604"/>
                  </a:lnTo>
                  <a:lnTo>
                    <a:pt x="1413222" y="1513597"/>
                  </a:lnTo>
                  <a:lnTo>
                    <a:pt x="1413213" y="1513589"/>
                  </a:lnTo>
                  <a:lnTo>
                    <a:pt x="1413205" y="1513579"/>
                  </a:lnTo>
                  <a:lnTo>
                    <a:pt x="1413199" y="1513572"/>
                  </a:lnTo>
                  <a:lnTo>
                    <a:pt x="1413193" y="1513568"/>
                  </a:lnTo>
                  <a:lnTo>
                    <a:pt x="1413187" y="1513563"/>
                  </a:lnTo>
                  <a:lnTo>
                    <a:pt x="1413181" y="1513558"/>
                  </a:lnTo>
                  <a:lnTo>
                    <a:pt x="1413178" y="1513552"/>
                  </a:lnTo>
                  <a:lnTo>
                    <a:pt x="1413174" y="1513544"/>
                  </a:lnTo>
                  <a:lnTo>
                    <a:pt x="1413171" y="1513536"/>
                  </a:lnTo>
                  <a:lnTo>
                    <a:pt x="1413168" y="1513524"/>
                  </a:lnTo>
                  <a:lnTo>
                    <a:pt x="1413167" y="1513513"/>
                  </a:lnTo>
                  <a:lnTo>
                    <a:pt x="1413167" y="1513507"/>
                  </a:lnTo>
                  <a:lnTo>
                    <a:pt x="1413155" y="1513513"/>
                  </a:lnTo>
                  <a:lnTo>
                    <a:pt x="1413143" y="1513518"/>
                  </a:lnTo>
                  <a:lnTo>
                    <a:pt x="1413130" y="1513521"/>
                  </a:lnTo>
                  <a:lnTo>
                    <a:pt x="1413118" y="1513524"/>
                  </a:lnTo>
                  <a:lnTo>
                    <a:pt x="1413109" y="1513526"/>
                  </a:lnTo>
                  <a:lnTo>
                    <a:pt x="1413092" y="1513529"/>
                  </a:lnTo>
                  <a:lnTo>
                    <a:pt x="1413082" y="1513532"/>
                  </a:lnTo>
                  <a:lnTo>
                    <a:pt x="1413077" y="1513534"/>
                  </a:lnTo>
                  <a:lnTo>
                    <a:pt x="1413071" y="1513542"/>
                  </a:lnTo>
                  <a:lnTo>
                    <a:pt x="1413065" y="1513552"/>
                  </a:lnTo>
                  <a:lnTo>
                    <a:pt x="1413060" y="1513562"/>
                  </a:lnTo>
                  <a:lnTo>
                    <a:pt x="1413056" y="1513572"/>
                  </a:lnTo>
                  <a:lnTo>
                    <a:pt x="1413051" y="1513601"/>
                  </a:lnTo>
                  <a:lnTo>
                    <a:pt x="1413046" y="1513619"/>
                  </a:lnTo>
                  <a:lnTo>
                    <a:pt x="1413042" y="1513621"/>
                  </a:lnTo>
                  <a:lnTo>
                    <a:pt x="1413035" y="1513623"/>
                  </a:lnTo>
                  <a:lnTo>
                    <a:pt x="1413025" y="1513622"/>
                  </a:lnTo>
                  <a:lnTo>
                    <a:pt x="1413016" y="1513623"/>
                  </a:lnTo>
                  <a:lnTo>
                    <a:pt x="1413012" y="1513626"/>
                  </a:lnTo>
                  <a:lnTo>
                    <a:pt x="1412997" y="1513634"/>
                  </a:lnTo>
                  <a:lnTo>
                    <a:pt x="1412988" y="1513637"/>
                  </a:lnTo>
                  <a:lnTo>
                    <a:pt x="1412971" y="1513644"/>
                  </a:lnTo>
                  <a:lnTo>
                    <a:pt x="1412961" y="1513649"/>
                  </a:lnTo>
                  <a:lnTo>
                    <a:pt x="1412952" y="1513658"/>
                  </a:lnTo>
                  <a:lnTo>
                    <a:pt x="1412945" y="1513665"/>
                  </a:lnTo>
                  <a:lnTo>
                    <a:pt x="1412934" y="1513676"/>
                  </a:lnTo>
                  <a:lnTo>
                    <a:pt x="1412924" y="1513684"/>
                  </a:lnTo>
                  <a:lnTo>
                    <a:pt x="1412919" y="1513685"/>
                  </a:lnTo>
                  <a:lnTo>
                    <a:pt x="1412824" y="1513698"/>
                  </a:lnTo>
                  <a:lnTo>
                    <a:pt x="1412809" y="1513696"/>
                  </a:lnTo>
                  <a:lnTo>
                    <a:pt x="1412790" y="1513693"/>
                  </a:lnTo>
                  <a:lnTo>
                    <a:pt x="1412778" y="1513691"/>
                  </a:lnTo>
                  <a:lnTo>
                    <a:pt x="1412768" y="1513690"/>
                  </a:lnTo>
                  <a:lnTo>
                    <a:pt x="1412759" y="1513690"/>
                  </a:lnTo>
                  <a:lnTo>
                    <a:pt x="1412754" y="1513688"/>
                  </a:lnTo>
                  <a:lnTo>
                    <a:pt x="1412749" y="1513682"/>
                  </a:lnTo>
                  <a:lnTo>
                    <a:pt x="1412744" y="1513671"/>
                  </a:lnTo>
                  <a:lnTo>
                    <a:pt x="1412733" y="1513653"/>
                  </a:lnTo>
                  <a:lnTo>
                    <a:pt x="1412730" y="1513648"/>
                  </a:lnTo>
                  <a:lnTo>
                    <a:pt x="1412724" y="1513645"/>
                  </a:lnTo>
                  <a:lnTo>
                    <a:pt x="1412712" y="1513641"/>
                  </a:lnTo>
                  <a:lnTo>
                    <a:pt x="1412702" y="1513636"/>
                  </a:lnTo>
                  <a:lnTo>
                    <a:pt x="1412697" y="1513630"/>
                  </a:lnTo>
                  <a:lnTo>
                    <a:pt x="1412695" y="1513624"/>
                  </a:lnTo>
                  <a:lnTo>
                    <a:pt x="1412694" y="1513617"/>
                  </a:lnTo>
                  <a:lnTo>
                    <a:pt x="1412691" y="1513602"/>
                  </a:lnTo>
                  <a:lnTo>
                    <a:pt x="1412691" y="1513588"/>
                  </a:lnTo>
                  <a:lnTo>
                    <a:pt x="1412677" y="1513576"/>
                  </a:lnTo>
                  <a:lnTo>
                    <a:pt x="1412668" y="1513566"/>
                  </a:lnTo>
                  <a:lnTo>
                    <a:pt x="1412650" y="1513550"/>
                  </a:lnTo>
                  <a:lnTo>
                    <a:pt x="1412654" y="1513543"/>
                  </a:lnTo>
                  <a:lnTo>
                    <a:pt x="1412661" y="1513527"/>
                  </a:lnTo>
                  <a:lnTo>
                    <a:pt x="1412667" y="1513513"/>
                  </a:lnTo>
                  <a:lnTo>
                    <a:pt x="1412669" y="1513506"/>
                  </a:lnTo>
                  <a:lnTo>
                    <a:pt x="1412668" y="1513501"/>
                  </a:lnTo>
                  <a:lnTo>
                    <a:pt x="1412665" y="1513496"/>
                  </a:lnTo>
                  <a:lnTo>
                    <a:pt x="1412661" y="1513485"/>
                  </a:lnTo>
                  <a:lnTo>
                    <a:pt x="1412656" y="1513469"/>
                  </a:lnTo>
                  <a:lnTo>
                    <a:pt x="1412653" y="1513459"/>
                  </a:lnTo>
                  <a:lnTo>
                    <a:pt x="1412649" y="1513450"/>
                  </a:lnTo>
                  <a:lnTo>
                    <a:pt x="1412648" y="1513442"/>
                  </a:lnTo>
                  <a:lnTo>
                    <a:pt x="1412646" y="1513427"/>
                  </a:lnTo>
                  <a:lnTo>
                    <a:pt x="1412498" y="1513416"/>
                  </a:lnTo>
                  <a:lnTo>
                    <a:pt x="1412498" y="1513427"/>
                  </a:lnTo>
                  <a:lnTo>
                    <a:pt x="1412496" y="1513438"/>
                  </a:lnTo>
                  <a:lnTo>
                    <a:pt x="1412494" y="1513445"/>
                  </a:lnTo>
                  <a:lnTo>
                    <a:pt x="1412448" y="1513501"/>
                  </a:lnTo>
                  <a:lnTo>
                    <a:pt x="1412424" y="1513529"/>
                  </a:lnTo>
                  <a:lnTo>
                    <a:pt x="1412342" y="1513600"/>
                  </a:lnTo>
                  <a:lnTo>
                    <a:pt x="1412151" y="1513479"/>
                  </a:lnTo>
                  <a:lnTo>
                    <a:pt x="1411804" y="1513260"/>
                  </a:lnTo>
                  <a:lnTo>
                    <a:pt x="1411835" y="1513254"/>
                  </a:lnTo>
                  <a:lnTo>
                    <a:pt x="1411853" y="1513251"/>
                  </a:lnTo>
                  <a:lnTo>
                    <a:pt x="1411861" y="1513250"/>
                  </a:lnTo>
                  <a:lnTo>
                    <a:pt x="1411867" y="1513249"/>
                  </a:lnTo>
                  <a:lnTo>
                    <a:pt x="1411875" y="1513246"/>
                  </a:lnTo>
                  <a:lnTo>
                    <a:pt x="1411879" y="1513243"/>
                  </a:lnTo>
                  <a:lnTo>
                    <a:pt x="1411881" y="1513236"/>
                  </a:lnTo>
                  <a:lnTo>
                    <a:pt x="1411879" y="1513227"/>
                  </a:lnTo>
                  <a:lnTo>
                    <a:pt x="1411877" y="1513219"/>
                  </a:lnTo>
                  <a:lnTo>
                    <a:pt x="1411876" y="1513214"/>
                  </a:lnTo>
                  <a:lnTo>
                    <a:pt x="1411876" y="1513208"/>
                  </a:lnTo>
                  <a:lnTo>
                    <a:pt x="1411876" y="1513198"/>
                  </a:lnTo>
                  <a:lnTo>
                    <a:pt x="1411878" y="1513189"/>
                  </a:lnTo>
                  <a:lnTo>
                    <a:pt x="1411884" y="1513183"/>
                  </a:lnTo>
                  <a:lnTo>
                    <a:pt x="1411890" y="1513179"/>
                  </a:lnTo>
                  <a:lnTo>
                    <a:pt x="1411897" y="1513174"/>
                  </a:lnTo>
                  <a:lnTo>
                    <a:pt x="1411894" y="1513166"/>
                  </a:lnTo>
                  <a:lnTo>
                    <a:pt x="1411892" y="1513159"/>
                  </a:lnTo>
                  <a:lnTo>
                    <a:pt x="1411891" y="1513153"/>
                  </a:lnTo>
                  <a:lnTo>
                    <a:pt x="1411892" y="1513146"/>
                  </a:lnTo>
                  <a:lnTo>
                    <a:pt x="1411895" y="1513137"/>
                  </a:lnTo>
                  <a:lnTo>
                    <a:pt x="1411899" y="1513127"/>
                  </a:lnTo>
                  <a:lnTo>
                    <a:pt x="1411901" y="1513120"/>
                  </a:lnTo>
                  <a:lnTo>
                    <a:pt x="1411904" y="1513110"/>
                  </a:lnTo>
                  <a:lnTo>
                    <a:pt x="1411908" y="1513100"/>
                  </a:lnTo>
                  <a:lnTo>
                    <a:pt x="1411911" y="1513094"/>
                  </a:lnTo>
                  <a:lnTo>
                    <a:pt x="1411914" y="1513088"/>
                  </a:lnTo>
                  <a:lnTo>
                    <a:pt x="1411918" y="1513082"/>
                  </a:lnTo>
                  <a:lnTo>
                    <a:pt x="1411922" y="1513076"/>
                  </a:lnTo>
                  <a:lnTo>
                    <a:pt x="1411927" y="1513068"/>
                  </a:lnTo>
                  <a:lnTo>
                    <a:pt x="1411932" y="1513059"/>
                  </a:lnTo>
                  <a:lnTo>
                    <a:pt x="1411936" y="1513052"/>
                  </a:lnTo>
                  <a:lnTo>
                    <a:pt x="1411938" y="1513043"/>
                  </a:lnTo>
                  <a:lnTo>
                    <a:pt x="1411938" y="1513036"/>
                  </a:lnTo>
                  <a:lnTo>
                    <a:pt x="1411936" y="1513027"/>
                  </a:lnTo>
                  <a:lnTo>
                    <a:pt x="1411934" y="1513016"/>
                  </a:lnTo>
                  <a:lnTo>
                    <a:pt x="1411933" y="1513008"/>
                  </a:lnTo>
                  <a:lnTo>
                    <a:pt x="1411931" y="1513000"/>
                  </a:lnTo>
                  <a:lnTo>
                    <a:pt x="1411930" y="1512990"/>
                  </a:lnTo>
                  <a:lnTo>
                    <a:pt x="1411927" y="1512978"/>
                  </a:lnTo>
                  <a:lnTo>
                    <a:pt x="1411926" y="1512966"/>
                  </a:lnTo>
                  <a:lnTo>
                    <a:pt x="1411925" y="1512954"/>
                  </a:lnTo>
                  <a:lnTo>
                    <a:pt x="1411925" y="1512945"/>
                  </a:lnTo>
                  <a:lnTo>
                    <a:pt x="1411926" y="1512938"/>
                  </a:lnTo>
                  <a:lnTo>
                    <a:pt x="1411927" y="1512931"/>
                  </a:lnTo>
                  <a:lnTo>
                    <a:pt x="1411928" y="1512924"/>
                  </a:lnTo>
                  <a:lnTo>
                    <a:pt x="1411928" y="1512917"/>
                  </a:lnTo>
                  <a:lnTo>
                    <a:pt x="1411932" y="1512912"/>
                  </a:lnTo>
                  <a:lnTo>
                    <a:pt x="1411938" y="1512909"/>
                  </a:lnTo>
                  <a:lnTo>
                    <a:pt x="1411942" y="1512907"/>
                  </a:lnTo>
                  <a:lnTo>
                    <a:pt x="1411946" y="1512905"/>
                  </a:lnTo>
                  <a:lnTo>
                    <a:pt x="1411950" y="1512899"/>
                  </a:lnTo>
                  <a:lnTo>
                    <a:pt x="1411947" y="1512883"/>
                  </a:lnTo>
                  <a:lnTo>
                    <a:pt x="1411946" y="1512873"/>
                  </a:lnTo>
                  <a:lnTo>
                    <a:pt x="1411946" y="1512863"/>
                  </a:lnTo>
                  <a:lnTo>
                    <a:pt x="1411949" y="1512854"/>
                  </a:lnTo>
                  <a:lnTo>
                    <a:pt x="1411954" y="1512848"/>
                  </a:lnTo>
                  <a:lnTo>
                    <a:pt x="1411960" y="1512839"/>
                  </a:lnTo>
                  <a:lnTo>
                    <a:pt x="1411967" y="1512830"/>
                  </a:lnTo>
                  <a:lnTo>
                    <a:pt x="1411971" y="1512821"/>
                  </a:lnTo>
                  <a:lnTo>
                    <a:pt x="1411975" y="1512809"/>
                  </a:lnTo>
                  <a:lnTo>
                    <a:pt x="1411977" y="1512799"/>
                  </a:lnTo>
                  <a:lnTo>
                    <a:pt x="1411974" y="1512792"/>
                  </a:lnTo>
                  <a:lnTo>
                    <a:pt x="1411970" y="1512782"/>
                  </a:lnTo>
                  <a:lnTo>
                    <a:pt x="1411966" y="1512770"/>
                  </a:lnTo>
                  <a:lnTo>
                    <a:pt x="1411965" y="1512759"/>
                  </a:lnTo>
                  <a:lnTo>
                    <a:pt x="1411965" y="1512747"/>
                  </a:lnTo>
                  <a:lnTo>
                    <a:pt x="1411966" y="1512728"/>
                  </a:lnTo>
                  <a:lnTo>
                    <a:pt x="1411966" y="1512717"/>
                  </a:lnTo>
                  <a:lnTo>
                    <a:pt x="1411966" y="1512702"/>
                  </a:lnTo>
                  <a:lnTo>
                    <a:pt x="1411962" y="1512688"/>
                  </a:lnTo>
                  <a:lnTo>
                    <a:pt x="1411957" y="1512674"/>
                  </a:lnTo>
                  <a:lnTo>
                    <a:pt x="1411951" y="1512660"/>
                  </a:lnTo>
                  <a:lnTo>
                    <a:pt x="1411947" y="1512646"/>
                  </a:lnTo>
                  <a:lnTo>
                    <a:pt x="1411947" y="1512630"/>
                  </a:lnTo>
                  <a:lnTo>
                    <a:pt x="1411947" y="1512622"/>
                  </a:lnTo>
                  <a:lnTo>
                    <a:pt x="1411950" y="1512597"/>
                  </a:lnTo>
                  <a:lnTo>
                    <a:pt x="1411951" y="1512583"/>
                  </a:lnTo>
                  <a:lnTo>
                    <a:pt x="1411952" y="1512573"/>
                  </a:lnTo>
                  <a:lnTo>
                    <a:pt x="1411954" y="1512564"/>
                  </a:lnTo>
                  <a:lnTo>
                    <a:pt x="1411956" y="1512558"/>
                  </a:lnTo>
                  <a:lnTo>
                    <a:pt x="1411956" y="1512552"/>
                  </a:lnTo>
                  <a:lnTo>
                    <a:pt x="1411955" y="1512545"/>
                  </a:lnTo>
                  <a:lnTo>
                    <a:pt x="1411953" y="1512537"/>
                  </a:lnTo>
                  <a:lnTo>
                    <a:pt x="1411952" y="1512526"/>
                  </a:lnTo>
                  <a:lnTo>
                    <a:pt x="1411949" y="1512512"/>
                  </a:lnTo>
                  <a:lnTo>
                    <a:pt x="1411948" y="1512498"/>
                  </a:lnTo>
                  <a:lnTo>
                    <a:pt x="1412007" y="1512482"/>
                  </a:lnTo>
                  <a:lnTo>
                    <a:pt x="1412012" y="1512477"/>
                  </a:lnTo>
                  <a:lnTo>
                    <a:pt x="1412015" y="1512474"/>
                  </a:lnTo>
                  <a:lnTo>
                    <a:pt x="1412018" y="1512469"/>
                  </a:lnTo>
                  <a:lnTo>
                    <a:pt x="1412020" y="1512461"/>
                  </a:lnTo>
                  <a:lnTo>
                    <a:pt x="1412023" y="1512454"/>
                  </a:lnTo>
                  <a:lnTo>
                    <a:pt x="1412025" y="1512446"/>
                  </a:lnTo>
                  <a:lnTo>
                    <a:pt x="1412027" y="1512436"/>
                  </a:lnTo>
                  <a:lnTo>
                    <a:pt x="1412028" y="1512425"/>
                  </a:lnTo>
                  <a:lnTo>
                    <a:pt x="1412029" y="1512418"/>
                  </a:lnTo>
                  <a:lnTo>
                    <a:pt x="1412034" y="1512412"/>
                  </a:lnTo>
                  <a:lnTo>
                    <a:pt x="1412040" y="1512410"/>
                  </a:lnTo>
                  <a:lnTo>
                    <a:pt x="1412045" y="1512408"/>
                  </a:lnTo>
                  <a:lnTo>
                    <a:pt x="1412050" y="1512405"/>
                  </a:lnTo>
                  <a:lnTo>
                    <a:pt x="1412053" y="1512399"/>
                  </a:lnTo>
                  <a:lnTo>
                    <a:pt x="1412055" y="1512392"/>
                  </a:lnTo>
                  <a:lnTo>
                    <a:pt x="1412058" y="1512388"/>
                  </a:lnTo>
                  <a:lnTo>
                    <a:pt x="1412064" y="1512386"/>
                  </a:lnTo>
                  <a:lnTo>
                    <a:pt x="1412072" y="1512387"/>
                  </a:lnTo>
                  <a:lnTo>
                    <a:pt x="1412092" y="1512388"/>
                  </a:lnTo>
                  <a:lnTo>
                    <a:pt x="1412196" y="1512426"/>
                  </a:lnTo>
                  <a:lnTo>
                    <a:pt x="1412202" y="1512427"/>
                  </a:lnTo>
                  <a:lnTo>
                    <a:pt x="1412209" y="1512430"/>
                  </a:lnTo>
                  <a:lnTo>
                    <a:pt x="1412213" y="1512434"/>
                  </a:lnTo>
                  <a:lnTo>
                    <a:pt x="1412217" y="1512441"/>
                  </a:lnTo>
                  <a:lnTo>
                    <a:pt x="1412222" y="1512447"/>
                  </a:lnTo>
                  <a:lnTo>
                    <a:pt x="1412228" y="1512453"/>
                  </a:lnTo>
                  <a:lnTo>
                    <a:pt x="1412234" y="1512458"/>
                  </a:lnTo>
                  <a:lnTo>
                    <a:pt x="1412244" y="1512464"/>
                  </a:lnTo>
                  <a:lnTo>
                    <a:pt x="1412254" y="1512468"/>
                  </a:lnTo>
                  <a:lnTo>
                    <a:pt x="1412308" y="1512438"/>
                  </a:lnTo>
                  <a:lnTo>
                    <a:pt x="1412321" y="1512410"/>
                  </a:lnTo>
                  <a:lnTo>
                    <a:pt x="1412321" y="1512399"/>
                  </a:lnTo>
                  <a:lnTo>
                    <a:pt x="1412322" y="1512389"/>
                  </a:lnTo>
                  <a:lnTo>
                    <a:pt x="1412323" y="1512379"/>
                  </a:lnTo>
                  <a:lnTo>
                    <a:pt x="1412325" y="1512370"/>
                  </a:lnTo>
                  <a:lnTo>
                    <a:pt x="1412334" y="1512357"/>
                  </a:lnTo>
                  <a:lnTo>
                    <a:pt x="1412339" y="1512350"/>
                  </a:lnTo>
                  <a:lnTo>
                    <a:pt x="1412343" y="1512346"/>
                  </a:lnTo>
                  <a:lnTo>
                    <a:pt x="1412349" y="1512341"/>
                  </a:lnTo>
                  <a:lnTo>
                    <a:pt x="1412356" y="1512334"/>
                  </a:lnTo>
                  <a:lnTo>
                    <a:pt x="1412360" y="1512331"/>
                  </a:lnTo>
                  <a:lnTo>
                    <a:pt x="1412366" y="1512320"/>
                  </a:lnTo>
                  <a:lnTo>
                    <a:pt x="1412368" y="1512313"/>
                  </a:lnTo>
                  <a:lnTo>
                    <a:pt x="1412370" y="1512300"/>
                  </a:lnTo>
                  <a:lnTo>
                    <a:pt x="1412374" y="1512288"/>
                  </a:lnTo>
                  <a:lnTo>
                    <a:pt x="1412381" y="1512269"/>
                  </a:lnTo>
                  <a:lnTo>
                    <a:pt x="1412382" y="1512260"/>
                  </a:lnTo>
                  <a:lnTo>
                    <a:pt x="1412382" y="1512249"/>
                  </a:lnTo>
                  <a:lnTo>
                    <a:pt x="1412395" y="1512246"/>
                  </a:lnTo>
                  <a:lnTo>
                    <a:pt x="1412408" y="1512243"/>
                  </a:lnTo>
                  <a:lnTo>
                    <a:pt x="1412421" y="1512241"/>
                  </a:lnTo>
                  <a:lnTo>
                    <a:pt x="1412440" y="1512236"/>
                  </a:lnTo>
                  <a:lnTo>
                    <a:pt x="1412459" y="1512230"/>
                  </a:lnTo>
                  <a:lnTo>
                    <a:pt x="1412470" y="1512226"/>
                  </a:lnTo>
                  <a:lnTo>
                    <a:pt x="1412478" y="1512223"/>
                  </a:lnTo>
                  <a:lnTo>
                    <a:pt x="1412505" y="1512229"/>
                  </a:lnTo>
                  <a:lnTo>
                    <a:pt x="1412518" y="1512230"/>
                  </a:lnTo>
                  <a:lnTo>
                    <a:pt x="1412527" y="1512228"/>
                  </a:lnTo>
                  <a:lnTo>
                    <a:pt x="1412532" y="1512227"/>
                  </a:lnTo>
                  <a:lnTo>
                    <a:pt x="1412539" y="1512222"/>
                  </a:lnTo>
                  <a:lnTo>
                    <a:pt x="1412550" y="1512215"/>
                  </a:lnTo>
                  <a:lnTo>
                    <a:pt x="1412563" y="1512206"/>
                  </a:lnTo>
                  <a:lnTo>
                    <a:pt x="1412566" y="1512203"/>
                  </a:lnTo>
                  <a:lnTo>
                    <a:pt x="1412573" y="1512198"/>
                  </a:lnTo>
                  <a:lnTo>
                    <a:pt x="1412590" y="1512196"/>
                  </a:lnTo>
                  <a:lnTo>
                    <a:pt x="1412606" y="1512196"/>
                  </a:lnTo>
                  <a:lnTo>
                    <a:pt x="1412615" y="1512200"/>
                  </a:lnTo>
                  <a:lnTo>
                    <a:pt x="1412625" y="1512201"/>
                  </a:lnTo>
                  <a:lnTo>
                    <a:pt x="1412635" y="1512200"/>
                  </a:lnTo>
                  <a:lnTo>
                    <a:pt x="1412642" y="1512195"/>
                  </a:lnTo>
                  <a:lnTo>
                    <a:pt x="1412656" y="1512191"/>
                  </a:lnTo>
                  <a:lnTo>
                    <a:pt x="1412669" y="1512185"/>
                  </a:lnTo>
                  <a:lnTo>
                    <a:pt x="1412676" y="1512184"/>
                  </a:lnTo>
                  <a:lnTo>
                    <a:pt x="1412685" y="1512182"/>
                  </a:lnTo>
                  <a:lnTo>
                    <a:pt x="1412700" y="1512174"/>
                  </a:lnTo>
                  <a:lnTo>
                    <a:pt x="1412720" y="1512157"/>
                  </a:lnTo>
                  <a:lnTo>
                    <a:pt x="1412750" y="1512135"/>
                  </a:lnTo>
                  <a:lnTo>
                    <a:pt x="1412768" y="1512120"/>
                  </a:lnTo>
                  <a:lnTo>
                    <a:pt x="1412778" y="1512109"/>
                  </a:lnTo>
                  <a:lnTo>
                    <a:pt x="1412791" y="1512094"/>
                  </a:lnTo>
                  <a:lnTo>
                    <a:pt x="1412802" y="1512081"/>
                  </a:lnTo>
                  <a:lnTo>
                    <a:pt x="1412809" y="1512068"/>
                  </a:lnTo>
                  <a:lnTo>
                    <a:pt x="1412813" y="1512058"/>
                  </a:lnTo>
                  <a:lnTo>
                    <a:pt x="1412837" y="1512003"/>
                  </a:lnTo>
                  <a:lnTo>
                    <a:pt x="1412852" y="1511983"/>
                  </a:lnTo>
                  <a:lnTo>
                    <a:pt x="1412857" y="1511977"/>
                  </a:lnTo>
                  <a:lnTo>
                    <a:pt x="1412863" y="1511966"/>
                  </a:lnTo>
                  <a:lnTo>
                    <a:pt x="1412867" y="1511955"/>
                  </a:lnTo>
                  <a:lnTo>
                    <a:pt x="1412872" y="1511933"/>
                  </a:lnTo>
                  <a:lnTo>
                    <a:pt x="1412877" y="1511921"/>
                  </a:lnTo>
                  <a:lnTo>
                    <a:pt x="1412882" y="1511915"/>
                  </a:lnTo>
                  <a:lnTo>
                    <a:pt x="1412900" y="1511915"/>
                  </a:lnTo>
                  <a:lnTo>
                    <a:pt x="1412909" y="1511915"/>
                  </a:lnTo>
                  <a:lnTo>
                    <a:pt x="1412920" y="1511914"/>
                  </a:lnTo>
                  <a:lnTo>
                    <a:pt x="1412930" y="1511895"/>
                  </a:lnTo>
                  <a:lnTo>
                    <a:pt x="1412937" y="1511882"/>
                  </a:lnTo>
                  <a:lnTo>
                    <a:pt x="1412939" y="1511873"/>
                  </a:lnTo>
                  <a:lnTo>
                    <a:pt x="1412942" y="1511867"/>
                  </a:lnTo>
                  <a:lnTo>
                    <a:pt x="1412948" y="1511861"/>
                  </a:lnTo>
                  <a:lnTo>
                    <a:pt x="1412956" y="1511859"/>
                  </a:lnTo>
                  <a:lnTo>
                    <a:pt x="1412963" y="1511855"/>
                  </a:lnTo>
                  <a:lnTo>
                    <a:pt x="1412968" y="1511849"/>
                  </a:lnTo>
                  <a:lnTo>
                    <a:pt x="1412969" y="1511840"/>
                  </a:lnTo>
                  <a:lnTo>
                    <a:pt x="1412970" y="1511829"/>
                  </a:lnTo>
                  <a:lnTo>
                    <a:pt x="1412969" y="1511823"/>
                  </a:lnTo>
                  <a:lnTo>
                    <a:pt x="1412965" y="1511819"/>
                  </a:lnTo>
                  <a:lnTo>
                    <a:pt x="1412965" y="1511812"/>
                  </a:lnTo>
                  <a:lnTo>
                    <a:pt x="1412968" y="1511802"/>
                  </a:lnTo>
                  <a:lnTo>
                    <a:pt x="1412969" y="1511793"/>
                  </a:lnTo>
                  <a:lnTo>
                    <a:pt x="1412969" y="1511782"/>
                  </a:lnTo>
                  <a:lnTo>
                    <a:pt x="1412966" y="1511772"/>
                  </a:lnTo>
                  <a:lnTo>
                    <a:pt x="1412964" y="1511764"/>
                  </a:lnTo>
                  <a:lnTo>
                    <a:pt x="1412960" y="1511754"/>
                  </a:lnTo>
                  <a:lnTo>
                    <a:pt x="1412961" y="1511748"/>
                  </a:lnTo>
                  <a:lnTo>
                    <a:pt x="1412963" y="1511741"/>
                  </a:lnTo>
                  <a:lnTo>
                    <a:pt x="1412963" y="1511732"/>
                  </a:lnTo>
                  <a:lnTo>
                    <a:pt x="1412962" y="1511727"/>
                  </a:lnTo>
                  <a:lnTo>
                    <a:pt x="1412958" y="1511720"/>
                  </a:lnTo>
                  <a:lnTo>
                    <a:pt x="1412954" y="1511713"/>
                  </a:lnTo>
                  <a:lnTo>
                    <a:pt x="1412947" y="1511705"/>
                  </a:lnTo>
                  <a:lnTo>
                    <a:pt x="1412940" y="1511696"/>
                  </a:lnTo>
                  <a:lnTo>
                    <a:pt x="1412939" y="1511689"/>
                  </a:lnTo>
                  <a:lnTo>
                    <a:pt x="1412938" y="1511681"/>
                  </a:lnTo>
                  <a:lnTo>
                    <a:pt x="1412939" y="1511673"/>
                  </a:lnTo>
                  <a:lnTo>
                    <a:pt x="1412938" y="1511666"/>
                  </a:lnTo>
                  <a:lnTo>
                    <a:pt x="1412937" y="1511660"/>
                  </a:lnTo>
                  <a:lnTo>
                    <a:pt x="1412935" y="1511655"/>
                  </a:lnTo>
                  <a:lnTo>
                    <a:pt x="1412930" y="1511652"/>
                  </a:lnTo>
                  <a:lnTo>
                    <a:pt x="1412925" y="1511651"/>
                  </a:lnTo>
                  <a:lnTo>
                    <a:pt x="1412919" y="1511652"/>
                  </a:lnTo>
                  <a:lnTo>
                    <a:pt x="1412913" y="1511652"/>
                  </a:lnTo>
                  <a:lnTo>
                    <a:pt x="1412906" y="1511652"/>
                  </a:lnTo>
                  <a:lnTo>
                    <a:pt x="1412897" y="1511652"/>
                  </a:lnTo>
                  <a:lnTo>
                    <a:pt x="1412888" y="1511653"/>
                  </a:lnTo>
                  <a:lnTo>
                    <a:pt x="1412883" y="1511658"/>
                  </a:lnTo>
                  <a:lnTo>
                    <a:pt x="1412876" y="1511666"/>
                  </a:lnTo>
                  <a:lnTo>
                    <a:pt x="1412870" y="1511672"/>
                  </a:lnTo>
                  <a:lnTo>
                    <a:pt x="1412864" y="1511676"/>
                  </a:lnTo>
                  <a:lnTo>
                    <a:pt x="1412858" y="1511679"/>
                  </a:lnTo>
                  <a:lnTo>
                    <a:pt x="1412852" y="1511682"/>
                  </a:lnTo>
                  <a:lnTo>
                    <a:pt x="1412846" y="1511683"/>
                  </a:lnTo>
                  <a:lnTo>
                    <a:pt x="1412833" y="1511643"/>
                  </a:lnTo>
                  <a:lnTo>
                    <a:pt x="1412808" y="1511587"/>
                  </a:lnTo>
                  <a:lnTo>
                    <a:pt x="1412825" y="1511575"/>
                  </a:lnTo>
                  <a:lnTo>
                    <a:pt x="1412848" y="1511563"/>
                  </a:lnTo>
                  <a:lnTo>
                    <a:pt x="1412859" y="1511555"/>
                  </a:lnTo>
                  <a:lnTo>
                    <a:pt x="1412877" y="1511539"/>
                  </a:lnTo>
                  <a:lnTo>
                    <a:pt x="1412886" y="1511532"/>
                  </a:lnTo>
                  <a:lnTo>
                    <a:pt x="1412891" y="1511528"/>
                  </a:lnTo>
                  <a:lnTo>
                    <a:pt x="1412902" y="1511519"/>
                  </a:lnTo>
                  <a:lnTo>
                    <a:pt x="1412906" y="1511515"/>
                  </a:lnTo>
                  <a:lnTo>
                    <a:pt x="1412909" y="1511512"/>
                  </a:lnTo>
                  <a:lnTo>
                    <a:pt x="1412915" y="1511505"/>
                  </a:lnTo>
                  <a:lnTo>
                    <a:pt x="1412924" y="1511494"/>
                  </a:lnTo>
                  <a:lnTo>
                    <a:pt x="1412951" y="1511466"/>
                  </a:lnTo>
                  <a:lnTo>
                    <a:pt x="1412955" y="1511453"/>
                  </a:lnTo>
                  <a:lnTo>
                    <a:pt x="1412962" y="1511436"/>
                  </a:lnTo>
                  <a:lnTo>
                    <a:pt x="1412969" y="1511419"/>
                  </a:lnTo>
                  <a:lnTo>
                    <a:pt x="1412972" y="1511410"/>
                  </a:lnTo>
                  <a:lnTo>
                    <a:pt x="1412976" y="1511399"/>
                  </a:lnTo>
                  <a:lnTo>
                    <a:pt x="1412984" y="1511374"/>
                  </a:lnTo>
                  <a:lnTo>
                    <a:pt x="1412991" y="1511348"/>
                  </a:lnTo>
                  <a:lnTo>
                    <a:pt x="1412993" y="1511340"/>
                  </a:lnTo>
                  <a:lnTo>
                    <a:pt x="1412993" y="1511332"/>
                  </a:lnTo>
                  <a:lnTo>
                    <a:pt x="1412991" y="1511321"/>
                  </a:lnTo>
                  <a:lnTo>
                    <a:pt x="1412986" y="1511312"/>
                  </a:lnTo>
                  <a:lnTo>
                    <a:pt x="1412983" y="1511302"/>
                  </a:lnTo>
                  <a:lnTo>
                    <a:pt x="1412983" y="1511290"/>
                  </a:lnTo>
                  <a:lnTo>
                    <a:pt x="1412984" y="1511282"/>
                  </a:lnTo>
                  <a:lnTo>
                    <a:pt x="1412986" y="1511268"/>
                  </a:lnTo>
                  <a:lnTo>
                    <a:pt x="1412983" y="1511260"/>
                  </a:lnTo>
                  <a:lnTo>
                    <a:pt x="1412979" y="1511252"/>
                  </a:lnTo>
                  <a:lnTo>
                    <a:pt x="1412971" y="1511237"/>
                  </a:lnTo>
                  <a:lnTo>
                    <a:pt x="1412966" y="1511224"/>
                  </a:lnTo>
                  <a:lnTo>
                    <a:pt x="1412965" y="1511216"/>
                  </a:lnTo>
                  <a:lnTo>
                    <a:pt x="1412966" y="1511208"/>
                  </a:lnTo>
                  <a:lnTo>
                    <a:pt x="1412971" y="1511191"/>
                  </a:lnTo>
                  <a:lnTo>
                    <a:pt x="1412977" y="1511182"/>
                  </a:lnTo>
                  <a:lnTo>
                    <a:pt x="1412984" y="1511172"/>
                  </a:lnTo>
                  <a:lnTo>
                    <a:pt x="1412986" y="1511089"/>
                  </a:lnTo>
                  <a:lnTo>
                    <a:pt x="1412976" y="1511060"/>
                  </a:lnTo>
                  <a:lnTo>
                    <a:pt x="1412963" y="1511027"/>
                  </a:lnTo>
                  <a:lnTo>
                    <a:pt x="1412956" y="1511014"/>
                  </a:lnTo>
                  <a:lnTo>
                    <a:pt x="1412951" y="1511009"/>
                  </a:lnTo>
                  <a:lnTo>
                    <a:pt x="1412945" y="1511007"/>
                  </a:lnTo>
                  <a:lnTo>
                    <a:pt x="1412938" y="1511003"/>
                  </a:lnTo>
                  <a:lnTo>
                    <a:pt x="1412934" y="1510997"/>
                  </a:lnTo>
                  <a:lnTo>
                    <a:pt x="1412930" y="1510992"/>
                  </a:lnTo>
                  <a:lnTo>
                    <a:pt x="1412923" y="1510985"/>
                  </a:lnTo>
                  <a:lnTo>
                    <a:pt x="1412920" y="1510980"/>
                  </a:lnTo>
                  <a:lnTo>
                    <a:pt x="1412915" y="1510967"/>
                  </a:lnTo>
                  <a:lnTo>
                    <a:pt x="1412901" y="1510972"/>
                  </a:lnTo>
                  <a:lnTo>
                    <a:pt x="1412897" y="1510974"/>
                  </a:lnTo>
                  <a:lnTo>
                    <a:pt x="1412894" y="1510979"/>
                  </a:lnTo>
                  <a:lnTo>
                    <a:pt x="1412888" y="1510985"/>
                  </a:lnTo>
                  <a:lnTo>
                    <a:pt x="1412877" y="1510985"/>
                  </a:lnTo>
                  <a:lnTo>
                    <a:pt x="1412864" y="1510983"/>
                  </a:lnTo>
                  <a:lnTo>
                    <a:pt x="1412857" y="1510980"/>
                  </a:lnTo>
                  <a:lnTo>
                    <a:pt x="1412848" y="1510968"/>
                  </a:lnTo>
                  <a:lnTo>
                    <a:pt x="1412839" y="1510955"/>
                  </a:lnTo>
                  <a:lnTo>
                    <a:pt x="1412835" y="1510951"/>
                  </a:lnTo>
                  <a:lnTo>
                    <a:pt x="1412818" y="1510937"/>
                  </a:lnTo>
                  <a:lnTo>
                    <a:pt x="1412807" y="1510930"/>
                  </a:lnTo>
                  <a:lnTo>
                    <a:pt x="1412801" y="1510926"/>
                  </a:lnTo>
                  <a:lnTo>
                    <a:pt x="1412792" y="1510921"/>
                  </a:lnTo>
                  <a:lnTo>
                    <a:pt x="1412782" y="1510918"/>
                  </a:lnTo>
                  <a:lnTo>
                    <a:pt x="1412769" y="1510924"/>
                  </a:lnTo>
                  <a:lnTo>
                    <a:pt x="1412763" y="1510926"/>
                  </a:lnTo>
                  <a:lnTo>
                    <a:pt x="1412755" y="1510927"/>
                  </a:lnTo>
                  <a:lnTo>
                    <a:pt x="1412739" y="1510926"/>
                  </a:lnTo>
                  <a:lnTo>
                    <a:pt x="1412721" y="1510925"/>
                  </a:lnTo>
                  <a:lnTo>
                    <a:pt x="1412709" y="1510923"/>
                  </a:lnTo>
                  <a:lnTo>
                    <a:pt x="1412698" y="1510922"/>
                  </a:lnTo>
                  <a:lnTo>
                    <a:pt x="1412688" y="1510918"/>
                  </a:lnTo>
                  <a:lnTo>
                    <a:pt x="1412676" y="1510912"/>
                  </a:lnTo>
                  <a:lnTo>
                    <a:pt x="1412665" y="1510906"/>
                  </a:lnTo>
                  <a:lnTo>
                    <a:pt x="1412651" y="1510899"/>
                  </a:lnTo>
                  <a:lnTo>
                    <a:pt x="1412641" y="1510894"/>
                  </a:lnTo>
                  <a:lnTo>
                    <a:pt x="1412632" y="1510889"/>
                  </a:lnTo>
                  <a:lnTo>
                    <a:pt x="1412623" y="1510877"/>
                  </a:lnTo>
                  <a:lnTo>
                    <a:pt x="1412614" y="1510861"/>
                  </a:lnTo>
                  <a:lnTo>
                    <a:pt x="1412606" y="1510845"/>
                  </a:lnTo>
                  <a:lnTo>
                    <a:pt x="1412601" y="1510834"/>
                  </a:lnTo>
                  <a:lnTo>
                    <a:pt x="1412594" y="1510825"/>
                  </a:lnTo>
                  <a:lnTo>
                    <a:pt x="1412587" y="1510816"/>
                  </a:lnTo>
                  <a:lnTo>
                    <a:pt x="1412582" y="1510810"/>
                  </a:lnTo>
                  <a:lnTo>
                    <a:pt x="1412575" y="1510800"/>
                  </a:lnTo>
                  <a:lnTo>
                    <a:pt x="1412569" y="1510790"/>
                  </a:lnTo>
                  <a:lnTo>
                    <a:pt x="1412564" y="1510780"/>
                  </a:lnTo>
                  <a:lnTo>
                    <a:pt x="1412558" y="1510771"/>
                  </a:lnTo>
                  <a:lnTo>
                    <a:pt x="1412556" y="1510764"/>
                  </a:lnTo>
                  <a:lnTo>
                    <a:pt x="1412550" y="1510750"/>
                  </a:lnTo>
                  <a:lnTo>
                    <a:pt x="1412545" y="1510741"/>
                  </a:lnTo>
                  <a:lnTo>
                    <a:pt x="1412533" y="1510726"/>
                  </a:lnTo>
                  <a:lnTo>
                    <a:pt x="1412529" y="1510718"/>
                  </a:lnTo>
                  <a:lnTo>
                    <a:pt x="1412522" y="1510714"/>
                  </a:lnTo>
                  <a:lnTo>
                    <a:pt x="1412515" y="1510713"/>
                  </a:lnTo>
                  <a:lnTo>
                    <a:pt x="1412505" y="1510712"/>
                  </a:lnTo>
                  <a:lnTo>
                    <a:pt x="1412496" y="1510711"/>
                  </a:lnTo>
                  <a:lnTo>
                    <a:pt x="1412490" y="1510703"/>
                  </a:lnTo>
                  <a:lnTo>
                    <a:pt x="1412486" y="1510694"/>
                  </a:lnTo>
                  <a:lnTo>
                    <a:pt x="1412481" y="1510685"/>
                  </a:lnTo>
                  <a:lnTo>
                    <a:pt x="1412475" y="1510677"/>
                  </a:lnTo>
                  <a:lnTo>
                    <a:pt x="1412471" y="1510672"/>
                  </a:lnTo>
                  <a:lnTo>
                    <a:pt x="1412468" y="1510667"/>
                  </a:lnTo>
                  <a:lnTo>
                    <a:pt x="1412464" y="1510663"/>
                  </a:lnTo>
                  <a:lnTo>
                    <a:pt x="1412452" y="1510654"/>
                  </a:lnTo>
                  <a:lnTo>
                    <a:pt x="1412443" y="1510646"/>
                  </a:lnTo>
                  <a:lnTo>
                    <a:pt x="1412436" y="1510640"/>
                  </a:lnTo>
                  <a:lnTo>
                    <a:pt x="1412426" y="1510632"/>
                  </a:lnTo>
                  <a:lnTo>
                    <a:pt x="1412417" y="1510626"/>
                  </a:lnTo>
                  <a:lnTo>
                    <a:pt x="1412416" y="1510618"/>
                  </a:lnTo>
                  <a:lnTo>
                    <a:pt x="1412417" y="1510611"/>
                  </a:lnTo>
                  <a:lnTo>
                    <a:pt x="1412417" y="1510603"/>
                  </a:lnTo>
                  <a:lnTo>
                    <a:pt x="1412417" y="1510597"/>
                  </a:lnTo>
                  <a:lnTo>
                    <a:pt x="1412414" y="1510593"/>
                  </a:lnTo>
                  <a:lnTo>
                    <a:pt x="1412409" y="1510587"/>
                  </a:lnTo>
                  <a:lnTo>
                    <a:pt x="1412368" y="1510546"/>
                  </a:lnTo>
                  <a:lnTo>
                    <a:pt x="1412359" y="1510537"/>
                  </a:lnTo>
                  <a:lnTo>
                    <a:pt x="1412356" y="1510532"/>
                  </a:lnTo>
                  <a:lnTo>
                    <a:pt x="1412355" y="1510524"/>
                  </a:lnTo>
                  <a:lnTo>
                    <a:pt x="1412355" y="1510513"/>
                  </a:lnTo>
                  <a:lnTo>
                    <a:pt x="1412356" y="1510498"/>
                  </a:lnTo>
                  <a:lnTo>
                    <a:pt x="1412357" y="1510491"/>
                  </a:lnTo>
                  <a:lnTo>
                    <a:pt x="1412359" y="1510482"/>
                  </a:lnTo>
                  <a:lnTo>
                    <a:pt x="1412362" y="1510470"/>
                  </a:lnTo>
                  <a:lnTo>
                    <a:pt x="1412366" y="1510458"/>
                  </a:lnTo>
                  <a:lnTo>
                    <a:pt x="1412368" y="1510446"/>
                  </a:lnTo>
                  <a:lnTo>
                    <a:pt x="1412368" y="1510436"/>
                  </a:lnTo>
                  <a:lnTo>
                    <a:pt x="1412367" y="1510426"/>
                  </a:lnTo>
                  <a:lnTo>
                    <a:pt x="1412365" y="1510421"/>
                  </a:lnTo>
                  <a:lnTo>
                    <a:pt x="1412298" y="1510384"/>
                  </a:lnTo>
                  <a:lnTo>
                    <a:pt x="1412287" y="1510378"/>
                  </a:lnTo>
                  <a:lnTo>
                    <a:pt x="1412278" y="1510372"/>
                  </a:lnTo>
                  <a:lnTo>
                    <a:pt x="1412270" y="1510366"/>
                  </a:lnTo>
                  <a:lnTo>
                    <a:pt x="1412265" y="1510360"/>
                  </a:lnTo>
                  <a:lnTo>
                    <a:pt x="1412263" y="1510354"/>
                  </a:lnTo>
                  <a:lnTo>
                    <a:pt x="1412260" y="1510342"/>
                  </a:lnTo>
                  <a:lnTo>
                    <a:pt x="1412259" y="1510335"/>
                  </a:lnTo>
                  <a:lnTo>
                    <a:pt x="1412257" y="1510326"/>
                  </a:lnTo>
                  <a:lnTo>
                    <a:pt x="1412256" y="1510315"/>
                  </a:lnTo>
                  <a:lnTo>
                    <a:pt x="1412255" y="1510305"/>
                  </a:lnTo>
                  <a:lnTo>
                    <a:pt x="1412256" y="1510298"/>
                  </a:lnTo>
                  <a:lnTo>
                    <a:pt x="1412206" y="1510180"/>
                  </a:lnTo>
                  <a:lnTo>
                    <a:pt x="1412143" y="1510074"/>
                  </a:lnTo>
                  <a:lnTo>
                    <a:pt x="1412135" y="1510065"/>
                  </a:lnTo>
                  <a:lnTo>
                    <a:pt x="1412128" y="1510055"/>
                  </a:lnTo>
                  <a:lnTo>
                    <a:pt x="1412126" y="1510049"/>
                  </a:lnTo>
                  <a:lnTo>
                    <a:pt x="1412123" y="1510037"/>
                  </a:lnTo>
                  <a:lnTo>
                    <a:pt x="1412121" y="1510019"/>
                  </a:lnTo>
                  <a:lnTo>
                    <a:pt x="1412118" y="1510005"/>
                  </a:lnTo>
                  <a:lnTo>
                    <a:pt x="1412111" y="1510000"/>
                  </a:lnTo>
                  <a:lnTo>
                    <a:pt x="1412106" y="1509996"/>
                  </a:lnTo>
                  <a:lnTo>
                    <a:pt x="1412100" y="1509988"/>
                  </a:lnTo>
                  <a:lnTo>
                    <a:pt x="1412100" y="1509978"/>
                  </a:lnTo>
                  <a:lnTo>
                    <a:pt x="1412101" y="1509974"/>
                  </a:lnTo>
                  <a:lnTo>
                    <a:pt x="1412103" y="1509969"/>
                  </a:lnTo>
                  <a:lnTo>
                    <a:pt x="1412105" y="1509963"/>
                  </a:lnTo>
                  <a:lnTo>
                    <a:pt x="1412107" y="1509950"/>
                  </a:lnTo>
                  <a:lnTo>
                    <a:pt x="1412107" y="1509942"/>
                  </a:lnTo>
                  <a:lnTo>
                    <a:pt x="1412106" y="1509932"/>
                  </a:lnTo>
                  <a:lnTo>
                    <a:pt x="1412105" y="1509925"/>
                  </a:lnTo>
                  <a:lnTo>
                    <a:pt x="1412103" y="1509917"/>
                  </a:lnTo>
                  <a:lnTo>
                    <a:pt x="1412095" y="1509901"/>
                  </a:lnTo>
                  <a:lnTo>
                    <a:pt x="1412091" y="1509894"/>
                  </a:lnTo>
                  <a:lnTo>
                    <a:pt x="1412086" y="1509887"/>
                  </a:lnTo>
                  <a:lnTo>
                    <a:pt x="1412085" y="1509876"/>
                  </a:lnTo>
                  <a:lnTo>
                    <a:pt x="1412084" y="1509865"/>
                  </a:lnTo>
                  <a:lnTo>
                    <a:pt x="1412084" y="1509854"/>
                  </a:lnTo>
                  <a:lnTo>
                    <a:pt x="1412082" y="1509841"/>
                  </a:lnTo>
                  <a:lnTo>
                    <a:pt x="1412080" y="1509829"/>
                  </a:lnTo>
                  <a:lnTo>
                    <a:pt x="1412076" y="1509822"/>
                  </a:lnTo>
                  <a:lnTo>
                    <a:pt x="1412071" y="1509818"/>
                  </a:lnTo>
                  <a:lnTo>
                    <a:pt x="1412062" y="1509814"/>
                  </a:lnTo>
                  <a:lnTo>
                    <a:pt x="1412048" y="1509807"/>
                  </a:lnTo>
                  <a:lnTo>
                    <a:pt x="1412039" y="1509800"/>
                  </a:lnTo>
                  <a:lnTo>
                    <a:pt x="1412029" y="1509791"/>
                  </a:lnTo>
                  <a:lnTo>
                    <a:pt x="1412020" y="1509781"/>
                  </a:lnTo>
                  <a:lnTo>
                    <a:pt x="1412012" y="1509772"/>
                  </a:lnTo>
                  <a:lnTo>
                    <a:pt x="1412005" y="1509759"/>
                  </a:lnTo>
                  <a:lnTo>
                    <a:pt x="1411997" y="1509746"/>
                  </a:lnTo>
                  <a:lnTo>
                    <a:pt x="1411991" y="1509738"/>
                  </a:lnTo>
                  <a:lnTo>
                    <a:pt x="1411985" y="1509734"/>
                  </a:lnTo>
                  <a:lnTo>
                    <a:pt x="1411978" y="1509731"/>
                  </a:lnTo>
                  <a:lnTo>
                    <a:pt x="1411974" y="1509729"/>
                  </a:lnTo>
                  <a:lnTo>
                    <a:pt x="1411969" y="1509722"/>
                  </a:lnTo>
                  <a:lnTo>
                    <a:pt x="1411966" y="1509713"/>
                  </a:lnTo>
                  <a:lnTo>
                    <a:pt x="1411962" y="1509708"/>
                  </a:lnTo>
                  <a:lnTo>
                    <a:pt x="1411957" y="1509705"/>
                  </a:lnTo>
                  <a:lnTo>
                    <a:pt x="1411950" y="1509702"/>
                  </a:lnTo>
                  <a:lnTo>
                    <a:pt x="1411941" y="1509699"/>
                  </a:lnTo>
                  <a:lnTo>
                    <a:pt x="1411935" y="1509695"/>
                  </a:lnTo>
                  <a:lnTo>
                    <a:pt x="1411932" y="1509692"/>
                  </a:lnTo>
                  <a:lnTo>
                    <a:pt x="1411927" y="1509687"/>
                  </a:lnTo>
                  <a:lnTo>
                    <a:pt x="1411922" y="1509685"/>
                  </a:lnTo>
                  <a:lnTo>
                    <a:pt x="1411914" y="1509683"/>
                  </a:lnTo>
                  <a:lnTo>
                    <a:pt x="1411907" y="1509681"/>
                  </a:lnTo>
                  <a:lnTo>
                    <a:pt x="1411908" y="1509675"/>
                  </a:lnTo>
                  <a:lnTo>
                    <a:pt x="1411908" y="1509670"/>
                  </a:lnTo>
                  <a:lnTo>
                    <a:pt x="1411911" y="1509665"/>
                  </a:lnTo>
                  <a:lnTo>
                    <a:pt x="1411912" y="1509660"/>
                  </a:lnTo>
                  <a:lnTo>
                    <a:pt x="1411913" y="1509654"/>
                  </a:lnTo>
                  <a:lnTo>
                    <a:pt x="1411916" y="1509649"/>
                  </a:lnTo>
                  <a:lnTo>
                    <a:pt x="1411919" y="1509645"/>
                  </a:lnTo>
                  <a:lnTo>
                    <a:pt x="1411924" y="1509640"/>
                  </a:lnTo>
                  <a:lnTo>
                    <a:pt x="1411928" y="1509636"/>
                  </a:lnTo>
                  <a:lnTo>
                    <a:pt x="1411932" y="1509632"/>
                  </a:lnTo>
                  <a:lnTo>
                    <a:pt x="1411937" y="1509628"/>
                  </a:lnTo>
                  <a:lnTo>
                    <a:pt x="1411943" y="1509623"/>
                  </a:lnTo>
                  <a:lnTo>
                    <a:pt x="1411949" y="1509618"/>
                  </a:lnTo>
                  <a:lnTo>
                    <a:pt x="1411954" y="1509619"/>
                  </a:lnTo>
                  <a:lnTo>
                    <a:pt x="1411961" y="1509620"/>
                  </a:lnTo>
                  <a:lnTo>
                    <a:pt x="1411966" y="1509621"/>
                  </a:lnTo>
                  <a:lnTo>
                    <a:pt x="1411977" y="1509623"/>
                  </a:lnTo>
                  <a:lnTo>
                    <a:pt x="1411983" y="1509623"/>
                  </a:lnTo>
                  <a:lnTo>
                    <a:pt x="1411988" y="1509623"/>
                  </a:lnTo>
                  <a:lnTo>
                    <a:pt x="1411994" y="1509623"/>
                  </a:lnTo>
                  <a:lnTo>
                    <a:pt x="1412001" y="1509622"/>
                  </a:lnTo>
                  <a:lnTo>
                    <a:pt x="1412006" y="1509620"/>
                  </a:lnTo>
                  <a:lnTo>
                    <a:pt x="1412012" y="1509619"/>
                  </a:lnTo>
                  <a:lnTo>
                    <a:pt x="1412019" y="1509618"/>
                  </a:lnTo>
                  <a:lnTo>
                    <a:pt x="1412031" y="1509618"/>
                  </a:lnTo>
                  <a:lnTo>
                    <a:pt x="1412044" y="1509617"/>
                  </a:lnTo>
                  <a:lnTo>
                    <a:pt x="1412071" y="1509553"/>
                  </a:lnTo>
                  <a:lnTo>
                    <a:pt x="1412078" y="1509536"/>
                  </a:lnTo>
                  <a:lnTo>
                    <a:pt x="1412097" y="1509451"/>
                  </a:lnTo>
                  <a:lnTo>
                    <a:pt x="1412188" y="1509339"/>
                  </a:lnTo>
                  <a:lnTo>
                    <a:pt x="1412214" y="1509304"/>
                  </a:lnTo>
                  <a:lnTo>
                    <a:pt x="1412215" y="1509294"/>
                  </a:lnTo>
                  <a:lnTo>
                    <a:pt x="1412215" y="1509284"/>
                  </a:lnTo>
                  <a:lnTo>
                    <a:pt x="1412214" y="1509279"/>
                  </a:lnTo>
                  <a:lnTo>
                    <a:pt x="1412211" y="1509272"/>
                  </a:lnTo>
                  <a:lnTo>
                    <a:pt x="1412207" y="1509268"/>
                  </a:lnTo>
                  <a:lnTo>
                    <a:pt x="1412202" y="1509265"/>
                  </a:lnTo>
                  <a:lnTo>
                    <a:pt x="1412198" y="1509261"/>
                  </a:lnTo>
                  <a:lnTo>
                    <a:pt x="1412192" y="1509256"/>
                  </a:lnTo>
                  <a:lnTo>
                    <a:pt x="1412186" y="1509251"/>
                  </a:lnTo>
                  <a:lnTo>
                    <a:pt x="1412180" y="1509244"/>
                  </a:lnTo>
                  <a:lnTo>
                    <a:pt x="1412177" y="1509240"/>
                  </a:lnTo>
                  <a:lnTo>
                    <a:pt x="1412174" y="1509236"/>
                  </a:lnTo>
                  <a:lnTo>
                    <a:pt x="1412171" y="1509230"/>
                  </a:lnTo>
                  <a:lnTo>
                    <a:pt x="1412166" y="1509222"/>
                  </a:lnTo>
                  <a:lnTo>
                    <a:pt x="1412161" y="1509220"/>
                  </a:lnTo>
                  <a:lnTo>
                    <a:pt x="1412155" y="1509218"/>
                  </a:lnTo>
                  <a:lnTo>
                    <a:pt x="1412148" y="1509215"/>
                  </a:lnTo>
                  <a:lnTo>
                    <a:pt x="1412142" y="1509213"/>
                  </a:lnTo>
                  <a:lnTo>
                    <a:pt x="1412135" y="1509211"/>
                  </a:lnTo>
                  <a:lnTo>
                    <a:pt x="1412131" y="1509210"/>
                  </a:lnTo>
                  <a:lnTo>
                    <a:pt x="1412125" y="1509209"/>
                  </a:lnTo>
                  <a:lnTo>
                    <a:pt x="1412119" y="1509209"/>
                  </a:lnTo>
                  <a:lnTo>
                    <a:pt x="1412113" y="1509207"/>
                  </a:lnTo>
                  <a:lnTo>
                    <a:pt x="1412111" y="1509204"/>
                  </a:lnTo>
                  <a:lnTo>
                    <a:pt x="1412111" y="1509196"/>
                  </a:lnTo>
                  <a:lnTo>
                    <a:pt x="1412114" y="1509190"/>
                  </a:lnTo>
                  <a:lnTo>
                    <a:pt x="1412119" y="1509185"/>
                  </a:lnTo>
                  <a:lnTo>
                    <a:pt x="1412124" y="1509178"/>
                  </a:lnTo>
                  <a:lnTo>
                    <a:pt x="1412129" y="1509171"/>
                  </a:lnTo>
                  <a:lnTo>
                    <a:pt x="1412130" y="1509166"/>
                  </a:lnTo>
                  <a:lnTo>
                    <a:pt x="1412133" y="1509154"/>
                  </a:lnTo>
                  <a:lnTo>
                    <a:pt x="1412134" y="1509149"/>
                  </a:lnTo>
                  <a:lnTo>
                    <a:pt x="1412132" y="1509144"/>
                  </a:lnTo>
                  <a:lnTo>
                    <a:pt x="1412130" y="1509137"/>
                  </a:lnTo>
                  <a:lnTo>
                    <a:pt x="1412129" y="1509128"/>
                  </a:lnTo>
                  <a:lnTo>
                    <a:pt x="1412128" y="1509117"/>
                  </a:lnTo>
                  <a:lnTo>
                    <a:pt x="1412127" y="1509110"/>
                  </a:lnTo>
                  <a:lnTo>
                    <a:pt x="1412129" y="1509102"/>
                  </a:lnTo>
                  <a:lnTo>
                    <a:pt x="1412132" y="1509092"/>
                  </a:lnTo>
                  <a:lnTo>
                    <a:pt x="1412134" y="1509085"/>
                  </a:lnTo>
                  <a:lnTo>
                    <a:pt x="1412135" y="1509080"/>
                  </a:lnTo>
                  <a:lnTo>
                    <a:pt x="1412137" y="1509072"/>
                  </a:lnTo>
                  <a:lnTo>
                    <a:pt x="1412138" y="1509061"/>
                  </a:lnTo>
                  <a:lnTo>
                    <a:pt x="1412138" y="1509051"/>
                  </a:lnTo>
                  <a:lnTo>
                    <a:pt x="1412138" y="1509041"/>
                  </a:lnTo>
                  <a:lnTo>
                    <a:pt x="1412136" y="1509035"/>
                  </a:lnTo>
                  <a:lnTo>
                    <a:pt x="1412134" y="1509028"/>
                  </a:lnTo>
                  <a:lnTo>
                    <a:pt x="1412131" y="1509024"/>
                  </a:lnTo>
                  <a:lnTo>
                    <a:pt x="1412127" y="1509017"/>
                  </a:lnTo>
                  <a:lnTo>
                    <a:pt x="1412123" y="1509012"/>
                  </a:lnTo>
                  <a:lnTo>
                    <a:pt x="1412116" y="1509007"/>
                  </a:lnTo>
                  <a:lnTo>
                    <a:pt x="1412110" y="1509007"/>
                  </a:lnTo>
                  <a:lnTo>
                    <a:pt x="1412105" y="1509006"/>
                  </a:lnTo>
                  <a:lnTo>
                    <a:pt x="1412099" y="1509002"/>
                  </a:lnTo>
                  <a:lnTo>
                    <a:pt x="1412095" y="1508997"/>
                  </a:lnTo>
                  <a:lnTo>
                    <a:pt x="1412091" y="1508991"/>
                  </a:lnTo>
                  <a:lnTo>
                    <a:pt x="1412086" y="1508984"/>
                  </a:lnTo>
                  <a:lnTo>
                    <a:pt x="1412083" y="1508977"/>
                  </a:lnTo>
                  <a:lnTo>
                    <a:pt x="1412080" y="1508970"/>
                  </a:lnTo>
                  <a:lnTo>
                    <a:pt x="1412078" y="1508962"/>
                  </a:lnTo>
                  <a:lnTo>
                    <a:pt x="1412078" y="1508953"/>
                  </a:lnTo>
                  <a:lnTo>
                    <a:pt x="1412110" y="1508915"/>
                  </a:lnTo>
                  <a:lnTo>
                    <a:pt x="1412127" y="1508916"/>
                  </a:lnTo>
                  <a:lnTo>
                    <a:pt x="1412137" y="1508907"/>
                  </a:lnTo>
                  <a:lnTo>
                    <a:pt x="1412149" y="1508896"/>
                  </a:lnTo>
                  <a:lnTo>
                    <a:pt x="1412156" y="1508889"/>
                  </a:lnTo>
                  <a:lnTo>
                    <a:pt x="1412162" y="1508881"/>
                  </a:lnTo>
                  <a:lnTo>
                    <a:pt x="1412171" y="1508869"/>
                  </a:lnTo>
                  <a:lnTo>
                    <a:pt x="1412175" y="1508860"/>
                  </a:lnTo>
                  <a:lnTo>
                    <a:pt x="1412177" y="1508856"/>
                  </a:lnTo>
                  <a:lnTo>
                    <a:pt x="1412181" y="1508849"/>
                  </a:lnTo>
                  <a:lnTo>
                    <a:pt x="1412186" y="1508839"/>
                  </a:lnTo>
                  <a:lnTo>
                    <a:pt x="1412189" y="1508830"/>
                  </a:lnTo>
                  <a:lnTo>
                    <a:pt x="1412191" y="1508823"/>
                  </a:lnTo>
                  <a:lnTo>
                    <a:pt x="1412194" y="1508812"/>
                  </a:lnTo>
                  <a:lnTo>
                    <a:pt x="1412195" y="1508802"/>
                  </a:lnTo>
                  <a:lnTo>
                    <a:pt x="1412194" y="1508792"/>
                  </a:lnTo>
                  <a:lnTo>
                    <a:pt x="1412192" y="1508785"/>
                  </a:lnTo>
                  <a:lnTo>
                    <a:pt x="1412189" y="1508779"/>
                  </a:lnTo>
                  <a:lnTo>
                    <a:pt x="1412187" y="1508770"/>
                  </a:lnTo>
                  <a:lnTo>
                    <a:pt x="1412183" y="1508763"/>
                  </a:lnTo>
                  <a:lnTo>
                    <a:pt x="1412177" y="1508756"/>
                  </a:lnTo>
                  <a:lnTo>
                    <a:pt x="1412173" y="1508749"/>
                  </a:lnTo>
                  <a:lnTo>
                    <a:pt x="1412171" y="1508743"/>
                  </a:lnTo>
                  <a:lnTo>
                    <a:pt x="1412168" y="1508736"/>
                  </a:lnTo>
                  <a:lnTo>
                    <a:pt x="1412165" y="1508728"/>
                  </a:lnTo>
                  <a:lnTo>
                    <a:pt x="1412162" y="1508717"/>
                  </a:lnTo>
                  <a:lnTo>
                    <a:pt x="1412160" y="1508710"/>
                  </a:lnTo>
                  <a:lnTo>
                    <a:pt x="1412158" y="1508703"/>
                  </a:lnTo>
                  <a:lnTo>
                    <a:pt x="1412155" y="1508696"/>
                  </a:lnTo>
                  <a:lnTo>
                    <a:pt x="1412150" y="1508690"/>
                  </a:lnTo>
                  <a:lnTo>
                    <a:pt x="1412145" y="1508685"/>
                  </a:lnTo>
                  <a:lnTo>
                    <a:pt x="1412140" y="1508682"/>
                  </a:lnTo>
                  <a:lnTo>
                    <a:pt x="1412135" y="1508677"/>
                  </a:lnTo>
                  <a:lnTo>
                    <a:pt x="1412129" y="1508672"/>
                  </a:lnTo>
                  <a:lnTo>
                    <a:pt x="1412122" y="1508665"/>
                  </a:lnTo>
                  <a:lnTo>
                    <a:pt x="1412114" y="1508655"/>
                  </a:lnTo>
                  <a:lnTo>
                    <a:pt x="1412110" y="1508651"/>
                  </a:lnTo>
                  <a:lnTo>
                    <a:pt x="1412103" y="1508643"/>
                  </a:lnTo>
                  <a:lnTo>
                    <a:pt x="1412100" y="1508637"/>
                  </a:lnTo>
                  <a:lnTo>
                    <a:pt x="1412097" y="1508631"/>
                  </a:lnTo>
                  <a:lnTo>
                    <a:pt x="1412094" y="1508623"/>
                  </a:lnTo>
                  <a:lnTo>
                    <a:pt x="1412092" y="1508616"/>
                  </a:lnTo>
                  <a:lnTo>
                    <a:pt x="1412089" y="1508608"/>
                  </a:lnTo>
                  <a:lnTo>
                    <a:pt x="1412089" y="1508602"/>
                  </a:lnTo>
                  <a:lnTo>
                    <a:pt x="1412090" y="1508593"/>
                  </a:lnTo>
                  <a:lnTo>
                    <a:pt x="1412095" y="1508587"/>
                  </a:lnTo>
                  <a:lnTo>
                    <a:pt x="1412101" y="1508581"/>
                  </a:lnTo>
                  <a:lnTo>
                    <a:pt x="1412101" y="1508573"/>
                  </a:lnTo>
                  <a:lnTo>
                    <a:pt x="1412101" y="1508567"/>
                  </a:lnTo>
                  <a:lnTo>
                    <a:pt x="1412100" y="1508560"/>
                  </a:lnTo>
                  <a:lnTo>
                    <a:pt x="1412100" y="1508554"/>
                  </a:lnTo>
                  <a:lnTo>
                    <a:pt x="1412097" y="1508544"/>
                  </a:lnTo>
                  <a:lnTo>
                    <a:pt x="1412090" y="1508537"/>
                  </a:lnTo>
                  <a:lnTo>
                    <a:pt x="1412076" y="1508528"/>
                  </a:lnTo>
                  <a:lnTo>
                    <a:pt x="1412058" y="1508512"/>
                  </a:lnTo>
                  <a:lnTo>
                    <a:pt x="1412045" y="1508501"/>
                  </a:lnTo>
                  <a:lnTo>
                    <a:pt x="1412031" y="1508494"/>
                  </a:lnTo>
                  <a:lnTo>
                    <a:pt x="1412022" y="1508486"/>
                  </a:lnTo>
                  <a:lnTo>
                    <a:pt x="1412008" y="1508473"/>
                  </a:lnTo>
                  <a:lnTo>
                    <a:pt x="1411999" y="1508462"/>
                  </a:lnTo>
                  <a:lnTo>
                    <a:pt x="1411993" y="1508456"/>
                  </a:lnTo>
                  <a:lnTo>
                    <a:pt x="1411988" y="1508457"/>
                  </a:lnTo>
                  <a:lnTo>
                    <a:pt x="1411978" y="1508460"/>
                  </a:lnTo>
                  <a:lnTo>
                    <a:pt x="1411967" y="1508463"/>
                  </a:lnTo>
                  <a:lnTo>
                    <a:pt x="1411958" y="1508466"/>
                  </a:lnTo>
                  <a:lnTo>
                    <a:pt x="1411951" y="1508468"/>
                  </a:lnTo>
                  <a:lnTo>
                    <a:pt x="1411946" y="1508470"/>
                  </a:lnTo>
                  <a:lnTo>
                    <a:pt x="1411942" y="1508471"/>
                  </a:lnTo>
                  <a:lnTo>
                    <a:pt x="1411934" y="1508475"/>
                  </a:lnTo>
                  <a:lnTo>
                    <a:pt x="1411923" y="1508479"/>
                  </a:lnTo>
                  <a:lnTo>
                    <a:pt x="1411918" y="1508481"/>
                  </a:lnTo>
                  <a:lnTo>
                    <a:pt x="1411913" y="1508482"/>
                  </a:lnTo>
                  <a:lnTo>
                    <a:pt x="1411899" y="1508483"/>
                  </a:lnTo>
                  <a:lnTo>
                    <a:pt x="1411879" y="1508484"/>
                  </a:lnTo>
                  <a:lnTo>
                    <a:pt x="1411870" y="1508484"/>
                  </a:lnTo>
                  <a:lnTo>
                    <a:pt x="1411852" y="1508484"/>
                  </a:lnTo>
                  <a:lnTo>
                    <a:pt x="1411843" y="1508481"/>
                  </a:lnTo>
                  <a:lnTo>
                    <a:pt x="1411831" y="1508469"/>
                  </a:lnTo>
                  <a:lnTo>
                    <a:pt x="1411826" y="1508459"/>
                  </a:lnTo>
                  <a:lnTo>
                    <a:pt x="1411827" y="1508446"/>
                  </a:lnTo>
                  <a:lnTo>
                    <a:pt x="1411828" y="1508435"/>
                  </a:lnTo>
                  <a:lnTo>
                    <a:pt x="1411831" y="1508419"/>
                  </a:lnTo>
                  <a:lnTo>
                    <a:pt x="1411831" y="1508405"/>
                  </a:lnTo>
                  <a:lnTo>
                    <a:pt x="1411828" y="1508395"/>
                  </a:lnTo>
                  <a:lnTo>
                    <a:pt x="1411820" y="1508377"/>
                  </a:lnTo>
                  <a:lnTo>
                    <a:pt x="1411816" y="1508363"/>
                  </a:lnTo>
                  <a:lnTo>
                    <a:pt x="1411816" y="1508350"/>
                  </a:lnTo>
                  <a:lnTo>
                    <a:pt x="1411820" y="1508343"/>
                  </a:lnTo>
                  <a:lnTo>
                    <a:pt x="1411824" y="1508336"/>
                  </a:lnTo>
                  <a:lnTo>
                    <a:pt x="1411829" y="1508328"/>
                  </a:lnTo>
                  <a:lnTo>
                    <a:pt x="1411834" y="1508321"/>
                  </a:lnTo>
                  <a:lnTo>
                    <a:pt x="1411837" y="1508316"/>
                  </a:lnTo>
                  <a:lnTo>
                    <a:pt x="1411841" y="1508311"/>
                  </a:lnTo>
                  <a:lnTo>
                    <a:pt x="1411844" y="1508307"/>
                  </a:lnTo>
                  <a:lnTo>
                    <a:pt x="1411849" y="1508301"/>
                  </a:lnTo>
                  <a:lnTo>
                    <a:pt x="1411852" y="1508298"/>
                  </a:lnTo>
                  <a:lnTo>
                    <a:pt x="1411859" y="1508292"/>
                  </a:lnTo>
                  <a:lnTo>
                    <a:pt x="1411864" y="1508287"/>
                  </a:lnTo>
                  <a:lnTo>
                    <a:pt x="1411871" y="1508281"/>
                  </a:lnTo>
                  <a:lnTo>
                    <a:pt x="1411876" y="1508277"/>
                  </a:lnTo>
                  <a:lnTo>
                    <a:pt x="1411880" y="1508273"/>
                  </a:lnTo>
                  <a:lnTo>
                    <a:pt x="1411885" y="1508267"/>
                  </a:lnTo>
                  <a:lnTo>
                    <a:pt x="1411889" y="1508261"/>
                  </a:lnTo>
                  <a:lnTo>
                    <a:pt x="1411892" y="1508255"/>
                  </a:lnTo>
                  <a:lnTo>
                    <a:pt x="1411895" y="1508250"/>
                  </a:lnTo>
                  <a:lnTo>
                    <a:pt x="1411898" y="1508243"/>
                  </a:lnTo>
                  <a:lnTo>
                    <a:pt x="1411900" y="1508236"/>
                  </a:lnTo>
                  <a:lnTo>
                    <a:pt x="1411902" y="1508229"/>
                  </a:lnTo>
                  <a:lnTo>
                    <a:pt x="1411903" y="1508223"/>
                  </a:lnTo>
                  <a:lnTo>
                    <a:pt x="1411903" y="1508216"/>
                  </a:lnTo>
                  <a:lnTo>
                    <a:pt x="1411900" y="1508207"/>
                  </a:lnTo>
                  <a:lnTo>
                    <a:pt x="1411899" y="1508200"/>
                  </a:lnTo>
                  <a:lnTo>
                    <a:pt x="1411900" y="1508192"/>
                  </a:lnTo>
                  <a:lnTo>
                    <a:pt x="1411902" y="1508184"/>
                  </a:lnTo>
                  <a:lnTo>
                    <a:pt x="1411903" y="1508178"/>
                  </a:lnTo>
                  <a:lnTo>
                    <a:pt x="1411906" y="1508169"/>
                  </a:lnTo>
                  <a:lnTo>
                    <a:pt x="1411908" y="1508161"/>
                  </a:lnTo>
                  <a:lnTo>
                    <a:pt x="1411911" y="1508151"/>
                  </a:lnTo>
                  <a:lnTo>
                    <a:pt x="1411914" y="1508139"/>
                  </a:lnTo>
                  <a:lnTo>
                    <a:pt x="1411916" y="1508132"/>
                  </a:lnTo>
                  <a:lnTo>
                    <a:pt x="1411916" y="1508127"/>
                  </a:lnTo>
                  <a:lnTo>
                    <a:pt x="1411917" y="1508121"/>
                  </a:lnTo>
                  <a:lnTo>
                    <a:pt x="1411918" y="1508116"/>
                  </a:lnTo>
                  <a:lnTo>
                    <a:pt x="1411918" y="1508111"/>
                  </a:lnTo>
                  <a:lnTo>
                    <a:pt x="1411917" y="1508105"/>
                  </a:lnTo>
                  <a:lnTo>
                    <a:pt x="1411916" y="1508099"/>
                  </a:lnTo>
                  <a:lnTo>
                    <a:pt x="1411914" y="1508093"/>
                  </a:lnTo>
                  <a:lnTo>
                    <a:pt x="1411911" y="1508085"/>
                  </a:lnTo>
                  <a:lnTo>
                    <a:pt x="1411908" y="1508077"/>
                  </a:lnTo>
                  <a:lnTo>
                    <a:pt x="1411906" y="1508071"/>
                  </a:lnTo>
                  <a:lnTo>
                    <a:pt x="1411905" y="1508065"/>
                  </a:lnTo>
                  <a:lnTo>
                    <a:pt x="1411903" y="1508058"/>
                  </a:lnTo>
                  <a:lnTo>
                    <a:pt x="1411902" y="1508051"/>
                  </a:lnTo>
                  <a:lnTo>
                    <a:pt x="1411902" y="1508046"/>
                  </a:lnTo>
                  <a:lnTo>
                    <a:pt x="1411902" y="1508039"/>
                  </a:lnTo>
                  <a:lnTo>
                    <a:pt x="1411900" y="1508033"/>
                  </a:lnTo>
                  <a:lnTo>
                    <a:pt x="1411891" y="1508028"/>
                  </a:lnTo>
                  <a:lnTo>
                    <a:pt x="1411884" y="1508026"/>
                  </a:lnTo>
                  <a:lnTo>
                    <a:pt x="1411877" y="1508025"/>
                  </a:lnTo>
                  <a:lnTo>
                    <a:pt x="1411867" y="1508024"/>
                  </a:lnTo>
                  <a:lnTo>
                    <a:pt x="1411859" y="1508023"/>
                  </a:lnTo>
                  <a:lnTo>
                    <a:pt x="1411851" y="1508023"/>
                  </a:lnTo>
                  <a:lnTo>
                    <a:pt x="1411844" y="1508024"/>
                  </a:lnTo>
                  <a:lnTo>
                    <a:pt x="1411839" y="1508025"/>
                  </a:lnTo>
                  <a:lnTo>
                    <a:pt x="1411833" y="1508026"/>
                  </a:lnTo>
                  <a:lnTo>
                    <a:pt x="1411824" y="1508026"/>
                  </a:lnTo>
                  <a:lnTo>
                    <a:pt x="1411818" y="1508025"/>
                  </a:lnTo>
                  <a:lnTo>
                    <a:pt x="1411811" y="1508023"/>
                  </a:lnTo>
                  <a:lnTo>
                    <a:pt x="1411805" y="1508017"/>
                  </a:lnTo>
                  <a:lnTo>
                    <a:pt x="1411801" y="1508009"/>
                  </a:lnTo>
                  <a:lnTo>
                    <a:pt x="1411798" y="1508002"/>
                  </a:lnTo>
                  <a:lnTo>
                    <a:pt x="1411794" y="1507995"/>
                  </a:lnTo>
                  <a:lnTo>
                    <a:pt x="1411791" y="1507989"/>
                  </a:lnTo>
                  <a:lnTo>
                    <a:pt x="1411787" y="1507984"/>
                  </a:lnTo>
                  <a:lnTo>
                    <a:pt x="1411783" y="1507977"/>
                  </a:lnTo>
                  <a:lnTo>
                    <a:pt x="1411777" y="1507969"/>
                  </a:lnTo>
                  <a:lnTo>
                    <a:pt x="1411772" y="1507962"/>
                  </a:lnTo>
                  <a:lnTo>
                    <a:pt x="1411768" y="1507955"/>
                  </a:lnTo>
                  <a:lnTo>
                    <a:pt x="1411763" y="1507947"/>
                  </a:lnTo>
                  <a:lnTo>
                    <a:pt x="1411760" y="1507939"/>
                  </a:lnTo>
                  <a:lnTo>
                    <a:pt x="1411758" y="1507934"/>
                  </a:lnTo>
                  <a:lnTo>
                    <a:pt x="1411759" y="1507928"/>
                  </a:lnTo>
                  <a:lnTo>
                    <a:pt x="1411763" y="1507926"/>
                  </a:lnTo>
                  <a:lnTo>
                    <a:pt x="1411769" y="1507926"/>
                  </a:lnTo>
                  <a:lnTo>
                    <a:pt x="1411774" y="1507924"/>
                  </a:lnTo>
                  <a:lnTo>
                    <a:pt x="1411779" y="1507922"/>
                  </a:lnTo>
                  <a:lnTo>
                    <a:pt x="1411784" y="1507919"/>
                  </a:lnTo>
                  <a:lnTo>
                    <a:pt x="1411791" y="1507916"/>
                  </a:lnTo>
                  <a:lnTo>
                    <a:pt x="1411797" y="1507912"/>
                  </a:lnTo>
                  <a:lnTo>
                    <a:pt x="1411804" y="1507906"/>
                  </a:lnTo>
                  <a:lnTo>
                    <a:pt x="1411809" y="1507901"/>
                  </a:lnTo>
                  <a:lnTo>
                    <a:pt x="1411814" y="1507894"/>
                  </a:lnTo>
                  <a:lnTo>
                    <a:pt x="1411818" y="1507889"/>
                  </a:lnTo>
                  <a:lnTo>
                    <a:pt x="1411821" y="1507884"/>
                  </a:lnTo>
                  <a:lnTo>
                    <a:pt x="1411825" y="1507878"/>
                  </a:lnTo>
                  <a:lnTo>
                    <a:pt x="1411827" y="1507874"/>
                  </a:lnTo>
                  <a:lnTo>
                    <a:pt x="1411831" y="1507870"/>
                  </a:lnTo>
                  <a:lnTo>
                    <a:pt x="1411834" y="1507865"/>
                  </a:lnTo>
                  <a:lnTo>
                    <a:pt x="1411837" y="1507861"/>
                  </a:lnTo>
                  <a:lnTo>
                    <a:pt x="1411841" y="1507858"/>
                  </a:lnTo>
                  <a:lnTo>
                    <a:pt x="1411845" y="1507853"/>
                  </a:lnTo>
                  <a:lnTo>
                    <a:pt x="1411850" y="1507848"/>
                  </a:lnTo>
                  <a:lnTo>
                    <a:pt x="1411856" y="1507841"/>
                  </a:lnTo>
                  <a:lnTo>
                    <a:pt x="1411859" y="1507837"/>
                  </a:lnTo>
                  <a:lnTo>
                    <a:pt x="1411885" y="1507816"/>
                  </a:lnTo>
                  <a:lnTo>
                    <a:pt x="1411881" y="1507812"/>
                  </a:lnTo>
                  <a:lnTo>
                    <a:pt x="1411873" y="1507802"/>
                  </a:lnTo>
                  <a:lnTo>
                    <a:pt x="1411858" y="1507780"/>
                  </a:lnTo>
                  <a:lnTo>
                    <a:pt x="1411844" y="1507759"/>
                  </a:lnTo>
                  <a:lnTo>
                    <a:pt x="1411840" y="1507746"/>
                  </a:lnTo>
                  <a:lnTo>
                    <a:pt x="1411840" y="1507733"/>
                  </a:lnTo>
                  <a:lnTo>
                    <a:pt x="1411843" y="1507716"/>
                  </a:lnTo>
                  <a:lnTo>
                    <a:pt x="1411845" y="1507707"/>
                  </a:lnTo>
                  <a:lnTo>
                    <a:pt x="1411847" y="1507695"/>
                  </a:lnTo>
                  <a:lnTo>
                    <a:pt x="1411848" y="1507675"/>
                  </a:lnTo>
                  <a:lnTo>
                    <a:pt x="1411846" y="1507658"/>
                  </a:lnTo>
                  <a:lnTo>
                    <a:pt x="1411842" y="1507639"/>
                  </a:lnTo>
                  <a:lnTo>
                    <a:pt x="1411837" y="1507621"/>
                  </a:lnTo>
                  <a:lnTo>
                    <a:pt x="1411826" y="1507605"/>
                  </a:lnTo>
                  <a:lnTo>
                    <a:pt x="1411836" y="1507599"/>
                  </a:lnTo>
                  <a:lnTo>
                    <a:pt x="1411866" y="1507581"/>
                  </a:lnTo>
                  <a:lnTo>
                    <a:pt x="1411910" y="1507556"/>
                  </a:lnTo>
                  <a:lnTo>
                    <a:pt x="1411915" y="1507551"/>
                  </a:lnTo>
                  <a:lnTo>
                    <a:pt x="1411920" y="1507545"/>
                  </a:lnTo>
                  <a:lnTo>
                    <a:pt x="1411926" y="1507540"/>
                  </a:lnTo>
                  <a:lnTo>
                    <a:pt x="1411930" y="1507537"/>
                  </a:lnTo>
                  <a:lnTo>
                    <a:pt x="1411935" y="1507537"/>
                  </a:lnTo>
                  <a:lnTo>
                    <a:pt x="1411945" y="1507544"/>
                  </a:lnTo>
                  <a:lnTo>
                    <a:pt x="1411961" y="1507554"/>
                  </a:lnTo>
                  <a:lnTo>
                    <a:pt x="1411977" y="1507567"/>
                  </a:lnTo>
                  <a:lnTo>
                    <a:pt x="1411990" y="1507578"/>
                  </a:lnTo>
                  <a:lnTo>
                    <a:pt x="1411995" y="1507583"/>
                  </a:lnTo>
                  <a:lnTo>
                    <a:pt x="1412000" y="1507588"/>
                  </a:lnTo>
                  <a:lnTo>
                    <a:pt x="1412011" y="1507601"/>
                  </a:lnTo>
                  <a:lnTo>
                    <a:pt x="1412019" y="1507610"/>
                  </a:lnTo>
                  <a:lnTo>
                    <a:pt x="1412022" y="1507616"/>
                  </a:lnTo>
                  <a:lnTo>
                    <a:pt x="1412035" y="1507610"/>
                  </a:lnTo>
                  <a:lnTo>
                    <a:pt x="1412039" y="1507606"/>
                  </a:lnTo>
                  <a:lnTo>
                    <a:pt x="1412044" y="1507601"/>
                  </a:lnTo>
                  <a:lnTo>
                    <a:pt x="1412055" y="1507589"/>
                  </a:lnTo>
                  <a:lnTo>
                    <a:pt x="1412062" y="1507578"/>
                  </a:lnTo>
                  <a:lnTo>
                    <a:pt x="1412070" y="1507566"/>
                  </a:lnTo>
                  <a:lnTo>
                    <a:pt x="1412079" y="1507554"/>
                  </a:lnTo>
                  <a:lnTo>
                    <a:pt x="1412085" y="1507547"/>
                  </a:lnTo>
                  <a:lnTo>
                    <a:pt x="1412090" y="1507542"/>
                  </a:lnTo>
                  <a:lnTo>
                    <a:pt x="1412095" y="1507537"/>
                  </a:lnTo>
                  <a:lnTo>
                    <a:pt x="1412102" y="1507529"/>
                  </a:lnTo>
                  <a:lnTo>
                    <a:pt x="1412107" y="1507523"/>
                  </a:lnTo>
                  <a:lnTo>
                    <a:pt x="1412112" y="1507516"/>
                  </a:lnTo>
                  <a:lnTo>
                    <a:pt x="1412115" y="1507512"/>
                  </a:lnTo>
                  <a:lnTo>
                    <a:pt x="1412122" y="1507503"/>
                  </a:lnTo>
                  <a:lnTo>
                    <a:pt x="1412122" y="1507497"/>
                  </a:lnTo>
                  <a:lnTo>
                    <a:pt x="1412122" y="1507484"/>
                  </a:lnTo>
                  <a:lnTo>
                    <a:pt x="1412125" y="1507470"/>
                  </a:lnTo>
                  <a:lnTo>
                    <a:pt x="1412128" y="1507457"/>
                  </a:lnTo>
                  <a:lnTo>
                    <a:pt x="1412134" y="1507444"/>
                  </a:lnTo>
                  <a:lnTo>
                    <a:pt x="1412138" y="1507436"/>
                  </a:lnTo>
                  <a:lnTo>
                    <a:pt x="1412142" y="1507426"/>
                  </a:lnTo>
                  <a:lnTo>
                    <a:pt x="1412148" y="1507412"/>
                  </a:lnTo>
                  <a:lnTo>
                    <a:pt x="1412151" y="1507408"/>
                  </a:lnTo>
                  <a:lnTo>
                    <a:pt x="1412157" y="1507384"/>
                  </a:lnTo>
                  <a:lnTo>
                    <a:pt x="1412161" y="1507378"/>
                  </a:lnTo>
                  <a:lnTo>
                    <a:pt x="1412175" y="1507363"/>
                  </a:lnTo>
                  <a:lnTo>
                    <a:pt x="1412188" y="1507353"/>
                  </a:lnTo>
                  <a:lnTo>
                    <a:pt x="1412199" y="1507344"/>
                  </a:lnTo>
                  <a:lnTo>
                    <a:pt x="1412208" y="1507326"/>
                  </a:lnTo>
                  <a:lnTo>
                    <a:pt x="1412212" y="1507315"/>
                  </a:lnTo>
                  <a:lnTo>
                    <a:pt x="1412214" y="1507304"/>
                  </a:lnTo>
                  <a:lnTo>
                    <a:pt x="1412214" y="1507287"/>
                  </a:lnTo>
                  <a:lnTo>
                    <a:pt x="1412207" y="1507279"/>
                  </a:lnTo>
                  <a:lnTo>
                    <a:pt x="1412203" y="1507271"/>
                  </a:lnTo>
                  <a:lnTo>
                    <a:pt x="1412199" y="1507263"/>
                  </a:lnTo>
                  <a:lnTo>
                    <a:pt x="1412197" y="1507256"/>
                  </a:lnTo>
                  <a:lnTo>
                    <a:pt x="1412202" y="1507248"/>
                  </a:lnTo>
                  <a:lnTo>
                    <a:pt x="1412207" y="1507242"/>
                  </a:lnTo>
                  <a:lnTo>
                    <a:pt x="1412211" y="1507238"/>
                  </a:lnTo>
                  <a:lnTo>
                    <a:pt x="1412216" y="1507231"/>
                  </a:lnTo>
                  <a:lnTo>
                    <a:pt x="1412223" y="1507225"/>
                  </a:lnTo>
                  <a:lnTo>
                    <a:pt x="1412228" y="1507221"/>
                  </a:lnTo>
                  <a:lnTo>
                    <a:pt x="1412236" y="1507220"/>
                  </a:lnTo>
                  <a:lnTo>
                    <a:pt x="1412243" y="1507219"/>
                  </a:lnTo>
                  <a:lnTo>
                    <a:pt x="1412252" y="1507219"/>
                  </a:lnTo>
                  <a:lnTo>
                    <a:pt x="1412258" y="1507219"/>
                  </a:lnTo>
                  <a:lnTo>
                    <a:pt x="1412264" y="1507219"/>
                  </a:lnTo>
                  <a:lnTo>
                    <a:pt x="1412271" y="1507221"/>
                  </a:lnTo>
                  <a:lnTo>
                    <a:pt x="1412280" y="1507224"/>
                  </a:lnTo>
                  <a:lnTo>
                    <a:pt x="1412286" y="1507228"/>
                  </a:lnTo>
                  <a:lnTo>
                    <a:pt x="1412292" y="1507234"/>
                  </a:lnTo>
                  <a:lnTo>
                    <a:pt x="1412293" y="1507229"/>
                  </a:lnTo>
                  <a:lnTo>
                    <a:pt x="1412295" y="1507223"/>
                  </a:lnTo>
                  <a:lnTo>
                    <a:pt x="1412300" y="1507218"/>
                  </a:lnTo>
                  <a:lnTo>
                    <a:pt x="1412302" y="1507214"/>
                  </a:lnTo>
                  <a:lnTo>
                    <a:pt x="1412303" y="1507208"/>
                  </a:lnTo>
                  <a:lnTo>
                    <a:pt x="1412305" y="1507201"/>
                  </a:lnTo>
                  <a:lnTo>
                    <a:pt x="1412305" y="1507194"/>
                  </a:lnTo>
                  <a:lnTo>
                    <a:pt x="1412301" y="1507187"/>
                  </a:lnTo>
                  <a:lnTo>
                    <a:pt x="1412299" y="1507181"/>
                  </a:lnTo>
                  <a:lnTo>
                    <a:pt x="1412301" y="1507176"/>
                  </a:lnTo>
                  <a:lnTo>
                    <a:pt x="1412304" y="1507170"/>
                  </a:lnTo>
                  <a:lnTo>
                    <a:pt x="1412309" y="1507165"/>
                  </a:lnTo>
                  <a:lnTo>
                    <a:pt x="1412315" y="1507159"/>
                  </a:lnTo>
                  <a:lnTo>
                    <a:pt x="1412322" y="1507153"/>
                  </a:lnTo>
                  <a:lnTo>
                    <a:pt x="1412329" y="1507149"/>
                  </a:lnTo>
                  <a:lnTo>
                    <a:pt x="1412335" y="1507145"/>
                  </a:lnTo>
                  <a:lnTo>
                    <a:pt x="1412346" y="1507137"/>
                  </a:lnTo>
                  <a:lnTo>
                    <a:pt x="1412384" y="1507111"/>
                  </a:lnTo>
                  <a:lnTo>
                    <a:pt x="1412428" y="1507090"/>
                  </a:lnTo>
                  <a:lnTo>
                    <a:pt x="1412486" y="1507084"/>
                  </a:lnTo>
                  <a:lnTo>
                    <a:pt x="1412511" y="1507095"/>
                  </a:lnTo>
                  <a:lnTo>
                    <a:pt x="1412510" y="1507103"/>
                  </a:lnTo>
                  <a:lnTo>
                    <a:pt x="1412503" y="1507116"/>
                  </a:lnTo>
                  <a:lnTo>
                    <a:pt x="1412497" y="1507124"/>
                  </a:lnTo>
                  <a:lnTo>
                    <a:pt x="1412491" y="1507135"/>
                  </a:lnTo>
                  <a:lnTo>
                    <a:pt x="1412478" y="1507157"/>
                  </a:lnTo>
                  <a:lnTo>
                    <a:pt x="1412462" y="1507186"/>
                  </a:lnTo>
                  <a:lnTo>
                    <a:pt x="1412457" y="1507200"/>
                  </a:lnTo>
                  <a:lnTo>
                    <a:pt x="1412451" y="1507213"/>
                  </a:lnTo>
                  <a:lnTo>
                    <a:pt x="1412445" y="1507233"/>
                  </a:lnTo>
                  <a:lnTo>
                    <a:pt x="1412443" y="1507251"/>
                  </a:lnTo>
                  <a:lnTo>
                    <a:pt x="1412442" y="1507260"/>
                  </a:lnTo>
                  <a:lnTo>
                    <a:pt x="1412442" y="1507266"/>
                  </a:lnTo>
                  <a:lnTo>
                    <a:pt x="1412443" y="1507275"/>
                  </a:lnTo>
                  <a:lnTo>
                    <a:pt x="1412445" y="1507285"/>
                  </a:lnTo>
                  <a:lnTo>
                    <a:pt x="1412452" y="1507301"/>
                  </a:lnTo>
                  <a:lnTo>
                    <a:pt x="1412459" y="1507314"/>
                  </a:lnTo>
                  <a:lnTo>
                    <a:pt x="1412468" y="1507326"/>
                  </a:lnTo>
                  <a:lnTo>
                    <a:pt x="1412480" y="1507337"/>
                  </a:lnTo>
                  <a:lnTo>
                    <a:pt x="1412496" y="1507348"/>
                  </a:lnTo>
                  <a:lnTo>
                    <a:pt x="1412510" y="1507361"/>
                  </a:lnTo>
                  <a:lnTo>
                    <a:pt x="1412533" y="1507388"/>
                  </a:lnTo>
                  <a:lnTo>
                    <a:pt x="1412557" y="1507408"/>
                  </a:lnTo>
                  <a:lnTo>
                    <a:pt x="1412581" y="1507418"/>
                  </a:lnTo>
                  <a:lnTo>
                    <a:pt x="1412615" y="1507425"/>
                  </a:lnTo>
                  <a:lnTo>
                    <a:pt x="1412638" y="1507423"/>
                  </a:lnTo>
                  <a:lnTo>
                    <a:pt x="1412651" y="1507422"/>
                  </a:lnTo>
                  <a:lnTo>
                    <a:pt x="1412657" y="1507423"/>
                  </a:lnTo>
                  <a:lnTo>
                    <a:pt x="1412656" y="1507404"/>
                  </a:lnTo>
                  <a:lnTo>
                    <a:pt x="1412657" y="1507370"/>
                  </a:lnTo>
                  <a:lnTo>
                    <a:pt x="1412662" y="1507327"/>
                  </a:lnTo>
                  <a:lnTo>
                    <a:pt x="1412668" y="1507301"/>
                  </a:lnTo>
                  <a:lnTo>
                    <a:pt x="1412678" y="1507268"/>
                  </a:lnTo>
                  <a:lnTo>
                    <a:pt x="1412688" y="1507241"/>
                  </a:lnTo>
                  <a:lnTo>
                    <a:pt x="1412696" y="1507225"/>
                  </a:lnTo>
                  <a:lnTo>
                    <a:pt x="1412709" y="1507212"/>
                  </a:lnTo>
                  <a:lnTo>
                    <a:pt x="1412719" y="1507201"/>
                  </a:lnTo>
                  <a:lnTo>
                    <a:pt x="1412734" y="1507196"/>
                  </a:lnTo>
                  <a:lnTo>
                    <a:pt x="1412747" y="1507195"/>
                  </a:lnTo>
                  <a:lnTo>
                    <a:pt x="1412771" y="1507197"/>
                  </a:lnTo>
                  <a:lnTo>
                    <a:pt x="1412803" y="1507202"/>
                  </a:lnTo>
                  <a:lnTo>
                    <a:pt x="1412822" y="1507202"/>
                  </a:lnTo>
                  <a:lnTo>
                    <a:pt x="1412837" y="1507201"/>
                  </a:lnTo>
                  <a:lnTo>
                    <a:pt x="1412850" y="1507193"/>
                  </a:lnTo>
                  <a:lnTo>
                    <a:pt x="1412856" y="1507185"/>
                  </a:lnTo>
                  <a:lnTo>
                    <a:pt x="1412862" y="1507177"/>
                  </a:lnTo>
                  <a:lnTo>
                    <a:pt x="1412887" y="1507147"/>
                  </a:lnTo>
                  <a:lnTo>
                    <a:pt x="1412914" y="1507109"/>
                  </a:lnTo>
                  <a:lnTo>
                    <a:pt x="1412927" y="1507086"/>
                  </a:lnTo>
                  <a:lnTo>
                    <a:pt x="1412932" y="1507071"/>
                  </a:lnTo>
                  <a:lnTo>
                    <a:pt x="1412935" y="1507056"/>
                  </a:lnTo>
                  <a:lnTo>
                    <a:pt x="1412937" y="1507041"/>
                  </a:lnTo>
                  <a:lnTo>
                    <a:pt x="1412938" y="1507030"/>
                  </a:lnTo>
                  <a:lnTo>
                    <a:pt x="1412933" y="1507013"/>
                  </a:lnTo>
                  <a:lnTo>
                    <a:pt x="1412917" y="1506979"/>
                  </a:lnTo>
                  <a:lnTo>
                    <a:pt x="1412911" y="1506965"/>
                  </a:lnTo>
                  <a:lnTo>
                    <a:pt x="1412907" y="1506942"/>
                  </a:lnTo>
                  <a:lnTo>
                    <a:pt x="1412905" y="1506919"/>
                  </a:lnTo>
                  <a:lnTo>
                    <a:pt x="1412904" y="1506896"/>
                  </a:lnTo>
                  <a:lnTo>
                    <a:pt x="1412901" y="1506869"/>
                  </a:lnTo>
                  <a:lnTo>
                    <a:pt x="1412896" y="1506849"/>
                  </a:lnTo>
                  <a:lnTo>
                    <a:pt x="1412892" y="1506835"/>
                  </a:lnTo>
                  <a:lnTo>
                    <a:pt x="1412877" y="1506818"/>
                  </a:lnTo>
                  <a:lnTo>
                    <a:pt x="1412860" y="1506804"/>
                  </a:lnTo>
                  <a:lnTo>
                    <a:pt x="1412849" y="1506793"/>
                  </a:lnTo>
                  <a:lnTo>
                    <a:pt x="1412833" y="1506772"/>
                  </a:lnTo>
                  <a:lnTo>
                    <a:pt x="1412829" y="1506765"/>
                  </a:lnTo>
                  <a:lnTo>
                    <a:pt x="1412826" y="1506753"/>
                  </a:lnTo>
                  <a:lnTo>
                    <a:pt x="1412827" y="1506741"/>
                  </a:lnTo>
                  <a:lnTo>
                    <a:pt x="1412829" y="1506729"/>
                  </a:lnTo>
                  <a:lnTo>
                    <a:pt x="1412836" y="1506701"/>
                  </a:lnTo>
                  <a:lnTo>
                    <a:pt x="1412851" y="1506625"/>
                  </a:lnTo>
                  <a:lnTo>
                    <a:pt x="1412856" y="1506561"/>
                  </a:lnTo>
                  <a:lnTo>
                    <a:pt x="1412857" y="1506538"/>
                  </a:lnTo>
                  <a:lnTo>
                    <a:pt x="1412854" y="1506516"/>
                  </a:lnTo>
                  <a:lnTo>
                    <a:pt x="1412852" y="1506495"/>
                  </a:lnTo>
                  <a:lnTo>
                    <a:pt x="1412842" y="1506470"/>
                  </a:lnTo>
                  <a:lnTo>
                    <a:pt x="1412833" y="1506444"/>
                  </a:lnTo>
                  <a:lnTo>
                    <a:pt x="1412826" y="1506413"/>
                  </a:lnTo>
                  <a:lnTo>
                    <a:pt x="1412817" y="1506374"/>
                  </a:lnTo>
                  <a:lnTo>
                    <a:pt x="1412814" y="1506355"/>
                  </a:lnTo>
                  <a:lnTo>
                    <a:pt x="1412814" y="1506330"/>
                  </a:lnTo>
                  <a:lnTo>
                    <a:pt x="1412815" y="1506319"/>
                  </a:lnTo>
                  <a:lnTo>
                    <a:pt x="1412822" y="1506305"/>
                  </a:lnTo>
                  <a:lnTo>
                    <a:pt x="1412832" y="1506287"/>
                  </a:lnTo>
                  <a:lnTo>
                    <a:pt x="1412848" y="1506265"/>
                  </a:lnTo>
                  <a:lnTo>
                    <a:pt x="1412863" y="1506240"/>
                  </a:lnTo>
                  <a:lnTo>
                    <a:pt x="1412866" y="1506234"/>
                  </a:lnTo>
                  <a:lnTo>
                    <a:pt x="1412871" y="1506219"/>
                  </a:lnTo>
                  <a:lnTo>
                    <a:pt x="1412872" y="1506205"/>
                  </a:lnTo>
                  <a:lnTo>
                    <a:pt x="1412869" y="1506180"/>
                  </a:lnTo>
                  <a:lnTo>
                    <a:pt x="1412854" y="1506138"/>
                  </a:lnTo>
                  <a:lnTo>
                    <a:pt x="1412844" y="1506113"/>
                  </a:lnTo>
                  <a:lnTo>
                    <a:pt x="1412834" y="1506084"/>
                  </a:lnTo>
                  <a:lnTo>
                    <a:pt x="1412828" y="1506062"/>
                  </a:lnTo>
                  <a:lnTo>
                    <a:pt x="1412821" y="1506040"/>
                  </a:lnTo>
                  <a:lnTo>
                    <a:pt x="1412815" y="1506019"/>
                  </a:lnTo>
                  <a:lnTo>
                    <a:pt x="1412806" y="1505994"/>
                  </a:lnTo>
                  <a:lnTo>
                    <a:pt x="1412802" y="1505976"/>
                  </a:lnTo>
                  <a:lnTo>
                    <a:pt x="1412800" y="1505966"/>
                  </a:lnTo>
                  <a:lnTo>
                    <a:pt x="1412799" y="1505947"/>
                  </a:lnTo>
                  <a:lnTo>
                    <a:pt x="1412798" y="1505932"/>
                  </a:lnTo>
                  <a:lnTo>
                    <a:pt x="1412798" y="1505918"/>
                  </a:lnTo>
                  <a:lnTo>
                    <a:pt x="1412794" y="1505905"/>
                  </a:lnTo>
                  <a:lnTo>
                    <a:pt x="1412789" y="1505888"/>
                  </a:lnTo>
                  <a:lnTo>
                    <a:pt x="1412785" y="1505865"/>
                  </a:lnTo>
                  <a:lnTo>
                    <a:pt x="1412783" y="1505832"/>
                  </a:lnTo>
                  <a:lnTo>
                    <a:pt x="1412784" y="1505812"/>
                  </a:lnTo>
                  <a:lnTo>
                    <a:pt x="1412789" y="1505774"/>
                  </a:lnTo>
                  <a:lnTo>
                    <a:pt x="1412795" y="1505757"/>
                  </a:lnTo>
                  <a:lnTo>
                    <a:pt x="1412797" y="1505750"/>
                  </a:lnTo>
                  <a:lnTo>
                    <a:pt x="1412799" y="1505744"/>
                  </a:lnTo>
                  <a:lnTo>
                    <a:pt x="1412801" y="1505734"/>
                  </a:lnTo>
                  <a:lnTo>
                    <a:pt x="1412801" y="1505725"/>
                  </a:lnTo>
                  <a:lnTo>
                    <a:pt x="1412798" y="1505713"/>
                  </a:lnTo>
                  <a:lnTo>
                    <a:pt x="1412790" y="1505693"/>
                  </a:lnTo>
                  <a:lnTo>
                    <a:pt x="1412785" y="1505671"/>
                  </a:lnTo>
                  <a:lnTo>
                    <a:pt x="1412782" y="1505653"/>
                  </a:lnTo>
                  <a:lnTo>
                    <a:pt x="1412782" y="1505638"/>
                  </a:lnTo>
                  <a:lnTo>
                    <a:pt x="1412782" y="1505628"/>
                  </a:lnTo>
                  <a:lnTo>
                    <a:pt x="1412782" y="1505621"/>
                  </a:lnTo>
                  <a:lnTo>
                    <a:pt x="1412783" y="1505612"/>
                  </a:lnTo>
                  <a:lnTo>
                    <a:pt x="1412786" y="1505597"/>
                  </a:lnTo>
                  <a:lnTo>
                    <a:pt x="1412791" y="1505579"/>
                  </a:lnTo>
                  <a:lnTo>
                    <a:pt x="1412797" y="1505555"/>
                  </a:lnTo>
                  <a:lnTo>
                    <a:pt x="1412805" y="1505515"/>
                  </a:lnTo>
                  <a:lnTo>
                    <a:pt x="1412815" y="1505483"/>
                  </a:lnTo>
                  <a:lnTo>
                    <a:pt x="1412826" y="1505440"/>
                  </a:lnTo>
                  <a:lnTo>
                    <a:pt x="1412833" y="1505401"/>
                  </a:lnTo>
                  <a:lnTo>
                    <a:pt x="1412835" y="1505379"/>
                  </a:lnTo>
                  <a:lnTo>
                    <a:pt x="1412833" y="1505360"/>
                  </a:lnTo>
                  <a:lnTo>
                    <a:pt x="1412832" y="1505340"/>
                  </a:lnTo>
                  <a:lnTo>
                    <a:pt x="1412832" y="1505301"/>
                  </a:lnTo>
                  <a:lnTo>
                    <a:pt x="1412833" y="1505250"/>
                  </a:lnTo>
                  <a:lnTo>
                    <a:pt x="1412832" y="1505210"/>
                  </a:lnTo>
                  <a:lnTo>
                    <a:pt x="1412834" y="1505169"/>
                  </a:lnTo>
                  <a:lnTo>
                    <a:pt x="1412831" y="1505153"/>
                  </a:lnTo>
                  <a:lnTo>
                    <a:pt x="1412824" y="1505131"/>
                  </a:lnTo>
                  <a:lnTo>
                    <a:pt x="1412821" y="1505114"/>
                  </a:lnTo>
                  <a:lnTo>
                    <a:pt x="1412821" y="1505089"/>
                  </a:lnTo>
                  <a:lnTo>
                    <a:pt x="1412820" y="1505082"/>
                  </a:lnTo>
                  <a:lnTo>
                    <a:pt x="1412817" y="1505075"/>
                  </a:lnTo>
                  <a:lnTo>
                    <a:pt x="1412810" y="1505063"/>
                  </a:lnTo>
                  <a:lnTo>
                    <a:pt x="1412805" y="1505046"/>
                  </a:lnTo>
                  <a:lnTo>
                    <a:pt x="1412806" y="1505029"/>
                  </a:lnTo>
                  <a:lnTo>
                    <a:pt x="1412809" y="1505018"/>
                  </a:lnTo>
                  <a:lnTo>
                    <a:pt x="1412813" y="1504991"/>
                  </a:lnTo>
                  <a:lnTo>
                    <a:pt x="1412817" y="1504949"/>
                  </a:lnTo>
                  <a:lnTo>
                    <a:pt x="1412819" y="1504943"/>
                  </a:lnTo>
                  <a:lnTo>
                    <a:pt x="1412828" y="1504935"/>
                  </a:lnTo>
                  <a:lnTo>
                    <a:pt x="1412835" y="1504933"/>
                  </a:lnTo>
                  <a:lnTo>
                    <a:pt x="1412847" y="1504925"/>
                  </a:lnTo>
                  <a:lnTo>
                    <a:pt x="1412854" y="1504915"/>
                  </a:lnTo>
                  <a:lnTo>
                    <a:pt x="1412874" y="1504876"/>
                  </a:lnTo>
                  <a:lnTo>
                    <a:pt x="1412881" y="1504870"/>
                  </a:lnTo>
                  <a:lnTo>
                    <a:pt x="1412917" y="1504839"/>
                  </a:lnTo>
                  <a:lnTo>
                    <a:pt x="1412939" y="1504811"/>
                  </a:lnTo>
                  <a:lnTo>
                    <a:pt x="1412946" y="1504803"/>
                  </a:lnTo>
                  <a:lnTo>
                    <a:pt x="1412955" y="1504794"/>
                  </a:lnTo>
                  <a:lnTo>
                    <a:pt x="1412976" y="1504763"/>
                  </a:lnTo>
                  <a:lnTo>
                    <a:pt x="1412999" y="1504732"/>
                  </a:lnTo>
                  <a:lnTo>
                    <a:pt x="1413015" y="1504716"/>
                  </a:lnTo>
                  <a:lnTo>
                    <a:pt x="1413027" y="1504715"/>
                  </a:lnTo>
                  <a:lnTo>
                    <a:pt x="1413036" y="1504712"/>
                  </a:lnTo>
                  <a:lnTo>
                    <a:pt x="1413040" y="1504709"/>
                  </a:lnTo>
                  <a:lnTo>
                    <a:pt x="1413044" y="1504695"/>
                  </a:lnTo>
                  <a:lnTo>
                    <a:pt x="1413047" y="1504669"/>
                  </a:lnTo>
                  <a:lnTo>
                    <a:pt x="1413041" y="1504643"/>
                  </a:lnTo>
                  <a:lnTo>
                    <a:pt x="1413035" y="1504628"/>
                  </a:lnTo>
                  <a:lnTo>
                    <a:pt x="1413035" y="1504609"/>
                  </a:lnTo>
                  <a:lnTo>
                    <a:pt x="1413043" y="1504574"/>
                  </a:lnTo>
                  <a:lnTo>
                    <a:pt x="1413052" y="1504555"/>
                  </a:lnTo>
                  <a:lnTo>
                    <a:pt x="1413064" y="1504536"/>
                  </a:lnTo>
                  <a:lnTo>
                    <a:pt x="1413081" y="1504517"/>
                  </a:lnTo>
                  <a:lnTo>
                    <a:pt x="1413107" y="1504464"/>
                  </a:lnTo>
                  <a:lnTo>
                    <a:pt x="1413122" y="1504418"/>
                  </a:lnTo>
                  <a:lnTo>
                    <a:pt x="1413124" y="1504396"/>
                  </a:lnTo>
                  <a:lnTo>
                    <a:pt x="1413126" y="1504349"/>
                  </a:lnTo>
                  <a:lnTo>
                    <a:pt x="1413126" y="1504321"/>
                  </a:lnTo>
                  <a:lnTo>
                    <a:pt x="1413127" y="1504305"/>
                  </a:lnTo>
                  <a:lnTo>
                    <a:pt x="1413131" y="1504294"/>
                  </a:lnTo>
                  <a:lnTo>
                    <a:pt x="1413142" y="1504283"/>
                  </a:lnTo>
                  <a:lnTo>
                    <a:pt x="1413164" y="1504269"/>
                  </a:lnTo>
                  <a:lnTo>
                    <a:pt x="1413168" y="1504264"/>
                  </a:lnTo>
                  <a:lnTo>
                    <a:pt x="1413190" y="1504231"/>
                  </a:lnTo>
                  <a:lnTo>
                    <a:pt x="1413201" y="1504211"/>
                  </a:lnTo>
                  <a:lnTo>
                    <a:pt x="1413203" y="1504206"/>
                  </a:lnTo>
                  <a:lnTo>
                    <a:pt x="1413206" y="1504196"/>
                  </a:lnTo>
                  <a:lnTo>
                    <a:pt x="1413208" y="1504183"/>
                  </a:lnTo>
                  <a:lnTo>
                    <a:pt x="1413205" y="1504153"/>
                  </a:lnTo>
                  <a:lnTo>
                    <a:pt x="1413192" y="1504106"/>
                  </a:lnTo>
                  <a:lnTo>
                    <a:pt x="1413187" y="1504082"/>
                  </a:lnTo>
                  <a:lnTo>
                    <a:pt x="1413188" y="1504049"/>
                  </a:lnTo>
                  <a:lnTo>
                    <a:pt x="1413185" y="1504009"/>
                  </a:lnTo>
                  <a:lnTo>
                    <a:pt x="1413190" y="1503980"/>
                  </a:lnTo>
                  <a:lnTo>
                    <a:pt x="1413196" y="1503957"/>
                  </a:lnTo>
                  <a:lnTo>
                    <a:pt x="1413199" y="1503928"/>
                  </a:lnTo>
                  <a:lnTo>
                    <a:pt x="1413198" y="1503877"/>
                  </a:lnTo>
                  <a:lnTo>
                    <a:pt x="1413197" y="1503829"/>
                  </a:lnTo>
                  <a:lnTo>
                    <a:pt x="1413198" y="1503784"/>
                  </a:lnTo>
                  <a:lnTo>
                    <a:pt x="1413204" y="1503757"/>
                  </a:lnTo>
                  <a:lnTo>
                    <a:pt x="1413205" y="1503738"/>
                  </a:lnTo>
                  <a:lnTo>
                    <a:pt x="1413207" y="1503726"/>
                  </a:lnTo>
                  <a:lnTo>
                    <a:pt x="1413214" y="1503719"/>
                  </a:lnTo>
                  <a:lnTo>
                    <a:pt x="1413221" y="1503717"/>
                  </a:lnTo>
                  <a:lnTo>
                    <a:pt x="1413226" y="1503712"/>
                  </a:lnTo>
                  <a:lnTo>
                    <a:pt x="1413230" y="1503706"/>
                  </a:lnTo>
                  <a:lnTo>
                    <a:pt x="1413232" y="1503690"/>
                  </a:lnTo>
                  <a:lnTo>
                    <a:pt x="1413228" y="1503665"/>
                  </a:lnTo>
                  <a:lnTo>
                    <a:pt x="1413219" y="1503640"/>
                  </a:lnTo>
                  <a:lnTo>
                    <a:pt x="1413214" y="1503617"/>
                  </a:lnTo>
                  <a:lnTo>
                    <a:pt x="1413201" y="1503594"/>
                  </a:lnTo>
                  <a:lnTo>
                    <a:pt x="1413182" y="1503566"/>
                  </a:lnTo>
                  <a:lnTo>
                    <a:pt x="1413173" y="1503547"/>
                  </a:lnTo>
                  <a:lnTo>
                    <a:pt x="1413173" y="1503535"/>
                  </a:lnTo>
                  <a:lnTo>
                    <a:pt x="1413178" y="1503528"/>
                  </a:lnTo>
                  <a:lnTo>
                    <a:pt x="1413187" y="1503525"/>
                  </a:lnTo>
                  <a:lnTo>
                    <a:pt x="1413194" y="1503519"/>
                  </a:lnTo>
                  <a:lnTo>
                    <a:pt x="1413199" y="1503514"/>
                  </a:lnTo>
                  <a:lnTo>
                    <a:pt x="1413201" y="1503509"/>
                  </a:lnTo>
                  <a:lnTo>
                    <a:pt x="1413200" y="1503496"/>
                  </a:lnTo>
                  <a:lnTo>
                    <a:pt x="1413204" y="1503491"/>
                  </a:lnTo>
                  <a:lnTo>
                    <a:pt x="1413219" y="1503482"/>
                  </a:lnTo>
                  <a:lnTo>
                    <a:pt x="1413240" y="1503470"/>
                  </a:lnTo>
                  <a:lnTo>
                    <a:pt x="1413259" y="1503460"/>
                  </a:lnTo>
                  <a:lnTo>
                    <a:pt x="1413275" y="1503457"/>
                  </a:lnTo>
                  <a:lnTo>
                    <a:pt x="1413297" y="1503460"/>
                  </a:lnTo>
                  <a:lnTo>
                    <a:pt x="1413302" y="1503461"/>
                  </a:lnTo>
                  <a:lnTo>
                    <a:pt x="1413323" y="1503471"/>
                  </a:lnTo>
                  <a:lnTo>
                    <a:pt x="1413337" y="1503473"/>
                  </a:lnTo>
                  <a:lnTo>
                    <a:pt x="1413346" y="1503471"/>
                  </a:lnTo>
                  <a:lnTo>
                    <a:pt x="1413358" y="1503466"/>
                  </a:lnTo>
                  <a:lnTo>
                    <a:pt x="1413367" y="1503459"/>
                  </a:lnTo>
                  <a:lnTo>
                    <a:pt x="1413376" y="1503443"/>
                  </a:lnTo>
                  <a:lnTo>
                    <a:pt x="1413381" y="1503437"/>
                  </a:lnTo>
                  <a:lnTo>
                    <a:pt x="1413388" y="1503435"/>
                  </a:lnTo>
                  <a:lnTo>
                    <a:pt x="1413413" y="1503439"/>
                  </a:lnTo>
                  <a:lnTo>
                    <a:pt x="1413425" y="1503445"/>
                  </a:lnTo>
                  <a:lnTo>
                    <a:pt x="1413437" y="1503452"/>
                  </a:lnTo>
                  <a:lnTo>
                    <a:pt x="1413446" y="1503452"/>
                  </a:lnTo>
                  <a:lnTo>
                    <a:pt x="1413469" y="1503452"/>
                  </a:lnTo>
                  <a:lnTo>
                    <a:pt x="1413497" y="1503449"/>
                  </a:lnTo>
                  <a:lnTo>
                    <a:pt x="1413529" y="1503444"/>
                  </a:lnTo>
                  <a:lnTo>
                    <a:pt x="1413535" y="1503442"/>
                  </a:lnTo>
                  <a:lnTo>
                    <a:pt x="1413555" y="1503436"/>
                  </a:lnTo>
                  <a:lnTo>
                    <a:pt x="1413571" y="1503428"/>
                  </a:lnTo>
                  <a:lnTo>
                    <a:pt x="1413583" y="1503421"/>
                  </a:lnTo>
                  <a:lnTo>
                    <a:pt x="1413590" y="1503405"/>
                  </a:lnTo>
                  <a:lnTo>
                    <a:pt x="1413598" y="1503393"/>
                  </a:lnTo>
                  <a:lnTo>
                    <a:pt x="1413601" y="1503389"/>
                  </a:lnTo>
                  <a:lnTo>
                    <a:pt x="1413614" y="1503367"/>
                  </a:lnTo>
                  <a:lnTo>
                    <a:pt x="1413616" y="1503360"/>
                  </a:lnTo>
                  <a:lnTo>
                    <a:pt x="1413618" y="1503354"/>
                  </a:lnTo>
                  <a:lnTo>
                    <a:pt x="1413619" y="1503331"/>
                  </a:lnTo>
                  <a:lnTo>
                    <a:pt x="1413618" y="1503303"/>
                  </a:lnTo>
                  <a:lnTo>
                    <a:pt x="1413617" y="1503288"/>
                  </a:lnTo>
                  <a:lnTo>
                    <a:pt x="1413614" y="1503275"/>
                  </a:lnTo>
                  <a:lnTo>
                    <a:pt x="1413605" y="1503259"/>
                  </a:lnTo>
                  <a:lnTo>
                    <a:pt x="1413603" y="1503254"/>
                  </a:lnTo>
                  <a:lnTo>
                    <a:pt x="1413603" y="1503248"/>
                  </a:lnTo>
                  <a:lnTo>
                    <a:pt x="1413607" y="1503232"/>
                  </a:lnTo>
                  <a:lnTo>
                    <a:pt x="1413605" y="1503225"/>
                  </a:lnTo>
                  <a:lnTo>
                    <a:pt x="1413599" y="1503219"/>
                  </a:lnTo>
                  <a:lnTo>
                    <a:pt x="1413594" y="1503216"/>
                  </a:lnTo>
                  <a:lnTo>
                    <a:pt x="1413592" y="1503209"/>
                  </a:lnTo>
                  <a:lnTo>
                    <a:pt x="1413592" y="1503202"/>
                  </a:lnTo>
                  <a:lnTo>
                    <a:pt x="1413600" y="1503184"/>
                  </a:lnTo>
                  <a:lnTo>
                    <a:pt x="1413607" y="1503170"/>
                  </a:lnTo>
                  <a:lnTo>
                    <a:pt x="1413609" y="1503166"/>
                  </a:lnTo>
                  <a:lnTo>
                    <a:pt x="1413618" y="1503158"/>
                  </a:lnTo>
                  <a:lnTo>
                    <a:pt x="1413636" y="1503146"/>
                  </a:lnTo>
                  <a:lnTo>
                    <a:pt x="1413647" y="1503135"/>
                  </a:lnTo>
                  <a:lnTo>
                    <a:pt x="1413658" y="1503108"/>
                  </a:lnTo>
                  <a:lnTo>
                    <a:pt x="1413670" y="1503069"/>
                  </a:lnTo>
                  <a:lnTo>
                    <a:pt x="1413674" y="1503057"/>
                  </a:lnTo>
                  <a:lnTo>
                    <a:pt x="1413676" y="1503051"/>
                  </a:lnTo>
                  <a:lnTo>
                    <a:pt x="1413677" y="1503042"/>
                  </a:lnTo>
                  <a:lnTo>
                    <a:pt x="1413680" y="1503034"/>
                  </a:lnTo>
                  <a:lnTo>
                    <a:pt x="1413685" y="1503026"/>
                  </a:lnTo>
                  <a:lnTo>
                    <a:pt x="1413689" y="1503018"/>
                  </a:lnTo>
                  <a:lnTo>
                    <a:pt x="1413690" y="1503010"/>
                  </a:lnTo>
                  <a:lnTo>
                    <a:pt x="1413688" y="1502991"/>
                  </a:lnTo>
                  <a:lnTo>
                    <a:pt x="1413689" y="1502964"/>
                  </a:lnTo>
                  <a:lnTo>
                    <a:pt x="1413690" y="1502949"/>
                  </a:lnTo>
                  <a:lnTo>
                    <a:pt x="1413694" y="1502936"/>
                  </a:lnTo>
                  <a:lnTo>
                    <a:pt x="1413706" y="1502920"/>
                  </a:lnTo>
                  <a:lnTo>
                    <a:pt x="1413718" y="1502901"/>
                  </a:lnTo>
                  <a:lnTo>
                    <a:pt x="1413733" y="1502891"/>
                  </a:lnTo>
                  <a:lnTo>
                    <a:pt x="1413745" y="1502880"/>
                  </a:lnTo>
                  <a:lnTo>
                    <a:pt x="1413751" y="1502868"/>
                  </a:lnTo>
                  <a:lnTo>
                    <a:pt x="1413757" y="1502844"/>
                  </a:lnTo>
                  <a:lnTo>
                    <a:pt x="1413760" y="1502824"/>
                  </a:lnTo>
                  <a:lnTo>
                    <a:pt x="1413761" y="1502818"/>
                  </a:lnTo>
                  <a:lnTo>
                    <a:pt x="1413763" y="1502799"/>
                  </a:lnTo>
                  <a:lnTo>
                    <a:pt x="1413758" y="1502767"/>
                  </a:lnTo>
                  <a:lnTo>
                    <a:pt x="1413756" y="1502749"/>
                  </a:lnTo>
                  <a:lnTo>
                    <a:pt x="1413747" y="1502726"/>
                  </a:lnTo>
                  <a:lnTo>
                    <a:pt x="1413740" y="1502717"/>
                  </a:lnTo>
                  <a:lnTo>
                    <a:pt x="1413731" y="1502709"/>
                  </a:lnTo>
                  <a:lnTo>
                    <a:pt x="1413720" y="1502695"/>
                  </a:lnTo>
                  <a:lnTo>
                    <a:pt x="1413715" y="1502683"/>
                  </a:lnTo>
                  <a:lnTo>
                    <a:pt x="1413710" y="1502664"/>
                  </a:lnTo>
                  <a:lnTo>
                    <a:pt x="1413698" y="1502608"/>
                  </a:lnTo>
                  <a:lnTo>
                    <a:pt x="1413694" y="1502588"/>
                  </a:lnTo>
                  <a:lnTo>
                    <a:pt x="1413680" y="1502553"/>
                  </a:lnTo>
                  <a:lnTo>
                    <a:pt x="1413674" y="1502526"/>
                  </a:lnTo>
                  <a:lnTo>
                    <a:pt x="1413670" y="1502489"/>
                  </a:lnTo>
                  <a:lnTo>
                    <a:pt x="1413667" y="1502475"/>
                  </a:lnTo>
                  <a:lnTo>
                    <a:pt x="1413662" y="1502470"/>
                  </a:lnTo>
                  <a:lnTo>
                    <a:pt x="1413652" y="1502461"/>
                  </a:lnTo>
                  <a:lnTo>
                    <a:pt x="1413647" y="1502449"/>
                  </a:lnTo>
                  <a:lnTo>
                    <a:pt x="1413646" y="1502428"/>
                  </a:lnTo>
                  <a:lnTo>
                    <a:pt x="1413646" y="1502392"/>
                  </a:lnTo>
                  <a:lnTo>
                    <a:pt x="1413649" y="1502357"/>
                  </a:lnTo>
                  <a:lnTo>
                    <a:pt x="1413652" y="1502339"/>
                  </a:lnTo>
                  <a:lnTo>
                    <a:pt x="1413654" y="1502313"/>
                  </a:lnTo>
                  <a:lnTo>
                    <a:pt x="1413655" y="1502287"/>
                  </a:lnTo>
                  <a:lnTo>
                    <a:pt x="1413653" y="1502277"/>
                  </a:lnTo>
                  <a:lnTo>
                    <a:pt x="1413649" y="1502271"/>
                  </a:lnTo>
                  <a:lnTo>
                    <a:pt x="1413633" y="1502254"/>
                  </a:lnTo>
                  <a:lnTo>
                    <a:pt x="1413632" y="1502242"/>
                  </a:lnTo>
                  <a:lnTo>
                    <a:pt x="1413635" y="1502230"/>
                  </a:lnTo>
                  <a:lnTo>
                    <a:pt x="1413645" y="1502217"/>
                  </a:lnTo>
                  <a:lnTo>
                    <a:pt x="1413668" y="1502199"/>
                  </a:lnTo>
                  <a:lnTo>
                    <a:pt x="1413687" y="1502186"/>
                  </a:lnTo>
                  <a:lnTo>
                    <a:pt x="1413704" y="1502174"/>
                  </a:lnTo>
                  <a:lnTo>
                    <a:pt x="1413709" y="1502169"/>
                  </a:lnTo>
                  <a:lnTo>
                    <a:pt x="1413713" y="1502165"/>
                  </a:lnTo>
                  <a:lnTo>
                    <a:pt x="1413720" y="1502156"/>
                  </a:lnTo>
                  <a:lnTo>
                    <a:pt x="1413727" y="1502152"/>
                  </a:lnTo>
                  <a:lnTo>
                    <a:pt x="1413736" y="1502146"/>
                  </a:lnTo>
                  <a:lnTo>
                    <a:pt x="1413743" y="1502142"/>
                  </a:lnTo>
                  <a:lnTo>
                    <a:pt x="1413757" y="1502135"/>
                  </a:lnTo>
                  <a:lnTo>
                    <a:pt x="1413831" y="1502100"/>
                  </a:lnTo>
                  <a:lnTo>
                    <a:pt x="1413880" y="1502068"/>
                  </a:lnTo>
                  <a:lnTo>
                    <a:pt x="1413895" y="1502059"/>
                  </a:lnTo>
                  <a:lnTo>
                    <a:pt x="1413935" y="1502043"/>
                  </a:lnTo>
                  <a:lnTo>
                    <a:pt x="1413947" y="1502038"/>
                  </a:lnTo>
                  <a:lnTo>
                    <a:pt x="1413964" y="1502025"/>
                  </a:lnTo>
                  <a:lnTo>
                    <a:pt x="1413975" y="1502009"/>
                  </a:lnTo>
                  <a:lnTo>
                    <a:pt x="1413984" y="1501994"/>
                  </a:lnTo>
                  <a:lnTo>
                    <a:pt x="1413995" y="1501968"/>
                  </a:lnTo>
                  <a:lnTo>
                    <a:pt x="1413999" y="1501947"/>
                  </a:lnTo>
                  <a:lnTo>
                    <a:pt x="1413999" y="1501916"/>
                  </a:lnTo>
                  <a:lnTo>
                    <a:pt x="1413999" y="1501908"/>
                  </a:lnTo>
                  <a:lnTo>
                    <a:pt x="1413995" y="1501877"/>
                  </a:lnTo>
                  <a:lnTo>
                    <a:pt x="1413989" y="1501848"/>
                  </a:lnTo>
                  <a:lnTo>
                    <a:pt x="1413981" y="1501819"/>
                  </a:lnTo>
                  <a:lnTo>
                    <a:pt x="1413966" y="1501783"/>
                  </a:lnTo>
                  <a:lnTo>
                    <a:pt x="1413959" y="1501756"/>
                  </a:lnTo>
                  <a:lnTo>
                    <a:pt x="1413952" y="1501737"/>
                  </a:lnTo>
                  <a:lnTo>
                    <a:pt x="1413943" y="1501726"/>
                  </a:lnTo>
                  <a:lnTo>
                    <a:pt x="1413936" y="1501725"/>
                  </a:lnTo>
                  <a:lnTo>
                    <a:pt x="1413926" y="1501725"/>
                  </a:lnTo>
                  <a:lnTo>
                    <a:pt x="1413915" y="1501719"/>
                  </a:lnTo>
                  <a:lnTo>
                    <a:pt x="1413906" y="1501716"/>
                  </a:lnTo>
                  <a:lnTo>
                    <a:pt x="1413890" y="1501711"/>
                  </a:lnTo>
                  <a:lnTo>
                    <a:pt x="1413876" y="1501710"/>
                  </a:lnTo>
                  <a:lnTo>
                    <a:pt x="1413857" y="1501706"/>
                  </a:lnTo>
                  <a:lnTo>
                    <a:pt x="1413848" y="1501701"/>
                  </a:lnTo>
                  <a:lnTo>
                    <a:pt x="1413829" y="1501683"/>
                  </a:lnTo>
                  <a:lnTo>
                    <a:pt x="1413820" y="1501674"/>
                  </a:lnTo>
                  <a:lnTo>
                    <a:pt x="1413815" y="1501672"/>
                  </a:lnTo>
                  <a:lnTo>
                    <a:pt x="1413802" y="1501671"/>
                  </a:lnTo>
                  <a:lnTo>
                    <a:pt x="1413786" y="1501666"/>
                  </a:lnTo>
                  <a:lnTo>
                    <a:pt x="1413775" y="1501659"/>
                  </a:lnTo>
                  <a:lnTo>
                    <a:pt x="1413768" y="1501647"/>
                  </a:lnTo>
                  <a:lnTo>
                    <a:pt x="1413767" y="1501637"/>
                  </a:lnTo>
                  <a:lnTo>
                    <a:pt x="1413770" y="1501608"/>
                  </a:lnTo>
                  <a:lnTo>
                    <a:pt x="1413768" y="1501568"/>
                  </a:lnTo>
                  <a:lnTo>
                    <a:pt x="1413771" y="1501541"/>
                  </a:lnTo>
                  <a:lnTo>
                    <a:pt x="1413783" y="1501503"/>
                  </a:lnTo>
                  <a:lnTo>
                    <a:pt x="1413792" y="1501482"/>
                  </a:lnTo>
                  <a:lnTo>
                    <a:pt x="1413814" y="1501458"/>
                  </a:lnTo>
                  <a:lnTo>
                    <a:pt x="1413828" y="1501440"/>
                  </a:lnTo>
                  <a:lnTo>
                    <a:pt x="1413840" y="1501413"/>
                  </a:lnTo>
                  <a:lnTo>
                    <a:pt x="1413846" y="1501403"/>
                  </a:lnTo>
                  <a:lnTo>
                    <a:pt x="1413849" y="1501395"/>
                  </a:lnTo>
                  <a:lnTo>
                    <a:pt x="1413857" y="1501373"/>
                  </a:lnTo>
                  <a:lnTo>
                    <a:pt x="1413860" y="1501357"/>
                  </a:lnTo>
                  <a:lnTo>
                    <a:pt x="1413871" y="1501341"/>
                  </a:lnTo>
                  <a:lnTo>
                    <a:pt x="1413886" y="1501323"/>
                  </a:lnTo>
                  <a:lnTo>
                    <a:pt x="1413893" y="1501314"/>
                  </a:lnTo>
                  <a:lnTo>
                    <a:pt x="1413892" y="1501309"/>
                  </a:lnTo>
                  <a:lnTo>
                    <a:pt x="1413888" y="1501301"/>
                  </a:lnTo>
                  <a:lnTo>
                    <a:pt x="1413885" y="1501295"/>
                  </a:lnTo>
                  <a:lnTo>
                    <a:pt x="1413880" y="1501290"/>
                  </a:lnTo>
                  <a:lnTo>
                    <a:pt x="1413872" y="1501288"/>
                  </a:lnTo>
                  <a:lnTo>
                    <a:pt x="1413867" y="1501288"/>
                  </a:lnTo>
                  <a:lnTo>
                    <a:pt x="1413860" y="1501289"/>
                  </a:lnTo>
                  <a:lnTo>
                    <a:pt x="1413845" y="1501292"/>
                  </a:lnTo>
                  <a:lnTo>
                    <a:pt x="1413828" y="1501294"/>
                  </a:lnTo>
                  <a:lnTo>
                    <a:pt x="1413817" y="1501294"/>
                  </a:lnTo>
                  <a:lnTo>
                    <a:pt x="1413816" y="1501285"/>
                  </a:lnTo>
                  <a:lnTo>
                    <a:pt x="1413820" y="1501276"/>
                  </a:lnTo>
                  <a:lnTo>
                    <a:pt x="1413826" y="1501267"/>
                  </a:lnTo>
                  <a:lnTo>
                    <a:pt x="1413829" y="1501261"/>
                  </a:lnTo>
                  <a:lnTo>
                    <a:pt x="1413831" y="1501256"/>
                  </a:lnTo>
                  <a:lnTo>
                    <a:pt x="1413834" y="1501250"/>
                  </a:lnTo>
                  <a:lnTo>
                    <a:pt x="1413837" y="1501244"/>
                  </a:lnTo>
                  <a:lnTo>
                    <a:pt x="1413840" y="1501237"/>
                  </a:lnTo>
                  <a:lnTo>
                    <a:pt x="1413844" y="1501227"/>
                  </a:lnTo>
                  <a:lnTo>
                    <a:pt x="1413846" y="1501222"/>
                  </a:lnTo>
                  <a:lnTo>
                    <a:pt x="1413849" y="1501214"/>
                  </a:lnTo>
                  <a:lnTo>
                    <a:pt x="1413852" y="1501207"/>
                  </a:lnTo>
                  <a:lnTo>
                    <a:pt x="1413855" y="1501200"/>
                  </a:lnTo>
                  <a:lnTo>
                    <a:pt x="1413858" y="1501196"/>
                  </a:lnTo>
                  <a:lnTo>
                    <a:pt x="1413862" y="1501188"/>
                  </a:lnTo>
                  <a:lnTo>
                    <a:pt x="1413865" y="1501180"/>
                  </a:lnTo>
                  <a:lnTo>
                    <a:pt x="1413867" y="1501173"/>
                  </a:lnTo>
                  <a:lnTo>
                    <a:pt x="1413870" y="1501166"/>
                  </a:lnTo>
                  <a:lnTo>
                    <a:pt x="1413874" y="1501160"/>
                  </a:lnTo>
                  <a:lnTo>
                    <a:pt x="1413876" y="1501154"/>
                  </a:lnTo>
                  <a:lnTo>
                    <a:pt x="1413878" y="1501150"/>
                  </a:lnTo>
                  <a:lnTo>
                    <a:pt x="1413897" y="1501092"/>
                  </a:lnTo>
                  <a:lnTo>
                    <a:pt x="1413901" y="1501055"/>
                  </a:lnTo>
                  <a:lnTo>
                    <a:pt x="1413957" y="1500976"/>
                  </a:lnTo>
                  <a:lnTo>
                    <a:pt x="1414068" y="1500834"/>
                  </a:lnTo>
                  <a:lnTo>
                    <a:pt x="1414070" y="1500842"/>
                  </a:lnTo>
                  <a:lnTo>
                    <a:pt x="1414073" y="1500849"/>
                  </a:lnTo>
                  <a:lnTo>
                    <a:pt x="1414077" y="1500855"/>
                  </a:lnTo>
                  <a:lnTo>
                    <a:pt x="1414080" y="1500859"/>
                  </a:lnTo>
                  <a:lnTo>
                    <a:pt x="1414085" y="1500863"/>
                  </a:lnTo>
                  <a:lnTo>
                    <a:pt x="1414090" y="1500867"/>
                  </a:lnTo>
                  <a:lnTo>
                    <a:pt x="1414094" y="1500869"/>
                  </a:lnTo>
                  <a:lnTo>
                    <a:pt x="1414099" y="1500870"/>
                  </a:lnTo>
                  <a:lnTo>
                    <a:pt x="1414105" y="1500871"/>
                  </a:lnTo>
                  <a:lnTo>
                    <a:pt x="1414112" y="1500871"/>
                  </a:lnTo>
                  <a:lnTo>
                    <a:pt x="1414119" y="1500871"/>
                  </a:lnTo>
                  <a:lnTo>
                    <a:pt x="1414124" y="1500871"/>
                  </a:lnTo>
                  <a:lnTo>
                    <a:pt x="1414135" y="1500872"/>
                  </a:lnTo>
                  <a:lnTo>
                    <a:pt x="1414141" y="1500872"/>
                  </a:lnTo>
                  <a:lnTo>
                    <a:pt x="1414147" y="1500873"/>
                  </a:lnTo>
                  <a:lnTo>
                    <a:pt x="1414153" y="1500875"/>
                  </a:lnTo>
                  <a:lnTo>
                    <a:pt x="1414158" y="1500877"/>
                  </a:lnTo>
                  <a:lnTo>
                    <a:pt x="1414164" y="1500879"/>
                  </a:lnTo>
                  <a:lnTo>
                    <a:pt x="1414169" y="1500880"/>
                  </a:lnTo>
                  <a:lnTo>
                    <a:pt x="1414175" y="1500879"/>
                  </a:lnTo>
                  <a:lnTo>
                    <a:pt x="1414183" y="1500878"/>
                  </a:lnTo>
                  <a:lnTo>
                    <a:pt x="1414191" y="1500877"/>
                  </a:lnTo>
                  <a:lnTo>
                    <a:pt x="1414196" y="1500875"/>
                  </a:lnTo>
                  <a:lnTo>
                    <a:pt x="1414202" y="1500873"/>
                  </a:lnTo>
                  <a:lnTo>
                    <a:pt x="1414208" y="1500870"/>
                  </a:lnTo>
                  <a:lnTo>
                    <a:pt x="1414214" y="1500867"/>
                  </a:lnTo>
                  <a:lnTo>
                    <a:pt x="1414219" y="1500864"/>
                  </a:lnTo>
                  <a:lnTo>
                    <a:pt x="1414224" y="1500861"/>
                  </a:lnTo>
                  <a:lnTo>
                    <a:pt x="1414229" y="1500858"/>
                  </a:lnTo>
                  <a:lnTo>
                    <a:pt x="1414235" y="1500854"/>
                  </a:lnTo>
                  <a:lnTo>
                    <a:pt x="1414239" y="1500852"/>
                  </a:lnTo>
                  <a:lnTo>
                    <a:pt x="1414245" y="1500851"/>
                  </a:lnTo>
                  <a:lnTo>
                    <a:pt x="1414250" y="1500850"/>
                  </a:lnTo>
                  <a:lnTo>
                    <a:pt x="1414254" y="1500850"/>
                  </a:lnTo>
                  <a:lnTo>
                    <a:pt x="1414260" y="1500851"/>
                  </a:lnTo>
                  <a:lnTo>
                    <a:pt x="1414265" y="1500853"/>
                  </a:lnTo>
                  <a:lnTo>
                    <a:pt x="1414271" y="1500855"/>
                  </a:lnTo>
                  <a:lnTo>
                    <a:pt x="1414276" y="1500857"/>
                  </a:lnTo>
                  <a:lnTo>
                    <a:pt x="1414280" y="1500859"/>
                  </a:lnTo>
                  <a:lnTo>
                    <a:pt x="1414285" y="1500862"/>
                  </a:lnTo>
                  <a:lnTo>
                    <a:pt x="1414290" y="1500865"/>
                  </a:lnTo>
                  <a:lnTo>
                    <a:pt x="1414297" y="1500868"/>
                  </a:lnTo>
                  <a:lnTo>
                    <a:pt x="1414302" y="1500870"/>
                  </a:lnTo>
                  <a:lnTo>
                    <a:pt x="1414308" y="1500871"/>
                  </a:lnTo>
                  <a:lnTo>
                    <a:pt x="1414313" y="1500871"/>
                  </a:lnTo>
                  <a:lnTo>
                    <a:pt x="1414322" y="1500869"/>
                  </a:lnTo>
                  <a:lnTo>
                    <a:pt x="1414330" y="1500867"/>
                  </a:lnTo>
                  <a:lnTo>
                    <a:pt x="1414337" y="1500864"/>
                  </a:lnTo>
                  <a:lnTo>
                    <a:pt x="1414343" y="1500862"/>
                  </a:lnTo>
                  <a:lnTo>
                    <a:pt x="1414348" y="1500859"/>
                  </a:lnTo>
                  <a:lnTo>
                    <a:pt x="1414352" y="1500856"/>
                  </a:lnTo>
                  <a:lnTo>
                    <a:pt x="1414357" y="1500851"/>
                  </a:lnTo>
                  <a:lnTo>
                    <a:pt x="1414363" y="1500846"/>
                  </a:lnTo>
                  <a:lnTo>
                    <a:pt x="1414369" y="1500842"/>
                  </a:lnTo>
                  <a:lnTo>
                    <a:pt x="1414374" y="1500839"/>
                  </a:lnTo>
                  <a:lnTo>
                    <a:pt x="1414379" y="1500837"/>
                  </a:lnTo>
                  <a:lnTo>
                    <a:pt x="1414384" y="1500836"/>
                  </a:lnTo>
                  <a:lnTo>
                    <a:pt x="1414392" y="1500837"/>
                  </a:lnTo>
                  <a:lnTo>
                    <a:pt x="1414399" y="1500839"/>
                  </a:lnTo>
                  <a:lnTo>
                    <a:pt x="1414405" y="1500843"/>
                  </a:lnTo>
                  <a:lnTo>
                    <a:pt x="1414411" y="1500846"/>
                  </a:lnTo>
                  <a:lnTo>
                    <a:pt x="1414416" y="1500849"/>
                  </a:lnTo>
                  <a:lnTo>
                    <a:pt x="1414421" y="1500852"/>
                  </a:lnTo>
                  <a:lnTo>
                    <a:pt x="1414426" y="1500855"/>
                  </a:lnTo>
                  <a:lnTo>
                    <a:pt x="1414431" y="1500857"/>
                  </a:lnTo>
                  <a:lnTo>
                    <a:pt x="1414437" y="1500858"/>
                  </a:lnTo>
                  <a:lnTo>
                    <a:pt x="1414445" y="1500859"/>
                  </a:lnTo>
                  <a:lnTo>
                    <a:pt x="1414452" y="1500857"/>
                  </a:lnTo>
                  <a:lnTo>
                    <a:pt x="1414458" y="1500855"/>
                  </a:lnTo>
                  <a:lnTo>
                    <a:pt x="1414464" y="1500854"/>
                  </a:lnTo>
                  <a:lnTo>
                    <a:pt x="1414470" y="1500852"/>
                  </a:lnTo>
                  <a:lnTo>
                    <a:pt x="1414474" y="1500851"/>
                  </a:lnTo>
                  <a:lnTo>
                    <a:pt x="1414479" y="1500849"/>
                  </a:lnTo>
                  <a:lnTo>
                    <a:pt x="1414483" y="1500848"/>
                  </a:lnTo>
                  <a:lnTo>
                    <a:pt x="1414488" y="1500845"/>
                  </a:lnTo>
                  <a:lnTo>
                    <a:pt x="1414492" y="1500842"/>
                  </a:lnTo>
                  <a:lnTo>
                    <a:pt x="1414498" y="1500837"/>
                  </a:lnTo>
                  <a:lnTo>
                    <a:pt x="1414502" y="1500832"/>
                  </a:lnTo>
                  <a:lnTo>
                    <a:pt x="1414505" y="1500828"/>
                  </a:lnTo>
                  <a:lnTo>
                    <a:pt x="1414509" y="1500823"/>
                  </a:lnTo>
                  <a:lnTo>
                    <a:pt x="1414510" y="1500815"/>
                  </a:lnTo>
                  <a:lnTo>
                    <a:pt x="1414511" y="1500809"/>
                  </a:lnTo>
                  <a:lnTo>
                    <a:pt x="1414510" y="1500803"/>
                  </a:lnTo>
                  <a:lnTo>
                    <a:pt x="1414510" y="1500797"/>
                  </a:lnTo>
                  <a:lnTo>
                    <a:pt x="1414511" y="1500789"/>
                  </a:lnTo>
                  <a:lnTo>
                    <a:pt x="1414513" y="1500782"/>
                  </a:lnTo>
                  <a:lnTo>
                    <a:pt x="1414514" y="1500777"/>
                  </a:lnTo>
                  <a:lnTo>
                    <a:pt x="1414515" y="1500772"/>
                  </a:lnTo>
                  <a:lnTo>
                    <a:pt x="1414515" y="1500765"/>
                  </a:lnTo>
                  <a:lnTo>
                    <a:pt x="1414516" y="1500759"/>
                  </a:lnTo>
                  <a:lnTo>
                    <a:pt x="1414514" y="1500751"/>
                  </a:lnTo>
                  <a:lnTo>
                    <a:pt x="1414513" y="1500744"/>
                  </a:lnTo>
                  <a:lnTo>
                    <a:pt x="1414515" y="1500739"/>
                  </a:lnTo>
                  <a:lnTo>
                    <a:pt x="1414518" y="1500733"/>
                  </a:lnTo>
                  <a:lnTo>
                    <a:pt x="1414523" y="1500731"/>
                  </a:lnTo>
                  <a:lnTo>
                    <a:pt x="1414529" y="1500733"/>
                  </a:lnTo>
                  <a:lnTo>
                    <a:pt x="1414534" y="1500736"/>
                  </a:lnTo>
                  <a:lnTo>
                    <a:pt x="1414539" y="1500740"/>
                  </a:lnTo>
                  <a:lnTo>
                    <a:pt x="1414545" y="1500744"/>
                  </a:lnTo>
                  <a:lnTo>
                    <a:pt x="1414550" y="1500748"/>
                  </a:lnTo>
                  <a:lnTo>
                    <a:pt x="1414554" y="1500752"/>
                  </a:lnTo>
                  <a:lnTo>
                    <a:pt x="1414560" y="1500756"/>
                  </a:lnTo>
                  <a:lnTo>
                    <a:pt x="1414564" y="1500760"/>
                  </a:lnTo>
                  <a:lnTo>
                    <a:pt x="1414569" y="1500763"/>
                  </a:lnTo>
                  <a:lnTo>
                    <a:pt x="1414573" y="1500766"/>
                  </a:lnTo>
                  <a:lnTo>
                    <a:pt x="1414577" y="1500768"/>
                  </a:lnTo>
                  <a:lnTo>
                    <a:pt x="1414582" y="1500770"/>
                  </a:lnTo>
                  <a:lnTo>
                    <a:pt x="1414588" y="1500773"/>
                  </a:lnTo>
                  <a:lnTo>
                    <a:pt x="1414595" y="1500775"/>
                  </a:lnTo>
                  <a:lnTo>
                    <a:pt x="1414600" y="1500775"/>
                  </a:lnTo>
                  <a:lnTo>
                    <a:pt x="1414605" y="1500774"/>
                  </a:lnTo>
                  <a:lnTo>
                    <a:pt x="1414611" y="1500774"/>
                  </a:lnTo>
                  <a:lnTo>
                    <a:pt x="1414615" y="1500775"/>
                  </a:lnTo>
                  <a:lnTo>
                    <a:pt x="1414620" y="1500777"/>
                  </a:lnTo>
                  <a:lnTo>
                    <a:pt x="1414624" y="1500781"/>
                  </a:lnTo>
                  <a:lnTo>
                    <a:pt x="1414628" y="1500785"/>
                  </a:lnTo>
                  <a:lnTo>
                    <a:pt x="1414632" y="1500789"/>
                  </a:lnTo>
                  <a:lnTo>
                    <a:pt x="1414637" y="1500792"/>
                  </a:lnTo>
                  <a:lnTo>
                    <a:pt x="1414642" y="1500798"/>
                  </a:lnTo>
                  <a:lnTo>
                    <a:pt x="1414645" y="1500805"/>
                  </a:lnTo>
                  <a:lnTo>
                    <a:pt x="1414647" y="1500813"/>
                  </a:lnTo>
                  <a:lnTo>
                    <a:pt x="1414649" y="1500822"/>
                  </a:lnTo>
                  <a:lnTo>
                    <a:pt x="1414652" y="1500830"/>
                  </a:lnTo>
                  <a:lnTo>
                    <a:pt x="1414655" y="1500836"/>
                  </a:lnTo>
                  <a:lnTo>
                    <a:pt x="1414659" y="1500843"/>
                  </a:lnTo>
                  <a:lnTo>
                    <a:pt x="1414663" y="1500847"/>
                  </a:lnTo>
                  <a:lnTo>
                    <a:pt x="1414667" y="1500849"/>
                  </a:lnTo>
                  <a:lnTo>
                    <a:pt x="1414674" y="1500850"/>
                  </a:lnTo>
                  <a:lnTo>
                    <a:pt x="1414682" y="1500851"/>
                  </a:lnTo>
                  <a:lnTo>
                    <a:pt x="1414688" y="1500852"/>
                  </a:lnTo>
                  <a:lnTo>
                    <a:pt x="1414693" y="1500854"/>
                  </a:lnTo>
                  <a:lnTo>
                    <a:pt x="1414699" y="1500856"/>
                  </a:lnTo>
                  <a:lnTo>
                    <a:pt x="1414704" y="1500857"/>
                  </a:lnTo>
                  <a:lnTo>
                    <a:pt x="1414711" y="1500859"/>
                  </a:lnTo>
                  <a:lnTo>
                    <a:pt x="1414719" y="1500860"/>
                  </a:lnTo>
                  <a:lnTo>
                    <a:pt x="1414727" y="1500858"/>
                  </a:lnTo>
                  <a:lnTo>
                    <a:pt x="1414732" y="1500856"/>
                  </a:lnTo>
                  <a:lnTo>
                    <a:pt x="1414736" y="1500854"/>
                  </a:lnTo>
                  <a:lnTo>
                    <a:pt x="1414741" y="1500852"/>
                  </a:lnTo>
                  <a:lnTo>
                    <a:pt x="1414747" y="1500849"/>
                  </a:lnTo>
                  <a:lnTo>
                    <a:pt x="1414752" y="1500845"/>
                  </a:lnTo>
                  <a:lnTo>
                    <a:pt x="1414757" y="1500842"/>
                  </a:lnTo>
                  <a:lnTo>
                    <a:pt x="1414761" y="1500839"/>
                  </a:lnTo>
                  <a:lnTo>
                    <a:pt x="1414767" y="1500834"/>
                  </a:lnTo>
                  <a:lnTo>
                    <a:pt x="1414771" y="1500830"/>
                  </a:lnTo>
                  <a:lnTo>
                    <a:pt x="1414776" y="1500824"/>
                  </a:lnTo>
                  <a:lnTo>
                    <a:pt x="1414780" y="1500820"/>
                  </a:lnTo>
                  <a:lnTo>
                    <a:pt x="1414785" y="1500816"/>
                  </a:lnTo>
                  <a:lnTo>
                    <a:pt x="1414789" y="1500814"/>
                  </a:lnTo>
                  <a:lnTo>
                    <a:pt x="1414796" y="1500814"/>
                  </a:lnTo>
                  <a:lnTo>
                    <a:pt x="1414806" y="1500815"/>
                  </a:lnTo>
                  <a:lnTo>
                    <a:pt x="1414812" y="1500816"/>
                  </a:lnTo>
                  <a:lnTo>
                    <a:pt x="1414818" y="1500817"/>
                  </a:lnTo>
                  <a:lnTo>
                    <a:pt x="1414823" y="1500817"/>
                  </a:lnTo>
                  <a:lnTo>
                    <a:pt x="1414830" y="1500817"/>
                  </a:lnTo>
                  <a:lnTo>
                    <a:pt x="1414839" y="1500817"/>
                  </a:lnTo>
                  <a:lnTo>
                    <a:pt x="1414846" y="1500817"/>
                  </a:lnTo>
                  <a:lnTo>
                    <a:pt x="1414853" y="1500817"/>
                  </a:lnTo>
                  <a:lnTo>
                    <a:pt x="1414863" y="1500818"/>
                  </a:lnTo>
                  <a:lnTo>
                    <a:pt x="1414868" y="1500818"/>
                  </a:lnTo>
                  <a:lnTo>
                    <a:pt x="1414875" y="1500819"/>
                  </a:lnTo>
                  <a:lnTo>
                    <a:pt x="1414880" y="1500820"/>
                  </a:lnTo>
                  <a:lnTo>
                    <a:pt x="1414886" y="1500822"/>
                  </a:lnTo>
                  <a:lnTo>
                    <a:pt x="1414892" y="1500825"/>
                  </a:lnTo>
                  <a:lnTo>
                    <a:pt x="1414897" y="1500828"/>
                  </a:lnTo>
                  <a:lnTo>
                    <a:pt x="1414901" y="1500833"/>
                  </a:lnTo>
                  <a:lnTo>
                    <a:pt x="1414907" y="1500838"/>
                  </a:lnTo>
                  <a:lnTo>
                    <a:pt x="1414911" y="1500841"/>
                  </a:lnTo>
                  <a:lnTo>
                    <a:pt x="1414916" y="1500844"/>
                  </a:lnTo>
                  <a:lnTo>
                    <a:pt x="1414921" y="1500847"/>
                  </a:lnTo>
                  <a:lnTo>
                    <a:pt x="1414926" y="1500849"/>
                  </a:lnTo>
                  <a:lnTo>
                    <a:pt x="1414930" y="1500851"/>
                  </a:lnTo>
                  <a:lnTo>
                    <a:pt x="1414934" y="1500854"/>
                  </a:lnTo>
                  <a:lnTo>
                    <a:pt x="1414939" y="1500856"/>
                  </a:lnTo>
                  <a:lnTo>
                    <a:pt x="1414944" y="1500858"/>
                  </a:lnTo>
                  <a:lnTo>
                    <a:pt x="1414951" y="1500860"/>
                  </a:lnTo>
                  <a:lnTo>
                    <a:pt x="1414957" y="1500862"/>
                  </a:lnTo>
                  <a:lnTo>
                    <a:pt x="1414961" y="1500865"/>
                  </a:lnTo>
                  <a:lnTo>
                    <a:pt x="1414966" y="1500870"/>
                  </a:lnTo>
                  <a:lnTo>
                    <a:pt x="1414969" y="1500874"/>
                  </a:lnTo>
                  <a:lnTo>
                    <a:pt x="1414972" y="1500880"/>
                  </a:lnTo>
                  <a:lnTo>
                    <a:pt x="1414974" y="1500885"/>
                  </a:lnTo>
                  <a:lnTo>
                    <a:pt x="1414976" y="1500890"/>
                  </a:lnTo>
                  <a:lnTo>
                    <a:pt x="1414978" y="1500896"/>
                  </a:lnTo>
                  <a:lnTo>
                    <a:pt x="1414979" y="1500903"/>
                  </a:lnTo>
                  <a:lnTo>
                    <a:pt x="1414978" y="1500910"/>
                  </a:lnTo>
                  <a:lnTo>
                    <a:pt x="1414977" y="1500917"/>
                  </a:lnTo>
                  <a:lnTo>
                    <a:pt x="1414976" y="1500924"/>
                  </a:lnTo>
                  <a:lnTo>
                    <a:pt x="1414974" y="1500934"/>
                  </a:lnTo>
                  <a:lnTo>
                    <a:pt x="1414973" y="1500941"/>
                  </a:lnTo>
                  <a:lnTo>
                    <a:pt x="1414973" y="1500948"/>
                  </a:lnTo>
                  <a:lnTo>
                    <a:pt x="1414973" y="1500955"/>
                  </a:lnTo>
                  <a:lnTo>
                    <a:pt x="1414976" y="1500963"/>
                  </a:lnTo>
                  <a:lnTo>
                    <a:pt x="1414979" y="1500967"/>
                  </a:lnTo>
                  <a:lnTo>
                    <a:pt x="1414984" y="1500969"/>
                  </a:lnTo>
                  <a:lnTo>
                    <a:pt x="1414992" y="1500972"/>
                  </a:lnTo>
                  <a:lnTo>
                    <a:pt x="1414998" y="1500975"/>
                  </a:lnTo>
                  <a:lnTo>
                    <a:pt x="1415003" y="1500977"/>
                  </a:lnTo>
                  <a:lnTo>
                    <a:pt x="1415008" y="1500980"/>
                  </a:lnTo>
                  <a:lnTo>
                    <a:pt x="1415013" y="1500983"/>
                  </a:lnTo>
                  <a:lnTo>
                    <a:pt x="1415018" y="1500988"/>
                  </a:lnTo>
                  <a:lnTo>
                    <a:pt x="1415021" y="1500993"/>
                  </a:lnTo>
                  <a:lnTo>
                    <a:pt x="1415024" y="1501000"/>
                  </a:lnTo>
                  <a:lnTo>
                    <a:pt x="1415026" y="1501005"/>
                  </a:lnTo>
                  <a:lnTo>
                    <a:pt x="1415029" y="1501011"/>
                  </a:lnTo>
                  <a:lnTo>
                    <a:pt x="1415030" y="1501017"/>
                  </a:lnTo>
                  <a:lnTo>
                    <a:pt x="1415031" y="1501023"/>
                  </a:lnTo>
                  <a:lnTo>
                    <a:pt x="1415033" y="1501028"/>
                  </a:lnTo>
                  <a:lnTo>
                    <a:pt x="1415034" y="1501034"/>
                  </a:lnTo>
                  <a:lnTo>
                    <a:pt x="1415038" y="1501041"/>
                  </a:lnTo>
                  <a:lnTo>
                    <a:pt x="1415039" y="1501047"/>
                  </a:lnTo>
                  <a:lnTo>
                    <a:pt x="1415036" y="1501054"/>
                  </a:lnTo>
                  <a:lnTo>
                    <a:pt x="1415033" y="1501059"/>
                  </a:lnTo>
                  <a:lnTo>
                    <a:pt x="1415031" y="1501064"/>
                  </a:lnTo>
                  <a:lnTo>
                    <a:pt x="1415028" y="1501070"/>
                  </a:lnTo>
                  <a:lnTo>
                    <a:pt x="1415026" y="1501076"/>
                  </a:lnTo>
                  <a:lnTo>
                    <a:pt x="1415024" y="1501082"/>
                  </a:lnTo>
                  <a:lnTo>
                    <a:pt x="1415022" y="1501091"/>
                  </a:lnTo>
                  <a:lnTo>
                    <a:pt x="1415021" y="1501097"/>
                  </a:lnTo>
                  <a:lnTo>
                    <a:pt x="1415019" y="1501102"/>
                  </a:lnTo>
                  <a:lnTo>
                    <a:pt x="1415018" y="1501106"/>
                  </a:lnTo>
                  <a:lnTo>
                    <a:pt x="1415016" y="1501112"/>
                  </a:lnTo>
                  <a:lnTo>
                    <a:pt x="1415014" y="1501117"/>
                  </a:lnTo>
                  <a:lnTo>
                    <a:pt x="1415012" y="1501122"/>
                  </a:lnTo>
                  <a:lnTo>
                    <a:pt x="1415009" y="1501127"/>
                  </a:lnTo>
                  <a:lnTo>
                    <a:pt x="1415005" y="1501135"/>
                  </a:lnTo>
                  <a:lnTo>
                    <a:pt x="1415001" y="1501142"/>
                  </a:lnTo>
                  <a:lnTo>
                    <a:pt x="1414998" y="1501146"/>
                  </a:lnTo>
                  <a:lnTo>
                    <a:pt x="1414993" y="1501155"/>
                  </a:lnTo>
                  <a:lnTo>
                    <a:pt x="1414987" y="1501163"/>
                  </a:lnTo>
                  <a:lnTo>
                    <a:pt x="1414983" y="1501169"/>
                  </a:lnTo>
                  <a:lnTo>
                    <a:pt x="1414981" y="1501175"/>
                  </a:lnTo>
                  <a:lnTo>
                    <a:pt x="1414977" y="1501182"/>
                  </a:lnTo>
                  <a:lnTo>
                    <a:pt x="1414973" y="1501188"/>
                  </a:lnTo>
                  <a:lnTo>
                    <a:pt x="1414971" y="1501193"/>
                  </a:lnTo>
                  <a:lnTo>
                    <a:pt x="1414969" y="1501198"/>
                  </a:lnTo>
                  <a:lnTo>
                    <a:pt x="1414967" y="1501203"/>
                  </a:lnTo>
                  <a:lnTo>
                    <a:pt x="1414966" y="1501210"/>
                  </a:lnTo>
                  <a:lnTo>
                    <a:pt x="1414965" y="1501216"/>
                  </a:lnTo>
                  <a:lnTo>
                    <a:pt x="1414964" y="1501223"/>
                  </a:lnTo>
                  <a:lnTo>
                    <a:pt x="1414964" y="1501230"/>
                  </a:lnTo>
                  <a:lnTo>
                    <a:pt x="1414965" y="1501236"/>
                  </a:lnTo>
                  <a:lnTo>
                    <a:pt x="1414965" y="1501242"/>
                  </a:lnTo>
                  <a:lnTo>
                    <a:pt x="1414967" y="1501249"/>
                  </a:lnTo>
                  <a:lnTo>
                    <a:pt x="1414969" y="1501257"/>
                  </a:lnTo>
                  <a:lnTo>
                    <a:pt x="1414970" y="1501262"/>
                  </a:lnTo>
                  <a:lnTo>
                    <a:pt x="1414970" y="1501269"/>
                  </a:lnTo>
                  <a:lnTo>
                    <a:pt x="1414971" y="1501276"/>
                  </a:lnTo>
                  <a:lnTo>
                    <a:pt x="1414971" y="1501281"/>
                  </a:lnTo>
                  <a:lnTo>
                    <a:pt x="1414973" y="1501286"/>
                  </a:lnTo>
                  <a:lnTo>
                    <a:pt x="1414977" y="1501289"/>
                  </a:lnTo>
                  <a:lnTo>
                    <a:pt x="1414981" y="1501292"/>
                  </a:lnTo>
                  <a:lnTo>
                    <a:pt x="1414987" y="1501296"/>
                  </a:lnTo>
                  <a:lnTo>
                    <a:pt x="1414991" y="1501299"/>
                  </a:lnTo>
                  <a:lnTo>
                    <a:pt x="1414996" y="1501303"/>
                  </a:lnTo>
                  <a:lnTo>
                    <a:pt x="1415001" y="1501306"/>
                  </a:lnTo>
                  <a:lnTo>
                    <a:pt x="1415005" y="1501310"/>
                  </a:lnTo>
                  <a:lnTo>
                    <a:pt x="1415009" y="1501314"/>
                  </a:lnTo>
                  <a:lnTo>
                    <a:pt x="1415014" y="1501319"/>
                  </a:lnTo>
                  <a:lnTo>
                    <a:pt x="1415017" y="1501323"/>
                  </a:lnTo>
                  <a:lnTo>
                    <a:pt x="1415021" y="1501327"/>
                  </a:lnTo>
                  <a:lnTo>
                    <a:pt x="1415025" y="1501331"/>
                  </a:lnTo>
                  <a:lnTo>
                    <a:pt x="1415029" y="1501335"/>
                  </a:lnTo>
                  <a:lnTo>
                    <a:pt x="1415032" y="1501339"/>
                  </a:lnTo>
                  <a:lnTo>
                    <a:pt x="1415036" y="1501343"/>
                  </a:lnTo>
                  <a:lnTo>
                    <a:pt x="1415041" y="1501350"/>
                  </a:lnTo>
                  <a:lnTo>
                    <a:pt x="1415042" y="1501356"/>
                  </a:lnTo>
                  <a:lnTo>
                    <a:pt x="1415043" y="1501366"/>
                  </a:lnTo>
                  <a:lnTo>
                    <a:pt x="1415044" y="1501372"/>
                  </a:lnTo>
                  <a:lnTo>
                    <a:pt x="1415046" y="1501379"/>
                  </a:lnTo>
                  <a:lnTo>
                    <a:pt x="1415049" y="1501385"/>
                  </a:lnTo>
                  <a:lnTo>
                    <a:pt x="1415051" y="1501391"/>
                  </a:lnTo>
                  <a:lnTo>
                    <a:pt x="1415054" y="1501400"/>
                  </a:lnTo>
                  <a:lnTo>
                    <a:pt x="1415054" y="1501410"/>
                  </a:lnTo>
                  <a:lnTo>
                    <a:pt x="1415054" y="1501416"/>
                  </a:lnTo>
                  <a:lnTo>
                    <a:pt x="1415052" y="1501422"/>
                  </a:lnTo>
                  <a:lnTo>
                    <a:pt x="1415051" y="1501429"/>
                  </a:lnTo>
                  <a:lnTo>
                    <a:pt x="1415049" y="1501438"/>
                  </a:lnTo>
                  <a:lnTo>
                    <a:pt x="1415046" y="1501449"/>
                  </a:lnTo>
                  <a:lnTo>
                    <a:pt x="1415044" y="1501458"/>
                  </a:lnTo>
                  <a:lnTo>
                    <a:pt x="1415042" y="1501467"/>
                  </a:lnTo>
                  <a:lnTo>
                    <a:pt x="1415041" y="1501474"/>
                  </a:lnTo>
                  <a:lnTo>
                    <a:pt x="1415040" y="1501480"/>
                  </a:lnTo>
                  <a:lnTo>
                    <a:pt x="1415038" y="1501488"/>
                  </a:lnTo>
                  <a:lnTo>
                    <a:pt x="1415037" y="1501493"/>
                  </a:lnTo>
                  <a:lnTo>
                    <a:pt x="1415044" y="1501495"/>
                  </a:lnTo>
                  <a:lnTo>
                    <a:pt x="1415050" y="1501495"/>
                  </a:lnTo>
                  <a:lnTo>
                    <a:pt x="1415055" y="1501494"/>
                  </a:lnTo>
                  <a:lnTo>
                    <a:pt x="1415060" y="1501495"/>
                  </a:lnTo>
                  <a:lnTo>
                    <a:pt x="1415067" y="1501499"/>
                  </a:lnTo>
                  <a:lnTo>
                    <a:pt x="1415074" y="1501502"/>
                  </a:lnTo>
                  <a:lnTo>
                    <a:pt x="1415083" y="1501505"/>
                  </a:lnTo>
                  <a:lnTo>
                    <a:pt x="1415088" y="1501506"/>
                  </a:lnTo>
                  <a:lnTo>
                    <a:pt x="1415094" y="1501507"/>
                  </a:lnTo>
                  <a:lnTo>
                    <a:pt x="1415099" y="1501507"/>
                  </a:lnTo>
                  <a:lnTo>
                    <a:pt x="1415104" y="1501506"/>
                  </a:lnTo>
                  <a:lnTo>
                    <a:pt x="1415110" y="1501506"/>
                  </a:lnTo>
                  <a:lnTo>
                    <a:pt x="1415117" y="1501507"/>
                  </a:lnTo>
                  <a:lnTo>
                    <a:pt x="1415125" y="1501508"/>
                  </a:lnTo>
                  <a:lnTo>
                    <a:pt x="1415131" y="1501509"/>
                  </a:lnTo>
                  <a:lnTo>
                    <a:pt x="1415137" y="1501511"/>
                  </a:lnTo>
                  <a:lnTo>
                    <a:pt x="1415146" y="1501514"/>
                  </a:lnTo>
                  <a:lnTo>
                    <a:pt x="1415154" y="1501518"/>
                  </a:lnTo>
                  <a:lnTo>
                    <a:pt x="1415162" y="1501521"/>
                  </a:lnTo>
                  <a:lnTo>
                    <a:pt x="1415168" y="1501526"/>
                  </a:lnTo>
                  <a:lnTo>
                    <a:pt x="1415173" y="1501532"/>
                  </a:lnTo>
                  <a:lnTo>
                    <a:pt x="1415176" y="1501536"/>
                  </a:lnTo>
                  <a:lnTo>
                    <a:pt x="1415180" y="1501543"/>
                  </a:lnTo>
                  <a:lnTo>
                    <a:pt x="1415183" y="1501549"/>
                  </a:lnTo>
                  <a:lnTo>
                    <a:pt x="1415188" y="1501556"/>
                  </a:lnTo>
                  <a:lnTo>
                    <a:pt x="1415194" y="1501562"/>
                  </a:lnTo>
                  <a:lnTo>
                    <a:pt x="1415199" y="1501567"/>
                  </a:lnTo>
                  <a:lnTo>
                    <a:pt x="1415205" y="1501572"/>
                  </a:lnTo>
                  <a:lnTo>
                    <a:pt x="1415210" y="1501577"/>
                  </a:lnTo>
                  <a:lnTo>
                    <a:pt x="1415214" y="1501580"/>
                  </a:lnTo>
                  <a:lnTo>
                    <a:pt x="1415219" y="1501585"/>
                  </a:lnTo>
                  <a:lnTo>
                    <a:pt x="1415222" y="1501589"/>
                  </a:lnTo>
                  <a:lnTo>
                    <a:pt x="1415226" y="1501593"/>
                  </a:lnTo>
                  <a:lnTo>
                    <a:pt x="1415230" y="1501598"/>
                  </a:lnTo>
                  <a:lnTo>
                    <a:pt x="1415233" y="1501604"/>
                  </a:lnTo>
                  <a:lnTo>
                    <a:pt x="1415236" y="1501610"/>
                  </a:lnTo>
                  <a:lnTo>
                    <a:pt x="1415239" y="1501619"/>
                  </a:lnTo>
                  <a:lnTo>
                    <a:pt x="1415240" y="1501627"/>
                  </a:lnTo>
                  <a:lnTo>
                    <a:pt x="1415240" y="1501636"/>
                  </a:lnTo>
                  <a:lnTo>
                    <a:pt x="1415239" y="1501643"/>
                  </a:lnTo>
                  <a:lnTo>
                    <a:pt x="1415239" y="1501650"/>
                  </a:lnTo>
                  <a:lnTo>
                    <a:pt x="1415237" y="1501658"/>
                  </a:lnTo>
                  <a:lnTo>
                    <a:pt x="1415233" y="1501665"/>
                  </a:lnTo>
                  <a:lnTo>
                    <a:pt x="1415229" y="1501674"/>
                  </a:lnTo>
                  <a:lnTo>
                    <a:pt x="1415226" y="1501679"/>
                  </a:lnTo>
                  <a:lnTo>
                    <a:pt x="1415224" y="1501687"/>
                  </a:lnTo>
                  <a:lnTo>
                    <a:pt x="1415224" y="1501696"/>
                  </a:lnTo>
                  <a:lnTo>
                    <a:pt x="1415226" y="1501704"/>
                  </a:lnTo>
                  <a:lnTo>
                    <a:pt x="1415229" y="1501712"/>
                  </a:lnTo>
                  <a:lnTo>
                    <a:pt x="1415232" y="1501717"/>
                  </a:lnTo>
                  <a:lnTo>
                    <a:pt x="1415236" y="1501721"/>
                  </a:lnTo>
                  <a:lnTo>
                    <a:pt x="1415239" y="1501724"/>
                  </a:lnTo>
                  <a:lnTo>
                    <a:pt x="1415243" y="1501728"/>
                  </a:lnTo>
                  <a:lnTo>
                    <a:pt x="1415250" y="1501734"/>
                  </a:lnTo>
                  <a:lnTo>
                    <a:pt x="1415255" y="1501738"/>
                  </a:lnTo>
                  <a:lnTo>
                    <a:pt x="1415259" y="1501741"/>
                  </a:lnTo>
                  <a:lnTo>
                    <a:pt x="1415263" y="1501745"/>
                  </a:lnTo>
                  <a:lnTo>
                    <a:pt x="1415266" y="1501749"/>
                  </a:lnTo>
                  <a:lnTo>
                    <a:pt x="1415270" y="1501753"/>
                  </a:lnTo>
                  <a:lnTo>
                    <a:pt x="1415274" y="1501758"/>
                  </a:lnTo>
                  <a:lnTo>
                    <a:pt x="1415279" y="1501762"/>
                  </a:lnTo>
                  <a:lnTo>
                    <a:pt x="1415283" y="1501766"/>
                  </a:lnTo>
                  <a:lnTo>
                    <a:pt x="1415288" y="1501772"/>
                  </a:lnTo>
                  <a:lnTo>
                    <a:pt x="1415293" y="1501777"/>
                  </a:lnTo>
                  <a:lnTo>
                    <a:pt x="1415298" y="1501783"/>
                  </a:lnTo>
                  <a:lnTo>
                    <a:pt x="1415305" y="1501788"/>
                  </a:lnTo>
                  <a:lnTo>
                    <a:pt x="1415312" y="1501791"/>
                  </a:lnTo>
                  <a:lnTo>
                    <a:pt x="1415318" y="1501790"/>
                  </a:lnTo>
                  <a:lnTo>
                    <a:pt x="1415324" y="1501787"/>
                  </a:lnTo>
                  <a:lnTo>
                    <a:pt x="1415331" y="1501785"/>
                  </a:lnTo>
                  <a:lnTo>
                    <a:pt x="1415336" y="1501785"/>
                  </a:lnTo>
                  <a:lnTo>
                    <a:pt x="1415341" y="1501787"/>
                  </a:lnTo>
                  <a:lnTo>
                    <a:pt x="1415348" y="1501789"/>
                  </a:lnTo>
                  <a:lnTo>
                    <a:pt x="1415356" y="1501793"/>
                  </a:lnTo>
                  <a:lnTo>
                    <a:pt x="1415365" y="1501797"/>
                  </a:lnTo>
                  <a:lnTo>
                    <a:pt x="1415372" y="1501800"/>
                  </a:lnTo>
                  <a:lnTo>
                    <a:pt x="1415377" y="1501801"/>
                  </a:lnTo>
                  <a:lnTo>
                    <a:pt x="1415382" y="1501803"/>
                  </a:lnTo>
                  <a:lnTo>
                    <a:pt x="1415388" y="1501804"/>
                  </a:lnTo>
                  <a:lnTo>
                    <a:pt x="1415396" y="1501806"/>
                  </a:lnTo>
                  <a:lnTo>
                    <a:pt x="1415404" y="1501807"/>
                  </a:lnTo>
                  <a:lnTo>
                    <a:pt x="1415409" y="1501809"/>
                  </a:lnTo>
                  <a:lnTo>
                    <a:pt x="1415416" y="1501810"/>
                  </a:lnTo>
                  <a:lnTo>
                    <a:pt x="1415422" y="1501812"/>
                  </a:lnTo>
                  <a:lnTo>
                    <a:pt x="1415427" y="1501813"/>
                  </a:lnTo>
                  <a:lnTo>
                    <a:pt x="1415433" y="1501813"/>
                  </a:lnTo>
                  <a:lnTo>
                    <a:pt x="1415438" y="1501813"/>
                  </a:lnTo>
                  <a:lnTo>
                    <a:pt x="1415445" y="1501813"/>
                  </a:lnTo>
                  <a:lnTo>
                    <a:pt x="1415450" y="1501814"/>
                  </a:lnTo>
                  <a:lnTo>
                    <a:pt x="1415454" y="1501814"/>
                  </a:lnTo>
                  <a:lnTo>
                    <a:pt x="1415460" y="1501816"/>
                  </a:lnTo>
                  <a:lnTo>
                    <a:pt x="1415466" y="1501820"/>
                  </a:lnTo>
                  <a:lnTo>
                    <a:pt x="1415471" y="1501826"/>
                  </a:lnTo>
                  <a:lnTo>
                    <a:pt x="1415476" y="1501831"/>
                  </a:lnTo>
                  <a:lnTo>
                    <a:pt x="1415481" y="1501838"/>
                  </a:lnTo>
                  <a:lnTo>
                    <a:pt x="1415487" y="1501844"/>
                  </a:lnTo>
                  <a:lnTo>
                    <a:pt x="1415492" y="1501848"/>
                  </a:lnTo>
                  <a:lnTo>
                    <a:pt x="1415499" y="1501853"/>
                  </a:lnTo>
                  <a:lnTo>
                    <a:pt x="1415505" y="1501856"/>
                  </a:lnTo>
                  <a:lnTo>
                    <a:pt x="1415509" y="1501858"/>
                  </a:lnTo>
                  <a:lnTo>
                    <a:pt x="1415514" y="1501862"/>
                  </a:lnTo>
                  <a:lnTo>
                    <a:pt x="1415519" y="1501865"/>
                  </a:lnTo>
                  <a:lnTo>
                    <a:pt x="1415524" y="1501870"/>
                  </a:lnTo>
                  <a:lnTo>
                    <a:pt x="1415528" y="1501873"/>
                  </a:lnTo>
                  <a:lnTo>
                    <a:pt x="1415532" y="1501877"/>
                  </a:lnTo>
                  <a:lnTo>
                    <a:pt x="1415539" y="1501883"/>
                  </a:lnTo>
                  <a:lnTo>
                    <a:pt x="1415544" y="1501889"/>
                  </a:lnTo>
                  <a:lnTo>
                    <a:pt x="1415548" y="1501894"/>
                  </a:lnTo>
                  <a:lnTo>
                    <a:pt x="1415551" y="1501897"/>
                  </a:lnTo>
                  <a:lnTo>
                    <a:pt x="1415554" y="1501901"/>
                  </a:lnTo>
                  <a:lnTo>
                    <a:pt x="1415558" y="1501906"/>
                  </a:lnTo>
                  <a:lnTo>
                    <a:pt x="1415560" y="1501910"/>
                  </a:lnTo>
                  <a:lnTo>
                    <a:pt x="1415564" y="1501915"/>
                  </a:lnTo>
                  <a:lnTo>
                    <a:pt x="1415566" y="1501920"/>
                  </a:lnTo>
                  <a:lnTo>
                    <a:pt x="1415569" y="1501925"/>
                  </a:lnTo>
                  <a:lnTo>
                    <a:pt x="1415572" y="1501932"/>
                  </a:lnTo>
                  <a:lnTo>
                    <a:pt x="1415574" y="1501938"/>
                  </a:lnTo>
                  <a:lnTo>
                    <a:pt x="1415578" y="1501948"/>
                  </a:lnTo>
                  <a:lnTo>
                    <a:pt x="1415580" y="1501953"/>
                  </a:lnTo>
                  <a:lnTo>
                    <a:pt x="1415584" y="1501961"/>
                  </a:lnTo>
                  <a:lnTo>
                    <a:pt x="1415588" y="1501970"/>
                  </a:lnTo>
                  <a:lnTo>
                    <a:pt x="1415592" y="1501977"/>
                  </a:lnTo>
                  <a:lnTo>
                    <a:pt x="1415594" y="1501983"/>
                  </a:lnTo>
                  <a:lnTo>
                    <a:pt x="1415595" y="1501990"/>
                  </a:lnTo>
                  <a:lnTo>
                    <a:pt x="1415594" y="1501997"/>
                  </a:lnTo>
                  <a:lnTo>
                    <a:pt x="1415592" y="1502006"/>
                  </a:lnTo>
                  <a:lnTo>
                    <a:pt x="1415592" y="1502013"/>
                  </a:lnTo>
                  <a:lnTo>
                    <a:pt x="1415592" y="1502020"/>
                  </a:lnTo>
                  <a:lnTo>
                    <a:pt x="1415593" y="1502025"/>
                  </a:lnTo>
                  <a:lnTo>
                    <a:pt x="1415596" y="1502032"/>
                  </a:lnTo>
                  <a:lnTo>
                    <a:pt x="1415599" y="1502042"/>
                  </a:lnTo>
                  <a:lnTo>
                    <a:pt x="1415598" y="1502049"/>
                  </a:lnTo>
                  <a:lnTo>
                    <a:pt x="1415596" y="1502057"/>
                  </a:lnTo>
                  <a:lnTo>
                    <a:pt x="1415595" y="1502063"/>
                  </a:lnTo>
                  <a:lnTo>
                    <a:pt x="1415593" y="1502070"/>
                  </a:lnTo>
                  <a:lnTo>
                    <a:pt x="1415591" y="1502080"/>
                  </a:lnTo>
                  <a:lnTo>
                    <a:pt x="1415588" y="1502089"/>
                  </a:lnTo>
                  <a:lnTo>
                    <a:pt x="1415588" y="1502097"/>
                  </a:lnTo>
                  <a:lnTo>
                    <a:pt x="1415589" y="1502102"/>
                  </a:lnTo>
                  <a:lnTo>
                    <a:pt x="1415592" y="1502109"/>
                  </a:lnTo>
                  <a:lnTo>
                    <a:pt x="1415592" y="1502119"/>
                  </a:lnTo>
                  <a:lnTo>
                    <a:pt x="1415592" y="1502127"/>
                  </a:lnTo>
                  <a:lnTo>
                    <a:pt x="1415594" y="1502134"/>
                  </a:lnTo>
                  <a:lnTo>
                    <a:pt x="1415598" y="1502142"/>
                  </a:lnTo>
                  <a:lnTo>
                    <a:pt x="1415602" y="1502147"/>
                  </a:lnTo>
                  <a:lnTo>
                    <a:pt x="1415605" y="1502151"/>
                  </a:lnTo>
                  <a:lnTo>
                    <a:pt x="1415609" y="1502156"/>
                  </a:lnTo>
                  <a:lnTo>
                    <a:pt x="1415612" y="1502159"/>
                  </a:lnTo>
                  <a:lnTo>
                    <a:pt x="1415617" y="1502163"/>
                  </a:lnTo>
                  <a:lnTo>
                    <a:pt x="1415622" y="1502166"/>
                  </a:lnTo>
                  <a:lnTo>
                    <a:pt x="1415627" y="1502170"/>
                  </a:lnTo>
                  <a:lnTo>
                    <a:pt x="1415634" y="1502175"/>
                  </a:lnTo>
                  <a:lnTo>
                    <a:pt x="1415639" y="1502179"/>
                  </a:lnTo>
                  <a:lnTo>
                    <a:pt x="1415645" y="1502183"/>
                  </a:lnTo>
                  <a:lnTo>
                    <a:pt x="1415654" y="1502187"/>
                  </a:lnTo>
                  <a:lnTo>
                    <a:pt x="1415662" y="1502189"/>
                  </a:lnTo>
                  <a:lnTo>
                    <a:pt x="1415669" y="1502190"/>
                  </a:lnTo>
                  <a:lnTo>
                    <a:pt x="1415675" y="1502191"/>
                  </a:lnTo>
                  <a:lnTo>
                    <a:pt x="1415681" y="1502192"/>
                  </a:lnTo>
                  <a:lnTo>
                    <a:pt x="1415687" y="1502193"/>
                  </a:lnTo>
                  <a:lnTo>
                    <a:pt x="1415692" y="1502195"/>
                  </a:lnTo>
                  <a:lnTo>
                    <a:pt x="1415702" y="1502198"/>
                  </a:lnTo>
                  <a:lnTo>
                    <a:pt x="1415708" y="1502201"/>
                  </a:lnTo>
                  <a:lnTo>
                    <a:pt x="1415713" y="1502203"/>
                  </a:lnTo>
                  <a:lnTo>
                    <a:pt x="1415720" y="1502204"/>
                  </a:lnTo>
                  <a:lnTo>
                    <a:pt x="1415726" y="1502206"/>
                  </a:lnTo>
                  <a:lnTo>
                    <a:pt x="1415732" y="1502207"/>
                  </a:lnTo>
                  <a:lnTo>
                    <a:pt x="1415737" y="1502209"/>
                  </a:lnTo>
                  <a:lnTo>
                    <a:pt x="1415742" y="1502211"/>
                  </a:lnTo>
                  <a:lnTo>
                    <a:pt x="1415749" y="1502212"/>
                  </a:lnTo>
                  <a:lnTo>
                    <a:pt x="1415755" y="1502213"/>
                  </a:lnTo>
                  <a:lnTo>
                    <a:pt x="1415762" y="1502215"/>
                  </a:lnTo>
                  <a:lnTo>
                    <a:pt x="1415769" y="1502217"/>
                  </a:lnTo>
                  <a:lnTo>
                    <a:pt x="1415777" y="1502217"/>
                  </a:lnTo>
                  <a:lnTo>
                    <a:pt x="1415785" y="1502217"/>
                  </a:lnTo>
                  <a:lnTo>
                    <a:pt x="1415792" y="1502217"/>
                  </a:lnTo>
                  <a:lnTo>
                    <a:pt x="1415798" y="1502216"/>
                  </a:lnTo>
                  <a:lnTo>
                    <a:pt x="1415804" y="1502215"/>
                  </a:lnTo>
                  <a:lnTo>
                    <a:pt x="1415811" y="1502214"/>
                  </a:lnTo>
                  <a:lnTo>
                    <a:pt x="1415819" y="1502212"/>
                  </a:lnTo>
                  <a:lnTo>
                    <a:pt x="1415826" y="1502211"/>
                  </a:lnTo>
                  <a:lnTo>
                    <a:pt x="1415830" y="1502214"/>
                  </a:lnTo>
                  <a:lnTo>
                    <a:pt x="1415834" y="1502218"/>
                  </a:lnTo>
                  <a:lnTo>
                    <a:pt x="1415837" y="1502222"/>
                  </a:lnTo>
                  <a:lnTo>
                    <a:pt x="1415840" y="1502228"/>
                  </a:lnTo>
                  <a:lnTo>
                    <a:pt x="1415844" y="1502234"/>
                  </a:lnTo>
                  <a:lnTo>
                    <a:pt x="1415849" y="1502239"/>
                  </a:lnTo>
                  <a:lnTo>
                    <a:pt x="1415853" y="1502242"/>
                  </a:lnTo>
                  <a:lnTo>
                    <a:pt x="1415859" y="1502243"/>
                  </a:lnTo>
                  <a:lnTo>
                    <a:pt x="1415865" y="1502244"/>
                  </a:lnTo>
                  <a:lnTo>
                    <a:pt x="1415873" y="1502243"/>
                  </a:lnTo>
                  <a:lnTo>
                    <a:pt x="1415882" y="1502241"/>
                  </a:lnTo>
                  <a:lnTo>
                    <a:pt x="1415889" y="1502240"/>
                  </a:lnTo>
                  <a:lnTo>
                    <a:pt x="1415897" y="1502240"/>
                  </a:lnTo>
                  <a:lnTo>
                    <a:pt x="1415903" y="1502239"/>
                  </a:lnTo>
                  <a:lnTo>
                    <a:pt x="1415909" y="1502236"/>
                  </a:lnTo>
                  <a:lnTo>
                    <a:pt x="1415918" y="1502232"/>
                  </a:lnTo>
                  <a:lnTo>
                    <a:pt x="1415925" y="1502227"/>
                  </a:lnTo>
                  <a:lnTo>
                    <a:pt x="1415930" y="1502222"/>
                  </a:lnTo>
                  <a:lnTo>
                    <a:pt x="1415935" y="1502218"/>
                  </a:lnTo>
                  <a:lnTo>
                    <a:pt x="1415943" y="1502214"/>
                  </a:lnTo>
                  <a:lnTo>
                    <a:pt x="1415949" y="1502212"/>
                  </a:lnTo>
                  <a:lnTo>
                    <a:pt x="1415956" y="1502209"/>
                  </a:lnTo>
                  <a:lnTo>
                    <a:pt x="1415961" y="1502207"/>
                  </a:lnTo>
                  <a:lnTo>
                    <a:pt x="1415966" y="1502205"/>
                  </a:lnTo>
                  <a:lnTo>
                    <a:pt x="1415974" y="1502202"/>
                  </a:lnTo>
                  <a:lnTo>
                    <a:pt x="1415982" y="1502208"/>
                  </a:lnTo>
                  <a:lnTo>
                    <a:pt x="1415994" y="1502217"/>
                  </a:lnTo>
                  <a:lnTo>
                    <a:pt x="1416002" y="1502224"/>
                  </a:lnTo>
                  <a:lnTo>
                    <a:pt x="1416012" y="1502227"/>
                  </a:lnTo>
                  <a:lnTo>
                    <a:pt x="1416022" y="1502235"/>
                  </a:lnTo>
                  <a:lnTo>
                    <a:pt x="1416032" y="1502249"/>
                  </a:lnTo>
                  <a:lnTo>
                    <a:pt x="1416047" y="1502252"/>
                  </a:lnTo>
                  <a:lnTo>
                    <a:pt x="1416057" y="1502251"/>
                  </a:lnTo>
                  <a:lnTo>
                    <a:pt x="1416068" y="1502247"/>
                  </a:lnTo>
                  <a:lnTo>
                    <a:pt x="1416081" y="1502245"/>
                  </a:lnTo>
                  <a:lnTo>
                    <a:pt x="1416096" y="1502240"/>
                  </a:lnTo>
                  <a:lnTo>
                    <a:pt x="1416112" y="1502235"/>
                  </a:lnTo>
                  <a:lnTo>
                    <a:pt x="1416127" y="1502232"/>
                  </a:lnTo>
                  <a:lnTo>
                    <a:pt x="1416143" y="1502228"/>
                  </a:lnTo>
                  <a:lnTo>
                    <a:pt x="1416161" y="1502228"/>
                  </a:lnTo>
                  <a:lnTo>
                    <a:pt x="1416175" y="1502227"/>
                  </a:lnTo>
                  <a:lnTo>
                    <a:pt x="1416194" y="1502228"/>
                  </a:lnTo>
                  <a:lnTo>
                    <a:pt x="1416218" y="1502237"/>
                  </a:lnTo>
                  <a:lnTo>
                    <a:pt x="1416265" y="1502251"/>
                  </a:lnTo>
                  <a:lnTo>
                    <a:pt x="1416289" y="1502263"/>
                  </a:lnTo>
                  <a:lnTo>
                    <a:pt x="1416298" y="1502261"/>
                  </a:lnTo>
                  <a:lnTo>
                    <a:pt x="1416305" y="1502257"/>
                  </a:lnTo>
                  <a:lnTo>
                    <a:pt x="1416319" y="1502245"/>
                  </a:lnTo>
                  <a:lnTo>
                    <a:pt x="1416328" y="1502239"/>
                  </a:lnTo>
                  <a:lnTo>
                    <a:pt x="1416333" y="1502231"/>
                  </a:lnTo>
                  <a:lnTo>
                    <a:pt x="1416338" y="1502222"/>
                  </a:lnTo>
                  <a:lnTo>
                    <a:pt x="1416342" y="1502219"/>
                  </a:lnTo>
                  <a:lnTo>
                    <a:pt x="1416349" y="1502217"/>
                  </a:lnTo>
                  <a:lnTo>
                    <a:pt x="1416357" y="1502214"/>
                  </a:lnTo>
                  <a:lnTo>
                    <a:pt x="1416363" y="1502208"/>
                  </a:lnTo>
                  <a:lnTo>
                    <a:pt x="1416366" y="1502199"/>
                  </a:lnTo>
                  <a:lnTo>
                    <a:pt x="1416370" y="1502178"/>
                  </a:lnTo>
                  <a:lnTo>
                    <a:pt x="1416375" y="1502169"/>
                  </a:lnTo>
                  <a:lnTo>
                    <a:pt x="1416386" y="1502162"/>
                  </a:lnTo>
                  <a:lnTo>
                    <a:pt x="1416412" y="1502152"/>
                  </a:lnTo>
                  <a:lnTo>
                    <a:pt x="1416431" y="1502149"/>
                  </a:lnTo>
                  <a:lnTo>
                    <a:pt x="1416448" y="1502149"/>
                  </a:lnTo>
                  <a:lnTo>
                    <a:pt x="1416461" y="1502151"/>
                  </a:lnTo>
                  <a:lnTo>
                    <a:pt x="1416472" y="1502152"/>
                  </a:lnTo>
                  <a:lnTo>
                    <a:pt x="1416477" y="1502155"/>
                  </a:lnTo>
                  <a:lnTo>
                    <a:pt x="1416482" y="1502152"/>
                  </a:lnTo>
                  <a:lnTo>
                    <a:pt x="1416487" y="1502150"/>
                  </a:lnTo>
                  <a:lnTo>
                    <a:pt x="1416659" y="1502063"/>
                  </a:lnTo>
                  <a:lnTo>
                    <a:pt x="1416666" y="1502062"/>
                  </a:lnTo>
                  <a:lnTo>
                    <a:pt x="1416674" y="1502062"/>
                  </a:lnTo>
                  <a:lnTo>
                    <a:pt x="1416680" y="1502064"/>
                  </a:lnTo>
                  <a:lnTo>
                    <a:pt x="1416686" y="1502065"/>
                  </a:lnTo>
                  <a:lnTo>
                    <a:pt x="1416692" y="1502066"/>
                  </a:lnTo>
                  <a:lnTo>
                    <a:pt x="1416699" y="1502066"/>
                  </a:lnTo>
                  <a:lnTo>
                    <a:pt x="1416704" y="1502067"/>
                  </a:lnTo>
                  <a:lnTo>
                    <a:pt x="1416710" y="1502067"/>
                  </a:lnTo>
                  <a:lnTo>
                    <a:pt x="1416715" y="1502068"/>
                  </a:lnTo>
                  <a:lnTo>
                    <a:pt x="1416723" y="1502069"/>
                  </a:lnTo>
                  <a:lnTo>
                    <a:pt x="1416729" y="1502071"/>
                  </a:lnTo>
                  <a:lnTo>
                    <a:pt x="1416734" y="1502073"/>
                  </a:lnTo>
                  <a:lnTo>
                    <a:pt x="1416740" y="1502075"/>
                  </a:lnTo>
                  <a:lnTo>
                    <a:pt x="1416746" y="1502079"/>
                  </a:lnTo>
                  <a:lnTo>
                    <a:pt x="1416750" y="1502082"/>
                  </a:lnTo>
                  <a:lnTo>
                    <a:pt x="1416755" y="1502084"/>
                  </a:lnTo>
                  <a:lnTo>
                    <a:pt x="1416759" y="1502087"/>
                  </a:lnTo>
                  <a:lnTo>
                    <a:pt x="1416763" y="1502089"/>
                  </a:lnTo>
                  <a:lnTo>
                    <a:pt x="1416768" y="1502092"/>
                  </a:lnTo>
                  <a:lnTo>
                    <a:pt x="1416774" y="1502095"/>
                  </a:lnTo>
                  <a:lnTo>
                    <a:pt x="1416779" y="1502098"/>
                  </a:lnTo>
                  <a:lnTo>
                    <a:pt x="1416784" y="1502100"/>
                  </a:lnTo>
                  <a:lnTo>
                    <a:pt x="1416789" y="1502103"/>
                  </a:lnTo>
                  <a:lnTo>
                    <a:pt x="1416796" y="1502107"/>
                  </a:lnTo>
                  <a:lnTo>
                    <a:pt x="1416801" y="1502110"/>
                  </a:lnTo>
                  <a:lnTo>
                    <a:pt x="1416806" y="1502113"/>
                  </a:lnTo>
                  <a:lnTo>
                    <a:pt x="1416805" y="1502106"/>
                  </a:lnTo>
                  <a:lnTo>
                    <a:pt x="1416807" y="1502101"/>
                  </a:lnTo>
                  <a:lnTo>
                    <a:pt x="1416810" y="1502097"/>
                  </a:lnTo>
                  <a:lnTo>
                    <a:pt x="1416816" y="1502091"/>
                  </a:lnTo>
                  <a:lnTo>
                    <a:pt x="1416822" y="1502084"/>
                  </a:lnTo>
                  <a:lnTo>
                    <a:pt x="1416826" y="1502081"/>
                  </a:lnTo>
                  <a:lnTo>
                    <a:pt x="1416830" y="1502077"/>
                  </a:lnTo>
                  <a:lnTo>
                    <a:pt x="1416834" y="1502069"/>
                  </a:lnTo>
                  <a:lnTo>
                    <a:pt x="1416836" y="1502061"/>
                  </a:lnTo>
                  <a:lnTo>
                    <a:pt x="1416837" y="1502049"/>
                  </a:lnTo>
                  <a:lnTo>
                    <a:pt x="1416841" y="1502044"/>
                  </a:lnTo>
                  <a:lnTo>
                    <a:pt x="1416844" y="1502038"/>
                  </a:lnTo>
                  <a:lnTo>
                    <a:pt x="1416846" y="1502032"/>
                  </a:lnTo>
                  <a:lnTo>
                    <a:pt x="1416846" y="1502024"/>
                  </a:lnTo>
                  <a:lnTo>
                    <a:pt x="1416845" y="1502015"/>
                  </a:lnTo>
                  <a:lnTo>
                    <a:pt x="1416844" y="1502009"/>
                  </a:lnTo>
                  <a:lnTo>
                    <a:pt x="1416843" y="1502002"/>
                  </a:lnTo>
                  <a:lnTo>
                    <a:pt x="1416843" y="1501996"/>
                  </a:lnTo>
                  <a:lnTo>
                    <a:pt x="1416844" y="1501991"/>
                  </a:lnTo>
                  <a:lnTo>
                    <a:pt x="1416846" y="1501985"/>
                  </a:lnTo>
                  <a:lnTo>
                    <a:pt x="1416848" y="1501980"/>
                  </a:lnTo>
                  <a:lnTo>
                    <a:pt x="1416851" y="1501975"/>
                  </a:lnTo>
                  <a:lnTo>
                    <a:pt x="1416856" y="1501970"/>
                  </a:lnTo>
                  <a:lnTo>
                    <a:pt x="1416862" y="1501967"/>
                  </a:lnTo>
                  <a:lnTo>
                    <a:pt x="1416867" y="1501966"/>
                  </a:lnTo>
                  <a:lnTo>
                    <a:pt x="1416874" y="1501966"/>
                  </a:lnTo>
                  <a:lnTo>
                    <a:pt x="1416880" y="1501969"/>
                  </a:lnTo>
                  <a:lnTo>
                    <a:pt x="1416886" y="1501969"/>
                  </a:lnTo>
                  <a:lnTo>
                    <a:pt x="1416891" y="1501970"/>
                  </a:lnTo>
                  <a:lnTo>
                    <a:pt x="1416896" y="1501969"/>
                  </a:lnTo>
                  <a:lnTo>
                    <a:pt x="1416901" y="1501965"/>
                  </a:lnTo>
                  <a:lnTo>
                    <a:pt x="1416905" y="1501961"/>
                  </a:lnTo>
                  <a:lnTo>
                    <a:pt x="1416909" y="1501958"/>
                  </a:lnTo>
                  <a:lnTo>
                    <a:pt x="1416912" y="1501955"/>
                  </a:lnTo>
                  <a:lnTo>
                    <a:pt x="1416916" y="1501948"/>
                  </a:lnTo>
                  <a:lnTo>
                    <a:pt x="1416916" y="1501939"/>
                  </a:lnTo>
                  <a:lnTo>
                    <a:pt x="1416916" y="1501933"/>
                  </a:lnTo>
                  <a:lnTo>
                    <a:pt x="1416917" y="1501928"/>
                  </a:lnTo>
                  <a:lnTo>
                    <a:pt x="1417007" y="1501945"/>
                  </a:lnTo>
                  <a:lnTo>
                    <a:pt x="1417011" y="1501952"/>
                  </a:lnTo>
                  <a:lnTo>
                    <a:pt x="1417015" y="1501956"/>
                  </a:lnTo>
                  <a:lnTo>
                    <a:pt x="1417019" y="1501961"/>
                  </a:lnTo>
                  <a:lnTo>
                    <a:pt x="1417024" y="1501966"/>
                  </a:lnTo>
                  <a:lnTo>
                    <a:pt x="1417030" y="1501969"/>
                  </a:lnTo>
                  <a:lnTo>
                    <a:pt x="1417035" y="1501971"/>
                  </a:lnTo>
                  <a:lnTo>
                    <a:pt x="1417040" y="1501972"/>
                  </a:lnTo>
                  <a:lnTo>
                    <a:pt x="1417045" y="1501972"/>
                  </a:lnTo>
                  <a:lnTo>
                    <a:pt x="1417049" y="1501973"/>
                  </a:lnTo>
                  <a:lnTo>
                    <a:pt x="1417053" y="1501976"/>
                  </a:lnTo>
                  <a:lnTo>
                    <a:pt x="1417057" y="1501981"/>
                  </a:lnTo>
                  <a:lnTo>
                    <a:pt x="1417060" y="1501985"/>
                  </a:lnTo>
                  <a:lnTo>
                    <a:pt x="1417063" y="1501991"/>
                  </a:lnTo>
                  <a:lnTo>
                    <a:pt x="1417065" y="1501998"/>
                  </a:lnTo>
                  <a:lnTo>
                    <a:pt x="1417068" y="1502005"/>
                  </a:lnTo>
                  <a:lnTo>
                    <a:pt x="1417070" y="1502011"/>
                  </a:lnTo>
                  <a:lnTo>
                    <a:pt x="1417073" y="1502018"/>
                  </a:lnTo>
                  <a:lnTo>
                    <a:pt x="1417076" y="1502024"/>
                  </a:lnTo>
                  <a:lnTo>
                    <a:pt x="1417080" y="1502028"/>
                  </a:lnTo>
                  <a:lnTo>
                    <a:pt x="1417086" y="1502032"/>
                  </a:lnTo>
                  <a:lnTo>
                    <a:pt x="1417092" y="1502033"/>
                  </a:lnTo>
                  <a:lnTo>
                    <a:pt x="1417097" y="1502032"/>
                  </a:lnTo>
                  <a:lnTo>
                    <a:pt x="1417104" y="1502030"/>
                  </a:lnTo>
                  <a:lnTo>
                    <a:pt x="1417109" y="1502026"/>
                  </a:lnTo>
                  <a:lnTo>
                    <a:pt x="1417115" y="1502023"/>
                  </a:lnTo>
                  <a:lnTo>
                    <a:pt x="1417121" y="1502020"/>
                  </a:lnTo>
                  <a:lnTo>
                    <a:pt x="1417126" y="1502019"/>
                  </a:lnTo>
                  <a:lnTo>
                    <a:pt x="1417131" y="1502025"/>
                  </a:lnTo>
                  <a:lnTo>
                    <a:pt x="1417134" y="1502030"/>
                  </a:lnTo>
                  <a:lnTo>
                    <a:pt x="1417138" y="1502034"/>
                  </a:lnTo>
                  <a:lnTo>
                    <a:pt x="1417143" y="1502038"/>
                  </a:lnTo>
                  <a:lnTo>
                    <a:pt x="1417148" y="1502043"/>
                  </a:lnTo>
                  <a:lnTo>
                    <a:pt x="1417153" y="1502049"/>
                  </a:lnTo>
                  <a:lnTo>
                    <a:pt x="1417156" y="1502055"/>
                  </a:lnTo>
                  <a:lnTo>
                    <a:pt x="1417161" y="1502059"/>
                  </a:lnTo>
                  <a:lnTo>
                    <a:pt x="1417169" y="1502062"/>
                  </a:lnTo>
                  <a:lnTo>
                    <a:pt x="1417177" y="1502064"/>
                  </a:lnTo>
                  <a:lnTo>
                    <a:pt x="1417183" y="1502064"/>
                  </a:lnTo>
                  <a:lnTo>
                    <a:pt x="1417191" y="1502062"/>
                  </a:lnTo>
                  <a:lnTo>
                    <a:pt x="1417198" y="1502061"/>
                  </a:lnTo>
                  <a:lnTo>
                    <a:pt x="1417204" y="1502060"/>
                  </a:lnTo>
                  <a:lnTo>
                    <a:pt x="1417210" y="1502059"/>
                  </a:lnTo>
                  <a:lnTo>
                    <a:pt x="1417216" y="1502056"/>
                  </a:lnTo>
                  <a:lnTo>
                    <a:pt x="1417221" y="1502053"/>
                  </a:lnTo>
                  <a:lnTo>
                    <a:pt x="1417225" y="1502049"/>
                  </a:lnTo>
                  <a:lnTo>
                    <a:pt x="1417226" y="1502044"/>
                  </a:lnTo>
                  <a:lnTo>
                    <a:pt x="1417226" y="1502038"/>
                  </a:lnTo>
                  <a:lnTo>
                    <a:pt x="1417225" y="1502033"/>
                  </a:lnTo>
                  <a:lnTo>
                    <a:pt x="1417225" y="1502027"/>
                  </a:lnTo>
                  <a:lnTo>
                    <a:pt x="1417227" y="1502021"/>
                  </a:lnTo>
                  <a:lnTo>
                    <a:pt x="1417228" y="1502013"/>
                  </a:lnTo>
                  <a:lnTo>
                    <a:pt x="1417227" y="1502007"/>
                  </a:lnTo>
                  <a:lnTo>
                    <a:pt x="1417224" y="1502000"/>
                  </a:lnTo>
                  <a:lnTo>
                    <a:pt x="1417224" y="1501992"/>
                  </a:lnTo>
                  <a:lnTo>
                    <a:pt x="1417228" y="1501985"/>
                  </a:lnTo>
                  <a:lnTo>
                    <a:pt x="1417232" y="1501980"/>
                  </a:lnTo>
                  <a:lnTo>
                    <a:pt x="1417237" y="1501975"/>
                  </a:lnTo>
                  <a:lnTo>
                    <a:pt x="1417242" y="1501973"/>
                  </a:lnTo>
                  <a:lnTo>
                    <a:pt x="1417248" y="1501971"/>
                  </a:lnTo>
                  <a:lnTo>
                    <a:pt x="1417254" y="1501969"/>
                  </a:lnTo>
                  <a:lnTo>
                    <a:pt x="1417261" y="1501970"/>
                  </a:lnTo>
                  <a:lnTo>
                    <a:pt x="1417266" y="1501972"/>
                  </a:lnTo>
                  <a:lnTo>
                    <a:pt x="1417271" y="1501975"/>
                  </a:lnTo>
                  <a:lnTo>
                    <a:pt x="1417275" y="1501978"/>
                  </a:lnTo>
                  <a:lnTo>
                    <a:pt x="1417278" y="1501982"/>
                  </a:lnTo>
                  <a:lnTo>
                    <a:pt x="1417282" y="1501991"/>
                  </a:lnTo>
                  <a:lnTo>
                    <a:pt x="1417289" y="1501998"/>
                  </a:lnTo>
                  <a:lnTo>
                    <a:pt x="1417294" y="1502002"/>
                  </a:lnTo>
                  <a:lnTo>
                    <a:pt x="1417304" y="1502008"/>
                  </a:lnTo>
                  <a:lnTo>
                    <a:pt x="1417311" y="1502005"/>
                  </a:lnTo>
                  <a:lnTo>
                    <a:pt x="1417315" y="1502001"/>
                  </a:lnTo>
                  <a:lnTo>
                    <a:pt x="1417320" y="1501997"/>
                  </a:lnTo>
                  <a:lnTo>
                    <a:pt x="1417324" y="1501993"/>
                  </a:lnTo>
                  <a:lnTo>
                    <a:pt x="1417328" y="1501988"/>
                  </a:lnTo>
                  <a:lnTo>
                    <a:pt x="1417331" y="1501984"/>
                  </a:lnTo>
                  <a:lnTo>
                    <a:pt x="1417334" y="1501977"/>
                  </a:lnTo>
                  <a:lnTo>
                    <a:pt x="1417337" y="1501970"/>
                  </a:lnTo>
                  <a:lnTo>
                    <a:pt x="1417338" y="1501965"/>
                  </a:lnTo>
                  <a:lnTo>
                    <a:pt x="1417341" y="1501956"/>
                  </a:lnTo>
                  <a:lnTo>
                    <a:pt x="1417348" y="1501951"/>
                  </a:lnTo>
                  <a:lnTo>
                    <a:pt x="1417353" y="1501947"/>
                  </a:lnTo>
                  <a:lnTo>
                    <a:pt x="1417358" y="1501944"/>
                  </a:lnTo>
                  <a:lnTo>
                    <a:pt x="1417362" y="1501941"/>
                  </a:lnTo>
                  <a:lnTo>
                    <a:pt x="1417366" y="1501936"/>
                  </a:lnTo>
                  <a:lnTo>
                    <a:pt x="1417367" y="1501930"/>
                  </a:lnTo>
                  <a:lnTo>
                    <a:pt x="1417367" y="1501925"/>
                  </a:lnTo>
                  <a:lnTo>
                    <a:pt x="1417365" y="1501917"/>
                  </a:lnTo>
                  <a:lnTo>
                    <a:pt x="1417373" y="1501916"/>
                  </a:lnTo>
                  <a:lnTo>
                    <a:pt x="1417378" y="1501916"/>
                  </a:lnTo>
                  <a:lnTo>
                    <a:pt x="1417384" y="1501917"/>
                  </a:lnTo>
                  <a:lnTo>
                    <a:pt x="1417390" y="1501920"/>
                  </a:lnTo>
                  <a:lnTo>
                    <a:pt x="1417399" y="1501926"/>
                  </a:lnTo>
                  <a:lnTo>
                    <a:pt x="1417406" y="1501928"/>
                  </a:lnTo>
                  <a:lnTo>
                    <a:pt x="1417412" y="1501928"/>
                  </a:lnTo>
                  <a:lnTo>
                    <a:pt x="1417418" y="1501927"/>
                  </a:lnTo>
                  <a:lnTo>
                    <a:pt x="1417427" y="1501925"/>
                  </a:lnTo>
                  <a:lnTo>
                    <a:pt x="1417433" y="1501923"/>
                  </a:lnTo>
                  <a:lnTo>
                    <a:pt x="1417438" y="1501921"/>
                  </a:lnTo>
                  <a:lnTo>
                    <a:pt x="1417443" y="1501918"/>
                  </a:lnTo>
                  <a:lnTo>
                    <a:pt x="1417448" y="1501916"/>
                  </a:lnTo>
                  <a:lnTo>
                    <a:pt x="1417453" y="1501913"/>
                  </a:lnTo>
                  <a:lnTo>
                    <a:pt x="1417458" y="1501910"/>
                  </a:lnTo>
                  <a:lnTo>
                    <a:pt x="1417463" y="1501912"/>
                  </a:lnTo>
                  <a:lnTo>
                    <a:pt x="1417469" y="1501915"/>
                  </a:lnTo>
                  <a:lnTo>
                    <a:pt x="1417474" y="1501917"/>
                  </a:lnTo>
                  <a:lnTo>
                    <a:pt x="1417481" y="1501920"/>
                  </a:lnTo>
                  <a:lnTo>
                    <a:pt x="1417488" y="1501922"/>
                  </a:lnTo>
                  <a:lnTo>
                    <a:pt x="1417495" y="1501923"/>
                  </a:lnTo>
                  <a:lnTo>
                    <a:pt x="1417502" y="1501924"/>
                  </a:lnTo>
                  <a:lnTo>
                    <a:pt x="1417507" y="1501924"/>
                  </a:lnTo>
                  <a:lnTo>
                    <a:pt x="1417512" y="1501923"/>
                  </a:lnTo>
                  <a:lnTo>
                    <a:pt x="1417516" y="1501921"/>
                  </a:lnTo>
                  <a:lnTo>
                    <a:pt x="1417522" y="1501919"/>
                  </a:lnTo>
                  <a:lnTo>
                    <a:pt x="1417530" y="1501917"/>
                  </a:lnTo>
                  <a:lnTo>
                    <a:pt x="1417535" y="1501915"/>
                  </a:lnTo>
                  <a:lnTo>
                    <a:pt x="1417540" y="1501910"/>
                  </a:lnTo>
                  <a:lnTo>
                    <a:pt x="1417545" y="1501903"/>
                  </a:lnTo>
                  <a:lnTo>
                    <a:pt x="1417549" y="1501898"/>
                  </a:lnTo>
                  <a:lnTo>
                    <a:pt x="1417552" y="1501892"/>
                  </a:lnTo>
                  <a:lnTo>
                    <a:pt x="1417555" y="1501887"/>
                  </a:lnTo>
                  <a:lnTo>
                    <a:pt x="1417558" y="1501879"/>
                  </a:lnTo>
                  <a:lnTo>
                    <a:pt x="1417561" y="1501872"/>
                  </a:lnTo>
                  <a:lnTo>
                    <a:pt x="1417562" y="1501866"/>
                  </a:lnTo>
                  <a:lnTo>
                    <a:pt x="1417563" y="1501859"/>
                  </a:lnTo>
                  <a:lnTo>
                    <a:pt x="1417563" y="1501851"/>
                  </a:lnTo>
                  <a:lnTo>
                    <a:pt x="1417563" y="1501845"/>
                  </a:lnTo>
                  <a:lnTo>
                    <a:pt x="1417564" y="1501837"/>
                  </a:lnTo>
                  <a:lnTo>
                    <a:pt x="1417566" y="1501829"/>
                  </a:lnTo>
                  <a:lnTo>
                    <a:pt x="1417568" y="1501824"/>
                  </a:lnTo>
                  <a:lnTo>
                    <a:pt x="1417572" y="1501819"/>
                  </a:lnTo>
                  <a:lnTo>
                    <a:pt x="1417578" y="1501815"/>
                  </a:lnTo>
                  <a:lnTo>
                    <a:pt x="1417583" y="1501812"/>
                  </a:lnTo>
                  <a:lnTo>
                    <a:pt x="1417588" y="1501815"/>
                  </a:lnTo>
                  <a:lnTo>
                    <a:pt x="1417594" y="1501819"/>
                  </a:lnTo>
                  <a:lnTo>
                    <a:pt x="1417598" y="1501823"/>
                  </a:lnTo>
                  <a:lnTo>
                    <a:pt x="1417604" y="1501828"/>
                  </a:lnTo>
                  <a:lnTo>
                    <a:pt x="1417609" y="1501834"/>
                  </a:lnTo>
                  <a:lnTo>
                    <a:pt x="1417614" y="1501840"/>
                  </a:lnTo>
                  <a:lnTo>
                    <a:pt x="1417617" y="1501843"/>
                  </a:lnTo>
                  <a:lnTo>
                    <a:pt x="1417622" y="1501847"/>
                  </a:lnTo>
                  <a:lnTo>
                    <a:pt x="1417626" y="1501851"/>
                  </a:lnTo>
                  <a:lnTo>
                    <a:pt x="1417629" y="1501854"/>
                  </a:lnTo>
                  <a:lnTo>
                    <a:pt x="1417633" y="1501856"/>
                  </a:lnTo>
                  <a:lnTo>
                    <a:pt x="1417638" y="1501858"/>
                  </a:lnTo>
                  <a:lnTo>
                    <a:pt x="1417643" y="1501858"/>
                  </a:lnTo>
                  <a:lnTo>
                    <a:pt x="1417650" y="1501859"/>
                  </a:lnTo>
                  <a:lnTo>
                    <a:pt x="1417656" y="1501860"/>
                  </a:lnTo>
                  <a:lnTo>
                    <a:pt x="1417663" y="1501862"/>
                  </a:lnTo>
                  <a:lnTo>
                    <a:pt x="1417672" y="1501866"/>
                  </a:lnTo>
                  <a:lnTo>
                    <a:pt x="1417680" y="1501870"/>
                  </a:lnTo>
                  <a:lnTo>
                    <a:pt x="1417689" y="1501873"/>
                  </a:lnTo>
                  <a:lnTo>
                    <a:pt x="1417700" y="1501878"/>
                  </a:lnTo>
                  <a:lnTo>
                    <a:pt x="1417705" y="1501880"/>
                  </a:lnTo>
                  <a:lnTo>
                    <a:pt x="1417720" y="1501885"/>
                  </a:lnTo>
                  <a:lnTo>
                    <a:pt x="1417752" y="1501896"/>
                  </a:lnTo>
                  <a:lnTo>
                    <a:pt x="1417792" y="1501910"/>
                  </a:lnTo>
                  <a:lnTo>
                    <a:pt x="1417803" y="1501912"/>
                  </a:lnTo>
                  <a:lnTo>
                    <a:pt x="1417811" y="1501914"/>
                  </a:lnTo>
                  <a:lnTo>
                    <a:pt x="1417816" y="1501916"/>
                  </a:lnTo>
                  <a:lnTo>
                    <a:pt x="1417822" y="1501919"/>
                  </a:lnTo>
                  <a:lnTo>
                    <a:pt x="1417829" y="1501923"/>
                  </a:lnTo>
                  <a:lnTo>
                    <a:pt x="1417834" y="1501926"/>
                  </a:lnTo>
                  <a:lnTo>
                    <a:pt x="1417839" y="1501930"/>
                  </a:lnTo>
                  <a:lnTo>
                    <a:pt x="1417848" y="1501926"/>
                  </a:lnTo>
                  <a:lnTo>
                    <a:pt x="1417854" y="1501924"/>
                  </a:lnTo>
                  <a:lnTo>
                    <a:pt x="1417860" y="1501922"/>
                  </a:lnTo>
                  <a:lnTo>
                    <a:pt x="1417868" y="1501923"/>
                  </a:lnTo>
                  <a:lnTo>
                    <a:pt x="1417875" y="1501927"/>
                  </a:lnTo>
                  <a:lnTo>
                    <a:pt x="1417881" y="1501931"/>
                  </a:lnTo>
                  <a:lnTo>
                    <a:pt x="1417887" y="1501936"/>
                  </a:lnTo>
                  <a:lnTo>
                    <a:pt x="1417893" y="1501940"/>
                  </a:lnTo>
                  <a:lnTo>
                    <a:pt x="1417902" y="1501945"/>
                  </a:lnTo>
                  <a:lnTo>
                    <a:pt x="1417911" y="1501950"/>
                  </a:lnTo>
                  <a:lnTo>
                    <a:pt x="1417916" y="1501955"/>
                  </a:lnTo>
                  <a:lnTo>
                    <a:pt x="1417917" y="1501960"/>
                  </a:lnTo>
                  <a:lnTo>
                    <a:pt x="1417916" y="1501968"/>
                  </a:lnTo>
                  <a:lnTo>
                    <a:pt x="1418003" y="1502018"/>
                  </a:lnTo>
                  <a:lnTo>
                    <a:pt x="1418114" y="1502083"/>
                  </a:lnTo>
                  <a:lnTo>
                    <a:pt x="1418180" y="1502114"/>
                  </a:lnTo>
                  <a:lnTo>
                    <a:pt x="1418235" y="1502145"/>
                  </a:lnTo>
                  <a:lnTo>
                    <a:pt x="1418242" y="1502090"/>
                  </a:lnTo>
                  <a:lnTo>
                    <a:pt x="1418250" y="1502086"/>
                  </a:lnTo>
                  <a:lnTo>
                    <a:pt x="1418347" y="1502029"/>
                  </a:lnTo>
                  <a:lnTo>
                    <a:pt x="1418334" y="1502007"/>
                  </a:lnTo>
                  <a:lnTo>
                    <a:pt x="1418370" y="1501989"/>
                  </a:lnTo>
                  <a:lnTo>
                    <a:pt x="1418440" y="1501956"/>
                  </a:lnTo>
                  <a:lnTo>
                    <a:pt x="1418466" y="1501943"/>
                  </a:lnTo>
                  <a:lnTo>
                    <a:pt x="1418545" y="1501904"/>
                  </a:lnTo>
                  <a:lnTo>
                    <a:pt x="1418652" y="1501801"/>
                  </a:lnTo>
                  <a:lnTo>
                    <a:pt x="1418709" y="1501757"/>
                  </a:lnTo>
                  <a:lnTo>
                    <a:pt x="1418727" y="1501743"/>
                  </a:lnTo>
                  <a:lnTo>
                    <a:pt x="1418798" y="1501706"/>
                  </a:lnTo>
                  <a:lnTo>
                    <a:pt x="1418854" y="1501662"/>
                  </a:lnTo>
                  <a:lnTo>
                    <a:pt x="1418849" y="1501598"/>
                  </a:lnTo>
                  <a:lnTo>
                    <a:pt x="1418842" y="1501597"/>
                  </a:lnTo>
                  <a:lnTo>
                    <a:pt x="1418835" y="1501597"/>
                  </a:lnTo>
                  <a:lnTo>
                    <a:pt x="1418828" y="1501595"/>
                  </a:lnTo>
                  <a:lnTo>
                    <a:pt x="1418819" y="1501593"/>
                  </a:lnTo>
                  <a:lnTo>
                    <a:pt x="1418813" y="1501591"/>
                  </a:lnTo>
                  <a:lnTo>
                    <a:pt x="1418807" y="1501588"/>
                  </a:lnTo>
                  <a:lnTo>
                    <a:pt x="1418803" y="1501586"/>
                  </a:lnTo>
                  <a:lnTo>
                    <a:pt x="1418800" y="1501581"/>
                  </a:lnTo>
                  <a:lnTo>
                    <a:pt x="1418796" y="1501575"/>
                  </a:lnTo>
                  <a:lnTo>
                    <a:pt x="1418793" y="1501567"/>
                  </a:lnTo>
                  <a:lnTo>
                    <a:pt x="1418792" y="1501560"/>
                  </a:lnTo>
                  <a:lnTo>
                    <a:pt x="1418792" y="1501553"/>
                  </a:lnTo>
                  <a:lnTo>
                    <a:pt x="1418793" y="1501543"/>
                  </a:lnTo>
                  <a:lnTo>
                    <a:pt x="1418796" y="1501536"/>
                  </a:lnTo>
                  <a:lnTo>
                    <a:pt x="1418799" y="1501529"/>
                  </a:lnTo>
                  <a:lnTo>
                    <a:pt x="1418801" y="1501523"/>
                  </a:lnTo>
                  <a:lnTo>
                    <a:pt x="1418802" y="1501516"/>
                  </a:lnTo>
                  <a:lnTo>
                    <a:pt x="1418803" y="1501509"/>
                  </a:lnTo>
                  <a:lnTo>
                    <a:pt x="1418807" y="1501504"/>
                  </a:lnTo>
                  <a:lnTo>
                    <a:pt x="1418811" y="1501499"/>
                  </a:lnTo>
                  <a:lnTo>
                    <a:pt x="1418814" y="1501495"/>
                  </a:lnTo>
                  <a:lnTo>
                    <a:pt x="1418817" y="1501490"/>
                  </a:lnTo>
                  <a:lnTo>
                    <a:pt x="1418820" y="1501486"/>
                  </a:lnTo>
                  <a:lnTo>
                    <a:pt x="1418825" y="1501479"/>
                  </a:lnTo>
                  <a:lnTo>
                    <a:pt x="1418829" y="1501473"/>
                  </a:lnTo>
                  <a:lnTo>
                    <a:pt x="1418833" y="1501468"/>
                  </a:lnTo>
                  <a:lnTo>
                    <a:pt x="1418838" y="1501463"/>
                  </a:lnTo>
                  <a:lnTo>
                    <a:pt x="1418842" y="1501459"/>
                  </a:lnTo>
                  <a:lnTo>
                    <a:pt x="1418847" y="1501456"/>
                  </a:lnTo>
                  <a:lnTo>
                    <a:pt x="1418853" y="1501452"/>
                  </a:lnTo>
                  <a:lnTo>
                    <a:pt x="1418862" y="1501448"/>
                  </a:lnTo>
                  <a:lnTo>
                    <a:pt x="1418867" y="1501446"/>
                  </a:lnTo>
                  <a:lnTo>
                    <a:pt x="1418874" y="1501443"/>
                  </a:lnTo>
                  <a:lnTo>
                    <a:pt x="1418882" y="1501439"/>
                  </a:lnTo>
                  <a:lnTo>
                    <a:pt x="1418888" y="1501437"/>
                  </a:lnTo>
                  <a:lnTo>
                    <a:pt x="1418894" y="1501434"/>
                  </a:lnTo>
                  <a:lnTo>
                    <a:pt x="1418901" y="1501432"/>
                  </a:lnTo>
                  <a:lnTo>
                    <a:pt x="1418955" y="1501390"/>
                  </a:lnTo>
                  <a:lnTo>
                    <a:pt x="1418960" y="1501386"/>
                  </a:lnTo>
                  <a:lnTo>
                    <a:pt x="1418969" y="1501378"/>
                  </a:lnTo>
                  <a:lnTo>
                    <a:pt x="1418978" y="1501377"/>
                  </a:lnTo>
                  <a:lnTo>
                    <a:pt x="1418987" y="1501376"/>
                  </a:lnTo>
                  <a:lnTo>
                    <a:pt x="1418994" y="1501375"/>
                  </a:lnTo>
                  <a:lnTo>
                    <a:pt x="1419002" y="1501374"/>
                  </a:lnTo>
                  <a:lnTo>
                    <a:pt x="1419007" y="1501374"/>
                  </a:lnTo>
                  <a:lnTo>
                    <a:pt x="1419013" y="1501373"/>
                  </a:lnTo>
                  <a:lnTo>
                    <a:pt x="1419020" y="1501375"/>
                  </a:lnTo>
                  <a:lnTo>
                    <a:pt x="1419029" y="1501378"/>
                  </a:lnTo>
                  <a:lnTo>
                    <a:pt x="1419037" y="1501380"/>
                  </a:lnTo>
                  <a:lnTo>
                    <a:pt x="1419044" y="1501382"/>
                  </a:lnTo>
                  <a:lnTo>
                    <a:pt x="1419049" y="1501383"/>
                  </a:lnTo>
                  <a:lnTo>
                    <a:pt x="1419054" y="1501384"/>
                  </a:lnTo>
                  <a:lnTo>
                    <a:pt x="1419059" y="1501385"/>
                  </a:lnTo>
                  <a:lnTo>
                    <a:pt x="1419065" y="1501382"/>
                  </a:lnTo>
                  <a:lnTo>
                    <a:pt x="1419072" y="1501375"/>
                  </a:lnTo>
                  <a:lnTo>
                    <a:pt x="1419077" y="1501369"/>
                  </a:lnTo>
                  <a:lnTo>
                    <a:pt x="1419086" y="1501359"/>
                  </a:lnTo>
                  <a:lnTo>
                    <a:pt x="1419081" y="1501353"/>
                  </a:lnTo>
                  <a:lnTo>
                    <a:pt x="1419077" y="1501347"/>
                  </a:lnTo>
                  <a:lnTo>
                    <a:pt x="1419074" y="1501341"/>
                  </a:lnTo>
                  <a:lnTo>
                    <a:pt x="1419070" y="1501335"/>
                  </a:lnTo>
                  <a:lnTo>
                    <a:pt x="1419068" y="1501328"/>
                  </a:lnTo>
                  <a:lnTo>
                    <a:pt x="1419069" y="1501320"/>
                  </a:lnTo>
                  <a:lnTo>
                    <a:pt x="1419085" y="1501215"/>
                  </a:lnTo>
                  <a:lnTo>
                    <a:pt x="1419091" y="1501208"/>
                  </a:lnTo>
                  <a:lnTo>
                    <a:pt x="1419102" y="1501194"/>
                  </a:lnTo>
                  <a:lnTo>
                    <a:pt x="1419066" y="1501148"/>
                  </a:lnTo>
                  <a:lnTo>
                    <a:pt x="1419084" y="1501093"/>
                  </a:lnTo>
                  <a:lnTo>
                    <a:pt x="1419087" y="1501088"/>
                  </a:lnTo>
                  <a:lnTo>
                    <a:pt x="1419092" y="1501083"/>
                  </a:lnTo>
                  <a:lnTo>
                    <a:pt x="1419096" y="1501079"/>
                  </a:lnTo>
                  <a:lnTo>
                    <a:pt x="1419101" y="1501076"/>
                  </a:lnTo>
                  <a:lnTo>
                    <a:pt x="1419104" y="1501073"/>
                  </a:lnTo>
                  <a:lnTo>
                    <a:pt x="1419110" y="1501069"/>
                  </a:lnTo>
                  <a:lnTo>
                    <a:pt x="1419111" y="1501062"/>
                  </a:lnTo>
                  <a:lnTo>
                    <a:pt x="1419111" y="1501055"/>
                  </a:lnTo>
                  <a:lnTo>
                    <a:pt x="1419113" y="1501046"/>
                  </a:lnTo>
                  <a:lnTo>
                    <a:pt x="1419115" y="1501039"/>
                  </a:lnTo>
                  <a:lnTo>
                    <a:pt x="1419118" y="1501034"/>
                  </a:lnTo>
                  <a:lnTo>
                    <a:pt x="1419121" y="1501026"/>
                  </a:lnTo>
                  <a:lnTo>
                    <a:pt x="1419125" y="1501022"/>
                  </a:lnTo>
                  <a:lnTo>
                    <a:pt x="1419132" y="1501017"/>
                  </a:lnTo>
                  <a:lnTo>
                    <a:pt x="1419138" y="1501014"/>
                  </a:lnTo>
                  <a:lnTo>
                    <a:pt x="1419192" y="1501003"/>
                  </a:lnTo>
                  <a:lnTo>
                    <a:pt x="1419187" y="1500999"/>
                  </a:lnTo>
                  <a:lnTo>
                    <a:pt x="1419182" y="1500993"/>
                  </a:lnTo>
                  <a:lnTo>
                    <a:pt x="1419178" y="1500989"/>
                  </a:lnTo>
                  <a:lnTo>
                    <a:pt x="1419173" y="1500987"/>
                  </a:lnTo>
                  <a:lnTo>
                    <a:pt x="1419166" y="1500984"/>
                  </a:lnTo>
                  <a:lnTo>
                    <a:pt x="1419161" y="1500982"/>
                  </a:lnTo>
                  <a:lnTo>
                    <a:pt x="1419154" y="1500980"/>
                  </a:lnTo>
                  <a:lnTo>
                    <a:pt x="1419150" y="1500977"/>
                  </a:lnTo>
                  <a:lnTo>
                    <a:pt x="1419146" y="1500972"/>
                  </a:lnTo>
                  <a:lnTo>
                    <a:pt x="1419143" y="1500964"/>
                  </a:lnTo>
                  <a:lnTo>
                    <a:pt x="1419032" y="1500877"/>
                  </a:lnTo>
                  <a:lnTo>
                    <a:pt x="1419031" y="1500871"/>
                  </a:lnTo>
                  <a:lnTo>
                    <a:pt x="1419030" y="1500867"/>
                  </a:lnTo>
                  <a:lnTo>
                    <a:pt x="1419026" y="1500863"/>
                  </a:lnTo>
                  <a:lnTo>
                    <a:pt x="1419023" y="1500860"/>
                  </a:lnTo>
                  <a:lnTo>
                    <a:pt x="1419019" y="1500856"/>
                  </a:lnTo>
                  <a:lnTo>
                    <a:pt x="1419014" y="1500851"/>
                  </a:lnTo>
                  <a:lnTo>
                    <a:pt x="1419003" y="1500842"/>
                  </a:lnTo>
                  <a:lnTo>
                    <a:pt x="1418991" y="1500835"/>
                  </a:lnTo>
                  <a:lnTo>
                    <a:pt x="1418982" y="1500832"/>
                  </a:lnTo>
                  <a:lnTo>
                    <a:pt x="1418971" y="1500825"/>
                  </a:lnTo>
                  <a:lnTo>
                    <a:pt x="1418965" y="1500821"/>
                  </a:lnTo>
                  <a:lnTo>
                    <a:pt x="1418960" y="1500817"/>
                  </a:lnTo>
                  <a:lnTo>
                    <a:pt x="1418955" y="1500812"/>
                  </a:lnTo>
                  <a:lnTo>
                    <a:pt x="1418952" y="1500802"/>
                  </a:lnTo>
                  <a:lnTo>
                    <a:pt x="1418950" y="1500792"/>
                  </a:lnTo>
                  <a:lnTo>
                    <a:pt x="1418946" y="1500781"/>
                  </a:lnTo>
                  <a:lnTo>
                    <a:pt x="1418938" y="1500772"/>
                  </a:lnTo>
                  <a:lnTo>
                    <a:pt x="1418930" y="1500766"/>
                  </a:lnTo>
                  <a:lnTo>
                    <a:pt x="1418922" y="1500761"/>
                  </a:lnTo>
                  <a:lnTo>
                    <a:pt x="1418914" y="1500759"/>
                  </a:lnTo>
                  <a:lnTo>
                    <a:pt x="1418905" y="1500757"/>
                  </a:lnTo>
                  <a:lnTo>
                    <a:pt x="1418896" y="1500759"/>
                  </a:lnTo>
                  <a:lnTo>
                    <a:pt x="1418887" y="1500764"/>
                  </a:lnTo>
                  <a:lnTo>
                    <a:pt x="1418881" y="1500751"/>
                  </a:lnTo>
                  <a:lnTo>
                    <a:pt x="1418873" y="1500734"/>
                  </a:lnTo>
                  <a:lnTo>
                    <a:pt x="1418868" y="1500733"/>
                  </a:lnTo>
                  <a:lnTo>
                    <a:pt x="1418862" y="1500732"/>
                  </a:lnTo>
                  <a:lnTo>
                    <a:pt x="1418855" y="1500731"/>
                  </a:lnTo>
                  <a:lnTo>
                    <a:pt x="1418846" y="1500727"/>
                  </a:lnTo>
                  <a:lnTo>
                    <a:pt x="1418839" y="1500725"/>
                  </a:lnTo>
                  <a:lnTo>
                    <a:pt x="1418832" y="1500722"/>
                  </a:lnTo>
                  <a:lnTo>
                    <a:pt x="1418825" y="1500717"/>
                  </a:lnTo>
                  <a:lnTo>
                    <a:pt x="1418821" y="1500713"/>
                  </a:lnTo>
                  <a:lnTo>
                    <a:pt x="1418820" y="1500707"/>
                  </a:lnTo>
                  <a:lnTo>
                    <a:pt x="1418820" y="1500701"/>
                  </a:lnTo>
                  <a:lnTo>
                    <a:pt x="1418821" y="1500694"/>
                  </a:lnTo>
                  <a:lnTo>
                    <a:pt x="1418821" y="1500687"/>
                  </a:lnTo>
                  <a:lnTo>
                    <a:pt x="1418820" y="1500679"/>
                  </a:lnTo>
                  <a:lnTo>
                    <a:pt x="1418819" y="1500671"/>
                  </a:lnTo>
                  <a:lnTo>
                    <a:pt x="1418819" y="1500662"/>
                  </a:lnTo>
                  <a:lnTo>
                    <a:pt x="1418820" y="1500655"/>
                  </a:lnTo>
                  <a:lnTo>
                    <a:pt x="1418822" y="1500649"/>
                  </a:lnTo>
                  <a:lnTo>
                    <a:pt x="1418811" y="1500653"/>
                  </a:lnTo>
                  <a:lnTo>
                    <a:pt x="1418797" y="1500658"/>
                  </a:lnTo>
                  <a:lnTo>
                    <a:pt x="1418786" y="1500664"/>
                  </a:lnTo>
                  <a:lnTo>
                    <a:pt x="1418777" y="1500669"/>
                  </a:lnTo>
                  <a:lnTo>
                    <a:pt x="1418770" y="1500673"/>
                  </a:lnTo>
                  <a:lnTo>
                    <a:pt x="1418760" y="1500677"/>
                  </a:lnTo>
                  <a:lnTo>
                    <a:pt x="1418754" y="1500681"/>
                  </a:lnTo>
                  <a:lnTo>
                    <a:pt x="1418749" y="1500684"/>
                  </a:lnTo>
                  <a:lnTo>
                    <a:pt x="1418742" y="1500689"/>
                  </a:lnTo>
                  <a:lnTo>
                    <a:pt x="1418733" y="1500698"/>
                  </a:lnTo>
                  <a:lnTo>
                    <a:pt x="1418724" y="1500706"/>
                  </a:lnTo>
                  <a:lnTo>
                    <a:pt x="1418718" y="1500714"/>
                  </a:lnTo>
                  <a:lnTo>
                    <a:pt x="1418708" y="1500725"/>
                  </a:lnTo>
                  <a:lnTo>
                    <a:pt x="1418695" y="1500731"/>
                  </a:lnTo>
                  <a:lnTo>
                    <a:pt x="1418686" y="1500734"/>
                  </a:lnTo>
                  <a:lnTo>
                    <a:pt x="1418679" y="1500727"/>
                  </a:lnTo>
                  <a:lnTo>
                    <a:pt x="1418672" y="1500717"/>
                  </a:lnTo>
                  <a:lnTo>
                    <a:pt x="1418662" y="1500706"/>
                  </a:lnTo>
                  <a:lnTo>
                    <a:pt x="1418654" y="1500696"/>
                  </a:lnTo>
                  <a:lnTo>
                    <a:pt x="1418647" y="1500687"/>
                  </a:lnTo>
                  <a:lnTo>
                    <a:pt x="1418642" y="1500679"/>
                  </a:lnTo>
                  <a:lnTo>
                    <a:pt x="1418638" y="1500674"/>
                  </a:lnTo>
                  <a:lnTo>
                    <a:pt x="1418634" y="1500668"/>
                  </a:lnTo>
                  <a:lnTo>
                    <a:pt x="1418630" y="1500663"/>
                  </a:lnTo>
                  <a:lnTo>
                    <a:pt x="1418620" y="1500661"/>
                  </a:lnTo>
                  <a:lnTo>
                    <a:pt x="1418612" y="1500660"/>
                  </a:lnTo>
                  <a:lnTo>
                    <a:pt x="1418604" y="1500658"/>
                  </a:lnTo>
                  <a:lnTo>
                    <a:pt x="1418597" y="1500656"/>
                  </a:lnTo>
                  <a:lnTo>
                    <a:pt x="1418589" y="1500654"/>
                  </a:lnTo>
                  <a:lnTo>
                    <a:pt x="1418582" y="1500650"/>
                  </a:lnTo>
                  <a:lnTo>
                    <a:pt x="1418580" y="1500642"/>
                  </a:lnTo>
                  <a:lnTo>
                    <a:pt x="1418580" y="1500634"/>
                  </a:lnTo>
                  <a:lnTo>
                    <a:pt x="1418582" y="1500628"/>
                  </a:lnTo>
                  <a:lnTo>
                    <a:pt x="1418582" y="1500620"/>
                  </a:lnTo>
                  <a:lnTo>
                    <a:pt x="1418581" y="1500612"/>
                  </a:lnTo>
                  <a:lnTo>
                    <a:pt x="1418580" y="1500605"/>
                  </a:lnTo>
                  <a:lnTo>
                    <a:pt x="1418579" y="1500597"/>
                  </a:lnTo>
                  <a:lnTo>
                    <a:pt x="1418578" y="1500592"/>
                  </a:lnTo>
                  <a:lnTo>
                    <a:pt x="1418578" y="1500585"/>
                  </a:lnTo>
                  <a:lnTo>
                    <a:pt x="1418579" y="1500579"/>
                  </a:lnTo>
                  <a:lnTo>
                    <a:pt x="1418578" y="1500571"/>
                  </a:lnTo>
                  <a:lnTo>
                    <a:pt x="1418576" y="1500566"/>
                  </a:lnTo>
                  <a:lnTo>
                    <a:pt x="1418571" y="1500564"/>
                  </a:lnTo>
                  <a:lnTo>
                    <a:pt x="1418565" y="1500562"/>
                  </a:lnTo>
                  <a:lnTo>
                    <a:pt x="1418558" y="1500561"/>
                  </a:lnTo>
                  <a:lnTo>
                    <a:pt x="1418554" y="1500560"/>
                  </a:lnTo>
                  <a:lnTo>
                    <a:pt x="1418545" y="1500560"/>
                  </a:lnTo>
                  <a:lnTo>
                    <a:pt x="1418540" y="1500562"/>
                  </a:lnTo>
                  <a:lnTo>
                    <a:pt x="1418534" y="1500562"/>
                  </a:lnTo>
                  <a:lnTo>
                    <a:pt x="1418529" y="1500560"/>
                  </a:lnTo>
                  <a:lnTo>
                    <a:pt x="1418522" y="1500556"/>
                  </a:lnTo>
                  <a:lnTo>
                    <a:pt x="1418521" y="1500550"/>
                  </a:lnTo>
                  <a:lnTo>
                    <a:pt x="1418521" y="1500543"/>
                  </a:lnTo>
                  <a:lnTo>
                    <a:pt x="1418520" y="1500535"/>
                  </a:lnTo>
                  <a:lnTo>
                    <a:pt x="1418519" y="1500528"/>
                  </a:lnTo>
                  <a:lnTo>
                    <a:pt x="1418520" y="1500520"/>
                  </a:lnTo>
                  <a:lnTo>
                    <a:pt x="1418518" y="1500514"/>
                  </a:lnTo>
                  <a:lnTo>
                    <a:pt x="1418515" y="1500504"/>
                  </a:lnTo>
                  <a:lnTo>
                    <a:pt x="1418513" y="1500497"/>
                  </a:lnTo>
                  <a:lnTo>
                    <a:pt x="1418507" y="1500486"/>
                  </a:lnTo>
                  <a:lnTo>
                    <a:pt x="1418504" y="1500480"/>
                  </a:lnTo>
                  <a:lnTo>
                    <a:pt x="1418502" y="1500475"/>
                  </a:lnTo>
                  <a:lnTo>
                    <a:pt x="1418501" y="1500469"/>
                  </a:lnTo>
                  <a:lnTo>
                    <a:pt x="1418499" y="1500465"/>
                  </a:lnTo>
                  <a:lnTo>
                    <a:pt x="1418499" y="1500460"/>
                  </a:lnTo>
                  <a:lnTo>
                    <a:pt x="1418493" y="1500453"/>
                  </a:lnTo>
                  <a:lnTo>
                    <a:pt x="1418489" y="1500447"/>
                  </a:lnTo>
                  <a:lnTo>
                    <a:pt x="1418486" y="1500441"/>
                  </a:lnTo>
                  <a:lnTo>
                    <a:pt x="1418483" y="1500435"/>
                  </a:lnTo>
                  <a:lnTo>
                    <a:pt x="1418480" y="1500425"/>
                  </a:lnTo>
                  <a:lnTo>
                    <a:pt x="1418478" y="1500420"/>
                  </a:lnTo>
                  <a:lnTo>
                    <a:pt x="1418476" y="1500415"/>
                  </a:lnTo>
                  <a:lnTo>
                    <a:pt x="1418475" y="1500407"/>
                  </a:lnTo>
                  <a:lnTo>
                    <a:pt x="1418474" y="1500401"/>
                  </a:lnTo>
                  <a:lnTo>
                    <a:pt x="1418472" y="1500390"/>
                  </a:lnTo>
                  <a:lnTo>
                    <a:pt x="1418471" y="1500380"/>
                  </a:lnTo>
                  <a:lnTo>
                    <a:pt x="1418471" y="1500373"/>
                  </a:lnTo>
                  <a:lnTo>
                    <a:pt x="1418471" y="1500367"/>
                  </a:lnTo>
                  <a:lnTo>
                    <a:pt x="1418473" y="1500360"/>
                  </a:lnTo>
                  <a:lnTo>
                    <a:pt x="1418478" y="1500356"/>
                  </a:lnTo>
                  <a:lnTo>
                    <a:pt x="1418484" y="1500352"/>
                  </a:lnTo>
                  <a:lnTo>
                    <a:pt x="1418491" y="1500347"/>
                  </a:lnTo>
                  <a:lnTo>
                    <a:pt x="1418496" y="1500344"/>
                  </a:lnTo>
                  <a:lnTo>
                    <a:pt x="1418500" y="1500341"/>
                  </a:lnTo>
                  <a:lnTo>
                    <a:pt x="1418508" y="1500335"/>
                  </a:lnTo>
                  <a:lnTo>
                    <a:pt x="1418513" y="1500331"/>
                  </a:lnTo>
                  <a:lnTo>
                    <a:pt x="1418516" y="1500327"/>
                  </a:lnTo>
                  <a:lnTo>
                    <a:pt x="1418521" y="1500323"/>
                  </a:lnTo>
                  <a:lnTo>
                    <a:pt x="1418524" y="1500319"/>
                  </a:lnTo>
                  <a:lnTo>
                    <a:pt x="1418528" y="1500315"/>
                  </a:lnTo>
                  <a:lnTo>
                    <a:pt x="1418532" y="1500309"/>
                  </a:lnTo>
                  <a:lnTo>
                    <a:pt x="1418536" y="1500304"/>
                  </a:lnTo>
                  <a:lnTo>
                    <a:pt x="1418539" y="1500299"/>
                  </a:lnTo>
                  <a:lnTo>
                    <a:pt x="1418541" y="1500293"/>
                  </a:lnTo>
                  <a:lnTo>
                    <a:pt x="1418541" y="1500287"/>
                  </a:lnTo>
                  <a:lnTo>
                    <a:pt x="1418541" y="1500281"/>
                  </a:lnTo>
                  <a:lnTo>
                    <a:pt x="1418542" y="1500275"/>
                  </a:lnTo>
                  <a:lnTo>
                    <a:pt x="1418550" y="1500273"/>
                  </a:lnTo>
                  <a:lnTo>
                    <a:pt x="1418557" y="1500273"/>
                  </a:lnTo>
                  <a:lnTo>
                    <a:pt x="1418564" y="1500273"/>
                  </a:lnTo>
                  <a:lnTo>
                    <a:pt x="1418571" y="1500274"/>
                  </a:lnTo>
                  <a:lnTo>
                    <a:pt x="1418580" y="1500275"/>
                  </a:lnTo>
                  <a:lnTo>
                    <a:pt x="1418589" y="1500276"/>
                  </a:lnTo>
                  <a:lnTo>
                    <a:pt x="1418596" y="1500277"/>
                  </a:lnTo>
                  <a:lnTo>
                    <a:pt x="1418604" y="1500276"/>
                  </a:lnTo>
                  <a:lnTo>
                    <a:pt x="1418612" y="1500276"/>
                  </a:lnTo>
                  <a:lnTo>
                    <a:pt x="1418620" y="1500275"/>
                  </a:lnTo>
                  <a:lnTo>
                    <a:pt x="1418626" y="1500271"/>
                  </a:lnTo>
                  <a:lnTo>
                    <a:pt x="1418632" y="1500267"/>
                  </a:lnTo>
                  <a:lnTo>
                    <a:pt x="1418635" y="1500263"/>
                  </a:lnTo>
                  <a:lnTo>
                    <a:pt x="1418639" y="1500258"/>
                  </a:lnTo>
                  <a:lnTo>
                    <a:pt x="1418644" y="1500253"/>
                  </a:lnTo>
                  <a:lnTo>
                    <a:pt x="1418649" y="1500249"/>
                  </a:lnTo>
                  <a:lnTo>
                    <a:pt x="1418653" y="1500248"/>
                  </a:lnTo>
                  <a:lnTo>
                    <a:pt x="1418659" y="1500248"/>
                  </a:lnTo>
                  <a:lnTo>
                    <a:pt x="1418663" y="1500249"/>
                  </a:lnTo>
                  <a:lnTo>
                    <a:pt x="1418670" y="1500251"/>
                  </a:lnTo>
                  <a:lnTo>
                    <a:pt x="1418676" y="1500247"/>
                  </a:lnTo>
                  <a:lnTo>
                    <a:pt x="1418681" y="1500244"/>
                  </a:lnTo>
                  <a:lnTo>
                    <a:pt x="1418687" y="1500239"/>
                  </a:lnTo>
                  <a:lnTo>
                    <a:pt x="1418694" y="1500235"/>
                  </a:lnTo>
                  <a:lnTo>
                    <a:pt x="1418701" y="1500231"/>
                  </a:lnTo>
                  <a:lnTo>
                    <a:pt x="1418708" y="1500227"/>
                  </a:lnTo>
                  <a:lnTo>
                    <a:pt x="1418715" y="1500225"/>
                  </a:lnTo>
                  <a:lnTo>
                    <a:pt x="1418721" y="1500223"/>
                  </a:lnTo>
                  <a:lnTo>
                    <a:pt x="1418727" y="1500221"/>
                  </a:lnTo>
                  <a:lnTo>
                    <a:pt x="1418731" y="1500220"/>
                  </a:lnTo>
                  <a:lnTo>
                    <a:pt x="1418736" y="1500218"/>
                  </a:lnTo>
                  <a:lnTo>
                    <a:pt x="1418741" y="1500215"/>
                  </a:lnTo>
                  <a:lnTo>
                    <a:pt x="1418745" y="1500212"/>
                  </a:lnTo>
                  <a:lnTo>
                    <a:pt x="1418750" y="1500210"/>
                  </a:lnTo>
                  <a:lnTo>
                    <a:pt x="1418757" y="1500208"/>
                  </a:lnTo>
                  <a:lnTo>
                    <a:pt x="1418763" y="1500208"/>
                  </a:lnTo>
                  <a:lnTo>
                    <a:pt x="1418769" y="1500210"/>
                  </a:lnTo>
                  <a:lnTo>
                    <a:pt x="1418778" y="1500212"/>
                  </a:lnTo>
                  <a:lnTo>
                    <a:pt x="1418785" y="1500213"/>
                  </a:lnTo>
                  <a:lnTo>
                    <a:pt x="1418802" y="1500216"/>
                  </a:lnTo>
                  <a:lnTo>
                    <a:pt x="1418810" y="1500218"/>
                  </a:lnTo>
                  <a:lnTo>
                    <a:pt x="1418816" y="1500221"/>
                  </a:lnTo>
                  <a:lnTo>
                    <a:pt x="1418823" y="1500225"/>
                  </a:lnTo>
                  <a:lnTo>
                    <a:pt x="1418828" y="1500227"/>
                  </a:lnTo>
                  <a:lnTo>
                    <a:pt x="1418834" y="1500231"/>
                  </a:lnTo>
                  <a:lnTo>
                    <a:pt x="1418840" y="1500234"/>
                  </a:lnTo>
                  <a:lnTo>
                    <a:pt x="1418844" y="1500236"/>
                  </a:lnTo>
                  <a:lnTo>
                    <a:pt x="1418849" y="1500238"/>
                  </a:lnTo>
                  <a:lnTo>
                    <a:pt x="1418856" y="1500239"/>
                  </a:lnTo>
                  <a:lnTo>
                    <a:pt x="1418862" y="1500235"/>
                  </a:lnTo>
                  <a:lnTo>
                    <a:pt x="1418866" y="1500230"/>
                  </a:lnTo>
                  <a:lnTo>
                    <a:pt x="1418871" y="1500225"/>
                  </a:lnTo>
                  <a:lnTo>
                    <a:pt x="1418875" y="1500219"/>
                  </a:lnTo>
                  <a:lnTo>
                    <a:pt x="1418879" y="1500211"/>
                  </a:lnTo>
                  <a:lnTo>
                    <a:pt x="1418883" y="1500202"/>
                  </a:lnTo>
                  <a:lnTo>
                    <a:pt x="1418882" y="1500194"/>
                  </a:lnTo>
                  <a:lnTo>
                    <a:pt x="1418878" y="1500187"/>
                  </a:lnTo>
                  <a:lnTo>
                    <a:pt x="1418875" y="1500182"/>
                  </a:lnTo>
                  <a:lnTo>
                    <a:pt x="1418873" y="1500178"/>
                  </a:lnTo>
                  <a:lnTo>
                    <a:pt x="1418870" y="1500173"/>
                  </a:lnTo>
                  <a:lnTo>
                    <a:pt x="1418867" y="1500167"/>
                  </a:lnTo>
                  <a:lnTo>
                    <a:pt x="1418866" y="1500161"/>
                  </a:lnTo>
                  <a:lnTo>
                    <a:pt x="1418865" y="1500153"/>
                  </a:lnTo>
                  <a:lnTo>
                    <a:pt x="1418864" y="1500147"/>
                  </a:lnTo>
                  <a:lnTo>
                    <a:pt x="1418862" y="1500141"/>
                  </a:lnTo>
                  <a:lnTo>
                    <a:pt x="1418860" y="1500134"/>
                  </a:lnTo>
                  <a:lnTo>
                    <a:pt x="1418859" y="1500128"/>
                  </a:lnTo>
                  <a:lnTo>
                    <a:pt x="1418862" y="1500123"/>
                  </a:lnTo>
                  <a:lnTo>
                    <a:pt x="1418868" y="1500119"/>
                  </a:lnTo>
                  <a:lnTo>
                    <a:pt x="1418874" y="1500116"/>
                  </a:lnTo>
                  <a:lnTo>
                    <a:pt x="1418879" y="1500112"/>
                  </a:lnTo>
                  <a:lnTo>
                    <a:pt x="1418882" y="1500106"/>
                  </a:lnTo>
                  <a:lnTo>
                    <a:pt x="1418884" y="1500100"/>
                  </a:lnTo>
                  <a:lnTo>
                    <a:pt x="1418886" y="1500092"/>
                  </a:lnTo>
                  <a:lnTo>
                    <a:pt x="1418888" y="1500087"/>
                  </a:lnTo>
                  <a:lnTo>
                    <a:pt x="1418890" y="1500081"/>
                  </a:lnTo>
                  <a:lnTo>
                    <a:pt x="1418894" y="1500071"/>
                  </a:lnTo>
                  <a:lnTo>
                    <a:pt x="1418899" y="1500062"/>
                  </a:lnTo>
                  <a:lnTo>
                    <a:pt x="1418904" y="1500056"/>
                  </a:lnTo>
                  <a:lnTo>
                    <a:pt x="1418908" y="1500052"/>
                  </a:lnTo>
                  <a:lnTo>
                    <a:pt x="1418912" y="1500048"/>
                  </a:lnTo>
                  <a:lnTo>
                    <a:pt x="1418917" y="1500044"/>
                  </a:lnTo>
                  <a:lnTo>
                    <a:pt x="1418924" y="1500040"/>
                  </a:lnTo>
                  <a:lnTo>
                    <a:pt x="1418930" y="1500036"/>
                  </a:lnTo>
                  <a:lnTo>
                    <a:pt x="1418928" y="1500029"/>
                  </a:lnTo>
                  <a:lnTo>
                    <a:pt x="1418924" y="1500025"/>
                  </a:lnTo>
                  <a:lnTo>
                    <a:pt x="1418919" y="1500022"/>
                  </a:lnTo>
                  <a:lnTo>
                    <a:pt x="1418911" y="1500020"/>
                  </a:lnTo>
                  <a:lnTo>
                    <a:pt x="1418905" y="1500016"/>
                  </a:lnTo>
                  <a:lnTo>
                    <a:pt x="1418899" y="1500013"/>
                  </a:lnTo>
                  <a:lnTo>
                    <a:pt x="1418893" y="1500009"/>
                  </a:lnTo>
                  <a:lnTo>
                    <a:pt x="1418890" y="1500002"/>
                  </a:lnTo>
                  <a:lnTo>
                    <a:pt x="1418892" y="1499994"/>
                  </a:lnTo>
                  <a:lnTo>
                    <a:pt x="1418895" y="1499986"/>
                  </a:lnTo>
                  <a:lnTo>
                    <a:pt x="1418900" y="1499978"/>
                  </a:lnTo>
                  <a:lnTo>
                    <a:pt x="1418905" y="1499971"/>
                  </a:lnTo>
                  <a:lnTo>
                    <a:pt x="1418908" y="1499967"/>
                  </a:lnTo>
                  <a:lnTo>
                    <a:pt x="1418910" y="1499962"/>
                  </a:lnTo>
                  <a:lnTo>
                    <a:pt x="1418911" y="1499956"/>
                  </a:lnTo>
                  <a:lnTo>
                    <a:pt x="1418912" y="1499951"/>
                  </a:lnTo>
                  <a:lnTo>
                    <a:pt x="1418913" y="1499946"/>
                  </a:lnTo>
                  <a:lnTo>
                    <a:pt x="1418914" y="1499940"/>
                  </a:lnTo>
                  <a:lnTo>
                    <a:pt x="1418916" y="1499934"/>
                  </a:lnTo>
                  <a:lnTo>
                    <a:pt x="1418918" y="1499927"/>
                  </a:lnTo>
                  <a:lnTo>
                    <a:pt x="1418920" y="1499919"/>
                  </a:lnTo>
                  <a:lnTo>
                    <a:pt x="1418922" y="1499911"/>
                  </a:lnTo>
                  <a:lnTo>
                    <a:pt x="1418924" y="1499906"/>
                  </a:lnTo>
                  <a:lnTo>
                    <a:pt x="1418928" y="1499900"/>
                  </a:lnTo>
                  <a:lnTo>
                    <a:pt x="1418932" y="1499895"/>
                  </a:lnTo>
                  <a:lnTo>
                    <a:pt x="1418936" y="1499892"/>
                  </a:lnTo>
                  <a:lnTo>
                    <a:pt x="1418941" y="1499886"/>
                  </a:lnTo>
                  <a:lnTo>
                    <a:pt x="1418945" y="1499880"/>
                  </a:lnTo>
                  <a:lnTo>
                    <a:pt x="1418948" y="1499875"/>
                  </a:lnTo>
                  <a:lnTo>
                    <a:pt x="1418951" y="1499870"/>
                  </a:lnTo>
                  <a:lnTo>
                    <a:pt x="1418953" y="1499864"/>
                  </a:lnTo>
                  <a:lnTo>
                    <a:pt x="1418954" y="1499859"/>
                  </a:lnTo>
                  <a:lnTo>
                    <a:pt x="1418956" y="1499853"/>
                  </a:lnTo>
                  <a:lnTo>
                    <a:pt x="1418958" y="1499846"/>
                  </a:lnTo>
                  <a:lnTo>
                    <a:pt x="1418962" y="1499840"/>
                  </a:lnTo>
                  <a:lnTo>
                    <a:pt x="1418967" y="1499830"/>
                  </a:lnTo>
                  <a:lnTo>
                    <a:pt x="1418970" y="1499822"/>
                  </a:lnTo>
                  <a:lnTo>
                    <a:pt x="1418972" y="1499813"/>
                  </a:lnTo>
                  <a:lnTo>
                    <a:pt x="1418974" y="1499808"/>
                  </a:lnTo>
                  <a:lnTo>
                    <a:pt x="1418976" y="1499801"/>
                  </a:lnTo>
                  <a:lnTo>
                    <a:pt x="1418978" y="1499793"/>
                  </a:lnTo>
                  <a:lnTo>
                    <a:pt x="1418980" y="1499787"/>
                  </a:lnTo>
                  <a:lnTo>
                    <a:pt x="1418983" y="1499781"/>
                  </a:lnTo>
                  <a:lnTo>
                    <a:pt x="1418985" y="1499773"/>
                  </a:lnTo>
                  <a:lnTo>
                    <a:pt x="1418985" y="1499765"/>
                  </a:lnTo>
                  <a:lnTo>
                    <a:pt x="1418984" y="1499760"/>
                  </a:lnTo>
                  <a:lnTo>
                    <a:pt x="1418983" y="1499755"/>
                  </a:lnTo>
                  <a:lnTo>
                    <a:pt x="1418986" y="1499749"/>
                  </a:lnTo>
                  <a:lnTo>
                    <a:pt x="1418990" y="1499744"/>
                  </a:lnTo>
                  <a:lnTo>
                    <a:pt x="1418995" y="1499739"/>
                  </a:lnTo>
                  <a:lnTo>
                    <a:pt x="1419001" y="1499732"/>
                  </a:lnTo>
                  <a:lnTo>
                    <a:pt x="1419005" y="1499728"/>
                  </a:lnTo>
                  <a:lnTo>
                    <a:pt x="1419009" y="1499725"/>
                  </a:lnTo>
                  <a:lnTo>
                    <a:pt x="1419012" y="1499722"/>
                  </a:lnTo>
                  <a:lnTo>
                    <a:pt x="1419015" y="1499718"/>
                  </a:lnTo>
                  <a:lnTo>
                    <a:pt x="1419019" y="1499713"/>
                  </a:lnTo>
                  <a:lnTo>
                    <a:pt x="1419022" y="1499709"/>
                  </a:lnTo>
                  <a:lnTo>
                    <a:pt x="1419027" y="1499705"/>
                  </a:lnTo>
                  <a:lnTo>
                    <a:pt x="1419032" y="1499701"/>
                  </a:lnTo>
                  <a:lnTo>
                    <a:pt x="1419038" y="1499696"/>
                  </a:lnTo>
                  <a:lnTo>
                    <a:pt x="1419041" y="1499692"/>
                  </a:lnTo>
                  <a:lnTo>
                    <a:pt x="1419043" y="1499687"/>
                  </a:lnTo>
                  <a:lnTo>
                    <a:pt x="1419045" y="1499682"/>
                  </a:lnTo>
                  <a:lnTo>
                    <a:pt x="1419048" y="1499677"/>
                  </a:lnTo>
                  <a:lnTo>
                    <a:pt x="1419051" y="1499671"/>
                  </a:lnTo>
                  <a:lnTo>
                    <a:pt x="1419055" y="1499665"/>
                  </a:lnTo>
                  <a:lnTo>
                    <a:pt x="1419058" y="1499660"/>
                  </a:lnTo>
                  <a:lnTo>
                    <a:pt x="1419062" y="1499654"/>
                  </a:lnTo>
                  <a:lnTo>
                    <a:pt x="1419067" y="1499647"/>
                  </a:lnTo>
                  <a:lnTo>
                    <a:pt x="1419070" y="1499641"/>
                  </a:lnTo>
                  <a:lnTo>
                    <a:pt x="1419072" y="1499633"/>
                  </a:lnTo>
                  <a:lnTo>
                    <a:pt x="1419078" y="1499625"/>
                  </a:lnTo>
                  <a:lnTo>
                    <a:pt x="1419085" y="1499617"/>
                  </a:lnTo>
                  <a:lnTo>
                    <a:pt x="1419089" y="1499612"/>
                  </a:lnTo>
                  <a:lnTo>
                    <a:pt x="1419093" y="1499609"/>
                  </a:lnTo>
                  <a:lnTo>
                    <a:pt x="1419097" y="1499605"/>
                  </a:lnTo>
                  <a:lnTo>
                    <a:pt x="1419102" y="1499601"/>
                  </a:lnTo>
                  <a:lnTo>
                    <a:pt x="1419107" y="1499596"/>
                  </a:lnTo>
                  <a:lnTo>
                    <a:pt x="1419107" y="1499586"/>
                  </a:lnTo>
                  <a:lnTo>
                    <a:pt x="1419104" y="1499577"/>
                  </a:lnTo>
                  <a:lnTo>
                    <a:pt x="1419101" y="1499568"/>
                  </a:lnTo>
                  <a:lnTo>
                    <a:pt x="1419099" y="1499560"/>
                  </a:lnTo>
                  <a:lnTo>
                    <a:pt x="1419096" y="1499550"/>
                  </a:lnTo>
                  <a:lnTo>
                    <a:pt x="1419095" y="1499545"/>
                  </a:lnTo>
                  <a:lnTo>
                    <a:pt x="1419093" y="1499537"/>
                  </a:lnTo>
                  <a:lnTo>
                    <a:pt x="1419094" y="1499527"/>
                  </a:lnTo>
                  <a:lnTo>
                    <a:pt x="1419095" y="1499518"/>
                  </a:lnTo>
                  <a:lnTo>
                    <a:pt x="1419095" y="1499512"/>
                  </a:lnTo>
                  <a:lnTo>
                    <a:pt x="1419096" y="1499507"/>
                  </a:lnTo>
                  <a:lnTo>
                    <a:pt x="1419095" y="1499500"/>
                  </a:lnTo>
                  <a:lnTo>
                    <a:pt x="1419095" y="1499494"/>
                  </a:lnTo>
                  <a:lnTo>
                    <a:pt x="1419096" y="1499484"/>
                  </a:lnTo>
                  <a:lnTo>
                    <a:pt x="1419097" y="1499475"/>
                  </a:lnTo>
                  <a:lnTo>
                    <a:pt x="1419098" y="1499470"/>
                  </a:lnTo>
                  <a:lnTo>
                    <a:pt x="1419097" y="1499463"/>
                  </a:lnTo>
                  <a:lnTo>
                    <a:pt x="1419094" y="1499457"/>
                  </a:lnTo>
                  <a:lnTo>
                    <a:pt x="1419091" y="1499453"/>
                  </a:lnTo>
                  <a:lnTo>
                    <a:pt x="1419089" y="1499449"/>
                  </a:lnTo>
                  <a:lnTo>
                    <a:pt x="1419085" y="1499443"/>
                  </a:lnTo>
                  <a:lnTo>
                    <a:pt x="1419082" y="1499439"/>
                  </a:lnTo>
                  <a:lnTo>
                    <a:pt x="1419078" y="1499434"/>
                  </a:lnTo>
                  <a:lnTo>
                    <a:pt x="1419073" y="1499431"/>
                  </a:lnTo>
                  <a:lnTo>
                    <a:pt x="1419068" y="1499429"/>
                  </a:lnTo>
                  <a:lnTo>
                    <a:pt x="1419063" y="1499428"/>
                  </a:lnTo>
                  <a:lnTo>
                    <a:pt x="1419058" y="1499427"/>
                  </a:lnTo>
                  <a:lnTo>
                    <a:pt x="1419051" y="1499425"/>
                  </a:lnTo>
                  <a:lnTo>
                    <a:pt x="1419044" y="1499423"/>
                  </a:lnTo>
                  <a:lnTo>
                    <a:pt x="1419036" y="1499419"/>
                  </a:lnTo>
                  <a:lnTo>
                    <a:pt x="1419030" y="1499415"/>
                  </a:lnTo>
                  <a:lnTo>
                    <a:pt x="1419025" y="1499410"/>
                  </a:lnTo>
                  <a:lnTo>
                    <a:pt x="1419020" y="1499404"/>
                  </a:lnTo>
                  <a:lnTo>
                    <a:pt x="1419017" y="1499397"/>
                  </a:lnTo>
                  <a:lnTo>
                    <a:pt x="1419015" y="1499389"/>
                  </a:lnTo>
                  <a:lnTo>
                    <a:pt x="1419012" y="1499384"/>
                  </a:lnTo>
                  <a:lnTo>
                    <a:pt x="1419010" y="1499380"/>
                  </a:lnTo>
                  <a:lnTo>
                    <a:pt x="1419005" y="1499374"/>
                  </a:lnTo>
                  <a:lnTo>
                    <a:pt x="1419002" y="1499368"/>
                  </a:lnTo>
                  <a:lnTo>
                    <a:pt x="1418998" y="1499362"/>
                  </a:lnTo>
                  <a:lnTo>
                    <a:pt x="1418993" y="1499354"/>
                  </a:lnTo>
                  <a:lnTo>
                    <a:pt x="1418988" y="1499348"/>
                  </a:lnTo>
                  <a:lnTo>
                    <a:pt x="1418982" y="1499344"/>
                  </a:lnTo>
                  <a:lnTo>
                    <a:pt x="1418977" y="1499340"/>
                  </a:lnTo>
                  <a:lnTo>
                    <a:pt x="1418971" y="1499337"/>
                  </a:lnTo>
                  <a:lnTo>
                    <a:pt x="1418965" y="1499334"/>
                  </a:lnTo>
                  <a:lnTo>
                    <a:pt x="1418957" y="1499330"/>
                  </a:lnTo>
                  <a:lnTo>
                    <a:pt x="1418949" y="1499328"/>
                  </a:lnTo>
                  <a:lnTo>
                    <a:pt x="1418941" y="1499327"/>
                  </a:lnTo>
                  <a:lnTo>
                    <a:pt x="1418933" y="1499327"/>
                  </a:lnTo>
                  <a:lnTo>
                    <a:pt x="1418925" y="1499326"/>
                  </a:lnTo>
                  <a:lnTo>
                    <a:pt x="1418919" y="1499325"/>
                  </a:lnTo>
                  <a:lnTo>
                    <a:pt x="1418914" y="1499323"/>
                  </a:lnTo>
                  <a:lnTo>
                    <a:pt x="1418908" y="1499319"/>
                  </a:lnTo>
                  <a:lnTo>
                    <a:pt x="1418901" y="1499319"/>
                  </a:lnTo>
                  <a:lnTo>
                    <a:pt x="1418896" y="1499321"/>
                  </a:lnTo>
                  <a:lnTo>
                    <a:pt x="1418890" y="1499322"/>
                  </a:lnTo>
                  <a:lnTo>
                    <a:pt x="1418883" y="1499323"/>
                  </a:lnTo>
                  <a:lnTo>
                    <a:pt x="1418876" y="1499323"/>
                  </a:lnTo>
                  <a:lnTo>
                    <a:pt x="1418870" y="1499322"/>
                  </a:lnTo>
                  <a:lnTo>
                    <a:pt x="1418866" y="1499319"/>
                  </a:lnTo>
                  <a:lnTo>
                    <a:pt x="1418862" y="1499315"/>
                  </a:lnTo>
                  <a:lnTo>
                    <a:pt x="1418858" y="1499311"/>
                  </a:lnTo>
                  <a:lnTo>
                    <a:pt x="1418853" y="1499305"/>
                  </a:lnTo>
                  <a:lnTo>
                    <a:pt x="1418846" y="1499299"/>
                  </a:lnTo>
                  <a:lnTo>
                    <a:pt x="1418839" y="1499295"/>
                  </a:lnTo>
                  <a:lnTo>
                    <a:pt x="1418835" y="1499293"/>
                  </a:lnTo>
                  <a:lnTo>
                    <a:pt x="1418828" y="1499287"/>
                  </a:lnTo>
                  <a:lnTo>
                    <a:pt x="1418824" y="1499282"/>
                  </a:lnTo>
                  <a:lnTo>
                    <a:pt x="1418819" y="1499276"/>
                  </a:lnTo>
                  <a:lnTo>
                    <a:pt x="1418816" y="1499271"/>
                  </a:lnTo>
                  <a:lnTo>
                    <a:pt x="1418811" y="1499264"/>
                  </a:lnTo>
                  <a:lnTo>
                    <a:pt x="1418806" y="1499258"/>
                  </a:lnTo>
                  <a:lnTo>
                    <a:pt x="1418802" y="1499252"/>
                  </a:lnTo>
                  <a:lnTo>
                    <a:pt x="1418799" y="1499244"/>
                  </a:lnTo>
                  <a:lnTo>
                    <a:pt x="1418801" y="1499237"/>
                  </a:lnTo>
                  <a:lnTo>
                    <a:pt x="1418805" y="1499232"/>
                  </a:lnTo>
                  <a:lnTo>
                    <a:pt x="1418808" y="1499227"/>
                  </a:lnTo>
                  <a:lnTo>
                    <a:pt x="1418813" y="1499223"/>
                  </a:lnTo>
                  <a:lnTo>
                    <a:pt x="1418817" y="1499219"/>
                  </a:lnTo>
                  <a:lnTo>
                    <a:pt x="1418820" y="1499216"/>
                  </a:lnTo>
                  <a:lnTo>
                    <a:pt x="1418825" y="1499209"/>
                  </a:lnTo>
                  <a:lnTo>
                    <a:pt x="1418830" y="1499204"/>
                  </a:lnTo>
                  <a:lnTo>
                    <a:pt x="1418834" y="1499198"/>
                  </a:lnTo>
                  <a:lnTo>
                    <a:pt x="1418839" y="1499191"/>
                  </a:lnTo>
                  <a:lnTo>
                    <a:pt x="1418844" y="1499184"/>
                  </a:lnTo>
                  <a:lnTo>
                    <a:pt x="1418847" y="1499179"/>
                  </a:lnTo>
                  <a:lnTo>
                    <a:pt x="1418851" y="1499171"/>
                  </a:lnTo>
                  <a:lnTo>
                    <a:pt x="1418854" y="1499166"/>
                  </a:lnTo>
                  <a:lnTo>
                    <a:pt x="1418856" y="1499161"/>
                  </a:lnTo>
                  <a:lnTo>
                    <a:pt x="1418858" y="1499157"/>
                  </a:lnTo>
                  <a:lnTo>
                    <a:pt x="1418863" y="1499152"/>
                  </a:lnTo>
                  <a:lnTo>
                    <a:pt x="1418867" y="1499149"/>
                  </a:lnTo>
                  <a:lnTo>
                    <a:pt x="1418873" y="1499146"/>
                  </a:lnTo>
                  <a:lnTo>
                    <a:pt x="1418877" y="1499139"/>
                  </a:lnTo>
                  <a:lnTo>
                    <a:pt x="1418875" y="1499130"/>
                  </a:lnTo>
                  <a:lnTo>
                    <a:pt x="1418874" y="1499125"/>
                  </a:lnTo>
                  <a:lnTo>
                    <a:pt x="1418874" y="1499119"/>
                  </a:lnTo>
                  <a:lnTo>
                    <a:pt x="1418874" y="1499112"/>
                  </a:lnTo>
                  <a:lnTo>
                    <a:pt x="1418875" y="1499104"/>
                  </a:lnTo>
                  <a:lnTo>
                    <a:pt x="1418874" y="1499096"/>
                  </a:lnTo>
                  <a:lnTo>
                    <a:pt x="1418873" y="1499087"/>
                  </a:lnTo>
                  <a:lnTo>
                    <a:pt x="1418877" y="1499082"/>
                  </a:lnTo>
                  <a:lnTo>
                    <a:pt x="1418884" y="1499077"/>
                  </a:lnTo>
                  <a:lnTo>
                    <a:pt x="1418890" y="1499073"/>
                  </a:lnTo>
                  <a:lnTo>
                    <a:pt x="1418898" y="1499068"/>
                  </a:lnTo>
                  <a:lnTo>
                    <a:pt x="1418907" y="1499062"/>
                  </a:lnTo>
                  <a:lnTo>
                    <a:pt x="1418913" y="1499059"/>
                  </a:lnTo>
                  <a:lnTo>
                    <a:pt x="1418921" y="1499056"/>
                  </a:lnTo>
                  <a:lnTo>
                    <a:pt x="1418928" y="1499054"/>
                  </a:lnTo>
                  <a:lnTo>
                    <a:pt x="1418933" y="1499052"/>
                  </a:lnTo>
                  <a:lnTo>
                    <a:pt x="1418939" y="1499050"/>
                  </a:lnTo>
                  <a:lnTo>
                    <a:pt x="1418949" y="1499047"/>
                  </a:lnTo>
                  <a:lnTo>
                    <a:pt x="1418956" y="1499045"/>
                  </a:lnTo>
                  <a:lnTo>
                    <a:pt x="1418963" y="1499039"/>
                  </a:lnTo>
                  <a:lnTo>
                    <a:pt x="1418958" y="1499029"/>
                  </a:lnTo>
                  <a:lnTo>
                    <a:pt x="1418955" y="1499023"/>
                  </a:lnTo>
                  <a:lnTo>
                    <a:pt x="1418952" y="1499017"/>
                  </a:lnTo>
                  <a:lnTo>
                    <a:pt x="1418949" y="1499008"/>
                  </a:lnTo>
                  <a:lnTo>
                    <a:pt x="1418949" y="1499000"/>
                  </a:lnTo>
                  <a:lnTo>
                    <a:pt x="1418951" y="1498991"/>
                  </a:lnTo>
                  <a:lnTo>
                    <a:pt x="1418958" y="1498982"/>
                  </a:lnTo>
                  <a:lnTo>
                    <a:pt x="1418955" y="1498976"/>
                  </a:lnTo>
                  <a:lnTo>
                    <a:pt x="1418953" y="1498971"/>
                  </a:lnTo>
                  <a:lnTo>
                    <a:pt x="1418951" y="1498965"/>
                  </a:lnTo>
                  <a:lnTo>
                    <a:pt x="1418951" y="1498957"/>
                  </a:lnTo>
                  <a:lnTo>
                    <a:pt x="1418951" y="1498948"/>
                  </a:lnTo>
                  <a:lnTo>
                    <a:pt x="1418952" y="1498939"/>
                  </a:lnTo>
                  <a:lnTo>
                    <a:pt x="1418953" y="1498931"/>
                  </a:lnTo>
                  <a:lnTo>
                    <a:pt x="1418953" y="1498923"/>
                  </a:lnTo>
                  <a:lnTo>
                    <a:pt x="1418953" y="1498917"/>
                  </a:lnTo>
                  <a:lnTo>
                    <a:pt x="1418950" y="1498911"/>
                  </a:lnTo>
                  <a:lnTo>
                    <a:pt x="1418949" y="1498905"/>
                  </a:lnTo>
                  <a:lnTo>
                    <a:pt x="1418948" y="1498900"/>
                  </a:lnTo>
                  <a:lnTo>
                    <a:pt x="1418948" y="1498891"/>
                  </a:lnTo>
                  <a:lnTo>
                    <a:pt x="1418957" y="1498887"/>
                  </a:lnTo>
                  <a:lnTo>
                    <a:pt x="1418968" y="1498883"/>
                  </a:lnTo>
                  <a:lnTo>
                    <a:pt x="1418977" y="1498881"/>
                  </a:lnTo>
                  <a:lnTo>
                    <a:pt x="1418982" y="1498878"/>
                  </a:lnTo>
                  <a:lnTo>
                    <a:pt x="1418989" y="1498875"/>
                  </a:lnTo>
                  <a:lnTo>
                    <a:pt x="1418997" y="1498872"/>
                  </a:lnTo>
                  <a:lnTo>
                    <a:pt x="1419004" y="1498869"/>
                  </a:lnTo>
                  <a:lnTo>
                    <a:pt x="1419011" y="1498867"/>
                  </a:lnTo>
                  <a:lnTo>
                    <a:pt x="1419017" y="1498865"/>
                  </a:lnTo>
                  <a:lnTo>
                    <a:pt x="1419025" y="1498864"/>
                  </a:lnTo>
                  <a:lnTo>
                    <a:pt x="1419032" y="1498863"/>
                  </a:lnTo>
                  <a:lnTo>
                    <a:pt x="1419039" y="1498862"/>
                  </a:lnTo>
                  <a:lnTo>
                    <a:pt x="1419047" y="1498861"/>
                  </a:lnTo>
                  <a:lnTo>
                    <a:pt x="1419053" y="1498856"/>
                  </a:lnTo>
                  <a:lnTo>
                    <a:pt x="1419057" y="1498848"/>
                  </a:lnTo>
                  <a:lnTo>
                    <a:pt x="1419062" y="1498839"/>
                  </a:lnTo>
                  <a:lnTo>
                    <a:pt x="1419071" y="1498832"/>
                  </a:lnTo>
                  <a:lnTo>
                    <a:pt x="1419079" y="1498829"/>
                  </a:lnTo>
                  <a:lnTo>
                    <a:pt x="1419088" y="1498824"/>
                  </a:lnTo>
                  <a:lnTo>
                    <a:pt x="1419106" y="1498823"/>
                  </a:lnTo>
                  <a:lnTo>
                    <a:pt x="1419114" y="1498822"/>
                  </a:lnTo>
                  <a:lnTo>
                    <a:pt x="1419122" y="1498819"/>
                  </a:lnTo>
                  <a:lnTo>
                    <a:pt x="1419130" y="1498815"/>
                  </a:lnTo>
                  <a:lnTo>
                    <a:pt x="1419135" y="1498811"/>
                  </a:lnTo>
                  <a:lnTo>
                    <a:pt x="1419143" y="1498804"/>
                  </a:lnTo>
                  <a:lnTo>
                    <a:pt x="1419150" y="1498800"/>
                  </a:lnTo>
                  <a:lnTo>
                    <a:pt x="1419155" y="1498796"/>
                  </a:lnTo>
                  <a:lnTo>
                    <a:pt x="1419159" y="1498792"/>
                  </a:lnTo>
                  <a:lnTo>
                    <a:pt x="1419179" y="1498777"/>
                  </a:lnTo>
                  <a:lnTo>
                    <a:pt x="1419189" y="1498766"/>
                  </a:lnTo>
                  <a:lnTo>
                    <a:pt x="1419205" y="1498737"/>
                  </a:lnTo>
                  <a:lnTo>
                    <a:pt x="1419214" y="1498728"/>
                  </a:lnTo>
                  <a:lnTo>
                    <a:pt x="1419222" y="1498724"/>
                  </a:lnTo>
                  <a:lnTo>
                    <a:pt x="1419228" y="1498720"/>
                  </a:lnTo>
                  <a:lnTo>
                    <a:pt x="1419233" y="1498713"/>
                  </a:lnTo>
                  <a:lnTo>
                    <a:pt x="1419238" y="1498706"/>
                  </a:lnTo>
                  <a:lnTo>
                    <a:pt x="1419241" y="1498702"/>
                  </a:lnTo>
                  <a:lnTo>
                    <a:pt x="1419248" y="1498697"/>
                  </a:lnTo>
                  <a:lnTo>
                    <a:pt x="1419253" y="1498694"/>
                  </a:lnTo>
                  <a:lnTo>
                    <a:pt x="1419259" y="1498690"/>
                  </a:lnTo>
                  <a:lnTo>
                    <a:pt x="1419263" y="1498684"/>
                  </a:lnTo>
                  <a:lnTo>
                    <a:pt x="1419264" y="1498677"/>
                  </a:lnTo>
                  <a:lnTo>
                    <a:pt x="1419265" y="1498671"/>
                  </a:lnTo>
                  <a:lnTo>
                    <a:pt x="1419265" y="1498665"/>
                  </a:lnTo>
                  <a:lnTo>
                    <a:pt x="1419266" y="1498653"/>
                  </a:lnTo>
                  <a:lnTo>
                    <a:pt x="1419266" y="1498647"/>
                  </a:lnTo>
                  <a:lnTo>
                    <a:pt x="1419265" y="1498636"/>
                  </a:lnTo>
                  <a:lnTo>
                    <a:pt x="1419264" y="1498627"/>
                  </a:lnTo>
                  <a:lnTo>
                    <a:pt x="1419263" y="1498616"/>
                  </a:lnTo>
                  <a:lnTo>
                    <a:pt x="1419261" y="1498606"/>
                  </a:lnTo>
                  <a:lnTo>
                    <a:pt x="1419160" y="1498410"/>
                  </a:lnTo>
                  <a:lnTo>
                    <a:pt x="1419181" y="1498388"/>
                  </a:lnTo>
                  <a:lnTo>
                    <a:pt x="1419205" y="1498364"/>
                  </a:lnTo>
                  <a:lnTo>
                    <a:pt x="1419344" y="1498372"/>
                  </a:lnTo>
                  <a:lnTo>
                    <a:pt x="1419377" y="1498352"/>
                  </a:lnTo>
                  <a:lnTo>
                    <a:pt x="1419377" y="1498341"/>
                  </a:lnTo>
                  <a:lnTo>
                    <a:pt x="1419378" y="1498334"/>
                  </a:lnTo>
                  <a:lnTo>
                    <a:pt x="1419377" y="1498328"/>
                  </a:lnTo>
                  <a:lnTo>
                    <a:pt x="1419377" y="1498323"/>
                  </a:lnTo>
                  <a:lnTo>
                    <a:pt x="1419378" y="1498316"/>
                  </a:lnTo>
                  <a:lnTo>
                    <a:pt x="1419379" y="1498309"/>
                  </a:lnTo>
                  <a:lnTo>
                    <a:pt x="1419380" y="1498304"/>
                  </a:lnTo>
                  <a:lnTo>
                    <a:pt x="1419384" y="1498297"/>
                  </a:lnTo>
                  <a:lnTo>
                    <a:pt x="1419386" y="1498292"/>
                  </a:lnTo>
                  <a:lnTo>
                    <a:pt x="1419390" y="1498287"/>
                  </a:lnTo>
                  <a:lnTo>
                    <a:pt x="1419394" y="1498281"/>
                  </a:lnTo>
                  <a:lnTo>
                    <a:pt x="1419395" y="1498275"/>
                  </a:lnTo>
                  <a:lnTo>
                    <a:pt x="1419395" y="1498269"/>
                  </a:lnTo>
                  <a:lnTo>
                    <a:pt x="1419394" y="1498259"/>
                  </a:lnTo>
                  <a:lnTo>
                    <a:pt x="1419395" y="1498253"/>
                  </a:lnTo>
                  <a:lnTo>
                    <a:pt x="1419398" y="1498245"/>
                  </a:lnTo>
                  <a:lnTo>
                    <a:pt x="1419402" y="1498239"/>
                  </a:lnTo>
                  <a:lnTo>
                    <a:pt x="1419406" y="1498235"/>
                  </a:lnTo>
                  <a:lnTo>
                    <a:pt x="1419409" y="1498231"/>
                  </a:lnTo>
                  <a:lnTo>
                    <a:pt x="1419413" y="1498227"/>
                  </a:lnTo>
                  <a:lnTo>
                    <a:pt x="1419413" y="1498221"/>
                  </a:lnTo>
                  <a:lnTo>
                    <a:pt x="1419413" y="1498212"/>
                  </a:lnTo>
                  <a:lnTo>
                    <a:pt x="1419412" y="1498205"/>
                  </a:lnTo>
                  <a:lnTo>
                    <a:pt x="1419411" y="1498195"/>
                  </a:lnTo>
                  <a:lnTo>
                    <a:pt x="1419410" y="1498188"/>
                  </a:lnTo>
                  <a:lnTo>
                    <a:pt x="1419410" y="1498180"/>
                  </a:lnTo>
                  <a:lnTo>
                    <a:pt x="1419412" y="1498170"/>
                  </a:lnTo>
                  <a:lnTo>
                    <a:pt x="1419414" y="1498163"/>
                  </a:lnTo>
                  <a:lnTo>
                    <a:pt x="1419416" y="1498158"/>
                  </a:lnTo>
                  <a:lnTo>
                    <a:pt x="1419418" y="1498151"/>
                  </a:lnTo>
                  <a:lnTo>
                    <a:pt x="1419419" y="1498144"/>
                  </a:lnTo>
                  <a:lnTo>
                    <a:pt x="1419422" y="1498136"/>
                  </a:lnTo>
                  <a:lnTo>
                    <a:pt x="1419425" y="1498130"/>
                  </a:lnTo>
                  <a:lnTo>
                    <a:pt x="1419428" y="1498125"/>
                  </a:lnTo>
                  <a:lnTo>
                    <a:pt x="1419432" y="1498120"/>
                  </a:lnTo>
                  <a:lnTo>
                    <a:pt x="1419436" y="1498116"/>
                  </a:lnTo>
                  <a:lnTo>
                    <a:pt x="1419443" y="1498111"/>
                  </a:lnTo>
                  <a:lnTo>
                    <a:pt x="1419451" y="1498107"/>
                  </a:lnTo>
                  <a:lnTo>
                    <a:pt x="1419457" y="1498104"/>
                  </a:lnTo>
                  <a:lnTo>
                    <a:pt x="1419459" y="1498099"/>
                  </a:lnTo>
                  <a:lnTo>
                    <a:pt x="1419461" y="1498093"/>
                  </a:lnTo>
                  <a:lnTo>
                    <a:pt x="1419462" y="1498085"/>
                  </a:lnTo>
                  <a:lnTo>
                    <a:pt x="1419464" y="1498076"/>
                  </a:lnTo>
                  <a:lnTo>
                    <a:pt x="1419465" y="1498068"/>
                  </a:lnTo>
                  <a:lnTo>
                    <a:pt x="1419465" y="1498062"/>
                  </a:lnTo>
                  <a:lnTo>
                    <a:pt x="1419465" y="1498056"/>
                  </a:lnTo>
                  <a:lnTo>
                    <a:pt x="1419465" y="1498051"/>
                  </a:lnTo>
                  <a:lnTo>
                    <a:pt x="1419464" y="1498044"/>
                  </a:lnTo>
                  <a:lnTo>
                    <a:pt x="1419461" y="1498037"/>
                  </a:lnTo>
                  <a:lnTo>
                    <a:pt x="1419457" y="1498030"/>
                  </a:lnTo>
                  <a:lnTo>
                    <a:pt x="1419453" y="1498024"/>
                  </a:lnTo>
                  <a:lnTo>
                    <a:pt x="1419448" y="1498020"/>
                  </a:lnTo>
                  <a:lnTo>
                    <a:pt x="1419444" y="1498015"/>
                  </a:lnTo>
                  <a:lnTo>
                    <a:pt x="1419442" y="1498009"/>
                  </a:lnTo>
                  <a:lnTo>
                    <a:pt x="1419450" y="1498001"/>
                  </a:lnTo>
                  <a:lnTo>
                    <a:pt x="1419454" y="1497998"/>
                  </a:lnTo>
                  <a:lnTo>
                    <a:pt x="1419460" y="1497992"/>
                  </a:lnTo>
                  <a:lnTo>
                    <a:pt x="1419464" y="1497988"/>
                  </a:lnTo>
                  <a:lnTo>
                    <a:pt x="1419469" y="1497983"/>
                  </a:lnTo>
                  <a:lnTo>
                    <a:pt x="1419474" y="1497977"/>
                  </a:lnTo>
                  <a:lnTo>
                    <a:pt x="1419482" y="1497970"/>
                  </a:lnTo>
                  <a:lnTo>
                    <a:pt x="1419488" y="1497965"/>
                  </a:lnTo>
                  <a:lnTo>
                    <a:pt x="1419493" y="1497958"/>
                  </a:lnTo>
                  <a:lnTo>
                    <a:pt x="1419498" y="1497951"/>
                  </a:lnTo>
                  <a:lnTo>
                    <a:pt x="1419502" y="1497942"/>
                  </a:lnTo>
                  <a:lnTo>
                    <a:pt x="1419505" y="1497936"/>
                  </a:lnTo>
                  <a:lnTo>
                    <a:pt x="1419508" y="1497932"/>
                  </a:lnTo>
                  <a:lnTo>
                    <a:pt x="1419513" y="1497929"/>
                  </a:lnTo>
                  <a:lnTo>
                    <a:pt x="1419518" y="1497928"/>
                  </a:lnTo>
                  <a:lnTo>
                    <a:pt x="1419524" y="1497928"/>
                  </a:lnTo>
                  <a:lnTo>
                    <a:pt x="1419532" y="1497928"/>
                  </a:lnTo>
                  <a:lnTo>
                    <a:pt x="1419540" y="1497927"/>
                  </a:lnTo>
                  <a:lnTo>
                    <a:pt x="1419622" y="1497839"/>
                  </a:lnTo>
                  <a:lnTo>
                    <a:pt x="1419624" y="1497796"/>
                  </a:lnTo>
                  <a:lnTo>
                    <a:pt x="1419611" y="1497746"/>
                  </a:lnTo>
                  <a:lnTo>
                    <a:pt x="1419600" y="1497686"/>
                  </a:lnTo>
                  <a:lnTo>
                    <a:pt x="1419606" y="1497683"/>
                  </a:lnTo>
                  <a:lnTo>
                    <a:pt x="1419612" y="1497681"/>
                  </a:lnTo>
                  <a:lnTo>
                    <a:pt x="1419620" y="1497677"/>
                  </a:lnTo>
                  <a:lnTo>
                    <a:pt x="1419628" y="1497673"/>
                  </a:lnTo>
                  <a:lnTo>
                    <a:pt x="1419632" y="1497670"/>
                  </a:lnTo>
                  <a:lnTo>
                    <a:pt x="1419637" y="1497666"/>
                  </a:lnTo>
                  <a:lnTo>
                    <a:pt x="1419642" y="1497663"/>
                  </a:lnTo>
                  <a:lnTo>
                    <a:pt x="1419646" y="1497660"/>
                  </a:lnTo>
                  <a:lnTo>
                    <a:pt x="1419651" y="1497656"/>
                  </a:lnTo>
                  <a:lnTo>
                    <a:pt x="1419655" y="1497651"/>
                  </a:lnTo>
                  <a:lnTo>
                    <a:pt x="1419660" y="1497648"/>
                  </a:lnTo>
                  <a:lnTo>
                    <a:pt x="1419666" y="1497648"/>
                  </a:lnTo>
                  <a:lnTo>
                    <a:pt x="1419673" y="1497648"/>
                  </a:lnTo>
                  <a:lnTo>
                    <a:pt x="1419677" y="1497648"/>
                  </a:lnTo>
                  <a:lnTo>
                    <a:pt x="1419683" y="1497648"/>
                  </a:lnTo>
                  <a:lnTo>
                    <a:pt x="1419690" y="1497650"/>
                  </a:lnTo>
                  <a:lnTo>
                    <a:pt x="1419695" y="1497650"/>
                  </a:lnTo>
                  <a:lnTo>
                    <a:pt x="1419699" y="1497651"/>
                  </a:lnTo>
                  <a:lnTo>
                    <a:pt x="1419704" y="1497652"/>
                  </a:lnTo>
                  <a:lnTo>
                    <a:pt x="1419709" y="1497653"/>
                  </a:lnTo>
                  <a:lnTo>
                    <a:pt x="1419716" y="1497657"/>
                  </a:lnTo>
                  <a:lnTo>
                    <a:pt x="1419723" y="1497660"/>
                  </a:lnTo>
                  <a:lnTo>
                    <a:pt x="1419728" y="1497662"/>
                  </a:lnTo>
                  <a:lnTo>
                    <a:pt x="1419733" y="1497662"/>
                  </a:lnTo>
                  <a:lnTo>
                    <a:pt x="1419737" y="1497658"/>
                  </a:lnTo>
                  <a:lnTo>
                    <a:pt x="1419742" y="1497656"/>
                  </a:lnTo>
                  <a:lnTo>
                    <a:pt x="1419749" y="1497653"/>
                  </a:lnTo>
                  <a:lnTo>
                    <a:pt x="1419757" y="1497651"/>
                  </a:lnTo>
                  <a:lnTo>
                    <a:pt x="1419764" y="1497652"/>
                  </a:lnTo>
                  <a:lnTo>
                    <a:pt x="1419771" y="1497653"/>
                  </a:lnTo>
                  <a:lnTo>
                    <a:pt x="1419778" y="1497654"/>
                  </a:lnTo>
                  <a:lnTo>
                    <a:pt x="1419786" y="1497655"/>
                  </a:lnTo>
                  <a:lnTo>
                    <a:pt x="1419796" y="1497656"/>
                  </a:lnTo>
                  <a:lnTo>
                    <a:pt x="1419806" y="1497656"/>
                  </a:lnTo>
                  <a:lnTo>
                    <a:pt x="1419815" y="1497656"/>
                  </a:lnTo>
                  <a:lnTo>
                    <a:pt x="1419823" y="1497654"/>
                  </a:lnTo>
                  <a:lnTo>
                    <a:pt x="1419829" y="1497651"/>
                  </a:lnTo>
                  <a:lnTo>
                    <a:pt x="1419834" y="1497650"/>
                  </a:lnTo>
                  <a:lnTo>
                    <a:pt x="1419839" y="1497648"/>
                  </a:lnTo>
                  <a:lnTo>
                    <a:pt x="1419844" y="1497647"/>
                  </a:lnTo>
                  <a:lnTo>
                    <a:pt x="1419849" y="1497647"/>
                  </a:lnTo>
                  <a:lnTo>
                    <a:pt x="1419853" y="1497647"/>
                  </a:lnTo>
                  <a:lnTo>
                    <a:pt x="1419862" y="1497647"/>
                  </a:lnTo>
                  <a:lnTo>
                    <a:pt x="1419870" y="1497646"/>
                  </a:lnTo>
                  <a:lnTo>
                    <a:pt x="1419878" y="1497647"/>
                  </a:lnTo>
                  <a:lnTo>
                    <a:pt x="1419915" y="1497630"/>
                  </a:lnTo>
                  <a:lnTo>
                    <a:pt x="1419940" y="1497620"/>
                  </a:lnTo>
                  <a:lnTo>
                    <a:pt x="1419956" y="1497581"/>
                  </a:lnTo>
                  <a:lnTo>
                    <a:pt x="1419957" y="1497574"/>
                  </a:lnTo>
                  <a:lnTo>
                    <a:pt x="1419960" y="1497567"/>
                  </a:lnTo>
                  <a:lnTo>
                    <a:pt x="1419964" y="1497562"/>
                  </a:lnTo>
                  <a:lnTo>
                    <a:pt x="1419970" y="1497557"/>
                  </a:lnTo>
                  <a:lnTo>
                    <a:pt x="1419978" y="1497552"/>
                  </a:lnTo>
                  <a:lnTo>
                    <a:pt x="1419986" y="1497548"/>
                  </a:lnTo>
                  <a:lnTo>
                    <a:pt x="1419990" y="1497544"/>
                  </a:lnTo>
                  <a:lnTo>
                    <a:pt x="1419996" y="1497537"/>
                  </a:lnTo>
                  <a:lnTo>
                    <a:pt x="1420003" y="1497530"/>
                  </a:lnTo>
                  <a:lnTo>
                    <a:pt x="1420006" y="1497527"/>
                  </a:lnTo>
                  <a:lnTo>
                    <a:pt x="1420012" y="1497522"/>
                  </a:lnTo>
                  <a:lnTo>
                    <a:pt x="1420017" y="1497516"/>
                  </a:lnTo>
                  <a:lnTo>
                    <a:pt x="1420023" y="1497510"/>
                  </a:lnTo>
                  <a:lnTo>
                    <a:pt x="1420029" y="1497504"/>
                  </a:lnTo>
                  <a:lnTo>
                    <a:pt x="1420033" y="1497502"/>
                  </a:lnTo>
                  <a:lnTo>
                    <a:pt x="1420039" y="1497502"/>
                  </a:lnTo>
                  <a:lnTo>
                    <a:pt x="1420044" y="1497502"/>
                  </a:lnTo>
                  <a:lnTo>
                    <a:pt x="1420051" y="1497502"/>
                  </a:lnTo>
                  <a:lnTo>
                    <a:pt x="1420055" y="1497502"/>
                  </a:lnTo>
                  <a:lnTo>
                    <a:pt x="1420062" y="1497503"/>
                  </a:lnTo>
                  <a:lnTo>
                    <a:pt x="1420069" y="1497505"/>
                  </a:lnTo>
                  <a:lnTo>
                    <a:pt x="1420076" y="1497507"/>
                  </a:lnTo>
                  <a:lnTo>
                    <a:pt x="1420083" y="1497509"/>
                  </a:lnTo>
                  <a:lnTo>
                    <a:pt x="1420088" y="1497510"/>
                  </a:lnTo>
                  <a:lnTo>
                    <a:pt x="1420095" y="1497511"/>
                  </a:lnTo>
                  <a:lnTo>
                    <a:pt x="1420103" y="1497513"/>
                  </a:lnTo>
                  <a:lnTo>
                    <a:pt x="1420108" y="1497514"/>
                  </a:lnTo>
                  <a:lnTo>
                    <a:pt x="1420116" y="1497516"/>
                  </a:lnTo>
                  <a:lnTo>
                    <a:pt x="1420124" y="1497518"/>
                  </a:lnTo>
                  <a:lnTo>
                    <a:pt x="1420134" y="1497521"/>
                  </a:lnTo>
                  <a:lnTo>
                    <a:pt x="1420144" y="1497525"/>
                  </a:lnTo>
                  <a:lnTo>
                    <a:pt x="1420153" y="1497528"/>
                  </a:lnTo>
                  <a:lnTo>
                    <a:pt x="1420160" y="1497532"/>
                  </a:lnTo>
                  <a:lnTo>
                    <a:pt x="1420167" y="1497535"/>
                  </a:lnTo>
                  <a:lnTo>
                    <a:pt x="1420174" y="1497538"/>
                  </a:lnTo>
                  <a:lnTo>
                    <a:pt x="1420181" y="1497540"/>
                  </a:lnTo>
                  <a:lnTo>
                    <a:pt x="1420186" y="1497542"/>
                  </a:lnTo>
                  <a:lnTo>
                    <a:pt x="1420190" y="1497539"/>
                  </a:lnTo>
                  <a:lnTo>
                    <a:pt x="1420193" y="1497533"/>
                  </a:lnTo>
                  <a:lnTo>
                    <a:pt x="1420199" y="1497528"/>
                  </a:lnTo>
                  <a:lnTo>
                    <a:pt x="1420205" y="1497522"/>
                  </a:lnTo>
                  <a:lnTo>
                    <a:pt x="1420212" y="1497517"/>
                  </a:lnTo>
                  <a:lnTo>
                    <a:pt x="1420217" y="1497514"/>
                  </a:lnTo>
                  <a:lnTo>
                    <a:pt x="1420224" y="1497509"/>
                  </a:lnTo>
                  <a:lnTo>
                    <a:pt x="1420230" y="1497505"/>
                  </a:lnTo>
                  <a:lnTo>
                    <a:pt x="1420235" y="1497501"/>
                  </a:lnTo>
                  <a:lnTo>
                    <a:pt x="1420241" y="1497497"/>
                  </a:lnTo>
                  <a:lnTo>
                    <a:pt x="1420246" y="1497493"/>
                  </a:lnTo>
                  <a:lnTo>
                    <a:pt x="1420251" y="1497490"/>
                  </a:lnTo>
                  <a:lnTo>
                    <a:pt x="1420257" y="1497486"/>
                  </a:lnTo>
                  <a:lnTo>
                    <a:pt x="1420264" y="1497482"/>
                  </a:lnTo>
                  <a:lnTo>
                    <a:pt x="1420270" y="1497478"/>
                  </a:lnTo>
                  <a:lnTo>
                    <a:pt x="1420278" y="1497474"/>
                  </a:lnTo>
                  <a:lnTo>
                    <a:pt x="1420283" y="1497471"/>
                  </a:lnTo>
                  <a:lnTo>
                    <a:pt x="1420287" y="1497468"/>
                  </a:lnTo>
                  <a:lnTo>
                    <a:pt x="1420292" y="1497466"/>
                  </a:lnTo>
                  <a:lnTo>
                    <a:pt x="1420296" y="1497463"/>
                  </a:lnTo>
                  <a:lnTo>
                    <a:pt x="1420301" y="1497459"/>
                  </a:lnTo>
                  <a:lnTo>
                    <a:pt x="1420305" y="1497456"/>
                  </a:lnTo>
                  <a:lnTo>
                    <a:pt x="1420310" y="1497450"/>
                  </a:lnTo>
                  <a:lnTo>
                    <a:pt x="1420313" y="1497447"/>
                  </a:lnTo>
                  <a:lnTo>
                    <a:pt x="1420316" y="1497442"/>
                  </a:lnTo>
                  <a:lnTo>
                    <a:pt x="1420319" y="1497434"/>
                  </a:lnTo>
                  <a:lnTo>
                    <a:pt x="1420322" y="1497426"/>
                  </a:lnTo>
                  <a:lnTo>
                    <a:pt x="1420325" y="1497418"/>
                  </a:lnTo>
                  <a:lnTo>
                    <a:pt x="1420328" y="1497408"/>
                  </a:lnTo>
                  <a:lnTo>
                    <a:pt x="1420330" y="1497401"/>
                  </a:lnTo>
                  <a:lnTo>
                    <a:pt x="1420331" y="1497393"/>
                  </a:lnTo>
                  <a:lnTo>
                    <a:pt x="1420332" y="1497386"/>
                  </a:lnTo>
                  <a:lnTo>
                    <a:pt x="1420328" y="1497380"/>
                  </a:lnTo>
                  <a:lnTo>
                    <a:pt x="1420326" y="1497374"/>
                  </a:lnTo>
                  <a:lnTo>
                    <a:pt x="1420324" y="1497369"/>
                  </a:lnTo>
                  <a:lnTo>
                    <a:pt x="1420321" y="1497358"/>
                  </a:lnTo>
                  <a:lnTo>
                    <a:pt x="1420321" y="1497351"/>
                  </a:lnTo>
                  <a:lnTo>
                    <a:pt x="1420322" y="1497341"/>
                  </a:lnTo>
                  <a:lnTo>
                    <a:pt x="1420325" y="1497328"/>
                  </a:lnTo>
                  <a:lnTo>
                    <a:pt x="1420330" y="1497316"/>
                  </a:lnTo>
                  <a:lnTo>
                    <a:pt x="1420327" y="1497307"/>
                  </a:lnTo>
                  <a:lnTo>
                    <a:pt x="1420327" y="1497296"/>
                  </a:lnTo>
                  <a:lnTo>
                    <a:pt x="1420333" y="1497287"/>
                  </a:lnTo>
                  <a:lnTo>
                    <a:pt x="1420341" y="1497279"/>
                  </a:lnTo>
                  <a:lnTo>
                    <a:pt x="1420349" y="1497270"/>
                  </a:lnTo>
                  <a:lnTo>
                    <a:pt x="1420343" y="1497265"/>
                  </a:lnTo>
                  <a:lnTo>
                    <a:pt x="1420334" y="1497259"/>
                  </a:lnTo>
                  <a:lnTo>
                    <a:pt x="1420330" y="1497252"/>
                  </a:lnTo>
                  <a:lnTo>
                    <a:pt x="1420330" y="1497239"/>
                  </a:lnTo>
                  <a:lnTo>
                    <a:pt x="1420336" y="1497233"/>
                  </a:lnTo>
                  <a:lnTo>
                    <a:pt x="1420345" y="1497229"/>
                  </a:lnTo>
                  <a:lnTo>
                    <a:pt x="1420348" y="1497220"/>
                  </a:lnTo>
                  <a:lnTo>
                    <a:pt x="1420346" y="1497199"/>
                  </a:lnTo>
                  <a:lnTo>
                    <a:pt x="1420346" y="1497180"/>
                  </a:lnTo>
                  <a:lnTo>
                    <a:pt x="1420348" y="1497167"/>
                  </a:lnTo>
                  <a:lnTo>
                    <a:pt x="1420352" y="1497159"/>
                  </a:lnTo>
                  <a:lnTo>
                    <a:pt x="1420364" y="1497152"/>
                  </a:lnTo>
                  <a:lnTo>
                    <a:pt x="1420376" y="1497149"/>
                  </a:lnTo>
                  <a:lnTo>
                    <a:pt x="1420392" y="1497139"/>
                  </a:lnTo>
                  <a:lnTo>
                    <a:pt x="1420397" y="1497134"/>
                  </a:lnTo>
                  <a:lnTo>
                    <a:pt x="1420401" y="1497130"/>
                  </a:lnTo>
                  <a:lnTo>
                    <a:pt x="1420405" y="1497122"/>
                  </a:lnTo>
                  <a:lnTo>
                    <a:pt x="1420412" y="1497115"/>
                  </a:lnTo>
                  <a:lnTo>
                    <a:pt x="1420417" y="1497109"/>
                  </a:lnTo>
                  <a:lnTo>
                    <a:pt x="1420421" y="1497099"/>
                  </a:lnTo>
                  <a:lnTo>
                    <a:pt x="1420428" y="1497092"/>
                  </a:lnTo>
                  <a:lnTo>
                    <a:pt x="1420430" y="1497083"/>
                  </a:lnTo>
                  <a:lnTo>
                    <a:pt x="1420426" y="1497072"/>
                  </a:lnTo>
                  <a:lnTo>
                    <a:pt x="1420420" y="1497060"/>
                  </a:lnTo>
                  <a:lnTo>
                    <a:pt x="1420412" y="1497048"/>
                  </a:lnTo>
                  <a:lnTo>
                    <a:pt x="1420402" y="1497039"/>
                  </a:lnTo>
                  <a:lnTo>
                    <a:pt x="1420390" y="1497034"/>
                  </a:lnTo>
                  <a:lnTo>
                    <a:pt x="1420383" y="1497029"/>
                  </a:lnTo>
                  <a:lnTo>
                    <a:pt x="1420390" y="1497020"/>
                  </a:lnTo>
                  <a:lnTo>
                    <a:pt x="1420396" y="1497011"/>
                  </a:lnTo>
                  <a:lnTo>
                    <a:pt x="1420400" y="1497006"/>
                  </a:lnTo>
                  <a:lnTo>
                    <a:pt x="1420406" y="1496997"/>
                  </a:lnTo>
                  <a:lnTo>
                    <a:pt x="1420411" y="1496991"/>
                  </a:lnTo>
                  <a:lnTo>
                    <a:pt x="1420416" y="1496985"/>
                  </a:lnTo>
                  <a:lnTo>
                    <a:pt x="1420422" y="1496980"/>
                  </a:lnTo>
                  <a:lnTo>
                    <a:pt x="1420426" y="1496976"/>
                  </a:lnTo>
                  <a:lnTo>
                    <a:pt x="1420434" y="1496970"/>
                  </a:lnTo>
                  <a:lnTo>
                    <a:pt x="1420440" y="1496965"/>
                  </a:lnTo>
                  <a:lnTo>
                    <a:pt x="1420446" y="1496957"/>
                  </a:lnTo>
                  <a:lnTo>
                    <a:pt x="1420449" y="1496951"/>
                  </a:lnTo>
                  <a:lnTo>
                    <a:pt x="1420451" y="1496946"/>
                  </a:lnTo>
                  <a:lnTo>
                    <a:pt x="1420451" y="1496938"/>
                  </a:lnTo>
                  <a:lnTo>
                    <a:pt x="1420450" y="1496932"/>
                  </a:lnTo>
                  <a:lnTo>
                    <a:pt x="1420447" y="1496927"/>
                  </a:lnTo>
                  <a:lnTo>
                    <a:pt x="1420442" y="1496921"/>
                  </a:lnTo>
                  <a:lnTo>
                    <a:pt x="1420435" y="1496916"/>
                  </a:lnTo>
                  <a:lnTo>
                    <a:pt x="1420427" y="1496913"/>
                  </a:lnTo>
                  <a:lnTo>
                    <a:pt x="1420420" y="1496912"/>
                  </a:lnTo>
                  <a:lnTo>
                    <a:pt x="1420416" y="1496908"/>
                  </a:lnTo>
                  <a:lnTo>
                    <a:pt x="1420412" y="1496903"/>
                  </a:lnTo>
                  <a:lnTo>
                    <a:pt x="1420407" y="1496896"/>
                  </a:lnTo>
                  <a:lnTo>
                    <a:pt x="1420403" y="1496890"/>
                  </a:lnTo>
                  <a:lnTo>
                    <a:pt x="1420399" y="1496887"/>
                  </a:lnTo>
                  <a:lnTo>
                    <a:pt x="1420396" y="1496884"/>
                  </a:lnTo>
                  <a:lnTo>
                    <a:pt x="1420390" y="1496880"/>
                  </a:lnTo>
                  <a:lnTo>
                    <a:pt x="1420382" y="1496874"/>
                  </a:lnTo>
                  <a:lnTo>
                    <a:pt x="1420376" y="1496871"/>
                  </a:lnTo>
                  <a:lnTo>
                    <a:pt x="1420371" y="1496867"/>
                  </a:lnTo>
                  <a:lnTo>
                    <a:pt x="1420363" y="1496863"/>
                  </a:lnTo>
                  <a:lnTo>
                    <a:pt x="1420356" y="1496859"/>
                  </a:lnTo>
                  <a:lnTo>
                    <a:pt x="1420351" y="1496856"/>
                  </a:lnTo>
                  <a:lnTo>
                    <a:pt x="1420346" y="1496853"/>
                  </a:lnTo>
                  <a:lnTo>
                    <a:pt x="1420340" y="1496851"/>
                  </a:lnTo>
                  <a:lnTo>
                    <a:pt x="1420332" y="1496848"/>
                  </a:lnTo>
                  <a:lnTo>
                    <a:pt x="1420326" y="1496846"/>
                  </a:lnTo>
                  <a:lnTo>
                    <a:pt x="1420321" y="1496845"/>
                  </a:lnTo>
                  <a:lnTo>
                    <a:pt x="1420315" y="1496842"/>
                  </a:lnTo>
                  <a:lnTo>
                    <a:pt x="1420310" y="1496839"/>
                  </a:lnTo>
                  <a:lnTo>
                    <a:pt x="1420305" y="1496835"/>
                  </a:lnTo>
                  <a:lnTo>
                    <a:pt x="1420301" y="1496830"/>
                  </a:lnTo>
                  <a:lnTo>
                    <a:pt x="1420297" y="1496824"/>
                  </a:lnTo>
                  <a:lnTo>
                    <a:pt x="1420293" y="1496817"/>
                  </a:lnTo>
                  <a:lnTo>
                    <a:pt x="1420289" y="1496810"/>
                  </a:lnTo>
                  <a:lnTo>
                    <a:pt x="1420285" y="1496804"/>
                  </a:lnTo>
                  <a:lnTo>
                    <a:pt x="1420281" y="1496800"/>
                  </a:lnTo>
                  <a:lnTo>
                    <a:pt x="1420277" y="1496796"/>
                  </a:lnTo>
                  <a:lnTo>
                    <a:pt x="1420271" y="1496790"/>
                  </a:lnTo>
                  <a:lnTo>
                    <a:pt x="1420266" y="1496784"/>
                  </a:lnTo>
                  <a:lnTo>
                    <a:pt x="1420262" y="1496779"/>
                  </a:lnTo>
                  <a:lnTo>
                    <a:pt x="1420259" y="1496774"/>
                  </a:lnTo>
                  <a:lnTo>
                    <a:pt x="1420258" y="1496769"/>
                  </a:lnTo>
                  <a:lnTo>
                    <a:pt x="1420258" y="1496763"/>
                  </a:lnTo>
                  <a:lnTo>
                    <a:pt x="1420259" y="1496758"/>
                  </a:lnTo>
                  <a:lnTo>
                    <a:pt x="1420259" y="1496750"/>
                  </a:lnTo>
                  <a:lnTo>
                    <a:pt x="1420258" y="1496743"/>
                  </a:lnTo>
                  <a:lnTo>
                    <a:pt x="1420255" y="1496735"/>
                  </a:lnTo>
                  <a:lnTo>
                    <a:pt x="1420254" y="1496730"/>
                  </a:lnTo>
                  <a:lnTo>
                    <a:pt x="1420253" y="1496725"/>
                  </a:lnTo>
                  <a:lnTo>
                    <a:pt x="1420254" y="1496718"/>
                  </a:lnTo>
                  <a:lnTo>
                    <a:pt x="1420255" y="1496713"/>
                  </a:lnTo>
                  <a:lnTo>
                    <a:pt x="1420255" y="1496705"/>
                  </a:lnTo>
                  <a:lnTo>
                    <a:pt x="1420251" y="1496698"/>
                  </a:lnTo>
                  <a:lnTo>
                    <a:pt x="1420249" y="1496692"/>
                  </a:lnTo>
                  <a:lnTo>
                    <a:pt x="1420245" y="1496689"/>
                  </a:lnTo>
                  <a:lnTo>
                    <a:pt x="1420240" y="1496686"/>
                  </a:lnTo>
                  <a:lnTo>
                    <a:pt x="1420235" y="1496687"/>
                  </a:lnTo>
                  <a:lnTo>
                    <a:pt x="1420227" y="1496687"/>
                  </a:lnTo>
                  <a:lnTo>
                    <a:pt x="1420221" y="1496688"/>
                  </a:lnTo>
                  <a:lnTo>
                    <a:pt x="1420216" y="1496691"/>
                  </a:lnTo>
                  <a:lnTo>
                    <a:pt x="1420209" y="1496695"/>
                  </a:lnTo>
                  <a:lnTo>
                    <a:pt x="1420204" y="1496698"/>
                  </a:lnTo>
                  <a:lnTo>
                    <a:pt x="1420196" y="1496701"/>
                  </a:lnTo>
                  <a:lnTo>
                    <a:pt x="1420189" y="1496702"/>
                  </a:lnTo>
                  <a:lnTo>
                    <a:pt x="1420182" y="1496702"/>
                  </a:lnTo>
                  <a:lnTo>
                    <a:pt x="1420175" y="1496700"/>
                  </a:lnTo>
                  <a:lnTo>
                    <a:pt x="1420171" y="1496699"/>
                  </a:lnTo>
                  <a:lnTo>
                    <a:pt x="1420165" y="1496697"/>
                  </a:lnTo>
                  <a:lnTo>
                    <a:pt x="1420159" y="1496691"/>
                  </a:lnTo>
                  <a:lnTo>
                    <a:pt x="1420156" y="1496684"/>
                  </a:lnTo>
                  <a:lnTo>
                    <a:pt x="1420156" y="1496679"/>
                  </a:lnTo>
                  <a:lnTo>
                    <a:pt x="1420158" y="1496672"/>
                  </a:lnTo>
                  <a:lnTo>
                    <a:pt x="1420160" y="1496664"/>
                  </a:lnTo>
                  <a:lnTo>
                    <a:pt x="1420165" y="1496657"/>
                  </a:lnTo>
                  <a:lnTo>
                    <a:pt x="1420169" y="1496650"/>
                  </a:lnTo>
                  <a:lnTo>
                    <a:pt x="1420169" y="1496645"/>
                  </a:lnTo>
                  <a:lnTo>
                    <a:pt x="1420163" y="1496640"/>
                  </a:lnTo>
                  <a:lnTo>
                    <a:pt x="1420159" y="1496638"/>
                  </a:lnTo>
                  <a:lnTo>
                    <a:pt x="1420153" y="1496634"/>
                  </a:lnTo>
                  <a:lnTo>
                    <a:pt x="1420147" y="1496630"/>
                  </a:lnTo>
                  <a:lnTo>
                    <a:pt x="1420143" y="1496628"/>
                  </a:lnTo>
                  <a:lnTo>
                    <a:pt x="1420138" y="1496625"/>
                  </a:lnTo>
                  <a:lnTo>
                    <a:pt x="1420132" y="1496622"/>
                  </a:lnTo>
                  <a:lnTo>
                    <a:pt x="1420124" y="1496619"/>
                  </a:lnTo>
                  <a:lnTo>
                    <a:pt x="1420120" y="1496617"/>
                  </a:lnTo>
                  <a:lnTo>
                    <a:pt x="1420114" y="1496612"/>
                  </a:lnTo>
                  <a:lnTo>
                    <a:pt x="1420110" y="1496607"/>
                  </a:lnTo>
                  <a:lnTo>
                    <a:pt x="1420107" y="1496603"/>
                  </a:lnTo>
                  <a:lnTo>
                    <a:pt x="1420102" y="1496595"/>
                  </a:lnTo>
                  <a:lnTo>
                    <a:pt x="1420101" y="1496586"/>
                  </a:lnTo>
                  <a:lnTo>
                    <a:pt x="1420102" y="1496579"/>
                  </a:lnTo>
                  <a:lnTo>
                    <a:pt x="1420102" y="1496572"/>
                  </a:lnTo>
                  <a:lnTo>
                    <a:pt x="1420103" y="1496564"/>
                  </a:lnTo>
                  <a:lnTo>
                    <a:pt x="1420105" y="1496552"/>
                  </a:lnTo>
                  <a:lnTo>
                    <a:pt x="1420105" y="1496545"/>
                  </a:lnTo>
                  <a:lnTo>
                    <a:pt x="1420106" y="1496538"/>
                  </a:lnTo>
                  <a:lnTo>
                    <a:pt x="1420107" y="1496532"/>
                  </a:lnTo>
                  <a:lnTo>
                    <a:pt x="1420110" y="1496522"/>
                  </a:lnTo>
                  <a:lnTo>
                    <a:pt x="1420112" y="1496511"/>
                  </a:lnTo>
                  <a:lnTo>
                    <a:pt x="1420114" y="1496502"/>
                  </a:lnTo>
                  <a:lnTo>
                    <a:pt x="1420116" y="1496487"/>
                  </a:lnTo>
                  <a:lnTo>
                    <a:pt x="1420118" y="1496474"/>
                  </a:lnTo>
                  <a:lnTo>
                    <a:pt x="1420119" y="1496466"/>
                  </a:lnTo>
                  <a:lnTo>
                    <a:pt x="1420122" y="1496456"/>
                  </a:lnTo>
                  <a:lnTo>
                    <a:pt x="1420125" y="1496443"/>
                  </a:lnTo>
                  <a:lnTo>
                    <a:pt x="1420137" y="1496386"/>
                  </a:lnTo>
                  <a:lnTo>
                    <a:pt x="1420180" y="1496357"/>
                  </a:lnTo>
                  <a:lnTo>
                    <a:pt x="1420283" y="1496349"/>
                  </a:lnTo>
                  <a:lnTo>
                    <a:pt x="1420402" y="1496333"/>
                  </a:lnTo>
                  <a:lnTo>
                    <a:pt x="1420414" y="1496325"/>
                  </a:lnTo>
                  <a:lnTo>
                    <a:pt x="1420484" y="1496301"/>
                  </a:lnTo>
                  <a:lnTo>
                    <a:pt x="1420521" y="1496259"/>
                  </a:lnTo>
                  <a:lnTo>
                    <a:pt x="1420541" y="1496237"/>
                  </a:lnTo>
                  <a:lnTo>
                    <a:pt x="1420547" y="1496236"/>
                  </a:lnTo>
                  <a:lnTo>
                    <a:pt x="1420547" y="1496226"/>
                  </a:lnTo>
                  <a:lnTo>
                    <a:pt x="1420550" y="1496219"/>
                  </a:lnTo>
                  <a:lnTo>
                    <a:pt x="1420555" y="1496216"/>
                  </a:lnTo>
                  <a:lnTo>
                    <a:pt x="1420559" y="1496214"/>
                  </a:lnTo>
                  <a:lnTo>
                    <a:pt x="1420565" y="1496211"/>
                  </a:lnTo>
                  <a:lnTo>
                    <a:pt x="1420571" y="1496210"/>
                  </a:lnTo>
                  <a:lnTo>
                    <a:pt x="1420575" y="1496207"/>
                  </a:lnTo>
                  <a:lnTo>
                    <a:pt x="1420580" y="1496204"/>
                  </a:lnTo>
                  <a:lnTo>
                    <a:pt x="1420587" y="1496199"/>
                  </a:lnTo>
                  <a:lnTo>
                    <a:pt x="1420592" y="1496196"/>
                  </a:lnTo>
                  <a:lnTo>
                    <a:pt x="1420597" y="1496193"/>
                  </a:lnTo>
                  <a:lnTo>
                    <a:pt x="1420604" y="1496189"/>
                  </a:lnTo>
                  <a:lnTo>
                    <a:pt x="1420617" y="1496176"/>
                  </a:lnTo>
                  <a:lnTo>
                    <a:pt x="1420624" y="1496173"/>
                  </a:lnTo>
                  <a:lnTo>
                    <a:pt x="1420633" y="1496170"/>
                  </a:lnTo>
                  <a:lnTo>
                    <a:pt x="1420638" y="1496169"/>
                  </a:lnTo>
                  <a:lnTo>
                    <a:pt x="1420644" y="1496171"/>
                  </a:lnTo>
                  <a:lnTo>
                    <a:pt x="1420646" y="1496179"/>
                  </a:lnTo>
                  <a:lnTo>
                    <a:pt x="1420650" y="1496184"/>
                  </a:lnTo>
                  <a:lnTo>
                    <a:pt x="1420661" y="1496186"/>
                  </a:lnTo>
                  <a:lnTo>
                    <a:pt x="1420683" y="1496129"/>
                  </a:lnTo>
                  <a:lnTo>
                    <a:pt x="1420735" y="1496108"/>
                  </a:lnTo>
                  <a:lnTo>
                    <a:pt x="1420730" y="1496101"/>
                  </a:lnTo>
                  <a:lnTo>
                    <a:pt x="1420725" y="1496094"/>
                  </a:lnTo>
                  <a:lnTo>
                    <a:pt x="1420720" y="1496086"/>
                  </a:lnTo>
                  <a:lnTo>
                    <a:pt x="1420715" y="1496080"/>
                  </a:lnTo>
                  <a:lnTo>
                    <a:pt x="1420704" y="1496075"/>
                  </a:lnTo>
                  <a:lnTo>
                    <a:pt x="1420694" y="1496069"/>
                  </a:lnTo>
                  <a:lnTo>
                    <a:pt x="1420687" y="1496062"/>
                  </a:lnTo>
                  <a:lnTo>
                    <a:pt x="1420680" y="1496055"/>
                  </a:lnTo>
                  <a:lnTo>
                    <a:pt x="1420675" y="1496048"/>
                  </a:lnTo>
                  <a:lnTo>
                    <a:pt x="1420672" y="1496041"/>
                  </a:lnTo>
                  <a:lnTo>
                    <a:pt x="1420665" y="1496032"/>
                  </a:lnTo>
                  <a:lnTo>
                    <a:pt x="1420658" y="1496024"/>
                  </a:lnTo>
                  <a:lnTo>
                    <a:pt x="1420653" y="1496019"/>
                  </a:lnTo>
                  <a:lnTo>
                    <a:pt x="1420646" y="1496012"/>
                  </a:lnTo>
                  <a:lnTo>
                    <a:pt x="1420640" y="1496009"/>
                  </a:lnTo>
                  <a:lnTo>
                    <a:pt x="1420630" y="1496005"/>
                  </a:lnTo>
                  <a:lnTo>
                    <a:pt x="1420632" y="1495999"/>
                  </a:lnTo>
                  <a:lnTo>
                    <a:pt x="1420637" y="1495995"/>
                  </a:lnTo>
                  <a:lnTo>
                    <a:pt x="1420644" y="1495988"/>
                  </a:lnTo>
                  <a:lnTo>
                    <a:pt x="1420649" y="1495981"/>
                  </a:lnTo>
                  <a:lnTo>
                    <a:pt x="1420651" y="1495974"/>
                  </a:lnTo>
                  <a:lnTo>
                    <a:pt x="1420654" y="1495967"/>
                  </a:lnTo>
                  <a:lnTo>
                    <a:pt x="1420658" y="1495960"/>
                  </a:lnTo>
                  <a:lnTo>
                    <a:pt x="1420662" y="1495952"/>
                  </a:lnTo>
                  <a:lnTo>
                    <a:pt x="1420669" y="1495949"/>
                  </a:lnTo>
                  <a:lnTo>
                    <a:pt x="1420675" y="1495949"/>
                  </a:lnTo>
                  <a:lnTo>
                    <a:pt x="1420685" y="1495948"/>
                  </a:lnTo>
                  <a:lnTo>
                    <a:pt x="1420695" y="1495949"/>
                  </a:lnTo>
                  <a:lnTo>
                    <a:pt x="1420702" y="1495948"/>
                  </a:lnTo>
                  <a:lnTo>
                    <a:pt x="1420709" y="1495947"/>
                  </a:lnTo>
                  <a:lnTo>
                    <a:pt x="1420716" y="1495947"/>
                  </a:lnTo>
                  <a:lnTo>
                    <a:pt x="1420723" y="1495948"/>
                  </a:lnTo>
                  <a:lnTo>
                    <a:pt x="1420732" y="1495948"/>
                  </a:lnTo>
                  <a:lnTo>
                    <a:pt x="1420740" y="1495948"/>
                  </a:lnTo>
                  <a:lnTo>
                    <a:pt x="1420749" y="1495949"/>
                  </a:lnTo>
                  <a:lnTo>
                    <a:pt x="1420757" y="1495943"/>
                  </a:lnTo>
                  <a:lnTo>
                    <a:pt x="1420766" y="1495940"/>
                  </a:lnTo>
                  <a:lnTo>
                    <a:pt x="1420773" y="1495936"/>
                  </a:lnTo>
                  <a:lnTo>
                    <a:pt x="1420779" y="1495935"/>
                  </a:lnTo>
                  <a:lnTo>
                    <a:pt x="1420785" y="1495933"/>
                  </a:lnTo>
                  <a:lnTo>
                    <a:pt x="1420795" y="1495931"/>
                  </a:lnTo>
                  <a:lnTo>
                    <a:pt x="1420801" y="1495929"/>
                  </a:lnTo>
                  <a:lnTo>
                    <a:pt x="1420806" y="1495927"/>
                  </a:lnTo>
                  <a:lnTo>
                    <a:pt x="1420813" y="1495924"/>
                  </a:lnTo>
                  <a:lnTo>
                    <a:pt x="1420819" y="1495922"/>
                  </a:lnTo>
                  <a:lnTo>
                    <a:pt x="1420824" y="1495919"/>
                  </a:lnTo>
                  <a:lnTo>
                    <a:pt x="1420830" y="1495912"/>
                  </a:lnTo>
                  <a:lnTo>
                    <a:pt x="1420839" y="1495899"/>
                  </a:lnTo>
                  <a:lnTo>
                    <a:pt x="1420846" y="1495891"/>
                  </a:lnTo>
                  <a:lnTo>
                    <a:pt x="1420852" y="1495885"/>
                  </a:lnTo>
                  <a:lnTo>
                    <a:pt x="1420858" y="1495882"/>
                  </a:lnTo>
                  <a:lnTo>
                    <a:pt x="1420869" y="1495881"/>
                  </a:lnTo>
                  <a:lnTo>
                    <a:pt x="1420873" y="1495881"/>
                  </a:lnTo>
                  <a:lnTo>
                    <a:pt x="1420885" y="1495880"/>
                  </a:lnTo>
                  <a:lnTo>
                    <a:pt x="1420891" y="1495879"/>
                  </a:lnTo>
                  <a:lnTo>
                    <a:pt x="1420898" y="1495877"/>
                  </a:lnTo>
                  <a:lnTo>
                    <a:pt x="1420905" y="1495874"/>
                  </a:lnTo>
                  <a:lnTo>
                    <a:pt x="1420912" y="1495873"/>
                  </a:lnTo>
                  <a:lnTo>
                    <a:pt x="1420921" y="1495875"/>
                  </a:lnTo>
                  <a:lnTo>
                    <a:pt x="1420928" y="1495882"/>
                  </a:lnTo>
                  <a:lnTo>
                    <a:pt x="1420935" y="1495887"/>
                  </a:lnTo>
                  <a:lnTo>
                    <a:pt x="1420940" y="1495890"/>
                  </a:lnTo>
                  <a:lnTo>
                    <a:pt x="1420947" y="1495891"/>
                  </a:lnTo>
                  <a:lnTo>
                    <a:pt x="1420954" y="1495891"/>
                  </a:lnTo>
                  <a:lnTo>
                    <a:pt x="1420959" y="1495891"/>
                  </a:lnTo>
                  <a:lnTo>
                    <a:pt x="1420963" y="1495891"/>
                  </a:lnTo>
                  <a:lnTo>
                    <a:pt x="1420968" y="1495889"/>
                  </a:lnTo>
                  <a:lnTo>
                    <a:pt x="1420973" y="1495885"/>
                  </a:lnTo>
                  <a:lnTo>
                    <a:pt x="1420977" y="1495881"/>
                  </a:lnTo>
                  <a:lnTo>
                    <a:pt x="1420982" y="1495878"/>
                  </a:lnTo>
                  <a:lnTo>
                    <a:pt x="1420989" y="1495875"/>
                  </a:lnTo>
                  <a:lnTo>
                    <a:pt x="1420998" y="1495875"/>
                  </a:lnTo>
                  <a:lnTo>
                    <a:pt x="1421006" y="1495877"/>
                  </a:lnTo>
                  <a:lnTo>
                    <a:pt x="1421011" y="1495878"/>
                  </a:lnTo>
                  <a:lnTo>
                    <a:pt x="1421016" y="1495881"/>
                  </a:lnTo>
                  <a:lnTo>
                    <a:pt x="1421022" y="1495883"/>
                  </a:lnTo>
                  <a:lnTo>
                    <a:pt x="1421028" y="1495884"/>
                  </a:lnTo>
                  <a:lnTo>
                    <a:pt x="1421037" y="1495885"/>
                  </a:lnTo>
                  <a:lnTo>
                    <a:pt x="1421042" y="1495885"/>
                  </a:lnTo>
                  <a:lnTo>
                    <a:pt x="1421048" y="1495884"/>
                  </a:lnTo>
                  <a:lnTo>
                    <a:pt x="1421055" y="1495883"/>
                  </a:lnTo>
                  <a:lnTo>
                    <a:pt x="1421062" y="1495882"/>
                  </a:lnTo>
                  <a:lnTo>
                    <a:pt x="1421070" y="1495882"/>
                  </a:lnTo>
                  <a:lnTo>
                    <a:pt x="1421076" y="1495881"/>
                  </a:lnTo>
                  <a:lnTo>
                    <a:pt x="1421081" y="1495880"/>
                  </a:lnTo>
                  <a:lnTo>
                    <a:pt x="1421089" y="1495881"/>
                  </a:lnTo>
                  <a:lnTo>
                    <a:pt x="1421160" y="1495892"/>
                  </a:lnTo>
                  <a:lnTo>
                    <a:pt x="1421173" y="1495890"/>
                  </a:lnTo>
                  <a:lnTo>
                    <a:pt x="1421178" y="1495886"/>
                  </a:lnTo>
                  <a:lnTo>
                    <a:pt x="1421182" y="1495882"/>
                  </a:lnTo>
                  <a:lnTo>
                    <a:pt x="1421188" y="1495878"/>
                  </a:lnTo>
                  <a:lnTo>
                    <a:pt x="1421191" y="1495875"/>
                  </a:lnTo>
                  <a:lnTo>
                    <a:pt x="1421197" y="1495868"/>
                  </a:lnTo>
                  <a:lnTo>
                    <a:pt x="1421202" y="1495864"/>
                  </a:lnTo>
                  <a:lnTo>
                    <a:pt x="1421220" y="1495847"/>
                  </a:lnTo>
                  <a:lnTo>
                    <a:pt x="1421226" y="1495845"/>
                  </a:lnTo>
                  <a:lnTo>
                    <a:pt x="1421232" y="1495843"/>
                  </a:lnTo>
                  <a:lnTo>
                    <a:pt x="1421238" y="1495840"/>
                  </a:lnTo>
                  <a:lnTo>
                    <a:pt x="1421246" y="1495836"/>
                  </a:lnTo>
                  <a:lnTo>
                    <a:pt x="1421254" y="1495832"/>
                  </a:lnTo>
                  <a:lnTo>
                    <a:pt x="1421257" y="1495828"/>
                  </a:lnTo>
                  <a:lnTo>
                    <a:pt x="1421262" y="1495820"/>
                  </a:lnTo>
                  <a:lnTo>
                    <a:pt x="1421259" y="1495814"/>
                  </a:lnTo>
                  <a:lnTo>
                    <a:pt x="1421256" y="1495810"/>
                  </a:lnTo>
                  <a:lnTo>
                    <a:pt x="1421253" y="1495805"/>
                  </a:lnTo>
                  <a:lnTo>
                    <a:pt x="1421249" y="1495800"/>
                  </a:lnTo>
                  <a:lnTo>
                    <a:pt x="1421245" y="1495795"/>
                  </a:lnTo>
                  <a:lnTo>
                    <a:pt x="1421242" y="1495791"/>
                  </a:lnTo>
                  <a:lnTo>
                    <a:pt x="1421238" y="1495785"/>
                  </a:lnTo>
                  <a:lnTo>
                    <a:pt x="1421236" y="1495777"/>
                  </a:lnTo>
                  <a:lnTo>
                    <a:pt x="1421235" y="1495771"/>
                  </a:lnTo>
                  <a:lnTo>
                    <a:pt x="1421235" y="1495765"/>
                  </a:lnTo>
                  <a:lnTo>
                    <a:pt x="1421236" y="1495759"/>
                  </a:lnTo>
                  <a:lnTo>
                    <a:pt x="1421236" y="1495751"/>
                  </a:lnTo>
                  <a:lnTo>
                    <a:pt x="1421231" y="1495743"/>
                  </a:lnTo>
                  <a:lnTo>
                    <a:pt x="1421228" y="1495737"/>
                  </a:lnTo>
                  <a:lnTo>
                    <a:pt x="1421222" y="1495730"/>
                  </a:lnTo>
                  <a:lnTo>
                    <a:pt x="1421218" y="1495723"/>
                  </a:lnTo>
                  <a:lnTo>
                    <a:pt x="1421211" y="1495715"/>
                  </a:lnTo>
                  <a:lnTo>
                    <a:pt x="1421205" y="1495710"/>
                  </a:lnTo>
                  <a:lnTo>
                    <a:pt x="1421199" y="1495710"/>
                  </a:lnTo>
                  <a:lnTo>
                    <a:pt x="1421195" y="1495709"/>
                  </a:lnTo>
                  <a:lnTo>
                    <a:pt x="1421189" y="1495709"/>
                  </a:lnTo>
                  <a:lnTo>
                    <a:pt x="1421183" y="1495707"/>
                  </a:lnTo>
                  <a:lnTo>
                    <a:pt x="1421176" y="1495706"/>
                  </a:lnTo>
                  <a:lnTo>
                    <a:pt x="1421170" y="1495704"/>
                  </a:lnTo>
                  <a:lnTo>
                    <a:pt x="1421165" y="1495702"/>
                  </a:lnTo>
                  <a:lnTo>
                    <a:pt x="1421160" y="1495699"/>
                  </a:lnTo>
                  <a:lnTo>
                    <a:pt x="1421156" y="1495697"/>
                  </a:lnTo>
                  <a:lnTo>
                    <a:pt x="1421152" y="1495694"/>
                  </a:lnTo>
                  <a:lnTo>
                    <a:pt x="1421148" y="1495690"/>
                  </a:lnTo>
                  <a:lnTo>
                    <a:pt x="1421144" y="1495687"/>
                  </a:lnTo>
                  <a:lnTo>
                    <a:pt x="1421139" y="1495682"/>
                  </a:lnTo>
                  <a:lnTo>
                    <a:pt x="1421134" y="1495675"/>
                  </a:lnTo>
                  <a:lnTo>
                    <a:pt x="1421129" y="1495672"/>
                  </a:lnTo>
                  <a:lnTo>
                    <a:pt x="1421124" y="1495670"/>
                  </a:lnTo>
                  <a:lnTo>
                    <a:pt x="1421117" y="1495667"/>
                  </a:lnTo>
                  <a:lnTo>
                    <a:pt x="1421111" y="1495665"/>
                  </a:lnTo>
                  <a:lnTo>
                    <a:pt x="1421105" y="1495664"/>
                  </a:lnTo>
                  <a:lnTo>
                    <a:pt x="1421098" y="1495662"/>
                  </a:lnTo>
                  <a:lnTo>
                    <a:pt x="1421093" y="1495661"/>
                  </a:lnTo>
                  <a:lnTo>
                    <a:pt x="1421086" y="1495658"/>
                  </a:lnTo>
                  <a:lnTo>
                    <a:pt x="1421076" y="1495656"/>
                  </a:lnTo>
                  <a:lnTo>
                    <a:pt x="1421069" y="1495654"/>
                  </a:lnTo>
                  <a:lnTo>
                    <a:pt x="1421061" y="1495653"/>
                  </a:lnTo>
                  <a:lnTo>
                    <a:pt x="1421054" y="1495651"/>
                  </a:lnTo>
                  <a:lnTo>
                    <a:pt x="1421048" y="1495650"/>
                  </a:lnTo>
                  <a:lnTo>
                    <a:pt x="1421043" y="1495648"/>
                  </a:lnTo>
                  <a:lnTo>
                    <a:pt x="1421039" y="1495646"/>
                  </a:lnTo>
                  <a:lnTo>
                    <a:pt x="1421036" y="1495641"/>
                  </a:lnTo>
                  <a:lnTo>
                    <a:pt x="1421032" y="1495635"/>
                  </a:lnTo>
                  <a:lnTo>
                    <a:pt x="1421026" y="1495630"/>
                  </a:lnTo>
                  <a:lnTo>
                    <a:pt x="1421021" y="1495625"/>
                  </a:lnTo>
                  <a:lnTo>
                    <a:pt x="1421016" y="1495621"/>
                  </a:lnTo>
                  <a:lnTo>
                    <a:pt x="1421009" y="1495616"/>
                  </a:lnTo>
                  <a:lnTo>
                    <a:pt x="1421003" y="1495613"/>
                  </a:lnTo>
                  <a:lnTo>
                    <a:pt x="1420997" y="1495610"/>
                  </a:lnTo>
                  <a:lnTo>
                    <a:pt x="1420991" y="1495607"/>
                  </a:lnTo>
                  <a:lnTo>
                    <a:pt x="1420986" y="1495606"/>
                  </a:lnTo>
                  <a:lnTo>
                    <a:pt x="1420981" y="1495605"/>
                  </a:lnTo>
                  <a:lnTo>
                    <a:pt x="1420974" y="1495604"/>
                  </a:lnTo>
                  <a:lnTo>
                    <a:pt x="1420970" y="1495602"/>
                  </a:lnTo>
                  <a:lnTo>
                    <a:pt x="1420964" y="1495598"/>
                  </a:lnTo>
                  <a:lnTo>
                    <a:pt x="1420959" y="1495593"/>
                  </a:lnTo>
                  <a:lnTo>
                    <a:pt x="1420956" y="1495588"/>
                  </a:lnTo>
                  <a:lnTo>
                    <a:pt x="1420953" y="1495582"/>
                  </a:lnTo>
                  <a:lnTo>
                    <a:pt x="1420949" y="1495577"/>
                  </a:lnTo>
                  <a:lnTo>
                    <a:pt x="1420944" y="1495574"/>
                  </a:lnTo>
                  <a:lnTo>
                    <a:pt x="1420940" y="1495572"/>
                  </a:lnTo>
                  <a:lnTo>
                    <a:pt x="1420935" y="1495568"/>
                  </a:lnTo>
                  <a:lnTo>
                    <a:pt x="1420931" y="1495565"/>
                  </a:lnTo>
                  <a:lnTo>
                    <a:pt x="1420924" y="1495561"/>
                  </a:lnTo>
                  <a:lnTo>
                    <a:pt x="1420920" y="1495557"/>
                  </a:lnTo>
                  <a:lnTo>
                    <a:pt x="1420916" y="1495554"/>
                  </a:lnTo>
                  <a:lnTo>
                    <a:pt x="1420913" y="1495550"/>
                  </a:lnTo>
                  <a:lnTo>
                    <a:pt x="1420908" y="1495544"/>
                  </a:lnTo>
                  <a:lnTo>
                    <a:pt x="1420902" y="1495538"/>
                  </a:lnTo>
                  <a:lnTo>
                    <a:pt x="1420897" y="1495532"/>
                  </a:lnTo>
                  <a:lnTo>
                    <a:pt x="1420891" y="1495525"/>
                  </a:lnTo>
                  <a:lnTo>
                    <a:pt x="1420886" y="1495520"/>
                  </a:lnTo>
                  <a:lnTo>
                    <a:pt x="1420882" y="1495517"/>
                  </a:lnTo>
                  <a:lnTo>
                    <a:pt x="1420878" y="1495514"/>
                  </a:lnTo>
                  <a:lnTo>
                    <a:pt x="1420872" y="1495511"/>
                  </a:lnTo>
                  <a:lnTo>
                    <a:pt x="1420868" y="1495508"/>
                  </a:lnTo>
                  <a:lnTo>
                    <a:pt x="1420864" y="1495503"/>
                  </a:lnTo>
                  <a:lnTo>
                    <a:pt x="1420862" y="1495495"/>
                  </a:lnTo>
                  <a:lnTo>
                    <a:pt x="1420861" y="1495490"/>
                  </a:lnTo>
                  <a:lnTo>
                    <a:pt x="1420862" y="1495481"/>
                  </a:lnTo>
                  <a:lnTo>
                    <a:pt x="1420863" y="1495471"/>
                  </a:lnTo>
                  <a:lnTo>
                    <a:pt x="1420863" y="1495463"/>
                  </a:lnTo>
                  <a:lnTo>
                    <a:pt x="1420863" y="1495458"/>
                  </a:lnTo>
                  <a:lnTo>
                    <a:pt x="1420851" y="1495424"/>
                  </a:lnTo>
                  <a:lnTo>
                    <a:pt x="1420844" y="1495416"/>
                  </a:lnTo>
                  <a:lnTo>
                    <a:pt x="1420831" y="1495400"/>
                  </a:lnTo>
                  <a:lnTo>
                    <a:pt x="1420823" y="1495394"/>
                  </a:lnTo>
                  <a:lnTo>
                    <a:pt x="1420815" y="1495390"/>
                  </a:lnTo>
                  <a:lnTo>
                    <a:pt x="1420807" y="1495388"/>
                  </a:lnTo>
                  <a:lnTo>
                    <a:pt x="1420798" y="1495386"/>
                  </a:lnTo>
                  <a:lnTo>
                    <a:pt x="1420790" y="1495381"/>
                  </a:lnTo>
                  <a:lnTo>
                    <a:pt x="1420782" y="1495375"/>
                  </a:lnTo>
                  <a:lnTo>
                    <a:pt x="1420773" y="1495367"/>
                  </a:lnTo>
                  <a:lnTo>
                    <a:pt x="1420765" y="1495364"/>
                  </a:lnTo>
                  <a:lnTo>
                    <a:pt x="1420760" y="1495364"/>
                  </a:lnTo>
                  <a:lnTo>
                    <a:pt x="1420749" y="1495369"/>
                  </a:lnTo>
                  <a:lnTo>
                    <a:pt x="1420739" y="1495376"/>
                  </a:lnTo>
                  <a:lnTo>
                    <a:pt x="1420727" y="1495383"/>
                  </a:lnTo>
                  <a:lnTo>
                    <a:pt x="1420713" y="1495388"/>
                  </a:lnTo>
                  <a:lnTo>
                    <a:pt x="1420704" y="1495391"/>
                  </a:lnTo>
                  <a:lnTo>
                    <a:pt x="1420693" y="1495392"/>
                  </a:lnTo>
                  <a:lnTo>
                    <a:pt x="1420681" y="1495391"/>
                  </a:lnTo>
                  <a:lnTo>
                    <a:pt x="1420675" y="1495389"/>
                  </a:lnTo>
                  <a:lnTo>
                    <a:pt x="1420668" y="1495385"/>
                  </a:lnTo>
                  <a:lnTo>
                    <a:pt x="1420660" y="1495381"/>
                  </a:lnTo>
                  <a:lnTo>
                    <a:pt x="1420651" y="1495376"/>
                  </a:lnTo>
                  <a:lnTo>
                    <a:pt x="1420644" y="1495370"/>
                  </a:lnTo>
                  <a:lnTo>
                    <a:pt x="1420638" y="1495362"/>
                  </a:lnTo>
                  <a:lnTo>
                    <a:pt x="1420629" y="1495358"/>
                  </a:lnTo>
                  <a:lnTo>
                    <a:pt x="1420653" y="1495314"/>
                  </a:lnTo>
                  <a:lnTo>
                    <a:pt x="1420656" y="1495308"/>
                  </a:lnTo>
                  <a:lnTo>
                    <a:pt x="1420664" y="1495300"/>
                  </a:lnTo>
                  <a:lnTo>
                    <a:pt x="1420670" y="1495296"/>
                  </a:lnTo>
                  <a:lnTo>
                    <a:pt x="1420676" y="1495291"/>
                  </a:lnTo>
                  <a:lnTo>
                    <a:pt x="1420677" y="1495286"/>
                  </a:lnTo>
                  <a:lnTo>
                    <a:pt x="1420663" y="1495283"/>
                  </a:lnTo>
                  <a:lnTo>
                    <a:pt x="1420651" y="1495276"/>
                  </a:lnTo>
                  <a:lnTo>
                    <a:pt x="1420639" y="1495259"/>
                  </a:lnTo>
                  <a:lnTo>
                    <a:pt x="1420633" y="1495249"/>
                  </a:lnTo>
                  <a:lnTo>
                    <a:pt x="1420631" y="1495242"/>
                  </a:lnTo>
                  <a:lnTo>
                    <a:pt x="1420625" y="1495222"/>
                  </a:lnTo>
                  <a:lnTo>
                    <a:pt x="1420623" y="1495216"/>
                  </a:lnTo>
                  <a:lnTo>
                    <a:pt x="1420622" y="1495211"/>
                  </a:lnTo>
                  <a:lnTo>
                    <a:pt x="1420620" y="1495204"/>
                  </a:lnTo>
                  <a:lnTo>
                    <a:pt x="1420616" y="1495195"/>
                  </a:lnTo>
                  <a:lnTo>
                    <a:pt x="1420613" y="1495186"/>
                  </a:lnTo>
                  <a:lnTo>
                    <a:pt x="1420618" y="1495179"/>
                  </a:lnTo>
                  <a:lnTo>
                    <a:pt x="1420623" y="1495173"/>
                  </a:lnTo>
                  <a:lnTo>
                    <a:pt x="1420628" y="1495169"/>
                  </a:lnTo>
                  <a:lnTo>
                    <a:pt x="1420632" y="1495164"/>
                  </a:lnTo>
                  <a:lnTo>
                    <a:pt x="1420638" y="1495158"/>
                  </a:lnTo>
                  <a:lnTo>
                    <a:pt x="1420643" y="1495152"/>
                  </a:lnTo>
                  <a:lnTo>
                    <a:pt x="1420646" y="1495146"/>
                  </a:lnTo>
                  <a:lnTo>
                    <a:pt x="1420649" y="1495140"/>
                  </a:lnTo>
                  <a:lnTo>
                    <a:pt x="1420651" y="1495135"/>
                  </a:lnTo>
                  <a:lnTo>
                    <a:pt x="1420655" y="1495130"/>
                  </a:lnTo>
                  <a:lnTo>
                    <a:pt x="1420660" y="1495123"/>
                  </a:lnTo>
                  <a:lnTo>
                    <a:pt x="1420664" y="1495117"/>
                  </a:lnTo>
                  <a:lnTo>
                    <a:pt x="1420665" y="1495112"/>
                  </a:lnTo>
                  <a:lnTo>
                    <a:pt x="1420666" y="1495104"/>
                  </a:lnTo>
                  <a:lnTo>
                    <a:pt x="1420666" y="1495098"/>
                  </a:lnTo>
                  <a:lnTo>
                    <a:pt x="1420666" y="1495093"/>
                  </a:lnTo>
                  <a:lnTo>
                    <a:pt x="1420666" y="1495087"/>
                  </a:lnTo>
                  <a:lnTo>
                    <a:pt x="1420666" y="1495081"/>
                  </a:lnTo>
                  <a:lnTo>
                    <a:pt x="1420666" y="1495076"/>
                  </a:lnTo>
                  <a:lnTo>
                    <a:pt x="1420666" y="1495071"/>
                  </a:lnTo>
                  <a:lnTo>
                    <a:pt x="1420665" y="1495064"/>
                  </a:lnTo>
                  <a:lnTo>
                    <a:pt x="1420662" y="1495057"/>
                  </a:lnTo>
                  <a:lnTo>
                    <a:pt x="1420661" y="1495050"/>
                  </a:lnTo>
                  <a:lnTo>
                    <a:pt x="1420658" y="1495042"/>
                  </a:lnTo>
                  <a:lnTo>
                    <a:pt x="1420654" y="1495037"/>
                  </a:lnTo>
                  <a:lnTo>
                    <a:pt x="1420651" y="1495032"/>
                  </a:lnTo>
                  <a:lnTo>
                    <a:pt x="1420648" y="1495027"/>
                  </a:lnTo>
                  <a:lnTo>
                    <a:pt x="1420644" y="1495020"/>
                  </a:lnTo>
                  <a:lnTo>
                    <a:pt x="1420642" y="1495016"/>
                  </a:lnTo>
                  <a:lnTo>
                    <a:pt x="1420638" y="1495012"/>
                  </a:lnTo>
                  <a:lnTo>
                    <a:pt x="1420633" y="1495006"/>
                  </a:lnTo>
                  <a:lnTo>
                    <a:pt x="1420630" y="1495000"/>
                  </a:lnTo>
                  <a:lnTo>
                    <a:pt x="1420627" y="1494993"/>
                  </a:lnTo>
                  <a:lnTo>
                    <a:pt x="1420624" y="1494982"/>
                  </a:lnTo>
                  <a:lnTo>
                    <a:pt x="1420622" y="1494974"/>
                  </a:lnTo>
                  <a:lnTo>
                    <a:pt x="1420621" y="1494969"/>
                  </a:lnTo>
                  <a:lnTo>
                    <a:pt x="1420619" y="1494960"/>
                  </a:lnTo>
                  <a:lnTo>
                    <a:pt x="1420619" y="1494953"/>
                  </a:lnTo>
                  <a:lnTo>
                    <a:pt x="1420617" y="1494947"/>
                  </a:lnTo>
                  <a:lnTo>
                    <a:pt x="1420614" y="1494941"/>
                  </a:lnTo>
                  <a:lnTo>
                    <a:pt x="1420613" y="1494935"/>
                  </a:lnTo>
                  <a:lnTo>
                    <a:pt x="1420613" y="1494929"/>
                  </a:lnTo>
                  <a:lnTo>
                    <a:pt x="1420613" y="1494922"/>
                  </a:lnTo>
                  <a:lnTo>
                    <a:pt x="1420612" y="1494913"/>
                  </a:lnTo>
                  <a:lnTo>
                    <a:pt x="1420611" y="1494907"/>
                  </a:lnTo>
                  <a:lnTo>
                    <a:pt x="1420607" y="1494898"/>
                  </a:lnTo>
                  <a:lnTo>
                    <a:pt x="1420601" y="1494892"/>
                  </a:lnTo>
                  <a:lnTo>
                    <a:pt x="1420594" y="1494886"/>
                  </a:lnTo>
                  <a:lnTo>
                    <a:pt x="1420588" y="1494884"/>
                  </a:lnTo>
                  <a:lnTo>
                    <a:pt x="1420584" y="1494883"/>
                  </a:lnTo>
                  <a:lnTo>
                    <a:pt x="1420578" y="1494880"/>
                  </a:lnTo>
                  <a:lnTo>
                    <a:pt x="1420570" y="1494874"/>
                  </a:lnTo>
                  <a:lnTo>
                    <a:pt x="1420564" y="1494868"/>
                  </a:lnTo>
                  <a:lnTo>
                    <a:pt x="1420560" y="1494861"/>
                  </a:lnTo>
                  <a:lnTo>
                    <a:pt x="1420558" y="1494857"/>
                  </a:lnTo>
                  <a:lnTo>
                    <a:pt x="1420555" y="1494852"/>
                  </a:lnTo>
                  <a:lnTo>
                    <a:pt x="1420552" y="1494847"/>
                  </a:lnTo>
                  <a:lnTo>
                    <a:pt x="1420549" y="1494839"/>
                  </a:lnTo>
                  <a:lnTo>
                    <a:pt x="1420547" y="1494834"/>
                  </a:lnTo>
                  <a:lnTo>
                    <a:pt x="1420543" y="1494830"/>
                  </a:lnTo>
                  <a:lnTo>
                    <a:pt x="1420540" y="1494826"/>
                  </a:lnTo>
                  <a:lnTo>
                    <a:pt x="1420537" y="1494819"/>
                  </a:lnTo>
                  <a:lnTo>
                    <a:pt x="1420533" y="1494811"/>
                  </a:lnTo>
                  <a:lnTo>
                    <a:pt x="1420529" y="1494803"/>
                  </a:lnTo>
                  <a:lnTo>
                    <a:pt x="1420523" y="1494796"/>
                  </a:lnTo>
                  <a:lnTo>
                    <a:pt x="1420519" y="1494792"/>
                  </a:lnTo>
                  <a:lnTo>
                    <a:pt x="1420514" y="1494790"/>
                  </a:lnTo>
                  <a:lnTo>
                    <a:pt x="1420509" y="1494789"/>
                  </a:lnTo>
                  <a:lnTo>
                    <a:pt x="1420503" y="1494788"/>
                  </a:lnTo>
                  <a:lnTo>
                    <a:pt x="1420495" y="1494786"/>
                  </a:lnTo>
                  <a:lnTo>
                    <a:pt x="1420488" y="1494784"/>
                  </a:lnTo>
                  <a:lnTo>
                    <a:pt x="1420483" y="1494783"/>
                  </a:lnTo>
                  <a:lnTo>
                    <a:pt x="1420477" y="1494783"/>
                  </a:lnTo>
                  <a:lnTo>
                    <a:pt x="1420471" y="1494781"/>
                  </a:lnTo>
                  <a:lnTo>
                    <a:pt x="1420465" y="1494781"/>
                  </a:lnTo>
                  <a:lnTo>
                    <a:pt x="1420458" y="1494781"/>
                  </a:lnTo>
                  <a:lnTo>
                    <a:pt x="1420458" y="1494776"/>
                  </a:lnTo>
                  <a:lnTo>
                    <a:pt x="1420458" y="1494770"/>
                  </a:lnTo>
                  <a:lnTo>
                    <a:pt x="1420459" y="1494765"/>
                  </a:lnTo>
                  <a:lnTo>
                    <a:pt x="1420459" y="1494759"/>
                  </a:lnTo>
                  <a:lnTo>
                    <a:pt x="1420459" y="1494752"/>
                  </a:lnTo>
                  <a:lnTo>
                    <a:pt x="1420459" y="1494745"/>
                  </a:lnTo>
                  <a:lnTo>
                    <a:pt x="1420459" y="1494738"/>
                  </a:lnTo>
                  <a:lnTo>
                    <a:pt x="1420460" y="1494729"/>
                  </a:lnTo>
                  <a:lnTo>
                    <a:pt x="1420463" y="1494723"/>
                  </a:lnTo>
                  <a:lnTo>
                    <a:pt x="1420467" y="1494714"/>
                  </a:lnTo>
                  <a:lnTo>
                    <a:pt x="1420471" y="1494705"/>
                  </a:lnTo>
                  <a:lnTo>
                    <a:pt x="1420476" y="1494698"/>
                  </a:lnTo>
                  <a:lnTo>
                    <a:pt x="1420480" y="1494689"/>
                  </a:lnTo>
                  <a:lnTo>
                    <a:pt x="1420483" y="1494683"/>
                  </a:lnTo>
                  <a:lnTo>
                    <a:pt x="1420485" y="1494676"/>
                  </a:lnTo>
                  <a:lnTo>
                    <a:pt x="1420488" y="1494670"/>
                  </a:lnTo>
                  <a:lnTo>
                    <a:pt x="1420491" y="1494664"/>
                  </a:lnTo>
                  <a:lnTo>
                    <a:pt x="1420493" y="1494660"/>
                  </a:lnTo>
                  <a:lnTo>
                    <a:pt x="1420496" y="1494651"/>
                  </a:lnTo>
                  <a:lnTo>
                    <a:pt x="1420499" y="1494646"/>
                  </a:lnTo>
                  <a:lnTo>
                    <a:pt x="1420504" y="1494647"/>
                  </a:lnTo>
                  <a:lnTo>
                    <a:pt x="1420510" y="1494650"/>
                  </a:lnTo>
                  <a:lnTo>
                    <a:pt x="1420517" y="1494653"/>
                  </a:lnTo>
                  <a:lnTo>
                    <a:pt x="1420529" y="1494655"/>
                  </a:lnTo>
                  <a:lnTo>
                    <a:pt x="1420538" y="1494657"/>
                  </a:lnTo>
                  <a:lnTo>
                    <a:pt x="1420547" y="1494657"/>
                  </a:lnTo>
                  <a:lnTo>
                    <a:pt x="1420556" y="1494653"/>
                  </a:lnTo>
                  <a:lnTo>
                    <a:pt x="1420562" y="1494650"/>
                  </a:lnTo>
                  <a:lnTo>
                    <a:pt x="1420570" y="1494645"/>
                  </a:lnTo>
                  <a:lnTo>
                    <a:pt x="1420582" y="1494643"/>
                  </a:lnTo>
                  <a:lnTo>
                    <a:pt x="1420592" y="1494641"/>
                  </a:lnTo>
                  <a:lnTo>
                    <a:pt x="1420632" y="1494592"/>
                  </a:lnTo>
                  <a:lnTo>
                    <a:pt x="1420673" y="1494543"/>
                  </a:lnTo>
                  <a:lnTo>
                    <a:pt x="1420678" y="1494538"/>
                  </a:lnTo>
                  <a:lnTo>
                    <a:pt x="1420685" y="1494532"/>
                  </a:lnTo>
                  <a:lnTo>
                    <a:pt x="1420698" y="1494522"/>
                  </a:lnTo>
                  <a:lnTo>
                    <a:pt x="1420708" y="1494518"/>
                  </a:lnTo>
                  <a:lnTo>
                    <a:pt x="1420718" y="1494514"/>
                  </a:lnTo>
                  <a:lnTo>
                    <a:pt x="1420727" y="1494506"/>
                  </a:lnTo>
                  <a:lnTo>
                    <a:pt x="1420745" y="1494499"/>
                  </a:lnTo>
                  <a:lnTo>
                    <a:pt x="1420762" y="1494495"/>
                  </a:lnTo>
                  <a:lnTo>
                    <a:pt x="1420774" y="1494491"/>
                  </a:lnTo>
                  <a:lnTo>
                    <a:pt x="1420781" y="1494481"/>
                  </a:lnTo>
                  <a:lnTo>
                    <a:pt x="1420789" y="1494468"/>
                  </a:lnTo>
                  <a:lnTo>
                    <a:pt x="1420794" y="1494458"/>
                  </a:lnTo>
                  <a:lnTo>
                    <a:pt x="1420798" y="1494445"/>
                  </a:lnTo>
                  <a:lnTo>
                    <a:pt x="1420802" y="1494431"/>
                  </a:lnTo>
                  <a:lnTo>
                    <a:pt x="1420809" y="1494415"/>
                  </a:lnTo>
                  <a:lnTo>
                    <a:pt x="1420815" y="1494406"/>
                  </a:lnTo>
                  <a:lnTo>
                    <a:pt x="1420826" y="1494398"/>
                  </a:lnTo>
                  <a:lnTo>
                    <a:pt x="1420832" y="1494391"/>
                  </a:lnTo>
                  <a:lnTo>
                    <a:pt x="1420827" y="1494389"/>
                  </a:lnTo>
                  <a:lnTo>
                    <a:pt x="1420821" y="1494385"/>
                  </a:lnTo>
                  <a:lnTo>
                    <a:pt x="1420812" y="1494381"/>
                  </a:lnTo>
                  <a:lnTo>
                    <a:pt x="1420803" y="1494375"/>
                  </a:lnTo>
                  <a:lnTo>
                    <a:pt x="1420796" y="1494370"/>
                  </a:lnTo>
                  <a:lnTo>
                    <a:pt x="1420782" y="1494358"/>
                  </a:lnTo>
                  <a:lnTo>
                    <a:pt x="1420766" y="1494345"/>
                  </a:lnTo>
                  <a:lnTo>
                    <a:pt x="1420752" y="1494333"/>
                  </a:lnTo>
                  <a:lnTo>
                    <a:pt x="1420740" y="1494324"/>
                  </a:lnTo>
                  <a:lnTo>
                    <a:pt x="1420732" y="1494317"/>
                  </a:lnTo>
                  <a:lnTo>
                    <a:pt x="1420724" y="1494311"/>
                  </a:lnTo>
                  <a:lnTo>
                    <a:pt x="1420714" y="1494302"/>
                  </a:lnTo>
                  <a:lnTo>
                    <a:pt x="1420704" y="1494289"/>
                  </a:lnTo>
                  <a:lnTo>
                    <a:pt x="1420700" y="1494282"/>
                  </a:lnTo>
                  <a:lnTo>
                    <a:pt x="1420691" y="1494276"/>
                  </a:lnTo>
                  <a:lnTo>
                    <a:pt x="1420682" y="1494270"/>
                  </a:lnTo>
                  <a:lnTo>
                    <a:pt x="1420674" y="1494265"/>
                  </a:lnTo>
                  <a:lnTo>
                    <a:pt x="1420664" y="1494260"/>
                  </a:lnTo>
                  <a:lnTo>
                    <a:pt x="1420660" y="1494258"/>
                  </a:lnTo>
                  <a:lnTo>
                    <a:pt x="1420650" y="1494253"/>
                  </a:lnTo>
                  <a:lnTo>
                    <a:pt x="1420641" y="1494248"/>
                  </a:lnTo>
                  <a:lnTo>
                    <a:pt x="1420636" y="1494246"/>
                  </a:lnTo>
                  <a:lnTo>
                    <a:pt x="1420627" y="1494242"/>
                  </a:lnTo>
                  <a:lnTo>
                    <a:pt x="1420621" y="1494237"/>
                  </a:lnTo>
                  <a:lnTo>
                    <a:pt x="1420619" y="1494232"/>
                  </a:lnTo>
                  <a:lnTo>
                    <a:pt x="1420619" y="1494223"/>
                  </a:lnTo>
                  <a:lnTo>
                    <a:pt x="1420627" y="1494215"/>
                  </a:lnTo>
                  <a:lnTo>
                    <a:pt x="1420636" y="1494208"/>
                  </a:lnTo>
                  <a:lnTo>
                    <a:pt x="1420642" y="1494203"/>
                  </a:lnTo>
                  <a:lnTo>
                    <a:pt x="1420654" y="1494195"/>
                  </a:lnTo>
                  <a:lnTo>
                    <a:pt x="1420659" y="1494180"/>
                  </a:lnTo>
                  <a:lnTo>
                    <a:pt x="1420663" y="1494162"/>
                  </a:lnTo>
                  <a:lnTo>
                    <a:pt x="1420672" y="1494151"/>
                  </a:lnTo>
                  <a:lnTo>
                    <a:pt x="1420685" y="1494144"/>
                  </a:lnTo>
                  <a:lnTo>
                    <a:pt x="1420691" y="1494142"/>
                  </a:lnTo>
                  <a:lnTo>
                    <a:pt x="1420705" y="1494135"/>
                  </a:lnTo>
                  <a:lnTo>
                    <a:pt x="1420716" y="1494127"/>
                  </a:lnTo>
                  <a:lnTo>
                    <a:pt x="1420721" y="1494117"/>
                  </a:lnTo>
                  <a:lnTo>
                    <a:pt x="1420725" y="1494106"/>
                  </a:lnTo>
                  <a:lnTo>
                    <a:pt x="1420728" y="1494091"/>
                  </a:lnTo>
                  <a:lnTo>
                    <a:pt x="1420728" y="1494078"/>
                  </a:lnTo>
                  <a:lnTo>
                    <a:pt x="1420730" y="1494067"/>
                  </a:lnTo>
                  <a:lnTo>
                    <a:pt x="1420732" y="1494056"/>
                  </a:lnTo>
                  <a:lnTo>
                    <a:pt x="1420747" y="1494058"/>
                  </a:lnTo>
                  <a:lnTo>
                    <a:pt x="1420760" y="1494057"/>
                  </a:lnTo>
                  <a:lnTo>
                    <a:pt x="1420784" y="1494056"/>
                  </a:lnTo>
                  <a:lnTo>
                    <a:pt x="1420805" y="1494056"/>
                  </a:lnTo>
                  <a:lnTo>
                    <a:pt x="1420830" y="1494057"/>
                  </a:lnTo>
                  <a:lnTo>
                    <a:pt x="1420844" y="1494054"/>
                  </a:lnTo>
                  <a:lnTo>
                    <a:pt x="1420854" y="1494049"/>
                  </a:lnTo>
                  <a:lnTo>
                    <a:pt x="1420869" y="1494047"/>
                  </a:lnTo>
                  <a:lnTo>
                    <a:pt x="1420890" y="1494045"/>
                  </a:lnTo>
                  <a:lnTo>
                    <a:pt x="1420908" y="1494044"/>
                  </a:lnTo>
                  <a:lnTo>
                    <a:pt x="1420921" y="1494044"/>
                  </a:lnTo>
                  <a:lnTo>
                    <a:pt x="1420933" y="1494047"/>
                  </a:lnTo>
                  <a:lnTo>
                    <a:pt x="1420941" y="1494057"/>
                  </a:lnTo>
                  <a:lnTo>
                    <a:pt x="1420947" y="1494067"/>
                  </a:lnTo>
                  <a:lnTo>
                    <a:pt x="1420955" y="1494076"/>
                  </a:lnTo>
                  <a:lnTo>
                    <a:pt x="1420965" y="1494081"/>
                  </a:lnTo>
                  <a:lnTo>
                    <a:pt x="1420973" y="1494081"/>
                  </a:lnTo>
                  <a:lnTo>
                    <a:pt x="1420985" y="1494081"/>
                  </a:lnTo>
                  <a:lnTo>
                    <a:pt x="1420996" y="1494079"/>
                  </a:lnTo>
                  <a:lnTo>
                    <a:pt x="1421012" y="1494079"/>
                  </a:lnTo>
                  <a:lnTo>
                    <a:pt x="1421026" y="1494078"/>
                  </a:lnTo>
                  <a:lnTo>
                    <a:pt x="1421037" y="1494078"/>
                  </a:lnTo>
                  <a:lnTo>
                    <a:pt x="1421051" y="1494077"/>
                  </a:lnTo>
                  <a:lnTo>
                    <a:pt x="1421061" y="1494075"/>
                  </a:lnTo>
                  <a:lnTo>
                    <a:pt x="1421065" y="1494070"/>
                  </a:lnTo>
                  <a:lnTo>
                    <a:pt x="1421073" y="1494060"/>
                  </a:lnTo>
                  <a:lnTo>
                    <a:pt x="1421080" y="1494049"/>
                  </a:lnTo>
                  <a:lnTo>
                    <a:pt x="1421084" y="1494043"/>
                  </a:lnTo>
                  <a:lnTo>
                    <a:pt x="1421134" y="1493968"/>
                  </a:lnTo>
                  <a:lnTo>
                    <a:pt x="1421139" y="1493964"/>
                  </a:lnTo>
                  <a:lnTo>
                    <a:pt x="1421147" y="1493956"/>
                  </a:lnTo>
                  <a:lnTo>
                    <a:pt x="1421153" y="1493951"/>
                  </a:lnTo>
                  <a:lnTo>
                    <a:pt x="1421160" y="1493946"/>
                  </a:lnTo>
                  <a:lnTo>
                    <a:pt x="1421168" y="1493936"/>
                  </a:lnTo>
                  <a:lnTo>
                    <a:pt x="1421174" y="1493928"/>
                  </a:lnTo>
                  <a:lnTo>
                    <a:pt x="1421175" y="1493921"/>
                  </a:lnTo>
                  <a:lnTo>
                    <a:pt x="1421175" y="1493913"/>
                  </a:lnTo>
                  <a:lnTo>
                    <a:pt x="1421175" y="1493905"/>
                  </a:lnTo>
                  <a:lnTo>
                    <a:pt x="1421173" y="1493896"/>
                  </a:lnTo>
                  <a:lnTo>
                    <a:pt x="1421172" y="1493889"/>
                  </a:lnTo>
                  <a:lnTo>
                    <a:pt x="1421172" y="1493878"/>
                  </a:lnTo>
                  <a:lnTo>
                    <a:pt x="1421171" y="1493872"/>
                  </a:lnTo>
                  <a:lnTo>
                    <a:pt x="1421171" y="1493866"/>
                  </a:lnTo>
                  <a:lnTo>
                    <a:pt x="1421171" y="1493861"/>
                  </a:lnTo>
                  <a:lnTo>
                    <a:pt x="1421170" y="1493855"/>
                  </a:lnTo>
                  <a:lnTo>
                    <a:pt x="1421168" y="1493849"/>
                  </a:lnTo>
                  <a:lnTo>
                    <a:pt x="1421166" y="1493843"/>
                  </a:lnTo>
                  <a:lnTo>
                    <a:pt x="1421163" y="1493838"/>
                  </a:lnTo>
                  <a:lnTo>
                    <a:pt x="1421158" y="1493829"/>
                  </a:lnTo>
                  <a:lnTo>
                    <a:pt x="1421153" y="1493826"/>
                  </a:lnTo>
                  <a:lnTo>
                    <a:pt x="1421147" y="1493821"/>
                  </a:lnTo>
                  <a:lnTo>
                    <a:pt x="1421149" y="1493814"/>
                  </a:lnTo>
                  <a:lnTo>
                    <a:pt x="1421152" y="1493810"/>
                  </a:lnTo>
                  <a:lnTo>
                    <a:pt x="1421155" y="1493804"/>
                  </a:lnTo>
                  <a:lnTo>
                    <a:pt x="1421159" y="1493799"/>
                  </a:lnTo>
                  <a:lnTo>
                    <a:pt x="1421161" y="1493795"/>
                  </a:lnTo>
                  <a:lnTo>
                    <a:pt x="1421165" y="1493791"/>
                  </a:lnTo>
                  <a:lnTo>
                    <a:pt x="1421169" y="1493787"/>
                  </a:lnTo>
                  <a:lnTo>
                    <a:pt x="1421174" y="1493782"/>
                  </a:lnTo>
                  <a:lnTo>
                    <a:pt x="1421179" y="1493777"/>
                  </a:lnTo>
                  <a:lnTo>
                    <a:pt x="1421186" y="1493772"/>
                  </a:lnTo>
                  <a:lnTo>
                    <a:pt x="1421192" y="1493766"/>
                  </a:lnTo>
                  <a:lnTo>
                    <a:pt x="1421201" y="1493759"/>
                  </a:lnTo>
                  <a:lnTo>
                    <a:pt x="1421210" y="1493751"/>
                  </a:lnTo>
                  <a:lnTo>
                    <a:pt x="1421216" y="1493745"/>
                  </a:lnTo>
                  <a:lnTo>
                    <a:pt x="1421224" y="1493737"/>
                  </a:lnTo>
                  <a:lnTo>
                    <a:pt x="1421230" y="1493731"/>
                  </a:lnTo>
                  <a:lnTo>
                    <a:pt x="1421238" y="1493725"/>
                  </a:lnTo>
                  <a:lnTo>
                    <a:pt x="1421246" y="1493720"/>
                  </a:lnTo>
                  <a:lnTo>
                    <a:pt x="1421252" y="1493715"/>
                  </a:lnTo>
                  <a:lnTo>
                    <a:pt x="1421262" y="1493709"/>
                  </a:lnTo>
                  <a:lnTo>
                    <a:pt x="1421271" y="1493705"/>
                  </a:lnTo>
                  <a:lnTo>
                    <a:pt x="1421278" y="1493704"/>
                  </a:lnTo>
                  <a:lnTo>
                    <a:pt x="1421289" y="1493705"/>
                  </a:lnTo>
                  <a:lnTo>
                    <a:pt x="1421302" y="1493708"/>
                  </a:lnTo>
                  <a:lnTo>
                    <a:pt x="1421311" y="1493710"/>
                  </a:lnTo>
                  <a:lnTo>
                    <a:pt x="1421323" y="1493710"/>
                  </a:lnTo>
                  <a:lnTo>
                    <a:pt x="1421333" y="1493711"/>
                  </a:lnTo>
                  <a:lnTo>
                    <a:pt x="1421342" y="1493714"/>
                  </a:lnTo>
                  <a:lnTo>
                    <a:pt x="1421350" y="1493718"/>
                  </a:lnTo>
                  <a:lnTo>
                    <a:pt x="1421357" y="1493721"/>
                  </a:lnTo>
                  <a:lnTo>
                    <a:pt x="1421369" y="1493722"/>
                  </a:lnTo>
                  <a:lnTo>
                    <a:pt x="1421382" y="1493721"/>
                  </a:lnTo>
                  <a:lnTo>
                    <a:pt x="1421390" y="1493720"/>
                  </a:lnTo>
                  <a:lnTo>
                    <a:pt x="1421399" y="1493717"/>
                  </a:lnTo>
                  <a:lnTo>
                    <a:pt x="1421403" y="1493709"/>
                  </a:lnTo>
                  <a:lnTo>
                    <a:pt x="1421404" y="1493701"/>
                  </a:lnTo>
                  <a:lnTo>
                    <a:pt x="1421404" y="1493696"/>
                  </a:lnTo>
                  <a:lnTo>
                    <a:pt x="1421402" y="1493688"/>
                  </a:lnTo>
                  <a:lnTo>
                    <a:pt x="1421404" y="1493680"/>
                  </a:lnTo>
                  <a:lnTo>
                    <a:pt x="1421407" y="1493673"/>
                  </a:lnTo>
                  <a:lnTo>
                    <a:pt x="1421410" y="1493669"/>
                  </a:lnTo>
                  <a:lnTo>
                    <a:pt x="1421415" y="1493663"/>
                  </a:lnTo>
                  <a:lnTo>
                    <a:pt x="1421420" y="1493658"/>
                  </a:lnTo>
                  <a:lnTo>
                    <a:pt x="1421423" y="1493651"/>
                  </a:lnTo>
                  <a:lnTo>
                    <a:pt x="1421427" y="1493640"/>
                  </a:lnTo>
                  <a:lnTo>
                    <a:pt x="1421431" y="1493629"/>
                  </a:lnTo>
                  <a:lnTo>
                    <a:pt x="1421435" y="1493620"/>
                  </a:lnTo>
                  <a:lnTo>
                    <a:pt x="1421440" y="1493606"/>
                  </a:lnTo>
                  <a:lnTo>
                    <a:pt x="1421444" y="1493596"/>
                  </a:lnTo>
                  <a:lnTo>
                    <a:pt x="1421450" y="1493600"/>
                  </a:lnTo>
                  <a:lnTo>
                    <a:pt x="1421457" y="1493605"/>
                  </a:lnTo>
                  <a:lnTo>
                    <a:pt x="1421467" y="1493610"/>
                  </a:lnTo>
                  <a:lnTo>
                    <a:pt x="1421474" y="1493611"/>
                  </a:lnTo>
                  <a:lnTo>
                    <a:pt x="1421479" y="1493613"/>
                  </a:lnTo>
                  <a:lnTo>
                    <a:pt x="1421485" y="1493614"/>
                  </a:lnTo>
                  <a:lnTo>
                    <a:pt x="1421491" y="1493614"/>
                  </a:lnTo>
                  <a:lnTo>
                    <a:pt x="1421496" y="1493614"/>
                  </a:lnTo>
                  <a:lnTo>
                    <a:pt x="1421506" y="1493615"/>
                  </a:lnTo>
                  <a:lnTo>
                    <a:pt x="1421514" y="1493616"/>
                  </a:lnTo>
                  <a:lnTo>
                    <a:pt x="1421521" y="1493615"/>
                  </a:lnTo>
                  <a:lnTo>
                    <a:pt x="1421527" y="1493615"/>
                  </a:lnTo>
                  <a:lnTo>
                    <a:pt x="1421542" y="1493615"/>
                  </a:lnTo>
                  <a:lnTo>
                    <a:pt x="1421553" y="1493614"/>
                  </a:lnTo>
                  <a:lnTo>
                    <a:pt x="1421566" y="1493611"/>
                  </a:lnTo>
                  <a:lnTo>
                    <a:pt x="1421580" y="1493607"/>
                  </a:lnTo>
                  <a:lnTo>
                    <a:pt x="1421590" y="1493604"/>
                  </a:lnTo>
                  <a:lnTo>
                    <a:pt x="1421599" y="1493602"/>
                  </a:lnTo>
                  <a:lnTo>
                    <a:pt x="1421608" y="1493601"/>
                  </a:lnTo>
                  <a:lnTo>
                    <a:pt x="1421615" y="1493601"/>
                  </a:lnTo>
                  <a:lnTo>
                    <a:pt x="1421623" y="1493601"/>
                  </a:lnTo>
                  <a:lnTo>
                    <a:pt x="1421621" y="1493595"/>
                  </a:lnTo>
                  <a:lnTo>
                    <a:pt x="1421619" y="1493587"/>
                  </a:lnTo>
                  <a:lnTo>
                    <a:pt x="1421618" y="1493577"/>
                  </a:lnTo>
                  <a:lnTo>
                    <a:pt x="1421618" y="1493566"/>
                  </a:lnTo>
                  <a:lnTo>
                    <a:pt x="1421620" y="1493561"/>
                  </a:lnTo>
                  <a:lnTo>
                    <a:pt x="1421620" y="1493556"/>
                  </a:lnTo>
                  <a:lnTo>
                    <a:pt x="1421620" y="1493549"/>
                  </a:lnTo>
                  <a:lnTo>
                    <a:pt x="1421620" y="1493541"/>
                  </a:lnTo>
                  <a:lnTo>
                    <a:pt x="1421620" y="1493532"/>
                  </a:lnTo>
                  <a:lnTo>
                    <a:pt x="1421621" y="1493525"/>
                  </a:lnTo>
                  <a:lnTo>
                    <a:pt x="1421622" y="1493520"/>
                  </a:lnTo>
                  <a:lnTo>
                    <a:pt x="1421626" y="1493516"/>
                  </a:lnTo>
                  <a:lnTo>
                    <a:pt x="1421629" y="1493510"/>
                  </a:lnTo>
                  <a:lnTo>
                    <a:pt x="1421625" y="1493503"/>
                  </a:lnTo>
                  <a:lnTo>
                    <a:pt x="1421619" y="1493497"/>
                  </a:lnTo>
                  <a:lnTo>
                    <a:pt x="1421615" y="1493491"/>
                  </a:lnTo>
                  <a:lnTo>
                    <a:pt x="1421627" y="1493437"/>
                  </a:lnTo>
                  <a:lnTo>
                    <a:pt x="1421623" y="1493430"/>
                  </a:lnTo>
                  <a:lnTo>
                    <a:pt x="1421623" y="1493423"/>
                  </a:lnTo>
                  <a:lnTo>
                    <a:pt x="1421624" y="1493414"/>
                  </a:lnTo>
                  <a:lnTo>
                    <a:pt x="1421625" y="1493405"/>
                  </a:lnTo>
                  <a:lnTo>
                    <a:pt x="1421626" y="1493397"/>
                  </a:lnTo>
                  <a:lnTo>
                    <a:pt x="1421625" y="1493384"/>
                  </a:lnTo>
                  <a:lnTo>
                    <a:pt x="1421625" y="1493373"/>
                  </a:lnTo>
                  <a:lnTo>
                    <a:pt x="1421622" y="1493361"/>
                  </a:lnTo>
                  <a:lnTo>
                    <a:pt x="1421625" y="1493352"/>
                  </a:lnTo>
                  <a:lnTo>
                    <a:pt x="1421630" y="1493345"/>
                  </a:lnTo>
                  <a:lnTo>
                    <a:pt x="1421635" y="1493340"/>
                  </a:lnTo>
                  <a:lnTo>
                    <a:pt x="1421640" y="1493336"/>
                  </a:lnTo>
                  <a:lnTo>
                    <a:pt x="1421649" y="1493333"/>
                  </a:lnTo>
                  <a:lnTo>
                    <a:pt x="1421661" y="1493334"/>
                  </a:lnTo>
                  <a:lnTo>
                    <a:pt x="1421671" y="1493334"/>
                  </a:lnTo>
                  <a:lnTo>
                    <a:pt x="1421681" y="1493337"/>
                  </a:lnTo>
                  <a:lnTo>
                    <a:pt x="1421688" y="1493333"/>
                  </a:lnTo>
                  <a:lnTo>
                    <a:pt x="1421697" y="1493327"/>
                  </a:lnTo>
                  <a:lnTo>
                    <a:pt x="1421703" y="1493322"/>
                  </a:lnTo>
                  <a:lnTo>
                    <a:pt x="1421708" y="1493318"/>
                  </a:lnTo>
                  <a:lnTo>
                    <a:pt x="1421715" y="1493313"/>
                  </a:lnTo>
                  <a:lnTo>
                    <a:pt x="1421714" y="1493307"/>
                  </a:lnTo>
                  <a:lnTo>
                    <a:pt x="1421710" y="1493298"/>
                  </a:lnTo>
                  <a:lnTo>
                    <a:pt x="1421703" y="1493286"/>
                  </a:lnTo>
                  <a:lnTo>
                    <a:pt x="1421698" y="1493279"/>
                  </a:lnTo>
                  <a:lnTo>
                    <a:pt x="1421690" y="1493272"/>
                  </a:lnTo>
                  <a:lnTo>
                    <a:pt x="1421683" y="1493267"/>
                  </a:lnTo>
                  <a:lnTo>
                    <a:pt x="1421679" y="1493262"/>
                  </a:lnTo>
                  <a:lnTo>
                    <a:pt x="1421668" y="1493212"/>
                  </a:lnTo>
                  <a:lnTo>
                    <a:pt x="1421664" y="1493203"/>
                  </a:lnTo>
                  <a:lnTo>
                    <a:pt x="1421655" y="1493195"/>
                  </a:lnTo>
                  <a:lnTo>
                    <a:pt x="1421646" y="1493187"/>
                  </a:lnTo>
                  <a:lnTo>
                    <a:pt x="1421641" y="1493177"/>
                  </a:lnTo>
                  <a:lnTo>
                    <a:pt x="1421637" y="1493171"/>
                  </a:lnTo>
                  <a:lnTo>
                    <a:pt x="1421633" y="1493165"/>
                  </a:lnTo>
                  <a:lnTo>
                    <a:pt x="1421625" y="1493159"/>
                  </a:lnTo>
                  <a:lnTo>
                    <a:pt x="1421613" y="1493155"/>
                  </a:lnTo>
                  <a:lnTo>
                    <a:pt x="1421603" y="1493147"/>
                  </a:lnTo>
                  <a:lnTo>
                    <a:pt x="1421598" y="1493139"/>
                  </a:lnTo>
                  <a:lnTo>
                    <a:pt x="1421593" y="1493130"/>
                  </a:lnTo>
                  <a:lnTo>
                    <a:pt x="1421588" y="1493119"/>
                  </a:lnTo>
                  <a:lnTo>
                    <a:pt x="1421586" y="1493115"/>
                  </a:lnTo>
                  <a:lnTo>
                    <a:pt x="1421583" y="1493108"/>
                  </a:lnTo>
                  <a:lnTo>
                    <a:pt x="1421576" y="1493102"/>
                  </a:lnTo>
                  <a:lnTo>
                    <a:pt x="1421571" y="1493097"/>
                  </a:lnTo>
                  <a:lnTo>
                    <a:pt x="1421556" y="1493090"/>
                  </a:lnTo>
                  <a:lnTo>
                    <a:pt x="1421539" y="1493086"/>
                  </a:lnTo>
                  <a:lnTo>
                    <a:pt x="1421528" y="1493084"/>
                  </a:lnTo>
                  <a:lnTo>
                    <a:pt x="1421512" y="1493083"/>
                  </a:lnTo>
                  <a:lnTo>
                    <a:pt x="1421504" y="1493080"/>
                  </a:lnTo>
                  <a:lnTo>
                    <a:pt x="1421494" y="1493076"/>
                  </a:lnTo>
                  <a:lnTo>
                    <a:pt x="1421483" y="1493071"/>
                  </a:lnTo>
                  <a:lnTo>
                    <a:pt x="1421472" y="1493067"/>
                  </a:lnTo>
                  <a:lnTo>
                    <a:pt x="1421466" y="1493063"/>
                  </a:lnTo>
                  <a:lnTo>
                    <a:pt x="1421465" y="1493056"/>
                  </a:lnTo>
                  <a:lnTo>
                    <a:pt x="1421467" y="1493047"/>
                  </a:lnTo>
                  <a:lnTo>
                    <a:pt x="1421469" y="1493040"/>
                  </a:lnTo>
                  <a:lnTo>
                    <a:pt x="1421469" y="1493034"/>
                  </a:lnTo>
                  <a:lnTo>
                    <a:pt x="1421471" y="1493021"/>
                  </a:lnTo>
                  <a:lnTo>
                    <a:pt x="1421477" y="1493015"/>
                  </a:lnTo>
                  <a:lnTo>
                    <a:pt x="1421481" y="1493011"/>
                  </a:lnTo>
                  <a:lnTo>
                    <a:pt x="1421488" y="1493007"/>
                  </a:lnTo>
                  <a:lnTo>
                    <a:pt x="1421497" y="1493000"/>
                  </a:lnTo>
                  <a:lnTo>
                    <a:pt x="1421507" y="1492991"/>
                  </a:lnTo>
                  <a:lnTo>
                    <a:pt x="1421516" y="1492979"/>
                  </a:lnTo>
                  <a:lnTo>
                    <a:pt x="1421520" y="1492973"/>
                  </a:lnTo>
                  <a:lnTo>
                    <a:pt x="1421522" y="1492968"/>
                  </a:lnTo>
                  <a:lnTo>
                    <a:pt x="1421527" y="1492965"/>
                  </a:lnTo>
                  <a:lnTo>
                    <a:pt x="1421532" y="1492972"/>
                  </a:lnTo>
                  <a:lnTo>
                    <a:pt x="1421536" y="1492976"/>
                  </a:lnTo>
                  <a:lnTo>
                    <a:pt x="1421541" y="1492980"/>
                  </a:lnTo>
                  <a:lnTo>
                    <a:pt x="1421547" y="1492983"/>
                  </a:lnTo>
                  <a:lnTo>
                    <a:pt x="1421555" y="1492985"/>
                  </a:lnTo>
                  <a:lnTo>
                    <a:pt x="1421561" y="1492987"/>
                  </a:lnTo>
                  <a:lnTo>
                    <a:pt x="1421568" y="1492989"/>
                  </a:lnTo>
                  <a:lnTo>
                    <a:pt x="1421595" y="1492995"/>
                  </a:lnTo>
                  <a:lnTo>
                    <a:pt x="1421615" y="1492994"/>
                  </a:lnTo>
                  <a:lnTo>
                    <a:pt x="1421631" y="1492996"/>
                  </a:lnTo>
                  <a:lnTo>
                    <a:pt x="1421648" y="1493002"/>
                  </a:lnTo>
                  <a:lnTo>
                    <a:pt x="1421657" y="1493006"/>
                  </a:lnTo>
                  <a:lnTo>
                    <a:pt x="1421671" y="1493010"/>
                  </a:lnTo>
                  <a:lnTo>
                    <a:pt x="1421683" y="1493015"/>
                  </a:lnTo>
                  <a:lnTo>
                    <a:pt x="1421695" y="1493022"/>
                  </a:lnTo>
                  <a:lnTo>
                    <a:pt x="1421704" y="1493028"/>
                  </a:lnTo>
                  <a:lnTo>
                    <a:pt x="1421709" y="1493032"/>
                  </a:lnTo>
                  <a:lnTo>
                    <a:pt x="1421716" y="1493035"/>
                  </a:lnTo>
                  <a:lnTo>
                    <a:pt x="1421724" y="1493037"/>
                  </a:lnTo>
                  <a:lnTo>
                    <a:pt x="1421753" y="1493043"/>
                  </a:lnTo>
                  <a:lnTo>
                    <a:pt x="1421759" y="1493044"/>
                  </a:lnTo>
                  <a:lnTo>
                    <a:pt x="1421766" y="1493046"/>
                  </a:lnTo>
                  <a:lnTo>
                    <a:pt x="1421771" y="1493047"/>
                  </a:lnTo>
                  <a:lnTo>
                    <a:pt x="1421777" y="1493048"/>
                  </a:lnTo>
                  <a:lnTo>
                    <a:pt x="1421783" y="1493051"/>
                  </a:lnTo>
                  <a:lnTo>
                    <a:pt x="1421787" y="1493054"/>
                  </a:lnTo>
                  <a:lnTo>
                    <a:pt x="1421792" y="1493057"/>
                  </a:lnTo>
                  <a:lnTo>
                    <a:pt x="1421798" y="1493062"/>
                  </a:lnTo>
                  <a:lnTo>
                    <a:pt x="1421803" y="1493068"/>
                  </a:lnTo>
                  <a:lnTo>
                    <a:pt x="1421807" y="1493073"/>
                  </a:lnTo>
                  <a:lnTo>
                    <a:pt x="1421812" y="1493079"/>
                  </a:lnTo>
                  <a:lnTo>
                    <a:pt x="1421817" y="1493086"/>
                  </a:lnTo>
                  <a:lnTo>
                    <a:pt x="1421822" y="1493092"/>
                  </a:lnTo>
                  <a:lnTo>
                    <a:pt x="1421829" y="1493098"/>
                  </a:lnTo>
                  <a:lnTo>
                    <a:pt x="1421838" y="1493090"/>
                  </a:lnTo>
                  <a:lnTo>
                    <a:pt x="1421848" y="1493081"/>
                  </a:lnTo>
                  <a:lnTo>
                    <a:pt x="1421856" y="1493072"/>
                  </a:lnTo>
                  <a:lnTo>
                    <a:pt x="1421865" y="1493064"/>
                  </a:lnTo>
                  <a:lnTo>
                    <a:pt x="1421875" y="1493057"/>
                  </a:lnTo>
                  <a:lnTo>
                    <a:pt x="1421886" y="1493049"/>
                  </a:lnTo>
                  <a:lnTo>
                    <a:pt x="1421886" y="1493038"/>
                  </a:lnTo>
                  <a:lnTo>
                    <a:pt x="1421883" y="1493029"/>
                  </a:lnTo>
                  <a:lnTo>
                    <a:pt x="1421881" y="1493021"/>
                  </a:lnTo>
                  <a:lnTo>
                    <a:pt x="1421879" y="1493012"/>
                  </a:lnTo>
                  <a:lnTo>
                    <a:pt x="1421877" y="1493004"/>
                  </a:lnTo>
                  <a:lnTo>
                    <a:pt x="1421875" y="1492994"/>
                  </a:lnTo>
                  <a:lnTo>
                    <a:pt x="1421874" y="1492986"/>
                  </a:lnTo>
                  <a:lnTo>
                    <a:pt x="1421873" y="1492975"/>
                  </a:lnTo>
                  <a:lnTo>
                    <a:pt x="1421873" y="1492952"/>
                  </a:lnTo>
                  <a:lnTo>
                    <a:pt x="1421840" y="1492879"/>
                  </a:lnTo>
                  <a:lnTo>
                    <a:pt x="1421942" y="1492799"/>
                  </a:lnTo>
                  <a:lnTo>
                    <a:pt x="1421992" y="1492797"/>
                  </a:lnTo>
                  <a:lnTo>
                    <a:pt x="1422040" y="1492795"/>
                  </a:lnTo>
                  <a:lnTo>
                    <a:pt x="1422156" y="1492890"/>
                  </a:lnTo>
                  <a:lnTo>
                    <a:pt x="1422163" y="1492888"/>
                  </a:lnTo>
                  <a:lnTo>
                    <a:pt x="1422171" y="1492886"/>
                  </a:lnTo>
                  <a:lnTo>
                    <a:pt x="1422177" y="1492885"/>
                  </a:lnTo>
                  <a:lnTo>
                    <a:pt x="1422185" y="1492885"/>
                  </a:lnTo>
                  <a:lnTo>
                    <a:pt x="1422192" y="1492885"/>
                  </a:lnTo>
                  <a:lnTo>
                    <a:pt x="1422197" y="1492887"/>
                  </a:lnTo>
                  <a:lnTo>
                    <a:pt x="1422203" y="1492889"/>
                  </a:lnTo>
                  <a:lnTo>
                    <a:pt x="1422216" y="1492893"/>
                  </a:lnTo>
                  <a:lnTo>
                    <a:pt x="1422214" y="1492881"/>
                  </a:lnTo>
                  <a:lnTo>
                    <a:pt x="1422215" y="1492872"/>
                  </a:lnTo>
                  <a:lnTo>
                    <a:pt x="1422217" y="1492862"/>
                  </a:lnTo>
                  <a:lnTo>
                    <a:pt x="1422220" y="1492853"/>
                  </a:lnTo>
                  <a:lnTo>
                    <a:pt x="1422230" y="1492837"/>
                  </a:lnTo>
                  <a:lnTo>
                    <a:pt x="1422237" y="1492832"/>
                  </a:lnTo>
                  <a:lnTo>
                    <a:pt x="1422247" y="1492829"/>
                  </a:lnTo>
                  <a:lnTo>
                    <a:pt x="1422259" y="1492827"/>
                  </a:lnTo>
                  <a:lnTo>
                    <a:pt x="1422269" y="1492828"/>
                  </a:lnTo>
                  <a:lnTo>
                    <a:pt x="1422274" y="1492830"/>
                  </a:lnTo>
                  <a:lnTo>
                    <a:pt x="1422282" y="1492835"/>
                  </a:lnTo>
                  <a:lnTo>
                    <a:pt x="1422291" y="1492843"/>
                  </a:lnTo>
                  <a:lnTo>
                    <a:pt x="1422298" y="1492850"/>
                  </a:lnTo>
                  <a:lnTo>
                    <a:pt x="1422306" y="1492855"/>
                  </a:lnTo>
                  <a:lnTo>
                    <a:pt x="1422318" y="1492858"/>
                  </a:lnTo>
                  <a:lnTo>
                    <a:pt x="1422326" y="1492856"/>
                  </a:lnTo>
                  <a:lnTo>
                    <a:pt x="1422339" y="1492856"/>
                  </a:lnTo>
                  <a:lnTo>
                    <a:pt x="1422350" y="1492857"/>
                  </a:lnTo>
                  <a:lnTo>
                    <a:pt x="1422361" y="1492860"/>
                  </a:lnTo>
                  <a:lnTo>
                    <a:pt x="1422366" y="1492863"/>
                  </a:lnTo>
                  <a:lnTo>
                    <a:pt x="1422372" y="1492868"/>
                  </a:lnTo>
                  <a:lnTo>
                    <a:pt x="1422382" y="1492870"/>
                  </a:lnTo>
                  <a:lnTo>
                    <a:pt x="1422394" y="1492871"/>
                  </a:lnTo>
                  <a:lnTo>
                    <a:pt x="1422403" y="1492872"/>
                  </a:lnTo>
                  <a:lnTo>
                    <a:pt x="1422421" y="1492869"/>
                  </a:lnTo>
                  <a:lnTo>
                    <a:pt x="1422539" y="1492837"/>
                  </a:lnTo>
                  <a:lnTo>
                    <a:pt x="1422544" y="1492832"/>
                  </a:lnTo>
                  <a:lnTo>
                    <a:pt x="1422547" y="1492827"/>
                  </a:lnTo>
                  <a:lnTo>
                    <a:pt x="1422550" y="1492821"/>
                  </a:lnTo>
                  <a:lnTo>
                    <a:pt x="1422552" y="1492814"/>
                  </a:lnTo>
                  <a:lnTo>
                    <a:pt x="1422557" y="1492804"/>
                  </a:lnTo>
                  <a:lnTo>
                    <a:pt x="1422562" y="1492796"/>
                  </a:lnTo>
                  <a:lnTo>
                    <a:pt x="1422566" y="1492792"/>
                  </a:lnTo>
                  <a:lnTo>
                    <a:pt x="1422570" y="1492788"/>
                  </a:lnTo>
                  <a:lnTo>
                    <a:pt x="1422574" y="1492781"/>
                  </a:lnTo>
                  <a:lnTo>
                    <a:pt x="1422576" y="1492774"/>
                  </a:lnTo>
                  <a:lnTo>
                    <a:pt x="1422579" y="1492764"/>
                  </a:lnTo>
                  <a:lnTo>
                    <a:pt x="1422581" y="1492757"/>
                  </a:lnTo>
                  <a:lnTo>
                    <a:pt x="1422584" y="1492753"/>
                  </a:lnTo>
                  <a:lnTo>
                    <a:pt x="1422591" y="1492756"/>
                  </a:lnTo>
                  <a:lnTo>
                    <a:pt x="1422599" y="1492760"/>
                  </a:lnTo>
                  <a:lnTo>
                    <a:pt x="1422605" y="1492763"/>
                  </a:lnTo>
                  <a:lnTo>
                    <a:pt x="1422611" y="1492766"/>
                  </a:lnTo>
                  <a:lnTo>
                    <a:pt x="1422625" y="1492769"/>
                  </a:lnTo>
                  <a:lnTo>
                    <a:pt x="1422639" y="1492772"/>
                  </a:lnTo>
                  <a:lnTo>
                    <a:pt x="1422644" y="1492779"/>
                  </a:lnTo>
                  <a:lnTo>
                    <a:pt x="1422653" y="1492787"/>
                  </a:lnTo>
                  <a:lnTo>
                    <a:pt x="1422663" y="1492791"/>
                  </a:lnTo>
                  <a:lnTo>
                    <a:pt x="1422675" y="1492793"/>
                  </a:lnTo>
                  <a:lnTo>
                    <a:pt x="1422683" y="1492791"/>
                  </a:lnTo>
                  <a:lnTo>
                    <a:pt x="1422696" y="1492789"/>
                  </a:lnTo>
                  <a:lnTo>
                    <a:pt x="1422711" y="1492785"/>
                  </a:lnTo>
                  <a:lnTo>
                    <a:pt x="1422720" y="1492783"/>
                  </a:lnTo>
                  <a:lnTo>
                    <a:pt x="1422732" y="1492780"/>
                  </a:lnTo>
                  <a:lnTo>
                    <a:pt x="1422744" y="1492778"/>
                  </a:lnTo>
                  <a:lnTo>
                    <a:pt x="1422753" y="1492776"/>
                  </a:lnTo>
                  <a:lnTo>
                    <a:pt x="1422763" y="1492771"/>
                  </a:lnTo>
                  <a:lnTo>
                    <a:pt x="1422774" y="1492767"/>
                  </a:lnTo>
                  <a:lnTo>
                    <a:pt x="1422781" y="1492764"/>
                  </a:lnTo>
                  <a:lnTo>
                    <a:pt x="1422791" y="1492759"/>
                  </a:lnTo>
                  <a:lnTo>
                    <a:pt x="1422801" y="1492754"/>
                  </a:lnTo>
                  <a:lnTo>
                    <a:pt x="1422811" y="1492752"/>
                  </a:lnTo>
                  <a:lnTo>
                    <a:pt x="1422817" y="1492753"/>
                  </a:lnTo>
                  <a:lnTo>
                    <a:pt x="1422825" y="1492756"/>
                  </a:lnTo>
                  <a:lnTo>
                    <a:pt x="1422833" y="1492756"/>
                  </a:lnTo>
                  <a:lnTo>
                    <a:pt x="1422843" y="1492756"/>
                  </a:lnTo>
                  <a:lnTo>
                    <a:pt x="1422856" y="1492753"/>
                  </a:lnTo>
                  <a:lnTo>
                    <a:pt x="1422868" y="1492750"/>
                  </a:lnTo>
                  <a:lnTo>
                    <a:pt x="1422885" y="1492745"/>
                  </a:lnTo>
                  <a:lnTo>
                    <a:pt x="1422895" y="1492738"/>
                  </a:lnTo>
                  <a:lnTo>
                    <a:pt x="1422903" y="1492732"/>
                  </a:lnTo>
                  <a:lnTo>
                    <a:pt x="1422908" y="1492723"/>
                  </a:lnTo>
                  <a:lnTo>
                    <a:pt x="1422910" y="1492714"/>
                  </a:lnTo>
                  <a:lnTo>
                    <a:pt x="1422911" y="1492704"/>
                  </a:lnTo>
                  <a:lnTo>
                    <a:pt x="1422911" y="1492693"/>
                  </a:lnTo>
                  <a:lnTo>
                    <a:pt x="1422913" y="1492680"/>
                  </a:lnTo>
                  <a:lnTo>
                    <a:pt x="1422916" y="1492667"/>
                  </a:lnTo>
                  <a:lnTo>
                    <a:pt x="1422920" y="1492660"/>
                  </a:lnTo>
                  <a:lnTo>
                    <a:pt x="1422929" y="1492654"/>
                  </a:lnTo>
                  <a:lnTo>
                    <a:pt x="1422936" y="1492650"/>
                  </a:lnTo>
                  <a:lnTo>
                    <a:pt x="1422945" y="1492647"/>
                  </a:lnTo>
                  <a:lnTo>
                    <a:pt x="1422953" y="1492645"/>
                  </a:lnTo>
                  <a:lnTo>
                    <a:pt x="1422958" y="1492645"/>
                  </a:lnTo>
                  <a:lnTo>
                    <a:pt x="1422963" y="1492646"/>
                  </a:lnTo>
                  <a:lnTo>
                    <a:pt x="1422970" y="1492648"/>
                  </a:lnTo>
                  <a:lnTo>
                    <a:pt x="1422969" y="1492642"/>
                  </a:lnTo>
                  <a:lnTo>
                    <a:pt x="1422968" y="1492636"/>
                  </a:lnTo>
                  <a:lnTo>
                    <a:pt x="1422969" y="1492630"/>
                  </a:lnTo>
                  <a:lnTo>
                    <a:pt x="1422973" y="1492621"/>
                  </a:lnTo>
                  <a:lnTo>
                    <a:pt x="1422978" y="1492616"/>
                  </a:lnTo>
                  <a:lnTo>
                    <a:pt x="1422983" y="1492610"/>
                  </a:lnTo>
                  <a:lnTo>
                    <a:pt x="1422991" y="1492600"/>
                  </a:lnTo>
                  <a:lnTo>
                    <a:pt x="1422995" y="1492596"/>
                  </a:lnTo>
                  <a:lnTo>
                    <a:pt x="1423004" y="1492591"/>
                  </a:lnTo>
                  <a:lnTo>
                    <a:pt x="1423012" y="1492581"/>
                  </a:lnTo>
                  <a:lnTo>
                    <a:pt x="1423017" y="1492576"/>
                  </a:lnTo>
                  <a:lnTo>
                    <a:pt x="1423020" y="1492572"/>
                  </a:lnTo>
                  <a:lnTo>
                    <a:pt x="1423023" y="1492567"/>
                  </a:lnTo>
                  <a:lnTo>
                    <a:pt x="1423028" y="1492558"/>
                  </a:lnTo>
                  <a:lnTo>
                    <a:pt x="1423031" y="1492554"/>
                  </a:lnTo>
                  <a:lnTo>
                    <a:pt x="1423034" y="1492542"/>
                  </a:lnTo>
                  <a:lnTo>
                    <a:pt x="1423039" y="1492535"/>
                  </a:lnTo>
                  <a:lnTo>
                    <a:pt x="1423047" y="1492530"/>
                  </a:lnTo>
                  <a:lnTo>
                    <a:pt x="1423052" y="1492525"/>
                  </a:lnTo>
                  <a:lnTo>
                    <a:pt x="1423060" y="1492516"/>
                  </a:lnTo>
                  <a:lnTo>
                    <a:pt x="1423063" y="1492511"/>
                  </a:lnTo>
                  <a:lnTo>
                    <a:pt x="1423067" y="1492505"/>
                  </a:lnTo>
                  <a:lnTo>
                    <a:pt x="1423069" y="1492499"/>
                  </a:lnTo>
                  <a:lnTo>
                    <a:pt x="1423074" y="1492491"/>
                  </a:lnTo>
                  <a:lnTo>
                    <a:pt x="1423081" y="1492483"/>
                  </a:lnTo>
                  <a:lnTo>
                    <a:pt x="1423084" y="1492477"/>
                  </a:lnTo>
                  <a:lnTo>
                    <a:pt x="1423090" y="1492471"/>
                  </a:lnTo>
                  <a:lnTo>
                    <a:pt x="1423097" y="1492463"/>
                  </a:lnTo>
                  <a:lnTo>
                    <a:pt x="1423104" y="1492455"/>
                  </a:lnTo>
                  <a:lnTo>
                    <a:pt x="1423108" y="1492446"/>
                  </a:lnTo>
                  <a:lnTo>
                    <a:pt x="1423111" y="1492438"/>
                  </a:lnTo>
                  <a:lnTo>
                    <a:pt x="1423115" y="1492429"/>
                  </a:lnTo>
                  <a:lnTo>
                    <a:pt x="1423120" y="1492420"/>
                  </a:lnTo>
                  <a:lnTo>
                    <a:pt x="1423125" y="1492412"/>
                  </a:lnTo>
                  <a:lnTo>
                    <a:pt x="1423131" y="1492401"/>
                  </a:lnTo>
                  <a:lnTo>
                    <a:pt x="1423138" y="1492393"/>
                  </a:lnTo>
                  <a:lnTo>
                    <a:pt x="1423144" y="1492391"/>
                  </a:lnTo>
                  <a:lnTo>
                    <a:pt x="1423158" y="1492391"/>
                  </a:lnTo>
                  <a:lnTo>
                    <a:pt x="1423150" y="1492383"/>
                  </a:lnTo>
                  <a:lnTo>
                    <a:pt x="1423144" y="1492378"/>
                  </a:lnTo>
                  <a:lnTo>
                    <a:pt x="1423135" y="1492369"/>
                  </a:lnTo>
                  <a:lnTo>
                    <a:pt x="1423130" y="1492361"/>
                  </a:lnTo>
                  <a:lnTo>
                    <a:pt x="1423121" y="1492348"/>
                  </a:lnTo>
                  <a:lnTo>
                    <a:pt x="1423114" y="1492338"/>
                  </a:lnTo>
                  <a:lnTo>
                    <a:pt x="1423112" y="1492334"/>
                  </a:lnTo>
                  <a:lnTo>
                    <a:pt x="1423110" y="1492327"/>
                  </a:lnTo>
                  <a:lnTo>
                    <a:pt x="1423109" y="1492321"/>
                  </a:lnTo>
                  <a:lnTo>
                    <a:pt x="1423109" y="1492316"/>
                  </a:lnTo>
                  <a:lnTo>
                    <a:pt x="1423107" y="1492310"/>
                  </a:lnTo>
                  <a:lnTo>
                    <a:pt x="1423105" y="1492305"/>
                  </a:lnTo>
                  <a:lnTo>
                    <a:pt x="1423103" y="1492299"/>
                  </a:lnTo>
                  <a:lnTo>
                    <a:pt x="1423099" y="1492290"/>
                  </a:lnTo>
                  <a:lnTo>
                    <a:pt x="1423095" y="1492282"/>
                  </a:lnTo>
                  <a:lnTo>
                    <a:pt x="1423092" y="1492276"/>
                  </a:lnTo>
                  <a:lnTo>
                    <a:pt x="1423089" y="1492271"/>
                  </a:lnTo>
                  <a:lnTo>
                    <a:pt x="1423084" y="1492265"/>
                  </a:lnTo>
                  <a:lnTo>
                    <a:pt x="1423081" y="1492260"/>
                  </a:lnTo>
                  <a:lnTo>
                    <a:pt x="1423076" y="1492254"/>
                  </a:lnTo>
                  <a:lnTo>
                    <a:pt x="1423072" y="1492245"/>
                  </a:lnTo>
                  <a:lnTo>
                    <a:pt x="1423071" y="1492237"/>
                  </a:lnTo>
                  <a:lnTo>
                    <a:pt x="1423071" y="1492231"/>
                  </a:lnTo>
                  <a:lnTo>
                    <a:pt x="1423071" y="1492224"/>
                  </a:lnTo>
                  <a:lnTo>
                    <a:pt x="1423065" y="1492216"/>
                  </a:lnTo>
                  <a:lnTo>
                    <a:pt x="1423061" y="1492209"/>
                  </a:lnTo>
                  <a:lnTo>
                    <a:pt x="1423059" y="1492202"/>
                  </a:lnTo>
                  <a:lnTo>
                    <a:pt x="1423058" y="1492195"/>
                  </a:lnTo>
                  <a:lnTo>
                    <a:pt x="1423059" y="1492187"/>
                  </a:lnTo>
                  <a:lnTo>
                    <a:pt x="1423060" y="1492180"/>
                  </a:lnTo>
                  <a:lnTo>
                    <a:pt x="1423061" y="1492173"/>
                  </a:lnTo>
                  <a:lnTo>
                    <a:pt x="1423062" y="1492168"/>
                  </a:lnTo>
                  <a:lnTo>
                    <a:pt x="1423073" y="1492145"/>
                  </a:lnTo>
                  <a:lnTo>
                    <a:pt x="1423093" y="1492104"/>
                  </a:lnTo>
                  <a:lnTo>
                    <a:pt x="1423130" y="1492031"/>
                  </a:lnTo>
                  <a:lnTo>
                    <a:pt x="1423147" y="1492028"/>
                  </a:lnTo>
                  <a:lnTo>
                    <a:pt x="1423142" y="1491907"/>
                  </a:lnTo>
                  <a:lnTo>
                    <a:pt x="1423222" y="1491843"/>
                  </a:lnTo>
                  <a:lnTo>
                    <a:pt x="1423227" y="1491839"/>
                  </a:lnTo>
                  <a:lnTo>
                    <a:pt x="1423233" y="1491835"/>
                  </a:lnTo>
                  <a:lnTo>
                    <a:pt x="1423239" y="1491830"/>
                  </a:lnTo>
                  <a:lnTo>
                    <a:pt x="1423249" y="1491822"/>
                  </a:lnTo>
                  <a:lnTo>
                    <a:pt x="1423258" y="1491817"/>
                  </a:lnTo>
                  <a:lnTo>
                    <a:pt x="1423270" y="1491812"/>
                  </a:lnTo>
                  <a:lnTo>
                    <a:pt x="1423281" y="1491808"/>
                  </a:lnTo>
                  <a:lnTo>
                    <a:pt x="1423290" y="1491804"/>
                  </a:lnTo>
                  <a:lnTo>
                    <a:pt x="1423298" y="1491801"/>
                  </a:lnTo>
                  <a:lnTo>
                    <a:pt x="1423306" y="1491799"/>
                  </a:lnTo>
                  <a:lnTo>
                    <a:pt x="1423311" y="1491796"/>
                  </a:lnTo>
                  <a:lnTo>
                    <a:pt x="1423317" y="1491793"/>
                  </a:lnTo>
                  <a:lnTo>
                    <a:pt x="1423323" y="1491791"/>
                  </a:lnTo>
                  <a:lnTo>
                    <a:pt x="1423331" y="1491789"/>
                  </a:lnTo>
                  <a:lnTo>
                    <a:pt x="1423337" y="1491790"/>
                  </a:lnTo>
                  <a:lnTo>
                    <a:pt x="1423344" y="1491791"/>
                  </a:lnTo>
                  <a:lnTo>
                    <a:pt x="1423348" y="1491790"/>
                  </a:lnTo>
                  <a:lnTo>
                    <a:pt x="1423346" y="1491785"/>
                  </a:lnTo>
                  <a:lnTo>
                    <a:pt x="1423344" y="1491778"/>
                  </a:lnTo>
                  <a:lnTo>
                    <a:pt x="1423344" y="1491770"/>
                  </a:lnTo>
                  <a:lnTo>
                    <a:pt x="1423345" y="1491765"/>
                  </a:lnTo>
                  <a:lnTo>
                    <a:pt x="1423345" y="1491757"/>
                  </a:lnTo>
                  <a:lnTo>
                    <a:pt x="1423345" y="1491751"/>
                  </a:lnTo>
                  <a:lnTo>
                    <a:pt x="1423344" y="1491744"/>
                  </a:lnTo>
                  <a:lnTo>
                    <a:pt x="1423343" y="1491739"/>
                  </a:lnTo>
                  <a:lnTo>
                    <a:pt x="1423343" y="1491734"/>
                  </a:lnTo>
                  <a:lnTo>
                    <a:pt x="1423348" y="1491728"/>
                  </a:lnTo>
                  <a:lnTo>
                    <a:pt x="1423355" y="1491722"/>
                  </a:lnTo>
                  <a:lnTo>
                    <a:pt x="1423361" y="1491717"/>
                  </a:lnTo>
                  <a:lnTo>
                    <a:pt x="1423365" y="1491711"/>
                  </a:lnTo>
                  <a:lnTo>
                    <a:pt x="1423368" y="1491704"/>
                  </a:lnTo>
                  <a:lnTo>
                    <a:pt x="1423369" y="1491696"/>
                  </a:lnTo>
                  <a:lnTo>
                    <a:pt x="1423371" y="1491690"/>
                  </a:lnTo>
                  <a:lnTo>
                    <a:pt x="1423374" y="1491685"/>
                  </a:lnTo>
                  <a:lnTo>
                    <a:pt x="1423380" y="1491678"/>
                  </a:lnTo>
                  <a:lnTo>
                    <a:pt x="1423385" y="1491673"/>
                  </a:lnTo>
                  <a:lnTo>
                    <a:pt x="1423392" y="1491668"/>
                  </a:lnTo>
                  <a:lnTo>
                    <a:pt x="1423400" y="1491658"/>
                  </a:lnTo>
                  <a:lnTo>
                    <a:pt x="1423406" y="1491650"/>
                  </a:lnTo>
                  <a:lnTo>
                    <a:pt x="1423409" y="1491643"/>
                  </a:lnTo>
                  <a:lnTo>
                    <a:pt x="1423413" y="1491637"/>
                  </a:lnTo>
                  <a:lnTo>
                    <a:pt x="1423418" y="1491630"/>
                  </a:lnTo>
                  <a:lnTo>
                    <a:pt x="1423422" y="1491625"/>
                  </a:lnTo>
                  <a:lnTo>
                    <a:pt x="1423427" y="1491621"/>
                  </a:lnTo>
                  <a:lnTo>
                    <a:pt x="1423434" y="1491615"/>
                  </a:lnTo>
                  <a:lnTo>
                    <a:pt x="1423439" y="1491611"/>
                  </a:lnTo>
                  <a:lnTo>
                    <a:pt x="1423444" y="1491607"/>
                  </a:lnTo>
                  <a:lnTo>
                    <a:pt x="1423456" y="1491598"/>
                  </a:lnTo>
                  <a:lnTo>
                    <a:pt x="1423463" y="1491594"/>
                  </a:lnTo>
                  <a:lnTo>
                    <a:pt x="1423469" y="1491590"/>
                  </a:lnTo>
                  <a:lnTo>
                    <a:pt x="1423476" y="1491587"/>
                  </a:lnTo>
                  <a:lnTo>
                    <a:pt x="1423481" y="1491584"/>
                  </a:lnTo>
                  <a:lnTo>
                    <a:pt x="1423487" y="1491578"/>
                  </a:lnTo>
                  <a:lnTo>
                    <a:pt x="1423492" y="1491571"/>
                  </a:lnTo>
                  <a:lnTo>
                    <a:pt x="1423493" y="1491566"/>
                  </a:lnTo>
                  <a:lnTo>
                    <a:pt x="1423494" y="1491561"/>
                  </a:lnTo>
                  <a:lnTo>
                    <a:pt x="1423494" y="1491555"/>
                  </a:lnTo>
                  <a:lnTo>
                    <a:pt x="1423495" y="1491550"/>
                  </a:lnTo>
                  <a:lnTo>
                    <a:pt x="1423495" y="1491541"/>
                  </a:lnTo>
                  <a:lnTo>
                    <a:pt x="1423490" y="1491532"/>
                  </a:lnTo>
                  <a:lnTo>
                    <a:pt x="1423484" y="1491523"/>
                  </a:lnTo>
                  <a:lnTo>
                    <a:pt x="1423481" y="1491515"/>
                  </a:lnTo>
                  <a:lnTo>
                    <a:pt x="1423480" y="1491507"/>
                  </a:lnTo>
                  <a:lnTo>
                    <a:pt x="1423480" y="1491502"/>
                  </a:lnTo>
                  <a:lnTo>
                    <a:pt x="1423478" y="1491493"/>
                  </a:lnTo>
                  <a:lnTo>
                    <a:pt x="1423476" y="1491484"/>
                  </a:lnTo>
                  <a:lnTo>
                    <a:pt x="1423478" y="1491474"/>
                  </a:lnTo>
                  <a:lnTo>
                    <a:pt x="1423479" y="1491465"/>
                  </a:lnTo>
                  <a:lnTo>
                    <a:pt x="1423480" y="1491458"/>
                  </a:lnTo>
                  <a:lnTo>
                    <a:pt x="1423481" y="1491452"/>
                  </a:lnTo>
                  <a:lnTo>
                    <a:pt x="1423477" y="1491447"/>
                  </a:lnTo>
                  <a:lnTo>
                    <a:pt x="1423474" y="1491443"/>
                  </a:lnTo>
                  <a:lnTo>
                    <a:pt x="1423470" y="1491438"/>
                  </a:lnTo>
                  <a:lnTo>
                    <a:pt x="1423467" y="1491432"/>
                  </a:lnTo>
                  <a:lnTo>
                    <a:pt x="1423465" y="1491424"/>
                  </a:lnTo>
                  <a:lnTo>
                    <a:pt x="1423464" y="1491417"/>
                  </a:lnTo>
                  <a:lnTo>
                    <a:pt x="1423465" y="1491407"/>
                  </a:lnTo>
                  <a:lnTo>
                    <a:pt x="1423467" y="1491398"/>
                  </a:lnTo>
                  <a:lnTo>
                    <a:pt x="1423468" y="1491385"/>
                  </a:lnTo>
                  <a:lnTo>
                    <a:pt x="1423464" y="1491377"/>
                  </a:lnTo>
                  <a:lnTo>
                    <a:pt x="1423463" y="1491369"/>
                  </a:lnTo>
                  <a:lnTo>
                    <a:pt x="1423462" y="1491357"/>
                  </a:lnTo>
                  <a:lnTo>
                    <a:pt x="1423463" y="1491351"/>
                  </a:lnTo>
                  <a:lnTo>
                    <a:pt x="1423465" y="1491346"/>
                  </a:lnTo>
                  <a:lnTo>
                    <a:pt x="1423470" y="1491343"/>
                  </a:lnTo>
                  <a:lnTo>
                    <a:pt x="1423477" y="1491341"/>
                  </a:lnTo>
                  <a:lnTo>
                    <a:pt x="1423482" y="1491340"/>
                  </a:lnTo>
                  <a:lnTo>
                    <a:pt x="1423488" y="1491338"/>
                  </a:lnTo>
                  <a:lnTo>
                    <a:pt x="1423494" y="1491336"/>
                  </a:lnTo>
                  <a:lnTo>
                    <a:pt x="1423501" y="1491333"/>
                  </a:lnTo>
                  <a:lnTo>
                    <a:pt x="1423507" y="1491329"/>
                  </a:lnTo>
                  <a:lnTo>
                    <a:pt x="1423514" y="1491326"/>
                  </a:lnTo>
                  <a:lnTo>
                    <a:pt x="1423522" y="1491324"/>
                  </a:lnTo>
                  <a:lnTo>
                    <a:pt x="1423526" y="1491325"/>
                  </a:lnTo>
                  <a:lnTo>
                    <a:pt x="1423532" y="1491328"/>
                  </a:lnTo>
                  <a:lnTo>
                    <a:pt x="1423538" y="1491327"/>
                  </a:lnTo>
                  <a:lnTo>
                    <a:pt x="1423545" y="1491325"/>
                  </a:lnTo>
                  <a:lnTo>
                    <a:pt x="1423549" y="1491323"/>
                  </a:lnTo>
                  <a:lnTo>
                    <a:pt x="1423558" y="1491318"/>
                  </a:lnTo>
                  <a:lnTo>
                    <a:pt x="1423566" y="1491316"/>
                  </a:lnTo>
                  <a:lnTo>
                    <a:pt x="1423575" y="1491314"/>
                  </a:lnTo>
                  <a:lnTo>
                    <a:pt x="1423583" y="1491316"/>
                  </a:lnTo>
                  <a:lnTo>
                    <a:pt x="1423590" y="1491320"/>
                  </a:lnTo>
                  <a:lnTo>
                    <a:pt x="1423598" y="1491320"/>
                  </a:lnTo>
                  <a:lnTo>
                    <a:pt x="1423604" y="1491321"/>
                  </a:lnTo>
                  <a:lnTo>
                    <a:pt x="1423610" y="1491320"/>
                  </a:lnTo>
                  <a:lnTo>
                    <a:pt x="1423615" y="1491314"/>
                  </a:lnTo>
                  <a:lnTo>
                    <a:pt x="1423617" y="1491303"/>
                  </a:lnTo>
                  <a:lnTo>
                    <a:pt x="1423618" y="1491297"/>
                  </a:lnTo>
                  <a:lnTo>
                    <a:pt x="1423621" y="1491290"/>
                  </a:lnTo>
                  <a:lnTo>
                    <a:pt x="1423624" y="1491283"/>
                  </a:lnTo>
                  <a:lnTo>
                    <a:pt x="1423628" y="1491278"/>
                  </a:lnTo>
                  <a:lnTo>
                    <a:pt x="1423632" y="1491276"/>
                  </a:lnTo>
                  <a:lnTo>
                    <a:pt x="1423675" y="1491260"/>
                  </a:lnTo>
                  <a:lnTo>
                    <a:pt x="1423728" y="1491237"/>
                  </a:lnTo>
                  <a:lnTo>
                    <a:pt x="1423726" y="1491229"/>
                  </a:lnTo>
                  <a:lnTo>
                    <a:pt x="1423724" y="1491221"/>
                  </a:lnTo>
                  <a:lnTo>
                    <a:pt x="1423721" y="1491212"/>
                  </a:lnTo>
                  <a:lnTo>
                    <a:pt x="1423719" y="1491205"/>
                  </a:lnTo>
                  <a:lnTo>
                    <a:pt x="1423718" y="1491200"/>
                  </a:lnTo>
                  <a:lnTo>
                    <a:pt x="1423715" y="1491194"/>
                  </a:lnTo>
                  <a:lnTo>
                    <a:pt x="1423710" y="1491184"/>
                  </a:lnTo>
                  <a:lnTo>
                    <a:pt x="1423703" y="1491175"/>
                  </a:lnTo>
                  <a:lnTo>
                    <a:pt x="1423699" y="1491170"/>
                  </a:lnTo>
                  <a:lnTo>
                    <a:pt x="1423692" y="1491165"/>
                  </a:lnTo>
                  <a:lnTo>
                    <a:pt x="1423685" y="1491160"/>
                  </a:lnTo>
                  <a:lnTo>
                    <a:pt x="1423679" y="1491156"/>
                  </a:lnTo>
                  <a:lnTo>
                    <a:pt x="1423673" y="1491153"/>
                  </a:lnTo>
                  <a:lnTo>
                    <a:pt x="1423667" y="1491149"/>
                  </a:lnTo>
                  <a:lnTo>
                    <a:pt x="1423666" y="1491142"/>
                  </a:lnTo>
                  <a:lnTo>
                    <a:pt x="1423667" y="1491136"/>
                  </a:lnTo>
                  <a:lnTo>
                    <a:pt x="1423668" y="1491130"/>
                  </a:lnTo>
                  <a:lnTo>
                    <a:pt x="1423671" y="1491121"/>
                  </a:lnTo>
                  <a:lnTo>
                    <a:pt x="1423674" y="1491117"/>
                  </a:lnTo>
                  <a:lnTo>
                    <a:pt x="1423673" y="1491109"/>
                  </a:lnTo>
                  <a:lnTo>
                    <a:pt x="1423671" y="1491101"/>
                  </a:lnTo>
                  <a:lnTo>
                    <a:pt x="1423666" y="1491097"/>
                  </a:lnTo>
                  <a:lnTo>
                    <a:pt x="1423661" y="1491093"/>
                  </a:lnTo>
                  <a:lnTo>
                    <a:pt x="1423655" y="1491088"/>
                  </a:lnTo>
                  <a:lnTo>
                    <a:pt x="1423648" y="1491082"/>
                  </a:lnTo>
                  <a:lnTo>
                    <a:pt x="1423643" y="1491078"/>
                  </a:lnTo>
                  <a:lnTo>
                    <a:pt x="1423639" y="1491075"/>
                  </a:lnTo>
                  <a:lnTo>
                    <a:pt x="1423633" y="1491072"/>
                  </a:lnTo>
                  <a:lnTo>
                    <a:pt x="1423623" y="1491067"/>
                  </a:lnTo>
                  <a:lnTo>
                    <a:pt x="1423611" y="1491062"/>
                  </a:lnTo>
                  <a:lnTo>
                    <a:pt x="1423605" y="1491060"/>
                  </a:lnTo>
                  <a:lnTo>
                    <a:pt x="1423597" y="1491059"/>
                  </a:lnTo>
                  <a:lnTo>
                    <a:pt x="1423590" y="1491059"/>
                  </a:lnTo>
                  <a:lnTo>
                    <a:pt x="1423584" y="1491060"/>
                  </a:lnTo>
                  <a:lnTo>
                    <a:pt x="1423578" y="1491060"/>
                  </a:lnTo>
                  <a:lnTo>
                    <a:pt x="1423572" y="1491061"/>
                  </a:lnTo>
                  <a:lnTo>
                    <a:pt x="1423567" y="1491061"/>
                  </a:lnTo>
                  <a:lnTo>
                    <a:pt x="1423562" y="1491062"/>
                  </a:lnTo>
                  <a:lnTo>
                    <a:pt x="1423557" y="1491062"/>
                  </a:lnTo>
                  <a:lnTo>
                    <a:pt x="1423546" y="1491062"/>
                  </a:lnTo>
                  <a:lnTo>
                    <a:pt x="1423542" y="1491062"/>
                  </a:lnTo>
                  <a:lnTo>
                    <a:pt x="1423537" y="1491062"/>
                  </a:lnTo>
                  <a:lnTo>
                    <a:pt x="1423532" y="1491062"/>
                  </a:lnTo>
                  <a:lnTo>
                    <a:pt x="1423526" y="1491061"/>
                  </a:lnTo>
                  <a:lnTo>
                    <a:pt x="1423518" y="1491059"/>
                  </a:lnTo>
                  <a:lnTo>
                    <a:pt x="1423517" y="1491050"/>
                  </a:lnTo>
                  <a:lnTo>
                    <a:pt x="1423517" y="1491043"/>
                  </a:lnTo>
                  <a:lnTo>
                    <a:pt x="1423517" y="1491036"/>
                  </a:lnTo>
                  <a:lnTo>
                    <a:pt x="1423517" y="1491028"/>
                  </a:lnTo>
                  <a:lnTo>
                    <a:pt x="1423517" y="1491019"/>
                  </a:lnTo>
                  <a:lnTo>
                    <a:pt x="1423517" y="1491012"/>
                  </a:lnTo>
                  <a:lnTo>
                    <a:pt x="1423517" y="1491005"/>
                  </a:lnTo>
                  <a:lnTo>
                    <a:pt x="1423516" y="1490970"/>
                  </a:lnTo>
                  <a:lnTo>
                    <a:pt x="1423511" y="1490970"/>
                  </a:lnTo>
                  <a:lnTo>
                    <a:pt x="1423504" y="1490970"/>
                  </a:lnTo>
                  <a:lnTo>
                    <a:pt x="1423496" y="1490969"/>
                  </a:lnTo>
                  <a:lnTo>
                    <a:pt x="1423489" y="1490967"/>
                  </a:lnTo>
                  <a:lnTo>
                    <a:pt x="1423479" y="1490965"/>
                  </a:lnTo>
                  <a:lnTo>
                    <a:pt x="1423471" y="1490964"/>
                  </a:lnTo>
                  <a:lnTo>
                    <a:pt x="1423458" y="1490963"/>
                  </a:lnTo>
                  <a:lnTo>
                    <a:pt x="1423447" y="1490963"/>
                  </a:lnTo>
                  <a:lnTo>
                    <a:pt x="1423441" y="1490963"/>
                  </a:lnTo>
                  <a:lnTo>
                    <a:pt x="1423427" y="1490960"/>
                  </a:lnTo>
                  <a:lnTo>
                    <a:pt x="1423418" y="1490959"/>
                  </a:lnTo>
                  <a:lnTo>
                    <a:pt x="1423408" y="1490958"/>
                  </a:lnTo>
                  <a:lnTo>
                    <a:pt x="1423401" y="1490957"/>
                  </a:lnTo>
                  <a:lnTo>
                    <a:pt x="1423392" y="1490955"/>
                  </a:lnTo>
                  <a:lnTo>
                    <a:pt x="1423380" y="1490931"/>
                  </a:lnTo>
                  <a:lnTo>
                    <a:pt x="1423372" y="1490915"/>
                  </a:lnTo>
                  <a:lnTo>
                    <a:pt x="1423366" y="1490910"/>
                  </a:lnTo>
                  <a:lnTo>
                    <a:pt x="1423363" y="1490906"/>
                  </a:lnTo>
                  <a:lnTo>
                    <a:pt x="1423346" y="1490882"/>
                  </a:lnTo>
                  <a:lnTo>
                    <a:pt x="1423321" y="1490824"/>
                  </a:lnTo>
                  <a:lnTo>
                    <a:pt x="1423313" y="1490816"/>
                  </a:lnTo>
                  <a:lnTo>
                    <a:pt x="1423309" y="1490811"/>
                  </a:lnTo>
                  <a:lnTo>
                    <a:pt x="1423310" y="1490805"/>
                  </a:lnTo>
                  <a:lnTo>
                    <a:pt x="1423314" y="1490800"/>
                  </a:lnTo>
                  <a:lnTo>
                    <a:pt x="1423316" y="1490794"/>
                  </a:lnTo>
                  <a:lnTo>
                    <a:pt x="1423318" y="1490788"/>
                  </a:lnTo>
                  <a:lnTo>
                    <a:pt x="1423321" y="1490780"/>
                  </a:lnTo>
                  <a:lnTo>
                    <a:pt x="1423325" y="1490772"/>
                  </a:lnTo>
                  <a:lnTo>
                    <a:pt x="1423328" y="1490764"/>
                  </a:lnTo>
                  <a:lnTo>
                    <a:pt x="1423329" y="1490755"/>
                  </a:lnTo>
                  <a:lnTo>
                    <a:pt x="1423327" y="1490747"/>
                  </a:lnTo>
                  <a:lnTo>
                    <a:pt x="1423325" y="1490740"/>
                  </a:lnTo>
                  <a:lnTo>
                    <a:pt x="1423322" y="1490734"/>
                  </a:lnTo>
                  <a:lnTo>
                    <a:pt x="1423319" y="1490730"/>
                  </a:lnTo>
                  <a:lnTo>
                    <a:pt x="1423315" y="1490724"/>
                  </a:lnTo>
                  <a:lnTo>
                    <a:pt x="1423309" y="1490719"/>
                  </a:lnTo>
                  <a:lnTo>
                    <a:pt x="1423304" y="1490714"/>
                  </a:lnTo>
                  <a:lnTo>
                    <a:pt x="1423299" y="1490710"/>
                  </a:lnTo>
                  <a:lnTo>
                    <a:pt x="1423293" y="1490707"/>
                  </a:lnTo>
                  <a:lnTo>
                    <a:pt x="1423287" y="1490705"/>
                  </a:lnTo>
                  <a:lnTo>
                    <a:pt x="1423283" y="1490704"/>
                  </a:lnTo>
                  <a:lnTo>
                    <a:pt x="1423277" y="1490704"/>
                  </a:lnTo>
                  <a:lnTo>
                    <a:pt x="1423272" y="1490704"/>
                  </a:lnTo>
                  <a:lnTo>
                    <a:pt x="1423264" y="1490705"/>
                  </a:lnTo>
                  <a:lnTo>
                    <a:pt x="1423257" y="1490705"/>
                  </a:lnTo>
                  <a:lnTo>
                    <a:pt x="1423252" y="1490706"/>
                  </a:lnTo>
                  <a:lnTo>
                    <a:pt x="1423247" y="1490706"/>
                  </a:lnTo>
                  <a:lnTo>
                    <a:pt x="1423239" y="1490708"/>
                  </a:lnTo>
                  <a:lnTo>
                    <a:pt x="1423232" y="1490710"/>
                  </a:lnTo>
                  <a:lnTo>
                    <a:pt x="1423226" y="1490712"/>
                  </a:lnTo>
                  <a:lnTo>
                    <a:pt x="1423222" y="1490714"/>
                  </a:lnTo>
                  <a:lnTo>
                    <a:pt x="1423218" y="1490716"/>
                  </a:lnTo>
                  <a:lnTo>
                    <a:pt x="1423214" y="1490719"/>
                  </a:lnTo>
                  <a:lnTo>
                    <a:pt x="1423209" y="1490722"/>
                  </a:lnTo>
                  <a:lnTo>
                    <a:pt x="1423201" y="1490727"/>
                  </a:lnTo>
                  <a:lnTo>
                    <a:pt x="1423196" y="1490731"/>
                  </a:lnTo>
                  <a:lnTo>
                    <a:pt x="1423192" y="1490735"/>
                  </a:lnTo>
                  <a:lnTo>
                    <a:pt x="1423187" y="1490738"/>
                  </a:lnTo>
                  <a:lnTo>
                    <a:pt x="1423183" y="1490741"/>
                  </a:lnTo>
                  <a:lnTo>
                    <a:pt x="1423180" y="1490746"/>
                  </a:lnTo>
                  <a:lnTo>
                    <a:pt x="1423177" y="1490749"/>
                  </a:lnTo>
                  <a:lnTo>
                    <a:pt x="1423173" y="1490754"/>
                  </a:lnTo>
                  <a:lnTo>
                    <a:pt x="1423169" y="1490756"/>
                  </a:lnTo>
                  <a:lnTo>
                    <a:pt x="1423162" y="1490757"/>
                  </a:lnTo>
                  <a:lnTo>
                    <a:pt x="1423156" y="1490757"/>
                  </a:lnTo>
                  <a:lnTo>
                    <a:pt x="1423148" y="1490756"/>
                  </a:lnTo>
                  <a:lnTo>
                    <a:pt x="1423140" y="1490754"/>
                  </a:lnTo>
                  <a:lnTo>
                    <a:pt x="1423132" y="1490751"/>
                  </a:lnTo>
                  <a:lnTo>
                    <a:pt x="1423125" y="1490749"/>
                  </a:lnTo>
                  <a:lnTo>
                    <a:pt x="1423119" y="1490747"/>
                  </a:lnTo>
                  <a:lnTo>
                    <a:pt x="1423114" y="1490743"/>
                  </a:lnTo>
                  <a:lnTo>
                    <a:pt x="1423108" y="1490740"/>
                  </a:lnTo>
                  <a:lnTo>
                    <a:pt x="1423103" y="1490736"/>
                  </a:lnTo>
                  <a:lnTo>
                    <a:pt x="1423097" y="1490731"/>
                  </a:lnTo>
                  <a:lnTo>
                    <a:pt x="1423093" y="1490727"/>
                  </a:lnTo>
                  <a:lnTo>
                    <a:pt x="1423090" y="1490720"/>
                  </a:lnTo>
                  <a:lnTo>
                    <a:pt x="1423089" y="1490715"/>
                  </a:lnTo>
                  <a:lnTo>
                    <a:pt x="1423087" y="1490708"/>
                  </a:lnTo>
                  <a:lnTo>
                    <a:pt x="1423086" y="1490702"/>
                  </a:lnTo>
                  <a:lnTo>
                    <a:pt x="1423085" y="1490693"/>
                  </a:lnTo>
                  <a:lnTo>
                    <a:pt x="1423086" y="1490686"/>
                  </a:lnTo>
                  <a:lnTo>
                    <a:pt x="1423087" y="1490679"/>
                  </a:lnTo>
                  <a:lnTo>
                    <a:pt x="1423088" y="1490671"/>
                  </a:lnTo>
                  <a:lnTo>
                    <a:pt x="1423090" y="1490662"/>
                  </a:lnTo>
                  <a:lnTo>
                    <a:pt x="1423091" y="1490653"/>
                  </a:lnTo>
                  <a:lnTo>
                    <a:pt x="1423091" y="1490647"/>
                  </a:lnTo>
                  <a:lnTo>
                    <a:pt x="1423091" y="1490637"/>
                  </a:lnTo>
                  <a:lnTo>
                    <a:pt x="1423088" y="1490628"/>
                  </a:lnTo>
                  <a:lnTo>
                    <a:pt x="1423082" y="1490621"/>
                  </a:lnTo>
                  <a:lnTo>
                    <a:pt x="1423078" y="1490616"/>
                  </a:lnTo>
                  <a:lnTo>
                    <a:pt x="1423074" y="1490612"/>
                  </a:lnTo>
                  <a:lnTo>
                    <a:pt x="1423068" y="1490608"/>
                  </a:lnTo>
                  <a:lnTo>
                    <a:pt x="1423064" y="1490603"/>
                  </a:lnTo>
                  <a:lnTo>
                    <a:pt x="1423062" y="1490599"/>
                  </a:lnTo>
                  <a:lnTo>
                    <a:pt x="1423060" y="1490593"/>
                  </a:lnTo>
                  <a:lnTo>
                    <a:pt x="1423054" y="1490591"/>
                  </a:lnTo>
                  <a:lnTo>
                    <a:pt x="1423045" y="1490588"/>
                  </a:lnTo>
                  <a:lnTo>
                    <a:pt x="1423040" y="1490586"/>
                  </a:lnTo>
                  <a:lnTo>
                    <a:pt x="1423061" y="1490560"/>
                  </a:lnTo>
                  <a:lnTo>
                    <a:pt x="1423070" y="1490548"/>
                  </a:lnTo>
                  <a:lnTo>
                    <a:pt x="1423078" y="1490538"/>
                  </a:lnTo>
                  <a:lnTo>
                    <a:pt x="1423076" y="1490532"/>
                  </a:lnTo>
                  <a:lnTo>
                    <a:pt x="1423066" y="1490522"/>
                  </a:lnTo>
                  <a:lnTo>
                    <a:pt x="1423052" y="1490512"/>
                  </a:lnTo>
                  <a:lnTo>
                    <a:pt x="1423041" y="1490503"/>
                  </a:lnTo>
                  <a:lnTo>
                    <a:pt x="1423027" y="1490492"/>
                  </a:lnTo>
                  <a:lnTo>
                    <a:pt x="1423017" y="1490487"/>
                  </a:lnTo>
                  <a:lnTo>
                    <a:pt x="1422994" y="1490483"/>
                  </a:lnTo>
                  <a:lnTo>
                    <a:pt x="1422984" y="1490480"/>
                  </a:lnTo>
                  <a:lnTo>
                    <a:pt x="1422971" y="1490456"/>
                  </a:lnTo>
                  <a:lnTo>
                    <a:pt x="1422959" y="1490438"/>
                  </a:lnTo>
                  <a:lnTo>
                    <a:pt x="1422949" y="1490430"/>
                  </a:lnTo>
                  <a:lnTo>
                    <a:pt x="1422926" y="1490416"/>
                  </a:lnTo>
                  <a:lnTo>
                    <a:pt x="1422908" y="1490410"/>
                  </a:lnTo>
                  <a:lnTo>
                    <a:pt x="1422894" y="1490407"/>
                  </a:lnTo>
                  <a:lnTo>
                    <a:pt x="1422878" y="1490406"/>
                  </a:lnTo>
                  <a:lnTo>
                    <a:pt x="1422864" y="1490406"/>
                  </a:lnTo>
                  <a:lnTo>
                    <a:pt x="1422847" y="1490411"/>
                  </a:lnTo>
                  <a:lnTo>
                    <a:pt x="1422826" y="1490412"/>
                  </a:lnTo>
                  <a:lnTo>
                    <a:pt x="1422799" y="1490412"/>
                  </a:lnTo>
                  <a:lnTo>
                    <a:pt x="1422750" y="1490412"/>
                  </a:lnTo>
                  <a:lnTo>
                    <a:pt x="1422716" y="1490410"/>
                  </a:lnTo>
                  <a:lnTo>
                    <a:pt x="1422690" y="1490408"/>
                  </a:lnTo>
                  <a:lnTo>
                    <a:pt x="1422675" y="1490405"/>
                  </a:lnTo>
                  <a:lnTo>
                    <a:pt x="1422666" y="1490399"/>
                  </a:lnTo>
                  <a:lnTo>
                    <a:pt x="1422658" y="1490395"/>
                  </a:lnTo>
                  <a:lnTo>
                    <a:pt x="1422648" y="1490394"/>
                  </a:lnTo>
                  <a:lnTo>
                    <a:pt x="1422630" y="1490395"/>
                  </a:lnTo>
                  <a:lnTo>
                    <a:pt x="1422616" y="1490395"/>
                  </a:lnTo>
                  <a:lnTo>
                    <a:pt x="1422576" y="1490381"/>
                  </a:lnTo>
                  <a:lnTo>
                    <a:pt x="1422538" y="1490367"/>
                  </a:lnTo>
                  <a:lnTo>
                    <a:pt x="1422511" y="1490359"/>
                  </a:lnTo>
                  <a:lnTo>
                    <a:pt x="1422482" y="1490354"/>
                  </a:lnTo>
                  <a:lnTo>
                    <a:pt x="1422465" y="1490353"/>
                  </a:lnTo>
                  <a:lnTo>
                    <a:pt x="1422449" y="1490354"/>
                  </a:lnTo>
                  <a:lnTo>
                    <a:pt x="1422432" y="1490355"/>
                  </a:lnTo>
                  <a:lnTo>
                    <a:pt x="1422404" y="1490355"/>
                  </a:lnTo>
                  <a:lnTo>
                    <a:pt x="1422384" y="1490356"/>
                  </a:lnTo>
                  <a:lnTo>
                    <a:pt x="1422371" y="1490358"/>
                  </a:lnTo>
                  <a:lnTo>
                    <a:pt x="1422357" y="1490364"/>
                  </a:lnTo>
                  <a:lnTo>
                    <a:pt x="1422339" y="1490373"/>
                  </a:lnTo>
                  <a:lnTo>
                    <a:pt x="1422315" y="1490383"/>
                  </a:lnTo>
                  <a:lnTo>
                    <a:pt x="1422306" y="1490385"/>
                  </a:lnTo>
                  <a:lnTo>
                    <a:pt x="1422293" y="1490391"/>
                  </a:lnTo>
                  <a:lnTo>
                    <a:pt x="1422289" y="1490395"/>
                  </a:lnTo>
                  <a:lnTo>
                    <a:pt x="1422283" y="1490414"/>
                  </a:lnTo>
                  <a:lnTo>
                    <a:pt x="1422270" y="1490425"/>
                  </a:lnTo>
                  <a:lnTo>
                    <a:pt x="1422255" y="1490436"/>
                  </a:lnTo>
                  <a:lnTo>
                    <a:pt x="1422243" y="1490442"/>
                  </a:lnTo>
                  <a:lnTo>
                    <a:pt x="1422229" y="1490443"/>
                  </a:lnTo>
                  <a:lnTo>
                    <a:pt x="1422212" y="1490443"/>
                  </a:lnTo>
                  <a:lnTo>
                    <a:pt x="1422199" y="1490434"/>
                  </a:lnTo>
                  <a:lnTo>
                    <a:pt x="1422184" y="1490423"/>
                  </a:lnTo>
                  <a:lnTo>
                    <a:pt x="1422164" y="1490417"/>
                  </a:lnTo>
                  <a:lnTo>
                    <a:pt x="1422137" y="1490420"/>
                  </a:lnTo>
                  <a:lnTo>
                    <a:pt x="1422107" y="1490427"/>
                  </a:lnTo>
                  <a:lnTo>
                    <a:pt x="1422091" y="1490434"/>
                  </a:lnTo>
                  <a:lnTo>
                    <a:pt x="1422076" y="1490441"/>
                  </a:lnTo>
                  <a:lnTo>
                    <a:pt x="1422060" y="1490458"/>
                  </a:lnTo>
                  <a:lnTo>
                    <a:pt x="1422036" y="1490477"/>
                  </a:lnTo>
                  <a:lnTo>
                    <a:pt x="1422010" y="1490499"/>
                  </a:lnTo>
                  <a:lnTo>
                    <a:pt x="1421997" y="1490511"/>
                  </a:lnTo>
                  <a:lnTo>
                    <a:pt x="1421983" y="1490529"/>
                  </a:lnTo>
                  <a:lnTo>
                    <a:pt x="1421973" y="1490555"/>
                  </a:lnTo>
                  <a:lnTo>
                    <a:pt x="1421962" y="1490580"/>
                  </a:lnTo>
                  <a:lnTo>
                    <a:pt x="1421954" y="1490603"/>
                  </a:lnTo>
                  <a:lnTo>
                    <a:pt x="1421953" y="1490612"/>
                  </a:lnTo>
                  <a:lnTo>
                    <a:pt x="1421948" y="1490617"/>
                  </a:lnTo>
                  <a:lnTo>
                    <a:pt x="1421940" y="1490623"/>
                  </a:lnTo>
                  <a:lnTo>
                    <a:pt x="1421931" y="1490629"/>
                  </a:lnTo>
                  <a:lnTo>
                    <a:pt x="1421916" y="1490633"/>
                  </a:lnTo>
                  <a:lnTo>
                    <a:pt x="1421880" y="1490644"/>
                  </a:lnTo>
                  <a:lnTo>
                    <a:pt x="1421861" y="1490650"/>
                  </a:lnTo>
                  <a:lnTo>
                    <a:pt x="1421837" y="1490655"/>
                  </a:lnTo>
                  <a:lnTo>
                    <a:pt x="1421814" y="1490655"/>
                  </a:lnTo>
                  <a:lnTo>
                    <a:pt x="1421794" y="1490651"/>
                  </a:lnTo>
                  <a:lnTo>
                    <a:pt x="1421780" y="1490642"/>
                  </a:lnTo>
                  <a:lnTo>
                    <a:pt x="1421768" y="1490634"/>
                  </a:lnTo>
                  <a:lnTo>
                    <a:pt x="1421762" y="1490633"/>
                  </a:lnTo>
                  <a:lnTo>
                    <a:pt x="1421756" y="1490632"/>
                  </a:lnTo>
                  <a:lnTo>
                    <a:pt x="1421751" y="1490631"/>
                  </a:lnTo>
                  <a:lnTo>
                    <a:pt x="1421742" y="1490629"/>
                  </a:lnTo>
                  <a:lnTo>
                    <a:pt x="1421732" y="1490629"/>
                  </a:lnTo>
                  <a:lnTo>
                    <a:pt x="1421723" y="1490627"/>
                  </a:lnTo>
                  <a:lnTo>
                    <a:pt x="1421709" y="1490625"/>
                  </a:lnTo>
                  <a:lnTo>
                    <a:pt x="1421698" y="1490625"/>
                  </a:lnTo>
                  <a:lnTo>
                    <a:pt x="1421684" y="1490624"/>
                  </a:lnTo>
                  <a:lnTo>
                    <a:pt x="1421668" y="1490622"/>
                  </a:lnTo>
                  <a:lnTo>
                    <a:pt x="1421656" y="1490624"/>
                  </a:lnTo>
                  <a:lnTo>
                    <a:pt x="1421645" y="1490628"/>
                  </a:lnTo>
                  <a:lnTo>
                    <a:pt x="1421635" y="1490634"/>
                  </a:lnTo>
                  <a:lnTo>
                    <a:pt x="1421626" y="1490635"/>
                  </a:lnTo>
                  <a:lnTo>
                    <a:pt x="1421614" y="1490635"/>
                  </a:lnTo>
                  <a:lnTo>
                    <a:pt x="1421608" y="1490639"/>
                  </a:lnTo>
                  <a:lnTo>
                    <a:pt x="1421605" y="1490644"/>
                  </a:lnTo>
                  <a:lnTo>
                    <a:pt x="1421603" y="1490650"/>
                  </a:lnTo>
                  <a:lnTo>
                    <a:pt x="1421599" y="1490657"/>
                  </a:lnTo>
                  <a:lnTo>
                    <a:pt x="1421592" y="1490661"/>
                  </a:lnTo>
                  <a:lnTo>
                    <a:pt x="1421582" y="1490664"/>
                  </a:lnTo>
                  <a:lnTo>
                    <a:pt x="1421570" y="1490671"/>
                  </a:lnTo>
                  <a:lnTo>
                    <a:pt x="1421558" y="1490676"/>
                  </a:lnTo>
                  <a:lnTo>
                    <a:pt x="1421550" y="1490679"/>
                  </a:lnTo>
                  <a:lnTo>
                    <a:pt x="1421544" y="1490682"/>
                  </a:lnTo>
                  <a:lnTo>
                    <a:pt x="1421536" y="1490684"/>
                  </a:lnTo>
                  <a:lnTo>
                    <a:pt x="1421527" y="1490688"/>
                  </a:lnTo>
                  <a:lnTo>
                    <a:pt x="1421519" y="1490691"/>
                  </a:lnTo>
                  <a:lnTo>
                    <a:pt x="1421510" y="1490693"/>
                  </a:lnTo>
                  <a:lnTo>
                    <a:pt x="1421503" y="1490695"/>
                  </a:lnTo>
                  <a:lnTo>
                    <a:pt x="1421496" y="1490695"/>
                  </a:lnTo>
                  <a:lnTo>
                    <a:pt x="1421490" y="1490692"/>
                  </a:lnTo>
                  <a:lnTo>
                    <a:pt x="1421486" y="1490690"/>
                  </a:lnTo>
                  <a:lnTo>
                    <a:pt x="1421480" y="1490686"/>
                  </a:lnTo>
                  <a:lnTo>
                    <a:pt x="1421473" y="1490684"/>
                  </a:lnTo>
                  <a:lnTo>
                    <a:pt x="1421467" y="1490684"/>
                  </a:lnTo>
                  <a:lnTo>
                    <a:pt x="1421460" y="1490682"/>
                  </a:lnTo>
                  <a:lnTo>
                    <a:pt x="1421456" y="1490680"/>
                  </a:lnTo>
                  <a:lnTo>
                    <a:pt x="1421452" y="1490676"/>
                  </a:lnTo>
                  <a:lnTo>
                    <a:pt x="1421447" y="1490672"/>
                  </a:lnTo>
                  <a:lnTo>
                    <a:pt x="1421441" y="1490668"/>
                  </a:lnTo>
                  <a:lnTo>
                    <a:pt x="1421436" y="1490666"/>
                  </a:lnTo>
                  <a:lnTo>
                    <a:pt x="1421432" y="1490666"/>
                  </a:lnTo>
                  <a:lnTo>
                    <a:pt x="1421425" y="1490668"/>
                  </a:lnTo>
                  <a:lnTo>
                    <a:pt x="1421418" y="1490668"/>
                  </a:lnTo>
                  <a:lnTo>
                    <a:pt x="1421411" y="1490667"/>
                  </a:lnTo>
                  <a:lnTo>
                    <a:pt x="1421406" y="1490664"/>
                  </a:lnTo>
                  <a:lnTo>
                    <a:pt x="1421400" y="1490659"/>
                  </a:lnTo>
                  <a:lnTo>
                    <a:pt x="1421394" y="1490653"/>
                  </a:lnTo>
                  <a:lnTo>
                    <a:pt x="1421389" y="1490650"/>
                  </a:lnTo>
                  <a:lnTo>
                    <a:pt x="1421384" y="1490647"/>
                  </a:lnTo>
                  <a:lnTo>
                    <a:pt x="1421379" y="1490644"/>
                  </a:lnTo>
                  <a:lnTo>
                    <a:pt x="1421371" y="1490642"/>
                  </a:lnTo>
                  <a:lnTo>
                    <a:pt x="1421365" y="1490639"/>
                  </a:lnTo>
                  <a:lnTo>
                    <a:pt x="1421358" y="1490636"/>
                  </a:lnTo>
                  <a:lnTo>
                    <a:pt x="1421349" y="1490632"/>
                  </a:lnTo>
                  <a:lnTo>
                    <a:pt x="1421342" y="1490628"/>
                  </a:lnTo>
                  <a:lnTo>
                    <a:pt x="1421334" y="1490624"/>
                  </a:lnTo>
                  <a:lnTo>
                    <a:pt x="1421327" y="1490621"/>
                  </a:lnTo>
                  <a:lnTo>
                    <a:pt x="1421321" y="1490618"/>
                  </a:lnTo>
                  <a:lnTo>
                    <a:pt x="1421315" y="1490614"/>
                  </a:lnTo>
                  <a:lnTo>
                    <a:pt x="1421306" y="1490610"/>
                  </a:lnTo>
                  <a:lnTo>
                    <a:pt x="1421293" y="1490605"/>
                  </a:lnTo>
                  <a:lnTo>
                    <a:pt x="1421288" y="1490601"/>
                  </a:lnTo>
                  <a:lnTo>
                    <a:pt x="1421285" y="1490596"/>
                  </a:lnTo>
                  <a:lnTo>
                    <a:pt x="1421286" y="1490585"/>
                  </a:lnTo>
                  <a:lnTo>
                    <a:pt x="1421288" y="1490572"/>
                  </a:lnTo>
                  <a:lnTo>
                    <a:pt x="1421286" y="1490560"/>
                  </a:lnTo>
                  <a:lnTo>
                    <a:pt x="1421284" y="1490551"/>
                  </a:lnTo>
                  <a:lnTo>
                    <a:pt x="1421278" y="1490543"/>
                  </a:lnTo>
                  <a:lnTo>
                    <a:pt x="1421269" y="1490538"/>
                  </a:lnTo>
                  <a:lnTo>
                    <a:pt x="1421258" y="1490536"/>
                  </a:lnTo>
                  <a:lnTo>
                    <a:pt x="1421247" y="1490537"/>
                  </a:lnTo>
                  <a:lnTo>
                    <a:pt x="1421235" y="1490538"/>
                  </a:lnTo>
                  <a:lnTo>
                    <a:pt x="1421228" y="1490541"/>
                  </a:lnTo>
                  <a:lnTo>
                    <a:pt x="1421216" y="1490549"/>
                  </a:lnTo>
                  <a:lnTo>
                    <a:pt x="1421209" y="1490554"/>
                  </a:lnTo>
                  <a:lnTo>
                    <a:pt x="1421199" y="1490559"/>
                  </a:lnTo>
                  <a:lnTo>
                    <a:pt x="1421188" y="1490565"/>
                  </a:lnTo>
                  <a:lnTo>
                    <a:pt x="1421178" y="1490569"/>
                  </a:lnTo>
                  <a:lnTo>
                    <a:pt x="1421163" y="1490577"/>
                  </a:lnTo>
                  <a:lnTo>
                    <a:pt x="1421153" y="1490582"/>
                  </a:lnTo>
                  <a:lnTo>
                    <a:pt x="1421146" y="1490583"/>
                  </a:lnTo>
                  <a:lnTo>
                    <a:pt x="1421139" y="1490581"/>
                  </a:lnTo>
                  <a:lnTo>
                    <a:pt x="1421135" y="1490582"/>
                  </a:lnTo>
                  <a:lnTo>
                    <a:pt x="1421129" y="1490583"/>
                  </a:lnTo>
                  <a:lnTo>
                    <a:pt x="1421123" y="1490582"/>
                  </a:lnTo>
                  <a:lnTo>
                    <a:pt x="1421118" y="1490581"/>
                  </a:lnTo>
                  <a:lnTo>
                    <a:pt x="1421108" y="1490577"/>
                  </a:lnTo>
                  <a:lnTo>
                    <a:pt x="1421096" y="1490572"/>
                  </a:lnTo>
                  <a:lnTo>
                    <a:pt x="1421086" y="1490566"/>
                  </a:lnTo>
                  <a:lnTo>
                    <a:pt x="1421071" y="1490553"/>
                  </a:lnTo>
                  <a:lnTo>
                    <a:pt x="1421060" y="1490546"/>
                  </a:lnTo>
                  <a:lnTo>
                    <a:pt x="1421048" y="1490542"/>
                  </a:lnTo>
                  <a:lnTo>
                    <a:pt x="1421034" y="1490542"/>
                  </a:lnTo>
                  <a:lnTo>
                    <a:pt x="1421018" y="1490544"/>
                  </a:lnTo>
                  <a:lnTo>
                    <a:pt x="1421001" y="1490549"/>
                  </a:lnTo>
                  <a:lnTo>
                    <a:pt x="1420990" y="1490554"/>
                  </a:lnTo>
                  <a:lnTo>
                    <a:pt x="1420982" y="1490560"/>
                  </a:lnTo>
                  <a:lnTo>
                    <a:pt x="1420972" y="1490573"/>
                  </a:lnTo>
                  <a:lnTo>
                    <a:pt x="1420959" y="1490581"/>
                  </a:lnTo>
                  <a:lnTo>
                    <a:pt x="1420943" y="1490591"/>
                  </a:lnTo>
                  <a:lnTo>
                    <a:pt x="1420928" y="1490598"/>
                  </a:lnTo>
                  <a:lnTo>
                    <a:pt x="1420916" y="1490600"/>
                  </a:lnTo>
                  <a:lnTo>
                    <a:pt x="1420906" y="1490599"/>
                  </a:lnTo>
                  <a:lnTo>
                    <a:pt x="1420894" y="1490600"/>
                  </a:lnTo>
                  <a:lnTo>
                    <a:pt x="1420884" y="1490607"/>
                  </a:lnTo>
                  <a:lnTo>
                    <a:pt x="1420872" y="1490618"/>
                  </a:lnTo>
                  <a:lnTo>
                    <a:pt x="1420861" y="1490635"/>
                  </a:lnTo>
                  <a:lnTo>
                    <a:pt x="1420858" y="1490655"/>
                  </a:lnTo>
                  <a:lnTo>
                    <a:pt x="1420857" y="1490673"/>
                  </a:lnTo>
                  <a:lnTo>
                    <a:pt x="1420861" y="1490687"/>
                  </a:lnTo>
                  <a:lnTo>
                    <a:pt x="1420863" y="1490698"/>
                  </a:lnTo>
                  <a:lnTo>
                    <a:pt x="1420860" y="1490707"/>
                  </a:lnTo>
                  <a:lnTo>
                    <a:pt x="1420854" y="1490715"/>
                  </a:lnTo>
                  <a:lnTo>
                    <a:pt x="1420848" y="1490715"/>
                  </a:lnTo>
                  <a:lnTo>
                    <a:pt x="1420840" y="1490717"/>
                  </a:lnTo>
                  <a:lnTo>
                    <a:pt x="1420831" y="1490724"/>
                  </a:lnTo>
                  <a:lnTo>
                    <a:pt x="1420825" y="1490734"/>
                  </a:lnTo>
                  <a:lnTo>
                    <a:pt x="1420820" y="1490742"/>
                  </a:lnTo>
                  <a:lnTo>
                    <a:pt x="1420808" y="1490752"/>
                  </a:lnTo>
                  <a:lnTo>
                    <a:pt x="1420795" y="1490766"/>
                  </a:lnTo>
                  <a:lnTo>
                    <a:pt x="1420780" y="1490778"/>
                  </a:lnTo>
                  <a:lnTo>
                    <a:pt x="1420763" y="1490792"/>
                  </a:lnTo>
                  <a:lnTo>
                    <a:pt x="1420751" y="1490800"/>
                  </a:lnTo>
                  <a:lnTo>
                    <a:pt x="1420745" y="1490804"/>
                  </a:lnTo>
                  <a:lnTo>
                    <a:pt x="1420735" y="1490811"/>
                  </a:lnTo>
                  <a:lnTo>
                    <a:pt x="1420720" y="1490823"/>
                  </a:lnTo>
                  <a:lnTo>
                    <a:pt x="1420708" y="1490833"/>
                  </a:lnTo>
                  <a:lnTo>
                    <a:pt x="1420696" y="1490840"/>
                  </a:lnTo>
                  <a:lnTo>
                    <a:pt x="1420685" y="1490845"/>
                  </a:lnTo>
                  <a:lnTo>
                    <a:pt x="1420679" y="1490845"/>
                  </a:lnTo>
                  <a:lnTo>
                    <a:pt x="1420672" y="1490843"/>
                  </a:lnTo>
                  <a:lnTo>
                    <a:pt x="1420664" y="1490838"/>
                  </a:lnTo>
                  <a:lnTo>
                    <a:pt x="1420659" y="1490837"/>
                  </a:lnTo>
                  <a:lnTo>
                    <a:pt x="1420654" y="1490836"/>
                  </a:lnTo>
                  <a:lnTo>
                    <a:pt x="1420647" y="1490835"/>
                  </a:lnTo>
                  <a:lnTo>
                    <a:pt x="1420640" y="1490833"/>
                  </a:lnTo>
                  <a:lnTo>
                    <a:pt x="1420632" y="1490828"/>
                  </a:lnTo>
                  <a:lnTo>
                    <a:pt x="1420630" y="1490821"/>
                  </a:lnTo>
                  <a:lnTo>
                    <a:pt x="1420628" y="1490814"/>
                  </a:lnTo>
                  <a:lnTo>
                    <a:pt x="1420627" y="1490808"/>
                  </a:lnTo>
                  <a:lnTo>
                    <a:pt x="1420625" y="1490796"/>
                  </a:lnTo>
                  <a:lnTo>
                    <a:pt x="1420623" y="1490779"/>
                  </a:lnTo>
                  <a:lnTo>
                    <a:pt x="1420622" y="1490762"/>
                  </a:lnTo>
                  <a:lnTo>
                    <a:pt x="1420627" y="1490740"/>
                  </a:lnTo>
                  <a:lnTo>
                    <a:pt x="1420633" y="1490714"/>
                  </a:lnTo>
                  <a:lnTo>
                    <a:pt x="1420640" y="1490686"/>
                  </a:lnTo>
                  <a:lnTo>
                    <a:pt x="1420646" y="1490664"/>
                  </a:lnTo>
                  <a:lnTo>
                    <a:pt x="1420648" y="1490651"/>
                  </a:lnTo>
                  <a:lnTo>
                    <a:pt x="1420650" y="1490635"/>
                  </a:lnTo>
                  <a:lnTo>
                    <a:pt x="1420655" y="1490611"/>
                  </a:lnTo>
                  <a:lnTo>
                    <a:pt x="1420659" y="1490603"/>
                  </a:lnTo>
                  <a:lnTo>
                    <a:pt x="1420667" y="1490592"/>
                  </a:lnTo>
                  <a:lnTo>
                    <a:pt x="1420673" y="1490585"/>
                  </a:lnTo>
                  <a:lnTo>
                    <a:pt x="1420683" y="1490576"/>
                  </a:lnTo>
                  <a:lnTo>
                    <a:pt x="1420689" y="1490563"/>
                  </a:lnTo>
                  <a:lnTo>
                    <a:pt x="1420701" y="1490538"/>
                  </a:lnTo>
                  <a:lnTo>
                    <a:pt x="1420710" y="1490522"/>
                  </a:lnTo>
                  <a:lnTo>
                    <a:pt x="1420717" y="1490499"/>
                  </a:lnTo>
                  <a:lnTo>
                    <a:pt x="1420723" y="1490483"/>
                  </a:lnTo>
                  <a:lnTo>
                    <a:pt x="1420729" y="1490463"/>
                  </a:lnTo>
                  <a:lnTo>
                    <a:pt x="1420731" y="1490457"/>
                  </a:lnTo>
                  <a:lnTo>
                    <a:pt x="1420734" y="1490448"/>
                  </a:lnTo>
                  <a:lnTo>
                    <a:pt x="1420736" y="1490435"/>
                  </a:lnTo>
                  <a:lnTo>
                    <a:pt x="1420737" y="1490400"/>
                  </a:lnTo>
                  <a:lnTo>
                    <a:pt x="1420739" y="1490385"/>
                  </a:lnTo>
                  <a:lnTo>
                    <a:pt x="1420739" y="1490373"/>
                  </a:lnTo>
                  <a:lnTo>
                    <a:pt x="1420738" y="1490353"/>
                  </a:lnTo>
                  <a:lnTo>
                    <a:pt x="1420738" y="1490342"/>
                  </a:lnTo>
                  <a:lnTo>
                    <a:pt x="1420739" y="1490332"/>
                  </a:lnTo>
                  <a:lnTo>
                    <a:pt x="1420741" y="1490319"/>
                  </a:lnTo>
                  <a:lnTo>
                    <a:pt x="1420745" y="1490303"/>
                  </a:lnTo>
                  <a:lnTo>
                    <a:pt x="1420749" y="1490282"/>
                  </a:lnTo>
                  <a:lnTo>
                    <a:pt x="1420753" y="1490267"/>
                  </a:lnTo>
                  <a:lnTo>
                    <a:pt x="1420757" y="1490251"/>
                  </a:lnTo>
                  <a:lnTo>
                    <a:pt x="1420762" y="1490233"/>
                  </a:lnTo>
                  <a:lnTo>
                    <a:pt x="1420766" y="1490228"/>
                  </a:lnTo>
                  <a:lnTo>
                    <a:pt x="1420771" y="1490219"/>
                  </a:lnTo>
                  <a:lnTo>
                    <a:pt x="1420774" y="1490214"/>
                  </a:lnTo>
                  <a:lnTo>
                    <a:pt x="1420778" y="1490207"/>
                  </a:lnTo>
                  <a:lnTo>
                    <a:pt x="1420782" y="1490193"/>
                  </a:lnTo>
                  <a:lnTo>
                    <a:pt x="1420786" y="1490177"/>
                  </a:lnTo>
                  <a:lnTo>
                    <a:pt x="1420791" y="1490159"/>
                  </a:lnTo>
                  <a:lnTo>
                    <a:pt x="1420794" y="1490142"/>
                  </a:lnTo>
                  <a:lnTo>
                    <a:pt x="1420797" y="1490131"/>
                  </a:lnTo>
                  <a:lnTo>
                    <a:pt x="1420801" y="1490119"/>
                  </a:lnTo>
                  <a:lnTo>
                    <a:pt x="1420802" y="1490108"/>
                  </a:lnTo>
                  <a:lnTo>
                    <a:pt x="1420805" y="1490098"/>
                  </a:lnTo>
                  <a:lnTo>
                    <a:pt x="1420806" y="1490085"/>
                  </a:lnTo>
                  <a:lnTo>
                    <a:pt x="1420801" y="1490080"/>
                  </a:lnTo>
                  <a:lnTo>
                    <a:pt x="1420798" y="1490077"/>
                  </a:lnTo>
                  <a:lnTo>
                    <a:pt x="1420793" y="1490073"/>
                  </a:lnTo>
                  <a:lnTo>
                    <a:pt x="1420785" y="1490066"/>
                  </a:lnTo>
                  <a:lnTo>
                    <a:pt x="1420779" y="1490062"/>
                  </a:lnTo>
                  <a:lnTo>
                    <a:pt x="1420768" y="1490060"/>
                  </a:lnTo>
                  <a:lnTo>
                    <a:pt x="1420760" y="1490059"/>
                  </a:lnTo>
                  <a:lnTo>
                    <a:pt x="1420750" y="1490060"/>
                  </a:lnTo>
                  <a:lnTo>
                    <a:pt x="1420739" y="1490060"/>
                  </a:lnTo>
                  <a:lnTo>
                    <a:pt x="1420729" y="1490061"/>
                  </a:lnTo>
                  <a:lnTo>
                    <a:pt x="1420716" y="1490060"/>
                  </a:lnTo>
                  <a:lnTo>
                    <a:pt x="1420709" y="1490058"/>
                  </a:lnTo>
                  <a:lnTo>
                    <a:pt x="1420700" y="1490055"/>
                  </a:lnTo>
                  <a:lnTo>
                    <a:pt x="1420687" y="1490048"/>
                  </a:lnTo>
                  <a:lnTo>
                    <a:pt x="1420672" y="1490043"/>
                  </a:lnTo>
                  <a:lnTo>
                    <a:pt x="1420656" y="1490036"/>
                  </a:lnTo>
                  <a:lnTo>
                    <a:pt x="1420637" y="1490028"/>
                  </a:lnTo>
                  <a:lnTo>
                    <a:pt x="1420619" y="1490021"/>
                  </a:lnTo>
                  <a:lnTo>
                    <a:pt x="1420602" y="1490015"/>
                  </a:lnTo>
                  <a:lnTo>
                    <a:pt x="1420591" y="1490009"/>
                  </a:lnTo>
                  <a:lnTo>
                    <a:pt x="1420575" y="1490001"/>
                  </a:lnTo>
                  <a:lnTo>
                    <a:pt x="1420559" y="1489992"/>
                  </a:lnTo>
                  <a:lnTo>
                    <a:pt x="1420544" y="1489986"/>
                  </a:lnTo>
                  <a:lnTo>
                    <a:pt x="1420531" y="1489979"/>
                  </a:lnTo>
                  <a:lnTo>
                    <a:pt x="1420516" y="1489972"/>
                  </a:lnTo>
                  <a:lnTo>
                    <a:pt x="1420502" y="1489964"/>
                  </a:lnTo>
                  <a:lnTo>
                    <a:pt x="1420490" y="1489959"/>
                  </a:lnTo>
                  <a:lnTo>
                    <a:pt x="1420479" y="1489953"/>
                  </a:lnTo>
                  <a:lnTo>
                    <a:pt x="1420468" y="1489946"/>
                  </a:lnTo>
                  <a:lnTo>
                    <a:pt x="1420454" y="1489940"/>
                  </a:lnTo>
                  <a:lnTo>
                    <a:pt x="1420440" y="1489933"/>
                  </a:lnTo>
                  <a:lnTo>
                    <a:pt x="1420434" y="1489928"/>
                  </a:lnTo>
                  <a:lnTo>
                    <a:pt x="1420425" y="1489923"/>
                  </a:lnTo>
                  <a:lnTo>
                    <a:pt x="1420413" y="1489910"/>
                  </a:lnTo>
                  <a:lnTo>
                    <a:pt x="1420405" y="1489908"/>
                  </a:lnTo>
                  <a:lnTo>
                    <a:pt x="1420398" y="1489907"/>
                  </a:lnTo>
                  <a:lnTo>
                    <a:pt x="1420392" y="1489907"/>
                  </a:lnTo>
                  <a:lnTo>
                    <a:pt x="1420386" y="1489906"/>
                  </a:lnTo>
                  <a:lnTo>
                    <a:pt x="1420373" y="1489904"/>
                  </a:lnTo>
                  <a:lnTo>
                    <a:pt x="1420351" y="1489899"/>
                  </a:lnTo>
                  <a:lnTo>
                    <a:pt x="1420339" y="1489895"/>
                  </a:lnTo>
                  <a:lnTo>
                    <a:pt x="1420329" y="1489892"/>
                  </a:lnTo>
                  <a:lnTo>
                    <a:pt x="1420312" y="1489886"/>
                  </a:lnTo>
                  <a:lnTo>
                    <a:pt x="1420293" y="1489878"/>
                  </a:lnTo>
                  <a:lnTo>
                    <a:pt x="1420285" y="1489871"/>
                  </a:lnTo>
                  <a:lnTo>
                    <a:pt x="1420273" y="1489865"/>
                  </a:lnTo>
                  <a:lnTo>
                    <a:pt x="1420264" y="1489863"/>
                  </a:lnTo>
                  <a:lnTo>
                    <a:pt x="1420244" y="1489862"/>
                  </a:lnTo>
                  <a:lnTo>
                    <a:pt x="1420230" y="1489859"/>
                  </a:lnTo>
                  <a:lnTo>
                    <a:pt x="1420216" y="1489856"/>
                  </a:lnTo>
                  <a:lnTo>
                    <a:pt x="1420200" y="1489854"/>
                  </a:lnTo>
                  <a:lnTo>
                    <a:pt x="1420190" y="1489851"/>
                  </a:lnTo>
                  <a:lnTo>
                    <a:pt x="1420177" y="1489844"/>
                  </a:lnTo>
                  <a:lnTo>
                    <a:pt x="1420168" y="1489845"/>
                  </a:lnTo>
                  <a:lnTo>
                    <a:pt x="1420162" y="1489849"/>
                  </a:lnTo>
                  <a:lnTo>
                    <a:pt x="1420150" y="1489852"/>
                  </a:lnTo>
                  <a:lnTo>
                    <a:pt x="1420139" y="1489848"/>
                  </a:lnTo>
                  <a:lnTo>
                    <a:pt x="1420133" y="1489843"/>
                  </a:lnTo>
                  <a:lnTo>
                    <a:pt x="1420129" y="1489831"/>
                  </a:lnTo>
                  <a:lnTo>
                    <a:pt x="1420128" y="1489821"/>
                  </a:lnTo>
                  <a:lnTo>
                    <a:pt x="1420130" y="1489805"/>
                  </a:lnTo>
                  <a:lnTo>
                    <a:pt x="1420132" y="1489797"/>
                  </a:lnTo>
                  <a:lnTo>
                    <a:pt x="1420134" y="1489780"/>
                  </a:lnTo>
                  <a:lnTo>
                    <a:pt x="1420130" y="1489767"/>
                  </a:lnTo>
                  <a:lnTo>
                    <a:pt x="1420128" y="1489759"/>
                  </a:lnTo>
                  <a:lnTo>
                    <a:pt x="1420124" y="1489748"/>
                  </a:lnTo>
                  <a:lnTo>
                    <a:pt x="1420119" y="1489731"/>
                  </a:lnTo>
                  <a:lnTo>
                    <a:pt x="1420114" y="1489719"/>
                  </a:lnTo>
                  <a:lnTo>
                    <a:pt x="1420106" y="1489710"/>
                  </a:lnTo>
                  <a:lnTo>
                    <a:pt x="1420098" y="1489694"/>
                  </a:lnTo>
                  <a:lnTo>
                    <a:pt x="1420096" y="1489688"/>
                  </a:lnTo>
                  <a:lnTo>
                    <a:pt x="1420089" y="1489671"/>
                  </a:lnTo>
                  <a:lnTo>
                    <a:pt x="1420081" y="1489662"/>
                  </a:lnTo>
                  <a:lnTo>
                    <a:pt x="1420072" y="1489650"/>
                  </a:lnTo>
                  <a:lnTo>
                    <a:pt x="1420060" y="1489643"/>
                  </a:lnTo>
                  <a:lnTo>
                    <a:pt x="1420041" y="1489635"/>
                  </a:lnTo>
                  <a:lnTo>
                    <a:pt x="1420023" y="1489625"/>
                  </a:lnTo>
                  <a:lnTo>
                    <a:pt x="1420011" y="1489620"/>
                  </a:lnTo>
                  <a:lnTo>
                    <a:pt x="1419993" y="1489610"/>
                  </a:lnTo>
                  <a:lnTo>
                    <a:pt x="1419974" y="1489600"/>
                  </a:lnTo>
                  <a:lnTo>
                    <a:pt x="1419961" y="1489592"/>
                  </a:lnTo>
                  <a:lnTo>
                    <a:pt x="1419950" y="1489585"/>
                  </a:lnTo>
                  <a:lnTo>
                    <a:pt x="1419943" y="1489580"/>
                  </a:lnTo>
                  <a:lnTo>
                    <a:pt x="1419930" y="1489575"/>
                  </a:lnTo>
                  <a:lnTo>
                    <a:pt x="1419907" y="1489568"/>
                  </a:lnTo>
                  <a:lnTo>
                    <a:pt x="1419895" y="1489563"/>
                  </a:lnTo>
                  <a:lnTo>
                    <a:pt x="1419879" y="1489555"/>
                  </a:lnTo>
                  <a:lnTo>
                    <a:pt x="1419868" y="1489547"/>
                  </a:lnTo>
                  <a:lnTo>
                    <a:pt x="1419861" y="1489542"/>
                  </a:lnTo>
                  <a:lnTo>
                    <a:pt x="1419857" y="1489533"/>
                  </a:lnTo>
                  <a:lnTo>
                    <a:pt x="1419855" y="1489527"/>
                  </a:lnTo>
                  <a:lnTo>
                    <a:pt x="1419848" y="1489525"/>
                  </a:lnTo>
                  <a:lnTo>
                    <a:pt x="1419843" y="1489524"/>
                  </a:lnTo>
                  <a:lnTo>
                    <a:pt x="1419835" y="1489523"/>
                  </a:lnTo>
                  <a:lnTo>
                    <a:pt x="1419827" y="1489521"/>
                  </a:lnTo>
                  <a:lnTo>
                    <a:pt x="1419812" y="1489517"/>
                  </a:lnTo>
                  <a:lnTo>
                    <a:pt x="1419791" y="1489505"/>
                  </a:lnTo>
                  <a:lnTo>
                    <a:pt x="1419767" y="1489494"/>
                  </a:lnTo>
                  <a:lnTo>
                    <a:pt x="1419737" y="1489471"/>
                  </a:lnTo>
                  <a:lnTo>
                    <a:pt x="1419715" y="1489452"/>
                  </a:lnTo>
                  <a:lnTo>
                    <a:pt x="1419699" y="1489435"/>
                  </a:lnTo>
                  <a:lnTo>
                    <a:pt x="1419693" y="1489425"/>
                  </a:lnTo>
                  <a:lnTo>
                    <a:pt x="1419687" y="1489412"/>
                  </a:lnTo>
                  <a:lnTo>
                    <a:pt x="1419685" y="1489397"/>
                  </a:lnTo>
                  <a:lnTo>
                    <a:pt x="1419685" y="1489386"/>
                  </a:lnTo>
                  <a:lnTo>
                    <a:pt x="1419692" y="1489334"/>
                  </a:lnTo>
                  <a:lnTo>
                    <a:pt x="1419694" y="1489318"/>
                  </a:lnTo>
                  <a:lnTo>
                    <a:pt x="1419694" y="1489306"/>
                  </a:lnTo>
                  <a:lnTo>
                    <a:pt x="1419692" y="1489292"/>
                  </a:lnTo>
                  <a:lnTo>
                    <a:pt x="1419688" y="1489282"/>
                  </a:lnTo>
                  <a:lnTo>
                    <a:pt x="1419670" y="1489254"/>
                  </a:lnTo>
                  <a:lnTo>
                    <a:pt x="1419657" y="1489241"/>
                  </a:lnTo>
                  <a:lnTo>
                    <a:pt x="1419643" y="1489229"/>
                  </a:lnTo>
                  <a:lnTo>
                    <a:pt x="1419624" y="1489220"/>
                  </a:lnTo>
                  <a:lnTo>
                    <a:pt x="1419607" y="1489211"/>
                  </a:lnTo>
                  <a:lnTo>
                    <a:pt x="1419598" y="1489208"/>
                  </a:lnTo>
                  <a:lnTo>
                    <a:pt x="1419579" y="1489205"/>
                  </a:lnTo>
                  <a:lnTo>
                    <a:pt x="1419560" y="1489204"/>
                  </a:lnTo>
                  <a:lnTo>
                    <a:pt x="1419542" y="1489205"/>
                  </a:lnTo>
                  <a:lnTo>
                    <a:pt x="1419530" y="1489202"/>
                  </a:lnTo>
                  <a:lnTo>
                    <a:pt x="1419523" y="1489198"/>
                  </a:lnTo>
                  <a:lnTo>
                    <a:pt x="1419513" y="1489188"/>
                  </a:lnTo>
                  <a:lnTo>
                    <a:pt x="1419502" y="1489175"/>
                  </a:lnTo>
                  <a:lnTo>
                    <a:pt x="1419494" y="1489166"/>
                  </a:lnTo>
                  <a:lnTo>
                    <a:pt x="1419484" y="1489145"/>
                  </a:lnTo>
                  <a:lnTo>
                    <a:pt x="1419475" y="1489128"/>
                  </a:lnTo>
                  <a:lnTo>
                    <a:pt x="1419466" y="1489107"/>
                  </a:lnTo>
                  <a:lnTo>
                    <a:pt x="1419459" y="1489091"/>
                  </a:lnTo>
                  <a:lnTo>
                    <a:pt x="1419454" y="1489079"/>
                  </a:lnTo>
                  <a:lnTo>
                    <a:pt x="1419452" y="1489074"/>
                  </a:lnTo>
                  <a:lnTo>
                    <a:pt x="1419448" y="1489057"/>
                  </a:lnTo>
                  <a:lnTo>
                    <a:pt x="1419441" y="1489049"/>
                  </a:lnTo>
                  <a:lnTo>
                    <a:pt x="1419435" y="1489045"/>
                  </a:lnTo>
                  <a:lnTo>
                    <a:pt x="1419422" y="1489041"/>
                  </a:lnTo>
                  <a:lnTo>
                    <a:pt x="1419409" y="1489037"/>
                  </a:lnTo>
                  <a:lnTo>
                    <a:pt x="1419397" y="1489034"/>
                  </a:lnTo>
                  <a:lnTo>
                    <a:pt x="1419381" y="1489029"/>
                  </a:lnTo>
                  <a:lnTo>
                    <a:pt x="1419366" y="1489023"/>
                  </a:lnTo>
                  <a:lnTo>
                    <a:pt x="1419350" y="1489017"/>
                  </a:lnTo>
                  <a:lnTo>
                    <a:pt x="1419336" y="1489012"/>
                  </a:lnTo>
                  <a:lnTo>
                    <a:pt x="1419318" y="1489007"/>
                  </a:lnTo>
                  <a:lnTo>
                    <a:pt x="1419302" y="1489001"/>
                  </a:lnTo>
                  <a:lnTo>
                    <a:pt x="1419291" y="1488997"/>
                  </a:lnTo>
                  <a:lnTo>
                    <a:pt x="1419271" y="1488988"/>
                  </a:lnTo>
                  <a:lnTo>
                    <a:pt x="1419254" y="1488979"/>
                  </a:lnTo>
                  <a:lnTo>
                    <a:pt x="1419242" y="1488971"/>
                  </a:lnTo>
                  <a:lnTo>
                    <a:pt x="1419233" y="1488965"/>
                  </a:lnTo>
                  <a:lnTo>
                    <a:pt x="1419219" y="1488957"/>
                  </a:lnTo>
                  <a:lnTo>
                    <a:pt x="1419202" y="1488947"/>
                  </a:lnTo>
                  <a:lnTo>
                    <a:pt x="1419188" y="1488940"/>
                  </a:lnTo>
                  <a:lnTo>
                    <a:pt x="1419179" y="1488933"/>
                  </a:lnTo>
                  <a:lnTo>
                    <a:pt x="1419172" y="1488927"/>
                  </a:lnTo>
                  <a:lnTo>
                    <a:pt x="1419165" y="1488924"/>
                  </a:lnTo>
                  <a:lnTo>
                    <a:pt x="1419156" y="1488921"/>
                  </a:lnTo>
                  <a:lnTo>
                    <a:pt x="1419144" y="1488916"/>
                  </a:lnTo>
                  <a:lnTo>
                    <a:pt x="1419131" y="1488909"/>
                  </a:lnTo>
                  <a:lnTo>
                    <a:pt x="1419122" y="1488903"/>
                  </a:lnTo>
                  <a:lnTo>
                    <a:pt x="1419109" y="1488895"/>
                  </a:lnTo>
                  <a:lnTo>
                    <a:pt x="1419097" y="1488885"/>
                  </a:lnTo>
                  <a:lnTo>
                    <a:pt x="1419086" y="1488876"/>
                  </a:lnTo>
                  <a:lnTo>
                    <a:pt x="1419078" y="1488868"/>
                  </a:lnTo>
                  <a:lnTo>
                    <a:pt x="1419059" y="1488850"/>
                  </a:lnTo>
                  <a:lnTo>
                    <a:pt x="1419042" y="1488831"/>
                  </a:lnTo>
                  <a:lnTo>
                    <a:pt x="1419031" y="1488821"/>
                  </a:lnTo>
                  <a:lnTo>
                    <a:pt x="1419024" y="1488811"/>
                  </a:lnTo>
                  <a:lnTo>
                    <a:pt x="1419014" y="1488797"/>
                  </a:lnTo>
                  <a:lnTo>
                    <a:pt x="1419005" y="1488788"/>
                  </a:lnTo>
                  <a:lnTo>
                    <a:pt x="1418994" y="1488776"/>
                  </a:lnTo>
                  <a:lnTo>
                    <a:pt x="1418982" y="1488766"/>
                  </a:lnTo>
                  <a:lnTo>
                    <a:pt x="1418962" y="1488752"/>
                  </a:lnTo>
                  <a:lnTo>
                    <a:pt x="1418944" y="1488735"/>
                  </a:lnTo>
                  <a:lnTo>
                    <a:pt x="1418934" y="1488727"/>
                  </a:lnTo>
                  <a:lnTo>
                    <a:pt x="1418924" y="1488721"/>
                  </a:lnTo>
                  <a:lnTo>
                    <a:pt x="1418916" y="1488714"/>
                  </a:lnTo>
                  <a:lnTo>
                    <a:pt x="1418904" y="1488704"/>
                  </a:lnTo>
                  <a:lnTo>
                    <a:pt x="1418897" y="1488699"/>
                  </a:lnTo>
                  <a:lnTo>
                    <a:pt x="1418892" y="1488696"/>
                  </a:lnTo>
                  <a:lnTo>
                    <a:pt x="1418883" y="1488690"/>
                  </a:lnTo>
                  <a:lnTo>
                    <a:pt x="1418865" y="1488677"/>
                  </a:lnTo>
                  <a:lnTo>
                    <a:pt x="1418849" y="1488671"/>
                  </a:lnTo>
                  <a:lnTo>
                    <a:pt x="1418801" y="1488656"/>
                  </a:lnTo>
                  <a:lnTo>
                    <a:pt x="1418779" y="1488647"/>
                  </a:lnTo>
                  <a:lnTo>
                    <a:pt x="1418759" y="1488629"/>
                  </a:lnTo>
                  <a:lnTo>
                    <a:pt x="1418711" y="1488617"/>
                  </a:lnTo>
                  <a:lnTo>
                    <a:pt x="1418705" y="1488604"/>
                  </a:lnTo>
                  <a:lnTo>
                    <a:pt x="1418657" y="1488512"/>
                  </a:lnTo>
                  <a:lnTo>
                    <a:pt x="1418594" y="1488462"/>
                  </a:lnTo>
                  <a:lnTo>
                    <a:pt x="1418568" y="1488433"/>
                  </a:lnTo>
                  <a:lnTo>
                    <a:pt x="1418547" y="1488421"/>
                  </a:lnTo>
                  <a:lnTo>
                    <a:pt x="1418538" y="1488390"/>
                  </a:lnTo>
                  <a:lnTo>
                    <a:pt x="1418523" y="1488351"/>
                  </a:lnTo>
                  <a:lnTo>
                    <a:pt x="1418508" y="1488315"/>
                  </a:lnTo>
                  <a:lnTo>
                    <a:pt x="1418448" y="1488320"/>
                  </a:lnTo>
                  <a:lnTo>
                    <a:pt x="1418427" y="1488311"/>
                  </a:lnTo>
                  <a:lnTo>
                    <a:pt x="1418415" y="1488300"/>
                  </a:lnTo>
                  <a:lnTo>
                    <a:pt x="1418412" y="1488277"/>
                  </a:lnTo>
                  <a:lnTo>
                    <a:pt x="1418407" y="1488273"/>
                  </a:lnTo>
                  <a:lnTo>
                    <a:pt x="1418352" y="1488277"/>
                  </a:lnTo>
                  <a:lnTo>
                    <a:pt x="1418287" y="1488242"/>
                  </a:lnTo>
                  <a:lnTo>
                    <a:pt x="1418270" y="1488227"/>
                  </a:lnTo>
                  <a:lnTo>
                    <a:pt x="1418243" y="1488190"/>
                  </a:lnTo>
                  <a:lnTo>
                    <a:pt x="1418208" y="1488149"/>
                  </a:lnTo>
                  <a:lnTo>
                    <a:pt x="1418171" y="1488111"/>
                  </a:lnTo>
                  <a:lnTo>
                    <a:pt x="1418150" y="1488085"/>
                  </a:lnTo>
                  <a:lnTo>
                    <a:pt x="1418136" y="1488062"/>
                  </a:lnTo>
                  <a:lnTo>
                    <a:pt x="1418182" y="1488047"/>
                  </a:lnTo>
                  <a:lnTo>
                    <a:pt x="1418271" y="1488020"/>
                  </a:lnTo>
                  <a:lnTo>
                    <a:pt x="1418340" y="1487975"/>
                  </a:lnTo>
                  <a:lnTo>
                    <a:pt x="1418426" y="1487934"/>
                  </a:lnTo>
                  <a:lnTo>
                    <a:pt x="1418435" y="1487944"/>
                  </a:lnTo>
                  <a:lnTo>
                    <a:pt x="1418447" y="1487959"/>
                  </a:lnTo>
                  <a:lnTo>
                    <a:pt x="1418456" y="1487968"/>
                  </a:lnTo>
                  <a:lnTo>
                    <a:pt x="1418461" y="1487963"/>
                  </a:lnTo>
                  <a:lnTo>
                    <a:pt x="1418465" y="1487960"/>
                  </a:lnTo>
                  <a:lnTo>
                    <a:pt x="1418477" y="1487955"/>
                  </a:lnTo>
                  <a:lnTo>
                    <a:pt x="1418489" y="1487951"/>
                  </a:lnTo>
                  <a:lnTo>
                    <a:pt x="1418504" y="1487947"/>
                  </a:lnTo>
                  <a:lnTo>
                    <a:pt x="1418515" y="1487943"/>
                  </a:lnTo>
                  <a:lnTo>
                    <a:pt x="1418522" y="1487941"/>
                  </a:lnTo>
                  <a:lnTo>
                    <a:pt x="1418530" y="1487936"/>
                  </a:lnTo>
                  <a:lnTo>
                    <a:pt x="1418536" y="1487931"/>
                  </a:lnTo>
                  <a:lnTo>
                    <a:pt x="1418541" y="1487927"/>
                  </a:lnTo>
                  <a:lnTo>
                    <a:pt x="1418548" y="1487923"/>
                  </a:lnTo>
                  <a:lnTo>
                    <a:pt x="1418556" y="1487921"/>
                  </a:lnTo>
                  <a:lnTo>
                    <a:pt x="1418561" y="1487916"/>
                  </a:lnTo>
                  <a:lnTo>
                    <a:pt x="1418564" y="1487907"/>
                  </a:lnTo>
                  <a:lnTo>
                    <a:pt x="1418565" y="1487892"/>
                  </a:lnTo>
                  <a:lnTo>
                    <a:pt x="1418565" y="1487877"/>
                  </a:lnTo>
                  <a:lnTo>
                    <a:pt x="1418566" y="1487866"/>
                  </a:lnTo>
                  <a:lnTo>
                    <a:pt x="1418568" y="1487855"/>
                  </a:lnTo>
                  <a:lnTo>
                    <a:pt x="1418572" y="1487847"/>
                  </a:lnTo>
                  <a:lnTo>
                    <a:pt x="1418577" y="1487838"/>
                  </a:lnTo>
                  <a:lnTo>
                    <a:pt x="1418580" y="1487826"/>
                  </a:lnTo>
                  <a:lnTo>
                    <a:pt x="1418580" y="1487821"/>
                  </a:lnTo>
                  <a:lnTo>
                    <a:pt x="1418577" y="1487811"/>
                  </a:lnTo>
                  <a:lnTo>
                    <a:pt x="1418575" y="1487800"/>
                  </a:lnTo>
                  <a:lnTo>
                    <a:pt x="1418571" y="1487792"/>
                  </a:lnTo>
                  <a:lnTo>
                    <a:pt x="1418567" y="1487786"/>
                  </a:lnTo>
                  <a:lnTo>
                    <a:pt x="1418565" y="1487781"/>
                  </a:lnTo>
                  <a:lnTo>
                    <a:pt x="1418562" y="1487775"/>
                  </a:lnTo>
                  <a:lnTo>
                    <a:pt x="1418560" y="1487763"/>
                  </a:lnTo>
                  <a:lnTo>
                    <a:pt x="1418561" y="1487756"/>
                  </a:lnTo>
                  <a:lnTo>
                    <a:pt x="1418560" y="1487751"/>
                  </a:lnTo>
                  <a:lnTo>
                    <a:pt x="1418563" y="1487741"/>
                  </a:lnTo>
                  <a:lnTo>
                    <a:pt x="1418566" y="1487731"/>
                  </a:lnTo>
                  <a:lnTo>
                    <a:pt x="1418569" y="1487725"/>
                  </a:lnTo>
                  <a:lnTo>
                    <a:pt x="1418572" y="1487720"/>
                  </a:lnTo>
                  <a:lnTo>
                    <a:pt x="1418577" y="1487715"/>
                  </a:lnTo>
                  <a:lnTo>
                    <a:pt x="1418583" y="1487713"/>
                  </a:lnTo>
                  <a:lnTo>
                    <a:pt x="1418588" y="1487712"/>
                  </a:lnTo>
                  <a:lnTo>
                    <a:pt x="1418593" y="1487711"/>
                  </a:lnTo>
                  <a:lnTo>
                    <a:pt x="1418599" y="1487710"/>
                  </a:lnTo>
                  <a:lnTo>
                    <a:pt x="1418605" y="1487709"/>
                  </a:lnTo>
                  <a:lnTo>
                    <a:pt x="1418613" y="1487707"/>
                  </a:lnTo>
                  <a:lnTo>
                    <a:pt x="1418620" y="1487701"/>
                  </a:lnTo>
                  <a:lnTo>
                    <a:pt x="1418623" y="1487693"/>
                  </a:lnTo>
                  <a:lnTo>
                    <a:pt x="1418623" y="1487687"/>
                  </a:lnTo>
                  <a:lnTo>
                    <a:pt x="1418624" y="1487681"/>
                  </a:lnTo>
                  <a:lnTo>
                    <a:pt x="1418624" y="1487675"/>
                  </a:lnTo>
                  <a:lnTo>
                    <a:pt x="1418624" y="1487666"/>
                  </a:lnTo>
                  <a:lnTo>
                    <a:pt x="1418622" y="1487659"/>
                  </a:lnTo>
                  <a:lnTo>
                    <a:pt x="1418589" y="1487614"/>
                  </a:lnTo>
                  <a:lnTo>
                    <a:pt x="1418583" y="1487604"/>
                  </a:lnTo>
                  <a:lnTo>
                    <a:pt x="1418585" y="1487585"/>
                  </a:lnTo>
                  <a:lnTo>
                    <a:pt x="1418584" y="1487560"/>
                  </a:lnTo>
                  <a:lnTo>
                    <a:pt x="1418577" y="1487554"/>
                  </a:lnTo>
                  <a:lnTo>
                    <a:pt x="1418570" y="1487549"/>
                  </a:lnTo>
                  <a:lnTo>
                    <a:pt x="1418562" y="1487544"/>
                  </a:lnTo>
                  <a:lnTo>
                    <a:pt x="1418557" y="1487543"/>
                  </a:lnTo>
                  <a:lnTo>
                    <a:pt x="1418551" y="1487542"/>
                  </a:lnTo>
                  <a:lnTo>
                    <a:pt x="1418541" y="1487542"/>
                  </a:lnTo>
                  <a:lnTo>
                    <a:pt x="1418528" y="1487540"/>
                  </a:lnTo>
                  <a:lnTo>
                    <a:pt x="1418519" y="1487540"/>
                  </a:lnTo>
                  <a:lnTo>
                    <a:pt x="1418514" y="1487539"/>
                  </a:lnTo>
                  <a:lnTo>
                    <a:pt x="1418508" y="1487539"/>
                  </a:lnTo>
                  <a:lnTo>
                    <a:pt x="1418497" y="1487539"/>
                  </a:lnTo>
                  <a:lnTo>
                    <a:pt x="1418487" y="1487540"/>
                  </a:lnTo>
                  <a:lnTo>
                    <a:pt x="1418480" y="1487542"/>
                  </a:lnTo>
                  <a:lnTo>
                    <a:pt x="1418472" y="1487543"/>
                  </a:lnTo>
                  <a:lnTo>
                    <a:pt x="1418465" y="1487544"/>
                  </a:lnTo>
                  <a:lnTo>
                    <a:pt x="1418456" y="1487547"/>
                  </a:lnTo>
                  <a:lnTo>
                    <a:pt x="1418449" y="1487549"/>
                  </a:lnTo>
                  <a:lnTo>
                    <a:pt x="1418444" y="1487552"/>
                  </a:lnTo>
                  <a:lnTo>
                    <a:pt x="1418438" y="1487558"/>
                  </a:lnTo>
                  <a:lnTo>
                    <a:pt x="1418430" y="1487563"/>
                  </a:lnTo>
                  <a:lnTo>
                    <a:pt x="1418425" y="1487564"/>
                  </a:lnTo>
                  <a:lnTo>
                    <a:pt x="1418418" y="1487562"/>
                  </a:lnTo>
                  <a:lnTo>
                    <a:pt x="1418412" y="1487561"/>
                  </a:lnTo>
                  <a:lnTo>
                    <a:pt x="1418407" y="1487559"/>
                  </a:lnTo>
                  <a:lnTo>
                    <a:pt x="1418402" y="1487560"/>
                  </a:lnTo>
                  <a:lnTo>
                    <a:pt x="1418397" y="1487561"/>
                  </a:lnTo>
                  <a:lnTo>
                    <a:pt x="1418390" y="1487561"/>
                  </a:lnTo>
                  <a:lnTo>
                    <a:pt x="1418385" y="1487562"/>
                  </a:lnTo>
                  <a:lnTo>
                    <a:pt x="1418379" y="1487561"/>
                  </a:lnTo>
                  <a:lnTo>
                    <a:pt x="1418372" y="1487561"/>
                  </a:lnTo>
                  <a:lnTo>
                    <a:pt x="1418368" y="1487559"/>
                  </a:lnTo>
                  <a:lnTo>
                    <a:pt x="1418364" y="1487554"/>
                  </a:lnTo>
                  <a:lnTo>
                    <a:pt x="1418360" y="1487548"/>
                  </a:lnTo>
                  <a:lnTo>
                    <a:pt x="1418357" y="1487540"/>
                  </a:lnTo>
                  <a:lnTo>
                    <a:pt x="1418356" y="1487532"/>
                  </a:lnTo>
                  <a:lnTo>
                    <a:pt x="1418357" y="1487524"/>
                  </a:lnTo>
                  <a:lnTo>
                    <a:pt x="1418358" y="1487518"/>
                  </a:lnTo>
                  <a:lnTo>
                    <a:pt x="1418360" y="1487510"/>
                  </a:lnTo>
                  <a:lnTo>
                    <a:pt x="1418358" y="1487501"/>
                  </a:lnTo>
                  <a:lnTo>
                    <a:pt x="1418355" y="1487495"/>
                  </a:lnTo>
                  <a:lnTo>
                    <a:pt x="1418351" y="1487488"/>
                  </a:lnTo>
                  <a:lnTo>
                    <a:pt x="1418333" y="1487465"/>
                  </a:lnTo>
                  <a:lnTo>
                    <a:pt x="1418317" y="1487446"/>
                  </a:lnTo>
                  <a:lnTo>
                    <a:pt x="1418313" y="1487443"/>
                  </a:lnTo>
                  <a:lnTo>
                    <a:pt x="1418308" y="1487440"/>
                  </a:lnTo>
                  <a:lnTo>
                    <a:pt x="1418303" y="1487437"/>
                  </a:lnTo>
                  <a:lnTo>
                    <a:pt x="1418296" y="1487431"/>
                  </a:lnTo>
                  <a:lnTo>
                    <a:pt x="1418287" y="1487424"/>
                  </a:lnTo>
                  <a:lnTo>
                    <a:pt x="1418280" y="1487420"/>
                  </a:lnTo>
                  <a:lnTo>
                    <a:pt x="1418273" y="1487415"/>
                  </a:lnTo>
                  <a:lnTo>
                    <a:pt x="1418268" y="1487409"/>
                  </a:lnTo>
                  <a:lnTo>
                    <a:pt x="1418266" y="1487404"/>
                  </a:lnTo>
                  <a:lnTo>
                    <a:pt x="1418261" y="1487399"/>
                  </a:lnTo>
                  <a:lnTo>
                    <a:pt x="1418253" y="1487389"/>
                  </a:lnTo>
                  <a:lnTo>
                    <a:pt x="1418233" y="1487317"/>
                  </a:lnTo>
                  <a:lnTo>
                    <a:pt x="1418229" y="1487312"/>
                  </a:lnTo>
                  <a:lnTo>
                    <a:pt x="1418227" y="1487307"/>
                  </a:lnTo>
                  <a:lnTo>
                    <a:pt x="1418224" y="1487301"/>
                  </a:lnTo>
                  <a:lnTo>
                    <a:pt x="1418223" y="1487293"/>
                  </a:lnTo>
                  <a:lnTo>
                    <a:pt x="1418223" y="1487284"/>
                  </a:lnTo>
                  <a:lnTo>
                    <a:pt x="1418222" y="1487275"/>
                  </a:lnTo>
                  <a:lnTo>
                    <a:pt x="1418220" y="1487269"/>
                  </a:lnTo>
                  <a:lnTo>
                    <a:pt x="1418215" y="1487266"/>
                  </a:lnTo>
                  <a:lnTo>
                    <a:pt x="1418208" y="1487263"/>
                  </a:lnTo>
                  <a:lnTo>
                    <a:pt x="1418202" y="1487262"/>
                  </a:lnTo>
                  <a:lnTo>
                    <a:pt x="1418195" y="1487260"/>
                  </a:lnTo>
                  <a:lnTo>
                    <a:pt x="1418177" y="1487211"/>
                  </a:lnTo>
                  <a:lnTo>
                    <a:pt x="1418174" y="1487203"/>
                  </a:lnTo>
                  <a:lnTo>
                    <a:pt x="1418169" y="1487194"/>
                  </a:lnTo>
                  <a:lnTo>
                    <a:pt x="1418164" y="1487186"/>
                  </a:lnTo>
                  <a:lnTo>
                    <a:pt x="1418159" y="1487177"/>
                  </a:lnTo>
                  <a:lnTo>
                    <a:pt x="1418153" y="1487168"/>
                  </a:lnTo>
                  <a:lnTo>
                    <a:pt x="1418149" y="1487160"/>
                  </a:lnTo>
                  <a:lnTo>
                    <a:pt x="1418144" y="1487150"/>
                  </a:lnTo>
                  <a:lnTo>
                    <a:pt x="1418141" y="1487142"/>
                  </a:lnTo>
                  <a:lnTo>
                    <a:pt x="1418136" y="1487134"/>
                  </a:lnTo>
                  <a:lnTo>
                    <a:pt x="1418129" y="1487122"/>
                  </a:lnTo>
                  <a:lnTo>
                    <a:pt x="1418123" y="1487113"/>
                  </a:lnTo>
                  <a:lnTo>
                    <a:pt x="1418120" y="1487104"/>
                  </a:lnTo>
                  <a:lnTo>
                    <a:pt x="1418118" y="1487097"/>
                  </a:lnTo>
                  <a:lnTo>
                    <a:pt x="1418117" y="1487090"/>
                  </a:lnTo>
                  <a:lnTo>
                    <a:pt x="1418115" y="1487083"/>
                  </a:lnTo>
                  <a:lnTo>
                    <a:pt x="1418108" y="1487083"/>
                  </a:lnTo>
                  <a:lnTo>
                    <a:pt x="1418100" y="1487082"/>
                  </a:lnTo>
                  <a:lnTo>
                    <a:pt x="1418090" y="1487080"/>
                  </a:lnTo>
                  <a:lnTo>
                    <a:pt x="1418080" y="1487077"/>
                  </a:lnTo>
                  <a:lnTo>
                    <a:pt x="1418072" y="1487079"/>
                  </a:lnTo>
                  <a:lnTo>
                    <a:pt x="1418065" y="1487080"/>
                  </a:lnTo>
                  <a:lnTo>
                    <a:pt x="1418060" y="1487081"/>
                  </a:lnTo>
                  <a:lnTo>
                    <a:pt x="1418051" y="1487085"/>
                  </a:lnTo>
                  <a:lnTo>
                    <a:pt x="1418044" y="1487088"/>
                  </a:lnTo>
                  <a:lnTo>
                    <a:pt x="1418034" y="1487092"/>
                  </a:lnTo>
                  <a:lnTo>
                    <a:pt x="1418026" y="1487097"/>
                  </a:lnTo>
                  <a:lnTo>
                    <a:pt x="1418021" y="1487100"/>
                  </a:lnTo>
                  <a:lnTo>
                    <a:pt x="1418014" y="1487103"/>
                  </a:lnTo>
                  <a:lnTo>
                    <a:pt x="1418007" y="1487105"/>
                  </a:lnTo>
                  <a:lnTo>
                    <a:pt x="1418003" y="1487106"/>
                  </a:lnTo>
                  <a:lnTo>
                    <a:pt x="1417998" y="1487105"/>
                  </a:lnTo>
                  <a:lnTo>
                    <a:pt x="1417993" y="1487101"/>
                  </a:lnTo>
                  <a:lnTo>
                    <a:pt x="1417989" y="1487097"/>
                  </a:lnTo>
                  <a:lnTo>
                    <a:pt x="1417986" y="1487089"/>
                  </a:lnTo>
                  <a:lnTo>
                    <a:pt x="1417985" y="1487084"/>
                  </a:lnTo>
                  <a:lnTo>
                    <a:pt x="1417983" y="1487078"/>
                  </a:lnTo>
                  <a:lnTo>
                    <a:pt x="1417981" y="1487072"/>
                  </a:lnTo>
                  <a:lnTo>
                    <a:pt x="1417976" y="1487073"/>
                  </a:lnTo>
                  <a:lnTo>
                    <a:pt x="1417972" y="1487079"/>
                  </a:lnTo>
                  <a:lnTo>
                    <a:pt x="1417968" y="1487088"/>
                  </a:lnTo>
                  <a:lnTo>
                    <a:pt x="1417965" y="1487093"/>
                  </a:lnTo>
                  <a:lnTo>
                    <a:pt x="1417963" y="1487097"/>
                  </a:lnTo>
                  <a:lnTo>
                    <a:pt x="1417957" y="1487105"/>
                  </a:lnTo>
                  <a:lnTo>
                    <a:pt x="1417950" y="1487110"/>
                  </a:lnTo>
                  <a:lnTo>
                    <a:pt x="1417944" y="1487108"/>
                  </a:lnTo>
                  <a:lnTo>
                    <a:pt x="1417935" y="1487106"/>
                  </a:lnTo>
                  <a:lnTo>
                    <a:pt x="1417928" y="1487105"/>
                  </a:lnTo>
                  <a:lnTo>
                    <a:pt x="1417920" y="1487103"/>
                  </a:lnTo>
                  <a:lnTo>
                    <a:pt x="1417912" y="1487102"/>
                  </a:lnTo>
                  <a:lnTo>
                    <a:pt x="1417905" y="1487100"/>
                  </a:lnTo>
                  <a:lnTo>
                    <a:pt x="1417895" y="1487097"/>
                  </a:lnTo>
                  <a:lnTo>
                    <a:pt x="1417886" y="1487093"/>
                  </a:lnTo>
                  <a:lnTo>
                    <a:pt x="1417880" y="1487089"/>
                  </a:lnTo>
                  <a:lnTo>
                    <a:pt x="1417873" y="1487085"/>
                  </a:lnTo>
                  <a:lnTo>
                    <a:pt x="1417867" y="1487082"/>
                  </a:lnTo>
                  <a:lnTo>
                    <a:pt x="1417862" y="1487080"/>
                  </a:lnTo>
                  <a:lnTo>
                    <a:pt x="1417856" y="1487080"/>
                  </a:lnTo>
                  <a:lnTo>
                    <a:pt x="1417851" y="1487081"/>
                  </a:lnTo>
                  <a:lnTo>
                    <a:pt x="1417845" y="1487082"/>
                  </a:lnTo>
                  <a:lnTo>
                    <a:pt x="1417839" y="1487082"/>
                  </a:lnTo>
                  <a:lnTo>
                    <a:pt x="1417823" y="1487079"/>
                  </a:lnTo>
                  <a:lnTo>
                    <a:pt x="1417811" y="1487076"/>
                  </a:lnTo>
                  <a:lnTo>
                    <a:pt x="1417797" y="1487072"/>
                  </a:lnTo>
                  <a:lnTo>
                    <a:pt x="1417787" y="1487069"/>
                  </a:lnTo>
                  <a:lnTo>
                    <a:pt x="1417780" y="1487066"/>
                  </a:lnTo>
                  <a:lnTo>
                    <a:pt x="1417770" y="1487062"/>
                  </a:lnTo>
                  <a:lnTo>
                    <a:pt x="1417762" y="1487057"/>
                  </a:lnTo>
                  <a:lnTo>
                    <a:pt x="1417755" y="1487054"/>
                  </a:lnTo>
                  <a:lnTo>
                    <a:pt x="1417749" y="1487050"/>
                  </a:lnTo>
                  <a:lnTo>
                    <a:pt x="1417742" y="1487046"/>
                  </a:lnTo>
                  <a:lnTo>
                    <a:pt x="1417736" y="1487043"/>
                  </a:lnTo>
                  <a:lnTo>
                    <a:pt x="1417731" y="1487040"/>
                  </a:lnTo>
                  <a:lnTo>
                    <a:pt x="1417726" y="1487037"/>
                  </a:lnTo>
                  <a:lnTo>
                    <a:pt x="1417720" y="1487032"/>
                  </a:lnTo>
                  <a:lnTo>
                    <a:pt x="1417713" y="1487028"/>
                  </a:lnTo>
                  <a:lnTo>
                    <a:pt x="1417709" y="1487022"/>
                  </a:lnTo>
                  <a:lnTo>
                    <a:pt x="1417706" y="1487018"/>
                  </a:lnTo>
                  <a:lnTo>
                    <a:pt x="1417703" y="1487013"/>
                  </a:lnTo>
                  <a:lnTo>
                    <a:pt x="1417696" y="1487002"/>
                  </a:lnTo>
                  <a:lnTo>
                    <a:pt x="1417691" y="1486995"/>
                  </a:lnTo>
                  <a:lnTo>
                    <a:pt x="1417684" y="1486989"/>
                  </a:lnTo>
                  <a:lnTo>
                    <a:pt x="1417677" y="1486984"/>
                  </a:lnTo>
                  <a:lnTo>
                    <a:pt x="1417665" y="1486979"/>
                  </a:lnTo>
                  <a:lnTo>
                    <a:pt x="1417657" y="1486976"/>
                  </a:lnTo>
                  <a:lnTo>
                    <a:pt x="1417650" y="1486978"/>
                  </a:lnTo>
                  <a:lnTo>
                    <a:pt x="1417643" y="1486980"/>
                  </a:lnTo>
                  <a:lnTo>
                    <a:pt x="1417636" y="1486981"/>
                  </a:lnTo>
                  <a:lnTo>
                    <a:pt x="1417630" y="1486981"/>
                  </a:lnTo>
                  <a:lnTo>
                    <a:pt x="1417619" y="1486980"/>
                  </a:lnTo>
                  <a:lnTo>
                    <a:pt x="1417557" y="1486955"/>
                  </a:lnTo>
                  <a:lnTo>
                    <a:pt x="1417504" y="1486929"/>
                  </a:lnTo>
                  <a:lnTo>
                    <a:pt x="1417496" y="1486935"/>
                  </a:lnTo>
                  <a:lnTo>
                    <a:pt x="1417489" y="1486939"/>
                  </a:lnTo>
                  <a:lnTo>
                    <a:pt x="1417484" y="1486941"/>
                  </a:lnTo>
                  <a:lnTo>
                    <a:pt x="1417478" y="1486943"/>
                  </a:lnTo>
                  <a:lnTo>
                    <a:pt x="1417466" y="1486947"/>
                  </a:lnTo>
                  <a:lnTo>
                    <a:pt x="1417457" y="1486952"/>
                  </a:lnTo>
                  <a:lnTo>
                    <a:pt x="1417446" y="1486961"/>
                  </a:lnTo>
                  <a:lnTo>
                    <a:pt x="1417438" y="1486969"/>
                  </a:lnTo>
                  <a:lnTo>
                    <a:pt x="1417433" y="1486976"/>
                  </a:lnTo>
                  <a:lnTo>
                    <a:pt x="1417429" y="1486981"/>
                  </a:lnTo>
                  <a:lnTo>
                    <a:pt x="1417417" y="1486987"/>
                  </a:lnTo>
                  <a:lnTo>
                    <a:pt x="1417411" y="1486989"/>
                  </a:lnTo>
                  <a:lnTo>
                    <a:pt x="1417401" y="1486990"/>
                  </a:lnTo>
                  <a:lnTo>
                    <a:pt x="1417391" y="1486989"/>
                  </a:lnTo>
                  <a:lnTo>
                    <a:pt x="1417385" y="1486987"/>
                  </a:lnTo>
                  <a:lnTo>
                    <a:pt x="1417378" y="1486985"/>
                  </a:lnTo>
                  <a:lnTo>
                    <a:pt x="1417372" y="1486984"/>
                  </a:lnTo>
                  <a:lnTo>
                    <a:pt x="1417363" y="1486980"/>
                  </a:lnTo>
                  <a:lnTo>
                    <a:pt x="1417356" y="1486978"/>
                  </a:lnTo>
                  <a:lnTo>
                    <a:pt x="1417351" y="1486977"/>
                  </a:lnTo>
                  <a:lnTo>
                    <a:pt x="1417341" y="1486983"/>
                  </a:lnTo>
                  <a:lnTo>
                    <a:pt x="1417333" y="1486986"/>
                  </a:lnTo>
                  <a:lnTo>
                    <a:pt x="1417323" y="1486989"/>
                  </a:lnTo>
                  <a:lnTo>
                    <a:pt x="1417314" y="1486992"/>
                  </a:lnTo>
                  <a:lnTo>
                    <a:pt x="1417303" y="1486995"/>
                  </a:lnTo>
                  <a:lnTo>
                    <a:pt x="1417297" y="1486996"/>
                  </a:lnTo>
                  <a:lnTo>
                    <a:pt x="1417296" y="1487002"/>
                  </a:lnTo>
                  <a:lnTo>
                    <a:pt x="1417296" y="1487011"/>
                  </a:lnTo>
                  <a:lnTo>
                    <a:pt x="1417296" y="1487017"/>
                  </a:lnTo>
                  <a:lnTo>
                    <a:pt x="1417298" y="1487026"/>
                  </a:lnTo>
                  <a:lnTo>
                    <a:pt x="1417300" y="1487037"/>
                  </a:lnTo>
                  <a:lnTo>
                    <a:pt x="1417301" y="1487044"/>
                  </a:lnTo>
                  <a:lnTo>
                    <a:pt x="1417301" y="1487051"/>
                  </a:lnTo>
                  <a:lnTo>
                    <a:pt x="1417300" y="1487062"/>
                  </a:lnTo>
                  <a:lnTo>
                    <a:pt x="1417298" y="1487068"/>
                  </a:lnTo>
                  <a:lnTo>
                    <a:pt x="1417294" y="1487074"/>
                  </a:lnTo>
                  <a:lnTo>
                    <a:pt x="1417288" y="1487076"/>
                  </a:lnTo>
                  <a:lnTo>
                    <a:pt x="1417282" y="1487078"/>
                  </a:lnTo>
                  <a:lnTo>
                    <a:pt x="1417275" y="1487079"/>
                  </a:lnTo>
                  <a:lnTo>
                    <a:pt x="1417266" y="1487082"/>
                  </a:lnTo>
                  <a:lnTo>
                    <a:pt x="1417260" y="1487083"/>
                  </a:lnTo>
                  <a:lnTo>
                    <a:pt x="1417252" y="1487084"/>
                  </a:lnTo>
                  <a:lnTo>
                    <a:pt x="1417245" y="1487078"/>
                  </a:lnTo>
                  <a:lnTo>
                    <a:pt x="1417237" y="1487076"/>
                  </a:lnTo>
                  <a:lnTo>
                    <a:pt x="1417231" y="1487079"/>
                  </a:lnTo>
                  <a:lnTo>
                    <a:pt x="1417225" y="1487084"/>
                  </a:lnTo>
                  <a:lnTo>
                    <a:pt x="1417217" y="1487090"/>
                  </a:lnTo>
                  <a:lnTo>
                    <a:pt x="1417207" y="1487100"/>
                  </a:lnTo>
                  <a:lnTo>
                    <a:pt x="1417201" y="1487107"/>
                  </a:lnTo>
                  <a:lnTo>
                    <a:pt x="1417194" y="1487111"/>
                  </a:lnTo>
                  <a:lnTo>
                    <a:pt x="1417190" y="1487114"/>
                  </a:lnTo>
                  <a:lnTo>
                    <a:pt x="1417179" y="1487116"/>
                  </a:lnTo>
                  <a:lnTo>
                    <a:pt x="1417169" y="1487122"/>
                  </a:lnTo>
                  <a:lnTo>
                    <a:pt x="1417161" y="1487127"/>
                  </a:lnTo>
                  <a:lnTo>
                    <a:pt x="1417151" y="1487129"/>
                  </a:lnTo>
                  <a:lnTo>
                    <a:pt x="1417147" y="1487128"/>
                  </a:lnTo>
                  <a:lnTo>
                    <a:pt x="1417141" y="1487124"/>
                  </a:lnTo>
                  <a:lnTo>
                    <a:pt x="1417133" y="1487119"/>
                  </a:lnTo>
                  <a:lnTo>
                    <a:pt x="1417126" y="1487113"/>
                  </a:lnTo>
                  <a:lnTo>
                    <a:pt x="1417120" y="1487107"/>
                  </a:lnTo>
                  <a:lnTo>
                    <a:pt x="1417113" y="1487101"/>
                  </a:lnTo>
                  <a:lnTo>
                    <a:pt x="1417106" y="1487097"/>
                  </a:lnTo>
                  <a:lnTo>
                    <a:pt x="1417100" y="1487097"/>
                  </a:lnTo>
                  <a:lnTo>
                    <a:pt x="1417095" y="1487098"/>
                  </a:lnTo>
                  <a:lnTo>
                    <a:pt x="1417089" y="1487099"/>
                  </a:lnTo>
                  <a:lnTo>
                    <a:pt x="1417083" y="1487100"/>
                  </a:lnTo>
                  <a:lnTo>
                    <a:pt x="1417076" y="1487102"/>
                  </a:lnTo>
                  <a:lnTo>
                    <a:pt x="1417068" y="1487106"/>
                  </a:lnTo>
                  <a:lnTo>
                    <a:pt x="1417060" y="1487113"/>
                  </a:lnTo>
                  <a:lnTo>
                    <a:pt x="1417055" y="1487120"/>
                  </a:lnTo>
                  <a:lnTo>
                    <a:pt x="1417051" y="1487126"/>
                  </a:lnTo>
                  <a:lnTo>
                    <a:pt x="1417046" y="1487134"/>
                  </a:lnTo>
                  <a:lnTo>
                    <a:pt x="1417039" y="1487142"/>
                  </a:lnTo>
                  <a:lnTo>
                    <a:pt x="1417035" y="1487147"/>
                  </a:lnTo>
                  <a:lnTo>
                    <a:pt x="1417033" y="1487153"/>
                  </a:lnTo>
                  <a:lnTo>
                    <a:pt x="1417030" y="1487158"/>
                  </a:lnTo>
                  <a:lnTo>
                    <a:pt x="1417026" y="1487164"/>
                  </a:lnTo>
                  <a:lnTo>
                    <a:pt x="1417022" y="1487171"/>
                  </a:lnTo>
                  <a:lnTo>
                    <a:pt x="1417018" y="1487175"/>
                  </a:lnTo>
                  <a:lnTo>
                    <a:pt x="1417006" y="1487174"/>
                  </a:lnTo>
                  <a:lnTo>
                    <a:pt x="1416995" y="1487173"/>
                  </a:lnTo>
                  <a:lnTo>
                    <a:pt x="1416984" y="1487169"/>
                  </a:lnTo>
                  <a:lnTo>
                    <a:pt x="1416975" y="1487166"/>
                  </a:lnTo>
                  <a:lnTo>
                    <a:pt x="1416960" y="1487165"/>
                  </a:lnTo>
                  <a:lnTo>
                    <a:pt x="1416953" y="1487165"/>
                  </a:lnTo>
                  <a:lnTo>
                    <a:pt x="1416947" y="1487162"/>
                  </a:lnTo>
                  <a:lnTo>
                    <a:pt x="1416942" y="1487158"/>
                  </a:lnTo>
                  <a:lnTo>
                    <a:pt x="1416938" y="1487152"/>
                  </a:lnTo>
                  <a:lnTo>
                    <a:pt x="1416933" y="1487144"/>
                  </a:lnTo>
                  <a:lnTo>
                    <a:pt x="1416931" y="1487137"/>
                  </a:lnTo>
                  <a:lnTo>
                    <a:pt x="1416926" y="1487130"/>
                  </a:lnTo>
                  <a:lnTo>
                    <a:pt x="1416923" y="1487122"/>
                  </a:lnTo>
                  <a:lnTo>
                    <a:pt x="1416914" y="1487117"/>
                  </a:lnTo>
                  <a:lnTo>
                    <a:pt x="1416908" y="1487116"/>
                  </a:lnTo>
                  <a:lnTo>
                    <a:pt x="1416899" y="1487115"/>
                  </a:lnTo>
                  <a:lnTo>
                    <a:pt x="1416887" y="1487114"/>
                  </a:lnTo>
                  <a:lnTo>
                    <a:pt x="1416880" y="1487113"/>
                  </a:lnTo>
                  <a:lnTo>
                    <a:pt x="1416876" y="1487109"/>
                  </a:lnTo>
                  <a:lnTo>
                    <a:pt x="1416874" y="1487102"/>
                  </a:lnTo>
                  <a:lnTo>
                    <a:pt x="1416872" y="1487095"/>
                  </a:lnTo>
                  <a:lnTo>
                    <a:pt x="1416869" y="1487083"/>
                  </a:lnTo>
                  <a:lnTo>
                    <a:pt x="1416871" y="1487075"/>
                  </a:lnTo>
                  <a:lnTo>
                    <a:pt x="1416872" y="1487065"/>
                  </a:lnTo>
                  <a:lnTo>
                    <a:pt x="1416874" y="1487057"/>
                  </a:lnTo>
                  <a:lnTo>
                    <a:pt x="1416880" y="1487051"/>
                  </a:lnTo>
                  <a:lnTo>
                    <a:pt x="1416885" y="1487049"/>
                  </a:lnTo>
                  <a:lnTo>
                    <a:pt x="1416890" y="1487043"/>
                  </a:lnTo>
                  <a:lnTo>
                    <a:pt x="1416892" y="1487037"/>
                  </a:lnTo>
                  <a:lnTo>
                    <a:pt x="1416895" y="1487026"/>
                  </a:lnTo>
                  <a:lnTo>
                    <a:pt x="1416898" y="1487019"/>
                  </a:lnTo>
                  <a:lnTo>
                    <a:pt x="1416901" y="1487014"/>
                  </a:lnTo>
                  <a:lnTo>
                    <a:pt x="1416908" y="1487005"/>
                  </a:lnTo>
                  <a:lnTo>
                    <a:pt x="1416913" y="1486998"/>
                  </a:lnTo>
                  <a:lnTo>
                    <a:pt x="1416917" y="1486991"/>
                  </a:lnTo>
                  <a:lnTo>
                    <a:pt x="1416917" y="1486977"/>
                  </a:lnTo>
                  <a:lnTo>
                    <a:pt x="1416918" y="1486971"/>
                  </a:lnTo>
                  <a:lnTo>
                    <a:pt x="1416916" y="1486960"/>
                  </a:lnTo>
                  <a:lnTo>
                    <a:pt x="1416914" y="1486953"/>
                  </a:lnTo>
                  <a:lnTo>
                    <a:pt x="1416912" y="1486947"/>
                  </a:lnTo>
                  <a:lnTo>
                    <a:pt x="1416911" y="1486939"/>
                  </a:lnTo>
                  <a:lnTo>
                    <a:pt x="1416912" y="1486932"/>
                  </a:lnTo>
                  <a:lnTo>
                    <a:pt x="1416911" y="1486925"/>
                  </a:lnTo>
                  <a:lnTo>
                    <a:pt x="1416905" y="1486922"/>
                  </a:lnTo>
                  <a:lnTo>
                    <a:pt x="1416897" y="1486919"/>
                  </a:lnTo>
                  <a:lnTo>
                    <a:pt x="1416888" y="1486915"/>
                  </a:lnTo>
                  <a:lnTo>
                    <a:pt x="1416877" y="1486910"/>
                  </a:lnTo>
                  <a:lnTo>
                    <a:pt x="1416872" y="1486908"/>
                  </a:lnTo>
                  <a:lnTo>
                    <a:pt x="1416865" y="1486905"/>
                  </a:lnTo>
                  <a:lnTo>
                    <a:pt x="1416860" y="1486902"/>
                  </a:lnTo>
                  <a:lnTo>
                    <a:pt x="1416854" y="1486900"/>
                  </a:lnTo>
                  <a:lnTo>
                    <a:pt x="1416843" y="1486895"/>
                  </a:lnTo>
                  <a:lnTo>
                    <a:pt x="1416835" y="1486892"/>
                  </a:lnTo>
                  <a:lnTo>
                    <a:pt x="1416827" y="1486891"/>
                  </a:lnTo>
                  <a:lnTo>
                    <a:pt x="1416819" y="1486893"/>
                  </a:lnTo>
                  <a:lnTo>
                    <a:pt x="1416810" y="1486897"/>
                  </a:lnTo>
                  <a:lnTo>
                    <a:pt x="1416796" y="1486907"/>
                  </a:lnTo>
                  <a:lnTo>
                    <a:pt x="1416786" y="1486915"/>
                  </a:lnTo>
                  <a:lnTo>
                    <a:pt x="1416780" y="1486918"/>
                  </a:lnTo>
                  <a:lnTo>
                    <a:pt x="1416771" y="1486924"/>
                  </a:lnTo>
                  <a:lnTo>
                    <a:pt x="1416764" y="1486927"/>
                  </a:lnTo>
                  <a:lnTo>
                    <a:pt x="1416758" y="1486931"/>
                  </a:lnTo>
                  <a:lnTo>
                    <a:pt x="1416753" y="1486937"/>
                  </a:lnTo>
                  <a:lnTo>
                    <a:pt x="1416744" y="1486949"/>
                  </a:lnTo>
                  <a:lnTo>
                    <a:pt x="1416737" y="1486955"/>
                  </a:lnTo>
                  <a:lnTo>
                    <a:pt x="1416731" y="1486956"/>
                  </a:lnTo>
                  <a:lnTo>
                    <a:pt x="1416722" y="1486944"/>
                  </a:lnTo>
                  <a:lnTo>
                    <a:pt x="1416716" y="1486941"/>
                  </a:lnTo>
                  <a:lnTo>
                    <a:pt x="1416710" y="1486940"/>
                  </a:lnTo>
                  <a:lnTo>
                    <a:pt x="1416704" y="1486940"/>
                  </a:lnTo>
                  <a:lnTo>
                    <a:pt x="1416697" y="1486940"/>
                  </a:lnTo>
                  <a:lnTo>
                    <a:pt x="1416689" y="1486942"/>
                  </a:lnTo>
                  <a:lnTo>
                    <a:pt x="1416684" y="1486940"/>
                  </a:lnTo>
                  <a:lnTo>
                    <a:pt x="1416673" y="1486930"/>
                  </a:lnTo>
                  <a:lnTo>
                    <a:pt x="1416660" y="1486921"/>
                  </a:lnTo>
                  <a:lnTo>
                    <a:pt x="1416652" y="1486915"/>
                  </a:lnTo>
                  <a:lnTo>
                    <a:pt x="1416636" y="1486903"/>
                  </a:lnTo>
                  <a:lnTo>
                    <a:pt x="1416624" y="1486895"/>
                  </a:lnTo>
                  <a:lnTo>
                    <a:pt x="1416613" y="1486888"/>
                  </a:lnTo>
                  <a:lnTo>
                    <a:pt x="1416604" y="1486882"/>
                  </a:lnTo>
                  <a:lnTo>
                    <a:pt x="1416592" y="1486877"/>
                  </a:lnTo>
                  <a:lnTo>
                    <a:pt x="1416586" y="1486875"/>
                  </a:lnTo>
                  <a:lnTo>
                    <a:pt x="1416578" y="1486872"/>
                  </a:lnTo>
                  <a:lnTo>
                    <a:pt x="1416568" y="1486871"/>
                  </a:lnTo>
                  <a:lnTo>
                    <a:pt x="1416561" y="1486870"/>
                  </a:lnTo>
                  <a:lnTo>
                    <a:pt x="1416553" y="1486869"/>
                  </a:lnTo>
                  <a:lnTo>
                    <a:pt x="1416512" y="1486916"/>
                  </a:lnTo>
                  <a:lnTo>
                    <a:pt x="1416483" y="1486950"/>
                  </a:lnTo>
                  <a:lnTo>
                    <a:pt x="1416464" y="1486971"/>
                  </a:lnTo>
                  <a:lnTo>
                    <a:pt x="1416452" y="1486985"/>
                  </a:lnTo>
                  <a:lnTo>
                    <a:pt x="1416448" y="1486991"/>
                  </a:lnTo>
                  <a:lnTo>
                    <a:pt x="1416443" y="1486999"/>
                  </a:lnTo>
                  <a:lnTo>
                    <a:pt x="1416438" y="1487006"/>
                  </a:lnTo>
                  <a:lnTo>
                    <a:pt x="1416434" y="1487012"/>
                  </a:lnTo>
                  <a:lnTo>
                    <a:pt x="1416429" y="1487019"/>
                  </a:lnTo>
                  <a:lnTo>
                    <a:pt x="1416426" y="1487025"/>
                  </a:lnTo>
                  <a:lnTo>
                    <a:pt x="1416422" y="1487031"/>
                  </a:lnTo>
                  <a:lnTo>
                    <a:pt x="1416419" y="1487037"/>
                  </a:lnTo>
                  <a:lnTo>
                    <a:pt x="1416415" y="1487045"/>
                  </a:lnTo>
                  <a:lnTo>
                    <a:pt x="1416413" y="1487050"/>
                  </a:lnTo>
                  <a:lnTo>
                    <a:pt x="1416411" y="1487055"/>
                  </a:lnTo>
                  <a:lnTo>
                    <a:pt x="1416408" y="1487062"/>
                  </a:lnTo>
                  <a:lnTo>
                    <a:pt x="1416405" y="1487069"/>
                  </a:lnTo>
                  <a:lnTo>
                    <a:pt x="1416403" y="1487075"/>
                  </a:lnTo>
                  <a:lnTo>
                    <a:pt x="1416399" y="1487082"/>
                  </a:lnTo>
                  <a:lnTo>
                    <a:pt x="1416394" y="1487092"/>
                  </a:lnTo>
                  <a:lnTo>
                    <a:pt x="1416391" y="1487098"/>
                  </a:lnTo>
                  <a:lnTo>
                    <a:pt x="1416387" y="1487105"/>
                  </a:lnTo>
                  <a:lnTo>
                    <a:pt x="1416383" y="1487113"/>
                  </a:lnTo>
                  <a:lnTo>
                    <a:pt x="1416380" y="1487122"/>
                  </a:lnTo>
                  <a:lnTo>
                    <a:pt x="1416379" y="1487128"/>
                  </a:lnTo>
                  <a:lnTo>
                    <a:pt x="1416379" y="1487133"/>
                  </a:lnTo>
                  <a:lnTo>
                    <a:pt x="1416383" y="1487139"/>
                  </a:lnTo>
                  <a:lnTo>
                    <a:pt x="1416388" y="1487142"/>
                  </a:lnTo>
                  <a:lnTo>
                    <a:pt x="1416392" y="1487145"/>
                  </a:lnTo>
                  <a:lnTo>
                    <a:pt x="1416396" y="1487148"/>
                  </a:lnTo>
                  <a:lnTo>
                    <a:pt x="1416402" y="1487152"/>
                  </a:lnTo>
                  <a:lnTo>
                    <a:pt x="1416406" y="1487155"/>
                  </a:lnTo>
                  <a:lnTo>
                    <a:pt x="1416411" y="1487158"/>
                  </a:lnTo>
                  <a:lnTo>
                    <a:pt x="1416417" y="1487160"/>
                  </a:lnTo>
                  <a:lnTo>
                    <a:pt x="1416424" y="1487162"/>
                  </a:lnTo>
                  <a:lnTo>
                    <a:pt x="1416428" y="1487164"/>
                  </a:lnTo>
                  <a:lnTo>
                    <a:pt x="1416432" y="1487169"/>
                  </a:lnTo>
                  <a:lnTo>
                    <a:pt x="1416435" y="1487174"/>
                  </a:lnTo>
                  <a:lnTo>
                    <a:pt x="1416437" y="1487179"/>
                  </a:lnTo>
                  <a:lnTo>
                    <a:pt x="1416439" y="1487184"/>
                  </a:lnTo>
                  <a:lnTo>
                    <a:pt x="1416440" y="1487189"/>
                  </a:lnTo>
                  <a:lnTo>
                    <a:pt x="1416442" y="1487196"/>
                  </a:lnTo>
                  <a:lnTo>
                    <a:pt x="1416444" y="1487203"/>
                  </a:lnTo>
                  <a:lnTo>
                    <a:pt x="1416446" y="1487214"/>
                  </a:lnTo>
                  <a:lnTo>
                    <a:pt x="1416447" y="1487223"/>
                  </a:lnTo>
                  <a:lnTo>
                    <a:pt x="1416448" y="1487230"/>
                  </a:lnTo>
                  <a:lnTo>
                    <a:pt x="1416449" y="1487239"/>
                  </a:lnTo>
                  <a:lnTo>
                    <a:pt x="1416451" y="1487254"/>
                  </a:lnTo>
                  <a:lnTo>
                    <a:pt x="1416453" y="1487268"/>
                  </a:lnTo>
                  <a:lnTo>
                    <a:pt x="1416454" y="1487279"/>
                  </a:lnTo>
                  <a:lnTo>
                    <a:pt x="1416455" y="1487295"/>
                  </a:lnTo>
                  <a:lnTo>
                    <a:pt x="1416455" y="1487302"/>
                  </a:lnTo>
                  <a:lnTo>
                    <a:pt x="1416455" y="1487312"/>
                  </a:lnTo>
                  <a:lnTo>
                    <a:pt x="1416455" y="1487321"/>
                  </a:lnTo>
                  <a:lnTo>
                    <a:pt x="1416455" y="1487326"/>
                  </a:lnTo>
                  <a:lnTo>
                    <a:pt x="1416456" y="1487338"/>
                  </a:lnTo>
                  <a:lnTo>
                    <a:pt x="1416456" y="1487348"/>
                  </a:lnTo>
                  <a:lnTo>
                    <a:pt x="1416457" y="1487367"/>
                  </a:lnTo>
                  <a:lnTo>
                    <a:pt x="1416458" y="1487383"/>
                  </a:lnTo>
                  <a:lnTo>
                    <a:pt x="1416459" y="1487397"/>
                  </a:lnTo>
                  <a:lnTo>
                    <a:pt x="1416459" y="1487408"/>
                  </a:lnTo>
                  <a:lnTo>
                    <a:pt x="1416459" y="1487423"/>
                  </a:lnTo>
                  <a:lnTo>
                    <a:pt x="1416460" y="1487428"/>
                  </a:lnTo>
                  <a:lnTo>
                    <a:pt x="1416454" y="1487430"/>
                  </a:lnTo>
                  <a:lnTo>
                    <a:pt x="1416448" y="1487431"/>
                  </a:lnTo>
                  <a:lnTo>
                    <a:pt x="1416443" y="1487432"/>
                  </a:lnTo>
                  <a:lnTo>
                    <a:pt x="1416436" y="1487433"/>
                  </a:lnTo>
                  <a:lnTo>
                    <a:pt x="1416429" y="1487436"/>
                  </a:lnTo>
                  <a:lnTo>
                    <a:pt x="1416424" y="1487439"/>
                  </a:lnTo>
                  <a:lnTo>
                    <a:pt x="1416420" y="1487442"/>
                  </a:lnTo>
                  <a:lnTo>
                    <a:pt x="1416415" y="1487447"/>
                  </a:lnTo>
                  <a:lnTo>
                    <a:pt x="1416409" y="1487452"/>
                  </a:lnTo>
                  <a:lnTo>
                    <a:pt x="1416405" y="1487455"/>
                  </a:lnTo>
                  <a:lnTo>
                    <a:pt x="1416399" y="1487459"/>
                  </a:lnTo>
                  <a:lnTo>
                    <a:pt x="1416393" y="1487463"/>
                  </a:lnTo>
                  <a:lnTo>
                    <a:pt x="1416394" y="1487473"/>
                  </a:lnTo>
                  <a:lnTo>
                    <a:pt x="1416397" y="1487481"/>
                  </a:lnTo>
                  <a:lnTo>
                    <a:pt x="1416400" y="1487487"/>
                  </a:lnTo>
                  <a:lnTo>
                    <a:pt x="1416402" y="1487493"/>
                  </a:lnTo>
                  <a:lnTo>
                    <a:pt x="1416405" y="1487500"/>
                  </a:lnTo>
                  <a:lnTo>
                    <a:pt x="1416407" y="1487505"/>
                  </a:lnTo>
                  <a:lnTo>
                    <a:pt x="1416412" y="1487516"/>
                  </a:lnTo>
                  <a:lnTo>
                    <a:pt x="1416415" y="1487525"/>
                  </a:lnTo>
                  <a:lnTo>
                    <a:pt x="1416420" y="1487543"/>
                  </a:lnTo>
                  <a:lnTo>
                    <a:pt x="1416419" y="1487558"/>
                  </a:lnTo>
                  <a:lnTo>
                    <a:pt x="1416414" y="1487571"/>
                  </a:lnTo>
                  <a:lnTo>
                    <a:pt x="1416407" y="1487595"/>
                  </a:lnTo>
                  <a:lnTo>
                    <a:pt x="1416412" y="1487611"/>
                  </a:lnTo>
                  <a:lnTo>
                    <a:pt x="1416425" y="1487625"/>
                  </a:lnTo>
                  <a:lnTo>
                    <a:pt x="1416443" y="1487635"/>
                  </a:lnTo>
                  <a:lnTo>
                    <a:pt x="1416440" y="1487654"/>
                  </a:lnTo>
                  <a:lnTo>
                    <a:pt x="1416441" y="1487690"/>
                  </a:lnTo>
                  <a:lnTo>
                    <a:pt x="1416429" y="1487695"/>
                  </a:lnTo>
                  <a:lnTo>
                    <a:pt x="1416413" y="1487700"/>
                  </a:lnTo>
                  <a:lnTo>
                    <a:pt x="1416407" y="1487702"/>
                  </a:lnTo>
                  <a:lnTo>
                    <a:pt x="1416394" y="1487709"/>
                  </a:lnTo>
                  <a:lnTo>
                    <a:pt x="1416366" y="1487717"/>
                  </a:lnTo>
                  <a:lnTo>
                    <a:pt x="1416346" y="1487725"/>
                  </a:lnTo>
                  <a:lnTo>
                    <a:pt x="1416327" y="1487730"/>
                  </a:lnTo>
                  <a:lnTo>
                    <a:pt x="1416310" y="1487739"/>
                  </a:lnTo>
                  <a:lnTo>
                    <a:pt x="1416294" y="1487743"/>
                  </a:lnTo>
                  <a:lnTo>
                    <a:pt x="1416288" y="1487757"/>
                  </a:lnTo>
                  <a:lnTo>
                    <a:pt x="1416284" y="1487793"/>
                  </a:lnTo>
                  <a:lnTo>
                    <a:pt x="1416275" y="1487829"/>
                  </a:lnTo>
                  <a:lnTo>
                    <a:pt x="1416248" y="1487865"/>
                  </a:lnTo>
                  <a:lnTo>
                    <a:pt x="1416217" y="1487875"/>
                  </a:lnTo>
                  <a:lnTo>
                    <a:pt x="1416213" y="1487882"/>
                  </a:lnTo>
                  <a:lnTo>
                    <a:pt x="1416206" y="1487889"/>
                  </a:lnTo>
                  <a:lnTo>
                    <a:pt x="1416200" y="1487895"/>
                  </a:lnTo>
                  <a:lnTo>
                    <a:pt x="1416194" y="1487900"/>
                  </a:lnTo>
                  <a:lnTo>
                    <a:pt x="1416189" y="1487904"/>
                  </a:lnTo>
                  <a:lnTo>
                    <a:pt x="1416184" y="1487908"/>
                  </a:lnTo>
                  <a:lnTo>
                    <a:pt x="1416179" y="1487911"/>
                  </a:lnTo>
                  <a:lnTo>
                    <a:pt x="1416173" y="1487913"/>
                  </a:lnTo>
                  <a:lnTo>
                    <a:pt x="1416166" y="1487913"/>
                  </a:lnTo>
                  <a:lnTo>
                    <a:pt x="1416159" y="1487912"/>
                  </a:lnTo>
                  <a:lnTo>
                    <a:pt x="1416153" y="1487910"/>
                  </a:lnTo>
                  <a:lnTo>
                    <a:pt x="1416148" y="1487909"/>
                  </a:lnTo>
                  <a:lnTo>
                    <a:pt x="1416144" y="1487908"/>
                  </a:lnTo>
                  <a:lnTo>
                    <a:pt x="1416136" y="1487905"/>
                  </a:lnTo>
                  <a:lnTo>
                    <a:pt x="1416129" y="1487902"/>
                  </a:lnTo>
                  <a:lnTo>
                    <a:pt x="1416124" y="1487900"/>
                  </a:lnTo>
                  <a:lnTo>
                    <a:pt x="1416119" y="1487898"/>
                  </a:lnTo>
                  <a:lnTo>
                    <a:pt x="1416112" y="1487898"/>
                  </a:lnTo>
                  <a:lnTo>
                    <a:pt x="1416106" y="1487899"/>
                  </a:lnTo>
                  <a:lnTo>
                    <a:pt x="1416098" y="1487902"/>
                  </a:lnTo>
                  <a:lnTo>
                    <a:pt x="1416086" y="1487906"/>
                  </a:lnTo>
                  <a:lnTo>
                    <a:pt x="1416081" y="1487908"/>
                  </a:lnTo>
                  <a:lnTo>
                    <a:pt x="1416076" y="1487910"/>
                  </a:lnTo>
                  <a:lnTo>
                    <a:pt x="1416070" y="1487915"/>
                  </a:lnTo>
                  <a:lnTo>
                    <a:pt x="1416066" y="1487918"/>
                  </a:lnTo>
                  <a:lnTo>
                    <a:pt x="1416060" y="1487923"/>
                  </a:lnTo>
                  <a:lnTo>
                    <a:pt x="1416056" y="1487930"/>
                  </a:lnTo>
                  <a:lnTo>
                    <a:pt x="1416053" y="1487939"/>
                  </a:lnTo>
                  <a:lnTo>
                    <a:pt x="1416052" y="1487949"/>
                  </a:lnTo>
                  <a:lnTo>
                    <a:pt x="1416051" y="1487956"/>
                  </a:lnTo>
                  <a:lnTo>
                    <a:pt x="1416051" y="1487966"/>
                  </a:lnTo>
                  <a:lnTo>
                    <a:pt x="1416051" y="1487973"/>
                  </a:lnTo>
                  <a:lnTo>
                    <a:pt x="1416046" y="1487980"/>
                  </a:lnTo>
                  <a:lnTo>
                    <a:pt x="1416042" y="1487984"/>
                  </a:lnTo>
                  <a:lnTo>
                    <a:pt x="1416037" y="1487992"/>
                  </a:lnTo>
                  <a:lnTo>
                    <a:pt x="1416033" y="1487997"/>
                  </a:lnTo>
                  <a:lnTo>
                    <a:pt x="1416030" y="1488001"/>
                  </a:lnTo>
                  <a:lnTo>
                    <a:pt x="1416025" y="1488005"/>
                  </a:lnTo>
                  <a:lnTo>
                    <a:pt x="1416019" y="1488011"/>
                  </a:lnTo>
                  <a:lnTo>
                    <a:pt x="1416013" y="1488016"/>
                  </a:lnTo>
                  <a:lnTo>
                    <a:pt x="1416007" y="1488019"/>
                  </a:lnTo>
                  <a:lnTo>
                    <a:pt x="1416000" y="1488023"/>
                  </a:lnTo>
                  <a:lnTo>
                    <a:pt x="1415992" y="1488026"/>
                  </a:lnTo>
                  <a:lnTo>
                    <a:pt x="1415985" y="1488029"/>
                  </a:lnTo>
                  <a:lnTo>
                    <a:pt x="1415978" y="1488032"/>
                  </a:lnTo>
                  <a:lnTo>
                    <a:pt x="1415972" y="1488034"/>
                  </a:lnTo>
                  <a:lnTo>
                    <a:pt x="1415965" y="1488038"/>
                  </a:lnTo>
                  <a:lnTo>
                    <a:pt x="1415959" y="1488041"/>
                  </a:lnTo>
                  <a:lnTo>
                    <a:pt x="1415954" y="1488047"/>
                  </a:lnTo>
                  <a:lnTo>
                    <a:pt x="1415951" y="1488052"/>
                  </a:lnTo>
                  <a:lnTo>
                    <a:pt x="1415948" y="1488059"/>
                  </a:lnTo>
                  <a:lnTo>
                    <a:pt x="1415945" y="1488066"/>
                  </a:lnTo>
                  <a:lnTo>
                    <a:pt x="1415943" y="1488070"/>
                  </a:lnTo>
                  <a:lnTo>
                    <a:pt x="1415940" y="1488076"/>
                  </a:lnTo>
                  <a:lnTo>
                    <a:pt x="1415938" y="1488084"/>
                  </a:lnTo>
                  <a:lnTo>
                    <a:pt x="1415937" y="1488092"/>
                  </a:lnTo>
                  <a:lnTo>
                    <a:pt x="1415937" y="1488102"/>
                  </a:lnTo>
                  <a:lnTo>
                    <a:pt x="1415937" y="1488109"/>
                  </a:lnTo>
                  <a:lnTo>
                    <a:pt x="1415936" y="1488117"/>
                  </a:lnTo>
                  <a:lnTo>
                    <a:pt x="1415934" y="1488124"/>
                  </a:lnTo>
                  <a:lnTo>
                    <a:pt x="1415933" y="1488130"/>
                  </a:lnTo>
                  <a:lnTo>
                    <a:pt x="1415932" y="1488139"/>
                  </a:lnTo>
                  <a:lnTo>
                    <a:pt x="1415932" y="1488147"/>
                  </a:lnTo>
                  <a:lnTo>
                    <a:pt x="1415931" y="1488152"/>
                  </a:lnTo>
                  <a:lnTo>
                    <a:pt x="1415929" y="1488160"/>
                  </a:lnTo>
                  <a:lnTo>
                    <a:pt x="1415926" y="1488166"/>
                  </a:lnTo>
                  <a:lnTo>
                    <a:pt x="1415920" y="1488170"/>
                  </a:lnTo>
                  <a:lnTo>
                    <a:pt x="1415914" y="1488172"/>
                  </a:lnTo>
                  <a:lnTo>
                    <a:pt x="1415907" y="1488175"/>
                  </a:lnTo>
                  <a:lnTo>
                    <a:pt x="1415901" y="1488178"/>
                  </a:lnTo>
                  <a:lnTo>
                    <a:pt x="1415896" y="1488181"/>
                  </a:lnTo>
                  <a:lnTo>
                    <a:pt x="1415891" y="1488183"/>
                  </a:lnTo>
                  <a:lnTo>
                    <a:pt x="1415886" y="1488185"/>
                  </a:lnTo>
                  <a:lnTo>
                    <a:pt x="1415880" y="1488187"/>
                  </a:lnTo>
                  <a:lnTo>
                    <a:pt x="1415874" y="1488188"/>
                  </a:lnTo>
                  <a:lnTo>
                    <a:pt x="1415868" y="1488188"/>
                  </a:lnTo>
                  <a:lnTo>
                    <a:pt x="1415862" y="1488188"/>
                  </a:lnTo>
                  <a:lnTo>
                    <a:pt x="1415857" y="1488186"/>
                  </a:lnTo>
                  <a:lnTo>
                    <a:pt x="1415851" y="1488184"/>
                  </a:lnTo>
                  <a:lnTo>
                    <a:pt x="1415844" y="1488182"/>
                  </a:lnTo>
                  <a:lnTo>
                    <a:pt x="1415832" y="1488177"/>
                  </a:lnTo>
                  <a:lnTo>
                    <a:pt x="1415821" y="1488172"/>
                  </a:lnTo>
                  <a:lnTo>
                    <a:pt x="1415811" y="1488168"/>
                  </a:lnTo>
                  <a:lnTo>
                    <a:pt x="1415806" y="1488166"/>
                  </a:lnTo>
                  <a:lnTo>
                    <a:pt x="1415802" y="1488163"/>
                  </a:lnTo>
                  <a:lnTo>
                    <a:pt x="1415797" y="1488160"/>
                  </a:lnTo>
                  <a:lnTo>
                    <a:pt x="1415788" y="1488153"/>
                  </a:lnTo>
                  <a:lnTo>
                    <a:pt x="1415780" y="1488148"/>
                  </a:lnTo>
                  <a:lnTo>
                    <a:pt x="1415773" y="1488144"/>
                  </a:lnTo>
                  <a:lnTo>
                    <a:pt x="1415767" y="1488141"/>
                  </a:lnTo>
                  <a:lnTo>
                    <a:pt x="1415760" y="1488137"/>
                  </a:lnTo>
                  <a:lnTo>
                    <a:pt x="1415752" y="1488134"/>
                  </a:lnTo>
                  <a:lnTo>
                    <a:pt x="1415748" y="1488131"/>
                  </a:lnTo>
                  <a:lnTo>
                    <a:pt x="1415743" y="1488128"/>
                  </a:lnTo>
                  <a:lnTo>
                    <a:pt x="1415737" y="1488125"/>
                  </a:lnTo>
                  <a:lnTo>
                    <a:pt x="1415730" y="1488122"/>
                  </a:lnTo>
                  <a:lnTo>
                    <a:pt x="1415722" y="1488119"/>
                  </a:lnTo>
                  <a:lnTo>
                    <a:pt x="1415714" y="1488117"/>
                  </a:lnTo>
                  <a:lnTo>
                    <a:pt x="1415705" y="1488115"/>
                  </a:lnTo>
                  <a:lnTo>
                    <a:pt x="1415698" y="1488113"/>
                  </a:lnTo>
                  <a:lnTo>
                    <a:pt x="1415689" y="1488111"/>
                  </a:lnTo>
                  <a:lnTo>
                    <a:pt x="1415682" y="1488110"/>
                  </a:lnTo>
                  <a:lnTo>
                    <a:pt x="1415674" y="1488109"/>
                  </a:lnTo>
                  <a:lnTo>
                    <a:pt x="1415667" y="1488107"/>
                  </a:lnTo>
                  <a:lnTo>
                    <a:pt x="1415661" y="1488104"/>
                  </a:lnTo>
                  <a:lnTo>
                    <a:pt x="1415657" y="1488100"/>
                  </a:lnTo>
                  <a:lnTo>
                    <a:pt x="1415653" y="1488096"/>
                  </a:lnTo>
                  <a:lnTo>
                    <a:pt x="1415649" y="1488090"/>
                  </a:lnTo>
                  <a:lnTo>
                    <a:pt x="1415643" y="1488082"/>
                  </a:lnTo>
                  <a:lnTo>
                    <a:pt x="1415638" y="1488073"/>
                  </a:lnTo>
                  <a:lnTo>
                    <a:pt x="1415634" y="1488068"/>
                  </a:lnTo>
                  <a:lnTo>
                    <a:pt x="1415623" y="1488060"/>
                  </a:lnTo>
                  <a:lnTo>
                    <a:pt x="1415616" y="1488055"/>
                  </a:lnTo>
                  <a:lnTo>
                    <a:pt x="1415609" y="1488048"/>
                  </a:lnTo>
                  <a:lnTo>
                    <a:pt x="1415603" y="1488041"/>
                  </a:lnTo>
                  <a:lnTo>
                    <a:pt x="1415599" y="1488036"/>
                  </a:lnTo>
                  <a:lnTo>
                    <a:pt x="1415595" y="1488032"/>
                  </a:lnTo>
                  <a:lnTo>
                    <a:pt x="1415589" y="1488026"/>
                  </a:lnTo>
                  <a:lnTo>
                    <a:pt x="1415584" y="1488020"/>
                  </a:lnTo>
                  <a:lnTo>
                    <a:pt x="1415576" y="1488013"/>
                  </a:lnTo>
                  <a:lnTo>
                    <a:pt x="1415572" y="1488009"/>
                  </a:lnTo>
                  <a:lnTo>
                    <a:pt x="1415567" y="1488003"/>
                  </a:lnTo>
                  <a:lnTo>
                    <a:pt x="1415563" y="1487998"/>
                  </a:lnTo>
                  <a:lnTo>
                    <a:pt x="1415560" y="1487993"/>
                  </a:lnTo>
                  <a:lnTo>
                    <a:pt x="1415555" y="1487987"/>
                  </a:lnTo>
                  <a:lnTo>
                    <a:pt x="1415551" y="1487980"/>
                  </a:lnTo>
                  <a:lnTo>
                    <a:pt x="1415549" y="1487974"/>
                  </a:lnTo>
                  <a:lnTo>
                    <a:pt x="1415549" y="1487969"/>
                  </a:lnTo>
                  <a:lnTo>
                    <a:pt x="1415550" y="1487963"/>
                  </a:lnTo>
                  <a:lnTo>
                    <a:pt x="1415551" y="1487957"/>
                  </a:lnTo>
                  <a:lnTo>
                    <a:pt x="1415553" y="1487949"/>
                  </a:lnTo>
                  <a:lnTo>
                    <a:pt x="1415554" y="1487941"/>
                  </a:lnTo>
                  <a:lnTo>
                    <a:pt x="1415551" y="1487936"/>
                  </a:lnTo>
                  <a:lnTo>
                    <a:pt x="1415547" y="1487934"/>
                  </a:lnTo>
                  <a:lnTo>
                    <a:pt x="1415542" y="1487932"/>
                  </a:lnTo>
                  <a:lnTo>
                    <a:pt x="1415536" y="1487927"/>
                  </a:lnTo>
                  <a:lnTo>
                    <a:pt x="1415531" y="1487922"/>
                  </a:lnTo>
                  <a:lnTo>
                    <a:pt x="1415528" y="1487917"/>
                  </a:lnTo>
                  <a:lnTo>
                    <a:pt x="1415526" y="1487911"/>
                  </a:lnTo>
                  <a:lnTo>
                    <a:pt x="1415524" y="1487905"/>
                  </a:lnTo>
                  <a:lnTo>
                    <a:pt x="1415524" y="1487899"/>
                  </a:lnTo>
                  <a:lnTo>
                    <a:pt x="1415523" y="1487893"/>
                  </a:lnTo>
                  <a:lnTo>
                    <a:pt x="1415524" y="1487885"/>
                  </a:lnTo>
                  <a:lnTo>
                    <a:pt x="1415525" y="1487878"/>
                  </a:lnTo>
                  <a:lnTo>
                    <a:pt x="1415527" y="1487872"/>
                  </a:lnTo>
                  <a:lnTo>
                    <a:pt x="1415529" y="1487865"/>
                  </a:lnTo>
                  <a:lnTo>
                    <a:pt x="1415531" y="1487859"/>
                  </a:lnTo>
                  <a:lnTo>
                    <a:pt x="1415533" y="1487853"/>
                  </a:lnTo>
                  <a:lnTo>
                    <a:pt x="1415533" y="1487847"/>
                  </a:lnTo>
                  <a:lnTo>
                    <a:pt x="1415531" y="1487841"/>
                  </a:lnTo>
                  <a:lnTo>
                    <a:pt x="1415529" y="1487834"/>
                  </a:lnTo>
                  <a:lnTo>
                    <a:pt x="1415528" y="1487828"/>
                  </a:lnTo>
                  <a:lnTo>
                    <a:pt x="1415526" y="1487820"/>
                  </a:lnTo>
                  <a:lnTo>
                    <a:pt x="1415525" y="1487813"/>
                  </a:lnTo>
                  <a:lnTo>
                    <a:pt x="1415525" y="1487808"/>
                  </a:lnTo>
                  <a:lnTo>
                    <a:pt x="1415524" y="1487799"/>
                  </a:lnTo>
                  <a:lnTo>
                    <a:pt x="1415522" y="1487791"/>
                  </a:lnTo>
                  <a:lnTo>
                    <a:pt x="1415521" y="1487786"/>
                  </a:lnTo>
                  <a:lnTo>
                    <a:pt x="1415518" y="1487778"/>
                  </a:lnTo>
                  <a:lnTo>
                    <a:pt x="1415515" y="1487773"/>
                  </a:lnTo>
                  <a:lnTo>
                    <a:pt x="1415511" y="1487769"/>
                  </a:lnTo>
                  <a:lnTo>
                    <a:pt x="1415505" y="1487766"/>
                  </a:lnTo>
                  <a:lnTo>
                    <a:pt x="1415498" y="1487763"/>
                  </a:lnTo>
                  <a:lnTo>
                    <a:pt x="1415486" y="1487757"/>
                  </a:lnTo>
                  <a:lnTo>
                    <a:pt x="1415478" y="1487753"/>
                  </a:lnTo>
                  <a:lnTo>
                    <a:pt x="1415470" y="1487755"/>
                  </a:lnTo>
                  <a:lnTo>
                    <a:pt x="1415462" y="1487755"/>
                  </a:lnTo>
                  <a:lnTo>
                    <a:pt x="1415455" y="1487756"/>
                  </a:lnTo>
                  <a:lnTo>
                    <a:pt x="1415448" y="1487756"/>
                  </a:lnTo>
                  <a:lnTo>
                    <a:pt x="1415443" y="1487755"/>
                  </a:lnTo>
                  <a:lnTo>
                    <a:pt x="1415435" y="1487754"/>
                  </a:lnTo>
                  <a:lnTo>
                    <a:pt x="1415427" y="1487753"/>
                  </a:lnTo>
                  <a:lnTo>
                    <a:pt x="1415417" y="1487751"/>
                  </a:lnTo>
                  <a:lnTo>
                    <a:pt x="1415411" y="1487751"/>
                  </a:lnTo>
                  <a:lnTo>
                    <a:pt x="1415404" y="1487750"/>
                  </a:lnTo>
                  <a:lnTo>
                    <a:pt x="1415397" y="1487747"/>
                  </a:lnTo>
                  <a:lnTo>
                    <a:pt x="1415393" y="1487739"/>
                  </a:lnTo>
                  <a:lnTo>
                    <a:pt x="1415392" y="1487728"/>
                  </a:lnTo>
                  <a:lnTo>
                    <a:pt x="1415388" y="1487721"/>
                  </a:lnTo>
                  <a:lnTo>
                    <a:pt x="1415384" y="1487716"/>
                  </a:lnTo>
                  <a:lnTo>
                    <a:pt x="1415380" y="1487713"/>
                  </a:lnTo>
                  <a:lnTo>
                    <a:pt x="1415374" y="1487711"/>
                  </a:lnTo>
                  <a:lnTo>
                    <a:pt x="1415370" y="1487710"/>
                  </a:lnTo>
                  <a:lnTo>
                    <a:pt x="1415364" y="1487709"/>
                  </a:lnTo>
                  <a:lnTo>
                    <a:pt x="1415356" y="1487709"/>
                  </a:lnTo>
                  <a:lnTo>
                    <a:pt x="1415351" y="1487709"/>
                  </a:lnTo>
                  <a:lnTo>
                    <a:pt x="1415340" y="1487710"/>
                  </a:lnTo>
                  <a:lnTo>
                    <a:pt x="1415326" y="1487712"/>
                  </a:lnTo>
                  <a:lnTo>
                    <a:pt x="1415308" y="1487714"/>
                  </a:lnTo>
                  <a:lnTo>
                    <a:pt x="1415296" y="1487717"/>
                  </a:lnTo>
                  <a:lnTo>
                    <a:pt x="1415288" y="1487720"/>
                  </a:lnTo>
                  <a:lnTo>
                    <a:pt x="1415279" y="1487724"/>
                  </a:lnTo>
                  <a:lnTo>
                    <a:pt x="1415273" y="1487726"/>
                  </a:lnTo>
                  <a:lnTo>
                    <a:pt x="1415266" y="1487726"/>
                  </a:lnTo>
                  <a:lnTo>
                    <a:pt x="1415258" y="1487725"/>
                  </a:lnTo>
                  <a:lnTo>
                    <a:pt x="1415251" y="1487723"/>
                  </a:lnTo>
                  <a:lnTo>
                    <a:pt x="1415245" y="1487721"/>
                  </a:lnTo>
                  <a:lnTo>
                    <a:pt x="1415241" y="1487719"/>
                  </a:lnTo>
                  <a:lnTo>
                    <a:pt x="1415226" y="1487713"/>
                  </a:lnTo>
                  <a:lnTo>
                    <a:pt x="1415218" y="1487710"/>
                  </a:lnTo>
                  <a:lnTo>
                    <a:pt x="1415214" y="1487705"/>
                  </a:lnTo>
                  <a:lnTo>
                    <a:pt x="1415209" y="1487700"/>
                  </a:lnTo>
                  <a:lnTo>
                    <a:pt x="1415202" y="1487694"/>
                  </a:lnTo>
                  <a:lnTo>
                    <a:pt x="1415196" y="1487688"/>
                  </a:lnTo>
                  <a:lnTo>
                    <a:pt x="1415188" y="1487681"/>
                  </a:lnTo>
                  <a:lnTo>
                    <a:pt x="1415182" y="1487678"/>
                  </a:lnTo>
                  <a:lnTo>
                    <a:pt x="1415174" y="1487673"/>
                  </a:lnTo>
                  <a:lnTo>
                    <a:pt x="1415167" y="1487668"/>
                  </a:lnTo>
                  <a:lnTo>
                    <a:pt x="1415163" y="1487664"/>
                  </a:lnTo>
                  <a:lnTo>
                    <a:pt x="1415160" y="1487661"/>
                  </a:lnTo>
                  <a:lnTo>
                    <a:pt x="1415159" y="1487654"/>
                  </a:lnTo>
                  <a:lnTo>
                    <a:pt x="1415163" y="1487645"/>
                  </a:lnTo>
                  <a:lnTo>
                    <a:pt x="1415167" y="1487640"/>
                  </a:lnTo>
                  <a:lnTo>
                    <a:pt x="1415170" y="1487635"/>
                  </a:lnTo>
                  <a:lnTo>
                    <a:pt x="1415174" y="1487630"/>
                  </a:lnTo>
                  <a:lnTo>
                    <a:pt x="1415178" y="1487625"/>
                  </a:lnTo>
                  <a:lnTo>
                    <a:pt x="1415181" y="1487619"/>
                  </a:lnTo>
                  <a:lnTo>
                    <a:pt x="1415186" y="1487611"/>
                  </a:lnTo>
                  <a:lnTo>
                    <a:pt x="1415188" y="1487605"/>
                  </a:lnTo>
                  <a:lnTo>
                    <a:pt x="1415192" y="1487599"/>
                  </a:lnTo>
                  <a:lnTo>
                    <a:pt x="1415195" y="1487593"/>
                  </a:lnTo>
                  <a:lnTo>
                    <a:pt x="1415199" y="1487589"/>
                  </a:lnTo>
                  <a:lnTo>
                    <a:pt x="1415204" y="1487586"/>
                  </a:lnTo>
                  <a:lnTo>
                    <a:pt x="1415209" y="1487582"/>
                  </a:lnTo>
                  <a:lnTo>
                    <a:pt x="1415213" y="1487580"/>
                  </a:lnTo>
                  <a:lnTo>
                    <a:pt x="1415218" y="1487577"/>
                  </a:lnTo>
                  <a:lnTo>
                    <a:pt x="1415224" y="1487574"/>
                  </a:lnTo>
                  <a:lnTo>
                    <a:pt x="1415230" y="1487571"/>
                  </a:lnTo>
                  <a:lnTo>
                    <a:pt x="1415236" y="1487567"/>
                  </a:lnTo>
                  <a:lnTo>
                    <a:pt x="1415239" y="1487564"/>
                  </a:lnTo>
                  <a:lnTo>
                    <a:pt x="1415243" y="1487561"/>
                  </a:lnTo>
                  <a:lnTo>
                    <a:pt x="1415247" y="1487556"/>
                  </a:lnTo>
                  <a:lnTo>
                    <a:pt x="1415252" y="1487549"/>
                  </a:lnTo>
                  <a:lnTo>
                    <a:pt x="1415257" y="1487542"/>
                  </a:lnTo>
                  <a:lnTo>
                    <a:pt x="1415260" y="1487535"/>
                  </a:lnTo>
                  <a:lnTo>
                    <a:pt x="1415264" y="1487527"/>
                  </a:lnTo>
                  <a:lnTo>
                    <a:pt x="1415266" y="1487522"/>
                  </a:lnTo>
                  <a:lnTo>
                    <a:pt x="1415270" y="1487516"/>
                  </a:lnTo>
                  <a:lnTo>
                    <a:pt x="1415274" y="1487509"/>
                  </a:lnTo>
                  <a:lnTo>
                    <a:pt x="1415279" y="1487501"/>
                  </a:lnTo>
                  <a:lnTo>
                    <a:pt x="1415285" y="1487493"/>
                  </a:lnTo>
                  <a:lnTo>
                    <a:pt x="1415288" y="1487487"/>
                  </a:lnTo>
                  <a:lnTo>
                    <a:pt x="1415293" y="1487460"/>
                  </a:lnTo>
                  <a:lnTo>
                    <a:pt x="1415296" y="1487439"/>
                  </a:lnTo>
                  <a:lnTo>
                    <a:pt x="1415299" y="1487411"/>
                  </a:lnTo>
                  <a:lnTo>
                    <a:pt x="1415297" y="1487385"/>
                  </a:lnTo>
                  <a:lnTo>
                    <a:pt x="1415282" y="1487368"/>
                  </a:lnTo>
                  <a:lnTo>
                    <a:pt x="1415272" y="1487357"/>
                  </a:lnTo>
                  <a:lnTo>
                    <a:pt x="1415265" y="1487345"/>
                  </a:lnTo>
                  <a:lnTo>
                    <a:pt x="1415254" y="1487329"/>
                  </a:lnTo>
                  <a:lnTo>
                    <a:pt x="1415249" y="1487319"/>
                  </a:lnTo>
                  <a:lnTo>
                    <a:pt x="1415244" y="1487301"/>
                  </a:lnTo>
                  <a:lnTo>
                    <a:pt x="1415241" y="1487292"/>
                  </a:lnTo>
                  <a:lnTo>
                    <a:pt x="1415241" y="1487272"/>
                  </a:lnTo>
                  <a:lnTo>
                    <a:pt x="1415239" y="1487255"/>
                  </a:lnTo>
                  <a:lnTo>
                    <a:pt x="1415238" y="1487237"/>
                  </a:lnTo>
                  <a:lnTo>
                    <a:pt x="1415229" y="1487208"/>
                  </a:lnTo>
                  <a:lnTo>
                    <a:pt x="1415186" y="1487187"/>
                  </a:lnTo>
                  <a:lnTo>
                    <a:pt x="1415144" y="1487162"/>
                  </a:lnTo>
                  <a:lnTo>
                    <a:pt x="1415128" y="1487150"/>
                  </a:lnTo>
                  <a:lnTo>
                    <a:pt x="1415102" y="1487130"/>
                  </a:lnTo>
                  <a:lnTo>
                    <a:pt x="1415048" y="1487158"/>
                  </a:lnTo>
                  <a:lnTo>
                    <a:pt x="1415043" y="1487171"/>
                  </a:lnTo>
                  <a:lnTo>
                    <a:pt x="1415035" y="1487187"/>
                  </a:lnTo>
                  <a:lnTo>
                    <a:pt x="1415030" y="1487201"/>
                  </a:lnTo>
                  <a:lnTo>
                    <a:pt x="1415022" y="1487221"/>
                  </a:lnTo>
                  <a:lnTo>
                    <a:pt x="1415014" y="1487233"/>
                  </a:lnTo>
                  <a:lnTo>
                    <a:pt x="1415009" y="1487232"/>
                  </a:lnTo>
                  <a:lnTo>
                    <a:pt x="1414998" y="1487226"/>
                  </a:lnTo>
                  <a:lnTo>
                    <a:pt x="1414985" y="1487221"/>
                  </a:lnTo>
                  <a:lnTo>
                    <a:pt x="1414972" y="1487216"/>
                  </a:lnTo>
                  <a:lnTo>
                    <a:pt x="1414962" y="1487209"/>
                  </a:lnTo>
                  <a:lnTo>
                    <a:pt x="1414959" y="1487204"/>
                  </a:lnTo>
                  <a:lnTo>
                    <a:pt x="1414955" y="1487197"/>
                  </a:lnTo>
                  <a:lnTo>
                    <a:pt x="1414952" y="1487191"/>
                  </a:lnTo>
                  <a:lnTo>
                    <a:pt x="1414948" y="1487182"/>
                  </a:lnTo>
                  <a:lnTo>
                    <a:pt x="1414943" y="1487176"/>
                  </a:lnTo>
                  <a:lnTo>
                    <a:pt x="1414937" y="1487172"/>
                  </a:lnTo>
                  <a:lnTo>
                    <a:pt x="1414933" y="1487170"/>
                  </a:lnTo>
                  <a:lnTo>
                    <a:pt x="1414925" y="1487169"/>
                  </a:lnTo>
                  <a:lnTo>
                    <a:pt x="1414919" y="1487169"/>
                  </a:lnTo>
                  <a:lnTo>
                    <a:pt x="1414911" y="1487170"/>
                  </a:lnTo>
                  <a:lnTo>
                    <a:pt x="1414905" y="1487172"/>
                  </a:lnTo>
                  <a:lnTo>
                    <a:pt x="1414898" y="1487175"/>
                  </a:lnTo>
                  <a:lnTo>
                    <a:pt x="1414890" y="1487179"/>
                  </a:lnTo>
                  <a:lnTo>
                    <a:pt x="1414883" y="1487181"/>
                  </a:lnTo>
                  <a:lnTo>
                    <a:pt x="1414877" y="1487183"/>
                  </a:lnTo>
                  <a:lnTo>
                    <a:pt x="1414873" y="1487182"/>
                  </a:lnTo>
                  <a:lnTo>
                    <a:pt x="1414866" y="1487180"/>
                  </a:lnTo>
                  <a:lnTo>
                    <a:pt x="1414859" y="1487179"/>
                  </a:lnTo>
                  <a:lnTo>
                    <a:pt x="1414853" y="1487174"/>
                  </a:lnTo>
                  <a:lnTo>
                    <a:pt x="1414850" y="1487166"/>
                  </a:lnTo>
                  <a:lnTo>
                    <a:pt x="1414849" y="1487154"/>
                  </a:lnTo>
                  <a:lnTo>
                    <a:pt x="1414848" y="1487140"/>
                  </a:lnTo>
                  <a:lnTo>
                    <a:pt x="1414848" y="1487131"/>
                  </a:lnTo>
                  <a:lnTo>
                    <a:pt x="1414847" y="1487119"/>
                  </a:lnTo>
                  <a:lnTo>
                    <a:pt x="1414848" y="1487112"/>
                  </a:lnTo>
                  <a:lnTo>
                    <a:pt x="1414850" y="1487105"/>
                  </a:lnTo>
                  <a:lnTo>
                    <a:pt x="1414853" y="1487101"/>
                  </a:lnTo>
                  <a:lnTo>
                    <a:pt x="1414857" y="1487094"/>
                  </a:lnTo>
                  <a:lnTo>
                    <a:pt x="1414862" y="1487088"/>
                  </a:lnTo>
                  <a:lnTo>
                    <a:pt x="1414866" y="1487081"/>
                  </a:lnTo>
                  <a:lnTo>
                    <a:pt x="1414868" y="1487073"/>
                  </a:lnTo>
                  <a:lnTo>
                    <a:pt x="1414868" y="1487065"/>
                  </a:lnTo>
                  <a:lnTo>
                    <a:pt x="1414868" y="1487055"/>
                  </a:lnTo>
                  <a:lnTo>
                    <a:pt x="1414865" y="1487046"/>
                  </a:lnTo>
                  <a:lnTo>
                    <a:pt x="1414861" y="1487039"/>
                  </a:lnTo>
                  <a:lnTo>
                    <a:pt x="1414859" y="1487033"/>
                  </a:lnTo>
                  <a:lnTo>
                    <a:pt x="1414861" y="1487024"/>
                  </a:lnTo>
                  <a:lnTo>
                    <a:pt x="1414864" y="1487017"/>
                  </a:lnTo>
                  <a:lnTo>
                    <a:pt x="1414869" y="1487007"/>
                  </a:lnTo>
                  <a:lnTo>
                    <a:pt x="1414874" y="1486997"/>
                  </a:lnTo>
                  <a:lnTo>
                    <a:pt x="1414880" y="1486985"/>
                  </a:lnTo>
                  <a:lnTo>
                    <a:pt x="1414887" y="1486971"/>
                  </a:lnTo>
                  <a:lnTo>
                    <a:pt x="1414900" y="1486948"/>
                  </a:lnTo>
                  <a:lnTo>
                    <a:pt x="1414866" y="1486919"/>
                  </a:lnTo>
                  <a:lnTo>
                    <a:pt x="1414840" y="1486903"/>
                  </a:lnTo>
                  <a:lnTo>
                    <a:pt x="1414829" y="1486900"/>
                  </a:lnTo>
                  <a:lnTo>
                    <a:pt x="1414819" y="1486898"/>
                  </a:lnTo>
                  <a:lnTo>
                    <a:pt x="1414805" y="1486894"/>
                  </a:lnTo>
                  <a:lnTo>
                    <a:pt x="1414794" y="1486891"/>
                  </a:lnTo>
                  <a:lnTo>
                    <a:pt x="1414785" y="1486888"/>
                  </a:lnTo>
                  <a:lnTo>
                    <a:pt x="1414781" y="1486885"/>
                  </a:lnTo>
                  <a:lnTo>
                    <a:pt x="1414776" y="1486881"/>
                  </a:lnTo>
                  <a:lnTo>
                    <a:pt x="1414769" y="1486873"/>
                  </a:lnTo>
                  <a:lnTo>
                    <a:pt x="1414763" y="1486865"/>
                  </a:lnTo>
                  <a:lnTo>
                    <a:pt x="1414757" y="1486855"/>
                  </a:lnTo>
                  <a:lnTo>
                    <a:pt x="1414751" y="1486847"/>
                  </a:lnTo>
                  <a:lnTo>
                    <a:pt x="1414746" y="1486841"/>
                  </a:lnTo>
                  <a:lnTo>
                    <a:pt x="1414617" y="1486762"/>
                  </a:lnTo>
                  <a:lnTo>
                    <a:pt x="1414543" y="1486738"/>
                  </a:lnTo>
                  <a:lnTo>
                    <a:pt x="1414470" y="1486696"/>
                  </a:lnTo>
                  <a:lnTo>
                    <a:pt x="1414456" y="1486671"/>
                  </a:lnTo>
                  <a:lnTo>
                    <a:pt x="1414440" y="1486657"/>
                  </a:lnTo>
                  <a:lnTo>
                    <a:pt x="1414419" y="1486643"/>
                  </a:lnTo>
                  <a:lnTo>
                    <a:pt x="1414400" y="1486626"/>
                  </a:lnTo>
                  <a:lnTo>
                    <a:pt x="1414378" y="1486597"/>
                  </a:lnTo>
                  <a:lnTo>
                    <a:pt x="1414252" y="1486465"/>
                  </a:lnTo>
                  <a:lnTo>
                    <a:pt x="1414250" y="1486460"/>
                  </a:lnTo>
                  <a:lnTo>
                    <a:pt x="1414244" y="1486451"/>
                  </a:lnTo>
                  <a:lnTo>
                    <a:pt x="1414239" y="1486441"/>
                  </a:lnTo>
                  <a:lnTo>
                    <a:pt x="1414232" y="1486429"/>
                  </a:lnTo>
                  <a:lnTo>
                    <a:pt x="1414226" y="1486419"/>
                  </a:lnTo>
                  <a:lnTo>
                    <a:pt x="1414222" y="1486410"/>
                  </a:lnTo>
                  <a:lnTo>
                    <a:pt x="1414219" y="1486402"/>
                  </a:lnTo>
                  <a:lnTo>
                    <a:pt x="1414217" y="1486390"/>
                  </a:lnTo>
                  <a:lnTo>
                    <a:pt x="1414215" y="1486382"/>
                  </a:lnTo>
                  <a:lnTo>
                    <a:pt x="1414211" y="1486375"/>
                  </a:lnTo>
                  <a:lnTo>
                    <a:pt x="1414207" y="1486370"/>
                  </a:lnTo>
                  <a:lnTo>
                    <a:pt x="1414201" y="1486366"/>
                  </a:lnTo>
                  <a:lnTo>
                    <a:pt x="1414195" y="1486361"/>
                  </a:lnTo>
                  <a:lnTo>
                    <a:pt x="1414191" y="1486355"/>
                  </a:lnTo>
                  <a:lnTo>
                    <a:pt x="1414187" y="1486345"/>
                  </a:lnTo>
                  <a:lnTo>
                    <a:pt x="1414184" y="1486336"/>
                  </a:lnTo>
                  <a:lnTo>
                    <a:pt x="1414182" y="1486330"/>
                  </a:lnTo>
                  <a:lnTo>
                    <a:pt x="1414177" y="1486319"/>
                  </a:lnTo>
                  <a:lnTo>
                    <a:pt x="1414171" y="1486310"/>
                  </a:lnTo>
                  <a:lnTo>
                    <a:pt x="1414163" y="1486299"/>
                  </a:lnTo>
                  <a:lnTo>
                    <a:pt x="1414155" y="1486287"/>
                  </a:lnTo>
                  <a:lnTo>
                    <a:pt x="1414149" y="1486279"/>
                  </a:lnTo>
                  <a:lnTo>
                    <a:pt x="1414145" y="1486272"/>
                  </a:lnTo>
                  <a:lnTo>
                    <a:pt x="1414143" y="1486266"/>
                  </a:lnTo>
                  <a:lnTo>
                    <a:pt x="1414142" y="1486260"/>
                  </a:lnTo>
                  <a:lnTo>
                    <a:pt x="1414142" y="1486254"/>
                  </a:lnTo>
                  <a:lnTo>
                    <a:pt x="1414142" y="1486248"/>
                  </a:lnTo>
                  <a:lnTo>
                    <a:pt x="1414139" y="1486242"/>
                  </a:lnTo>
                  <a:lnTo>
                    <a:pt x="1414134" y="1486235"/>
                  </a:lnTo>
                  <a:lnTo>
                    <a:pt x="1414131" y="1486228"/>
                  </a:lnTo>
                  <a:lnTo>
                    <a:pt x="1414129" y="1486223"/>
                  </a:lnTo>
                  <a:lnTo>
                    <a:pt x="1414129" y="1486216"/>
                  </a:lnTo>
                  <a:lnTo>
                    <a:pt x="1414130" y="1486210"/>
                  </a:lnTo>
                  <a:lnTo>
                    <a:pt x="1414131" y="1486202"/>
                  </a:lnTo>
                  <a:lnTo>
                    <a:pt x="1414133" y="1486189"/>
                  </a:lnTo>
                  <a:lnTo>
                    <a:pt x="1414136" y="1486178"/>
                  </a:lnTo>
                  <a:lnTo>
                    <a:pt x="1414138" y="1486172"/>
                  </a:lnTo>
                  <a:lnTo>
                    <a:pt x="1414139" y="1486165"/>
                  </a:lnTo>
                  <a:lnTo>
                    <a:pt x="1414138" y="1486151"/>
                  </a:lnTo>
                  <a:lnTo>
                    <a:pt x="1414138" y="1486141"/>
                  </a:lnTo>
                  <a:lnTo>
                    <a:pt x="1414137" y="1486135"/>
                  </a:lnTo>
                  <a:lnTo>
                    <a:pt x="1414135" y="1486130"/>
                  </a:lnTo>
                  <a:lnTo>
                    <a:pt x="1414132" y="1486125"/>
                  </a:lnTo>
                  <a:lnTo>
                    <a:pt x="1414129" y="1486120"/>
                  </a:lnTo>
                  <a:lnTo>
                    <a:pt x="1414124" y="1486115"/>
                  </a:lnTo>
                  <a:lnTo>
                    <a:pt x="1414117" y="1486110"/>
                  </a:lnTo>
                  <a:lnTo>
                    <a:pt x="1414111" y="1486107"/>
                  </a:lnTo>
                  <a:lnTo>
                    <a:pt x="1414105" y="1486106"/>
                  </a:lnTo>
                  <a:lnTo>
                    <a:pt x="1414095" y="1486104"/>
                  </a:lnTo>
                  <a:lnTo>
                    <a:pt x="1414087" y="1486104"/>
                  </a:lnTo>
                  <a:lnTo>
                    <a:pt x="1414079" y="1486104"/>
                  </a:lnTo>
                  <a:lnTo>
                    <a:pt x="1414070" y="1486104"/>
                  </a:lnTo>
                  <a:lnTo>
                    <a:pt x="1414063" y="1486103"/>
                  </a:lnTo>
                  <a:lnTo>
                    <a:pt x="1414055" y="1486100"/>
                  </a:lnTo>
                  <a:lnTo>
                    <a:pt x="1414046" y="1486096"/>
                  </a:lnTo>
                  <a:lnTo>
                    <a:pt x="1414035" y="1486092"/>
                  </a:lnTo>
                  <a:lnTo>
                    <a:pt x="1414028" y="1486088"/>
                  </a:lnTo>
                  <a:lnTo>
                    <a:pt x="1414021" y="1486084"/>
                  </a:lnTo>
                  <a:lnTo>
                    <a:pt x="1414015" y="1486078"/>
                  </a:lnTo>
                  <a:lnTo>
                    <a:pt x="1414011" y="1486073"/>
                  </a:lnTo>
                  <a:lnTo>
                    <a:pt x="1414008" y="1486066"/>
                  </a:lnTo>
                  <a:lnTo>
                    <a:pt x="1414004" y="1486045"/>
                  </a:lnTo>
                  <a:lnTo>
                    <a:pt x="1414003" y="1486000"/>
                  </a:lnTo>
                  <a:lnTo>
                    <a:pt x="1414003" y="1485986"/>
                  </a:lnTo>
                  <a:lnTo>
                    <a:pt x="1414000" y="1485973"/>
                  </a:lnTo>
                  <a:lnTo>
                    <a:pt x="1413991" y="1485928"/>
                  </a:lnTo>
                  <a:lnTo>
                    <a:pt x="1413984" y="1485908"/>
                  </a:lnTo>
                  <a:lnTo>
                    <a:pt x="1413983" y="1485896"/>
                  </a:lnTo>
                  <a:lnTo>
                    <a:pt x="1413985" y="1485886"/>
                  </a:lnTo>
                  <a:lnTo>
                    <a:pt x="1413990" y="1485883"/>
                  </a:lnTo>
                  <a:lnTo>
                    <a:pt x="1414018" y="1485872"/>
                  </a:lnTo>
                  <a:lnTo>
                    <a:pt x="1414030" y="1485866"/>
                  </a:lnTo>
                  <a:lnTo>
                    <a:pt x="1414035" y="1485863"/>
                  </a:lnTo>
                  <a:lnTo>
                    <a:pt x="1414052" y="1485853"/>
                  </a:lnTo>
                  <a:lnTo>
                    <a:pt x="1414057" y="1485845"/>
                  </a:lnTo>
                  <a:lnTo>
                    <a:pt x="1414060" y="1485833"/>
                  </a:lnTo>
                  <a:lnTo>
                    <a:pt x="1414067" y="1485814"/>
                  </a:lnTo>
                  <a:lnTo>
                    <a:pt x="1414072" y="1485806"/>
                  </a:lnTo>
                  <a:lnTo>
                    <a:pt x="1414075" y="1485800"/>
                  </a:lnTo>
                  <a:lnTo>
                    <a:pt x="1414079" y="1485795"/>
                  </a:lnTo>
                  <a:lnTo>
                    <a:pt x="1414082" y="1485785"/>
                  </a:lnTo>
                  <a:lnTo>
                    <a:pt x="1414072" y="1485784"/>
                  </a:lnTo>
                  <a:lnTo>
                    <a:pt x="1414063" y="1485784"/>
                  </a:lnTo>
                  <a:lnTo>
                    <a:pt x="1414043" y="1485782"/>
                  </a:lnTo>
                  <a:lnTo>
                    <a:pt x="1414022" y="1485780"/>
                  </a:lnTo>
                  <a:lnTo>
                    <a:pt x="1413991" y="1485734"/>
                  </a:lnTo>
                  <a:lnTo>
                    <a:pt x="1413987" y="1485729"/>
                  </a:lnTo>
                  <a:lnTo>
                    <a:pt x="1413979" y="1485719"/>
                  </a:lnTo>
                  <a:lnTo>
                    <a:pt x="1413973" y="1485710"/>
                  </a:lnTo>
                  <a:lnTo>
                    <a:pt x="1413969" y="1485703"/>
                  </a:lnTo>
                  <a:lnTo>
                    <a:pt x="1413964" y="1485695"/>
                  </a:lnTo>
                  <a:lnTo>
                    <a:pt x="1413963" y="1485689"/>
                  </a:lnTo>
                  <a:lnTo>
                    <a:pt x="1413962" y="1485684"/>
                  </a:lnTo>
                  <a:lnTo>
                    <a:pt x="1413962" y="1485673"/>
                  </a:lnTo>
                  <a:lnTo>
                    <a:pt x="1413962" y="1485665"/>
                  </a:lnTo>
                  <a:lnTo>
                    <a:pt x="1413962" y="1485655"/>
                  </a:lnTo>
                  <a:lnTo>
                    <a:pt x="1413963" y="1485648"/>
                  </a:lnTo>
                  <a:lnTo>
                    <a:pt x="1413964" y="1485643"/>
                  </a:lnTo>
                  <a:lnTo>
                    <a:pt x="1413966" y="1485636"/>
                  </a:lnTo>
                  <a:lnTo>
                    <a:pt x="1413968" y="1485630"/>
                  </a:lnTo>
                  <a:lnTo>
                    <a:pt x="1413969" y="1485624"/>
                  </a:lnTo>
                  <a:lnTo>
                    <a:pt x="1413969" y="1485617"/>
                  </a:lnTo>
                  <a:lnTo>
                    <a:pt x="1413968" y="1485608"/>
                  </a:lnTo>
                  <a:lnTo>
                    <a:pt x="1413967" y="1485597"/>
                  </a:lnTo>
                  <a:lnTo>
                    <a:pt x="1413965" y="1485585"/>
                  </a:lnTo>
                  <a:lnTo>
                    <a:pt x="1413963" y="1485574"/>
                  </a:lnTo>
                  <a:lnTo>
                    <a:pt x="1413960" y="1485560"/>
                  </a:lnTo>
                  <a:lnTo>
                    <a:pt x="1413957" y="1485544"/>
                  </a:lnTo>
                  <a:lnTo>
                    <a:pt x="1413953" y="1485529"/>
                  </a:lnTo>
                  <a:lnTo>
                    <a:pt x="1413949" y="1485517"/>
                  </a:lnTo>
                  <a:lnTo>
                    <a:pt x="1413946" y="1485511"/>
                  </a:lnTo>
                  <a:lnTo>
                    <a:pt x="1413941" y="1485507"/>
                  </a:lnTo>
                  <a:lnTo>
                    <a:pt x="1413936" y="1485504"/>
                  </a:lnTo>
                  <a:lnTo>
                    <a:pt x="1413927" y="1485499"/>
                  </a:lnTo>
                  <a:lnTo>
                    <a:pt x="1413920" y="1485496"/>
                  </a:lnTo>
                  <a:lnTo>
                    <a:pt x="1413913" y="1485494"/>
                  </a:lnTo>
                  <a:lnTo>
                    <a:pt x="1413905" y="1485492"/>
                  </a:lnTo>
                  <a:lnTo>
                    <a:pt x="1413897" y="1485492"/>
                  </a:lnTo>
                  <a:lnTo>
                    <a:pt x="1413885" y="1485492"/>
                  </a:lnTo>
                  <a:lnTo>
                    <a:pt x="1413878" y="1485491"/>
                  </a:lnTo>
                  <a:lnTo>
                    <a:pt x="1413872" y="1485491"/>
                  </a:lnTo>
                  <a:lnTo>
                    <a:pt x="1413866" y="1485489"/>
                  </a:lnTo>
                  <a:lnTo>
                    <a:pt x="1413856" y="1485486"/>
                  </a:lnTo>
                  <a:lnTo>
                    <a:pt x="1413848" y="1485484"/>
                  </a:lnTo>
                  <a:lnTo>
                    <a:pt x="1413840" y="1485483"/>
                  </a:lnTo>
                  <a:lnTo>
                    <a:pt x="1413832" y="1485481"/>
                  </a:lnTo>
                  <a:lnTo>
                    <a:pt x="1413823" y="1485479"/>
                  </a:lnTo>
                  <a:lnTo>
                    <a:pt x="1413815" y="1485478"/>
                  </a:lnTo>
                  <a:lnTo>
                    <a:pt x="1413806" y="1485478"/>
                  </a:lnTo>
                  <a:lnTo>
                    <a:pt x="1413799" y="1485478"/>
                  </a:lnTo>
                  <a:lnTo>
                    <a:pt x="1413791" y="1485477"/>
                  </a:lnTo>
                  <a:lnTo>
                    <a:pt x="1413792" y="1485469"/>
                  </a:lnTo>
                  <a:lnTo>
                    <a:pt x="1413793" y="1485461"/>
                  </a:lnTo>
                  <a:lnTo>
                    <a:pt x="1413795" y="1485449"/>
                  </a:lnTo>
                  <a:lnTo>
                    <a:pt x="1413797" y="1485437"/>
                  </a:lnTo>
                  <a:lnTo>
                    <a:pt x="1413799" y="1485426"/>
                  </a:lnTo>
                  <a:lnTo>
                    <a:pt x="1413801" y="1485414"/>
                  </a:lnTo>
                  <a:lnTo>
                    <a:pt x="1413806" y="1485390"/>
                  </a:lnTo>
                  <a:lnTo>
                    <a:pt x="1413808" y="1485378"/>
                  </a:lnTo>
                  <a:lnTo>
                    <a:pt x="1413809" y="1485370"/>
                  </a:lnTo>
                  <a:lnTo>
                    <a:pt x="1413810" y="1485359"/>
                  </a:lnTo>
                  <a:lnTo>
                    <a:pt x="1413810" y="1485350"/>
                  </a:lnTo>
                  <a:lnTo>
                    <a:pt x="1413811" y="1485345"/>
                  </a:lnTo>
                  <a:lnTo>
                    <a:pt x="1413811" y="1485333"/>
                  </a:lnTo>
                  <a:lnTo>
                    <a:pt x="1413811" y="1485322"/>
                  </a:lnTo>
                  <a:lnTo>
                    <a:pt x="1413811" y="1485304"/>
                  </a:lnTo>
                  <a:lnTo>
                    <a:pt x="1413810" y="1485299"/>
                  </a:lnTo>
                  <a:lnTo>
                    <a:pt x="1413810" y="1485277"/>
                  </a:lnTo>
                  <a:lnTo>
                    <a:pt x="1413810" y="1485269"/>
                  </a:lnTo>
                  <a:lnTo>
                    <a:pt x="1413811" y="1485262"/>
                  </a:lnTo>
                  <a:lnTo>
                    <a:pt x="1413811" y="1485248"/>
                  </a:lnTo>
                  <a:lnTo>
                    <a:pt x="1413812" y="1485240"/>
                  </a:lnTo>
                  <a:lnTo>
                    <a:pt x="1413812" y="1485229"/>
                  </a:lnTo>
                  <a:lnTo>
                    <a:pt x="1413812" y="1485219"/>
                  </a:lnTo>
                  <a:lnTo>
                    <a:pt x="1413811" y="1485210"/>
                  </a:lnTo>
                  <a:lnTo>
                    <a:pt x="1413800" y="1485205"/>
                  </a:lnTo>
                  <a:lnTo>
                    <a:pt x="1413795" y="1485203"/>
                  </a:lnTo>
                  <a:lnTo>
                    <a:pt x="1413787" y="1485199"/>
                  </a:lnTo>
                  <a:lnTo>
                    <a:pt x="1413781" y="1485196"/>
                  </a:lnTo>
                  <a:lnTo>
                    <a:pt x="1413774" y="1485193"/>
                  </a:lnTo>
                  <a:lnTo>
                    <a:pt x="1413767" y="1485192"/>
                  </a:lnTo>
                  <a:lnTo>
                    <a:pt x="1413760" y="1485192"/>
                  </a:lnTo>
                  <a:lnTo>
                    <a:pt x="1413754" y="1485193"/>
                  </a:lnTo>
                  <a:lnTo>
                    <a:pt x="1413749" y="1485194"/>
                  </a:lnTo>
                  <a:lnTo>
                    <a:pt x="1413742" y="1485196"/>
                  </a:lnTo>
                  <a:lnTo>
                    <a:pt x="1413734" y="1485198"/>
                  </a:lnTo>
                  <a:lnTo>
                    <a:pt x="1413724" y="1485201"/>
                  </a:lnTo>
                  <a:lnTo>
                    <a:pt x="1413716" y="1485202"/>
                  </a:lnTo>
                  <a:lnTo>
                    <a:pt x="1413710" y="1485204"/>
                  </a:lnTo>
                  <a:lnTo>
                    <a:pt x="1413703" y="1485205"/>
                  </a:lnTo>
                  <a:lnTo>
                    <a:pt x="1413695" y="1485206"/>
                  </a:lnTo>
                  <a:lnTo>
                    <a:pt x="1413689" y="1485205"/>
                  </a:lnTo>
                  <a:lnTo>
                    <a:pt x="1413689" y="1485199"/>
                  </a:lnTo>
                  <a:lnTo>
                    <a:pt x="1413689" y="1485193"/>
                  </a:lnTo>
                  <a:lnTo>
                    <a:pt x="1413688" y="1485187"/>
                  </a:lnTo>
                  <a:lnTo>
                    <a:pt x="1413688" y="1485181"/>
                  </a:lnTo>
                  <a:lnTo>
                    <a:pt x="1413687" y="1485171"/>
                  </a:lnTo>
                  <a:lnTo>
                    <a:pt x="1413687" y="1485165"/>
                  </a:lnTo>
                  <a:lnTo>
                    <a:pt x="1413686" y="1485153"/>
                  </a:lnTo>
                  <a:lnTo>
                    <a:pt x="1413686" y="1485147"/>
                  </a:lnTo>
                  <a:lnTo>
                    <a:pt x="1413684" y="1485138"/>
                  </a:lnTo>
                  <a:lnTo>
                    <a:pt x="1413682" y="1485130"/>
                  </a:lnTo>
                  <a:lnTo>
                    <a:pt x="1413680" y="1485125"/>
                  </a:lnTo>
                  <a:lnTo>
                    <a:pt x="1413678" y="1485120"/>
                  </a:lnTo>
                  <a:lnTo>
                    <a:pt x="1413676" y="1485114"/>
                  </a:lnTo>
                  <a:lnTo>
                    <a:pt x="1413673" y="1485107"/>
                  </a:lnTo>
                  <a:lnTo>
                    <a:pt x="1413672" y="1485102"/>
                  </a:lnTo>
                  <a:lnTo>
                    <a:pt x="1413669" y="1485094"/>
                  </a:lnTo>
                  <a:lnTo>
                    <a:pt x="1413668" y="1485088"/>
                  </a:lnTo>
                  <a:lnTo>
                    <a:pt x="1413667" y="1485083"/>
                  </a:lnTo>
                  <a:lnTo>
                    <a:pt x="1413663" y="1485076"/>
                  </a:lnTo>
                  <a:lnTo>
                    <a:pt x="1413658" y="1485078"/>
                  </a:lnTo>
                  <a:lnTo>
                    <a:pt x="1413653" y="1485082"/>
                  </a:lnTo>
                  <a:lnTo>
                    <a:pt x="1413645" y="1485086"/>
                  </a:lnTo>
                  <a:lnTo>
                    <a:pt x="1413636" y="1485090"/>
                  </a:lnTo>
                  <a:lnTo>
                    <a:pt x="1413628" y="1485093"/>
                  </a:lnTo>
                  <a:lnTo>
                    <a:pt x="1413623" y="1485095"/>
                  </a:lnTo>
                  <a:lnTo>
                    <a:pt x="1413616" y="1485096"/>
                  </a:lnTo>
                  <a:lnTo>
                    <a:pt x="1413609" y="1485096"/>
                  </a:lnTo>
                  <a:lnTo>
                    <a:pt x="1413604" y="1485096"/>
                  </a:lnTo>
                  <a:lnTo>
                    <a:pt x="1413597" y="1485097"/>
                  </a:lnTo>
                  <a:lnTo>
                    <a:pt x="1413591" y="1485097"/>
                  </a:lnTo>
                  <a:lnTo>
                    <a:pt x="1413585" y="1485100"/>
                  </a:lnTo>
                  <a:lnTo>
                    <a:pt x="1413580" y="1485102"/>
                  </a:lnTo>
                  <a:lnTo>
                    <a:pt x="1413572" y="1485105"/>
                  </a:lnTo>
                  <a:lnTo>
                    <a:pt x="1413566" y="1485108"/>
                  </a:lnTo>
                  <a:lnTo>
                    <a:pt x="1413559" y="1485112"/>
                  </a:lnTo>
                  <a:lnTo>
                    <a:pt x="1413553" y="1485115"/>
                  </a:lnTo>
                  <a:lnTo>
                    <a:pt x="1413546" y="1485117"/>
                  </a:lnTo>
                  <a:lnTo>
                    <a:pt x="1413537" y="1485120"/>
                  </a:lnTo>
                  <a:lnTo>
                    <a:pt x="1413529" y="1485122"/>
                  </a:lnTo>
                  <a:lnTo>
                    <a:pt x="1413520" y="1485124"/>
                  </a:lnTo>
                  <a:lnTo>
                    <a:pt x="1413508" y="1485127"/>
                  </a:lnTo>
                  <a:lnTo>
                    <a:pt x="1413499" y="1485129"/>
                  </a:lnTo>
                  <a:lnTo>
                    <a:pt x="1413493" y="1485131"/>
                  </a:lnTo>
                  <a:lnTo>
                    <a:pt x="1413483" y="1485134"/>
                  </a:lnTo>
                  <a:lnTo>
                    <a:pt x="1413476" y="1485136"/>
                  </a:lnTo>
                  <a:lnTo>
                    <a:pt x="1413471" y="1485138"/>
                  </a:lnTo>
                  <a:lnTo>
                    <a:pt x="1413464" y="1485140"/>
                  </a:lnTo>
                  <a:lnTo>
                    <a:pt x="1413459" y="1485141"/>
                  </a:lnTo>
                  <a:lnTo>
                    <a:pt x="1413455" y="1485141"/>
                  </a:lnTo>
                  <a:lnTo>
                    <a:pt x="1413450" y="1485140"/>
                  </a:lnTo>
                  <a:lnTo>
                    <a:pt x="1413445" y="1485139"/>
                  </a:lnTo>
                  <a:lnTo>
                    <a:pt x="1413438" y="1485135"/>
                  </a:lnTo>
                  <a:lnTo>
                    <a:pt x="1413432" y="1485131"/>
                  </a:lnTo>
                  <a:lnTo>
                    <a:pt x="1413427" y="1485127"/>
                  </a:lnTo>
                  <a:lnTo>
                    <a:pt x="1413420" y="1485118"/>
                  </a:lnTo>
                  <a:lnTo>
                    <a:pt x="1413415" y="1485112"/>
                  </a:lnTo>
                  <a:lnTo>
                    <a:pt x="1413407" y="1485108"/>
                  </a:lnTo>
                  <a:lnTo>
                    <a:pt x="1413401" y="1485103"/>
                  </a:lnTo>
                  <a:lnTo>
                    <a:pt x="1413394" y="1485097"/>
                  </a:lnTo>
                  <a:lnTo>
                    <a:pt x="1413392" y="1485093"/>
                  </a:lnTo>
                  <a:lnTo>
                    <a:pt x="1413388" y="1485084"/>
                  </a:lnTo>
                  <a:lnTo>
                    <a:pt x="1413385" y="1485076"/>
                  </a:lnTo>
                  <a:lnTo>
                    <a:pt x="1413383" y="1485068"/>
                  </a:lnTo>
                  <a:lnTo>
                    <a:pt x="1413381" y="1485061"/>
                  </a:lnTo>
                  <a:lnTo>
                    <a:pt x="1413379" y="1485049"/>
                  </a:lnTo>
                  <a:lnTo>
                    <a:pt x="1413377" y="1485042"/>
                  </a:lnTo>
                  <a:lnTo>
                    <a:pt x="1413374" y="1485033"/>
                  </a:lnTo>
                  <a:lnTo>
                    <a:pt x="1413371" y="1485026"/>
                  </a:lnTo>
                  <a:lnTo>
                    <a:pt x="1413367" y="1485021"/>
                  </a:lnTo>
                  <a:lnTo>
                    <a:pt x="1413363" y="1485018"/>
                  </a:lnTo>
                  <a:lnTo>
                    <a:pt x="1413358" y="1485014"/>
                  </a:lnTo>
                  <a:lnTo>
                    <a:pt x="1413351" y="1485009"/>
                  </a:lnTo>
                  <a:lnTo>
                    <a:pt x="1413345" y="1485004"/>
                  </a:lnTo>
                  <a:lnTo>
                    <a:pt x="1413339" y="1485000"/>
                  </a:lnTo>
                  <a:lnTo>
                    <a:pt x="1413336" y="1484996"/>
                  </a:lnTo>
                  <a:lnTo>
                    <a:pt x="1413333" y="1484991"/>
                  </a:lnTo>
                  <a:lnTo>
                    <a:pt x="1413330" y="1484985"/>
                  </a:lnTo>
                  <a:lnTo>
                    <a:pt x="1413328" y="1484980"/>
                  </a:lnTo>
                  <a:lnTo>
                    <a:pt x="1413327" y="1484974"/>
                  </a:lnTo>
                  <a:lnTo>
                    <a:pt x="1413324" y="1484968"/>
                  </a:lnTo>
                  <a:lnTo>
                    <a:pt x="1413319" y="1484958"/>
                  </a:lnTo>
                  <a:lnTo>
                    <a:pt x="1413315" y="1484950"/>
                  </a:lnTo>
                  <a:lnTo>
                    <a:pt x="1413311" y="1484941"/>
                  </a:lnTo>
                  <a:lnTo>
                    <a:pt x="1413308" y="1484936"/>
                  </a:lnTo>
                  <a:lnTo>
                    <a:pt x="1413305" y="1484931"/>
                  </a:lnTo>
                  <a:lnTo>
                    <a:pt x="1413302" y="1484927"/>
                  </a:lnTo>
                  <a:lnTo>
                    <a:pt x="1413298" y="1484922"/>
                  </a:lnTo>
                  <a:lnTo>
                    <a:pt x="1413294" y="1484919"/>
                  </a:lnTo>
                  <a:lnTo>
                    <a:pt x="1413290" y="1484917"/>
                  </a:lnTo>
                  <a:lnTo>
                    <a:pt x="1413283" y="1484916"/>
                  </a:lnTo>
                  <a:lnTo>
                    <a:pt x="1413276" y="1484913"/>
                  </a:lnTo>
                  <a:lnTo>
                    <a:pt x="1413270" y="1484911"/>
                  </a:lnTo>
                  <a:lnTo>
                    <a:pt x="1413264" y="1484910"/>
                  </a:lnTo>
                  <a:lnTo>
                    <a:pt x="1413257" y="1484908"/>
                  </a:lnTo>
                  <a:lnTo>
                    <a:pt x="1413252" y="1484907"/>
                  </a:lnTo>
                  <a:lnTo>
                    <a:pt x="1413247" y="1484905"/>
                  </a:lnTo>
                  <a:lnTo>
                    <a:pt x="1413243" y="1484905"/>
                  </a:lnTo>
                  <a:lnTo>
                    <a:pt x="1413236" y="1484903"/>
                  </a:lnTo>
                  <a:lnTo>
                    <a:pt x="1413229" y="1484903"/>
                  </a:lnTo>
                  <a:lnTo>
                    <a:pt x="1413222" y="1484904"/>
                  </a:lnTo>
                  <a:lnTo>
                    <a:pt x="1413217" y="1484905"/>
                  </a:lnTo>
                  <a:lnTo>
                    <a:pt x="1413210" y="1484908"/>
                  </a:lnTo>
                  <a:lnTo>
                    <a:pt x="1413204" y="1484910"/>
                  </a:lnTo>
                  <a:lnTo>
                    <a:pt x="1413198" y="1484913"/>
                  </a:lnTo>
                  <a:lnTo>
                    <a:pt x="1413190" y="1484916"/>
                  </a:lnTo>
                  <a:lnTo>
                    <a:pt x="1413185" y="1484918"/>
                  </a:lnTo>
                  <a:lnTo>
                    <a:pt x="1413180" y="1484920"/>
                  </a:lnTo>
                  <a:lnTo>
                    <a:pt x="1413171" y="1484924"/>
                  </a:lnTo>
                  <a:lnTo>
                    <a:pt x="1413165" y="1484927"/>
                  </a:lnTo>
                  <a:lnTo>
                    <a:pt x="1413161" y="1484930"/>
                  </a:lnTo>
                  <a:lnTo>
                    <a:pt x="1413155" y="1484934"/>
                  </a:lnTo>
                  <a:lnTo>
                    <a:pt x="1413149" y="1484938"/>
                  </a:lnTo>
                  <a:lnTo>
                    <a:pt x="1413141" y="1484942"/>
                  </a:lnTo>
                  <a:lnTo>
                    <a:pt x="1413132" y="1484945"/>
                  </a:lnTo>
                  <a:lnTo>
                    <a:pt x="1413120" y="1484945"/>
                  </a:lnTo>
                  <a:lnTo>
                    <a:pt x="1413111" y="1484945"/>
                  </a:lnTo>
                  <a:lnTo>
                    <a:pt x="1413100" y="1484945"/>
                  </a:lnTo>
                  <a:lnTo>
                    <a:pt x="1413093" y="1484945"/>
                  </a:lnTo>
                  <a:lnTo>
                    <a:pt x="1413084" y="1484944"/>
                  </a:lnTo>
                  <a:lnTo>
                    <a:pt x="1413077" y="1484943"/>
                  </a:lnTo>
                  <a:lnTo>
                    <a:pt x="1413069" y="1484942"/>
                  </a:lnTo>
                  <a:lnTo>
                    <a:pt x="1413061" y="1484943"/>
                  </a:lnTo>
                  <a:lnTo>
                    <a:pt x="1413056" y="1484945"/>
                  </a:lnTo>
                  <a:lnTo>
                    <a:pt x="1413052" y="1484948"/>
                  </a:lnTo>
                  <a:lnTo>
                    <a:pt x="1413046" y="1484954"/>
                  </a:lnTo>
                  <a:lnTo>
                    <a:pt x="1413041" y="1484963"/>
                  </a:lnTo>
                  <a:lnTo>
                    <a:pt x="1413038" y="1484970"/>
                  </a:lnTo>
                  <a:lnTo>
                    <a:pt x="1413034" y="1484979"/>
                  </a:lnTo>
                  <a:lnTo>
                    <a:pt x="1413031" y="1484985"/>
                  </a:lnTo>
                  <a:lnTo>
                    <a:pt x="1413026" y="1484992"/>
                  </a:lnTo>
                  <a:lnTo>
                    <a:pt x="1413020" y="1484996"/>
                  </a:lnTo>
                  <a:lnTo>
                    <a:pt x="1413014" y="1484999"/>
                  </a:lnTo>
                  <a:lnTo>
                    <a:pt x="1413007" y="1485001"/>
                  </a:lnTo>
                  <a:lnTo>
                    <a:pt x="1413000" y="1485004"/>
                  </a:lnTo>
                  <a:lnTo>
                    <a:pt x="1412992" y="1485008"/>
                  </a:lnTo>
                  <a:lnTo>
                    <a:pt x="1412982" y="1485015"/>
                  </a:lnTo>
                  <a:lnTo>
                    <a:pt x="1412968" y="1485024"/>
                  </a:lnTo>
                  <a:lnTo>
                    <a:pt x="1412959" y="1485030"/>
                  </a:lnTo>
                  <a:lnTo>
                    <a:pt x="1412951" y="1485035"/>
                  </a:lnTo>
                  <a:lnTo>
                    <a:pt x="1412943" y="1485041"/>
                  </a:lnTo>
                  <a:lnTo>
                    <a:pt x="1412937" y="1485047"/>
                  </a:lnTo>
                  <a:lnTo>
                    <a:pt x="1412933" y="1485052"/>
                  </a:lnTo>
                  <a:lnTo>
                    <a:pt x="1412926" y="1485062"/>
                  </a:lnTo>
                  <a:lnTo>
                    <a:pt x="1412923" y="1485067"/>
                  </a:lnTo>
                  <a:lnTo>
                    <a:pt x="1412919" y="1485075"/>
                  </a:lnTo>
                  <a:lnTo>
                    <a:pt x="1412916" y="1485082"/>
                  </a:lnTo>
                  <a:lnTo>
                    <a:pt x="1412914" y="1485089"/>
                  </a:lnTo>
                  <a:lnTo>
                    <a:pt x="1412914" y="1485095"/>
                  </a:lnTo>
                  <a:lnTo>
                    <a:pt x="1412914" y="1485100"/>
                  </a:lnTo>
                  <a:lnTo>
                    <a:pt x="1412912" y="1485107"/>
                  </a:lnTo>
                  <a:lnTo>
                    <a:pt x="1412909" y="1485112"/>
                  </a:lnTo>
                  <a:lnTo>
                    <a:pt x="1412905" y="1485117"/>
                  </a:lnTo>
                  <a:lnTo>
                    <a:pt x="1412899" y="1485122"/>
                  </a:lnTo>
                  <a:lnTo>
                    <a:pt x="1412895" y="1485125"/>
                  </a:lnTo>
                  <a:lnTo>
                    <a:pt x="1412889" y="1485130"/>
                  </a:lnTo>
                  <a:lnTo>
                    <a:pt x="1412884" y="1485136"/>
                  </a:lnTo>
                  <a:lnTo>
                    <a:pt x="1412880" y="1485142"/>
                  </a:lnTo>
                  <a:lnTo>
                    <a:pt x="1412877" y="1485146"/>
                  </a:lnTo>
                  <a:lnTo>
                    <a:pt x="1412876" y="1485152"/>
                  </a:lnTo>
                  <a:lnTo>
                    <a:pt x="1412875" y="1485163"/>
                  </a:lnTo>
                  <a:lnTo>
                    <a:pt x="1412874" y="1485171"/>
                  </a:lnTo>
                  <a:lnTo>
                    <a:pt x="1412872" y="1485182"/>
                  </a:lnTo>
                  <a:lnTo>
                    <a:pt x="1412871" y="1485193"/>
                  </a:lnTo>
                  <a:lnTo>
                    <a:pt x="1412868" y="1485209"/>
                  </a:lnTo>
                  <a:lnTo>
                    <a:pt x="1412867" y="1485215"/>
                  </a:lnTo>
                  <a:lnTo>
                    <a:pt x="1412862" y="1485221"/>
                  </a:lnTo>
                  <a:lnTo>
                    <a:pt x="1412855" y="1485229"/>
                  </a:lnTo>
                  <a:lnTo>
                    <a:pt x="1412850" y="1485234"/>
                  </a:lnTo>
                  <a:lnTo>
                    <a:pt x="1412844" y="1485237"/>
                  </a:lnTo>
                  <a:lnTo>
                    <a:pt x="1412840" y="1485239"/>
                  </a:lnTo>
                  <a:lnTo>
                    <a:pt x="1412834" y="1485242"/>
                  </a:lnTo>
                  <a:lnTo>
                    <a:pt x="1412830" y="1485244"/>
                  </a:lnTo>
                  <a:lnTo>
                    <a:pt x="1412824" y="1485247"/>
                  </a:lnTo>
                  <a:lnTo>
                    <a:pt x="1412818" y="1485252"/>
                  </a:lnTo>
                  <a:lnTo>
                    <a:pt x="1412812" y="1485257"/>
                  </a:lnTo>
                  <a:lnTo>
                    <a:pt x="1412808" y="1485260"/>
                  </a:lnTo>
                  <a:lnTo>
                    <a:pt x="1412804" y="1485264"/>
                  </a:lnTo>
                  <a:lnTo>
                    <a:pt x="1412801" y="1485268"/>
                  </a:lnTo>
                  <a:lnTo>
                    <a:pt x="1412798" y="1485273"/>
                  </a:lnTo>
                  <a:lnTo>
                    <a:pt x="1412792" y="1485283"/>
                  </a:lnTo>
                  <a:lnTo>
                    <a:pt x="1412788" y="1485289"/>
                  </a:lnTo>
                  <a:lnTo>
                    <a:pt x="1412782" y="1485296"/>
                  </a:lnTo>
                  <a:lnTo>
                    <a:pt x="1412776" y="1485302"/>
                  </a:lnTo>
                  <a:lnTo>
                    <a:pt x="1412770" y="1485307"/>
                  </a:lnTo>
                  <a:lnTo>
                    <a:pt x="1412762" y="1485313"/>
                  </a:lnTo>
                  <a:lnTo>
                    <a:pt x="1412755" y="1485317"/>
                  </a:lnTo>
                  <a:lnTo>
                    <a:pt x="1412747" y="1485321"/>
                  </a:lnTo>
                  <a:lnTo>
                    <a:pt x="1412741" y="1485322"/>
                  </a:lnTo>
                  <a:lnTo>
                    <a:pt x="1412735" y="1485323"/>
                  </a:lnTo>
                  <a:lnTo>
                    <a:pt x="1412730" y="1485321"/>
                  </a:lnTo>
                  <a:lnTo>
                    <a:pt x="1412724" y="1485317"/>
                  </a:lnTo>
                  <a:lnTo>
                    <a:pt x="1412718" y="1485314"/>
                  </a:lnTo>
                  <a:lnTo>
                    <a:pt x="1412713" y="1485309"/>
                  </a:lnTo>
                  <a:lnTo>
                    <a:pt x="1412709" y="1485305"/>
                  </a:lnTo>
                  <a:lnTo>
                    <a:pt x="1412705" y="1485297"/>
                  </a:lnTo>
                  <a:lnTo>
                    <a:pt x="1412703" y="1485288"/>
                  </a:lnTo>
                  <a:lnTo>
                    <a:pt x="1412700" y="1485281"/>
                  </a:lnTo>
                  <a:lnTo>
                    <a:pt x="1412695" y="1485272"/>
                  </a:lnTo>
                  <a:lnTo>
                    <a:pt x="1412691" y="1485266"/>
                  </a:lnTo>
                  <a:lnTo>
                    <a:pt x="1412687" y="1485259"/>
                  </a:lnTo>
                  <a:lnTo>
                    <a:pt x="1412682" y="1485255"/>
                  </a:lnTo>
                  <a:lnTo>
                    <a:pt x="1412673" y="1485250"/>
                  </a:lnTo>
                  <a:lnTo>
                    <a:pt x="1412668" y="1485247"/>
                  </a:lnTo>
                  <a:lnTo>
                    <a:pt x="1412660" y="1485244"/>
                  </a:lnTo>
                  <a:lnTo>
                    <a:pt x="1412653" y="1485242"/>
                  </a:lnTo>
                  <a:lnTo>
                    <a:pt x="1412648" y="1485241"/>
                  </a:lnTo>
                  <a:lnTo>
                    <a:pt x="1412642" y="1485242"/>
                  </a:lnTo>
                  <a:lnTo>
                    <a:pt x="1412636" y="1485247"/>
                  </a:lnTo>
                  <a:lnTo>
                    <a:pt x="1412628" y="1485255"/>
                  </a:lnTo>
                  <a:lnTo>
                    <a:pt x="1412623" y="1485260"/>
                  </a:lnTo>
                  <a:lnTo>
                    <a:pt x="1412614" y="1485269"/>
                  </a:lnTo>
                  <a:lnTo>
                    <a:pt x="1412602" y="1485281"/>
                  </a:lnTo>
                  <a:lnTo>
                    <a:pt x="1412597" y="1485284"/>
                  </a:lnTo>
                  <a:lnTo>
                    <a:pt x="1412592" y="1485286"/>
                  </a:lnTo>
                  <a:lnTo>
                    <a:pt x="1412585" y="1485281"/>
                  </a:lnTo>
                  <a:lnTo>
                    <a:pt x="1412575" y="1485275"/>
                  </a:lnTo>
                  <a:lnTo>
                    <a:pt x="1412567" y="1485273"/>
                  </a:lnTo>
                  <a:lnTo>
                    <a:pt x="1412558" y="1485273"/>
                  </a:lnTo>
                  <a:lnTo>
                    <a:pt x="1412546" y="1485275"/>
                  </a:lnTo>
                  <a:lnTo>
                    <a:pt x="1412531" y="1485280"/>
                  </a:lnTo>
                  <a:lnTo>
                    <a:pt x="1412512" y="1485289"/>
                  </a:lnTo>
                  <a:lnTo>
                    <a:pt x="1412483" y="1485303"/>
                  </a:lnTo>
                  <a:lnTo>
                    <a:pt x="1412477" y="1485306"/>
                  </a:lnTo>
                  <a:lnTo>
                    <a:pt x="1412470" y="1485310"/>
                  </a:lnTo>
                  <a:lnTo>
                    <a:pt x="1412460" y="1485314"/>
                  </a:lnTo>
                  <a:lnTo>
                    <a:pt x="1412455" y="1485315"/>
                  </a:lnTo>
                  <a:lnTo>
                    <a:pt x="1412449" y="1485317"/>
                  </a:lnTo>
                  <a:lnTo>
                    <a:pt x="1412432" y="1485316"/>
                  </a:lnTo>
                  <a:lnTo>
                    <a:pt x="1412414" y="1485315"/>
                  </a:lnTo>
                  <a:lnTo>
                    <a:pt x="1412397" y="1485314"/>
                  </a:lnTo>
                  <a:lnTo>
                    <a:pt x="1412389" y="1485318"/>
                  </a:lnTo>
                  <a:lnTo>
                    <a:pt x="1412382" y="1485322"/>
                  </a:lnTo>
                  <a:lnTo>
                    <a:pt x="1412377" y="1485329"/>
                  </a:lnTo>
                  <a:lnTo>
                    <a:pt x="1412366" y="1485343"/>
                  </a:lnTo>
                  <a:lnTo>
                    <a:pt x="1412356" y="1485360"/>
                  </a:lnTo>
                  <a:lnTo>
                    <a:pt x="1412349" y="1485373"/>
                  </a:lnTo>
                  <a:lnTo>
                    <a:pt x="1412340" y="1485392"/>
                  </a:lnTo>
                  <a:lnTo>
                    <a:pt x="1412331" y="1485406"/>
                  </a:lnTo>
                  <a:lnTo>
                    <a:pt x="1412322" y="1485418"/>
                  </a:lnTo>
                  <a:lnTo>
                    <a:pt x="1412316" y="1485427"/>
                  </a:lnTo>
                  <a:lnTo>
                    <a:pt x="1412295" y="1485456"/>
                  </a:lnTo>
                  <a:lnTo>
                    <a:pt x="1412280" y="1485474"/>
                  </a:lnTo>
                  <a:lnTo>
                    <a:pt x="1412267" y="1485486"/>
                  </a:lnTo>
                  <a:lnTo>
                    <a:pt x="1412255" y="1485496"/>
                  </a:lnTo>
                  <a:lnTo>
                    <a:pt x="1412242" y="1485505"/>
                  </a:lnTo>
                  <a:lnTo>
                    <a:pt x="1412235" y="1485510"/>
                  </a:lnTo>
                  <a:lnTo>
                    <a:pt x="1412233" y="1485515"/>
                  </a:lnTo>
                  <a:lnTo>
                    <a:pt x="1412230" y="1485524"/>
                  </a:lnTo>
                  <a:lnTo>
                    <a:pt x="1412225" y="1485538"/>
                  </a:lnTo>
                  <a:lnTo>
                    <a:pt x="1412219" y="1485552"/>
                  </a:lnTo>
                  <a:lnTo>
                    <a:pt x="1412214" y="1485564"/>
                  </a:lnTo>
                  <a:lnTo>
                    <a:pt x="1412202" y="1485579"/>
                  </a:lnTo>
                  <a:lnTo>
                    <a:pt x="1412198" y="1485583"/>
                  </a:lnTo>
                  <a:lnTo>
                    <a:pt x="1412188" y="1485594"/>
                  </a:lnTo>
                  <a:lnTo>
                    <a:pt x="1412184" y="1485596"/>
                  </a:lnTo>
                  <a:lnTo>
                    <a:pt x="1412171" y="1485598"/>
                  </a:lnTo>
                  <a:lnTo>
                    <a:pt x="1412160" y="1485600"/>
                  </a:lnTo>
                  <a:lnTo>
                    <a:pt x="1412142" y="1485603"/>
                  </a:lnTo>
                  <a:lnTo>
                    <a:pt x="1412128" y="1485603"/>
                  </a:lnTo>
                  <a:lnTo>
                    <a:pt x="1412118" y="1485602"/>
                  </a:lnTo>
                  <a:lnTo>
                    <a:pt x="1412114" y="1485599"/>
                  </a:lnTo>
                  <a:lnTo>
                    <a:pt x="1412107" y="1485591"/>
                  </a:lnTo>
                  <a:lnTo>
                    <a:pt x="1412096" y="1485580"/>
                  </a:lnTo>
                  <a:lnTo>
                    <a:pt x="1412088" y="1485572"/>
                  </a:lnTo>
                  <a:lnTo>
                    <a:pt x="1412079" y="1485565"/>
                  </a:lnTo>
                  <a:lnTo>
                    <a:pt x="1412070" y="1485559"/>
                  </a:lnTo>
                  <a:lnTo>
                    <a:pt x="1412057" y="1485550"/>
                  </a:lnTo>
                  <a:lnTo>
                    <a:pt x="1412046" y="1485541"/>
                  </a:lnTo>
                  <a:lnTo>
                    <a:pt x="1412039" y="1485531"/>
                  </a:lnTo>
                  <a:lnTo>
                    <a:pt x="1412035" y="1485519"/>
                  </a:lnTo>
                  <a:lnTo>
                    <a:pt x="1412031" y="1485506"/>
                  </a:lnTo>
                  <a:lnTo>
                    <a:pt x="1412028" y="1485497"/>
                  </a:lnTo>
                  <a:lnTo>
                    <a:pt x="1412022" y="1485485"/>
                  </a:lnTo>
                  <a:lnTo>
                    <a:pt x="1412015" y="1485480"/>
                  </a:lnTo>
                  <a:lnTo>
                    <a:pt x="1412005" y="1485477"/>
                  </a:lnTo>
                  <a:lnTo>
                    <a:pt x="1411987" y="1485473"/>
                  </a:lnTo>
                  <a:lnTo>
                    <a:pt x="1411969" y="1485466"/>
                  </a:lnTo>
                  <a:lnTo>
                    <a:pt x="1411958" y="1485458"/>
                  </a:lnTo>
                  <a:lnTo>
                    <a:pt x="1411951" y="1485452"/>
                  </a:lnTo>
                  <a:lnTo>
                    <a:pt x="1411940" y="1485439"/>
                  </a:lnTo>
                  <a:lnTo>
                    <a:pt x="1411928" y="1485424"/>
                  </a:lnTo>
                  <a:lnTo>
                    <a:pt x="1411917" y="1485411"/>
                  </a:lnTo>
                  <a:lnTo>
                    <a:pt x="1411908" y="1485403"/>
                  </a:lnTo>
                  <a:lnTo>
                    <a:pt x="1411895" y="1485397"/>
                  </a:lnTo>
                  <a:lnTo>
                    <a:pt x="1411889" y="1485395"/>
                  </a:lnTo>
                  <a:lnTo>
                    <a:pt x="1411882" y="1485396"/>
                  </a:lnTo>
                  <a:lnTo>
                    <a:pt x="1411877" y="1485398"/>
                  </a:lnTo>
                  <a:lnTo>
                    <a:pt x="1411861" y="1485407"/>
                  </a:lnTo>
                  <a:lnTo>
                    <a:pt x="1411851" y="1485417"/>
                  </a:lnTo>
                  <a:lnTo>
                    <a:pt x="1411839" y="1485427"/>
                  </a:lnTo>
                  <a:lnTo>
                    <a:pt x="1411824" y="1485433"/>
                  </a:lnTo>
                  <a:lnTo>
                    <a:pt x="1411813" y="1485434"/>
                  </a:lnTo>
                  <a:lnTo>
                    <a:pt x="1411803" y="1485435"/>
                  </a:lnTo>
                  <a:lnTo>
                    <a:pt x="1411792" y="1485434"/>
                  </a:lnTo>
                  <a:lnTo>
                    <a:pt x="1411786" y="1485432"/>
                  </a:lnTo>
                  <a:lnTo>
                    <a:pt x="1411771" y="1485426"/>
                  </a:lnTo>
                  <a:lnTo>
                    <a:pt x="1411759" y="1485417"/>
                  </a:lnTo>
                  <a:lnTo>
                    <a:pt x="1411747" y="1485410"/>
                  </a:lnTo>
                  <a:lnTo>
                    <a:pt x="1411722" y="1485395"/>
                  </a:lnTo>
                  <a:lnTo>
                    <a:pt x="1411702" y="1485385"/>
                  </a:lnTo>
                  <a:lnTo>
                    <a:pt x="1411687" y="1485379"/>
                  </a:lnTo>
                  <a:lnTo>
                    <a:pt x="1411667" y="1485369"/>
                  </a:lnTo>
                  <a:lnTo>
                    <a:pt x="1411654" y="1485363"/>
                  </a:lnTo>
                  <a:lnTo>
                    <a:pt x="1411645" y="1485360"/>
                  </a:lnTo>
                  <a:lnTo>
                    <a:pt x="1411638" y="1485360"/>
                  </a:lnTo>
                  <a:lnTo>
                    <a:pt x="1411629" y="1485358"/>
                  </a:lnTo>
                  <a:lnTo>
                    <a:pt x="1411617" y="1485353"/>
                  </a:lnTo>
                  <a:lnTo>
                    <a:pt x="1411598" y="1485346"/>
                  </a:lnTo>
                  <a:lnTo>
                    <a:pt x="1411585" y="1485343"/>
                  </a:lnTo>
                  <a:lnTo>
                    <a:pt x="1411571" y="1485342"/>
                  </a:lnTo>
                  <a:lnTo>
                    <a:pt x="1411557" y="1485343"/>
                  </a:lnTo>
                  <a:lnTo>
                    <a:pt x="1411547" y="1485344"/>
                  </a:lnTo>
                  <a:lnTo>
                    <a:pt x="1411533" y="1485348"/>
                  </a:lnTo>
                  <a:lnTo>
                    <a:pt x="1411519" y="1485352"/>
                  </a:lnTo>
                  <a:lnTo>
                    <a:pt x="1411514" y="1485352"/>
                  </a:lnTo>
                  <a:lnTo>
                    <a:pt x="1411510" y="1485351"/>
                  </a:lnTo>
                  <a:lnTo>
                    <a:pt x="1411504" y="1485348"/>
                  </a:lnTo>
                  <a:lnTo>
                    <a:pt x="1411500" y="1485344"/>
                  </a:lnTo>
                  <a:lnTo>
                    <a:pt x="1411493" y="1485334"/>
                  </a:lnTo>
                  <a:lnTo>
                    <a:pt x="1411480" y="1485314"/>
                  </a:lnTo>
                  <a:lnTo>
                    <a:pt x="1411475" y="1485306"/>
                  </a:lnTo>
                  <a:lnTo>
                    <a:pt x="1411460" y="1485298"/>
                  </a:lnTo>
                  <a:lnTo>
                    <a:pt x="1411448" y="1485291"/>
                  </a:lnTo>
                  <a:lnTo>
                    <a:pt x="1411423" y="1485277"/>
                  </a:lnTo>
                  <a:lnTo>
                    <a:pt x="1411406" y="1485268"/>
                  </a:lnTo>
                  <a:lnTo>
                    <a:pt x="1411384" y="1485258"/>
                  </a:lnTo>
                  <a:lnTo>
                    <a:pt x="1411369" y="1485251"/>
                  </a:lnTo>
                  <a:lnTo>
                    <a:pt x="1411359" y="1485245"/>
                  </a:lnTo>
                  <a:lnTo>
                    <a:pt x="1411355" y="1485240"/>
                  </a:lnTo>
                  <a:lnTo>
                    <a:pt x="1411350" y="1485232"/>
                  </a:lnTo>
                  <a:lnTo>
                    <a:pt x="1411344" y="1485217"/>
                  </a:lnTo>
                  <a:lnTo>
                    <a:pt x="1411340" y="1485203"/>
                  </a:lnTo>
                  <a:lnTo>
                    <a:pt x="1411337" y="1485190"/>
                  </a:lnTo>
                  <a:lnTo>
                    <a:pt x="1411336" y="1485180"/>
                  </a:lnTo>
                  <a:lnTo>
                    <a:pt x="1411336" y="1485173"/>
                  </a:lnTo>
                  <a:lnTo>
                    <a:pt x="1411334" y="1485158"/>
                  </a:lnTo>
                  <a:lnTo>
                    <a:pt x="1411332" y="1485149"/>
                  </a:lnTo>
                  <a:lnTo>
                    <a:pt x="1411329" y="1485136"/>
                  </a:lnTo>
                  <a:lnTo>
                    <a:pt x="1411326" y="1485130"/>
                  </a:lnTo>
                  <a:lnTo>
                    <a:pt x="1411323" y="1485127"/>
                  </a:lnTo>
                  <a:lnTo>
                    <a:pt x="1411318" y="1485127"/>
                  </a:lnTo>
                  <a:lnTo>
                    <a:pt x="1411313" y="1485129"/>
                  </a:lnTo>
                  <a:lnTo>
                    <a:pt x="1411301" y="1485134"/>
                  </a:lnTo>
                  <a:lnTo>
                    <a:pt x="1411284" y="1485139"/>
                  </a:lnTo>
                  <a:lnTo>
                    <a:pt x="1411268" y="1485144"/>
                  </a:lnTo>
                  <a:lnTo>
                    <a:pt x="1411257" y="1485147"/>
                  </a:lnTo>
                  <a:lnTo>
                    <a:pt x="1411243" y="1485152"/>
                  </a:lnTo>
                  <a:lnTo>
                    <a:pt x="1411235" y="1485157"/>
                  </a:lnTo>
                  <a:lnTo>
                    <a:pt x="1411223" y="1485160"/>
                  </a:lnTo>
                  <a:lnTo>
                    <a:pt x="1411214" y="1485161"/>
                  </a:lnTo>
                  <a:lnTo>
                    <a:pt x="1411204" y="1485161"/>
                  </a:lnTo>
                  <a:lnTo>
                    <a:pt x="1411189" y="1485159"/>
                  </a:lnTo>
                  <a:lnTo>
                    <a:pt x="1411178" y="1485157"/>
                  </a:lnTo>
                  <a:lnTo>
                    <a:pt x="1411174" y="1485151"/>
                  </a:lnTo>
                  <a:lnTo>
                    <a:pt x="1411167" y="1485140"/>
                  </a:lnTo>
                  <a:lnTo>
                    <a:pt x="1411163" y="1485132"/>
                  </a:lnTo>
                  <a:lnTo>
                    <a:pt x="1411160" y="1485121"/>
                  </a:lnTo>
                  <a:lnTo>
                    <a:pt x="1411157" y="1485101"/>
                  </a:lnTo>
                  <a:lnTo>
                    <a:pt x="1411156" y="1485075"/>
                  </a:lnTo>
                  <a:lnTo>
                    <a:pt x="1411155" y="1485056"/>
                  </a:lnTo>
                  <a:lnTo>
                    <a:pt x="1411155" y="1485033"/>
                  </a:lnTo>
                  <a:lnTo>
                    <a:pt x="1411152" y="1485027"/>
                  </a:lnTo>
                  <a:lnTo>
                    <a:pt x="1411151" y="1485022"/>
                  </a:lnTo>
                  <a:lnTo>
                    <a:pt x="1411148" y="1485006"/>
                  </a:lnTo>
                  <a:lnTo>
                    <a:pt x="1411145" y="1484985"/>
                  </a:lnTo>
                  <a:lnTo>
                    <a:pt x="1411142" y="1484966"/>
                  </a:lnTo>
                  <a:lnTo>
                    <a:pt x="1411142" y="1484957"/>
                  </a:lnTo>
                  <a:lnTo>
                    <a:pt x="1411144" y="1484946"/>
                  </a:lnTo>
                  <a:lnTo>
                    <a:pt x="1411144" y="1484939"/>
                  </a:lnTo>
                  <a:lnTo>
                    <a:pt x="1411142" y="1484928"/>
                  </a:lnTo>
                  <a:lnTo>
                    <a:pt x="1411141" y="1484918"/>
                  </a:lnTo>
                  <a:lnTo>
                    <a:pt x="1411135" y="1484904"/>
                  </a:lnTo>
                  <a:lnTo>
                    <a:pt x="1411130" y="1484895"/>
                  </a:lnTo>
                  <a:lnTo>
                    <a:pt x="1411124" y="1484886"/>
                  </a:lnTo>
                  <a:lnTo>
                    <a:pt x="1411115" y="1484877"/>
                  </a:lnTo>
                  <a:lnTo>
                    <a:pt x="1411103" y="1484866"/>
                  </a:lnTo>
                  <a:lnTo>
                    <a:pt x="1411088" y="1484853"/>
                  </a:lnTo>
                  <a:lnTo>
                    <a:pt x="1411073" y="1484841"/>
                  </a:lnTo>
                  <a:lnTo>
                    <a:pt x="1411064" y="1484834"/>
                  </a:lnTo>
                  <a:lnTo>
                    <a:pt x="1411056" y="1484825"/>
                  </a:lnTo>
                  <a:lnTo>
                    <a:pt x="1411052" y="1484815"/>
                  </a:lnTo>
                  <a:lnTo>
                    <a:pt x="1411048" y="1484799"/>
                  </a:lnTo>
                  <a:lnTo>
                    <a:pt x="1411046" y="1484781"/>
                  </a:lnTo>
                  <a:lnTo>
                    <a:pt x="1411045" y="1484768"/>
                  </a:lnTo>
                  <a:lnTo>
                    <a:pt x="1411043" y="1484741"/>
                  </a:lnTo>
                  <a:lnTo>
                    <a:pt x="1411041" y="1484710"/>
                  </a:lnTo>
                  <a:lnTo>
                    <a:pt x="1411041" y="1484683"/>
                  </a:lnTo>
                  <a:lnTo>
                    <a:pt x="1411041" y="1484673"/>
                  </a:lnTo>
                  <a:lnTo>
                    <a:pt x="1411043" y="1484666"/>
                  </a:lnTo>
                  <a:lnTo>
                    <a:pt x="1411047" y="1484659"/>
                  </a:lnTo>
                  <a:lnTo>
                    <a:pt x="1411054" y="1484648"/>
                  </a:lnTo>
                  <a:lnTo>
                    <a:pt x="1411059" y="1484642"/>
                  </a:lnTo>
                  <a:lnTo>
                    <a:pt x="1411064" y="1484636"/>
                  </a:lnTo>
                  <a:lnTo>
                    <a:pt x="1411070" y="1484628"/>
                  </a:lnTo>
                  <a:lnTo>
                    <a:pt x="1411076" y="1484616"/>
                  </a:lnTo>
                  <a:lnTo>
                    <a:pt x="1411082" y="1484601"/>
                  </a:lnTo>
                  <a:lnTo>
                    <a:pt x="1411088" y="1484582"/>
                  </a:lnTo>
                  <a:lnTo>
                    <a:pt x="1411092" y="1484569"/>
                  </a:lnTo>
                  <a:lnTo>
                    <a:pt x="1411097" y="1484558"/>
                  </a:lnTo>
                  <a:lnTo>
                    <a:pt x="1411103" y="1484547"/>
                  </a:lnTo>
                  <a:lnTo>
                    <a:pt x="1411108" y="1484535"/>
                  </a:lnTo>
                  <a:lnTo>
                    <a:pt x="1411110" y="1484519"/>
                  </a:lnTo>
                  <a:lnTo>
                    <a:pt x="1411114" y="1484503"/>
                  </a:lnTo>
                  <a:lnTo>
                    <a:pt x="1411111" y="1484484"/>
                  </a:lnTo>
                  <a:lnTo>
                    <a:pt x="1411098" y="1484479"/>
                  </a:lnTo>
                  <a:lnTo>
                    <a:pt x="1411085" y="1484479"/>
                  </a:lnTo>
                  <a:lnTo>
                    <a:pt x="1411070" y="1484479"/>
                  </a:lnTo>
                  <a:lnTo>
                    <a:pt x="1411041" y="1484482"/>
                  </a:lnTo>
                  <a:lnTo>
                    <a:pt x="1411030" y="1484484"/>
                  </a:lnTo>
                  <a:lnTo>
                    <a:pt x="1411014" y="1484488"/>
                  </a:lnTo>
                  <a:lnTo>
                    <a:pt x="1411007" y="1484490"/>
                  </a:lnTo>
                  <a:lnTo>
                    <a:pt x="1410983" y="1484495"/>
                  </a:lnTo>
                  <a:lnTo>
                    <a:pt x="1410961" y="1484494"/>
                  </a:lnTo>
                  <a:lnTo>
                    <a:pt x="1410939" y="1484495"/>
                  </a:lnTo>
                  <a:lnTo>
                    <a:pt x="1410929" y="1484500"/>
                  </a:lnTo>
                  <a:lnTo>
                    <a:pt x="1410921" y="1484504"/>
                  </a:lnTo>
                  <a:lnTo>
                    <a:pt x="1410913" y="1484508"/>
                  </a:lnTo>
                  <a:lnTo>
                    <a:pt x="1410909" y="1484512"/>
                  </a:lnTo>
                  <a:lnTo>
                    <a:pt x="1410900" y="1484517"/>
                  </a:lnTo>
                  <a:lnTo>
                    <a:pt x="1410878" y="1484512"/>
                  </a:lnTo>
                  <a:lnTo>
                    <a:pt x="1410860" y="1484507"/>
                  </a:lnTo>
                  <a:lnTo>
                    <a:pt x="1410836" y="1484504"/>
                  </a:lnTo>
                  <a:lnTo>
                    <a:pt x="1410830" y="1484508"/>
                  </a:lnTo>
                  <a:lnTo>
                    <a:pt x="1410816" y="1484487"/>
                  </a:lnTo>
                  <a:lnTo>
                    <a:pt x="1410802" y="1484482"/>
                  </a:lnTo>
                  <a:lnTo>
                    <a:pt x="1410781" y="1484465"/>
                  </a:lnTo>
                  <a:lnTo>
                    <a:pt x="1410745" y="1484495"/>
                  </a:lnTo>
                  <a:lnTo>
                    <a:pt x="1410744" y="1484505"/>
                  </a:lnTo>
                  <a:lnTo>
                    <a:pt x="1410742" y="1484514"/>
                  </a:lnTo>
                  <a:lnTo>
                    <a:pt x="1410740" y="1484521"/>
                  </a:lnTo>
                  <a:lnTo>
                    <a:pt x="1410738" y="1484532"/>
                  </a:lnTo>
                  <a:lnTo>
                    <a:pt x="1410737" y="1484540"/>
                  </a:lnTo>
                  <a:lnTo>
                    <a:pt x="1410738" y="1484545"/>
                  </a:lnTo>
                  <a:lnTo>
                    <a:pt x="1410739" y="1484552"/>
                  </a:lnTo>
                  <a:lnTo>
                    <a:pt x="1410739" y="1484560"/>
                  </a:lnTo>
                  <a:lnTo>
                    <a:pt x="1410740" y="1484575"/>
                  </a:lnTo>
                  <a:lnTo>
                    <a:pt x="1410738" y="1484580"/>
                  </a:lnTo>
                  <a:lnTo>
                    <a:pt x="1410730" y="1484573"/>
                  </a:lnTo>
                  <a:lnTo>
                    <a:pt x="1410722" y="1484565"/>
                  </a:lnTo>
                  <a:lnTo>
                    <a:pt x="1410706" y="1484548"/>
                  </a:lnTo>
                  <a:lnTo>
                    <a:pt x="1410701" y="1484542"/>
                  </a:lnTo>
                  <a:lnTo>
                    <a:pt x="1410692" y="1484542"/>
                  </a:lnTo>
                  <a:lnTo>
                    <a:pt x="1410672" y="1484541"/>
                  </a:lnTo>
                  <a:lnTo>
                    <a:pt x="1410651" y="1484539"/>
                  </a:lnTo>
                  <a:lnTo>
                    <a:pt x="1410633" y="1484538"/>
                  </a:lnTo>
                  <a:lnTo>
                    <a:pt x="1410621" y="1484536"/>
                  </a:lnTo>
                  <a:lnTo>
                    <a:pt x="1410602" y="1484535"/>
                  </a:lnTo>
                  <a:lnTo>
                    <a:pt x="1410581" y="1484535"/>
                  </a:lnTo>
                  <a:lnTo>
                    <a:pt x="1410575" y="1484534"/>
                  </a:lnTo>
                  <a:lnTo>
                    <a:pt x="1410575" y="1484526"/>
                  </a:lnTo>
                  <a:lnTo>
                    <a:pt x="1410574" y="1484519"/>
                  </a:lnTo>
                  <a:lnTo>
                    <a:pt x="1410574" y="1484512"/>
                  </a:lnTo>
                  <a:lnTo>
                    <a:pt x="1410572" y="1484504"/>
                  </a:lnTo>
                  <a:lnTo>
                    <a:pt x="1410572" y="1484496"/>
                  </a:lnTo>
                  <a:lnTo>
                    <a:pt x="1410571" y="1484487"/>
                  </a:lnTo>
                  <a:lnTo>
                    <a:pt x="1410572" y="1484482"/>
                  </a:lnTo>
                  <a:lnTo>
                    <a:pt x="1410573" y="1484474"/>
                  </a:lnTo>
                  <a:lnTo>
                    <a:pt x="1410574" y="1484451"/>
                  </a:lnTo>
                  <a:lnTo>
                    <a:pt x="1410575" y="1484443"/>
                  </a:lnTo>
                  <a:lnTo>
                    <a:pt x="1410577" y="1484433"/>
                  </a:lnTo>
                  <a:lnTo>
                    <a:pt x="1410577" y="1484424"/>
                  </a:lnTo>
                  <a:lnTo>
                    <a:pt x="1410576" y="1484418"/>
                  </a:lnTo>
                  <a:lnTo>
                    <a:pt x="1410576" y="1484411"/>
                  </a:lnTo>
                  <a:lnTo>
                    <a:pt x="1410575" y="1484406"/>
                  </a:lnTo>
                  <a:lnTo>
                    <a:pt x="1410572" y="1484399"/>
                  </a:lnTo>
                  <a:lnTo>
                    <a:pt x="1410567" y="1484391"/>
                  </a:lnTo>
                  <a:lnTo>
                    <a:pt x="1410557" y="1484380"/>
                  </a:lnTo>
                  <a:lnTo>
                    <a:pt x="1410550" y="1484374"/>
                  </a:lnTo>
                  <a:lnTo>
                    <a:pt x="1410542" y="1484368"/>
                  </a:lnTo>
                  <a:lnTo>
                    <a:pt x="1410534" y="1484367"/>
                  </a:lnTo>
                  <a:lnTo>
                    <a:pt x="1410524" y="1484366"/>
                  </a:lnTo>
                  <a:lnTo>
                    <a:pt x="1410508" y="1484362"/>
                  </a:lnTo>
                  <a:lnTo>
                    <a:pt x="1410500" y="1484360"/>
                  </a:lnTo>
                  <a:lnTo>
                    <a:pt x="1410495" y="1484353"/>
                  </a:lnTo>
                  <a:lnTo>
                    <a:pt x="1410489" y="1484347"/>
                  </a:lnTo>
                  <a:lnTo>
                    <a:pt x="1410483" y="1484343"/>
                  </a:lnTo>
                  <a:lnTo>
                    <a:pt x="1410476" y="1484339"/>
                  </a:lnTo>
                  <a:lnTo>
                    <a:pt x="1410470" y="1484333"/>
                  </a:lnTo>
                  <a:lnTo>
                    <a:pt x="1410466" y="1484328"/>
                  </a:lnTo>
                  <a:lnTo>
                    <a:pt x="1410462" y="1484320"/>
                  </a:lnTo>
                  <a:lnTo>
                    <a:pt x="1410459" y="1484306"/>
                  </a:lnTo>
                  <a:lnTo>
                    <a:pt x="1410455" y="1484288"/>
                  </a:lnTo>
                  <a:lnTo>
                    <a:pt x="1410449" y="1484271"/>
                  </a:lnTo>
                  <a:lnTo>
                    <a:pt x="1410446" y="1484258"/>
                  </a:lnTo>
                  <a:lnTo>
                    <a:pt x="1410452" y="1484225"/>
                  </a:lnTo>
                  <a:lnTo>
                    <a:pt x="1410441" y="1484199"/>
                  </a:lnTo>
                  <a:lnTo>
                    <a:pt x="1410410" y="1484189"/>
                  </a:lnTo>
                  <a:lnTo>
                    <a:pt x="1410378" y="1484195"/>
                  </a:lnTo>
                  <a:lnTo>
                    <a:pt x="1410364" y="1484201"/>
                  </a:lnTo>
                  <a:lnTo>
                    <a:pt x="1410335" y="1484203"/>
                  </a:lnTo>
                  <a:lnTo>
                    <a:pt x="1410316" y="1484198"/>
                  </a:lnTo>
                  <a:lnTo>
                    <a:pt x="1410302" y="1484192"/>
                  </a:lnTo>
                  <a:lnTo>
                    <a:pt x="1410282" y="1484186"/>
                  </a:lnTo>
                  <a:lnTo>
                    <a:pt x="1410267" y="1484181"/>
                  </a:lnTo>
                  <a:lnTo>
                    <a:pt x="1410252" y="1484175"/>
                  </a:lnTo>
                  <a:lnTo>
                    <a:pt x="1410240" y="1484174"/>
                  </a:lnTo>
                  <a:lnTo>
                    <a:pt x="1410208" y="1484186"/>
                  </a:lnTo>
                  <a:lnTo>
                    <a:pt x="1410191" y="1484208"/>
                  </a:lnTo>
                  <a:lnTo>
                    <a:pt x="1410177" y="1484228"/>
                  </a:lnTo>
                  <a:lnTo>
                    <a:pt x="1410168" y="1484240"/>
                  </a:lnTo>
                  <a:lnTo>
                    <a:pt x="1410151" y="1484252"/>
                  </a:lnTo>
                  <a:lnTo>
                    <a:pt x="1410143" y="1484263"/>
                  </a:lnTo>
                  <a:lnTo>
                    <a:pt x="1410140" y="1484277"/>
                  </a:lnTo>
                  <a:lnTo>
                    <a:pt x="1410131" y="1484274"/>
                  </a:lnTo>
                  <a:lnTo>
                    <a:pt x="1410106" y="1484262"/>
                  </a:lnTo>
                  <a:lnTo>
                    <a:pt x="1410078" y="1484259"/>
                  </a:lnTo>
                  <a:lnTo>
                    <a:pt x="1410073" y="1484260"/>
                  </a:lnTo>
                  <a:lnTo>
                    <a:pt x="1410067" y="1484261"/>
                  </a:lnTo>
                  <a:lnTo>
                    <a:pt x="1410059" y="1484261"/>
                  </a:lnTo>
                  <a:lnTo>
                    <a:pt x="1410051" y="1484262"/>
                  </a:lnTo>
                  <a:lnTo>
                    <a:pt x="1410042" y="1484261"/>
                  </a:lnTo>
                  <a:lnTo>
                    <a:pt x="1410034" y="1484258"/>
                  </a:lnTo>
                  <a:lnTo>
                    <a:pt x="1410018" y="1484255"/>
                  </a:lnTo>
                  <a:lnTo>
                    <a:pt x="1409999" y="1484252"/>
                  </a:lnTo>
                  <a:lnTo>
                    <a:pt x="1409981" y="1484251"/>
                  </a:lnTo>
                  <a:lnTo>
                    <a:pt x="1409958" y="1484251"/>
                  </a:lnTo>
                  <a:lnTo>
                    <a:pt x="1409935" y="1484253"/>
                  </a:lnTo>
                  <a:lnTo>
                    <a:pt x="1409916" y="1484255"/>
                  </a:lnTo>
                  <a:lnTo>
                    <a:pt x="1409891" y="1484258"/>
                  </a:lnTo>
                  <a:lnTo>
                    <a:pt x="1409878" y="1484261"/>
                  </a:lnTo>
                  <a:lnTo>
                    <a:pt x="1409867" y="1484266"/>
                  </a:lnTo>
                  <a:lnTo>
                    <a:pt x="1409852" y="1484276"/>
                  </a:lnTo>
                  <a:lnTo>
                    <a:pt x="1409839" y="1484285"/>
                  </a:lnTo>
                  <a:lnTo>
                    <a:pt x="1409831" y="1484291"/>
                  </a:lnTo>
                  <a:lnTo>
                    <a:pt x="1409824" y="1484298"/>
                  </a:lnTo>
                  <a:lnTo>
                    <a:pt x="1409818" y="1484308"/>
                  </a:lnTo>
                  <a:lnTo>
                    <a:pt x="1409809" y="1484321"/>
                  </a:lnTo>
                  <a:lnTo>
                    <a:pt x="1409803" y="1484329"/>
                  </a:lnTo>
                  <a:lnTo>
                    <a:pt x="1409798" y="1484339"/>
                  </a:lnTo>
                  <a:lnTo>
                    <a:pt x="1409794" y="1484347"/>
                  </a:lnTo>
                  <a:lnTo>
                    <a:pt x="1409790" y="1484361"/>
                  </a:lnTo>
                  <a:lnTo>
                    <a:pt x="1409782" y="1484379"/>
                  </a:lnTo>
                  <a:lnTo>
                    <a:pt x="1409775" y="1484390"/>
                  </a:lnTo>
                  <a:lnTo>
                    <a:pt x="1409770" y="1484396"/>
                  </a:lnTo>
                  <a:lnTo>
                    <a:pt x="1409766" y="1484398"/>
                  </a:lnTo>
                  <a:lnTo>
                    <a:pt x="1409761" y="1484401"/>
                  </a:lnTo>
                  <a:lnTo>
                    <a:pt x="1409756" y="1484406"/>
                  </a:lnTo>
                  <a:lnTo>
                    <a:pt x="1409757" y="1484411"/>
                  </a:lnTo>
                  <a:lnTo>
                    <a:pt x="1409761" y="1484417"/>
                  </a:lnTo>
                  <a:lnTo>
                    <a:pt x="1409768" y="1484428"/>
                  </a:lnTo>
                  <a:lnTo>
                    <a:pt x="1409776" y="1484443"/>
                  </a:lnTo>
                  <a:lnTo>
                    <a:pt x="1409781" y="1484454"/>
                  </a:lnTo>
                  <a:lnTo>
                    <a:pt x="1409783" y="1484461"/>
                  </a:lnTo>
                  <a:lnTo>
                    <a:pt x="1409785" y="1484474"/>
                  </a:lnTo>
                  <a:lnTo>
                    <a:pt x="1409787" y="1484484"/>
                  </a:lnTo>
                  <a:lnTo>
                    <a:pt x="1409788" y="1484494"/>
                  </a:lnTo>
                  <a:lnTo>
                    <a:pt x="1409785" y="1484500"/>
                  </a:lnTo>
                  <a:lnTo>
                    <a:pt x="1409777" y="1484505"/>
                  </a:lnTo>
                  <a:lnTo>
                    <a:pt x="1409767" y="1484512"/>
                  </a:lnTo>
                  <a:lnTo>
                    <a:pt x="1409760" y="1484520"/>
                  </a:lnTo>
                  <a:lnTo>
                    <a:pt x="1409754" y="1484528"/>
                  </a:lnTo>
                  <a:lnTo>
                    <a:pt x="1409750" y="1484534"/>
                  </a:lnTo>
                  <a:lnTo>
                    <a:pt x="1409746" y="1484540"/>
                  </a:lnTo>
                  <a:lnTo>
                    <a:pt x="1409738" y="1484552"/>
                  </a:lnTo>
                  <a:lnTo>
                    <a:pt x="1409734" y="1484562"/>
                  </a:lnTo>
                  <a:lnTo>
                    <a:pt x="1409733" y="1484567"/>
                  </a:lnTo>
                  <a:lnTo>
                    <a:pt x="1409731" y="1484574"/>
                  </a:lnTo>
                  <a:lnTo>
                    <a:pt x="1409729" y="1484586"/>
                  </a:lnTo>
                  <a:lnTo>
                    <a:pt x="1409727" y="1484603"/>
                  </a:lnTo>
                  <a:lnTo>
                    <a:pt x="1409725" y="1484624"/>
                  </a:lnTo>
                  <a:lnTo>
                    <a:pt x="1409722" y="1484649"/>
                  </a:lnTo>
                  <a:lnTo>
                    <a:pt x="1409718" y="1484671"/>
                  </a:lnTo>
                  <a:lnTo>
                    <a:pt x="1409716" y="1484676"/>
                  </a:lnTo>
                  <a:lnTo>
                    <a:pt x="1409710" y="1484694"/>
                  </a:lnTo>
                  <a:lnTo>
                    <a:pt x="1409703" y="1484712"/>
                  </a:lnTo>
                  <a:lnTo>
                    <a:pt x="1409698" y="1484722"/>
                  </a:lnTo>
                  <a:lnTo>
                    <a:pt x="1409691" y="1484744"/>
                  </a:lnTo>
                  <a:lnTo>
                    <a:pt x="1409683" y="1484763"/>
                  </a:lnTo>
                  <a:lnTo>
                    <a:pt x="1409673" y="1484786"/>
                  </a:lnTo>
                  <a:lnTo>
                    <a:pt x="1409664" y="1484804"/>
                  </a:lnTo>
                  <a:lnTo>
                    <a:pt x="1409652" y="1484821"/>
                  </a:lnTo>
                  <a:lnTo>
                    <a:pt x="1409643" y="1484845"/>
                  </a:lnTo>
                  <a:lnTo>
                    <a:pt x="1409631" y="1484874"/>
                  </a:lnTo>
                  <a:lnTo>
                    <a:pt x="1409622" y="1484893"/>
                  </a:lnTo>
                  <a:lnTo>
                    <a:pt x="1409620" y="1484900"/>
                  </a:lnTo>
                  <a:lnTo>
                    <a:pt x="1409619" y="1484906"/>
                  </a:lnTo>
                  <a:lnTo>
                    <a:pt x="1409617" y="1484921"/>
                  </a:lnTo>
                  <a:lnTo>
                    <a:pt x="1409615" y="1484937"/>
                  </a:lnTo>
                  <a:lnTo>
                    <a:pt x="1409611" y="1484975"/>
                  </a:lnTo>
                  <a:lnTo>
                    <a:pt x="1409607" y="1485000"/>
                  </a:lnTo>
                  <a:lnTo>
                    <a:pt x="1409601" y="1485002"/>
                  </a:lnTo>
                  <a:lnTo>
                    <a:pt x="1409587" y="1485007"/>
                  </a:lnTo>
                  <a:lnTo>
                    <a:pt x="1409571" y="1485011"/>
                  </a:lnTo>
                  <a:lnTo>
                    <a:pt x="1409557" y="1485013"/>
                  </a:lnTo>
                  <a:lnTo>
                    <a:pt x="1409548" y="1485014"/>
                  </a:lnTo>
                  <a:lnTo>
                    <a:pt x="1409543" y="1485020"/>
                  </a:lnTo>
                  <a:lnTo>
                    <a:pt x="1409538" y="1485028"/>
                  </a:lnTo>
                  <a:lnTo>
                    <a:pt x="1409533" y="1485038"/>
                  </a:lnTo>
                  <a:lnTo>
                    <a:pt x="1409530" y="1485044"/>
                  </a:lnTo>
                  <a:lnTo>
                    <a:pt x="1409525" y="1485053"/>
                  </a:lnTo>
                  <a:lnTo>
                    <a:pt x="1409521" y="1485067"/>
                  </a:lnTo>
                  <a:lnTo>
                    <a:pt x="1409516" y="1485083"/>
                  </a:lnTo>
                  <a:lnTo>
                    <a:pt x="1409514" y="1485090"/>
                  </a:lnTo>
                  <a:lnTo>
                    <a:pt x="1409509" y="1485096"/>
                  </a:lnTo>
                  <a:lnTo>
                    <a:pt x="1409500" y="1485101"/>
                  </a:lnTo>
                  <a:lnTo>
                    <a:pt x="1409491" y="1485103"/>
                  </a:lnTo>
                  <a:lnTo>
                    <a:pt x="1409483" y="1485103"/>
                  </a:lnTo>
                  <a:lnTo>
                    <a:pt x="1409479" y="1485101"/>
                  </a:lnTo>
                  <a:lnTo>
                    <a:pt x="1409472" y="1485095"/>
                  </a:lnTo>
                  <a:lnTo>
                    <a:pt x="1409468" y="1485089"/>
                  </a:lnTo>
                  <a:lnTo>
                    <a:pt x="1409463" y="1485085"/>
                  </a:lnTo>
                  <a:lnTo>
                    <a:pt x="1409457" y="1485083"/>
                  </a:lnTo>
                  <a:lnTo>
                    <a:pt x="1409440" y="1485079"/>
                  </a:lnTo>
                  <a:lnTo>
                    <a:pt x="1409421" y="1485076"/>
                  </a:lnTo>
                  <a:lnTo>
                    <a:pt x="1409404" y="1485074"/>
                  </a:lnTo>
                  <a:lnTo>
                    <a:pt x="1409397" y="1485071"/>
                  </a:lnTo>
                  <a:lnTo>
                    <a:pt x="1409390" y="1485069"/>
                  </a:lnTo>
                  <a:lnTo>
                    <a:pt x="1409375" y="1485067"/>
                  </a:lnTo>
                  <a:lnTo>
                    <a:pt x="1409364" y="1485067"/>
                  </a:lnTo>
                  <a:lnTo>
                    <a:pt x="1409357" y="1485071"/>
                  </a:lnTo>
                  <a:lnTo>
                    <a:pt x="1409351" y="1485077"/>
                  </a:lnTo>
                  <a:lnTo>
                    <a:pt x="1409345" y="1485088"/>
                  </a:lnTo>
                  <a:lnTo>
                    <a:pt x="1409340" y="1485099"/>
                  </a:lnTo>
                  <a:lnTo>
                    <a:pt x="1409334" y="1485107"/>
                  </a:lnTo>
                  <a:lnTo>
                    <a:pt x="1409329" y="1485116"/>
                  </a:lnTo>
                  <a:lnTo>
                    <a:pt x="1409326" y="1485124"/>
                  </a:lnTo>
                  <a:lnTo>
                    <a:pt x="1409322" y="1485134"/>
                  </a:lnTo>
                  <a:lnTo>
                    <a:pt x="1409319" y="1485147"/>
                  </a:lnTo>
                  <a:lnTo>
                    <a:pt x="1409323" y="1485154"/>
                  </a:lnTo>
                  <a:lnTo>
                    <a:pt x="1409328" y="1485159"/>
                  </a:lnTo>
                  <a:lnTo>
                    <a:pt x="1409334" y="1485170"/>
                  </a:lnTo>
                  <a:lnTo>
                    <a:pt x="1409338" y="1485177"/>
                  </a:lnTo>
                  <a:lnTo>
                    <a:pt x="1409342" y="1485188"/>
                  </a:lnTo>
                  <a:lnTo>
                    <a:pt x="1409344" y="1485200"/>
                  </a:lnTo>
                  <a:lnTo>
                    <a:pt x="1409343" y="1485214"/>
                  </a:lnTo>
                  <a:lnTo>
                    <a:pt x="1409340" y="1485224"/>
                  </a:lnTo>
                  <a:lnTo>
                    <a:pt x="1409339" y="1485233"/>
                  </a:lnTo>
                  <a:lnTo>
                    <a:pt x="1409338" y="1485240"/>
                  </a:lnTo>
                  <a:lnTo>
                    <a:pt x="1409341" y="1485247"/>
                  </a:lnTo>
                  <a:lnTo>
                    <a:pt x="1409346" y="1485259"/>
                  </a:lnTo>
                  <a:lnTo>
                    <a:pt x="1409352" y="1485276"/>
                  </a:lnTo>
                  <a:lnTo>
                    <a:pt x="1409360" y="1485294"/>
                  </a:lnTo>
                  <a:lnTo>
                    <a:pt x="1409365" y="1485305"/>
                  </a:lnTo>
                  <a:lnTo>
                    <a:pt x="1409372" y="1485315"/>
                  </a:lnTo>
                  <a:lnTo>
                    <a:pt x="1409381" y="1485327"/>
                  </a:lnTo>
                  <a:lnTo>
                    <a:pt x="1409391" y="1485343"/>
                  </a:lnTo>
                  <a:lnTo>
                    <a:pt x="1409398" y="1485352"/>
                  </a:lnTo>
                  <a:lnTo>
                    <a:pt x="1409405" y="1485359"/>
                  </a:lnTo>
                  <a:lnTo>
                    <a:pt x="1409415" y="1485369"/>
                  </a:lnTo>
                  <a:lnTo>
                    <a:pt x="1409420" y="1485371"/>
                  </a:lnTo>
                  <a:lnTo>
                    <a:pt x="1409426" y="1485375"/>
                  </a:lnTo>
                  <a:lnTo>
                    <a:pt x="1409435" y="1485381"/>
                  </a:lnTo>
                  <a:lnTo>
                    <a:pt x="1409442" y="1485384"/>
                  </a:lnTo>
                  <a:lnTo>
                    <a:pt x="1409453" y="1485386"/>
                  </a:lnTo>
                  <a:lnTo>
                    <a:pt x="1409463" y="1485388"/>
                  </a:lnTo>
                  <a:lnTo>
                    <a:pt x="1409471" y="1485389"/>
                  </a:lnTo>
                  <a:lnTo>
                    <a:pt x="1409476" y="1485392"/>
                  </a:lnTo>
                  <a:lnTo>
                    <a:pt x="1409474" y="1485400"/>
                  </a:lnTo>
                  <a:lnTo>
                    <a:pt x="1409465" y="1485407"/>
                  </a:lnTo>
                  <a:lnTo>
                    <a:pt x="1409452" y="1485415"/>
                  </a:lnTo>
                  <a:lnTo>
                    <a:pt x="1409446" y="1485419"/>
                  </a:lnTo>
                  <a:lnTo>
                    <a:pt x="1409435" y="1485427"/>
                  </a:lnTo>
                  <a:lnTo>
                    <a:pt x="1409418" y="1485438"/>
                  </a:lnTo>
                  <a:lnTo>
                    <a:pt x="1409402" y="1485449"/>
                  </a:lnTo>
                  <a:lnTo>
                    <a:pt x="1409392" y="1485460"/>
                  </a:lnTo>
                  <a:lnTo>
                    <a:pt x="1409382" y="1485473"/>
                  </a:lnTo>
                  <a:lnTo>
                    <a:pt x="1409380" y="1485480"/>
                  </a:lnTo>
                  <a:lnTo>
                    <a:pt x="1409374" y="1485491"/>
                  </a:lnTo>
                  <a:lnTo>
                    <a:pt x="1409365" y="1485500"/>
                  </a:lnTo>
                  <a:lnTo>
                    <a:pt x="1409361" y="1485504"/>
                  </a:lnTo>
                  <a:lnTo>
                    <a:pt x="1409348" y="1485514"/>
                  </a:lnTo>
                  <a:lnTo>
                    <a:pt x="1409342" y="1485521"/>
                  </a:lnTo>
                  <a:lnTo>
                    <a:pt x="1409340" y="1485527"/>
                  </a:lnTo>
                  <a:lnTo>
                    <a:pt x="1409336" y="1485544"/>
                  </a:lnTo>
                  <a:lnTo>
                    <a:pt x="1409333" y="1485557"/>
                  </a:lnTo>
                  <a:lnTo>
                    <a:pt x="1409325" y="1485567"/>
                  </a:lnTo>
                  <a:lnTo>
                    <a:pt x="1409318" y="1485579"/>
                  </a:lnTo>
                  <a:lnTo>
                    <a:pt x="1409315" y="1485583"/>
                  </a:lnTo>
                  <a:lnTo>
                    <a:pt x="1409303" y="1485596"/>
                  </a:lnTo>
                  <a:lnTo>
                    <a:pt x="1409293" y="1485604"/>
                  </a:lnTo>
                  <a:lnTo>
                    <a:pt x="1409285" y="1485609"/>
                  </a:lnTo>
                  <a:lnTo>
                    <a:pt x="1409280" y="1485611"/>
                  </a:lnTo>
                  <a:lnTo>
                    <a:pt x="1409274" y="1485612"/>
                  </a:lnTo>
                  <a:lnTo>
                    <a:pt x="1409269" y="1485614"/>
                  </a:lnTo>
                  <a:lnTo>
                    <a:pt x="1409269" y="1485621"/>
                  </a:lnTo>
                  <a:lnTo>
                    <a:pt x="1409272" y="1485628"/>
                  </a:lnTo>
                  <a:lnTo>
                    <a:pt x="1409276" y="1485634"/>
                  </a:lnTo>
                  <a:lnTo>
                    <a:pt x="1409282" y="1485644"/>
                  </a:lnTo>
                  <a:lnTo>
                    <a:pt x="1409286" y="1485654"/>
                  </a:lnTo>
                  <a:lnTo>
                    <a:pt x="1409292" y="1485665"/>
                  </a:lnTo>
                  <a:lnTo>
                    <a:pt x="1409301" y="1485679"/>
                  </a:lnTo>
                  <a:lnTo>
                    <a:pt x="1409309" y="1485692"/>
                  </a:lnTo>
                  <a:lnTo>
                    <a:pt x="1409315" y="1485698"/>
                  </a:lnTo>
                  <a:lnTo>
                    <a:pt x="1409319" y="1485702"/>
                  </a:lnTo>
                  <a:lnTo>
                    <a:pt x="1409326" y="1485709"/>
                  </a:lnTo>
                  <a:lnTo>
                    <a:pt x="1409328" y="1485714"/>
                  </a:lnTo>
                  <a:lnTo>
                    <a:pt x="1409334" y="1485715"/>
                  </a:lnTo>
                  <a:lnTo>
                    <a:pt x="1409343" y="1485717"/>
                  </a:lnTo>
                  <a:lnTo>
                    <a:pt x="1409350" y="1485717"/>
                  </a:lnTo>
                  <a:lnTo>
                    <a:pt x="1409358" y="1485716"/>
                  </a:lnTo>
                  <a:lnTo>
                    <a:pt x="1409366" y="1485716"/>
                  </a:lnTo>
                  <a:lnTo>
                    <a:pt x="1409376" y="1485717"/>
                  </a:lnTo>
                  <a:lnTo>
                    <a:pt x="1409383" y="1485718"/>
                  </a:lnTo>
                  <a:lnTo>
                    <a:pt x="1409396" y="1485721"/>
                  </a:lnTo>
                  <a:lnTo>
                    <a:pt x="1409405" y="1485726"/>
                  </a:lnTo>
                  <a:lnTo>
                    <a:pt x="1409412" y="1485731"/>
                  </a:lnTo>
                  <a:lnTo>
                    <a:pt x="1409418" y="1485735"/>
                  </a:lnTo>
                  <a:lnTo>
                    <a:pt x="1409426" y="1485739"/>
                  </a:lnTo>
                  <a:lnTo>
                    <a:pt x="1409433" y="1485740"/>
                  </a:lnTo>
                  <a:lnTo>
                    <a:pt x="1409439" y="1485740"/>
                  </a:lnTo>
                  <a:lnTo>
                    <a:pt x="1409446" y="1485738"/>
                  </a:lnTo>
                  <a:lnTo>
                    <a:pt x="1409450" y="1485737"/>
                  </a:lnTo>
                  <a:lnTo>
                    <a:pt x="1409456" y="1485734"/>
                  </a:lnTo>
                  <a:lnTo>
                    <a:pt x="1409463" y="1485732"/>
                  </a:lnTo>
                  <a:lnTo>
                    <a:pt x="1409466" y="1485735"/>
                  </a:lnTo>
                  <a:lnTo>
                    <a:pt x="1409466" y="1485742"/>
                  </a:lnTo>
                  <a:lnTo>
                    <a:pt x="1409465" y="1485751"/>
                  </a:lnTo>
                  <a:lnTo>
                    <a:pt x="1409464" y="1485761"/>
                  </a:lnTo>
                  <a:lnTo>
                    <a:pt x="1409466" y="1485768"/>
                  </a:lnTo>
                  <a:lnTo>
                    <a:pt x="1409468" y="1485777"/>
                  </a:lnTo>
                  <a:lnTo>
                    <a:pt x="1409472" y="1485783"/>
                  </a:lnTo>
                  <a:lnTo>
                    <a:pt x="1409477" y="1485793"/>
                  </a:lnTo>
                  <a:lnTo>
                    <a:pt x="1409480" y="1485800"/>
                  </a:lnTo>
                  <a:lnTo>
                    <a:pt x="1409477" y="1485811"/>
                  </a:lnTo>
                  <a:lnTo>
                    <a:pt x="1409471" y="1485822"/>
                  </a:lnTo>
                  <a:lnTo>
                    <a:pt x="1409462" y="1485832"/>
                  </a:lnTo>
                  <a:lnTo>
                    <a:pt x="1409449" y="1485842"/>
                  </a:lnTo>
                  <a:lnTo>
                    <a:pt x="1409435" y="1485851"/>
                  </a:lnTo>
                  <a:lnTo>
                    <a:pt x="1409430" y="1485853"/>
                  </a:lnTo>
                  <a:lnTo>
                    <a:pt x="1409423" y="1485856"/>
                  </a:lnTo>
                  <a:lnTo>
                    <a:pt x="1409413" y="1485855"/>
                  </a:lnTo>
                  <a:lnTo>
                    <a:pt x="1409399" y="1485854"/>
                  </a:lnTo>
                  <a:lnTo>
                    <a:pt x="1409388" y="1485855"/>
                  </a:lnTo>
                  <a:lnTo>
                    <a:pt x="1409382" y="1485855"/>
                  </a:lnTo>
                  <a:lnTo>
                    <a:pt x="1409373" y="1485855"/>
                  </a:lnTo>
                  <a:lnTo>
                    <a:pt x="1409364" y="1485855"/>
                  </a:lnTo>
                  <a:lnTo>
                    <a:pt x="1409353" y="1485857"/>
                  </a:lnTo>
                  <a:lnTo>
                    <a:pt x="1409344" y="1485861"/>
                  </a:lnTo>
                  <a:lnTo>
                    <a:pt x="1409341" y="1485865"/>
                  </a:lnTo>
                  <a:lnTo>
                    <a:pt x="1409337" y="1485879"/>
                  </a:lnTo>
                  <a:lnTo>
                    <a:pt x="1409336" y="1485886"/>
                  </a:lnTo>
                  <a:lnTo>
                    <a:pt x="1409336" y="1485898"/>
                  </a:lnTo>
                  <a:lnTo>
                    <a:pt x="1409335" y="1485908"/>
                  </a:lnTo>
                  <a:lnTo>
                    <a:pt x="1409337" y="1485917"/>
                  </a:lnTo>
                  <a:lnTo>
                    <a:pt x="1409340" y="1485926"/>
                  </a:lnTo>
                  <a:lnTo>
                    <a:pt x="1409346" y="1485934"/>
                  </a:lnTo>
                  <a:lnTo>
                    <a:pt x="1409354" y="1485943"/>
                  </a:lnTo>
                  <a:lnTo>
                    <a:pt x="1409364" y="1485951"/>
                  </a:lnTo>
                  <a:lnTo>
                    <a:pt x="1409370" y="1485955"/>
                  </a:lnTo>
                  <a:lnTo>
                    <a:pt x="1409385" y="1485961"/>
                  </a:lnTo>
                  <a:lnTo>
                    <a:pt x="1409398" y="1485965"/>
                  </a:lnTo>
                  <a:lnTo>
                    <a:pt x="1409406" y="1485967"/>
                  </a:lnTo>
                  <a:lnTo>
                    <a:pt x="1409415" y="1485969"/>
                  </a:lnTo>
                  <a:lnTo>
                    <a:pt x="1409427" y="1485969"/>
                  </a:lnTo>
                  <a:lnTo>
                    <a:pt x="1409427" y="1485982"/>
                  </a:lnTo>
                  <a:lnTo>
                    <a:pt x="1409428" y="1485996"/>
                  </a:lnTo>
                  <a:lnTo>
                    <a:pt x="1409427" y="1486007"/>
                  </a:lnTo>
                  <a:lnTo>
                    <a:pt x="1409425" y="1486014"/>
                  </a:lnTo>
                  <a:lnTo>
                    <a:pt x="1409421" y="1486024"/>
                  </a:lnTo>
                  <a:lnTo>
                    <a:pt x="1409418" y="1486033"/>
                  </a:lnTo>
                  <a:lnTo>
                    <a:pt x="1409413" y="1486037"/>
                  </a:lnTo>
                  <a:lnTo>
                    <a:pt x="1409400" y="1486047"/>
                  </a:lnTo>
                  <a:lnTo>
                    <a:pt x="1409389" y="1486052"/>
                  </a:lnTo>
                  <a:lnTo>
                    <a:pt x="1409381" y="1486056"/>
                  </a:lnTo>
                  <a:lnTo>
                    <a:pt x="1409365" y="1486110"/>
                  </a:lnTo>
                  <a:lnTo>
                    <a:pt x="1409360" y="1486130"/>
                  </a:lnTo>
                  <a:lnTo>
                    <a:pt x="1409336" y="1486163"/>
                  </a:lnTo>
                  <a:lnTo>
                    <a:pt x="1409319" y="1486175"/>
                  </a:lnTo>
                  <a:lnTo>
                    <a:pt x="1409285" y="1486177"/>
                  </a:lnTo>
                  <a:lnTo>
                    <a:pt x="1409274" y="1486209"/>
                  </a:lnTo>
                  <a:lnTo>
                    <a:pt x="1409270" y="1486226"/>
                  </a:lnTo>
                  <a:lnTo>
                    <a:pt x="1409260" y="1486247"/>
                  </a:lnTo>
                  <a:lnTo>
                    <a:pt x="1409254" y="1486255"/>
                  </a:lnTo>
                  <a:lnTo>
                    <a:pt x="1409250" y="1486261"/>
                  </a:lnTo>
                  <a:lnTo>
                    <a:pt x="1409244" y="1486267"/>
                  </a:lnTo>
                  <a:lnTo>
                    <a:pt x="1409238" y="1486272"/>
                  </a:lnTo>
                  <a:lnTo>
                    <a:pt x="1409229" y="1486276"/>
                  </a:lnTo>
                  <a:lnTo>
                    <a:pt x="1409223" y="1486278"/>
                  </a:lnTo>
                  <a:lnTo>
                    <a:pt x="1409212" y="1486279"/>
                  </a:lnTo>
                  <a:lnTo>
                    <a:pt x="1409194" y="1486278"/>
                  </a:lnTo>
                  <a:lnTo>
                    <a:pt x="1409181" y="1486276"/>
                  </a:lnTo>
                  <a:lnTo>
                    <a:pt x="1409179" y="1486271"/>
                  </a:lnTo>
                  <a:lnTo>
                    <a:pt x="1409170" y="1486257"/>
                  </a:lnTo>
                  <a:lnTo>
                    <a:pt x="1409165" y="1486250"/>
                  </a:lnTo>
                  <a:lnTo>
                    <a:pt x="1409159" y="1486243"/>
                  </a:lnTo>
                  <a:lnTo>
                    <a:pt x="1409154" y="1486236"/>
                  </a:lnTo>
                  <a:lnTo>
                    <a:pt x="1409149" y="1486229"/>
                  </a:lnTo>
                  <a:lnTo>
                    <a:pt x="1409145" y="1486214"/>
                  </a:lnTo>
                  <a:lnTo>
                    <a:pt x="1409141" y="1486196"/>
                  </a:lnTo>
                  <a:lnTo>
                    <a:pt x="1409135" y="1486173"/>
                  </a:lnTo>
                  <a:lnTo>
                    <a:pt x="1409130" y="1486167"/>
                  </a:lnTo>
                  <a:lnTo>
                    <a:pt x="1409119" y="1486158"/>
                  </a:lnTo>
                  <a:lnTo>
                    <a:pt x="1409110" y="1486153"/>
                  </a:lnTo>
                  <a:lnTo>
                    <a:pt x="1409102" y="1486150"/>
                  </a:lnTo>
                  <a:lnTo>
                    <a:pt x="1409090" y="1486148"/>
                  </a:lnTo>
                  <a:lnTo>
                    <a:pt x="1409073" y="1486153"/>
                  </a:lnTo>
                  <a:lnTo>
                    <a:pt x="1409055" y="1486157"/>
                  </a:lnTo>
                  <a:lnTo>
                    <a:pt x="1409037" y="1486162"/>
                  </a:lnTo>
                  <a:lnTo>
                    <a:pt x="1409025" y="1486165"/>
                  </a:lnTo>
                  <a:lnTo>
                    <a:pt x="1408916" y="1486204"/>
                  </a:lnTo>
                  <a:lnTo>
                    <a:pt x="1408911" y="1486224"/>
                  </a:lnTo>
                  <a:lnTo>
                    <a:pt x="1408864" y="1486278"/>
                  </a:lnTo>
                  <a:lnTo>
                    <a:pt x="1408865" y="1486285"/>
                  </a:lnTo>
                  <a:lnTo>
                    <a:pt x="1408867" y="1486294"/>
                  </a:lnTo>
                  <a:lnTo>
                    <a:pt x="1408871" y="1486302"/>
                  </a:lnTo>
                  <a:lnTo>
                    <a:pt x="1408877" y="1486312"/>
                  </a:lnTo>
                  <a:lnTo>
                    <a:pt x="1408879" y="1486318"/>
                  </a:lnTo>
                  <a:lnTo>
                    <a:pt x="1408879" y="1486328"/>
                  </a:lnTo>
                  <a:lnTo>
                    <a:pt x="1408880" y="1486344"/>
                  </a:lnTo>
                  <a:lnTo>
                    <a:pt x="1408879" y="1486349"/>
                  </a:lnTo>
                  <a:lnTo>
                    <a:pt x="1408875" y="1486352"/>
                  </a:lnTo>
                  <a:lnTo>
                    <a:pt x="1408866" y="1486358"/>
                  </a:lnTo>
                  <a:lnTo>
                    <a:pt x="1408857" y="1486364"/>
                  </a:lnTo>
                  <a:lnTo>
                    <a:pt x="1408850" y="1486370"/>
                  </a:lnTo>
                  <a:lnTo>
                    <a:pt x="1408843" y="1486373"/>
                  </a:lnTo>
                  <a:lnTo>
                    <a:pt x="1408832" y="1486378"/>
                  </a:lnTo>
                  <a:lnTo>
                    <a:pt x="1408822" y="1486383"/>
                  </a:lnTo>
                  <a:lnTo>
                    <a:pt x="1408814" y="1486389"/>
                  </a:lnTo>
                  <a:lnTo>
                    <a:pt x="1408806" y="1486397"/>
                  </a:lnTo>
                  <a:lnTo>
                    <a:pt x="1408796" y="1486404"/>
                  </a:lnTo>
                  <a:lnTo>
                    <a:pt x="1408788" y="1486409"/>
                  </a:lnTo>
                  <a:lnTo>
                    <a:pt x="1408777" y="1486418"/>
                  </a:lnTo>
                  <a:lnTo>
                    <a:pt x="1408767" y="1486425"/>
                  </a:lnTo>
                  <a:lnTo>
                    <a:pt x="1408756" y="1486429"/>
                  </a:lnTo>
                  <a:lnTo>
                    <a:pt x="1408740" y="1486431"/>
                  </a:lnTo>
                  <a:lnTo>
                    <a:pt x="1408721" y="1486428"/>
                  </a:lnTo>
                  <a:lnTo>
                    <a:pt x="1408710" y="1486425"/>
                  </a:lnTo>
                  <a:lnTo>
                    <a:pt x="1408703" y="1486417"/>
                  </a:lnTo>
                  <a:lnTo>
                    <a:pt x="1408697" y="1486409"/>
                  </a:lnTo>
                  <a:lnTo>
                    <a:pt x="1408693" y="1486403"/>
                  </a:lnTo>
                  <a:lnTo>
                    <a:pt x="1408683" y="1486394"/>
                  </a:lnTo>
                  <a:lnTo>
                    <a:pt x="1408677" y="1486387"/>
                  </a:lnTo>
                  <a:lnTo>
                    <a:pt x="1408669" y="1486376"/>
                  </a:lnTo>
                  <a:lnTo>
                    <a:pt x="1408663" y="1486367"/>
                  </a:lnTo>
                  <a:lnTo>
                    <a:pt x="1408655" y="1486354"/>
                  </a:lnTo>
                  <a:lnTo>
                    <a:pt x="1408646" y="1486342"/>
                  </a:lnTo>
                  <a:lnTo>
                    <a:pt x="1408640" y="1486337"/>
                  </a:lnTo>
                  <a:lnTo>
                    <a:pt x="1408630" y="1486333"/>
                  </a:lnTo>
                  <a:lnTo>
                    <a:pt x="1408617" y="1486329"/>
                  </a:lnTo>
                  <a:lnTo>
                    <a:pt x="1408607" y="1486329"/>
                  </a:lnTo>
                  <a:lnTo>
                    <a:pt x="1408598" y="1486331"/>
                  </a:lnTo>
                  <a:lnTo>
                    <a:pt x="1408590" y="1486335"/>
                  </a:lnTo>
                  <a:lnTo>
                    <a:pt x="1408580" y="1486340"/>
                  </a:lnTo>
                  <a:lnTo>
                    <a:pt x="1408569" y="1486344"/>
                  </a:lnTo>
                  <a:lnTo>
                    <a:pt x="1408554" y="1486346"/>
                  </a:lnTo>
                  <a:lnTo>
                    <a:pt x="1408546" y="1486346"/>
                  </a:lnTo>
                  <a:lnTo>
                    <a:pt x="1408533" y="1486339"/>
                  </a:lnTo>
                  <a:lnTo>
                    <a:pt x="1408519" y="1486329"/>
                  </a:lnTo>
                  <a:lnTo>
                    <a:pt x="1408509" y="1486321"/>
                  </a:lnTo>
                  <a:lnTo>
                    <a:pt x="1408504" y="1486320"/>
                  </a:lnTo>
                  <a:lnTo>
                    <a:pt x="1408498" y="1486315"/>
                  </a:lnTo>
                  <a:lnTo>
                    <a:pt x="1408495" y="1486309"/>
                  </a:lnTo>
                  <a:lnTo>
                    <a:pt x="1408494" y="1486304"/>
                  </a:lnTo>
                  <a:lnTo>
                    <a:pt x="1408492" y="1486289"/>
                  </a:lnTo>
                  <a:lnTo>
                    <a:pt x="1408488" y="1486272"/>
                  </a:lnTo>
                  <a:lnTo>
                    <a:pt x="1408483" y="1486260"/>
                  </a:lnTo>
                  <a:lnTo>
                    <a:pt x="1408476" y="1486242"/>
                  </a:lnTo>
                  <a:lnTo>
                    <a:pt x="1408469" y="1486228"/>
                  </a:lnTo>
                  <a:lnTo>
                    <a:pt x="1408464" y="1486219"/>
                  </a:lnTo>
                  <a:lnTo>
                    <a:pt x="1408462" y="1486209"/>
                  </a:lnTo>
                  <a:lnTo>
                    <a:pt x="1408461" y="1486201"/>
                  </a:lnTo>
                  <a:lnTo>
                    <a:pt x="1408460" y="1486186"/>
                  </a:lnTo>
                  <a:lnTo>
                    <a:pt x="1408460" y="1486164"/>
                  </a:lnTo>
                  <a:lnTo>
                    <a:pt x="1408458" y="1486141"/>
                  </a:lnTo>
                  <a:lnTo>
                    <a:pt x="1408455" y="1486128"/>
                  </a:lnTo>
                  <a:lnTo>
                    <a:pt x="1408448" y="1486116"/>
                  </a:lnTo>
                  <a:lnTo>
                    <a:pt x="1408441" y="1486105"/>
                  </a:lnTo>
                  <a:lnTo>
                    <a:pt x="1408432" y="1486096"/>
                  </a:lnTo>
                  <a:lnTo>
                    <a:pt x="1408425" y="1486091"/>
                  </a:lnTo>
                  <a:lnTo>
                    <a:pt x="1408421" y="1486090"/>
                  </a:lnTo>
                  <a:lnTo>
                    <a:pt x="1408415" y="1486091"/>
                  </a:lnTo>
                  <a:lnTo>
                    <a:pt x="1408399" y="1486092"/>
                  </a:lnTo>
                  <a:lnTo>
                    <a:pt x="1408385" y="1486093"/>
                  </a:lnTo>
                  <a:lnTo>
                    <a:pt x="1408370" y="1486093"/>
                  </a:lnTo>
                  <a:lnTo>
                    <a:pt x="1408356" y="1486091"/>
                  </a:lnTo>
                  <a:lnTo>
                    <a:pt x="1408342" y="1486091"/>
                  </a:lnTo>
                  <a:lnTo>
                    <a:pt x="1408332" y="1486091"/>
                  </a:lnTo>
                  <a:lnTo>
                    <a:pt x="1408326" y="1486089"/>
                  </a:lnTo>
                  <a:lnTo>
                    <a:pt x="1408320" y="1486086"/>
                  </a:lnTo>
                  <a:lnTo>
                    <a:pt x="1408317" y="1486083"/>
                  </a:lnTo>
                  <a:lnTo>
                    <a:pt x="1408313" y="1486075"/>
                  </a:lnTo>
                  <a:lnTo>
                    <a:pt x="1408309" y="1486065"/>
                  </a:lnTo>
                  <a:lnTo>
                    <a:pt x="1408309" y="1486054"/>
                  </a:lnTo>
                  <a:lnTo>
                    <a:pt x="1408311" y="1486046"/>
                  </a:lnTo>
                  <a:lnTo>
                    <a:pt x="1408315" y="1486040"/>
                  </a:lnTo>
                  <a:lnTo>
                    <a:pt x="1408321" y="1486032"/>
                  </a:lnTo>
                  <a:lnTo>
                    <a:pt x="1408326" y="1486025"/>
                  </a:lnTo>
                  <a:lnTo>
                    <a:pt x="1408321" y="1486026"/>
                  </a:lnTo>
                  <a:lnTo>
                    <a:pt x="1408315" y="1486030"/>
                  </a:lnTo>
                  <a:lnTo>
                    <a:pt x="1408306" y="1486035"/>
                  </a:lnTo>
                  <a:lnTo>
                    <a:pt x="1408299" y="1486038"/>
                  </a:lnTo>
                  <a:lnTo>
                    <a:pt x="1408286" y="1486039"/>
                  </a:lnTo>
                  <a:lnTo>
                    <a:pt x="1408277" y="1486038"/>
                  </a:lnTo>
                  <a:lnTo>
                    <a:pt x="1408269" y="1486036"/>
                  </a:lnTo>
                  <a:lnTo>
                    <a:pt x="1408258" y="1486032"/>
                  </a:lnTo>
                  <a:lnTo>
                    <a:pt x="1408245" y="1486024"/>
                  </a:lnTo>
                  <a:lnTo>
                    <a:pt x="1408238" y="1486022"/>
                  </a:lnTo>
                  <a:lnTo>
                    <a:pt x="1408230" y="1486019"/>
                  </a:lnTo>
                  <a:lnTo>
                    <a:pt x="1408223" y="1486017"/>
                  </a:lnTo>
                  <a:lnTo>
                    <a:pt x="1408219" y="1486018"/>
                  </a:lnTo>
                  <a:lnTo>
                    <a:pt x="1408214" y="1486029"/>
                  </a:lnTo>
                  <a:lnTo>
                    <a:pt x="1408205" y="1486052"/>
                  </a:lnTo>
                  <a:lnTo>
                    <a:pt x="1408195" y="1486078"/>
                  </a:lnTo>
                  <a:lnTo>
                    <a:pt x="1408185" y="1486102"/>
                  </a:lnTo>
                  <a:lnTo>
                    <a:pt x="1408178" y="1486121"/>
                  </a:lnTo>
                  <a:lnTo>
                    <a:pt x="1408171" y="1486139"/>
                  </a:lnTo>
                  <a:lnTo>
                    <a:pt x="1408166" y="1486141"/>
                  </a:lnTo>
                  <a:lnTo>
                    <a:pt x="1408156" y="1486148"/>
                  </a:lnTo>
                  <a:lnTo>
                    <a:pt x="1408146" y="1486154"/>
                  </a:lnTo>
                  <a:lnTo>
                    <a:pt x="1408137" y="1486160"/>
                  </a:lnTo>
                  <a:lnTo>
                    <a:pt x="1408132" y="1486165"/>
                  </a:lnTo>
                  <a:lnTo>
                    <a:pt x="1408129" y="1486169"/>
                  </a:lnTo>
                  <a:lnTo>
                    <a:pt x="1408126" y="1486178"/>
                  </a:lnTo>
                  <a:lnTo>
                    <a:pt x="1408123" y="1486191"/>
                  </a:lnTo>
                  <a:lnTo>
                    <a:pt x="1408118" y="1486199"/>
                  </a:lnTo>
                  <a:lnTo>
                    <a:pt x="1408116" y="1486206"/>
                  </a:lnTo>
                  <a:lnTo>
                    <a:pt x="1408112" y="1486217"/>
                  </a:lnTo>
                  <a:lnTo>
                    <a:pt x="1408108" y="1486226"/>
                  </a:lnTo>
                  <a:lnTo>
                    <a:pt x="1408102" y="1486231"/>
                  </a:lnTo>
                  <a:lnTo>
                    <a:pt x="1408095" y="1486236"/>
                  </a:lnTo>
                  <a:lnTo>
                    <a:pt x="1408089" y="1486242"/>
                  </a:lnTo>
                  <a:lnTo>
                    <a:pt x="1408087" y="1486248"/>
                  </a:lnTo>
                  <a:lnTo>
                    <a:pt x="1408089" y="1486259"/>
                  </a:lnTo>
                  <a:lnTo>
                    <a:pt x="1408095" y="1486269"/>
                  </a:lnTo>
                  <a:lnTo>
                    <a:pt x="1408099" y="1486280"/>
                  </a:lnTo>
                  <a:lnTo>
                    <a:pt x="1408107" y="1486296"/>
                  </a:lnTo>
                  <a:lnTo>
                    <a:pt x="1408113" y="1486310"/>
                  </a:lnTo>
                  <a:lnTo>
                    <a:pt x="1408119" y="1486325"/>
                  </a:lnTo>
                  <a:lnTo>
                    <a:pt x="1408121" y="1486332"/>
                  </a:lnTo>
                  <a:lnTo>
                    <a:pt x="1408125" y="1486338"/>
                  </a:lnTo>
                  <a:lnTo>
                    <a:pt x="1408130" y="1486345"/>
                  </a:lnTo>
                  <a:lnTo>
                    <a:pt x="1408133" y="1486353"/>
                  </a:lnTo>
                  <a:lnTo>
                    <a:pt x="1408132" y="1486367"/>
                  </a:lnTo>
                  <a:lnTo>
                    <a:pt x="1408131" y="1486382"/>
                  </a:lnTo>
                  <a:lnTo>
                    <a:pt x="1408129" y="1486402"/>
                  </a:lnTo>
                  <a:lnTo>
                    <a:pt x="1408128" y="1486425"/>
                  </a:lnTo>
                  <a:lnTo>
                    <a:pt x="1408128" y="1486442"/>
                  </a:lnTo>
                  <a:lnTo>
                    <a:pt x="1408126" y="1486457"/>
                  </a:lnTo>
                  <a:lnTo>
                    <a:pt x="1408118" y="1486459"/>
                  </a:lnTo>
                  <a:lnTo>
                    <a:pt x="1408110" y="1486463"/>
                  </a:lnTo>
                  <a:lnTo>
                    <a:pt x="1408094" y="1486473"/>
                  </a:lnTo>
                  <a:lnTo>
                    <a:pt x="1408084" y="1486480"/>
                  </a:lnTo>
                  <a:lnTo>
                    <a:pt x="1408073" y="1486488"/>
                  </a:lnTo>
                  <a:lnTo>
                    <a:pt x="1408058" y="1486499"/>
                  </a:lnTo>
                  <a:lnTo>
                    <a:pt x="1408051" y="1486503"/>
                  </a:lnTo>
                  <a:lnTo>
                    <a:pt x="1408042" y="1486505"/>
                  </a:lnTo>
                  <a:lnTo>
                    <a:pt x="1408035" y="1486504"/>
                  </a:lnTo>
                  <a:lnTo>
                    <a:pt x="1408028" y="1486499"/>
                  </a:lnTo>
                  <a:lnTo>
                    <a:pt x="1408013" y="1486490"/>
                  </a:lnTo>
                  <a:lnTo>
                    <a:pt x="1408001" y="1486481"/>
                  </a:lnTo>
                  <a:lnTo>
                    <a:pt x="1407991" y="1486476"/>
                  </a:lnTo>
                  <a:lnTo>
                    <a:pt x="1407980" y="1486469"/>
                  </a:lnTo>
                  <a:lnTo>
                    <a:pt x="1407971" y="1486462"/>
                  </a:lnTo>
                  <a:lnTo>
                    <a:pt x="1407964" y="1486454"/>
                  </a:lnTo>
                  <a:lnTo>
                    <a:pt x="1407956" y="1486444"/>
                  </a:lnTo>
                  <a:lnTo>
                    <a:pt x="1407949" y="1486441"/>
                  </a:lnTo>
                  <a:lnTo>
                    <a:pt x="1407940" y="1486440"/>
                  </a:lnTo>
                  <a:lnTo>
                    <a:pt x="1407929" y="1486439"/>
                  </a:lnTo>
                  <a:lnTo>
                    <a:pt x="1407919" y="1486439"/>
                  </a:lnTo>
                  <a:lnTo>
                    <a:pt x="1407910" y="1486437"/>
                  </a:lnTo>
                  <a:lnTo>
                    <a:pt x="1407902" y="1486434"/>
                  </a:lnTo>
                  <a:lnTo>
                    <a:pt x="1407892" y="1486432"/>
                  </a:lnTo>
                  <a:lnTo>
                    <a:pt x="1407885" y="1486435"/>
                  </a:lnTo>
                  <a:lnTo>
                    <a:pt x="1407876" y="1486438"/>
                  </a:lnTo>
                  <a:lnTo>
                    <a:pt x="1407860" y="1486445"/>
                  </a:lnTo>
                  <a:lnTo>
                    <a:pt x="1407846" y="1486450"/>
                  </a:lnTo>
                  <a:lnTo>
                    <a:pt x="1407833" y="1486454"/>
                  </a:lnTo>
                  <a:lnTo>
                    <a:pt x="1407823" y="1486458"/>
                  </a:lnTo>
                  <a:lnTo>
                    <a:pt x="1407812" y="1486463"/>
                  </a:lnTo>
                  <a:lnTo>
                    <a:pt x="1407800" y="1486467"/>
                  </a:lnTo>
                  <a:lnTo>
                    <a:pt x="1407795" y="1486471"/>
                  </a:lnTo>
                  <a:lnTo>
                    <a:pt x="1407793" y="1486478"/>
                  </a:lnTo>
                  <a:lnTo>
                    <a:pt x="1407794" y="1486486"/>
                  </a:lnTo>
                  <a:lnTo>
                    <a:pt x="1407795" y="1486491"/>
                  </a:lnTo>
                  <a:lnTo>
                    <a:pt x="1407799" y="1486498"/>
                  </a:lnTo>
                  <a:lnTo>
                    <a:pt x="1407804" y="1486506"/>
                  </a:lnTo>
                  <a:lnTo>
                    <a:pt x="1407811" y="1486514"/>
                  </a:lnTo>
                  <a:lnTo>
                    <a:pt x="1407817" y="1486520"/>
                  </a:lnTo>
                  <a:lnTo>
                    <a:pt x="1407822" y="1486527"/>
                  </a:lnTo>
                  <a:lnTo>
                    <a:pt x="1407825" y="1486536"/>
                  </a:lnTo>
                  <a:lnTo>
                    <a:pt x="1407826" y="1486544"/>
                  </a:lnTo>
                  <a:lnTo>
                    <a:pt x="1407826" y="1486556"/>
                  </a:lnTo>
                  <a:lnTo>
                    <a:pt x="1407825" y="1486565"/>
                  </a:lnTo>
                  <a:lnTo>
                    <a:pt x="1407823" y="1486580"/>
                  </a:lnTo>
                  <a:lnTo>
                    <a:pt x="1407823" y="1486591"/>
                  </a:lnTo>
                  <a:lnTo>
                    <a:pt x="1407823" y="1486602"/>
                  </a:lnTo>
                  <a:lnTo>
                    <a:pt x="1407823" y="1486613"/>
                  </a:lnTo>
                  <a:lnTo>
                    <a:pt x="1407821" y="1486631"/>
                  </a:lnTo>
                  <a:lnTo>
                    <a:pt x="1407819" y="1486640"/>
                  </a:lnTo>
                  <a:lnTo>
                    <a:pt x="1407806" y="1486650"/>
                  </a:lnTo>
                  <a:lnTo>
                    <a:pt x="1407784" y="1486667"/>
                  </a:lnTo>
                  <a:lnTo>
                    <a:pt x="1407757" y="1486688"/>
                  </a:lnTo>
                  <a:lnTo>
                    <a:pt x="1407750" y="1486691"/>
                  </a:lnTo>
                  <a:lnTo>
                    <a:pt x="1407735" y="1486697"/>
                  </a:lnTo>
                  <a:lnTo>
                    <a:pt x="1407716" y="1486706"/>
                  </a:lnTo>
                  <a:lnTo>
                    <a:pt x="1407691" y="1486718"/>
                  </a:lnTo>
                  <a:lnTo>
                    <a:pt x="1407685" y="1486720"/>
                  </a:lnTo>
                  <a:lnTo>
                    <a:pt x="1407668" y="1486726"/>
                  </a:lnTo>
                  <a:lnTo>
                    <a:pt x="1407656" y="1486730"/>
                  </a:lnTo>
                  <a:lnTo>
                    <a:pt x="1407651" y="1486727"/>
                  </a:lnTo>
                  <a:lnTo>
                    <a:pt x="1407647" y="1486719"/>
                  </a:lnTo>
                  <a:lnTo>
                    <a:pt x="1407642" y="1486710"/>
                  </a:lnTo>
                  <a:lnTo>
                    <a:pt x="1407636" y="1486702"/>
                  </a:lnTo>
                  <a:lnTo>
                    <a:pt x="1407624" y="1486689"/>
                  </a:lnTo>
                  <a:lnTo>
                    <a:pt x="1407609" y="1486678"/>
                  </a:lnTo>
                  <a:lnTo>
                    <a:pt x="1407599" y="1486678"/>
                  </a:lnTo>
                  <a:lnTo>
                    <a:pt x="1407593" y="1486679"/>
                  </a:lnTo>
                  <a:lnTo>
                    <a:pt x="1407586" y="1486680"/>
                  </a:lnTo>
                  <a:lnTo>
                    <a:pt x="1407580" y="1486681"/>
                  </a:lnTo>
                  <a:lnTo>
                    <a:pt x="1407575" y="1486680"/>
                  </a:lnTo>
                  <a:lnTo>
                    <a:pt x="1407569" y="1486675"/>
                  </a:lnTo>
                  <a:lnTo>
                    <a:pt x="1407564" y="1486664"/>
                  </a:lnTo>
                  <a:lnTo>
                    <a:pt x="1407561" y="1486653"/>
                  </a:lnTo>
                  <a:lnTo>
                    <a:pt x="1407560" y="1486637"/>
                  </a:lnTo>
                  <a:lnTo>
                    <a:pt x="1407562" y="1486616"/>
                  </a:lnTo>
                  <a:lnTo>
                    <a:pt x="1407563" y="1486609"/>
                  </a:lnTo>
                  <a:lnTo>
                    <a:pt x="1407560" y="1486601"/>
                  </a:lnTo>
                  <a:lnTo>
                    <a:pt x="1407554" y="1486591"/>
                  </a:lnTo>
                  <a:lnTo>
                    <a:pt x="1407548" y="1486579"/>
                  </a:lnTo>
                  <a:lnTo>
                    <a:pt x="1407540" y="1486563"/>
                  </a:lnTo>
                  <a:lnTo>
                    <a:pt x="1407528" y="1486540"/>
                  </a:lnTo>
                  <a:lnTo>
                    <a:pt x="1407522" y="1486531"/>
                  </a:lnTo>
                  <a:lnTo>
                    <a:pt x="1407512" y="1486521"/>
                  </a:lnTo>
                  <a:lnTo>
                    <a:pt x="1407504" y="1486514"/>
                  </a:lnTo>
                  <a:lnTo>
                    <a:pt x="1407496" y="1486510"/>
                  </a:lnTo>
                  <a:lnTo>
                    <a:pt x="1407480" y="1486505"/>
                  </a:lnTo>
                  <a:lnTo>
                    <a:pt x="1407468" y="1486502"/>
                  </a:lnTo>
                  <a:lnTo>
                    <a:pt x="1407461" y="1486498"/>
                  </a:lnTo>
                  <a:lnTo>
                    <a:pt x="1407456" y="1486494"/>
                  </a:lnTo>
                  <a:lnTo>
                    <a:pt x="1407448" y="1486489"/>
                  </a:lnTo>
                  <a:lnTo>
                    <a:pt x="1407442" y="1486481"/>
                  </a:lnTo>
                  <a:lnTo>
                    <a:pt x="1407436" y="1486471"/>
                  </a:lnTo>
                  <a:lnTo>
                    <a:pt x="1407429" y="1486462"/>
                  </a:lnTo>
                  <a:lnTo>
                    <a:pt x="1407423" y="1486461"/>
                  </a:lnTo>
                  <a:lnTo>
                    <a:pt x="1407418" y="1486459"/>
                  </a:lnTo>
                  <a:lnTo>
                    <a:pt x="1407415" y="1486455"/>
                  </a:lnTo>
                  <a:lnTo>
                    <a:pt x="1407411" y="1486448"/>
                  </a:lnTo>
                  <a:lnTo>
                    <a:pt x="1407409" y="1486440"/>
                  </a:lnTo>
                  <a:lnTo>
                    <a:pt x="1407408" y="1486430"/>
                  </a:lnTo>
                  <a:lnTo>
                    <a:pt x="1407409" y="1486413"/>
                  </a:lnTo>
                  <a:lnTo>
                    <a:pt x="1407411" y="1486403"/>
                  </a:lnTo>
                  <a:lnTo>
                    <a:pt x="1407414" y="1486375"/>
                  </a:lnTo>
                  <a:lnTo>
                    <a:pt x="1407406" y="1486363"/>
                  </a:lnTo>
                  <a:lnTo>
                    <a:pt x="1407402" y="1486356"/>
                  </a:lnTo>
                  <a:lnTo>
                    <a:pt x="1407397" y="1486348"/>
                  </a:lnTo>
                  <a:lnTo>
                    <a:pt x="1407390" y="1486342"/>
                  </a:lnTo>
                  <a:lnTo>
                    <a:pt x="1407379" y="1486336"/>
                  </a:lnTo>
                  <a:lnTo>
                    <a:pt x="1407368" y="1486332"/>
                  </a:lnTo>
                  <a:lnTo>
                    <a:pt x="1407358" y="1486329"/>
                  </a:lnTo>
                  <a:lnTo>
                    <a:pt x="1407348" y="1486327"/>
                  </a:lnTo>
                  <a:lnTo>
                    <a:pt x="1407341" y="1486326"/>
                  </a:lnTo>
                  <a:lnTo>
                    <a:pt x="1407332" y="1486332"/>
                  </a:lnTo>
                  <a:lnTo>
                    <a:pt x="1407322" y="1486338"/>
                  </a:lnTo>
                  <a:lnTo>
                    <a:pt x="1407311" y="1486342"/>
                  </a:lnTo>
                  <a:lnTo>
                    <a:pt x="1407301" y="1486345"/>
                  </a:lnTo>
                  <a:lnTo>
                    <a:pt x="1407289" y="1486348"/>
                  </a:lnTo>
                  <a:lnTo>
                    <a:pt x="1407276" y="1486351"/>
                  </a:lnTo>
                  <a:lnTo>
                    <a:pt x="1407261" y="1486354"/>
                  </a:lnTo>
                  <a:lnTo>
                    <a:pt x="1407252" y="1486357"/>
                  </a:lnTo>
                  <a:lnTo>
                    <a:pt x="1407243" y="1486362"/>
                  </a:lnTo>
                  <a:lnTo>
                    <a:pt x="1407237" y="1486367"/>
                  </a:lnTo>
                  <a:lnTo>
                    <a:pt x="1407230" y="1486377"/>
                  </a:lnTo>
                  <a:lnTo>
                    <a:pt x="1407224" y="1486381"/>
                  </a:lnTo>
                  <a:lnTo>
                    <a:pt x="1407215" y="1486378"/>
                  </a:lnTo>
                  <a:lnTo>
                    <a:pt x="1407210" y="1486374"/>
                  </a:lnTo>
                  <a:lnTo>
                    <a:pt x="1407201" y="1486367"/>
                  </a:lnTo>
                  <a:lnTo>
                    <a:pt x="1407192" y="1486357"/>
                  </a:lnTo>
                  <a:lnTo>
                    <a:pt x="1407186" y="1486354"/>
                  </a:lnTo>
                  <a:lnTo>
                    <a:pt x="1407179" y="1486349"/>
                  </a:lnTo>
                  <a:lnTo>
                    <a:pt x="1407170" y="1486343"/>
                  </a:lnTo>
                  <a:lnTo>
                    <a:pt x="1407161" y="1486338"/>
                  </a:lnTo>
                  <a:lnTo>
                    <a:pt x="1407150" y="1486329"/>
                  </a:lnTo>
                  <a:lnTo>
                    <a:pt x="1407142" y="1486324"/>
                  </a:lnTo>
                  <a:lnTo>
                    <a:pt x="1407131" y="1486320"/>
                  </a:lnTo>
                  <a:lnTo>
                    <a:pt x="1407122" y="1486319"/>
                  </a:lnTo>
                  <a:lnTo>
                    <a:pt x="1407109" y="1486320"/>
                  </a:lnTo>
                  <a:lnTo>
                    <a:pt x="1407100" y="1486324"/>
                  </a:lnTo>
                  <a:lnTo>
                    <a:pt x="1407090" y="1486332"/>
                  </a:lnTo>
                  <a:lnTo>
                    <a:pt x="1407085" y="1486336"/>
                  </a:lnTo>
                  <a:lnTo>
                    <a:pt x="1407080" y="1486340"/>
                  </a:lnTo>
                  <a:lnTo>
                    <a:pt x="1407072" y="1486345"/>
                  </a:lnTo>
                  <a:lnTo>
                    <a:pt x="1407062" y="1486350"/>
                  </a:lnTo>
                  <a:lnTo>
                    <a:pt x="1407057" y="1486352"/>
                  </a:lnTo>
                  <a:lnTo>
                    <a:pt x="1407052" y="1486355"/>
                  </a:lnTo>
                  <a:lnTo>
                    <a:pt x="1407048" y="1486360"/>
                  </a:lnTo>
                  <a:lnTo>
                    <a:pt x="1407049" y="1486367"/>
                  </a:lnTo>
                  <a:lnTo>
                    <a:pt x="1407054" y="1486375"/>
                  </a:lnTo>
                  <a:lnTo>
                    <a:pt x="1407060" y="1486387"/>
                  </a:lnTo>
                  <a:lnTo>
                    <a:pt x="1407064" y="1486395"/>
                  </a:lnTo>
                  <a:lnTo>
                    <a:pt x="1407064" y="1486408"/>
                  </a:lnTo>
                  <a:lnTo>
                    <a:pt x="1407062" y="1486421"/>
                  </a:lnTo>
                  <a:lnTo>
                    <a:pt x="1407058" y="1486441"/>
                  </a:lnTo>
                  <a:lnTo>
                    <a:pt x="1407055" y="1486459"/>
                  </a:lnTo>
                  <a:lnTo>
                    <a:pt x="1407054" y="1486471"/>
                  </a:lnTo>
                  <a:lnTo>
                    <a:pt x="1407055" y="1486484"/>
                  </a:lnTo>
                  <a:lnTo>
                    <a:pt x="1407055" y="1486491"/>
                  </a:lnTo>
                  <a:lnTo>
                    <a:pt x="1407053" y="1486498"/>
                  </a:lnTo>
                  <a:lnTo>
                    <a:pt x="1407050" y="1486502"/>
                  </a:lnTo>
                  <a:lnTo>
                    <a:pt x="1407043" y="1486507"/>
                  </a:lnTo>
                  <a:lnTo>
                    <a:pt x="1407031" y="1486518"/>
                  </a:lnTo>
                  <a:lnTo>
                    <a:pt x="1407017" y="1486531"/>
                  </a:lnTo>
                  <a:lnTo>
                    <a:pt x="1407009" y="1486539"/>
                  </a:lnTo>
                  <a:lnTo>
                    <a:pt x="1407001" y="1486548"/>
                  </a:lnTo>
                  <a:lnTo>
                    <a:pt x="1406981" y="1486570"/>
                  </a:lnTo>
                  <a:lnTo>
                    <a:pt x="1406963" y="1486591"/>
                  </a:lnTo>
                  <a:lnTo>
                    <a:pt x="1406957" y="1486604"/>
                  </a:lnTo>
                  <a:lnTo>
                    <a:pt x="1406954" y="1486613"/>
                  </a:lnTo>
                  <a:lnTo>
                    <a:pt x="1406952" y="1486619"/>
                  </a:lnTo>
                  <a:lnTo>
                    <a:pt x="1406950" y="1486625"/>
                  </a:lnTo>
                  <a:lnTo>
                    <a:pt x="1406946" y="1486629"/>
                  </a:lnTo>
                  <a:lnTo>
                    <a:pt x="1406941" y="1486632"/>
                  </a:lnTo>
                  <a:lnTo>
                    <a:pt x="1406933" y="1486637"/>
                  </a:lnTo>
                  <a:lnTo>
                    <a:pt x="1406927" y="1486642"/>
                  </a:lnTo>
                  <a:lnTo>
                    <a:pt x="1406919" y="1486650"/>
                  </a:lnTo>
                  <a:lnTo>
                    <a:pt x="1406915" y="1486656"/>
                  </a:lnTo>
                  <a:lnTo>
                    <a:pt x="1406914" y="1486661"/>
                  </a:lnTo>
                  <a:lnTo>
                    <a:pt x="1406913" y="1486666"/>
                  </a:lnTo>
                  <a:lnTo>
                    <a:pt x="1406913" y="1486674"/>
                  </a:lnTo>
                  <a:lnTo>
                    <a:pt x="1406912" y="1486680"/>
                  </a:lnTo>
                  <a:lnTo>
                    <a:pt x="1406912" y="1486686"/>
                  </a:lnTo>
                  <a:lnTo>
                    <a:pt x="1406913" y="1486693"/>
                  </a:lnTo>
                  <a:lnTo>
                    <a:pt x="1406914" y="1486699"/>
                  </a:lnTo>
                  <a:lnTo>
                    <a:pt x="1406916" y="1486706"/>
                  </a:lnTo>
                  <a:lnTo>
                    <a:pt x="1406920" y="1486712"/>
                  </a:lnTo>
                  <a:lnTo>
                    <a:pt x="1406925" y="1486718"/>
                  </a:lnTo>
                  <a:lnTo>
                    <a:pt x="1406929" y="1486722"/>
                  </a:lnTo>
                  <a:lnTo>
                    <a:pt x="1406934" y="1486725"/>
                  </a:lnTo>
                  <a:lnTo>
                    <a:pt x="1406941" y="1486729"/>
                  </a:lnTo>
                  <a:lnTo>
                    <a:pt x="1406948" y="1486734"/>
                  </a:lnTo>
                  <a:lnTo>
                    <a:pt x="1406954" y="1486739"/>
                  </a:lnTo>
                  <a:lnTo>
                    <a:pt x="1406964" y="1486748"/>
                  </a:lnTo>
                  <a:lnTo>
                    <a:pt x="1406957" y="1486760"/>
                  </a:lnTo>
                  <a:lnTo>
                    <a:pt x="1406949" y="1486771"/>
                  </a:lnTo>
                  <a:lnTo>
                    <a:pt x="1406945" y="1486774"/>
                  </a:lnTo>
                  <a:lnTo>
                    <a:pt x="1406937" y="1486781"/>
                  </a:lnTo>
                  <a:lnTo>
                    <a:pt x="1406933" y="1486785"/>
                  </a:lnTo>
                  <a:lnTo>
                    <a:pt x="1406931" y="1486793"/>
                  </a:lnTo>
                  <a:lnTo>
                    <a:pt x="1406928" y="1486803"/>
                  </a:lnTo>
                  <a:lnTo>
                    <a:pt x="1406927" y="1486811"/>
                  </a:lnTo>
                  <a:lnTo>
                    <a:pt x="1406925" y="1486817"/>
                  </a:lnTo>
                  <a:lnTo>
                    <a:pt x="1406920" y="1486830"/>
                  </a:lnTo>
                  <a:lnTo>
                    <a:pt x="1406914" y="1486844"/>
                  </a:lnTo>
                  <a:lnTo>
                    <a:pt x="1406912" y="1486856"/>
                  </a:lnTo>
                  <a:lnTo>
                    <a:pt x="1406911" y="1486865"/>
                  </a:lnTo>
                  <a:lnTo>
                    <a:pt x="1406911" y="1486877"/>
                  </a:lnTo>
                  <a:lnTo>
                    <a:pt x="1406889" y="1486912"/>
                  </a:lnTo>
                  <a:lnTo>
                    <a:pt x="1406864" y="1486917"/>
                  </a:lnTo>
                  <a:lnTo>
                    <a:pt x="1406859" y="1486923"/>
                  </a:lnTo>
                  <a:lnTo>
                    <a:pt x="1406850" y="1486930"/>
                  </a:lnTo>
                  <a:lnTo>
                    <a:pt x="1406844" y="1486936"/>
                  </a:lnTo>
                  <a:lnTo>
                    <a:pt x="1406834" y="1486947"/>
                  </a:lnTo>
                  <a:lnTo>
                    <a:pt x="1406825" y="1486957"/>
                  </a:lnTo>
                  <a:lnTo>
                    <a:pt x="1406808" y="1486963"/>
                  </a:lnTo>
                  <a:lnTo>
                    <a:pt x="1406796" y="1486969"/>
                  </a:lnTo>
                  <a:lnTo>
                    <a:pt x="1406784" y="1486978"/>
                  </a:lnTo>
                  <a:lnTo>
                    <a:pt x="1406772" y="1486978"/>
                  </a:lnTo>
                  <a:lnTo>
                    <a:pt x="1406755" y="1486977"/>
                  </a:lnTo>
                  <a:lnTo>
                    <a:pt x="1406734" y="1486978"/>
                  </a:lnTo>
                  <a:lnTo>
                    <a:pt x="1406719" y="1486980"/>
                  </a:lnTo>
                  <a:lnTo>
                    <a:pt x="1406707" y="1486983"/>
                  </a:lnTo>
                  <a:lnTo>
                    <a:pt x="1406694" y="1486986"/>
                  </a:lnTo>
                  <a:lnTo>
                    <a:pt x="1406685" y="1486988"/>
                  </a:lnTo>
                  <a:lnTo>
                    <a:pt x="1406678" y="1486989"/>
                  </a:lnTo>
                  <a:lnTo>
                    <a:pt x="1406669" y="1486990"/>
                  </a:lnTo>
                  <a:lnTo>
                    <a:pt x="1406666" y="1486998"/>
                  </a:lnTo>
                  <a:lnTo>
                    <a:pt x="1406664" y="1487007"/>
                  </a:lnTo>
                  <a:lnTo>
                    <a:pt x="1406663" y="1487028"/>
                  </a:lnTo>
                  <a:lnTo>
                    <a:pt x="1406663" y="1487041"/>
                  </a:lnTo>
                  <a:lnTo>
                    <a:pt x="1406662" y="1487053"/>
                  </a:lnTo>
                  <a:lnTo>
                    <a:pt x="1406662" y="1487068"/>
                  </a:lnTo>
                  <a:lnTo>
                    <a:pt x="1406674" y="1487092"/>
                  </a:lnTo>
                  <a:lnTo>
                    <a:pt x="1406652" y="1487081"/>
                  </a:lnTo>
                  <a:lnTo>
                    <a:pt x="1406632" y="1487083"/>
                  </a:lnTo>
                  <a:lnTo>
                    <a:pt x="1406627" y="1487086"/>
                  </a:lnTo>
                  <a:lnTo>
                    <a:pt x="1406619" y="1487090"/>
                  </a:lnTo>
                  <a:lnTo>
                    <a:pt x="1406605" y="1487100"/>
                  </a:lnTo>
                  <a:lnTo>
                    <a:pt x="1406596" y="1487106"/>
                  </a:lnTo>
                  <a:lnTo>
                    <a:pt x="1406590" y="1487111"/>
                  </a:lnTo>
                  <a:lnTo>
                    <a:pt x="1406588" y="1487116"/>
                  </a:lnTo>
                  <a:lnTo>
                    <a:pt x="1406584" y="1487125"/>
                  </a:lnTo>
                  <a:lnTo>
                    <a:pt x="1406582" y="1487133"/>
                  </a:lnTo>
                  <a:lnTo>
                    <a:pt x="1406582" y="1487141"/>
                  </a:lnTo>
                  <a:lnTo>
                    <a:pt x="1406581" y="1487158"/>
                  </a:lnTo>
                  <a:lnTo>
                    <a:pt x="1406581" y="1487169"/>
                  </a:lnTo>
                  <a:lnTo>
                    <a:pt x="1406581" y="1487176"/>
                  </a:lnTo>
                  <a:lnTo>
                    <a:pt x="1406576" y="1487184"/>
                  </a:lnTo>
                  <a:lnTo>
                    <a:pt x="1406569" y="1487191"/>
                  </a:lnTo>
                  <a:lnTo>
                    <a:pt x="1406560" y="1487196"/>
                  </a:lnTo>
                  <a:lnTo>
                    <a:pt x="1406552" y="1487202"/>
                  </a:lnTo>
                  <a:lnTo>
                    <a:pt x="1406546" y="1487206"/>
                  </a:lnTo>
                  <a:lnTo>
                    <a:pt x="1406541" y="1487217"/>
                  </a:lnTo>
                  <a:lnTo>
                    <a:pt x="1406535" y="1487232"/>
                  </a:lnTo>
                  <a:lnTo>
                    <a:pt x="1406527" y="1487251"/>
                  </a:lnTo>
                  <a:lnTo>
                    <a:pt x="1406520" y="1487268"/>
                  </a:lnTo>
                  <a:lnTo>
                    <a:pt x="1406509" y="1487282"/>
                  </a:lnTo>
                  <a:lnTo>
                    <a:pt x="1406503" y="1487293"/>
                  </a:lnTo>
                  <a:lnTo>
                    <a:pt x="1406493" y="1487308"/>
                  </a:lnTo>
                  <a:lnTo>
                    <a:pt x="1406488" y="1487322"/>
                  </a:lnTo>
                  <a:lnTo>
                    <a:pt x="1406483" y="1487331"/>
                  </a:lnTo>
                  <a:lnTo>
                    <a:pt x="1406478" y="1487343"/>
                  </a:lnTo>
                  <a:lnTo>
                    <a:pt x="1406473" y="1487353"/>
                  </a:lnTo>
                  <a:lnTo>
                    <a:pt x="1406467" y="1487360"/>
                  </a:lnTo>
                  <a:lnTo>
                    <a:pt x="1406462" y="1487368"/>
                  </a:lnTo>
                  <a:lnTo>
                    <a:pt x="1406459" y="1487377"/>
                  </a:lnTo>
                  <a:lnTo>
                    <a:pt x="1406456" y="1487381"/>
                  </a:lnTo>
                  <a:lnTo>
                    <a:pt x="1406449" y="1487382"/>
                  </a:lnTo>
                  <a:lnTo>
                    <a:pt x="1406441" y="1487378"/>
                  </a:lnTo>
                  <a:lnTo>
                    <a:pt x="1406434" y="1487375"/>
                  </a:lnTo>
                  <a:lnTo>
                    <a:pt x="1406426" y="1487369"/>
                  </a:lnTo>
                  <a:lnTo>
                    <a:pt x="1406420" y="1487362"/>
                  </a:lnTo>
                  <a:lnTo>
                    <a:pt x="1406408" y="1487344"/>
                  </a:lnTo>
                  <a:lnTo>
                    <a:pt x="1406395" y="1487324"/>
                  </a:lnTo>
                  <a:lnTo>
                    <a:pt x="1406385" y="1487307"/>
                  </a:lnTo>
                  <a:lnTo>
                    <a:pt x="1406376" y="1487292"/>
                  </a:lnTo>
                  <a:lnTo>
                    <a:pt x="1406367" y="1487278"/>
                  </a:lnTo>
                  <a:lnTo>
                    <a:pt x="1406358" y="1487265"/>
                  </a:lnTo>
                  <a:lnTo>
                    <a:pt x="1406351" y="1487259"/>
                  </a:lnTo>
                  <a:lnTo>
                    <a:pt x="1406346" y="1487251"/>
                  </a:lnTo>
                  <a:lnTo>
                    <a:pt x="1406338" y="1487240"/>
                  </a:lnTo>
                  <a:lnTo>
                    <a:pt x="1406327" y="1487225"/>
                  </a:lnTo>
                  <a:lnTo>
                    <a:pt x="1406318" y="1487206"/>
                  </a:lnTo>
                  <a:lnTo>
                    <a:pt x="1406310" y="1487201"/>
                  </a:lnTo>
                  <a:lnTo>
                    <a:pt x="1406303" y="1487191"/>
                  </a:lnTo>
                  <a:lnTo>
                    <a:pt x="1406290" y="1487173"/>
                  </a:lnTo>
                  <a:lnTo>
                    <a:pt x="1406281" y="1487153"/>
                  </a:lnTo>
                  <a:lnTo>
                    <a:pt x="1406277" y="1487150"/>
                  </a:lnTo>
                  <a:lnTo>
                    <a:pt x="1406271" y="1487149"/>
                  </a:lnTo>
                  <a:lnTo>
                    <a:pt x="1406258" y="1487149"/>
                  </a:lnTo>
                  <a:lnTo>
                    <a:pt x="1406242" y="1487143"/>
                  </a:lnTo>
                  <a:lnTo>
                    <a:pt x="1406228" y="1487128"/>
                  </a:lnTo>
                  <a:lnTo>
                    <a:pt x="1406218" y="1487114"/>
                  </a:lnTo>
                  <a:lnTo>
                    <a:pt x="1406211" y="1487106"/>
                  </a:lnTo>
                  <a:lnTo>
                    <a:pt x="1406201" y="1487097"/>
                  </a:lnTo>
                  <a:lnTo>
                    <a:pt x="1406180" y="1487075"/>
                  </a:lnTo>
                  <a:lnTo>
                    <a:pt x="1406191" y="1487069"/>
                  </a:lnTo>
                  <a:lnTo>
                    <a:pt x="1406200" y="1487064"/>
                  </a:lnTo>
                  <a:lnTo>
                    <a:pt x="1406211" y="1487051"/>
                  </a:lnTo>
                  <a:lnTo>
                    <a:pt x="1406212" y="1487042"/>
                  </a:lnTo>
                  <a:lnTo>
                    <a:pt x="1406215" y="1487026"/>
                  </a:lnTo>
                  <a:lnTo>
                    <a:pt x="1406215" y="1487018"/>
                  </a:lnTo>
                  <a:lnTo>
                    <a:pt x="1406220" y="1487007"/>
                  </a:lnTo>
                  <a:lnTo>
                    <a:pt x="1406221" y="1487001"/>
                  </a:lnTo>
                  <a:lnTo>
                    <a:pt x="1406206" y="1486996"/>
                  </a:lnTo>
                  <a:lnTo>
                    <a:pt x="1406193" y="1486988"/>
                  </a:lnTo>
                  <a:lnTo>
                    <a:pt x="1406185" y="1486981"/>
                  </a:lnTo>
                  <a:lnTo>
                    <a:pt x="1406177" y="1486975"/>
                  </a:lnTo>
                  <a:lnTo>
                    <a:pt x="1406165" y="1486966"/>
                  </a:lnTo>
                  <a:lnTo>
                    <a:pt x="1406144" y="1486946"/>
                  </a:lnTo>
                  <a:lnTo>
                    <a:pt x="1406105" y="1486939"/>
                  </a:lnTo>
                  <a:lnTo>
                    <a:pt x="1406063" y="1486931"/>
                  </a:lnTo>
                  <a:lnTo>
                    <a:pt x="1406004" y="1486889"/>
                  </a:lnTo>
                  <a:lnTo>
                    <a:pt x="1405999" y="1486887"/>
                  </a:lnTo>
                  <a:lnTo>
                    <a:pt x="1405991" y="1486885"/>
                  </a:lnTo>
                  <a:lnTo>
                    <a:pt x="1405978" y="1486887"/>
                  </a:lnTo>
                  <a:lnTo>
                    <a:pt x="1405966" y="1486888"/>
                  </a:lnTo>
                  <a:lnTo>
                    <a:pt x="1405955" y="1486889"/>
                  </a:lnTo>
                  <a:lnTo>
                    <a:pt x="1405946" y="1486891"/>
                  </a:lnTo>
                  <a:lnTo>
                    <a:pt x="1405937" y="1486894"/>
                  </a:lnTo>
                  <a:lnTo>
                    <a:pt x="1405930" y="1486893"/>
                  </a:lnTo>
                  <a:lnTo>
                    <a:pt x="1405922" y="1486891"/>
                  </a:lnTo>
                  <a:lnTo>
                    <a:pt x="1405908" y="1486884"/>
                  </a:lnTo>
                  <a:lnTo>
                    <a:pt x="1405894" y="1486878"/>
                  </a:lnTo>
                  <a:lnTo>
                    <a:pt x="1405883" y="1486872"/>
                  </a:lnTo>
                  <a:lnTo>
                    <a:pt x="1405875" y="1486864"/>
                  </a:lnTo>
                  <a:lnTo>
                    <a:pt x="1405868" y="1486856"/>
                  </a:lnTo>
                  <a:lnTo>
                    <a:pt x="1405861" y="1486859"/>
                  </a:lnTo>
                  <a:lnTo>
                    <a:pt x="1405850" y="1486867"/>
                  </a:lnTo>
                  <a:lnTo>
                    <a:pt x="1405844" y="1486875"/>
                  </a:lnTo>
                  <a:lnTo>
                    <a:pt x="1405831" y="1486887"/>
                  </a:lnTo>
                  <a:lnTo>
                    <a:pt x="1405816" y="1486900"/>
                  </a:lnTo>
                  <a:lnTo>
                    <a:pt x="1405799" y="1486915"/>
                  </a:lnTo>
                  <a:lnTo>
                    <a:pt x="1405788" y="1486920"/>
                  </a:lnTo>
                  <a:lnTo>
                    <a:pt x="1405773" y="1486927"/>
                  </a:lnTo>
                  <a:lnTo>
                    <a:pt x="1405767" y="1486932"/>
                  </a:lnTo>
                  <a:lnTo>
                    <a:pt x="1405762" y="1486940"/>
                  </a:lnTo>
                  <a:lnTo>
                    <a:pt x="1405762" y="1486945"/>
                  </a:lnTo>
                  <a:lnTo>
                    <a:pt x="1405758" y="1486958"/>
                  </a:lnTo>
                  <a:lnTo>
                    <a:pt x="1405753" y="1486967"/>
                  </a:lnTo>
                  <a:lnTo>
                    <a:pt x="1405745" y="1486974"/>
                  </a:lnTo>
                  <a:lnTo>
                    <a:pt x="1405736" y="1486976"/>
                  </a:lnTo>
                  <a:lnTo>
                    <a:pt x="1405725" y="1486979"/>
                  </a:lnTo>
                  <a:lnTo>
                    <a:pt x="1405706" y="1486982"/>
                  </a:lnTo>
                  <a:lnTo>
                    <a:pt x="1405696" y="1486985"/>
                  </a:lnTo>
                  <a:lnTo>
                    <a:pt x="1405690" y="1486989"/>
                  </a:lnTo>
                  <a:lnTo>
                    <a:pt x="1405684" y="1486994"/>
                  </a:lnTo>
                  <a:lnTo>
                    <a:pt x="1405679" y="1486997"/>
                  </a:lnTo>
                  <a:lnTo>
                    <a:pt x="1405674" y="1487002"/>
                  </a:lnTo>
                  <a:lnTo>
                    <a:pt x="1405669" y="1487010"/>
                  </a:lnTo>
                  <a:lnTo>
                    <a:pt x="1405666" y="1487021"/>
                  </a:lnTo>
                  <a:lnTo>
                    <a:pt x="1405662" y="1487029"/>
                  </a:lnTo>
                  <a:lnTo>
                    <a:pt x="1405657" y="1487032"/>
                  </a:lnTo>
                  <a:lnTo>
                    <a:pt x="1405646" y="1487032"/>
                  </a:lnTo>
                  <a:lnTo>
                    <a:pt x="1405631" y="1487032"/>
                  </a:lnTo>
                  <a:lnTo>
                    <a:pt x="1405618" y="1487033"/>
                  </a:lnTo>
                  <a:lnTo>
                    <a:pt x="1405599" y="1487038"/>
                  </a:lnTo>
                  <a:lnTo>
                    <a:pt x="1405584" y="1487043"/>
                  </a:lnTo>
                  <a:lnTo>
                    <a:pt x="1405578" y="1487047"/>
                  </a:lnTo>
                  <a:lnTo>
                    <a:pt x="1405572" y="1487051"/>
                  </a:lnTo>
                  <a:lnTo>
                    <a:pt x="1405565" y="1487058"/>
                  </a:lnTo>
                  <a:lnTo>
                    <a:pt x="1405556" y="1487071"/>
                  </a:lnTo>
                  <a:lnTo>
                    <a:pt x="1405551" y="1487078"/>
                  </a:lnTo>
                  <a:lnTo>
                    <a:pt x="1405536" y="1487095"/>
                  </a:lnTo>
                  <a:lnTo>
                    <a:pt x="1405530" y="1487105"/>
                  </a:lnTo>
                  <a:lnTo>
                    <a:pt x="1405520" y="1487116"/>
                  </a:lnTo>
                  <a:lnTo>
                    <a:pt x="1405515" y="1487124"/>
                  </a:lnTo>
                  <a:lnTo>
                    <a:pt x="1405525" y="1487133"/>
                  </a:lnTo>
                  <a:lnTo>
                    <a:pt x="1405531" y="1487141"/>
                  </a:lnTo>
                  <a:lnTo>
                    <a:pt x="1405539" y="1487154"/>
                  </a:lnTo>
                  <a:lnTo>
                    <a:pt x="1405542" y="1487163"/>
                  </a:lnTo>
                  <a:lnTo>
                    <a:pt x="1405543" y="1487177"/>
                  </a:lnTo>
                  <a:lnTo>
                    <a:pt x="1405542" y="1487187"/>
                  </a:lnTo>
                  <a:lnTo>
                    <a:pt x="1405545" y="1487198"/>
                  </a:lnTo>
                  <a:lnTo>
                    <a:pt x="1405548" y="1487212"/>
                  </a:lnTo>
                  <a:lnTo>
                    <a:pt x="1405549" y="1487228"/>
                  </a:lnTo>
                  <a:lnTo>
                    <a:pt x="1405549" y="1487236"/>
                  </a:lnTo>
                  <a:lnTo>
                    <a:pt x="1405546" y="1487242"/>
                  </a:lnTo>
                  <a:lnTo>
                    <a:pt x="1405539" y="1487252"/>
                  </a:lnTo>
                  <a:lnTo>
                    <a:pt x="1405534" y="1487266"/>
                  </a:lnTo>
                  <a:lnTo>
                    <a:pt x="1405533" y="1487278"/>
                  </a:lnTo>
                  <a:lnTo>
                    <a:pt x="1405532" y="1487289"/>
                  </a:lnTo>
                  <a:lnTo>
                    <a:pt x="1405535" y="1487307"/>
                  </a:lnTo>
                  <a:lnTo>
                    <a:pt x="1405541" y="1487324"/>
                  </a:lnTo>
                  <a:lnTo>
                    <a:pt x="1405548" y="1487339"/>
                  </a:lnTo>
                  <a:lnTo>
                    <a:pt x="1405553" y="1487345"/>
                  </a:lnTo>
                  <a:lnTo>
                    <a:pt x="1405557" y="1487347"/>
                  </a:lnTo>
                  <a:lnTo>
                    <a:pt x="1405561" y="1487349"/>
                  </a:lnTo>
                  <a:lnTo>
                    <a:pt x="1405576" y="1487351"/>
                  </a:lnTo>
                  <a:lnTo>
                    <a:pt x="1405587" y="1487357"/>
                  </a:lnTo>
                  <a:lnTo>
                    <a:pt x="1405598" y="1487363"/>
                  </a:lnTo>
                  <a:lnTo>
                    <a:pt x="1405610" y="1487374"/>
                  </a:lnTo>
                  <a:lnTo>
                    <a:pt x="1405623" y="1487386"/>
                  </a:lnTo>
                  <a:lnTo>
                    <a:pt x="1405640" y="1487404"/>
                  </a:lnTo>
                  <a:lnTo>
                    <a:pt x="1405660" y="1487424"/>
                  </a:lnTo>
                  <a:lnTo>
                    <a:pt x="1405670" y="1487436"/>
                  </a:lnTo>
                  <a:lnTo>
                    <a:pt x="1405683" y="1487452"/>
                  </a:lnTo>
                  <a:lnTo>
                    <a:pt x="1405687" y="1487459"/>
                  </a:lnTo>
                  <a:lnTo>
                    <a:pt x="1405690" y="1487466"/>
                  </a:lnTo>
                  <a:lnTo>
                    <a:pt x="1405692" y="1487475"/>
                  </a:lnTo>
                  <a:lnTo>
                    <a:pt x="1405692" y="1487482"/>
                  </a:lnTo>
                  <a:lnTo>
                    <a:pt x="1405691" y="1487490"/>
                  </a:lnTo>
                  <a:lnTo>
                    <a:pt x="1405688" y="1487498"/>
                  </a:lnTo>
                  <a:lnTo>
                    <a:pt x="1405678" y="1487515"/>
                  </a:lnTo>
                  <a:lnTo>
                    <a:pt x="1405668" y="1487528"/>
                  </a:lnTo>
                  <a:lnTo>
                    <a:pt x="1405665" y="1487535"/>
                  </a:lnTo>
                  <a:lnTo>
                    <a:pt x="1405666" y="1487540"/>
                  </a:lnTo>
                  <a:lnTo>
                    <a:pt x="1405671" y="1487544"/>
                  </a:lnTo>
                  <a:lnTo>
                    <a:pt x="1405678" y="1487549"/>
                  </a:lnTo>
                  <a:lnTo>
                    <a:pt x="1405685" y="1487555"/>
                  </a:lnTo>
                  <a:lnTo>
                    <a:pt x="1405689" y="1487561"/>
                  </a:lnTo>
                  <a:lnTo>
                    <a:pt x="1405692" y="1487568"/>
                  </a:lnTo>
                  <a:lnTo>
                    <a:pt x="1405698" y="1487589"/>
                  </a:lnTo>
                  <a:lnTo>
                    <a:pt x="1405707" y="1487611"/>
                  </a:lnTo>
                  <a:lnTo>
                    <a:pt x="1405703" y="1487620"/>
                  </a:lnTo>
                  <a:lnTo>
                    <a:pt x="1405707" y="1487638"/>
                  </a:lnTo>
                  <a:lnTo>
                    <a:pt x="1405711" y="1487649"/>
                  </a:lnTo>
                  <a:lnTo>
                    <a:pt x="1405714" y="1487658"/>
                  </a:lnTo>
                  <a:lnTo>
                    <a:pt x="1405719" y="1487669"/>
                  </a:lnTo>
                  <a:lnTo>
                    <a:pt x="1405722" y="1487673"/>
                  </a:lnTo>
                  <a:lnTo>
                    <a:pt x="1405729" y="1487682"/>
                  </a:lnTo>
                  <a:lnTo>
                    <a:pt x="1405710" y="1487683"/>
                  </a:lnTo>
                  <a:lnTo>
                    <a:pt x="1405692" y="1487688"/>
                  </a:lnTo>
                  <a:lnTo>
                    <a:pt x="1405672" y="1487695"/>
                  </a:lnTo>
                  <a:lnTo>
                    <a:pt x="1405656" y="1487700"/>
                  </a:lnTo>
                  <a:lnTo>
                    <a:pt x="1405638" y="1487705"/>
                  </a:lnTo>
                  <a:lnTo>
                    <a:pt x="1405626" y="1487696"/>
                  </a:lnTo>
                  <a:lnTo>
                    <a:pt x="1405611" y="1487691"/>
                  </a:lnTo>
                  <a:lnTo>
                    <a:pt x="1405598" y="1487686"/>
                  </a:lnTo>
                  <a:lnTo>
                    <a:pt x="1405585" y="1487683"/>
                  </a:lnTo>
                  <a:lnTo>
                    <a:pt x="1405571" y="1487678"/>
                  </a:lnTo>
                  <a:lnTo>
                    <a:pt x="1405560" y="1487677"/>
                  </a:lnTo>
                  <a:lnTo>
                    <a:pt x="1405546" y="1487676"/>
                  </a:lnTo>
                  <a:lnTo>
                    <a:pt x="1405534" y="1487676"/>
                  </a:lnTo>
                  <a:lnTo>
                    <a:pt x="1405519" y="1487677"/>
                  </a:lnTo>
                  <a:lnTo>
                    <a:pt x="1405505" y="1487677"/>
                  </a:lnTo>
                  <a:lnTo>
                    <a:pt x="1405486" y="1487675"/>
                  </a:lnTo>
                  <a:lnTo>
                    <a:pt x="1405473" y="1487673"/>
                  </a:lnTo>
                  <a:lnTo>
                    <a:pt x="1405457" y="1487669"/>
                  </a:lnTo>
                  <a:lnTo>
                    <a:pt x="1405445" y="1487666"/>
                  </a:lnTo>
                  <a:lnTo>
                    <a:pt x="1405423" y="1487660"/>
                  </a:lnTo>
                  <a:lnTo>
                    <a:pt x="1405417" y="1487666"/>
                  </a:lnTo>
                  <a:lnTo>
                    <a:pt x="1405408" y="1487674"/>
                  </a:lnTo>
                  <a:lnTo>
                    <a:pt x="1405400" y="1487682"/>
                  </a:lnTo>
                  <a:lnTo>
                    <a:pt x="1405391" y="1487692"/>
                  </a:lnTo>
                  <a:lnTo>
                    <a:pt x="1405380" y="1487704"/>
                  </a:lnTo>
                  <a:lnTo>
                    <a:pt x="1405373" y="1487712"/>
                  </a:lnTo>
                  <a:lnTo>
                    <a:pt x="1405365" y="1487726"/>
                  </a:lnTo>
                  <a:lnTo>
                    <a:pt x="1405360" y="1487749"/>
                  </a:lnTo>
                  <a:lnTo>
                    <a:pt x="1405294" y="1487692"/>
                  </a:lnTo>
                  <a:lnTo>
                    <a:pt x="1405241" y="1487536"/>
                  </a:lnTo>
                  <a:lnTo>
                    <a:pt x="1405238" y="1487532"/>
                  </a:lnTo>
                  <a:lnTo>
                    <a:pt x="1405233" y="1487525"/>
                  </a:lnTo>
                  <a:lnTo>
                    <a:pt x="1405224" y="1487509"/>
                  </a:lnTo>
                  <a:lnTo>
                    <a:pt x="1405216" y="1487500"/>
                  </a:lnTo>
                  <a:lnTo>
                    <a:pt x="1405211" y="1487488"/>
                  </a:lnTo>
                  <a:lnTo>
                    <a:pt x="1405215" y="1487461"/>
                  </a:lnTo>
                  <a:lnTo>
                    <a:pt x="1405206" y="1487466"/>
                  </a:lnTo>
                  <a:lnTo>
                    <a:pt x="1405200" y="1487467"/>
                  </a:lnTo>
                  <a:lnTo>
                    <a:pt x="1405188" y="1487465"/>
                  </a:lnTo>
                  <a:lnTo>
                    <a:pt x="1405178" y="1487464"/>
                  </a:lnTo>
                  <a:lnTo>
                    <a:pt x="1405169" y="1487461"/>
                  </a:lnTo>
                  <a:lnTo>
                    <a:pt x="1405158" y="1487454"/>
                  </a:lnTo>
                  <a:lnTo>
                    <a:pt x="1405148" y="1487443"/>
                  </a:lnTo>
                  <a:lnTo>
                    <a:pt x="1405141" y="1487433"/>
                  </a:lnTo>
                  <a:lnTo>
                    <a:pt x="1405135" y="1487427"/>
                  </a:lnTo>
                  <a:lnTo>
                    <a:pt x="1405131" y="1487422"/>
                  </a:lnTo>
                  <a:lnTo>
                    <a:pt x="1405122" y="1487420"/>
                  </a:lnTo>
                  <a:lnTo>
                    <a:pt x="1405108" y="1487420"/>
                  </a:lnTo>
                  <a:lnTo>
                    <a:pt x="1405087" y="1487424"/>
                  </a:lnTo>
                  <a:lnTo>
                    <a:pt x="1405071" y="1487422"/>
                  </a:lnTo>
                  <a:lnTo>
                    <a:pt x="1405057" y="1487417"/>
                  </a:lnTo>
                  <a:lnTo>
                    <a:pt x="1405050" y="1487414"/>
                  </a:lnTo>
                  <a:lnTo>
                    <a:pt x="1405041" y="1487413"/>
                  </a:lnTo>
                  <a:lnTo>
                    <a:pt x="1405018" y="1487415"/>
                  </a:lnTo>
                  <a:lnTo>
                    <a:pt x="1405006" y="1487414"/>
                  </a:lnTo>
                  <a:lnTo>
                    <a:pt x="1404995" y="1487415"/>
                  </a:lnTo>
                  <a:lnTo>
                    <a:pt x="1404985" y="1487417"/>
                  </a:lnTo>
                  <a:lnTo>
                    <a:pt x="1404979" y="1487424"/>
                  </a:lnTo>
                  <a:lnTo>
                    <a:pt x="1404972" y="1487431"/>
                  </a:lnTo>
                  <a:lnTo>
                    <a:pt x="1404966" y="1487439"/>
                  </a:lnTo>
                  <a:lnTo>
                    <a:pt x="1404956" y="1487447"/>
                  </a:lnTo>
                  <a:lnTo>
                    <a:pt x="1404947" y="1487456"/>
                  </a:lnTo>
                  <a:lnTo>
                    <a:pt x="1404937" y="1487465"/>
                  </a:lnTo>
                  <a:lnTo>
                    <a:pt x="1404926" y="1487469"/>
                  </a:lnTo>
                  <a:lnTo>
                    <a:pt x="1404915" y="1487472"/>
                  </a:lnTo>
                  <a:lnTo>
                    <a:pt x="1404903" y="1487474"/>
                  </a:lnTo>
                  <a:lnTo>
                    <a:pt x="1404888" y="1487471"/>
                  </a:lnTo>
                  <a:lnTo>
                    <a:pt x="1404875" y="1487472"/>
                  </a:lnTo>
                  <a:lnTo>
                    <a:pt x="1404860" y="1487475"/>
                  </a:lnTo>
                  <a:lnTo>
                    <a:pt x="1404838" y="1487478"/>
                  </a:lnTo>
                  <a:lnTo>
                    <a:pt x="1404722" y="1487432"/>
                  </a:lnTo>
                  <a:lnTo>
                    <a:pt x="1404725" y="1487391"/>
                  </a:lnTo>
                  <a:lnTo>
                    <a:pt x="1404706" y="1487362"/>
                  </a:lnTo>
                  <a:lnTo>
                    <a:pt x="1404694" y="1487344"/>
                  </a:lnTo>
                  <a:lnTo>
                    <a:pt x="1404682" y="1487326"/>
                  </a:lnTo>
                  <a:lnTo>
                    <a:pt x="1404676" y="1487315"/>
                  </a:lnTo>
                  <a:lnTo>
                    <a:pt x="1404668" y="1487307"/>
                  </a:lnTo>
                  <a:lnTo>
                    <a:pt x="1404661" y="1487303"/>
                  </a:lnTo>
                  <a:lnTo>
                    <a:pt x="1404651" y="1487302"/>
                  </a:lnTo>
                  <a:lnTo>
                    <a:pt x="1404641" y="1487302"/>
                  </a:lnTo>
                  <a:lnTo>
                    <a:pt x="1404632" y="1487301"/>
                  </a:lnTo>
                  <a:lnTo>
                    <a:pt x="1404625" y="1487302"/>
                  </a:lnTo>
                  <a:lnTo>
                    <a:pt x="1404617" y="1487306"/>
                  </a:lnTo>
                  <a:lnTo>
                    <a:pt x="1404611" y="1487313"/>
                  </a:lnTo>
                  <a:lnTo>
                    <a:pt x="1404603" y="1487321"/>
                  </a:lnTo>
                  <a:lnTo>
                    <a:pt x="1404591" y="1487328"/>
                  </a:lnTo>
                  <a:lnTo>
                    <a:pt x="1404580" y="1487336"/>
                  </a:lnTo>
                  <a:lnTo>
                    <a:pt x="1404572" y="1487343"/>
                  </a:lnTo>
                  <a:lnTo>
                    <a:pt x="1404565" y="1487349"/>
                  </a:lnTo>
                  <a:lnTo>
                    <a:pt x="1404557" y="1487357"/>
                  </a:lnTo>
                  <a:lnTo>
                    <a:pt x="1404553" y="1487363"/>
                  </a:lnTo>
                  <a:lnTo>
                    <a:pt x="1404547" y="1487375"/>
                  </a:lnTo>
                  <a:lnTo>
                    <a:pt x="1404543" y="1487378"/>
                  </a:lnTo>
                  <a:lnTo>
                    <a:pt x="1404537" y="1487375"/>
                  </a:lnTo>
                  <a:lnTo>
                    <a:pt x="1404527" y="1487370"/>
                  </a:lnTo>
                  <a:lnTo>
                    <a:pt x="1404517" y="1487365"/>
                  </a:lnTo>
                  <a:lnTo>
                    <a:pt x="1404505" y="1487361"/>
                  </a:lnTo>
                  <a:lnTo>
                    <a:pt x="1404500" y="1487359"/>
                  </a:lnTo>
                  <a:lnTo>
                    <a:pt x="1404487" y="1487349"/>
                  </a:lnTo>
                  <a:lnTo>
                    <a:pt x="1404476" y="1487341"/>
                  </a:lnTo>
                  <a:lnTo>
                    <a:pt x="1404466" y="1487336"/>
                  </a:lnTo>
                  <a:lnTo>
                    <a:pt x="1404458" y="1487334"/>
                  </a:lnTo>
                  <a:lnTo>
                    <a:pt x="1404443" y="1487334"/>
                  </a:lnTo>
                  <a:lnTo>
                    <a:pt x="1404431" y="1487337"/>
                  </a:lnTo>
                  <a:lnTo>
                    <a:pt x="1404417" y="1487342"/>
                  </a:lnTo>
                  <a:lnTo>
                    <a:pt x="1404410" y="1487347"/>
                  </a:lnTo>
                  <a:lnTo>
                    <a:pt x="1404406" y="1487351"/>
                  </a:lnTo>
                  <a:lnTo>
                    <a:pt x="1404401" y="1487358"/>
                  </a:lnTo>
                  <a:lnTo>
                    <a:pt x="1404397" y="1487375"/>
                  </a:lnTo>
                  <a:lnTo>
                    <a:pt x="1404368" y="1487359"/>
                  </a:lnTo>
                  <a:lnTo>
                    <a:pt x="1404340" y="1487373"/>
                  </a:lnTo>
                  <a:lnTo>
                    <a:pt x="1404334" y="1487372"/>
                  </a:lnTo>
                  <a:lnTo>
                    <a:pt x="1404312" y="1487356"/>
                  </a:lnTo>
                  <a:lnTo>
                    <a:pt x="1404304" y="1487354"/>
                  </a:lnTo>
                  <a:lnTo>
                    <a:pt x="1404296" y="1487355"/>
                  </a:lnTo>
                  <a:lnTo>
                    <a:pt x="1404270" y="1487380"/>
                  </a:lnTo>
                  <a:lnTo>
                    <a:pt x="1404259" y="1487386"/>
                  </a:lnTo>
                  <a:lnTo>
                    <a:pt x="1404241" y="1487385"/>
                  </a:lnTo>
                  <a:lnTo>
                    <a:pt x="1404223" y="1487385"/>
                  </a:lnTo>
                  <a:lnTo>
                    <a:pt x="1404205" y="1487380"/>
                  </a:lnTo>
                  <a:lnTo>
                    <a:pt x="1404189" y="1487370"/>
                  </a:lnTo>
                  <a:lnTo>
                    <a:pt x="1404182" y="1487368"/>
                  </a:lnTo>
                  <a:lnTo>
                    <a:pt x="1404170" y="1487360"/>
                  </a:lnTo>
                  <a:lnTo>
                    <a:pt x="1404155" y="1487350"/>
                  </a:lnTo>
                  <a:lnTo>
                    <a:pt x="1404141" y="1487334"/>
                  </a:lnTo>
                  <a:lnTo>
                    <a:pt x="1404139" y="1487325"/>
                  </a:lnTo>
                  <a:lnTo>
                    <a:pt x="1404137" y="1487314"/>
                  </a:lnTo>
                  <a:lnTo>
                    <a:pt x="1404135" y="1487297"/>
                  </a:lnTo>
                  <a:lnTo>
                    <a:pt x="1404035" y="1487302"/>
                  </a:lnTo>
                  <a:lnTo>
                    <a:pt x="1404022" y="1487305"/>
                  </a:lnTo>
                  <a:lnTo>
                    <a:pt x="1404011" y="1487307"/>
                  </a:lnTo>
                  <a:lnTo>
                    <a:pt x="1403996" y="1487306"/>
                  </a:lnTo>
                  <a:lnTo>
                    <a:pt x="1403984" y="1487307"/>
                  </a:lnTo>
                  <a:lnTo>
                    <a:pt x="1403962" y="1487311"/>
                  </a:lnTo>
                  <a:lnTo>
                    <a:pt x="1403943" y="1487315"/>
                  </a:lnTo>
                  <a:lnTo>
                    <a:pt x="1403929" y="1487316"/>
                  </a:lnTo>
                  <a:lnTo>
                    <a:pt x="1403923" y="1487319"/>
                  </a:lnTo>
                  <a:lnTo>
                    <a:pt x="1403916" y="1487324"/>
                  </a:lnTo>
                  <a:lnTo>
                    <a:pt x="1403908" y="1487332"/>
                  </a:lnTo>
                  <a:lnTo>
                    <a:pt x="1403901" y="1487345"/>
                  </a:lnTo>
                  <a:lnTo>
                    <a:pt x="1403893" y="1487357"/>
                  </a:lnTo>
                  <a:lnTo>
                    <a:pt x="1403889" y="1487362"/>
                  </a:lnTo>
                  <a:lnTo>
                    <a:pt x="1403881" y="1487366"/>
                  </a:lnTo>
                  <a:lnTo>
                    <a:pt x="1403865" y="1487370"/>
                  </a:lnTo>
                  <a:lnTo>
                    <a:pt x="1403848" y="1487373"/>
                  </a:lnTo>
                  <a:lnTo>
                    <a:pt x="1403818" y="1487379"/>
                  </a:lnTo>
                  <a:lnTo>
                    <a:pt x="1403807" y="1487381"/>
                  </a:lnTo>
                  <a:lnTo>
                    <a:pt x="1403799" y="1487387"/>
                  </a:lnTo>
                  <a:lnTo>
                    <a:pt x="1403788" y="1487398"/>
                  </a:lnTo>
                  <a:lnTo>
                    <a:pt x="1403781" y="1487405"/>
                  </a:lnTo>
                  <a:lnTo>
                    <a:pt x="1403776" y="1487406"/>
                  </a:lnTo>
                  <a:lnTo>
                    <a:pt x="1403770" y="1487408"/>
                  </a:lnTo>
                  <a:lnTo>
                    <a:pt x="1403763" y="1487408"/>
                  </a:lnTo>
                  <a:lnTo>
                    <a:pt x="1403755" y="1487407"/>
                  </a:lnTo>
                  <a:lnTo>
                    <a:pt x="1403747" y="1487403"/>
                  </a:lnTo>
                  <a:lnTo>
                    <a:pt x="1403736" y="1487398"/>
                  </a:lnTo>
                  <a:lnTo>
                    <a:pt x="1403727" y="1487401"/>
                  </a:lnTo>
                  <a:lnTo>
                    <a:pt x="1403716" y="1487407"/>
                  </a:lnTo>
                  <a:lnTo>
                    <a:pt x="1403711" y="1487410"/>
                  </a:lnTo>
                  <a:lnTo>
                    <a:pt x="1403702" y="1487414"/>
                  </a:lnTo>
                  <a:lnTo>
                    <a:pt x="1403689" y="1487418"/>
                  </a:lnTo>
                  <a:lnTo>
                    <a:pt x="1403677" y="1487422"/>
                  </a:lnTo>
                  <a:lnTo>
                    <a:pt x="1403666" y="1487428"/>
                  </a:lnTo>
                  <a:lnTo>
                    <a:pt x="1403655" y="1487435"/>
                  </a:lnTo>
                  <a:lnTo>
                    <a:pt x="1403648" y="1487441"/>
                  </a:lnTo>
                  <a:lnTo>
                    <a:pt x="1403641" y="1487448"/>
                  </a:lnTo>
                  <a:lnTo>
                    <a:pt x="1403635" y="1487460"/>
                  </a:lnTo>
                  <a:lnTo>
                    <a:pt x="1403630" y="1487469"/>
                  </a:lnTo>
                  <a:lnTo>
                    <a:pt x="1403627" y="1487476"/>
                  </a:lnTo>
                  <a:lnTo>
                    <a:pt x="1403617" y="1487482"/>
                  </a:lnTo>
                  <a:lnTo>
                    <a:pt x="1403596" y="1487495"/>
                  </a:lnTo>
                  <a:lnTo>
                    <a:pt x="1403573" y="1487511"/>
                  </a:lnTo>
                  <a:lnTo>
                    <a:pt x="1403559" y="1487520"/>
                  </a:lnTo>
                  <a:lnTo>
                    <a:pt x="1403548" y="1487522"/>
                  </a:lnTo>
                  <a:lnTo>
                    <a:pt x="1403533" y="1487525"/>
                  </a:lnTo>
                  <a:lnTo>
                    <a:pt x="1403525" y="1487528"/>
                  </a:lnTo>
                  <a:lnTo>
                    <a:pt x="1403518" y="1487532"/>
                  </a:lnTo>
                  <a:lnTo>
                    <a:pt x="1403513" y="1487536"/>
                  </a:lnTo>
                  <a:lnTo>
                    <a:pt x="1403510" y="1487540"/>
                  </a:lnTo>
                  <a:lnTo>
                    <a:pt x="1403505" y="1487552"/>
                  </a:lnTo>
                  <a:lnTo>
                    <a:pt x="1403500" y="1487570"/>
                  </a:lnTo>
                  <a:lnTo>
                    <a:pt x="1403497" y="1487581"/>
                  </a:lnTo>
                  <a:lnTo>
                    <a:pt x="1403497" y="1487591"/>
                  </a:lnTo>
                  <a:lnTo>
                    <a:pt x="1403499" y="1487597"/>
                  </a:lnTo>
                  <a:lnTo>
                    <a:pt x="1403504" y="1487616"/>
                  </a:lnTo>
                  <a:lnTo>
                    <a:pt x="1403511" y="1487636"/>
                  </a:lnTo>
                  <a:lnTo>
                    <a:pt x="1403524" y="1487663"/>
                  </a:lnTo>
                  <a:lnTo>
                    <a:pt x="1403534" y="1487680"/>
                  </a:lnTo>
                  <a:lnTo>
                    <a:pt x="1403530" y="1487694"/>
                  </a:lnTo>
                  <a:lnTo>
                    <a:pt x="1403524" y="1487721"/>
                  </a:lnTo>
                  <a:lnTo>
                    <a:pt x="1403517" y="1487753"/>
                  </a:lnTo>
                  <a:lnTo>
                    <a:pt x="1403512" y="1487775"/>
                  </a:lnTo>
                  <a:lnTo>
                    <a:pt x="1403506" y="1487787"/>
                  </a:lnTo>
                  <a:lnTo>
                    <a:pt x="1403495" y="1487806"/>
                  </a:lnTo>
                  <a:lnTo>
                    <a:pt x="1403488" y="1487826"/>
                  </a:lnTo>
                  <a:lnTo>
                    <a:pt x="1403480" y="1487839"/>
                  </a:lnTo>
                  <a:lnTo>
                    <a:pt x="1403471" y="1487849"/>
                  </a:lnTo>
                  <a:lnTo>
                    <a:pt x="1403456" y="1487866"/>
                  </a:lnTo>
                  <a:lnTo>
                    <a:pt x="1403447" y="1487877"/>
                  </a:lnTo>
                  <a:lnTo>
                    <a:pt x="1403441" y="1487885"/>
                  </a:lnTo>
                  <a:lnTo>
                    <a:pt x="1403433" y="1487890"/>
                  </a:lnTo>
                  <a:lnTo>
                    <a:pt x="1403426" y="1487896"/>
                  </a:lnTo>
                  <a:lnTo>
                    <a:pt x="1403422" y="1487902"/>
                  </a:lnTo>
                  <a:lnTo>
                    <a:pt x="1403417" y="1487912"/>
                  </a:lnTo>
                  <a:lnTo>
                    <a:pt x="1403414" y="1487922"/>
                  </a:lnTo>
                  <a:lnTo>
                    <a:pt x="1403413" y="1487931"/>
                  </a:lnTo>
                  <a:lnTo>
                    <a:pt x="1403414" y="1487939"/>
                  </a:lnTo>
                  <a:lnTo>
                    <a:pt x="1403416" y="1487950"/>
                  </a:lnTo>
                  <a:lnTo>
                    <a:pt x="1403420" y="1487959"/>
                  </a:lnTo>
                  <a:lnTo>
                    <a:pt x="1403423" y="1487965"/>
                  </a:lnTo>
                  <a:lnTo>
                    <a:pt x="1403429" y="1487974"/>
                  </a:lnTo>
                  <a:lnTo>
                    <a:pt x="1403435" y="1487980"/>
                  </a:lnTo>
                  <a:lnTo>
                    <a:pt x="1403444" y="1487987"/>
                  </a:lnTo>
                  <a:lnTo>
                    <a:pt x="1403454" y="1487992"/>
                  </a:lnTo>
                  <a:lnTo>
                    <a:pt x="1403464" y="1487995"/>
                  </a:lnTo>
                  <a:lnTo>
                    <a:pt x="1403474" y="1488000"/>
                  </a:lnTo>
                  <a:lnTo>
                    <a:pt x="1403470" y="1488011"/>
                  </a:lnTo>
                  <a:lnTo>
                    <a:pt x="1403467" y="1488022"/>
                  </a:lnTo>
                  <a:lnTo>
                    <a:pt x="1403464" y="1488033"/>
                  </a:lnTo>
                  <a:lnTo>
                    <a:pt x="1403463" y="1488043"/>
                  </a:lnTo>
                  <a:lnTo>
                    <a:pt x="1403462" y="1488050"/>
                  </a:lnTo>
                  <a:lnTo>
                    <a:pt x="1403463" y="1488056"/>
                  </a:lnTo>
                  <a:lnTo>
                    <a:pt x="1403465" y="1488062"/>
                  </a:lnTo>
                  <a:lnTo>
                    <a:pt x="1403471" y="1488076"/>
                  </a:lnTo>
                  <a:lnTo>
                    <a:pt x="1403476" y="1488090"/>
                  </a:lnTo>
                  <a:lnTo>
                    <a:pt x="1403480" y="1488105"/>
                  </a:lnTo>
                  <a:lnTo>
                    <a:pt x="1403485" y="1488124"/>
                  </a:lnTo>
                  <a:lnTo>
                    <a:pt x="1403486" y="1488137"/>
                  </a:lnTo>
                  <a:lnTo>
                    <a:pt x="1403486" y="1488146"/>
                  </a:lnTo>
                  <a:lnTo>
                    <a:pt x="1403485" y="1488154"/>
                  </a:lnTo>
                  <a:lnTo>
                    <a:pt x="1403480" y="1488160"/>
                  </a:lnTo>
                  <a:lnTo>
                    <a:pt x="1403473" y="1488162"/>
                  </a:lnTo>
                  <a:lnTo>
                    <a:pt x="1403465" y="1488165"/>
                  </a:lnTo>
                  <a:lnTo>
                    <a:pt x="1403455" y="1488168"/>
                  </a:lnTo>
                  <a:lnTo>
                    <a:pt x="1403445" y="1488171"/>
                  </a:lnTo>
                  <a:lnTo>
                    <a:pt x="1403435" y="1488171"/>
                  </a:lnTo>
                  <a:lnTo>
                    <a:pt x="1403431" y="1488173"/>
                  </a:lnTo>
                  <a:lnTo>
                    <a:pt x="1403431" y="1488181"/>
                  </a:lnTo>
                  <a:lnTo>
                    <a:pt x="1403430" y="1488192"/>
                  </a:lnTo>
                  <a:lnTo>
                    <a:pt x="1403428" y="1488201"/>
                  </a:lnTo>
                  <a:lnTo>
                    <a:pt x="1403421" y="1488218"/>
                  </a:lnTo>
                  <a:lnTo>
                    <a:pt x="1403416" y="1488233"/>
                  </a:lnTo>
                  <a:lnTo>
                    <a:pt x="1403412" y="1488247"/>
                  </a:lnTo>
                  <a:lnTo>
                    <a:pt x="1403404" y="1488259"/>
                  </a:lnTo>
                  <a:lnTo>
                    <a:pt x="1403397" y="1488266"/>
                  </a:lnTo>
                  <a:lnTo>
                    <a:pt x="1403386" y="1488274"/>
                  </a:lnTo>
                  <a:lnTo>
                    <a:pt x="1403373" y="1488283"/>
                  </a:lnTo>
                  <a:lnTo>
                    <a:pt x="1403363" y="1488287"/>
                  </a:lnTo>
                  <a:lnTo>
                    <a:pt x="1403351" y="1488289"/>
                  </a:lnTo>
                  <a:lnTo>
                    <a:pt x="1403339" y="1488292"/>
                  </a:lnTo>
                  <a:lnTo>
                    <a:pt x="1403327" y="1488291"/>
                  </a:lnTo>
                  <a:lnTo>
                    <a:pt x="1403314" y="1488291"/>
                  </a:lnTo>
                  <a:lnTo>
                    <a:pt x="1403311" y="1488295"/>
                  </a:lnTo>
                  <a:lnTo>
                    <a:pt x="1403309" y="1488301"/>
                  </a:lnTo>
                  <a:lnTo>
                    <a:pt x="1403295" y="1488334"/>
                  </a:lnTo>
                  <a:lnTo>
                    <a:pt x="1403270" y="1488398"/>
                  </a:lnTo>
                  <a:lnTo>
                    <a:pt x="1403216" y="1488516"/>
                  </a:lnTo>
                  <a:lnTo>
                    <a:pt x="1403211" y="1488517"/>
                  </a:lnTo>
                  <a:lnTo>
                    <a:pt x="1403200" y="1488516"/>
                  </a:lnTo>
                  <a:lnTo>
                    <a:pt x="1403190" y="1488514"/>
                  </a:lnTo>
                  <a:lnTo>
                    <a:pt x="1403185" y="1488514"/>
                  </a:lnTo>
                  <a:lnTo>
                    <a:pt x="1403179" y="1488506"/>
                  </a:lnTo>
                  <a:lnTo>
                    <a:pt x="1403176" y="1488498"/>
                  </a:lnTo>
                  <a:lnTo>
                    <a:pt x="1403177" y="1488488"/>
                  </a:lnTo>
                  <a:lnTo>
                    <a:pt x="1403084" y="1488593"/>
                  </a:lnTo>
                  <a:lnTo>
                    <a:pt x="1403014" y="1488649"/>
                  </a:lnTo>
                  <a:lnTo>
                    <a:pt x="1402930" y="1488665"/>
                  </a:lnTo>
                  <a:lnTo>
                    <a:pt x="1402912" y="1488669"/>
                  </a:lnTo>
                  <a:lnTo>
                    <a:pt x="1402906" y="1488670"/>
                  </a:lnTo>
                  <a:lnTo>
                    <a:pt x="1402873" y="1488676"/>
                  </a:lnTo>
                  <a:lnTo>
                    <a:pt x="1402773" y="1488671"/>
                  </a:lnTo>
                  <a:lnTo>
                    <a:pt x="1402750" y="1488668"/>
                  </a:lnTo>
                  <a:lnTo>
                    <a:pt x="1402727" y="1488663"/>
                  </a:lnTo>
                  <a:lnTo>
                    <a:pt x="1402709" y="1488657"/>
                  </a:lnTo>
                  <a:lnTo>
                    <a:pt x="1402703" y="1488651"/>
                  </a:lnTo>
                  <a:lnTo>
                    <a:pt x="1402699" y="1488644"/>
                  </a:lnTo>
                  <a:lnTo>
                    <a:pt x="1402695" y="1488630"/>
                  </a:lnTo>
                  <a:lnTo>
                    <a:pt x="1402693" y="1488619"/>
                  </a:lnTo>
                  <a:lnTo>
                    <a:pt x="1402692" y="1488612"/>
                  </a:lnTo>
                  <a:lnTo>
                    <a:pt x="1402691" y="1488605"/>
                  </a:lnTo>
                  <a:lnTo>
                    <a:pt x="1402689" y="1488593"/>
                  </a:lnTo>
                  <a:lnTo>
                    <a:pt x="1402686" y="1488584"/>
                  </a:lnTo>
                  <a:lnTo>
                    <a:pt x="1402684" y="1488574"/>
                  </a:lnTo>
                  <a:lnTo>
                    <a:pt x="1402683" y="1488563"/>
                  </a:lnTo>
                  <a:lnTo>
                    <a:pt x="1402681" y="1488550"/>
                  </a:lnTo>
                  <a:lnTo>
                    <a:pt x="1402678" y="1488536"/>
                  </a:lnTo>
                  <a:lnTo>
                    <a:pt x="1402674" y="1488523"/>
                  </a:lnTo>
                  <a:lnTo>
                    <a:pt x="1402672" y="1488515"/>
                  </a:lnTo>
                  <a:lnTo>
                    <a:pt x="1402668" y="1488509"/>
                  </a:lnTo>
                  <a:lnTo>
                    <a:pt x="1402661" y="1488498"/>
                  </a:lnTo>
                  <a:lnTo>
                    <a:pt x="1402655" y="1488487"/>
                  </a:lnTo>
                  <a:lnTo>
                    <a:pt x="1402649" y="1488480"/>
                  </a:lnTo>
                  <a:lnTo>
                    <a:pt x="1402643" y="1488473"/>
                  </a:lnTo>
                  <a:lnTo>
                    <a:pt x="1402636" y="1488467"/>
                  </a:lnTo>
                  <a:lnTo>
                    <a:pt x="1402631" y="1488462"/>
                  </a:lnTo>
                  <a:lnTo>
                    <a:pt x="1402620" y="1488454"/>
                  </a:lnTo>
                  <a:lnTo>
                    <a:pt x="1402609" y="1488454"/>
                  </a:lnTo>
                  <a:lnTo>
                    <a:pt x="1402602" y="1488455"/>
                  </a:lnTo>
                  <a:lnTo>
                    <a:pt x="1402596" y="1488449"/>
                  </a:lnTo>
                  <a:lnTo>
                    <a:pt x="1402590" y="1488436"/>
                  </a:lnTo>
                  <a:lnTo>
                    <a:pt x="1402583" y="1488421"/>
                  </a:lnTo>
                  <a:lnTo>
                    <a:pt x="1402577" y="1488405"/>
                  </a:lnTo>
                  <a:lnTo>
                    <a:pt x="1402572" y="1488393"/>
                  </a:lnTo>
                  <a:lnTo>
                    <a:pt x="1402567" y="1488386"/>
                  </a:lnTo>
                  <a:lnTo>
                    <a:pt x="1402559" y="1488382"/>
                  </a:lnTo>
                  <a:lnTo>
                    <a:pt x="1402552" y="1488382"/>
                  </a:lnTo>
                  <a:lnTo>
                    <a:pt x="1402544" y="1488386"/>
                  </a:lnTo>
                  <a:lnTo>
                    <a:pt x="1402537" y="1488391"/>
                  </a:lnTo>
                  <a:lnTo>
                    <a:pt x="1402529" y="1488397"/>
                  </a:lnTo>
                  <a:lnTo>
                    <a:pt x="1402525" y="1488400"/>
                  </a:lnTo>
                  <a:lnTo>
                    <a:pt x="1402518" y="1488403"/>
                  </a:lnTo>
                  <a:lnTo>
                    <a:pt x="1402512" y="1488404"/>
                  </a:lnTo>
                  <a:lnTo>
                    <a:pt x="1402507" y="1488403"/>
                  </a:lnTo>
                  <a:lnTo>
                    <a:pt x="1402496" y="1488401"/>
                  </a:lnTo>
                  <a:lnTo>
                    <a:pt x="1402490" y="1488398"/>
                  </a:lnTo>
                  <a:lnTo>
                    <a:pt x="1402482" y="1488394"/>
                  </a:lnTo>
                  <a:lnTo>
                    <a:pt x="1402471" y="1488389"/>
                  </a:lnTo>
                  <a:lnTo>
                    <a:pt x="1402466" y="1488334"/>
                  </a:lnTo>
                  <a:lnTo>
                    <a:pt x="1402467" y="1488306"/>
                  </a:lnTo>
                  <a:lnTo>
                    <a:pt x="1402466" y="1488298"/>
                  </a:lnTo>
                  <a:lnTo>
                    <a:pt x="1402459" y="1488294"/>
                  </a:lnTo>
                  <a:lnTo>
                    <a:pt x="1402452" y="1488293"/>
                  </a:lnTo>
                  <a:lnTo>
                    <a:pt x="1402445" y="1488294"/>
                  </a:lnTo>
                  <a:lnTo>
                    <a:pt x="1402435" y="1488292"/>
                  </a:lnTo>
                  <a:lnTo>
                    <a:pt x="1402425" y="1488289"/>
                  </a:lnTo>
                  <a:lnTo>
                    <a:pt x="1402417" y="1488284"/>
                  </a:lnTo>
                  <a:lnTo>
                    <a:pt x="1402407" y="1488278"/>
                  </a:lnTo>
                  <a:lnTo>
                    <a:pt x="1402395" y="1488272"/>
                  </a:lnTo>
                  <a:lnTo>
                    <a:pt x="1402385" y="1488263"/>
                  </a:lnTo>
                  <a:lnTo>
                    <a:pt x="1402379" y="1488258"/>
                  </a:lnTo>
                  <a:lnTo>
                    <a:pt x="1402373" y="1488256"/>
                  </a:lnTo>
                  <a:lnTo>
                    <a:pt x="1402365" y="1488255"/>
                  </a:lnTo>
                  <a:lnTo>
                    <a:pt x="1402353" y="1488253"/>
                  </a:lnTo>
                  <a:lnTo>
                    <a:pt x="1402337" y="1488246"/>
                  </a:lnTo>
                  <a:lnTo>
                    <a:pt x="1402324" y="1488238"/>
                  </a:lnTo>
                  <a:lnTo>
                    <a:pt x="1402313" y="1488232"/>
                  </a:lnTo>
                  <a:lnTo>
                    <a:pt x="1402305" y="1488225"/>
                  </a:lnTo>
                  <a:lnTo>
                    <a:pt x="1402293" y="1488213"/>
                  </a:lnTo>
                  <a:lnTo>
                    <a:pt x="1402282" y="1488201"/>
                  </a:lnTo>
                  <a:lnTo>
                    <a:pt x="1402276" y="1488194"/>
                  </a:lnTo>
                  <a:lnTo>
                    <a:pt x="1402271" y="1488183"/>
                  </a:lnTo>
                  <a:lnTo>
                    <a:pt x="1402265" y="1488175"/>
                  </a:lnTo>
                  <a:lnTo>
                    <a:pt x="1402256" y="1488164"/>
                  </a:lnTo>
                  <a:lnTo>
                    <a:pt x="1402248" y="1488155"/>
                  </a:lnTo>
                  <a:lnTo>
                    <a:pt x="1402244" y="1488150"/>
                  </a:lnTo>
                  <a:lnTo>
                    <a:pt x="1402236" y="1488136"/>
                  </a:lnTo>
                  <a:lnTo>
                    <a:pt x="1402228" y="1488123"/>
                  </a:lnTo>
                  <a:lnTo>
                    <a:pt x="1402219" y="1488109"/>
                  </a:lnTo>
                  <a:lnTo>
                    <a:pt x="1402215" y="1488102"/>
                  </a:lnTo>
                  <a:lnTo>
                    <a:pt x="1402208" y="1488092"/>
                  </a:lnTo>
                  <a:lnTo>
                    <a:pt x="1402200" y="1488082"/>
                  </a:lnTo>
                  <a:lnTo>
                    <a:pt x="1402194" y="1488074"/>
                  </a:lnTo>
                  <a:lnTo>
                    <a:pt x="1402180" y="1488059"/>
                  </a:lnTo>
                  <a:lnTo>
                    <a:pt x="1402178" y="1488048"/>
                  </a:lnTo>
                  <a:lnTo>
                    <a:pt x="1402178" y="1488042"/>
                  </a:lnTo>
                  <a:lnTo>
                    <a:pt x="1402177" y="1488029"/>
                  </a:lnTo>
                  <a:lnTo>
                    <a:pt x="1402173" y="1488022"/>
                  </a:lnTo>
                  <a:lnTo>
                    <a:pt x="1402169" y="1488006"/>
                  </a:lnTo>
                  <a:lnTo>
                    <a:pt x="1402167" y="1487999"/>
                  </a:lnTo>
                  <a:lnTo>
                    <a:pt x="1402111" y="1487996"/>
                  </a:lnTo>
                  <a:lnTo>
                    <a:pt x="1402093" y="1487998"/>
                  </a:lnTo>
                  <a:lnTo>
                    <a:pt x="1402086" y="1487979"/>
                  </a:lnTo>
                  <a:lnTo>
                    <a:pt x="1402083" y="1487967"/>
                  </a:lnTo>
                  <a:lnTo>
                    <a:pt x="1402080" y="1487955"/>
                  </a:lnTo>
                  <a:lnTo>
                    <a:pt x="1402069" y="1487936"/>
                  </a:lnTo>
                  <a:lnTo>
                    <a:pt x="1402064" y="1487930"/>
                  </a:lnTo>
                  <a:lnTo>
                    <a:pt x="1402055" y="1487917"/>
                  </a:lnTo>
                  <a:lnTo>
                    <a:pt x="1402041" y="1487894"/>
                  </a:lnTo>
                  <a:lnTo>
                    <a:pt x="1402029" y="1487873"/>
                  </a:lnTo>
                  <a:lnTo>
                    <a:pt x="1401968" y="1487816"/>
                  </a:lnTo>
                  <a:lnTo>
                    <a:pt x="1401888" y="1487765"/>
                  </a:lnTo>
                  <a:lnTo>
                    <a:pt x="1401861" y="1487772"/>
                  </a:lnTo>
                  <a:lnTo>
                    <a:pt x="1401855" y="1487773"/>
                  </a:lnTo>
                  <a:lnTo>
                    <a:pt x="1401850" y="1487776"/>
                  </a:lnTo>
                  <a:lnTo>
                    <a:pt x="1401844" y="1487779"/>
                  </a:lnTo>
                  <a:lnTo>
                    <a:pt x="1401837" y="1487783"/>
                  </a:lnTo>
                  <a:lnTo>
                    <a:pt x="1401830" y="1487787"/>
                  </a:lnTo>
                  <a:lnTo>
                    <a:pt x="1401823" y="1487791"/>
                  </a:lnTo>
                  <a:lnTo>
                    <a:pt x="1401808" y="1487802"/>
                  </a:lnTo>
                  <a:lnTo>
                    <a:pt x="1401801" y="1487811"/>
                  </a:lnTo>
                  <a:lnTo>
                    <a:pt x="1401792" y="1487817"/>
                  </a:lnTo>
                  <a:lnTo>
                    <a:pt x="1401795" y="1487831"/>
                  </a:lnTo>
                  <a:lnTo>
                    <a:pt x="1401795" y="1487838"/>
                  </a:lnTo>
                  <a:lnTo>
                    <a:pt x="1401794" y="1487846"/>
                  </a:lnTo>
                  <a:lnTo>
                    <a:pt x="1401792" y="1487853"/>
                  </a:lnTo>
                  <a:lnTo>
                    <a:pt x="1401780" y="1487892"/>
                  </a:lnTo>
                  <a:lnTo>
                    <a:pt x="1401765" y="1487953"/>
                  </a:lnTo>
                  <a:lnTo>
                    <a:pt x="1401745" y="1488017"/>
                  </a:lnTo>
                  <a:lnTo>
                    <a:pt x="1401714" y="1488087"/>
                  </a:lnTo>
                  <a:lnTo>
                    <a:pt x="1401674" y="1488100"/>
                  </a:lnTo>
                  <a:lnTo>
                    <a:pt x="1401652" y="1488052"/>
                  </a:lnTo>
                  <a:lnTo>
                    <a:pt x="1401584" y="1488097"/>
                  </a:lnTo>
                  <a:lnTo>
                    <a:pt x="1401561" y="1488129"/>
                  </a:lnTo>
                  <a:lnTo>
                    <a:pt x="1401544" y="1488133"/>
                  </a:lnTo>
                  <a:lnTo>
                    <a:pt x="1401539" y="1488143"/>
                  </a:lnTo>
                  <a:lnTo>
                    <a:pt x="1401538" y="1488149"/>
                  </a:lnTo>
                  <a:lnTo>
                    <a:pt x="1401529" y="1488160"/>
                  </a:lnTo>
                  <a:lnTo>
                    <a:pt x="1401523" y="1488162"/>
                  </a:lnTo>
                  <a:lnTo>
                    <a:pt x="1401517" y="1488168"/>
                  </a:lnTo>
                  <a:lnTo>
                    <a:pt x="1401511" y="1488180"/>
                  </a:lnTo>
                  <a:lnTo>
                    <a:pt x="1401491" y="1488185"/>
                  </a:lnTo>
                  <a:lnTo>
                    <a:pt x="1401472" y="1488186"/>
                  </a:lnTo>
                  <a:lnTo>
                    <a:pt x="1401454" y="1488184"/>
                  </a:lnTo>
                  <a:lnTo>
                    <a:pt x="1401447" y="1488174"/>
                  </a:lnTo>
                  <a:lnTo>
                    <a:pt x="1401440" y="1488165"/>
                  </a:lnTo>
                  <a:lnTo>
                    <a:pt x="1401434" y="1488154"/>
                  </a:lnTo>
                  <a:lnTo>
                    <a:pt x="1401428" y="1488147"/>
                  </a:lnTo>
                  <a:lnTo>
                    <a:pt x="1401424" y="1488145"/>
                  </a:lnTo>
                  <a:lnTo>
                    <a:pt x="1401417" y="1488143"/>
                  </a:lnTo>
                  <a:lnTo>
                    <a:pt x="1401410" y="1488142"/>
                  </a:lnTo>
                  <a:lnTo>
                    <a:pt x="1401392" y="1488142"/>
                  </a:lnTo>
                  <a:lnTo>
                    <a:pt x="1401380" y="1488141"/>
                  </a:lnTo>
                  <a:lnTo>
                    <a:pt x="1401366" y="1488138"/>
                  </a:lnTo>
                  <a:lnTo>
                    <a:pt x="1401361" y="1488142"/>
                  </a:lnTo>
                  <a:lnTo>
                    <a:pt x="1401354" y="1488147"/>
                  </a:lnTo>
                  <a:lnTo>
                    <a:pt x="1401348" y="1488150"/>
                  </a:lnTo>
                  <a:lnTo>
                    <a:pt x="1401334" y="1488155"/>
                  </a:lnTo>
                  <a:lnTo>
                    <a:pt x="1401321" y="1488162"/>
                  </a:lnTo>
                  <a:lnTo>
                    <a:pt x="1401313" y="1488168"/>
                  </a:lnTo>
                  <a:lnTo>
                    <a:pt x="1401305" y="1488176"/>
                  </a:lnTo>
                  <a:lnTo>
                    <a:pt x="1401297" y="1488187"/>
                  </a:lnTo>
                  <a:lnTo>
                    <a:pt x="1401294" y="1488195"/>
                  </a:lnTo>
                  <a:lnTo>
                    <a:pt x="1401291" y="1488205"/>
                  </a:lnTo>
                  <a:lnTo>
                    <a:pt x="1401291" y="1488217"/>
                  </a:lnTo>
                  <a:lnTo>
                    <a:pt x="1401292" y="1488235"/>
                  </a:lnTo>
                  <a:lnTo>
                    <a:pt x="1401295" y="1488252"/>
                  </a:lnTo>
                  <a:lnTo>
                    <a:pt x="1401281" y="1488258"/>
                  </a:lnTo>
                  <a:lnTo>
                    <a:pt x="1401256" y="1488268"/>
                  </a:lnTo>
                  <a:lnTo>
                    <a:pt x="1401244" y="1488267"/>
                  </a:lnTo>
                  <a:lnTo>
                    <a:pt x="1401232" y="1488266"/>
                  </a:lnTo>
                  <a:lnTo>
                    <a:pt x="1401218" y="1488263"/>
                  </a:lnTo>
                  <a:lnTo>
                    <a:pt x="1401200" y="1488256"/>
                  </a:lnTo>
                  <a:lnTo>
                    <a:pt x="1401185" y="1488249"/>
                  </a:lnTo>
                  <a:lnTo>
                    <a:pt x="1401168" y="1488241"/>
                  </a:lnTo>
                  <a:lnTo>
                    <a:pt x="1401158" y="1488233"/>
                  </a:lnTo>
                  <a:lnTo>
                    <a:pt x="1401153" y="1488229"/>
                  </a:lnTo>
                  <a:lnTo>
                    <a:pt x="1401148" y="1488221"/>
                  </a:lnTo>
                  <a:lnTo>
                    <a:pt x="1401145" y="1488211"/>
                  </a:lnTo>
                  <a:lnTo>
                    <a:pt x="1401142" y="1488200"/>
                  </a:lnTo>
                  <a:lnTo>
                    <a:pt x="1401139" y="1488196"/>
                  </a:lnTo>
                  <a:lnTo>
                    <a:pt x="1401129" y="1488183"/>
                  </a:lnTo>
                  <a:lnTo>
                    <a:pt x="1401118" y="1488172"/>
                  </a:lnTo>
                  <a:lnTo>
                    <a:pt x="1401102" y="1488156"/>
                  </a:lnTo>
                  <a:lnTo>
                    <a:pt x="1401094" y="1488147"/>
                  </a:lnTo>
                  <a:lnTo>
                    <a:pt x="1401087" y="1488136"/>
                  </a:lnTo>
                  <a:lnTo>
                    <a:pt x="1401077" y="1488124"/>
                  </a:lnTo>
                  <a:lnTo>
                    <a:pt x="1401068" y="1488115"/>
                  </a:lnTo>
                  <a:lnTo>
                    <a:pt x="1401055" y="1488111"/>
                  </a:lnTo>
                  <a:lnTo>
                    <a:pt x="1401045" y="1488109"/>
                  </a:lnTo>
                  <a:lnTo>
                    <a:pt x="1401036" y="1488108"/>
                  </a:lnTo>
                  <a:lnTo>
                    <a:pt x="1401030" y="1488105"/>
                  </a:lnTo>
                  <a:lnTo>
                    <a:pt x="1401026" y="1488098"/>
                  </a:lnTo>
                  <a:lnTo>
                    <a:pt x="1401021" y="1488086"/>
                  </a:lnTo>
                  <a:lnTo>
                    <a:pt x="1401017" y="1488078"/>
                  </a:lnTo>
                  <a:lnTo>
                    <a:pt x="1401020" y="1488057"/>
                  </a:lnTo>
                  <a:lnTo>
                    <a:pt x="1401024" y="1488040"/>
                  </a:lnTo>
                  <a:lnTo>
                    <a:pt x="1401026" y="1488023"/>
                  </a:lnTo>
                  <a:lnTo>
                    <a:pt x="1401027" y="1488014"/>
                  </a:lnTo>
                  <a:lnTo>
                    <a:pt x="1401025" y="1488007"/>
                  </a:lnTo>
                  <a:lnTo>
                    <a:pt x="1401021" y="1488002"/>
                  </a:lnTo>
                  <a:lnTo>
                    <a:pt x="1401016" y="1487999"/>
                  </a:lnTo>
                  <a:lnTo>
                    <a:pt x="1401004" y="1487991"/>
                  </a:lnTo>
                  <a:lnTo>
                    <a:pt x="1400994" y="1487982"/>
                  </a:lnTo>
                  <a:lnTo>
                    <a:pt x="1400987" y="1487973"/>
                  </a:lnTo>
                  <a:lnTo>
                    <a:pt x="1400977" y="1487962"/>
                  </a:lnTo>
                  <a:lnTo>
                    <a:pt x="1400971" y="1487952"/>
                  </a:lnTo>
                  <a:lnTo>
                    <a:pt x="1400965" y="1487943"/>
                  </a:lnTo>
                  <a:lnTo>
                    <a:pt x="1400957" y="1487936"/>
                  </a:lnTo>
                  <a:lnTo>
                    <a:pt x="1400943" y="1487928"/>
                  </a:lnTo>
                  <a:lnTo>
                    <a:pt x="1400933" y="1487923"/>
                  </a:lnTo>
                  <a:lnTo>
                    <a:pt x="1400924" y="1487917"/>
                  </a:lnTo>
                  <a:lnTo>
                    <a:pt x="1400913" y="1487908"/>
                  </a:lnTo>
                  <a:lnTo>
                    <a:pt x="1400909" y="1487902"/>
                  </a:lnTo>
                  <a:lnTo>
                    <a:pt x="1400902" y="1487895"/>
                  </a:lnTo>
                  <a:lnTo>
                    <a:pt x="1400890" y="1487883"/>
                  </a:lnTo>
                  <a:lnTo>
                    <a:pt x="1400881" y="1487874"/>
                  </a:lnTo>
                  <a:lnTo>
                    <a:pt x="1400877" y="1487871"/>
                  </a:lnTo>
                  <a:lnTo>
                    <a:pt x="1400865" y="1487874"/>
                  </a:lnTo>
                  <a:lnTo>
                    <a:pt x="1400852" y="1487875"/>
                  </a:lnTo>
                  <a:lnTo>
                    <a:pt x="1400834" y="1487870"/>
                  </a:lnTo>
                  <a:lnTo>
                    <a:pt x="1400824" y="1487867"/>
                  </a:lnTo>
                  <a:lnTo>
                    <a:pt x="1400820" y="1487865"/>
                  </a:lnTo>
                  <a:lnTo>
                    <a:pt x="1400816" y="1487860"/>
                  </a:lnTo>
                  <a:lnTo>
                    <a:pt x="1400814" y="1487850"/>
                  </a:lnTo>
                  <a:lnTo>
                    <a:pt x="1400809" y="1487839"/>
                  </a:lnTo>
                  <a:lnTo>
                    <a:pt x="1400804" y="1487830"/>
                  </a:lnTo>
                  <a:lnTo>
                    <a:pt x="1400797" y="1487822"/>
                  </a:lnTo>
                  <a:lnTo>
                    <a:pt x="1400790" y="1487816"/>
                  </a:lnTo>
                  <a:lnTo>
                    <a:pt x="1400781" y="1487811"/>
                  </a:lnTo>
                  <a:lnTo>
                    <a:pt x="1400773" y="1487807"/>
                  </a:lnTo>
                  <a:lnTo>
                    <a:pt x="1400767" y="1487800"/>
                  </a:lnTo>
                  <a:lnTo>
                    <a:pt x="1400760" y="1487792"/>
                  </a:lnTo>
                  <a:lnTo>
                    <a:pt x="1400755" y="1487789"/>
                  </a:lnTo>
                  <a:lnTo>
                    <a:pt x="1400749" y="1487786"/>
                  </a:lnTo>
                  <a:lnTo>
                    <a:pt x="1400743" y="1487784"/>
                  </a:lnTo>
                  <a:lnTo>
                    <a:pt x="1400735" y="1487780"/>
                  </a:lnTo>
                  <a:lnTo>
                    <a:pt x="1400727" y="1487773"/>
                  </a:lnTo>
                  <a:lnTo>
                    <a:pt x="1400678" y="1487752"/>
                  </a:lnTo>
                  <a:lnTo>
                    <a:pt x="1400610" y="1487788"/>
                  </a:lnTo>
                  <a:lnTo>
                    <a:pt x="1400606" y="1487783"/>
                  </a:lnTo>
                  <a:lnTo>
                    <a:pt x="1400596" y="1487772"/>
                  </a:lnTo>
                  <a:lnTo>
                    <a:pt x="1400586" y="1487761"/>
                  </a:lnTo>
                  <a:lnTo>
                    <a:pt x="1400573" y="1487750"/>
                  </a:lnTo>
                  <a:lnTo>
                    <a:pt x="1400561" y="1487741"/>
                  </a:lnTo>
                  <a:lnTo>
                    <a:pt x="1400548" y="1487732"/>
                  </a:lnTo>
                  <a:lnTo>
                    <a:pt x="1400533" y="1487724"/>
                  </a:lnTo>
                  <a:lnTo>
                    <a:pt x="1400526" y="1487722"/>
                  </a:lnTo>
                  <a:lnTo>
                    <a:pt x="1400518" y="1487723"/>
                  </a:lnTo>
                  <a:lnTo>
                    <a:pt x="1400513" y="1487726"/>
                  </a:lnTo>
                  <a:lnTo>
                    <a:pt x="1400508" y="1487733"/>
                  </a:lnTo>
                  <a:lnTo>
                    <a:pt x="1400503" y="1487737"/>
                  </a:lnTo>
                  <a:lnTo>
                    <a:pt x="1400497" y="1487734"/>
                  </a:lnTo>
                  <a:lnTo>
                    <a:pt x="1400492" y="1487730"/>
                  </a:lnTo>
                  <a:lnTo>
                    <a:pt x="1400487" y="1487727"/>
                  </a:lnTo>
                  <a:lnTo>
                    <a:pt x="1400480" y="1487723"/>
                  </a:lnTo>
                  <a:lnTo>
                    <a:pt x="1400397" y="1487717"/>
                  </a:lnTo>
                  <a:lnTo>
                    <a:pt x="1400397" y="1487727"/>
                  </a:lnTo>
                  <a:lnTo>
                    <a:pt x="1400396" y="1487736"/>
                  </a:lnTo>
                  <a:lnTo>
                    <a:pt x="1400394" y="1487747"/>
                  </a:lnTo>
                  <a:lnTo>
                    <a:pt x="1400392" y="1487755"/>
                  </a:lnTo>
                  <a:lnTo>
                    <a:pt x="1400385" y="1487771"/>
                  </a:lnTo>
                  <a:lnTo>
                    <a:pt x="1400378" y="1487786"/>
                  </a:lnTo>
                  <a:lnTo>
                    <a:pt x="1400371" y="1487803"/>
                  </a:lnTo>
                  <a:lnTo>
                    <a:pt x="1400369" y="1487812"/>
                  </a:lnTo>
                  <a:lnTo>
                    <a:pt x="1400368" y="1487825"/>
                  </a:lnTo>
                  <a:lnTo>
                    <a:pt x="1400368" y="1487835"/>
                  </a:lnTo>
                  <a:lnTo>
                    <a:pt x="1400370" y="1487847"/>
                  </a:lnTo>
                  <a:lnTo>
                    <a:pt x="1400375" y="1487855"/>
                  </a:lnTo>
                  <a:lnTo>
                    <a:pt x="1400381" y="1487860"/>
                  </a:lnTo>
                  <a:lnTo>
                    <a:pt x="1400392" y="1487868"/>
                  </a:lnTo>
                  <a:lnTo>
                    <a:pt x="1400399" y="1487875"/>
                  </a:lnTo>
                  <a:lnTo>
                    <a:pt x="1400408" y="1487884"/>
                  </a:lnTo>
                  <a:lnTo>
                    <a:pt x="1400413" y="1487893"/>
                  </a:lnTo>
                  <a:lnTo>
                    <a:pt x="1400415" y="1487902"/>
                  </a:lnTo>
                  <a:lnTo>
                    <a:pt x="1400416" y="1487909"/>
                  </a:lnTo>
                  <a:lnTo>
                    <a:pt x="1400414" y="1487920"/>
                  </a:lnTo>
                  <a:lnTo>
                    <a:pt x="1400409" y="1487928"/>
                  </a:lnTo>
                  <a:lnTo>
                    <a:pt x="1400403" y="1487933"/>
                  </a:lnTo>
                  <a:lnTo>
                    <a:pt x="1400395" y="1487938"/>
                  </a:lnTo>
                  <a:lnTo>
                    <a:pt x="1400390" y="1487941"/>
                  </a:lnTo>
                  <a:lnTo>
                    <a:pt x="1400388" y="1487946"/>
                  </a:lnTo>
                  <a:lnTo>
                    <a:pt x="1400387" y="1487955"/>
                  </a:lnTo>
                  <a:lnTo>
                    <a:pt x="1400387" y="1487970"/>
                  </a:lnTo>
                  <a:lnTo>
                    <a:pt x="1400385" y="1487983"/>
                  </a:lnTo>
                  <a:lnTo>
                    <a:pt x="1400380" y="1487990"/>
                  </a:lnTo>
                  <a:lnTo>
                    <a:pt x="1400371" y="1487998"/>
                  </a:lnTo>
                  <a:lnTo>
                    <a:pt x="1400360" y="1488002"/>
                  </a:lnTo>
                  <a:lnTo>
                    <a:pt x="1400347" y="1488005"/>
                  </a:lnTo>
                  <a:lnTo>
                    <a:pt x="1400337" y="1488008"/>
                  </a:lnTo>
                  <a:lnTo>
                    <a:pt x="1400331" y="1488010"/>
                  </a:lnTo>
                  <a:lnTo>
                    <a:pt x="1400323" y="1488017"/>
                  </a:lnTo>
                  <a:lnTo>
                    <a:pt x="1400314" y="1488026"/>
                  </a:lnTo>
                  <a:lnTo>
                    <a:pt x="1400308" y="1488031"/>
                  </a:lnTo>
                  <a:lnTo>
                    <a:pt x="1400303" y="1488034"/>
                  </a:lnTo>
                  <a:lnTo>
                    <a:pt x="1400294" y="1488043"/>
                  </a:lnTo>
                  <a:lnTo>
                    <a:pt x="1400289" y="1488051"/>
                  </a:lnTo>
                  <a:lnTo>
                    <a:pt x="1400287" y="1488059"/>
                  </a:lnTo>
                  <a:lnTo>
                    <a:pt x="1400284" y="1488065"/>
                  </a:lnTo>
                  <a:lnTo>
                    <a:pt x="1400276" y="1488073"/>
                  </a:lnTo>
                  <a:lnTo>
                    <a:pt x="1400268" y="1488076"/>
                  </a:lnTo>
                  <a:lnTo>
                    <a:pt x="1400252" y="1488078"/>
                  </a:lnTo>
                  <a:lnTo>
                    <a:pt x="1400233" y="1488081"/>
                  </a:lnTo>
                  <a:lnTo>
                    <a:pt x="1400215" y="1488081"/>
                  </a:lnTo>
                  <a:lnTo>
                    <a:pt x="1400203" y="1488081"/>
                  </a:lnTo>
                  <a:lnTo>
                    <a:pt x="1400197" y="1488080"/>
                  </a:lnTo>
                  <a:lnTo>
                    <a:pt x="1400193" y="1488077"/>
                  </a:lnTo>
                  <a:lnTo>
                    <a:pt x="1400188" y="1488073"/>
                  </a:lnTo>
                  <a:lnTo>
                    <a:pt x="1400182" y="1488064"/>
                  </a:lnTo>
                  <a:lnTo>
                    <a:pt x="1400174" y="1488053"/>
                  </a:lnTo>
                  <a:lnTo>
                    <a:pt x="1400165" y="1488037"/>
                  </a:lnTo>
                  <a:lnTo>
                    <a:pt x="1400157" y="1488025"/>
                  </a:lnTo>
                  <a:lnTo>
                    <a:pt x="1400150" y="1488017"/>
                  </a:lnTo>
                  <a:lnTo>
                    <a:pt x="1400135" y="1488012"/>
                  </a:lnTo>
                  <a:lnTo>
                    <a:pt x="1400120" y="1488008"/>
                  </a:lnTo>
                  <a:lnTo>
                    <a:pt x="1400098" y="1488001"/>
                  </a:lnTo>
                  <a:lnTo>
                    <a:pt x="1400075" y="1487992"/>
                  </a:lnTo>
                  <a:lnTo>
                    <a:pt x="1400059" y="1487985"/>
                  </a:lnTo>
                  <a:lnTo>
                    <a:pt x="1400049" y="1487986"/>
                  </a:lnTo>
                  <a:lnTo>
                    <a:pt x="1400040" y="1487986"/>
                  </a:lnTo>
                  <a:lnTo>
                    <a:pt x="1400032" y="1487985"/>
                  </a:lnTo>
                  <a:lnTo>
                    <a:pt x="1400023" y="1487981"/>
                  </a:lnTo>
                  <a:lnTo>
                    <a:pt x="1400014" y="1487976"/>
                  </a:lnTo>
                  <a:lnTo>
                    <a:pt x="1399993" y="1487950"/>
                  </a:lnTo>
                  <a:lnTo>
                    <a:pt x="1399931" y="1487972"/>
                  </a:lnTo>
                  <a:lnTo>
                    <a:pt x="1399923" y="1487975"/>
                  </a:lnTo>
                  <a:lnTo>
                    <a:pt x="1399863" y="1488005"/>
                  </a:lnTo>
                  <a:lnTo>
                    <a:pt x="1399826" y="1487949"/>
                  </a:lnTo>
                  <a:lnTo>
                    <a:pt x="1399819" y="1487921"/>
                  </a:lnTo>
                  <a:lnTo>
                    <a:pt x="1399814" y="1487903"/>
                  </a:lnTo>
                  <a:lnTo>
                    <a:pt x="1399807" y="1487882"/>
                  </a:lnTo>
                  <a:lnTo>
                    <a:pt x="1399800" y="1487861"/>
                  </a:lnTo>
                  <a:lnTo>
                    <a:pt x="1399795" y="1487861"/>
                  </a:lnTo>
                  <a:lnTo>
                    <a:pt x="1399787" y="1487860"/>
                  </a:lnTo>
                  <a:lnTo>
                    <a:pt x="1399776" y="1487856"/>
                  </a:lnTo>
                  <a:lnTo>
                    <a:pt x="1399761" y="1487848"/>
                  </a:lnTo>
                  <a:lnTo>
                    <a:pt x="1399750" y="1487844"/>
                  </a:lnTo>
                  <a:lnTo>
                    <a:pt x="1399733" y="1487835"/>
                  </a:lnTo>
                  <a:lnTo>
                    <a:pt x="1399708" y="1487826"/>
                  </a:lnTo>
                  <a:lnTo>
                    <a:pt x="1399693" y="1487821"/>
                  </a:lnTo>
                  <a:lnTo>
                    <a:pt x="1399688" y="1487819"/>
                  </a:lnTo>
                  <a:lnTo>
                    <a:pt x="1399686" y="1487814"/>
                  </a:lnTo>
                  <a:lnTo>
                    <a:pt x="1399685" y="1487807"/>
                  </a:lnTo>
                  <a:lnTo>
                    <a:pt x="1399681" y="1487793"/>
                  </a:lnTo>
                  <a:lnTo>
                    <a:pt x="1399674" y="1487780"/>
                  </a:lnTo>
                  <a:lnTo>
                    <a:pt x="1399663" y="1487758"/>
                  </a:lnTo>
                  <a:lnTo>
                    <a:pt x="1399655" y="1487739"/>
                  </a:lnTo>
                  <a:lnTo>
                    <a:pt x="1399648" y="1487727"/>
                  </a:lnTo>
                  <a:lnTo>
                    <a:pt x="1399640" y="1487715"/>
                  </a:lnTo>
                  <a:lnTo>
                    <a:pt x="1399634" y="1487709"/>
                  </a:lnTo>
                  <a:lnTo>
                    <a:pt x="1399628" y="1487706"/>
                  </a:lnTo>
                  <a:lnTo>
                    <a:pt x="1399622" y="1487705"/>
                  </a:lnTo>
                  <a:lnTo>
                    <a:pt x="1399617" y="1487702"/>
                  </a:lnTo>
                  <a:lnTo>
                    <a:pt x="1399609" y="1487697"/>
                  </a:lnTo>
                  <a:lnTo>
                    <a:pt x="1399597" y="1487689"/>
                  </a:lnTo>
                  <a:lnTo>
                    <a:pt x="1399589" y="1487687"/>
                  </a:lnTo>
                  <a:lnTo>
                    <a:pt x="1399574" y="1487684"/>
                  </a:lnTo>
                  <a:lnTo>
                    <a:pt x="1399555" y="1487684"/>
                  </a:lnTo>
                  <a:lnTo>
                    <a:pt x="1399538" y="1487684"/>
                  </a:lnTo>
                  <a:lnTo>
                    <a:pt x="1399528" y="1487683"/>
                  </a:lnTo>
                  <a:lnTo>
                    <a:pt x="1399518" y="1487681"/>
                  </a:lnTo>
                  <a:lnTo>
                    <a:pt x="1399510" y="1487683"/>
                  </a:lnTo>
                  <a:lnTo>
                    <a:pt x="1399499" y="1487690"/>
                  </a:lnTo>
                  <a:lnTo>
                    <a:pt x="1399488" y="1487704"/>
                  </a:lnTo>
                  <a:lnTo>
                    <a:pt x="1399479" y="1487715"/>
                  </a:lnTo>
                  <a:lnTo>
                    <a:pt x="1399473" y="1487719"/>
                  </a:lnTo>
                  <a:lnTo>
                    <a:pt x="1399466" y="1487721"/>
                  </a:lnTo>
                  <a:lnTo>
                    <a:pt x="1399454" y="1487723"/>
                  </a:lnTo>
                  <a:lnTo>
                    <a:pt x="1399442" y="1487725"/>
                  </a:lnTo>
                  <a:lnTo>
                    <a:pt x="1399432" y="1487728"/>
                  </a:lnTo>
                  <a:lnTo>
                    <a:pt x="1399421" y="1487732"/>
                  </a:lnTo>
                  <a:lnTo>
                    <a:pt x="1399410" y="1487738"/>
                  </a:lnTo>
                  <a:lnTo>
                    <a:pt x="1399403" y="1487747"/>
                  </a:lnTo>
                  <a:lnTo>
                    <a:pt x="1399397" y="1487752"/>
                  </a:lnTo>
                  <a:lnTo>
                    <a:pt x="1399391" y="1487748"/>
                  </a:lnTo>
                  <a:lnTo>
                    <a:pt x="1399385" y="1487741"/>
                  </a:lnTo>
                  <a:lnTo>
                    <a:pt x="1399377" y="1487733"/>
                  </a:lnTo>
                  <a:lnTo>
                    <a:pt x="1399361" y="1487720"/>
                  </a:lnTo>
                  <a:lnTo>
                    <a:pt x="1399346" y="1487711"/>
                  </a:lnTo>
                  <a:lnTo>
                    <a:pt x="1399336" y="1487701"/>
                  </a:lnTo>
                  <a:lnTo>
                    <a:pt x="1399327" y="1487694"/>
                  </a:lnTo>
                  <a:lnTo>
                    <a:pt x="1399323" y="1487696"/>
                  </a:lnTo>
                  <a:lnTo>
                    <a:pt x="1399306" y="1487708"/>
                  </a:lnTo>
                  <a:lnTo>
                    <a:pt x="1399299" y="1487711"/>
                  </a:lnTo>
                  <a:lnTo>
                    <a:pt x="1399278" y="1487717"/>
                  </a:lnTo>
                  <a:lnTo>
                    <a:pt x="1399263" y="1487720"/>
                  </a:lnTo>
                  <a:lnTo>
                    <a:pt x="1399255" y="1487720"/>
                  </a:lnTo>
                  <a:lnTo>
                    <a:pt x="1399246" y="1487716"/>
                  </a:lnTo>
                  <a:lnTo>
                    <a:pt x="1399234" y="1487708"/>
                  </a:lnTo>
                  <a:lnTo>
                    <a:pt x="1399224" y="1487700"/>
                  </a:lnTo>
                  <a:lnTo>
                    <a:pt x="1399214" y="1487696"/>
                  </a:lnTo>
                  <a:lnTo>
                    <a:pt x="1399208" y="1487686"/>
                  </a:lnTo>
                  <a:lnTo>
                    <a:pt x="1399205" y="1487673"/>
                  </a:lnTo>
                  <a:lnTo>
                    <a:pt x="1399201" y="1487667"/>
                  </a:lnTo>
                  <a:lnTo>
                    <a:pt x="1399199" y="1487661"/>
                  </a:lnTo>
                  <a:lnTo>
                    <a:pt x="1399197" y="1487655"/>
                  </a:lnTo>
                  <a:lnTo>
                    <a:pt x="1399194" y="1487643"/>
                  </a:lnTo>
                  <a:lnTo>
                    <a:pt x="1399189" y="1487635"/>
                  </a:lnTo>
                  <a:lnTo>
                    <a:pt x="1399184" y="1487629"/>
                  </a:lnTo>
                  <a:lnTo>
                    <a:pt x="1399179" y="1487626"/>
                  </a:lnTo>
                  <a:lnTo>
                    <a:pt x="1399164" y="1487626"/>
                  </a:lnTo>
                  <a:lnTo>
                    <a:pt x="1399159" y="1487627"/>
                  </a:lnTo>
                  <a:lnTo>
                    <a:pt x="1399144" y="1487631"/>
                  </a:lnTo>
                  <a:lnTo>
                    <a:pt x="1399133" y="1487631"/>
                  </a:lnTo>
                  <a:lnTo>
                    <a:pt x="1399122" y="1487630"/>
                  </a:lnTo>
                  <a:lnTo>
                    <a:pt x="1399105" y="1487628"/>
                  </a:lnTo>
                  <a:lnTo>
                    <a:pt x="1399086" y="1487624"/>
                  </a:lnTo>
                  <a:lnTo>
                    <a:pt x="1399076" y="1487624"/>
                  </a:lnTo>
                  <a:lnTo>
                    <a:pt x="1399066" y="1487623"/>
                  </a:lnTo>
                  <a:lnTo>
                    <a:pt x="1399060" y="1487620"/>
                  </a:lnTo>
                  <a:lnTo>
                    <a:pt x="1399052" y="1487611"/>
                  </a:lnTo>
                  <a:lnTo>
                    <a:pt x="1399045" y="1487599"/>
                  </a:lnTo>
                  <a:lnTo>
                    <a:pt x="1399037" y="1487589"/>
                  </a:lnTo>
                  <a:lnTo>
                    <a:pt x="1399030" y="1487582"/>
                  </a:lnTo>
                  <a:lnTo>
                    <a:pt x="1399023" y="1487575"/>
                  </a:lnTo>
                  <a:lnTo>
                    <a:pt x="1399016" y="1487571"/>
                  </a:lnTo>
                  <a:lnTo>
                    <a:pt x="1399002" y="1487560"/>
                  </a:lnTo>
                  <a:lnTo>
                    <a:pt x="1398991" y="1487551"/>
                  </a:lnTo>
                  <a:lnTo>
                    <a:pt x="1398980" y="1487547"/>
                  </a:lnTo>
                  <a:lnTo>
                    <a:pt x="1398970" y="1487544"/>
                  </a:lnTo>
                  <a:lnTo>
                    <a:pt x="1398963" y="1487540"/>
                  </a:lnTo>
                  <a:lnTo>
                    <a:pt x="1398955" y="1487531"/>
                  </a:lnTo>
                  <a:lnTo>
                    <a:pt x="1398944" y="1487517"/>
                  </a:lnTo>
                  <a:lnTo>
                    <a:pt x="1398931" y="1487502"/>
                  </a:lnTo>
                  <a:lnTo>
                    <a:pt x="1398923" y="1487491"/>
                  </a:lnTo>
                  <a:lnTo>
                    <a:pt x="1398917" y="1487485"/>
                  </a:lnTo>
                  <a:lnTo>
                    <a:pt x="1398913" y="1487480"/>
                  </a:lnTo>
                  <a:lnTo>
                    <a:pt x="1398918" y="1487478"/>
                  </a:lnTo>
                  <a:lnTo>
                    <a:pt x="1398927" y="1487477"/>
                  </a:lnTo>
                  <a:lnTo>
                    <a:pt x="1398938" y="1487476"/>
                  </a:lnTo>
                  <a:lnTo>
                    <a:pt x="1398949" y="1487476"/>
                  </a:lnTo>
                  <a:lnTo>
                    <a:pt x="1398955" y="1487475"/>
                  </a:lnTo>
                  <a:lnTo>
                    <a:pt x="1398963" y="1487471"/>
                  </a:lnTo>
                  <a:lnTo>
                    <a:pt x="1398970" y="1487470"/>
                  </a:lnTo>
                  <a:lnTo>
                    <a:pt x="1398976" y="1487471"/>
                  </a:lnTo>
                  <a:lnTo>
                    <a:pt x="1398981" y="1487473"/>
                  </a:lnTo>
                  <a:lnTo>
                    <a:pt x="1398989" y="1487477"/>
                  </a:lnTo>
                  <a:lnTo>
                    <a:pt x="1399000" y="1487485"/>
                  </a:lnTo>
                  <a:lnTo>
                    <a:pt x="1399006" y="1487485"/>
                  </a:lnTo>
                  <a:lnTo>
                    <a:pt x="1399012" y="1487483"/>
                  </a:lnTo>
                  <a:lnTo>
                    <a:pt x="1399022" y="1487476"/>
                  </a:lnTo>
                  <a:lnTo>
                    <a:pt x="1399036" y="1487467"/>
                  </a:lnTo>
                  <a:lnTo>
                    <a:pt x="1399051" y="1487458"/>
                  </a:lnTo>
                  <a:lnTo>
                    <a:pt x="1399061" y="1487453"/>
                  </a:lnTo>
                  <a:lnTo>
                    <a:pt x="1399065" y="1487448"/>
                  </a:lnTo>
                  <a:lnTo>
                    <a:pt x="1399071" y="1487444"/>
                  </a:lnTo>
                  <a:lnTo>
                    <a:pt x="1399083" y="1487439"/>
                  </a:lnTo>
                  <a:lnTo>
                    <a:pt x="1399092" y="1487438"/>
                  </a:lnTo>
                  <a:lnTo>
                    <a:pt x="1399097" y="1487438"/>
                  </a:lnTo>
                  <a:lnTo>
                    <a:pt x="1399103" y="1487434"/>
                  </a:lnTo>
                  <a:lnTo>
                    <a:pt x="1399115" y="1487426"/>
                  </a:lnTo>
                  <a:lnTo>
                    <a:pt x="1399127" y="1487418"/>
                  </a:lnTo>
                  <a:lnTo>
                    <a:pt x="1399138" y="1487414"/>
                  </a:lnTo>
                  <a:lnTo>
                    <a:pt x="1399142" y="1487412"/>
                  </a:lnTo>
                  <a:lnTo>
                    <a:pt x="1399153" y="1487410"/>
                  </a:lnTo>
                  <a:lnTo>
                    <a:pt x="1399162" y="1487409"/>
                  </a:lnTo>
                  <a:lnTo>
                    <a:pt x="1399180" y="1487410"/>
                  </a:lnTo>
                  <a:lnTo>
                    <a:pt x="1399197" y="1487412"/>
                  </a:lnTo>
                  <a:lnTo>
                    <a:pt x="1399210" y="1487415"/>
                  </a:lnTo>
                  <a:lnTo>
                    <a:pt x="1399217" y="1487413"/>
                  </a:lnTo>
                  <a:lnTo>
                    <a:pt x="1399221" y="1487396"/>
                  </a:lnTo>
                  <a:lnTo>
                    <a:pt x="1399225" y="1487374"/>
                  </a:lnTo>
                  <a:lnTo>
                    <a:pt x="1399228" y="1487357"/>
                  </a:lnTo>
                  <a:lnTo>
                    <a:pt x="1399232" y="1487337"/>
                  </a:lnTo>
                  <a:lnTo>
                    <a:pt x="1399253" y="1487302"/>
                  </a:lnTo>
                  <a:lnTo>
                    <a:pt x="1399247" y="1487296"/>
                  </a:lnTo>
                  <a:lnTo>
                    <a:pt x="1399239" y="1487291"/>
                  </a:lnTo>
                  <a:lnTo>
                    <a:pt x="1399228" y="1487284"/>
                  </a:lnTo>
                  <a:lnTo>
                    <a:pt x="1399223" y="1487280"/>
                  </a:lnTo>
                  <a:lnTo>
                    <a:pt x="1399214" y="1487276"/>
                  </a:lnTo>
                  <a:lnTo>
                    <a:pt x="1399199" y="1487269"/>
                  </a:lnTo>
                  <a:lnTo>
                    <a:pt x="1399178" y="1487265"/>
                  </a:lnTo>
                  <a:lnTo>
                    <a:pt x="1399166" y="1487262"/>
                  </a:lnTo>
                  <a:lnTo>
                    <a:pt x="1399154" y="1487258"/>
                  </a:lnTo>
                  <a:lnTo>
                    <a:pt x="1399147" y="1487258"/>
                  </a:lnTo>
                  <a:lnTo>
                    <a:pt x="1399136" y="1487257"/>
                  </a:lnTo>
                  <a:lnTo>
                    <a:pt x="1399128" y="1487258"/>
                  </a:lnTo>
                  <a:lnTo>
                    <a:pt x="1399116" y="1487261"/>
                  </a:lnTo>
                  <a:lnTo>
                    <a:pt x="1399110" y="1487263"/>
                  </a:lnTo>
                  <a:lnTo>
                    <a:pt x="1399097" y="1487266"/>
                  </a:lnTo>
                  <a:lnTo>
                    <a:pt x="1399086" y="1487270"/>
                  </a:lnTo>
                  <a:lnTo>
                    <a:pt x="1399079" y="1487272"/>
                  </a:lnTo>
                  <a:lnTo>
                    <a:pt x="1399065" y="1487273"/>
                  </a:lnTo>
                  <a:lnTo>
                    <a:pt x="1399045" y="1487275"/>
                  </a:lnTo>
                  <a:lnTo>
                    <a:pt x="1399034" y="1487274"/>
                  </a:lnTo>
                  <a:lnTo>
                    <a:pt x="1399024" y="1487271"/>
                  </a:lnTo>
                  <a:lnTo>
                    <a:pt x="1399010" y="1487267"/>
                  </a:lnTo>
                  <a:lnTo>
                    <a:pt x="1399000" y="1487265"/>
                  </a:lnTo>
                  <a:lnTo>
                    <a:pt x="1398979" y="1487257"/>
                  </a:lnTo>
                  <a:lnTo>
                    <a:pt x="1398967" y="1487250"/>
                  </a:lnTo>
                  <a:lnTo>
                    <a:pt x="1398952" y="1487239"/>
                  </a:lnTo>
                  <a:lnTo>
                    <a:pt x="1398935" y="1487222"/>
                  </a:lnTo>
                  <a:lnTo>
                    <a:pt x="1398924" y="1487209"/>
                  </a:lnTo>
                  <a:lnTo>
                    <a:pt x="1398913" y="1487194"/>
                  </a:lnTo>
                  <a:lnTo>
                    <a:pt x="1398901" y="1487178"/>
                  </a:lnTo>
                  <a:lnTo>
                    <a:pt x="1398897" y="1487171"/>
                  </a:lnTo>
                  <a:lnTo>
                    <a:pt x="1398896" y="1487163"/>
                  </a:lnTo>
                  <a:lnTo>
                    <a:pt x="1398892" y="1487152"/>
                  </a:lnTo>
                  <a:lnTo>
                    <a:pt x="1398886" y="1487139"/>
                  </a:lnTo>
                  <a:lnTo>
                    <a:pt x="1398876" y="1487129"/>
                  </a:lnTo>
                  <a:lnTo>
                    <a:pt x="1398868" y="1487120"/>
                  </a:lnTo>
                  <a:lnTo>
                    <a:pt x="1398861" y="1487111"/>
                  </a:lnTo>
                  <a:lnTo>
                    <a:pt x="1398860" y="1487103"/>
                  </a:lnTo>
                  <a:lnTo>
                    <a:pt x="1398857" y="1487093"/>
                  </a:lnTo>
                  <a:lnTo>
                    <a:pt x="1398852" y="1487086"/>
                  </a:lnTo>
                  <a:lnTo>
                    <a:pt x="1398847" y="1487083"/>
                  </a:lnTo>
                  <a:lnTo>
                    <a:pt x="1398841" y="1487079"/>
                  </a:lnTo>
                  <a:lnTo>
                    <a:pt x="1398831" y="1487080"/>
                  </a:lnTo>
                  <a:lnTo>
                    <a:pt x="1398823" y="1487083"/>
                  </a:lnTo>
                  <a:lnTo>
                    <a:pt x="1398811" y="1487084"/>
                  </a:lnTo>
                  <a:lnTo>
                    <a:pt x="1398800" y="1487085"/>
                  </a:lnTo>
                  <a:lnTo>
                    <a:pt x="1398789" y="1487088"/>
                  </a:lnTo>
                  <a:lnTo>
                    <a:pt x="1398777" y="1487090"/>
                  </a:lnTo>
                  <a:lnTo>
                    <a:pt x="1398763" y="1487088"/>
                  </a:lnTo>
                  <a:lnTo>
                    <a:pt x="1398749" y="1487087"/>
                  </a:lnTo>
                  <a:lnTo>
                    <a:pt x="1398743" y="1487084"/>
                  </a:lnTo>
                  <a:lnTo>
                    <a:pt x="1398733" y="1487075"/>
                  </a:lnTo>
                  <a:lnTo>
                    <a:pt x="1398712" y="1487057"/>
                  </a:lnTo>
                  <a:lnTo>
                    <a:pt x="1398702" y="1487048"/>
                  </a:lnTo>
                  <a:lnTo>
                    <a:pt x="1398697" y="1487040"/>
                  </a:lnTo>
                  <a:lnTo>
                    <a:pt x="1398694" y="1487031"/>
                  </a:lnTo>
                  <a:lnTo>
                    <a:pt x="1398691" y="1487022"/>
                  </a:lnTo>
                  <a:lnTo>
                    <a:pt x="1398688" y="1487015"/>
                  </a:lnTo>
                  <a:lnTo>
                    <a:pt x="1398685" y="1487003"/>
                  </a:lnTo>
                  <a:lnTo>
                    <a:pt x="1398680" y="1486986"/>
                  </a:lnTo>
                  <a:lnTo>
                    <a:pt x="1398677" y="1486975"/>
                  </a:lnTo>
                  <a:lnTo>
                    <a:pt x="1398673" y="1486966"/>
                  </a:lnTo>
                  <a:lnTo>
                    <a:pt x="1398667" y="1486955"/>
                  </a:lnTo>
                  <a:lnTo>
                    <a:pt x="1398663" y="1486943"/>
                  </a:lnTo>
                  <a:lnTo>
                    <a:pt x="1398660" y="1486929"/>
                  </a:lnTo>
                  <a:lnTo>
                    <a:pt x="1398653" y="1486912"/>
                  </a:lnTo>
                  <a:lnTo>
                    <a:pt x="1398646" y="1486899"/>
                  </a:lnTo>
                  <a:lnTo>
                    <a:pt x="1398639" y="1486888"/>
                  </a:lnTo>
                  <a:lnTo>
                    <a:pt x="1398633" y="1486880"/>
                  </a:lnTo>
                  <a:lnTo>
                    <a:pt x="1398628" y="1486875"/>
                  </a:lnTo>
                  <a:lnTo>
                    <a:pt x="1398619" y="1486867"/>
                  </a:lnTo>
                  <a:lnTo>
                    <a:pt x="1398615" y="1486858"/>
                  </a:lnTo>
                  <a:lnTo>
                    <a:pt x="1398611" y="1486838"/>
                  </a:lnTo>
                  <a:lnTo>
                    <a:pt x="1398611" y="1486831"/>
                  </a:lnTo>
                  <a:lnTo>
                    <a:pt x="1398611" y="1486826"/>
                  </a:lnTo>
                  <a:lnTo>
                    <a:pt x="1398617" y="1486816"/>
                  </a:lnTo>
                  <a:lnTo>
                    <a:pt x="1398625" y="1486812"/>
                  </a:lnTo>
                  <a:lnTo>
                    <a:pt x="1398635" y="1486807"/>
                  </a:lnTo>
                  <a:lnTo>
                    <a:pt x="1398639" y="1486803"/>
                  </a:lnTo>
                  <a:lnTo>
                    <a:pt x="1398644" y="1486798"/>
                  </a:lnTo>
                  <a:lnTo>
                    <a:pt x="1398653" y="1486792"/>
                  </a:lnTo>
                  <a:lnTo>
                    <a:pt x="1398659" y="1486788"/>
                  </a:lnTo>
                  <a:lnTo>
                    <a:pt x="1398664" y="1486783"/>
                  </a:lnTo>
                  <a:lnTo>
                    <a:pt x="1398670" y="1486780"/>
                  </a:lnTo>
                  <a:lnTo>
                    <a:pt x="1398677" y="1486776"/>
                  </a:lnTo>
                  <a:lnTo>
                    <a:pt x="1398688" y="1486772"/>
                  </a:lnTo>
                  <a:lnTo>
                    <a:pt x="1398692" y="1486756"/>
                  </a:lnTo>
                  <a:lnTo>
                    <a:pt x="1398703" y="1486747"/>
                  </a:lnTo>
                  <a:lnTo>
                    <a:pt x="1398718" y="1486734"/>
                  </a:lnTo>
                  <a:lnTo>
                    <a:pt x="1398737" y="1486718"/>
                  </a:lnTo>
                  <a:lnTo>
                    <a:pt x="1398744" y="1486708"/>
                  </a:lnTo>
                  <a:lnTo>
                    <a:pt x="1398751" y="1486717"/>
                  </a:lnTo>
                  <a:lnTo>
                    <a:pt x="1398773" y="1486722"/>
                  </a:lnTo>
                  <a:lnTo>
                    <a:pt x="1398789" y="1486728"/>
                  </a:lnTo>
                  <a:lnTo>
                    <a:pt x="1398794" y="1486728"/>
                  </a:lnTo>
                  <a:lnTo>
                    <a:pt x="1398824" y="1486724"/>
                  </a:lnTo>
                  <a:lnTo>
                    <a:pt x="1398846" y="1486715"/>
                  </a:lnTo>
                  <a:lnTo>
                    <a:pt x="1398857" y="1486704"/>
                  </a:lnTo>
                  <a:lnTo>
                    <a:pt x="1398873" y="1486679"/>
                  </a:lnTo>
                  <a:lnTo>
                    <a:pt x="1398875" y="1486673"/>
                  </a:lnTo>
                  <a:lnTo>
                    <a:pt x="1398881" y="1486661"/>
                  </a:lnTo>
                  <a:lnTo>
                    <a:pt x="1398883" y="1486657"/>
                  </a:lnTo>
                  <a:lnTo>
                    <a:pt x="1398886" y="1486652"/>
                  </a:lnTo>
                  <a:lnTo>
                    <a:pt x="1398892" y="1486646"/>
                  </a:lnTo>
                  <a:lnTo>
                    <a:pt x="1398897" y="1486644"/>
                  </a:lnTo>
                  <a:lnTo>
                    <a:pt x="1398903" y="1486645"/>
                  </a:lnTo>
                  <a:lnTo>
                    <a:pt x="1398912" y="1486651"/>
                  </a:lnTo>
                  <a:lnTo>
                    <a:pt x="1398925" y="1486662"/>
                  </a:lnTo>
                  <a:lnTo>
                    <a:pt x="1398936" y="1486673"/>
                  </a:lnTo>
                  <a:lnTo>
                    <a:pt x="1398949" y="1486684"/>
                  </a:lnTo>
                  <a:lnTo>
                    <a:pt x="1398956" y="1486689"/>
                  </a:lnTo>
                  <a:lnTo>
                    <a:pt x="1398968" y="1486692"/>
                  </a:lnTo>
                  <a:lnTo>
                    <a:pt x="1398978" y="1486692"/>
                  </a:lnTo>
                  <a:lnTo>
                    <a:pt x="1398985" y="1486689"/>
                  </a:lnTo>
                  <a:lnTo>
                    <a:pt x="1398999" y="1486682"/>
                  </a:lnTo>
                  <a:lnTo>
                    <a:pt x="1399007" y="1486680"/>
                  </a:lnTo>
                  <a:lnTo>
                    <a:pt x="1399018" y="1486677"/>
                  </a:lnTo>
                  <a:lnTo>
                    <a:pt x="1399026" y="1486674"/>
                  </a:lnTo>
                  <a:lnTo>
                    <a:pt x="1399035" y="1486670"/>
                  </a:lnTo>
                  <a:lnTo>
                    <a:pt x="1399037" y="1486666"/>
                  </a:lnTo>
                  <a:lnTo>
                    <a:pt x="1399038" y="1486658"/>
                  </a:lnTo>
                  <a:lnTo>
                    <a:pt x="1399040" y="1486634"/>
                  </a:lnTo>
                  <a:lnTo>
                    <a:pt x="1399043" y="1486618"/>
                  </a:lnTo>
                  <a:lnTo>
                    <a:pt x="1399046" y="1486600"/>
                  </a:lnTo>
                  <a:lnTo>
                    <a:pt x="1399047" y="1486583"/>
                  </a:lnTo>
                  <a:lnTo>
                    <a:pt x="1399047" y="1486571"/>
                  </a:lnTo>
                  <a:lnTo>
                    <a:pt x="1399046" y="1486562"/>
                  </a:lnTo>
                  <a:lnTo>
                    <a:pt x="1399044" y="1486554"/>
                  </a:lnTo>
                  <a:lnTo>
                    <a:pt x="1399040" y="1486547"/>
                  </a:lnTo>
                  <a:lnTo>
                    <a:pt x="1399035" y="1486538"/>
                  </a:lnTo>
                  <a:lnTo>
                    <a:pt x="1399031" y="1486531"/>
                  </a:lnTo>
                  <a:lnTo>
                    <a:pt x="1399040" y="1486517"/>
                  </a:lnTo>
                  <a:lnTo>
                    <a:pt x="1399053" y="1486506"/>
                  </a:lnTo>
                  <a:lnTo>
                    <a:pt x="1399064" y="1486496"/>
                  </a:lnTo>
                  <a:lnTo>
                    <a:pt x="1399075" y="1486491"/>
                  </a:lnTo>
                  <a:lnTo>
                    <a:pt x="1399097" y="1486482"/>
                  </a:lnTo>
                  <a:lnTo>
                    <a:pt x="1399107" y="1486476"/>
                  </a:lnTo>
                  <a:lnTo>
                    <a:pt x="1399117" y="1486468"/>
                  </a:lnTo>
                  <a:lnTo>
                    <a:pt x="1399124" y="1486459"/>
                  </a:lnTo>
                  <a:lnTo>
                    <a:pt x="1399134" y="1486447"/>
                  </a:lnTo>
                  <a:lnTo>
                    <a:pt x="1399142" y="1486440"/>
                  </a:lnTo>
                  <a:lnTo>
                    <a:pt x="1399149" y="1486430"/>
                  </a:lnTo>
                  <a:lnTo>
                    <a:pt x="1399160" y="1486412"/>
                  </a:lnTo>
                  <a:lnTo>
                    <a:pt x="1399165" y="1486402"/>
                  </a:lnTo>
                  <a:lnTo>
                    <a:pt x="1399160" y="1486393"/>
                  </a:lnTo>
                  <a:lnTo>
                    <a:pt x="1399156" y="1486386"/>
                  </a:lnTo>
                  <a:lnTo>
                    <a:pt x="1399146" y="1486370"/>
                  </a:lnTo>
                  <a:lnTo>
                    <a:pt x="1399140" y="1486352"/>
                  </a:lnTo>
                  <a:lnTo>
                    <a:pt x="1399137" y="1486342"/>
                  </a:lnTo>
                  <a:lnTo>
                    <a:pt x="1399135" y="1486334"/>
                  </a:lnTo>
                  <a:lnTo>
                    <a:pt x="1399134" y="1486324"/>
                  </a:lnTo>
                  <a:lnTo>
                    <a:pt x="1399133" y="1486305"/>
                  </a:lnTo>
                  <a:lnTo>
                    <a:pt x="1399133" y="1486279"/>
                  </a:lnTo>
                  <a:lnTo>
                    <a:pt x="1399134" y="1486273"/>
                  </a:lnTo>
                  <a:lnTo>
                    <a:pt x="1399137" y="1486266"/>
                  </a:lnTo>
                  <a:lnTo>
                    <a:pt x="1399142" y="1486264"/>
                  </a:lnTo>
                  <a:lnTo>
                    <a:pt x="1399149" y="1486262"/>
                  </a:lnTo>
                  <a:lnTo>
                    <a:pt x="1399153" y="1486260"/>
                  </a:lnTo>
                  <a:lnTo>
                    <a:pt x="1399158" y="1486255"/>
                  </a:lnTo>
                  <a:lnTo>
                    <a:pt x="1399164" y="1486246"/>
                  </a:lnTo>
                  <a:lnTo>
                    <a:pt x="1399170" y="1486234"/>
                  </a:lnTo>
                  <a:lnTo>
                    <a:pt x="1399174" y="1486218"/>
                  </a:lnTo>
                  <a:lnTo>
                    <a:pt x="1399179" y="1486210"/>
                  </a:lnTo>
                  <a:lnTo>
                    <a:pt x="1399183" y="1486204"/>
                  </a:lnTo>
                  <a:lnTo>
                    <a:pt x="1399188" y="1486202"/>
                  </a:lnTo>
                  <a:lnTo>
                    <a:pt x="1399193" y="1486201"/>
                  </a:lnTo>
                  <a:lnTo>
                    <a:pt x="1399198" y="1486202"/>
                  </a:lnTo>
                  <a:lnTo>
                    <a:pt x="1399212" y="1486208"/>
                  </a:lnTo>
                  <a:lnTo>
                    <a:pt x="1399227" y="1486214"/>
                  </a:lnTo>
                  <a:lnTo>
                    <a:pt x="1399234" y="1486216"/>
                  </a:lnTo>
                  <a:lnTo>
                    <a:pt x="1399247" y="1486215"/>
                  </a:lnTo>
                  <a:lnTo>
                    <a:pt x="1399261" y="1486214"/>
                  </a:lnTo>
                  <a:lnTo>
                    <a:pt x="1399278" y="1486211"/>
                  </a:lnTo>
                  <a:lnTo>
                    <a:pt x="1399288" y="1486207"/>
                  </a:lnTo>
                  <a:lnTo>
                    <a:pt x="1399302" y="1486203"/>
                  </a:lnTo>
                  <a:lnTo>
                    <a:pt x="1399311" y="1486199"/>
                  </a:lnTo>
                  <a:lnTo>
                    <a:pt x="1399304" y="1486193"/>
                  </a:lnTo>
                  <a:lnTo>
                    <a:pt x="1399296" y="1486186"/>
                  </a:lnTo>
                  <a:lnTo>
                    <a:pt x="1399281" y="1486174"/>
                  </a:lnTo>
                  <a:lnTo>
                    <a:pt x="1399275" y="1486165"/>
                  </a:lnTo>
                  <a:lnTo>
                    <a:pt x="1399266" y="1486154"/>
                  </a:lnTo>
                  <a:lnTo>
                    <a:pt x="1399258" y="1486144"/>
                  </a:lnTo>
                  <a:lnTo>
                    <a:pt x="1399255" y="1486135"/>
                  </a:lnTo>
                  <a:lnTo>
                    <a:pt x="1399252" y="1486124"/>
                  </a:lnTo>
                  <a:lnTo>
                    <a:pt x="1399251" y="1486114"/>
                  </a:lnTo>
                  <a:lnTo>
                    <a:pt x="1399251" y="1486102"/>
                  </a:lnTo>
                  <a:lnTo>
                    <a:pt x="1399253" y="1486090"/>
                  </a:lnTo>
                  <a:lnTo>
                    <a:pt x="1399255" y="1486073"/>
                  </a:lnTo>
                  <a:lnTo>
                    <a:pt x="1399259" y="1486051"/>
                  </a:lnTo>
                  <a:lnTo>
                    <a:pt x="1399264" y="1486035"/>
                  </a:lnTo>
                  <a:lnTo>
                    <a:pt x="1399267" y="1486023"/>
                  </a:lnTo>
                  <a:lnTo>
                    <a:pt x="1399265" y="1486009"/>
                  </a:lnTo>
                  <a:lnTo>
                    <a:pt x="1399260" y="1485992"/>
                  </a:lnTo>
                  <a:lnTo>
                    <a:pt x="1399252" y="1485972"/>
                  </a:lnTo>
                  <a:lnTo>
                    <a:pt x="1399246" y="1485957"/>
                  </a:lnTo>
                  <a:lnTo>
                    <a:pt x="1399236" y="1485940"/>
                  </a:lnTo>
                  <a:lnTo>
                    <a:pt x="1399228" y="1485925"/>
                  </a:lnTo>
                  <a:lnTo>
                    <a:pt x="1399219" y="1485909"/>
                  </a:lnTo>
                  <a:lnTo>
                    <a:pt x="1399211" y="1485895"/>
                  </a:lnTo>
                  <a:lnTo>
                    <a:pt x="1399205" y="1485873"/>
                  </a:lnTo>
                  <a:lnTo>
                    <a:pt x="1399202" y="1485859"/>
                  </a:lnTo>
                  <a:lnTo>
                    <a:pt x="1399196" y="1485838"/>
                  </a:lnTo>
                  <a:lnTo>
                    <a:pt x="1399189" y="1485818"/>
                  </a:lnTo>
                  <a:lnTo>
                    <a:pt x="1399184" y="1485804"/>
                  </a:lnTo>
                  <a:lnTo>
                    <a:pt x="1399185" y="1485792"/>
                  </a:lnTo>
                  <a:lnTo>
                    <a:pt x="1399183" y="1485785"/>
                  </a:lnTo>
                  <a:lnTo>
                    <a:pt x="1399177" y="1485775"/>
                  </a:lnTo>
                  <a:lnTo>
                    <a:pt x="1399172" y="1485767"/>
                  </a:lnTo>
                  <a:lnTo>
                    <a:pt x="1399169" y="1485762"/>
                  </a:lnTo>
                  <a:lnTo>
                    <a:pt x="1399158" y="1485748"/>
                  </a:lnTo>
                  <a:lnTo>
                    <a:pt x="1399149" y="1485736"/>
                  </a:lnTo>
                  <a:lnTo>
                    <a:pt x="1399140" y="1485725"/>
                  </a:lnTo>
                  <a:lnTo>
                    <a:pt x="1399132" y="1485715"/>
                  </a:lnTo>
                  <a:lnTo>
                    <a:pt x="1399127" y="1485707"/>
                  </a:lnTo>
                  <a:lnTo>
                    <a:pt x="1399124" y="1485698"/>
                  </a:lnTo>
                  <a:lnTo>
                    <a:pt x="1399118" y="1485689"/>
                  </a:lnTo>
                  <a:lnTo>
                    <a:pt x="1399111" y="1485678"/>
                  </a:lnTo>
                  <a:lnTo>
                    <a:pt x="1399104" y="1485667"/>
                  </a:lnTo>
                  <a:lnTo>
                    <a:pt x="1399103" y="1485660"/>
                  </a:lnTo>
                  <a:lnTo>
                    <a:pt x="1399099" y="1485645"/>
                  </a:lnTo>
                  <a:lnTo>
                    <a:pt x="1399092" y="1485625"/>
                  </a:lnTo>
                  <a:lnTo>
                    <a:pt x="1399082" y="1485610"/>
                  </a:lnTo>
                  <a:lnTo>
                    <a:pt x="1399077" y="1485605"/>
                  </a:lnTo>
                  <a:lnTo>
                    <a:pt x="1399069" y="1485595"/>
                  </a:lnTo>
                  <a:lnTo>
                    <a:pt x="1399057" y="1485580"/>
                  </a:lnTo>
                  <a:lnTo>
                    <a:pt x="1399045" y="1485567"/>
                  </a:lnTo>
                  <a:lnTo>
                    <a:pt x="1399030" y="1485548"/>
                  </a:lnTo>
                  <a:lnTo>
                    <a:pt x="1399018" y="1485537"/>
                  </a:lnTo>
                  <a:lnTo>
                    <a:pt x="1399010" y="1485532"/>
                  </a:lnTo>
                  <a:lnTo>
                    <a:pt x="1398998" y="1485521"/>
                  </a:lnTo>
                  <a:lnTo>
                    <a:pt x="1398986" y="1485508"/>
                  </a:lnTo>
                  <a:lnTo>
                    <a:pt x="1398966" y="1485491"/>
                  </a:lnTo>
                  <a:lnTo>
                    <a:pt x="1398951" y="1485482"/>
                  </a:lnTo>
                  <a:lnTo>
                    <a:pt x="1398934" y="1485469"/>
                  </a:lnTo>
                  <a:lnTo>
                    <a:pt x="1398915" y="1485452"/>
                  </a:lnTo>
                  <a:lnTo>
                    <a:pt x="1398908" y="1485445"/>
                  </a:lnTo>
                  <a:lnTo>
                    <a:pt x="1398897" y="1485442"/>
                  </a:lnTo>
                  <a:lnTo>
                    <a:pt x="1398888" y="1485440"/>
                  </a:lnTo>
                  <a:lnTo>
                    <a:pt x="1398883" y="1485439"/>
                  </a:lnTo>
                  <a:lnTo>
                    <a:pt x="1398877" y="1485439"/>
                  </a:lnTo>
                  <a:lnTo>
                    <a:pt x="1398863" y="1485445"/>
                  </a:lnTo>
                  <a:lnTo>
                    <a:pt x="1398848" y="1485449"/>
                  </a:lnTo>
                  <a:lnTo>
                    <a:pt x="1398830" y="1485452"/>
                  </a:lnTo>
                  <a:lnTo>
                    <a:pt x="1398816" y="1485456"/>
                  </a:lnTo>
                  <a:lnTo>
                    <a:pt x="1398792" y="1485459"/>
                  </a:lnTo>
                  <a:lnTo>
                    <a:pt x="1398774" y="1485459"/>
                  </a:lnTo>
                  <a:lnTo>
                    <a:pt x="1398760" y="1485456"/>
                  </a:lnTo>
                  <a:lnTo>
                    <a:pt x="1398750" y="1485453"/>
                  </a:lnTo>
                  <a:lnTo>
                    <a:pt x="1398741" y="1485448"/>
                  </a:lnTo>
                  <a:lnTo>
                    <a:pt x="1398736" y="1485439"/>
                  </a:lnTo>
                  <a:lnTo>
                    <a:pt x="1398731" y="1485429"/>
                  </a:lnTo>
                  <a:lnTo>
                    <a:pt x="1398725" y="1485415"/>
                  </a:lnTo>
                  <a:lnTo>
                    <a:pt x="1398698" y="1485385"/>
                  </a:lnTo>
                  <a:lnTo>
                    <a:pt x="1398692" y="1485374"/>
                  </a:lnTo>
                  <a:lnTo>
                    <a:pt x="1398694" y="1485357"/>
                  </a:lnTo>
                  <a:lnTo>
                    <a:pt x="1398700" y="1485340"/>
                  </a:lnTo>
                  <a:lnTo>
                    <a:pt x="1398694" y="1485334"/>
                  </a:lnTo>
                  <a:lnTo>
                    <a:pt x="1398688" y="1485326"/>
                  </a:lnTo>
                  <a:lnTo>
                    <a:pt x="1398675" y="1485309"/>
                  </a:lnTo>
                  <a:lnTo>
                    <a:pt x="1398667" y="1485298"/>
                  </a:lnTo>
                  <a:lnTo>
                    <a:pt x="1398655" y="1485287"/>
                  </a:lnTo>
                  <a:lnTo>
                    <a:pt x="1398632" y="1485271"/>
                  </a:lnTo>
                  <a:lnTo>
                    <a:pt x="1398608" y="1485262"/>
                  </a:lnTo>
                  <a:lnTo>
                    <a:pt x="1398589" y="1485251"/>
                  </a:lnTo>
                  <a:lnTo>
                    <a:pt x="1398581" y="1485239"/>
                  </a:lnTo>
                  <a:lnTo>
                    <a:pt x="1398581" y="1485220"/>
                  </a:lnTo>
                  <a:lnTo>
                    <a:pt x="1398578" y="1485196"/>
                  </a:lnTo>
                  <a:lnTo>
                    <a:pt x="1398579" y="1485176"/>
                  </a:lnTo>
                  <a:lnTo>
                    <a:pt x="1398576" y="1485159"/>
                  </a:lnTo>
                  <a:lnTo>
                    <a:pt x="1398562" y="1485137"/>
                  </a:lnTo>
                  <a:lnTo>
                    <a:pt x="1398557" y="1485120"/>
                  </a:lnTo>
                  <a:lnTo>
                    <a:pt x="1398545" y="1485097"/>
                  </a:lnTo>
                  <a:lnTo>
                    <a:pt x="1398543" y="1485085"/>
                  </a:lnTo>
                  <a:lnTo>
                    <a:pt x="1398538" y="1485058"/>
                  </a:lnTo>
                  <a:lnTo>
                    <a:pt x="1398540" y="1485027"/>
                  </a:lnTo>
                  <a:lnTo>
                    <a:pt x="1398530" y="1485018"/>
                  </a:lnTo>
                  <a:lnTo>
                    <a:pt x="1398501" y="1484982"/>
                  </a:lnTo>
                  <a:lnTo>
                    <a:pt x="1398492" y="1484972"/>
                  </a:lnTo>
                  <a:lnTo>
                    <a:pt x="1398477" y="1484957"/>
                  </a:lnTo>
                  <a:lnTo>
                    <a:pt x="1398476" y="1484950"/>
                  </a:lnTo>
                  <a:lnTo>
                    <a:pt x="1398477" y="1484945"/>
                  </a:lnTo>
                  <a:lnTo>
                    <a:pt x="1398498" y="1484921"/>
                  </a:lnTo>
                  <a:lnTo>
                    <a:pt x="1398506" y="1484905"/>
                  </a:lnTo>
                  <a:lnTo>
                    <a:pt x="1398508" y="1484897"/>
                  </a:lnTo>
                  <a:lnTo>
                    <a:pt x="1398512" y="1484892"/>
                  </a:lnTo>
                  <a:lnTo>
                    <a:pt x="1398515" y="1484883"/>
                  </a:lnTo>
                  <a:lnTo>
                    <a:pt x="1398517" y="1484877"/>
                  </a:lnTo>
                  <a:lnTo>
                    <a:pt x="1398518" y="1484869"/>
                  </a:lnTo>
                  <a:lnTo>
                    <a:pt x="1398517" y="1484860"/>
                  </a:lnTo>
                  <a:lnTo>
                    <a:pt x="1398515" y="1484848"/>
                  </a:lnTo>
                  <a:lnTo>
                    <a:pt x="1398511" y="1484838"/>
                  </a:lnTo>
                  <a:lnTo>
                    <a:pt x="1398506" y="1484830"/>
                  </a:lnTo>
                  <a:lnTo>
                    <a:pt x="1398499" y="1484822"/>
                  </a:lnTo>
                  <a:lnTo>
                    <a:pt x="1398494" y="1484819"/>
                  </a:lnTo>
                  <a:lnTo>
                    <a:pt x="1398485" y="1484819"/>
                  </a:lnTo>
                  <a:lnTo>
                    <a:pt x="1398471" y="1484819"/>
                  </a:lnTo>
                  <a:lnTo>
                    <a:pt x="1398454" y="1484819"/>
                  </a:lnTo>
                  <a:lnTo>
                    <a:pt x="1398448" y="1484821"/>
                  </a:lnTo>
                  <a:lnTo>
                    <a:pt x="1398436" y="1484827"/>
                  </a:lnTo>
                  <a:lnTo>
                    <a:pt x="1398423" y="1484829"/>
                  </a:lnTo>
                  <a:lnTo>
                    <a:pt x="1398412" y="1484832"/>
                  </a:lnTo>
                  <a:lnTo>
                    <a:pt x="1398405" y="1484833"/>
                  </a:lnTo>
                  <a:lnTo>
                    <a:pt x="1398399" y="1484837"/>
                  </a:lnTo>
                  <a:lnTo>
                    <a:pt x="1398393" y="1484838"/>
                  </a:lnTo>
                  <a:lnTo>
                    <a:pt x="1398386" y="1484838"/>
                  </a:lnTo>
                  <a:lnTo>
                    <a:pt x="1398378" y="1484838"/>
                  </a:lnTo>
                  <a:lnTo>
                    <a:pt x="1398368" y="1484835"/>
                  </a:lnTo>
                  <a:lnTo>
                    <a:pt x="1398360" y="1484833"/>
                  </a:lnTo>
                  <a:lnTo>
                    <a:pt x="1398353" y="1484831"/>
                  </a:lnTo>
                  <a:lnTo>
                    <a:pt x="1398341" y="1484826"/>
                  </a:lnTo>
                  <a:lnTo>
                    <a:pt x="1398330" y="1484822"/>
                  </a:lnTo>
                  <a:lnTo>
                    <a:pt x="1398319" y="1484819"/>
                  </a:lnTo>
                  <a:lnTo>
                    <a:pt x="1398311" y="1484819"/>
                  </a:lnTo>
                  <a:lnTo>
                    <a:pt x="1398302" y="1484821"/>
                  </a:lnTo>
                  <a:lnTo>
                    <a:pt x="1398294" y="1484822"/>
                  </a:lnTo>
                  <a:lnTo>
                    <a:pt x="1398288" y="1484820"/>
                  </a:lnTo>
                  <a:lnTo>
                    <a:pt x="1398283" y="1484815"/>
                  </a:lnTo>
                  <a:lnTo>
                    <a:pt x="1398273" y="1484801"/>
                  </a:lnTo>
                  <a:lnTo>
                    <a:pt x="1398264" y="1484789"/>
                  </a:lnTo>
                  <a:lnTo>
                    <a:pt x="1398259" y="1484776"/>
                  </a:lnTo>
                  <a:lnTo>
                    <a:pt x="1398254" y="1484764"/>
                  </a:lnTo>
                  <a:lnTo>
                    <a:pt x="1398252" y="1484756"/>
                  </a:lnTo>
                  <a:lnTo>
                    <a:pt x="1398252" y="1484729"/>
                  </a:lnTo>
                  <a:lnTo>
                    <a:pt x="1398253" y="1484709"/>
                  </a:lnTo>
                  <a:lnTo>
                    <a:pt x="1398249" y="1484695"/>
                  </a:lnTo>
                  <a:lnTo>
                    <a:pt x="1398247" y="1484680"/>
                  </a:lnTo>
                  <a:lnTo>
                    <a:pt x="1398245" y="1484671"/>
                  </a:lnTo>
                  <a:lnTo>
                    <a:pt x="1398246" y="1484663"/>
                  </a:lnTo>
                  <a:lnTo>
                    <a:pt x="1398250" y="1484657"/>
                  </a:lnTo>
                  <a:lnTo>
                    <a:pt x="1398259" y="1484649"/>
                  </a:lnTo>
                  <a:lnTo>
                    <a:pt x="1398266" y="1484643"/>
                  </a:lnTo>
                  <a:lnTo>
                    <a:pt x="1398272" y="1484634"/>
                  </a:lnTo>
                  <a:lnTo>
                    <a:pt x="1398276" y="1484625"/>
                  </a:lnTo>
                  <a:lnTo>
                    <a:pt x="1398278" y="1484616"/>
                  </a:lnTo>
                  <a:lnTo>
                    <a:pt x="1398282" y="1484603"/>
                  </a:lnTo>
                  <a:lnTo>
                    <a:pt x="1398287" y="1484591"/>
                  </a:lnTo>
                  <a:lnTo>
                    <a:pt x="1398293" y="1484584"/>
                  </a:lnTo>
                  <a:lnTo>
                    <a:pt x="1398300" y="1484577"/>
                  </a:lnTo>
                  <a:lnTo>
                    <a:pt x="1398307" y="1484570"/>
                  </a:lnTo>
                  <a:lnTo>
                    <a:pt x="1398311" y="1484557"/>
                  </a:lnTo>
                  <a:lnTo>
                    <a:pt x="1398311" y="1484552"/>
                  </a:lnTo>
                  <a:lnTo>
                    <a:pt x="1398309" y="1484545"/>
                  </a:lnTo>
                  <a:lnTo>
                    <a:pt x="1398306" y="1484535"/>
                  </a:lnTo>
                  <a:lnTo>
                    <a:pt x="1398301" y="1484529"/>
                  </a:lnTo>
                  <a:lnTo>
                    <a:pt x="1398295" y="1484522"/>
                  </a:lnTo>
                  <a:lnTo>
                    <a:pt x="1398279" y="1484507"/>
                  </a:lnTo>
                  <a:lnTo>
                    <a:pt x="1398274" y="1484506"/>
                  </a:lnTo>
                  <a:lnTo>
                    <a:pt x="1398262" y="1484505"/>
                  </a:lnTo>
                  <a:lnTo>
                    <a:pt x="1398253" y="1484506"/>
                  </a:lnTo>
                  <a:lnTo>
                    <a:pt x="1398240" y="1484504"/>
                  </a:lnTo>
                  <a:lnTo>
                    <a:pt x="1398227" y="1484496"/>
                  </a:lnTo>
                  <a:lnTo>
                    <a:pt x="1398210" y="1484482"/>
                  </a:lnTo>
                  <a:lnTo>
                    <a:pt x="1398199" y="1484470"/>
                  </a:lnTo>
                  <a:lnTo>
                    <a:pt x="1398188" y="1484461"/>
                  </a:lnTo>
                  <a:lnTo>
                    <a:pt x="1398177" y="1484454"/>
                  </a:lnTo>
                  <a:lnTo>
                    <a:pt x="1398172" y="1484449"/>
                  </a:lnTo>
                  <a:lnTo>
                    <a:pt x="1398165" y="1484446"/>
                  </a:lnTo>
                  <a:lnTo>
                    <a:pt x="1398155" y="1484444"/>
                  </a:lnTo>
                  <a:lnTo>
                    <a:pt x="1398142" y="1484443"/>
                  </a:lnTo>
                  <a:lnTo>
                    <a:pt x="1398123" y="1484443"/>
                  </a:lnTo>
                  <a:lnTo>
                    <a:pt x="1398103" y="1484443"/>
                  </a:lnTo>
                  <a:lnTo>
                    <a:pt x="1398095" y="1484442"/>
                  </a:lnTo>
                  <a:lnTo>
                    <a:pt x="1398089" y="1484441"/>
                  </a:lnTo>
                  <a:lnTo>
                    <a:pt x="1398085" y="1484444"/>
                  </a:lnTo>
                  <a:lnTo>
                    <a:pt x="1398078" y="1484445"/>
                  </a:lnTo>
                  <a:lnTo>
                    <a:pt x="1398064" y="1484447"/>
                  </a:lnTo>
                  <a:lnTo>
                    <a:pt x="1398049" y="1484447"/>
                  </a:lnTo>
                  <a:lnTo>
                    <a:pt x="1398033" y="1484445"/>
                  </a:lnTo>
                  <a:lnTo>
                    <a:pt x="1398020" y="1484443"/>
                  </a:lnTo>
                  <a:lnTo>
                    <a:pt x="1397999" y="1484443"/>
                  </a:lnTo>
                  <a:lnTo>
                    <a:pt x="1397989" y="1484443"/>
                  </a:lnTo>
                  <a:lnTo>
                    <a:pt x="1397976" y="1484439"/>
                  </a:lnTo>
                  <a:lnTo>
                    <a:pt x="1397968" y="1484434"/>
                  </a:lnTo>
                  <a:lnTo>
                    <a:pt x="1397964" y="1484428"/>
                  </a:lnTo>
                  <a:lnTo>
                    <a:pt x="1397958" y="1484411"/>
                  </a:lnTo>
                  <a:lnTo>
                    <a:pt x="1397954" y="1484397"/>
                  </a:lnTo>
                  <a:lnTo>
                    <a:pt x="1397951" y="1484391"/>
                  </a:lnTo>
                  <a:lnTo>
                    <a:pt x="1397948" y="1484381"/>
                  </a:lnTo>
                  <a:lnTo>
                    <a:pt x="1397950" y="1484375"/>
                  </a:lnTo>
                  <a:lnTo>
                    <a:pt x="1397960" y="1484365"/>
                  </a:lnTo>
                  <a:lnTo>
                    <a:pt x="1397975" y="1484350"/>
                  </a:lnTo>
                  <a:lnTo>
                    <a:pt x="1397985" y="1484337"/>
                  </a:lnTo>
                  <a:lnTo>
                    <a:pt x="1397996" y="1484322"/>
                  </a:lnTo>
                  <a:lnTo>
                    <a:pt x="1398001" y="1484310"/>
                  </a:lnTo>
                  <a:lnTo>
                    <a:pt x="1398009" y="1484293"/>
                  </a:lnTo>
                  <a:lnTo>
                    <a:pt x="1398016" y="1484280"/>
                  </a:lnTo>
                  <a:lnTo>
                    <a:pt x="1398030" y="1484259"/>
                  </a:lnTo>
                  <a:lnTo>
                    <a:pt x="1398034" y="1484253"/>
                  </a:lnTo>
                  <a:lnTo>
                    <a:pt x="1398038" y="1484249"/>
                  </a:lnTo>
                  <a:lnTo>
                    <a:pt x="1398045" y="1484234"/>
                  </a:lnTo>
                  <a:lnTo>
                    <a:pt x="1398051" y="1484225"/>
                  </a:lnTo>
                  <a:lnTo>
                    <a:pt x="1398059" y="1484214"/>
                  </a:lnTo>
                  <a:lnTo>
                    <a:pt x="1398065" y="1484205"/>
                  </a:lnTo>
                  <a:lnTo>
                    <a:pt x="1398070" y="1484197"/>
                  </a:lnTo>
                  <a:lnTo>
                    <a:pt x="1398072" y="1484190"/>
                  </a:lnTo>
                  <a:lnTo>
                    <a:pt x="1398072" y="1484181"/>
                  </a:lnTo>
                  <a:lnTo>
                    <a:pt x="1398069" y="1484170"/>
                  </a:lnTo>
                  <a:lnTo>
                    <a:pt x="1398065" y="1484158"/>
                  </a:lnTo>
                  <a:lnTo>
                    <a:pt x="1398061" y="1484144"/>
                  </a:lnTo>
                  <a:lnTo>
                    <a:pt x="1398056" y="1484131"/>
                  </a:lnTo>
                  <a:lnTo>
                    <a:pt x="1398051" y="1484123"/>
                  </a:lnTo>
                  <a:lnTo>
                    <a:pt x="1398044" y="1484114"/>
                  </a:lnTo>
                  <a:lnTo>
                    <a:pt x="1398038" y="1484108"/>
                  </a:lnTo>
                  <a:lnTo>
                    <a:pt x="1398033" y="1484103"/>
                  </a:lnTo>
                  <a:lnTo>
                    <a:pt x="1398032" y="1484095"/>
                  </a:lnTo>
                  <a:lnTo>
                    <a:pt x="1398033" y="1484090"/>
                  </a:lnTo>
                  <a:lnTo>
                    <a:pt x="1398036" y="1484081"/>
                  </a:lnTo>
                  <a:lnTo>
                    <a:pt x="1398042" y="1484071"/>
                  </a:lnTo>
                  <a:lnTo>
                    <a:pt x="1398048" y="1484062"/>
                  </a:lnTo>
                  <a:lnTo>
                    <a:pt x="1398056" y="1484057"/>
                  </a:lnTo>
                  <a:lnTo>
                    <a:pt x="1398065" y="1484049"/>
                  </a:lnTo>
                  <a:lnTo>
                    <a:pt x="1398076" y="1484038"/>
                  </a:lnTo>
                  <a:lnTo>
                    <a:pt x="1398088" y="1484032"/>
                  </a:lnTo>
                  <a:lnTo>
                    <a:pt x="1398103" y="1484028"/>
                  </a:lnTo>
                  <a:lnTo>
                    <a:pt x="1398115" y="1484024"/>
                  </a:lnTo>
                  <a:lnTo>
                    <a:pt x="1398120" y="1484019"/>
                  </a:lnTo>
                  <a:lnTo>
                    <a:pt x="1398117" y="1484012"/>
                  </a:lnTo>
                  <a:lnTo>
                    <a:pt x="1398111" y="1484005"/>
                  </a:lnTo>
                  <a:lnTo>
                    <a:pt x="1398099" y="1483990"/>
                  </a:lnTo>
                  <a:lnTo>
                    <a:pt x="1398089" y="1483979"/>
                  </a:lnTo>
                  <a:lnTo>
                    <a:pt x="1398071" y="1483953"/>
                  </a:lnTo>
                  <a:lnTo>
                    <a:pt x="1398063" y="1483940"/>
                  </a:lnTo>
                  <a:lnTo>
                    <a:pt x="1398056" y="1483928"/>
                  </a:lnTo>
                  <a:lnTo>
                    <a:pt x="1398052" y="1483912"/>
                  </a:lnTo>
                  <a:lnTo>
                    <a:pt x="1398048" y="1483885"/>
                  </a:lnTo>
                  <a:lnTo>
                    <a:pt x="1398038" y="1483882"/>
                  </a:lnTo>
                  <a:lnTo>
                    <a:pt x="1398020" y="1483879"/>
                  </a:lnTo>
                  <a:lnTo>
                    <a:pt x="1397991" y="1483873"/>
                  </a:lnTo>
                  <a:lnTo>
                    <a:pt x="1397986" y="1483869"/>
                  </a:lnTo>
                  <a:lnTo>
                    <a:pt x="1397974" y="1483861"/>
                  </a:lnTo>
                  <a:lnTo>
                    <a:pt x="1397960" y="1483850"/>
                  </a:lnTo>
                  <a:lnTo>
                    <a:pt x="1397951" y="1483845"/>
                  </a:lnTo>
                  <a:lnTo>
                    <a:pt x="1397939" y="1483838"/>
                  </a:lnTo>
                  <a:lnTo>
                    <a:pt x="1397924" y="1483832"/>
                  </a:lnTo>
                  <a:lnTo>
                    <a:pt x="1397910" y="1483829"/>
                  </a:lnTo>
                  <a:lnTo>
                    <a:pt x="1397895" y="1483825"/>
                  </a:lnTo>
                  <a:lnTo>
                    <a:pt x="1397887" y="1483821"/>
                  </a:lnTo>
                  <a:lnTo>
                    <a:pt x="1397883" y="1483818"/>
                  </a:lnTo>
                  <a:lnTo>
                    <a:pt x="1397880" y="1483810"/>
                  </a:lnTo>
                  <a:lnTo>
                    <a:pt x="1397874" y="1483801"/>
                  </a:lnTo>
                  <a:lnTo>
                    <a:pt x="1397867" y="1483794"/>
                  </a:lnTo>
                  <a:lnTo>
                    <a:pt x="1397855" y="1483788"/>
                  </a:lnTo>
                  <a:lnTo>
                    <a:pt x="1397845" y="1483784"/>
                  </a:lnTo>
                  <a:lnTo>
                    <a:pt x="1397838" y="1483778"/>
                  </a:lnTo>
                  <a:lnTo>
                    <a:pt x="1397831" y="1483771"/>
                  </a:lnTo>
                  <a:lnTo>
                    <a:pt x="1397820" y="1483755"/>
                  </a:lnTo>
                  <a:lnTo>
                    <a:pt x="1397810" y="1483746"/>
                  </a:lnTo>
                  <a:lnTo>
                    <a:pt x="1397804" y="1483742"/>
                  </a:lnTo>
                  <a:lnTo>
                    <a:pt x="1397798" y="1483739"/>
                  </a:lnTo>
                  <a:lnTo>
                    <a:pt x="1397785" y="1483734"/>
                  </a:lnTo>
                  <a:lnTo>
                    <a:pt x="1397771" y="1483727"/>
                  </a:lnTo>
                  <a:lnTo>
                    <a:pt x="1397763" y="1483721"/>
                  </a:lnTo>
                  <a:lnTo>
                    <a:pt x="1397759" y="1483719"/>
                  </a:lnTo>
                  <a:lnTo>
                    <a:pt x="1397754" y="1483717"/>
                  </a:lnTo>
                  <a:lnTo>
                    <a:pt x="1397749" y="1483717"/>
                  </a:lnTo>
                  <a:lnTo>
                    <a:pt x="1397739" y="1483718"/>
                  </a:lnTo>
                  <a:lnTo>
                    <a:pt x="1397719" y="1483722"/>
                  </a:lnTo>
                  <a:lnTo>
                    <a:pt x="1397699" y="1483725"/>
                  </a:lnTo>
                  <a:lnTo>
                    <a:pt x="1397676" y="1483726"/>
                  </a:lnTo>
                  <a:lnTo>
                    <a:pt x="1397661" y="1483726"/>
                  </a:lnTo>
                  <a:lnTo>
                    <a:pt x="1397647" y="1483727"/>
                  </a:lnTo>
                  <a:lnTo>
                    <a:pt x="1397640" y="1483726"/>
                  </a:lnTo>
                  <a:lnTo>
                    <a:pt x="1397633" y="1483723"/>
                  </a:lnTo>
                  <a:lnTo>
                    <a:pt x="1397622" y="1483715"/>
                  </a:lnTo>
                  <a:lnTo>
                    <a:pt x="1397610" y="1483709"/>
                  </a:lnTo>
                  <a:lnTo>
                    <a:pt x="1397605" y="1483708"/>
                  </a:lnTo>
                  <a:lnTo>
                    <a:pt x="1397593" y="1483709"/>
                  </a:lnTo>
                  <a:lnTo>
                    <a:pt x="1397583" y="1483709"/>
                  </a:lnTo>
                  <a:lnTo>
                    <a:pt x="1397573" y="1483708"/>
                  </a:lnTo>
                  <a:lnTo>
                    <a:pt x="1397565" y="1483704"/>
                  </a:lnTo>
                  <a:lnTo>
                    <a:pt x="1397552" y="1483695"/>
                  </a:lnTo>
                  <a:lnTo>
                    <a:pt x="1397538" y="1483682"/>
                  </a:lnTo>
                  <a:lnTo>
                    <a:pt x="1397528" y="1483673"/>
                  </a:lnTo>
                  <a:lnTo>
                    <a:pt x="1397524" y="1483666"/>
                  </a:lnTo>
                  <a:lnTo>
                    <a:pt x="1397522" y="1483656"/>
                  </a:lnTo>
                  <a:lnTo>
                    <a:pt x="1397522" y="1483646"/>
                  </a:lnTo>
                  <a:lnTo>
                    <a:pt x="1397523" y="1483637"/>
                  </a:lnTo>
                  <a:lnTo>
                    <a:pt x="1397525" y="1483628"/>
                  </a:lnTo>
                  <a:lnTo>
                    <a:pt x="1397525" y="1483617"/>
                  </a:lnTo>
                  <a:lnTo>
                    <a:pt x="1397524" y="1483609"/>
                  </a:lnTo>
                  <a:lnTo>
                    <a:pt x="1397521" y="1483599"/>
                  </a:lnTo>
                  <a:lnTo>
                    <a:pt x="1397519" y="1483586"/>
                  </a:lnTo>
                  <a:lnTo>
                    <a:pt x="1397518" y="1483566"/>
                  </a:lnTo>
                  <a:lnTo>
                    <a:pt x="1397519" y="1483558"/>
                  </a:lnTo>
                  <a:lnTo>
                    <a:pt x="1397520" y="1483548"/>
                  </a:lnTo>
                  <a:lnTo>
                    <a:pt x="1397523" y="1483539"/>
                  </a:lnTo>
                  <a:lnTo>
                    <a:pt x="1397526" y="1483532"/>
                  </a:lnTo>
                  <a:lnTo>
                    <a:pt x="1397529" y="1483520"/>
                  </a:lnTo>
                  <a:lnTo>
                    <a:pt x="1397532" y="1483504"/>
                  </a:lnTo>
                  <a:lnTo>
                    <a:pt x="1397534" y="1483487"/>
                  </a:lnTo>
                  <a:lnTo>
                    <a:pt x="1397535" y="1483476"/>
                  </a:lnTo>
                  <a:lnTo>
                    <a:pt x="1397535" y="1483468"/>
                  </a:lnTo>
                  <a:lnTo>
                    <a:pt x="1397540" y="1483459"/>
                  </a:lnTo>
                  <a:lnTo>
                    <a:pt x="1397544" y="1483453"/>
                  </a:lnTo>
                  <a:lnTo>
                    <a:pt x="1397549" y="1483445"/>
                  </a:lnTo>
                  <a:lnTo>
                    <a:pt x="1397559" y="1483439"/>
                  </a:lnTo>
                  <a:lnTo>
                    <a:pt x="1397559" y="1483430"/>
                  </a:lnTo>
                  <a:lnTo>
                    <a:pt x="1397555" y="1483416"/>
                  </a:lnTo>
                  <a:lnTo>
                    <a:pt x="1397553" y="1483407"/>
                  </a:lnTo>
                  <a:lnTo>
                    <a:pt x="1397549" y="1483395"/>
                  </a:lnTo>
                  <a:lnTo>
                    <a:pt x="1397545" y="1483388"/>
                  </a:lnTo>
                  <a:lnTo>
                    <a:pt x="1397536" y="1483382"/>
                  </a:lnTo>
                  <a:lnTo>
                    <a:pt x="1397523" y="1483377"/>
                  </a:lnTo>
                  <a:lnTo>
                    <a:pt x="1397512" y="1483371"/>
                  </a:lnTo>
                  <a:lnTo>
                    <a:pt x="1397505" y="1483366"/>
                  </a:lnTo>
                  <a:lnTo>
                    <a:pt x="1397499" y="1483363"/>
                  </a:lnTo>
                  <a:lnTo>
                    <a:pt x="1397493" y="1483360"/>
                  </a:lnTo>
                  <a:lnTo>
                    <a:pt x="1397484" y="1483357"/>
                  </a:lnTo>
                  <a:lnTo>
                    <a:pt x="1397475" y="1483353"/>
                  </a:lnTo>
                  <a:lnTo>
                    <a:pt x="1397462" y="1483350"/>
                  </a:lnTo>
                  <a:lnTo>
                    <a:pt x="1397453" y="1483351"/>
                  </a:lnTo>
                  <a:lnTo>
                    <a:pt x="1397446" y="1483354"/>
                  </a:lnTo>
                  <a:lnTo>
                    <a:pt x="1397435" y="1483359"/>
                  </a:lnTo>
                  <a:lnTo>
                    <a:pt x="1397431" y="1483364"/>
                  </a:lnTo>
                  <a:lnTo>
                    <a:pt x="1397426" y="1483376"/>
                  </a:lnTo>
                  <a:lnTo>
                    <a:pt x="1397422" y="1483387"/>
                  </a:lnTo>
                  <a:lnTo>
                    <a:pt x="1397415" y="1483399"/>
                  </a:lnTo>
                  <a:lnTo>
                    <a:pt x="1397410" y="1483408"/>
                  </a:lnTo>
                  <a:lnTo>
                    <a:pt x="1397402" y="1483414"/>
                  </a:lnTo>
                  <a:lnTo>
                    <a:pt x="1397398" y="1483418"/>
                  </a:lnTo>
                  <a:lnTo>
                    <a:pt x="1397352" y="1483410"/>
                  </a:lnTo>
                  <a:lnTo>
                    <a:pt x="1397293" y="1483374"/>
                  </a:lnTo>
                  <a:lnTo>
                    <a:pt x="1397289" y="1483370"/>
                  </a:lnTo>
                  <a:lnTo>
                    <a:pt x="1397283" y="1483363"/>
                  </a:lnTo>
                  <a:lnTo>
                    <a:pt x="1397276" y="1483355"/>
                  </a:lnTo>
                  <a:lnTo>
                    <a:pt x="1397263" y="1483322"/>
                  </a:lnTo>
                  <a:lnTo>
                    <a:pt x="1397258" y="1483303"/>
                  </a:lnTo>
                  <a:lnTo>
                    <a:pt x="1397253" y="1483289"/>
                  </a:lnTo>
                  <a:lnTo>
                    <a:pt x="1397250" y="1483275"/>
                  </a:lnTo>
                  <a:lnTo>
                    <a:pt x="1397249" y="1483269"/>
                  </a:lnTo>
                  <a:lnTo>
                    <a:pt x="1397246" y="1483252"/>
                  </a:lnTo>
                  <a:lnTo>
                    <a:pt x="1397245" y="1483231"/>
                  </a:lnTo>
                  <a:lnTo>
                    <a:pt x="1397245" y="1483203"/>
                  </a:lnTo>
                  <a:lnTo>
                    <a:pt x="1397246" y="1483186"/>
                  </a:lnTo>
                  <a:lnTo>
                    <a:pt x="1397245" y="1483171"/>
                  </a:lnTo>
                  <a:lnTo>
                    <a:pt x="1397243" y="1483160"/>
                  </a:lnTo>
                  <a:lnTo>
                    <a:pt x="1397241" y="1483150"/>
                  </a:lnTo>
                  <a:lnTo>
                    <a:pt x="1397241" y="1483140"/>
                  </a:lnTo>
                  <a:lnTo>
                    <a:pt x="1397241" y="1483133"/>
                  </a:lnTo>
                  <a:lnTo>
                    <a:pt x="1397239" y="1483128"/>
                  </a:lnTo>
                  <a:lnTo>
                    <a:pt x="1397236" y="1483124"/>
                  </a:lnTo>
                  <a:lnTo>
                    <a:pt x="1397232" y="1483119"/>
                  </a:lnTo>
                  <a:lnTo>
                    <a:pt x="1397220" y="1483107"/>
                  </a:lnTo>
                  <a:lnTo>
                    <a:pt x="1397209" y="1483097"/>
                  </a:lnTo>
                  <a:lnTo>
                    <a:pt x="1397198" y="1483090"/>
                  </a:lnTo>
                  <a:lnTo>
                    <a:pt x="1397191" y="1483085"/>
                  </a:lnTo>
                  <a:lnTo>
                    <a:pt x="1397185" y="1483082"/>
                  </a:lnTo>
                  <a:lnTo>
                    <a:pt x="1397175" y="1483081"/>
                  </a:lnTo>
                  <a:lnTo>
                    <a:pt x="1397168" y="1483082"/>
                  </a:lnTo>
                  <a:lnTo>
                    <a:pt x="1397163" y="1483085"/>
                  </a:lnTo>
                  <a:lnTo>
                    <a:pt x="1397157" y="1483089"/>
                  </a:lnTo>
                  <a:lnTo>
                    <a:pt x="1397144" y="1483098"/>
                  </a:lnTo>
                  <a:lnTo>
                    <a:pt x="1397138" y="1483102"/>
                  </a:lnTo>
                  <a:lnTo>
                    <a:pt x="1397130" y="1483104"/>
                  </a:lnTo>
                  <a:lnTo>
                    <a:pt x="1397125" y="1483105"/>
                  </a:lnTo>
                  <a:lnTo>
                    <a:pt x="1397103" y="1483106"/>
                  </a:lnTo>
                  <a:lnTo>
                    <a:pt x="1397093" y="1483105"/>
                  </a:lnTo>
                  <a:lnTo>
                    <a:pt x="1397083" y="1483105"/>
                  </a:lnTo>
                  <a:lnTo>
                    <a:pt x="1397076" y="1483103"/>
                  </a:lnTo>
                  <a:lnTo>
                    <a:pt x="1397067" y="1483099"/>
                  </a:lnTo>
                  <a:lnTo>
                    <a:pt x="1397059" y="1483095"/>
                  </a:lnTo>
                  <a:lnTo>
                    <a:pt x="1397051" y="1483093"/>
                  </a:lnTo>
                  <a:lnTo>
                    <a:pt x="1397046" y="1483092"/>
                  </a:lnTo>
                  <a:lnTo>
                    <a:pt x="1397040" y="1483094"/>
                  </a:lnTo>
                  <a:lnTo>
                    <a:pt x="1397037" y="1483098"/>
                  </a:lnTo>
                  <a:lnTo>
                    <a:pt x="1397032" y="1483104"/>
                  </a:lnTo>
                  <a:lnTo>
                    <a:pt x="1397024" y="1483107"/>
                  </a:lnTo>
                  <a:lnTo>
                    <a:pt x="1397016" y="1483105"/>
                  </a:lnTo>
                  <a:lnTo>
                    <a:pt x="1397011" y="1483101"/>
                  </a:lnTo>
                  <a:lnTo>
                    <a:pt x="1397008" y="1483095"/>
                  </a:lnTo>
                  <a:lnTo>
                    <a:pt x="1397006" y="1483088"/>
                  </a:lnTo>
                  <a:lnTo>
                    <a:pt x="1397002" y="1483075"/>
                  </a:lnTo>
                  <a:lnTo>
                    <a:pt x="1396996" y="1483062"/>
                  </a:lnTo>
                  <a:lnTo>
                    <a:pt x="1396984" y="1483034"/>
                  </a:lnTo>
                  <a:lnTo>
                    <a:pt x="1396982" y="1483025"/>
                  </a:lnTo>
                  <a:lnTo>
                    <a:pt x="1396978" y="1483016"/>
                  </a:lnTo>
                  <a:lnTo>
                    <a:pt x="1396977" y="1483009"/>
                  </a:lnTo>
                  <a:lnTo>
                    <a:pt x="1396977" y="1483004"/>
                  </a:lnTo>
                  <a:lnTo>
                    <a:pt x="1396976" y="1482997"/>
                  </a:lnTo>
                  <a:lnTo>
                    <a:pt x="1396977" y="1482988"/>
                  </a:lnTo>
                  <a:lnTo>
                    <a:pt x="1396976" y="1482979"/>
                  </a:lnTo>
                  <a:lnTo>
                    <a:pt x="1396978" y="1482972"/>
                  </a:lnTo>
                  <a:lnTo>
                    <a:pt x="1396979" y="1482964"/>
                  </a:lnTo>
                  <a:lnTo>
                    <a:pt x="1396976" y="1482961"/>
                  </a:lnTo>
                  <a:lnTo>
                    <a:pt x="1396971" y="1482958"/>
                  </a:lnTo>
                  <a:lnTo>
                    <a:pt x="1396968" y="1482954"/>
                  </a:lnTo>
                  <a:lnTo>
                    <a:pt x="1396965" y="1482951"/>
                  </a:lnTo>
                  <a:lnTo>
                    <a:pt x="1396957" y="1482944"/>
                  </a:lnTo>
                  <a:lnTo>
                    <a:pt x="1396945" y="1482932"/>
                  </a:lnTo>
                  <a:lnTo>
                    <a:pt x="1396936" y="1482924"/>
                  </a:lnTo>
                  <a:lnTo>
                    <a:pt x="1396927" y="1482917"/>
                  </a:lnTo>
                  <a:lnTo>
                    <a:pt x="1396918" y="1482911"/>
                  </a:lnTo>
                  <a:lnTo>
                    <a:pt x="1396908" y="1482905"/>
                  </a:lnTo>
                  <a:lnTo>
                    <a:pt x="1396901" y="1482898"/>
                  </a:lnTo>
                  <a:lnTo>
                    <a:pt x="1396895" y="1482892"/>
                  </a:lnTo>
                  <a:lnTo>
                    <a:pt x="1396886" y="1482884"/>
                  </a:lnTo>
                  <a:lnTo>
                    <a:pt x="1396874" y="1482874"/>
                  </a:lnTo>
                  <a:lnTo>
                    <a:pt x="1396863" y="1482867"/>
                  </a:lnTo>
                  <a:lnTo>
                    <a:pt x="1396856" y="1482862"/>
                  </a:lnTo>
                  <a:lnTo>
                    <a:pt x="1396854" y="1482855"/>
                  </a:lnTo>
                  <a:lnTo>
                    <a:pt x="1396854" y="1482846"/>
                  </a:lnTo>
                  <a:lnTo>
                    <a:pt x="1396855" y="1482840"/>
                  </a:lnTo>
                  <a:lnTo>
                    <a:pt x="1396852" y="1482833"/>
                  </a:lnTo>
                  <a:lnTo>
                    <a:pt x="1396850" y="1482823"/>
                  </a:lnTo>
                  <a:lnTo>
                    <a:pt x="1396846" y="1482815"/>
                  </a:lnTo>
                  <a:lnTo>
                    <a:pt x="1396841" y="1482809"/>
                  </a:lnTo>
                  <a:lnTo>
                    <a:pt x="1396832" y="1482798"/>
                  </a:lnTo>
                  <a:lnTo>
                    <a:pt x="1396825" y="1482789"/>
                  </a:lnTo>
                  <a:lnTo>
                    <a:pt x="1396815" y="1482779"/>
                  </a:lnTo>
                  <a:lnTo>
                    <a:pt x="1396806" y="1482770"/>
                  </a:lnTo>
                  <a:lnTo>
                    <a:pt x="1396798" y="1482756"/>
                  </a:lnTo>
                  <a:lnTo>
                    <a:pt x="1396790" y="1482743"/>
                  </a:lnTo>
                  <a:lnTo>
                    <a:pt x="1396783" y="1482730"/>
                  </a:lnTo>
                  <a:lnTo>
                    <a:pt x="1396778" y="1482719"/>
                  </a:lnTo>
                  <a:lnTo>
                    <a:pt x="1396774" y="1482713"/>
                  </a:lnTo>
                  <a:lnTo>
                    <a:pt x="1396771" y="1482708"/>
                  </a:lnTo>
                  <a:lnTo>
                    <a:pt x="1396766" y="1482703"/>
                  </a:lnTo>
                  <a:lnTo>
                    <a:pt x="1396762" y="1482698"/>
                  </a:lnTo>
                  <a:lnTo>
                    <a:pt x="1396762" y="1482693"/>
                  </a:lnTo>
                  <a:lnTo>
                    <a:pt x="1396764" y="1482682"/>
                  </a:lnTo>
                  <a:lnTo>
                    <a:pt x="1396766" y="1482675"/>
                  </a:lnTo>
                  <a:lnTo>
                    <a:pt x="1396769" y="1482662"/>
                  </a:lnTo>
                  <a:lnTo>
                    <a:pt x="1396772" y="1482658"/>
                  </a:lnTo>
                  <a:lnTo>
                    <a:pt x="1396775" y="1482653"/>
                  </a:lnTo>
                  <a:lnTo>
                    <a:pt x="1396778" y="1482647"/>
                  </a:lnTo>
                  <a:lnTo>
                    <a:pt x="1396779" y="1482640"/>
                  </a:lnTo>
                  <a:lnTo>
                    <a:pt x="1396781" y="1482634"/>
                  </a:lnTo>
                  <a:lnTo>
                    <a:pt x="1396780" y="1482623"/>
                  </a:lnTo>
                  <a:lnTo>
                    <a:pt x="1396775" y="1482612"/>
                  </a:lnTo>
                  <a:lnTo>
                    <a:pt x="1396768" y="1482602"/>
                  </a:lnTo>
                  <a:lnTo>
                    <a:pt x="1396759" y="1482592"/>
                  </a:lnTo>
                  <a:lnTo>
                    <a:pt x="1396748" y="1482580"/>
                  </a:lnTo>
                  <a:lnTo>
                    <a:pt x="1396738" y="1482570"/>
                  </a:lnTo>
                  <a:lnTo>
                    <a:pt x="1396725" y="1482560"/>
                  </a:lnTo>
                  <a:lnTo>
                    <a:pt x="1396718" y="1482556"/>
                  </a:lnTo>
                  <a:lnTo>
                    <a:pt x="1396713" y="1482551"/>
                  </a:lnTo>
                  <a:lnTo>
                    <a:pt x="1396709" y="1482546"/>
                  </a:lnTo>
                  <a:lnTo>
                    <a:pt x="1396704" y="1482534"/>
                  </a:lnTo>
                  <a:lnTo>
                    <a:pt x="1396701" y="1482527"/>
                  </a:lnTo>
                  <a:lnTo>
                    <a:pt x="1396697" y="1482525"/>
                  </a:lnTo>
                  <a:lnTo>
                    <a:pt x="1396689" y="1482524"/>
                  </a:lnTo>
                  <a:lnTo>
                    <a:pt x="1396677" y="1482525"/>
                  </a:lnTo>
                  <a:lnTo>
                    <a:pt x="1396670" y="1482523"/>
                  </a:lnTo>
                  <a:lnTo>
                    <a:pt x="1396661" y="1482519"/>
                  </a:lnTo>
                  <a:lnTo>
                    <a:pt x="1396649" y="1482512"/>
                  </a:lnTo>
                  <a:lnTo>
                    <a:pt x="1396639" y="1482505"/>
                  </a:lnTo>
                  <a:lnTo>
                    <a:pt x="1396630" y="1482500"/>
                  </a:lnTo>
                  <a:lnTo>
                    <a:pt x="1396626" y="1482494"/>
                  </a:lnTo>
                  <a:lnTo>
                    <a:pt x="1396615" y="1482481"/>
                  </a:lnTo>
                  <a:lnTo>
                    <a:pt x="1396608" y="1482472"/>
                  </a:lnTo>
                  <a:lnTo>
                    <a:pt x="1396603" y="1482469"/>
                  </a:lnTo>
                  <a:lnTo>
                    <a:pt x="1396598" y="1482467"/>
                  </a:lnTo>
                  <a:lnTo>
                    <a:pt x="1396593" y="1482463"/>
                  </a:lnTo>
                  <a:lnTo>
                    <a:pt x="1396589" y="1482457"/>
                  </a:lnTo>
                  <a:lnTo>
                    <a:pt x="1396585" y="1482448"/>
                  </a:lnTo>
                  <a:lnTo>
                    <a:pt x="1396583" y="1482440"/>
                  </a:lnTo>
                  <a:lnTo>
                    <a:pt x="1396583" y="1482434"/>
                  </a:lnTo>
                  <a:lnTo>
                    <a:pt x="1396583" y="1482426"/>
                  </a:lnTo>
                  <a:lnTo>
                    <a:pt x="1396587" y="1482417"/>
                  </a:lnTo>
                  <a:lnTo>
                    <a:pt x="1396588" y="1482412"/>
                  </a:lnTo>
                  <a:lnTo>
                    <a:pt x="1396585" y="1482408"/>
                  </a:lnTo>
                  <a:lnTo>
                    <a:pt x="1396575" y="1482396"/>
                  </a:lnTo>
                  <a:lnTo>
                    <a:pt x="1396568" y="1482388"/>
                  </a:lnTo>
                  <a:lnTo>
                    <a:pt x="1396559" y="1482373"/>
                  </a:lnTo>
                  <a:lnTo>
                    <a:pt x="1396550" y="1482359"/>
                  </a:lnTo>
                  <a:lnTo>
                    <a:pt x="1396546" y="1482353"/>
                  </a:lnTo>
                  <a:lnTo>
                    <a:pt x="1396538" y="1482340"/>
                  </a:lnTo>
                  <a:lnTo>
                    <a:pt x="1396533" y="1482331"/>
                  </a:lnTo>
                  <a:lnTo>
                    <a:pt x="1396520" y="1482322"/>
                  </a:lnTo>
                  <a:lnTo>
                    <a:pt x="1396512" y="1482312"/>
                  </a:lnTo>
                  <a:lnTo>
                    <a:pt x="1396507" y="1482317"/>
                  </a:lnTo>
                  <a:lnTo>
                    <a:pt x="1396497" y="1482327"/>
                  </a:lnTo>
                  <a:lnTo>
                    <a:pt x="1396483" y="1482344"/>
                  </a:lnTo>
                  <a:lnTo>
                    <a:pt x="1396467" y="1482364"/>
                  </a:lnTo>
                  <a:lnTo>
                    <a:pt x="1396456" y="1482379"/>
                  </a:lnTo>
                  <a:lnTo>
                    <a:pt x="1396445" y="1482389"/>
                  </a:lnTo>
                  <a:lnTo>
                    <a:pt x="1396439" y="1482398"/>
                  </a:lnTo>
                  <a:lnTo>
                    <a:pt x="1396431" y="1482409"/>
                  </a:lnTo>
                  <a:lnTo>
                    <a:pt x="1396426" y="1482413"/>
                  </a:lnTo>
                  <a:lnTo>
                    <a:pt x="1396421" y="1482414"/>
                  </a:lnTo>
                  <a:lnTo>
                    <a:pt x="1396416" y="1482414"/>
                  </a:lnTo>
                  <a:lnTo>
                    <a:pt x="1396405" y="1482411"/>
                  </a:lnTo>
                  <a:lnTo>
                    <a:pt x="1396385" y="1482406"/>
                  </a:lnTo>
                  <a:lnTo>
                    <a:pt x="1396369" y="1482402"/>
                  </a:lnTo>
                  <a:lnTo>
                    <a:pt x="1396359" y="1482398"/>
                  </a:lnTo>
                  <a:lnTo>
                    <a:pt x="1396352" y="1482397"/>
                  </a:lnTo>
                  <a:lnTo>
                    <a:pt x="1396343" y="1482397"/>
                  </a:lnTo>
                  <a:lnTo>
                    <a:pt x="1396335" y="1482399"/>
                  </a:lnTo>
                  <a:lnTo>
                    <a:pt x="1396328" y="1482401"/>
                  </a:lnTo>
                  <a:lnTo>
                    <a:pt x="1396305" y="1482412"/>
                  </a:lnTo>
                  <a:lnTo>
                    <a:pt x="1396290" y="1482419"/>
                  </a:lnTo>
                  <a:lnTo>
                    <a:pt x="1396276" y="1482424"/>
                  </a:lnTo>
                  <a:lnTo>
                    <a:pt x="1396269" y="1482425"/>
                  </a:lnTo>
                  <a:lnTo>
                    <a:pt x="1396261" y="1482424"/>
                  </a:lnTo>
                  <a:lnTo>
                    <a:pt x="1396250" y="1482421"/>
                  </a:lnTo>
                  <a:lnTo>
                    <a:pt x="1396231" y="1482414"/>
                  </a:lnTo>
                  <a:lnTo>
                    <a:pt x="1396208" y="1482405"/>
                  </a:lnTo>
                  <a:lnTo>
                    <a:pt x="1396194" y="1482401"/>
                  </a:lnTo>
                  <a:lnTo>
                    <a:pt x="1396179" y="1482397"/>
                  </a:lnTo>
                  <a:lnTo>
                    <a:pt x="1396172" y="1482396"/>
                  </a:lnTo>
                  <a:lnTo>
                    <a:pt x="1396166" y="1482392"/>
                  </a:lnTo>
                  <a:lnTo>
                    <a:pt x="1396158" y="1482387"/>
                  </a:lnTo>
                  <a:lnTo>
                    <a:pt x="1396148" y="1482378"/>
                  </a:lnTo>
                  <a:lnTo>
                    <a:pt x="1396145" y="1482371"/>
                  </a:lnTo>
                  <a:lnTo>
                    <a:pt x="1396142" y="1482360"/>
                  </a:lnTo>
                  <a:lnTo>
                    <a:pt x="1396139" y="1482356"/>
                  </a:lnTo>
                  <a:lnTo>
                    <a:pt x="1396129" y="1482346"/>
                  </a:lnTo>
                  <a:lnTo>
                    <a:pt x="1396116" y="1482337"/>
                  </a:lnTo>
                  <a:lnTo>
                    <a:pt x="1396108" y="1482332"/>
                  </a:lnTo>
                  <a:lnTo>
                    <a:pt x="1396103" y="1482328"/>
                  </a:lnTo>
                  <a:lnTo>
                    <a:pt x="1396100" y="1482322"/>
                  </a:lnTo>
                  <a:lnTo>
                    <a:pt x="1396095" y="1482312"/>
                  </a:lnTo>
                  <a:lnTo>
                    <a:pt x="1396091" y="1482299"/>
                  </a:lnTo>
                  <a:lnTo>
                    <a:pt x="1396086" y="1482285"/>
                  </a:lnTo>
                  <a:lnTo>
                    <a:pt x="1396078" y="1482271"/>
                  </a:lnTo>
                  <a:lnTo>
                    <a:pt x="1396075" y="1482261"/>
                  </a:lnTo>
                  <a:lnTo>
                    <a:pt x="1396072" y="1482252"/>
                  </a:lnTo>
                  <a:lnTo>
                    <a:pt x="1396066" y="1482248"/>
                  </a:lnTo>
                  <a:lnTo>
                    <a:pt x="1396058" y="1482247"/>
                  </a:lnTo>
                  <a:lnTo>
                    <a:pt x="1396046" y="1482245"/>
                  </a:lnTo>
                  <a:lnTo>
                    <a:pt x="1396033" y="1482239"/>
                  </a:lnTo>
                  <a:lnTo>
                    <a:pt x="1396020" y="1482232"/>
                  </a:lnTo>
                  <a:lnTo>
                    <a:pt x="1396007" y="1482225"/>
                  </a:lnTo>
                  <a:lnTo>
                    <a:pt x="1396000" y="1482219"/>
                  </a:lnTo>
                  <a:lnTo>
                    <a:pt x="1395983" y="1482209"/>
                  </a:lnTo>
                  <a:lnTo>
                    <a:pt x="1395973" y="1482204"/>
                  </a:lnTo>
                  <a:lnTo>
                    <a:pt x="1395958" y="1482201"/>
                  </a:lnTo>
                  <a:lnTo>
                    <a:pt x="1395942" y="1482199"/>
                  </a:lnTo>
                  <a:lnTo>
                    <a:pt x="1395922" y="1482202"/>
                  </a:lnTo>
                  <a:lnTo>
                    <a:pt x="1395914" y="1482201"/>
                  </a:lnTo>
                  <a:lnTo>
                    <a:pt x="1395898" y="1482202"/>
                  </a:lnTo>
                  <a:lnTo>
                    <a:pt x="1395883" y="1482201"/>
                  </a:lnTo>
                  <a:lnTo>
                    <a:pt x="1395872" y="1482200"/>
                  </a:lnTo>
                  <a:lnTo>
                    <a:pt x="1395865" y="1482197"/>
                  </a:lnTo>
                  <a:lnTo>
                    <a:pt x="1395856" y="1482194"/>
                  </a:lnTo>
                  <a:lnTo>
                    <a:pt x="1395852" y="1482207"/>
                  </a:lnTo>
                  <a:lnTo>
                    <a:pt x="1395847" y="1482228"/>
                  </a:lnTo>
                  <a:lnTo>
                    <a:pt x="1395847" y="1482238"/>
                  </a:lnTo>
                  <a:lnTo>
                    <a:pt x="1395846" y="1482249"/>
                  </a:lnTo>
                  <a:lnTo>
                    <a:pt x="1395841" y="1482258"/>
                  </a:lnTo>
                  <a:lnTo>
                    <a:pt x="1395834" y="1482265"/>
                  </a:lnTo>
                  <a:lnTo>
                    <a:pt x="1395825" y="1482274"/>
                  </a:lnTo>
                  <a:lnTo>
                    <a:pt x="1395815" y="1482285"/>
                  </a:lnTo>
                  <a:lnTo>
                    <a:pt x="1395812" y="1482289"/>
                  </a:lnTo>
                  <a:lnTo>
                    <a:pt x="1395809" y="1482302"/>
                  </a:lnTo>
                  <a:lnTo>
                    <a:pt x="1395813" y="1482318"/>
                  </a:lnTo>
                  <a:lnTo>
                    <a:pt x="1395814" y="1482331"/>
                  </a:lnTo>
                  <a:lnTo>
                    <a:pt x="1395811" y="1482345"/>
                  </a:lnTo>
                  <a:lnTo>
                    <a:pt x="1395808" y="1482350"/>
                  </a:lnTo>
                  <a:lnTo>
                    <a:pt x="1395805" y="1482355"/>
                  </a:lnTo>
                  <a:lnTo>
                    <a:pt x="1395801" y="1482359"/>
                  </a:lnTo>
                  <a:lnTo>
                    <a:pt x="1395794" y="1482362"/>
                  </a:lnTo>
                  <a:lnTo>
                    <a:pt x="1395785" y="1482367"/>
                  </a:lnTo>
                  <a:lnTo>
                    <a:pt x="1395772" y="1482373"/>
                  </a:lnTo>
                  <a:lnTo>
                    <a:pt x="1395762" y="1482378"/>
                  </a:lnTo>
                  <a:lnTo>
                    <a:pt x="1395745" y="1482380"/>
                  </a:lnTo>
                  <a:lnTo>
                    <a:pt x="1395725" y="1482382"/>
                  </a:lnTo>
                  <a:lnTo>
                    <a:pt x="1395711" y="1482384"/>
                  </a:lnTo>
                  <a:lnTo>
                    <a:pt x="1395697" y="1482389"/>
                  </a:lnTo>
                  <a:lnTo>
                    <a:pt x="1395693" y="1482391"/>
                  </a:lnTo>
                  <a:lnTo>
                    <a:pt x="1395689" y="1482394"/>
                  </a:lnTo>
                  <a:lnTo>
                    <a:pt x="1395688" y="1482402"/>
                  </a:lnTo>
                  <a:lnTo>
                    <a:pt x="1395682" y="1482424"/>
                  </a:lnTo>
                  <a:lnTo>
                    <a:pt x="1395675" y="1482437"/>
                  </a:lnTo>
                  <a:lnTo>
                    <a:pt x="1395666" y="1482447"/>
                  </a:lnTo>
                  <a:lnTo>
                    <a:pt x="1395659" y="1482455"/>
                  </a:lnTo>
                  <a:lnTo>
                    <a:pt x="1395641" y="1482463"/>
                  </a:lnTo>
                  <a:lnTo>
                    <a:pt x="1395617" y="1482462"/>
                  </a:lnTo>
                  <a:lnTo>
                    <a:pt x="1395611" y="1482461"/>
                  </a:lnTo>
                  <a:lnTo>
                    <a:pt x="1395604" y="1482458"/>
                  </a:lnTo>
                  <a:lnTo>
                    <a:pt x="1395596" y="1482453"/>
                  </a:lnTo>
                  <a:lnTo>
                    <a:pt x="1395587" y="1482446"/>
                  </a:lnTo>
                  <a:lnTo>
                    <a:pt x="1395575" y="1482434"/>
                  </a:lnTo>
                  <a:lnTo>
                    <a:pt x="1395563" y="1482425"/>
                  </a:lnTo>
                  <a:lnTo>
                    <a:pt x="1395554" y="1482420"/>
                  </a:lnTo>
                  <a:lnTo>
                    <a:pt x="1395537" y="1482414"/>
                  </a:lnTo>
                  <a:lnTo>
                    <a:pt x="1395520" y="1482408"/>
                  </a:lnTo>
                  <a:lnTo>
                    <a:pt x="1395508" y="1482405"/>
                  </a:lnTo>
                  <a:lnTo>
                    <a:pt x="1395495" y="1482404"/>
                  </a:lnTo>
                  <a:lnTo>
                    <a:pt x="1395485" y="1482404"/>
                  </a:lnTo>
                  <a:lnTo>
                    <a:pt x="1395479" y="1482403"/>
                  </a:lnTo>
                  <a:lnTo>
                    <a:pt x="1395473" y="1482402"/>
                  </a:lnTo>
                  <a:lnTo>
                    <a:pt x="1395465" y="1482404"/>
                  </a:lnTo>
                  <a:lnTo>
                    <a:pt x="1395459" y="1482409"/>
                  </a:lnTo>
                  <a:lnTo>
                    <a:pt x="1395443" y="1482420"/>
                  </a:lnTo>
                  <a:lnTo>
                    <a:pt x="1395427" y="1482429"/>
                  </a:lnTo>
                  <a:lnTo>
                    <a:pt x="1395418" y="1482435"/>
                  </a:lnTo>
                  <a:lnTo>
                    <a:pt x="1395413" y="1482442"/>
                  </a:lnTo>
                  <a:lnTo>
                    <a:pt x="1395406" y="1482451"/>
                  </a:lnTo>
                  <a:lnTo>
                    <a:pt x="1395398" y="1482458"/>
                  </a:lnTo>
                  <a:lnTo>
                    <a:pt x="1395391" y="1482466"/>
                  </a:lnTo>
                  <a:lnTo>
                    <a:pt x="1395385" y="1482470"/>
                  </a:lnTo>
                  <a:lnTo>
                    <a:pt x="1395377" y="1482475"/>
                  </a:lnTo>
                  <a:lnTo>
                    <a:pt x="1395372" y="1482479"/>
                  </a:lnTo>
                  <a:lnTo>
                    <a:pt x="1395364" y="1482486"/>
                  </a:lnTo>
                  <a:lnTo>
                    <a:pt x="1395358" y="1482486"/>
                  </a:lnTo>
                  <a:lnTo>
                    <a:pt x="1395352" y="1482483"/>
                  </a:lnTo>
                  <a:lnTo>
                    <a:pt x="1395339" y="1482478"/>
                  </a:lnTo>
                  <a:lnTo>
                    <a:pt x="1395326" y="1482469"/>
                  </a:lnTo>
                  <a:lnTo>
                    <a:pt x="1395317" y="1482461"/>
                  </a:lnTo>
                  <a:lnTo>
                    <a:pt x="1395303" y="1482448"/>
                  </a:lnTo>
                  <a:lnTo>
                    <a:pt x="1395287" y="1482439"/>
                  </a:lnTo>
                  <a:lnTo>
                    <a:pt x="1395274" y="1482433"/>
                  </a:lnTo>
                  <a:lnTo>
                    <a:pt x="1395259" y="1482429"/>
                  </a:lnTo>
                  <a:lnTo>
                    <a:pt x="1395247" y="1482426"/>
                  </a:lnTo>
                  <a:lnTo>
                    <a:pt x="1395223" y="1482425"/>
                  </a:lnTo>
                  <a:lnTo>
                    <a:pt x="1395201" y="1482423"/>
                  </a:lnTo>
                  <a:lnTo>
                    <a:pt x="1395120" y="1482406"/>
                  </a:lnTo>
                  <a:lnTo>
                    <a:pt x="1395101" y="1482438"/>
                  </a:lnTo>
                  <a:lnTo>
                    <a:pt x="1395039" y="1482445"/>
                  </a:lnTo>
                  <a:lnTo>
                    <a:pt x="1395016" y="1482428"/>
                  </a:lnTo>
                  <a:lnTo>
                    <a:pt x="1395022" y="1482379"/>
                  </a:lnTo>
                  <a:lnTo>
                    <a:pt x="1395020" y="1482375"/>
                  </a:lnTo>
                  <a:lnTo>
                    <a:pt x="1395010" y="1482366"/>
                  </a:lnTo>
                  <a:lnTo>
                    <a:pt x="1395000" y="1482359"/>
                  </a:lnTo>
                  <a:lnTo>
                    <a:pt x="1394988" y="1482352"/>
                  </a:lnTo>
                  <a:lnTo>
                    <a:pt x="1394970" y="1482342"/>
                  </a:lnTo>
                  <a:lnTo>
                    <a:pt x="1394960" y="1482335"/>
                  </a:lnTo>
                  <a:lnTo>
                    <a:pt x="1394943" y="1482320"/>
                  </a:lnTo>
                  <a:lnTo>
                    <a:pt x="1394941" y="1482316"/>
                  </a:lnTo>
                  <a:lnTo>
                    <a:pt x="1394936" y="1482299"/>
                  </a:lnTo>
                  <a:lnTo>
                    <a:pt x="1394933" y="1482289"/>
                  </a:lnTo>
                  <a:lnTo>
                    <a:pt x="1394929" y="1482279"/>
                  </a:lnTo>
                  <a:lnTo>
                    <a:pt x="1394927" y="1482275"/>
                  </a:lnTo>
                  <a:lnTo>
                    <a:pt x="1394922" y="1482273"/>
                  </a:lnTo>
                  <a:lnTo>
                    <a:pt x="1394917" y="1482271"/>
                  </a:lnTo>
                  <a:lnTo>
                    <a:pt x="1394912" y="1482272"/>
                  </a:lnTo>
                  <a:lnTo>
                    <a:pt x="1394905" y="1482273"/>
                  </a:lnTo>
                  <a:lnTo>
                    <a:pt x="1394899" y="1482274"/>
                  </a:lnTo>
                  <a:lnTo>
                    <a:pt x="1394891" y="1482272"/>
                  </a:lnTo>
                  <a:lnTo>
                    <a:pt x="1394882" y="1482270"/>
                  </a:lnTo>
                  <a:lnTo>
                    <a:pt x="1394874" y="1482268"/>
                  </a:lnTo>
                  <a:lnTo>
                    <a:pt x="1394867" y="1482264"/>
                  </a:lnTo>
                  <a:lnTo>
                    <a:pt x="1394855" y="1482259"/>
                  </a:lnTo>
                  <a:lnTo>
                    <a:pt x="1394823" y="1482245"/>
                  </a:lnTo>
                  <a:lnTo>
                    <a:pt x="1394800" y="1482234"/>
                  </a:lnTo>
                  <a:lnTo>
                    <a:pt x="1394795" y="1482231"/>
                  </a:lnTo>
                  <a:lnTo>
                    <a:pt x="1394788" y="1482227"/>
                  </a:lnTo>
                  <a:lnTo>
                    <a:pt x="1394782" y="1482226"/>
                  </a:lnTo>
                  <a:lnTo>
                    <a:pt x="1394777" y="1482227"/>
                  </a:lnTo>
                  <a:lnTo>
                    <a:pt x="1394770" y="1482233"/>
                  </a:lnTo>
                  <a:lnTo>
                    <a:pt x="1394761" y="1482239"/>
                  </a:lnTo>
                  <a:lnTo>
                    <a:pt x="1394749" y="1482245"/>
                  </a:lnTo>
                  <a:lnTo>
                    <a:pt x="1394743" y="1482247"/>
                  </a:lnTo>
                  <a:lnTo>
                    <a:pt x="1394735" y="1482246"/>
                  </a:lnTo>
                  <a:lnTo>
                    <a:pt x="1394725" y="1482245"/>
                  </a:lnTo>
                  <a:lnTo>
                    <a:pt x="1394712" y="1482243"/>
                  </a:lnTo>
                  <a:lnTo>
                    <a:pt x="1394703" y="1482244"/>
                  </a:lnTo>
                  <a:lnTo>
                    <a:pt x="1394697" y="1482248"/>
                  </a:lnTo>
                  <a:lnTo>
                    <a:pt x="1394691" y="1482255"/>
                  </a:lnTo>
                  <a:lnTo>
                    <a:pt x="1394685" y="1482261"/>
                  </a:lnTo>
                  <a:lnTo>
                    <a:pt x="1394680" y="1482260"/>
                  </a:lnTo>
                  <a:lnTo>
                    <a:pt x="1394675" y="1482256"/>
                  </a:lnTo>
                  <a:lnTo>
                    <a:pt x="1394669" y="1482251"/>
                  </a:lnTo>
                  <a:lnTo>
                    <a:pt x="1394664" y="1482245"/>
                  </a:lnTo>
                  <a:lnTo>
                    <a:pt x="1394658" y="1482242"/>
                  </a:lnTo>
                  <a:lnTo>
                    <a:pt x="1394649" y="1482237"/>
                  </a:lnTo>
                  <a:lnTo>
                    <a:pt x="1394643" y="1482229"/>
                  </a:lnTo>
                  <a:lnTo>
                    <a:pt x="1394639" y="1482223"/>
                  </a:lnTo>
                  <a:lnTo>
                    <a:pt x="1394634" y="1482214"/>
                  </a:lnTo>
                  <a:lnTo>
                    <a:pt x="1394632" y="1482209"/>
                  </a:lnTo>
                  <a:lnTo>
                    <a:pt x="1394632" y="1482202"/>
                  </a:lnTo>
                  <a:lnTo>
                    <a:pt x="1394631" y="1482195"/>
                  </a:lnTo>
                  <a:lnTo>
                    <a:pt x="1394632" y="1482186"/>
                  </a:lnTo>
                  <a:lnTo>
                    <a:pt x="1394634" y="1482177"/>
                  </a:lnTo>
                  <a:lnTo>
                    <a:pt x="1394634" y="1482172"/>
                  </a:lnTo>
                  <a:lnTo>
                    <a:pt x="1394634" y="1482166"/>
                  </a:lnTo>
                  <a:lnTo>
                    <a:pt x="1394631" y="1482162"/>
                  </a:lnTo>
                  <a:lnTo>
                    <a:pt x="1394626" y="1482158"/>
                  </a:lnTo>
                  <a:lnTo>
                    <a:pt x="1394621" y="1482155"/>
                  </a:lnTo>
                  <a:lnTo>
                    <a:pt x="1394616" y="1482150"/>
                  </a:lnTo>
                  <a:lnTo>
                    <a:pt x="1394613" y="1482146"/>
                  </a:lnTo>
                  <a:lnTo>
                    <a:pt x="1394611" y="1482140"/>
                  </a:lnTo>
                  <a:lnTo>
                    <a:pt x="1394607" y="1482133"/>
                  </a:lnTo>
                  <a:lnTo>
                    <a:pt x="1394603" y="1482126"/>
                  </a:lnTo>
                  <a:lnTo>
                    <a:pt x="1394600" y="1482117"/>
                  </a:lnTo>
                  <a:lnTo>
                    <a:pt x="1394595" y="1482109"/>
                  </a:lnTo>
                  <a:lnTo>
                    <a:pt x="1394590" y="1482102"/>
                  </a:lnTo>
                  <a:lnTo>
                    <a:pt x="1394585" y="1482098"/>
                  </a:lnTo>
                  <a:lnTo>
                    <a:pt x="1394580" y="1482094"/>
                  </a:lnTo>
                  <a:lnTo>
                    <a:pt x="1394573" y="1482091"/>
                  </a:lnTo>
                  <a:lnTo>
                    <a:pt x="1394515" y="1482069"/>
                  </a:lnTo>
                  <a:lnTo>
                    <a:pt x="1394509" y="1482064"/>
                  </a:lnTo>
                  <a:lnTo>
                    <a:pt x="1394499" y="1482052"/>
                  </a:lnTo>
                  <a:lnTo>
                    <a:pt x="1394488" y="1482041"/>
                  </a:lnTo>
                  <a:lnTo>
                    <a:pt x="1394483" y="1482040"/>
                  </a:lnTo>
                  <a:lnTo>
                    <a:pt x="1394476" y="1482039"/>
                  </a:lnTo>
                  <a:lnTo>
                    <a:pt x="1394463" y="1482037"/>
                  </a:lnTo>
                  <a:lnTo>
                    <a:pt x="1394454" y="1482037"/>
                  </a:lnTo>
                  <a:lnTo>
                    <a:pt x="1394446" y="1482035"/>
                  </a:lnTo>
                  <a:lnTo>
                    <a:pt x="1394436" y="1482031"/>
                  </a:lnTo>
                  <a:lnTo>
                    <a:pt x="1394420" y="1482024"/>
                  </a:lnTo>
                  <a:lnTo>
                    <a:pt x="1394406" y="1482016"/>
                  </a:lnTo>
                  <a:lnTo>
                    <a:pt x="1394399" y="1482012"/>
                  </a:lnTo>
                  <a:lnTo>
                    <a:pt x="1394391" y="1482011"/>
                  </a:lnTo>
                  <a:lnTo>
                    <a:pt x="1394377" y="1482010"/>
                  </a:lnTo>
                  <a:lnTo>
                    <a:pt x="1394366" y="1482010"/>
                  </a:lnTo>
                  <a:lnTo>
                    <a:pt x="1394349" y="1482009"/>
                  </a:lnTo>
                  <a:lnTo>
                    <a:pt x="1394341" y="1482007"/>
                  </a:lnTo>
                  <a:lnTo>
                    <a:pt x="1394334" y="1482004"/>
                  </a:lnTo>
                  <a:lnTo>
                    <a:pt x="1394328" y="1482001"/>
                  </a:lnTo>
                  <a:lnTo>
                    <a:pt x="1394319" y="1481995"/>
                  </a:lnTo>
                  <a:lnTo>
                    <a:pt x="1394313" y="1481988"/>
                  </a:lnTo>
                  <a:lnTo>
                    <a:pt x="1394307" y="1481982"/>
                  </a:lnTo>
                  <a:lnTo>
                    <a:pt x="1394301" y="1481980"/>
                  </a:lnTo>
                  <a:lnTo>
                    <a:pt x="1394284" y="1481979"/>
                  </a:lnTo>
                  <a:lnTo>
                    <a:pt x="1394274" y="1481978"/>
                  </a:lnTo>
                  <a:lnTo>
                    <a:pt x="1394268" y="1481980"/>
                  </a:lnTo>
                  <a:lnTo>
                    <a:pt x="1394263" y="1481980"/>
                  </a:lnTo>
                  <a:lnTo>
                    <a:pt x="1394257" y="1481980"/>
                  </a:lnTo>
                  <a:lnTo>
                    <a:pt x="1394251" y="1481978"/>
                  </a:lnTo>
                  <a:lnTo>
                    <a:pt x="1394245" y="1481973"/>
                  </a:lnTo>
                  <a:lnTo>
                    <a:pt x="1394241" y="1481965"/>
                  </a:lnTo>
                  <a:lnTo>
                    <a:pt x="1394239" y="1481961"/>
                  </a:lnTo>
                  <a:lnTo>
                    <a:pt x="1394238" y="1481953"/>
                  </a:lnTo>
                  <a:lnTo>
                    <a:pt x="1394237" y="1481941"/>
                  </a:lnTo>
                  <a:lnTo>
                    <a:pt x="1394237" y="1481927"/>
                  </a:lnTo>
                  <a:lnTo>
                    <a:pt x="1394239" y="1481916"/>
                  </a:lnTo>
                  <a:lnTo>
                    <a:pt x="1394238" y="1481907"/>
                  </a:lnTo>
                  <a:lnTo>
                    <a:pt x="1394238" y="1481899"/>
                  </a:lnTo>
                  <a:lnTo>
                    <a:pt x="1394235" y="1481892"/>
                  </a:lnTo>
                  <a:lnTo>
                    <a:pt x="1394228" y="1481886"/>
                  </a:lnTo>
                  <a:lnTo>
                    <a:pt x="1394221" y="1481880"/>
                  </a:lnTo>
                  <a:lnTo>
                    <a:pt x="1394212" y="1481876"/>
                  </a:lnTo>
                  <a:lnTo>
                    <a:pt x="1394198" y="1481872"/>
                  </a:lnTo>
                  <a:lnTo>
                    <a:pt x="1394192" y="1481870"/>
                  </a:lnTo>
                  <a:lnTo>
                    <a:pt x="1394183" y="1481871"/>
                  </a:lnTo>
                  <a:lnTo>
                    <a:pt x="1394158" y="1481871"/>
                  </a:lnTo>
                  <a:lnTo>
                    <a:pt x="1394151" y="1481873"/>
                  </a:lnTo>
                  <a:lnTo>
                    <a:pt x="1394146" y="1481874"/>
                  </a:lnTo>
                  <a:lnTo>
                    <a:pt x="1394137" y="1481877"/>
                  </a:lnTo>
                  <a:lnTo>
                    <a:pt x="1394131" y="1481881"/>
                  </a:lnTo>
                  <a:lnTo>
                    <a:pt x="1394126" y="1481882"/>
                  </a:lnTo>
                  <a:lnTo>
                    <a:pt x="1394120" y="1481883"/>
                  </a:lnTo>
                  <a:lnTo>
                    <a:pt x="1394113" y="1481882"/>
                  </a:lnTo>
                  <a:lnTo>
                    <a:pt x="1394105" y="1481879"/>
                  </a:lnTo>
                  <a:lnTo>
                    <a:pt x="1394099" y="1481877"/>
                  </a:lnTo>
                  <a:lnTo>
                    <a:pt x="1394091" y="1481875"/>
                  </a:lnTo>
                  <a:lnTo>
                    <a:pt x="1394084" y="1481874"/>
                  </a:lnTo>
                  <a:lnTo>
                    <a:pt x="1394077" y="1481875"/>
                  </a:lnTo>
                  <a:lnTo>
                    <a:pt x="1394072" y="1481878"/>
                  </a:lnTo>
                  <a:lnTo>
                    <a:pt x="1394067" y="1481882"/>
                  </a:lnTo>
                  <a:lnTo>
                    <a:pt x="1394064" y="1481888"/>
                  </a:lnTo>
                  <a:lnTo>
                    <a:pt x="1394058" y="1481892"/>
                  </a:lnTo>
                  <a:lnTo>
                    <a:pt x="1394052" y="1481894"/>
                  </a:lnTo>
                  <a:lnTo>
                    <a:pt x="1394046" y="1481895"/>
                  </a:lnTo>
                  <a:lnTo>
                    <a:pt x="1394038" y="1481896"/>
                  </a:lnTo>
                  <a:lnTo>
                    <a:pt x="1394030" y="1481896"/>
                  </a:lnTo>
                  <a:lnTo>
                    <a:pt x="1394022" y="1481895"/>
                  </a:lnTo>
                  <a:lnTo>
                    <a:pt x="1394016" y="1481894"/>
                  </a:lnTo>
                  <a:lnTo>
                    <a:pt x="1394011" y="1481889"/>
                  </a:lnTo>
                  <a:lnTo>
                    <a:pt x="1394004" y="1481881"/>
                  </a:lnTo>
                  <a:lnTo>
                    <a:pt x="1393998" y="1481875"/>
                  </a:lnTo>
                  <a:lnTo>
                    <a:pt x="1393993" y="1481878"/>
                  </a:lnTo>
                  <a:lnTo>
                    <a:pt x="1393985" y="1481884"/>
                  </a:lnTo>
                  <a:lnTo>
                    <a:pt x="1393971" y="1481896"/>
                  </a:lnTo>
                  <a:lnTo>
                    <a:pt x="1393963" y="1481904"/>
                  </a:lnTo>
                  <a:lnTo>
                    <a:pt x="1393962" y="1481914"/>
                  </a:lnTo>
                  <a:lnTo>
                    <a:pt x="1393960" y="1481920"/>
                  </a:lnTo>
                  <a:lnTo>
                    <a:pt x="1393953" y="1481918"/>
                  </a:lnTo>
                  <a:lnTo>
                    <a:pt x="1393944" y="1481913"/>
                  </a:lnTo>
                  <a:lnTo>
                    <a:pt x="1393935" y="1481908"/>
                  </a:lnTo>
                  <a:lnTo>
                    <a:pt x="1393929" y="1481904"/>
                  </a:lnTo>
                  <a:lnTo>
                    <a:pt x="1393926" y="1481900"/>
                  </a:lnTo>
                  <a:lnTo>
                    <a:pt x="1393921" y="1481894"/>
                  </a:lnTo>
                  <a:lnTo>
                    <a:pt x="1393917" y="1481887"/>
                  </a:lnTo>
                  <a:lnTo>
                    <a:pt x="1393911" y="1481879"/>
                  </a:lnTo>
                  <a:lnTo>
                    <a:pt x="1393900" y="1481870"/>
                  </a:lnTo>
                  <a:lnTo>
                    <a:pt x="1393891" y="1481865"/>
                  </a:lnTo>
                  <a:lnTo>
                    <a:pt x="1393882" y="1481862"/>
                  </a:lnTo>
                  <a:lnTo>
                    <a:pt x="1393873" y="1481860"/>
                  </a:lnTo>
                  <a:lnTo>
                    <a:pt x="1393864" y="1481860"/>
                  </a:lnTo>
                  <a:lnTo>
                    <a:pt x="1393848" y="1481860"/>
                  </a:lnTo>
                  <a:lnTo>
                    <a:pt x="1393835" y="1481860"/>
                  </a:lnTo>
                  <a:lnTo>
                    <a:pt x="1393820" y="1481859"/>
                  </a:lnTo>
                  <a:lnTo>
                    <a:pt x="1393813" y="1481855"/>
                  </a:lnTo>
                  <a:lnTo>
                    <a:pt x="1393807" y="1481852"/>
                  </a:lnTo>
                  <a:lnTo>
                    <a:pt x="1393800" y="1481849"/>
                  </a:lnTo>
                  <a:lnTo>
                    <a:pt x="1393793" y="1481848"/>
                  </a:lnTo>
                  <a:lnTo>
                    <a:pt x="1393782" y="1481845"/>
                  </a:lnTo>
                  <a:lnTo>
                    <a:pt x="1393769" y="1481842"/>
                  </a:lnTo>
                  <a:lnTo>
                    <a:pt x="1393761" y="1481840"/>
                  </a:lnTo>
                  <a:lnTo>
                    <a:pt x="1393757" y="1481837"/>
                  </a:lnTo>
                  <a:lnTo>
                    <a:pt x="1393750" y="1481832"/>
                  </a:lnTo>
                  <a:lnTo>
                    <a:pt x="1393744" y="1481830"/>
                  </a:lnTo>
                  <a:lnTo>
                    <a:pt x="1393739" y="1481828"/>
                  </a:lnTo>
                  <a:lnTo>
                    <a:pt x="1393733" y="1481831"/>
                  </a:lnTo>
                  <a:lnTo>
                    <a:pt x="1393728" y="1481838"/>
                  </a:lnTo>
                  <a:lnTo>
                    <a:pt x="1393720" y="1481848"/>
                  </a:lnTo>
                  <a:lnTo>
                    <a:pt x="1393716" y="1481854"/>
                  </a:lnTo>
                  <a:lnTo>
                    <a:pt x="1393713" y="1481868"/>
                  </a:lnTo>
                  <a:lnTo>
                    <a:pt x="1393709" y="1481876"/>
                  </a:lnTo>
                  <a:lnTo>
                    <a:pt x="1393705" y="1481882"/>
                  </a:lnTo>
                  <a:lnTo>
                    <a:pt x="1393699" y="1481886"/>
                  </a:lnTo>
                  <a:lnTo>
                    <a:pt x="1393693" y="1481891"/>
                  </a:lnTo>
                  <a:lnTo>
                    <a:pt x="1393683" y="1481901"/>
                  </a:lnTo>
                  <a:lnTo>
                    <a:pt x="1393677" y="1481907"/>
                  </a:lnTo>
                  <a:lnTo>
                    <a:pt x="1393673" y="1481916"/>
                  </a:lnTo>
                  <a:lnTo>
                    <a:pt x="1393667" y="1481924"/>
                  </a:lnTo>
                  <a:lnTo>
                    <a:pt x="1393661" y="1481929"/>
                  </a:lnTo>
                  <a:lnTo>
                    <a:pt x="1393655" y="1481935"/>
                  </a:lnTo>
                  <a:lnTo>
                    <a:pt x="1393649" y="1481939"/>
                  </a:lnTo>
                  <a:lnTo>
                    <a:pt x="1393645" y="1481939"/>
                  </a:lnTo>
                  <a:lnTo>
                    <a:pt x="1393640" y="1481936"/>
                  </a:lnTo>
                  <a:lnTo>
                    <a:pt x="1393634" y="1481931"/>
                  </a:lnTo>
                  <a:lnTo>
                    <a:pt x="1393629" y="1481930"/>
                  </a:lnTo>
                  <a:lnTo>
                    <a:pt x="1393621" y="1481929"/>
                  </a:lnTo>
                  <a:lnTo>
                    <a:pt x="1393615" y="1481932"/>
                  </a:lnTo>
                  <a:lnTo>
                    <a:pt x="1393611" y="1481937"/>
                  </a:lnTo>
                  <a:lnTo>
                    <a:pt x="1393604" y="1481944"/>
                  </a:lnTo>
                  <a:lnTo>
                    <a:pt x="1393596" y="1481953"/>
                  </a:lnTo>
                  <a:lnTo>
                    <a:pt x="1393589" y="1481956"/>
                  </a:lnTo>
                  <a:lnTo>
                    <a:pt x="1393583" y="1481959"/>
                  </a:lnTo>
                  <a:lnTo>
                    <a:pt x="1393573" y="1481966"/>
                  </a:lnTo>
                  <a:lnTo>
                    <a:pt x="1393559" y="1481974"/>
                  </a:lnTo>
                  <a:lnTo>
                    <a:pt x="1393551" y="1481980"/>
                  </a:lnTo>
                  <a:lnTo>
                    <a:pt x="1393545" y="1481986"/>
                  </a:lnTo>
                  <a:lnTo>
                    <a:pt x="1393547" y="1481991"/>
                  </a:lnTo>
                  <a:lnTo>
                    <a:pt x="1393551" y="1481999"/>
                  </a:lnTo>
                  <a:lnTo>
                    <a:pt x="1393557" y="1482009"/>
                  </a:lnTo>
                  <a:lnTo>
                    <a:pt x="1393564" y="1482018"/>
                  </a:lnTo>
                  <a:lnTo>
                    <a:pt x="1393567" y="1482023"/>
                  </a:lnTo>
                  <a:lnTo>
                    <a:pt x="1393571" y="1482033"/>
                  </a:lnTo>
                  <a:lnTo>
                    <a:pt x="1393575" y="1482042"/>
                  </a:lnTo>
                  <a:lnTo>
                    <a:pt x="1393581" y="1482051"/>
                  </a:lnTo>
                  <a:lnTo>
                    <a:pt x="1393588" y="1482060"/>
                  </a:lnTo>
                  <a:lnTo>
                    <a:pt x="1393593" y="1482067"/>
                  </a:lnTo>
                  <a:lnTo>
                    <a:pt x="1393598" y="1482074"/>
                  </a:lnTo>
                  <a:lnTo>
                    <a:pt x="1393599" y="1482084"/>
                  </a:lnTo>
                  <a:lnTo>
                    <a:pt x="1393598" y="1482093"/>
                  </a:lnTo>
                  <a:lnTo>
                    <a:pt x="1393596" y="1482102"/>
                  </a:lnTo>
                  <a:lnTo>
                    <a:pt x="1393592" y="1482106"/>
                  </a:lnTo>
                  <a:lnTo>
                    <a:pt x="1393587" y="1482109"/>
                  </a:lnTo>
                  <a:lnTo>
                    <a:pt x="1393585" y="1482113"/>
                  </a:lnTo>
                  <a:lnTo>
                    <a:pt x="1393582" y="1482121"/>
                  </a:lnTo>
                  <a:lnTo>
                    <a:pt x="1393576" y="1482131"/>
                  </a:lnTo>
                  <a:lnTo>
                    <a:pt x="1393568" y="1482139"/>
                  </a:lnTo>
                  <a:lnTo>
                    <a:pt x="1393558" y="1482148"/>
                  </a:lnTo>
                  <a:lnTo>
                    <a:pt x="1393551" y="1482152"/>
                  </a:lnTo>
                  <a:lnTo>
                    <a:pt x="1393544" y="1482158"/>
                  </a:lnTo>
                  <a:lnTo>
                    <a:pt x="1393539" y="1482165"/>
                  </a:lnTo>
                  <a:lnTo>
                    <a:pt x="1393535" y="1482168"/>
                  </a:lnTo>
                  <a:lnTo>
                    <a:pt x="1393529" y="1482169"/>
                  </a:lnTo>
                  <a:lnTo>
                    <a:pt x="1393522" y="1482166"/>
                  </a:lnTo>
                  <a:lnTo>
                    <a:pt x="1393515" y="1482161"/>
                  </a:lnTo>
                  <a:lnTo>
                    <a:pt x="1393507" y="1482157"/>
                  </a:lnTo>
                  <a:lnTo>
                    <a:pt x="1393501" y="1482155"/>
                  </a:lnTo>
                  <a:lnTo>
                    <a:pt x="1393491" y="1482153"/>
                  </a:lnTo>
                  <a:lnTo>
                    <a:pt x="1393481" y="1482152"/>
                  </a:lnTo>
                  <a:lnTo>
                    <a:pt x="1393475" y="1482150"/>
                  </a:lnTo>
                  <a:lnTo>
                    <a:pt x="1393468" y="1482149"/>
                  </a:lnTo>
                  <a:lnTo>
                    <a:pt x="1393462" y="1482149"/>
                  </a:lnTo>
                  <a:lnTo>
                    <a:pt x="1393454" y="1482152"/>
                  </a:lnTo>
                  <a:lnTo>
                    <a:pt x="1393445" y="1482161"/>
                  </a:lnTo>
                  <a:lnTo>
                    <a:pt x="1393437" y="1482167"/>
                  </a:lnTo>
                  <a:lnTo>
                    <a:pt x="1393431" y="1482172"/>
                  </a:lnTo>
                  <a:lnTo>
                    <a:pt x="1393427" y="1482177"/>
                  </a:lnTo>
                  <a:lnTo>
                    <a:pt x="1393423" y="1482183"/>
                  </a:lnTo>
                  <a:lnTo>
                    <a:pt x="1393417" y="1482188"/>
                  </a:lnTo>
                  <a:lnTo>
                    <a:pt x="1393411" y="1482189"/>
                  </a:lnTo>
                  <a:lnTo>
                    <a:pt x="1393402" y="1482188"/>
                  </a:lnTo>
                  <a:lnTo>
                    <a:pt x="1393393" y="1482189"/>
                  </a:lnTo>
                  <a:lnTo>
                    <a:pt x="1393385" y="1482192"/>
                  </a:lnTo>
                  <a:lnTo>
                    <a:pt x="1393379" y="1482195"/>
                  </a:lnTo>
                  <a:lnTo>
                    <a:pt x="1393371" y="1482201"/>
                  </a:lnTo>
                  <a:lnTo>
                    <a:pt x="1393361" y="1482210"/>
                  </a:lnTo>
                  <a:lnTo>
                    <a:pt x="1393355" y="1482218"/>
                  </a:lnTo>
                  <a:lnTo>
                    <a:pt x="1393348" y="1482225"/>
                  </a:lnTo>
                  <a:lnTo>
                    <a:pt x="1393342" y="1482229"/>
                  </a:lnTo>
                  <a:lnTo>
                    <a:pt x="1393336" y="1482232"/>
                  </a:lnTo>
                  <a:lnTo>
                    <a:pt x="1393309" y="1482241"/>
                  </a:lnTo>
                  <a:lnTo>
                    <a:pt x="1393301" y="1482244"/>
                  </a:lnTo>
                  <a:lnTo>
                    <a:pt x="1393277" y="1482250"/>
                  </a:lnTo>
                  <a:lnTo>
                    <a:pt x="1393270" y="1482252"/>
                  </a:lnTo>
                  <a:lnTo>
                    <a:pt x="1393255" y="1482254"/>
                  </a:lnTo>
                  <a:lnTo>
                    <a:pt x="1393243" y="1482255"/>
                  </a:lnTo>
                  <a:lnTo>
                    <a:pt x="1393231" y="1482254"/>
                  </a:lnTo>
                  <a:lnTo>
                    <a:pt x="1393213" y="1482250"/>
                  </a:lnTo>
                  <a:lnTo>
                    <a:pt x="1393187" y="1482241"/>
                  </a:lnTo>
                  <a:lnTo>
                    <a:pt x="1393177" y="1482238"/>
                  </a:lnTo>
                  <a:lnTo>
                    <a:pt x="1393163" y="1482237"/>
                  </a:lnTo>
                  <a:lnTo>
                    <a:pt x="1393150" y="1482234"/>
                  </a:lnTo>
                  <a:lnTo>
                    <a:pt x="1393140" y="1482231"/>
                  </a:lnTo>
                  <a:lnTo>
                    <a:pt x="1393125" y="1482226"/>
                  </a:lnTo>
                  <a:lnTo>
                    <a:pt x="1393116" y="1482225"/>
                  </a:lnTo>
                  <a:lnTo>
                    <a:pt x="1393107" y="1482230"/>
                  </a:lnTo>
                  <a:lnTo>
                    <a:pt x="1393099" y="1482247"/>
                  </a:lnTo>
                  <a:lnTo>
                    <a:pt x="1393096" y="1482262"/>
                  </a:lnTo>
                  <a:lnTo>
                    <a:pt x="1393088" y="1482274"/>
                  </a:lnTo>
                  <a:lnTo>
                    <a:pt x="1393077" y="1482282"/>
                  </a:lnTo>
                  <a:lnTo>
                    <a:pt x="1393063" y="1482282"/>
                  </a:lnTo>
                  <a:lnTo>
                    <a:pt x="1393049" y="1482285"/>
                  </a:lnTo>
                  <a:lnTo>
                    <a:pt x="1393041" y="1482293"/>
                  </a:lnTo>
                  <a:lnTo>
                    <a:pt x="1393034" y="1482312"/>
                  </a:lnTo>
                  <a:lnTo>
                    <a:pt x="1393030" y="1482322"/>
                  </a:lnTo>
                  <a:lnTo>
                    <a:pt x="1393024" y="1482339"/>
                  </a:lnTo>
                  <a:lnTo>
                    <a:pt x="1393017" y="1482359"/>
                  </a:lnTo>
                  <a:lnTo>
                    <a:pt x="1393011" y="1482368"/>
                  </a:lnTo>
                  <a:lnTo>
                    <a:pt x="1393006" y="1482376"/>
                  </a:lnTo>
                  <a:lnTo>
                    <a:pt x="1392996" y="1482391"/>
                  </a:lnTo>
                  <a:lnTo>
                    <a:pt x="1392986" y="1482389"/>
                  </a:lnTo>
                  <a:lnTo>
                    <a:pt x="1392979" y="1482388"/>
                  </a:lnTo>
                  <a:lnTo>
                    <a:pt x="1392970" y="1482388"/>
                  </a:lnTo>
                  <a:lnTo>
                    <a:pt x="1392954" y="1482384"/>
                  </a:lnTo>
                  <a:lnTo>
                    <a:pt x="1392935" y="1482380"/>
                  </a:lnTo>
                  <a:lnTo>
                    <a:pt x="1392910" y="1482371"/>
                  </a:lnTo>
                  <a:lnTo>
                    <a:pt x="1392898" y="1482363"/>
                  </a:lnTo>
                  <a:lnTo>
                    <a:pt x="1392893" y="1482359"/>
                  </a:lnTo>
                  <a:lnTo>
                    <a:pt x="1392883" y="1482348"/>
                  </a:lnTo>
                  <a:lnTo>
                    <a:pt x="1392873" y="1482334"/>
                  </a:lnTo>
                  <a:lnTo>
                    <a:pt x="1392866" y="1482328"/>
                  </a:lnTo>
                  <a:lnTo>
                    <a:pt x="1392851" y="1482324"/>
                  </a:lnTo>
                  <a:lnTo>
                    <a:pt x="1392844" y="1482315"/>
                  </a:lnTo>
                  <a:lnTo>
                    <a:pt x="1392840" y="1482304"/>
                  </a:lnTo>
                  <a:lnTo>
                    <a:pt x="1392837" y="1482296"/>
                  </a:lnTo>
                  <a:lnTo>
                    <a:pt x="1392826" y="1482284"/>
                  </a:lnTo>
                  <a:lnTo>
                    <a:pt x="1392819" y="1482268"/>
                  </a:lnTo>
                  <a:lnTo>
                    <a:pt x="1392812" y="1482245"/>
                  </a:lnTo>
                  <a:lnTo>
                    <a:pt x="1392809" y="1482236"/>
                  </a:lnTo>
                  <a:lnTo>
                    <a:pt x="1392803" y="1482235"/>
                  </a:lnTo>
                  <a:lnTo>
                    <a:pt x="1392792" y="1482238"/>
                  </a:lnTo>
                  <a:lnTo>
                    <a:pt x="1392778" y="1482246"/>
                  </a:lnTo>
                  <a:lnTo>
                    <a:pt x="1392763" y="1482246"/>
                  </a:lnTo>
                  <a:lnTo>
                    <a:pt x="1392753" y="1482241"/>
                  </a:lnTo>
                  <a:lnTo>
                    <a:pt x="1392735" y="1482234"/>
                  </a:lnTo>
                  <a:lnTo>
                    <a:pt x="1392722" y="1482231"/>
                  </a:lnTo>
                  <a:lnTo>
                    <a:pt x="1392712" y="1482220"/>
                  </a:lnTo>
                  <a:lnTo>
                    <a:pt x="1392705" y="1482216"/>
                  </a:lnTo>
                  <a:lnTo>
                    <a:pt x="1392695" y="1482207"/>
                  </a:lnTo>
                  <a:lnTo>
                    <a:pt x="1392690" y="1482203"/>
                  </a:lnTo>
                  <a:lnTo>
                    <a:pt x="1392687" y="1482197"/>
                  </a:lnTo>
                  <a:lnTo>
                    <a:pt x="1392684" y="1482189"/>
                  </a:lnTo>
                  <a:lnTo>
                    <a:pt x="1392682" y="1482173"/>
                  </a:lnTo>
                  <a:lnTo>
                    <a:pt x="1392672" y="1482159"/>
                  </a:lnTo>
                  <a:lnTo>
                    <a:pt x="1392647" y="1482135"/>
                  </a:lnTo>
                  <a:lnTo>
                    <a:pt x="1392639" y="1482129"/>
                  </a:lnTo>
                  <a:lnTo>
                    <a:pt x="1392631" y="1482126"/>
                  </a:lnTo>
                  <a:lnTo>
                    <a:pt x="1392620" y="1482124"/>
                  </a:lnTo>
                  <a:lnTo>
                    <a:pt x="1392609" y="1482124"/>
                  </a:lnTo>
                  <a:lnTo>
                    <a:pt x="1392604" y="1482125"/>
                  </a:lnTo>
                  <a:lnTo>
                    <a:pt x="1392594" y="1482124"/>
                  </a:lnTo>
                  <a:lnTo>
                    <a:pt x="1392584" y="1482123"/>
                  </a:lnTo>
                  <a:lnTo>
                    <a:pt x="1392562" y="1482123"/>
                  </a:lnTo>
                  <a:lnTo>
                    <a:pt x="1392558" y="1482130"/>
                  </a:lnTo>
                  <a:lnTo>
                    <a:pt x="1392559" y="1482155"/>
                  </a:lnTo>
                  <a:lnTo>
                    <a:pt x="1392560" y="1482174"/>
                  </a:lnTo>
                  <a:lnTo>
                    <a:pt x="1392549" y="1482183"/>
                  </a:lnTo>
                  <a:lnTo>
                    <a:pt x="1392539" y="1482189"/>
                  </a:lnTo>
                  <a:lnTo>
                    <a:pt x="1392536" y="1482195"/>
                  </a:lnTo>
                  <a:lnTo>
                    <a:pt x="1392532" y="1482199"/>
                  </a:lnTo>
                  <a:lnTo>
                    <a:pt x="1392524" y="1482203"/>
                  </a:lnTo>
                  <a:lnTo>
                    <a:pt x="1392513" y="1482208"/>
                  </a:lnTo>
                  <a:lnTo>
                    <a:pt x="1392508" y="1482211"/>
                  </a:lnTo>
                  <a:lnTo>
                    <a:pt x="1392502" y="1482216"/>
                  </a:lnTo>
                  <a:lnTo>
                    <a:pt x="1392499" y="1482220"/>
                  </a:lnTo>
                  <a:lnTo>
                    <a:pt x="1392494" y="1482224"/>
                  </a:lnTo>
                  <a:lnTo>
                    <a:pt x="1392488" y="1482227"/>
                  </a:lnTo>
                  <a:lnTo>
                    <a:pt x="1392477" y="1482233"/>
                  </a:lnTo>
                  <a:lnTo>
                    <a:pt x="1392467" y="1482239"/>
                  </a:lnTo>
                  <a:lnTo>
                    <a:pt x="1392456" y="1482247"/>
                  </a:lnTo>
                  <a:lnTo>
                    <a:pt x="1392449" y="1482254"/>
                  </a:lnTo>
                  <a:lnTo>
                    <a:pt x="1392444" y="1482261"/>
                  </a:lnTo>
                  <a:lnTo>
                    <a:pt x="1392440" y="1482270"/>
                  </a:lnTo>
                  <a:lnTo>
                    <a:pt x="1392437" y="1482280"/>
                  </a:lnTo>
                  <a:lnTo>
                    <a:pt x="1392435" y="1482284"/>
                  </a:lnTo>
                  <a:lnTo>
                    <a:pt x="1392431" y="1482288"/>
                  </a:lnTo>
                  <a:lnTo>
                    <a:pt x="1392427" y="1482292"/>
                  </a:lnTo>
                  <a:lnTo>
                    <a:pt x="1392417" y="1482297"/>
                  </a:lnTo>
                  <a:lnTo>
                    <a:pt x="1392405" y="1482301"/>
                  </a:lnTo>
                  <a:lnTo>
                    <a:pt x="1392392" y="1482304"/>
                  </a:lnTo>
                  <a:lnTo>
                    <a:pt x="1392381" y="1482307"/>
                  </a:lnTo>
                  <a:lnTo>
                    <a:pt x="1392362" y="1482310"/>
                  </a:lnTo>
                  <a:lnTo>
                    <a:pt x="1392355" y="1482310"/>
                  </a:lnTo>
                  <a:lnTo>
                    <a:pt x="1392349" y="1482311"/>
                  </a:lnTo>
                  <a:lnTo>
                    <a:pt x="1392344" y="1482312"/>
                  </a:lnTo>
                  <a:lnTo>
                    <a:pt x="1392340" y="1482314"/>
                  </a:lnTo>
                  <a:lnTo>
                    <a:pt x="1392334" y="1482315"/>
                  </a:lnTo>
                  <a:lnTo>
                    <a:pt x="1392325" y="1482320"/>
                  </a:lnTo>
                  <a:lnTo>
                    <a:pt x="1392316" y="1482326"/>
                  </a:lnTo>
                  <a:lnTo>
                    <a:pt x="1392307" y="1482330"/>
                  </a:lnTo>
                  <a:lnTo>
                    <a:pt x="1392299" y="1482334"/>
                  </a:lnTo>
                  <a:lnTo>
                    <a:pt x="1392292" y="1482336"/>
                  </a:lnTo>
                  <a:lnTo>
                    <a:pt x="1392285" y="1482334"/>
                  </a:lnTo>
                  <a:lnTo>
                    <a:pt x="1392279" y="1482331"/>
                  </a:lnTo>
                  <a:lnTo>
                    <a:pt x="1392271" y="1482327"/>
                  </a:lnTo>
                  <a:lnTo>
                    <a:pt x="1392262" y="1482326"/>
                  </a:lnTo>
                  <a:lnTo>
                    <a:pt x="1392251" y="1482323"/>
                  </a:lnTo>
                  <a:lnTo>
                    <a:pt x="1392245" y="1482323"/>
                  </a:lnTo>
                  <a:lnTo>
                    <a:pt x="1392238" y="1482325"/>
                  </a:lnTo>
                  <a:lnTo>
                    <a:pt x="1392233" y="1482319"/>
                  </a:lnTo>
                  <a:lnTo>
                    <a:pt x="1392223" y="1482298"/>
                  </a:lnTo>
                  <a:lnTo>
                    <a:pt x="1392217" y="1482286"/>
                  </a:lnTo>
                  <a:lnTo>
                    <a:pt x="1392215" y="1482281"/>
                  </a:lnTo>
                  <a:lnTo>
                    <a:pt x="1392214" y="1482273"/>
                  </a:lnTo>
                  <a:lnTo>
                    <a:pt x="1392214" y="1482266"/>
                  </a:lnTo>
                  <a:lnTo>
                    <a:pt x="1392216" y="1482259"/>
                  </a:lnTo>
                  <a:lnTo>
                    <a:pt x="1392219" y="1482250"/>
                  </a:lnTo>
                  <a:lnTo>
                    <a:pt x="1392221" y="1482240"/>
                  </a:lnTo>
                  <a:lnTo>
                    <a:pt x="1392222" y="1482231"/>
                  </a:lnTo>
                  <a:lnTo>
                    <a:pt x="1392220" y="1482222"/>
                  </a:lnTo>
                  <a:lnTo>
                    <a:pt x="1392217" y="1482213"/>
                  </a:lnTo>
                  <a:lnTo>
                    <a:pt x="1392214" y="1482207"/>
                  </a:lnTo>
                  <a:lnTo>
                    <a:pt x="1392209" y="1482201"/>
                  </a:lnTo>
                  <a:lnTo>
                    <a:pt x="1392202" y="1482196"/>
                  </a:lnTo>
                  <a:lnTo>
                    <a:pt x="1392193" y="1482192"/>
                  </a:lnTo>
                  <a:lnTo>
                    <a:pt x="1392185" y="1482186"/>
                  </a:lnTo>
                  <a:lnTo>
                    <a:pt x="1392181" y="1482178"/>
                  </a:lnTo>
                  <a:lnTo>
                    <a:pt x="1392179" y="1482164"/>
                  </a:lnTo>
                  <a:lnTo>
                    <a:pt x="1392174" y="1482145"/>
                  </a:lnTo>
                  <a:lnTo>
                    <a:pt x="1392170" y="1482132"/>
                  </a:lnTo>
                  <a:lnTo>
                    <a:pt x="1392165" y="1482118"/>
                  </a:lnTo>
                  <a:lnTo>
                    <a:pt x="1392159" y="1482101"/>
                  </a:lnTo>
                  <a:lnTo>
                    <a:pt x="1392155" y="1482087"/>
                  </a:lnTo>
                  <a:lnTo>
                    <a:pt x="1392151" y="1482075"/>
                  </a:lnTo>
                  <a:lnTo>
                    <a:pt x="1392146" y="1482065"/>
                  </a:lnTo>
                  <a:lnTo>
                    <a:pt x="1392141" y="1482057"/>
                  </a:lnTo>
                  <a:lnTo>
                    <a:pt x="1392135" y="1482051"/>
                  </a:lnTo>
                  <a:lnTo>
                    <a:pt x="1392121" y="1482047"/>
                  </a:lnTo>
                  <a:lnTo>
                    <a:pt x="1392107" y="1482046"/>
                  </a:lnTo>
                  <a:lnTo>
                    <a:pt x="1392098" y="1482044"/>
                  </a:lnTo>
                  <a:lnTo>
                    <a:pt x="1392089" y="1482039"/>
                  </a:lnTo>
                  <a:lnTo>
                    <a:pt x="1392085" y="1482033"/>
                  </a:lnTo>
                  <a:lnTo>
                    <a:pt x="1392084" y="1482023"/>
                  </a:lnTo>
                  <a:lnTo>
                    <a:pt x="1392085" y="1482017"/>
                  </a:lnTo>
                  <a:lnTo>
                    <a:pt x="1392088" y="1482003"/>
                  </a:lnTo>
                  <a:lnTo>
                    <a:pt x="1392083" y="1481980"/>
                  </a:lnTo>
                  <a:lnTo>
                    <a:pt x="1392082" y="1481970"/>
                  </a:lnTo>
                  <a:lnTo>
                    <a:pt x="1392079" y="1481963"/>
                  </a:lnTo>
                  <a:lnTo>
                    <a:pt x="1392074" y="1481956"/>
                  </a:lnTo>
                  <a:lnTo>
                    <a:pt x="1392069" y="1481949"/>
                  </a:lnTo>
                  <a:lnTo>
                    <a:pt x="1392070" y="1481940"/>
                  </a:lnTo>
                  <a:lnTo>
                    <a:pt x="1392074" y="1481930"/>
                  </a:lnTo>
                  <a:lnTo>
                    <a:pt x="1392076" y="1481920"/>
                  </a:lnTo>
                  <a:lnTo>
                    <a:pt x="1392077" y="1481914"/>
                  </a:lnTo>
                  <a:lnTo>
                    <a:pt x="1392077" y="1481898"/>
                  </a:lnTo>
                  <a:lnTo>
                    <a:pt x="1392075" y="1481893"/>
                  </a:lnTo>
                  <a:lnTo>
                    <a:pt x="1392069" y="1481891"/>
                  </a:lnTo>
                  <a:lnTo>
                    <a:pt x="1392059" y="1481890"/>
                  </a:lnTo>
                  <a:lnTo>
                    <a:pt x="1392051" y="1481890"/>
                  </a:lnTo>
                  <a:lnTo>
                    <a:pt x="1392042" y="1481890"/>
                  </a:lnTo>
                  <a:lnTo>
                    <a:pt x="1392030" y="1481890"/>
                  </a:lnTo>
                  <a:lnTo>
                    <a:pt x="1392019" y="1481891"/>
                  </a:lnTo>
                  <a:lnTo>
                    <a:pt x="1392010" y="1481892"/>
                  </a:lnTo>
                  <a:lnTo>
                    <a:pt x="1392002" y="1481895"/>
                  </a:lnTo>
                  <a:lnTo>
                    <a:pt x="1391994" y="1481897"/>
                  </a:lnTo>
                  <a:lnTo>
                    <a:pt x="1391987" y="1481896"/>
                  </a:lnTo>
                  <a:lnTo>
                    <a:pt x="1391979" y="1481893"/>
                  </a:lnTo>
                  <a:lnTo>
                    <a:pt x="1391976" y="1481889"/>
                  </a:lnTo>
                  <a:lnTo>
                    <a:pt x="1391973" y="1481884"/>
                  </a:lnTo>
                  <a:lnTo>
                    <a:pt x="1391972" y="1481879"/>
                  </a:lnTo>
                  <a:lnTo>
                    <a:pt x="1391971" y="1481873"/>
                  </a:lnTo>
                  <a:lnTo>
                    <a:pt x="1391967" y="1481868"/>
                  </a:lnTo>
                  <a:lnTo>
                    <a:pt x="1391959" y="1481861"/>
                  </a:lnTo>
                  <a:lnTo>
                    <a:pt x="1391955" y="1481856"/>
                  </a:lnTo>
                  <a:lnTo>
                    <a:pt x="1391951" y="1481852"/>
                  </a:lnTo>
                  <a:lnTo>
                    <a:pt x="1391946" y="1481846"/>
                  </a:lnTo>
                  <a:lnTo>
                    <a:pt x="1391942" y="1481849"/>
                  </a:lnTo>
                  <a:lnTo>
                    <a:pt x="1391935" y="1481855"/>
                  </a:lnTo>
                  <a:lnTo>
                    <a:pt x="1391922" y="1481869"/>
                  </a:lnTo>
                  <a:lnTo>
                    <a:pt x="1391917" y="1481874"/>
                  </a:lnTo>
                  <a:lnTo>
                    <a:pt x="1391913" y="1481877"/>
                  </a:lnTo>
                  <a:lnTo>
                    <a:pt x="1391908" y="1481885"/>
                  </a:lnTo>
                  <a:lnTo>
                    <a:pt x="1391905" y="1481892"/>
                  </a:lnTo>
                  <a:lnTo>
                    <a:pt x="1391902" y="1481900"/>
                  </a:lnTo>
                  <a:lnTo>
                    <a:pt x="1391900" y="1481906"/>
                  </a:lnTo>
                  <a:lnTo>
                    <a:pt x="1391898" y="1481915"/>
                  </a:lnTo>
                  <a:lnTo>
                    <a:pt x="1391897" y="1481923"/>
                  </a:lnTo>
                  <a:lnTo>
                    <a:pt x="1391898" y="1481936"/>
                  </a:lnTo>
                  <a:lnTo>
                    <a:pt x="1391897" y="1481946"/>
                  </a:lnTo>
                  <a:lnTo>
                    <a:pt x="1391897" y="1481952"/>
                  </a:lnTo>
                  <a:lnTo>
                    <a:pt x="1391895" y="1481957"/>
                  </a:lnTo>
                  <a:lnTo>
                    <a:pt x="1391892" y="1481962"/>
                  </a:lnTo>
                  <a:lnTo>
                    <a:pt x="1391889" y="1481967"/>
                  </a:lnTo>
                  <a:lnTo>
                    <a:pt x="1391883" y="1481972"/>
                  </a:lnTo>
                  <a:lnTo>
                    <a:pt x="1391879" y="1481974"/>
                  </a:lnTo>
                  <a:lnTo>
                    <a:pt x="1391874" y="1481980"/>
                  </a:lnTo>
                  <a:lnTo>
                    <a:pt x="1391872" y="1481987"/>
                  </a:lnTo>
                  <a:lnTo>
                    <a:pt x="1391871" y="1481994"/>
                  </a:lnTo>
                  <a:lnTo>
                    <a:pt x="1391869" y="1482005"/>
                  </a:lnTo>
                  <a:lnTo>
                    <a:pt x="1391859" y="1482010"/>
                  </a:lnTo>
                  <a:lnTo>
                    <a:pt x="1391850" y="1482016"/>
                  </a:lnTo>
                  <a:lnTo>
                    <a:pt x="1391838" y="1482021"/>
                  </a:lnTo>
                  <a:lnTo>
                    <a:pt x="1391822" y="1482027"/>
                  </a:lnTo>
                  <a:lnTo>
                    <a:pt x="1391815" y="1482032"/>
                  </a:lnTo>
                  <a:lnTo>
                    <a:pt x="1391808" y="1482035"/>
                  </a:lnTo>
                  <a:lnTo>
                    <a:pt x="1391804" y="1482036"/>
                  </a:lnTo>
                  <a:lnTo>
                    <a:pt x="1391798" y="1482036"/>
                  </a:lnTo>
                  <a:lnTo>
                    <a:pt x="1391793" y="1482034"/>
                  </a:lnTo>
                  <a:lnTo>
                    <a:pt x="1391785" y="1482032"/>
                  </a:lnTo>
                  <a:lnTo>
                    <a:pt x="1391777" y="1482029"/>
                  </a:lnTo>
                  <a:lnTo>
                    <a:pt x="1391770" y="1482027"/>
                  </a:lnTo>
                  <a:lnTo>
                    <a:pt x="1391766" y="1482025"/>
                  </a:lnTo>
                  <a:lnTo>
                    <a:pt x="1391763" y="1482019"/>
                  </a:lnTo>
                  <a:lnTo>
                    <a:pt x="1391761" y="1482010"/>
                  </a:lnTo>
                  <a:lnTo>
                    <a:pt x="1391760" y="1482001"/>
                  </a:lnTo>
                  <a:lnTo>
                    <a:pt x="1391760" y="1481994"/>
                  </a:lnTo>
                  <a:lnTo>
                    <a:pt x="1391764" y="1481981"/>
                  </a:lnTo>
                  <a:lnTo>
                    <a:pt x="1391766" y="1481975"/>
                  </a:lnTo>
                  <a:lnTo>
                    <a:pt x="1391770" y="1481971"/>
                  </a:lnTo>
                  <a:lnTo>
                    <a:pt x="1391777" y="1481962"/>
                  </a:lnTo>
                  <a:lnTo>
                    <a:pt x="1391780" y="1481958"/>
                  </a:lnTo>
                  <a:lnTo>
                    <a:pt x="1391782" y="1481952"/>
                  </a:lnTo>
                  <a:lnTo>
                    <a:pt x="1391782" y="1481944"/>
                  </a:lnTo>
                  <a:lnTo>
                    <a:pt x="1391781" y="1481931"/>
                  </a:lnTo>
                  <a:lnTo>
                    <a:pt x="1391779" y="1481919"/>
                  </a:lnTo>
                  <a:lnTo>
                    <a:pt x="1391777" y="1481909"/>
                  </a:lnTo>
                  <a:lnTo>
                    <a:pt x="1391777" y="1481900"/>
                  </a:lnTo>
                  <a:lnTo>
                    <a:pt x="1391778" y="1481891"/>
                  </a:lnTo>
                  <a:lnTo>
                    <a:pt x="1391773" y="1481883"/>
                  </a:lnTo>
                  <a:lnTo>
                    <a:pt x="1391768" y="1481879"/>
                  </a:lnTo>
                  <a:lnTo>
                    <a:pt x="1391762" y="1481874"/>
                  </a:lnTo>
                  <a:lnTo>
                    <a:pt x="1391757" y="1481869"/>
                  </a:lnTo>
                  <a:lnTo>
                    <a:pt x="1391751" y="1481862"/>
                  </a:lnTo>
                  <a:lnTo>
                    <a:pt x="1391747" y="1481855"/>
                  </a:lnTo>
                  <a:lnTo>
                    <a:pt x="1391742" y="1481844"/>
                  </a:lnTo>
                  <a:lnTo>
                    <a:pt x="1391739" y="1481839"/>
                  </a:lnTo>
                  <a:lnTo>
                    <a:pt x="1391736" y="1481836"/>
                  </a:lnTo>
                  <a:lnTo>
                    <a:pt x="1391730" y="1481833"/>
                  </a:lnTo>
                  <a:lnTo>
                    <a:pt x="1391716" y="1481828"/>
                  </a:lnTo>
                  <a:lnTo>
                    <a:pt x="1391701" y="1481822"/>
                  </a:lnTo>
                  <a:lnTo>
                    <a:pt x="1391681" y="1481816"/>
                  </a:lnTo>
                  <a:lnTo>
                    <a:pt x="1391670" y="1481813"/>
                  </a:lnTo>
                  <a:lnTo>
                    <a:pt x="1391662" y="1481810"/>
                  </a:lnTo>
                  <a:lnTo>
                    <a:pt x="1391658" y="1481805"/>
                  </a:lnTo>
                  <a:lnTo>
                    <a:pt x="1391657" y="1481797"/>
                  </a:lnTo>
                  <a:lnTo>
                    <a:pt x="1391655" y="1481781"/>
                  </a:lnTo>
                  <a:lnTo>
                    <a:pt x="1391651" y="1481770"/>
                  </a:lnTo>
                  <a:lnTo>
                    <a:pt x="1391648" y="1481761"/>
                  </a:lnTo>
                  <a:lnTo>
                    <a:pt x="1391643" y="1481748"/>
                  </a:lnTo>
                  <a:lnTo>
                    <a:pt x="1391641" y="1481742"/>
                  </a:lnTo>
                  <a:lnTo>
                    <a:pt x="1391637" y="1481735"/>
                  </a:lnTo>
                  <a:lnTo>
                    <a:pt x="1391632" y="1481728"/>
                  </a:lnTo>
                  <a:lnTo>
                    <a:pt x="1391627" y="1481719"/>
                  </a:lnTo>
                  <a:lnTo>
                    <a:pt x="1391625" y="1481713"/>
                  </a:lnTo>
                  <a:lnTo>
                    <a:pt x="1391623" y="1481707"/>
                  </a:lnTo>
                  <a:lnTo>
                    <a:pt x="1391622" y="1481700"/>
                  </a:lnTo>
                  <a:lnTo>
                    <a:pt x="1391622" y="1481688"/>
                  </a:lnTo>
                  <a:lnTo>
                    <a:pt x="1391623" y="1481677"/>
                  </a:lnTo>
                  <a:lnTo>
                    <a:pt x="1391625" y="1481665"/>
                  </a:lnTo>
                  <a:lnTo>
                    <a:pt x="1391627" y="1481658"/>
                  </a:lnTo>
                  <a:lnTo>
                    <a:pt x="1391622" y="1481652"/>
                  </a:lnTo>
                  <a:lnTo>
                    <a:pt x="1391616" y="1481648"/>
                  </a:lnTo>
                  <a:lnTo>
                    <a:pt x="1391608" y="1481644"/>
                  </a:lnTo>
                  <a:lnTo>
                    <a:pt x="1391600" y="1481642"/>
                  </a:lnTo>
                  <a:lnTo>
                    <a:pt x="1391593" y="1481642"/>
                  </a:lnTo>
                  <a:lnTo>
                    <a:pt x="1391583" y="1481643"/>
                  </a:lnTo>
                  <a:lnTo>
                    <a:pt x="1391576" y="1481645"/>
                  </a:lnTo>
                  <a:lnTo>
                    <a:pt x="1391568" y="1481648"/>
                  </a:lnTo>
                  <a:lnTo>
                    <a:pt x="1391558" y="1481651"/>
                  </a:lnTo>
                  <a:lnTo>
                    <a:pt x="1391549" y="1481653"/>
                  </a:lnTo>
                  <a:lnTo>
                    <a:pt x="1391540" y="1481655"/>
                  </a:lnTo>
                  <a:lnTo>
                    <a:pt x="1391534" y="1481656"/>
                  </a:lnTo>
                  <a:lnTo>
                    <a:pt x="1391528" y="1481654"/>
                  </a:lnTo>
                  <a:lnTo>
                    <a:pt x="1391518" y="1481648"/>
                  </a:lnTo>
                  <a:lnTo>
                    <a:pt x="1391505" y="1481641"/>
                  </a:lnTo>
                  <a:lnTo>
                    <a:pt x="1391496" y="1481638"/>
                  </a:lnTo>
                  <a:lnTo>
                    <a:pt x="1391489" y="1481635"/>
                  </a:lnTo>
                  <a:lnTo>
                    <a:pt x="1391485" y="1481639"/>
                  </a:lnTo>
                  <a:lnTo>
                    <a:pt x="1391480" y="1481646"/>
                  </a:lnTo>
                  <a:lnTo>
                    <a:pt x="1391477" y="1481654"/>
                  </a:lnTo>
                  <a:lnTo>
                    <a:pt x="1391475" y="1481660"/>
                  </a:lnTo>
                  <a:lnTo>
                    <a:pt x="1391472" y="1481665"/>
                  </a:lnTo>
                  <a:lnTo>
                    <a:pt x="1391468" y="1481670"/>
                  </a:lnTo>
                  <a:lnTo>
                    <a:pt x="1391464" y="1481677"/>
                  </a:lnTo>
                  <a:lnTo>
                    <a:pt x="1391460" y="1481687"/>
                  </a:lnTo>
                  <a:lnTo>
                    <a:pt x="1391453" y="1481700"/>
                  </a:lnTo>
                  <a:lnTo>
                    <a:pt x="1391444" y="1481717"/>
                  </a:lnTo>
                  <a:lnTo>
                    <a:pt x="1391437" y="1481730"/>
                  </a:lnTo>
                  <a:lnTo>
                    <a:pt x="1391433" y="1481735"/>
                  </a:lnTo>
                  <a:lnTo>
                    <a:pt x="1391429" y="1481739"/>
                  </a:lnTo>
                  <a:lnTo>
                    <a:pt x="1391425" y="1481742"/>
                  </a:lnTo>
                  <a:lnTo>
                    <a:pt x="1391418" y="1481745"/>
                  </a:lnTo>
                  <a:lnTo>
                    <a:pt x="1391412" y="1481745"/>
                  </a:lnTo>
                  <a:lnTo>
                    <a:pt x="1391407" y="1481744"/>
                  </a:lnTo>
                  <a:lnTo>
                    <a:pt x="1391398" y="1481742"/>
                  </a:lnTo>
                  <a:lnTo>
                    <a:pt x="1391390" y="1481738"/>
                  </a:lnTo>
                  <a:lnTo>
                    <a:pt x="1391382" y="1481735"/>
                  </a:lnTo>
                  <a:lnTo>
                    <a:pt x="1391371" y="1481731"/>
                  </a:lnTo>
                  <a:lnTo>
                    <a:pt x="1391363" y="1481730"/>
                  </a:lnTo>
                  <a:lnTo>
                    <a:pt x="1391354" y="1481728"/>
                  </a:lnTo>
                  <a:lnTo>
                    <a:pt x="1391343" y="1481728"/>
                  </a:lnTo>
                  <a:lnTo>
                    <a:pt x="1391329" y="1481728"/>
                  </a:lnTo>
                  <a:lnTo>
                    <a:pt x="1391319" y="1481729"/>
                  </a:lnTo>
                  <a:lnTo>
                    <a:pt x="1391311" y="1481730"/>
                  </a:lnTo>
                  <a:lnTo>
                    <a:pt x="1391301" y="1481732"/>
                  </a:lnTo>
                  <a:lnTo>
                    <a:pt x="1391295" y="1481732"/>
                  </a:lnTo>
                  <a:lnTo>
                    <a:pt x="1391288" y="1481733"/>
                  </a:lnTo>
                  <a:lnTo>
                    <a:pt x="1391277" y="1481734"/>
                  </a:lnTo>
                  <a:lnTo>
                    <a:pt x="1391264" y="1481736"/>
                  </a:lnTo>
                  <a:lnTo>
                    <a:pt x="1391255" y="1481738"/>
                  </a:lnTo>
                  <a:lnTo>
                    <a:pt x="1391246" y="1481741"/>
                  </a:lnTo>
                  <a:lnTo>
                    <a:pt x="1391237" y="1481747"/>
                  </a:lnTo>
                  <a:lnTo>
                    <a:pt x="1391231" y="1481752"/>
                  </a:lnTo>
                  <a:lnTo>
                    <a:pt x="1391229" y="1481757"/>
                  </a:lnTo>
                  <a:lnTo>
                    <a:pt x="1391225" y="1481760"/>
                  </a:lnTo>
                  <a:lnTo>
                    <a:pt x="1391221" y="1481763"/>
                  </a:lnTo>
                  <a:lnTo>
                    <a:pt x="1391215" y="1481764"/>
                  </a:lnTo>
                  <a:lnTo>
                    <a:pt x="1391209" y="1481763"/>
                  </a:lnTo>
                  <a:lnTo>
                    <a:pt x="1391201" y="1481760"/>
                  </a:lnTo>
                  <a:lnTo>
                    <a:pt x="1391191" y="1481756"/>
                  </a:lnTo>
                  <a:lnTo>
                    <a:pt x="1391176" y="1481749"/>
                  </a:lnTo>
                  <a:lnTo>
                    <a:pt x="1391163" y="1481744"/>
                  </a:lnTo>
                  <a:lnTo>
                    <a:pt x="1391156" y="1481748"/>
                  </a:lnTo>
                  <a:lnTo>
                    <a:pt x="1391150" y="1481752"/>
                  </a:lnTo>
                  <a:lnTo>
                    <a:pt x="1391144" y="1481756"/>
                  </a:lnTo>
                  <a:lnTo>
                    <a:pt x="1391139" y="1481761"/>
                  </a:lnTo>
                  <a:lnTo>
                    <a:pt x="1391132" y="1481768"/>
                  </a:lnTo>
                  <a:lnTo>
                    <a:pt x="1391126" y="1481778"/>
                  </a:lnTo>
                  <a:lnTo>
                    <a:pt x="1391118" y="1481792"/>
                  </a:lnTo>
                  <a:lnTo>
                    <a:pt x="1391112" y="1481805"/>
                  </a:lnTo>
                  <a:lnTo>
                    <a:pt x="1391106" y="1481817"/>
                  </a:lnTo>
                  <a:lnTo>
                    <a:pt x="1391102" y="1481824"/>
                  </a:lnTo>
                  <a:lnTo>
                    <a:pt x="1391098" y="1481828"/>
                  </a:lnTo>
                  <a:lnTo>
                    <a:pt x="1391089" y="1481836"/>
                  </a:lnTo>
                  <a:lnTo>
                    <a:pt x="1391067" y="1481856"/>
                  </a:lnTo>
                  <a:lnTo>
                    <a:pt x="1391044" y="1481876"/>
                  </a:lnTo>
                  <a:lnTo>
                    <a:pt x="1390978" y="1481947"/>
                  </a:lnTo>
                  <a:lnTo>
                    <a:pt x="1390901" y="1481988"/>
                  </a:lnTo>
                  <a:lnTo>
                    <a:pt x="1390860" y="1481985"/>
                  </a:lnTo>
                  <a:lnTo>
                    <a:pt x="1390855" y="1481988"/>
                  </a:lnTo>
                  <a:lnTo>
                    <a:pt x="1390851" y="1481990"/>
                  </a:lnTo>
                  <a:lnTo>
                    <a:pt x="1390845" y="1481995"/>
                  </a:lnTo>
                  <a:lnTo>
                    <a:pt x="1390839" y="1482000"/>
                  </a:lnTo>
                  <a:lnTo>
                    <a:pt x="1390834" y="1482005"/>
                  </a:lnTo>
                  <a:lnTo>
                    <a:pt x="1390830" y="1482011"/>
                  </a:lnTo>
                  <a:lnTo>
                    <a:pt x="1390824" y="1482016"/>
                  </a:lnTo>
                  <a:lnTo>
                    <a:pt x="1390820" y="1482019"/>
                  </a:lnTo>
                  <a:lnTo>
                    <a:pt x="1390813" y="1482023"/>
                  </a:lnTo>
                  <a:lnTo>
                    <a:pt x="1390805" y="1482026"/>
                  </a:lnTo>
                  <a:lnTo>
                    <a:pt x="1390800" y="1482027"/>
                  </a:lnTo>
                  <a:lnTo>
                    <a:pt x="1390791" y="1482028"/>
                  </a:lnTo>
                  <a:lnTo>
                    <a:pt x="1390783" y="1482031"/>
                  </a:lnTo>
                  <a:lnTo>
                    <a:pt x="1390766" y="1482036"/>
                  </a:lnTo>
                  <a:lnTo>
                    <a:pt x="1390745" y="1482043"/>
                  </a:lnTo>
                  <a:lnTo>
                    <a:pt x="1390740" y="1482042"/>
                  </a:lnTo>
                  <a:lnTo>
                    <a:pt x="1390728" y="1482039"/>
                  </a:lnTo>
                  <a:lnTo>
                    <a:pt x="1390717" y="1482036"/>
                  </a:lnTo>
                  <a:lnTo>
                    <a:pt x="1390709" y="1482034"/>
                  </a:lnTo>
                  <a:lnTo>
                    <a:pt x="1390703" y="1482035"/>
                  </a:lnTo>
                  <a:lnTo>
                    <a:pt x="1390696" y="1482037"/>
                  </a:lnTo>
                  <a:lnTo>
                    <a:pt x="1390689" y="1482042"/>
                  </a:lnTo>
                  <a:lnTo>
                    <a:pt x="1390681" y="1482049"/>
                  </a:lnTo>
                  <a:lnTo>
                    <a:pt x="1390676" y="1482056"/>
                  </a:lnTo>
                  <a:lnTo>
                    <a:pt x="1390672" y="1482063"/>
                  </a:lnTo>
                  <a:lnTo>
                    <a:pt x="1390671" y="1482068"/>
                  </a:lnTo>
                  <a:lnTo>
                    <a:pt x="1390659" y="1482071"/>
                  </a:lnTo>
                  <a:lnTo>
                    <a:pt x="1390649" y="1482073"/>
                  </a:lnTo>
                  <a:lnTo>
                    <a:pt x="1390634" y="1482073"/>
                  </a:lnTo>
                  <a:lnTo>
                    <a:pt x="1390621" y="1482070"/>
                  </a:lnTo>
                  <a:lnTo>
                    <a:pt x="1390610" y="1482068"/>
                  </a:lnTo>
                  <a:lnTo>
                    <a:pt x="1390594" y="1482062"/>
                  </a:lnTo>
                  <a:lnTo>
                    <a:pt x="1390581" y="1482057"/>
                  </a:lnTo>
                  <a:lnTo>
                    <a:pt x="1390565" y="1482050"/>
                  </a:lnTo>
                  <a:lnTo>
                    <a:pt x="1390548" y="1482045"/>
                  </a:lnTo>
                  <a:lnTo>
                    <a:pt x="1390529" y="1482040"/>
                  </a:lnTo>
                  <a:lnTo>
                    <a:pt x="1390521" y="1482039"/>
                  </a:lnTo>
                  <a:lnTo>
                    <a:pt x="1390512" y="1482039"/>
                  </a:lnTo>
                  <a:lnTo>
                    <a:pt x="1390503" y="1482040"/>
                  </a:lnTo>
                  <a:lnTo>
                    <a:pt x="1390487" y="1482043"/>
                  </a:lnTo>
                  <a:lnTo>
                    <a:pt x="1390474" y="1482047"/>
                  </a:lnTo>
                  <a:lnTo>
                    <a:pt x="1390464" y="1482050"/>
                  </a:lnTo>
                  <a:lnTo>
                    <a:pt x="1390451" y="1482062"/>
                  </a:lnTo>
                  <a:lnTo>
                    <a:pt x="1390440" y="1482072"/>
                  </a:lnTo>
                  <a:lnTo>
                    <a:pt x="1390422" y="1482090"/>
                  </a:lnTo>
                  <a:lnTo>
                    <a:pt x="1390407" y="1482104"/>
                  </a:lnTo>
                  <a:lnTo>
                    <a:pt x="1390394" y="1482116"/>
                  </a:lnTo>
                  <a:lnTo>
                    <a:pt x="1390389" y="1482117"/>
                  </a:lnTo>
                  <a:lnTo>
                    <a:pt x="1390372" y="1482121"/>
                  </a:lnTo>
                  <a:lnTo>
                    <a:pt x="1390358" y="1482123"/>
                  </a:lnTo>
                  <a:lnTo>
                    <a:pt x="1390350" y="1482124"/>
                  </a:lnTo>
                  <a:lnTo>
                    <a:pt x="1390342" y="1482122"/>
                  </a:lnTo>
                  <a:lnTo>
                    <a:pt x="1390337" y="1482118"/>
                  </a:lnTo>
                  <a:lnTo>
                    <a:pt x="1390333" y="1482110"/>
                  </a:lnTo>
                  <a:lnTo>
                    <a:pt x="1390322" y="1482095"/>
                  </a:lnTo>
                  <a:lnTo>
                    <a:pt x="1390316" y="1482080"/>
                  </a:lnTo>
                  <a:lnTo>
                    <a:pt x="1390309" y="1482063"/>
                  </a:lnTo>
                  <a:lnTo>
                    <a:pt x="1390305" y="1482050"/>
                  </a:lnTo>
                  <a:lnTo>
                    <a:pt x="1390303" y="1482042"/>
                  </a:lnTo>
                  <a:lnTo>
                    <a:pt x="1390302" y="1482031"/>
                  </a:lnTo>
                  <a:lnTo>
                    <a:pt x="1390300" y="1482020"/>
                  </a:lnTo>
                  <a:lnTo>
                    <a:pt x="1390295" y="1482009"/>
                  </a:lnTo>
                  <a:lnTo>
                    <a:pt x="1390288" y="1481991"/>
                  </a:lnTo>
                  <a:lnTo>
                    <a:pt x="1390285" y="1481987"/>
                  </a:lnTo>
                  <a:lnTo>
                    <a:pt x="1390279" y="1481982"/>
                  </a:lnTo>
                  <a:lnTo>
                    <a:pt x="1390273" y="1481980"/>
                  </a:lnTo>
                  <a:lnTo>
                    <a:pt x="1390261" y="1481980"/>
                  </a:lnTo>
                  <a:lnTo>
                    <a:pt x="1390247" y="1481981"/>
                  </a:lnTo>
                  <a:lnTo>
                    <a:pt x="1390235" y="1481982"/>
                  </a:lnTo>
                  <a:lnTo>
                    <a:pt x="1390229" y="1481981"/>
                  </a:lnTo>
                  <a:lnTo>
                    <a:pt x="1390222" y="1481978"/>
                  </a:lnTo>
                  <a:lnTo>
                    <a:pt x="1390211" y="1481974"/>
                  </a:lnTo>
                  <a:lnTo>
                    <a:pt x="1390201" y="1481970"/>
                  </a:lnTo>
                  <a:lnTo>
                    <a:pt x="1390190" y="1481962"/>
                  </a:lnTo>
                  <a:lnTo>
                    <a:pt x="1390176" y="1481955"/>
                  </a:lnTo>
                  <a:lnTo>
                    <a:pt x="1390168" y="1481952"/>
                  </a:lnTo>
                  <a:lnTo>
                    <a:pt x="1390161" y="1481952"/>
                  </a:lnTo>
                  <a:lnTo>
                    <a:pt x="1390143" y="1481952"/>
                  </a:lnTo>
                  <a:lnTo>
                    <a:pt x="1390116" y="1481952"/>
                  </a:lnTo>
                  <a:lnTo>
                    <a:pt x="1390104" y="1481954"/>
                  </a:lnTo>
                  <a:lnTo>
                    <a:pt x="1390095" y="1481957"/>
                  </a:lnTo>
                  <a:lnTo>
                    <a:pt x="1390085" y="1481962"/>
                  </a:lnTo>
                  <a:lnTo>
                    <a:pt x="1390081" y="1481966"/>
                  </a:lnTo>
                  <a:lnTo>
                    <a:pt x="1390072" y="1481975"/>
                  </a:lnTo>
                  <a:lnTo>
                    <a:pt x="1390064" y="1481983"/>
                  </a:lnTo>
                  <a:lnTo>
                    <a:pt x="1390054" y="1481991"/>
                  </a:lnTo>
                  <a:lnTo>
                    <a:pt x="1390052" y="1482000"/>
                  </a:lnTo>
                  <a:lnTo>
                    <a:pt x="1390053" y="1482009"/>
                  </a:lnTo>
                  <a:lnTo>
                    <a:pt x="1390055" y="1482024"/>
                  </a:lnTo>
                  <a:lnTo>
                    <a:pt x="1390060" y="1482043"/>
                  </a:lnTo>
                  <a:lnTo>
                    <a:pt x="1390056" y="1482050"/>
                  </a:lnTo>
                  <a:lnTo>
                    <a:pt x="1390046" y="1482066"/>
                  </a:lnTo>
                  <a:lnTo>
                    <a:pt x="1390035" y="1482083"/>
                  </a:lnTo>
                  <a:lnTo>
                    <a:pt x="1390026" y="1482094"/>
                  </a:lnTo>
                  <a:lnTo>
                    <a:pt x="1390019" y="1482101"/>
                  </a:lnTo>
                  <a:lnTo>
                    <a:pt x="1390008" y="1482110"/>
                  </a:lnTo>
                  <a:lnTo>
                    <a:pt x="1390000" y="1482106"/>
                  </a:lnTo>
                  <a:lnTo>
                    <a:pt x="1389986" y="1482099"/>
                  </a:lnTo>
                  <a:lnTo>
                    <a:pt x="1389973" y="1482093"/>
                  </a:lnTo>
                  <a:lnTo>
                    <a:pt x="1389959" y="1482087"/>
                  </a:lnTo>
                  <a:lnTo>
                    <a:pt x="1389946" y="1482077"/>
                  </a:lnTo>
                  <a:lnTo>
                    <a:pt x="1389941" y="1482075"/>
                  </a:lnTo>
                  <a:lnTo>
                    <a:pt x="1389931" y="1482072"/>
                  </a:lnTo>
                  <a:lnTo>
                    <a:pt x="1389923" y="1482070"/>
                  </a:lnTo>
                  <a:lnTo>
                    <a:pt x="1389908" y="1482068"/>
                  </a:lnTo>
                  <a:lnTo>
                    <a:pt x="1389900" y="1482069"/>
                  </a:lnTo>
                  <a:lnTo>
                    <a:pt x="1389895" y="1482069"/>
                  </a:lnTo>
                  <a:lnTo>
                    <a:pt x="1389888" y="1482076"/>
                  </a:lnTo>
                  <a:lnTo>
                    <a:pt x="1389880" y="1482084"/>
                  </a:lnTo>
                  <a:lnTo>
                    <a:pt x="1389867" y="1482094"/>
                  </a:lnTo>
                  <a:lnTo>
                    <a:pt x="1389857" y="1482104"/>
                  </a:lnTo>
                  <a:lnTo>
                    <a:pt x="1389848" y="1482114"/>
                  </a:lnTo>
                  <a:lnTo>
                    <a:pt x="1389840" y="1482126"/>
                  </a:lnTo>
                  <a:lnTo>
                    <a:pt x="1389835" y="1482137"/>
                  </a:lnTo>
                  <a:lnTo>
                    <a:pt x="1389826" y="1482151"/>
                  </a:lnTo>
                  <a:lnTo>
                    <a:pt x="1389819" y="1482160"/>
                  </a:lnTo>
                  <a:lnTo>
                    <a:pt x="1389809" y="1482169"/>
                  </a:lnTo>
                  <a:lnTo>
                    <a:pt x="1389805" y="1482174"/>
                  </a:lnTo>
                  <a:lnTo>
                    <a:pt x="1389794" y="1482174"/>
                  </a:lnTo>
                  <a:lnTo>
                    <a:pt x="1389779" y="1482173"/>
                  </a:lnTo>
                  <a:lnTo>
                    <a:pt x="1389759" y="1482173"/>
                  </a:lnTo>
                  <a:lnTo>
                    <a:pt x="1389746" y="1482172"/>
                  </a:lnTo>
                  <a:lnTo>
                    <a:pt x="1389740" y="1482169"/>
                  </a:lnTo>
                  <a:lnTo>
                    <a:pt x="1389733" y="1482165"/>
                  </a:lnTo>
                  <a:lnTo>
                    <a:pt x="1389720" y="1482157"/>
                  </a:lnTo>
                  <a:lnTo>
                    <a:pt x="1389710" y="1482147"/>
                  </a:lnTo>
                  <a:lnTo>
                    <a:pt x="1389703" y="1482140"/>
                  </a:lnTo>
                  <a:lnTo>
                    <a:pt x="1389693" y="1482130"/>
                  </a:lnTo>
                  <a:lnTo>
                    <a:pt x="1389681" y="1482119"/>
                  </a:lnTo>
                  <a:lnTo>
                    <a:pt x="1389675" y="1482109"/>
                  </a:lnTo>
                  <a:lnTo>
                    <a:pt x="1389668" y="1482093"/>
                  </a:lnTo>
                  <a:lnTo>
                    <a:pt x="1389655" y="1482071"/>
                  </a:lnTo>
                  <a:lnTo>
                    <a:pt x="1389640" y="1482045"/>
                  </a:lnTo>
                  <a:lnTo>
                    <a:pt x="1389631" y="1482017"/>
                  </a:lnTo>
                  <a:lnTo>
                    <a:pt x="1389629" y="1481997"/>
                  </a:lnTo>
                  <a:lnTo>
                    <a:pt x="1389625" y="1481968"/>
                  </a:lnTo>
                  <a:lnTo>
                    <a:pt x="1389617" y="1481966"/>
                  </a:lnTo>
                  <a:lnTo>
                    <a:pt x="1389591" y="1481969"/>
                  </a:lnTo>
                  <a:lnTo>
                    <a:pt x="1389586" y="1481968"/>
                  </a:lnTo>
                  <a:lnTo>
                    <a:pt x="1389580" y="1481966"/>
                  </a:lnTo>
                  <a:lnTo>
                    <a:pt x="1389571" y="1481965"/>
                  </a:lnTo>
                  <a:lnTo>
                    <a:pt x="1389564" y="1481966"/>
                  </a:lnTo>
                  <a:lnTo>
                    <a:pt x="1389558" y="1481967"/>
                  </a:lnTo>
                  <a:lnTo>
                    <a:pt x="1389549" y="1481968"/>
                  </a:lnTo>
                  <a:lnTo>
                    <a:pt x="1389528" y="1481969"/>
                  </a:lnTo>
                  <a:lnTo>
                    <a:pt x="1389509" y="1481971"/>
                  </a:lnTo>
                  <a:lnTo>
                    <a:pt x="1389486" y="1481973"/>
                  </a:lnTo>
                  <a:lnTo>
                    <a:pt x="1389476" y="1481975"/>
                  </a:lnTo>
                  <a:lnTo>
                    <a:pt x="1389469" y="1481983"/>
                  </a:lnTo>
                  <a:lnTo>
                    <a:pt x="1389460" y="1481992"/>
                  </a:lnTo>
                  <a:lnTo>
                    <a:pt x="1389452" y="1481999"/>
                  </a:lnTo>
                  <a:lnTo>
                    <a:pt x="1389441" y="1482011"/>
                  </a:lnTo>
                  <a:lnTo>
                    <a:pt x="1389424" y="1482028"/>
                  </a:lnTo>
                  <a:lnTo>
                    <a:pt x="1389398" y="1482053"/>
                  </a:lnTo>
                  <a:lnTo>
                    <a:pt x="1389387" y="1482062"/>
                  </a:lnTo>
                  <a:lnTo>
                    <a:pt x="1389379" y="1482067"/>
                  </a:lnTo>
                  <a:lnTo>
                    <a:pt x="1389370" y="1482070"/>
                  </a:lnTo>
                  <a:lnTo>
                    <a:pt x="1389363" y="1482071"/>
                  </a:lnTo>
                  <a:lnTo>
                    <a:pt x="1389352" y="1482069"/>
                  </a:lnTo>
                  <a:lnTo>
                    <a:pt x="1389342" y="1482068"/>
                  </a:lnTo>
                  <a:lnTo>
                    <a:pt x="1389334" y="1482068"/>
                  </a:lnTo>
                  <a:lnTo>
                    <a:pt x="1389323" y="1482070"/>
                  </a:lnTo>
                  <a:lnTo>
                    <a:pt x="1389309" y="1482074"/>
                  </a:lnTo>
                  <a:lnTo>
                    <a:pt x="1389300" y="1482076"/>
                  </a:lnTo>
                  <a:lnTo>
                    <a:pt x="1389292" y="1482076"/>
                  </a:lnTo>
                  <a:lnTo>
                    <a:pt x="1389281" y="1482071"/>
                  </a:lnTo>
                  <a:lnTo>
                    <a:pt x="1389270" y="1482063"/>
                  </a:lnTo>
                  <a:lnTo>
                    <a:pt x="1389262" y="1482057"/>
                  </a:lnTo>
                  <a:lnTo>
                    <a:pt x="1389254" y="1482049"/>
                  </a:lnTo>
                  <a:lnTo>
                    <a:pt x="1389248" y="1482040"/>
                  </a:lnTo>
                  <a:lnTo>
                    <a:pt x="1389245" y="1482032"/>
                  </a:lnTo>
                  <a:lnTo>
                    <a:pt x="1389242" y="1482021"/>
                  </a:lnTo>
                  <a:lnTo>
                    <a:pt x="1389232" y="1482015"/>
                  </a:lnTo>
                  <a:lnTo>
                    <a:pt x="1389222" y="1482008"/>
                  </a:lnTo>
                  <a:lnTo>
                    <a:pt x="1389213" y="1482001"/>
                  </a:lnTo>
                  <a:lnTo>
                    <a:pt x="1389202" y="1481991"/>
                  </a:lnTo>
                  <a:lnTo>
                    <a:pt x="1389192" y="1481980"/>
                  </a:lnTo>
                  <a:lnTo>
                    <a:pt x="1389182" y="1481968"/>
                  </a:lnTo>
                  <a:lnTo>
                    <a:pt x="1389173" y="1481961"/>
                  </a:lnTo>
                  <a:lnTo>
                    <a:pt x="1389168" y="1481963"/>
                  </a:lnTo>
                  <a:lnTo>
                    <a:pt x="1389161" y="1481967"/>
                  </a:lnTo>
                  <a:lnTo>
                    <a:pt x="1389152" y="1481970"/>
                  </a:lnTo>
                  <a:lnTo>
                    <a:pt x="1389146" y="1481975"/>
                  </a:lnTo>
                  <a:lnTo>
                    <a:pt x="1389138" y="1481981"/>
                  </a:lnTo>
                  <a:lnTo>
                    <a:pt x="1389129" y="1481991"/>
                  </a:lnTo>
                  <a:lnTo>
                    <a:pt x="1389121" y="1482001"/>
                  </a:lnTo>
                  <a:lnTo>
                    <a:pt x="1389108" y="1482011"/>
                  </a:lnTo>
                  <a:lnTo>
                    <a:pt x="1389096" y="1482020"/>
                  </a:lnTo>
                  <a:lnTo>
                    <a:pt x="1389086" y="1482026"/>
                  </a:lnTo>
                  <a:lnTo>
                    <a:pt x="1389079" y="1482031"/>
                  </a:lnTo>
                  <a:lnTo>
                    <a:pt x="1389072" y="1482033"/>
                  </a:lnTo>
                  <a:lnTo>
                    <a:pt x="1389057" y="1482039"/>
                  </a:lnTo>
                  <a:lnTo>
                    <a:pt x="1389038" y="1482048"/>
                  </a:lnTo>
                  <a:lnTo>
                    <a:pt x="1389021" y="1482056"/>
                  </a:lnTo>
                  <a:lnTo>
                    <a:pt x="1389006" y="1482060"/>
                  </a:lnTo>
                  <a:lnTo>
                    <a:pt x="1388994" y="1482063"/>
                  </a:lnTo>
                  <a:lnTo>
                    <a:pt x="1388987" y="1482063"/>
                  </a:lnTo>
                  <a:lnTo>
                    <a:pt x="1388983" y="1482061"/>
                  </a:lnTo>
                  <a:lnTo>
                    <a:pt x="1388971" y="1482058"/>
                  </a:lnTo>
                  <a:lnTo>
                    <a:pt x="1388956" y="1482052"/>
                  </a:lnTo>
                  <a:lnTo>
                    <a:pt x="1388945" y="1482045"/>
                  </a:lnTo>
                  <a:lnTo>
                    <a:pt x="1388936" y="1482039"/>
                  </a:lnTo>
                  <a:lnTo>
                    <a:pt x="1388928" y="1482036"/>
                  </a:lnTo>
                  <a:lnTo>
                    <a:pt x="1388922" y="1482034"/>
                  </a:lnTo>
                  <a:lnTo>
                    <a:pt x="1388914" y="1482035"/>
                  </a:lnTo>
                  <a:lnTo>
                    <a:pt x="1388903" y="1482038"/>
                  </a:lnTo>
                  <a:lnTo>
                    <a:pt x="1388889" y="1482046"/>
                  </a:lnTo>
                  <a:lnTo>
                    <a:pt x="1388880" y="1482051"/>
                  </a:lnTo>
                  <a:lnTo>
                    <a:pt x="1388871" y="1482055"/>
                  </a:lnTo>
                  <a:lnTo>
                    <a:pt x="1388854" y="1482064"/>
                  </a:lnTo>
                  <a:lnTo>
                    <a:pt x="1388834" y="1482072"/>
                  </a:lnTo>
                  <a:lnTo>
                    <a:pt x="1388809" y="1482084"/>
                  </a:lnTo>
                  <a:lnTo>
                    <a:pt x="1388793" y="1482093"/>
                  </a:lnTo>
                  <a:lnTo>
                    <a:pt x="1388781" y="1482098"/>
                  </a:lnTo>
                  <a:lnTo>
                    <a:pt x="1388770" y="1482104"/>
                  </a:lnTo>
                  <a:lnTo>
                    <a:pt x="1388758" y="1482111"/>
                  </a:lnTo>
                  <a:lnTo>
                    <a:pt x="1388736" y="1482127"/>
                  </a:lnTo>
                  <a:lnTo>
                    <a:pt x="1388725" y="1482112"/>
                  </a:lnTo>
                  <a:lnTo>
                    <a:pt x="1388713" y="1482098"/>
                  </a:lnTo>
                  <a:lnTo>
                    <a:pt x="1388700" y="1482082"/>
                  </a:lnTo>
                  <a:lnTo>
                    <a:pt x="1388687" y="1482066"/>
                  </a:lnTo>
                  <a:lnTo>
                    <a:pt x="1388680" y="1482060"/>
                  </a:lnTo>
                  <a:lnTo>
                    <a:pt x="1388673" y="1482056"/>
                  </a:lnTo>
                  <a:lnTo>
                    <a:pt x="1388669" y="1482055"/>
                  </a:lnTo>
                  <a:lnTo>
                    <a:pt x="1388659" y="1482055"/>
                  </a:lnTo>
                  <a:lnTo>
                    <a:pt x="1388643" y="1482057"/>
                  </a:lnTo>
                  <a:lnTo>
                    <a:pt x="1388637" y="1482058"/>
                  </a:lnTo>
                  <a:lnTo>
                    <a:pt x="1388626" y="1482059"/>
                  </a:lnTo>
                  <a:lnTo>
                    <a:pt x="1388614" y="1482059"/>
                  </a:lnTo>
                  <a:lnTo>
                    <a:pt x="1388605" y="1482057"/>
                  </a:lnTo>
                  <a:lnTo>
                    <a:pt x="1388595" y="1482052"/>
                  </a:lnTo>
                  <a:lnTo>
                    <a:pt x="1388590" y="1482049"/>
                  </a:lnTo>
                  <a:lnTo>
                    <a:pt x="1388581" y="1482044"/>
                  </a:lnTo>
                  <a:lnTo>
                    <a:pt x="1388570" y="1482039"/>
                  </a:lnTo>
                  <a:lnTo>
                    <a:pt x="1388558" y="1482034"/>
                  </a:lnTo>
                  <a:lnTo>
                    <a:pt x="1388547" y="1482028"/>
                  </a:lnTo>
                  <a:lnTo>
                    <a:pt x="1388538" y="1482021"/>
                  </a:lnTo>
                  <a:lnTo>
                    <a:pt x="1388531" y="1482015"/>
                  </a:lnTo>
                  <a:lnTo>
                    <a:pt x="1388525" y="1482011"/>
                  </a:lnTo>
                  <a:lnTo>
                    <a:pt x="1388514" y="1482008"/>
                  </a:lnTo>
                  <a:lnTo>
                    <a:pt x="1388504" y="1482008"/>
                  </a:lnTo>
                  <a:lnTo>
                    <a:pt x="1388497" y="1482008"/>
                  </a:lnTo>
                  <a:lnTo>
                    <a:pt x="1388489" y="1482010"/>
                  </a:lnTo>
                  <a:lnTo>
                    <a:pt x="1388483" y="1482012"/>
                  </a:lnTo>
                  <a:lnTo>
                    <a:pt x="1388476" y="1482016"/>
                  </a:lnTo>
                  <a:lnTo>
                    <a:pt x="1388470" y="1482021"/>
                  </a:lnTo>
                  <a:lnTo>
                    <a:pt x="1388462" y="1482031"/>
                  </a:lnTo>
                  <a:lnTo>
                    <a:pt x="1388454" y="1482041"/>
                  </a:lnTo>
                  <a:lnTo>
                    <a:pt x="1388445" y="1482051"/>
                  </a:lnTo>
                  <a:lnTo>
                    <a:pt x="1388440" y="1482053"/>
                  </a:lnTo>
                  <a:lnTo>
                    <a:pt x="1388434" y="1482056"/>
                  </a:lnTo>
                  <a:lnTo>
                    <a:pt x="1388426" y="1482060"/>
                  </a:lnTo>
                  <a:lnTo>
                    <a:pt x="1388411" y="1482063"/>
                  </a:lnTo>
                  <a:lnTo>
                    <a:pt x="1388394" y="1482065"/>
                  </a:lnTo>
                  <a:lnTo>
                    <a:pt x="1388376" y="1482065"/>
                  </a:lnTo>
                  <a:lnTo>
                    <a:pt x="1388363" y="1482062"/>
                  </a:lnTo>
                  <a:lnTo>
                    <a:pt x="1388343" y="1482058"/>
                  </a:lnTo>
                  <a:lnTo>
                    <a:pt x="1388334" y="1482054"/>
                  </a:lnTo>
                  <a:lnTo>
                    <a:pt x="1388325" y="1482050"/>
                  </a:lnTo>
                  <a:lnTo>
                    <a:pt x="1388310" y="1482042"/>
                  </a:lnTo>
                  <a:lnTo>
                    <a:pt x="1388298" y="1482034"/>
                  </a:lnTo>
                  <a:lnTo>
                    <a:pt x="1388291" y="1482031"/>
                  </a:lnTo>
                  <a:lnTo>
                    <a:pt x="1388283" y="1482030"/>
                  </a:lnTo>
                  <a:lnTo>
                    <a:pt x="1388269" y="1482030"/>
                  </a:lnTo>
                  <a:lnTo>
                    <a:pt x="1388255" y="1482030"/>
                  </a:lnTo>
                  <a:lnTo>
                    <a:pt x="1388243" y="1482030"/>
                  </a:lnTo>
                  <a:lnTo>
                    <a:pt x="1388238" y="1482031"/>
                  </a:lnTo>
                  <a:lnTo>
                    <a:pt x="1388228" y="1482033"/>
                  </a:lnTo>
                  <a:lnTo>
                    <a:pt x="1388215" y="1482035"/>
                  </a:lnTo>
                  <a:lnTo>
                    <a:pt x="1388207" y="1482036"/>
                  </a:lnTo>
                  <a:lnTo>
                    <a:pt x="1388198" y="1482037"/>
                  </a:lnTo>
                  <a:lnTo>
                    <a:pt x="1388193" y="1482038"/>
                  </a:lnTo>
                  <a:lnTo>
                    <a:pt x="1388187" y="1482038"/>
                  </a:lnTo>
                  <a:lnTo>
                    <a:pt x="1388170" y="1482039"/>
                  </a:lnTo>
                  <a:lnTo>
                    <a:pt x="1388157" y="1482038"/>
                  </a:lnTo>
                  <a:lnTo>
                    <a:pt x="1388143" y="1482037"/>
                  </a:lnTo>
                  <a:lnTo>
                    <a:pt x="1388137" y="1482037"/>
                  </a:lnTo>
                  <a:lnTo>
                    <a:pt x="1388128" y="1482036"/>
                  </a:lnTo>
                  <a:lnTo>
                    <a:pt x="1388119" y="1482035"/>
                  </a:lnTo>
                  <a:lnTo>
                    <a:pt x="1388107" y="1482036"/>
                  </a:lnTo>
                  <a:lnTo>
                    <a:pt x="1388091" y="1482037"/>
                  </a:lnTo>
                  <a:lnTo>
                    <a:pt x="1388073" y="1482040"/>
                  </a:lnTo>
                  <a:lnTo>
                    <a:pt x="1388057" y="1482043"/>
                  </a:lnTo>
                  <a:lnTo>
                    <a:pt x="1388047" y="1482046"/>
                  </a:lnTo>
                  <a:lnTo>
                    <a:pt x="1388037" y="1482050"/>
                  </a:lnTo>
                  <a:lnTo>
                    <a:pt x="1388029" y="1482054"/>
                  </a:lnTo>
                  <a:lnTo>
                    <a:pt x="1388021" y="1482059"/>
                  </a:lnTo>
                  <a:lnTo>
                    <a:pt x="1388011" y="1482065"/>
                  </a:lnTo>
                  <a:lnTo>
                    <a:pt x="1388011" y="1482136"/>
                  </a:lnTo>
                  <a:lnTo>
                    <a:pt x="1388011" y="1482207"/>
                  </a:lnTo>
                  <a:lnTo>
                    <a:pt x="1388022" y="1482220"/>
                  </a:lnTo>
                  <a:lnTo>
                    <a:pt x="1388039" y="1482244"/>
                  </a:lnTo>
                  <a:lnTo>
                    <a:pt x="1388043" y="1482257"/>
                  </a:lnTo>
                  <a:lnTo>
                    <a:pt x="1388040" y="1482280"/>
                  </a:lnTo>
                  <a:lnTo>
                    <a:pt x="1388041" y="1482292"/>
                  </a:lnTo>
                  <a:lnTo>
                    <a:pt x="1388043" y="1482305"/>
                  </a:lnTo>
                  <a:lnTo>
                    <a:pt x="1388042" y="1482331"/>
                  </a:lnTo>
                  <a:lnTo>
                    <a:pt x="1388042" y="1482350"/>
                  </a:lnTo>
                  <a:lnTo>
                    <a:pt x="1388037" y="1482362"/>
                  </a:lnTo>
                  <a:lnTo>
                    <a:pt x="1388036" y="1482372"/>
                  </a:lnTo>
                  <a:lnTo>
                    <a:pt x="1388039" y="1482387"/>
                  </a:lnTo>
                  <a:lnTo>
                    <a:pt x="1388042" y="1482404"/>
                  </a:lnTo>
                  <a:lnTo>
                    <a:pt x="1388045" y="1482419"/>
                  </a:lnTo>
                  <a:lnTo>
                    <a:pt x="1388047" y="1482427"/>
                  </a:lnTo>
                  <a:lnTo>
                    <a:pt x="1388048" y="1482440"/>
                  </a:lnTo>
                  <a:lnTo>
                    <a:pt x="1388046" y="1482458"/>
                  </a:lnTo>
                  <a:lnTo>
                    <a:pt x="1388040" y="1482475"/>
                  </a:lnTo>
                  <a:lnTo>
                    <a:pt x="1388039" y="1482493"/>
                  </a:lnTo>
                  <a:lnTo>
                    <a:pt x="1388036" y="1482505"/>
                  </a:lnTo>
                  <a:lnTo>
                    <a:pt x="1388029" y="1482515"/>
                  </a:lnTo>
                  <a:lnTo>
                    <a:pt x="1388021" y="1482529"/>
                  </a:lnTo>
                  <a:lnTo>
                    <a:pt x="1388019" y="1482540"/>
                  </a:lnTo>
                  <a:lnTo>
                    <a:pt x="1388017" y="1482561"/>
                  </a:lnTo>
                  <a:lnTo>
                    <a:pt x="1388018" y="1482588"/>
                  </a:lnTo>
                  <a:lnTo>
                    <a:pt x="1388026" y="1482597"/>
                  </a:lnTo>
                  <a:lnTo>
                    <a:pt x="1388032" y="1482602"/>
                  </a:lnTo>
                  <a:lnTo>
                    <a:pt x="1388048" y="1482611"/>
                  </a:lnTo>
                  <a:lnTo>
                    <a:pt x="1388061" y="1482616"/>
                  </a:lnTo>
                  <a:lnTo>
                    <a:pt x="1388069" y="1482617"/>
                  </a:lnTo>
                  <a:lnTo>
                    <a:pt x="1388086" y="1482619"/>
                  </a:lnTo>
                  <a:lnTo>
                    <a:pt x="1388101" y="1482620"/>
                  </a:lnTo>
                  <a:lnTo>
                    <a:pt x="1388117" y="1482624"/>
                  </a:lnTo>
                  <a:lnTo>
                    <a:pt x="1388130" y="1482633"/>
                  </a:lnTo>
                  <a:lnTo>
                    <a:pt x="1388136" y="1482645"/>
                  </a:lnTo>
                  <a:lnTo>
                    <a:pt x="1388139" y="1482664"/>
                  </a:lnTo>
                  <a:lnTo>
                    <a:pt x="1388140" y="1482679"/>
                  </a:lnTo>
                  <a:lnTo>
                    <a:pt x="1388144" y="1482697"/>
                  </a:lnTo>
                  <a:lnTo>
                    <a:pt x="1388151" y="1482708"/>
                  </a:lnTo>
                  <a:lnTo>
                    <a:pt x="1388157" y="1482720"/>
                  </a:lnTo>
                  <a:lnTo>
                    <a:pt x="1388253" y="1482811"/>
                  </a:lnTo>
                  <a:lnTo>
                    <a:pt x="1388261" y="1482894"/>
                  </a:lnTo>
                  <a:lnTo>
                    <a:pt x="1388269" y="1482919"/>
                  </a:lnTo>
                  <a:lnTo>
                    <a:pt x="1388231" y="1483020"/>
                  </a:lnTo>
                  <a:lnTo>
                    <a:pt x="1388235" y="1483073"/>
                  </a:lnTo>
                  <a:lnTo>
                    <a:pt x="1388235" y="1483110"/>
                  </a:lnTo>
                  <a:lnTo>
                    <a:pt x="1388247" y="1483119"/>
                  </a:lnTo>
                  <a:lnTo>
                    <a:pt x="1388253" y="1483123"/>
                  </a:lnTo>
                  <a:lnTo>
                    <a:pt x="1388273" y="1483130"/>
                  </a:lnTo>
                  <a:lnTo>
                    <a:pt x="1388296" y="1483139"/>
                  </a:lnTo>
                  <a:lnTo>
                    <a:pt x="1388321" y="1483160"/>
                  </a:lnTo>
                  <a:lnTo>
                    <a:pt x="1388323" y="1483178"/>
                  </a:lnTo>
                  <a:lnTo>
                    <a:pt x="1388316" y="1483209"/>
                  </a:lnTo>
                  <a:lnTo>
                    <a:pt x="1388296" y="1483244"/>
                  </a:lnTo>
                  <a:lnTo>
                    <a:pt x="1388276" y="1483315"/>
                  </a:lnTo>
                  <a:lnTo>
                    <a:pt x="1388259" y="1483343"/>
                  </a:lnTo>
                  <a:lnTo>
                    <a:pt x="1388249" y="1483354"/>
                  </a:lnTo>
                  <a:lnTo>
                    <a:pt x="1388242" y="1483363"/>
                  </a:lnTo>
                  <a:lnTo>
                    <a:pt x="1388242" y="1483372"/>
                  </a:lnTo>
                  <a:lnTo>
                    <a:pt x="1388242" y="1483399"/>
                  </a:lnTo>
                  <a:lnTo>
                    <a:pt x="1388245" y="1483419"/>
                  </a:lnTo>
                  <a:lnTo>
                    <a:pt x="1388247" y="1483427"/>
                  </a:lnTo>
                  <a:lnTo>
                    <a:pt x="1388249" y="1483434"/>
                  </a:lnTo>
                  <a:lnTo>
                    <a:pt x="1388245" y="1483439"/>
                  </a:lnTo>
                  <a:lnTo>
                    <a:pt x="1388241" y="1483444"/>
                  </a:lnTo>
                  <a:lnTo>
                    <a:pt x="1388229" y="1483467"/>
                  </a:lnTo>
                  <a:lnTo>
                    <a:pt x="1388222" y="1483491"/>
                  </a:lnTo>
                  <a:lnTo>
                    <a:pt x="1388219" y="1483502"/>
                  </a:lnTo>
                  <a:lnTo>
                    <a:pt x="1388213" y="1483513"/>
                  </a:lnTo>
                  <a:lnTo>
                    <a:pt x="1388197" y="1483548"/>
                  </a:lnTo>
                  <a:lnTo>
                    <a:pt x="1388182" y="1483745"/>
                  </a:lnTo>
                  <a:lnTo>
                    <a:pt x="1388175" y="1483838"/>
                  </a:lnTo>
                  <a:lnTo>
                    <a:pt x="1388172" y="1483848"/>
                  </a:lnTo>
                  <a:lnTo>
                    <a:pt x="1388171" y="1483855"/>
                  </a:lnTo>
                  <a:lnTo>
                    <a:pt x="1388170" y="1483863"/>
                  </a:lnTo>
                  <a:lnTo>
                    <a:pt x="1388168" y="1483875"/>
                  </a:lnTo>
                  <a:lnTo>
                    <a:pt x="1388169" y="1483895"/>
                  </a:lnTo>
                  <a:lnTo>
                    <a:pt x="1388169" y="1483908"/>
                  </a:lnTo>
                  <a:lnTo>
                    <a:pt x="1388170" y="1483917"/>
                  </a:lnTo>
                  <a:lnTo>
                    <a:pt x="1388160" y="1483932"/>
                  </a:lnTo>
                  <a:lnTo>
                    <a:pt x="1388144" y="1483946"/>
                  </a:lnTo>
                  <a:lnTo>
                    <a:pt x="1388080" y="1484031"/>
                  </a:lnTo>
                  <a:lnTo>
                    <a:pt x="1388053" y="1484068"/>
                  </a:lnTo>
                  <a:lnTo>
                    <a:pt x="1388035" y="1484092"/>
                  </a:lnTo>
                  <a:lnTo>
                    <a:pt x="1388061" y="1484166"/>
                  </a:lnTo>
                  <a:lnTo>
                    <a:pt x="1388061" y="1484223"/>
                  </a:lnTo>
                  <a:lnTo>
                    <a:pt x="1388031" y="1484287"/>
                  </a:lnTo>
                  <a:lnTo>
                    <a:pt x="1387982" y="1484324"/>
                  </a:lnTo>
                  <a:lnTo>
                    <a:pt x="1387964" y="1484337"/>
                  </a:lnTo>
                  <a:lnTo>
                    <a:pt x="1387949" y="1484349"/>
                  </a:lnTo>
                  <a:lnTo>
                    <a:pt x="1387940" y="1484354"/>
                  </a:lnTo>
                  <a:lnTo>
                    <a:pt x="1387930" y="1484359"/>
                  </a:lnTo>
                  <a:lnTo>
                    <a:pt x="1387925" y="1484367"/>
                  </a:lnTo>
                  <a:lnTo>
                    <a:pt x="1387922" y="1484382"/>
                  </a:lnTo>
                  <a:lnTo>
                    <a:pt x="1387922" y="1484396"/>
                  </a:lnTo>
                  <a:lnTo>
                    <a:pt x="1387921" y="1484409"/>
                  </a:lnTo>
                  <a:lnTo>
                    <a:pt x="1387921" y="1484426"/>
                  </a:lnTo>
                  <a:lnTo>
                    <a:pt x="1387920" y="1484437"/>
                  </a:lnTo>
                  <a:lnTo>
                    <a:pt x="1387912" y="1484462"/>
                  </a:lnTo>
                  <a:lnTo>
                    <a:pt x="1387909" y="1484470"/>
                  </a:lnTo>
                  <a:lnTo>
                    <a:pt x="1387901" y="1484490"/>
                  </a:lnTo>
                  <a:lnTo>
                    <a:pt x="1387899" y="1484495"/>
                  </a:lnTo>
                  <a:lnTo>
                    <a:pt x="1387890" y="1484511"/>
                  </a:lnTo>
                  <a:lnTo>
                    <a:pt x="1387881" y="1484535"/>
                  </a:lnTo>
                  <a:lnTo>
                    <a:pt x="1387874" y="1484540"/>
                  </a:lnTo>
                  <a:lnTo>
                    <a:pt x="1387853" y="1484528"/>
                  </a:lnTo>
                  <a:lnTo>
                    <a:pt x="1387845" y="1484527"/>
                  </a:lnTo>
                  <a:lnTo>
                    <a:pt x="1387832" y="1484519"/>
                  </a:lnTo>
                  <a:lnTo>
                    <a:pt x="1387813" y="1484511"/>
                  </a:lnTo>
                  <a:lnTo>
                    <a:pt x="1387802" y="1484504"/>
                  </a:lnTo>
                  <a:lnTo>
                    <a:pt x="1387793" y="1484492"/>
                  </a:lnTo>
                  <a:lnTo>
                    <a:pt x="1387779" y="1484482"/>
                  </a:lnTo>
                  <a:lnTo>
                    <a:pt x="1387768" y="1484473"/>
                  </a:lnTo>
                  <a:lnTo>
                    <a:pt x="1387758" y="1484470"/>
                  </a:lnTo>
                  <a:lnTo>
                    <a:pt x="1387751" y="1484472"/>
                  </a:lnTo>
                  <a:lnTo>
                    <a:pt x="1387738" y="1484475"/>
                  </a:lnTo>
                  <a:lnTo>
                    <a:pt x="1387729" y="1484482"/>
                  </a:lnTo>
                  <a:lnTo>
                    <a:pt x="1387729" y="1484505"/>
                  </a:lnTo>
                  <a:lnTo>
                    <a:pt x="1387728" y="1484512"/>
                  </a:lnTo>
                  <a:lnTo>
                    <a:pt x="1387727" y="1484525"/>
                  </a:lnTo>
                  <a:lnTo>
                    <a:pt x="1387725" y="1484536"/>
                  </a:lnTo>
                  <a:lnTo>
                    <a:pt x="1387723" y="1484548"/>
                  </a:lnTo>
                  <a:lnTo>
                    <a:pt x="1387722" y="1484556"/>
                  </a:lnTo>
                  <a:lnTo>
                    <a:pt x="1387721" y="1484573"/>
                  </a:lnTo>
                  <a:lnTo>
                    <a:pt x="1387722" y="1484579"/>
                  </a:lnTo>
                  <a:lnTo>
                    <a:pt x="1387713" y="1484583"/>
                  </a:lnTo>
                  <a:lnTo>
                    <a:pt x="1387691" y="1484588"/>
                  </a:lnTo>
                  <a:lnTo>
                    <a:pt x="1387685" y="1484588"/>
                  </a:lnTo>
                  <a:lnTo>
                    <a:pt x="1387658" y="1484576"/>
                  </a:lnTo>
                  <a:lnTo>
                    <a:pt x="1387646" y="1484571"/>
                  </a:lnTo>
                  <a:lnTo>
                    <a:pt x="1387607" y="1484567"/>
                  </a:lnTo>
                  <a:lnTo>
                    <a:pt x="1387600" y="1484568"/>
                  </a:lnTo>
                  <a:lnTo>
                    <a:pt x="1387595" y="1484568"/>
                  </a:lnTo>
                  <a:lnTo>
                    <a:pt x="1387591" y="1484568"/>
                  </a:lnTo>
                  <a:lnTo>
                    <a:pt x="1387580" y="1484566"/>
                  </a:lnTo>
                  <a:lnTo>
                    <a:pt x="1387558" y="1484560"/>
                  </a:lnTo>
                  <a:lnTo>
                    <a:pt x="1387536" y="1484554"/>
                  </a:lnTo>
                  <a:lnTo>
                    <a:pt x="1387524" y="1484552"/>
                  </a:lnTo>
                  <a:lnTo>
                    <a:pt x="1387502" y="1484550"/>
                  </a:lnTo>
                  <a:lnTo>
                    <a:pt x="1387496" y="1484549"/>
                  </a:lnTo>
                  <a:lnTo>
                    <a:pt x="1387470" y="1484546"/>
                  </a:lnTo>
                  <a:lnTo>
                    <a:pt x="1387464" y="1484542"/>
                  </a:lnTo>
                  <a:lnTo>
                    <a:pt x="1387456" y="1484534"/>
                  </a:lnTo>
                  <a:lnTo>
                    <a:pt x="1387452" y="1484530"/>
                  </a:lnTo>
                  <a:lnTo>
                    <a:pt x="1387442" y="1484512"/>
                  </a:lnTo>
                  <a:lnTo>
                    <a:pt x="1387429" y="1484488"/>
                  </a:lnTo>
                  <a:lnTo>
                    <a:pt x="1387407" y="1484462"/>
                  </a:lnTo>
                  <a:lnTo>
                    <a:pt x="1387380" y="1484466"/>
                  </a:lnTo>
                  <a:lnTo>
                    <a:pt x="1387369" y="1484468"/>
                  </a:lnTo>
                  <a:lnTo>
                    <a:pt x="1387346" y="1484458"/>
                  </a:lnTo>
                  <a:lnTo>
                    <a:pt x="1387335" y="1484457"/>
                  </a:lnTo>
                  <a:lnTo>
                    <a:pt x="1387330" y="1484459"/>
                  </a:lnTo>
                  <a:lnTo>
                    <a:pt x="1387322" y="1484462"/>
                  </a:lnTo>
                  <a:lnTo>
                    <a:pt x="1387310" y="1484465"/>
                  </a:lnTo>
                  <a:lnTo>
                    <a:pt x="1387300" y="1484466"/>
                  </a:lnTo>
                  <a:lnTo>
                    <a:pt x="1387295" y="1484461"/>
                  </a:lnTo>
                  <a:lnTo>
                    <a:pt x="1387293" y="1484454"/>
                  </a:lnTo>
                  <a:lnTo>
                    <a:pt x="1387292" y="1484445"/>
                  </a:lnTo>
                  <a:lnTo>
                    <a:pt x="1387291" y="1484435"/>
                  </a:lnTo>
                  <a:lnTo>
                    <a:pt x="1387291" y="1484427"/>
                  </a:lnTo>
                  <a:lnTo>
                    <a:pt x="1387290" y="1484422"/>
                  </a:lnTo>
                  <a:lnTo>
                    <a:pt x="1387283" y="1484418"/>
                  </a:lnTo>
                  <a:lnTo>
                    <a:pt x="1387274" y="1484413"/>
                  </a:lnTo>
                  <a:lnTo>
                    <a:pt x="1387266" y="1484400"/>
                  </a:lnTo>
                  <a:lnTo>
                    <a:pt x="1387262" y="1484393"/>
                  </a:lnTo>
                  <a:lnTo>
                    <a:pt x="1387259" y="1484388"/>
                  </a:lnTo>
                  <a:lnTo>
                    <a:pt x="1387255" y="1484381"/>
                  </a:lnTo>
                  <a:lnTo>
                    <a:pt x="1387239" y="1484353"/>
                  </a:lnTo>
                  <a:lnTo>
                    <a:pt x="1387215" y="1484319"/>
                  </a:lnTo>
                  <a:lnTo>
                    <a:pt x="1387192" y="1484281"/>
                  </a:lnTo>
                  <a:lnTo>
                    <a:pt x="1387170" y="1484270"/>
                  </a:lnTo>
                  <a:lnTo>
                    <a:pt x="1387162" y="1484266"/>
                  </a:lnTo>
                  <a:lnTo>
                    <a:pt x="1387146" y="1484252"/>
                  </a:lnTo>
                  <a:lnTo>
                    <a:pt x="1387117" y="1484228"/>
                  </a:lnTo>
                  <a:lnTo>
                    <a:pt x="1387067" y="1484222"/>
                  </a:lnTo>
                  <a:lnTo>
                    <a:pt x="1387050" y="1484222"/>
                  </a:lnTo>
                  <a:lnTo>
                    <a:pt x="1387035" y="1484221"/>
                  </a:lnTo>
                  <a:lnTo>
                    <a:pt x="1387014" y="1484223"/>
                  </a:lnTo>
                  <a:lnTo>
                    <a:pt x="1387000" y="1484223"/>
                  </a:lnTo>
                  <a:lnTo>
                    <a:pt x="1386985" y="1484219"/>
                  </a:lnTo>
                  <a:lnTo>
                    <a:pt x="1386975" y="1484216"/>
                  </a:lnTo>
                  <a:lnTo>
                    <a:pt x="1386940" y="1484206"/>
                  </a:lnTo>
                  <a:lnTo>
                    <a:pt x="1386916" y="1484186"/>
                  </a:lnTo>
                  <a:lnTo>
                    <a:pt x="1386895" y="1484173"/>
                  </a:lnTo>
                  <a:lnTo>
                    <a:pt x="1386878" y="1484160"/>
                  </a:lnTo>
                  <a:lnTo>
                    <a:pt x="1386867" y="1484152"/>
                  </a:lnTo>
                  <a:lnTo>
                    <a:pt x="1386851" y="1484151"/>
                  </a:lnTo>
                  <a:lnTo>
                    <a:pt x="1386837" y="1484151"/>
                  </a:lnTo>
                  <a:lnTo>
                    <a:pt x="1386825" y="1484151"/>
                  </a:lnTo>
                  <a:lnTo>
                    <a:pt x="1386790" y="1484150"/>
                  </a:lnTo>
                  <a:lnTo>
                    <a:pt x="1386764" y="1484147"/>
                  </a:lnTo>
                  <a:lnTo>
                    <a:pt x="1386752" y="1484150"/>
                  </a:lnTo>
                  <a:lnTo>
                    <a:pt x="1386737" y="1484152"/>
                  </a:lnTo>
                  <a:lnTo>
                    <a:pt x="1386703" y="1484152"/>
                  </a:lnTo>
                  <a:lnTo>
                    <a:pt x="1386657" y="1484146"/>
                  </a:lnTo>
                  <a:lnTo>
                    <a:pt x="1386628" y="1484138"/>
                  </a:lnTo>
                  <a:lnTo>
                    <a:pt x="1386607" y="1484128"/>
                  </a:lnTo>
                  <a:lnTo>
                    <a:pt x="1386562" y="1484107"/>
                  </a:lnTo>
                  <a:lnTo>
                    <a:pt x="1386548" y="1484102"/>
                  </a:lnTo>
                  <a:lnTo>
                    <a:pt x="1386446" y="1484087"/>
                  </a:lnTo>
                  <a:lnTo>
                    <a:pt x="1386380" y="1484071"/>
                  </a:lnTo>
                  <a:lnTo>
                    <a:pt x="1386370" y="1484069"/>
                  </a:lnTo>
                  <a:lnTo>
                    <a:pt x="1386313" y="1484070"/>
                  </a:lnTo>
                  <a:lnTo>
                    <a:pt x="1386292" y="1484074"/>
                  </a:lnTo>
                  <a:lnTo>
                    <a:pt x="1386266" y="1484074"/>
                  </a:lnTo>
                  <a:lnTo>
                    <a:pt x="1386247" y="1484082"/>
                  </a:lnTo>
                  <a:lnTo>
                    <a:pt x="1386229" y="1484081"/>
                  </a:lnTo>
                  <a:lnTo>
                    <a:pt x="1386214" y="1484079"/>
                  </a:lnTo>
                  <a:lnTo>
                    <a:pt x="1386206" y="1484076"/>
                  </a:lnTo>
                  <a:lnTo>
                    <a:pt x="1386180" y="1484065"/>
                  </a:lnTo>
                  <a:lnTo>
                    <a:pt x="1386129" y="1484044"/>
                  </a:lnTo>
                  <a:lnTo>
                    <a:pt x="1386119" y="1484039"/>
                  </a:lnTo>
                  <a:lnTo>
                    <a:pt x="1386111" y="1484050"/>
                  </a:lnTo>
                  <a:lnTo>
                    <a:pt x="1386106" y="1484058"/>
                  </a:lnTo>
                  <a:lnTo>
                    <a:pt x="1386091" y="1484081"/>
                  </a:lnTo>
                  <a:lnTo>
                    <a:pt x="1386075" y="1484133"/>
                  </a:lnTo>
                  <a:lnTo>
                    <a:pt x="1386065" y="1484167"/>
                  </a:lnTo>
                  <a:lnTo>
                    <a:pt x="1386062" y="1484193"/>
                  </a:lnTo>
                  <a:lnTo>
                    <a:pt x="1386071" y="1484216"/>
                  </a:lnTo>
                  <a:lnTo>
                    <a:pt x="1386079" y="1484232"/>
                  </a:lnTo>
                  <a:lnTo>
                    <a:pt x="1386080" y="1484256"/>
                  </a:lnTo>
                  <a:lnTo>
                    <a:pt x="1386080" y="1484296"/>
                  </a:lnTo>
                  <a:lnTo>
                    <a:pt x="1386080" y="1484306"/>
                  </a:lnTo>
                  <a:lnTo>
                    <a:pt x="1386073" y="1484334"/>
                  </a:lnTo>
                  <a:lnTo>
                    <a:pt x="1386064" y="1484364"/>
                  </a:lnTo>
                  <a:lnTo>
                    <a:pt x="1386054" y="1484404"/>
                  </a:lnTo>
                  <a:lnTo>
                    <a:pt x="1386049" y="1484463"/>
                  </a:lnTo>
                  <a:lnTo>
                    <a:pt x="1386054" y="1484516"/>
                  </a:lnTo>
                  <a:lnTo>
                    <a:pt x="1386057" y="1484525"/>
                  </a:lnTo>
                  <a:lnTo>
                    <a:pt x="1386066" y="1484551"/>
                  </a:lnTo>
                  <a:lnTo>
                    <a:pt x="1386071" y="1484567"/>
                  </a:lnTo>
                  <a:lnTo>
                    <a:pt x="1386065" y="1484573"/>
                  </a:lnTo>
                  <a:lnTo>
                    <a:pt x="1386050" y="1484582"/>
                  </a:lnTo>
                  <a:lnTo>
                    <a:pt x="1386034" y="1484591"/>
                  </a:lnTo>
                  <a:lnTo>
                    <a:pt x="1386021" y="1484585"/>
                  </a:lnTo>
                  <a:lnTo>
                    <a:pt x="1386008" y="1484580"/>
                  </a:lnTo>
                  <a:lnTo>
                    <a:pt x="1385983" y="1484575"/>
                  </a:lnTo>
                  <a:lnTo>
                    <a:pt x="1385964" y="1484576"/>
                  </a:lnTo>
                  <a:lnTo>
                    <a:pt x="1385935" y="1484580"/>
                  </a:lnTo>
                  <a:lnTo>
                    <a:pt x="1385911" y="1484587"/>
                  </a:lnTo>
                  <a:lnTo>
                    <a:pt x="1385889" y="1484595"/>
                  </a:lnTo>
                  <a:lnTo>
                    <a:pt x="1385874" y="1484600"/>
                  </a:lnTo>
                  <a:lnTo>
                    <a:pt x="1385864" y="1484603"/>
                  </a:lnTo>
                  <a:lnTo>
                    <a:pt x="1385850" y="1484602"/>
                  </a:lnTo>
                  <a:lnTo>
                    <a:pt x="1385844" y="1484601"/>
                  </a:lnTo>
                  <a:lnTo>
                    <a:pt x="1385832" y="1484595"/>
                  </a:lnTo>
                  <a:lnTo>
                    <a:pt x="1385824" y="1484593"/>
                  </a:lnTo>
                  <a:lnTo>
                    <a:pt x="1385805" y="1484591"/>
                  </a:lnTo>
                  <a:lnTo>
                    <a:pt x="1385778" y="1484591"/>
                  </a:lnTo>
                  <a:lnTo>
                    <a:pt x="1385774" y="1484596"/>
                  </a:lnTo>
                  <a:lnTo>
                    <a:pt x="1385770" y="1484600"/>
                  </a:lnTo>
                  <a:lnTo>
                    <a:pt x="1385749" y="1484621"/>
                  </a:lnTo>
                  <a:lnTo>
                    <a:pt x="1385704" y="1484665"/>
                  </a:lnTo>
                  <a:lnTo>
                    <a:pt x="1385695" y="1484675"/>
                  </a:lnTo>
                  <a:lnTo>
                    <a:pt x="1385682" y="1484671"/>
                  </a:lnTo>
                  <a:lnTo>
                    <a:pt x="1385670" y="1484668"/>
                  </a:lnTo>
                  <a:lnTo>
                    <a:pt x="1385655" y="1484664"/>
                  </a:lnTo>
                  <a:lnTo>
                    <a:pt x="1385643" y="1484661"/>
                  </a:lnTo>
                  <a:lnTo>
                    <a:pt x="1385635" y="1484656"/>
                  </a:lnTo>
                  <a:lnTo>
                    <a:pt x="1385625" y="1484647"/>
                  </a:lnTo>
                  <a:lnTo>
                    <a:pt x="1385619" y="1484638"/>
                  </a:lnTo>
                  <a:lnTo>
                    <a:pt x="1385606" y="1484621"/>
                  </a:lnTo>
                  <a:lnTo>
                    <a:pt x="1385602" y="1484616"/>
                  </a:lnTo>
                  <a:lnTo>
                    <a:pt x="1385598" y="1484611"/>
                  </a:lnTo>
                  <a:lnTo>
                    <a:pt x="1385592" y="1484614"/>
                  </a:lnTo>
                  <a:lnTo>
                    <a:pt x="1385584" y="1484619"/>
                  </a:lnTo>
                  <a:lnTo>
                    <a:pt x="1385577" y="1484623"/>
                  </a:lnTo>
                  <a:lnTo>
                    <a:pt x="1385562" y="1484630"/>
                  </a:lnTo>
                  <a:lnTo>
                    <a:pt x="1385519" y="1484654"/>
                  </a:lnTo>
                  <a:lnTo>
                    <a:pt x="1385486" y="1484654"/>
                  </a:lnTo>
                  <a:lnTo>
                    <a:pt x="1385453" y="1484660"/>
                  </a:lnTo>
                  <a:lnTo>
                    <a:pt x="1385443" y="1484658"/>
                  </a:lnTo>
                  <a:lnTo>
                    <a:pt x="1385435" y="1484655"/>
                  </a:lnTo>
                  <a:lnTo>
                    <a:pt x="1385415" y="1484657"/>
                  </a:lnTo>
                  <a:lnTo>
                    <a:pt x="1385395" y="1484663"/>
                  </a:lnTo>
                  <a:lnTo>
                    <a:pt x="1385381" y="1484664"/>
                  </a:lnTo>
                  <a:lnTo>
                    <a:pt x="1385358" y="1484663"/>
                  </a:lnTo>
                  <a:lnTo>
                    <a:pt x="1385346" y="1484652"/>
                  </a:lnTo>
                  <a:lnTo>
                    <a:pt x="1385337" y="1484635"/>
                  </a:lnTo>
                  <a:lnTo>
                    <a:pt x="1385330" y="1484624"/>
                  </a:lnTo>
                  <a:lnTo>
                    <a:pt x="1385325" y="1484615"/>
                  </a:lnTo>
                  <a:lnTo>
                    <a:pt x="1385309" y="1484597"/>
                  </a:lnTo>
                  <a:lnTo>
                    <a:pt x="1385292" y="1484579"/>
                  </a:lnTo>
                  <a:lnTo>
                    <a:pt x="1385279" y="1484580"/>
                  </a:lnTo>
                  <a:lnTo>
                    <a:pt x="1385239" y="1484580"/>
                  </a:lnTo>
                  <a:lnTo>
                    <a:pt x="1385226" y="1484580"/>
                  </a:lnTo>
                  <a:lnTo>
                    <a:pt x="1385206" y="1484562"/>
                  </a:lnTo>
                  <a:lnTo>
                    <a:pt x="1385190" y="1484550"/>
                  </a:lnTo>
                  <a:lnTo>
                    <a:pt x="1385178" y="1484541"/>
                  </a:lnTo>
                  <a:lnTo>
                    <a:pt x="1385164" y="1484535"/>
                  </a:lnTo>
                  <a:lnTo>
                    <a:pt x="1385150" y="1484537"/>
                  </a:lnTo>
                  <a:lnTo>
                    <a:pt x="1385122" y="1484550"/>
                  </a:lnTo>
                  <a:lnTo>
                    <a:pt x="1385111" y="1484557"/>
                  </a:lnTo>
                  <a:lnTo>
                    <a:pt x="1385103" y="1484563"/>
                  </a:lnTo>
                  <a:lnTo>
                    <a:pt x="1385099" y="1484566"/>
                  </a:lnTo>
                  <a:lnTo>
                    <a:pt x="1385090" y="1484573"/>
                  </a:lnTo>
                  <a:lnTo>
                    <a:pt x="1385085" y="1484577"/>
                  </a:lnTo>
                  <a:lnTo>
                    <a:pt x="1385079" y="1484582"/>
                  </a:lnTo>
                  <a:lnTo>
                    <a:pt x="1385073" y="1484586"/>
                  </a:lnTo>
                  <a:lnTo>
                    <a:pt x="1385075" y="1484580"/>
                  </a:lnTo>
                  <a:lnTo>
                    <a:pt x="1385076" y="1484574"/>
                  </a:lnTo>
                  <a:lnTo>
                    <a:pt x="1384992" y="1484487"/>
                  </a:lnTo>
                  <a:lnTo>
                    <a:pt x="1384966" y="1484460"/>
                  </a:lnTo>
                  <a:lnTo>
                    <a:pt x="1384942" y="1484436"/>
                  </a:lnTo>
                  <a:lnTo>
                    <a:pt x="1384921" y="1484407"/>
                  </a:lnTo>
                  <a:lnTo>
                    <a:pt x="1384905" y="1484385"/>
                  </a:lnTo>
                  <a:lnTo>
                    <a:pt x="1384859" y="1484365"/>
                  </a:lnTo>
                  <a:lnTo>
                    <a:pt x="1384806" y="1484344"/>
                  </a:lnTo>
                  <a:lnTo>
                    <a:pt x="1384795" y="1484339"/>
                  </a:lnTo>
                  <a:lnTo>
                    <a:pt x="1384787" y="1484337"/>
                  </a:lnTo>
                  <a:lnTo>
                    <a:pt x="1384771" y="1484333"/>
                  </a:lnTo>
                  <a:lnTo>
                    <a:pt x="1384727" y="1484321"/>
                  </a:lnTo>
                  <a:lnTo>
                    <a:pt x="1384703" y="1484313"/>
                  </a:lnTo>
                  <a:lnTo>
                    <a:pt x="1384689" y="1484301"/>
                  </a:lnTo>
                  <a:lnTo>
                    <a:pt x="1384683" y="1484296"/>
                  </a:lnTo>
                  <a:lnTo>
                    <a:pt x="1384678" y="1484289"/>
                  </a:lnTo>
                  <a:lnTo>
                    <a:pt x="1384661" y="1484264"/>
                  </a:lnTo>
                  <a:lnTo>
                    <a:pt x="1384654" y="1484254"/>
                  </a:lnTo>
                  <a:lnTo>
                    <a:pt x="1384647" y="1484258"/>
                  </a:lnTo>
                  <a:lnTo>
                    <a:pt x="1384643" y="1484261"/>
                  </a:lnTo>
                  <a:lnTo>
                    <a:pt x="1384608" y="1484283"/>
                  </a:lnTo>
                  <a:lnTo>
                    <a:pt x="1384600" y="1484287"/>
                  </a:lnTo>
                  <a:lnTo>
                    <a:pt x="1384581" y="1484297"/>
                  </a:lnTo>
                  <a:lnTo>
                    <a:pt x="1384553" y="1484315"/>
                  </a:lnTo>
                  <a:lnTo>
                    <a:pt x="1384514" y="1484321"/>
                  </a:lnTo>
                  <a:lnTo>
                    <a:pt x="1384510" y="1484323"/>
                  </a:lnTo>
                  <a:lnTo>
                    <a:pt x="1384496" y="1484338"/>
                  </a:lnTo>
                  <a:lnTo>
                    <a:pt x="1384492" y="1484341"/>
                  </a:lnTo>
                  <a:lnTo>
                    <a:pt x="1384473" y="1484356"/>
                  </a:lnTo>
                  <a:lnTo>
                    <a:pt x="1384455" y="1484366"/>
                  </a:lnTo>
                  <a:lnTo>
                    <a:pt x="1384443" y="1484373"/>
                  </a:lnTo>
                  <a:lnTo>
                    <a:pt x="1384382" y="1484397"/>
                  </a:lnTo>
                  <a:lnTo>
                    <a:pt x="1384354" y="1484408"/>
                  </a:lnTo>
                  <a:lnTo>
                    <a:pt x="1384319" y="1484437"/>
                  </a:lnTo>
                  <a:lnTo>
                    <a:pt x="1384294" y="1484451"/>
                  </a:lnTo>
                  <a:lnTo>
                    <a:pt x="1384281" y="1484460"/>
                  </a:lnTo>
                  <a:lnTo>
                    <a:pt x="1384272" y="1484467"/>
                  </a:lnTo>
                  <a:lnTo>
                    <a:pt x="1384261" y="1484475"/>
                  </a:lnTo>
                  <a:lnTo>
                    <a:pt x="1384240" y="1484493"/>
                  </a:lnTo>
                  <a:lnTo>
                    <a:pt x="1384219" y="1484513"/>
                  </a:lnTo>
                  <a:lnTo>
                    <a:pt x="1384209" y="1484516"/>
                  </a:lnTo>
                  <a:lnTo>
                    <a:pt x="1384191" y="1484521"/>
                  </a:lnTo>
                  <a:lnTo>
                    <a:pt x="1384175" y="1484522"/>
                  </a:lnTo>
                  <a:lnTo>
                    <a:pt x="1384169" y="1484524"/>
                  </a:lnTo>
                  <a:lnTo>
                    <a:pt x="1384164" y="1484528"/>
                  </a:lnTo>
                  <a:lnTo>
                    <a:pt x="1384157" y="1484537"/>
                  </a:lnTo>
                  <a:lnTo>
                    <a:pt x="1384132" y="1484570"/>
                  </a:lnTo>
                  <a:lnTo>
                    <a:pt x="1384123" y="1484583"/>
                  </a:lnTo>
                  <a:lnTo>
                    <a:pt x="1384118" y="1484588"/>
                  </a:lnTo>
                  <a:lnTo>
                    <a:pt x="1384113" y="1484593"/>
                  </a:lnTo>
                  <a:lnTo>
                    <a:pt x="1384105" y="1484601"/>
                  </a:lnTo>
                  <a:lnTo>
                    <a:pt x="1384102" y="1484606"/>
                  </a:lnTo>
                  <a:lnTo>
                    <a:pt x="1384097" y="1484610"/>
                  </a:lnTo>
                  <a:lnTo>
                    <a:pt x="1384092" y="1484611"/>
                  </a:lnTo>
                  <a:lnTo>
                    <a:pt x="1384084" y="1484610"/>
                  </a:lnTo>
                  <a:lnTo>
                    <a:pt x="1384072" y="1484607"/>
                  </a:lnTo>
                  <a:lnTo>
                    <a:pt x="1384054" y="1484612"/>
                  </a:lnTo>
                  <a:lnTo>
                    <a:pt x="1384042" y="1484609"/>
                  </a:lnTo>
                  <a:lnTo>
                    <a:pt x="1384029" y="1484603"/>
                  </a:lnTo>
                  <a:lnTo>
                    <a:pt x="1384008" y="1484593"/>
                  </a:lnTo>
                  <a:lnTo>
                    <a:pt x="1384001" y="1484591"/>
                  </a:lnTo>
                  <a:lnTo>
                    <a:pt x="1383995" y="1484589"/>
                  </a:lnTo>
                  <a:lnTo>
                    <a:pt x="1383980" y="1484589"/>
                  </a:lnTo>
                  <a:lnTo>
                    <a:pt x="1383945" y="1484591"/>
                  </a:lnTo>
                  <a:lnTo>
                    <a:pt x="1383935" y="1484592"/>
                  </a:lnTo>
                  <a:lnTo>
                    <a:pt x="1383927" y="1484593"/>
                  </a:lnTo>
                  <a:lnTo>
                    <a:pt x="1383918" y="1484593"/>
                  </a:lnTo>
                  <a:lnTo>
                    <a:pt x="1383904" y="1484588"/>
                  </a:lnTo>
                  <a:lnTo>
                    <a:pt x="1383890" y="1484582"/>
                  </a:lnTo>
                  <a:lnTo>
                    <a:pt x="1383876" y="1484574"/>
                  </a:lnTo>
                  <a:lnTo>
                    <a:pt x="1383864" y="1484570"/>
                  </a:lnTo>
                  <a:lnTo>
                    <a:pt x="1383847" y="1484559"/>
                  </a:lnTo>
                  <a:lnTo>
                    <a:pt x="1383830" y="1484549"/>
                  </a:lnTo>
                  <a:lnTo>
                    <a:pt x="1383822" y="1484544"/>
                  </a:lnTo>
                  <a:lnTo>
                    <a:pt x="1383814" y="1484541"/>
                  </a:lnTo>
                  <a:lnTo>
                    <a:pt x="1383810" y="1484540"/>
                  </a:lnTo>
                  <a:lnTo>
                    <a:pt x="1383800" y="1484539"/>
                  </a:lnTo>
                  <a:lnTo>
                    <a:pt x="1383793" y="1484540"/>
                  </a:lnTo>
                  <a:lnTo>
                    <a:pt x="1383782" y="1484544"/>
                  </a:lnTo>
                  <a:lnTo>
                    <a:pt x="1383772" y="1484553"/>
                  </a:lnTo>
                  <a:lnTo>
                    <a:pt x="1383764" y="1484562"/>
                  </a:lnTo>
                  <a:lnTo>
                    <a:pt x="1383755" y="1484572"/>
                  </a:lnTo>
                  <a:lnTo>
                    <a:pt x="1383742" y="1484575"/>
                  </a:lnTo>
                  <a:lnTo>
                    <a:pt x="1383692" y="1484590"/>
                  </a:lnTo>
                  <a:lnTo>
                    <a:pt x="1383628" y="1484609"/>
                  </a:lnTo>
                  <a:lnTo>
                    <a:pt x="1383620" y="1484612"/>
                  </a:lnTo>
                  <a:lnTo>
                    <a:pt x="1383596" y="1484625"/>
                  </a:lnTo>
                  <a:lnTo>
                    <a:pt x="1383549" y="1484652"/>
                  </a:lnTo>
                  <a:lnTo>
                    <a:pt x="1383537" y="1484658"/>
                  </a:lnTo>
                  <a:lnTo>
                    <a:pt x="1383473" y="1484641"/>
                  </a:lnTo>
                  <a:lnTo>
                    <a:pt x="1383461" y="1484638"/>
                  </a:lnTo>
                  <a:lnTo>
                    <a:pt x="1383358" y="1484608"/>
                  </a:lnTo>
                  <a:lnTo>
                    <a:pt x="1383350" y="1484613"/>
                  </a:lnTo>
                  <a:lnTo>
                    <a:pt x="1383344" y="1484617"/>
                  </a:lnTo>
                  <a:lnTo>
                    <a:pt x="1383337" y="1484619"/>
                  </a:lnTo>
                  <a:lnTo>
                    <a:pt x="1383328" y="1484620"/>
                  </a:lnTo>
                  <a:lnTo>
                    <a:pt x="1383318" y="1484622"/>
                  </a:lnTo>
                  <a:lnTo>
                    <a:pt x="1383305" y="1484625"/>
                  </a:lnTo>
                  <a:lnTo>
                    <a:pt x="1383296" y="1484627"/>
                  </a:lnTo>
                  <a:lnTo>
                    <a:pt x="1383287" y="1484630"/>
                  </a:lnTo>
                  <a:lnTo>
                    <a:pt x="1383274" y="1484633"/>
                  </a:lnTo>
                  <a:lnTo>
                    <a:pt x="1383265" y="1484634"/>
                  </a:lnTo>
                  <a:lnTo>
                    <a:pt x="1383254" y="1484637"/>
                  </a:lnTo>
                  <a:lnTo>
                    <a:pt x="1383248" y="1484639"/>
                  </a:lnTo>
                  <a:lnTo>
                    <a:pt x="1383244" y="1484642"/>
                  </a:lnTo>
                  <a:lnTo>
                    <a:pt x="1383240" y="1484646"/>
                  </a:lnTo>
                  <a:lnTo>
                    <a:pt x="1383233" y="1484655"/>
                  </a:lnTo>
                  <a:lnTo>
                    <a:pt x="1383230" y="1484660"/>
                  </a:lnTo>
                  <a:lnTo>
                    <a:pt x="1383227" y="1484669"/>
                  </a:lnTo>
                  <a:lnTo>
                    <a:pt x="1383225" y="1484678"/>
                  </a:lnTo>
                  <a:lnTo>
                    <a:pt x="1383226" y="1484690"/>
                  </a:lnTo>
                  <a:lnTo>
                    <a:pt x="1383223" y="1484694"/>
                  </a:lnTo>
                  <a:lnTo>
                    <a:pt x="1383216" y="1484702"/>
                  </a:lnTo>
                  <a:lnTo>
                    <a:pt x="1383208" y="1484710"/>
                  </a:lnTo>
                  <a:lnTo>
                    <a:pt x="1383201" y="1484716"/>
                  </a:lnTo>
                  <a:lnTo>
                    <a:pt x="1383192" y="1484723"/>
                  </a:lnTo>
                  <a:lnTo>
                    <a:pt x="1383188" y="1484728"/>
                  </a:lnTo>
                  <a:lnTo>
                    <a:pt x="1383183" y="1484734"/>
                  </a:lnTo>
                  <a:lnTo>
                    <a:pt x="1383179" y="1484740"/>
                  </a:lnTo>
                  <a:lnTo>
                    <a:pt x="1383176" y="1484744"/>
                  </a:lnTo>
                  <a:lnTo>
                    <a:pt x="1383169" y="1484760"/>
                  </a:lnTo>
                  <a:lnTo>
                    <a:pt x="1383164" y="1484771"/>
                  </a:lnTo>
                  <a:lnTo>
                    <a:pt x="1383156" y="1484791"/>
                  </a:lnTo>
                  <a:lnTo>
                    <a:pt x="1383155" y="1484802"/>
                  </a:lnTo>
                  <a:lnTo>
                    <a:pt x="1383159" y="1484811"/>
                  </a:lnTo>
                  <a:lnTo>
                    <a:pt x="1383163" y="1484819"/>
                  </a:lnTo>
                  <a:lnTo>
                    <a:pt x="1383162" y="1484831"/>
                  </a:lnTo>
                  <a:lnTo>
                    <a:pt x="1383157" y="1484846"/>
                  </a:lnTo>
                  <a:lnTo>
                    <a:pt x="1383139" y="1484878"/>
                  </a:lnTo>
                  <a:lnTo>
                    <a:pt x="1383137" y="1484888"/>
                  </a:lnTo>
                  <a:lnTo>
                    <a:pt x="1383137" y="1484896"/>
                  </a:lnTo>
                  <a:lnTo>
                    <a:pt x="1383151" y="1484917"/>
                  </a:lnTo>
                  <a:lnTo>
                    <a:pt x="1383155" y="1484924"/>
                  </a:lnTo>
                  <a:lnTo>
                    <a:pt x="1383160" y="1484947"/>
                  </a:lnTo>
                  <a:lnTo>
                    <a:pt x="1383164" y="1484960"/>
                  </a:lnTo>
                  <a:lnTo>
                    <a:pt x="1383167" y="1484969"/>
                  </a:lnTo>
                  <a:lnTo>
                    <a:pt x="1383122" y="1484978"/>
                  </a:lnTo>
                  <a:lnTo>
                    <a:pt x="1383110" y="1484980"/>
                  </a:lnTo>
                  <a:lnTo>
                    <a:pt x="1383089" y="1484998"/>
                  </a:lnTo>
                  <a:lnTo>
                    <a:pt x="1383084" y="1485012"/>
                  </a:lnTo>
                  <a:lnTo>
                    <a:pt x="1383083" y="1485083"/>
                  </a:lnTo>
                  <a:lnTo>
                    <a:pt x="1383079" y="1485095"/>
                  </a:lnTo>
                  <a:lnTo>
                    <a:pt x="1383073" y="1485121"/>
                  </a:lnTo>
                  <a:lnTo>
                    <a:pt x="1383062" y="1485132"/>
                  </a:lnTo>
                  <a:lnTo>
                    <a:pt x="1383052" y="1485143"/>
                  </a:lnTo>
                  <a:lnTo>
                    <a:pt x="1383041" y="1485149"/>
                  </a:lnTo>
                  <a:lnTo>
                    <a:pt x="1382960" y="1485197"/>
                  </a:lnTo>
                  <a:lnTo>
                    <a:pt x="1382957" y="1485201"/>
                  </a:lnTo>
                  <a:lnTo>
                    <a:pt x="1382957" y="1485206"/>
                  </a:lnTo>
                  <a:lnTo>
                    <a:pt x="1382962" y="1485224"/>
                  </a:lnTo>
                  <a:lnTo>
                    <a:pt x="1382966" y="1485238"/>
                  </a:lnTo>
                  <a:lnTo>
                    <a:pt x="1382973" y="1485270"/>
                  </a:lnTo>
                  <a:lnTo>
                    <a:pt x="1382980" y="1485288"/>
                  </a:lnTo>
                  <a:lnTo>
                    <a:pt x="1382990" y="1485304"/>
                  </a:lnTo>
                  <a:lnTo>
                    <a:pt x="1383011" y="1485316"/>
                  </a:lnTo>
                  <a:lnTo>
                    <a:pt x="1383045" y="1485337"/>
                  </a:lnTo>
                  <a:lnTo>
                    <a:pt x="1383075" y="1485366"/>
                  </a:lnTo>
                  <a:lnTo>
                    <a:pt x="1383078" y="1485392"/>
                  </a:lnTo>
                  <a:lnTo>
                    <a:pt x="1383079" y="1485407"/>
                  </a:lnTo>
                  <a:lnTo>
                    <a:pt x="1383072" y="1485421"/>
                  </a:lnTo>
                  <a:lnTo>
                    <a:pt x="1383067" y="1485440"/>
                  </a:lnTo>
                  <a:lnTo>
                    <a:pt x="1383073" y="1485446"/>
                  </a:lnTo>
                  <a:lnTo>
                    <a:pt x="1383079" y="1485450"/>
                  </a:lnTo>
                  <a:lnTo>
                    <a:pt x="1383090" y="1485456"/>
                  </a:lnTo>
                  <a:lnTo>
                    <a:pt x="1383109" y="1485465"/>
                  </a:lnTo>
                  <a:lnTo>
                    <a:pt x="1383123" y="1485473"/>
                  </a:lnTo>
                  <a:lnTo>
                    <a:pt x="1383134" y="1485483"/>
                  </a:lnTo>
                  <a:lnTo>
                    <a:pt x="1383142" y="1485500"/>
                  </a:lnTo>
                  <a:lnTo>
                    <a:pt x="1383144" y="1485506"/>
                  </a:lnTo>
                  <a:lnTo>
                    <a:pt x="1383146" y="1485516"/>
                  </a:lnTo>
                  <a:lnTo>
                    <a:pt x="1383148" y="1485533"/>
                  </a:lnTo>
                  <a:lnTo>
                    <a:pt x="1383147" y="1485548"/>
                  </a:lnTo>
                  <a:lnTo>
                    <a:pt x="1383147" y="1485556"/>
                  </a:lnTo>
                  <a:lnTo>
                    <a:pt x="1383144" y="1485567"/>
                  </a:lnTo>
                  <a:lnTo>
                    <a:pt x="1383141" y="1485571"/>
                  </a:lnTo>
                  <a:lnTo>
                    <a:pt x="1383134" y="1485574"/>
                  </a:lnTo>
                  <a:lnTo>
                    <a:pt x="1383126" y="1485580"/>
                  </a:lnTo>
                  <a:lnTo>
                    <a:pt x="1383113" y="1485589"/>
                  </a:lnTo>
                  <a:lnTo>
                    <a:pt x="1383107" y="1485595"/>
                  </a:lnTo>
                  <a:lnTo>
                    <a:pt x="1383101" y="1485601"/>
                  </a:lnTo>
                  <a:lnTo>
                    <a:pt x="1383082" y="1485609"/>
                  </a:lnTo>
                  <a:lnTo>
                    <a:pt x="1383069" y="1485622"/>
                  </a:lnTo>
                  <a:lnTo>
                    <a:pt x="1383062" y="1485631"/>
                  </a:lnTo>
                  <a:lnTo>
                    <a:pt x="1383008" y="1485627"/>
                  </a:lnTo>
                  <a:lnTo>
                    <a:pt x="1382995" y="1485627"/>
                  </a:lnTo>
                  <a:lnTo>
                    <a:pt x="1382854" y="1485625"/>
                  </a:lnTo>
                  <a:lnTo>
                    <a:pt x="1382842" y="1485624"/>
                  </a:lnTo>
                  <a:lnTo>
                    <a:pt x="1382834" y="1485634"/>
                  </a:lnTo>
                  <a:lnTo>
                    <a:pt x="1382805" y="1485668"/>
                  </a:lnTo>
                  <a:lnTo>
                    <a:pt x="1382802" y="1485673"/>
                  </a:lnTo>
                  <a:lnTo>
                    <a:pt x="1382798" y="1485686"/>
                  </a:lnTo>
                  <a:lnTo>
                    <a:pt x="1382796" y="1485693"/>
                  </a:lnTo>
                  <a:lnTo>
                    <a:pt x="1382793" y="1485705"/>
                  </a:lnTo>
                  <a:lnTo>
                    <a:pt x="1382782" y="1485710"/>
                  </a:lnTo>
                  <a:lnTo>
                    <a:pt x="1382776" y="1485711"/>
                  </a:lnTo>
                  <a:lnTo>
                    <a:pt x="1382749" y="1485717"/>
                  </a:lnTo>
                  <a:lnTo>
                    <a:pt x="1382743" y="1485716"/>
                  </a:lnTo>
                  <a:lnTo>
                    <a:pt x="1382723" y="1485698"/>
                  </a:lnTo>
                  <a:lnTo>
                    <a:pt x="1382718" y="1485694"/>
                  </a:lnTo>
                  <a:lnTo>
                    <a:pt x="1382695" y="1485679"/>
                  </a:lnTo>
                  <a:lnTo>
                    <a:pt x="1382686" y="1485672"/>
                  </a:lnTo>
                  <a:lnTo>
                    <a:pt x="1382633" y="1485634"/>
                  </a:lnTo>
                  <a:lnTo>
                    <a:pt x="1382562" y="1485582"/>
                  </a:lnTo>
                  <a:lnTo>
                    <a:pt x="1382551" y="1485574"/>
                  </a:lnTo>
                  <a:lnTo>
                    <a:pt x="1382464" y="1485456"/>
                  </a:lnTo>
                  <a:lnTo>
                    <a:pt x="1382456" y="1485445"/>
                  </a:lnTo>
                  <a:lnTo>
                    <a:pt x="1382441" y="1485399"/>
                  </a:lnTo>
                  <a:lnTo>
                    <a:pt x="1382430" y="1485373"/>
                  </a:lnTo>
                  <a:lnTo>
                    <a:pt x="1382410" y="1485348"/>
                  </a:lnTo>
                  <a:lnTo>
                    <a:pt x="1382392" y="1485329"/>
                  </a:lnTo>
                  <a:lnTo>
                    <a:pt x="1382393" y="1485320"/>
                  </a:lnTo>
                  <a:lnTo>
                    <a:pt x="1382393" y="1485310"/>
                  </a:lnTo>
                  <a:lnTo>
                    <a:pt x="1382395" y="1485304"/>
                  </a:lnTo>
                  <a:lnTo>
                    <a:pt x="1382397" y="1485293"/>
                  </a:lnTo>
                  <a:lnTo>
                    <a:pt x="1382411" y="1485269"/>
                  </a:lnTo>
                  <a:lnTo>
                    <a:pt x="1382404" y="1485251"/>
                  </a:lnTo>
                  <a:lnTo>
                    <a:pt x="1382398" y="1485240"/>
                  </a:lnTo>
                  <a:lnTo>
                    <a:pt x="1382391" y="1485214"/>
                  </a:lnTo>
                  <a:lnTo>
                    <a:pt x="1382393" y="1485196"/>
                  </a:lnTo>
                  <a:lnTo>
                    <a:pt x="1382395" y="1485181"/>
                  </a:lnTo>
                  <a:lnTo>
                    <a:pt x="1382402" y="1485170"/>
                  </a:lnTo>
                  <a:lnTo>
                    <a:pt x="1382404" y="1485165"/>
                  </a:lnTo>
                  <a:lnTo>
                    <a:pt x="1382408" y="1485157"/>
                  </a:lnTo>
                  <a:lnTo>
                    <a:pt x="1382422" y="1485149"/>
                  </a:lnTo>
                  <a:lnTo>
                    <a:pt x="1382433" y="1485134"/>
                  </a:lnTo>
                  <a:lnTo>
                    <a:pt x="1382444" y="1485123"/>
                  </a:lnTo>
                  <a:lnTo>
                    <a:pt x="1382465" y="1485107"/>
                  </a:lnTo>
                  <a:lnTo>
                    <a:pt x="1382463" y="1485089"/>
                  </a:lnTo>
                  <a:lnTo>
                    <a:pt x="1382462" y="1485069"/>
                  </a:lnTo>
                  <a:lnTo>
                    <a:pt x="1382460" y="1485043"/>
                  </a:lnTo>
                  <a:lnTo>
                    <a:pt x="1382469" y="1485031"/>
                  </a:lnTo>
                  <a:lnTo>
                    <a:pt x="1382473" y="1485024"/>
                  </a:lnTo>
                  <a:lnTo>
                    <a:pt x="1382477" y="1485016"/>
                  </a:lnTo>
                  <a:lnTo>
                    <a:pt x="1382480" y="1485012"/>
                  </a:lnTo>
                  <a:lnTo>
                    <a:pt x="1382487" y="1484998"/>
                  </a:lnTo>
                  <a:lnTo>
                    <a:pt x="1382492" y="1484978"/>
                  </a:lnTo>
                  <a:lnTo>
                    <a:pt x="1382500" y="1484960"/>
                  </a:lnTo>
                  <a:lnTo>
                    <a:pt x="1382503" y="1484938"/>
                  </a:lnTo>
                  <a:lnTo>
                    <a:pt x="1382501" y="1484910"/>
                  </a:lnTo>
                  <a:lnTo>
                    <a:pt x="1382495" y="1484903"/>
                  </a:lnTo>
                  <a:lnTo>
                    <a:pt x="1382461" y="1484877"/>
                  </a:lnTo>
                  <a:lnTo>
                    <a:pt x="1382450" y="1484871"/>
                  </a:lnTo>
                  <a:lnTo>
                    <a:pt x="1382415" y="1484854"/>
                  </a:lnTo>
                  <a:lnTo>
                    <a:pt x="1382412" y="1484839"/>
                  </a:lnTo>
                  <a:lnTo>
                    <a:pt x="1382408" y="1484831"/>
                  </a:lnTo>
                  <a:lnTo>
                    <a:pt x="1382405" y="1484824"/>
                  </a:lnTo>
                  <a:lnTo>
                    <a:pt x="1382398" y="1484805"/>
                  </a:lnTo>
                  <a:lnTo>
                    <a:pt x="1382379" y="1484778"/>
                  </a:lnTo>
                  <a:lnTo>
                    <a:pt x="1382370" y="1484761"/>
                  </a:lnTo>
                  <a:lnTo>
                    <a:pt x="1382359" y="1484745"/>
                  </a:lnTo>
                  <a:lnTo>
                    <a:pt x="1382341" y="1484730"/>
                  </a:lnTo>
                  <a:lnTo>
                    <a:pt x="1382327" y="1484714"/>
                  </a:lnTo>
                  <a:lnTo>
                    <a:pt x="1382310" y="1484702"/>
                  </a:lnTo>
                  <a:lnTo>
                    <a:pt x="1382299" y="1484690"/>
                  </a:lnTo>
                  <a:lnTo>
                    <a:pt x="1382295" y="1484672"/>
                  </a:lnTo>
                  <a:lnTo>
                    <a:pt x="1382289" y="1484658"/>
                  </a:lnTo>
                  <a:lnTo>
                    <a:pt x="1382283" y="1484644"/>
                  </a:lnTo>
                  <a:lnTo>
                    <a:pt x="1382274" y="1484632"/>
                  </a:lnTo>
                  <a:lnTo>
                    <a:pt x="1382263" y="1484623"/>
                  </a:lnTo>
                  <a:lnTo>
                    <a:pt x="1382196" y="1484568"/>
                  </a:lnTo>
                  <a:lnTo>
                    <a:pt x="1382183" y="1484567"/>
                  </a:lnTo>
                  <a:lnTo>
                    <a:pt x="1382068" y="1484555"/>
                  </a:lnTo>
                  <a:lnTo>
                    <a:pt x="1382034" y="1484552"/>
                  </a:lnTo>
                  <a:lnTo>
                    <a:pt x="1382024" y="1484548"/>
                  </a:lnTo>
                  <a:lnTo>
                    <a:pt x="1382006" y="1484537"/>
                  </a:lnTo>
                  <a:lnTo>
                    <a:pt x="1381992" y="1484533"/>
                  </a:lnTo>
                  <a:lnTo>
                    <a:pt x="1381966" y="1484530"/>
                  </a:lnTo>
                  <a:lnTo>
                    <a:pt x="1381934" y="1484518"/>
                  </a:lnTo>
                  <a:lnTo>
                    <a:pt x="1381919" y="1484513"/>
                  </a:lnTo>
                  <a:lnTo>
                    <a:pt x="1381914" y="1484508"/>
                  </a:lnTo>
                  <a:lnTo>
                    <a:pt x="1381900" y="1484499"/>
                  </a:lnTo>
                  <a:lnTo>
                    <a:pt x="1381885" y="1484480"/>
                  </a:lnTo>
                  <a:lnTo>
                    <a:pt x="1381869" y="1484471"/>
                  </a:lnTo>
                  <a:lnTo>
                    <a:pt x="1381847" y="1484453"/>
                  </a:lnTo>
                  <a:lnTo>
                    <a:pt x="1381823" y="1484436"/>
                  </a:lnTo>
                  <a:lnTo>
                    <a:pt x="1381816" y="1484431"/>
                  </a:lnTo>
                  <a:lnTo>
                    <a:pt x="1381809" y="1484430"/>
                  </a:lnTo>
                  <a:lnTo>
                    <a:pt x="1381799" y="1484428"/>
                  </a:lnTo>
                  <a:lnTo>
                    <a:pt x="1381787" y="1484426"/>
                  </a:lnTo>
                  <a:lnTo>
                    <a:pt x="1381745" y="1484406"/>
                  </a:lnTo>
                  <a:lnTo>
                    <a:pt x="1381737" y="1484396"/>
                  </a:lnTo>
                  <a:lnTo>
                    <a:pt x="1381705" y="1484359"/>
                  </a:lnTo>
                  <a:lnTo>
                    <a:pt x="1381702" y="1484352"/>
                  </a:lnTo>
                  <a:lnTo>
                    <a:pt x="1381703" y="1484347"/>
                  </a:lnTo>
                  <a:lnTo>
                    <a:pt x="1381705" y="1484340"/>
                  </a:lnTo>
                  <a:lnTo>
                    <a:pt x="1381709" y="1484325"/>
                  </a:lnTo>
                  <a:lnTo>
                    <a:pt x="1381709" y="1484311"/>
                  </a:lnTo>
                  <a:lnTo>
                    <a:pt x="1381709" y="1484299"/>
                  </a:lnTo>
                  <a:lnTo>
                    <a:pt x="1381710" y="1484277"/>
                  </a:lnTo>
                  <a:lnTo>
                    <a:pt x="1381710" y="1484271"/>
                  </a:lnTo>
                  <a:lnTo>
                    <a:pt x="1381708" y="1484265"/>
                  </a:lnTo>
                  <a:lnTo>
                    <a:pt x="1381696" y="1484251"/>
                  </a:lnTo>
                  <a:lnTo>
                    <a:pt x="1381679" y="1484226"/>
                  </a:lnTo>
                  <a:lnTo>
                    <a:pt x="1381679" y="1484203"/>
                  </a:lnTo>
                  <a:lnTo>
                    <a:pt x="1381680" y="1484181"/>
                  </a:lnTo>
                  <a:lnTo>
                    <a:pt x="1381684" y="1484171"/>
                  </a:lnTo>
                  <a:lnTo>
                    <a:pt x="1381693" y="1484162"/>
                  </a:lnTo>
                  <a:lnTo>
                    <a:pt x="1381698" y="1484159"/>
                  </a:lnTo>
                  <a:lnTo>
                    <a:pt x="1381706" y="1484156"/>
                  </a:lnTo>
                  <a:lnTo>
                    <a:pt x="1381717" y="1484150"/>
                  </a:lnTo>
                  <a:lnTo>
                    <a:pt x="1381728" y="1484144"/>
                  </a:lnTo>
                  <a:lnTo>
                    <a:pt x="1381743" y="1484137"/>
                  </a:lnTo>
                  <a:lnTo>
                    <a:pt x="1381753" y="1484133"/>
                  </a:lnTo>
                  <a:lnTo>
                    <a:pt x="1381759" y="1484130"/>
                  </a:lnTo>
                  <a:lnTo>
                    <a:pt x="1381757" y="1484124"/>
                  </a:lnTo>
                  <a:lnTo>
                    <a:pt x="1381745" y="1484086"/>
                  </a:lnTo>
                  <a:lnTo>
                    <a:pt x="1381741" y="1484079"/>
                  </a:lnTo>
                  <a:lnTo>
                    <a:pt x="1381728" y="1484056"/>
                  </a:lnTo>
                  <a:lnTo>
                    <a:pt x="1381723" y="1484049"/>
                  </a:lnTo>
                  <a:lnTo>
                    <a:pt x="1381720" y="1484040"/>
                  </a:lnTo>
                  <a:lnTo>
                    <a:pt x="1381711" y="1484032"/>
                  </a:lnTo>
                  <a:lnTo>
                    <a:pt x="1381701" y="1484019"/>
                  </a:lnTo>
                  <a:lnTo>
                    <a:pt x="1381689" y="1484003"/>
                  </a:lnTo>
                  <a:lnTo>
                    <a:pt x="1381680" y="1483992"/>
                  </a:lnTo>
                  <a:lnTo>
                    <a:pt x="1381668" y="1483977"/>
                  </a:lnTo>
                  <a:lnTo>
                    <a:pt x="1381640" y="1483944"/>
                  </a:lnTo>
                  <a:lnTo>
                    <a:pt x="1381605" y="1483911"/>
                  </a:lnTo>
                  <a:lnTo>
                    <a:pt x="1381569" y="1483872"/>
                  </a:lnTo>
                  <a:lnTo>
                    <a:pt x="1381544" y="1483852"/>
                  </a:lnTo>
                  <a:lnTo>
                    <a:pt x="1381540" y="1483848"/>
                  </a:lnTo>
                  <a:lnTo>
                    <a:pt x="1381531" y="1483844"/>
                  </a:lnTo>
                  <a:lnTo>
                    <a:pt x="1381523" y="1483843"/>
                  </a:lnTo>
                  <a:lnTo>
                    <a:pt x="1381508" y="1483841"/>
                  </a:lnTo>
                  <a:lnTo>
                    <a:pt x="1381484" y="1483840"/>
                  </a:lnTo>
                  <a:lnTo>
                    <a:pt x="1381477" y="1483837"/>
                  </a:lnTo>
                  <a:lnTo>
                    <a:pt x="1381465" y="1483826"/>
                  </a:lnTo>
                  <a:lnTo>
                    <a:pt x="1381460" y="1483818"/>
                  </a:lnTo>
                  <a:lnTo>
                    <a:pt x="1381450" y="1483804"/>
                  </a:lnTo>
                  <a:lnTo>
                    <a:pt x="1381445" y="1483798"/>
                  </a:lnTo>
                  <a:lnTo>
                    <a:pt x="1381432" y="1483792"/>
                  </a:lnTo>
                  <a:lnTo>
                    <a:pt x="1381418" y="1483785"/>
                  </a:lnTo>
                  <a:lnTo>
                    <a:pt x="1381393" y="1483769"/>
                  </a:lnTo>
                  <a:lnTo>
                    <a:pt x="1381386" y="1483763"/>
                  </a:lnTo>
                  <a:lnTo>
                    <a:pt x="1381380" y="1483752"/>
                  </a:lnTo>
                  <a:lnTo>
                    <a:pt x="1381377" y="1483746"/>
                  </a:lnTo>
                  <a:lnTo>
                    <a:pt x="1381377" y="1483733"/>
                  </a:lnTo>
                  <a:lnTo>
                    <a:pt x="1381376" y="1483718"/>
                  </a:lnTo>
                  <a:lnTo>
                    <a:pt x="1381373" y="1483698"/>
                  </a:lnTo>
                  <a:lnTo>
                    <a:pt x="1381380" y="1483681"/>
                  </a:lnTo>
                  <a:lnTo>
                    <a:pt x="1381382" y="1483670"/>
                  </a:lnTo>
                  <a:lnTo>
                    <a:pt x="1381384" y="1483659"/>
                  </a:lnTo>
                  <a:lnTo>
                    <a:pt x="1381386" y="1483654"/>
                  </a:lnTo>
                  <a:lnTo>
                    <a:pt x="1381388" y="1483649"/>
                  </a:lnTo>
                  <a:lnTo>
                    <a:pt x="1381388" y="1483607"/>
                  </a:lnTo>
                  <a:lnTo>
                    <a:pt x="1381391" y="1483588"/>
                  </a:lnTo>
                  <a:lnTo>
                    <a:pt x="1381398" y="1483579"/>
                  </a:lnTo>
                  <a:lnTo>
                    <a:pt x="1381402" y="1483574"/>
                  </a:lnTo>
                  <a:lnTo>
                    <a:pt x="1381406" y="1483570"/>
                  </a:lnTo>
                  <a:lnTo>
                    <a:pt x="1381412" y="1483566"/>
                  </a:lnTo>
                  <a:lnTo>
                    <a:pt x="1381417" y="1483563"/>
                  </a:lnTo>
                  <a:lnTo>
                    <a:pt x="1381425" y="1483563"/>
                  </a:lnTo>
                  <a:lnTo>
                    <a:pt x="1381431" y="1483564"/>
                  </a:lnTo>
                  <a:lnTo>
                    <a:pt x="1381445" y="1483571"/>
                  </a:lnTo>
                  <a:lnTo>
                    <a:pt x="1381459" y="1483577"/>
                  </a:lnTo>
                  <a:lnTo>
                    <a:pt x="1381489" y="1483590"/>
                  </a:lnTo>
                  <a:lnTo>
                    <a:pt x="1381511" y="1483597"/>
                  </a:lnTo>
                  <a:lnTo>
                    <a:pt x="1381521" y="1483599"/>
                  </a:lnTo>
                  <a:lnTo>
                    <a:pt x="1381532" y="1483600"/>
                  </a:lnTo>
                  <a:lnTo>
                    <a:pt x="1381548" y="1483603"/>
                  </a:lnTo>
                  <a:lnTo>
                    <a:pt x="1381560" y="1483604"/>
                  </a:lnTo>
                  <a:lnTo>
                    <a:pt x="1381575" y="1483609"/>
                  </a:lnTo>
                  <a:lnTo>
                    <a:pt x="1381581" y="1483612"/>
                  </a:lnTo>
                  <a:lnTo>
                    <a:pt x="1381589" y="1483619"/>
                  </a:lnTo>
                  <a:lnTo>
                    <a:pt x="1381595" y="1483621"/>
                  </a:lnTo>
                  <a:lnTo>
                    <a:pt x="1381600" y="1483621"/>
                  </a:lnTo>
                  <a:lnTo>
                    <a:pt x="1381604" y="1483616"/>
                  </a:lnTo>
                  <a:lnTo>
                    <a:pt x="1381607" y="1483603"/>
                  </a:lnTo>
                  <a:lnTo>
                    <a:pt x="1381609" y="1483587"/>
                  </a:lnTo>
                  <a:lnTo>
                    <a:pt x="1381610" y="1483573"/>
                  </a:lnTo>
                  <a:lnTo>
                    <a:pt x="1381609" y="1483547"/>
                  </a:lnTo>
                  <a:lnTo>
                    <a:pt x="1381606" y="1483527"/>
                  </a:lnTo>
                  <a:lnTo>
                    <a:pt x="1381602" y="1483514"/>
                  </a:lnTo>
                  <a:lnTo>
                    <a:pt x="1381587" y="1483489"/>
                  </a:lnTo>
                  <a:lnTo>
                    <a:pt x="1381583" y="1483479"/>
                  </a:lnTo>
                  <a:lnTo>
                    <a:pt x="1381582" y="1483473"/>
                  </a:lnTo>
                  <a:lnTo>
                    <a:pt x="1381583" y="1483463"/>
                  </a:lnTo>
                  <a:lnTo>
                    <a:pt x="1381588" y="1483443"/>
                  </a:lnTo>
                  <a:lnTo>
                    <a:pt x="1381590" y="1483422"/>
                  </a:lnTo>
                  <a:lnTo>
                    <a:pt x="1381592" y="1483408"/>
                  </a:lnTo>
                  <a:lnTo>
                    <a:pt x="1381596" y="1483390"/>
                  </a:lnTo>
                  <a:lnTo>
                    <a:pt x="1381605" y="1483383"/>
                  </a:lnTo>
                  <a:lnTo>
                    <a:pt x="1381629" y="1483374"/>
                  </a:lnTo>
                  <a:lnTo>
                    <a:pt x="1381651" y="1483369"/>
                  </a:lnTo>
                  <a:lnTo>
                    <a:pt x="1381679" y="1483364"/>
                  </a:lnTo>
                  <a:lnTo>
                    <a:pt x="1381706" y="1483361"/>
                  </a:lnTo>
                  <a:lnTo>
                    <a:pt x="1381711" y="1483359"/>
                  </a:lnTo>
                  <a:lnTo>
                    <a:pt x="1381718" y="1483347"/>
                  </a:lnTo>
                  <a:lnTo>
                    <a:pt x="1381721" y="1483341"/>
                  </a:lnTo>
                  <a:lnTo>
                    <a:pt x="1381727" y="1483326"/>
                  </a:lnTo>
                  <a:lnTo>
                    <a:pt x="1381732" y="1483312"/>
                  </a:lnTo>
                  <a:lnTo>
                    <a:pt x="1381740" y="1483303"/>
                  </a:lnTo>
                  <a:lnTo>
                    <a:pt x="1381758" y="1483287"/>
                  </a:lnTo>
                  <a:lnTo>
                    <a:pt x="1381781" y="1483264"/>
                  </a:lnTo>
                  <a:lnTo>
                    <a:pt x="1381791" y="1483252"/>
                  </a:lnTo>
                  <a:lnTo>
                    <a:pt x="1381795" y="1483244"/>
                  </a:lnTo>
                  <a:lnTo>
                    <a:pt x="1381796" y="1483235"/>
                  </a:lnTo>
                  <a:lnTo>
                    <a:pt x="1381794" y="1483220"/>
                  </a:lnTo>
                  <a:lnTo>
                    <a:pt x="1381789" y="1483202"/>
                  </a:lnTo>
                  <a:lnTo>
                    <a:pt x="1381786" y="1483188"/>
                  </a:lnTo>
                  <a:lnTo>
                    <a:pt x="1381784" y="1483182"/>
                  </a:lnTo>
                  <a:lnTo>
                    <a:pt x="1381783" y="1483174"/>
                  </a:lnTo>
                  <a:lnTo>
                    <a:pt x="1381780" y="1483155"/>
                  </a:lnTo>
                  <a:lnTo>
                    <a:pt x="1381776" y="1483139"/>
                  </a:lnTo>
                  <a:lnTo>
                    <a:pt x="1381765" y="1483130"/>
                  </a:lnTo>
                  <a:lnTo>
                    <a:pt x="1381747" y="1483116"/>
                  </a:lnTo>
                  <a:lnTo>
                    <a:pt x="1381727" y="1483098"/>
                  </a:lnTo>
                  <a:lnTo>
                    <a:pt x="1381718" y="1483089"/>
                  </a:lnTo>
                  <a:lnTo>
                    <a:pt x="1381709" y="1483079"/>
                  </a:lnTo>
                  <a:lnTo>
                    <a:pt x="1381680" y="1483041"/>
                  </a:lnTo>
                  <a:lnTo>
                    <a:pt x="1381661" y="1483023"/>
                  </a:lnTo>
                  <a:lnTo>
                    <a:pt x="1381649" y="1483011"/>
                  </a:lnTo>
                  <a:lnTo>
                    <a:pt x="1381633" y="1483002"/>
                  </a:lnTo>
                  <a:lnTo>
                    <a:pt x="1381589" y="1483017"/>
                  </a:lnTo>
                  <a:lnTo>
                    <a:pt x="1381582" y="1483020"/>
                  </a:lnTo>
                  <a:lnTo>
                    <a:pt x="1381577" y="1483021"/>
                  </a:lnTo>
                  <a:lnTo>
                    <a:pt x="1381571" y="1483025"/>
                  </a:lnTo>
                  <a:lnTo>
                    <a:pt x="1381565" y="1483028"/>
                  </a:lnTo>
                  <a:lnTo>
                    <a:pt x="1381551" y="1483040"/>
                  </a:lnTo>
                  <a:lnTo>
                    <a:pt x="1381540" y="1483058"/>
                  </a:lnTo>
                  <a:lnTo>
                    <a:pt x="1381514" y="1483077"/>
                  </a:lnTo>
                  <a:lnTo>
                    <a:pt x="1381489" y="1483082"/>
                  </a:lnTo>
                  <a:lnTo>
                    <a:pt x="1381462" y="1483092"/>
                  </a:lnTo>
                  <a:lnTo>
                    <a:pt x="1381453" y="1483098"/>
                  </a:lnTo>
                  <a:lnTo>
                    <a:pt x="1381443" y="1483097"/>
                  </a:lnTo>
                  <a:lnTo>
                    <a:pt x="1381423" y="1483098"/>
                  </a:lnTo>
                  <a:lnTo>
                    <a:pt x="1381409" y="1483102"/>
                  </a:lnTo>
                  <a:lnTo>
                    <a:pt x="1381400" y="1483106"/>
                  </a:lnTo>
                  <a:lnTo>
                    <a:pt x="1381390" y="1483112"/>
                  </a:lnTo>
                  <a:lnTo>
                    <a:pt x="1381370" y="1483125"/>
                  </a:lnTo>
                  <a:lnTo>
                    <a:pt x="1381352" y="1483147"/>
                  </a:lnTo>
                  <a:lnTo>
                    <a:pt x="1381347" y="1483155"/>
                  </a:lnTo>
                  <a:lnTo>
                    <a:pt x="1381344" y="1483161"/>
                  </a:lnTo>
                  <a:lnTo>
                    <a:pt x="1381340" y="1483168"/>
                  </a:lnTo>
                  <a:lnTo>
                    <a:pt x="1381332" y="1483167"/>
                  </a:lnTo>
                  <a:lnTo>
                    <a:pt x="1381324" y="1483163"/>
                  </a:lnTo>
                  <a:lnTo>
                    <a:pt x="1381311" y="1483154"/>
                  </a:lnTo>
                  <a:lnTo>
                    <a:pt x="1381301" y="1483147"/>
                  </a:lnTo>
                  <a:lnTo>
                    <a:pt x="1381266" y="1483127"/>
                  </a:lnTo>
                  <a:lnTo>
                    <a:pt x="1381253" y="1483123"/>
                  </a:lnTo>
                  <a:lnTo>
                    <a:pt x="1381243" y="1483127"/>
                  </a:lnTo>
                  <a:lnTo>
                    <a:pt x="1381239" y="1483132"/>
                  </a:lnTo>
                  <a:lnTo>
                    <a:pt x="1381234" y="1483139"/>
                  </a:lnTo>
                  <a:lnTo>
                    <a:pt x="1381230" y="1483143"/>
                  </a:lnTo>
                  <a:lnTo>
                    <a:pt x="1381223" y="1483154"/>
                  </a:lnTo>
                  <a:lnTo>
                    <a:pt x="1381217" y="1483163"/>
                  </a:lnTo>
                  <a:lnTo>
                    <a:pt x="1381204" y="1483173"/>
                  </a:lnTo>
                  <a:lnTo>
                    <a:pt x="1381198" y="1483178"/>
                  </a:lnTo>
                  <a:lnTo>
                    <a:pt x="1381185" y="1483177"/>
                  </a:lnTo>
                  <a:lnTo>
                    <a:pt x="1381168" y="1483175"/>
                  </a:lnTo>
                  <a:lnTo>
                    <a:pt x="1381156" y="1483163"/>
                  </a:lnTo>
                  <a:lnTo>
                    <a:pt x="1381148" y="1483153"/>
                  </a:lnTo>
                  <a:lnTo>
                    <a:pt x="1381123" y="1483133"/>
                  </a:lnTo>
                  <a:lnTo>
                    <a:pt x="1381101" y="1483117"/>
                  </a:lnTo>
                  <a:lnTo>
                    <a:pt x="1381065" y="1483097"/>
                  </a:lnTo>
                  <a:lnTo>
                    <a:pt x="1381059" y="1483089"/>
                  </a:lnTo>
                  <a:lnTo>
                    <a:pt x="1381061" y="1483082"/>
                  </a:lnTo>
                  <a:lnTo>
                    <a:pt x="1381065" y="1483076"/>
                  </a:lnTo>
                  <a:lnTo>
                    <a:pt x="1381073" y="1483064"/>
                  </a:lnTo>
                  <a:lnTo>
                    <a:pt x="1381074" y="1483050"/>
                  </a:lnTo>
                  <a:lnTo>
                    <a:pt x="1381074" y="1483038"/>
                  </a:lnTo>
                  <a:lnTo>
                    <a:pt x="1381073" y="1483027"/>
                  </a:lnTo>
                  <a:lnTo>
                    <a:pt x="1381071" y="1483021"/>
                  </a:lnTo>
                  <a:lnTo>
                    <a:pt x="1381065" y="1483015"/>
                  </a:lnTo>
                  <a:lnTo>
                    <a:pt x="1381059" y="1483004"/>
                  </a:lnTo>
                  <a:lnTo>
                    <a:pt x="1381051" y="1482987"/>
                  </a:lnTo>
                  <a:lnTo>
                    <a:pt x="1381078" y="1482975"/>
                  </a:lnTo>
                  <a:lnTo>
                    <a:pt x="1381096" y="1482969"/>
                  </a:lnTo>
                  <a:lnTo>
                    <a:pt x="1381102" y="1482965"/>
                  </a:lnTo>
                  <a:lnTo>
                    <a:pt x="1381106" y="1482959"/>
                  </a:lnTo>
                  <a:lnTo>
                    <a:pt x="1381110" y="1482955"/>
                  </a:lnTo>
                  <a:lnTo>
                    <a:pt x="1381119" y="1482952"/>
                  </a:lnTo>
                  <a:lnTo>
                    <a:pt x="1381128" y="1482949"/>
                  </a:lnTo>
                  <a:lnTo>
                    <a:pt x="1381137" y="1482948"/>
                  </a:lnTo>
                  <a:lnTo>
                    <a:pt x="1381154" y="1482947"/>
                  </a:lnTo>
                  <a:lnTo>
                    <a:pt x="1381164" y="1482945"/>
                  </a:lnTo>
                  <a:lnTo>
                    <a:pt x="1381175" y="1482942"/>
                  </a:lnTo>
                  <a:lnTo>
                    <a:pt x="1381181" y="1482939"/>
                  </a:lnTo>
                  <a:lnTo>
                    <a:pt x="1381195" y="1482934"/>
                  </a:lnTo>
                  <a:lnTo>
                    <a:pt x="1381208" y="1482925"/>
                  </a:lnTo>
                  <a:lnTo>
                    <a:pt x="1381219" y="1482920"/>
                  </a:lnTo>
                  <a:lnTo>
                    <a:pt x="1381232" y="1482909"/>
                  </a:lnTo>
                  <a:lnTo>
                    <a:pt x="1381254" y="1482899"/>
                  </a:lnTo>
                  <a:lnTo>
                    <a:pt x="1381268" y="1482888"/>
                  </a:lnTo>
                  <a:lnTo>
                    <a:pt x="1381271" y="1482879"/>
                  </a:lnTo>
                  <a:lnTo>
                    <a:pt x="1381273" y="1482873"/>
                  </a:lnTo>
                  <a:lnTo>
                    <a:pt x="1381276" y="1482867"/>
                  </a:lnTo>
                  <a:lnTo>
                    <a:pt x="1381280" y="1482858"/>
                  </a:lnTo>
                  <a:lnTo>
                    <a:pt x="1381282" y="1482848"/>
                  </a:lnTo>
                  <a:lnTo>
                    <a:pt x="1381281" y="1482840"/>
                  </a:lnTo>
                  <a:lnTo>
                    <a:pt x="1381279" y="1482834"/>
                  </a:lnTo>
                  <a:lnTo>
                    <a:pt x="1381275" y="1482822"/>
                  </a:lnTo>
                  <a:lnTo>
                    <a:pt x="1381265" y="1482814"/>
                  </a:lnTo>
                  <a:lnTo>
                    <a:pt x="1381259" y="1482810"/>
                  </a:lnTo>
                  <a:lnTo>
                    <a:pt x="1381255" y="1482799"/>
                  </a:lnTo>
                  <a:lnTo>
                    <a:pt x="1381261" y="1482784"/>
                  </a:lnTo>
                  <a:lnTo>
                    <a:pt x="1381265" y="1482772"/>
                  </a:lnTo>
                  <a:lnTo>
                    <a:pt x="1381267" y="1482762"/>
                  </a:lnTo>
                  <a:lnTo>
                    <a:pt x="1381268" y="1482754"/>
                  </a:lnTo>
                  <a:lnTo>
                    <a:pt x="1381260" y="1482747"/>
                  </a:lnTo>
                  <a:lnTo>
                    <a:pt x="1381254" y="1482744"/>
                  </a:lnTo>
                  <a:lnTo>
                    <a:pt x="1381245" y="1482741"/>
                  </a:lnTo>
                  <a:lnTo>
                    <a:pt x="1381221" y="1482739"/>
                  </a:lnTo>
                  <a:lnTo>
                    <a:pt x="1381195" y="1482727"/>
                  </a:lnTo>
                  <a:lnTo>
                    <a:pt x="1381175" y="1482715"/>
                  </a:lnTo>
                  <a:lnTo>
                    <a:pt x="1381166" y="1482705"/>
                  </a:lnTo>
                  <a:lnTo>
                    <a:pt x="1381162" y="1482696"/>
                  </a:lnTo>
                  <a:lnTo>
                    <a:pt x="1381162" y="1482681"/>
                  </a:lnTo>
                  <a:lnTo>
                    <a:pt x="1381161" y="1482673"/>
                  </a:lnTo>
                  <a:lnTo>
                    <a:pt x="1381161" y="1482661"/>
                  </a:lnTo>
                  <a:lnTo>
                    <a:pt x="1381160" y="1482654"/>
                  </a:lnTo>
                  <a:lnTo>
                    <a:pt x="1381157" y="1482637"/>
                  </a:lnTo>
                  <a:lnTo>
                    <a:pt x="1381153" y="1482642"/>
                  </a:lnTo>
                  <a:lnTo>
                    <a:pt x="1381145" y="1482650"/>
                  </a:lnTo>
                  <a:lnTo>
                    <a:pt x="1381140" y="1482653"/>
                  </a:lnTo>
                  <a:lnTo>
                    <a:pt x="1381130" y="1482659"/>
                  </a:lnTo>
                  <a:lnTo>
                    <a:pt x="1381122" y="1482663"/>
                  </a:lnTo>
                  <a:lnTo>
                    <a:pt x="1381112" y="1482664"/>
                  </a:lnTo>
                  <a:lnTo>
                    <a:pt x="1381103" y="1482665"/>
                  </a:lnTo>
                  <a:lnTo>
                    <a:pt x="1381097" y="1482665"/>
                  </a:lnTo>
                  <a:lnTo>
                    <a:pt x="1381092" y="1482656"/>
                  </a:lnTo>
                  <a:lnTo>
                    <a:pt x="1381084" y="1482646"/>
                  </a:lnTo>
                  <a:lnTo>
                    <a:pt x="1381078" y="1482640"/>
                  </a:lnTo>
                  <a:lnTo>
                    <a:pt x="1381073" y="1482637"/>
                  </a:lnTo>
                  <a:lnTo>
                    <a:pt x="1381064" y="1482633"/>
                  </a:lnTo>
                  <a:lnTo>
                    <a:pt x="1381056" y="1482627"/>
                  </a:lnTo>
                  <a:lnTo>
                    <a:pt x="1381047" y="1482619"/>
                  </a:lnTo>
                  <a:lnTo>
                    <a:pt x="1381037" y="1482614"/>
                  </a:lnTo>
                  <a:lnTo>
                    <a:pt x="1381042" y="1482604"/>
                  </a:lnTo>
                  <a:lnTo>
                    <a:pt x="1381045" y="1482590"/>
                  </a:lnTo>
                  <a:lnTo>
                    <a:pt x="1381046" y="1482582"/>
                  </a:lnTo>
                  <a:lnTo>
                    <a:pt x="1381048" y="1482575"/>
                  </a:lnTo>
                  <a:lnTo>
                    <a:pt x="1381048" y="1482569"/>
                  </a:lnTo>
                  <a:lnTo>
                    <a:pt x="1381049" y="1482559"/>
                  </a:lnTo>
                  <a:lnTo>
                    <a:pt x="1381049" y="1482551"/>
                  </a:lnTo>
                  <a:lnTo>
                    <a:pt x="1381051" y="1482542"/>
                  </a:lnTo>
                  <a:lnTo>
                    <a:pt x="1381057" y="1482537"/>
                  </a:lnTo>
                  <a:lnTo>
                    <a:pt x="1381062" y="1482533"/>
                  </a:lnTo>
                  <a:lnTo>
                    <a:pt x="1381069" y="1482525"/>
                  </a:lnTo>
                  <a:lnTo>
                    <a:pt x="1381061" y="1482520"/>
                  </a:lnTo>
                  <a:lnTo>
                    <a:pt x="1381055" y="1482514"/>
                  </a:lnTo>
                  <a:lnTo>
                    <a:pt x="1381051" y="1482506"/>
                  </a:lnTo>
                  <a:lnTo>
                    <a:pt x="1381045" y="1482494"/>
                  </a:lnTo>
                  <a:lnTo>
                    <a:pt x="1381037" y="1482484"/>
                  </a:lnTo>
                  <a:lnTo>
                    <a:pt x="1381033" y="1482477"/>
                  </a:lnTo>
                  <a:lnTo>
                    <a:pt x="1381030" y="1482470"/>
                  </a:lnTo>
                  <a:lnTo>
                    <a:pt x="1381027" y="1482461"/>
                  </a:lnTo>
                  <a:lnTo>
                    <a:pt x="1381025" y="1482444"/>
                  </a:lnTo>
                  <a:lnTo>
                    <a:pt x="1381018" y="1482432"/>
                  </a:lnTo>
                  <a:lnTo>
                    <a:pt x="1381007" y="1482413"/>
                  </a:lnTo>
                  <a:lnTo>
                    <a:pt x="1381001" y="1482395"/>
                  </a:lnTo>
                  <a:lnTo>
                    <a:pt x="1380991" y="1482383"/>
                  </a:lnTo>
                  <a:lnTo>
                    <a:pt x="1380988" y="1482379"/>
                  </a:lnTo>
                  <a:lnTo>
                    <a:pt x="1380986" y="1482373"/>
                  </a:lnTo>
                  <a:lnTo>
                    <a:pt x="1380994" y="1482335"/>
                  </a:lnTo>
                  <a:lnTo>
                    <a:pt x="1380996" y="1482302"/>
                  </a:lnTo>
                  <a:lnTo>
                    <a:pt x="1380988" y="1482272"/>
                  </a:lnTo>
                  <a:lnTo>
                    <a:pt x="1380983" y="1482259"/>
                  </a:lnTo>
                  <a:lnTo>
                    <a:pt x="1380979" y="1482248"/>
                  </a:lnTo>
                  <a:lnTo>
                    <a:pt x="1380965" y="1482233"/>
                  </a:lnTo>
                  <a:lnTo>
                    <a:pt x="1380960" y="1482228"/>
                  </a:lnTo>
                  <a:lnTo>
                    <a:pt x="1380949" y="1482216"/>
                  </a:lnTo>
                  <a:lnTo>
                    <a:pt x="1380937" y="1482204"/>
                  </a:lnTo>
                  <a:lnTo>
                    <a:pt x="1380919" y="1482193"/>
                  </a:lnTo>
                  <a:lnTo>
                    <a:pt x="1380894" y="1482178"/>
                  </a:lnTo>
                  <a:lnTo>
                    <a:pt x="1380865" y="1482157"/>
                  </a:lnTo>
                  <a:lnTo>
                    <a:pt x="1380856" y="1482152"/>
                  </a:lnTo>
                  <a:lnTo>
                    <a:pt x="1380841" y="1482139"/>
                  </a:lnTo>
                  <a:lnTo>
                    <a:pt x="1380812" y="1482113"/>
                  </a:lnTo>
                  <a:lnTo>
                    <a:pt x="1380785" y="1482090"/>
                  </a:lnTo>
                  <a:lnTo>
                    <a:pt x="1380737" y="1482034"/>
                  </a:lnTo>
                  <a:lnTo>
                    <a:pt x="1380729" y="1482026"/>
                  </a:lnTo>
                  <a:lnTo>
                    <a:pt x="1380718" y="1482017"/>
                  </a:lnTo>
                  <a:lnTo>
                    <a:pt x="1380711" y="1482010"/>
                  </a:lnTo>
                  <a:lnTo>
                    <a:pt x="1380699" y="1482001"/>
                  </a:lnTo>
                  <a:lnTo>
                    <a:pt x="1380682" y="1481991"/>
                  </a:lnTo>
                  <a:lnTo>
                    <a:pt x="1380667" y="1481981"/>
                  </a:lnTo>
                  <a:lnTo>
                    <a:pt x="1380657" y="1481973"/>
                  </a:lnTo>
                  <a:lnTo>
                    <a:pt x="1380657" y="1481967"/>
                  </a:lnTo>
                  <a:lnTo>
                    <a:pt x="1380659" y="1481959"/>
                  </a:lnTo>
                  <a:lnTo>
                    <a:pt x="1380661" y="1481954"/>
                  </a:lnTo>
                  <a:lnTo>
                    <a:pt x="1380661" y="1481947"/>
                  </a:lnTo>
                  <a:lnTo>
                    <a:pt x="1380661" y="1481940"/>
                  </a:lnTo>
                  <a:lnTo>
                    <a:pt x="1380657" y="1481931"/>
                  </a:lnTo>
                  <a:lnTo>
                    <a:pt x="1380650" y="1481918"/>
                  </a:lnTo>
                  <a:lnTo>
                    <a:pt x="1380644" y="1481907"/>
                  </a:lnTo>
                  <a:lnTo>
                    <a:pt x="1380636" y="1481898"/>
                  </a:lnTo>
                  <a:lnTo>
                    <a:pt x="1380618" y="1481894"/>
                  </a:lnTo>
                  <a:lnTo>
                    <a:pt x="1380612" y="1481894"/>
                  </a:lnTo>
                  <a:lnTo>
                    <a:pt x="1380600" y="1481896"/>
                  </a:lnTo>
                  <a:lnTo>
                    <a:pt x="1380583" y="1481899"/>
                  </a:lnTo>
                  <a:lnTo>
                    <a:pt x="1380555" y="1481905"/>
                  </a:lnTo>
                  <a:lnTo>
                    <a:pt x="1380546" y="1481906"/>
                  </a:lnTo>
                  <a:lnTo>
                    <a:pt x="1380530" y="1481903"/>
                  </a:lnTo>
                  <a:lnTo>
                    <a:pt x="1380499" y="1481858"/>
                  </a:lnTo>
                  <a:lnTo>
                    <a:pt x="1380424" y="1481852"/>
                  </a:lnTo>
                  <a:lnTo>
                    <a:pt x="1380383" y="1481864"/>
                  </a:lnTo>
                  <a:lnTo>
                    <a:pt x="1380337" y="1481879"/>
                  </a:lnTo>
                  <a:lnTo>
                    <a:pt x="1380315" y="1481877"/>
                  </a:lnTo>
                  <a:lnTo>
                    <a:pt x="1380304" y="1481874"/>
                  </a:lnTo>
                  <a:lnTo>
                    <a:pt x="1380291" y="1481865"/>
                  </a:lnTo>
                  <a:lnTo>
                    <a:pt x="1380278" y="1481859"/>
                  </a:lnTo>
                  <a:lnTo>
                    <a:pt x="1380259" y="1481858"/>
                  </a:lnTo>
                  <a:lnTo>
                    <a:pt x="1380241" y="1481860"/>
                  </a:lnTo>
                  <a:lnTo>
                    <a:pt x="1380235" y="1481863"/>
                  </a:lnTo>
                  <a:lnTo>
                    <a:pt x="1380229" y="1481866"/>
                  </a:lnTo>
                  <a:lnTo>
                    <a:pt x="1380213" y="1481874"/>
                  </a:lnTo>
                  <a:lnTo>
                    <a:pt x="1380206" y="1481881"/>
                  </a:lnTo>
                  <a:lnTo>
                    <a:pt x="1380197" y="1481888"/>
                  </a:lnTo>
                  <a:lnTo>
                    <a:pt x="1380196" y="1481906"/>
                  </a:lnTo>
                  <a:lnTo>
                    <a:pt x="1380202" y="1481935"/>
                  </a:lnTo>
                  <a:lnTo>
                    <a:pt x="1380193" y="1481988"/>
                  </a:lnTo>
                  <a:lnTo>
                    <a:pt x="1380194" y="1482015"/>
                  </a:lnTo>
                  <a:lnTo>
                    <a:pt x="1380192" y="1482035"/>
                  </a:lnTo>
                  <a:lnTo>
                    <a:pt x="1380196" y="1482046"/>
                  </a:lnTo>
                  <a:lnTo>
                    <a:pt x="1380203" y="1482050"/>
                  </a:lnTo>
                  <a:lnTo>
                    <a:pt x="1380224" y="1482065"/>
                  </a:lnTo>
                  <a:lnTo>
                    <a:pt x="1380216" y="1482072"/>
                  </a:lnTo>
                  <a:lnTo>
                    <a:pt x="1380201" y="1482085"/>
                  </a:lnTo>
                  <a:lnTo>
                    <a:pt x="1380187" y="1482096"/>
                  </a:lnTo>
                  <a:lnTo>
                    <a:pt x="1380180" y="1482102"/>
                  </a:lnTo>
                  <a:lnTo>
                    <a:pt x="1380176" y="1482105"/>
                  </a:lnTo>
                  <a:lnTo>
                    <a:pt x="1380168" y="1482127"/>
                  </a:lnTo>
                  <a:lnTo>
                    <a:pt x="1380166" y="1482133"/>
                  </a:lnTo>
                  <a:lnTo>
                    <a:pt x="1380158" y="1482150"/>
                  </a:lnTo>
                  <a:lnTo>
                    <a:pt x="1380140" y="1482150"/>
                  </a:lnTo>
                  <a:lnTo>
                    <a:pt x="1380101" y="1482153"/>
                  </a:lnTo>
                  <a:lnTo>
                    <a:pt x="1380087" y="1482158"/>
                  </a:lnTo>
                  <a:lnTo>
                    <a:pt x="1380093" y="1482172"/>
                  </a:lnTo>
                  <a:lnTo>
                    <a:pt x="1380098" y="1482183"/>
                  </a:lnTo>
                  <a:lnTo>
                    <a:pt x="1380098" y="1482192"/>
                  </a:lnTo>
                  <a:lnTo>
                    <a:pt x="1380096" y="1482203"/>
                  </a:lnTo>
                  <a:lnTo>
                    <a:pt x="1380094" y="1482209"/>
                  </a:lnTo>
                  <a:lnTo>
                    <a:pt x="1380088" y="1482222"/>
                  </a:lnTo>
                  <a:lnTo>
                    <a:pt x="1380076" y="1482221"/>
                  </a:lnTo>
                  <a:lnTo>
                    <a:pt x="1380044" y="1482219"/>
                  </a:lnTo>
                  <a:lnTo>
                    <a:pt x="1380022" y="1482209"/>
                  </a:lnTo>
                  <a:lnTo>
                    <a:pt x="1379998" y="1482193"/>
                  </a:lnTo>
                  <a:lnTo>
                    <a:pt x="1379989" y="1482197"/>
                  </a:lnTo>
                  <a:lnTo>
                    <a:pt x="1379981" y="1482201"/>
                  </a:lnTo>
                  <a:lnTo>
                    <a:pt x="1379961" y="1482210"/>
                  </a:lnTo>
                  <a:lnTo>
                    <a:pt x="1379938" y="1482206"/>
                  </a:lnTo>
                  <a:lnTo>
                    <a:pt x="1379917" y="1482197"/>
                  </a:lnTo>
                  <a:lnTo>
                    <a:pt x="1379897" y="1482176"/>
                  </a:lnTo>
                  <a:lnTo>
                    <a:pt x="1379890" y="1482170"/>
                  </a:lnTo>
                  <a:lnTo>
                    <a:pt x="1379878" y="1482161"/>
                  </a:lnTo>
                  <a:lnTo>
                    <a:pt x="1379868" y="1482156"/>
                  </a:lnTo>
                  <a:lnTo>
                    <a:pt x="1379863" y="1482154"/>
                  </a:lnTo>
                  <a:lnTo>
                    <a:pt x="1379857" y="1482152"/>
                  </a:lnTo>
                  <a:lnTo>
                    <a:pt x="1379851" y="1482153"/>
                  </a:lnTo>
                  <a:lnTo>
                    <a:pt x="1379825" y="1482152"/>
                  </a:lnTo>
                  <a:lnTo>
                    <a:pt x="1379813" y="1482152"/>
                  </a:lnTo>
                  <a:lnTo>
                    <a:pt x="1379799" y="1482151"/>
                  </a:lnTo>
                  <a:lnTo>
                    <a:pt x="1379771" y="1482151"/>
                  </a:lnTo>
                  <a:lnTo>
                    <a:pt x="1379737" y="1482153"/>
                  </a:lnTo>
                  <a:lnTo>
                    <a:pt x="1379718" y="1482142"/>
                  </a:lnTo>
                  <a:lnTo>
                    <a:pt x="1379698" y="1482139"/>
                  </a:lnTo>
                  <a:lnTo>
                    <a:pt x="1379685" y="1482131"/>
                  </a:lnTo>
                  <a:lnTo>
                    <a:pt x="1379681" y="1482110"/>
                  </a:lnTo>
                  <a:lnTo>
                    <a:pt x="1379683" y="1482092"/>
                  </a:lnTo>
                  <a:lnTo>
                    <a:pt x="1379668" y="1482096"/>
                  </a:lnTo>
                  <a:lnTo>
                    <a:pt x="1379651" y="1482104"/>
                  </a:lnTo>
                  <a:lnTo>
                    <a:pt x="1379633" y="1482113"/>
                  </a:lnTo>
                  <a:lnTo>
                    <a:pt x="1379620" y="1482118"/>
                  </a:lnTo>
                  <a:lnTo>
                    <a:pt x="1379609" y="1482123"/>
                  </a:lnTo>
                  <a:lnTo>
                    <a:pt x="1379588" y="1482124"/>
                  </a:lnTo>
                  <a:lnTo>
                    <a:pt x="1379575" y="1482114"/>
                  </a:lnTo>
                  <a:lnTo>
                    <a:pt x="1379561" y="1482109"/>
                  </a:lnTo>
                  <a:lnTo>
                    <a:pt x="1379549" y="1482107"/>
                  </a:lnTo>
                  <a:lnTo>
                    <a:pt x="1379568" y="1482067"/>
                  </a:lnTo>
                  <a:lnTo>
                    <a:pt x="1379571" y="1482059"/>
                  </a:lnTo>
                  <a:lnTo>
                    <a:pt x="1379573" y="1482054"/>
                  </a:lnTo>
                  <a:lnTo>
                    <a:pt x="1379585" y="1482020"/>
                  </a:lnTo>
                  <a:lnTo>
                    <a:pt x="1379593" y="1481998"/>
                  </a:lnTo>
                  <a:lnTo>
                    <a:pt x="1379573" y="1481991"/>
                  </a:lnTo>
                  <a:lnTo>
                    <a:pt x="1379557" y="1481985"/>
                  </a:lnTo>
                  <a:lnTo>
                    <a:pt x="1379545" y="1481981"/>
                  </a:lnTo>
                  <a:lnTo>
                    <a:pt x="1379509" y="1481969"/>
                  </a:lnTo>
                  <a:lnTo>
                    <a:pt x="1379454" y="1481898"/>
                  </a:lnTo>
                  <a:lnTo>
                    <a:pt x="1379439" y="1481881"/>
                  </a:lnTo>
                  <a:lnTo>
                    <a:pt x="1379424" y="1481864"/>
                  </a:lnTo>
                  <a:lnTo>
                    <a:pt x="1379402" y="1481851"/>
                  </a:lnTo>
                  <a:lnTo>
                    <a:pt x="1379391" y="1481836"/>
                  </a:lnTo>
                  <a:lnTo>
                    <a:pt x="1379368" y="1481806"/>
                  </a:lnTo>
                  <a:lnTo>
                    <a:pt x="1379337" y="1481789"/>
                  </a:lnTo>
                  <a:lnTo>
                    <a:pt x="1379319" y="1481777"/>
                  </a:lnTo>
                  <a:lnTo>
                    <a:pt x="1379295" y="1481765"/>
                  </a:lnTo>
                  <a:lnTo>
                    <a:pt x="1379275" y="1481751"/>
                  </a:lnTo>
                  <a:lnTo>
                    <a:pt x="1379261" y="1481727"/>
                  </a:lnTo>
                  <a:lnTo>
                    <a:pt x="1379248" y="1481714"/>
                  </a:lnTo>
                  <a:lnTo>
                    <a:pt x="1379229" y="1481678"/>
                  </a:lnTo>
                  <a:lnTo>
                    <a:pt x="1379191" y="1481634"/>
                  </a:lnTo>
                  <a:lnTo>
                    <a:pt x="1379189" y="1481627"/>
                  </a:lnTo>
                  <a:lnTo>
                    <a:pt x="1379160" y="1481441"/>
                  </a:lnTo>
                  <a:lnTo>
                    <a:pt x="1379158" y="1481428"/>
                  </a:lnTo>
                  <a:lnTo>
                    <a:pt x="1379148" y="1481419"/>
                  </a:lnTo>
                  <a:lnTo>
                    <a:pt x="1378965" y="1481252"/>
                  </a:lnTo>
                  <a:lnTo>
                    <a:pt x="1378955" y="1481244"/>
                  </a:lnTo>
                  <a:lnTo>
                    <a:pt x="1378948" y="1481232"/>
                  </a:lnTo>
                  <a:lnTo>
                    <a:pt x="1378945" y="1481226"/>
                  </a:lnTo>
                  <a:lnTo>
                    <a:pt x="1378941" y="1481219"/>
                  </a:lnTo>
                  <a:lnTo>
                    <a:pt x="1378938" y="1481215"/>
                  </a:lnTo>
                  <a:lnTo>
                    <a:pt x="1378930" y="1481204"/>
                  </a:lnTo>
                  <a:lnTo>
                    <a:pt x="1378835" y="1481093"/>
                  </a:lnTo>
                  <a:lnTo>
                    <a:pt x="1378788" y="1481016"/>
                  </a:lnTo>
                  <a:lnTo>
                    <a:pt x="1378782" y="1480993"/>
                  </a:lnTo>
                  <a:lnTo>
                    <a:pt x="1378765" y="1480945"/>
                  </a:lnTo>
                  <a:lnTo>
                    <a:pt x="1378762" y="1480908"/>
                  </a:lnTo>
                  <a:lnTo>
                    <a:pt x="1378749" y="1480868"/>
                  </a:lnTo>
                  <a:lnTo>
                    <a:pt x="1378741" y="1480826"/>
                  </a:lnTo>
                  <a:lnTo>
                    <a:pt x="1378724" y="1480812"/>
                  </a:lnTo>
                  <a:lnTo>
                    <a:pt x="1378719" y="1480807"/>
                  </a:lnTo>
                  <a:lnTo>
                    <a:pt x="1378717" y="1480801"/>
                  </a:lnTo>
                  <a:lnTo>
                    <a:pt x="1378715" y="1480796"/>
                  </a:lnTo>
                  <a:lnTo>
                    <a:pt x="1378711" y="1480785"/>
                  </a:lnTo>
                  <a:lnTo>
                    <a:pt x="1378707" y="1480771"/>
                  </a:lnTo>
                  <a:lnTo>
                    <a:pt x="1378688" y="1480739"/>
                  </a:lnTo>
                  <a:lnTo>
                    <a:pt x="1378680" y="1480725"/>
                  </a:lnTo>
                  <a:lnTo>
                    <a:pt x="1378672" y="1480712"/>
                  </a:lnTo>
                  <a:lnTo>
                    <a:pt x="1378661" y="1480694"/>
                  </a:lnTo>
                  <a:lnTo>
                    <a:pt x="1378648" y="1480680"/>
                  </a:lnTo>
                  <a:lnTo>
                    <a:pt x="1378628" y="1480653"/>
                  </a:lnTo>
                  <a:lnTo>
                    <a:pt x="1378619" y="1480643"/>
                  </a:lnTo>
                  <a:lnTo>
                    <a:pt x="1378612" y="1480630"/>
                  </a:lnTo>
                  <a:lnTo>
                    <a:pt x="1378605" y="1480618"/>
                  </a:lnTo>
                  <a:lnTo>
                    <a:pt x="1378601" y="1480606"/>
                  </a:lnTo>
                  <a:lnTo>
                    <a:pt x="1378591" y="1480586"/>
                  </a:lnTo>
                  <a:lnTo>
                    <a:pt x="1378585" y="1480574"/>
                  </a:lnTo>
                  <a:lnTo>
                    <a:pt x="1378573" y="1480569"/>
                  </a:lnTo>
                  <a:lnTo>
                    <a:pt x="1378564" y="1480564"/>
                  </a:lnTo>
                  <a:lnTo>
                    <a:pt x="1378537" y="1480550"/>
                  </a:lnTo>
                  <a:lnTo>
                    <a:pt x="1378515" y="1480541"/>
                  </a:lnTo>
                  <a:lnTo>
                    <a:pt x="1378497" y="1480531"/>
                  </a:lnTo>
                  <a:lnTo>
                    <a:pt x="1378474" y="1480525"/>
                  </a:lnTo>
                  <a:lnTo>
                    <a:pt x="1378447" y="1480522"/>
                  </a:lnTo>
                  <a:lnTo>
                    <a:pt x="1378437" y="1480521"/>
                  </a:lnTo>
                  <a:lnTo>
                    <a:pt x="1378411" y="1480520"/>
                  </a:lnTo>
                  <a:lnTo>
                    <a:pt x="1378387" y="1480517"/>
                  </a:lnTo>
                  <a:lnTo>
                    <a:pt x="1378362" y="1480513"/>
                  </a:lnTo>
                  <a:lnTo>
                    <a:pt x="1378336" y="1480503"/>
                  </a:lnTo>
                  <a:lnTo>
                    <a:pt x="1378323" y="1480488"/>
                  </a:lnTo>
                  <a:lnTo>
                    <a:pt x="1378313" y="1480468"/>
                  </a:lnTo>
                  <a:lnTo>
                    <a:pt x="1378307" y="1480455"/>
                  </a:lnTo>
                  <a:lnTo>
                    <a:pt x="1378299" y="1480449"/>
                  </a:lnTo>
                  <a:lnTo>
                    <a:pt x="1378292" y="1480445"/>
                  </a:lnTo>
                  <a:lnTo>
                    <a:pt x="1378257" y="1480437"/>
                  </a:lnTo>
                  <a:lnTo>
                    <a:pt x="1378235" y="1480428"/>
                  </a:lnTo>
                  <a:lnTo>
                    <a:pt x="1378222" y="1480423"/>
                  </a:lnTo>
                  <a:lnTo>
                    <a:pt x="1378196" y="1480436"/>
                  </a:lnTo>
                  <a:lnTo>
                    <a:pt x="1378171" y="1480441"/>
                  </a:lnTo>
                  <a:lnTo>
                    <a:pt x="1378150" y="1480439"/>
                  </a:lnTo>
                  <a:lnTo>
                    <a:pt x="1378142" y="1480427"/>
                  </a:lnTo>
                  <a:lnTo>
                    <a:pt x="1378130" y="1480414"/>
                  </a:lnTo>
                  <a:lnTo>
                    <a:pt x="1378108" y="1480394"/>
                  </a:lnTo>
                  <a:lnTo>
                    <a:pt x="1378095" y="1480386"/>
                  </a:lnTo>
                  <a:lnTo>
                    <a:pt x="1378087" y="1480388"/>
                  </a:lnTo>
                  <a:lnTo>
                    <a:pt x="1378079" y="1480393"/>
                  </a:lnTo>
                  <a:lnTo>
                    <a:pt x="1378067" y="1480401"/>
                  </a:lnTo>
                  <a:lnTo>
                    <a:pt x="1378055" y="1480404"/>
                  </a:lnTo>
                  <a:lnTo>
                    <a:pt x="1378045" y="1480405"/>
                  </a:lnTo>
                  <a:lnTo>
                    <a:pt x="1378035" y="1480401"/>
                  </a:lnTo>
                  <a:lnTo>
                    <a:pt x="1378018" y="1480377"/>
                  </a:lnTo>
                  <a:lnTo>
                    <a:pt x="1378006" y="1480368"/>
                  </a:lnTo>
                  <a:lnTo>
                    <a:pt x="1377996" y="1480362"/>
                  </a:lnTo>
                  <a:lnTo>
                    <a:pt x="1377982" y="1480360"/>
                  </a:lnTo>
                  <a:lnTo>
                    <a:pt x="1377955" y="1480359"/>
                  </a:lnTo>
                  <a:lnTo>
                    <a:pt x="1377923" y="1480362"/>
                  </a:lnTo>
                  <a:lnTo>
                    <a:pt x="1377900" y="1480361"/>
                  </a:lnTo>
                  <a:lnTo>
                    <a:pt x="1377879" y="1480364"/>
                  </a:lnTo>
                  <a:lnTo>
                    <a:pt x="1377870" y="1480364"/>
                  </a:lnTo>
                  <a:lnTo>
                    <a:pt x="1377865" y="1480362"/>
                  </a:lnTo>
                  <a:lnTo>
                    <a:pt x="1377859" y="1480356"/>
                  </a:lnTo>
                  <a:lnTo>
                    <a:pt x="1377856" y="1480343"/>
                  </a:lnTo>
                  <a:lnTo>
                    <a:pt x="1377853" y="1480331"/>
                  </a:lnTo>
                  <a:lnTo>
                    <a:pt x="1377848" y="1480317"/>
                  </a:lnTo>
                  <a:lnTo>
                    <a:pt x="1377843" y="1480301"/>
                  </a:lnTo>
                  <a:lnTo>
                    <a:pt x="1377832" y="1480292"/>
                  </a:lnTo>
                  <a:lnTo>
                    <a:pt x="1377822" y="1480283"/>
                  </a:lnTo>
                  <a:lnTo>
                    <a:pt x="1377810" y="1480286"/>
                  </a:lnTo>
                  <a:lnTo>
                    <a:pt x="1377783" y="1480309"/>
                  </a:lnTo>
                  <a:lnTo>
                    <a:pt x="1377758" y="1480324"/>
                  </a:lnTo>
                  <a:lnTo>
                    <a:pt x="1377724" y="1480326"/>
                  </a:lnTo>
                  <a:lnTo>
                    <a:pt x="1377712" y="1480326"/>
                  </a:lnTo>
                  <a:lnTo>
                    <a:pt x="1377692" y="1480316"/>
                  </a:lnTo>
                  <a:lnTo>
                    <a:pt x="1377675" y="1480305"/>
                  </a:lnTo>
                  <a:lnTo>
                    <a:pt x="1377663" y="1480296"/>
                  </a:lnTo>
                  <a:lnTo>
                    <a:pt x="1377650" y="1480292"/>
                  </a:lnTo>
                  <a:lnTo>
                    <a:pt x="1377635" y="1480279"/>
                  </a:lnTo>
                  <a:lnTo>
                    <a:pt x="1377629" y="1480256"/>
                  </a:lnTo>
                  <a:lnTo>
                    <a:pt x="1377623" y="1480222"/>
                  </a:lnTo>
                  <a:lnTo>
                    <a:pt x="1377642" y="1480180"/>
                  </a:lnTo>
                  <a:lnTo>
                    <a:pt x="1377652" y="1480145"/>
                  </a:lnTo>
                  <a:lnTo>
                    <a:pt x="1377656" y="1480132"/>
                  </a:lnTo>
                  <a:lnTo>
                    <a:pt x="1377644" y="1480128"/>
                  </a:lnTo>
                  <a:lnTo>
                    <a:pt x="1377618" y="1480119"/>
                  </a:lnTo>
                  <a:lnTo>
                    <a:pt x="1377583" y="1480106"/>
                  </a:lnTo>
                  <a:lnTo>
                    <a:pt x="1377564" y="1480103"/>
                  </a:lnTo>
                  <a:lnTo>
                    <a:pt x="1377545" y="1480097"/>
                  </a:lnTo>
                  <a:lnTo>
                    <a:pt x="1377526" y="1480092"/>
                  </a:lnTo>
                  <a:lnTo>
                    <a:pt x="1377505" y="1480089"/>
                  </a:lnTo>
                  <a:lnTo>
                    <a:pt x="1377479" y="1480085"/>
                  </a:lnTo>
                  <a:lnTo>
                    <a:pt x="1377463" y="1480078"/>
                  </a:lnTo>
                  <a:lnTo>
                    <a:pt x="1377452" y="1480074"/>
                  </a:lnTo>
                  <a:lnTo>
                    <a:pt x="1377440" y="1480072"/>
                  </a:lnTo>
                  <a:lnTo>
                    <a:pt x="1377388" y="1480068"/>
                  </a:lnTo>
                  <a:lnTo>
                    <a:pt x="1377362" y="1480065"/>
                  </a:lnTo>
                  <a:lnTo>
                    <a:pt x="1377339" y="1480063"/>
                  </a:lnTo>
                  <a:lnTo>
                    <a:pt x="1377327" y="1480059"/>
                  </a:lnTo>
                  <a:lnTo>
                    <a:pt x="1377315" y="1480054"/>
                  </a:lnTo>
                  <a:lnTo>
                    <a:pt x="1377287" y="1480041"/>
                  </a:lnTo>
                  <a:lnTo>
                    <a:pt x="1377188" y="1479990"/>
                  </a:lnTo>
                  <a:lnTo>
                    <a:pt x="1377181" y="1479991"/>
                  </a:lnTo>
                  <a:lnTo>
                    <a:pt x="1377153" y="1480004"/>
                  </a:lnTo>
                  <a:lnTo>
                    <a:pt x="1377143" y="1480013"/>
                  </a:lnTo>
                  <a:lnTo>
                    <a:pt x="1377130" y="1480026"/>
                  </a:lnTo>
                  <a:lnTo>
                    <a:pt x="1377124" y="1480032"/>
                  </a:lnTo>
                  <a:lnTo>
                    <a:pt x="1377095" y="1480052"/>
                  </a:lnTo>
                  <a:lnTo>
                    <a:pt x="1377079" y="1480059"/>
                  </a:lnTo>
                  <a:lnTo>
                    <a:pt x="1377071" y="1480062"/>
                  </a:lnTo>
                  <a:lnTo>
                    <a:pt x="1377061" y="1480067"/>
                  </a:lnTo>
                  <a:lnTo>
                    <a:pt x="1377044" y="1480076"/>
                  </a:lnTo>
                  <a:lnTo>
                    <a:pt x="1377034" y="1480084"/>
                  </a:lnTo>
                  <a:lnTo>
                    <a:pt x="1377022" y="1480092"/>
                  </a:lnTo>
                  <a:lnTo>
                    <a:pt x="1377011" y="1480100"/>
                  </a:lnTo>
                  <a:lnTo>
                    <a:pt x="1376994" y="1480105"/>
                  </a:lnTo>
                  <a:lnTo>
                    <a:pt x="1376978" y="1480112"/>
                  </a:lnTo>
                  <a:lnTo>
                    <a:pt x="1376964" y="1480125"/>
                  </a:lnTo>
                  <a:lnTo>
                    <a:pt x="1376955" y="1480133"/>
                  </a:lnTo>
                  <a:lnTo>
                    <a:pt x="1376944" y="1480146"/>
                  </a:lnTo>
                  <a:lnTo>
                    <a:pt x="1376932" y="1480141"/>
                  </a:lnTo>
                  <a:lnTo>
                    <a:pt x="1376917" y="1480134"/>
                  </a:lnTo>
                  <a:lnTo>
                    <a:pt x="1376897" y="1480124"/>
                  </a:lnTo>
                  <a:lnTo>
                    <a:pt x="1376882" y="1480117"/>
                  </a:lnTo>
                  <a:lnTo>
                    <a:pt x="1376859" y="1480106"/>
                  </a:lnTo>
                  <a:lnTo>
                    <a:pt x="1376854" y="1480103"/>
                  </a:lnTo>
                  <a:lnTo>
                    <a:pt x="1376839" y="1480096"/>
                  </a:lnTo>
                  <a:lnTo>
                    <a:pt x="1376828" y="1480088"/>
                  </a:lnTo>
                  <a:lnTo>
                    <a:pt x="1376811" y="1480077"/>
                  </a:lnTo>
                  <a:lnTo>
                    <a:pt x="1376802" y="1480071"/>
                  </a:lnTo>
                  <a:lnTo>
                    <a:pt x="1376791" y="1480063"/>
                  </a:lnTo>
                  <a:lnTo>
                    <a:pt x="1376778" y="1480053"/>
                  </a:lnTo>
                  <a:lnTo>
                    <a:pt x="1376767" y="1480045"/>
                  </a:lnTo>
                  <a:lnTo>
                    <a:pt x="1376756" y="1480036"/>
                  </a:lnTo>
                  <a:lnTo>
                    <a:pt x="1376748" y="1480023"/>
                  </a:lnTo>
                  <a:lnTo>
                    <a:pt x="1376744" y="1480014"/>
                  </a:lnTo>
                  <a:lnTo>
                    <a:pt x="1376726" y="1479973"/>
                  </a:lnTo>
                  <a:lnTo>
                    <a:pt x="1376724" y="1479957"/>
                  </a:lnTo>
                  <a:lnTo>
                    <a:pt x="1376725" y="1479948"/>
                  </a:lnTo>
                  <a:lnTo>
                    <a:pt x="1376732" y="1479938"/>
                  </a:lnTo>
                  <a:lnTo>
                    <a:pt x="1376740" y="1479932"/>
                  </a:lnTo>
                  <a:lnTo>
                    <a:pt x="1376745" y="1479923"/>
                  </a:lnTo>
                  <a:lnTo>
                    <a:pt x="1376745" y="1479915"/>
                  </a:lnTo>
                  <a:lnTo>
                    <a:pt x="1376741" y="1479906"/>
                  </a:lnTo>
                  <a:lnTo>
                    <a:pt x="1376732" y="1479902"/>
                  </a:lnTo>
                  <a:lnTo>
                    <a:pt x="1376720" y="1479900"/>
                  </a:lnTo>
                  <a:lnTo>
                    <a:pt x="1376705" y="1479898"/>
                  </a:lnTo>
                  <a:lnTo>
                    <a:pt x="1376695" y="1479898"/>
                  </a:lnTo>
                  <a:lnTo>
                    <a:pt x="1376680" y="1479901"/>
                  </a:lnTo>
                  <a:lnTo>
                    <a:pt x="1376664" y="1479906"/>
                  </a:lnTo>
                  <a:lnTo>
                    <a:pt x="1376654" y="1479911"/>
                  </a:lnTo>
                  <a:lnTo>
                    <a:pt x="1376644" y="1479918"/>
                  </a:lnTo>
                  <a:lnTo>
                    <a:pt x="1376633" y="1479915"/>
                  </a:lnTo>
                  <a:lnTo>
                    <a:pt x="1376623" y="1479909"/>
                  </a:lnTo>
                  <a:lnTo>
                    <a:pt x="1376613" y="1479902"/>
                  </a:lnTo>
                  <a:lnTo>
                    <a:pt x="1376600" y="1479893"/>
                  </a:lnTo>
                  <a:lnTo>
                    <a:pt x="1376589" y="1479888"/>
                  </a:lnTo>
                  <a:lnTo>
                    <a:pt x="1376580" y="1479890"/>
                  </a:lnTo>
                  <a:lnTo>
                    <a:pt x="1376570" y="1479893"/>
                  </a:lnTo>
                  <a:lnTo>
                    <a:pt x="1376562" y="1479903"/>
                  </a:lnTo>
                  <a:lnTo>
                    <a:pt x="1376545" y="1479913"/>
                  </a:lnTo>
                  <a:lnTo>
                    <a:pt x="1376527" y="1479923"/>
                  </a:lnTo>
                  <a:lnTo>
                    <a:pt x="1376518" y="1479926"/>
                  </a:lnTo>
                  <a:lnTo>
                    <a:pt x="1376508" y="1479926"/>
                  </a:lnTo>
                  <a:lnTo>
                    <a:pt x="1376498" y="1479926"/>
                  </a:lnTo>
                  <a:lnTo>
                    <a:pt x="1376494" y="1479920"/>
                  </a:lnTo>
                  <a:lnTo>
                    <a:pt x="1376488" y="1479909"/>
                  </a:lnTo>
                  <a:lnTo>
                    <a:pt x="1376482" y="1479899"/>
                  </a:lnTo>
                  <a:lnTo>
                    <a:pt x="1376477" y="1479891"/>
                  </a:lnTo>
                  <a:lnTo>
                    <a:pt x="1376482" y="1479878"/>
                  </a:lnTo>
                  <a:lnTo>
                    <a:pt x="1376487" y="1479866"/>
                  </a:lnTo>
                  <a:lnTo>
                    <a:pt x="1376490" y="1479858"/>
                  </a:lnTo>
                  <a:lnTo>
                    <a:pt x="1376494" y="1479847"/>
                  </a:lnTo>
                  <a:lnTo>
                    <a:pt x="1376496" y="1479814"/>
                  </a:lnTo>
                  <a:lnTo>
                    <a:pt x="1376495" y="1479807"/>
                  </a:lnTo>
                  <a:lnTo>
                    <a:pt x="1376491" y="1479802"/>
                  </a:lnTo>
                  <a:lnTo>
                    <a:pt x="1376478" y="1479791"/>
                  </a:lnTo>
                  <a:lnTo>
                    <a:pt x="1376461" y="1479774"/>
                  </a:lnTo>
                  <a:lnTo>
                    <a:pt x="1376453" y="1479765"/>
                  </a:lnTo>
                  <a:lnTo>
                    <a:pt x="1376427" y="1479735"/>
                  </a:lnTo>
                  <a:lnTo>
                    <a:pt x="1376418" y="1479724"/>
                  </a:lnTo>
                  <a:lnTo>
                    <a:pt x="1376419" y="1479708"/>
                  </a:lnTo>
                  <a:lnTo>
                    <a:pt x="1376418" y="1479702"/>
                  </a:lnTo>
                  <a:lnTo>
                    <a:pt x="1376414" y="1479696"/>
                  </a:lnTo>
                  <a:lnTo>
                    <a:pt x="1376405" y="1479684"/>
                  </a:lnTo>
                  <a:lnTo>
                    <a:pt x="1376399" y="1479675"/>
                  </a:lnTo>
                  <a:lnTo>
                    <a:pt x="1376393" y="1479662"/>
                  </a:lnTo>
                  <a:lnTo>
                    <a:pt x="1376387" y="1479648"/>
                  </a:lnTo>
                  <a:lnTo>
                    <a:pt x="1376379" y="1479636"/>
                  </a:lnTo>
                  <a:lnTo>
                    <a:pt x="1376366" y="1479617"/>
                  </a:lnTo>
                  <a:lnTo>
                    <a:pt x="1376359" y="1479610"/>
                  </a:lnTo>
                  <a:lnTo>
                    <a:pt x="1376350" y="1479605"/>
                  </a:lnTo>
                  <a:lnTo>
                    <a:pt x="1376336" y="1479600"/>
                  </a:lnTo>
                  <a:lnTo>
                    <a:pt x="1376325" y="1479596"/>
                  </a:lnTo>
                  <a:lnTo>
                    <a:pt x="1376340" y="1479591"/>
                  </a:lnTo>
                  <a:lnTo>
                    <a:pt x="1376351" y="1479585"/>
                  </a:lnTo>
                  <a:lnTo>
                    <a:pt x="1376363" y="1479580"/>
                  </a:lnTo>
                  <a:lnTo>
                    <a:pt x="1376375" y="1479575"/>
                  </a:lnTo>
                  <a:lnTo>
                    <a:pt x="1376383" y="1479569"/>
                  </a:lnTo>
                  <a:lnTo>
                    <a:pt x="1376394" y="1479559"/>
                  </a:lnTo>
                  <a:lnTo>
                    <a:pt x="1376403" y="1479549"/>
                  </a:lnTo>
                  <a:lnTo>
                    <a:pt x="1376412" y="1479541"/>
                  </a:lnTo>
                  <a:lnTo>
                    <a:pt x="1376418" y="1479535"/>
                  </a:lnTo>
                  <a:lnTo>
                    <a:pt x="1376423" y="1479482"/>
                  </a:lnTo>
                  <a:lnTo>
                    <a:pt x="1376424" y="1479469"/>
                  </a:lnTo>
                  <a:lnTo>
                    <a:pt x="1376429" y="1479424"/>
                  </a:lnTo>
                  <a:lnTo>
                    <a:pt x="1376422" y="1479356"/>
                  </a:lnTo>
                  <a:lnTo>
                    <a:pt x="1376421" y="1479342"/>
                  </a:lnTo>
                  <a:lnTo>
                    <a:pt x="1376425" y="1479219"/>
                  </a:lnTo>
                  <a:lnTo>
                    <a:pt x="1376421" y="1479191"/>
                  </a:lnTo>
                  <a:lnTo>
                    <a:pt x="1376419" y="1479179"/>
                  </a:lnTo>
                  <a:lnTo>
                    <a:pt x="1376422" y="1479171"/>
                  </a:lnTo>
                  <a:lnTo>
                    <a:pt x="1376434" y="1479162"/>
                  </a:lnTo>
                  <a:lnTo>
                    <a:pt x="1376448" y="1479150"/>
                  </a:lnTo>
                  <a:lnTo>
                    <a:pt x="1376453" y="1479138"/>
                  </a:lnTo>
                  <a:lnTo>
                    <a:pt x="1376451" y="1479127"/>
                  </a:lnTo>
                  <a:lnTo>
                    <a:pt x="1376441" y="1479094"/>
                  </a:lnTo>
                  <a:lnTo>
                    <a:pt x="1376439" y="1479083"/>
                  </a:lnTo>
                  <a:lnTo>
                    <a:pt x="1376435" y="1479060"/>
                  </a:lnTo>
                  <a:lnTo>
                    <a:pt x="1376428" y="1479053"/>
                  </a:lnTo>
                  <a:lnTo>
                    <a:pt x="1376419" y="1479050"/>
                  </a:lnTo>
                  <a:lnTo>
                    <a:pt x="1376410" y="1479050"/>
                  </a:lnTo>
                  <a:lnTo>
                    <a:pt x="1376376" y="1479067"/>
                  </a:lnTo>
                  <a:lnTo>
                    <a:pt x="1376333" y="1479078"/>
                  </a:lnTo>
                  <a:lnTo>
                    <a:pt x="1376322" y="1479085"/>
                  </a:lnTo>
                  <a:lnTo>
                    <a:pt x="1376311" y="1479090"/>
                  </a:lnTo>
                  <a:lnTo>
                    <a:pt x="1376302" y="1479094"/>
                  </a:lnTo>
                  <a:lnTo>
                    <a:pt x="1376293" y="1479099"/>
                  </a:lnTo>
                  <a:lnTo>
                    <a:pt x="1376288" y="1479100"/>
                  </a:lnTo>
                  <a:lnTo>
                    <a:pt x="1376278" y="1479098"/>
                  </a:lnTo>
                  <a:lnTo>
                    <a:pt x="1376266" y="1479095"/>
                  </a:lnTo>
                  <a:lnTo>
                    <a:pt x="1376260" y="1479090"/>
                  </a:lnTo>
                  <a:lnTo>
                    <a:pt x="1376252" y="1479084"/>
                  </a:lnTo>
                  <a:lnTo>
                    <a:pt x="1376224" y="1479063"/>
                  </a:lnTo>
                  <a:lnTo>
                    <a:pt x="1376208" y="1479043"/>
                  </a:lnTo>
                  <a:lnTo>
                    <a:pt x="1376196" y="1479022"/>
                  </a:lnTo>
                  <a:lnTo>
                    <a:pt x="1376184" y="1478977"/>
                  </a:lnTo>
                  <a:lnTo>
                    <a:pt x="1376178" y="1478949"/>
                  </a:lnTo>
                  <a:lnTo>
                    <a:pt x="1376167" y="1478937"/>
                  </a:lnTo>
                  <a:lnTo>
                    <a:pt x="1376114" y="1478911"/>
                  </a:lnTo>
                  <a:lnTo>
                    <a:pt x="1376091" y="1478896"/>
                  </a:lnTo>
                  <a:lnTo>
                    <a:pt x="1376087" y="1478886"/>
                  </a:lnTo>
                  <a:lnTo>
                    <a:pt x="1376094" y="1478875"/>
                  </a:lnTo>
                  <a:lnTo>
                    <a:pt x="1376119" y="1478854"/>
                  </a:lnTo>
                  <a:lnTo>
                    <a:pt x="1376125" y="1478839"/>
                  </a:lnTo>
                  <a:lnTo>
                    <a:pt x="1376131" y="1478826"/>
                  </a:lnTo>
                  <a:lnTo>
                    <a:pt x="1376135" y="1478812"/>
                  </a:lnTo>
                  <a:lnTo>
                    <a:pt x="1376139" y="1478801"/>
                  </a:lnTo>
                  <a:lnTo>
                    <a:pt x="1376143" y="1478793"/>
                  </a:lnTo>
                  <a:lnTo>
                    <a:pt x="1376148" y="1478784"/>
                  </a:lnTo>
                  <a:lnTo>
                    <a:pt x="1376155" y="1478778"/>
                  </a:lnTo>
                  <a:lnTo>
                    <a:pt x="1376168" y="1478770"/>
                  </a:lnTo>
                  <a:lnTo>
                    <a:pt x="1376177" y="1478764"/>
                  </a:lnTo>
                  <a:lnTo>
                    <a:pt x="1376185" y="1478757"/>
                  </a:lnTo>
                  <a:lnTo>
                    <a:pt x="1376194" y="1478748"/>
                  </a:lnTo>
                  <a:lnTo>
                    <a:pt x="1376200" y="1478739"/>
                  </a:lnTo>
                  <a:lnTo>
                    <a:pt x="1376191" y="1478737"/>
                  </a:lnTo>
                  <a:lnTo>
                    <a:pt x="1376175" y="1478735"/>
                  </a:lnTo>
                  <a:lnTo>
                    <a:pt x="1376157" y="1478733"/>
                  </a:lnTo>
                  <a:lnTo>
                    <a:pt x="1376132" y="1478733"/>
                  </a:lnTo>
                  <a:lnTo>
                    <a:pt x="1376119" y="1478727"/>
                  </a:lnTo>
                  <a:lnTo>
                    <a:pt x="1376114" y="1478725"/>
                  </a:lnTo>
                  <a:lnTo>
                    <a:pt x="1376086" y="1478719"/>
                  </a:lnTo>
                  <a:lnTo>
                    <a:pt x="1376075" y="1478710"/>
                  </a:lnTo>
                  <a:lnTo>
                    <a:pt x="1376075" y="1478689"/>
                  </a:lnTo>
                  <a:lnTo>
                    <a:pt x="1376086" y="1478645"/>
                  </a:lnTo>
                  <a:lnTo>
                    <a:pt x="1376086" y="1478624"/>
                  </a:lnTo>
                  <a:lnTo>
                    <a:pt x="1376077" y="1478604"/>
                  </a:lnTo>
                  <a:lnTo>
                    <a:pt x="1376063" y="1478592"/>
                  </a:lnTo>
                  <a:lnTo>
                    <a:pt x="1376043" y="1478576"/>
                  </a:lnTo>
                  <a:lnTo>
                    <a:pt x="1376031" y="1478573"/>
                  </a:lnTo>
                  <a:lnTo>
                    <a:pt x="1376015" y="1478568"/>
                  </a:lnTo>
                  <a:lnTo>
                    <a:pt x="1375999" y="1478563"/>
                  </a:lnTo>
                  <a:lnTo>
                    <a:pt x="1375981" y="1478557"/>
                  </a:lnTo>
                  <a:lnTo>
                    <a:pt x="1375966" y="1478552"/>
                  </a:lnTo>
                  <a:lnTo>
                    <a:pt x="1375952" y="1478553"/>
                  </a:lnTo>
                  <a:lnTo>
                    <a:pt x="1375927" y="1478556"/>
                  </a:lnTo>
                  <a:lnTo>
                    <a:pt x="1375907" y="1478557"/>
                  </a:lnTo>
                  <a:lnTo>
                    <a:pt x="1375895" y="1478558"/>
                  </a:lnTo>
                  <a:lnTo>
                    <a:pt x="1375884" y="1478559"/>
                  </a:lnTo>
                  <a:lnTo>
                    <a:pt x="1375863" y="1478560"/>
                  </a:lnTo>
                  <a:lnTo>
                    <a:pt x="1375835" y="1478550"/>
                  </a:lnTo>
                  <a:lnTo>
                    <a:pt x="1375816" y="1478537"/>
                  </a:lnTo>
                  <a:lnTo>
                    <a:pt x="1375812" y="1478533"/>
                  </a:lnTo>
                  <a:lnTo>
                    <a:pt x="1375802" y="1478490"/>
                  </a:lnTo>
                  <a:lnTo>
                    <a:pt x="1375798" y="1478485"/>
                  </a:lnTo>
                  <a:lnTo>
                    <a:pt x="1375783" y="1478482"/>
                  </a:lnTo>
                  <a:lnTo>
                    <a:pt x="1375779" y="1478479"/>
                  </a:lnTo>
                  <a:lnTo>
                    <a:pt x="1375771" y="1478470"/>
                  </a:lnTo>
                  <a:lnTo>
                    <a:pt x="1375762" y="1478461"/>
                  </a:lnTo>
                  <a:lnTo>
                    <a:pt x="1375752" y="1478451"/>
                  </a:lnTo>
                  <a:lnTo>
                    <a:pt x="1375745" y="1478445"/>
                  </a:lnTo>
                  <a:lnTo>
                    <a:pt x="1375731" y="1478430"/>
                  </a:lnTo>
                  <a:lnTo>
                    <a:pt x="1375719" y="1478407"/>
                  </a:lnTo>
                  <a:lnTo>
                    <a:pt x="1375707" y="1478387"/>
                  </a:lnTo>
                  <a:lnTo>
                    <a:pt x="1375696" y="1478378"/>
                  </a:lnTo>
                  <a:lnTo>
                    <a:pt x="1375682" y="1478371"/>
                  </a:lnTo>
                  <a:lnTo>
                    <a:pt x="1375669" y="1478353"/>
                  </a:lnTo>
                  <a:lnTo>
                    <a:pt x="1375659" y="1478303"/>
                  </a:lnTo>
                  <a:lnTo>
                    <a:pt x="1375650" y="1478277"/>
                  </a:lnTo>
                  <a:lnTo>
                    <a:pt x="1375637" y="1478268"/>
                  </a:lnTo>
                  <a:lnTo>
                    <a:pt x="1375623" y="1478247"/>
                  </a:lnTo>
                  <a:lnTo>
                    <a:pt x="1375611" y="1478228"/>
                  </a:lnTo>
                  <a:lnTo>
                    <a:pt x="1375610" y="1478219"/>
                  </a:lnTo>
                  <a:lnTo>
                    <a:pt x="1375603" y="1478217"/>
                  </a:lnTo>
                  <a:lnTo>
                    <a:pt x="1375577" y="1478236"/>
                  </a:lnTo>
                  <a:lnTo>
                    <a:pt x="1375571" y="1478248"/>
                  </a:lnTo>
                  <a:lnTo>
                    <a:pt x="1375555" y="1478280"/>
                  </a:lnTo>
                  <a:lnTo>
                    <a:pt x="1375541" y="1478312"/>
                  </a:lnTo>
                  <a:lnTo>
                    <a:pt x="1375537" y="1478319"/>
                  </a:lnTo>
                  <a:lnTo>
                    <a:pt x="1375537" y="1478336"/>
                  </a:lnTo>
                  <a:lnTo>
                    <a:pt x="1375540" y="1478351"/>
                  </a:lnTo>
                  <a:lnTo>
                    <a:pt x="1375544" y="1478357"/>
                  </a:lnTo>
                  <a:lnTo>
                    <a:pt x="1375551" y="1478372"/>
                  </a:lnTo>
                  <a:lnTo>
                    <a:pt x="1375554" y="1478378"/>
                  </a:lnTo>
                  <a:lnTo>
                    <a:pt x="1375564" y="1478440"/>
                  </a:lnTo>
                  <a:lnTo>
                    <a:pt x="1375575" y="1478458"/>
                  </a:lnTo>
                  <a:lnTo>
                    <a:pt x="1375614" y="1478525"/>
                  </a:lnTo>
                  <a:lnTo>
                    <a:pt x="1375621" y="1478557"/>
                  </a:lnTo>
                  <a:lnTo>
                    <a:pt x="1375647" y="1478624"/>
                  </a:lnTo>
                  <a:lnTo>
                    <a:pt x="1375651" y="1478647"/>
                  </a:lnTo>
                  <a:lnTo>
                    <a:pt x="1375654" y="1478657"/>
                  </a:lnTo>
                  <a:lnTo>
                    <a:pt x="1375655" y="1478670"/>
                  </a:lnTo>
                  <a:lnTo>
                    <a:pt x="1375497" y="1478612"/>
                  </a:lnTo>
                  <a:lnTo>
                    <a:pt x="1375465" y="1478602"/>
                  </a:lnTo>
                  <a:lnTo>
                    <a:pt x="1375452" y="1478598"/>
                  </a:lnTo>
                  <a:lnTo>
                    <a:pt x="1375439" y="1478598"/>
                  </a:lnTo>
                  <a:lnTo>
                    <a:pt x="1375419" y="1478600"/>
                  </a:lnTo>
                  <a:lnTo>
                    <a:pt x="1375385" y="1478599"/>
                  </a:lnTo>
                  <a:lnTo>
                    <a:pt x="1375334" y="1478599"/>
                  </a:lnTo>
                  <a:lnTo>
                    <a:pt x="1375302" y="1478601"/>
                  </a:lnTo>
                  <a:lnTo>
                    <a:pt x="1375286" y="1478599"/>
                  </a:lnTo>
                  <a:lnTo>
                    <a:pt x="1375263" y="1478592"/>
                  </a:lnTo>
                  <a:lnTo>
                    <a:pt x="1375253" y="1478591"/>
                  </a:lnTo>
                  <a:lnTo>
                    <a:pt x="1375239" y="1478602"/>
                  </a:lnTo>
                  <a:lnTo>
                    <a:pt x="1375228" y="1478607"/>
                  </a:lnTo>
                  <a:lnTo>
                    <a:pt x="1375206" y="1478617"/>
                  </a:lnTo>
                  <a:lnTo>
                    <a:pt x="1375191" y="1478619"/>
                  </a:lnTo>
                  <a:lnTo>
                    <a:pt x="1375182" y="1478619"/>
                  </a:lnTo>
                  <a:lnTo>
                    <a:pt x="1375155" y="1478633"/>
                  </a:lnTo>
                  <a:lnTo>
                    <a:pt x="1375142" y="1478656"/>
                  </a:lnTo>
                  <a:lnTo>
                    <a:pt x="1375138" y="1478670"/>
                  </a:lnTo>
                  <a:lnTo>
                    <a:pt x="1375129" y="1478682"/>
                  </a:lnTo>
                  <a:lnTo>
                    <a:pt x="1375118" y="1478689"/>
                  </a:lnTo>
                  <a:lnTo>
                    <a:pt x="1375109" y="1478690"/>
                  </a:lnTo>
                  <a:lnTo>
                    <a:pt x="1375103" y="1478689"/>
                  </a:lnTo>
                  <a:lnTo>
                    <a:pt x="1375098" y="1478685"/>
                  </a:lnTo>
                  <a:lnTo>
                    <a:pt x="1375089" y="1478676"/>
                  </a:lnTo>
                  <a:lnTo>
                    <a:pt x="1375071" y="1478657"/>
                  </a:lnTo>
                  <a:lnTo>
                    <a:pt x="1375045" y="1478643"/>
                  </a:lnTo>
                  <a:lnTo>
                    <a:pt x="1375019" y="1478645"/>
                  </a:lnTo>
                  <a:lnTo>
                    <a:pt x="1374998" y="1478643"/>
                  </a:lnTo>
                  <a:lnTo>
                    <a:pt x="1374981" y="1478643"/>
                  </a:lnTo>
                  <a:lnTo>
                    <a:pt x="1374966" y="1478644"/>
                  </a:lnTo>
                  <a:lnTo>
                    <a:pt x="1374961" y="1478645"/>
                  </a:lnTo>
                  <a:lnTo>
                    <a:pt x="1374945" y="1478648"/>
                  </a:lnTo>
                  <a:lnTo>
                    <a:pt x="1374930" y="1478652"/>
                  </a:lnTo>
                  <a:lnTo>
                    <a:pt x="1374913" y="1478650"/>
                  </a:lnTo>
                  <a:lnTo>
                    <a:pt x="1374882" y="1478648"/>
                  </a:lnTo>
                  <a:lnTo>
                    <a:pt x="1374833" y="1478647"/>
                  </a:lnTo>
                  <a:lnTo>
                    <a:pt x="1374808" y="1478647"/>
                  </a:lnTo>
                  <a:lnTo>
                    <a:pt x="1374777" y="1478645"/>
                  </a:lnTo>
                  <a:lnTo>
                    <a:pt x="1374748" y="1478645"/>
                  </a:lnTo>
                  <a:lnTo>
                    <a:pt x="1374711" y="1478642"/>
                  </a:lnTo>
                  <a:lnTo>
                    <a:pt x="1374684" y="1478637"/>
                  </a:lnTo>
                  <a:lnTo>
                    <a:pt x="1374671" y="1478634"/>
                  </a:lnTo>
                  <a:lnTo>
                    <a:pt x="1374655" y="1478633"/>
                  </a:lnTo>
                  <a:lnTo>
                    <a:pt x="1374617" y="1478626"/>
                  </a:lnTo>
                  <a:lnTo>
                    <a:pt x="1374595" y="1478624"/>
                  </a:lnTo>
                  <a:lnTo>
                    <a:pt x="1374570" y="1478617"/>
                  </a:lnTo>
                  <a:lnTo>
                    <a:pt x="1374546" y="1478611"/>
                  </a:lnTo>
                  <a:lnTo>
                    <a:pt x="1374511" y="1478609"/>
                  </a:lnTo>
                  <a:lnTo>
                    <a:pt x="1374477" y="1478599"/>
                  </a:lnTo>
                  <a:lnTo>
                    <a:pt x="1374434" y="1478593"/>
                  </a:lnTo>
                  <a:lnTo>
                    <a:pt x="1374399" y="1478591"/>
                  </a:lnTo>
                  <a:lnTo>
                    <a:pt x="1374384" y="1478586"/>
                  </a:lnTo>
                  <a:lnTo>
                    <a:pt x="1374370" y="1478577"/>
                  </a:lnTo>
                  <a:lnTo>
                    <a:pt x="1374324" y="1478552"/>
                  </a:lnTo>
                  <a:lnTo>
                    <a:pt x="1374307" y="1478547"/>
                  </a:lnTo>
                  <a:lnTo>
                    <a:pt x="1374281" y="1478560"/>
                  </a:lnTo>
                  <a:lnTo>
                    <a:pt x="1374267" y="1478570"/>
                  </a:lnTo>
                  <a:lnTo>
                    <a:pt x="1374257" y="1478597"/>
                  </a:lnTo>
                  <a:lnTo>
                    <a:pt x="1374246" y="1478629"/>
                  </a:lnTo>
                  <a:lnTo>
                    <a:pt x="1374243" y="1478635"/>
                  </a:lnTo>
                  <a:lnTo>
                    <a:pt x="1374235" y="1478650"/>
                  </a:lnTo>
                  <a:lnTo>
                    <a:pt x="1374226" y="1478654"/>
                  </a:lnTo>
                  <a:lnTo>
                    <a:pt x="1374217" y="1478642"/>
                  </a:lnTo>
                  <a:lnTo>
                    <a:pt x="1374201" y="1478636"/>
                  </a:lnTo>
                  <a:lnTo>
                    <a:pt x="1374186" y="1478637"/>
                  </a:lnTo>
                  <a:lnTo>
                    <a:pt x="1374173" y="1478637"/>
                  </a:lnTo>
                  <a:lnTo>
                    <a:pt x="1374162" y="1478639"/>
                  </a:lnTo>
                  <a:lnTo>
                    <a:pt x="1374146" y="1478645"/>
                  </a:lnTo>
                  <a:lnTo>
                    <a:pt x="1374127" y="1478652"/>
                  </a:lnTo>
                  <a:lnTo>
                    <a:pt x="1374118" y="1478657"/>
                  </a:lnTo>
                  <a:lnTo>
                    <a:pt x="1374107" y="1478660"/>
                  </a:lnTo>
                  <a:lnTo>
                    <a:pt x="1374093" y="1478654"/>
                  </a:lnTo>
                  <a:lnTo>
                    <a:pt x="1374090" y="1478641"/>
                  </a:lnTo>
                  <a:lnTo>
                    <a:pt x="1374088" y="1478614"/>
                  </a:lnTo>
                  <a:lnTo>
                    <a:pt x="1374088" y="1478586"/>
                  </a:lnTo>
                  <a:lnTo>
                    <a:pt x="1374088" y="1478559"/>
                  </a:lnTo>
                  <a:lnTo>
                    <a:pt x="1374090" y="1478541"/>
                  </a:lnTo>
                  <a:lnTo>
                    <a:pt x="1374085" y="1478528"/>
                  </a:lnTo>
                  <a:lnTo>
                    <a:pt x="1374077" y="1478506"/>
                  </a:lnTo>
                  <a:lnTo>
                    <a:pt x="1374065" y="1478503"/>
                  </a:lnTo>
                  <a:lnTo>
                    <a:pt x="1374044" y="1478498"/>
                  </a:lnTo>
                  <a:lnTo>
                    <a:pt x="1374024" y="1478499"/>
                  </a:lnTo>
                  <a:lnTo>
                    <a:pt x="1374005" y="1478500"/>
                  </a:lnTo>
                  <a:lnTo>
                    <a:pt x="1373989" y="1478492"/>
                  </a:lnTo>
                  <a:lnTo>
                    <a:pt x="1373974" y="1478487"/>
                  </a:lnTo>
                  <a:lnTo>
                    <a:pt x="1373963" y="1478487"/>
                  </a:lnTo>
                  <a:lnTo>
                    <a:pt x="1373937" y="1478470"/>
                  </a:lnTo>
                  <a:lnTo>
                    <a:pt x="1373909" y="1478453"/>
                  </a:lnTo>
                  <a:lnTo>
                    <a:pt x="1373886" y="1478443"/>
                  </a:lnTo>
                  <a:lnTo>
                    <a:pt x="1373870" y="1478435"/>
                  </a:lnTo>
                  <a:lnTo>
                    <a:pt x="1373849" y="1478427"/>
                  </a:lnTo>
                  <a:lnTo>
                    <a:pt x="1373840" y="1478418"/>
                  </a:lnTo>
                  <a:lnTo>
                    <a:pt x="1373838" y="1478414"/>
                  </a:lnTo>
                  <a:lnTo>
                    <a:pt x="1373838" y="1478405"/>
                  </a:lnTo>
                  <a:lnTo>
                    <a:pt x="1373828" y="1478391"/>
                  </a:lnTo>
                  <a:lnTo>
                    <a:pt x="1373820" y="1478386"/>
                  </a:lnTo>
                  <a:lnTo>
                    <a:pt x="1373809" y="1478384"/>
                  </a:lnTo>
                  <a:lnTo>
                    <a:pt x="1373800" y="1478387"/>
                  </a:lnTo>
                  <a:lnTo>
                    <a:pt x="1373791" y="1478394"/>
                  </a:lnTo>
                  <a:lnTo>
                    <a:pt x="1373773" y="1478400"/>
                  </a:lnTo>
                  <a:lnTo>
                    <a:pt x="1373759" y="1478399"/>
                  </a:lnTo>
                  <a:lnTo>
                    <a:pt x="1373749" y="1478395"/>
                  </a:lnTo>
                  <a:lnTo>
                    <a:pt x="1373745" y="1478388"/>
                  </a:lnTo>
                  <a:lnTo>
                    <a:pt x="1373742" y="1478376"/>
                  </a:lnTo>
                  <a:lnTo>
                    <a:pt x="1373733" y="1478357"/>
                  </a:lnTo>
                  <a:lnTo>
                    <a:pt x="1373725" y="1478342"/>
                  </a:lnTo>
                  <a:lnTo>
                    <a:pt x="1373713" y="1478331"/>
                  </a:lnTo>
                  <a:lnTo>
                    <a:pt x="1373702" y="1478330"/>
                  </a:lnTo>
                  <a:lnTo>
                    <a:pt x="1373692" y="1478334"/>
                  </a:lnTo>
                  <a:lnTo>
                    <a:pt x="1373680" y="1478344"/>
                  </a:lnTo>
                  <a:lnTo>
                    <a:pt x="1373675" y="1478346"/>
                  </a:lnTo>
                  <a:lnTo>
                    <a:pt x="1373665" y="1478351"/>
                  </a:lnTo>
                  <a:lnTo>
                    <a:pt x="1373646" y="1478348"/>
                  </a:lnTo>
                  <a:lnTo>
                    <a:pt x="1373641" y="1478336"/>
                  </a:lnTo>
                  <a:lnTo>
                    <a:pt x="1373636" y="1478321"/>
                  </a:lnTo>
                  <a:lnTo>
                    <a:pt x="1373631" y="1478295"/>
                  </a:lnTo>
                  <a:lnTo>
                    <a:pt x="1373632" y="1478280"/>
                  </a:lnTo>
                  <a:lnTo>
                    <a:pt x="1373630" y="1478261"/>
                  </a:lnTo>
                  <a:lnTo>
                    <a:pt x="1373623" y="1478250"/>
                  </a:lnTo>
                  <a:lnTo>
                    <a:pt x="1373609" y="1478234"/>
                  </a:lnTo>
                  <a:lnTo>
                    <a:pt x="1373594" y="1478225"/>
                  </a:lnTo>
                  <a:lnTo>
                    <a:pt x="1373580" y="1478224"/>
                  </a:lnTo>
                  <a:lnTo>
                    <a:pt x="1373574" y="1478225"/>
                  </a:lnTo>
                  <a:lnTo>
                    <a:pt x="1373548" y="1478233"/>
                  </a:lnTo>
                  <a:lnTo>
                    <a:pt x="1373535" y="1478235"/>
                  </a:lnTo>
                  <a:lnTo>
                    <a:pt x="1373522" y="1478232"/>
                  </a:lnTo>
                  <a:lnTo>
                    <a:pt x="1373508" y="1478223"/>
                  </a:lnTo>
                  <a:lnTo>
                    <a:pt x="1373513" y="1478208"/>
                  </a:lnTo>
                  <a:lnTo>
                    <a:pt x="1373524" y="1478183"/>
                  </a:lnTo>
                  <a:lnTo>
                    <a:pt x="1373524" y="1478165"/>
                  </a:lnTo>
                  <a:lnTo>
                    <a:pt x="1373518" y="1478145"/>
                  </a:lnTo>
                  <a:lnTo>
                    <a:pt x="1373509" y="1478140"/>
                  </a:lnTo>
                  <a:lnTo>
                    <a:pt x="1373495" y="1478087"/>
                  </a:lnTo>
                  <a:lnTo>
                    <a:pt x="1373464" y="1478058"/>
                  </a:lnTo>
                  <a:lnTo>
                    <a:pt x="1373431" y="1478054"/>
                  </a:lnTo>
                  <a:lnTo>
                    <a:pt x="1373414" y="1478053"/>
                  </a:lnTo>
                  <a:lnTo>
                    <a:pt x="1373388" y="1478053"/>
                  </a:lnTo>
                  <a:lnTo>
                    <a:pt x="1373380" y="1478053"/>
                  </a:lnTo>
                  <a:lnTo>
                    <a:pt x="1373353" y="1478054"/>
                  </a:lnTo>
                  <a:lnTo>
                    <a:pt x="1373309" y="1478048"/>
                  </a:lnTo>
                  <a:lnTo>
                    <a:pt x="1373281" y="1478046"/>
                  </a:lnTo>
                  <a:lnTo>
                    <a:pt x="1373253" y="1478047"/>
                  </a:lnTo>
                  <a:lnTo>
                    <a:pt x="1373245" y="1478046"/>
                  </a:lnTo>
                  <a:lnTo>
                    <a:pt x="1373224" y="1478051"/>
                  </a:lnTo>
                  <a:lnTo>
                    <a:pt x="1373209" y="1478054"/>
                  </a:lnTo>
                  <a:lnTo>
                    <a:pt x="1373196" y="1478056"/>
                  </a:lnTo>
                  <a:lnTo>
                    <a:pt x="1373182" y="1478055"/>
                  </a:lnTo>
                  <a:lnTo>
                    <a:pt x="1373160" y="1478066"/>
                  </a:lnTo>
                  <a:lnTo>
                    <a:pt x="1373144" y="1478056"/>
                  </a:lnTo>
                  <a:lnTo>
                    <a:pt x="1373121" y="1478030"/>
                  </a:lnTo>
                  <a:lnTo>
                    <a:pt x="1373092" y="1478013"/>
                  </a:lnTo>
                  <a:lnTo>
                    <a:pt x="1373050" y="1477989"/>
                  </a:lnTo>
                  <a:lnTo>
                    <a:pt x="1373033" y="1477961"/>
                  </a:lnTo>
                  <a:lnTo>
                    <a:pt x="1373017" y="1477937"/>
                  </a:lnTo>
                  <a:lnTo>
                    <a:pt x="1373010" y="1477930"/>
                  </a:lnTo>
                  <a:lnTo>
                    <a:pt x="1373006" y="1477927"/>
                  </a:lnTo>
                  <a:lnTo>
                    <a:pt x="1372999" y="1477918"/>
                  </a:lnTo>
                  <a:lnTo>
                    <a:pt x="1372996" y="1477910"/>
                  </a:lnTo>
                  <a:lnTo>
                    <a:pt x="1372982" y="1477880"/>
                  </a:lnTo>
                  <a:lnTo>
                    <a:pt x="1372969" y="1477862"/>
                  </a:lnTo>
                  <a:lnTo>
                    <a:pt x="1372973" y="1477847"/>
                  </a:lnTo>
                  <a:lnTo>
                    <a:pt x="1372975" y="1477838"/>
                  </a:lnTo>
                  <a:lnTo>
                    <a:pt x="1372974" y="1477832"/>
                  </a:lnTo>
                  <a:lnTo>
                    <a:pt x="1372974" y="1477822"/>
                  </a:lnTo>
                  <a:lnTo>
                    <a:pt x="1372970" y="1477813"/>
                  </a:lnTo>
                  <a:lnTo>
                    <a:pt x="1372966" y="1477810"/>
                  </a:lnTo>
                  <a:lnTo>
                    <a:pt x="1372933" y="1477789"/>
                  </a:lnTo>
                  <a:lnTo>
                    <a:pt x="1372897" y="1477759"/>
                  </a:lnTo>
                  <a:lnTo>
                    <a:pt x="1372867" y="1477750"/>
                  </a:lnTo>
                  <a:lnTo>
                    <a:pt x="1372860" y="1477746"/>
                  </a:lnTo>
                  <a:lnTo>
                    <a:pt x="1372846" y="1477744"/>
                  </a:lnTo>
                  <a:lnTo>
                    <a:pt x="1372821" y="1477721"/>
                  </a:lnTo>
                  <a:lnTo>
                    <a:pt x="1372760" y="1477697"/>
                  </a:lnTo>
                  <a:lnTo>
                    <a:pt x="1372720" y="1477696"/>
                  </a:lnTo>
                  <a:lnTo>
                    <a:pt x="1372669" y="1477720"/>
                  </a:lnTo>
                  <a:lnTo>
                    <a:pt x="1372653" y="1477727"/>
                  </a:lnTo>
                  <a:lnTo>
                    <a:pt x="1372616" y="1477736"/>
                  </a:lnTo>
                  <a:lnTo>
                    <a:pt x="1372585" y="1477744"/>
                  </a:lnTo>
                  <a:lnTo>
                    <a:pt x="1372572" y="1477743"/>
                  </a:lnTo>
                  <a:lnTo>
                    <a:pt x="1372564" y="1477743"/>
                  </a:lnTo>
                  <a:lnTo>
                    <a:pt x="1372549" y="1477743"/>
                  </a:lnTo>
                  <a:lnTo>
                    <a:pt x="1372534" y="1477744"/>
                  </a:lnTo>
                  <a:lnTo>
                    <a:pt x="1372520" y="1477747"/>
                  </a:lnTo>
                  <a:lnTo>
                    <a:pt x="1372508" y="1477753"/>
                  </a:lnTo>
                  <a:lnTo>
                    <a:pt x="1372492" y="1477758"/>
                  </a:lnTo>
                  <a:lnTo>
                    <a:pt x="1372483" y="1477761"/>
                  </a:lnTo>
                  <a:lnTo>
                    <a:pt x="1372477" y="1477761"/>
                  </a:lnTo>
                  <a:lnTo>
                    <a:pt x="1372465" y="1477760"/>
                  </a:lnTo>
                  <a:lnTo>
                    <a:pt x="1372451" y="1477757"/>
                  </a:lnTo>
                  <a:lnTo>
                    <a:pt x="1372438" y="1477755"/>
                  </a:lnTo>
                  <a:lnTo>
                    <a:pt x="1372428" y="1477757"/>
                  </a:lnTo>
                  <a:lnTo>
                    <a:pt x="1372416" y="1477760"/>
                  </a:lnTo>
                  <a:lnTo>
                    <a:pt x="1372399" y="1477766"/>
                  </a:lnTo>
                  <a:lnTo>
                    <a:pt x="1372388" y="1477770"/>
                  </a:lnTo>
                  <a:lnTo>
                    <a:pt x="1372376" y="1477775"/>
                  </a:lnTo>
                  <a:lnTo>
                    <a:pt x="1372363" y="1477776"/>
                  </a:lnTo>
                  <a:lnTo>
                    <a:pt x="1372355" y="1477776"/>
                  </a:lnTo>
                  <a:lnTo>
                    <a:pt x="1372321" y="1477769"/>
                  </a:lnTo>
                  <a:lnTo>
                    <a:pt x="1372263" y="1477774"/>
                  </a:lnTo>
                  <a:lnTo>
                    <a:pt x="1372212" y="1477814"/>
                  </a:lnTo>
                  <a:lnTo>
                    <a:pt x="1372201" y="1477859"/>
                  </a:lnTo>
                  <a:lnTo>
                    <a:pt x="1372202" y="1477868"/>
                  </a:lnTo>
                  <a:lnTo>
                    <a:pt x="1372191" y="1477904"/>
                  </a:lnTo>
                  <a:lnTo>
                    <a:pt x="1372192" y="1477918"/>
                  </a:lnTo>
                  <a:lnTo>
                    <a:pt x="1372191" y="1477929"/>
                  </a:lnTo>
                  <a:lnTo>
                    <a:pt x="1372185" y="1477939"/>
                  </a:lnTo>
                  <a:lnTo>
                    <a:pt x="1372185" y="1477945"/>
                  </a:lnTo>
                  <a:lnTo>
                    <a:pt x="1372185" y="1477953"/>
                  </a:lnTo>
                  <a:lnTo>
                    <a:pt x="1372181" y="1477961"/>
                  </a:lnTo>
                  <a:lnTo>
                    <a:pt x="1372176" y="1477970"/>
                  </a:lnTo>
                  <a:lnTo>
                    <a:pt x="1372168" y="1477979"/>
                  </a:lnTo>
                  <a:lnTo>
                    <a:pt x="1372164" y="1477987"/>
                  </a:lnTo>
                  <a:lnTo>
                    <a:pt x="1372160" y="1477997"/>
                  </a:lnTo>
                  <a:lnTo>
                    <a:pt x="1372158" y="1478013"/>
                  </a:lnTo>
                  <a:lnTo>
                    <a:pt x="1372158" y="1478023"/>
                  </a:lnTo>
                  <a:lnTo>
                    <a:pt x="1372160" y="1478047"/>
                  </a:lnTo>
                  <a:lnTo>
                    <a:pt x="1372140" y="1478054"/>
                  </a:lnTo>
                  <a:lnTo>
                    <a:pt x="1372132" y="1478053"/>
                  </a:lnTo>
                  <a:lnTo>
                    <a:pt x="1372125" y="1478051"/>
                  </a:lnTo>
                  <a:lnTo>
                    <a:pt x="1372118" y="1478047"/>
                  </a:lnTo>
                  <a:lnTo>
                    <a:pt x="1372113" y="1478048"/>
                  </a:lnTo>
                  <a:lnTo>
                    <a:pt x="1372110" y="1478052"/>
                  </a:lnTo>
                  <a:lnTo>
                    <a:pt x="1372105" y="1478054"/>
                  </a:lnTo>
                  <a:lnTo>
                    <a:pt x="1372097" y="1478055"/>
                  </a:lnTo>
                  <a:lnTo>
                    <a:pt x="1372091" y="1478054"/>
                  </a:lnTo>
                  <a:lnTo>
                    <a:pt x="1372085" y="1478053"/>
                  </a:lnTo>
                  <a:lnTo>
                    <a:pt x="1372081" y="1478055"/>
                  </a:lnTo>
                  <a:lnTo>
                    <a:pt x="1372074" y="1478060"/>
                  </a:lnTo>
                  <a:lnTo>
                    <a:pt x="1372074" y="1478088"/>
                  </a:lnTo>
                  <a:lnTo>
                    <a:pt x="1372077" y="1478106"/>
                  </a:lnTo>
                  <a:lnTo>
                    <a:pt x="1372078" y="1478118"/>
                  </a:lnTo>
                  <a:lnTo>
                    <a:pt x="1372078" y="1478132"/>
                  </a:lnTo>
                  <a:lnTo>
                    <a:pt x="1372076" y="1478141"/>
                  </a:lnTo>
                  <a:lnTo>
                    <a:pt x="1372074" y="1478149"/>
                  </a:lnTo>
                  <a:lnTo>
                    <a:pt x="1372068" y="1478155"/>
                  </a:lnTo>
                  <a:lnTo>
                    <a:pt x="1372063" y="1478161"/>
                  </a:lnTo>
                  <a:lnTo>
                    <a:pt x="1372059" y="1478169"/>
                  </a:lnTo>
                  <a:lnTo>
                    <a:pt x="1372058" y="1478182"/>
                  </a:lnTo>
                  <a:lnTo>
                    <a:pt x="1372057" y="1478193"/>
                  </a:lnTo>
                  <a:lnTo>
                    <a:pt x="1372058" y="1478202"/>
                  </a:lnTo>
                  <a:lnTo>
                    <a:pt x="1372058" y="1478215"/>
                  </a:lnTo>
                  <a:lnTo>
                    <a:pt x="1372042" y="1478223"/>
                  </a:lnTo>
                  <a:lnTo>
                    <a:pt x="1372035" y="1478223"/>
                  </a:lnTo>
                  <a:lnTo>
                    <a:pt x="1372028" y="1478221"/>
                  </a:lnTo>
                  <a:lnTo>
                    <a:pt x="1372018" y="1478215"/>
                  </a:lnTo>
                  <a:lnTo>
                    <a:pt x="1372011" y="1478212"/>
                  </a:lnTo>
                  <a:lnTo>
                    <a:pt x="1372000" y="1478209"/>
                  </a:lnTo>
                  <a:lnTo>
                    <a:pt x="1371984" y="1478208"/>
                  </a:lnTo>
                  <a:lnTo>
                    <a:pt x="1371966" y="1478207"/>
                  </a:lnTo>
                  <a:lnTo>
                    <a:pt x="1371947" y="1478207"/>
                  </a:lnTo>
                  <a:lnTo>
                    <a:pt x="1371940" y="1478208"/>
                  </a:lnTo>
                  <a:lnTo>
                    <a:pt x="1371929" y="1478215"/>
                  </a:lnTo>
                  <a:lnTo>
                    <a:pt x="1371917" y="1478227"/>
                  </a:lnTo>
                  <a:lnTo>
                    <a:pt x="1371911" y="1478233"/>
                  </a:lnTo>
                  <a:lnTo>
                    <a:pt x="1371904" y="1478240"/>
                  </a:lnTo>
                  <a:lnTo>
                    <a:pt x="1371894" y="1478253"/>
                  </a:lnTo>
                  <a:lnTo>
                    <a:pt x="1371884" y="1478266"/>
                  </a:lnTo>
                  <a:lnTo>
                    <a:pt x="1371878" y="1478278"/>
                  </a:lnTo>
                  <a:lnTo>
                    <a:pt x="1371873" y="1478282"/>
                  </a:lnTo>
                  <a:lnTo>
                    <a:pt x="1371867" y="1478286"/>
                  </a:lnTo>
                  <a:lnTo>
                    <a:pt x="1371858" y="1478288"/>
                  </a:lnTo>
                  <a:lnTo>
                    <a:pt x="1371840" y="1478291"/>
                  </a:lnTo>
                  <a:lnTo>
                    <a:pt x="1371815" y="1478292"/>
                  </a:lnTo>
                  <a:lnTo>
                    <a:pt x="1371808" y="1478304"/>
                  </a:lnTo>
                  <a:lnTo>
                    <a:pt x="1371805" y="1478322"/>
                  </a:lnTo>
                  <a:lnTo>
                    <a:pt x="1371800" y="1478329"/>
                  </a:lnTo>
                  <a:lnTo>
                    <a:pt x="1371788" y="1478328"/>
                  </a:lnTo>
                  <a:lnTo>
                    <a:pt x="1371778" y="1478328"/>
                  </a:lnTo>
                  <a:lnTo>
                    <a:pt x="1371772" y="1478328"/>
                  </a:lnTo>
                  <a:lnTo>
                    <a:pt x="1371767" y="1478329"/>
                  </a:lnTo>
                  <a:lnTo>
                    <a:pt x="1371762" y="1478333"/>
                  </a:lnTo>
                  <a:lnTo>
                    <a:pt x="1371753" y="1478341"/>
                  </a:lnTo>
                  <a:lnTo>
                    <a:pt x="1371747" y="1478346"/>
                  </a:lnTo>
                  <a:lnTo>
                    <a:pt x="1371740" y="1478349"/>
                  </a:lnTo>
                  <a:lnTo>
                    <a:pt x="1371731" y="1478351"/>
                  </a:lnTo>
                  <a:lnTo>
                    <a:pt x="1371726" y="1478359"/>
                  </a:lnTo>
                  <a:lnTo>
                    <a:pt x="1371720" y="1478372"/>
                  </a:lnTo>
                  <a:lnTo>
                    <a:pt x="1371712" y="1478384"/>
                  </a:lnTo>
                  <a:lnTo>
                    <a:pt x="1371708" y="1478394"/>
                  </a:lnTo>
                  <a:lnTo>
                    <a:pt x="1371707" y="1478402"/>
                  </a:lnTo>
                  <a:lnTo>
                    <a:pt x="1371701" y="1478411"/>
                  </a:lnTo>
                  <a:lnTo>
                    <a:pt x="1371693" y="1478422"/>
                  </a:lnTo>
                  <a:lnTo>
                    <a:pt x="1371687" y="1478430"/>
                  </a:lnTo>
                  <a:lnTo>
                    <a:pt x="1371682" y="1478439"/>
                  </a:lnTo>
                  <a:lnTo>
                    <a:pt x="1371680" y="1478446"/>
                  </a:lnTo>
                  <a:lnTo>
                    <a:pt x="1371676" y="1478452"/>
                  </a:lnTo>
                  <a:lnTo>
                    <a:pt x="1371674" y="1478458"/>
                  </a:lnTo>
                  <a:lnTo>
                    <a:pt x="1371671" y="1478466"/>
                  </a:lnTo>
                  <a:lnTo>
                    <a:pt x="1371660" y="1478476"/>
                  </a:lnTo>
                  <a:lnTo>
                    <a:pt x="1371657" y="1478460"/>
                  </a:lnTo>
                  <a:lnTo>
                    <a:pt x="1371655" y="1478452"/>
                  </a:lnTo>
                  <a:lnTo>
                    <a:pt x="1371653" y="1478440"/>
                  </a:lnTo>
                  <a:lnTo>
                    <a:pt x="1371652" y="1478433"/>
                  </a:lnTo>
                  <a:lnTo>
                    <a:pt x="1371649" y="1478424"/>
                  </a:lnTo>
                  <a:lnTo>
                    <a:pt x="1371649" y="1478419"/>
                  </a:lnTo>
                  <a:lnTo>
                    <a:pt x="1371651" y="1478411"/>
                  </a:lnTo>
                  <a:lnTo>
                    <a:pt x="1371650" y="1478404"/>
                  </a:lnTo>
                  <a:lnTo>
                    <a:pt x="1371643" y="1478401"/>
                  </a:lnTo>
                  <a:lnTo>
                    <a:pt x="1371639" y="1478398"/>
                  </a:lnTo>
                  <a:lnTo>
                    <a:pt x="1371635" y="1478393"/>
                  </a:lnTo>
                  <a:lnTo>
                    <a:pt x="1371632" y="1478389"/>
                  </a:lnTo>
                  <a:lnTo>
                    <a:pt x="1371629" y="1478383"/>
                  </a:lnTo>
                  <a:lnTo>
                    <a:pt x="1371627" y="1478376"/>
                  </a:lnTo>
                  <a:lnTo>
                    <a:pt x="1371625" y="1478368"/>
                  </a:lnTo>
                  <a:lnTo>
                    <a:pt x="1371622" y="1478363"/>
                  </a:lnTo>
                  <a:lnTo>
                    <a:pt x="1371615" y="1478355"/>
                  </a:lnTo>
                  <a:lnTo>
                    <a:pt x="1371602" y="1478347"/>
                  </a:lnTo>
                  <a:lnTo>
                    <a:pt x="1371591" y="1478341"/>
                  </a:lnTo>
                  <a:lnTo>
                    <a:pt x="1371574" y="1478330"/>
                  </a:lnTo>
                  <a:lnTo>
                    <a:pt x="1371569" y="1478327"/>
                  </a:lnTo>
                  <a:lnTo>
                    <a:pt x="1371532" y="1478295"/>
                  </a:lnTo>
                  <a:lnTo>
                    <a:pt x="1371509" y="1478280"/>
                  </a:lnTo>
                  <a:lnTo>
                    <a:pt x="1371498" y="1478271"/>
                  </a:lnTo>
                  <a:lnTo>
                    <a:pt x="1371485" y="1478262"/>
                  </a:lnTo>
                  <a:lnTo>
                    <a:pt x="1371472" y="1478259"/>
                  </a:lnTo>
                  <a:lnTo>
                    <a:pt x="1371453" y="1478259"/>
                  </a:lnTo>
                  <a:lnTo>
                    <a:pt x="1371449" y="1478258"/>
                  </a:lnTo>
                  <a:lnTo>
                    <a:pt x="1371437" y="1478254"/>
                  </a:lnTo>
                  <a:lnTo>
                    <a:pt x="1371420" y="1478248"/>
                  </a:lnTo>
                  <a:lnTo>
                    <a:pt x="1371405" y="1478236"/>
                  </a:lnTo>
                  <a:lnTo>
                    <a:pt x="1371393" y="1478227"/>
                  </a:lnTo>
                  <a:lnTo>
                    <a:pt x="1371371" y="1478212"/>
                  </a:lnTo>
                  <a:lnTo>
                    <a:pt x="1371358" y="1478204"/>
                  </a:lnTo>
                  <a:lnTo>
                    <a:pt x="1371343" y="1478195"/>
                  </a:lnTo>
                  <a:lnTo>
                    <a:pt x="1371320" y="1478182"/>
                  </a:lnTo>
                  <a:lnTo>
                    <a:pt x="1371312" y="1478178"/>
                  </a:lnTo>
                  <a:lnTo>
                    <a:pt x="1371301" y="1478171"/>
                  </a:lnTo>
                  <a:lnTo>
                    <a:pt x="1371292" y="1478161"/>
                  </a:lnTo>
                  <a:lnTo>
                    <a:pt x="1371287" y="1478156"/>
                  </a:lnTo>
                  <a:lnTo>
                    <a:pt x="1371272" y="1478130"/>
                  </a:lnTo>
                  <a:lnTo>
                    <a:pt x="1371248" y="1478094"/>
                  </a:lnTo>
                  <a:lnTo>
                    <a:pt x="1371240" y="1478064"/>
                  </a:lnTo>
                  <a:lnTo>
                    <a:pt x="1371233" y="1478046"/>
                  </a:lnTo>
                  <a:lnTo>
                    <a:pt x="1371218" y="1478028"/>
                  </a:lnTo>
                  <a:lnTo>
                    <a:pt x="1371208" y="1478016"/>
                  </a:lnTo>
                  <a:lnTo>
                    <a:pt x="1371196" y="1478022"/>
                  </a:lnTo>
                  <a:lnTo>
                    <a:pt x="1371178" y="1478028"/>
                  </a:lnTo>
                  <a:lnTo>
                    <a:pt x="1371170" y="1478027"/>
                  </a:lnTo>
                  <a:lnTo>
                    <a:pt x="1371161" y="1478023"/>
                  </a:lnTo>
                  <a:lnTo>
                    <a:pt x="1371155" y="1478018"/>
                  </a:lnTo>
                  <a:lnTo>
                    <a:pt x="1371150" y="1478005"/>
                  </a:lnTo>
                  <a:lnTo>
                    <a:pt x="1371145" y="1477991"/>
                  </a:lnTo>
                  <a:lnTo>
                    <a:pt x="1371136" y="1477979"/>
                  </a:lnTo>
                  <a:lnTo>
                    <a:pt x="1371131" y="1477974"/>
                  </a:lnTo>
                  <a:lnTo>
                    <a:pt x="1371126" y="1477970"/>
                  </a:lnTo>
                  <a:lnTo>
                    <a:pt x="1371106" y="1477969"/>
                  </a:lnTo>
                  <a:lnTo>
                    <a:pt x="1371093" y="1477968"/>
                  </a:lnTo>
                  <a:lnTo>
                    <a:pt x="1371070" y="1477968"/>
                  </a:lnTo>
                  <a:lnTo>
                    <a:pt x="1371049" y="1477961"/>
                  </a:lnTo>
                  <a:lnTo>
                    <a:pt x="1371033" y="1477956"/>
                  </a:lnTo>
                  <a:lnTo>
                    <a:pt x="1371022" y="1477952"/>
                  </a:lnTo>
                  <a:lnTo>
                    <a:pt x="1371004" y="1477944"/>
                  </a:lnTo>
                  <a:lnTo>
                    <a:pt x="1370979" y="1477941"/>
                  </a:lnTo>
                  <a:lnTo>
                    <a:pt x="1370963" y="1477939"/>
                  </a:lnTo>
                  <a:lnTo>
                    <a:pt x="1370945" y="1477939"/>
                  </a:lnTo>
                  <a:lnTo>
                    <a:pt x="1370920" y="1477944"/>
                  </a:lnTo>
                  <a:lnTo>
                    <a:pt x="1370897" y="1477949"/>
                  </a:lnTo>
                  <a:lnTo>
                    <a:pt x="1370882" y="1477955"/>
                  </a:lnTo>
                  <a:lnTo>
                    <a:pt x="1370870" y="1477959"/>
                  </a:lnTo>
                  <a:lnTo>
                    <a:pt x="1370839" y="1477953"/>
                  </a:lnTo>
                  <a:lnTo>
                    <a:pt x="1370805" y="1477951"/>
                  </a:lnTo>
                  <a:lnTo>
                    <a:pt x="1370773" y="1477957"/>
                  </a:lnTo>
                  <a:lnTo>
                    <a:pt x="1370758" y="1477959"/>
                  </a:lnTo>
                  <a:lnTo>
                    <a:pt x="1370738" y="1477962"/>
                  </a:lnTo>
                  <a:lnTo>
                    <a:pt x="1370711" y="1477959"/>
                  </a:lnTo>
                  <a:lnTo>
                    <a:pt x="1370694" y="1477959"/>
                  </a:lnTo>
                  <a:lnTo>
                    <a:pt x="1370684" y="1477964"/>
                  </a:lnTo>
                  <a:lnTo>
                    <a:pt x="1370650" y="1477978"/>
                  </a:lnTo>
                  <a:lnTo>
                    <a:pt x="1370644" y="1477979"/>
                  </a:lnTo>
                  <a:lnTo>
                    <a:pt x="1370616" y="1477998"/>
                  </a:lnTo>
                  <a:lnTo>
                    <a:pt x="1370602" y="1478007"/>
                  </a:lnTo>
                  <a:lnTo>
                    <a:pt x="1370577" y="1478034"/>
                  </a:lnTo>
                  <a:lnTo>
                    <a:pt x="1370571" y="1478042"/>
                  </a:lnTo>
                  <a:lnTo>
                    <a:pt x="1370567" y="1478054"/>
                  </a:lnTo>
                  <a:lnTo>
                    <a:pt x="1370560" y="1478068"/>
                  </a:lnTo>
                  <a:lnTo>
                    <a:pt x="1370553" y="1478079"/>
                  </a:lnTo>
                  <a:lnTo>
                    <a:pt x="1370541" y="1478097"/>
                  </a:lnTo>
                  <a:lnTo>
                    <a:pt x="1370533" y="1478107"/>
                  </a:lnTo>
                  <a:lnTo>
                    <a:pt x="1370526" y="1478117"/>
                  </a:lnTo>
                  <a:lnTo>
                    <a:pt x="1370519" y="1478126"/>
                  </a:lnTo>
                  <a:lnTo>
                    <a:pt x="1370516" y="1478130"/>
                  </a:lnTo>
                  <a:lnTo>
                    <a:pt x="1370512" y="1478135"/>
                  </a:lnTo>
                  <a:lnTo>
                    <a:pt x="1370504" y="1478145"/>
                  </a:lnTo>
                  <a:lnTo>
                    <a:pt x="1370492" y="1478163"/>
                  </a:lnTo>
                  <a:lnTo>
                    <a:pt x="1370482" y="1478190"/>
                  </a:lnTo>
                  <a:lnTo>
                    <a:pt x="1370480" y="1478198"/>
                  </a:lnTo>
                  <a:lnTo>
                    <a:pt x="1370481" y="1478210"/>
                  </a:lnTo>
                  <a:lnTo>
                    <a:pt x="1370481" y="1478227"/>
                  </a:lnTo>
                  <a:lnTo>
                    <a:pt x="1370480" y="1478233"/>
                  </a:lnTo>
                  <a:lnTo>
                    <a:pt x="1370462" y="1478310"/>
                  </a:lnTo>
                  <a:lnTo>
                    <a:pt x="1370459" y="1478323"/>
                  </a:lnTo>
                  <a:lnTo>
                    <a:pt x="1370439" y="1478308"/>
                  </a:lnTo>
                  <a:lnTo>
                    <a:pt x="1370432" y="1478304"/>
                  </a:lnTo>
                  <a:lnTo>
                    <a:pt x="1370414" y="1478293"/>
                  </a:lnTo>
                  <a:lnTo>
                    <a:pt x="1370399" y="1478285"/>
                  </a:lnTo>
                  <a:lnTo>
                    <a:pt x="1370386" y="1478279"/>
                  </a:lnTo>
                  <a:lnTo>
                    <a:pt x="1370381" y="1478278"/>
                  </a:lnTo>
                  <a:lnTo>
                    <a:pt x="1370372" y="1478278"/>
                  </a:lnTo>
                  <a:lnTo>
                    <a:pt x="1370357" y="1478279"/>
                  </a:lnTo>
                  <a:lnTo>
                    <a:pt x="1370349" y="1478279"/>
                  </a:lnTo>
                  <a:lnTo>
                    <a:pt x="1370333" y="1478279"/>
                  </a:lnTo>
                  <a:lnTo>
                    <a:pt x="1370328" y="1478279"/>
                  </a:lnTo>
                  <a:lnTo>
                    <a:pt x="1370317" y="1478280"/>
                  </a:lnTo>
                  <a:lnTo>
                    <a:pt x="1370300" y="1478280"/>
                  </a:lnTo>
                  <a:lnTo>
                    <a:pt x="1370288" y="1478281"/>
                  </a:lnTo>
                  <a:lnTo>
                    <a:pt x="1370281" y="1478286"/>
                  </a:lnTo>
                  <a:lnTo>
                    <a:pt x="1370275" y="1478289"/>
                  </a:lnTo>
                  <a:lnTo>
                    <a:pt x="1370272" y="1478295"/>
                  </a:lnTo>
                  <a:lnTo>
                    <a:pt x="1370271" y="1478303"/>
                  </a:lnTo>
                  <a:lnTo>
                    <a:pt x="1370263" y="1478331"/>
                  </a:lnTo>
                  <a:lnTo>
                    <a:pt x="1370259" y="1478344"/>
                  </a:lnTo>
                  <a:lnTo>
                    <a:pt x="1370229" y="1478353"/>
                  </a:lnTo>
                  <a:lnTo>
                    <a:pt x="1370201" y="1478358"/>
                  </a:lnTo>
                  <a:lnTo>
                    <a:pt x="1370190" y="1478364"/>
                  </a:lnTo>
                  <a:lnTo>
                    <a:pt x="1370185" y="1478372"/>
                  </a:lnTo>
                  <a:lnTo>
                    <a:pt x="1370182" y="1478381"/>
                  </a:lnTo>
                  <a:lnTo>
                    <a:pt x="1370178" y="1478393"/>
                  </a:lnTo>
                  <a:lnTo>
                    <a:pt x="1370170" y="1478405"/>
                  </a:lnTo>
                  <a:lnTo>
                    <a:pt x="1370160" y="1478408"/>
                  </a:lnTo>
                  <a:lnTo>
                    <a:pt x="1370150" y="1478403"/>
                  </a:lnTo>
                  <a:lnTo>
                    <a:pt x="1370141" y="1478393"/>
                  </a:lnTo>
                  <a:lnTo>
                    <a:pt x="1370132" y="1478387"/>
                  </a:lnTo>
                  <a:lnTo>
                    <a:pt x="1370123" y="1478383"/>
                  </a:lnTo>
                  <a:lnTo>
                    <a:pt x="1370112" y="1478382"/>
                  </a:lnTo>
                  <a:lnTo>
                    <a:pt x="1370104" y="1478378"/>
                  </a:lnTo>
                  <a:lnTo>
                    <a:pt x="1370100" y="1478375"/>
                  </a:lnTo>
                  <a:lnTo>
                    <a:pt x="1370058" y="1478333"/>
                  </a:lnTo>
                  <a:lnTo>
                    <a:pt x="1370048" y="1478327"/>
                  </a:lnTo>
                  <a:lnTo>
                    <a:pt x="1370026" y="1478313"/>
                  </a:lnTo>
                  <a:lnTo>
                    <a:pt x="1369993" y="1478318"/>
                  </a:lnTo>
                  <a:lnTo>
                    <a:pt x="1369956" y="1478330"/>
                  </a:lnTo>
                  <a:lnTo>
                    <a:pt x="1369945" y="1478316"/>
                  </a:lnTo>
                  <a:lnTo>
                    <a:pt x="1369931" y="1478307"/>
                  </a:lnTo>
                  <a:lnTo>
                    <a:pt x="1369790" y="1478213"/>
                  </a:lnTo>
                  <a:lnTo>
                    <a:pt x="1369619" y="1478100"/>
                  </a:lnTo>
                  <a:lnTo>
                    <a:pt x="1369611" y="1478089"/>
                  </a:lnTo>
                  <a:lnTo>
                    <a:pt x="1369607" y="1478084"/>
                  </a:lnTo>
                  <a:lnTo>
                    <a:pt x="1369596" y="1478071"/>
                  </a:lnTo>
                  <a:lnTo>
                    <a:pt x="1369591" y="1478062"/>
                  </a:lnTo>
                  <a:lnTo>
                    <a:pt x="1369584" y="1478051"/>
                  </a:lnTo>
                  <a:lnTo>
                    <a:pt x="1369575" y="1478038"/>
                  </a:lnTo>
                  <a:lnTo>
                    <a:pt x="1369568" y="1478025"/>
                  </a:lnTo>
                  <a:lnTo>
                    <a:pt x="1369566" y="1478019"/>
                  </a:lnTo>
                  <a:lnTo>
                    <a:pt x="1369553" y="1478005"/>
                  </a:lnTo>
                  <a:lnTo>
                    <a:pt x="1369533" y="1477964"/>
                  </a:lnTo>
                  <a:lnTo>
                    <a:pt x="1369506" y="1477902"/>
                  </a:lnTo>
                  <a:lnTo>
                    <a:pt x="1369497" y="1477881"/>
                  </a:lnTo>
                  <a:lnTo>
                    <a:pt x="1369482" y="1477838"/>
                  </a:lnTo>
                  <a:lnTo>
                    <a:pt x="1369470" y="1477809"/>
                  </a:lnTo>
                  <a:lnTo>
                    <a:pt x="1369464" y="1477795"/>
                  </a:lnTo>
                  <a:lnTo>
                    <a:pt x="1369456" y="1477793"/>
                  </a:lnTo>
                  <a:lnTo>
                    <a:pt x="1369424" y="1477798"/>
                  </a:lnTo>
                  <a:lnTo>
                    <a:pt x="1369410" y="1477795"/>
                  </a:lnTo>
                  <a:lnTo>
                    <a:pt x="1369405" y="1477789"/>
                  </a:lnTo>
                  <a:lnTo>
                    <a:pt x="1369400" y="1477781"/>
                  </a:lnTo>
                  <a:lnTo>
                    <a:pt x="1369395" y="1477771"/>
                  </a:lnTo>
                  <a:lnTo>
                    <a:pt x="1369391" y="1477761"/>
                  </a:lnTo>
                  <a:lnTo>
                    <a:pt x="1369387" y="1477751"/>
                  </a:lnTo>
                  <a:lnTo>
                    <a:pt x="1369386" y="1477741"/>
                  </a:lnTo>
                  <a:lnTo>
                    <a:pt x="1369384" y="1477732"/>
                  </a:lnTo>
                  <a:lnTo>
                    <a:pt x="1369383" y="1477724"/>
                  </a:lnTo>
                  <a:lnTo>
                    <a:pt x="1369383" y="1477711"/>
                  </a:lnTo>
                  <a:lnTo>
                    <a:pt x="1369384" y="1477701"/>
                  </a:lnTo>
                  <a:lnTo>
                    <a:pt x="1369386" y="1477693"/>
                  </a:lnTo>
                  <a:lnTo>
                    <a:pt x="1369390" y="1477681"/>
                  </a:lnTo>
                  <a:lnTo>
                    <a:pt x="1369390" y="1477674"/>
                  </a:lnTo>
                  <a:lnTo>
                    <a:pt x="1369391" y="1477662"/>
                  </a:lnTo>
                  <a:lnTo>
                    <a:pt x="1369392" y="1477650"/>
                  </a:lnTo>
                  <a:lnTo>
                    <a:pt x="1369395" y="1477642"/>
                  </a:lnTo>
                  <a:lnTo>
                    <a:pt x="1369401" y="1477632"/>
                  </a:lnTo>
                  <a:lnTo>
                    <a:pt x="1369405" y="1477627"/>
                  </a:lnTo>
                  <a:lnTo>
                    <a:pt x="1369410" y="1477623"/>
                  </a:lnTo>
                  <a:lnTo>
                    <a:pt x="1369416" y="1477615"/>
                  </a:lnTo>
                  <a:lnTo>
                    <a:pt x="1369420" y="1477612"/>
                  </a:lnTo>
                  <a:lnTo>
                    <a:pt x="1369423" y="1477607"/>
                  </a:lnTo>
                  <a:lnTo>
                    <a:pt x="1369428" y="1477596"/>
                  </a:lnTo>
                  <a:lnTo>
                    <a:pt x="1369431" y="1477591"/>
                  </a:lnTo>
                  <a:lnTo>
                    <a:pt x="1369439" y="1477580"/>
                  </a:lnTo>
                  <a:lnTo>
                    <a:pt x="1369434" y="1477577"/>
                  </a:lnTo>
                  <a:lnTo>
                    <a:pt x="1369424" y="1477568"/>
                  </a:lnTo>
                  <a:lnTo>
                    <a:pt x="1369410" y="1477559"/>
                  </a:lnTo>
                  <a:lnTo>
                    <a:pt x="1369393" y="1477551"/>
                  </a:lnTo>
                  <a:lnTo>
                    <a:pt x="1369381" y="1477546"/>
                  </a:lnTo>
                  <a:lnTo>
                    <a:pt x="1369356" y="1477535"/>
                  </a:lnTo>
                  <a:lnTo>
                    <a:pt x="1369339" y="1477534"/>
                  </a:lnTo>
                  <a:lnTo>
                    <a:pt x="1369325" y="1477533"/>
                  </a:lnTo>
                  <a:lnTo>
                    <a:pt x="1369305" y="1477522"/>
                  </a:lnTo>
                  <a:lnTo>
                    <a:pt x="1369298" y="1477513"/>
                  </a:lnTo>
                  <a:lnTo>
                    <a:pt x="1369243" y="1477472"/>
                  </a:lnTo>
                  <a:lnTo>
                    <a:pt x="1369234" y="1477465"/>
                  </a:lnTo>
                  <a:lnTo>
                    <a:pt x="1369229" y="1477453"/>
                  </a:lnTo>
                  <a:lnTo>
                    <a:pt x="1369226" y="1477442"/>
                  </a:lnTo>
                  <a:lnTo>
                    <a:pt x="1369208" y="1477430"/>
                  </a:lnTo>
                  <a:lnTo>
                    <a:pt x="1369196" y="1477422"/>
                  </a:lnTo>
                  <a:lnTo>
                    <a:pt x="1369178" y="1477414"/>
                  </a:lnTo>
                  <a:lnTo>
                    <a:pt x="1369187" y="1477403"/>
                  </a:lnTo>
                  <a:lnTo>
                    <a:pt x="1369193" y="1477396"/>
                  </a:lnTo>
                  <a:lnTo>
                    <a:pt x="1369204" y="1477386"/>
                  </a:lnTo>
                  <a:lnTo>
                    <a:pt x="1369209" y="1477381"/>
                  </a:lnTo>
                  <a:lnTo>
                    <a:pt x="1369218" y="1477373"/>
                  </a:lnTo>
                  <a:lnTo>
                    <a:pt x="1369225" y="1477366"/>
                  </a:lnTo>
                  <a:lnTo>
                    <a:pt x="1369233" y="1477361"/>
                  </a:lnTo>
                  <a:lnTo>
                    <a:pt x="1369243" y="1477352"/>
                  </a:lnTo>
                  <a:lnTo>
                    <a:pt x="1369249" y="1477346"/>
                  </a:lnTo>
                  <a:lnTo>
                    <a:pt x="1369255" y="1477339"/>
                  </a:lnTo>
                  <a:lnTo>
                    <a:pt x="1369259" y="1477331"/>
                  </a:lnTo>
                  <a:lnTo>
                    <a:pt x="1369259" y="1477323"/>
                  </a:lnTo>
                  <a:lnTo>
                    <a:pt x="1369256" y="1477318"/>
                  </a:lnTo>
                  <a:lnTo>
                    <a:pt x="1369250" y="1477312"/>
                  </a:lnTo>
                  <a:lnTo>
                    <a:pt x="1369247" y="1477306"/>
                  </a:lnTo>
                  <a:lnTo>
                    <a:pt x="1369247" y="1477298"/>
                  </a:lnTo>
                  <a:lnTo>
                    <a:pt x="1369252" y="1477290"/>
                  </a:lnTo>
                  <a:lnTo>
                    <a:pt x="1369256" y="1477281"/>
                  </a:lnTo>
                  <a:lnTo>
                    <a:pt x="1369260" y="1477276"/>
                  </a:lnTo>
                  <a:lnTo>
                    <a:pt x="1369264" y="1477268"/>
                  </a:lnTo>
                  <a:lnTo>
                    <a:pt x="1369266" y="1477261"/>
                  </a:lnTo>
                  <a:lnTo>
                    <a:pt x="1369267" y="1477250"/>
                  </a:lnTo>
                  <a:lnTo>
                    <a:pt x="1369268" y="1477242"/>
                  </a:lnTo>
                  <a:lnTo>
                    <a:pt x="1369266" y="1477230"/>
                  </a:lnTo>
                  <a:lnTo>
                    <a:pt x="1369265" y="1477225"/>
                  </a:lnTo>
                  <a:lnTo>
                    <a:pt x="1369268" y="1477217"/>
                  </a:lnTo>
                  <a:lnTo>
                    <a:pt x="1369274" y="1477212"/>
                  </a:lnTo>
                  <a:lnTo>
                    <a:pt x="1369283" y="1477203"/>
                  </a:lnTo>
                  <a:lnTo>
                    <a:pt x="1369292" y="1477192"/>
                  </a:lnTo>
                  <a:lnTo>
                    <a:pt x="1369296" y="1477187"/>
                  </a:lnTo>
                  <a:lnTo>
                    <a:pt x="1369303" y="1477177"/>
                  </a:lnTo>
                  <a:lnTo>
                    <a:pt x="1369310" y="1477165"/>
                  </a:lnTo>
                  <a:lnTo>
                    <a:pt x="1369314" y="1477157"/>
                  </a:lnTo>
                  <a:lnTo>
                    <a:pt x="1369318" y="1477146"/>
                  </a:lnTo>
                  <a:lnTo>
                    <a:pt x="1369321" y="1477134"/>
                  </a:lnTo>
                  <a:lnTo>
                    <a:pt x="1369322" y="1477126"/>
                  </a:lnTo>
                  <a:lnTo>
                    <a:pt x="1369322" y="1477116"/>
                  </a:lnTo>
                  <a:lnTo>
                    <a:pt x="1369321" y="1477107"/>
                  </a:lnTo>
                  <a:lnTo>
                    <a:pt x="1369316" y="1477095"/>
                  </a:lnTo>
                  <a:lnTo>
                    <a:pt x="1369311" y="1477089"/>
                  </a:lnTo>
                  <a:lnTo>
                    <a:pt x="1369295" y="1477076"/>
                  </a:lnTo>
                  <a:lnTo>
                    <a:pt x="1369290" y="1477068"/>
                  </a:lnTo>
                  <a:lnTo>
                    <a:pt x="1369290" y="1477059"/>
                  </a:lnTo>
                  <a:lnTo>
                    <a:pt x="1369291" y="1477053"/>
                  </a:lnTo>
                  <a:lnTo>
                    <a:pt x="1369298" y="1477039"/>
                  </a:lnTo>
                  <a:lnTo>
                    <a:pt x="1369302" y="1477028"/>
                  </a:lnTo>
                  <a:lnTo>
                    <a:pt x="1369299" y="1477003"/>
                  </a:lnTo>
                  <a:lnTo>
                    <a:pt x="1369296" y="1476975"/>
                  </a:lnTo>
                  <a:lnTo>
                    <a:pt x="1369294" y="1476953"/>
                  </a:lnTo>
                  <a:lnTo>
                    <a:pt x="1369307" y="1476910"/>
                  </a:lnTo>
                  <a:lnTo>
                    <a:pt x="1369336" y="1476896"/>
                  </a:lnTo>
                  <a:lnTo>
                    <a:pt x="1369374" y="1476892"/>
                  </a:lnTo>
                  <a:lnTo>
                    <a:pt x="1369379" y="1476884"/>
                  </a:lnTo>
                  <a:lnTo>
                    <a:pt x="1369382" y="1476855"/>
                  </a:lnTo>
                  <a:lnTo>
                    <a:pt x="1369386" y="1476832"/>
                  </a:lnTo>
                  <a:lnTo>
                    <a:pt x="1369392" y="1476828"/>
                  </a:lnTo>
                  <a:lnTo>
                    <a:pt x="1369399" y="1476820"/>
                  </a:lnTo>
                  <a:lnTo>
                    <a:pt x="1369410" y="1476811"/>
                  </a:lnTo>
                  <a:lnTo>
                    <a:pt x="1369425" y="1476799"/>
                  </a:lnTo>
                  <a:lnTo>
                    <a:pt x="1369429" y="1476793"/>
                  </a:lnTo>
                  <a:lnTo>
                    <a:pt x="1369432" y="1476788"/>
                  </a:lnTo>
                  <a:lnTo>
                    <a:pt x="1369440" y="1476776"/>
                  </a:lnTo>
                  <a:lnTo>
                    <a:pt x="1369445" y="1476766"/>
                  </a:lnTo>
                  <a:lnTo>
                    <a:pt x="1369449" y="1476753"/>
                  </a:lnTo>
                  <a:lnTo>
                    <a:pt x="1369450" y="1476744"/>
                  </a:lnTo>
                  <a:lnTo>
                    <a:pt x="1369451" y="1476737"/>
                  </a:lnTo>
                  <a:lnTo>
                    <a:pt x="1369452" y="1476731"/>
                  </a:lnTo>
                  <a:lnTo>
                    <a:pt x="1369445" y="1476706"/>
                  </a:lnTo>
                  <a:lnTo>
                    <a:pt x="1369435" y="1476689"/>
                  </a:lnTo>
                  <a:lnTo>
                    <a:pt x="1369429" y="1476674"/>
                  </a:lnTo>
                  <a:lnTo>
                    <a:pt x="1369410" y="1476673"/>
                  </a:lnTo>
                  <a:lnTo>
                    <a:pt x="1369403" y="1476675"/>
                  </a:lnTo>
                  <a:lnTo>
                    <a:pt x="1369371" y="1476683"/>
                  </a:lnTo>
                  <a:lnTo>
                    <a:pt x="1369350" y="1476692"/>
                  </a:lnTo>
                  <a:lnTo>
                    <a:pt x="1369339" y="1476691"/>
                  </a:lnTo>
                  <a:lnTo>
                    <a:pt x="1369334" y="1476686"/>
                  </a:lnTo>
                  <a:lnTo>
                    <a:pt x="1369332" y="1476664"/>
                  </a:lnTo>
                  <a:lnTo>
                    <a:pt x="1369332" y="1476655"/>
                  </a:lnTo>
                  <a:lnTo>
                    <a:pt x="1369331" y="1476647"/>
                  </a:lnTo>
                  <a:lnTo>
                    <a:pt x="1369331" y="1476642"/>
                  </a:lnTo>
                  <a:lnTo>
                    <a:pt x="1369330" y="1476631"/>
                  </a:lnTo>
                  <a:lnTo>
                    <a:pt x="1369330" y="1476617"/>
                  </a:lnTo>
                  <a:lnTo>
                    <a:pt x="1369337" y="1476604"/>
                  </a:lnTo>
                  <a:lnTo>
                    <a:pt x="1369340" y="1476596"/>
                  </a:lnTo>
                  <a:lnTo>
                    <a:pt x="1369344" y="1476584"/>
                  </a:lnTo>
                  <a:lnTo>
                    <a:pt x="1369343" y="1476569"/>
                  </a:lnTo>
                  <a:lnTo>
                    <a:pt x="1369351" y="1476539"/>
                  </a:lnTo>
                  <a:lnTo>
                    <a:pt x="1369355" y="1476527"/>
                  </a:lnTo>
                  <a:lnTo>
                    <a:pt x="1369362" y="1476504"/>
                  </a:lnTo>
                  <a:lnTo>
                    <a:pt x="1369371" y="1476484"/>
                  </a:lnTo>
                  <a:lnTo>
                    <a:pt x="1369376" y="1476469"/>
                  </a:lnTo>
                  <a:lnTo>
                    <a:pt x="1369357" y="1476465"/>
                  </a:lnTo>
                  <a:lnTo>
                    <a:pt x="1369342" y="1476461"/>
                  </a:lnTo>
                  <a:lnTo>
                    <a:pt x="1369331" y="1476451"/>
                  </a:lnTo>
                  <a:lnTo>
                    <a:pt x="1369327" y="1476443"/>
                  </a:lnTo>
                  <a:lnTo>
                    <a:pt x="1369322" y="1476425"/>
                  </a:lnTo>
                  <a:lnTo>
                    <a:pt x="1369320" y="1476408"/>
                  </a:lnTo>
                  <a:lnTo>
                    <a:pt x="1369321" y="1476398"/>
                  </a:lnTo>
                  <a:lnTo>
                    <a:pt x="1369324" y="1476391"/>
                  </a:lnTo>
                  <a:lnTo>
                    <a:pt x="1369330" y="1476385"/>
                  </a:lnTo>
                  <a:lnTo>
                    <a:pt x="1369343" y="1476373"/>
                  </a:lnTo>
                  <a:lnTo>
                    <a:pt x="1369353" y="1476366"/>
                  </a:lnTo>
                  <a:lnTo>
                    <a:pt x="1369355" y="1476357"/>
                  </a:lnTo>
                  <a:lnTo>
                    <a:pt x="1369352" y="1476335"/>
                  </a:lnTo>
                  <a:lnTo>
                    <a:pt x="1369353" y="1476324"/>
                  </a:lnTo>
                  <a:lnTo>
                    <a:pt x="1369358" y="1476321"/>
                  </a:lnTo>
                  <a:lnTo>
                    <a:pt x="1369370" y="1476320"/>
                  </a:lnTo>
                  <a:lnTo>
                    <a:pt x="1369378" y="1476317"/>
                  </a:lnTo>
                  <a:lnTo>
                    <a:pt x="1369383" y="1476310"/>
                  </a:lnTo>
                  <a:lnTo>
                    <a:pt x="1369388" y="1476298"/>
                  </a:lnTo>
                  <a:lnTo>
                    <a:pt x="1369389" y="1476288"/>
                  </a:lnTo>
                  <a:lnTo>
                    <a:pt x="1369388" y="1476277"/>
                  </a:lnTo>
                  <a:lnTo>
                    <a:pt x="1369388" y="1476265"/>
                  </a:lnTo>
                  <a:lnTo>
                    <a:pt x="1369393" y="1476257"/>
                  </a:lnTo>
                  <a:lnTo>
                    <a:pt x="1369397" y="1476253"/>
                  </a:lnTo>
                  <a:lnTo>
                    <a:pt x="1369401" y="1476247"/>
                  </a:lnTo>
                  <a:lnTo>
                    <a:pt x="1369408" y="1476237"/>
                  </a:lnTo>
                  <a:lnTo>
                    <a:pt x="1369407" y="1476215"/>
                  </a:lnTo>
                  <a:lnTo>
                    <a:pt x="1369404" y="1476202"/>
                  </a:lnTo>
                  <a:lnTo>
                    <a:pt x="1369401" y="1476194"/>
                  </a:lnTo>
                  <a:lnTo>
                    <a:pt x="1369394" y="1476184"/>
                  </a:lnTo>
                  <a:lnTo>
                    <a:pt x="1369374" y="1476157"/>
                  </a:lnTo>
                  <a:lnTo>
                    <a:pt x="1369365" y="1476145"/>
                  </a:lnTo>
                  <a:lnTo>
                    <a:pt x="1369359" y="1476143"/>
                  </a:lnTo>
                  <a:lnTo>
                    <a:pt x="1369347" y="1476151"/>
                  </a:lnTo>
                  <a:lnTo>
                    <a:pt x="1369328" y="1476163"/>
                  </a:lnTo>
                  <a:lnTo>
                    <a:pt x="1369322" y="1476166"/>
                  </a:lnTo>
                  <a:lnTo>
                    <a:pt x="1369313" y="1476168"/>
                  </a:lnTo>
                  <a:lnTo>
                    <a:pt x="1369305" y="1476160"/>
                  </a:lnTo>
                  <a:lnTo>
                    <a:pt x="1369290" y="1476145"/>
                  </a:lnTo>
                  <a:lnTo>
                    <a:pt x="1369273" y="1476129"/>
                  </a:lnTo>
                  <a:lnTo>
                    <a:pt x="1369264" y="1476122"/>
                  </a:lnTo>
                  <a:lnTo>
                    <a:pt x="1369253" y="1476112"/>
                  </a:lnTo>
                  <a:lnTo>
                    <a:pt x="1369245" y="1476090"/>
                  </a:lnTo>
                  <a:lnTo>
                    <a:pt x="1369236" y="1476081"/>
                  </a:lnTo>
                  <a:lnTo>
                    <a:pt x="1369226" y="1476071"/>
                  </a:lnTo>
                  <a:lnTo>
                    <a:pt x="1369220" y="1476064"/>
                  </a:lnTo>
                  <a:lnTo>
                    <a:pt x="1369218" y="1476058"/>
                  </a:lnTo>
                  <a:lnTo>
                    <a:pt x="1369223" y="1476054"/>
                  </a:lnTo>
                  <a:lnTo>
                    <a:pt x="1369228" y="1476051"/>
                  </a:lnTo>
                  <a:lnTo>
                    <a:pt x="1369237" y="1476045"/>
                  </a:lnTo>
                  <a:lnTo>
                    <a:pt x="1369243" y="1476040"/>
                  </a:lnTo>
                  <a:lnTo>
                    <a:pt x="1369259" y="1476030"/>
                  </a:lnTo>
                  <a:lnTo>
                    <a:pt x="1369270" y="1476023"/>
                  </a:lnTo>
                  <a:lnTo>
                    <a:pt x="1369277" y="1476019"/>
                  </a:lnTo>
                  <a:lnTo>
                    <a:pt x="1369284" y="1475989"/>
                  </a:lnTo>
                  <a:lnTo>
                    <a:pt x="1369292" y="1475976"/>
                  </a:lnTo>
                  <a:lnTo>
                    <a:pt x="1369314" y="1475961"/>
                  </a:lnTo>
                  <a:lnTo>
                    <a:pt x="1369330" y="1475951"/>
                  </a:lnTo>
                  <a:lnTo>
                    <a:pt x="1369339" y="1475950"/>
                  </a:lnTo>
                  <a:lnTo>
                    <a:pt x="1369375" y="1475953"/>
                  </a:lnTo>
                  <a:lnTo>
                    <a:pt x="1369375" y="1475941"/>
                  </a:lnTo>
                  <a:lnTo>
                    <a:pt x="1369372" y="1475858"/>
                  </a:lnTo>
                  <a:lnTo>
                    <a:pt x="1369377" y="1475846"/>
                  </a:lnTo>
                  <a:lnTo>
                    <a:pt x="1369389" y="1475819"/>
                  </a:lnTo>
                  <a:lnTo>
                    <a:pt x="1369396" y="1475808"/>
                  </a:lnTo>
                  <a:lnTo>
                    <a:pt x="1369391" y="1475801"/>
                  </a:lnTo>
                  <a:lnTo>
                    <a:pt x="1369373" y="1475794"/>
                  </a:lnTo>
                  <a:lnTo>
                    <a:pt x="1369353" y="1475781"/>
                  </a:lnTo>
                  <a:lnTo>
                    <a:pt x="1369323" y="1475730"/>
                  </a:lnTo>
                  <a:lnTo>
                    <a:pt x="1369306" y="1475706"/>
                  </a:lnTo>
                  <a:lnTo>
                    <a:pt x="1369299" y="1475691"/>
                  </a:lnTo>
                  <a:lnTo>
                    <a:pt x="1369299" y="1475681"/>
                  </a:lnTo>
                  <a:lnTo>
                    <a:pt x="1369300" y="1475674"/>
                  </a:lnTo>
                  <a:lnTo>
                    <a:pt x="1369300" y="1475667"/>
                  </a:lnTo>
                  <a:lnTo>
                    <a:pt x="1369300" y="1475660"/>
                  </a:lnTo>
                  <a:lnTo>
                    <a:pt x="1369300" y="1475650"/>
                  </a:lnTo>
                  <a:lnTo>
                    <a:pt x="1369296" y="1475645"/>
                  </a:lnTo>
                  <a:lnTo>
                    <a:pt x="1369293" y="1475640"/>
                  </a:lnTo>
                  <a:lnTo>
                    <a:pt x="1369292" y="1475630"/>
                  </a:lnTo>
                  <a:lnTo>
                    <a:pt x="1369290" y="1475623"/>
                  </a:lnTo>
                  <a:lnTo>
                    <a:pt x="1369287" y="1475619"/>
                  </a:lnTo>
                  <a:lnTo>
                    <a:pt x="1369279" y="1475596"/>
                  </a:lnTo>
                  <a:lnTo>
                    <a:pt x="1369274" y="1475581"/>
                  </a:lnTo>
                  <a:lnTo>
                    <a:pt x="1369255" y="1475566"/>
                  </a:lnTo>
                  <a:lnTo>
                    <a:pt x="1369240" y="1475555"/>
                  </a:lnTo>
                  <a:lnTo>
                    <a:pt x="1369230" y="1475545"/>
                  </a:lnTo>
                  <a:lnTo>
                    <a:pt x="1369205" y="1475520"/>
                  </a:lnTo>
                  <a:lnTo>
                    <a:pt x="1369193" y="1475514"/>
                  </a:lnTo>
                  <a:lnTo>
                    <a:pt x="1369183" y="1475507"/>
                  </a:lnTo>
                  <a:lnTo>
                    <a:pt x="1369175" y="1475499"/>
                  </a:lnTo>
                  <a:lnTo>
                    <a:pt x="1369171" y="1475493"/>
                  </a:lnTo>
                  <a:lnTo>
                    <a:pt x="1369164" y="1475485"/>
                  </a:lnTo>
                  <a:lnTo>
                    <a:pt x="1369162" y="1475476"/>
                  </a:lnTo>
                  <a:lnTo>
                    <a:pt x="1369161" y="1475470"/>
                  </a:lnTo>
                  <a:lnTo>
                    <a:pt x="1369158" y="1475465"/>
                  </a:lnTo>
                  <a:lnTo>
                    <a:pt x="1369157" y="1475452"/>
                  </a:lnTo>
                  <a:lnTo>
                    <a:pt x="1369157" y="1475447"/>
                  </a:lnTo>
                  <a:lnTo>
                    <a:pt x="1369162" y="1475435"/>
                  </a:lnTo>
                  <a:lnTo>
                    <a:pt x="1369169" y="1475426"/>
                  </a:lnTo>
                  <a:lnTo>
                    <a:pt x="1369174" y="1475419"/>
                  </a:lnTo>
                  <a:lnTo>
                    <a:pt x="1369178" y="1475413"/>
                  </a:lnTo>
                  <a:lnTo>
                    <a:pt x="1369190" y="1475394"/>
                  </a:lnTo>
                  <a:lnTo>
                    <a:pt x="1369220" y="1475378"/>
                  </a:lnTo>
                  <a:lnTo>
                    <a:pt x="1369252" y="1475358"/>
                  </a:lnTo>
                  <a:lnTo>
                    <a:pt x="1369263" y="1475344"/>
                  </a:lnTo>
                  <a:lnTo>
                    <a:pt x="1369275" y="1475324"/>
                  </a:lnTo>
                  <a:lnTo>
                    <a:pt x="1369291" y="1475319"/>
                  </a:lnTo>
                  <a:lnTo>
                    <a:pt x="1369312" y="1475313"/>
                  </a:lnTo>
                  <a:lnTo>
                    <a:pt x="1369322" y="1475309"/>
                  </a:lnTo>
                  <a:lnTo>
                    <a:pt x="1369334" y="1475300"/>
                  </a:lnTo>
                  <a:lnTo>
                    <a:pt x="1369339" y="1475293"/>
                  </a:lnTo>
                  <a:lnTo>
                    <a:pt x="1369352" y="1475273"/>
                  </a:lnTo>
                  <a:lnTo>
                    <a:pt x="1369358" y="1475261"/>
                  </a:lnTo>
                  <a:lnTo>
                    <a:pt x="1369367" y="1475245"/>
                  </a:lnTo>
                  <a:lnTo>
                    <a:pt x="1369378" y="1475239"/>
                  </a:lnTo>
                  <a:lnTo>
                    <a:pt x="1369408" y="1475224"/>
                  </a:lnTo>
                  <a:lnTo>
                    <a:pt x="1369407" y="1475211"/>
                  </a:lnTo>
                  <a:lnTo>
                    <a:pt x="1369407" y="1475203"/>
                  </a:lnTo>
                  <a:lnTo>
                    <a:pt x="1369407" y="1475193"/>
                  </a:lnTo>
                  <a:lnTo>
                    <a:pt x="1369407" y="1475179"/>
                  </a:lnTo>
                  <a:lnTo>
                    <a:pt x="1369410" y="1475168"/>
                  </a:lnTo>
                  <a:lnTo>
                    <a:pt x="1369426" y="1475151"/>
                  </a:lnTo>
                  <a:lnTo>
                    <a:pt x="1369432" y="1475139"/>
                  </a:lnTo>
                  <a:lnTo>
                    <a:pt x="1369441" y="1475121"/>
                  </a:lnTo>
                  <a:lnTo>
                    <a:pt x="1369446" y="1475106"/>
                  </a:lnTo>
                  <a:lnTo>
                    <a:pt x="1369447" y="1475096"/>
                  </a:lnTo>
                  <a:lnTo>
                    <a:pt x="1369447" y="1475090"/>
                  </a:lnTo>
                  <a:lnTo>
                    <a:pt x="1369446" y="1475085"/>
                  </a:lnTo>
                  <a:lnTo>
                    <a:pt x="1369435" y="1475051"/>
                  </a:lnTo>
                  <a:lnTo>
                    <a:pt x="1369404" y="1474938"/>
                  </a:lnTo>
                  <a:lnTo>
                    <a:pt x="1369400" y="1474926"/>
                  </a:lnTo>
                  <a:lnTo>
                    <a:pt x="1369377" y="1474843"/>
                  </a:lnTo>
                  <a:lnTo>
                    <a:pt x="1369372" y="1474825"/>
                  </a:lnTo>
                  <a:lnTo>
                    <a:pt x="1369360" y="1474820"/>
                  </a:lnTo>
                  <a:lnTo>
                    <a:pt x="1369341" y="1474812"/>
                  </a:lnTo>
                  <a:lnTo>
                    <a:pt x="1369331" y="1474791"/>
                  </a:lnTo>
                  <a:lnTo>
                    <a:pt x="1369322" y="1474758"/>
                  </a:lnTo>
                  <a:lnTo>
                    <a:pt x="1369317" y="1474734"/>
                  </a:lnTo>
                  <a:lnTo>
                    <a:pt x="1369323" y="1474721"/>
                  </a:lnTo>
                  <a:lnTo>
                    <a:pt x="1369329" y="1474717"/>
                  </a:lnTo>
                  <a:lnTo>
                    <a:pt x="1369334" y="1474710"/>
                  </a:lnTo>
                  <a:lnTo>
                    <a:pt x="1369337" y="1474706"/>
                  </a:lnTo>
                  <a:lnTo>
                    <a:pt x="1369344" y="1474696"/>
                  </a:lnTo>
                  <a:lnTo>
                    <a:pt x="1369347" y="1474692"/>
                  </a:lnTo>
                  <a:lnTo>
                    <a:pt x="1369351" y="1474686"/>
                  </a:lnTo>
                  <a:lnTo>
                    <a:pt x="1369365" y="1474666"/>
                  </a:lnTo>
                  <a:lnTo>
                    <a:pt x="1369370" y="1474660"/>
                  </a:lnTo>
                  <a:lnTo>
                    <a:pt x="1369395" y="1474661"/>
                  </a:lnTo>
                  <a:lnTo>
                    <a:pt x="1369418" y="1474662"/>
                  </a:lnTo>
                  <a:lnTo>
                    <a:pt x="1369431" y="1474663"/>
                  </a:lnTo>
                  <a:lnTo>
                    <a:pt x="1369451" y="1474662"/>
                  </a:lnTo>
                  <a:lnTo>
                    <a:pt x="1369478" y="1474662"/>
                  </a:lnTo>
                  <a:lnTo>
                    <a:pt x="1369485" y="1474660"/>
                  </a:lnTo>
                  <a:lnTo>
                    <a:pt x="1369484" y="1474624"/>
                  </a:lnTo>
                  <a:lnTo>
                    <a:pt x="1369484" y="1474615"/>
                  </a:lnTo>
                  <a:lnTo>
                    <a:pt x="1369497" y="1474602"/>
                  </a:lnTo>
                  <a:lnTo>
                    <a:pt x="1369522" y="1474580"/>
                  </a:lnTo>
                  <a:lnTo>
                    <a:pt x="1369559" y="1474546"/>
                  </a:lnTo>
                  <a:lnTo>
                    <a:pt x="1369591" y="1474517"/>
                  </a:lnTo>
                  <a:lnTo>
                    <a:pt x="1369615" y="1474495"/>
                  </a:lnTo>
                  <a:lnTo>
                    <a:pt x="1369626" y="1474489"/>
                  </a:lnTo>
                  <a:lnTo>
                    <a:pt x="1369681" y="1474459"/>
                  </a:lnTo>
                  <a:lnTo>
                    <a:pt x="1369668" y="1474448"/>
                  </a:lnTo>
                  <a:lnTo>
                    <a:pt x="1369660" y="1474439"/>
                  </a:lnTo>
                  <a:lnTo>
                    <a:pt x="1369657" y="1474433"/>
                  </a:lnTo>
                  <a:lnTo>
                    <a:pt x="1369651" y="1474423"/>
                  </a:lnTo>
                  <a:lnTo>
                    <a:pt x="1369642" y="1474407"/>
                  </a:lnTo>
                  <a:lnTo>
                    <a:pt x="1369621" y="1474372"/>
                  </a:lnTo>
                  <a:lnTo>
                    <a:pt x="1369653" y="1474351"/>
                  </a:lnTo>
                  <a:lnTo>
                    <a:pt x="1369663" y="1474344"/>
                  </a:lnTo>
                  <a:lnTo>
                    <a:pt x="1369685" y="1474324"/>
                  </a:lnTo>
                  <a:lnTo>
                    <a:pt x="1369699" y="1474310"/>
                  </a:lnTo>
                  <a:lnTo>
                    <a:pt x="1369709" y="1474302"/>
                  </a:lnTo>
                  <a:lnTo>
                    <a:pt x="1369731" y="1474280"/>
                  </a:lnTo>
                  <a:lnTo>
                    <a:pt x="1369740" y="1474266"/>
                  </a:lnTo>
                  <a:lnTo>
                    <a:pt x="1369745" y="1474254"/>
                  </a:lnTo>
                  <a:lnTo>
                    <a:pt x="1369748" y="1474240"/>
                  </a:lnTo>
                  <a:lnTo>
                    <a:pt x="1369751" y="1474223"/>
                  </a:lnTo>
                  <a:lnTo>
                    <a:pt x="1369753" y="1474208"/>
                  </a:lnTo>
                  <a:lnTo>
                    <a:pt x="1369752" y="1474195"/>
                  </a:lnTo>
                  <a:lnTo>
                    <a:pt x="1369752" y="1474175"/>
                  </a:lnTo>
                  <a:lnTo>
                    <a:pt x="1369754" y="1474161"/>
                  </a:lnTo>
                  <a:lnTo>
                    <a:pt x="1369755" y="1474148"/>
                  </a:lnTo>
                  <a:lnTo>
                    <a:pt x="1369754" y="1474136"/>
                  </a:lnTo>
                  <a:lnTo>
                    <a:pt x="1369750" y="1474116"/>
                  </a:lnTo>
                  <a:lnTo>
                    <a:pt x="1369747" y="1474101"/>
                  </a:lnTo>
                  <a:lnTo>
                    <a:pt x="1369746" y="1474087"/>
                  </a:lnTo>
                  <a:lnTo>
                    <a:pt x="1369745" y="1474066"/>
                  </a:lnTo>
                  <a:lnTo>
                    <a:pt x="1369745" y="1474055"/>
                  </a:lnTo>
                  <a:lnTo>
                    <a:pt x="1369748" y="1474044"/>
                  </a:lnTo>
                  <a:lnTo>
                    <a:pt x="1369753" y="1474035"/>
                  </a:lnTo>
                  <a:lnTo>
                    <a:pt x="1369759" y="1474029"/>
                  </a:lnTo>
                  <a:lnTo>
                    <a:pt x="1369763" y="1474025"/>
                  </a:lnTo>
                  <a:lnTo>
                    <a:pt x="1369766" y="1474020"/>
                  </a:lnTo>
                  <a:lnTo>
                    <a:pt x="1369768" y="1474007"/>
                  </a:lnTo>
                  <a:lnTo>
                    <a:pt x="1369770" y="1473989"/>
                  </a:lnTo>
                  <a:lnTo>
                    <a:pt x="1369771" y="1473981"/>
                  </a:lnTo>
                  <a:lnTo>
                    <a:pt x="1369770" y="1473960"/>
                  </a:lnTo>
                  <a:lnTo>
                    <a:pt x="1369772" y="1473948"/>
                  </a:lnTo>
                  <a:lnTo>
                    <a:pt x="1369776" y="1473928"/>
                  </a:lnTo>
                  <a:lnTo>
                    <a:pt x="1369779" y="1473915"/>
                  </a:lnTo>
                  <a:lnTo>
                    <a:pt x="1369779" y="1473906"/>
                  </a:lnTo>
                  <a:lnTo>
                    <a:pt x="1369778" y="1473886"/>
                  </a:lnTo>
                  <a:lnTo>
                    <a:pt x="1369776" y="1473878"/>
                  </a:lnTo>
                  <a:lnTo>
                    <a:pt x="1369774" y="1473870"/>
                  </a:lnTo>
                  <a:lnTo>
                    <a:pt x="1369770" y="1473861"/>
                  </a:lnTo>
                  <a:lnTo>
                    <a:pt x="1369764" y="1473856"/>
                  </a:lnTo>
                  <a:lnTo>
                    <a:pt x="1369758" y="1473854"/>
                  </a:lnTo>
                  <a:lnTo>
                    <a:pt x="1369752" y="1473856"/>
                  </a:lnTo>
                  <a:lnTo>
                    <a:pt x="1369747" y="1473857"/>
                  </a:lnTo>
                  <a:lnTo>
                    <a:pt x="1369738" y="1473862"/>
                  </a:lnTo>
                  <a:lnTo>
                    <a:pt x="1369732" y="1473862"/>
                  </a:lnTo>
                  <a:lnTo>
                    <a:pt x="1369718" y="1473863"/>
                  </a:lnTo>
                  <a:lnTo>
                    <a:pt x="1369712" y="1473861"/>
                  </a:lnTo>
                  <a:lnTo>
                    <a:pt x="1369702" y="1473862"/>
                  </a:lnTo>
                  <a:lnTo>
                    <a:pt x="1369698" y="1473862"/>
                  </a:lnTo>
                  <a:lnTo>
                    <a:pt x="1369686" y="1473868"/>
                  </a:lnTo>
                  <a:lnTo>
                    <a:pt x="1369679" y="1473871"/>
                  </a:lnTo>
                  <a:lnTo>
                    <a:pt x="1369667" y="1473875"/>
                  </a:lnTo>
                  <a:lnTo>
                    <a:pt x="1369638" y="1473882"/>
                  </a:lnTo>
                  <a:lnTo>
                    <a:pt x="1369623" y="1473884"/>
                  </a:lnTo>
                  <a:lnTo>
                    <a:pt x="1369615" y="1473885"/>
                  </a:lnTo>
                  <a:lnTo>
                    <a:pt x="1369603" y="1473881"/>
                  </a:lnTo>
                  <a:lnTo>
                    <a:pt x="1369594" y="1473874"/>
                  </a:lnTo>
                  <a:lnTo>
                    <a:pt x="1369590" y="1473852"/>
                  </a:lnTo>
                  <a:lnTo>
                    <a:pt x="1369586" y="1473844"/>
                  </a:lnTo>
                  <a:lnTo>
                    <a:pt x="1369576" y="1473835"/>
                  </a:lnTo>
                  <a:lnTo>
                    <a:pt x="1369567" y="1473827"/>
                  </a:lnTo>
                  <a:lnTo>
                    <a:pt x="1369561" y="1473817"/>
                  </a:lnTo>
                  <a:lnTo>
                    <a:pt x="1369553" y="1473802"/>
                  </a:lnTo>
                  <a:lnTo>
                    <a:pt x="1369545" y="1473790"/>
                  </a:lnTo>
                  <a:lnTo>
                    <a:pt x="1369536" y="1473781"/>
                  </a:lnTo>
                  <a:lnTo>
                    <a:pt x="1369525" y="1473772"/>
                  </a:lnTo>
                  <a:lnTo>
                    <a:pt x="1369510" y="1473759"/>
                  </a:lnTo>
                  <a:lnTo>
                    <a:pt x="1369491" y="1473744"/>
                  </a:lnTo>
                  <a:lnTo>
                    <a:pt x="1369475" y="1473732"/>
                  </a:lnTo>
                  <a:lnTo>
                    <a:pt x="1369463" y="1473727"/>
                  </a:lnTo>
                  <a:lnTo>
                    <a:pt x="1369455" y="1473724"/>
                  </a:lnTo>
                  <a:lnTo>
                    <a:pt x="1369439" y="1473714"/>
                  </a:lnTo>
                  <a:lnTo>
                    <a:pt x="1369417" y="1473700"/>
                  </a:lnTo>
                  <a:lnTo>
                    <a:pt x="1369404" y="1473694"/>
                  </a:lnTo>
                  <a:lnTo>
                    <a:pt x="1369399" y="1473690"/>
                  </a:lnTo>
                  <a:lnTo>
                    <a:pt x="1369396" y="1473687"/>
                  </a:lnTo>
                  <a:lnTo>
                    <a:pt x="1369392" y="1473677"/>
                  </a:lnTo>
                  <a:lnTo>
                    <a:pt x="1369384" y="1473664"/>
                  </a:lnTo>
                  <a:lnTo>
                    <a:pt x="1369375" y="1473653"/>
                  </a:lnTo>
                  <a:lnTo>
                    <a:pt x="1369368" y="1473646"/>
                  </a:lnTo>
                  <a:lnTo>
                    <a:pt x="1369357" y="1473632"/>
                  </a:lnTo>
                  <a:lnTo>
                    <a:pt x="1369344" y="1473622"/>
                  </a:lnTo>
                  <a:lnTo>
                    <a:pt x="1369336" y="1473614"/>
                  </a:lnTo>
                  <a:lnTo>
                    <a:pt x="1369324" y="1473599"/>
                  </a:lnTo>
                  <a:lnTo>
                    <a:pt x="1369310" y="1473593"/>
                  </a:lnTo>
                  <a:lnTo>
                    <a:pt x="1369298" y="1473588"/>
                  </a:lnTo>
                  <a:lnTo>
                    <a:pt x="1369287" y="1473571"/>
                  </a:lnTo>
                  <a:lnTo>
                    <a:pt x="1369278" y="1473559"/>
                  </a:lnTo>
                  <a:lnTo>
                    <a:pt x="1369264" y="1473553"/>
                  </a:lnTo>
                  <a:lnTo>
                    <a:pt x="1369253" y="1473546"/>
                  </a:lnTo>
                  <a:lnTo>
                    <a:pt x="1369228" y="1473534"/>
                  </a:lnTo>
                  <a:lnTo>
                    <a:pt x="1369210" y="1473518"/>
                  </a:lnTo>
                  <a:lnTo>
                    <a:pt x="1369196" y="1473489"/>
                  </a:lnTo>
                  <a:lnTo>
                    <a:pt x="1369181" y="1473467"/>
                  </a:lnTo>
                  <a:lnTo>
                    <a:pt x="1369167" y="1473458"/>
                  </a:lnTo>
                  <a:lnTo>
                    <a:pt x="1369155" y="1473454"/>
                  </a:lnTo>
                  <a:lnTo>
                    <a:pt x="1369144" y="1473440"/>
                  </a:lnTo>
                  <a:lnTo>
                    <a:pt x="1369125" y="1473409"/>
                  </a:lnTo>
                  <a:lnTo>
                    <a:pt x="1369118" y="1473387"/>
                  </a:lnTo>
                  <a:lnTo>
                    <a:pt x="1369117" y="1473382"/>
                  </a:lnTo>
                  <a:lnTo>
                    <a:pt x="1369114" y="1473349"/>
                  </a:lnTo>
                  <a:lnTo>
                    <a:pt x="1369113" y="1473330"/>
                  </a:lnTo>
                  <a:lnTo>
                    <a:pt x="1369112" y="1473317"/>
                  </a:lnTo>
                  <a:lnTo>
                    <a:pt x="1369108" y="1473296"/>
                  </a:lnTo>
                  <a:lnTo>
                    <a:pt x="1369101" y="1473281"/>
                  </a:lnTo>
                  <a:lnTo>
                    <a:pt x="1369093" y="1473271"/>
                  </a:lnTo>
                  <a:lnTo>
                    <a:pt x="1369065" y="1473220"/>
                  </a:lnTo>
                  <a:lnTo>
                    <a:pt x="1369061" y="1473212"/>
                  </a:lnTo>
                  <a:lnTo>
                    <a:pt x="1369061" y="1473192"/>
                  </a:lnTo>
                  <a:lnTo>
                    <a:pt x="1369068" y="1473172"/>
                  </a:lnTo>
                  <a:lnTo>
                    <a:pt x="1369073" y="1473159"/>
                  </a:lnTo>
                  <a:lnTo>
                    <a:pt x="1369080" y="1473144"/>
                  </a:lnTo>
                  <a:lnTo>
                    <a:pt x="1369101" y="1473102"/>
                  </a:lnTo>
                  <a:lnTo>
                    <a:pt x="1369101" y="1473085"/>
                  </a:lnTo>
                  <a:lnTo>
                    <a:pt x="1369097" y="1473062"/>
                  </a:lnTo>
                  <a:lnTo>
                    <a:pt x="1369089" y="1473050"/>
                  </a:lnTo>
                  <a:lnTo>
                    <a:pt x="1369085" y="1473046"/>
                  </a:lnTo>
                  <a:lnTo>
                    <a:pt x="1369079" y="1473041"/>
                  </a:lnTo>
                  <a:lnTo>
                    <a:pt x="1369059" y="1473026"/>
                  </a:lnTo>
                  <a:lnTo>
                    <a:pt x="1369053" y="1473025"/>
                  </a:lnTo>
                  <a:lnTo>
                    <a:pt x="1369025" y="1473010"/>
                  </a:lnTo>
                  <a:lnTo>
                    <a:pt x="1369004" y="1472990"/>
                  </a:lnTo>
                  <a:lnTo>
                    <a:pt x="1368990" y="1472936"/>
                  </a:lnTo>
                  <a:lnTo>
                    <a:pt x="1368985" y="1472898"/>
                  </a:lnTo>
                  <a:lnTo>
                    <a:pt x="1368982" y="1472863"/>
                  </a:lnTo>
                  <a:lnTo>
                    <a:pt x="1368981" y="1472839"/>
                  </a:lnTo>
                  <a:lnTo>
                    <a:pt x="1368986" y="1472821"/>
                  </a:lnTo>
                  <a:lnTo>
                    <a:pt x="1368984" y="1472816"/>
                  </a:lnTo>
                  <a:lnTo>
                    <a:pt x="1368979" y="1472812"/>
                  </a:lnTo>
                  <a:lnTo>
                    <a:pt x="1368954" y="1472804"/>
                  </a:lnTo>
                  <a:lnTo>
                    <a:pt x="1368946" y="1472804"/>
                  </a:lnTo>
                  <a:lnTo>
                    <a:pt x="1368936" y="1472803"/>
                  </a:lnTo>
                  <a:lnTo>
                    <a:pt x="1368926" y="1472798"/>
                  </a:lnTo>
                  <a:lnTo>
                    <a:pt x="1368908" y="1472788"/>
                  </a:lnTo>
                  <a:lnTo>
                    <a:pt x="1368900" y="1472773"/>
                  </a:lnTo>
                  <a:lnTo>
                    <a:pt x="1368899" y="1472762"/>
                  </a:lnTo>
                  <a:lnTo>
                    <a:pt x="1368901" y="1472717"/>
                  </a:lnTo>
                  <a:lnTo>
                    <a:pt x="1368906" y="1472674"/>
                  </a:lnTo>
                  <a:lnTo>
                    <a:pt x="1368902" y="1472650"/>
                  </a:lnTo>
                  <a:lnTo>
                    <a:pt x="1368894" y="1472629"/>
                  </a:lnTo>
                  <a:lnTo>
                    <a:pt x="1368880" y="1472601"/>
                  </a:lnTo>
                  <a:lnTo>
                    <a:pt x="1368864" y="1472589"/>
                  </a:lnTo>
                  <a:lnTo>
                    <a:pt x="1368821" y="1472558"/>
                  </a:lnTo>
                  <a:lnTo>
                    <a:pt x="1368810" y="1472554"/>
                  </a:lnTo>
                  <a:lnTo>
                    <a:pt x="1368748" y="1472528"/>
                  </a:lnTo>
                  <a:lnTo>
                    <a:pt x="1368737" y="1472532"/>
                  </a:lnTo>
                  <a:lnTo>
                    <a:pt x="1368729" y="1472535"/>
                  </a:lnTo>
                  <a:lnTo>
                    <a:pt x="1368707" y="1472541"/>
                  </a:lnTo>
                  <a:lnTo>
                    <a:pt x="1368700" y="1472542"/>
                  </a:lnTo>
                  <a:lnTo>
                    <a:pt x="1368689" y="1472543"/>
                  </a:lnTo>
                  <a:lnTo>
                    <a:pt x="1368681" y="1472543"/>
                  </a:lnTo>
                  <a:lnTo>
                    <a:pt x="1368670" y="1472538"/>
                  </a:lnTo>
                  <a:lnTo>
                    <a:pt x="1368666" y="1472531"/>
                  </a:lnTo>
                  <a:lnTo>
                    <a:pt x="1368659" y="1472516"/>
                  </a:lnTo>
                  <a:lnTo>
                    <a:pt x="1368647" y="1472505"/>
                  </a:lnTo>
                  <a:lnTo>
                    <a:pt x="1368635" y="1472495"/>
                  </a:lnTo>
                  <a:lnTo>
                    <a:pt x="1368630" y="1472490"/>
                  </a:lnTo>
                  <a:lnTo>
                    <a:pt x="1368629" y="1472478"/>
                  </a:lnTo>
                  <a:lnTo>
                    <a:pt x="1368629" y="1472469"/>
                  </a:lnTo>
                  <a:lnTo>
                    <a:pt x="1368627" y="1472459"/>
                  </a:lnTo>
                  <a:lnTo>
                    <a:pt x="1368623" y="1472450"/>
                  </a:lnTo>
                  <a:lnTo>
                    <a:pt x="1368616" y="1472442"/>
                  </a:lnTo>
                  <a:lnTo>
                    <a:pt x="1368608" y="1472436"/>
                  </a:lnTo>
                  <a:lnTo>
                    <a:pt x="1368585" y="1472420"/>
                  </a:lnTo>
                  <a:lnTo>
                    <a:pt x="1368572" y="1472411"/>
                  </a:lnTo>
                  <a:lnTo>
                    <a:pt x="1368564" y="1472406"/>
                  </a:lnTo>
                  <a:lnTo>
                    <a:pt x="1368554" y="1472401"/>
                  </a:lnTo>
                  <a:lnTo>
                    <a:pt x="1368545" y="1472399"/>
                  </a:lnTo>
                  <a:lnTo>
                    <a:pt x="1368539" y="1472397"/>
                  </a:lnTo>
                  <a:lnTo>
                    <a:pt x="1368535" y="1472393"/>
                  </a:lnTo>
                  <a:lnTo>
                    <a:pt x="1368533" y="1472388"/>
                  </a:lnTo>
                  <a:lnTo>
                    <a:pt x="1368532" y="1472381"/>
                  </a:lnTo>
                  <a:lnTo>
                    <a:pt x="1368531" y="1472370"/>
                  </a:lnTo>
                  <a:lnTo>
                    <a:pt x="1368530" y="1472362"/>
                  </a:lnTo>
                  <a:lnTo>
                    <a:pt x="1368527" y="1472358"/>
                  </a:lnTo>
                  <a:lnTo>
                    <a:pt x="1368517" y="1472347"/>
                  </a:lnTo>
                  <a:lnTo>
                    <a:pt x="1368505" y="1472332"/>
                  </a:lnTo>
                  <a:lnTo>
                    <a:pt x="1368491" y="1472315"/>
                  </a:lnTo>
                  <a:lnTo>
                    <a:pt x="1368480" y="1472303"/>
                  </a:lnTo>
                  <a:lnTo>
                    <a:pt x="1368471" y="1472293"/>
                  </a:lnTo>
                  <a:lnTo>
                    <a:pt x="1368465" y="1472289"/>
                  </a:lnTo>
                  <a:lnTo>
                    <a:pt x="1368453" y="1472281"/>
                  </a:lnTo>
                  <a:lnTo>
                    <a:pt x="1368447" y="1472276"/>
                  </a:lnTo>
                  <a:lnTo>
                    <a:pt x="1368439" y="1472270"/>
                  </a:lnTo>
                  <a:lnTo>
                    <a:pt x="1368434" y="1472268"/>
                  </a:lnTo>
                  <a:lnTo>
                    <a:pt x="1368428" y="1472267"/>
                  </a:lnTo>
                  <a:lnTo>
                    <a:pt x="1368419" y="1472267"/>
                  </a:lnTo>
                  <a:lnTo>
                    <a:pt x="1368410" y="1472270"/>
                  </a:lnTo>
                  <a:lnTo>
                    <a:pt x="1368396" y="1472275"/>
                  </a:lnTo>
                  <a:lnTo>
                    <a:pt x="1368379" y="1472282"/>
                  </a:lnTo>
                  <a:lnTo>
                    <a:pt x="1368373" y="1472282"/>
                  </a:lnTo>
                  <a:lnTo>
                    <a:pt x="1368364" y="1472284"/>
                  </a:lnTo>
                  <a:lnTo>
                    <a:pt x="1368363" y="1472295"/>
                  </a:lnTo>
                  <a:lnTo>
                    <a:pt x="1368361" y="1472305"/>
                  </a:lnTo>
                  <a:lnTo>
                    <a:pt x="1368359" y="1472315"/>
                  </a:lnTo>
                  <a:lnTo>
                    <a:pt x="1368352" y="1472330"/>
                  </a:lnTo>
                  <a:lnTo>
                    <a:pt x="1368348" y="1472338"/>
                  </a:lnTo>
                  <a:lnTo>
                    <a:pt x="1368345" y="1472344"/>
                  </a:lnTo>
                  <a:lnTo>
                    <a:pt x="1368338" y="1472350"/>
                  </a:lnTo>
                  <a:lnTo>
                    <a:pt x="1368331" y="1472351"/>
                  </a:lnTo>
                  <a:lnTo>
                    <a:pt x="1368326" y="1472351"/>
                  </a:lnTo>
                  <a:lnTo>
                    <a:pt x="1368318" y="1472351"/>
                  </a:lnTo>
                  <a:lnTo>
                    <a:pt x="1368307" y="1472350"/>
                  </a:lnTo>
                  <a:lnTo>
                    <a:pt x="1368151" y="1472393"/>
                  </a:lnTo>
                  <a:lnTo>
                    <a:pt x="1368128" y="1472401"/>
                  </a:lnTo>
                  <a:lnTo>
                    <a:pt x="1368049" y="1472422"/>
                  </a:lnTo>
                  <a:lnTo>
                    <a:pt x="1368028" y="1472430"/>
                  </a:lnTo>
                  <a:lnTo>
                    <a:pt x="1367911" y="1472471"/>
                  </a:lnTo>
                  <a:lnTo>
                    <a:pt x="1367890" y="1472480"/>
                  </a:lnTo>
                  <a:lnTo>
                    <a:pt x="1367762" y="1472528"/>
                  </a:lnTo>
                  <a:lnTo>
                    <a:pt x="1367748" y="1472530"/>
                  </a:lnTo>
                  <a:lnTo>
                    <a:pt x="1367736" y="1472525"/>
                  </a:lnTo>
                  <a:lnTo>
                    <a:pt x="1367711" y="1472514"/>
                  </a:lnTo>
                  <a:lnTo>
                    <a:pt x="1367674" y="1472494"/>
                  </a:lnTo>
                  <a:lnTo>
                    <a:pt x="1367643" y="1472480"/>
                  </a:lnTo>
                  <a:lnTo>
                    <a:pt x="1367608" y="1472448"/>
                  </a:lnTo>
                  <a:lnTo>
                    <a:pt x="1367595" y="1472438"/>
                  </a:lnTo>
                  <a:lnTo>
                    <a:pt x="1367577" y="1472421"/>
                  </a:lnTo>
                  <a:lnTo>
                    <a:pt x="1367560" y="1472405"/>
                  </a:lnTo>
                  <a:lnTo>
                    <a:pt x="1367554" y="1472397"/>
                  </a:lnTo>
                  <a:lnTo>
                    <a:pt x="1367532" y="1472367"/>
                  </a:lnTo>
                  <a:lnTo>
                    <a:pt x="1367509" y="1472343"/>
                  </a:lnTo>
                  <a:lnTo>
                    <a:pt x="1367491" y="1472323"/>
                  </a:lnTo>
                  <a:lnTo>
                    <a:pt x="1367482" y="1472311"/>
                  </a:lnTo>
                  <a:lnTo>
                    <a:pt x="1367469" y="1472294"/>
                  </a:lnTo>
                  <a:lnTo>
                    <a:pt x="1367436" y="1472260"/>
                  </a:lnTo>
                  <a:lnTo>
                    <a:pt x="1367404" y="1472228"/>
                  </a:lnTo>
                  <a:lnTo>
                    <a:pt x="1367364" y="1472178"/>
                  </a:lnTo>
                  <a:lnTo>
                    <a:pt x="1367330" y="1472152"/>
                  </a:lnTo>
                  <a:lnTo>
                    <a:pt x="1367326" y="1472150"/>
                  </a:lnTo>
                  <a:lnTo>
                    <a:pt x="1367313" y="1472146"/>
                  </a:lnTo>
                  <a:lnTo>
                    <a:pt x="1367304" y="1472144"/>
                  </a:lnTo>
                  <a:lnTo>
                    <a:pt x="1367292" y="1472145"/>
                  </a:lnTo>
                  <a:lnTo>
                    <a:pt x="1367277" y="1472147"/>
                  </a:lnTo>
                  <a:lnTo>
                    <a:pt x="1367272" y="1472147"/>
                  </a:lnTo>
                  <a:lnTo>
                    <a:pt x="1367265" y="1472145"/>
                  </a:lnTo>
                  <a:lnTo>
                    <a:pt x="1367257" y="1472136"/>
                  </a:lnTo>
                  <a:lnTo>
                    <a:pt x="1367248" y="1472112"/>
                  </a:lnTo>
                  <a:lnTo>
                    <a:pt x="1367244" y="1472117"/>
                  </a:lnTo>
                  <a:lnTo>
                    <a:pt x="1367240" y="1472125"/>
                  </a:lnTo>
                  <a:lnTo>
                    <a:pt x="1367237" y="1472132"/>
                  </a:lnTo>
                  <a:lnTo>
                    <a:pt x="1367225" y="1472140"/>
                  </a:lnTo>
                  <a:lnTo>
                    <a:pt x="1367208" y="1472151"/>
                  </a:lnTo>
                  <a:lnTo>
                    <a:pt x="1367197" y="1472156"/>
                  </a:lnTo>
                  <a:lnTo>
                    <a:pt x="1367185" y="1472159"/>
                  </a:lnTo>
                  <a:lnTo>
                    <a:pt x="1367155" y="1472167"/>
                  </a:lnTo>
                  <a:lnTo>
                    <a:pt x="1367136" y="1472164"/>
                  </a:lnTo>
                  <a:lnTo>
                    <a:pt x="1367123" y="1472158"/>
                  </a:lnTo>
                  <a:lnTo>
                    <a:pt x="1367101" y="1472145"/>
                  </a:lnTo>
                  <a:lnTo>
                    <a:pt x="1367074" y="1472131"/>
                  </a:lnTo>
                  <a:lnTo>
                    <a:pt x="1367044" y="1472115"/>
                  </a:lnTo>
                  <a:lnTo>
                    <a:pt x="1367021" y="1472100"/>
                  </a:lnTo>
                  <a:lnTo>
                    <a:pt x="1366979" y="1472078"/>
                  </a:lnTo>
                  <a:lnTo>
                    <a:pt x="1366954" y="1472052"/>
                  </a:lnTo>
                  <a:lnTo>
                    <a:pt x="1366936" y="1472027"/>
                  </a:lnTo>
                  <a:lnTo>
                    <a:pt x="1366909" y="1472009"/>
                  </a:lnTo>
                  <a:lnTo>
                    <a:pt x="1366898" y="1472001"/>
                  </a:lnTo>
                  <a:lnTo>
                    <a:pt x="1366890" y="1471996"/>
                  </a:lnTo>
                  <a:lnTo>
                    <a:pt x="1366884" y="1471991"/>
                  </a:lnTo>
                  <a:lnTo>
                    <a:pt x="1366879" y="1471985"/>
                  </a:lnTo>
                  <a:lnTo>
                    <a:pt x="1366869" y="1471972"/>
                  </a:lnTo>
                  <a:lnTo>
                    <a:pt x="1366864" y="1471968"/>
                  </a:lnTo>
                  <a:lnTo>
                    <a:pt x="1366854" y="1471966"/>
                  </a:lnTo>
                  <a:lnTo>
                    <a:pt x="1366826" y="1471975"/>
                  </a:lnTo>
                  <a:lnTo>
                    <a:pt x="1366807" y="1471971"/>
                  </a:lnTo>
                  <a:lnTo>
                    <a:pt x="1366791" y="1471968"/>
                  </a:lnTo>
                  <a:lnTo>
                    <a:pt x="1366769" y="1471956"/>
                  </a:lnTo>
                  <a:lnTo>
                    <a:pt x="1366739" y="1471929"/>
                  </a:lnTo>
                  <a:lnTo>
                    <a:pt x="1366720" y="1471912"/>
                  </a:lnTo>
                  <a:lnTo>
                    <a:pt x="1366697" y="1471903"/>
                  </a:lnTo>
                  <a:lnTo>
                    <a:pt x="1366682" y="1471899"/>
                  </a:lnTo>
                  <a:lnTo>
                    <a:pt x="1366666" y="1471899"/>
                  </a:lnTo>
                  <a:lnTo>
                    <a:pt x="1366649" y="1471904"/>
                  </a:lnTo>
                  <a:lnTo>
                    <a:pt x="1366634" y="1471902"/>
                  </a:lnTo>
                  <a:lnTo>
                    <a:pt x="1366623" y="1471898"/>
                  </a:lnTo>
                  <a:lnTo>
                    <a:pt x="1366611" y="1471884"/>
                  </a:lnTo>
                  <a:lnTo>
                    <a:pt x="1366591" y="1471861"/>
                  </a:lnTo>
                  <a:lnTo>
                    <a:pt x="1366576" y="1471855"/>
                  </a:lnTo>
                  <a:lnTo>
                    <a:pt x="1366569" y="1471850"/>
                  </a:lnTo>
                  <a:lnTo>
                    <a:pt x="1366561" y="1471847"/>
                  </a:lnTo>
                  <a:lnTo>
                    <a:pt x="1366547" y="1471853"/>
                  </a:lnTo>
                  <a:lnTo>
                    <a:pt x="1366541" y="1471841"/>
                  </a:lnTo>
                  <a:lnTo>
                    <a:pt x="1366540" y="1471835"/>
                  </a:lnTo>
                  <a:lnTo>
                    <a:pt x="1366541" y="1471826"/>
                  </a:lnTo>
                  <a:lnTo>
                    <a:pt x="1366539" y="1471815"/>
                  </a:lnTo>
                  <a:lnTo>
                    <a:pt x="1366538" y="1471807"/>
                  </a:lnTo>
                  <a:lnTo>
                    <a:pt x="1366536" y="1471799"/>
                  </a:lnTo>
                  <a:lnTo>
                    <a:pt x="1366521" y="1471785"/>
                  </a:lnTo>
                  <a:lnTo>
                    <a:pt x="1366504" y="1471765"/>
                  </a:lnTo>
                  <a:lnTo>
                    <a:pt x="1366493" y="1471751"/>
                  </a:lnTo>
                  <a:lnTo>
                    <a:pt x="1366486" y="1471736"/>
                  </a:lnTo>
                  <a:lnTo>
                    <a:pt x="1366478" y="1471706"/>
                  </a:lnTo>
                  <a:lnTo>
                    <a:pt x="1366476" y="1471694"/>
                  </a:lnTo>
                  <a:lnTo>
                    <a:pt x="1366476" y="1471687"/>
                  </a:lnTo>
                  <a:lnTo>
                    <a:pt x="1366477" y="1471681"/>
                  </a:lnTo>
                  <a:lnTo>
                    <a:pt x="1366480" y="1471673"/>
                  </a:lnTo>
                  <a:lnTo>
                    <a:pt x="1366485" y="1471660"/>
                  </a:lnTo>
                  <a:lnTo>
                    <a:pt x="1366488" y="1471648"/>
                  </a:lnTo>
                  <a:lnTo>
                    <a:pt x="1366504" y="1471565"/>
                  </a:lnTo>
                  <a:lnTo>
                    <a:pt x="1366516" y="1471550"/>
                  </a:lnTo>
                  <a:lnTo>
                    <a:pt x="1366530" y="1471533"/>
                  </a:lnTo>
                  <a:lnTo>
                    <a:pt x="1366528" y="1471521"/>
                  </a:lnTo>
                  <a:lnTo>
                    <a:pt x="1366526" y="1471507"/>
                  </a:lnTo>
                  <a:lnTo>
                    <a:pt x="1366519" y="1471487"/>
                  </a:lnTo>
                  <a:lnTo>
                    <a:pt x="1366510" y="1471472"/>
                  </a:lnTo>
                  <a:lnTo>
                    <a:pt x="1366490" y="1471455"/>
                  </a:lnTo>
                  <a:lnTo>
                    <a:pt x="1366471" y="1471441"/>
                  </a:lnTo>
                  <a:lnTo>
                    <a:pt x="1366454" y="1471425"/>
                  </a:lnTo>
                  <a:lnTo>
                    <a:pt x="1366443" y="1471412"/>
                  </a:lnTo>
                  <a:lnTo>
                    <a:pt x="1366437" y="1471401"/>
                  </a:lnTo>
                  <a:lnTo>
                    <a:pt x="1366444" y="1471391"/>
                  </a:lnTo>
                  <a:lnTo>
                    <a:pt x="1366447" y="1471383"/>
                  </a:lnTo>
                  <a:lnTo>
                    <a:pt x="1366448" y="1471367"/>
                  </a:lnTo>
                  <a:lnTo>
                    <a:pt x="1366446" y="1471347"/>
                  </a:lnTo>
                  <a:lnTo>
                    <a:pt x="1366444" y="1471325"/>
                  </a:lnTo>
                  <a:lnTo>
                    <a:pt x="1366442" y="1471310"/>
                  </a:lnTo>
                  <a:lnTo>
                    <a:pt x="1366437" y="1471299"/>
                  </a:lnTo>
                  <a:lnTo>
                    <a:pt x="1366432" y="1471289"/>
                  </a:lnTo>
                  <a:lnTo>
                    <a:pt x="1366421" y="1471267"/>
                  </a:lnTo>
                  <a:lnTo>
                    <a:pt x="1366415" y="1471257"/>
                  </a:lnTo>
                  <a:lnTo>
                    <a:pt x="1366401" y="1471238"/>
                  </a:lnTo>
                  <a:lnTo>
                    <a:pt x="1366396" y="1471229"/>
                  </a:lnTo>
                  <a:lnTo>
                    <a:pt x="1366393" y="1471220"/>
                  </a:lnTo>
                  <a:lnTo>
                    <a:pt x="1366392" y="1471212"/>
                  </a:lnTo>
                  <a:lnTo>
                    <a:pt x="1366393" y="1471204"/>
                  </a:lnTo>
                  <a:lnTo>
                    <a:pt x="1366396" y="1471198"/>
                  </a:lnTo>
                  <a:lnTo>
                    <a:pt x="1366399" y="1471192"/>
                  </a:lnTo>
                  <a:lnTo>
                    <a:pt x="1366401" y="1471186"/>
                  </a:lnTo>
                  <a:lnTo>
                    <a:pt x="1366401" y="1471181"/>
                  </a:lnTo>
                  <a:lnTo>
                    <a:pt x="1366401" y="1471175"/>
                  </a:lnTo>
                  <a:lnTo>
                    <a:pt x="1366400" y="1471170"/>
                  </a:lnTo>
                  <a:lnTo>
                    <a:pt x="1366397" y="1471160"/>
                  </a:lnTo>
                  <a:lnTo>
                    <a:pt x="1366394" y="1471151"/>
                  </a:lnTo>
                  <a:lnTo>
                    <a:pt x="1366384" y="1471130"/>
                  </a:lnTo>
                  <a:lnTo>
                    <a:pt x="1366374" y="1471111"/>
                  </a:lnTo>
                  <a:lnTo>
                    <a:pt x="1366368" y="1471102"/>
                  </a:lnTo>
                  <a:lnTo>
                    <a:pt x="1366363" y="1471097"/>
                  </a:lnTo>
                  <a:lnTo>
                    <a:pt x="1366346" y="1471087"/>
                  </a:lnTo>
                  <a:lnTo>
                    <a:pt x="1366342" y="1471083"/>
                  </a:lnTo>
                  <a:lnTo>
                    <a:pt x="1366337" y="1471079"/>
                  </a:lnTo>
                  <a:lnTo>
                    <a:pt x="1366333" y="1471074"/>
                  </a:lnTo>
                  <a:lnTo>
                    <a:pt x="1366330" y="1471070"/>
                  </a:lnTo>
                  <a:lnTo>
                    <a:pt x="1366326" y="1471060"/>
                  </a:lnTo>
                  <a:lnTo>
                    <a:pt x="1366324" y="1471054"/>
                  </a:lnTo>
                  <a:lnTo>
                    <a:pt x="1366320" y="1471043"/>
                  </a:lnTo>
                  <a:lnTo>
                    <a:pt x="1366315" y="1471035"/>
                  </a:lnTo>
                  <a:lnTo>
                    <a:pt x="1366310" y="1471027"/>
                  </a:lnTo>
                  <a:lnTo>
                    <a:pt x="1366299" y="1471016"/>
                  </a:lnTo>
                  <a:lnTo>
                    <a:pt x="1366290" y="1471007"/>
                  </a:lnTo>
                  <a:lnTo>
                    <a:pt x="1366267" y="1470988"/>
                  </a:lnTo>
                  <a:lnTo>
                    <a:pt x="1366252" y="1470975"/>
                  </a:lnTo>
                  <a:lnTo>
                    <a:pt x="1366247" y="1470970"/>
                  </a:lnTo>
                  <a:lnTo>
                    <a:pt x="1366250" y="1470965"/>
                  </a:lnTo>
                  <a:lnTo>
                    <a:pt x="1366255" y="1470959"/>
                  </a:lnTo>
                  <a:lnTo>
                    <a:pt x="1366272" y="1470938"/>
                  </a:lnTo>
                  <a:lnTo>
                    <a:pt x="1366280" y="1470924"/>
                  </a:lnTo>
                  <a:lnTo>
                    <a:pt x="1366282" y="1470918"/>
                  </a:lnTo>
                  <a:lnTo>
                    <a:pt x="1366283" y="1470909"/>
                  </a:lnTo>
                  <a:lnTo>
                    <a:pt x="1366268" y="1470864"/>
                  </a:lnTo>
                  <a:lnTo>
                    <a:pt x="1366265" y="1470852"/>
                  </a:lnTo>
                  <a:lnTo>
                    <a:pt x="1366262" y="1470840"/>
                  </a:lnTo>
                  <a:lnTo>
                    <a:pt x="1366257" y="1470816"/>
                  </a:lnTo>
                  <a:lnTo>
                    <a:pt x="1366247" y="1470792"/>
                  </a:lnTo>
                  <a:lnTo>
                    <a:pt x="1366240" y="1470782"/>
                  </a:lnTo>
                  <a:lnTo>
                    <a:pt x="1366237" y="1470771"/>
                  </a:lnTo>
                  <a:lnTo>
                    <a:pt x="1366235" y="1470723"/>
                  </a:lnTo>
                  <a:lnTo>
                    <a:pt x="1366237" y="1470716"/>
                  </a:lnTo>
                  <a:lnTo>
                    <a:pt x="1366258" y="1470640"/>
                  </a:lnTo>
                  <a:lnTo>
                    <a:pt x="1366253" y="1470626"/>
                  </a:lnTo>
                  <a:lnTo>
                    <a:pt x="1366258" y="1470613"/>
                  </a:lnTo>
                  <a:lnTo>
                    <a:pt x="1366263" y="1470598"/>
                  </a:lnTo>
                  <a:lnTo>
                    <a:pt x="1366270" y="1470572"/>
                  </a:lnTo>
                  <a:lnTo>
                    <a:pt x="1366277" y="1470530"/>
                  </a:lnTo>
                  <a:lnTo>
                    <a:pt x="1366278" y="1470523"/>
                  </a:lnTo>
                  <a:lnTo>
                    <a:pt x="1366277" y="1470504"/>
                  </a:lnTo>
                  <a:lnTo>
                    <a:pt x="1366277" y="1470497"/>
                  </a:lnTo>
                  <a:lnTo>
                    <a:pt x="1366290" y="1470486"/>
                  </a:lnTo>
                  <a:lnTo>
                    <a:pt x="1366296" y="1470480"/>
                  </a:lnTo>
                  <a:lnTo>
                    <a:pt x="1366302" y="1470466"/>
                  </a:lnTo>
                  <a:lnTo>
                    <a:pt x="1366304" y="1470460"/>
                  </a:lnTo>
                  <a:lnTo>
                    <a:pt x="1366311" y="1470443"/>
                  </a:lnTo>
                  <a:lnTo>
                    <a:pt x="1366312" y="1470433"/>
                  </a:lnTo>
                  <a:lnTo>
                    <a:pt x="1366310" y="1470420"/>
                  </a:lnTo>
                  <a:lnTo>
                    <a:pt x="1366299" y="1470415"/>
                  </a:lnTo>
                  <a:lnTo>
                    <a:pt x="1366286" y="1470408"/>
                  </a:lnTo>
                  <a:lnTo>
                    <a:pt x="1366280" y="1470406"/>
                  </a:lnTo>
                  <a:lnTo>
                    <a:pt x="1366273" y="1470408"/>
                  </a:lnTo>
                  <a:lnTo>
                    <a:pt x="1366263" y="1470412"/>
                  </a:lnTo>
                  <a:lnTo>
                    <a:pt x="1366256" y="1470415"/>
                  </a:lnTo>
                  <a:lnTo>
                    <a:pt x="1366250" y="1470411"/>
                  </a:lnTo>
                  <a:lnTo>
                    <a:pt x="1366247" y="1470408"/>
                  </a:lnTo>
                  <a:lnTo>
                    <a:pt x="1366237" y="1470397"/>
                  </a:lnTo>
                  <a:lnTo>
                    <a:pt x="1366225" y="1470386"/>
                  </a:lnTo>
                  <a:lnTo>
                    <a:pt x="1366216" y="1470374"/>
                  </a:lnTo>
                  <a:lnTo>
                    <a:pt x="1366213" y="1470370"/>
                  </a:lnTo>
                  <a:lnTo>
                    <a:pt x="1366209" y="1470365"/>
                  </a:lnTo>
                  <a:lnTo>
                    <a:pt x="1366204" y="1470368"/>
                  </a:lnTo>
                  <a:lnTo>
                    <a:pt x="1366177" y="1470384"/>
                  </a:lnTo>
                  <a:lnTo>
                    <a:pt x="1366173" y="1470386"/>
                  </a:lnTo>
                  <a:lnTo>
                    <a:pt x="1366166" y="1470385"/>
                  </a:lnTo>
                  <a:lnTo>
                    <a:pt x="1366150" y="1470382"/>
                  </a:lnTo>
                  <a:lnTo>
                    <a:pt x="1366142" y="1470377"/>
                  </a:lnTo>
                  <a:lnTo>
                    <a:pt x="1366138" y="1470373"/>
                  </a:lnTo>
                  <a:lnTo>
                    <a:pt x="1366132" y="1470362"/>
                  </a:lnTo>
                  <a:lnTo>
                    <a:pt x="1366121" y="1470357"/>
                  </a:lnTo>
                  <a:lnTo>
                    <a:pt x="1366110" y="1470354"/>
                  </a:lnTo>
                  <a:lnTo>
                    <a:pt x="1366093" y="1470347"/>
                  </a:lnTo>
                  <a:lnTo>
                    <a:pt x="1366071" y="1470336"/>
                  </a:lnTo>
                  <a:lnTo>
                    <a:pt x="1366066" y="1470332"/>
                  </a:lnTo>
                  <a:lnTo>
                    <a:pt x="1366059" y="1470328"/>
                  </a:lnTo>
                  <a:lnTo>
                    <a:pt x="1366059" y="1470313"/>
                  </a:lnTo>
                  <a:lnTo>
                    <a:pt x="1366056" y="1470265"/>
                  </a:lnTo>
                  <a:lnTo>
                    <a:pt x="1366055" y="1470252"/>
                  </a:lnTo>
                  <a:lnTo>
                    <a:pt x="1366052" y="1470238"/>
                  </a:lnTo>
                  <a:lnTo>
                    <a:pt x="1366047" y="1470209"/>
                  </a:lnTo>
                  <a:lnTo>
                    <a:pt x="1366046" y="1470200"/>
                  </a:lnTo>
                  <a:lnTo>
                    <a:pt x="1366044" y="1470186"/>
                  </a:lnTo>
                  <a:lnTo>
                    <a:pt x="1366041" y="1470173"/>
                  </a:lnTo>
                  <a:lnTo>
                    <a:pt x="1365998" y="1470103"/>
                  </a:lnTo>
                  <a:lnTo>
                    <a:pt x="1365991" y="1470092"/>
                  </a:lnTo>
                  <a:lnTo>
                    <a:pt x="1365985" y="1470080"/>
                  </a:lnTo>
                  <a:lnTo>
                    <a:pt x="1365974" y="1470059"/>
                  </a:lnTo>
                  <a:lnTo>
                    <a:pt x="1365938" y="1469978"/>
                  </a:lnTo>
                  <a:lnTo>
                    <a:pt x="1365933" y="1469967"/>
                  </a:lnTo>
                  <a:lnTo>
                    <a:pt x="1365927" y="1469956"/>
                  </a:lnTo>
                  <a:lnTo>
                    <a:pt x="1365907" y="1469909"/>
                  </a:lnTo>
                  <a:lnTo>
                    <a:pt x="1365894" y="1469902"/>
                  </a:lnTo>
                  <a:lnTo>
                    <a:pt x="1365873" y="1469887"/>
                  </a:lnTo>
                  <a:lnTo>
                    <a:pt x="1365835" y="1469853"/>
                  </a:lnTo>
                  <a:lnTo>
                    <a:pt x="1365813" y="1469834"/>
                  </a:lnTo>
                  <a:lnTo>
                    <a:pt x="1365804" y="1469825"/>
                  </a:lnTo>
                  <a:lnTo>
                    <a:pt x="1365798" y="1469814"/>
                  </a:lnTo>
                  <a:lnTo>
                    <a:pt x="1365778" y="1469777"/>
                  </a:lnTo>
                  <a:lnTo>
                    <a:pt x="1365751" y="1469725"/>
                  </a:lnTo>
                  <a:lnTo>
                    <a:pt x="1365744" y="1469714"/>
                  </a:lnTo>
                  <a:lnTo>
                    <a:pt x="1365733" y="1469721"/>
                  </a:lnTo>
                  <a:lnTo>
                    <a:pt x="1365729" y="1469724"/>
                  </a:lnTo>
                  <a:lnTo>
                    <a:pt x="1365722" y="1469729"/>
                  </a:lnTo>
                  <a:lnTo>
                    <a:pt x="1365710" y="1469735"/>
                  </a:lnTo>
                  <a:lnTo>
                    <a:pt x="1365700" y="1469736"/>
                  </a:lnTo>
                  <a:lnTo>
                    <a:pt x="1365682" y="1469733"/>
                  </a:lnTo>
                  <a:lnTo>
                    <a:pt x="1365675" y="1469729"/>
                  </a:lnTo>
                  <a:lnTo>
                    <a:pt x="1365665" y="1469721"/>
                  </a:lnTo>
                  <a:lnTo>
                    <a:pt x="1365597" y="1469651"/>
                  </a:lnTo>
                  <a:lnTo>
                    <a:pt x="1365585" y="1469646"/>
                  </a:lnTo>
                  <a:lnTo>
                    <a:pt x="1365580" y="1469644"/>
                  </a:lnTo>
                  <a:lnTo>
                    <a:pt x="1365560" y="1469626"/>
                  </a:lnTo>
                  <a:lnTo>
                    <a:pt x="1365540" y="1469606"/>
                  </a:lnTo>
                  <a:lnTo>
                    <a:pt x="1365516" y="1469576"/>
                  </a:lnTo>
                  <a:lnTo>
                    <a:pt x="1365475" y="1469524"/>
                  </a:lnTo>
                  <a:lnTo>
                    <a:pt x="1365453" y="1469495"/>
                  </a:lnTo>
                  <a:lnTo>
                    <a:pt x="1365445" y="1469484"/>
                  </a:lnTo>
                  <a:lnTo>
                    <a:pt x="1365445" y="1469471"/>
                  </a:lnTo>
                  <a:lnTo>
                    <a:pt x="1365442" y="1469423"/>
                  </a:lnTo>
                  <a:lnTo>
                    <a:pt x="1365435" y="1469324"/>
                  </a:lnTo>
                  <a:lnTo>
                    <a:pt x="1365344" y="1469269"/>
                  </a:lnTo>
                  <a:lnTo>
                    <a:pt x="1365288" y="1469233"/>
                  </a:lnTo>
                  <a:lnTo>
                    <a:pt x="1365277" y="1469227"/>
                  </a:lnTo>
                  <a:lnTo>
                    <a:pt x="1365273" y="1469214"/>
                  </a:lnTo>
                  <a:lnTo>
                    <a:pt x="1365242" y="1469110"/>
                  </a:lnTo>
                  <a:lnTo>
                    <a:pt x="1365239" y="1469098"/>
                  </a:lnTo>
                  <a:lnTo>
                    <a:pt x="1365231" y="1469085"/>
                  </a:lnTo>
                  <a:lnTo>
                    <a:pt x="1365218" y="1469067"/>
                  </a:lnTo>
                  <a:lnTo>
                    <a:pt x="1365210" y="1469059"/>
                  </a:lnTo>
                  <a:lnTo>
                    <a:pt x="1365203" y="1469054"/>
                  </a:lnTo>
                  <a:lnTo>
                    <a:pt x="1365193" y="1469046"/>
                  </a:lnTo>
                  <a:lnTo>
                    <a:pt x="1365190" y="1469041"/>
                  </a:lnTo>
                  <a:lnTo>
                    <a:pt x="1365186" y="1469022"/>
                  </a:lnTo>
                  <a:lnTo>
                    <a:pt x="1365181" y="1469004"/>
                  </a:lnTo>
                  <a:lnTo>
                    <a:pt x="1365177" y="1468999"/>
                  </a:lnTo>
                  <a:lnTo>
                    <a:pt x="1365175" y="1468987"/>
                  </a:lnTo>
                  <a:lnTo>
                    <a:pt x="1365172" y="1468975"/>
                  </a:lnTo>
                  <a:lnTo>
                    <a:pt x="1365169" y="1468962"/>
                  </a:lnTo>
                  <a:lnTo>
                    <a:pt x="1365166" y="1468949"/>
                  </a:lnTo>
                  <a:lnTo>
                    <a:pt x="1365153" y="1468942"/>
                  </a:lnTo>
                  <a:lnTo>
                    <a:pt x="1365135" y="1468924"/>
                  </a:lnTo>
                  <a:lnTo>
                    <a:pt x="1365124" y="1468910"/>
                  </a:lnTo>
                  <a:lnTo>
                    <a:pt x="1365121" y="1468899"/>
                  </a:lnTo>
                  <a:lnTo>
                    <a:pt x="1365121" y="1468888"/>
                  </a:lnTo>
                  <a:lnTo>
                    <a:pt x="1365123" y="1468875"/>
                  </a:lnTo>
                  <a:lnTo>
                    <a:pt x="1365121" y="1468866"/>
                  </a:lnTo>
                  <a:lnTo>
                    <a:pt x="1365117" y="1468857"/>
                  </a:lnTo>
                  <a:lnTo>
                    <a:pt x="1365106" y="1468844"/>
                  </a:lnTo>
                  <a:lnTo>
                    <a:pt x="1365090" y="1468834"/>
                  </a:lnTo>
                  <a:lnTo>
                    <a:pt x="1365065" y="1468818"/>
                  </a:lnTo>
                  <a:lnTo>
                    <a:pt x="1365028" y="1468783"/>
                  </a:lnTo>
                  <a:lnTo>
                    <a:pt x="1365012" y="1468760"/>
                  </a:lnTo>
                  <a:lnTo>
                    <a:pt x="1365007" y="1468745"/>
                  </a:lnTo>
                  <a:lnTo>
                    <a:pt x="1365006" y="1468739"/>
                  </a:lnTo>
                  <a:lnTo>
                    <a:pt x="1365003" y="1468726"/>
                  </a:lnTo>
                  <a:lnTo>
                    <a:pt x="1365001" y="1468713"/>
                  </a:lnTo>
                  <a:lnTo>
                    <a:pt x="1364999" y="1468703"/>
                  </a:lnTo>
                  <a:lnTo>
                    <a:pt x="1365014" y="1468689"/>
                  </a:lnTo>
                  <a:lnTo>
                    <a:pt x="1365006" y="1468681"/>
                  </a:lnTo>
                  <a:lnTo>
                    <a:pt x="1364994" y="1468662"/>
                  </a:lnTo>
                  <a:lnTo>
                    <a:pt x="1364979" y="1468645"/>
                  </a:lnTo>
                  <a:lnTo>
                    <a:pt x="1364965" y="1468633"/>
                  </a:lnTo>
                  <a:lnTo>
                    <a:pt x="1364937" y="1468617"/>
                  </a:lnTo>
                  <a:lnTo>
                    <a:pt x="1364925" y="1468607"/>
                  </a:lnTo>
                  <a:lnTo>
                    <a:pt x="1364917" y="1468596"/>
                  </a:lnTo>
                  <a:lnTo>
                    <a:pt x="1364903" y="1468587"/>
                  </a:lnTo>
                  <a:lnTo>
                    <a:pt x="1364890" y="1468570"/>
                  </a:lnTo>
                  <a:lnTo>
                    <a:pt x="1364876" y="1468544"/>
                  </a:lnTo>
                  <a:lnTo>
                    <a:pt x="1364864" y="1468521"/>
                  </a:lnTo>
                  <a:lnTo>
                    <a:pt x="1364854" y="1468508"/>
                  </a:lnTo>
                  <a:lnTo>
                    <a:pt x="1364828" y="1468478"/>
                  </a:lnTo>
                  <a:lnTo>
                    <a:pt x="1364823" y="1468473"/>
                  </a:lnTo>
                  <a:lnTo>
                    <a:pt x="1364814" y="1468462"/>
                  </a:lnTo>
                  <a:lnTo>
                    <a:pt x="1364803" y="1468458"/>
                  </a:lnTo>
                  <a:lnTo>
                    <a:pt x="1364785" y="1468452"/>
                  </a:lnTo>
                  <a:lnTo>
                    <a:pt x="1364770" y="1468442"/>
                  </a:lnTo>
                  <a:lnTo>
                    <a:pt x="1364760" y="1468424"/>
                  </a:lnTo>
                  <a:lnTo>
                    <a:pt x="1364752" y="1468409"/>
                  </a:lnTo>
                  <a:lnTo>
                    <a:pt x="1364744" y="1468397"/>
                  </a:lnTo>
                  <a:lnTo>
                    <a:pt x="1364734" y="1468407"/>
                  </a:lnTo>
                  <a:lnTo>
                    <a:pt x="1364730" y="1468408"/>
                  </a:lnTo>
                  <a:lnTo>
                    <a:pt x="1364724" y="1468409"/>
                  </a:lnTo>
                  <a:lnTo>
                    <a:pt x="1364719" y="1468409"/>
                  </a:lnTo>
                  <a:lnTo>
                    <a:pt x="1364713" y="1468409"/>
                  </a:lnTo>
                  <a:lnTo>
                    <a:pt x="1364709" y="1468409"/>
                  </a:lnTo>
                  <a:lnTo>
                    <a:pt x="1364701" y="1468406"/>
                  </a:lnTo>
                  <a:lnTo>
                    <a:pt x="1364697" y="1468402"/>
                  </a:lnTo>
                  <a:lnTo>
                    <a:pt x="1364685" y="1468389"/>
                  </a:lnTo>
                  <a:lnTo>
                    <a:pt x="1364661" y="1468357"/>
                  </a:lnTo>
                  <a:lnTo>
                    <a:pt x="1364645" y="1468336"/>
                  </a:lnTo>
                  <a:lnTo>
                    <a:pt x="1364626" y="1468311"/>
                  </a:lnTo>
                  <a:lnTo>
                    <a:pt x="1364613" y="1468293"/>
                  </a:lnTo>
                  <a:lnTo>
                    <a:pt x="1364602" y="1468285"/>
                  </a:lnTo>
                  <a:lnTo>
                    <a:pt x="1364583" y="1468271"/>
                  </a:lnTo>
                  <a:lnTo>
                    <a:pt x="1364542" y="1468239"/>
                  </a:lnTo>
                  <a:lnTo>
                    <a:pt x="1364527" y="1468229"/>
                  </a:lnTo>
                  <a:lnTo>
                    <a:pt x="1364517" y="1468221"/>
                  </a:lnTo>
                  <a:lnTo>
                    <a:pt x="1364507" y="1468212"/>
                  </a:lnTo>
                  <a:lnTo>
                    <a:pt x="1364502" y="1468202"/>
                  </a:lnTo>
                  <a:lnTo>
                    <a:pt x="1364498" y="1468192"/>
                  </a:lnTo>
                  <a:lnTo>
                    <a:pt x="1364491" y="1468178"/>
                  </a:lnTo>
                  <a:lnTo>
                    <a:pt x="1364450" y="1468088"/>
                  </a:lnTo>
                  <a:lnTo>
                    <a:pt x="1364444" y="1468070"/>
                  </a:lnTo>
                  <a:lnTo>
                    <a:pt x="1364441" y="1468058"/>
                  </a:lnTo>
                  <a:lnTo>
                    <a:pt x="1364437" y="1468045"/>
                  </a:lnTo>
                  <a:lnTo>
                    <a:pt x="1364432" y="1468034"/>
                  </a:lnTo>
                  <a:lnTo>
                    <a:pt x="1364427" y="1468024"/>
                  </a:lnTo>
                  <a:lnTo>
                    <a:pt x="1364423" y="1468017"/>
                  </a:lnTo>
                  <a:lnTo>
                    <a:pt x="1364420" y="1468012"/>
                  </a:lnTo>
                  <a:lnTo>
                    <a:pt x="1364413" y="1468003"/>
                  </a:lnTo>
                  <a:lnTo>
                    <a:pt x="1364403" y="1467991"/>
                  </a:lnTo>
                  <a:lnTo>
                    <a:pt x="1364398" y="1467984"/>
                  </a:lnTo>
                  <a:lnTo>
                    <a:pt x="1364394" y="1467978"/>
                  </a:lnTo>
                  <a:lnTo>
                    <a:pt x="1364393" y="1467962"/>
                  </a:lnTo>
                  <a:lnTo>
                    <a:pt x="1364394" y="1467949"/>
                  </a:lnTo>
                  <a:lnTo>
                    <a:pt x="1364397" y="1467932"/>
                  </a:lnTo>
                  <a:lnTo>
                    <a:pt x="1364397" y="1467918"/>
                  </a:lnTo>
                  <a:lnTo>
                    <a:pt x="1364397" y="1467912"/>
                  </a:lnTo>
                  <a:lnTo>
                    <a:pt x="1364396" y="1467906"/>
                  </a:lnTo>
                  <a:lnTo>
                    <a:pt x="1364392" y="1467895"/>
                  </a:lnTo>
                  <a:lnTo>
                    <a:pt x="1364385" y="1467883"/>
                  </a:lnTo>
                  <a:lnTo>
                    <a:pt x="1364376" y="1467867"/>
                  </a:lnTo>
                  <a:lnTo>
                    <a:pt x="1364358" y="1467840"/>
                  </a:lnTo>
                  <a:lnTo>
                    <a:pt x="1364351" y="1467829"/>
                  </a:lnTo>
                  <a:lnTo>
                    <a:pt x="1364344" y="1467818"/>
                  </a:lnTo>
                  <a:lnTo>
                    <a:pt x="1364332" y="1467800"/>
                  </a:lnTo>
                  <a:lnTo>
                    <a:pt x="1364324" y="1467788"/>
                  </a:lnTo>
                  <a:lnTo>
                    <a:pt x="1364311" y="1467785"/>
                  </a:lnTo>
                  <a:lnTo>
                    <a:pt x="1364298" y="1467782"/>
                  </a:lnTo>
                  <a:lnTo>
                    <a:pt x="1364332" y="1467745"/>
                  </a:lnTo>
                  <a:lnTo>
                    <a:pt x="1364329" y="1467730"/>
                  </a:lnTo>
                  <a:lnTo>
                    <a:pt x="1364326" y="1467719"/>
                  </a:lnTo>
                  <a:lnTo>
                    <a:pt x="1364321" y="1467698"/>
                  </a:lnTo>
                  <a:lnTo>
                    <a:pt x="1364319" y="1467678"/>
                  </a:lnTo>
                  <a:lnTo>
                    <a:pt x="1364317" y="1467656"/>
                  </a:lnTo>
                  <a:lnTo>
                    <a:pt x="1364316" y="1467642"/>
                  </a:lnTo>
                  <a:lnTo>
                    <a:pt x="1364314" y="1467631"/>
                  </a:lnTo>
                  <a:lnTo>
                    <a:pt x="1364316" y="1467624"/>
                  </a:lnTo>
                  <a:lnTo>
                    <a:pt x="1364321" y="1467612"/>
                  </a:lnTo>
                  <a:lnTo>
                    <a:pt x="1364343" y="1467589"/>
                  </a:lnTo>
                  <a:lnTo>
                    <a:pt x="1364347" y="1467585"/>
                  </a:lnTo>
                  <a:lnTo>
                    <a:pt x="1364352" y="1467580"/>
                  </a:lnTo>
                  <a:lnTo>
                    <a:pt x="1364346" y="1467566"/>
                  </a:lnTo>
                  <a:lnTo>
                    <a:pt x="1364341" y="1467553"/>
                  </a:lnTo>
                  <a:lnTo>
                    <a:pt x="1364336" y="1467542"/>
                  </a:lnTo>
                  <a:lnTo>
                    <a:pt x="1364330" y="1467529"/>
                  </a:lnTo>
                  <a:lnTo>
                    <a:pt x="1364321" y="1467506"/>
                  </a:lnTo>
                  <a:lnTo>
                    <a:pt x="1364318" y="1467500"/>
                  </a:lnTo>
                  <a:lnTo>
                    <a:pt x="1364310" y="1467486"/>
                  </a:lnTo>
                  <a:lnTo>
                    <a:pt x="1364303" y="1467474"/>
                  </a:lnTo>
                  <a:lnTo>
                    <a:pt x="1364299" y="1467460"/>
                  </a:lnTo>
                  <a:lnTo>
                    <a:pt x="1364292" y="1467443"/>
                  </a:lnTo>
                  <a:lnTo>
                    <a:pt x="1364289" y="1467434"/>
                  </a:lnTo>
                  <a:lnTo>
                    <a:pt x="1364287" y="1467429"/>
                  </a:lnTo>
                  <a:lnTo>
                    <a:pt x="1364282" y="1467416"/>
                  </a:lnTo>
                  <a:lnTo>
                    <a:pt x="1364274" y="1467405"/>
                  </a:lnTo>
                  <a:lnTo>
                    <a:pt x="1364262" y="1467387"/>
                  </a:lnTo>
                  <a:lnTo>
                    <a:pt x="1364238" y="1467355"/>
                  </a:lnTo>
                  <a:lnTo>
                    <a:pt x="1364230" y="1467344"/>
                  </a:lnTo>
                  <a:lnTo>
                    <a:pt x="1364217" y="1467343"/>
                  </a:lnTo>
                  <a:lnTo>
                    <a:pt x="1364190" y="1467327"/>
                  </a:lnTo>
                  <a:lnTo>
                    <a:pt x="1364181" y="1467318"/>
                  </a:lnTo>
                  <a:lnTo>
                    <a:pt x="1364108" y="1467245"/>
                  </a:lnTo>
                  <a:lnTo>
                    <a:pt x="1364101" y="1467238"/>
                  </a:lnTo>
                  <a:lnTo>
                    <a:pt x="1364092" y="1467229"/>
                  </a:lnTo>
                  <a:lnTo>
                    <a:pt x="1364096" y="1467216"/>
                  </a:lnTo>
                  <a:lnTo>
                    <a:pt x="1364108" y="1467172"/>
                  </a:lnTo>
                  <a:lnTo>
                    <a:pt x="1364112" y="1467158"/>
                  </a:lnTo>
                  <a:lnTo>
                    <a:pt x="1364099" y="1467152"/>
                  </a:lnTo>
                  <a:lnTo>
                    <a:pt x="1364059" y="1467130"/>
                  </a:lnTo>
                  <a:lnTo>
                    <a:pt x="1364014" y="1467100"/>
                  </a:lnTo>
                  <a:lnTo>
                    <a:pt x="1363991" y="1467099"/>
                  </a:lnTo>
                  <a:lnTo>
                    <a:pt x="1363978" y="1467098"/>
                  </a:lnTo>
                  <a:lnTo>
                    <a:pt x="1363912" y="1467100"/>
                  </a:lnTo>
                  <a:lnTo>
                    <a:pt x="1363837" y="1467102"/>
                  </a:lnTo>
                  <a:lnTo>
                    <a:pt x="1363824" y="1467103"/>
                  </a:lnTo>
                  <a:lnTo>
                    <a:pt x="1363823" y="1467088"/>
                  </a:lnTo>
                  <a:lnTo>
                    <a:pt x="1363821" y="1467047"/>
                  </a:lnTo>
                  <a:lnTo>
                    <a:pt x="1363817" y="1467032"/>
                  </a:lnTo>
                  <a:lnTo>
                    <a:pt x="1363813" y="1467020"/>
                  </a:lnTo>
                  <a:lnTo>
                    <a:pt x="1363806" y="1466999"/>
                  </a:lnTo>
                  <a:lnTo>
                    <a:pt x="1363794" y="1466997"/>
                  </a:lnTo>
                  <a:lnTo>
                    <a:pt x="1363785" y="1466996"/>
                  </a:lnTo>
                  <a:lnTo>
                    <a:pt x="1363776" y="1466999"/>
                  </a:lnTo>
                  <a:lnTo>
                    <a:pt x="1363766" y="1467006"/>
                  </a:lnTo>
                  <a:lnTo>
                    <a:pt x="1363758" y="1467008"/>
                  </a:lnTo>
                  <a:lnTo>
                    <a:pt x="1363745" y="1467006"/>
                  </a:lnTo>
                  <a:lnTo>
                    <a:pt x="1363715" y="1467006"/>
                  </a:lnTo>
                  <a:lnTo>
                    <a:pt x="1363686" y="1467006"/>
                  </a:lnTo>
                  <a:lnTo>
                    <a:pt x="1363660" y="1467007"/>
                  </a:lnTo>
                  <a:lnTo>
                    <a:pt x="1363644" y="1467004"/>
                  </a:lnTo>
                  <a:lnTo>
                    <a:pt x="1363637" y="1467000"/>
                  </a:lnTo>
                  <a:lnTo>
                    <a:pt x="1363626" y="1466994"/>
                  </a:lnTo>
                  <a:lnTo>
                    <a:pt x="1363618" y="1467003"/>
                  </a:lnTo>
                  <a:lnTo>
                    <a:pt x="1363602" y="1467033"/>
                  </a:lnTo>
                  <a:lnTo>
                    <a:pt x="1363593" y="1467030"/>
                  </a:lnTo>
                  <a:lnTo>
                    <a:pt x="1363581" y="1467043"/>
                  </a:lnTo>
                  <a:lnTo>
                    <a:pt x="1363565" y="1467055"/>
                  </a:lnTo>
                  <a:lnTo>
                    <a:pt x="1363560" y="1467074"/>
                  </a:lnTo>
                  <a:lnTo>
                    <a:pt x="1363555" y="1467086"/>
                  </a:lnTo>
                  <a:lnTo>
                    <a:pt x="1363551" y="1467099"/>
                  </a:lnTo>
                  <a:lnTo>
                    <a:pt x="1363532" y="1467142"/>
                  </a:lnTo>
                  <a:lnTo>
                    <a:pt x="1363532" y="1467162"/>
                  </a:lnTo>
                  <a:lnTo>
                    <a:pt x="1363519" y="1467200"/>
                  </a:lnTo>
                  <a:lnTo>
                    <a:pt x="1363502" y="1467245"/>
                  </a:lnTo>
                  <a:lnTo>
                    <a:pt x="1363499" y="1467260"/>
                  </a:lnTo>
                  <a:lnTo>
                    <a:pt x="1363492" y="1467266"/>
                  </a:lnTo>
                  <a:lnTo>
                    <a:pt x="1363470" y="1467297"/>
                  </a:lnTo>
                  <a:lnTo>
                    <a:pt x="1363461" y="1467308"/>
                  </a:lnTo>
                  <a:lnTo>
                    <a:pt x="1363463" y="1467323"/>
                  </a:lnTo>
                  <a:lnTo>
                    <a:pt x="1363466" y="1467341"/>
                  </a:lnTo>
                  <a:lnTo>
                    <a:pt x="1363470" y="1467349"/>
                  </a:lnTo>
                  <a:lnTo>
                    <a:pt x="1363477" y="1467360"/>
                  </a:lnTo>
                  <a:lnTo>
                    <a:pt x="1363483" y="1467367"/>
                  </a:lnTo>
                  <a:lnTo>
                    <a:pt x="1363508" y="1467402"/>
                  </a:lnTo>
                  <a:lnTo>
                    <a:pt x="1363515" y="1467411"/>
                  </a:lnTo>
                  <a:lnTo>
                    <a:pt x="1363550" y="1467441"/>
                  </a:lnTo>
                  <a:lnTo>
                    <a:pt x="1363557" y="1467449"/>
                  </a:lnTo>
                  <a:lnTo>
                    <a:pt x="1363560" y="1467454"/>
                  </a:lnTo>
                  <a:lnTo>
                    <a:pt x="1363566" y="1467467"/>
                  </a:lnTo>
                  <a:lnTo>
                    <a:pt x="1363569" y="1467479"/>
                  </a:lnTo>
                  <a:lnTo>
                    <a:pt x="1363572" y="1467495"/>
                  </a:lnTo>
                  <a:lnTo>
                    <a:pt x="1363575" y="1467504"/>
                  </a:lnTo>
                  <a:lnTo>
                    <a:pt x="1363587" y="1467516"/>
                  </a:lnTo>
                  <a:lnTo>
                    <a:pt x="1363599" y="1467526"/>
                  </a:lnTo>
                  <a:lnTo>
                    <a:pt x="1363594" y="1467538"/>
                  </a:lnTo>
                  <a:lnTo>
                    <a:pt x="1363573" y="1467580"/>
                  </a:lnTo>
                  <a:lnTo>
                    <a:pt x="1363566" y="1467594"/>
                  </a:lnTo>
                  <a:lnTo>
                    <a:pt x="1363559" y="1467605"/>
                  </a:lnTo>
                  <a:lnTo>
                    <a:pt x="1363549" y="1467613"/>
                  </a:lnTo>
                  <a:lnTo>
                    <a:pt x="1363513" y="1467625"/>
                  </a:lnTo>
                  <a:lnTo>
                    <a:pt x="1363497" y="1467633"/>
                  </a:lnTo>
                  <a:lnTo>
                    <a:pt x="1363476" y="1467647"/>
                  </a:lnTo>
                  <a:lnTo>
                    <a:pt x="1363458" y="1467662"/>
                  </a:lnTo>
                  <a:lnTo>
                    <a:pt x="1363451" y="1467668"/>
                  </a:lnTo>
                  <a:lnTo>
                    <a:pt x="1363442" y="1467676"/>
                  </a:lnTo>
                  <a:lnTo>
                    <a:pt x="1363395" y="1467713"/>
                  </a:lnTo>
                  <a:lnTo>
                    <a:pt x="1363362" y="1467738"/>
                  </a:lnTo>
                  <a:lnTo>
                    <a:pt x="1363350" y="1467747"/>
                  </a:lnTo>
                  <a:lnTo>
                    <a:pt x="1363345" y="1467751"/>
                  </a:lnTo>
                  <a:lnTo>
                    <a:pt x="1363339" y="1467755"/>
                  </a:lnTo>
                  <a:lnTo>
                    <a:pt x="1363327" y="1467761"/>
                  </a:lnTo>
                  <a:lnTo>
                    <a:pt x="1363319" y="1467765"/>
                  </a:lnTo>
                  <a:lnTo>
                    <a:pt x="1363306" y="1467774"/>
                  </a:lnTo>
                  <a:lnTo>
                    <a:pt x="1363298" y="1467784"/>
                  </a:lnTo>
                  <a:lnTo>
                    <a:pt x="1363295" y="1467789"/>
                  </a:lnTo>
                  <a:lnTo>
                    <a:pt x="1363292" y="1467794"/>
                  </a:lnTo>
                  <a:lnTo>
                    <a:pt x="1363288" y="1467806"/>
                  </a:lnTo>
                  <a:lnTo>
                    <a:pt x="1363283" y="1467820"/>
                  </a:lnTo>
                  <a:lnTo>
                    <a:pt x="1363280" y="1467828"/>
                  </a:lnTo>
                  <a:lnTo>
                    <a:pt x="1363271" y="1467844"/>
                  </a:lnTo>
                  <a:lnTo>
                    <a:pt x="1363267" y="1467847"/>
                  </a:lnTo>
                  <a:lnTo>
                    <a:pt x="1363257" y="1467857"/>
                  </a:lnTo>
                  <a:lnTo>
                    <a:pt x="1363243" y="1467864"/>
                  </a:lnTo>
                  <a:lnTo>
                    <a:pt x="1363236" y="1467865"/>
                  </a:lnTo>
                  <a:lnTo>
                    <a:pt x="1363223" y="1467868"/>
                  </a:lnTo>
                  <a:lnTo>
                    <a:pt x="1363212" y="1467868"/>
                  </a:lnTo>
                  <a:lnTo>
                    <a:pt x="1363195" y="1467869"/>
                  </a:lnTo>
                  <a:lnTo>
                    <a:pt x="1363171" y="1467868"/>
                  </a:lnTo>
                  <a:lnTo>
                    <a:pt x="1363147" y="1467866"/>
                  </a:lnTo>
                  <a:lnTo>
                    <a:pt x="1363122" y="1467860"/>
                  </a:lnTo>
                  <a:lnTo>
                    <a:pt x="1363103" y="1467856"/>
                  </a:lnTo>
                  <a:lnTo>
                    <a:pt x="1363080" y="1467852"/>
                  </a:lnTo>
                  <a:lnTo>
                    <a:pt x="1363050" y="1467846"/>
                  </a:lnTo>
                  <a:lnTo>
                    <a:pt x="1363036" y="1467840"/>
                  </a:lnTo>
                  <a:lnTo>
                    <a:pt x="1363020" y="1467828"/>
                  </a:lnTo>
                  <a:lnTo>
                    <a:pt x="1363008" y="1467820"/>
                  </a:lnTo>
                  <a:lnTo>
                    <a:pt x="1362982" y="1467805"/>
                  </a:lnTo>
                  <a:lnTo>
                    <a:pt x="1362976" y="1467803"/>
                  </a:lnTo>
                  <a:lnTo>
                    <a:pt x="1362965" y="1467798"/>
                  </a:lnTo>
                  <a:lnTo>
                    <a:pt x="1362951" y="1467795"/>
                  </a:lnTo>
                  <a:lnTo>
                    <a:pt x="1362943" y="1467793"/>
                  </a:lnTo>
                  <a:lnTo>
                    <a:pt x="1362921" y="1467786"/>
                  </a:lnTo>
                  <a:lnTo>
                    <a:pt x="1362902" y="1467778"/>
                  </a:lnTo>
                  <a:lnTo>
                    <a:pt x="1362886" y="1467767"/>
                  </a:lnTo>
                  <a:lnTo>
                    <a:pt x="1362839" y="1467744"/>
                  </a:lnTo>
                  <a:lnTo>
                    <a:pt x="1362814" y="1467725"/>
                  </a:lnTo>
                  <a:lnTo>
                    <a:pt x="1362791" y="1467688"/>
                  </a:lnTo>
                  <a:lnTo>
                    <a:pt x="1362780" y="1467671"/>
                  </a:lnTo>
                  <a:lnTo>
                    <a:pt x="1362770" y="1467651"/>
                  </a:lnTo>
                  <a:lnTo>
                    <a:pt x="1362753" y="1467628"/>
                  </a:lnTo>
                  <a:lnTo>
                    <a:pt x="1362749" y="1467623"/>
                  </a:lnTo>
                  <a:lnTo>
                    <a:pt x="1362742" y="1467619"/>
                  </a:lnTo>
                  <a:lnTo>
                    <a:pt x="1362738" y="1467616"/>
                  </a:lnTo>
                  <a:lnTo>
                    <a:pt x="1362728" y="1467615"/>
                  </a:lnTo>
                  <a:lnTo>
                    <a:pt x="1362721" y="1467613"/>
                  </a:lnTo>
                  <a:lnTo>
                    <a:pt x="1362716" y="1467606"/>
                  </a:lnTo>
                  <a:lnTo>
                    <a:pt x="1362710" y="1467592"/>
                  </a:lnTo>
                  <a:lnTo>
                    <a:pt x="1362693" y="1467569"/>
                  </a:lnTo>
                  <a:lnTo>
                    <a:pt x="1362689" y="1467566"/>
                  </a:lnTo>
                  <a:lnTo>
                    <a:pt x="1362679" y="1467561"/>
                  </a:lnTo>
                  <a:lnTo>
                    <a:pt x="1362663" y="1467548"/>
                  </a:lnTo>
                  <a:lnTo>
                    <a:pt x="1362652" y="1467536"/>
                  </a:lnTo>
                  <a:lnTo>
                    <a:pt x="1362639" y="1467515"/>
                  </a:lnTo>
                  <a:lnTo>
                    <a:pt x="1362626" y="1467498"/>
                  </a:lnTo>
                  <a:lnTo>
                    <a:pt x="1362609" y="1467477"/>
                  </a:lnTo>
                  <a:lnTo>
                    <a:pt x="1362603" y="1467465"/>
                  </a:lnTo>
                  <a:lnTo>
                    <a:pt x="1362599" y="1467458"/>
                  </a:lnTo>
                  <a:lnTo>
                    <a:pt x="1362591" y="1467448"/>
                  </a:lnTo>
                  <a:lnTo>
                    <a:pt x="1362579" y="1467444"/>
                  </a:lnTo>
                  <a:lnTo>
                    <a:pt x="1362559" y="1467436"/>
                  </a:lnTo>
                  <a:lnTo>
                    <a:pt x="1362546" y="1467425"/>
                  </a:lnTo>
                  <a:lnTo>
                    <a:pt x="1362539" y="1467417"/>
                  </a:lnTo>
                  <a:lnTo>
                    <a:pt x="1362532" y="1467411"/>
                  </a:lnTo>
                  <a:lnTo>
                    <a:pt x="1362526" y="1467405"/>
                  </a:lnTo>
                  <a:lnTo>
                    <a:pt x="1362513" y="1467397"/>
                  </a:lnTo>
                  <a:lnTo>
                    <a:pt x="1362485" y="1467384"/>
                  </a:lnTo>
                  <a:lnTo>
                    <a:pt x="1362458" y="1467374"/>
                  </a:lnTo>
                  <a:lnTo>
                    <a:pt x="1362451" y="1467370"/>
                  </a:lnTo>
                  <a:lnTo>
                    <a:pt x="1362443" y="1467362"/>
                  </a:lnTo>
                  <a:lnTo>
                    <a:pt x="1362437" y="1467354"/>
                  </a:lnTo>
                  <a:lnTo>
                    <a:pt x="1362431" y="1467342"/>
                  </a:lnTo>
                  <a:lnTo>
                    <a:pt x="1362425" y="1467328"/>
                  </a:lnTo>
                  <a:lnTo>
                    <a:pt x="1362417" y="1467318"/>
                  </a:lnTo>
                  <a:lnTo>
                    <a:pt x="1362399" y="1467293"/>
                  </a:lnTo>
                  <a:lnTo>
                    <a:pt x="1362392" y="1467283"/>
                  </a:lnTo>
                  <a:lnTo>
                    <a:pt x="1362384" y="1467273"/>
                  </a:lnTo>
                  <a:lnTo>
                    <a:pt x="1362208" y="1467045"/>
                  </a:lnTo>
                  <a:lnTo>
                    <a:pt x="1362200" y="1467034"/>
                  </a:lnTo>
                  <a:lnTo>
                    <a:pt x="1362009" y="1466785"/>
                  </a:lnTo>
                  <a:lnTo>
                    <a:pt x="1361759" y="1466463"/>
                  </a:lnTo>
                  <a:lnTo>
                    <a:pt x="1361751" y="1466452"/>
                  </a:lnTo>
                  <a:lnTo>
                    <a:pt x="1361740" y="1466460"/>
                  </a:lnTo>
                  <a:lnTo>
                    <a:pt x="1361719" y="1466474"/>
                  </a:lnTo>
                  <a:lnTo>
                    <a:pt x="1361708" y="1466482"/>
                  </a:lnTo>
                  <a:lnTo>
                    <a:pt x="1361705" y="1466494"/>
                  </a:lnTo>
                  <a:lnTo>
                    <a:pt x="1361697" y="1466529"/>
                  </a:lnTo>
                  <a:lnTo>
                    <a:pt x="1361693" y="1466541"/>
                  </a:lnTo>
                  <a:lnTo>
                    <a:pt x="1361685" y="1466550"/>
                  </a:lnTo>
                  <a:lnTo>
                    <a:pt x="1361641" y="1466592"/>
                  </a:lnTo>
                  <a:lnTo>
                    <a:pt x="1361631" y="1466600"/>
                  </a:lnTo>
                  <a:lnTo>
                    <a:pt x="1361620" y="1466607"/>
                  </a:lnTo>
                  <a:lnTo>
                    <a:pt x="1361612" y="1466612"/>
                  </a:lnTo>
                  <a:lnTo>
                    <a:pt x="1361606" y="1466607"/>
                  </a:lnTo>
                  <a:lnTo>
                    <a:pt x="1361601" y="1466602"/>
                  </a:lnTo>
                  <a:lnTo>
                    <a:pt x="1361594" y="1466596"/>
                  </a:lnTo>
                  <a:lnTo>
                    <a:pt x="1361583" y="1466588"/>
                  </a:lnTo>
                  <a:lnTo>
                    <a:pt x="1361576" y="1466581"/>
                  </a:lnTo>
                  <a:lnTo>
                    <a:pt x="1361567" y="1466573"/>
                  </a:lnTo>
                  <a:lnTo>
                    <a:pt x="1361557" y="1466565"/>
                  </a:lnTo>
                  <a:lnTo>
                    <a:pt x="1361490" y="1466512"/>
                  </a:lnTo>
                  <a:lnTo>
                    <a:pt x="1361429" y="1466468"/>
                  </a:lnTo>
                  <a:lnTo>
                    <a:pt x="1361396" y="1466442"/>
                  </a:lnTo>
                  <a:lnTo>
                    <a:pt x="1361304" y="1466379"/>
                  </a:lnTo>
                  <a:lnTo>
                    <a:pt x="1361290" y="1466370"/>
                  </a:lnTo>
                  <a:lnTo>
                    <a:pt x="1361241" y="1466333"/>
                  </a:lnTo>
                  <a:lnTo>
                    <a:pt x="1361211" y="1466311"/>
                  </a:lnTo>
                  <a:lnTo>
                    <a:pt x="1361174" y="1466281"/>
                  </a:lnTo>
                  <a:lnTo>
                    <a:pt x="1361160" y="1466269"/>
                  </a:lnTo>
                  <a:lnTo>
                    <a:pt x="1361144" y="1466252"/>
                  </a:lnTo>
                  <a:lnTo>
                    <a:pt x="1361112" y="1466219"/>
                  </a:lnTo>
                  <a:lnTo>
                    <a:pt x="1361095" y="1466203"/>
                  </a:lnTo>
                  <a:lnTo>
                    <a:pt x="1361081" y="1466186"/>
                  </a:lnTo>
                  <a:lnTo>
                    <a:pt x="1361075" y="1466178"/>
                  </a:lnTo>
                  <a:lnTo>
                    <a:pt x="1361070" y="1466170"/>
                  </a:lnTo>
                  <a:lnTo>
                    <a:pt x="1361063" y="1466158"/>
                  </a:lnTo>
                  <a:lnTo>
                    <a:pt x="1361061" y="1466153"/>
                  </a:lnTo>
                  <a:lnTo>
                    <a:pt x="1361056" y="1466140"/>
                  </a:lnTo>
                  <a:lnTo>
                    <a:pt x="1361054" y="1466135"/>
                  </a:lnTo>
                  <a:lnTo>
                    <a:pt x="1361052" y="1466129"/>
                  </a:lnTo>
                  <a:lnTo>
                    <a:pt x="1361049" y="1466122"/>
                  </a:lnTo>
                  <a:lnTo>
                    <a:pt x="1361045" y="1466117"/>
                  </a:lnTo>
                  <a:lnTo>
                    <a:pt x="1361041" y="1466110"/>
                  </a:lnTo>
                  <a:lnTo>
                    <a:pt x="1361037" y="1466101"/>
                  </a:lnTo>
                  <a:lnTo>
                    <a:pt x="1361032" y="1466086"/>
                  </a:lnTo>
                  <a:lnTo>
                    <a:pt x="1361030" y="1466078"/>
                  </a:lnTo>
                  <a:lnTo>
                    <a:pt x="1361027" y="1466062"/>
                  </a:lnTo>
                  <a:lnTo>
                    <a:pt x="1361026" y="1466058"/>
                  </a:lnTo>
                  <a:lnTo>
                    <a:pt x="1361022" y="1466039"/>
                  </a:lnTo>
                  <a:lnTo>
                    <a:pt x="1361018" y="1466020"/>
                  </a:lnTo>
                  <a:lnTo>
                    <a:pt x="1361014" y="1465998"/>
                  </a:lnTo>
                  <a:lnTo>
                    <a:pt x="1361012" y="1465992"/>
                  </a:lnTo>
                  <a:lnTo>
                    <a:pt x="1361010" y="1465982"/>
                  </a:lnTo>
                  <a:lnTo>
                    <a:pt x="1361008" y="1465977"/>
                  </a:lnTo>
                  <a:lnTo>
                    <a:pt x="1361006" y="1465972"/>
                  </a:lnTo>
                  <a:lnTo>
                    <a:pt x="1361004" y="1465966"/>
                  </a:lnTo>
                  <a:lnTo>
                    <a:pt x="1360998" y="1465950"/>
                  </a:lnTo>
                  <a:lnTo>
                    <a:pt x="1360989" y="1465940"/>
                  </a:lnTo>
                  <a:lnTo>
                    <a:pt x="1360979" y="1465929"/>
                  </a:lnTo>
                  <a:lnTo>
                    <a:pt x="1360961" y="1465913"/>
                  </a:lnTo>
                  <a:lnTo>
                    <a:pt x="1360950" y="1465903"/>
                  </a:lnTo>
                  <a:lnTo>
                    <a:pt x="1360947" y="1465900"/>
                  </a:lnTo>
                  <a:lnTo>
                    <a:pt x="1360936" y="1465890"/>
                  </a:lnTo>
                  <a:lnTo>
                    <a:pt x="1360932" y="1465886"/>
                  </a:lnTo>
                  <a:lnTo>
                    <a:pt x="1360921" y="1465875"/>
                  </a:lnTo>
                  <a:lnTo>
                    <a:pt x="1360915" y="1465870"/>
                  </a:lnTo>
                  <a:lnTo>
                    <a:pt x="1360900" y="1465857"/>
                  </a:lnTo>
                  <a:lnTo>
                    <a:pt x="1360887" y="1465844"/>
                  </a:lnTo>
                  <a:lnTo>
                    <a:pt x="1360875" y="1465826"/>
                  </a:lnTo>
                  <a:lnTo>
                    <a:pt x="1360867" y="1465811"/>
                  </a:lnTo>
                  <a:lnTo>
                    <a:pt x="1360861" y="1465799"/>
                  </a:lnTo>
                  <a:lnTo>
                    <a:pt x="1360850" y="1465780"/>
                  </a:lnTo>
                  <a:lnTo>
                    <a:pt x="1360845" y="1465773"/>
                  </a:lnTo>
                  <a:lnTo>
                    <a:pt x="1360836" y="1465761"/>
                  </a:lnTo>
                  <a:lnTo>
                    <a:pt x="1360827" y="1465749"/>
                  </a:lnTo>
                  <a:lnTo>
                    <a:pt x="1360819" y="1465737"/>
                  </a:lnTo>
                  <a:lnTo>
                    <a:pt x="1360811" y="1465725"/>
                  </a:lnTo>
                  <a:lnTo>
                    <a:pt x="1360799" y="1465709"/>
                  </a:lnTo>
                  <a:lnTo>
                    <a:pt x="1360791" y="1465701"/>
                  </a:lnTo>
                  <a:lnTo>
                    <a:pt x="1360784" y="1465693"/>
                  </a:lnTo>
                  <a:lnTo>
                    <a:pt x="1360779" y="1465687"/>
                  </a:lnTo>
                  <a:lnTo>
                    <a:pt x="1360771" y="1465675"/>
                  </a:lnTo>
                  <a:lnTo>
                    <a:pt x="1360761" y="1465660"/>
                  </a:lnTo>
                  <a:lnTo>
                    <a:pt x="1360755" y="1465647"/>
                  </a:lnTo>
                  <a:lnTo>
                    <a:pt x="1360747" y="1465636"/>
                  </a:lnTo>
                  <a:lnTo>
                    <a:pt x="1360743" y="1465629"/>
                  </a:lnTo>
                  <a:lnTo>
                    <a:pt x="1360740" y="1465624"/>
                  </a:lnTo>
                  <a:lnTo>
                    <a:pt x="1360736" y="1465617"/>
                  </a:lnTo>
                  <a:lnTo>
                    <a:pt x="1360726" y="1465601"/>
                  </a:lnTo>
                  <a:lnTo>
                    <a:pt x="1360716" y="1465585"/>
                  </a:lnTo>
                  <a:lnTo>
                    <a:pt x="1360696" y="1465561"/>
                  </a:lnTo>
                  <a:lnTo>
                    <a:pt x="1360692" y="1465557"/>
                  </a:lnTo>
                  <a:lnTo>
                    <a:pt x="1360687" y="1465550"/>
                  </a:lnTo>
                  <a:lnTo>
                    <a:pt x="1360682" y="1465545"/>
                  </a:lnTo>
                  <a:lnTo>
                    <a:pt x="1360678" y="1465538"/>
                  </a:lnTo>
                  <a:lnTo>
                    <a:pt x="1360663" y="1465516"/>
                  </a:lnTo>
                  <a:lnTo>
                    <a:pt x="1360656" y="1465502"/>
                  </a:lnTo>
                  <a:lnTo>
                    <a:pt x="1360650" y="1465492"/>
                  </a:lnTo>
                  <a:lnTo>
                    <a:pt x="1360642" y="1465478"/>
                  </a:lnTo>
                  <a:lnTo>
                    <a:pt x="1360621" y="1465445"/>
                  </a:lnTo>
                  <a:lnTo>
                    <a:pt x="1360590" y="1465401"/>
                  </a:lnTo>
                  <a:lnTo>
                    <a:pt x="1360531" y="1465339"/>
                  </a:lnTo>
                  <a:lnTo>
                    <a:pt x="1360507" y="1465313"/>
                  </a:lnTo>
                  <a:lnTo>
                    <a:pt x="1360467" y="1465274"/>
                  </a:lnTo>
                  <a:lnTo>
                    <a:pt x="1360439" y="1465242"/>
                  </a:lnTo>
                  <a:lnTo>
                    <a:pt x="1360415" y="1465211"/>
                  </a:lnTo>
                  <a:lnTo>
                    <a:pt x="1360393" y="1465166"/>
                  </a:lnTo>
                  <a:lnTo>
                    <a:pt x="1360386" y="1465147"/>
                  </a:lnTo>
                  <a:lnTo>
                    <a:pt x="1360377" y="1465128"/>
                  </a:lnTo>
                  <a:lnTo>
                    <a:pt x="1360334" y="1465065"/>
                  </a:lnTo>
                  <a:lnTo>
                    <a:pt x="1360311" y="1465035"/>
                  </a:lnTo>
                  <a:lnTo>
                    <a:pt x="1360289" y="1465001"/>
                  </a:lnTo>
                  <a:lnTo>
                    <a:pt x="1360273" y="1464966"/>
                  </a:lnTo>
                  <a:lnTo>
                    <a:pt x="1360258" y="1464915"/>
                  </a:lnTo>
                  <a:lnTo>
                    <a:pt x="1360246" y="1464874"/>
                  </a:lnTo>
                  <a:lnTo>
                    <a:pt x="1360241" y="1464819"/>
                  </a:lnTo>
                  <a:lnTo>
                    <a:pt x="1360243" y="1464775"/>
                  </a:lnTo>
                  <a:lnTo>
                    <a:pt x="1360248" y="1464724"/>
                  </a:lnTo>
                  <a:lnTo>
                    <a:pt x="1360248" y="1464714"/>
                  </a:lnTo>
                  <a:lnTo>
                    <a:pt x="1360245" y="1464682"/>
                  </a:lnTo>
                  <a:lnTo>
                    <a:pt x="1360237" y="1464643"/>
                  </a:lnTo>
                  <a:lnTo>
                    <a:pt x="1360219" y="1464574"/>
                  </a:lnTo>
                  <a:lnTo>
                    <a:pt x="1360215" y="1464559"/>
                  </a:lnTo>
                  <a:lnTo>
                    <a:pt x="1360209" y="1464548"/>
                  </a:lnTo>
                  <a:lnTo>
                    <a:pt x="1360201" y="1464530"/>
                  </a:lnTo>
                  <a:lnTo>
                    <a:pt x="1360198" y="1464520"/>
                  </a:lnTo>
                  <a:lnTo>
                    <a:pt x="1360194" y="1464485"/>
                  </a:lnTo>
                  <a:lnTo>
                    <a:pt x="1360197" y="1464437"/>
                  </a:lnTo>
                  <a:lnTo>
                    <a:pt x="1360204" y="1464392"/>
                  </a:lnTo>
                  <a:lnTo>
                    <a:pt x="1360208" y="1464359"/>
                  </a:lnTo>
                  <a:lnTo>
                    <a:pt x="1360217" y="1464315"/>
                  </a:lnTo>
                  <a:lnTo>
                    <a:pt x="1360226" y="1464269"/>
                  </a:lnTo>
                  <a:lnTo>
                    <a:pt x="1360227" y="1464250"/>
                  </a:lnTo>
                  <a:lnTo>
                    <a:pt x="1360228" y="1464216"/>
                  </a:lnTo>
                  <a:lnTo>
                    <a:pt x="1360229" y="1464187"/>
                  </a:lnTo>
                  <a:lnTo>
                    <a:pt x="1360228" y="1464158"/>
                  </a:lnTo>
                  <a:lnTo>
                    <a:pt x="1360224" y="1464110"/>
                  </a:lnTo>
                  <a:lnTo>
                    <a:pt x="1360228" y="1464069"/>
                  </a:lnTo>
                  <a:lnTo>
                    <a:pt x="1360226" y="1464034"/>
                  </a:lnTo>
                  <a:lnTo>
                    <a:pt x="1360224" y="1464003"/>
                  </a:lnTo>
                  <a:lnTo>
                    <a:pt x="1360211" y="1463959"/>
                  </a:lnTo>
                  <a:lnTo>
                    <a:pt x="1360202" y="1463928"/>
                  </a:lnTo>
                  <a:lnTo>
                    <a:pt x="1360185" y="1463896"/>
                  </a:lnTo>
                  <a:lnTo>
                    <a:pt x="1360157" y="1463844"/>
                  </a:lnTo>
                  <a:lnTo>
                    <a:pt x="1360135" y="1463804"/>
                  </a:lnTo>
                  <a:lnTo>
                    <a:pt x="1360113" y="1463766"/>
                  </a:lnTo>
                  <a:lnTo>
                    <a:pt x="1360088" y="1463731"/>
                  </a:lnTo>
                  <a:lnTo>
                    <a:pt x="1360049" y="1463687"/>
                  </a:lnTo>
                  <a:lnTo>
                    <a:pt x="1360017" y="1463662"/>
                  </a:lnTo>
                  <a:lnTo>
                    <a:pt x="1359962" y="1463622"/>
                  </a:lnTo>
                  <a:lnTo>
                    <a:pt x="1359923" y="1463590"/>
                  </a:lnTo>
                  <a:lnTo>
                    <a:pt x="1359899" y="1463566"/>
                  </a:lnTo>
                  <a:lnTo>
                    <a:pt x="1359827" y="1463495"/>
                  </a:lnTo>
                  <a:lnTo>
                    <a:pt x="1359800" y="1463471"/>
                  </a:lnTo>
                  <a:lnTo>
                    <a:pt x="1359757" y="1463444"/>
                  </a:lnTo>
                  <a:lnTo>
                    <a:pt x="1359739" y="1463432"/>
                  </a:lnTo>
                  <a:lnTo>
                    <a:pt x="1359731" y="1463427"/>
                  </a:lnTo>
                  <a:lnTo>
                    <a:pt x="1359706" y="1463410"/>
                  </a:lnTo>
                  <a:lnTo>
                    <a:pt x="1359683" y="1463394"/>
                  </a:lnTo>
                  <a:lnTo>
                    <a:pt x="1359667" y="1463384"/>
                  </a:lnTo>
                  <a:lnTo>
                    <a:pt x="1359643" y="1463368"/>
                  </a:lnTo>
                  <a:lnTo>
                    <a:pt x="1359623" y="1463350"/>
                  </a:lnTo>
                  <a:lnTo>
                    <a:pt x="1359613" y="1463339"/>
                  </a:lnTo>
                  <a:lnTo>
                    <a:pt x="1359601" y="1463327"/>
                  </a:lnTo>
                  <a:lnTo>
                    <a:pt x="1359591" y="1463317"/>
                  </a:lnTo>
                  <a:lnTo>
                    <a:pt x="1359578" y="1463304"/>
                  </a:lnTo>
                  <a:lnTo>
                    <a:pt x="1359570" y="1463296"/>
                  </a:lnTo>
                  <a:lnTo>
                    <a:pt x="1359558" y="1463285"/>
                  </a:lnTo>
                  <a:lnTo>
                    <a:pt x="1359549" y="1463275"/>
                  </a:lnTo>
                  <a:lnTo>
                    <a:pt x="1359543" y="1463269"/>
                  </a:lnTo>
                  <a:lnTo>
                    <a:pt x="1359536" y="1463263"/>
                  </a:lnTo>
                  <a:lnTo>
                    <a:pt x="1359512" y="1463232"/>
                  </a:lnTo>
                  <a:lnTo>
                    <a:pt x="1359500" y="1463217"/>
                  </a:lnTo>
                  <a:lnTo>
                    <a:pt x="1359495" y="1463211"/>
                  </a:lnTo>
                  <a:lnTo>
                    <a:pt x="1359464" y="1463169"/>
                  </a:lnTo>
                  <a:lnTo>
                    <a:pt x="1359449" y="1463151"/>
                  </a:lnTo>
                  <a:lnTo>
                    <a:pt x="1359419" y="1463134"/>
                  </a:lnTo>
                  <a:lnTo>
                    <a:pt x="1359394" y="1463119"/>
                  </a:lnTo>
                  <a:lnTo>
                    <a:pt x="1359376" y="1463103"/>
                  </a:lnTo>
                  <a:lnTo>
                    <a:pt x="1359365" y="1463088"/>
                  </a:lnTo>
                  <a:lnTo>
                    <a:pt x="1359330" y="1463021"/>
                  </a:lnTo>
                  <a:lnTo>
                    <a:pt x="1359309" y="1462979"/>
                  </a:lnTo>
                  <a:lnTo>
                    <a:pt x="1359291" y="1462926"/>
                  </a:lnTo>
                  <a:lnTo>
                    <a:pt x="1359264" y="1462851"/>
                  </a:lnTo>
                  <a:lnTo>
                    <a:pt x="1359233" y="1462781"/>
                  </a:lnTo>
                  <a:lnTo>
                    <a:pt x="1359223" y="1462767"/>
                  </a:lnTo>
                  <a:lnTo>
                    <a:pt x="1359194" y="1462731"/>
                  </a:lnTo>
                  <a:lnTo>
                    <a:pt x="1359155" y="1462684"/>
                  </a:lnTo>
                  <a:lnTo>
                    <a:pt x="1359123" y="1462661"/>
                  </a:lnTo>
                  <a:lnTo>
                    <a:pt x="1359087" y="1462650"/>
                  </a:lnTo>
                  <a:lnTo>
                    <a:pt x="1359051" y="1462644"/>
                  </a:lnTo>
                  <a:lnTo>
                    <a:pt x="1359035" y="1462645"/>
                  </a:lnTo>
                  <a:lnTo>
                    <a:pt x="1359015" y="1462652"/>
                  </a:lnTo>
                  <a:lnTo>
                    <a:pt x="1358988" y="1462667"/>
                  </a:lnTo>
                  <a:lnTo>
                    <a:pt x="1358940" y="1462713"/>
                  </a:lnTo>
                  <a:lnTo>
                    <a:pt x="1358921" y="1462740"/>
                  </a:lnTo>
                  <a:lnTo>
                    <a:pt x="1358890" y="1462789"/>
                  </a:lnTo>
                  <a:lnTo>
                    <a:pt x="1358862" y="1462832"/>
                  </a:lnTo>
                  <a:lnTo>
                    <a:pt x="1358824" y="1462883"/>
                  </a:lnTo>
                  <a:lnTo>
                    <a:pt x="1358787" y="1462928"/>
                  </a:lnTo>
                  <a:lnTo>
                    <a:pt x="1358753" y="1462960"/>
                  </a:lnTo>
                  <a:lnTo>
                    <a:pt x="1358708" y="1462990"/>
                  </a:lnTo>
                  <a:lnTo>
                    <a:pt x="1358686" y="1463012"/>
                  </a:lnTo>
                  <a:lnTo>
                    <a:pt x="1358671" y="1463048"/>
                  </a:lnTo>
                  <a:lnTo>
                    <a:pt x="1358646" y="1463076"/>
                  </a:lnTo>
                  <a:lnTo>
                    <a:pt x="1358628" y="1463093"/>
                  </a:lnTo>
                  <a:lnTo>
                    <a:pt x="1358606" y="1463113"/>
                  </a:lnTo>
                  <a:lnTo>
                    <a:pt x="1358579" y="1463137"/>
                  </a:lnTo>
                  <a:lnTo>
                    <a:pt x="1358546" y="1463160"/>
                  </a:lnTo>
                  <a:lnTo>
                    <a:pt x="1358510" y="1463173"/>
                  </a:lnTo>
                  <a:lnTo>
                    <a:pt x="1358477" y="1463178"/>
                  </a:lnTo>
                  <a:lnTo>
                    <a:pt x="1358445" y="1463178"/>
                  </a:lnTo>
                  <a:lnTo>
                    <a:pt x="1358404" y="1463166"/>
                  </a:lnTo>
                  <a:lnTo>
                    <a:pt x="1358188" y="1463535"/>
                  </a:lnTo>
                  <a:lnTo>
                    <a:pt x="1358181" y="1463562"/>
                  </a:lnTo>
                  <a:lnTo>
                    <a:pt x="1358178" y="1463576"/>
                  </a:lnTo>
                  <a:lnTo>
                    <a:pt x="1358176" y="1463581"/>
                  </a:lnTo>
                  <a:lnTo>
                    <a:pt x="1358172" y="1463586"/>
                  </a:lnTo>
                  <a:lnTo>
                    <a:pt x="1358167" y="1463590"/>
                  </a:lnTo>
                  <a:lnTo>
                    <a:pt x="1358161" y="1463598"/>
                  </a:lnTo>
                  <a:lnTo>
                    <a:pt x="1358158" y="1463626"/>
                  </a:lnTo>
                  <a:lnTo>
                    <a:pt x="1358160" y="1463638"/>
                  </a:lnTo>
                  <a:lnTo>
                    <a:pt x="1358167" y="1463646"/>
                  </a:lnTo>
                  <a:lnTo>
                    <a:pt x="1358174" y="1463653"/>
                  </a:lnTo>
                  <a:lnTo>
                    <a:pt x="1358177" y="1463678"/>
                  </a:lnTo>
                  <a:lnTo>
                    <a:pt x="1358173" y="1463684"/>
                  </a:lnTo>
                  <a:lnTo>
                    <a:pt x="1358169" y="1463688"/>
                  </a:lnTo>
                  <a:lnTo>
                    <a:pt x="1358161" y="1463694"/>
                  </a:lnTo>
                  <a:lnTo>
                    <a:pt x="1358138" y="1463708"/>
                  </a:lnTo>
                  <a:lnTo>
                    <a:pt x="1358125" y="1463716"/>
                  </a:lnTo>
                  <a:lnTo>
                    <a:pt x="1358108" y="1463723"/>
                  </a:lnTo>
                  <a:lnTo>
                    <a:pt x="1358087" y="1463728"/>
                  </a:lnTo>
                  <a:lnTo>
                    <a:pt x="1358077" y="1463727"/>
                  </a:lnTo>
                  <a:lnTo>
                    <a:pt x="1358065" y="1463725"/>
                  </a:lnTo>
                  <a:lnTo>
                    <a:pt x="1358051" y="1463728"/>
                  </a:lnTo>
                  <a:lnTo>
                    <a:pt x="1358043" y="1463736"/>
                  </a:lnTo>
                  <a:lnTo>
                    <a:pt x="1358034" y="1463749"/>
                  </a:lnTo>
                  <a:lnTo>
                    <a:pt x="1358017" y="1463775"/>
                  </a:lnTo>
                  <a:lnTo>
                    <a:pt x="1358007" y="1463798"/>
                  </a:lnTo>
                  <a:lnTo>
                    <a:pt x="1357992" y="1463825"/>
                  </a:lnTo>
                  <a:lnTo>
                    <a:pt x="1357980" y="1463848"/>
                  </a:lnTo>
                  <a:lnTo>
                    <a:pt x="1357976" y="1463861"/>
                  </a:lnTo>
                  <a:lnTo>
                    <a:pt x="1357974" y="1463879"/>
                  </a:lnTo>
                  <a:lnTo>
                    <a:pt x="1357973" y="1463892"/>
                  </a:lnTo>
                  <a:lnTo>
                    <a:pt x="1357971" y="1463903"/>
                  </a:lnTo>
                  <a:lnTo>
                    <a:pt x="1357965" y="1463916"/>
                  </a:lnTo>
                  <a:lnTo>
                    <a:pt x="1357963" y="1463921"/>
                  </a:lnTo>
                  <a:lnTo>
                    <a:pt x="1357958" y="1463932"/>
                  </a:lnTo>
                  <a:lnTo>
                    <a:pt x="1357948" y="1463956"/>
                  </a:lnTo>
                  <a:lnTo>
                    <a:pt x="1357924" y="1463994"/>
                  </a:lnTo>
                  <a:lnTo>
                    <a:pt x="1357913" y="1464007"/>
                  </a:lnTo>
                  <a:lnTo>
                    <a:pt x="1357889" y="1464034"/>
                  </a:lnTo>
                  <a:lnTo>
                    <a:pt x="1357857" y="1464066"/>
                  </a:lnTo>
                  <a:lnTo>
                    <a:pt x="1357844" y="1464076"/>
                  </a:lnTo>
                  <a:lnTo>
                    <a:pt x="1357826" y="1464091"/>
                  </a:lnTo>
                  <a:lnTo>
                    <a:pt x="1357806" y="1464113"/>
                  </a:lnTo>
                  <a:lnTo>
                    <a:pt x="1357797" y="1464122"/>
                  </a:lnTo>
                  <a:lnTo>
                    <a:pt x="1357786" y="1464133"/>
                  </a:lnTo>
                  <a:lnTo>
                    <a:pt x="1357766" y="1464150"/>
                  </a:lnTo>
                  <a:lnTo>
                    <a:pt x="1357762" y="1464163"/>
                  </a:lnTo>
                  <a:lnTo>
                    <a:pt x="1357761" y="1464178"/>
                  </a:lnTo>
                  <a:lnTo>
                    <a:pt x="1357762" y="1464185"/>
                  </a:lnTo>
                  <a:lnTo>
                    <a:pt x="1357760" y="1464200"/>
                  </a:lnTo>
                  <a:lnTo>
                    <a:pt x="1357757" y="1464206"/>
                  </a:lnTo>
                  <a:lnTo>
                    <a:pt x="1357748" y="1464212"/>
                  </a:lnTo>
                  <a:lnTo>
                    <a:pt x="1357738" y="1464216"/>
                  </a:lnTo>
                  <a:lnTo>
                    <a:pt x="1357723" y="1464217"/>
                  </a:lnTo>
                  <a:lnTo>
                    <a:pt x="1357712" y="1464216"/>
                  </a:lnTo>
                  <a:lnTo>
                    <a:pt x="1357703" y="1464218"/>
                  </a:lnTo>
                  <a:lnTo>
                    <a:pt x="1357696" y="1464223"/>
                  </a:lnTo>
                  <a:lnTo>
                    <a:pt x="1357690" y="1464226"/>
                  </a:lnTo>
                  <a:lnTo>
                    <a:pt x="1357681" y="1464227"/>
                  </a:lnTo>
                  <a:lnTo>
                    <a:pt x="1357661" y="1464225"/>
                  </a:lnTo>
                  <a:lnTo>
                    <a:pt x="1357647" y="1464225"/>
                  </a:lnTo>
                  <a:lnTo>
                    <a:pt x="1357638" y="1464231"/>
                  </a:lnTo>
                  <a:lnTo>
                    <a:pt x="1357629" y="1464237"/>
                  </a:lnTo>
                  <a:lnTo>
                    <a:pt x="1357623" y="1464241"/>
                  </a:lnTo>
                  <a:lnTo>
                    <a:pt x="1357617" y="1464248"/>
                  </a:lnTo>
                  <a:lnTo>
                    <a:pt x="1357606" y="1464255"/>
                  </a:lnTo>
                  <a:lnTo>
                    <a:pt x="1357597" y="1464260"/>
                  </a:lnTo>
                  <a:lnTo>
                    <a:pt x="1357576" y="1464274"/>
                  </a:lnTo>
                  <a:lnTo>
                    <a:pt x="1357569" y="1464276"/>
                  </a:lnTo>
                  <a:lnTo>
                    <a:pt x="1357560" y="1464276"/>
                  </a:lnTo>
                  <a:lnTo>
                    <a:pt x="1357555" y="1464277"/>
                  </a:lnTo>
                  <a:lnTo>
                    <a:pt x="1357550" y="1464277"/>
                  </a:lnTo>
                  <a:lnTo>
                    <a:pt x="1357545" y="1464277"/>
                  </a:lnTo>
                  <a:lnTo>
                    <a:pt x="1357542" y="1464283"/>
                  </a:lnTo>
                  <a:lnTo>
                    <a:pt x="1357541" y="1464292"/>
                  </a:lnTo>
                  <a:lnTo>
                    <a:pt x="1357540" y="1464308"/>
                  </a:lnTo>
                  <a:lnTo>
                    <a:pt x="1357540" y="1464317"/>
                  </a:lnTo>
                  <a:lnTo>
                    <a:pt x="1357537" y="1464339"/>
                  </a:lnTo>
                  <a:lnTo>
                    <a:pt x="1357535" y="1464355"/>
                  </a:lnTo>
                  <a:lnTo>
                    <a:pt x="1357532" y="1464382"/>
                  </a:lnTo>
                  <a:lnTo>
                    <a:pt x="1357532" y="1464399"/>
                  </a:lnTo>
                  <a:lnTo>
                    <a:pt x="1357531" y="1464408"/>
                  </a:lnTo>
                  <a:lnTo>
                    <a:pt x="1357528" y="1464417"/>
                  </a:lnTo>
                  <a:lnTo>
                    <a:pt x="1357525" y="1464427"/>
                  </a:lnTo>
                  <a:lnTo>
                    <a:pt x="1357522" y="1464435"/>
                  </a:lnTo>
                  <a:lnTo>
                    <a:pt x="1357523" y="1464445"/>
                  </a:lnTo>
                  <a:lnTo>
                    <a:pt x="1357528" y="1464454"/>
                  </a:lnTo>
                  <a:lnTo>
                    <a:pt x="1357534" y="1464465"/>
                  </a:lnTo>
                  <a:lnTo>
                    <a:pt x="1357539" y="1464487"/>
                  </a:lnTo>
                  <a:lnTo>
                    <a:pt x="1357539" y="1464499"/>
                  </a:lnTo>
                  <a:lnTo>
                    <a:pt x="1357535" y="1464516"/>
                  </a:lnTo>
                  <a:lnTo>
                    <a:pt x="1357532" y="1464528"/>
                  </a:lnTo>
                  <a:lnTo>
                    <a:pt x="1357530" y="1464544"/>
                  </a:lnTo>
                  <a:lnTo>
                    <a:pt x="1357542" y="1464560"/>
                  </a:lnTo>
                  <a:lnTo>
                    <a:pt x="1357548" y="1464575"/>
                  </a:lnTo>
                  <a:lnTo>
                    <a:pt x="1357548" y="1464583"/>
                  </a:lnTo>
                  <a:lnTo>
                    <a:pt x="1357546" y="1464594"/>
                  </a:lnTo>
                  <a:lnTo>
                    <a:pt x="1357539" y="1464605"/>
                  </a:lnTo>
                  <a:lnTo>
                    <a:pt x="1357529" y="1464616"/>
                  </a:lnTo>
                  <a:lnTo>
                    <a:pt x="1357511" y="1464646"/>
                  </a:lnTo>
                  <a:lnTo>
                    <a:pt x="1357500" y="1464657"/>
                  </a:lnTo>
                  <a:lnTo>
                    <a:pt x="1357487" y="1464665"/>
                  </a:lnTo>
                  <a:lnTo>
                    <a:pt x="1357472" y="1464673"/>
                  </a:lnTo>
                  <a:lnTo>
                    <a:pt x="1357467" y="1464680"/>
                  </a:lnTo>
                  <a:lnTo>
                    <a:pt x="1357465" y="1464688"/>
                  </a:lnTo>
                  <a:lnTo>
                    <a:pt x="1357465" y="1464693"/>
                  </a:lnTo>
                  <a:lnTo>
                    <a:pt x="1357465" y="1464703"/>
                  </a:lnTo>
                  <a:lnTo>
                    <a:pt x="1357467" y="1464732"/>
                  </a:lnTo>
                  <a:lnTo>
                    <a:pt x="1357467" y="1464765"/>
                  </a:lnTo>
                  <a:lnTo>
                    <a:pt x="1357455" y="1464777"/>
                  </a:lnTo>
                  <a:lnTo>
                    <a:pt x="1357437" y="1464799"/>
                  </a:lnTo>
                  <a:lnTo>
                    <a:pt x="1357406" y="1464829"/>
                  </a:lnTo>
                  <a:lnTo>
                    <a:pt x="1357400" y="1464839"/>
                  </a:lnTo>
                  <a:lnTo>
                    <a:pt x="1357396" y="1464850"/>
                  </a:lnTo>
                  <a:lnTo>
                    <a:pt x="1357396" y="1464863"/>
                  </a:lnTo>
                  <a:lnTo>
                    <a:pt x="1357395" y="1464883"/>
                  </a:lnTo>
                  <a:lnTo>
                    <a:pt x="1357395" y="1464910"/>
                  </a:lnTo>
                  <a:lnTo>
                    <a:pt x="1357397" y="1464926"/>
                  </a:lnTo>
                  <a:lnTo>
                    <a:pt x="1357400" y="1464951"/>
                  </a:lnTo>
                  <a:lnTo>
                    <a:pt x="1357390" y="1464977"/>
                  </a:lnTo>
                  <a:lnTo>
                    <a:pt x="1357387" y="1464996"/>
                  </a:lnTo>
                  <a:lnTo>
                    <a:pt x="1357388" y="1465004"/>
                  </a:lnTo>
                  <a:lnTo>
                    <a:pt x="1357390" y="1465012"/>
                  </a:lnTo>
                  <a:lnTo>
                    <a:pt x="1357392" y="1465026"/>
                  </a:lnTo>
                  <a:lnTo>
                    <a:pt x="1357390" y="1465038"/>
                  </a:lnTo>
                  <a:lnTo>
                    <a:pt x="1357385" y="1465050"/>
                  </a:lnTo>
                  <a:lnTo>
                    <a:pt x="1357373" y="1465062"/>
                  </a:lnTo>
                  <a:lnTo>
                    <a:pt x="1357364" y="1465076"/>
                  </a:lnTo>
                  <a:lnTo>
                    <a:pt x="1357360" y="1465084"/>
                  </a:lnTo>
                  <a:lnTo>
                    <a:pt x="1357356" y="1465093"/>
                  </a:lnTo>
                  <a:lnTo>
                    <a:pt x="1357350" y="1465102"/>
                  </a:lnTo>
                  <a:lnTo>
                    <a:pt x="1357341" y="1465102"/>
                  </a:lnTo>
                  <a:lnTo>
                    <a:pt x="1357332" y="1465099"/>
                  </a:lnTo>
                  <a:lnTo>
                    <a:pt x="1357306" y="1465096"/>
                  </a:lnTo>
                  <a:lnTo>
                    <a:pt x="1357286" y="1465093"/>
                  </a:lnTo>
                  <a:lnTo>
                    <a:pt x="1357274" y="1465092"/>
                  </a:lnTo>
                  <a:lnTo>
                    <a:pt x="1357265" y="1465093"/>
                  </a:lnTo>
                  <a:lnTo>
                    <a:pt x="1357256" y="1465095"/>
                  </a:lnTo>
                  <a:lnTo>
                    <a:pt x="1357243" y="1465101"/>
                  </a:lnTo>
                  <a:lnTo>
                    <a:pt x="1357226" y="1465109"/>
                  </a:lnTo>
                  <a:lnTo>
                    <a:pt x="1357217" y="1465115"/>
                  </a:lnTo>
                  <a:lnTo>
                    <a:pt x="1357207" y="1465119"/>
                  </a:lnTo>
                  <a:lnTo>
                    <a:pt x="1357193" y="1465123"/>
                  </a:lnTo>
                  <a:lnTo>
                    <a:pt x="1357177" y="1465132"/>
                  </a:lnTo>
                  <a:lnTo>
                    <a:pt x="1357161" y="1465138"/>
                  </a:lnTo>
                  <a:lnTo>
                    <a:pt x="1357140" y="1465144"/>
                  </a:lnTo>
                  <a:lnTo>
                    <a:pt x="1357121" y="1465143"/>
                  </a:lnTo>
                  <a:lnTo>
                    <a:pt x="1357103" y="1465140"/>
                  </a:lnTo>
                  <a:lnTo>
                    <a:pt x="1357092" y="1465135"/>
                  </a:lnTo>
                  <a:lnTo>
                    <a:pt x="1357083" y="1465128"/>
                  </a:lnTo>
                  <a:lnTo>
                    <a:pt x="1357070" y="1465122"/>
                  </a:lnTo>
                  <a:lnTo>
                    <a:pt x="1357064" y="1465132"/>
                  </a:lnTo>
                  <a:lnTo>
                    <a:pt x="1357057" y="1465142"/>
                  </a:lnTo>
                  <a:lnTo>
                    <a:pt x="1357050" y="1465154"/>
                  </a:lnTo>
                  <a:lnTo>
                    <a:pt x="1357041" y="1465164"/>
                  </a:lnTo>
                  <a:lnTo>
                    <a:pt x="1357031" y="1465176"/>
                  </a:lnTo>
                  <a:lnTo>
                    <a:pt x="1357022" y="1465187"/>
                  </a:lnTo>
                  <a:lnTo>
                    <a:pt x="1357004" y="1465207"/>
                  </a:lnTo>
                  <a:lnTo>
                    <a:pt x="1356999" y="1465213"/>
                  </a:lnTo>
                  <a:lnTo>
                    <a:pt x="1356993" y="1465215"/>
                  </a:lnTo>
                  <a:lnTo>
                    <a:pt x="1356964" y="1465220"/>
                  </a:lnTo>
                  <a:lnTo>
                    <a:pt x="1356936" y="1465223"/>
                  </a:lnTo>
                  <a:lnTo>
                    <a:pt x="1356921" y="1465220"/>
                  </a:lnTo>
                  <a:lnTo>
                    <a:pt x="1356905" y="1465214"/>
                  </a:lnTo>
                  <a:lnTo>
                    <a:pt x="1356897" y="1465210"/>
                  </a:lnTo>
                  <a:lnTo>
                    <a:pt x="1356890" y="1465206"/>
                  </a:lnTo>
                  <a:lnTo>
                    <a:pt x="1356881" y="1465197"/>
                  </a:lnTo>
                  <a:lnTo>
                    <a:pt x="1356871" y="1465186"/>
                  </a:lnTo>
                  <a:lnTo>
                    <a:pt x="1356854" y="1465177"/>
                  </a:lnTo>
                  <a:lnTo>
                    <a:pt x="1356842" y="1465173"/>
                  </a:lnTo>
                  <a:lnTo>
                    <a:pt x="1356828" y="1465169"/>
                  </a:lnTo>
                  <a:lnTo>
                    <a:pt x="1356814" y="1465164"/>
                  </a:lnTo>
                  <a:lnTo>
                    <a:pt x="1356803" y="1465156"/>
                  </a:lnTo>
                  <a:lnTo>
                    <a:pt x="1356784" y="1465149"/>
                  </a:lnTo>
                  <a:lnTo>
                    <a:pt x="1356758" y="1465142"/>
                  </a:lnTo>
                  <a:lnTo>
                    <a:pt x="1356732" y="1465135"/>
                  </a:lnTo>
                  <a:lnTo>
                    <a:pt x="1356716" y="1465131"/>
                  </a:lnTo>
                  <a:lnTo>
                    <a:pt x="1356703" y="1465124"/>
                  </a:lnTo>
                  <a:lnTo>
                    <a:pt x="1356691" y="1465113"/>
                  </a:lnTo>
                  <a:lnTo>
                    <a:pt x="1356683" y="1465106"/>
                  </a:lnTo>
                  <a:lnTo>
                    <a:pt x="1356670" y="1465089"/>
                  </a:lnTo>
                  <a:lnTo>
                    <a:pt x="1356660" y="1465077"/>
                  </a:lnTo>
                  <a:lnTo>
                    <a:pt x="1356652" y="1465071"/>
                  </a:lnTo>
                  <a:lnTo>
                    <a:pt x="1356637" y="1465068"/>
                  </a:lnTo>
                  <a:lnTo>
                    <a:pt x="1356625" y="1465067"/>
                  </a:lnTo>
                  <a:lnTo>
                    <a:pt x="1356611" y="1465067"/>
                  </a:lnTo>
                  <a:lnTo>
                    <a:pt x="1356594" y="1465062"/>
                  </a:lnTo>
                  <a:lnTo>
                    <a:pt x="1356578" y="1465062"/>
                  </a:lnTo>
                  <a:lnTo>
                    <a:pt x="1356567" y="1465063"/>
                  </a:lnTo>
                  <a:lnTo>
                    <a:pt x="1356552" y="1465066"/>
                  </a:lnTo>
                  <a:lnTo>
                    <a:pt x="1356542" y="1465068"/>
                  </a:lnTo>
                  <a:lnTo>
                    <a:pt x="1356535" y="1465063"/>
                  </a:lnTo>
                  <a:lnTo>
                    <a:pt x="1356527" y="1465060"/>
                  </a:lnTo>
                  <a:lnTo>
                    <a:pt x="1356520" y="1465060"/>
                  </a:lnTo>
                  <a:lnTo>
                    <a:pt x="1356514" y="1465063"/>
                  </a:lnTo>
                  <a:lnTo>
                    <a:pt x="1356502" y="1465063"/>
                  </a:lnTo>
                  <a:lnTo>
                    <a:pt x="1356491" y="1465062"/>
                  </a:lnTo>
                  <a:lnTo>
                    <a:pt x="1356483" y="1465062"/>
                  </a:lnTo>
                  <a:lnTo>
                    <a:pt x="1356475" y="1465059"/>
                  </a:lnTo>
                  <a:lnTo>
                    <a:pt x="1356471" y="1465055"/>
                  </a:lnTo>
                  <a:lnTo>
                    <a:pt x="1356464" y="1465050"/>
                  </a:lnTo>
                  <a:lnTo>
                    <a:pt x="1356457" y="1465048"/>
                  </a:lnTo>
                  <a:lnTo>
                    <a:pt x="1356447" y="1465047"/>
                  </a:lnTo>
                  <a:lnTo>
                    <a:pt x="1356437" y="1465050"/>
                  </a:lnTo>
                  <a:lnTo>
                    <a:pt x="1356431" y="1465051"/>
                  </a:lnTo>
                  <a:lnTo>
                    <a:pt x="1356418" y="1465047"/>
                  </a:lnTo>
                  <a:lnTo>
                    <a:pt x="1356404" y="1465043"/>
                  </a:lnTo>
                  <a:lnTo>
                    <a:pt x="1356389" y="1465039"/>
                  </a:lnTo>
                  <a:lnTo>
                    <a:pt x="1356377" y="1465039"/>
                  </a:lnTo>
                  <a:lnTo>
                    <a:pt x="1356372" y="1465041"/>
                  </a:lnTo>
                  <a:lnTo>
                    <a:pt x="1356369" y="1465045"/>
                  </a:lnTo>
                  <a:lnTo>
                    <a:pt x="1356364" y="1465050"/>
                  </a:lnTo>
                  <a:lnTo>
                    <a:pt x="1356354" y="1465055"/>
                  </a:lnTo>
                  <a:lnTo>
                    <a:pt x="1356342" y="1465059"/>
                  </a:lnTo>
                  <a:lnTo>
                    <a:pt x="1356331" y="1465061"/>
                  </a:lnTo>
                  <a:lnTo>
                    <a:pt x="1356310" y="1465057"/>
                  </a:lnTo>
                  <a:lnTo>
                    <a:pt x="1356298" y="1465061"/>
                  </a:lnTo>
                  <a:lnTo>
                    <a:pt x="1356286" y="1465069"/>
                  </a:lnTo>
                  <a:lnTo>
                    <a:pt x="1356273" y="1465071"/>
                  </a:lnTo>
                  <a:lnTo>
                    <a:pt x="1356264" y="1465073"/>
                  </a:lnTo>
                  <a:lnTo>
                    <a:pt x="1356251" y="1465076"/>
                  </a:lnTo>
                  <a:lnTo>
                    <a:pt x="1356241" y="1465082"/>
                  </a:lnTo>
                  <a:lnTo>
                    <a:pt x="1356232" y="1465082"/>
                  </a:lnTo>
                  <a:lnTo>
                    <a:pt x="1356221" y="1465083"/>
                  </a:lnTo>
                  <a:lnTo>
                    <a:pt x="1356212" y="1465081"/>
                  </a:lnTo>
                  <a:lnTo>
                    <a:pt x="1356204" y="1465079"/>
                  </a:lnTo>
                  <a:lnTo>
                    <a:pt x="1356196" y="1465112"/>
                  </a:lnTo>
                  <a:lnTo>
                    <a:pt x="1356189" y="1465125"/>
                  </a:lnTo>
                  <a:lnTo>
                    <a:pt x="1356189" y="1465144"/>
                  </a:lnTo>
                  <a:lnTo>
                    <a:pt x="1356193" y="1465155"/>
                  </a:lnTo>
                  <a:lnTo>
                    <a:pt x="1356197" y="1465168"/>
                  </a:lnTo>
                  <a:lnTo>
                    <a:pt x="1356196" y="1465179"/>
                  </a:lnTo>
                  <a:lnTo>
                    <a:pt x="1356192" y="1465191"/>
                  </a:lnTo>
                  <a:lnTo>
                    <a:pt x="1356191" y="1465203"/>
                  </a:lnTo>
                  <a:lnTo>
                    <a:pt x="1356189" y="1465219"/>
                  </a:lnTo>
                  <a:lnTo>
                    <a:pt x="1356172" y="1465216"/>
                  </a:lnTo>
                  <a:lnTo>
                    <a:pt x="1356157" y="1465214"/>
                  </a:lnTo>
                  <a:lnTo>
                    <a:pt x="1356141" y="1465214"/>
                  </a:lnTo>
                  <a:lnTo>
                    <a:pt x="1356127" y="1465218"/>
                  </a:lnTo>
                  <a:lnTo>
                    <a:pt x="1356120" y="1465223"/>
                  </a:lnTo>
                  <a:lnTo>
                    <a:pt x="1356114" y="1465231"/>
                  </a:lnTo>
                  <a:lnTo>
                    <a:pt x="1356101" y="1465243"/>
                  </a:lnTo>
                  <a:lnTo>
                    <a:pt x="1356093" y="1465253"/>
                  </a:lnTo>
                  <a:lnTo>
                    <a:pt x="1356083" y="1465262"/>
                  </a:lnTo>
                  <a:lnTo>
                    <a:pt x="1356076" y="1465278"/>
                  </a:lnTo>
                  <a:lnTo>
                    <a:pt x="1356069" y="1465287"/>
                  </a:lnTo>
                  <a:lnTo>
                    <a:pt x="1356056" y="1465298"/>
                  </a:lnTo>
                  <a:lnTo>
                    <a:pt x="1356055" y="1465316"/>
                  </a:lnTo>
                  <a:lnTo>
                    <a:pt x="1356053" y="1465328"/>
                  </a:lnTo>
                  <a:lnTo>
                    <a:pt x="1356051" y="1465335"/>
                  </a:lnTo>
                  <a:lnTo>
                    <a:pt x="1356047" y="1465345"/>
                  </a:lnTo>
                  <a:lnTo>
                    <a:pt x="1356033" y="1465357"/>
                  </a:lnTo>
                  <a:lnTo>
                    <a:pt x="1356016" y="1465380"/>
                  </a:lnTo>
                  <a:lnTo>
                    <a:pt x="1356001" y="1465400"/>
                  </a:lnTo>
                  <a:lnTo>
                    <a:pt x="1355992" y="1465416"/>
                  </a:lnTo>
                  <a:lnTo>
                    <a:pt x="1355989" y="1465436"/>
                  </a:lnTo>
                  <a:lnTo>
                    <a:pt x="1355976" y="1465472"/>
                  </a:lnTo>
                  <a:lnTo>
                    <a:pt x="1355971" y="1465480"/>
                  </a:lnTo>
                  <a:lnTo>
                    <a:pt x="1355964" y="1465491"/>
                  </a:lnTo>
                  <a:lnTo>
                    <a:pt x="1355953" y="1465499"/>
                  </a:lnTo>
                  <a:lnTo>
                    <a:pt x="1355941" y="1465507"/>
                  </a:lnTo>
                  <a:lnTo>
                    <a:pt x="1355933" y="1465511"/>
                  </a:lnTo>
                  <a:lnTo>
                    <a:pt x="1355923" y="1465515"/>
                  </a:lnTo>
                  <a:lnTo>
                    <a:pt x="1355913" y="1465519"/>
                  </a:lnTo>
                  <a:lnTo>
                    <a:pt x="1355911" y="1465525"/>
                  </a:lnTo>
                  <a:lnTo>
                    <a:pt x="1355902" y="1465533"/>
                  </a:lnTo>
                  <a:lnTo>
                    <a:pt x="1355893" y="1465542"/>
                  </a:lnTo>
                  <a:lnTo>
                    <a:pt x="1355888" y="1465550"/>
                  </a:lnTo>
                  <a:lnTo>
                    <a:pt x="1355886" y="1465557"/>
                  </a:lnTo>
                  <a:lnTo>
                    <a:pt x="1355886" y="1465568"/>
                  </a:lnTo>
                  <a:lnTo>
                    <a:pt x="1355895" y="1465578"/>
                  </a:lnTo>
                  <a:lnTo>
                    <a:pt x="1355913" y="1465589"/>
                  </a:lnTo>
                  <a:lnTo>
                    <a:pt x="1355921" y="1465604"/>
                  </a:lnTo>
                  <a:lnTo>
                    <a:pt x="1355925" y="1465607"/>
                  </a:lnTo>
                  <a:lnTo>
                    <a:pt x="1355933" y="1465609"/>
                  </a:lnTo>
                  <a:lnTo>
                    <a:pt x="1355935" y="1465633"/>
                  </a:lnTo>
                  <a:lnTo>
                    <a:pt x="1355948" y="1465638"/>
                  </a:lnTo>
                  <a:lnTo>
                    <a:pt x="1355959" y="1465640"/>
                  </a:lnTo>
                  <a:lnTo>
                    <a:pt x="1355967" y="1465648"/>
                  </a:lnTo>
                  <a:lnTo>
                    <a:pt x="1355975" y="1465659"/>
                  </a:lnTo>
                  <a:lnTo>
                    <a:pt x="1355984" y="1465669"/>
                  </a:lnTo>
                  <a:lnTo>
                    <a:pt x="1355990" y="1465674"/>
                  </a:lnTo>
                  <a:lnTo>
                    <a:pt x="1355999" y="1465678"/>
                  </a:lnTo>
                  <a:lnTo>
                    <a:pt x="1356008" y="1465680"/>
                  </a:lnTo>
                  <a:lnTo>
                    <a:pt x="1356017" y="1465679"/>
                  </a:lnTo>
                  <a:lnTo>
                    <a:pt x="1356037" y="1465680"/>
                  </a:lnTo>
                  <a:lnTo>
                    <a:pt x="1356042" y="1465691"/>
                  </a:lnTo>
                  <a:lnTo>
                    <a:pt x="1356050" y="1465714"/>
                  </a:lnTo>
                  <a:lnTo>
                    <a:pt x="1356062" y="1465740"/>
                  </a:lnTo>
                  <a:lnTo>
                    <a:pt x="1356089" y="1465770"/>
                  </a:lnTo>
                  <a:lnTo>
                    <a:pt x="1356092" y="1465779"/>
                  </a:lnTo>
                  <a:lnTo>
                    <a:pt x="1356098" y="1465792"/>
                  </a:lnTo>
                  <a:lnTo>
                    <a:pt x="1356104" y="1465801"/>
                  </a:lnTo>
                  <a:lnTo>
                    <a:pt x="1356115" y="1465813"/>
                  </a:lnTo>
                  <a:lnTo>
                    <a:pt x="1356139" y="1465842"/>
                  </a:lnTo>
                  <a:lnTo>
                    <a:pt x="1356143" y="1465848"/>
                  </a:lnTo>
                  <a:lnTo>
                    <a:pt x="1356147" y="1465862"/>
                  </a:lnTo>
                  <a:lnTo>
                    <a:pt x="1356153" y="1465872"/>
                  </a:lnTo>
                  <a:lnTo>
                    <a:pt x="1356159" y="1465880"/>
                  </a:lnTo>
                  <a:lnTo>
                    <a:pt x="1356178" y="1465898"/>
                  </a:lnTo>
                  <a:lnTo>
                    <a:pt x="1356199" y="1466060"/>
                  </a:lnTo>
                  <a:lnTo>
                    <a:pt x="1356202" y="1466086"/>
                  </a:lnTo>
                  <a:lnTo>
                    <a:pt x="1356203" y="1466097"/>
                  </a:lnTo>
                  <a:lnTo>
                    <a:pt x="1356206" y="1466106"/>
                  </a:lnTo>
                  <a:lnTo>
                    <a:pt x="1356209" y="1466126"/>
                  </a:lnTo>
                  <a:lnTo>
                    <a:pt x="1356217" y="1466133"/>
                  </a:lnTo>
                  <a:lnTo>
                    <a:pt x="1356234" y="1466140"/>
                  </a:lnTo>
                  <a:lnTo>
                    <a:pt x="1356245" y="1466145"/>
                  </a:lnTo>
                  <a:lnTo>
                    <a:pt x="1356255" y="1466152"/>
                  </a:lnTo>
                  <a:lnTo>
                    <a:pt x="1356262" y="1466160"/>
                  </a:lnTo>
                  <a:lnTo>
                    <a:pt x="1356280" y="1466180"/>
                  </a:lnTo>
                  <a:lnTo>
                    <a:pt x="1356288" y="1466191"/>
                  </a:lnTo>
                  <a:lnTo>
                    <a:pt x="1356306" y="1466212"/>
                  </a:lnTo>
                  <a:lnTo>
                    <a:pt x="1356309" y="1466219"/>
                  </a:lnTo>
                  <a:lnTo>
                    <a:pt x="1356303" y="1466233"/>
                  </a:lnTo>
                  <a:lnTo>
                    <a:pt x="1356290" y="1466250"/>
                  </a:lnTo>
                  <a:lnTo>
                    <a:pt x="1356291" y="1466263"/>
                  </a:lnTo>
                  <a:lnTo>
                    <a:pt x="1356293" y="1466274"/>
                  </a:lnTo>
                  <a:lnTo>
                    <a:pt x="1356289" y="1466295"/>
                  </a:lnTo>
                  <a:lnTo>
                    <a:pt x="1356286" y="1466307"/>
                  </a:lnTo>
                  <a:lnTo>
                    <a:pt x="1356280" y="1466323"/>
                  </a:lnTo>
                  <a:lnTo>
                    <a:pt x="1356277" y="1466334"/>
                  </a:lnTo>
                  <a:lnTo>
                    <a:pt x="1356278" y="1466347"/>
                  </a:lnTo>
                  <a:lnTo>
                    <a:pt x="1356276" y="1466367"/>
                  </a:lnTo>
                  <a:lnTo>
                    <a:pt x="1356272" y="1466391"/>
                  </a:lnTo>
                  <a:lnTo>
                    <a:pt x="1356269" y="1466406"/>
                  </a:lnTo>
                  <a:lnTo>
                    <a:pt x="1356260" y="1466422"/>
                  </a:lnTo>
                  <a:lnTo>
                    <a:pt x="1356246" y="1466440"/>
                  </a:lnTo>
                  <a:lnTo>
                    <a:pt x="1356236" y="1466453"/>
                  </a:lnTo>
                  <a:lnTo>
                    <a:pt x="1356228" y="1466481"/>
                  </a:lnTo>
                  <a:lnTo>
                    <a:pt x="1356219" y="1466515"/>
                  </a:lnTo>
                  <a:lnTo>
                    <a:pt x="1356212" y="1466531"/>
                  </a:lnTo>
                  <a:lnTo>
                    <a:pt x="1356207" y="1466544"/>
                  </a:lnTo>
                  <a:lnTo>
                    <a:pt x="1356199" y="1466551"/>
                  </a:lnTo>
                  <a:lnTo>
                    <a:pt x="1356186" y="1466557"/>
                  </a:lnTo>
                  <a:lnTo>
                    <a:pt x="1356137" y="1466559"/>
                  </a:lnTo>
                  <a:lnTo>
                    <a:pt x="1356130" y="1466558"/>
                  </a:lnTo>
                  <a:lnTo>
                    <a:pt x="1356122" y="1466558"/>
                  </a:lnTo>
                  <a:lnTo>
                    <a:pt x="1356116" y="1466562"/>
                  </a:lnTo>
                  <a:lnTo>
                    <a:pt x="1356111" y="1466564"/>
                  </a:lnTo>
                  <a:lnTo>
                    <a:pt x="1356102" y="1466571"/>
                  </a:lnTo>
                  <a:lnTo>
                    <a:pt x="1356086" y="1466578"/>
                  </a:lnTo>
                  <a:lnTo>
                    <a:pt x="1356078" y="1466584"/>
                  </a:lnTo>
                  <a:lnTo>
                    <a:pt x="1356068" y="1466590"/>
                  </a:lnTo>
                  <a:lnTo>
                    <a:pt x="1356057" y="1466598"/>
                  </a:lnTo>
                  <a:lnTo>
                    <a:pt x="1356043" y="1466599"/>
                  </a:lnTo>
                  <a:lnTo>
                    <a:pt x="1356027" y="1466605"/>
                  </a:lnTo>
                  <a:lnTo>
                    <a:pt x="1356023" y="1466618"/>
                  </a:lnTo>
                  <a:lnTo>
                    <a:pt x="1356023" y="1466625"/>
                  </a:lnTo>
                  <a:lnTo>
                    <a:pt x="1356022" y="1466634"/>
                  </a:lnTo>
                  <a:lnTo>
                    <a:pt x="1356015" y="1466639"/>
                  </a:lnTo>
                  <a:lnTo>
                    <a:pt x="1356006" y="1466640"/>
                  </a:lnTo>
                  <a:lnTo>
                    <a:pt x="1355998" y="1466640"/>
                  </a:lnTo>
                  <a:lnTo>
                    <a:pt x="1355993" y="1466641"/>
                  </a:lnTo>
                  <a:lnTo>
                    <a:pt x="1355987" y="1466640"/>
                  </a:lnTo>
                  <a:lnTo>
                    <a:pt x="1355978" y="1466640"/>
                  </a:lnTo>
                  <a:lnTo>
                    <a:pt x="1355968" y="1466641"/>
                  </a:lnTo>
                  <a:lnTo>
                    <a:pt x="1355958" y="1466640"/>
                  </a:lnTo>
                  <a:lnTo>
                    <a:pt x="1355959" y="1466635"/>
                  </a:lnTo>
                  <a:lnTo>
                    <a:pt x="1355952" y="1466632"/>
                  </a:lnTo>
                  <a:lnTo>
                    <a:pt x="1355933" y="1466659"/>
                  </a:lnTo>
                  <a:lnTo>
                    <a:pt x="1355918" y="1466668"/>
                  </a:lnTo>
                  <a:lnTo>
                    <a:pt x="1355913" y="1466674"/>
                  </a:lnTo>
                  <a:lnTo>
                    <a:pt x="1355913" y="1466681"/>
                  </a:lnTo>
                  <a:lnTo>
                    <a:pt x="1355915" y="1466685"/>
                  </a:lnTo>
                  <a:lnTo>
                    <a:pt x="1355919" y="1466693"/>
                  </a:lnTo>
                  <a:lnTo>
                    <a:pt x="1355924" y="1466701"/>
                  </a:lnTo>
                  <a:lnTo>
                    <a:pt x="1355927" y="1466707"/>
                  </a:lnTo>
                  <a:lnTo>
                    <a:pt x="1355933" y="1466717"/>
                  </a:lnTo>
                  <a:lnTo>
                    <a:pt x="1355941" y="1466726"/>
                  </a:lnTo>
                  <a:lnTo>
                    <a:pt x="1355933" y="1466735"/>
                  </a:lnTo>
                  <a:lnTo>
                    <a:pt x="1355931" y="1466741"/>
                  </a:lnTo>
                  <a:lnTo>
                    <a:pt x="1355926" y="1466751"/>
                  </a:lnTo>
                  <a:lnTo>
                    <a:pt x="1355925" y="1466759"/>
                  </a:lnTo>
                  <a:lnTo>
                    <a:pt x="1355927" y="1466766"/>
                  </a:lnTo>
                  <a:lnTo>
                    <a:pt x="1355933" y="1466776"/>
                  </a:lnTo>
                  <a:lnTo>
                    <a:pt x="1355940" y="1466785"/>
                  </a:lnTo>
                  <a:lnTo>
                    <a:pt x="1355949" y="1466801"/>
                  </a:lnTo>
                  <a:lnTo>
                    <a:pt x="1355952" y="1466812"/>
                  </a:lnTo>
                  <a:lnTo>
                    <a:pt x="1355953" y="1466827"/>
                  </a:lnTo>
                  <a:lnTo>
                    <a:pt x="1355954" y="1466837"/>
                  </a:lnTo>
                  <a:lnTo>
                    <a:pt x="1355954" y="1466845"/>
                  </a:lnTo>
                  <a:lnTo>
                    <a:pt x="1355954" y="1466853"/>
                  </a:lnTo>
                  <a:lnTo>
                    <a:pt x="1355953" y="1466861"/>
                  </a:lnTo>
                  <a:lnTo>
                    <a:pt x="1355950" y="1466870"/>
                  </a:lnTo>
                  <a:lnTo>
                    <a:pt x="1355948" y="1466878"/>
                  </a:lnTo>
                  <a:lnTo>
                    <a:pt x="1355949" y="1466890"/>
                  </a:lnTo>
                  <a:lnTo>
                    <a:pt x="1355949" y="1466900"/>
                  </a:lnTo>
                  <a:lnTo>
                    <a:pt x="1355951" y="1466916"/>
                  </a:lnTo>
                  <a:lnTo>
                    <a:pt x="1355952" y="1466947"/>
                  </a:lnTo>
                  <a:lnTo>
                    <a:pt x="1355954" y="1466971"/>
                  </a:lnTo>
                  <a:lnTo>
                    <a:pt x="1355954" y="1466977"/>
                  </a:lnTo>
                  <a:lnTo>
                    <a:pt x="1355952" y="1466982"/>
                  </a:lnTo>
                  <a:lnTo>
                    <a:pt x="1355946" y="1466990"/>
                  </a:lnTo>
                  <a:lnTo>
                    <a:pt x="1355944" y="1467001"/>
                  </a:lnTo>
                  <a:lnTo>
                    <a:pt x="1355948" y="1467009"/>
                  </a:lnTo>
                  <a:lnTo>
                    <a:pt x="1355955" y="1467017"/>
                  </a:lnTo>
                  <a:lnTo>
                    <a:pt x="1355962" y="1467029"/>
                  </a:lnTo>
                  <a:lnTo>
                    <a:pt x="1355971" y="1467048"/>
                  </a:lnTo>
                  <a:lnTo>
                    <a:pt x="1355972" y="1467057"/>
                  </a:lnTo>
                  <a:lnTo>
                    <a:pt x="1355968" y="1467071"/>
                  </a:lnTo>
                  <a:lnTo>
                    <a:pt x="1355964" y="1467087"/>
                  </a:lnTo>
                  <a:lnTo>
                    <a:pt x="1355953" y="1467101"/>
                  </a:lnTo>
                  <a:lnTo>
                    <a:pt x="1355948" y="1467113"/>
                  </a:lnTo>
                  <a:lnTo>
                    <a:pt x="1355944" y="1467121"/>
                  </a:lnTo>
                  <a:lnTo>
                    <a:pt x="1355945" y="1467129"/>
                  </a:lnTo>
                  <a:lnTo>
                    <a:pt x="1355948" y="1467137"/>
                  </a:lnTo>
                  <a:lnTo>
                    <a:pt x="1355954" y="1467145"/>
                  </a:lnTo>
                  <a:lnTo>
                    <a:pt x="1355945" y="1467147"/>
                  </a:lnTo>
                  <a:lnTo>
                    <a:pt x="1355935" y="1467149"/>
                  </a:lnTo>
                  <a:lnTo>
                    <a:pt x="1355930" y="1467150"/>
                  </a:lnTo>
                  <a:lnTo>
                    <a:pt x="1355921" y="1467155"/>
                  </a:lnTo>
                  <a:lnTo>
                    <a:pt x="1355915" y="1467160"/>
                  </a:lnTo>
                  <a:lnTo>
                    <a:pt x="1355907" y="1467165"/>
                  </a:lnTo>
                  <a:lnTo>
                    <a:pt x="1355896" y="1467172"/>
                  </a:lnTo>
                  <a:lnTo>
                    <a:pt x="1355888" y="1467176"/>
                  </a:lnTo>
                  <a:lnTo>
                    <a:pt x="1355875" y="1467188"/>
                  </a:lnTo>
                  <a:lnTo>
                    <a:pt x="1355872" y="1467196"/>
                  </a:lnTo>
                  <a:lnTo>
                    <a:pt x="1355870" y="1467202"/>
                  </a:lnTo>
                  <a:lnTo>
                    <a:pt x="1355861" y="1467208"/>
                  </a:lnTo>
                  <a:lnTo>
                    <a:pt x="1355842" y="1467220"/>
                  </a:lnTo>
                  <a:lnTo>
                    <a:pt x="1355838" y="1467229"/>
                  </a:lnTo>
                  <a:lnTo>
                    <a:pt x="1355833" y="1467241"/>
                  </a:lnTo>
                  <a:lnTo>
                    <a:pt x="1355833" y="1467250"/>
                  </a:lnTo>
                  <a:lnTo>
                    <a:pt x="1355831" y="1467279"/>
                  </a:lnTo>
                  <a:lnTo>
                    <a:pt x="1355830" y="1467294"/>
                  </a:lnTo>
                  <a:lnTo>
                    <a:pt x="1355828" y="1467333"/>
                  </a:lnTo>
                  <a:lnTo>
                    <a:pt x="1355824" y="1467361"/>
                  </a:lnTo>
                  <a:lnTo>
                    <a:pt x="1355813" y="1467391"/>
                  </a:lnTo>
                  <a:lnTo>
                    <a:pt x="1355807" y="1467405"/>
                  </a:lnTo>
                  <a:lnTo>
                    <a:pt x="1355802" y="1467416"/>
                  </a:lnTo>
                  <a:lnTo>
                    <a:pt x="1355800" y="1467420"/>
                  </a:lnTo>
                  <a:lnTo>
                    <a:pt x="1355796" y="1467425"/>
                  </a:lnTo>
                  <a:lnTo>
                    <a:pt x="1355791" y="1467429"/>
                  </a:lnTo>
                  <a:lnTo>
                    <a:pt x="1355784" y="1467436"/>
                  </a:lnTo>
                  <a:lnTo>
                    <a:pt x="1355783" y="1467442"/>
                  </a:lnTo>
                  <a:lnTo>
                    <a:pt x="1355783" y="1467450"/>
                  </a:lnTo>
                  <a:lnTo>
                    <a:pt x="1355782" y="1467459"/>
                  </a:lnTo>
                  <a:lnTo>
                    <a:pt x="1355781" y="1467472"/>
                  </a:lnTo>
                  <a:lnTo>
                    <a:pt x="1355776" y="1467483"/>
                  </a:lnTo>
                  <a:lnTo>
                    <a:pt x="1355771" y="1467491"/>
                  </a:lnTo>
                  <a:lnTo>
                    <a:pt x="1355761" y="1467504"/>
                  </a:lnTo>
                  <a:lnTo>
                    <a:pt x="1355745" y="1467514"/>
                  </a:lnTo>
                  <a:lnTo>
                    <a:pt x="1355712" y="1467533"/>
                  </a:lnTo>
                  <a:lnTo>
                    <a:pt x="1355703" y="1467539"/>
                  </a:lnTo>
                  <a:lnTo>
                    <a:pt x="1355691" y="1467546"/>
                  </a:lnTo>
                  <a:lnTo>
                    <a:pt x="1355684" y="1467559"/>
                  </a:lnTo>
                  <a:lnTo>
                    <a:pt x="1355671" y="1467578"/>
                  </a:lnTo>
                  <a:lnTo>
                    <a:pt x="1355668" y="1467582"/>
                  </a:lnTo>
                  <a:lnTo>
                    <a:pt x="1355661" y="1467587"/>
                  </a:lnTo>
                  <a:lnTo>
                    <a:pt x="1355655" y="1467587"/>
                  </a:lnTo>
                  <a:lnTo>
                    <a:pt x="1355643" y="1467585"/>
                  </a:lnTo>
                  <a:lnTo>
                    <a:pt x="1355637" y="1467583"/>
                  </a:lnTo>
                  <a:lnTo>
                    <a:pt x="1355630" y="1467582"/>
                  </a:lnTo>
                  <a:lnTo>
                    <a:pt x="1355625" y="1467581"/>
                  </a:lnTo>
                  <a:lnTo>
                    <a:pt x="1355620" y="1467581"/>
                  </a:lnTo>
                  <a:lnTo>
                    <a:pt x="1355613" y="1467578"/>
                  </a:lnTo>
                  <a:lnTo>
                    <a:pt x="1355609" y="1467576"/>
                  </a:lnTo>
                  <a:lnTo>
                    <a:pt x="1355604" y="1467572"/>
                  </a:lnTo>
                  <a:lnTo>
                    <a:pt x="1355596" y="1467570"/>
                  </a:lnTo>
                  <a:lnTo>
                    <a:pt x="1355591" y="1467571"/>
                  </a:lnTo>
                  <a:lnTo>
                    <a:pt x="1355584" y="1467573"/>
                  </a:lnTo>
                  <a:lnTo>
                    <a:pt x="1355574" y="1467572"/>
                  </a:lnTo>
                  <a:lnTo>
                    <a:pt x="1355566" y="1467573"/>
                  </a:lnTo>
                  <a:lnTo>
                    <a:pt x="1355557" y="1467576"/>
                  </a:lnTo>
                  <a:lnTo>
                    <a:pt x="1355547" y="1467585"/>
                  </a:lnTo>
                  <a:lnTo>
                    <a:pt x="1355532" y="1467577"/>
                  </a:lnTo>
                  <a:lnTo>
                    <a:pt x="1355519" y="1467583"/>
                  </a:lnTo>
                  <a:lnTo>
                    <a:pt x="1355514" y="1467587"/>
                  </a:lnTo>
                  <a:lnTo>
                    <a:pt x="1355509" y="1467590"/>
                  </a:lnTo>
                  <a:lnTo>
                    <a:pt x="1355495" y="1467605"/>
                  </a:lnTo>
                  <a:lnTo>
                    <a:pt x="1355487" y="1467610"/>
                  </a:lnTo>
                  <a:lnTo>
                    <a:pt x="1355479" y="1467613"/>
                  </a:lnTo>
                  <a:lnTo>
                    <a:pt x="1355463" y="1467612"/>
                  </a:lnTo>
                  <a:lnTo>
                    <a:pt x="1355442" y="1467608"/>
                  </a:lnTo>
                  <a:lnTo>
                    <a:pt x="1355427" y="1467606"/>
                  </a:lnTo>
                  <a:lnTo>
                    <a:pt x="1355417" y="1467615"/>
                  </a:lnTo>
                  <a:lnTo>
                    <a:pt x="1355409" y="1467625"/>
                  </a:lnTo>
                  <a:lnTo>
                    <a:pt x="1355405" y="1467630"/>
                  </a:lnTo>
                  <a:lnTo>
                    <a:pt x="1355396" y="1467641"/>
                  </a:lnTo>
                  <a:lnTo>
                    <a:pt x="1355386" y="1467648"/>
                  </a:lnTo>
                  <a:lnTo>
                    <a:pt x="1355380" y="1467652"/>
                  </a:lnTo>
                  <a:lnTo>
                    <a:pt x="1355365" y="1467654"/>
                  </a:lnTo>
                  <a:lnTo>
                    <a:pt x="1355354" y="1467659"/>
                  </a:lnTo>
                  <a:lnTo>
                    <a:pt x="1355344" y="1467665"/>
                  </a:lnTo>
                  <a:lnTo>
                    <a:pt x="1355327" y="1467670"/>
                  </a:lnTo>
                  <a:lnTo>
                    <a:pt x="1355319" y="1467673"/>
                  </a:lnTo>
                  <a:lnTo>
                    <a:pt x="1355305" y="1467676"/>
                  </a:lnTo>
                  <a:lnTo>
                    <a:pt x="1355290" y="1467681"/>
                  </a:lnTo>
                  <a:lnTo>
                    <a:pt x="1355279" y="1467684"/>
                  </a:lnTo>
                  <a:lnTo>
                    <a:pt x="1355272" y="1467687"/>
                  </a:lnTo>
                  <a:lnTo>
                    <a:pt x="1355265" y="1467691"/>
                  </a:lnTo>
                  <a:lnTo>
                    <a:pt x="1355259" y="1467692"/>
                  </a:lnTo>
                  <a:lnTo>
                    <a:pt x="1355252" y="1467694"/>
                  </a:lnTo>
                  <a:lnTo>
                    <a:pt x="1355250" y="1467698"/>
                  </a:lnTo>
                  <a:lnTo>
                    <a:pt x="1355251" y="1467704"/>
                  </a:lnTo>
                  <a:lnTo>
                    <a:pt x="1355253" y="1467717"/>
                  </a:lnTo>
                  <a:lnTo>
                    <a:pt x="1355258" y="1467737"/>
                  </a:lnTo>
                  <a:lnTo>
                    <a:pt x="1355267" y="1467752"/>
                  </a:lnTo>
                  <a:lnTo>
                    <a:pt x="1355275" y="1467768"/>
                  </a:lnTo>
                  <a:lnTo>
                    <a:pt x="1355279" y="1467782"/>
                  </a:lnTo>
                  <a:lnTo>
                    <a:pt x="1355283" y="1467793"/>
                  </a:lnTo>
                  <a:lnTo>
                    <a:pt x="1355290" y="1467803"/>
                  </a:lnTo>
                  <a:lnTo>
                    <a:pt x="1355296" y="1467812"/>
                  </a:lnTo>
                  <a:lnTo>
                    <a:pt x="1355303" y="1467823"/>
                  </a:lnTo>
                  <a:lnTo>
                    <a:pt x="1355307" y="1467830"/>
                  </a:lnTo>
                  <a:lnTo>
                    <a:pt x="1355304" y="1467836"/>
                  </a:lnTo>
                  <a:lnTo>
                    <a:pt x="1355298" y="1467844"/>
                  </a:lnTo>
                  <a:lnTo>
                    <a:pt x="1355290" y="1467854"/>
                  </a:lnTo>
                  <a:lnTo>
                    <a:pt x="1355283" y="1467863"/>
                  </a:lnTo>
                  <a:lnTo>
                    <a:pt x="1355272" y="1467874"/>
                  </a:lnTo>
                  <a:lnTo>
                    <a:pt x="1355257" y="1467888"/>
                  </a:lnTo>
                  <a:lnTo>
                    <a:pt x="1355258" y="1467904"/>
                  </a:lnTo>
                  <a:lnTo>
                    <a:pt x="1355258" y="1467918"/>
                  </a:lnTo>
                  <a:lnTo>
                    <a:pt x="1355260" y="1467939"/>
                  </a:lnTo>
                  <a:lnTo>
                    <a:pt x="1355262" y="1467950"/>
                  </a:lnTo>
                  <a:lnTo>
                    <a:pt x="1355265" y="1467963"/>
                  </a:lnTo>
                  <a:lnTo>
                    <a:pt x="1355267" y="1467971"/>
                  </a:lnTo>
                  <a:lnTo>
                    <a:pt x="1355270" y="1467977"/>
                  </a:lnTo>
                  <a:lnTo>
                    <a:pt x="1355285" y="1467968"/>
                  </a:lnTo>
                  <a:lnTo>
                    <a:pt x="1355303" y="1467962"/>
                  </a:lnTo>
                  <a:lnTo>
                    <a:pt x="1355319" y="1467958"/>
                  </a:lnTo>
                  <a:lnTo>
                    <a:pt x="1355328" y="1467962"/>
                  </a:lnTo>
                  <a:lnTo>
                    <a:pt x="1355336" y="1467966"/>
                  </a:lnTo>
                  <a:lnTo>
                    <a:pt x="1355351" y="1467976"/>
                  </a:lnTo>
                  <a:lnTo>
                    <a:pt x="1355371" y="1467986"/>
                  </a:lnTo>
                  <a:lnTo>
                    <a:pt x="1355384" y="1467992"/>
                  </a:lnTo>
                  <a:lnTo>
                    <a:pt x="1355401" y="1467998"/>
                  </a:lnTo>
                  <a:lnTo>
                    <a:pt x="1355426" y="1468009"/>
                  </a:lnTo>
                  <a:lnTo>
                    <a:pt x="1355441" y="1468016"/>
                  </a:lnTo>
                  <a:lnTo>
                    <a:pt x="1355450" y="1468020"/>
                  </a:lnTo>
                  <a:lnTo>
                    <a:pt x="1355459" y="1468025"/>
                  </a:lnTo>
                  <a:lnTo>
                    <a:pt x="1355463" y="1468029"/>
                  </a:lnTo>
                  <a:lnTo>
                    <a:pt x="1355466" y="1468033"/>
                  </a:lnTo>
                  <a:lnTo>
                    <a:pt x="1355465" y="1468049"/>
                  </a:lnTo>
                  <a:lnTo>
                    <a:pt x="1355471" y="1468062"/>
                  </a:lnTo>
                  <a:lnTo>
                    <a:pt x="1355492" y="1468109"/>
                  </a:lnTo>
                  <a:lnTo>
                    <a:pt x="1355492" y="1468117"/>
                  </a:lnTo>
                  <a:lnTo>
                    <a:pt x="1355492" y="1468124"/>
                  </a:lnTo>
                  <a:lnTo>
                    <a:pt x="1355493" y="1468130"/>
                  </a:lnTo>
                  <a:lnTo>
                    <a:pt x="1355496" y="1468135"/>
                  </a:lnTo>
                  <a:lnTo>
                    <a:pt x="1355501" y="1468142"/>
                  </a:lnTo>
                  <a:lnTo>
                    <a:pt x="1355510" y="1468149"/>
                  </a:lnTo>
                  <a:lnTo>
                    <a:pt x="1355518" y="1468154"/>
                  </a:lnTo>
                  <a:lnTo>
                    <a:pt x="1355529" y="1468158"/>
                  </a:lnTo>
                  <a:lnTo>
                    <a:pt x="1355545" y="1468172"/>
                  </a:lnTo>
                  <a:lnTo>
                    <a:pt x="1355556" y="1468185"/>
                  </a:lnTo>
                  <a:lnTo>
                    <a:pt x="1355566" y="1468193"/>
                  </a:lnTo>
                  <a:lnTo>
                    <a:pt x="1355575" y="1468204"/>
                  </a:lnTo>
                  <a:lnTo>
                    <a:pt x="1355583" y="1468218"/>
                  </a:lnTo>
                  <a:lnTo>
                    <a:pt x="1355593" y="1468230"/>
                  </a:lnTo>
                  <a:lnTo>
                    <a:pt x="1355599" y="1468237"/>
                  </a:lnTo>
                  <a:lnTo>
                    <a:pt x="1355604" y="1468244"/>
                  </a:lnTo>
                  <a:lnTo>
                    <a:pt x="1355600" y="1468250"/>
                  </a:lnTo>
                  <a:lnTo>
                    <a:pt x="1355594" y="1468254"/>
                  </a:lnTo>
                  <a:lnTo>
                    <a:pt x="1355585" y="1468261"/>
                  </a:lnTo>
                  <a:lnTo>
                    <a:pt x="1355575" y="1468266"/>
                  </a:lnTo>
                  <a:lnTo>
                    <a:pt x="1355563" y="1468269"/>
                  </a:lnTo>
                  <a:lnTo>
                    <a:pt x="1355554" y="1468273"/>
                  </a:lnTo>
                  <a:lnTo>
                    <a:pt x="1355546" y="1468279"/>
                  </a:lnTo>
                  <a:lnTo>
                    <a:pt x="1355540" y="1468284"/>
                  </a:lnTo>
                  <a:lnTo>
                    <a:pt x="1355534" y="1468286"/>
                  </a:lnTo>
                  <a:lnTo>
                    <a:pt x="1355525" y="1468288"/>
                  </a:lnTo>
                  <a:lnTo>
                    <a:pt x="1355517" y="1468288"/>
                  </a:lnTo>
                  <a:lnTo>
                    <a:pt x="1355505" y="1468286"/>
                  </a:lnTo>
                  <a:lnTo>
                    <a:pt x="1355493" y="1468280"/>
                  </a:lnTo>
                  <a:lnTo>
                    <a:pt x="1355486" y="1468278"/>
                  </a:lnTo>
                  <a:lnTo>
                    <a:pt x="1355480" y="1468277"/>
                  </a:lnTo>
                  <a:lnTo>
                    <a:pt x="1355473" y="1468278"/>
                  </a:lnTo>
                  <a:lnTo>
                    <a:pt x="1355467" y="1468279"/>
                  </a:lnTo>
                  <a:lnTo>
                    <a:pt x="1355455" y="1468278"/>
                  </a:lnTo>
                  <a:lnTo>
                    <a:pt x="1355449" y="1468278"/>
                  </a:lnTo>
                  <a:lnTo>
                    <a:pt x="1355435" y="1468277"/>
                  </a:lnTo>
                  <a:lnTo>
                    <a:pt x="1355434" y="1468300"/>
                  </a:lnTo>
                  <a:lnTo>
                    <a:pt x="1355431" y="1468344"/>
                  </a:lnTo>
                  <a:lnTo>
                    <a:pt x="1355429" y="1468359"/>
                  </a:lnTo>
                  <a:lnTo>
                    <a:pt x="1355429" y="1468364"/>
                  </a:lnTo>
                  <a:lnTo>
                    <a:pt x="1355429" y="1468376"/>
                  </a:lnTo>
                  <a:lnTo>
                    <a:pt x="1355432" y="1468386"/>
                  </a:lnTo>
                  <a:lnTo>
                    <a:pt x="1355435" y="1468397"/>
                  </a:lnTo>
                  <a:lnTo>
                    <a:pt x="1355443" y="1468426"/>
                  </a:lnTo>
                  <a:lnTo>
                    <a:pt x="1355444" y="1468434"/>
                  </a:lnTo>
                  <a:lnTo>
                    <a:pt x="1355444" y="1468446"/>
                  </a:lnTo>
                  <a:lnTo>
                    <a:pt x="1355445" y="1468456"/>
                  </a:lnTo>
                  <a:lnTo>
                    <a:pt x="1355447" y="1468469"/>
                  </a:lnTo>
                  <a:lnTo>
                    <a:pt x="1355445" y="1468481"/>
                  </a:lnTo>
                  <a:lnTo>
                    <a:pt x="1355443" y="1468495"/>
                  </a:lnTo>
                  <a:lnTo>
                    <a:pt x="1355440" y="1468505"/>
                  </a:lnTo>
                  <a:lnTo>
                    <a:pt x="1355435" y="1468518"/>
                  </a:lnTo>
                  <a:lnTo>
                    <a:pt x="1355428" y="1468540"/>
                  </a:lnTo>
                  <a:lnTo>
                    <a:pt x="1355426" y="1468547"/>
                  </a:lnTo>
                  <a:lnTo>
                    <a:pt x="1355420" y="1468576"/>
                  </a:lnTo>
                  <a:lnTo>
                    <a:pt x="1355417" y="1468592"/>
                  </a:lnTo>
                  <a:lnTo>
                    <a:pt x="1355415" y="1468601"/>
                  </a:lnTo>
                  <a:lnTo>
                    <a:pt x="1355414" y="1468609"/>
                  </a:lnTo>
                  <a:lnTo>
                    <a:pt x="1355414" y="1468619"/>
                  </a:lnTo>
                  <a:lnTo>
                    <a:pt x="1355411" y="1468634"/>
                  </a:lnTo>
                  <a:lnTo>
                    <a:pt x="1355403" y="1468641"/>
                  </a:lnTo>
                  <a:lnTo>
                    <a:pt x="1355391" y="1468658"/>
                  </a:lnTo>
                  <a:lnTo>
                    <a:pt x="1355373" y="1468680"/>
                  </a:lnTo>
                  <a:lnTo>
                    <a:pt x="1355357" y="1468696"/>
                  </a:lnTo>
                  <a:lnTo>
                    <a:pt x="1355353" y="1468701"/>
                  </a:lnTo>
                  <a:lnTo>
                    <a:pt x="1355348" y="1468708"/>
                  </a:lnTo>
                  <a:lnTo>
                    <a:pt x="1355354" y="1468715"/>
                  </a:lnTo>
                  <a:lnTo>
                    <a:pt x="1355380" y="1468738"/>
                  </a:lnTo>
                  <a:lnTo>
                    <a:pt x="1355388" y="1468747"/>
                  </a:lnTo>
                  <a:lnTo>
                    <a:pt x="1355388" y="1468754"/>
                  </a:lnTo>
                  <a:lnTo>
                    <a:pt x="1355385" y="1468762"/>
                  </a:lnTo>
                  <a:lnTo>
                    <a:pt x="1355382" y="1468771"/>
                  </a:lnTo>
                  <a:lnTo>
                    <a:pt x="1355379" y="1468780"/>
                  </a:lnTo>
                  <a:lnTo>
                    <a:pt x="1355381" y="1468789"/>
                  </a:lnTo>
                  <a:lnTo>
                    <a:pt x="1355387" y="1468797"/>
                  </a:lnTo>
                  <a:lnTo>
                    <a:pt x="1355388" y="1468802"/>
                  </a:lnTo>
                  <a:lnTo>
                    <a:pt x="1355389" y="1468808"/>
                  </a:lnTo>
                  <a:lnTo>
                    <a:pt x="1355392" y="1468832"/>
                  </a:lnTo>
                  <a:lnTo>
                    <a:pt x="1355391" y="1468841"/>
                  </a:lnTo>
                  <a:lnTo>
                    <a:pt x="1355386" y="1468849"/>
                  </a:lnTo>
                  <a:lnTo>
                    <a:pt x="1355377" y="1468857"/>
                  </a:lnTo>
                  <a:lnTo>
                    <a:pt x="1355363" y="1468865"/>
                  </a:lnTo>
                  <a:lnTo>
                    <a:pt x="1355344" y="1468879"/>
                  </a:lnTo>
                  <a:lnTo>
                    <a:pt x="1355332" y="1468887"/>
                  </a:lnTo>
                  <a:lnTo>
                    <a:pt x="1355328" y="1468892"/>
                  </a:lnTo>
                  <a:lnTo>
                    <a:pt x="1355323" y="1468898"/>
                  </a:lnTo>
                  <a:lnTo>
                    <a:pt x="1355316" y="1468904"/>
                  </a:lnTo>
                  <a:lnTo>
                    <a:pt x="1355306" y="1468913"/>
                  </a:lnTo>
                  <a:lnTo>
                    <a:pt x="1355292" y="1468928"/>
                  </a:lnTo>
                  <a:lnTo>
                    <a:pt x="1355284" y="1468943"/>
                  </a:lnTo>
                  <a:lnTo>
                    <a:pt x="1355281" y="1468955"/>
                  </a:lnTo>
                  <a:lnTo>
                    <a:pt x="1355271" y="1468980"/>
                  </a:lnTo>
                  <a:lnTo>
                    <a:pt x="1355269" y="1468986"/>
                  </a:lnTo>
                  <a:lnTo>
                    <a:pt x="1355258" y="1469000"/>
                  </a:lnTo>
                  <a:lnTo>
                    <a:pt x="1355242" y="1469010"/>
                  </a:lnTo>
                  <a:lnTo>
                    <a:pt x="1355233" y="1469016"/>
                  </a:lnTo>
                  <a:lnTo>
                    <a:pt x="1355215" y="1469025"/>
                  </a:lnTo>
                  <a:lnTo>
                    <a:pt x="1355205" y="1469029"/>
                  </a:lnTo>
                  <a:lnTo>
                    <a:pt x="1355195" y="1469031"/>
                  </a:lnTo>
                  <a:lnTo>
                    <a:pt x="1355187" y="1469032"/>
                  </a:lnTo>
                  <a:lnTo>
                    <a:pt x="1355179" y="1469032"/>
                  </a:lnTo>
                  <a:lnTo>
                    <a:pt x="1355171" y="1469032"/>
                  </a:lnTo>
                  <a:lnTo>
                    <a:pt x="1355165" y="1469031"/>
                  </a:lnTo>
                  <a:lnTo>
                    <a:pt x="1355159" y="1469030"/>
                  </a:lnTo>
                  <a:lnTo>
                    <a:pt x="1355149" y="1469027"/>
                  </a:lnTo>
                  <a:lnTo>
                    <a:pt x="1355140" y="1469027"/>
                  </a:lnTo>
                  <a:lnTo>
                    <a:pt x="1355131" y="1469025"/>
                  </a:lnTo>
                  <a:lnTo>
                    <a:pt x="1355123" y="1469022"/>
                  </a:lnTo>
                  <a:lnTo>
                    <a:pt x="1355119" y="1469020"/>
                  </a:lnTo>
                  <a:lnTo>
                    <a:pt x="1355098" y="1469010"/>
                  </a:lnTo>
                  <a:lnTo>
                    <a:pt x="1355089" y="1469006"/>
                  </a:lnTo>
                  <a:lnTo>
                    <a:pt x="1355083" y="1469002"/>
                  </a:lnTo>
                  <a:lnTo>
                    <a:pt x="1355077" y="1468999"/>
                  </a:lnTo>
                  <a:lnTo>
                    <a:pt x="1355070" y="1468993"/>
                  </a:lnTo>
                  <a:lnTo>
                    <a:pt x="1355063" y="1468987"/>
                  </a:lnTo>
                  <a:lnTo>
                    <a:pt x="1355048" y="1468980"/>
                  </a:lnTo>
                  <a:lnTo>
                    <a:pt x="1355043" y="1468979"/>
                  </a:lnTo>
                  <a:lnTo>
                    <a:pt x="1355027" y="1468985"/>
                  </a:lnTo>
                  <a:lnTo>
                    <a:pt x="1355014" y="1468994"/>
                  </a:lnTo>
                  <a:lnTo>
                    <a:pt x="1355002" y="1469000"/>
                  </a:lnTo>
                  <a:lnTo>
                    <a:pt x="1354982" y="1469018"/>
                  </a:lnTo>
                  <a:lnTo>
                    <a:pt x="1354973" y="1469032"/>
                  </a:lnTo>
                  <a:lnTo>
                    <a:pt x="1354958" y="1469048"/>
                  </a:lnTo>
                  <a:lnTo>
                    <a:pt x="1354951" y="1469053"/>
                  </a:lnTo>
                  <a:lnTo>
                    <a:pt x="1354945" y="1469057"/>
                  </a:lnTo>
                  <a:lnTo>
                    <a:pt x="1354939" y="1469058"/>
                  </a:lnTo>
                  <a:lnTo>
                    <a:pt x="1354933" y="1469044"/>
                  </a:lnTo>
                  <a:lnTo>
                    <a:pt x="1354930" y="1469033"/>
                  </a:lnTo>
                  <a:lnTo>
                    <a:pt x="1354927" y="1469021"/>
                  </a:lnTo>
                  <a:lnTo>
                    <a:pt x="1354925" y="1469005"/>
                  </a:lnTo>
                  <a:lnTo>
                    <a:pt x="1354923" y="1468986"/>
                  </a:lnTo>
                  <a:lnTo>
                    <a:pt x="1354923" y="1468965"/>
                  </a:lnTo>
                  <a:lnTo>
                    <a:pt x="1354922" y="1468959"/>
                  </a:lnTo>
                  <a:lnTo>
                    <a:pt x="1354919" y="1468949"/>
                  </a:lnTo>
                  <a:lnTo>
                    <a:pt x="1354914" y="1468939"/>
                  </a:lnTo>
                  <a:lnTo>
                    <a:pt x="1354911" y="1468923"/>
                  </a:lnTo>
                  <a:lnTo>
                    <a:pt x="1354910" y="1468915"/>
                  </a:lnTo>
                  <a:lnTo>
                    <a:pt x="1354908" y="1468904"/>
                  </a:lnTo>
                  <a:lnTo>
                    <a:pt x="1354905" y="1468899"/>
                  </a:lnTo>
                  <a:lnTo>
                    <a:pt x="1354899" y="1468885"/>
                  </a:lnTo>
                  <a:lnTo>
                    <a:pt x="1354894" y="1468863"/>
                  </a:lnTo>
                  <a:lnTo>
                    <a:pt x="1354890" y="1468853"/>
                  </a:lnTo>
                  <a:lnTo>
                    <a:pt x="1354888" y="1468847"/>
                  </a:lnTo>
                  <a:lnTo>
                    <a:pt x="1354887" y="1468840"/>
                  </a:lnTo>
                  <a:lnTo>
                    <a:pt x="1354887" y="1468834"/>
                  </a:lnTo>
                  <a:lnTo>
                    <a:pt x="1354889" y="1468826"/>
                  </a:lnTo>
                  <a:lnTo>
                    <a:pt x="1354892" y="1468816"/>
                  </a:lnTo>
                  <a:lnTo>
                    <a:pt x="1354893" y="1468810"/>
                  </a:lnTo>
                  <a:lnTo>
                    <a:pt x="1354896" y="1468796"/>
                  </a:lnTo>
                  <a:lnTo>
                    <a:pt x="1354906" y="1468787"/>
                  </a:lnTo>
                  <a:lnTo>
                    <a:pt x="1354910" y="1468781"/>
                  </a:lnTo>
                  <a:lnTo>
                    <a:pt x="1354915" y="1468770"/>
                  </a:lnTo>
                  <a:lnTo>
                    <a:pt x="1354916" y="1468763"/>
                  </a:lnTo>
                  <a:lnTo>
                    <a:pt x="1354916" y="1468756"/>
                  </a:lnTo>
                  <a:lnTo>
                    <a:pt x="1354916" y="1468746"/>
                  </a:lnTo>
                  <a:lnTo>
                    <a:pt x="1354915" y="1468740"/>
                  </a:lnTo>
                  <a:lnTo>
                    <a:pt x="1354894" y="1468737"/>
                  </a:lnTo>
                  <a:lnTo>
                    <a:pt x="1354873" y="1468731"/>
                  </a:lnTo>
                  <a:lnTo>
                    <a:pt x="1354848" y="1468720"/>
                  </a:lnTo>
                  <a:lnTo>
                    <a:pt x="1354842" y="1468716"/>
                  </a:lnTo>
                  <a:lnTo>
                    <a:pt x="1354840" y="1468710"/>
                  </a:lnTo>
                  <a:lnTo>
                    <a:pt x="1354836" y="1468695"/>
                  </a:lnTo>
                  <a:lnTo>
                    <a:pt x="1354827" y="1468686"/>
                  </a:lnTo>
                  <a:lnTo>
                    <a:pt x="1354813" y="1468672"/>
                  </a:lnTo>
                  <a:lnTo>
                    <a:pt x="1354801" y="1468659"/>
                  </a:lnTo>
                  <a:lnTo>
                    <a:pt x="1354789" y="1468647"/>
                  </a:lnTo>
                  <a:lnTo>
                    <a:pt x="1354782" y="1468637"/>
                  </a:lnTo>
                  <a:lnTo>
                    <a:pt x="1354777" y="1468622"/>
                  </a:lnTo>
                  <a:lnTo>
                    <a:pt x="1354768" y="1468614"/>
                  </a:lnTo>
                  <a:lnTo>
                    <a:pt x="1354763" y="1468611"/>
                  </a:lnTo>
                  <a:lnTo>
                    <a:pt x="1354745" y="1468600"/>
                  </a:lnTo>
                  <a:lnTo>
                    <a:pt x="1354732" y="1468593"/>
                  </a:lnTo>
                  <a:lnTo>
                    <a:pt x="1354726" y="1468588"/>
                  </a:lnTo>
                  <a:lnTo>
                    <a:pt x="1354723" y="1468584"/>
                  </a:lnTo>
                  <a:lnTo>
                    <a:pt x="1354718" y="1468575"/>
                  </a:lnTo>
                  <a:lnTo>
                    <a:pt x="1354713" y="1468566"/>
                  </a:lnTo>
                  <a:lnTo>
                    <a:pt x="1354703" y="1468557"/>
                  </a:lnTo>
                  <a:lnTo>
                    <a:pt x="1354695" y="1468551"/>
                  </a:lnTo>
                  <a:lnTo>
                    <a:pt x="1354689" y="1468550"/>
                  </a:lnTo>
                  <a:lnTo>
                    <a:pt x="1354680" y="1468551"/>
                  </a:lnTo>
                  <a:lnTo>
                    <a:pt x="1354666" y="1468558"/>
                  </a:lnTo>
                  <a:lnTo>
                    <a:pt x="1354649" y="1468565"/>
                  </a:lnTo>
                  <a:lnTo>
                    <a:pt x="1354633" y="1468572"/>
                  </a:lnTo>
                  <a:lnTo>
                    <a:pt x="1354615" y="1468586"/>
                  </a:lnTo>
                  <a:lnTo>
                    <a:pt x="1354605" y="1468592"/>
                  </a:lnTo>
                  <a:lnTo>
                    <a:pt x="1354592" y="1468597"/>
                  </a:lnTo>
                  <a:lnTo>
                    <a:pt x="1354579" y="1468602"/>
                  </a:lnTo>
                  <a:lnTo>
                    <a:pt x="1354569" y="1468605"/>
                  </a:lnTo>
                  <a:lnTo>
                    <a:pt x="1354548" y="1468611"/>
                  </a:lnTo>
                  <a:lnTo>
                    <a:pt x="1354530" y="1468616"/>
                  </a:lnTo>
                  <a:lnTo>
                    <a:pt x="1354514" y="1468630"/>
                  </a:lnTo>
                  <a:lnTo>
                    <a:pt x="1354503" y="1468643"/>
                  </a:lnTo>
                  <a:lnTo>
                    <a:pt x="1354491" y="1468658"/>
                  </a:lnTo>
                  <a:lnTo>
                    <a:pt x="1354474" y="1468665"/>
                  </a:lnTo>
                  <a:lnTo>
                    <a:pt x="1354463" y="1468671"/>
                  </a:lnTo>
                  <a:lnTo>
                    <a:pt x="1354445" y="1468679"/>
                  </a:lnTo>
                  <a:lnTo>
                    <a:pt x="1354430" y="1468689"/>
                  </a:lnTo>
                  <a:lnTo>
                    <a:pt x="1354420" y="1468699"/>
                  </a:lnTo>
                  <a:lnTo>
                    <a:pt x="1354410" y="1468712"/>
                  </a:lnTo>
                  <a:lnTo>
                    <a:pt x="1354396" y="1468720"/>
                  </a:lnTo>
                  <a:lnTo>
                    <a:pt x="1354380" y="1468727"/>
                  </a:lnTo>
                  <a:lnTo>
                    <a:pt x="1354369" y="1468728"/>
                  </a:lnTo>
                  <a:lnTo>
                    <a:pt x="1354351" y="1468727"/>
                  </a:lnTo>
                  <a:lnTo>
                    <a:pt x="1354339" y="1468724"/>
                  </a:lnTo>
                  <a:lnTo>
                    <a:pt x="1354328" y="1468720"/>
                  </a:lnTo>
                  <a:lnTo>
                    <a:pt x="1354315" y="1468715"/>
                  </a:lnTo>
                  <a:lnTo>
                    <a:pt x="1354306" y="1468711"/>
                  </a:lnTo>
                  <a:lnTo>
                    <a:pt x="1354294" y="1468708"/>
                  </a:lnTo>
                  <a:lnTo>
                    <a:pt x="1354284" y="1468707"/>
                  </a:lnTo>
                  <a:lnTo>
                    <a:pt x="1354277" y="1468709"/>
                  </a:lnTo>
                  <a:lnTo>
                    <a:pt x="1354272" y="1468713"/>
                  </a:lnTo>
                  <a:lnTo>
                    <a:pt x="1354261" y="1468726"/>
                  </a:lnTo>
                  <a:lnTo>
                    <a:pt x="1354256" y="1468732"/>
                  </a:lnTo>
                  <a:lnTo>
                    <a:pt x="1354253" y="1468735"/>
                  </a:lnTo>
                  <a:lnTo>
                    <a:pt x="1354248" y="1468737"/>
                  </a:lnTo>
                  <a:lnTo>
                    <a:pt x="1354241" y="1468734"/>
                  </a:lnTo>
                  <a:lnTo>
                    <a:pt x="1354233" y="1468726"/>
                  </a:lnTo>
                  <a:lnTo>
                    <a:pt x="1354222" y="1468711"/>
                  </a:lnTo>
                  <a:lnTo>
                    <a:pt x="1354215" y="1468699"/>
                  </a:lnTo>
                  <a:lnTo>
                    <a:pt x="1354213" y="1468685"/>
                  </a:lnTo>
                  <a:lnTo>
                    <a:pt x="1354217" y="1468671"/>
                  </a:lnTo>
                  <a:lnTo>
                    <a:pt x="1354222" y="1468660"/>
                  </a:lnTo>
                  <a:lnTo>
                    <a:pt x="1354227" y="1468652"/>
                  </a:lnTo>
                  <a:lnTo>
                    <a:pt x="1354230" y="1468647"/>
                  </a:lnTo>
                  <a:lnTo>
                    <a:pt x="1354236" y="1468632"/>
                  </a:lnTo>
                  <a:lnTo>
                    <a:pt x="1354243" y="1468621"/>
                  </a:lnTo>
                  <a:lnTo>
                    <a:pt x="1354243" y="1468612"/>
                  </a:lnTo>
                  <a:lnTo>
                    <a:pt x="1354237" y="1468603"/>
                  </a:lnTo>
                  <a:lnTo>
                    <a:pt x="1354233" y="1468595"/>
                  </a:lnTo>
                  <a:lnTo>
                    <a:pt x="1354221" y="1468585"/>
                  </a:lnTo>
                  <a:lnTo>
                    <a:pt x="1354208" y="1468574"/>
                  </a:lnTo>
                  <a:lnTo>
                    <a:pt x="1354200" y="1468569"/>
                  </a:lnTo>
                  <a:lnTo>
                    <a:pt x="1354190" y="1468563"/>
                  </a:lnTo>
                  <a:lnTo>
                    <a:pt x="1354180" y="1468551"/>
                  </a:lnTo>
                  <a:lnTo>
                    <a:pt x="1354160" y="1468527"/>
                  </a:lnTo>
                  <a:lnTo>
                    <a:pt x="1354154" y="1468518"/>
                  </a:lnTo>
                  <a:lnTo>
                    <a:pt x="1354149" y="1468508"/>
                  </a:lnTo>
                  <a:lnTo>
                    <a:pt x="1354144" y="1468496"/>
                  </a:lnTo>
                  <a:lnTo>
                    <a:pt x="1354131" y="1468484"/>
                  </a:lnTo>
                  <a:lnTo>
                    <a:pt x="1354120" y="1468478"/>
                  </a:lnTo>
                  <a:lnTo>
                    <a:pt x="1354114" y="1468476"/>
                  </a:lnTo>
                  <a:lnTo>
                    <a:pt x="1354100" y="1468472"/>
                  </a:lnTo>
                  <a:lnTo>
                    <a:pt x="1354091" y="1468471"/>
                  </a:lnTo>
                  <a:lnTo>
                    <a:pt x="1354083" y="1468472"/>
                  </a:lnTo>
                  <a:lnTo>
                    <a:pt x="1354076" y="1468473"/>
                  </a:lnTo>
                  <a:lnTo>
                    <a:pt x="1354061" y="1468487"/>
                  </a:lnTo>
                  <a:lnTo>
                    <a:pt x="1354052" y="1468492"/>
                  </a:lnTo>
                  <a:lnTo>
                    <a:pt x="1354041" y="1468497"/>
                  </a:lnTo>
                  <a:lnTo>
                    <a:pt x="1354034" y="1468501"/>
                  </a:lnTo>
                  <a:lnTo>
                    <a:pt x="1354024" y="1468505"/>
                  </a:lnTo>
                  <a:lnTo>
                    <a:pt x="1354015" y="1468509"/>
                  </a:lnTo>
                  <a:lnTo>
                    <a:pt x="1354009" y="1468510"/>
                  </a:lnTo>
                  <a:lnTo>
                    <a:pt x="1354000" y="1468509"/>
                  </a:lnTo>
                  <a:lnTo>
                    <a:pt x="1353996" y="1468510"/>
                  </a:lnTo>
                  <a:lnTo>
                    <a:pt x="1353988" y="1468513"/>
                  </a:lnTo>
                  <a:lnTo>
                    <a:pt x="1353982" y="1468514"/>
                  </a:lnTo>
                  <a:lnTo>
                    <a:pt x="1353972" y="1468516"/>
                  </a:lnTo>
                  <a:lnTo>
                    <a:pt x="1353964" y="1468517"/>
                  </a:lnTo>
                  <a:lnTo>
                    <a:pt x="1353947" y="1468518"/>
                  </a:lnTo>
                  <a:lnTo>
                    <a:pt x="1353938" y="1468516"/>
                  </a:lnTo>
                  <a:lnTo>
                    <a:pt x="1353927" y="1468512"/>
                  </a:lnTo>
                  <a:lnTo>
                    <a:pt x="1353916" y="1468503"/>
                  </a:lnTo>
                  <a:lnTo>
                    <a:pt x="1353909" y="1468495"/>
                  </a:lnTo>
                  <a:lnTo>
                    <a:pt x="1353906" y="1468491"/>
                  </a:lnTo>
                  <a:lnTo>
                    <a:pt x="1353898" y="1468483"/>
                  </a:lnTo>
                  <a:lnTo>
                    <a:pt x="1353891" y="1468470"/>
                  </a:lnTo>
                  <a:lnTo>
                    <a:pt x="1353887" y="1468462"/>
                  </a:lnTo>
                  <a:lnTo>
                    <a:pt x="1353880" y="1468452"/>
                  </a:lnTo>
                  <a:lnTo>
                    <a:pt x="1353873" y="1468444"/>
                  </a:lnTo>
                  <a:lnTo>
                    <a:pt x="1353863" y="1468433"/>
                  </a:lnTo>
                  <a:lnTo>
                    <a:pt x="1353856" y="1468431"/>
                  </a:lnTo>
                  <a:lnTo>
                    <a:pt x="1353839" y="1468430"/>
                  </a:lnTo>
                  <a:lnTo>
                    <a:pt x="1353823" y="1468428"/>
                  </a:lnTo>
                  <a:lnTo>
                    <a:pt x="1353815" y="1468427"/>
                  </a:lnTo>
                  <a:lnTo>
                    <a:pt x="1353805" y="1468431"/>
                  </a:lnTo>
                  <a:lnTo>
                    <a:pt x="1353796" y="1468436"/>
                  </a:lnTo>
                  <a:lnTo>
                    <a:pt x="1353791" y="1468436"/>
                  </a:lnTo>
                  <a:lnTo>
                    <a:pt x="1353784" y="1468433"/>
                  </a:lnTo>
                  <a:lnTo>
                    <a:pt x="1353779" y="1468430"/>
                  </a:lnTo>
                  <a:lnTo>
                    <a:pt x="1353773" y="1468427"/>
                  </a:lnTo>
                  <a:lnTo>
                    <a:pt x="1353767" y="1468420"/>
                  </a:lnTo>
                  <a:lnTo>
                    <a:pt x="1353760" y="1468415"/>
                  </a:lnTo>
                  <a:lnTo>
                    <a:pt x="1353756" y="1468409"/>
                  </a:lnTo>
                  <a:lnTo>
                    <a:pt x="1353751" y="1468401"/>
                  </a:lnTo>
                  <a:lnTo>
                    <a:pt x="1353747" y="1468395"/>
                  </a:lnTo>
                  <a:lnTo>
                    <a:pt x="1353745" y="1468388"/>
                  </a:lnTo>
                  <a:lnTo>
                    <a:pt x="1353741" y="1468383"/>
                  </a:lnTo>
                  <a:lnTo>
                    <a:pt x="1353736" y="1468377"/>
                  </a:lnTo>
                  <a:lnTo>
                    <a:pt x="1353733" y="1468373"/>
                  </a:lnTo>
                  <a:lnTo>
                    <a:pt x="1353729" y="1468368"/>
                  </a:lnTo>
                  <a:lnTo>
                    <a:pt x="1353724" y="1468362"/>
                  </a:lnTo>
                  <a:lnTo>
                    <a:pt x="1353721" y="1468355"/>
                  </a:lnTo>
                  <a:lnTo>
                    <a:pt x="1353719" y="1468350"/>
                  </a:lnTo>
                  <a:lnTo>
                    <a:pt x="1353717" y="1468343"/>
                  </a:lnTo>
                  <a:lnTo>
                    <a:pt x="1353716" y="1468338"/>
                  </a:lnTo>
                  <a:lnTo>
                    <a:pt x="1353717" y="1468331"/>
                  </a:lnTo>
                  <a:lnTo>
                    <a:pt x="1353718" y="1468325"/>
                  </a:lnTo>
                  <a:lnTo>
                    <a:pt x="1353720" y="1468316"/>
                  </a:lnTo>
                  <a:lnTo>
                    <a:pt x="1353722" y="1468299"/>
                  </a:lnTo>
                  <a:lnTo>
                    <a:pt x="1353722" y="1468282"/>
                  </a:lnTo>
                  <a:lnTo>
                    <a:pt x="1353719" y="1468277"/>
                  </a:lnTo>
                  <a:lnTo>
                    <a:pt x="1353717" y="1468271"/>
                  </a:lnTo>
                  <a:lnTo>
                    <a:pt x="1353715" y="1468263"/>
                  </a:lnTo>
                  <a:lnTo>
                    <a:pt x="1353714" y="1468254"/>
                  </a:lnTo>
                  <a:lnTo>
                    <a:pt x="1353716" y="1468249"/>
                  </a:lnTo>
                  <a:lnTo>
                    <a:pt x="1353756" y="1468197"/>
                  </a:lnTo>
                  <a:lnTo>
                    <a:pt x="1353766" y="1468182"/>
                  </a:lnTo>
                  <a:lnTo>
                    <a:pt x="1353760" y="1468179"/>
                  </a:lnTo>
                  <a:lnTo>
                    <a:pt x="1353755" y="1468176"/>
                  </a:lnTo>
                  <a:lnTo>
                    <a:pt x="1353746" y="1468171"/>
                  </a:lnTo>
                  <a:lnTo>
                    <a:pt x="1353739" y="1468167"/>
                  </a:lnTo>
                  <a:lnTo>
                    <a:pt x="1353729" y="1468165"/>
                  </a:lnTo>
                  <a:lnTo>
                    <a:pt x="1353724" y="1468160"/>
                  </a:lnTo>
                  <a:lnTo>
                    <a:pt x="1353718" y="1468151"/>
                  </a:lnTo>
                  <a:lnTo>
                    <a:pt x="1353714" y="1468142"/>
                  </a:lnTo>
                  <a:lnTo>
                    <a:pt x="1353707" y="1468131"/>
                  </a:lnTo>
                  <a:lnTo>
                    <a:pt x="1353703" y="1468125"/>
                  </a:lnTo>
                  <a:lnTo>
                    <a:pt x="1353698" y="1468119"/>
                  </a:lnTo>
                  <a:lnTo>
                    <a:pt x="1353692" y="1468113"/>
                  </a:lnTo>
                  <a:lnTo>
                    <a:pt x="1353689" y="1468107"/>
                  </a:lnTo>
                  <a:lnTo>
                    <a:pt x="1353683" y="1468099"/>
                  </a:lnTo>
                  <a:lnTo>
                    <a:pt x="1353679" y="1468092"/>
                  </a:lnTo>
                  <a:lnTo>
                    <a:pt x="1353672" y="1468088"/>
                  </a:lnTo>
                  <a:lnTo>
                    <a:pt x="1353665" y="1468087"/>
                  </a:lnTo>
                  <a:lnTo>
                    <a:pt x="1353659" y="1468083"/>
                  </a:lnTo>
                  <a:lnTo>
                    <a:pt x="1353654" y="1468080"/>
                  </a:lnTo>
                  <a:lnTo>
                    <a:pt x="1353647" y="1468075"/>
                  </a:lnTo>
                  <a:lnTo>
                    <a:pt x="1353636" y="1468066"/>
                  </a:lnTo>
                  <a:lnTo>
                    <a:pt x="1353626" y="1468049"/>
                  </a:lnTo>
                  <a:lnTo>
                    <a:pt x="1353611" y="1468039"/>
                  </a:lnTo>
                  <a:lnTo>
                    <a:pt x="1353604" y="1468038"/>
                  </a:lnTo>
                  <a:lnTo>
                    <a:pt x="1353599" y="1468038"/>
                  </a:lnTo>
                  <a:lnTo>
                    <a:pt x="1353595" y="1468041"/>
                  </a:lnTo>
                  <a:lnTo>
                    <a:pt x="1353589" y="1468045"/>
                  </a:lnTo>
                  <a:lnTo>
                    <a:pt x="1353583" y="1468050"/>
                  </a:lnTo>
                  <a:lnTo>
                    <a:pt x="1353576" y="1468055"/>
                  </a:lnTo>
                  <a:lnTo>
                    <a:pt x="1353566" y="1468062"/>
                  </a:lnTo>
                  <a:lnTo>
                    <a:pt x="1353560" y="1468070"/>
                  </a:lnTo>
                  <a:lnTo>
                    <a:pt x="1353556" y="1468076"/>
                  </a:lnTo>
                  <a:lnTo>
                    <a:pt x="1353550" y="1468082"/>
                  </a:lnTo>
                  <a:lnTo>
                    <a:pt x="1353542" y="1468093"/>
                  </a:lnTo>
                  <a:lnTo>
                    <a:pt x="1353536" y="1468101"/>
                  </a:lnTo>
                  <a:lnTo>
                    <a:pt x="1353527" y="1468109"/>
                  </a:lnTo>
                  <a:lnTo>
                    <a:pt x="1353521" y="1468115"/>
                  </a:lnTo>
                  <a:lnTo>
                    <a:pt x="1353514" y="1468120"/>
                  </a:lnTo>
                  <a:lnTo>
                    <a:pt x="1353507" y="1468124"/>
                  </a:lnTo>
                  <a:lnTo>
                    <a:pt x="1353496" y="1468130"/>
                  </a:lnTo>
                  <a:lnTo>
                    <a:pt x="1353485" y="1468134"/>
                  </a:lnTo>
                  <a:lnTo>
                    <a:pt x="1353478" y="1468133"/>
                  </a:lnTo>
                  <a:lnTo>
                    <a:pt x="1353473" y="1468133"/>
                  </a:lnTo>
                  <a:lnTo>
                    <a:pt x="1353464" y="1468131"/>
                  </a:lnTo>
                  <a:lnTo>
                    <a:pt x="1353453" y="1468129"/>
                  </a:lnTo>
                  <a:lnTo>
                    <a:pt x="1353444" y="1468129"/>
                  </a:lnTo>
                  <a:lnTo>
                    <a:pt x="1353436" y="1468128"/>
                  </a:lnTo>
                  <a:lnTo>
                    <a:pt x="1353429" y="1468127"/>
                  </a:lnTo>
                  <a:lnTo>
                    <a:pt x="1353421" y="1468124"/>
                  </a:lnTo>
                  <a:lnTo>
                    <a:pt x="1353414" y="1468116"/>
                  </a:lnTo>
                  <a:lnTo>
                    <a:pt x="1353406" y="1468109"/>
                  </a:lnTo>
                  <a:lnTo>
                    <a:pt x="1353400" y="1468102"/>
                  </a:lnTo>
                  <a:lnTo>
                    <a:pt x="1353386" y="1468093"/>
                  </a:lnTo>
                  <a:lnTo>
                    <a:pt x="1353374" y="1468094"/>
                  </a:lnTo>
                  <a:lnTo>
                    <a:pt x="1353369" y="1468097"/>
                  </a:lnTo>
                  <a:lnTo>
                    <a:pt x="1353365" y="1468100"/>
                  </a:lnTo>
                  <a:lnTo>
                    <a:pt x="1353351" y="1468110"/>
                  </a:lnTo>
                  <a:lnTo>
                    <a:pt x="1353346" y="1468113"/>
                  </a:lnTo>
                  <a:lnTo>
                    <a:pt x="1353342" y="1468115"/>
                  </a:lnTo>
                  <a:lnTo>
                    <a:pt x="1353331" y="1468119"/>
                  </a:lnTo>
                  <a:lnTo>
                    <a:pt x="1353320" y="1468126"/>
                  </a:lnTo>
                  <a:lnTo>
                    <a:pt x="1353309" y="1468131"/>
                  </a:lnTo>
                  <a:lnTo>
                    <a:pt x="1353287" y="1468137"/>
                  </a:lnTo>
                  <a:lnTo>
                    <a:pt x="1353262" y="1468147"/>
                  </a:lnTo>
                  <a:lnTo>
                    <a:pt x="1353253" y="1468151"/>
                  </a:lnTo>
                  <a:lnTo>
                    <a:pt x="1353247" y="1468157"/>
                  </a:lnTo>
                  <a:lnTo>
                    <a:pt x="1353243" y="1468162"/>
                  </a:lnTo>
                  <a:lnTo>
                    <a:pt x="1353237" y="1468167"/>
                  </a:lnTo>
                  <a:lnTo>
                    <a:pt x="1353228" y="1468167"/>
                  </a:lnTo>
                  <a:lnTo>
                    <a:pt x="1353216" y="1468165"/>
                  </a:lnTo>
                  <a:lnTo>
                    <a:pt x="1353207" y="1468166"/>
                  </a:lnTo>
                  <a:lnTo>
                    <a:pt x="1353204" y="1468172"/>
                  </a:lnTo>
                  <a:lnTo>
                    <a:pt x="1353198" y="1468185"/>
                  </a:lnTo>
                  <a:lnTo>
                    <a:pt x="1353186" y="1468201"/>
                  </a:lnTo>
                  <a:lnTo>
                    <a:pt x="1353169" y="1468217"/>
                  </a:lnTo>
                  <a:lnTo>
                    <a:pt x="1353162" y="1468227"/>
                  </a:lnTo>
                  <a:lnTo>
                    <a:pt x="1353154" y="1468236"/>
                  </a:lnTo>
                  <a:lnTo>
                    <a:pt x="1353147" y="1468242"/>
                  </a:lnTo>
                  <a:lnTo>
                    <a:pt x="1353140" y="1468245"/>
                  </a:lnTo>
                  <a:lnTo>
                    <a:pt x="1353130" y="1468250"/>
                  </a:lnTo>
                  <a:lnTo>
                    <a:pt x="1353121" y="1468253"/>
                  </a:lnTo>
                  <a:lnTo>
                    <a:pt x="1353110" y="1468253"/>
                  </a:lnTo>
                  <a:lnTo>
                    <a:pt x="1353095" y="1468252"/>
                  </a:lnTo>
                  <a:lnTo>
                    <a:pt x="1353073" y="1468247"/>
                  </a:lnTo>
                  <a:lnTo>
                    <a:pt x="1353061" y="1468242"/>
                  </a:lnTo>
                  <a:lnTo>
                    <a:pt x="1353044" y="1468233"/>
                  </a:lnTo>
                  <a:lnTo>
                    <a:pt x="1353037" y="1468223"/>
                  </a:lnTo>
                  <a:lnTo>
                    <a:pt x="1353032" y="1468212"/>
                  </a:lnTo>
                  <a:lnTo>
                    <a:pt x="1353025" y="1468195"/>
                  </a:lnTo>
                  <a:lnTo>
                    <a:pt x="1353021" y="1468188"/>
                  </a:lnTo>
                  <a:lnTo>
                    <a:pt x="1353020" y="1468178"/>
                  </a:lnTo>
                  <a:lnTo>
                    <a:pt x="1353019" y="1468169"/>
                  </a:lnTo>
                  <a:lnTo>
                    <a:pt x="1353020" y="1468158"/>
                  </a:lnTo>
                  <a:lnTo>
                    <a:pt x="1353023" y="1468143"/>
                  </a:lnTo>
                  <a:lnTo>
                    <a:pt x="1353028" y="1468128"/>
                  </a:lnTo>
                  <a:lnTo>
                    <a:pt x="1353033" y="1468114"/>
                  </a:lnTo>
                  <a:lnTo>
                    <a:pt x="1353035" y="1468103"/>
                  </a:lnTo>
                  <a:lnTo>
                    <a:pt x="1353037" y="1468094"/>
                  </a:lnTo>
                  <a:lnTo>
                    <a:pt x="1353041" y="1468082"/>
                  </a:lnTo>
                  <a:lnTo>
                    <a:pt x="1353044" y="1468063"/>
                  </a:lnTo>
                  <a:lnTo>
                    <a:pt x="1353044" y="1468050"/>
                  </a:lnTo>
                  <a:lnTo>
                    <a:pt x="1353042" y="1468036"/>
                  </a:lnTo>
                  <a:lnTo>
                    <a:pt x="1353042" y="1468017"/>
                  </a:lnTo>
                  <a:lnTo>
                    <a:pt x="1353043" y="1468004"/>
                  </a:lnTo>
                  <a:lnTo>
                    <a:pt x="1353029" y="1467985"/>
                  </a:lnTo>
                  <a:lnTo>
                    <a:pt x="1353006" y="1467961"/>
                  </a:lnTo>
                  <a:lnTo>
                    <a:pt x="1352994" y="1467948"/>
                  </a:lnTo>
                  <a:lnTo>
                    <a:pt x="1352980" y="1467933"/>
                  </a:lnTo>
                  <a:lnTo>
                    <a:pt x="1352972" y="1467922"/>
                  </a:lnTo>
                  <a:lnTo>
                    <a:pt x="1352967" y="1467915"/>
                  </a:lnTo>
                  <a:lnTo>
                    <a:pt x="1352964" y="1467909"/>
                  </a:lnTo>
                  <a:lnTo>
                    <a:pt x="1352972" y="1467899"/>
                  </a:lnTo>
                  <a:lnTo>
                    <a:pt x="1352973" y="1467877"/>
                  </a:lnTo>
                  <a:lnTo>
                    <a:pt x="1352963" y="1467868"/>
                  </a:lnTo>
                  <a:lnTo>
                    <a:pt x="1352960" y="1467861"/>
                  </a:lnTo>
                  <a:lnTo>
                    <a:pt x="1352955" y="1467850"/>
                  </a:lnTo>
                  <a:lnTo>
                    <a:pt x="1352951" y="1467837"/>
                  </a:lnTo>
                  <a:lnTo>
                    <a:pt x="1352950" y="1467824"/>
                  </a:lnTo>
                  <a:lnTo>
                    <a:pt x="1352954" y="1467816"/>
                  </a:lnTo>
                  <a:lnTo>
                    <a:pt x="1352963" y="1467808"/>
                  </a:lnTo>
                  <a:lnTo>
                    <a:pt x="1352970" y="1467798"/>
                  </a:lnTo>
                  <a:lnTo>
                    <a:pt x="1352972" y="1467793"/>
                  </a:lnTo>
                  <a:lnTo>
                    <a:pt x="1352973" y="1467786"/>
                  </a:lnTo>
                  <a:lnTo>
                    <a:pt x="1352961" y="1467778"/>
                  </a:lnTo>
                  <a:lnTo>
                    <a:pt x="1352949" y="1467770"/>
                  </a:lnTo>
                  <a:lnTo>
                    <a:pt x="1352930" y="1467760"/>
                  </a:lnTo>
                  <a:lnTo>
                    <a:pt x="1352917" y="1467751"/>
                  </a:lnTo>
                  <a:lnTo>
                    <a:pt x="1352906" y="1467744"/>
                  </a:lnTo>
                  <a:lnTo>
                    <a:pt x="1352899" y="1467734"/>
                  </a:lnTo>
                  <a:lnTo>
                    <a:pt x="1352895" y="1467727"/>
                  </a:lnTo>
                  <a:lnTo>
                    <a:pt x="1352891" y="1467723"/>
                  </a:lnTo>
                  <a:lnTo>
                    <a:pt x="1352879" y="1467716"/>
                  </a:lnTo>
                  <a:lnTo>
                    <a:pt x="1352870" y="1467715"/>
                  </a:lnTo>
                  <a:lnTo>
                    <a:pt x="1352850" y="1467713"/>
                  </a:lnTo>
                  <a:lnTo>
                    <a:pt x="1352841" y="1467711"/>
                  </a:lnTo>
                  <a:lnTo>
                    <a:pt x="1352834" y="1467709"/>
                  </a:lnTo>
                  <a:lnTo>
                    <a:pt x="1352823" y="1467702"/>
                  </a:lnTo>
                  <a:lnTo>
                    <a:pt x="1352808" y="1467701"/>
                  </a:lnTo>
                  <a:lnTo>
                    <a:pt x="1352795" y="1467698"/>
                  </a:lnTo>
                  <a:lnTo>
                    <a:pt x="1352785" y="1467693"/>
                  </a:lnTo>
                  <a:lnTo>
                    <a:pt x="1352768" y="1467688"/>
                  </a:lnTo>
                  <a:lnTo>
                    <a:pt x="1352753" y="1467686"/>
                  </a:lnTo>
                  <a:lnTo>
                    <a:pt x="1352744" y="1467686"/>
                  </a:lnTo>
                  <a:lnTo>
                    <a:pt x="1352708" y="1467682"/>
                  </a:lnTo>
                  <a:lnTo>
                    <a:pt x="1352696" y="1467688"/>
                  </a:lnTo>
                  <a:lnTo>
                    <a:pt x="1352689" y="1467690"/>
                  </a:lnTo>
                  <a:lnTo>
                    <a:pt x="1352672" y="1467691"/>
                  </a:lnTo>
                  <a:lnTo>
                    <a:pt x="1352662" y="1467691"/>
                  </a:lnTo>
                  <a:lnTo>
                    <a:pt x="1352654" y="1467689"/>
                  </a:lnTo>
                  <a:lnTo>
                    <a:pt x="1352638" y="1467681"/>
                  </a:lnTo>
                  <a:lnTo>
                    <a:pt x="1352613" y="1467669"/>
                  </a:lnTo>
                  <a:lnTo>
                    <a:pt x="1352603" y="1467661"/>
                  </a:lnTo>
                  <a:lnTo>
                    <a:pt x="1352592" y="1467659"/>
                  </a:lnTo>
                  <a:lnTo>
                    <a:pt x="1352575" y="1467661"/>
                  </a:lnTo>
                  <a:lnTo>
                    <a:pt x="1352556" y="1467661"/>
                  </a:lnTo>
                  <a:lnTo>
                    <a:pt x="1352543" y="1467663"/>
                  </a:lnTo>
                  <a:lnTo>
                    <a:pt x="1352539" y="1467666"/>
                  </a:lnTo>
                  <a:lnTo>
                    <a:pt x="1352539" y="1467673"/>
                  </a:lnTo>
                  <a:lnTo>
                    <a:pt x="1352539" y="1467681"/>
                  </a:lnTo>
                  <a:lnTo>
                    <a:pt x="1352536" y="1467690"/>
                  </a:lnTo>
                  <a:lnTo>
                    <a:pt x="1352531" y="1467700"/>
                  </a:lnTo>
                  <a:lnTo>
                    <a:pt x="1352525" y="1467707"/>
                  </a:lnTo>
                  <a:lnTo>
                    <a:pt x="1352511" y="1467717"/>
                  </a:lnTo>
                  <a:lnTo>
                    <a:pt x="1352507" y="1467724"/>
                  </a:lnTo>
                  <a:lnTo>
                    <a:pt x="1352507" y="1467736"/>
                  </a:lnTo>
                  <a:lnTo>
                    <a:pt x="1352511" y="1467751"/>
                  </a:lnTo>
                  <a:lnTo>
                    <a:pt x="1352515" y="1467759"/>
                  </a:lnTo>
                  <a:lnTo>
                    <a:pt x="1352520" y="1467767"/>
                  </a:lnTo>
                  <a:lnTo>
                    <a:pt x="1352526" y="1467778"/>
                  </a:lnTo>
                  <a:lnTo>
                    <a:pt x="1352529" y="1467789"/>
                  </a:lnTo>
                  <a:lnTo>
                    <a:pt x="1352528" y="1467796"/>
                  </a:lnTo>
                  <a:lnTo>
                    <a:pt x="1352528" y="1467804"/>
                  </a:lnTo>
                  <a:lnTo>
                    <a:pt x="1352529" y="1467814"/>
                  </a:lnTo>
                  <a:lnTo>
                    <a:pt x="1352532" y="1467825"/>
                  </a:lnTo>
                  <a:lnTo>
                    <a:pt x="1352538" y="1467841"/>
                  </a:lnTo>
                  <a:lnTo>
                    <a:pt x="1352543" y="1467854"/>
                  </a:lnTo>
                  <a:lnTo>
                    <a:pt x="1352550" y="1467862"/>
                  </a:lnTo>
                  <a:lnTo>
                    <a:pt x="1352561" y="1467870"/>
                  </a:lnTo>
                  <a:lnTo>
                    <a:pt x="1352566" y="1467878"/>
                  </a:lnTo>
                  <a:lnTo>
                    <a:pt x="1352569" y="1467884"/>
                  </a:lnTo>
                  <a:lnTo>
                    <a:pt x="1352570" y="1467901"/>
                  </a:lnTo>
                  <a:lnTo>
                    <a:pt x="1352570" y="1467908"/>
                  </a:lnTo>
                  <a:lnTo>
                    <a:pt x="1352573" y="1467923"/>
                  </a:lnTo>
                  <a:lnTo>
                    <a:pt x="1352571" y="1467931"/>
                  </a:lnTo>
                  <a:lnTo>
                    <a:pt x="1352563" y="1467937"/>
                  </a:lnTo>
                  <a:lnTo>
                    <a:pt x="1352556" y="1467942"/>
                  </a:lnTo>
                  <a:lnTo>
                    <a:pt x="1352546" y="1467947"/>
                  </a:lnTo>
                  <a:lnTo>
                    <a:pt x="1352535" y="1467956"/>
                  </a:lnTo>
                  <a:lnTo>
                    <a:pt x="1352531" y="1467958"/>
                  </a:lnTo>
                  <a:lnTo>
                    <a:pt x="1352523" y="1467960"/>
                  </a:lnTo>
                  <a:lnTo>
                    <a:pt x="1352515" y="1467955"/>
                  </a:lnTo>
                  <a:lnTo>
                    <a:pt x="1352504" y="1467947"/>
                  </a:lnTo>
                  <a:lnTo>
                    <a:pt x="1352493" y="1467939"/>
                  </a:lnTo>
                  <a:lnTo>
                    <a:pt x="1352485" y="1467930"/>
                  </a:lnTo>
                  <a:lnTo>
                    <a:pt x="1352475" y="1467921"/>
                  </a:lnTo>
                  <a:lnTo>
                    <a:pt x="1352467" y="1467919"/>
                  </a:lnTo>
                  <a:lnTo>
                    <a:pt x="1352458" y="1467921"/>
                  </a:lnTo>
                  <a:lnTo>
                    <a:pt x="1352446" y="1467929"/>
                  </a:lnTo>
                  <a:lnTo>
                    <a:pt x="1352433" y="1467938"/>
                  </a:lnTo>
                  <a:lnTo>
                    <a:pt x="1352424" y="1467948"/>
                  </a:lnTo>
                  <a:lnTo>
                    <a:pt x="1352413" y="1467961"/>
                  </a:lnTo>
                  <a:lnTo>
                    <a:pt x="1352410" y="1467967"/>
                  </a:lnTo>
                  <a:lnTo>
                    <a:pt x="1352405" y="1467976"/>
                  </a:lnTo>
                  <a:lnTo>
                    <a:pt x="1352402" y="1467987"/>
                  </a:lnTo>
                  <a:lnTo>
                    <a:pt x="1352408" y="1467995"/>
                  </a:lnTo>
                  <a:lnTo>
                    <a:pt x="1352413" y="1467999"/>
                  </a:lnTo>
                  <a:lnTo>
                    <a:pt x="1352422" y="1468006"/>
                  </a:lnTo>
                  <a:lnTo>
                    <a:pt x="1352436" y="1468017"/>
                  </a:lnTo>
                  <a:lnTo>
                    <a:pt x="1352445" y="1468029"/>
                  </a:lnTo>
                  <a:lnTo>
                    <a:pt x="1352450" y="1468036"/>
                  </a:lnTo>
                  <a:lnTo>
                    <a:pt x="1352455" y="1468045"/>
                  </a:lnTo>
                  <a:lnTo>
                    <a:pt x="1352456" y="1468055"/>
                  </a:lnTo>
                  <a:lnTo>
                    <a:pt x="1352452" y="1468069"/>
                  </a:lnTo>
                  <a:lnTo>
                    <a:pt x="1352442" y="1468090"/>
                  </a:lnTo>
                  <a:lnTo>
                    <a:pt x="1352441" y="1468103"/>
                  </a:lnTo>
                  <a:lnTo>
                    <a:pt x="1352439" y="1468110"/>
                  </a:lnTo>
                  <a:lnTo>
                    <a:pt x="1352434" y="1468125"/>
                  </a:lnTo>
                  <a:lnTo>
                    <a:pt x="1352430" y="1468133"/>
                  </a:lnTo>
                  <a:lnTo>
                    <a:pt x="1352424" y="1468144"/>
                  </a:lnTo>
                  <a:lnTo>
                    <a:pt x="1352418" y="1468153"/>
                  </a:lnTo>
                  <a:lnTo>
                    <a:pt x="1352412" y="1468163"/>
                  </a:lnTo>
                  <a:lnTo>
                    <a:pt x="1352403" y="1468172"/>
                  </a:lnTo>
                  <a:lnTo>
                    <a:pt x="1352395" y="1468177"/>
                  </a:lnTo>
                  <a:lnTo>
                    <a:pt x="1352389" y="1468182"/>
                  </a:lnTo>
                  <a:lnTo>
                    <a:pt x="1352379" y="1468189"/>
                  </a:lnTo>
                  <a:lnTo>
                    <a:pt x="1352369" y="1468197"/>
                  </a:lnTo>
                  <a:lnTo>
                    <a:pt x="1352363" y="1468200"/>
                  </a:lnTo>
                  <a:lnTo>
                    <a:pt x="1352356" y="1468201"/>
                  </a:lnTo>
                  <a:lnTo>
                    <a:pt x="1352349" y="1468202"/>
                  </a:lnTo>
                  <a:lnTo>
                    <a:pt x="1352341" y="1468201"/>
                  </a:lnTo>
                  <a:lnTo>
                    <a:pt x="1352328" y="1468197"/>
                  </a:lnTo>
                  <a:lnTo>
                    <a:pt x="1352320" y="1468192"/>
                  </a:lnTo>
                  <a:lnTo>
                    <a:pt x="1352313" y="1468191"/>
                  </a:lnTo>
                  <a:lnTo>
                    <a:pt x="1352309" y="1468196"/>
                  </a:lnTo>
                  <a:lnTo>
                    <a:pt x="1352303" y="1468217"/>
                  </a:lnTo>
                  <a:lnTo>
                    <a:pt x="1352293" y="1468227"/>
                  </a:lnTo>
                  <a:lnTo>
                    <a:pt x="1352268" y="1468248"/>
                  </a:lnTo>
                  <a:lnTo>
                    <a:pt x="1352260" y="1468253"/>
                  </a:lnTo>
                  <a:lnTo>
                    <a:pt x="1352253" y="1468257"/>
                  </a:lnTo>
                  <a:lnTo>
                    <a:pt x="1352247" y="1468267"/>
                  </a:lnTo>
                  <a:lnTo>
                    <a:pt x="1352243" y="1468276"/>
                  </a:lnTo>
                  <a:lnTo>
                    <a:pt x="1352245" y="1468284"/>
                  </a:lnTo>
                  <a:lnTo>
                    <a:pt x="1352249" y="1468296"/>
                  </a:lnTo>
                  <a:lnTo>
                    <a:pt x="1352239" y="1468306"/>
                  </a:lnTo>
                  <a:lnTo>
                    <a:pt x="1352221" y="1468322"/>
                  </a:lnTo>
                  <a:lnTo>
                    <a:pt x="1352214" y="1468333"/>
                  </a:lnTo>
                  <a:lnTo>
                    <a:pt x="1352206" y="1468348"/>
                  </a:lnTo>
                  <a:lnTo>
                    <a:pt x="1352205" y="1468354"/>
                  </a:lnTo>
                  <a:lnTo>
                    <a:pt x="1352204" y="1468365"/>
                  </a:lnTo>
                  <a:lnTo>
                    <a:pt x="1352202" y="1468373"/>
                  </a:lnTo>
                  <a:lnTo>
                    <a:pt x="1352198" y="1468385"/>
                  </a:lnTo>
                  <a:lnTo>
                    <a:pt x="1352194" y="1468394"/>
                  </a:lnTo>
                  <a:lnTo>
                    <a:pt x="1352187" y="1468409"/>
                  </a:lnTo>
                  <a:lnTo>
                    <a:pt x="1352179" y="1468425"/>
                  </a:lnTo>
                  <a:lnTo>
                    <a:pt x="1352180" y="1468438"/>
                  </a:lnTo>
                  <a:lnTo>
                    <a:pt x="1352177" y="1468449"/>
                  </a:lnTo>
                  <a:lnTo>
                    <a:pt x="1352168" y="1468458"/>
                  </a:lnTo>
                  <a:lnTo>
                    <a:pt x="1352155" y="1468476"/>
                  </a:lnTo>
                  <a:lnTo>
                    <a:pt x="1352137" y="1468497"/>
                  </a:lnTo>
                  <a:lnTo>
                    <a:pt x="1352128" y="1468506"/>
                  </a:lnTo>
                  <a:lnTo>
                    <a:pt x="1352120" y="1468510"/>
                  </a:lnTo>
                  <a:lnTo>
                    <a:pt x="1352103" y="1468516"/>
                  </a:lnTo>
                  <a:lnTo>
                    <a:pt x="1352093" y="1468527"/>
                  </a:lnTo>
                  <a:lnTo>
                    <a:pt x="1352084" y="1468532"/>
                  </a:lnTo>
                  <a:lnTo>
                    <a:pt x="1352079" y="1468533"/>
                  </a:lnTo>
                  <a:lnTo>
                    <a:pt x="1352069" y="1468536"/>
                  </a:lnTo>
                  <a:lnTo>
                    <a:pt x="1352061" y="1468539"/>
                  </a:lnTo>
                  <a:lnTo>
                    <a:pt x="1352055" y="1468540"/>
                  </a:lnTo>
                  <a:lnTo>
                    <a:pt x="1352050" y="1468540"/>
                  </a:lnTo>
                  <a:lnTo>
                    <a:pt x="1352043" y="1468541"/>
                  </a:lnTo>
                  <a:lnTo>
                    <a:pt x="1352039" y="1468541"/>
                  </a:lnTo>
                  <a:lnTo>
                    <a:pt x="1352032" y="1468539"/>
                  </a:lnTo>
                  <a:lnTo>
                    <a:pt x="1352026" y="1468538"/>
                  </a:lnTo>
                  <a:lnTo>
                    <a:pt x="1352019" y="1468536"/>
                  </a:lnTo>
                  <a:lnTo>
                    <a:pt x="1352015" y="1468534"/>
                  </a:lnTo>
                  <a:lnTo>
                    <a:pt x="1352010" y="1468531"/>
                  </a:lnTo>
                  <a:lnTo>
                    <a:pt x="1352002" y="1468525"/>
                  </a:lnTo>
                  <a:lnTo>
                    <a:pt x="1351996" y="1468519"/>
                  </a:lnTo>
                  <a:lnTo>
                    <a:pt x="1351987" y="1468508"/>
                  </a:lnTo>
                  <a:lnTo>
                    <a:pt x="1351984" y="1468521"/>
                  </a:lnTo>
                  <a:lnTo>
                    <a:pt x="1351921" y="1468721"/>
                  </a:lnTo>
                  <a:lnTo>
                    <a:pt x="1351917" y="1468733"/>
                  </a:lnTo>
                  <a:lnTo>
                    <a:pt x="1351912" y="1468744"/>
                  </a:lnTo>
                  <a:lnTo>
                    <a:pt x="1351906" y="1468753"/>
                  </a:lnTo>
                  <a:lnTo>
                    <a:pt x="1351896" y="1468769"/>
                  </a:lnTo>
                  <a:lnTo>
                    <a:pt x="1351880" y="1468788"/>
                  </a:lnTo>
                  <a:lnTo>
                    <a:pt x="1351869" y="1468792"/>
                  </a:lnTo>
                  <a:lnTo>
                    <a:pt x="1351850" y="1468799"/>
                  </a:lnTo>
                  <a:lnTo>
                    <a:pt x="1351832" y="1468804"/>
                  </a:lnTo>
                  <a:lnTo>
                    <a:pt x="1351818" y="1468809"/>
                  </a:lnTo>
                  <a:lnTo>
                    <a:pt x="1351801" y="1468816"/>
                  </a:lnTo>
                  <a:lnTo>
                    <a:pt x="1351784" y="1468816"/>
                  </a:lnTo>
                  <a:lnTo>
                    <a:pt x="1351763" y="1468815"/>
                  </a:lnTo>
                  <a:lnTo>
                    <a:pt x="1351755" y="1468816"/>
                  </a:lnTo>
                  <a:lnTo>
                    <a:pt x="1351745" y="1468820"/>
                  </a:lnTo>
                  <a:lnTo>
                    <a:pt x="1351726" y="1468822"/>
                  </a:lnTo>
                  <a:lnTo>
                    <a:pt x="1351699" y="1468827"/>
                  </a:lnTo>
                  <a:lnTo>
                    <a:pt x="1351688" y="1468825"/>
                  </a:lnTo>
                  <a:lnTo>
                    <a:pt x="1351660" y="1468826"/>
                  </a:lnTo>
                  <a:lnTo>
                    <a:pt x="1351637" y="1468836"/>
                  </a:lnTo>
                  <a:lnTo>
                    <a:pt x="1351627" y="1468844"/>
                  </a:lnTo>
                  <a:lnTo>
                    <a:pt x="1351623" y="1468852"/>
                  </a:lnTo>
                  <a:lnTo>
                    <a:pt x="1351615" y="1468861"/>
                  </a:lnTo>
                  <a:lnTo>
                    <a:pt x="1351606" y="1468869"/>
                  </a:lnTo>
                  <a:lnTo>
                    <a:pt x="1351592" y="1468879"/>
                  </a:lnTo>
                  <a:lnTo>
                    <a:pt x="1351584" y="1468890"/>
                  </a:lnTo>
                  <a:lnTo>
                    <a:pt x="1351570" y="1468909"/>
                  </a:lnTo>
                  <a:lnTo>
                    <a:pt x="1351560" y="1468918"/>
                  </a:lnTo>
                  <a:lnTo>
                    <a:pt x="1351552" y="1468923"/>
                  </a:lnTo>
                  <a:lnTo>
                    <a:pt x="1351541" y="1468930"/>
                  </a:lnTo>
                  <a:lnTo>
                    <a:pt x="1351538" y="1468936"/>
                  </a:lnTo>
                  <a:lnTo>
                    <a:pt x="1351534" y="1468946"/>
                  </a:lnTo>
                  <a:lnTo>
                    <a:pt x="1351527" y="1468955"/>
                  </a:lnTo>
                  <a:lnTo>
                    <a:pt x="1351517" y="1468966"/>
                  </a:lnTo>
                  <a:lnTo>
                    <a:pt x="1351512" y="1468971"/>
                  </a:lnTo>
                  <a:lnTo>
                    <a:pt x="1351504" y="1468980"/>
                  </a:lnTo>
                  <a:lnTo>
                    <a:pt x="1351491" y="1468991"/>
                  </a:lnTo>
                  <a:lnTo>
                    <a:pt x="1351476" y="1468996"/>
                  </a:lnTo>
                  <a:lnTo>
                    <a:pt x="1351469" y="1468996"/>
                  </a:lnTo>
                  <a:lnTo>
                    <a:pt x="1351462" y="1468999"/>
                  </a:lnTo>
                  <a:lnTo>
                    <a:pt x="1351449" y="1469003"/>
                  </a:lnTo>
                  <a:lnTo>
                    <a:pt x="1351439" y="1469009"/>
                  </a:lnTo>
                  <a:lnTo>
                    <a:pt x="1351433" y="1469015"/>
                  </a:lnTo>
                  <a:lnTo>
                    <a:pt x="1351428" y="1469023"/>
                  </a:lnTo>
                  <a:lnTo>
                    <a:pt x="1351413" y="1469029"/>
                  </a:lnTo>
                  <a:lnTo>
                    <a:pt x="1351402" y="1469029"/>
                  </a:lnTo>
                  <a:lnTo>
                    <a:pt x="1351385" y="1469025"/>
                  </a:lnTo>
                  <a:lnTo>
                    <a:pt x="1351373" y="1469024"/>
                  </a:lnTo>
                  <a:lnTo>
                    <a:pt x="1351359" y="1469022"/>
                  </a:lnTo>
                  <a:lnTo>
                    <a:pt x="1351351" y="1469017"/>
                  </a:lnTo>
                  <a:lnTo>
                    <a:pt x="1351330" y="1468997"/>
                  </a:lnTo>
                  <a:lnTo>
                    <a:pt x="1351322" y="1468984"/>
                  </a:lnTo>
                  <a:lnTo>
                    <a:pt x="1351311" y="1468978"/>
                  </a:lnTo>
                  <a:lnTo>
                    <a:pt x="1351304" y="1468974"/>
                  </a:lnTo>
                  <a:lnTo>
                    <a:pt x="1351294" y="1468971"/>
                  </a:lnTo>
                  <a:lnTo>
                    <a:pt x="1351284" y="1468972"/>
                  </a:lnTo>
                  <a:lnTo>
                    <a:pt x="1351279" y="1468978"/>
                  </a:lnTo>
                  <a:lnTo>
                    <a:pt x="1351272" y="1468983"/>
                  </a:lnTo>
                  <a:lnTo>
                    <a:pt x="1351269" y="1468988"/>
                  </a:lnTo>
                  <a:lnTo>
                    <a:pt x="1351264" y="1468995"/>
                  </a:lnTo>
                  <a:lnTo>
                    <a:pt x="1351258" y="1469003"/>
                  </a:lnTo>
                  <a:lnTo>
                    <a:pt x="1351243" y="1469018"/>
                  </a:lnTo>
                  <a:lnTo>
                    <a:pt x="1351236" y="1469025"/>
                  </a:lnTo>
                  <a:lnTo>
                    <a:pt x="1351228" y="1469031"/>
                  </a:lnTo>
                  <a:lnTo>
                    <a:pt x="1351218" y="1469039"/>
                  </a:lnTo>
                  <a:lnTo>
                    <a:pt x="1351211" y="1469044"/>
                  </a:lnTo>
                  <a:lnTo>
                    <a:pt x="1351199" y="1469052"/>
                  </a:lnTo>
                  <a:lnTo>
                    <a:pt x="1351189" y="1469058"/>
                  </a:lnTo>
                  <a:lnTo>
                    <a:pt x="1351182" y="1469064"/>
                  </a:lnTo>
                  <a:lnTo>
                    <a:pt x="1351166" y="1469074"/>
                  </a:lnTo>
                  <a:lnTo>
                    <a:pt x="1351152" y="1469085"/>
                  </a:lnTo>
                  <a:lnTo>
                    <a:pt x="1351135" y="1469099"/>
                  </a:lnTo>
                  <a:lnTo>
                    <a:pt x="1351123" y="1469108"/>
                  </a:lnTo>
                  <a:lnTo>
                    <a:pt x="1351111" y="1469125"/>
                  </a:lnTo>
                  <a:lnTo>
                    <a:pt x="1351103" y="1469133"/>
                  </a:lnTo>
                  <a:lnTo>
                    <a:pt x="1351092" y="1469143"/>
                  </a:lnTo>
                  <a:lnTo>
                    <a:pt x="1351081" y="1469147"/>
                  </a:lnTo>
                  <a:lnTo>
                    <a:pt x="1351063" y="1469151"/>
                  </a:lnTo>
                  <a:lnTo>
                    <a:pt x="1351055" y="1469156"/>
                  </a:lnTo>
                  <a:lnTo>
                    <a:pt x="1351050" y="1469164"/>
                  </a:lnTo>
                  <a:lnTo>
                    <a:pt x="1351050" y="1469186"/>
                  </a:lnTo>
                  <a:lnTo>
                    <a:pt x="1351047" y="1469196"/>
                  </a:lnTo>
                  <a:lnTo>
                    <a:pt x="1351047" y="1469216"/>
                  </a:lnTo>
                  <a:lnTo>
                    <a:pt x="1351044" y="1469232"/>
                  </a:lnTo>
                  <a:lnTo>
                    <a:pt x="1351034" y="1469254"/>
                  </a:lnTo>
                  <a:lnTo>
                    <a:pt x="1351029" y="1469257"/>
                  </a:lnTo>
                  <a:lnTo>
                    <a:pt x="1351020" y="1469262"/>
                  </a:lnTo>
                  <a:lnTo>
                    <a:pt x="1351014" y="1469263"/>
                  </a:lnTo>
                  <a:lnTo>
                    <a:pt x="1351007" y="1469264"/>
                  </a:lnTo>
                  <a:lnTo>
                    <a:pt x="1350996" y="1469266"/>
                  </a:lnTo>
                  <a:lnTo>
                    <a:pt x="1350978" y="1469262"/>
                  </a:lnTo>
                  <a:lnTo>
                    <a:pt x="1350962" y="1469258"/>
                  </a:lnTo>
                  <a:lnTo>
                    <a:pt x="1350947" y="1469259"/>
                  </a:lnTo>
                  <a:lnTo>
                    <a:pt x="1350925" y="1469261"/>
                  </a:lnTo>
                  <a:lnTo>
                    <a:pt x="1350906" y="1469266"/>
                  </a:lnTo>
                  <a:lnTo>
                    <a:pt x="1350890" y="1469271"/>
                  </a:lnTo>
                  <a:lnTo>
                    <a:pt x="1350879" y="1469273"/>
                  </a:lnTo>
                  <a:lnTo>
                    <a:pt x="1350870" y="1469275"/>
                  </a:lnTo>
                  <a:lnTo>
                    <a:pt x="1350857" y="1469280"/>
                  </a:lnTo>
                  <a:lnTo>
                    <a:pt x="1350844" y="1469278"/>
                  </a:lnTo>
                  <a:lnTo>
                    <a:pt x="1350830" y="1469274"/>
                  </a:lnTo>
                  <a:lnTo>
                    <a:pt x="1350814" y="1469264"/>
                  </a:lnTo>
                  <a:lnTo>
                    <a:pt x="1350808" y="1469258"/>
                  </a:lnTo>
                  <a:lnTo>
                    <a:pt x="1350798" y="1469255"/>
                  </a:lnTo>
                  <a:lnTo>
                    <a:pt x="1350793" y="1469256"/>
                  </a:lnTo>
                  <a:lnTo>
                    <a:pt x="1350785" y="1469256"/>
                  </a:lnTo>
                  <a:lnTo>
                    <a:pt x="1350778" y="1469259"/>
                  </a:lnTo>
                  <a:lnTo>
                    <a:pt x="1350771" y="1469260"/>
                  </a:lnTo>
                  <a:lnTo>
                    <a:pt x="1350765" y="1469259"/>
                  </a:lnTo>
                  <a:lnTo>
                    <a:pt x="1350757" y="1469253"/>
                  </a:lnTo>
                  <a:lnTo>
                    <a:pt x="1350749" y="1469245"/>
                  </a:lnTo>
                  <a:lnTo>
                    <a:pt x="1350745" y="1469239"/>
                  </a:lnTo>
                  <a:lnTo>
                    <a:pt x="1350736" y="1469233"/>
                  </a:lnTo>
                  <a:lnTo>
                    <a:pt x="1350729" y="1469231"/>
                  </a:lnTo>
                  <a:lnTo>
                    <a:pt x="1350719" y="1469233"/>
                  </a:lnTo>
                  <a:lnTo>
                    <a:pt x="1350704" y="1469233"/>
                  </a:lnTo>
                  <a:lnTo>
                    <a:pt x="1350686" y="1469233"/>
                  </a:lnTo>
                  <a:lnTo>
                    <a:pt x="1350672" y="1469233"/>
                  </a:lnTo>
                  <a:lnTo>
                    <a:pt x="1350658" y="1469222"/>
                  </a:lnTo>
                  <a:lnTo>
                    <a:pt x="1350652" y="1469215"/>
                  </a:lnTo>
                  <a:lnTo>
                    <a:pt x="1350645" y="1469211"/>
                  </a:lnTo>
                  <a:lnTo>
                    <a:pt x="1350638" y="1469209"/>
                  </a:lnTo>
                  <a:lnTo>
                    <a:pt x="1350633" y="1469208"/>
                  </a:lnTo>
                  <a:lnTo>
                    <a:pt x="1350626" y="1469208"/>
                  </a:lnTo>
                  <a:lnTo>
                    <a:pt x="1350619" y="1469207"/>
                  </a:lnTo>
                  <a:lnTo>
                    <a:pt x="1350610" y="1469208"/>
                  </a:lnTo>
                  <a:lnTo>
                    <a:pt x="1350604" y="1469209"/>
                  </a:lnTo>
                  <a:lnTo>
                    <a:pt x="1350586" y="1469212"/>
                  </a:lnTo>
                  <a:lnTo>
                    <a:pt x="1350590" y="1469226"/>
                  </a:lnTo>
                  <a:lnTo>
                    <a:pt x="1350594" y="1469235"/>
                  </a:lnTo>
                  <a:lnTo>
                    <a:pt x="1350597" y="1469246"/>
                  </a:lnTo>
                  <a:lnTo>
                    <a:pt x="1350603" y="1469264"/>
                  </a:lnTo>
                  <a:lnTo>
                    <a:pt x="1350610" y="1469281"/>
                  </a:lnTo>
                  <a:lnTo>
                    <a:pt x="1350619" y="1469301"/>
                  </a:lnTo>
                  <a:lnTo>
                    <a:pt x="1350620" y="1469309"/>
                  </a:lnTo>
                  <a:lnTo>
                    <a:pt x="1350619" y="1469315"/>
                  </a:lnTo>
                  <a:lnTo>
                    <a:pt x="1350615" y="1469321"/>
                  </a:lnTo>
                  <a:lnTo>
                    <a:pt x="1350611" y="1469331"/>
                  </a:lnTo>
                  <a:lnTo>
                    <a:pt x="1350608" y="1469339"/>
                  </a:lnTo>
                  <a:lnTo>
                    <a:pt x="1350607" y="1469345"/>
                  </a:lnTo>
                  <a:lnTo>
                    <a:pt x="1350604" y="1469358"/>
                  </a:lnTo>
                  <a:lnTo>
                    <a:pt x="1350601" y="1469365"/>
                  </a:lnTo>
                  <a:lnTo>
                    <a:pt x="1350595" y="1469380"/>
                  </a:lnTo>
                  <a:lnTo>
                    <a:pt x="1350591" y="1469387"/>
                  </a:lnTo>
                  <a:lnTo>
                    <a:pt x="1350585" y="1469397"/>
                  </a:lnTo>
                  <a:lnTo>
                    <a:pt x="1350578" y="1469402"/>
                  </a:lnTo>
                  <a:lnTo>
                    <a:pt x="1350556" y="1469414"/>
                  </a:lnTo>
                  <a:lnTo>
                    <a:pt x="1350544" y="1469420"/>
                  </a:lnTo>
                  <a:lnTo>
                    <a:pt x="1350517" y="1469439"/>
                  </a:lnTo>
                  <a:lnTo>
                    <a:pt x="1350501" y="1469447"/>
                  </a:lnTo>
                  <a:lnTo>
                    <a:pt x="1350477" y="1469455"/>
                  </a:lnTo>
                  <a:lnTo>
                    <a:pt x="1350451" y="1469466"/>
                  </a:lnTo>
                  <a:lnTo>
                    <a:pt x="1350441" y="1469469"/>
                  </a:lnTo>
                  <a:lnTo>
                    <a:pt x="1350412" y="1469480"/>
                  </a:lnTo>
                  <a:lnTo>
                    <a:pt x="1350396" y="1469493"/>
                  </a:lnTo>
                  <a:lnTo>
                    <a:pt x="1350390" y="1469501"/>
                  </a:lnTo>
                  <a:lnTo>
                    <a:pt x="1350385" y="1469508"/>
                  </a:lnTo>
                  <a:lnTo>
                    <a:pt x="1350376" y="1469519"/>
                  </a:lnTo>
                  <a:lnTo>
                    <a:pt x="1350354" y="1469533"/>
                  </a:lnTo>
                  <a:lnTo>
                    <a:pt x="1350333" y="1469546"/>
                  </a:lnTo>
                  <a:lnTo>
                    <a:pt x="1350316" y="1469549"/>
                  </a:lnTo>
                  <a:lnTo>
                    <a:pt x="1350308" y="1469551"/>
                  </a:lnTo>
                  <a:lnTo>
                    <a:pt x="1350301" y="1469552"/>
                  </a:lnTo>
                  <a:lnTo>
                    <a:pt x="1350273" y="1469563"/>
                  </a:lnTo>
                  <a:lnTo>
                    <a:pt x="1350250" y="1469566"/>
                  </a:lnTo>
                  <a:lnTo>
                    <a:pt x="1350230" y="1469564"/>
                  </a:lnTo>
                  <a:lnTo>
                    <a:pt x="1350206" y="1469566"/>
                  </a:lnTo>
                  <a:lnTo>
                    <a:pt x="1350189" y="1469566"/>
                  </a:lnTo>
                  <a:lnTo>
                    <a:pt x="1350169" y="1469572"/>
                  </a:lnTo>
                  <a:lnTo>
                    <a:pt x="1350164" y="1469593"/>
                  </a:lnTo>
                  <a:lnTo>
                    <a:pt x="1350158" y="1469599"/>
                  </a:lnTo>
                  <a:lnTo>
                    <a:pt x="1350147" y="1469605"/>
                  </a:lnTo>
                  <a:lnTo>
                    <a:pt x="1350132" y="1469611"/>
                  </a:lnTo>
                  <a:lnTo>
                    <a:pt x="1350120" y="1469615"/>
                  </a:lnTo>
                  <a:lnTo>
                    <a:pt x="1350102" y="1469620"/>
                  </a:lnTo>
                  <a:lnTo>
                    <a:pt x="1350082" y="1469628"/>
                  </a:lnTo>
                  <a:lnTo>
                    <a:pt x="1350069" y="1469639"/>
                  </a:lnTo>
                  <a:lnTo>
                    <a:pt x="1350061" y="1469652"/>
                  </a:lnTo>
                  <a:lnTo>
                    <a:pt x="1350058" y="1469661"/>
                  </a:lnTo>
                  <a:lnTo>
                    <a:pt x="1350058" y="1469679"/>
                  </a:lnTo>
                  <a:lnTo>
                    <a:pt x="1350058" y="1469688"/>
                  </a:lnTo>
                  <a:lnTo>
                    <a:pt x="1350054" y="1469696"/>
                  </a:lnTo>
                  <a:lnTo>
                    <a:pt x="1350047" y="1469702"/>
                  </a:lnTo>
                  <a:lnTo>
                    <a:pt x="1350042" y="1469706"/>
                  </a:lnTo>
                  <a:lnTo>
                    <a:pt x="1350034" y="1469713"/>
                  </a:lnTo>
                  <a:lnTo>
                    <a:pt x="1350029" y="1469723"/>
                  </a:lnTo>
                  <a:lnTo>
                    <a:pt x="1350025" y="1469737"/>
                  </a:lnTo>
                  <a:lnTo>
                    <a:pt x="1350020" y="1469752"/>
                  </a:lnTo>
                  <a:lnTo>
                    <a:pt x="1350010" y="1469739"/>
                  </a:lnTo>
                  <a:lnTo>
                    <a:pt x="1349994" y="1469732"/>
                  </a:lnTo>
                  <a:lnTo>
                    <a:pt x="1349980" y="1469728"/>
                  </a:lnTo>
                  <a:lnTo>
                    <a:pt x="1349970" y="1469728"/>
                  </a:lnTo>
                  <a:lnTo>
                    <a:pt x="1349947" y="1469733"/>
                  </a:lnTo>
                  <a:lnTo>
                    <a:pt x="1349936" y="1469728"/>
                  </a:lnTo>
                  <a:lnTo>
                    <a:pt x="1349930" y="1469727"/>
                  </a:lnTo>
                  <a:lnTo>
                    <a:pt x="1349921" y="1469727"/>
                  </a:lnTo>
                  <a:lnTo>
                    <a:pt x="1349912" y="1469732"/>
                  </a:lnTo>
                  <a:lnTo>
                    <a:pt x="1349900" y="1469738"/>
                  </a:lnTo>
                  <a:lnTo>
                    <a:pt x="1349889" y="1469746"/>
                  </a:lnTo>
                  <a:lnTo>
                    <a:pt x="1349883" y="1469750"/>
                  </a:lnTo>
                  <a:lnTo>
                    <a:pt x="1349873" y="1469758"/>
                  </a:lnTo>
                  <a:lnTo>
                    <a:pt x="1349860" y="1469765"/>
                  </a:lnTo>
                  <a:lnTo>
                    <a:pt x="1349845" y="1469767"/>
                  </a:lnTo>
                  <a:lnTo>
                    <a:pt x="1349834" y="1469758"/>
                  </a:lnTo>
                  <a:lnTo>
                    <a:pt x="1349830" y="1469755"/>
                  </a:lnTo>
                  <a:lnTo>
                    <a:pt x="1349825" y="1469750"/>
                  </a:lnTo>
                  <a:lnTo>
                    <a:pt x="1349817" y="1469742"/>
                  </a:lnTo>
                  <a:lnTo>
                    <a:pt x="1349804" y="1469724"/>
                  </a:lnTo>
                  <a:lnTo>
                    <a:pt x="1349801" y="1469715"/>
                  </a:lnTo>
                  <a:lnTo>
                    <a:pt x="1349799" y="1469703"/>
                  </a:lnTo>
                  <a:lnTo>
                    <a:pt x="1349796" y="1469677"/>
                  </a:lnTo>
                  <a:lnTo>
                    <a:pt x="1349793" y="1469659"/>
                  </a:lnTo>
                  <a:lnTo>
                    <a:pt x="1349788" y="1469642"/>
                  </a:lnTo>
                  <a:lnTo>
                    <a:pt x="1349785" y="1469637"/>
                  </a:lnTo>
                  <a:lnTo>
                    <a:pt x="1349781" y="1469632"/>
                  </a:lnTo>
                  <a:lnTo>
                    <a:pt x="1349770" y="1469630"/>
                  </a:lnTo>
                  <a:lnTo>
                    <a:pt x="1349758" y="1469629"/>
                  </a:lnTo>
                  <a:lnTo>
                    <a:pt x="1349743" y="1469629"/>
                  </a:lnTo>
                  <a:lnTo>
                    <a:pt x="1349727" y="1469624"/>
                  </a:lnTo>
                  <a:lnTo>
                    <a:pt x="1349715" y="1469620"/>
                  </a:lnTo>
                  <a:lnTo>
                    <a:pt x="1349706" y="1469621"/>
                  </a:lnTo>
                  <a:lnTo>
                    <a:pt x="1349700" y="1469624"/>
                  </a:lnTo>
                  <a:lnTo>
                    <a:pt x="1349693" y="1469630"/>
                  </a:lnTo>
                  <a:lnTo>
                    <a:pt x="1349684" y="1469637"/>
                  </a:lnTo>
                  <a:lnTo>
                    <a:pt x="1349674" y="1469646"/>
                  </a:lnTo>
                  <a:lnTo>
                    <a:pt x="1349664" y="1469652"/>
                  </a:lnTo>
                  <a:lnTo>
                    <a:pt x="1349654" y="1469657"/>
                  </a:lnTo>
                  <a:lnTo>
                    <a:pt x="1349643" y="1469659"/>
                  </a:lnTo>
                  <a:lnTo>
                    <a:pt x="1349630" y="1469662"/>
                  </a:lnTo>
                  <a:lnTo>
                    <a:pt x="1349625" y="1469663"/>
                  </a:lnTo>
                  <a:lnTo>
                    <a:pt x="1349609" y="1469665"/>
                  </a:lnTo>
                  <a:lnTo>
                    <a:pt x="1349598" y="1469665"/>
                  </a:lnTo>
                  <a:lnTo>
                    <a:pt x="1349591" y="1469664"/>
                  </a:lnTo>
                  <a:lnTo>
                    <a:pt x="1349578" y="1469664"/>
                  </a:lnTo>
                  <a:lnTo>
                    <a:pt x="1349569" y="1469668"/>
                  </a:lnTo>
                  <a:lnTo>
                    <a:pt x="1349563" y="1469670"/>
                  </a:lnTo>
                  <a:lnTo>
                    <a:pt x="1349558" y="1469668"/>
                  </a:lnTo>
                  <a:lnTo>
                    <a:pt x="1349546" y="1469666"/>
                  </a:lnTo>
                  <a:lnTo>
                    <a:pt x="1349537" y="1469669"/>
                  </a:lnTo>
                  <a:lnTo>
                    <a:pt x="1349529" y="1469674"/>
                  </a:lnTo>
                  <a:lnTo>
                    <a:pt x="1349520" y="1469679"/>
                  </a:lnTo>
                  <a:lnTo>
                    <a:pt x="1349511" y="1469681"/>
                  </a:lnTo>
                  <a:lnTo>
                    <a:pt x="1349499" y="1469680"/>
                  </a:lnTo>
                  <a:lnTo>
                    <a:pt x="1349495" y="1469678"/>
                  </a:lnTo>
                  <a:lnTo>
                    <a:pt x="1349488" y="1469676"/>
                  </a:lnTo>
                  <a:lnTo>
                    <a:pt x="1349477" y="1469672"/>
                  </a:lnTo>
                  <a:lnTo>
                    <a:pt x="1349467" y="1469666"/>
                  </a:lnTo>
                  <a:lnTo>
                    <a:pt x="1349461" y="1469656"/>
                  </a:lnTo>
                  <a:lnTo>
                    <a:pt x="1349459" y="1469643"/>
                  </a:lnTo>
                  <a:lnTo>
                    <a:pt x="1349458" y="1469635"/>
                  </a:lnTo>
                  <a:lnTo>
                    <a:pt x="1349452" y="1469616"/>
                  </a:lnTo>
                  <a:lnTo>
                    <a:pt x="1349448" y="1469603"/>
                  </a:lnTo>
                  <a:lnTo>
                    <a:pt x="1349446" y="1469597"/>
                  </a:lnTo>
                  <a:lnTo>
                    <a:pt x="1349443" y="1469587"/>
                  </a:lnTo>
                  <a:lnTo>
                    <a:pt x="1349440" y="1469577"/>
                  </a:lnTo>
                  <a:lnTo>
                    <a:pt x="1349439" y="1469567"/>
                  </a:lnTo>
                  <a:lnTo>
                    <a:pt x="1349451" y="1469567"/>
                  </a:lnTo>
                  <a:lnTo>
                    <a:pt x="1349463" y="1469565"/>
                  </a:lnTo>
                  <a:lnTo>
                    <a:pt x="1349474" y="1469564"/>
                  </a:lnTo>
                  <a:lnTo>
                    <a:pt x="1349484" y="1469561"/>
                  </a:lnTo>
                  <a:lnTo>
                    <a:pt x="1349501" y="1469553"/>
                  </a:lnTo>
                  <a:lnTo>
                    <a:pt x="1349509" y="1469548"/>
                  </a:lnTo>
                  <a:lnTo>
                    <a:pt x="1349519" y="1469540"/>
                  </a:lnTo>
                  <a:lnTo>
                    <a:pt x="1349526" y="1469524"/>
                  </a:lnTo>
                  <a:lnTo>
                    <a:pt x="1349531" y="1469515"/>
                  </a:lnTo>
                  <a:lnTo>
                    <a:pt x="1349535" y="1469507"/>
                  </a:lnTo>
                  <a:lnTo>
                    <a:pt x="1349538" y="1469502"/>
                  </a:lnTo>
                  <a:lnTo>
                    <a:pt x="1349542" y="1469497"/>
                  </a:lnTo>
                  <a:lnTo>
                    <a:pt x="1349546" y="1469493"/>
                  </a:lnTo>
                  <a:lnTo>
                    <a:pt x="1349554" y="1469488"/>
                  </a:lnTo>
                  <a:lnTo>
                    <a:pt x="1349562" y="1469483"/>
                  </a:lnTo>
                  <a:lnTo>
                    <a:pt x="1349569" y="1469477"/>
                  </a:lnTo>
                  <a:lnTo>
                    <a:pt x="1349574" y="1469471"/>
                  </a:lnTo>
                  <a:lnTo>
                    <a:pt x="1349584" y="1469462"/>
                  </a:lnTo>
                  <a:lnTo>
                    <a:pt x="1349590" y="1469458"/>
                  </a:lnTo>
                  <a:lnTo>
                    <a:pt x="1349594" y="1469455"/>
                  </a:lnTo>
                  <a:lnTo>
                    <a:pt x="1349601" y="1469452"/>
                  </a:lnTo>
                  <a:lnTo>
                    <a:pt x="1349605" y="1469447"/>
                  </a:lnTo>
                  <a:lnTo>
                    <a:pt x="1349610" y="1469438"/>
                  </a:lnTo>
                  <a:lnTo>
                    <a:pt x="1349614" y="1469428"/>
                  </a:lnTo>
                  <a:lnTo>
                    <a:pt x="1349615" y="1469416"/>
                  </a:lnTo>
                  <a:lnTo>
                    <a:pt x="1349616" y="1469406"/>
                  </a:lnTo>
                  <a:lnTo>
                    <a:pt x="1349615" y="1469397"/>
                  </a:lnTo>
                  <a:lnTo>
                    <a:pt x="1349614" y="1469392"/>
                  </a:lnTo>
                  <a:lnTo>
                    <a:pt x="1349612" y="1469387"/>
                  </a:lnTo>
                  <a:lnTo>
                    <a:pt x="1349609" y="1469377"/>
                  </a:lnTo>
                  <a:lnTo>
                    <a:pt x="1349606" y="1469369"/>
                  </a:lnTo>
                  <a:lnTo>
                    <a:pt x="1349604" y="1469362"/>
                  </a:lnTo>
                  <a:lnTo>
                    <a:pt x="1349603" y="1469356"/>
                  </a:lnTo>
                  <a:lnTo>
                    <a:pt x="1349603" y="1469347"/>
                  </a:lnTo>
                  <a:lnTo>
                    <a:pt x="1349599" y="1469338"/>
                  </a:lnTo>
                  <a:lnTo>
                    <a:pt x="1349592" y="1469330"/>
                  </a:lnTo>
                  <a:lnTo>
                    <a:pt x="1349588" y="1469323"/>
                  </a:lnTo>
                  <a:lnTo>
                    <a:pt x="1349588" y="1469316"/>
                  </a:lnTo>
                  <a:lnTo>
                    <a:pt x="1349590" y="1469310"/>
                  </a:lnTo>
                  <a:lnTo>
                    <a:pt x="1349594" y="1469305"/>
                  </a:lnTo>
                  <a:lnTo>
                    <a:pt x="1349600" y="1469303"/>
                  </a:lnTo>
                  <a:lnTo>
                    <a:pt x="1349609" y="1469299"/>
                  </a:lnTo>
                  <a:lnTo>
                    <a:pt x="1349617" y="1469292"/>
                  </a:lnTo>
                  <a:lnTo>
                    <a:pt x="1349619" y="1469281"/>
                  </a:lnTo>
                  <a:lnTo>
                    <a:pt x="1349619" y="1469275"/>
                  </a:lnTo>
                  <a:lnTo>
                    <a:pt x="1349619" y="1469269"/>
                  </a:lnTo>
                  <a:lnTo>
                    <a:pt x="1349618" y="1469256"/>
                  </a:lnTo>
                  <a:lnTo>
                    <a:pt x="1349619" y="1469237"/>
                  </a:lnTo>
                  <a:lnTo>
                    <a:pt x="1349617" y="1469231"/>
                  </a:lnTo>
                  <a:lnTo>
                    <a:pt x="1349609" y="1469220"/>
                  </a:lnTo>
                  <a:lnTo>
                    <a:pt x="1349604" y="1469214"/>
                  </a:lnTo>
                  <a:lnTo>
                    <a:pt x="1349599" y="1469210"/>
                  </a:lnTo>
                  <a:lnTo>
                    <a:pt x="1349593" y="1469208"/>
                  </a:lnTo>
                  <a:lnTo>
                    <a:pt x="1349585" y="1469208"/>
                  </a:lnTo>
                  <a:lnTo>
                    <a:pt x="1349576" y="1469209"/>
                  </a:lnTo>
                  <a:lnTo>
                    <a:pt x="1349554" y="1469206"/>
                  </a:lnTo>
                  <a:lnTo>
                    <a:pt x="1349538" y="1469202"/>
                  </a:lnTo>
                  <a:lnTo>
                    <a:pt x="1349531" y="1469199"/>
                  </a:lnTo>
                  <a:lnTo>
                    <a:pt x="1349522" y="1469194"/>
                  </a:lnTo>
                  <a:lnTo>
                    <a:pt x="1349514" y="1469188"/>
                  </a:lnTo>
                  <a:lnTo>
                    <a:pt x="1349505" y="1469183"/>
                  </a:lnTo>
                  <a:lnTo>
                    <a:pt x="1349494" y="1469177"/>
                  </a:lnTo>
                  <a:lnTo>
                    <a:pt x="1349483" y="1469172"/>
                  </a:lnTo>
                  <a:lnTo>
                    <a:pt x="1349475" y="1469165"/>
                  </a:lnTo>
                  <a:lnTo>
                    <a:pt x="1349466" y="1469163"/>
                  </a:lnTo>
                  <a:lnTo>
                    <a:pt x="1349462" y="1469163"/>
                  </a:lnTo>
                  <a:lnTo>
                    <a:pt x="1349457" y="1469167"/>
                  </a:lnTo>
                  <a:lnTo>
                    <a:pt x="1349445" y="1469173"/>
                  </a:lnTo>
                  <a:lnTo>
                    <a:pt x="1349427" y="1469141"/>
                  </a:lnTo>
                  <a:lnTo>
                    <a:pt x="1349415" y="1469116"/>
                  </a:lnTo>
                  <a:lnTo>
                    <a:pt x="1349378" y="1469041"/>
                  </a:lnTo>
                  <a:lnTo>
                    <a:pt x="1349364" y="1469027"/>
                  </a:lnTo>
                  <a:lnTo>
                    <a:pt x="1349351" y="1469015"/>
                  </a:lnTo>
                  <a:lnTo>
                    <a:pt x="1349330" y="1469006"/>
                  </a:lnTo>
                  <a:lnTo>
                    <a:pt x="1349318" y="1469003"/>
                  </a:lnTo>
                  <a:lnTo>
                    <a:pt x="1349304" y="1469000"/>
                  </a:lnTo>
                  <a:lnTo>
                    <a:pt x="1349296" y="1469001"/>
                  </a:lnTo>
                  <a:lnTo>
                    <a:pt x="1349286" y="1469000"/>
                  </a:lnTo>
                  <a:lnTo>
                    <a:pt x="1349270" y="1469004"/>
                  </a:lnTo>
                  <a:lnTo>
                    <a:pt x="1349253" y="1469006"/>
                  </a:lnTo>
                  <a:lnTo>
                    <a:pt x="1349240" y="1469011"/>
                  </a:lnTo>
                  <a:lnTo>
                    <a:pt x="1349235" y="1469015"/>
                  </a:lnTo>
                  <a:lnTo>
                    <a:pt x="1349230" y="1469018"/>
                  </a:lnTo>
                  <a:lnTo>
                    <a:pt x="1349239" y="1468941"/>
                  </a:lnTo>
                  <a:lnTo>
                    <a:pt x="1349230" y="1468932"/>
                  </a:lnTo>
                  <a:lnTo>
                    <a:pt x="1349223" y="1468926"/>
                  </a:lnTo>
                  <a:lnTo>
                    <a:pt x="1349213" y="1468918"/>
                  </a:lnTo>
                  <a:lnTo>
                    <a:pt x="1349198" y="1468901"/>
                  </a:lnTo>
                  <a:lnTo>
                    <a:pt x="1349187" y="1468894"/>
                  </a:lnTo>
                  <a:lnTo>
                    <a:pt x="1349175" y="1468886"/>
                  </a:lnTo>
                  <a:lnTo>
                    <a:pt x="1349169" y="1468881"/>
                  </a:lnTo>
                  <a:lnTo>
                    <a:pt x="1349119" y="1468892"/>
                  </a:lnTo>
                  <a:lnTo>
                    <a:pt x="1349107" y="1468895"/>
                  </a:lnTo>
                  <a:lnTo>
                    <a:pt x="1349016" y="1468921"/>
                  </a:lnTo>
                  <a:lnTo>
                    <a:pt x="1348994" y="1468899"/>
                  </a:lnTo>
                  <a:lnTo>
                    <a:pt x="1348985" y="1468889"/>
                  </a:lnTo>
                  <a:lnTo>
                    <a:pt x="1348978" y="1468878"/>
                  </a:lnTo>
                  <a:lnTo>
                    <a:pt x="1348975" y="1468873"/>
                  </a:lnTo>
                  <a:lnTo>
                    <a:pt x="1348971" y="1468865"/>
                  </a:lnTo>
                  <a:lnTo>
                    <a:pt x="1348963" y="1468851"/>
                  </a:lnTo>
                  <a:lnTo>
                    <a:pt x="1348953" y="1468835"/>
                  </a:lnTo>
                  <a:lnTo>
                    <a:pt x="1348946" y="1468826"/>
                  </a:lnTo>
                  <a:lnTo>
                    <a:pt x="1348940" y="1468821"/>
                  </a:lnTo>
                  <a:lnTo>
                    <a:pt x="1348932" y="1468819"/>
                  </a:lnTo>
                  <a:lnTo>
                    <a:pt x="1348927" y="1468818"/>
                  </a:lnTo>
                  <a:lnTo>
                    <a:pt x="1348908" y="1468818"/>
                  </a:lnTo>
                  <a:lnTo>
                    <a:pt x="1348891" y="1468817"/>
                  </a:lnTo>
                  <a:lnTo>
                    <a:pt x="1348877" y="1468818"/>
                  </a:lnTo>
                  <a:lnTo>
                    <a:pt x="1348869" y="1468813"/>
                  </a:lnTo>
                  <a:lnTo>
                    <a:pt x="1348862" y="1468805"/>
                  </a:lnTo>
                  <a:lnTo>
                    <a:pt x="1348859" y="1468801"/>
                  </a:lnTo>
                  <a:lnTo>
                    <a:pt x="1348851" y="1468793"/>
                  </a:lnTo>
                  <a:lnTo>
                    <a:pt x="1348843" y="1468788"/>
                  </a:lnTo>
                  <a:lnTo>
                    <a:pt x="1348833" y="1468783"/>
                  </a:lnTo>
                  <a:lnTo>
                    <a:pt x="1348820" y="1468779"/>
                  </a:lnTo>
                  <a:lnTo>
                    <a:pt x="1348816" y="1468774"/>
                  </a:lnTo>
                  <a:lnTo>
                    <a:pt x="1348812" y="1468768"/>
                  </a:lnTo>
                  <a:lnTo>
                    <a:pt x="1348807" y="1468762"/>
                  </a:lnTo>
                  <a:lnTo>
                    <a:pt x="1348804" y="1468755"/>
                  </a:lnTo>
                  <a:lnTo>
                    <a:pt x="1348798" y="1468747"/>
                  </a:lnTo>
                  <a:lnTo>
                    <a:pt x="1348792" y="1468744"/>
                  </a:lnTo>
                  <a:lnTo>
                    <a:pt x="1348787" y="1468745"/>
                  </a:lnTo>
                  <a:lnTo>
                    <a:pt x="1348779" y="1468745"/>
                  </a:lnTo>
                  <a:lnTo>
                    <a:pt x="1348765" y="1468746"/>
                  </a:lnTo>
                  <a:lnTo>
                    <a:pt x="1348753" y="1468746"/>
                  </a:lnTo>
                  <a:lnTo>
                    <a:pt x="1348744" y="1468747"/>
                  </a:lnTo>
                  <a:lnTo>
                    <a:pt x="1348731" y="1468750"/>
                  </a:lnTo>
                  <a:lnTo>
                    <a:pt x="1348717" y="1468753"/>
                  </a:lnTo>
                  <a:lnTo>
                    <a:pt x="1348702" y="1468756"/>
                  </a:lnTo>
                  <a:lnTo>
                    <a:pt x="1348683" y="1468759"/>
                  </a:lnTo>
                  <a:lnTo>
                    <a:pt x="1348665" y="1468772"/>
                  </a:lnTo>
                  <a:lnTo>
                    <a:pt x="1348633" y="1468793"/>
                  </a:lnTo>
                  <a:lnTo>
                    <a:pt x="1348614" y="1468803"/>
                  </a:lnTo>
                  <a:lnTo>
                    <a:pt x="1348607" y="1468807"/>
                  </a:lnTo>
                  <a:lnTo>
                    <a:pt x="1348595" y="1468812"/>
                  </a:lnTo>
                  <a:lnTo>
                    <a:pt x="1348584" y="1468815"/>
                  </a:lnTo>
                  <a:lnTo>
                    <a:pt x="1348575" y="1468818"/>
                  </a:lnTo>
                  <a:lnTo>
                    <a:pt x="1348565" y="1468821"/>
                  </a:lnTo>
                  <a:lnTo>
                    <a:pt x="1348556" y="1468826"/>
                  </a:lnTo>
                  <a:lnTo>
                    <a:pt x="1348553" y="1468830"/>
                  </a:lnTo>
                  <a:lnTo>
                    <a:pt x="1348545" y="1468843"/>
                  </a:lnTo>
                  <a:lnTo>
                    <a:pt x="1348539" y="1468855"/>
                  </a:lnTo>
                  <a:lnTo>
                    <a:pt x="1348534" y="1468864"/>
                  </a:lnTo>
                  <a:lnTo>
                    <a:pt x="1348529" y="1468871"/>
                  </a:lnTo>
                  <a:lnTo>
                    <a:pt x="1348513" y="1468886"/>
                  </a:lnTo>
                  <a:lnTo>
                    <a:pt x="1348504" y="1468893"/>
                  </a:lnTo>
                  <a:lnTo>
                    <a:pt x="1348497" y="1468898"/>
                  </a:lnTo>
                  <a:lnTo>
                    <a:pt x="1348486" y="1468909"/>
                  </a:lnTo>
                  <a:lnTo>
                    <a:pt x="1348481" y="1468922"/>
                  </a:lnTo>
                  <a:lnTo>
                    <a:pt x="1348478" y="1468935"/>
                  </a:lnTo>
                  <a:lnTo>
                    <a:pt x="1348474" y="1468955"/>
                  </a:lnTo>
                  <a:lnTo>
                    <a:pt x="1348465" y="1468993"/>
                  </a:lnTo>
                  <a:lnTo>
                    <a:pt x="1348460" y="1469004"/>
                  </a:lnTo>
                  <a:lnTo>
                    <a:pt x="1348454" y="1469007"/>
                  </a:lnTo>
                  <a:lnTo>
                    <a:pt x="1348443" y="1469007"/>
                  </a:lnTo>
                  <a:lnTo>
                    <a:pt x="1348429" y="1469007"/>
                  </a:lnTo>
                  <a:lnTo>
                    <a:pt x="1348415" y="1469009"/>
                  </a:lnTo>
                  <a:lnTo>
                    <a:pt x="1348391" y="1469011"/>
                  </a:lnTo>
                  <a:lnTo>
                    <a:pt x="1348365" y="1469013"/>
                  </a:lnTo>
                  <a:lnTo>
                    <a:pt x="1348355" y="1469013"/>
                  </a:lnTo>
                  <a:lnTo>
                    <a:pt x="1348340" y="1469013"/>
                  </a:lnTo>
                  <a:lnTo>
                    <a:pt x="1348327" y="1469017"/>
                  </a:lnTo>
                  <a:lnTo>
                    <a:pt x="1348305" y="1469031"/>
                  </a:lnTo>
                  <a:lnTo>
                    <a:pt x="1348293" y="1469043"/>
                  </a:lnTo>
                  <a:lnTo>
                    <a:pt x="1348289" y="1469051"/>
                  </a:lnTo>
                  <a:lnTo>
                    <a:pt x="1348282" y="1469098"/>
                  </a:lnTo>
                  <a:lnTo>
                    <a:pt x="1348276" y="1469123"/>
                  </a:lnTo>
                  <a:lnTo>
                    <a:pt x="1348263" y="1469140"/>
                  </a:lnTo>
                  <a:lnTo>
                    <a:pt x="1348254" y="1469152"/>
                  </a:lnTo>
                  <a:lnTo>
                    <a:pt x="1348253" y="1469166"/>
                  </a:lnTo>
                  <a:lnTo>
                    <a:pt x="1348250" y="1469187"/>
                  </a:lnTo>
                  <a:lnTo>
                    <a:pt x="1348247" y="1469191"/>
                  </a:lnTo>
                  <a:lnTo>
                    <a:pt x="1348238" y="1469188"/>
                  </a:lnTo>
                  <a:lnTo>
                    <a:pt x="1348226" y="1469186"/>
                  </a:lnTo>
                  <a:lnTo>
                    <a:pt x="1348209" y="1469185"/>
                  </a:lnTo>
                  <a:lnTo>
                    <a:pt x="1348196" y="1469184"/>
                  </a:lnTo>
                  <a:lnTo>
                    <a:pt x="1348181" y="1469198"/>
                  </a:lnTo>
                  <a:lnTo>
                    <a:pt x="1348165" y="1469207"/>
                  </a:lnTo>
                  <a:lnTo>
                    <a:pt x="1348146" y="1469213"/>
                  </a:lnTo>
                  <a:lnTo>
                    <a:pt x="1348139" y="1469214"/>
                  </a:lnTo>
                  <a:lnTo>
                    <a:pt x="1348130" y="1469214"/>
                  </a:lnTo>
                  <a:lnTo>
                    <a:pt x="1348123" y="1469214"/>
                  </a:lnTo>
                  <a:lnTo>
                    <a:pt x="1348115" y="1469214"/>
                  </a:lnTo>
                  <a:lnTo>
                    <a:pt x="1348091" y="1469215"/>
                  </a:lnTo>
                  <a:lnTo>
                    <a:pt x="1348083" y="1469215"/>
                  </a:lnTo>
                  <a:lnTo>
                    <a:pt x="1348076" y="1469217"/>
                  </a:lnTo>
                  <a:lnTo>
                    <a:pt x="1348069" y="1469222"/>
                  </a:lnTo>
                  <a:lnTo>
                    <a:pt x="1348066" y="1469230"/>
                  </a:lnTo>
                  <a:lnTo>
                    <a:pt x="1348062" y="1469242"/>
                  </a:lnTo>
                  <a:lnTo>
                    <a:pt x="1348056" y="1469264"/>
                  </a:lnTo>
                  <a:lnTo>
                    <a:pt x="1348047" y="1469283"/>
                  </a:lnTo>
                  <a:lnTo>
                    <a:pt x="1348042" y="1469293"/>
                  </a:lnTo>
                  <a:lnTo>
                    <a:pt x="1348036" y="1469295"/>
                  </a:lnTo>
                  <a:lnTo>
                    <a:pt x="1348028" y="1469296"/>
                  </a:lnTo>
                  <a:lnTo>
                    <a:pt x="1348022" y="1469298"/>
                  </a:lnTo>
                  <a:lnTo>
                    <a:pt x="1348017" y="1469301"/>
                  </a:lnTo>
                  <a:lnTo>
                    <a:pt x="1348003" y="1469305"/>
                  </a:lnTo>
                  <a:lnTo>
                    <a:pt x="1347990" y="1469309"/>
                  </a:lnTo>
                  <a:lnTo>
                    <a:pt x="1347976" y="1469308"/>
                  </a:lnTo>
                  <a:lnTo>
                    <a:pt x="1347954" y="1469295"/>
                  </a:lnTo>
                  <a:lnTo>
                    <a:pt x="1347932" y="1469282"/>
                  </a:lnTo>
                  <a:lnTo>
                    <a:pt x="1347914" y="1469274"/>
                  </a:lnTo>
                  <a:lnTo>
                    <a:pt x="1347900" y="1469279"/>
                  </a:lnTo>
                  <a:lnTo>
                    <a:pt x="1347862" y="1469301"/>
                  </a:lnTo>
                  <a:lnTo>
                    <a:pt x="1347855" y="1469304"/>
                  </a:lnTo>
                  <a:lnTo>
                    <a:pt x="1347838" y="1469312"/>
                  </a:lnTo>
                  <a:lnTo>
                    <a:pt x="1347786" y="1469336"/>
                  </a:lnTo>
                  <a:lnTo>
                    <a:pt x="1347777" y="1469349"/>
                  </a:lnTo>
                  <a:lnTo>
                    <a:pt x="1347770" y="1469369"/>
                  </a:lnTo>
                  <a:lnTo>
                    <a:pt x="1347769" y="1469394"/>
                  </a:lnTo>
                  <a:lnTo>
                    <a:pt x="1347767" y="1469427"/>
                  </a:lnTo>
                  <a:lnTo>
                    <a:pt x="1347767" y="1469459"/>
                  </a:lnTo>
                  <a:lnTo>
                    <a:pt x="1347769" y="1469476"/>
                  </a:lnTo>
                  <a:lnTo>
                    <a:pt x="1347773" y="1469523"/>
                  </a:lnTo>
                  <a:lnTo>
                    <a:pt x="1347768" y="1469560"/>
                  </a:lnTo>
                  <a:lnTo>
                    <a:pt x="1347766" y="1469566"/>
                  </a:lnTo>
                  <a:lnTo>
                    <a:pt x="1347763" y="1469572"/>
                  </a:lnTo>
                  <a:lnTo>
                    <a:pt x="1347752" y="1469591"/>
                  </a:lnTo>
                  <a:lnTo>
                    <a:pt x="1347746" y="1469605"/>
                  </a:lnTo>
                  <a:lnTo>
                    <a:pt x="1347737" y="1469619"/>
                  </a:lnTo>
                  <a:lnTo>
                    <a:pt x="1347730" y="1469629"/>
                  </a:lnTo>
                  <a:lnTo>
                    <a:pt x="1347720" y="1469639"/>
                  </a:lnTo>
                  <a:lnTo>
                    <a:pt x="1347717" y="1469642"/>
                  </a:lnTo>
                  <a:lnTo>
                    <a:pt x="1347711" y="1469647"/>
                  </a:lnTo>
                  <a:lnTo>
                    <a:pt x="1347705" y="1469655"/>
                  </a:lnTo>
                  <a:lnTo>
                    <a:pt x="1347700" y="1469658"/>
                  </a:lnTo>
                  <a:lnTo>
                    <a:pt x="1347695" y="1469659"/>
                  </a:lnTo>
                  <a:lnTo>
                    <a:pt x="1347689" y="1469656"/>
                  </a:lnTo>
                  <a:lnTo>
                    <a:pt x="1347680" y="1469653"/>
                  </a:lnTo>
                  <a:lnTo>
                    <a:pt x="1347673" y="1469649"/>
                  </a:lnTo>
                  <a:lnTo>
                    <a:pt x="1347666" y="1469644"/>
                  </a:lnTo>
                  <a:lnTo>
                    <a:pt x="1347658" y="1469635"/>
                  </a:lnTo>
                  <a:lnTo>
                    <a:pt x="1347645" y="1469623"/>
                  </a:lnTo>
                  <a:lnTo>
                    <a:pt x="1347634" y="1469615"/>
                  </a:lnTo>
                  <a:lnTo>
                    <a:pt x="1347624" y="1469610"/>
                  </a:lnTo>
                  <a:lnTo>
                    <a:pt x="1347613" y="1469606"/>
                  </a:lnTo>
                  <a:lnTo>
                    <a:pt x="1347602" y="1469603"/>
                  </a:lnTo>
                  <a:lnTo>
                    <a:pt x="1347589" y="1469604"/>
                  </a:lnTo>
                  <a:lnTo>
                    <a:pt x="1347578" y="1469606"/>
                  </a:lnTo>
                  <a:lnTo>
                    <a:pt x="1347567" y="1469611"/>
                  </a:lnTo>
                  <a:lnTo>
                    <a:pt x="1347554" y="1469613"/>
                  </a:lnTo>
                  <a:lnTo>
                    <a:pt x="1347540" y="1469617"/>
                  </a:lnTo>
                  <a:lnTo>
                    <a:pt x="1347526" y="1469621"/>
                  </a:lnTo>
                  <a:lnTo>
                    <a:pt x="1347515" y="1469625"/>
                  </a:lnTo>
                  <a:lnTo>
                    <a:pt x="1347507" y="1469629"/>
                  </a:lnTo>
                  <a:lnTo>
                    <a:pt x="1347499" y="1469634"/>
                  </a:lnTo>
                  <a:lnTo>
                    <a:pt x="1347484" y="1469643"/>
                  </a:lnTo>
                  <a:lnTo>
                    <a:pt x="1347465" y="1469654"/>
                  </a:lnTo>
                  <a:lnTo>
                    <a:pt x="1347458" y="1469658"/>
                  </a:lnTo>
                  <a:lnTo>
                    <a:pt x="1347447" y="1469664"/>
                  </a:lnTo>
                  <a:lnTo>
                    <a:pt x="1347429" y="1469671"/>
                  </a:lnTo>
                  <a:lnTo>
                    <a:pt x="1347421" y="1469682"/>
                  </a:lnTo>
                  <a:lnTo>
                    <a:pt x="1347410" y="1469704"/>
                  </a:lnTo>
                  <a:lnTo>
                    <a:pt x="1347406" y="1469721"/>
                  </a:lnTo>
                  <a:lnTo>
                    <a:pt x="1347406" y="1469739"/>
                  </a:lnTo>
                  <a:lnTo>
                    <a:pt x="1347409" y="1469756"/>
                  </a:lnTo>
                  <a:lnTo>
                    <a:pt x="1347408" y="1469774"/>
                  </a:lnTo>
                  <a:lnTo>
                    <a:pt x="1347399" y="1469799"/>
                  </a:lnTo>
                  <a:lnTo>
                    <a:pt x="1347392" y="1469819"/>
                  </a:lnTo>
                  <a:lnTo>
                    <a:pt x="1347369" y="1469834"/>
                  </a:lnTo>
                  <a:lnTo>
                    <a:pt x="1347356" y="1469842"/>
                  </a:lnTo>
                  <a:lnTo>
                    <a:pt x="1347344" y="1469849"/>
                  </a:lnTo>
                  <a:lnTo>
                    <a:pt x="1347333" y="1469858"/>
                  </a:lnTo>
                  <a:lnTo>
                    <a:pt x="1347324" y="1469858"/>
                  </a:lnTo>
                  <a:lnTo>
                    <a:pt x="1347306" y="1469854"/>
                  </a:lnTo>
                  <a:lnTo>
                    <a:pt x="1347296" y="1469856"/>
                  </a:lnTo>
                  <a:lnTo>
                    <a:pt x="1347279" y="1469862"/>
                  </a:lnTo>
                  <a:lnTo>
                    <a:pt x="1347268" y="1469872"/>
                  </a:lnTo>
                  <a:lnTo>
                    <a:pt x="1347262" y="1469883"/>
                  </a:lnTo>
                  <a:lnTo>
                    <a:pt x="1347256" y="1469928"/>
                  </a:lnTo>
                  <a:lnTo>
                    <a:pt x="1347256" y="1469954"/>
                  </a:lnTo>
                  <a:lnTo>
                    <a:pt x="1347259" y="1469988"/>
                  </a:lnTo>
                  <a:lnTo>
                    <a:pt x="1347264" y="1470014"/>
                  </a:lnTo>
                  <a:lnTo>
                    <a:pt x="1347273" y="1470037"/>
                  </a:lnTo>
                  <a:lnTo>
                    <a:pt x="1347250" y="1470047"/>
                  </a:lnTo>
                  <a:lnTo>
                    <a:pt x="1347229" y="1470059"/>
                  </a:lnTo>
                  <a:lnTo>
                    <a:pt x="1347212" y="1470080"/>
                  </a:lnTo>
                  <a:lnTo>
                    <a:pt x="1347207" y="1470086"/>
                  </a:lnTo>
                  <a:lnTo>
                    <a:pt x="1347190" y="1470113"/>
                  </a:lnTo>
                  <a:lnTo>
                    <a:pt x="1347177" y="1470129"/>
                  </a:lnTo>
                  <a:lnTo>
                    <a:pt x="1347169" y="1470138"/>
                  </a:lnTo>
                  <a:lnTo>
                    <a:pt x="1347163" y="1470151"/>
                  </a:lnTo>
                  <a:lnTo>
                    <a:pt x="1347153" y="1470171"/>
                  </a:lnTo>
                  <a:lnTo>
                    <a:pt x="1347139" y="1470192"/>
                  </a:lnTo>
                  <a:lnTo>
                    <a:pt x="1347124" y="1470212"/>
                  </a:lnTo>
                  <a:lnTo>
                    <a:pt x="1347110" y="1470234"/>
                  </a:lnTo>
                  <a:lnTo>
                    <a:pt x="1347095" y="1470255"/>
                  </a:lnTo>
                  <a:lnTo>
                    <a:pt x="1347091" y="1470259"/>
                  </a:lnTo>
                  <a:lnTo>
                    <a:pt x="1347087" y="1470266"/>
                  </a:lnTo>
                  <a:lnTo>
                    <a:pt x="1347067" y="1470290"/>
                  </a:lnTo>
                  <a:lnTo>
                    <a:pt x="1347061" y="1470295"/>
                  </a:lnTo>
                  <a:lnTo>
                    <a:pt x="1347058" y="1470303"/>
                  </a:lnTo>
                  <a:lnTo>
                    <a:pt x="1347048" y="1470319"/>
                  </a:lnTo>
                  <a:lnTo>
                    <a:pt x="1347042" y="1470335"/>
                  </a:lnTo>
                  <a:lnTo>
                    <a:pt x="1347032" y="1470346"/>
                  </a:lnTo>
                  <a:lnTo>
                    <a:pt x="1347025" y="1470357"/>
                  </a:lnTo>
                  <a:lnTo>
                    <a:pt x="1347020" y="1470361"/>
                  </a:lnTo>
                  <a:lnTo>
                    <a:pt x="1347013" y="1470369"/>
                  </a:lnTo>
                  <a:lnTo>
                    <a:pt x="1346996" y="1470371"/>
                  </a:lnTo>
                  <a:lnTo>
                    <a:pt x="1346974" y="1470376"/>
                  </a:lnTo>
                  <a:lnTo>
                    <a:pt x="1346951" y="1470378"/>
                  </a:lnTo>
                  <a:lnTo>
                    <a:pt x="1346928" y="1470380"/>
                  </a:lnTo>
                  <a:lnTo>
                    <a:pt x="1346906" y="1470383"/>
                  </a:lnTo>
                  <a:lnTo>
                    <a:pt x="1346899" y="1470385"/>
                  </a:lnTo>
                  <a:lnTo>
                    <a:pt x="1346884" y="1470387"/>
                  </a:lnTo>
                  <a:lnTo>
                    <a:pt x="1346861" y="1470392"/>
                  </a:lnTo>
                  <a:lnTo>
                    <a:pt x="1346840" y="1470397"/>
                  </a:lnTo>
                  <a:lnTo>
                    <a:pt x="1346819" y="1470402"/>
                  </a:lnTo>
                  <a:lnTo>
                    <a:pt x="1346798" y="1470410"/>
                  </a:lnTo>
                  <a:lnTo>
                    <a:pt x="1346786" y="1470412"/>
                  </a:lnTo>
                  <a:lnTo>
                    <a:pt x="1346775" y="1470417"/>
                  </a:lnTo>
                  <a:lnTo>
                    <a:pt x="1346766" y="1470421"/>
                  </a:lnTo>
                  <a:lnTo>
                    <a:pt x="1346759" y="1470426"/>
                  </a:lnTo>
                  <a:lnTo>
                    <a:pt x="1346754" y="1470431"/>
                  </a:lnTo>
                  <a:lnTo>
                    <a:pt x="1346746" y="1470442"/>
                  </a:lnTo>
                  <a:lnTo>
                    <a:pt x="1346741" y="1470451"/>
                  </a:lnTo>
                  <a:lnTo>
                    <a:pt x="1346735" y="1470460"/>
                  </a:lnTo>
                  <a:lnTo>
                    <a:pt x="1346724" y="1470480"/>
                  </a:lnTo>
                  <a:lnTo>
                    <a:pt x="1346719" y="1470487"/>
                  </a:lnTo>
                  <a:lnTo>
                    <a:pt x="1346712" y="1470496"/>
                  </a:lnTo>
                  <a:lnTo>
                    <a:pt x="1346701" y="1470508"/>
                  </a:lnTo>
                  <a:lnTo>
                    <a:pt x="1346696" y="1470517"/>
                  </a:lnTo>
                  <a:lnTo>
                    <a:pt x="1346694" y="1470526"/>
                  </a:lnTo>
                  <a:lnTo>
                    <a:pt x="1346692" y="1470537"/>
                  </a:lnTo>
                  <a:lnTo>
                    <a:pt x="1346690" y="1470545"/>
                  </a:lnTo>
                  <a:lnTo>
                    <a:pt x="1346685" y="1470554"/>
                  </a:lnTo>
                  <a:lnTo>
                    <a:pt x="1346672" y="1470565"/>
                  </a:lnTo>
                  <a:lnTo>
                    <a:pt x="1346670" y="1470577"/>
                  </a:lnTo>
                  <a:lnTo>
                    <a:pt x="1346664" y="1470584"/>
                  </a:lnTo>
                  <a:lnTo>
                    <a:pt x="1346646" y="1470597"/>
                  </a:lnTo>
                  <a:lnTo>
                    <a:pt x="1346624" y="1470611"/>
                  </a:lnTo>
                  <a:lnTo>
                    <a:pt x="1346607" y="1470622"/>
                  </a:lnTo>
                  <a:lnTo>
                    <a:pt x="1346596" y="1470629"/>
                  </a:lnTo>
                  <a:lnTo>
                    <a:pt x="1346588" y="1470636"/>
                  </a:lnTo>
                  <a:lnTo>
                    <a:pt x="1346585" y="1470644"/>
                  </a:lnTo>
                  <a:lnTo>
                    <a:pt x="1346581" y="1470653"/>
                  </a:lnTo>
                  <a:lnTo>
                    <a:pt x="1346575" y="1470661"/>
                  </a:lnTo>
                  <a:lnTo>
                    <a:pt x="1346566" y="1470670"/>
                  </a:lnTo>
                  <a:lnTo>
                    <a:pt x="1346555" y="1470678"/>
                  </a:lnTo>
                  <a:lnTo>
                    <a:pt x="1346543" y="1470688"/>
                  </a:lnTo>
                  <a:lnTo>
                    <a:pt x="1346533" y="1470697"/>
                  </a:lnTo>
                  <a:lnTo>
                    <a:pt x="1346528" y="1470704"/>
                  </a:lnTo>
                  <a:lnTo>
                    <a:pt x="1346520" y="1470716"/>
                  </a:lnTo>
                  <a:lnTo>
                    <a:pt x="1346514" y="1470720"/>
                  </a:lnTo>
                  <a:lnTo>
                    <a:pt x="1346508" y="1470724"/>
                  </a:lnTo>
                  <a:lnTo>
                    <a:pt x="1346502" y="1470727"/>
                  </a:lnTo>
                  <a:lnTo>
                    <a:pt x="1346496" y="1470729"/>
                  </a:lnTo>
                  <a:lnTo>
                    <a:pt x="1346492" y="1470734"/>
                  </a:lnTo>
                  <a:lnTo>
                    <a:pt x="1346488" y="1470739"/>
                  </a:lnTo>
                  <a:lnTo>
                    <a:pt x="1346486" y="1470743"/>
                  </a:lnTo>
                  <a:lnTo>
                    <a:pt x="1346479" y="1470760"/>
                  </a:lnTo>
                  <a:lnTo>
                    <a:pt x="1346477" y="1470767"/>
                  </a:lnTo>
                  <a:lnTo>
                    <a:pt x="1346474" y="1470780"/>
                  </a:lnTo>
                  <a:lnTo>
                    <a:pt x="1346472" y="1470793"/>
                  </a:lnTo>
                  <a:lnTo>
                    <a:pt x="1346472" y="1470801"/>
                  </a:lnTo>
                  <a:lnTo>
                    <a:pt x="1346472" y="1470807"/>
                  </a:lnTo>
                  <a:lnTo>
                    <a:pt x="1346470" y="1470823"/>
                  </a:lnTo>
                  <a:lnTo>
                    <a:pt x="1346468" y="1470842"/>
                  </a:lnTo>
                  <a:lnTo>
                    <a:pt x="1346466" y="1470853"/>
                  </a:lnTo>
                  <a:lnTo>
                    <a:pt x="1346459" y="1470870"/>
                  </a:lnTo>
                  <a:lnTo>
                    <a:pt x="1346457" y="1470877"/>
                  </a:lnTo>
                  <a:lnTo>
                    <a:pt x="1346456" y="1470885"/>
                  </a:lnTo>
                  <a:lnTo>
                    <a:pt x="1346457" y="1470901"/>
                  </a:lnTo>
                  <a:lnTo>
                    <a:pt x="1346456" y="1470912"/>
                  </a:lnTo>
                  <a:lnTo>
                    <a:pt x="1346455" y="1470919"/>
                  </a:lnTo>
                  <a:lnTo>
                    <a:pt x="1346448" y="1470931"/>
                  </a:lnTo>
                  <a:lnTo>
                    <a:pt x="1346442" y="1470943"/>
                  </a:lnTo>
                  <a:lnTo>
                    <a:pt x="1346436" y="1470951"/>
                  </a:lnTo>
                  <a:lnTo>
                    <a:pt x="1346431" y="1470958"/>
                  </a:lnTo>
                  <a:lnTo>
                    <a:pt x="1346418" y="1470972"/>
                  </a:lnTo>
                  <a:lnTo>
                    <a:pt x="1346411" y="1470975"/>
                  </a:lnTo>
                  <a:lnTo>
                    <a:pt x="1346394" y="1470980"/>
                  </a:lnTo>
                  <a:lnTo>
                    <a:pt x="1346382" y="1470984"/>
                  </a:lnTo>
                  <a:lnTo>
                    <a:pt x="1346376" y="1470987"/>
                  </a:lnTo>
                  <a:lnTo>
                    <a:pt x="1346368" y="1470994"/>
                  </a:lnTo>
                  <a:lnTo>
                    <a:pt x="1346360" y="1471001"/>
                  </a:lnTo>
                  <a:lnTo>
                    <a:pt x="1346350" y="1471010"/>
                  </a:lnTo>
                  <a:lnTo>
                    <a:pt x="1346338" y="1471023"/>
                  </a:lnTo>
                  <a:lnTo>
                    <a:pt x="1346329" y="1471035"/>
                  </a:lnTo>
                  <a:lnTo>
                    <a:pt x="1346319" y="1471050"/>
                  </a:lnTo>
                  <a:lnTo>
                    <a:pt x="1346313" y="1471059"/>
                  </a:lnTo>
                  <a:lnTo>
                    <a:pt x="1346306" y="1471065"/>
                  </a:lnTo>
                  <a:lnTo>
                    <a:pt x="1346295" y="1471069"/>
                  </a:lnTo>
                  <a:lnTo>
                    <a:pt x="1346288" y="1471070"/>
                  </a:lnTo>
                  <a:lnTo>
                    <a:pt x="1346274" y="1471071"/>
                  </a:lnTo>
                  <a:lnTo>
                    <a:pt x="1346260" y="1471071"/>
                  </a:lnTo>
                  <a:lnTo>
                    <a:pt x="1346248" y="1471073"/>
                  </a:lnTo>
                  <a:lnTo>
                    <a:pt x="1346238" y="1471075"/>
                  </a:lnTo>
                  <a:lnTo>
                    <a:pt x="1346227" y="1471076"/>
                  </a:lnTo>
                  <a:lnTo>
                    <a:pt x="1346214" y="1471075"/>
                  </a:lnTo>
                  <a:lnTo>
                    <a:pt x="1346206" y="1471077"/>
                  </a:lnTo>
                  <a:lnTo>
                    <a:pt x="1346199" y="1471082"/>
                  </a:lnTo>
                  <a:lnTo>
                    <a:pt x="1346190" y="1471092"/>
                  </a:lnTo>
                  <a:lnTo>
                    <a:pt x="1346184" y="1471098"/>
                  </a:lnTo>
                  <a:lnTo>
                    <a:pt x="1346177" y="1471107"/>
                  </a:lnTo>
                  <a:lnTo>
                    <a:pt x="1346169" y="1471114"/>
                  </a:lnTo>
                  <a:lnTo>
                    <a:pt x="1346160" y="1471117"/>
                  </a:lnTo>
                  <a:lnTo>
                    <a:pt x="1346152" y="1471119"/>
                  </a:lnTo>
                  <a:lnTo>
                    <a:pt x="1346145" y="1471118"/>
                  </a:lnTo>
                  <a:lnTo>
                    <a:pt x="1346135" y="1471115"/>
                  </a:lnTo>
                  <a:lnTo>
                    <a:pt x="1346130" y="1471115"/>
                  </a:lnTo>
                  <a:lnTo>
                    <a:pt x="1346122" y="1471118"/>
                  </a:lnTo>
                  <a:lnTo>
                    <a:pt x="1346113" y="1471125"/>
                  </a:lnTo>
                  <a:lnTo>
                    <a:pt x="1346101" y="1471130"/>
                  </a:lnTo>
                  <a:lnTo>
                    <a:pt x="1346089" y="1471137"/>
                  </a:lnTo>
                  <a:lnTo>
                    <a:pt x="1346081" y="1471138"/>
                  </a:lnTo>
                  <a:lnTo>
                    <a:pt x="1346075" y="1471135"/>
                  </a:lnTo>
                  <a:lnTo>
                    <a:pt x="1346071" y="1471130"/>
                  </a:lnTo>
                  <a:lnTo>
                    <a:pt x="1346061" y="1471128"/>
                  </a:lnTo>
                  <a:lnTo>
                    <a:pt x="1346053" y="1471127"/>
                  </a:lnTo>
                  <a:lnTo>
                    <a:pt x="1346042" y="1471128"/>
                  </a:lnTo>
                  <a:lnTo>
                    <a:pt x="1346026" y="1471131"/>
                  </a:lnTo>
                  <a:lnTo>
                    <a:pt x="1346013" y="1471135"/>
                  </a:lnTo>
                  <a:lnTo>
                    <a:pt x="1346008" y="1471137"/>
                  </a:lnTo>
                  <a:lnTo>
                    <a:pt x="1346002" y="1471143"/>
                  </a:lnTo>
                  <a:lnTo>
                    <a:pt x="1345996" y="1471147"/>
                  </a:lnTo>
                  <a:lnTo>
                    <a:pt x="1345990" y="1471148"/>
                  </a:lnTo>
                  <a:lnTo>
                    <a:pt x="1345980" y="1471148"/>
                  </a:lnTo>
                  <a:lnTo>
                    <a:pt x="1345971" y="1471150"/>
                  </a:lnTo>
                  <a:lnTo>
                    <a:pt x="1345966" y="1471152"/>
                  </a:lnTo>
                  <a:lnTo>
                    <a:pt x="1345959" y="1471154"/>
                  </a:lnTo>
                  <a:lnTo>
                    <a:pt x="1345950" y="1471158"/>
                  </a:lnTo>
                  <a:lnTo>
                    <a:pt x="1345941" y="1471163"/>
                  </a:lnTo>
                  <a:lnTo>
                    <a:pt x="1345928" y="1471171"/>
                  </a:lnTo>
                  <a:lnTo>
                    <a:pt x="1345924" y="1471171"/>
                  </a:lnTo>
                  <a:lnTo>
                    <a:pt x="1345910" y="1471170"/>
                  </a:lnTo>
                  <a:lnTo>
                    <a:pt x="1345903" y="1471172"/>
                  </a:lnTo>
                  <a:lnTo>
                    <a:pt x="1345887" y="1471172"/>
                  </a:lnTo>
                  <a:lnTo>
                    <a:pt x="1345876" y="1471172"/>
                  </a:lnTo>
                  <a:lnTo>
                    <a:pt x="1345868" y="1471177"/>
                  </a:lnTo>
                  <a:lnTo>
                    <a:pt x="1345858" y="1471181"/>
                  </a:lnTo>
                  <a:lnTo>
                    <a:pt x="1345849" y="1471182"/>
                  </a:lnTo>
                  <a:lnTo>
                    <a:pt x="1345840" y="1471182"/>
                  </a:lnTo>
                  <a:lnTo>
                    <a:pt x="1345832" y="1471180"/>
                  </a:lnTo>
                  <a:lnTo>
                    <a:pt x="1345827" y="1471179"/>
                  </a:lnTo>
                  <a:lnTo>
                    <a:pt x="1345822" y="1471180"/>
                  </a:lnTo>
                  <a:lnTo>
                    <a:pt x="1345809" y="1471183"/>
                  </a:lnTo>
                  <a:lnTo>
                    <a:pt x="1345794" y="1471188"/>
                  </a:lnTo>
                  <a:lnTo>
                    <a:pt x="1345782" y="1471191"/>
                  </a:lnTo>
                  <a:lnTo>
                    <a:pt x="1345759" y="1471200"/>
                  </a:lnTo>
                  <a:lnTo>
                    <a:pt x="1345743" y="1471205"/>
                  </a:lnTo>
                  <a:lnTo>
                    <a:pt x="1345736" y="1471207"/>
                  </a:lnTo>
                  <a:lnTo>
                    <a:pt x="1345727" y="1471206"/>
                  </a:lnTo>
                  <a:lnTo>
                    <a:pt x="1345718" y="1471204"/>
                  </a:lnTo>
                  <a:lnTo>
                    <a:pt x="1345708" y="1471201"/>
                  </a:lnTo>
                  <a:lnTo>
                    <a:pt x="1345701" y="1471204"/>
                  </a:lnTo>
                  <a:lnTo>
                    <a:pt x="1345690" y="1471208"/>
                  </a:lnTo>
                  <a:lnTo>
                    <a:pt x="1345681" y="1471209"/>
                  </a:lnTo>
                  <a:lnTo>
                    <a:pt x="1345673" y="1471208"/>
                  </a:lnTo>
                  <a:lnTo>
                    <a:pt x="1345665" y="1471205"/>
                  </a:lnTo>
                  <a:lnTo>
                    <a:pt x="1345658" y="1471200"/>
                  </a:lnTo>
                  <a:lnTo>
                    <a:pt x="1345648" y="1471193"/>
                  </a:lnTo>
                  <a:lnTo>
                    <a:pt x="1345642" y="1471191"/>
                  </a:lnTo>
                  <a:lnTo>
                    <a:pt x="1345630" y="1471190"/>
                  </a:lnTo>
                  <a:lnTo>
                    <a:pt x="1345620" y="1471188"/>
                  </a:lnTo>
                  <a:lnTo>
                    <a:pt x="1345602" y="1471182"/>
                  </a:lnTo>
                  <a:lnTo>
                    <a:pt x="1345587" y="1471177"/>
                  </a:lnTo>
                  <a:lnTo>
                    <a:pt x="1345573" y="1471168"/>
                  </a:lnTo>
                  <a:lnTo>
                    <a:pt x="1345561" y="1471161"/>
                  </a:lnTo>
                  <a:lnTo>
                    <a:pt x="1345545" y="1471152"/>
                  </a:lnTo>
                  <a:lnTo>
                    <a:pt x="1345537" y="1471148"/>
                  </a:lnTo>
                  <a:lnTo>
                    <a:pt x="1345532" y="1471148"/>
                  </a:lnTo>
                  <a:lnTo>
                    <a:pt x="1345527" y="1471148"/>
                  </a:lnTo>
                  <a:lnTo>
                    <a:pt x="1345512" y="1471153"/>
                  </a:lnTo>
                  <a:lnTo>
                    <a:pt x="1345499" y="1471154"/>
                  </a:lnTo>
                  <a:lnTo>
                    <a:pt x="1345490" y="1471153"/>
                  </a:lnTo>
                  <a:lnTo>
                    <a:pt x="1345482" y="1471152"/>
                  </a:lnTo>
                  <a:lnTo>
                    <a:pt x="1345474" y="1471149"/>
                  </a:lnTo>
                  <a:lnTo>
                    <a:pt x="1345465" y="1471148"/>
                  </a:lnTo>
                  <a:lnTo>
                    <a:pt x="1345458" y="1471153"/>
                  </a:lnTo>
                  <a:lnTo>
                    <a:pt x="1345454" y="1471157"/>
                  </a:lnTo>
                  <a:lnTo>
                    <a:pt x="1345446" y="1471162"/>
                  </a:lnTo>
                  <a:lnTo>
                    <a:pt x="1345433" y="1471171"/>
                  </a:lnTo>
                  <a:lnTo>
                    <a:pt x="1345406" y="1471185"/>
                  </a:lnTo>
                  <a:lnTo>
                    <a:pt x="1345388" y="1471193"/>
                  </a:lnTo>
                  <a:lnTo>
                    <a:pt x="1345372" y="1471204"/>
                  </a:lnTo>
                  <a:lnTo>
                    <a:pt x="1345365" y="1471213"/>
                  </a:lnTo>
                  <a:lnTo>
                    <a:pt x="1345355" y="1471228"/>
                  </a:lnTo>
                  <a:lnTo>
                    <a:pt x="1345347" y="1471238"/>
                  </a:lnTo>
                  <a:lnTo>
                    <a:pt x="1345341" y="1471244"/>
                  </a:lnTo>
                  <a:lnTo>
                    <a:pt x="1345330" y="1471251"/>
                  </a:lnTo>
                  <a:lnTo>
                    <a:pt x="1345316" y="1471257"/>
                  </a:lnTo>
                  <a:lnTo>
                    <a:pt x="1345307" y="1471261"/>
                  </a:lnTo>
                  <a:lnTo>
                    <a:pt x="1345295" y="1471268"/>
                  </a:lnTo>
                  <a:lnTo>
                    <a:pt x="1345282" y="1471277"/>
                  </a:lnTo>
                  <a:lnTo>
                    <a:pt x="1345274" y="1471283"/>
                  </a:lnTo>
                  <a:lnTo>
                    <a:pt x="1345269" y="1471289"/>
                  </a:lnTo>
                  <a:lnTo>
                    <a:pt x="1345264" y="1471295"/>
                  </a:lnTo>
                  <a:lnTo>
                    <a:pt x="1345256" y="1471301"/>
                  </a:lnTo>
                  <a:lnTo>
                    <a:pt x="1345250" y="1471305"/>
                  </a:lnTo>
                  <a:lnTo>
                    <a:pt x="1345246" y="1471308"/>
                  </a:lnTo>
                  <a:lnTo>
                    <a:pt x="1345239" y="1471313"/>
                  </a:lnTo>
                  <a:lnTo>
                    <a:pt x="1345233" y="1471316"/>
                  </a:lnTo>
                  <a:lnTo>
                    <a:pt x="1345226" y="1471322"/>
                  </a:lnTo>
                  <a:lnTo>
                    <a:pt x="1345220" y="1471335"/>
                  </a:lnTo>
                  <a:lnTo>
                    <a:pt x="1345214" y="1471352"/>
                  </a:lnTo>
                  <a:lnTo>
                    <a:pt x="1345209" y="1471366"/>
                  </a:lnTo>
                  <a:lnTo>
                    <a:pt x="1345205" y="1471378"/>
                  </a:lnTo>
                  <a:lnTo>
                    <a:pt x="1345202" y="1471393"/>
                  </a:lnTo>
                  <a:lnTo>
                    <a:pt x="1345202" y="1471406"/>
                  </a:lnTo>
                  <a:lnTo>
                    <a:pt x="1345202" y="1471419"/>
                  </a:lnTo>
                  <a:lnTo>
                    <a:pt x="1345200" y="1471424"/>
                  </a:lnTo>
                  <a:lnTo>
                    <a:pt x="1345197" y="1471431"/>
                  </a:lnTo>
                  <a:lnTo>
                    <a:pt x="1345190" y="1471457"/>
                  </a:lnTo>
                  <a:lnTo>
                    <a:pt x="1345188" y="1471480"/>
                  </a:lnTo>
                  <a:lnTo>
                    <a:pt x="1345187" y="1471489"/>
                  </a:lnTo>
                  <a:lnTo>
                    <a:pt x="1345186" y="1471494"/>
                  </a:lnTo>
                  <a:lnTo>
                    <a:pt x="1345187" y="1471502"/>
                  </a:lnTo>
                  <a:lnTo>
                    <a:pt x="1345193" y="1471518"/>
                  </a:lnTo>
                  <a:lnTo>
                    <a:pt x="1345196" y="1471528"/>
                  </a:lnTo>
                  <a:lnTo>
                    <a:pt x="1345202" y="1471548"/>
                  </a:lnTo>
                  <a:lnTo>
                    <a:pt x="1345205" y="1471561"/>
                  </a:lnTo>
                  <a:lnTo>
                    <a:pt x="1345206" y="1471575"/>
                  </a:lnTo>
                  <a:lnTo>
                    <a:pt x="1345207" y="1471584"/>
                  </a:lnTo>
                  <a:lnTo>
                    <a:pt x="1345206" y="1471591"/>
                  </a:lnTo>
                  <a:lnTo>
                    <a:pt x="1345201" y="1471599"/>
                  </a:lnTo>
                  <a:lnTo>
                    <a:pt x="1345192" y="1471608"/>
                  </a:lnTo>
                  <a:lnTo>
                    <a:pt x="1345187" y="1471617"/>
                  </a:lnTo>
                  <a:lnTo>
                    <a:pt x="1345177" y="1471629"/>
                  </a:lnTo>
                  <a:lnTo>
                    <a:pt x="1345168" y="1471643"/>
                  </a:lnTo>
                  <a:lnTo>
                    <a:pt x="1345162" y="1471654"/>
                  </a:lnTo>
                  <a:lnTo>
                    <a:pt x="1345156" y="1471667"/>
                  </a:lnTo>
                  <a:lnTo>
                    <a:pt x="1345155" y="1471674"/>
                  </a:lnTo>
                  <a:lnTo>
                    <a:pt x="1345154" y="1471685"/>
                  </a:lnTo>
                  <a:lnTo>
                    <a:pt x="1345154" y="1471699"/>
                  </a:lnTo>
                  <a:lnTo>
                    <a:pt x="1345157" y="1471712"/>
                  </a:lnTo>
                  <a:lnTo>
                    <a:pt x="1345156" y="1471728"/>
                  </a:lnTo>
                  <a:lnTo>
                    <a:pt x="1345152" y="1471738"/>
                  </a:lnTo>
                  <a:lnTo>
                    <a:pt x="1345150" y="1471744"/>
                  </a:lnTo>
                  <a:lnTo>
                    <a:pt x="1345145" y="1471752"/>
                  </a:lnTo>
                  <a:lnTo>
                    <a:pt x="1345142" y="1471762"/>
                  </a:lnTo>
                  <a:lnTo>
                    <a:pt x="1345145" y="1471774"/>
                  </a:lnTo>
                  <a:lnTo>
                    <a:pt x="1345149" y="1471782"/>
                  </a:lnTo>
                  <a:lnTo>
                    <a:pt x="1345149" y="1471793"/>
                  </a:lnTo>
                  <a:lnTo>
                    <a:pt x="1345149" y="1471804"/>
                  </a:lnTo>
                  <a:lnTo>
                    <a:pt x="1345149" y="1471813"/>
                  </a:lnTo>
                  <a:lnTo>
                    <a:pt x="1345149" y="1471823"/>
                  </a:lnTo>
                  <a:lnTo>
                    <a:pt x="1345149" y="1471829"/>
                  </a:lnTo>
                  <a:lnTo>
                    <a:pt x="1345147" y="1471836"/>
                  </a:lnTo>
                  <a:lnTo>
                    <a:pt x="1345139" y="1471838"/>
                  </a:lnTo>
                  <a:lnTo>
                    <a:pt x="1345083" y="1471845"/>
                  </a:lnTo>
                  <a:lnTo>
                    <a:pt x="1345060" y="1471849"/>
                  </a:lnTo>
                  <a:lnTo>
                    <a:pt x="1345028" y="1471857"/>
                  </a:lnTo>
                  <a:lnTo>
                    <a:pt x="1345006" y="1471861"/>
                  </a:lnTo>
                  <a:lnTo>
                    <a:pt x="1344992" y="1471864"/>
                  </a:lnTo>
                  <a:lnTo>
                    <a:pt x="1344960" y="1471860"/>
                  </a:lnTo>
                  <a:lnTo>
                    <a:pt x="1344948" y="1471863"/>
                  </a:lnTo>
                  <a:lnTo>
                    <a:pt x="1344931" y="1471868"/>
                  </a:lnTo>
                  <a:lnTo>
                    <a:pt x="1344910" y="1471875"/>
                  </a:lnTo>
                  <a:lnTo>
                    <a:pt x="1344884" y="1471874"/>
                  </a:lnTo>
                  <a:lnTo>
                    <a:pt x="1344863" y="1471874"/>
                  </a:lnTo>
                  <a:lnTo>
                    <a:pt x="1344838" y="1471879"/>
                  </a:lnTo>
                  <a:lnTo>
                    <a:pt x="1344830" y="1471881"/>
                  </a:lnTo>
                  <a:lnTo>
                    <a:pt x="1344817" y="1471886"/>
                  </a:lnTo>
                  <a:lnTo>
                    <a:pt x="1344797" y="1471897"/>
                  </a:lnTo>
                  <a:lnTo>
                    <a:pt x="1344789" y="1471904"/>
                  </a:lnTo>
                  <a:lnTo>
                    <a:pt x="1344765" y="1471918"/>
                  </a:lnTo>
                  <a:lnTo>
                    <a:pt x="1344749" y="1471929"/>
                  </a:lnTo>
                  <a:lnTo>
                    <a:pt x="1344728" y="1471938"/>
                  </a:lnTo>
                  <a:lnTo>
                    <a:pt x="1344705" y="1471941"/>
                  </a:lnTo>
                  <a:lnTo>
                    <a:pt x="1344698" y="1471937"/>
                  </a:lnTo>
                  <a:lnTo>
                    <a:pt x="1344689" y="1471930"/>
                  </a:lnTo>
                  <a:lnTo>
                    <a:pt x="1344676" y="1471919"/>
                  </a:lnTo>
                  <a:lnTo>
                    <a:pt x="1344667" y="1471911"/>
                  </a:lnTo>
                  <a:lnTo>
                    <a:pt x="1344656" y="1471903"/>
                  </a:lnTo>
                  <a:lnTo>
                    <a:pt x="1344641" y="1471892"/>
                  </a:lnTo>
                  <a:lnTo>
                    <a:pt x="1344629" y="1471881"/>
                  </a:lnTo>
                  <a:lnTo>
                    <a:pt x="1344615" y="1471867"/>
                  </a:lnTo>
                  <a:lnTo>
                    <a:pt x="1344597" y="1471849"/>
                  </a:lnTo>
                  <a:lnTo>
                    <a:pt x="1344581" y="1471831"/>
                  </a:lnTo>
                  <a:lnTo>
                    <a:pt x="1344573" y="1471819"/>
                  </a:lnTo>
                  <a:lnTo>
                    <a:pt x="1344563" y="1471801"/>
                  </a:lnTo>
                  <a:lnTo>
                    <a:pt x="1344554" y="1471778"/>
                  </a:lnTo>
                  <a:lnTo>
                    <a:pt x="1344539" y="1471770"/>
                  </a:lnTo>
                  <a:lnTo>
                    <a:pt x="1344511" y="1471790"/>
                  </a:lnTo>
                  <a:lnTo>
                    <a:pt x="1344488" y="1471805"/>
                  </a:lnTo>
                  <a:lnTo>
                    <a:pt x="1344470" y="1471805"/>
                  </a:lnTo>
                  <a:lnTo>
                    <a:pt x="1344387" y="1471712"/>
                  </a:lnTo>
                  <a:lnTo>
                    <a:pt x="1344372" y="1471710"/>
                  </a:lnTo>
                  <a:lnTo>
                    <a:pt x="1344324" y="1471753"/>
                  </a:lnTo>
                  <a:lnTo>
                    <a:pt x="1344312" y="1471761"/>
                  </a:lnTo>
                  <a:lnTo>
                    <a:pt x="1344276" y="1471780"/>
                  </a:lnTo>
                  <a:lnTo>
                    <a:pt x="1344262" y="1471784"/>
                  </a:lnTo>
                  <a:lnTo>
                    <a:pt x="1344243" y="1471790"/>
                  </a:lnTo>
                  <a:lnTo>
                    <a:pt x="1344230" y="1471784"/>
                  </a:lnTo>
                  <a:lnTo>
                    <a:pt x="1344215" y="1471782"/>
                  </a:lnTo>
                  <a:lnTo>
                    <a:pt x="1344204" y="1471782"/>
                  </a:lnTo>
                  <a:lnTo>
                    <a:pt x="1344194" y="1471780"/>
                  </a:lnTo>
                  <a:lnTo>
                    <a:pt x="1344190" y="1471778"/>
                  </a:lnTo>
                  <a:lnTo>
                    <a:pt x="1344183" y="1471775"/>
                  </a:lnTo>
                  <a:lnTo>
                    <a:pt x="1344178" y="1471773"/>
                  </a:lnTo>
                  <a:lnTo>
                    <a:pt x="1344171" y="1471768"/>
                  </a:lnTo>
                  <a:lnTo>
                    <a:pt x="1344167" y="1471760"/>
                  </a:lnTo>
                  <a:lnTo>
                    <a:pt x="1344153" y="1471763"/>
                  </a:lnTo>
                  <a:lnTo>
                    <a:pt x="1344152" y="1471780"/>
                  </a:lnTo>
                  <a:lnTo>
                    <a:pt x="1344150" y="1471785"/>
                  </a:lnTo>
                  <a:lnTo>
                    <a:pt x="1344144" y="1471793"/>
                  </a:lnTo>
                  <a:lnTo>
                    <a:pt x="1344136" y="1471803"/>
                  </a:lnTo>
                  <a:lnTo>
                    <a:pt x="1344132" y="1471808"/>
                  </a:lnTo>
                  <a:lnTo>
                    <a:pt x="1344128" y="1471812"/>
                  </a:lnTo>
                  <a:lnTo>
                    <a:pt x="1344117" y="1471822"/>
                  </a:lnTo>
                  <a:lnTo>
                    <a:pt x="1344113" y="1471825"/>
                  </a:lnTo>
                  <a:lnTo>
                    <a:pt x="1344108" y="1471829"/>
                  </a:lnTo>
                  <a:lnTo>
                    <a:pt x="1344096" y="1471836"/>
                  </a:lnTo>
                  <a:lnTo>
                    <a:pt x="1344086" y="1471839"/>
                  </a:lnTo>
                  <a:lnTo>
                    <a:pt x="1344082" y="1471840"/>
                  </a:lnTo>
                  <a:lnTo>
                    <a:pt x="1344072" y="1471843"/>
                  </a:lnTo>
                  <a:lnTo>
                    <a:pt x="1344056" y="1471844"/>
                  </a:lnTo>
                  <a:lnTo>
                    <a:pt x="1344039" y="1471844"/>
                  </a:lnTo>
                  <a:lnTo>
                    <a:pt x="1344027" y="1471844"/>
                  </a:lnTo>
                  <a:lnTo>
                    <a:pt x="1344014" y="1471848"/>
                  </a:lnTo>
                  <a:lnTo>
                    <a:pt x="1343999" y="1471852"/>
                  </a:lnTo>
                  <a:lnTo>
                    <a:pt x="1343987" y="1471859"/>
                  </a:lnTo>
                  <a:lnTo>
                    <a:pt x="1343984" y="1471864"/>
                  </a:lnTo>
                  <a:lnTo>
                    <a:pt x="1343978" y="1471869"/>
                  </a:lnTo>
                  <a:lnTo>
                    <a:pt x="1343967" y="1471875"/>
                  </a:lnTo>
                  <a:lnTo>
                    <a:pt x="1343954" y="1471880"/>
                  </a:lnTo>
                  <a:lnTo>
                    <a:pt x="1343946" y="1471883"/>
                  </a:lnTo>
                  <a:lnTo>
                    <a:pt x="1343942" y="1471885"/>
                  </a:lnTo>
                  <a:lnTo>
                    <a:pt x="1343936" y="1471887"/>
                  </a:lnTo>
                  <a:lnTo>
                    <a:pt x="1343916" y="1471901"/>
                  </a:lnTo>
                  <a:lnTo>
                    <a:pt x="1343880" y="1471955"/>
                  </a:lnTo>
                  <a:lnTo>
                    <a:pt x="1343874" y="1471963"/>
                  </a:lnTo>
                  <a:lnTo>
                    <a:pt x="1343857" y="1471982"/>
                  </a:lnTo>
                  <a:lnTo>
                    <a:pt x="1343850" y="1471987"/>
                  </a:lnTo>
                  <a:lnTo>
                    <a:pt x="1343836" y="1471998"/>
                  </a:lnTo>
                  <a:lnTo>
                    <a:pt x="1343819" y="1472003"/>
                  </a:lnTo>
                  <a:lnTo>
                    <a:pt x="1343814" y="1472004"/>
                  </a:lnTo>
                  <a:lnTo>
                    <a:pt x="1343659" y="1471973"/>
                  </a:lnTo>
                  <a:lnTo>
                    <a:pt x="1343652" y="1471980"/>
                  </a:lnTo>
                  <a:lnTo>
                    <a:pt x="1343657" y="1471996"/>
                  </a:lnTo>
                  <a:lnTo>
                    <a:pt x="1343655" y="1472013"/>
                  </a:lnTo>
                  <a:lnTo>
                    <a:pt x="1343653" y="1472021"/>
                  </a:lnTo>
                  <a:lnTo>
                    <a:pt x="1343648" y="1472038"/>
                  </a:lnTo>
                  <a:lnTo>
                    <a:pt x="1343643" y="1472044"/>
                  </a:lnTo>
                  <a:lnTo>
                    <a:pt x="1343639" y="1472049"/>
                  </a:lnTo>
                  <a:lnTo>
                    <a:pt x="1343634" y="1472059"/>
                  </a:lnTo>
                  <a:lnTo>
                    <a:pt x="1343631" y="1472064"/>
                  </a:lnTo>
                  <a:lnTo>
                    <a:pt x="1343624" y="1472075"/>
                  </a:lnTo>
                  <a:lnTo>
                    <a:pt x="1343617" y="1472087"/>
                  </a:lnTo>
                  <a:lnTo>
                    <a:pt x="1343614" y="1472091"/>
                  </a:lnTo>
                  <a:lnTo>
                    <a:pt x="1343606" y="1472106"/>
                  </a:lnTo>
                  <a:lnTo>
                    <a:pt x="1343604" y="1472111"/>
                  </a:lnTo>
                  <a:lnTo>
                    <a:pt x="1343600" y="1472120"/>
                  </a:lnTo>
                  <a:lnTo>
                    <a:pt x="1343594" y="1472133"/>
                  </a:lnTo>
                  <a:lnTo>
                    <a:pt x="1343587" y="1472144"/>
                  </a:lnTo>
                  <a:lnTo>
                    <a:pt x="1343572" y="1472160"/>
                  </a:lnTo>
                  <a:lnTo>
                    <a:pt x="1343553" y="1472178"/>
                  </a:lnTo>
                  <a:lnTo>
                    <a:pt x="1343548" y="1472182"/>
                  </a:lnTo>
                  <a:lnTo>
                    <a:pt x="1343541" y="1472190"/>
                  </a:lnTo>
                  <a:lnTo>
                    <a:pt x="1343536" y="1472198"/>
                  </a:lnTo>
                  <a:lnTo>
                    <a:pt x="1343531" y="1472206"/>
                  </a:lnTo>
                  <a:lnTo>
                    <a:pt x="1343526" y="1472216"/>
                  </a:lnTo>
                  <a:lnTo>
                    <a:pt x="1343524" y="1472225"/>
                  </a:lnTo>
                  <a:lnTo>
                    <a:pt x="1343525" y="1472239"/>
                  </a:lnTo>
                  <a:lnTo>
                    <a:pt x="1343525" y="1472251"/>
                  </a:lnTo>
                  <a:lnTo>
                    <a:pt x="1343525" y="1472261"/>
                  </a:lnTo>
                  <a:lnTo>
                    <a:pt x="1343524" y="1472269"/>
                  </a:lnTo>
                  <a:lnTo>
                    <a:pt x="1343521" y="1472278"/>
                  </a:lnTo>
                  <a:lnTo>
                    <a:pt x="1343518" y="1472284"/>
                  </a:lnTo>
                  <a:lnTo>
                    <a:pt x="1343509" y="1472299"/>
                  </a:lnTo>
                  <a:lnTo>
                    <a:pt x="1343501" y="1472308"/>
                  </a:lnTo>
                  <a:lnTo>
                    <a:pt x="1343496" y="1472314"/>
                  </a:lnTo>
                  <a:lnTo>
                    <a:pt x="1343468" y="1472327"/>
                  </a:lnTo>
                  <a:lnTo>
                    <a:pt x="1343461" y="1472330"/>
                  </a:lnTo>
                  <a:lnTo>
                    <a:pt x="1343445" y="1472337"/>
                  </a:lnTo>
                  <a:lnTo>
                    <a:pt x="1343436" y="1472342"/>
                  </a:lnTo>
                  <a:lnTo>
                    <a:pt x="1343418" y="1472351"/>
                  </a:lnTo>
                  <a:lnTo>
                    <a:pt x="1343412" y="1472363"/>
                  </a:lnTo>
                  <a:lnTo>
                    <a:pt x="1343416" y="1472373"/>
                  </a:lnTo>
                  <a:lnTo>
                    <a:pt x="1343420" y="1472382"/>
                  </a:lnTo>
                  <a:lnTo>
                    <a:pt x="1343422" y="1472393"/>
                  </a:lnTo>
                  <a:lnTo>
                    <a:pt x="1343421" y="1472404"/>
                  </a:lnTo>
                  <a:lnTo>
                    <a:pt x="1343420" y="1472411"/>
                  </a:lnTo>
                  <a:lnTo>
                    <a:pt x="1343422" y="1472420"/>
                  </a:lnTo>
                  <a:lnTo>
                    <a:pt x="1343424" y="1472431"/>
                  </a:lnTo>
                  <a:lnTo>
                    <a:pt x="1343428" y="1472452"/>
                  </a:lnTo>
                  <a:lnTo>
                    <a:pt x="1343430" y="1472466"/>
                  </a:lnTo>
                  <a:lnTo>
                    <a:pt x="1343433" y="1472479"/>
                  </a:lnTo>
                  <a:lnTo>
                    <a:pt x="1343438" y="1472492"/>
                  </a:lnTo>
                  <a:lnTo>
                    <a:pt x="1343440" y="1472504"/>
                  </a:lnTo>
                  <a:lnTo>
                    <a:pt x="1343443" y="1472511"/>
                  </a:lnTo>
                  <a:lnTo>
                    <a:pt x="1343449" y="1472524"/>
                  </a:lnTo>
                  <a:lnTo>
                    <a:pt x="1343456" y="1472538"/>
                  </a:lnTo>
                  <a:lnTo>
                    <a:pt x="1343462" y="1472551"/>
                  </a:lnTo>
                  <a:lnTo>
                    <a:pt x="1343467" y="1472559"/>
                  </a:lnTo>
                  <a:lnTo>
                    <a:pt x="1343465" y="1472566"/>
                  </a:lnTo>
                  <a:lnTo>
                    <a:pt x="1343462" y="1472578"/>
                  </a:lnTo>
                  <a:lnTo>
                    <a:pt x="1343461" y="1472585"/>
                  </a:lnTo>
                  <a:lnTo>
                    <a:pt x="1343457" y="1472605"/>
                  </a:lnTo>
                  <a:lnTo>
                    <a:pt x="1343456" y="1472614"/>
                  </a:lnTo>
                  <a:lnTo>
                    <a:pt x="1343451" y="1472626"/>
                  </a:lnTo>
                  <a:lnTo>
                    <a:pt x="1343446" y="1472633"/>
                  </a:lnTo>
                  <a:lnTo>
                    <a:pt x="1343441" y="1472641"/>
                  </a:lnTo>
                  <a:lnTo>
                    <a:pt x="1343432" y="1472649"/>
                  </a:lnTo>
                  <a:lnTo>
                    <a:pt x="1343427" y="1472657"/>
                  </a:lnTo>
                  <a:lnTo>
                    <a:pt x="1343423" y="1472663"/>
                  </a:lnTo>
                  <a:lnTo>
                    <a:pt x="1343422" y="1472670"/>
                  </a:lnTo>
                  <a:lnTo>
                    <a:pt x="1343424" y="1472680"/>
                  </a:lnTo>
                  <a:lnTo>
                    <a:pt x="1343427" y="1472689"/>
                  </a:lnTo>
                  <a:lnTo>
                    <a:pt x="1343430" y="1472702"/>
                  </a:lnTo>
                  <a:lnTo>
                    <a:pt x="1343429" y="1472712"/>
                  </a:lnTo>
                  <a:lnTo>
                    <a:pt x="1343428" y="1472726"/>
                  </a:lnTo>
                  <a:lnTo>
                    <a:pt x="1343428" y="1472737"/>
                  </a:lnTo>
                  <a:lnTo>
                    <a:pt x="1343426" y="1472757"/>
                  </a:lnTo>
                  <a:lnTo>
                    <a:pt x="1343425" y="1472774"/>
                  </a:lnTo>
                  <a:lnTo>
                    <a:pt x="1343423" y="1472792"/>
                  </a:lnTo>
                  <a:lnTo>
                    <a:pt x="1343422" y="1472800"/>
                  </a:lnTo>
                  <a:lnTo>
                    <a:pt x="1343414" y="1472820"/>
                  </a:lnTo>
                  <a:lnTo>
                    <a:pt x="1343407" y="1472834"/>
                  </a:lnTo>
                  <a:lnTo>
                    <a:pt x="1343400" y="1472856"/>
                  </a:lnTo>
                  <a:lnTo>
                    <a:pt x="1343393" y="1472878"/>
                  </a:lnTo>
                  <a:lnTo>
                    <a:pt x="1343389" y="1472886"/>
                  </a:lnTo>
                  <a:lnTo>
                    <a:pt x="1343384" y="1472895"/>
                  </a:lnTo>
                  <a:lnTo>
                    <a:pt x="1343378" y="1472901"/>
                  </a:lnTo>
                  <a:lnTo>
                    <a:pt x="1343376" y="1472906"/>
                  </a:lnTo>
                  <a:lnTo>
                    <a:pt x="1343375" y="1472913"/>
                  </a:lnTo>
                  <a:lnTo>
                    <a:pt x="1343373" y="1472921"/>
                  </a:lnTo>
                  <a:lnTo>
                    <a:pt x="1343370" y="1472939"/>
                  </a:lnTo>
                  <a:lnTo>
                    <a:pt x="1343365" y="1472952"/>
                  </a:lnTo>
                  <a:lnTo>
                    <a:pt x="1343357" y="1472966"/>
                  </a:lnTo>
                  <a:lnTo>
                    <a:pt x="1343340" y="1472991"/>
                  </a:lnTo>
                  <a:lnTo>
                    <a:pt x="1343337" y="1472997"/>
                  </a:lnTo>
                  <a:lnTo>
                    <a:pt x="1343327" y="1473011"/>
                  </a:lnTo>
                  <a:lnTo>
                    <a:pt x="1343324" y="1473018"/>
                  </a:lnTo>
                  <a:lnTo>
                    <a:pt x="1343320" y="1473027"/>
                  </a:lnTo>
                  <a:lnTo>
                    <a:pt x="1343317" y="1473033"/>
                  </a:lnTo>
                  <a:lnTo>
                    <a:pt x="1343314" y="1473041"/>
                  </a:lnTo>
                  <a:lnTo>
                    <a:pt x="1343308" y="1473052"/>
                  </a:lnTo>
                  <a:lnTo>
                    <a:pt x="1343300" y="1473061"/>
                  </a:lnTo>
                  <a:lnTo>
                    <a:pt x="1343291" y="1473070"/>
                  </a:lnTo>
                  <a:lnTo>
                    <a:pt x="1343283" y="1473081"/>
                  </a:lnTo>
                  <a:lnTo>
                    <a:pt x="1343274" y="1473095"/>
                  </a:lnTo>
                  <a:lnTo>
                    <a:pt x="1343263" y="1473109"/>
                  </a:lnTo>
                  <a:lnTo>
                    <a:pt x="1343256" y="1473118"/>
                  </a:lnTo>
                  <a:lnTo>
                    <a:pt x="1343249" y="1473128"/>
                  </a:lnTo>
                  <a:lnTo>
                    <a:pt x="1343243" y="1473137"/>
                  </a:lnTo>
                  <a:lnTo>
                    <a:pt x="1343236" y="1473143"/>
                  </a:lnTo>
                  <a:lnTo>
                    <a:pt x="1343230" y="1473152"/>
                  </a:lnTo>
                  <a:lnTo>
                    <a:pt x="1343227" y="1473164"/>
                  </a:lnTo>
                  <a:lnTo>
                    <a:pt x="1343225" y="1473172"/>
                  </a:lnTo>
                  <a:lnTo>
                    <a:pt x="1343226" y="1473189"/>
                  </a:lnTo>
                  <a:lnTo>
                    <a:pt x="1343226" y="1473197"/>
                  </a:lnTo>
                  <a:lnTo>
                    <a:pt x="1343223" y="1473208"/>
                  </a:lnTo>
                  <a:lnTo>
                    <a:pt x="1343218" y="1473214"/>
                  </a:lnTo>
                  <a:lnTo>
                    <a:pt x="1343210" y="1473222"/>
                  </a:lnTo>
                  <a:lnTo>
                    <a:pt x="1343205" y="1473228"/>
                  </a:lnTo>
                  <a:lnTo>
                    <a:pt x="1343201" y="1473236"/>
                  </a:lnTo>
                  <a:lnTo>
                    <a:pt x="1343197" y="1473248"/>
                  </a:lnTo>
                  <a:lnTo>
                    <a:pt x="1343193" y="1473259"/>
                  </a:lnTo>
                  <a:lnTo>
                    <a:pt x="1343187" y="1473269"/>
                  </a:lnTo>
                  <a:lnTo>
                    <a:pt x="1343182" y="1473277"/>
                  </a:lnTo>
                  <a:lnTo>
                    <a:pt x="1343162" y="1473286"/>
                  </a:lnTo>
                  <a:lnTo>
                    <a:pt x="1343149" y="1473294"/>
                  </a:lnTo>
                  <a:lnTo>
                    <a:pt x="1343140" y="1473320"/>
                  </a:lnTo>
                  <a:lnTo>
                    <a:pt x="1343137" y="1473330"/>
                  </a:lnTo>
                  <a:lnTo>
                    <a:pt x="1343130" y="1473342"/>
                  </a:lnTo>
                  <a:lnTo>
                    <a:pt x="1343122" y="1473355"/>
                  </a:lnTo>
                  <a:lnTo>
                    <a:pt x="1343110" y="1473378"/>
                  </a:lnTo>
                  <a:lnTo>
                    <a:pt x="1343089" y="1473402"/>
                  </a:lnTo>
                  <a:lnTo>
                    <a:pt x="1343081" y="1473409"/>
                  </a:lnTo>
                  <a:lnTo>
                    <a:pt x="1343077" y="1473412"/>
                  </a:lnTo>
                  <a:lnTo>
                    <a:pt x="1343073" y="1473416"/>
                  </a:lnTo>
                  <a:lnTo>
                    <a:pt x="1343068" y="1473419"/>
                  </a:lnTo>
                  <a:lnTo>
                    <a:pt x="1343056" y="1473425"/>
                  </a:lnTo>
                  <a:lnTo>
                    <a:pt x="1343045" y="1473427"/>
                  </a:lnTo>
                  <a:lnTo>
                    <a:pt x="1343036" y="1473427"/>
                  </a:lnTo>
                  <a:lnTo>
                    <a:pt x="1343029" y="1473426"/>
                  </a:lnTo>
                  <a:lnTo>
                    <a:pt x="1343020" y="1473425"/>
                  </a:lnTo>
                  <a:lnTo>
                    <a:pt x="1343010" y="1473422"/>
                  </a:lnTo>
                  <a:lnTo>
                    <a:pt x="1343005" y="1473421"/>
                  </a:lnTo>
                  <a:lnTo>
                    <a:pt x="1343000" y="1473421"/>
                  </a:lnTo>
                  <a:lnTo>
                    <a:pt x="1342997" y="1473427"/>
                  </a:lnTo>
                  <a:lnTo>
                    <a:pt x="1342997" y="1473435"/>
                  </a:lnTo>
                  <a:lnTo>
                    <a:pt x="1343000" y="1473444"/>
                  </a:lnTo>
                  <a:lnTo>
                    <a:pt x="1343002" y="1473451"/>
                  </a:lnTo>
                  <a:lnTo>
                    <a:pt x="1343006" y="1473460"/>
                  </a:lnTo>
                  <a:lnTo>
                    <a:pt x="1343014" y="1473477"/>
                  </a:lnTo>
                  <a:lnTo>
                    <a:pt x="1343021" y="1473491"/>
                  </a:lnTo>
                  <a:lnTo>
                    <a:pt x="1343024" y="1473501"/>
                  </a:lnTo>
                  <a:lnTo>
                    <a:pt x="1343026" y="1473507"/>
                  </a:lnTo>
                  <a:lnTo>
                    <a:pt x="1343027" y="1473513"/>
                  </a:lnTo>
                  <a:lnTo>
                    <a:pt x="1343025" y="1473523"/>
                  </a:lnTo>
                  <a:lnTo>
                    <a:pt x="1343023" y="1473529"/>
                  </a:lnTo>
                  <a:lnTo>
                    <a:pt x="1343017" y="1473542"/>
                  </a:lnTo>
                  <a:lnTo>
                    <a:pt x="1343008" y="1473552"/>
                  </a:lnTo>
                  <a:lnTo>
                    <a:pt x="1343004" y="1473558"/>
                  </a:lnTo>
                  <a:lnTo>
                    <a:pt x="1343003" y="1473564"/>
                  </a:lnTo>
                  <a:lnTo>
                    <a:pt x="1343007" y="1473572"/>
                  </a:lnTo>
                  <a:lnTo>
                    <a:pt x="1343011" y="1473581"/>
                  </a:lnTo>
                  <a:lnTo>
                    <a:pt x="1343013" y="1473591"/>
                  </a:lnTo>
                  <a:lnTo>
                    <a:pt x="1343014" y="1473596"/>
                  </a:lnTo>
                  <a:lnTo>
                    <a:pt x="1343018" y="1473614"/>
                  </a:lnTo>
                  <a:lnTo>
                    <a:pt x="1343028" y="1473623"/>
                  </a:lnTo>
                  <a:lnTo>
                    <a:pt x="1343040" y="1473626"/>
                  </a:lnTo>
                  <a:lnTo>
                    <a:pt x="1343053" y="1473629"/>
                  </a:lnTo>
                  <a:lnTo>
                    <a:pt x="1343062" y="1473638"/>
                  </a:lnTo>
                  <a:lnTo>
                    <a:pt x="1343187" y="1473771"/>
                  </a:lnTo>
                  <a:lnTo>
                    <a:pt x="1343174" y="1473773"/>
                  </a:lnTo>
                  <a:lnTo>
                    <a:pt x="1343162" y="1473779"/>
                  </a:lnTo>
                  <a:lnTo>
                    <a:pt x="1343157" y="1473788"/>
                  </a:lnTo>
                  <a:lnTo>
                    <a:pt x="1343153" y="1473817"/>
                  </a:lnTo>
                  <a:lnTo>
                    <a:pt x="1343150" y="1473831"/>
                  </a:lnTo>
                  <a:lnTo>
                    <a:pt x="1343147" y="1473854"/>
                  </a:lnTo>
                  <a:lnTo>
                    <a:pt x="1343145" y="1473863"/>
                  </a:lnTo>
                  <a:lnTo>
                    <a:pt x="1343144" y="1473875"/>
                  </a:lnTo>
                  <a:lnTo>
                    <a:pt x="1343146" y="1473891"/>
                  </a:lnTo>
                  <a:lnTo>
                    <a:pt x="1343137" y="1473900"/>
                  </a:lnTo>
                  <a:lnTo>
                    <a:pt x="1343134" y="1473905"/>
                  </a:lnTo>
                  <a:lnTo>
                    <a:pt x="1343127" y="1473913"/>
                  </a:lnTo>
                  <a:lnTo>
                    <a:pt x="1343122" y="1473923"/>
                  </a:lnTo>
                  <a:lnTo>
                    <a:pt x="1343117" y="1473938"/>
                  </a:lnTo>
                  <a:lnTo>
                    <a:pt x="1343114" y="1473953"/>
                  </a:lnTo>
                  <a:lnTo>
                    <a:pt x="1343113" y="1473961"/>
                  </a:lnTo>
                  <a:lnTo>
                    <a:pt x="1343110" y="1473980"/>
                  </a:lnTo>
                  <a:lnTo>
                    <a:pt x="1343122" y="1474001"/>
                  </a:lnTo>
                  <a:lnTo>
                    <a:pt x="1343123" y="1474017"/>
                  </a:lnTo>
                  <a:lnTo>
                    <a:pt x="1343118" y="1474035"/>
                  </a:lnTo>
                  <a:lnTo>
                    <a:pt x="1343119" y="1474042"/>
                  </a:lnTo>
                  <a:lnTo>
                    <a:pt x="1343122" y="1474052"/>
                  </a:lnTo>
                  <a:lnTo>
                    <a:pt x="1343130" y="1474085"/>
                  </a:lnTo>
                  <a:lnTo>
                    <a:pt x="1343130" y="1474121"/>
                  </a:lnTo>
                  <a:lnTo>
                    <a:pt x="1343120" y="1474165"/>
                  </a:lnTo>
                  <a:lnTo>
                    <a:pt x="1343113" y="1474188"/>
                  </a:lnTo>
                  <a:lnTo>
                    <a:pt x="1343089" y="1474204"/>
                  </a:lnTo>
                  <a:lnTo>
                    <a:pt x="1343074" y="1474210"/>
                  </a:lnTo>
                  <a:lnTo>
                    <a:pt x="1343062" y="1474215"/>
                  </a:lnTo>
                  <a:lnTo>
                    <a:pt x="1343056" y="1474229"/>
                  </a:lnTo>
                  <a:lnTo>
                    <a:pt x="1343054" y="1474239"/>
                  </a:lnTo>
                  <a:lnTo>
                    <a:pt x="1343054" y="1474276"/>
                  </a:lnTo>
                  <a:lnTo>
                    <a:pt x="1343054" y="1474304"/>
                  </a:lnTo>
                  <a:lnTo>
                    <a:pt x="1343051" y="1474313"/>
                  </a:lnTo>
                  <a:lnTo>
                    <a:pt x="1343040" y="1474324"/>
                  </a:lnTo>
                  <a:lnTo>
                    <a:pt x="1343026" y="1474333"/>
                  </a:lnTo>
                  <a:lnTo>
                    <a:pt x="1343018" y="1474339"/>
                  </a:lnTo>
                  <a:lnTo>
                    <a:pt x="1343009" y="1474345"/>
                  </a:lnTo>
                  <a:lnTo>
                    <a:pt x="1342999" y="1474352"/>
                  </a:lnTo>
                  <a:lnTo>
                    <a:pt x="1342986" y="1474349"/>
                  </a:lnTo>
                  <a:lnTo>
                    <a:pt x="1342979" y="1474344"/>
                  </a:lnTo>
                  <a:lnTo>
                    <a:pt x="1342961" y="1474336"/>
                  </a:lnTo>
                  <a:lnTo>
                    <a:pt x="1342953" y="1474335"/>
                  </a:lnTo>
                  <a:lnTo>
                    <a:pt x="1342940" y="1474336"/>
                  </a:lnTo>
                  <a:lnTo>
                    <a:pt x="1342932" y="1474337"/>
                  </a:lnTo>
                  <a:lnTo>
                    <a:pt x="1342904" y="1474333"/>
                  </a:lnTo>
                  <a:lnTo>
                    <a:pt x="1342891" y="1474328"/>
                  </a:lnTo>
                  <a:lnTo>
                    <a:pt x="1342871" y="1474315"/>
                  </a:lnTo>
                  <a:lnTo>
                    <a:pt x="1342852" y="1474299"/>
                  </a:lnTo>
                  <a:lnTo>
                    <a:pt x="1342833" y="1474289"/>
                  </a:lnTo>
                  <a:lnTo>
                    <a:pt x="1342812" y="1474281"/>
                  </a:lnTo>
                  <a:lnTo>
                    <a:pt x="1342798" y="1474274"/>
                  </a:lnTo>
                  <a:lnTo>
                    <a:pt x="1342785" y="1474263"/>
                  </a:lnTo>
                  <a:lnTo>
                    <a:pt x="1342748" y="1474249"/>
                  </a:lnTo>
                  <a:lnTo>
                    <a:pt x="1342734" y="1474242"/>
                  </a:lnTo>
                  <a:lnTo>
                    <a:pt x="1342724" y="1474238"/>
                  </a:lnTo>
                  <a:lnTo>
                    <a:pt x="1342698" y="1474226"/>
                  </a:lnTo>
                  <a:lnTo>
                    <a:pt x="1342686" y="1474223"/>
                  </a:lnTo>
                  <a:lnTo>
                    <a:pt x="1342675" y="1474215"/>
                  </a:lnTo>
                  <a:lnTo>
                    <a:pt x="1342669" y="1474211"/>
                  </a:lnTo>
                  <a:lnTo>
                    <a:pt x="1342624" y="1474182"/>
                  </a:lnTo>
                  <a:lnTo>
                    <a:pt x="1342617" y="1474178"/>
                  </a:lnTo>
                  <a:lnTo>
                    <a:pt x="1342609" y="1474171"/>
                  </a:lnTo>
                  <a:lnTo>
                    <a:pt x="1342600" y="1474163"/>
                  </a:lnTo>
                  <a:lnTo>
                    <a:pt x="1342596" y="1474157"/>
                  </a:lnTo>
                  <a:lnTo>
                    <a:pt x="1342591" y="1474152"/>
                  </a:lnTo>
                  <a:lnTo>
                    <a:pt x="1342582" y="1474145"/>
                  </a:lnTo>
                  <a:lnTo>
                    <a:pt x="1342576" y="1474143"/>
                  </a:lnTo>
                  <a:lnTo>
                    <a:pt x="1342569" y="1474141"/>
                  </a:lnTo>
                  <a:lnTo>
                    <a:pt x="1342564" y="1474144"/>
                  </a:lnTo>
                  <a:lnTo>
                    <a:pt x="1342559" y="1474143"/>
                  </a:lnTo>
                  <a:lnTo>
                    <a:pt x="1342553" y="1474143"/>
                  </a:lnTo>
                  <a:lnTo>
                    <a:pt x="1342544" y="1474143"/>
                  </a:lnTo>
                  <a:lnTo>
                    <a:pt x="1342536" y="1474139"/>
                  </a:lnTo>
                  <a:lnTo>
                    <a:pt x="1342527" y="1474134"/>
                  </a:lnTo>
                  <a:lnTo>
                    <a:pt x="1342499" y="1474120"/>
                  </a:lnTo>
                  <a:lnTo>
                    <a:pt x="1342487" y="1474114"/>
                  </a:lnTo>
                  <a:lnTo>
                    <a:pt x="1342476" y="1474107"/>
                  </a:lnTo>
                  <a:lnTo>
                    <a:pt x="1342471" y="1474103"/>
                  </a:lnTo>
                  <a:lnTo>
                    <a:pt x="1342373" y="1474043"/>
                  </a:lnTo>
                  <a:lnTo>
                    <a:pt x="1342364" y="1474045"/>
                  </a:lnTo>
                  <a:lnTo>
                    <a:pt x="1342350" y="1474046"/>
                  </a:lnTo>
                  <a:lnTo>
                    <a:pt x="1342341" y="1474045"/>
                  </a:lnTo>
                  <a:lnTo>
                    <a:pt x="1342329" y="1474045"/>
                  </a:lnTo>
                  <a:lnTo>
                    <a:pt x="1342304" y="1474048"/>
                  </a:lnTo>
                  <a:lnTo>
                    <a:pt x="1342297" y="1474050"/>
                  </a:lnTo>
                  <a:lnTo>
                    <a:pt x="1342286" y="1474056"/>
                  </a:lnTo>
                  <a:lnTo>
                    <a:pt x="1342276" y="1474061"/>
                  </a:lnTo>
                  <a:lnTo>
                    <a:pt x="1342269" y="1474066"/>
                  </a:lnTo>
                  <a:lnTo>
                    <a:pt x="1342262" y="1474070"/>
                  </a:lnTo>
                  <a:lnTo>
                    <a:pt x="1342252" y="1474073"/>
                  </a:lnTo>
                  <a:lnTo>
                    <a:pt x="1342240" y="1474080"/>
                  </a:lnTo>
                  <a:lnTo>
                    <a:pt x="1342235" y="1474082"/>
                  </a:lnTo>
                  <a:lnTo>
                    <a:pt x="1342223" y="1474087"/>
                  </a:lnTo>
                  <a:lnTo>
                    <a:pt x="1342213" y="1474092"/>
                  </a:lnTo>
                  <a:lnTo>
                    <a:pt x="1342197" y="1474091"/>
                  </a:lnTo>
                  <a:lnTo>
                    <a:pt x="1342187" y="1474087"/>
                  </a:lnTo>
                  <a:lnTo>
                    <a:pt x="1342175" y="1474079"/>
                  </a:lnTo>
                  <a:lnTo>
                    <a:pt x="1342167" y="1474070"/>
                  </a:lnTo>
                  <a:lnTo>
                    <a:pt x="1342159" y="1474059"/>
                  </a:lnTo>
                  <a:lnTo>
                    <a:pt x="1342149" y="1474039"/>
                  </a:lnTo>
                  <a:lnTo>
                    <a:pt x="1342138" y="1474019"/>
                  </a:lnTo>
                  <a:lnTo>
                    <a:pt x="1342124" y="1473993"/>
                  </a:lnTo>
                  <a:lnTo>
                    <a:pt x="1342116" y="1473980"/>
                  </a:lnTo>
                  <a:lnTo>
                    <a:pt x="1342105" y="1473962"/>
                  </a:lnTo>
                  <a:lnTo>
                    <a:pt x="1342095" y="1473944"/>
                  </a:lnTo>
                  <a:lnTo>
                    <a:pt x="1342088" y="1473935"/>
                  </a:lnTo>
                  <a:lnTo>
                    <a:pt x="1342075" y="1473928"/>
                  </a:lnTo>
                  <a:lnTo>
                    <a:pt x="1342043" y="1473912"/>
                  </a:lnTo>
                  <a:lnTo>
                    <a:pt x="1342017" y="1473905"/>
                  </a:lnTo>
                  <a:lnTo>
                    <a:pt x="1342022" y="1473901"/>
                  </a:lnTo>
                  <a:lnTo>
                    <a:pt x="1342037" y="1473890"/>
                  </a:lnTo>
                  <a:lnTo>
                    <a:pt x="1342048" y="1473881"/>
                  </a:lnTo>
                  <a:lnTo>
                    <a:pt x="1342052" y="1473874"/>
                  </a:lnTo>
                  <a:lnTo>
                    <a:pt x="1342056" y="1473867"/>
                  </a:lnTo>
                  <a:lnTo>
                    <a:pt x="1342070" y="1473838"/>
                  </a:lnTo>
                  <a:lnTo>
                    <a:pt x="1342079" y="1473822"/>
                  </a:lnTo>
                  <a:lnTo>
                    <a:pt x="1342085" y="1473810"/>
                  </a:lnTo>
                  <a:lnTo>
                    <a:pt x="1342088" y="1473798"/>
                  </a:lnTo>
                  <a:lnTo>
                    <a:pt x="1342089" y="1473781"/>
                  </a:lnTo>
                  <a:lnTo>
                    <a:pt x="1342089" y="1473772"/>
                  </a:lnTo>
                  <a:lnTo>
                    <a:pt x="1342089" y="1473763"/>
                  </a:lnTo>
                  <a:lnTo>
                    <a:pt x="1342095" y="1473745"/>
                  </a:lnTo>
                  <a:lnTo>
                    <a:pt x="1342104" y="1473727"/>
                  </a:lnTo>
                  <a:lnTo>
                    <a:pt x="1342125" y="1473705"/>
                  </a:lnTo>
                  <a:lnTo>
                    <a:pt x="1342147" y="1473675"/>
                  </a:lnTo>
                  <a:lnTo>
                    <a:pt x="1342132" y="1473684"/>
                  </a:lnTo>
                  <a:lnTo>
                    <a:pt x="1342109" y="1473686"/>
                  </a:lnTo>
                  <a:lnTo>
                    <a:pt x="1342086" y="1473685"/>
                  </a:lnTo>
                  <a:lnTo>
                    <a:pt x="1342062" y="1473677"/>
                  </a:lnTo>
                  <a:lnTo>
                    <a:pt x="1342037" y="1473664"/>
                  </a:lnTo>
                  <a:lnTo>
                    <a:pt x="1341999" y="1473638"/>
                  </a:lnTo>
                  <a:lnTo>
                    <a:pt x="1341973" y="1473626"/>
                  </a:lnTo>
                  <a:lnTo>
                    <a:pt x="1341961" y="1473621"/>
                  </a:lnTo>
                  <a:lnTo>
                    <a:pt x="1341955" y="1473616"/>
                  </a:lnTo>
                  <a:lnTo>
                    <a:pt x="1341951" y="1473613"/>
                  </a:lnTo>
                  <a:lnTo>
                    <a:pt x="1341946" y="1473609"/>
                  </a:lnTo>
                  <a:lnTo>
                    <a:pt x="1341943" y="1473604"/>
                  </a:lnTo>
                  <a:lnTo>
                    <a:pt x="1341942" y="1473597"/>
                  </a:lnTo>
                  <a:lnTo>
                    <a:pt x="1341942" y="1473591"/>
                  </a:lnTo>
                  <a:lnTo>
                    <a:pt x="1341943" y="1473584"/>
                  </a:lnTo>
                  <a:lnTo>
                    <a:pt x="1341945" y="1473574"/>
                  </a:lnTo>
                  <a:lnTo>
                    <a:pt x="1341947" y="1473568"/>
                  </a:lnTo>
                  <a:lnTo>
                    <a:pt x="1341956" y="1473560"/>
                  </a:lnTo>
                  <a:lnTo>
                    <a:pt x="1341955" y="1473538"/>
                  </a:lnTo>
                  <a:lnTo>
                    <a:pt x="1341949" y="1473530"/>
                  </a:lnTo>
                  <a:lnTo>
                    <a:pt x="1341944" y="1473518"/>
                  </a:lnTo>
                  <a:lnTo>
                    <a:pt x="1341940" y="1473502"/>
                  </a:lnTo>
                  <a:lnTo>
                    <a:pt x="1341940" y="1473486"/>
                  </a:lnTo>
                  <a:lnTo>
                    <a:pt x="1341942" y="1473471"/>
                  </a:lnTo>
                  <a:lnTo>
                    <a:pt x="1341946" y="1473460"/>
                  </a:lnTo>
                  <a:lnTo>
                    <a:pt x="1341948" y="1473451"/>
                  </a:lnTo>
                  <a:lnTo>
                    <a:pt x="1341947" y="1473442"/>
                  </a:lnTo>
                  <a:lnTo>
                    <a:pt x="1341944" y="1473432"/>
                  </a:lnTo>
                  <a:lnTo>
                    <a:pt x="1341940" y="1473423"/>
                  </a:lnTo>
                  <a:lnTo>
                    <a:pt x="1341926" y="1473425"/>
                  </a:lnTo>
                  <a:lnTo>
                    <a:pt x="1341909" y="1473428"/>
                  </a:lnTo>
                  <a:lnTo>
                    <a:pt x="1341893" y="1473434"/>
                  </a:lnTo>
                  <a:lnTo>
                    <a:pt x="1341881" y="1473440"/>
                  </a:lnTo>
                  <a:lnTo>
                    <a:pt x="1341871" y="1473441"/>
                  </a:lnTo>
                  <a:lnTo>
                    <a:pt x="1341865" y="1473441"/>
                  </a:lnTo>
                  <a:lnTo>
                    <a:pt x="1341841" y="1473436"/>
                  </a:lnTo>
                  <a:lnTo>
                    <a:pt x="1341835" y="1473434"/>
                  </a:lnTo>
                  <a:lnTo>
                    <a:pt x="1341823" y="1473434"/>
                  </a:lnTo>
                  <a:lnTo>
                    <a:pt x="1341808" y="1473436"/>
                  </a:lnTo>
                  <a:lnTo>
                    <a:pt x="1341793" y="1473444"/>
                  </a:lnTo>
                  <a:lnTo>
                    <a:pt x="1341784" y="1473452"/>
                  </a:lnTo>
                  <a:lnTo>
                    <a:pt x="1341772" y="1473459"/>
                  </a:lnTo>
                  <a:lnTo>
                    <a:pt x="1341761" y="1473462"/>
                  </a:lnTo>
                  <a:lnTo>
                    <a:pt x="1341739" y="1473461"/>
                  </a:lnTo>
                  <a:lnTo>
                    <a:pt x="1341723" y="1473462"/>
                  </a:lnTo>
                  <a:lnTo>
                    <a:pt x="1341674" y="1473468"/>
                  </a:lnTo>
                  <a:lnTo>
                    <a:pt x="1341668" y="1473469"/>
                  </a:lnTo>
                  <a:lnTo>
                    <a:pt x="1341719" y="1473404"/>
                  </a:lnTo>
                  <a:lnTo>
                    <a:pt x="1341723" y="1473390"/>
                  </a:lnTo>
                  <a:lnTo>
                    <a:pt x="1341722" y="1473363"/>
                  </a:lnTo>
                  <a:lnTo>
                    <a:pt x="1341724" y="1473342"/>
                  </a:lnTo>
                  <a:lnTo>
                    <a:pt x="1341725" y="1473336"/>
                  </a:lnTo>
                  <a:lnTo>
                    <a:pt x="1341732" y="1473313"/>
                  </a:lnTo>
                  <a:lnTo>
                    <a:pt x="1341734" y="1473295"/>
                  </a:lnTo>
                  <a:lnTo>
                    <a:pt x="1341734" y="1473285"/>
                  </a:lnTo>
                  <a:lnTo>
                    <a:pt x="1341734" y="1473277"/>
                  </a:lnTo>
                  <a:lnTo>
                    <a:pt x="1341736" y="1473269"/>
                  </a:lnTo>
                  <a:lnTo>
                    <a:pt x="1341741" y="1473262"/>
                  </a:lnTo>
                  <a:lnTo>
                    <a:pt x="1341744" y="1473249"/>
                  </a:lnTo>
                  <a:lnTo>
                    <a:pt x="1341742" y="1473244"/>
                  </a:lnTo>
                  <a:lnTo>
                    <a:pt x="1341731" y="1473223"/>
                  </a:lnTo>
                  <a:lnTo>
                    <a:pt x="1341729" y="1473218"/>
                  </a:lnTo>
                  <a:lnTo>
                    <a:pt x="1341721" y="1473199"/>
                  </a:lnTo>
                  <a:lnTo>
                    <a:pt x="1341719" y="1473193"/>
                  </a:lnTo>
                  <a:lnTo>
                    <a:pt x="1341719" y="1473186"/>
                  </a:lnTo>
                  <a:lnTo>
                    <a:pt x="1341720" y="1473180"/>
                  </a:lnTo>
                  <a:lnTo>
                    <a:pt x="1341719" y="1473172"/>
                  </a:lnTo>
                  <a:lnTo>
                    <a:pt x="1341718" y="1473166"/>
                  </a:lnTo>
                  <a:lnTo>
                    <a:pt x="1341717" y="1473156"/>
                  </a:lnTo>
                  <a:lnTo>
                    <a:pt x="1341717" y="1473150"/>
                  </a:lnTo>
                  <a:lnTo>
                    <a:pt x="1341716" y="1473145"/>
                  </a:lnTo>
                  <a:lnTo>
                    <a:pt x="1341712" y="1473138"/>
                  </a:lnTo>
                  <a:lnTo>
                    <a:pt x="1341702" y="1473131"/>
                  </a:lnTo>
                  <a:lnTo>
                    <a:pt x="1341691" y="1473120"/>
                  </a:lnTo>
                  <a:lnTo>
                    <a:pt x="1341681" y="1473112"/>
                  </a:lnTo>
                  <a:lnTo>
                    <a:pt x="1341672" y="1473106"/>
                  </a:lnTo>
                  <a:lnTo>
                    <a:pt x="1341667" y="1473106"/>
                  </a:lnTo>
                  <a:lnTo>
                    <a:pt x="1341661" y="1473105"/>
                  </a:lnTo>
                  <a:lnTo>
                    <a:pt x="1341655" y="1473104"/>
                  </a:lnTo>
                  <a:lnTo>
                    <a:pt x="1341648" y="1473103"/>
                  </a:lnTo>
                  <a:lnTo>
                    <a:pt x="1341636" y="1473098"/>
                  </a:lnTo>
                  <a:lnTo>
                    <a:pt x="1341627" y="1473093"/>
                  </a:lnTo>
                  <a:lnTo>
                    <a:pt x="1341609" y="1473081"/>
                  </a:lnTo>
                  <a:lnTo>
                    <a:pt x="1341596" y="1473071"/>
                  </a:lnTo>
                  <a:lnTo>
                    <a:pt x="1341584" y="1473062"/>
                  </a:lnTo>
                  <a:lnTo>
                    <a:pt x="1341575" y="1473056"/>
                  </a:lnTo>
                  <a:lnTo>
                    <a:pt x="1341568" y="1473049"/>
                  </a:lnTo>
                  <a:lnTo>
                    <a:pt x="1341558" y="1473040"/>
                  </a:lnTo>
                  <a:lnTo>
                    <a:pt x="1341548" y="1473029"/>
                  </a:lnTo>
                  <a:lnTo>
                    <a:pt x="1341540" y="1473022"/>
                  </a:lnTo>
                  <a:lnTo>
                    <a:pt x="1341532" y="1473018"/>
                  </a:lnTo>
                  <a:lnTo>
                    <a:pt x="1341525" y="1473016"/>
                  </a:lnTo>
                  <a:lnTo>
                    <a:pt x="1341501" y="1473007"/>
                  </a:lnTo>
                  <a:lnTo>
                    <a:pt x="1341343" y="1472923"/>
                  </a:lnTo>
                  <a:lnTo>
                    <a:pt x="1341333" y="1472925"/>
                  </a:lnTo>
                  <a:lnTo>
                    <a:pt x="1341328" y="1472927"/>
                  </a:lnTo>
                  <a:lnTo>
                    <a:pt x="1341324" y="1472929"/>
                  </a:lnTo>
                  <a:lnTo>
                    <a:pt x="1341319" y="1472931"/>
                  </a:lnTo>
                  <a:lnTo>
                    <a:pt x="1341305" y="1472937"/>
                  </a:lnTo>
                  <a:lnTo>
                    <a:pt x="1341292" y="1472942"/>
                  </a:lnTo>
                  <a:lnTo>
                    <a:pt x="1341272" y="1472949"/>
                  </a:lnTo>
                  <a:lnTo>
                    <a:pt x="1341260" y="1472951"/>
                  </a:lnTo>
                  <a:lnTo>
                    <a:pt x="1341243" y="1472956"/>
                  </a:lnTo>
                  <a:lnTo>
                    <a:pt x="1341230" y="1472961"/>
                  </a:lnTo>
                  <a:lnTo>
                    <a:pt x="1341218" y="1472963"/>
                  </a:lnTo>
                  <a:lnTo>
                    <a:pt x="1341213" y="1472964"/>
                  </a:lnTo>
                  <a:lnTo>
                    <a:pt x="1341206" y="1472965"/>
                  </a:lnTo>
                  <a:lnTo>
                    <a:pt x="1341200" y="1472966"/>
                  </a:lnTo>
                  <a:lnTo>
                    <a:pt x="1341195" y="1472967"/>
                  </a:lnTo>
                  <a:lnTo>
                    <a:pt x="1341184" y="1472965"/>
                  </a:lnTo>
                  <a:lnTo>
                    <a:pt x="1341173" y="1472963"/>
                  </a:lnTo>
                  <a:lnTo>
                    <a:pt x="1341164" y="1472962"/>
                  </a:lnTo>
                  <a:lnTo>
                    <a:pt x="1341155" y="1472962"/>
                  </a:lnTo>
                  <a:lnTo>
                    <a:pt x="1341144" y="1472963"/>
                  </a:lnTo>
                  <a:lnTo>
                    <a:pt x="1341138" y="1472964"/>
                  </a:lnTo>
                  <a:lnTo>
                    <a:pt x="1341128" y="1472967"/>
                  </a:lnTo>
                  <a:lnTo>
                    <a:pt x="1341120" y="1472969"/>
                  </a:lnTo>
                  <a:lnTo>
                    <a:pt x="1341111" y="1472970"/>
                  </a:lnTo>
                  <a:lnTo>
                    <a:pt x="1341103" y="1472971"/>
                  </a:lnTo>
                  <a:lnTo>
                    <a:pt x="1341095" y="1472974"/>
                  </a:lnTo>
                  <a:lnTo>
                    <a:pt x="1341089" y="1472981"/>
                  </a:lnTo>
                  <a:lnTo>
                    <a:pt x="1341085" y="1472987"/>
                  </a:lnTo>
                  <a:lnTo>
                    <a:pt x="1341079" y="1472996"/>
                  </a:lnTo>
                  <a:lnTo>
                    <a:pt x="1341074" y="1473001"/>
                  </a:lnTo>
                  <a:lnTo>
                    <a:pt x="1341066" y="1473005"/>
                  </a:lnTo>
                  <a:lnTo>
                    <a:pt x="1341058" y="1473008"/>
                  </a:lnTo>
                  <a:lnTo>
                    <a:pt x="1341049" y="1473010"/>
                  </a:lnTo>
                  <a:lnTo>
                    <a:pt x="1341042" y="1473012"/>
                  </a:lnTo>
                  <a:lnTo>
                    <a:pt x="1341031" y="1473014"/>
                  </a:lnTo>
                  <a:lnTo>
                    <a:pt x="1341023" y="1473016"/>
                  </a:lnTo>
                  <a:lnTo>
                    <a:pt x="1341018" y="1473017"/>
                  </a:lnTo>
                  <a:lnTo>
                    <a:pt x="1341009" y="1473016"/>
                  </a:lnTo>
                  <a:lnTo>
                    <a:pt x="1341002" y="1473016"/>
                  </a:lnTo>
                  <a:lnTo>
                    <a:pt x="1340995" y="1473014"/>
                  </a:lnTo>
                  <a:lnTo>
                    <a:pt x="1340987" y="1473011"/>
                  </a:lnTo>
                  <a:lnTo>
                    <a:pt x="1340962" y="1472998"/>
                  </a:lnTo>
                  <a:lnTo>
                    <a:pt x="1340952" y="1472993"/>
                  </a:lnTo>
                  <a:lnTo>
                    <a:pt x="1340942" y="1472993"/>
                  </a:lnTo>
                  <a:lnTo>
                    <a:pt x="1340934" y="1472993"/>
                  </a:lnTo>
                  <a:lnTo>
                    <a:pt x="1340922" y="1472992"/>
                  </a:lnTo>
                  <a:lnTo>
                    <a:pt x="1340916" y="1472992"/>
                  </a:lnTo>
                  <a:lnTo>
                    <a:pt x="1340907" y="1472991"/>
                  </a:lnTo>
                  <a:lnTo>
                    <a:pt x="1340901" y="1472988"/>
                  </a:lnTo>
                  <a:lnTo>
                    <a:pt x="1340895" y="1472986"/>
                  </a:lnTo>
                  <a:lnTo>
                    <a:pt x="1340887" y="1472984"/>
                  </a:lnTo>
                  <a:lnTo>
                    <a:pt x="1340881" y="1472983"/>
                  </a:lnTo>
                  <a:lnTo>
                    <a:pt x="1340870" y="1472983"/>
                  </a:lnTo>
                  <a:lnTo>
                    <a:pt x="1340860" y="1472984"/>
                  </a:lnTo>
                  <a:lnTo>
                    <a:pt x="1340855" y="1472984"/>
                  </a:lnTo>
                  <a:lnTo>
                    <a:pt x="1340847" y="1472984"/>
                  </a:lnTo>
                  <a:lnTo>
                    <a:pt x="1340828" y="1472979"/>
                  </a:lnTo>
                  <a:lnTo>
                    <a:pt x="1340809" y="1472985"/>
                  </a:lnTo>
                  <a:lnTo>
                    <a:pt x="1340774" y="1473017"/>
                  </a:lnTo>
                  <a:lnTo>
                    <a:pt x="1340766" y="1473023"/>
                  </a:lnTo>
                  <a:lnTo>
                    <a:pt x="1340759" y="1473028"/>
                  </a:lnTo>
                  <a:lnTo>
                    <a:pt x="1340753" y="1473033"/>
                  </a:lnTo>
                  <a:lnTo>
                    <a:pt x="1340740" y="1473042"/>
                  </a:lnTo>
                  <a:lnTo>
                    <a:pt x="1340728" y="1473052"/>
                  </a:lnTo>
                  <a:lnTo>
                    <a:pt x="1340723" y="1473056"/>
                  </a:lnTo>
                  <a:lnTo>
                    <a:pt x="1340716" y="1473061"/>
                  </a:lnTo>
                  <a:lnTo>
                    <a:pt x="1340705" y="1473070"/>
                  </a:lnTo>
                  <a:lnTo>
                    <a:pt x="1340703" y="1473082"/>
                  </a:lnTo>
                  <a:lnTo>
                    <a:pt x="1340696" y="1473092"/>
                  </a:lnTo>
                  <a:lnTo>
                    <a:pt x="1340688" y="1473103"/>
                  </a:lnTo>
                  <a:lnTo>
                    <a:pt x="1340679" y="1473114"/>
                  </a:lnTo>
                  <a:lnTo>
                    <a:pt x="1340669" y="1473124"/>
                  </a:lnTo>
                  <a:lnTo>
                    <a:pt x="1340660" y="1473132"/>
                  </a:lnTo>
                  <a:lnTo>
                    <a:pt x="1340644" y="1473143"/>
                  </a:lnTo>
                  <a:lnTo>
                    <a:pt x="1340632" y="1473151"/>
                  </a:lnTo>
                  <a:lnTo>
                    <a:pt x="1340623" y="1473160"/>
                  </a:lnTo>
                  <a:lnTo>
                    <a:pt x="1340618" y="1473167"/>
                  </a:lnTo>
                  <a:lnTo>
                    <a:pt x="1340614" y="1473174"/>
                  </a:lnTo>
                  <a:lnTo>
                    <a:pt x="1340605" y="1473184"/>
                  </a:lnTo>
                  <a:lnTo>
                    <a:pt x="1340597" y="1473188"/>
                  </a:lnTo>
                  <a:lnTo>
                    <a:pt x="1340589" y="1473193"/>
                  </a:lnTo>
                  <a:lnTo>
                    <a:pt x="1340580" y="1473201"/>
                  </a:lnTo>
                  <a:lnTo>
                    <a:pt x="1340575" y="1473206"/>
                  </a:lnTo>
                  <a:lnTo>
                    <a:pt x="1340563" y="1473215"/>
                  </a:lnTo>
                  <a:lnTo>
                    <a:pt x="1340548" y="1473223"/>
                  </a:lnTo>
                  <a:lnTo>
                    <a:pt x="1340536" y="1473227"/>
                  </a:lnTo>
                  <a:lnTo>
                    <a:pt x="1340519" y="1473239"/>
                  </a:lnTo>
                  <a:lnTo>
                    <a:pt x="1340511" y="1473252"/>
                  </a:lnTo>
                  <a:lnTo>
                    <a:pt x="1340507" y="1473258"/>
                  </a:lnTo>
                  <a:lnTo>
                    <a:pt x="1340485" y="1473304"/>
                  </a:lnTo>
                  <a:lnTo>
                    <a:pt x="1340481" y="1473320"/>
                  </a:lnTo>
                  <a:lnTo>
                    <a:pt x="1340477" y="1473334"/>
                  </a:lnTo>
                  <a:lnTo>
                    <a:pt x="1340473" y="1473343"/>
                  </a:lnTo>
                  <a:lnTo>
                    <a:pt x="1340469" y="1473354"/>
                  </a:lnTo>
                  <a:lnTo>
                    <a:pt x="1340465" y="1473361"/>
                  </a:lnTo>
                  <a:lnTo>
                    <a:pt x="1340462" y="1473367"/>
                  </a:lnTo>
                  <a:lnTo>
                    <a:pt x="1340459" y="1473375"/>
                  </a:lnTo>
                  <a:lnTo>
                    <a:pt x="1340458" y="1473388"/>
                  </a:lnTo>
                  <a:lnTo>
                    <a:pt x="1340460" y="1473409"/>
                  </a:lnTo>
                  <a:lnTo>
                    <a:pt x="1340459" y="1473421"/>
                  </a:lnTo>
                  <a:lnTo>
                    <a:pt x="1340454" y="1473436"/>
                  </a:lnTo>
                  <a:lnTo>
                    <a:pt x="1340438" y="1473453"/>
                  </a:lnTo>
                  <a:lnTo>
                    <a:pt x="1340422" y="1473466"/>
                  </a:lnTo>
                  <a:lnTo>
                    <a:pt x="1340417" y="1473470"/>
                  </a:lnTo>
                  <a:lnTo>
                    <a:pt x="1340403" y="1473481"/>
                  </a:lnTo>
                  <a:lnTo>
                    <a:pt x="1340395" y="1473487"/>
                  </a:lnTo>
                  <a:lnTo>
                    <a:pt x="1340391" y="1473490"/>
                  </a:lnTo>
                  <a:lnTo>
                    <a:pt x="1340381" y="1473497"/>
                  </a:lnTo>
                  <a:lnTo>
                    <a:pt x="1340366" y="1473504"/>
                  </a:lnTo>
                  <a:lnTo>
                    <a:pt x="1340358" y="1473507"/>
                  </a:lnTo>
                  <a:lnTo>
                    <a:pt x="1340353" y="1473508"/>
                  </a:lnTo>
                  <a:lnTo>
                    <a:pt x="1340335" y="1473516"/>
                  </a:lnTo>
                  <a:lnTo>
                    <a:pt x="1340325" y="1473519"/>
                  </a:lnTo>
                  <a:lnTo>
                    <a:pt x="1340319" y="1473522"/>
                  </a:lnTo>
                  <a:lnTo>
                    <a:pt x="1340308" y="1473530"/>
                  </a:lnTo>
                  <a:lnTo>
                    <a:pt x="1340304" y="1473535"/>
                  </a:lnTo>
                  <a:lnTo>
                    <a:pt x="1340300" y="1473541"/>
                  </a:lnTo>
                  <a:lnTo>
                    <a:pt x="1340295" y="1473547"/>
                  </a:lnTo>
                  <a:lnTo>
                    <a:pt x="1340287" y="1473550"/>
                  </a:lnTo>
                  <a:lnTo>
                    <a:pt x="1340278" y="1473553"/>
                  </a:lnTo>
                  <a:lnTo>
                    <a:pt x="1340271" y="1473560"/>
                  </a:lnTo>
                  <a:lnTo>
                    <a:pt x="1340270" y="1473565"/>
                  </a:lnTo>
                  <a:lnTo>
                    <a:pt x="1340267" y="1473571"/>
                  </a:lnTo>
                  <a:lnTo>
                    <a:pt x="1340264" y="1473579"/>
                  </a:lnTo>
                  <a:lnTo>
                    <a:pt x="1340258" y="1473584"/>
                  </a:lnTo>
                  <a:lnTo>
                    <a:pt x="1340253" y="1473587"/>
                  </a:lnTo>
                  <a:lnTo>
                    <a:pt x="1340244" y="1473593"/>
                  </a:lnTo>
                  <a:lnTo>
                    <a:pt x="1340239" y="1473597"/>
                  </a:lnTo>
                  <a:lnTo>
                    <a:pt x="1340230" y="1473603"/>
                  </a:lnTo>
                  <a:lnTo>
                    <a:pt x="1340221" y="1473620"/>
                  </a:lnTo>
                  <a:lnTo>
                    <a:pt x="1340200" y="1473667"/>
                  </a:lnTo>
                  <a:lnTo>
                    <a:pt x="1340197" y="1473674"/>
                  </a:lnTo>
                  <a:lnTo>
                    <a:pt x="1340195" y="1473682"/>
                  </a:lnTo>
                  <a:lnTo>
                    <a:pt x="1340187" y="1473706"/>
                  </a:lnTo>
                  <a:lnTo>
                    <a:pt x="1340181" y="1473718"/>
                  </a:lnTo>
                  <a:lnTo>
                    <a:pt x="1340172" y="1473736"/>
                  </a:lnTo>
                  <a:lnTo>
                    <a:pt x="1340170" y="1473748"/>
                  </a:lnTo>
                  <a:lnTo>
                    <a:pt x="1340171" y="1473759"/>
                  </a:lnTo>
                  <a:lnTo>
                    <a:pt x="1340177" y="1473772"/>
                  </a:lnTo>
                  <a:lnTo>
                    <a:pt x="1340181" y="1473778"/>
                  </a:lnTo>
                  <a:lnTo>
                    <a:pt x="1340188" y="1473789"/>
                  </a:lnTo>
                  <a:lnTo>
                    <a:pt x="1340196" y="1473800"/>
                  </a:lnTo>
                  <a:lnTo>
                    <a:pt x="1340206" y="1473805"/>
                  </a:lnTo>
                  <a:lnTo>
                    <a:pt x="1340215" y="1473810"/>
                  </a:lnTo>
                  <a:lnTo>
                    <a:pt x="1340216" y="1473820"/>
                  </a:lnTo>
                  <a:lnTo>
                    <a:pt x="1340215" y="1473832"/>
                  </a:lnTo>
                  <a:lnTo>
                    <a:pt x="1340208" y="1473847"/>
                  </a:lnTo>
                  <a:lnTo>
                    <a:pt x="1340203" y="1473856"/>
                  </a:lnTo>
                  <a:lnTo>
                    <a:pt x="1340195" y="1473865"/>
                  </a:lnTo>
                  <a:lnTo>
                    <a:pt x="1340186" y="1473878"/>
                  </a:lnTo>
                  <a:lnTo>
                    <a:pt x="1340186" y="1473886"/>
                  </a:lnTo>
                  <a:lnTo>
                    <a:pt x="1340193" y="1473896"/>
                  </a:lnTo>
                  <a:lnTo>
                    <a:pt x="1340203" y="1473901"/>
                  </a:lnTo>
                  <a:lnTo>
                    <a:pt x="1340214" y="1473910"/>
                  </a:lnTo>
                  <a:lnTo>
                    <a:pt x="1340226" y="1473918"/>
                  </a:lnTo>
                  <a:lnTo>
                    <a:pt x="1340238" y="1473926"/>
                  </a:lnTo>
                  <a:lnTo>
                    <a:pt x="1340240" y="1473932"/>
                  </a:lnTo>
                  <a:lnTo>
                    <a:pt x="1340245" y="1473942"/>
                  </a:lnTo>
                  <a:lnTo>
                    <a:pt x="1340245" y="1473957"/>
                  </a:lnTo>
                  <a:lnTo>
                    <a:pt x="1340243" y="1473978"/>
                  </a:lnTo>
                  <a:lnTo>
                    <a:pt x="1340238" y="1473987"/>
                  </a:lnTo>
                  <a:lnTo>
                    <a:pt x="1340231" y="1474000"/>
                  </a:lnTo>
                  <a:lnTo>
                    <a:pt x="1340222" y="1474017"/>
                  </a:lnTo>
                  <a:lnTo>
                    <a:pt x="1340221" y="1474036"/>
                  </a:lnTo>
                  <a:lnTo>
                    <a:pt x="1340227" y="1474048"/>
                  </a:lnTo>
                  <a:lnTo>
                    <a:pt x="1340238" y="1474055"/>
                  </a:lnTo>
                  <a:lnTo>
                    <a:pt x="1340251" y="1474062"/>
                  </a:lnTo>
                  <a:lnTo>
                    <a:pt x="1340264" y="1474076"/>
                  </a:lnTo>
                  <a:lnTo>
                    <a:pt x="1340270" y="1474089"/>
                  </a:lnTo>
                  <a:lnTo>
                    <a:pt x="1340273" y="1474103"/>
                  </a:lnTo>
                  <a:lnTo>
                    <a:pt x="1340272" y="1474118"/>
                  </a:lnTo>
                  <a:lnTo>
                    <a:pt x="1340262" y="1474146"/>
                  </a:lnTo>
                  <a:lnTo>
                    <a:pt x="1340258" y="1474160"/>
                  </a:lnTo>
                  <a:lnTo>
                    <a:pt x="1340255" y="1474181"/>
                  </a:lnTo>
                  <a:lnTo>
                    <a:pt x="1340253" y="1474187"/>
                  </a:lnTo>
                  <a:lnTo>
                    <a:pt x="1340252" y="1474193"/>
                  </a:lnTo>
                  <a:lnTo>
                    <a:pt x="1340242" y="1474203"/>
                  </a:lnTo>
                  <a:lnTo>
                    <a:pt x="1340229" y="1474218"/>
                  </a:lnTo>
                  <a:lnTo>
                    <a:pt x="1340225" y="1474222"/>
                  </a:lnTo>
                  <a:lnTo>
                    <a:pt x="1340221" y="1474226"/>
                  </a:lnTo>
                  <a:lnTo>
                    <a:pt x="1340211" y="1474235"/>
                  </a:lnTo>
                  <a:lnTo>
                    <a:pt x="1340202" y="1474243"/>
                  </a:lnTo>
                  <a:lnTo>
                    <a:pt x="1340192" y="1474252"/>
                  </a:lnTo>
                  <a:lnTo>
                    <a:pt x="1340187" y="1474259"/>
                  </a:lnTo>
                  <a:lnTo>
                    <a:pt x="1340182" y="1474266"/>
                  </a:lnTo>
                  <a:lnTo>
                    <a:pt x="1340175" y="1474278"/>
                  </a:lnTo>
                  <a:lnTo>
                    <a:pt x="1340167" y="1474289"/>
                  </a:lnTo>
                  <a:lnTo>
                    <a:pt x="1340162" y="1474294"/>
                  </a:lnTo>
                  <a:lnTo>
                    <a:pt x="1340153" y="1474302"/>
                  </a:lnTo>
                  <a:lnTo>
                    <a:pt x="1340150" y="1474311"/>
                  </a:lnTo>
                  <a:lnTo>
                    <a:pt x="1340141" y="1474321"/>
                  </a:lnTo>
                  <a:lnTo>
                    <a:pt x="1340134" y="1474333"/>
                  </a:lnTo>
                  <a:lnTo>
                    <a:pt x="1340127" y="1474346"/>
                  </a:lnTo>
                  <a:lnTo>
                    <a:pt x="1340124" y="1474359"/>
                  </a:lnTo>
                  <a:lnTo>
                    <a:pt x="1340121" y="1474374"/>
                  </a:lnTo>
                  <a:lnTo>
                    <a:pt x="1340119" y="1474388"/>
                  </a:lnTo>
                  <a:lnTo>
                    <a:pt x="1340119" y="1474393"/>
                  </a:lnTo>
                  <a:lnTo>
                    <a:pt x="1340118" y="1474400"/>
                  </a:lnTo>
                  <a:lnTo>
                    <a:pt x="1340118" y="1474406"/>
                  </a:lnTo>
                  <a:lnTo>
                    <a:pt x="1340121" y="1474412"/>
                  </a:lnTo>
                  <a:lnTo>
                    <a:pt x="1340127" y="1474419"/>
                  </a:lnTo>
                  <a:lnTo>
                    <a:pt x="1340130" y="1474425"/>
                  </a:lnTo>
                  <a:lnTo>
                    <a:pt x="1340134" y="1474432"/>
                  </a:lnTo>
                  <a:lnTo>
                    <a:pt x="1340138" y="1474446"/>
                  </a:lnTo>
                  <a:lnTo>
                    <a:pt x="1340142" y="1474460"/>
                  </a:lnTo>
                  <a:lnTo>
                    <a:pt x="1340144" y="1474465"/>
                  </a:lnTo>
                  <a:lnTo>
                    <a:pt x="1340148" y="1474478"/>
                  </a:lnTo>
                  <a:lnTo>
                    <a:pt x="1340151" y="1474483"/>
                  </a:lnTo>
                  <a:lnTo>
                    <a:pt x="1340155" y="1474492"/>
                  </a:lnTo>
                  <a:lnTo>
                    <a:pt x="1340163" y="1474506"/>
                  </a:lnTo>
                  <a:lnTo>
                    <a:pt x="1340166" y="1474510"/>
                  </a:lnTo>
                  <a:lnTo>
                    <a:pt x="1340173" y="1474523"/>
                  </a:lnTo>
                  <a:lnTo>
                    <a:pt x="1340185" y="1474534"/>
                  </a:lnTo>
                  <a:lnTo>
                    <a:pt x="1340192" y="1474544"/>
                  </a:lnTo>
                  <a:lnTo>
                    <a:pt x="1340193" y="1474552"/>
                  </a:lnTo>
                  <a:lnTo>
                    <a:pt x="1340189" y="1474562"/>
                  </a:lnTo>
                  <a:lnTo>
                    <a:pt x="1340186" y="1474569"/>
                  </a:lnTo>
                  <a:lnTo>
                    <a:pt x="1340187" y="1474580"/>
                  </a:lnTo>
                  <a:lnTo>
                    <a:pt x="1340190" y="1474586"/>
                  </a:lnTo>
                  <a:lnTo>
                    <a:pt x="1340199" y="1474600"/>
                  </a:lnTo>
                  <a:lnTo>
                    <a:pt x="1340205" y="1474612"/>
                  </a:lnTo>
                  <a:lnTo>
                    <a:pt x="1340214" y="1474627"/>
                  </a:lnTo>
                  <a:lnTo>
                    <a:pt x="1340219" y="1474637"/>
                  </a:lnTo>
                  <a:lnTo>
                    <a:pt x="1340221" y="1474648"/>
                  </a:lnTo>
                  <a:lnTo>
                    <a:pt x="1340222" y="1474658"/>
                  </a:lnTo>
                  <a:lnTo>
                    <a:pt x="1340221" y="1474670"/>
                  </a:lnTo>
                  <a:lnTo>
                    <a:pt x="1340220" y="1474679"/>
                  </a:lnTo>
                  <a:lnTo>
                    <a:pt x="1340219" y="1474685"/>
                  </a:lnTo>
                  <a:lnTo>
                    <a:pt x="1340216" y="1474692"/>
                  </a:lnTo>
                  <a:lnTo>
                    <a:pt x="1340207" y="1474705"/>
                  </a:lnTo>
                  <a:lnTo>
                    <a:pt x="1340203" y="1474711"/>
                  </a:lnTo>
                  <a:lnTo>
                    <a:pt x="1340196" y="1474722"/>
                  </a:lnTo>
                  <a:lnTo>
                    <a:pt x="1340194" y="1474739"/>
                  </a:lnTo>
                  <a:lnTo>
                    <a:pt x="1340195" y="1474763"/>
                  </a:lnTo>
                  <a:lnTo>
                    <a:pt x="1340185" y="1474780"/>
                  </a:lnTo>
                  <a:lnTo>
                    <a:pt x="1340167" y="1474809"/>
                  </a:lnTo>
                  <a:lnTo>
                    <a:pt x="1340154" y="1474825"/>
                  </a:lnTo>
                  <a:lnTo>
                    <a:pt x="1340143" y="1474845"/>
                  </a:lnTo>
                  <a:lnTo>
                    <a:pt x="1340139" y="1474859"/>
                  </a:lnTo>
                  <a:lnTo>
                    <a:pt x="1340132" y="1474871"/>
                  </a:lnTo>
                  <a:lnTo>
                    <a:pt x="1340128" y="1474877"/>
                  </a:lnTo>
                  <a:lnTo>
                    <a:pt x="1340125" y="1474886"/>
                  </a:lnTo>
                  <a:lnTo>
                    <a:pt x="1340119" y="1474897"/>
                  </a:lnTo>
                  <a:lnTo>
                    <a:pt x="1340111" y="1474915"/>
                  </a:lnTo>
                  <a:lnTo>
                    <a:pt x="1340111" y="1474928"/>
                  </a:lnTo>
                  <a:lnTo>
                    <a:pt x="1340114" y="1474943"/>
                  </a:lnTo>
                  <a:lnTo>
                    <a:pt x="1340114" y="1474954"/>
                  </a:lnTo>
                  <a:lnTo>
                    <a:pt x="1340114" y="1474970"/>
                  </a:lnTo>
                  <a:lnTo>
                    <a:pt x="1340111" y="1474983"/>
                  </a:lnTo>
                  <a:lnTo>
                    <a:pt x="1340113" y="1475001"/>
                  </a:lnTo>
                  <a:lnTo>
                    <a:pt x="1340113" y="1475009"/>
                  </a:lnTo>
                  <a:lnTo>
                    <a:pt x="1340109" y="1475016"/>
                  </a:lnTo>
                  <a:lnTo>
                    <a:pt x="1340102" y="1475021"/>
                  </a:lnTo>
                  <a:lnTo>
                    <a:pt x="1340094" y="1475025"/>
                  </a:lnTo>
                  <a:lnTo>
                    <a:pt x="1340085" y="1475027"/>
                  </a:lnTo>
                  <a:lnTo>
                    <a:pt x="1340076" y="1475028"/>
                  </a:lnTo>
                  <a:lnTo>
                    <a:pt x="1340071" y="1475029"/>
                  </a:lnTo>
                  <a:lnTo>
                    <a:pt x="1340066" y="1475030"/>
                  </a:lnTo>
                  <a:lnTo>
                    <a:pt x="1340059" y="1475031"/>
                  </a:lnTo>
                  <a:lnTo>
                    <a:pt x="1340052" y="1475032"/>
                  </a:lnTo>
                  <a:lnTo>
                    <a:pt x="1340043" y="1475032"/>
                  </a:lnTo>
                  <a:lnTo>
                    <a:pt x="1340038" y="1475034"/>
                  </a:lnTo>
                  <a:lnTo>
                    <a:pt x="1340040" y="1475039"/>
                  </a:lnTo>
                  <a:lnTo>
                    <a:pt x="1340043" y="1475047"/>
                  </a:lnTo>
                  <a:lnTo>
                    <a:pt x="1340045" y="1475058"/>
                  </a:lnTo>
                  <a:lnTo>
                    <a:pt x="1340044" y="1475064"/>
                  </a:lnTo>
                  <a:lnTo>
                    <a:pt x="1340040" y="1475076"/>
                  </a:lnTo>
                  <a:lnTo>
                    <a:pt x="1340036" y="1475089"/>
                  </a:lnTo>
                  <a:lnTo>
                    <a:pt x="1340033" y="1475094"/>
                  </a:lnTo>
                  <a:lnTo>
                    <a:pt x="1340026" y="1475119"/>
                  </a:lnTo>
                  <a:lnTo>
                    <a:pt x="1340020" y="1475144"/>
                  </a:lnTo>
                  <a:lnTo>
                    <a:pt x="1340019" y="1475150"/>
                  </a:lnTo>
                  <a:lnTo>
                    <a:pt x="1340008" y="1475184"/>
                  </a:lnTo>
                  <a:lnTo>
                    <a:pt x="1340006" y="1475205"/>
                  </a:lnTo>
                  <a:lnTo>
                    <a:pt x="1340008" y="1475219"/>
                  </a:lnTo>
                  <a:lnTo>
                    <a:pt x="1340009" y="1475233"/>
                  </a:lnTo>
                  <a:lnTo>
                    <a:pt x="1340008" y="1475243"/>
                  </a:lnTo>
                  <a:lnTo>
                    <a:pt x="1339999" y="1475295"/>
                  </a:lnTo>
                  <a:lnTo>
                    <a:pt x="1339996" y="1475308"/>
                  </a:lnTo>
                  <a:lnTo>
                    <a:pt x="1340011" y="1475321"/>
                  </a:lnTo>
                  <a:lnTo>
                    <a:pt x="1340040" y="1475351"/>
                  </a:lnTo>
                  <a:lnTo>
                    <a:pt x="1340046" y="1475359"/>
                  </a:lnTo>
                  <a:lnTo>
                    <a:pt x="1340051" y="1475367"/>
                  </a:lnTo>
                  <a:lnTo>
                    <a:pt x="1340055" y="1475370"/>
                  </a:lnTo>
                  <a:lnTo>
                    <a:pt x="1340060" y="1475374"/>
                  </a:lnTo>
                  <a:lnTo>
                    <a:pt x="1340069" y="1475386"/>
                  </a:lnTo>
                  <a:lnTo>
                    <a:pt x="1340072" y="1475391"/>
                  </a:lnTo>
                  <a:lnTo>
                    <a:pt x="1340079" y="1475402"/>
                  </a:lnTo>
                  <a:lnTo>
                    <a:pt x="1340079" y="1475416"/>
                  </a:lnTo>
                  <a:lnTo>
                    <a:pt x="1340079" y="1475445"/>
                  </a:lnTo>
                  <a:lnTo>
                    <a:pt x="1340076" y="1475450"/>
                  </a:lnTo>
                  <a:lnTo>
                    <a:pt x="1340063" y="1475458"/>
                  </a:lnTo>
                  <a:lnTo>
                    <a:pt x="1340054" y="1475462"/>
                  </a:lnTo>
                  <a:lnTo>
                    <a:pt x="1340041" y="1475467"/>
                  </a:lnTo>
                  <a:lnTo>
                    <a:pt x="1340028" y="1475472"/>
                  </a:lnTo>
                  <a:lnTo>
                    <a:pt x="1340016" y="1475480"/>
                  </a:lnTo>
                  <a:lnTo>
                    <a:pt x="1340012" y="1475483"/>
                  </a:lnTo>
                  <a:lnTo>
                    <a:pt x="1340003" y="1475490"/>
                  </a:lnTo>
                  <a:lnTo>
                    <a:pt x="1339994" y="1475496"/>
                  </a:lnTo>
                  <a:lnTo>
                    <a:pt x="1339990" y="1475501"/>
                  </a:lnTo>
                  <a:lnTo>
                    <a:pt x="1339989" y="1475507"/>
                  </a:lnTo>
                  <a:lnTo>
                    <a:pt x="1339988" y="1475514"/>
                  </a:lnTo>
                  <a:lnTo>
                    <a:pt x="1339984" y="1475530"/>
                  </a:lnTo>
                  <a:lnTo>
                    <a:pt x="1339982" y="1475545"/>
                  </a:lnTo>
                  <a:lnTo>
                    <a:pt x="1339977" y="1475559"/>
                  </a:lnTo>
                  <a:lnTo>
                    <a:pt x="1339971" y="1475571"/>
                  </a:lnTo>
                  <a:lnTo>
                    <a:pt x="1339968" y="1475579"/>
                  </a:lnTo>
                  <a:lnTo>
                    <a:pt x="1339963" y="1475587"/>
                  </a:lnTo>
                  <a:lnTo>
                    <a:pt x="1339951" y="1475595"/>
                  </a:lnTo>
                  <a:lnTo>
                    <a:pt x="1339940" y="1475602"/>
                  </a:lnTo>
                  <a:lnTo>
                    <a:pt x="1339919" y="1475612"/>
                  </a:lnTo>
                  <a:lnTo>
                    <a:pt x="1339907" y="1475616"/>
                  </a:lnTo>
                  <a:lnTo>
                    <a:pt x="1339894" y="1475616"/>
                  </a:lnTo>
                  <a:lnTo>
                    <a:pt x="1339880" y="1475613"/>
                  </a:lnTo>
                  <a:lnTo>
                    <a:pt x="1339865" y="1475605"/>
                  </a:lnTo>
                  <a:lnTo>
                    <a:pt x="1339849" y="1475597"/>
                  </a:lnTo>
                  <a:lnTo>
                    <a:pt x="1339832" y="1475589"/>
                  </a:lnTo>
                  <a:lnTo>
                    <a:pt x="1339816" y="1475577"/>
                  </a:lnTo>
                  <a:lnTo>
                    <a:pt x="1339810" y="1475565"/>
                  </a:lnTo>
                  <a:lnTo>
                    <a:pt x="1339805" y="1475572"/>
                  </a:lnTo>
                  <a:lnTo>
                    <a:pt x="1339798" y="1475582"/>
                  </a:lnTo>
                  <a:lnTo>
                    <a:pt x="1339785" y="1475593"/>
                  </a:lnTo>
                  <a:lnTo>
                    <a:pt x="1339772" y="1475598"/>
                  </a:lnTo>
                  <a:lnTo>
                    <a:pt x="1339760" y="1475602"/>
                  </a:lnTo>
                  <a:lnTo>
                    <a:pt x="1339753" y="1475605"/>
                  </a:lnTo>
                  <a:lnTo>
                    <a:pt x="1339735" y="1475609"/>
                  </a:lnTo>
                  <a:lnTo>
                    <a:pt x="1339717" y="1475610"/>
                  </a:lnTo>
                  <a:lnTo>
                    <a:pt x="1339706" y="1475607"/>
                  </a:lnTo>
                  <a:lnTo>
                    <a:pt x="1339693" y="1475597"/>
                  </a:lnTo>
                  <a:lnTo>
                    <a:pt x="1339676" y="1475588"/>
                  </a:lnTo>
                  <a:lnTo>
                    <a:pt x="1339659" y="1475578"/>
                  </a:lnTo>
                  <a:lnTo>
                    <a:pt x="1339651" y="1475579"/>
                  </a:lnTo>
                  <a:lnTo>
                    <a:pt x="1339636" y="1475579"/>
                  </a:lnTo>
                  <a:lnTo>
                    <a:pt x="1339618" y="1475585"/>
                  </a:lnTo>
                  <a:lnTo>
                    <a:pt x="1339602" y="1475595"/>
                  </a:lnTo>
                  <a:lnTo>
                    <a:pt x="1339580" y="1475606"/>
                  </a:lnTo>
                  <a:lnTo>
                    <a:pt x="1339562" y="1475619"/>
                  </a:lnTo>
                  <a:lnTo>
                    <a:pt x="1339554" y="1475629"/>
                  </a:lnTo>
                  <a:lnTo>
                    <a:pt x="1339549" y="1475636"/>
                  </a:lnTo>
                  <a:lnTo>
                    <a:pt x="1339546" y="1475640"/>
                  </a:lnTo>
                  <a:lnTo>
                    <a:pt x="1339540" y="1475649"/>
                  </a:lnTo>
                  <a:lnTo>
                    <a:pt x="1339526" y="1475659"/>
                  </a:lnTo>
                  <a:lnTo>
                    <a:pt x="1339507" y="1475665"/>
                  </a:lnTo>
                  <a:lnTo>
                    <a:pt x="1339489" y="1475668"/>
                  </a:lnTo>
                  <a:lnTo>
                    <a:pt x="1339473" y="1475670"/>
                  </a:lnTo>
                  <a:lnTo>
                    <a:pt x="1339461" y="1475672"/>
                  </a:lnTo>
                  <a:lnTo>
                    <a:pt x="1339438" y="1475672"/>
                  </a:lnTo>
                  <a:lnTo>
                    <a:pt x="1339422" y="1475672"/>
                  </a:lnTo>
                  <a:lnTo>
                    <a:pt x="1339409" y="1475672"/>
                  </a:lnTo>
                  <a:lnTo>
                    <a:pt x="1339395" y="1475673"/>
                  </a:lnTo>
                  <a:lnTo>
                    <a:pt x="1339386" y="1475672"/>
                  </a:lnTo>
                  <a:lnTo>
                    <a:pt x="1339381" y="1475671"/>
                  </a:lnTo>
                  <a:lnTo>
                    <a:pt x="1339372" y="1475669"/>
                  </a:lnTo>
                  <a:lnTo>
                    <a:pt x="1339367" y="1475667"/>
                  </a:lnTo>
                  <a:lnTo>
                    <a:pt x="1339360" y="1475665"/>
                  </a:lnTo>
                  <a:lnTo>
                    <a:pt x="1339351" y="1475662"/>
                  </a:lnTo>
                  <a:lnTo>
                    <a:pt x="1339343" y="1475658"/>
                  </a:lnTo>
                  <a:lnTo>
                    <a:pt x="1339338" y="1475655"/>
                  </a:lnTo>
                  <a:lnTo>
                    <a:pt x="1339331" y="1475651"/>
                  </a:lnTo>
                  <a:lnTo>
                    <a:pt x="1339324" y="1475647"/>
                  </a:lnTo>
                  <a:lnTo>
                    <a:pt x="1339317" y="1475642"/>
                  </a:lnTo>
                  <a:lnTo>
                    <a:pt x="1339313" y="1475637"/>
                  </a:lnTo>
                  <a:lnTo>
                    <a:pt x="1339311" y="1475630"/>
                  </a:lnTo>
                  <a:lnTo>
                    <a:pt x="1339313" y="1475624"/>
                  </a:lnTo>
                  <a:lnTo>
                    <a:pt x="1339317" y="1475614"/>
                  </a:lnTo>
                  <a:lnTo>
                    <a:pt x="1339321" y="1475603"/>
                  </a:lnTo>
                  <a:lnTo>
                    <a:pt x="1339323" y="1475595"/>
                  </a:lnTo>
                  <a:lnTo>
                    <a:pt x="1339323" y="1475589"/>
                  </a:lnTo>
                  <a:lnTo>
                    <a:pt x="1339321" y="1475583"/>
                  </a:lnTo>
                  <a:lnTo>
                    <a:pt x="1339319" y="1475577"/>
                  </a:lnTo>
                  <a:lnTo>
                    <a:pt x="1339314" y="1475566"/>
                  </a:lnTo>
                  <a:lnTo>
                    <a:pt x="1339308" y="1475550"/>
                  </a:lnTo>
                  <a:lnTo>
                    <a:pt x="1339306" y="1475542"/>
                  </a:lnTo>
                  <a:lnTo>
                    <a:pt x="1339302" y="1475529"/>
                  </a:lnTo>
                  <a:lnTo>
                    <a:pt x="1339299" y="1475519"/>
                  </a:lnTo>
                  <a:lnTo>
                    <a:pt x="1339297" y="1475512"/>
                  </a:lnTo>
                  <a:lnTo>
                    <a:pt x="1339297" y="1475507"/>
                  </a:lnTo>
                  <a:lnTo>
                    <a:pt x="1339297" y="1475495"/>
                  </a:lnTo>
                  <a:lnTo>
                    <a:pt x="1339297" y="1475476"/>
                  </a:lnTo>
                  <a:lnTo>
                    <a:pt x="1339298" y="1475446"/>
                  </a:lnTo>
                  <a:lnTo>
                    <a:pt x="1339298" y="1475435"/>
                  </a:lnTo>
                  <a:lnTo>
                    <a:pt x="1339296" y="1475424"/>
                  </a:lnTo>
                  <a:lnTo>
                    <a:pt x="1339292" y="1475420"/>
                  </a:lnTo>
                  <a:lnTo>
                    <a:pt x="1339288" y="1475418"/>
                  </a:lnTo>
                  <a:lnTo>
                    <a:pt x="1339282" y="1475417"/>
                  </a:lnTo>
                  <a:lnTo>
                    <a:pt x="1339275" y="1475417"/>
                  </a:lnTo>
                  <a:lnTo>
                    <a:pt x="1339270" y="1475416"/>
                  </a:lnTo>
                  <a:lnTo>
                    <a:pt x="1339265" y="1475414"/>
                  </a:lnTo>
                  <a:lnTo>
                    <a:pt x="1339260" y="1475413"/>
                  </a:lnTo>
                  <a:lnTo>
                    <a:pt x="1339252" y="1475412"/>
                  </a:lnTo>
                  <a:lnTo>
                    <a:pt x="1339240" y="1475412"/>
                  </a:lnTo>
                  <a:lnTo>
                    <a:pt x="1339230" y="1475412"/>
                  </a:lnTo>
                  <a:lnTo>
                    <a:pt x="1339222" y="1475413"/>
                  </a:lnTo>
                  <a:lnTo>
                    <a:pt x="1339213" y="1475414"/>
                  </a:lnTo>
                  <a:lnTo>
                    <a:pt x="1339199" y="1475416"/>
                  </a:lnTo>
                  <a:lnTo>
                    <a:pt x="1339195" y="1475421"/>
                  </a:lnTo>
                  <a:lnTo>
                    <a:pt x="1339190" y="1475427"/>
                  </a:lnTo>
                  <a:lnTo>
                    <a:pt x="1339186" y="1475432"/>
                  </a:lnTo>
                  <a:lnTo>
                    <a:pt x="1339181" y="1475435"/>
                  </a:lnTo>
                  <a:lnTo>
                    <a:pt x="1339177" y="1475435"/>
                  </a:lnTo>
                  <a:lnTo>
                    <a:pt x="1339171" y="1475435"/>
                  </a:lnTo>
                  <a:lnTo>
                    <a:pt x="1339164" y="1475436"/>
                  </a:lnTo>
                  <a:lnTo>
                    <a:pt x="1339155" y="1475437"/>
                  </a:lnTo>
                  <a:lnTo>
                    <a:pt x="1339150" y="1475438"/>
                  </a:lnTo>
                  <a:lnTo>
                    <a:pt x="1339144" y="1475442"/>
                  </a:lnTo>
                  <a:lnTo>
                    <a:pt x="1339140" y="1475453"/>
                  </a:lnTo>
                  <a:lnTo>
                    <a:pt x="1339136" y="1475464"/>
                  </a:lnTo>
                  <a:lnTo>
                    <a:pt x="1339136" y="1475474"/>
                  </a:lnTo>
                  <a:lnTo>
                    <a:pt x="1339138" y="1475485"/>
                  </a:lnTo>
                  <a:lnTo>
                    <a:pt x="1339141" y="1475497"/>
                  </a:lnTo>
                  <a:lnTo>
                    <a:pt x="1339143" y="1475506"/>
                  </a:lnTo>
                  <a:lnTo>
                    <a:pt x="1339143" y="1475519"/>
                  </a:lnTo>
                  <a:lnTo>
                    <a:pt x="1339143" y="1475525"/>
                  </a:lnTo>
                  <a:lnTo>
                    <a:pt x="1339140" y="1475537"/>
                  </a:lnTo>
                  <a:lnTo>
                    <a:pt x="1339130" y="1475543"/>
                  </a:lnTo>
                  <a:lnTo>
                    <a:pt x="1339115" y="1475546"/>
                  </a:lnTo>
                  <a:lnTo>
                    <a:pt x="1339108" y="1475546"/>
                  </a:lnTo>
                  <a:lnTo>
                    <a:pt x="1339095" y="1475550"/>
                  </a:lnTo>
                  <a:lnTo>
                    <a:pt x="1339089" y="1475555"/>
                  </a:lnTo>
                  <a:lnTo>
                    <a:pt x="1339076" y="1475574"/>
                  </a:lnTo>
                  <a:lnTo>
                    <a:pt x="1339068" y="1475586"/>
                  </a:lnTo>
                  <a:lnTo>
                    <a:pt x="1339066" y="1475594"/>
                  </a:lnTo>
                  <a:lnTo>
                    <a:pt x="1339066" y="1475604"/>
                  </a:lnTo>
                  <a:lnTo>
                    <a:pt x="1339065" y="1475622"/>
                  </a:lnTo>
                  <a:lnTo>
                    <a:pt x="1339063" y="1475633"/>
                  </a:lnTo>
                  <a:lnTo>
                    <a:pt x="1339058" y="1475641"/>
                  </a:lnTo>
                  <a:lnTo>
                    <a:pt x="1339052" y="1475649"/>
                  </a:lnTo>
                  <a:lnTo>
                    <a:pt x="1339046" y="1475661"/>
                  </a:lnTo>
                  <a:lnTo>
                    <a:pt x="1339039" y="1475675"/>
                  </a:lnTo>
                  <a:lnTo>
                    <a:pt x="1339037" y="1475681"/>
                  </a:lnTo>
                  <a:lnTo>
                    <a:pt x="1339035" y="1475687"/>
                  </a:lnTo>
                  <a:lnTo>
                    <a:pt x="1339035" y="1475693"/>
                  </a:lnTo>
                  <a:lnTo>
                    <a:pt x="1339036" y="1475701"/>
                  </a:lnTo>
                  <a:lnTo>
                    <a:pt x="1339038" y="1475710"/>
                  </a:lnTo>
                  <a:lnTo>
                    <a:pt x="1339035" y="1475718"/>
                  </a:lnTo>
                  <a:lnTo>
                    <a:pt x="1339031" y="1475721"/>
                  </a:lnTo>
                  <a:lnTo>
                    <a:pt x="1339027" y="1475723"/>
                  </a:lnTo>
                  <a:lnTo>
                    <a:pt x="1339015" y="1475722"/>
                  </a:lnTo>
                  <a:lnTo>
                    <a:pt x="1339009" y="1475719"/>
                  </a:lnTo>
                  <a:lnTo>
                    <a:pt x="1338997" y="1475714"/>
                  </a:lnTo>
                  <a:lnTo>
                    <a:pt x="1338987" y="1475714"/>
                  </a:lnTo>
                  <a:lnTo>
                    <a:pt x="1338976" y="1475714"/>
                  </a:lnTo>
                  <a:lnTo>
                    <a:pt x="1338951" y="1475721"/>
                  </a:lnTo>
                  <a:lnTo>
                    <a:pt x="1338942" y="1475725"/>
                  </a:lnTo>
                  <a:lnTo>
                    <a:pt x="1338937" y="1475728"/>
                  </a:lnTo>
                  <a:lnTo>
                    <a:pt x="1338933" y="1475731"/>
                  </a:lnTo>
                  <a:lnTo>
                    <a:pt x="1338925" y="1475737"/>
                  </a:lnTo>
                  <a:lnTo>
                    <a:pt x="1338918" y="1475745"/>
                  </a:lnTo>
                  <a:lnTo>
                    <a:pt x="1338910" y="1475753"/>
                  </a:lnTo>
                  <a:lnTo>
                    <a:pt x="1338906" y="1475761"/>
                  </a:lnTo>
                  <a:lnTo>
                    <a:pt x="1338897" y="1475772"/>
                  </a:lnTo>
                  <a:lnTo>
                    <a:pt x="1338891" y="1475779"/>
                  </a:lnTo>
                  <a:lnTo>
                    <a:pt x="1338885" y="1475781"/>
                  </a:lnTo>
                  <a:lnTo>
                    <a:pt x="1338873" y="1475784"/>
                  </a:lnTo>
                  <a:lnTo>
                    <a:pt x="1338858" y="1475785"/>
                  </a:lnTo>
                  <a:lnTo>
                    <a:pt x="1338846" y="1475784"/>
                  </a:lnTo>
                  <a:lnTo>
                    <a:pt x="1338836" y="1475781"/>
                  </a:lnTo>
                  <a:lnTo>
                    <a:pt x="1338820" y="1475775"/>
                  </a:lnTo>
                  <a:lnTo>
                    <a:pt x="1338806" y="1475772"/>
                  </a:lnTo>
                  <a:lnTo>
                    <a:pt x="1338795" y="1475770"/>
                  </a:lnTo>
                  <a:lnTo>
                    <a:pt x="1338789" y="1475772"/>
                  </a:lnTo>
                  <a:lnTo>
                    <a:pt x="1338785" y="1475782"/>
                  </a:lnTo>
                  <a:lnTo>
                    <a:pt x="1338781" y="1475797"/>
                  </a:lnTo>
                  <a:lnTo>
                    <a:pt x="1338775" y="1475810"/>
                  </a:lnTo>
                  <a:lnTo>
                    <a:pt x="1338768" y="1475820"/>
                  </a:lnTo>
                  <a:lnTo>
                    <a:pt x="1338758" y="1475833"/>
                  </a:lnTo>
                  <a:lnTo>
                    <a:pt x="1338744" y="1475845"/>
                  </a:lnTo>
                  <a:lnTo>
                    <a:pt x="1338732" y="1475860"/>
                  </a:lnTo>
                  <a:lnTo>
                    <a:pt x="1338720" y="1475873"/>
                  </a:lnTo>
                  <a:lnTo>
                    <a:pt x="1338714" y="1475879"/>
                  </a:lnTo>
                  <a:lnTo>
                    <a:pt x="1338709" y="1475884"/>
                  </a:lnTo>
                  <a:lnTo>
                    <a:pt x="1338702" y="1475889"/>
                  </a:lnTo>
                  <a:lnTo>
                    <a:pt x="1338689" y="1475898"/>
                  </a:lnTo>
                  <a:lnTo>
                    <a:pt x="1338679" y="1475909"/>
                  </a:lnTo>
                  <a:lnTo>
                    <a:pt x="1338668" y="1475919"/>
                  </a:lnTo>
                  <a:lnTo>
                    <a:pt x="1338661" y="1475928"/>
                  </a:lnTo>
                  <a:lnTo>
                    <a:pt x="1338655" y="1475938"/>
                  </a:lnTo>
                  <a:lnTo>
                    <a:pt x="1338646" y="1475952"/>
                  </a:lnTo>
                  <a:lnTo>
                    <a:pt x="1338631" y="1475965"/>
                  </a:lnTo>
                  <a:lnTo>
                    <a:pt x="1338613" y="1475975"/>
                  </a:lnTo>
                  <a:lnTo>
                    <a:pt x="1338600" y="1475981"/>
                  </a:lnTo>
                  <a:lnTo>
                    <a:pt x="1338591" y="1475984"/>
                  </a:lnTo>
                  <a:lnTo>
                    <a:pt x="1338581" y="1475984"/>
                  </a:lnTo>
                  <a:lnTo>
                    <a:pt x="1338563" y="1475981"/>
                  </a:lnTo>
                  <a:lnTo>
                    <a:pt x="1338545" y="1475978"/>
                  </a:lnTo>
                  <a:lnTo>
                    <a:pt x="1338530" y="1475976"/>
                  </a:lnTo>
                  <a:lnTo>
                    <a:pt x="1338506" y="1475977"/>
                  </a:lnTo>
                  <a:lnTo>
                    <a:pt x="1338492" y="1475976"/>
                  </a:lnTo>
                  <a:lnTo>
                    <a:pt x="1338483" y="1475974"/>
                  </a:lnTo>
                  <a:lnTo>
                    <a:pt x="1338473" y="1475970"/>
                  </a:lnTo>
                  <a:lnTo>
                    <a:pt x="1338466" y="1475966"/>
                  </a:lnTo>
                  <a:lnTo>
                    <a:pt x="1338461" y="1475961"/>
                  </a:lnTo>
                  <a:lnTo>
                    <a:pt x="1338453" y="1475950"/>
                  </a:lnTo>
                  <a:lnTo>
                    <a:pt x="1338448" y="1475940"/>
                  </a:lnTo>
                  <a:lnTo>
                    <a:pt x="1338444" y="1475929"/>
                  </a:lnTo>
                  <a:lnTo>
                    <a:pt x="1338440" y="1475921"/>
                  </a:lnTo>
                  <a:lnTo>
                    <a:pt x="1338433" y="1475912"/>
                  </a:lnTo>
                  <a:lnTo>
                    <a:pt x="1338424" y="1475904"/>
                  </a:lnTo>
                  <a:lnTo>
                    <a:pt x="1338415" y="1475898"/>
                  </a:lnTo>
                  <a:lnTo>
                    <a:pt x="1338410" y="1475895"/>
                  </a:lnTo>
                  <a:lnTo>
                    <a:pt x="1338398" y="1475896"/>
                  </a:lnTo>
                  <a:lnTo>
                    <a:pt x="1338398" y="1475903"/>
                  </a:lnTo>
                  <a:lnTo>
                    <a:pt x="1338398" y="1475909"/>
                  </a:lnTo>
                  <a:lnTo>
                    <a:pt x="1338402" y="1475964"/>
                  </a:lnTo>
                  <a:lnTo>
                    <a:pt x="1338411" y="1476127"/>
                  </a:lnTo>
                  <a:lnTo>
                    <a:pt x="1338421" y="1476144"/>
                  </a:lnTo>
                  <a:lnTo>
                    <a:pt x="1338425" y="1476157"/>
                  </a:lnTo>
                  <a:lnTo>
                    <a:pt x="1338426" y="1476170"/>
                  </a:lnTo>
                  <a:lnTo>
                    <a:pt x="1338423" y="1476186"/>
                  </a:lnTo>
                  <a:lnTo>
                    <a:pt x="1338422" y="1476210"/>
                  </a:lnTo>
                  <a:lnTo>
                    <a:pt x="1338422" y="1476218"/>
                  </a:lnTo>
                  <a:lnTo>
                    <a:pt x="1338423" y="1476224"/>
                  </a:lnTo>
                  <a:lnTo>
                    <a:pt x="1338419" y="1476237"/>
                  </a:lnTo>
                  <a:lnTo>
                    <a:pt x="1338414" y="1476251"/>
                  </a:lnTo>
                  <a:lnTo>
                    <a:pt x="1338411" y="1476263"/>
                  </a:lnTo>
                  <a:lnTo>
                    <a:pt x="1338406" y="1476274"/>
                  </a:lnTo>
                  <a:lnTo>
                    <a:pt x="1338396" y="1476280"/>
                  </a:lnTo>
                  <a:lnTo>
                    <a:pt x="1338390" y="1476268"/>
                  </a:lnTo>
                  <a:lnTo>
                    <a:pt x="1338370" y="1476223"/>
                  </a:lnTo>
                  <a:lnTo>
                    <a:pt x="1338357" y="1476189"/>
                  </a:lnTo>
                  <a:lnTo>
                    <a:pt x="1338351" y="1476175"/>
                  </a:lnTo>
                  <a:lnTo>
                    <a:pt x="1338345" y="1476167"/>
                  </a:lnTo>
                  <a:lnTo>
                    <a:pt x="1338338" y="1476160"/>
                  </a:lnTo>
                  <a:lnTo>
                    <a:pt x="1338329" y="1476155"/>
                  </a:lnTo>
                  <a:lnTo>
                    <a:pt x="1338323" y="1476148"/>
                  </a:lnTo>
                  <a:lnTo>
                    <a:pt x="1338318" y="1476138"/>
                  </a:lnTo>
                  <a:lnTo>
                    <a:pt x="1338314" y="1476129"/>
                  </a:lnTo>
                  <a:lnTo>
                    <a:pt x="1338307" y="1476118"/>
                  </a:lnTo>
                  <a:lnTo>
                    <a:pt x="1338302" y="1476111"/>
                  </a:lnTo>
                  <a:lnTo>
                    <a:pt x="1338282" y="1476094"/>
                  </a:lnTo>
                  <a:lnTo>
                    <a:pt x="1338271" y="1476087"/>
                  </a:lnTo>
                  <a:lnTo>
                    <a:pt x="1338262" y="1476079"/>
                  </a:lnTo>
                  <a:lnTo>
                    <a:pt x="1338252" y="1476067"/>
                  </a:lnTo>
                  <a:lnTo>
                    <a:pt x="1338248" y="1476060"/>
                  </a:lnTo>
                  <a:lnTo>
                    <a:pt x="1338239" y="1476048"/>
                  </a:lnTo>
                  <a:lnTo>
                    <a:pt x="1338228" y="1476052"/>
                  </a:lnTo>
                  <a:lnTo>
                    <a:pt x="1338194" y="1476062"/>
                  </a:lnTo>
                  <a:lnTo>
                    <a:pt x="1338179" y="1476067"/>
                  </a:lnTo>
                  <a:lnTo>
                    <a:pt x="1338172" y="1476070"/>
                  </a:lnTo>
                  <a:lnTo>
                    <a:pt x="1338164" y="1476069"/>
                  </a:lnTo>
                  <a:lnTo>
                    <a:pt x="1338084" y="1476067"/>
                  </a:lnTo>
                  <a:lnTo>
                    <a:pt x="1338076" y="1476067"/>
                  </a:lnTo>
                  <a:lnTo>
                    <a:pt x="1338069" y="1476068"/>
                  </a:lnTo>
                  <a:lnTo>
                    <a:pt x="1338053" y="1476071"/>
                  </a:lnTo>
                  <a:lnTo>
                    <a:pt x="1338041" y="1476073"/>
                  </a:lnTo>
                  <a:lnTo>
                    <a:pt x="1338030" y="1476075"/>
                  </a:lnTo>
                  <a:lnTo>
                    <a:pt x="1338028" y="1476089"/>
                  </a:lnTo>
                  <a:lnTo>
                    <a:pt x="1338015" y="1476161"/>
                  </a:lnTo>
                  <a:lnTo>
                    <a:pt x="1338005" y="1476182"/>
                  </a:lnTo>
                  <a:lnTo>
                    <a:pt x="1337962" y="1476262"/>
                  </a:lnTo>
                  <a:lnTo>
                    <a:pt x="1337959" y="1476269"/>
                  </a:lnTo>
                  <a:lnTo>
                    <a:pt x="1337926" y="1476333"/>
                  </a:lnTo>
                  <a:lnTo>
                    <a:pt x="1337922" y="1476342"/>
                  </a:lnTo>
                  <a:lnTo>
                    <a:pt x="1337918" y="1476349"/>
                  </a:lnTo>
                  <a:lnTo>
                    <a:pt x="1337915" y="1476354"/>
                  </a:lnTo>
                  <a:lnTo>
                    <a:pt x="1337897" y="1476386"/>
                  </a:lnTo>
                  <a:lnTo>
                    <a:pt x="1337894" y="1476391"/>
                  </a:lnTo>
                  <a:lnTo>
                    <a:pt x="1337889" y="1476398"/>
                  </a:lnTo>
                  <a:lnTo>
                    <a:pt x="1337858" y="1476440"/>
                  </a:lnTo>
                  <a:lnTo>
                    <a:pt x="1337854" y="1476447"/>
                  </a:lnTo>
                  <a:lnTo>
                    <a:pt x="1337846" y="1476450"/>
                  </a:lnTo>
                  <a:lnTo>
                    <a:pt x="1337826" y="1476457"/>
                  </a:lnTo>
                  <a:lnTo>
                    <a:pt x="1337816" y="1476461"/>
                  </a:lnTo>
                  <a:lnTo>
                    <a:pt x="1337802" y="1476457"/>
                  </a:lnTo>
                  <a:lnTo>
                    <a:pt x="1337795" y="1476454"/>
                  </a:lnTo>
                  <a:lnTo>
                    <a:pt x="1337787" y="1476449"/>
                  </a:lnTo>
                  <a:lnTo>
                    <a:pt x="1337777" y="1476443"/>
                  </a:lnTo>
                  <a:lnTo>
                    <a:pt x="1337757" y="1476427"/>
                  </a:lnTo>
                  <a:lnTo>
                    <a:pt x="1337732" y="1476402"/>
                  </a:lnTo>
                  <a:lnTo>
                    <a:pt x="1337720" y="1476390"/>
                  </a:lnTo>
                  <a:lnTo>
                    <a:pt x="1337713" y="1476382"/>
                  </a:lnTo>
                  <a:lnTo>
                    <a:pt x="1337701" y="1476358"/>
                  </a:lnTo>
                  <a:lnTo>
                    <a:pt x="1337692" y="1476333"/>
                  </a:lnTo>
                  <a:lnTo>
                    <a:pt x="1337690" y="1476317"/>
                  </a:lnTo>
                  <a:lnTo>
                    <a:pt x="1337688" y="1476304"/>
                  </a:lnTo>
                  <a:lnTo>
                    <a:pt x="1337686" y="1476289"/>
                  </a:lnTo>
                  <a:lnTo>
                    <a:pt x="1337682" y="1476274"/>
                  </a:lnTo>
                  <a:lnTo>
                    <a:pt x="1337672" y="1476257"/>
                  </a:lnTo>
                  <a:lnTo>
                    <a:pt x="1337657" y="1476233"/>
                  </a:lnTo>
                  <a:lnTo>
                    <a:pt x="1337635" y="1476187"/>
                  </a:lnTo>
                  <a:lnTo>
                    <a:pt x="1337628" y="1476165"/>
                  </a:lnTo>
                  <a:lnTo>
                    <a:pt x="1337628" y="1476159"/>
                  </a:lnTo>
                  <a:lnTo>
                    <a:pt x="1337631" y="1476149"/>
                  </a:lnTo>
                  <a:lnTo>
                    <a:pt x="1337632" y="1476142"/>
                  </a:lnTo>
                  <a:lnTo>
                    <a:pt x="1337632" y="1476136"/>
                  </a:lnTo>
                  <a:lnTo>
                    <a:pt x="1337631" y="1476119"/>
                  </a:lnTo>
                  <a:lnTo>
                    <a:pt x="1337628" y="1476107"/>
                  </a:lnTo>
                  <a:lnTo>
                    <a:pt x="1337627" y="1476086"/>
                  </a:lnTo>
                  <a:lnTo>
                    <a:pt x="1337628" y="1476078"/>
                  </a:lnTo>
                  <a:lnTo>
                    <a:pt x="1337629" y="1476069"/>
                  </a:lnTo>
                  <a:lnTo>
                    <a:pt x="1337631" y="1476059"/>
                  </a:lnTo>
                  <a:lnTo>
                    <a:pt x="1337633" y="1476049"/>
                  </a:lnTo>
                  <a:lnTo>
                    <a:pt x="1337639" y="1476031"/>
                  </a:lnTo>
                  <a:lnTo>
                    <a:pt x="1337641" y="1476024"/>
                  </a:lnTo>
                  <a:lnTo>
                    <a:pt x="1337643" y="1476016"/>
                  </a:lnTo>
                  <a:lnTo>
                    <a:pt x="1337648" y="1475996"/>
                  </a:lnTo>
                  <a:lnTo>
                    <a:pt x="1337644" y="1475991"/>
                  </a:lnTo>
                  <a:lnTo>
                    <a:pt x="1337631" y="1475978"/>
                  </a:lnTo>
                  <a:lnTo>
                    <a:pt x="1337625" y="1475972"/>
                  </a:lnTo>
                  <a:lnTo>
                    <a:pt x="1337613" y="1475967"/>
                  </a:lnTo>
                  <a:lnTo>
                    <a:pt x="1337600" y="1475961"/>
                  </a:lnTo>
                  <a:lnTo>
                    <a:pt x="1337592" y="1475960"/>
                  </a:lnTo>
                  <a:lnTo>
                    <a:pt x="1337578" y="1475960"/>
                  </a:lnTo>
                  <a:lnTo>
                    <a:pt x="1337565" y="1475961"/>
                  </a:lnTo>
                  <a:lnTo>
                    <a:pt x="1337551" y="1475963"/>
                  </a:lnTo>
                  <a:lnTo>
                    <a:pt x="1337545" y="1475966"/>
                  </a:lnTo>
                  <a:lnTo>
                    <a:pt x="1337539" y="1475969"/>
                  </a:lnTo>
                  <a:lnTo>
                    <a:pt x="1337531" y="1475972"/>
                  </a:lnTo>
                  <a:lnTo>
                    <a:pt x="1337524" y="1475973"/>
                  </a:lnTo>
                  <a:lnTo>
                    <a:pt x="1337517" y="1475974"/>
                  </a:lnTo>
                  <a:lnTo>
                    <a:pt x="1337510" y="1475974"/>
                  </a:lnTo>
                  <a:lnTo>
                    <a:pt x="1337496" y="1475976"/>
                  </a:lnTo>
                  <a:lnTo>
                    <a:pt x="1337477" y="1475979"/>
                  </a:lnTo>
                  <a:lnTo>
                    <a:pt x="1337454" y="1475986"/>
                  </a:lnTo>
                  <a:lnTo>
                    <a:pt x="1337442" y="1475990"/>
                  </a:lnTo>
                  <a:lnTo>
                    <a:pt x="1337430" y="1475992"/>
                  </a:lnTo>
                  <a:lnTo>
                    <a:pt x="1337415" y="1475992"/>
                  </a:lnTo>
                  <a:lnTo>
                    <a:pt x="1337401" y="1475987"/>
                  </a:lnTo>
                  <a:lnTo>
                    <a:pt x="1337393" y="1475985"/>
                  </a:lnTo>
                  <a:lnTo>
                    <a:pt x="1337388" y="1475985"/>
                  </a:lnTo>
                  <a:lnTo>
                    <a:pt x="1337382" y="1475984"/>
                  </a:lnTo>
                  <a:lnTo>
                    <a:pt x="1337375" y="1475985"/>
                  </a:lnTo>
                  <a:lnTo>
                    <a:pt x="1337370" y="1475987"/>
                  </a:lnTo>
                  <a:lnTo>
                    <a:pt x="1337363" y="1475989"/>
                  </a:lnTo>
                  <a:lnTo>
                    <a:pt x="1337356" y="1475991"/>
                  </a:lnTo>
                  <a:lnTo>
                    <a:pt x="1337337" y="1475992"/>
                  </a:lnTo>
                  <a:lnTo>
                    <a:pt x="1337316" y="1475992"/>
                  </a:lnTo>
                  <a:lnTo>
                    <a:pt x="1337300" y="1475992"/>
                  </a:lnTo>
                  <a:lnTo>
                    <a:pt x="1337282" y="1475989"/>
                  </a:lnTo>
                  <a:lnTo>
                    <a:pt x="1337263" y="1475985"/>
                  </a:lnTo>
                  <a:lnTo>
                    <a:pt x="1337244" y="1475983"/>
                  </a:lnTo>
                  <a:lnTo>
                    <a:pt x="1337233" y="1475982"/>
                  </a:lnTo>
                  <a:lnTo>
                    <a:pt x="1337224" y="1475984"/>
                  </a:lnTo>
                  <a:lnTo>
                    <a:pt x="1337219" y="1475987"/>
                  </a:lnTo>
                  <a:lnTo>
                    <a:pt x="1337208" y="1475999"/>
                  </a:lnTo>
                  <a:lnTo>
                    <a:pt x="1337197" y="1476012"/>
                  </a:lnTo>
                  <a:lnTo>
                    <a:pt x="1337191" y="1476016"/>
                  </a:lnTo>
                  <a:lnTo>
                    <a:pt x="1337183" y="1476021"/>
                  </a:lnTo>
                  <a:lnTo>
                    <a:pt x="1337167" y="1476027"/>
                  </a:lnTo>
                  <a:lnTo>
                    <a:pt x="1337159" y="1476033"/>
                  </a:lnTo>
                  <a:lnTo>
                    <a:pt x="1337154" y="1476038"/>
                  </a:lnTo>
                  <a:lnTo>
                    <a:pt x="1337142" y="1476036"/>
                  </a:lnTo>
                  <a:lnTo>
                    <a:pt x="1337129" y="1476033"/>
                  </a:lnTo>
                  <a:lnTo>
                    <a:pt x="1337120" y="1476032"/>
                  </a:lnTo>
                  <a:lnTo>
                    <a:pt x="1337115" y="1476032"/>
                  </a:lnTo>
                  <a:lnTo>
                    <a:pt x="1337108" y="1476033"/>
                  </a:lnTo>
                  <a:lnTo>
                    <a:pt x="1337091" y="1476034"/>
                  </a:lnTo>
                  <a:lnTo>
                    <a:pt x="1337078" y="1476033"/>
                  </a:lnTo>
                  <a:lnTo>
                    <a:pt x="1337071" y="1476030"/>
                  </a:lnTo>
                  <a:lnTo>
                    <a:pt x="1337063" y="1476023"/>
                  </a:lnTo>
                  <a:lnTo>
                    <a:pt x="1337050" y="1476012"/>
                  </a:lnTo>
                  <a:lnTo>
                    <a:pt x="1337045" y="1476009"/>
                  </a:lnTo>
                  <a:lnTo>
                    <a:pt x="1337041" y="1476007"/>
                  </a:lnTo>
                  <a:lnTo>
                    <a:pt x="1337033" y="1476007"/>
                  </a:lnTo>
                  <a:lnTo>
                    <a:pt x="1337024" y="1476007"/>
                  </a:lnTo>
                  <a:lnTo>
                    <a:pt x="1337013" y="1476005"/>
                  </a:lnTo>
                  <a:lnTo>
                    <a:pt x="1337002" y="1475999"/>
                  </a:lnTo>
                  <a:lnTo>
                    <a:pt x="1336995" y="1475992"/>
                  </a:lnTo>
                  <a:lnTo>
                    <a:pt x="1336985" y="1475988"/>
                  </a:lnTo>
                  <a:lnTo>
                    <a:pt x="1336977" y="1475987"/>
                  </a:lnTo>
                  <a:lnTo>
                    <a:pt x="1336970" y="1475986"/>
                  </a:lnTo>
                  <a:lnTo>
                    <a:pt x="1336961" y="1475987"/>
                  </a:lnTo>
                  <a:lnTo>
                    <a:pt x="1336949" y="1475992"/>
                  </a:lnTo>
                  <a:lnTo>
                    <a:pt x="1336941" y="1475996"/>
                  </a:lnTo>
                  <a:lnTo>
                    <a:pt x="1336925" y="1475999"/>
                  </a:lnTo>
                  <a:lnTo>
                    <a:pt x="1336908" y="1476002"/>
                  </a:lnTo>
                  <a:lnTo>
                    <a:pt x="1336904" y="1476003"/>
                  </a:lnTo>
                  <a:lnTo>
                    <a:pt x="1336898" y="1476005"/>
                  </a:lnTo>
                  <a:lnTo>
                    <a:pt x="1336894" y="1476008"/>
                  </a:lnTo>
                  <a:lnTo>
                    <a:pt x="1336889" y="1476008"/>
                  </a:lnTo>
                  <a:lnTo>
                    <a:pt x="1336874" y="1476007"/>
                  </a:lnTo>
                  <a:lnTo>
                    <a:pt x="1336862" y="1476006"/>
                  </a:lnTo>
                  <a:lnTo>
                    <a:pt x="1336847" y="1476010"/>
                  </a:lnTo>
                  <a:lnTo>
                    <a:pt x="1336832" y="1476015"/>
                  </a:lnTo>
                  <a:lnTo>
                    <a:pt x="1336826" y="1476018"/>
                  </a:lnTo>
                  <a:lnTo>
                    <a:pt x="1336820" y="1476022"/>
                  </a:lnTo>
                  <a:lnTo>
                    <a:pt x="1336814" y="1476027"/>
                  </a:lnTo>
                  <a:lnTo>
                    <a:pt x="1336802" y="1476040"/>
                  </a:lnTo>
                  <a:lnTo>
                    <a:pt x="1336791" y="1476053"/>
                  </a:lnTo>
                  <a:lnTo>
                    <a:pt x="1336785" y="1476059"/>
                  </a:lnTo>
                  <a:lnTo>
                    <a:pt x="1336779" y="1476069"/>
                  </a:lnTo>
                  <a:lnTo>
                    <a:pt x="1336773" y="1476084"/>
                  </a:lnTo>
                  <a:lnTo>
                    <a:pt x="1336770" y="1476090"/>
                  </a:lnTo>
                  <a:lnTo>
                    <a:pt x="1336764" y="1476101"/>
                  </a:lnTo>
                  <a:lnTo>
                    <a:pt x="1336766" y="1476115"/>
                  </a:lnTo>
                  <a:lnTo>
                    <a:pt x="1336772" y="1476142"/>
                  </a:lnTo>
                  <a:lnTo>
                    <a:pt x="1336777" y="1476162"/>
                  </a:lnTo>
                  <a:lnTo>
                    <a:pt x="1336783" y="1476195"/>
                  </a:lnTo>
                  <a:lnTo>
                    <a:pt x="1336785" y="1476204"/>
                  </a:lnTo>
                  <a:lnTo>
                    <a:pt x="1336785" y="1476209"/>
                  </a:lnTo>
                  <a:lnTo>
                    <a:pt x="1336783" y="1476214"/>
                  </a:lnTo>
                  <a:lnTo>
                    <a:pt x="1336780" y="1476226"/>
                  </a:lnTo>
                  <a:lnTo>
                    <a:pt x="1336781" y="1476242"/>
                  </a:lnTo>
                  <a:lnTo>
                    <a:pt x="1336784" y="1476257"/>
                  </a:lnTo>
                  <a:lnTo>
                    <a:pt x="1336791" y="1476275"/>
                  </a:lnTo>
                  <a:lnTo>
                    <a:pt x="1336796" y="1476290"/>
                  </a:lnTo>
                  <a:lnTo>
                    <a:pt x="1336801" y="1476300"/>
                  </a:lnTo>
                  <a:lnTo>
                    <a:pt x="1336805" y="1476309"/>
                  </a:lnTo>
                  <a:lnTo>
                    <a:pt x="1336806" y="1476316"/>
                  </a:lnTo>
                  <a:lnTo>
                    <a:pt x="1336807" y="1476322"/>
                  </a:lnTo>
                  <a:lnTo>
                    <a:pt x="1336807" y="1476329"/>
                  </a:lnTo>
                  <a:lnTo>
                    <a:pt x="1336807" y="1476352"/>
                  </a:lnTo>
                  <a:lnTo>
                    <a:pt x="1336808" y="1476365"/>
                  </a:lnTo>
                  <a:lnTo>
                    <a:pt x="1336809" y="1476375"/>
                  </a:lnTo>
                  <a:lnTo>
                    <a:pt x="1336808" y="1476386"/>
                  </a:lnTo>
                  <a:lnTo>
                    <a:pt x="1336807" y="1476403"/>
                  </a:lnTo>
                  <a:lnTo>
                    <a:pt x="1336804" y="1476426"/>
                  </a:lnTo>
                  <a:lnTo>
                    <a:pt x="1336801" y="1476449"/>
                  </a:lnTo>
                  <a:lnTo>
                    <a:pt x="1336799" y="1476479"/>
                  </a:lnTo>
                  <a:lnTo>
                    <a:pt x="1336801" y="1476486"/>
                  </a:lnTo>
                  <a:lnTo>
                    <a:pt x="1336806" y="1476495"/>
                  </a:lnTo>
                  <a:lnTo>
                    <a:pt x="1336811" y="1476501"/>
                  </a:lnTo>
                  <a:lnTo>
                    <a:pt x="1336816" y="1476507"/>
                  </a:lnTo>
                  <a:lnTo>
                    <a:pt x="1336823" y="1476514"/>
                  </a:lnTo>
                  <a:lnTo>
                    <a:pt x="1336827" y="1476518"/>
                  </a:lnTo>
                  <a:lnTo>
                    <a:pt x="1336832" y="1476522"/>
                  </a:lnTo>
                  <a:lnTo>
                    <a:pt x="1336838" y="1476527"/>
                  </a:lnTo>
                  <a:lnTo>
                    <a:pt x="1336841" y="1476535"/>
                  </a:lnTo>
                  <a:lnTo>
                    <a:pt x="1336841" y="1476544"/>
                  </a:lnTo>
                  <a:lnTo>
                    <a:pt x="1336840" y="1476559"/>
                  </a:lnTo>
                  <a:lnTo>
                    <a:pt x="1336838" y="1476571"/>
                  </a:lnTo>
                  <a:lnTo>
                    <a:pt x="1336833" y="1476592"/>
                  </a:lnTo>
                  <a:lnTo>
                    <a:pt x="1336832" y="1476602"/>
                  </a:lnTo>
                  <a:lnTo>
                    <a:pt x="1336830" y="1476620"/>
                  </a:lnTo>
                  <a:lnTo>
                    <a:pt x="1336828" y="1476630"/>
                  </a:lnTo>
                  <a:lnTo>
                    <a:pt x="1336827" y="1476636"/>
                  </a:lnTo>
                  <a:lnTo>
                    <a:pt x="1336829" y="1476643"/>
                  </a:lnTo>
                  <a:lnTo>
                    <a:pt x="1336839" y="1476650"/>
                  </a:lnTo>
                  <a:lnTo>
                    <a:pt x="1336848" y="1476658"/>
                  </a:lnTo>
                  <a:lnTo>
                    <a:pt x="1336856" y="1476668"/>
                  </a:lnTo>
                  <a:lnTo>
                    <a:pt x="1336861" y="1476675"/>
                  </a:lnTo>
                  <a:lnTo>
                    <a:pt x="1336865" y="1476680"/>
                  </a:lnTo>
                  <a:lnTo>
                    <a:pt x="1336865" y="1476687"/>
                  </a:lnTo>
                  <a:lnTo>
                    <a:pt x="1336865" y="1476695"/>
                  </a:lnTo>
                  <a:lnTo>
                    <a:pt x="1336863" y="1476701"/>
                  </a:lnTo>
                  <a:lnTo>
                    <a:pt x="1336861" y="1476706"/>
                  </a:lnTo>
                  <a:lnTo>
                    <a:pt x="1336858" y="1476713"/>
                  </a:lnTo>
                  <a:lnTo>
                    <a:pt x="1336855" y="1476723"/>
                  </a:lnTo>
                  <a:lnTo>
                    <a:pt x="1336851" y="1476732"/>
                  </a:lnTo>
                  <a:lnTo>
                    <a:pt x="1336850" y="1476750"/>
                  </a:lnTo>
                  <a:lnTo>
                    <a:pt x="1336852" y="1476758"/>
                  </a:lnTo>
                  <a:lnTo>
                    <a:pt x="1336857" y="1476770"/>
                  </a:lnTo>
                  <a:lnTo>
                    <a:pt x="1336862" y="1476775"/>
                  </a:lnTo>
                  <a:lnTo>
                    <a:pt x="1336869" y="1476781"/>
                  </a:lnTo>
                  <a:lnTo>
                    <a:pt x="1336874" y="1476783"/>
                  </a:lnTo>
                  <a:lnTo>
                    <a:pt x="1336889" y="1476789"/>
                  </a:lnTo>
                  <a:lnTo>
                    <a:pt x="1336896" y="1476793"/>
                  </a:lnTo>
                  <a:lnTo>
                    <a:pt x="1336901" y="1476798"/>
                  </a:lnTo>
                  <a:lnTo>
                    <a:pt x="1336901" y="1476809"/>
                  </a:lnTo>
                  <a:lnTo>
                    <a:pt x="1336900" y="1476819"/>
                  </a:lnTo>
                  <a:lnTo>
                    <a:pt x="1336899" y="1476825"/>
                  </a:lnTo>
                  <a:lnTo>
                    <a:pt x="1336895" y="1476832"/>
                  </a:lnTo>
                  <a:lnTo>
                    <a:pt x="1336894" y="1476844"/>
                  </a:lnTo>
                  <a:lnTo>
                    <a:pt x="1336894" y="1476855"/>
                  </a:lnTo>
                  <a:lnTo>
                    <a:pt x="1336894" y="1476863"/>
                  </a:lnTo>
                  <a:lnTo>
                    <a:pt x="1336896" y="1476869"/>
                  </a:lnTo>
                  <a:lnTo>
                    <a:pt x="1336895" y="1476878"/>
                  </a:lnTo>
                  <a:lnTo>
                    <a:pt x="1336894" y="1476885"/>
                  </a:lnTo>
                  <a:lnTo>
                    <a:pt x="1336893" y="1476890"/>
                  </a:lnTo>
                  <a:lnTo>
                    <a:pt x="1336894" y="1476902"/>
                  </a:lnTo>
                  <a:lnTo>
                    <a:pt x="1336889" y="1476915"/>
                  </a:lnTo>
                  <a:lnTo>
                    <a:pt x="1336888" y="1476922"/>
                  </a:lnTo>
                  <a:lnTo>
                    <a:pt x="1336888" y="1476930"/>
                  </a:lnTo>
                  <a:lnTo>
                    <a:pt x="1336889" y="1476944"/>
                  </a:lnTo>
                  <a:lnTo>
                    <a:pt x="1336894" y="1476954"/>
                  </a:lnTo>
                  <a:lnTo>
                    <a:pt x="1336902" y="1476965"/>
                  </a:lnTo>
                  <a:lnTo>
                    <a:pt x="1336909" y="1476973"/>
                  </a:lnTo>
                  <a:lnTo>
                    <a:pt x="1336913" y="1476983"/>
                  </a:lnTo>
                  <a:lnTo>
                    <a:pt x="1336915" y="1476991"/>
                  </a:lnTo>
                  <a:lnTo>
                    <a:pt x="1336918" y="1477002"/>
                  </a:lnTo>
                  <a:lnTo>
                    <a:pt x="1336925" y="1477016"/>
                  </a:lnTo>
                  <a:lnTo>
                    <a:pt x="1336930" y="1477025"/>
                  </a:lnTo>
                  <a:lnTo>
                    <a:pt x="1336934" y="1477035"/>
                  </a:lnTo>
                  <a:lnTo>
                    <a:pt x="1336936" y="1477043"/>
                  </a:lnTo>
                  <a:lnTo>
                    <a:pt x="1336936" y="1477049"/>
                  </a:lnTo>
                  <a:lnTo>
                    <a:pt x="1336934" y="1477055"/>
                  </a:lnTo>
                  <a:lnTo>
                    <a:pt x="1336932" y="1477061"/>
                  </a:lnTo>
                  <a:lnTo>
                    <a:pt x="1336930" y="1477070"/>
                  </a:lnTo>
                  <a:lnTo>
                    <a:pt x="1336929" y="1477076"/>
                  </a:lnTo>
                  <a:lnTo>
                    <a:pt x="1336930" y="1477084"/>
                  </a:lnTo>
                  <a:lnTo>
                    <a:pt x="1336933" y="1477094"/>
                  </a:lnTo>
                  <a:lnTo>
                    <a:pt x="1336938" y="1477103"/>
                  </a:lnTo>
                  <a:lnTo>
                    <a:pt x="1336942" y="1477112"/>
                  </a:lnTo>
                  <a:lnTo>
                    <a:pt x="1336946" y="1477118"/>
                  </a:lnTo>
                  <a:lnTo>
                    <a:pt x="1336950" y="1477129"/>
                  </a:lnTo>
                  <a:lnTo>
                    <a:pt x="1336950" y="1477137"/>
                  </a:lnTo>
                  <a:lnTo>
                    <a:pt x="1336948" y="1477147"/>
                  </a:lnTo>
                  <a:lnTo>
                    <a:pt x="1336948" y="1477159"/>
                  </a:lnTo>
                  <a:lnTo>
                    <a:pt x="1336946" y="1477174"/>
                  </a:lnTo>
                  <a:lnTo>
                    <a:pt x="1336943" y="1477186"/>
                  </a:lnTo>
                  <a:lnTo>
                    <a:pt x="1336942" y="1477193"/>
                  </a:lnTo>
                  <a:lnTo>
                    <a:pt x="1336943" y="1477205"/>
                  </a:lnTo>
                  <a:lnTo>
                    <a:pt x="1336943" y="1477213"/>
                  </a:lnTo>
                  <a:lnTo>
                    <a:pt x="1336946" y="1477222"/>
                  </a:lnTo>
                  <a:lnTo>
                    <a:pt x="1336951" y="1477232"/>
                  </a:lnTo>
                  <a:lnTo>
                    <a:pt x="1336952" y="1477240"/>
                  </a:lnTo>
                  <a:lnTo>
                    <a:pt x="1336955" y="1477256"/>
                  </a:lnTo>
                  <a:lnTo>
                    <a:pt x="1336957" y="1477267"/>
                  </a:lnTo>
                  <a:lnTo>
                    <a:pt x="1336957" y="1477287"/>
                  </a:lnTo>
                  <a:lnTo>
                    <a:pt x="1336959" y="1477308"/>
                  </a:lnTo>
                  <a:lnTo>
                    <a:pt x="1336960" y="1477317"/>
                  </a:lnTo>
                  <a:lnTo>
                    <a:pt x="1336961" y="1477328"/>
                  </a:lnTo>
                  <a:lnTo>
                    <a:pt x="1336964" y="1477343"/>
                  </a:lnTo>
                  <a:lnTo>
                    <a:pt x="1336965" y="1477356"/>
                  </a:lnTo>
                  <a:lnTo>
                    <a:pt x="1336966" y="1477374"/>
                  </a:lnTo>
                  <a:lnTo>
                    <a:pt x="1336999" y="1477410"/>
                  </a:lnTo>
                  <a:lnTo>
                    <a:pt x="1337004" y="1477416"/>
                  </a:lnTo>
                  <a:lnTo>
                    <a:pt x="1337004" y="1477424"/>
                  </a:lnTo>
                  <a:lnTo>
                    <a:pt x="1337005" y="1477459"/>
                  </a:lnTo>
                  <a:lnTo>
                    <a:pt x="1337005" y="1477467"/>
                  </a:lnTo>
                  <a:lnTo>
                    <a:pt x="1336987" y="1477495"/>
                  </a:lnTo>
                  <a:lnTo>
                    <a:pt x="1336989" y="1477509"/>
                  </a:lnTo>
                  <a:lnTo>
                    <a:pt x="1336998" y="1477597"/>
                  </a:lnTo>
                  <a:lnTo>
                    <a:pt x="1336999" y="1477605"/>
                  </a:lnTo>
                  <a:lnTo>
                    <a:pt x="1337002" y="1477611"/>
                  </a:lnTo>
                  <a:lnTo>
                    <a:pt x="1337070" y="1477740"/>
                  </a:lnTo>
                  <a:lnTo>
                    <a:pt x="1337095" y="1477789"/>
                  </a:lnTo>
                  <a:lnTo>
                    <a:pt x="1337099" y="1477795"/>
                  </a:lnTo>
                  <a:lnTo>
                    <a:pt x="1337106" y="1477798"/>
                  </a:lnTo>
                  <a:lnTo>
                    <a:pt x="1337134" y="1477806"/>
                  </a:lnTo>
                  <a:lnTo>
                    <a:pt x="1337141" y="1477808"/>
                  </a:lnTo>
                  <a:lnTo>
                    <a:pt x="1337149" y="1477806"/>
                  </a:lnTo>
                  <a:lnTo>
                    <a:pt x="1337201" y="1477796"/>
                  </a:lnTo>
                  <a:lnTo>
                    <a:pt x="1337213" y="1477794"/>
                  </a:lnTo>
                  <a:lnTo>
                    <a:pt x="1337225" y="1477789"/>
                  </a:lnTo>
                  <a:lnTo>
                    <a:pt x="1337235" y="1477785"/>
                  </a:lnTo>
                  <a:lnTo>
                    <a:pt x="1337241" y="1477785"/>
                  </a:lnTo>
                  <a:lnTo>
                    <a:pt x="1337248" y="1477788"/>
                  </a:lnTo>
                  <a:lnTo>
                    <a:pt x="1337256" y="1477793"/>
                  </a:lnTo>
                  <a:lnTo>
                    <a:pt x="1337269" y="1477800"/>
                  </a:lnTo>
                  <a:lnTo>
                    <a:pt x="1337280" y="1477806"/>
                  </a:lnTo>
                  <a:lnTo>
                    <a:pt x="1337287" y="1477812"/>
                  </a:lnTo>
                  <a:lnTo>
                    <a:pt x="1337296" y="1477821"/>
                  </a:lnTo>
                  <a:lnTo>
                    <a:pt x="1337302" y="1477826"/>
                  </a:lnTo>
                  <a:lnTo>
                    <a:pt x="1337307" y="1477829"/>
                  </a:lnTo>
                  <a:lnTo>
                    <a:pt x="1337317" y="1477830"/>
                  </a:lnTo>
                  <a:lnTo>
                    <a:pt x="1337328" y="1477829"/>
                  </a:lnTo>
                  <a:lnTo>
                    <a:pt x="1337342" y="1477828"/>
                  </a:lnTo>
                  <a:lnTo>
                    <a:pt x="1337359" y="1477828"/>
                  </a:lnTo>
                  <a:lnTo>
                    <a:pt x="1337367" y="1477827"/>
                  </a:lnTo>
                  <a:lnTo>
                    <a:pt x="1337377" y="1477825"/>
                  </a:lnTo>
                  <a:lnTo>
                    <a:pt x="1337384" y="1477826"/>
                  </a:lnTo>
                  <a:lnTo>
                    <a:pt x="1337385" y="1477830"/>
                  </a:lnTo>
                  <a:lnTo>
                    <a:pt x="1337388" y="1477836"/>
                  </a:lnTo>
                  <a:lnTo>
                    <a:pt x="1337391" y="1477845"/>
                  </a:lnTo>
                  <a:lnTo>
                    <a:pt x="1337397" y="1477856"/>
                  </a:lnTo>
                  <a:lnTo>
                    <a:pt x="1337402" y="1477869"/>
                  </a:lnTo>
                  <a:lnTo>
                    <a:pt x="1337407" y="1477889"/>
                  </a:lnTo>
                  <a:lnTo>
                    <a:pt x="1337413" y="1477905"/>
                  </a:lnTo>
                  <a:lnTo>
                    <a:pt x="1337416" y="1477914"/>
                  </a:lnTo>
                  <a:lnTo>
                    <a:pt x="1337420" y="1477926"/>
                  </a:lnTo>
                  <a:lnTo>
                    <a:pt x="1337416" y="1477937"/>
                  </a:lnTo>
                  <a:lnTo>
                    <a:pt x="1337412" y="1477946"/>
                  </a:lnTo>
                  <a:lnTo>
                    <a:pt x="1337410" y="1477964"/>
                  </a:lnTo>
                  <a:lnTo>
                    <a:pt x="1337411" y="1477971"/>
                  </a:lnTo>
                  <a:lnTo>
                    <a:pt x="1337412" y="1477979"/>
                  </a:lnTo>
                  <a:lnTo>
                    <a:pt x="1337414" y="1477985"/>
                  </a:lnTo>
                  <a:lnTo>
                    <a:pt x="1337417" y="1477999"/>
                  </a:lnTo>
                  <a:lnTo>
                    <a:pt x="1337420" y="1478014"/>
                  </a:lnTo>
                  <a:lnTo>
                    <a:pt x="1337422" y="1478020"/>
                  </a:lnTo>
                  <a:lnTo>
                    <a:pt x="1337426" y="1478026"/>
                  </a:lnTo>
                  <a:lnTo>
                    <a:pt x="1337433" y="1478030"/>
                  </a:lnTo>
                  <a:lnTo>
                    <a:pt x="1337439" y="1478035"/>
                  </a:lnTo>
                  <a:lnTo>
                    <a:pt x="1337445" y="1478043"/>
                  </a:lnTo>
                  <a:lnTo>
                    <a:pt x="1337448" y="1478052"/>
                  </a:lnTo>
                  <a:lnTo>
                    <a:pt x="1337447" y="1478059"/>
                  </a:lnTo>
                  <a:lnTo>
                    <a:pt x="1337445" y="1478065"/>
                  </a:lnTo>
                  <a:lnTo>
                    <a:pt x="1337438" y="1478078"/>
                  </a:lnTo>
                  <a:lnTo>
                    <a:pt x="1337429" y="1478087"/>
                  </a:lnTo>
                  <a:lnTo>
                    <a:pt x="1337419" y="1478093"/>
                  </a:lnTo>
                  <a:lnTo>
                    <a:pt x="1337399" y="1478103"/>
                  </a:lnTo>
                  <a:lnTo>
                    <a:pt x="1337387" y="1478107"/>
                  </a:lnTo>
                  <a:lnTo>
                    <a:pt x="1337376" y="1478110"/>
                  </a:lnTo>
                  <a:lnTo>
                    <a:pt x="1337364" y="1478110"/>
                  </a:lnTo>
                  <a:lnTo>
                    <a:pt x="1337357" y="1478110"/>
                  </a:lnTo>
                  <a:lnTo>
                    <a:pt x="1337351" y="1478112"/>
                  </a:lnTo>
                  <a:lnTo>
                    <a:pt x="1337346" y="1478116"/>
                  </a:lnTo>
                  <a:lnTo>
                    <a:pt x="1337341" y="1478124"/>
                  </a:lnTo>
                  <a:lnTo>
                    <a:pt x="1337334" y="1478140"/>
                  </a:lnTo>
                  <a:lnTo>
                    <a:pt x="1337326" y="1478153"/>
                  </a:lnTo>
                  <a:lnTo>
                    <a:pt x="1337322" y="1478159"/>
                  </a:lnTo>
                  <a:lnTo>
                    <a:pt x="1337318" y="1478162"/>
                  </a:lnTo>
                  <a:lnTo>
                    <a:pt x="1337303" y="1478169"/>
                  </a:lnTo>
                  <a:lnTo>
                    <a:pt x="1337290" y="1478177"/>
                  </a:lnTo>
                  <a:lnTo>
                    <a:pt x="1337277" y="1478182"/>
                  </a:lnTo>
                  <a:lnTo>
                    <a:pt x="1337267" y="1478187"/>
                  </a:lnTo>
                  <a:lnTo>
                    <a:pt x="1337255" y="1478197"/>
                  </a:lnTo>
                  <a:lnTo>
                    <a:pt x="1337246" y="1478207"/>
                  </a:lnTo>
                  <a:lnTo>
                    <a:pt x="1337238" y="1478217"/>
                  </a:lnTo>
                  <a:lnTo>
                    <a:pt x="1337232" y="1478232"/>
                  </a:lnTo>
                  <a:lnTo>
                    <a:pt x="1337228" y="1478243"/>
                  </a:lnTo>
                  <a:lnTo>
                    <a:pt x="1337226" y="1478251"/>
                  </a:lnTo>
                  <a:lnTo>
                    <a:pt x="1337229" y="1478258"/>
                  </a:lnTo>
                  <a:lnTo>
                    <a:pt x="1337231" y="1478265"/>
                  </a:lnTo>
                  <a:lnTo>
                    <a:pt x="1337237" y="1478271"/>
                  </a:lnTo>
                  <a:lnTo>
                    <a:pt x="1337251" y="1478279"/>
                  </a:lnTo>
                  <a:lnTo>
                    <a:pt x="1337260" y="1478282"/>
                  </a:lnTo>
                  <a:lnTo>
                    <a:pt x="1337269" y="1478285"/>
                  </a:lnTo>
                  <a:lnTo>
                    <a:pt x="1337277" y="1478292"/>
                  </a:lnTo>
                  <a:lnTo>
                    <a:pt x="1337280" y="1478297"/>
                  </a:lnTo>
                  <a:lnTo>
                    <a:pt x="1337288" y="1478309"/>
                  </a:lnTo>
                  <a:lnTo>
                    <a:pt x="1337298" y="1478322"/>
                  </a:lnTo>
                  <a:lnTo>
                    <a:pt x="1337312" y="1478338"/>
                  </a:lnTo>
                  <a:lnTo>
                    <a:pt x="1337320" y="1478349"/>
                  </a:lnTo>
                  <a:lnTo>
                    <a:pt x="1337326" y="1478360"/>
                  </a:lnTo>
                  <a:lnTo>
                    <a:pt x="1337335" y="1478367"/>
                  </a:lnTo>
                  <a:lnTo>
                    <a:pt x="1337341" y="1478377"/>
                  </a:lnTo>
                  <a:lnTo>
                    <a:pt x="1337344" y="1478388"/>
                  </a:lnTo>
                  <a:lnTo>
                    <a:pt x="1337346" y="1478397"/>
                  </a:lnTo>
                  <a:lnTo>
                    <a:pt x="1337347" y="1478407"/>
                  </a:lnTo>
                  <a:lnTo>
                    <a:pt x="1337349" y="1478418"/>
                  </a:lnTo>
                  <a:lnTo>
                    <a:pt x="1337351" y="1478425"/>
                  </a:lnTo>
                  <a:lnTo>
                    <a:pt x="1337354" y="1478435"/>
                  </a:lnTo>
                  <a:lnTo>
                    <a:pt x="1337361" y="1478449"/>
                  </a:lnTo>
                  <a:lnTo>
                    <a:pt x="1337367" y="1478461"/>
                  </a:lnTo>
                  <a:lnTo>
                    <a:pt x="1337373" y="1478476"/>
                  </a:lnTo>
                  <a:lnTo>
                    <a:pt x="1337377" y="1478486"/>
                  </a:lnTo>
                  <a:lnTo>
                    <a:pt x="1337378" y="1478495"/>
                  </a:lnTo>
                  <a:lnTo>
                    <a:pt x="1337376" y="1478501"/>
                  </a:lnTo>
                  <a:lnTo>
                    <a:pt x="1337372" y="1478507"/>
                  </a:lnTo>
                  <a:lnTo>
                    <a:pt x="1337362" y="1478511"/>
                  </a:lnTo>
                  <a:lnTo>
                    <a:pt x="1337352" y="1478518"/>
                  </a:lnTo>
                  <a:lnTo>
                    <a:pt x="1337349" y="1478522"/>
                  </a:lnTo>
                  <a:lnTo>
                    <a:pt x="1337347" y="1478530"/>
                  </a:lnTo>
                  <a:lnTo>
                    <a:pt x="1337347" y="1478541"/>
                  </a:lnTo>
                  <a:lnTo>
                    <a:pt x="1337348" y="1478556"/>
                  </a:lnTo>
                  <a:lnTo>
                    <a:pt x="1337349" y="1478564"/>
                  </a:lnTo>
                  <a:lnTo>
                    <a:pt x="1337350" y="1478570"/>
                  </a:lnTo>
                  <a:lnTo>
                    <a:pt x="1337350" y="1478581"/>
                  </a:lnTo>
                  <a:lnTo>
                    <a:pt x="1337349" y="1478591"/>
                  </a:lnTo>
                  <a:lnTo>
                    <a:pt x="1337345" y="1478599"/>
                  </a:lnTo>
                  <a:lnTo>
                    <a:pt x="1337339" y="1478610"/>
                  </a:lnTo>
                  <a:lnTo>
                    <a:pt x="1337334" y="1478623"/>
                  </a:lnTo>
                  <a:lnTo>
                    <a:pt x="1337328" y="1478630"/>
                  </a:lnTo>
                  <a:lnTo>
                    <a:pt x="1337317" y="1478655"/>
                  </a:lnTo>
                  <a:lnTo>
                    <a:pt x="1337310" y="1478682"/>
                  </a:lnTo>
                  <a:lnTo>
                    <a:pt x="1337304" y="1478705"/>
                  </a:lnTo>
                  <a:lnTo>
                    <a:pt x="1337304" y="1478720"/>
                  </a:lnTo>
                  <a:lnTo>
                    <a:pt x="1337309" y="1478731"/>
                  </a:lnTo>
                  <a:lnTo>
                    <a:pt x="1337312" y="1478736"/>
                  </a:lnTo>
                  <a:lnTo>
                    <a:pt x="1337317" y="1478742"/>
                  </a:lnTo>
                  <a:lnTo>
                    <a:pt x="1337326" y="1478751"/>
                  </a:lnTo>
                  <a:lnTo>
                    <a:pt x="1337335" y="1478768"/>
                  </a:lnTo>
                  <a:lnTo>
                    <a:pt x="1337336" y="1478788"/>
                  </a:lnTo>
                  <a:lnTo>
                    <a:pt x="1337333" y="1478814"/>
                  </a:lnTo>
                  <a:lnTo>
                    <a:pt x="1337331" y="1478826"/>
                  </a:lnTo>
                  <a:lnTo>
                    <a:pt x="1337326" y="1478832"/>
                  </a:lnTo>
                  <a:lnTo>
                    <a:pt x="1337321" y="1478836"/>
                  </a:lnTo>
                  <a:lnTo>
                    <a:pt x="1337315" y="1478838"/>
                  </a:lnTo>
                  <a:lnTo>
                    <a:pt x="1337308" y="1478840"/>
                  </a:lnTo>
                  <a:lnTo>
                    <a:pt x="1337300" y="1478846"/>
                  </a:lnTo>
                  <a:lnTo>
                    <a:pt x="1337296" y="1478851"/>
                  </a:lnTo>
                  <a:lnTo>
                    <a:pt x="1337295" y="1478859"/>
                  </a:lnTo>
                  <a:lnTo>
                    <a:pt x="1337296" y="1478866"/>
                  </a:lnTo>
                  <a:lnTo>
                    <a:pt x="1337296" y="1478872"/>
                  </a:lnTo>
                  <a:lnTo>
                    <a:pt x="1337299" y="1478885"/>
                  </a:lnTo>
                  <a:lnTo>
                    <a:pt x="1337304" y="1478895"/>
                  </a:lnTo>
                  <a:lnTo>
                    <a:pt x="1337309" y="1478898"/>
                  </a:lnTo>
                  <a:lnTo>
                    <a:pt x="1337316" y="1478900"/>
                  </a:lnTo>
                  <a:lnTo>
                    <a:pt x="1337320" y="1478901"/>
                  </a:lnTo>
                  <a:lnTo>
                    <a:pt x="1337326" y="1478902"/>
                  </a:lnTo>
                  <a:lnTo>
                    <a:pt x="1337334" y="1478903"/>
                  </a:lnTo>
                  <a:lnTo>
                    <a:pt x="1337344" y="1478904"/>
                  </a:lnTo>
                  <a:lnTo>
                    <a:pt x="1337353" y="1478903"/>
                  </a:lnTo>
                  <a:lnTo>
                    <a:pt x="1337360" y="1478904"/>
                  </a:lnTo>
                  <a:lnTo>
                    <a:pt x="1337371" y="1478904"/>
                  </a:lnTo>
                  <a:lnTo>
                    <a:pt x="1337383" y="1478905"/>
                  </a:lnTo>
                  <a:lnTo>
                    <a:pt x="1337396" y="1478904"/>
                  </a:lnTo>
                  <a:lnTo>
                    <a:pt x="1337402" y="1478905"/>
                  </a:lnTo>
                  <a:lnTo>
                    <a:pt x="1337411" y="1478905"/>
                  </a:lnTo>
                  <a:lnTo>
                    <a:pt x="1337428" y="1478908"/>
                  </a:lnTo>
                  <a:lnTo>
                    <a:pt x="1337445" y="1478917"/>
                  </a:lnTo>
                  <a:lnTo>
                    <a:pt x="1337464" y="1478925"/>
                  </a:lnTo>
                  <a:lnTo>
                    <a:pt x="1337478" y="1478928"/>
                  </a:lnTo>
                  <a:lnTo>
                    <a:pt x="1337491" y="1478920"/>
                  </a:lnTo>
                  <a:lnTo>
                    <a:pt x="1337502" y="1478911"/>
                  </a:lnTo>
                  <a:lnTo>
                    <a:pt x="1337510" y="1478905"/>
                  </a:lnTo>
                  <a:lnTo>
                    <a:pt x="1337518" y="1478907"/>
                  </a:lnTo>
                  <a:lnTo>
                    <a:pt x="1337528" y="1478913"/>
                  </a:lnTo>
                  <a:lnTo>
                    <a:pt x="1337531" y="1478917"/>
                  </a:lnTo>
                  <a:lnTo>
                    <a:pt x="1337539" y="1478936"/>
                  </a:lnTo>
                  <a:lnTo>
                    <a:pt x="1337549" y="1478947"/>
                  </a:lnTo>
                  <a:lnTo>
                    <a:pt x="1337564" y="1478966"/>
                  </a:lnTo>
                  <a:lnTo>
                    <a:pt x="1337578" y="1478988"/>
                  </a:lnTo>
                  <a:lnTo>
                    <a:pt x="1337588" y="1479005"/>
                  </a:lnTo>
                  <a:lnTo>
                    <a:pt x="1337589" y="1479017"/>
                  </a:lnTo>
                  <a:lnTo>
                    <a:pt x="1337588" y="1479028"/>
                  </a:lnTo>
                  <a:lnTo>
                    <a:pt x="1337589" y="1479040"/>
                  </a:lnTo>
                  <a:lnTo>
                    <a:pt x="1337589" y="1479047"/>
                  </a:lnTo>
                  <a:lnTo>
                    <a:pt x="1337590" y="1479055"/>
                  </a:lnTo>
                  <a:lnTo>
                    <a:pt x="1337591" y="1479061"/>
                  </a:lnTo>
                  <a:lnTo>
                    <a:pt x="1337593" y="1479094"/>
                  </a:lnTo>
                  <a:lnTo>
                    <a:pt x="1337592" y="1479115"/>
                  </a:lnTo>
                  <a:lnTo>
                    <a:pt x="1337591" y="1479134"/>
                  </a:lnTo>
                  <a:lnTo>
                    <a:pt x="1337592" y="1479148"/>
                  </a:lnTo>
                  <a:lnTo>
                    <a:pt x="1337600" y="1479160"/>
                  </a:lnTo>
                  <a:lnTo>
                    <a:pt x="1337613" y="1479189"/>
                  </a:lnTo>
                  <a:lnTo>
                    <a:pt x="1337622" y="1479210"/>
                  </a:lnTo>
                  <a:lnTo>
                    <a:pt x="1337625" y="1479216"/>
                  </a:lnTo>
                  <a:lnTo>
                    <a:pt x="1337631" y="1479233"/>
                  </a:lnTo>
                  <a:lnTo>
                    <a:pt x="1337631" y="1479252"/>
                  </a:lnTo>
                  <a:lnTo>
                    <a:pt x="1337628" y="1479268"/>
                  </a:lnTo>
                  <a:lnTo>
                    <a:pt x="1337626" y="1479276"/>
                  </a:lnTo>
                  <a:lnTo>
                    <a:pt x="1337613" y="1479290"/>
                  </a:lnTo>
                  <a:lnTo>
                    <a:pt x="1337609" y="1479300"/>
                  </a:lnTo>
                  <a:lnTo>
                    <a:pt x="1337608" y="1479313"/>
                  </a:lnTo>
                  <a:lnTo>
                    <a:pt x="1337609" y="1479329"/>
                  </a:lnTo>
                  <a:lnTo>
                    <a:pt x="1337613" y="1479348"/>
                  </a:lnTo>
                  <a:lnTo>
                    <a:pt x="1337609" y="1479375"/>
                  </a:lnTo>
                  <a:lnTo>
                    <a:pt x="1337607" y="1479382"/>
                  </a:lnTo>
                  <a:lnTo>
                    <a:pt x="1337603" y="1479401"/>
                  </a:lnTo>
                  <a:lnTo>
                    <a:pt x="1337602" y="1479423"/>
                  </a:lnTo>
                  <a:lnTo>
                    <a:pt x="1337603" y="1479440"/>
                  </a:lnTo>
                  <a:lnTo>
                    <a:pt x="1337611" y="1479466"/>
                  </a:lnTo>
                  <a:lnTo>
                    <a:pt x="1337619" y="1479501"/>
                  </a:lnTo>
                  <a:lnTo>
                    <a:pt x="1337619" y="1479507"/>
                  </a:lnTo>
                  <a:lnTo>
                    <a:pt x="1337618" y="1479514"/>
                  </a:lnTo>
                  <a:lnTo>
                    <a:pt x="1337617" y="1479520"/>
                  </a:lnTo>
                  <a:lnTo>
                    <a:pt x="1337615" y="1479529"/>
                  </a:lnTo>
                  <a:lnTo>
                    <a:pt x="1337605" y="1479551"/>
                  </a:lnTo>
                  <a:lnTo>
                    <a:pt x="1337603" y="1479555"/>
                  </a:lnTo>
                  <a:lnTo>
                    <a:pt x="1337598" y="1479561"/>
                  </a:lnTo>
                  <a:lnTo>
                    <a:pt x="1337596" y="1479567"/>
                  </a:lnTo>
                  <a:lnTo>
                    <a:pt x="1337593" y="1479578"/>
                  </a:lnTo>
                  <a:lnTo>
                    <a:pt x="1337592" y="1479586"/>
                  </a:lnTo>
                  <a:lnTo>
                    <a:pt x="1337591" y="1479594"/>
                  </a:lnTo>
                  <a:lnTo>
                    <a:pt x="1337591" y="1479603"/>
                  </a:lnTo>
                  <a:lnTo>
                    <a:pt x="1337598" y="1479623"/>
                  </a:lnTo>
                  <a:lnTo>
                    <a:pt x="1337600" y="1479634"/>
                  </a:lnTo>
                  <a:lnTo>
                    <a:pt x="1337602" y="1479644"/>
                  </a:lnTo>
                  <a:lnTo>
                    <a:pt x="1337599" y="1479657"/>
                  </a:lnTo>
                  <a:lnTo>
                    <a:pt x="1337592" y="1479675"/>
                  </a:lnTo>
                  <a:lnTo>
                    <a:pt x="1337588" y="1479700"/>
                  </a:lnTo>
                  <a:lnTo>
                    <a:pt x="1337586" y="1479721"/>
                  </a:lnTo>
                  <a:lnTo>
                    <a:pt x="1337584" y="1479743"/>
                  </a:lnTo>
                  <a:lnTo>
                    <a:pt x="1337582" y="1479762"/>
                  </a:lnTo>
                  <a:lnTo>
                    <a:pt x="1337576" y="1479788"/>
                  </a:lnTo>
                  <a:lnTo>
                    <a:pt x="1337571" y="1479828"/>
                  </a:lnTo>
                  <a:lnTo>
                    <a:pt x="1337569" y="1479835"/>
                  </a:lnTo>
                  <a:lnTo>
                    <a:pt x="1337569" y="1479844"/>
                  </a:lnTo>
                  <a:lnTo>
                    <a:pt x="1337570" y="1479854"/>
                  </a:lnTo>
                  <a:lnTo>
                    <a:pt x="1337573" y="1479873"/>
                  </a:lnTo>
                  <a:lnTo>
                    <a:pt x="1337579" y="1479891"/>
                  </a:lnTo>
                  <a:lnTo>
                    <a:pt x="1337584" y="1479905"/>
                  </a:lnTo>
                  <a:lnTo>
                    <a:pt x="1337586" y="1479910"/>
                  </a:lnTo>
                  <a:lnTo>
                    <a:pt x="1337599" y="1479938"/>
                  </a:lnTo>
                  <a:lnTo>
                    <a:pt x="1337609" y="1479969"/>
                  </a:lnTo>
                  <a:lnTo>
                    <a:pt x="1337612" y="1480001"/>
                  </a:lnTo>
                  <a:lnTo>
                    <a:pt x="1337614" y="1480018"/>
                  </a:lnTo>
                  <a:lnTo>
                    <a:pt x="1337615" y="1480026"/>
                  </a:lnTo>
                  <a:lnTo>
                    <a:pt x="1337616" y="1480034"/>
                  </a:lnTo>
                  <a:lnTo>
                    <a:pt x="1337616" y="1480040"/>
                  </a:lnTo>
                  <a:lnTo>
                    <a:pt x="1337617" y="1480053"/>
                  </a:lnTo>
                  <a:lnTo>
                    <a:pt x="1337653" y="1480064"/>
                  </a:lnTo>
                  <a:lnTo>
                    <a:pt x="1337657" y="1480065"/>
                  </a:lnTo>
                  <a:lnTo>
                    <a:pt x="1337689" y="1480072"/>
                  </a:lnTo>
                  <a:lnTo>
                    <a:pt x="1337721" y="1480084"/>
                  </a:lnTo>
                  <a:lnTo>
                    <a:pt x="1337736" y="1480091"/>
                  </a:lnTo>
                  <a:lnTo>
                    <a:pt x="1337743" y="1480094"/>
                  </a:lnTo>
                  <a:lnTo>
                    <a:pt x="1337746" y="1480098"/>
                  </a:lnTo>
                  <a:lnTo>
                    <a:pt x="1337751" y="1480106"/>
                  </a:lnTo>
                  <a:lnTo>
                    <a:pt x="1337760" y="1480119"/>
                  </a:lnTo>
                  <a:lnTo>
                    <a:pt x="1337763" y="1480133"/>
                  </a:lnTo>
                  <a:lnTo>
                    <a:pt x="1337775" y="1480145"/>
                  </a:lnTo>
                  <a:lnTo>
                    <a:pt x="1337781" y="1480151"/>
                  </a:lnTo>
                  <a:lnTo>
                    <a:pt x="1337791" y="1480173"/>
                  </a:lnTo>
                  <a:lnTo>
                    <a:pt x="1337797" y="1480182"/>
                  </a:lnTo>
                  <a:lnTo>
                    <a:pt x="1337803" y="1480191"/>
                  </a:lnTo>
                  <a:lnTo>
                    <a:pt x="1337805" y="1480197"/>
                  </a:lnTo>
                  <a:lnTo>
                    <a:pt x="1337807" y="1480205"/>
                  </a:lnTo>
                  <a:lnTo>
                    <a:pt x="1337809" y="1480210"/>
                  </a:lnTo>
                  <a:lnTo>
                    <a:pt x="1337807" y="1480227"/>
                  </a:lnTo>
                  <a:lnTo>
                    <a:pt x="1337814" y="1480257"/>
                  </a:lnTo>
                  <a:lnTo>
                    <a:pt x="1337813" y="1480262"/>
                  </a:lnTo>
                  <a:lnTo>
                    <a:pt x="1337811" y="1480280"/>
                  </a:lnTo>
                  <a:lnTo>
                    <a:pt x="1337812" y="1480297"/>
                  </a:lnTo>
                  <a:lnTo>
                    <a:pt x="1337813" y="1480305"/>
                  </a:lnTo>
                  <a:lnTo>
                    <a:pt x="1337811" y="1480326"/>
                  </a:lnTo>
                  <a:lnTo>
                    <a:pt x="1337817" y="1480332"/>
                  </a:lnTo>
                  <a:lnTo>
                    <a:pt x="1337832" y="1480336"/>
                  </a:lnTo>
                  <a:lnTo>
                    <a:pt x="1337841" y="1480341"/>
                  </a:lnTo>
                  <a:lnTo>
                    <a:pt x="1337852" y="1480348"/>
                  </a:lnTo>
                  <a:lnTo>
                    <a:pt x="1337870" y="1480363"/>
                  </a:lnTo>
                  <a:lnTo>
                    <a:pt x="1337877" y="1480367"/>
                  </a:lnTo>
                  <a:lnTo>
                    <a:pt x="1337890" y="1480373"/>
                  </a:lnTo>
                  <a:lnTo>
                    <a:pt x="1337912" y="1480387"/>
                  </a:lnTo>
                  <a:lnTo>
                    <a:pt x="1337916" y="1480399"/>
                  </a:lnTo>
                  <a:lnTo>
                    <a:pt x="1337917" y="1480407"/>
                  </a:lnTo>
                  <a:lnTo>
                    <a:pt x="1337918" y="1480420"/>
                  </a:lnTo>
                  <a:lnTo>
                    <a:pt x="1337918" y="1480479"/>
                  </a:lnTo>
                  <a:lnTo>
                    <a:pt x="1337920" y="1480492"/>
                  </a:lnTo>
                  <a:lnTo>
                    <a:pt x="1337927" y="1480508"/>
                  </a:lnTo>
                  <a:lnTo>
                    <a:pt x="1337934" y="1480527"/>
                  </a:lnTo>
                  <a:lnTo>
                    <a:pt x="1337934" y="1480539"/>
                  </a:lnTo>
                  <a:lnTo>
                    <a:pt x="1337929" y="1480549"/>
                  </a:lnTo>
                  <a:lnTo>
                    <a:pt x="1337928" y="1480555"/>
                  </a:lnTo>
                  <a:lnTo>
                    <a:pt x="1337926" y="1480562"/>
                  </a:lnTo>
                  <a:lnTo>
                    <a:pt x="1337926" y="1480567"/>
                  </a:lnTo>
                  <a:lnTo>
                    <a:pt x="1337927" y="1480586"/>
                  </a:lnTo>
                  <a:lnTo>
                    <a:pt x="1337929" y="1480623"/>
                  </a:lnTo>
                  <a:lnTo>
                    <a:pt x="1337930" y="1480653"/>
                  </a:lnTo>
                  <a:lnTo>
                    <a:pt x="1337931" y="1480676"/>
                  </a:lnTo>
                  <a:lnTo>
                    <a:pt x="1337934" y="1480690"/>
                  </a:lnTo>
                  <a:lnTo>
                    <a:pt x="1337930" y="1480703"/>
                  </a:lnTo>
                  <a:lnTo>
                    <a:pt x="1337927" y="1480711"/>
                  </a:lnTo>
                  <a:lnTo>
                    <a:pt x="1337931" y="1480745"/>
                  </a:lnTo>
                  <a:lnTo>
                    <a:pt x="1337938" y="1480762"/>
                  </a:lnTo>
                  <a:lnTo>
                    <a:pt x="1337941" y="1480772"/>
                  </a:lnTo>
                  <a:lnTo>
                    <a:pt x="1337951" y="1480787"/>
                  </a:lnTo>
                  <a:lnTo>
                    <a:pt x="1337959" y="1480796"/>
                  </a:lnTo>
                  <a:lnTo>
                    <a:pt x="1337967" y="1480807"/>
                  </a:lnTo>
                  <a:lnTo>
                    <a:pt x="1337974" y="1480817"/>
                  </a:lnTo>
                  <a:lnTo>
                    <a:pt x="1337981" y="1480826"/>
                  </a:lnTo>
                  <a:lnTo>
                    <a:pt x="1337983" y="1480840"/>
                  </a:lnTo>
                  <a:lnTo>
                    <a:pt x="1337986" y="1480855"/>
                  </a:lnTo>
                  <a:lnTo>
                    <a:pt x="1337988" y="1480859"/>
                  </a:lnTo>
                  <a:lnTo>
                    <a:pt x="1337991" y="1480864"/>
                  </a:lnTo>
                  <a:lnTo>
                    <a:pt x="1337997" y="1480868"/>
                  </a:lnTo>
                  <a:lnTo>
                    <a:pt x="1338008" y="1480881"/>
                  </a:lnTo>
                  <a:lnTo>
                    <a:pt x="1338011" y="1480888"/>
                  </a:lnTo>
                  <a:lnTo>
                    <a:pt x="1338011" y="1480900"/>
                  </a:lnTo>
                  <a:lnTo>
                    <a:pt x="1338008" y="1480918"/>
                  </a:lnTo>
                  <a:lnTo>
                    <a:pt x="1338009" y="1480954"/>
                  </a:lnTo>
                  <a:lnTo>
                    <a:pt x="1338008" y="1480964"/>
                  </a:lnTo>
                  <a:lnTo>
                    <a:pt x="1338006" y="1480988"/>
                  </a:lnTo>
                  <a:lnTo>
                    <a:pt x="1338005" y="1481016"/>
                  </a:lnTo>
                  <a:lnTo>
                    <a:pt x="1337996" y="1481046"/>
                  </a:lnTo>
                  <a:lnTo>
                    <a:pt x="1337995" y="1481052"/>
                  </a:lnTo>
                  <a:lnTo>
                    <a:pt x="1337991" y="1481065"/>
                  </a:lnTo>
                  <a:lnTo>
                    <a:pt x="1337989" y="1481085"/>
                  </a:lnTo>
                  <a:lnTo>
                    <a:pt x="1337985" y="1481113"/>
                  </a:lnTo>
                  <a:lnTo>
                    <a:pt x="1337985" y="1481135"/>
                  </a:lnTo>
                  <a:lnTo>
                    <a:pt x="1337988" y="1481175"/>
                  </a:lnTo>
                  <a:lnTo>
                    <a:pt x="1337987" y="1481188"/>
                  </a:lnTo>
                  <a:lnTo>
                    <a:pt x="1337986" y="1481198"/>
                  </a:lnTo>
                  <a:lnTo>
                    <a:pt x="1337987" y="1481215"/>
                  </a:lnTo>
                  <a:lnTo>
                    <a:pt x="1337989" y="1481231"/>
                  </a:lnTo>
                  <a:lnTo>
                    <a:pt x="1337990" y="1481241"/>
                  </a:lnTo>
                  <a:lnTo>
                    <a:pt x="1337990" y="1481255"/>
                  </a:lnTo>
                  <a:lnTo>
                    <a:pt x="1337988" y="1481280"/>
                  </a:lnTo>
                  <a:lnTo>
                    <a:pt x="1337992" y="1481293"/>
                  </a:lnTo>
                  <a:lnTo>
                    <a:pt x="1338002" y="1481318"/>
                  </a:lnTo>
                  <a:lnTo>
                    <a:pt x="1338007" y="1481336"/>
                  </a:lnTo>
                  <a:lnTo>
                    <a:pt x="1338013" y="1481355"/>
                  </a:lnTo>
                  <a:lnTo>
                    <a:pt x="1338016" y="1481364"/>
                  </a:lnTo>
                  <a:lnTo>
                    <a:pt x="1338020" y="1481374"/>
                  </a:lnTo>
                  <a:lnTo>
                    <a:pt x="1338022" y="1481380"/>
                  </a:lnTo>
                  <a:lnTo>
                    <a:pt x="1338018" y="1481400"/>
                  </a:lnTo>
                  <a:lnTo>
                    <a:pt x="1338019" y="1481414"/>
                  </a:lnTo>
                  <a:lnTo>
                    <a:pt x="1338020" y="1481426"/>
                  </a:lnTo>
                  <a:lnTo>
                    <a:pt x="1338030" y="1481435"/>
                  </a:lnTo>
                  <a:lnTo>
                    <a:pt x="1338035" y="1481439"/>
                  </a:lnTo>
                  <a:lnTo>
                    <a:pt x="1338052" y="1481458"/>
                  </a:lnTo>
                  <a:lnTo>
                    <a:pt x="1338056" y="1481465"/>
                  </a:lnTo>
                  <a:lnTo>
                    <a:pt x="1338059" y="1481474"/>
                  </a:lnTo>
                  <a:lnTo>
                    <a:pt x="1338059" y="1481480"/>
                  </a:lnTo>
                  <a:lnTo>
                    <a:pt x="1338054" y="1481490"/>
                  </a:lnTo>
                  <a:lnTo>
                    <a:pt x="1338046" y="1481500"/>
                  </a:lnTo>
                  <a:lnTo>
                    <a:pt x="1338038" y="1481510"/>
                  </a:lnTo>
                  <a:lnTo>
                    <a:pt x="1338035" y="1481514"/>
                  </a:lnTo>
                  <a:lnTo>
                    <a:pt x="1338028" y="1481520"/>
                  </a:lnTo>
                  <a:lnTo>
                    <a:pt x="1338023" y="1481525"/>
                  </a:lnTo>
                  <a:lnTo>
                    <a:pt x="1338019" y="1481537"/>
                  </a:lnTo>
                  <a:lnTo>
                    <a:pt x="1338016" y="1481549"/>
                  </a:lnTo>
                  <a:lnTo>
                    <a:pt x="1338008" y="1481572"/>
                  </a:lnTo>
                  <a:lnTo>
                    <a:pt x="1337994" y="1481608"/>
                  </a:lnTo>
                  <a:lnTo>
                    <a:pt x="1337990" y="1481629"/>
                  </a:lnTo>
                  <a:lnTo>
                    <a:pt x="1337987" y="1481633"/>
                  </a:lnTo>
                  <a:lnTo>
                    <a:pt x="1337979" y="1481647"/>
                  </a:lnTo>
                  <a:lnTo>
                    <a:pt x="1337971" y="1481665"/>
                  </a:lnTo>
                  <a:lnTo>
                    <a:pt x="1337968" y="1481678"/>
                  </a:lnTo>
                  <a:lnTo>
                    <a:pt x="1337967" y="1481685"/>
                  </a:lnTo>
                  <a:lnTo>
                    <a:pt x="1337964" y="1481710"/>
                  </a:lnTo>
                  <a:lnTo>
                    <a:pt x="1337966" y="1481737"/>
                  </a:lnTo>
                  <a:lnTo>
                    <a:pt x="1337969" y="1481757"/>
                  </a:lnTo>
                  <a:lnTo>
                    <a:pt x="1337979" y="1481770"/>
                  </a:lnTo>
                  <a:lnTo>
                    <a:pt x="1337990" y="1481781"/>
                  </a:lnTo>
                  <a:lnTo>
                    <a:pt x="1337995" y="1481785"/>
                  </a:lnTo>
                  <a:lnTo>
                    <a:pt x="1338001" y="1481788"/>
                  </a:lnTo>
                  <a:lnTo>
                    <a:pt x="1338008" y="1481787"/>
                  </a:lnTo>
                  <a:lnTo>
                    <a:pt x="1338019" y="1481783"/>
                  </a:lnTo>
                  <a:lnTo>
                    <a:pt x="1338025" y="1481779"/>
                  </a:lnTo>
                  <a:lnTo>
                    <a:pt x="1338030" y="1481773"/>
                  </a:lnTo>
                  <a:lnTo>
                    <a:pt x="1338034" y="1481767"/>
                  </a:lnTo>
                  <a:lnTo>
                    <a:pt x="1338038" y="1481759"/>
                  </a:lnTo>
                  <a:lnTo>
                    <a:pt x="1338043" y="1481750"/>
                  </a:lnTo>
                  <a:lnTo>
                    <a:pt x="1338048" y="1481749"/>
                  </a:lnTo>
                  <a:lnTo>
                    <a:pt x="1338064" y="1481749"/>
                  </a:lnTo>
                  <a:lnTo>
                    <a:pt x="1338070" y="1481748"/>
                  </a:lnTo>
                  <a:lnTo>
                    <a:pt x="1338075" y="1481748"/>
                  </a:lnTo>
                  <a:lnTo>
                    <a:pt x="1338085" y="1481747"/>
                  </a:lnTo>
                  <a:lnTo>
                    <a:pt x="1338098" y="1481744"/>
                  </a:lnTo>
                  <a:lnTo>
                    <a:pt x="1338107" y="1481742"/>
                  </a:lnTo>
                  <a:lnTo>
                    <a:pt x="1338120" y="1481740"/>
                  </a:lnTo>
                  <a:lnTo>
                    <a:pt x="1338127" y="1481742"/>
                  </a:lnTo>
                  <a:lnTo>
                    <a:pt x="1338130" y="1481747"/>
                  </a:lnTo>
                  <a:lnTo>
                    <a:pt x="1338132" y="1481754"/>
                  </a:lnTo>
                  <a:lnTo>
                    <a:pt x="1338134" y="1481761"/>
                  </a:lnTo>
                  <a:lnTo>
                    <a:pt x="1338136" y="1481768"/>
                  </a:lnTo>
                  <a:lnTo>
                    <a:pt x="1338140" y="1481776"/>
                  </a:lnTo>
                  <a:lnTo>
                    <a:pt x="1338143" y="1481784"/>
                  </a:lnTo>
                  <a:lnTo>
                    <a:pt x="1338148" y="1481791"/>
                  </a:lnTo>
                  <a:lnTo>
                    <a:pt x="1338155" y="1481791"/>
                  </a:lnTo>
                  <a:lnTo>
                    <a:pt x="1338165" y="1481790"/>
                  </a:lnTo>
                  <a:lnTo>
                    <a:pt x="1338182" y="1481786"/>
                  </a:lnTo>
                  <a:lnTo>
                    <a:pt x="1338192" y="1481784"/>
                  </a:lnTo>
                  <a:lnTo>
                    <a:pt x="1338207" y="1481783"/>
                  </a:lnTo>
                  <a:lnTo>
                    <a:pt x="1338222" y="1481784"/>
                  </a:lnTo>
                  <a:lnTo>
                    <a:pt x="1338232" y="1481784"/>
                  </a:lnTo>
                  <a:lnTo>
                    <a:pt x="1338242" y="1481786"/>
                  </a:lnTo>
                  <a:lnTo>
                    <a:pt x="1338248" y="1481788"/>
                  </a:lnTo>
                  <a:lnTo>
                    <a:pt x="1338256" y="1481791"/>
                  </a:lnTo>
                  <a:lnTo>
                    <a:pt x="1338262" y="1481792"/>
                  </a:lnTo>
                  <a:lnTo>
                    <a:pt x="1338270" y="1481796"/>
                  </a:lnTo>
                  <a:lnTo>
                    <a:pt x="1338281" y="1481803"/>
                  </a:lnTo>
                  <a:lnTo>
                    <a:pt x="1338285" y="1481809"/>
                  </a:lnTo>
                  <a:lnTo>
                    <a:pt x="1338289" y="1481815"/>
                  </a:lnTo>
                  <a:lnTo>
                    <a:pt x="1338328" y="1481876"/>
                  </a:lnTo>
                  <a:lnTo>
                    <a:pt x="1338336" y="1481884"/>
                  </a:lnTo>
                  <a:lnTo>
                    <a:pt x="1338336" y="1481891"/>
                  </a:lnTo>
                  <a:lnTo>
                    <a:pt x="1338333" y="1481902"/>
                  </a:lnTo>
                  <a:lnTo>
                    <a:pt x="1338300" y="1482016"/>
                  </a:lnTo>
                  <a:lnTo>
                    <a:pt x="1338299" y="1482026"/>
                  </a:lnTo>
                  <a:lnTo>
                    <a:pt x="1338301" y="1482032"/>
                  </a:lnTo>
                  <a:lnTo>
                    <a:pt x="1338305" y="1482037"/>
                  </a:lnTo>
                  <a:lnTo>
                    <a:pt x="1338317" y="1482046"/>
                  </a:lnTo>
                  <a:lnTo>
                    <a:pt x="1338327" y="1482055"/>
                  </a:lnTo>
                  <a:lnTo>
                    <a:pt x="1338342" y="1482065"/>
                  </a:lnTo>
                  <a:lnTo>
                    <a:pt x="1338350" y="1482069"/>
                  </a:lnTo>
                  <a:lnTo>
                    <a:pt x="1338362" y="1482071"/>
                  </a:lnTo>
                  <a:lnTo>
                    <a:pt x="1338372" y="1482069"/>
                  </a:lnTo>
                  <a:lnTo>
                    <a:pt x="1338378" y="1482071"/>
                  </a:lnTo>
                  <a:lnTo>
                    <a:pt x="1338384" y="1482075"/>
                  </a:lnTo>
                  <a:lnTo>
                    <a:pt x="1338387" y="1482081"/>
                  </a:lnTo>
                  <a:lnTo>
                    <a:pt x="1338389" y="1482087"/>
                  </a:lnTo>
                  <a:lnTo>
                    <a:pt x="1338387" y="1482094"/>
                  </a:lnTo>
                  <a:lnTo>
                    <a:pt x="1338385" y="1482099"/>
                  </a:lnTo>
                  <a:lnTo>
                    <a:pt x="1338381" y="1482107"/>
                  </a:lnTo>
                  <a:lnTo>
                    <a:pt x="1338378" y="1482113"/>
                  </a:lnTo>
                  <a:lnTo>
                    <a:pt x="1338375" y="1482119"/>
                  </a:lnTo>
                  <a:lnTo>
                    <a:pt x="1338371" y="1482125"/>
                  </a:lnTo>
                  <a:lnTo>
                    <a:pt x="1338364" y="1482131"/>
                  </a:lnTo>
                  <a:lnTo>
                    <a:pt x="1338358" y="1482135"/>
                  </a:lnTo>
                  <a:lnTo>
                    <a:pt x="1338350" y="1482140"/>
                  </a:lnTo>
                  <a:lnTo>
                    <a:pt x="1338346" y="1482142"/>
                  </a:lnTo>
                  <a:lnTo>
                    <a:pt x="1338337" y="1482152"/>
                  </a:lnTo>
                  <a:lnTo>
                    <a:pt x="1338331" y="1482155"/>
                  </a:lnTo>
                  <a:lnTo>
                    <a:pt x="1338324" y="1482158"/>
                  </a:lnTo>
                  <a:lnTo>
                    <a:pt x="1338316" y="1482160"/>
                  </a:lnTo>
                  <a:lnTo>
                    <a:pt x="1338309" y="1482165"/>
                  </a:lnTo>
                  <a:lnTo>
                    <a:pt x="1338305" y="1482171"/>
                  </a:lnTo>
                  <a:lnTo>
                    <a:pt x="1338302" y="1482178"/>
                  </a:lnTo>
                  <a:lnTo>
                    <a:pt x="1338300" y="1482184"/>
                  </a:lnTo>
                  <a:lnTo>
                    <a:pt x="1338298" y="1482189"/>
                  </a:lnTo>
                  <a:lnTo>
                    <a:pt x="1338298" y="1482195"/>
                  </a:lnTo>
                  <a:lnTo>
                    <a:pt x="1338299" y="1482201"/>
                  </a:lnTo>
                  <a:lnTo>
                    <a:pt x="1338298" y="1482209"/>
                  </a:lnTo>
                  <a:lnTo>
                    <a:pt x="1338283" y="1482209"/>
                  </a:lnTo>
                  <a:lnTo>
                    <a:pt x="1338273" y="1482208"/>
                  </a:lnTo>
                  <a:lnTo>
                    <a:pt x="1338263" y="1482207"/>
                  </a:lnTo>
                  <a:lnTo>
                    <a:pt x="1338256" y="1482207"/>
                  </a:lnTo>
                  <a:lnTo>
                    <a:pt x="1338246" y="1482206"/>
                  </a:lnTo>
                  <a:lnTo>
                    <a:pt x="1338238" y="1482208"/>
                  </a:lnTo>
                  <a:lnTo>
                    <a:pt x="1338232" y="1482217"/>
                  </a:lnTo>
                  <a:lnTo>
                    <a:pt x="1338230" y="1482224"/>
                  </a:lnTo>
                  <a:lnTo>
                    <a:pt x="1338227" y="1482234"/>
                  </a:lnTo>
                  <a:lnTo>
                    <a:pt x="1338226" y="1482250"/>
                  </a:lnTo>
                  <a:lnTo>
                    <a:pt x="1338223" y="1482261"/>
                  </a:lnTo>
                  <a:lnTo>
                    <a:pt x="1338221" y="1482268"/>
                  </a:lnTo>
                  <a:lnTo>
                    <a:pt x="1338220" y="1482276"/>
                  </a:lnTo>
                  <a:lnTo>
                    <a:pt x="1338226" y="1482288"/>
                  </a:lnTo>
                  <a:lnTo>
                    <a:pt x="1338243" y="1482318"/>
                  </a:lnTo>
                  <a:lnTo>
                    <a:pt x="1338270" y="1482354"/>
                  </a:lnTo>
                  <a:lnTo>
                    <a:pt x="1338282" y="1482364"/>
                  </a:lnTo>
                  <a:lnTo>
                    <a:pt x="1338296" y="1482377"/>
                  </a:lnTo>
                  <a:lnTo>
                    <a:pt x="1338313" y="1482386"/>
                  </a:lnTo>
                  <a:lnTo>
                    <a:pt x="1338329" y="1482395"/>
                  </a:lnTo>
                  <a:lnTo>
                    <a:pt x="1338337" y="1482400"/>
                  </a:lnTo>
                  <a:lnTo>
                    <a:pt x="1338344" y="1482404"/>
                  </a:lnTo>
                  <a:lnTo>
                    <a:pt x="1338356" y="1482413"/>
                  </a:lnTo>
                  <a:lnTo>
                    <a:pt x="1338366" y="1482421"/>
                  </a:lnTo>
                  <a:lnTo>
                    <a:pt x="1338378" y="1482425"/>
                  </a:lnTo>
                  <a:lnTo>
                    <a:pt x="1338443" y="1482448"/>
                  </a:lnTo>
                  <a:lnTo>
                    <a:pt x="1338458" y="1482453"/>
                  </a:lnTo>
                  <a:lnTo>
                    <a:pt x="1338467" y="1482448"/>
                  </a:lnTo>
                  <a:lnTo>
                    <a:pt x="1338515" y="1482414"/>
                  </a:lnTo>
                  <a:lnTo>
                    <a:pt x="1338548" y="1482392"/>
                  </a:lnTo>
                  <a:lnTo>
                    <a:pt x="1338560" y="1482385"/>
                  </a:lnTo>
                  <a:lnTo>
                    <a:pt x="1338576" y="1482389"/>
                  </a:lnTo>
                  <a:lnTo>
                    <a:pt x="1338606" y="1482399"/>
                  </a:lnTo>
                  <a:lnTo>
                    <a:pt x="1338619" y="1482403"/>
                  </a:lnTo>
                  <a:lnTo>
                    <a:pt x="1338628" y="1482413"/>
                  </a:lnTo>
                  <a:lnTo>
                    <a:pt x="1338715" y="1482501"/>
                  </a:lnTo>
                  <a:lnTo>
                    <a:pt x="1338724" y="1482511"/>
                  </a:lnTo>
                  <a:lnTo>
                    <a:pt x="1338730" y="1482528"/>
                  </a:lnTo>
                  <a:lnTo>
                    <a:pt x="1338774" y="1482651"/>
                  </a:lnTo>
                  <a:lnTo>
                    <a:pt x="1338778" y="1482662"/>
                  </a:lnTo>
                  <a:lnTo>
                    <a:pt x="1338779" y="1482669"/>
                  </a:lnTo>
                  <a:lnTo>
                    <a:pt x="1338777" y="1482680"/>
                  </a:lnTo>
                  <a:lnTo>
                    <a:pt x="1338776" y="1482685"/>
                  </a:lnTo>
                  <a:lnTo>
                    <a:pt x="1338773" y="1482691"/>
                  </a:lnTo>
                  <a:lnTo>
                    <a:pt x="1338767" y="1482702"/>
                  </a:lnTo>
                  <a:lnTo>
                    <a:pt x="1338765" y="1482706"/>
                  </a:lnTo>
                  <a:lnTo>
                    <a:pt x="1338762" y="1482713"/>
                  </a:lnTo>
                  <a:lnTo>
                    <a:pt x="1338776" y="1482718"/>
                  </a:lnTo>
                  <a:lnTo>
                    <a:pt x="1338782" y="1482720"/>
                  </a:lnTo>
                  <a:lnTo>
                    <a:pt x="1338790" y="1482720"/>
                  </a:lnTo>
                  <a:lnTo>
                    <a:pt x="1338817" y="1482721"/>
                  </a:lnTo>
                  <a:lnTo>
                    <a:pt x="1338832" y="1482722"/>
                  </a:lnTo>
                  <a:lnTo>
                    <a:pt x="1338841" y="1482720"/>
                  </a:lnTo>
                  <a:lnTo>
                    <a:pt x="1338847" y="1482719"/>
                  </a:lnTo>
                  <a:lnTo>
                    <a:pt x="1338859" y="1482717"/>
                  </a:lnTo>
                  <a:lnTo>
                    <a:pt x="1338870" y="1482714"/>
                  </a:lnTo>
                  <a:lnTo>
                    <a:pt x="1338876" y="1482711"/>
                  </a:lnTo>
                  <a:lnTo>
                    <a:pt x="1338884" y="1482706"/>
                  </a:lnTo>
                  <a:lnTo>
                    <a:pt x="1338891" y="1482701"/>
                  </a:lnTo>
                  <a:lnTo>
                    <a:pt x="1338898" y="1482701"/>
                  </a:lnTo>
                  <a:lnTo>
                    <a:pt x="1338908" y="1482711"/>
                  </a:lnTo>
                  <a:lnTo>
                    <a:pt x="1338926" y="1482726"/>
                  </a:lnTo>
                  <a:lnTo>
                    <a:pt x="1338943" y="1482741"/>
                  </a:lnTo>
                  <a:lnTo>
                    <a:pt x="1338947" y="1482744"/>
                  </a:lnTo>
                  <a:lnTo>
                    <a:pt x="1338954" y="1482748"/>
                  </a:lnTo>
                  <a:lnTo>
                    <a:pt x="1338974" y="1482759"/>
                  </a:lnTo>
                  <a:lnTo>
                    <a:pt x="1338979" y="1482762"/>
                  </a:lnTo>
                  <a:lnTo>
                    <a:pt x="1338987" y="1482764"/>
                  </a:lnTo>
                  <a:lnTo>
                    <a:pt x="1338994" y="1482764"/>
                  </a:lnTo>
                  <a:lnTo>
                    <a:pt x="1339002" y="1482760"/>
                  </a:lnTo>
                  <a:lnTo>
                    <a:pt x="1339008" y="1482755"/>
                  </a:lnTo>
                  <a:lnTo>
                    <a:pt x="1339013" y="1482749"/>
                  </a:lnTo>
                  <a:lnTo>
                    <a:pt x="1339016" y="1482745"/>
                  </a:lnTo>
                  <a:lnTo>
                    <a:pt x="1339021" y="1482741"/>
                  </a:lnTo>
                  <a:lnTo>
                    <a:pt x="1339027" y="1482737"/>
                  </a:lnTo>
                  <a:lnTo>
                    <a:pt x="1339039" y="1482728"/>
                  </a:lnTo>
                  <a:lnTo>
                    <a:pt x="1339046" y="1482722"/>
                  </a:lnTo>
                  <a:lnTo>
                    <a:pt x="1339051" y="1482716"/>
                  </a:lnTo>
                  <a:lnTo>
                    <a:pt x="1339055" y="1482711"/>
                  </a:lnTo>
                  <a:lnTo>
                    <a:pt x="1339058" y="1482706"/>
                  </a:lnTo>
                  <a:lnTo>
                    <a:pt x="1339062" y="1482701"/>
                  </a:lnTo>
                  <a:lnTo>
                    <a:pt x="1339066" y="1482698"/>
                  </a:lnTo>
                  <a:lnTo>
                    <a:pt x="1339070" y="1482695"/>
                  </a:lnTo>
                  <a:lnTo>
                    <a:pt x="1339078" y="1482690"/>
                  </a:lnTo>
                  <a:lnTo>
                    <a:pt x="1339085" y="1482687"/>
                  </a:lnTo>
                  <a:lnTo>
                    <a:pt x="1339092" y="1482685"/>
                  </a:lnTo>
                  <a:lnTo>
                    <a:pt x="1339109" y="1482684"/>
                  </a:lnTo>
                  <a:lnTo>
                    <a:pt x="1339117" y="1482684"/>
                  </a:lnTo>
                  <a:lnTo>
                    <a:pt x="1339130" y="1482688"/>
                  </a:lnTo>
                  <a:lnTo>
                    <a:pt x="1339135" y="1482690"/>
                  </a:lnTo>
                  <a:lnTo>
                    <a:pt x="1339147" y="1482696"/>
                  </a:lnTo>
                  <a:lnTo>
                    <a:pt x="1339158" y="1482703"/>
                  </a:lnTo>
                  <a:lnTo>
                    <a:pt x="1339162" y="1482706"/>
                  </a:lnTo>
                  <a:lnTo>
                    <a:pt x="1339167" y="1482705"/>
                  </a:lnTo>
                  <a:lnTo>
                    <a:pt x="1339174" y="1482703"/>
                  </a:lnTo>
                  <a:lnTo>
                    <a:pt x="1339185" y="1482702"/>
                  </a:lnTo>
                  <a:lnTo>
                    <a:pt x="1339195" y="1482705"/>
                  </a:lnTo>
                  <a:lnTo>
                    <a:pt x="1339205" y="1482710"/>
                  </a:lnTo>
                  <a:lnTo>
                    <a:pt x="1339218" y="1482716"/>
                  </a:lnTo>
                  <a:lnTo>
                    <a:pt x="1339225" y="1482719"/>
                  </a:lnTo>
                  <a:lnTo>
                    <a:pt x="1339231" y="1482721"/>
                  </a:lnTo>
                  <a:lnTo>
                    <a:pt x="1339239" y="1482724"/>
                  </a:lnTo>
                  <a:lnTo>
                    <a:pt x="1339244" y="1482723"/>
                  </a:lnTo>
                  <a:lnTo>
                    <a:pt x="1339248" y="1482721"/>
                  </a:lnTo>
                  <a:lnTo>
                    <a:pt x="1339255" y="1482717"/>
                  </a:lnTo>
                  <a:lnTo>
                    <a:pt x="1339258" y="1482713"/>
                  </a:lnTo>
                  <a:lnTo>
                    <a:pt x="1339262" y="1482708"/>
                  </a:lnTo>
                  <a:lnTo>
                    <a:pt x="1339267" y="1482703"/>
                  </a:lnTo>
                  <a:lnTo>
                    <a:pt x="1339272" y="1482700"/>
                  </a:lnTo>
                  <a:lnTo>
                    <a:pt x="1339277" y="1482699"/>
                  </a:lnTo>
                  <a:lnTo>
                    <a:pt x="1339284" y="1482700"/>
                  </a:lnTo>
                  <a:lnTo>
                    <a:pt x="1339289" y="1482702"/>
                  </a:lnTo>
                  <a:lnTo>
                    <a:pt x="1339295" y="1482703"/>
                  </a:lnTo>
                  <a:lnTo>
                    <a:pt x="1339301" y="1482707"/>
                  </a:lnTo>
                  <a:lnTo>
                    <a:pt x="1339308" y="1482711"/>
                  </a:lnTo>
                  <a:lnTo>
                    <a:pt x="1339313" y="1482719"/>
                  </a:lnTo>
                  <a:lnTo>
                    <a:pt x="1339315" y="1482726"/>
                  </a:lnTo>
                  <a:lnTo>
                    <a:pt x="1339316" y="1482733"/>
                  </a:lnTo>
                  <a:lnTo>
                    <a:pt x="1339319" y="1482750"/>
                  </a:lnTo>
                  <a:lnTo>
                    <a:pt x="1339313" y="1482763"/>
                  </a:lnTo>
                  <a:lnTo>
                    <a:pt x="1339310" y="1482771"/>
                  </a:lnTo>
                  <a:lnTo>
                    <a:pt x="1339307" y="1482775"/>
                  </a:lnTo>
                  <a:lnTo>
                    <a:pt x="1339305" y="1482780"/>
                  </a:lnTo>
                  <a:lnTo>
                    <a:pt x="1339301" y="1482788"/>
                  </a:lnTo>
                  <a:lnTo>
                    <a:pt x="1339301" y="1482797"/>
                  </a:lnTo>
                  <a:lnTo>
                    <a:pt x="1339301" y="1482802"/>
                  </a:lnTo>
                  <a:lnTo>
                    <a:pt x="1339300" y="1482808"/>
                  </a:lnTo>
                  <a:lnTo>
                    <a:pt x="1339300" y="1482815"/>
                  </a:lnTo>
                  <a:lnTo>
                    <a:pt x="1339300" y="1482823"/>
                  </a:lnTo>
                  <a:lnTo>
                    <a:pt x="1339302" y="1482828"/>
                  </a:lnTo>
                  <a:lnTo>
                    <a:pt x="1339305" y="1482833"/>
                  </a:lnTo>
                  <a:lnTo>
                    <a:pt x="1339309" y="1482836"/>
                  </a:lnTo>
                  <a:lnTo>
                    <a:pt x="1339313" y="1482838"/>
                  </a:lnTo>
                  <a:lnTo>
                    <a:pt x="1339318" y="1482840"/>
                  </a:lnTo>
                  <a:lnTo>
                    <a:pt x="1339322" y="1482843"/>
                  </a:lnTo>
                  <a:lnTo>
                    <a:pt x="1339328" y="1482845"/>
                  </a:lnTo>
                  <a:lnTo>
                    <a:pt x="1339336" y="1482849"/>
                  </a:lnTo>
                  <a:lnTo>
                    <a:pt x="1339342" y="1482852"/>
                  </a:lnTo>
                  <a:lnTo>
                    <a:pt x="1339347" y="1482855"/>
                  </a:lnTo>
                  <a:lnTo>
                    <a:pt x="1339352" y="1482858"/>
                  </a:lnTo>
                  <a:lnTo>
                    <a:pt x="1339357" y="1482862"/>
                  </a:lnTo>
                  <a:lnTo>
                    <a:pt x="1339363" y="1482868"/>
                  </a:lnTo>
                  <a:lnTo>
                    <a:pt x="1339367" y="1482874"/>
                  </a:lnTo>
                  <a:lnTo>
                    <a:pt x="1339373" y="1482883"/>
                  </a:lnTo>
                  <a:lnTo>
                    <a:pt x="1339378" y="1482891"/>
                  </a:lnTo>
                  <a:lnTo>
                    <a:pt x="1339382" y="1482897"/>
                  </a:lnTo>
                  <a:lnTo>
                    <a:pt x="1339385" y="1482904"/>
                  </a:lnTo>
                  <a:lnTo>
                    <a:pt x="1339387" y="1482910"/>
                  </a:lnTo>
                  <a:lnTo>
                    <a:pt x="1339389" y="1482919"/>
                  </a:lnTo>
                  <a:lnTo>
                    <a:pt x="1339388" y="1482927"/>
                  </a:lnTo>
                  <a:lnTo>
                    <a:pt x="1339384" y="1482935"/>
                  </a:lnTo>
                  <a:lnTo>
                    <a:pt x="1339377" y="1482941"/>
                  </a:lnTo>
                  <a:lnTo>
                    <a:pt x="1339372" y="1482949"/>
                  </a:lnTo>
                  <a:lnTo>
                    <a:pt x="1339372" y="1482958"/>
                  </a:lnTo>
                  <a:lnTo>
                    <a:pt x="1339372" y="1482964"/>
                  </a:lnTo>
                  <a:lnTo>
                    <a:pt x="1339374" y="1482972"/>
                  </a:lnTo>
                  <a:lnTo>
                    <a:pt x="1339374" y="1482979"/>
                  </a:lnTo>
                  <a:lnTo>
                    <a:pt x="1339372" y="1482987"/>
                  </a:lnTo>
                  <a:lnTo>
                    <a:pt x="1339368" y="1482994"/>
                  </a:lnTo>
                  <a:lnTo>
                    <a:pt x="1339364" y="1482999"/>
                  </a:lnTo>
                  <a:lnTo>
                    <a:pt x="1339362" y="1483006"/>
                  </a:lnTo>
                  <a:lnTo>
                    <a:pt x="1339361" y="1483015"/>
                  </a:lnTo>
                  <a:lnTo>
                    <a:pt x="1339358" y="1483026"/>
                  </a:lnTo>
                  <a:lnTo>
                    <a:pt x="1339356" y="1483032"/>
                  </a:lnTo>
                  <a:lnTo>
                    <a:pt x="1339354" y="1483037"/>
                  </a:lnTo>
                  <a:lnTo>
                    <a:pt x="1339348" y="1483046"/>
                  </a:lnTo>
                  <a:lnTo>
                    <a:pt x="1339345" y="1483052"/>
                  </a:lnTo>
                  <a:lnTo>
                    <a:pt x="1339341" y="1483059"/>
                  </a:lnTo>
                  <a:lnTo>
                    <a:pt x="1339331" y="1483075"/>
                  </a:lnTo>
                  <a:lnTo>
                    <a:pt x="1339329" y="1483082"/>
                  </a:lnTo>
                  <a:lnTo>
                    <a:pt x="1339329" y="1483088"/>
                  </a:lnTo>
                  <a:lnTo>
                    <a:pt x="1339329" y="1483098"/>
                  </a:lnTo>
                  <a:lnTo>
                    <a:pt x="1339330" y="1483108"/>
                  </a:lnTo>
                  <a:lnTo>
                    <a:pt x="1339331" y="1483114"/>
                  </a:lnTo>
                  <a:lnTo>
                    <a:pt x="1339334" y="1483121"/>
                  </a:lnTo>
                  <a:lnTo>
                    <a:pt x="1339337" y="1483131"/>
                  </a:lnTo>
                  <a:lnTo>
                    <a:pt x="1339338" y="1483136"/>
                  </a:lnTo>
                  <a:lnTo>
                    <a:pt x="1339338" y="1483143"/>
                  </a:lnTo>
                  <a:lnTo>
                    <a:pt x="1339336" y="1483151"/>
                  </a:lnTo>
                  <a:lnTo>
                    <a:pt x="1339333" y="1483157"/>
                  </a:lnTo>
                  <a:lnTo>
                    <a:pt x="1339329" y="1483162"/>
                  </a:lnTo>
                  <a:lnTo>
                    <a:pt x="1339323" y="1483169"/>
                  </a:lnTo>
                  <a:lnTo>
                    <a:pt x="1339318" y="1483174"/>
                  </a:lnTo>
                  <a:lnTo>
                    <a:pt x="1339312" y="1483179"/>
                  </a:lnTo>
                  <a:lnTo>
                    <a:pt x="1339308" y="1483182"/>
                  </a:lnTo>
                  <a:lnTo>
                    <a:pt x="1339304" y="1483185"/>
                  </a:lnTo>
                  <a:lnTo>
                    <a:pt x="1339299" y="1483190"/>
                  </a:lnTo>
                  <a:lnTo>
                    <a:pt x="1339296" y="1483195"/>
                  </a:lnTo>
                  <a:lnTo>
                    <a:pt x="1339296" y="1483200"/>
                  </a:lnTo>
                  <a:lnTo>
                    <a:pt x="1339299" y="1483209"/>
                  </a:lnTo>
                  <a:lnTo>
                    <a:pt x="1339303" y="1483214"/>
                  </a:lnTo>
                  <a:lnTo>
                    <a:pt x="1339312" y="1483222"/>
                  </a:lnTo>
                  <a:lnTo>
                    <a:pt x="1339321" y="1483230"/>
                  </a:lnTo>
                  <a:lnTo>
                    <a:pt x="1339327" y="1483238"/>
                  </a:lnTo>
                  <a:lnTo>
                    <a:pt x="1339339" y="1483252"/>
                  </a:lnTo>
                  <a:lnTo>
                    <a:pt x="1339349" y="1483260"/>
                  </a:lnTo>
                  <a:lnTo>
                    <a:pt x="1339356" y="1483266"/>
                  </a:lnTo>
                  <a:lnTo>
                    <a:pt x="1339360" y="1483271"/>
                  </a:lnTo>
                  <a:lnTo>
                    <a:pt x="1339366" y="1483277"/>
                  </a:lnTo>
                  <a:lnTo>
                    <a:pt x="1339370" y="1483287"/>
                  </a:lnTo>
                  <a:lnTo>
                    <a:pt x="1339371" y="1483296"/>
                  </a:lnTo>
                  <a:lnTo>
                    <a:pt x="1339373" y="1483301"/>
                  </a:lnTo>
                  <a:lnTo>
                    <a:pt x="1339376" y="1483309"/>
                  </a:lnTo>
                  <a:lnTo>
                    <a:pt x="1339378" y="1483314"/>
                  </a:lnTo>
                  <a:lnTo>
                    <a:pt x="1339380" y="1483320"/>
                  </a:lnTo>
                  <a:lnTo>
                    <a:pt x="1339382" y="1483325"/>
                  </a:lnTo>
                  <a:lnTo>
                    <a:pt x="1339385" y="1483337"/>
                  </a:lnTo>
                  <a:lnTo>
                    <a:pt x="1339387" y="1483351"/>
                  </a:lnTo>
                  <a:lnTo>
                    <a:pt x="1339390" y="1483366"/>
                  </a:lnTo>
                  <a:lnTo>
                    <a:pt x="1339394" y="1483378"/>
                  </a:lnTo>
                  <a:lnTo>
                    <a:pt x="1339398" y="1483385"/>
                  </a:lnTo>
                  <a:lnTo>
                    <a:pt x="1339407" y="1483392"/>
                  </a:lnTo>
                  <a:lnTo>
                    <a:pt x="1339417" y="1483400"/>
                  </a:lnTo>
                  <a:lnTo>
                    <a:pt x="1339424" y="1483405"/>
                  </a:lnTo>
                  <a:lnTo>
                    <a:pt x="1339439" y="1483412"/>
                  </a:lnTo>
                  <a:lnTo>
                    <a:pt x="1339443" y="1483415"/>
                  </a:lnTo>
                  <a:lnTo>
                    <a:pt x="1339455" y="1483421"/>
                  </a:lnTo>
                  <a:lnTo>
                    <a:pt x="1339464" y="1483425"/>
                  </a:lnTo>
                  <a:lnTo>
                    <a:pt x="1339476" y="1483433"/>
                  </a:lnTo>
                  <a:lnTo>
                    <a:pt x="1339482" y="1483439"/>
                  </a:lnTo>
                  <a:lnTo>
                    <a:pt x="1339486" y="1483449"/>
                  </a:lnTo>
                  <a:lnTo>
                    <a:pt x="1339487" y="1483455"/>
                  </a:lnTo>
                  <a:lnTo>
                    <a:pt x="1339489" y="1483466"/>
                  </a:lnTo>
                  <a:lnTo>
                    <a:pt x="1339494" y="1483476"/>
                  </a:lnTo>
                  <a:lnTo>
                    <a:pt x="1339505" y="1483484"/>
                  </a:lnTo>
                  <a:lnTo>
                    <a:pt x="1339510" y="1483489"/>
                  </a:lnTo>
                  <a:lnTo>
                    <a:pt x="1339514" y="1483494"/>
                  </a:lnTo>
                  <a:lnTo>
                    <a:pt x="1339519" y="1483503"/>
                  </a:lnTo>
                  <a:lnTo>
                    <a:pt x="1339520" y="1483509"/>
                  </a:lnTo>
                  <a:lnTo>
                    <a:pt x="1339519" y="1483520"/>
                  </a:lnTo>
                  <a:lnTo>
                    <a:pt x="1339518" y="1483529"/>
                  </a:lnTo>
                  <a:lnTo>
                    <a:pt x="1339518" y="1483535"/>
                  </a:lnTo>
                  <a:lnTo>
                    <a:pt x="1339520" y="1483540"/>
                  </a:lnTo>
                  <a:lnTo>
                    <a:pt x="1339522" y="1483548"/>
                  </a:lnTo>
                  <a:lnTo>
                    <a:pt x="1339524" y="1483555"/>
                  </a:lnTo>
                  <a:lnTo>
                    <a:pt x="1339525" y="1483562"/>
                  </a:lnTo>
                  <a:lnTo>
                    <a:pt x="1339525" y="1483568"/>
                  </a:lnTo>
                  <a:lnTo>
                    <a:pt x="1339523" y="1483575"/>
                  </a:lnTo>
                  <a:lnTo>
                    <a:pt x="1339517" y="1483585"/>
                  </a:lnTo>
                  <a:lnTo>
                    <a:pt x="1339513" y="1483590"/>
                  </a:lnTo>
                  <a:lnTo>
                    <a:pt x="1339508" y="1483596"/>
                  </a:lnTo>
                  <a:lnTo>
                    <a:pt x="1339504" y="1483600"/>
                  </a:lnTo>
                  <a:lnTo>
                    <a:pt x="1339499" y="1483605"/>
                  </a:lnTo>
                  <a:lnTo>
                    <a:pt x="1339494" y="1483612"/>
                  </a:lnTo>
                  <a:lnTo>
                    <a:pt x="1339492" y="1483621"/>
                  </a:lnTo>
                  <a:lnTo>
                    <a:pt x="1339491" y="1483629"/>
                  </a:lnTo>
                  <a:lnTo>
                    <a:pt x="1339491" y="1483634"/>
                  </a:lnTo>
                  <a:lnTo>
                    <a:pt x="1339491" y="1483641"/>
                  </a:lnTo>
                  <a:lnTo>
                    <a:pt x="1339492" y="1483648"/>
                  </a:lnTo>
                  <a:lnTo>
                    <a:pt x="1339492" y="1483681"/>
                  </a:lnTo>
                  <a:lnTo>
                    <a:pt x="1339491" y="1483690"/>
                  </a:lnTo>
                  <a:lnTo>
                    <a:pt x="1339489" y="1483704"/>
                  </a:lnTo>
                  <a:lnTo>
                    <a:pt x="1339487" y="1483709"/>
                  </a:lnTo>
                  <a:lnTo>
                    <a:pt x="1339486" y="1483714"/>
                  </a:lnTo>
                  <a:lnTo>
                    <a:pt x="1339484" y="1483725"/>
                  </a:lnTo>
                  <a:lnTo>
                    <a:pt x="1339482" y="1483732"/>
                  </a:lnTo>
                  <a:lnTo>
                    <a:pt x="1339484" y="1483739"/>
                  </a:lnTo>
                  <a:lnTo>
                    <a:pt x="1339486" y="1483744"/>
                  </a:lnTo>
                  <a:lnTo>
                    <a:pt x="1339489" y="1483749"/>
                  </a:lnTo>
                  <a:lnTo>
                    <a:pt x="1339493" y="1483756"/>
                  </a:lnTo>
                  <a:lnTo>
                    <a:pt x="1339504" y="1483768"/>
                  </a:lnTo>
                  <a:lnTo>
                    <a:pt x="1339508" y="1483776"/>
                  </a:lnTo>
                  <a:lnTo>
                    <a:pt x="1339509" y="1483783"/>
                  </a:lnTo>
                  <a:lnTo>
                    <a:pt x="1339509" y="1483789"/>
                  </a:lnTo>
                  <a:lnTo>
                    <a:pt x="1339509" y="1483799"/>
                  </a:lnTo>
                  <a:lnTo>
                    <a:pt x="1339505" y="1483827"/>
                  </a:lnTo>
                  <a:lnTo>
                    <a:pt x="1339504" y="1483841"/>
                  </a:lnTo>
                  <a:lnTo>
                    <a:pt x="1339505" y="1483854"/>
                  </a:lnTo>
                  <a:lnTo>
                    <a:pt x="1339505" y="1483865"/>
                  </a:lnTo>
                  <a:lnTo>
                    <a:pt x="1339505" y="1483873"/>
                  </a:lnTo>
                  <a:lnTo>
                    <a:pt x="1339502" y="1483883"/>
                  </a:lnTo>
                  <a:lnTo>
                    <a:pt x="1339500" y="1483889"/>
                  </a:lnTo>
                  <a:lnTo>
                    <a:pt x="1339497" y="1483895"/>
                  </a:lnTo>
                  <a:lnTo>
                    <a:pt x="1339496" y="1483902"/>
                  </a:lnTo>
                  <a:lnTo>
                    <a:pt x="1339494" y="1483907"/>
                  </a:lnTo>
                  <a:lnTo>
                    <a:pt x="1339491" y="1483910"/>
                  </a:lnTo>
                  <a:lnTo>
                    <a:pt x="1339487" y="1483914"/>
                  </a:lnTo>
                  <a:lnTo>
                    <a:pt x="1339485" y="1483920"/>
                  </a:lnTo>
                  <a:lnTo>
                    <a:pt x="1339483" y="1483927"/>
                  </a:lnTo>
                  <a:lnTo>
                    <a:pt x="1339481" y="1483932"/>
                  </a:lnTo>
                  <a:lnTo>
                    <a:pt x="1339476" y="1483939"/>
                  </a:lnTo>
                  <a:lnTo>
                    <a:pt x="1339472" y="1483945"/>
                  </a:lnTo>
                  <a:lnTo>
                    <a:pt x="1339467" y="1483952"/>
                  </a:lnTo>
                  <a:lnTo>
                    <a:pt x="1339464" y="1483959"/>
                  </a:lnTo>
                  <a:lnTo>
                    <a:pt x="1339464" y="1483966"/>
                  </a:lnTo>
                  <a:lnTo>
                    <a:pt x="1339464" y="1483971"/>
                  </a:lnTo>
                  <a:lnTo>
                    <a:pt x="1339464" y="1483978"/>
                  </a:lnTo>
                  <a:lnTo>
                    <a:pt x="1339465" y="1483986"/>
                  </a:lnTo>
                  <a:lnTo>
                    <a:pt x="1339464" y="1483992"/>
                  </a:lnTo>
                  <a:lnTo>
                    <a:pt x="1339464" y="1484004"/>
                  </a:lnTo>
                  <a:lnTo>
                    <a:pt x="1339464" y="1484013"/>
                  </a:lnTo>
                  <a:lnTo>
                    <a:pt x="1339464" y="1484022"/>
                  </a:lnTo>
                  <a:lnTo>
                    <a:pt x="1339463" y="1484029"/>
                  </a:lnTo>
                  <a:lnTo>
                    <a:pt x="1339457" y="1484032"/>
                  </a:lnTo>
                  <a:lnTo>
                    <a:pt x="1339445" y="1484038"/>
                  </a:lnTo>
                  <a:lnTo>
                    <a:pt x="1339439" y="1484052"/>
                  </a:lnTo>
                  <a:lnTo>
                    <a:pt x="1339439" y="1484059"/>
                  </a:lnTo>
                  <a:lnTo>
                    <a:pt x="1339438" y="1484070"/>
                  </a:lnTo>
                  <a:lnTo>
                    <a:pt x="1339438" y="1484075"/>
                  </a:lnTo>
                  <a:lnTo>
                    <a:pt x="1339438" y="1484080"/>
                  </a:lnTo>
                  <a:lnTo>
                    <a:pt x="1339440" y="1484087"/>
                  </a:lnTo>
                  <a:lnTo>
                    <a:pt x="1339441" y="1484093"/>
                  </a:lnTo>
                  <a:lnTo>
                    <a:pt x="1339444" y="1484098"/>
                  </a:lnTo>
                  <a:lnTo>
                    <a:pt x="1339447" y="1484104"/>
                  </a:lnTo>
                  <a:lnTo>
                    <a:pt x="1339452" y="1484111"/>
                  </a:lnTo>
                  <a:lnTo>
                    <a:pt x="1339458" y="1484119"/>
                  </a:lnTo>
                  <a:lnTo>
                    <a:pt x="1339461" y="1484126"/>
                  </a:lnTo>
                  <a:lnTo>
                    <a:pt x="1339463" y="1484131"/>
                  </a:lnTo>
                  <a:lnTo>
                    <a:pt x="1339466" y="1484146"/>
                  </a:lnTo>
                  <a:lnTo>
                    <a:pt x="1339456" y="1484157"/>
                  </a:lnTo>
                  <a:lnTo>
                    <a:pt x="1339451" y="1484160"/>
                  </a:lnTo>
                  <a:lnTo>
                    <a:pt x="1339441" y="1484166"/>
                  </a:lnTo>
                  <a:lnTo>
                    <a:pt x="1339440" y="1484173"/>
                  </a:lnTo>
                  <a:lnTo>
                    <a:pt x="1339449" y="1484184"/>
                  </a:lnTo>
                  <a:lnTo>
                    <a:pt x="1339456" y="1484192"/>
                  </a:lnTo>
                  <a:lnTo>
                    <a:pt x="1339463" y="1484200"/>
                  </a:lnTo>
                  <a:lnTo>
                    <a:pt x="1339470" y="1484210"/>
                  </a:lnTo>
                  <a:lnTo>
                    <a:pt x="1339472" y="1484222"/>
                  </a:lnTo>
                  <a:lnTo>
                    <a:pt x="1339472" y="1484228"/>
                  </a:lnTo>
                  <a:lnTo>
                    <a:pt x="1339472" y="1484236"/>
                  </a:lnTo>
                  <a:lnTo>
                    <a:pt x="1339472" y="1484244"/>
                  </a:lnTo>
                  <a:lnTo>
                    <a:pt x="1339473" y="1484251"/>
                  </a:lnTo>
                  <a:lnTo>
                    <a:pt x="1339472" y="1484257"/>
                  </a:lnTo>
                  <a:lnTo>
                    <a:pt x="1339470" y="1484263"/>
                  </a:lnTo>
                  <a:lnTo>
                    <a:pt x="1339468" y="1484271"/>
                  </a:lnTo>
                  <a:lnTo>
                    <a:pt x="1339464" y="1484278"/>
                  </a:lnTo>
                  <a:lnTo>
                    <a:pt x="1339462" y="1484284"/>
                  </a:lnTo>
                  <a:lnTo>
                    <a:pt x="1339461" y="1484293"/>
                  </a:lnTo>
                  <a:lnTo>
                    <a:pt x="1339461" y="1484301"/>
                  </a:lnTo>
                  <a:lnTo>
                    <a:pt x="1339463" y="1484313"/>
                  </a:lnTo>
                  <a:lnTo>
                    <a:pt x="1339464" y="1484319"/>
                  </a:lnTo>
                  <a:lnTo>
                    <a:pt x="1339463" y="1484330"/>
                  </a:lnTo>
                  <a:lnTo>
                    <a:pt x="1339457" y="1484346"/>
                  </a:lnTo>
                  <a:lnTo>
                    <a:pt x="1339454" y="1484352"/>
                  </a:lnTo>
                  <a:lnTo>
                    <a:pt x="1339451" y="1484358"/>
                  </a:lnTo>
                  <a:lnTo>
                    <a:pt x="1339435" y="1484388"/>
                  </a:lnTo>
                  <a:lnTo>
                    <a:pt x="1339408" y="1484441"/>
                  </a:lnTo>
                  <a:lnTo>
                    <a:pt x="1339404" y="1484447"/>
                  </a:lnTo>
                  <a:lnTo>
                    <a:pt x="1339400" y="1484451"/>
                  </a:lnTo>
                  <a:lnTo>
                    <a:pt x="1339387" y="1484464"/>
                  </a:lnTo>
                  <a:lnTo>
                    <a:pt x="1339376" y="1484475"/>
                  </a:lnTo>
                  <a:lnTo>
                    <a:pt x="1339320" y="1484500"/>
                  </a:lnTo>
                  <a:lnTo>
                    <a:pt x="1339243" y="1484535"/>
                  </a:lnTo>
                  <a:lnTo>
                    <a:pt x="1339234" y="1484538"/>
                  </a:lnTo>
                  <a:lnTo>
                    <a:pt x="1339227" y="1484542"/>
                  </a:lnTo>
                  <a:lnTo>
                    <a:pt x="1339165" y="1484568"/>
                  </a:lnTo>
                  <a:lnTo>
                    <a:pt x="1339104" y="1484595"/>
                  </a:lnTo>
                  <a:lnTo>
                    <a:pt x="1339092" y="1484596"/>
                  </a:lnTo>
                  <a:lnTo>
                    <a:pt x="1339078" y="1484597"/>
                  </a:lnTo>
                  <a:lnTo>
                    <a:pt x="1339068" y="1484603"/>
                  </a:lnTo>
                  <a:lnTo>
                    <a:pt x="1339006" y="1484635"/>
                  </a:lnTo>
                  <a:lnTo>
                    <a:pt x="1338882" y="1484700"/>
                  </a:lnTo>
                  <a:lnTo>
                    <a:pt x="1338869" y="1484706"/>
                  </a:lnTo>
                  <a:lnTo>
                    <a:pt x="1338858" y="1484710"/>
                  </a:lnTo>
                  <a:lnTo>
                    <a:pt x="1338853" y="1484712"/>
                  </a:lnTo>
                  <a:lnTo>
                    <a:pt x="1338843" y="1484715"/>
                  </a:lnTo>
                  <a:lnTo>
                    <a:pt x="1338838" y="1484724"/>
                  </a:lnTo>
                  <a:lnTo>
                    <a:pt x="1338820" y="1484767"/>
                  </a:lnTo>
                  <a:lnTo>
                    <a:pt x="1338802" y="1484792"/>
                  </a:lnTo>
                  <a:lnTo>
                    <a:pt x="1338787" y="1484817"/>
                  </a:lnTo>
                  <a:lnTo>
                    <a:pt x="1338782" y="1484822"/>
                  </a:lnTo>
                  <a:lnTo>
                    <a:pt x="1338771" y="1484833"/>
                  </a:lnTo>
                  <a:lnTo>
                    <a:pt x="1338750" y="1484855"/>
                  </a:lnTo>
                  <a:lnTo>
                    <a:pt x="1338735" y="1484870"/>
                  </a:lnTo>
                  <a:lnTo>
                    <a:pt x="1338724" y="1484878"/>
                  </a:lnTo>
                  <a:lnTo>
                    <a:pt x="1338710" y="1484902"/>
                  </a:lnTo>
                  <a:lnTo>
                    <a:pt x="1338707" y="1484906"/>
                  </a:lnTo>
                  <a:lnTo>
                    <a:pt x="1338684" y="1484920"/>
                  </a:lnTo>
                  <a:lnTo>
                    <a:pt x="1338679" y="1484923"/>
                  </a:lnTo>
                  <a:lnTo>
                    <a:pt x="1338667" y="1484936"/>
                  </a:lnTo>
                  <a:lnTo>
                    <a:pt x="1338663" y="1484939"/>
                  </a:lnTo>
                  <a:lnTo>
                    <a:pt x="1338657" y="1484944"/>
                  </a:lnTo>
                  <a:lnTo>
                    <a:pt x="1338653" y="1484948"/>
                  </a:lnTo>
                  <a:lnTo>
                    <a:pt x="1338647" y="1484953"/>
                  </a:lnTo>
                  <a:lnTo>
                    <a:pt x="1338636" y="1484963"/>
                  </a:lnTo>
                  <a:lnTo>
                    <a:pt x="1338628" y="1484972"/>
                  </a:lnTo>
                  <a:lnTo>
                    <a:pt x="1338625" y="1484977"/>
                  </a:lnTo>
                  <a:lnTo>
                    <a:pt x="1338622" y="1484981"/>
                  </a:lnTo>
                  <a:lnTo>
                    <a:pt x="1338618" y="1484991"/>
                  </a:lnTo>
                  <a:lnTo>
                    <a:pt x="1338616" y="1485001"/>
                  </a:lnTo>
                  <a:lnTo>
                    <a:pt x="1338615" y="1485011"/>
                  </a:lnTo>
                  <a:lnTo>
                    <a:pt x="1338614" y="1485019"/>
                  </a:lnTo>
                  <a:lnTo>
                    <a:pt x="1338613" y="1485026"/>
                  </a:lnTo>
                  <a:lnTo>
                    <a:pt x="1338611" y="1485035"/>
                  </a:lnTo>
                  <a:lnTo>
                    <a:pt x="1338608" y="1485043"/>
                  </a:lnTo>
                  <a:lnTo>
                    <a:pt x="1338604" y="1485046"/>
                  </a:lnTo>
                  <a:lnTo>
                    <a:pt x="1338598" y="1485049"/>
                  </a:lnTo>
                  <a:lnTo>
                    <a:pt x="1338587" y="1485055"/>
                  </a:lnTo>
                  <a:lnTo>
                    <a:pt x="1338582" y="1485057"/>
                  </a:lnTo>
                  <a:lnTo>
                    <a:pt x="1338575" y="1485059"/>
                  </a:lnTo>
                  <a:lnTo>
                    <a:pt x="1338565" y="1485063"/>
                  </a:lnTo>
                  <a:lnTo>
                    <a:pt x="1338556" y="1485068"/>
                  </a:lnTo>
                  <a:lnTo>
                    <a:pt x="1338551" y="1485075"/>
                  </a:lnTo>
                  <a:lnTo>
                    <a:pt x="1338542" y="1485088"/>
                  </a:lnTo>
                  <a:lnTo>
                    <a:pt x="1338534" y="1485100"/>
                  </a:lnTo>
                  <a:lnTo>
                    <a:pt x="1338528" y="1485112"/>
                  </a:lnTo>
                  <a:lnTo>
                    <a:pt x="1338520" y="1485126"/>
                  </a:lnTo>
                  <a:lnTo>
                    <a:pt x="1338507" y="1485148"/>
                  </a:lnTo>
                  <a:lnTo>
                    <a:pt x="1338501" y="1485160"/>
                  </a:lnTo>
                  <a:lnTo>
                    <a:pt x="1338488" y="1485184"/>
                  </a:lnTo>
                  <a:lnTo>
                    <a:pt x="1338484" y="1485194"/>
                  </a:lnTo>
                  <a:lnTo>
                    <a:pt x="1338470" y="1485220"/>
                  </a:lnTo>
                  <a:lnTo>
                    <a:pt x="1338460" y="1485242"/>
                  </a:lnTo>
                  <a:lnTo>
                    <a:pt x="1338458" y="1485247"/>
                  </a:lnTo>
                  <a:lnTo>
                    <a:pt x="1338457" y="1485258"/>
                  </a:lnTo>
                  <a:lnTo>
                    <a:pt x="1338456" y="1485264"/>
                  </a:lnTo>
                  <a:lnTo>
                    <a:pt x="1338452" y="1485277"/>
                  </a:lnTo>
                  <a:lnTo>
                    <a:pt x="1338446" y="1485297"/>
                  </a:lnTo>
                  <a:lnTo>
                    <a:pt x="1338443" y="1485303"/>
                  </a:lnTo>
                  <a:lnTo>
                    <a:pt x="1338441" y="1485308"/>
                  </a:lnTo>
                  <a:lnTo>
                    <a:pt x="1338434" y="1485318"/>
                  </a:lnTo>
                  <a:lnTo>
                    <a:pt x="1338431" y="1485323"/>
                  </a:lnTo>
                  <a:lnTo>
                    <a:pt x="1338429" y="1485328"/>
                  </a:lnTo>
                  <a:lnTo>
                    <a:pt x="1338427" y="1485332"/>
                  </a:lnTo>
                  <a:lnTo>
                    <a:pt x="1338425" y="1485344"/>
                  </a:lnTo>
                  <a:lnTo>
                    <a:pt x="1338423" y="1485359"/>
                  </a:lnTo>
                  <a:lnTo>
                    <a:pt x="1338423" y="1485389"/>
                  </a:lnTo>
                  <a:lnTo>
                    <a:pt x="1338425" y="1485401"/>
                  </a:lnTo>
                  <a:lnTo>
                    <a:pt x="1338424" y="1485410"/>
                  </a:lnTo>
                  <a:lnTo>
                    <a:pt x="1338420" y="1485432"/>
                  </a:lnTo>
                  <a:lnTo>
                    <a:pt x="1338415" y="1485450"/>
                  </a:lnTo>
                  <a:lnTo>
                    <a:pt x="1338403" y="1485490"/>
                  </a:lnTo>
                  <a:lnTo>
                    <a:pt x="1338401" y="1485499"/>
                  </a:lnTo>
                  <a:lnTo>
                    <a:pt x="1338397" y="1485502"/>
                  </a:lnTo>
                  <a:lnTo>
                    <a:pt x="1338394" y="1485497"/>
                  </a:lnTo>
                  <a:lnTo>
                    <a:pt x="1338392" y="1485491"/>
                  </a:lnTo>
                  <a:lnTo>
                    <a:pt x="1338384" y="1485478"/>
                  </a:lnTo>
                  <a:lnTo>
                    <a:pt x="1338379" y="1485468"/>
                  </a:lnTo>
                  <a:lnTo>
                    <a:pt x="1338374" y="1485465"/>
                  </a:lnTo>
                  <a:lnTo>
                    <a:pt x="1338366" y="1485461"/>
                  </a:lnTo>
                  <a:lnTo>
                    <a:pt x="1338352" y="1485454"/>
                  </a:lnTo>
                  <a:lnTo>
                    <a:pt x="1338344" y="1485451"/>
                  </a:lnTo>
                  <a:lnTo>
                    <a:pt x="1338335" y="1485448"/>
                  </a:lnTo>
                  <a:lnTo>
                    <a:pt x="1338316" y="1485443"/>
                  </a:lnTo>
                  <a:lnTo>
                    <a:pt x="1338284" y="1485434"/>
                  </a:lnTo>
                  <a:lnTo>
                    <a:pt x="1338269" y="1485427"/>
                  </a:lnTo>
                  <a:lnTo>
                    <a:pt x="1338230" y="1485417"/>
                  </a:lnTo>
                  <a:lnTo>
                    <a:pt x="1338214" y="1485413"/>
                  </a:lnTo>
                  <a:lnTo>
                    <a:pt x="1338204" y="1485408"/>
                  </a:lnTo>
                  <a:lnTo>
                    <a:pt x="1338192" y="1485397"/>
                  </a:lnTo>
                  <a:lnTo>
                    <a:pt x="1338185" y="1485389"/>
                  </a:lnTo>
                  <a:lnTo>
                    <a:pt x="1338179" y="1485384"/>
                  </a:lnTo>
                  <a:lnTo>
                    <a:pt x="1338169" y="1485380"/>
                  </a:lnTo>
                  <a:lnTo>
                    <a:pt x="1338150" y="1485375"/>
                  </a:lnTo>
                  <a:lnTo>
                    <a:pt x="1338129" y="1485371"/>
                  </a:lnTo>
                  <a:lnTo>
                    <a:pt x="1338103" y="1485369"/>
                  </a:lnTo>
                  <a:lnTo>
                    <a:pt x="1338091" y="1485367"/>
                  </a:lnTo>
                  <a:lnTo>
                    <a:pt x="1338078" y="1485362"/>
                  </a:lnTo>
                  <a:lnTo>
                    <a:pt x="1338068" y="1485357"/>
                  </a:lnTo>
                  <a:lnTo>
                    <a:pt x="1338057" y="1485350"/>
                  </a:lnTo>
                  <a:lnTo>
                    <a:pt x="1338049" y="1485343"/>
                  </a:lnTo>
                  <a:lnTo>
                    <a:pt x="1338039" y="1485336"/>
                  </a:lnTo>
                  <a:lnTo>
                    <a:pt x="1338032" y="1485334"/>
                  </a:lnTo>
                  <a:lnTo>
                    <a:pt x="1338020" y="1485329"/>
                  </a:lnTo>
                  <a:lnTo>
                    <a:pt x="1338007" y="1485325"/>
                  </a:lnTo>
                  <a:lnTo>
                    <a:pt x="1337997" y="1485323"/>
                  </a:lnTo>
                  <a:lnTo>
                    <a:pt x="1337990" y="1485323"/>
                  </a:lnTo>
                  <a:lnTo>
                    <a:pt x="1337977" y="1485325"/>
                  </a:lnTo>
                  <a:lnTo>
                    <a:pt x="1337970" y="1485328"/>
                  </a:lnTo>
                  <a:lnTo>
                    <a:pt x="1337962" y="1485331"/>
                  </a:lnTo>
                  <a:lnTo>
                    <a:pt x="1337950" y="1485338"/>
                  </a:lnTo>
                  <a:lnTo>
                    <a:pt x="1337946" y="1485342"/>
                  </a:lnTo>
                  <a:lnTo>
                    <a:pt x="1337938" y="1485346"/>
                  </a:lnTo>
                  <a:lnTo>
                    <a:pt x="1337925" y="1485342"/>
                  </a:lnTo>
                  <a:lnTo>
                    <a:pt x="1337913" y="1485342"/>
                  </a:lnTo>
                  <a:lnTo>
                    <a:pt x="1337903" y="1485344"/>
                  </a:lnTo>
                  <a:lnTo>
                    <a:pt x="1337883" y="1485350"/>
                  </a:lnTo>
                  <a:lnTo>
                    <a:pt x="1337868" y="1485353"/>
                  </a:lnTo>
                  <a:lnTo>
                    <a:pt x="1337845" y="1485356"/>
                  </a:lnTo>
                  <a:lnTo>
                    <a:pt x="1337823" y="1485358"/>
                  </a:lnTo>
                  <a:lnTo>
                    <a:pt x="1337804" y="1485361"/>
                  </a:lnTo>
                  <a:lnTo>
                    <a:pt x="1337791" y="1485362"/>
                  </a:lnTo>
                  <a:lnTo>
                    <a:pt x="1337784" y="1485363"/>
                  </a:lnTo>
                  <a:lnTo>
                    <a:pt x="1337779" y="1485361"/>
                  </a:lnTo>
                  <a:lnTo>
                    <a:pt x="1337775" y="1485360"/>
                  </a:lnTo>
                  <a:lnTo>
                    <a:pt x="1337770" y="1485356"/>
                  </a:lnTo>
                  <a:lnTo>
                    <a:pt x="1337765" y="1485352"/>
                  </a:lnTo>
                  <a:lnTo>
                    <a:pt x="1337761" y="1485351"/>
                  </a:lnTo>
                  <a:lnTo>
                    <a:pt x="1337755" y="1485351"/>
                  </a:lnTo>
                  <a:lnTo>
                    <a:pt x="1337746" y="1485352"/>
                  </a:lnTo>
                  <a:lnTo>
                    <a:pt x="1337731" y="1485357"/>
                  </a:lnTo>
                  <a:lnTo>
                    <a:pt x="1337705" y="1485367"/>
                  </a:lnTo>
                  <a:lnTo>
                    <a:pt x="1337692" y="1485373"/>
                  </a:lnTo>
                  <a:lnTo>
                    <a:pt x="1337675" y="1485379"/>
                  </a:lnTo>
                  <a:lnTo>
                    <a:pt x="1337662" y="1485382"/>
                  </a:lnTo>
                  <a:lnTo>
                    <a:pt x="1337656" y="1485386"/>
                  </a:lnTo>
                  <a:lnTo>
                    <a:pt x="1337649" y="1485391"/>
                  </a:lnTo>
                  <a:lnTo>
                    <a:pt x="1337644" y="1485392"/>
                  </a:lnTo>
                  <a:lnTo>
                    <a:pt x="1337639" y="1485385"/>
                  </a:lnTo>
                  <a:lnTo>
                    <a:pt x="1337636" y="1485380"/>
                  </a:lnTo>
                  <a:lnTo>
                    <a:pt x="1337630" y="1485378"/>
                  </a:lnTo>
                  <a:lnTo>
                    <a:pt x="1337615" y="1485379"/>
                  </a:lnTo>
                  <a:lnTo>
                    <a:pt x="1337600" y="1485381"/>
                  </a:lnTo>
                  <a:lnTo>
                    <a:pt x="1337576" y="1485385"/>
                  </a:lnTo>
                  <a:lnTo>
                    <a:pt x="1337562" y="1485389"/>
                  </a:lnTo>
                  <a:lnTo>
                    <a:pt x="1337549" y="1485394"/>
                  </a:lnTo>
                  <a:lnTo>
                    <a:pt x="1337540" y="1485400"/>
                  </a:lnTo>
                  <a:lnTo>
                    <a:pt x="1337526" y="1485411"/>
                  </a:lnTo>
                  <a:lnTo>
                    <a:pt x="1337506" y="1485435"/>
                  </a:lnTo>
                  <a:lnTo>
                    <a:pt x="1337498" y="1485442"/>
                  </a:lnTo>
                  <a:lnTo>
                    <a:pt x="1337489" y="1485450"/>
                  </a:lnTo>
                  <a:lnTo>
                    <a:pt x="1337451" y="1485490"/>
                  </a:lnTo>
                  <a:lnTo>
                    <a:pt x="1337436" y="1485501"/>
                  </a:lnTo>
                  <a:lnTo>
                    <a:pt x="1337422" y="1485507"/>
                  </a:lnTo>
                  <a:lnTo>
                    <a:pt x="1337406" y="1485513"/>
                  </a:lnTo>
                  <a:lnTo>
                    <a:pt x="1337381" y="1485519"/>
                  </a:lnTo>
                  <a:lnTo>
                    <a:pt x="1337364" y="1485520"/>
                  </a:lnTo>
                  <a:lnTo>
                    <a:pt x="1337348" y="1485519"/>
                  </a:lnTo>
                  <a:lnTo>
                    <a:pt x="1337343" y="1485518"/>
                  </a:lnTo>
                  <a:lnTo>
                    <a:pt x="1337333" y="1485513"/>
                  </a:lnTo>
                  <a:lnTo>
                    <a:pt x="1337322" y="1485507"/>
                  </a:lnTo>
                  <a:lnTo>
                    <a:pt x="1337307" y="1485502"/>
                  </a:lnTo>
                  <a:lnTo>
                    <a:pt x="1337296" y="1485501"/>
                  </a:lnTo>
                  <a:lnTo>
                    <a:pt x="1337285" y="1485502"/>
                  </a:lnTo>
                  <a:lnTo>
                    <a:pt x="1337275" y="1485504"/>
                  </a:lnTo>
                  <a:lnTo>
                    <a:pt x="1337262" y="1485510"/>
                  </a:lnTo>
                  <a:lnTo>
                    <a:pt x="1337250" y="1485517"/>
                  </a:lnTo>
                  <a:lnTo>
                    <a:pt x="1337239" y="1485524"/>
                  </a:lnTo>
                  <a:lnTo>
                    <a:pt x="1337204" y="1485546"/>
                  </a:lnTo>
                  <a:lnTo>
                    <a:pt x="1337188" y="1485556"/>
                  </a:lnTo>
                  <a:lnTo>
                    <a:pt x="1337177" y="1485563"/>
                  </a:lnTo>
                  <a:lnTo>
                    <a:pt x="1337156" y="1485570"/>
                  </a:lnTo>
                  <a:lnTo>
                    <a:pt x="1337153" y="1485574"/>
                  </a:lnTo>
                  <a:lnTo>
                    <a:pt x="1337151" y="1485579"/>
                  </a:lnTo>
                  <a:lnTo>
                    <a:pt x="1337150" y="1485594"/>
                  </a:lnTo>
                  <a:lnTo>
                    <a:pt x="1337150" y="1485601"/>
                  </a:lnTo>
                  <a:lnTo>
                    <a:pt x="1337151" y="1485606"/>
                  </a:lnTo>
                  <a:lnTo>
                    <a:pt x="1337152" y="1485612"/>
                  </a:lnTo>
                  <a:lnTo>
                    <a:pt x="1337149" y="1485617"/>
                  </a:lnTo>
                  <a:lnTo>
                    <a:pt x="1337144" y="1485621"/>
                  </a:lnTo>
                  <a:lnTo>
                    <a:pt x="1337135" y="1485625"/>
                  </a:lnTo>
                  <a:lnTo>
                    <a:pt x="1337127" y="1485631"/>
                  </a:lnTo>
                  <a:lnTo>
                    <a:pt x="1337122" y="1485636"/>
                  </a:lnTo>
                  <a:lnTo>
                    <a:pt x="1337118" y="1485641"/>
                  </a:lnTo>
                  <a:lnTo>
                    <a:pt x="1337113" y="1485646"/>
                  </a:lnTo>
                  <a:lnTo>
                    <a:pt x="1337106" y="1485653"/>
                  </a:lnTo>
                  <a:lnTo>
                    <a:pt x="1337101" y="1485657"/>
                  </a:lnTo>
                  <a:lnTo>
                    <a:pt x="1337097" y="1485661"/>
                  </a:lnTo>
                  <a:lnTo>
                    <a:pt x="1337091" y="1485669"/>
                  </a:lnTo>
                  <a:lnTo>
                    <a:pt x="1337088" y="1485675"/>
                  </a:lnTo>
                  <a:lnTo>
                    <a:pt x="1337087" y="1485680"/>
                  </a:lnTo>
                  <a:lnTo>
                    <a:pt x="1337087" y="1485701"/>
                  </a:lnTo>
                  <a:lnTo>
                    <a:pt x="1337087" y="1485709"/>
                  </a:lnTo>
                  <a:lnTo>
                    <a:pt x="1337085" y="1485717"/>
                  </a:lnTo>
                  <a:lnTo>
                    <a:pt x="1337083" y="1485723"/>
                  </a:lnTo>
                  <a:lnTo>
                    <a:pt x="1337071" y="1485730"/>
                  </a:lnTo>
                  <a:lnTo>
                    <a:pt x="1337069" y="1485735"/>
                  </a:lnTo>
                  <a:lnTo>
                    <a:pt x="1337072" y="1485747"/>
                  </a:lnTo>
                  <a:lnTo>
                    <a:pt x="1337074" y="1485771"/>
                  </a:lnTo>
                  <a:lnTo>
                    <a:pt x="1337088" y="1485789"/>
                  </a:lnTo>
                  <a:lnTo>
                    <a:pt x="1337090" y="1485794"/>
                  </a:lnTo>
                  <a:lnTo>
                    <a:pt x="1337087" y="1485801"/>
                  </a:lnTo>
                  <a:lnTo>
                    <a:pt x="1337045" y="1485794"/>
                  </a:lnTo>
                  <a:lnTo>
                    <a:pt x="1337035" y="1485792"/>
                  </a:lnTo>
                  <a:lnTo>
                    <a:pt x="1337020" y="1485803"/>
                  </a:lnTo>
                  <a:lnTo>
                    <a:pt x="1337014" y="1485806"/>
                  </a:lnTo>
                  <a:lnTo>
                    <a:pt x="1337005" y="1485807"/>
                  </a:lnTo>
                  <a:lnTo>
                    <a:pt x="1336997" y="1485809"/>
                  </a:lnTo>
                  <a:lnTo>
                    <a:pt x="1336937" y="1485825"/>
                  </a:lnTo>
                  <a:lnTo>
                    <a:pt x="1336917" y="1485831"/>
                  </a:lnTo>
                  <a:lnTo>
                    <a:pt x="1336899" y="1485837"/>
                  </a:lnTo>
                  <a:lnTo>
                    <a:pt x="1336885" y="1485837"/>
                  </a:lnTo>
                  <a:lnTo>
                    <a:pt x="1336871" y="1485828"/>
                  </a:lnTo>
                  <a:lnTo>
                    <a:pt x="1336862" y="1485830"/>
                  </a:lnTo>
                  <a:lnTo>
                    <a:pt x="1336855" y="1485836"/>
                  </a:lnTo>
                  <a:lnTo>
                    <a:pt x="1336845" y="1485845"/>
                  </a:lnTo>
                  <a:lnTo>
                    <a:pt x="1336838" y="1485855"/>
                  </a:lnTo>
                  <a:lnTo>
                    <a:pt x="1336836" y="1485861"/>
                  </a:lnTo>
                  <a:lnTo>
                    <a:pt x="1336833" y="1485866"/>
                  </a:lnTo>
                  <a:lnTo>
                    <a:pt x="1336830" y="1485873"/>
                  </a:lnTo>
                  <a:lnTo>
                    <a:pt x="1336826" y="1485882"/>
                  </a:lnTo>
                  <a:lnTo>
                    <a:pt x="1336825" y="1485887"/>
                  </a:lnTo>
                  <a:lnTo>
                    <a:pt x="1336804" y="1485919"/>
                  </a:lnTo>
                  <a:lnTo>
                    <a:pt x="1336800" y="1485924"/>
                  </a:lnTo>
                  <a:lnTo>
                    <a:pt x="1336794" y="1485937"/>
                  </a:lnTo>
                  <a:lnTo>
                    <a:pt x="1336783" y="1485953"/>
                  </a:lnTo>
                  <a:lnTo>
                    <a:pt x="1336767" y="1485969"/>
                  </a:lnTo>
                  <a:lnTo>
                    <a:pt x="1336759" y="1485977"/>
                  </a:lnTo>
                  <a:lnTo>
                    <a:pt x="1336756" y="1485981"/>
                  </a:lnTo>
                  <a:lnTo>
                    <a:pt x="1336750" y="1485986"/>
                  </a:lnTo>
                  <a:lnTo>
                    <a:pt x="1336745" y="1485991"/>
                  </a:lnTo>
                  <a:lnTo>
                    <a:pt x="1336741" y="1485995"/>
                  </a:lnTo>
                  <a:lnTo>
                    <a:pt x="1336735" y="1485997"/>
                  </a:lnTo>
                  <a:lnTo>
                    <a:pt x="1336731" y="1485994"/>
                  </a:lnTo>
                  <a:lnTo>
                    <a:pt x="1336718" y="1485983"/>
                  </a:lnTo>
                  <a:lnTo>
                    <a:pt x="1336706" y="1485977"/>
                  </a:lnTo>
                  <a:lnTo>
                    <a:pt x="1336693" y="1485975"/>
                  </a:lnTo>
                  <a:lnTo>
                    <a:pt x="1336672" y="1485973"/>
                  </a:lnTo>
                  <a:lnTo>
                    <a:pt x="1336666" y="1485970"/>
                  </a:lnTo>
                  <a:lnTo>
                    <a:pt x="1336658" y="1485966"/>
                  </a:lnTo>
                  <a:lnTo>
                    <a:pt x="1336653" y="1485964"/>
                  </a:lnTo>
                  <a:lnTo>
                    <a:pt x="1336640" y="1485964"/>
                  </a:lnTo>
                  <a:lnTo>
                    <a:pt x="1336636" y="1485965"/>
                  </a:lnTo>
                  <a:lnTo>
                    <a:pt x="1336626" y="1485970"/>
                  </a:lnTo>
                  <a:lnTo>
                    <a:pt x="1336620" y="1485973"/>
                  </a:lnTo>
                  <a:lnTo>
                    <a:pt x="1336603" y="1485976"/>
                  </a:lnTo>
                  <a:lnTo>
                    <a:pt x="1336590" y="1485978"/>
                  </a:lnTo>
                  <a:lnTo>
                    <a:pt x="1336578" y="1485985"/>
                  </a:lnTo>
                  <a:lnTo>
                    <a:pt x="1336552" y="1485999"/>
                  </a:lnTo>
                  <a:lnTo>
                    <a:pt x="1336535" y="1486010"/>
                  </a:lnTo>
                  <a:lnTo>
                    <a:pt x="1336522" y="1486021"/>
                  </a:lnTo>
                  <a:lnTo>
                    <a:pt x="1336509" y="1486039"/>
                  </a:lnTo>
                  <a:lnTo>
                    <a:pt x="1336499" y="1486055"/>
                  </a:lnTo>
                  <a:lnTo>
                    <a:pt x="1336494" y="1486064"/>
                  </a:lnTo>
                  <a:lnTo>
                    <a:pt x="1336486" y="1486078"/>
                  </a:lnTo>
                  <a:lnTo>
                    <a:pt x="1336475" y="1486100"/>
                  </a:lnTo>
                  <a:lnTo>
                    <a:pt x="1336469" y="1486113"/>
                  </a:lnTo>
                  <a:lnTo>
                    <a:pt x="1336467" y="1486119"/>
                  </a:lnTo>
                  <a:lnTo>
                    <a:pt x="1336465" y="1486125"/>
                  </a:lnTo>
                  <a:lnTo>
                    <a:pt x="1336463" y="1486133"/>
                  </a:lnTo>
                  <a:lnTo>
                    <a:pt x="1336465" y="1486149"/>
                  </a:lnTo>
                  <a:lnTo>
                    <a:pt x="1336462" y="1486164"/>
                  </a:lnTo>
                  <a:lnTo>
                    <a:pt x="1336458" y="1486173"/>
                  </a:lnTo>
                  <a:lnTo>
                    <a:pt x="1336456" y="1486178"/>
                  </a:lnTo>
                  <a:lnTo>
                    <a:pt x="1336442" y="1486194"/>
                  </a:lnTo>
                  <a:lnTo>
                    <a:pt x="1336434" y="1486203"/>
                  </a:lnTo>
                  <a:lnTo>
                    <a:pt x="1336429" y="1486206"/>
                  </a:lnTo>
                  <a:lnTo>
                    <a:pt x="1336421" y="1486210"/>
                  </a:lnTo>
                  <a:lnTo>
                    <a:pt x="1336416" y="1486213"/>
                  </a:lnTo>
                  <a:lnTo>
                    <a:pt x="1336402" y="1486219"/>
                  </a:lnTo>
                  <a:lnTo>
                    <a:pt x="1336394" y="1486227"/>
                  </a:lnTo>
                  <a:lnTo>
                    <a:pt x="1336388" y="1486235"/>
                  </a:lnTo>
                  <a:lnTo>
                    <a:pt x="1336381" y="1486247"/>
                  </a:lnTo>
                  <a:lnTo>
                    <a:pt x="1336371" y="1486255"/>
                  </a:lnTo>
                  <a:lnTo>
                    <a:pt x="1336354" y="1486265"/>
                  </a:lnTo>
                  <a:lnTo>
                    <a:pt x="1336342" y="1486268"/>
                  </a:lnTo>
                  <a:lnTo>
                    <a:pt x="1336328" y="1486266"/>
                  </a:lnTo>
                  <a:lnTo>
                    <a:pt x="1336318" y="1486266"/>
                  </a:lnTo>
                  <a:lnTo>
                    <a:pt x="1336311" y="1486269"/>
                  </a:lnTo>
                  <a:lnTo>
                    <a:pt x="1336302" y="1486272"/>
                  </a:lnTo>
                  <a:lnTo>
                    <a:pt x="1336292" y="1486282"/>
                  </a:lnTo>
                  <a:lnTo>
                    <a:pt x="1336286" y="1486289"/>
                  </a:lnTo>
                  <a:lnTo>
                    <a:pt x="1336257" y="1486303"/>
                  </a:lnTo>
                  <a:lnTo>
                    <a:pt x="1336245" y="1486309"/>
                  </a:lnTo>
                  <a:lnTo>
                    <a:pt x="1336237" y="1486311"/>
                  </a:lnTo>
                  <a:lnTo>
                    <a:pt x="1336232" y="1486313"/>
                  </a:lnTo>
                  <a:lnTo>
                    <a:pt x="1336227" y="1486313"/>
                  </a:lnTo>
                  <a:lnTo>
                    <a:pt x="1336205" y="1486314"/>
                  </a:lnTo>
                  <a:lnTo>
                    <a:pt x="1336193" y="1486313"/>
                  </a:lnTo>
                  <a:lnTo>
                    <a:pt x="1336180" y="1486312"/>
                  </a:lnTo>
                  <a:lnTo>
                    <a:pt x="1336167" y="1486310"/>
                  </a:lnTo>
                  <a:lnTo>
                    <a:pt x="1336156" y="1486308"/>
                  </a:lnTo>
                  <a:lnTo>
                    <a:pt x="1336151" y="1486307"/>
                  </a:lnTo>
                  <a:lnTo>
                    <a:pt x="1336145" y="1486307"/>
                  </a:lnTo>
                  <a:lnTo>
                    <a:pt x="1336135" y="1486304"/>
                  </a:lnTo>
                  <a:lnTo>
                    <a:pt x="1336125" y="1486303"/>
                  </a:lnTo>
                  <a:lnTo>
                    <a:pt x="1336112" y="1486302"/>
                  </a:lnTo>
                  <a:lnTo>
                    <a:pt x="1336097" y="1486303"/>
                  </a:lnTo>
                  <a:lnTo>
                    <a:pt x="1336077" y="1486300"/>
                  </a:lnTo>
                  <a:lnTo>
                    <a:pt x="1336058" y="1486294"/>
                  </a:lnTo>
                  <a:lnTo>
                    <a:pt x="1336044" y="1486291"/>
                  </a:lnTo>
                  <a:lnTo>
                    <a:pt x="1336032" y="1486290"/>
                  </a:lnTo>
                  <a:lnTo>
                    <a:pt x="1336015" y="1486284"/>
                  </a:lnTo>
                  <a:lnTo>
                    <a:pt x="1336003" y="1486277"/>
                  </a:lnTo>
                  <a:lnTo>
                    <a:pt x="1335991" y="1486264"/>
                  </a:lnTo>
                  <a:lnTo>
                    <a:pt x="1335983" y="1486258"/>
                  </a:lnTo>
                  <a:lnTo>
                    <a:pt x="1335976" y="1486251"/>
                  </a:lnTo>
                  <a:lnTo>
                    <a:pt x="1335969" y="1486244"/>
                  </a:lnTo>
                  <a:lnTo>
                    <a:pt x="1335966" y="1486241"/>
                  </a:lnTo>
                  <a:lnTo>
                    <a:pt x="1335960" y="1486235"/>
                  </a:lnTo>
                  <a:lnTo>
                    <a:pt x="1335955" y="1486231"/>
                  </a:lnTo>
                  <a:lnTo>
                    <a:pt x="1335949" y="1486227"/>
                  </a:lnTo>
                  <a:lnTo>
                    <a:pt x="1335939" y="1486220"/>
                  </a:lnTo>
                  <a:lnTo>
                    <a:pt x="1335929" y="1486219"/>
                  </a:lnTo>
                  <a:lnTo>
                    <a:pt x="1335915" y="1486221"/>
                  </a:lnTo>
                  <a:lnTo>
                    <a:pt x="1335902" y="1486224"/>
                  </a:lnTo>
                  <a:lnTo>
                    <a:pt x="1335872" y="1486229"/>
                  </a:lnTo>
                  <a:lnTo>
                    <a:pt x="1335855" y="1486232"/>
                  </a:lnTo>
                  <a:lnTo>
                    <a:pt x="1335844" y="1486237"/>
                  </a:lnTo>
                  <a:lnTo>
                    <a:pt x="1335749" y="1486277"/>
                  </a:lnTo>
                  <a:lnTo>
                    <a:pt x="1335746" y="1486290"/>
                  </a:lnTo>
                  <a:lnTo>
                    <a:pt x="1335743" y="1486310"/>
                  </a:lnTo>
                  <a:lnTo>
                    <a:pt x="1335742" y="1486316"/>
                  </a:lnTo>
                  <a:lnTo>
                    <a:pt x="1335740" y="1486325"/>
                  </a:lnTo>
                  <a:lnTo>
                    <a:pt x="1335737" y="1486344"/>
                  </a:lnTo>
                  <a:lnTo>
                    <a:pt x="1335735" y="1486349"/>
                  </a:lnTo>
                  <a:lnTo>
                    <a:pt x="1335732" y="1486359"/>
                  </a:lnTo>
                  <a:lnTo>
                    <a:pt x="1335727" y="1486375"/>
                  </a:lnTo>
                  <a:lnTo>
                    <a:pt x="1335719" y="1486396"/>
                  </a:lnTo>
                  <a:lnTo>
                    <a:pt x="1335714" y="1486397"/>
                  </a:lnTo>
                  <a:lnTo>
                    <a:pt x="1335705" y="1486397"/>
                  </a:lnTo>
                  <a:lnTo>
                    <a:pt x="1335700" y="1486398"/>
                  </a:lnTo>
                  <a:lnTo>
                    <a:pt x="1335696" y="1486400"/>
                  </a:lnTo>
                  <a:lnTo>
                    <a:pt x="1335690" y="1486403"/>
                  </a:lnTo>
                  <a:lnTo>
                    <a:pt x="1335686" y="1486409"/>
                  </a:lnTo>
                  <a:lnTo>
                    <a:pt x="1335684" y="1486417"/>
                  </a:lnTo>
                  <a:lnTo>
                    <a:pt x="1335683" y="1486424"/>
                  </a:lnTo>
                  <a:lnTo>
                    <a:pt x="1335680" y="1486430"/>
                  </a:lnTo>
                  <a:lnTo>
                    <a:pt x="1335677" y="1486435"/>
                  </a:lnTo>
                  <a:lnTo>
                    <a:pt x="1335672" y="1486440"/>
                  </a:lnTo>
                  <a:lnTo>
                    <a:pt x="1335663" y="1486443"/>
                  </a:lnTo>
                  <a:lnTo>
                    <a:pt x="1335649" y="1486446"/>
                  </a:lnTo>
                  <a:lnTo>
                    <a:pt x="1335638" y="1486447"/>
                  </a:lnTo>
                  <a:lnTo>
                    <a:pt x="1335634" y="1486448"/>
                  </a:lnTo>
                  <a:lnTo>
                    <a:pt x="1335628" y="1486450"/>
                  </a:lnTo>
                  <a:lnTo>
                    <a:pt x="1335623" y="1486453"/>
                  </a:lnTo>
                  <a:lnTo>
                    <a:pt x="1335618" y="1486456"/>
                  </a:lnTo>
                  <a:lnTo>
                    <a:pt x="1335613" y="1486461"/>
                  </a:lnTo>
                  <a:lnTo>
                    <a:pt x="1335610" y="1486469"/>
                  </a:lnTo>
                  <a:lnTo>
                    <a:pt x="1335609" y="1486480"/>
                  </a:lnTo>
                  <a:lnTo>
                    <a:pt x="1335610" y="1486491"/>
                  </a:lnTo>
                  <a:lnTo>
                    <a:pt x="1335611" y="1486500"/>
                  </a:lnTo>
                  <a:lnTo>
                    <a:pt x="1335612" y="1486511"/>
                  </a:lnTo>
                  <a:lnTo>
                    <a:pt x="1335616" y="1486522"/>
                  </a:lnTo>
                  <a:lnTo>
                    <a:pt x="1335620" y="1486533"/>
                  </a:lnTo>
                  <a:lnTo>
                    <a:pt x="1335620" y="1486539"/>
                  </a:lnTo>
                  <a:lnTo>
                    <a:pt x="1335617" y="1486544"/>
                  </a:lnTo>
                  <a:lnTo>
                    <a:pt x="1335613" y="1486550"/>
                  </a:lnTo>
                  <a:lnTo>
                    <a:pt x="1335608" y="1486554"/>
                  </a:lnTo>
                  <a:lnTo>
                    <a:pt x="1335604" y="1486558"/>
                  </a:lnTo>
                  <a:lnTo>
                    <a:pt x="1335598" y="1486561"/>
                  </a:lnTo>
                  <a:lnTo>
                    <a:pt x="1335592" y="1486565"/>
                  </a:lnTo>
                  <a:lnTo>
                    <a:pt x="1335583" y="1486576"/>
                  </a:lnTo>
                  <a:lnTo>
                    <a:pt x="1335579" y="1486583"/>
                  </a:lnTo>
                  <a:lnTo>
                    <a:pt x="1335576" y="1486588"/>
                  </a:lnTo>
                  <a:lnTo>
                    <a:pt x="1335573" y="1486600"/>
                  </a:lnTo>
                  <a:lnTo>
                    <a:pt x="1335569" y="1486611"/>
                  </a:lnTo>
                  <a:lnTo>
                    <a:pt x="1335566" y="1486619"/>
                  </a:lnTo>
                  <a:lnTo>
                    <a:pt x="1335559" y="1486630"/>
                  </a:lnTo>
                  <a:lnTo>
                    <a:pt x="1335551" y="1486640"/>
                  </a:lnTo>
                  <a:lnTo>
                    <a:pt x="1335544" y="1486647"/>
                  </a:lnTo>
                  <a:lnTo>
                    <a:pt x="1335540" y="1486649"/>
                  </a:lnTo>
                  <a:lnTo>
                    <a:pt x="1335529" y="1486652"/>
                  </a:lnTo>
                  <a:lnTo>
                    <a:pt x="1335521" y="1486655"/>
                  </a:lnTo>
                  <a:lnTo>
                    <a:pt x="1335512" y="1486664"/>
                  </a:lnTo>
                  <a:lnTo>
                    <a:pt x="1335508" y="1486675"/>
                  </a:lnTo>
                  <a:lnTo>
                    <a:pt x="1335505" y="1486683"/>
                  </a:lnTo>
                  <a:lnTo>
                    <a:pt x="1335504" y="1486689"/>
                  </a:lnTo>
                  <a:lnTo>
                    <a:pt x="1335501" y="1486697"/>
                  </a:lnTo>
                  <a:lnTo>
                    <a:pt x="1335495" y="1486706"/>
                  </a:lnTo>
                  <a:lnTo>
                    <a:pt x="1335485" y="1486719"/>
                  </a:lnTo>
                  <a:lnTo>
                    <a:pt x="1335482" y="1486725"/>
                  </a:lnTo>
                  <a:lnTo>
                    <a:pt x="1335479" y="1486731"/>
                  </a:lnTo>
                  <a:lnTo>
                    <a:pt x="1335473" y="1486740"/>
                  </a:lnTo>
                  <a:lnTo>
                    <a:pt x="1335466" y="1486751"/>
                  </a:lnTo>
                  <a:lnTo>
                    <a:pt x="1335462" y="1486761"/>
                  </a:lnTo>
                  <a:lnTo>
                    <a:pt x="1335461" y="1486770"/>
                  </a:lnTo>
                  <a:lnTo>
                    <a:pt x="1335461" y="1486779"/>
                  </a:lnTo>
                  <a:lnTo>
                    <a:pt x="1335464" y="1486787"/>
                  </a:lnTo>
                  <a:lnTo>
                    <a:pt x="1335468" y="1486794"/>
                  </a:lnTo>
                  <a:lnTo>
                    <a:pt x="1335474" y="1486803"/>
                  </a:lnTo>
                  <a:lnTo>
                    <a:pt x="1335478" y="1486812"/>
                  </a:lnTo>
                  <a:lnTo>
                    <a:pt x="1335480" y="1486818"/>
                  </a:lnTo>
                  <a:lnTo>
                    <a:pt x="1335479" y="1486829"/>
                  </a:lnTo>
                  <a:lnTo>
                    <a:pt x="1335478" y="1486842"/>
                  </a:lnTo>
                  <a:lnTo>
                    <a:pt x="1335475" y="1486854"/>
                  </a:lnTo>
                  <a:lnTo>
                    <a:pt x="1335472" y="1486866"/>
                  </a:lnTo>
                  <a:lnTo>
                    <a:pt x="1335469" y="1486883"/>
                  </a:lnTo>
                  <a:lnTo>
                    <a:pt x="1335464" y="1486901"/>
                  </a:lnTo>
                  <a:lnTo>
                    <a:pt x="1335460" y="1486915"/>
                  </a:lnTo>
                  <a:lnTo>
                    <a:pt x="1335458" y="1486921"/>
                  </a:lnTo>
                  <a:lnTo>
                    <a:pt x="1335457" y="1486928"/>
                  </a:lnTo>
                  <a:lnTo>
                    <a:pt x="1335454" y="1486933"/>
                  </a:lnTo>
                  <a:lnTo>
                    <a:pt x="1335439" y="1486928"/>
                  </a:lnTo>
                  <a:lnTo>
                    <a:pt x="1335431" y="1486926"/>
                  </a:lnTo>
                  <a:lnTo>
                    <a:pt x="1335422" y="1486924"/>
                  </a:lnTo>
                  <a:lnTo>
                    <a:pt x="1335418" y="1486924"/>
                  </a:lnTo>
                  <a:lnTo>
                    <a:pt x="1335413" y="1486926"/>
                  </a:lnTo>
                  <a:lnTo>
                    <a:pt x="1335409" y="1486931"/>
                  </a:lnTo>
                  <a:lnTo>
                    <a:pt x="1335407" y="1486941"/>
                  </a:lnTo>
                  <a:lnTo>
                    <a:pt x="1335407" y="1486947"/>
                  </a:lnTo>
                  <a:lnTo>
                    <a:pt x="1335409" y="1486957"/>
                  </a:lnTo>
                  <a:lnTo>
                    <a:pt x="1335412" y="1486965"/>
                  </a:lnTo>
                  <a:lnTo>
                    <a:pt x="1335418" y="1486975"/>
                  </a:lnTo>
                  <a:lnTo>
                    <a:pt x="1335423" y="1486982"/>
                  </a:lnTo>
                  <a:lnTo>
                    <a:pt x="1335430" y="1486989"/>
                  </a:lnTo>
                  <a:lnTo>
                    <a:pt x="1335440" y="1486995"/>
                  </a:lnTo>
                  <a:lnTo>
                    <a:pt x="1335444" y="1487001"/>
                  </a:lnTo>
                  <a:lnTo>
                    <a:pt x="1335447" y="1487009"/>
                  </a:lnTo>
                  <a:lnTo>
                    <a:pt x="1335444" y="1487016"/>
                  </a:lnTo>
                  <a:lnTo>
                    <a:pt x="1335437" y="1487024"/>
                  </a:lnTo>
                  <a:lnTo>
                    <a:pt x="1335430" y="1487037"/>
                  </a:lnTo>
                  <a:lnTo>
                    <a:pt x="1335421" y="1487046"/>
                  </a:lnTo>
                  <a:lnTo>
                    <a:pt x="1335415" y="1487053"/>
                  </a:lnTo>
                  <a:lnTo>
                    <a:pt x="1335411" y="1487064"/>
                  </a:lnTo>
                  <a:lnTo>
                    <a:pt x="1335398" y="1487086"/>
                  </a:lnTo>
                  <a:lnTo>
                    <a:pt x="1335390" y="1487099"/>
                  </a:lnTo>
                  <a:lnTo>
                    <a:pt x="1335382" y="1487111"/>
                  </a:lnTo>
                  <a:lnTo>
                    <a:pt x="1335368" y="1487124"/>
                  </a:lnTo>
                  <a:lnTo>
                    <a:pt x="1335354" y="1487135"/>
                  </a:lnTo>
                  <a:lnTo>
                    <a:pt x="1335336" y="1487147"/>
                  </a:lnTo>
                  <a:lnTo>
                    <a:pt x="1335319" y="1487159"/>
                  </a:lnTo>
                  <a:lnTo>
                    <a:pt x="1335314" y="1487162"/>
                  </a:lnTo>
                  <a:lnTo>
                    <a:pt x="1335301" y="1487172"/>
                  </a:lnTo>
                  <a:lnTo>
                    <a:pt x="1335295" y="1487174"/>
                  </a:lnTo>
                  <a:lnTo>
                    <a:pt x="1335287" y="1487178"/>
                  </a:lnTo>
                  <a:lnTo>
                    <a:pt x="1335277" y="1487183"/>
                  </a:lnTo>
                  <a:lnTo>
                    <a:pt x="1335266" y="1487191"/>
                  </a:lnTo>
                  <a:lnTo>
                    <a:pt x="1335255" y="1487200"/>
                  </a:lnTo>
                  <a:lnTo>
                    <a:pt x="1335250" y="1487207"/>
                  </a:lnTo>
                  <a:lnTo>
                    <a:pt x="1335246" y="1487211"/>
                  </a:lnTo>
                  <a:lnTo>
                    <a:pt x="1335242" y="1487220"/>
                  </a:lnTo>
                  <a:lnTo>
                    <a:pt x="1335239" y="1487227"/>
                  </a:lnTo>
                  <a:lnTo>
                    <a:pt x="1335235" y="1487236"/>
                  </a:lnTo>
                  <a:lnTo>
                    <a:pt x="1335232" y="1487243"/>
                  </a:lnTo>
                  <a:lnTo>
                    <a:pt x="1335227" y="1487242"/>
                  </a:lnTo>
                  <a:lnTo>
                    <a:pt x="1335221" y="1487240"/>
                  </a:lnTo>
                  <a:lnTo>
                    <a:pt x="1335216" y="1487239"/>
                  </a:lnTo>
                  <a:lnTo>
                    <a:pt x="1335210" y="1487241"/>
                  </a:lnTo>
                  <a:lnTo>
                    <a:pt x="1335210" y="1487249"/>
                  </a:lnTo>
                  <a:lnTo>
                    <a:pt x="1335221" y="1487257"/>
                  </a:lnTo>
                  <a:lnTo>
                    <a:pt x="1335227" y="1487264"/>
                  </a:lnTo>
                  <a:lnTo>
                    <a:pt x="1335232" y="1487272"/>
                  </a:lnTo>
                  <a:lnTo>
                    <a:pt x="1335238" y="1487288"/>
                  </a:lnTo>
                  <a:lnTo>
                    <a:pt x="1335243" y="1487303"/>
                  </a:lnTo>
                  <a:lnTo>
                    <a:pt x="1335251" y="1487321"/>
                  </a:lnTo>
                  <a:lnTo>
                    <a:pt x="1335252" y="1487328"/>
                  </a:lnTo>
                  <a:lnTo>
                    <a:pt x="1335252" y="1487345"/>
                  </a:lnTo>
                  <a:lnTo>
                    <a:pt x="1335251" y="1487371"/>
                  </a:lnTo>
                  <a:lnTo>
                    <a:pt x="1335251" y="1487380"/>
                  </a:lnTo>
                  <a:lnTo>
                    <a:pt x="1335250" y="1487392"/>
                  </a:lnTo>
                  <a:lnTo>
                    <a:pt x="1335250" y="1487417"/>
                  </a:lnTo>
                  <a:lnTo>
                    <a:pt x="1335247" y="1487445"/>
                  </a:lnTo>
                  <a:lnTo>
                    <a:pt x="1335242" y="1487463"/>
                  </a:lnTo>
                  <a:lnTo>
                    <a:pt x="1335236" y="1487481"/>
                  </a:lnTo>
                  <a:lnTo>
                    <a:pt x="1335228" y="1487504"/>
                  </a:lnTo>
                  <a:lnTo>
                    <a:pt x="1335218" y="1487527"/>
                  </a:lnTo>
                  <a:lnTo>
                    <a:pt x="1335210" y="1487543"/>
                  </a:lnTo>
                  <a:lnTo>
                    <a:pt x="1335202" y="1487553"/>
                  </a:lnTo>
                  <a:lnTo>
                    <a:pt x="1335190" y="1487567"/>
                  </a:lnTo>
                  <a:lnTo>
                    <a:pt x="1335186" y="1487574"/>
                  </a:lnTo>
                  <a:lnTo>
                    <a:pt x="1335185" y="1487582"/>
                  </a:lnTo>
                  <a:lnTo>
                    <a:pt x="1335185" y="1487588"/>
                  </a:lnTo>
                  <a:lnTo>
                    <a:pt x="1335186" y="1487597"/>
                  </a:lnTo>
                  <a:lnTo>
                    <a:pt x="1335183" y="1487616"/>
                  </a:lnTo>
                  <a:lnTo>
                    <a:pt x="1335179" y="1487630"/>
                  </a:lnTo>
                  <a:lnTo>
                    <a:pt x="1335174" y="1487651"/>
                  </a:lnTo>
                  <a:lnTo>
                    <a:pt x="1335173" y="1487656"/>
                  </a:lnTo>
                  <a:lnTo>
                    <a:pt x="1335174" y="1487673"/>
                  </a:lnTo>
                  <a:lnTo>
                    <a:pt x="1335175" y="1487687"/>
                  </a:lnTo>
                  <a:lnTo>
                    <a:pt x="1335175" y="1487705"/>
                  </a:lnTo>
                  <a:lnTo>
                    <a:pt x="1335174" y="1487715"/>
                  </a:lnTo>
                  <a:lnTo>
                    <a:pt x="1335175" y="1487722"/>
                  </a:lnTo>
                  <a:lnTo>
                    <a:pt x="1335176" y="1487731"/>
                  </a:lnTo>
                  <a:lnTo>
                    <a:pt x="1335177" y="1487745"/>
                  </a:lnTo>
                  <a:lnTo>
                    <a:pt x="1335175" y="1487760"/>
                  </a:lnTo>
                  <a:lnTo>
                    <a:pt x="1335174" y="1487778"/>
                  </a:lnTo>
                  <a:lnTo>
                    <a:pt x="1335176" y="1487788"/>
                  </a:lnTo>
                  <a:lnTo>
                    <a:pt x="1335179" y="1487801"/>
                  </a:lnTo>
                  <a:lnTo>
                    <a:pt x="1335183" y="1487811"/>
                  </a:lnTo>
                  <a:lnTo>
                    <a:pt x="1335188" y="1487821"/>
                  </a:lnTo>
                  <a:lnTo>
                    <a:pt x="1335189" y="1487833"/>
                  </a:lnTo>
                  <a:lnTo>
                    <a:pt x="1335189" y="1487848"/>
                  </a:lnTo>
                  <a:lnTo>
                    <a:pt x="1335187" y="1487855"/>
                  </a:lnTo>
                  <a:lnTo>
                    <a:pt x="1335186" y="1487860"/>
                  </a:lnTo>
                  <a:lnTo>
                    <a:pt x="1335184" y="1487865"/>
                  </a:lnTo>
                  <a:lnTo>
                    <a:pt x="1335180" y="1487875"/>
                  </a:lnTo>
                  <a:lnTo>
                    <a:pt x="1335176" y="1487879"/>
                  </a:lnTo>
                  <a:lnTo>
                    <a:pt x="1335170" y="1487884"/>
                  </a:lnTo>
                  <a:lnTo>
                    <a:pt x="1335156" y="1487892"/>
                  </a:lnTo>
                  <a:lnTo>
                    <a:pt x="1335136" y="1487895"/>
                  </a:lnTo>
                  <a:lnTo>
                    <a:pt x="1335122" y="1487895"/>
                  </a:lnTo>
                  <a:lnTo>
                    <a:pt x="1335113" y="1487896"/>
                  </a:lnTo>
                  <a:lnTo>
                    <a:pt x="1335105" y="1487896"/>
                  </a:lnTo>
                  <a:lnTo>
                    <a:pt x="1335107" y="1487902"/>
                  </a:lnTo>
                  <a:lnTo>
                    <a:pt x="1335111" y="1487909"/>
                  </a:lnTo>
                  <a:lnTo>
                    <a:pt x="1335115" y="1487914"/>
                  </a:lnTo>
                  <a:lnTo>
                    <a:pt x="1335121" y="1487923"/>
                  </a:lnTo>
                  <a:lnTo>
                    <a:pt x="1335128" y="1487933"/>
                  </a:lnTo>
                  <a:lnTo>
                    <a:pt x="1335134" y="1487940"/>
                  </a:lnTo>
                  <a:lnTo>
                    <a:pt x="1335140" y="1487948"/>
                  </a:lnTo>
                  <a:lnTo>
                    <a:pt x="1335142" y="1487957"/>
                  </a:lnTo>
                  <a:lnTo>
                    <a:pt x="1335143" y="1487964"/>
                  </a:lnTo>
                  <a:lnTo>
                    <a:pt x="1335144" y="1487970"/>
                  </a:lnTo>
                  <a:lnTo>
                    <a:pt x="1335144" y="1487975"/>
                  </a:lnTo>
                  <a:lnTo>
                    <a:pt x="1335146" y="1487983"/>
                  </a:lnTo>
                  <a:lnTo>
                    <a:pt x="1335146" y="1487991"/>
                  </a:lnTo>
                  <a:lnTo>
                    <a:pt x="1335139" y="1487993"/>
                  </a:lnTo>
                  <a:lnTo>
                    <a:pt x="1335128" y="1487990"/>
                  </a:lnTo>
                  <a:lnTo>
                    <a:pt x="1335132" y="1488001"/>
                  </a:lnTo>
                  <a:lnTo>
                    <a:pt x="1335132" y="1488007"/>
                  </a:lnTo>
                  <a:lnTo>
                    <a:pt x="1335129" y="1488011"/>
                  </a:lnTo>
                  <a:lnTo>
                    <a:pt x="1335126" y="1488016"/>
                  </a:lnTo>
                  <a:lnTo>
                    <a:pt x="1335122" y="1488021"/>
                  </a:lnTo>
                  <a:lnTo>
                    <a:pt x="1335118" y="1488030"/>
                  </a:lnTo>
                  <a:lnTo>
                    <a:pt x="1335114" y="1488037"/>
                  </a:lnTo>
                  <a:lnTo>
                    <a:pt x="1335107" y="1488045"/>
                  </a:lnTo>
                  <a:lnTo>
                    <a:pt x="1335100" y="1488049"/>
                  </a:lnTo>
                  <a:lnTo>
                    <a:pt x="1335094" y="1488049"/>
                  </a:lnTo>
                  <a:lnTo>
                    <a:pt x="1335088" y="1488049"/>
                  </a:lnTo>
                  <a:lnTo>
                    <a:pt x="1335079" y="1488047"/>
                  </a:lnTo>
                  <a:lnTo>
                    <a:pt x="1335074" y="1488046"/>
                  </a:lnTo>
                  <a:lnTo>
                    <a:pt x="1335065" y="1488042"/>
                  </a:lnTo>
                  <a:lnTo>
                    <a:pt x="1335060" y="1488041"/>
                  </a:lnTo>
                  <a:lnTo>
                    <a:pt x="1335057" y="1488044"/>
                  </a:lnTo>
                  <a:lnTo>
                    <a:pt x="1335054" y="1488056"/>
                  </a:lnTo>
                  <a:lnTo>
                    <a:pt x="1335051" y="1488063"/>
                  </a:lnTo>
                  <a:lnTo>
                    <a:pt x="1335048" y="1488072"/>
                  </a:lnTo>
                  <a:lnTo>
                    <a:pt x="1335045" y="1488084"/>
                  </a:lnTo>
                  <a:lnTo>
                    <a:pt x="1335044" y="1488090"/>
                  </a:lnTo>
                  <a:lnTo>
                    <a:pt x="1335043" y="1488097"/>
                  </a:lnTo>
                  <a:lnTo>
                    <a:pt x="1335043" y="1488110"/>
                  </a:lnTo>
                  <a:lnTo>
                    <a:pt x="1335043" y="1488116"/>
                  </a:lnTo>
                  <a:lnTo>
                    <a:pt x="1335042" y="1488123"/>
                  </a:lnTo>
                  <a:lnTo>
                    <a:pt x="1335039" y="1488132"/>
                  </a:lnTo>
                  <a:lnTo>
                    <a:pt x="1335037" y="1488139"/>
                  </a:lnTo>
                  <a:lnTo>
                    <a:pt x="1335035" y="1488147"/>
                  </a:lnTo>
                  <a:lnTo>
                    <a:pt x="1335033" y="1488157"/>
                  </a:lnTo>
                  <a:lnTo>
                    <a:pt x="1335030" y="1488169"/>
                  </a:lnTo>
                  <a:lnTo>
                    <a:pt x="1335030" y="1488181"/>
                  </a:lnTo>
                  <a:lnTo>
                    <a:pt x="1335029" y="1488187"/>
                  </a:lnTo>
                  <a:lnTo>
                    <a:pt x="1335027" y="1488192"/>
                  </a:lnTo>
                  <a:lnTo>
                    <a:pt x="1335023" y="1488201"/>
                  </a:lnTo>
                  <a:lnTo>
                    <a:pt x="1335017" y="1488207"/>
                  </a:lnTo>
                  <a:lnTo>
                    <a:pt x="1335012" y="1488213"/>
                  </a:lnTo>
                  <a:lnTo>
                    <a:pt x="1335002" y="1488220"/>
                  </a:lnTo>
                  <a:lnTo>
                    <a:pt x="1334994" y="1488229"/>
                  </a:lnTo>
                  <a:lnTo>
                    <a:pt x="1334990" y="1488239"/>
                  </a:lnTo>
                  <a:lnTo>
                    <a:pt x="1334987" y="1488248"/>
                  </a:lnTo>
                  <a:lnTo>
                    <a:pt x="1334982" y="1488253"/>
                  </a:lnTo>
                  <a:lnTo>
                    <a:pt x="1334976" y="1488259"/>
                  </a:lnTo>
                  <a:lnTo>
                    <a:pt x="1334970" y="1488265"/>
                  </a:lnTo>
                  <a:lnTo>
                    <a:pt x="1334961" y="1488271"/>
                  </a:lnTo>
                  <a:lnTo>
                    <a:pt x="1334955" y="1488274"/>
                  </a:lnTo>
                  <a:lnTo>
                    <a:pt x="1334950" y="1488276"/>
                  </a:lnTo>
                  <a:lnTo>
                    <a:pt x="1334944" y="1488281"/>
                  </a:lnTo>
                  <a:lnTo>
                    <a:pt x="1334936" y="1488287"/>
                  </a:lnTo>
                  <a:lnTo>
                    <a:pt x="1334932" y="1488290"/>
                  </a:lnTo>
                  <a:lnTo>
                    <a:pt x="1334922" y="1488300"/>
                  </a:lnTo>
                  <a:lnTo>
                    <a:pt x="1334917" y="1488305"/>
                  </a:lnTo>
                  <a:lnTo>
                    <a:pt x="1334899" y="1488321"/>
                  </a:lnTo>
                  <a:lnTo>
                    <a:pt x="1334896" y="1488327"/>
                  </a:lnTo>
                  <a:lnTo>
                    <a:pt x="1334893" y="1488332"/>
                  </a:lnTo>
                  <a:lnTo>
                    <a:pt x="1334891" y="1488338"/>
                  </a:lnTo>
                  <a:lnTo>
                    <a:pt x="1334890" y="1488347"/>
                  </a:lnTo>
                  <a:lnTo>
                    <a:pt x="1334890" y="1488352"/>
                  </a:lnTo>
                  <a:lnTo>
                    <a:pt x="1334891" y="1488359"/>
                  </a:lnTo>
                  <a:lnTo>
                    <a:pt x="1334891" y="1488366"/>
                  </a:lnTo>
                  <a:lnTo>
                    <a:pt x="1334890" y="1488379"/>
                  </a:lnTo>
                  <a:lnTo>
                    <a:pt x="1334887" y="1488396"/>
                  </a:lnTo>
                  <a:lnTo>
                    <a:pt x="1334884" y="1488402"/>
                  </a:lnTo>
                  <a:lnTo>
                    <a:pt x="1334881" y="1488413"/>
                  </a:lnTo>
                  <a:lnTo>
                    <a:pt x="1334874" y="1488428"/>
                  </a:lnTo>
                  <a:lnTo>
                    <a:pt x="1334871" y="1488436"/>
                  </a:lnTo>
                  <a:lnTo>
                    <a:pt x="1334867" y="1488448"/>
                  </a:lnTo>
                  <a:lnTo>
                    <a:pt x="1334863" y="1488459"/>
                  </a:lnTo>
                  <a:lnTo>
                    <a:pt x="1334861" y="1488470"/>
                  </a:lnTo>
                  <a:lnTo>
                    <a:pt x="1334858" y="1488483"/>
                  </a:lnTo>
                  <a:lnTo>
                    <a:pt x="1334858" y="1488490"/>
                  </a:lnTo>
                  <a:lnTo>
                    <a:pt x="1334859" y="1488498"/>
                  </a:lnTo>
                  <a:lnTo>
                    <a:pt x="1334861" y="1488503"/>
                  </a:lnTo>
                  <a:lnTo>
                    <a:pt x="1334862" y="1488514"/>
                  </a:lnTo>
                  <a:lnTo>
                    <a:pt x="1334862" y="1488523"/>
                  </a:lnTo>
                  <a:lnTo>
                    <a:pt x="1334856" y="1488528"/>
                  </a:lnTo>
                  <a:lnTo>
                    <a:pt x="1334852" y="1488531"/>
                  </a:lnTo>
                  <a:lnTo>
                    <a:pt x="1334847" y="1488534"/>
                  </a:lnTo>
                  <a:lnTo>
                    <a:pt x="1334838" y="1488538"/>
                  </a:lnTo>
                  <a:lnTo>
                    <a:pt x="1334833" y="1488541"/>
                  </a:lnTo>
                  <a:lnTo>
                    <a:pt x="1334827" y="1488544"/>
                  </a:lnTo>
                  <a:lnTo>
                    <a:pt x="1334822" y="1488548"/>
                  </a:lnTo>
                  <a:lnTo>
                    <a:pt x="1334818" y="1488552"/>
                  </a:lnTo>
                  <a:lnTo>
                    <a:pt x="1334814" y="1488556"/>
                  </a:lnTo>
                  <a:lnTo>
                    <a:pt x="1334809" y="1488561"/>
                  </a:lnTo>
                  <a:lnTo>
                    <a:pt x="1334801" y="1488568"/>
                  </a:lnTo>
                  <a:lnTo>
                    <a:pt x="1334795" y="1488568"/>
                  </a:lnTo>
                  <a:lnTo>
                    <a:pt x="1334789" y="1488567"/>
                  </a:lnTo>
                  <a:lnTo>
                    <a:pt x="1334785" y="1488565"/>
                  </a:lnTo>
                  <a:lnTo>
                    <a:pt x="1334780" y="1488564"/>
                  </a:lnTo>
                  <a:lnTo>
                    <a:pt x="1334768" y="1488568"/>
                  </a:lnTo>
                  <a:lnTo>
                    <a:pt x="1334755" y="1488577"/>
                  </a:lnTo>
                  <a:lnTo>
                    <a:pt x="1334744" y="1488586"/>
                  </a:lnTo>
                  <a:lnTo>
                    <a:pt x="1334729" y="1488599"/>
                  </a:lnTo>
                  <a:lnTo>
                    <a:pt x="1334722" y="1488605"/>
                  </a:lnTo>
                  <a:lnTo>
                    <a:pt x="1334715" y="1488610"/>
                  </a:lnTo>
                  <a:lnTo>
                    <a:pt x="1334708" y="1488612"/>
                  </a:lnTo>
                  <a:lnTo>
                    <a:pt x="1334701" y="1488612"/>
                  </a:lnTo>
                  <a:lnTo>
                    <a:pt x="1334690" y="1488611"/>
                  </a:lnTo>
                  <a:lnTo>
                    <a:pt x="1334664" y="1488606"/>
                  </a:lnTo>
                  <a:lnTo>
                    <a:pt x="1334655" y="1488604"/>
                  </a:lnTo>
                  <a:lnTo>
                    <a:pt x="1334642" y="1488601"/>
                  </a:lnTo>
                  <a:lnTo>
                    <a:pt x="1334631" y="1488597"/>
                  </a:lnTo>
                  <a:lnTo>
                    <a:pt x="1334621" y="1488592"/>
                  </a:lnTo>
                  <a:lnTo>
                    <a:pt x="1334602" y="1488584"/>
                  </a:lnTo>
                  <a:lnTo>
                    <a:pt x="1334579" y="1488577"/>
                  </a:lnTo>
                  <a:lnTo>
                    <a:pt x="1334568" y="1488576"/>
                  </a:lnTo>
                  <a:lnTo>
                    <a:pt x="1334560" y="1488577"/>
                  </a:lnTo>
                  <a:lnTo>
                    <a:pt x="1334548" y="1488580"/>
                  </a:lnTo>
                  <a:lnTo>
                    <a:pt x="1334539" y="1488581"/>
                  </a:lnTo>
                  <a:lnTo>
                    <a:pt x="1334528" y="1488580"/>
                  </a:lnTo>
                  <a:lnTo>
                    <a:pt x="1334521" y="1488578"/>
                  </a:lnTo>
                  <a:lnTo>
                    <a:pt x="1334502" y="1488572"/>
                  </a:lnTo>
                  <a:lnTo>
                    <a:pt x="1334486" y="1488571"/>
                  </a:lnTo>
                  <a:lnTo>
                    <a:pt x="1334477" y="1488571"/>
                  </a:lnTo>
                  <a:lnTo>
                    <a:pt x="1334472" y="1488572"/>
                  </a:lnTo>
                  <a:lnTo>
                    <a:pt x="1334467" y="1488573"/>
                  </a:lnTo>
                  <a:lnTo>
                    <a:pt x="1334462" y="1488575"/>
                  </a:lnTo>
                  <a:lnTo>
                    <a:pt x="1334447" y="1488577"/>
                  </a:lnTo>
                  <a:lnTo>
                    <a:pt x="1334435" y="1488578"/>
                  </a:lnTo>
                  <a:lnTo>
                    <a:pt x="1334424" y="1488578"/>
                  </a:lnTo>
                  <a:lnTo>
                    <a:pt x="1334414" y="1488576"/>
                  </a:lnTo>
                  <a:lnTo>
                    <a:pt x="1334400" y="1488573"/>
                  </a:lnTo>
                  <a:lnTo>
                    <a:pt x="1334386" y="1488570"/>
                  </a:lnTo>
                  <a:lnTo>
                    <a:pt x="1334367" y="1488569"/>
                  </a:lnTo>
                  <a:lnTo>
                    <a:pt x="1334358" y="1488569"/>
                  </a:lnTo>
                  <a:lnTo>
                    <a:pt x="1334340" y="1488572"/>
                  </a:lnTo>
                  <a:lnTo>
                    <a:pt x="1334313" y="1488575"/>
                  </a:lnTo>
                  <a:lnTo>
                    <a:pt x="1334306" y="1488576"/>
                  </a:lnTo>
                  <a:lnTo>
                    <a:pt x="1334301" y="1488577"/>
                  </a:lnTo>
                  <a:lnTo>
                    <a:pt x="1334284" y="1488577"/>
                  </a:lnTo>
                  <a:lnTo>
                    <a:pt x="1334271" y="1488576"/>
                  </a:lnTo>
                  <a:lnTo>
                    <a:pt x="1334255" y="1488574"/>
                  </a:lnTo>
                  <a:lnTo>
                    <a:pt x="1334249" y="1488573"/>
                  </a:lnTo>
                  <a:lnTo>
                    <a:pt x="1334245" y="1488572"/>
                  </a:lnTo>
                  <a:lnTo>
                    <a:pt x="1334227" y="1488566"/>
                  </a:lnTo>
                  <a:lnTo>
                    <a:pt x="1334219" y="1488562"/>
                  </a:lnTo>
                  <a:lnTo>
                    <a:pt x="1334195" y="1488555"/>
                  </a:lnTo>
                  <a:lnTo>
                    <a:pt x="1334184" y="1488553"/>
                  </a:lnTo>
                  <a:lnTo>
                    <a:pt x="1334133" y="1488533"/>
                  </a:lnTo>
                  <a:lnTo>
                    <a:pt x="1334118" y="1488528"/>
                  </a:lnTo>
                  <a:lnTo>
                    <a:pt x="1334111" y="1488526"/>
                  </a:lnTo>
                  <a:lnTo>
                    <a:pt x="1334106" y="1488525"/>
                  </a:lnTo>
                  <a:lnTo>
                    <a:pt x="1334075" y="1488524"/>
                  </a:lnTo>
                  <a:lnTo>
                    <a:pt x="1334068" y="1488525"/>
                  </a:lnTo>
                  <a:lnTo>
                    <a:pt x="1334056" y="1488528"/>
                  </a:lnTo>
                  <a:lnTo>
                    <a:pt x="1334040" y="1488531"/>
                  </a:lnTo>
                  <a:lnTo>
                    <a:pt x="1334033" y="1488533"/>
                  </a:lnTo>
                  <a:lnTo>
                    <a:pt x="1334027" y="1488536"/>
                  </a:lnTo>
                  <a:lnTo>
                    <a:pt x="1334016" y="1488540"/>
                  </a:lnTo>
                  <a:lnTo>
                    <a:pt x="1334000" y="1488546"/>
                  </a:lnTo>
                  <a:lnTo>
                    <a:pt x="1333986" y="1488551"/>
                  </a:lnTo>
                  <a:lnTo>
                    <a:pt x="1333969" y="1488558"/>
                  </a:lnTo>
                  <a:lnTo>
                    <a:pt x="1333952" y="1488576"/>
                  </a:lnTo>
                  <a:lnTo>
                    <a:pt x="1333947" y="1488580"/>
                  </a:lnTo>
                  <a:lnTo>
                    <a:pt x="1333935" y="1488588"/>
                  </a:lnTo>
                  <a:lnTo>
                    <a:pt x="1333929" y="1488593"/>
                  </a:lnTo>
                  <a:lnTo>
                    <a:pt x="1333926" y="1488596"/>
                  </a:lnTo>
                  <a:lnTo>
                    <a:pt x="1333920" y="1488597"/>
                  </a:lnTo>
                  <a:lnTo>
                    <a:pt x="1333914" y="1488599"/>
                  </a:lnTo>
                  <a:lnTo>
                    <a:pt x="1333906" y="1488602"/>
                  </a:lnTo>
                  <a:lnTo>
                    <a:pt x="1333881" y="1488602"/>
                  </a:lnTo>
                  <a:lnTo>
                    <a:pt x="1333875" y="1488603"/>
                  </a:lnTo>
                  <a:lnTo>
                    <a:pt x="1333867" y="1488604"/>
                  </a:lnTo>
                  <a:lnTo>
                    <a:pt x="1333863" y="1488606"/>
                  </a:lnTo>
                  <a:lnTo>
                    <a:pt x="1333858" y="1488609"/>
                  </a:lnTo>
                  <a:lnTo>
                    <a:pt x="1333851" y="1488613"/>
                  </a:lnTo>
                  <a:lnTo>
                    <a:pt x="1333844" y="1488619"/>
                  </a:lnTo>
                  <a:lnTo>
                    <a:pt x="1333839" y="1488624"/>
                  </a:lnTo>
                  <a:lnTo>
                    <a:pt x="1333832" y="1488633"/>
                  </a:lnTo>
                  <a:lnTo>
                    <a:pt x="1333823" y="1488643"/>
                  </a:lnTo>
                  <a:lnTo>
                    <a:pt x="1333814" y="1488649"/>
                  </a:lnTo>
                  <a:lnTo>
                    <a:pt x="1333805" y="1488656"/>
                  </a:lnTo>
                  <a:lnTo>
                    <a:pt x="1333801" y="1488659"/>
                  </a:lnTo>
                  <a:lnTo>
                    <a:pt x="1333793" y="1488666"/>
                  </a:lnTo>
                  <a:lnTo>
                    <a:pt x="1333786" y="1488673"/>
                  </a:lnTo>
                  <a:lnTo>
                    <a:pt x="1333776" y="1488685"/>
                  </a:lnTo>
                  <a:lnTo>
                    <a:pt x="1333757" y="1488708"/>
                  </a:lnTo>
                  <a:lnTo>
                    <a:pt x="1333742" y="1488728"/>
                  </a:lnTo>
                  <a:lnTo>
                    <a:pt x="1333729" y="1488737"/>
                  </a:lnTo>
                  <a:lnTo>
                    <a:pt x="1333722" y="1488743"/>
                  </a:lnTo>
                  <a:lnTo>
                    <a:pt x="1333716" y="1488748"/>
                  </a:lnTo>
                  <a:lnTo>
                    <a:pt x="1333709" y="1488756"/>
                  </a:lnTo>
                  <a:lnTo>
                    <a:pt x="1333705" y="1488761"/>
                  </a:lnTo>
                  <a:lnTo>
                    <a:pt x="1333699" y="1488771"/>
                  </a:lnTo>
                  <a:lnTo>
                    <a:pt x="1333695" y="1488777"/>
                  </a:lnTo>
                  <a:lnTo>
                    <a:pt x="1333688" y="1488787"/>
                  </a:lnTo>
                  <a:lnTo>
                    <a:pt x="1333677" y="1488797"/>
                  </a:lnTo>
                  <a:lnTo>
                    <a:pt x="1333660" y="1488808"/>
                  </a:lnTo>
                  <a:lnTo>
                    <a:pt x="1333655" y="1488813"/>
                  </a:lnTo>
                  <a:lnTo>
                    <a:pt x="1333650" y="1488818"/>
                  </a:lnTo>
                  <a:lnTo>
                    <a:pt x="1333644" y="1488828"/>
                  </a:lnTo>
                  <a:lnTo>
                    <a:pt x="1333641" y="1488836"/>
                  </a:lnTo>
                  <a:lnTo>
                    <a:pt x="1333639" y="1488843"/>
                  </a:lnTo>
                  <a:lnTo>
                    <a:pt x="1333637" y="1488853"/>
                  </a:lnTo>
                  <a:lnTo>
                    <a:pt x="1333628" y="1488864"/>
                  </a:lnTo>
                  <a:lnTo>
                    <a:pt x="1333618" y="1488873"/>
                  </a:lnTo>
                  <a:lnTo>
                    <a:pt x="1333610" y="1488879"/>
                  </a:lnTo>
                  <a:lnTo>
                    <a:pt x="1333606" y="1488882"/>
                  </a:lnTo>
                  <a:lnTo>
                    <a:pt x="1333602" y="1488884"/>
                  </a:lnTo>
                  <a:lnTo>
                    <a:pt x="1333597" y="1488885"/>
                  </a:lnTo>
                  <a:lnTo>
                    <a:pt x="1333582" y="1488889"/>
                  </a:lnTo>
                  <a:lnTo>
                    <a:pt x="1333565" y="1488894"/>
                  </a:lnTo>
                  <a:lnTo>
                    <a:pt x="1333548" y="1488900"/>
                  </a:lnTo>
                  <a:lnTo>
                    <a:pt x="1333539" y="1488904"/>
                  </a:lnTo>
                  <a:lnTo>
                    <a:pt x="1333528" y="1488909"/>
                  </a:lnTo>
                  <a:lnTo>
                    <a:pt x="1333524" y="1488913"/>
                  </a:lnTo>
                  <a:lnTo>
                    <a:pt x="1333521" y="1488920"/>
                  </a:lnTo>
                  <a:lnTo>
                    <a:pt x="1333521" y="1488926"/>
                  </a:lnTo>
                  <a:lnTo>
                    <a:pt x="1333517" y="1488936"/>
                  </a:lnTo>
                  <a:lnTo>
                    <a:pt x="1333511" y="1488943"/>
                  </a:lnTo>
                  <a:lnTo>
                    <a:pt x="1333506" y="1488947"/>
                  </a:lnTo>
                  <a:lnTo>
                    <a:pt x="1333502" y="1488951"/>
                  </a:lnTo>
                  <a:lnTo>
                    <a:pt x="1333496" y="1488955"/>
                  </a:lnTo>
                  <a:lnTo>
                    <a:pt x="1333491" y="1488961"/>
                  </a:lnTo>
                  <a:lnTo>
                    <a:pt x="1333506" y="1488980"/>
                  </a:lnTo>
                  <a:lnTo>
                    <a:pt x="1333514" y="1488989"/>
                  </a:lnTo>
                  <a:lnTo>
                    <a:pt x="1333524" y="1489001"/>
                  </a:lnTo>
                  <a:lnTo>
                    <a:pt x="1333537" y="1489021"/>
                  </a:lnTo>
                  <a:lnTo>
                    <a:pt x="1333540" y="1489026"/>
                  </a:lnTo>
                  <a:lnTo>
                    <a:pt x="1333545" y="1489035"/>
                  </a:lnTo>
                  <a:lnTo>
                    <a:pt x="1333556" y="1489048"/>
                  </a:lnTo>
                  <a:lnTo>
                    <a:pt x="1333567" y="1489058"/>
                  </a:lnTo>
                  <a:lnTo>
                    <a:pt x="1333584" y="1489070"/>
                  </a:lnTo>
                  <a:lnTo>
                    <a:pt x="1333598" y="1489078"/>
                  </a:lnTo>
                  <a:lnTo>
                    <a:pt x="1333606" y="1489081"/>
                  </a:lnTo>
                  <a:lnTo>
                    <a:pt x="1333613" y="1489086"/>
                  </a:lnTo>
                  <a:lnTo>
                    <a:pt x="1333617" y="1489094"/>
                  </a:lnTo>
                  <a:lnTo>
                    <a:pt x="1333625" y="1489112"/>
                  </a:lnTo>
                  <a:lnTo>
                    <a:pt x="1333629" y="1489119"/>
                  </a:lnTo>
                  <a:lnTo>
                    <a:pt x="1333634" y="1489126"/>
                  </a:lnTo>
                  <a:lnTo>
                    <a:pt x="1333641" y="1489133"/>
                  </a:lnTo>
                  <a:lnTo>
                    <a:pt x="1333663" y="1489154"/>
                  </a:lnTo>
                  <a:lnTo>
                    <a:pt x="1333679" y="1489165"/>
                  </a:lnTo>
                  <a:lnTo>
                    <a:pt x="1333686" y="1489169"/>
                  </a:lnTo>
                  <a:lnTo>
                    <a:pt x="1333698" y="1489176"/>
                  </a:lnTo>
                  <a:lnTo>
                    <a:pt x="1333719" y="1489188"/>
                  </a:lnTo>
                  <a:lnTo>
                    <a:pt x="1333740" y="1489200"/>
                  </a:lnTo>
                  <a:lnTo>
                    <a:pt x="1333751" y="1489212"/>
                  </a:lnTo>
                  <a:lnTo>
                    <a:pt x="1333759" y="1489223"/>
                  </a:lnTo>
                  <a:lnTo>
                    <a:pt x="1333769" y="1489240"/>
                  </a:lnTo>
                  <a:lnTo>
                    <a:pt x="1333780" y="1489255"/>
                  </a:lnTo>
                  <a:lnTo>
                    <a:pt x="1333785" y="1489264"/>
                  </a:lnTo>
                  <a:lnTo>
                    <a:pt x="1333799" y="1489290"/>
                  </a:lnTo>
                  <a:lnTo>
                    <a:pt x="1333800" y="1489295"/>
                  </a:lnTo>
                  <a:lnTo>
                    <a:pt x="1333804" y="1489314"/>
                  </a:lnTo>
                  <a:lnTo>
                    <a:pt x="1333805" y="1489320"/>
                  </a:lnTo>
                  <a:lnTo>
                    <a:pt x="1333806" y="1489328"/>
                  </a:lnTo>
                  <a:lnTo>
                    <a:pt x="1333808" y="1489335"/>
                  </a:lnTo>
                  <a:lnTo>
                    <a:pt x="1333819" y="1489358"/>
                  </a:lnTo>
                  <a:lnTo>
                    <a:pt x="1333838" y="1489386"/>
                  </a:lnTo>
                  <a:lnTo>
                    <a:pt x="1333845" y="1489393"/>
                  </a:lnTo>
                  <a:lnTo>
                    <a:pt x="1333852" y="1489401"/>
                  </a:lnTo>
                  <a:lnTo>
                    <a:pt x="1333856" y="1489410"/>
                  </a:lnTo>
                  <a:lnTo>
                    <a:pt x="1333853" y="1489416"/>
                  </a:lnTo>
                  <a:lnTo>
                    <a:pt x="1333842" y="1489432"/>
                  </a:lnTo>
                  <a:lnTo>
                    <a:pt x="1333835" y="1489440"/>
                  </a:lnTo>
                  <a:lnTo>
                    <a:pt x="1333828" y="1489455"/>
                  </a:lnTo>
                  <a:lnTo>
                    <a:pt x="1333830" y="1489467"/>
                  </a:lnTo>
                  <a:lnTo>
                    <a:pt x="1333835" y="1489476"/>
                  </a:lnTo>
                  <a:lnTo>
                    <a:pt x="1333842" y="1489490"/>
                  </a:lnTo>
                  <a:lnTo>
                    <a:pt x="1333849" y="1489501"/>
                  </a:lnTo>
                  <a:lnTo>
                    <a:pt x="1333853" y="1489506"/>
                  </a:lnTo>
                  <a:lnTo>
                    <a:pt x="1333855" y="1489513"/>
                  </a:lnTo>
                  <a:lnTo>
                    <a:pt x="1333854" y="1489522"/>
                  </a:lnTo>
                  <a:lnTo>
                    <a:pt x="1333851" y="1489531"/>
                  </a:lnTo>
                  <a:lnTo>
                    <a:pt x="1333851" y="1489547"/>
                  </a:lnTo>
                  <a:lnTo>
                    <a:pt x="1333852" y="1489554"/>
                  </a:lnTo>
                  <a:lnTo>
                    <a:pt x="1333851" y="1489559"/>
                  </a:lnTo>
                  <a:lnTo>
                    <a:pt x="1333849" y="1489566"/>
                  </a:lnTo>
                  <a:lnTo>
                    <a:pt x="1333846" y="1489571"/>
                  </a:lnTo>
                  <a:lnTo>
                    <a:pt x="1333842" y="1489578"/>
                  </a:lnTo>
                  <a:lnTo>
                    <a:pt x="1333839" y="1489583"/>
                  </a:lnTo>
                  <a:lnTo>
                    <a:pt x="1333835" y="1489591"/>
                  </a:lnTo>
                  <a:lnTo>
                    <a:pt x="1333835" y="1489597"/>
                  </a:lnTo>
                  <a:lnTo>
                    <a:pt x="1333838" y="1489608"/>
                  </a:lnTo>
                  <a:lnTo>
                    <a:pt x="1333842" y="1489613"/>
                  </a:lnTo>
                  <a:lnTo>
                    <a:pt x="1333845" y="1489620"/>
                  </a:lnTo>
                  <a:lnTo>
                    <a:pt x="1333849" y="1489628"/>
                  </a:lnTo>
                  <a:lnTo>
                    <a:pt x="1333857" y="1489638"/>
                  </a:lnTo>
                  <a:lnTo>
                    <a:pt x="1333862" y="1489645"/>
                  </a:lnTo>
                  <a:lnTo>
                    <a:pt x="1333870" y="1489655"/>
                  </a:lnTo>
                  <a:lnTo>
                    <a:pt x="1333886" y="1489670"/>
                  </a:lnTo>
                  <a:lnTo>
                    <a:pt x="1333892" y="1489674"/>
                  </a:lnTo>
                  <a:lnTo>
                    <a:pt x="1333898" y="1489682"/>
                  </a:lnTo>
                  <a:lnTo>
                    <a:pt x="1333897" y="1489689"/>
                  </a:lnTo>
                  <a:lnTo>
                    <a:pt x="1333895" y="1489694"/>
                  </a:lnTo>
                  <a:lnTo>
                    <a:pt x="1333892" y="1489704"/>
                  </a:lnTo>
                  <a:lnTo>
                    <a:pt x="1333890" y="1489710"/>
                  </a:lnTo>
                  <a:lnTo>
                    <a:pt x="1333890" y="1489717"/>
                  </a:lnTo>
                  <a:lnTo>
                    <a:pt x="1333892" y="1489728"/>
                  </a:lnTo>
                  <a:lnTo>
                    <a:pt x="1333897" y="1489737"/>
                  </a:lnTo>
                  <a:lnTo>
                    <a:pt x="1333901" y="1489748"/>
                  </a:lnTo>
                  <a:lnTo>
                    <a:pt x="1333899" y="1489760"/>
                  </a:lnTo>
                  <a:lnTo>
                    <a:pt x="1333899" y="1489767"/>
                  </a:lnTo>
                  <a:lnTo>
                    <a:pt x="1333899" y="1489774"/>
                  </a:lnTo>
                  <a:lnTo>
                    <a:pt x="1333901" y="1489779"/>
                  </a:lnTo>
                  <a:lnTo>
                    <a:pt x="1333908" y="1489787"/>
                  </a:lnTo>
                  <a:lnTo>
                    <a:pt x="1333914" y="1489792"/>
                  </a:lnTo>
                  <a:lnTo>
                    <a:pt x="1333920" y="1489797"/>
                  </a:lnTo>
                  <a:lnTo>
                    <a:pt x="1333923" y="1489806"/>
                  </a:lnTo>
                  <a:lnTo>
                    <a:pt x="1333918" y="1489816"/>
                  </a:lnTo>
                  <a:lnTo>
                    <a:pt x="1333914" y="1489822"/>
                  </a:lnTo>
                  <a:lnTo>
                    <a:pt x="1333913" y="1489830"/>
                  </a:lnTo>
                  <a:lnTo>
                    <a:pt x="1333919" y="1489839"/>
                  </a:lnTo>
                  <a:lnTo>
                    <a:pt x="1333930" y="1489843"/>
                  </a:lnTo>
                  <a:lnTo>
                    <a:pt x="1333937" y="1489846"/>
                  </a:lnTo>
                  <a:lnTo>
                    <a:pt x="1333942" y="1489850"/>
                  </a:lnTo>
                  <a:lnTo>
                    <a:pt x="1333947" y="1489854"/>
                  </a:lnTo>
                  <a:lnTo>
                    <a:pt x="1333955" y="1489862"/>
                  </a:lnTo>
                  <a:lnTo>
                    <a:pt x="1333962" y="1489872"/>
                  </a:lnTo>
                  <a:lnTo>
                    <a:pt x="1333967" y="1489880"/>
                  </a:lnTo>
                  <a:lnTo>
                    <a:pt x="1333972" y="1489884"/>
                  </a:lnTo>
                  <a:lnTo>
                    <a:pt x="1333976" y="1489889"/>
                  </a:lnTo>
                  <a:lnTo>
                    <a:pt x="1333977" y="1489895"/>
                  </a:lnTo>
                  <a:lnTo>
                    <a:pt x="1333976" y="1489901"/>
                  </a:lnTo>
                  <a:lnTo>
                    <a:pt x="1333973" y="1489909"/>
                  </a:lnTo>
                  <a:lnTo>
                    <a:pt x="1333970" y="1489917"/>
                  </a:lnTo>
                  <a:lnTo>
                    <a:pt x="1333967" y="1489924"/>
                  </a:lnTo>
                  <a:lnTo>
                    <a:pt x="1333965" y="1489932"/>
                  </a:lnTo>
                  <a:lnTo>
                    <a:pt x="1333962" y="1489937"/>
                  </a:lnTo>
                  <a:lnTo>
                    <a:pt x="1333961" y="1489945"/>
                  </a:lnTo>
                  <a:lnTo>
                    <a:pt x="1333959" y="1489952"/>
                  </a:lnTo>
                  <a:lnTo>
                    <a:pt x="1333958" y="1489957"/>
                  </a:lnTo>
                  <a:lnTo>
                    <a:pt x="1333957" y="1489965"/>
                  </a:lnTo>
                  <a:lnTo>
                    <a:pt x="1333957" y="1489974"/>
                  </a:lnTo>
                  <a:lnTo>
                    <a:pt x="1333958" y="1489981"/>
                  </a:lnTo>
                  <a:lnTo>
                    <a:pt x="1333956" y="1489991"/>
                  </a:lnTo>
                  <a:lnTo>
                    <a:pt x="1333955" y="1489998"/>
                  </a:lnTo>
                  <a:lnTo>
                    <a:pt x="1333953" y="1490008"/>
                  </a:lnTo>
                  <a:lnTo>
                    <a:pt x="1333947" y="1490020"/>
                  </a:lnTo>
                  <a:lnTo>
                    <a:pt x="1333943" y="1490024"/>
                  </a:lnTo>
                  <a:lnTo>
                    <a:pt x="1333940" y="1490028"/>
                  </a:lnTo>
                  <a:lnTo>
                    <a:pt x="1333936" y="1490035"/>
                  </a:lnTo>
                  <a:lnTo>
                    <a:pt x="1333934" y="1490041"/>
                  </a:lnTo>
                  <a:lnTo>
                    <a:pt x="1333933" y="1490051"/>
                  </a:lnTo>
                  <a:lnTo>
                    <a:pt x="1333933" y="1490059"/>
                  </a:lnTo>
                  <a:lnTo>
                    <a:pt x="1333932" y="1490070"/>
                  </a:lnTo>
                  <a:lnTo>
                    <a:pt x="1333930" y="1490082"/>
                  </a:lnTo>
                  <a:lnTo>
                    <a:pt x="1333928" y="1490096"/>
                  </a:lnTo>
                  <a:lnTo>
                    <a:pt x="1333927" y="1490104"/>
                  </a:lnTo>
                  <a:lnTo>
                    <a:pt x="1333925" y="1490110"/>
                  </a:lnTo>
                  <a:lnTo>
                    <a:pt x="1333923" y="1490115"/>
                  </a:lnTo>
                  <a:lnTo>
                    <a:pt x="1333921" y="1490123"/>
                  </a:lnTo>
                  <a:lnTo>
                    <a:pt x="1333915" y="1490132"/>
                  </a:lnTo>
                  <a:lnTo>
                    <a:pt x="1333911" y="1490135"/>
                  </a:lnTo>
                  <a:lnTo>
                    <a:pt x="1333902" y="1490139"/>
                  </a:lnTo>
                  <a:lnTo>
                    <a:pt x="1333896" y="1490141"/>
                  </a:lnTo>
                  <a:lnTo>
                    <a:pt x="1333885" y="1490145"/>
                  </a:lnTo>
                  <a:lnTo>
                    <a:pt x="1333878" y="1490148"/>
                  </a:lnTo>
                  <a:lnTo>
                    <a:pt x="1333870" y="1490150"/>
                  </a:lnTo>
                  <a:lnTo>
                    <a:pt x="1333863" y="1490153"/>
                  </a:lnTo>
                  <a:lnTo>
                    <a:pt x="1333863" y="1490159"/>
                  </a:lnTo>
                  <a:lnTo>
                    <a:pt x="1333863" y="1490169"/>
                  </a:lnTo>
                  <a:lnTo>
                    <a:pt x="1333863" y="1490175"/>
                  </a:lnTo>
                  <a:lnTo>
                    <a:pt x="1333861" y="1490181"/>
                  </a:lnTo>
                  <a:lnTo>
                    <a:pt x="1333857" y="1490187"/>
                  </a:lnTo>
                  <a:lnTo>
                    <a:pt x="1333852" y="1490191"/>
                  </a:lnTo>
                  <a:lnTo>
                    <a:pt x="1333846" y="1490199"/>
                  </a:lnTo>
                  <a:lnTo>
                    <a:pt x="1333843" y="1490204"/>
                  </a:lnTo>
                  <a:lnTo>
                    <a:pt x="1333840" y="1490210"/>
                  </a:lnTo>
                  <a:lnTo>
                    <a:pt x="1333837" y="1490217"/>
                  </a:lnTo>
                  <a:lnTo>
                    <a:pt x="1333836" y="1490225"/>
                  </a:lnTo>
                  <a:lnTo>
                    <a:pt x="1333836" y="1490230"/>
                  </a:lnTo>
                  <a:lnTo>
                    <a:pt x="1333834" y="1490236"/>
                  </a:lnTo>
                  <a:lnTo>
                    <a:pt x="1333831" y="1490241"/>
                  </a:lnTo>
                  <a:lnTo>
                    <a:pt x="1333827" y="1490248"/>
                  </a:lnTo>
                  <a:lnTo>
                    <a:pt x="1333820" y="1490257"/>
                  </a:lnTo>
                  <a:lnTo>
                    <a:pt x="1333815" y="1490260"/>
                  </a:lnTo>
                  <a:lnTo>
                    <a:pt x="1333807" y="1490265"/>
                  </a:lnTo>
                  <a:lnTo>
                    <a:pt x="1333802" y="1490269"/>
                  </a:lnTo>
                  <a:lnTo>
                    <a:pt x="1333793" y="1490271"/>
                  </a:lnTo>
                  <a:lnTo>
                    <a:pt x="1333788" y="1490272"/>
                  </a:lnTo>
                  <a:lnTo>
                    <a:pt x="1333780" y="1490272"/>
                  </a:lnTo>
                  <a:lnTo>
                    <a:pt x="1333771" y="1490271"/>
                  </a:lnTo>
                  <a:lnTo>
                    <a:pt x="1333763" y="1490269"/>
                  </a:lnTo>
                  <a:lnTo>
                    <a:pt x="1333757" y="1490269"/>
                  </a:lnTo>
                  <a:lnTo>
                    <a:pt x="1333743" y="1490271"/>
                  </a:lnTo>
                  <a:lnTo>
                    <a:pt x="1333736" y="1490274"/>
                  </a:lnTo>
                  <a:lnTo>
                    <a:pt x="1333730" y="1490277"/>
                  </a:lnTo>
                  <a:lnTo>
                    <a:pt x="1333726" y="1490279"/>
                  </a:lnTo>
                  <a:lnTo>
                    <a:pt x="1333721" y="1490283"/>
                  </a:lnTo>
                  <a:lnTo>
                    <a:pt x="1333716" y="1490286"/>
                  </a:lnTo>
                  <a:lnTo>
                    <a:pt x="1333708" y="1490291"/>
                  </a:lnTo>
                  <a:lnTo>
                    <a:pt x="1333703" y="1490293"/>
                  </a:lnTo>
                  <a:lnTo>
                    <a:pt x="1333698" y="1490295"/>
                  </a:lnTo>
                  <a:lnTo>
                    <a:pt x="1333692" y="1490299"/>
                  </a:lnTo>
                  <a:lnTo>
                    <a:pt x="1333687" y="1490303"/>
                  </a:lnTo>
                  <a:lnTo>
                    <a:pt x="1333682" y="1490307"/>
                  </a:lnTo>
                  <a:lnTo>
                    <a:pt x="1333675" y="1490311"/>
                  </a:lnTo>
                  <a:lnTo>
                    <a:pt x="1333670" y="1490314"/>
                  </a:lnTo>
                  <a:lnTo>
                    <a:pt x="1333661" y="1490317"/>
                  </a:lnTo>
                  <a:lnTo>
                    <a:pt x="1333646" y="1490319"/>
                  </a:lnTo>
                  <a:lnTo>
                    <a:pt x="1333631" y="1490321"/>
                  </a:lnTo>
                  <a:lnTo>
                    <a:pt x="1333607" y="1490324"/>
                  </a:lnTo>
                  <a:lnTo>
                    <a:pt x="1333599" y="1490328"/>
                  </a:lnTo>
                  <a:lnTo>
                    <a:pt x="1333587" y="1490334"/>
                  </a:lnTo>
                  <a:lnTo>
                    <a:pt x="1333576" y="1490341"/>
                  </a:lnTo>
                  <a:lnTo>
                    <a:pt x="1333568" y="1490347"/>
                  </a:lnTo>
                  <a:lnTo>
                    <a:pt x="1333563" y="1490352"/>
                  </a:lnTo>
                  <a:lnTo>
                    <a:pt x="1333557" y="1490360"/>
                  </a:lnTo>
                  <a:lnTo>
                    <a:pt x="1333553" y="1490365"/>
                  </a:lnTo>
                  <a:lnTo>
                    <a:pt x="1333540" y="1490377"/>
                  </a:lnTo>
                  <a:lnTo>
                    <a:pt x="1333525" y="1490385"/>
                  </a:lnTo>
                  <a:lnTo>
                    <a:pt x="1333514" y="1490390"/>
                  </a:lnTo>
                  <a:lnTo>
                    <a:pt x="1333500" y="1490396"/>
                  </a:lnTo>
                  <a:lnTo>
                    <a:pt x="1333485" y="1490402"/>
                  </a:lnTo>
                  <a:lnTo>
                    <a:pt x="1333480" y="1490403"/>
                  </a:lnTo>
                  <a:lnTo>
                    <a:pt x="1333474" y="1490403"/>
                  </a:lnTo>
                  <a:lnTo>
                    <a:pt x="1333467" y="1490403"/>
                  </a:lnTo>
                  <a:lnTo>
                    <a:pt x="1333451" y="1490401"/>
                  </a:lnTo>
                  <a:lnTo>
                    <a:pt x="1333440" y="1490398"/>
                  </a:lnTo>
                  <a:lnTo>
                    <a:pt x="1333430" y="1490393"/>
                  </a:lnTo>
                  <a:lnTo>
                    <a:pt x="1333421" y="1490391"/>
                  </a:lnTo>
                  <a:lnTo>
                    <a:pt x="1333401" y="1490388"/>
                  </a:lnTo>
                  <a:lnTo>
                    <a:pt x="1333390" y="1490386"/>
                  </a:lnTo>
                  <a:lnTo>
                    <a:pt x="1333380" y="1490384"/>
                  </a:lnTo>
                  <a:lnTo>
                    <a:pt x="1333372" y="1490381"/>
                  </a:lnTo>
                  <a:lnTo>
                    <a:pt x="1333365" y="1490375"/>
                  </a:lnTo>
                  <a:lnTo>
                    <a:pt x="1333360" y="1490370"/>
                  </a:lnTo>
                  <a:lnTo>
                    <a:pt x="1333340" y="1490355"/>
                  </a:lnTo>
                  <a:lnTo>
                    <a:pt x="1333333" y="1490353"/>
                  </a:lnTo>
                  <a:lnTo>
                    <a:pt x="1333329" y="1490352"/>
                  </a:lnTo>
                  <a:lnTo>
                    <a:pt x="1333325" y="1490351"/>
                  </a:lnTo>
                  <a:lnTo>
                    <a:pt x="1333320" y="1490349"/>
                  </a:lnTo>
                  <a:lnTo>
                    <a:pt x="1333313" y="1490344"/>
                  </a:lnTo>
                  <a:lnTo>
                    <a:pt x="1333302" y="1490336"/>
                  </a:lnTo>
                  <a:lnTo>
                    <a:pt x="1333293" y="1490331"/>
                  </a:lnTo>
                  <a:lnTo>
                    <a:pt x="1333287" y="1490329"/>
                  </a:lnTo>
                  <a:lnTo>
                    <a:pt x="1333271" y="1490329"/>
                  </a:lnTo>
                  <a:lnTo>
                    <a:pt x="1333252" y="1490327"/>
                  </a:lnTo>
                  <a:lnTo>
                    <a:pt x="1333241" y="1490325"/>
                  </a:lnTo>
                  <a:lnTo>
                    <a:pt x="1333233" y="1490320"/>
                  </a:lnTo>
                  <a:lnTo>
                    <a:pt x="1333227" y="1490315"/>
                  </a:lnTo>
                  <a:lnTo>
                    <a:pt x="1333214" y="1490302"/>
                  </a:lnTo>
                  <a:lnTo>
                    <a:pt x="1333204" y="1490286"/>
                  </a:lnTo>
                  <a:lnTo>
                    <a:pt x="1333197" y="1490273"/>
                  </a:lnTo>
                  <a:lnTo>
                    <a:pt x="1333190" y="1490268"/>
                  </a:lnTo>
                  <a:lnTo>
                    <a:pt x="1333184" y="1490268"/>
                  </a:lnTo>
                  <a:lnTo>
                    <a:pt x="1333173" y="1490276"/>
                  </a:lnTo>
                  <a:lnTo>
                    <a:pt x="1333161" y="1490284"/>
                  </a:lnTo>
                  <a:lnTo>
                    <a:pt x="1333156" y="1490284"/>
                  </a:lnTo>
                  <a:lnTo>
                    <a:pt x="1333141" y="1490284"/>
                  </a:lnTo>
                  <a:lnTo>
                    <a:pt x="1333130" y="1490283"/>
                  </a:lnTo>
                  <a:lnTo>
                    <a:pt x="1333116" y="1490281"/>
                  </a:lnTo>
                  <a:lnTo>
                    <a:pt x="1333101" y="1490279"/>
                  </a:lnTo>
                  <a:lnTo>
                    <a:pt x="1333093" y="1490282"/>
                  </a:lnTo>
                  <a:lnTo>
                    <a:pt x="1333091" y="1490287"/>
                  </a:lnTo>
                  <a:lnTo>
                    <a:pt x="1333091" y="1490295"/>
                  </a:lnTo>
                  <a:lnTo>
                    <a:pt x="1333096" y="1490308"/>
                  </a:lnTo>
                  <a:lnTo>
                    <a:pt x="1333092" y="1490315"/>
                  </a:lnTo>
                  <a:lnTo>
                    <a:pt x="1333084" y="1490317"/>
                  </a:lnTo>
                  <a:lnTo>
                    <a:pt x="1333070" y="1490315"/>
                  </a:lnTo>
                  <a:lnTo>
                    <a:pt x="1333060" y="1490313"/>
                  </a:lnTo>
                  <a:lnTo>
                    <a:pt x="1333038" y="1490307"/>
                  </a:lnTo>
                  <a:lnTo>
                    <a:pt x="1333027" y="1490299"/>
                  </a:lnTo>
                  <a:lnTo>
                    <a:pt x="1333016" y="1490290"/>
                  </a:lnTo>
                  <a:lnTo>
                    <a:pt x="1333005" y="1490279"/>
                  </a:lnTo>
                  <a:lnTo>
                    <a:pt x="1332998" y="1490276"/>
                  </a:lnTo>
                  <a:lnTo>
                    <a:pt x="1332985" y="1490277"/>
                  </a:lnTo>
                  <a:lnTo>
                    <a:pt x="1332978" y="1490278"/>
                  </a:lnTo>
                  <a:lnTo>
                    <a:pt x="1332966" y="1490279"/>
                  </a:lnTo>
                  <a:lnTo>
                    <a:pt x="1332956" y="1490278"/>
                  </a:lnTo>
                  <a:lnTo>
                    <a:pt x="1332947" y="1490274"/>
                  </a:lnTo>
                  <a:lnTo>
                    <a:pt x="1332940" y="1490270"/>
                  </a:lnTo>
                  <a:lnTo>
                    <a:pt x="1332934" y="1490265"/>
                  </a:lnTo>
                  <a:lnTo>
                    <a:pt x="1332928" y="1490256"/>
                  </a:lnTo>
                  <a:lnTo>
                    <a:pt x="1332915" y="1490239"/>
                  </a:lnTo>
                  <a:lnTo>
                    <a:pt x="1332909" y="1490230"/>
                  </a:lnTo>
                  <a:lnTo>
                    <a:pt x="1332902" y="1490220"/>
                  </a:lnTo>
                  <a:lnTo>
                    <a:pt x="1332896" y="1490208"/>
                  </a:lnTo>
                  <a:lnTo>
                    <a:pt x="1332890" y="1490200"/>
                  </a:lnTo>
                  <a:lnTo>
                    <a:pt x="1332885" y="1490197"/>
                  </a:lnTo>
                  <a:lnTo>
                    <a:pt x="1332879" y="1490195"/>
                  </a:lnTo>
                  <a:lnTo>
                    <a:pt x="1332868" y="1490196"/>
                  </a:lnTo>
                  <a:lnTo>
                    <a:pt x="1332856" y="1490195"/>
                  </a:lnTo>
                  <a:lnTo>
                    <a:pt x="1332846" y="1490195"/>
                  </a:lnTo>
                  <a:lnTo>
                    <a:pt x="1332835" y="1490194"/>
                  </a:lnTo>
                  <a:lnTo>
                    <a:pt x="1332828" y="1490192"/>
                  </a:lnTo>
                  <a:lnTo>
                    <a:pt x="1332821" y="1490189"/>
                  </a:lnTo>
                  <a:lnTo>
                    <a:pt x="1332817" y="1490186"/>
                  </a:lnTo>
                  <a:lnTo>
                    <a:pt x="1332807" y="1490183"/>
                  </a:lnTo>
                  <a:lnTo>
                    <a:pt x="1332799" y="1490180"/>
                  </a:lnTo>
                  <a:lnTo>
                    <a:pt x="1332782" y="1490177"/>
                  </a:lnTo>
                  <a:lnTo>
                    <a:pt x="1332766" y="1490176"/>
                  </a:lnTo>
                  <a:lnTo>
                    <a:pt x="1332755" y="1490177"/>
                  </a:lnTo>
                  <a:lnTo>
                    <a:pt x="1332747" y="1490176"/>
                  </a:lnTo>
                  <a:lnTo>
                    <a:pt x="1332741" y="1490174"/>
                  </a:lnTo>
                  <a:lnTo>
                    <a:pt x="1332733" y="1490172"/>
                  </a:lnTo>
                  <a:lnTo>
                    <a:pt x="1332725" y="1490167"/>
                  </a:lnTo>
                  <a:lnTo>
                    <a:pt x="1332713" y="1490163"/>
                  </a:lnTo>
                  <a:lnTo>
                    <a:pt x="1332699" y="1490161"/>
                  </a:lnTo>
                  <a:lnTo>
                    <a:pt x="1332687" y="1490161"/>
                  </a:lnTo>
                  <a:lnTo>
                    <a:pt x="1332670" y="1490157"/>
                  </a:lnTo>
                  <a:lnTo>
                    <a:pt x="1332655" y="1490145"/>
                  </a:lnTo>
                  <a:lnTo>
                    <a:pt x="1332633" y="1490129"/>
                  </a:lnTo>
                  <a:lnTo>
                    <a:pt x="1332625" y="1490119"/>
                  </a:lnTo>
                  <a:lnTo>
                    <a:pt x="1332620" y="1490113"/>
                  </a:lnTo>
                  <a:lnTo>
                    <a:pt x="1332613" y="1490107"/>
                  </a:lnTo>
                  <a:lnTo>
                    <a:pt x="1332609" y="1490103"/>
                  </a:lnTo>
                  <a:lnTo>
                    <a:pt x="1332592" y="1490093"/>
                  </a:lnTo>
                  <a:lnTo>
                    <a:pt x="1332578" y="1490086"/>
                  </a:lnTo>
                  <a:lnTo>
                    <a:pt x="1332568" y="1490085"/>
                  </a:lnTo>
                  <a:lnTo>
                    <a:pt x="1332558" y="1490087"/>
                  </a:lnTo>
                  <a:lnTo>
                    <a:pt x="1332549" y="1490089"/>
                  </a:lnTo>
                  <a:lnTo>
                    <a:pt x="1332529" y="1490097"/>
                  </a:lnTo>
                  <a:lnTo>
                    <a:pt x="1332506" y="1490106"/>
                  </a:lnTo>
                  <a:lnTo>
                    <a:pt x="1332493" y="1490108"/>
                  </a:lnTo>
                  <a:lnTo>
                    <a:pt x="1332482" y="1490105"/>
                  </a:lnTo>
                  <a:lnTo>
                    <a:pt x="1332470" y="1490103"/>
                  </a:lnTo>
                  <a:lnTo>
                    <a:pt x="1332458" y="1490103"/>
                  </a:lnTo>
                  <a:lnTo>
                    <a:pt x="1332448" y="1490106"/>
                  </a:lnTo>
                  <a:lnTo>
                    <a:pt x="1332435" y="1490115"/>
                  </a:lnTo>
                  <a:lnTo>
                    <a:pt x="1332422" y="1490127"/>
                  </a:lnTo>
                  <a:lnTo>
                    <a:pt x="1332418" y="1490131"/>
                  </a:lnTo>
                  <a:lnTo>
                    <a:pt x="1332411" y="1490137"/>
                  </a:lnTo>
                  <a:lnTo>
                    <a:pt x="1332400" y="1490145"/>
                  </a:lnTo>
                  <a:lnTo>
                    <a:pt x="1332387" y="1490152"/>
                  </a:lnTo>
                  <a:lnTo>
                    <a:pt x="1332370" y="1490159"/>
                  </a:lnTo>
                  <a:lnTo>
                    <a:pt x="1332353" y="1490162"/>
                  </a:lnTo>
                  <a:lnTo>
                    <a:pt x="1332334" y="1490166"/>
                  </a:lnTo>
                  <a:lnTo>
                    <a:pt x="1332329" y="1490168"/>
                  </a:lnTo>
                  <a:lnTo>
                    <a:pt x="1332307" y="1490176"/>
                  </a:lnTo>
                  <a:lnTo>
                    <a:pt x="1332301" y="1490180"/>
                  </a:lnTo>
                  <a:lnTo>
                    <a:pt x="1332296" y="1490183"/>
                  </a:lnTo>
                  <a:lnTo>
                    <a:pt x="1332289" y="1490186"/>
                  </a:lnTo>
                  <a:lnTo>
                    <a:pt x="1332282" y="1490190"/>
                  </a:lnTo>
                  <a:lnTo>
                    <a:pt x="1332260" y="1490197"/>
                  </a:lnTo>
                  <a:lnTo>
                    <a:pt x="1332244" y="1490203"/>
                  </a:lnTo>
                  <a:lnTo>
                    <a:pt x="1332239" y="1490204"/>
                  </a:lnTo>
                  <a:lnTo>
                    <a:pt x="1332235" y="1490206"/>
                  </a:lnTo>
                  <a:lnTo>
                    <a:pt x="1332229" y="1490208"/>
                  </a:lnTo>
                  <a:lnTo>
                    <a:pt x="1332225" y="1490210"/>
                  </a:lnTo>
                  <a:lnTo>
                    <a:pt x="1332220" y="1490213"/>
                  </a:lnTo>
                  <a:lnTo>
                    <a:pt x="1332210" y="1490217"/>
                  </a:lnTo>
                  <a:lnTo>
                    <a:pt x="1332206" y="1490220"/>
                  </a:lnTo>
                  <a:lnTo>
                    <a:pt x="1332198" y="1490223"/>
                  </a:lnTo>
                  <a:lnTo>
                    <a:pt x="1332191" y="1490224"/>
                  </a:lnTo>
                  <a:lnTo>
                    <a:pt x="1332183" y="1490222"/>
                  </a:lnTo>
                  <a:lnTo>
                    <a:pt x="1332175" y="1490219"/>
                  </a:lnTo>
                  <a:lnTo>
                    <a:pt x="1332168" y="1490216"/>
                  </a:lnTo>
                  <a:lnTo>
                    <a:pt x="1332160" y="1490211"/>
                  </a:lnTo>
                  <a:lnTo>
                    <a:pt x="1332154" y="1490209"/>
                  </a:lnTo>
                  <a:lnTo>
                    <a:pt x="1332142" y="1490209"/>
                  </a:lnTo>
                  <a:lnTo>
                    <a:pt x="1332137" y="1490211"/>
                  </a:lnTo>
                  <a:lnTo>
                    <a:pt x="1332133" y="1490213"/>
                  </a:lnTo>
                  <a:lnTo>
                    <a:pt x="1332128" y="1490218"/>
                  </a:lnTo>
                  <a:lnTo>
                    <a:pt x="1332123" y="1490222"/>
                  </a:lnTo>
                  <a:lnTo>
                    <a:pt x="1332112" y="1490230"/>
                  </a:lnTo>
                  <a:lnTo>
                    <a:pt x="1332098" y="1490235"/>
                  </a:lnTo>
                  <a:lnTo>
                    <a:pt x="1332091" y="1490236"/>
                  </a:lnTo>
                  <a:lnTo>
                    <a:pt x="1332081" y="1490239"/>
                  </a:lnTo>
                  <a:lnTo>
                    <a:pt x="1332076" y="1490242"/>
                  </a:lnTo>
                  <a:lnTo>
                    <a:pt x="1332064" y="1490255"/>
                  </a:lnTo>
                  <a:lnTo>
                    <a:pt x="1332057" y="1490259"/>
                  </a:lnTo>
                  <a:lnTo>
                    <a:pt x="1332048" y="1490262"/>
                  </a:lnTo>
                  <a:lnTo>
                    <a:pt x="1332032" y="1490262"/>
                  </a:lnTo>
                  <a:lnTo>
                    <a:pt x="1332019" y="1490259"/>
                  </a:lnTo>
                  <a:lnTo>
                    <a:pt x="1332012" y="1490260"/>
                  </a:lnTo>
                  <a:lnTo>
                    <a:pt x="1332007" y="1490262"/>
                  </a:lnTo>
                  <a:lnTo>
                    <a:pt x="1332003" y="1490267"/>
                  </a:lnTo>
                  <a:lnTo>
                    <a:pt x="1331987" y="1490279"/>
                  </a:lnTo>
                  <a:lnTo>
                    <a:pt x="1331971" y="1490288"/>
                  </a:lnTo>
                  <a:lnTo>
                    <a:pt x="1331953" y="1490298"/>
                  </a:lnTo>
                  <a:lnTo>
                    <a:pt x="1331938" y="1490301"/>
                  </a:lnTo>
                  <a:lnTo>
                    <a:pt x="1331928" y="1490302"/>
                  </a:lnTo>
                  <a:lnTo>
                    <a:pt x="1331917" y="1490303"/>
                  </a:lnTo>
                  <a:lnTo>
                    <a:pt x="1331898" y="1490300"/>
                  </a:lnTo>
                  <a:lnTo>
                    <a:pt x="1331884" y="1490298"/>
                  </a:lnTo>
                  <a:lnTo>
                    <a:pt x="1331872" y="1490300"/>
                  </a:lnTo>
                  <a:lnTo>
                    <a:pt x="1331865" y="1490302"/>
                  </a:lnTo>
                  <a:lnTo>
                    <a:pt x="1331859" y="1490304"/>
                  </a:lnTo>
                  <a:lnTo>
                    <a:pt x="1331854" y="1490307"/>
                  </a:lnTo>
                  <a:lnTo>
                    <a:pt x="1331849" y="1490311"/>
                  </a:lnTo>
                  <a:lnTo>
                    <a:pt x="1331839" y="1490319"/>
                  </a:lnTo>
                  <a:lnTo>
                    <a:pt x="1331825" y="1490329"/>
                  </a:lnTo>
                  <a:lnTo>
                    <a:pt x="1331812" y="1490338"/>
                  </a:lnTo>
                  <a:lnTo>
                    <a:pt x="1331801" y="1490346"/>
                  </a:lnTo>
                  <a:lnTo>
                    <a:pt x="1331794" y="1490354"/>
                  </a:lnTo>
                  <a:lnTo>
                    <a:pt x="1331787" y="1490361"/>
                  </a:lnTo>
                  <a:lnTo>
                    <a:pt x="1331783" y="1490364"/>
                  </a:lnTo>
                  <a:lnTo>
                    <a:pt x="1331777" y="1490371"/>
                  </a:lnTo>
                  <a:lnTo>
                    <a:pt x="1331774" y="1490375"/>
                  </a:lnTo>
                  <a:lnTo>
                    <a:pt x="1331770" y="1490380"/>
                  </a:lnTo>
                  <a:lnTo>
                    <a:pt x="1331762" y="1490388"/>
                  </a:lnTo>
                  <a:lnTo>
                    <a:pt x="1331756" y="1490400"/>
                  </a:lnTo>
                  <a:lnTo>
                    <a:pt x="1331744" y="1490410"/>
                  </a:lnTo>
                  <a:lnTo>
                    <a:pt x="1331738" y="1490415"/>
                  </a:lnTo>
                  <a:lnTo>
                    <a:pt x="1331730" y="1490419"/>
                  </a:lnTo>
                  <a:lnTo>
                    <a:pt x="1331726" y="1490422"/>
                  </a:lnTo>
                  <a:lnTo>
                    <a:pt x="1331721" y="1490422"/>
                  </a:lnTo>
                  <a:lnTo>
                    <a:pt x="1331714" y="1490422"/>
                  </a:lnTo>
                  <a:lnTo>
                    <a:pt x="1331707" y="1490423"/>
                  </a:lnTo>
                  <a:lnTo>
                    <a:pt x="1331694" y="1490429"/>
                  </a:lnTo>
                  <a:lnTo>
                    <a:pt x="1331689" y="1490434"/>
                  </a:lnTo>
                  <a:lnTo>
                    <a:pt x="1331673" y="1490447"/>
                  </a:lnTo>
                  <a:lnTo>
                    <a:pt x="1331667" y="1490450"/>
                  </a:lnTo>
                  <a:lnTo>
                    <a:pt x="1331662" y="1490455"/>
                  </a:lnTo>
                  <a:lnTo>
                    <a:pt x="1331658" y="1490460"/>
                  </a:lnTo>
                  <a:lnTo>
                    <a:pt x="1331652" y="1490465"/>
                  </a:lnTo>
                  <a:lnTo>
                    <a:pt x="1331646" y="1490468"/>
                  </a:lnTo>
                  <a:lnTo>
                    <a:pt x="1331637" y="1490476"/>
                  </a:lnTo>
                  <a:lnTo>
                    <a:pt x="1331632" y="1490480"/>
                  </a:lnTo>
                  <a:lnTo>
                    <a:pt x="1331627" y="1490485"/>
                  </a:lnTo>
                  <a:lnTo>
                    <a:pt x="1331615" y="1490493"/>
                  </a:lnTo>
                  <a:lnTo>
                    <a:pt x="1331606" y="1490499"/>
                  </a:lnTo>
                  <a:lnTo>
                    <a:pt x="1331597" y="1490504"/>
                  </a:lnTo>
                  <a:lnTo>
                    <a:pt x="1331588" y="1490506"/>
                  </a:lnTo>
                  <a:lnTo>
                    <a:pt x="1331572" y="1490467"/>
                  </a:lnTo>
                  <a:lnTo>
                    <a:pt x="1331564" y="1490456"/>
                  </a:lnTo>
                  <a:lnTo>
                    <a:pt x="1331555" y="1490447"/>
                  </a:lnTo>
                  <a:lnTo>
                    <a:pt x="1331541" y="1490437"/>
                  </a:lnTo>
                  <a:lnTo>
                    <a:pt x="1331520" y="1490427"/>
                  </a:lnTo>
                  <a:lnTo>
                    <a:pt x="1331508" y="1490422"/>
                  </a:lnTo>
                  <a:lnTo>
                    <a:pt x="1331499" y="1490418"/>
                  </a:lnTo>
                  <a:lnTo>
                    <a:pt x="1331490" y="1490412"/>
                  </a:lnTo>
                  <a:lnTo>
                    <a:pt x="1331484" y="1490407"/>
                  </a:lnTo>
                  <a:lnTo>
                    <a:pt x="1331477" y="1490406"/>
                  </a:lnTo>
                  <a:lnTo>
                    <a:pt x="1331467" y="1490407"/>
                  </a:lnTo>
                  <a:lnTo>
                    <a:pt x="1331459" y="1490408"/>
                  </a:lnTo>
                  <a:lnTo>
                    <a:pt x="1331451" y="1490411"/>
                  </a:lnTo>
                  <a:lnTo>
                    <a:pt x="1331442" y="1490421"/>
                  </a:lnTo>
                  <a:lnTo>
                    <a:pt x="1331432" y="1490430"/>
                  </a:lnTo>
                  <a:lnTo>
                    <a:pt x="1331418" y="1490444"/>
                  </a:lnTo>
                  <a:lnTo>
                    <a:pt x="1331409" y="1490449"/>
                  </a:lnTo>
                  <a:lnTo>
                    <a:pt x="1331394" y="1490452"/>
                  </a:lnTo>
                  <a:lnTo>
                    <a:pt x="1331387" y="1490454"/>
                  </a:lnTo>
                  <a:lnTo>
                    <a:pt x="1331380" y="1490457"/>
                  </a:lnTo>
                  <a:lnTo>
                    <a:pt x="1331371" y="1490460"/>
                  </a:lnTo>
                  <a:lnTo>
                    <a:pt x="1331362" y="1490463"/>
                  </a:lnTo>
                  <a:lnTo>
                    <a:pt x="1331354" y="1490466"/>
                  </a:lnTo>
                  <a:lnTo>
                    <a:pt x="1331328" y="1490477"/>
                  </a:lnTo>
                  <a:lnTo>
                    <a:pt x="1331309" y="1490497"/>
                  </a:lnTo>
                  <a:lnTo>
                    <a:pt x="1331290" y="1490507"/>
                  </a:lnTo>
                  <a:lnTo>
                    <a:pt x="1331268" y="1490512"/>
                  </a:lnTo>
                  <a:lnTo>
                    <a:pt x="1331246" y="1490490"/>
                  </a:lnTo>
                  <a:lnTo>
                    <a:pt x="1331235" y="1490466"/>
                  </a:lnTo>
                  <a:lnTo>
                    <a:pt x="1331230" y="1490446"/>
                  </a:lnTo>
                  <a:lnTo>
                    <a:pt x="1331215" y="1490420"/>
                  </a:lnTo>
                  <a:lnTo>
                    <a:pt x="1331179" y="1490377"/>
                  </a:lnTo>
                  <a:lnTo>
                    <a:pt x="1331163" y="1490363"/>
                  </a:lnTo>
                  <a:lnTo>
                    <a:pt x="1331151" y="1490352"/>
                  </a:lnTo>
                  <a:lnTo>
                    <a:pt x="1331140" y="1490338"/>
                  </a:lnTo>
                  <a:lnTo>
                    <a:pt x="1331130" y="1490324"/>
                  </a:lnTo>
                  <a:lnTo>
                    <a:pt x="1331119" y="1490313"/>
                  </a:lnTo>
                  <a:lnTo>
                    <a:pt x="1331117" y="1490308"/>
                  </a:lnTo>
                  <a:lnTo>
                    <a:pt x="1331115" y="1490303"/>
                  </a:lnTo>
                  <a:lnTo>
                    <a:pt x="1331113" y="1490297"/>
                  </a:lnTo>
                  <a:lnTo>
                    <a:pt x="1331112" y="1490289"/>
                  </a:lnTo>
                  <a:lnTo>
                    <a:pt x="1331112" y="1490282"/>
                  </a:lnTo>
                  <a:lnTo>
                    <a:pt x="1331115" y="1490275"/>
                  </a:lnTo>
                  <a:lnTo>
                    <a:pt x="1331117" y="1490270"/>
                  </a:lnTo>
                  <a:lnTo>
                    <a:pt x="1331117" y="1490263"/>
                  </a:lnTo>
                  <a:lnTo>
                    <a:pt x="1331113" y="1490258"/>
                  </a:lnTo>
                  <a:lnTo>
                    <a:pt x="1331106" y="1490255"/>
                  </a:lnTo>
                  <a:lnTo>
                    <a:pt x="1331083" y="1490244"/>
                  </a:lnTo>
                  <a:lnTo>
                    <a:pt x="1331077" y="1490239"/>
                  </a:lnTo>
                  <a:lnTo>
                    <a:pt x="1331068" y="1490232"/>
                  </a:lnTo>
                  <a:lnTo>
                    <a:pt x="1331062" y="1490224"/>
                  </a:lnTo>
                  <a:lnTo>
                    <a:pt x="1331058" y="1490219"/>
                  </a:lnTo>
                  <a:lnTo>
                    <a:pt x="1331052" y="1490211"/>
                  </a:lnTo>
                  <a:lnTo>
                    <a:pt x="1331046" y="1490202"/>
                  </a:lnTo>
                  <a:lnTo>
                    <a:pt x="1331042" y="1490197"/>
                  </a:lnTo>
                  <a:lnTo>
                    <a:pt x="1331038" y="1490187"/>
                  </a:lnTo>
                  <a:lnTo>
                    <a:pt x="1331035" y="1490180"/>
                  </a:lnTo>
                  <a:lnTo>
                    <a:pt x="1331031" y="1490174"/>
                  </a:lnTo>
                  <a:lnTo>
                    <a:pt x="1331027" y="1490167"/>
                  </a:lnTo>
                  <a:lnTo>
                    <a:pt x="1331024" y="1490163"/>
                  </a:lnTo>
                  <a:lnTo>
                    <a:pt x="1331020" y="1490158"/>
                  </a:lnTo>
                  <a:lnTo>
                    <a:pt x="1331015" y="1490154"/>
                  </a:lnTo>
                  <a:lnTo>
                    <a:pt x="1331010" y="1490151"/>
                  </a:lnTo>
                  <a:lnTo>
                    <a:pt x="1331007" y="1490145"/>
                  </a:lnTo>
                  <a:lnTo>
                    <a:pt x="1331007" y="1490136"/>
                  </a:lnTo>
                  <a:lnTo>
                    <a:pt x="1331006" y="1490128"/>
                  </a:lnTo>
                  <a:lnTo>
                    <a:pt x="1331006" y="1490122"/>
                  </a:lnTo>
                  <a:lnTo>
                    <a:pt x="1331005" y="1490115"/>
                  </a:lnTo>
                  <a:lnTo>
                    <a:pt x="1331003" y="1490108"/>
                  </a:lnTo>
                  <a:lnTo>
                    <a:pt x="1331000" y="1490102"/>
                  </a:lnTo>
                  <a:lnTo>
                    <a:pt x="1330998" y="1490097"/>
                  </a:lnTo>
                  <a:lnTo>
                    <a:pt x="1330994" y="1490093"/>
                  </a:lnTo>
                  <a:lnTo>
                    <a:pt x="1330988" y="1490091"/>
                  </a:lnTo>
                  <a:lnTo>
                    <a:pt x="1330975" y="1490088"/>
                  </a:lnTo>
                  <a:lnTo>
                    <a:pt x="1330968" y="1490088"/>
                  </a:lnTo>
                  <a:lnTo>
                    <a:pt x="1330963" y="1490086"/>
                  </a:lnTo>
                  <a:lnTo>
                    <a:pt x="1330956" y="1490083"/>
                  </a:lnTo>
                  <a:lnTo>
                    <a:pt x="1330951" y="1490078"/>
                  </a:lnTo>
                  <a:lnTo>
                    <a:pt x="1330944" y="1490067"/>
                  </a:lnTo>
                  <a:lnTo>
                    <a:pt x="1330939" y="1490056"/>
                  </a:lnTo>
                  <a:lnTo>
                    <a:pt x="1330935" y="1490049"/>
                  </a:lnTo>
                  <a:lnTo>
                    <a:pt x="1330932" y="1490040"/>
                  </a:lnTo>
                  <a:lnTo>
                    <a:pt x="1330927" y="1490035"/>
                  </a:lnTo>
                  <a:lnTo>
                    <a:pt x="1330922" y="1490032"/>
                  </a:lnTo>
                  <a:lnTo>
                    <a:pt x="1330914" y="1490029"/>
                  </a:lnTo>
                  <a:lnTo>
                    <a:pt x="1330906" y="1490028"/>
                  </a:lnTo>
                  <a:lnTo>
                    <a:pt x="1330900" y="1490026"/>
                  </a:lnTo>
                  <a:lnTo>
                    <a:pt x="1330894" y="1490023"/>
                  </a:lnTo>
                  <a:lnTo>
                    <a:pt x="1330888" y="1490020"/>
                  </a:lnTo>
                  <a:lnTo>
                    <a:pt x="1330881" y="1490016"/>
                  </a:lnTo>
                  <a:lnTo>
                    <a:pt x="1330842" y="1489998"/>
                  </a:lnTo>
                  <a:lnTo>
                    <a:pt x="1330817" y="1489986"/>
                  </a:lnTo>
                  <a:lnTo>
                    <a:pt x="1330788" y="1489973"/>
                  </a:lnTo>
                  <a:lnTo>
                    <a:pt x="1330766" y="1489965"/>
                  </a:lnTo>
                  <a:lnTo>
                    <a:pt x="1330745" y="1489952"/>
                  </a:lnTo>
                  <a:lnTo>
                    <a:pt x="1330732" y="1489939"/>
                  </a:lnTo>
                  <a:lnTo>
                    <a:pt x="1330720" y="1489920"/>
                  </a:lnTo>
                  <a:lnTo>
                    <a:pt x="1330711" y="1489905"/>
                  </a:lnTo>
                  <a:lnTo>
                    <a:pt x="1330701" y="1489894"/>
                  </a:lnTo>
                  <a:lnTo>
                    <a:pt x="1330691" y="1489879"/>
                  </a:lnTo>
                  <a:lnTo>
                    <a:pt x="1330679" y="1489857"/>
                  </a:lnTo>
                  <a:lnTo>
                    <a:pt x="1330672" y="1489840"/>
                  </a:lnTo>
                  <a:lnTo>
                    <a:pt x="1330665" y="1489823"/>
                  </a:lnTo>
                  <a:lnTo>
                    <a:pt x="1330662" y="1489816"/>
                  </a:lnTo>
                  <a:lnTo>
                    <a:pt x="1330648" y="1489809"/>
                  </a:lnTo>
                  <a:lnTo>
                    <a:pt x="1330634" y="1489803"/>
                  </a:lnTo>
                  <a:lnTo>
                    <a:pt x="1330623" y="1489792"/>
                  </a:lnTo>
                  <a:lnTo>
                    <a:pt x="1330616" y="1489782"/>
                  </a:lnTo>
                  <a:lnTo>
                    <a:pt x="1330611" y="1489774"/>
                  </a:lnTo>
                  <a:lnTo>
                    <a:pt x="1330607" y="1489764"/>
                  </a:lnTo>
                  <a:lnTo>
                    <a:pt x="1330604" y="1489759"/>
                  </a:lnTo>
                  <a:lnTo>
                    <a:pt x="1330599" y="1489750"/>
                  </a:lnTo>
                  <a:lnTo>
                    <a:pt x="1330596" y="1489742"/>
                  </a:lnTo>
                  <a:lnTo>
                    <a:pt x="1330588" y="1489734"/>
                  </a:lnTo>
                  <a:lnTo>
                    <a:pt x="1330577" y="1489731"/>
                  </a:lnTo>
                  <a:lnTo>
                    <a:pt x="1330561" y="1489728"/>
                  </a:lnTo>
                  <a:lnTo>
                    <a:pt x="1330540" y="1489718"/>
                  </a:lnTo>
                  <a:lnTo>
                    <a:pt x="1330530" y="1489712"/>
                  </a:lnTo>
                  <a:lnTo>
                    <a:pt x="1330520" y="1489706"/>
                  </a:lnTo>
                  <a:lnTo>
                    <a:pt x="1330512" y="1489703"/>
                  </a:lnTo>
                  <a:lnTo>
                    <a:pt x="1330499" y="1489698"/>
                  </a:lnTo>
                  <a:lnTo>
                    <a:pt x="1330486" y="1489693"/>
                  </a:lnTo>
                  <a:lnTo>
                    <a:pt x="1330472" y="1489686"/>
                  </a:lnTo>
                  <a:lnTo>
                    <a:pt x="1330463" y="1489681"/>
                  </a:lnTo>
                  <a:lnTo>
                    <a:pt x="1330451" y="1489677"/>
                  </a:lnTo>
                  <a:lnTo>
                    <a:pt x="1330444" y="1489676"/>
                  </a:lnTo>
                  <a:lnTo>
                    <a:pt x="1330438" y="1489676"/>
                  </a:lnTo>
                  <a:lnTo>
                    <a:pt x="1330423" y="1489679"/>
                  </a:lnTo>
                  <a:lnTo>
                    <a:pt x="1330410" y="1489681"/>
                  </a:lnTo>
                  <a:lnTo>
                    <a:pt x="1330402" y="1489682"/>
                  </a:lnTo>
                  <a:lnTo>
                    <a:pt x="1330391" y="1489684"/>
                  </a:lnTo>
                  <a:lnTo>
                    <a:pt x="1330381" y="1489681"/>
                  </a:lnTo>
                  <a:lnTo>
                    <a:pt x="1330375" y="1489677"/>
                  </a:lnTo>
                  <a:lnTo>
                    <a:pt x="1330365" y="1489668"/>
                  </a:lnTo>
                  <a:lnTo>
                    <a:pt x="1330361" y="1489664"/>
                  </a:lnTo>
                  <a:lnTo>
                    <a:pt x="1330355" y="1489661"/>
                  </a:lnTo>
                  <a:lnTo>
                    <a:pt x="1330347" y="1489658"/>
                  </a:lnTo>
                  <a:lnTo>
                    <a:pt x="1330338" y="1489656"/>
                  </a:lnTo>
                  <a:lnTo>
                    <a:pt x="1330328" y="1489654"/>
                  </a:lnTo>
                  <a:lnTo>
                    <a:pt x="1330314" y="1489651"/>
                  </a:lnTo>
                  <a:lnTo>
                    <a:pt x="1330304" y="1489652"/>
                  </a:lnTo>
                  <a:lnTo>
                    <a:pt x="1330298" y="1489655"/>
                  </a:lnTo>
                  <a:lnTo>
                    <a:pt x="1330282" y="1489658"/>
                  </a:lnTo>
                  <a:lnTo>
                    <a:pt x="1330270" y="1489660"/>
                  </a:lnTo>
                  <a:lnTo>
                    <a:pt x="1330263" y="1489662"/>
                  </a:lnTo>
                  <a:lnTo>
                    <a:pt x="1330257" y="1489662"/>
                  </a:lnTo>
                  <a:lnTo>
                    <a:pt x="1330250" y="1489662"/>
                  </a:lnTo>
                  <a:lnTo>
                    <a:pt x="1330244" y="1489661"/>
                  </a:lnTo>
                  <a:lnTo>
                    <a:pt x="1330234" y="1489660"/>
                  </a:lnTo>
                  <a:lnTo>
                    <a:pt x="1330219" y="1489660"/>
                  </a:lnTo>
                  <a:lnTo>
                    <a:pt x="1330199" y="1489661"/>
                  </a:lnTo>
                  <a:lnTo>
                    <a:pt x="1330184" y="1489661"/>
                  </a:lnTo>
                  <a:lnTo>
                    <a:pt x="1330158" y="1489657"/>
                  </a:lnTo>
                  <a:lnTo>
                    <a:pt x="1330144" y="1489654"/>
                  </a:lnTo>
                  <a:lnTo>
                    <a:pt x="1330137" y="1489651"/>
                  </a:lnTo>
                  <a:lnTo>
                    <a:pt x="1330131" y="1489646"/>
                  </a:lnTo>
                  <a:lnTo>
                    <a:pt x="1330127" y="1489642"/>
                  </a:lnTo>
                  <a:lnTo>
                    <a:pt x="1330122" y="1489637"/>
                  </a:lnTo>
                  <a:lnTo>
                    <a:pt x="1330117" y="1489630"/>
                  </a:lnTo>
                  <a:lnTo>
                    <a:pt x="1330103" y="1489614"/>
                  </a:lnTo>
                  <a:lnTo>
                    <a:pt x="1330092" y="1489607"/>
                  </a:lnTo>
                  <a:lnTo>
                    <a:pt x="1330072" y="1489601"/>
                  </a:lnTo>
                  <a:lnTo>
                    <a:pt x="1330059" y="1489602"/>
                  </a:lnTo>
                  <a:lnTo>
                    <a:pt x="1330044" y="1489604"/>
                  </a:lnTo>
                  <a:lnTo>
                    <a:pt x="1330034" y="1489605"/>
                  </a:lnTo>
                  <a:lnTo>
                    <a:pt x="1330022" y="1489607"/>
                  </a:lnTo>
                  <a:lnTo>
                    <a:pt x="1330012" y="1489608"/>
                  </a:lnTo>
                  <a:lnTo>
                    <a:pt x="1330002" y="1489609"/>
                  </a:lnTo>
                  <a:lnTo>
                    <a:pt x="1329983" y="1489611"/>
                  </a:lnTo>
                  <a:lnTo>
                    <a:pt x="1329965" y="1489613"/>
                  </a:lnTo>
                  <a:lnTo>
                    <a:pt x="1329958" y="1489614"/>
                  </a:lnTo>
                  <a:lnTo>
                    <a:pt x="1329953" y="1489615"/>
                  </a:lnTo>
                  <a:lnTo>
                    <a:pt x="1329945" y="1489618"/>
                  </a:lnTo>
                  <a:lnTo>
                    <a:pt x="1329939" y="1489618"/>
                  </a:lnTo>
                  <a:lnTo>
                    <a:pt x="1329932" y="1489618"/>
                  </a:lnTo>
                  <a:lnTo>
                    <a:pt x="1329926" y="1489618"/>
                  </a:lnTo>
                  <a:lnTo>
                    <a:pt x="1329918" y="1489619"/>
                  </a:lnTo>
                  <a:lnTo>
                    <a:pt x="1329908" y="1489617"/>
                  </a:lnTo>
                  <a:lnTo>
                    <a:pt x="1329902" y="1489616"/>
                  </a:lnTo>
                  <a:lnTo>
                    <a:pt x="1329893" y="1489615"/>
                  </a:lnTo>
                  <a:lnTo>
                    <a:pt x="1329887" y="1489616"/>
                  </a:lnTo>
                  <a:lnTo>
                    <a:pt x="1329885" y="1489622"/>
                  </a:lnTo>
                  <a:lnTo>
                    <a:pt x="1329884" y="1489630"/>
                  </a:lnTo>
                  <a:lnTo>
                    <a:pt x="1329883" y="1489643"/>
                  </a:lnTo>
                  <a:lnTo>
                    <a:pt x="1329881" y="1489654"/>
                  </a:lnTo>
                  <a:lnTo>
                    <a:pt x="1329879" y="1489661"/>
                  </a:lnTo>
                  <a:lnTo>
                    <a:pt x="1329878" y="1489666"/>
                  </a:lnTo>
                  <a:lnTo>
                    <a:pt x="1329875" y="1489673"/>
                  </a:lnTo>
                  <a:lnTo>
                    <a:pt x="1329866" y="1489684"/>
                  </a:lnTo>
                  <a:lnTo>
                    <a:pt x="1329858" y="1489690"/>
                  </a:lnTo>
                  <a:lnTo>
                    <a:pt x="1329848" y="1489698"/>
                  </a:lnTo>
                  <a:lnTo>
                    <a:pt x="1329833" y="1489713"/>
                  </a:lnTo>
                  <a:lnTo>
                    <a:pt x="1329821" y="1489725"/>
                  </a:lnTo>
                  <a:lnTo>
                    <a:pt x="1329811" y="1489736"/>
                  </a:lnTo>
                  <a:lnTo>
                    <a:pt x="1329800" y="1489745"/>
                  </a:lnTo>
                  <a:lnTo>
                    <a:pt x="1329793" y="1489748"/>
                  </a:lnTo>
                  <a:lnTo>
                    <a:pt x="1329780" y="1489749"/>
                  </a:lnTo>
                  <a:lnTo>
                    <a:pt x="1329761" y="1489741"/>
                  </a:lnTo>
                  <a:lnTo>
                    <a:pt x="1329749" y="1489739"/>
                  </a:lnTo>
                  <a:lnTo>
                    <a:pt x="1329734" y="1489737"/>
                  </a:lnTo>
                  <a:lnTo>
                    <a:pt x="1329725" y="1489734"/>
                  </a:lnTo>
                  <a:lnTo>
                    <a:pt x="1329721" y="1489730"/>
                  </a:lnTo>
                  <a:lnTo>
                    <a:pt x="1329711" y="1489719"/>
                  </a:lnTo>
                  <a:lnTo>
                    <a:pt x="1329707" y="1489715"/>
                  </a:lnTo>
                  <a:lnTo>
                    <a:pt x="1329685" y="1489698"/>
                  </a:lnTo>
                  <a:lnTo>
                    <a:pt x="1329681" y="1489695"/>
                  </a:lnTo>
                  <a:lnTo>
                    <a:pt x="1329664" y="1489687"/>
                  </a:lnTo>
                  <a:lnTo>
                    <a:pt x="1329653" y="1489682"/>
                  </a:lnTo>
                  <a:lnTo>
                    <a:pt x="1329628" y="1489676"/>
                  </a:lnTo>
                  <a:lnTo>
                    <a:pt x="1329617" y="1489674"/>
                  </a:lnTo>
                  <a:lnTo>
                    <a:pt x="1329604" y="1489671"/>
                  </a:lnTo>
                  <a:lnTo>
                    <a:pt x="1329592" y="1489670"/>
                  </a:lnTo>
                  <a:lnTo>
                    <a:pt x="1329578" y="1489670"/>
                  </a:lnTo>
                  <a:lnTo>
                    <a:pt x="1329565" y="1489670"/>
                  </a:lnTo>
                  <a:lnTo>
                    <a:pt x="1329559" y="1489668"/>
                  </a:lnTo>
                  <a:lnTo>
                    <a:pt x="1329552" y="1489664"/>
                  </a:lnTo>
                  <a:lnTo>
                    <a:pt x="1329544" y="1489657"/>
                  </a:lnTo>
                  <a:lnTo>
                    <a:pt x="1329537" y="1489651"/>
                  </a:lnTo>
                  <a:lnTo>
                    <a:pt x="1329533" y="1489649"/>
                  </a:lnTo>
                  <a:lnTo>
                    <a:pt x="1329503" y="1489647"/>
                  </a:lnTo>
                  <a:lnTo>
                    <a:pt x="1329496" y="1489645"/>
                  </a:lnTo>
                  <a:lnTo>
                    <a:pt x="1329488" y="1489639"/>
                  </a:lnTo>
                  <a:lnTo>
                    <a:pt x="1329484" y="1489636"/>
                  </a:lnTo>
                  <a:lnTo>
                    <a:pt x="1329468" y="1489622"/>
                  </a:lnTo>
                  <a:lnTo>
                    <a:pt x="1329453" y="1489611"/>
                  </a:lnTo>
                  <a:lnTo>
                    <a:pt x="1329436" y="1489599"/>
                  </a:lnTo>
                  <a:lnTo>
                    <a:pt x="1329421" y="1489592"/>
                  </a:lnTo>
                  <a:lnTo>
                    <a:pt x="1329418" y="1489588"/>
                  </a:lnTo>
                  <a:lnTo>
                    <a:pt x="1329417" y="1489582"/>
                  </a:lnTo>
                  <a:lnTo>
                    <a:pt x="1329415" y="1489575"/>
                  </a:lnTo>
                  <a:lnTo>
                    <a:pt x="1329411" y="1489566"/>
                  </a:lnTo>
                  <a:lnTo>
                    <a:pt x="1329408" y="1489562"/>
                  </a:lnTo>
                  <a:lnTo>
                    <a:pt x="1329404" y="1489558"/>
                  </a:lnTo>
                  <a:lnTo>
                    <a:pt x="1329388" y="1489547"/>
                  </a:lnTo>
                  <a:lnTo>
                    <a:pt x="1329333" y="1489511"/>
                  </a:lnTo>
                  <a:lnTo>
                    <a:pt x="1329321" y="1489506"/>
                  </a:lnTo>
                  <a:lnTo>
                    <a:pt x="1329316" y="1489504"/>
                  </a:lnTo>
                  <a:lnTo>
                    <a:pt x="1329310" y="1489499"/>
                  </a:lnTo>
                  <a:lnTo>
                    <a:pt x="1329307" y="1489493"/>
                  </a:lnTo>
                  <a:lnTo>
                    <a:pt x="1329306" y="1489487"/>
                  </a:lnTo>
                  <a:lnTo>
                    <a:pt x="1329306" y="1489480"/>
                  </a:lnTo>
                  <a:lnTo>
                    <a:pt x="1329307" y="1489473"/>
                  </a:lnTo>
                  <a:lnTo>
                    <a:pt x="1329308" y="1489464"/>
                  </a:lnTo>
                  <a:lnTo>
                    <a:pt x="1329310" y="1489459"/>
                  </a:lnTo>
                  <a:lnTo>
                    <a:pt x="1329313" y="1489450"/>
                  </a:lnTo>
                  <a:lnTo>
                    <a:pt x="1329318" y="1489440"/>
                  </a:lnTo>
                  <a:lnTo>
                    <a:pt x="1329322" y="1489432"/>
                  </a:lnTo>
                  <a:lnTo>
                    <a:pt x="1329326" y="1489427"/>
                  </a:lnTo>
                  <a:lnTo>
                    <a:pt x="1329327" y="1489421"/>
                  </a:lnTo>
                  <a:lnTo>
                    <a:pt x="1329325" y="1489416"/>
                  </a:lnTo>
                  <a:lnTo>
                    <a:pt x="1329321" y="1489407"/>
                  </a:lnTo>
                  <a:lnTo>
                    <a:pt x="1329318" y="1489402"/>
                  </a:lnTo>
                  <a:lnTo>
                    <a:pt x="1329313" y="1489397"/>
                  </a:lnTo>
                  <a:lnTo>
                    <a:pt x="1329310" y="1489393"/>
                  </a:lnTo>
                  <a:lnTo>
                    <a:pt x="1329307" y="1489389"/>
                  </a:lnTo>
                  <a:lnTo>
                    <a:pt x="1329303" y="1489383"/>
                  </a:lnTo>
                  <a:lnTo>
                    <a:pt x="1329300" y="1489376"/>
                  </a:lnTo>
                  <a:lnTo>
                    <a:pt x="1329298" y="1489370"/>
                  </a:lnTo>
                  <a:lnTo>
                    <a:pt x="1329297" y="1489364"/>
                  </a:lnTo>
                  <a:lnTo>
                    <a:pt x="1329296" y="1489355"/>
                  </a:lnTo>
                  <a:lnTo>
                    <a:pt x="1329294" y="1489348"/>
                  </a:lnTo>
                  <a:lnTo>
                    <a:pt x="1329281" y="1489320"/>
                  </a:lnTo>
                  <a:lnTo>
                    <a:pt x="1329279" y="1489315"/>
                  </a:lnTo>
                  <a:lnTo>
                    <a:pt x="1329279" y="1489307"/>
                  </a:lnTo>
                  <a:lnTo>
                    <a:pt x="1329280" y="1489299"/>
                  </a:lnTo>
                  <a:lnTo>
                    <a:pt x="1329282" y="1489293"/>
                  </a:lnTo>
                  <a:lnTo>
                    <a:pt x="1329282" y="1489284"/>
                  </a:lnTo>
                  <a:lnTo>
                    <a:pt x="1329282" y="1489278"/>
                  </a:lnTo>
                  <a:lnTo>
                    <a:pt x="1329281" y="1489264"/>
                  </a:lnTo>
                  <a:lnTo>
                    <a:pt x="1329280" y="1489259"/>
                  </a:lnTo>
                  <a:lnTo>
                    <a:pt x="1329279" y="1489253"/>
                  </a:lnTo>
                  <a:lnTo>
                    <a:pt x="1329277" y="1489246"/>
                  </a:lnTo>
                  <a:lnTo>
                    <a:pt x="1329264" y="1489229"/>
                  </a:lnTo>
                  <a:lnTo>
                    <a:pt x="1329261" y="1489225"/>
                  </a:lnTo>
                  <a:lnTo>
                    <a:pt x="1329256" y="1489218"/>
                  </a:lnTo>
                  <a:lnTo>
                    <a:pt x="1329251" y="1489204"/>
                  </a:lnTo>
                  <a:lnTo>
                    <a:pt x="1329247" y="1489187"/>
                  </a:lnTo>
                  <a:lnTo>
                    <a:pt x="1329246" y="1489175"/>
                  </a:lnTo>
                  <a:lnTo>
                    <a:pt x="1329243" y="1489159"/>
                  </a:lnTo>
                  <a:lnTo>
                    <a:pt x="1329240" y="1489150"/>
                  </a:lnTo>
                  <a:lnTo>
                    <a:pt x="1329235" y="1489144"/>
                  </a:lnTo>
                  <a:lnTo>
                    <a:pt x="1329231" y="1489141"/>
                  </a:lnTo>
                  <a:lnTo>
                    <a:pt x="1329219" y="1489134"/>
                  </a:lnTo>
                  <a:lnTo>
                    <a:pt x="1329213" y="1489130"/>
                  </a:lnTo>
                  <a:lnTo>
                    <a:pt x="1329207" y="1489125"/>
                  </a:lnTo>
                  <a:lnTo>
                    <a:pt x="1329203" y="1489121"/>
                  </a:lnTo>
                  <a:lnTo>
                    <a:pt x="1329200" y="1489117"/>
                  </a:lnTo>
                  <a:lnTo>
                    <a:pt x="1329194" y="1489110"/>
                  </a:lnTo>
                  <a:lnTo>
                    <a:pt x="1329189" y="1489104"/>
                  </a:lnTo>
                  <a:lnTo>
                    <a:pt x="1329188" y="1489098"/>
                  </a:lnTo>
                  <a:lnTo>
                    <a:pt x="1329172" y="1489097"/>
                  </a:lnTo>
                  <a:lnTo>
                    <a:pt x="1329173" y="1489102"/>
                  </a:lnTo>
                  <a:lnTo>
                    <a:pt x="1329174" y="1489108"/>
                  </a:lnTo>
                  <a:lnTo>
                    <a:pt x="1329174" y="1489116"/>
                  </a:lnTo>
                  <a:lnTo>
                    <a:pt x="1329174" y="1489128"/>
                  </a:lnTo>
                  <a:lnTo>
                    <a:pt x="1329173" y="1489135"/>
                  </a:lnTo>
                  <a:lnTo>
                    <a:pt x="1329170" y="1489142"/>
                  </a:lnTo>
                  <a:lnTo>
                    <a:pt x="1329167" y="1489150"/>
                  </a:lnTo>
                  <a:lnTo>
                    <a:pt x="1329164" y="1489157"/>
                  </a:lnTo>
                  <a:lnTo>
                    <a:pt x="1329162" y="1489166"/>
                  </a:lnTo>
                  <a:lnTo>
                    <a:pt x="1329160" y="1489174"/>
                  </a:lnTo>
                  <a:lnTo>
                    <a:pt x="1329156" y="1489184"/>
                  </a:lnTo>
                  <a:lnTo>
                    <a:pt x="1329152" y="1489190"/>
                  </a:lnTo>
                  <a:lnTo>
                    <a:pt x="1329147" y="1489193"/>
                  </a:lnTo>
                  <a:lnTo>
                    <a:pt x="1329141" y="1489194"/>
                  </a:lnTo>
                  <a:lnTo>
                    <a:pt x="1329136" y="1489194"/>
                  </a:lnTo>
                  <a:lnTo>
                    <a:pt x="1329129" y="1489192"/>
                  </a:lnTo>
                  <a:lnTo>
                    <a:pt x="1329125" y="1489189"/>
                  </a:lnTo>
                  <a:lnTo>
                    <a:pt x="1329119" y="1489187"/>
                  </a:lnTo>
                  <a:lnTo>
                    <a:pt x="1329115" y="1489184"/>
                  </a:lnTo>
                  <a:lnTo>
                    <a:pt x="1329108" y="1489180"/>
                  </a:lnTo>
                  <a:lnTo>
                    <a:pt x="1329098" y="1489175"/>
                  </a:lnTo>
                  <a:lnTo>
                    <a:pt x="1329091" y="1489172"/>
                  </a:lnTo>
                  <a:lnTo>
                    <a:pt x="1329084" y="1489170"/>
                  </a:lnTo>
                  <a:lnTo>
                    <a:pt x="1329075" y="1489170"/>
                  </a:lnTo>
                  <a:lnTo>
                    <a:pt x="1329070" y="1489171"/>
                  </a:lnTo>
                  <a:lnTo>
                    <a:pt x="1329063" y="1489175"/>
                  </a:lnTo>
                  <a:lnTo>
                    <a:pt x="1329059" y="1489180"/>
                  </a:lnTo>
                  <a:lnTo>
                    <a:pt x="1329057" y="1489189"/>
                  </a:lnTo>
                  <a:lnTo>
                    <a:pt x="1329056" y="1489196"/>
                  </a:lnTo>
                  <a:lnTo>
                    <a:pt x="1329057" y="1489204"/>
                  </a:lnTo>
                  <a:lnTo>
                    <a:pt x="1329059" y="1489212"/>
                  </a:lnTo>
                  <a:lnTo>
                    <a:pt x="1329063" y="1489219"/>
                  </a:lnTo>
                  <a:lnTo>
                    <a:pt x="1329067" y="1489226"/>
                  </a:lnTo>
                  <a:lnTo>
                    <a:pt x="1329072" y="1489233"/>
                  </a:lnTo>
                  <a:lnTo>
                    <a:pt x="1329076" y="1489239"/>
                  </a:lnTo>
                  <a:lnTo>
                    <a:pt x="1329081" y="1489246"/>
                  </a:lnTo>
                  <a:lnTo>
                    <a:pt x="1329085" y="1489256"/>
                  </a:lnTo>
                  <a:lnTo>
                    <a:pt x="1329086" y="1489268"/>
                  </a:lnTo>
                  <a:lnTo>
                    <a:pt x="1329084" y="1489275"/>
                  </a:lnTo>
                  <a:lnTo>
                    <a:pt x="1329082" y="1489281"/>
                  </a:lnTo>
                  <a:lnTo>
                    <a:pt x="1329079" y="1489287"/>
                  </a:lnTo>
                  <a:lnTo>
                    <a:pt x="1329076" y="1489295"/>
                  </a:lnTo>
                  <a:lnTo>
                    <a:pt x="1329075" y="1489302"/>
                  </a:lnTo>
                  <a:lnTo>
                    <a:pt x="1329072" y="1489312"/>
                  </a:lnTo>
                  <a:lnTo>
                    <a:pt x="1329065" y="1489310"/>
                  </a:lnTo>
                  <a:lnTo>
                    <a:pt x="1329057" y="1489303"/>
                  </a:lnTo>
                  <a:lnTo>
                    <a:pt x="1329050" y="1489297"/>
                  </a:lnTo>
                  <a:lnTo>
                    <a:pt x="1329042" y="1489291"/>
                  </a:lnTo>
                  <a:lnTo>
                    <a:pt x="1329036" y="1489290"/>
                  </a:lnTo>
                  <a:lnTo>
                    <a:pt x="1329031" y="1489291"/>
                  </a:lnTo>
                  <a:lnTo>
                    <a:pt x="1329025" y="1489293"/>
                  </a:lnTo>
                  <a:lnTo>
                    <a:pt x="1329022" y="1489298"/>
                  </a:lnTo>
                  <a:lnTo>
                    <a:pt x="1329021" y="1489303"/>
                  </a:lnTo>
                  <a:lnTo>
                    <a:pt x="1329023" y="1489313"/>
                  </a:lnTo>
                  <a:lnTo>
                    <a:pt x="1329025" y="1489324"/>
                  </a:lnTo>
                  <a:lnTo>
                    <a:pt x="1329025" y="1489332"/>
                  </a:lnTo>
                  <a:lnTo>
                    <a:pt x="1329025" y="1489342"/>
                  </a:lnTo>
                  <a:lnTo>
                    <a:pt x="1329024" y="1489354"/>
                  </a:lnTo>
                  <a:lnTo>
                    <a:pt x="1329022" y="1489360"/>
                  </a:lnTo>
                  <a:lnTo>
                    <a:pt x="1329018" y="1489367"/>
                  </a:lnTo>
                  <a:lnTo>
                    <a:pt x="1329010" y="1489376"/>
                  </a:lnTo>
                  <a:lnTo>
                    <a:pt x="1328999" y="1489386"/>
                  </a:lnTo>
                  <a:lnTo>
                    <a:pt x="1328993" y="1489391"/>
                  </a:lnTo>
                  <a:lnTo>
                    <a:pt x="1328989" y="1489396"/>
                  </a:lnTo>
                  <a:lnTo>
                    <a:pt x="1328985" y="1489401"/>
                  </a:lnTo>
                  <a:lnTo>
                    <a:pt x="1328982" y="1489409"/>
                  </a:lnTo>
                  <a:lnTo>
                    <a:pt x="1328982" y="1489422"/>
                  </a:lnTo>
                  <a:lnTo>
                    <a:pt x="1328983" y="1489428"/>
                  </a:lnTo>
                  <a:lnTo>
                    <a:pt x="1328984" y="1489436"/>
                  </a:lnTo>
                  <a:lnTo>
                    <a:pt x="1328986" y="1489441"/>
                  </a:lnTo>
                  <a:lnTo>
                    <a:pt x="1328987" y="1489448"/>
                  </a:lnTo>
                  <a:lnTo>
                    <a:pt x="1328987" y="1489454"/>
                  </a:lnTo>
                  <a:lnTo>
                    <a:pt x="1328985" y="1489458"/>
                  </a:lnTo>
                  <a:lnTo>
                    <a:pt x="1328980" y="1489466"/>
                  </a:lnTo>
                  <a:lnTo>
                    <a:pt x="1328974" y="1489473"/>
                  </a:lnTo>
                  <a:lnTo>
                    <a:pt x="1328970" y="1489479"/>
                  </a:lnTo>
                  <a:lnTo>
                    <a:pt x="1328967" y="1489485"/>
                  </a:lnTo>
                  <a:lnTo>
                    <a:pt x="1328966" y="1489492"/>
                  </a:lnTo>
                  <a:lnTo>
                    <a:pt x="1328966" y="1489501"/>
                  </a:lnTo>
                  <a:lnTo>
                    <a:pt x="1328967" y="1489509"/>
                  </a:lnTo>
                  <a:lnTo>
                    <a:pt x="1328968" y="1489516"/>
                  </a:lnTo>
                  <a:lnTo>
                    <a:pt x="1328969" y="1489524"/>
                  </a:lnTo>
                  <a:lnTo>
                    <a:pt x="1328969" y="1489533"/>
                  </a:lnTo>
                  <a:lnTo>
                    <a:pt x="1328970" y="1489539"/>
                  </a:lnTo>
                  <a:lnTo>
                    <a:pt x="1328971" y="1489544"/>
                  </a:lnTo>
                  <a:lnTo>
                    <a:pt x="1328973" y="1489550"/>
                  </a:lnTo>
                  <a:lnTo>
                    <a:pt x="1328975" y="1489554"/>
                  </a:lnTo>
                  <a:lnTo>
                    <a:pt x="1328979" y="1489559"/>
                  </a:lnTo>
                  <a:lnTo>
                    <a:pt x="1328983" y="1489562"/>
                  </a:lnTo>
                  <a:lnTo>
                    <a:pt x="1328988" y="1489565"/>
                  </a:lnTo>
                  <a:lnTo>
                    <a:pt x="1328994" y="1489568"/>
                  </a:lnTo>
                  <a:lnTo>
                    <a:pt x="1329000" y="1489570"/>
                  </a:lnTo>
                  <a:lnTo>
                    <a:pt x="1329005" y="1489573"/>
                  </a:lnTo>
                  <a:lnTo>
                    <a:pt x="1329008" y="1489576"/>
                  </a:lnTo>
                  <a:lnTo>
                    <a:pt x="1329013" y="1489582"/>
                  </a:lnTo>
                  <a:lnTo>
                    <a:pt x="1329015" y="1489588"/>
                  </a:lnTo>
                  <a:lnTo>
                    <a:pt x="1329016" y="1489596"/>
                  </a:lnTo>
                  <a:lnTo>
                    <a:pt x="1329014" y="1489605"/>
                  </a:lnTo>
                  <a:lnTo>
                    <a:pt x="1329013" y="1489610"/>
                  </a:lnTo>
                  <a:lnTo>
                    <a:pt x="1329010" y="1489616"/>
                  </a:lnTo>
                  <a:lnTo>
                    <a:pt x="1329003" y="1489623"/>
                  </a:lnTo>
                  <a:lnTo>
                    <a:pt x="1328994" y="1489630"/>
                  </a:lnTo>
                  <a:lnTo>
                    <a:pt x="1328976" y="1489638"/>
                  </a:lnTo>
                  <a:lnTo>
                    <a:pt x="1328965" y="1489643"/>
                  </a:lnTo>
                  <a:lnTo>
                    <a:pt x="1328948" y="1489651"/>
                  </a:lnTo>
                  <a:lnTo>
                    <a:pt x="1328938" y="1489656"/>
                  </a:lnTo>
                  <a:lnTo>
                    <a:pt x="1328933" y="1489662"/>
                  </a:lnTo>
                  <a:lnTo>
                    <a:pt x="1328931" y="1489668"/>
                  </a:lnTo>
                  <a:lnTo>
                    <a:pt x="1328931" y="1489674"/>
                  </a:lnTo>
                  <a:lnTo>
                    <a:pt x="1328934" y="1489683"/>
                  </a:lnTo>
                  <a:lnTo>
                    <a:pt x="1328942" y="1489691"/>
                  </a:lnTo>
                  <a:lnTo>
                    <a:pt x="1328947" y="1489696"/>
                  </a:lnTo>
                  <a:lnTo>
                    <a:pt x="1328950" y="1489702"/>
                  </a:lnTo>
                  <a:lnTo>
                    <a:pt x="1328952" y="1489708"/>
                  </a:lnTo>
                  <a:lnTo>
                    <a:pt x="1328954" y="1489714"/>
                  </a:lnTo>
                  <a:lnTo>
                    <a:pt x="1328955" y="1489722"/>
                  </a:lnTo>
                  <a:lnTo>
                    <a:pt x="1328956" y="1489733"/>
                  </a:lnTo>
                  <a:lnTo>
                    <a:pt x="1328958" y="1489742"/>
                  </a:lnTo>
                  <a:lnTo>
                    <a:pt x="1328960" y="1489749"/>
                  </a:lnTo>
                  <a:lnTo>
                    <a:pt x="1328962" y="1489753"/>
                  </a:lnTo>
                  <a:lnTo>
                    <a:pt x="1328965" y="1489758"/>
                  </a:lnTo>
                  <a:lnTo>
                    <a:pt x="1328976" y="1489767"/>
                  </a:lnTo>
                  <a:lnTo>
                    <a:pt x="1328982" y="1489768"/>
                  </a:lnTo>
                  <a:lnTo>
                    <a:pt x="1328992" y="1489768"/>
                  </a:lnTo>
                  <a:lnTo>
                    <a:pt x="1328998" y="1489766"/>
                  </a:lnTo>
                  <a:lnTo>
                    <a:pt x="1329023" y="1489757"/>
                  </a:lnTo>
                  <a:lnTo>
                    <a:pt x="1329036" y="1489749"/>
                  </a:lnTo>
                  <a:lnTo>
                    <a:pt x="1329044" y="1489747"/>
                  </a:lnTo>
                  <a:lnTo>
                    <a:pt x="1329053" y="1489746"/>
                  </a:lnTo>
                  <a:lnTo>
                    <a:pt x="1329058" y="1489746"/>
                  </a:lnTo>
                  <a:lnTo>
                    <a:pt x="1329065" y="1489746"/>
                  </a:lnTo>
                  <a:lnTo>
                    <a:pt x="1329072" y="1489746"/>
                  </a:lnTo>
                  <a:lnTo>
                    <a:pt x="1329078" y="1489748"/>
                  </a:lnTo>
                  <a:lnTo>
                    <a:pt x="1329085" y="1489751"/>
                  </a:lnTo>
                  <a:lnTo>
                    <a:pt x="1329091" y="1489756"/>
                  </a:lnTo>
                  <a:lnTo>
                    <a:pt x="1329093" y="1489761"/>
                  </a:lnTo>
                  <a:lnTo>
                    <a:pt x="1329097" y="1489768"/>
                  </a:lnTo>
                  <a:lnTo>
                    <a:pt x="1329099" y="1489775"/>
                  </a:lnTo>
                  <a:lnTo>
                    <a:pt x="1329100" y="1489782"/>
                  </a:lnTo>
                  <a:lnTo>
                    <a:pt x="1329101" y="1489793"/>
                  </a:lnTo>
                  <a:lnTo>
                    <a:pt x="1329102" y="1489803"/>
                  </a:lnTo>
                  <a:lnTo>
                    <a:pt x="1329104" y="1489812"/>
                  </a:lnTo>
                  <a:lnTo>
                    <a:pt x="1329106" y="1489817"/>
                  </a:lnTo>
                  <a:lnTo>
                    <a:pt x="1329111" y="1489824"/>
                  </a:lnTo>
                  <a:lnTo>
                    <a:pt x="1329115" y="1489830"/>
                  </a:lnTo>
                  <a:lnTo>
                    <a:pt x="1329119" y="1489835"/>
                  </a:lnTo>
                  <a:lnTo>
                    <a:pt x="1329122" y="1489841"/>
                  </a:lnTo>
                  <a:lnTo>
                    <a:pt x="1329124" y="1489847"/>
                  </a:lnTo>
                  <a:lnTo>
                    <a:pt x="1329124" y="1489854"/>
                  </a:lnTo>
                  <a:lnTo>
                    <a:pt x="1329126" y="1489864"/>
                  </a:lnTo>
                  <a:lnTo>
                    <a:pt x="1329127" y="1489872"/>
                  </a:lnTo>
                  <a:lnTo>
                    <a:pt x="1329129" y="1489878"/>
                  </a:lnTo>
                  <a:lnTo>
                    <a:pt x="1329132" y="1489883"/>
                  </a:lnTo>
                  <a:lnTo>
                    <a:pt x="1329140" y="1489884"/>
                  </a:lnTo>
                  <a:lnTo>
                    <a:pt x="1329145" y="1489883"/>
                  </a:lnTo>
                  <a:lnTo>
                    <a:pt x="1329150" y="1489882"/>
                  </a:lnTo>
                  <a:lnTo>
                    <a:pt x="1329166" y="1489875"/>
                  </a:lnTo>
                  <a:lnTo>
                    <a:pt x="1329173" y="1489874"/>
                  </a:lnTo>
                  <a:lnTo>
                    <a:pt x="1329178" y="1489873"/>
                  </a:lnTo>
                  <a:lnTo>
                    <a:pt x="1329186" y="1489872"/>
                  </a:lnTo>
                  <a:lnTo>
                    <a:pt x="1329192" y="1489873"/>
                  </a:lnTo>
                  <a:lnTo>
                    <a:pt x="1329200" y="1489879"/>
                  </a:lnTo>
                  <a:lnTo>
                    <a:pt x="1329204" y="1489885"/>
                  </a:lnTo>
                  <a:lnTo>
                    <a:pt x="1329205" y="1489890"/>
                  </a:lnTo>
                  <a:lnTo>
                    <a:pt x="1329206" y="1489899"/>
                  </a:lnTo>
                  <a:lnTo>
                    <a:pt x="1329206" y="1489909"/>
                  </a:lnTo>
                  <a:lnTo>
                    <a:pt x="1329205" y="1489918"/>
                  </a:lnTo>
                  <a:lnTo>
                    <a:pt x="1329203" y="1489925"/>
                  </a:lnTo>
                  <a:lnTo>
                    <a:pt x="1329201" y="1489932"/>
                  </a:lnTo>
                  <a:lnTo>
                    <a:pt x="1329197" y="1489940"/>
                  </a:lnTo>
                  <a:lnTo>
                    <a:pt x="1329192" y="1489945"/>
                  </a:lnTo>
                  <a:lnTo>
                    <a:pt x="1329184" y="1489950"/>
                  </a:lnTo>
                  <a:lnTo>
                    <a:pt x="1329172" y="1489953"/>
                  </a:lnTo>
                  <a:lnTo>
                    <a:pt x="1329149" y="1489956"/>
                  </a:lnTo>
                  <a:lnTo>
                    <a:pt x="1329142" y="1489957"/>
                  </a:lnTo>
                  <a:lnTo>
                    <a:pt x="1329136" y="1489960"/>
                  </a:lnTo>
                  <a:lnTo>
                    <a:pt x="1329132" y="1489965"/>
                  </a:lnTo>
                  <a:lnTo>
                    <a:pt x="1329130" y="1489972"/>
                  </a:lnTo>
                  <a:lnTo>
                    <a:pt x="1329131" y="1489979"/>
                  </a:lnTo>
                  <a:lnTo>
                    <a:pt x="1329136" y="1489985"/>
                  </a:lnTo>
                  <a:lnTo>
                    <a:pt x="1329143" y="1489990"/>
                  </a:lnTo>
                  <a:lnTo>
                    <a:pt x="1329150" y="1489994"/>
                  </a:lnTo>
                  <a:lnTo>
                    <a:pt x="1329156" y="1489998"/>
                  </a:lnTo>
                  <a:lnTo>
                    <a:pt x="1329164" y="1490004"/>
                  </a:lnTo>
                  <a:lnTo>
                    <a:pt x="1329169" y="1490009"/>
                  </a:lnTo>
                  <a:lnTo>
                    <a:pt x="1329173" y="1490017"/>
                  </a:lnTo>
                  <a:lnTo>
                    <a:pt x="1329173" y="1490025"/>
                  </a:lnTo>
                  <a:lnTo>
                    <a:pt x="1329172" y="1490034"/>
                  </a:lnTo>
                  <a:lnTo>
                    <a:pt x="1329169" y="1490038"/>
                  </a:lnTo>
                  <a:lnTo>
                    <a:pt x="1329163" y="1490045"/>
                  </a:lnTo>
                  <a:lnTo>
                    <a:pt x="1329154" y="1490051"/>
                  </a:lnTo>
                  <a:lnTo>
                    <a:pt x="1329141" y="1490059"/>
                  </a:lnTo>
                  <a:lnTo>
                    <a:pt x="1329136" y="1490061"/>
                  </a:lnTo>
                  <a:lnTo>
                    <a:pt x="1329131" y="1490064"/>
                  </a:lnTo>
                  <a:lnTo>
                    <a:pt x="1329119" y="1490073"/>
                  </a:lnTo>
                  <a:lnTo>
                    <a:pt x="1329112" y="1490080"/>
                  </a:lnTo>
                  <a:lnTo>
                    <a:pt x="1329109" y="1490085"/>
                  </a:lnTo>
                  <a:lnTo>
                    <a:pt x="1329106" y="1490092"/>
                  </a:lnTo>
                  <a:lnTo>
                    <a:pt x="1329103" y="1490100"/>
                  </a:lnTo>
                  <a:lnTo>
                    <a:pt x="1329102" y="1490106"/>
                  </a:lnTo>
                  <a:lnTo>
                    <a:pt x="1329099" y="1490115"/>
                  </a:lnTo>
                  <a:lnTo>
                    <a:pt x="1329098" y="1490123"/>
                  </a:lnTo>
                  <a:lnTo>
                    <a:pt x="1329097" y="1490133"/>
                  </a:lnTo>
                  <a:lnTo>
                    <a:pt x="1329096" y="1490146"/>
                  </a:lnTo>
                  <a:lnTo>
                    <a:pt x="1329096" y="1490158"/>
                  </a:lnTo>
                  <a:lnTo>
                    <a:pt x="1329095" y="1490169"/>
                  </a:lnTo>
                  <a:lnTo>
                    <a:pt x="1329093" y="1490176"/>
                  </a:lnTo>
                  <a:lnTo>
                    <a:pt x="1329088" y="1490181"/>
                  </a:lnTo>
                  <a:lnTo>
                    <a:pt x="1329081" y="1490183"/>
                  </a:lnTo>
                  <a:lnTo>
                    <a:pt x="1329066" y="1490183"/>
                  </a:lnTo>
                  <a:lnTo>
                    <a:pt x="1329057" y="1490185"/>
                  </a:lnTo>
                  <a:lnTo>
                    <a:pt x="1329051" y="1490191"/>
                  </a:lnTo>
                  <a:lnTo>
                    <a:pt x="1329050" y="1490196"/>
                  </a:lnTo>
                  <a:lnTo>
                    <a:pt x="1329050" y="1490203"/>
                  </a:lnTo>
                  <a:lnTo>
                    <a:pt x="1329052" y="1490211"/>
                  </a:lnTo>
                  <a:lnTo>
                    <a:pt x="1329055" y="1490221"/>
                  </a:lnTo>
                  <a:lnTo>
                    <a:pt x="1329062" y="1490236"/>
                  </a:lnTo>
                  <a:lnTo>
                    <a:pt x="1329067" y="1490245"/>
                  </a:lnTo>
                  <a:lnTo>
                    <a:pt x="1329071" y="1490257"/>
                  </a:lnTo>
                  <a:lnTo>
                    <a:pt x="1329074" y="1490264"/>
                  </a:lnTo>
                  <a:lnTo>
                    <a:pt x="1329075" y="1490270"/>
                  </a:lnTo>
                  <a:lnTo>
                    <a:pt x="1329076" y="1490279"/>
                  </a:lnTo>
                  <a:lnTo>
                    <a:pt x="1329075" y="1490289"/>
                  </a:lnTo>
                  <a:lnTo>
                    <a:pt x="1329074" y="1490298"/>
                  </a:lnTo>
                  <a:lnTo>
                    <a:pt x="1329068" y="1490302"/>
                  </a:lnTo>
                  <a:lnTo>
                    <a:pt x="1329057" y="1490301"/>
                  </a:lnTo>
                  <a:lnTo>
                    <a:pt x="1329048" y="1490297"/>
                  </a:lnTo>
                  <a:lnTo>
                    <a:pt x="1329039" y="1490292"/>
                  </a:lnTo>
                  <a:lnTo>
                    <a:pt x="1329031" y="1490286"/>
                  </a:lnTo>
                  <a:lnTo>
                    <a:pt x="1329020" y="1490276"/>
                  </a:lnTo>
                  <a:lnTo>
                    <a:pt x="1329015" y="1490265"/>
                  </a:lnTo>
                  <a:lnTo>
                    <a:pt x="1329010" y="1490252"/>
                  </a:lnTo>
                  <a:lnTo>
                    <a:pt x="1329006" y="1490241"/>
                  </a:lnTo>
                  <a:lnTo>
                    <a:pt x="1329003" y="1490234"/>
                  </a:lnTo>
                  <a:lnTo>
                    <a:pt x="1328999" y="1490227"/>
                  </a:lnTo>
                  <a:lnTo>
                    <a:pt x="1328988" y="1490211"/>
                  </a:lnTo>
                  <a:lnTo>
                    <a:pt x="1328982" y="1490201"/>
                  </a:lnTo>
                  <a:lnTo>
                    <a:pt x="1328975" y="1490192"/>
                  </a:lnTo>
                  <a:lnTo>
                    <a:pt x="1328970" y="1490188"/>
                  </a:lnTo>
                  <a:lnTo>
                    <a:pt x="1328961" y="1490179"/>
                  </a:lnTo>
                  <a:lnTo>
                    <a:pt x="1328952" y="1490173"/>
                  </a:lnTo>
                  <a:lnTo>
                    <a:pt x="1328944" y="1490169"/>
                  </a:lnTo>
                  <a:lnTo>
                    <a:pt x="1328937" y="1490166"/>
                  </a:lnTo>
                  <a:lnTo>
                    <a:pt x="1328928" y="1490162"/>
                  </a:lnTo>
                  <a:lnTo>
                    <a:pt x="1328916" y="1490160"/>
                  </a:lnTo>
                  <a:lnTo>
                    <a:pt x="1328902" y="1490161"/>
                  </a:lnTo>
                  <a:lnTo>
                    <a:pt x="1328895" y="1490162"/>
                  </a:lnTo>
                  <a:lnTo>
                    <a:pt x="1328888" y="1490165"/>
                  </a:lnTo>
                  <a:lnTo>
                    <a:pt x="1328883" y="1490168"/>
                  </a:lnTo>
                  <a:lnTo>
                    <a:pt x="1328879" y="1490173"/>
                  </a:lnTo>
                  <a:lnTo>
                    <a:pt x="1328875" y="1490179"/>
                  </a:lnTo>
                  <a:lnTo>
                    <a:pt x="1328874" y="1490187"/>
                  </a:lnTo>
                  <a:lnTo>
                    <a:pt x="1328877" y="1490191"/>
                  </a:lnTo>
                  <a:lnTo>
                    <a:pt x="1328883" y="1490197"/>
                  </a:lnTo>
                  <a:lnTo>
                    <a:pt x="1328892" y="1490203"/>
                  </a:lnTo>
                  <a:lnTo>
                    <a:pt x="1328902" y="1490211"/>
                  </a:lnTo>
                  <a:lnTo>
                    <a:pt x="1328906" y="1490216"/>
                  </a:lnTo>
                  <a:lnTo>
                    <a:pt x="1328911" y="1490222"/>
                  </a:lnTo>
                  <a:lnTo>
                    <a:pt x="1328913" y="1490228"/>
                  </a:lnTo>
                  <a:lnTo>
                    <a:pt x="1328915" y="1490235"/>
                  </a:lnTo>
                  <a:lnTo>
                    <a:pt x="1328916" y="1490243"/>
                  </a:lnTo>
                  <a:lnTo>
                    <a:pt x="1328917" y="1490251"/>
                  </a:lnTo>
                  <a:lnTo>
                    <a:pt x="1328917" y="1490263"/>
                  </a:lnTo>
                  <a:lnTo>
                    <a:pt x="1328917" y="1490283"/>
                  </a:lnTo>
                  <a:lnTo>
                    <a:pt x="1328917" y="1490293"/>
                  </a:lnTo>
                  <a:lnTo>
                    <a:pt x="1328918" y="1490302"/>
                  </a:lnTo>
                  <a:lnTo>
                    <a:pt x="1328919" y="1490314"/>
                  </a:lnTo>
                  <a:lnTo>
                    <a:pt x="1328919" y="1490322"/>
                  </a:lnTo>
                  <a:lnTo>
                    <a:pt x="1328919" y="1490329"/>
                  </a:lnTo>
                  <a:lnTo>
                    <a:pt x="1328917" y="1490334"/>
                  </a:lnTo>
                  <a:lnTo>
                    <a:pt x="1328915" y="1490341"/>
                  </a:lnTo>
                  <a:lnTo>
                    <a:pt x="1328911" y="1490350"/>
                  </a:lnTo>
                  <a:lnTo>
                    <a:pt x="1328906" y="1490361"/>
                  </a:lnTo>
                  <a:lnTo>
                    <a:pt x="1328902" y="1490369"/>
                  </a:lnTo>
                  <a:lnTo>
                    <a:pt x="1328899" y="1490378"/>
                  </a:lnTo>
                  <a:lnTo>
                    <a:pt x="1328894" y="1490394"/>
                  </a:lnTo>
                  <a:lnTo>
                    <a:pt x="1328888" y="1490406"/>
                  </a:lnTo>
                  <a:lnTo>
                    <a:pt x="1328883" y="1490419"/>
                  </a:lnTo>
                  <a:lnTo>
                    <a:pt x="1328879" y="1490428"/>
                  </a:lnTo>
                  <a:lnTo>
                    <a:pt x="1328877" y="1490434"/>
                  </a:lnTo>
                  <a:lnTo>
                    <a:pt x="1328874" y="1490443"/>
                  </a:lnTo>
                  <a:lnTo>
                    <a:pt x="1328871" y="1490450"/>
                  </a:lnTo>
                  <a:lnTo>
                    <a:pt x="1328866" y="1490457"/>
                  </a:lnTo>
                  <a:lnTo>
                    <a:pt x="1328860" y="1490464"/>
                  </a:lnTo>
                  <a:lnTo>
                    <a:pt x="1328851" y="1490473"/>
                  </a:lnTo>
                  <a:lnTo>
                    <a:pt x="1328844" y="1490477"/>
                  </a:lnTo>
                  <a:lnTo>
                    <a:pt x="1328836" y="1490481"/>
                  </a:lnTo>
                  <a:lnTo>
                    <a:pt x="1328831" y="1490484"/>
                  </a:lnTo>
                  <a:lnTo>
                    <a:pt x="1328823" y="1490489"/>
                  </a:lnTo>
                  <a:lnTo>
                    <a:pt x="1328818" y="1490492"/>
                  </a:lnTo>
                  <a:lnTo>
                    <a:pt x="1328813" y="1490496"/>
                  </a:lnTo>
                  <a:lnTo>
                    <a:pt x="1328809" y="1490501"/>
                  </a:lnTo>
                  <a:lnTo>
                    <a:pt x="1328807" y="1490506"/>
                  </a:lnTo>
                  <a:lnTo>
                    <a:pt x="1328804" y="1490515"/>
                  </a:lnTo>
                  <a:lnTo>
                    <a:pt x="1328801" y="1490520"/>
                  </a:lnTo>
                  <a:lnTo>
                    <a:pt x="1328795" y="1490522"/>
                  </a:lnTo>
                  <a:lnTo>
                    <a:pt x="1328789" y="1490527"/>
                  </a:lnTo>
                  <a:lnTo>
                    <a:pt x="1328785" y="1490531"/>
                  </a:lnTo>
                  <a:lnTo>
                    <a:pt x="1328783" y="1490536"/>
                  </a:lnTo>
                  <a:lnTo>
                    <a:pt x="1328780" y="1490544"/>
                  </a:lnTo>
                  <a:lnTo>
                    <a:pt x="1328778" y="1490551"/>
                  </a:lnTo>
                  <a:lnTo>
                    <a:pt x="1328774" y="1490558"/>
                  </a:lnTo>
                  <a:lnTo>
                    <a:pt x="1328769" y="1490565"/>
                  </a:lnTo>
                  <a:lnTo>
                    <a:pt x="1328765" y="1490573"/>
                  </a:lnTo>
                  <a:lnTo>
                    <a:pt x="1328762" y="1490578"/>
                  </a:lnTo>
                  <a:lnTo>
                    <a:pt x="1328752" y="1490584"/>
                  </a:lnTo>
                  <a:lnTo>
                    <a:pt x="1328747" y="1490585"/>
                  </a:lnTo>
                  <a:lnTo>
                    <a:pt x="1328738" y="1490584"/>
                  </a:lnTo>
                  <a:lnTo>
                    <a:pt x="1328731" y="1490582"/>
                  </a:lnTo>
                  <a:lnTo>
                    <a:pt x="1328728" y="1490568"/>
                  </a:lnTo>
                  <a:lnTo>
                    <a:pt x="1328727" y="1490563"/>
                  </a:lnTo>
                  <a:lnTo>
                    <a:pt x="1328725" y="1490557"/>
                  </a:lnTo>
                  <a:lnTo>
                    <a:pt x="1328722" y="1490552"/>
                  </a:lnTo>
                  <a:lnTo>
                    <a:pt x="1328719" y="1490547"/>
                  </a:lnTo>
                  <a:lnTo>
                    <a:pt x="1328712" y="1490538"/>
                  </a:lnTo>
                  <a:lnTo>
                    <a:pt x="1328699" y="1490527"/>
                  </a:lnTo>
                  <a:lnTo>
                    <a:pt x="1328688" y="1490520"/>
                  </a:lnTo>
                  <a:lnTo>
                    <a:pt x="1328673" y="1490516"/>
                  </a:lnTo>
                  <a:lnTo>
                    <a:pt x="1328658" y="1490509"/>
                  </a:lnTo>
                  <a:lnTo>
                    <a:pt x="1328650" y="1490502"/>
                  </a:lnTo>
                  <a:lnTo>
                    <a:pt x="1328647" y="1490498"/>
                  </a:lnTo>
                  <a:lnTo>
                    <a:pt x="1328642" y="1490492"/>
                  </a:lnTo>
                  <a:lnTo>
                    <a:pt x="1328636" y="1490476"/>
                  </a:lnTo>
                  <a:lnTo>
                    <a:pt x="1328635" y="1490464"/>
                  </a:lnTo>
                  <a:lnTo>
                    <a:pt x="1328634" y="1490446"/>
                  </a:lnTo>
                  <a:lnTo>
                    <a:pt x="1328633" y="1490436"/>
                  </a:lnTo>
                  <a:lnTo>
                    <a:pt x="1328628" y="1490428"/>
                  </a:lnTo>
                  <a:lnTo>
                    <a:pt x="1328621" y="1490421"/>
                  </a:lnTo>
                  <a:lnTo>
                    <a:pt x="1328615" y="1490418"/>
                  </a:lnTo>
                  <a:lnTo>
                    <a:pt x="1328611" y="1490418"/>
                  </a:lnTo>
                  <a:lnTo>
                    <a:pt x="1328605" y="1490422"/>
                  </a:lnTo>
                  <a:lnTo>
                    <a:pt x="1328596" y="1490430"/>
                  </a:lnTo>
                  <a:lnTo>
                    <a:pt x="1328589" y="1490441"/>
                  </a:lnTo>
                  <a:lnTo>
                    <a:pt x="1328577" y="1490458"/>
                  </a:lnTo>
                  <a:lnTo>
                    <a:pt x="1328570" y="1490472"/>
                  </a:lnTo>
                  <a:lnTo>
                    <a:pt x="1328563" y="1490488"/>
                  </a:lnTo>
                  <a:lnTo>
                    <a:pt x="1328553" y="1490502"/>
                  </a:lnTo>
                  <a:lnTo>
                    <a:pt x="1328545" y="1490508"/>
                  </a:lnTo>
                  <a:lnTo>
                    <a:pt x="1328529" y="1490517"/>
                  </a:lnTo>
                  <a:lnTo>
                    <a:pt x="1328523" y="1490518"/>
                  </a:lnTo>
                  <a:lnTo>
                    <a:pt x="1328513" y="1490521"/>
                  </a:lnTo>
                  <a:lnTo>
                    <a:pt x="1328504" y="1490523"/>
                  </a:lnTo>
                  <a:lnTo>
                    <a:pt x="1328498" y="1490523"/>
                  </a:lnTo>
                  <a:lnTo>
                    <a:pt x="1328492" y="1490523"/>
                  </a:lnTo>
                  <a:lnTo>
                    <a:pt x="1328485" y="1490522"/>
                  </a:lnTo>
                  <a:lnTo>
                    <a:pt x="1328475" y="1490519"/>
                  </a:lnTo>
                  <a:lnTo>
                    <a:pt x="1328465" y="1490513"/>
                  </a:lnTo>
                  <a:lnTo>
                    <a:pt x="1328455" y="1490504"/>
                  </a:lnTo>
                  <a:lnTo>
                    <a:pt x="1328446" y="1490492"/>
                  </a:lnTo>
                  <a:lnTo>
                    <a:pt x="1328438" y="1490480"/>
                  </a:lnTo>
                  <a:lnTo>
                    <a:pt x="1328432" y="1490478"/>
                  </a:lnTo>
                  <a:lnTo>
                    <a:pt x="1328426" y="1490477"/>
                  </a:lnTo>
                  <a:lnTo>
                    <a:pt x="1328420" y="1490478"/>
                  </a:lnTo>
                  <a:lnTo>
                    <a:pt x="1328411" y="1490478"/>
                  </a:lnTo>
                  <a:lnTo>
                    <a:pt x="1328405" y="1490479"/>
                  </a:lnTo>
                  <a:lnTo>
                    <a:pt x="1328399" y="1490479"/>
                  </a:lnTo>
                  <a:lnTo>
                    <a:pt x="1328378" y="1490484"/>
                  </a:lnTo>
                  <a:lnTo>
                    <a:pt x="1328353" y="1490487"/>
                  </a:lnTo>
                  <a:lnTo>
                    <a:pt x="1328346" y="1490488"/>
                  </a:lnTo>
                  <a:lnTo>
                    <a:pt x="1328330" y="1490492"/>
                  </a:lnTo>
                  <a:lnTo>
                    <a:pt x="1328308" y="1490498"/>
                  </a:lnTo>
                  <a:lnTo>
                    <a:pt x="1328290" y="1490506"/>
                  </a:lnTo>
                  <a:lnTo>
                    <a:pt x="1328279" y="1490513"/>
                  </a:lnTo>
                  <a:lnTo>
                    <a:pt x="1328267" y="1490525"/>
                  </a:lnTo>
                  <a:lnTo>
                    <a:pt x="1328255" y="1490539"/>
                  </a:lnTo>
                  <a:lnTo>
                    <a:pt x="1328240" y="1490556"/>
                  </a:lnTo>
                  <a:lnTo>
                    <a:pt x="1328228" y="1490571"/>
                  </a:lnTo>
                  <a:lnTo>
                    <a:pt x="1328220" y="1490579"/>
                  </a:lnTo>
                  <a:lnTo>
                    <a:pt x="1328206" y="1490585"/>
                  </a:lnTo>
                  <a:lnTo>
                    <a:pt x="1328191" y="1490588"/>
                  </a:lnTo>
                  <a:lnTo>
                    <a:pt x="1328176" y="1490589"/>
                  </a:lnTo>
                  <a:lnTo>
                    <a:pt x="1328159" y="1490585"/>
                  </a:lnTo>
                  <a:lnTo>
                    <a:pt x="1328137" y="1490579"/>
                  </a:lnTo>
                  <a:lnTo>
                    <a:pt x="1328117" y="1490572"/>
                  </a:lnTo>
                  <a:lnTo>
                    <a:pt x="1328085" y="1490557"/>
                  </a:lnTo>
                  <a:lnTo>
                    <a:pt x="1328073" y="1490551"/>
                  </a:lnTo>
                  <a:lnTo>
                    <a:pt x="1328062" y="1490542"/>
                  </a:lnTo>
                  <a:lnTo>
                    <a:pt x="1328057" y="1490535"/>
                  </a:lnTo>
                  <a:lnTo>
                    <a:pt x="1328055" y="1490528"/>
                  </a:lnTo>
                  <a:lnTo>
                    <a:pt x="1328056" y="1490520"/>
                  </a:lnTo>
                  <a:lnTo>
                    <a:pt x="1328059" y="1490508"/>
                  </a:lnTo>
                  <a:lnTo>
                    <a:pt x="1328062" y="1490502"/>
                  </a:lnTo>
                  <a:lnTo>
                    <a:pt x="1328070" y="1490491"/>
                  </a:lnTo>
                  <a:lnTo>
                    <a:pt x="1328080" y="1490478"/>
                  </a:lnTo>
                  <a:lnTo>
                    <a:pt x="1328083" y="1490472"/>
                  </a:lnTo>
                  <a:lnTo>
                    <a:pt x="1328090" y="1490460"/>
                  </a:lnTo>
                  <a:lnTo>
                    <a:pt x="1328092" y="1490449"/>
                  </a:lnTo>
                  <a:lnTo>
                    <a:pt x="1328092" y="1490437"/>
                  </a:lnTo>
                  <a:lnTo>
                    <a:pt x="1328090" y="1490426"/>
                  </a:lnTo>
                  <a:lnTo>
                    <a:pt x="1328089" y="1490416"/>
                  </a:lnTo>
                  <a:lnTo>
                    <a:pt x="1328089" y="1490405"/>
                  </a:lnTo>
                  <a:lnTo>
                    <a:pt x="1328090" y="1490393"/>
                  </a:lnTo>
                  <a:lnTo>
                    <a:pt x="1328093" y="1490388"/>
                  </a:lnTo>
                  <a:lnTo>
                    <a:pt x="1328103" y="1490379"/>
                  </a:lnTo>
                  <a:lnTo>
                    <a:pt x="1328114" y="1490366"/>
                  </a:lnTo>
                  <a:lnTo>
                    <a:pt x="1328120" y="1490357"/>
                  </a:lnTo>
                  <a:lnTo>
                    <a:pt x="1328122" y="1490347"/>
                  </a:lnTo>
                  <a:lnTo>
                    <a:pt x="1328122" y="1490338"/>
                  </a:lnTo>
                  <a:lnTo>
                    <a:pt x="1328119" y="1490330"/>
                  </a:lnTo>
                  <a:lnTo>
                    <a:pt x="1328116" y="1490321"/>
                  </a:lnTo>
                  <a:lnTo>
                    <a:pt x="1328109" y="1490311"/>
                  </a:lnTo>
                  <a:lnTo>
                    <a:pt x="1328103" y="1490303"/>
                  </a:lnTo>
                  <a:lnTo>
                    <a:pt x="1328096" y="1490293"/>
                  </a:lnTo>
                  <a:lnTo>
                    <a:pt x="1328092" y="1490285"/>
                  </a:lnTo>
                  <a:lnTo>
                    <a:pt x="1328089" y="1490275"/>
                  </a:lnTo>
                  <a:lnTo>
                    <a:pt x="1328087" y="1490266"/>
                  </a:lnTo>
                  <a:lnTo>
                    <a:pt x="1328088" y="1490254"/>
                  </a:lnTo>
                  <a:lnTo>
                    <a:pt x="1328087" y="1490240"/>
                  </a:lnTo>
                  <a:lnTo>
                    <a:pt x="1328086" y="1490225"/>
                  </a:lnTo>
                  <a:lnTo>
                    <a:pt x="1328089" y="1490216"/>
                  </a:lnTo>
                  <a:lnTo>
                    <a:pt x="1328097" y="1490207"/>
                  </a:lnTo>
                  <a:lnTo>
                    <a:pt x="1328102" y="1490204"/>
                  </a:lnTo>
                  <a:lnTo>
                    <a:pt x="1328106" y="1490203"/>
                  </a:lnTo>
                  <a:lnTo>
                    <a:pt x="1328115" y="1490200"/>
                  </a:lnTo>
                  <a:lnTo>
                    <a:pt x="1328133" y="1490196"/>
                  </a:lnTo>
                  <a:lnTo>
                    <a:pt x="1328149" y="1490191"/>
                  </a:lnTo>
                  <a:lnTo>
                    <a:pt x="1328158" y="1490189"/>
                  </a:lnTo>
                  <a:lnTo>
                    <a:pt x="1328188" y="1490179"/>
                  </a:lnTo>
                  <a:lnTo>
                    <a:pt x="1328196" y="1490177"/>
                  </a:lnTo>
                  <a:lnTo>
                    <a:pt x="1328204" y="1490175"/>
                  </a:lnTo>
                  <a:lnTo>
                    <a:pt x="1328210" y="1490175"/>
                  </a:lnTo>
                  <a:lnTo>
                    <a:pt x="1328219" y="1490177"/>
                  </a:lnTo>
                  <a:lnTo>
                    <a:pt x="1328230" y="1490180"/>
                  </a:lnTo>
                  <a:lnTo>
                    <a:pt x="1328239" y="1490181"/>
                  </a:lnTo>
                  <a:lnTo>
                    <a:pt x="1328246" y="1490180"/>
                  </a:lnTo>
                  <a:lnTo>
                    <a:pt x="1328250" y="1490177"/>
                  </a:lnTo>
                  <a:lnTo>
                    <a:pt x="1328252" y="1490172"/>
                  </a:lnTo>
                  <a:lnTo>
                    <a:pt x="1328254" y="1490164"/>
                  </a:lnTo>
                  <a:lnTo>
                    <a:pt x="1328252" y="1490156"/>
                  </a:lnTo>
                  <a:lnTo>
                    <a:pt x="1328249" y="1490143"/>
                  </a:lnTo>
                  <a:lnTo>
                    <a:pt x="1328245" y="1490133"/>
                  </a:lnTo>
                  <a:lnTo>
                    <a:pt x="1328239" y="1490128"/>
                  </a:lnTo>
                  <a:lnTo>
                    <a:pt x="1328228" y="1490122"/>
                  </a:lnTo>
                  <a:lnTo>
                    <a:pt x="1328216" y="1490119"/>
                  </a:lnTo>
                  <a:lnTo>
                    <a:pt x="1328204" y="1490114"/>
                  </a:lnTo>
                  <a:lnTo>
                    <a:pt x="1328196" y="1490106"/>
                  </a:lnTo>
                  <a:lnTo>
                    <a:pt x="1328193" y="1490099"/>
                  </a:lnTo>
                  <a:lnTo>
                    <a:pt x="1328192" y="1490092"/>
                  </a:lnTo>
                  <a:lnTo>
                    <a:pt x="1328194" y="1490084"/>
                  </a:lnTo>
                  <a:lnTo>
                    <a:pt x="1328201" y="1490078"/>
                  </a:lnTo>
                  <a:lnTo>
                    <a:pt x="1328212" y="1490076"/>
                  </a:lnTo>
                  <a:lnTo>
                    <a:pt x="1328225" y="1490075"/>
                  </a:lnTo>
                  <a:lnTo>
                    <a:pt x="1328242" y="1490074"/>
                  </a:lnTo>
                  <a:lnTo>
                    <a:pt x="1328265" y="1490076"/>
                  </a:lnTo>
                  <a:lnTo>
                    <a:pt x="1328282" y="1490080"/>
                  </a:lnTo>
                  <a:lnTo>
                    <a:pt x="1328302" y="1490084"/>
                  </a:lnTo>
                  <a:lnTo>
                    <a:pt x="1328319" y="1490086"/>
                  </a:lnTo>
                  <a:lnTo>
                    <a:pt x="1328328" y="1490086"/>
                  </a:lnTo>
                  <a:lnTo>
                    <a:pt x="1328335" y="1490086"/>
                  </a:lnTo>
                  <a:lnTo>
                    <a:pt x="1328349" y="1490087"/>
                  </a:lnTo>
                  <a:lnTo>
                    <a:pt x="1328365" y="1490085"/>
                  </a:lnTo>
                  <a:lnTo>
                    <a:pt x="1328372" y="1490082"/>
                  </a:lnTo>
                  <a:lnTo>
                    <a:pt x="1328381" y="1490077"/>
                  </a:lnTo>
                  <a:lnTo>
                    <a:pt x="1328384" y="1490072"/>
                  </a:lnTo>
                  <a:lnTo>
                    <a:pt x="1328383" y="1490065"/>
                  </a:lnTo>
                  <a:lnTo>
                    <a:pt x="1328379" y="1490058"/>
                  </a:lnTo>
                  <a:lnTo>
                    <a:pt x="1328372" y="1490051"/>
                  </a:lnTo>
                  <a:lnTo>
                    <a:pt x="1328365" y="1490042"/>
                  </a:lnTo>
                  <a:lnTo>
                    <a:pt x="1328362" y="1490034"/>
                  </a:lnTo>
                  <a:lnTo>
                    <a:pt x="1328360" y="1490028"/>
                  </a:lnTo>
                  <a:lnTo>
                    <a:pt x="1328361" y="1490021"/>
                  </a:lnTo>
                  <a:lnTo>
                    <a:pt x="1328365" y="1490015"/>
                  </a:lnTo>
                  <a:lnTo>
                    <a:pt x="1328375" y="1490008"/>
                  </a:lnTo>
                  <a:lnTo>
                    <a:pt x="1328391" y="1490002"/>
                  </a:lnTo>
                  <a:lnTo>
                    <a:pt x="1328398" y="1489997"/>
                  </a:lnTo>
                  <a:lnTo>
                    <a:pt x="1328400" y="1489991"/>
                  </a:lnTo>
                  <a:lnTo>
                    <a:pt x="1328398" y="1489985"/>
                  </a:lnTo>
                  <a:lnTo>
                    <a:pt x="1328391" y="1489979"/>
                  </a:lnTo>
                  <a:lnTo>
                    <a:pt x="1328384" y="1489975"/>
                  </a:lnTo>
                  <a:lnTo>
                    <a:pt x="1328377" y="1489971"/>
                  </a:lnTo>
                  <a:lnTo>
                    <a:pt x="1328371" y="1489964"/>
                  </a:lnTo>
                  <a:lnTo>
                    <a:pt x="1328369" y="1489955"/>
                  </a:lnTo>
                  <a:lnTo>
                    <a:pt x="1328367" y="1489945"/>
                  </a:lnTo>
                  <a:lnTo>
                    <a:pt x="1328367" y="1489935"/>
                  </a:lnTo>
                  <a:lnTo>
                    <a:pt x="1328368" y="1489918"/>
                  </a:lnTo>
                  <a:lnTo>
                    <a:pt x="1328370" y="1489906"/>
                  </a:lnTo>
                  <a:lnTo>
                    <a:pt x="1328375" y="1489893"/>
                  </a:lnTo>
                  <a:lnTo>
                    <a:pt x="1328379" y="1489877"/>
                  </a:lnTo>
                  <a:lnTo>
                    <a:pt x="1328379" y="1489868"/>
                  </a:lnTo>
                  <a:lnTo>
                    <a:pt x="1328379" y="1489861"/>
                  </a:lnTo>
                  <a:lnTo>
                    <a:pt x="1328377" y="1489849"/>
                  </a:lnTo>
                  <a:lnTo>
                    <a:pt x="1328374" y="1489837"/>
                  </a:lnTo>
                  <a:lnTo>
                    <a:pt x="1328370" y="1489827"/>
                  </a:lnTo>
                  <a:lnTo>
                    <a:pt x="1328368" y="1489816"/>
                  </a:lnTo>
                  <a:lnTo>
                    <a:pt x="1328366" y="1489806"/>
                  </a:lnTo>
                  <a:lnTo>
                    <a:pt x="1328366" y="1489799"/>
                  </a:lnTo>
                  <a:lnTo>
                    <a:pt x="1328365" y="1489789"/>
                  </a:lnTo>
                  <a:lnTo>
                    <a:pt x="1328363" y="1489782"/>
                  </a:lnTo>
                  <a:lnTo>
                    <a:pt x="1328358" y="1489777"/>
                  </a:lnTo>
                  <a:lnTo>
                    <a:pt x="1328350" y="1489775"/>
                  </a:lnTo>
                  <a:lnTo>
                    <a:pt x="1328340" y="1489776"/>
                  </a:lnTo>
                  <a:lnTo>
                    <a:pt x="1328332" y="1489778"/>
                  </a:lnTo>
                  <a:lnTo>
                    <a:pt x="1328324" y="1489780"/>
                  </a:lnTo>
                  <a:lnTo>
                    <a:pt x="1328312" y="1489782"/>
                  </a:lnTo>
                  <a:lnTo>
                    <a:pt x="1328302" y="1489781"/>
                  </a:lnTo>
                  <a:lnTo>
                    <a:pt x="1328294" y="1489775"/>
                  </a:lnTo>
                  <a:lnTo>
                    <a:pt x="1328288" y="1489765"/>
                  </a:lnTo>
                  <a:lnTo>
                    <a:pt x="1328283" y="1489757"/>
                  </a:lnTo>
                  <a:lnTo>
                    <a:pt x="1328279" y="1489751"/>
                  </a:lnTo>
                  <a:lnTo>
                    <a:pt x="1328271" y="1489735"/>
                  </a:lnTo>
                  <a:lnTo>
                    <a:pt x="1328268" y="1489731"/>
                  </a:lnTo>
                  <a:lnTo>
                    <a:pt x="1328261" y="1489721"/>
                  </a:lnTo>
                  <a:lnTo>
                    <a:pt x="1328256" y="1489711"/>
                  </a:lnTo>
                  <a:lnTo>
                    <a:pt x="1328252" y="1489705"/>
                  </a:lnTo>
                  <a:lnTo>
                    <a:pt x="1328243" y="1489692"/>
                  </a:lnTo>
                  <a:lnTo>
                    <a:pt x="1328239" y="1489684"/>
                  </a:lnTo>
                  <a:lnTo>
                    <a:pt x="1328236" y="1489673"/>
                  </a:lnTo>
                  <a:lnTo>
                    <a:pt x="1328235" y="1489663"/>
                  </a:lnTo>
                  <a:lnTo>
                    <a:pt x="1328231" y="1489646"/>
                  </a:lnTo>
                  <a:lnTo>
                    <a:pt x="1328229" y="1489637"/>
                  </a:lnTo>
                  <a:lnTo>
                    <a:pt x="1328224" y="1489624"/>
                  </a:lnTo>
                  <a:lnTo>
                    <a:pt x="1328216" y="1489609"/>
                  </a:lnTo>
                  <a:lnTo>
                    <a:pt x="1328213" y="1489603"/>
                  </a:lnTo>
                  <a:lnTo>
                    <a:pt x="1328207" y="1489594"/>
                  </a:lnTo>
                  <a:lnTo>
                    <a:pt x="1328202" y="1489583"/>
                  </a:lnTo>
                  <a:lnTo>
                    <a:pt x="1328199" y="1489574"/>
                  </a:lnTo>
                  <a:lnTo>
                    <a:pt x="1328197" y="1489565"/>
                  </a:lnTo>
                  <a:lnTo>
                    <a:pt x="1328196" y="1489558"/>
                  </a:lnTo>
                  <a:lnTo>
                    <a:pt x="1328196" y="1489540"/>
                  </a:lnTo>
                  <a:lnTo>
                    <a:pt x="1328194" y="1489534"/>
                  </a:lnTo>
                  <a:lnTo>
                    <a:pt x="1328189" y="1489526"/>
                  </a:lnTo>
                  <a:lnTo>
                    <a:pt x="1328182" y="1489520"/>
                  </a:lnTo>
                  <a:lnTo>
                    <a:pt x="1328172" y="1489512"/>
                  </a:lnTo>
                  <a:lnTo>
                    <a:pt x="1328164" y="1489506"/>
                  </a:lnTo>
                  <a:lnTo>
                    <a:pt x="1328159" y="1489500"/>
                  </a:lnTo>
                  <a:lnTo>
                    <a:pt x="1328154" y="1489492"/>
                  </a:lnTo>
                  <a:lnTo>
                    <a:pt x="1328152" y="1489483"/>
                  </a:lnTo>
                  <a:lnTo>
                    <a:pt x="1328151" y="1489471"/>
                  </a:lnTo>
                  <a:lnTo>
                    <a:pt x="1328150" y="1489463"/>
                  </a:lnTo>
                  <a:lnTo>
                    <a:pt x="1328150" y="1489448"/>
                  </a:lnTo>
                  <a:lnTo>
                    <a:pt x="1328150" y="1489441"/>
                  </a:lnTo>
                  <a:lnTo>
                    <a:pt x="1328148" y="1489431"/>
                  </a:lnTo>
                  <a:lnTo>
                    <a:pt x="1328145" y="1489424"/>
                  </a:lnTo>
                  <a:lnTo>
                    <a:pt x="1328142" y="1489416"/>
                  </a:lnTo>
                  <a:lnTo>
                    <a:pt x="1328139" y="1489410"/>
                  </a:lnTo>
                  <a:lnTo>
                    <a:pt x="1328132" y="1489400"/>
                  </a:lnTo>
                  <a:lnTo>
                    <a:pt x="1328124" y="1489390"/>
                  </a:lnTo>
                  <a:lnTo>
                    <a:pt x="1328120" y="1489381"/>
                  </a:lnTo>
                  <a:lnTo>
                    <a:pt x="1328119" y="1489375"/>
                  </a:lnTo>
                  <a:lnTo>
                    <a:pt x="1328120" y="1489367"/>
                  </a:lnTo>
                  <a:lnTo>
                    <a:pt x="1328124" y="1489357"/>
                  </a:lnTo>
                  <a:lnTo>
                    <a:pt x="1328135" y="1489336"/>
                  </a:lnTo>
                  <a:lnTo>
                    <a:pt x="1328150" y="1489302"/>
                  </a:lnTo>
                  <a:lnTo>
                    <a:pt x="1328153" y="1489288"/>
                  </a:lnTo>
                  <a:lnTo>
                    <a:pt x="1328152" y="1489280"/>
                  </a:lnTo>
                  <a:lnTo>
                    <a:pt x="1328149" y="1489276"/>
                  </a:lnTo>
                  <a:lnTo>
                    <a:pt x="1328143" y="1489273"/>
                  </a:lnTo>
                  <a:lnTo>
                    <a:pt x="1328135" y="1489270"/>
                  </a:lnTo>
                  <a:lnTo>
                    <a:pt x="1328124" y="1489267"/>
                  </a:lnTo>
                  <a:lnTo>
                    <a:pt x="1328117" y="1489262"/>
                  </a:lnTo>
                  <a:lnTo>
                    <a:pt x="1328115" y="1489257"/>
                  </a:lnTo>
                  <a:lnTo>
                    <a:pt x="1328114" y="1489251"/>
                  </a:lnTo>
                  <a:lnTo>
                    <a:pt x="1328114" y="1489246"/>
                  </a:lnTo>
                  <a:lnTo>
                    <a:pt x="1328116" y="1489240"/>
                  </a:lnTo>
                  <a:lnTo>
                    <a:pt x="1328123" y="1489229"/>
                  </a:lnTo>
                  <a:lnTo>
                    <a:pt x="1328132" y="1489216"/>
                  </a:lnTo>
                  <a:lnTo>
                    <a:pt x="1328138" y="1489205"/>
                  </a:lnTo>
                  <a:lnTo>
                    <a:pt x="1328140" y="1489197"/>
                  </a:lnTo>
                  <a:lnTo>
                    <a:pt x="1328140" y="1489185"/>
                  </a:lnTo>
                  <a:lnTo>
                    <a:pt x="1328139" y="1489178"/>
                  </a:lnTo>
                  <a:lnTo>
                    <a:pt x="1328136" y="1489174"/>
                  </a:lnTo>
                  <a:lnTo>
                    <a:pt x="1328131" y="1489170"/>
                  </a:lnTo>
                  <a:lnTo>
                    <a:pt x="1328126" y="1489167"/>
                  </a:lnTo>
                  <a:lnTo>
                    <a:pt x="1328120" y="1489163"/>
                  </a:lnTo>
                  <a:lnTo>
                    <a:pt x="1328115" y="1489157"/>
                  </a:lnTo>
                  <a:lnTo>
                    <a:pt x="1328109" y="1489148"/>
                  </a:lnTo>
                  <a:lnTo>
                    <a:pt x="1328106" y="1489139"/>
                  </a:lnTo>
                  <a:lnTo>
                    <a:pt x="1328106" y="1489134"/>
                  </a:lnTo>
                  <a:lnTo>
                    <a:pt x="1328105" y="1489129"/>
                  </a:lnTo>
                  <a:lnTo>
                    <a:pt x="1328102" y="1489122"/>
                  </a:lnTo>
                  <a:lnTo>
                    <a:pt x="1328098" y="1489118"/>
                  </a:lnTo>
                  <a:lnTo>
                    <a:pt x="1328090" y="1489115"/>
                  </a:lnTo>
                  <a:lnTo>
                    <a:pt x="1328079" y="1489114"/>
                  </a:lnTo>
                  <a:lnTo>
                    <a:pt x="1328065" y="1489112"/>
                  </a:lnTo>
                  <a:lnTo>
                    <a:pt x="1328045" y="1489108"/>
                  </a:lnTo>
                  <a:lnTo>
                    <a:pt x="1328032" y="1489106"/>
                  </a:lnTo>
                  <a:lnTo>
                    <a:pt x="1328024" y="1489103"/>
                  </a:lnTo>
                  <a:lnTo>
                    <a:pt x="1328019" y="1489099"/>
                  </a:lnTo>
                  <a:lnTo>
                    <a:pt x="1328015" y="1489094"/>
                  </a:lnTo>
                  <a:lnTo>
                    <a:pt x="1328010" y="1489085"/>
                  </a:lnTo>
                  <a:lnTo>
                    <a:pt x="1328003" y="1489071"/>
                  </a:lnTo>
                  <a:lnTo>
                    <a:pt x="1327997" y="1489056"/>
                  </a:lnTo>
                  <a:lnTo>
                    <a:pt x="1327992" y="1489050"/>
                  </a:lnTo>
                  <a:lnTo>
                    <a:pt x="1327984" y="1489046"/>
                  </a:lnTo>
                  <a:lnTo>
                    <a:pt x="1327977" y="1489046"/>
                  </a:lnTo>
                  <a:lnTo>
                    <a:pt x="1327964" y="1489048"/>
                  </a:lnTo>
                  <a:lnTo>
                    <a:pt x="1327953" y="1489052"/>
                  </a:lnTo>
                  <a:lnTo>
                    <a:pt x="1327947" y="1489053"/>
                  </a:lnTo>
                  <a:lnTo>
                    <a:pt x="1327942" y="1489051"/>
                  </a:lnTo>
                  <a:lnTo>
                    <a:pt x="1327939" y="1489045"/>
                  </a:lnTo>
                  <a:lnTo>
                    <a:pt x="1327936" y="1489039"/>
                  </a:lnTo>
                  <a:lnTo>
                    <a:pt x="1327930" y="1489026"/>
                  </a:lnTo>
                  <a:lnTo>
                    <a:pt x="1327927" y="1489016"/>
                  </a:lnTo>
                  <a:lnTo>
                    <a:pt x="1327923" y="1489002"/>
                  </a:lnTo>
                  <a:lnTo>
                    <a:pt x="1327921" y="1488995"/>
                  </a:lnTo>
                  <a:lnTo>
                    <a:pt x="1327917" y="1488991"/>
                  </a:lnTo>
                  <a:lnTo>
                    <a:pt x="1327911" y="1488989"/>
                  </a:lnTo>
                  <a:lnTo>
                    <a:pt x="1327901" y="1488989"/>
                  </a:lnTo>
                  <a:lnTo>
                    <a:pt x="1327897" y="1488989"/>
                  </a:lnTo>
                  <a:lnTo>
                    <a:pt x="1327891" y="1488989"/>
                  </a:lnTo>
                  <a:lnTo>
                    <a:pt x="1327887" y="1488988"/>
                  </a:lnTo>
                  <a:lnTo>
                    <a:pt x="1327883" y="1488986"/>
                  </a:lnTo>
                  <a:lnTo>
                    <a:pt x="1327879" y="1488982"/>
                  </a:lnTo>
                  <a:lnTo>
                    <a:pt x="1327874" y="1488973"/>
                  </a:lnTo>
                  <a:lnTo>
                    <a:pt x="1327869" y="1488964"/>
                  </a:lnTo>
                  <a:lnTo>
                    <a:pt x="1327866" y="1488956"/>
                  </a:lnTo>
                  <a:lnTo>
                    <a:pt x="1327860" y="1488942"/>
                  </a:lnTo>
                  <a:lnTo>
                    <a:pt x="1327854" y="1488931"/>
                  </a:lnTo>
                  <a:lnTo>
                    <a:pt x="1327850" y="1488926"/>
                  </a:lnTo>
                  <a:lnTo>
                    <a:pt x="1327842" y="1488924"/>
                  </a:lnTo>
                  <a:lnTo>
                    <a:pt x="1327836" y="1488922"/>
                  </a:lnTo>
                  <a:lnTo>
                    <a:pt x="1327827" y="1488921"/>
                  </a:lnTo>
                  <a:lnTo>
                    <a:pt x="1327810" y="1488922"/>
                  </a:lnTo>
                  <a:lnTo>
                    <a:pt x="1327793" y="1488921"/>
                  </a:lnTo>
                  <a:lnTo>
                    <a:pt x="1327786" y="1488920"/>
                  </a:lnTo>
                  <a:lnTo>
                    <a:pt x="1327781" y="1488918"/>
                  </a:lnTo>
                  <a:lnTo>
                    <a:pt x="1327773" y="1488911"/>
                  </a:lnTo>
                  <a:lnTo>
                    <a:pt x="1327768" y="1488904"/>
                  </a:lnTo>
                  <a:lnTo>
                    <a:pt x="1327761" y="1488894"/>
                  </a:lnTo>
                  <a:lnTo>
                    <a:pt x="1327759" y="1488883"/>
                  </a:lnTo>
                  <a:lnTo>
                    <a:pt x="1327758" y="1488876"/>
                  </a:lnTo>
                  <a:lnTo>
                    <a:pt x="1327757" y="1488868"/>
                  </a:lnTo>
                  <a:lnTo>
                    <a:pt x="1327754" y="1488856"/>
                  </a:lnTo>
                  <a:lnTo>
                    <a:pt x="1327752" y="1488849"/>
                  </a:lnTo>
                  <a:lnTo>
                    <a:pt x="1327750" y="1488840"/>
                  </a:lnTo>
                  <a:lnTo>
                    <a:pt x="1327748" y="1488833"/>
                  </a:lnTo>
                  <a:lnTo>
                    <a:pt x="1327746" y="1488826"/>
                  </a:lnTo>
                  <a:lnTo>
                    <a:pt x="1327737" y="1488828"/>
                  </a:lnTo>
                  <a:lnTo>
                    <a:pt x="1327729" y="1488832"/>
                  </a:lnTo>
                  <a:lnTo>
                    <a:pt x="1327723" y="1488836"/>
                  </a:lnTo>
                  <a:lnTo>
                    <a:pt x="1327719" y="1488840"/>
                  </a:lnTo>
                  <a:lnTo>
                    <a:pt x="1327715" y="1488848"/>
                  </a:lnTo>
                  <a:lnTo>
                    <a:pt x="1327711" y="1488857"/>
                  </a:lnTo>
                  <a:lnTo>
                    <a:pt x="1327709" y="1488864"/>
                  </a:lnTo>
                  <a:lnTo>
                    <a:pt x="1327710" y="1488875"/>
                  </a:lnTo>
                  <a:lnTo>
                    <a:pt x="1327710" y="1488882"/>
                  </a:lnTo>
                  <a:lnTo>
                    <a:pt x="1327710" y="1488888"/>
                  </a:lnTo>
                  <a:lnTo>
                    <a:pt x="1327704" y="1488888"/>
                  </a:lnTo>
                  <a:lnTo>
                    <a:pt x="1327696" y="1488888"/>
                  </a:lnTo>
                  <a:lnTo>
                    <a:pt x="1327688" y="1488886"/>
                  </a:lnTo>
                  <a:lnTo>
                    <a:pt x="1327683" y="1488884"/>
                  </a:lnTo>
                  <a:lnTo>
                    <a:pt x="1327678" y="1488879"/>
                  </a:lnTo>
                  <a:lnTo>
                    <a:pt x="1327675" y="1488870"/>
                  </a:lnTo>
                  <a:lnTo>
                    <a:pt x="1327671" y="1488859"/>
                  </a:lnTo>
                  <a:lnTo>
                    <a:pt x="1327657" y="1488855"/>
                  </a:lnTo>
                  <a:lnTo>
                    <a:pt x="1327642" y="1488851"/>
                  </a:lnTo>
                  <a:lnTo>
                    <a:pt x="1327632" y="1488851"/>
                  </a:lnTo>
                  <a:lnTo>
                    <a:pt x="1327622" y="1488850"/>
                  </a:lnTo>
                  <a:lnTo>
                    <a:pt x="1327612" y="1488847"/>
                  </a:lnTo>
                  <a:lnTo>
                    <a:pt x="1327605" y="1488846"/>
                  </a:lnTo>
                  <a:lnTo>
                    <a:pt x="1327595" y="1488845"/>
                  </a:lnTo>
                  <a:lnTo>
                    <a:pt x="1327589" y="1488845"/>
                  </a:lnTo>
                  <a:lnTo>
                    <a:pt x="1327585" y="1488847"/>
                  </a:lnTo>
                  <a:lnTo>
                    <a:pt x="1327573" y="1488855"/>
                  </a:lnTo>
                  <a:lnTo>
                    <a:pt x="1327559" y="1488863"/>
                  </a:lnTo>
                  <a:lnTo>
                    <a:pt x="1327547" y="1488872"/>
                  </a:lnTo>
                  <a:lnTo>
                    <a:pt x="1327541" y="1488875"/>
                  </a:lnTo>
                  <a:lnTo>
                    <a:pt x="1327534" y="1488877"/>
                  </a:lnTo>
                  <a:lnTo>
                    <a:pt x="1327516" y="1488878"/>
                  </a:lnTo>
                  <a:lnTo>
                    <a:pt x="1327498" y="1488881"/>
                  </a:lnTo>
                  <a:lnTo>
                    <a:pt x="1327487" y="1488881"/>
                  </a:lnTo>
                  <a:lnTo>
                    <a:pt x="1327475" y="1488881"/>
                  </a:lnTo>
                  <a:lnTo>
                    <a:pt x="1327464" y="1488876"/>
                  </a:lnTo>
                  <a:lnTo>
                    <a:pt x="1327458" y="1488872"/>
                  </a:lnTo>
                  <a:lnTo>
                    <a:pt x="1327450" y="1488871"/>
                  </a:lnTo>
                  <a:lnTo>
                    <a:pt x="1327436" y="1488871"/>
                  </a:lnTo>
                  <a:lnTo>
                    <a:pt x="1327419" y="1488871"/>
                  </a:lnTo>
                  <a:lnTo>
                    <a:pt x="1327406" y="1488870"/>
                  </a:lnTo>
                  <a:lnTo>
                    <a:pt x="1327401" y="1488871"/>
                  </a:lnTo>
                  <a:lnTo>
                    <a:pt x="1327396" y="1488872"/>
                  </a:lnTo>
                  <a:lnTo>
                    <a:pt x="1327383" y="1488876"/>
                  </a:lnTo>
                  <a:lnTo>
                    <a:pt x="1327373" y="1488880"/>
                  </a:lnTo>
                  <a:lnTo>
                    <a:pt x="1327362" y="1488880"/>
                  </a:lnTo>
                  <a:lnTo>
                    <a:pt x="1327353" y="1488879"/>
                  </a:lnTo>
                  <a:lnTo>
                    <a:pt x="1327340" y="1488873"/>
                  </a:lnTo>
                  <a:lnTo>
                    <a:pt x="1327329" y="1488866"/>
                  </a:lnTo>
                  <a:lnTo>
                    <a:pt x="1327315" y="1488859"/>
                  </a:lnTo>
                  <a:lnTo>
                    <a:pt x="1327305" y="1488853"/>
                  </a:lnTo>
                  <a:lnTo>
                    <a:pt x="1327296" y="1488847"/>
                  </a:lnTo>
                  <a:lnTo>
                    <a:pt x="1327290" y="1488843"/>
                  </a:lnTo>
                  <a:lnTo>
                    <a:pt x="1327280" y="1488841"/>
                  </a:lnTo>
                  <a:lnTo>
                    <a:pt x="1327271" y="1488840"/>
                  </a:lnTo>
                  <a:lnTo>
                    <a:pt x="1327264" y="1488836"/>
                  </a:lnTo>
                  <a:lnTo>
                    <a:pt x="1327260" y="1488831"/>
                  </a:lnTo>
                  <a:lnTo>
                    <a:pt x="1327253" y="1488820"/>
                  </a:lnTo>
                  <a:lnTo>
                    <a:pt x="1327244" y="1488812"/>
                  </a:lnTo>
                  <a:lnTo>
                    <a:pt x="1327239" y="1488809"/>
                  </a:lnTo>
                  <a:lnTo>
                    <a:pt x="1327229" y="1488804"/>
                  </a:lnTo>
                  <a:lnTo>
                    <a:pt x="1327222" y="1488793"/>
                  </a:lnTo>
                  <a:lnTo>
                    <a:pt x="1327219" y="1488789"/>
                  </a:lnTo>
                  <a:lnTo>
                    <a:pt x="1327208" y="1488779"/>
                  </a:lnTo>
                  <a:lnTo>
                    <a:pt x="1327202" y="1488790"/>
                  </a:lnTo>
                  <a:lnTo>
                    <a:pt x="1327194" y="1488802"/>
                  </a:lnTo>
                  <a:lnTo>
                    <a:pt x="1327182" y="1488815"/>
                  </a:lnTo>
                  <a:lnTo>
                    <a:pt x="1327178" y="1488820"/>
                  </a:lnTo>
                  <a:lnTo>
                    <a:pt x="1327168" y="1488833"/>
                  </a:lnTo>
                  <a:lnTo>
                    <a:pt x="1327154" y="1488842"/>
                  </a:lnTo>
                  <a:lnTo>
                    <a:pt x="1327143" y="1488855"/>
                  </a:lnTo>
                  <a:lnTo>
                    <a:pt x="1327136" y="1488864"/>
                  </a:lnTo>
                  <a:lnTo>
                    <a:pt x="1327130" y="1488878"/>
                  </a:lnTo>
                  <a:lnTo>
                    <a:pt x="1327126" y="1488887"/>
                  </a:lnTo>
                  <a:lnTo>
                    <a:pt x="1327122" y="1488898"/>
                  </a:lnTo>
                  <a:lnTo>
                    <a:pt x="1327119" y="1488906"/>
                  </a:lnTo>
                  <a:lnTo>
                    <a:pt x="1327117" y="1488914"/>
                  </a:lnTo>
                  <a:lnTo>
                    <a:pt x="1327114" y="1488922"/>
                  </a:lnTo>
                  <a:lnTo>
                    <a:pt x="1327111" y="1488926"/>
                  </a:lnTo>
                  <a:lnTo>
                    <a:pt x="1327088" y="1488940"/>
                  </a:lnTo>
                  <a:lnTo>
                    <a:pt x="1327082" y="1488945"/>
                  </a:lnTo>
                  <a:lnTo>
                    <a:pt x="1327074" y="1488950"/>
                  </a:lnTo>
                  <a:lnTo>
                    <a:pt x="1327065" y="1488952"/>
                  </a:lnTo>
                  <a:lnTo>
                    <a:pt x="1327056" y="1488951"/>
                  </a:lnTo>
                  <a:lnTo>
                    <a:pt x="1327050" y="1488951"/>
                  </a:lnTo>
                  <a:lnTo>
                    <a:pt x="1327041" y="1488953"/>
                  </a:lnTo>
                  <a:lnTo>
                    <a:pt x="1327036" y="1488955"/>
                  </a:lnTo>
                  <a:lnTo>
                    <a:pt x="1327034" y="1488961"/>
                  </a:lnTo>
                  <a:lnTo>
                    <a:pt x="1327029" y="1488971"/>
                  </a:lnTo>
                  <a:lnTo>
                    <a:pt x="1327025" y="1488977"/>
                  </a:lnTo>
                  <a:lnTo>
                    <a:pt x="1327017" y="1488987"/>
                  </a:lnTo>
                  <a:lnTo>
                    <a:pt x="1327005" y="1489006"/>
                  </a:lnTo>
                  <a:lnTo>
                    <a:pt x="1326995" y="1489014"/>
                  </a:lnTo>
                  <a:lnTo>
                    <a:pt x="1326985" y="1489021"/>
                  </a:lnTo>
                  <a:lnTo>
                    <a:pt x="1326976" y="1489025"/>
                  </a:lnTo>
                  <a:lnTo>
                    <a:pt x="1326962" y="1489033"/>
                  </a:lnTo>
                  <a:lnTo>
                    <a:pt x="1326954" y="1489035"/>
                  </a:lnTo>
                  <a:lnTo>
                    <a:pt x="1326944" y="1489035"/>
                  </a:lnTo>
                  <a:lnTo>
                    <a:pt x="1326935" y="1489031"/>
                  </a:lnTo>
                  <a:lnTo>
                    <a:pt x="1326928" y="1489039"/>
                  </a:lnTo>
                  <a:lnTo>
                    <a:pt x="1326921" y="1489045"/>
                  </a:lnTo>
                  <a:lnTo>
                    <a:pt x="1326916" y="1489052"/>
                  </a:lnTo>
                  <a:lnTo>
                    <a:pt x="1326913" y="1489057"/>
                  </a:lnTo>
                  <a:lnTo>
                    <a:pt x="1326908" y="1489067"/>
                  </a:lnTo>
                  <a:lnTo>
                    <a:pt x="1326902" y="1489079"/>
                  </a:lnTo>
                  <a:lnTo>
                    <a:pt x="1326896" y="1489097"/>
                  </a:lnTo>
                  <a:lnTo>
                    <a:pt x="1326891" y="1489111"/>
                  </a:lnTo>
                  <a:lnTo>
                    <a:pt x="1326888" y="1489122"/>
                  </a:lnTo>
                  <a:lnTo>
                    <a:pt x="1326887" y="1489127"/>
                  </a:lnTo>
                  <a:lnTo>
                    <a:pt x="1326887" y="1489133"/>
                  </a:lnTo>
                  <a:lnTo>
                    <a:pt x="1326887" y="1489139"/>
                  </a:lnTo>
                  <a:lnTo>
                    <a:pt x="1326888" y="1489154"/>
                  </a:lnTo>
                  <a:lnTo>
                    <a:pt x="1326889" y="1489159"/>
                  </a:lnTo>
                  <a:lnTo>
                    <a:pt x="1326889" y="1489169"/>
                  </a:lnTo>
                  <a:lnTo>
                    <a:pt x="1326890" y="1489184"/>
                  </a:lnTo>
                  <a:lnTo>
                    <a:pt x="1326893" y="1489200"/>
                  </a:lnTo>
                  <a:lnTo>
                    <a:pt x="1326895" y="1489217"/>
                  </a:lnTo>
                  <a:lnTo>
                    <a:pt x="1326895" y="1489224"/>
                  </a:lnTo>
                  <a:lnTo>
                    <a:pt x="1326894" y="1489235"/>
                  </a:lnTo>
                  <a:lnTo>
                    <a:pt x="1326888" y="1489236"/>
                  </a:lnTo>
                  <a:lnTo>
                    <a:pt x="1326884" y="1489236"/>
                  </a:lnTo>
                  <a:lnTo>
                    <a:pt x="1326878" y="1489237"/>
                  </a:lnTo>
                  <a:lnTo>
                    <a:pt x="1326872" y="1489237"/>
                  </a:lnTo>
                  <a:lnTo>
                    <a:pt x="1326867" y="1489237"/>
                  </a:lnTo>
                  <a:lnTo>
                    <a:pt x="1326863" y="1489236"/>
                  </a:lnTo>
                  <a:lnTo>
                    <a:pt x="1326856" y="1489235"/>
                  </a:lnTo>
                  <a:lnTo>
                    <a:pt x="1326846" y="1489233"/>
                  </a:lnTo>
                  <a:lnTo>
                    <a:pt x="1326840" y="1489232"/>
                  </a:lnTo>
                  <a:lnTo>
                    <a:pt x="1326835" y="1489232"/>
                  </a:lnTo>
                  <a:lnTo>
                    <a:pt x="1326829" y="1489234"/>
                  </a:lnTo>
                  <a:lnTo>
                    <a:pt x="1326822" y="1489237"/>
                  </a:lnTo>
                  <a:lnTo>
                    <a:pt x="1326815" y="1489240"/>
                  </a:lnTo>
                  <a:lnTo>
                    <a:pt x="1326809" y="1489245"/>
                  </a:lnTo>
                  <a:lnTo>
                    <a:pt x="1326803" y="1489249"/>
                  </a:lnTo>
                  <a:lnTo>
                    <a:pt x="1326798" y="1489248"/>
                  </a:lnTo>
                  <a:lnTo>
                    <a:pt x="1326793" y="1489240"/>
                  </a:lnTo>
                  <a:lnTo>
                    <a:pt x="1326789" y="1489234"/>
                  </a:lnTo>
                  <a:lnTo>
                    <a:pt x="1326784" y="1489227"/>
                  </a:lnTo>
                  <a:lnTo>
                    <a:pt x="1326779" y="1489223"/>
                  </a:lnTo>
                  <a:lnTo>
                    <a:pt x="1326775" y="1489221"/>
                  </a:lnTo>
                  <a:lnTo>
                    <a:pt x="1326769" y="1489218"/>
                  </a:lnTo>
                  <a:lnTo>
                    <a:pt x="1326760" y="1489215"/>
                  </a:lnTo>
                  <a:lnTo>
                    <a:pt x="1326753" y="1489216"/>
                  </a:lnTo>
                  <a:lnTo>
                    <a:pt x="1326749" y="1489217"/>
                  </a:lnTo>
                  <a:lnTo>
                    <a:pt x="1326743" y="1489219"/>
                  </a:lnTo>
                  <a:lnTo>
                    <a:pt x="1326738" y="1489223"/>
                  </a:lnTo>
                  <a:lnTo>
                    <a:pt x="1326733" y="1489226"/>
                  </a:lnTo>
                  <a:lnTo>
                    <a:pt x="1326718" y="1489231"/>
                  </a:lnTo>
                  <a:lnTo>
                    <a:pt x="1326711" y="1489234"/>
                  </a:lnTo>
                  <a:lnTo>
                    <a:pt x="1326706" y="1489236"/>
                  </a:lnTo>
                  <a:lnTo>
                    <a:pt x="1326709" y="1489242"/>
                  </a:lnTo>
                  <a:lnTo>
                    <a:pt x="1326712" y="1489247"/>
                  </a:lnTo>
                  <a:lnTo>
                    <a:pt x="1326716" y="1489252"/>
                  </a:lnTo>
                  <a:lnTo>
                    <a:pt x="1326719" y="1489257"/>
                  </a:lnTo>
                  <a:lnTo>
                    <a:pt x="1326722" y="1489263"/>
                  </a:lnTo>
                  <a:lnTo>
                    <a:pt x="1326724" y="1489268"/>
                  </a:lnTo>
                  <a:lnTo>
                    <a:pt x="1326724" y="1489272"/>
                  </a:lnTo>
                  <a:lnTo>
                    <a:pt x="1326724" y="1489280"/>
                  </a:lnTo>
                  <a:lnTo>
                    <a:pt x="1326724" y="1489287"/>
                  </a:lnTo>
                  <a:lnTo>
                    <a:pt x="1326719" y="1489291"/>
                  </a:lnTo>
                  <a:lnTo>
                    <a:pt x="1326715" y="1489292"/>
                  </a:lnTo>
                  <a:lnTo>
                    <a:pt x="1326708" y="1489293"/>
                  </a:lnTo>
                  <a:lnTo>
                    <a:pt x="1326700" y="1489295"/>
                  </a:lnTo>
                  <a:lnTo>
                    <a:pt x="1326696" y="1489296"/>
                  </a:lnTo>
                  <a:lnTo>
                    <a:pt x="1326690" y="1489299"/>
                  </a:lnTo>
                  <a:lnTo>
                    <a:pt x="1326684" y="1489302"/>
                  </a:lnTo>
                  <a:lnTo>
                    <a:pt x="1326679" y="1489306"/>
                  </a:lnTo>
                  <a:lnTo>
                    <a:pt x="1326674" y="1489311"/>
                  </a:lnTo>
                  <a:lnTo>
                    <a:pt x="1326669" y="1489315"/>
                  </a:lnTo>
                  <a:lnTo>
                    <a:pt x="1326663" y="1489315"/>
                  </a:lnTo>
                  <a:lnTo>
                    <a:pt x="1326656" y="1489315"/>
                  </a:lnTo>
                  <a:lnTo>
                    <a:pt x="1326651" y="1489315"/>
                  </a:lnTo>
                  <a:lnTo>
                    <a:pt x="1326645" y="1489317"/>
                  </a:lnTo>
                  <a:lnTo>
                    <a:pt x="1326639" y="1489315"/>
                  </a:lnTo>
                  <a:lnTo>
                    <a:pt x="1326636" y="1489312"/>
                  </a:lnTo>
                  <a:lnTo>
                    <a:pt x="1326634" y="1489308"/>
                  </a:lnTo>
                  <a:lnTo>
                    <a:pt x="1326632" y="1489303"/>
                  </a:lnTo>
                  <a:lnTo>
                    <a:pt x="1326631" y="1489295"/>
                  </a:lnTo>
                  <a:lnTo>
                    <a:pt x="1326630" y="1489286"/>
                  </a:lnTo>
                  <a:lnTo>
                    <a:pt x="1326634" y="1489275"/>
                  </a:lnTo>
                  <a:lnTo>
                    <a:pt x="1326638" y="1489264"/>
                  </a:lnTo>
                  <a:lnTo>
                    <a:pt x="1326632" y="1489267"/>
                  </a:lnTo>
                  <a:lnTo>
                    <a:pt x="1326628" y="1489270"/>
                  </a:lnTo>
                  <a:lnTo>
                    <a:pt x="1326621" y="1489275"/>
                  </a:lnTo>
                  <a:lnTo>
                    <a:pt x="1326607" y="1489275"/>
                  </a:lnTo>
                  <a:lnTo>
                    <a:pt x="1326603" y="1489271"/>
                  </a:lnTo>
                  <a:lnTo>
                    <a:pt x="1326598" y="1489269"/>
                  </a:lnTo>
                  <a:lnTo>
                    <a:pt x="1326591" y="1489270"/>
                  </a:lnTo>
                  <a:lnTo>
                    <a:pt x="1326588" y="1489275"/>
                  </a:lnTo>
                  <a:lnTo>
                    <a:pt x="1326590" y="1489280"/>
                  </a:lnTo>
                  <a:lnTo>
                    <a:pt x="1326598" y="1489291"/>
                  </a:lnTo>
                  <a:lnTo>
                    <a:pt x="1326600" y="1489301"/>
                  </a:lnTo>
                  <a:lnTo>
                    <a:pt x="1326601" y="1489307"/>
                  </a:lnTo>
                  <a:lnTo>
                    <a:pt x="1326603" y="1489314"/>
                  </a:lnTo>
                  <a:lnTo>
                    <a:pt x="1326603" y="1489320"/>
                  </a:lnTo>
                  <a:lnTo>
                    <a:pt x="1326600" y="1489317"/>
                  </a:lnTo>
                  <a:lnTo>
                    <a:pt x="1326596" y="1489313"/>
                  </a:lnTo>
                  <a:lnTo>
                    <a:pt x="1326592" y="1489309"/>
                  </a:lnTo>
                  <a:lnTo>
                    <a:pt x="1326588" y="1489305"/>
                  </a:lnTo>
                  <a:lnTo>
                    <a:pt x="1326583" y="1489305"/>
                  </a:lnTo>
                  <a:lnTo>
                    <a:pt x="1326577" y="1489309"/>
                  </a:lnTo>
                  <a:lnTo>
                    <a:pt x="1326571" y="1489310"/>
                  </a:lnTo>
                  <a:lnTo>
                    <a:pt x="1326567" y="1489312"/>
                  </a:lnTo>
                  <a:lnTo>
                    <a:pt x="1326562" y="1489315"/>
                  </a:lnTo>
                  <a:lnTo>
                    <a:pt x="1326551" y="1489321"/>
                  </a:lnTo>
                  <a:lnTo>
                    <a:pt x="1326545" y="1489323"/>
                  </a:lnTo>
                  <a:lnTo>
                    <a:pt x="1326540" y="1489325"/>
                  </a:lnTo>
                  <a:lnTo>
                    <a:pt x="1326534" y="1489327"/>
                  </a:lnTo>
                  <a:lnTo>
                    <a:pt x="1326523" y="1489329"/>
                  </a:lnTo>
                  <a:lnTo>
                    <a:pt x="1326515" y="1489331"/>
                  </a:lnTo>
                  <a:lnTo>
                    <a:pt x="1326497" y="1489333"/>
                  </a:lnTo>
                  <a:lnTo>
                    <a:pt x="1326488" y="1489337"/>
                  </a:lnTo>
                  <a:lnTo>
                    <a:pt x="1326481" y="1489345"/>
                  </a:lnTo>
                  <a:lnTo>
                    <a:pt x="1326475" y="1489354"/>
                  </a:lnTo>
                  <a:lnTo>
                    <a:pt x="1326466" y="1489363"/>
                  </a:lnTo>
                  <a:lnTo>
                    <a:pt x="1326453" y="1489368"/>
                  </a:lnTo>
                  <a:lnTo>
                    <a:pt x="1326437" y="1489369"/>
                  </a:lnTo>
                  <a:lnTo>
                    <a:pt x="1326417" y="1489366"/>
                  </a:lnTo>
                  <a:lnTo>
                    <a:pt x="1326405" y="1489363"/>
                  </a:lnTo>
                  <a:lnTo>
                    <a:pt x="1326389" y="1489351"/>
                  </a:lnTo>
                  <a:lnTo>
                    <a:pt x="1326373" y="1489347"/>
                  </a:lnTo>
                  <a:lnTo>
                    <a:pt x="1326349" y="1489347"/>
                  </a:lnTo>
                  <a:lnTo>
                    <a:pt x="1326328" y="1489343"/>
                  </a:lnTo>
                  <a:lnTo>
                    <a:pt x="1326311" y="1489343"/>
                  </a:lnTo>
                  <a:lnTo>
                    <a:pt x="1326300" y="1489344"/>
                  </a:lnTo>
                  <a:lnTo>
                    <a:pt x="1326282" y="1489348"/>
                  </a:lnTo>
                  <a:lnTo>
                    <a:pt x="1326272" y="1489349"/>
                  </a:lnTo>
                  <a:lnTo>
                    <a:pt x="1326259" y="1489349"/>
                  </a:lnTo>
                  <a:lnTo>
                    <a:pt x="1326248" y="1489348"/>
                  </a:lnTo>
                  <a:lnTo>
                    <a:pt x="1326242" y="1489344"/>
                  </a:lnTo>
                  <a:lnTo>
                    <a:pt x="1326236" y="1489339"/>
                  </a:lnTo>
                  <a:lnTo>
                    <a:pt x="1326231" y="1489334"/>
                  </a:lnTo>
                  <a:lnTo>
                    <a:pt x="1326226" y="1489326"/>
                  </a:lnTo>
                  <a:lnTo>
                    <a:pt x="1326221" y="1489322"/>
                  </a:lnTo>
                  <a:lnTo>
                    <a:pt x="1326206" y="1489333"/>
                  </a:lnTo>
                  <a:lnTo>
                    <a:pt x="1326192" y="1489343"/>
                  </a:lnTo>
                  <a:lnTo>
                    <a:pt x="1326181" y="1489349"/>
                  </a:lnTo>
                  <a:lnTo>
                    <a:pt x="1326175" y="1489354"/>
                  </a:lnTo>
                  <a:lnTo>
                    <a:pt x="1326161" y="1489362"/>
                  </a:lnTo>
                  <a:lnTo>
                    <a:pt x="1326145" y="1489370"/>
                  </a:lnTo>
                  <a:lnTo>
                    <a:pt x="1326137" y="1489374"/>
                  </a:lnTo>
                  <a:lnTo>
                    <a:pt x="1326124" y="1489381"/>
                  </a:lnTo>
                  <a:lnTo>
                    <a:pt x="1326117" y="1489385"/>
                  </a:lnTo>
                  <a:lnTo>
                    <a:pt x="1326108" y="1489389"/>
                  </a:lnTo>
                  <a:lnTo>
                    <a:pt x="1326101" y="1489389"/>
                  </a:lnTo>
                  <a:lnTo>
                    <a:pt x="1326095" y="1489389"/>
                  </a:lnTo>
                  <a:lnTo>
                    <a:pt x="1326090" y="1489388"/>
                  </a:lnTo>
                  <a:lnTo>
                    <a:pt x="1326074" y="1489390"/>
                  </a:lnTo>
                  <a:lnTo>
                    <a:pt x="1326064" y="1489393"/>
                  </a:lnTo>
                  <a:lnTo>
                    <a:pt x="1326052" y="1489401"/>
                  </a:lnTo>
                  <a:lnTo>
                    <a:pt x="1326043" y="1489408"/>
                  </a:lnTo>
                  <a:lnTo>
                    <a:pt x="1326035" y="1489421"/>
                  </a:lnTo>
                  <a:lnTo>
                    <a:pt x="1326025" y="1489430"/>
                  </a:lnTo>
                  <a:lnTo>
                    <a:pt x="1326018" y="1489437"/>
                  </a:lnTo>
                  <a:lnTo>
                    <a:pt x="1326012" y="1489440"/>
                  </a:lnTo>
                  <a:lnTo>
                    <a:pt x="1326005" y="1489440"/>
                  </a:lnTo>
                  <a:lnTo>
                    <a:pt x="1325995" y="1489440"/>
                  </a:lnTo>
                  <a:lnTo>
                    <a:pt x="1325982" y="1489441"/>
                  </a:lnTo>
                  <a:lnTo>
                    <a:pt x="1325969" y="1489440"/>
                  </a:lnTo>
                  <a:lnTo>
                    <a:pt x="1325958" y="1489440"/>
                  </a:lnTo>
                  <a:lnTo>
                    <a:pt x="1325941" y="1489441"/>
                  </a:lnTo>
                  <a:lnTo>
                    <a:pt x="1325925" y="1489438"/>
                  </a:lnTo>
                  <a:lnTo>
                    <a:pt x="1325917" y="1489435"/>
                  </a:lnTo>
                  <a:lnTo>
                    <a:pt x="1325912" y="1489429"/>
                  </a:lnTo>
                  <a:lnTo>
                    <a:pt x="1325904" y="1489423"/>
                  </a:lnTo>
                  <a:lnTo>
                    <a:pt x="1325843" y="1489547"/>
                  </a:lnTo>
                  <a:lnTo>
                    <a:pt x="1325856" y="1489558"/>
                  </a:lnTo>
                  <a:lnTo>
                    <a:pt x="1325864" y="1489567"/>
                  </a:lnTo>
                  <a:lnTo>
                    <a:pt x="1325873" y="1489575"/>
                  </a:lnTo>
                  <a:lnTo>
                    <a:pt x="1325881" y="1489582"/>
                  </a:lnTo>
                  <a:lnTo>
                    <a:pt x="1325890" y="1489590"/>
                  </a:lnTo>
                  <a:lnTo>
                    <a:pt x="1325901" y="1489597"/>
                  </a:lnTo>
                  <a:lnTo>
                    <a:pt x="1325905" y="1489601"/>
                  </a:lnTo>
                  <a:lnTo>
                    <a:pt x="1325910" y="1489605"/>
                  </a:lnTo>
                  <a:lnTo>
                    <a:pt x="1325915" y="1489609"/>
                  </a:lnTo>
                  <a:lnTo>
                    <a:pt x="1325923" y="1489618"/>
                  </a:lnTo>
                  <a:lnTo>
                    <a:pt x="1325931" y="1489624"/>
                  </a:lnTo>
                  <a:lnTo>
                    <a:pt x="1325947" y="1489629"/>
                  </a:lnTo>
                  <a:lnTo>
                    <a:pt x="1325961" y="1489637"/>
                  </a:lnTo>
                  <a:lnTo>
                    <a:pt x="1325978" y="1489640"/>
                  </a:lnTo>
                  <a:lnTo>
                    <a:pt x="1325986" y="1489643"/>
                  </a:lnTo>
                  <a:lnTo>
                    <a:pt x="1325992" y="1489642"/>
                  </a:lnTo>
                  <a:lnTo>
                    <a:pt x="1326003" y="1489637"/>
                  </a:lnTo>
                  <a:lnTo>
                    <a:pt x="1326011" y="1489635"/>
                  </a:lnTo>
                  <a:lnTo>
                    <a:pt x="1326021" y="1489637"/>
                  </a:lnTo>
                  <a:lnTo>
                    <a:pt x="1326033" y="1489639"/>
                  </a:lnTo>
                  <a:lnTo>
                    <a:pt x="1326049" y="1489637"/>
                  </a:lnTo>
                  <a:lnTo>
                    <a:pt x="1326056" y="1489637"/>
                  </a:lnTo>
                  <a:lnTo>
                    <a:pt x="1326067" y="1489636"/>
                  </a:lnTo>
                  <a:lnTo>
                    <a:pt x="1326077" y="1489638"/>
                  </a:lnTo>
                  <a:lnTo>
                    <a:pt x="1326085" y="1489641"/>
                  </a:lnTo>
                  <a:lnTo>
                    <a:pt x="1326093" y="1489644"/>
                  </a:lnTo>
                  <a:lnTo>
                    <a:pt x="1326108" y="1489647"/>
                  </a:lnTo>
                  <a:lnTo>
                    <a:pt x="1326122" y="1489651"/>
                  </a:lnTo>
                  <a:lnTo>
                    <a:pt x="1326141" y="1489659"/>
                  </a:lnTo>
                  <a:lnTo>
                    <a:pt x="1326153" y="1489661"/>
                  </a:lnTo>
                  <a:lnTo>
                    <a:pt x="1326167" y="1489662"/>
                  </a:lnTo>
                  <a:lnTo>
                    <a:pt x="1326174" y="1489662"/>
                  </a:lnTo>
                  <a:lnTo>
                    <a:pt x="1326184" y="1489662"/>
                  </a:lnTo>
                  <a:lnTo>
                    <a:pt x="1326191" y="1489660"/>
                  </a:lnTo>
                  <a:lnTo>
                    <a:pt x="1326196" y="1489658"/>
                  </a:lnTo>
                  <a:lnTo>
                    <a:pt x="1326205" y="1489653"/>
                  </a:lnTo>
                  <a:lnTo>
                    <a:pt x="1326213" y="1489649"/>
                  </a:lnTo>
                  <a:lnTo>
                    <a:pt x="1326222" y="1489648"/>
                  </a:lnTo>
                  <a:lnTo>
                    <a:pt x="1326227" y="1489649"/>
                  </a:lnTo>
                  <a:lnTo>
                    <a:pt x="1326232" y="1489657"/>
                  </a:lnTo>
                  <a:lnTo>
                    <a:pt x="1326224" y="1489660"/>
                  </a:lnTo>
                  <a:lnTo>
                    <a:pt x="1326217" y="1489659"/>
                  </a:lnTo>
                  <a:lnTo>
                    <a:pt x="1326212" y="1489660"/>
                  </a:lnTo>
                  <a:lnTo>
                    <a:pt x="1326204" y="1489666"/>
                  </a:lnTo>
                  <a:lnTo>
                    <a:pt x="1326203" y="1489684"/>
                  </a:lnTo>
                  <a:lnTo>
                    <a:pt x="1326201" y="1489690"/>
                  </a:lnTo>
                  <a:lnTo>
                    <a:pt x="1326194" y="1489693"/>
                  </a:lnTo>
                  <a:lnTo>
                    <a:pt x="1326179" y="1489693"/>
                  </a:lnTo>
                  <a:lnTo>
                    <a:pt x="1326164" y="1489694"/>
                  </a:lnTo>
                  <a:lnTo>
                    <a:pt x="1326156" y="1489696"/>
                  </a:lnTo>
                  <a:lnTo>
                    <a:pt x="1326152" y="1489702"/>
                  </a:lnTo>
                  <a:lnTo>
                    <a:pt x="1326142" y="1489714"/>
                  </a:lnTo>
                  <a:lnTo>
                    <a:pt x="1326131" y="1489725"/>
                  </a:lnTo>
                  <a:lnTo>
                    <a:pt x="1326122" y="1489731"/>
                  </a:lnTo>
                  <a:lnTo>
                    <a:pt x="1326108" y="1489736"/>
                  </a:lnTo>
                  <a:lnTo>
                    <a:pt x="1326101" y="1489737"/>
                  </a:lnTo>
                  <a:lnTo>
                    <a:pt x="1326088" y="1489738"/>
                  </a:lnTo>
                  <a:lnTo>
                    <a:pt x="1326077" y="1489738"/>
                  </a:lnTo>
                  <a:lnTo>
                    <a:pt x="1326071" y="1489737"/>
                  </a:lnTo>
                  <a:lnTo>
                    <a:pt x="1326066" y="1489736"/>
                  </a:lnTo>
                  <a:lnTo>
                    <a:pt x="1326061" y="1489735"/>
                  </a:lnTo>
                  <a:lnTo>
                    <a:pt x="1326053" y="1489733"/>
                  </a:lnTo>
                  <a:lnTo>
                    <a:pt x="1326042" y="1489732"/>
                  </a:lnTo>
                  <a:lnTo>
                    <a:pt x="1326028" y="1489732"/>
                  </a:lnTo>
                  <a:lnTo>
                    <a:pt x="1326024" y="1489740"/>
                  </a:lnTo>
                  <a:lnTo>
                    <a:pt x="1326023" y="1489751"/>
                  </a:lnTo>
                  <a:lnTo>
                    <a:pt x="1326020" y="1489759"/>
                  </a:lnTo>
                  <a:lnTo>
                    <a:pt x="1326016" y="1489767"/>
                  </a:lnTo>
                  <a:lnTo>
                    <a:pt x="1326010" y="1489774"/>
                  </a:lnTo>
                  <a:lnTo>
                    <a:pt x="1326006" y="1489778"/>
                  </a:lnTo>
                  <a:lnTo>
                    <a:pt x="1326000" y="1489782"/>
                  </a:lnTo>
                  <a:lnTo>
                    <a:pt x="1325994" y="1489785"/>
                  </a:lnTo>
                  <a:lnTo>
                    <a:pt x="1325989" y="1489787"/>
                  </a:lnTo>
                  <a:lnTo>
                    <a:pt x="1325982" y="1489790"/>
                  </a:lnTo>
                  <a:lnTo>
                    <a:pt x="1325973" y="1489797"/>
                  </a:lnTo>
                  <a:lnTo>
                    <a:pt x="1325965" y="1489806"/>
                  </a:lnTo>
                  <a:lnTo>
                    <a:pt x="1325962" y="1489817"/>
                  </a:lnTo>
                  <a:lnTo>
                    <a:pt x="1325960" y="1489822"/>
                  </a:lnTo>
                  <a:lnTo>
                    <a:pt x="1325956" y="1489840"/>
                  </a:lnTo>
                  <a:lnTo>
                    <a:pt x="1325950" y="1489846"/>
                  </a:lnTo>
                  <a:lnTo>
                    <a:pt x="1325940" y="1489849"/>
                  </a:lnTo>
                  <a:lnTo>
                    <a:pt x="1325933" y="1489850"/>
                  </a:lnTo>
                  <a:lnTo>
                    <a:pt x="1325921" y="1489852"/>
                  </a:lnTo>
                  <a:lnTo>
                    <a:pt x="1325906" y="1489857"/>
                  </a:lnTo>
                  <a:lnTo>
                    <a:pt x="1325897" y="1489862"/>
                  </a:lnTo>
                  <a:lnTo>
                    <a:pt x="1325890" y="1489873"/>
                  </a:lnTo>
                  <a:lnTo>
                    <a:pt x="1325887" y="1489888"/>
                  </a:lnTo>
                  <a:lnTo>
                    <a:pt x="1325886" y="1489898"/>
                  </a:lnTo>
                  <a:lnTo>
                    <a:pt x="1325885" y="1489903"/>
                  </a:lnTo>
                  <a:lnTo>
                    <a:pt x="1325883" y="1489909"/>
                  </a:lnTo>
                  <a:lnTo>
                    <a:pt x="1325876" y="1489920"/>
                  </a:lnTo>
                  <a:lnTo>
                    <a:pt x="1325866" y="1489928"/>
                  </a:lnTo>
                  <a:lnTo>
                    <a:pt x="1325856" y="1489939"/>
                  </a:lnTo>
                  <a:lnTo>
                    <a:pt x="1325841" y="1489949"/>
                  </a:lnTo>
                  <a:lnTo>
                    <a:pt x="1325829" y="1489961"/>
                  </a:lnTo>
                  <a:lnTo>
                    <a:pt x="1325823" y="1489974"/>
                  </a:lnTo>
                  <a:lnTo>
                    <a:pt x="1325817" y="1489982"/>
                  </a:lnTo>
                  <a:lnTo>
                    <a:pt x="1325804" y="1489991"/>
                  </a:lnTo>
                  <a:lnTo>
                    <a:pt x="1325783" y="1490017"/>
                  </a:lnTo>
                  <a:lnTo>
                    <a:pt x="1325769" y="1490037"/>
                  </a:lnTo>
                  <a:lnTo>
                    <a:pt x="1325758" y="1490048"/>
                  </a:lnTo>
                  <a:lnTo>
                    <a:pt x="1325748" y="1490058"/>
                  </a:lnTo>
                  <a:lnTo>
                    <a:pt x="1325747" y="1490068"/>
                  </a:lnTo>
                  <a:lnTo>
                    <a:pt x="1325746" y="1490083"/>
                  </a:lnTo>
                  <a:lnTo>
                    <a:pt x="1325747" y="1490089"/>
                  </a:lnTo>
                  <a:lnTo>
                    <a:pt x="1325740" y="1490100"/>
                  </a:lnTo>
                  <a:lnTo>
                    <a:pt x="1325730" y="1490113"/>
                  </a:lnTo>
                  <a:lnTo>
                    <a:pt x="1325727" y="1490118"/>
                  </a:lnTo>
                  <a:lnTo>
                    <a:pt x="1325720" y="1490118"/>
                  </a:lnTo>
                  <a:lnTo>
                    <a:pt x="1325705" y="1490115"/>
                  </a:lnTo>
                  <a:lnTo>
                    <a:pt x="1325693" y="1490110"/>
                  </a:lnTo>
                  <a:lnTo>
                    <a:pt x="1325682" y="1490112"/>
                  </a:lnTo>
                  <a:lnTo>
                    <a:pt x="1325669" y="1490117"/>
                  </a:lnTo>
                  <a:lnTo>
                    <a:pt x="1325655" y="1490118"/>
                  </a:lnTo>
                  <a:lnTo>
                    <a:pt x="1325647" y="1490115"/>
                  </a:lnTo>
                  <a:lnTo>
                    <a:pt x="1325642" y="1490107"/>
                  </a:lnTo>
                  <a:lnTo>
                    <a:pt x="1325631" y="1490096"/>
                  </a:lnTo>
                  <a:lnTo>
                    <a:pt x="1325620" y="1490091"/>
                  </a:lnTo>
                  <a:lnTo>
                    <a:pt x="1325610" y="1490090"/>
                  </a:lnTo>
                  <a:lnTo>
                    <a:pt x="1325599" y="1490091"/>
                  </a:lnTo>
                  <a:lnTo>
                    <a:pt x="1325592" y="1490093"/>
                  </a:lnTo>
                  <a:lnTo>
                    <a:pt x="1325584" y="1490091"/>
                  </a:lnTo>
                  <a:lnTo>
                    <a:pt x="1325573" y="1490087"/>
                  </a:lnTo>
                  <a:lnTo>
                    <a:pt x="1325563" y="1490082"/>
                  </a:lnTo>
                  <a:lnTo>
                    <a:pt x="1325555" y="1490077"/>
                  </a:lnTo>
                  <a:lnTo>
                    <a:pt x="1325548" y="1490070"/>
                  </a:lnTo>
                  <a:lnTo>
                    <a:pt x="1325540" y="1490057"/>
                  </a:lnTo>
                  <a:lnTo>
                    <a:pt x="1325531" y="1490051"/>
                  </a:lnTo>
                  <a:lnTo>
                    <a:pt x="1325521" y="1490047"/>
                  </a:lnTo>
                  <a:lnTo>
                    <a:pt x="1325513" y="1490047"/>
                  </a:lnTo>
                  <a:lnTo>
                    <a:pt x="1325510" y="1490052"/>
                  </a:lnTo>
                  <a:lnTo>
                    <a:pt x="1325501" y="1490064"/>
                  </a:lnTo>
                  <a:lnTo>
                    <a:pt x="1325492" y="1490075"/>
                  </a:lnTo>
                  <a:lnTo>
                    <a:pt x="1325479" y="1490090"/>
                  </a:lnTo>
                  <a:lnTo>
                    <a:pt x="1325471" y="1490098"/>
                  </a:lnTo>
                  <a:lnTo>
                    <a:pt x="1325461" y="1490103"/>
                  </a:lnTo>
                  <a:lnTo>
                    <a:pt x="1325453" y="1490109"/>
                  </a:lnTo>
                  <a:lnTo>
                    <a:pt x="1325448" y="1490114"/>
                  </a:lnTo>
                  <a:lnTo>
                    <a:pt x="1325442" y="1490122"/>
                  </a:lnTo>
                  <a:lnTo>
                    <a:pt x="1325439" y="1490135"/>
                  </a:lnTo>
                  <a:lnTo>
                    <a:pt x="1325434" y="1490150"/>
                  </a:lnTo>
                  <a:lnTo>
                    <a:pt x="1325429" y="1490163"/>
                  </a:lnTo>
                  <a:lnTo>
                    <a:pt x="1325420" y="1490181"/>
                  </a:lnTo>
                  <a:lnTo>
                    <a:pt x="1325411" y="1490200"/>
                  </a:lnTo>
                  <a:lnTo>
                    <a:pt x="1325404" y="1490216"/>
                  </a:lnTo>
                  <a:lnTo>
                    <a:pt x="1325395" y="1490240"/>
                  </a:lnTo>
                  <a:lnTo>
                    <a:pt x="1325392" y="1490249"/>
                  </a:lnTo>
                  <a:lnTo>
                    <a:pt x="1325386" y="1490263"/>
                  </a:lnTo>
                  <a:lnTo>
                    <a:pt x="1325378" y="1490284"/>
                  </a:lnTo>
                  <a:lnTo>
                    <a:pt x="1325360" y="1490314"/>
                  </a:lnTo>
                  <a:lnTo>
                    <a:pt x="1325349" y="1490334"/>
                  </a:lnTo>
                  <a:lnTo>
                    <a:pt x="1325341" y="1490345"/>
                  </a:lnTo>
                  <a:lnTo>
                    <a:pt x="1325333" y="1490353"/>
                  </a:lnTo>
                  <a:lnTo>
                    <a:pt x="1325325" y="1490355"/>
                  </a:lnTo>
                  <a:lnTo>
                    <a:pt x="1325316" y="1490356"/>
                  </a:lnTo>
                  <a:lnTo>
                    <a:pt x="1325302" y="1490356"/>
                  </a:lnTo>
                  <a:lnTo>
                    <a:pt x="1325295" y="1490356"/>
                  </a:lnTo>
                  <a:lnTo>
                    <a:pt x="1325291" y="1490358"/>
                  </a:lnTo>
                  <a:lnTo>
                    <a:pt x="1325287" y="1490360"/>
                  </a:lnTo>
                  <a:lnTo>
                    <a:pt x="1325279" y="1490364"/>
                  </a:lnTo>
                  <a:lnTo>
                    <a:pt x="1325268" y="1490370"/>
                  </a:lnTo>
                  <a:lnTo>
                    <a:pt x="1325260" y="1490371"/>
                  </a:lnTo>
                  <a:lnTo>
                    <a:pt x="1325251" y="1490369"/>
                  </a:lnTo>
                  <a:lnTo>
                    <a:pt x="1325244" y="1490367"/>
                  </a:lnTo>
                  <a:lnTo>
                    <a:pt x="1325221" y="1490371"/>
                  </a:lnTo>
                  <a:lnTo>
                    <a:pt x="1325214" y="1490375"/>
                  </a:lnTo>
                  <a:lnTo>
                    <a:pt x="1325204" y="1490379"/>
                  </a:lnTo>
                  <a:lnTo>
                    <a:pt x="1325193" y="1490387"/>
                  </a:lnTo>
                  <a:lnTo>
                    <a:pt x="1325185" y="1490397"/>
                  </a:lnTo>
                  <a:lnTo>
                    <a:pt x="1325184" y="1490405"/>
                  </a:lnTo>
                  <a:lnTo>
                    <a:pt x="1325184" y="1490414"/>
                  </a:lnTo>
                  <a:lnTo>
                    <a:pt x="1325183" y="1490420"/>
                  </a:lnTo>
                  <a:lnTo>
                    <a:pt x="1325179" y="1490430"/>
                  </a:lnTo>
                  <a:lnTo>
                    <a:pt x="1325172" y="1490433"/>
                  </a:lnTo>
                  <a:lnTo>
                    <a:pt x="1325162" y="1490437"/>
                  </a:lnTo>
                  <a:lnTo>
                    <a:pt x="1325143" y="1490443"/>
                  </a:lnTo>
                  <a:lnTo>
                    <a:pt x="1325132" y="1490450"/>
                  </a:lnTo>
                  <a:lnTo>
                    <a:pt x="1325125" y="1490460"/>
                  </a:lnTo>
                  <a:lnTo>
                    <a:pt x="1325116" y="1490474"/>
                  </a:lnTo>
                  <a:lnTo>
                    <a:pt x="1325112" y="1490484"/>
                  </a:lnTo>
                  <a:lnTo>
                    <a:pt x="1325110" y="1490490"/>
                  </a:lnTo>
                  <a:lnTo>
                    <a:pt x="1325104" y="1490498"/>
                  </a:lnTo>
                  <a:lnTo>
                    <a:pt x="1325101" y="1490504"/>
                  </a:lnTo>
                  <a:lnTo>
                    <a:pt x="1325094" y="1490515"/>
                  </a:lnTo>
                  <a:lnTo>
                    <a:pt x="1325083" y="1490530"/>
                  </a:lnTo>
                  <a:lnTo>
                    <a:pt x="1325077" y="1490538"/>
                  </a:lnTo>
                  <a:lnTo>
                    <a:pt x="1325074" y="1490542"/>
                  </a:lnTo>
                  <a:lnTo>
                    <a:pt x="1325067" y="1490550"/>
                  </a:lnTo>
                  <a:lnTo>
                    <a:pt x="1325063" y="1490554"/>
                  </a:lnTo>
                  <a:lnTo>
                    <a:pt x="1325055" y="1490567"/>
                  </a:lnTo>
                  <a:lnTo>
                    <a:pt x="1325048" y="1490581"/>
                  </a:lnTo>
                  <a:lnTo>
                    <a:pt x="1325040" y="1490590"/>
                  </a:lnTo>
                  <a:lnTo>
                    <a:pt x="1325034" y="1490596"/>
                  </a:lnTo>
                  <a:lnTo>
                    <a:pt x="1325033" y="1490606"/>
                  </a:lnTo>
                  <a:lnTo>
                    <a:pt x="1325028" y="1490618"/>
                  </a:lnTo>
                  <a:lnTo>
                    <a:pt x="1325023" y="1490623"/>
                  </a:lnTo>
                  <a:lnTo>
                    <a:pt x="1325019" y="1490628"/>
                  </a:lnTo>
                  <a:lnTo>
                    <a:pt x="1325003" y="1490643"/>
                  </a:lnTo>
                  <a:lnTo>
                    <a:pt x="1325000" y="1490654"/>
                  </a:lnTo>
                  <a:lnTo>
                    <a:pt x="1325001" y="1490662"/>
                  </a:lnTo>
                  <a:lnTo>
                    <a:pt x="1325001" y="1490671"/>
                  </a:lnTo>
                  <a:lnTo>
                    <a:pt x="1325002" y="1490683"/>
                  </a:lnTo>
                  <a:lnTo>
                    <a:pt x="1324999" y="1490711"/>
                  </a:lnTo>
                  <a:lnTo>
                    <a:pt x="1324996" y="1490719"/>
                  </a:lnTo>
                  <a:lnTo>
                    <a:pt x="1324995" y="1490725"/>
                  </a:lnTo>
                  <a:lnTo>
                    <a:pt x="1324993" y="1490730"/>
                  </a:lnTo>
                  <a:lnTo>
                    <a:pt x="1324989" y="1490738"/>
                  </a:lnTo>
                  <a:lnTo>
                    <a:pt x="1324984" y="1490744"/>
                  </a:lnTo>
                  <a:lnTo>
                    <a:pt x="1324975" y="1490752"/>
                  </a:lnTo>
                  <a:lnTo>
                    <a:pt x="1324962" y="1490765"/>
                  </a:lnTo>
                  <a:lnTo>
                    <a:pt x="1324953" y="1490775"/>
                  </a:lnTo>
                  <a:lnTo>
                    <a:pt x="1324946" y="1490781"/>
                  </a:lnTo>
                  <a:lnTo>
                    <a:pt x="1324941" y="1490786"/>
                  </a:lnTo>
                  <a:lnTo>
                    <a:pt x="1324934" y="1490796"/>
                  </a:lnTo>
                  <a:lnTo>
                    <a:pt x="1324935" y="1490804"/>
                  </a:lnTo>
                  <a:lnTo>
                    <a:pt x="1324934" y="1490814"/>
                  </a:lnTo>
                  <a:lnTo>
                    <a:pt x="1324931" y="1490831"/>
                  </a:lnTo>
                  <a:lnTo>
                    <a:pt x="1324930" y="1490838"/>
                  </a:lnTo>
                  <a:lnTo>
                    <a:pt x="1324927" y="1490854"/>
                  </a:lnTo>
                  <a:lnTo>
                    <a:pt x="1324923" y="1490870"/>
                  </a:lnTo>
                  <a:lnTo>
                    <a:pt x="1324923" y="1490881"/>
                  </a:lnTo>
                  <a:lnTo>
                    <a:pt x="1324925" y="1490890"/>
                  </a:lnTo>
                  <a:lnTo>
                    <a:pt x="1324929" y="1490897"/>
                  </a:lnTo>
                  <a:lnTo>
                    <a:pt x="1324935" y="1490904"/>
                  </a:lnTo>
                  <a:lnTo>
                    <a:pt x="1324940" y="1490910"/>
                  </a:lnTo>
                  <a:lnTo>
                    <a:pt x="1324941" y="1490916"/>
                  </a:lnTo>
                  <a:lnTo>
                    <a:pt x="1324940" y="1490923"/>
                  </a:lnTo>
                  <a:lnTo>
                    <a:pt x="1324939" y="1490937"/>
                  </a:lnTo>
                  <a:lnTo>
                    <a:pt x="1324938" y="1490950"/>
                  </a:lnTo>
                  <a:lnTo>
                    <a:pt x="1324941" y="1490966"/>
                  </a:lnTo>
                  <a:lnTo>
                    <a:pt x="1324943" y="1490980"/>
                  </a:lnTo>
                  <a:lnTo>
                    <a:pt x="1324947" y="1490993"/>
                  </a:lnTo>
                  <a:lnTo>
                    <a:pt x="1324953" y="1491003"/>
                  </a:lnTo>
                  <a:lnTo>
                    <a:pt x="1324954" y="1491010"/>
                  </a:lnTo>
                  <a:lnTo>
                    <a:pt x="1324951" y="1491015"/>
                  </a:lnTo>
                  <a:lnTo>
                    <a:pt x="1324945" y="1491020"/>
                  </a:lnTo>
                  <a:lnTo>
                    <a:pt x="1324941" y="1491026"/>
                  </a:lnTo>
                  <a:lnTo>
                    <a:pt x="1324933" y="1491034"/>
                  </a:lnTo>
                  <a:lnTo>
                    <a:pt x="1324927" y="1491045"/>
                  </a:lnTo>
                  <a:lnTo>
                    <a:pt x="1324925" y="1491055"/>
                  </a:lnTo>
                  <a:lnTo>
                    <a:pt x="1324917" y="1491075"/>
                  </a:lnTo>
                  <a:lnTo>
                    <a:pt x="1324913" y="1491087"/>
                  </a:lnTo>
                  <a:lnTo>
                    <a:pt x="1324908" y="1491094"/>
                  </a:lnTo>
                  <a:lnTo>
                    <a:pt x="1324903" y="1491100"/>
                  </a:lnTo>
                  <a:lnTo>
                    <a:pt x="1324900" y="1491102"/>
                  </a:lnTo>
                  <a:lnTo>
                    <a:pt x="1324894" y="1491104"/>
                  </a:lnTo>
                  <a:lnTo>
                    <a:pt x="1324888" y="1491104"/>
                  </a:lnTo>
                  <a:lnTo>
                    <a:pt x="1324878" y="1491104"/>
                  </a:lnTo>
                  <a:lnTo>
                    <a:pt x="1324865" y="1491104"/>
                  </a:lnTo>
                  <a:lnTo>
                    <a:pt x="1324849" y="1491106"/>
                  </a:lnTo>
                  <a:lnTo>
                    <a:pt x="1324834" y="1491115"/>
                  </a:lnTo>
                  <a:lnTo>
                    <a:pt x="1324829" y="1491119"/>
                  </a:lnTo>
                  <a:lnTo>
                    <a:pt x="1324825" y="1491124"/>
                  </a:lnTo>
                  <a:lnTo>
                    <a:pt x="1324820" y="1491129"/>
                  </a:lnTo>
                  <a:lnTo>
                    <a:pt x="1324815" y="1491134"/>
                  </a:lnTo>
                  <a:lnTo>
                    <a:pt x="1324811" y="1491137"/>
                  </a:lnTo>
                  <a:lnTo>
                    <a:pt x="1324764" y="1491144"/>
                  </a:lnTo>
                  <a:lnTo>
                    <a:pt x="1324743" y="1491229"/>
                  </a:lnTo>
                  <a:lnTo>
                    <a:pt x="1324737" y="1491258"/>
                  </a:lnTo>
                  <a:lnTo>
                    <a:pt x="1324739" y="1491265"/>
                  </a:lnTo>
                  <a:lnTo>
                    <a:pt x="1324744" y="1491272"/>
                  </a:lnTo>
                  <a:lnTo>
                    <a:pt x="1324752" y="1491278"/>
                  </a:lnTo>
                  <a:lnTo>
                    <a:pt x="1324760" y="1491286"/>
                  </a:lnTo>
                  <a:lnTo>
                    <a:pt x="1324768" y="1491289"/>
                  </a:lnTo>
                  <a:lnTo>
                    <a:pt x="1324772" y="1491292"/>
                  </a:lnTo>
                  <a:lnTo>
                    <a:pt x="1324776" y="1491296"/>
                  </a:lnTo>
                  <a:lnTo>
                    <a:pt x="1324777" y="1491305"/>
                  </a:lnTo>
                  <a:lnTo>
                    <a:pt x="1324777" y="1491312"/>
                  </a:lnTo>
                  <a:lnTo>
                    <a:pt x="1324776" y="1491321"/>
                  </a:lnTo>
                  <a:lnTo>
                    <a:pt x="1324773" y="1491328"/>
                  </a:lnTo>
                  <a:lnTo>
                    <a:pt x="1324768" y="1491338"/>
                  </a:lnTo>
                  <a:lnTo>
                    <a:pt x="1324764" y="1491344"/>
                  </a:lnTo>
                  <a:lnTo>
                    <a:pt x="1324760" y="1491350"/>
                  </a:lnTo>
                  <a:lnTo>
                    <a:pt x="1324751" y="1491366"/>
                  </a:lnTo>
                  <a:lnTo>
                    <a:pt x="1324747" y="1491377"/>
                  </a:lnTo>
                  <a:lnTo>
                    <a:pt x="1324742" y="1491387"/>
                  </a:lnTo>
                  <a:lnTo>
                    <a:pt x="1324734" y="1491398"/>
                  </a:lnTo>
                  <a:lnTo>
                    <a:pt x="1324723" y="1491409"/>
                  </a:lnTo>
                  <a:lnTo>
                    <a:pt x="1324713" y="1491419"/>
                  </a:lnTo>
                  <a:lnTo>
                    <a:pt x="1324729" y="1491479"/>
                  </a:lnTo>
                  <a:lnTo>
                    <a:pt x="1324730" y="1491491"/>
                  </a:lnTo>
                  <a:lnTo>
                    <a:pt x="1324724" y="1491503"/>
                  </a:lnTo>
                  <a:lnTo>
                    <a:pt x="1324718" y="1491509"/>
                  </a:lnTo>
                  <a:lnTo>
                    <a:pt x="1324707" y="1491514"/>
                  </a:lnTo>
                  <a:lnTo>
                    <a:pt x="1324696" y="1491513"/>
                  </a:lnTo>
                  <a:lnTo>
                    <a:pt x="1324688" y="1491509"/>
                  </a:lnTo>
                  <a:lnTo>
                    <a:pt x="1324682" y="1491506"/>
                  </a:lnTo>
                  <a:lnTo>
                    <a:pt x="1324673" y="1491508"/>
                  </a:lnTo>
                  <a:lnTo>
                    <a:pt x="1324660" y="1491520"/>
                  </a:lnTo>
                  <a:lnTo>
                    <a:pt x="1324651" y="1491535"/>
                  </a:lnTo>
                  <a:lnTo>
                    <a:pt x="1324640" y="1491549"/>
                  </a:lnTo>
                  <a:lnTo>
                    <a:pt x="1324629" y="1491559"/>
                  </a:lnTo>
                  <a:lnTo>
                    <a:pt x="1324619" y="1491566"/>
                  </a:lnTo>
                  <a:lnTo>
                    <a:pt x="1324616" y="1491572"/>
                  </a:lnTo>
                  <a:lnTo>
                    <a:pt x="1324616" y="1491587"/>
                  </a:lnTo>
                  <a:lnTo>
                    <a:pt x="1324610" y="1491601"/>
                  </a:lnTo>
                  <a:lnTo>
                    <a:pt x="1324607" y="1491608"/>
                  </a:lnTo>
                  <a:lnTo>
                    <a:pt x="1324604" y="1491616"/>
                  </a:lnTo>
                  <a:lnTo>
                    <a:pt x="1324602" y="1491626"/>
                  </a:lnTo>
                  <a:lnTo>
                    <a:pt x="1324597" y="1491636"/>
                  </a:lnTo>
                  <a:lnTo>
                    <a:pt x="1324590" y="1491657"/>
                  </a:lnTo>
                  <a:lnTo>
                    <a:pt x="1324589" y="1491666"/>
                  </a:lnTo>
                  <a:lnTo>
                    <a:pt x="1324589" y="1491681"/>
                  </a:lnTo>
                  <a:lnTo>
                    <a:pt x="1324587" y="1491691"/>
                  </a:lnTo>
                  <a:lnTo>
                    <a:pt x="1324581" y="1491706"/>
                  </a:lnTo>
                  <a:lnTo>
                    <a:pt x="1324578" y="1491712"/>
                  </a:lnTo>
                  <a:lnTo>
                    <a:pt x="1324574" y="1491720"/>
                  </a:lnTo>
                  <a:lnTo>
                    <a:pt x="1324559" y="1491723"/>
                  </a:lnTo>
                  <a:lnTo>
                    <a:pt x="1324547" y="1491727"/>
                  </a:lnTo>
                  <a:lnTo>
                    <a:pt x="1324529" y="1491737"/>
                  </a:lnTo>
                  <a:lnTo>
                    <a:pt x="1324517" y="1491745"/>
                  </a:lnTo>
                  <a:lnTo>
                    <a:pt x="1324512" y="1491756"/>
                  </a:lnTo>
                  <a:lnTo>
                    <a:pt x="1324509" y="1491763"/>
                  </a:lnTo>
                  <a:lnTo>
                    <a:pt x="1324504" y="1491780"/>
                  </a:lnTo>
                  <a:lnTo>
                    <a:pt x="1324500" y="1491792"/>
                  </a:lnTo>
                  <a:lnTo>
                    <a:pt x="1324500" y="1491799"/>
                  </a:lnTo>
                  <a:lnTo>
                    <a:pt x="1324501" y="1491806"/>
                  </a:lnTo>
                  <a:lnTo>
                    <a:pt x="1324501" y="1491811"/>
                  </a:lnTo>
                  <a:lnTo>
                    <a:pt x="1324501" y="1491818"/>
                  </a:lnTo>
                  <a:lnTo>
                    <a:pt x="1324499" y="1491826"/>
                  </a:lnTo>
                  <a:lnTo>
                    <a:pt x="1324496" y="1491835"/>
                  </a:lnTo>
                  <a:lnTo>
                    <a:pt x="1324494" y="1491845"/>
                  </a:lnTo>
                  <a:lnTo>
                    <a:pt x="1324491" y="1491858"/>
                  </a:lnTo>
                  <a:lnTo>
                    <a:pt x="1324489" y="1491865"/>
                  </a:lnTo>
                  <a:lnTo>
                    <a:pt x="1324484" y="1491872"/>
                  </a:lnTo>
                  <a:lnTo>
                    <a:pt x="1324480" y="1491873"/>
                  </a:lnTo>
                  <a:lnTo>
                    <a:pt x="1324475" y="1491875"/>
                  </a:lnTo>
                  <a:lnTo>
                    <a:pt x="1324470" y="1491879"/>
                  </a:lnTo>
                  <a:lnTo>
                    <a:pt x="1324467" y="1491885"/>
                  </a:lnTo>
                  <a:lnTo>
                    <a:pt x="1324462" y="1491891"/>
                  </a:lnTo>
                  <a:lnTo>
                    <a:pt x="1324456" y="1491895"/>
                  </a:lnTo>
                  <a:lnTo>
                    <a:pt x="1324444" y="1491895"/>
                  </a:lnTo>
                  <a:lnTo>
                    <a:pt x="1324362" y="1491930"/>
                  </a:lnTo>
                  <a:lnTo>
                    <a:pt x="1324308" y="1491953"/>
                  </a:lnTo>
                  <a:lnTo>
                    <a:pt x="1324302" y="1491949"/>
                  </a:lnTo>
                  <a:lnTo>
                    <a:pt x="1324294" y="1491940"/>
                  </a:lnTo>
                  <a:lnTo>
                    <a:pt x="1324281" y="1491934"/>
                  </a:lnTo>
                  <a:lnTo>
                    <a:pt x="1324269" y="1491931"/>
                  </a:lnTo>
                  <a:lnTo>
                    <a:pt x="1324253" y="1491931"/>
                  </a:lnTo>
                  <a:lnTo>
                    <a:pt x="1324249" y="1491933"/>
                  </a:lnTo>
                  <a:lnTo>
                    <a:pt x="1324239" y="1491939"/>
                  </a:lnTo>
                  <a:lnTo>
                    <a:pt x="1324229" y="1491943"/>
                  </a:lnTo>
                  <a:lnTo>
                    <a:pt x="1324221" y="1491942"/>
                  </a:lnTo>
                  <a:lnTo>
                    <a:pt x="1324210" y="1491933"/>
                  </a:lnTo>
                  <a:lnTo>
                    <a:pt x="1324203" y="1491931"/>
                  </a:lnTo>
                  <a:lnTo>
                    <a:pt x="1324192" y="1491936"/>
                  </a:lnTo>
                  <a:lnTo>
                    <a:pt x="1324175" y="1491943"/>
                  </a:lnTo>
                  <a:lnTo>
                    <a:pt x="1324164" y="1491941"/>
                  </a:lnTo>
                  <a:lnTo>
                    <a:pt x="1324154" y="1491935"/>
                  </a:lnTo>
                  <a:lnTo>
                    <a:pt x="1324145" y="1491938"/>
                  </a:lnTo>
                  <a:lnTo>
                    <a:pt x="1324142" y="1491943"/>
                  </a:lnTo>
                  <a:lnTo>
                    <a:pt x="1324139" y="1491950"/>
                  </a:lnTo>
                  <a:lnTo>
                    <a:pt x="1324135" y="1491960"/>
                  </a:lnTo>
                  <a:lnTo>
                    <a:pt x="1324129" y="1491967"/>
                  </a:lnTo>
                  <a:lnTo>
                    <a:pt x="1324120" y="1491967"/>
                  </a:lnTo>
                  <a:lnTo>
                    <a:pt x="1324097" y="1491964"/>
                  </a:lnTo>
                  <a:lnTo>
                    <a:pt x="1324088" y="1491964"/>
                  </a:lnTo>
                  <a:lnTo>
                    <a:pt x="1324073" y="1491970"/>
                  </a:lnTo>
                  <a:lnTo>
                    <a:pt x="1324056" y="1491975"/>
                  </a:lnTo>
                  <a:lnTo>
                    <a:pt x="1324034" y="1491979"/>
                  </a:lnTo>
                  <a:lnTo>
                    <a:pt x="1324016" y="1491981"/>
                  </a:lnTo>
                  <a:lnTo>
                    <a:pt x="1324003" y="1491979"/>
                  </a:lnTo>
                  <a:lnTo>
                    <a:pt x="1323991" y="1491982"/>
                  </a:lnTo>
                  <a:lnTo>
                    <a:pt x="1323976" y="1491986"/>
                  </a:lnTo>
                  <a:lnTo>
                    <a:pt x="1323962" y="1491991"/>
                  </a:lnTo>
                  <a:lnTo>
                    <a:pt x="1323956" y="1492002"/>
                  </a:lnTo>
                  <a:lnTo>
                    <a:pt x="1323951" y="1492007"/>
                  </a:lnTo>
                  <a:lnTo>
                    <a:pt x="1323944" y="1492012"/>
                  </a:lnTo>
                  <a:lnTo>
                    <a:pt x="1323936" y="1492015"/>
                  </a:lnTo>
                  <a:lnTo>
                    <a:pt x="1323927" y="1492019"/>
                  </a:lnTo>
                  <a:lnTo>
                    <a:pt x="1323916" y="1492023"/>
                  </a:lnTo>
                  <a:lnTo>
                    <a:pt x="1323904" y="1492025"/>
                  </a:lnTo>
                  <a:lnTo>
                    <a:pt x="1323893" y="1492027"/>
                  </a:lnTo>
                  <a:lnTo>
                    <a:pt x="1323888" y="1492029"/>
                  </a:lnTo>
                  <a:lnTo>
                    <a:pt x="1323881" y="1492032"/>
                  </a:lnTo>
                  <a:lnTo>
                    <a:pt x="1323870" y="1492033"/>
                  </a:lnTo>
                  <a:lnTo>
                    <a:pt x="1323865" y="1492033"/>
                  </a:lnTo>
                  <a:lnTo>
                    <a:pt x="1323856" y="1492034"/>
                  </a:lnTo>
                  <a:lnTo>
                    <a:pt x="1323849" y="1492035"/>
                  </a:lnTo>
                  <a:lnTo>
                    <a:pt x="1323843" y="1492036"/>
                  </a:lnTo>
                  <a:lnTo>
                    <a:pt x="1323836" y="1492038"/>
                  </a:lnTo>
                  <a:lnTo>
                    <a:pt x="1323837" y="1492043"/>
                  </a:lnTo>
                  <a:lnTo>
                    <a:pt x="1323841" y="1492051"/>
                  </a:lnTo>
                  <a:lnTo>
                    <a:pt x="1323848" y="1492059"/>
                  </a:lnTo>
                  <a:lnTo>
                    <a:pt x="1323854" y="1492070"/>
                  </a:lnTo>
                  <a:lnTo>
                    <a:pt x="1323860" y="1492092"/>
                  </a:lnTo>
                  <a:lnTo>
                    <a:pt x="1323863" y="1492107"/>
                  </a:lnTo>
                  <a:lnTo>
                    <a:pt x="1323865" y="1492116"/>
                  </a:lnTo>
                  <a:lnTo>
                    <a:pt x="1323870" y="1492126"/>
                  </a:lnTo>
                  <a:lnTo>
                    <a:pt x="1323870" y="1492137"/>
                  </a:lnTo>
                  <a:lnTo>
                    <a:pt x="1323868" y="1492143"/>
                  </a:lnTo>
                  <a:lnTo>
                    <a:pt x="1323864" y="1492151"/>
                  </a:lnTo>
                  <a:lnTo>
                    <a:pt x="1323856" y="1492162"/>
                  </a:lnTo>
                  <a:lnTo>
                    <a:pt x="1323849" y="1492173"/>
                  </a:lnTo>
                  <a:lnTo>
                    <a:pt x="1323845" y="1492178"/>
                  </a:lnTo>
                  <a:lnTo>
                    <a:pt x="1323839" y="1492185"/>
                  </a:lnTo>
                  <a:lnTo>
                    <a:pt x="1323827" y="1492203"/>
                  </a:lnTo>
                  <a:lnTo>
                    <a:pt x="1323822" y="1492219"/>
                  </a:lnTo>
                  <a:lnTo>
                    <a:pt x="1323820" y="1492229"/>
                  </a:lnTo>
                  <a:lnTo>
                    <a:pt x="1323818" y="1492243"/>
                  </a:lnTo>
                  <a:lnTo>
                    <a:pt x="1323813" y="1492266"/>
                  </a:lnTo>
                  <a:lnTo>
                    <a:pt x="1323811" y="1492281"/>
                  </a:lnTo>
                  <a:lnTo>
                    <a:pt x="1323806" y="1492297"/>
                  </a:lnTo>
                  <a:lnTo>
                    <a:pt x="1323803" y="1492311"/>
                  </a:lnTo>
                  <a:lnTo>
                    <a:pt x="1323797" y="1492325"/>
                  </a:lnTo>
                  <a:lnTo>
                    <a:pt x="1323793" y="1492339"/>
                  </a:lnTo>
                  <a:lnTo>
                    <a:pt x="1323788" y="1492359"/>
                  </a:lnTo>
                  <a:lnTo>
                    <a:pt x="1323786" y="1492367"/>
                  </a:lnTo>
                  <a:lnTo>
                    <a:pt x="1323784" y="1492374"/>
                  </a:lnTo>
                  <a:lnTo>
                    <a:pt x="1323779" y="1492384"/>
                  </a:lnTo>
                  <a:lnTo>
                    <a:pt x="1323775" y="1492394"/>
                  </a:lnTo>
                  <a:lnTo>
                    <a:pt x="1323767" y="1492410"/>
                  </a:lnTo>
                  <a:lnTo>
                    <a:pt x="1323763" y="1492415"/>
                  </a:lnTo>
                  <a:lnTo>
                    <a:pt x="1323754" y="1492418"/>
                  </a:lnTo>
                  <a:lnTo>
                    <a:pt x="1323749" y="1492420"/>
                  </a:lnTo>
                  <a:lnTo>
                    <a:pt x="1323732" y="1492424"/>
                  </a:lnTo>
                  <a:lnTo>
                    <a:pt x="1323698" y="1492425"/>
                  </a:lnTo>
                  <a:lnTo>
                    <a:pt x="1323681" y="1492427"/>
                  </a:lnTo>
                  <a:lnTo>
                    <a:pt x="1323664" y="1492426"/>
                  </a:lnTo>
                  <a:lnTo>
                    <a:pt x="1323648" y="1492421"/>
                  </a:lnTo>
                  <a:lnTo>
                    <a:pt x="1323640" y="1492417"/>
                  </a:lnTo>
                  <a:lnTo>
                    <a:pt x="1323629" y="1492409"/>
                  </a:lnTo>
                  <a:lnTo>
                    <a:pt x="1323612" y="1492400"/>
                  </a:lnTo>
                  <a:lnTo>
                    <a:pt x="1323606" y="1492399"/>
                  </a:lnTo>
                  <a:lnTo>
                    <a:pt x="1323598" y="1492404"/>
                  </a:lnTo>
                  <a:lnTo>
                    <a:pt x="1323587" y="1492417"/>
                  </a:lnTo>
                  <a:lnTo>
                    <a:pt x="1323577" y="1492428"/>
                  </a:lnTo>
                  <a:lnTo>
                    <a:pt x="1323566" y="1492437"/>
                  </a:lnTo>
                  <a:lnTo>
                    <a:pt x="1323553" y="1492443"/>
                  </a:lnTo>
                  <a:lnTo>
                    <a:pt x="1323540" y="1492448"/>
                  </a:lnTo>
                  <a:lnTo>
                    <a:pt x="1323527" y="1492460"/>
                  </a:lnTo>
                  <a:lnTo>
                    <a:pt x="1323524" y="1492469"/>
                  </a:lnTo>
                  <a:lnTo>
                    <a:pt x="1323522" y="1492478"/>
                  </a:lnTo>
                  <a:lnTo>
                    <a:pt x="1323522" y="1492483"/>
                  </a:lnTo>
                  <a:lnTo>
                    <a:pt x="1323522" y="1492493"/>
                  </a:lnTo>
                  <a:lnTo>
                    <a:pt x="1323516" y="1492503"/>
                  </a:lnTo>
                  <a:lnTo>
                    <a:pt x="1323507" y="1492517"/>
                  </a:lnTo>
                  <a:lnTo>
                    <a:pt x="1323502" y="1492528"/>
                  </a:lnTo>
                  <a:lnTo>
                    <a:pt x="1323497" y="1492539"/>
                  </a:lnTo>
                  <a:lnTo>
                    <a:pt x="1323494" y="1492552"/>
                  </a:lnTo>
                  <a:lnTo>
                    <a:pt x="1323494" y="1492565"/>
                  </a:lnTo>
                  <a:lnTo>
                    <a:pt x="1323488" y="1492586"/>
                  </a:lnTo>
                  <a:lnTo>
                    <a:pt x="1323482" y="1492591"/>
                  </a:lnTo>
                  <a:lnTo>
                    <a:pt x="1323475" y="1492591"/>
                  </a:lnTo>
                  <a:lnTo>
                    <a:pt x="1323466" y="1492590"/>
                  </a:lnTo>
                  <a:lnTo>
                    <a:pt x="1323458" y="1492592"/>
                  </a:lnTo>
                  <a:lnTo>
                    <a:pt x="1323452" y="1492596"/>
                  </a:lnTo>
                  <a:lnTo>
                    <a:pt x="1323442" y="1492604"/>
                  </a:lnTo>
                  <a:lnTo>
                    <a:pt x="1323438" y="1492607"/>
                  </a:lnTo>
                  <a:lnTo>
                    <a:pt x="1323431" y="1492614"/>
                  </a:lnTo>
                  <a:lnTo>
                    <a:pt x="1323424" y="1492623"/>
                  </a:lnTo>
                  <a:lnTo>
                    <a:pt x="1323414" y="1492628"/>
                  </a:lnTo>
                  <a:lnTo>
                    <a:pt x="1323406" y="1492634"/>
                  </a:lnTo>
                  <a:lnTo>
                    <a:pt x="1323393" y="1492642"/>
                  </a:lnTo>
                  <a:lnTo>
                    <a:pt x="1323383" y="1492649"/>
                  </a:lnTo>
                  <a:lnTo>
                    <a:pt x="1323375" y="1492659"/>
                  </a:lnTo>
                  <a:lnTo>
                    <a:pt x="1323369" y="1492671"/>
                  </a:lnTo>
                  <a:lnTo>
                    <a:pt x="1323366" y="1492680"/>
                  </a:lnTo>
                  <a:lnTo>
                    <a:pt x="1323362" y="1492688"/>
                  </a:lnTo>
                  <a:lnTo>
                    <a:pt x="1323355" y="1492699"/>
                  </a:lnTo>
                  <a:lnTo>
                    <a:pt x="1323344" y="1492713"/>
                  </a:lnTo>
                  <a:lnTo>
                    <a:pt x="1323337" y="1492730"/>
                  </a:lnTo>
                  <a:lnTo>
                    <a:pt x="1323332" y="1492745"/>
                  </a:lnTo>
                  <a:lnTo>
                    <a:pt x="1323331" y="1492762"/>
                  </a:lnTo>
                  <a:lnTo>
                    <a:pt x="1323327" y="1492776"/>
                  </a:lnTo>
                  <a:lnTo>
                    <a:pt x="1323321" y="1492782"/>
                  </a:lnTo>
                  <a:lnTo>
                    <a:pt x="1323311" y="1492796"/>
                  </a:lnTo>
                  <a:lnTo>
                    <a:pt x="1323307" y="1492804"/>
                  </a:lnTo>
                  <a:lnTo>
                    <a:pt x="1323305" y="1492811"/>
                  </a:lnTo>
                  <a:lnTo>
                    <a:pt x="1323303" y="1492821"/>
                  </a:lnTo>
                  <a:lnTo>
                    <a:pt x="1323298" y="1492816"/>
                  </a:lnTo>
                  <a:lnTo>
                    <a:pt x="1323292" y="1492810"/>
                  </a:lnTo>
                  <a:lnTo>
                    <a:pt x="1323287" y="1492803"/>
                  </a:lnTo>
                  <a:lnTo>
                    <a:pt x="1323286" y="1492796"/>
                  </a:lnTo>
                  <a:lnTo>
                    <a:pt x="1323281" y="1492791"/>
                  </a:lnTo>
                  <a:lnTo>
                    <a:pt x="1323275" y="1492789"/>
                  </a:lnTo>
                  <a:lnTo>
                    <a:pt x="1323267" y="1492788"/>
                  </a:lnTo>
                  <a:lnTo>
                    <a:pt x="1323258" y="1492791"/>
                  </a:lnTo>
                  <a:lnTo>
                    <a:pt x="1323253" y="1492793"/>
                  </a:lnTo>
                  <a:lnTo>
                    <a:pt x="1323245" y="1492797"/>
                  </a:lnTo>
                  <a:lnTo>
                    <a:pt x="1323234" y="1492804"/>
                  </a:lnTo>
                  <a:lnTo>
                    <a:pt x="1323230" y="1492806"/>
                  </a:lnTo>
                  <a:lnTo>
                    <a:pt x="1323220" y="1492810"/>
                  </a:lnTo>
                  <a:lnTo>
                    <a:pt x="1323213" y="1492811"/>
                  </a:lnTo>
                  <a:lnTo>
                    <a:pt x="1323204" y="1492813"/>
                  </a:lnTo>
                  <a:lnTo>
                    <a:pt x="1323200" y="1492814"/>
                  </a:lnTo>
                  <a:lnTo>
                    <a:pt x="1323194" y="1492817"/>
                  </a:lnTo>
                  <a:lnTo>
                    <a:pt x="1323191" y="1492823"/>
                  </a:lnTo>
                  <a:lnTo>
                    <a:pt x="1323184" y="1492832"/>
                  </a:lnTo>
                  <a:lnTo>
                    <a:pt x="1323179" y="1492837"/>
                  </a:lnTo>
                  <a:lnTo>
                    <a:pt x="1323173" y="1492841"/>
                  </a:lnTo>
                  <a:lnTo>
                    <a:pt x="1323168" y="1492844"/>
                  </a:lnTo>
                  <a:lnTo>
                    <a:pt x="1323160" y="1492852"/>
                  </a:lnTo>
                  <a:lnTo>
                    <a:pt x="1323152" y="1492868"/>
                  </a:lnTo>
                  <a:lnTo>
                    <a:pt x="1323146" y="1492881"/>
                  </a:lnTo>
                  <a:lnTo>
                    <a:pt x="1323142" y="1492888"/>
                  </a:lnTo>
                  <a:lnTo>
                    <a:pt x="1323134" y="1492902"/>
                  </a:lnTo>
                  <a:lnTo>
                    <a:pt x="1323128" y="1492916"/>
                  </a:lnTo>
                  <a:lnTo>
                    <a:pt x="1323125" y="1492924"/>
                  </a:lnTo>
                  <a:lnTo>
                    <a:pt x="1323123" y="1492930"/>
                  </a:lnTo>
                  <a:lnTo>
                    <a:pt x="1323122" y="1492943"/>
                  </a:lnTo>
                  <a:lnTo>
                    <a:pt x="1323120" y="1492954"/>
                  </a:lnTo>
                  <a:lnTo>
                    <a:pt x="1323116" y="1492958"/>
                  </a:lnTo>
                  <a:lnTo>
                    <a:pt x="1323103" y="1492963"/>
                  </a:lnTo>
                  <a:lnTo>
                    <a:pt x="1323097" y="1492966"/>
                  </a:lnTo>
                  <a:lnTo>
                    <a:pt x="1323092" y="1492967"/>
                  </a:lnTo>
                  <a:lnTo>
                    <a:pt x="1323081" y="1492974"/>
                  </a:lnTo>
                  <a:lnTo>
                    <a:pt x="1323078" y="1492981"/>
                  </a:lnTo>
                  <a:lnTo>
                    <a:pt x="1323077" y="1492990"/>
                  </a:lnTo>
                  <a:lnTo>
                    <a:pt x="1323070" y="1493002"/>
                  </a:lnTo>
                  <a:lnTo>
                    <a:pt x="1323068" y="1493008"/>
                  </a:lnTo>
                  <a:lnTo>
                    <a:pt x="1323063" y="1493017"/>
                  </a:lnTo>
                  <a:lnTo>
                    <a:pt x="1323052" y="1493026"/>
                  </a:lnTo>
                  <a:lnTo>
                    <a:pt x="1323044" y="1493031"/>
                  </a:lnTo>
                  <a:lnTo>
                    <a:pt x="1323037" y="1493034"/>
                  </a:lnTo>
                  <a:lnTo>
                    <a:pt x="1323028" y="1493037"/>
                  </a:lnTo>
                  <a:lnTo>
                    <a:pt x="1323020" y="1493041"/>
                  </a:lnTo>
                  <a:lnTo>
                    <a:pt x="1323017" y="1493045"/>
                  </a:lnTo>
                  <a:lnTo>
                    <a:pt x="1323012" y="1493055"/>
                  </a:lnTo>
                  <a:lnTo>
                    <a:pt x="1323008" y="1493061"/>
                  </a:lnTo>
                  <a:lnTo>
                    <a:pt x="1323005" y="1493065"/>
                  </a:lnTo>
                  <a:lnTo>
                    <a:pt x="1322994" y="1493075"/>
                  </a:lnTo>
                  <a:lnTo>
                    <a:pt x="1322986" y="1493086"/>
                  </a:lnTo>
                  <a:lnTo>
                    <a:pt x="1322977" y="1493093"/>
                  </a:lnTo>
                  <a:lnTo>
                    <a:pt x="1322969" y="1493103"/>
                  </a:lnTo>
                  <a:lnTo>
                    <a:pt x="1322962" y="1493113"/>
                  </a:lnTo>
                  <a:lnTo>
                    <a:pt x="1322952" y="1493124"/>
                  </a:lnTo>
                  <a:lnTo>
                    <a:pt x="1322937" y="1493133"/>
                  </a:lnTo>
                  <a:lnTo>
                    <a:pt x="1322929" y="1493140"/>
                  </a:lnTo>
                  <a:lnTo>
                    <a:pt x="1322923" y="1493145"/>
                  </a:lnTo>
                  <a:lnTo>
                    <a:pt x="1322918" y="1493147"/>
                  </a:lnTo>
                  <a:lnTo>
                    <a:pt x="1322913" y="1493150"/>
                  </a:lnTo>
                  <a:lnTo>
                    <a:pt x="1322902" y="1493156"/>
                  </a:lnTo>
                  <a:lnTo>
                    <a:pt x="1322890" y="1493162"/>
                  </a:lnTo>
                  <a:lnTo>
                    <a:pt x="1322870" y="1493172"/>
                  </a:lnTo>
                  <a:lnTo>
                    <a:pt x="1322856" y="1493178"/>
                  </a:lnTo>
                  <a:lnTo>
                    <a:pt x="1322847" y="1493185"/>
                  </a:lnTo>
                  <a:lnTo>
                    <a:pt x="1322831" y="1493205"/>
                  </a:lnTo>
                  <a:lnTo>
                    <a:pt x="1322820" y="1493219"/>
                  </a:lnTo>
                  <a:lnTo>
                    <a:pt x="1322809" y="1493233"/>
                  </a:lnTo>
                  <a:lnTo>
                    <a:pt x="1322800" y="1493239"/>
                  </a:lnTo>
                  <a:lnTo>
                    <a:pt x="1322785" y="1493247"/>
                  </a:lnTo>
                  <a:lnTo>
                    <a:pt x="1322776" y="1493252"/>
                  </a:lnTo>
                  <a:lnTo>
                    <a:pt x="1322759" y="1493269"/>
                  </a:lnTo>
                  <a:lnTo>
                    <a:pt x="1322745" y="1493282"/>
                  </a:lnTo>
                  <a:lnTo>
                    <a:pt x="1322733" y="1493297"/>
                  </a:lnTo>
                  <a:lnTo>
                    <a:pt x="1322726" y="1493309"/>
                  </a:lnTo>
                  <a:lnTo>
                    <a:pt x="1322723" y="1493316"/>
                  </a:lnTo>
                  <a:lnTo>
                    <a:pt x="1322720" y="1493323"/>
                  </a:lnTo>
                  <a:lnTo>
                    <a:pt x="1322710" y="1493335"/>
                  </a:lnTo>
                  <a:lnTo>
                    <a:pt x="1322695" y="1493348"/>
                  </a:lnTo>
                  <a:lnTo>
                    <a:pt x="1322687" y="1493360"/>
                  </a:lnTo>
                  <a:lnTo>
                    <a:pt x="1322684" y="1493366"/>
                  </a:lnTo>
                  <a:lnTo>
                    <a:pt x="1322679" y="1493378"/>
                  </a:lnTo>
                  <a:lnTo>
                    <a:pt x="1322673" y="1493388"/>
                  </a:lnTo>
                  <a:lnTo>
                    <a:pt x="1322669" y="1493395"/>
                  </a:lnTo>
                  <a:lnTo>
                    <a:pt x="1322662" y="1493404"/>
                  </a:lnTo>
                  <a:lnTo>
                    <a:pt x="1322658" y="1493408"/>
                  </a:lnTo>
                  <a:lnTo>
                    <a:pt x="1322652" y="1493415"/>
                  </a:lnTo>
                  <a:lnTo>
                    <a:pt x="1322644" y="1493422"/>
                  </a:lnTo>
                  <a:lnTo>
                    <a:pt x="1322637" y="1493427"/>
                  </a:lnTo>
                  <a:lnTo>
                    <a:pt x="1322630" y="1493430"/>
                  </a:lnTo>
                  <a:lnTo>
                    <a:pt x="1322621" y="1493434"/>
                  </a:lnTo>
                  <a:lnTo>
                    <a:pt x="1322612" y="1493438"/>
                  </a:lnTo>
                  <a:lnTo>
                    <a:pt x="1322599" y="1493445"/>
                  </a:lnTo>
                  <a:lnTo>
                    <a:pt x="1322587" y="1493452"/>
                  </a:lnTo>
                  <a:lnTo>
                    <a:pt x="1322579" y="1493459"/>
                  </a:lnTo>
                  <a:lnTo>
                    <a:pt x="1322562" y="1493466"/>
                  </a:lnTo>
                  <a:lnTo>
                    <a:pt x="1322543" y="1493475"/>
                  </a:lnTo>
                  <a:lnTo>
                    <a:pt x="1322527" y="1493482"/>
                  </a:lnTo>
                  <a:lnTo>
                    <a:pt x="1322520" y="1493486"/>
                  </a:lnTo>
                  <a:lnTo>
                    <a:pt x="1322514" y="1493489"/>
                  </a:lnTo>
                  <a:lnTo>
                    <a:pt x="1322501" y="1493489"/>
                  </a:lnTo>
                  <a:lnTo>
                    <a:pt x="1322488" y="1493490"/>
                  </a:lnTo>
                  <a:lnTo>
                    <a:pt x="1322481" y="1493491"/>
                  </a:lnTo>
                  <a:lnTo>
                    <a:pt x="1322473" y="1493495"/>
                  </a:lnTo>
                  <a:lnTo>
                    <a:pt x="1322466" y="1493502"/>
                  </a:lnTo>
                  <a:lnTo>
                    <a:pt x="1322455" y="1493515"/>
                  </a:lnTo>
                  <a:lnTo>
                    <a:pt x="1322441" y="1493527"/>
                  </a:lnTo>
                  <a:lnTo>
                    <a:pt x="1322427" y="1493534"/>
                  </a:lnTo>
                  <a:lnTo>
                    <a:pt x="1322415" y="1493538"/>
                  </a:lnTo>
                  <a:lnTo>
                    <a:pt x="1322403" y="1493542"/>
                  </a:lnTo>
                  <a:lnTo>
                    <a:pt x="1322373" y="1493555"/>
                  </a:lnTo>
                  <a:lnTo>
                    <a:pt x="1322356" y="1493564"/>
                  </a:lnTo>
                  <a:lnTo>
                    <a:pt x="1322346" y="1493566"/>
                  </a:lnTo>
                  <a:lnTo>
                    <a:pt x="1322334" y="1493567"/>
                  </a:lnTo>
                  <a:lnTo>
                    <a:pt x="1322321" y="1493570"/>
                  </a:lnTo>
                  <a:lnTo>
                    <a:pt x="1322308" y="1493575"/>
                  </a:lnTo>
                  <a:lnTo>
                    <a:pt x="1322301" y="1493579"/>
                  </a:lnTo>
                  <a:lnTo>
                    <a:pt x="1322297" y="1493584"/>
                  </a:lnTo>
                  <a:lnTo>
                    <a:pt x="1322285" y="1493596"/>
                  </a:lnTo>
                  <a:lnTo>
                    <a:pt x="1322275" y="1493607"/>
                  </a:lnTo>
                  <a:lnTo>
                    <a:pt x="1322266" y="1493624"/>
                  </a:lnTo>
                  <a:lnTo>
                    <a:pt x="1322247" y="1493644"/>
                  </a:lnTo>
                  <a:lnTo>
                    <a:pt x="1322234" y="1493657"/>
                  </a:lnTo>
                  <a:lnTo>
                    <a:pt x="1322227" y="1493661"/>
                  </a:lnTo>
                  <a:lnTo>
                    <a:pt x="1322221" y="1493662"/>
                  </a:lnTo>
                  <a:lnTo>
                    <a:pt x="1322210" y="1493664"/>
                  </a:lnTo>
                  <a:lnTo>
                    <a:pt x="1322205" y="1493667"/>
                  </a:lnTo>
                  <a:lnTo>
                    <a:pt x="1322202" y="1493673"/>
                  </a:lnTo>
                  <a:lnTo>
                    <a:pt x="1322200" y="1493681"/>
                  </a:lnTo>
                  <a:lnTo>
                    <a:pt x="1322192" y="1493690"/>
                  </a:lnTo>
                  <a:lnTo>
                    <a:pt x="1322186" y="1493694"/>
                  </a:lnTo>
                  <a:lnTo>
                    <a:pt x="1322174" y="1493699"/>
                  </a:lnTo>
                  <a:lnTo>
                    <a:pt x="1322168" y="1493699"/>
                  </a:lnTo>
                  <a:lnTo>
                    <a:pt x="1322162" y="1493696"/>
                  </a:lnTo>
                  <a:lnTo>
                    <a:pt x="1322154" y="1493686"/>
                  </a:lnTo>
                  <a:lnTo>
                    <a:pt x="1322140" y="1493677"/>
                  </a:lnTo>
                  <a:lnTo>
                    <a:pt x="1322137" y="1493674"/>
                  </a:lnTo>
                  <a:lnTo>
                    <a:pt x="1322129" y="1493671"/>
                  </a:lnTo>
                  <a:lnTo>
                    <a:pt x="1322106" y="1493656"/>
                  </a:lnTo>
                  <a:lnTo>
                    <a:pt x="1322099" y="1493653"/>
                  </a:lnTo>
                  <a:lnTo>
                    <a:pt x="1322093" y="1493654"/>
                  </a:lnTo>
                  <a:lnTo>
                    <a:pt x="1322083" y="1493660"/>
                  </a:lnTo>
                  <a:lnTo>
                    <a:pt x="1322069" y="1493666"/>
                  </a:lnTo>
                  <a:lnTo>
                    <a:pt x="1322061" y="1493671"/>
                  </a:lnTo>
                  <a:lnTo>
                    <a:pt x="1322052" y="1493682"/>
                  </a:lnTo>
                  <a:lnTo>
                    <a:pt x="1322045" y="1493700"/>
                  </a:lnTo>
                  <a:lnTo>
                    <a:pt x="1322040" y="1493711"/>
                  </a:lnTo>
                  <a:lnTo>
                    <a:pt x="1322037" y="1493719"/>
                  </a:lnTo>
                  <a:lnTo>
                    <a:pt x="1322033" y="1493726"/>
                  </a:lnTo>
                  <a:lnTo>
                    <a:pt x="1322028" y="1493730"/>
                  </a:lnTo>
                  <a:lnTo>
                    <a:pt x="1322024" y="1493732"/>
                  </a:lnTo>
                  <a:lnTo>
                    <a:pt x="1322020" y="1493735"/>
                  </a:lnTo>
                  <a:lnTo>
                    <a:pt x="1322014" y="1493738"/>
                  </a:lnTo>
                  <a:lnTo>
                    <a:pt x="1322006" y="1493743"/>
                  </a:lnTo>
                  <a:lnTo>
                    <a:pt x="1321994" y="1493753"/>
                  </a:lnTo>
                  <a:lnTo>
                    <a:pt x="1321986" y="1493764"/>
                  </a:lnTo>
                  <a:lnTo>
                    <a:pt x="1321977" y="1493777"/>
                  </a:lnTo>
                  <a:lnTo>
                    <a:pt x="1321970" y="1493783"/>
                  </a:lnTo>
                  <a:lnTo>
                    <a:pt x="1321962" y="1493789"/>
                  </a:lnTo>
                  <a:lnTo>
                    <a:pt x="1321956" y="1493793"/>
                  </a:lnTo>
                  <a:lnTo>
                    <a:pt x="1321952" y="1493797"/>
                  </a:lnTo>
                  <a:lnTo>
                    <a:pt x="1321948" y="1493804"/>
                  </a:lnTo>
                  <a:lnTo>
                    <a:pt x="1321942" y="1493817"/>
                  </a:lnTo>
                  <a:lnTo>
                    <a:pt x="1321937" y="1493819"/>
                  </a:lnTo>
                  <a:lnTo>
                    <a:pt x="1321929" y="1493820"/>
                  </a:lnTo>
                  <a:lnTo>
                    <a:pt x="1321911" y="1493819"/>
                  </a:lnTo>
                  <a:lnTo>
                    <a:pt x="1321901" y="1493820"/>
                  </a:lnTo>
                  <a:lnTo>
                    <a:pt x="1321896" y="1493822"/>
                  </a:lnTo>
                  <a:lnTo>
                    <a:pt x="1321891" y="1493825"/>
                  </a:lnTo>
                  <a:lnTo>
                    <a:pt x="1321879" y="1493831"/>
                  </a:lnTo>
                  <a:lnTo>
                    <a:pt x="1321865" y="1493833"/>
                  </a:lnTo>
                  <a:lnTo>
                    <a:pt x="1321853" y="1493835"/>
                  </a:lnTo>
                  <a:lnTo>
                    <a:pt x="1321844" y="1493837"/>
                  </a:lnTo>
                  <a:lnTo>
                    <a:pt x="1321837" y="1493840"/>
                  </a:lnTo>
                  <a:lnTo>
                    <a:pt x="1321823" y="1493846"/>
                  </a:lnTo>
                  <a:lnTo>
                    <a:pt x="1321813" y="1493853"/>
                  </a:lnTo>
                  <a:lnTo>
                    <a:pt x="1321804" y="1493862"/>
                  </a:lnTo>
                  <a:lnTo>
                    <a:pt x="1321796" y="1493874"/>
                  </a:lnTo>
                  <a:lnTo>
                    <a:pt x="1321786" y="1493885"/>
                  </a:lnTo>
                  <a:lnTo>
                    <a:pt x="1321779" y="1493889"/>
                  </a:lnTo>
                  <a:lnTo>
                    <a:pt x="1321773" y="1493889"/>
                  </a:lnTo>
                  <a:lnTo>
                    <a:pt x="1321762" y="1493885"/>
                  </a:lnTo>
                  <a:lnTo>
                    <a:pt x="1321750" y="1493878"/>
                  </a:lnTo>
                  <a:lnTo>
                    <a:pt x="1321740" y="1493875"/>
                  </a:lnTo>
                  <a:lnTo>
                    <a:pt x="1321733" y="1493876"/>
                  </a:lnTo>
                  <a:lnTo>
                    <a:pt x="1321727" y="1493879"/>
                  </a:lnTo>
                  <a:lnTo>
                    <a:pt x="1321723" y="1493886"/>
                  </a:lnTo>
                  <a:lnTo>
                    <a:pt x="1321717" y="1493896"/>
                  </a:lnTo>
                  <a:lnTo>
                    <a:pt x="1321706" y="1493904"/>
                  </a:lnTo>
                  <a:lnTo>
                    <a:pt x="1321691" y="1493912"/>
                  </a:lnTo>
                  <a:lnTo>
                    <a:pt x="1321679" y="1493915"/>
                  </a:lnTo>
                  <a:lnTo>
                    <a:pt x="1321671" y="1493915"/>
                  </a:lnTo>
                  <a:lnTo>
                    <a:pt x="1321658" y="1493913"/>
                  </a:lnTo>
                  <a:lnTo>
                    <a:pt x="1321645" y="1493914"/>
                  </a:lnTo>
                  <a:lnTo>
                    <a:pt x="1321641" y="1493916"/>
                  </a:lnTo>
                  <a:lnTo>
                    <a:pt x="1321635" y="1493918"/>
                  </a:lnTo>
                  <a:lnTo>
                    <a:pt x="1321623" y="1493927"/>
                  </a:lnTo>
                  <a:lnTo>
                    <a:pt x="1321619" y="1493932"/>
                  </a:lnTo>
                  <a:lnTo>
                    <a:pt x="1321611" y="1493939"/>
                  </a:lnTo>
                  <a:lnTo>
                    <a:pt x="1321602" y="1493947"/>
                  </a:lnTo>
                  <a:lnTo>
                    <a:pt x="1321593" y="1493951"/>
                  </a:lnTo>
                  <a:lnTo>
                    <a:pt x="1321576" y="1493954"/>
                  </a:lnTo>
                  <a:lnTo>
                    <a:pt x="1321563" y="1493957"/>
                  </a:lnTo>
                  <a:lnTo>
                    <a:pt x="1321547" y="1493963"/>
                  </a:lnTo>
                  <a:lnTo>
                    <a:pt x="1321526" y="1493973"/>
                  </a:lnTo>
                  <a:lnTo>
                    <a:pt x="1321508" y="1493984"/>
                  </a:lnTo>
                  <a:lnTo>
                    <a:pt x="1321487" y="1493998"/>
                  </a:lnTo>
                  <a:lnTo>
                    <a:pt x="1321472" y="1494007"/>
                  </a:lnTo>
                  <a:lnTo>
                    <a:pt x="1321452" y="1494021"/>
                  </a:lnTo>
                  <a:lnTo>
                    <a:pt x="1321434" y="1494035"/>
                  </a:lnTo>
                  <a:lnTo>
                    <a:pt x="1321427" y="1494038"/>
                  </a:lnTo>
                  <a:lnTo>
                    <a:pt x="1321418" y="1494041"/>
                  </a:lnTo>
                  <a:lnTo>
                    <a:pt x="1321404" y="1494043"/>
                  </a:lnTo>
                  <a:lnTo>
                    <a:pt x="1321384" y="1494046"/>
                  </a:lnTo>
                  <a:lnTo>
                    <a:pt x="1321370" y="1494049"/>
                  </a:lnTo>
                  <a:lnTo>
                    <a:pt x="1321345" y="1494056"/>
                  </a:lnTo>
                  <a:lnTo>
                    <a:pt x="1321327" y="1494060"/>
                  </a:lnTo>
                  <a:lnTo>
                    <a:pt x="1321321" y="1494062"/>
                  </a:lnTo>
                  <a:lnTo>
                    <a:pt x="1321315" y="1494064"/>
                  </a:lnTo>
                  <a:lnTo>
                    <a:pt x="1321301" y="1494066"/>
                  </a:lnTo>
                  <a:lnTo>
                    <a:pt x="1321293" y="1494067"/>
                  </a:lnTo>
                  <a:lnTo>
                    <a:pt x="1321283" y="1494067"/>
                  </a:lnTo>
                  <a:lnTo>
                    <a:pt x="1321267" y="1494066"/>
                  </a:lnTo>
                  <a:lnTo>
                    <a:pt x="1321254" y="1494066"/>
                  </a:lnTo>
                  <a:lnTo>
                    <a:pt x="1321243" y="1494069"/>
                  </a:lnTo>
                  <a:lnTo>
                    <a:pt x="1321232" y="1494075"/>
                  </a:lnTo>
                  <a:lnTo>
                    <a:pt x="1321213" y="1494087"/>
                  </a:lnTo>
                  <a:lnTo>
                    <a:pt x="1321203" y="1494091"/>
                  </a:lnTo>
                  <a:lnTo>
                    <a:pt x="1321189" y="1494098"/>
                  </a:lnTo>
                  <a:lnTo>
                    <a:pt x="1321165" y="1494109"/>
                  </a:lnTo>
                  <a:lnTo>
                    <a:pt x="1321145" y="1494116"/>
                  </a:lnTo>
                  <a:lnTo>
                    <a:pt x="1321131" y="1494120"/>
                  </a:lnTo>
                  <a:lnTo>
                    <a:pt x="1321124" y="1494124"/>
                  </a:lnTo>
                  <a:lnTo>
                    <a:pt x="1321119" y="1494129"/>
                  </a:lnTo>
                  <a:lnTo>
                    <a:pt x="1321107" y="1494139"/>
                  </a:lnTo>
                  <a:lnTo>
                    <a:pt x="1321095" y="1494145"/>
                  </a:lnTo>
                  <a:lnTo>
                    <a:pt x="1321083" y="1494149"/>
                  </a:lnTo>
                  <a:lnTo>
                    <a:pt x="1321069" y="1494150"/>
                  </a:lnTo>
                  <a:lnTo>
                    <a:pt x="1321062" y="1494150"/>
                  </a:lnTo>
                  <a:lnTo>
                    <a:pt x="1321056" y="1494151"/>
                  </a:lnTo>
                  <a:lnTo>
                    <a:pt x="1321044" y="1494153"/>
                  </a:lnTo>
                  <a:lnTo>
                    <a:pt x="1321038" y="1494157"/>
                  </a:lnTo>
                  <a:lnTo>
                    <a:pt x="1321020" y="1494170"/>
                  </a:lnTo>
                  <a:lnTo>
                    <a:pt x="1321015" y="1494173"/>
                  </a:lnTo>
                  <a:lnTo>
                    <a:pt x="1321010" y="1494176"/>
                  </a:lnTo>
                  <a:lnTo>
                    <a:pt x="1321002" y="1494182"/>
                  </a:lnTo>
                  <a:lnTo>
                    <a:pt x="1320996" y="1494187"/>
                  </a:lnTo>
                  <a:lnTo>
                    <a:pt x="1320990" y="1494191"/>
                  </a:lnTo>
                  <a:lnTo>
                    <a:pt x="1320980" y="1494203"/>
                  </a:lnTo>
                  <a:lnTo>
                    <a:pt x="1320971" y="1494211"/>
                  </a:lnTo>
                  <a:lnTo>
                    <a:pt x="1320966" y="1494214"/>
                  </a:lnTo>
                  <a:lnTo>
                    <a:pt x="1320957" y="1494219"/>
                  </a:lnTo>
                  <a:lnTo>
                    <a:pt x="1320944" y="1494229"/>
                  </a:lnTo>
                  <a:lnTo>
                    <a:pt x="1320927" y="1494240"/>
                  </a:lnTo>
                  <a:lnTo>
                    <a:pt x="1320923" y="1494242"/>
                  </a:lnTo>
                  <a:lnTo>
                    <a:pt x="1320915" y="1494246"/>
                  </a:lnTo>
                  <a:lnTo>
                    <a:pt x="1320902" y="1494259"/>
                  </a:lnTo>
                  <a:lnTo>
                    <a:pt x="1320898" y="1494263"/>
                  </a:lnTo>
                  <a:lnTo>
                    <a:pt x="1320888" y="1494271"/>
                  </a:lnTo>
                  <a:lnTo>
                    <a:pt x="1320864" y="1494284"/>
                  </a:lnTo>
                  <a:lnTo>
                    <a:pt x="1320847" y="1494291"/>
                  </a:lnTo>
                  <a:lnTo>
                    <a:pt x="1320836" y="1494296"/>
                  </a:lnTo>
                  <a:lnTo>
                    <a:pt x="1320817" y="1494306"/>
                  </a:lnTo>
                  <a:lnTo>
                    <a:pt x="1320782" y="1494324"/>
                  </a:lnTo>
                  <a:lnTo>
                    <a:pt x="1320743" y="1494346"/>
                  </a:lnTo>
                  <a:lnTo>
                    <a:pt x="1320731" y="1494352"/>
                  </a:lnTo>
                  <a:lnTo>
                    <a:pt x="1320725" y="1494355"/>
                  </a:lnTo>
                  <a:lnTo>
                    <a:pt x="1320720" y="1494358"/>
                  </a:lnTo>
                  <a:lnTo>
                    <a:pt x="1320714" y="1494360"/>
                  </a:lnTo>
                  <a:lnTo>
                    <a:pt x="1320706" y="1494363"/>
                  </a:lnTo>
                  <a:lnTo>
                    <a:pt x="1320694" y="1494363"/>
                  </a:lnTo>
                  <a:lnTo>
                    <a:pt x="1320689" y="1494362"/>
                  </a:lnTo>
                  <a:lnTo>
                    <a:pt x="1320685" y="1494361"/>
                  </a:lnTo>
                  <a:lnTo>
                    <a:pt x="1320680" y="1494362"/>
                  </a:lnTo>
                  <a:lnTo>
                    <a:pt x="1320676" y="1494364"/>
                  </a:lnTo>
                  <a:lnTo>
                    <a:pt x="1320668" y="1494368"/>
                  </a:lnTo>
                  <a:lnTo>
                    <a:pt x="1320652" y="1494374"/>
                  </a:lnTo>
                  <a:lnTo>
                    <a:pt x="1320638" y="1494380"/>
                  </a:lnTo>
                  <a:lnTo>
                    <a:pt x="1320633" y="1494383"/>
                  </a:lnTo>
                  <a:lnTo>
                    <a:pt x="1320629" y="1494387"/>
                  </a:lnTo>
                  <a:lnTo>
                    <a:pt x="1320625" y="1494392"/>
                  </a:lnTo>
                  <a:lnTo>
                    <a:pt x="1320619" y="1494399"/>
                  </a:lnTo>
                  <a:lnTo>
                    <a:pt x="1320611" y="1494406"/>
                  </a:lnTo>
                  <a:lnTo>
                    <a:pt x="1320596" y="1494414"/>
                  </a:lnTo>
                  <a:lnTo>
                    <a:pt x="1320583" y="1494422"/>
                  </a:lnTo>
                  <a:lnTo>
                    <a:pt x="1320578" y="1494428"/>
                  </a:lnTo>
                  <a:lnTo>
                    <a:pt x="1320566" y="1494441"/>
                  </a:lnTo>
                  <a:lnTo>
                    <a:pt x="1320549" y="1494463"/>
                  </a:lnTo>
                  <a:lnTo>
                    <a:pt x="1320538" y="1494475"/>
                  </a:lnTo>
                  <a:lnTo>
                    <a:pt x="1320526" y="1494483"/>
                  </a:lnTo>
                  <a:lnTo>
                    <a:pt x="1320515" y="1494492"/>
                  </a:lnTo>
                  <a:lnTo>
                    <a:pt x="1320509" y="1494503"/>
                  </a:lnTo>
                  <a:lnTo>
                    <a:pt x="1320507" y="1494510"/>
                  </a:lnTo>
                  <a:lnTo>
                    <a:pt x="1320503" y="1494522"/>
                  </a:lnTo>
                  <a:lnTo>
                    <a:pt x="1320502" y="1494528"/>
                  </a:lnTo>
                  <a:lnTo>
                    <a:pt x="1320492" y="1494553"/>
                  </a:lnTo>
                  <a:lnTo>
                    <a:pt x="1320482" y="1494571"/>
                  </a:lnTo>
                  <a:lnTo>
                    <a:pt x="1320472" y="1494581"/>
                  </a:lnTo>
                  <a:lnTo>
                    <a:pt x="1320462" y="1494593"/>
                  </a:lnTo>
                  <a:lnTo>
                    <a:pt x="1320452" y="1494599"/>
                  </a:lnTo>
                  <a:lnTo>
                    <a:pt x="1320441" y="1494607"/>
                  </a:lnTo>
                  <a:lnTo>
                    <a:pt x="1320431" y="1494614"/>
                  </a:lnTo>
                  <a:lnTo>
                    <a:pt x="1320421" y="1494626"/>
                  </a:lnTo>
                  <a:lnTo>
                    <a:pt x="1320406" y="1494639"/>
                  </a:lnTo>
                  <a:lnTo>
                    <a:pt x="1320384" y="1494656"/>
                  </a:lnTo>
                  <a:lnTo>
                    <a:pt x="1320377" y="1494662"/>
                  </a:lnTo>
                  <a:lnTo>
                    <a:pt x="1320367" y="1494668"/>
                  </a:lnTo>
                  <a:lnTo>
                    <a:pt x="1320361" y="1494674"/>
                  </a:lnTo>
                  <a:lnTo>
                    <a:pt x="1320356" y="1494680"/>
                  </a:lnTo>
                  <a:lnTo>
                    <a:pt x="1320351" y="1494690"/>
                  </a:lnTo>
                  <a:lnTo>
                    <a:pt x="1320350" y="1494696"/>
                  </a:lnTo>
                  <a:lnTo>
                    <a:pt x="1320348" y="1494704"/>
                  </a:lnTo>
                  <a:lnTo>
                    <a:pt x="1320348" y="1494709"/>
                  </a:lnTo>
                  <a:lnTo>
                    <a:pt x="1320347" y="1494723"/>
                  </a:lnTo>
                  <a:lnTo>
                    <a:pt x="1320341" y="1494737"/>
                  </a:lnTo>
                  <a:lnTo>
                    <a:pt x="1320338" y="1494743"/>
                  </a:lnTo>
                  <a:lnTo>
                    <a:pt x="1320331" y="1494758"/>
                  </a:lnTo>
                  <a:lnTo>
                    <a:pt x="1320313" y="1494770"/>
                  </a:lnTo>
                  <a:lnTo>
                    <a:pt x="1320294" y="1494780"/>
                  </a:lnTo>
                  <a:lnTo>
                    <a:pt x="1320288" y="1494784"/>
                  </a:lnTo>
                  <a:lnTo>
                    <a:pt x="1320272" y="1494792"/>
                  </a:lnTo>
                  <a:lnTo>
                    <a:pt x="1320254" y="1494801"/>
                  </a:lnTo>
                  <a:lnTo>
                    <a:pt x="1320245" y="1494807"/>
                  </a:lnTo>
                  <a:lnTo>
                    <a:pt x="1320236" y="1494813"/>
                  </a:lnTo>
                  <a:lnTo>
                    <a:pt x="1320219" y="1494825"/>
                  </a:lnTo>
                  <a:lnTo>
                    <a:pt x="1320211" y="1494834"/>
                  </a:lnTo>
                  <a:lnTo>
                    <a:pt x="1320206" y="1494840"/>
                  </a:lnTo>
                  <a:lnTo>
                    <a:pt x="1320203" y="1494847"/>
                  </a:lnTo>
                  <a:lnTo>
                    <a:pt x="1320202" y="1494851"/>
                  </a:lnTo>
                  <a:lnTo>
                    <a:pt x="1320200" y="1494858"/>
                  </a:lnTo>
                  <a:lnTo>
                    <a:pt x="1320199" y="1494867"/>
                  </a:lnTo>
                  <a:lnTo>
                    <a:pt x="1320199" y="1494874"/>
                  </a:lnTo>
                  <a:lnTo>
                    <a:pt x="1320197" y="1494883"/>
                  </a:lnTo>
                  <a:lnTo>
                    <a:pt x="1320189" y="1494896"/>
                  </a:lnTo>
                  <a:lnTo>
                    <a:pt x="1320182" y="1494900"/>
                  </a:lnTo>
                  <a:lnTo>
                    <a:pt x="1320176" y="1494901"/>
                  </a:lnTo>
                  <a:lnTo>
                    <a:pt x="1320166" y="1494901"/>
                  </a:lnTo>
                  <a:lnTo>
                    <a:pt x="1320156" y="1494897"/>
                  </a:lnTo>
                  <a:lnTo>
                    <a:pt x="1320144" y="1494890"/>
                  </a:lnTo>
                  <a:lnTo>
                    <a:pt x="1320128" y="1494885"/>
                  </a:lnTo>
                  <a:lnTo>
                    <a:pt x="1320119" y="1494885"/>
                  </a:lnTo>
                  <a:lnTo>
                    <a:pt x="1320105" y="1494887"/>
                  </a:lnTo>
                  <a:lnTo>
                    <a:pt x="1320089" y="1494891"/>
                  </a:lnTo>
                  <a:lnTo>
                    <a:pt x="1320079" y="1494896"/>
                  </a:lnTo>
                  <a:lnTo>
                    <a:pt x="1320075" y="1494901"/>
                  </a:lnTo>
                  <a:lnTo>
                    <a:pt x="1320071" y="1494910"/>
                  </a:lnTo>
                  <a:lnTo>
                    <a:pt x="1320068" y="1494917"/>
                  </a:lnTo>
                  <a:lnTo>
                    <a:pt x="1320064" y="1494929"/>
                  </a:lnTo>
                  <a:lnTo>
                    <a:pt x="1320050" y="1494938"/>
                  </a:lnTo>
                  <a:lnTo>
                    <a:pt x="1320038" y="1494946"/>
                  </a:lnTo>
                  <a:lnTo>
                    <a:pt x="1320021" y="1494957"/>
                  </a:lnTo>
                  <a:lnTo>
                    <a:pt x="1320006" y="1494964"/>
                  </a:lnTo>
                  <a:lnTo>
                    <a:pt x="1319999" y="1494969"/>
                  </a:lnTo>
                  <a:lnTo>
                    <a:pt x="1319987" y="1494981"/>
                  </a:lnTo>
                  <a:lnTo>
                    <a:pt x="1319981" y="1494990"/>
                  </a:lnTo>
                  <a:lnTo>
                    <a:pt x="1319977" y="1495002"/>
                  </a:lnTo>
                  <a:lnTo>
                    <a:pt x="1319973" y="1495024"/>
                  </a:lnTo>
                  <a:lnTo>
                    <a:pt x="1319969" y="1495032"/>
                  </a:lnTo>
                  <a:lnTo>
                    <a:pt x="1319965" y="1495047"/>
                  </a:lnTo>
                  <a:lnTo>
                    <a:pt x="1319964" y="1495057"/>
                  </a:lnTo>
                  <a:lnTo>
                    <a:pt x="1319966" y="1495067"/>
                  </a:lnTo>
                  <a:lnTo>
                    <a:pt x="1319969" y="1495077"/>
                  </a:lnTo>
                  <a:lnTo>
                    <a:pt x="1319972" y="1495084"/>
                  </a:lnTo>
                  <a:lnTo>
                    <a:pt x="1319975" y="1495090"/>
                  </a:lnTo>
                  <a:lnTo>
                    <a:pt x="1319974" y="1495098"/>
                  </a:lnTo>
                  <a:lnTo>
                    <a:pt x="1319964" y="1495103"/>
                  </a:lnTo>
                  <a:lnTo>
                    <a:pt x="1319954" y="1495109"/>
                  </a:lnTo>
                  <a:lnTo>
                    <a:pt x="1319947" y="1495116"/>
                  </a:lnTo>
                  <a:lnTo>
                    <a:pt x="1319939" y="1495126"/>
                  </a:lnTo>
                  <a:lnTo>
                    <a:pt x="1319933" y="1495132"/>
                  </a:lnTo>
                  <a:lnTo>
                    <a:pt x="1319923" y="1495138"/>
                  </a:lnTo>
                  <a:lnTo>
                    <a:pt x="1319908" y="1495146"/>
                  </a:lnTo>
                  <a:lnTo>
                    <a:pt x="1319902" y="1495151"/>
                  </a:lnTo>
                  <a:lnTo>
                    <a:pt x="1319900" y="1495159"/>
                  </a:lnTo>
                  <a:lnTo>
                    <a:pt x="1319900" y="1495166"/>
                  </a:lnTo>
                  <a:lnTo>
                    <a:pt x="1319900" y="1495178"/>
                  </a:lnTo>
                  <a:lnTo>
                    <a:pt x="1319899" y="1495194"/>
                  </a:lnTo>
                  <a:lnTo>
                    <a:pt x="1319896" y="1495213"/>
                  </a:lnTo>
                  <a:lnTo>
                    <a:pt x="1319894" y="1495236"/>
                  </a:lnTo>
                  <a:lnTo>
                    <a:pt x="1319894" y="1495241"/>
                  </a:lnTo>
                  <a:lnTo>
                    <a:pt x="1319893" y="1495255"/>
                  </a:lnTo>
                  <a:lnTo>
                    <a:pt x="1319895" y="1495262"/>
                  </a:lnTo>
                  <a:lnTo>
                    <a:pt x="1319898" y="1495275"/>
                  </a:lnTo>
                  <a:lnTo>
                    <a:pt x="1319895" y="1495282"/>
                  </a:lnTo>
                  <a:lnTo>
                    <a:pt x="1319893" y="1495288"/>
                  </a:lnTo>
                  <a:lnTo>
                    <a:pt x="1319891" y="1495296"/>
                  </a:lnTo>
                  <a:lnTo>
                    <a:pt x="1319888" y="1495308"/>
                  </a:lnTo>
                  <a:lnTo>
                    <a:pt x="1319886" y="1495329"/>
                  </a:lnTo>
                  <a:lnTo>
                    <a:pt x="1319883" y="1495358"/>
                  </a:lnTo>
                  <a:lnTo>
                    <a:pt x="1319876" y="1495391"/>
                  </a:lnTo>
                  <a:lnTo>
                    <a:pt x="1319871" y="1495404"/>
                  </a:lnTo>
                  <a:lnTo>
                    <a:pt x="1319863" y="1495417"/>
                  </a:lnTo>
                  <a:lnTo>
                    <a:pt x="1319853" y="1495428"/>
                  </a:lnTo>
                  <a:lnTo>
                    <a:pt x="1319842" y="1495434"/>
                  </a:lnTo>
                  <a:lnTo>
                    <a:pt x="1319826" y="1495439"/>
                  </a:lnTo>
                  <a:lnTo>
                    <a:pt x="1319819" y="1495443"/>
                  </a:lnTo>
                  <a:lnTo>
                    <a:pt x="1319819" y="1495450"/>
                  </a:lnTo>
                  <a:lnTo>
                    <a:pt x="1319821" y="1495467"/>
                  </a:lnTo>
                  <a:lnTo>
                    <a:pt x="1319824" y="1495480"/>
                  </a:lnTo>
                  <a:lnTo>
                    <a:pt x="1319821" y="1495486"/>
                  </a:lnTo>
                  <a:lnTo>
                    <a:pt x="1319818" y="1495491"/>
                  </a:lnTo>
                  <a:lnTo>
                    <a:pt x="1319812" y="1495497"/>
                  </a:lnTo>
                  <a:lnTo>
                    <a:pt x="1319807" y="1495502"/>
                  </a:lnTo>
                  <a:lnTo>
                    <a:pt x="1319795" y="1495515"/>
                  </a:lnTo>
                  <a:lnTo>
                    <a:pt x="1319782" y="1495532"/>
                  </a:lnTo>
                  <a:lnTo>
                    <a:pt x="1319778" y="1495538"/>
                  </a:lnTo>
                  <a:lnTo>
                    <a:pt x="1319774" y="1495544"/>
                  </a:lnTo>
                  <a:lnTo>
                    <a:pt x="1319771" y="1495556"/>
                  </a:lnTo>
                  <a:lnTo>
                    <a:pt x="1319771" y="1495564"/>
                  </a:lnTo>
                  <a:lnTo>
                    <a:pt x="1319771" y="1495571"/>
                  </a:lnTo>
                  <a:lnTo>
                    <a:pt x="1319772" y="1495578"/>
                  </a:lnTo>
                  <a:lnTo>
                    <a:pt x="1319773" y="1495584"/>
                  </a:lnTo>
                  <a:lnTo>
                    <a:pt x="1319778" y="1495595"/>
                  </a:lnTo>
                  <a:lnTo>
                    <a:pt x="1319785" y="1495600"/>
                  </a:lnTo>
                  <a:lnTo>
                    <a:pt x="1319796" y="1495608"/>
                  </a:lnTo>
                  <a:lnTo>
                    <a:pt x="1319809" y="1495614"/>
                  </a:lnTo>
                  <a:lnTo>
                    <a:pt x="1319830" y="1495625"/>
                  </a:lnTo>
                  <a:lnTo>
                    <a:pt x="1319835" y="1495628"/>
                  </a:lnTo>
                  <a:lnTo>
                    <a:pt x="1319847" y="1495632"/>
                  </a:lnTo>
                  <a:lnTo>
                    <a:pt x="1319864" y="1495637"/>
                  </a:lnTo>
                  <a:lnTo>
                    <a:pt x="1319870" y="1495639"/>
                  </a:lnTo>
                  <a:lnTo>
                    <a:pt x="1319864" y="1495646"/>
                  </a:lnTo>
                  <a:lnTo>
                    <a:pt x="1319858" y="1495650"/>
                  </a:lnTo>
                  <a:lnTo>
                    <a:pt x="1319854" y="1495653"/>
                  </a:lnTo>
                  <a:lnTo>
                    <a:pt x="1319844" y="1495657"/>
                  </a:lnTo>
                  <a:lnTo>
                    <a:pt x="1319839" y="1495662"/>
                  </a:lnTo>
                  <a:lnTo>
                    <a:pt x="1319837" y="1495670"/>
                  </a:lnTo>
                  <a:lnTo>
                    <a:pt x="1319835" y="1495680"/>
                  </a:lnTo>
                  <a:lnTo>
                    <a:pt x="1319835" y="1495694"/>
                  </a:lnTo>
                  <a:lnTo>
                    <a:pt x="1319821" y="1495705"/>
                  </a:lnTo>
                  <a:lnTo>
                    <a:pt x="1319810" y="1495717"/>
                  </a:lnTo>
                  <a:lnTo>
                    <a:pt x="1319801" y="1495727"/>
                  </a:lnTo>
                  <a:lnTo>
                    <a:pt x="1319795" y="1495741"/>
                  </a:lnTo>
                  <a:lnTo>
                    <a:pt x="1319793" y="1495746"/>
                  </a:lnTo>
                  <a:lnTo>
                    <a:pt x="1319790" y="1495754"/>
                  </a:lnTo>
                  <a:lnTo>
                    <a:pt x="1319787" y="1495768"/>
                  </a:lnTo>
                  <a:lnTo>
                    <a:pt x="1319783" y="1495784"/>
                  </a:lnTo>
                  <a:lnTo>
                    <a:pt x="1319779" y="1495788"/>
                  </a:lnTo>
                  <a:lnTo>
                    <a:pt x="1319770" y="1495792"/>
                  </a:lnTo>
                  <a:lnTo>
                    <a:pt x="1319758" y="1495790"/>
                  </a:lnTo>
                  <a:lnTo>
                    <a:pt x="1319741" y="1495785"/>
                  </a:lnTo>
                  <a:lnTo>
                    <a:pt x="1319728" y="1495781"/>
                  </a:lnTo>
                  <a:lnTo>
                    <a:pt x="1319716" y="1495779"/>
                  </a:lnTo>
                  <a:lnTo>
                    <a:pt x="1319707" y="1495780"/>
                  </a:lnTo>
                  <a:lnTo>
                    <a:pt x="1319697" y="1495784"/>
                  </a:lnTo>
                  <a:lnTo>
                    <a:pt x="1319688" y="1495790"/>
                  </a:lnTo>
                  <a:lnTo>
                    <a:pt x="1319679" y="1495798"/>
                  </a:lnTo>
                  <a:lnTo>
                    <a:pt x="1319672" y="1495808"/>
                  </a:lnTo>
                  <a:lnTo>
                    <a:pt x="1319668" y="1495816"/>
                  </a:lnTo>
                  <a:lnTo>
                    <a:pt x="1319664" y="1495831"/>
                  </a:lnTo>
                  <a:lnTo>
                    <a:pt x="1319663" y="1495855"/>
                  </a:lnTo>
                  <a:lnTo>
                    <a:pt x="1319662" y="1495865"/>
                  </a:lnTo>
                  <a:lnTo>
                    <a:pt x="1319653" y="1495874"/>
                  </a:lnTo>
                  <a:lnTo>
                    <a:pt x="1319646" y="1495883"/>
                  </a:lnTo>
                  <a:lnTo>
                    <a:pt x="1319637" y="1495898"/>
                  </a:lnTo>
                  <a:lnTo>
                    <a:pt x="1319632" y="1495911"/>
                  </a:lnTo>
                  <a:lnTo>
                    <a:pt x="1319629" y="1495924"/>
                  </a:lnTo>
                  <a:lnTo>
                    <a:pt x="1319625" y="1495942"/>
                  </a:lnTo>
                  <a:lnTo>
                    <a:pt x="1319624" y="1495959"/>
                  </a:lnTo>
                  <a:lnTo>
                    <a:pt x="1319622" y="1495968"/>
                  </a:lnTo>
                  <a:lnTo>
                    <a:pt x="1319619" y="1495991"/>
                  </a:lnTo>
                  <a:lnTo>
                    <a:pt x="1319616" y="1496009"/>
                  </a:lnTo>
                  <a:lnTo>
                    <a:pt x="1319615" y="1496034"/>
                  </a:lnTo>
                  <a:lnTo>
                    <a:pt x="1319612" y="1496059"/>
                  </a:lnTo>
                  <a:lnTo>
                    <a:pt x="1319606" y="1496091"/>
                  </a:lnTo>
                  <a:lnTo>
                    <a:pt x="1319600" y="1496117"/>
                  </a:lnTo>
                  <a:lnTo>
                    <a:pt x="1319598" y="1496125"/>
                  </a:lnTo>
                  <a:lnTo>
                    <a:pt x="1319592" y="1496128"/>
                  </a:lnTo>
                  <a:lnTo>
                    <a:pt x="1319587" y="1496129"/>
                  </a:lnTo>
                  <a:lnTo>
                    <a:pt x="1319576" y="1496134"/>
                  </a:lnTo>
                  <a:lnTo>
                    <a:pt x="1319570" y="1496137"/>
                  </a:lnTo>
                  <a:lnTo>
                    <a:pt x="1319563" y="1496141"/>
                  </a:lnTo>
                  <a:lnTo>
                    <a:pt x="1319550" y="1496148"/>
                  </a:lnTo>
                  <a:lnTo>
                    <a:pt x="1319536" y="1496156"/>
                  </a:lnTo>
                  <a:lnTo>
                    <a:pt x="1319529" y="1496157"/>
                  </a:lnTo>
                  <a:lnTo>
                    <a:pt x="1319524" y="1496154"/>
                  </a:lnTo>
                  <a:lnTo>
                    <a:pt x="1319516" y="1496147"/>
                  </a:lnTo>
                  <a:lnTo>
                    <a:pt x="1319507" y="1496138"/>
                  </a:lnTo>
                  <a:lnTo>
                    <a:pt x="1319499" y="1496126"/>
                  </a:lnTo>
                  <a:lnTo>
                    <a:pt x="1319489" y="1496109"/>
                  </a:lnTo>
                  <a:lnTo>
                    <a:pt x="1319480" y="1496096"/>
                  </a:lnTo>
                  <a:lnTo>
                    <a:pt x="1319470" y="1496085"/>
                  </a:lnTo>
                  <a:lnTo>
                    <a:pt x="1319466" y="1496081"/>
                  </a:lnTo>
                  <a:lnTo>
                    <a:pt x="1319457" y="1496070"/>
                  </a:lnTo>
                  <a:lnTo>
                    <a:pt x="1319447" y="1496061"/>
                  </a:lnTo>
                  <a:lnTo>
                    <a:pt x="1319437" y="1496055"/>
                  </a:lnTo>
                  <a:lnTo>
                    <a:pt x="1319427" y="1496052"/>
                  </a:lnTo>
                  <a:lnTo>
                    <a:pt x="1319415" y="1496053"/>
                  </a:lnTo>
                  <a:lnTo>
                    <a:pt x="1319397" y="1496053"/>
                  </a:lnTo>
                  <a:lnTo>
                    <a:pt x="1319382" y="1496051"/>
                  </a:lnTo>
                  <a:lnTo>
                    <a:pt x="1319368" y="1496047"/>
                  </a:lnTo>
                  <a:lnTo>
                    <a:pt x="1319345" y="1496039"/>
                  </a:lnTo>
                  <a:lnTo>
                    <a:pt x="1319320" y="1496029"/>
                  </a:lnTo>
                  <a:lnTo>
                    <a:pt x="1319310" y="1496026"/>
                  </a:lnTo>
                  <a:lnTo>
                    <a:pt x="1319298" y="1496021"/>
                  </a:lnTo>
                  <a:lnTo>
                    <a:pt x="1319288" y="1496014"/>
                  </a:lnTo>
                  <a:lnTo>
                    <a:pt x="1319276" y="1496009"/>
                  </a:lnTo>
                  <a:lnTo>
                    <a:pt x="1319265" y="1496008"/>
                  </a:lnTo>
                  <a:lnTo>
                    <a:pt x="1319254" y="1496009"/>
                  </a:lnTo>
                  <a:lnTo>
                    <a:pt x="1319240" y="1496012"/>
                  </a:lnTo>
                  <a:lnTo>
                    <a:pt x="1319230" y="1496015"/>
                  </a:lnTo>
                  <a:lnTo>
                    <a:pt x="1319223" y="1496014"/>
                  </a:lnTo>
                  <a:lnTo>
                    <a:pt x="1319214" y="1496011"/>
                  </a:lnTo>
                  <a:lnTo>
                    <a:pt x="1319202" y="1496010"/>
                  </a:lnTo>
                  <a:lnTo>
                    <a:pt x="1319188" y="1496010"/>
                  </a:lnTo>
                  <a:lnTo>
                    <a:pt x="1319182" y="1496010"/>
                  </a:lnTo>
                  <a:lnTo>
                    <a:pt x="1319139" y="1496007"/>
                  </a:lnTo>
                  <a:lnTo>
                    <a:pt x="1319132" y="1496007"/>
                  </a:lnTo>
                  <a:lnTo>
                    <a:pt x="1319124" y="1496008"/>
                  </a:lnTo>
                  <a:lnTo>
                    <a:pt x="1319110" y="1496011"/>
                  </a:lnTo>
                  <a:lnTo>
                    <a:pt x="1319096" y="1496016"/>
                  </a:lnTo>
                  <a:lnTo>
                    <a:pt x="1319079" y="1496024"/>
                  </a:lnTo>
                  <a:lnTo>
                    <a:pt x="1319060" y="1496034"/>
                  </a:lnTo>
                  <a:lnTo>
                    <a:pt x="1319050" y="1496044"/>
                  </a:lnTo>
                  <a:lnTo>
                    <a:pt x="1319041" y="1496047"/>
                  </a:lnTo>
                  <a:lnTo>
                    <a:pt x="1319028" y="1496047"/>
                  </a:lnTo>
                  <a:lnTo>
                    <a:pt x="1319019" y="1496053"/>
                  </a:lnTo>
                  <a:lnTo>
                    <a:pt x="1319013" y="1496058"/>
                  </a:lnTo>
                  <a:lnTo>
                    <a:pt x="1319006" y="1496064"/>
                  </a:lnTo>
                  <a:lnTo>
                    <a:pt x="1318996" y="1496073"/>
                  </a:lnTo>
                  <a:lnTo>
                    <a:pt x="1318990" y="1496079"/>
                  </a:lnTo>
                  <a:lnTo>
                    <a:pt x="1318975" y="1496090"/>
                  </a:lnTo>
                  <a:lnTo>
                    <a:pt x="1318962" y="1496102"/>
                  </a:lnTo>
                  <a:lnTo>
                    <a:pt x="1318952" y="1496114"/>
                  </a:lnTo>
                  <a:lnTo>
                    <a:pt x="1318948" y="1496119"/>
                  </a:lnTo>
                  <a:lnTo>
                    <a:pt x="1318940" y="1496130"/>
                  </a:lnTo>
                  <a:lnTo>
                    <a:pt x="1318934" y="1496142"/>
                  </a:lnTo>
                  <a:lnTo>
                    <a:pt x="1318925" y="1496158"/>
                  </a:lnTo>
                  <a:lnTo>
                    <a:pt x="1318912" y="1496175"/>
                  </a:lnTo>
                  <a:lnTo>
                    <a:pt x="1318909" y="1496182"/>
                  </a:lnTo>
                  <a:lnTo>
                    <a:pt x="1318906" y="1496189"/>
                  </a:lnTo>
                  <a:lnTo>
                    <a:pt x="1318896" y="1496212"/>
                  </a:lnTo>
                  <a:lnTo>
                    <a:pt x="1318885" y="1496238"/>
                  </a:lnTo>
                  <a:lnTo>
                    <a:pt x="1318876" y="1496259"/>
                  </a:lnTo>
                  <a:lnTo>
                    <a:pt x="1318862" y="1496283"/>
                  </a:lnTo>
                  <a:lnTo>
                    <a:pt x="1318844" y="1496309"/>
                  </a:lnTo>
                  <a:lnTo>
                    <a:pt x="1318812" y="1496355"/>
                  </a:lnTo>
                  <a:lnTo>
                    <a:pt x="1318793" y="1496382"/>
                  </a:lnTo>
                  <a:lnTo>
                    <a:pt x="1318773" y="1496403"/>
                  </a:lnTo>
                  <a:lnTo>
                    <a:pt x="1318763" y="1496415"/>
                  </a:lnTo>
                  <a:lnTo>
                    <a:pt x="1318753" y="1496426"/>
                  </a:lnTo>
                  <a:lnTo>
                    <a:pt x="1318739" y="1496444"/>
                  </a:lnTo>
                  <a:lnTo>
                    <a:pt x="1318734" y="1496454"/>
                  </a:lnTo>
                  <a:lnTo>
                    <a:pt x="1318727" y="1496468"/>
                  </a:lnTo>
                  <a:lnTo>
                    <a:pt x="1318724" y="1496480"/>
                  </a:lnTo>
                  <a:lnTo>
                    <a:pt x="1318724" y="1496493"/>
                  </a:lnTo>
                  <a:lnTo>
                    <a:pt x="1318724" y="1496505"/>
                  </a:lnTo>
                  <a:lnTo>
                    <a:pt x="1318724" y="1496515"/>
                  </a:lnTo>
                  <a:lnTo>
                    <a:pt x="1318721" y="1496523"/>
                  </a:lnTo>
                  <a:lnTo>
                    <a:pt x="1318713" y="1496536"/>
                  </a:lnTo>
                  <a:lnTo>
                    <a:pt x="1318709" y="1496542"/>
                  </a:lnTo>
                  <a:lnTo>
                    <a:pt x="1318701" y="1496552"/>
                  </a:lnTo>
                  <a:lnTo>
                    <a:pt x="1318698" y="1496560"/>
                  </a:lnTo>
                  <a:lnTo>
                    <a:pt x="1318695" y="1496572"/>
                  </a:lnTo>
                  <a:lnTo>
                    <a:pt x="1318693" y="1496586"/>
                  </a:lnTo>
                  <a:lnTo>
                    <a:pt x="1318686" y="1496603"/>
                  </a:lnTo>
                  <a:lnTo>
                    <a:pt x="1318678" y="1496618"/>
                  </a:lnTo>
                  <a:lnTo>
                    <a:pt x="1318670" y="1496636"/>
                  </a:lnTo>
                  <a:lnTo>
                    <a:pt x="1318666" y="1496644"/>
                  </a:lnTo>
                  <a:lnTo>
                    <a:pt x="1318663" y="1496648"/>
                  </a:lnTo>
                  <a:lnTo>
                    <a:pt x="1318654" y="1496654"/>
                  </a:lnTo>
                  <a:lnTo>
                    <a:pt x="1318640" y="1496663"/>
                  </a:lnTo>
                  <a:lnTo>
                    <a:pt x="1318625" y="1496663"/>
                  </a:lnTo>
                  <a:lnTo>
                    <a:pt x="1318606" y="1496665"/>
                  </a:lnTo>
                  <a:lnTo>
                    <a:pt x="1318594" y="1496665"/>
                  </a:lnTo>
                  <a:lnTo>
                    <a:pt x="1318581" y="1496665"/>
                  </a:lnTo>
                  <a:lnTo>
                    <a:pt x="1318575" y="1496666"/>
                  </a:lnTo>
                  <a:lnTo>
                    <a:pt x="1318564" y="1496669"/>
                  </a:lnTo>
                  <a:lnTo>
                    <a:pt x="1318550" y="1496675"/>
                  </a:lnTo>
                  <a:lnTo>
                    <a:pt x="1318532" y="1496685"/>
                  </a:lnTo>
                  <a:lnTo>
                    <a:pt x="1318511" y="1496696"/>
                  </a:lnTo>
                  <a:lnTo>
                    <a:pt x="1318492" y="1496707"/>
                  </a:lnTo>
                  <a:lnTo>
                    <a:pt x="1318473" y="1496718"/>
                  </a:lnTo>
                  <a:lnTo>
                    <a:pt x="1318460" y="1496726"/>
                  </a:lnTo>
                  <a:lnTo>
                    <a:pt x="1318445" y="1496740"/>
                  </a:lnTo>
                  <a:lnTo>
                    <a:pt x="1318427" y="1496766"/>
                  </a:lnTo>
                  <a:lnTo>
                    <a:pt x="1318422" y="1496774"/>
                  </a:lnTo>
                  <a:lnTo>
                    <a:pt x="1318414" y="1496786"/>
                  </a:lnTo>
                  <a:lnTo>
                    <a:pt x="1318408" y="1496793"/>
                  </a:lnTo>
                  <a:lnTo>
                    <a:pt x="1318402" y="1496795"/>
                  </a:lnTo>
                  <a:lnTo>
                    <a:pt x="1318394" y="1496794"/>
                  </a:lnTo>
                  <a:lnTo>
                    <a:pt x="1318385" y="1496792"/>
                  </a:lnTo>
                  <a:lnTo>
                    <a:pt x="1318374" y="1496791"/>
                  </a:lnTo>
                  <a:lnTo>
                    <a:pt x="1318365" y="1496787"/>
                  </a:lnTo>
                  <a:lnTo>
                    <a:pt x="1318357" y="1496780"/>
                  </a:lnTo>
                  <a:lnTo>
                    <a:pt x="1318348" y="1496778"/>
                  </a:lnTo>
                  <a:lnTo>
                    <a:pt x="1318328" y="1496781"/>
                  </a:lnTo>
                  <a:lnTo>
                    <a:pt x="1318314" y="1496777"/>
                  </a:lnTo>
                  <a:lnTo>
                    <a:pt x="1318290" y="1496764"/>
                  </a:lnTo>
                  <a:lnTo>
                    <a:pt x="1318273" y="1496755"/>
                  </a:lnTo>
                  <a:lnTo>
                    <a:pt x="1318252" y="1496745"/>
                  </a:lnTo>
                  <a:lnTo>
                    <a:pt x="1318233" y="1496733"/>
                  </a:lnTo>
                  <a:lnTo>
                    <a:pt x="1318220" y="1496728"/>
                  </a:lnTo>
                  <a:lnTo>
                    <a:pt x="1318210" y="1496721"/>
                  </a:lnTo>
                  <a:lnTo>
                    <a:pt x="1318205" y="1496717"/>
                  </a:lnTo>
                  <a:lnTo>
                    <a:pt x="1318204" y="1496704"/>
                  </a:lnTo>
                  <a:lnTo>
                    <a:pt x="1318203" y="1496692"/>
                  </a:lnTo>
                  <a:lnTo>
                    <a:pt x="1318204" y="1496680"/>
                  </a:lnTo>
                  <a:lnTo>
                    <a:pt x="1318205" y="1496668"/>
                  </a:lnTo>
                  <a:lnTo>
                    <a:pt x="1318205" y="1496648"/>
                  </a:lnTo>
                  <a:lnTo>
                    <a:pt x="1318211" y="1496643"/>
                  </a:lnTo>
                  <a:lnTo>
                    <a:pt x="1318217" y="1496638"/>
                  </a:lnTo>
                  <a:lnTo>
                    <a:pt x="1318229" y="1496627"/>
                  </a:lnTo>
                  <a:lnTo>
                    <a:pt x="1318233" y="1496623"/>
                  </a:lnTo>
                  <a:lnTo>
                    <a:pt x="1318193" y="1496628"/>
                  </a:lnTo>
                  <a:lnTo>
                    <a:pt x="1318185" y="1496627"/>
                  </a:lnTo>
                  <a:lnTo>
                    <a:pt x="1318178" y="1496626"/>
                  </a:lnTo>
                  <a:lnTo>
                    <a:pt x="1318168" y="1496622"/>
                  </a:lnTo>
                  <a:lnTo>
                    <a:pt x="1318164" y="1496620"/>
                  </a:lnTo>
                  <a:lnTo>
                    <a:pt x="1318155" y="1496618"/>
                  </a:lnTo>
                  <a:lnTo>
                    <a:pt x="1318149" y="1496615"/>
                  </a:lnTo>
                  <a:lnTo>
                    <a:pt x="1318139" y="1496610"/>
                  </a:lnTo>
                  <a:lnTo>
                    <a:pt x="1318132" y="1496606"/>
                  </a:lnTo>
                  <a:lnTo>
                    <a:pt x="1318127" y="1496603"/>
                  </a:lnTo>
                  <a:lnTo>
                    <a:pt x="1318122" y="1496599"/>
                  </a:lnTo>
                  <a:lnTo>
                    <a:pt x="1318113" y="1496595"/>
                  </a:lnTo>
                  <a:lnTo>
                    <a:pt x="1318105" y="1496594"/>
                  </a:lnTo>
                  <a:lnTo>
                    <a:pt x="1318098" y="1496594"/>
                  </a:lnTo>
                  <a:lnTo>
                    <a:pt x="1318089" y="1496596"/>
                  </a:lnTo>
                  <a:lnTo>
                    <a:pt x="1318078" y="1496601"/>
                  </a:lnTo>
                  <a:lnTo>
                    <a:pt x="1318067" y="1496607"/>
                  </a:lnTo>
                  <a:lnTo>
                    <a:pt x="1318060" y="1496612"/>
                  </a:lnTo>
                  <a:lnTo>
                    <a:pt x="1318049" y="1496623"/>
                  </a:lnTo>
                  <a:lnTo>
                    <a:pt x="1318041" y="1496628"/>
                  </a:lnTo>
                  <a:lnTo>
                    <a:pt x="1318031" y="1496629"/>
                  </a:lnTo>
                  <a:lnTo>
                    <a:pt x="1318024" y="1496628"/>
                  </a:lnTo>
                  <a:lnTo>
                    <a:pt x="1318014" y="1496624"/>
                  </a:lnTo>
                  <a:lnTo>
                    <a:pt x="1318006" y="1496620"/>
                  </a:lnTo>
                  <a:lnTo>
                    <a:pt x="1317997" y="1496614"/>
                  </a:lnTo>
                  <a:lnTo>
                    <a:pt x="1317989" y="1496610"/>
                  </a:lnTo>
                  <a:lnTo>
                    <a:pt x="1317986" y="1496592"/>
                  </a:lnTo>
                  <a:lnTo>
                    <a:pt x="1317970" y="1496596"/>
                  </a:lnTo>
                  <a:lnTo>
                    <a:pt x="1317957" y="1496600"/>
                  </a:lnTo>
                  <a:lnTo>
                    <a:pt x="1317946" y="1496601"/>
                  </a:lnTo>
                  <a:lnTo>
                    <a:pt x="1317933" y="1496600"/>
                  </a:lnTo>
                  <a:lnTo>
                    <a:pt x="1317917" y="1496598"/>
                  </a:lnTo>
                  <a:lnTo>
                    <a:pt x="1317908" y="1496598"/>
                  </a:lnTo>
                  <a:lnTo>
                    <a:pt x="1317903" y="1496602"/>
                  </a:lnTo>
                  <a:lnTo>
                    <a:pt x="1317897" y="1496611"/>
                  </a:lnTo>
                  <a:lnTo>
                    <a:pt x="1317889" y="1496611"/>
                  </a:lnTo>
                  <a:lnTo>
                    <a:pt x="1317882" y="1496612"/>
                  </a:lnTo>
                  <a:lnTo>
                    <a:pt x="1317874" y="1496611"/>
                  </a:lnTo>
                  <a:lnTo>
                    <a:pt x="1317862" y="1496609"/>
                  </a:lnTo>
                  <a:lnTo>
                    <a:pt x="1317849" y="1496606"/>
                  </a:lnTo>
                  <a:lnTo>
                    <a:pt x="1317835" y="1496606"/>
                  </a:lnTo>
                  <a:lnTo>
                    <a:pt x="1317833" y="1496614"/>
                  </a:lnTo>
                  <a:lnTo>
                    <a:pt x="1317816" y="1496613"/>
                  </a:lnTo>
                  <a:lnTo>
                    <a:pt x="1317811" y="1496613"/>
                  </a:lnTo>
                  <a:lnTo>
                    <a:pt x="1317803" y="1496613"/>
                  </a:lnTo>
                  <a:lnTo>
                    <a:pt x="1317792" y="1496614"/>
                  </a:lnTo>
                  <a:lnTo>
                    <a:pt x="1317783" y="1496615"/>
                  </a:lnTo>
                  <a:lnTo>
                    <a:pt x="1317776" y="1496617"/>
                  </a:lnTo>
                  <a:lnTo>
                    <a:pt x="1317770" y="1496619"/>
                  </a:lnTo>
                  <a:lnTo>
                    <a:pt x="1317765" y="1496622"/>
                  </a:lnTo>
                  <a:lnTo>
                    <a:pt x="1317752" y="1496630"/>
                  </a:lnTo>
                  <a:lnTo>
                    <a:pt x="1317745" y="1496632"/>
                  </a:lnTo>
                  <a:lnTo>
                    <a:pt x="1317729" y="1496630"/>
                  </a:lnTo>
                  <a:lnTo>
                    <a:pt x="1317722" y="1496626"/>
                  </a:lnTo>
                  <a:lnTo>
                    <a:pt x="1317716" y="1496623"/>
                  </a:lnTo>
                  <a:lnTo>
                    <a:pt x="1317704" y="1496616"/>
                  </a:lnTo>
                  <a:lnTo>
                    <a:pt x="1317689" y="1496604"/>
                  </a:lnTo>
                  <a:lnTo>
                    <a:pt x="1317684" y="1496601"/>
                  </a:lnTo>
                  <a:lnTo>
                    <a:pt x="1317679" y="1496600"/>
                  </a:lnTo>
                  <a:lnTo>
                    <a:pt x="1317674" y="1496599"/>
                  </a:lnTo>
                  <a:lnTo>
                    <a:pt x="1317669" y="1496600"/>
                  </a:lnTo>
                  <a:lnTo>
                    <a:pt x="1317663" y="1496602"/>
                  </a:lnTo>
                  <a:lnTo>
                    <a:pt x="1317658" y="1496602"/>
                  </a:lnTo>
                  <a:lnTo>
                    <a:pt x="1317652" y="1496601"/>
                  </a:lnTo>
                  <a:lnTo>
                    <a:pt x="1317641" y="1496599"/>
                  </a:lnTo>
                  <a:lnTo>
                    <a:pt x="1317625" y="1496594"/>
                  </a:lnTo>
                  <a:lnTo>
                    <a:pt x="1317616" y="1496592"/>
                  </a:lnTo>
                  <a:lnTo>
                    <a:pt x="1317579" y="1496549"/>
                  </a:lnTo>
                  <a:lnTo>
                    <a:pt x="1317570" y="1496539"/>
                  </a:lnTo>
                  <a:lnTo>
                    <a:pt x="1317557" y="1496512"/>
                  </a:lnTo>
                  <a:lnTo>
                    <a:pt x="1317549" y="1496493"/>
                  </a:lnTo>
                  <a:lnTo>
                    <a:pt x="1317544" y="1496468"/>
                  </a:lnTo>
                  <a:lnTo>
                    <a:pt x="1317542" y="1496454"/>
                  </a:lnTo>
                  <a:lnTo>
                    <a:pt x="1317541" y="1496440"/>
                  </a:lnTo>
                  <a:lnTo>
                    <a:pt x="1317541" y="1496424"/>
                  </a:lnTo>
                  <a:lnTo>
                    <a:pt x="1317543" y="1496403"/>
                  </a:lnTo>
                  <a:lnTo>
                    <a:pt x="1317540" y="1496388"/>
                  </a:lnTo>
                  <a:lnTo>
                    <a:pt x="1317536" y="1496379"/>
                  </a:lnTo>
                  <a:lnTo>
                    <a:pt x="1317528" y="1496369"/>
                  </a:lnTo>
                  <a:lnTo>
                    <a:pt x="1317521" y="1496363"/>
                  </a:lnTo>
                  <a:lnTo>
                    <a:pt x="1317509" y="1496350"/>
                  </a:lnTo>
                  <a:lnTo>
                    <a:pt x="1317501" y="1496333"/>
                  </a:lnTo>
                  <a:lnTo>
                    <a:pt x="1317497" y="1496324"/>
                  </a:lnTo>
                  <a:lnTo>
                    <a:pt x="1317494" y="1496318"/>
                  </a:lnTo>
                  <a:lnTo>
                    <a:pt x="1317491" y="1496236"/>
                  </a:lnTo>
                  <a:lnTo>
                    <a:pt x="1317491" y="1496222"/>
                  </a:lnTo>
                  <a:lnTo>
                    <a:pt x="1317447" y="1496168"/>
                  </a:lnTo>
                  <a:lnTo>
                    <a:pt x="1317438" y="1496156"/>
                  </a:lnTo>
                  <a:lnTo>
                    <a:pt x="1317435" y="1496147"/>
                  </a:lnTo>
                  <a:lnTo>
                    <a:pt x="1317432" y="1496139"/>
                  </a:lnTo>
                  <a:lnTo>
                    <a:pt x="1317429" y="1496131"/>
                  </a:lnTo>
                  <a:lnTo>
                    <a:pt x="1317425" y="1496125"/>
                  </a:lnTo>
                  <a:lnTo>
                    <a:pt x="1317420" y="1496117"/>
                  </a:lnTo>
                  <a:lnTo>
                    <a:pt x="1317412" y="1496104"/>
                  </a:lnTo>
                  <a:lnTo>
                    <a:pt x="1317404" y="1496088"/>
                  </a:lnTo>
                  <a:lnTo>
                    <a:pt x="1317398" y="1496074"/>
                  </a:lnTo>
                  <a:lnTo>
                    <a:pt x="1317393" y="1496062"/>
                  </a:lnTo>
                  <a:lnTo>
                    <a:pt x="1317392" y="1496050"/>
                  </a:lnTo>
                  <a:lnTo>
                    <a:pt x="1317392" y="1496033"/>
                  </a:lnTo>
                  <a:lnTo>
                    <a:pt x="1317391" y="1496020"/>
                  </a:lnTo>
                  <a:lnTo>
                    <a:pt x="1317389" y="1496012"/>
                  </a:lnTo>
                  <a:lnTo>
                    <a:pt x="1317385" y="1496008"/>
                  </a:lnTo>
                  <a:lnTo>
                    <a:pt x="1317377" y="1496004"/>
                  </a:lnTo>
                  <a:lnTo>
                    <a:pt x="1317361" y="1496000"/>
                  </a:lnTo>
                  <a:lnTo>
                    <a:pt x="1317342" y="1495996"/>
                  </a:lnTo>
                  <a:lnTo>
                    <a:pt x="1317332" y="1495991"/>
                  </a:lnTo>
                  <a:lnTo>
                    <a:pt x="1317327" y="1495987"/>
                  </a:lnTo>
                  <a:lnTo>
                    <a:pt x="1317324" y="1495980"/>
                  </a:lnTo>
                  <a:lnTo>
                    <a:pt x="1317325" y="1495970"/>
                  </a:lnTo>
                  <a:lnTo>
                    <a:pt x="1317320" y="1495961"/>
                  </a:lnTo>
                  <a:lnTo>
                    <a:pt x="1317311" y="1495951"/>
                  </a:lnTo>
                  <a:lnTo>
                    <a:pt x="1317300" y="1495942"/>
                  </a:lnTo>
                  <a:lnTo>
                    <a:pt x="1317270" y="1495920"/>
                  </a:lnTo>
                  <a:lnTo>
                    <a:pt x="1317255" y="1495909"/>
                  </a:lnTo>
                  <a:lnTo>
                    <a:pt x="1317240" y="1495894"/>
                  </a:lnTo>
                  <a:lnTo>
                    <a:pt x="1317229" y="1495885"/>
                  </a:lnTo>
                  <a:lnTo>
                    <a:pt x="1317225" y="1495875"/>
                  </a:lnTo>
                  <a:lnTo>
                    <a:pt x="1317227" y="1495867"/>
                  </a:lnTo>
                  <a:lnTo>
                    <a:pt x="1317226" y="1495850"/>
                  </a:lnTo>
                  <a:lnTo>
                    <a:pt x="1317225" y="1495836"/>
                  </a:lnTo>
                  <a:lnTo>
                    <a:pt x="1317220" y="1495826"/>
                  </a:lnTo>
                  <a:lnTo>
                    <a:pt x="1317209" y="1495815"/>
                  </a:lnTo>
                  <a:lnTo>
                    <a:pt x="1317196" y="1495801"/>
                  </a:lnTo>
                  <a:lnTo>
                    <a:pt x="1317188" y="1495787"/>
                  </a:lnTo>
                  <a:lnTo>
                    <a:pt x="1317186" y="1495782"/>
                  </a:lnTo>
                  <a:lnTo>
                    <a:pt x="1317180" y="1495768"/>
                  </a:lnTo>
                  <a:lnTo>
                    <a:pt x="1317175" y="1495757"/>
                  </a:lnTo>
                  <a:lnTo>
                    <a:pt x="1317173" y="1495745"/>
                  </a:lnTo>
                  <a:lnTo>
                    <a:pt x="1317175" y="1495737"/>
                  </a:lnTo>
                  <a:lnTo>
                    <a:pt x="1317176" y="1495725"/>
                  </a:lnTo>
                  <a:lnTo>
                    <a:pt x="1317177" y="1495717"/>
                  </a:lnTo>
                  <a:lnTo>
                    <a:pt x="1317173" y="1495698"/>
                  </a:lnTo>
                  <a:lnTo>
                    <a:pt x="1317169" y="1495687"/>
                  </a:lnTo>
                  <a:lnTo>
                    <a:pt x="1317147" y="1495659"/>
                  </a:lnTo>
                  <a:lnTo>
                    <a:pt x="1317145" y="1495653"/>
                  </a:lnTo>
                  <a:lnTo>
                    <a:pt x="1317144" y="1495648"/>
                  </a:lnTo>
                  <a:lnTo>
                    <a:pt x="1317143" y="1495642"/>
                  </a:lnTo>
                  <a:lnTo>
                    <a:pt x="1317142" y="1495635"/>
                  </a:lnTo>
                  <a:lnTo>
                    <a:pt x="1317142" y="1495625"/>
                  </a:lnTo>
                  <a:lnTo>
                    <a:pt x="1317141" y="1495612"/>
                  </a:lnTo>
                  <a:lnTo>
                    <a:pt x="1317142" y="1495599"/>
                  </a:lnTo>
                  <a:lnTo>
                    <a:pt x="1317142" y="1495591"/>
                  </a:lnTo>
                  <a:lnTo>
                    <a:pt x="1317142" y="1495577"/>
                  </a:lnTo>
                  <a:lnTo>
                    <a:pt x="1317142" y="1495570"/>
                  </a:lnTo>
                  <a:lnTo>
                    <a:pt x="1317141" y="1495556"/>
                  </a:lnTo>
                  <a:lnTo>
                    <a:pt x="1317141" y="1495542"/>
                  </a:lnTo>
                  <a:lnTo>
                    <a:pt x="1317140" y="1495517"/>
                  </a:lnTo>
                  <a:lnTo>
                    <a:pt x="1317139" y="1495509"/>
                  </a:lnTo>
                  <a:lnTo>
                    <a:pt x="1317134" y="1495478"/>
                  </a:lnTo>
                  <a:lnTo>
                    <a:pt x="1317130" y="1495447"/>
                  </a:lnTo>
                  <a:lnTo>
                    <a:pt x="1317128" y="1495438"/>
                  </a:lnTo>
                  <a:lnTo>
                    <a:pt x="1317125" y="1495425"/>
                  </a:lnTo>
                  <a:lnTo>
                    <a:pt x="1317120" y="1495411"/>
                  </a:lnTo>
                  <a:lnTo>
                    <a:pt x="1317117" y="1495402"/>
                  </a:lnTo>
                  <a:lnTo>
                    <a:pt x="1317113" y="1495393"/>
                  </a:lnTo>
                  <a:lnTo>
                    <a:pt x="1317109" y="1495384"/>
                  </a:lnTo>
                  <a:lnTo>
                    <a:pt x="1317106" y="1495377"/>
                  </a:lnTo>
                  <a:lnTo>
                    <a:pt x="1317098" y="1495361"/>
                  </a:lnTo>
                  <a:lnTo>
                    <a:pt x="1317092" y="1495347"/>
                  </a:lnTo>
                  <a:lnTo>
                    <a:pt x="1317088" y="1495338"/>
                  </a:lnTo>
                  <a:lnTo>
                    <a:pt x="1317082" y="1495322"/>
                  </a:lnTo>
                  <a:lnTo>
                    <a:pt x="1317080" y="1495316"/>
                  </a:lnTo>
                  <a:lnTo>
                    <a:pt x="1317073" y="1495301"/>
                  </a:lnTo>
                  <a:lnTo>
                    <a:pt x="1317056" y="1495267"/>
                  </a:lnTo>
                  <a:lnTo>
                    <a:pt x="1317049" y="1495254"/>
                  </a:lnTo>
                  <a:lnTo>
                    <a:pt x="1317044" y="1495244"/>
                  </a:lnTo>
                  <a:lnTo>
                    <a:pt x="1317032" y="1495217"/>
                  </a:lnTo>
                  <a:lnTo>
                    <a:pt x="1317026" y="1495200"/>
                  </a:lnTo>
                  <a:lnTo>
                    <a:pt x="1317023" y="1495186"/>
                  </a:lnTo>
                  <a:lnTo>
                    <a:pt x="1317021" y="1495180"/>
                  </a:lnTo>
                  <a:lnTo>
                    <a:pt x="1317012" y="1495152"/>
                  </a:lnTo>
                  <a:lnTo>
                    <a:pt x="1317009" y="1495147"/>
                  </a:lnTo>
                  <a:lnTo>
                    <a:pt x="1317003" y="1495137"/>
                  </a:lnTo>
                  <a:lnTo>
                    <a:pt x="1316994" y="1495128"/>
                  </a:lnTo>
                  <a:lnTo>
                    <a:pt x="1316984" y="1495121"/>
                  </a:lnTo>
                  <a:lnTo>
                    <a:pt x="1316980" y="1495118"/>
                  </a:lnTo>
                  <a:lnTo>
                    <a:pt x="1316974" y="1495116"/>
                  </a:lnTo>
                  <a:lnTo>
                    <a:pt x="1316961" y="1495111"/>
                  </a:lnTo>
                  <a:lnTo>
                    <a:pt x="1316942" y="1495109"/>
                  </a:lnTo>
                  <a:lnTo>
                    <a:pt x="1316929" y="1495110"/>
                  </a:lnTo>
                  <a:lnTo>
                    <a:pt x="1316906" y="1495111"/>
                  </a:lnTo>
                  <a:lnTo>
                    <a:pt x="1316888" y="1495108"/>
                  </a:lnTo>
                  <a:lnTo>
                    <a:pt x="1316883" y="1495107"/>
                  </a:lnTo>
                  <a:lnTo>
                    <a:pt x="1316876" y="1495103"/>
                  </a:lnTo>
                  <a:lnTo>
                    <a:pt x="1316871" y="1495101"/>
                  </a:lnTo>
                  <a:lnTo>
                    <a:pt x="1316858" y="1495094"/>
                  </a:lnTo>
                  <a:lnTo>
                    <a:pt x="1316853" y="1495090"/>
                  </a:lnTo>
                  <a:lnTo>
                    <a:pt x="1316846" y="1495084"/>
                  </a:lnTo>
                  <a:lnTo>
                    <a:pt x="1316842" y="1495082"/>
                  </a:lnTo>
                  <a:lnTo>
                    <a:pt x="1316831" y="1495074"/>
                  </a:lnTo>
                  <a:lnTo>
                    <a:pt x="1316819" y="1495061"/>
                  </a:lnTo>
                  <a:lnTo>
                    <a:pt x="1316811" y="1495053"/>
                  </a:lnTo>
                  <a:lnTo>
                    <a:pt x="1316808" y="1495049"/>
                  </a:lnTo>
                  <a:lnTo>
                    <a:pt x="1316799" y="1495038"/>
                  </a:lnTo>
                  <a:lnTo>
                    <a:pt x="1316789" y="1495025"/>
                  </a:lnTo>
                  <a:lnTo>
                    <a:pt x="1316783" y="1495018"/>
                  </a:lnTo>
                  <a:lnTo>
                    <a:pt x="1316779" y="1495012"/>
                  </a:lnTo>
                  <a:lnTo>
                    <a:pt x="1316768" y="1495002"/>
                  </a:lnTo>
                  <a:lnTo>
                    <a:pt x="1316763" y="1494997"/>
                  </a:lnTo>
                  <a:lnTo>
                    <a:pt x="1316753" y="1494991"/>
                  </a:lnTo>
                  <a:lnTo>
                    <a:pt x="1316749" y="1494988"/>
                  </a:lnTo>
                  <a:lnTo>
                    <a:pt x="1316742" y="1494984"/>
                  </a:lnTo>
                  <a:lnTo>
                    <a:pt x="1316730" y="1494981"/>
                  </a:lnTo>
                  <a:lnTo>
                    <a:pt x="1316720" y="1494981"/>
                  </a:lnTo>
                  <a:lnTo>
                    <a:pt x="1316711" y="1494981"/>
                  </a:lnTo>
                  <a:lnTo>
                    <a:pt x="1316690" y="1494981"/>
                  </a:lnTo>
                  <a:lnTo>
                    <a:pt x="1316679" y="1494981"/>
                  </a:lnTo>
                  <a:lnTo>
                    <a:pt x="1316667" y="1494980"/>
                  </a:lnTo>
                  <a:lnTo>
                    <a:pt x="1316648" y="1494976"/>
                  </a:lnTo>
                  <a:lnTo>
                    <a:pt x="1316631" y="1494968"/>
                  </a:lnTo>
                  <a:lnTo>
                    <a:pt x="1316613" y="1494958"/>
                  </a:lnTo>
                  <a:lnTo>
                    <a:pt x="1316608" y="1494954"/>
                  </a:lnTo>
                  <a:lnTo>
                    <a:pt x="1316601" y="1494949"/>
                  </a:lnTo>
                  <a:lnTo>
                    <a:pt x="1316589" y="1494938"/>
                  </a:lnTo>
                  <a:lnTo>
                    <a:pt x="1316580" y="1494928"/>
                  </a:lnTo>
                  <a:lnTo>
                    <a:pt x="1316568" y="1494914"/>
                  </a:lnTo>
                  <a:lnTo>
                    <a:pt x="1316559" y="1494908"/>
                  </a:lnTo>
                  <a:lnTo>
                    <a:pt x="1316552" y="1494903"/>
                  </a:lnTo>
                  <a:lnTo>
                    <a:pt x="1316544" y="1494898"/>
                  </a:lnTo>
                  <a:lnTo>
                    <a:pt x="1316527" y="1494889"/>
                  </a:lnTo>
                  <a:lnTo>
                    <a:pt x="1316516" y="1494880"/>
                  </a:lnTo>
                  <a:lnTo>
                    <a:pt x="1316510" y="1494874"/>
                  </a:lnTo>
                  <a:lnTo>
                    <a:pt x="1316499" y="1494862"/>
                  </a:lnTo>
                  <a:lnTo>
                    <a:pt x="1316483" y="1494842"/>
                  </a:lnTo>
                  <a:lnTo>
                    <a:pt x="1316466" y="1494823"/>
                  </a:lnTo>
                  <a:lnTo>
                    <a:pt x="1316447" y="1494801"/>
                  </a:lnTo>
                  <a:lnTo>
                    <a:pt x="1316434" y="1494789"/>
                  </a:lnTo>
                  <a:lnTo>
                    <a:pt x="1316420" y="1494781"/>
                  </a:lnTo>
                  <a:lnTo>
                    <a:pt x="1316408" y="1494775"/>
                  </a:lnTo>
                  <a:lnTo>
                    <a:pt x="1316400" y="1494774"/>
                  </a:lnTo>
                  <a:lnTo>
                    <a:pt x="1316392" y="1494772"/>
                  </a:lnTo>
                  <a:lnTo>
                    <a:pt x="1316376" y="1494770"/>
                  </a:lnTo>
                  <a:lnTo>
                    <a:pt x="1316362" y="1494771"/>
                  </a:lnTo>
                  <a:lnTo>
                    <a:pt x="1316354" y="1494770"/>
                  </a:lnTo>
                  <a:lnTo>
                    <a:pt x="1316344" y="1494769"/>
                  </a:lnTo>
                  <a:lnTo>
                    <a:pt x="1316332" y="1494764"/>
                  </a:lnTo>
                  <a:lnTo>
                    <a:pt x="1316323" y="1494760"/>
                  </a:lnTo>
                  <a:lnTo>
                    <a:pt x="1316317" y="1494757"/>
                  </a:lnTo>
                  <a:lnTo>
                    <a:pt x="1316301" y="1494742"/>
                  </a:lnTo>
                  <a:lnTo>
                    <a:pt x="1316291" y="1494730"/>
                  </a:lnTo>
                  <a:lnTo>
                    <a:pt x="1316280" y="1494716"/>
                  </a:lnTo>
                  <a:lnTo>
                    <a:pt x="1316275" y="1494712"/>
                  </a:lnTo>
                  <a:lnTo>
                    <a:pt x="1316268" y="1494705"/>
                  </a:lnTo>
                  <a:lnTo>
                    <a:pt x="1316257" y="1494698"/>
                  </a:lnTo>
                  <a:lnTo>
                    <a:pt x="1316252" y="1494695"/>
                  </a:lnTo>
                  <a:lnTo>
                    <a:pt x="1316239" y="1494690"/>
                  </a:lnTo>
                  <a:lnTo>
                    <a:pt x="1316234" y="1494688"/>
                  </a:lnTo>
                  <a:lnTo>
                    <a:pt x="1316227" y="1494686"/>
                  </a:lnTo>
                  <a:lnTo>
                    <a:pt x="1316222" y="1494685"/>
                  </a:lnTo>
                  <a:lnTo>
                    <a:pt x="1316208" y="1494683"/>
                  </a:lnTo>
                  <a:lnTo>
                    <a:pt x="1316201" y="1494683"/>
                  </a:lnTo>
                  <a:lnTo>
                    <a:pt x="1316191" y="1494683"/>
                  </a:lnTo>
                  <a:lnTo>
                    <a:pt x="1316178" y="1494685"/>
                  </a:lnTo>
                  <a:lnTo>
                    <a:pt x="1316172" y="1494686"/>
                  </a:lnTo>
                  <a:lnTo>
                    <a:pt x="1316161" y="1494687"/>
                  </a:lnTo>
                  <a:lnTo>
                    <a:pt x="1316156" y="1494688"/>
                  </a:lnTo>
                  <a:lnTo>
                    <a:pt x="1316149" y="1494690"/>
                  </a:lnTo>
                  <a:lnTo>
                    <a:pt x="1316145" y="1494691"/>
                  </a:lnTo>
                  <a:lnTo>
                    <a:pt x="1316132" y="1494694"/>
                  </a:lnTo>
                  <a:lnTo>
                    <a:pt x="1316111" y="1494697"/>
                  </a:lnTo>
                  <a:lnTo>
                    <a:pt x="1316102" y="1494697"/>
                  </a:lnTo>
                  <a:lnTo>
                    <a:pt x="1316090" y="1494697"/>
                  </a:lnTo>
                  <a:lnTo>
                    <a:pt x="1316082" y="1494695"/>
                  </a:lnTo>
                  <a:lnTo>
                    <a:pt x="1316073" y="1494692"/>
                  </a:lnTo>
                  <a:lnTo>
                    <a:pt x="1316062" y="1494689"/>
                  </a:lnTo>
                  <a:lnTo>
                    <a:pt x="1316054" y="1494686"/>
                  </a:lnTo>
                  <a:lnTo>
                    <a:pt x="1316048" y="1494683"/>
                  </a:lnTo>
                  <a:lnTo>
                    <a:pt x="1316039" y="1494681"/>
                  </a:lnTo>
                  <a:lnTo>
                    <a:pt x="1316031" y="1494680"/>
                  </a:lnTo>
                  <a:lnTo>
                    <a:pt x="1316018" y="1494679"/>
                  </a:lnTo>
                  <a:lnTo>
                    <a:pt x="1316012" y="1494680"/>
                  </a:lnTo>
                  <a:lnTo>
                    <a:pt x="1315991" y="1494681"/>
                  </a:lnTo>
                  <a:lnTo>
                    <a:pt x="1315961" y="1494684"/>
                  </a:lnTo>
                  <a:lnTo>
                    <a:pt x="1315949" y="1494686"/>
                  </a:lnTo>
                  <a:lnTo>
                    <a:pt x="1315943" y="1494687"/>
                  </a:lnTo>
                  <a:lnTo>
                    <a:pt x="1315936" y="1494689"/>
                  </a:lnTo>
                  <a:lnTo>
                    <a:pt x="1315928" y="1494691"/>
                  </a:lnTo>
                  <a:lnTo>
                    <a:pt x="1315915" y="1494695"/>
                  </a:lnTo>
                  <a:lnTo>
                    <a:pt x="1315909" y="1494698"/>
                  </a:lnTo>
                  <a:lnTo>
                    <a:pt x="1315896" y="1494703"/>
                  </a:lnTo>
                  <a:lnTo>
                    <a:pt x="1315884" y="1494709"/>
                  </a:lnTo>
                  <a:lnTo>
                    <a:pt x="1315876" y="1494713"/>
                  </a:lnTo>
                  <a:lnTo>
                    <a:pt x="1315868" y="1494716"/>
                  </a:lnTo>
                  <a:lnTo>
                    <a:pt x="1315858" y="1494721"/>
                  </a:lnTo>
                  <a:lnTo>
                    <a:pt x="1315842" y="1494729"/>
                  </a:lnTo>
                  <a:lnTo>
                    <a:pt x="1315829" y="1494736"/>
                  </a:lnTo>
                  <a:lnTo>
                    <a:pt x="1315816" y="1494743"/>
                  </a:lnTo>
                  <a:lnTo>
                    <a:pt x="1315811" y="1494746"/>
                  </a:lnTo>
                  <a:lnTo>
                    <a:pt x="1315798" y="1494752"/>
                  </a:lnTo>
                  <a:lnTo>
                    <a:pt x="1315793" y="1494755"/>
                  </a:lnTo>
                  <a:lnTo>
                    <a:pt x="1315776" y="1494762"/>
                  </a:lnTo>
                  <a:lnTo>
                    <a:pt x="1315768" y="1494765"/>
                  </a:lnTo>
                  <a:lnTo>
                    <a:pt x="1315745" y="1494772"/>
                  </a:lnTo>
                  <a:lnTo>
                    <a:pt x="1315738" y="1494774"/>
                  </a:lnTo>
                  <a:lnTo>
                    <a:pt x="1315724" y="1494777"/>
                  </a:lnTo>
                  <a:lnTo>
                    <a:pt x="1315706" y="1494779"/>
                  </a:lnTo>
                  <a:lnTo>
                    <a:pt x="1315695" y="1494780"/>
                  </a:lnTo>
                  <a:lnTo>
                    <a:pt x="1315671" y="1494779"/>
                  </a:lnTo>
                  <a:lnTo>
                    <a:pt x="1315655" y="1494777"/>
                  </a:lnTo>
                  <a:lnTo>
                    <a:pt x="1315646" y="1494776"/>
                  </a:lnTo>
                  <a:lnTo>
                    <a:pt x="1315626" y="1494775"/>
                  </a:lnTo>
                  <a:lnTo>
                    <a:pt x="1315614" y="1494774"/>
                  </a:lnTo>
                  <a:lnTo>
                    <a:pt x="1315591" y="1494773"/>
                  </a:lnTo>
                  <a:lnTo>
                    <a:pt x="1315555" y="1494773"/>
                  </a:lnTo>
                  <a:lnTo>
                    <a:pt x="1315539" y="1494773"/>
                  </a:lnTo>
                  <a:lnTo>
                    <a:pt x="1315520" y="1494772"/>
                  </a:lnTo>
                  <a:lnTo>
                    <a:pt x="1315492" y="1494770"/>
                  </a:lnTo>
                  <a:lnTo>
                    <a:pt x="1315485" y="1494768"/>
                  </a:lnTo>
                  <a:lnTo>
                    <a:pt x="1315473" y="1494766"/>
                  </a:lnTo>
                  <a:lnTo>
                    <a:pt x="1315465" y="1494765"/>
                  </a:lnTo>
                  <a:lnTo>
                    <a:pt x="1315458" y="1494764"/>
                  </a:lnTo>
                  <a:lnTo>
                    <a:pt x="1315453" y="1494763"/>
                  </a:lnTo>
                  <a:lnTo>
                    <a:pt x="1315446" y="1494761"/>
                  </a:lnTo>
                  <a:lnTo>
                    <a:pt x="1315436" y="1494758"/>
                  </a:lnTo>
                  <a:lnTo>
                    <a:pt x="1315429" y="1494756"/>
                  </a:lnTo>
                  <a:lnTo>
                    <a:pt x="1315416" y="1494752"/>
                  </a:lnTo>
                  <a:lnTo>
                    <a:pt x="1315406" y="1494748"/>
                  </a:lnTo>
                  <a:lnTo>
                    <a:pt x="1315390" y="1494742"/>
                  </a:lnTo>
                  <a:lnTo>
                    <a:pt x="1315382" y="1494739"/>
                  </a:lnTo>
                  <a:lnTo>
                    <a:pt x="1315363" y="1494730"/>
                  </a:lnTo>
                  <a:lnTo>
                    <a:pt x="1315356" y="1494726"/>
                  </a:lnTo>
                  <a:lnTo>
                    <a:pt x="1315343" y="1494718"/>
                  </a:lnTo>
                  <a:lnTo>
                    <a:pt x="1315326" y="1494705"/>
                  </a:lnTo>
                  <a:lnTo>
                    <a:pt x="1315321" y="1494702"/>
                  </a:lnTo>
                  <a:lnTo>
                    <a:pt x="1315306" y="1494691"/>
                  </a:lnTo>
                  <a:lnTo>
                    <a:pt x="1315300" y="1494686"/>
                  </a:lnTo>
                  <a:lnTo>
                    <a:pt x="1315293" y="1494681"/>
                  </a:lnTo>
                  <a:lnTo>
                    <a:pt x="1315280" y="1494673"/>
                  </a:lnTo>
                  <a:lnTo>
                    <a:pt x="1315269" y="1494666"/>
                  </a:lnTo>
                  <a:lnTo>
                    <a:pt x="1315255" y="1494657"/>
                  </a:lnTo>
                  <a:lnTo>
                    <a:pt x="1315241" y="1494649"/>
                  </a:lnTo>
                  <a:lnTo>
                    <a:pt x="1315221" y="1494637"/>
                  </a:lnTo>
                  <a:lnTo>
                    <a:pt x="1315210" y="1494633"/>
                  </a:lnTo>
                  <a:lnTo>
                    <a:pt x="1315203" y="1494630"/>
                  </a:lnTo>
                  <a:lnTo>
                    <a:pt x="1315192" y="1494627"/>
                  </a:lnTo>
                  <a:lnTo>
                    <a:pt x="1315188" y="1494626"/>
                  </a:lnTo>
                  <a:lnTo>
                    <a:pt x="1315183" y="1494624"/>
                  </a:lnTo>
                  <a:lnTo>
                    <a:pt x="1315156" y="1494617"/>
                  </a:lnTo>
                  <a:lnTo>
                    <a:pt x="1315149" y="1494614"/>
                  </a:lnTo>
                  <a:lnTo>
                    <a:pt x="1315137" y="1494610"/>
                  </a:lnTo>
                  <a:lnTo>
                    <a:pt x="1315124" y="1494601"/>
                  </a:lnTo>
                  <a:lnTo>
                    <a:pt x="1315121" y="1494598"/>
                  </a:lnTo>
                  <a:lnTo>
                    <a:pt x="1315113" y="1494592"/>
                  </a:lnTo>
                  <a:lnTo>
                    <a:pt x="1315099" y="1494579"/>
                  </a:lnTo>
                  <a:lnTo>
                    <a:pt x="1315078" y="1494552"/>
                  </a:lnTo>
                  <a:lnTo>
                    <a:pt x="1315075" y="1494549"/>
                  </a:lnTo>
                  <a:lnTo>
                    <a:pt x="1315071" y="1494544"/>
                  </a:lnTo>
                  <a:lnTo>
                    <a:pt x="1315057" y="1494529"/>
                  </a:lnTo>
                  <a:lnTo>
                    <a:pt x="1315051" y="1494523"/>
                  </a:lnTo>
                  <a:lnTo>
                    <a:pt x="1315037" y="1494510"/>
                  </a:lnTo>
                  <a:lnTo>
                    <a:pt x="1315030" y="1494505"/>
                  </a:lnTo>
                  <a:lnTo>
                    <a:pt x="1315026" y="1494502"/>
                  </a:lnTo>
                  <a:lnTo>
                    <a:pt x="1315016" y="1494495"/>
                  </a:lnTo>
                  <a:lnTo>
                    <a:pt x="1315008" y="1494490"/>
                  </a:lnTo>
                  <a:lnTo>
                    <a:pt x="1315003" y="1494488"/>
                  </a:lnTo>
                  <a:lnTo>
                    <a:pt x="1314979" y="1494476"/>
                  </a:lnTo>
                  <a:lnTo>
                    <a:pt x="1314970" y="1494471"/>
                  </a:lnTo>
                  <a:lnTo>
                    <a:pt x="1314961" y="1494465"/>
                  </a:lnTo>
                  <a:lnTo>
                    <a:pt x="1314951" y="1494459"/>
                  </a:lnTo>
                  <a:lnTo>
                    <a:pt x="1314945" y="1494455"/>
                  </a:lnTo>
                  <a:lnTo>
                    <a:pt x="1314941" y="1494452"/>
                  </a:lnTo>
                  <a:lnTo>
                    <a:pt x="1314937" y="1494449"/>
                  </a:lnTo>
                  <a:lnTo>
                    <a:pt x="1314927" y="1494438"/>
                  </a:lnTo>
                  <a:lnTo>
                    <a:pt x="1314917" y="1494427"/>
                  </a:lnTo>
                  <a:lnTo>
                    <a:pt x="1314907" y="1494418"/>
                  </a:lnTo>
                  <a:lnTo>
                    <a:pt x="1314900" y="1494413"/>
                  </a:lnTo>
                  <a:lnTo>
                    <a:pt x="1314895" y="1494410"/>
                  </a:lnTo>
                  <a:lnTo>
                    <a:pt x="1314887" y="1494406"/>
                  </a:lnTo>
                  <a:lnTo>
                    <a:pt x="1314882" y="1494404"/>
                  </a:lnTo>
                  <a:lnTo>
                    <a:pt x="1314874" y="1494402"/>
                  </a:lnTo>
                  <a:lnTo>
                    <a:pt x="1314864" y="1494397"/>
                  </a:lnTo>
                  <a:lnTo>
                    <a:pt x="1314858" y="1494395"/>
                  </a:lnTo>
                  <a:lnTo>
                    <a:pt x="1314844" y="1494388"/>
                  </a:lnTo>
                  <a:lnTo>
                    <a:pt x="1314839" y="1494386"/>
                  </a:lnTo>
                  <a:lnTo>
                    <a:pt x="1314832" y="1494382"/>
                  </a:lnTo>
                  <a:lnTo>
                    <a:pt x="1314800" y="1494368"/>
                  </a:lnTo>
                  <a:lnTo>
                    <a:pt x="1314790" y="1494364"/>
                  </a:lnTo>
                  <a:lnTo>
                    <a:pt x="1314771" y="1494355"/>
                  </a:lnTo>
                  <a:lnTo>
                    <a:pt x="1314749" y="1494345"/>
                  </a:lnTo>
                  <a:lnTo>
                    <a:pt x="1314744" y="1494343"/>
                  </a:lnTo>
                  <a:lnTo>
                    <a:pt x="1314740" y="1494341"/>
                  </a:lnTo>
                  <a:lnTo>
                    <a:pt x="1314724" y="1494334"/>
                  </a:lnTo>
                  <a:lnTo>
                    <a:pt x="1314697" y="1494321"/>
                  </a:lnTo>
                  <a:lnTo>
                    <a:pt x="1314675" y="1494310"/>
                  </a:lnTo>
                  <a:lnTo>
                    <a:pt x="1314659" y="1494301"/>
                  </a:lnTo>
                  <a:lnTo>
                    <a:pt x="1314655" y="1494298"/>
                  </a:lnTo>
                  <a:lnTo>
                    <a:pt x="1314641" y="1494291"/>
                  </a:lnTo>
                  <a:lnTo>
                    <a:pt x="1314630" y="1494284"/>
                  </a:lnTo>
                  <a:lnTo>
                    <a:pt x="1314625" y="1494280"/>
                  </a:lnTo>
                  <a:lnTo>
                    <a:pt x="1314616" y="1494274"/>
                  </a:lnTo>
                  <a:lnTo>
                    <a:pt x="1314597" y="1494262"/>
                  </a:lnTo>
                  <a:lnTo>
                    <a:pt x="1314581" y="1494253"/>
                  </a:lnTo>
                  <a:lnTo>
                    <a:pt x="1314577" y="1494251"/>
                  </a:lnTo>
                  <a:lnTo>
                    <a:pt x="1314566" y="1494245"/>
                  </a:lnTo>
                  <a:lnTo>
                    <a:pt x="1314556" y="1494240"/>
                  </a:lnTo>
                  <a:lnTo>
                    <a:pt x="1314515" y="1494223"/>
                  </a:lnTo>
                  <a:lnTo>
                    <a:pt x="1314510" y="1494221"/>
                  </a:lnTo>
                  <a:lnTo>
                    <a:pt x="1314489" y="1494213"/>
                  </a:lnTo>
                  <a:lnTo>
                    <a:pt x="1314472" y="1494208"/>
                  </a:lnTo>
                  <a:lnTo>
                    <a:pt x="1314467" y="1494207"/>
                  </a:lnTo>
                  <a:lnTo>
                    <a:pt x="1314462" y="1494206"/>
                  </a:lnTo>
                  <a:lnTo>
                    <a:pt x="1314453" y="1494204"/>
                  </a:lnTo>
                  <a:lnTo>
                    <a:pt x="1314444" y="1494203"/>
                  </a:lnTo>
                  <a:lnTo>
                    <a:pt x="1314433" y="1494204"/>
                  </a:lnTo>
                  <a:lnTo>
                    <a:pt x="1314427" y="1494205"/>
                  </a:lnTo>
                  <a:lnTo>
                    <a:pt x="1314421" y="1494205"/>
                  </a:lnTo>
                  <a:lnTo>
                    <a:pt x="1314409" y="1494209"/>
                  </a:lnTo>
                  <a:lnTo>
                    <a:pt x="1314393" y="1494215"/>
                  </a:lnTo>
                  <a:lnTo>
                    <a:pt x="1314379" y="1494222"/>
                  </a:lnTo>
                  <a:lnTo>
                    <a:pt x="1314372" y="1494226"/>
                  </a:lnTo>
                  <a:lnTo>
                    <a:pt x="1314363" y="1494231"/>
                  </a:lnTo>
                  <a:lnTo>
                    <a:pt x="1314353" y="1494236"/>
                  </a:lnTo>
                  <a:lnTo>
                    <a:pt x="1314349" y="1494238"/>
                  </a:lnTo>
                  <a:lnTo>
                    <a:pt x="1314341" y="1494241"/>
                  </a:lnTo>
                  <a:lnTo>
                    <a:pt x="1314336" y="1494242"/>
                  </a:lnTo>
                  <a:lnTo>
                    <a:pt x="1314318" y="1494246"/>
                  </a:lnTo>
                  <a:lnTo>
                    <a:pt x="1314309" y="1494245"/>
                  </a:lnTo>
                  <a:lnTo>
                    <a:pt x="1314300" y="1494245"/>
                  </a:lnTo>
                  <a:lnTo>
                    <a:pt x="1314272" y="1494243"/>
                  </a:lnTo>
                  <a:lnTo>
                    <a:pt x="1314265" y="1494242"/>
                  </a:lnTo>
                  <a:lnTo>
                    <a:pt x="1314240" y="1494238"/>
                  </a:lnTo>
                  <a:lnTo>
                    <a:pt x="1314211" y="1494233"/>
                  </a:lnTo>
                  <a:lnTo>
                    <a:pt x="1314200" y="1494232"/>
                  </a:lnTo>
                  <a:lnTo>
                    <a:pt x="1314188" y="1494230"/>
                  </a:lnTo>
                  <a:lnTo>
                    <a:pt x="1314182" y="1494229"/>
                  </a:lnTo>
                  <a:lnTo>
                    <a:pt x="1314136" y="1494221"/>
                  </a:lnTo>
                  <a:lnTo>
                    <a:pt x="1314111" y="1494218"/>
                  </a:lnTo>
                  <a:lnTo>
                    <a:pt x="1314105" y="1494217"/>
                  </a:lnTo>
                  <a:lnTo>
                    <a:pt x="1314084" y="1494221"/>
                  </a:lnTo>
                  <a:lnTo>
                    <a:pt x="1314077" y="1494211"/>
                  </a:lnTo>
                  <a:lnTo>
                    <a:pt x="1314066" y="1494193"/>
                  </a:lnTo>
                  <a:lnTo>
                    <a:pt x="1314061" y="1494187"/>
                  </a:lnTo>
                  <a:lnTo>
                    <a:pt x="1314061" y="1494180"/>
                  </a:lnTo>
                  <a:lnTo>
                    <a:pt x="1314061" y="1494171"/>
                  </a:lnTo>
                  <a:lnTo>
                    <a:pt x="1314058" y="1494147"/>
                  </a:lnTo>
                  <a:lnTo>
                    <a:pt x="1314057" y="1494141"/>
                  </a:lnTo>
                  <a:lnTo>
                    <a:pt x="1314055" y="1494121"/>
                  </a:lnTo>
                  <a:lnTo>
                    <a:pt x="1314054" y="1494109"/>
                  </a:lnTo>
                  <a:lnTo>
                    <a:pt x="1314054" y="1494097"/>
                  </a:lnTo>
                  <a:lnTo>
                    <a:pt x="1314053" y="1494070"/>
                  </a:lnTo>
                  <a:lnTo>
                    <a:pt x="1314053" y="1494055"/>
                  </a:lnTo>
                  <a:lnTo>
                    <a:pt x="1314054" y="1494038"/>
                  </a:lnTo>
                  <a:lnTo>
                    <a:pt x="1314055" y="1494020"/>
                  </a:lnTo>
                  <a:lnTo>
                    <a:pt x="1314058" y="1494003"/>
                  </a:lnTo>
                  <a:lnTo>
                    <a:pt x="1314061" y="1493987"/>
                  </a:lnTo>
                  <a:lnTo>
                    <a:pt x="1314062" y="1493982"/>
                  </a:lnTo>
                  <a:lnTo>
                    <a:pt x="1314065" y="1493974"/>
                  </a:lnTo>
                  <a:lnTo>
                    <a:pt x="1314071" y="1493957"/>
                  </a:lnTo>
                  <a:lnTo>
                    <a:pt x="1314073" y="1493951"/>
                  </a:lnTo>
                  <a:lnTo>
                    <a:pt x="1314077" y="1493940"/>
                  </a:lnTo>
                  <a:lnTo>
                    <a:pt x="1314082" y="1493915"/>
                  </a:lnTo>
                  <a:lnTo>
                    <a:pt x="1314084" y="1493906"/>
                  </a:lnTo>
                  <a:lnTo>
                    <a:pt x="1314089" y="1493874"/>
                  </a:lnTo>
                  <a:lnTo>
                    <a:pt x="1314093" y="1493856"/>
                  </a:lnTo>
                  <a:lnTo>
                    <a:pt x="1314094" y="1493842"/>
                  </a:lnTo>
                  <a:lnTo>
                    <a:pt x="1314095" y="1493832"/>
                  </a:lnTo>
                  <a:lnTo>
                    <a:pt x="1314096" y="1493826"/>
                  </a:lnTo>
                  <a:lnTo>
                    <a:pt x="1314095" y="1493815"/>
                  </a:lnTo>
                  <a:lnTo>
                    <a:pt x="1314095" y="1493805"/>
                  </a:lnTo>
                  <a:lnTo>
                    <a:pt x="1314093" y="1493788"/>
                  </a:lnTo>
                  <a:lnTo>
                    <a:pt x="1314092" y="1493780"/>
                  </a:lnTo>
                  <a:lnTo>
                    <a:pt x="1314089" y="1493769"/>
                  </a:lnTo>
                  <a:lnTo>
                    <a:pt x="1314085" y="1493755"/>
                  </a:lnTo>
                  <a:lnTo>
                    <a:pt x="1314081" y="1493742"/>
                  </a:lnTo>
                  <a:lnTo>
                    <a:pt x="1314077" y="1493731"/>
                  </a:lnTo>
                  <a:lnTo>
                    <a:pt x="1314068" y="1493700"/>
                  </a:lnTo>
                  <a:lnTo>
                    <a:pt x="1314062" y="1493680"/>
                  </a:lnTo>
                  <a:lnTo>
                    <a:pt x="1314059" y="1493668"/>
                  </a:lnTo>
                  <a:lnTo>
                    <a:pt x="1314052" y="1493640"/>
                  </a:lnTo>
                  <a:lnTo>
                    <a:pt x="1314049" y="1493631"/>
                  </a:lnTo>
                  <a:lnTo>
                    <a:pt x="1314046" y="1493623"/>
                  </a:lnTo>
                  <a:lnTo>
                    <a:pt x="1314041" y="1493612"/>
                  </a:lnTo>
                  <a:lnTo>
                    <a:pt x="1314037" y="1493606"/>
                  </a:lnTo>
                  <a:lnTo>
                    <a:pt x="1314034" y="1493600"/>
                  </a:lnTo>
                  <a:lnTo>
                    <a:pt x="1314027" y="1493589"/>
                  </a:lnTo>
                  <a:lnTo>
                    <a:pt x="1314024" y="1493585"/>
                  </a:lnTo>
                  <a:lnTo>
                    <a:pt x="1314015" y="1493575"/>
                  </a:lnTo>
                  <a:lnTo>
                    <a:pt x="1313994" y="1493553"/>
                  </a:lnTo>
                  <a:lnTo>
                    <a:pt x="1313981" y="1493537"/>
                  </a:lnTo>
                  <a:lnTo>
                    <a:pt x="1313976" y="1493531"/>
                  </a:lnTo>
                  <a:lnTo>
                    <a:pt x="1313966" y="1493519"/>
                  </a:lnTo>
                  <a:lnTo>
                    <a:pt x="1313955" y="1493503"/>
                  </a:lnTo>
                  <a:lnTo>
                    <a:pt x="1313951" y="1493496"/>
                  </a:lnTo>
                  <a:lnTo>
                    <a:pt x="1313942" y="1493483"/>
                  </a:lnTo>
                  <a:lnTo>
                    <a:pt x="1313922" y="1493456"/>
                  </a:lnTo>
                  <a:lnTo>
                    <a:pt x="1313913" y="1493443"/>
                  </a:lnTo>
                  <a:lnTo>
                    <a:pt x="1313908" y="1493436"/>
                  </a:lnTo>
                  <a:lnTo>
                    <a:pt x="1313905" y="1493431"/>
                  </a:lnTo>
                  <a:lnTo>
                    <a:pt x="1313892" y="1493412"/>
                  </a:lnTo>
                  <a:lnTo>
                    <a:pt x="1313884" y="1493400"/>
                  </a:lnTo>
                  <a:lnTo>
                    <a:pt x="1313880" y="1493394"/>
                  </a:lnTo>
                  <a:lnTo>
                    <a:pt x="1313875" y="1493384"/>
                  </a:lnTo>
                  <a:lnTo>
                    <a:pt x="1313872" y="1493377"/>
                  </a:lnTo>
                  <a:lnTo>
                    <a:pt x="1313868" y="1493368"/>
                  </a:lnTo>
                  <a:lnTo>
                    <a:pt x="1313860" y="1493353"/>
                  </a:lnTo>
                  <a:lnTo>
                    <a:pt x="1313852" y="1493340"/>
                  </a:lnTo>
                  <a:lnTo>
                    <a:pt x="1313849" y="1493336"/>
                  </a:lnTo>
                  <a:lnTo>
                    <a:pt x="1313841" y="1493327"/>
                  </a:lnTo>
                  <a:lnTo>
                    <a:pt x="1313836" y="1493321"/>
                  </a:lnTo>
                  <a:lnTo>
                    <a:pt x="1313821" y="1493306"/>
                  </a:lnTo>
                  <a:lnTo>
                    <a:pt x="1313808" y="1493293"/>
                  </a:lnTo>
                  <a:lnTo>
                    <a:pt x="1313798" y="1493285"/>
                  </a:lnTo>
                  <a:lnTo>
                    <a:pt x="1313793" y="1493281"/>
                  </a:lnTo>
                  <a:lnTo>
                    <a:pt x="1313786" y="1493276"/>
                  </a:lnTo>
                  <a:lnTo>
                    <a:pt x="1313780" y="1493272"/>
                  </a:lnTo>
                  <a:lnTo>
                    <a:pt x="1313762" y="1493260"/>
                  </a:lnTo>
                  <a:lnTo>
                    <a:pt x="1313749" y="1493252"/>
                  </a:lnTo>
                  <a:lnTo>
                    <a:pt x="1313742" y="1493247"/>
                  </a:lnTo>
                  <a:lnTo>
                    <a:pt x="1313729" y="1493238"/>
                  </a:lnTo>
                  <a:lnTo>
                    <a:pt x="1313721" y="1493231"/>
                  </a:lnTo>
                  <a:lnTo>
                    <a:pt x="1313715" y="1493226"/>
                  </a:lnTo>
                  <a:lnTo>
                    <a:pt x="1313708" y="1493220"/>
                  </a:lnTo>
                  <a:lnTo>
                    <a:pt x="1313701" y="1493212"/>
                  </a:lnTo>
                  <a:lnTo>
                    <a:pt x="1313692" y="1493202"/>
                  </a:lnTo>
                  <a:lnTo>
                    <a:pt x="1313688" y="1493196"/>
                  </a:lnTo>
                  <a:lnTo>
                    <a:pt x="1313685" y="1493191"/>
                  </a:lnTo>
                  <a:lnTo>
                    <a:pt x="1313676" y="1493178"/>
                  </a:lnTo>
                  <a:lnTo>
                    <a:pt x="1313663" y="1493149"/>
                  </a:lnTo>
                  <a:lnTo>
                    <a:pt x="1313660" y="1493144"/>
                  </a:lnTo>
                  <a:lnTo>
                    <a:pt x="1313652" y="1493131"/>
                  </a:lnTo>
                  <a:lnTo>
                    <a:pt x="1313648" y="1493125"/>
                  </a:lnTo>
                  <a:lnTo>
                    <a:pt x="1313641" y="1493113"/>
                  </a:lnTo>
                  <a:lnTo>
                    <a:pt x="1313638" y="1493108"/>
                  </a:lnTo>
                  <a:lnTo>
                    <a:pt x="1313626" y="1493090"/>
                  </a:lnTo>
                  <a:lnTo>
                    <a:pt x="1313616" y="1493075"/>
                  </a:lnTo>
                  <a:lnTo>
                    <a:pt x="1313600" y="1493051"/>
                  </a:lnTo>
                  <a:lnTo>
                    <a:pt x="1313597" y="1493045"/>
                  </a:lnTo>
                  <a:lnTo>
                    <a:pt x="1313594" y="1493041"/>
                  </a:lnTo>
                  <a:lnTo>
                    <a:pt x="1313583" y="1493025"/>
                  </a:lnTo>
                  <a:lnTo>
                    <a:pt x="1313575" y="1493012"/>
                  </a:lnTo>
                  <a:lnTo>
                    <a:pt x="1313567" y="1492998"/>
                  </a:lnTo>
                  <a:lnTo>
                    <a:pt x="1313558" y="1492978"/>
                  </a:lnTo>
                  <a:lnTo>
                    <a:pt x="1313554" y="1492966"/>
                  </a:lnTo>
                  <a:lnTo>
                    <a:pt x="1313551" y="1492954"/>
                  </a:lnTo>
                  <a:lnTo>
                    <a:pt x="1313550" y="1492948"/>
                  </a:lnTo>
                  <a:lnTo>
                    <a:pt x="1313549" y="1492938"/>
                  </a:lnTo>
                  <a:lnTo>
                    <a:pt x="1313548" y="1492932"/>
                  </a:lnTo>
                  <a:lnTo>
                    <a:pt x="1313548" y="1492926"/>
                  </a:lnTo>
                  <a:lnTo>
                    <a:pt x="1313549" y="1492912"/>
                  </a:lnTo>
                  <a:lnTo>
                    <a:pt x="1313550" y="1492899"/>
                  </a:lnTo>
                  <a:lnTo>
                    <a:pt x="1313551" y="1492889"/>
                  </a:lnTo>
                  <a:lnTo>
                    <a:pt x="1313561" y="1492854"/>
                  </a:lnTo>
                  <a:lnTo>
                    <a:pt x="1313563" y="1492847"/>
                  </a:lnTo>
                  <a:lnTo>
                    <a:pt x="1313566" y="1492838"/>
                  </a:lnTo>
                  <a:lnTo>
                    <a:pt x="1313568" y="1492832"/>
                  </a:lnTo>
                  <a:lnTo>
                    <a:pt x="1313569" y="1492826"/>
                  </a:lnTo>
                  <a:lnTo>
                    <a:pt x="1313571" y="1492819"/>
                  </a:lnTo>
                  <a:lnTo>
                    <a:pt x="1313572" y="1492811"/>
                  </a:lnTo>
                  <a:lnTo>
                    <a:pt x="1313574" y="1492799"/>
                  </a:lnTo>
                  <a:lnTo>
                    <a:pt x="1313574" y="1492786"/>
                  </a:lnTo>
                  <a:lnTo>
                    <a:pt x="1313571" y="1492771"/>
                  </a:lnTo>
                  <a:lnTo>
                    <a:pt x="1313565" y="1492757"/>
                  </a:lnTo>
                  <a:lnTo>
                    <a:pt x="1313558" y="1492742"/>
                  </a:lnTo>
                  <a:lnTo>
                    <a:pt x="1313555" y="1492737"/>
                  </a:lnTo>
                  <a:lnTo>
                    <a:pt x="1313544" y="1492716"/>
                  </a:lnTo>
                  <a:lnTo>
                    <a:pt x="1313536" y="1492702"/>
                  </a:lnTo>
                  <a:lnTo>
                    <a:pt x="1313533" y="1492695"/>
                  </a:lnTo>
                  <a:lnTo>
                    <a:pt x="1313529" y="1492687"/>
                  </a:lnTo>
                  <a:lnTo>
                    <a:pt x="1313527" y="1492681"/>
                  </a:lnTo>
                  <a:lnTo>
                    <a:pt x="1313525" y="1492675"/>
                  </a:lnTo>
                  <a:lnTo>
                    <a:pt x="1313522" y="1492665"/>
                  </a:lnTo>
                  <a:lnTo>
                    <a:pt x="1313521" y="1492652"/>
                  </a:lnTo>
                  <a:lnTo>
                    <a:pt x="1313520" y="1492640"/>
                  </a:lnTo>
                  <a:lnTo>
                    <a:pt x="1313521" y="1492626"/>
                  </a:lnTo>
                  <a:lnTo>
                    <a:pt x="1313521" y="1492618"/>
                  </a:lnTo>
                  <a:lnTo>
                    <a:pt x="1313521" y="1492613"/>
                  </a:lnTo>
                  <a:lnTo>
                    <a:pt x="1313521" y="1492606"/>
                  </a:lnTo>
                  <a:lnTo>
                    <a:pt x="1313520" y="1492601"/>
                  </a:lnTo>
                  <a:lnTo>
                    <a:pt x="1313518" y="1492591"/>
                  </a:lnTo>
                  <a:lnTo>
                    <a:pt x="1313516" y="1492584"/>
                  </a:lnTo>
                  <a:lnTo>
                    <a:pt x="1313513" y="1492578"/>
                  </a:lnTo>
                  <a:lnTo>
                    <a:pt x="1313507" y="1492570"/>
                  </a:lnTo>
                  <a:lnTo>
                    <a:pt x="1313503" y="1492565"/>
                  </a:lnTo>
                  <a:lnTo>
                    <a:pt x="1313498" y="1492560"/>
                  </a:lnTo>
                  <a:lnTo>
                    <a:pt x="1313483" y="1492545"/>
                  </a:lnTo>
                  <a:lnTo>
                    <a:pt x="1313479" y="1492541"/>
                  </a:lnTo>
                  <a:lnTo>
                    <a:pt x="1313464" y="1492525"/>
                  </a:lnTo>
                  <a:lnTo>
                    <a:pt x="1313459" y="1492520"/>
                  </a:lnTo>
                  <a:lnTo>
                    <a:pt x="1313449" y="1492508"/>
                  </a:lnTo>
                  <a:lnTo>
                    <a:pt x="1313442" y="1492495"/>
                  </a:lnTo>
                  <a:lnTo>
                    <a:pt x="1313438" y="1492485"/>
                  </a:lnTo>
                  <a:lnTo>
                    <a:pt x="1313437" y="1492478"/>
                  </a:lnTo>
                  <a:lnTo>
                    <a:pt x="1313436" y="1492472"/>
                  </a:lnTo>
                  <a:lnTo>
                    <a:pt x="1313437" y="1492464"/>
                  </a:lnTo>
                  <a:lnTo>
                    <a:pt x="1313438" y="1492457"/>
                  </a:lnTo>
                  <a:lnTo>
                    <a:pt x="1313441" y="1492449"/>
                  </a:lnTo>
                  <a:lnTo>
                    <a:pt x="1313446" y="1492439"/>
                  </a:lnTo>
                  <a:lnTo>
                    <a:pt x="1313452" y="1492431"/>
                  </a:lnTo>
                  <a:lnTo>
                    <a:pt x="1313459" y="1492424"/>
                  </a:lnTo>
                  <a:lnTo>
                    <a:pt x="1313470" y="1492414"/>
                  </a:lnTo>
                  <a:lnTo>
                    <a:pt x="1313486" y="1492402"/>
                  </a:lnTo>
                  <a:lnTo>
                    <a:pt x="1313490" y="1492398"/>
                  </a:lnTo>
                  <a:lnTo>
                    <a:pt x="1313499" y="1492389"/>
                  </a:lnTo>
                  <a:lnTo>
                    <a:pt x="1313503" y="1492385"/>
                  </a:lnTo>
                  <a:lnTo>
                    <a:pt x="1313507" y="1492375"/>
                  </a:lnTo>
                  <a:lnTo>
                    <a:pt x="1313509" y="1492369"/>
                  </a:lnTo>
                  <a:lnTo>
                    <a:pt x="1313511" y="1492359"/>
                  </a:lnTo>
                  <a:lnTo>
                    <a:pt x="1313512" y="1492348"/>
                  </a:lnTo>
                  <a:lnTo>
                    <a:pt x="1313512" y="1492342"/>
                  </a:lnTo>
                  <a:lnTo>
                    <a:pt x="1313510" y="1492319"/>
                  </a:lnTo>
                  <a:lnTo>
                    <a:pt x="1313509" y="1492309"/>
                  </a:lnTo>
                  <a:lnTo>
                    <a:pt x="1313508" y="1492293"/>
                  </a:lnTo>
                  <a:lnTo>
                    <a:pt x="1313508" y="1492284"/>
                  </a:lnTo>
                  <a:lnTo>
                    <a:pt x="1313508" y="1492277"/>
                  </a:lnTo>
                  <a:lnTo>
                    <a:pt x="1313510" y="1492264"/>
                  </a:lnTo>
                  <a:lnTo>
                    <a:pt x="1313513" y="1492255"/>
                  </a:lnTo>
                  <a:lnTo>
                    <a:pt x="1313520" y="1492238"/>
                  </a:lnTo>
                  <a:lnTo>
                    <a:pt x="1313522" y="1492233"/>
                  </a:lnTo>
                  <a:lnTo>
                    <a:pt x="1313526" y="1492225"/>
                  </a:lnTo>
                  <a:lnTo>
                    <a:pt x="1313530" y="1492217"/>
                  </a:lnTo>
                  <a:lnTo>
                    <a:pt x="1313533" y="1492211"/>
                  </a:lnTo>
                  <a:lnTo>
                    <a:pt x="1313535" y="1492206"/>
                  </a:lnTo>
                  <a:lnTo>
                    <a:pt x="1313545" y="1492186"/>
                  </a:lnTo>
                  <a:lnTo>
                    <a:pt x="1313553" y="1492169"/>
                  </a:lnTo>
                  <a:lnTo>
                    <a:pt x="1313556" y="1492160"/>
                  </a:lnTo>
                  <a:lnTo>
                    <a:pt x="1313559" y="1492152"/>
                  </a:lnTo>
                  <a:lnTo>
                    <a:pt x="1313563" y="1492143"/>
                  </a:lnTo>
                  <a:lnTo>
                    <a:pt x="1313565" y="1492138"/>
                  </a:lnTo>
                  <a:lnTo>
                    <a:pt x="1313568" y="1492131"/>
                  </a:lnTo>
                  <a:lnTo>
                    <a:pt x="1313571" y="1492122"/>
                  </a:lnTo>
                  <a:lnTo>
                    <a:pt x="1313573" y="1492117"/>
                  </a:lnTo>
                  <a:lnTo>
                    <a:pt x="1313578" y="1492102"/>
                  </a:lnTo>
                  <a:lnTo>
                    <a:pt x="1313580" y="1492096"/>
                  </a:lnTo>
                  <a:lnTo>
                    <a:pt x="1313581" y="1492090"/>
                  </a:lnTo>
                  <a:lnTo>
                    <a:pt x="1313582" y="1492084"/>
                  </a:lnTo>
                  <a:lnTo>
                    <a:pt x="1313584" y="1492074"/>
                  </a:lnTo>
                  <a:lnTo>
                    <a:pt x="1313585" y="1492065"/>
                  </a:lnTo>
                  <a:lnTo>
                    <a:pt x="1313585" y="1492051"/>
                  </a:lnTo>
                  <a:lnTo>
                    <a:pt x="1313585" y="1492040"/>
                  </a:lnTo>
                  <a:lnTo>
                    <a:pt x="1313584" y="1492028"/>
                  </a:lnTo>
                  <a:lnTo>
                    <a:pt x="1313583" y="1492022"/>
                  </a:lnTo>
                  <a:lnTo>
                    <a:pt x="1313579" y="1492010"/>
                  </a:lnTo>
                  <a:lnTo>
                    <a:pt x="1313573" y="1491991"/>
                  </a:lnTo>
                  <a:lnTo>
                    <a:pt x="1313571" y="1491983"/>
                  </a:lnTo>
                  <a:lnTo>
                    <a:pt x="1313571" y="1491978"/>
                  </a:lnTo>
                  <a:lnTo>
                    <a:pt x="1313571" y="1491971"/>
                  </a:lnTo>
                  <a:lnTo>
                    <a:pt x="1313571" y="1491958"/>
                  </a:lnTo>
                  <a:lnTo>
                    <a:pt x="1313574" y="1491945"/>
                  </a:lnTo>
                  <a:lnTo>
                    <a:pt x="1313577" y="1491939"/>
                  </a:lnTo>
                  <a:lnTo>
                    <a:pt x="1313579" y="1491934"/>
                  </a:lnTo>
                  <a:lnTo>
                    <a:pt x="1313584" y="1491925"/>
                  </a:lnTo>
                  <a:lnTo>
                    <a:pt x="1313589" y="1491916"/>
                  </a:lnTo>
                  <a:lnTo>
                    <a:pt x="1313592" y="1491911"/>
                  </a:lnTo>
                  <a:lnTo>
                    <a:pt x="1313601" y="1491897"/>
                  </a:lnTo>
                  <a:lnTo>
                    <a:pt x="1313605" y="1491889"/>
                  </a:lnTo>
                  <a:lnTo>
                    <a:pt x="1313610" y="1491879"/>
                  </a:lnTo>
                  <a:lnTo>
                    <a:pt x="1313615" y="1491867"/>
                  </a:lnTo>
                  <a:lnTo>
                    <a:pt x="1313617" y="1491862"/>
                  </a:lnTo>
                  <a:lnTo>
                    <a:pt x="1313620" y="1491854"/>
                  </a:lnTo>
                  <a:lnTo>
                    <a:pt x="1313622" y="1491848"/>
                  </a:lnTo>
                  <a:lnTo>
                    <a:pt x="1313627" y="1491834"/>
                  </a:lnTo>
                  <a:lnTo>
                    <a:pt x="1313629" y="1491828"/>
                  </a:lnTo>
                  <a:lnTo>
                    <a:pt x="1313633" y="1491814"/>
                  </a:lnTo>
                  <a:lnTo>
                    <a:pt x="1313637" y="1491804"/>
                  </a:lnTo>
                  <a:lnTo>
                    <a:pt x="1313644" y="1491788"/>
                  </a:lnTo>
                  <a:lnTo>
                    <a:pt x="1313648" y="1491779"/>
                  </a:lnTo>
                  <a:lnTo>
                    <a:pt x="1313650" y="1491774"/>
                  </a:lnTo>
                  <a:lnTo>
                    <a:pt x="1313656" y="1491763"/>
                  </a:lnTo>
                  <a:lnTo>
                    <a:pt x="1313661" y="1491755"/>
                  </a:lnTo>
                  <a:lnTo>
                    <a:pt x="1313665" y="1491748"/>
                  </a:lnTo>
                  <a:lnTo>
                    <a:pt x="1313670" y="1491741"/>
                  </a:lnTo>
                  <a:lnTo>
                    <a:pt x="1313673" y="1491736"/>
                  </a:lnTo>
                  <a:lnTo>
                    <a:pt x="1313676" y="1491731"/>
                  </a:lnTo>
                  <a:lnTo>
                    <a:pt x="1313681" y="1491724"/>
                  </a:lnTo>
                  <a:lnTo>
                    <a:pt x="1313687" y="1491715"/>
                  </a:lnTo>
                  <a:lnTo>
                    <a:pt x="1313692" y="1491709"/>
                  </a:lnTo>
                  <a:lnTo>
                    <a:pt x="1313700" y="1491699"/>
                  </a:lnTo>
                  <a:lnTo>
                    <a:pt x="1313705" y="1491690"/>
                  </a:lnTo>
                  <a:lnTo>
                    <a:pt x="1313710" y="1491680"/>
                  </a:lnTo>
                  <a:lnTo>
                    <a:pt x="1313711" y="1491669"/>
                  </a:lnTo>
                  <a:lnTo>
                    <a:pt x="1313711" y="1491659"/>
                  </a:lnTo>
                  <a:lnTo>
                    <a:pt x="1313711" y="1491653"/>
                  </a:lnTo>
                  <a:lnTo>
                    <a:pt x="1313711" y="1491645"/>
                  </a:lnTo>
                  <a:lnTo>
                    <a:pt x="1313712" y="1491629"/>
                  </a:lnTo>
                  <a:lnTo>
                    <a:pt x="1313713" y="1491622"/>
                  </a:lnTo>
                  <a:lnTo>
                    <a:pt x="1313716" y="1491604"/>
                  </a:lnTo>
                  <a:lnTo>
                    <a:pt x="1313718" y="1491593"/>
                  </a:lnTo>
                  <a:lnTo>
                    <a:pt x="1313720" y="1491586"/>
                  </a:lnTo>
                  <a:lnTo>
                    <a:pt x="1313722" y="1491578"/>
                  </a:lnTo>
                  <a:lnTo>
                    <a:pt x="1313730" y="1491545"/>
                  </a:lnTo>
                  <a:lnTo>
                    <a:pt x="1313732" y="1491536"/>
                  </a:lnTo>
                  <a:lnTo>
                    <a:pt x="1313734" y="1491524"/>
                  </a:lnTo>
                  <a:lnTo>
                    <a:pt x="1313744" y="1491484"/>
                  </a:lnTo>
                  <a:lnTo>
                    <a:pt x="1313751" y="1491451"/>
                  </a:lnTo>
                  <a:lnTo>
                    <a:pt x="1313752" y="1491439"/>
                  </a:lnTo>
                  <a:lnTo>
                    <a:pt x="1313753" y="1491432"/>
                  </a:lnTo>
                  <a:lnTo>
                    <a:pt x="1313754" y="1491426"/>
                  </a:lnTo>
                  <a:lnTo>
                    <a:pt x="1313755" y="1491417"/>
                  </a:lnTo>
                  <a:lnTo>
                    <a:pt x="1313757" y="1491407"/>
                  </a:lnTo>
                  <a:lnTo>
                    <a:pt x="1313759" y="1491395"/>
                  </a:lnTo>
                  <a:lnTo>
                    <a:pt x="1313762" y="1491385"/>
                  </a:lnTo>
                  <a:lnTo>
                    <a:pt x="1313763" y="1491378"/>
                  </a:lnTo>
                  <a:lnTo>
                    <a:pt x="1313765" y="1491370"/>
                  </a:lnTo>
                  <a:lnTo>
                    <a:pt x="1313770" y="1491352"/>
                  </a:lnTo>
                  <a:lnTo>
                    <a:pt x="1313777" y="1491327"/>
                  </a:lnTo>
                  <a:lnTo>
                    <a:pt x="1313780" y="1491318"/>
                  </a:lnTo>
                  <a:lnTo>
                    <a:pt x="1313784" y="1491305"/>
                  </a:lnTo>
                  <a:lnTo>
                    <a:pt x="1313787" y="1491295"/>
                  </a:lnTo>
                  <a:lnTo>
                    <a:pt x="1313790" y="1491288"/>
                  </a:lnTo>
                  <a:lnTo>
                    <a:pt x="1313793" y="1491277"/>
                  </a:lnTo>
                  <a:lnTo>
                    <a:pt x="1313798" y="1491265"/>
                  </a:lnTo>
                  <a:lnTo>
                    <a:pt x="1313805" y="1491246"/>
                  </a:lnTo>
                  <a:lnTo>
                    <a:pt x="1313808" y="1491237"/>
                  </a:lnTo>
                  <a:lnTo>
                    <a:pt x="1313812" y="1491227"/>
                  </a:lnTo>
                  <a:lnTo>
                    <a:pt x="1313815" y="1491220"/>
                  </a:lnTo>
                  <a:lnTo>
                    <a:pt x="1313819" y="1491213"/>
                  </a:lnTo>
                  <a:lnTo>
                    <a:pt x="1313822" y="1491206"/>
                  </a:lnTo>
                  <a:lnTo>
                    <a:pt x="1313830" y="1491187"/>
                  </a:lnTo>
                  <a:lnTo>
                    <a:pt x="1313832" y="1491182"/>
                  </a:lnTo>
                  <a:lnTo>
                    <a:pt x="1313837" y="1491170"/>
                  </a:lnTo>
                  <a:lnTo>
                    <a:pt x="1313840" y="1491162"/>
                  </a:lnTo>
                  <a:lnTo>
                    <a:pt x="1313845" y="1491151"/>
                  </a:lnTo>
                  <a:lnTo>
                    <a:pt x="1313847" y="1491144"/>
                  </a:lnTo>
                  <a:lnTo>
                    <a:pt x="1313851" y="1491130"/>
                  </a:lnTo>
                  <a:lnTo>
                    <a:pt x="1313853" y="1491119"/>
                  </a:lnTo>
                  <a:lnTo>
                    <a:pt x="1313854" y="1491102"/>
                  </a:lnTo>
                  <a:lnTo>
                    <a:pt x="1313854" y="1491096"/>
                  </a:lnTo>
                  <a:lnTo>
                    <a:pt x="1313855" y="1491089"/>
                  </a:lnTo>
                  <a:lnTo>
                    <a:pt x="1313856" y="1491078"/>
                  </a:lnTo>
                  <a:lnTo>
                    <a:pt x="1313859" y="1491064"/>
                  </a:lnTo>
                  <a:lnTo>
                    <a:pt x="1313861" y="1491057"/>
                  </a:lnTo>
                  <a:lnTo>
                    <a:pt x="1313864" y="1491050"/>
                  </a:lnTo>
                  <a:lnTo>
                    <a:pt x="1313867" y="1491046"/>
                  </a:lnTo>
                  <a:lnTo>
                    <a:pt x="1313870" y="1491040"/>
                  </a:lnTo>
                  <a:lnTo>
                    <a:pt x="1313874" y="1491035"/>
                  </a:lnTo>
                  <a:lnTo>
                    <a:pt x="1313882" y="1491027"/>
                  </a:lnTo>
                  <a:lnTo>
                    <a:pt x="1313889" y="1491021"/>
                  </a:lnTo>
                  <a:lnTo>
                    <a:pt x="1313895" y="1491017"/>
                  </a:lnTo>
                  <a:lnTo>
                    <a:pt x="1313899" y="1491013"/>
                  </a:lnTo>
                  <a:lnTo>
                    <a:pt x="1313908" y="1491006"/>
                  </a:lnTo>
                  <a:lnTo>
                    <a:pt x="1313913" y="1491000"/>
                  </a:lnTo>
                  <a:lnTo>
                    <a:pt x="1313918" y="1490994"/>
                  </a:lnTo>
                  <a:lnTo>
                    <a:pt x="1313923" y="1490986"/>
                  </a:lnTo>
                  <a:lnTo>
                    <a:pt x="1313928" y="1490976"/>
                  </a:lnTo>
                  <a:lnTo>
                    <a:pt x="1313930" y="1490970"/>
                  </a:lnTo>
                  <a:lnTo>
                    <a:pt x="1313935" y="1490955"/>
                  </a:lnTo>
                  <a:lnTo>
                    <a:pt x="1313939" y="1490943"/>
                  </a:lnTo>
                  <a:lnTo>
                    <a:pt x="1313942" y="1490929"/>
                  </a:lnTo>
                  <a:lnTo>
                    <a:pt x="1313942" y="1490922"/>
                  </a:lnTo>
                  <a:lnTo>
                    <a:pt x="1313942" y="1490898"/>
                  </a:lnTo>
                  <a:lnTo>
                    <a:pt x="1313938" y="1490881"/>
                  </a:lnTo>
                  <a:lnTo>
                    <a:pt x="1313934" y="1490866"/>
                  </a:lnTo>
                  <a:lnTo>
                    <a:pt x="1313932" y="1490858"/>
                  </a:lnTo>
                  <a:lnTo>
                    <a:pt x="1313930" y="1490846"/>
                  </a:lnTo>
                  <a:lnTo>
                    <a:pt x="1313929" y="1490832"/>
                  </a:lnTo>
                  <a:lnTo>
                    <a:pt x="1313930" y="1490824"/>
                  </a:lnTo>
                  <a:lnTo>
                    <a:pt x="1313932" y="1490816"/>
                  </a:lnTo>
                  <a:lnTo>
                    <a:pt x="1313937" y="1490807"/>
                  </a:lnTo>
                  <a:lnTo>
                    <a:pt x="1313941" y="1490799"/>
                  </a:lnTo>
                  <a:lnTo>
                    <a:pt x="1313952" y="1490781"/>
                  </a:lnTo>
                  <a:lnTo>
                    <a:pt x="1313960" y="1490772"/>
                  </a:lnTo>
                  <a:lnTo>
                    <a:pt x="1313971" y="1490757"/>
                  </a:lnTo>
                  <a:lnTo>
                    <a:pt x="1313974" y="1490753"/>
                  </a:lnTo>
                  <a:lnTo>
                    <a:pt x="1313985" y="1490737"/>
                  </a:lnTo>
                  <a:lnTo>
                    <a:pt x="1313989" y="1490729"/>
                  </a:lnTo>
                  <a:lnTo>
                    <a:pt x="1313994" y="1490720"/>
                  </a:lnTo>
                  <a:lnTo>
                    <a:pt x="1313998" y="1490710"/>
                  </a:lnTo>
                  <a:lnTo>
                    <a:pt x="1314000" y="1490699"/>
                  </a:lnTo>
                  <a:lnTo>
                    <a:pt x="1314001" y="1490686"/>
                  </a:lnTo>
                  <a:lnTo>
                    <a:pt x="1314001" y="1490677"/>
                  </a:lnTo>
                  <a:lnTo>
                    <a:pt x="1313998" y="1490664"/>
                  </a:lnTo>
                  <a:lnTo>
                    <a:pt x="1313986" y="1490639"/>
                  </a:lnTo>
                  <a:lnTo>
                    <a:pt x="1313975" y="1490621"/>
                  </a:lnTo>
                  <a:lnTo>
                    <a:pt x="1313969" y="1490612"/>
                  </a:lnTo>
                  <a:lnTo>
                    <a:pt x="1313958" y="1490596"/>
                  </a:lnTo>
                  <a:lnTo>
                    <a:pt x="1313955" y="1490590"/>
                  </a:lnTo>
                  <a:lnTo>
                    <a:pt x="1313952" y="1490583"/>
                  </a:lnTo>
                  <a:lnTo>
                    <a:pt x="1313946" y="1490569"/>
                  </a:lnTo>
                  <a:lnTo>
                    <a:pt x="1313939" y="1490552"/>
                  </a:lnTo>
                  <a:lnTo>
                    <a:pt x="1313935" y="1490528"/>
                  </a:lnTo>
                  <a:lnTo>
                    <a:pt x="1313932" y="1490509"/>
                  </a:lnTo>
                  <a:lnTo>
                    <a:pt x="1313931" y="1490502"/>
                  </a:lnTo>
                  <a:lnTo>
                    <a:pt x="1313930" y="1490482"/>
                  </a:lnTo>
                  <a:lnTo>
                    <a:pt x="1313930" y="1490468"/>
                  </a:lnTo>
                  <a:lnTo>
                    <a:pt x="1313930" y="1490462"/>
                  </a:lnTo>
                  <a:lnTo>
                    <a:pt x="1313930" y="1490456"/>
                  </a:lnTo>
                  <a:lnTo>
                    <a:pt x="1313930" y="1490450"/>
                  </a:lnTo>
                  <a:lnTo>
                    <a:pt x="1313931" y="1490424"/>
                  </a:lnTo>
                  <a:lnTo>
                    <a:pt x="1313935" y="1490408"/>
                  </a:lnTo>
                  <a:lnTo>
                    <a:pt x="1313937" y="1490399"/>
                  </a:lnTo>
                  <a:lnTo>
                    <a:pt x="1313940" y="1490390"/>
                  </a:lnTo>
                  <a:lnTo>
                    <a:pt x="1313945" y="1490374"/>
                  </a:lnTo>
                  <a:lnTo>
                    <a:pt x="1313955" y="1490353"/>
                  </a:lnTo>
                  <a:lnTo>
                    <a:pt x="1313963" y="1490338"/>
                  </a:lnTo>
                  <a:lnTo>
                    <a:pt x="1313966" y="1490333"/>
                  </a:lnTo>
                  <a:lnTo>
                    <a:pt x="1313972" y="1490324"/>
                  </a:lnTo>
                  <a:lnTo>
                    <a:pt x="1313974" y="1490320"/>
                  </a:lnTo>
                  <a:lnTo>
                    <a:pt x="1313980" y="1490311"/>
                  </a:lnTo>
                  <a:lnTo>
                    <a:pt x="1313991" y="1490295"/>
                  </a:lnTo>
                  <a:lnTo>
                    <a:pt x="1313998" y="1490284"/>
                  </a:lnTo>
                  <a:lnTo>
                    <a:pt x="1314004" y="1490275"/>
                  </a:lnTo>
                  <a:lnTo>
                    <a:pt x="1314017" y="1490258"/>
                  </a:lnTo>
                  <a:lnTo>
                    <a:pt x="1314026" y="1490245"/>
                  </a:lnTo>
                  <a:lnTo>
                    <a:pt x="1314033" y="1490234"/>
                  </a:lnTo>
                  <a:lnTo>
                    <a:pt x="1314042" y="1490219"/>
                  </a:lnTo>
                  <a:lnTo>
                    <a:pt x="1314044" y="1490215"/>
                  </a:lnTo>
                  <a:lnTo>
                    <a:pt x="1314048" y="1490207"/>
                  </a:lnTo>
                  <a:lnTo>
                    <a:pt x="1314050" y="1490201"/>
                  </a:lnTo>
                  <a:lnTo>
                    <a:pt x="1314052" y="1490195"/>
                  </a:lnTo>
                  <a:lnTo>
                    <a:pt x="1314054" y="1490190"/>
                  </a:lnTo>
                  <a:lnTo>
                    <a:pt x="1314058" y="1490178"/>
                  </a:lnTo>
                  <a:lnTo>
                    <a:pt x="1314064" y="1490170"/>
                  </a:lnTo>
                  <a:lnTo>
                    <a:pt x="1314071" y="1490161"/>
                  </a:lnTo>
                  <a:lnTo>
                    <a:pt x="1314085" y="1490148"/>
                  </a:lnTo>
                  <a:lnTo>
                    <a:pt x="1314102" y="1490132"/>
                  </a:lnTo>
                  <a:lnTo>
                    <a:pt x="1314107" y="1490126"/>
                  </a:lnTo>
                  <a:lnTo>
                    <a:pt x="1314111" y="1490121"/>
                  </a:lnTo>
                  <a:lnTo>
                    <a:pt x="1314114" y="1490116"/>
                  </a:lnTo>
                  <a:lnTo>
                    <a:pt x="1314118" y="1490109"/>
                  </a:lnTo>
                  <a:lnTo>
                    <a:pt x="1314120" y="1490103"/>
                  </a:lnTo>
                  <a:lnTo>
                    <a:pt x="1314121" y="1490096"/>
                  </a:lnTo>
                  <a:lnTo>
                    <a:pt x="1314121" y="1490081"/>
                  </a:lnTo>
                  <a:lnTo>
                    <a:pt x="1314119" y="1490061"/>
                  </a:lnTo>
                  <a:lnTo>
                    <a:pt x="1314117" y="1490043"/>
                  </a:lnTo>
                  <a:lnTo>
                    <a:pt x="1314116" y="1490027"/>
                  </a:lnTo>
                  <a:lnTo>
                    <a:pt x="1314114" y="1490007"/>
                  </a:lnTo>
                  <a:lnTo>
                    <a:pt x="1314115" y="1489993"/>
                  </a:lnTo>
                  <a:lnTo>
                    <a:pt x="1314116" y="1489983"/>
                  </a:lnTo>
                  <a:lnTo>
                    <a:pt x="1314120" y="1489972"/>
                  </a:lnTo>
                  <a:lnTo>
                    <a:pt x="1314122" y="1489967"/>
                  </a:lnTo>
                  <a:lnTo>
                    <a:pt x="1314126" y="1489961"/>
                  </a:lnTo>
                  <a:lnTo>
                    <a:pt x="1314125" y="1489955"/>
                  </a:lnTo>
                  <a:lnTo>
                    <a:pt x="1314118" y="1489924"/>
                  </a:lnTo>
                  <a:lnTo>
                    <a:pt x="1314108" y="1489908"/>
                  </a:lnTo>
                  <a:lnTo>
                    <a:pt x="1314096" y="1489894"/>
                  </a:lnTo>
                  <a:lnTo>
                    <a:pt x="1314085" y="1489878"/>
                  </a:lnTo>
                  <a:lnTo>
                    <a:pt x="1314078" y="1489862"/>
                  </a:lnTo>
                  <a:lnTo>
                    <a:pt x="1314070" y="1489842"/>
                  </a:lnTo>
                  <a:lnTo>
                    <a:pt x="1314064" y="1489821"/>
                  </a:lnTo>
                  <a:lnTo>
                    <a:pt x="1314051" y="1489807"/>
                  </a:lnTo>
                  <a:lnTo>
                    <a:pt x="1314028" y="1489792"/>
                  </a:lnTo>
                  <a:lnTo>
                    <a:pt x="1314011" y="1489781"/>
                  </a:lnTo>
                  <a:lnTo>
                    <a:pt x="1313999" y="1489766"/>
                  </a:lnTo>
                  <a:lnTo>
                    <a:pt x="1313996" y="1489760"/>
                  </a:lnTo>
                  <a:lnTo>
                    <a:pt x="1313994" y="1489752"/>
                  </a:lnTo>
                  <a:lnTo>
                    <a:pt x="1313989" y="1489736"/>
                  </a:lnTo>
                  <a:lnTo>
                    <a:pt x="1313987" y="1489721"/>
                  </a:lnTo>
                  <a:lnTo>
                    <a:pt x="1313992" y="1489709"/>
                  </a:lnTo>
                  <a:lnTo>
                    <a:pt x="1313999" y="1489699"/>
                  </a:lnTo>
                  <a:lnTo>
                    <a:pt x="1314001" y="1489686"/>
                  </a:lnTo>
                  <a:lnTo>
                    <a:pt x="1313991" y="1489669"/>
                  </a:lnTo>
                  <a:lnTo>
                    <a:pt x="1313986" y="1489662"/>
                  </a:lnTo>
                  <a:lnTo>
                    <a:pt x="1313981" y="1489651"/>
                  </a:lnTo>
                  <a:lnTo>
                    <a:pt x="1313981" y="1489635"/>
                  </a:lnTo>
                  <a:lnTo>
                    <a:pt x="1313985" y="1489623"/>
                  </a:lnTo>
                  <a:lnTo>
                    <a:pt x="1313998" y="1489603"/>
                  </a:lnTo>
                  <a:lnTo>
                    <a:pt x="1314003" y="1489587"/>
                  </a:lnTo>
                  <a:lnTo>
                    <a:pt x="1313992" y="1489557"/>
                  </a:lnTo>
                  <a:lnTo>
                    <a:pt x="1313990" y="1489519"/>
                  </a:lnTo>
                  <a:lnTo>
                    <a:pt x="1313987" y="1489486"/>
                  </a:lnTo>
                  <a:lnTo>
                    <a:pt x="1313982" y="1489465"/>
                  </a:lnTo>
                  <a:lnTo>
                    <a:pt x="1313978" y="1489450"/>
                  </a:lnTo>
                  <a:lnTo>
                    <a:pt x="1313971" y="1489439"/>
                  </a:lnTo>
                  <a:lnTo>
                    <a:pt x="1313963" y="1489431"/>
                  </a:lnTo>
                  <a:lnTo>
                    <a:pt x="1313946" y="1489419"/>
                  </a:lnTo>
                  <a:lnTo>
                    <a:pt x="1313930" y="1489410"/>
                  </a:lnTo>
                  <a:lnTo>
                    <a:pt x="1313917" y="1489407"/>
                  </a:lnTo>
                  <a:lnTo>
                    <a:pt x="1313911" y="1489411"/>
                  </a:lnTo>
                  <a:lnTo>
                    <a:pt x="1313891" y="1489422"/>
                  </a:lnTo>
                  <a:lnTo>
                    <a:pt x="1313878" y="1489428"/>
                  </a:lnTo>
                  <a:lnTo>
                    <a:pt x="1313859" y="1489430"/>
                  </a:lnTo>
                  <a:lnTo>
                    <a:pt x="1313847" y="1489430"/>
                  </a:lnTo>
                  <a:lnTo>
                    <a:pt x="1313836" y="1489428"/>
                  </a:lnTo>
                  <a:lnTo>
                    <a:pt x="1313826" y="1489425"/>
                  </a:lnTo>
                  <a:lnTo>
                    <a:pt x="1313814" y="1489416"/>
                  </a:lnTo>
                  <a:lnTo>
                    <a:pt x="1313805" y="1489407"/>
                  </a:lnTo>
                  <a:lnTo>
                    <a:pt x="1313798" y="1489394"/>
                  </a:lnTo>
                  <a:lnTo>
                    <a:pt x="1313786" y="1489375"/>
                  </a:lnTo>
                  <a:lnTo>
                    <a:pt x="1313779" y="1489364"/>
                  </a:lnTo>
                  <a:lnTo>
                    <a:pt x="1313773" y="1489357"/>
                  </a:lnTo>
                  <a:lnTo>
                    <a:pt x="1313763" y="1489353"/>
                  </a:lnTo>
                  <a:lnTo>
                    <a:pt x="1313749" y="1489353"/>
                  </a:lnTo>
                  <a:lnTo>
                    <a:pt x="1313734" y="1489365"/>
                  </a:lnTo>
                  <a:lnTo>
                    <a:pt x="1313728" y="1489353"/>
                  </a:lnTo>
                  <a:lnTo>
                    <a:pt x="1313721" y="1489346"/>
                  </a:lnTo>
                  <a:lnTo>
                    <a:pt x="1313706" y="1489331"/>
                  </a:lnTo>
                  <a:lnTo>
                    <a:pt x="1313688" y="1489315"/>
                  </a:lnTo>
                  <a:lnTo>
                    <a:pt x="1313676" y="1489300"/>
                  </a:lnTo>
                  <a:lnTo>
                    <a:pt x="1313662" y="1489285"/>
                  </a:lnTo>
                  <a:lnTo>
                    <a:pt x="1313650" y="1489262"/>
                  </a:lnTo>
                  <a:lnTo>
                    <a:pt x="1313644" y="1489245"/>
                  </a:lnTo>
                  <a:lnTo>
                    <a:pt x="1313638" y="1489223"/>
                  </a:lnTo>
                  <a:lnTo>
                    <a:pt x="1313635" y="1489212"/>
                  </a:lnTo>
                  <a:lnTo>
                    <a:pt x="1313630" y="1489210"/>
                  </a:lnTo>
                  <a:lnTo>
                    <a:pt x="1313594" y="1489204"/>
                  </a:lnTo>
                  <a:lnTo>
                    <a:pt x="1313581" y="1489202"/>
                  </a:lnTo>
                  <a:lnTo>
                    <a:pt x="1313569" y="1489204"/>
                  </a:lnTo>
                  <a:lnTo>
                    <a:pt x="1313535" y="1489209"/>
                  </a:lnTo>
                  <a:lnTo>
                    <a:pt x="1313529" y="1489209"/>
                  </a:lnTo>
                  <a:lnTo>
                    <a:pt x="1313522" y="1489208"/>
                  </a:lnTo>
                  <a:lnTo>
                    <a:pt x="1313515" y="1489206"/>
                  </a:lnTo>
                  <a:lnTo>
                    <a:pt x="1313502" y="1489202"/>
                  </a:lnTo>
                  <a:lnTo>
                    <a:pt x="1313489" y="1489199"/>
                  </a:lnTo>
                  <a:lnTo>
                    <a:pt x="1313476" y="1489200"/>
                  </a:lnTo>
                  <a:lnTo>
                    <a:pt x="1313470" y="1489203"/>
                  </a:lnTo>
                  <a:lnTo>
                    <a:pt x="1313465" y="1489205"/>
                  </a:lnTo>
                  <a:lnTo>
                    <a:pt x="1313461" y="1489210"/>
                  </a:lnTo>
                  <a:lnTo>
                    <a:pt x="1313451" y="1489222"/>
                  </a:lnTo>
                  <a:lnTo>
                    <a:pt x="1313437" y="1489240"/>
                  </a:lnTo>
                  <a:lnTo>
                    <a:pt x="1313423" y="1489260"/>
                  </a:lnTo>
                  <a:lnTo>
                    <a:pt x="1313409" y="1489278"/>
                  </a:lnTo>
                  <a:lnTo>
                    <a:pt x="1313405" y="1489286"/>
                  </a:lnTo>
                  <a:lnTo>
                    <a:pt x="1313399" y="1489290"/>
                  </a:lnTo>
                  <a:lnTo>
                    <a:pt x="1313378" y="1489293"/>
                  </a:lnTo>
                  <a:lnTo>
                    <a:pt x="1313364" y="1489297"/>
                  </a:lnTo>
                  <a:lnTo>
                    <a:pt x="1313354" y="1489302"/>
                  </a:lnTo>
                  <a:lnTo>
                    <a:pt x="1313345" y="1489312"/>
                  </a:lnTo>
                  <a:lnTo>
                    <a:pt x="1313340" y="1489329"/>
                  </a:lnTo>
                  <a:lnTo>
                    <a:pt x="1313337" y="1489344"/>
                  </a:lnTo>
                  <a:lnTo>
                    <a:pt x="1313334" y="1489359"/>
                  </a:lnTo>
                  <a:lnTo>
                    <a:pt x="1313328" y="1489371"/>
                  </a:lnTo>
                  <a:lnTo>
                    <a:pt x="1313318" y="1489381"/>
                  </a:lnTo>
                  <a:lnTo>
                    <a:pt x="1313312" y="1489387"/>
                  </a:lnTo>
                  <a:lnTo>
                    <a:pt x="1313303" y="1489398"/>
                  </a:lnTo>
                  <a:lnTo>
                    <a:pt x="1313301" y="1489405"/>
                  </a:lnTo>
                  <a:lnTo>
                    <a:pt x="1313300" y="1489412"/>
                  </a:lnTo>
                  <a:lnTo>
                    <a:pt x="1313303" y="1489429"/>
                  </a:lnTo>
                  <a:lnTo>
                    <a:pt x="1313309" y="1489454"/>
                  </a:lnTo>
                  <a:lnTo>
                    <a:pt x="1313289" y="1489452"/>
                  </a:lnTo>
                  <a:lnTo>
                    <a:pt x="1313277" y="1489455"/>
                  </a:lnTo>
                  <a:lnTo>
                    <a:pt x="1313266" y="1489457"/>
                  </a:lnTo>
                  <a:lnTo>
                    <a:pt x="1313258" y="1489454"/>
                  </a:lnTo>
                  <a:lnTo>
                    <a:pt x="1313247" y="1489451"/>
                  </a:lnTo>
                  <a:lnTo>
                    <a:pt x="1313233" y="1489447"/>
                  </a:lnTo>
                  <a:lnTo>
                    <a:pt x="1313226" y="1489443"/>
                  </a:lnTo>
                  <a:lnTo>
                    <a:pt x="1313219" y="1489437"/>
                  </a:lnTo>
                  <a:lnTo>
                    <a:pt x="1313212" y="1489429"/>
                  </a:lnTo>
                  <a:lnTo>
                    <a:pt x="1313202" y="1489419"/>
                  </a:lnTo>
                  <a:lnTo>
                    <a:pt x="1313192" y="1489412"/>
                  </a:lnTo>
                  <a:lnTo>
                    <a:pt x="1313180" y="1489405"/>
                  </a:lnTo>
                  <a:lnTo>
                    <a:pt x="1313162" y="1489401"/>
                  </a:lnTo>
                  <a:lnTo>
                    <a:pt x="1313148" y="1489398"/>
                  </a:lnTo>
                  <a:lnTo>
                    <a:pt x="1313138" y="1489394"/>
                  </a:lnTo>
                  <a:lnTo>
                    <a:pt x="1313125" y="1489388"/>
                  </a:lnTo>
                  <a:lnTo>
                    <a:pt x="1313112" y="1489381"/>
                  </a:lnTo>
                  <a:lnTo>
                    <a:pt x="1313103" y="1489375"/>
                  </a:lnTo>
                  <a:lnTo>
                    <a:pt x="1313097" y="1489369"/>
                  </a:lnTo>
                  <a:lnTo>
                    <a:pt x="1313092" y="1489362"/>
                  </a:lnTo>
                  <a:lnTo>
                    <a:pt x="1313086" y="1489356"/>
                  </a:lnTo>
                  <a:lnTo>
                    <a:pt x="1313074" y="1489348"/>
                  </a:lnTo>
                  <a:lnTo>
                    <a:pt x="1313057" y="1489339"/>
                  </a:lnTo>
                  <a:lnTo>
                    <a:pt x="1313040" y="1489329"/>
                  </a:lnTo>
                  <a:lnTo>
                    <a:pt x="1313028" y="1489321"/>
                  </a:lnTo>
                  <a:lnTo>
                    <a:pt x="1313013" y="1489309"/>
                  </a:lnTo>
                  <a:lnTo>
                    <a:pt x="1313001" y="1489298"/>
                  </a:lnTo>
                  <a:lnTo>
                    <a:pt x="1312987" y="1489282"/>
                  </a:lnTo>
                  <a:lnTo>
                    <a:pt x="1312977" y="1489268"/>
                  </a:lnTo>
                  <a:lnTo>
                    <a:pt x="1312964" y="1489257"/>
                  </a:lnTo>
                  <a:lnTo>
                    <a:pt x="1312959" y="1489251"/>
                  </a:lnTo>
                  <a:lnTo>
                    <a:pt x="1312944" y="1489244"/>
                  </a:lnTo>
                  <a:lnTo>
                    <a:pt x="1312926" y="1489241"/>
                  </a:lnTo>
                  <a:lnTo>
                    <a:pt x="1312912" y="1489240"/>
                  </a:lnTo>
                  <a:lnTo>
                    <a:pt x="1312899" y="1489242"/>
                  </a:lnTo>
                  <a:lnTo>
                    <a:pt x="1312879" y="1489245"/>
                  </a:lnTo>
                  <a:lnTo>
                    <a:pt x="1312850" y="1489250"/>
                  </a:lnTo>
                  <a:lnTo>
                    <a:pt x="1312837" y="1489252"/>
                  </a:lnTo>
                  <a:lnTo>
                    <a:pt x="1312827" y="1489257"/>
                  </a:lnTo>
                  <a:lnTo>
                    <a:pt x="1312820" y="1489263"/>
                  </a:lnTo>
                  <a:lnTo>
                    <a:pt x="1312815" y="1489269"/>
                  </a:lnTo>
                  <a:lnTo>
                    <a:pt x="1312813" y="1489275"/>
                  </a:lnTo>
                  <a:lnTo>
                    <a:pt x="1312812" y="1489283"/>
                  </a:lnTo>
                  <a:lnTo>
                    <a:pt x="1312812" y="1489294"/>
                  </a:lnTo>
                  <a:lnTo>
                    <a:pt x="1312813" y="1489304"/>
                  </a:lnTo>
                  <a:lnTo>
                    <a:pt x="1312817" y="1489328"/>
                  </a:lnTo>
                  <a:lnTo>
                    <a:pt x="1312825" y="1489361"/>
                  </a:lnTo>
                  <a:lnTo>
                    <a:pt x="1312828" y="1489377"/>
                  </a:lnTo>
                  <a:lnTo>
                    <a:pt x="1312828" y="1489383"/>
                  </a:lnTo>
                  <a:lnTo>
                    <a:pt x="1312825" y="1489390"/>
                  </a:lnTo>
                  <a:lnTo>
                    <a:pt x="1312820" y="1489395"/>
                  </a:lnTo>
                  <a:lnTo>
                    <a:pt x="1312807" y="1489400"/>
                  </a:lnTo>
                  <a:lnTo>
                    <a:pt x="1312802" y="1489402"/>
                  </a:lnTo>
                  <a:lnTo>
                    <a:pt x="1312792" y="1489406"/>
                  </a:lnTo>
                  <a:lnTo>
                    <a:pt x="1312783" y="1489407"/>
                  </a:lnTo>
                  <a:lnTo>
                    <a:pt x="1312776" y="1489407"/>
                  </a:lnTo>
                  <a:lnTo>
                    <a:pt x="1312769" y="1489404"/>
                  </a:lnTo>
                  <a:lnTo>
                    <a:pt x="1312761" y="1489400"/>
                  </a:lnTo>
                  <a:lnTo>
                    <a:pt x="1312754" y="1489399"/>
                  </a:lnTo>
                  <a:lnTo>
                    <a:pt x="1312749" y="1489401"/>
                  </a:lnTo>
                  <a:lnTo>
                    <a:pt x="1312744" y="1489406"/>
                  </a:lnTo>
                  <a:lnTo>
                    <a:pt x="1312740" y="1489412"/>
                  </a:lnTo>
                  <a:lnTo>
                    <a:pt x="1312737" y="1489422"/>
                  </a:lnTo>
                  <a:lnTo>
                    <a:pt x="1312732" y="1489436"/>
                  </a:lnTo>
                  <a:lnTo>
                    <a:pt x="1312725" y="1489451"/>
                  </a:lnTo>
                  <a:lnTo>
                    <a:pt x="1312719" y="1489459"/>
                  </a:lnTo>
                  <a:lnTo>
                    <a:pt x="1312708" y="1489468"/>
                  </a:lnTo>
                  <a:lnTo>
                    <a:pt x="1312694" y="1489470"/>
                  </a:lnTo>
                  <a:lnTo>
                    <a:pt x="1312683" y="1489471"/>
                  </a:lnTo>
                  <a:lnTo>
                    <a:pt x="1312671" y="1489473"/>
                  </a:lnTo>
                  <a:lnTo>
                    <a:pt x="1312662" y="1489477"/>
                  </a:lnTo>
                  <a:lnTo>
                    <a:pt x="1312645" y="1489486"/>
                  </a:lnTo>
                  <a:lnTo>
                    <a:pt x="1312636" y="1489493"/>
                  </a:lnTo>
                  <a:lnTo>
                    <a:pt x="1312617" y="1489504"/>
                  </a:lnTo>
                  <a:lnTo>
                    <a:pt x="1312610" y="1489507"/>
                  </a:lnTo>
                  <a:lnTo>
                    <a:pt x="1312598" y="1489512"/>
                  </a:lnTo>
                  <a:lnTo>
                    <a:pt x="1312585" y="1489515"/>
                  </a:lnTo>
                  <a:lnTo>
                    <a:pt x="1312493" y="1489526"/>
                  </a:lnTo>
                  <a:lnTo>
                    <a:pt x="1312473" y="1489584"/>
                  </a:lnTo>
                  <a:lnTo>
                    <a:pt x="1312465" y="1489597"/>
                  </a:lnTo>
                  <a:lnTo>
                    <a:pt x="1312453" y="1489612"/>
                  </a:lnTo>
                  <a:lnTo>
                    <a:pt x="1312442" y="1489622"/>
                  </a:lnTo>
                  <a:lnTo>
                    <a:pt x="1312427" y="1489637"/>
                  </a:lnTo>
                  <a:lnTo>
                    <a:pt x="1312406" y="1489661"/>
                  </a:lnTo>
                  <a:lnTo>
                    <a:pt x="1312392" y="1489681"/>
                  </a:lnTo>
                  <a:lnTo>
                    <a:pt x="1312374" y="1489687"/>
                  </a:lnTo>
                  <a:lnTo>
                    <a:pt x="1312367" y="1489693"/>
                  </a:lnTo>
                  <a:lnTo>
                    <a:pt x="1312361" y="1489702"/>
                  </a:lnTo>
                  <a:lnTo>
                    <a:pt x="1312359" y="1489708"/>
                  </a:lnTo>
                  <a:lnTo>
                    <a:pt x="1312357" y="1489718"/>
                  </a:lnTo>
                  <a:lnTo>
                    <a:pt x="1312355" y="1489733"/>
                  </a:lnTo>
                  <a:lnTo>
                    <a:pt x="1312348" y="1489741"/>
                  </a:lnTo>
                  <a:lnTo>
                    <a:pt x="1312337" y="1489750"/>
                  </a:lnTo>
                  <a:lnTo>
                    <a:pt x="1312318" y="1489759"/>
                  </a:lnTo>
                  <a:lnTo>
                    <a:pt x="1312306" y="1489759"/>
                  </a:lnTo>
                  <a:lnTo>
                    <a:pt x="1312300" y="1489760"/>
                  </a:lnTo>
                  <a:lnTo>
                    <a:pt x="1312277" y="1489766"/>
                  </a:lnTo>
                  <a:lnTo>
                    <a:pt x="1312256" y="1489776"/>
                  </a:lnTo>
                  <a:lnTo>
                    <a:pt x="1312251" y="1489780"/>
                  </a:lnTo>
                  <a:lnTo>
                    <a:pt x="1312227" y="1489793"/>
                  </a:lnTo>
                  <a:lnTo>
                    <a:pt x="1312195" y="1489787"/>
                  </a:lnTo>
                  <a:lnTo>
                    <a:pt x="1312170" y="1489793"/>
                  </a:lnTo>
                  <a:lnTo>
                    <a:pt x="1312154" y="1489805"/>
                  </a:lnTo>
                  <a:lnTo>
                    <a:pt x="1312123" y="1489844"/>
                  </a:lnTo>
                  <a:lnTo>
                    <a:pt x="1312085" y="1489874"/>
                  </a:lnTo>
                  <a:lnTo>
                    <a:pt x="1312025" y="1489930"/>
                  </a:lnTo>
                  <a:lnTo>
                    <a:pt x="1311991" y="1489956"/>
                  </a:lnTo>
                  <a:lnTo>
                    <a:pt x="1311954" y="1489982"/>
                  </a:lnTo>
                  <a:lnTo>
                    <a:pt x="1311934" y="1489982"/>
                  </a:lnTo>
                  <a:lnTo>
                    <a:pt x="1311930" y="1489979"/>
                  </a:lnTo>
                  <a:lnTo>
                    <a:pt x="1311907" y="1489953"/>
                  </a:lnTo>
                  <a:lnTo>
                    <a:pt x="1311874" y="1489908"/>
                  </a:lnTo>
                  <a:lnTo>
                    <a:pt x="1311843" y="1489875"/>
                  </a:lnTo>
                  <a:lnTo>
                    <a:pt x="1311830" y="1489866"/>
                  </a:lnTo>
                  <a:lnTo>
                    <a:pt x="1311808" y="1489851"/>
                  </a:lnTo>
                  <a:lnTo>
                    <a:pt x="1311801" y="1489846"/>
                  </a:lnTo>
                  <a:lnTo>
                    <a:pt x="1311786" y="1489839"/>
                  </a:lnTo>
                  <a:lnTo>
                    <a:pt x="1311769" y="1489833"/>
                  </a:lnTo>
                  <a:lnTo>
                    <a:pt x="1311758" y="1489832"/>
                  </a:lnTo>
                  <a:lnTo>
                    <a:pt x="1311750" y="1489834"/>
                  </a:lnTo>
                  <a:lnTo>
                    <a:pt x="1311735" y="1489842"/>
                  </a:lnTo>
                  <a:lnTo>
                    <a:pt x="1311729" y="1489846"/>
                  </a:lnTo>
                  <a:lnTo>
                    <a:pt x="1311723" y="1489852"/>
                  </a:lnTo>
                  <a:lnTo>
                    <a:pt x="1311716" y="1489862"/>
                  </a:lnTo>
                  <a:lnTo>
                    <a:pt x="1311707" y="1489878"/>
                  </a:lnTo>
                  <a:lnTo>
                    <a:pt x="1311700" y="1489889"/>
                  </a:lnTo>
                  <a:lnTo>
                    <a:pt x="1311691" y="1489899"/>
                  </a:lnTo>
                  <a:lnTo>
                    <a:pt x="1311684" y="1489902"/>
                  </a:lnTo>
                  <a:lnTo>
                    <a:pt x="1311677" y="1489906"/>
                  </a:lnTo>
                  <a:lnTo>
                    <a:pt x="1311666" y="1489912"/>
                  </a:lnTo>
                  <a:lnTo>
                    <a:pt x="1311644" y="1489927"/>
                  </a:lnTo>
                  <a:lnTo>
                    <a:pt x="1311627" y="1489939"/>
                  </a:lnTo>
                  <a:lnTo>
                    <a:pt x="1311616" y="1489941"/>
                  </a:lnTo>
                  <a:lnTo>
                    <a:pt x="1311598" y="1489941"/>
                  </a:lnTo>
                  <a:lnTo>
                    <a:pt x="1311584" y="1489944"/>
                  </a:lnTo>
                  <a:lnTo>
                    <a:pt x="1311570" y="1489949"/>
                  </a:lnTo>
                  <a:lnTo>
                    <a:pt x="1311555" y="1489956"/>
                  </a:lnTo>
                  <a:lnTo>
                    <a:pt x="1311537" y="1489965"/>
                  </a:lnTo>
                  <a:lnTo>
                    <a:pt x="1311519" y="1489975"/>
                  </a:lnTo>
                  <a:lnTo>
                    <a:pt x="1311489" y="1489998"/>
                  </a:lnTo>
                  <a:lnTo>
                    <a:pt x="1311475" y="1490006"/>
                  </a:lnTo>
                  <a:lnTo>
                    <a:pt x="1311469" y="1490008"/>
                  </a:lnTo>
                  <a:lnTo>
                    <a:pt x="1311457" y="1490004"/>
                  </a:lnTo>
                  <a:lnTo>
                    <a:pt x="1311445" y="1490002"/>
                  </a:lnTo>
                  <a:lnTo>
                    <a:pt x="1311432" y="1490001"/>
                  </a:lnTo>
                  <a:lnTo>
                    <a:pt x="1311411" y="1490002"/>
                  </a:lnTo>
                  <a:lnTo>
                    <a:pt x="1311383" y="1490003"/>
                  </a:lnTo>
                  <a:lnTo>
                    <a:pt x="1311365" y="1490002"/>
                  </a:lnTo>
                  <a:lnTo>
                    <a:pt x="1311352" y="1490001"/>
                  </a:lnTo>
                  <a:lnTo>
                    <a:pt x="1311338" y="1490002"/>
                  </a:lnTo>
                  <a:lnTo>
                    <a:pt x="1311320" y="1490006"/>
                  </a:lnTo>
                  <a:lnTo>
                    <a:pt x="1311291" y="1490014"/>
                  </a:lnTo>
                  <a:lnTo>
                    <a:pt x="1311264" y="1490024"/>
                  </a:lnTo>
                  <a:lnTo>
                    <a:pt x="1311249" y="1490032"/>
                  </a:lnTo>
                  <a:lnTo>
                    <a:pt x="1311238" y="1490039"/>
                  </a:lnTo>
                  <a:lnTo>
                    <a:pt x="1311223" y="1490044"/>
                  </a:lnTo>
                  <a:lnTo>
                    <a:pt x="1311211" y="1490048"/>
                  </a:lnTo>
                  <a:lnTo>
                    <a:pt x="1311185" y="1490054"/>
                  </a:lnTo>
                  <a:lnTo>
                    <a:pt x="1311166" y="1490060"/>
                  </a:lnTo>
                  <a:lnTo>
                    <a:pt x="1311156" y="1490063"/>
                  </a:lnTo>
                  <a:lnTo>
                    <a:pt x="1311143" y="1490069"/>
                  </a:lnTo>
                  <a:lnTo>
                    <a:pt x="1311134" y="1490076"/>
                  </a:lnTo>
                  <a:lnTo>
                    <a:pt x="1311122" y="1490086"/>
                  </a:lnTo>
                  <a:lnTo>
                    <a:pt x="1311115" y="1490091"/>
                  </a:lnTo>
                  <a:lnTo>
                    <a:pt x="1311111" y="1490092"/>
                  </a:lnTo>
                  <a:lnTo>
                    <a:pt x="1311103" y="1490092"/>
                  </a:lnTo>
                  <a:lnTo>
                    <a:pt x="1311080" y="1490087"/>
                  </a:lnTo>
                  <a:lnTo>
                    <a:pt x="1311058" y="1490082"/>
                  </a:lnTo>
                  <a:lnTo>
                    <a:pt x="1311043" y="1490085"/>
                  </a:lnTo>
                  <a:lnTo>
                    <a:pt x="1311031" y="1490085"/>
                  </a:lnTo>
                  <a:lnTo>
                    <a:pt x="1311012" y="1490092"/>
                  </a:lnTo>
                  <a:lnTo>
                    <a:pt x="1310990" y="1490101"/>
                  </a:lnTo>
                  <a:lnTo>
                    <a:pt x="1310972" y="1490110"/>
                  </a:lnTo>
                  <a:lnTo>
                    <a:pt x="1310960" y="1490117"/>
                  </a:lnTo>
                  <a:lnTo>
                    <a:pt x="1310950" y="1490122"/>
                  </a:lnTo>
                  <a:lnTo>
                    <a:pt x="1310930" y="1490132"/>
                  </a:lnTo>
                  <a:lnTo>
                    <a:pt x="1310916" y="1490144"/>
                  </a:lnTo>
                  <a:lnTo>
                    <a:pt x="1310902" y="1490158"/>
                  </a:lnTo>
                  <a:lnTo>
                    <a:pt x="1310892" y="1490171"/>
                  </a:lnTo>
                  <a:lnTo>
                    <a:pt x="1310884" y="1490181"/>
                  </a:lnTo>
                  <a:lnTo>
                    <a:pt x="1310874" y="1490195"/>
                  </a:lnTo>
                  <a:lnTo>
                    <a:pt x="1310861" y="1490214"/>
                  </a:lnTo>
                  <a:lnTo>
                    <a:pt x="1310846" y="1490231"/>
                  </a:lnTo>
                  <a:lnTo>
                    <a:pt x="1310837" y="1490239"/>
                  </a:lnTo>
                  <a:lnTo>
                    <a:pt x="1310827" y="1490240"/>
                  </a:lnTo>
                  <a:lnTo>
                    <a:pt x="1310816" y="1490238"/>
                  </a:lnTo>
                  <a:lnTo>
                    <a:pt x="1310807" y="1490233"/>
                  </a:lnTo>
                  <a:lnTo>
                    <a:pt x="1310791" y="1490225"/>
                  </a:lnTo>
                  <a:lnTo>
                    <a:pt x="1310779" y="1490223"/>
                  </a:lnTo>
                  <a:lnTo>
                    <a:pt x="1310764" y="1490232"/>
                  </a:lnTo>
                  <a:lnTo>
                    <a:pt x="1310757" y="1490239"/>
                  </a:lnTo>
                  <a:lnTo>
                    <a:pt x="1310746" y="1490249"/>
                  </a:lnTo>
                  <a:lnTo>
                    <a:pt x="1310730" y="1490263"/>
                  </a:lnTo>
                  <a:lnTo>
                    <a:pt x="1310714" y="1490280"/>
                  </a:lnTo>
                  <a:lnTo>
                    <a:pt x="1310705" y="1490295"/>
                  </a:lnTo>
                  <a:lnTo>
                    <a:pt x="1310696" y="1490322"/>
                  </a:lnTo>
                  <a:lnTo>
                    <a:pt x="1310724" y="1490354"/>
                  </a:lnTo>
                  <a:lnTo>
                    <a:pt x="1310687" y="1490365"/>
                  </a:lnTo>
                  <a:lnTo>
                    <a:pt x="1310669" y="1490366"/>
                  </a:lnTo>
                  <a:lnTo>
                    <a:pt x="1310666" y="1490360"/>
                  </a:lnTo>
                  <a:lnTo>
                    <a:pt x="1310662" y="1490351"/>
                  </a:lnTo>
                  <a:lnTo>
                    <a:pt x="1310656" y="1490340"/>
                  </a:lnTo>
                  <a:lnTo>
                    <a:pt x="1310646" y="1490324"/>
                  </a:lnTo>
                  <a:lnTo>
                    <a:pt x="1310631" y="1490303"/>
                  </a:lnTo>
                  <a:lnTo>
                    <a:pt x="1310617" y="1490287"/>
                  </a:lnTo>
                  <a:lnTo>
                    <a:pt x="1310604" y="1490277"/>
                  </a:lnTo>
                  <a:lnTo>
                    <a:pt x="1310591" y="1490270"/>
                  </a:lnTo>
                  <a:lnTo>
                    <a:pt x="1310578" y="1490269"/>
                  </a:lnTo>
                  <a:lnTo>
                    <a:pt x="1310560" y="1490274"/>
                  </a:lnTo>
                  <a:lnTo>
                    <a:pt x="1310537" y="1490279"/>
                  </a:lnTo>
                  <a:lnTo>
                    <a:pt x="1310527" y="1490278"/>
                  </a:lnTo>
                  <a:lnTo>
                    <a:pt x="1310516" y="1490269"/>
                  </a:lnTo>
                  <a:lnTo>
                    <a:pt x="1310513" y="1490257"/>
                  </a:lnTo>
                  <a:lnTo>
                    <a:pt x="1310507" y="1490226"/>
                  </a:lnTo>
                  <a:lnTo>
                    <a:pt x="1310499" y="1490200"/>
                  </a:lnTo>
                  <a:lnTo>
                    <a:pt x="1310493" y="1490176"/>
                  </a:lnTo>
                  <a:lnTo>
                    <a:pt x="1310486" y="1490165"/>
                  </a:lnTo>
                  <a:lnTo>
                    <a:pt x="1310482" y="1490156"/>
                  </a:lnTo>
                  <a:lnTo>
                    <a:pt x="1310475" y="1490146"/>
                  </a:lnTo>
                  <a:lnTo>
                    <a:pt x="1310469" y="1490142"/>
                  </a:lnTo>
                  <a:lnTo>
                    <a:pt x="1310463" y="1490138"/>
                  </a:lnTo>
                  <a:lnTo>
                    <a:pt x="1310458" y="1490136"/>
                  </a:lnTo>
                  <a:lnTo>
                    <a:pt x="1310448" y="1490135"/>
                  </a:lnTo>
                  <a:lnTo>
                    <a:pt x="1310440" y="1490134"/>
                  </a:lnTo>
                  <a:lnTo>
                    <a:pt x="1310429" y="1490133"/>
                  </a:lnTo>
                  <a:lnTo>
                    <a:pt x="1310408" y="1490124"/>
                  </a:lnTo>
                  <a:lnTo>
                    <a:pt x="1310396" y="1490114"/>
                  </a:lnTo>
                  <a:lnTo>
                    <a:pt x="1310380" y="1490107"/>
                  </a:lnTo>
                  <a:lnTo>
                    <a:pt x="1310372" y="1490112"/>
                  </a:lnTo>
                  <a:lnTo>
                    <a:pt x="1310357" y="1490135"/>
                  </a:lnTo>
                  <a:lnTo>
                    <a:pt x="1310351" y="1490143"/>
                  </a:lnTo>
                  <a:lnTo>
                    <a:pt x="1310346" y="1490148"/>
                  </a:lnTo>
                  <a:lnTo>
                    <a:pt x="1310342" y="1490154"/>
                  </a:lnTo>
                  <a:lnTo>
                    <a:pt x="1310331" y="1490166"/>
                  </a:lnTo>
                  <a:lnTo>
                    <a:pt x="1310324" y="1490178"/>
                  </a:lnTo>
                  <a:lnTo>
                    <a:pt x="1310317" y="1490188"/>
                  </a:lnTo>
                  <a:lnTo>
                    <a:pt x="1310306" y="1490199"/>
                  </a:lnTo>
                  <a:lnTo>
                    <a:pt x="1310295" y="1490207"/>
                  </a:lnTo>
                  <a:lnTo>
                    <a:pt x="1310278" y="1490214"/>
                  </a:lnTo>
                  <a:lnTo>
                    <a:pt x="1310264" y="1490221"/>
                  </a:lnTo>
                  <a:lnTo>
                    <a:pt x="1310256" y="1490229"/>
                  </a:lnTo>
                  <a:lnTo>
                    <a:pt x="1310250" y="1490236"/>
                  </a:lnTo>
                  <a:lnTo>
                    <a:pt x="1310246" y="1490244"/>
                  </a:lnTo>
                  <a:lnTo>
                    <a:pt x="1310226" y="1490245"/>
                  </a:lnTo>
                  <a:lnTo>
                    <a:pt x="1310211" y="1490247"/>
                  </a:lnTo>
                  <a:lnTo>
                    <a:pt x="1310183" y="1490254"/>
                  </a:lnTo>
                  <a:lnTo>
                    <a:pt x="1310175" y="1490253"/>
                  </a:lnTo>
                  <a:lnTo>
                    <a:pt x="1310166" y="1490251"/>
                  </a:lnTo>
                  <a:lnTo>
                    <a:pt x="1310159" y="1490250"/>
                  </a:lnTo>
                  <a:lnTo>
                    <a:pt x="1310153" y="1490249"/>
                  </a:lnTo>
                  <a:lnTo>
                    <a:pt x="1310147" y="1490251"/>
                  </a:lnTo>
                  <a:lnTo>
                    <a:pt x="1310143" y="1490253"/>
                  </a:lnTo>
                  <a:lnTo>
                    <a:pt x="1310130" y="1490261"/>
                  </a:lnTo>
                  <a:lnTo>
                    <a:pt x="1310122" y="1490270"/>
                  </a:lnTo>
                  <a:lnTo>
                    <a:pt x="1310113" y="1490282"/>
                  </a:lnTo>
                  <a:lnTo>
                    <a:pt x="1310112" y="1490302"/>
                  </a:lnTo>
                  <a:lnTo>
                    <a:pt x="1310111" y="1490321"/>
                  </a:lnTo>
                  <a:lnTo>
                    <a:pt x="1310114" y="1490342"/>
                  </a:lnTo>
                  <a:lnTo>
                    <a:pt x="1310110" y="1490363"/>
                  </a:lnTo>
                  <a:lnTo>
                    <a:pt x="1310107" y="1490373"/>
                  </a:lnTo>
                  <a:lnTo>
                    <a:pt x="1310091" y="1490381"/>
                  </a:lnTo>
                  <a:lnTo>
                    <a:pt x="1310074" y="1490387"/>
                  </a:lnTo>
                  <a:lnTo>
                    <a:pt x="1310057" y="1490392"/>
                  </a:lnTo>
                  <a:lnTo>
                    <a:pt x="1310038" y="1490397"/>
                  </a:lnTo>
                  <a:lnTo>
                    <a:pt x="1310029" y="1490397"/>
                  </a:lnTo>
                  <a:lnTo>
                    <a:pt x="1310014" y="1490397"/>
                  </a:lnTo>
                  <a:lnTo>
                    <a:pt x="1309998" y="1490396"/>
                  </a:lnTo>
                  <a:lnTo>
                    <a:pt x="1309977" y="1490393"/>
                  </a:lnTo>
                  <a:lnTo>
                    <a:pt x="1309925" y="1490398"/>
                  </a:lnTo>
                  <a:lnTo>
                    <a:pt x="1309899" y="1490399"/>
                  </a:lnTo>
                  <a:lnTo>
                    <a:pt x="1309868" y="1490394"/>
                  </a:lnTo>
                  <a:lnTo>
                    <a:pt x="1309846" y="1490394"/>
                  </a:lnTo>
                  <a:lnTo>
                    <a:pt x="1309816" y="1490397"/>
                  </a:lnTo>
                  <a:lnTo>
                    <a:pt x="1309805" y="1490395"/>
                  </a:lnTo>
                  <a:lnTo>
                    <a:pt x="1309800" y="1490390"/>
                  </a:lnTo>
                  <a:lnTo>
                    <a:pt x="1309790" y="1490377"/>
                  </a:lnTo>
                  <a:lnTo>
                    <a:pt x="1309778" y="1490360"/>
                  </a:lnTo>
                  <a:lnTo>
                    <a:pt x="1309762" y="1490341"/>
                  </a:lnTo>
                  <a:lnTo>
                    <a:pt x="1309743" y="1490323"/>
                  </a:lnTo>
                  <a:lnTo>
                    <a:pt x="1309726" y="1490312"/>
                  </a:lnTo>
                  <a:lnTo>
                    <a:pt x="1309707" y="1490303"/>
                  </a:lnTo>
                  <a:lnTo>
                    <a:pt x="1309701" y="1490299"/>
                  </a:lnTo>
                  <a:lnTo>
                    <a:pt x="1309688" y="1490294"/>
                  </a:lnTo>
                  <a:lnTo>
                    <a:pt x="1309660" y="1490293"/>
                  </a:lnTo>
                  <a:lnTo>
                    <a:pt x="1309644" y="1490296"/>
                  </a:lnTo>
                  <a:lnTo>
                    <a:pt x="1309624" y="1490301"/>
                  </a:lnTo>
                  <a:lnTo>
                    <a:pt x="1309602" y="1490311"/>
                  </a:lnTo>
                  <a:lnTo>
                    <a:pt x="1309578" y="1490320"/>
                  </a:lnTo>
                  <a:lnTo>
                    <a:pt x="1309555" y="1490328"/>
                  </a:lnTo>
                  <a:lnTo>
                    <a:pt x="1309545" y="1490333"/>
                  </a:lnTo>
                  <a:lnTo>
                    <a:pt x="1309541" y="1490344"/>
                  </a:lnTo>
                  <a:lnTo>
                    <a:pt x="1309538" y="1490359"/>
                  </a:lnTo>
                  <a:lnTo>
                    <a:pt x="1309538" y="1490377"/>
                  </a:lnTo>
                  <a:lnTo>
                    <a:pt x="1309539" y="1490398"/>
                  </a:lnTo>
                  <a:lnTo>
                    <a:pt x="1309542" y="1490417"/>
                  </a:lnTo>
                  <a:lnTo>
                    <a:pt x="1309543" y="1490449"/>
                  </a:lnTo>
                  <a:lnTo>
                    <a:pt x="1309528" y="1490464"/>
                  </a:lnTo>
                  <a:lnTo>
                    <a:pt x="1309504" y="1490480"/>
                  </a:lnTo>
                  <a:lnTo>
                    <a:pt x="1309502" y="1490496"/>
                  </a:lnTo>
                  <a:lnTo>
                    <a:pt x="1309502" y="1490505"/>
                  </a:lnTo>
                  <a:lnTo>
                    <a:pt x="1309501" y="1490521"/>
                  </a:lnTo>
                  <a:lnTo>
                    <a:pt x="1309497" y="1490543"/>
                  </a:lnTo>
                  <a:lnTo>
                    <a:pt x="1309492" y="1490556"/>
                  </a:lnTo>
                  <a:lnTo>
                    <a:pt x="1309484" y="1490572"/>
                  </a:lnTo>
                  <a:lnTo>
                    <a:pt x="1309472" y="1490580"/>
                  </a:lnTo>
                  <a:lnTo>
                    <a:pt x="1309469" y="1490585"/>
                  </a:lnTo>
                  <a:lnTo>
                    <a:pt x="1309465" y="1490602"/>
                  </a:lnTo>
                  <a:lnTo>
                    <a:pt x="1309454" y="1490626"/>
                  </a:lnTo>
                  <a:lnTo>
                    <a:pt x="1309431" y="1490636"/>
                  </a:lnTo>
                  <a:lnTo>
                    <a:pt x="1309402" y="1490652"/>
                  </a:lnTo>
                  <a:lnTo>
                    <a:pt x="1309390" y="1490654"/>
                  </a:lnTo>
                  <a:lnTo>
                    <a:pt x="1309373" y="1490653"/>
                  </a:lnTo>
                  <a:lnTo>
                    <a:pt x="1309355" y="1490646"/>
                  </a:lnTo>
                  <a:lnTo>
                    <a:pt x="1309328" y="1490640"/>
                  </a:lnTo>
                  <a:lnTo>
                    <a:pt x="1309311" y="1490640"/>
                  </a:lnTo>
                  <a:lnTo>
                    <a:pt x="1309236" y="1490652"/>
                  </a:lnTo>
                  <a:lnTo>
                    <a:pt x="1309197" y="1490653"/>
                  </a:lnTo>
                  <a:lnTo>
                    <a:pt x="1309177" y="1490657"/>
                  </a:lnTo>
                  <a:lnTo>
                    <a:pt x="1309173" y="1490663"/>
                  </a:lnTo>
                  <a:lnTo>
                    <a:pt x="1309172" y="1490671"/>
                  </a:lnTo>
                  <a:lnTo>
                    <a:pt x="1309170" y="1490685"/>
                  </a:lnTo>
                  <a:lnTo>
                    <a:pt x="1309167" y="1490709"/>
                  </a:lnTo>
                  <a:lnTo>
                    <a:pt x="1309162" y="1490735"/>
                  </a:lnTo>
                  <a:lnTo>
                    <a:pt x="1309153" y="1490789"/>
                  </a:lnTo>
                  <a:lnTo>
                    <a:pt x="1309147" y="1490807"/>
                  </a:lnTo>
                  <a:lnTo>
                    <a:pt x="1309137" y="1490825"/>
                  </a:lnTo>
                  <a:lnTo>
                    <a:pt x="1309134" y="1490839"/>
                  </a:lnTo>
                  <a:lnTo>
                    <a:pt x="1309128" y="1490854"/>
                  </a:lnTo>
                  <a:lnTo>
                    <a:pt x="1309120" y="1490858"/>
                  </a:lnTo>
                  <a:lnTo>
                    <a:pt x="1309108" y="1490859"/>
                  </a:lnTo>
                  <a:lnTo>
                    <a:pt x="1309095" y="1490856"/>
                  </a:lnTo>
                  <a:lnTo>
                    <a:pt x="1309080" y="1490857"/>
                  </a:lnTo>
                  <a:lnTo>
                    <a:pt x="1309063" y="1490872"/>
                  </a:lnTo>
                  <a:lnTo>
                    <a:pt x="1309057" y="1490885"/>
                  </a:lnTo>
                  <a:lnTo>
                    <a:pt x="1309037" y="1490900"/>
                  </a:lnTo>
                  <a:lnTo>
                    <a:pt x="1309018" y="1490890"/>
                  </a:lnTo>
                  <a:lnTo>
                    <a:pt x="1308992" y="1490867"/>
                  </a:lnTo>
                  <a:lnTo>
                    <a:pt x="1308978" y="1490857"/>
                  </a:lnTo>
                  <a:lnTo>
                    <a:pt x="1308945" y="1490850"/>
                  </a:lnTo>
                  <a:lnTo>
                    <a:pt x="1308919" y="1490850"/>
                  </a:lnTo>
                  <a:lnTo>
                    <a:pt x="1308882" y="1490852"/>
                  </a:lnTo>
                  <a:lnTo>
                    <a:pt x="1308859" y="1490862"/>
                  </a:lnTo>
                  <a:lnTo>
                    <a:pt x="1308832" y="1490875"/>
                  </a:lnTo>
                  <a:lnTo>
                    <a:pt x="1308819" y="1490881"/>
                  </a:lnTo>
                  <a:lnTo>
                    <a:pt x="1308804" y="1490900"/>
                  </a:lnTo>
                  <a:lnTo>
                    <a:pt x="1308789" y="1490916"/>
                  </a:lnTo>
                  <a:lnTo>
                    <a:pt x="1308777" y="1490926"/>
                  </a:lnTo>
                  <a:lnTo>
                    <a:pt x="1308771" y="1490931"/>
                  </a:lnTo>
                  <a:lnTo>
                    <a:pt x="1308755" y="1490946"/>
                  </a:lnTo>
                  <a:lnTo>
                    <a:pt x="1308738" y="1490961"/>
                  </a:lnTo>
                  <a:lnTo>
                    <a:pt x="1308731" y="1490967"/>
                  </a:lnTo>
                  <a:lnTo>
                    <a:pt x="1308720" y="1490977"/>
                  </a:lnTo>
                  <a:lnTo>
                    <a:pt x="1308701" y="1490985"/>
                  </a:lnTo>
                  <a:lnTo>
                    <a:pt x="1308678" y="1490990"/>
                  </a:lnTo>
                  <a:lnTo>
                    <a:pt x="1308658" y="1490991"/>
                  </a:lnTo>
                  <a:lnTo>
                    <a:pt x="1308649" y="1490989"/>
                  </a:lnTo>
                  <a:lnTo>
                    <a:pt x="1308639" y="1490991"/>
                  </a:lnTo>
                  <a:lnTo>
                    <a:pt x="1308632" y="1490999"/>
                  </a:lnTo>
                  <a:lnTo>
                    <a:pt x="1308626" y="1491007"/>
                  </a:lnTo>
                  <a:lnTo>
                    <a:pt x="1308620" y="1491013"/>
                  </a:lnTo>
                  <a:lnTo>
                    <a:pt x="1308616" y="1491017"/>
                  </a:lnTo>
                  <a:lnTo>
                    <a:pt x="1308610" y="1491023"/>
                  </a:lnTo>
                  <a:lnTo>
                    <a:pt x="1308603" y="1491028"/>
                  </a:lnTo>
                  <a:lnTo>
                    <a:pt x="1308598" y="1491031"/>
                  </a:lnTo>
                  <a:lnTo>
                    <a:pt x="1308592" y="1491036"/>
                  </a:lnTo>
                  <a:lnTo>
                    <a:pt x="1308581" y="1491051"/>
                  </a:lnTo>
                  <a:lnTo>
                    <a:pt x="1308572" y="1491062"/>
                  </a:lnTo>
                  <a:lnTo>
                    <a:pt x="1308556" y="1491076"/>
                  </a:lnTo>
                  <a:lnTo>
                    <a:pt x="1308538" y="1491079"/>
                  </a:lnTo>
                  <a:lnTo>
                    <a:pt x="1308523" y="1491080"/>
                  </a:lnTo>
                  <a:lnTo>
                    <a:pt x="1308503" y="1491082"/>
                  </a:lnTo>
                  <a:lnTo>
                    <a:pt x="1308485" y="1491083"/>
                  </a:lnTo>
                  <a:lnTo>
                    <a:pt x="1308463" y="1491086"/>
                  </a:lnTo>
                  <a:lnTo>
                    <a:pt x="1308444" y="1491092"/>
                  </a:lnTo>
                  <a:lnTo>
                    <a:pt x="1308428" y="1491092"/>
                  </a:lnTo>
                  <a:lnTo>
                    <a:pt x="1308408" y="1491096"/>
                  </a:lnTo>
                  <a:lnTo>
                    <a:pt x="1308387" y="1491101"/>
                  </a:lnTo>
                  <a:lnTo>
                    <a:pt x="1308363" y="1491098"/>
                  </a:lnTo>
                  <a:lnTo>
                    <a:pt x="1308345" y="1491094"/>
                  </a:lnTo>
                  <a:lnTo>
                    <a:pt x="1308327" y="1491097"/>
                  </a:lnTo>
                  <a:lnTo>
                    <a:pt x="1308310" y="1491107"/>
                  </a:lnTo>
                  <a:lnTo>
                    <a:pt x="1308296" y="1491124"/>
                  </a:lnTo>
                  <a:lnTo>
                    <a:pt x="1308285" y="1491133"/>
                  </a:lnTo>
                  <a:lnTo>
                    <a:pt x="1308281" y="1491136"/>
                  </a:lnTo>
                  <a:lnTo>
                    <a:pt x="1308254" y="1491142"/>
                  </a:lnTo>
                  <a:lnTo>
                    <a:pt x="1308244" y="1491141"/>
                  </a:lnTo>
                  <a:lnTo>
                    <a:pt x="1308233" y="1491134"/>
                  </a:lnTo>
                  <a:lnTo>
                    <a:pt x="1308230" y="1491125"/>
                  </a:lnTo>
                  <a:lnTo>
                    <a:pt x="1308231" y="1491111"/>
                  </a:lnTo>
                  <a:lnTo>
                    <a:pt x="1308235" y="1491093"/>
                  </a:lnTo>
                  <a:lnTo>
                    <a:pt x="1308236" y="1491078"/>
                  </a:lnTo>
                  <a:lnTo>
                    <a:pt x="1308235" y="1491059"/>
                  </a:lnTo>
                  <a:lnTo>
                    <a:pt x="1308230" y="1491035"/>
                  </a:lnTo>
                  <a:lnTo>
                    <a:pt x="1308222" y="1491018"/>
                  </a:lnTo>
                  <a:lnTo>
                    <a:pt x="1308213" y="1490994"/>
                  </a:lnTo>
                  <a:lnTo>
                    <a:pt x="1308202" y="1490980"/>
                  </a:lnTo>
                  <a:lnTo>
                    <a:pt x="1308186" y="1490962"/>
                  </a:lnTo>
                  <a:lnTo>
                    <a:pt x="1308172" y="1490944"/>
                  </a:lnTo>
                  <a:lnTo>
                    <a:pt x="1308161" y="1490925"/>
                  </a:lnTo>
                  <a:lnTo>
                    <a:pt x="1308158" y="1490911"/>
                  </a:lnTo>
                  <a:lnTo>
                    <a:pt x="1308159" y="1490894"/>
                  </a:lnTo>
                  <a:lnTo>
                    <a:pt x="1308160" y="1490878"/>
                  </a:lnTo>
                  <a:lnTo>
                    <a:pt x="1308161" y="1490855"/>
                  </a:lnTo>
                  <a:lnTo>
                    <a:pt x="1308161" y="1490821"/>
                  </a:lnTo>
                  <a:lnTo>
                    <a:pt x="1308153" y="1490815"/>
                  </a:lnTo>
                  <a:lnTo>
                    <a:pt x="1308147" y="1490812"/>
                  </a:lnTo>
                  <a:lnTo>
                    <a:pt x="1308136" y="1490810"/>
                  </a:lnTo>
                  <a:lnTo>
                    <a:pt x="1308121" y="1490806"/>
                  </a:lnTo>
                  <a:lnTo>
                    <a:pt x="1308095" y="1490799"/>
                  </a:lnTo>
                  <a:lnTo>
                    <a:pt x="1308074" y="1490792"/>
                  </a:lnTo>
                  <a:lnTo>
                    <a:pt x="1308055" y="1490785"/>
                  </a:lnTo>
                  <a:lnTo>
                    <a:pt x="1308043" y="1490778"/>
                  </a:lnTo>
                  <a:lnTo>
                    <a:pt x="1308021" y="1490763"/>
                  </a:lnTo>
                  <a:lnTo>
                    <a:pt x="1308001" y="1490748"/>
                  </a:lnTo>
                  <a:lnTo>
                    <a:pt x="1307987" y="1490733"/>
                  </a:lnTo>
                  <a:lnTo>
                    <a:pt x="1307976" y="1490724"/>
                  </a:lnTo>
                  <a:lnTo>
                    <a:pt x="1307965" y="1490714"/>
                  </a:lnTo>
                  <a:lnTo>
                    <a:pt x="1307956" y="1490711"/>
                  </a:lnTo>
                  <a:lnTo>
                    <a:pt x="1307938" y="1490711"/>
                  </a:lnTo>
                  <a:lnTo>
                    <a:pt x="1307920" y="1490714"/>
                  </a:lnTo>
                  <a:lnTo>
                    <a:pt x="1307890" y="1490719"/>
                  </a:lnTo>
                  <a:lnTo>
                    <a:pt x="1307868" y="1490722"/>
                  </a:lnTo>
                  <a:lnTo>
                    <a:pt x="1307850" y="1490728"/>
                  </a:lnTo>
                  <a:lnTo>
                    <a:pt x="1307839" y="1490733"/>
                  </a:lnTo>
                  <a:lnTo>
                    <a:pt x="1307825" y="1490737"/>
                  </a:lnTo>
                  <a:lnTo>
                    <a:pt x="1307817" y="1490738"/>
                  </a:lnTo>
                  <a:lnTo>
                    <a:pt x="1307804" y="1490736"/>
                  </a:lnTo>
                  <a:lnTo>
                    <a:pt x="1307784" y="1490733"/>
                  </a:lnTo>
                  <a:lnTo>
                    <a:pt x="1307769" y="1490735"/>
                  </a:lnTo>
                  <a:lnTo>
                    <a:pt x="1307749" y="1490741"/>
                  </a:lnTo>
                  <a:lnTo>
                    <a:pt x="1307736" y="1490746"/>
                  </a:lnTo>
                  <a:lnTo>
                    <a:pt x="1307726" y="1490752"/>
                  </a:lnTo>
                  <a:lnTo>
                    <a:pt x="1307710" y="1490763"/>
                  </a:lnTo>
                  <a:lnTo>
                    <a:pt x="1307696" y="1490775"/>
                  </a:lnTo>
                  <a:lnTo>
                    <a:pt x="1307685" y="1490789"/>
                  </a:lnTo>
                  <a:lnTo>
                    <a:pt x="1307675" y="1490805"/>
                  </a:lnTo>
                  <a:lnTo>
                    <a:pt x="1307663" y="1490813"/>
                  </a:lnTo>
                  <a:lnTo>
                    <a:pt x="1307640" y="1490820"/>
                  </a:lnTo>
                  <a:lnTo>
                    <a:pt x="1307618" y="1490825"/>
                  </a:lnTo>
                  <a:lnTo>
                    <a:pt x="1307594" y="1490825"/>
                  </a:lnTo>
                  <a:lnTo>
                    <a:pt x="1307577" y="1490820"/>
                  </a:lnTo>
                  <a:lnTo>
                    <a:pt x="1307557" y="1490813"/>
                  </a:lnTo>
                  <a:lnTo>
                    <a:pt x="1307534" y="1490815"/>
                  </a:lnTo>
                  <a:lnTo>
                    <a:pt x="1307513" y="1490817"/>
                  </a:lnTo>
                  <a:lnTo>
                    <a:pt x="1307486" y="1490818"/>
                  </a:lnTo>
                  <a:lnTo>
                    <a:pt x="1307470" y="1490822"/>
                  </a:lnTo>
                  <a:lnTo>
                    <a:pt x="1307460" y="1490826"/>
                  </a:lnTo>
                  <a:lnTo>
                    <a:pt x="1307447" y="1490837"/>
                  </a:lnTo>
                  <a:lnTo>
                    <a:pt x="1307440" y="1490857"/>
                  </a:lnTo>
                  <a:lnTo>
                    <a:pt x="1307438" y="1490863"/>
                  </a:lnTo>
                  <a:lnTo>
                    <a:pt x="1307436" y="1490880"/>
                  </a:lnTo>
                  <a:lnTo>
                    <a:pt x="1307435" y="1490889"/>
                  </a:lnTo>
                  <a:lnTo>
                    <a:pt x="1307430" y="1490902"/>
                  </a:lnTo>
                  <a:lnTo>
                    <a:pt x="1307424" y="1490910"/>
                  </a:lnTo>
                  <a:lnTo>
                    <a:pt x="1307407" y="1490932"/>
                  </a:lnTo>
                  <a:lnTo>
                    <a:pt x="1307389" y="1490957"/>
                  </a:lnTo>
                  <a:lnTo>
                    <a:pt x="1307382" y="1490969"/>
                  </a:lnTo>
                  <a:lnTo>
                    <a:pt x="1307366" y="1490986"/>
                  </a:lnTo>
                  <a:lnTo>
                    <a:pt x="1307350" y="1491000"/>
                  </a:lnTo>
                  <a:lnTo>
                    <a:pt x="1307338" y="1491016"/>
                  </a:lnTo>
                  <a:lnTo>
                    <a:pt x="1307328" y="1491039"/>
                  </a:lnTo>
                  <a:lnTo>
                    <a:pt x="1307316" y="1491057"/>
                  </a:lnTo>
                  <a:lnTo>
                    <a:pt x="1307305" y="1491073"/>
                  </a:lnTo>
                  <a:lnTo>
                    <a:pt x="1307297" y="1491091"/>
                  </a:lnTo>
                  <a:lnTo>
                    <a:pt x="1307286" y="1491117"/>
                  </a:lnTo>
                  <a:lnTo>
                    <a:pt x="1307286" y="1491134"/>
                  </a:lnTo>
                  <a:lnTo>
                    <a:pt x="1307283" y="1491149"/>
                  </a:lnTo>
                  <a:lnTo>
                    <a:pt x="1307281" y="1491156"/>
                  </a:lnTo>
                  <a:lnTo>
                    <a:pt x="1307271" y="1491171"/>
                  </a:lnTo>
                  <a:lnTo>
                    <a:pt x="1307261" y="1491180"/>
                  </a:lnTo>
                  <a:lnTo>
                    <a:pt x="1307230" y="1491208"/>
                  </a:lnTo>
                  <a:lnTo>
                    <a:pt x="1307215" y="1491235"/>
                  </a:lnTo>
                  <a:lnTo>
                    <a:pt x="1307199" y="1491254"/>
                  </a:lnTo>
                  <a:lnTo>
                    <a:pt x="1307186" y="1491270"/>
                  </a:lnTo>
                  <a:lnTo>
                    <a:pt x="1307177" y="1491278"/>
                  </a:lnTo>
                  <a:lnTo>
                    <a:pt x="1307164" y="1491280"/>
                  </a:lnTo>
                  <a:lnTo>
                    <a:pt x="1307153" y="1491276"/>
                  </a:lnTo>
                  <a:lnTo>
                    <a:pt x="1307142" y="1491271"/>
                  </a:lnTo>
                  <a:lnTo>
                    <a:pt x="1307124" y="1491267"/>
                  </a:lnTo>
                  <a:lnTo>
                    <a:pt x="1307102" y="1491268"/>
                  </a:lnTo>
                  <a:lnTo>
                    <a:pt x="1307086" y="1491272"/>
                  </a:lnTo>
                  <a:lnTo>
                    <a:pt x="1307068" y="1491280"/>
                  </a:lnTo>
                  <a:lnTo>
                    <a:pt x="1307044" y="1491294"/>
                  </a:lnTo>
                  <a:lnTo>
                    <a:pt x="1307028" y="1491305"/>
                  </a:lnTo>
                  <a:lnTo>
                    <a:pt x="1307019" y="1491314"/>
                  </a:lnTo>
                  <a:lnTo>
                    <a:pt x="1307012" y="1491320"/>
                  </a:lnTo>
                  <a:lnTo>
                    <a:pt x="1306998" y="1491335"/>
                  </a:lnTo>
                  <a:lnTo>
                    <a:pt x="1306989" y="1491346"/>
                  </a:lnTo>
                  <a:lnTo>
                    <a:pt x="1306976" y="1491362"/>
                  </a:lnTo>
                  <a:lnTo>
                    <a:pt x="1306969" y="1491369"/>
                  </a:lnTo>
                  <a:lnTo>
                    <a:pt x="1306963" y="1491374"/>
                  </a:lnTo>
                  <a:lnTo>
                    <a:pt x="1306949" y="1491385"/>
                  </a:lnTo>
                  <a:lnTo>
                    <a:pt x="1306941" y="1491399"/>
                  </a:lnTo>
                  <a:lnTo>
                    <a:pt x="1306935" y="1491408"/>
                  </a:lnTo>
                  <a:lnTo>
                    <a:pt x="1306932" y="1491416"/>
                  </a:lnTo>
                  <a:lnTo>
                    <a:pt x="1306924" y="1491434"/>
                  </a:lnTo>
                  <a:lnTo>
                    <a:pt x="1306920" y="1491438"/>
                  </a:lnTo>
                  <a:lnTo>
                    <a:pt x="1306914" y="1491446"/>
                  </a:lnTo>
                  <a:lnTo>
                    <a:pt x="1306909" y="1491452"/>
                  </a:lnTo>
                  <a:lnTo>
                    <a:pt x="1306903" y="1491459"/>
                  </a:lnTo>
                  <a:lnTo>
                    <a:pt x="1306890" y="1491484"/>
                  </a:lnTo>
                  <a:lnTo>
                    <a:pt x="1306883" y="1491501"/>
                  </a:lnTo>
                  <a:lnTo>
                    <a:pt x="1306877" y="1491517"/>
                  </a:lnTo>
                  <a:lnTo>
                    <a:pt x="1306871" y="1491537"/>
                  </a:lnTo>
                  <a:lnTo>
                    <a:pt x="1306865" y="1491556"/>
                  </a:lnTo>
                  <a:lnTo>
                    <a:pt x="1306863" y="1491569"/>
                  </a:lnTo>
                  <a:lnTo>
                    <a:pt x="1306854" y="1491590"/>
                  </a:lnTo>
                  <a:lnTo>
                    <a:pt x="1306850" y="1491613"/>
                  </a:lnTo>
                  <a:lnTo>
                    <a:pt x="1306848" y="1491637"/>
                  </a:lnTo>
                  <a:lnTo>
                    <a:pt x="1306840" y="1491658"/>
                  </a:lnTo>
                  <a:lnTo>
                    <a:pt x="1306832" y="1491672"/>
                  </a:lnTo>
                  <a:lnTo>
                    <a:pt x="1306824" y="1491683"/>
                  </a:lnTo>
                  <a:lnTo>
                    <a:pt x="1306812" y="1491694"/>
                  </a:lnTo>
                  <a:lnTo>
                    <a:pt x="1306801" y="1491707"/>
                  </a:lnTo>
                  <a:lnTo>
                    <a:pt x="1306795" y="1491721"/>
                  </a:lnTo>
                  <a:lnTo>
                    <a:pt x="1306782" y="1491738"/>
                  </a:lnTo>
                  <a:lnTo>
                    <a:pt x="1306770" y="1491750"/>
                  </a:lnTo>
                  <a:lnTo>
                    <a:pt x="1306758" y="1491763"/>
                  </a:lnTo>
                  <a:lnTo>
                    <a:pt x="1306748" y="1491771"/>
                  </a:lnTo>
                  <a:lnTo>
                    <a:pt x="1306738" y="1491776"/>
                  </a:lnTo>
                  <a:lnTo>
                    <a:pt x="1306722" y="1491783"/>
                  </a:lnTo>
                  <a:lnTo>
                    <a:pt x="1306705" y="1491794"/>
                  </a:lnTo>
                  <a:lnTo>
                    <a:pt x="1306696" y="1491805"/>
                  </a:lnTo>
                  <a:lnTo>
                    <a:pt x="1306688" y="1491813"/>
                  </a:lnTo>
                  <a:lnTo>
                    <a:pt x="1306682" y="1491820"/>
                  </a:lnTo>
                  <a:lnTo>
                    <a:pt x="1306678" y="1491825"/>
                  </a:lnTo>
                  <a:lnTo>
                    <a:pt x="1306668" y="1491836"/>
                  </a:lnTo>
                  <a:lnTo>
                    <a:pt x="1306651" y="1491849"/>
                  </a:lnTo>
                  <a:lnTo>
                    <a:pt x="1306634" y="1491855"/>
                  </a:lnTo>
                  <a:lnTo>
                    <a:pt x="1306623" y="1491864"/>
                  </a:lnTo>
                  <a:lnTo>
                    <a:pt x="1306614" y="1491875"/>
                  </a:lnTo>
                  <a:lnTo>
                    <a:pt x="1306602" y="1491892"/>
                  </a:lnTo>
                  <a:lnTo>
                    <a:pt x="1306590" y="1491912"/>
                  </a:lnTo>
                  <a:lnTo>
                    <a:pt x="1306585" y="1491925"/>
                  </a:lnTo>
                  <a:lnTo>
                    <a:pt x="1306582" y="1491942"/>
                  </a:lnTo>
                  <a:lnTo>
                    <a:pt x="1306579" y="1491953"/>
                  </a:lnTo>
                  <a:lnTo>
                    <a:pt x="1306571" y="1491965"/>
                  </a:lnTo>
                  <a:lnTo>
                    <a:pt x="1306566" y="1491973"/>
                  </a:lnTo>
                  <a:lnTo>
                    <a:pt x="1306561" y="1491980"/>
                  </a:lnTo>
                  <a:lnTo>
                    <a:pt x="1306555" y="1491990"/>
                  </a:lnTo>
                  <a:lnTo>
                    <a:pt x="1306548" y="1492006"/>
                  </a:lnTo>
                  <a:lnTo>
                    <a:pt x="1306544" y="1492026"/>
                  </a:lnTo>
                  <a:lnTo>
                    <a:pt x="1306544" y="1492046"/>
                  </a:lnTo>
                  <a:lnTo>
                    <a:pt x="1306545" y="1492063"/>
                  </a:lnTo>
                  <a:lnTo>
                    <a:pt x="1306545" y="1492080"/>
                  </a:lnTo>
                  <a:lnTo>
                    <a:pt x="1306542" y="1492103"/>
                  </a:lnTo>
                  <a:lnTo>
                    <a:pt x="1306541" y="1492120"/>
                  </a:lnTo>
                  <a:lnTo>
                    <a:pt x="1306535" y="1492131"/>
                  </a:lnTo>
                  <a:lnTo>
                    <a:pt x="1306524" y="1492146"/>
                  </a:lnTo>
                  <a:lnTo>
                    <a:pt x="1306518" y="1492155"/>
                  </a:lnTo>
                  <a:lnTo>
                    <a:pt x="1306513" y="1492164"/>
                  </a:lnTo>
                  <a:lnTo>
                    <a:pt x="1306505" y="1492175"/>
                  </a:lnTo>
                  <a:lnTo>
                    <a:pt x="1306505" y="1492195"/>
                  </a:lnTo>
                  <a:lnTo>
                    <a:pt x="1306505" y="1492213"/>
                  </a:lnTo>
                  <a:lnTo>
                    <a:pt x="1306501" y="1492232"/>
                  </a:lnTo>
                  <a:lnTo>
                    <a:pt x="1306495" y="1492258"/>
                  </a:lnTo>
                  <a:lnTo>
                    <a:pt x="1306491" y="1492279"/>
                  </a:lnTo>
                  <a:lnTo>
                    <a:pt x="1306484" y="1492300"/>
                  </a:lnTo>
                  <a:lnTo>
                    <a:pt x="1306479" y="1492313"/>
                  </a:lnTo>
                  <a:lnTo>
                    <a:pt x="1306470" y="1492335"/>
                  </a:lnTo>
                  <a:lnTo>
                    <a:pt x="1306464" y="1492349"/>
                  </a:lnTo>
                  <a:lnTo>
                    <a:pt x="1306453" y="1492366"/>
                  </a:lnTo>
                  <a:lnTo>
                    <a:pt x="1306444" y="1492380"/>
                  </a:lnTo>
                  <a:lnTo>
                    <a:pt x="1306438" y="1492392"/>
                  </a:lnTo>
                  <a:lnTo>
                    <a:pt x="1306432" y="1492436"/>
                  </a:lnTo>
                  <a:lnTo>
                    <a:pt x="1306428" y="1492446"/>
                  </a:lnTo>
                  <a:lnTo>
                    <a:pt x="1306412" y="1492472"/>
                  </a:lnTo>
                  <a:lnTo>
                    <a:pt x="1306398" y="1492496"/>
                  </a:lnTo>
                  <a:lnTo>
                    <a:pt x="1306381" y="1492538"/>
                  </a:lnTo>
                  <a:lnTo>
                    <a:pt x="1306381" y="1492562"/>
                  </a:lnTo>
                  <a:lnTo>
                    <a:pt x="1306394" y="1492588"/>
                  </a:lnTo>
                  <a:lnTo>
                    <a:pt x="1306400" y="1492600"/>
                  </a:lnTo>
                  <a:lnTo>
                    <a:pt x="1306399" y="1492611"/>
                  </a:lnTo>
                  <a:lnTo>
                    <a:pt x="1306380" y="1492635"/>
                  </a:lnTo>
                  <a:lnTo>
                    <a:pt x="1306374" y="1492673"/>
                  </a:lnTo>
                  <a:lnTo>
                    <a:pt x="1306371" y="1492691"/>
                  </a:lnTo>
                  <a:lnTo>
                    <a:pt x="1306370" y="1492716"/>
                  </a:lnTo>
                  <a:lnTo>
                    <a:pt x="1306364" y="1492731"/>
                  </a:lnTo>
                  <a:lnTo>
                    <a:pt x="1306334" y="1492749"/>
                  </a:lnTo>
                  <a:lnTo>
                    <a:pt x="1306317" y="1492765"/>
                  </a:lnTo>
                  <a:lnTo>
                    <a:pt x="1306313" y="1492774"/>
                  </a:lnTo>
                  <a:lnTo>
                    <a:pt x="1306314" y="1492795"/>
                  </a:lnTo>
                  <a:lnTo>
                    <a:pt x="1306313" y="1492821"/>
                  </a:lnTo>
                  <a:lnTo>
                    <a:pt x="1306305" y="1492834"/>
                  </a:lnTo>
                  <a:lnTo>
                    <a:pt x="1306291" y="1492831"/>
                  </a:lnTo>
                  <a:lnTo>
                    <a:pt x="1306271" y="1492830"/>
                  </a:lnTo>
                  <a:lnTo>
                    <a:pt x="1306245" y="1492830"/>
                  </a:lnTo>
                  <a:lnTo>
                    <a:pt x="1306223" y="1492832"/>
                  </a:lnTo>
                  <a:lnTo>
                    <a:pt x="1306216" y="1492833"/>
                  </a:lnTo>
                  <a:lnTo>
                    <a:pt x="1306204" y="1492833"/>
                  </a:lnTo>
                  <a:lnTo>
                    <a:pt x="1306198" y="1492833"/>
                  </a:lnTo>
                  <a:lnTo>
                    <a:pt x="1306190" y="1492837"/>
                  </a:lnTo>
                  <a:lnTo>
                    <a:pt x="1306186" y="1492842"/>
                  </a:lnTo>
                  <a:lnTo>
                    <a:pt x="1306187" y="1492854"/>
                  </a:lnTo>
                  <a:lnTo>
                    <a:pt x="1306185" y="1492890"/>
                  </a:lnTo>
                  <a:lnTo>
                    <a:pt x="1306167" y="1492900"/>
                  </a:lnTo>
                  <a:lnTo>
                    <a:pt x="1306152" y="1492914"/>
                  </a:lnTo>
                  <a:lnTo>
                    <a:pt x="1306146" y="1492917"/>
                  </a:lnTo>
                  <a:lnTo>
                    <a:pt x="1306133" y="1492923"/>
                  </a:lnTo>
                  <a:lnTo>
                    <a:pt x="1306116" y="1492932"/>
                  </a:lnTo>
                  <a:lnTo>
                    <a:pt x="1306104" y="1492947"/>
                  </a:lnTo>
                  <a:lnTo>
                    <a:pt x="1306098" y="1492962"/>
                  </a:lnTo>
                  <a:lnTo>
                    <a:pt x="1306091" y="1492972"/>
                  </a:lnTo>
                  <a:lnTo>
                    <a:pt x="1306071" y="1492982"/>
                  </a:lnTo>
                  <a:lnTo>
                    <a:pt x="1306047" y="1492990"/>
                  </a:lnTo>
                  <a:lnTo>
                    <a:pt x="1306036" y="1492986"/>
                  </a:lnTo>
                  <a:lnTo>
                    <a:pt x="1306013" y="1492981"/>
                  </a:lnTo>
                  <a:lnTo>
                    <a:pt x="1305991" y="1492982"/>
                  </a:lnTo>
                  <a:lnTo>
                    <a:pt x="1305957" y="1492995"/>
                  </a:lnTo>
                  <a:lnTo>
                    <a:pt x="1305935" y="1493001"/>
                  </a:lnTo>
                  <a:lnTo>
                    <a:pt x="1305917" y="1493008"/>
                  </a:lnTo>
                  <a:lnTo>
                    <a:pt x="1305913" y="1493011"/>
                  </a:lnTo>
                  <a:lnTo>
                    <a:pt x="1305900" y="1493017"/>
                  </a:lnTo>
                  <a:lnTo>
                    <a:pt x="1305896" y="1493030"/>
                  </a:lnTo>
                  <a:lnTo>
                    <a:pt x="1305892" y="1493040"/>
                  </a:lnTo>
                  <a:lnTo>
                    <a:pt x="1305889" y="1493056"/>
                  </a:lnTo>
                  <a:lnTo>
                    <a:pt x="1305886" y="1493073"/>
                  </a:lnTo>
                  <a:lnTo>
                    <a:pt x="1305886" y="1493090"/>
                  </a:lnTo>
                  <a:lnTo>
                    <a:pt x="1305893" y="1493098"/>
                  </a:lnTo>
                  <a:lnTo>
                    <a:pt x="1305905" y="1493107"/>
                  </a:lnTo>
                  <a:lnTo>
                    <a:pt x="1305916" y="1493117"/>
                  </a:lnTo>
                  <a:lnTo>
                    <a:pt x="1305924" y="1493127"/>
                  </a:lnTo>
                  <a:lnTo>
                    <a:pt x="1305924" y="1493149"/>
                  </a:lnTo>
                  <a:lnTo>
                    <a:pt x="1305919" y="1493167"/>
                  </a:lnTo>
                  <a:lnTo>
                    <a:pt x="1305917" y="1493179"/>
                  </a:lnTo>
                  <a:lnTo>
                    <a:pt x="1305912" y="1493193"/>
                  </a:lnTo>
                  <a:lnTo>
                    <a:pt x="1305908" y="1493206"/>
                  </a:lnTo>
                  <a:lnTo>
                    <a:pt x="1305896" y="1493202"/>
                  </a:lnTo>
                  <a:lnTo>
                    <a:pt x="1305871" y="1493194"/>
                  </a:lnTo>
                  <a:lnTo>
                    <a:pt x="1305829" y="1493184"/>
                  </a:lnTo>
                  <a:lnTo>
                    <a:pt x="1305813" y="1493186"/>
                  </a:lnTo>
                  <a:lnTo>
                    <a:pt x="1305803" y="1493190"/>
                  </a:lnTo>
                  <a:lnTo>
                    <a:pt x="1305793" y="1493198"/>
                  </a:lnTo>
                  <a:lnTo>
                    <a:pt x="1305767" y="1493227"/>
                  </a:lnTo>
                  <a:lnTo>
                    <a:pt x="1305755" y="1493250"/>
                  </a:lnTo>
                  <a:lnTo>
                    <a:pt x="1305744" y="1493266"/>
                  </a:lnTo>
                  <a:lnTo>
                    <a:pt x="1305724" y="1493274"/>
                  </a:lnTo>
                  <a:lnTo>
                    <a:pt x="1305630" y="1493303"/>
                  </a:lnTo>
                  <a:lnTo>
                    <a:pt x="1305600" y="1493334"/>
                  </a:lnTo>
                  <a:lnTo>
                    <a:pt x="1305586" y="1493346"/>
                  </a:lnTo>
                  <a:lnTo>
                    <a:pt x="1305561" y="1493355"/>
                  </a:lnTo>
                  <a:lnTo>
                    <a:pt x="1305549" y="1493386"/>
                  </a:lnTo>
                  <a:lnTo>
                    <a:pt x="1305547" y="1493394"/>
                  </a:lnTo>
                  <a:lnTo>
                    <a:pt x="1305537" y="1493445"/>
                  </a:lnTo>
                  <a:lnTo>
                    <a:pt x="1305514" y="1493446"/>
                  </a:lnTo>
                  <a:lnTo>
                    <a:pt x="1305491" y="1493445"/>
                  </a:lnTo>
                  <a:lnTo>
                    <a:pt x="1305451" y="1493443"/>
                  </a:lnTo>
                  <a:lnTo>
                    <a:pt x="1305409" y="1493443"/>
                  </a:lnTo>
                  <a:lnTo>
                    <a:pt x="1305368" y="1493449"/>
                  </a:lnTo>
                  <a:lnTo>
                    <a:pt x="1305356" y="1493452"/>
                  </a:lnTo>
                  <a:lnTo>
                    <a:pt x="1305343" y="1493454"/>
                  </a:lnTo>
                  <a:lnTo>
                    <a:pt x="1305341" y="1493467"/>
                  </a:lnTo>
                  <a:lnTo>
                    <a:pt x="1305336" y="1493493"/>
                  </a:lnTo>
                  <a:lnTo>
                    <a:pt x="1305327" y="1493512"/>
                  </a:lnTo>
                  <a:lnTo>
                    <a:pt x="1305302" y="1493548"/>
                  </a:lnTo>
                  <a:lnTo>
                    <a:pt x="1305288" y="1493560"/>
                  </a:lnTo>
                  <a:lnTo>
                    <a:pt x="1305278" y="1493568"/>
                  </a:lnTo>
                  <a:lnTo>
                    <a:pt x="1305276" y="1493582"/>
                  </a:lnTo>
                  <a:lnTo>
                    <a:pt x="1305273" y="1493602"/>
                  </a:lnTo>
                  <a:lnTo>
                    <a:pt x="1305265" y="1493628"/>
                  </a:lnTo>
                  <a:lnTo>
                    <a:pt x="1305253" y="1493653"/>
                  </a:lnTo>
                  <a:lnTo>
                    <a:pt x="1305241" y="1493667"/>
                  </a:lnTo>
                  <a:lnTo>
                    <a:pt x="1305214" y="1493690"/>
                  </a:lnTo>
                  <a:lnTo>
                    <a:pt x="1305203" y="1493709"/>
                  </a:lnTo>
                  <a:lnTo>
                    <a:pt x="1305193" y="1493730"/>
                  </a:lnTo>
                  <a:lnTo>
                    <a:pt x="1305157" y="1493815"/>
                  </a:lnTo>
                  <a:lnTo>
                    <a:pt x="1305146" y="1493829"/>
                  </a:lnTo>
                  <a:lnTo>
                    <a:pt x="1305120" y="1493845"/>
                  </a:lnTo>
                  <a:lnTo>
                    <a:pt x="1305097" y="1493845"/>
                  </a:lnTo>
                  <a:lnTo>
                    <a:pt x="1305081" y="1493845"/>
                  </a:lnTo>
                  <a:lnTo>
                    <a:pt x="1305074" y="1493846"/>
                  </a:lnTo>
                  <a:lnTo>
                    <a:pt x="1305072" y="1493851"/>
                  </a:lnTo>
                  <a:lnTo>
                    <a:pt x="1305065" y="1493863"/>
                  </a:lnTo>
                  <a:lnTo>
                    <a:pt x="1305060" y="1493875"/>
                  </a:lnTo>
                  <a:lnTo>
                    <a:pt x="1305049" y="1493894"/>
                  </a:lnTo>
                  <a:lnTo>
                    <a:pt x="1305038" y="1493911"/>
                  </a:lnTo>
                  <a:lnTo>
                    <a:pt x="1305021" y="1493943"/>
                  </a:lnTo>
                  <a:lnTo>
                    <a:pt x="1305003" y="1493976"/>
                  </a:lnTo>
                  <a:lnTo>
                    <a:pt x="1304992" y="1494004"/>
                  </a:lnTo>
                  <a:lnTo>
                    <a:pt x="1304989" y="1494014"/>
                  </a:lnTo>
                  <a:lnTo>
                    <a:pt x="1304983" y="1494032"/>
                  </a:lnTo>
                  <a:lnTo>
                    <a:pt x="1304978" y="1494059"/>
                  </a:lnTo>
                  <a:lnTo>
                    <a:pt x="1304955" y="1494104"/>
                  </a:lnTo>
                  <a:lnTo>
                    <a:pt x="1304937" y="1494133"/>
                  </a:lnTo>
                  <a:lnTo>
                    <a:pt x="1304900" y="1494166"/>
                  </a:lnTo>
                  <a:lnTo>
                    <a:pt x="1304889" y="1494177"/>
                  </a:lnTo>
                  <a:lnTo>
                    <a:pt x="1304879" y="1494187"/>
                  </a:lnTo>
                  <a:lnTo>
                    <a:pt x="1304866" y="1494193"/>
                  </a:lnTo>
                  <a:lnTo>
                    <a:pt x="1304847" y="1494197"/>
                  </a:lnTo>
                  <a:lnTo>
                    <a:pt x="1304820" y="1494208"/>
                  </a:lnTo>
                  <a:lnTo>
                    <a:pt x="1304794" y="1494225"/>
                  </a:lnTo>
                  <a:lnTo>
                    <a:pt x="1304780" y="1494237"/>
                  </a:lnTo>
                  <a:lnTo>
                    <a:pt x="1304780" y="1494243"/>
                  </a:lnTo>
                  <a:lnTo>
                    <a:pt x="1304780" y="1494250"/>
                  </a:lnTo>
                  <a:lnTo>
                    <a:pt x="1304783" y="1494265"/>
                  </a:lnTo>
                  <a:lnTo>
                    <a:pt x="1304785" y="1494279"/>
                  </a:lnTo>
                  <a:lnTo>
                    <a:pt x="1304790" y="1494304"/>
                  </a:lnTo>
                  <a:lnTo>
                    <a:pt x="1304793" y="1494314"/>
                  </a:lnTo>
                  <a:lnTo>
                    <a:pt x="1304796" y="1494320"/>
                  </a:lnTo>
                  <a:lnTo>
                    <a:pt x="1304797" y="1494325"/>
                  </a:lnTo>
                  <a:lnTo>
                    <a:pt x="1304797" y="1494330"/>
                  </a:lnTo>
                  <a:lnTo>
                    <a:pt x="1304795" y="1494339"/>
                  </a:lnTo>
                  <a:lnTo>
                    <a:pt x="1304784" y="1494343"/>
                  </a:lnTo>
                  <a:lnTo>
                    <a:pt x="1304776" y="1494346"/>
                  </a:lnTo>
                  <a:lnTo>
                    <a:pt x="1304765" y="1494349"/>
                  </a:lnTo>
                  <a:lnTo>
                    <a:pt x="1304759" y="1494350"/>
                  </a:lnTo>
                  <a:lnTo>
                    <a:pt x="1304746" y="1494351"/>
                  </a:lnTo>
                  <a:lnTo>
                    <a:pt x="1304737" y="1494361"/>
                  </a:lnTo>
                  <a:lnTo>
                    <a:pt x="1304729" y="1494368"/>
                  </a:lnTo>
                  <a:lnTo>
                    <a:pt x="1304719" y="1494385"/>
                  </a:lnTo>
                  <a:lnTo>
                    <a:pt x="1304711" y="1494399"/>
                  </a:lnTo>
                  <a:lnTo>
                    <a:pt x="1304706" y="1494406"/>
                  </a:lnTo>
                  <a:lnTo>
                    <a:pt x="1304701" y="1494412"/>
                  </a:lnTo>
                  <a:lnTo>
                    <a:pt x="1304691" y="1494427"/>
                  </a:lnTo>
                  <a:lnTo>
                    <a:pt x="1304686" y="1494437"/>
                  </a:lnTo>
                  <a:lnTo>
                    <a:pt x="1304680" y="1494442"/>
                  </a:lnTo>
                  <a:lnTo>
                    <a:pt x="1304671" y="1494448"/>
                  </a:lnTo>
                  <a:lnTo>
                    <a:pt x="1304654" y="1494451"/>
                  </a:lnTo>
                  <a:lnTo>
                    <a:pt x="1304637" y="1494453"/>
                  </a:lnTo>
                  <a:lnTo>
                    <a:pt x="1304618" y="1494459"/>
                  </a:lnTo>
                  <a:lnTo>
                    <a:pt x="1304605" y="1494470"/>
                  </a:lnTo>
                  <a:lnTo>
                    <a:pt x="1304576" y="1494494"/>
                  </a:lnTo>
                  <a:lnTo>
                    <a:pt x="1304556" y="1494515"/>
                  </a:lnTo>
                  <a:lnTo>
                    <a:pt x="1304544" y="1494533"/>
                  </a:lnTo>
                  <a:lnTo>
                    <a:pt x="1304535" y="1494542"/>
                  </a:lnTo>
                  <a:lnTo>
                    <a:pt x="1304528" y="1494557"/>
                  </a:lnTo>
                  <a:lnTo>
                    <a:pt x="1304525" y="1494570"/>
                  </a:lnTo>
                  <a:lnTo>
                    <a:pt x="1304526" y="1494577"/>
                  </a:lnTo>
                  <a:lnTo>
                    <a:pt x="1304528" y="1494584"/>
                  </a:lnTo>
                  <a:lnTo>
                    <a:pt x="1304528" y="1494592"/>
                  </a:lnTo>
                  <a:lnTo>
                    <a:pt x="1304528" y="1494599"/>
                  </a:lnTo>
                  <a:lnTo>
                    <a:pt x="1304520" y="1494605"/>
                  </a:lnTo>
                  <a:lnTo>
                    <a:pt x="1304507" y="1494608"/>
                  </a:lnTo>
                  <a:lnTo>
                    <a:pt x="1304498" y="1494623"/>
                  </a:lnTo>
                  <a:lnTo>
                    <a:pt x="1304494" y="1494640"/>
                  </a:lnTo>
                  <a:lnTo>
                    <a:pt x="1304491" y="1494662"/>
                  </a:lnTo>
                  <a:lnTo>
                    <a:pt x="1304493" y="1494688"/>
                  </a:lnTo>
                  <a:lnTo>
                    <a:pt x="1304498" y="1494732"/>
                  </a:lnTo>
                  <a:lnTo>
                    <a:pt x="1304498" y="1494746"/>
                  </a:lnTo>
                  <a:lnTo>
                    <a:pt x="1304489" y="1494758"/>
                  </a:lnTo>
                  <a:lnTo>
                    <a:pt x="1304469" y="1494765"/>
                  </a:lnTo>
                  <a:lnTo>
                    <a:pt x="1304435" y="1494768"/>
                  </a:lnTo>
                  <a:lnTo>
                    <a:pt x="1304418" y="1494779"/>
                  </a:lnTo>
                  <a:lnTo>
                    <a:pt x="1304401" y="1494807"/>
                  </a:lnTo>
                  <a:lnTo>
                    <a:pt x="1304377" y="1494847"/>
                  </a:lnTo>
                  <a:lnTo>
                    <a:pt x="1304365" y="1494861"/>
                  </a:lnTo>
                  <a:lnTo>
                    <a:pt x="1304344" y="1494877"/>
                  </a:lnTo>
                  <a:lnTo>
                    <a:pt x="1304329" y="1494891"/>
                  </a:lnTo>
                  <a:lnTo>
                    <a:pt x="1304320" y="1494907"/>
                  </a:lnTo>
                  <a:lnTo>
                    <a:pt x="1304318" y="1494933"/>
                  </a:lnTo>
                  <a:lnTo>
                    <a:pt x="1304320" y="1494961"/>
                  </a:lnTo>
                  <a:lnTo>
                    <a:pt x="1304309" y="1494985"/>
                  </a:lnTo>
                  <a:lnTo>
                    <a:pt x="1304295" y="1495001"/>
                  </a:lnTo>
                  <a:lnTo>
                    <a:pt x="1304278" y="1495026"/>
                  </a:lnTo>
                  <a:lnTo>
                    <a:pt x="1304266" y="1495048"/>
                  </a:lnTo>
                  <a:lnTo>
                    <a:pt x="1304248" y="1495061"/>
                  </a:lnTo>
                  <a:lnTo>
                    <a:pt x="1304215" y="1495063"/>
                  </a:lnTo>
                  <a:lnTo>
                    <a:pt x="1304228" y="1495103"/>
                  </a:lnTo>
                  <a:lnTo>
                    <a:pt x="1304235" y="1495130"/>
                  </a:lnTo>
                  <a:lnTo>
                    <a:pt x="1304245" y="1495157"/>
                  </a:lnTo>
                  <a:lnTo>
                    <a:pt x="1304251" y="1495184"/>
                  </a:lnTo>
                  <a:lnTo>
                    <a:pt x="1304257" y="1495247"/>
                  </a:lnTo>
                  <a:lnTo>
                    <a:pt x="1304257" y="1495269"/>
                  </a:lnTo>
                  <a:lnTo>
                    <a:pt x="1304251" y="1495311"/>
                  </a:lnTo>
                  <a:lnTo>
                    <a:pt x="1304244" y="1495336"/>
                  </a:lnTo>
                  <a:lnTo>
                    <a:pt x="1304237" y="1495365"/>
                  </a:lnTo>
                  <a:lnTo>
                    <a:pt x="1304230" y="1495386"/>
                  </a:lnTo>
                  <a:lnTo>
                    <a:pt x="1304226" y="1495399"/>
                  </a:lnTo>
                  <a:lnTo>
                    <a:pt x="1304228" y="1495412"/>
                  </a:lnTo>
                  <a:lnTo>
                    <a:pt x="1304228" y="1495426"/>
                  </a:lnTo>
                  <a:lnTo>
                    <a:pt x="1304219" y="1495457"/>
                  </a:lnTo>
                  <a:lnTo>
                    <a:pt x="1304211" y="1495495"/>
                  </a:lnTo>
                  <a:lnTo>
                    <a:pt x="1304204" y="1495519"/>
                  </a:lnTo>
                  <a:lnTo>
                    <a:pt x="1304193" y="1495551"/>
                  </a:lnTo>
                  <a:lnTo>
                    <a:pt x="1304185" y="1495576"/>
                  </a:lnTo>
                  <a:lnTo>
                    <a:pt x="1304174" y="1495595"/>
                  </a:lnTo>
                  <a:lnTo>
                    <a:pt x="1304166" y="1495605"/>
                  </a:lnTo>
                  <a:lnTo>
                    <a:pt x="1304157" y="1495617"/>
                  </a:lnTo>
                  <a:lnTo>
                    <a:pt x="1304143" y="1495642"/>
                  </a:lnTo>
                  <a:lnTo>
                    <a:pt x="1304132" y="1495669"/>
                  </a:lnTo>
                  <a:lnTo>
                    <a:pt x="1304120" y="1495693"/>
                  </a:lnTo>
                  <a:lnTo>
                    <a:pt x="1304108" y="1495719"/>
                  </a:lnTo>
                  <a:lnTo>
                    <a:pt x="1304102" y="1495742"/>
                  </a:lnTo>
                  <a:lnTo>
                    <a:pt x="1304099" y="1495763"/>
                  </a:lnTo>
                  <a:lnTo>
                    <a:pt x="1304100" y="1495782"/>
                  </a:lnTo>
                  <a:lnTo>
                    <a:pt x="1304091" y="1495791"/>
                  </a:lnTo>
                  <a:lnTo>
                    <a:pt x="1304080" y="1495805"/>
                  </a:lnTo>
                  <a:lnTo>
                    <a:pt x="1304071" y="1495824"/>
                  </a:lnTo>
                  <a:lnTo>
                    <a:pt x="1304064" y="1495845"/>
                  </a:lnTo>
                  <a:lnTo>
                    <a:pt x="1304063" y="1495861"/>
                  </a:lnTo>
                  <a:lnTo>
                    <a:pt x="1304062" y="1495880"/>
                  </a:lnTo>
                  <a:lnTo>
                    <a:pt x="1304051" y="1495910"/>
                  </a:lnTo>
                  <a:lnTo>
                    <a:pt x="1304052" y="1495941"/>
                  </a:lnTo>
                  <a:lnTo>
                    <a:pt x="1304048" y="1495955"/>
                  </a:lnTo>
                  <a:lnTo>
                    <a:pt x="1304049" y="1495960"/>
                  </a:lnTo>
                  <a:lnTo>
                    <a:pt x="1304058" y="1495990"/>
                  </a:lnTo>
                  <a:lnTo>
                    <a:pt x="1304067" y="1496016"/>
                  </a:lnTo>
                  <a:lnTo>
                    <a:pt x="1304064" y="1496041"/>
                  </a:lnTo>
                  <a:lnTo>
                    <a:pt x="1304042" y="1496075"/>
                  </a:lnTo>
                  <a:lnTo>
                    <a:pt x="1304024" y="1496111"/>
                  </a:lnTo>
                  <a:lnTo>
                    <a:pt x="1304022" y="1496152"/>
                  </a:lnTo>
                  <a:lnTo>
                    <a:pt x="1304023" y="1496182"/>
                  </a:lnTo>
                  <a:lnTo>
                    <a:pt x="1304013" y="1496223"/>
                  </a:lnTo>
                  <a:lnTo>
                    <a:pt x="1303999" y="1496244"/>
                  </a:lnTo>
                  <a:lnTo>
                    <a:pt x="1303989" y="1496260"/>
                  </a:lnTo>
                  <a:lnTo>
                    <a:pt x="1303981" y="1496289"/>
                  </a:lnTo>
                  <a:lnTo>
                    <a:pt x="1303974" y="1496313"/>
                  </a:lnTo>
                  <a:lnTo>
                    <a:pt x="1303960" y="1496334"/>
                  </a:lnTo>
                  <a:lnTo>
                    <a:pt x="1303936" y="1496349"/>
                  </a:lnTo>
                  <a:lnTo>
                    <a:pt x="1303928" y="1496353"/>
                  </a:lnTo>
                  <a:lnTo>
                    <a:pt x="1303916" y="1496358"/>
                  </a:lnTo>
                  <a:lnTo>
                    <a:pt x="1303906" y="1496366"/>
                  </a:lnTo>
                  <a:lnTo>
                    <a:pt x="1303901" y="1496369"/>
                  </a:lnTo>
                  <a:lnTo>
                    <a:pt x="1303884" y="1496386"/>
                  </a:lnTo>
                  <a:lnTo>
                    <a:pt x="1303877" y="1496404"/>
                  </a:lnTo>
                  <a:lnTo>
                    <a:pt x="1303871" y="1496415"/>
                  </a:lnTo>
                  <a:lnTo>
                    <a:pt x="1303862" y="1496424"/>
                  </a:lnTo>
                  <a:lnTo>
                    <a:pt x="1303853" y="1496432"/>
                  </a:lnTo>
                  <a:lnTo>
                    <a:pt x="1303833" y="1496443"/>
                  </a:lnTo>
                  <a:lnTo>
                    <a:pt x="1303811" y="1496458"/>
                  </a:lnTo>
                  <a:lnTo>
                    <a:pt x="1303804" y="1496470"/>
                  </a:lnTo>
                  <a:lnTo>
                    <a:pt x="1303797" y="1496486"/>
                  </a:lnTo>
                  <a:lnTo>
                    <a:pt x="1303793" y="1496494"/>
                  </a:lnTo>
                  <a:lnTo>
                    <a:pt x="1303782" y="1496507"/>
                  </a:lnTo>
                  <a:lnTo>
                    <a:pt x="1303776" y="1496513"/>
                  </a:lnTo>
                  <a:lnTo>
                    <a:pt x="1303766" y="1496522"/>
                  </a:lnTo>
                  <a:lnTo>
                    <a:pt x="1303757" y="1496529"/>
                  </a:lnTo>
                  <a:lnTo>
                    <a:pt x="1303747" y="1496539"/>
                  </a:lnTo>
                  <a:lnTo>
                    <a:pt x="1303734" y="1496566"/>
                  </a:lnTo>
                  <a:lnTo>
                    <a:pt x="1303734" y="1496593"/>
                  </a:lnTo>
                  <a:lnTo>
                    <a:pt x="1303730" y="1496616"/>
                  </a:lnTo>
                  <a:lnTo>
                    <a:pt x="1303730" y="1496674"/>
                  </a:lnTo>
                  <a:lnTo>
                    <a:pt x="1303731" y="1496717"/>
                  </a:lnTo>
                  <a:lnTo>
                    <a:pt x="1303738" y="1496743"/>
                  </a:lnTo>
                  <a:lnTo>
                    <a:pt x="1303745" y="1496774"/>
                  </a:lnTo>
                  <a:lnTo>
                    <a:pt x="1303756" y="1496800"/>
                  </a:lnTo>
                  <a:lnTo>
                    <a:pt x="1303768" y="1496826"/>
                  </a:lnTo>
                  <a:lnTo>
                    <a:pt x="1303811" y="1496875"/>
                  </a:lnTo>
                  <a:lnTo>
                    <a:pt x="1303839" y="1496887"/>
                  </a:lnTo>
                  <a:lnTo>
                    <a:pt x="1303860" y="1496898"/>
                  </a:lnTo>
                  <a:lnTo>
                    <a:pt x="1303869" y="1496900"/>
                  </a:lnTo>
                  <a:lnTo>
                    <a:pt x="1303877" y="1496908"/>
                  </a:lnTo>
                  <a:lnTo>
                    <a:pt x="1303881" y="1496928"/>
                  </a:lnTo>
                  <a:lnTo>
                    <a:pt x="1303888" y="1496947"/>
                  </a:lnTo>
                  <a:lnTo>
                    <a:pt x="1303901" y="1496966"/>
                  </a:lnTo>
                  <a:lnTo>
                    <a:pt x="1303912" y="1496982"/>
                  </a:lnTo>
                  <a:lnTo>
                    <a:pt x="1303938" y="1497004"/>
                  </a:lnTo>
                  <a:lnTo>
                    <a:pt x="1303965" y="1497011"/>
                  </a:lnTo>
                  <a:lnTo>
                    <a:pt x="1303980" y="1497020"/>
                  </a:lnTo>
                  <a:lnTo>
                    <a:pt x="1303994" y="1497037"/>
                  </a:lnTo>
                  <a:lnTo>
                    <a:pt x="1304007" y="1497062"/>
                  </a:lnTo>
                  <a:lnTo>
                    <a:pt x="1304017" y="1497073"/>
                  </a:lnTo>
                  <a:lnTo>
                    <a:pt x="1304030" y="1497075"/>
                  </a:lnTo>
                  <a:lnTo>
                    <a:pt x="1304057" y="1497099"/>
                  </a:lnTo>
                  <a:lnTo>
                    <a:pt x="1304093" y="1497073"/>
                  </a:lnTo>
                  <a:lnTo>
                    <a:pt x="1304125" y="1497068"/>
                  </a:lnTo>
                  <a:lnTo>
                    <a:pt x="1304170" y="1497069"/>
                  </a:lnTo>
                  <a:lnTo>
                    <a:pt x="1304186" y="1497072"/>
                  </a:lnTo>
                  <a:lnTo>
                    <a:pt x="1304199" y="1497080"/>
                  </a:lnTo>
                  <a:lnTo>
                    <a:pt x="1304224" y="1497099"/>
                  </a:lnTo>
                  <a:lnTo>
                    <a:pt x="1304236" y="1497137"/>
                  </a:lnTo>
                  <a:lnTo>
                    <a:pt x="1304240" y="1497189"/>
                  </a:lnTo>
                  <a:lnTo>
                    <a:pt x="1304230" y="1497265"/>
                  </a:lnTo>
                  <a:lnTo>
                    <a:pt x="1304225" y="1497276"/>
                  </a:lnTo>
                  <a:lnTo>
                    <a:pt x="1304201" y="1497321"/>
                  </a:lnTo>
                  <a:lnTo>
                    <a:pt x="1304178" y="1497362"/>
                  </a:lnTo>
                  <a:lnTo>
                    <a:pt x="1304163" y="1497420"/>
                  </a:lnTo>
                  <a:lnTo>
                    <a:pt x="1304140" y="1497488"/>
                  </a:lnTo>
                  <a:lnTo>
                    <a:pt x="1304121" y="1497509"/>
                  </a:lnTo>
                  <a:lnTo>
                    <a:pt x="1304078" y="1497555"/>
                  </a:lnTo>
                  <a:lnTo>
                    <a:pt x="1304049" y="1497627"/>
                  </a:lnTo>
                  <a:lnTo>
                    <a:pt x="1304021" y="1497684"/>
                  </a:lnTo>
                  <a:lnTo>
                    <a:pt x="1304013" y="1497721"/>
                  </a:lnTo>
                  <a:lnTo>
                    <a:pt x="1304014" y="1497792"/>
                  </a:lnTo>
                  <a:lnTo>
                    <a:pt x="1304012" y="1497813"/>
                  </a:lnTo>
                  <a:lnTo>
                    <a:pt x="1304007" y="1497840"/>
                  </a:lnTo>
                  <a:lnTo>
                    <a:pt x="1304003" y="1497852"/>
                  </a:lnTo>
                  <a:lnTo>
                    <a:pt x="1303999" y="1497883"/>
                  </a:lnTo>
                  <a:lnTo>
                    <a:pt x="1303989" y="1497904"/>
                  </a:lnTo>
                  <a:lnTo>
                    <a:pt x="1303983" y="1497925"/>
                  </a:lnTo>
                  <a:lnTo>
                    <a:pt x="1303979" y="1497937"/>
                  </a:lnTo>
                  <a:lnTo>
                    <a:pt x="1303970" y="1497948"/>
                  </a:lnTo>
                  <a:lnTo>
                    <a:pt x="1303946" y="1497975"/>
                  </a:lnTo>
                  <a:lnTo>
                    <a:pt x="1303937" y="1497985"/>
                  </a:lnTo>
                  <a:lnTo>
                    <a:pt x="1303939" y="1497999"/>
                  </a:lnTo>
                  <a:lnTo>
                    <a:pt x="1303940" y="1498008"/>
                  </a:lnTo>
                  <a:lnTo>
                    <a:pt x="1303940" y="1498019"/>
                  </a:lnTo>
                  <a:lnTo>
                    <a:pt x="1303941" y="1498026"/>
                  </a:lnTo>
                  <a:lnTo>
                    <a:pt x="1303942" y="1498032"/>
                  </a:lnTo>
                  <a:lnTo>
                    <a:pt x="1303936" y="1498044"/>
                  </a:lnTo>
                  <a:lnTo>
                    <a:pt x="1303942" y="1498056"/>
                  </a:lnTo>
                  <a:lnTo>
                    <a:pt x="1303956" y="1498084"/>
                  </a:lnTo>
                  <a:lnTo>
                    <a:pt x="1303961" y="1498096"/>
                  </a:lnTo>
                  <a:lnTo>
                    <a:pt x="1303966" y="1498109"/>
                  </a:lnTo>
                  <a:lnTo>
                    <a:pt x="1303970" y="1498120"/>
                  </a:lnTo>
                  <a:lnTo>
                    <a:pt x="1303975" y="1498141"/>
                  </a:lnTo>
                  <a:lnTo>
                    <a:pt x="1303978" y="1498152"/>
                  </a:lnTo>
                  <a:lnTo>
                    <a:pt x="1303975" y="1498161"/>
                  </a:lnTo>
                  <a:lnTo>
                    <a:pt x="1303965" y="1498170"/>
                  </a:lnTo>
                  <a:lnTo>
                    <a:pt x="1303956" y="1498175"/>
                  </a:lnTo>
                  <a:lnTo>
                    <a:pt x="1303947" y="1498181"/>
                  </a:lnTo>
                  <a:lnTo>
                    <a:pt x="1303937" y="1498184"/>
                  </a:lnTo>
                  <a:lnTo>
                    <a:pt x="1303925" y="1498188"/>
                  </a:lnTo>
                  <a:lnTo>
                    <a:pt x="1303922" y="1498202"/>
                  </a:lnTo>
                  <a:lnTo>
                    <a:pt x="1303920" y="1498212"/>
                  </a:lnTo>
                  <a:lnTo>
                    <a:pt x="1303916" y="1498234"/>
                  </a:lnTo>
                  <a:lnTo>
                    <a:pt x="1303915" y="1498256"/>
                  </a:lnTo>
                  <a:lnTo>
                    <a:pt x="1303914" y="1498270"/>
                  </a:lnTo>
                  <a:lnTo>
                    <a:pt x="1303908" y="1498283"/>
                  </a:lnTo>
                  <a:lnTo>
                    <a:pt x="1303897" y="1498291"/>
                  </a:lnTo>
                  <a:lnTo>
                    <a:pt x="1303896" y="1498306"/>
                  </a:lnTo>
                  <a:lnTo>
                    <a:pt x="1303893" y="1498333"/>
                  </a:lnTo>
                  <a:lnTo>
                    <a:pt x="1303890" y="1498346"/>
                  </a:lnTo>
                  <a:lnTo>
                    <a:pt x="1303905" y="1498352"/>
                  </a:lnTo>
                  <a:lnTo>
                    <a:pt x="1303925" y="1498374"/>
                  </a:lnTo>
                  <a:lnTo>
                    <a:pt x="1303929" y="1498410"/>
                  </a:lnTo>
                  <a:lnTo>
                    <a:pt x="1303925" y="1498450"/>
                  </a:lnTo>
                  <a:lnTo>
                    <a:pt x="1303913" y="1498471"/>
                  </a:lnTo>
                  <a:lnTo>
                    <a:pt x="1303899" y="1498489"/>
                  </a:lnTo>
                  <a:lnTo>
                    <a:pt x="1303888" y="1498501"/>
                  </a:lnTo>
                  <a:lnTo>
                    <a:pt x="1303877" y="1498512"/>
                  </a:lnTo>
                  <a:lnTo>
                    <a:pt x="1303867" y="1498538"/>
                  </a:lnTo>
                  <a:lnTo>
                    <a:pt x="1303865" y="1498560"/>
                  </a:lnTo>
                  <a:lnTo>
                    <a:pt x="1303864" y="1498579"/>
                  </a:lnTo>
                  <a:lnTo>
                    <a:pt x="1303862" y="1498608"/>
                  </a:lnTo>
                  <a:lnTo>
                    <a:pt x="1303863" y="1498616"/>
                  </a:lnTo>
                  <a:lnTo>
                    <a:pt x="1303863" y="1498625"/>
                  </a:lnTo>
                  <a:lnTo>
                    <a:pt x="1303863" y="1498636"/>
                  </a:lnTo>
                  <a:lnTo>
                    <a:pt x="1303863" y="1498646"/>
                  </a:lnTo>
                  <a:lnTo>
                    <a:pt x="1303870" y="1498665"/>
                  </a:lnTo>
                  <a:lnTo>
                    <a:pt x="1303875" y="1498685"/>
                  </a:lnTo>
                  <a:lnTo>
                    <a:pt x="1303880" y="1498707"/>
                  </a:lnTo>
                  <a:lnTo>
                    <a:pt x="1303882" y="1498722"/>
                  </a:lnTo>
                  <a:lnTo>
                    <a:pt x="1303882" y="1498735"/>
                  </a:lnTo>
                  <a:lnTo>
                    <a:pt x="1303878" y="1498753"/>
                  </a:lnTo>
                  <a:lnTo>
                    <a:pt x="1303875" y="1498770"/>
                  </a:lnTo>
                  <a:lnTo>
                    <a:pt x="1303875" y="1498778"/>
                  </a:lnTo>
                  <a:lnTo>
                    <a:pt x="1303877" y="1498791"/>
                  </a:lnTo>
                  <a:lnTo>
                    <a:pt x="1303882" y="1498813"/>
                  </a:lnTo>
                  <a:lnTo>
                    <a:pt x="1303886" y="1498827"/>
                  </a:lnTo>
                  <a:lnTo>
                    <a:pt x="1303890" y="1498846"/>
                  </a:lnTo>
                  <a:lnTo>
                    <a:pt x="1303890" y="1498861"/>
                  </a:lnTo>
                  <a:lnTo>
                    <a:pt x="1303890" y="1498877"/>
                  </a:lnTo>
                  <a:lnTo>
                    <a:pt x="1303886" y="1498892"/>
                  </a:lnTo>
                  <a:lnTo>
                    <a:pt x="1303880" y="1498913"/>
                  </a:lnTo>
                  <a:lnTo>
                    <a:pt x="1303870" y="1498935"/>
                  </a:lnTo>
                  <a:lnTo>
                    <a:pt x="1303864" y="1498952"/>
                  </a:lnTo>
                  <a:lnTo>
                    <a:pt x="1303863" y="1498960"/>
                  </a:lnTo>
                  <a:lnTo>
                    <a:pt x="1303863" y="1498968"/>
                  </a:lnTo>
                  <a:lnTo>
                    <a:pt x="1303865" y="1498978"/>
                  </a:lnTo>
                  <a:lnTo>
                    <a:pt x="1303870" y="1498993"/>
                  </a:lnTo>
                  <a:lnTo>
                    <a:pt x="1303875" y="1499006"/>
                  </a:lnTo>
                  <a:lnTo>
                    <a:pt x="1303878" y="1499015"/>
                  </a:lnTo>
                  <a:lnTo>
                    <a:pt x="1303878" y="1499025"/>
                  </a:lnTo>
                  <a:lnTo>
                    <a:pt x="1303874" y="1499035"/>
                  </a:lnTo>
                  <a:lnTo>
                    <a:pt x="1303868" y="1499042"/>
                  </a:lnTo>
                  <a:lnTo>
                    <a:pt x="1303863" y="1499047"/>
                  </a:lnTo>
                  <a:lnTo>
                    <a:pt x="1303853" y="1499056"/>
                  </a:lnTo>
                  <a:lnTo>
                    <a:pt x="1303837" y="1499068"/>
                  </a:lnTo>
                  <a:lnTo>
                    <a:pt x="1303830" y="1499073"/>
                  </a:lnTo>
                  <a:lnTo>
                    <a:pt x="1303819" y="1499080"/>
                  </a:lnTo>
                  <a:lnTo>
                    <a:pt x="1303816" y="1499094"/>
                  </a:lnTo>
                  <a:lnTo>
                    <a:pt x="1303811" y="1499114"/>
                  </a:lnTo>
                  <a:lnTo>
                    <a:pt x="1303807" y="1499125"/>
                  </a:lnTo>
                  <a:lnTo>
                    <a:pt x="1303801" y="1499133"/>
                  </a:lnTo>
                  <a:lnTo>
                    <a:pt x="1303786" y="1499148"/>
                  </a:lnTo>
                  <a:lnTo>
                    <a:pt x="1303771" y="1499164"/>
                  </a:lnTo>
                  <a:lnTo>
                    <a:pt x="1303763" y="1499176"/>
                  </a:lnTo>
                  <a:lnTo>
                    <a:pt x="1303759" y="1499188"/>
                  </a:lnTo>
                  <a:lnTo>
                    <a:pt x="1303758" y="1499205"/>
                  </a:lnTo>
                  <a:lnTo>
                    <a:pt x="1303756" y="1499225"/>
                  </a:lnTo>
                  <a:lnTo>
                    <a:pt x="1303755" y="1499249"/>
                  </a:lnTo>
                  <a:lnTo>
                    <a:pt x="1303751" y="1499266"/>
                  </a:lnTo>
                  <a:lnTo>
                    <a:pt x="1303746" y="1499283"/>
                  </a:lnTo>
                  <a:lnTo>
                    <a:pt x="1303740" y="1499301"/>
                  </a:lnTo>
                  <a:lnTo>
                    <a:pt x="1303737" y="1499316"/>
                  </a:lnTo>
                  <a:lnTo>
                    <a:pt x="1303736" y="1499330"/>
                  </a:lnTo>
                  <a:lnTo>
                    <a:pt x="1303735" y="1499356"/>
                  </a:lnTo>
                  <a:lnTo>
                    <a:pt x="1303737" y="1499384"/>
                  </a:lnTo>
                  <a:lnTo>
                    <a:pt x="1303739" y="1499410"/>
                  </a:lnTo>
                  <a:lnTo>
                    <a:pt x="1303741" y="1499422"/>
                  </a:lnTo>
                  <a:lnTo>
                    <a:pt x="1303744" y="1499428"/>
                  </a:lnTo>
                  <a:lnTo>
                    <a:pt x="1303749" y="1499434"/>
                  </a:lnTo>
                  <a:lnTo>
                    <a:pt x="1303757" y="1499442"/>
                  </a:lnTo>
                  <a:lnTo>
                    <a:pt x="1303765" y="1499448"/>
                  </a:lnTo>
                  <a:lnTo>
                    <a:pt x="1303772" y="1499453"/>
                  </a:lnTo>
                  <a:lnTo>
                    <a:pt x="1303781" y="1499458"/>
                  </a:lnTo>
                  <a:lnTo>
                    <a:pt x="1303790" y="1499460"/>
                  </a:lnTo>
                  <a:lnTo>
                    <a:pt x="1303802" y="1499467"/>
                  </a:lnTo>
                  <a:lnTo>
                    <a:pt x="1303814" y="1499474"/>
                  </a:lnTo>
                  <a:lnTo>
                    <a:pt x="1303822" y="1499481"/>
                  </a:lnTo>
                  <a:lnTo>
                    <a:pt x="1303828" y="1499488"/>
                  </a:lnTo>
                  <a:lnTo>
                    <a:pt x="1303831" y="1499496"/>
                  </a:lnTo>
                  <a:lnTo>
                    <a:pt x="1303833" y="1499503"/>
                  </a:lnTo>
                  <a:lnTo>
                    <a:pt x="1303831" y="1499517"/>
                  </a:lnTo>
                  <a:lnTo>
                    <a:pt x="1303827" y="1499537"/>
                  </a:lnTo>
                  <a:lnTo>
                    <a:pt x="1303826" y="1499555"/>
                  </a:lnTo>
                  <a:lnTo>
                    <a:pt x="1303824" y="1499576"/>
                  </a:lnTo>
                  <a:lnTo>
                    <a:pt x="1303821" y="1499633"/>
                  </a:lnTo>
                  <a:lnTo>
                    <a:pt x="1303818" y="1499652"/>
                  </a:lnTo>
                  <a:lnTo>
                    <a:pt x="1303814" y="1499673"/>
                  </a:lnTo>
                  <a:lnTo>
                    <a:pt x="1303809" y="1499690"/>
                  </a:lnTo>
                  <a:lnTo>
                    <a:pt x="1303805" y="1499702"/>
                  </a:lnTo>
                  <a:lnTo>
                    <a:pt x="1303795" y="1499713"/>
                  </a:lnTo>
                  <a:lnTo>
                    <a:pt x="1303795" y="1499735"/>
                  </a:lnTo>
                  <a:lnTo>
                    <a:pt x="1303795" y="1499758"/>
                  </a:lnTo>
                  <a:lnTo>
                    <a:pt x="1303796" y="1499767"/>
                  </a:lnTo>
                  <a:lnTo>
                    <a:pt x="1303797" y="1499773"/>
                  </a:lnTo>
                  <a:lnTo>
                    <a:pt x="1303802" y="1499785"/>
                  </a:lnTo>
                  <a:lnTo>
                    <a:pt x="1303808" y="1499803"/>
                  </a:lnTo>
                  <a:lnTo>
                    <a:pt x="1303812" y="1499817"/>
                  </a:lnTo>
                  <a:lnTo>
                    <a:pt x="1303801" y="1499825"/>
                  </a:lnTo>
                  <a:lnTo>
                    <a:pt x="1303635" y="1499949"/>
                  </a:lnTo>
                  <a:lnTo>
                    <a:pt x="1303625" y="1499956"/>
                  </a:lnTo>
                  <a:lnTo>
                    <a:pt x="1303620" y="1499973"/>
                  </a:lnTo>
                  <a:lnTo>
                    <a:pt x="1303618" y="1499996"/>
                  </a:lnTo>
                  <a:lnTo>
                    <a:pt x="1303614" y="1500007"/>
                  </a:lnTo>
                  <a:lnTo>
                    <a:pt x="1303611" y="1500017"/>
                  </a:lnTo>
                  <a:lnTo>
                    <a:pt x="1303613" y="1500035"/>
                  </a:lnTo>
                  <a:lnTo>
                    <a:pt x="1303614" y="1500052"/>
                  </a:lnTo>
                  <a:lnTo>
                    <a:pt x="1303607" y="1500057"/>
                  </a:lnTo>
                  <a:lnTo>
                    <a:pt x="1303597" y="1500065"/>
                  </a:lnTo>
                  <a:lnTo>
                    <a:pt x="1303595" y="1500080"/>
                  </a:lnTo>
                  <a:lnTo>
                    <a:pt x="1303600" y="1500090"/>
                  </a:lnTo>
                  <a:lnTo>
                    <a:pt x="1303615" y="1500092"/>
                  </a:lnTo>
                  <a:lnTo>
                    <a:pt x="1303620" y="1500099"/>
                  </a:lnTo>
                  <a:lnTo>
                    <a:pt x="1303619" y="1500113"/>
                  </a:lnTo>
                  <a:lnTo>
                    <a:pt x="1303615" y="1500125"/>
                  </a:lnTo>
                  <a:lnTo>
                    <a:pt x="1303620" y="1500134"/>
                  </a:lnTo>
                  <a:lnTo>
                    <a:pt x="1303623" y="1500137"/>
                  </a:lnTo>
                  <a:lnTo>
                    <a:pt x="1303625" y="1500148"/>
                  </a:lnTo>
                  <a:lnTo>
                    <a:pt x="1303622" y="1500155"/>
                  </a:lnTo>
                  <a:lnTo>
                    <a:pt x="1303621" y="1500165"/>
                  </a:lnTo>
                  <a:lnTo>
                    <a:pt x="1303621" y="1500174"/>
                  </a:lnTo>
                  <a:lnTo>
                    <a:pt x="1303627" y="1500188"/>
                  </a:lnTo>
                  <a:lnTo>
                    <a:pt x="1303640" y="1500192"/>
                  </a:lnTo>
                  <a:lnTo>
                    <a:pt x="1303647" y="1500196"/>
                  </a:lnTo>
                  <a:lnTo>
                    <a:pt x="1303646" y="1500206"/>
                  </a:lnTo>
                  <a:lnTo>
                    <a:pt x="1303640" y="1500212"/>
                  </a:lnTo>
                  <a:lnTo>
                    <a:pt x="1303629" y="1500219"/>
                  </a:lnTo>
                  <a:lnTo>
                    <a:pt x="1303625" y="1500223"/>
                  </a:lnTo>
                  <a:lnTo>
                    <a:pt x="1303625" y="1500231"/>
                  </a:lnTo>
                  <a:lnTo>
                    <a:pt x="1303623" y="1500238"/>
                  </a:lnTo>
                  <a:lnTo>
                    <a:pt x="1303621" y="1500248"/>
                  </a:lnTo>
                  <a:lnTo>
                    <a:pt x="1303624" y="1500257"/>
                  </a:lnTo>
                  <a:lnTo>
                    <a:pt x="1303630" y="1500264"/>
                  </a:lnTo>
                  <a:lnTo>
                    <a:pt x="1303638" y="1500268"/>
                  </a:lnTo>
                  <a:lnTo>
                    <a:pt x="1303652" y="1500274"/>
                  </a:lnTo>
                  <a:lnTo>
                    <a:pt x="1303666" y="1500282"/>
                  </a:lnTo>
                  <a:lnTo>
                    <a:pt x="1303673" y="1500288"/>
                  </a:lnTo>
                  <a:lnTo>
                    <a:pt x="1303683" y="1500298"/>
                  </a:lnTo>
                  <a:lnTo>
                    <a:pt x="1303686" y="1500308"/>
                  </a:lnTo>
                  <a:lnTo>
                    <a:pt x="1303684" y="1500313"/>
                  </a:lnTo>
                  <a:lnTo>
                    <a:pt x="1303681" y="1500317"/>
                  </a:lnTo>
                  <a:lnTo>
                    <a:pt x="1303674" y="1500320"/>
                  </a:lnTo>
                  <a:lnTo>
                    <a:pt x="1303668" y="1500322"/>
                  </a:lnTo>
                  <a:lnTo>
                    <a:pt x="1303640" y="1500329"/>
                  </a:lnTo>
                  <a:lnTo>
                    <a:pt x="1303631" y="1500335"/>
                  </a:lnTo>
                  <a:lnTo>
                    <a:pt x="1303628" y="1500344"/>
                  </a:lnTo>
                  <a:lnTo>
                    <a:pt x="1303628" y="1500356"/>
                  </a:lnTo>
                  <a:lnTo>
                    <a:pt x="1303629" y="1500366"/>
                  </a:lnTo>
                  <a:lnTo>
                    <a:pt x="1303630" y="1500378"/>
                  </a:lnTo>
                  <a:lnTo>
                    <a:pt x="1303631" y="1500395"/>
                  </a:lnTo>
                  <a:lnTo>
                    <a:pt x="1303632" y="1500408"/>
                  </a:lnTo>
                  <a:lnTo>
                    <a:pt x="1303631" y="1500425"/>
                  </a:lnTo>
                  <a:lnTo>
                    <a:pt x="1303628" y="1500440"/>
                  </a:lnTo>
                  <a:lnTo>
                    <a:pt x="1303622" y="1500458"/>
                  </a:lnTo>
                  <a:lnTo>
                    <a:pt x="1303615" y="1500477"/>
                  </a:lnTo>
                  <a:lnTo>
                    <a:pt x="1303604" y="1500494"/>
                  </a:lnTo>
                  <a:lnTo>
                    <a:pt x="1303597" y="1500509"/>
                  </a:lnTo>
                  <a:lnTo>
                    <a:pt x="1303589" y="1500525"/>
                  </a:lnTo>
                  <a:lnTo>
                    <a:pt x="1303579" y="1500544"/>
                  </a:lnTo>
                  <a:lnTo>
                    <a:pt x="1303574" y="1500558"/>
                  </a:lnTo>
                  <a:lnTo>
                    <a:pt x="1303572" y="1500571"/>
                  </a:lnTo>
                  <a:lnTo>
                    <a:pt x="1303571" y="1500590"/>
                  </a:lnTo>
                  <a:lnTo>
                    <a:pt x="1303571" y="1500603"/>
                  </a:lnTo>
                  <a:lnTo>
                    <a:pt x="1303568" y="1500613"/>
                  </a:lnTo>
                  <a:lnTo>
                    <a:pt x="1303562" y="1500628"/>
                  </a:lnTo>
                  <a:lnTo>
                    <a:pt x="1303554" y="1500639"/>
                  </a:lnTo>
                  <a:lnTo>
                    <a:pt x="1303544" y="1500655"/>
                  </a:lnTo>
                  <a:lnTo>
                    <a:pt x="1303540" y="1500664"/>
                  </a:lnTo>
                  <a:lnTo>
                    <a:pt x="1303536" y="1500678"/>
                  </a:lnTo>
                  <a:lnTo>
                    <a:pt x="1303531" y="1500699"/>
                  </a:lnTo>
                  <a:lnTo>
                    <a:pt x="1303528" y="1500712"/>
                  </a:lnTo>
                  <a:lnTo>
                    <a:pt x="1303525" y="1500718"/>
                  </a:lnTo>
                  <a:lnTo>
                    <a:pt x="1303522" y="1500722"/>
                  </a:lnTo>
                  <a:lnTo>
                    <a:pt x="1303515" y="1500727"/>
                  </a:lnTo>
                  <a:lnTo>
                    <a:pt x="1303498" y="1500732"/>
                  </a:lnTo>
                  <a:lnTo>
                    <a:pt x="1303483" y="1500740"/>
                  </a:lnTo>
                  <a:lnTo>
                    <a:pt x="1303468" y="1500749"/>
                  </a:lnTo>
                  <a:lnTo>
                    <a:pt x="1303456" y="1500760"/>
                  </a:lnTo>
                  <a:lnTo>
                    <a:pt x="1303452" y="1500766"/>
                  </a:lnTo>
                  <a:lnTo>
                    <a:pt x="1303447" y="1500772"/>
                  </a:lnTo>
                  <a:lnTo>
                    <a:pt x="1303442" y="1500783"/>
                  </a:lnTo>
                  <a:lnTo>
                    <a:pt x="1303439" y="1500795"/>
                  </a:lnTo>
                  <a:lnTo>
                    <a:pt x="1303436" y="1500811"/>
                  </a:lnTo>
                  <a:lnTo>
                    <a:pt x="1303433" y="1500830"/>
                  </a:lnTo>
                  <a:lnTo>
                    <a:pt x="1303432" y="1500853"/>
                  </a:lnTo>
                  <a:lnTo>
                    <a:pt x="1303433" y="1500865"/>
                  </a:lnTo>
                  <a:lnTo>
                    <a:pt x="1303434" y="1500877"/>
                  </a:lnTo>
                  <a:lnTo>
                    <a:pt x="1303434" y="1500890"/>
                  </a:lnTo>
                  <a:lnTo>
                    <a:pt x="1303434" y="1500911"/>
                  </a:lnTo>
                  <a:lnTo>
                    <a:pt x="1303434" y="1500920"/>
                  </a:lnTo>
                  <a:lnTo>
                    <a:pt x="1303434" y="1500927"/>
                  </a:lnTo>
                  <a:lnTo>
                    <a:pt x="1303430" y="1500955"/>
                  </a:lnTo>
                  <a:lnTo>
                    <a:pt x="1303428" y="1500967"/>
                  </a:lnTo>
                  <a:lnTo>
                    <a:pt x="1303428" y="1500981"/>
                  </a:lnTo>
                  <a:lnTo>
                    <a:pt x="1303428" y="1500994"/>
                  </a:lnTo>
                  <a:lnTo>
                    <a:pt x="1303430" y="1501015"/>
                  </a:lnTo>
                  <a:lnTo>
                    <a:pt x="1303433" y="1501034"/>
                  </a:lnTo>
                  <a:lnTo>
                    <a:pt x="1303437" y="1501052"/>
                  </a:lnTo>
                  <a:lnTo>
                    <a:pt x="1303438" y="1501064"/>
                  </a:lnTo>
                  <a:lnTo>
                    <a:pt x="1303437" y="1501079"/>
                  </a:lnTo>
                  <a:lnTo>
                    <a:pt x="1303433" y="1501089"/>
                  </a:lnTo>
                  <a:lnTo>
                    <a:pt x="1303427" y="1501097"/>
                  </a:lnTo>
                  <a:lnTo>
                    <a:pt x="1303422" y="1501105"/>
                  </a:lnTo>
                  <a:lnTo>
                    <a:pt x="1303415" y="1501114"/>
                  </a:lnTo>
                  <a:lnTo>
                    <a:pt x="1303411" y="1501121"/>
                  </a:lnTo>
                  <a:lnTo>
                    <a:pt x="1303409" y="1501130"/>
                  </a:lnTo>
                  <a:lnTo>
                    <a:pt x="1303406" y="1501143"/>
                  </a:lnTo>
                  <a:lnTo>
                    <a:pt x="1303404" y="1501154"/>
                  </a:lnTo>
                  <a:lnTo>
                    <a:pt x="1303402" y="1501187"/>
                  </a:lnTo>
                  <a:lnTo>
                    <a:pt x="1303402" y="1501198"/>
                  </a:lnTo>
                  <a:lnTo>
                    <a:pt x="1303401" y="1501210"/>
                  </a:lnTo>
                  <a:lnTo>
                    <a:pt x="1303399" y="1501221"/>
                  </a:lnTo>
                  <a:lnTo>
                    <a:pt x="1303398" y="1501232"/>
                  </a:lnTo>
                  <a:lnTo>
                    <a:pt x="1303396" y="1501243"/>
                  </a:lnTo>
                  <a:lnTo>
                    <a:pt x="1303393" y="1501254"/>
                  </a:lnTo>
                  <a:lnTo>
                    <a:pt x="1303391" y="1501265"/>
                  </a:lnTo>
                  <a:lnTo>
                    <a:pt x="1303388" y="1501276"/>
                  </a:lnTo>
                  <a:lnTo>
                    <a:pt x="1303384" y="1501285"/>
                  </a:lnTo>
                  <a:lnTo>
                    <a:pt x="1303376" y="1501295"/>
                  </a:lnTo>
                  <a:lnTo>
                    <a:pt x="1303367" y="1501299"/>
                  </a:lnTo>
                  <a:lnTo>
                    <a:pt x="1303358" y="1501299"/>
                  </a:lnTo>
                  <a:lnTo>
                    <a:pt x="1303344" y="1501300"/>
                  </a:lnTo>
                  <a:lnTo>
                    <a:pt x="1303334" y="1501301"/>
                  </a:lnTo>
                  <a:lnTo>
                    <a:pt x="1303323" y="1501302"/>
                  </a:lnTo>
                  <a:lnTo>
                    <a:pt x="1303312" y="1501303"/>
                  </a:lnTo>
                  <a:lnTo>
                    <a:pt x="1303301" y="1501305"/>
                  </a:lnTo>
                  <a:lnTo>
                    <a:pt x="1303291" y="1501307"/>
                  </a:lnTo>
                  <a:lnTo>
                    <a:pt x="1303279" y="1501310"/>
                  </a:lnTo>
                  <a:lnTo>
                    <a:pt x="1303271" y="1501313"/>
                  </a:lnTo>
                  <a:lnTo>
                    <a:pt x="1303261" y="1501318"/>
                  </a:lnTo>
                  <a:lnTo>
                    <a:pt x="1303252" y="1501323"/>
                  </a:lnTo>
                  <a:lnTo>
                    <a:pt x="1303243" y="1501330"/>
                  </a:lnTo>
                  <a:lnTo>
                    <a:pt x="1303236" y="1501335"/>
                  </a:lnTo>
                  <a:lnTo>
                    <a:pt x="1303229" y="1501344"/>
                  </a:lnTo>
                  <a:lnTo>
                    <a:pt x="1303224" y="1501356"/>
                  </a:lnTo>
                  <a:lnTo>
                    <a:pt x="1303219" y="1501367"/>
                  </a:lnTo>
                  <a:lnTo>
                    <a:pt x="1303215" y="1501377"/>
                  </a:lnTo>
                  <a:lnTo>
                    <a:pt x="1303209" y="1501387"/>
                  </a:lnTo>
                  <a:lnTo>
                    <a:pt x="1303202" y="1501395"/>
                  </a:lnTo>
                  <a:lnTo>
                    <a:pt x="1303193" y="1501401"/>
                  </a:lnTo>
                  <a:lnTo>
                    <a:pt x="1303182" y="1501405"/>
                  </a:lnTo>
                  <a:lnTo>
                    <a:pt x="1303171" y="1501407"/>
                  </a:lnTo>
                  <a:lnTo>
                    <a:pt x="1303164" y="1501409"/>
                  </a:lnTo>
                  <a:lnTo>
                    <a:pt x="1303159" y="1501414"/>
                  </a:lnTo>
                  <a:lnTo>
                    <a:pt x="1303158" y="1501420"/>
                  </a:lnTo>
                  <a:lnTo>
                    <a:pt x="1303157" y="1501433"/>
                  </a:lnTo>
                  <a:lnTo>
                    <a:pt x="1303158" y="1501444"/>
                  </a:lnTo>
                  <a:lnTo>
                    <a:pt x="1303158" y="1501455"/>
                  </a:lnTo>
                  <a:lnTo>
                    <a:pt x="1303158" y="1501466"/>
                  </a:lnTo>
                  <a:lnTo>
                    <a:pt x="1303158" y="1501478"/>
                  </a:lnTo>
                  <a:lnTo>
                    <a:pt x="1303159" y="1501489"/>
                  </a:lnTo>
                  <a:lnTo>
                    <a:pt x="1303160" y="1501500"/>
                  </a:lnTo>
                  <a:lnTo>
                    <a:pt x="1303162" y="1501511"/>
                  </a:lnTo>
                  <a:lnTo>
                    <a:pt x="1303163" y="1501522"/>
                  </a:lnTo>
                  <a:lnTo>
                    <a:pt x="1303163" y="1501533"/>
                  </a:lnTo>
                  <a:lnTo>
                    <a:pt x="1303163" y="1501554"/>
                  </a:lnTo>
                  <a:lnTo>
                    <a:pt x="1303162" y="1501570"/>
                  </a:lnTo>
                  <a:lnTo>
                    <a:pt x="1303159" y="1501588"/>
                  </a:lnTo>
                  <a:lnTo>
                    <a:pt x="1303153" y="1501606"/>
                  </a:lnTo>
                  <a:lnTo>
                    <a:pt x="1303144" y="1501617"/>
                  </a:lnTo>
                  <a:lnTo>
                    <a:pt x="1303129" y="1501630"/>
                  </a:lnTo>
                  <a:lnTo>
                    <a:pt x="1303122" y="1501639"/>
                  </a:lnTo>
                  <a:lnTo>
                    <a:pt x="1303113" y="1501647"/>
                  </a:lnTo>
                  <a:lnTo>
                    <a:pt x="1303108" y="1501657"/>
                  </a:lnTo>
                  <a:lnTo>
                    <a:pt x="1303108" y="1501666"/>
                  </a:lnTo>
                  <a:lnTo>
                    <a:pt x="1303112" y="1501678"/>
                  </a:lnTo>
                  <a:lnTo>
                    <a:pt x="1303118" y="1501688"/>
                  </a:lnTo>
                  <a:lnTo>
                    <a:pt x="1303125" y="1501696"/>
                  </a:lnTo>
                  <a:lnTo>
                    <a:pt x="1303134" y="1501703"/>
                  </a:lnTo>
                  <a:lnTo>
                    <a:pt x="1303143" y="1501709"/>
                  </a:lnTo>
                  <a:lnTo>
                    <a:pt x="1303153" y="1501712"/>
                  </a:lnTo>
                  <a:lnTo>
                    <a:pt x="1303164" y="1501712"/>
                  </a:lnTo>
                  <a:lnTo>
                    <a:pt x="1303177" y="1501712"/>
                  </a:lnTo>
                  <a:lnTo>
                    <a:pt x="1303188" y="1501713"/>
                  </a:lnTo>
                  <a:lnTo>
                    <a:pt x="1303196" y="1501719"/>
                  </a:lnTo>
                  <a:lnTo>
                    <a:pt x="1303202" y="1501730"/>
                  </a:lnTo>
                  <a:lnTo>
                    <a:pt x="1303205" y="1501745"/>
                  </a:lnTo>
                  <a:lnTo>
                    <a:pt x="1303205" y="1501753"/>
                  </a:lnTo>
                  <a:lnTo>
                    <a:pt x="1303199" y="1501757"/>
                  </a:lnTo>
                  <a:lnTo>
                    <a:pt x="1303190" y="1501756"/>
                  </a:lnTo>
                  <a:lnTo>
                    <a:pt x="1303180" y="1501753"/>
                  </a:lnTo>
                  <a:lnTo>
                    <a:pt x="1303173" y="1501753"/>
                  </a:lnTo>
                  <a:lnTo>
                    <a:pt x="1303167" y="1501758"/>
                  </a:lnTo>
                  <a:lnTo>
                    <a:pt x="1303163" y="1501767"/>
                  </a:lnTo>
                  <a:lnTo>
                    <a:pt x="1303161" y="1501778"/>
                  </a:lnTo>
                  <a:lnTo>
                    <a:pt x="1303161" y="1501789"/>
                  </a:lnTo>
                  <a:lnTo>
                    <a:pt x="1303159" y="1501800"/>
                  </a:lnTo>
                  <a:lnTo>
                    <a:pt x="1303156" y="1501811"/>
                  </a:lnTo>
                  <a:lnTo>
                    <a:pt x="1303153" y="1501822"/>
                  </a:lnTo>
                  <a:lnTo>
                    <a:pt x="1303148" y="1501834"/>
                  </a:lnTo>
                  <a:lnTo>
                    <a:pt x="1303144" y="1501843"/>
                  </a:lnTo>
                  <a:lnTo>
                    <a:pt x="1303140" y="1501853"/>
                  </a:lnTo>
                  <a:lnTo>
                    <a:pt x="1303136" y="1501863"/>
                  </a:lnTo>
                  <a:lnTo>
                    <a:pt x="1303131" y="1501874"/>
                  </a:lnTo>
                  <a:lnTo>
                    <a:pt x="1303128" y="1501885"/>
                  </a:lnTo>
                  <a:lnTo>
                    <a:pt x="1303127" y="1501897"/>
                  </a:lnTo>
                  <a:lnTo>
                    <a:pt x="1303127" y="1501909"/>
                  </a:lnTo>
                  <a:lnTo>
                    <a:pt x="1303129" y="1501920"/>
                  </a:lnTo>
                  <a:lnTo>
                    <a:pt x="1303131" y="1501931"/>
                  </a:lnTo>
                  <a:lnTo>
                    <a:pt x="1303132" y="1501942"/>
                  </a:lnTo>
                  <a:lnTo>
                    <a:pt x="1303133" y="1501953"/>
                  </a:lnTo>
                  <a:lnTo>
                    <a:pt x="1303133" y="1501964"/>
                  </a:lnTo>
                  <a:lnTo>
                    <a:pt x="1303133" y="1501975"/>
                  </a:lnTo>
                  <a:lnTo>
                    <a:pt x="1303133" y="1501986"/>
                  </a:lnTo>
                  <a:lnTo>
                    <a:pt x="1303132" y="1502009"/>
                  </a:lnTo>
                  <a:lnTo>
                    <a:pt x="1303133" y="1502022"/>
                  </a:lnTo>
                  <a:lnTo>
                    <a:pt x="1303135" y="1502032"/>
                  </a:lnTo>
                  <a:lnTo>
                    <a:pt x="1303138" y="1502042"/>
                  </a:lnTo>
                  <a:lnTo>
                    <a:pt x="1303142" y="1502054"/>
                  </a:lnTo>
                  <a:lnTo>
                    <a:pt x="1303144" y="1502065"/>
                  </a:lnTo>
                  <a:lnTo>
                    <a:pt x="1303146" y="1502076"/>
                  </a:lnTo>
                  <a:lnTo>
                    <a:pt x="1303145" y="1502085"/>
                  </a:lnTo>
                  <a:lnTo>
                    <a:pt x="1303139" y="1502097"/>
                  </a:lnTo>
                  <a:lnTo>
                    <a:pt x="1303133" y="1502106"/>
                  </a:lnTo>
                  <a:lnTo>
                    <a:pt x="1303125" y="1502114"/>
                  </a:lnTo>
                  <a:lnTo>
                    <a:pt x="1303116" y="1502122"/>
                  </a:lnTo>
                  <a:lnTo>
                    <a:pt x="1303107" y="1502125"/>
                  </a:lnTo>
                  <a:lnTo>
                    <a:pt x="1303097" y="1502126"/>
                  </a:lnTo>
                  <a:lnTo>
                    <a:pt x="1303086" y="1502121"/>
                  </a:lnTo>
                  <a:lnTo>
                    <a:pt x="1303073" y="1502114"/>
                  </a:lnTo>
                  <a:lnTo>
                    <a:pt x="1303062" y="1502106"/>
                  </a:lnTo>
                  <a:lnTo>
                    <a:pt x="1303054" y="1502098"/>
                  </a:lnTo>
                  <a:lnTo>
                    <a:pt x="1303046" y="1502091"/>
                  </a:lnTo>
                  <a:lnTo>
                    <a:pt x="1303037" y="1502083"/>
                  </a:lnTo>
                  <a:lnTo>
                    <a:pt x="1303025" y="1502076"/>
                  </a:lnTo>
                  <a:lnTo>
                    <a:pt x="1303014" y="1502070"/>
                  </a:lnTo>
                  <a:lnTo>
                    <a:pt x="1302996" y="1502068"/>
                  </a:lnTo>
                  <a:lnTo>
                    <a:pt x="1302985" y="1502069"/>
                  </a:lnTo>
                  <a:lnTo>
                    <a:pt x="1302973" y="1502074"/>
                  </a:lnTo>
                  <a:lnTo>
                    <a:pt x="1302962" y="1502082"/>
                  </a:lnTo>
                  <a:lnTo>
                    <a:pt x="1302954" y="1502091"/>
                  </a:lnTo>
                  <a:lnTo>
                    <a:pt x="1302947" y="1502101"/>
                  </a:lnTo>
                  <a:lnTo>
                    <a:pt x="1302940" y="1502111"/>
                  </a:lnTo>
                  <a:lnTo>
                    <a:pt x="1302934" y="1502121"/>
                  </a:lnTo>
                  <a:lnTo>
                    <a:pt x="1302927" y="1502132"/>
                  </a:lnTo>
                  <a:lnTo>
                    <a:pt x="1302924" y="1502136"/>
                  </a:lnTo>
                  <a:lnTo>
                    <a:pt x="1302921" y="1502143"/>
                  </a:lnTo>
                  <a:lnTo>
                    <a:pt x="1302913" y="1502153"/>
                  </a:lnTo>
                  <a:lnTo>
                    <a:pt x="1302905" y="1502162"/>
                  </a:lnTo>
                  <a:lnTo>
                    <a:pt x="1302895" y="1502166"/>
                  </a:lnTo>
                  <a:lnTo>
                    <a:pt x="1302885" y="1502167"/>
                  </a:lnTo>
                  <a:lnTo>
                    <a:pt x="1302874" y="1502167"/>
                  </a:lnTo>
                  <a:lnTo>
                    <a:pt x="1302864" y="1502167"/>
                  </a:lnTo>
                  <a:lnTo>
                    <a:pt x="1302853" y="1502168"/>
                  </a:lnTo>
                  <a:lnTo>
                    <a:pt x="1302843" y="1502170"/>
                  </a:lnTo>
                  <a:lnTo>
                    <a:pt x="1302833" y="1502173"/>
                  </a:lnTo>
                  <a:lnTo>
                    <a:pt x="1302824" y="1502178"/>
                  </a:lnTo>
                  <a:lnTo>
                    <a:pt x="1302813" y="1502184"/>
                  </a:lnTo>
                  <a:lnTo>
                    <a:pt x="1302805" y="1502192"/>
                  </a:lnTo>
                  <a:lnTo>
                    <a:pt x="1302798" y="1502200"/>
                  </a:lnTo>
                  <a:lnTo>
                    <a:pt x="1302791" y="1502208"/>
                  </a:lnTo>
                  <a:lnTo>
                    <a:pt x="1302784" y="1502216"/>
                  </a:lnTo>
                  <a:lnTo>
                    <a:pt x="1302778" y="1502226"/>
                  </a:lnTo>
                  <a:lnTo>
                    <a:pt x="1302775" y="1502237"/>
                  </a:lnTo>
                  <a:lnTo>
                    <a:pt x="1302777" y="1502248"/>
                  </a:lnTo>
                  <a:lnTo>
                    <a:pt x="1302785" y="1502255"/>
                  </a:lnTo>
                  <a:lnTo>
                    <a:pt x="1302795" y="1502260"/>
                  </a:lnTo>
                  <a:lnTo>
                    <a:pt x="1302806" y="1502261"/>
                  </a:lnTo>
                  <a:lnTo>
                    <a:pt x="1302816" y="1502263"/>
                  </a:lnTo>
                  <a:lnTo>
                    <a:pt x="1302827" y="1502266"/>
                  </a:lnTo>
                  <a:lnTo>
                    <a:pt x="1302836" y="1502272"/>
                  </a:lnTo>
                  <a:lnTo>
                    <a:pt x="1302845" y="1502278"/>
                  </a:lnTo>
                  <a:lnTo>
                    <a:pt x="1302853" y="1502285"/>
                  </a:lnTo>
                  <a:lnTo>
                    <a:pt x="1302861" y="1502293"/>
                  </a:lnTo>
                  <a:lnTo>
                    <a:pt x="1302869" y="1502301"/>
                  </a:lnTo>
                  <a:lnTo>
                    <a:pt x="1302875" y="1502309"/>
                  </a:lnTo>
                  <a:lnTo>
                    <a:pt x="1302881" y="1502319"/>
                  </a:lnTo>
                  <a:lnTo>
                    <a:pt x="1302885" y="1502329"/>
                  </a:lnTo>
                  <a:lnTo>
                    <a:pt x="1302889" y="1502339"/>
                  </a:lnTo>
                  <a:lnTo>
                    <a:pt x="1302891" y="1502350"/>
                  </a:lnTo>
                  <a:lnTo>
                    <a:pt x="1302894" y="1502360"/>
                  </a:lnTo>
                  <a:lnTo>
                    <a:pt x="1302897" y="1502372"/>
                  </a:lnTo>
                  <a:lnTo>
                    <a:pt x="1302901" y="1502382"/>
                  </a:lnTo>
                  <a:lnTo>
                    <a:pt x="1302911" y="1502403"/>
                  </a:lnTo>
                  <a:lnTo>
                    <a:pt x="1302919" y="1502416"/>
                  </a:lnTo>
                  <a:lnTo>
                    <a:pt x="1302928" y="1502422"/>
                  </a:lnTo>
                  <a:lnTo>
                    <a:pt x="1302940" y="1502424"/>
                  </a:lnTo>
                  <a:lnTo>
                    <a:pt x="1302954" y="1502423"/>
                  </a:lnTo>
                  <a:lnTo>
                    <a:pt x="1302965" y="1502424"/>
                  </a:lnTo>
                  <a:lnTo>
                    <a:pt x="1302975" y="1502427"/>
                  </a:lnTo>
                  <a:lnTo>
                    <a:pt x="1302986" y="1502429"/>
                  </a:lnTo>
                  <a:lnTo>
                    <a:pt x="1302996" y="1502432"/>
                  </a:lnTo>
                  <a:lnTo>
                    <a:pt x="1303006" y="1502436"/>
                  </a:lnTo>
                  <a:lnTo>
                    <a:pt x="1303015" y="1502441"/>
                  </a:lnTo>
                  <a:lnTo>
                    <a:pt x="1303033" y="1502452"/>
                  </a:lnTo>
                  <a:lnTo>
                    <a:pt x="1303042" y="1502457"/>
                  </a:lnTo>
                  <a:lnTo>
                    <a:pt x="1303051" y="1502462"/>
                  </a:lnTo>
                  <a:lnTo>
                    <a:pt x="1303060" y="1502469"/>
                  </a:lnTo>
                  <a:lnTo>
                    <a:pt x="1303069" y="1502475"/>
                  </a:lnTo>
                  <a:lnTo>
                    <a:pt x="1303077" y="1502483"/>
                  </a:lnTo>
                  <a:lnTo>
                    <a:pt x="1303085" y="1502491"/>
                  </a:lnTo>
                  <a:lnTo>
                    <a:pt x="1303092" y="1502499"/>
                  </a:lnTo>
                  <a:lnTo>
                    <a:pt x="1303100" y="1502508"/>
                  </a:lnTo>
                  <a:lnTo>
                    <a:pt x="1303106" y="1502517"/>
                  </a:lnTo>
                  <a:lnTo>
                    <a:pt x="1303112" y="1502527"/>
                  </a:lnTo>
                  <a:lnTo>
                    <a:pt x="1303117" y="1502536"/>
                  </a:lnTo>
                  <a:lnTo>
                    <a:pt x="1303122" y="1502546"/>
                  </a:lnTo>
                  <a:lnTo>
                    <a:pt x="1303131" y="1502567"/>
                  </a:lnTo>
                  <a:lnTo>
                    <a:pt x="1303135" y="1502577"/>
                  </a:lnTo>
                  <a:lnTo>
                    <a:pt x="1303139" y="1502588"/>
                  </a:lnTo>
                  <a:lnTo>
                    <a:pt x="1303144" y="1502596"/>
                  </a:lnTo>
                  <a:lnTo>
                    <a:pt x="1303150" y="1502606"/>
                  </a:lnTo>
                  <a:lnTo>
                    <a:pt x="1303158" y="1502615"/>
                  </a:lnTo>
                  <a:lnTo>
                    <a:pt x="1303168" y="1502621"/>
                  </a:lnTo>
                  <a:lnTo>
                    <a:pt x="1303180" y="1502624"/>
                  </a:lnTo>
                  <a:lnTo>
                    <a:pt x="1303187" y="1502627"/>
                  </a:lnTo>
                  <a:lnTo>
                    <a:pt x="1303191" y="1502632"/>
                  </a:lnTo>
                  <a:lnTo>
                    <a:pt x="1303192" y="1502638"/>
                  </a:lnTo>
                  <a:lnTo>
                    <a:pt x="1303191" y="1502647"/>
                  </a:lnTo>
                  <a:lnTo>
                    <a:pt x="1303188" y="1502652"/>
                  </a:lnTo>
                  <a:lnTo>
                    <a:pt x="1303176" y="1502659"/>
                  </a:lnTo>
                  <a:lnTo>
                    <a:pt x="1303159" y="1502671"/>
                  </a:lnTo>
                  <a:lnTo>
                    <a:pt x="1303152" y="1502682"/>
                  </a:lnTo>
                  <a:lnTo>
                    <a:pt x="1303154" y="1502695"/>
                  </a:lnTo>
                  <a:lnTo>
                    <a:pt x="1303160" y="1502705"/>
                  </a:lnTo>
                  <a:lnTo>
                    <a:pt x="1303168" y="1502713"/>
                  </a:lnTo>
                  <a:lnTo>
                    <a:pt x="1303178" y="1502719"/>
                  </a:lnTo>
                  <a:lnTo>
                    <a:pt x="1303193" y="1502724"/>
                  </a:lnTo>
                  <a:lnTo>
                    <a:pt x="1303199" y="1502725"/>
                  </a:lnTo>
                  <a:lnTo>
                    <a:pt x="1303211" y="1502728"/>
                  </a:lnTo>
                  <a:lnTo>
                    <a:pt x="1303220" y="1502732"/>
                  </a:lnTo>
                  <a:lnTo>
                    <a:pt x="1303229" y="1502738"/>
                  </a:lnTo>
                  <a:lnTo>
                    <a:pt x="1303238" y="1502748"/>
                  </a:lnTo>
                  <a:lnTo>
                    <a:pt x="1303243" y="1502762"/>
                  </a:lnTo>
                  <a:lnTo>
                    <a:pt x="1303245" y="1502775"/>
                  </a:lnTo>
                  <a:lnTo>
                    <a:pt x="1303244" y="1502788"/>
                  </a:lnTo>
                  <a:lnTo>
                    <a:pt x="1303242" y="1502801"/>
                  </a:lnTo>
                  <a:lnTo>
                    <a:pt x="1303236" y="1502814"/>
                  </a:lnTo>
                  <a:lnTo>
                    <a:pt x="1303228" y="1502826"/>
                  </a:lnTo>
                  <a:lnTo>
                    <a:pt x="1303217" y="1502832"/>
                  </a:lnTo>
                  <a:lnTo>
                    <a:pt x="1303205" y="1502834"/>
                  </a:lnTo>
                  <a:lnTo>
                    <a:pt x="1303193" y="1502834"/>
                  </a:lnTo>
                  <a:lnTo>
                    <a:pt x="1303182" y="1502831"/>
                  </a:lnTo>
                  <a:lnTo>
                    <a:pt x="1303170" y="1502829"/>
                  </a:lnTo>
                  <a:lnTo>
                    <a:pt x="1303157" y="1502830"/>
                  </a:lnTo>
                  <a:lnTo>
                    <a:pt x="1303143" y="1502833"/>
                  </a:lnTo>
                  <a:lnTo>
                    <a:pt x="1303129" y="1502838"/>
                  </a:lnTo>
                  <a:lnTo>
                    <a:pt x="1303117" y="1502846"/>
                  </a:lnTo>
                  <a:lnTo>
                    <a:pt x="1303114" y="1502849"/>
                  </a:lnTo>
                  <a:lnTo>
                    <a:pt x="1303108" y="1502853"/>
                  </a:lnTo>
                  <a:lnTo>
                    <a:pt x="1303100" y="1502859"/>
                  </a:lnTo>
                  <a:lnTo>
                    <a:pt x="1303089" y="1502863"/>
                  </a:lnTo>
                  <a:lnTo>
                    <a:pt x="1303072" y="1502867"/>
                  </a:lnTo>
                  <a:lnTo>
                    <a:pt x="1303054" y="1502868"/>
                  </a:lnTo>
                  <a:lnTo>
                    <a:pt x="1303040" y="1502864"/>
                  </a:lnTo>
                  <a:lnTo>
                    <a:pt x="1303028" y="1502857"/>
                  </a:lnTo>
                  <a:lnTo>
                    <a:pt x="1303014" y="1502852"/>
                  </a:lnTo>
                  <a:lnTo>
                    <a:pt x="1303007" y="1502850"/>
                  </a:lnTo>
                  <a:lnTo>
                    <a:pt x="1302999" y="1502850"/>
                  </a:lnTo>
                  <a:lnTo>
                    <a:pt x="1302987" y="1502852"/>
                  </a:lnTo>
                  <a:lnTo>
                    <a:pt x="1302979" y="1502860"/>
                  </a:lnTo>
                  <a:lnTo>
                    <a:pt x="1302974" y="1502871"/>
                  </a:lnTo>
                  <a:lnTo>
                    <a:pt x="1302971" y="1502885"/>
                  </a:lnTo>
                  <a:lnTo>
                    <a:pt x="1302968" y="1502898"/>
                  </a:lnTo>
                  <a:lnTo>
                    <a:pt x="1302968" y="1502912"/>
                  </a:lnTo>
                  <a:lnTo>
                    <a:pt x="1302971" y="1502927"/>
                  </a:lnTo>
                  <a:lnTo>
                    <a:pt x="1302978" y="1502940"/>
                  </a:lnTo>
                  <a:lnTo>
                    <a:pt x="1302985" y="1502950"/>
                  </a:lnTo>
                  <a:lnTo>
                    <a:pt x="1302994" y="1502957"/>
                  </a:lnTo>
                  <a:lnTo>
                    <a:pt x="1303003" y="1502962"/>
                  </a:lnTo>
                  <a:lnTo>
                    <a:pt x="1303014" y="1502966"/>
                  </a:lnTo>
                  <a:lnTo>
                    <a:pt x="1303026" y="1502969"/>
                  </a:lnTo>
                  <a:lnTo>
                    <a:pt x="1303039" y="1502972"/>
                  </a:lnTo>
                  <a:lnTo>
                    <a:pt x="1303049" y="1502975"/>
                  </a:lnTo>
                  <a:lnTo>
                    <a:pt x="1303058" y="1502980"/>
                  </a:lnTo>
                  <a:lnTo>
                    <a:pt x="1303068" y="1502987"/>
                  </a:lnTo>
                  <a:lnTo>
                    <a:pt x="1303076" y="1502997"/>
                  </a:lnTo>
                  <a:lnTo>
                    <a:pt x="1303079" y="1503010"/>
                  </a:lnTo>
                  <a:lnTo>
                    <a:pt x="1303075" y="1503021"/>
                  </a:lnTo>
                  <a:lnTo>
                    <a:pt x="1303070" y="1503031"/>
                  </a:lnTo>
                  <a:lnTo>
                    <a:pt x="1303064" y="1503042"/>
                  </a:lnTo>
                  <a:lnTo>
                    <a:pt x="1303059" y="1503058"/>
                  </a:lnTo>
                  <a:lnTo>
                    <a:pt x="1303054" y="1503072"/>
                  </a:lnTo>
                  <a:lnTo>
                    <a:pt x="1303052" y="1503080"/>
                  </a:lnTo>
                  <a:lnTo>
                    <a:pt x="1303048" y="1503084"/>
                  </a:lnTo>
                  <a:lnTo>
                    <a:pt x="1303045" y="1503088"/>
                  </a:lnTo>
                  <a:lnTo>
                    <a:pt x="1303033" y="1503093"/>
                  </a:lnTo>
                  <a:lnTo>
                    <a:pt x="1303023" y="1503097"/>
                  </a:lnTo>
                  <a:lnTo>
                    <a:pt x="1303012" y="1503101"/>
                  </a:lnTo>
                  <a:lnTo>
                    <a:pt x="1303001" y="1503108"/>
                  </a:lnTo>
                  <a:lnTo>
                    <a:pt x="1302993" y="1503122"/>
                  </a:lnTo>
                  <a:lnTo>
                    <a:pt x="1302989" y="1503133"/>
                  </a:lnTo>
                  <a:lnTo>
                    <a:pt x="1302991" y="1503146"/>
                  </a:lnTo>
                  <a:lnTo>
                    <a:pt x="1302997" y="1503156"/>
                  </a:lnTo>
                  <a:lnTo>
                    <a:pt x="1303005" y="1503167"/>
                  </a:lnTo>
                  <a:lnTo>
                    <a:pt x="1303013" y="1503175"/>
                  </a:lnTo>
                  <a:lnTo>
                    <a:pt x="1303021" y="1503183"/>
                  </a:lnTo>
                  <a:lnTo>
                    <a:pt x="1303031" y="1503192"/>
                  </a:lnTo>
                  <a:lnTo>
                    <a:pt x="1303042" y="1503201"/>
                  </a:lnTo>
                  <a:lnTo>
                    <a:pt x="1303052" y="1503210"/>
                  </a:lnTo>
                  <a:lnTo>
                    <a:pt x="1303064" y="1503219"/>
                  </a:lnTo>
                  <a:lnTo>
                    <a:pt x="1303076" y="1503229"/>
                  </a:lnTo>
                  <a:lnTo>
                    <a:pt x="1303087" y="1503239"/>
                  </a:lnTo>
                  <a:lnTo>
                    <a:pt x="1303096" y="1503247"/>
                  </a:lnTo>
                  <a:lnTo>
                    <a:pt x="1303105" y="1503255"/>
                  </a:lnTo>
                  <a:lnTo>
                    <a:pt x="1303118" y="1503269"/>
                  </a:lnTo>
                  <a:lnTo>
                    <a:pt x="1303129" y="1503286"/>
                  </a:lnTo>
                  <a:lnTo>
                    <a:pt x="1303136" y="1503300"/>
                  </a:lnTo>
                  <a:lnTo>
                    <a:pt x="1303140" y="1503311"/>
                  </a:lnTo>
                  <a:lnTo>
                    <a:pt x="1303143" y="1503323"/>
                  </a:lnTo>
                  <a:lnTo>
                    <a:pt x="1303145" y="1503337"/>
                  </a:lnTo>
                  <a:lnTo>
                    <a:pt x="1303147" y="1503351"/>
                  </a:lnTo>
                  <a:lnTo>
                    <a:pt x="1303153" y="1503367"/>
                  </a:lnTo>
                  <a:lnTo>
                    <a:pt x="1303158" y="1503380"/>
                  </a:lnTo>
                  <a:lnTo>
                    <a:pt x="1303163" y="1503393"/>
                  </a:lnTo>
                  <a:lnTo>
                    <a:pt x="1303167" y="1503407"/>
                  </a:lnTo>
                  <a:lnTo>
                    <a:pt x="1303170" y="1503422"/>
                  </a:lnTo>
                  <a:lnTo>
                    <a:pt x="1303173" y="1503436"/>
                  </a:lnTo>
                  <a:lnTo>
                    <a:pt x="1303175" y="1503451"/>
                  </a:lnTo>
                  <a:lnTo>
                    <a:pt x="1303175" y="1503467"/>
                  </a:lnTo>
                  <a:lnTo>
                    <a:pt x="1303173" y="1503482"/>
                  </a:lnTo>
                  <a:lnTo>
                    <a:pt x="1303168" y="1503494"/>
                  </a:lnTo>
                  <a:lnTo>
                    <a:pt x="1303161" y="1503504"/>
                  </a:lnTo>
                  <a:lnTo>
                    <a:pt x="1303154" y="1503512"/>
                  </a:lnTo>
                  <a:lnTo>
                    <a:pt x="1303146" y="1503520"/>
                  </a:lnTo>
                  <a:lnTo>
                    <a:pt x="1303136" y="1503528"/>
                  </a:lnTo>
                  <a:lnTo>
                    <a:pt x="1303126" y="1503535"/>
                  </a:lnTo>
                  <a:lnTo>
                    <a:pt x="1303107" y="1503548"/>
                  </a:lnTo>
                  <a:lnTo>
                    <a:pt x="1303081" y="1503565"/>
                  </a:lnTo>
                  <a:lnTo>
                    <a:pt x="1303071" y="1503574"/>
                  </a:lnTo>
                  <a:lnTo>
                    <a:pt x="1303060" y="1503583"/>
                  </a:lnTo>
                  <a:lnTo>
                    <a:pt x="1303054" y="1503597"/>
                  </a:lnTo>
                  <a:lnTo>
                    <a:pt x="1303056" y="1503610"/>
                  </a:lnTo>
                  <a:lnTo>
                    <a:pt x="1303066" y="1503619"/>
                  </a:lnTo>
                  <a:lnTo>
                    <a:pt x="1303079" y="1503626"/>
                  </a:lnTo>
                  <a:lnTo>
                    <a:pt x="1303089" y="1503636"/>
                  </a:lnTo>
                  <a:lnTo>
                    <a:pt x="1303094" y="1503648"/>
                  </a:lnTo>
                  <a:lnTo>
                    <a:pt x="1303095" y="1503658"/>
                  </a:lnTo>
                  <a:lnTo>
                    <a:pt x="1303095" y="1503670"/>
                  </a:lnTo>
                  <a:lnTo>
                    <a:pt x="1303093" y="1503685"/>
                  </a:lnTo>
                  <a:lnTo>
                    <a:pt x="1303092" y="1503700"/>
                  </a:lnTo>
                  <a:lnTo>
                    <a:pt x="1303092" y="1503712"/>
                  </a:lnTo>
                  <a:lnTo>
                    <a:pt x="1303093" y="1503723"/>
                  </a:lnTo>
                  <a:lnTo>
                    <a:pt x="1303098" y="1503734"/>
                  </a:lnTo>
                  <a:lnTo>
                    <a:pt x="1303105" y="1503743"/>
                  </a:lnTo>
                  <a:lnTo>
                    <a:pt x="1303118" y="1503749"/>
                  </a:lnTo>
                  <a:lnTo>
                    <a:pt x="1303132" y="1503750"/>
                  </a:lnTo>
                  <a:lnTo>
                    <a:pt x="1303147" y="1503745"/>
                  </a:lnTo>
                  <a:lnTo>
                    <a:pt x="1303160" y="1503742"/>
                  </a:lnTo>
                  <a:lnTo>
                    <a:pt x="1303173" y="1503739"/>
                  </a:lnTo>
                  <a:lnTo>
                    <a:pt x="1303180" y="1503743"/>
                  </a:lnTo>
                  <a:lnTo>
                    <a:pt x="1303187" y="1503750"/>
                  </a:lnTo>
                  <a:lnTo>
                    <a:pt x="1303190" y="1503764"/>
                  </a:lnTo>
                  <a:lnTo>
                    <a:pt x="1303187" y="1503779"/>
                  </a:lnTo>
                  <a:lnTo>
                    <a:pt x="1303181" y="1503791"/>
                  </a:lnTo>
                  <a:lnTo>
                    <a:pt x="1303172" y="1503801"/>
                  </a:lnTo>
                  <a:lnTo>
                    <a:pt x="1303161" y="1503810"/>
                  </a:lnTo>
                  <a:lnTo>
                    <a:pt x="1303148" y="1503817"/>
                  </a:lnTo>
                  <a:lnTo>
                    <a:pt x="1303134" y="1503818"/>
                  </a:lnTo>
                  <a:lnTo>
                    <a:pt x="1303123" y="1503815"/>
                  </a:lnTo>
                  <a:lnTo>
                    <a:pt x="1303109" y="1503811"/>
                  </a:lnTo>
                  <a:lnTo>
                    <a:pt x="1303095" y="1503806"/>
                  </a:lnTo>
                  <a:lnTo>
                    <a:pt x="1303082" y="1503801"/>
                  </a:lnTo>
                  <a:lnTo>
                    <a:pt x="1303070" y="1503796"/>
                  </a:lnTo>
                  <a:lnTo>
                    <a:pt x="1303059" y="1503791"/>
                  </a:lnTo>
                  <a:lnTo>
                    <a:pt x="1303049" y="1503787"/>
                  </a:lnTo>
                  <a:lnTo>
                    <a:pt x="1303039" y="1503783"/>
                  </a:lnTo>
                  <a:lnTo>
                    <a:pt x="1303029" y="1503780"/>
                  </a:lnTo>
                  <a:lnTo>
                    <a:pt x="1303020" y="1503776"/>
                  </a:lnTo>
                  <a:lnTo>
                    <a:pt x="1303009" y="1503773"/>
                  </a:lnTo>
                  <a:lnTo>
                    <a:pt x="1302993" y="1503771"/>
                  </a:lnTo>
                  <a:lnTo>
                    <a:pt x="1302975" y="1503770"/>
                  </a:lnTo>
                  <a:lnTo>
                    <a:pt x="1302961" y="1503771"/>
                  </a:lnTo>
                  <a:lnTo>
                    <a:pt x="1302949" y="1503775"/>
                  </a:lnTo>
                  <a:lnTo>
                    <a:pt x="1302936" y="1503780"/>
                  </a:lnTo>
                  <a:lnTo>
                    <a:pt x="1302924" y="1503787"/>
                  </a:lnTo>
                  <a:lnTo>
                    <a:pt x="1302913" y="1503798"/>
                  </a:lnTo>
                  <a:lnTo>
                    <a:pt x="1302905" y="1503808"/>
                  </a:lnTo>
                  <a:lnTo>
                    <a:pt x="1302898" y="1503818"/>
                  </a:lnTo>
                  <a:lnTo>
                    <a:pt x="1302892" y="1503828"/>
                  </a:lnTo>
                  <a:lnTo>
                    <a:pt x="1302885" y="1503841"/>
                  </a:lnTo>
                  <a:lnTo>
                    <a:pt x="1302878" y="1503854"/>
                  </a:lnTo>
                  <a:lnTo>
                    <a:pt x="1302873" y="1503864"/>
                  </a:lnTo>
                  <a:lnTo>
                    <a:pt x="1302866" y="1503873"/>
                  </a:lnTo>
                  <a:lnTo>
                    <a:pt x="1302856" y="1503885"/>
                  </a:lnTo>
                  <a:lnTo>
                    <a:pt x="1302844" y="1503897"/>
                  </a:lnTo>
                  <a:lnTo>
                    <a:pt x="1302833" y="1503907"/>
                  </a:lnTo>
                  <a:lnTo>
                    <a:pt x="1302824" y="1503915"/>
                  </a:lnTo>
                  <a:lnTo>
                    <a:pt x="1302817" y="1503925"/>
                  </a:lnTo>
                  <a:lnTo>
                    <a:pt x="1302811" y="1503936"/>
                  </a:lnTo>
                  <a:lnTo>
                    <a:pt x="1302803" y="1503950"/>
                  </a:lnTo>
                  <a:lnTo>
                    <a:pt x="1302797" y="1503965"/>
                  </a:lnTo>
                  <a:lnTo>
                    <a:pt x="1302792" y="1503979"/>
                  </a:lnTo>
                  <a:lnTo>
                    <a:pt x="1302788" y="1503992"/>
                  </a:lnTo>
                  <a:lnTo>
                    <a:pt x="1302784" y="1504004"/>
                  </a:lnTo>
                  <a:lnTo>
                    <a:pt x="1302781" y="1504013"/>
                  </a:lnTo>
                  <a:lnTo>
                    <a:pt x="1302776" y="1504024"/>
                  </a:lnTo>
                  <a:lnTo>
                    <a:pt x="1302772" y="1504036"/>
                  </a:lnTo>
                  <a:lnTo>
                    <a:pt x="1302771" y="1504047"/>
                  </a:lnTo>
                  <a:lnTo>
                    <a:pt x="1302773" y="1504058"/>
                  </a:lnTo>
                  <a:lnTo>
                    <a:pt x="1302778" y="1504068"/>
                  </a:lnTo>
                  <a:lnTo>
                    <a:pt x="1302784" y="1504077"/>
                  </a:lnTo>
                  <a:lnTo>
                    <a:pt x="1302790" y="1504086"/>
                  </a:lnTo>
                  <a:lnTo>
                    <a:pt x="1302798" y="1504093"/>
                  </a:lnTo>
                  <a:lnTo>
                    <a:pt x="1302807" y="1504100"/>
                  </a:lnTo>
                  <a:lnTo>
                    <a:pt x="1302816" y="1504107"/>
                  </a:lnTo>
                  <a:lnTo>
                    <a:pt x="1302824" y="1504114"/>
                  </a:lnTo>
                  <a:lnTo>
                    <a:pt x="1302833" y="1504121"/>
                  </a:lnTo>
                  <a:lnTo>
                    <a:pt x="1302841" y="1504127"/>
                  </a:lnTo>
                  <a:lnTo>
                    <a:pt x="1302849" y="1504134"/>
                  </a:lnTo>
                  <a:lnTo>
                    <a:pt x="1302858" y="1504141"/>
                  </a:lnTo>
                  <a:lnTo>
                    <a:pt x="1302866" y="1504148"/>
                  </a:lnTo>
                  <a:lnTo>
                    <a:pt x="1302875" y="1504155"/>
                  </a:lnTo>
                  <a:lnTo>
                    <a:pt x="1302883" y="1504163"/>
                  </a:lnTo>
                  <a:lnTo>
                    <a:pt x="1302890" y="1504171"/>
                  </a:lnTo>
                  <a:lnTo>
                    <a:pt x="1302896" y="1504180"/>
                  </a:lnTo>
                  <a:lnTo>
                    <a:pt x="1302903" y="1504189"/>
                  </a:lnTo>
                  <a:lnTo>
                    <a:pt x="1302909" y="1504198"/>
                  </a:lnTo>
                  <a:lnTo>
                    <a:pt x="1302914" y="1504207"/>
                  </a:lnTo>
                  <a:lnTo>
                    <a:pt x="1302920" y="1504216"/>
                  </a:lnTo>
                  <a:lnTo>
                    <a:pt x="1302926" y="1504226"/>
                  </a:lnTo>
                  <a:lnTo>
                    <a:pt x="1302932" y="1504235"/>
                  </a:lnTo>
                  <a:lnTo>
                    <a:pt x="1302938" y="1504244"/>
                  </a:lnTo>
                  <a:lnTo>
                    <a:pt x="1302943" y="1504253"/>
                  </a:lnTo>
                  <a:lnTo>
                    <a:pt x="1302947" y="1504264"/>
                  </a:lnTo>
                  <a:lnTo>
                    <a:pt x="1302951" y="1504274"/>
                  </a:lnTo>
                  <a:lnTo>
                    <a:pt x="1302954" y="1504284"/>
                  </a:lnTo>
                  <a:lnTo>
                    <a:pt x="1302957" y="1504296"/>
                  </a:lnTo>
                  <a:lnTo>
                    <a:pt x="1302959" y="1504307"/>
                  </a:lnTo>
                  <a:lnTo>
                    <a:pt x="1302965" y="1504329"/>
                  </a:lnTo>
                  <a:lnTo>
                    <a:pt x="1302967" y="1504340"/>
                  </a:lnTo>
                  <a:lnTo>
                    <a:pt x="1302970" y="1504351"/>
                  </a:lnTo>
                  <a:lnTo>
                    <a:pt x="1302972" y="1504362"/>
                  </a:lnTo>
                  <a:lnTo>
                    <a:pt x="1302973" y="1504373"/>
                  </a:lnTo>
                  <a:lnTo>
                    <a:pt x="1302973" y="1504384"/>
                  </a:lnTo>
                  <a:lnTo>
                    <a:pt x="1302973" y="1504395"/>
                  </a:lnTo>
                  <a:lnTo>
                    <a:pt x="1302971" y="1504406"/>
                  </a:lnTo>
                  <a:lnTo>
                    <a:pt x="1302970" y="1504417"/>
                  </a:lnTo>
                  <a:lnTo>
                    <a:pt x="1302967" y="1504427"/>
                  </a:lnTo>
                  <a:lnTo>
                    <a:pt x="1302964" y="1504439"/>
                  </a:lnTo>
                  <a:lnTo>
                    <a:pt x="1302961" y="1504450"/>
                  </a:lnTo>
                  <a:lnTo>
                    <a:pt x="1302959" y="1504462"/>
                  </a:lnTo>
                  <a:lnTo>
                    <a:pt x="1302958" y="1504473"/>
                  </a:lnTo>
                  <a:lnTo>
                    <a:pt x="1302959" y="1504484"/>
                  </a:lnTo>
                  <a:lnTo>
                    <a:pt x="1302960" y="1504495"/>
                  </a:lnTo>
                  <a:lnTo>
                    <a:pt x="1302963" y="1504505"/>
                  </a:lnTo>
                  <a:lnTo>
                    <a:pt x="1302968" y="1504515"/>
                  </a:lnTo>
                  <a:lnTo>
                    <a:pt x="1302973" y="1504526"/>
                  </a:lnTo>
                  <a:lnTo>
                    <a:pt x="1302979" y="1504535"/>
                  </a:lnTo>
                  <a:lnTo>
                    <a:pt x="1302985" y="1504544"/>
                  </a:lnTo>
                  <a:lnTo>
                    <a:pt x="1302991" y="1504553"/>
                  </a:lnTo>
                  <a:lnTo>
                    <a:pt x="1302997" y="1504562"/>
                  </a:lnTo>
                  <a:lnTo>
                    <a:pt x="1303003" y="1504572"/>
                  </a:lnTo>
                  <a:lnTo>
                    <a:pt x="1303008" y="1504582"/>
                  </a:lnTo>
                  <a:lnTo>
                    <a:pt x="1303012" y="1504592"/>
                  </a:lnTo>
                  <a:lnTo>
                    <a:pt x="1303016" y="1504603"/>
                  </a:lnTo>
                  <a:lnTo>
                    <a:pt x="1303019" y="1504614"/>
                  </a:lnTo>
                  <a:lnTo>
                    <a:pt x="1303023" y="1504624"/>
                  </a:lnTo>
                  <a:lnTo>
                    <a:pt x="1303030" y="1504645"/>
                  </a:lnTo>
                  <a:lnTo>
                    <a:pt x="1303035" y="1504655"/>
                  </a:lnTo>
                  <a:lnTo>
                    <a:pt x="1303039" y="1504665"/>
                  </a:lnTo>
                  <a:lnTo>
                    <a:pt x="1303044" y="1504675"/>
                  </a:lnTo>
                  <a:lnTo>
                    <a:pt x="1303050" y="1504684"/>
                  </a:lnTo>
                  <a:lnTo>
                    <a:pt x="1303055" y="1504694"/>
                  </a:lnTo>
                  <a:lnTo>
                    <a:pt x="1303061" y="1504703"/>
                  </a:lnTo>
                  <a:lnTo>
                    <a:pt x="1303067" y="1504712"/>
                  </a:lnTo>
                  <a:lnTo>
                    <a:pt x="1303072" y="1504722"/>
                  </a:lnTo>
                  <a:lnTo>
                    <a:pt x="1303077" y="1504732"/>
                  </a:lnTo>
                  <a:lnTo>
                    <a:pt x="1303081" y="1504742"/>
                  </a:lnTo>
                  <a:lnTo>
                    <a:pt x="1303083" y="1504753"/>
                  </a:lnTo>
                  <a:lnTo>
                    <a:pt x="1303082" y="1504764"/>
                  </a:lnTo>
                  <a:lnTo>
                    <a:pt x="1303079" y="1504775"/>
                  </a:lnTo>
                  <a:lnTo>
                    <a:pt x="1303074" y="1504785"/>
                  </a:lnTo>
                  <a:lnTo>
                    <a:pt x="1303068" y="1504794"/>
                  </a:lnTo>
                  <a:lnTo>
                    <a:pt x="1303059" y="1504804"/>
                  </a:lnTo>
                  <a:lnTo>
                    <a:pt x="1303052" y="1504811"/>
                  </a:lnTo>
                  <a:lnTo>
                    <a:pt x="1303044" y="1504819"/>
                  </a:lnTo>
                  <a:lnTo>
                    <a:pt x="1303035" y="1504825"/>
                  </a:lnTo>
                  <a:lnTo>
                    <a:pt x="1303026" y="1504831"/>
                  </a:lnTo>
                  <a:lnTo>
                    <a:pt x="1303017" y="1504837"/>
                  </a:lnTo>
                  <a:lnTo>
                    <a:pt x="1303008" y="1504844"/>
                  </a:lnTo>
                  <a:lnTo>
                    <a:pt x="1303000" y="1504851"/>
                  </a:lnTo>
                  <a:lnTo>
                    <a:pt x="1302992" y="1504859"/>
                  </a:lnTo>
                  <a:lnTo>
                    <a:pt x="1302984" y="1504867"/>
                  </a:lnTo>
                  <a:lnTo>
                    <a:pt x="1302979" y="1504873"/>
                  </a:lnTo>
                  <a:lnTo>
                    <a:pt x="1302971" y="1504883"/>
                  </a:lnTo>
                  <a:lnTo>
                    <a:pt x="1302964" y="1504893"/>
                  </a:lnTo>
                  <a:lnTo>
                    <a:pt x="1302958" y="1504901"/>
                  </a:lnTo>
                  <a:lnTo>
                    <a:pt x="1302949" y="1504907"/>
                  </a:lnTo>
                  <a:lnTo>
                    <a:pt x="1302939" y="1504912"/>
                  </a:lnTo>
                  <a:lnTo>
                    <a:pt x="1302929" y="1504917"/>
                  </a:lnTo>
                  <a:lnTo>
                    <a:pt x="1302919" y="1504920"/>
                  </a:lnTo>
                  <a:lnTo>
                    <a:pt x="1302908" y="1504923"/>
                  </a:lnTo>
                  <a:lnTo>
                    <a:pt x="1302898" y="1504925"/>
                  </a:lnTo>
                  <a:lnTo>
                    <a:pt x="1302876" y="1504930"/>
                  </a:lnTo>
                  <a:lnTo>
                    <a:pt x="1302866" y="1504932"/>
                  </a:lnTo>
                  <a:lnTo>
                    <a:pt x="1302856" y="1504935"/>
                  </a:lnTo>
                  <a:lnTo>
                    <a:pt x="1302846" y="1504938"/>
                  </a:lnTo>
                  <a:lnTo>
                    <a:pt x="1302835" y="1504943"/>
                  </a:lnTo>
                  <a:lnTo>
                    <a:pt x="1302826" y="1504948"/>
                  </a:lnTo>
                  <a:lnTo>
                    <a:pt x="1302818" y="1504955"/>
                  </a:lnTo>
                  <a:lnTo>
                    <a:pt x="1302813" y="1504965"/>
                  </a:lnTo>
                  <a:lnTo>
                    <a:pt x="1302811" y="1504978"/>
                  </a:lnTo>
                  <a:lnTo>
                    <a:pt x="1302811" y="1504990"/>
                  </a:lnTo>
                  <a:lnTo>
                    <a:pt x="1302810" y="1505001"/>
                  </a:lnTo>
                  <a:lnTo>
                    <a:pt x="1302809" y="1505010"/>
                  </a:lnTo>
                  <a:lnTo>
                    <a:pt x="1302808" y="1505057"/>
                  </a:lnTo>
                  <a:lnTo>
                    <a:pt x="1302805" y="1505077"/>
                  </a:lnTo>
                  <a:lnTo>
                    <a:pt x="1302801" y="1505086"/>
                  </a:lnTo>
                  <a:lnTo>
                    <a:pt x="1302797" y="1505088"/>
                  </a:lnTo>
                  <a:lnTo>
                    <a:pt x="1302791" y="1505092"/>
                  </a:lnTo>
                  <a:lnTo>
                    <a:pt x="1302769" y="1505094"/>
                  </a:lnTo>
                  <a:lnTo>
                    <a:pt x="1302748" y="1505089"/>
                  </a:lnTo>
                  <a:lnTo>
                    <a:pt x="1302728" y="1505081"/>
                  </a:lnTo>
                  <a:lnTo>
                    <a:pt x="1302709" y="1505071"/>
                  </a:lnTo>
                  <a:lnTo>
                    <a:pt x="1302690" y="1505062"/>
                  </a:lnTo>
                  <a:lnTo>
                    <a:pt x="1302671" y="1505052"/>
                  </a:lnTo>
                  <a:lnTo>
                    <a:pt x="1302652" y="1505042"/>
                  </a:lnTo>
                  <a:lnTo>
                    <a:pt x="1302633" y="1505030"/>
                  </a:lnTo>
                  <a:lnTo>
                    <a:pt x="1302615" y="1505019"/>
                  </a:lnTo>
                  <a:lnTo>
                    <a:pt x="1302599" y="1505005"/>
                  </a:lnTo>
                  <a:lnTo>
                    <a:pt x="1302582" y="1504990"/>
                  </a:lnTo>
                  <a:lnTo>
                    <a:pt x="1302565" y="1504976"/>
                  </a:lnTo>
                  <a:lnTo>
                    <a:pt x="1302548" y="1504965"/>
                  </a:lnTo>
                  <a:lnTo>
                    <a:pt x="1302527" y="1504960"/>
                  </a:lnTo>
                  <a:lnTo>
                    <a:pt x="1302504" y="1504960"/>
                  </a:lnTo>
                  <a:lnTo>
                    <a:pt x="1302484" y="1504964"/>
                  </a:lnTo>
                  <a:lnTo>
                    <a:pt x="1302464" y="1504972"/>
                  </a:lnTo>
                  <a:lnTo>
                    <a:pt x="1302444" y="1504981"/>
                  </a:lnTo>
                  <a:lnTo>
                    <a:pt x="1302425" y="1504989"/>
                  </a:lnTo>
                  <a:lnTo>
                    <a:pt x="1302405" y="1504998"/>
                  </a:lnTo>
                  <a:lnTo>
                    <a:pt x="1302384" y="1505005"/>
                  </a:lnTo>
                  <a:lnTo>
                    <a:pt x="1302363" y="1505009"/>
                  </a:lnTo>
                  <a:lnTo>
                    <a:pt x="1302342" y="1505007"/>
                  </a:lnTo>
                  <a:lnTo>
                    <a:pt x="1302321" y="1505000"/>
                  </a:lnTo>
                  <a:lnTo>
                    <a:pt x="1302304" y="1504987"/>
                  </a:lnTo>
                  <a:lnTo>
                    <a:pt x="1302286" y="1504974"/>
                  </a:lnTo>
                  <a:lnTo>
                    <a:pt x="1302269" y="1504961"/>
                  </a:lnTo>
                  <a:lnTo>
                    <a:pt x="1302250" y="1504949"/>
                  </a:lnTo>
                  <a:lnTo>
                    <a:pt x="1302230" y="1504942"/>
                  </a:lnTo>
                  <a:lnTo>
                    <a:pt x="1302209" y="1504940"/>
                  </a:lnTo>
                  <a:lnTo>
                    <a:pt x="1302188" y="1504944"/>
                  </a:lnTo>
                  <a:lnTo>
                    <a:pt x="1302168" y="1504952"/>
                  </a:lnTo>
                  <a:lnTo>
                    <a:pt x="1302148" y="1504963"/>
                  </a:lnTo>
                  <a:lnTo>
                    <a:pt x="1302140" y="1504969"/>
                  </a:lnTo>
                  <a:lnTo>
                    <a:pt x="1302130" y="1504976"/>
                  </a:lnTo>
                  <a:lnTo>
                    <a:pt x="1302117" y="1504995"/>
                  </a:lnTo>
                  <a:lnTo>
                    <a:pt x="1302114" y="1505016"/>
                  </a:lnTo>
                  <a:lnTo>
                    <a:pt x="1302114" y="1505039"/>
                  </a:lnTo>
                  <a:lnTo>
                    <a:pt x="1302115" y="1505061"/>
                  </a:lnTo>
                  <a:lnTo>
                    <a:pt x="1302115" y="1505084"/>
                  </a:lnTo>
                  <a:lnTo>
                    <a:pt x="1302112" y="1505106"/>
                  </a:lnTo>
                  <a:lnTo>
                    <a:pt x="1302108" y="1505117"/>
                  </a:lnTo>
                  <a:lnTo>
                    <a:pt x="1302103" y="1505127"/>
                  </a:lnTo>
                  <a:lnTo>
                    <a:pt x="1302093" y="1505145"/>
                  </a:lnTo>
                  <a:lnTo>
                    <a:pt x="1302079" y="1505163"/>
                  </a:lnTo>
                  <a:lnTo>
                    <a:pt x="1302063" y="1505184"/>
                  </a:lnTo>
                  <a:lnTo>
                    <a:pt x="1302047" y="1505199"/>
                  </a:lnTo>
                  <a:lnTo>
                    <a:pt x="1302030" y="1505210"/>
                  </a:lnTo>
                  <a:lnTo>
                    <a:pt x="1302011" y="1505220"/>
                  </a:lnTo>
                  <a:lnTo>
                    <a:pt x="1301991" y="1505228"/>
                  </a:lnTo>
                  <a:lnTo>
                    <a:pt x="1301969" y="1505232"/>
                  </a:lnTo>
                  <a:lnTo>
                    <a:pt x="1301948" y="1505236"/>
                  </a:lnTo>
                  <a:lnTo>
                    <a:pt x="1301927" y="1505242"/>
                  </a:lnTo>
                  <a:lnTo>
                    <a:pt x="1301908" y="1505249"/>
                  </a:lnTo>
                  <a:lnTo>
                    <a:pt x="1301887" y="1505259"/>
                  </a:lnTo>
                  <a:lnTo>
                    <a:pt x="1301870" y="1505271"/>
                  </a:lnTo>
                  <a:lnTo>
                    <a:pt x="1301861" y="1505279"/>
                  </a:lnTo>
                  <a:lnTo>
                    <a:pt x="1301851" y="1505287"/>
                  </a:lnTo>
                  <a:lnTo>
                    <a:pt x="1301831" y="1505304"/>
                  </a:lnTo>
                  <a:lnTo>
                    <a:pt x="1301812" y="1505323"/>
                  </a:lnTo>
                  <a:lnTo>
                    <a:pt x="1301797" y="1505345"/>
                  </a:lnTo>
                  <a:lnTo>
                    <a:pt x="1301783" y="1505377"/>
                  </a:lnTo>
                  <a:lnTo>
                    <a:pt x="1301771" y="1505401"/>
                  </a:lnTo>
                  <a:lnTo>
                    <a:pt x="1301759" y="1505425"/>
                  </a:lnTo>
                  <a:lnTo>
                    <a:pt x="1301748" y="1505451"/>
                  </a:lnTo>
                  <a:lnTo>
                    <a:pt x="1301738" y="1505474"/>
                  </a:lnTo>
                  <a:lnTo>
                    <a:pt x="1301725" y="1505495"/>
                  </a:lnTo>
                  <a:lnTo>
                    <a:pt x="1301710" y="1505515"/>
                  </a:lnTo>
                  <a:lnTo>
                    <a:pt x="1301687" y="1505534"/>
                  </a:lnTo>
                  <a:lnTo>
                    <a:pt x="1301667" y="1505545"/>
                  </a:lnTo>
                  <a:lnTo>
                    <a:pt x="1301639" y="1505560"/>
                  </a:lnTo>
                  <a:lnTo>
                    <a:pt x="1301602" y="1505574"/>
                  </a:lnTo>
                  <a:lnTo>
                    <a:pt x="1301580" y="1505581"/>
                  </a:lnTo>
                  <a:lnTo>
                    <a:pt x="1301557" y="1505586"/>
                  </a:lnTo>
                  <a:lnTo>
                    <a:pt x="1301538" y="1505590"/>
                  </a:lnTo>
                  <a:lnTo>
                    <a:pt x="1301518" y="1505593"/>
                  </a:lnTo>
                  <a:lnTo>
                    <a:pt x="1301495" y="1505596"/>
                  </a:lnTo>
                  <a:lnTo>
                    <a:pt x="1301475" y="1505596"/>
                  </a:lnTo>
                  <a:lnTo>
                    <a:pt x="1301453" y="1505596"/>
                  </a:lnTo>
                  <a:lnTo>
                    <a:pt x="1301433" y="1505592"/>
                  </a:lnTo>
                  <a:lnTo>
                    <a:pt x="1301411" y="1505587"/>
                  </a:lnTo>
                  <a:lnTo>
                    <a:pt x="1301398" y="1505583"/>
                  </a:lnTo>
                  <a:lnTo>
                    <a:pt x="1301374" y="1505573"/>
                  </a:lnTo>
                  <a:lnTo>
                    <a:pt x="1301353" y="1505558"/>
                  </a:lnTo>
                  <a:lnTo>
                    <a:pt x="1301342" y="1505534"/>
                  </a:lnTo>
                  <a:lnTo>
                    <a:pt x="1301338" y="1505510"/>
                  </a:lnTo>
                  <a:lnTo>
                    <a:pt x="1301335" y="1505482"/>
                  </a:lnTo>
                  <a:lnTo>
                    <a:pt x="1301334" y="1505457"/>
                  </a:lnTo>
                  <a:lnTo>
                    <a:pt x="1301331" y="1505429"/>
                  </a:lnTo>
                  <a:lnTo>
                    <a:pt x="1301325" y="1505401"/>
                  </a:lnTo>
                  <a:lnTo>
                    <a:pt x="1301316" y="1505377"/>
                  </a:lnTo>
                  <a:lnTo>
                    <a:pt x="1301296" y="1505359"/>
                  </a:lnTo>
                  <a:lnTo>
                    <a:pt x="1301272" y="1505350"/>
                  </a:lnTo>
                  <a:lnTo>
                    <a:pt x="1301248" y="1505346"/>
                  </a:lnTo>
                  <a:lnTo>
                    <a:pt x="1301222" y="1505348"/>
                  </a:lnTo>
                  <a:lnTo>
                    <a:pt x="1301196" y="1505355"/>
                  </a:lnTo>
                  <a:lnTo>
                    <a:pt x="1301172" y="1505366"/>
                  </a:lnTo>
                  <a:lnTo>
                    <a:pt x="1301146" y="1505382"/>
                  </a:lnTo>
                  <a:lnTo>
                    <a:pt x="1301122" y="1505400"/>
                  </a:lnTo>
                  <a:lnTo>
                    <a:pt x="1301102" y="1505418"/>
                  </a:lnTo>
                  <a:lnTo>
                    <a:pt x="1301085" y="1505434"/>
                  </a:lnTo>
                  <a:lnTo>
                    <a:pt x="1301067" y="1505455"/>
                  </a:lnTo>
                  <a:lnTo>
                    <a:pt x="1301054" y="1505475"/>
                  </a:lnTo>
                  <a:lnTo>
                    <a:pt x="1301044" y="1505502"/>
                  </a:lnTo>
                  <a:lnTo>
                    <a:pt x="1301038" y="1505519"/>
                  </a:lnTo>
                  <a:lnTo>
                    <a:pt x="1301033" y="1505539"/>
                  </a:lnTo>
                  <a:lnTo>
                    <a:pt x="1301028" y="1505570"/>
                  </a:lnTo>
                  <a:lnTo>
                    <a:pt x="1301026" y="1505582"/>
                  </a:lnTo>
                  <a:lnTo>
                    <a:pt x="1301023" y="1505597"/>
                  </a:lnTo>
                  <a:lnTo>
                    <a:pt x="1301022" y="1505614"/>
                  </a:lnTo>
                  <a:lnTo>
                    <a:pt x="1301022" y="1505625"/>
                  </a:lnTo>
                  <a:lnTo>
                    <a:pt x="1301020" y="1505636"/>
                  </a:lnTo>
                  <a:lnTo>
                    <a:pt x="1301015" y="1505641"/>
                  </a:lnTo>
                  <a:lnTo>
                    <a:pt x="1300997" y="1505639"/>
                  </a:lnTo>
                  <a:lnTo>
                    <a:pt x="1300978" y="1505640"/>
                  </a:lnTo>
                  <a:lnTo>
                    <a:pt x="1300954" y="1505637"/>
                  </a:lnTo>
                  <a:lnTo>
                    <a:pt x="1300925" y="1505629"/>
                  </a:lnTo>
                  <a:lnTo>
                    <a:pt x="1300893" y="1505611"/>
                  </a:lnTo>
                  <a:lnTo>
                    <a:pt x="1300858" y="1505586"/>
                  </a:lnTo>
                  <a:lnTo>
                    <a:pt x="1300816" y="1505551"/>
                  </a:lnTo>
                  <a:lnTo>
                    <a:pt x="1300773" y="1505509"/>
                  </a:lnTo>
                  <a:lnTo>
                    <a:pt x="1300746" y="1505485"/>
                  </a:lnTo>
                  <a:lnTo>
                    <a:pt x="1300712" y="1505453"/>
                  </a:lnTo>
                  <a:lnTo>
                    <a:pt x="1300693" y="1505435"/>
                  </a:lnTo>
                  <a:lnTo>
                    <a:pt x="1300668" y="1505414"/>
                  </a:lnTo>
                  <a:lnTo>
                    <a:pt x="1300648" y="1505404"/>
                  </a:lnTo>
                  <a:lnTo>
                    <a:pt x="1300623" y="1505389"/>
                  </a:lnTo>
                  <a:lnTo>
                    <a:pt x="1300603" y="1505379"/>
                  </a:lnTo>
                  <a:lnTo>
                    <a:pt x="1300579" y="1505361"/>
                  </a:lnTo>
                  <a:lnTo>
                    <a:pt x="1300548" y="1505334"/>
                  </a:lnTo>
                  <a:lnTo>
                    <a:pt x="1300519" y="1505305"/>
                  </a:lnTo>
                  <a:lnTo>
                    <a:pt x="1300496" y="1505274"/>
                  </a:lnTo>
                  <a:lnTo>
                    <a:pt x="1300480" y="1505250"/>
                  </a:lnTo>
                  <a:lnTo>
                    <a:pt x="1300469" y="1505230"/>
                  </a:lnTo>
                  <a:lnTo>
                    <a:pt x="1300451" y="1505194"/>
                  </a:lnTo>
                  <a:lnTo>
                    <a:pt x="1300444" y="1505175"/>
                  </a:lnTo>
                  <a:lnTo>
                    <a:pt x="1300435" y="1505144"/>
                  </a:lnTo>
                  <a:lnTo>
                    <a:pt x="1300425" y="1505110"/>
                  </a:lnTo>
                  <a:lnTo>
                    <a:pt x="1300421" y="1505078"/>
                  </a:lnTo>
                  <a:lnTo>
                    <a:pt x="1300413" y="1505051"/>
                  </a:lnTo>
                  <a:lnTo>
                    <a:pt x="1300403" y="1505024"/>
                  </a:lnTo>
                  <a:lnTo>
                    <a:pt x="1300388" y="1504992"/>
                  </a:lnTo>
                  <a:lnTo>
                    <a:pt x="1300379" y="1504971"/>
                  </a:lnTo>
                  <a:lnTo>
                    <a:pt x="1300369" y="1504946"/>
                  </a:lnTo>
                  <a:lnTo>
                    <a:pt x="1300358" y="1504923"/>
                  </a:lnTo>
                  <a:lnTo>
                    <a:pt x="1300348" y="1504902"/>
                  </a:lnTo>
                  <a:lnTo>
                    <a:pt x="1300338" y="1504880"/>
                  </a:lnTo>
                  <a:lnTo>
                    <a:pt x="1300313" y="1504833"/>
                  </a:lnTo>
                  <a:lnTo>
                    <a:pt x="1300305" y="1504814"/>
                  </a:lnTo>
                  <a:lnTo>
                    <a:pt x="1300286" y="1504773"/>
                  </a:lnTo>
                  <a:lnTo>
                    <a:pt x="1300279" y="1504754"/>
                  </a:lnTo>
                  <a:lnTo>
                    <a:pt x="1300270" y="1504733"/>
                  </a:lnTo>
                  <a:lnTo>
                    <a:pt x="1300258" y="1504715"/>
                  </a:lnTo>
                  <a:lnTo>
                    <a:pt x="1300248" y="1504698"/>
                  </a:lnTo>
                  <a:lnTo>
                    <a:pt x="1300232" y="1504683"/>
                  </a:lnTo>
                  <a:lnTo>
                    <a:pt x="1300220" y="1504673"/>
                  </a:lnTo>
                  <a:lnTo>
                    <a:pt x="1300206" y="1504662"/>
                  </a:lnTo>
                  <a:lnTo>
                    <a:pt x="1300186" y="1504651"/>
                  </a:lnTo>
                  <a:lnTo>
                    <a:pt x="1300161" y="1504642"/>
                  </a:lnTo>
                  <a:lnTo>
                    <a:pt x="1300136" y="1504634"/>
                  </a:lnTo>
                  <a:lnTo>
                    <a:pt x="1300106" y="1504633"/>
                  </a:lnTo>
                  <a:lnTo>
                    <a:pt x="1300081" y="1504630"/>
                  </a:lnTo>
                  <a:lnTo>
                    <a:pt x="1300059" y="1504632"/>
                  </a:lnTo>
                  <a:lnTo>
                    <a:pt x="1300038" y="1504633"/>
                  </a:lnTo>
                  <a:lnTo>
                    <a:pt x="1300012" y="1504634"/>
                  </a:lnTo>
                  <a:lnTo>
                    <a:pt x="1299988" y="1504639"/>
                  </a:lnTo>
                  <a:lnTo>
                    <a:pt x="1299966" y="1504642"/>
                  </a:lnTo>
                  <a:lnTo>
                    <a:pt x="1299942" y="1504646"/>
                  </a:lnTo>
                  <a:lnTo>
                    <a:pt x="1299916" y="1504647"/>
                  </a:lnTo>
                  <a:lnTo>
                    <a:pt x="1299894" y="1504649"/>
                  </a:lnTo>
                  <a:lnTo>
                    <a:pt x="1299873" y="1504648"/>
                  </a:lnTo>
                  <a:lnTo>
                    <a:pt x="1299844" y="1504643"/>
                  </a:lnTo>
                  <a:lnTo>
                    <a:pt x="1299817" y="1504638"/>
                  </a:lnTo>
                  <a:lnTo>
                    <a:pt x="1299796" y="1504634"/>
                  </a:lnTo>
                  <a:lnTo>
                    <a:pt x="1299771" y="1504629"/>
                  </a:lnTo>
                  <a:lnTo>
                    <a:pt x="1299752" y="1504625"/>
                  </a:lnTo>
                  <a:lnTo>
                    <a:pt x="1299735" y="1504621"/>
                  </a:lnTo>
                  <a:lnTo>
                    <a:pt x="1299717" y="1504616"/>
                  </a:lnTo>
                  <a:lnTo>
                    <a:pt x="1299699" y="1504610"/>
                  </a:lnTo>
                  <a:lnTo>
                    <a:pt x="1299686" y="1504605"/>
                  </a:lnTo>
                  <a:lnTo>
                    <a:pt x="1299673" y="1504598"/>
                  </a:lnTo>
                  <a:lnTo>
                    <a:pt x="1299662" y="1504589"/>
                  </a:lnTo>
                  <a:lnTo>
                    <a:pt x="1299651" y="1504579"/>
                  </a:lnTo>
                  <a:lnTo>
                    <a:pt x="1299645" y="1504572"/>
                  </a:lnTo>
                  <a:lnTo>
                    <a:pt x="1299637" y="1504563"/>
                  </a:lnTo>
                  <a:lnTo>
                    <a:pt x="1299630" y="1504547"/>
                  </a:lnTo>
                  <a:lnTo>
                    <a:pt x="1299618" y="1504516"/>
                  </a:lnTo>
                  <a:lnTo>
                    <a:pt x="1299606" y="1504484"/>
                  </a:lnTo>
                  <a:lnTo>
                    <a:pt x="1299594" y="1504454"/>
                  </a:lnTo>
                  <a:lnTo>
                    <a:pt x="1299583" y="1504423"/>
                  </a:lnTo>
                  <a:lnTo>
                    <a:pt x="1299572" y="1504390"/>
                  </a:lnTo>
                  <a:lnTo>
                    <a:pt x="1299565" y="1504357"/>
                  </a:lnTo>
                  <a:lnTo>
                    <a:pt x="1299561" y="1504324"/>
                  </a:lnTo>
                  <a:lnTo>
                    <a:pt x="1299558" y="1504291"/>
                  </a:lnTo>
                  <a:lnTo>
                    <a:pt x="1299554" y="1504257"/>
                  </a:lnTo>
                  <a:lnTo>
                    <a:pt x="1299549" y="1504224"/>
                  </a:lnTo>
                  <a:lnTo>
                    <a:pt x="1299541" y="1504190"/>
                  </a:lnTo>
                  <a:lnTo>
                    <a:pt x="1299528" y="1504159"/>
                  </a:lnTo>
                  <a:lnTo>
                    <a:pt x="1299515" y="1504128"/>
                  </a:lnTo>
                  <a:lnTo>
                    <a:pt x="1299499" y="1504099"/>
                  </a:lnTo>
                  <a:lnTo>
                    <a:pt x="1299481" y="1504070"/>
                  </a:lnTo>
                  <a:lnTo>
                    <a:pt x="1299459" y="1504045"/>
                  </a:lnTo>
                  <a:lnTo>
                    <a:pt x="1299436" y="1504022"/>
                  </a:lnTo>
                  <a:lnTo>
                    <a:pt x="1299412" y="1504000"/>
                  </a:lnTo>
                  <a:lnTo>
                    <a:pt x="1299382" y="1503987"/>
                  </a:lnTo>
                  <a:lnTo>
                    <a:pt x="1299350" y="1503984"/>
                  </a:lnTo>
                  <a:lnTo>
                    <a:pt x="1299318" y="1503989"/>
                  </a:lnTo>
                  <a:lnTo>
                    <a:pt x="1299289" y="1504003"/>
                  </a:lnTo>
                  <a:lnTo>
                    <a:pt x="1299282" y="1504011"/>
                  </a:lnTo>
                  <a:lnTo>
                    <a:pt x="1299267" y="1504028"/>
                  </a:lnTo>
                  <a:lnTo>
                    <a:pt x="1299249" y="1504055"/>
                  </a:lnTo>
                  <a:lnTo>
                    <a:pt x="1299220" y="1504115"/>
                  </a:lnTo>
                  <a:lnTo>
                    <a:pt x="1299206" y="1504145"/>
                  </a:lnTo>
                  <a:lnTo>
                    <a:pt x="1299191" y="1504175"/>
                  </a:lnTo>
                  <a:lnTo>
                    <a:pt x="1299173" y="1504203"/>
                  </a:lnTo>
                  <a:lnTo>
                    <a:pt x="1299154" y="1504229"/>
                  </a:lnTo>
                  <a:lnTo>
                    <a:pt x="1299134" y="1504254"/>
                  </a:lnTo>
                  <a:lnTo>
                    <a:pt x="1299111" y="1504277"/>
                  </a:lnTo>
                  <a:lnTo>
                    <a:pt x="1299082" y="1504292"/>
                  </a:lnTo>
                  <a:lnTo>
                    <a:pt x="1299050" y="1504295"/>
                  </a:lnTo>
                  <a:lnTo>
                    <a:pt x="1299020" y="1504287"/>
                  </a:lnTo>
                  <a:lnTo>
                    <a:pt x="1298990" y="1504271"/>
                  </a:lnTo>
                  <a:lnTo>
                    <a:pt x="1298933" y="1504249"/>
                  </a:lnTo>
                  <a:lnTo>
                    <a:pt x="1298903" y="1504239"/>
                  </a:lnTo>
                  <a:lnTo>
                    <a:pt x="1298882" y="1504225"/>
                  </a:lnTo>
                  <a:lnTo>
                    <a:pt x="1298871" y="1504213"/>
                  </a:lnTo>
                  <a:lnTo>
                    <a:pt x="1298853" y="1504185"/>
                  </a:lnTo>
                  <a:lnTo>
                    <a:pt x="1298845" y="1504152"/>
                  </a:lnTo>
                  <a:lnTo>
                    <a:pt x="1298846" y="1504123"/>
                  </a:lnTo>
                  <a:lnTo>
                    <a:pt x="1298867" y="1504069"/>
                  </a:lnTo>
                  <a:lnTo>
                    <a:pt x="1298909" y="1503976"/>
                  </a:lnTo>
                  <a:lnTo>
                    <a:pt x="1298928" y="1503893"/>
                  </a:lnTo>
                  <a:lnTo>
                    <a:pt x="1298931" y="1503857"/>
                  </a:lnTo>
                  <a:lnTo>
                    <a:pt x="1298927" y="1503816"/>
                  </a:lnTo>
                  <a:lnTo>
                    <a:pt x="1298919" y="1503780"/>
                  </a:lnTo>
                  <a:lnTo>
                    <a:pt x="1298905" y="1503757"/>
                  </a:lnTo>
                  <a:lnTo>
                    <a:pt x="1298878" y="1503719"/>
                  </a:lnTo>
                  <a:lnTo>
                    <a:pt x="1298818" y="1503653"/>
                  </a:lnTo>
                  <a:lnTo>
                    <a:pt x="1298739" y="1503581"/>
                  </a:lnTo>
                  <a:lnTo>
                    <a:pt x="1298646" y="1503498"/>
                  </a:lnTo>
                  <a:lnTo>
                    <a:pt x="1298573" y="1503414"/>
                  </a:lnTo>
                  <a:lnTo>
                    <a:pt x="1298449" y="1503267"/>
                  </a:lnTo>
                  <a:lnTo>
                    <a:pt x="1298395" y="1503201"/>
                  </a:lnTo>
                  <a:lnTo>
                    <a:pt x="1298304" y="1503098"/>
                  </a:lnTo>
                  <a:lnTo>
                    <a:pt x="1298237" y="1503010"/>
                  </a:lnTo>
                  <a:lnTo>
                    <a:pt x="1298187" y="1502928"/>
                  </a:lnTo>
                  <a:lnTo>
                    <a:pt x="1298105" y="1502820"/>
                  </a:lnTo>
                  <a:lnTo>
                    <a:pt x="1298050" y="1502753"/>
                  </a:lnTo>
                  <a:lnTo>
                    <a:pt x="1298007" y="1502691"/>
                  </a:lnTo>
                  <a:lnTo>
                    <a:pt x="1297953" y="1502634"/>
                  </a:lnTo>
                  <a:lnTo>
                    <a:pt x="1297895" y="1502584"/>
                  </a:lnTo>
                  <a:lnTo>
                    <a:pt x="1297866" y="1502561"/>
                  </a:lnTo>
                  <a:lnTo>
                    <a:pt x="1297830" y="1502542"/>
                  </a:lnTo>
                  <a:lnTo>
                    <a:pt x="1297815" y="1502530"/>
                  </a:lnTo>
                  <a:lnTo>
                    <a:pt x="1297802" y="1502514"/>
                  </a:lnTo>
                  <a:lnTo>
                    <a:pt x="1297789" y="1502509"/>
                  </a:lnTo>
                  <a:lnTo>
                    <a:pt x="1297772" y="1502507"/>
                  </a:lnTo>
                  <a:lnTo>
                    <a:pt x="1297745" y="1502506"/>
                  </a:lnTo>
                  <a:lnTo>
                    <a:pt x="1297693" y="1502511"/>
                  </a:lnTo>
                  <a:lnTo>
                    <a:pt x="1297649" y="1502541"/>
                  </a:lnTo>
                  <a:lnTo>
                    <a:pt x="1297627" y="1502583"/>
                  </a:lnTo>
                  <a:lnTo>
                    <a:pt x="1297619" y="1502644"/>
                  </a:lnTo>
                  <a:lnTo>
                    <a:pt x="1297618" y="1502655"/>
                  </a:lnTo>
                  <a:lnTo>
                    <a:pt x="1297609" y="1502717"/>
                  </a:lnTo>
                  <a:lnTo>
                    <a:pt x="1297599" y="1502765"/>
                  </a:lnTo>
                  <a:lnTo>
                    <a:pt x="1297585" y="1502787"/>
                  </a:lnTo>
                  <a:lnTo>
                    <a:pt x="1297557" y="1502818"/>
                  </a:lnTo>
                  <a:lnTo>
                    <a:pt x="1297524" y="1502831"/>
                  </a:lnTo>
                  <a:lnTo>
                    <a:pt x="1297495" y="1502834"/>
                  </a:lnTo>
                  <a:lnTo>
                    <a:pt x="1297448" y="1502827"/>
                  </a:lnTo>
                  <a:lnTo>
                    <a:pt x="1297409" y="1502812"/>
                  </a:lnTo>
                  <a:lnTo>
                    <a:pt x="1297366" y="1502786"/>
                  </a:lnTo>
                  <a:lnTo>
                    <a:pt x="1297332" y="1502766"/>
                  </a:lnTo>
                  <a:lnTo>
                    <a:pt x="1297275" y="1502727"/>
                  </a:lnTo>
                  <a:lnTo>
                    <a:pt x="1297236" y="1502700"/>
                  </a:lnTo>
                  <a:lnTo>
                    <a:pt x="1297195" y="1502654"/>
                  </a:lnTo>
                  <a:lnTo>
                    <a:pt x="1297153" y="1502586"/>
                  </a:lnTo>
                  <a:lnTo>
                    <a:pt x="1297113" y="1502497"/>
                  </a:lnTo>
                  <a:lnTo>
                    <a:pt x="1297076" y="1502420"/>
                  </a:lnTo>
                  <a:lnTo>
                    <a:pt x="1297035" y="1502331"/>
                  </a:lnTo>
                  <a:lnTo>
                    <a:pt x="1297010" y="1502281"/>
                  </a:lnTo>
                  <a:lnTo>
                    <a:pt x="1296970" y="1502226"/>
                  </a:lnTo>
                  <a:lnTo>
                    <a:pt x="1296952" y="1502192"/>
                  </a:lnTo>
                  <a:lnTo>
                    <a:pt x="1296940" y="1502149"/>
                  </a:lnTo>
                  <a:lnTo>
                    <a:pt x="1296915" y="1502110"/>
                  </a:lnTo>
                  <a:lnTo>
                    <a:pt x="1296857" y="1502031"/>
                  </a:lnTo>
                  <a:lnTo>
                    <a:pt x="1296803" y="1501953"/>
                  </a:lnTo>
                  <a:lnTo>
                    <a:pt x="1296747" y="1501871"/>
                  </a:lnTo>
                  <a:lnTo>
                    <a:pt x="1296679" y="1501787"/>
                  </a:lnTo>
                  <a:lnTo>
                    <a:pt x="1296605" y="1501699"/>
                  </a:lnTo>
                  <a:lnTo>
                    <a:pt x="1296567" y="1501656"/>
                  </a:lnTo>
                  <a:lnTo>
                    <a:pt x="1296521" y="1501622"/>
                  </a:lnTo>
                  <a:lnTo>
                    <a:pt x="1296461" y="1501586"/>
                  </a:lnTo>
                  <a:lnTo>
                    <a:pt x="1296388" y="1501556"/>
                  </a:lnTo>
                  <a:lnTo>
                    <a:pt x="1296339" y="1501534"/>
                  </a:lnTo>
                  <a:lnTo>
                    <a:pt x="1296270" y="1501506"/>
                  </a:lnTo>
                  <a:lnTo>
                    <a:pt x="1296205" y="1501472"/>
                  </a:lnTo>
                  <a:lnTo>
                    <a:pt x="1296132" y="1501417"/>
                  </a:lnTo>
                  <a:lnTo>
                    <a:pt x="1296022" y="1501327"/>
                  </a:lnTo>
                  <a:lnTo>
                    <a:pt x="1295931" y="1501234"/>
                  </a:lnTo>
                  <a:lnTo>
                    <a:pt x="1295893" y="1501181"/>
                  </a:lnTo>
                  <a:lnTo>
                    <a:pt x="1295872" y="1501115"/>
                  </a:lnTo>
                  <a:lnTo>
                    <a:pt x="1295859" y="1501066"/>
                  </a:lnTo>
                  <a:lnTo>
                    <a:pt x="1295816" y="1500979"/>
                  </a:lnTo>
                  <a:lnTo>
                    <a:pt x="1295757" y="1500849"/>
                  </a:lnTo>
                  <a:lnTo>
                    <a:pt x="1295690" y="1500764"/>
                  </a:lnTo>
                  <a:lnTo>
                    <a:pt x="1295622" y="1500698"/>
                  </a:lnTo>
                  <a:lnTo>
                    <a:pt x="1295567" y="1500650"/>
                  </a:lnTo>
                  <a:lnTo>
                    <a:pt x="1295513" y="1500591"/>
                  </a:lnTo>
                  <a:lnTo>
                    <a:pt x="1295427" y="1500518"/>
                  </a:lnTo>
                  <a:lnTo>
                    <a:pt x="1295385" y="1500481"/>
                  </a:lnTo>
                  <a:lnTo>
                    <a:pt x="1295335" y="1500459"/>
                  </a:lnTo>
                  <a:lnTo>
                    <a:pt x="1295301" y="1500442"/>
                  </a:lnTo>
                  <a:lnTo>
                    <a:pt x="1295238" y="1500412"/>
                  </a:lnTo>
                  <a:lnTo>
                    <a:pt x="1295174" y="1500378"/>
                  </a:lnTo>
                  <a:lnTo>
                    <a:pt x="1295107" y="1500334"/>
                  </a:lnTo>
                  <a:lnTo>
                    <a:pt x="1295049" y="1500268"/>
                  </a:lnTo>
                  <a:lnTo>
                    <a:pt x="1295027" y="1500240"/>
                  </a:lnTo>
                  <a:lnTo>
                    <a:pt x="1294982" y="1500181"/>
                  </a:lnTo>
                  <a:lnTo>
                    <a:pt x="1294929" y="1500074"/>
                  </a:lnTo>
                  <a:lnTo>
                    <a:pt x="1294896" y="1499989"/>
                  </a:lnTo>
                  <a:lnTo>
                    <a:pt x="1294866" y="1499916"/>
                  </a:lnTo>
                  <a:lnTo>
                    <a:pt x="1294824" y="1499766"/>
                  </a:lnTo>
                  <a:lnTo>
                    <a:pt x="1294784" y="1499657"/>
                  </a:lnTo>
                  <a:lnTo>
                    <a:pt x="1294735" y="1499534"/>
                  </a:lnTo>
                  <a:lnTo>
                    <a:pt x="1294714" y="1499488"/>
                  </a:lnTo>
                  <a:lnTo>
                    <a:pt x="1294691" y="1499454"/>
                  </a:lnTo>
                  <a:lnTo>
                    <a:pt x="1294674" y="1499418"/>
                  </a:lnTo>
                  <a:lnTo>
                    <a:pt x="1294660" y="1499383"/>
                  </a:lnTo>
                  <a:lnTo>
                    <a:pt x="1294651" y="1499350"/>
                  </a:lnTo>
                  <a:lnTo>
                    <a:pt x="1294643" y="1499313"/>
                  </a:lnTo>
                  <a:lnTo>
                    <a:pt x="1294627" y="1499272"/>
                  </a:lnTo>
                  <a:lnTo>
                    <a:pt x="1294605" y="1499232"/>
                  </a:lnTo>
                  <a:lnTo>
                    <a:pt x="1294587" y="1499206"/>
                  </a:lnTo>
                  <a:lnTo>
                    <a:pt x="1294573" y="1499185"/>
                  </a:lnTo>
                  <a:lnTo>
                    <a:pt x="1294560" y="1499166"/>
                  </a:lnTo>
                  <a:lnTo>
                    <a:pt x="1294542" y="1499142"/>
                  </a:lnTo>
                  <a:lnTo>
                    <a:pt x="1294533" y="1499128"/>
                  </a:lnTo>
                  <a:lnTo>
                    <a:pt x="1294511" y="1499096"/>
                  </a:lnTo>
                  <a:lnTo>
                    <a:pt x="1294491" y="1499068"/>
                  </a:lnTo>
                  <a:lnTo>
                    <a:pt x="1294470" y="1499043"/>
                  </a:lnTo>
                  <a:lnTo>
                    <a:pt x="1294443" y="1499016"/>
                  </a:lnTo>
                  <a:lnTo>
                    <a:pt x="1294417" y="1498993"/>
                  </a:lnTo>
                  <a:lnTo>
                    <a:pt x="1294389" y="1498973"/>
                  </a:lnTo>
                  <a:lnTo>
                    <a:pt x="1294361" y="1498952"/>
                  </a:lnTo>
                  <a:lnTo>
                    <a:pt x="1294332" y="1498932"/>
                  </a:lnTo>
                  <a:lnTo>
                    <a:pt x="1294275" y="1498893"/>
                  </a:lnTo>
                  <a:lnTo>
                    <a:pt x="1294246" y="1498874"/>
                  </a:lnTo>
                  <a:lnTo>
                    <a:pt x="1294219" y="1498855"/>
                  </a:lnTo>
                  <a:lnTo>
                    <a:pt x="1294204" y="1498844"/>
                  </a:lnTo>
                  <a:lnTo>
                    <a:pt x="1294193" y="1498832"/>
                  </a:lnTo>
                  <a:lnTo>
                    <a:pt x="1294181" y="1498816"/>
                  </a:lnTo>
                  <a:lnTo>
                    <a:pt x="1294173" y="1498801"/>
                  </a:lnTo>
                  <a:lnTo>
                    <a:pt x="1294157" y="1498763"/>
                  </a:lnTo>
                  <a:lnTo>
                    <a:pt x="1294149" y="1498726"/>
                  </a:lnTo>
                  <a:lnTo>
                    <a:pt x="1294142" y="1498692"/>
                  </a:lnTo>
                  <a:lnTo>
                    <a:pt x="1294133" y="1498657"/>
                  </a:lnTo>
                  <a:lnTo>
                    <a:pt x="1294124" y="1498623"/>
                  </a:lnTo>
                  <a:lnTo>
                    <a:pt x="1294108" y="1498592"/>
                  </a:lnTo>
                  <a:lnTo>
                    <a:pt x="1294087" y="1498563"/>
                  </a:lnTo>
                  <a:lnTo>
                    <a:pt x="1294065" y="1498535"/>
                  </a:lnTo>
                  <a:lnTo>
                    <a:pt x="1294040" y="1498508"/>
                  </a:lnTo>
                  <a:lnTo>
                    <a:pt x="1294017" y="1498482"/>
                  </a:lnTo>
                  <a:lnTo>
                    <a:pt x="1293996" y="1498453"/>
                  </a:lnTo>
                  <a:lnTo>
                    <a:pt x="1293975" y="1498424"/>
                  </a:lnTo>
                  <a:lnTo>
                    <a:pt x="1293955" y="1498394"/>
                  </a:lnTo>
                  <a:lnTo>
                    <a:pt x="1293933" y="1498367"/>
                  </a:lnTo>
                  <a:lnTo>
                    <a:pt x="1293911" y="1498339"/>
                  </a:lnTo>
                  <a:lnTo>
                    <a:pt x="1293890" y="1498307"/>
                  </a:lnTo>
                  <a:lnTo>
                    <a:pt x="1293870" y="1498278"/>
                  </a:lnTo>
                  <a:lnTo>
                    <a:pt x="1293851" y="1498249"/>
                  </a:lnTo>
                  <a:lnTo>
                    <a:pt x="1293835" y="1498217"/>
                  </a:lnTo>
                  <a:lnTo>
                    <a:pt x="1293815" y="1498185"/>
                  </a:lnTo>
                  <a:lnTo>
                    <a:pt x="1293797" y="1498155"/>
                  </a:lnTo>
                  <a:lnTo>
                    <a:pt x="1293775" y="1498123"/>
                  </a:lnTo>
                  <a:lnTo>
                    <a:pt x="1293754" y="1498097"/>
                  </a:lnTo>
                  <a:lnTo>
                    <a:pt x="1293729" y="1498072"/>
                  </a:lnTo>
                  <a:lnTo>
                    <a:pt x="1293703" y="1498050"/>
                  </a:lnTo>
                  <a:lnTo>
                    <a:pt x="1293674" y="1498031"/>
                  </a:lnTo>
                  <a:lnTo>
                    <a:pt x="1293643" y="1498012"/>
                  </a:lnTo>
                  <a:lnTo>
                    <a:pt x="1293612" y="1497995"/>
                  </a:lnTo>
                  <a:lnTo>
                    <a:pt x="1293581" y="1497978"/>
                  </a:lnTo>
                  <a:lnTo>
                    <a:pt x="1293551" y="1497962"/>
                  </a:lnTo>
                  <a:lnTo>
                    <a:pt x="1293520" y="1497945"/>
                  </a:lnTo>
                  <a:lnTo>
                    <a:pt x="1293491" y="1497926"/>
                  </a:lnTo>
                  <a:lnTo>
                    <a:pt x="1293462" y="1497906"/>
                  </a:lnTo>
                  <a:lnTo>
                    <a:pt x="1293434" y="1497885"/>
                  </a:lnTo>
                  <a:lnTo>
                    <a:pt x="1293406" y="1497863"/>
                  </a:lnTo>
                  <a:lnTo>
                    <a:pt x="1293380" y="1497840"/>
                  </a:lnTo>
                  <a:lnTo>
                    <a:pt x="1293366" y="1497823"/>
                  </a:lnTo>
                  <a:lnTo>
                    <a:pt x="1293350" y="1497807"/>
                  </a:lnTo>
                  <a:lnTo>
                    <a:pt x="1293334" y="1497791"/>
                  </a:lnTo>
                  <a:lnTo>
                    <a:pt x="1293318" y="1497776"/>
                  </a:lnTo>
                  <a:lnTo>
                    <a:pt x="1293302" y="1497760"/>
                  </a:lnTo>
                  <a:lnTo>
                    <a:pt x="1293288" y="1497743"/>
                  </a:lnTo>
                  <a:lnTo>
                    <a:pt x="1293276" y="1497724"/>
                  </a:lnTo>
                  <a:lnTo>
                    <a:pt x="1293263" y="1497706"/>
                  </a:lnTo>
                  <a:lnTo>
                    <a:pt x="1293248" y="1497690"/>
                  </a:lnTo>
                  <a:lnTo>
                    <a:pt x="1293233" y="1497674"/>
                  </a:lnTo>
                  <a:lnTo>
                    <a:pt x="1293220" y="1497657"/>
                  </a:lnTo>
                  <a:lnTo>
                    <a:pt x="1293208" y="1497639"/>
                  </a:lnTo>
                  <a:lnTo>
                    <a:pt x="1293200" y="1497617"/>
                  </a:lnTo>
                  <a:lnTo>
                    <a:pt x="1293194" y="1497595"/>
                  </a:lnTo>
                  <a:lnTo>
                    <a:pt x="1293189" y="1497573"/>
                  </a:lnTo>
                  <a:lnTo>
                    <a:pt x="1293183" y="1497551"/>
                  </a:lnTo>
                  <a:lnTo>
                    <a:pt x="1293172" y="1497507"/>
                  </a:lnTo>
                  <a:lnTo>
                    <a:pt x="1293166" y="1497485"/>
                  </a:lnTo>
                  <a:lnTo>
                    <a:pt x="1293158" y="1497464"/>
                  </a:lnTo>
                  <a:lnTo>
                    <a:pt x="1293151" y="1497443"/>
                  </a:lnTo>
                  <a:lnTo>
                    <a:pt x="1293142" y="1497422"/>
                  </a:lnTo>
                  <a:lnTo>
                    <a:pt x="1293132" y="1497401"/>
                  </a:lnTo>
                  <a:lnTo>
                    <a:pt x="1293121" y="1497380"/>
                  </a:lnTo>
                  <a:lnTo>
                    <a:pt x="1293112" y="1497359"/>
                  </a:lnTo>
                  <a:lnTo>
                    <a:pt x="1293091" y="1497314"/>
                  </a:lnTo>
                  <a:lnTo>
                    <a:pt x="1293081" y="1497293"/>
                  </a:lnTo>
                  <a:lnTo>
                    <a:pt x="1293057" y="1497253"/>
                  </a:lnTo>
                  <a:lnTo>
                    <a:pt x="1293043" y="1497235"/>
                  </a:lnTo>
                  <a:lnTo>
                    <a:pt x="1293023" y="1497222"/>
                  </a:lnTo>
                  <a:lnTo>
                    <a:pt x="1293005" y="1497208"/>
                  </a:lnTo>
                  <a:lnTo>
                    <a:pt x="1292989" y="1497193"/>
                  </a:lnTo>
                  <a:lnTo>
                    <a:pt x="1292976" y="1497175"/>
                  </a:lnTo>
                  <a:lnTo>
                    <a:pt x="1292958" y="1497161"/>
                  </a:lnTo>
                  <a:lnTo>
                    <a:pt x="1292939" y="1497152"/>
                  </a:lnTo>
                  <a:lnTo>
                    <a:pt x="1292918" y="1497145"/>
                  </a:lnTo>
                  <a:lnTo>
                    <a:pt x="1292896" y="1497145"/>
                  </a:lnTo>
                  <a:lnTo>
                    <a:pt x="1292875" y="1497142"/>
                  </a:lnTo>
                  <a:lnTo>
                    <a:pt x="1292855" y="1497133"/>
                  </a:lnTo>
                  <a:lnTo>
                    <a:pt x="1292839" y="1497117"/>
                  </a:lnTo>
                  <a:lnTo>
                    <a:pt x="1292825" y="1497098"/>
                  </a:lnTo>
                  <a:lnTo>
                    <a:pt x="1292814" y="1497078"/>
                  </a:lnTo>
                  <a:lnTo>
                    <a:pt x="1292804" y="1497058"/>
                  </a:lnTo>
                  <a:lnTo>
                    <a:pt x="1292797" y="1497038"/>
                  </a:lnTo>
                  <a:lnTo>
                    <a:pt x="1292790" y="1497015"/>
                  </a:lnTo>
                  <a:lnTo>
                    <a:pt x="1292779" y="1496994"/>
                  </a:lnTo>
                  <a:lnTo>
                    <a:pt x="1292767" y="1496972"/>
                  </a:lnTo>
                  <a:lnTo>
                    <a:pt x="1292745" y="1496932"/>
                  </a:lnTo>
                  <a:lnTo>
                    <a:pt x="1292735" y="1496911"/>
                  </a:lnTo>
                  <a:lnTo>
                    <a:pt x="1292726" y="1496890"/>
                  </a:lnTo>
                  <a:lnTo>
                    <a:pt x="1292716" y="1496869"/>
                  </a:lnTo>
                  <a:lnTo>
                    <a:pt x="1292706" y="1496848"/>
                  </a:lnTo>
                  <a:lnTo>
                    <a:pt x="1292696" y="1496828"/>
                  </a:lnTo>
                  <a:lnTo>
                    <a:pt x="1292686" y="1496807"/>
                  </a:lnTo>
                  <a:lnTo>
                    <a:pt x="1292675" y="1496787"/>
                  </a:lnTo>
                  <a:lnTo>
                    <a:pt x="1292668" y="1496763"/>
                  </a:lnTo>
                  <a:lnTo>
                    <a:pt x="1292662" y="1496742"/>
                  </a:lnTo>
                  <a:lnTo>
                    <a:pt x="1292657" y="1496720"/>
                  </a:lnTo>
                  <a:lnTo>
                    <a:pt x="1292648" y="1496698"/>
                  </a:lnTo>
                  <a:lnTo>
                    <a:pt x="1292635" y="1496680"/>
                  </a:lnTo>
                  <a:lnTo>
                    <a:pt x="1292620" y="1496665"/>
                  </a:lnTo>
                  <a:lnTo>
                    <a:pt x="1292603" y="1496651"/>
                  </a:lnTo>
                  <a:lnTo>
                    <a:pt x="1292582" y="1496646"/>
                  </a:lnTo>
                  <a:lnTo>
                    <a:pt x="1292561" y="1496649"/>
                  </a:lnTo>
                  <a:lnTo>
                    <a:pt x="1292540" y="1496655"/>
                  </a:lnTo>
                  <a:lnTo>
                    <a:pt x="1292520" y="1496664"/>
                  </a:lnTo>
                  <a:lnTo>
                    <a:pt x="1292460" y="1496691"/>
                  </a:lnTo>
                  <a:lnTo>
                    <a:pt x="1292453" y="1496695"/>
                  </a:lnTo>
                  <a:lnTo>
                    <a:pt x="1292439" y="1496702"/>
                  </a:lnTo>
                  <a:lnTo>
                    <a:pt x="1292399" y="1496720"/>
                  </a:lnTo>
                  <a:lnTo>
                    <a:pt x="1292378" y="1496729"/>
                  </a:lnTo>
                  <a:lnTo>
                    <a:pt x="1292357" y="1496737"/>
                  </a:lnTo>
                  <a:lnTo>
                    <a:pt x="1292337" y="1496745"/>
                  </a:lnTo>
                  <a:lnTo>
                    <a:pt x="1292316" y="1496754"/>
                  </a:lnTo>
                  <a:lnTo>
                    <a:pt x="1292296" y="1496762"/>
                  </a:lnTo>
                  <a:lnTo>
                    <a:pt x="1292275" y="1496769"/>
                  </a:lnTo>
                  <a:lnTo>
                    <a:pt x="1292253" y="1496775"/>
                  </a:lnTo>
                  <a:lnTo>
                    <a:pt x="1292230" y="1496780"/>
                  </a:lnTo>
                  <a:lnTo>
                    <a:pt x="1292208" y="1496784"/>
                  </a:lnTo>
                  <a:lnTo>
                    <a:pt x="1292194" y="1496787"/>
                  </a:lnTo>
                  <a:lnTo>
                    <a:pt x="1292160" y="1496796"/>
                  </a:lnTo>
                  <a:lnTo>
                    <a:pt x="1292114" y="1496801"/>
                  </a:lnTo>
                  <a:lnTo>
                    <a:pt x="1292078" y="1496806"/>
                  </a:lnTo>
                  <a:lnTo>
                    <a:pt x="1292016" y="1496794"/>
                  </a:lnTo>
                  <a:lnTo>
                    <a:pt x="1291992" y="1496794"/>
                  </a:lnTo>
                  <a:lnTo>
                    <a:pt x="1291960" y="1496808"/>
                  </a:lnTo>
                  <a:lnTo>
                    <a:pt x="1291943" y="1496817"/>
                  </a:lnTo>
                  <a:lnTo>
                    <a:pt x="1291923" y="1496814"/>
                  </a:lnTo>
                  <a:lnTo>
                    <a:pt x="1291908" y="1496808"/>
                  </a:lnTo>
                  <a:lnTo>
                    <a:pt x="1291887" y="1496793"/>
                  </a:lnTo>
                  <a:lnTo>
                    <a:pt x="1291871" y="1496769"/>
                  </a:lnTo>
                  <a:lnTo>
                    <a:pt x="1291859" y="1496742"/>
                  </a:lnTo>
                  <a:lnTo>
                    <a:pt x="1291846" y="1496708"/>
                  </a:lnTo>
                  <a:lnTo>
                    <a:pt x="1291843" y="1496668"/>
                  </a:lnTo>
                  <a:lnTo>
                    <a:pt x="1291839" y="1496628"/>
                  </a:lnTo>
                  <a:lnTo>
                    <a:pt x="1291836" y="1496592"/>
                  </a:lnTo>
                  <a:lnTo>
                    <a:pt x="1291834" y="1496570"/>
                  </a:lnTo>
                  <a:lnTo>
                    <a:pt x="1291838" y="1496552"/>
                  </a:lnTo>
                  <a:lnTo>
                    <a:pt x="1291838" y="1496536"/>
                  </a:lnTo>
                  <a:lnTo>
                    <a:pt x="1291825" y="1496517"/>
                  </a:lnTo>
                  <a:lnTo>
                    <a:pt x="1291804" y="1496486"/>
                  </a:lnTo>
                  <a:lnTo>
                    <a:pt x="1291798" y="1496476"/>
                  </a:lnTo>
                  <a:lnTo>
                    <a:pt x="1291792" y="1496469"/>
                  </a:lnTo>
                  <a:lnTo>
                    <a:pt x="1291785" y="1496460"/>
                  </a:lnTo>
                  <a:lnTo>
                    <a:pt x="1291778" y="1496451"/>
                  </a:lnTo>
                  <a:lnTo>
                    <a:pt x="1291774" y="1496447"/>
                  </a:lnTo>
                  <a:lnTo>
                    <a:pt x="1291766" y="1496438"/>
                  </a:lnTo>
                  <a:lnTo>
                    <a:pt x="1291749" y="1496420"/>
                  </a:lnTo>
                  <a:lnTo>
                    <a:pt x="1291713" y="1496384"/>
                  </a:lnTo>
                  <a:lnTo>
                    <a:pt x="1291690" y="1496358"/>
                  </a:lnTo>
                  <a:lnTo>
                    <a:pt x="1291671" y="1496331"/>
                  </a:lnTo>
                  <a:lnTo>
                    <a:pt x="1291653" y="1496308"/>
                  </a:lnTo>
                  <a:lnTo>
                    <a:pt x="1291635" y="1496288"/>
                  </a:lnTo>
                  <a:lnTo>
                    <a:pt x="1291614" y="1496269"/>
                  </a:lnTo>
                  <a:lnTo>
                    <a:pt x="1291591" y="1496254"/>
                  </a:lnTo>
                  <a:lnTo>
                    <a:pt x="1291564" y="1496245"/>
                  </a:lnTo>
                  <a:lnTo>
                    <a:pt x="1291534" y="1496246"/>
                  </a:lnTo>
                  <a:lnTo>
                    <a:pt x="1291511" y="1496247"/>
                  </a:lnTo>
                  <a:lnTo>
                    <a:pt x="1291478" y="1496244"/>
                  </a:lnTo>
                  <a:lnTo>
                    <a:pt x="1291445" y="1496226"/>
                  </a:lnTo>
                  <a:lnTo>
                    <a:pt x="1291426" y="1496203"/>
                  </a:lnTo>
                  <a:lnTo>
                    <a:pt x="1291407" y="1496188"/>
                  </a:lnTo>
                  <a:lnTo>
                    <a:pt x="1291365" y="1496145"/>
                  </a:lnTo>
                  <a:lnTo>
                    <a:pt x="1291348" y="1496123"/>
                  </a:lnTo>
                  <a:lnTo>
                    <a:pt x="1291335" y="1496098"/>
                  </a:lnTo>
                  <a:lnTo>
                    <a:pt x="1291331" y="1496075"/>
                  </a:lnTo>
                  <a:lnTo>
                    <a:pt x="1291326" y="1496046"/>
                  </a:lnTo>
                  <a:lnTo>
                    <a:pt x="1291322" y="1496004"/>
                  </a:lnTo>
                  <a:lnTo>
                    <a:pt x="1291324" y="1495966"/>
                  </a:lnTo>
                  <a:lnTo>
                    <a:pt x="1291328" y="1495927"/>
                  </a:lnTo>
                  <a:lnTo>
                    <a:pt x="1291325" y="1495895"/>
                  </a:lnTo>
                  <a:lnTo>
                    <a:pt x="1291322" y="1495878"/>
                  </a:lnTo>
                  <a:lnTo>
                    <a:pt x="1291321" y="1495871"/>
                  </a:lnTo>
                  <a:lnTo>
                    <a:pt x="1291322" y="1495860"/>
                  </a:lnTo>
                  <a:lnTo>
                    <a:pt x="1291325" y="1495848"/>
                  </a:lnTo>
                  <a:lnTo>
                    <a:pt x="1291334" y="1495834"/>
                  </a:lnTo>
                  <a:lnTo>
                    <a:pt x="1291346" y="1495820"/>
                  </a:lnTo>
                  <a:lnTo>
                    <a:pt x="1291364" y="1495806"/>
                  </a:lnTo>
                  <a:lnTo>
                    <a:pt x="1291389" y="1495795"/>
                  </a:lnTo>
                  <a:lnTo>
                    <a:pt x="1291408" y="1495791"/>
                  </a:lnTo>
                  <a:lnTo>
                    <a:pt x="1291416" y="1495784"/>
                  </a:lnTo>
                  <a:lnTo>
                    <a:pt x="1291422" y="1495777"/>
                  </a:lnTo>
                  <a:lnTo>
                    <a:pt x="1291424" y="1495760"/>
                  </a:lnTo>
                  <a:lnTo>
                    <a:pt x="1291421" y="1495726"/>
                  </a:lnTo>
                  <a:lnTo>
                    <a:pt x="1291416" y="1495699"/>
                  </a:lnTo>
                  <a:lnTo>
                    <a:pt x="1291403" y="1495669"/>
                  </a:lnTo>
                  <a:lnTo>
                    <a:pt x="1291378" y="1495637"/>
                  </a:lnTo>
                  <a:lnTo>
                    <a:pt x="1291353" y="1495615"/>
                  </a:lnTo>
                  <a:lnTo>
                    <a:pt x="1291318" y="1495588"/>
                  </a:lnTo>
                  <a:lnTo>
                    <a:pt x="1291289" y="1495562"/>
                  </a:lnTo>
                  <a:lnTo>
                    <a:pt x="1291263" y="1495534"/>
                  </a:lnTo>
                  <a:lnTo>
                    <a:pt x="1291231" y="1495498"/>
                  </a:lnTo>
                  <a:lnTo>
                    <a:pt x="1291185" y="1495454"/>
                  </a:lnTo>
                  <a:lnTo>
                    <a:pt x="1291144" y="1495420"/>
                  </a:lnTo>
                  <a:lnTo>
                    <a:pt x="1291123" y="1495399"/>
                  </a:lnTo>
                  <a:lnTo>
                    <a:pt x="1291095" y="1495370"/>
                  </a:lnTo>
                  <a:lnTo>
                    <a:pt x="1291063" y="1495332"/>
                  </a:lnTo>
                  <a:lnTo>
                    <a:pt x="1291048" y="1495313"/>
                  </a:lnTo>
                  <a:lnTo>
                    <a:pt x="1291023" y="1495282"/>
                  </a:lnTo>
                  <a:lnTo>
                    <a:pt x="1290997" y="1495248"/>
                  </a:lnTo>
                  <a:lnTo>
                    <a:pt x="1290974" y="1495219"/>
                  </a:lnTo>
                  <a:lnTo>
                    <a:pt x="1290949" y="1495186"/>
                  </a:lnTo>
                  <a:lnTo>
                    <a:pt x="1290937" y="1495157"/>
                  </a:lnTo>
                  <a:lnTo>
                    <a:pt x="1290921" y="1495139"/>
                  </a:lnTo>
                  <a:lnTo>
                    <a:pt x="1290907" y="1495126"/>
                  </a:lnTo>
                  <a:lnTo>
                    <a:pt x="1290892" y="1495107"/>
                  </a:lnTo>
                  <a:lnTo>
                    <a:pt x="1290883" y="1495085"/>
                  </a:lnTo>
                  <a:lnTo>
                    <a:pt x="1290874" y="1495062"/>
                  </a:lnTo>
                  <a:lnTo>
                    <a:pt x="1290856" y="1495035"/>
                  </a:lnTo>
                  <a:lnTo>
                    <a:pt x="1290837" y="1495010"/>
                  </a:lnTo>
                  <a:lnTo>
                    <a:pt x="1290811" y="1494988"/>
                  </a:lnTo>
                  <a:lnTo>
                    <a:pt x="1290776" y="1494960"/>
                  </a:lnTo>
                  <a:lnTo>
                    <a:pt x="1290742" y="1494933"/>
                  </a:lnTo>
                  <a:lnTo>
                    <a:pt x="1290706" y="1494902"/>
                  </a:lnTo>
                  <a:lnTo>
                    <a:pt x="1290631" y="1494835"/>
                  </a:lnTo>
                  <a:lnTo>
                    <a:pt x="1290601" y="1494810"/>
                  </a:lnTo>
                  <a:lnTo>
                    <a:pt x="1290565" y="1494774"/>
                  </a:lnTo>
                  <a:lnTo>
                    <a:pt x="1290512" y="1494724"/>
                  </a:lnTo>
                  <a:lnTo>
                    <a:pt x="1290467" y="1494678"/>
                  </a:lnTo>
                  <a:lnTo>
                    <a:pt x="1290424" y="1494630"/>
                  </a:lnTo>
                  <a:lnTo>
                    <a:pt x="1290386" y="1494600"/>
                  </a:lnTo>
                  <a:lnTo>
                    <a:pt x="1290349" y="1494559"/>
                  </a:lnTo>
                  <a:lnTo>
                    <a:pt x="1290309" y="1494512"/>
                  </a:lnTo>
                  <a:lnTo>
                    <a:pt x="1290277" y="1494474"/>
                  </a:lnTo>
                  <a:lnTo>
                    <a:pt x="1290249" y="1494447"/>
                  </a:lnTo>
                  <a:lnTo>
                    <a:pt x="1290218" y="1494419"/>
                  </a:lnTo>
                  <a:lnTo>
                    <a:pt x="1290176" y="1494387"/>
                  </a:lnTo>
                  <a:lnTo>
                    <a:pt x="1290145" y="1494355"/>
                  </a:lnTo>
                  <a:lnTo>
                    <a:pt x="1290099" y="1494294"/>
                  </a:lnTo>
                  <a:lnTo>
                    <a:pt x="1290049" y="1494236"/>
                  </a:lnTo>
                  <a:lnTo>
                    <a:pt x="1290012" y="1494193"/>
                  </a:lnTo>
                  <a:lnTo>
                    <a:pt x="1289969" y="1494147"/>
                  </a:lnTo>
                  <a:lnTo>
                    <a:pt x="1289912" y="1494091"/>
                  </a:lnTo>
                  <a:lnTo>
                    <a:pt x="1289858" y="1494043"/>
                  </a:lnTo>
                  <a:lnTo>
                    <a:pt x="1289804" y="1494004"/>
                  </a:lnTo>
                  <a:lnTo>
                    <a:pt x="1289770" y="1493988"/>
                  </a:lnTo>
                  <a:lnTo>
                    <a:pt x="1289748" y="1493980"/>
                  </a:lnTo>
                  <a:lnTo>
                    <a:pt x="1289715" y="1493975"/>
                  </a:lnTo>
                  <a:lnTo>
                    <a:pt x="1289684" y="1493978"/>
                  </a:lnTo>
                  <a:lnTo>
                    <a:pt x="1289656" y="1493986"/>
                  </a:lnTo>
                  <a:lnTo>
                    <a:pt x="1289621" y="1493986"/>
                  </a:lnTo>
                  <a:lnTo>
                    <a:pt x="1289568" y="1493983"/>
                  </a:lnTo>
                  <a:lnTo>
                    <a:pt x="1289531" y="1493974"/>
                  </a:lnTo>
                  <a:lnTo>
                    <a:pt x="1289484" y="1493954"/>
                  </a:lnTo>
                  <a:lnTo>
                    <a:pt x="1289428" y="1493921"/>
                  </a:lnTo>
                  <a:lnTo>
                    <a:pt x="1289383" y="1493888"/>
                  </a:lnTo>
                  <a:lnTo>
                    <a:pt x="1289319" y="1493833"/>
                  </a:lnTo>
                  <a:lnTo>
                    <a:pt x="1289252" y="1493783"/>
                  </a:lnTo>
                  <a:lnTo>
                    <a:pt x="1289214" y="1493750"/>
                  </a:lnTo>
                  <a:lnTo>
                    <a:pt x="1289159" y="1493711"/>
                  </a:lnTo>
                  <a:lnTo>
                    <a:pt x="1289124" y="1493685"/>
                  </a:lnTo>
                  <a:lnTo>
                    <a:pt x="1289092" y="1493657"/>
                  </a:lnTo>
                  <a:lnTo>
                    <a:pt x="1289069" y="1493625"/>
                  </a:lnTo>
                  <a:lnTo>
                    <a:pt x="1289050" y="1493578"/>
                  </a:lnTo>
                  <a:lnTo>
                    <a:pt x="1289036" y="1493526"/>
                  </a:lnTo>
                  <a:lnTo>
                    <a:pt x="1289031" y="1493486"/>
                  </a:lnTo>
                  <a:lnTo>
                    <a:pt x="1289029" y="1493442"/>
                  </a:lnTo>
                  <a:lnTo>
                    <a:pt x="1289020" y="1493384"/>
                  </a:lnTo>
                  <a:lnTo>
                    <a:pt x="1289006" y="1493351"/>
                  </a:lnTo>
                  <a:lnTo>
                    <a:pt x="1288997" y="1493313"/>
                  </a:lnTo>
                  <a:lnTo>
                    <a:pt x="1288990" y="1493259"/>
                  </a:lnTo>
                  <a:lnTo>
                    <a:pt x="1288977" y="1493218"/>
                  </a:lnTo>
                  <a:lnTo>
                    <a:pt x="1288936" y="1493159"/>
                  </a:lnTo>
                  <a:lnTo>
                    <a:pt x="1288904" y="1493127"/>
                  </a:lnTo>
                  <a:lnTo>
                    <a:pt x="1288859" y="1493094"/>
                  </a:lnTo>
                  <a:lnTo>
                    <a:pt x="1288815" y="1493069"/>
                  </a:lnTo>
                  <a:lnTo>
                    <a:pt x="1288778" y="1493057"/>
                  </a:lnTo>
                  <a:lnTo>
                    <a:pt x="1288739" y="1493049"/>
                  </a:lnTo>
                  <a:lnTo>
                    <a:pt x="1288690" y="1493033"/>
                  </a:lnTo>
                  <a:lnTo>
                    <a:pt x="1288651" y="1493014"/>
                  </a:lnTo>
                  <a:lnTo>
                    <a:pt x="1288564" y="1492954"/>
                  </a:lnTo>
                  <a:lnTo>
                    <a:pt x="1288544" y="1492939"/>
                  </a:lnTo>
                  <a:lnTo>
                    <a:pt x="1288526" y="1492930"/>
                  </a:lnTo>
                  <a:lnTo>
                    <a:pt x="1288505" y="1492920"/>
                  </a:lnTo>
                  <a:lnTo>
                    <a:pt x="1288490" y="1492915"/>
                  </a:lnTo>
                  <a:lnTo>
                    <a:pt x="1288479" y="1492912"/>
                  </a:lnTo>
                  <a:lnTo>
                    <a:pt x="1288457" y="1492914"/>
                  </a:lnTo>
                  <a:lnTo>
                    <a:pt x="1288451" y="1492915"/>
                  </a:lnTo>
                  <a:lnTo>
                    <a:pt x="1288440" y="1492916"/>
                  </a:lnTo>
                  <a:lnTo>
                    <a:pt x="1288428" y="1492916"/>
                  </a:lnTo>
                  <a:lnTo>
                    <a:pt x="1288415" y="1492911"/>
                  </a:lnTo>
                  <a:lnTo>
                    <a:pt x="1288402" y="1492905"/>
                  </a:lnTo>
                  <a:lnTo>
                    <a:pt x="1288386" y="1492893"/>
                  </a:lnTo>
                  <a:lnTo>
                    <a:pt x="1288372" y="1492882"/>
                  </a:lnTo>
                  <a:lnTo>
                    <a:pt x="1288357" y="1492865"/>
                  </a:lnTo>
                  <a:lnTo>
                    <a:pt x="1288341" y="1492848"/>
                  </a:lnTo>
                  <a:lnTo>
                    <a:pt x="1288328" y="1492832"/>
                  </a:lnTo>
                  <a:lnTo>
                    <a:pt x="1288314" y="1492814"/>
                  </a:lnTo>
                  <a:lnTo>
                    <a:pt x="1288301" y="1492792"/>
                  </a:lnTo>
                  <a:lnTo>
                    <a:pt x="1288296" y="1492781"/>
                  </a:lnTo>
                  <a:lnTo>
                    <a:pt x="1288290" y="1492770"/>
                  </a:lnTo>
                  <a:lnTo>
                    <a:pt x="1288287" y="1492755"/>
                  </a:lnTo>
                  <a:lnTo>
                    <a:pt x="1288286" y="1492727"/>
                  </a:lnTo>
                  <a:lnTo>
                    <a:pt x="1288285" y="1492710"/>
                  </a:lnTo>
                  <a:lnTo>
                    <a:pt x="1288283" y="1492700"/>
                  </a:lnTo>
                  <a:lnTo>
                    <a:pt x="1288277" y="1492669"/>
                  </a:lnTo>
                  <a:lnTo>
                    <a:pt x="1288272" y="1492647"/>
                  </a:lnTo>
                  <a:lnTo>
                    <a:pt x="1288268" y="1492626"/>
                  </a:lnTo>
                  <a:lnTo>
                    <a:pt x="1288267" y="1492605"/>
                  </a:lnTo>
                  <a:lnTo>
                    <a:pt x="1288268" y="1492587"/>
                  </a:lnTo>
                  <a:lnTo>
                    <a:pt x="1288273" y="1492558"/>
                  </a:lnTo>
                  <a:lnTo>
                    <a:pt x="1288277" y="1492530"/>
                  </a:lnTo>
                  <a:lnTo>
                    <a:pt x="1288275" y="1492504"/>
                  </a:lnTo>
                  <a:lnTo>
                    <a:pt x="1288274" y="1492474"/>
                  </a:lnTo>
                  <a:lnTo>
                    <a:pt x="1288272" y="1492449"/>
                  </a:lnTo>
                  <a:lnTo>
                    <a:pt x="1288266" y="1492399"/>
                  </a:lnTo>
                  <a:lnTo>
                    <a:pt x="1288262" y="1492371"/>
                  </a:lnTo>
                  <a:lnTo>
                    <a:pt x="1288256" y="1492345"/>
                  </a:lnTo>
                  <a:lnTo>
                    <a:pt x="1288247" y="1492321"/>
                  </a:lnTo>
                  <a:lnTo>
                    <a:pt x="1288237" y="1492298"/>
                  </a:lnTo>
                  <a:lnTo>
                    <a:pt x="1288232" y="1492285"/>
                  </a:lnTo>
                  <a:lnTo>
                    <a:pt x="1288226" y="1492266"/>
                  </a:lnTo>
                  <a:lnTo>
                    <a:pt x="1288222" y="1492246"/>
                  </a:lnTo>
                  <a:lnTo>
                    <a:pt x="1288212" y="1492217"/>
                  </a:lnTo>
                  <a:lnTo>
                    <a:pt x="1288201" y="1492186"/>
                  </a:lnTo>
                  <a:lnTo>
                    <a:pt x="1288190" y="1492151"/>
                  </a:lnTo>
                  <a:lnTo>
                    <a:pt x="1288186" y="1492131"/>
                  </a:lnTo>
                  <a:lnTo>
                    <a:pt x="1288184" y="1492112"/>
                  </a:lnTo>
                  <a:lnTo>
                    <a:pt x="1288181" y="1492089"/>
                  </a:lnTo>
                  <a:lnTo>
                    <a:pt x="1288174" y="1492071"/>
                  </a:lnTo>
                  <a:lnTo>
                    <a:pt x="1288160" y="1492050"/>
                  </a:lnTo>
                  <a:lnTo>
                    <a:pt x="1288139" y="1492025"/>
                  </a:lnTo>
                  <a:lnTo>
                    <a:pt x="1288116" y="1491995"/>
                  </a:lnTo>
                  <a:lnTo>
                    <a:pt x="1288092" y="1491970"/>
                  </a:lnTo>
                  <a:lnTo>
                    <a:pt x="1288066" y="1491942"/>
                  </a:lnTo>
                  <a:lnTo>
                    <a:pt x="1288033" y="1491913"/>
                  </a:lnTo>
                  <a:lnTo>
                    <a:pt x="1288008" y="1491895"/>
                  </a:lnTo>
                  <a:lnTo>
                    <a:pt x="1287989" y="1491883"/>
                  </a:lnTo>
                  <a:lnTo>
                    <a:pt x="1287963" y="1491872"/>
                  </a:lnTo>
                  <a:lnTo>
                    <a:pt x="1287938" y="1491865"/>
                  </a:lnTo>
                  <a:lnTo>
                    <a:pt x="1287913" y="1491859"/>
                  </a:lnTo>
                  <a:lnTo>
                    <a:pt x="1287882" y="1491852"/>
                  </a:lnTo>
                  <a:lnTo>
                    <a:pt x="1287853" y="1491848"/>
                  </a:lnTo>
                  <a:lnTo>
                    <a:pt x="1287837" y="1491843"/>
                  </a:lnTo>
                  <a:lnTo>
                    <a:pt x="1287823" y="1491836"/>
                  </a:lnTo>
                  <a:lnTo>
                    <a:pt x="1287805" y="1491821"/>
                  </a:lnTo>
                  <a:lnTo>
                    <a:pt x="1287794" y="1491810"/>
                  </a:lnTo>
                  <a:lnTo>
                    <a:pt x="1287779" y="1491800"/>
                  </a:lnTo>
                  <a:lnTo>
                    <a:pt x="1287764" y="1491794"/>
                  </a:lnTo>
                  <a:lnTo>
                    <a:pt x="1287745" y="1491795"/>
                  </a:lnTo>
                  <a:lnTo>
                    <a:pt x="1287713" y="1491803"/>
                  </a:lnTo>
                  <a:lnTo>
                    <a:pt x="1287691" y="1491811"/>
                  </a:lnTo>
                  <a:lnTo>
                    <a:pt x="1287674" y="1491816"/>
                  </a:lnTo>
                  <a:lnTo>
                    <a:pt x="1287659" y="1491816"/>
                  </a:lnTo>
                  <a:lnTo>
                    <a:pt x="1287645" y="1491813"/>
                  </a:lnTo>
                  <a:lnTo>
                    <a:pt x="1287628" y="1491804"/>
                  </a:lnTo>
                  <a:lnTo>
                    <a:pt x="1287606" y="1491787"/>
                  </a:lnTo>
                  <a:lnTo>
                    <a:pt x="1287584" y="1491763"/>
                  </a:lnTo>
                  <a:lnTo>
                    <a:pt x="1287569" y="1491744"/>
                  </a:lnTo>
                  <a:lnTo>
                    <a:pt x="1287553" y="1491722"/>
                  </a:lnTo>
                  <a:lnTo>
                    <a:pt x="1287531" y="1491696"/>
                  </a:lnTo>
                  <a:lnTo>
                    <a:pt x="1287492" y="1491662"/>
                  </a:lnTo>
                  <a:lnTo>
                    <a:pt x="1287478" y="1491647"/>
                  </a:lnTo>
                  <a:lnTo>
                    <a:pt x="1287468" y="1491640"/>
                  </a:lnTo>
                  <a:lnTo>
                    <a:pt x="1287457" y="1491633"/>
                  </a:lnTo>
                  <a:lnTo>
                    <a:pt x="1287432" y="1491620"/>
                  </a:lnTo>
                  <a:lnTo>
                    <a:pt x="1287428" y="1491619"/>
                  </a:lnTo>
                  <a:lnTo>
                    <a:pt x="1287418" y="1491612"/>
                  </a:lnTo>
                  <a:lnTo>
                    <a:pt x="1287413" y="1491615"/>
                  </a:lnTo>
                  <a:lnTo>
                    <a:pt x="1287407" y="1491621"/>
                  </a:lnTo>
                  <a:lnTo>
                    <a:pt x="1287404" y="1491627"/>
                  </a:lnTo>
                  <a:lnTo>
                    <a:pt x="1287401" y="1491634"/>
                  </a:lnTo>
                  <a:lnTo>
                    <a:pt x="1287393" y="1491643"/>
                  </a:lnTo>
                  <a:lnTo>
                    <a:pt x="1287379" y="1491651"/>
                  </a:lnTo>
                  <a:lnTo>
                    <a:pt x="1287368" y="1491658"/>
                  </a:lnTo>
                  <a:lnTo>
                    <a:pt x="1287358" y="1491665"/>
                  </a:lnTo>
                  <a:lnTo>
                    <a:pt x="1287352" y="1491669"/>
                  </a:lnTo>
                  <a:lnTo>
                    <a:pt x="1287337" y="1491682"/>
                  </a:lnTo>
                  <a:lnTo>
                    <a:pt x="1287323" y="1491698"/>
                  </a:lnTo>
                  <a:lnTo>
                    <a:pt x="1287319" y="1491703"/>
                  </a:lnTo>
                  <a:lnTo>
                    <a:pt x="1287311" y="1491712"/>
                  </a:lnTo>
                  <a:lnTo>
                    <a:pt x="1287298" y="1491721"/>
                  </a:lnTo>
                  <a:lnTo>
                    <a:pt x="1287289" y="1491727"/>
                  </a:lnTo>
                  <a:lnTo>
                    <a:pt x="1287276" y="1491731"/>
                  </a:lnTo>
                  <a:lnTo>
                    <a:pt x="1287260" y="1491732"/>
                  </a:lnTo>
                  <a:lnTo>
                    <a:pt x="1287245" y="1491732"/>
                  </a:lnTo>
                  <a:lnTo>
                    <a:pt x="1287229" y="1491730"/>
                  </a:lnTo>
                  <a:lnTo>
                    <a:pt x="1287215" y="1491725"/>
                  </a:lnTo>
                  <a:lnTo>
                    <a:pt x="1287204" y="1491717"/>
                  </a:lnTo>
                  <a:lnTo>
                    <a:pt x="1287198" y="1491708"/>
                  </a:lnTo>
                  <a:lnTo>
                    <a:pt x="1287197" y="1491697"/>
                  </a:lnTo>
                  <a:lnTo>
                    <a:pt x="1287197" y="1491681"/>
                  </a:lnTo>
                  <a:lnTo>
                    <a:pt x="1287200" y="1491667"/>
                  </a:lnTo>
                  <a:lnTo>
                    <a:pt x="1287208" y="1491658"/>
                  </a:lnTo>
                  <a:lnTo>
                    <a:pt x="1287225" y="1491649"/>
                  </a:lnTo>
                  <a:lnTo>
                    <a:pt x="1287243" y="1491640"/>
                  </a:lnTo>
                  <a:lnTo>
                    <a:pt x="1287250" y="1491635"/>
                  </a:lnTo>
                  <a:lnTo>
                    <a:pt x="1287259" y="1491628"/>
                  </a:lnTo>
                  <a:lnTo>
                    <a:pt x="1287269" y="1491615"/>
                  </a:lnTo>
                  <a:lnTo>
                    <a:pt x="1287273" y="1491611"/>
                  </a:lnTo>
                  <a:lnTo>
                    <a:pt x="1287277" y="1491595"/>
                  </a:lnTo>
                  <a:lnTo>
                    <a:pt x="1287280" y="1491577"/>
                  </a:lnTo>
                  <a:lnTo>
                    <a:pt x="1287278" y="1491560"/>
                  </a:lnTo>
                  <a:lnTo>
                    <a:pt x="1287274" y="1491541"/>
                  </a:lnTo>
                  <a:lnTo>
                    <a:pt x="1287268" y="1491527"/>
                  </a:lnTo>
                  <a:lnTo>
                    <a:pt x="1287258" y="1491514"/>
                  </a:lnTo>
                  <a:lnTo>
                    <a:pt x="1287249" y="1491504"/>
                  </a:lnTo>
                  <a:lnTo>
                    <a:pt x="1287242" y="1491499"/>
                  </a:lnTo>
                  <a:lnTo>
                    <a:pt x="1287235" y="1491494"/>
                  </a:lnTo>
                  <a:lnTo>
                    <a:pt x="1287224" y="1491490"/>
                  </a:lnTo>
                  <a:lnTo>
                    <a:pt x="1287210" y="1491487"/>
                  </a:lnTo>
                  <a:lnTo>
                    <a:pt x="1287195" y="1491489"/>
                  </a:lnTo>
                  <a:lnTo>
                    <a:pt x="1287174" y="1491494"/>
                  </a:lnTo>
                  <a:lnTo>
                    <a:pt x="1287162" y="1491501"/>
                  </a:lnTo>
                  <a:lnTo>
                    <a:pt x="1287157" y="1491503"/>
                  </a:lnTo>
                  <a:lnTo>
                    <a:pt x="1287145" y="1491513"/>
                  </a:lnTo>
                  <a:lnTo>
                    <a:pt x="1287140" y="1491519"/>
                  </a:lnTo>
                  <a:lnTo>
                    <a:pt x="1287132" y="1491528"/>
                  </a:lnTo>
                  <a:lnTo>
                    <a:pt x="1287127" y="1491536"/>
                  </a:lnTo>
                  <a:lnTo>
                    <a:pt x="1287123" y="1491542"/>
                  </a:lnTo>
                  <a:lnTo>
                    <a:pt x="1287113" y="1491561"/>
                  </a:lnTo>
                  <a:lnTo>
                    <a:pt x="1287108" y="1491574"/>
                  </a:lnTo>
                  <a:lnTo>
                    <a:pt x="1287106" y="1491592"/>
                  </a:lnTo>
                  <a:lnTo>
                    <a:pt x="1287107" y="1491611"/>
                  </a:lnTo>
                  <a:lnTo>
                    <a:pt x="1287111" y="1491627"/>
                  </a:lnTo>
                  <a:lnTo>
                    <a:pt x="1287122" y="1491650"/>
                  </a:lnTo>
                  <a:lnTo>
                    <a:pt x="1287130" y="1491667"/>
                  </a:lnTo>
                  <a:lnTo>
                    <a:pt x="1287136" y="1491685"/>
                  </a:lnTo>
                  <a:lnTo>
                    <a:pt x="1287140" y="1491698"/>
                  </a:lnTo>
                  <a:lnTo>
                    <a:pt x="1287143" y="1491719"/>
                  </a:lnTo>
                  <a:lnTo>
                    <a:pt x="1287143" y="1491734"/>
                  </a:lnTo>
                  <a:lnTo>
                    <a:pt x="1287137" y="1491747"/>
                  </a:lnTo>
                  <a:lnTo>
                    <a:pt x="1287126" y="1491758"/>
                  </a:lnTo>
                  <a:lnTo>
                    <a:pt x="1287111" y="1491769"/>
                  </a:lnTo>
                  <a:lnTo>
                    <a:pt x="1287097" y="1491773"/>
                  </a:lnTo>
                  <a:lnTo>
                    <a:pt x="1287082" y="1491773"/>
                  </a:lnTo>
                  <a:lnTo>
                    <a:pt x="1287062" y="1491768"/>
                  </a:lnTo>
                  <a:lnTo>
                    <a:pt x="1287046" y="1491763"/>
                  </a:lnTo>
                  <a:lnTo>
                    <a:pt x="1287029" y="1491760"/>
                  </a:lnTo>
                  <a:lnTo>
                    <a:pt x="1287012" y="1491762"/>
                  </a:lnTo>
                  <a:lnTo>
                    <a:pt x="1287000" y="1491767"/>
                  </a:lnTo>
                  <a:lnTo>
                    <a:pt x="1286987" y="1491779"/>
                  </a:lnTo>
                  <a:lnTo>
                    <a:pt x="1286977" y="1491792"/>
                  </a:lnTo>
                  <a:lnTo>
                    <a:pt x="1286974" y="1491800"/>
                  </a:lnTo>
                  <a:lnTo>
                    <a:pt x="1286973" y="1491805"/>
                  </a:lnTo>
                  <a:lnTo>
                    <a:pt x="1286970" y="1491823"/>
                  </a:lnTo>
                  <a:lnTo>
                    <a:pt x="1286971" y="1491837"/>
                  </a:lnTo>
                  <a:lnTo>
                    <a:pt x="1286979" y="1491857"/>
                  </a:lnTo>
                  <a:lnTo>
                    <a:pt x="1286991" y="1491875"/>
                  </a:lnTo>
                  <a:lnTo>
                    <a:pt x="1287010" y="1491894"/>
                  </a:lnTo>
                  <a:lnTo>
                    <a:pt x="1287025" y="1491911"/>
                  </a:lnTo>
                  <a:lnTo>
                    <a:pt x="1287032" y="1491921"/>
                  </a:lnTo>
                  <a:lnTo>
                    <a:pt x="1287040" y="1491932"/>
                  </a:lnTo>
                  <a:lnTo>
                    <a:pt x="1287046" y="1491943"/>
                  </a:lnTo>
                  <a:lnTo>
                    <a:pt x="1287053" y="1491956"/>
                  </a:lnTo>
                  <a:lnTo>
                    <a:pt x="1287061" y="1491970"/>
                  </a:lnTo>
                  <a:lnTo>
                    <a:pt x="1287068" y="1491979"/>
                  </a:lnTo>
                  <a:lnTo>
                    <a:pt x="1287074" y="1491989"/>
                  </a:lnTo>
                  <a:lnTo>
                    <a:pt x="1287077" y="1491994"/>
                  </a:lnTo>
                  <a:lnTo>
                    <a:pt x="1287082" y="1492004"/>
                  </a:lnTo>
                  <a:lnTo>
                    <a:pt x="1287087" y="1492014"/>
                  </a:lnTo>
                  <a:lnTo>
                    <a:pt x="1287088" y="1492026"/>
                  </a:lnTo>
                  <a:lnTo>
                    <a:pt x="1287085" y="1492033"/>
                  </a:lnTo>
                  <a:lnTo>
                    <a:pt x="1287073" y="1492037"/>
                  </a:lnTo>
                  <a:lnTo>
                    <a:pt x="1287062" y="1492036"/>
                  </a:lnTo>
                  <a:lnTo>
                    <a:pt x="1287051" y="1492033"/>
                  </a:lnTo>
                  <a:lnTo>
                    <a:pt x="1287037" y="1492030"/>
                  </a:lnTo>
                  <a:lnTo>
                    <a:pt x="1286991" y="1492013"/>
                  </a:lnTo>
                  <a:lnTo>
                    <a:pt x="1286968" y="1492005"/>
                  </a:lnTo>
                  <a:lnTo>
                    <a:pt x="1286950" y="1491999"/>
                  </a:lnTo>
                  <a:lnTo>
                    <a:pt x="1286939" y="1491995"/>
                  </a:lnTo>
                  <a:lnTo>
                    <a:pt x="1286922" y="1491994"/>
                  </a:lnTo>
                  <a:lnTo>
                    <a:pt x="1286915" y="1491994"/>
                  </a:lnTo>
                  <a:lnTo>
                    <a:pt x="1286909" y="1491993"/>
                  </a:lnTo>
                  <a:lnTo>
                    <a:pt x="1286896" y="1491993"/>
                  </a:lnTo>
                  <a:lnTo>
                    <a:pt x="1286886" y="1491992"/>
                  </a:lnTo>
                  <a:lnTo>
                    <a:pt x="1286867" y="1491993"/>
                  </a:lnTo>
                  <a:lnTo>
                    <a:pt x="1286832" y="1491997"/>
                  </a:lnTo>
                  <a:lnTo>
                    <a:pt x="1286812" y="1491996"/>
                  </a:lnTo>
                  <a:lnTo>
                    <a:pt x="1286805" y="1491994"/>
                  </a:lnTo>
                  <a:lnTo>
                    <a:pt x="1286795" y="1491990"/>
                  </a:lnTo>
                  <a:lnTo>
                    <a:pt x="1286786" y="1491982"/>
                  </a:lnTo>
                  <a:lnTo>
                    <a:pt x="1286777" y="1491972"/>
                  </a:lnTo>
                  <a:lnTo>
                    <a:pt x="1286772" y="1491964"/>
                  </a:lnTo>
                  <a:lnTo>
                    <a:pt x="1286770" y="1491953"/>
                  </a:lnTo>
                  <a:lnTo>
                    <a:pt x="1286770" y="1491944"/>
                  </a:lnTo>
                  <a:lnTo>
                    <a:pt x="1286771" y="1491931"/>
                  </a:lnTo>
                  <a:lnTo>
                    <a:pt x="1286771" y="1491924"/>
                  </a:lnTo>
                  <a:lnTo>
                    <a:pt x="1286775" y="1491917"/>
                  </a:lnTo>
                  <a:lnTo>
                    <a:pt x="1286777" y="1491912"/>
                  </a:lnTo>
                  <a:lnTo>
                    <a:pt x="1286783" y="1491904"/>
                  </a:lnTo>
                  <a:lnTo>
                    <a:pt x="1286785" y="1491900"/>
                  </a:lnTo>
                  <a:lnTo>
                    <a:pt x="1286792" y="1491890"/>
                  </a:lnTo>
                  <a:lnTo>
                    <a:pt x="1286795" y="1491886"/>
                  </a:lnTo>
                  <a:lnTo>
                    <a:pt x="1286802" y="1491870"/>
                  </a:lnTo>
                  <a:lnTo>
                    <a:pt x="1286807" y="1491856"/>
                  </a:lnTo>
                  <a:lnTo>
                    <a:pt x="1286810" y="1491837"/>
                  </a:lnTo>
                  <a:lnTo>
                    <a:pt x="1286810" y="1491823"/>
                  </a:lnTo>
                  <a:lnTo>
                    <a:pt x="1286808" y="1491812"/>
                  </a:lnTo>
                  <a:lnTo>
                    <a:pt x="1286802" y="1491802"/>
                  </a:lnTo>
                  <a:lnTo>
                    <a:pt x="1286795" y="1491797"/>
                  </a:lnTo>
                  <a:lnTo>
                    <a:pt x="1286788" y="1491797"/>
                  </a:lnTo>
                  <a:lnTo>
                    <a:pt x="1286778" y="1491799"/>
                  </a:lnTo>
                  <a:lnTo>
                    <a:pt x="1286767" y="1491805"/>
                  </a:lnTo>
                  <a:lnTo>
                    <a:pt x="1286756" y="1491814"/>
                  </a:lnTo>
                  <a:lnTo>
                    <a:pt x="1286746" y="1491824"/>
                  </a:lnTo>
                  <a:lnTo>
                    <a:pt x="1286737" y="1491835"/>
                  </a:lnTo>
                  <a:lnTo>
                    <a:pt x="1286725" y="1491853"/>
                  </a:lnTo>
                  <a:lnTo>
                    <a:pt x="1286720" y="1491863"/>
                  </a:lnTo>
                  <a:lnTo>
                    <a:pt x="1286717" y="1491870"/>
                  </a:lnTo>
                  <a:lnTo>
                    <a:pt x="1286712" y="1491876"/>
                  </a:lnTo>
                  <a:lnTo>
                    <a:pt x="1286708" y="1491881"/>
                  </a:lnTo>
                  <a:lnTo>
                    <a:pt x="1286698" y="1491892"/>
                  </a:lnTo>
                  <a:lnTo>
                    <a:pt x="1286684" y="1491902"/>
                  </a:lnTo>
                  <a:lnTo>
                    <a:pt x="1286677" y="1491908"/>
                  </a:lnTo>
                  <a:lnTo>
                    <a:pt x="1286672" y="1491911"/>
                  </a:lnTo>
                  <a:lnTo>
                    <a:pt x="1286665" y="1491916"/>
                  </a:lnTo>
                  <a:lnTo>
                    <a:pt x="1286659" y="1491919"/>
                  </a:lnTo>
                  <a:lnTo>
                    <a:pt x="1286646" y="1491926"/>
                  </a:lnTo>
                  <a:lnTo>
                    <a:pt x="1286631" y="1491936"/>
                  </a:lnTo>
                  <a:lnTo>
                    <a:pt x="1286616" y="1491948"/>
                  </a:lnTo>
                  <a:lnTo>
                    <a:pt x="1286610" y="1491955"/>
                  </a:lnTo>
                  <a:lnTo>
                    <a:pt x="1286599" y="1491970"/>
                  </a:lnTo>
                  <a:lnTo>
                    <a:pt x="1286594" y="1491975"/>
                  </a:lnTo>
                  <a:lnTo>
                    <a:pt x="1286587" y="1491982"/>
                  </a:lnTo>
                  <a:lnTo>
                    <a:pt x="1286577" y="1491991"/>
                  </a:lnTo>
                  <a:lnTo>
                    <a:pt x="1286571" y="1491996"/>
                  </a:lnTo>
                  <a:lnTo>
                    <a:pt x="1286550" y="1492012"/>
                  </a:lnTo>
                  <a:lnTo>
                    <a:pt x="1286531" y="1492024"/>
                  </a:lnTo>
                  <a:lnTo>
                    <a:pt x="1286509" y="1492043"/>
                  </a:lnTo>
                  <a:lnTo>
                    <a:pt x="1286492" y="1492061"/>
                  </a:lnTo>
                  <a:lnTo>
                    <a:pt x="1286481" y="1492070"/>
                  </a:lnTo>
                  <a:lnTo>
                    <a:pt x="1286467" y="1492079"/>
                  </a:lnTo>
                  <a:lnTo>
                    <a:pt x="1286456" y="1492083"/>
                  </a:lnTo>
                  <a:lnTo>
                    <a:pt x="1286443" y="1492084"/>
                  </a:lnTo>
                  <a:lnTo>
                    <a:pt x="1286432" y="1492084"/>
                  </a:lnTo>
                  <a:lnTo>
                    <a:pt x="1286423" y="1492082"/>
                  </a:lnTo>
                  <a:lnTo>
                    <a:pt x="1286418" y="1492081"/>
                  </a:lnTo>
                  <a:lnTo>
                    <a:pt x="1286413" y="1492079"/>
                  </a:lnTo>
                  <a:lnTo>
                    <a:pt x="1286401" y="1492075"/>
                  </a:lnTo>
                  <a:lnTo>
                    <a:pt x="1286395" y="1492072"/>
                  </a:lnTo>
                  <a:lnTo>
                    <a:pt x="1286390" y="1492070"/>
                  </a:lnTo>
                  <a:lnTo>
                    <a:pt x="1286375" y="1492061"/>
                  </a:lnTo>
                  <a:lnTo>
                    <a:pt x="1286359" y="1492051"/>
                  </a:lnTo>
                  <a:lnTo>
                    <a:pt x="1286345" y="1492047"/>
                  </a:lnTo>
                  <a:lnTo>
                    <a:pt x="1286336" y="1492045"/>
                  </a:lnTo>
                  <a:lnTo>
                    <a:pt x="1286326" y="1492045"/>
                  </a:lnTo>
                  <a:lnTo>
                    <a:pt x="1286316" y="1492046"/>
                  </a:lnTo>
                  <a:lnTo>
                    <a:pt x="1286302" y="1492053"/>
                  </a:lnTo>
                  <a:lnTo>
                    <a:pt x="1286294" y="1492058"/>
                  </a:lnTo>
                  <a:lnTo>
                    <a:pt x="1286281" y="1492069"/>
                  </a:lnTo>
                  <a:lnTo>
                    <a:pt x="1286271" y="1492081"/>
                  </a:lnTo>
                  <a:lnTo>
                    <a:pt x="1286262" y="1492092"/>
                  </a:lnTo>
                  <a:lnTo>
                    <a:pt x="1286254" y="1492103"/>
                  </a:lnTo>
                  <a:lnTo>
                    <a:pt x="1286244" y="1492120"/>
                  </a:lnTo>
                  <a:lnTo>
                    <a:pt x="1286239" y="1492133"/>
                  </a:lnTo>
                  <a:lnTo>
                    <a:pt x="1286235" y="1492141"/>
                  </a:lnTo>
                  <a:lnTo>
                    <a:pt x="1286227" y="1492162"/>
                  </a:lnTo>
                  <a:lnTo>
                    <a:pt x="1286225" y="1492172"/>
                  </a:lnTo>
                  <a:lnTo>
                    <a:pt x="1286224" y="1492180"/>
                  </a:lnTo>
                  <a:lnTo>
                    <a:pt x="1286222" y="1492195"/>
                  </a:lnTo>
                  <a:lnTo>
                    <a:pt x="1286222" y="1492200"/>
                  </a:lnTo>
                  <a:lnTo>
                    <a:pt x="1286221" y="1492214"/>
                  </a:lnTo>
                  <a:lnTo>
                    <a:pt x="1286221" y="1492223"/>
                  </a:lnTo>
                  <a:lnTo>
                    <a:pt x="1286222" y="1492229"/>
                  </a:lnTo>
                  <a:lnTo>
                    <a:pt x="1286224" y="1492239"/>
                  </a:lnTo>
                  <a:lnTo>
                    <a:pt x="1286227" y="1492251"/>
                  </a:lnTo>
                  <a:lnTo>
                    <a:pt x="1286234" y="1492269"/>
                  </a:lnTo>
                  <a:lnTo>
                    <a:pt x="1286245" y="1492295"/>
                  </a:lnTo>
                  <a:lnTo>
                    <a:pt x="1286272" y="1492347"/>
                  </a:lnTo>
                  <a:lnTo>
                    <a:pt x="1286293" y="1492398"/>
                  </a:lnTo>
                  <a:lnTo>
                    <a:pt x="1286308" y="1492440"/>
                  </a:lnTo>
                  <a:lnTo>
                    <a:pt x="1286324" y="1492487"/>
                  </a:lnTo>
                  <a:lnTo>
                    <a:pt x="1286332" y="1492514"/>
                  </a:lnTo>
                  <a:lnTo>
                    <a:pt x="1286340" y="1492546"/>
                  </a:lnTo>
                  <a:lnTo>
                    <a:pt x="1286344" y="1492571"/>
                  </a:lnTo>
                  <a:lnTo>
                    <a:pt x="1286345" y="1492592"/>
                  </a:lnTo>
                  <a:lnTo>
                    <a:pt x="1286345" y="1492604"/>
                  </a:lnTo>
                  <a:lnTo>
                    <a:pt x="1286340" y="1492616"/>
                  </a:lnTo>
                  <a:lnTo>
                    <a:pt x="1286330" y="1492624"/>
                  </a:lnTo>
                  <a:lnTo>
                    <a:pt x="1286323" y="1492629"/>
                  </a:lnTo>
                  <a:lnTo>
                    <a:pt x="1286314" y="1492635"/>
                  </a:lnTo>
                  <a:lnTo>
                    <a:pt x="1286302" y="1492644"/>
                  </a:lnTo>
                  <a:lnTo>
                    <a:pt x="1286292" y="1492654"/>
                  </a:lnTo>
                  <a:lnTo>
                    <a:pt x="1286284" y="1492664"/>
                  </a:lnTo>
                  <a:lnTo>
                    <a:pt x="1286273" y="1492683"/>
                  </a:lnTo>
                  <a:lnTo>
                    <a:pt x="1286264" y="1492696"/>
                  </a:lnTo>
                  <a:lnTo>
                    <a:pt x="1286259" y="1492701"/>
                  </a:lnTo>
                  <a:lnTo>
                    <a:pt x="1286254" y="1492706"/>
                  </a:lnTo>
                  <a:lnTo>
                    <a:pt x="1286245" y="1492711"/>
                  </a:lnTo>
                  <a:lnTo>
                    <a:pt x="1286233" y="1492715"/>
                  </a:lnTo>
                  <a:lnTo>
                    <a:pt x="1286220" y="1492720"/>
                  </a:lnTo>
                  <a:lnTo>
                    <a:pt x="1286214" y="1492722"/>
                  </a:lnTo>
                  <a:lnTo>
                    <a:pt x="1286207" y="1492725"/>
                  </a:lnTo>
                  <a:lnTo>
                    <a:pt x="1286196" y="1492730"/>
                  </a:lnTo>
                  <a:lnTo>
                    <a:pt x="1286190" y="1492733"/>
                  </a:lnTo>
                  <a:lnTo>
                    <a:pt x="1286186" y="1492735"/>
                  </a:lnTo>
                  <a:lnTo>
                    <a:pt x="1286176" y="1492738"/>
                  </a:lnTo>
                  <a:lnTo>
                    <a:pt x="1286168" y="1492739"/>
                  </a:lnTo>
                  <a:lnTo>
                    <a:pt x="1286148" y="1492739"/>
                  </a:lnTo>
                  <a:lnTo>
                    <a:pt x="1286134" y="1492738"/>
                  </a:lnTo>
                  <a:lnTo>
                    <a:pt x="1286123" y="1492739"/>
                  </a:lnTo>
                  <a:lnTo>
                    <a:pt x="1286119" y="1492741"/>
                  </a:lnTo>
                  <a:lnTo>
                    <a:pt x="1286114" y="1492746"/>
                  </a:lnTo>
                  <a:lnTo>
                    <a:pt x="1286110" y="1492750"/>
                  </a:lnTo>
                  <a:lnTo>
                    <a:pt x="1286105" y="1492759"/>
                  </a:lnTo>
                  <a:lnTo>
                    <a:pt x="1286101" y="1492771"/>
                  </a:lnTo>
                  <a:lnTo>
                    <a:pt x="1286100" y="1492777"/>
                  </a:lnTo>
                  <a:lnTo>
                    <a:pt x="1286095" y="1492795"/>
                  </a:lnTo>
                  <a:lnTo>
                    <a:pt x="1286090" y="1492824"/>
                  </a:lnTo>
                  <a:lnTo>
                    <a:pt x="1286077" y="1492868"/>
                  </a:lnTo>
                  <a:lnTo>
                    <a:pt x="1286065" y="1492899"/>
                  </a:lnTo>
                  <a:lnTo>
                    <a:pt x="1286062" y="1492908"/>
                  </a:lnTo>
                  <a:lnTo>
                    <a:pt x="1286055" y="1492926"/>
                  </a:lnTo>
                  <a:lnTo>
                    <a:pt x="1286042" y="1492954"/>
                  </a:lnTo>
                  <a:lnTo>
                    <a:pt x="1286033" y="1492967"/>
                  </a:lnTo>
                  <a:lnTo>
                    <a:pt x="1286024" y="1492978"/>
                  </a:lnTo>
                  <a:lnTo>
                    <a:pt x="1286020" y="1492981"/>
                  </a:lnTo>
                  <a:lnTo>
                    <a:pt x="1286009" y="1492990"/>
                  </a:lnTo>
                  <a:lnTo>
                    <a:pt x="1285992" y="1493002"/>
                  </a:lnTo>
                  <a:lnTo>
                    <a:pt x="1285984" y="1493007"/>
                  </a:lnTo>
                  <a:lnTo>
                    <a:pt x="1285972" y="1493013"/>
                  </a:lnTo>
                  <a:lnTo>
                    <a:pt x="1285962" y="1493018"/>
                  </a:lnTo>
                  <a:lnTo>
                    <a:pt x="1285957" y="1493021"/>
                  </a:lnTo>
                  <a:lnTo>
                    <a:pt x="1285948" y="1493026"/>
                  </a:lnTo>
                  <a:lnTo>
                    <a:pt x="1285935" y="1493036"/>
                  </a:lnTo>
                  <a:lnTo>
                    <a:pt x="1285914" y="1493055"/>
                  </a:lnTo>
                  <a:lnTo>
                    <a:pt x="1285900" y="1493070"/>
                  </a:lnTo>
                  <a:lnTo>
                    <a:pt x="1285880" y="1493093"/>
                  </a:lnTo>
                  <a:lnTo>
                    <a:pt x="1285870" y="1493104"/>
                  </a:lnTo>
                  <a:lnTo>
                    <a:pt x="1285864" y="1493109"/>
                  </a:lnTo>
                  <a:lnTo>
                    <a:pt x="1285861" y="1493113"/>
                  </a:lnTo>
                  <a:lnTo>
                    <a:pt x="1285848" y="1493127"/>
                  </a:lnTo>
                  <a:lnTo>
                    <a:pt x="1285844" y="1493133"/>
                  </a:lnTo>
                  <a:lnTo>
                    <a:pt x="1285842" y="1493140"/>
                  </a:lnTo>
                  <a:lnTo>
                    <a:pt x="1285840" y="1493149"/>
                  </a:lnTo>
                  <a:lnTo>
                    <a:pt x="1285841" y="1493164"/>
                  </a:lnTo>
                  <a:lnTo>
                    <a:pt x="1285842" y="1493182"/>
                  </a:lnTo>
                  <a:lnTo>
                    <a:pt x="1285844" y="1493195"/>
                  </a:lnTo>
                  <a:lnTo>
                    <a:pt x="1285846" y="1493203"/>
                  </a:lnTo>
                  <a:lnTo>
                    <a:pt x="1285849" y="1493216"/>
                  </a:lnTo>
                  <a:lnTo>
                    <a:pt x="1285853" y="1493227"/>
                  </a:lnTo>
                  <a:lnTo>
                    <a:pt x="1285861" y="1493248"/>
                  </a:lnTo>
                  <a:lnTo>
                    <a:pt x="1285869" y="1493272"/>
                  </a:lnTo>
                  <a:lnTo>
                    <a:pt x="1285874" y="1493288"/>
                  </a:lnTo>
                  <a:lnTo>
                    <a:pt x="1285875" y="1493300"/>
                  </a:lnTo>
                  <a:lnTo>
                    <a:pt x="1285875" y="1493306"/>
                  </a:lnTo>
                  <a:lnTo>
                    <a:pt x="1285875" y="1493315"/>
                  </a:lnTo>
                  <a:lnTo>
                    <a:pt x="1285875" y="1493325"/>
                  </a:lnTo>
                  <a:lnTo>
                    <a:pt x="1285873" y="1493348"/>
                  </a:lnTo>
                  <a:lnTo>
                    <a:pt x="1285872" y="1493380"/>
                  </a:lnTo>
                  <a:lnTo>
                    <a:pt x="1285874" y="1493397"/>
                  </a:lnTo>
                  <a:lnTo>
                    <a:pt x="1285877" y="1493411"/>
                  </a:lnTo>
                  <a:lnTo>
                    <a:pt x="1285882" y="1493421"/>
                  </a:lnTo>
                  <a:lnTo>
                    <a:pt x="1285889" y="1493433"/>
                  </a:lnTo>
                  <a:lnTo>
                    <a:pt x="1285893" y="1493441"/>
                  </a:lnTo>
                  <a:lnTo>
                    <a:pt x="1285894" y="1493449"/>
                  </a:lnTo>
                  <a:lnTo>
                    <a:pt x="1285892" y="1493463"/>
                  </a:lnTo>
                  <a:lnTo>
                    <a:pt x="1285889" y="1493476"/>
                  </a:lnTo>
                  <a:lnTo>
                    <a:pt x="1285882" y="1493487"/>
                  </a:lnTo>
                  <a:lnTo>
                    <a:pt x="1285875" y="1493496"/>
                  </a:lnTo>
                  <a:lnTo>
                    <a:pt x="1285864" y="1493501"/>
                  </a:lnTo>
                  <a:lnTo>
                    <a:pt x="1285856" y="1493504"/>
                  </a:lnTo>
                  <a:lnTo>
                    <a:pt x="1285846" y="1493504"/>
                  </a:lnTo>
                  <a:lnTo>
                    <a:pt x="1285836" y="1493501"/>
                  </a:lnTo>
                  <a:lnTo>
                    <a:pt x="1285827" y="1493496"/>
                  </a:lnTo>
                  <a:lnTo>
                    <a:pt x="1285820" y="1493492"/>
                  </a:lnTo>
                  <a:lnTo>
                    <a:pt x="1285812" y="1493488"/>
                  </a:lnTo>
                  <a:lnTo>
                    <a:pt x="1285793" y="1493476"/>
                  </a:lnTo>
                  <a:lnTo>
                    <a:pt x="1285775" y="1493468"/>
                  </a:lnTo>
                  <a:lnTo>
                    <a:pt x="1285764" y="1493463"/>
                  </a:lnTo>
                  <a:lnTo>
                    <a:pt x="1285755" y="1493462"/>
                  </a:lnTo>
                  <a:lnTo>
                    <a:pt x="1285748" y="1493462"/>
                  </a:lnTo>
                  <a:lnTo>
                    <a:pt x="1285741" y="1493465"/>
                  </a:lnTo>
                  <a:lnTo>
                    <a:pt x="1285737" y="1493470"/>
                  </a:lnTo>
                  <a:lnTo>
                    <a:pt x="1285734" y="1493475"/>
                  </a:lnTo>
                  <a:lnTo>
                    <a:pt x="1285733" y="1493482"/>
                  </a:lnTo>
                  <a:lnTo>
                    <a:pt x="1285733" y="1493489"/>
                  </a:lnTo>
                  <a:lnTo>
                    <a:pt x="1285733" y="1493499"/>
                  </a:lnTo>
                  <a:lnTo>
                    <a:pt x="1285737" y="1493515"/>
                  </a:lnTo>
                  <a:lnTo>
                    <a:pt x="1285737" y="1493529"/>
                  </a:lnTo>
                  <a:lnTo>
                    <a:pt x="1285737" y="1493544"/>
                  </a:lnTo>
                  <a:lnTo>
                    <a:pt x="1285736" y="1493557"/>
                  </a:lnTo>
                  <a:lnTo>
                    <a:pt x="1285735" y="1493568"/>
                  </a:lnTo>
                  <a:lnTo>
                    <a:pt x="1285736" y="1493575"/>
                  </a:lnTo>
                  <a:lnTo>
                    <a:pt x="1285738" y="1493589"/>
                  </a:lnTo>
                  <a:lnTo>
                    <a:pt x="1285737" y="1493599"/>
                  </a:lnTo>
                  <a:lnTo>
                    <a:pt x="1285734" y="1493604"/>
                  </a:lnTo>
                  <a:lnTo>
                    <a:pt x="1285727" y="1493615"/>
                  </a:lnTo>
                  <a:lnTo>
                    <a:pt x="1285719" y="1493631"/>
                  </a:lnTo>
                  <a:lnTo>
                    <a:pt x="1285713" y="1493648"/>
                  </a:lnTo>
                  <a:lnTo>
                    <a:pt x="1285710" y="1493661"/>
                  </a:lnTo>
                  <a:lnTo>
                    <a:pt x="1285705" y="1493684"/>
                  </a:lnTo>
                  <a:lnTo>
                    <a:pt x="1285702" y="1493697"/>
                  </a:lnTo>
                  <a:lnTo>
                    <a:pt x="1285697" y="1493716"/>
                  </a:lnTo>
                  <a:lnTo>
                    <a:pt x="1285690" y="1493738"/>
                  </a:lnTo>
                  <a:lnTo>
                    <a:pt x="1285686" y="1493750"/>
                  </a:lnTo>
                  <a:lnTo>
                    <a:pt x="1285681" y="1493764"/>
                  </a:lnTo>
                  <a:lnTo>
                    <a:pt x="1285677" y="1493776"/>
                  </a:lnTo>
                  <a:lnTo>
                    <a:pt x="1285672" y="1493786"/>
                  </a:lnTo>
                  <a:lnTo>
                    <a:pt x="1285665" y="1493797"/>
                  </a:lnTo>
                  <a:lnTo>
                    <a:pt x="1285661" y="1493804"/>
                  </a:lnTo>
                  <a:lnTo>
                    <a:pt x="1285646" y="1493826"/>
                  </a:lnTo>
                  <a:lnTo>
                    <a:pt x="1285635" y="1493837"/>
                  </a:lnTo>
                  <a:lnTo>
                    <a:pt x="1285630" y="1493839"/>
                  </a:lnTo>
                  <a:lnTo>
                    <a:pt x="1285624" y="1493841"/>
                  </a:lnTo>
                  <a:lnTo>
                    <a:pt x="1285618" y="1493843"/>
                  </a:lnTo>
                  <a:lnTo>
                    <a:pt x="1285609" y="1493843"/>
                  </a:lnTo>
                  <a:lnTo>
                    <a:pt x="1285601" y="1493841"/>
                  </a:lnTo>
                  <a:lnTo>
                    <a:pt x="1285588" y="1493834"/>
                  </a:lnTo>
                  <a:lnTo>
                    <a:pt x="1285576" y="1493826"/>
                  </a:lnTo>
                  <a:lnTo>
                    <a:pt x="1285563" y="1493821"/>
                  </a:lnTo>
                  <a:lnTo>
                    <a:pt x="1285540" y="1493814"/>
                  </a:lnTo>
                  <a:lnTo>
                    <a:pt x="1285524" y="1493811"/>
                  </a:lnTo>
                  <a:lnTo>
                    <a:pt x="1285506" y="1493809"/>
                  </a:lnTo>
                  <a:lnTo>
                    <a:pt x="1285492" y="1493808"/>
                  </a:lnTo>
                  <a:lnTo>
                    <a:pt x="1285486" y="1493808"/>
                  </a:lnTo>
                  <a:lnTo>
                    <a:pt x="1285481" y="1493808"/>
                  </a:lnTo>
                  <a:lnTo>
                    <a:pt x="1285471" y="1493808"/>
                  </a:lnTo>
                  <a:lnTo>
                    <a:pt x="1285457" y="1493808"/>
                  </a:lnTo>
                  <a:lnTo>
                    <a:pt x="1285444" y="1493812"/>
                  </a:lnTo>
                  <a:lnTo>
                    <a:pt x="1285431" y="1493817"/>
                  </a:lnTo>
                  <a:lnTo>
                    <a:pt x="1285422" y="1493825"/>
                  </a:lnTo>
                  <a:lnTo>
                    <a:pt x="1285414" y="1493833"/>
                  </a:lnTo>
                  <a:lnTo>
                    <a:pt x="1285403" y="1493848"/>
                  </a:lnTo>
                  <a:lnTo>
                    <a:pt x="1285394" y="1493861"/>
                  </a:lnTo>
                  <a:lnTo>
                    <a:pt x="1285382" y="1493881"/>
                  </a:lnTo>
                  <a:lnTo>
                    <a:pt x="1285369" y="1493907"/>
                  </a:lnTo>
                  <a:lnTo>
                    <a:pt x="1285357" y="1493932"/>
                  </a:lnTo>
                  <a:lnTo>
                    <a:pt x="1285352" y="1493946"/>
                  </a:lnTo>
                  <a:lnTo>
                    <a:pt x="1285349" y="1493957"/>
                  </a:lnTo>
                  <a:lnTo>
                    <a:pt x="1285348" y="1493970"/>
                  </a:lnTo>
                  <a:lnTo>
                    <a:pt x="1285349" y="1494003"/>
                  </a:lnTo>
                  <a:lnTo>
                    <a:pt x="1285350" y="1494041"/>
                  </a:lnTo>
                  <a:lnTo>
                    <a:pt x="1285350" y="1494059"/>
                  </a:lnTo>
                  <a:lnTo>
                    <a:pt x="1285349" y="1494071"/>
                  </a:lnTo>
                  <a:lnTo>
                    <a:pt x="1285344" y="1494098"/>
                  </a:lnTo>
                  <a:lnTo>
                    <a:pt x="1285336" y="1494126"/>
                  </a:lnTo>
                  <a:lnTo>
                    <a:pt x="1285329" y="1494147"/>
                  </a:lnTo>
                  <a:lnTo>
                    <a:pt x="1285324" y="1494156"/>
                  </a:lnTo>
                  <a:lnTo>
                    <a:pt x="1285318" y="1494168"/>
                  </a:lnTo>
                  <a:lnTo>
                    <a:pt x="1285312" y="1494174"/>
                  </a:lnTo>
                  <a:lnTo>
                    <a:pt x="1285306" y="1494180"/>
                  </a:lnTo>
                  <a:lnTo>
                    <a:pt x="1285300" y="1494184"/>
                  </a:lnTo>
                  <a:lnTo>
                    <a:pt x="1285295" y="1494188"/>
                  </a:lnTo>
                  <a:lnTo>
                    <a:pt x="1285277" y="1494197"/>
                  </a:lnTo>
                  <a:lnTo>
                    <a:pt x="1285263" y="1494205"/>
                  </a:lnTo>
                  <a:lnTo>
                    <a:pt x="1285253" y="1494212"/>
                  </a:lnTo>
                  <a:lnTo>
                    <a:pt x="1285250" y="1494215"/>
                  </a:lnTo>
                  <a:lnTo>
                    <a:pt x="1285245" y="1494220"/>
                  </a:lnTo>
                  <a:lnTo>
                    <a:pt x="1285241" y="1494224"/>
                  </a:lnTo>
                  <a:lnTo>
                    <a:pt x="1285236" y="1494236"/>
                  </a:lnTo>
                  <a:lnTo>
                    <a:pt x="1285232" y="1494254"/>
                  </a:lnTo>
                  <a:lnTo>
                    <a:pt x="1285230" y="1494265"/>
                  </a:lnTo>
                  <a:lnTo>
                    <a:pt x="1285227" y="1494274"/>
                  </a:lnTo>
                  <a:lnTo>
                    <a:pt x="1285223" y="1494281"/>
                  </a:lnTo>
                  <a:lnTo>
                    <a:pt x="1285217" y="1494287"/>
                  </a:lnTo>
                  <a:lnTo>
                    <a:pt x="1285211" y="1494291"/>
                  </a:lnTo>
                  <a:lnTo>
                    <a:pt x="1285204" y="1494292"/>
                  </a:lnTo>
                  <a:lnTo>
                    <a:pt x="1285197" y="1494293"/>
                  </a:lnTo>
                  <a:lnTo>
                    <a:pt x="1285191" y="1494293"/>
                  </a:lnTo>
                  <a:lnTo>
                    <a:pt x="1285182" y="1494291"/>
                  </a:lnTo>
                  <a:lnTo>
                    <a:pt x="1285166" y="1494285"/>
                  </a:lnTo>
                  <a:lnTo>
                    <a:pt x="1285157" y="1494283"/>
                  </a:lnTo>
                  <a:lnTo>
                    <a:pt x="1285141" y="1494279"/>
                  </a:lnTo>
                  <a:lnTo>
                    <a:pt x="1285127" y="1494277"/>
                  </a:lnTo>
                  <a:lnTo>
                    <a:pt x="1285114" y="1494279"/>
                  </a:lnTo>
                  <a:lnTo>
                    <a:pt x="1285105" y="1494282"/>
                  </a:lnTo>
                  <a:lnTo>
                    <a:pt x="1285100" y="1494286"/>
                  </a:lnTo>
                  <a:lnTo>
                    <a:pt x="1285095" y="1494294"/>
                  </a:lnTo>
                  <a:lnTo>
                    <a:pt x="1285093" y="1494301"/>
                  </a:lnTo>
                  <a:lnTo>
                    <a:pt x="1285092" y="1494310"/>
                  </a:lnTo>
                  <a:lnTo>
                    <a:pt x="1285094" y="1494321"/>
                  </a:lnTo>
                  <a:lnTo>
                    <a:pt x="1285098" y="1494336"/>
                  </a:lnTo>
                  <a:lnTo>
                    <a:pt x="1285106" y="1494363"/>
                  </a:lnTo>
                  <a:lnTo>
                    <a:pt x="1285116" y="1494391"/>
                  </a:lnTo>
                  <a:lnTo>
                    <a:pt x="1285123" y="1494416"/>
                  </a:lnTo>
                  <a:lnTo>
                    <a:pt x="1285128" y="1494434"/>
                  </a:lnTo>
                  <a:lnTo>
                    <a:pt x="1285130" y="1494449"/>
                  </a:lnTo>
                  <a:lnTo>
                    <a:pt x="1285131" y="1494462"/>
                  </a:lnTo>
                  <a:lnTo>
                    <a:pt x="1285128" y="1494482"/>
                  </a:lnTo>
                  <a:lnTo>
                    <a:pt x="1285125" y="1494492"/>
                  </a:lnTo>
                  <a:lnTo>
                    <a:pt x="1285116" y="1494505"/>
                  </a:lnTo>
                  <a:lnTo>
                    <a:pt x="1285107" y="1494517"/>
                  </a:lnTo>
                  <a:lnTo>
                    <a:pt x="1285096" y="1494525"/>
                  </a:lnTo>
                  <a:lnTo>
                    <a:pt x="1285091" y="1494529"/>
                  </a:lnTo>
                  <a:lnTo>
                    <a:pt x="1285086" y="1494532"/>
                  </a:lnTo>
                  <a:lnTo>
                    <a:pt x="1285079" y="1494534"/>
                  </a:lnTo>
                  <a:lnTo>
                    <a:pt x="1285069" y="1494535"/>
                  </a:lnTo>
                  <a:lnTo>
                    <a:pt x="1285053" y="1494533"/>
                  </a:lnTo>
                  <a:lnTo>
                    <a:pt x="1285031" y="1494530"/>
                  </a:lnTo>
                  <a:lnTo>
                    <a:pt x="1285014" y="1494528"/>
                  </a:lnTo>
                  <a:lnTo>
                    <a:pt x="1284998" y="1494526"/>
                  </a:lnTo>
                  <a:lnTo>
                    <a:pt x="1284981" y="1494526"/>
                  </a:lnTo>
                  <a:lnTo>
                    <a:pt x="1284964" y="1494531"/>
                  </a:lnTo>
                  <a:lnTo>
                    <a:pt x="1284955" y="1494536"/>
                  </a:lnTo>
                  <a:lnTo>
                    <a:pt x="1284949" y="1494540"/>
                  </a:lnTo>
                  <a:lnTo>
                    <a:pt x="1284943" y="1494544"/>
                  </a:lnTo>
                  <a:lnTo>
                    <a:pt x="1284935" y="1494551"/>
                  </a:lnTo>
                  <a:lnTo>
                    <a:pt x="1284925" y="1494565"/>
                  </a:lnTo>
                  <a:lnTo>
                    <a:pt x="1284919" y="1494578"/>
                  </a:lnTo>
                  <a:lnTo>
                    <a:pt x="1284912" y="1494598"/>
                  </a:lnTo>
                  <a:lnTo>
                    <a:pt x="1284902" y="1494624"/>
                  </a:lnTo>
                  <a:lnTo>
                    <a:pt x="1284897" y="1494630"/>
                  </a:lnTo>
                  <a:lnTo>
                    <a:pt x="1284887" y="1494637"/>
                  </a:lnTo>
                  <a:lnTo>
                    <a:pt x="1284881" y="1494639"/>
                  </a:lnTo>
                  <a:lnTo>
                    <a:pt x="1284876" y="1494640"/>
                  </a:lnTo>
                  <a:lnTo>
                    <a:pt x="1284863" y="1494642"/>
                  </a:lnTo>
                  <a:lnTo>
                    <a:pt x="1284853" y="1494642"/>
                  </a:lnTo>
                  <a:lnTo>
                    <a:pt x="1284843" y="1494642"/>
                  </a:lnTo>
                  <a:lnTo>
                    <a:pt x="1284826" y="1494642"/>
                  </a:lnTo>
                  <a:lnTo>
                    <a:pt x="1284801" y="1494640"/>
                  </a:lnTo>
                  <a:lnTo>
                    <a:pt x="1284788" y="1494641"/>
                  </a:lnTo>
                  <a:lnTo>
                    <a:pt x="1284770" y="1494648"/>
                  </a:lnTo>
                  <a:lnTo>
                    <a:pt x="1284755" y="1494657"/>
                  </a:lnTo>
                  <a:lnTo>
                    <a:pt x="1284749" y="1494663"/>
                  </a:lnTo>
                  <a:lnTo>
                    <a:pt x="1284742" y="1494669"/>
                  </a:lnTo>
                  <a:lnTo>
                    <a:pt x="1284733" y="1494682"/>
                  </a:lnTo>
                  <a:lnTo>
                    <a:pt x="1284731" y="1494690"/>
                  </a:lnTo>
                  <a:lnTo>
                    <a:pt x="1284729" y="1494703"/>
                  </a:lnTo>
                  <a:lnTo>
                    <a:pt x="1284726" y="1494733"/>
                  </a:lnTo>
                  <a:lnTo>
                    <a:pt x="1284725" y="1494747"/>
                  </a:lnTo>
                  <a:lnTo>
                    <a:pt x="1284721" y="1494758"/>
                  </a:lnTo>
                  <a:lnTo>
                    <a:pt x="1284715" y="1494769"/>
                  </a:lnTo>
                  <a:lnTo>
                    <a:pt x="1284707" y="1494781"/>
                  </a:lnTo>
                  <a:lnTo>
                    <a:pt x="1284696" y="1494793"/>
                  </a:lnTo>
                  <a:lnTo>
                    <a:pt x="1284678" y="1494811"/>
                  </a:lnTo>
                  <a:lnTo>
                    <a:pt x="1284661" y="1494828"/>
                  </a:lnTo>
                  <a:lnTo>
                    <a:pt x="1284646" y="1494845"/>
                  </a:lnTo>
                  <a:lnTo>
                    <a:pt x="1284640" y="1494856"/>
                  </a:lnTo>
                  <a:lnTo>
                    <a:pt x="1284636" y="1494866"/>
                  </a:lnTo>
                  <a:lnTo>
                    <a:pt x="1284633" y="1494878"/>
                  </a:lnTo>
                  <a:lnTo>
                    <a:pt x="1284632" y="1494886"/>
                  </a:lnTo>
                  <a:lnTo>
                    <a:pt x="1284632" y="1494896"/>
                  </a:lnTo>
                  <a:lnTo>
                    <a:pt x="1284632" y="1494912"/>
                  </a:lnTo>
                  <a:lnTo>
                    <a:pt x="1284635" y="1494921"/>
                  </a:lnTo>
                  <a:lnTo>
                    <a:pt x="1284643" y="1494935"/>
                  </a:lnTo>
                  <a:lnTo>
                    <a:pt x="1284649" y="1494943"/>
                  </a:lnTo>
                  <a:lnTo>
                    <a:pt x="1284655" y="1494950"/>
                  </a:lnTo>
                  <a:lnTo>
                    <a:pt x="1284665" y="1494962"/>
                  </a:lnTo>
                  <a:lnTo>
                    <a:pt x="1284677" y="1494973"/>
                  </a:lnTo>
                  <a:lnTo>
                    <a:pt x="1284685" y="1494985"/>
                  </a:lnTo>
                  <a:lnTo>
                    <a:pt x="1284694" y="1494996"/>
                  </a:lnTo>
                  <a:lnTo>
                    <a:pt x="1284699" y="1495007"/>
                  </a:lnTo>
                  <a:lnTo>
                    <a:pt x="1284702" y="1495019"/>
                  </a:lnTo>
                  <a:lnTo>
                    <a:pt x="1284704" y="1495033"/>
                  </a:lnTo>
                  <a:lnTo>
                    <a:pt x="1284704" y="1495045"/>
                  </a:lnTo>
                  <a:lnTo>
                    <a:pt x="1284703" y="1495057"/>
                  </a:lnTo>
                  <a:lnTo>
                    <a:pt x="1284701" y="1495061"/>
                  </a:lnTo>
                  <a:lnTo>
                    <a:pt x="1284699" y="1495068"/>
                  </a:lnTo>
                  <a:lnTo>
                    <a:pt x="1284693" y="1495076"/>
                  </a:lnTo>
                  <a:lnTo>
                    <a:pt x="1284682" y="1495083"/>
                  </a:lnTo>
                  <a:lnTo>
                    <a:pt x="1284673" y="1495087"/>
                  </a:lnTo>
                  <a:lnTo>
                    <a:pt x="1284660" y="1495090"/>
                  </a:lnTo>
                  <a:lnTo>
                    <a:pt x="1284651" y="1495090"/>
                  </a:lnTo>
                  <a:lnTo>
                    <a:pt x="1284642" y="1495088"/>
                  </a:lnTo>
                  <a:lnTo>
                    <a:pt x="1284634" y="1495082"/>
                  </a:lnTo>
                  <a:lnTo>
                    <a:pt x="1284623" y="1495063"/>
                  </a:lnTo>
                  <a:lnTo>
                    <a:pt x="1284618" y="1495054"/>
                  </a:lnTo>
                  <a:lnTo>
                    <a:pt x="1284606" y="1495042"/>
                  </a:lnTo>
                  <a:lnTo>
                    <a:pt x="1284595" y="1495036"/>
                  </a:lnTo>
                  <a:lnTo>
                    <a:pt x="1284581" y="1495030"/>
                  </a:lnTo>
                  <a:lnTo>
                    <a:pt x="1284571" y="1495027"/>
                  </a:lnTo>
                  <a:lnTo>
                    <a:pt x="1284562" y="1495026"/>
                  </a:lnTo>
                  <a:lnTo>
                    <a:pt x="1284556" y="1495026"/>
                  </a:lnTo>
                  <a:lnTo>
                    <a:pt x="1284551" y="1495026"/>
                  </a:lnTo>
                  <a:lnTo>
                    <a:pt x="1284545" y="1495028"/>
                  </a:lnTo>
                  <a:lnTo>
                    <a:pt x="1284540" y="1495029"/>
                  </a:lnTo>
                  <a:lnTo>
                    <a:pt x="1284530" y="1495034"/>
                  </a:lnTo>
                  <a:lnTo>
                    <a:pt x="1284521" y="1495040"/>
                  </a:lnTo>
                  <a:lnTo>
                    <a:pt x="1284510" y="1495050"/>
                  </a:lnTo>
                  <a:lnTo>
                    <a:pt x="1284498" y="1495062"/>
                  </a:lnTo>
                  <a:lnTo>
                    <a:pt x="1284496" y="1495066"/>
                  </a:lnTo>
                  <a:lnTo>
                    <a:pt x="1284492" y="1495072"/>
                  </a:lnTo>
                  <a:lnTo>
                    <a:pt x="1284490" y="1495076"/>
                  </a:lnTo>
                  <a:lnTo>
                    <a:pt x="1284487" y="1495081"/>
                  </a:lnTo>
                  <a:lnTo>
                    <a:pt x="1284476" y="1495093"/>
                  </a:lnTo>
                  <a:lnTo>
                    <a:pt x="1284468" y="1495102"/>
                  </a:lnTo>
                  <a:lnTo>
                    <a:pt x="1284458" y="1495110"/>
                  </a:lnTo>
                  <a:lnTo>
                    <a:pt x="1284451" y="1495115"/>
                  </a:lnTo>
                  <a:lnTo>
                    <a:pt x="1284440" y="1495119"/>
                  </a:lnTo>
                  <a:lnTo>
                    <a:pt x="1284427" y="1495123"/>
                  </a:lnTo>
                  <a:lnTo>
                    <a:pt x="1284414" y="1495126"/>
                  </a:lnTo>
                  <a:lnTo>
                    <a:pt x="1284407" y="1495129"/>
                  </a:lnTo>
                  <a:lnTo>
                    <a:pt x="1284403" y="1495133"/>
                  </a:lnTo>
                  <a:lnTo>
                    <a:pt x="1284400" y="1495139"/>
                  </a:lnTo>
                  <a:lnTo>
                    <a:pt x="1284397" y="1495149"/>
                  </a:lnTo>
                  <a:lnTo>
                    <a:pt x="1284395" y="1495159"/>
                  </a:lnTo>
                  <a:lnTo>
                    <a:pt x="1284398" y="1495172"/>
                  </a:lnTo>
                  <a:lnTo>
                    <a:pt x="1284403" y="1495183"/>
                  </a:lnTo>
                  <a:lnTo>
                    <a:pt x="1284409" y="1495197"/>
                  </a:lnTo>
                  <a:lnTo>
                    <a:pt x="1284418" y="1495213"/>
                  </a:lnTo>
                  <a:lnTo>
                    <a:pt x="1284420" y="1495223"/>
                  </a:lnTo>
                  <a:lnTo>
                    <a:pt x="1284420" y="1495228"/>
                  </a:lnTo>
                  <a:lnTo>
                    <a:pt x="1284419" y="1495243"/>
                  </a:lnTo>
                  <a:lnTo>
                    <a:pt x="1284409" y="1495261"/>
                  </a:lnTo>
                  <a:lnTo>
                    <a:pt x="1284405" y="1495269"/>
                  </a:lnTo>
                  <a:lnTo>
                    <a:pt x="1284401" y="1495275"/>
                  </a:lnTo>
                  <a:lnTo>
                    <a:pt x="1284395" y="1495286"/>
                  </a:lnTo>
                  <a:lnTo>
                    <a:pt x="1284392" y="1495295"/>
                  </a:lnTo>
                  <a:lnTo>
                    <a:pt x="1284389" y="1495302"/>
                  </a:lnTo>
                  <a:lnTo>
                    <a:pt x="1284389" y="1495314"/>
                  </a:lnTo>
                  <a:lnTo>
                    <a:pt x="1284389" y="1495329"/>
                  </a:lnTo>
                  <a:lnTo>
                    <a:pt x="1284389" y="1495355"/>
                  </a:lnTo>
                  <a:lnTo>
                    <a:pt x="1284389" y="1495367"/>
                  </a:lnTo>
                  <a:lnTo>
                    <a:pt x="1284386" y="1495382"/>
                  </a:lnTo>
                  <a:lnTo>
                    <a:pt x="1284382" y="1495387"/>
                  </a:lnTo>
                  <a:lnTo>
                    <a:pt x="1284379" y="1495393"/>
                  </a:lnTo>
                  <a:lnTo>
                    <a:pt x="1284370" y="1495400"/>
                  </a:lnTo>
                  <a:lnTo>
                    <a:pt x="1284365" y="1495404"/>
                  </a:lnTo>
                  <a:lnTo>
                    <a:pt x="1284358" y="1495409"/>
                  </a:lnTo>
                  <a:lnTo>
                    <a:pt x="1284347" y="1495414"/>
                  </a:lnTo>
                  <a:lnTo>
                    <a:pt x="1284339" y="1495419"/>
                  </a:lnTo>
                  <a:lnTo>
                    <a:pt x="1284327" y="1495425"/>
                  </a:lnTo>
                  <a:lnTo>
                    <a:pt x="1284314" y="1495432"/>
                  </a:lnTo>
                  <a:lnTo>
                    <a:pt x="1284305" y="1495439"/>
                  </a:lnTo>
                  <a:lnTo>
                    <a:pt x="1284293" y="1495450"/>
                  </a:lnTo>
                  <a:lnTo>
                    <a:pt x="1284288" y="1495458"/>
                  </a:lnTo>
                  <a:lnTo>
                    <a:pt x="1284284" y="1495468"/>
                  </a:lnTo>
                  <a:lnTo>
                    <a:pt x="1284281" y="1495474"/>
                  </a:lnTo>
                  <a:lnTo>
                    <a:pt x="1284277" y="1495482"/>
                  </a:lnTo>
                  <a:lnTo>
                    <a:pt x="1284265" y="1495509"/>
                  </a:lnTo>
                  <a:lnTo>
                    <a:pt x="1284260" y="1495524"/>
                  </a:lnTo>
                  <a:lnTo>
                    <a:pt x="1284252" y="1495545"/>
                  </a:lnTo>
                  <a:lnTo>
                    <a:pt x="1284247" y="1495556"/>
                  </a:lnTo>
                  <a:lnTo>
                    <a:pt x="1284237" y="1495576"/>
                  </a:lnTo>
                  <a:lnTo>
                    <a:pt x="1284225" y="1495598"/>
                  </a:lnTo>
                  <a:lnTo>
                    <a:pt x="1284214" y="1495616"/>
                  </a:lnTo>
                  <a:lnTo>
                    <a:pt x="1284203" y="1495631"/>
                  </a:lnTo>
                  <a:lnTo>
                    <a:pt x="1284187" y="1495653"/>
                  </a:lnTo>
                  <a:lnTo>
                    <a:pt x="1284180" y="1495662"/>
                  </a:lnTo>
                  <a:lnTo>
                    <a:pt x="1284175" y="1495671"/>
                  </a:lnTo>
                  <a:lnTo>
                    <a:pt x="1284170" y="1495682"/>
                  </a:lnTo>
                  <a:lnTo>
                    <a:pt x="1284168" y="1495692"/>
                  </a:lnTo>
                  <a:lnTo>
                    <a:pt x="1284167" y="1495699"/>
                  </a:lnTo>
                  <a:lnTo>
                    <a:pt x="1284167" y="1495711"/>
                  </a:lnTo>
                  <a:lnTo>
                    <a:pt x="1284170" y="1495724"/>
                  </a:lnTo>
                  <a:lnTo>
                    <a:pt x="1284175" y="1495738"/>
                  </a:lnTo>
                  <a:lnTo>
                    <a:pt x="1284179" y="1495749"/>
                  </a:lnTo>
                  <a:lnTo>
                    <a:pt x="1284182" y="1495763"/>
                  </a:lnTo>
                  <a:lnTo>
                    <a:pt x="1284182" y="1495770"/>
                  </a:lnTo>
                  <a:lnTo>
                    <a:pt x="1284181" y="1495779"/>
                  </a:lnTo>
                  <a:lnTo>
                    <a:pt x="1284178" y="1495784"/>
                  </a:lnTo>
                  <a:lnTo>
                    <a:pt x="1284171" y="1495793"/>
                  </a:lnTo>
                  <a:lnTo>
                    <a:pt x="1284167" y="1495797"/>
                  </a:lnTo>
                  <a:lnTo>
                    <a:pt x="1284162" y="1495802"/>
                  </a:lnTo>
                  <a:lnTo>
                    <a:pt x="1284150" y="1495810"/>
                  </a:lnTo>
                  <a:lnTo>
                    <a:pt x="1284142" y="1495812"/>
                  </a:lnTo>
                  <a:lnTo>
                    <a:pt x="1284129" y="1495813"/>
                  </a:lnTo>
                  <a:lnTo>
                    <a:pt x="1284110" y="1495815"/>
                  </a:lnTo>
                  <a:lnTo>
                    <a:pt x="1284098" y="1495816"/>
                  </a:lnTo>
                  <a:lnTo>
                    <a:pt x="1284087" y="1495818"/>
                  </a:lnTo>
                  <a:lnTo>
                    <a:pt x="1284076" y="1495818"/>
                  </a:lnTo>
                  <a:lnTo>
                    <a:pt x="1284065" y="1495821"/>
                  </a:lnTo>
                  <a:lnTo>
                    <a:pt x="1284060" y="1495825"/>
                  </a:lnTo>
                  <a:lnTo>
                    <a:pt x="1284054" y="1495831"/>
                  </a:lnTo>
                  <a:lnTo>
                    <a:pt x="1284051" y="1495837"/>
                  </a:lnTo>
                  <a:lnTo>
                    <a:pt x="1284043" y="1495853"/>
                  </a:lnTo>
                  <a:lnTo>
                    <a:pt x="1284039" y="1495869"/>
                  </a:lnTo>
                  <a:lnTo>
                    <a:pt x="1284035" y="1495882"/>
                  </a:lnTo>
                  <a:lnTo>
                    <a:pt x="1284030" y="1495891"/>
                  </a:lnTo>
                  <a:lnTo>
                    <a:pt x="1284020" y="1495899"/>
                  </a:lnTo>
                  <a:lnTo>
                    <a:pt x="1284012" y="1495902"/>
                  </a:lnTo>
                  <a:lnTo>
                    <a:pt x="1283973" y="1495916"/>
                  </a:lnTo>
                  <a:lnTo>
                    <a:pt x="1283966" y="1495918"/>
                  </a:lnTo>
                  <a:lnTo>
                    <a:pt x="1283960" y="1495921"/>
                  </a:lnTo>
                  <a:lnTo>
                    <a:pt x="1283955" y="1495924"/>
                  </a:lnTo>
                  <a:lnTo>
                    <a:pt x="1283945" y="1495932"/>
                  </a:lnTo>
                  <a:lnTo>
                    <a:pt x="1283938" y="1495940"/>
                  </a:lnTo>
                  <a:lnTo>
                    <a:pt x="1283934" y="1495949"/>
                  </a:lnTo>
                  <a:lnTo>
                    <a:pt x="1283932" y="1495956"/>
                  </a:lnTo>
                  <a:lnTo>
                    <a:pt x="1283933" y="1495963"/>
                  </a:lnTo>
                  <a:lnTo>
                    <a:pt x="1283934" y="1495969"/>
                  </a:lnTo>
                  <a:lnTo>
                    <a:pt x="1283935" y="1495979"/>
                  </a:lnTo>
                  <a:lnTo>
                    <a:pt x="1283939" y="1495995"/>
                  </a:lnTo>
                  <a:lnTo>
                    <a:pt x="1283944" y="1496009"/>
                  </a:lnTo>
                  <a:lnTo>
                    <a:pt x="1283944" y="1496016"/>
                  </a:lnTo>
                  <a:lnTo>
                    <a:pt x="1283945" y="1496023"/>
                  </a:lnTo>
                  <a:lnTo>
                    <a:pt x="1283944" y="1496033"/>
                  </a:lnTo>
                  <a:lnTo>
                    <a:pt x="1283943" y="1496042"/>
                  </a:lnTo>
                  <a:lnTo>
                    <a:pt x="1283942" y="1496067"/>
                  </a:lnTo>
                  <a:lnTo>
                    <a:pt x="1283938" y="1496082"/>
                  </a:lnTo>
                  <a:lnTo>
                    <a:pt x="1283934" y="1496098"/>
                  </a:lnTo>
                  <a:lnTo>
                    <a:pt x="1283928" y="1496109"/>
                  </a:lnTo>
                  <a:lnTo>
                    <a:pt x="1283923" y="1496117"/>
                  </a:lnTo>
                  <a:lnTo>
                    <a:pt x="1283914" y="1496129"/>
                  </a:lnTo>
                  <a:lnTo>
                    <a:pt x="1283902" y="1496141"/>
                  </a:lnTo>
                  <a:lnTo>
                    <a:pt x="1283897" y="1496146"/>
                  </a:lnTo>
                  <a:lnTo>
                    <a:pt x="1283889" y="1496153"/>
                  </a:lnTo>
                  <a:lnTo>
                    <a:pt x="1283882" y="1496160"/>
                  </a:lnTo>
                  <a:lnTo>
                    <a:pt x="1283879" y="1496167"/>
                  </a:lnTo>
                  <a:lnTo>
                    <a:pt x="1283874" y="1496178"/>
                  </a:lnTo>
                  <a:lnTo>
                    <a:pt x="1283871" y="1496187"/>
                  </a:lnTo>
                  <a:lnTo>
                    <a:pt x="1283869" y="1496198"/>
                  </a:lnTo>
                  <a:lnTo>
                    <a:pt x="1283868" y="1496204"/>
                  </a:lnTo>
                  <a:lnTo>
                    <a:pt x="1283869" y="1496222"/>
                  </a:lnTo>
                  <a:lnTo>
                    <a:pt x="1283870" y="1496240"/>
                  </a:lnTo>
                  <a:lnTo>
                    <a:pt x="1283871" y="1496254"/>
                  </a:lnTo>
                  <a:lnTo>
                    <a:pt x="1283875" y="1496275"/>
                  </a:lnTo>
                  <a:lnTo>
                    <a:pt x="1283877" y="1496289"/>
                  </a:lnTo>
                  <a:lnTo>
                    <a:pt x="1283882" y="1496316"/>
                  </a:lnTo>
                  <a:lnTo>
                    <a:pt x="1283887" y="1496331"/>
                  </a:lnTo>
                  <a:lnTo>
                    <a:pt x="1283892" y="1496343"/>
                  </a:lnTo>
                  <a:lnTo>
                    <a:pt x="1283900" y="1496358"/>
                  </a:lnTo>
                  <a:lnTo>
                    <a:pt x="1283903" y="1496363"/>
                  </a:lnTo>
                  <a:lnTo>
                    <a:pt x="1283910" y="1496373"/>
                  </a:lnTo>
                  <a:lnTo>
                    <a:pt x="1283916" y="1496381"/>
                  </a:lnTo>
                  <a:lnTo>
                    <a:pt x="1283924" y="1496390"/>
                  </a:lnTo>
                  <a:lnTo>
                    <a:pt x="1283933" y="1496401"/>
                  </a:lnTo>
                  <a:lnTo>
                    <a:pt x="1283939" y="1496411"/>
                  </a:lnTo>
                  <a:lnTo>
                    <a:pt x="1283941" y="1496417"/>
                  </a:lnTo>
                  <a:lnTo>
                    <a:pt x="1283943" y="1496421"/>
                  </a:lnTo>
                  <a:lnTo>
                    <a:pt x="1283945" y="1496437"/>
                  </a:lnTo>
                  <a:lnTo>
                    <a:pt x="1283944" y="1496456"/>
                  </a:lnTo>
                  <a:lnTo>
                    <a:pt x="1283943" y="1496476"/>
                  </a:lnTo>
                  <a:lnTo>
                    <a:pt x="1283944" y="1496488"/>
                  </a:lnTo>
                  <a:lnTo>
                    <a:pt x="1283946" y="1496495"/>
                  </a:lnTo>
                  <a:lnTo>
                    <a:pt x="1283951" y="1496505"/>
                  </a:lnTo>
                  <a:lnTo>
                    <a:pt x="1283959" y="1496512"/>
                  </a:lnTo>
                  <a:lnTo>
                    <a:pt x="1283968" y="1496520"/>
                  </a:lnTo>
                  <a:lnTo>
                    <a:pt x="1283976" y="1496528"/>
                  </a:lnTo>
                  <a:lnTo>
                    <a:pt x="1283984" y="1496535"/>
                  </a:lnTo>
                  <a:lnTo>
                    <a:pt x="1283990" y="1496542"/>
                  </a:lnTo>
                  <a:lnTo>
                    <a:pt x="1283993" y="1496551"/>
                  </a:lnTo>
                  <a:lnTo>
                    <a:pt x="1283994" y="1496557"/>
                  </a:lnTo>
                  <a:lnTo>
                    <a:pt x="1283994" y="1496566"/>
                  </a:lnTo>
                  <a:lnTo>
                    <a:pt x="1283992" y="1496579"/>
                  </a:lnTo>
                  <a:lnTo>
                    <a:pt x="1283987" y="1496597"/>
                  </a:lnTo>
                  <a:lnTo>
                    <a:pt x="1283982" y="1496621"/>
                  </a:lnTo>
                  <a:lnTo>
                    <a:pt x="1283978" y="1496639"/>
                  </a:lnTo>
                  <a:lnTo>
                    <a:pt x="1283978" y="1496651"/>
                  </a:lnTo>
                  <a:lnTo>
                    <a:pt x="1283978" y="1496660"/>
                  </a:lnTo>
                  <a:lnTo>
                    <a:pt x="1283979" y="1496669"/>
                  </a:lnTo>
                  <a:lnTo>
                    <a:pt x="1283983" y="1496681"/>
                  </a:lnTo>
                  <a:lnTo>
                    <a:pt x="1283987" y="1496692"/>
                  </a:lnTo>
                  <a:lnTo>
                    <a:pt x="1283988" y="1496698"/>
                  </a:lnTo>
                  <a:lnTo>
                    <a:pt x="1283989" y="1496702"/>
                  </a:lnTo>
                  <a:lnTo>
                    <a:pt x="1283990" y="1496708"/>
                  </a:lnTo>
                  <a:lnTo>
                    <a:pt x="1283990" y="1496714"/>
                  </a:lnTo>
                  <a:lnTo>
                    <a:pt x="1283988" y="1496722"/>
                  </a:lnTo>
                  <a:lnTo>
                    <a:pt x="1283985" y="1496728"/>
                  </a:lnTo>
                  <a:lnTo>
                    <a:pt x="1283982" y="1496733"/>
                  </a:lnTo>
                  <a:lnTo>
                    <a:pt x="1283973" y="1496742"/>
                  </a:lnTo>
                  <a:lnTo>
                    <a:pt x="1283968" y="1496749"/>
                  </a:lnTo>
                  <a:lnTo>
                    <a:pt x="1283965" y="1496754"/>
                  </a:lnTo>
                  <a:lnTo>
                    <a:pt x="1283962" y="1496761"/>
                  </a:lnTo>
                  <a:lnTo>
                    <a:pt x="1283959" y="1496771"/>
                  </a:lnTo>
                  <a:lnTo>
                    <a:pt x="1283958" y="1496783"/>
                  </a:lnTo>
                  <a:lnTo>
                    <a:pt x="1283959" y="1496795"/>
                  </a:lnTo>
                  <a:lnTo>
                    <a:pt x="1283962" y="1496808"/>
                  </a:lnTo>
                  <a:lnTo>
                    <a:pt x="1283965" y="1496816"/>
                  </a:lnTo>
                  <a:lnTo>
                    <a:pt x="1283972" y="1496826"/>
                  </a:lnTo>
                  <a:lnTo>
                    <a:pt x="1283982" y="1496836"/>
                  </a:lnTo>
                  <a:lnTo>
                    <a:pt x="1283989" y="1496846"/>
                  </a:lnTo>
                  <a:lnTo>
                    <a:pt x="1283993" y="1496856"/>
                  </a:lnTo>
                  <a:lnTo>
                    <a:pt x="1283995" y="1496867"/>
                  </a:lnTo>
                  <a:lnTo>
                    <a:pt x="1283996" y="1496876"/>
                  </a:lnTo>
                  <a:lnTo>
                    <a:pt x="1283997" y="1496889"/>
                  </a:lnTo>
                  <a:lnTo>
                    <a:pt x="1283999" y="1496906"/>
                  </a:lnTo>
                  <a:lnTo>
                    <a:pt x="1284003" y="1496918"/>
                  </a:lnTo>
                  <a:lnTo>
                    <a:pt x="1284008" y="1496927"/>
                  </a:lnTo>
                  <a:lnTo>
                    <a:pt x="1284014" y="1496933"/>
                  </a:lnTo>
                  <a:lnTo>
                    <a:pt x="1284021" y="1496941"/>
                  </a:lnTo>
                  <a:lnTo>
                    <a:pt x="1284032" y="1496948"/>
                  </a:lnTo>
                  <a:lnTo>
                    <a:pt x="1284044" y="1496953"/>
                  </a:lnTo>
                  <a:lnTo>
                    <a:pt x="1284053" y="1496960"/>
                  </a:lnTo>
                  <a:lnTo>
                    <a:pt x="1284058" y="1496966"/>
                  </a:lnTo>
                  <a:lnTo>
                    <a:pt x="1284060" y="1496974"/>
                  </a:lnTo>
                  <a:lnTo>
                    <a:pt x="1284062" y="1496985"/>
                  </a:lnTo>
                  <a:lnTo>
                    <a:pt x="1284063" y="1496997"/>
                  </a:lnTo>
                  <a:lnTo>
                    <a:pt x="1284063" y="1497008"/>
                  </a:lnTo>
                  <a:lnTo>
                    <a:pt x="1284064" y="1497015"/>
                  </a:lnTo>
                  <a:lnTo>
                    <a:pt x="1284066" y="1497024"/>
                  </a:lnTo>
                  <a:lnTo>
                    <a:pt x="1284069" y="1497030"/>
                  </a:lnTo>
                  <a:lnTo>
                    <a:pt x="1284074" y="1497036"/>
                  </a:lnTo>
                  <a:lnTo>
                    <a:pt x="1284082" y="1497046"/>
                  </a:lnTo>
                  <a:lnTo>
                    <a:pt x="1284092" y="1497056"/>
                  </a:lnTo>
                  <a:lnTo>
                    <a:pt x="1284104" y="1497068"/>
                  </a:lnTo>
                  <a:lnTo>
                    <a:pt x="1284114" y="1497079"/>
                  </a:lnTo>
                  <a:lnTo>
                    <a:pt x="1284122" y="1497089"/>
                  </a:lnTo>
                  <a:lnTo>
                    <a:pt x="1284125" y="1497096"/>
                  </a:lnTo>
                  <a:lnTo>
                    <a:pt x="1284127" y="1497103"/>
                  </a:lnTo>
                  <a:lnTo>
                    <a:pt x="1284128" y="1497112"/>
                  </a:lnTo>
                  <a:lnTo>
                    <a:pt x="1284126" y="1497122"/>
                  </a:lnTo>
                  <a:lnTo>
                    <a:pt x="1284122" y="1497129"/>
                  </a:lnTo>
                  <a:lnTo>
                    <a:pt x="1284116" y="1497136"/>
                  </a:lnTo>
                  <a:lnTo>
                    <a:pt x="1284112" y="1497141"/>
                  </a:lnTo>
                  <a:lnTo>
                    <a:pt x="1284103" y="1497148"/>
                  </a:lnTo>
                  <a:lnTo>
                    <a:pt x="1284099" y="1497152"/>
                  </a:lnTo>
                  <a:lnTo>
                    <a:pt x="1284091" y="1497159"/>
                  </a:lnTo>
                  <a:lnTo>
                    <a:pt x="1284088" y="1497163"/>
                  </a:lnTo>
                  <a:lnTo>
                    <a:pt x="1284085" y="1497169"/>
                  </a:lnTo>
                  <a:lnTo>
                    <a:pt x="1284083" y="1497178"/>
                  </a:lnTo>
                  <a:lnTo>
                    <a:pt x="1284083" y="1497185"/>
                  </a:lnTo>
                  <a:lnTo>
                    <a:pt x="1284083" y="1497193"/>
                  </a:lnTo>
                  <a:lnTo>
                    <a:pt x="1284084" y="1497201"/>
                  </a:lnTo>
                  <a:lnTo>
                    <a:pt x="1284086" y="1497206"/>
                  </a:lnTo>
                  <a:lnTo>
                    <a:pt x="1284090" y="1497212"/>
                  </a:lnTo>
                  <a:lnTo>
                    <a:pt x="1284097" y="1497223"/>
                  </a:lnTo>
                  <a:lnTo>
                    <a:pt x="1284110" y="1497240"/>
                  </a:lnTo>
                  <a:lnTo>
                    <a:pt x="1284118" y="1497252"/>
                  </a:lnTo>
                  <a:lnTo>
                    <a:pt x="1284125" y="1497266"/>
                  </a:lnTo>
                  <a:lnTo>
                    <a:pt x="1284134" y="1497282"/>
                  </a:lnTo>
                  <a:lnTo>
                    <a:pt x="1284142" y="1497294"/>
                  </a:lnTo>
                  <a:lnTo>
                    <a:pt x="1284147" y="1497299"/>
                  </a:lnTo>
                  <a:lnTo>
                    <a:pt x="1284154" y="1497304"/>
                  </a:lnTo>
                  <a:lnTo>
                    <a:pt x="1284160" y="1497306"/>
                  </a:lnTo>
                  <a:lnTo>
                    <a:pt x="1284171" y="1497307"/>
                  </a:lnTo>
                  <a:lnTo>
                    <a:pt x="1284185" y="1497306"/>
                  </a:lnTo>
                  <a:lnTo>
                    <a:pt x="1284192" y="1497306"/>
                  </a:lnTo>
                  <a:lnTo>
                    <a:pt x="1284207" y="1497306"/>
                  </a:lnTo>
                  <a:lnTo>
                    <a:pt x="1284225" y="1497309"/>
                  </a:lnTo>
                  <a:lnTo>
                    <a:pt x="1284234" y="1497312"/>
                  </a:lnTo>
                  <a:lnTo>
                    <a:pt x="1284243" y="1497317"/>
                  </a:lnTo>
                  <a:lnTo>
                    <a:pt x="1284253" y="1497328"/>
                  </a:lnTo>
                  <a:lnTo>
                    <a:pt x="1284264" y="1497339"/>
                  </a:lnTo>
                  <a:lnTo>
                    <a:pt x="1284279" y="1497352"/>
                  </a:lnTo>
                  <a:lnTo>
                    <a:pt x="1284286" y="1497357"/>
                  </a:lnTo>
                  <a:lnTo>
                    <a:pt x="1284295" y="1497362"/>
                  </a:lnTo>
                  <a:lnTo>
                    <a:pt x="1284326" y="1497379"/>
                  </a:lnTo>
                  <a:lnTo>
                    <a:pt x="1284337" y="1497387"/>
                  </a:lnTo>
                  <a:lnTo>
                    <a:pt x="1284344" y="1497395"/>
                  </a:lnTo>
                  <a:lnTo>
                    <a:pt x="1284349" y="1497403"/>
                  </a:lnTo>
                  <a:lnTo>
                    <a:pt x="1284351" y="1497412"/>
                  </a:lnTo>
                  <a:lnTo>
                    <a:pt x="1284352" y="1497423"/>
                  </a:lnTo>
                  <a:lnTo>
                    <a:pt x="1284352" y="1497435"/>
                  </a:lnTo>
                  <a:lnTo>
                    <a:pt x="1284351" y="1497445"/>
                  </a:lnTo>
                  <a:lnTo>
                    <a:pt x="1284350" y="1497451"/>
                  </a:lnTo>
                  <a:lnTo>
                    <a:pt x="1284348" y="1497460"/>
                  </a:lnTo>
                  <a:lnTo>
                    <a:pt x="1284346" y="1497470"/>
                  </a:lnTo>
                  <a:lnTo>
                    <a:pt x="1284346" y="1497479"/>
                  </a:lnTo>
                  <a:lnTo>
                    <a:pt x="1284347" y="1497489"/>
                  </a:lnTo>
                  <a:lnTo>
                    <a:pt x="1284351" y="1497499"/>
                  </a:lnTo>
                  <a:lnTo>
                    <a:pt x="1284358" y="1497509"/>
                  </a:lnTo>
                  <a:lnTo>
                    <a:pt x="1284365" y="1497518"/>
                  </a:lnTo>
                  <a:lnTo>
                    <a:pt x="1284369" y="1497522"/>
                  </a:lnTo>
                  <a:lnTo>
                    <a:pt x="1284378" y="1497530"/>
                  </a:lnTo>
                  <a:lnTo>
                    <a:pt x="1284386" y="1497539"/>
                  </a:lnTo>
                  <a:lnTo>
                    <a:pt x="1284393" y="1497548"/>
                  </a:lnTo>
                  <a:lnTo>
                    <a:pt x="1284398" y="1497554"/>
                  </a:lnTo>
                  <a:lnTo>
                    <a:pt x="1284406" y="1497565"/>
                  </a:lnTo>
                  <a:lnTo>
                    <a:pt x="1284412" y="1497575"/>
                  </a:lnTo>
                  <a:lnTo>
                    <a:pt x="1284416" y="1497579"/>
                  </a:lnTo>
                  <a:lnTo>
                    <a:pt x="1284420" y="1497582"/>
                  </a:lnTo>
                  <a:lnTo>
                    <a:pt x="1284425" y="1497587"/>
                  </a:lnTo>
                  <a:lnTo>
                    <a:pt x="1284432" y="1497592"/>
                  </a:lnTo>
                  <a:lnTo>
                    <a:pt x="1284444" y="1497601"/>
                  </a:lnTo>
                  <a:lnTo>
                    <a:pt x="1284458" y="1497608"/>
                  </a:lnTo>
                  <a:lnTo>
                    <a:pt x="1284475" y="1497614"/>
                  </a:lnTo>
                  <a:lnTo>
                    <a:pt x="1284484" y="1497617"/>
                  </a:lnTo>
                  <a:lnTo>
                    <a:pt x="1284493" y="1497619"/>
                  </a:lnTo>
                  <a:lnTo>
                    <a:pt x="1284505" y="1497621"/>
                  </a:lnTo>
                  <a:lnTo>
                    <a:pt x="1284511" y="1497622"/>
                  </a:lnTo>
                  <a:lnTo>
                    <a:pt x="1284520" y="1497624"/>
                  </a:lnTo>
                  <a:lnTo>
                    <a:pt x="1284527" y="1497627"/>
                  </a:lnTo>
                  <a:lnTo>
                    <a:pt x="1284534" y="1497632"/>
                  </a:lnTo>
                  <a:lnTo>
                    <a:pt x="1284538" y="1497636"/>
                  </a:lnTo>
                  <a:lnTo>
                    <a:pt x="1284541" y="1497643"/>
                  </a:lnTo>
                  <a:lnTo>
                    <a:pt x="1284544" y="1497653"/>
                  </a:lnTo>
                  <a:lnTo>
                    <a:pt x="1284547" y="1497663"/>
                  </a:lnTo>
                  <a:lnTo>
                    <a:pt x="1284551" y="1497689"/>
                  </a:lnTo>
                  <a:lnTo>
                    <a:pt x="1284554" y="1497701"/>
                  </a:lnTo>
                  <a:lnTo>
                    <a:pt x="1284559" y="1497726"/>
                  </a:lnTo>
                  <a:lnTo>
                    <a:pt x="1284561" y="1497734"/>
                  </a:lnTo>
                  <a:lnTo>
                    <a:pt x="1284562" y="1497744"/>
                  </a:lnTo>
                  <a:lnTo>
                    <a:pt x="1284557" y="1497744"/>
                  </a:lnTo>
                  <a:lnTo>
                    <a:pt x="1284547" y="1497767"/>
                  </a:lnTo>
                  <a:lnTo>
                    <a:pt x="1284531" y="1497784"/>
                  </a:lnTo>
                  <a:lnTo>
                    <a:pt x="1284533" y="1497791"/>
                  </a:lnTo>
                  <a:lnTo>
                    <a:pt x="1284534" y="1497796"/>
                  </a:lnTo>
                  <a:lnTo>
                    <a:pt x="1284545" y="1497818"/>
                  </a:lnTo>
                  <a:lnTo>
                    <a:pt x="1284554" y="1497837"/>
                  </a:lnTo>
                  <a:lnTo>
                    <a:pt x="1284556" y="1497844"/>
                  </a:lnTo>
                  <a:lnTo>
                    <a:pt x="1284558" y="1497849"/>
                  </a:lnTo>
                  <a:lnTo>
                    <a:pt x="1284562" y="1497855"/>
                  </a:lnTo>
                  <a:lnTo>
                    <a:pt x="1284566" y="1497861"/>
                  </a:lnTo>
                  <a:lnTo>
                    <a:pt x="1284569" y="1497868"/>
                  </a:lnTo>
                  <a:lnTo>
                    <a:pt x="1284574" y="1497876"/>
                  </a:lnTo>
                  <a:lnTo>
                    <a:pt x="1284576" y="1497882"/>
                  </a:lnTo>
                  <a:lnTo>
                    <a:pt x="1284579" y="1497887"/>
                  </a:lnTo>
                  <a:lnTo>
                    <a:pt x="1284582" y="1497894"/>
                  </a:lnTo>
                  <a:lnTo>
                    <a:pt x="1284585" y="1497900"/>
                  </a:lnTo>
                  <a:lnTo>
                    <a:pt x="1284588" y="1497906"/>
                  </a:lnTo>
                  <a:lnTo>
                    <a:pt x="1284591" y="1497912"/>
                  </a:lnTo>
                  <a:lnTo>
                    <a:pt x="1284598" y="1497925"/>
                  </a:lnTo>
                  <a:lnTo>
                    <a:pt x="1284601" y="1497936"/>
                  </a:lnTo>
                  <a:lnTo>
                    <a:pt x="1284602" y="1497943"/>
                  </a:lnTo>
                  <a:lnTo>
                    <a:pt x="1284603" y="1497948"/>
                  </a:lnTo>
                  <a:lnTo>
                    <a:pt x="1284603" y="1497957"/>
                  </a:lnTo>
                  <a:lnTo>
                    <a:pt x="1284602" y="1497962"/>
                  </a:lnTo>
                  <a:lnTo>
                    <a:pt x="1284600" y="1497971"/>
                  </a:lnTo>
                  <a:lnTo>
                    <a:pt x="1284599" y="1497977"/>
                  </a:lnTo>
                  <a:lnTo>
                    <a:pt x="1284595" y="1497983"/>
                  </a:lnTo>
                  <a:lnTo>
                    <a:pt x="1284590" y="1497989"/>
                  </a:lnTo>
                  <a:lnTo>
                    <a:pt x="1284586" y="1497994"/>
                  </a:lnTo>
                  <a:lnTo>
                    <a:pt x="1284581" y="1498000"/>
                  </a:lnTo>
                  <a:lnTo>
                    <a:pt x="1284577" y="1498005"/>
                  </a:lnTo>
                  <a:lnTo>
                    <a:pt x="1284572" y="1498010"/>
                  </a:lnTo>
                  <a:lnTo>
                    <a:pt x="1284569" y="1498014"/>
                  </a:lnTo>
                  <a:lnTo>
                    <a:pt x="1284564" y="1498019"/>
                  </a:lnTo>
                  <a:lnTo>
                    <a:pt x="1284557" y="1498025"/>
                  </a:lnTo>
                  <a:lnTo>
                    <a:pt x="1284552" y="1498030"/>
                  </a:lnTo>
                  <a:lnTo>
                    <a:pt x="1284539" y="1498044"/>
                  </a:lnTo>
                  <a:lnTo>
                    <a:pt x="1284532" y="1498050"/>
                  </a:lnTo>
                  <a:lnTo>
                    <a:pt x="1284527" y="1498055"/>
                  </a:lnTo>
                  <a:lnTo>
                    <a:pt x="1284520" y="1498062"/>
                  </a:lnTo>
                  <a:lnTo>
                    <a:pt x="1284517" y="1498065"/>
                  </a:lnTo>
                  <a:lnTo>
                    <a:pt x="1284512" y="1498071"/>
                  </a:lnTo>
                  <a:lnTo>
                    <a:pt x="1284507" y="1498077"/>
                  </a:lnTo>
                  <a:lnTo>
                    <a:pt x="1284503" y="1498082"/>
                  </a:lnTo>
                  <a:lnTo>
                    <a:pt x="1284499" y="1498088"/>
                  </a:lnTo>
                  <a:lnTo>
                    <a:pt x="1284496" y="1498095"/>
                  </a:lnTo>
                  <a:lnTo>
                    <a:pt x="1284493" y="1498103"/>
                  </a:lnTo>
                  <a:lnTo>
                    <a:pt x="1284490" y="1498110"/>
                  </a:lnTo>
                  <a:lnTo>
                    <a:pt x="1284488" y="1498116"/>
                  </a:lnTo>
                  <a:lnTo>
                    <a:pt x="1284485" y="1498124"/>
                  </a:lnTo>
                  <a:lnTo>
                    <a:pt x="1284483" y="1498130"/>
                  </a:lnTo>
                  <a:lnTo>
                    <a:pt x="1284482" y="1498137"/>
                  </a:lnTo>
                  <a:lnTo>
                    <a:pt x="1284481" y="1498143"/>
                  </a:lnTo>
                  <a:lnTo>
                    <a:pt x="1284480" y="1498149"/>
                  </a:lnTo>
                  <a:lnTo>
                    <a:pt x="1284479" y="1498158"/>
                  </a:lnTo>
                  <a:lnTo>
                    <a:pt x="1284478" y="1498163"/>
                  </a:lnTo>
                  <a:lnTo>
                    <a:pt x="1284479" y="1498181"/>
                  </a:lnTo>
                  <a:lnTo>
                    <a:pt x="1284480" y="1498188"/>
                  </a:lnTo>
                  <a:lnTo>
                    <a:pt x="1284480" y="1498195"/>
                  </a:lnTo>
                  <a:lnTo>
                    <a:pt x="1284481" y="1498202"/>
                  </a:lnTo>
                  <a:lnTo>
                    <a:pt x="1284482" y="1498208"/>
                  </a:lnTo>
                  <a:lnTo>
                    <a:pt x="1284483" y="1498216"/>
                  </a:lnTo>
                  <a:lnTo>
                    <a:pt x="1284485" y="1498223"/>
                  </a:lnTo>
                  <a:lnTo>
                    <a:pt x="1284487" y="1498230"/>
                  </a:lnTo>
                  <a:lnTo>
                    <a:pt x="1284489" y="1498244"/>
                  </a:lnTo>
                  <a:lnTo>
                    <a:pt x="1284491" y="1498250"/>
                  </a:lnTo>
                  <a:lnTo>
                    <a:pt x="1284492" y="1498258"/>
                  </a:lnTo>
                  <a:lnTo>
                    <a:pt x="1284493" y="1498266"/>
                  </a:lnTo>
                  <a:lnTo>
                    <a:pt x="1284494" y="1498274"/>
                  </a:lnTo>
                  <a:lnTo>
                    <a:pt x="1284494" y="1498281"/>
                  </a:lnTo>
                  <a:lnTo>
                    <a:pt x="1284493" y="1498288"/>
                  </a:lnTo>
                  <a:lnTo>
                    <a:pt x="1284492" y="1498294"/>
                  </a:lnTo>
                  <a:lnTo>
                    <a:pt x="1284490" y="1498299"/>
                  </a:lnTo>
                  <a:lnTo>
                    <a:pt x="1284484" y="1498307"/>
                  </a:lnTo>
                  <a:lnTo>
                    <a:pt x="1284476" y="1498313"/>
                  </a:lnTo>
                  <a:lnTo>
                    <a:pt x="1284470" y="1498316"/>
                  </a:lnTo>
                  <a:lnTo>
                    <a:pt x="1284464" y="1498317"/>
                  </a:lnTo>
                  <a:lnTo>
                    <a:pt x="1284458" y="1498317"/>
                  </a:lnTo>
                  <a:lnTo>
                    <a:pt x="1284451" y="1498316"/>
                  </a:lnTo>
                  <a:lnTo>
                    <a:pt x="1284438" y="1498317"/>
                  </a:lnTo>
                  <a:lnTo>
                    <a:pt x="1284426" y="1498318"/>
                  </a:lnTo>
                  <a:lnTo>
                    <a:pt x="1284419" y="1498320"/>
                  </a:lnTo>
                  <a:lnTo>
                    <a:pt x="1284413" y="1498323"/>
                  </a:lnTo>
                  <a:lnTo>
                    <a:pt x="1284406" y="1498327"/>
                  </a:lnTo>
                  <a:lnTo>
                    <a:pt x="1284400" y="1498332"/>
                  </a:lnTo>
                  <a:lnTo>
                    <a:pt x="1284396" y="1498336"/>
                  </a:lnTo>
                  <a:lnTo>
                    <a:pt x="1284391" y="1498342"/>
                  </a:lnTo>
                  <a:lnTo>
                    <a:pt x="1284388" y="1498348"/>
                  </a:lnTo>
                  <a:lnTo>
                    <a:pt x="1284386" y="1498354"/>
                  </a:lnTo>
                  <a:lnTo>
                    <a:pt x="1284380" y="1498373"/>
                  </a:lnTo>
                  <a:lnTo>
                    <a:pt x="1284378" y="1498389"/>
                  </a:lnTo>
                  <a:lnTo>
                    <a:pt x="1284378" y="1498401"/>
                  </a:lnTo>
                  <a:lnTo>
                    <a:pt x="1284379" y="1498414"/>
                  </a:lnTo>
                  <a:lnTo>
                    <a:pt x="1284391" y="1498455"/>
                  </a:lnTo>
                  <a:lnTo>
                    <a:pt x="1284397" y="1498476"/>
                  </a:lnTo>
                  <a:lnTo>
                    <a:pt x="1284399" y="1498491"/>
                  </a:lnTo>
                  <a:lnTo>
                    <a:pt x="1284399" y="1498504"/>
                  </a:lnTo>
                  <a:lnTo>
                    <a:pt x="1284395" y="1498518"/>
                  </a:lnTo>
                  <a:lnTo>
                    <a:pt x="1284387" y="1498532"/>
                  </a:lnTo>
                  <a:lnTo>
                    <a:pt x="1284378" y="1498545"/>
                  </a:lnTo>
                  <a:lnTo>
                    <a:pt x="1284362" y="1498560"/>
                  </a:lnTo>
                  <a:lnTo>
                    <a:pt x="1284347" y="1498570"/>
                  </a:lnTo>
                  <a:lnTo>
                    <a:pt x="1284339" y="1498577"/>
                  </a:lnTo>
                  <a:lnTo>
                    <a:pt x="1284335" y="1498583"/>
                  </a:lnTo>
                  <a:lnTo>
                    <a:pt x="1284332" y="1498587"/>
                  </a:lnTo>
                  <a:lnTo>
                    <a:pt x="1284328" y="1498598"/>
                  </a:lnTo>
                  <a:lnTo>
                    <a:pt x="1284325" y="1498619"/>
                  </a:lnTo>
                  <a:lnTo>
                    <a:pt x="1284323" y="1498635"/>
                  </a:lnTo>
                  <a:lnTo>
                    <a:pt x="1284319" y="1498647"/>
                  </a:lnTo>
                  <a:lnTo>
                    <a:pt x="1284312" y="1498662"/>
                  </a:lnTo>
                  <a:lnTo>
                    <a:pt x="1284303" y="1498678"/>
                  </a:lnTo>
                  <a:lnTo>
                    <a:pt x="1284292" y="1498694"/>
                  </a:lnTo>
                  <a:lnTo>
                    <a:pt x="1284285" y="1498707"/>
                  </a:lnTo>
                  <a:lnTo>
                    <a:pt x="1284281" y="1498713"/>
                  </a:lnTo>
                  <a:lnTo>
                    <a:pt x="1284274" y="1498727"/>
                  </a:lnTo>
                  <a:lnTo>
                    <a:pt x="1284271" y="1498731"/>
                  </a:lnTo>
                  <a:lnTo>
                    <a:pt x="1284262" y="1498750"/>
                  </a:lnTo>
                  <a:lnTo>
                    <a:pt x="1284256" y="1498767"/>
                  </a:lnTo>
                  <a:lnTo>
                    <a:pt x="1284251" y="1498782"/>
                  </a:lnTo>
                  <a:lnTo>
                    <a:pt x="1284250" y="1498800"/>
                  </a:lnTo>
                  <a:lnTo>
                    <a:pt x="1284251" y="1498814"/>
                  </a:lnTo>
                  <a:lnTo>
                    <a:pt x="1284254" y="1498854"/>
                  </a:lnTo>
                  <a:lnTo>
                    <a:pt x="1284259" y="1498871"/>
                  </a:lnTo>
                  <a:lnTo>
                    <a:pt x="1284254" y="1498878"/>
                  </a:lnTo>
                  <a:lnTo>
                    <a:pt x="1284251" y="1498882"/>
                  </a:lnTo>
                  <a:lnTo>
                    <a:pt x="1284249" y="1498889"/>
                  </a:lnTo>
                  <a:lnTo>
                    <a:pt x="1284242" y="1498916"/>
                  </a:lnTo>
                  <a:lnTo>
                    <a:pt x="1284241" y="1498928"/>
                  </a:lnTo>
                  <a:lnTo>
                    <a:pt x="1284240" y="1498950"/>
                  </a:lnTo>
                  <a:lnTo>
                    <a:pt x="1284241" y="1498976"/>
                  </a:lnTo>
                  <a:lnTo>
                    <a:pt x="1284243" y="1498993"/>
                  </a:lnTo>
                  <a:lnTo>
                    <a:pt x="1284244" y="1499006"/>
                  </a:lnTo>
                  <a:lnTo>
                    <a:pt x="1284235" y="1499021"/>
                  </a:lnTo>
                  <a:lnTo>
                    <a:pt x="1284232" y="1499027"/>
                  </a:lnTo>
                  <a:lnTo>
                    <a:pt x="1284218" y="1499035"/>
                  </a:lnTo>
                  <a:lnTo>
                    <a:pt x="1284193" y="1499021"/>
                  </a:lnTo>
                  <a:lnTo>
                    <a:pt x="1284175" y="1499013"/>
                  </a:lnTo>
                  <a:lnTo>
                    <a:pt x="1284147" y="1499007"/>
                  </a:lnTo>
                  <a:lnTo>
                    <a:pt x="1284132" y="1499018"/>
                  </a:lnTo>
                  <a:lnTo>
                    <a:pt x="1284113" y="1499030"/>
                  </a:lnTo>
                  <a:lnTo>
                    <a:pt x="1284086" y="1499021"/>
                  </a:lnTo>
                  <a:lnTo>
                    <a:pt x="1284068" y="1499011"/>
                  </a:lnTo>
                  <a:lnTo>
                    <a:pt x="1284043" y="1499013"/>
                  </a:lnTo>
                  <a:lnTo>
                    <a:pt x="1284028" y="1499023"/>
                  </a:lnTo>
                  <a:lnTo>
                    <a:pt x="1284009" y="1499044"/>
                  </a:lnTo>
                  <a:lnTo>
                    <a:pt x="1283994" y="1499054"/>
                  </a:lnTo>
                  <a:lnTo>
                    <a:pt x="1283987" y="1499055"/>
                  </a:lnTo>
                  <a:lnTo>
                    <a:pt x="1283962" y="1499065"/>
                  </a:lnTo>
                  <a:lnTo>
                    <a:pt x="1283938" y="1499098"/>
                  </a:lnTo>
                  <a:lnTo>
                    <a:pt x="1283926" y="1499113"/>
                  </a:lnTo>
                  <a:lnTo>
                    <a:pt x="1283903" y="1499149"/>
                  </a:lnTo>
                  <a:lnTo>
                    <a:pt x="1283884" y="1499161"/>
                  </a:lnTo>
                  <a:lnTo>
                    <a:pt x="1283879" y="1499162"/>
                  </a:lnTo>
                  <a:lnTo>
                    <a:pt x="1283846" y="1499167"/>
                  </a:lnTo>
                  <a:lnTo>
                    <a:pt x="1283807" y="1499164"/>
                  </a:lnTo>
                  <a:lnTo>
                    <a:pt x="1283765" y="1499147"/>
                  </a:lnTo>
                  <a:lnTo>
                    <a:pt x="1283740" y="1499148"/>
                  </a:lnTo>
                  <a:lnTo>
                    <a:pt x="1283713" y="1499164"/>
                  </a:lnTo>
                  <a:lnTo>
                    <a:pt x="1283693" y="1499195"/>
                  </a:lnTo>
                  <a:lnTo>
                    <a:pt x="1283690" y="1499201"/>
                  </a:lnTo>
                  <a:lnTo>
                    <a:pt x="1283684" y="1499211"/>
                  </a:lnTo>
                  <a:lnTo>
                    <a:pt x="1283674" y="1499213"/>
                  </a:lnTo>
                  <a:lnTo>
                    <a:pt x="1283644" y="1499208"/>
                  </a:lnTo>
                  <a:lnTo>
                    <a:pt x="1283622" y="1499208"/>
                  </a:lnTo>
                  <a:lnTo>
                    <a:pt x="1283605" y="1499210"/>
                  </a:lnTo>
                  <a:lnTo>
                    <a:pt x="1283579" y="1499221"/>
                  </a:lnTo>
                  <a:lnTo>
                    <a:pt x="1283563" y="1499243"/>
                  </a:lnTo>
                  <a:lnTo>
                    <a:pt x="1283552" y="1499255"/>
                  </a:lnTo>
                  <a:lnTo>
                    <a:pt x="1283528" y="1499261"/>
                  </a:lnTo>
                  <a:lnTo>
                    <a:pt x="1283502" y="1499255"/>
                  </a:lnTo>
                  <a:lnTo>
                    <a:pt x="1283485" y="1499247"/>
                  </a:lnTo>
                  <a:lnTo>
                    <a:pt x="1283458" y="1499251"/>
                  </a:lnTo>
                  <a:lnTo>
                    <a:pt x="1283445" y="1499261"/>
                  </a:lnTo>
                  <a:lnTo>
                    <a:pt x="1283433" y="1499275"/>
                  </a:lnTo>
                  <a:lnTo>
                    <a:pt x="1283422" y="1499292"/>
                  </a:lnTo>
                  <a:lnTo>
                    <a:pt x="1283421" y="1499308"/>
                  </a:lnTo>
                  <a:lnTo>
                    <a:pt x="1283424" y="1499313"/>
                  </a:lnTo>
                  <a:lnTo>
                    <a:pt x="1283435" y="1499330"/>
                  </a:lnTo>
                  <a:lnTo>
                    <a:pt x="1283449" y="1499363"/>
                  </a:lnTo>
                  <a:lnTo>
                    <a:pt x="1283454" y="1499379"/>
                  </a:lnTo>
                  <a:lnTo>
                    <a:pt x="1283459" y="1499394"/>
                  </a:lnTo>
                  <a:lnTo>
                    <a:pt x="1283459" y="1499408"/>
                  </a:lnTo>
                  <a:lnTo>
                    <a:pt x="1283458" y="1499421"/>
                  </a:lnTo>
                  <a:lnTo>
                    <a:pt x="1283452" y="1499453"/>
                  </a:lnTo>
                  <a:lnTo>
                    <a:pt x="1283433" y="1499482"/>
                  </a:lnTo>
                  <a:lnTo>
                    <a:pt x="1283411" y="1499503"/>
                  </a:lnTo>
                  <a:lnTo>
                    <a:pt x="1283411" y="1499527"/>
                  </a:lnTo>
                  <a:lnTo>
                    <a:pt x="1283405" y="1499555"/>
                  </a:lnTo>
                  <a:lnTo>
                    <a:pt x="1283399" y="1499583"/>
                  </a:lnTo>
                  <a:lnTo>
                    <a:pt x="1283393" y="1499611"/>
                  </a:lnTo>
                  <a:lnTo>
                    <a:pt x="1283391" y="1499629"/>
                  </a:lnTo>
                  <a:lnTo>
                    <a:pt x="1283389" y="1499661"/>
                  </a:lnTo>
                  <a:lnTo>
                    <a:pt x="1283388" y="1499676"/>
                  </a:lnTo>
                  <a:lnTo>
                    <a:pt x="1283383" y="1499708"/>
                  </a:lnTo>
                  <a:lnTo>
                    <a:pt x="1283372" y="1499755"/>
                  </a:lnTo>
                  <a:lnTo>
                    <a:pt x="1283360" y="1499786"/>
                  </a:lnTo>
                  <a:lnTo>
                    <a:pt x="1283334" y="1499827"/>
                  </a:lnTo>
                  <a:lnTo>
                    <a:pt x="1283318" y="1499844"/>
                  </a:lnTo>
                  <a:lnTo>
                    <a:pt x="1283295" y="1499862"/>
                  </a:lnTo>
                  <a:lnTo>
                    <a:pt x="1283293" y="1499889"/>
                  </a:lnTo>
                  <a:lnTo>
                    <a:pt x="1283290" y="1499899"/>
                  </a:lnTo>
                  <a:lnTo>
                    <a:pt x="1283268" y="1499927"/>
                  </a:lnTo>
                  <a:lnTo>
                    <a:pt x="1283240" y="1499949"/>
                  </a:lnTo>
                  <a:lnTo>
                    <a:pt x="1283224" y="1499961"/>
                  </a:lnTo>
                  <a:lnTo>
                    <a:pt x="1283211" y="1499980"/>
                  </a:lnTo>
                  <a:lnTo>
                    <a:pt x="1283206" y="1499994"/>
                  </a:lnTo>
                  <a:lnTo>
                    <a:pt x="1283210" y="1500008"/>
                  </a:lnTo>
                  <a:lnTo>
                    <a:pt x="1283206" y="1500027"/>
                  </a:lnTo>
                  <a:lnTo>
                    <a:pt x="1283200" y="1500036"/>
                  </a:lnTo>
                  <a:lnTo>
                    <a:pt x="1283195" y="1500045"/>
                  </a:lnTo>
                  <a:lnTo>
                    <a:pt x="1283181" y="1500063"/>
                  </a:lnTo>
                  <a:lnTo>
                    <a:pt x="1283175" y="1500074"/>
                  </a:lnTo>
                  <a:lnTo>
                    <a:pt x="1283172" y="1500081"/>
                  </a:lnTo>
                  <a:lnTo>
                    <a:pt x="1283164" y="1500100"/>
                  </a:lnTo>
                  <a:lnTo>
                    <a:pt x="1283149" y="1500133"/>
                  </a:lnTo>
                  <a:lnTo>
                    <a:pt x="1283135" y="1500160"/>
                  </a:lnTo>
                  <a:lnTo>
                    <a:pt x="1283128" y="1500174"/>
                  </a:lnTo>
                  <a:lnTo>
                    <a:pt x="1283124" y="1500182"/>
                  </a:lnTo>
                  <a:lnTo>
                    <a:pt x="1283129" y="1500212"/>
                  </a:lnTo>
                  <a:lnTo>
                    <a:pt x="1283155" y="1500257"/>
                  </a:lnTo>
                  <a:lnTo>
                    <a:pt x="1283175" y="1500272"/>
                  </a:lnTo>
                  <a:lnTo>
                    <a:pt x="1283188" y="1500289"/>
                  </a:lnTo>
                  <a:lnTo>
                    <a:pt x="1283188" y="1500314"/>
                  </a:lnTo>
                  <a:lnTo>
                    <a:pt x="1283184" y="1500325"/>
                  </a:lnTo>
                  <a:lnTo>
                    <a:pt x="1283182" y="1500333"/>
                  </a:lnTo>
                  <a:lnTo>
                    <a:pt x="1283177" y="1500342"/>
                  </a:lnTo>
                  <a:lnTo>
                    <a:pt x="1283159" y="1500361"/>
                  </a:lnTo>
                  <a:lnTo>
                    <a:pt x="1283149" y="1500374"/>
                  </a:lnTo>
                  <a:lnTo>
                    <a:pt x="1283139" y="1500399"/>
                  </a:lnTo>
                  <a:lnTo>
                    <a:pt x="1283141" y="1500421"/>
                  </a:lnTo>
                  <a:lnTo>
                    <a:pt x="1283140" y="1500440"/>
                  </a:lnTo>
                  <a:lnTo>
                    <a:pt x="1283131" y="1500461"/>
                  </a:lnTo>
                  <a:lnTo>
                    <a:pt x="1283120" y="1500468"/>
                  </a:lnTo>
                  <a:lnTo>
                    <a:pt x="1283103" y="1500476"/>
                  </a:lnTo>
                  <a:lnTo>
                    <a:pt x="1283079" y="1500497"/>
                  </a:lnTo>
                  <a:lnTo>
                    <a:pt x="1283054" y="1500514"/>
                  </a:lnTo>
                  <a:lnTo>
                    <a:pt x="1283031" y="1500532"/>
                  </a:lnTo>
                  <a:lnTo>
                    <a:pt x="1283016" y="1500545"/>
                  </a:lnTo>
                  <a:lnTo>
                    <a:pt x="1283003" y="1500559"/>
                  </a:lnTo>
                  <a:lnTo>
                    <a:pt x="1282994" y="1500568"/>
                  </a:lnTo>
                  <a:lnTo>
                    <a:pt x="1282986" y="1500580"/>
                  </a:lnTo>
                  <a:lnTo>
                    <a:pt x="1282981" y="1500588"/>
                  </a:lnTo>
                  <a:lnTo>
                    <a:pt x="1282968" y="1500605"/>
                  </a:lnTo>
                  <a:lnTo>
                    <a:pt x="1282965" y="1500624"/>
                  </a:lnTo>
                  <a:lnTo>
                    <a:pt x="1282960" y="1500637"/>
                  </a:lnTo>
                  <a:lnTo>
                    <a:pt x="1282942" y="1500645"/>
                  </a:lnTo>
                  <a:lnTo>
                    <a:pt x="1282936" y="1500648"/>
                  </a:lnTo>
                  <a:lnTo>
                    <a:pt x="1282928" y="1500653"/>
                  </a:lnTo>
                  <a:lnTo>
                    <a:pt x="1282916" y="1500660"/>
                  </a:lnTo>
                  <a:lnTo>
                    <a:pt x="1282910" y="1500679"/>
                  </a:lnTo>
                  <a:lnTo>
                    <a:pt x="1282900" y="1500699"/>
                  </a:lnTo>
                  <a:lnTo>
                    <a:pt x="1282892" y="1500722"/>
                  </a:lnTo>
                  <a:lnTo>
                    <a:pt x="1282887" y="1500749"/>
                  </a:lnTo>
                  <a:lnTo>
                    <a:pt x="1282884" y="1500779"/>
                  </a:lnTo>
                  <a:lnTo>
                    <a:pt x="1282878" y="1500799"/>
                  </a:lnTo>
                  <a:lnTo>
                    <a:pt x="1282872" y="1500809"/>
                  </a:lnTo>
                  <a:lnTo>
                    <a:pt x="1282856" y="1500825"/>
                  </a:lnTo>
                  <a:lnTo>
                    <a:pt x="1282838" y="1500836"/>
                  </a:lnTo>
                  <a:lnTo>
                    <a:pt x="1282826" y="1500846"/>
                  </a:lnTo>
                  <a:lnTo>
                    <a:pt x="1282818" y="1500862"/>
                  </a:lnTo>
                  <a:lnTo>
                    <a:pt x="1282804" y="1500880"/>
                  </a:lnTo>
                  <a:lnTo>
                    <a:pt x="1282780" y="1500904"/>
                  </a:lnTo>
                  <a:lnTo>
                    <a:pt x="1282757" y="1500924"/>
                  </a:lnTo>
                  <a:lnTo>
                    <a:pt x="1282743" y="1500933"/>
                  </a:lnTo>
                  <a:lnTo>
                    <a:pt x="1282728" y="1500937"/>
                  </a:lnTo>
                  <a:lnTo>
                    <a:pt x="1282722" y="1500941"/>
                  </a:lnTo>
                  <a:lnTo>
                    <a:pt x="1282715" y="1500945"/>
                  </a:lnTo>
                  <a:lnTo>
                    <a:pt x="1282708" y="1500951"/>
                  </a:lnTo>
                  <a:lnTo>
                    <a:pt x="1282704" y="1500955"/>
                  </a:lnTo>
                  <a:lnTo>
                    <a:pt x="1282699" y="1500962"/>
                  </a:lnTo>
                  <a:lnTo>
                    <a:pt x="1282688" y="1500977"/>
                  </a:lnTo>
                  <a:lnTo>
                    <a:pt x="1282682" y="1500989"/>
                  </a:lnTo>
                  <a:lnTo>
                    <a:pt x="1282677" y="1501000"/>
                  </a:lnTo>
                  <a:lnTo>
                    <a:pt x="1282678" y="1501023"/>
                  </a:lnTo>
                  <a:lnTo>
                    <a:pt x="1282675" y="1501056"/>
                  </a:lnTo>
                  <a:lnTo>
                    <a:pt x="1282664" y="1501081"/>
                  </a:lnTo>
                  <a:lnTo>
                    <a:pt x="1282657" y="1501102"/>
                  </a:lnTo>
                  <a:lnTo>
                    <a:pt x="1282654" y="1501111"/>
                  </a:lnTo>
                  <a:lnTo>
                    <a:pt x="1282645" y="1501128"/>
                  </a:lnTo>
                  <a:lnTo>
                    <a:pt x="1282626" y="1501137"/>
                  </a:lnTo>
                  <a:lnTo>
                    <a:pt x="1282596" y="1501152"/>
                  </a:lnTo>
                  <a:lnTo>
                    <a:pt x="1282575" y="1501167"/>
                  </a:lnTo>
                  <a:lnTo>
                    <a:pt x="1282569" y="1501179"/>
                  </a:lnTo>
                  <a:lnTo>
                    <a:pt x="1282565" y="1501186"/>
                  </a:lnTo>
                  <a:lnTo>
                    <a:pt x="1282561" y="1501210"/>
                  </a:lnTo>
                  <a:lnTo>
                    <a:pt x="1282562" y="1501236"/>
                  </a:lnTo>
                  <a:lnTo>
                    <a:pt x="1282562" y="1501245"/>
                  </a:lnTo>
                  <a:lnTo>
                    <a:pt x="1282558" y="1501267"/>
                  </a:lnTo>
                  <a:lnTo>
                    <a:pt x="1282539" y="1501296"/>
                  </a:lnTo>
                  <a:lnTo>
                    <a:pt x="1282509" y="1501310"/>
                  </a:lnTo>
                  <a:lnTo>
                    <a:pt x="1282483" y="1501310"/>
                  </a:lnTo>
                  <a:lnTo>
                    <a:pt x="1282465" y="1501310"/>
                  </a:lnTo>
                  <a:lnTo>
                    <a:pt x="1282428" y="1501298"/>
                  </a:lnTo>
                  <a:lnTo>
                    <a:pt x="1282386" y="1501282"/>
                  </a:lnTo>
                  <a:lnTo>
                    <a:pt x="1282340" y="1501270"/>
                  </a:lnTo>
                  <a:lnTo>
                    <a:pt x="1282317" y="1501265"/>
                  </a:lnTo>
                  <a:lnTo>
                    <a:pt x="1282307" y="1501262"/>
                  </a:lnTo>
                  <a:lnTo>
                    <a:pt x="1282285" y="1501255"/>
                  </a:lnTo>
                  <a:lnTo>
                    <a:pt x="1282264" y="1501247"/>
                  </a:lnTo>
                  <a:lnTo>
                    <a:pt x="1282242" y="1501240"/>
                  </a:lnTo>
                  <a:lnTo>
                    <a:pt x="1282220" y="1501232"/>
                  </a:lnTo>
                  <a:lnTo>
                    <a:pt x="1282205" y="1501226"/>
                  </a:lnTo>
                  <a:lnTo>
                    <a:pt x="1282186" y="1501217"/>
                  </a:lnTo>
                  <a:lnTo>
                    <a:pt x="1282137" y="1501154"/>
                  </a:lnTo>
                  <a:lnTo>
                    <a:pt x="1282111" y="1501133"/>
                  </a:lnTo>
                  <a:lnTo>
                    <a:pt x="1282085" y="1501120"/>
                  </a:lnTo>
                  <a:lnTo>
                    <a:pt x="1282070" y="1501118"/>
                  </a:lnTo>
                  <a:lnTo>
                    <a:pt x="1282050" y="1501134"/>
                  </a:lnTo>
                  <a:lnTo>
                    <a:pt x="1282029" y="1501155"/>
                  </a:lnTo>
                  <a:lnTo>
                    <a:pt x="1282011" y="1501164"/>
                  </a:lnTo>
                  <a:lnTo>
                    <a:pt x="1282007" y="1501166"/>
                  </a:lnTo>
                  <a:lnTo>
                    <a:pt x="1281981" y="1501164"/>
                  </a:lnTo>
                  <a:lnTo>
                    <a:pt x="1281952" y="1501158"/>
                  </a:lnTo>
                  <a:lnTo>
                    <a:pt x="1281926" y="1501140"/>
                  </a:lnTo>
                  <a:lnTo>
                    <a:pt x="1281898" y="1501108"/>
                  </a:lnTo>
                  <a:lnTo>
                    <a:pt x="1281877" y="1501090"/>
                  </a:lnTo>
                  <a:lnTo>
                    <a:pt x="1281851" y="1501084"/>
                  </a:lnTo>
                  <a:lnTo>
                    <a:pt x="1281822" y="1501084"/>
                  </a:lnTo>
                  <a:lnTo>
                    <a:pt x="1281801" y="1501082"/>
                  </a:lnTo>
                  <a:lnTo>
                    <a:pt x="1281762" y="1501067"/>
                  </a:lnTo>
                  <a:lnTo>
                    <a:pt x="1281709" y="1501039"/>
                  </a:lnTo>
                  <a:lnTo>
                    <a:pt x="1281646" y="1501004"/>
                  </a:lnTo>
                  <a:lnTo>
                    <a:pt x="1281621" y="1500984"/>
                  </a:lnTo>
                  <a:lnTo>
                    <a:pt x="1281571" y="1500945"/>
                  </a:lnTo>
                  <a:lnTo>
                    <a:pt x="1281540" y="1500918"/>
                  </a:lnTo>
                  <a:lnTo>
                    <a:pt x="1281529" y="1500910"/>
                  </a:lnTo>
                  <a:lnTo>
                    <a:pt x="1281494" y="1500885"/>
                  </a:lnTo>
                  <a:lnTo>
                    <a:pt x="1281485" y="1500881"/>
                  </a:lnTo>
                  <a:lnTo>
                    <a:pt x="1281449" y="1500865"/>
                  </a:lnTo>
                  <a:lnTo>
                    <a:pt x="1281445" y="1500863"/>
                  </a:lnTo>
                  <a:lnTo>
                    <a:pt x="1281424" y="1500846"/>
                  </a:lnTo>
                  <a:lnTo>
                    <a:pt x="1281415" y="1500817"/>
                  </a:lnTo>
                  <a:lnTo>
                    <a:pt x="1281423" y="1500809"/>
                  </a:lnTo>
                  <a:lnTo>
                    <a:pt x="1281431" y="1500802"/>
                  </a:lnTo>
                  <a:lnTo>
                    <a:pt x="1281437" y="1500794"/>
                  </a:lnTo>
                  <a:lnTo>
                    <a:pt x="1281441" y="1500787"/>
                  </a:lnTo>
                  <a:lnTo>
                    <a:pt x="1281445" y="1500783"/>
                  </a:lnTo>
                  <a:lnTo>
                    <a:pt x="1281452" y="1500774"/>
                  </a:lnTo>
                  <a:lnTo>
                    <a:pt x="1281457" y="1500767"/>
                  </a:lnTo>
                  <a:lnTo>
                    <a:pt x="1281463" y="1500759"/>
                  </a:lnTo>
                  <a:lnTo>
                    <a:pt x="1281469" y="1500748"/>
                  </a:lnTo>
                  <a:lnTo>
                    <a:pt x="1281477" y="1500733"/>
                  </a:lnTo>
                  <a:lnTo>
                    <a:pt x="1281481" y="1500726"/>
                  </a:lnTo>
                  <a:lnTo>
                    <a:pt x="1281486" y="1500720"/>
                  </a:lnTo>
                  <a:lnTo>
                    <a:pt x="1281491" y="1500717"/>
                  </a:lnTo>
                  <a:lnTo>
                    <a:pt x="1281498" y="1500710"/>
                  </a:lnTo>
                  <a:lnTo>
                    <a:pt x="1281511" y="1500698"/>
                  </a:lnTo>
                  <a:lnTo>
                    <a:pt x="1281514" y="1500694"/>
                  </a:lnTo>
                  <a:lnTo>
                    <a:pt x="1281517" y="1500690"/>
                  </a:lnTo>
                  <a:lnTo>
                    <a:pt x="1281523" y="1500681"/>
                  </a:lnTo>
                  <a:lnTo>
                    <a:pt x="1281528" y="1500671"/>
                  </a:lnTo>
                  <a:lnTo>
                    <a:pt x="1281530" y="1500666"/>
                  </a:lnTo>
                  <a:lnTo>
                    <a:pt x="1281532" y="1500661"/>
                  </a:lnTo>
                  <a:lnTo>
                    <a:pt x="1281535" y="1500655"/>
                  </a:lnTo>
                  <a:lnTo>
                    <a:pt x="1281543" y="1500641"/>
                  </a:lnTo>
                  <a:lnTo>
                    <a:pt x="1281547" y="1500634"/>
                  </a:lnTo>
                  <a:lnTo>
                    <a:pt x="1281552" y="1500623"/>
                  </a:lnTo>
                  <a:lnTo>
                    <a:pt x="1281555" y="1500617"/>
                  </a:lnTo>
                  <a:lnTo>
                    <a:pt x="1281559" y="1500606"/>
                  </a:lnTo>
                  <a:lnTo>
                    <a:pt x="1281560" y="1500600"/>
                  </a:lnTo>
                  <a:lnTo>
                    <a:pt x="1281562" y="1500594"/>
                  </a:lnTo>
                  <a:lnTo>
                    <a:pt x="1281562" y="1500587"/>
                  </a:lnTo>
                  <a:lnTo>
                    <a:pt x="1281562" y="1500581"/>
                  </a:lnTo>
                  <a:lnTo>
                    <a:pt x="1281557" y="1500575"/>
                  </a:lnTo>
                  <a:lnTo>
                    <a:pt x="1281552" y="1500572"/>
                  </a:lnTo>
                  <a:lnTo>
                    <a:pt x="1281541" y="1500563"/>
                  </a:lnTo>
                  <a:lnTo>
                    <a:pt x="1281502" y="1500543"/>
                  </a:lnTo>
                  <a:lnTo>
                    <a:pt x="1281476" y="1500526"/>
                  </a:lnTo>
                  <a:lnTo>
                    <a:pt x="1281438" y="1500494"/>
                  </a:lnTo>
                  <a:lnTo>
                    <a:pt x="1281407" y="1500472"/>
                  </a:lnTo>
                  <a:lnTo>
                    <a:pt x="1281377" y="1500449"/>
                  </a:lnTo>
                  <a:lnTo>
                    <a:pt x="1281360" y="1500439"/>
                  </a:lnTo>
                  <a:lnTo>
                    <a:pt x="1281327" y="1500418"/>
                  </a:lnTo>
                  <a:lnTo>
                    <a:pt x="1281269" y="1500367"/>
                  </a:lnTo>
                  <a:lnTo>
                    <a:pt x="1281229" y="1500340"/>
                  </a:lnTo>
                  <a:lnTo>
                    <a:pt x="1281217" y="1500335"/>
                  </a:lnTo>
                  <a:lnTo>
                    <a:pt x="1281205" y="1500332"/>
                  </a:lnTo>
                  <a:lnTo>
                    <a:pt x="1281195" y="1500331"/>
                  </a:lnTo>
                  <a:lnTo>
                    <a:pt x="1281170" y="1500322"/>
                  </a:lnTo>
                  <a:lnTo>
                    <a:pt x="1281164" y="1500314"/>
                  </a:lnTo>
                  <a:lnTo>
                    <a:pt x="1281159" y="1500310"/>
                  </a:lnTo>
                  <a:lnTo>
                    <a:pt x="1281153" y="1500310"/>
                  </a:lnTo>
                  <a:lnTo>
                    <a:pt x="1281144" y="1500311"/>
                  </a:lnTo>
                  <a:lnTo>
                    <a:pt x="1281135" y="1500311"/>
                  </a:lnTo>
                  <a:lnTo>
                    <a:pt x="1281126" y="1500309"/>
                  </a:lnTo>
                  <a:lnTo>
                    <a:pt x="1281118" y="1500304"/>
                  </a:lnTo>
                  <a:lnTo>
                    <a:pt x="1281106" y="1500298"/>
                  </a:lnTo>
                  <a:lnTo>
                    <a:pt x="1281096" y="1500292"/>
                  </a:lnTo>
                  <a:lnTo>
                    <a:pt x="1281083" y="1500284"/>
                  </a:lnTo>
                  <a:lnTo>
                    <a:pt x="1281066" y="1500273"/>
                  </a:lnTo>
                  <a:lnTo>
                    <a:pt x="1281044" y="1500262"/>
                  </a:lnTo>
                  <a:lnTo>
                    <a:pt x="1281018" y="1500252"/>
                  </a:lnTo>
                  <a:lnTo>
                    <a:pt x="1281001" y="1500244"/>
                  </a:lnTo>
                  <a:lnTo>
                    <a:pt x="1280994" y="1500241"/>
                  </a:lnTo>
                  <a:lnTo>
                    <a:pt x="1280984" y="1500239"/>
                  </a:lnTo>
                  <a:lnTo>
                    <a:pt x="1280965" y="1500234"/>
                  </a:lnTo>
                  <a:lnTo>
                    <a:pt x="1280948" y="1500228"/>
                  </a:lnTo>
                  <a:lnTo>
                    <a:pt x="1280929" y="1500222"/>
                  </a:lnTo>
                  <a:lnTo>
                    <a:pt x="1280921" y="1500220"/>
                  </a:lnTo>
                  <a:lnTo>
                    <a:pt x="1280913" y="1500220"/>
                  </a:lnTo>
                  <a:lnTo>
                    <a:pt x="1280902" y="1500220"/>
                  </a:lnTo>
                  <a:lnTo>
                    <a:pt x="1280888" y="1500215"/>
                  </a:lnTo>
                  <a:lnTo>
                    <a:pt x="1280877" y="1500204"/>
                  </a:lnTo>
                  <a:lnTo>
                    <a:pt x="1280869" y="1500194"/>
                  </a:lnTo>
                  <a:lnTo>
                    <a:pt x="1280861" y="1500178"/>
                  </a:lnTo>
                  <a:lnTo>
                    <a:pt x="1280856" y="1500166"/>
                  </a:lnTo>
                  <a:lnTo>
                    <a:pt x="1280850" y="1500159"/>
                  </a:lnTo>
                  <a:lnTo>
                    <a:pt x="1280843" y="1500154"/>
                  </a:lnTo>
                  <a:lnTo>
                    <a:pt x="1280835" y="1500151"/>
                  </a:lnTo>
                  <a:lnTo>
                    <a:pt x="1280824" y="1500153"/>
                  </a:lnTo>
                  <a:lnTo>
                    <a:pt x="1280814" y="1500154"/>
                  </a:lnTo>
                  <a:lnTo>
                    <a:pt x="1280804" y="1500153"/>
                  </a:lnTo>
                  <a:lnTo>
                    <a:pt x="1280794" y="1500150"/>
                  </a:lnTo>
                  <a:lnTo>
                    <a:pt x="1280783" y="1500145"/>
                  </a:lnTo>
                  <a:lnTo>
                    <a:pt x="1280777" y="1500144"/>
                  </a:lnTo>
                  <a:lnTo>
                    <a:pt x="1280773" y="1500147"/>
                  </a:lnTo>
                  <a:lnTo>
                    <a:pt x="1280759" y="1500160"/>
                  </a:lnTo>
                  <a:lnTo>
                    <a:pt x="1280753" y="1500160"/>
                  </a:lnTo>
                  <a:lnTo>
                    <a:pt x="1280735" y="1500149"/>
                  </a:lnTo>
                  <a:lnTo>
                    <a:pt x="1280715" y="1500140"/>
                  </a:lnTo>
                  <a:lnTo>
                    <a:pt x="1280693" y="1500130"/>
                  </a:lnTo>
                  <a:lnTo>
                    <a:pt x="1280685" y="1500125"/>
                  </a:lnTo>
                  <a:lnTo>
                    <a:pt x="1280684" y="1500115"/>
                  </a:lnTo>
                  <a:lnTo>
                    <a:pt x="1280688" y="1500079"/>
                  </a:lnTo>
                  <a:lnTo>
                    <a:pt x="1280687" y="1500070"/>
                  </a:lnTo>
                  <a:lnTo>
                    <a:pt x="1280681" y="1500057"/>
                  </a:lnTo>
                  <a:lnTo>
                    <a:pt x="1280675" y="1500040"/>
                  </a:lnTo>
                  <a:lnTo>
                    <a:pt x="1280673" y="1500027"/>
                  </a:lnTo>
                  <a:lnTo>
                    <a:pt x="1280672" y="1500012"/>
                  </a:lnTo>
                  <a:lnTo>
                    <a:pt x="1280668" y="1499993"/>
                  </a:lnTo>
                  <a:lnTo>
                    <a:pt x="1280662" y="1499982"/>
                  </a:lnTo>
                  <a:lnTo>
                    <a:pt x="1280655" y="1499973"/>
                  </a:lnTo>
                  <a:lnTo>
                    <a:pt x="1280645" y="1499960"/>
                  </a:lnTo>
                  <a:lnTo>
                    <a:pt x="1280636" y="1499941"/>
                  </a:lnTo>
                  <a:lnTo>
                    <a:pt x="1280626" y="1499909"/>
                  </a:lnTo>
                  <a:lnTo>
                    <a:pt x="1280621" y="1499903"/>
                  </a:lnTo>
                  <a:lnTo>
                    <a:pt x="1280611" y="1499897"/>
                  </a:lnTo>
                  <a:lnTo>
                    <a:pt x="1280596" y="1499886"/>
                  </a:lnTo>
                  <a:lnTo>
                    <a:pt x="1280586" y="1499874"/>
                  </a:lnTo>
                  <a:lnTo>
                    <a:pt x="1280582" y="1499868"/>
                  </a:lnTo>
                  <a:lnTo>
                    <a:pt x="1280580" y="1499862"/>
                  </a:lnTo>
                  <a:lnTo>
                    <a:pt x="1280580" y="1499851"/>
                  </a:lnTo>
                  <a:lnTo>
                    <a:pt x="1280584" y="1499842"/>
                  </a:lnTo>
                  <a:lnTo>
                    <a:pt x="1280586" y="1499825"/>
                  </a:lnTo>
                  <a:lnTo>
                    <a:pt x="1280587" y="1499813"/>
                  </a:lnTo>
                  <a:lnTo>
                    <a:pt x="1280586" y="1499794"/>
                  </a:lnTo>
                  <a:lnTo>
                    <a:pt x="1280587" y="1499784"/>
                  </a:lnTo>
                  <a:lnTo>
                    <a:pt x="1280591" y="1499777"/>
                  </a:lnTo>
                  <a:lnTo>
                    <a:pt x="1280596" y="1499772"/>
                  </a:lnTo>
                  <a:lnTo>
                    <a:pt x="1280600" y="1499767"/>
                  </a:lnTo>
                  <a:lnTo>
                    <a:pt x="1280602" y="1499761"/>
                  </a:lnTo>
                  <a:lnTo>
                    <a:pt x="1280600" y="1499756"/>
                  </a:lnTo>
                  <a:lnTo>
                    <a:pt x="1280590" y="1499744"/>
                  </a:lnTo>
                  <a:lnTo>
                    <a:pt x="1280580" y="1499736"/>
                  </a:lnTo>
                  <a:lnTo>
                    <a:pt x="1280576" y="1499731"/>
                  </a:lnTo>
                  <a:lnTo>
                    <a:pt x="1280574" y="1499725"/>
                  </a:lnTo>
                  <a:lnTo>
                    <a:pt x="1280573" y="1499716"/>
                  </a:lnTo>
                  <a:lnTo>
                    <a:pt x="1280573" y="1499707"/>
                  </a:lnTo>
                  <a:lnTo>
                    <a:pt x="1280573" y="1499695"/>
                  </a:lnTo>
                  <a:lnTo>
                    <a:pt x="1280571" y="1499687"/>
                  </a:lnTo>
                  <a:lnTo>
                    <a:pt x="1280566" y="1499676"/>
                  </a:lnTo>
                  <a:lnTo>
                    <a:pt x="1280557" y="1499674"/>
                  </a:lnTo>
                  <a:lnTo>
                    <a:pt x="1280550" y="1499672"/>
                  </a:lnTo>
                  <a:lnTo>
                    <a:pt x="1280540" y="1499669"/>
                  </a:lnTo>
                  <a:lnTo>
                    <a:pt x="1280528" y="1499665"/>
                  </a:lnTo>
                  <a:lnTo>
                    <a:pt x="1280515" y="1499661"/>
                  </a:lnTo>
                  <a:lnTo>
                    <a:pt x="1280500" y="1499656"/>
                  </a:lnTo>
                  <a:lnTo>
                    <a:pt x="1280486" y="1499654"/>
                  </a:lnTo>
                  <a:lnTo>
                    <a:pt x="1280480" y="1499655"/>
                  </a:lnTo>
                  <a:lnTo>
                    <a:pt x="1280457" y="1499662"/>
                  </a:lnTo>
                  <a:lnTo>
                    <a:pt x="1280436" y="1499667"/>
                  </a:lnTo>
                  <a:lnTo>
                    <a:pt x="1280426" y="1499665"/>
                  </a:lnTo>
                  <a:lnTo>
                    <a:pt x="1280418" y="1499661"/>
                  </a:lnTo>
                  <a:lnTo>
                    <a:pt x="1280409" y="1499652"/>
                  </a:lnTo>
                  <a:lnTo>
                    <a:pt x="1280401" y="1499643"/>
                  </a:lnTo>
                  <a:lnTo>
                    <a:pt x="1280395" y="1499641"/>
                  </a:lnTo>
                  <a:lnTo>
                    <a:pt x="1280369" y="1499633"/>
                  </a:lnTo>
                  <a:lnTo>
                    <a:pt x="1280363" y="1499628"/>
                  </a:lnTo>
                  <a:lnTo>
                    <a:pt x="1280348" y="1499611"/>
                  </a:lnTo>
                  <a:lnTo>
                    <a:pt x="1280344" y="1499609"/>
                  </a:lnTo>
                  <a:lnTo>
                    <a:pt x="1280323" y="1499607"/>
                  </a:lnTo>
                  <a:lnTo>
                    <a:pt x="1280311" y="1499604"/>
                  </a:lnTo>
                  <a:lnTo>
                    <a:pt x="1280306" y="1499602"/>
                  </a:lnTo>
                  <a:lnTo>
                    <a:pt x="1280292" y="1499588"/>
                  </a:lnTo>
                  <a:lnTo>
                    <a:pt x="1280277" y="1499574"/>
                  </a:lnTo>
                  <a:lnTo>
                    <a:pt x="1280269" y="1499566"/>
                  </a:lnTo>
                  <a:lnTo>
                    <a:pt x="1280260" y="1499557"/>
                  </a:lnTo>
                  <a:lnTo>
                    <a:pt x="1280250" y="1499542"/>
                  </a:lnTo>
                  <a:lnTo>
                    <a:pt x="1280243" y="1499524"/>
                  </a:lnTo>
                  <a:lnTo>
                    <a:pt x="1280234" y="1499511"/>
                  </a:lnTo>
                  <a:lnTo>
                    <a:pt x="1280230" y="1499501"/>
                  </a:lnTo>
                  <a:lnTo>
                    <a:pt x="1280230" y="1499493"/>
                  </a:lnTo>
                  <a:lnTo>
                    <a:pt x="1280232" y="1499480"/>
                  </a:lnTo>
                  <a:lnTo>
                    <a:pt x="1280234" y="1499468"/>
                  </a:lnTo>
                  <a:lnTo>
                    <a:pt x="1280238" y="1499447"/>
                  </a:lnTo>
                  <a:lnTo>
                    <a:pt x="1280246" y="1499431"/>
                  </a:lnTo>
                  <a:lnTo>
                    <a:pt x="1280252" y="1499423"/>
                  </a:lnTo>
                  <a:lnTo>
                    <a:pt x="1280256" y="1499414"/>
                  </a:lnTo>
                  <a:lnTo>
                    <a:pt x="1280256" y="1499407"/>
                  </a:lnTo>
                  <a:lnTo>
                    <a:pt x="1280254" y="1499401"/>
                  </a:lnTo>
                  <a:lnTo>
                    <a:pt x="1280242" y="1499380"/>
                  </a:lnTo>
                  <a:lnTo>
                    <a:pt x="1280238" y="1499361"/>
                  </a:lnTo>
                  <a:lnTo>
                    <a:pt x="1280239" y="1499354"/>
                  </a:lnTo>
                  <a:lnTo>
                    <a:pt x="1280242" y="1499344"/>
                  </a:lnTo>
                  <a:lnTo>
                    <a:pt x="1280249" y="1499322"/>
                  </a:lnTo>
                  <a:lnTo>
                    <a:pt x="1280246" y="1499307"/>
                  </a:lnTo>
                  <a:lnTo>
                    <a:pt x="1280235" y="1499287"/>
                  </a:lnTo>
                  <a:lnTo>
                    <a:pt x="1280224" y="1499275"/>
                  </a:lnTo>
                  <a:lnTo>
                    <a:pt x="1280211" y="1499245"/>
                  </a:lnTo>
                  <a:lnTo>
                    <a:pt x="1280208" y="1499199"/>
                  </a:lnTo>
                  <a:lnTo>
                    <a:pt x="1280208" y="1499172"/>
                  </a:lnTo>
                  <a:lnTo>
                    <a:pt x="1280204" y="1499152"/>
                  </a:lnTo>
                  <a:lnTo>
                    <a:pt x="1280187" y="1499127"/>
                  </a:lnTo>
                  <a:lnTo>
                    <a:pt x="1280178" y="1499120"/>
                  </a:lnTo>
                  <a:lnTo>
                    <a:pt x="1280158" y="1499100"/>
                  </a:lnTo>
                  <a:lnTo>
                    <a:pt x="1280148" y="1499071"/>
                  </a:lnTo>
                  <a:lnTo>
                    <a:pt x="1280132" y="1499056"/>
                  </a:lnTo>
                  <a:lnTo>
                    <a:pt x="1280101" y="1499043"/>
                  </a:lnTo>
                  <a:lnTo>
                    <a:pt x="1280084" y="1499038"/>
                  </a:lnTo>
                  <a:lnTo>
                    <a:pt x="1280061" y="1499028"/>
                  </a:lnTo>
                  <a:lnTo>
                    <a:pt x="1280036" y="1499019"/>
                  </a:lnTo>
                  <a:lnTo>
                    <a:pt x="1280017" y="1499013"/>
                  </a:lnTo>
                  <a:lnTo>
                    <a:pt x="1280013" y="1499010"/>
                  </a:lnTo>
                  <a:lnTo>
                    <a:pt x="1279994" y="1498970"/>
                  </a:lnTo>
                  <a:lnTo>
                    <a:pt x="1279989" y="1498966"/>
                  </a:lnTo>
                  <a:lnTo>
                    <a:pt x="1279980" y="1498962"/>
                  </a:lnTo>
                  <a:lnTo>
                    <a:pt x="1279965" y="1498952"/>
                  </a:lnTo>
                  <a:lnTo>
                    <a:pt x="1279962" y="1498943"/>
                  </a:lnTo>
                  <a:lnTo>
                    <a:pt x="1279956" y="1498923"/>
                  </a:lnTo>
                  <a:lnTo>
                    <a:pt x="1279942" y="1498908"/>
                  </a:lnTo>
                  <a:lnTo>
                    <a:pt x="1279935" y="1498901"/>
                  </a:lnTo>
                  <a:lnTo>
                    <a:pt x="1279919" y="1498903"/>
                  </a:lnTo>
                  <a:lnTo>
                    <a:pt x="1279913" y="1498900"/>
                  </a:lnTo>
                  <a:lnTo>
                    <a:pt x="1279902" y="1498891"/>
                  </a:lnTo>
                  <a:lnTo>
                    <a:pt x="1279886" y="1498887"/>
                  </a:lnTo>
                  <a:lnTo>
                    <a:pt x="1279866" y="1498886"/>
                  </a:lnTo>
                  <a:lnTo>
                    <a:pt x="1279859" y="1498883"/>
                  </a:lnTo>
                  <a:lnTo>
                    <a:pt x="1279855" y="1498881"/>
                  </a:lnTo>
                  <a:lnTo>
                    <a:pt x="1279847" y="1498875"/>
                  </a:lnTo>
                  <a:lnTo>
                    <a:pt x="1279832" y="1498865"/>
                  </a:lnTo>
                  <a:lnTo>
                    <a:pt x="1279804" y="1498852"/>
                  </a:lnTo>
                  <a:lnTo>
                    <a:pt x="1279780" y="1498837"/>
                  </a:lnTo>
                  <a:lnTo>
                    <a:pt x="1279762" y="1498824"/>
                  </a:lnTo>
                  <a:lnTo>
                    <a:pt x="1279750" y="1498812"/>
                  </a:lnTo>
                  <a:lnTo>
                    <a:pt x="1279742" y="1498805"/>
                  </a:lnTo>
                  <a:lnTo>
                    <a:pt x="1279732" y="1498797"/>
                  </a:lnTo>
                  <a:lnTo>
                    <a:pt x="1279714" y="1498783"/>
                  </a:lnTo>
                  <a:lnTo>
                    <a:pt x="1279709" y="1498779"/>
                  </a:lnTo>
                  <a:lnTo>
                    <a:pt x="1279698" y="1498755"/>
                  </a:lnTo>
                  <a:lnTo>
                    <a:pt x="1279686" y="1498734"/>
                  </a:lnTo>
                  <a:lnTo>
                    <a:pt x="1279674" y="1498712"/>
                  </a:lnTo>
                  <a:lnTo>
                    <a:pt x="1279668" y="1498696"/>
                  </a:lnTo>
                  <a:lnTo>
                    <a:pt x="1279668" y="1498690"/>
                  </a:lnTo>
                  <a:lnTo>
                    <a:pt x="1279668" y="1498682"/>
                  </a:lnTo>
                  <a:lnTo>
                    <a:pt x="1279673" y="1498672"/>
                  </a:lnTo>
                  <a:lnTo>
                    <a:pt x="1279693" y="1498654"/>
                  </a:lnTo>
                  <a:lnTo>
                    <a:pt x="1279700" y="1498642"/>
                  </a:lnTo>
                  <a:lnTo>
                    <a:pt x="1279699" y="1498631"/>
                  </a:lnTo>
                  <a:lnTo>
                    <a:pt x="1279694" y="1498609"/>
                  </a:lnTo>
                  <a:lnTo>
                    <a:pt x="1279692" y="1498592"/>
                  </a:lnTo>
                  <a:lnTo>
                    <a:pt x="1279691" y="1498573"/>
                  </a:lnTo>
                  <a:lnTo>
                    <a:pt x="1279694" y="1498552"/>
                  </a:lnTo>
                  <a:lnTo>
                    <a:pt x="1279694" y="1498540"/>
                  </a:lnTo>
                  <a:lnTo>
                    <a:pt x="1279697" y="1498527"/>
                  </a:lnTo>
                  <a:lnTo>
                    <a:pt x="1279693" y="1498510"/>
                  </a:lnTo>
                  <a:lnTo>
                    <a:pt x="1279681" y="1498471"/>
                  </a:lnTo>
                  <a:lnTo>
                    <a:pt x="1279680" y="1498463"/>
                  </a:lnTo>
                  <a:lnTo>
                    <a:pt x="1279683" y="1498438"/>
                  </a:lnTo>
                  <a:lnTo>
                    <a:pt x="1279690" y="1498425"/>
                  </a:lnTo>
                  <a:lnTo>
                    <a:pt x="1279679" y="1498430"/>
                  </a:lnTo>
                  <a:lnTo>
                    <a:pt x="1279670" y="1498434"/>
                  </a:lnTo>
                  <a:lnTo>
                    <a:pt x="1279659" y="1498435"/>
                  </a:lnTo>
                  <a:lnTo>
                    <a:pt x="1279639" y="1498434"/>
                  </a:lnTo>
                  <a:lnTo>
                    <a:pt x="1279625" y="1498432"/>
                  </a:lnTo>
                  <a:lnTo>
                    <a:pt x="1279609" y="1498428"/>
                  </a:lnTo>
                  <a:lnTo>
                    <a:pt x="1279591" y="1498419"/>
                  </a:lnTo>
                  <a:lnTo>
                    <a:pt x="1279571" y="1498412"/>
                  </a:lnTo>
                  <a:lnTo>
                    <a:pt x="1279540" y="1498402"/>
                  </a:lnTo>
                  <a:lnTo>
                    <a:pt x="1279521" y="1498398"/>
                  </a:lnTo>
                  <a:lnTo>
                    <a:pt x="1279515" y="1498396"/>
                  </a:lnTo>
                  <a:lnTo>
                    <a:pt x="1279513" y="1498391"/>
                  </a:lnTo>
                  <a:lnTo>
                    <a:pt x="1279512" y="1498377"/>
                  </a:lnTo>
                  <a:lnTo>
                    <a:pt x="1279512" y="1498366"/>
                  </a:lnTo>
                  <a:lnTo>
                    <a:pt x="1279511" y="1498360"/>
                  </a:lnTo>
                  <a:lnTo>
                    <a:pt x="1279503" y="1498353"/>
                  </a:lnTo>
                  <a:lnTo>
                    <a:pt x="1279499" y="1498348"/>
                  </a:lnTo>
                  <a:lnTo>
                    <a:pt x="1279488" y="1498338"/>
                  </a:lnTo>
                  <a:lnTo>
                    <a:pt x="1279475" y="1498324"/>
                  </a:lnTo>
                  <a:lnTo>
                    <a:pt x="1279463" y="1498311"/>
                  </a:lnTo>
                  <a:lnTo>
                    <a:pt x="1279449" y="1498312"/>
                  </a:lnTo>
                  <a:lnTo>
                    <a:pt x="1279425" y="1498312"/>
                  </a:lnTo>
                  <a:lnTo>
                    <a:pt x="1279399" y="1498313"/>
                  </a:lnTo>
                  <a:lnTo>
                    <a:pt x="1279386" y="1498313"/>
                  </a:lnTo>
                  <a:lnTo>
                    <a:pt x="1279380" y="1498303"/>
                  </a:lnTo>
                  <a:lnTo>
                    <a:pt x="1279371" y="1498285"/>
                  </a:lnTo>
                  <a:lnTo>
                    <a:pt x="1279347" y="1498254"/>
                  </a:lnTo>
                  <a:lnTo>
                    <a:pt x="1279333" y="1498238"/>
                  </a:lnTo>
                  <a:lnTo>
                    <a:pt x="1279326" y="1498227"/>
                  </a:lnTo>
                  <a:lnTo>
                    <a:pt x="1279323" y="1498219"/>
                  </a:lnTo>
                  <a:lnTo>
                    <a:pt x="1279323" y="1498214"/>
                  </a:lnTo>
                  <a:lnTo>
                    <a:pt x="1279324" y="1498205"/>
                  </a:lnTo>
                  <a:lnTo>
                    <a:pt x="1279325" y="1498198"/>
                  </a:lnTo>
                  <a:lnTo>
                    <a:pt x="1279329" y="1498188"/>
                  </a:lnTo>
                  <a:lnTo>
                    <a:pt x="1279332" y="1498176"/>
                  </a:lnTo>
                  <a:lnTo>
                    <a:pt x="1279336" y="1498160"/>
                  </a:lnTo>
                  <a:lnTo>
                    <a:pt x="1279335" y="1498144"/>
                  </a:lnTo>
                  <a:lnTo>
                    <a:pt x="1279333" y="1498127"/>
                  </a:lnTo>
                  <a:lnTo>
                    <a:pt x="1279330" y="1498112"/>
                  </a:lnTo>
                  <a:lnTo>
                    <a:pt x="1279324" y="1498102"/>
                  </a:lnTo>
                  <a:lnTo>
                    <a:pt x="1279313" y="1498093"/>
                  </a:lnTo>
                  <a:lnTo>
                    <a:pt x="1279305" y="1498088"/>
                  </a:lnTo>
                  <a:lnTo>
                    <a:pt x="1279313" y="1498079"/>
                  </a:lnTo>
                  <a:lnTo>
                    <a:pt x="1279345" y="1498049"/>
                  </a:lnTo>
                  <a:lnTo>
                    <a:pt x="1279359" y="1498037"/>
                  </a:lnTo>
                  <a:lnTo>
                    <a:pt x="1279368" y="1498028"/>
                  </a:lnTo>
                  <a:lnTo>
                    <a:pt x="1279371" y="1498021"/>
                  </a:lnTo>
                  <a:lnTo>
                    <a:pt x="1279374" y="1498014"/>
                  </a:lnTo>
                  <a:lnTo>
                    <a:pt x="1279376" y="1498005"/>
                  </a:lnTo>
                  <a:lnTo>
                    <a:pt x="1279375" y="1497996"/>
                  </a:lnTo>
                  <a:lnTo>
                    <a:pt x="1279373" y="1497978"/>
                  </a:lnTo>
                  <a:lnTo>
                    <a:pt x="1279370" y="1497961"/>
                  </a:lnTo>
                  <a:lnTo>
                    <a:pt x="1279367" y="1497942"/>
                  </a:lnTo>
                  <a:lnTo>
                    <a:pt x="1279363" y="1497931"/>
                  </a:lnTo>
                  <a:lnTo>
                    <a:pt x="1279355" y="1497913"/>
                  </a:lnTo>
                  <a:lnTo>
                    <a:pt x="1279344" y="1497894"/>
                  </a:lnTo>
                  <a:lnTo>
                    <a:pt x="1279337" y="1497883"/>
                  </a:lnTo>
                  <a:lnTo>
                    <a:pt x="1279328" y="1497867"/>
                  </a:lnTo>
                  <a:lnTo>
                    <a:pt x="1279326" y="1497861"/>
                  </a:lnTo>
                  <a:lnTo>
                    <a:pt x="1279320" y="1497839"/>
                  </a:lnTo>
                  <a:lnTo>
                    <a:pt x="1279318" y="1497832"/>
                  </a:lnTo>
                  <a:lnTo>
                    <a:pt x="1279317" y="1497827"/>
                  </a:lnTo>
                  <a:lnTo>
                    <a:pt x="1279318" y="1497819"/>
                  </a:lnTo>
                  <a:lnTo>
                    <a:pt x="1279320" y="1497810"/>
                  </a:lnTo>
                  <a:lnTo>
                    <a:pt x="1279324" y="1497801"/>
                  </a:lnTo>
                  <a:lnTo>
                    <a:pt x="1279335" y="1497782"/>
                  </a:lnTo>
                  <a:lnTo>
                    <a:pt x="1279337" y="1497774"/>
                  </a:lnTo>
                  <a:lnTo>
                    <a:pt x="1279342" y="1497765"/>
                  </a:lnTo>
                  <a:lnTo>
                    <a:pt x="1279346" y="1497755"/>
                  </a:lnTo>
                  <a:lnTo>
                    <a:pt x="1279337" y="1497754"/>
                  </a:lnTo>
                  <a:lnTo>
                    <a:pt x="1279327" y="1497755"/>
                  </a:lnTo>
                  <a:lnTo>
                    <a:pt x="1279320" y="1497754"/>
                  </a:lnTo>
                  <a:lnTo>
                    <a:pt x="1279309" y="1497750"/>
                  </a:lnTo>
                  <a:lnTo>
                    <a:pt x="1279303" y="1497750"/>
                  </a:lnTo>
                  <a:lnTo>
                    <a:pt x="1279293" y="1497748"/>
                  </a:lnTo>
                  <a:lnTo>
                    <a:pt x="1279289" y="1497745"/>
                  </a:lnTo>
                  <a:lnTo>
                    <a:pt x="1279290" y="1497732"/>
                  </a:lnTo>
                  <a:lnTo>
                    <a:pt x="1279292" y="1497722"/>
                  </a:lnTo>
                  <a:lnTo>
                    <a:pt x="1279296" y="1497711"/>
                  </a:lnTo>
                  <a:lnTo>
                    <a:pt x="1279304" y="1497702"/>
                  </a:lnTo>
                  <a:lnTo>
                    <a:pt x="1279316" y="1497696"/>
                  </a:lnTo>
                  <a:lnTo>
                    <a:pt x="1279325" y="1497688"/>
                  </a:lnTo>
                  <a:lnTo>
                    <a:pt x="1279331" y="1497683"/>
                  </a:lnTo>
                  <a:lnTo>
                    <a:pt x="1279330" y="1497676"/>
                  </a:lnTo>
                  <a:lnTo>
                    <a:pt x="1279324" y="1497664"/>
                  </a:lnTo>
                  <a:lnTo>
                    <a:pt x="1279322" y="1497657"/>
                  </a:lnTo>
                  <a:lnTo>
                    <a:pt x="1279320" y="1497649"/>
                  </a:lnTo>
                  <a:lnTo>
                    <a:pt x="1279322" y="1497638"/>
                  </a:lnTo>
                  <a:lnTo>
                    <a:pt x="1279326" y="1497626"/>
                  </a:lnTo>
                  <a:lnTo>
                    <a:pt x="1279331" y="1497608"/>
                  </a:lnTo>
                  <a:lnTo>
                    <a:pt x="1279354" y="1497606"/>
                  </a:lnTo>
                  <a:lnTo>
                    <a:pt x="1279382" y="1497603"/>
                  </a:lnTo>
                  <a:lnTo>
                    <a:pt x="1279397" y="1497605"/>
                  </a:lnTo>
                  <a:lnTo>
                    <a:pt x="1279419" y="1497601"/>
                  </a:lnTo>
                  <a:lnTo>
                    <a:pt x="1279415" y="1497593"/>
                  </a:lnTo>
                  <a:lnTo>
                    <a:pt x="1279410" y="1497577"/>
                  </a:lnTo>
                  <a:lnTo>
                    <a:pt x="1279407" y="1497560"/>
                  </a:lnTo>
                  <a:lnTo>
                    <a:pt x="1279402" y="1497538"/>
                  </a:lnTo>
                  <a:lnTo>
                    <a:pt x="1279399" y="1497518"/>
                  </a:lnTo>
                  <a:lnTo>
                    <a:pt x="1279397" y="1497501"/>
                  </a:lnTo>
                  <a:lnTo>
                    <a:pt x="1279393" y="1497482"/>
                  </a:lnTo>
                  <a:lnTo>
                    <a:pt x="1279391" y="1497470"/>
                  </a:lnTo>
                  <a:lnTo>
                    <a:pt x="1279388" y="1497459"/>
                  </a:lnTo>
                  <a:lnTo>
                    <a:pt x="1279386" y="1497450"/>
                  </a:lnTo>
                  <a:lnTo>
                    <a:pt x="1279385" y="1497443"/>
                  </a:lnTo>
                  <a:lnTo>
                    <a:pt x="1279387" y="1497433"/>
                  </a:lnTo>
                  <a:lnTo>
                    <a:pt x="1279412" y="1497420"/>
                  </a:lnTo>
                  <a:lnTo>
                    <a:pt x="1279436" y="1497404"/>
                  </a:lnTo>
                  <a:lnTo>
                    <a:pt x="1279454" y="1497377"/>
                  </a:lnTo>
                  <a:lnTo>
                    <a:pt x="1279469" y="1497352"/>
                  </a:lnTo>
                  <a:lnTo>
                    <a:pt x="1279495" y="1497302"/>
                  </a:lnTo>
                  <a:lnTo>
                    <a:pt x="1279498" y="1497291"/>
                  </a:lnTo>
                  <a:lnTo>
                    <a:pt x="1279498" y="1497284"/>
                  </a:lnTo>
                  <a:lnTo>
                    <a:pt x="1279497" y="1497273"/>
                  </a:lnTo>
                  <a:lnTo>
                    <a:pt x="1279494" y="1497262"/>
                  </a:lnTo>
                  <a:lnTo>
                    <a:pt x="1279487" y="1497248"/>
                  </a:lnTo>
                  <a:lnTo>
                    <a:pt x="1279480" y="1497234"/>
                  </a:lnTo>
                  <a:lnTo>
                    <a:pt x="1279472" y="1497224"/>
                  </a:lnTo>
                  <a:lnTo>
                    <a:pt x="1279467" y="1497219"/>
                  </a:lnTo>
                  <a:lnTo>
                    <a:pt x="1279460" y="1497213"/>
                  </a:lnTo>
                  <a:lnTo>
                    <a:pt x="1279452" y="1497209"/>
                  </a:lnTo>
                  <a:lnTo>
                    <a:pt x="1279442" y="1497199"/>
                  </a:lnTo>
                  <a:lnTo>
                    <a:pt x="1279430" y="1497182"/>
                  </a:lnTo>
                  <a:lnTo>
                    <a:pt x="1279422" y="1497169"/>
                  </a:lnTo>
                  <a:lnTo>
                    <a:pt x="1279410" y="1497162"/>
                  </a:lnTo>
                  <a:lnTo>
                    <a:pt x="1279400" y="1497159"/>
                  </a:lnTo>
                  <a:lnTo>
                    <a:pt x="1279390" y="1497160"/>
                  </a:lnTo>
                  <a:lnTo>
                    <a:pt x="1279382" y="1497161"/>
                  </a:lnTo>
                  <a:lnTo>
                    <a:pt x="1279376" y="1497158"/>
                  </a:lnTo>
                  <a:lnTo>
                    <a:pt x="1279375" y="1497151"/>
                  </a:lnTo>
                  <a:lnTo>
                    <a:pt x="1279377" y="1497142"/>
                  </a:lnTo>
                  <a:lnTo>
                    <a:pt x="1279380" y="1497131"/>
                  </a:lnTo>
                  <a:lnTo>
                    <a:pt x="1279381" y="1497122"/>
                  </a:lnTo>
                  <a:lnTo>
                    <a:pt x="1279377" y="1497116"/>
                  </a:lnTo>
                  <a:lnTo>
                    <a:pt x="1279370" y="1497109"/>
                  </a:lnTo>
                  <a:lnTo>
                    <a:pt x="1279364" y="1497101"/>
                  </a:lnTo>
                  <a:lnTo>
                    <a:pt x="1279363" y="1497091"/>
                  </a:lnTo>
                  <a:lnTo>
                    <a:pt x="1279361" y="1497084"/>
                  </a:lnTo>
                  <a:lnTo>
                    <a:pt x="1279355" y="1497084"/>
                  </a:lnTo>
                  <a:lnTo>
                    <a:pt x="1279339" y="1497084"/>
                  </a:lnTo>
                  <a:lnTo>
                    <a:pt x="1279328" y="1497083"/>
                  </a:lnTo>
                  <a:lnTo>
                    <a:pt x="1279317" y="1497078"/>
                  </a:lnTo>
                  <a:lnTo>
                    <a:pt x="1279310" y="1497068"/>
                  </a:lnTo>
                  <a:lnTo>
                    <a:pt x="1279304" y="1497053"/>
                  </a:lnTo>
                  <a:lnTo>
                    <a:pt x="1279299" y="1497042"/>
                  </a:lnTo>
                  <a:lnTo>
                    <a:pt x="1279296" y="1497035"/>
                  </a:lnTo>
                  <a:lnTo>
                    <a:pt x="1279287" y="1497028"/>
                  </a:lnTo>
                  <a:lnTo>
                    <a:pt x="1279277" y="1497025"/>
                  </a:lnTo>
                  <a:lnTo>
                    <a:pt x="1279266" y="1497022"/>
                  </a:lnTo>
                  <a:lnTo>
                    <a:pt x="1279262" y="1497019"/>
                  </a:lnTo>
                  <a:lnTo>
                    <a:pt x="1279268" y="1497012"/>
                  </a:lnTo>
                  <a:lnTo>
                    <a:pt x="1279271" y="1497003"/>
                  </a:lnTo>
                  <a:lnTo>
                    <a:pt x="1279266" y="1496992"/>
                  </a:lnTo>
                  <a:lnTo>
                    <a:pt x="1279259" y="1496982"/>
                  </a:lnTo>
                  <a:lnTo>
                    <a:pt x="1279249" y="1496978"/>
                  </a:lnTo>
                  <a:lnTo>
                    <a:pt x="1279241" y="1496979"/>
                  </a:lnTo>
                  <a:lnTo>
                    <a:pt x="1279225" y="1496982"/>
                  </a:lnTo>
                  <a:lnTo>
                    <a:pt x="1279216" y="1496981"/>
                  </a:lnTo>
                  <a:lnTo>
                    <a:pt x="1279207" y="1496978"/>
                  </a:lnTo>
                  <a:lnTo>
                    <a:pt x="1279201" y="1496974"/>
                  </a:lnTo>
                  <a:lnTo>
                    <a:pt x="1279198" y="1496967"/>
                  </a:lnTo>
                  <a:lnTo>
                    <a:pt x="1279192" y="1496958"/>
                  </a:lnTo>
                  <a:lnTo>
                    <a:pt x="1279184" y="1496947"/>
                  </a:lnTo>
                  <a:lnTo>
                    <a:pt x="1279178" y="1496941"/>
                  </a:lnTo>
                  <a:lnTo>
                    <a:pt x="1279158" y="1496937"/>
                  </a:lnTo>
                  <a:lnTo>
                    <a:pt x="1279143" y="1496934"/>
                  </a:lnTo>
                  <a:lnTo>
                    <a:pt x="1279137" y="1496931"/>
                  </a:lnTo>
                  <a:lnTo>
                    <a:pt x="1279115" y="1496912"/>
                  </a:lnTo>
                  <a:lnTo>
                    <a:pt x="1279105" y="1496904"/>
                  </a:lnTo>
                  <a:lnTo>
                    <a:pt x="1279097" y="1496895"/>
                  </a:lnTo>
                  <a:lnTo>
                    <a:pt x="1279094" y="1496888"/>
                  </a:lnTo>
                  <a:lnTo>
                    <a:pt x="1279097" y="1496881"/>
                  </a:lnTo>
                  <a:lnTo>
                    <a:pt x="1279106" y="1496874"/>
                  </a:lnTo>
                  <a:lnTo>
                    <a:pt x="1279101" y="1496865"/>
                  </a:lnTo>
                  <a:lnTo>
                    <a:pt x="1279100" y="1496854"/>
                  </a:lnTo>
                  <a:lnTo>
                    <a:pt x="1279104" y="1496839"/>
                  </a:lnTo>
                  <a:lnTo>
                    <a:pt x="1279109" y="1496827"/>
                  </a:lnTo>
                  <a:lnTo>
                    <a:pt x="1279115" y="1496814"/>
                  </a:lnTo>
                  <a:lnTo>
                    <a:pt x="1279121" y="1496804"/>
                  </a:lnTo>
                  <a:lnTo>
                    <a:pt x="1279125" y="1496798"/>
                  </a:lnTo>
                  <a:lnTo>
                    <a:pt x="1279127" y="1496790"/>
                  </a:lnTo>
                  <a:lnTo>
                    <a:pt x="1279126" y="1496779"/>
                  </a:lnTo>
                  <a:lnTo>
                    <a:pt x="1279116" y="1496767"/>
                  </a:lnTo>
                  <a:lnTo>
                    <a:pt x="1279111" y="1496763"/>
                  </a:lnTo>
                  <a:lnTo>
                    <a:pt x="1279103" y="1496758"/>
                  </a:lnTo>
                  <a:lnTo>
                    <a:pt x="1279086" y="1496749"/>
                  </a:lnTo>
                  <a:lnTo>
                    <a:pt x="1279077" y="1496743"/>
                  </a:lnTo>
                  <a:lnTo>
                    <a:pt x="1279069" y="1496740"/>
                  </a:lnTo>
                  <a:lnTo>
                    <a:pt x="1279064" y="1496737"/>
                  </a:lnTo>
                  <a:lnTo>
                    <a:pt x="1279060" y="1496732"/>
                  </a:lnTo>
                  <a:lnTo>
                    <a:pt x="1279055" y="1496726"/>
                  </a:lnTo>
                  <a:lnTo>
                    <a:pt x="1279049" y="1496721"/>
                  </a:lnTo>
                  <a:lnTo>
                    <a:pt x="1279045" y="1496717"/>
                  </a:lnTo>
                  <a:lnTo>
                    <a:pt x="1279025" y="1496710"/>
                  </a:lnTo>
                  <a:lnTo>
                    <a:pt x="1279008" y="1496707"/>
                  </a:lnTo>
                  <a:lnTo>
                    <a:pt x="1278994" y="1496704"/>
                  </a:lnTo>
                  <a:lnTo>
                    <a:pt x="1278972" y="1496700"/>
                  </a:lnTo>
                  <a:lnTo>
                    <a:pt x="1278958" y="1496695"/>
                  </a:lnTo>
                  <a:lnTo>
                    <a:pt x="1278948" y="1496689"/>
                  </a:lnTo>
                  <a:lnTo>
                    <a:pt x="1278937" y="1496682"/>
                  </a:lnTo>
                  <a:lnTo>
                    <a:pt x="1278931" y="1496674"/>
                  </a:lnTo>
                  <a:lnTo>
                    <a:pt x="1278926" y="1496669"/>
                  </a:lnTo>
                  <a:lnTo>
                    <a:pt x="1278919" y="1496670"/>
                  </a:lnTo>
                  <a:lnTo>
                    <a:pt x="1278913" y="1496671"/>
                  </a:lnTo>
                  <a:lnTo>
                    <a:pt x="1278906" y="1496674"/>
                  </a:lnTo>
                  <a:lnTo>
                    <a:pt x="1278900" y="1496672"/>
                  </a:lnTo>
                  <a:lnTo>
                    <a:pt x="1278893" y="1496661"/>
                  </a:lnTo>
                  <a:lnTo>
                    <a:pt x="1278884" y="1496649"/>
                  </a:lnTo>
                  <a:lnTo>
                    <a:pt x="1278878" y="1496645"/>
                  </a:lnTo>
                  <a:lnTo>
                    <a:pt x="1278866" y="1496637"/>
                  </a:lnTo>
                  <a:lnTo>
                    <a:pt x="1278851" y="1496627"/>
                  </a:lnTo>
                  <a:lnTo>
                    <a:pt x="1278836" y="1496619"/>
                  </a:lnTo>
                  <a:lnTo>
                    <a:pt x="1278820" y="1496616"/>
                  </a:lnTo>
                  <a:lnTo>
                    <a:pt x="1278802" y="1496610"/>
                  </a:lnTo>
                  <a:lnTo>
                    <a:pt x="1278784" y="1496603"/>
                  </a:lnTo>
                  <a:lnTo>
                    <a:pt x="1278774" y="1496589"/>
                  </a:lnTo>
                  <a:lnTo>
                    <a:pt x="1278763" y="1496582"/>
                  </a:lnTo>
                  <a:lnTo>
                    <a:pt x="1278753" y="1496578"/>
                  </a:lnTo>
                  <a:lnTo>
                    <a:pt x="1278741" y="1496575"/>
                  </a:lnTo>
                  <a:lnTo>
                    <a:pt x="1278727" y="1496561"/>
                  </a:lnTo>
                  <a:lnTo>
                    <a:pt x="1278721" y="1496548"/>
                  </a:lnTo>
                  <a:lnTo>
                    <a:pt x="1278712" y="1496541"/>
                  </a:lnTo>
                  <a:lnTo>
                    <a:pt x="1278704" y="1496534"/>
                  </a:lnTo>
                  <a:lnTo>
                    <a:pt x="1278698" y="1496526"/>
                  </a:lnTo>
                  <a:lnTo>
                    <a:pt x="1278687" y="1496524"/>
                  </a:lnTo>
                  <a:lnTo>
                    <a:pt x="1278675" y="1496528"/>
                  </a:lnTo>
                  <a:lnTo>
                    <a:pt x="1278662" y="1496540"/>
                  </a:lnTo>
                  <a:lnTo>
                    <a:pt x="1278659" y="1496544"/>
                  </a:lnTo>
                  <a:lnTo>
                    <a:pt x="1278652" y="1496555"/>
                  </a:lnTo>
                  <a:lnTo>
                    <a:pt x="1278640" y="1496561"/>
                  </a:lnTo>
                  <a:lnTo>
                    <a:pt x="1278628" y="1496566"/>
                  </a:lnTo>
                  <a:lnTo>
                    <a:pt x="1278622" y="1496552"/>
                  </a:lnTo>
                  <a:lnTo>
                    <a:pt x="1278614" y="1496531"/>
                  </a:lnTo>
                  <a:lnTo>
                    <a:pt x="1278608" y="1496520"/>
                  </a:lnTo>
                  <a:lnTo>
                    <a:pt x="1278598" y="1496503"/>
                  </a:lnTo>
                  <a:lnTo>
                    <a:pt x="1278587" y="1496490"/>
                  </a:lnTo>
                  <a:lnTo>
                    <a:pt x="1278581" y="1496486"/>
                  </a:lnTo>
                  <a:lnTo>
                    <a:pt x="1278575" y="1496482"/>
                  </a:lnTo>
                  <a:lnTo>
                    <a:pt x="1278568" y="1496480"/>
                  </a:lnTo>
                  <a:lnTo>
                    <a:pt x="1278556" y="1496474"/>
                  </a:lnTo>
                  <a:lnTo>
                    <a:pt x="1278558" y="1496460"/>
                  </a:lnTo>
                  <a:lnTo>
                    <a:pt x="1278560" y="1496449"/>
                  </a:lnTo>
                  <a:lnTo>
                    <a:pt x="1278558" y="1496444"/>
                  </a:lnTo>
                  <a:lnTo>
                    <a:pt x="1278553" y="1496423"/>
                  </a:lnTo>
                  <a:lnTo>
                    <a:pt x="1278550" y="1496407"/>
                  </a:lnTo>
                  <a:lnTo>
                    <a:pt x="1278547" y="1496390"/>
                  </a:lnTo>
                  <a:lnTo>
                    <a:pt x="1278542" y="1496385"/>
                  </a:lnTo>
                  <a:lnTo>
                    <a:pt x="1278532" y="1496380"/>
                  </a:lnTo>
                  <a:lnTo>
                    <a:pt x="1278523" y="1496380"/>
                  </a:lnTo>
                  <a:lnTo>
                    <a:pt x="1278520" y="1496372"/>
                  </a:lnTo>
                  <a:lnTo>
                    <a:pt x="1278518" y="1496357"/>
                  </a:lnTo>
                  <a:lnTo>
                    <a:pt x="1278505" y="1496353"/>
                  </a:lnTo>
                  <a:lnTo>
                    <a:pt x="1278494" y="1496347"/>
                  </a:lnTo>
                  <a:lnTo>
                    <a:pt x="1278488" y="1496345"/>
                  </a:lnTo>
                  <a:lnTo>
                    <a:pt x="1278465" y="1496339"/>
                  </a:lnTo>
                  <a:lnTo>
                    <a:pt x="1278458" y="1496336"/>
                  </a:lnTo>
                  <a:lnTo>
                    <a:pt x="1278447" y="1496326"/>
                  </a:lnTo>
                  <a:lnTo>
                    <a:pt x="1278430" y="1496299"/>
                  </a:lnTo>
                  <a:lnTo>
                    <a:pt x="1278418" y="1496279"/>
                  </a:lnTo>
                  <a:lnTo>
                    <a:pt x="1278400" y="1496255"/>
                  </a:lnTo>
                  <a:lnTo>
                    <a:pt x="1278391" y="1496242"/>
                  </a:lnTo>
                  <a:lnTo>
                    <a:pt x="1278378" y="1496222"/>
                  </a:lnTo>
                  <a:lnTo>
                    <a:pt x="1278373" y="1496217"/>
                  </a:lnTo>
                  <a:lnTo>
                    <a:pt x="1278358" y="1496206"/>
                  </a:lnTo>
                  <a:lnTo>
                    <a:pt x="1278342" y="1496198"/>
                  </a:lnTo>
                  <a:lnTo>
                    <a:pt x="1278335" y="1496195"/>
                  </a:lnTo>
                  <a:lnTo>
                    <a:pt x="1278327" y="1496182"/>
                  </a:lnTo>
                  <a:lnTo>
                    <a:pt x="1278320" y="1496173"/>
                  </a:lnTo>
                  <a:lnTo>
                    <a:pt x="1278312" y="1496164"/>
                  </a:lnTo>
                  <a:lnTo>
                    <a:pt x="1278310" y="1496160"/>
                  </a:lnTo>
                  <a:lnTo>
                    <a:pt x="1278309" y="1496152"/>
                  </a:lnTo>
                  <a:lnTo>
                    <a:pt x="1278316" y="1496142"/>
                  </a:lnTo>
                  <a:lnTo>
                    <a:pt x="1278318" y="1496136"/>
                  </a:lnTo>
                  <a:lnTo>
                    <a:pt x="1278315" y="1496129"/>
                  </a:lnTo>
                  <a:lnTo>
                    <a:pt x="1278299" y="1496110"/>
                  </a:lnTo>
                  <a:lnTo>
                    <a:pt x="1278278" y="1496085"/>
                  </a:lnTo>
                  <a:lnTo>
                    <a:pt x="1278274" y="1496074"/>
                  </a:lnTo>
                  <a:lnTo>
                    <a:pt x="1278279" y="1496067"/>
                  </a:lnTo>
                  <a:lnTo>
                    <a:pt x="1278286" y="1496061"/>
                  </a:lnTo>
                  <a:lnTo>
                    <a:pt x="1278296" y="1496052"/>
                  </a:lnTo>
                  <a:lnTo>
                    <a:pt x="1278305" y="1496041"/>
                  </a:lnTo>
                  <a:lnTo>
                    <a:pt x="1278313" y="1496032"/>
                  </a:lnTo>
                  <a:lnTo>
                    <a:pt x="1278325" y="1496014"/>
                  </a:lnTo>
                  <a:lnTo>
                    <a:pt x="1278328" y="1496008"/>
                  </a:lnTo>
                  <a:lnTo>
                    <a:pt x="1278330" y="1495999"/>
                  </a:lnTo>
                  <a:lnTo>
                    <a:pt x="1278332" y="1495994"/>
                  </a:lnTo>
                  <a:lnTo>
                    <a:pt x="1278338" y="1495989"/>
                  </a:lnTo>
                  <a:lnTo>
                    <a:pt x="1278348" y="1495983"/>
                  </a:lnTo>
                  <a:lnTo>
                    <a:pt x="1278353" y="1495981"/>
                  </a:lnTo>
                  <a:lnTo>
                    <a:pt x="1278354" y="1495974"/>
                  </a:lnTo>
                  <a:lnTo>
                    <a:pt x="1278355" y="1495968"/>
                  </a:lnTo>
                  <a:lnTo>
                    <a:pt x="1278354" y="1495962"/>
                  </a:lnTo>
                  <a:lnTo>
                    <a:pt x="1278352" y="1495953"/>
                  </a:lnTo>
                  <a:lnTo>
                    <a:pt x="1278347" y="1495944"/>
                  </a:lnTo>
                  <a:lnTo>
                    <a:pt x="1278344" y="1495933"/>
                  </a:lnTo>
                  <a:lnTo>
                    <a:pt x="1278344" y="1495924"/>
                  </a:lnTo>
                  <a:lnTo>
                    <a:pt x="1278345" y="1495917"/>
                  </a:lnTo>
                  <a:lnTo>
                    <a:pt x="1278350" y="1495906"/>
                  </a:lnTo>
                  <a:lnTo>
                    <a:pt x="1278356" y="1495894"/>
                  </a:lnTo>
                  <a:lnTo>
                    <a:pt x="1278360" y="1495884"/>
                  </a:lnTo>
                  <a:lnTo>
                    <a:pt x="1278362" y="1495868"/>
                  </a:lnTo>
                  <a:lnTo>
                    <a:pt x="1278357" y="1495864"/>
                  </a:lnTo>
                  <a:lnTo>
                    <a:pt x="1278348" y="1495856"/>
                  </a:lnTo>
                  <a:lnTo>
                    <a:pt x="1278340" y="1495852"/>
                  </a:lnTo>
                  <a:lnTo>
                    <a:pt x="1278317" y="1495821"/>
                  </a:lnTo>
                  <a:lnTo>
                    <a:pt x="1278304" y="1495807"/>
                  </a:lnTo>
                  <a:lnTo>
                    <a:pt x="1278289" y="1495798"/>
                  </a:lnTo>
                  <a:lnTo>
                    <a:pt x="1278287" y="1495789"/>
                  </a:lnTo>
                  <a:lnTo>
                    <a:pt x="1278287" y="1495779"/>
                  </a:lnTo>
                  <a:lnTo>
                    <a:pt x="1278300" y="1495764"/>
                  </a:lnTo>
                  <a:lnTo>
                    <a:pt x="1278306" y="1495755"/>
                  </a:lnTo>
                  <a:lnTo>
                    <a:pt x="1278313" y="1495744"/>
                  </a:lnTo>
                  <a:lnTo>
                    <a:pt x="1278318" y="1495736"/>
                  </a:lnTo>
                  <a:lnTo>
                    <a:pt x="1278324" y="1495725"/>
                  </a:lnTo>
                  <a:lnTo>
                    <a:pt x="1278328" y="1495715"/>
                  </a:lnTo>
                  <a:lnTo>
                    <a:pt x="1278336" y="1495701"/>
                  </a:lnTo>
                  <a:lnTo>
                    <a:pt x="1278345" y="1495684"/>
                  </a:lnTo>
                  <a:lnTo>
                    <a:pt x="1278351" y="1495675"/>
                  </a:lnTo>
                  <a:lnTo>
                    <a:pt x="1278358" y="1495661"/>
                  </a:lnTo>
                  <a:lnTo>
                    <a:pt x="1278349" y="1495655"/>
                  </a:lnTo>
                  <a:lnTo>
                    <a:pt x="1278332" y="1495647"/>
                  </a:lnTo>
                  <a:lnTo>
                    <a:pt x="1278319" y="1495639"/>
                  </a:lnTo>
                  <a:lnTo>
                    <a:pt x="1278313" y="1495639"/>
                  </a:lnTo>
                  <a:lnTo>
                    <a:pt x="1278289" y="1495653"/>
                  </a:lnTo>
                  <a:lnTo>
                    <a:pt x="1278279" y="1495657"/>
                  </a:lnTo>
                  <a:lnTo>
                    <a:pt x="1278274" y="1495656"/>
                  </a:lnTo>
                  <a:lnTo>
                    <a:pt x="1278264" y="1495644"/>
                  </a:lnTo>
                  <a:lnTo>
                    <a:pt x="1278256" y="1495635"/>
                  </a:lnTo>
                  <a:lnTo>
                    <a:pt x="1278249" y="1495626"/>
                  </a:lnTo>
                  <a:lnTo>
                    <a:pt x="1278249" y="1495615"/>
                  </a:lnTo>
                  <a:lnTo>
                    <a:pt x="1278250" y="1495599"/>
                  </a:lnTo>
                  <a:lnTo>
                    <a:pt x="1278250" y="1495582"/>
                  </a:lnTo>
                  <a:lnTo>
                    <a:pt x="1278249" y="1495561"/>
                  </a:lnTo>
                  <a:lnTo>
                    <a:pt x="1278247" y="1495551"/>
                  </a:lnTo>
                  <a:lnTo>
                    <a:pt x="1278240" y="1495543"/>
                  </a:lnTo>
                  <a:lnTo>
                    <a:pt x="1278231" y="1495535"/>
                  </a:lnTo>
                  <a:lnTo>
                    <a:pt x="1278222" y="1495528"/>
                  </a:lnTo>
                  <a:lnTo>
                    <a:pt x="1278214" y="1495525"/>
                  </a:lnTo>
                  <a:lnTo>
                    <a:pt x="1278200" y="1495519"/>
                  </a:lnTo>
                  <a:lnTo>
                    <a:pt x="1278188" y="1495514"/>
                  </a:lnTo>
                  <a:lnTo>
                    <a:pt x="1278176" y="1495510"/>
                  </a:lnTo>
                  <a:lnTo>
                    <a:pt x="1278170" y="1495506"/>
                  </a:lnTo>
                  <a:lnTo>
                    <a:pt x="1278161" y="1495495"/>
                  </a:lnTo>
                  <a:lnTo>
                    <a:pt x="1278150" y="1495484"/>
                  </a:lnTo>
                  <a:lnTo>
                    <a:pt x="1278138" y="1495469"/>
                  </a:lnTo>
                  <a:lnTo>
                    <a:pt x="1278133" y="1495465"/>
                  </a:lnTo>
                  <a:lnTo>
                    <a:pt x="1278124" y="1495450"/>
                  </a:lnTo>
                  <a:lnTo>
                    <a:pt x="1278118" y="1495441"/>
                  </a:lnTo>
                  <a:lnTo>
                    <a:pt x="1278113" y="1495437"/>
                  </a:lnTo>
                  <a:lnTo>
                    <a:pt x="1278106" y="1495435"/>
                  </a:lnTo>
                  <a:lnTo>
                    <a:pt x="1278095" y="1495433"/>
                  </a:lnTo>
                  <a:lnTo>
                    <a:pt x="1278090" y="1495430"/>
                  </a:lnTo>
                  <a:lnTo>
                    <a:pt x="1278086" y="1495423"/>
                  </a:lnTo>
                  <a:lnTo>
                    <a:pt x="1278079" y="1495413"/>
                  </a:lnTo>
                  <a:lnTo>
                    <a:pt x="1278073" y="1495404"/>
                  </a:lnTo>
                  <a:lnTo>
                    <a:pt x="1278066" y="1495396"/>
                  </a:lnTo>
                  <a:lnTo>
                    <a:pt x="1278060" y="1495394"/>
                  </a:lnTo>
                  <a:lnTo>
                    <a:pt x="1278074" y="1495385"/>
                  </a:lnTo>
                  <a:lnTo>
                    <a:pt x="1278083" y="1495378"/>
                  </a:lnTo>
                  <a:lnTo>
                    <a:pt x="1278090" y="1495373"/>
                  </a:lnTo>
                  <a:lnTo>
                    <a:pt x="1278103" y="1495365"/>
                  </a:lnTo>
                  <a:lnTo>
                    <a:pt x="1278114" y="1495354"/>
                  </a:lnTo>
                  <a:lnTo>
                    <a:pt x="1278124" y="1495341"/>
                  </a:lnTo>
                  <a:lnTo>
                    <a:pt x="1278128" y="1495328"/>
                  </a:lnTo>
                  <a:lnTo>
                    <a:pt x="1278129" y="1495320"/>
                  </a:lnTo>
                  <a:lnTo>
                    <a:pt x="1278125" y="1495307"/>
                  </a:lnTo>
                  <a:lnTo>
                    <a:pt x="1278122" y="1495294"/>
                  </a:lnTo>
                  <a:lnTo>
                    <a:pt x="1278118" y="1495273"/>
                  </a:lnTo>
                  <a:lnTo>
                    <a:pt x="1278139" y="1495259"/>
                  </a:lnTo>
                  <a:lnTo>
                    <a:pt x="1278153" y="1495242"/>
                  </a:lnTo>
                  <a:lnTo>
                    <a:pt x="1278160" y="1495220"/>
                  </a:lnTo>
                  <a:lnTo>
                    <a:pt x="1278169" y="1495195"/>
                  </a:lnTo>
                  <a:lnTo>
                    <a:pt x="1278179" y="1495186"/>
                  </a:lnTo>
                  <a:lnTo>
                    <a:pt x="1278184" y="1495181"/>
                  </a:lnTo>
                  <a:lnTo>
                    <a:pt x="1278191" y="1495174"/>
                  </a:lnTo>
                  <a:lnTo>
                    <a:pt x="1278201" y="1495165"/>
                  </a:lnTo>
                  <a:lnTo>
                    <a:pt x="1278211" y="1495154"/>
                  </a:lnTo>
                  <a:lnTo>
                    <a:pt x="1278214" y="1495149"/>
                  </a:lnTo>
                  <a:lnTo>
                    <a:pt x="1278218" y="1495143"/>
                  </a:lnTo>
                  <a:lnTo>
                    <a:pt x="1278222" y="1495131"/>
                  </a:lnTo>
                  <a:lnTo>
                    <a:pt x="1278226" y="1495114"/>
                  </a:lnTo>
                  <a:lnTo>
                    <a:pt x="1278229" y="1495099"/>
                  </a:lnTo>
                  <a:lnTo>
                    <a:pt x="1278236" y="1495073"/>
                  </a:lnTo>
                  <a:lnTo>
                    <a:pt x="1278242" y="1495050"/>
                  </a:lnTo>
                  <a:lnTo>
                    <a:pt x="1278243" y="1495039"/>
                  </a:lnTo>
                  <a:lnTo>
                    <a:pt x="1278239" y="1495032"/>
                  </a:lnTo>
                  <a:lnTo>
                    <a:pt x="1278237" y="1495027"/>
                  </a:lnTo>
                  <a:lnTo>
                    <a:pt x="1278234" y="1495021"/>
                  </a:lnTo>
                  <a:lnTo>
                    <a:pt x="1278229" y="1495000"/>
                  </a:lnTo>
                  <a:lnTo>
                    <a:pt x="1278224" y="1494977"/>
                  </a:lnTo>
                  <a:lnTo>
                    <a:pt x="1278223" y="1494958"/>
                  </a:lnTo>
                  <a:lnTo>
                    <a:pt x="1278223" y="1494936"/>
                  </a:lnTo>
                  <a:lnTo>
                    <a:pt x="1278225" y="1494921"/>
                  </a:lnTo>
                  <a:lnTo>
                    <a:pt x="1278225" y="1494894"/>
                  </a:lnTo>
                  <a:lnTo>
                    <a:pt x="1278226" y="1494886"/>
                  </a:lnTo>
                  <a:lnTo>
                    <a:pt x="1278226" y="1494875"/>
                  </a:lnTo>
                  <a:lnTo>
                    <a:pt x="1278223" y="1494866"/>
                  </a:lnTo>
                  <a:lnTo>
                    <a:pt x="1278220" y="1494855"/>
                  </a:lnTo>
                  <a:lnTo>
                    <a:pt x="1278208" y="1494839"/>
                  </a:lnTo>
                  <a:lnTo>
                    <a:pt x="1278195" y="1494825"/>
                  </a:lnTo>
                  <a:lnTo>
                    <a:pt x="1278184" y="1494813"/>
                  </a:lnTo>
                  <a:lnTo>
                    <a:pt x="1278170" y="1494800"/>
                  </a:lnTo>
                  <a:lnTo>
                    <a:pt x="1278161" y="1494793"/>
                  </a:lnTo>
                  <a:lnTo>
                    <a:pt x="1278144" y="1494769"/>
                  </a:lnTo>
                  <a:lnTo>
                    <a:pt x="1278138" y="1494757"/>
                  </a:lnTo>
                  <a:lnTo>
                    <a:pt x="1278130" y="1494739"/>
                  </a:lnTo>
                  <a:lnTo>
                    <a:pt x="1278124" y="1494727"/>
                  </a:lnTo>
                  <a:lnTo>
                    <a:pt x="1278113" y="1494717"/>
                  </a:lnTo>
                  <a:lnTo>
                    <a:pt x="1278101" y="1494704"/>
                  </a:lnTo>
                  <a:lnTo>
                    <a:pt x="1278101" y="1494697"/>
                  </a:lnTo>
                  <a:lnTo>
                    <a:pt x="1278101" y="1494683"/>
                  </a:lnTo>
                  <a:lnTo>
                    <a:pt x="1278099" y="1494669"/>
                  </a:lnTo>
                  <a:lnTo>
                    <a:pt x="1278097" y="1494656"/>
                  </a:lnTo>
                  <a:lnTo>
                    <a:pt x="1278097" y="1494648"/>
                  </a:lnTo>
                  <a:lnTo>
                    <a:pt x="1278100" y="1494628"/>
                  </a:lnTo>
                  <a:lnTo>
                    <a:pt x="1278102" y="1494612"/>
                  </a:lnTo>
                  <a:lnTo>
                    <a:pt x="1278103" y="1494602"/>
                  </a:lnTo>
                  <a:lnTo>
                    <a:pt x="1278105" y="1494597"/>
                  </a:lnTo>
                  <a:lnTo>
                    <a:pt x="1278117" y="1494586"/>
                  </a:lnTo>
                  <a:lnTo>
                    <a:pt x="1278126" y="1494579"/>
                  </a:lnTo>
                  <a:lnTo>
                    <a:pt x="1278133" y="1494572"/>
                  </a:lnTo>
                  <a:lnTo>
                    <a:pt x="1278139" y="1494567"/>
                  </a:lnTo>
                  <a:lnTo>
                    <a:pt x="1278146" y="1494561"/>
                  </a:lnTo>
                  <a:lnTo>
                    <a:pt x="1278156" y="1494556"/>
                  </a:lnTo>
                  <a:lnTo>
                    <a:pt x="1278169" y="1494551"/>
                  </a:lnTo>
                  <a:lnTo>
                    <a:pt x="1278183" y="1494545"/>
                  </a:lnTo>
                  <a:lnTo>
                    <a:pt x="1278192" y="1494541"/>
                  </a:lnTo>
                  <a:lnTo>
                    <a:pt x="1278199" y="1494538"/>
                  </a:lnTo>
                  <a:lnTo>
                    <a:pt x="1278203" y="1494535"/>
                  </a:lnTo>
                  <a:lnTo>
                    <a:pt x="1278208" y="1494531"/>
                  </a:lnTo>
                  <a:lnTo>
                    <a:pt x="1278213" y="1494527"/>
                  </a:lnTo>
                  <a:lnTo>
                    <a:pt x="1278221" y="1494521"/>
                  </a:lnTo>
                  <a:lnTo>
                    <a:pt x="1278226" y="1494515"/>
                  </a:lnTo>
                  <a:lnTo>
                    <a:pt x="1278230" y="1494511"/>
                  </a:lnTo>
                  <a:lnTo>
                    <a:pt x="1278233" y="1494507"/>
                  </a:lnTo>
                  <a:lnTo>
                    <a:pt x="1278248" y="1494490"/>
                  </a:lnTo>
                  <a:lnTo>
                    <a:pt x="1278269" y="1494478"/>
                  </a:lnTo>
                  <a:lnTo>
                    <a:pt x="1278291" y="1494469"/>
                  </a:lnTo>
                  <a:lnTo>
                    <a:pt x="1278320" y="1494458"/>
                  </a:lnTo>
                  <a:lnTo>
                    <a:pt x="1278338" y="1494457"/>
                  </a:lnTo>
                  <a:lnTo>
                    <a:pt x="1278351" y="1494455"/>
                  </a:lnTo>
                  <a:lnTo>
                    <a:pt x="1278360" y="1494452"/>
                  </a:lnTo>
                  <a:lnTo>
                    <a:pt x="1278365" y="1494443"/>
                  </a:lnTo>
                  <a:lnTo>
                    <a:pt x="1278367" y="1494436"/>
                  </a:lnTo>
                  <a:lnTo>
                    <a:pt x="1278371" y="1494420"/>
                  </a:lnTo>
                  <a:lnTo>
                    <a:pt x="1278374" y="1494416"/>
                  </a:lnTo>
                  <a:lnTo>
                    <a:pt x="1278381" y="1494410"/>
                  </a:lnTo>
                  <a:lnTo>
                    <a:pt x="1278388" y="1494407"/>
                  </a:lnTo>
                  <a:lnTo>
                    <a:pt x="1278395" y="1494405"/>
                  </a:lnTo>
                  <a:lnTo>
                    <a:pt x="1278411" y="1494401"/>
                  </a:lnTo>
                  <a:lnTo>
                    <a:pt x="1278424" y="1494395"/>
                  </a:lnTo>
                  <a:lnTo>
                    <a:pt x="1278433" y="1494390"/>
                  </a:lnTo>
                  <a:lnTo>
                    <a:pt x="1278443" y="1494382"/>
                  </a:lnTo>
                  <a:lnTo>
                    <a:pt x="1278452" y="1494373"/>
                  </a:lnTo>
                  <a:lnTo>
                    <a:pt x="1278467" y="1494360"/>
                  </a:lnTo>
                  <a:lnTo>
                    <a:pt x="1278480" y="1494348"/>
                  </a:lnTo>
                  <a:lnTo>
                    <a:pt x="1278490" y="1494339"/>
                  </a:lnTo>
                  <a:lnTo>
                    <a:pt x="1278500" y="1494327"/>
                  </a:lnTo>
                  <a:lnTo>
                    <a:pt x="1278509" y="1494318"/>
                  </a:lnTo>
                  <a:lnTo>
                    <a:pt x="1278515" y="1494308"/>
                  </a:lnTo>
                  <a:lnTo>
                    <a:pt x="1278520" y="1494303"/>
                  </a:lnTo>
                  <a:lnTo>
                    <a:pt x="1278526" y="1494297"/>
                  </a:lnTo>
                  <a:lnTo>
                    <a:pt x="1278531" y="1494293"/>
                  </a:lnTo>
                  <a:lnTo>
                    <a:pt x="1278538" y="1494288"/>
                  </a:lnTo>
                  <a:lnTo>
                    <a:pt x="1278543" y="1494286"/>
                  </a:lnTo>
                  <a:lnTo>
                    <a:pt x="1278547" y="1494285"/>
                  </a:lnTo>
                  <a:lnTo>
                    <a:pt x="1278552" y="1494284"/>
                  </a:lnTo>
                  <a:lnTo>
                    <a:pt x="1278557" y="1494285"/>
                  </a:lnTo>
                  <a:lnTo>
                    <a:pt x="1278565" y="1494288"/>
                  </a:lnTo>
                  <a:lnTo>
                    <a:pt x="1278572" y="1494289"/>
                  </a:lnTo>
                  <a:lnTo>
                    <a:pt x="1278576" y="1494289"/>
                  </a:lnTo>
                  <a:lnTo>
                    <a:pt x="1278583" y="1494289"/>
                  </a:lnTo>
                  <a:lnTo>
                    <a:pt x="1278592" y="1494286"/>
                  </a:lnTo>
                  <a:lnTo>
                    <a:pt x="1278599" y="1494284"/>
                  </a:lnTo>
                  <a:lnTo>
                    <a:pt x="1278609" y="1494277"/>
                  </a:lnTo>
                  <a:lnTo>
                    <a:pt x="1278625" y="1494268"/>
                  </a:lnTo>
                  <a:lnTo>
                    <a:pt x="1278634" y="1494262"/>
                  </a:lnTo>
                  <a:lnTo>
                    <a:pt x="1278642" y="1494257"/>
                  </a:lnTo>
                  <a:lnTo>
                    <a:pt x="1278647" y="1494256"/>
                  </a:lnTo>
                  <a:lnTo>
                    <a:pt x="1278651" y="1494253"/>
                  </a:lnTo>
                  <a:lnTo>
                    <a:pt x="1278657" y="1494248"/>
                  </a:lnTo>
                  <a:lnTo>
                    <a:pt x="1278660" y="1494243"/>
                  </a:lnTo>
                  <a:lnTo>
                    <a:pt x="1278662" y="1494238"/>
                  </a:lnTo>
                  <a:lnTo>
                    <a:pt x="1278664" y="1494230"/>
                  </a:lnTo>
                  <a:lnTo>
                    <a:pt x="1278667" y="1494221"/>
                  </a:lnTo>
                  <a:lnTo>
                    <a:pt x="1278670" y="1494200"/>
                  </a:lnTo>
                  <a:lnTo>
                    <a:pt x="1278672" y="1494182"/>
                  </a:lnTo>
                  <a:lnTo>
                    <a:pt x="1278676" y="1494154"/>
                  </a:lnTo>
                  <a:lnTo>
                    <a:pt x="1278681" y="1494133"/>
                  </a:lnTo>
                  <a:lnTo>
                    <a:pt x="1278683" y="1494118"/>
                  </a:lnTo>
                  <a:lnTo>
                    <a:pt x="1278684" y="1494109"/>
                  </a:lnTo>
                  <a:lnTo>
                    <a:pt x="1278687" y="1494103"/>
                  </a:lnTo>
                  <a:lnTo>
                    <a:pt x="1278692" y="1494097"/>
                  </a:lnTo>
                  <a:lnTo>
                    <a:pt x="1278700" y="1494090"/>
                  </a:lnTo>
                  <a:lnTo>
                    <a:pt x="1278707" y="1494083"/>
                  </a:lnTo>
                  <a:lnTo>
                    <a:pt x="1278711" y="1494077"/>
                  </a:lnTo>
                  <a:lnTo>
                    <a:pt x="1278713" y="1494070"/>
                  </a:lnTo>
                  <a:lnTo>
                    <a:pt x="1278716" y="1494060"/>
                  </a:lnTo>
                  <a:lnTo>
                    <a:pt x="1278719" y="1494046"/>
                  </a:lnTo>
                  <a:lnTo>
                    <a:pt x="1278721" y="1494035"/>
                  </a:lnTo>
                  <a:lnTo>
                    <a:pt x="1278721" y="1494025"/>
                  </a:lnTo>
                  <a:lnTo>
                    <a:pt x="1278720" y="1494009"/>
                  </a:lnTo>
                  <a:lnTo>
                    <a:pt x="1278719" y="1494002"/>
                  </a:lnTo>
                  <a:lnTo>
                    <a:pt x="1278716" y="1493989"/>
                  </a:lnTo>
                  <a:lnTo>
                    <a:pt x="1278712" y="1493982"/>
                  </a:lnTo>
                  <a:lnTo>
                    <a:pt x="1278708" y="1493976"/>
                  </a:lnTo>
                  <a:lnTo>
                    <a:pt x="1278702" y="1493970"/>
                  </a:lnTo>
                  <a:lnTo>
                    <a:pt x="1278695" y="1493962"/>
                  </a:lnTo>
                  <a:lnTo>
                    <a:pt x="1278688" y="1493953"/>
                  </a:lnTo>
                  <a:lnTo>
                    <a:pt x="1278679" y="1493946"/>
                  </a:lnTo>
                  <a:lnTo>
                    <a:pt x="1278669" y="1493941"/>
                  </a:lnTo>
                  <a:lnTo>
                    <a:pt x="1278658" y="1493933"/>
                  </a:lnTo>
                  <a:lnTo>
                    <a:pt x="1278647" y="1493924"/>
                  </a:lnTo>
                  <a:lnTo>
                    <a:pt x="1278643" y="1493917"/>
                  </a:lnTo>
                  <a:lnTo>
                    <a:pt x="1278645" y="1493900"/>
                  </a:lnTo>
                  <a:lnTo>
                    <a:pt x="1278644" y="1493892"/>
                  </a:lnTo>
                  <a:lnTo>
                    <a:pt x="1278649" y="1493885"/>
                  </a:lnTo>
                  <a:lnTo>
                    <a:pt x="1278659" y="1493874"/>
                  </a:lnTo>
                  <a:lnTo>
                    <a:pt x="1278666" y="1493870"/>
                  </a:lnTo>
                  <a:lnTo>
                    <a:pt x="1278671" y="1493866"/>
                  </a:lnTo>
                  <a:lnTo>
                    <a:pt x="1278678" y="1493858"/>
                  </a:lnTo>
                  <a:lnTo>
                    <a:pt x="1278681" y="1493845"/>
                  </a:lnTo>
                  <a:lnTo>
                    <a:pt x="1278682" y="1493834"/>
                  </a:lnTo>
                  <a:lnTo>
                    <a:pt x="1278683" y="1493822"/>
                  </a:lnTo>
                  <a:lnTo>
                    <a:pt x="1278682" y="1493808"/>
                  </a:lnTo>
                  <a:lnTo>
                    <a:pt x="1278678" y="1493794"/>
                  </a:lnTo>
                  <a:lnTo>
                    <a:pt x="1278675" y="1493786"/>
                  </a:lnTo>
                  <a:lnTo>
                    <a:pt x="1278671" y="1493779"/>
                  </a:lnTo>
                  <a:lnTo>
                    <a:pt x="1278666" y="1493773"/>
                  </a:lnTo>
                  <a:lnTo>
                    <a:pt x="1278660" y="1493766"/>
                  </a:lnTo>
                  <a:lnTo>
                    <a:pt x="1278654" y="1493760"/>
                  </a:lnTo>
                  <a:lnTo>
                    <a:pt x="1278649" y="1493758"/>
                  </a:lnTo>
                  <a:lnTo>
                    <a:pt x="1278644" y="1493754"/>
                  </a:lnTo>
                  <a:lnTo>
                    <a:pt x="1278640" y="1493746"/>
                  </a:lnTo>
                  <a:lnTo>
                    <a:pt x="1278636" y="1493737"/>
                  </a:lnTo>
                  <a:lnTo>
                    <a:pt x="1278634" y="1493728"/>
                  </a:lnTo>
                  <a:lnTo>
                    <a:pt x="1278633" y="1493722"/>
                  </a:lnTo>
                  <a:lnTo>
                    <a:pt x="1278632" y="1493713"/>
                  </a:lnTo>
                  <a:lnTo>
                    <a:pt x="1278633" y="1493701"/>
                  </a:lnTo>
                  <a:lnTo>
                    <a:pt x="1278637" y="1493683"/>
                  </a:lnTo>
                  <a:lnTo>
                    <a:pt x="1278640" y="1493654"/>
                  </a:lnTo>
                  <a:lnTo>
                    <a:pt x="1278639" y="1493648"/>
                  </a:lnTo>
                  <a:lnTo>
                    <a:pt x="1278635" y="1493642"/>
                  </a:lnTo>
                  <a:lnTo>
                    <a:pt x="1278626" y="1493633"/>
                  </a:lnTo>
                  <a:lnTo>
                    <a:pt x="1278613" y="1493627"/>
                  </a:lnTo>
                  <a:lnTo>
                    <a:pt x="1278605" y="1493627"/>
                  </a:lnTo>
                  <a:lnTo>
                    <a:pt x="1278592" y="1493627"/>
                  </a:lnTo>
                  <a:lnTo>
                    <a:pt x="1278579" y="1493628"/>
                  </a:lnTo>
                  <a:lnTo>
                    <a:pt x="1278557" y="1493632"/>
                  </a:lnTo>
                  <a:lnTo>
                    <a:pt x="1278531" y="1493637"/>
                  </a:lnTo>
                  <a:lnTo>
                    <a:pt x="1278517" y="1493638"/>
                  </a:lnTo>
                  <a:lnTo>
                    <a:pt x="1278503" y="1493638"/>
                  </a:lnTo>
                  <a:lnTo>
                    <a:pt x="1278490" y="1493636"/>
                  </a:lnTo>
                  <a:lnTo>
                    <a:pt x="1278477" y="1493631"/>
                  </a:lnTo>
                  <a:lnTo>
                    <a:pt x="1278468" y="1493626"/>
                  </a:lnTo>
                  <a:lnTo>
                    <a:pt x="1278457" y="1493619"/>
                  </a:lnTo>
                  <a:lnTo>
                    <a:pt x="1278447" y="1493610"/>
                  </a:lnTo>
                  <a:lnTo>
                    <a:pt x="1278440" y="1493598"/>
                  </a:lnTo>
                  <a:lnTo>
                    <a:pt x="1278433" y="1493583"/>
                  </a:lnTo>
                  <a:lnTo>
                    <a:pt x="1278428" y="1493568"/>
                  </a:lnTo>
                  <a:lnTo>
                    <a:pt x="1278425" y="1493554"/>
                  </a:lnTo>
                  <a:lnTo>
                    <a:pt x="1278420" y="1493539"/>
                  </a:lnTo>
                  <a:lnTo>
                    <a:pt x="1278413" y="1493523"/>
                  </a:lnTo>
                  <a:lnTo>
                    <a:pt x="1278405" y="1493508"/>
                  </a:lnTo>
                  <a:lnTo>
                    <a:pt x="1278396" y="1493493"/>
                  </a:lnTo>
                  <a:lnTo>
                    <a:pt x="1278387" y="1493472"/>
                  </a:lnTo>
                  <a:lnTo>
                    <a:pt x="1278383" y="1493462"/>
                  </a:lnTo>
                  <a:lnTo>
                    <a:pt x="1278378" y="1493454"/>
                  </a:lnTo>
                  <a:lnTo>
                    <a:pt x="1278373" y="1493448"/>
                  </a:lnTo>
                  <a:lnTo>
                    <a:pt x="1278369" y="1493442"/>
                  </a:lnTo>
                  <a:lnTo>
                    <a:pt x="1278363" y="1493435"/>
                  </a:lnTo>
                  <a:lnTo>
                    <a:pt x="1278352" y="1493428"/>
                  </a:lnTo>
                  <a:lnTo>
                    <a:pt x="1278339" y="1493423"/>
                  </a:lnTo>
                  <a:lnTo>
                    <a:pt x="1278327" y="1493418"/>
                  </a:lnTo>
                  <a:lnTo>
                    <a:pt x="1278314" y="1493412"/>
                  </a:lnTo>
                  <a:lnTo>
                    <a:pt x="1278301" y="1493408"/>
                  </a:lnTo>
                  <a:lnTo>
                    <a:pt x="1278294" y="1493402"/>
                  </a:lnTo>
                  <a:lnTo>
                    <a:pt x="1278292" y="1493394"/>
                  </a:lnTo>
                  <a:lnTo>
                    <a:pt x="1278290" y="1493382"/>
                  </a:lnTo>
                  <a:lnTo>
                    <a:pt x="1278288" y="1493371"/>
                  </a:lnTo>
                  <a:lnTo>
                    <a:pt x="1278286" y="1493367"/>
                  </a:lnTo>
                  <a:lnTo>
                    <a:pt x="1278280" y="1493361"/>
                  </a:lnTo>
                  <a:lnTo>
                    <a:pt x="1278253" y="1493344"/>
                  </a:lnTo>
                  <a:lnTo>
                    <a:pt x="1278242" y="1493338"/>
                  </a:lnTo>
                  <a:lnTo>
                    <a:pt x="1278238" y="1493336"/>
                  </a:lnTo>
                  <a:lnTo>
                    <a:pt x="1278219" y="1493339"/>
                  </a:lnTo>
                  <a:lnTo>
                    <a:pt x="1278211" y="1493339"/>
                  </a:lnTo>
                  <a:lnTo>
                    <a:pt x="1278197" y="1493334"/>
                  </a:lnTo>
                  <a:lnTo>
                    <a:pt x="1278178" y="1493325"/>
                  </a:lnTo>
                  <a:lnTo>
                    <a:pt x="1278155" y="1493317"/>
                  </a:lnTo>
                  <a:lnTo>
                    <a:pt x="1278140" y="1493310"/>
                  </a:lnTo>
                  <a:lnTo>
                    <a:pt x="1278116" y="1493294"/>
                  </a:lnTo>
                  <a:lnTo>
                    <a:pt x="1278094" y="1493284"/>
                  </a:lnTo>
                  <a:lnTo>
                    <a:pt x="1278075" y="1493274"/>
                  </a:lnTo>
                  <a:lnTo>
                    <a:pt x="1278056" y="1493267"/>
                  </a:lnTo>
                  <a:lnTo>
                    <a:pt x="1278038" y="1493262"/>
                  </a:lnTo>
                  <a:lnTo>
                    <a:pt x="1278030" y="1493256"/>
                  </a:lnTo>
                  <a:lnTo>
                    <a:pt x="1278015" y="1493253"/>
                  </a:lnTo>
                  <a:lnTo>
                    <a:pt x="1277999" y="1493262"/>
                  </a:lnTo>
                  <a:lnTo>
                    <a:pt x="1277977" y="1493283"/>
                  </a:lnTo>
                  <a:lnTo>
                    <a:pt x="1277966" y="1493290"/>
                  </a:lnTo>
                  <a:lnTo>
                    <a:pt x="1277950" y="1493296"/>
                  </a:lnTo>
                  <a:lnTo>
                    <a:pt x="1277938" y="1493298"/>
                  </a:lnTo>
                  <a:lnTo>
                    <a:pt x="1277929" y="1493298"/>
                  </a:lnTo>
                  <a:lnTo>
                    <a:pt x="1277919" y="1493297"/>
                  </a:lnTo>
                  <a:lnTo>
                    <a:pt x="1277910" y="1493297"/>
                  </a:lnTo>
                  <a:lnTo>
                    <a:pt x="1277897" y="1493293"/>
                  </a:lnTo>
                  <a:lnTo>
                    <a:pt x="1277891" y="1493292"/>
                  </a:lnTo>
                  <a:lnTo>
                    <a:pt x="1277887" y="1493288"/>
                  </a:lnTo>
                  <a:lnTo>
                    <a:pt x="1277873" y="1493286"/>
                  </a:lnTo>
                  <a:lnTo>
                    <a:pt x="1277856" y="1493281"/>
                  </a:lnTo>
                  <a:lnTo>
                    <a:pt x="1277839" y="1493276"/>
                  </a:lnTo>
                  <a:lnTo>
                    <a:pt x="1277822" y="1493271"/>
                  </a:lnTo>
                  <a:lnTo>
                    <a:pt x="1277812" y="1493267"/>
                  </a:lnTo>
                  <a:lnTo>
                    <a:pt x="1277807" y="1493264"/>
                  </a:lnTo>
                  <a:lnTo>
                    <a:pt x="1277800" y="1493258"/>
                  </a:lnTo>
                  <a:lnTo>
                    <a:pt x="1277790" y="1493246"/>
                  </a:lnTo>
                  <a:lnTo>
                    <a:pt x="1277782" y="1493234"/>
                  </a:lnTo>
                  <a:lnTo>
                    <a:pt x="1277761" y="1493201"/>
                  </a:lnTo>
                  <a:lnTo>
                    <a:pt x="1277746" y="1493182"/>
                  </a:lnTo>
                  <a:lnTo>
                    <a:pt x="1277740" y="1493178"/>
                  </a:lnTo>
                  <a:lnTo>
                    <a:pt x="1277720" y="1493170"/>
                  </a:lnTo>
                  <a:lnTo>
                    <a:pt x="1277705" y="1493162"/>
                  </a:lnTo>
                  <a:lnTo>
                    <a:pt x="1277690" y="1493157"/>
                  </a:lnTo>
                  <a:lnTo>
                    <a:pt x="1277678" y="1493153"/>
                  </a:lnTo>
                  <a:lnTo>
                    <a:pt x="1277669" y="1493150"/>
                  </a:lnTo>
                  <a:lnTo>
                    <a:pt x="1277664" y="1493146"/>
                  </a:lnTo>
                  <a:lnTo>
                    <a:pt x="1277651" y="1493133"/>
                  </a:lnTo>
                  <a:lnTo>
                    <a:pt x="1277637" y="1493117"/>
                  </a:lnTo>
                  <a:lnTo>
                    <a:pt x="1277623" y="1493102"/>
                  </a:lnTo>
                  <a:lnTo>
                    <a:pt x="1277616" y="1493092"/>
                  </a:lnTo>
                  <a:lnTo>
                    <a:pt x="1277607" y="1493082"/>
                  </a:lnTo>
                  <a:lnTo>
                    <a:pt x="1277599" y="1493079"/>
                  </a:lnTo>
                  <a:lnTo>
                    <a:pt x="1277592" y="1493077"/>
                  </a:lnTo>
                  <a:lnTo>
                    <a:pt x="1277588" y="1493074"/>
                  </a:lnTo>
                  <a:lnTo>
                    <a:pt x="1277583" y="1493058"/>
                  </a:lnTo>
                  <a:lnTo>
                    <a:pt x="1277581" y="1493049"/>
                  </a:lnTo>
                  <a:lnTo>
                    <a:pt x="1277580" y="1493041"/>
                  </a:lnTo>
                  <a:lnTo>
                    <a:pt x="1277583" y="1493023"/>
                  </a:lnTo>
                  <a:lnTo>
                    <a:pt x="1277584" y="1493012"/>
                  </a:lnTo>
                  <a:lnTo>
                    <a:pt x="1277586" y="1493001"/>
                  </a:lnTo>
                  <a:lnTo>
                    <a:pt x="1277589" y="1492989"/>
                  </a:lnTo>
                  <a:lnTo>
                    <a:pt x="1277592" y="1492982"/>
                  </a:lnTo>
                  <a:lnTo>
                    <a:pt x="1277597" y="1492971"/>
                  </a:lnTo>
                  <a:lnTo>
                    <a:pt x="1277606" y="1492956"/>
                  </a:lnTo>
                  <a:lnTo>
                    <a:pt x="1277610" y="1492950"/>
                  </a:lnTo>
                  <a:lnTo>
                    <a:pt x="1277615" y="1492943"/>
                  </a:lnTo>
                  <a:lnTo>
                    <a:pt x="1277625" y="1492932"/>
                  </a:lnTo>
                  <a:lnTo>
                    <a:pt x="1277635" y="1492919"/>
                  </a:lnTo>
                  <a:lnTo>
                    <a:pt x="1277647" y="1492904"/>
                  </a:lnTo>
                  <a:lnTo>
                    <a:pt x="1277650" y="1492898"/>
                  </a:lnTo>
                  <a:lnTo>
                    <a:pt x="1277644" y="1492886"/>
                  </a:lnTo>
                  <a:lnTo>
                    <a:pt x="1277637" y="1492873"/>
                  </a:lnTo>
                  <a:lnTo>
                    <a:pt x="1277631" y="1492863"/>
                  </a:lnTo>
                  <a:lnTo>
                    <a:pt x="1277625" y="1492852"/>
                  </a:lnTo>
                  <a:lnTo>
                    <a:pt x="1277623" y="1492838"/>
                  </a:lnTo>
                  <a:lnTo>
                    <a:pt x="1277618" y="1492822"/>
                  </a:lnTo>
                  <a:lnTo>
                    <a:pt x="1277615" y="1492814"/>
                  </a:lnTo>
                  <a:lnTo>
                    <a:pt x="1277611" y="1492808"/>
                  </a:lnTo>
                  <a:lnTo>
                    <a:pt x="1277601" y="1492795"/>
                  </a:lnTo>
                  <a:lnTo>
                    <a:pt x="1277597" y="1492790"/>
                  </a:lnTo>
                  <a:lnTo>
                    <a:pt x="1277584" y="1492762"/>
                  </a:lnTo>
                  <a:lnTo>
                    <a:pt x="1277571" y="1492741"/>
                  </a:lnTo>
                  <a:lnTo>
                    <a:pt x="1277556" y="1492710"/>
                  </a:lnTo>
                  <a:lnTo>
                    <a:pt x="1277556" y="1492696"/>
                  </a:lnTo>
                  <a:lnTo>
                    <a:pt x="1277547" y="1492662"/>
                  </a:lnTo>
                  <a:lnTo>
                    <a:pt x="1277532" y="1492643"/>
                  </a:lnTo>
                  <a:lnTo>
                    <a:pt x="1277520" y="1492623"/>
                  </a:lnTo>
                  <a:lnTo>
                    <a:pt x="1277518" y="1492616"/>
                  </a:lnTo>
                  <a:lnTo>
                    <a:pt x="1277514" y="1492610"/>
                  </a:lnTo>
                  <a:lnTo>
                    <a:pt x="1277510" y="1492605"/>
                  </a:lnTo>
                  <a:lnTo>
                    <a:pt x="1277504" y="1492601"/>
                  </a:lnTo>
                  <a:lnTo>
                    <a:pt x="1277491" y="1492594"/>
                  </a:lnTo>
                  <a:lnTo>
                    <a:pt x="1277477" y="1492578"/>
                  </a:lnTo>
                  <a:lnTo>
                    <a:pt x="1277474" y="1492573"/>
                  </a:lnTo>
                  <a:lnTo>
                    <a:pt x="1277467" y="1492553"/>
                  </a:lnTo>
                  <a:lnTo>
                    <a:pt x="1277463" y="1492548"/>
                  </a:lnTo>
                  <a:lnTo>
                    <a:pt x="1277459" y="1492545"/>
                  </a:lnTo>
                  <a:lnTo>
                    <a:pt x="1277439" y="1492534"/>
                  </a:lnTo>
                  <a:lnTo>
                    <a:pt x="1277431" y="1492528"/>
                  </a:lnTo>
                  <a:lnTo>
                    <a:pt x="1277422" y="1492516"/>
                  </a:lnTo>
                  <a:lnTo>
                    <a:pt x="1277416" y="1492505"/>
                  </a:lnTo>
                  <a:lnTo>
                    <a:pt x="1277412" y="1492497"/>
                  </a:lnTo>
                  <a:lnTo>
                    <a:pt x="1277401" y="1492484"/>
                  </a:lnTo>
                  <a:lnTo>
                    <a:pt x="1277397" y="1492480"/>
                  </a:lnTo>
                  <a:lnTo>
                    <a:pt x="1277393" y="1492477"/>
                  </a:lnTo>
                  <a:lnTo>
                    <a:pt x="1277383" y="1492469"/>
                  </a:lnTo>
                  <a:lnTo>
                    <a:pt x="1277373" y="1492462"/>
                  </a:lnTo>
                  <a:lnTo>
                    <a:pt x="1277365" y="1492453"/>
                  </a:lnTo>
                  <a:lnTo>
                    <a:pt x="1277354" y="1492445"/>
                  </a:lnTo>
                  <a:lnTo>
                    <a:pt x="1277347" y="1492438"/>
                  </a:lnTo>
                  <a:lnTo>
                    <a:pt x="1277334" y="1492429"/>
                  </a:lnTo>
                  <a:lnTo>
                    <a:pt x="1277327" y="1492425"/>
                  </a:lnTo>
                  <a:lnTo>
                    <a:pt x="1277306" y="1492424"/>
                  </a:lnTo>
                  <a:lnTo>
                    <a:pt x="1277297" y="1492420"/>
                  </a:lnTo>
                  <a:lnTo>
                    <a:pt x="1277291" y="1492419"/>
                  </a:lnTo>
                  <a:lnTo>
                    <a:pt x="1277281" y="1492419"/>
                  </a:lnTo>
                  <a:lnTo>
                    <a:pt x="1277272" y="1492419"/>
                  </a:lnTo>
                  <a:lnTo>
                    <a:pt x="1277254" y="1492422"/>
                  </a:lnTo>
                  <a:lnTo>
                    <a:pt x="1277237" y="1492428"/>
                  </a:lnTo>
                  <a:lnTo>
                    <a:pt x="1277228" y="1492430"/>
                  </a:lnTo>
                  <a:lnTo>
                    <a:pt x="1277211" y="1492434"/>
                  </a:lnTo>
                  <a:lnTo>
                    <a:pt x="1277197" y="1492436"/>
                  </a:lnTo>
                  <a:lnTo>
                    <a:pt x="1277178" y="1492437"/>
                  </a:lnTo>
                  <a:lnTo>
                    <a:pt x="1277164" y="1492437"/>
                  </a:lnTo>
                  <a:lnTo>
                    <a:pt x="1277143" y="1492435"/>
                  </a:lnTo>
                  <a:lnTo>
                    <a:pt x="1277135" y="1492433"/>
                  </a:lnTo>
                  <a:lnTo>
                    <a:pt x="1277124" y="1492428"/>
                  </a:lnTo>
                  <a:lnTo>
                    <a:pt x="1277111" y="1492421"/>
                  </a:lnTo>
                  <a:lnTo>
                    <a:pt x="1277098" y="1492412"/>
                  </a:lnTo>
                  <a:lnTo>
                    <a:pt x="1277088" y="1492405"/>
                  </a:lnTo>
                  <a:lnTo>
                    <a:pt x="1277077" y="1492399"/>
                  </a:lnTo>
                  <a:lnTo>
                    <a:pt x="1277070" y="1492394"/>
                  </a:lnTo>
                  <a:lnTo>
                    <a:pt x="1277058" y="1492383"/>
                  </a:lnTo>
                  <a:lnTo>
                    <a:pt x="1277051" y="1492374"/>
                  </a:lnTo>
                  <a:lnTo>
                    <a:pt x="1277044" y="1492365"/>
                  </a:lnTo>
                  <a:lnTo>
                    <a:pt x="1277036" y="1492360"/>
                  </a:lnTo>
                  <a:lnTo>
                    <a:pt x="1277022" y="1492357"/>
                  </a:lnTo>
                  <a:lnTo>
                    <a:pt x="1277007" y="1492354"/>
                  </a:lnTo>
                  <a:lnTo>
                    <a:pt x="1276991" y="1492353"/>
                  </a:lnTo>
                  <a:lnTo>
                    <a:pt x="1276971" y="1492353"/>
                  </a:lnTo>
                  <a:lnTo>
                    <a:pt x="1276937" y="1492342"/>
                  </a:lnTo>
                  <a:lnTo>
                    <a:pt x="1276931" y="1492339"/>
                  </a:lnTo>
                  <a:lnTo>
                    <a:pt x="1276924" y="1492335"/>
                  </a:lnTo>
                  <a:lnTo>
                    <a:pt x="1276912" y="1492329"/>
                  </a:lnTo>
                  <a:lnTo>
                    <a:pt x="1276902" y="1492322"/>
                  </a:lnTo>
                  <a:lnTo>
                    <a:pt x="1276883" y="1492308"/>
                  </a:lnTo>
                  <a:lnTo>
                    <a:pt x="1276870" y="1492299"/>
                  </a:lnTo>
                  <a:lnTo>
                    <a:pt x="1276858" y="1492291"/>
                  </a:lnTo>
                  <a:lnTo>
                    <a:pt x="1276850" y="1492285"/>
                  </a:lnTo>
                  <a:lnTo>
                    <a:pt x="1276836" y="1492273"/>
                  </a:lnTo>
                  <a:lnTo>
                    <a:pt x="1276828" y="1492266"/>
                  </a:lnTo>
                  <a:lnTo>
                    <a:pt x="1276814" y="1492275"/>
                  </a:lnTo>
                  <a:lnTo>
                    <a:pt x="1276807" y="1492277"/>
                  </a:lnTo>
                  <a:lnTo>
                    <a:pt x="1276800" y="1492276"/>
                  </a:lnTo>
                  <a:lnTo>
                    <a:pt x="1276792" y="1492272"/>
                  </a:lnTo>
                  <a:lnTo>
                    <a:pt x="1276779" y="1492264"/>
                  </a:lnTo>
                  <a:lnTo>
                    <a:pt x="1276773" y="1492261"/>
                  </a:lnTo>
                  <a:lnTo>
                    <a:pt x="1276756" y="1492257"/>
                  </a:lnTo>
                  <a:lnTo>
                    <a:pt x="1276750" y="1492256"/>
                  </a:lnTo>
                  <a:lnTo>
                    <a:pt x="1276732" y="1492258"/>
                  </a:lnTo>
                  <a:lnTo>
                    <a:pt x="1276725" y="1492258"/>
                  </a:lnTo>
                  <a:lnTo>
                    <a:pt x="1276708" y="1492263"/>
                  </a:lnTo>
                  <a:lnTo>
                    <a:pt x="1276683" y="1492269"/>
                  </a:lnTo>
                  <a:lnTo>
                    <a:pt x="1276676" y="1492270"/>
                  </a:lnTo>
                  <a:lnTo>
                    <a:pt x="1276666" y="1492265"/>
                  </a:lnTo>
                  <a:lnTo>
                    <a:pt x="1276651" y="1492257"/>
                  </a:lnTo>
                  <a:lnTo>
                    <a:pt x="1276640" y="1492252"/>
                  </a:lnTo>
                  <a:lnTo>
                    <a:pt x="1276631" y="1492251"/>
                  </a:lnTo>
                  <a:lnTo>
                    <a:pt x="1276622" y="1492254"/>
                  </a:lnTo>
                  <a:lnTo>
                    <a:pt x="1276618" y="1492257"/>
                  </a:lnTo>
                  <a:lnTo>
                    <a:pt x="1276608" y="1492264"/>
                  </a:lnTo>
                  <a:lnTo>
                    <a:pt x="1276596" y="1492271"/>
                  </a:lnTo>
                  <a:lnTo>
                    <a:pt x="1276588" y="1492274"/>
                  </a:lnTo>
                  <a:lnTo>
                    <a:pt x="1276572" y="1492278"/>
                  </a:lnTo>
                  <a:lnTo>
                    <a:pt x="1276552" y="1492281"/>
                  </a:lnTo>
                  <a:lnTo>
                    <a:pt x="1276541" y="1492282"/>
                  </a:lnTo>
                  <a:lnTo>
                    <a:pt x="1276532" y="1492279"/>
                  </a:lnTo>
                  <a:lnTo>
                    <a:pt x="1276522" y="1492274"/>
                  </a:lnTo>
                  <a:lnTo>
                    <a:pt x="1276507" y="1492263"/>
                  </a:lnTo>
                  <a:lnTo>
                    <a:pt x="1276498" y="1492253"/>
                  </a:lnTo>
                  <a:lnTo>
                    <a:pt x="1276492" y="1492247"/>
                  </a:lnTo>
                  <a:lnTo>
                    <a:pt x="1276484" y="1492234"/>
                  </a:lnTo>
                  <a:lnTo>
                    <a:pt x="1276476" y="1492213"/>
                  </a:lnTo>
                  <a:lnTo>
                    <a:pt x="1276462" y="1492176"/>
                  </a:lnTo>
                  <a:lnTo>
                    <a:pt x="1276454" y="1492162"/>
                  </a:lnTo>
                  <a:lnTo>
                    <a:pt x="1276450" y="1492155"/>
                  </a:lnTo>
                  <a:lnTo>
                    <a:pt x="1276442" y="1492147"/>
                  </a:lnTo>
                  <a:lnTo>
                    <a:pt x="1276431" y="1492136"/>
                  </a:lnTo>
                  <a:lnTo>
                    <a:pt x="1276427" y="1492132"/>
                  </a:lnTo>
                  <a:lnTo>
                    <a:pt x="1276423" y="1492126"/>
                  </a:lnTo>
                  <a:lnTo>
                    <a:pt x="1276413" y="1492121"/>
                  </a:lnTo>
                  <a:lnTo>
                    <a:pt x="1276402" y="1492118"/>
                  </a:lnTo>
                  <a:lnTo>
                    <a:pt x="1276386" y="1492116"/>
                  </a:lnTo>
                  <a:lnTo>
                    <a:pt x="1276374" y="1492115"/>
                  </a:lnTo>
                  <a:lnTo>
                    <a:pt x="1276360" y="1492116"/>
                  </a:lnTo>
                  <a:lnTo>
                    <a:pt x="1276350" y="1492115"/>
                  </a:lnTo>
                  <a:lnTo>
                    <a:pt x="1276342" y="1492111"/>
                  </a:lnTo>
                  <a:lnTo>
                    <a:pt x="1276312" y="1492097"/>
                  </a:lnTo>
                  <a:lnTo>
                    <a:pt x="1276302" y="1492094"/>
                  </a:lnTo>
                  <a:lnTo>
                    <a:pt x="1276315" y="1492051"/>
                  </a:lnTo>
                  <a:lnTo>
                    <a:pt x="1276318" y="1492034"/>
                  </a:lnTo>
                  <a:lnTo>
                    <a:pt x="1276332" y="1491958"/>
                  </a:lnTo>
                  <a:lnTo>
                    <a:pt x="1276331" y="1491953"/>
                  </a:lnTo>
                  <a:lnTo>
                    <a:pt x="1276325" y="1491942"/>
                  </a:lnTo>
                  <a:lnTo>
                    <a:pt x="1276315" y="1491931"/>
                  </a:lnTo>
                  <a:lnTo>
                    <a:pt x="1276306" y="1491925"/>
                  </a:lnTo>
                  <a:lnTo>
                    <a:pt x="1276282" y="1491919"/>
                  </a:lnTo>
                  <a:lnTo>
                    <a:pt x="1276276" y="1491916"/>
                  </a:lnTo>
                  <a:lnTo>
                    <a:pt x="1276260" y="1491897"/>
                  </a:lnTo>
                  <a:lnTo>
                    <a:pt x="1276257" y="1491894"/>
                  </a:lnTo>
                  <a:lnTo>
                    <a:pt x="1276252" y="1491891"/>
                  </a:lnTo>
                  <a:lnTo>
                    <a:pt x="1276236" y="1491886"/>
                  </a:lnTo>
                  <a:lnTo>
                    <a:pt x="1276206" y="1491872"/>
                  </a:lnTo>
                  <a:lnTo>
                    <a:pt x="1276172" y="1491858"/>
                  </a:lnTo>
                  <a:lnTo>
                    <a:pt x="1276148" y="1491847"/>
                  </a:lnTo>
                  <a:lnTo>
                    <a:pt x="1276134" y="1491841"/>
                  </a:lnTo>
                  <a:lnTo>
                    <a:pt x="1276125" y="1491840"/>
                  </a:lnTo>
                  <a:lnTo>
                    <a:pt x="1276076" y="1491821"/>
                  </a:lnTo>
                  <a:lnTo>
                    <a:pt x="1276071" y="1491818"/>
                  </a:lnTo>
                  <a:lnTo>
                    <a:pt x="1276066" y="1491815"/>
                  </a:lnTo>
                  <a:lnTo>
                    <a:pt x="1276064" y="1491811"/>
                  </a:lnTo>
                  <a:lnTo>
                    <a:pt x="1276063" y="1491805"/>
                  </a:lnTo>
                  <a:lnTo>
                    <a:pt x="1276061" y="1491788"/>
                  </a:lnTo>
                  <a:lnTo>
                    <a:pt x="1276061" y="1491779"/>
                  </a:lnTo>
                  <a:lnTo>
                    <a:pt x="1276060" y="1491765"/>
                  </a:lnTo>
                  <a:lnTo>
                    <a:pt x="1276057" y="1491755"/>
                  </a:lnTo>
                  <a:lnTo>
                    <a:pt x="1276055" y="1491749"/>
                  </a:lnTo>
                  <a:lnTo>
                    <a:pt x="1276053" y="1491745"/>
                  </a:lnTo>
                  <a:lnTo>
                    <a:pt x="1276043" y="1491736"/>
                  </a:lnTo>
                  <a:lnTo>
                    <a:pt x="1276027" y="1491725"/>
                  </a:lnTo>
                  <a:lnTo>
                    <a:pt x="1276017" y="1491716"/>
                  </a:lnTo>
                  <a:lnTo>
                    <a:pt x="1276009" y="1491708"/>
                  </a:lnTo>
                  <a:lnTo>
                    <a:pt x="1276004" y="1491704"/>
                  </a:lnTo>
                  <a:lnTo>
                    <a:pt x="1275997" y="1491692"/>
                  </a:lnTo>
                  <a:lnTo>
                    <a:pt x="1275991" y="1491686"/>
                  </a:lnTo>
                  <a:lnTo>
                    <a:pt x="1275985" y="1491677"/>
                  </a:lnTo>
                  <a:lnTo>
                    <a:pt x="1275975" y="1491666"/>
                  </a:lnTo>
                  <a:lnTo>
                    <a:pt x="1275965" y="1491656"/>
                  </a:lnTo>
                  <a:lnTo>
                    <a:pt x="1275958" y="1491652"/>
                  </a:lnTo>
                  <a:lnTo>
                    <a:pt x="1275950" y="1491652"/>
                  </a:lnTo>
                  <a:lnTo>
                    <a:pt x="1275941" y="1491656"/>
                  </a:lnTo>
                  <a:lnTo>
                    <a:pt x="1275935" y="1491656"/>
                  </a:lnTo>
                  <a:lnTo>
                    <a:pt x="1275928" y="1491647"/>
                  </a:lnTo>
                  <a:lnTo>
                    <a:pt x="1275918" y="1491629"/>
                  </a:lnTo>
                  <a:lnTo>
                    <a:pt x="1275911" y="1491621"/>
                  </a:lnTo>
                  <a:lnTo>
                    <a:pt x="1275908" y="1491610"/>
                  </a:lnTo>
                  <a:lnTo>
                    <a:pt x="1275913" y="1491600"/>
                  </a:lnTo>
                  <a:lnTo>
                    <a:pt x="1275919" y="1491598"/>
                  </a:lnTo>
                  <a:lnTo>
                    <a:pt x="1275925" y="1491598"/>
                  </a:lnTo>
                  <a:lnTo>
                    <a:pt x="1275936" y="1491591"/>
                  </a:lnTo>
                  <a:lnTo>
                    <a:pt x="1275926" y="1491577"/>
                  </a:lnTo>
                  <a:lnTo>
                    <a:pt x="1275917" y="1491559"/>
                  </a:lnTo>
                  <a:lnTo>
                    <a:pt x="1275905" y="1491544"/>
                  </a:lnTo>
                  <a:lnTo>
                    <a:pt x="1275893" y="1491544"/>
                  </a:lnTo>
                  <a:lnTo>
                    <a:pt x="1275879" y="1491547"/>
                  </a:lnTo>
                  <a:lnTo>
                    <a:pt x="1275860" y="1491550"/>
                  </a:lnTo>
                  <a:lnTo>
                    <a:pt x="1275841" y="1491555"/>
                  </a:lnTo>
                  <a:lnTo>
                    <a:pt x="1275831" y="1491558"/>
                  </a:lnTo>
                  <a:lnTo>
                    <a:pt x="1275824" y="1491560"/>
                  </a:lnTo>
                  <a:lnTo>
                    <a:pt x="1275818" y="1491560"/>
                  </a:lnTo>
                  <a:lnTo>
                    <a:pt x="1275808" y="1491558"/>
                  </a:lnTo>
                  <a:lnTo>
                    <a:pt x="1275800" y="1491553"/>
                  </a:lnTo>
                  <a:lnTo>
                    <a:pt x="1275791" y="1491549"/>
                  </a:lnTo>
                  <a:lnTo>
                    <a:pt x="1275780" y="1491541"/>
                  </a:lnTo>
                  <a:lnTo>
                    <a:pt x="1275775" y="1491529"/>
                  </a:lnTo>
                  <a:lnTo>
                    <a:pt x="1275768" y="1491516"/>
                  </a:lnTo>
                  <a:lnTo>
                    <a:pt x="1275760" y="1491506"/>
                  </a:lnTo>
                  <a:lnTo>
                    <a:pt x="1275750" y="1491498"/>
                  </a:lnTo>
                  <a:lnTo>
                    <a:pt x="1275746" y="1491493"/>
                  </a:lnTo>
                  <a:lnTo>
                    <a:pt x="1275749" y="1491440"/>
                  </a:lnTo>
                  <a:lnTo>
                    <a:pt x="1275725" y="1491442"/>
                  </a:lnTo>
                  <a:lnTo>
                    <a:pt x="1275711" y="1491439"/>
                  </a:lnTo>
                  <a:lnTo>
                    <a:pt x="1275697" y="1491430"/>
                  </a:lnTo>
                  <a:lnTo>
                    <a:pt x="1275677" y="1491422"/>
                  </a:lnTo>
                  <a:lnTo>
                    <a:pt x="1275652" y="1491409"/>
                  </a:lnTo>
                  <a:lnTo>
                    <a:pt x="1275641" y="1491404"/>
                  </a:lnTo>
                  <a:lnTo>
                    <a:pt x="1275615" y="1491388"/>
                  </a:lnTo>
                  <a:lnTo>
                    <a:pt x="1275599" y="1491375"/>
                  </a:lnTo>
                  <a:lnTo>
                    <a:pt x="1275585" y="1491364"/>
                  </a:lnTo>
                  <a:lnTo>
                    <a:pt x="1275568" y="1491354"/>
                  </a:lnTo>
                  <a:lnTo>
                    <a:pt x="1275547" y="1491347"/>
                  </a:lnTo>
                  <a:lnTo>
                    <a:pt x="1275539" y="1491341"/>
                  </a:lnTo>
                  <a:lnTo>
                    <a:pt x="1275517" y="1491331"/>
                  </a:lnTo>
                  <a:lnTo>
                    <a:pt x="1275505" y="1491326"/>
                  </a:lnTo>
                  <a:lnTo>
                    <a:pt x="1275499" y="1491324"/>
                  </a:lnTo>
                  <a:lnTo>
                    <a:pt x="1275487" y="1491323"/>
                  </a:lnTo>
                  <a:lnTo>
                    <a:pt x="1275470" y="1491321"/>
                  </a:lnTo>
                  <a:lnTo>
                    <a:pt x="1275440" y="1491319"/>
                  </a:lnTo>
                  <a:lnTo>
                    <a:pt x="1275423" y="1491319"/>
                  </a:lnTo>
                  <a:lnTo>
                    <a:pt x="1275404" y="1491322"/>
                  </a:lnTo>
                  <a:lnTo>
                    <a:pt x="1275373" y="1491326"/>
                  </a:lnTo>
                  <a:lnTo>
                    <a:pt x="1275365" y="1491326"/>
                  </a:lnTo>
                  <a:lnTo>
                    <a:pt x="1275360" y="1491326"/>
                  </a:lnTo>
                  <a:lnTo>
                    <a:pt x="1275353" y="1491325"/>
                  </a:lnTo>
                  <a:lnTo>
                    <a:pt x="1275341" y="1491318"/>
                  </a:lnTo>
                  <a:lnTo>
                    <a:pt x="1275335" y="1491316"/>
                  </a:lnTo>
                  <a:lnTo>
                    <a:pt x="1275321" y="1491314"/>
                  </a:lnTo>
                  <a:lnTo>
                    <a:pt x="1275304" y="1491314"/>
                  </a:lnTo>
                  <a:lnTo>
                    <a:pt x="1275290" y="1491313"/>
                  </a:lnTo>
                  <a:lnTo>
                    <a:pt x="1275274" y="1491309"/>
                  </a:lnTo>
                  <a:lnTo>
                    <a:pt x="1275257" y="1491301"/>
                  </a:lnTo>
                  <a:lnTo>
                    <a:pt x="1275241" y="1491299"/>
                  </a:lnTo>
                  <a:lnTo>
                    <a:pt x="1275228" y="1491298"/>
                  </a:lnTo>
                  <a:lnTo>
                    <a:pt x="1275215" y="1491296"/>
                  </a:lnTo>
                  <a:lnTo>
                    <a:pt x="1275202" y="1491286"/>
                  </a:lnTo>
                  <a:lnTo>
                    <a:pt x="1275182" y="1491256"/>
                  </a:lnTo>
                  <a:lnTo>
                    <a:pt x="1275159" y="1491226"/>
                  </a:lnTo>
                  <a:lnTo>
                    <a:pt x="1275145" y="1491227"/>
                  </a:lnTo>
                  <a:lnTo>
                    <a:pt x="1275135" y="1491227"/>
                  </a:lnTo>
                  <a:lnTo>
                    <a:pt x="1275119" y="1491228"/>
                  </a:lnTo>
                  <a:lnTo>
                    <a:pt x="1275108" y="1491227"/>
                  </a:lnTo>
                  <a:lnTo>
                    <a:pt x="1275093" y="1491226"/>
                  </a:lnTo>
                  <a:lnTo>
                    <a:pt x="1275083" y="1491225"/>
                  </a:lnTo>
                  <a:lnTo>
                    <a:pt x="1275071" y="1491225"/>
                  </a:lnTo>
                  <a:lnTo>
                    <a:pt x="1275059" y="1491226"/>
                  </a:lnTo>
                  <a:lnTo>
                    <a:pt x="1275048" y="1491225"/>
                  </a:lnTo>
                  <a:lnTo>
                    <a:pt x="1275035" y="1491222"/>
                  </a:lnTo>
                  <a:lnTo>
                    <a:pt x="1275025" y="1491220"/>
                  </a:lnTo>
                  <a:lnTo>
                    <a:pt x="1275017" y="1491220"/>
                  </a:lnTo>
                  <a:lnTo>
                    <a:pt x="1275002" y="1491226"/>
                  </a:lnTo>
                  <a:lnTo>
                    <a:pt x="1274987" y="1491235"/>
                  </a:lnTo>
                  <a:lnTo>
                    <a:pt x="1274981" y="1491237"/>
                  </a:lnTo>
                  <a:lnTo>
                    <a:pt x="1274967" y="1491241"/>
                  </a:lnTo>
                  <a:lnTo>
                    <a:pt x="1274954" y="1491245"/>
                  </a:lnTo>
                  <a:lnTo>
                    <a:pt x="1274949" y="1491247"/>
                  </a:lnTo>
                  <a:lnTo>
                    <a:pt x="1274944" y="1491248"/>
                  </a:lnTo>
                  <a:lnTo>
                    <a:pt x="1274939" y="1491248"/>
                  </a:lnTo>
                  <a:lnTo>
                    <a:pt x="1274931" y="1491249"/>
                  </a:lnTo>
                  <a:lnTo>
                    <a:pt x="1274923" y="1491248"/>
                  </a:lnTo>
                  <a:lnTo>
                    <a:pt x="1274913" y="1491242"/>
                  </a:lnTo>
                  <a:lnTo>
                    <a:pt x="1274902" y="1491238"/>
                  </a:lnTo>
                  <a:lnTo>
                    <a:pt x="1274890" y="1491231"/>
                  </a:lnTo>
                  <a:lnTo>
                    <a:pt x="1274879" y="1491222"/>
                  </a:lnTo>
                  <a:lnTo>
                    <a:pt x="1274867" y="1491214"/>
                  </a:lnTo>
                  <a:lnTo>
                    <a:pt x="1274858" y="1491206"/>
                  </a:lnTo>
                  <a:lnTo>
                    <a:pt x="1274846" y="1491202"/>
                  </a:lnTo>
                  <a:lnTo>
                    <a:pt x="1274835" y="1491202"/>
                  </a:lnTo>
                  <a:lnTo>
                    <a:pt x="1274826" y="1491202"/>
                  </a:lnTo>
                  <a:lnTo>
                    <a:pt x="1274814" y="1491202"/>
                  </a:lnTo>
                  <a:lnTo>
                    <a:pt x="1274790" y="1491200"/>
                  </a:lnTo>
                  <a:lnTo>
                    <a:pt x="1274779" y="1491196"/>
                  </a:lnTo>
                  <a:lnTo>
                    <a:pt x="1274765" y="1491189"/>
                  </a:lnTo>
                  <a:lnTo>
                    <a:pt x="1274757" y="1491185"/>
                  </a:lnTo>
                  <a:lnTo>
                    <a:pt x="1274747" y="1491180"/>
                  </a:lnTo>
                  <a:lnTo>
                    <a:pt x="1274737" y="1491177"/>
                  </a:lnTo>
                  <a:lnTo>
                    <a:pt x="1274727" y="1491177"/>
                  </a:lnTo>
                  <a:lnTo>
                    <a:pt x="1274709" y="1491182"/>
                  </a:lnTo>
                  <a:lnTo>
                    <a:pt x="1274704" y="1491183"/>
                  </a:lnTo>
                  <a:lnTo>
                    <a:pt x="1274699" y="1491186"/>
                  </a:lnTo>
                  <a:lnTo>
                    <a:pt x="1274694" y="1491188"/>
                  </a:lnTo>
                  <a:lnTo>
                    <a:pt x="1274689" y="1491186"/>
                  </a:lnTo>
                  <a:lnTo>
                    <a:pt x="1274683" y="1491182"/>
                  </a:lnTo>
                  <a:lnTo>
                    <a:pt x="1274680" y="1491176"/>
                  </a:lnTo>
                  <a:lnTo>
                    <a:pt x="1274674" y="1491167"/>
                  </a:lnTo>
                  <a:lnTo>
                    <a:pt x="1274667" y="1491154"/>
                  </a:lnTo>
                  <a:lnTo>
                    <a:pt x="1274660" y="1491143"/>
                  </a:lnTo>
                  <a:lnTo>
                    <a:pt x="1274653" y="1491131"/>
                  </a:lnTo>
                  <a:lnTo>
                    <a:pt x="1274644" y="1491120"/>
                  </a:lnTo>
                  <a:lnTo>
                    <a:pt x="1274636" y="1491110"/>
                  </a:lnTo>
                  <a:lnTo>
                    <a:pt x="1274628" y="1491102"/>
                  </a:lnTo>
                  <a:lnTo>
                    <a:pt x="1274624" y="1491098"/>
                  </a:lnTo>
                  <a:lnTo>
                    <a:pt x="1274619" y="1491096"/>
                  </a:lnTo>
                  <a:lnTo>
                    <a:pt x="1274610" y="1491096"/>
                  </a:lnTo>
                  <a:lnTo>
                    <a:pt x="1274602" y="1491096"/>
                  </a:lnTo>
                  <a:lnTo>
                    <a:pt x="1274594" y="1491100"/>
                  </a:lnTo>
                  <a:lnTo>
                    <a:pt x="1274590" y="1491103"/>
                  </a:lnTo>
                  <a:lnTo>
                    <a:pt x="1274585" y="1491107"/>
                  </a:lnTo>
                  <a:lnTo>
                    <a:pt x="1274579" y="1491112"/>
                  </a:lnTo>
                  <a:lnTo>
                    <a:pt x="1274575" y="1491114"/>
                  </a:lnTo>
                  <a:lnTo>
                    <a:pt x="1274570" y="1491116"/>
                  </a:lnTo>
                  <a:lnTo>
                    <a:pt x="1274563" y="1491118"/>
                  </a:lnTo>
                  <a:lnTo>
                    <a:pt x="1274546" y="1491120"/>
                  </a:lnTo>
                  <a:lnTo>
                    <a:pt x="1274540" y="1491120"/>
                  </a:lnTo>
                  <a:lnTo>
                    <a:pt x="1274535" y="1491120"/>
                  </a:lnTo>
                  <a:lnTo>
                    <a:pt x="1274528" y="1491116"/>
                  </a:lnTo>
                  <a:lnTo>
                    <a:pt x="1274522" y="1491110"/>
                  </a:lnTo>
                  <a:lnTo>
                    <a:pt x="1274517" y="1491103"/>
                  </a:lnTo>
                  <a:lnTo>
                    <a:pt x="1274513" y="1491098"/>
                  </a:lnTo>
                  <a:lnTo>
                    <a:pt x="1274508" y="1491091"/>
                  </a:lnTo>
                  <a:lnTo>
                    <a:pt x="1274503" y="1491088"/>
                  </a:lnTo>
                  <a:lnTo>
                    <a:pt x="1274497" y="1491086"/>
                  </a:lnTo>
                  <a:lnTo>
                    <a:pt x="1274492" y="1491085"/>
                  </a:lnTo>
                  <a:lnTo>
                    <a:pt x="1274479" y="1491088"/>
                  </a:lnTo>
                  <a:lnTo>
                    <a:pt x="1274469" y="1491096"/>
                  </a:lnTo>
                  <a:lnTo>
                    <a:pt x="1274463" y="1491100"/>
                  </a:lnTo>
                  <a:lnTo>
                    <a:pt x="1274460" y="1491104"/>
                  </a:lnTo>
                  <a:lnTo>
                    <a:pt x="1274455" y="1491104"/>
                  </a:lnTo>
                  <a:lnTo>
                    <a:pt x="1274449" y="1491103"/>
                  </a:lnTo>
                  <a:lnTo>
                    <a:pt x="1274445" y="1491101"/>
                  </a:lnTo>
                  <a:lnTo>
                    <a:pt x="1274441" y="1491097"/>
                  </a:lnTo>
                  <a:lnTo>
                    <a:pt x="1274436" y="1491090"/>
                  </a:lnTo>
                  <a:lnTo>
                    <a:pt x="1274418" y="1491088"/>
                  </a:lnTo>
                  <a:lnTo>
                    <a:pt x="1274403" y="1491079"/>
                  </a:lnTo>
                  <a:lnTo>
                    <a:pt x="1274391" y="1491073"/>
                  </a:lnTo>
                  <a:lnTo>
                    <a:pt x="1274359" y="1491065"/>
                  </a:lnTo>
                  <a:lnTo>
                    <a:pt x="1274350" y="1491065"/>
                  </a:lnTo>
                  <a:lnTo>
                    <a:pt x="1274335" y="1491070"/>
                  </a:lnTo>
                  <a:lnTo>
                    <a:pt x="1274318" y="1491082"/>
                  </a:lnTo>
                  <a:lnTo>
                    <a:pt x="1274302" y="1491090"/>
                  </a:lnTo>
                  <a:lnTo>
                    <a:pt x="1274287" y="1491093"/>
                  </a:lnTo>
                  <a:lnTo>
                    <a:pt x="1274274" y="1491087"/>
                  </a:lnTo>
                  <a:lnTo>
                    <a:pt x="1274246" y="1491078"/>
                  </a:lnTo>
                  <a:lnTo>
                    <a:pt x="1274235" y="1491071"/>
                  </a:lnTo>
                  <a:lnTo>
                    <a:pt x="1274223" y="1491064"/>
                  </a:lnTo>
                  <a:lnTo>
                    <a:pt x="1274208" y="1491058"/>
                  </a:lnTo>
                  <a:lnTo>
                    <a:pt x="1274197" y="1491059"/>
                  </a:lnTo>
                  <a:lnTo>
                    <a:pt x="1274184" y="1491060"/>
                  </a:lnTo>
                  <a:lnTo>
                    <a:pt x="1274169" y="1491068"/>
                  </a:lnTo>
                  <a:lnTo>
                    <a:pt x="1274153" y="1491076"/>
                  </a:lnTo>
                  <a:lnTo>
                    <a:pt x="1274133" y="1491079"/>
                  </a:lnTo>
                  <a:lnTo>
                    <a:pt x="1274124" y="1491079"/>
                  </a:lnTo>
                  <a:lnTo>
                    <a:pt x="1274119" y="1491076"/>
                  </a:lnTo>
                  <a:lnTo>
                    <a:pt x="1274107" y="1491069"/>
                  </a:lnTo>
                  <a:lnTo>
                    <a:pt x="1274103" y="1491065"/>
                  </a:lnTo>
                  <a:lnTo>
                    <a:pt x="1274094" y="1491058"/>
                  </a:lnTo>
                  <a:lnTo>
                    <a:pt x="1274087" y="1491052"/>
                  </a:lnTo>
                  <a:lnTo>
                    <a:pt x="1274078" y="1491046"/>
                  </a:lnTo>
                  <a:lnTo>
                    <a:pt x="1274072" y="1491042"/>
                  </a:lnTo>
                  <a:lnTo>
                    <a:pt x="1274061" y="1491034"/>
                  </a:lnTo>
                  <a:lnTo>
                    <a:pt x="1274049" y="1491027"/>
                  </a:lnTo>
                  <a:lnTo>
                    <a:pt x="1274045" y="1491025"/>
                  </a:lnTo>
                  <a:lnTo>
                    <a:pt x="1274040" y="1491021"/>
                  </a:lnTo>
                  <a:lnTo>
                    <a:pt x="1274034" y="1491015"/>
                  </a:lnTo>
                  <a:lnTo>
                    <a:pt x="1274028" y="1491009"/>
                  </a:lnTo>
                  <a:lnTo>
                    <a:pt x="1274022" y="1491003"/>
                  </a:lnTo>
                  <a:lnTo>
                    <a:pt x="1274014" y="1490996"/>
                  </a:lnTo>
                  <a:lnTo>
                    <a:pt x="1274008" y="1490990"/>
                  </a:lnTo>
                  <a:lnTo>
                    <a:pt x="1274005" y="1490985"/>
                  </a:lnTo>
                  <a:lnTo>
                    <a:pt x="1273996" y="1490974"/>
                  </a:lnTo>
                  <a:lnTo>
                    <a:pt x="1273988" y="1490967"/>
                  </a:lnTo>
                  <a:lnTo>
                    <a:pt x="1273974" y="1490961"/>
                  </a:lnTo>
                  <a:lnTo>
                    <a:pt x="1273960" y="1490947"/>
                  </a:lnTo>
                  <a:lnTo>
                    <a:pt x="1273943" y="1490937"/>
                  </a:lnTo>
                  <a:lnTo>
                    <a:pt x="1273934" y="1490931"/>
                  </a:lnTo>
                  <a:lnTo>
                    <a:pt x="1273921" y="1490920"/>
                  </a:lnTo>
                  <a:lnTo>
                    <a:pt x="1273915" y="1490911"/>
                  </a:lnTo>
                  <a:lnTo>
                    <a:pt x="1273911" y="1490898"/>
                  </a:lnTo>
                  <a:lnTo>
                    <a:pt x="1273911" y="1490889"/>
                  </a:lnTo>
                  <a:lnTo>
                    <a:pt x="1273913" y="1490882"/>
                  </a:lnTo>
                  <a:lnTo>
                    <a:pt x="1273917" y="1490873"/>
                  </a:lnTo>
                  <a:lnTo>
                    <a:pt x="1273919" y="1490862"/>
                  </a:lnTo>
                  <a:lnTo>
                    <a:pt x="1273913" y="1490853"/>
                  </a:lnTo>
                  <a:lnTo>
                    <a:pt x="1273897" y="1490849"/>
                  </a:lnTo>
                  <a:lnTo>
                    <a:pt x="1273892" y="1490847"/>
                  </a:lnTo>
                  <a:lnTo>
                    <a:pt x="1273878" y="1490844"/>
                  </a:lnTo>
                  <a:lnTo>
                    <a:pt x="1273859" y="1490838"/>
                  </a:lnTo>
                  <a:lnTo>
                    <a:pt x="1273844" y="1490837"/>
                  </a:lnTo>
                  <a:lnTo>
                    <a:pt x="1273825" y="1490838"/>
                  </a:lnTo>
                  <a:lnTo>
                    <a:pt x="1273808" y="1490842"/>
                  </a:lnTo>
                  <a:lnTo>
                    <a:pt x="1273797" y="1490850"/>
                  </a:lnTo>
                  <a:lnTo>
                    <a:pt x="1273790" y="1490857"/>
                  </a:lnTo>
                  <a:lnTo>
                    <a:pt x="1273780" y="1490875"/>
                  </a:lnTo>
                  <a:lnTo>
                    <a:pt x="1273774" y="1490888"/>
                  </a:lnTo>
                  <a:lnTo>
                    <a:pt x="1273767" y="1490915"/>
                  </a:lnTo>
                  <a:lnTo>
                    <a:pt x="1273763" y="1490922"/>
                  </a:lnTo>
                  <a:lnTo>
                    <a:pt x="1273759" y="1490926"/>
                  </a:lnTo>
                  <a:lnTo>
                    <a:pt x="1273750" y="1490927"/>
                  </a:lnTo>
                  <a:lnTo>
                    <a:pt x="1273743" y="1490927"/>
                  </a:lnTo>
                  <a:lnTo>
                    <a:pt x="1273725" y="1490923"/>
                  </a:lnTo>
                  <a:lnTo>
                    <a:pt x="1273708" y="1490920"/>
                  </a:lnTo>
                  <a:lnTo>
                    <a:pt x="1273695" y="1490918"/>
                  </a:lnTo>
                  <a:lnTo>
                    <a:pt x="1273673" y="1490908"/>
                  </a:lnTo>
                  <a:lnTo>
                    <a:pt x="1273656" y="1490899"/>
                  </a:lnTo>
                  <a:lnTo>
                    <a:pt x="1273647" y="1490894"/>
                  </a:lnTo>
                  <a:lnTo>
                    <a:pt x="1273636" y="1490889"/>
                  </a:lnTo>
                  <a:lnTo>
                    <a:pt x="1273623" y="1490887"/>
                  </a:lnTo>
                  <a:lnTo>
                    <a:pt x="1273609" y="1490890"/>
                  </a:lnTo>
                  <a:lnTo>
                    <a:pt x="1273601" y="1490895"/>
                  </a:lnTo>
                  <a:lnTo>
                    <a:pt x="1273596" y="1490897"/>
                  </a:lnTo>
                  <a:lnTo>
                    <a:pt x="1273593" y="1490902"/>
                  </a:lnTo>
                  <a:lnTo>
                    <a:pt x="1273588" y="1490914"/>
                  </a:lnTo>
                  <a:lnTo>
                    <a:pt x="1273582" y="1490924"/>
                  </a:lnTo>
                  <a:lnTo>
                    <a:pt x="1273565" y="1490943"/>
                  </a:lnTo>
                  <a:lnTo>
                    <a:pt x="1273553" y="1490956"/>
                  </a:lnTo>
                  <a:lnTo>
                    <a:pt x="1273548" y="1490961"/>
                  </a:lnTo>
                  <a:lnTo>
                    <a:pt x="1273553" y="1490979"/>
                  </a:lnTo>
                  <a:lnTo>
                    <a:pt x="1273551" y="1490983"/>
                  </a:lnTo>
                  <a:lnTo>
                    <a:pt x="1273544" y="1490990"/>
                  </a:lnTo>
                  <a:lnTo>
                    <a:pt x="1273531" y="1490996"/>
                  </a:lnTo>
                  <a:lnTo>
                    <a:pt x="1273493" y="1491016"/>
                  </a:lnTo>
                  <a:lnTo>
                    <a:pt x="1273492" y="1491034"/>
                  </a:lnTo>
                  <a:lnTo>
                    <a:pt x="1273494" y="1491041"/>
                  </a:lnTo>
                  <a:lnTo>
                    <a:pt x="1273495" y="1491050"/>
                  </a:lnTo>
                  <a:lnTo>
                    <a:pt x="1273494" y="1491060"/>
                  </a:lnTo>
                  <a:lnTo>
                    <a:pt x="1273492" y="1491070"/>
                  </a:lnTo>
                  <a:lnTo>
                    <a:pt x="1273487" y="1491089"/>
                  </a:lnTo>
                  <a:lnTo>
                    <a:pt x="1273486" y="1491099"/>
                  </a:lnTo>
                  <a:lnTo>
                    <a:pt x="1273486" y="1491112"/>
                  </a:lnTo>
                  <a:lnTo>
                    <a:pt x="1273486" y="1491119"/>
                  </a:lnTo>
                  <a:lnTo>
                    <a:pt x="1273486" y="1491124"/>
                  </a:lnTo>
                  <a:lnTo>
                    <a:pt x="1273483" y="1491132"/>
                  </a:lnTo>
                  <a:lnTo>
                    <a:pt x="1273475" y="1491143"/>
                  </a:lnTo>
                  <a:lnTo>
                    <a:pt x="1273460" y="1491163"/>
                  </a:lnTo>
                  <a:lnTo>
                    <a:pt x="1273455" y="1491168"/>
                  </a:lnTo>
                  <a:lnTo>
                    <a:pt x="1273449" y="1491177"/>
                  </a:lnTo>
                  <a:lnTo>
                    <a:pt x="1273445" y="1491186"/>
                  </a:lnTo>
                  <a:lnTo>
                    <a:pt x="1273424" y="1491188"/>
                  </a:lnTo>
                  <a:lnTo>
                    <a:pt x="1273413" y="1491247"/>
                  </a:lnTo>
                  <a:lnTo>
                    <a:pt x="1273411" y="1491253"/>
                  </a:lnTo>
                  <a:lnTo>
                    <a:pt x="1273407" y="1491267"/>
                  </a:lnTo>
                  <a:lnTo>
                    <a:pt x="1273406" y="1491272"/>
                  </a:lnTo>
                  <a:lnTo>
                    <a:pt x="1273406" y="1491278"/>
                  </a:lnTo>
                  <a:lnTo>
                    <a:pt x="1273407" y="1491283"/>
                  </a:lnTo>
                  <a:lnTo>
                    <a:pt x="1273409" y="1491288"/>
                  </a:lnTo>
                  <a:lnTo>
                    <a:pt x="1273413" y="1491296"/>
                  </a:lnTo>
                  <a:lnTo>
                    <a:pt x="1273414" y="1491305"/>
                  </a:lnTo>
                  <a:lnTo>
                    <a:pt x="1273413" y="1491318"/>
                  </a:lnTo>
                  <a:lnTo>
                    <a:pt x="1273415" y="1491346"/>
                  </a:lnTo>
                  <a:lnTo>
                    <a:pt x="1273415" y="1491353"/>
                  </a:lnTo>
                  <a:lnTo>
                    <a:pt x="1273414" y="1491360"/>
                  </a:lnTo>
                  <a:lnTo>
                    <a:pt x="1273411" y="1491371"/>
                  </a:lnTo>
                  <a:lnTo>
                    <a:pt x="1273408" y="1491382"/>
                  </a:lnTo>
                  <a:lnTo>
                    <a:pt x="1273404" y="1491396"/>
                  </a:lnTo>
                  <a:lnTo>
                    <a:pt x="1273400" y="1491410"/>
                  </a:lnTo>
                  <a:lnTo>
                    <a:pt x="1273400" y="1491422"/>
                  </a:lnTo>
                  <a:lnTo>
                    <a:pt x="1273399" y="1491433"/>
                  </a:lnTo>
                  <a:lnTo>
                    <a:pt x="1273421" y="1491434"/>
                  </a:lnTo>
                  <a:lnTo>
                    <a:pt x="1273422" y="1491447"/>
                  </a:lnTo>
                  <a:lnTo>
                    <a:pt x="1273423" y="1491460"/>
                  </a:lnTo>
                  <a:lnTo>
                    <a:pt x="1273427" y="1491467"/>
                  </a:lnTo>
                  <a:lnTo>
                    <a:pt x="1273436" y="1491473"/>
                  </a:lnTo>
                  <a:lnTo>
                    <a:pt x="1273442" y="1491478"/>
                  </a:lnTo>
                  <a:lnTo>
                    <a:pt x="1273454" y="1491491"/>
                  </a:lnTo>
                  <a:lnTo>
                    <a:pt x="1273463" y="1491501"/>
                  </a:lnTo>
                  <a:lnTo>
                    <a:pt x="1273471" y="1491516"/>
                  </a:lnTo>
                  <a:lnTo>
                    <a:pt x="1273475" y="1491526"/>
                  </a:lnTo>
                  <a:lnTo>
                    <a:pt x="1273477" y="1491538"/>
                  </a:lnTo>
                  <a:lnTo>
                    <a:pt x="1273478" y="1491548"/>
                  </a:lnTo>
                  <a:lnTo>
                    <a:pt x="1273478" y="1491559"/>
                  </a:lnTo>
                  <a:lnTo>
                    <a:pt x="1273473" y="1491567"/>
                  </a:lnTo>
                  <a:lnTo>
                    <a:pt x="1273464" y="1491570"/>
                  </a:lnTo>
                  <a:lnTo>
                    <a:pt x="1273458" y="1491574"/>
                  </a:lnTo>
                  <a:lnTo>
                    <a:pt x="1273456" y="1491582"/>
                  </a:lnTo>
                  <a:lnTo>
                    <a:pt x="1273464" y="1491598"/>
                  </a:lnTo>
                  <a:lnTo>
                    <a:pt x="1273473" y="1491625"/>
                  </a:lnTo>
                  <a:lnTo>
                    <a:pt x="1273480" y="1491641"/>
                  </a:lnTo>
                  <a:lnTo>
                    <a:pt x="1273485" y="1491650"/>
                  </a:lnTo>
                  <a:lnTo>
                    <a:pt x="1273465" y="1491657"/>
                  </a:lnTo>
                  <a:lnTo>
                    <a:pt x="1273467" y="1491662"/>
                  </a:lnTo>
                  <a:lnTo>
                    <a:pt x="1273466" y="1491670"/>
                  </a:lnTo>
                  <a:lnTo>
                    <a:pt x="1273464" y="1491678"/>
                  </a:lnTo>
                  <a:lnTo>
                    <a:pt x="1273462" y="1491688"/>
                  </a:lnTo>
                  <a:lnTo>
                    <a:pt x="1273460" y="1491696"/>
                  </a:lnTo>
                  <a:lnTo>
                    <a:pt x="1273459" y="1491702"/>
                  </a:lnTo>
                  <a:lnTo>
                    <a:pt x="1273460" y="1491710"/>
                  </a:lnTo>
                  <a:lnTo>
                    <a:pt x="1273465" y="1491720"/>
                  </a:lnTo>
                  <a:lnTo>
                    <a:pt x="1273473" y="1491731"/>
                  </a:lnTo>
                  <a:lnTo>
                    <a:pt x="1273482" y="1491744"/>
                  </a:lnTo>
                  <a:lnTo>
                    <a:pt x="1273484" y="1491751"/>
                  </a:lnTo>
                  <a:lnTo>
                    <a:pt x="1273485" y="1491757"/>
                  </a:lnTo>
                  <a:lnTo>
                    <a:pt x="1273482" y="1491766"/>
                  </a:lnTo>
                  <a:lnTo>
                    <a:pt x="1273474" y="1491775"/>
                  </a:lnTo>
                  <a:lnTo>
                    <a:pt x="1273471" y="1491779"/>
                  </a:lnTo>
                  <a:lnTo>
                    <a:pt x="1273467" y="1491785"/>
                  </a:lnTo>
                  <a:lnTo>
                    <a:pt x="1273465" y="1491790"/>
                  </a:lnTo>
                  <a:lnTo>
                    <a:pt x="1273463" y="1491796"/>
                  </a:lnTo>
                  <a:lnTo>
                    <a:pt x="1273463" y="1491804"/>
                  </a:lnTo>
                  <a:lnTo>
                    <a:pt x="1273463" y="1491809"/>
                  </a:lnTo>
                  <a:lnTo>
                    <a:pt x="1273464" y="1491814"/>
                  </a:lnTo>
                  <a:lnTo>
                    <a:pt x="1273468" y="1491824"/>
                  </a:lnTo>
                  <a:lnTo>
                    <a:pt x="1273474" y="1491834"/>
                  </a:lnTo>
                  <a:lnTo>
                    <a:pt x="1273481" y="1491845"/>
                  </a:lnTo>
                  <a:lnTo>
                    <a:pt x="1273492" y="1491855"/>
                  </a:lnTo>
                  <a:lnTo>
                    <a:pt x="1273495" y="1491864"/>
                  </a:lnTo>
                  <a:lnTo>
                    <a:pt x="1273495" y="1491882"/>
                  </a:lnTo>
                  <a:lnTo>
                    <a:pt x="1273490" y="1491901"/>
                  </a:lnTo>
                  <a:lnTo>
                    <a:pt x="1273485" y="1491916"/>
                  </a:lnTo>
                  <a:lnTo>
                    <a:pt x="1273471" y="1491930"/>
                  </a:lnTo>
                  <a:lnTo>
                    <a:pt x="1273459" y="1491934"/>
                  </a:lnTo>
                  <a:lnTo>
                    <a:pt x="1273450" y="1491938"/>
                  </a:lnTo>
                  <a:lnTo>
                    <a:pt x="1273446" y="1491945"/>
                  </a:lnTo>
                  <a:lnTo>
                    <a:pt x="1273441" y="1491955"/>
                  </a:lnTo>
                  <a:lnTo>
                    <a:pt x="1273431" y="1491975"/>
                  </a:lnTo>
                  <a:lnTo>
                    <a:pt x="1273415" y="1491998"/>
                  </a:lnTo>
                  <a:lnTo>
                    <a:pt x="1273412" y="1492004"/>
                  </a:lnTo>
                  <a:lnTo>
                    <a:pt x="1273413" y="1492015"/>
                  </a:lnTo>
                  <a:lnTo>
                    <a:pt x="1273417" y="1492019"/>
                  </a:lnTo>
                  <a:lnTo>
                    <a:pt x="1273425" y="1492027"/>
                  </a:lnTo>
                  <a:lnTo>
                    <a:pt x="1273430" y="1492030"/>
                  </a:lnTo>
                  <a:lnTo>
                    <a:pt x="1273438" y="1492036"/>
                  </a:lnTo>
                  <a:lnTo>
                    <a:pt x="1273447" y="1492045"/>
                  </a:lnTo>
                  <a:lnTo>
                    <a:pt x="1273457" y="1492054"/>
                  </a:lnTo>
                  <a:lnTo>
                    <a:pt x="1273466" y="1492061"/>
                  </a:lnTo>
                  <a:lnTo>
                    <a:pt x="1273472" y="1492070"/>
                  </a:lnTo>
                  <a:lnTo>
                    <a:pt x="1273471" y="1492080"/>
                  </a:lnTo>
                  <a:lnTo>
                    <a:pt x="1273465" y="1492091"/>
                  </a:lnTo>
                  <a:lnTo>
                    <a:pt x="1273463" y="1492104"/>
                  </a:lnTo>
                  <a:lnTo>
                    <a:pt x="1273464" y="1492111"/>
                  </a:lnTo>
                  <a:lnTo>
                    <a:pt x="1273475" y="1492119"/>
                  </a:lnTo>
                  <a:lnTo>
                    <a:pt x="1273484" y="1492135"/>
                  </a:lnTo>
                  <a:lnTo>
                    <a:pt x="1273489" y="1492143"/>
                  </a:lnTo>
                  <a:lnTo>
                    <a:pt x="1273497" y="1492154"/>
                  </a:lnTo>
                  <a:lnTo>
                    <a:pt x="1273506" y="1492164"/>
                  </a:lnTo>
                  <a:lnTo>
                    <a:pt x="1273510" y="1492173"/>
                  </a:lnTo>
                  <a:lnTo>
                    <a:pt x="1273511" y="1492182"/>
                  </a:lnTo>
                  <a:lnTo>
                    <a:pt x="1273507" y="1492189"/>
                  </a:lnTo>
                  <a:lnTo>
                    <a:pt x="1273499" y="1492196"/>
                  </a:lnTo>
                  <a:lnTo>
                    <a:pt x="1273495" y="1492206"/>
                  </a:lnTo>
                  <a:lnTo>
                    <a:pt x="1273492" y="1492215"/>
                  </a:lnTo>
                  <a:lnTo>
                    <a:pt x="1273495" y="1492227"/>
                  </a:lnTo>
                  <a:lnTo>
                    <a:pt x="1273496" y="1492237"/>
                  </a:lnTo>
                  <a:lnTo>
                    <a:pt x="1273496" y="1492250"/>
                  </a:lnTo>
                  <a:lnTo>
                    <a:pt x="1273501" y="1492255"/>
                  </a:lnTo>
                  <a:lnTo>
                    <a:pt x="1273511" y="1492259"/>
                  </a:lnTo>
                  <a:lnTo>
                    <a:pt x="1273517" y="1492264"/>
                  </a:lnTo>
                  <a:lnTo>
                    <a:pt x="1273519" y="1492273"/>
                  </a:lnTo>
                  <a:lnTo>
                    <a:pt x="1273515" y="1492286"/>
                  </a:lnTo>
                  <a:lnTo>
                    <a:pt x="1273512" y="1492301"/>
                  </a:lnTo>
                  <a:lnTo>
                    <a:pt x="1273516" y="1492308"/>
                  </a:lnTo>
                  <a:lnTo>
                    <a:pt x="1273514" y="1492316"/>
                  </a:lnTo>
                  <a:lnTo>
                    <a:pt x="1273513" y="1492321"/>
                  </a:lnTo>
                  <a:lnTo>
                    <a:pt x="1273510" y="1492329"/>
                  </a:lnTo>
                  <a:lnTo>
                    <a:pt x="1273508" y="1492334"/>
                  </a:lnTo>
                  <a:lnTo>
                    <a:pt x="1273504" y="1492338"/>
                  </a:lnTo>
                  <a:lnTo>
                    <a:pt x="1273490" y="1492341"/>
                  </a:lnTo>
                  <a:lnTo>
                    <a:pt x="1273481" y="1492337"/>
                  </a:lnTo>
                  <a:lnTo>
                    <a:pt x="1273471" y="1492331"/>
                  </a:lnTo>
                  <a:lnTo>
                    <a:pt x="1273461" y="1492325"/>
                  </a:lnTo>
                  <a:lnTo>
                    <a:pt x="1273451" y="1492318"/>
                  </a:lnTo>
                  <a:lnTo>
                    <a:pt x="1273441" y="1492313"/>
                  </a:lnTo>
                  <a:lnTo>
                    <a:pt x="1273430" y="1492313"/>
                  </a:lnTo>
                  <a:lnTo>
                    <a:pt x="1273418" y="1492317"/>
                  </a:lnTo>
                  <a:lnTo>
                    <a:pt x="1273409" y="1492323"/>
                  </a:lnTo>
                  <a:lnTo>
                    <a:pt x="1273404" y="1492328"/>
                  </a:lnTo>
                  <a:lnTo>
                    <a:pt x="1273399" y="1492335"/>
                  </a:lnTo>
                  <a:lnTo>
                    <a:pt x="1273396" y="1492342"/>
                  </a:lnTo>
                  <a:lnTo>
                    <a:pt x="1273394" y="1492347"/>
                  </a:lnTo>
                  <a:lnTo>
                    <a:pt x="1273390" y="1492350"/>
                  </a:lnTo>
                  <a:lnTo>
                    <a:pt x="1273385" y="1492355"/>
                  </a:lnTo>
                  <a:lnTo>
                    <a:pt x="1273379" y="1492358"/>
                  </a:lnTo>
                  <a:lnTo>
                    <a:pt x="1273371" y="1492361"/>
                  </a:lnTo>
                  <a:lnTo>
                    <a:pt x="1273366" y="1492363"/>
                  </a:lnTo>
                  <a:lnTo>
                    <a:pt x="1273359" y="1492365"/>
                  </a:lnTo>
                  <a:lnTo>
                    <a:pt x="1273345" y="1492368"/>
                  </a:lnTo>
                  <a:lnTo>
                    <a:pt x="1273340" y="1492370"/>
                  </a:lnTo>
                  <a:lnTo>
                    <a:pt x="1273336" y="1492374"/>
                  </a:lnTo>
                  <a:lnTo>
                    <a:pt x="1273330" y="1492379"/>
                  </a:lnTo>
                  <a:lnTo>
                    <a:pt x="1273327" y="1492383"/>
                  </a:lnTo>
                  <a:lnTo>
                    <a:pt x="1273323" y="1492389"/>
                  </a:lnTo>
                  <a:lnTo>
                    <a:pt x="1273319" y="1492396"/>
                  </a:lnTo>
                  <a:lnTo>
                    <a:pt x="1273310" y="1492415"/>
                  </a:lnTo>
                  <a:lnTo>
                    <a:pt x="1273299" y="1492435"/>
                  </a:lnTo>
                  <a:lnTo>
                    <a:pt x="1273304" y="1492453"/>
                  </a:lnTo>
                  <a:lnTo>
                    <a:pt x="1273300" y="1492473"/>
                  </a:lnTo>
                  <a:lnTo>
                    <a:pt x="1273293" y="1492484"/>
                  </a:lnTo>
                  <a:lnTo>
                    <a:pt x="1273286" y="1492486"/>
                  </a:lnTo>
                  <a:lnTo>
                    <a:pt x="1273279" y="1492484"/>
                  </a:lnTo>
                  <a:lnTo>
                    <a:pt x="1273265" y="1492472"/>
                  </a:lnTo>
                  <a:lnTo>
                    <a:pt x="1273261" y="1492466"/>
                  </a:lnTo>
                  <a:lnTo>
                    <a:pt x="1273256" y="1492460"/>
                  </a:lnTo>
                  <a:lnTo>
                    <a:pt x="1273250" y="1492455"/>
                  </a:lnTo>
                  <a:lnTo>
                    <a:pt x="1273243" y="1492453"/>
                  </a:lnTo>
                  <a:lnTo>
                    <a:pt x="1273235" y="1492452"/>
                  </a:lnTo>
                  <a:lnTo>
                    <a:pt x="1273227" y="1492456"/>
                  </a:lnTo>
                  <a:lnTo>
                    <a:pt x="1273222" y="1492459"/>
                  </a:lnTo>
                  <a:lnTo>
                    <a:pt x="1273222" y="1492473"/>
                  </a:lnTo>
                  <a:lnTo>
                    <a:pt x="1273223" y="1492479"/>
                  </a:lnTo>
                  <a:lnTo>
                    <a:pt x="1273227" y="1492486"/>
                  </a:lnTo>
                  <a:lnTo>
                    <a:pt x="1273238" y="1492503"/>
                  </a:lnTo>
                  <a:lnTo>
                    <a:pt x="1273251" y="1492516"/>
                  </a:lnTo>
                  <a:lnTo>
                    <a:pt x="1273257" y="1492522"/>
                  </a:lnTo>
                  <a:lnTo>
                    <a:pt x="1273260" y="1492533"/>
                  </a:lnTo>
                  <a:lnTo>
                    <a:pt x="1273270" y="1492545"/>
                  </a:lnTo>
                  <a:lnTo>
                    <a:pt x="1273272" y="1492557"/>
                  </a:lnTo>
                  <a:lnTo>
                    <a:pt x="1273271" y="1492566"/>
                  </a:lnTo>
                  <a:lnTo>
                    <a:pt x="1273267" y="1492572"/>
                  </a:lnTo>
                  <a:lnTo>
                    <a:pt x="1273258" y="1492578"/>
                  </a:lnTo>
                  <a:lnTo>
                    <a:pt x="1273254" y="1492581"/>
                  </a:lnTo>
                  <a:lnTo>
                    <a:pt x="1273248" y="1492582"/>
                  </a:lnTo>
                  <a:lnTo>
                    <a:pt x="1273242" y="1492578"/>
                  </a:lnTo>
                  <a:lnTo>
                    <a:pt x="1273232" y="1492574"/>
                  </a:lnTo>
                  <a:lnTo>
                    <a:pt x="1273217" y="1492572"/>
                  </a:lnTo>
                  <a:lnTo>
                    <a:pt x="1273213" y="1492573"/>
                  </a:lnTo>
                  <a:lnTo>
                    <a:pt x="1273208" y="1492576"/>
                  </a:lnTo>
                  <a:lnTo>
                    <a:pt x="1273203" y="1492579"/>
                  </a:lnTo>
                  <a:lnTo>
                    <a:pt x="1273199" y="1492583"/>
                  </a:lnTo>
                  <a:lnTo>
                    <a:pt x="1273196" y="1492589"/>
                  </a:lnTo>
                  <a:lnTo>
                    <a:pt x="1273194" y="1492594"/>
                  </a:lnTo>
                  <a:lnTo>
                    <a:pt x="1273194" y="1492603"/>
                  </a:lnTo>
                  <a:lnTo>
                    <a:pt x="1273194" y="1492611"/>
                  </a:lnTo>
                  <a:lnTo>
                    <a:pt x="1273194" y="1492624"/>
                  </a:lnTo>
                  <a:lnTo>
                    <a:pt x="1273191" y="1492632"/>
                  </a:lnTo>
                  <a:lnTo>
                    <a:pt x="1273185" y="1492639"/>
                  </a:lnTo>
                  <a:lnTo>
                    <a:pt x="1273181" y="1492643"/>
                  </a:lnTo>
                  <a:lnTo>
                    <a:pt x="1273177" y="1492647"/>
                  </a:lnTo>
                  <a:lnTo>
                    <a:pt x="1273174" y="1492651"/>
                  </a:lnTo>
                  <a:lnTo>
                    <a:pt x="1273169" y="1492662"/>
                  </a:lnTo>
                  <a:lnTo>
                    <a:pt x="1273171" y="1492675"/>
                  </a:lnTo>
                  <a:lnTo>
                    <a:pt x="1273161" y="1492686"/>
                  </a:lnTo>
                  <a:lnTo>
                    <a:pt x="1273157" y="1492696"/>
                  </a:lnTo>
                  <a:lnTo>
                    <a:pt x="1273158" y="1492704"/>
                  </a:lnTo>
                  <a:lnTo>
                    <a:pt x="1273152" y="1492713"/>
                  </a:lnTo>
                  <a:lnTo>
                    <a:pt x="1273143" y="1492723"/>
                  </a:lnTo>
                  <a:lnTo>
                    <a:pt x="1273132" y="1492731"/>
                  </a:lnTo>
                  <a:lnTo>
                    <a:pt x="1273118" y="1492742"/>
                  </a:lnTo>
                  <a:lnTo>
                    <a:pt x="1273110" y="1492758"/>
                  </a:lnTo>
                  <a:lnTo>
                    <a:pt x="1273114" y="1492769"/>
                  </a:lnTo>
                  <a:lnTo>
                    <a:pt x="1273120" y="1492775"/>
                  </a:lnTo>
                  <a:lnTo>
                    <a:pt x="1273133" y="1492779"/>
                  </a:lnTo>
                  <a:lnTo>
                    <a:pt x="1273137" y="1492781"/>
                  </a:lnTo>
                  <a:lnTo>
                    <a:pt x="1273144" y="1492782"/>
                  </a:lnTo>
                  <a:lnTo>
                    <a:pt x="1273152" y="1492783"/>
                  </a:lnTo>
                  <a:lnTo>
                    <a:pt x="1273157" y="1492786"/>
                  </a:lnTo>
                  <a:lnTo>
                    <a:pt x="1273162" y="1492794"/>
                  </a:lnTo>
                  <a:lnTo>
                    <a:pt x="1273162" y="1492803"/>
                  </a:lnTo>
                  <a:lnTo>
                    <a:pt x="1273162" y="1492812"/>
                  </a:lnTo>
                  <a:lnTo>
                    <a:pt x="1273158" y="1492823"/>
                  </a:lnTo>
                  <a:lnTo>
                    <a:pt x="1273155" y="1492830"/>
                  </a:lnTo>
                  <a:lnTo>
                    <a:pt x="1273143" y="1492841"/>
                  </a:lnTo>
                  <a:lnTo>
                    <a:pt x="1273131" y="1492846"/>
                  </a:lnTo>
                  <a:lnTo>
                    <a:pt x="1273123" y="1492861"/>
                  </a:lnTo>
                  <a:lnTo>
                    <a:pt x="1273118" y="1492869"/>
                  </a:lnTo>
                  <a:lnTo>
                    <a:pt x="1273110" y="1492879"/>
                  </a:lnTo>
                  <a:lnTo>
                    <a:pt x="1273095" y="1492889"/>
                  </a:lnTo>
                  <a:lnTo>
                    <a:pt x="1273084" y="1492895"/>
                  </a:lnTo>
                  <a:lnTo>
                    <a:pt x="1273078" y="1492899"/>
                  </a:lnTo>
                  <a:lnTo>
                    <a:pt x="1273074" y="1492904"/>
                  </a:lnTo>
                  <a:lnTo>
                    <a:pt x="1273072" y="1492909"/>
                  </a:lnTo>
                  <a:lnTo>
                    <a:pt x="1273067" y="1492923"/>
                  </a:lnTo>
                  <a:lnTo>
                    <a:pt x="1273064" y="1492930"/>
                  </a:lnTo>
                  <a:lnTo>
                    <a:pt x="1273049" y="1492937"/>
                  </a:lnTo>
                  <a:lnTo>
                    <a:pt x="1273038" y="1492946"/>
                  </a:lnTo>
                  <a:lnTo>
                    <a:pt x="1273035" y="1492958"/>
                  </a:lnTo>
                  <a:lnTo>
                    <a:pt x="1273035" y="1492972"/>
                  </a:lnTo>
                  <a:lnTo>
                    <a:pt x="1273035" y="1492990"/>
                  </a:lnTo>
                  <a:lnTo>
                    <a:pt x="1273038" y="1493003"/>
                  </a:lnTo>
                  <a:lnTo>
                    <a:pt x="1273041" y="1493016"/>
                  </a:lnTo>
                  <a:lnTo>
                    <a:pt x="1273046" y="1493025"/>
                  </a:lnTo>
                  <a:lnTo>
                    <a:pt x="1273053" y="1493032"/>
                  </a:lnTo>
                  <a:lnTo>
                    <a:pt x="1273060" y="1493037"/>
                  </a:lnTo>
                  <a:lnTo>
                    <a:pt x="1273071" y="1493040"/>
                  </a:lnTo>
                  <a:lnTo>
                    <a:pt x="1273079" y="1493044"/>
                  </a:lnTo>
                  <a:lnTo>
                    <a:pt x="1273083" y="1493052"/>
                  </a:lnTo>
                  <a:lnTo>
                    <a:pt x="1273086" y="1493070"/>
                  </a:lnTo>
                  <a:lnTo>
                    <a:pt x="1273089" y="1493080"/>
                  </a:lnTo>
                  <a:lnTo>
                    <a:pt x="1273084" y="1493090"/>
                  </a:lnTo>
                  <a:lnTo>
                    <a:pt x="1273076" y="1493095"/>
                  </a:lnTo>
                  <a:lnTo>
                    <a:pt x="1273075" y="1493107"/>
                  </a:lnTo>
                  <a:lnTo>
                    <a:pt x="1273075" y="1493125"/>
                  </a:lnTo>
                  <a:lnTo>
                    <a:pt x="1273077" y="1493138"/>
                  </a:lnTo>
                  <a:lnTo>
                    <a:pt x="1273076" y="1493152"/>
                  </a:lnTo>
                  <a:lnTo>
                    <a:pt x="1273073" y="1493163"/>
                  </a:lnTo>
                  <a:lnTo>
                    <a:pt x="1273064" y="1493170"/>
                  </a:lnTo>
                  <a:lnTo>
                    <a:pt x="1273057" y="1493173"/>
                  </a:lnTo>
                  <a:lnTo>
                    <a:pt x="1273045" y="1493177"/>
                  </a:lnTo>
                  <a:lnTo>
                    <a:pt x="1273036" y="1493178"/>
                  </a:lnTo>
                  <a:lnTo>
                    <a:pt x="1273025" y="1493177"/>
                  </a:lnTo>
                  <a:lnTo>
                    <a:pt x="1273015" y="1493182"/>
                  </a:lnTo>
                  <a:lnTo>
                    <a:pt x="1273007" y="1493194"/>
                  </a:lnTo>
                  <a:lnTo>
                    <a:pt x="1273004" y="1493203"/>
                  </a:lnTo>
                  <a:lnTo>
                    <a:pt x="1272999" y="1493212"/>
                  </a:lnTo>
                  <a:lnTo>
                    <a:pt x="1272994" y="1493218"/>
                  </a:lnTo>
                  <a:lnTo>
                    <a:pt x="1272991" y="1493231"/>
                  </a:lnTo>
                  <a:lnTo>
                    <a:pt x="1272991" y="1493240"/>
                  </a:lnTo>
                  <a:lnTo>
                    <a:pt x="1272991" y="1493264"/>
                  </a:lnTo>
                  <a:lnTo>
                    <a:pt x="1272980" y="1493289"/>
                  </a:lnTo>
                  <a:lnTo>
                    <a:pt x="1272969" y="1493303"/>
                  </a:lnTo>
                  <a:lnTo>
                    <a:pt x="1272954" y="1493310"/>
                  </a:lnTo>
                  <a:lnTo>
                    <a:pt x="1272938" y="1493317"/>
                  </a:lnTo>
                  <a:lnTo>
                    <a:pt x="1272912" y="1493329"/>
                  </a:lnTo>
                  <a:lnTo>
                    <a:pt x="1272900" y="1493333"/>
                  </a:lnTo>
                  <a:lnTo>
                    <a:pt x="1272885" y="1493343"/>
                  </a:lnTo>
                  <a:lnTo>
                    <a:pt x="1272880" y="1493346"/>
                  </a:lnTo>
                  <a:lnTo>
                    <a:pt x="1272874" y="1493350"/>
                  </a:lnTo>
                  <a:lnTo>
                    <a:pt x="1272864" y="1493353"/>
                  </a:lnTo>
                  <a:lnTo>
                    <a:pt x="1272858" y="1493350"/>
                  </a:lnTo>
                  <a:lnTo>
                    <a:pt x="1272858" y="1493333"/>
                  </a:lnTo>
                  <a:lnTo>
                    <a:pt x="1272860" y="1493310"/>
                  </a:lnTo>
                  <a:lnTo>
                    <a:pt x="1272856" y="1493298"/>
                  </a:lnTo>
                  <a:lnTo>
                    <a:pt x="1272838" y="1493296"/>
                  </a:lnTo>
                  <a:lnTo>
                    <a:pt x="1272827" y="1493303"/>
                  </a:lnTo>
                  <a:lnTo>
                    <a:pt x="1272827" y="1493316"/>
                  </a:lnTo>
                  <a:lnTo>
                    <a:pt x="1272828" y="1493332"/>
                  </a:lnTo>
                  <a:lnTo>
                    <a:pt x="1272821" y="1493346"/>
                  </a:lnTo>
                  <a:lnTo>
                    <a:pt x="1272814" y="1493363"/>
                  </a:lnTo>
                  <a:lnTo>
                    <a:pt x="1272806" y="1493377"/>
                  </a:lnTo>
                  <a:lnTo>
                    <a:pt x="1272799" y="1493380"/>
                  </a:lnTo>
                  <a:lnTo>
                    <a:pt x="1272781" y="1493383"/>
                  </a:lnTo>
                  <a:lnTo>
                    <a:pt x="1272764" y="1493383"/>
                  </a:lnTo>
                  <a:lnTo>
                    <a:pt x="1272750" y="1493385"/>
                  </a:lnTo>
                  <a:lnTo>
                    <a:pt x="1272744" y="1493391"/>
                  </a:lnTo>
                  <a:lnTo>
                    <a:pt x="1272739" y="1493407"/>
                  </a:lnTo>
                  <a:lnTo>
                    <a:pt x="1272734" y="1493431"/>
                  </a:lnTo>
                  <a:lnTo>
                    <a:pt x="1272739" y="1493439"/>
                  </a:lnTo>
                  <a:lnTo>
                    <a:pt x="1272748" y="1493441"/>
                  </a:lnTo>
                  <a:lnTo>
                    <a:pt x="1272765" y="1493448"/>
                  </a:lnTo>
                  <a:lnTo>
                    <a:pt x="1272782" y="1493459"/>
                  </a:lnTo>
                  <a:lnTo>
                    <a:pt x="1272790" y="1493471"/>
                  </a:lnTo>
                  <a:lnTo>
                    <a:pt x="1272786" y="1493487"/>
                  </a:lnTo>
                  <a:lnTo>
                    <a:pt x="1272775" y="1493504"/>
                  </a:lnTo>
                  <a:lnTo>
                    <a:pt x="1272753" y="1493514"/>
                  </a:lnTo>
                  <a:lnTo>
                    <a:pt x="1272730" y="1493518"/>
                  </a:lnTo>
                  <a:lnTo>
                    <a:pt x="1272708" y="1493518"/>
                  </a:lnTo>
                  <a:lnTo>
                    <a:pt x="1272700" y="1493524"/>
                  </a:lnTo>
                  <a:lnTo>
                    <a:pt x="1272689" y="1493531"/>
                  </a:lnTo>
                  <a:lnTo>
                    <a:pt x="1272679" y="1493527"/>
                  </a:lnTo>
                  <a:lnTo>
                    <a:pt x="1272669" y="1493534"/>
                  </a:lnTo>
                  <a:lnTo>
                    <a:pt x="1272663" y="1493549"/>
                  </a:lnTo>
                  <a:lnTo>
                    <a:pt x="1272663" y="1493568"/>
                  </a:lnTo>
                  <a:lnTo>
                    <a:pt x="1272664" y="1493586"/>
                  </a:lnTo>
                  <a:lnTo>
                    <a:pt x="1272666" y="1493599"/>
                  </a:lnTo>
                  <a:lnTo>
                    <a:pt x="1272659" y="1493613"/>
                  </a:lnTo>
                  <a:lnTo>
                    <a:pt x="1272657" y="1493636"/>
                  </a:lnTo>
                  <a:lnTo>
                    <a:pt x="1272665" y="1493649"/>
                  </a:lnTo>
                  <a:lnTo>
                    <a:pt x="1272681" y="1493666"/>
                  </a:lnTo>
                  <a:lnTo>
                    <a:pt x="1272685" y="1493679"/>
                  </a:lnTo>
                  <a:lnTo>
                    <a:pt x="1272689" y="1493685"/>
                  </a:lnTo>
                  <a:lnTo>
                    <a:pt x="1272692" y="1493700"/>
                  </a:lnTo>
                  <a:lnTo>
                    <a:pt x="1272688" y="1493710"/>
                  </a:lnTo>
                  <a:lnTo>
                    <a:pt x="1272684" y="1493717"/>
                  </a:lnTo>
                  <a:lnTo>
                    <a:pt x="1272675" y="1493727"/>
                  </a:lnTo>
                  <a:lnTo>
                    <a:pt x="1272666" y="1493731"/>
                  </a:lnTo>
                  <a:lnTo>
                    <a:pt x="1272656" y="1493733"/>
                  </a:lnTo>
                  <a:lnTo>
                    <a:pt x="1272643" y="1493732"/>
                  </a:lnTo>
                  <a:lnTo>
                    <a:pt x="1272632" y="1493736"/>
                  </a:lnTo>
                  <a:lnTo>
                    <a:pt x="1272621" y="1493745"/>
                  </a:lnTo>
                  <a:lnTo>
                    <a:pt x="1272609" y="1493757"/>
                  </a:lnTo>
                  <a:lnTo>
                    <a:pt x="1272600" y="1493773"/>
                  </a:lnTo>
                  <a:lnTo>
                    <a:pt x="1272598" y="1493782"/>
                  </a:lnTo>
                  <a:lnTo>
                    <a:pt x="1272599" y="1493792"/>
                  </a:lnTo>
                  <a:lnTo>
                    <a:pt x="1272601" y="1493801"/>
                  </a:lnTo>
                  <a:lnTo>
                    <a:pt x="1272604" y="1493809"/>
                  </a:lnTo>
                  <a:lnTo>
                    <a:pt x="1272607" y="1493819"/>
                  </a:lnTo>
                  <a:lnTo>
                    <a:pt x="1272605" y="1493827"/>
                  </a:lnTo>
                  <a:lnTo>
                    <a:pt x="1272600" y="1493831"/>
                  </a:lnTo>
                  <a:lnTo>
                    <a:pt x="1272593" y="1493830"/>
                  </a:lnTo>
                  <a:lnTo>
                    <a:pt x="1272586" y="1493827"/>
                  </a:lnTo>
                  <a:lnTo>
                    <a:pt x="1272582" y="1493824"/>
                  </a:lnTo>
                  <a:lnTo>
                    <a:pt x="1272576" y="1493816"/>
                  </a:lnTo>
                  <a:lnTo>
                    <a:pt x="1272571" y="1493805"/>
                  </a:lnTo>
                  <a:lnTo>
                    <a:pt x="1272567" y="1493797"/>
                  </a:lnTo>
                  <a:lnTo>
                    <a:pt x="1272561" y="1493792"/>
                  </a:lnTo>
                  <a:lnTo>
                    <a:pt x="1272551" y="1493792"/>
                  </a:lnTo>
                  <a:lnTo>
                    <a:pt x="1272547" y="1493798"/>
                  </a:lnTo>
                  <a:lnTo>
                    <a:pt x="1272542" y="1493804"/>
                  </a:lnTo>
                  <a:lnTo>
                    <a:pt x="1272536" y="1493809"/>
                  </a:lnTo>
                  <a:lnTo>
                    <a:pt x="1272528" y="1493813"/>
                  </a:lnTo>
                  <a:lnTo>
                    <a:pt x="1272517" y="1493821"/>
                  </a:lnTo>
                  <a:lnTo>
                    <a:pt x="1272515" y="1493828"/>
                  </a:lnTo>
                  <a:lnTo>
                    <a:pt x="1272517" y="1493835"/>
                  </a:lnTo>
                  <a:lnTo>
                    <a:pt x="1272524" y="1493847"/>
                  </a:lnTo>
                  <a:lnTo>
                    <a:pt x="1272531" y="1493856"/>
                  </a:lnTo>
                  <a:lnTo>
                    <a:pt x="1272539" y="1493866"/>
                  </a:lnTo>
                  <a:lnTo>
                    <a:pt x="1272543" y="1493873"/>
                  </a:lnTo>
                  <a:lnTo>
                    <a:pt x="1272544" y="1493880"/>
                  </a:lnTo>
                  <a:lnTo>
                    <a:pt x="1272542" y="1493888"/>
                  </a:lnTo>
                  <a:lnTo>
                    <a:pt x="1272538" y="1493895"/>
                  </a:lnTo>
                  <a:lnTo>
                    <a:pt x="1272533" y="1493901"/>
                  </a:lnTo>
                  <a:lnTo>
                    <a:pt x="1272528" y="1493901"/>
                  </a:lnTo>
                  <a:lnTo>
                    <a:pt x="1272523" y="1493902"/>
                  </a:lnTo>
                  <a:lnTo>
                    <a:pt x="1272517" y="1493904"/>
                  </a:lnTo>
                  <a:lnTo>
                    <a:pt x="1272510" y="1493907"/>
                  </a:lnTo>
                  <a:lnTo>
                    <a:pt x="1272499" y="1493916"/>
                  </a:lnTo>
                  <a:lnTo>
                    <a:pt x="1272488" y="1493928"/>
                  </a:lnTo>
                  <a:lnTo>
                    <a:pt x="1272480" y="1493938"/>
                  </a:lnTo>
                  <a:lnTo>
                    <a:pt x="1272467" y="1493947"/>
                  </a:lnTo>
                  <a:lnTo>
                    <a:pt x="1272452" y="1493956"/>
                  </a:lnTo>
                  <a:lnTo>
                    <a:pt x="1272433" y="1493968"/>
                  </a:lnTo>
                  <a:lnTo>
                    <a:pt x="1272418" y="1493983"/>
                  </a:lnTo>
                  <a:lnTo>
                    <a:pt x="1272413" y="1493992"/>
                  </a:lnTo>
                  <a:lnTo>
                    <a:pt x="1272404" y="1494003"/>
                  </a:lnTo>
                  <a:lnTo>
                    <a:pt x="1272392" y="1494011"/>
                  </a:lnTo>
                  <a:lnTo>
                    <a:pt x="1272380" y="1494013"/>
                  </a:lnTo>
                  <a:lnTo>
                    <a:pt x="1272367" y="1494014"/>
                  </a:lnTo>
                  <a:lnTo>
                    <a:pt x="1272359" y="1494018"/>
                  </a:lnTo>
                  <a:lnTo>
                    <a:pt x="1272347" y="1494027"/>
                  </a:lnTo>
                  <a:lnTo>
                    <a:pt x="1272337" y="1494034"/>
                  </a:lnTo>
                  <a:lnTo>
                    <a:pt x="1272327" y="1494037"/>
                  </a:lnTo>
                  <a:lnTo>
                    <a:pt x="1272313" y="1494038"/>
                  </a:lnTo>
                  <a:lnTo>
                    <a:pt x="1272306" y="1494042"/>
                  </a:lnTo>
                  <a:lnTo>
                    <a:pt x="1272299" y="1494052"/>
                  </a:lnTo>
                  <a:lnTo>
                    <a:pt x="1272299" y="1494072"/>
                  </a:lnTo>
                  <a:lnTo>
                    <a:pt x="1272299" y="1494087"/>
                  </a:lnTo>
                  <a:lnTo>
                    <a:pt x="1272297" y="1494098"/>
                  </a:lnTo>
                  <a:lnTo>
                    <a:pt x="1272287" y="1494120"/>
                  </a:lnTo>
                  <a:lnTo>
                    <a:pt x="1272280" y="1494131"/>
                  </a:lnTo>
                  <a:lnTo>
                    <a:pt x="1272274" y="1494144"/>
                  </a:lnTo>
                  <a:lnTo>
                    <a:pt x="1272269" y="1494161"/>
                  </a:lnTo>
                  <a:lnTo>
                    <a:pt x="1272265" y="1494173"/>
                  </a:lnTo>
                  <a:lnTo>
                    <a:pt x="1272259" y="1494181"/>
                  </a:lnTo>
                  <a:lnTo>
                    <a:pt x="1272251" y="1494187"/>
                  </a:lnTo>
                  <a:lnTo>
                    <a:pt x="1272239" y="1494198"/>
                  </a:lnTo>
                  <a:lnTo>
                    <a:pt x="1272226" y="1494208"/>
                  </a:lnTo>
                  <a:lnTo>
                    <a:pt x="1272213" y="1494219"/>
                  </a:lnTo>
                  <a:lnTo>
                    <a:pt x="1272206" y="1494231"/>
                  </a:lnTo>
                  <a:lnTo>
                    <a:pt x="1272201" y="1494241"/>
                  </a:lnTo>
                  <a:lnTo>
                    <a:pt x="1272197" y="1494253"/>
                  </a:lnTo>
                  <a:lnTo>
                    <a:pt x="1272192" y="1494270"/>
                  </a:lnTo>
                  <a:lnTo>
                    <a:pt x="1272189" y="1494277"/>
                  </a:lnTo>
                  <a:lnTo>
                    <a:pt x="1272180" y="1494291"/>
                  </a:lnTo>
                  <a:lnTo>
                    <a:pt x="1272167" y="1494302"/>
                  </a:lnTo>
                  <a:lnTo>
                    <a:pt x="1272158" y="1494307"/>
                  </a:lnTo>
                  <a:lnTo>
                    <a:pt x="1272144" y="1494310"/>
                  </a:lnTo>
                  <a:lnTo>
                    <a:pt x="1272137" y="1494311"/>
                  </a:lnTo>
                  <a:lnTo>
                    <a:pt x="1272131" y="1494313"/>
                  </a:lnTo>
                  <a:lnTo>
                    <a:pt x="1272123" y="1494319"/>
                  </a:lnTo>
                  <a:lnTo>
                    <a:pt x="1272117" y="1494327"/>
                  </a:lnTo>
                  <a:lnTo>
                    <a:pt x="1272111" y="1494336"/>
                  </a:lnTo>
                  <a:lnTo>
                    <a:pt x="1272105" y="1494352"/>
                  </a:lnTo>
                  <a:lnTo>
                    <a:pt x="1272101" y="1494361"/>
                  </a:lnTo>
                  <a:lnTo>
                    <a:pt x="1272096" y="1494366"/>
                  </a:lnTo>
                  <a:lnTo>
                    <a:pt x="1272088" y="1494372"/>
                  </a:lnTo>
                  <a:lnTo>
                    <a:pt x="1272079" y="1494376"/>
                  </a:lnTo>
                  <a:lnTo>
                    <a:pt x="1272067" y="1494386"/>
                  </a:lnTo>
                  <a:lnTo>
                    <a:pt x="1272055" y="1494399"/>
                  </a:lnTo>
                  <a:lnTo>
                    <a:pt x="1272045" y="1494410"/>
                  </a:lnTo>
                  <a:lnTo>
                    <a:pt x="1272034" y="1494420"/>
                  </a:lnTo>
                  <a:lnTo>
                    <a:pt x="1272028" y="1494428"/>
                  </a:lnTo>
                  <a:lnTo>
                    <a:pt x="1272028" y="1494437"/>
                  </a:lnTo>
                  <a:lnTo>
                    <a:pt x="1272032" y="1494450"/>
                  </a:lnTo>
                  <a:lnTo>
                    <a:pt x="1272035" y="1494460"/>
                  </a:lnTo>
                  <a:lnTo>
                    <a:pt x="1272040" y="1494477"/>
                  </a:lnTo>
                  <a:lnTo>
                    <a:pt x="1272048" y="1494496"/>
                  </a:lnTo>
                  <a:lnTo>
                    <a:pt x="1272051" y="1494501"/>
                  </a:lnTo>
                  <a:lnTo>
                    <a:pt x="1272056" y="1494506"/>
                  </a:lnTo>
                  <a:lnTo>
                    <a:pt x="1272064" y="1494514"/>
                  </a:lnTo>
                  <a:lnTo>
                    <a:pt x="1272070" y="1494520"/>
                  </a:lnTo>
                  <a:lnTo>
                    <a:pt x="1272074" y="1494527"/>
                  </a:lnTo>
                  <a:lnTo>
                    <a:pt x="1272076" y="1494534"/>
                  </a:lnTo>
                  <a:lnTo>
                    <a:pt x="1272075" y="1494543"/>
                  </a:lnTo>
                  <a:lnTo>
                    <a:pt x="1272072" y="1494552"/>
                  </a:lnTo>
                  <a:lnTo>
                    <a:pt x="1272064" y="1494573"/>
                  </a:lnTo>
                  <a:lnTo>
                    <a:pt x="1272060" y="1494584"/>
                  </a:lnTo>
                  <a:lnTo>
                    <a:pt x="1272056" y="1494598"/>
                  </a:lnTo>
                  <a:lnTo>
                    <a:pt x="1272051" y="1494612"/>
                  </a:lnTo>
                  <a:lnTo>
                    <a:pt x="1272048" y="1494623"/>
                  </a:lnTo>
                  <a:lnTo>
                    <a:pt x="1272050" y="1494630"/>
                  </a:lnTo>
                  <a:lnTo>
                    <a:pt x="1272056" y="1494638"/>
                  </a:lnTo>
                  <a:lnTo>
                    <a:pt x="1272062" y="1494645"/>
                  </a:lnTo>
                  <a:lnTo>
                    <a:pt x="1272062" y="1494655"/>
                  </a:lnTo>
                  <a:lnTo>
                    <a:pt x="1272058" y="1494663"/>
                  </a:lnTo>
                  <a:lnTo>
                    <a:pt x="1272051" y="1494669"/>
                  </a:lnTo>
                  <a:lnTo>
                    <a:pt x="1272048" y="1494677"/>
                  </a:lnTo>
                  <a:lnTo>
                    <a:pt x="1272047" y="1494684"/>
                  </a:lnTo>
                  <a:lnTo>
                    <a:pt x="1272047" y="1494694"/>
                  </a:lnTo>
                  <a:lnTo>
                    <a:pt x="1272046" y="1494704"/>
                  </a:lnTo>
                  <a:lnTo>
                    <a:pt x="1272044" y="1494711"/>
                  </a:lnTo>
                  <a:lnTo>
                    <a:pt x="1272040" y="1494716"/>
                  </a:lnTo>
                  <a:lnTo>
                    <a:pt x="1272036" y="1494725"/>
                  </a:lnTo>
                  <a:lnTo>
                    <a:pt x="1272028" y="1494736"/>
                  </a:lnTo>
                  <a:lnTo>
                    <a:pt x="1272019" y="1494750"/>
                  </a:lnTo>
                  <a:lnTo>
                    <a:pt x="1272015" y="1494757"/>
                  </a:lnTo>
                  <a:lnTo>
                    <a:pt x="1272012" y="1494762"/>
                  </a:lnTo>
                  <a:lnTo>
                    <a:pt x="1272010" y="1494771"/>
                  </a:lnTo>
                  <a:lnTo>
                    <a:pt x="1272009" y="1494780"/>
                  </a:lnTo>
                  <a:lnTo>
                    <a:pt x="1272009" y="1494785"/>
                  </a:lnTo>
                  <a:lnTo>
                    <a:pt x="1272009" y="1494791"/>
                  </a:lnTo>
                  <a:lnTo>
                    <a:pt x="1272012" y="1494798"/>
                  </a:lnTo>
                  <a:lnTo>
                    <a:pt x="1272019" y="1494804"/>
                  </a:lnTo>
                  <a:lnTo>
                    <a:pt x="1272028" y="1494809"/>
                  </a:lnTo>
                  <a:lnTo>
                    <a:pt x="1272038" y="1494815"/>
                  </a:lnTo>
                  <a:lnTo>
                    <a:pt x="1272046" y="1494821"/>
                  </a:lnTo>
                  <a:lnTo>
                    <a:pt x="1272049" y="1494825"/>
                  </a:lnTo>
                  <a:lnTo>
                    <a:pt x="1272049" y="1494831"/>
                  </a:lnTo>
                  <a:lnTo>
                    <a:pt x="1272048" y="1494836"/>
                  </a:lnTo>
                  <a:lnTo>
                    <a:pt x="1272045" y="1494845"/>
                  </a:lnTo>
                  <a:lnTo>
                    <a:pt x="1272045" y="1494853"/>
                  </a:lnTo>
                  <a:lnTo>
                    <a:pt x="1272046" y="1494867"/>
                  </a:lnTo>
                  <a:lnTo>
                    <a:pt x="1272048" y="1494876"/>
                  </a:lnTo>
                  <a:lnTo>
                    <a:pt x="1272051" y="1494883"/>
                  </a:lnTo>
                  <a:lnTo>
                    <a:pt x="1272055" y="1494893"/>
                  </a:lnTo>
                  <a:lnTo>
                    <a:pt x="1272059" y="1494905"/>
                  </a:lnTo>
                  <a:lnTo>
                    <a:pt x="1272060" y="1494914"/>
                  </a:lnTo>
                  <a:lnTo>
                    <a:pt x="1272057" y="1494922"/>
                  </a:lnTo>
                  <a:lnTo>
                    <a:pt x="1272053" y="1494928"/>
                  </a:lnTo>
                  <a:lnTo>
                    <a:pt x="1272049" y="1494935"/>
                  </a:lnTo>
                  <a:lnTo>
                    <a:pt x="1272047" y="1494941"/>
                  </a:lnTo>
                  <a:lnTo>
                    <a:pt x="1272047" y="1494953"/>
                  </a:lnTo>
                  <a:lnTo>
                    <a:pt x="1272047" y="1494959"/>
                  </a:lnTo>
                  <a:lnTo>
                    <a:pt x="1272048" y="1494967"/>
                  </a:lnTo>
                  <a:lnTo>
                    <a:pt x="1272051" y="1494976"/>
                  </a:lnTo>
                  <a:lnTo>
                    <a:pt x="1272058" y="1494981"/>
                  </a:lnTo>
                  <a:lnTo>
                    <a:pt x="1272064" y="1494983"/>
                  </a:lnTo>
                  <a:lnTo>
                    <a:pt x="1272070" y="1494984"/>
                  </a:lnTo>
                  <a:lnTo>
                    <a:pt x="1272075" y="1494988"/>
                  </a:lnTo>
                  <a:lnTo>
                    <a:pt x="1272077" y="1494993"/>
                  </a:lnTo>
                  <a:lnTo>
                    <a:pt x="1272079" y="1495001"/>
                  </a:lnTo>
                  <a:lnTo>
                    <a:pt x="1272080" y="1495009"/>
                  </a:lnTo>
                  <a:lnTo>
                    <a:pt x="1272082" y="1495021"/>
                  </a:lnTo>
                  <a:lnTo>
                    <a:pt x="1272084" y="1495031"/>
                  </a:lnTo>
                  <a:lnTo>
                    <a:pt x="1272087" y="1495039"/>
                  </a:lnTo>
                  <a:lnTo>
                    <a:pt x="1272090" y="1495044"/>
                  </a:lnTo>
                  <a:lnTo>
                    <a:pt x="1272096" y="1495049"/>
                  </a:lnTo>
                  <a:lnTo>
                    <a:pt x="1272106" y="1495053"/>
                  </a:lnTo>
                  <a:lnTo>
                    <a:pt x="1272114" y="1495056"/>
                  </a:lnTo>
                  <a:lnTo>
                    <a:pt x="1272119" y="1495061"/>
                  </a:lnTo>
                  <a:lnTo>
                    <a:pt x="1272121" y="1495069"/>
                  </a:lnTo>
                  <a:lnTo>
                    <a:pt x="1272120" y="1495085"/>
                  </a:lnTo>
                  <a:lnTo>
                    <a:pt x="1272119" y="1495099"/>
                  </a:lnTo>
                  <a:lnTo>
                    <a:pt x="1272118" y="1495107"/>
                  </a:lnTo>
                  <a:lnTo>
                    <a:pt x="1272119" y="1495114"/>
                  </a:lnTo>
                  <a:lnTo>
                    <a:pt x="1272123" y="1495122"/>
                  </a:lnTo>
                  <a:lnTo>
                    <a:pt x="1272131" y="1495127"/>
                  </a:lnTo>
                  <a:lnTo>
                    <a:pt x="1272138" y="1495128"/>
                  </a:lnTo>
                  <a:lnTo>
                    <a:pt x="1272145" y="1495132"/>
                  </a:lnTo>
                  <a:lnTo>
                    <a:pt x="1272147" y="1495139"/>
                  </a:lnTo>
                  <a:lnTo>
                    <a:pt x="1272146" y="1495144"/>
                  </a:lnTo>
                  <a:lnTo>
                    <a:pt x="1272143" y="1495149"/>
                  </a:lnTo>
                  <a:lnTo>
                    <a:pt x="1272141" y="1495156"/>
                  </a:lnTo>
                  <a:lnTo>
                    <a:pt x="1272145" y="1495164"/>
                  </a:lnTo>
                  <a:lnTo>
                    <a:pt x="1272150" y="1495171"/>
                  </a:lnTo>
                  <a:lnTo>
                    <a:pt x="1272154" y="1495177"/>
                  </a:lnTo>
                  <a:lnTo>
                    <a:pt x="1272164" y="1495188"/>
                  </a:lnTo>
                  <a:lnTo>
                    <a:pt x="1272170" y="1495197"/>
                  </a:lnTo>
                  <a:lnTo>
                    <a:pt x="1272177" y="1495204"/>
                  </a:lnTo>
                  <a:lnTo>
                    <a:pt x="1272182" y="1495211"/>
                  </a:lnTo>
                  <a:lnTo>
                    <a:pt x="1272184" y="1495217"/>
                  </a:lnTo>
                  <a:lnTo>
                    <a:pt x="1272183" y="1495223"/>
                  </a:lnTo>
                  <a:lnTo>
                    <a:pt x="1272178" y="1495227"/>
                  </a:lnTo>
                  <a:lnTo>
                    <a:pt x="1272171" y="1495228"/>
                  </a:lnTo>
                  <a:lnTo>
                    <a:pt x="1272162" y="1495230"/>
                  </a:lnTo>
                  <a:lnTo>
                    <a:pt x="1272154" y="1495231"/>
                  </a:lnTo>
                  <a:lnTo>
                    <a:pt x="1272148" y="1495237"/>
                  </a:lnTo>
                  <a:lnTo>
                    <a:pt x="1272150" y="1495245"/>
                  </a:lnTo>
                  <a:lnTo>
                    <a:pt x="1272155" y="1495250"/>
                  </a:lnTo>
                  <a:lnTo>
                    <a:pt x="1272160" y="1495255"/>
                  </a:lnTo>
                  <a:lnTo>
                    <a:pt x="1272169" y="1495262"/>
                  </a:lnTo>
                  <a:lnTo>
                    <a:pt x="1272179" y="1495269"/>
                  </a:lnTo>
                  <a:lnTo>
                    <a:pt x="1272182" y="1495278"/>
                  </a:lnTo>
                  <a:lnTo>
                    <a:pt x="1272181" y="1495286"/>
                  </a:lnTo>
                  <a:lnTo>
                    <a:pt x="1272178" y="1495290"/>
                  </a:lnTo>
                  <a:lnTo>
                    <a:pt x="1272172" y="1495293"/>
                  </a:lnTo>
                  <a:lnTo>
                    <a:pt x="1272161" y="1495295"/>
                  </a:lnTo>
                  <a:lnTo>
                    <a:pt x="1272150" y="1495295"/>
                  </a:lnTo>
                  <a:lnTo>
                    <a:pt x="1272140" y="1495296"/>
                  </a:lnTo>
                  <a:lnTo>
                    <a:pt x="1272131" y="1495297"/>
                  </a:lnTo>
                  <a:lnTo>
                    <a:pt x="1272123" y="1495303"/>
                  </a:lnTo>
                  <a:lnTo>
                    <a:pt x="1272117" y="1495310"/>
                  </a:lnTo>
                  <a:lnTo>
                    <a:pt x="1272113" y="1495318"/>
                  </a:lnTo>
                  <a:lnTo>
                    <a:pt x="1272112" y="1495328"/>
                  </a:lnTo>
                  <a:lnTo>
                    <a:pt x="1272114" y="1495338"/>
                  </a:lnTo>
                  <a:lnTo>
                    <a:pt x="1272120" y="1495354"/>
                  </a:lnTo>
                  <a:lnTo>
                    <a:pt x="1272125" y="1495368"/>
                  </a:lnTo>
                  <a:lnTo>
                    <a:pt x="1272127" y="1495378"/>
                  </a:lnTo>
                  <a:lnTo>
                    <a:pt x="1272127" y="1495387"/>
                  </a:lnTo>
                  <a:lnTo>
                    <a:pt x="1272126" y="1495393"/>
                  </a:lnTo>
                  <a:lnTo>
                    <a:pt x="1272123" y="1495399"/>
                  </a:lnTo>
                  <a:lnTo>
                    <a:pt x="1272116" y="1495407"/>
                  </a:lnTo>
                  <a:lnTo>
                    <a:pt x="1272107" y="1495415"/>
                  </a:lnTo>
                  <a:lnTo>
                    <a:pt x="1272102" y="1495421"/>
                  </a:lnTo>
                  <a:lnTo>
                    <a:pt x="1272099" y="1495427"/>
                  </a:lnTo>
                  <a:lnTo>
                    <a:pt x="1272098" y="1495433"/>
                  </a:lnTo>
                  <a:lnTo>
                    <a:pt x="1272098" y="1495441"/>
                  </a:lnTo>
                  <a:lnTo>
                    <a:pt x="1272103" y="1495449"/>
                  </a:lnTo>
                  <a:lnTo>
                    <a:pt x="1272109" y="1495457"/>
                  </a:lnTo>
                  <a:lnTo>
                    <a:pt x="1272110" y="1495464"/>
                  </a:lnTo>
                  <a:lnTo>
                    <a:pt x="1272110" y="1495472"/>
                  </a:lnTo>
                  <a:lnTo>
                    <a:pt x="1272106" y="1495478"/>
                  </a:lnTo>
                  <a:lnTo>
                    <a:pt x="1272102" y="1495481"/>
                  </a:lnTo>
                  <a:lnTo>
                    <a:pt x="1272097" y="1495486"/>
                  </a:lnTo>
                  <a:lnTo>
                    <a:pt x="1272094" y="1495492"/>
                  </a:lnTo>
                  <a:lnTo>
                    <a:pt x="1272091" y="1495500"/>
                  </a:lnTo>
                  <a:lnTo>
                    <a:pt x="1272089" y="1495507"/>
                  </a:lnTo>
                  <a:lnTo>
                    <a:pt x="1272086" y="1495517"/>
                  </a:lnTo>
                  <a:lnTo>
                    <a:pt x="1272082" y="1495529"/>
                  </a:lnTo>
                  <a:lnTo>
                    <a:pt x="1272078" y="1495541"/>
                  </a:lnTo>
                  <a:lnTo>
                    <a:pt x="1272075" y="1495549"/>
                  </a:lnTo>
                  <a:lnTo>
                    <a:pt x="1272072" y="1495557"/>
                  </a:lnTo>
                  <a:lnTo>
                    <a:pt x="1272069" y="1495567"/>
                  </a:lnTo>
                  <a:lnTo>
                    <a:pt x="1272071" y="1495576"/>
                  </a:lnTo>
                  <a:lnTo>
                    <a:pt x="1272078" y="1495581"/>
                  </a:lnTo>
                  <a:lnTo>
                    <a:pt x="1272085" y="1495584"/>
                  </a:lnTo>
                  <a:lnTo>
                    <a:pt x="1272096" y="1495586"/>
                  </a:lnTo>
                  <a:lnTo>
                    <a:pt x="1272105" y="1495587"/>
                  </a:lnTo>
                  <a:lnTo>
                    <a:pt x="1272110" y="1495589"/>
                  </a:lnTo>
                  <a:lnTo>
                    <a:pt x="1272116" y="1495594"/>
                  </a:lnTo>
                  <a:lnTo>
                    <a:pt x="1272117" y="1495603"/>
                  </a:lnTo>
                  <a:lnTo>
                    <a:pt x="1272116" y="1495610"/>
                  </a:lnTo>
                  <a:lnTo>
                    <a:pt x="1272113" y="1495617"/>
                  </a:lnTo>
                  <a:lnTo>
                    <a:pt x="1272111" y="1495626"/>
                  </a:lnTo>
                  <a:lnTo>
                    <a:pt x="1272111" y="1495635"/>
                  </a:lnTo>
                  <a:lnTo>
                    <a:pt x="1272113" y="1495645"/>
                  </a:lnTo>
                  <a:lnTo>
                    <a:pt x="1272115" y="1495652"/>
                  </a:lnTo>
                  <a:lnTo>
                    <a:pt x="1272118" y="1495661"/>
                  </a:lnTo>
                  <a:lnTo>
                    <a:pt x="1272120" y="1495667"/>
                  </a:lnTo>
                  <a:lnTo>
                    <a:pt x="1272123" y="1495674"/>
                  </a:lnTo>
                  <a:lnTo>
                    <a:pt x="1272126" y="1495684"/>
                  </a:lnTo>
                  <a:lnTo>
                    <a:pt x="1272130" y="1495693"/>
                  </a:lnTo>
                  <a:lnTo>
                    <a:pt x="1272131" y="1495707"/>
                  </a:lnTo>
                  <a:lnTo>
                    <a:pt x="1272133" y="1495716"/>
                  </a:lnTo>
                  <a:lnTo>
                    <a:pt x="1272135" y="1495730"/>
                  </a:lnTo>
                  <a:lnTo>
                    <a:pt x="1272137" y="1495747"/>
                  </a:lnTo>
                  <a:lnTo>
                    <a:pt x="1272142" y="1495755"/>
                  </a:lnTo>
                  <a:lnTo>
                    <a:pt x="1272147" y="1495766"/>
                  </a:lnTo>
                  <a:lnTo>
                    <a:pt x="1272148" y="1495780"/>
                  </a:lnTo>
                  <a:lnTo>
                    <a:pt x="1272146" y="1495788"/>
                  </a:lnTo>
                  <a:lnTo>
                    <a:pt x="1272139" y="1495808"/>
                  </a:lnTo>
                  <a:lnTo>
                    <a:pt x="1272134" y="1495819"/>
                  </a:lnTo>
                  <a:lnTo>
                    <a:pt x="1272131" y="1495827"/>
                  </a:lnTo>
                  <a:lnTo>
                    <a:pt x="1272132" y="1495833"/>
                  </a:lnTo>
                  <a:lnTo>
                    <a:pt x="1272133" y="1495837"/>
                  </a:lnTo>
                  <a:lnTo>
                    <a:pt x="1272136" y="1495842"/>
                  </a:lnTo>
                  <a:lnTo>
                    <a:pt x="1272136" y="1495850"/>
                  </a:lnTo>
                  <a:lnTo>
                    <a:pt x="1272132" y="1495860"/>
                  </a:lnTo>
                  <a:lnTo>
                    <a:pt x="1272124" y="1495875"/>
                  </a:lnTo>
                  <a:lnTo>
                    <a:pt x="1272115" y="1495889"/>
                  </a:lnTo>
                  <a:lnTo>
                    <a:pt x="1272105" y="1495905"/>
                  </a:lnTo>
                  <a:lnTo>
                    <a:pt x="1272093" y="1495918"/>
                  </a:lnTo>
                  <a:lnTo>
                    <a:pt x="1272089" y="1495922"/>
                  </a:lnTo>
                  <a:lnTo>
                    <a:pt x="1272083" y="1495927"/>
                  </a:lnTo>
                  <a:lnTo>
                    <a:pt x="1272069" y="1495935"/>
                  </a:lnTo>
                  <a:lnTo>
                    <a:pt x="1272062" y="1495939"/>
                  </a:lnTo>
                  <a:lnTo>
                    <a:pt x="1272053" y="1495945"/>
                  </a:lnTo>
                  <a:lnTo>
                    <a:pt x="1272028" y="1495956"/>
                  </a:lnTo>
                  <a:lnTo>
                    <a:pt x="1272008" y="1495963"/>
                  </a:lnTo>
                  <a:lnTo>
                    <a:pt x="1272001" y="1495968"/>
                  </a:lnTo>
                  <a:lnTo>
                    <a:pt x="1271994" y="1495974"/>
                  </a:lnTo>
                  <a:lnTo>
                    <a:pt x="1271990" y="1495979"/>
                  </a:lnTo>
                  <a:lnTo>
                    <a:pt x="1271988" y="1495985"/>
                  </a:lnTo>
                  <a:lnTo>
                    <a:pt x="1271983" y="1495997"/>
                  </a:lnTo>
                  <a:lnTo>
                    <a:pt x="1271981" y="1496003"/>
                  </a:lnTo>
                  <a:lnTo>
                    <a:pt x="1271975" y="1496014"/>
                  </a:lnTo>
                  <a:lnTo>
                    <a:pt x="1271969" y="1496028"/>
                  </a:lnTo>
                  <a:lnTo>
                    <a:pt x="1271962" y="1496045"/>
                  </a:lnTo>
                  <a:lnTo>
                    <a:pt x="1271951" y="1496072"/>
                  </a:lnTo>
                  <a:lnTo>
                    <a:pt x="1271943" y="1496089"/>
                  </a:lnTo>
                  <a:lnTo>
                    <a:pt x="1271938" y="1496101"/>
                  </a:lnTo>
                  <a:lnTo>
                    <a:pt x="1271932" y="1496110"/>
                  </a:lnTo>
                  <a:lnTo>
                    <a:pt x="1271923" y="1496120"/>
                  </a:lnTo>
                  <a:lnTo>
                    <a:pt x="1271915" y="1496126"/>
                  </a:lnTo>
                  <a:lnTo>
                    <a:pt x="1271907" y="1496129"/>
                  </a:lnTo>
                  <a:lnTo>
                    <a:pt x="1271889" y="1496133"/>
                  </a:lnTo>
                  <a:lnTo>
                    <a:pt x="1271881" y="1496136"/>
                  </a:lnTo>
                  <a:lnTo>
                    <a:pt x="1271879" y="1496141"/>
                  </a:lnTo>
                  <a:lnTo>
                    <a:pt x="1271878" y="1496152"/>
                  </a:lnTo>
                  <a:lnTo>
                    <a:pt x="1271879" y="1496166"/>
                  </a:lnTo>
                  <a:lnTo>
                    <a:pt x="1271881" y="1496187"/>
                  </a:lnTo>
                  <a:lnTo>
                    <a:pt x="1271885" y="1496197"/>
                  </a:lnTo>
                  <a:lnTo>
                    <a:pt x="1271893" y="1496205"/>
                  </a:lnTo>
                  <a:lnTo>
                    <a:pt x="1271899" y="1496217"/>
                  </a:lnTo>
                  <a:lnTo>
                    <a:pt x="1271900" y="1496226"/>
                  </a:lnTo>
                  <a:lnTo>
                    <a:pt x="1271897" y="1496247"/>
                  </a:lnTo>
                  <a:lnTo>
                    <a:pt x="1271892" y="1496262"/>
                  </a:lnTo>
                  <a:lnTo>
                    <a:pt x="1271885" y="1496277"/>
                  </a:lnTo>
                  <a:lnTo>
                    <a:pt x="1271872" y="1496298"/>
                  </a:lnTo>
                  <a:lnTo>
                    <a:pt x="1271859" y="1496316"/>
                  </a:lnTo>
                  <a:lnTo>
                    <a:pt x="1271854" y="1496322"/>
                  </a:lnTo>
                  <a:lnTo>
                    <a:pt x="1271853" y="1496334"/>
                  </a:lnTo>
                  <a:lnTo>
                    <a:pt x="1271856" y="1496352"/>
                  </a:lnTo>
                  <a:lnTo>
                    <a:pt x="1271860" y="1496360"/>
                  </a:lnTo>
                  <a:lnTo>
                    <a:pt x="1271869" y="1496374"/>
                  </a:lnTo>
                  <a:lnTo>
                    <a:pt x="1271880" y="1496391"/>
                  </a:lnTo>
                  <a:lnTo>
                    <a:pt x="1271886" y="1496409"/>
                  </a:lnTo>
                  <a:lnTo>
                    <a:pt x="1271891" y="1496429"/>
                  </a:lnTo>
                  <a:lnTo>
                    <a:pt x="1271891" y="1496441"/>
                  </a:lnTo>
                  <a:lnTo>
                    <a:pt x="1271887" y="1496453"/>
                  </a:lnTo>
                  <a:lnTo>
                    <a:pt x="1271879" y="1496470"/>
                  </a:lnTo>
                  <a:lnTo>
                    <a:pt x="1271872" y="1496488"/>
                  </a:lnTo>
                  <a:lnTo>
                    <a:pt x="1271868" y="1496508"/>
                  </a:lnTo>
                  <a:lnTo>
                    <a:pt x="1271864" y="1496533"/>
                  </a:lnTo>
                  <a:lnTo>
                    <a:pt x="1271864" y="1496548"/>
                  </a:lnTo>
                  <a:lnTo>
                    <a:pt x="1271870" y="1496562"/>
                  </a:lnTo>
                  <a:lnTo>
                    <a:pt x="1271887" y="1496586"/>
                  </a:lnTo>
                  <a:lnTo>
                    <a:pt x="1271895" y="1496605"/>
                  </a:lnTo>
                  <a:lnTo>
                    <a:pt x="1271904" y="1496626"/>
                  </a:lnTo>
                  <a:lnTo>
                    <a:pt x="1271911" y="1496659"/>
                  </a:lnTo>
                  <a:lnTo>
                    <a:pt x="1271917" y="1496694"/>
                  </a:lnTo>
                  <a:lnTo>
                    <a:pt x="1271917" y="1496708"/>
                  </a:lnTo>
                  <a:lnTo>
                    <a:pt x="1271915" y="1496720"/>
                  </a:lnTo>
                  <a:lnTo>
                    <a:pt x="1271909" y="1496726"/>
                  </a:lnTo>
                  <a:lnTo>
                    <a:pt x="1271904" y="1496730"/>
                  </a:lnTo>
                  <a:lnTo>
                    <a:pt x="1271890" y="1496738"/>
                  </a:lnTo>
                  <a:lnTo>
                    <a:pt x="1271872" y="1496744"/>
                  </a:lnTo>
                  <a:lnTo>
                    <a:pt x="1271860" y="1496753"/>
                  </a:lnTo>
                  <a:lnTo>
                    <a:pt x="1271855" y="1496764"/>
                  </a:lnTo>
                  <a:lnTo>
                    <a:pt x="1271857" y="1496773"/>
                  </a:lnTo>
                  <a:lnTo>
                    <a:pt x="1271866" y="1496788"/>
                  </a:lnTo>
                  <a:lnTo>
                    <a:pt x="1271883" y="1496807"/>
                  </a:lnTo>
                  <a:lnTo>
                    <a:pt x="1271899" y="1496822"/>
                  </a:lnTo>
                  <a:lnTo>
                    <a:pt x="1271918" y="1496842"/>
                  </a:lnTo>
                  <a:lnTo>
                    <a:pt x="1271933" y="1496859"/>
                  </a:lnTo>
                  <a:lnTo>
                    <a:pt x="1271947" y="1496879"/>
                  </a:lnTo>
                  <a:lnTo>
                    <a:pt x="1271956" y="1496904"/>
                  </a:lnTo>
                  <a:lnTo>
                    <a:pt x="1271959" y="1496922"/>
                  </a:lnTo>
                  <a:lnTo>
                    <a:pt x="1271957" y="1496940"/>
                  </a:lnTo>
                  <a:lnTo>
                    <a:pt x="1271950" y="1496957"/>
                  </a:lnTo>
                  <a:lnTo>
                    <a:pt x="1271935" y="1496977"/>
                  </a:lnTo>
                  <a:lnTo>
                    <a:pt x="1271931" y="1496981"/>
                  </a:lnTo>
                  <a:lnTo>
                    <a:pt x="1271920" y="1496994"/>
                  </a:lnTo>
                  <a:lnTo>
                    <a:pt x="1271894" y="1497017"/>
                  </a:lnTo>
                  <a:lnTo>
                    <a:pt x="1271869" y="1497037"/>
                  </a:lnTo>
                  <a:lnTo>
                    <a:pt x="1271852" y="1497050"/>
                  </a:lnTo>
                  <a:lnTo>
                    <a:pt x="1271837" y="1497062"/>
                  </a:lnTo>
                  <a:lnTo>
                    <a:pt x="1271822" y="1497081"/>
                  </a:lnTo>
                  <a:lnTo>
                    <a:pt x="1271808" y="1497097"/>
                  </a:lnTo>
                  <a:lnTo>
                    <a:pt x="1271799" y="1497105"/>
                  </a:lnTo>
                  <a:lnTo>
                    <a:pt x="1271793" y="1497112"/>
                  </a:lnTo>
                  <a:lnTo>
                    <a:pt x="1271786" y="1497119"/>
                  </a:lnTo>
                  <a:lnTo>
                    <a:pt x="1271767" y="1497137"/>
                  </a:lnTo>
                  <a:lnTo>
                    <a:pt x="1271762" y="1497144"/>
                  </a:lnTo>
                  <a:lnTo>
                    <a:pt x="1271751" y="1497156"/>
                  </a:lnTo>
                  <a:lnTo>
                    <a:pt x="1271745" y="1497164"/>
                  </a:lnTo>
                  <a:lnTo>
                    <a:pt x="1271722" y="1497187"/>
                  </a:lnTo>
                  <a:lnTo>
                    <a:pt x="1271704" y="1497209"/>
                  </a:lnTo>
                  <a:lnTo>
                    <a:pt x="1271688" y="1497229"/>
                  </a:lnTo>
                  <a:lnTo>
                    <a:pt x="1271677" y="1497245"/>
                  </a:lnTo>
                  <a:lnTo>
                    <a:pt x="1271660" y="1497264"/>
                  </a:lnTo>
                  <a:lnTo>
                    <a:pt x="1271637" y="1497281"/>
                  </a:lnTo>
                  <a:lnTo>
                    <a:pt x="1271611" y="1497296"/>
                  </a:lnTo>
                  <a:lnTo>
                    <a:pt x="1271581" y="1497312"/>
                  </a:lnTo>
                  <a:lnTo>
                    <a:pt x="1271558" y="1497321"/>
                  </a:lnTo>
                  <a:lnTo>
                    <a:pt x="1271542" y="1497324"/>
                  </a:lnTo>
                  <a:lnTo>
                    <a:pt x="1271522" y="1497325"/>
                  </a:lnTo>
                  <a:lnTo>
                    <a:pt x="1271500" y="1497326"/>
                  </a:lnTo>
                  <a:lnTo>
                    <a:pt x="1271489" y="1497329"/>
                  </a:lnTo>
                  <a:lnTo>
                    <a:pt x="1271480" y="1497335"/>
                  </a:lnTo>
                  <a:lnTo>
                    <a:pt x="1271473" y="1497343"/>
                  </a:lnTo>
                  <a:lnTo>
                    <a:pt x="1271465" y="1497359"/>
                  </a:lnTo>
                  <a:lnTo>
                    <a:pt x="1271460" y="1497378"/>
                  </a:lnTo>
                  <a:lnTo>
                    <a:pt x="1271454" y="1497398"/>
                  </a:lnTo>
                  <a:lnTo>
                    <a:pt x="1271445" y="1497414"/>
                  </a:lnTo>
                  <a:lnTo>
                    <a:pt x="1271431" y="1497434"/>
                  </a:lnTo>
                  <a:lnTo>
                    <a:pt x="1271419" y="1497444"/>
                  </a:lnTo>
                  <a:lnTo>
                    <a:pt x="1271414" y="1497447"/>
                  </a:lnTo>
                  <a:lnTo>
                    <a:pt x="1271403" y="1497453"/>
                  </a:lnTo>
                  <a:lnTo>
                    <a:pt x="1271385" y="1497459"/>
                  </a:lnTo>
                  <a:lnTo>
                    <a:pt x="1271361" y="1497463"/>
                  </a:lnTo>
                  <a:lnTo>
                    <a:pt x="1271340" y="1497467"/>
                  </a:lnTo>
                  <a:lnTo>
                    <a:pt x="1271311" y="1497468"/>
                  </a:lnTo>
                  <a:lnTo>
                    <a:pt x="1271299" y="1497471"/>
                  </a:lnTo>
                  <a:lnTo>
                    <a:pt x="1271284" y="1497475"/>
                  </a:lnTo>
                  <a:lnTo>
                    <a:pt x="1271263" y="1497481"/>
                  </a:lnTo>
                  <a:lnTo>
                    <a:pt x="1271250" y="1497483"/>
                  </a:lnTo>
                  <a:lnTo>
                    <a:pt x="1271236" y="1497483"/>
                  </a:lnTo>
                  <a:lnTo>
                    <a:pt x="1271227" y="1497480"/>
                  </a:lnTo>
                  <a:lnTo>
                    <a:pt x="1271211" y="1497473"/>
                  </a:lnTo>
                  <a:lnTo>
                    <a:pt x="1271189" y="1497462"/>
                  </a:lnTo>
                  <a:lnTo>
                    <a:pt x="1271176" y="1497459"/>
                  </a:lnTo>
                  <a:lnTo>
                    <a:pt x="1271163" y="1497454"/>
                  </a:lnTo>
                  <a:lnTo>
                    <a:pt x="1271152" y="1497452"/>
                  </a:lnTo>
                  <a:lnTo>
                    <a:pt x="1271144" y="1497453"/>
                  </a:lnTo>
                  <a:lnTo>
                    <a:pt x="1271137" y="1497456"/>
                  </a:lnTo>
                  <a:lnTo>
                    <a:pt x="1271128" y="1497466"/>
                  </a:lnTo>
                  <a:lnTo>
                    <a:pt x="1271116" y="1497481"/>
                  </a:lnTo>
                  <a:lnTo>
                    <a:pt x="1271101" y="1497500"/>
                  </a:lnTo>
                  <a:lnTo>
                    <a:pt x="1271092" y="1497513"/>
                  </a:lnTo>
                  <a:lnTo>
                    <a:pt x="1271089" y="1497518"/>
                  </a:lnTo>
                  <a:lnTo>
                    <a:pt x="1271085" y="1497526"/>
                  </a:lnTo>
                  <a:lnTo>
                    <a:pt x="1271074" y="1497546"/>
                  </a:lnTo>
                  <a:lnTo>
                    <a:pt x="1271067" y="1497555"/>
                  </a:lnTo>
                  <a:lnTo>
                    <a:pt x="1271060" y="1497560"/>
                  </a:lnTo>
                  <a:lnTo>
                    <a:pt x="1271036" y="1497571"/>
                  </a:lnTo>
                  <a:lnTo>
                    <a:pt x="1271013" y="1497582"/>
                  </a:lnTo>
                  <a:lnTo>
                    <a:pt x="1270991" y="1497591"/>
                  </a:lnTo>
                  <a:lnTo>
                    <a:pt x="1270974" y="1497600"/>
                  </a:lnTo>
                  <a:lnTo>
                    <a:pt x="1270965" y="1497603"/>
                  </a:lnTo>
                  <a:lnTo>
                    <a:pt x="1270957" y="1497603"/>
                  </a:lnTo>
                  <a:lnTo>
                    <a:pt x="1270946" y="1497601"/>
                  </a:lnTo>
                  <a:lnTo>
                    <a:pt x="1270932" y="1497592"/>
                  </a:lnTo>
                  <a:lnTo>
                    <a:pt x="1270913" y="1497582"/>
                  </a:lnTo>
                  <a:lnTo>
                    <a:pt x="1270903" y="1497579"/>
                  </a:lnTo>
                  <a:lnTo>
                    <a:pt x="1270887" y="1497579"/>
                  </a:lnTo>
                  <a:lnTo>
                    <a:pt x="1270853" y="1497578"/>
                  </a:lnTo>
                  <a:lnTo>
                    <a:pt x="1270829" y="1497578"/>
                  </a:lnTo>
                  <a:lnTo>
                    <a:pt x="1270809" y="1497575"/>
                  </a:lnTo>
                  <a:lnTo>
                    <a:pt x="1270788" y="1497566"/>
                  </a:lnTo>
                  <a:lnTo>
                    <a:pt x="1270779" y="1497564"/>
                  </a:lnTo>
                  <a:lnTo>
                    <a:pt x="1270762" y="1497562"/>
                  </a:lnTo>
                  <a:lnTo>
                    <a:pt x="1270719" y="1497557"/>
                  </a:lnTo>
                  <a:lnTo>
                    <a:pt x="1270697" y="1497555"/>
                  </a:lnTo>
                  <a:lnTo>
                    <a:pt x="1270679" y="1497555"/>
                  </a:lnTo>
                  <a:lnTo>
                    <a:pt x="1270661" y="1497556"/>
                  </a:lnTo>
                  <a:lnTo>
                    <a:pt x="1270647" y="1497558"/>
                  </a:lnTo>
                  <a:lnTo>
                    <a:pt x="1270639" y="1497558"/>
                  </a:lnTo>
                  <a:lnTo>
                    <a:pt x="1270635" y="1497556"/>
                  </a:lnTo>
                  <a:lnTo>
                    <a:pt x="1270628" y="1497547"/>
                  </a:lnTo>
                  <a:lnTo>
                    <a:pt x="1270622" y="1497543"/>
                  </a:lnTo>
                  <a:lnTo>
                    <a:pt x="1270617" y="1497543"/>
                  </a:lnTo>
                  <a:lnTo>
                    <a:pt x="1270607" y="1497541"/>
                  </a:lnTo>
                  <a:lnTo>
                    <a:pt x="1270600" y="1497541"/>
                  </a:lnTo>
                  <a:lnTo>
                    <a:pt x="1270591" y="1497544"/>
                  </a:lnTo>
                  <a:lnTo>
                    <a:pt x="1270586" y="1497549"/>
                  </a:lnTo>
                  <a:lnTo>
                    <a:pt x="1270579" y="1497560"/>
                  </a:lnTo>
                  <a:lnTo>
                    <a:pt x="1270569" y="1497582"/>
                  </a:lnTo>
                  <a:lnTo>
                    <a:pt x="1270557" y="1497610"/>
                  </a:lnTo>
                  <a:lnTo>
                    <a:pt x="1270541" y="1497647"/>
                  </a:lnTo>
                  <a:lnTo>
                    <a:pt x="1270525" y="1497676"/>
                  </a:lnTo>
                  <a:lnTo>
                    <a:pt x="1270517" y="1497688"/>
                  </a:lnTo>
                  <a:lnTo>
                    <a:pt x="1270512" y="1497696"/>
                  </a:lnTo>
                  <a:lnTo>
                    <a:pt x="1270497" y="1497713"/>
                  </a:lnTo>
                  <a:lnTo>
                    <a:pt x="1270486" y="1497723"/>
                  </a:lnTo>
                  <a:lnTo>
                    <a:pt x="1270466" y="1497729"/>
                  </a:lnTo>
                  <a:lnTo>
                    <a:pt x="1270440" y="1497732"/>
                  </a:lnTo>
                  <a:lnTo>
                    <a:pt x="1270418" y="1497740"/>
                  </a:lnTo>
                  <a:lnTo>
                    <a:pt x="1270401" y="1497751"/>
                  </a:lnTo>
                  <a:lnTo>
                    <a:pt x="1270390" y="1497761"/>
                  </a:lnTo>
                  <a:lnTo>
                    <a:pt x="1270377" y="1497781"/>
                  </a:lnTo>
                  <a:lnTo>
                    <a:pt x="1270369" y="1497795"/>
                  </a:lnTo>
                  <a:lnTo>
                    <a:pt x="1270363" y="1497801"/>
                  </a:lnTo>
                  <a:lnTo>
                    <a:pt x="1270354" y="1497810"/>
                  </a:lnTo>
                  <a:lnTo>
                    <a:pt x="1270345" y="1497818"/>
                  </a:lnTo>
                  <a:lnTo>
                    <a:pt x="1270334" y="1497828"/>
                  </a:lnTo>
                  <a:lnTo>
                    <a:pt x="1270321" y="1497840"/>
                  </a:lnTo>
                  <a:lnTo>
                    <a:pt x="1270317" y="1497851"/>
                  </a:lnTo>
                  <a:lnTo>
                    <a:pt x="1270305" y="1497864"/>
                  </a:lnTo>
                  <a:lnTo>
                    <a:pt x="1270284" y="1497879"/>
                  </a:lnTo>
                  <a:lnTo>
                    <a:pt x="1270264" y="1497888"/>
                  </a:lnTo>
                  <a:lnTo>
                    <a:pt x="1270239" y="1497899"/>
                  </a:lnTo>
                  <a:lnTo>
                    <a:pt x="1270220" y="1497908"/>
                  </a:lnTo>
                  <a:lnTo>
                    <a:pt x="1270201" y="1497921"/>
                  </a:lnTo>
                  <a:lnTo>
                    <a:pt x="1270196" y="1497924"/>
                  </a:lnTo>
                  <a:lnTo>
                    <a:pt x="1270192" y="1497928"/>
                  </a:lnTo>
                  <a:lnTo>
                    <a:pt x="1270180" y="1497937"/>
                  </a:lnTo>
                  <a:lnTo>
                    <a:pt x="1270172" y="1497944"/>
                  </a:lnTo>
                  <a:lnTo>
                    <a:pt x="1270163" y="1497952"/>
                  </a:lnTo>
                  <a:lnTo>
                    <a:pt x="1270154" y="1497963"/>
                  </a:lnTo>
                  <a:lnTo>
                    <a:pt x="1270137" y="1497982"/>
                  </a:lnTo>
                  <a:lnTo>
                    <a:pt x="1270121" y="1497994"/>
                  </a:lnTo>
                  <a:lnTo>
                    <a:pt x="1270099" y="1498005"/>
                  </a:lnTo>
                  <a:lnTo>
                    <a:pt x="1270078" y="1498019"/>
                  </a:lnTo>
                  <a:lnTo>
                    <a:pt x="1270064" y="1498034"/>
                  </a:lnTo>
                  <a:lnTo>
                    <a:pt x="1270059" y="1498049"/>
                  </a:lnTo>
                  <a:lnTo>
                    <a:pt x="1270054" y="1498070"/>
                  </a:lnTo>
                  <a:lnTo>
                    <a:pt x="1270055" y="1498090"/>
                  </a:lnTo>
                  <a:lnTo>
                    <a:pt x="1270054" y="1498108"/>
                  </a:lnTo>
                  <a:lnTo>
                    <a:pt x="1270049" y="1498121"/>
                  </a:lnTo>
                  <a:lnTo>
                    <a:pt x="1270042" y="1498130"/>
                  </a:lnTo>
                  <a:lnTo>
                    <a:pt x="1270028" y="1498137"/>
                  </a:lnTo>
                  <a:lnTo>
                    <a:pt x="1270002" y="1498145"/>
                  </a:lnTo>
                  <a:lnTo>
                    <a:pt x="1269977" y="1498151"/>
                  </a:lnTo>
                  <a:lnTo>
                    <a:pt x="1269958" y="1498154"/>
                  </a:lnTo>
                  <a:lnTo>
                    <a:pt x="1269948" y="1498159"/>
                  </a:lnTo>
                  <a:lnTo>
                    <a:pt x="1269934" y="1498172"/>
                  </a:lnTo>
                  <a:lnTo>
                    <a:pt x="1269921" y="1498190"/>
                  </a:lnTo>
                  <a:lnTo>
                    <a:pt x="1269903" y="1498216"/>
                  </a:lnTo>
                  <a:lnTo>
                    <a:pt x="1269891" y="1498229"/>
                  </a:lnTo>
                  <a:lnTo>
                    <a:pt x="1269874" y="1498238"/>
                  </a:lnTo>
                  <a:lnTo>
                    <a:pt x="1269869" y="1498239"/>
                  </a:lnTo>
                  <a:lnTo>
                    <a:pt x="1269858" y="1498241"/>
                  </a:lnTo>
                  <a:lnTo>
                    <a:pt x="1269841" y="1498237"/>
                  </a:lnTo>
                  <a:lnTo>
                    <a:pt x="1269822" y="1498228"/>
                  </a:lnTo>
                  <a:lnTo>
                    <a:pt x="1269803" y="1498215"/>
                  </a:lnTo>
                  <a:lnTo>
                    <a:pt x="1269788" y="1498211"/>
                  </a:lnTo>
                  <a:lnTo>
                    <a:pt x="1269775" y="1498210"/>
                  </a:lnTo>
                  <a:lnTo>
                    <a:pt x="1269762" y="1498213"/>
                  </a:lnTo>
                  <a:lnTo>
                    <a:pt x="1269751" y="1498221"/>
                  </a:lnTo>
                  <a:lnTo>
                    <a:pt x="1269742" y="1498239"/>
                  </a:lnTo>
                  <a:lnTo>
                    <a:pt x="1269735" y="1498257"/>
                  </a:lnTo>
                  <a:lnTo>
                    <a:pt x="1269723" y="1498282"/>
                  </a:lnTo>
                  <a:lnTo>
                    <a:pt x="1269718" y="1498293"/>
                  </a:lnTo>
                  <a:lnTo>
                    <a:pt x="1269713" y="1498306"/>
                  </a:lnTo>
                  <a:lnTo>
                    <a:pt x="1269707" y="1498337"/>
                  </a:lnTo>
                  <a:lnTo>
                    <a:pt x="1269699" y="1498374"/>
                  </a:lnTo>
                  <a:lnTo>
                    <a:pt x="1269697" y="1498385"/>
                  </a:lnTo>
                  <a:lnTo>
                    <a:pt x="1269694" y="1498402"/>
                  </a:lnTo>
                  <a:lnTo>
                    <a:pt x="1269687" y="1498427"/>
                  </a:lnTo>
                  <a:lnTo>
                    <a:pt x="1269680" y="1498451"/>
                  </a:lnTo>
                  <a:lnTo>
                    <a:pt x="1269677" y="1498469"/>
                  </a:lnTo>
                  <a:lnTo>
                    <a:pt x="1269676" y="1498497"/>
                  </a:lnTo>
                  <a:lnTo>
                    <a:pt x="1269676" y="1498524"/>
                  </a:lnTo>
                  <a:lnTo>
                    <a:pt x="1269674" y="1498551"/>
                  </a:lnTo>
                  <a:lnTo>
                    <a:pt x="1269670" y="1498570"/>
                  </a:lnTo>
                  <a:lnTo>
                    <a:pt x="1269659" y="1498581"/>
                  </a:lnTo>
                  <a:lnTo>
                    <a:pt x="1269649" y="1498588"/>
                  </a:lnTo>
                  <a:lnTo>
                    <a:pt x="1269633" y="1498592"/>
                  </a:lnTo>
                  <a:lnTo>
                    <a:pt x="1269617" y="1498596"/>
                  </a:lnTo>
                  <a:lnTo>
                    <a:pt x="1269604" y="1498605"/>
                  </a:lnTo>
                  <a:lnTo>
                    <a:pt x="1269598" y="1498615"/>
                  </a:lnTo>
                  <a:lnTo>
                    <a:pt x="1269592" y="1498633"/>
                  </a:lnTo>
                  <a:lnTo>
                    <a:pt x="1269586" y="1498659"/>
                  </a:lnTo>
                  <a:lnTo>
                    <a:pt x="1269578" y="1498689"/>
                  </a:lnTo>
                  <a:lnTo>
                    <a:pt x="1269570" y="1498708"/>
                  </a:lnTo>
                  <a:lnTo>
                    <a:pt x="1269562" y="1498734"/>
                  </a:lnTo>
                  <a:lnTo>
                    <a:pt x="1269552" y="1498755"/>
                  </a:lnTo>
                  <a:lnTo>
                    <a:pt x="1269541" y="1498760"/>
                  </a:lnTo>
                  <a:lnTo>
                    <a:pt x="1269524" y="1498757"/>
                  </a:lnTo>
                  <a:lnTo>
                    <a:pt x="1269513" y="1498750"/>
                  </a:lnTo>
                  <a:lnTo>
                    <a:pt x="1269501" y="1498745"/>
                  </a:lnTo>
                  <a:lnTo>
                    <a:pt x="1269491" y="1498745"/>
                  </a:lnTo>
                  <a:lnTo>
                    <a:pt x="1269482" y="1498747"/>
                  </a:lnTo>
                  <a:lnTo>
                    <a:pt x="1269475" y="1498753"/>
                  </a:lnTo>
                  <a:lnTo>
                    <a:pt x="1269469" y="1498760"/>
                  </a:lnTo>
                  <a:lnTo>
                    <a:pt x="1269463" y="1498774"/>
                  </a:lnTo>
                  <a:lnTo>
                    <a:pt x="1269458" y="1498783"/>
                  </a:lnTo>
                  <a:lnTo>
                    <a:pt x="1269454" y="1498788"/>
                  </a:lnTo>
                  <a:lnTo>
                    <a:pt x="1269445" y="1498793"/>
                  </a:lnTo>
                  <a:lnTo>
                    <a:pt x="1269436" y="1498788"/>
                  </a:lnTo>
                  <a:lnTo>
                    <a:pt x="1269418" y="1498775"/>
                  </a:lnTo>
                  <a:lnTo>
                    <a:pt x="1269406" y="1498766"/>
                  </a:lnTo>
                  <a:lnTo>
                    <a:pt x="1269397" y="1498766"/>
                  </a:lnTo>
                  <a:lnTo>
                    <a:pt x="1269388" y="1498771"/>
                  </a:lnTo>
                  <a:lnTo>
                    <a:pt x="1269377" y="1498778"/>
                  </a:lnTo>
                  <a:lnTo>
                    <a:pt x="1269361" y="1498793"/>
                  </a:lnTo>
                  <a:lnTo>
                    <a:pt x="1269341" y="1498809"/>
                  </a:lnTo>
                  <a:lnTo>
                    <a:pt x="1269334" y="1498811"/>
                  </a:lnTo>
                  <a:lnTo>
                    <a:pt x="1269322" y="1498815"/>
                  </a:lnTo>
                  <a:lnTo>
                    <a:pt x="1269303" y="1498818"/>
                  </a:lnTo>
                  <a:lnTo>
                    <a:pt x="1269290" y="1498816"/>
                  </a:lnTo>
                  <a:lnTo>
                    <a:pt x="1269273" y="1498809"/>
                  </a:lnTo>
                  <a:lnTo>
                    <a:pt x="1269260" y="1498802"/>
                  </a:lnTo>
                  <a:lnTo>
                    <a:pt x="1269245" y="1498800"/>
                  </a:lnTo>
                  <a:lnTo>
                    <a:pt x="1269225" y="1498799"/>
                  </a:lnTo>
                  <a:lnTo>
                    <a:pt x="1269214" y="1498803"/>
                  </a:lnTo>
                  <a:lnTo>
                    <a:pt x="1269200" y="1498812"/>
                  </a:lnTo>
                  <a:lnTo>
                    <a:pt x="1269184" y="1498824"/>
                  </a:lnTo>
                  <a:lnTo>
                    <a:pt x="1269173" y="1498830"/>
                  </a:lnTo>
                  <a:lnTo>
                    <a:pt x="1269162" y="1498834"/>
                  </a:lnTo>
                  <a:lnTo>
                    <a:pt x="1269139" y="1498831"/>
                  </a:lnTo>
                  <a:lnTo>
                    <a:pt x="1269117" y="1498825"/>
                  </a:lnTo>
                  <a:lnTo>
                    <a:pt x="1269101" y="1498816"/>
                  </a:lnTo>
                  <a:lnTo>
                    <a:pt x="1269093" y="1498811"/>
                  </a:lnTo>
                  <a:lnTo>
                    <a:pt x="1269083" y="1498810"/>
                  </a:lnTo>
                  <a:lnTo>
                    <a:pt x="1269074" y="1498813"/>
                  </a:lnTo>
                  <a:lnTo>
                    <a:pt x="1269065" y="1498817"/>
                  </a:lnTo>
                  <a:lnTo>
                    <a:pt x="1269054" y="1498823"/>
                  </a:lnTo>
                  <a:lnTo>
                    <a:pt x="1269042" y="1498826"/>
                  </a:lnTo>
                  <a:lnTo>
                    <a:pt x="1269033" y="1498823"/>
                  </a:lnTo>
                  <a:lnTo>
                    <a:pt x="1269019" y="1498817"/>
                  </a:lnTo>
                  <a:lnTo>
                    <a:pt x="1269004" y="1498806"/>
                  </a:lnTo>
                  <a:lnTo>
                    <a:pt x="1268992" y="1498793"/>
                  </a:lnTo>
                  <a:lnTo>
                    <a:pt x="1268976" y="1498776"/>
                  </a:lnTo>
                  <a:lnTo>
                    <a:pt x="1268971" y="1498771"/>
                  </a:lnTo>
                  <a:lnTo>
                    <a:pt x="1268960" y="1498767"/>
                  </a:lnTo>
                  <a:lnTo>
                    <a:pt x="1268952" y="1498767"/>
                  </a:lnTo>
                  <a:lnTo>
                    <a:pt x="1268942" y="1498774"/>
                  </a:lnTo>
                  <a:lnTo>
                    <a:pt x="1268929" y="1498786"/>
                  </a:lnTo>
                  <a:lnTo>
                    <a:pt x="1268916" y="1498798"/>
                  </a:lnTo>
                  <a:lnTo>
                    <a:pt x="1268897" y="1498814"/>
                  </a:lnTo>
                  <a:lnTo>
                    <a:pt x="1268875" y="1498829"/>
                  </a:lnTo>
                  <a:lnTo>
                    <a:pt x="1268858" y="1498834"/>
                  </a:lnTo>
                  <a:lnTo>
                    <a:pt x="1268837" y="1498839"/>
                  </a:lnTo>
                  <a:lnTo>
                    <a:pt x="1268822" y="1498842"/>
                  </a:lnTo>
                  <a:lnTo>
                    <a:pt x="1268790" y="1498846"/>
                  </a:lnTo>
                  <a:lnTo>
                    <a:pt x="1268765" y="1498846"/>
                  </a:lnTo>
                  <a:lnTo>
                    <a:pt x="1268751" y="1498847"/>
                  </a:lnTo>
                  <a:lnTo>
                    <a:pt x="1268741" y="1498846"/>
                  </a:lnTo>
                  <a:lnTo>
                    <a:pt x="1268734" y="1498843"/>
                  </a:lnTo>
                  <a:lnTo>
                    <a:pt x="1268726" y="1498840"/>
                  </a:lnTo>
                  <a:lnTo>
                    <a:pt x="1268715" y="1498835"/>
                  </a:lnTo>
                  <a:lnTo>
                    <a:pt x="1268699" y="1498827"/>
                  </a:lnTo>
                  <a:lnTo>
                    <a:pt x="1268690" y="1498823"/>
                  </a:lnTo>
                  <a:lnTo>
                    <a:pt x="1268685" y="1498821"/>
                  </a:lnTo>
                  <a:lnTo>
                    <a:pt x="1268670" y="1498818"/>
                  </a:lnTo>
                  <a:lnTo>
                    <a:pt x="1268655" y="1498815"/>
                  </a:lnTo>
                  <a:lnTo>
                    <a:pt x="1268636" y="1498809"/>
                  </a:lnTo>
                  <a:lnTo>
                    <a:pt x="1268617" y="1498802"/>
                  </a:lnTo>
                  <a:lnTo>
                    <a:pt x="1268605" y="1498796"/>
                  </a:lnTo>
                  <a:lnTo>
                    <a:pt x="1268593" y="1498787"/>
                  </a:lnTo>
                  <a:lnTo>
                    <a:pt x="1268580" y="1498769"/>
                  </a:lnTo>
                  <a:lnTo>
                    <a:pt x="1268573" y="1498759"/>
                  </a:lnTo>
                  <a:lnTo>
                    <a:pt x="1268565" y="1498754"/>
                  </a:lnTo>
                  <a:lnTo>
                    <a:pt x="1268559" y="1498754"/>
                  </a:lnTo>
                  <a:lnTo>
                    <a:pt x="1268551" y="1498758"/>
                  </a:lnTo>
                  <a:lnTo>
                    <a:pt x="1268544" y="1498766"/>
                  </a:lnTo>
                  <a:lnTo>
                    <a:pt x="1268540" y="1498770"/>
                  </a:lnTo>
                  <a:lnTo>
                    <a:pt x="1268532" y="1498777"/>
                  </a:lnTo>
                  <a:lnTo>
                    <a:pt x="1268523" y="1498786"/>
                  </a:lnTo>
                  <a:lnTo>
                    <a:pt x="1268515" y="1498790"/>
                  </a:lnTo>
                  <a:lnTo>
                    <a:pt x="1268508" y="1498793"/>
                  </a:lnTo>
                  <a:lnTo>
                    <a:pt x="1268498" y="1498791"/>
                  </a:lnTo>
                  <a:lnTo>
                    <a:pt x="1268486" y="1498776"/>
                  </a:lnTo>
                  <a:lnTo>
                    <a:pt x="1268477" y="1498755"/>
                  </a:lnTo>
                  <a:lnTo>
                    <a:pt x="1268468" y="1498737"/>
                  </a:lnTo>
                  <a:lnTo>
                    <a:pt x="1268460" y="1498727"/>
                  </a:lnTo>
                  <a:lnTo>
                    <a:pt x="1268451" y="1498723"/>
                  </a:lnTo>
                  <a:lnTo>
                    <a:pt x="1268426" y="1498714"/>
                  </a:lnTo>
                  <a:lnTo>
                    <a:pt x="1268406" y="1498709"/>
                  </a:lnTo>
                  <a:lnTo>
                    <a:pt x="1268390" y="1498704"/>
                  </a:lnTo>
                  <a:lnTo>
                    <a:pt x="1268370" y="1498697"/>
                  </a:lnTo>
                  <a:lnTo>
                    <a:pt x="1268350" y="1498688"/>
                  </a:lnTo>
                  <a:lnTo>
                    <a:pt x="1268345" y="1498685"/>
                  </a:lnTo>
                  <a:lnTo>
                    <a:pt x="1268321" y="1498671"/>
                  </a:lnTo>
                  <a:lnTo>
                    <a:pt x="1268302" y="1498658"/>
                  </a:lnTo>
                  <a:lnTo>
                    <a:pt x="1268288" y="1498646"/>
                  </a:lnTo>
                  <a:lnTo>
                    <a:pt x="1268273" y="1498633"/>
                  </a:lnTo>
                  <a:lnTo>
                    <a:pt x="1268262" y="1498621"/>
                  </a:lnTo>
                  <a:lnTo>
                    <a:pt x="1268241" y="1498606"/>
                  </a:lnTo>
                  <a:lnTo>
                    <a:pt x="1268231" y="1498601"/>
                  </a:lnTo>
                  <a:lnTo>
                    <a:pt x="1268217" y="1498597"/>
                  </a:lnTo>
                  <a:lnTo>
                    <a:pt x="1268204" y="1498597"/>
                  </a:lnTo>
                  <a:lnTo>
                    <a:pt x="1268194" y="1498602"/>
                  </a:lnTo>
                  <a:lnTo>
                    <a:pt x="1268182" y="1498611"/>
                  </a:lnTo>
                  <a:lnTo>
                    <a:pt x="1268168" y="1498622"/>
                  </a:lnTo>
                  <a:lnTo>
                    <a:pt x="1268155" y="1498633"/>
                  </a:lnTo>
                  <a:lnTo>
                    <a:pt x="1268151" y="1498635"/>
                  </a:lnTo>
                  <a:lnTo>
                    <a:pt x="1268144" y="1498639"/>
                  </a:lnTo>
                  <a:lnTo>
                    <a:pt x="1268126" y="1498641"/>
                  </a:lnTo>
                  <a:lnTo>
                    <a:pt x="1268118" y="1498641"/>
                  </a:lnTo>
                  <a:lnTo>
                    <a:pt x="1268113" y="1498640"/>
                  </a:lnTo>
                  <a:lnTo>
                    <a:pt x="1268103" y="1498641"/>
                  </a:lnTo>
                  <a:lnTo>
                    <a:pt x="1268091" y="1498646"/>
                  </a:lnTo>
                  <a:lnTo>
                    <a:pt x="1268074" y="1498661"/>
                  </a:lnTo>
                  <a:lnTo>
                    <a:pt x="1268060" y="1498679"/>
                  </a:lnTo>
                  <a:lnTo>
                    <a:pt x="1268048" y="1498692"/>
                  </a:lnTo>
                  <a:lnTo>
                    <a:pt x="1268039" y="1498703"/>
                  </a:lnTo>
                  <a:lnTo>
                    <a:pt x="1268031" y="1498711"/>
                  </a:lnTo>
                  <a:lnTo>
                    <a:pt x="1268019" y="1498718"/>
                  </a:lnTo>
                  <a:lnTo>
                    <a:pt x="1268003" y="1498725"/>
                  </a:lnTo>
                  <a:lnTo>
                    <a:pt x="1267991" y="1498729"/>
                  </a:lnTo>
                  <a:lnTo>
                    <a:pt x="1267981" y="1498735"/>
                  </a:lnTo>
                  <a:lnTo>
                    <a:pt x="1267971" y="1498742"/>
                  </a:lnTo>
                  <a:lnTo>
                    <a:pt x="1267962" y="1498751"/>
                  </a:lnTo>
                  <a:lnTo>
                    <a:pt x="1267954" y="1498764"/>
                  </a:lnTo>
                  <a:lnTo>
                    <a:pt x="1267945" y="1498779"/>
                  </a:lnTo>
                  <a:lnTo>
                    <a:pt x="1267940" y="1498793"/>
                  </a:lnTo>
                  <a:lnTo>
                    <a:pt x="1267935" y="1498808"/>
                  </a:lnTo>
                  <a:lnTo>
                    <a:pt x="1267928" y="1498828"/>
                  </a:lnTo>
                  <a:lnTo>
                    <a:pt x="1267917" y="1498840"/>
                  </a:lnTo>
                  <a:lnTo>
                    <a:pt x="1267900" y="1498849"/>
                  </a:lnTo>
                  <a:lnTo>
                    <a:pt x="1267866" y="1498862"/>
                  </a:lnTo>
                  <a:lnTo>
                    <a:pt x="1267841" y="1498870"/>
                  </a:lnTo>
                  <a:lnTo>
                    <a:pt x="1267835" y="1498872"/>
                  </a:lnTo>
                  <a:lnTo>
                    <a:pt x="1267814" y="1498878"/>
                  </a:lnTo>
                  <a:lnTo>
                    <a:pt x="1267791" y="1498888"/>
                  </a:lnTo>
                  <a:lnTo>
                    <a:pt x="1267762" y="1498899"/>
                  </a:lnTo>
                  <a:lnTo>
                    <a:pt x="1267748" y="1498905"/>
                  </a:lnTo>
                  <a:lnTo>
                    <a:pt x="1267742" y="1498910"/>
                  </a:lnTo>
                  <a:lnTo>
                    <a:pt x="1267735" y="1498918"/>
                  </a:lnTo>
                  <a:lnTo>
                    <a:pt x="1267732" y="1498927"/>
                  </a:lnTo>
                  <a:lnTo>
                    <a:pt x="1267732" y="1498941"/>
                  </a:lnTo>
                  <a:lnTo>
                    <a:pt x="1267735" y="1498980"/>
                  </a:lnTo>
                  <a:lnTo>
                    <a:pt x="1267735" y="1499023"/>
                  </a:lnTo>
                  <a:lnTo>
                    <a:pt x="1267734" y="1499045"/>
                  </a:lnTo>
                  <a:lnTo>
                    <a:pt x="1267731" y="1499054"/>
                  </a:lnTo>
                  <a:lnTo>
                    <a:pt x="1267722" y="1499061"/>
                  </a:lnTo>
                  <a:lnTo>
                    <a:pt x="1267710" y="1499068"/>
                  </a:lnTo>
                  <a:lnTo>
                    <a:pt x="1267679" y="1499080"/>
                  </a:lnTo>
                  <a:lnTo>
                    <a:pt x="1267665" y="1499090"/>
                  </a:lnTo>
                  <a:lnTo>
                    <a:pt x="1267655" y="1499098"/>
                  </a:lnTo>
                  <a:lnTo>
                    <a:pt x="1267649" y="1499110"/>
                  </a:lnTo>
                  <a:lnTo>
                    <a:pt x="1267648" y="1499120"/>
                  </a:lnTo>
                  <a:lnTo>
                    <a:pt x="1267652" y="1499131"/>
                  </a:lnTo>
                  <a:lnTo>
                    <a:pt x="1267662" y="1499146"/>
                  </a:lnTo>
                  <a:lnTo>
                    <a:pt x="1267672" y="1499160"/>
                  </a:lnTo>
                  <a:lnTo>
                    <a:pt x="1267679" y="1499173"/>
                  </a:lnTo>
                  <a:lnTo>
                    <a:pt x="1267681" y="1499186"/>
                  </a:lnTo>
                  <a:lnTo>
                    <a:pt x="1267682" y="1499203"/>
                  </a:lnTo>
                  <a:lnTo>
                    <a:pt x="1267684" y="1499220"/>
                  </a:lnTo>
                  <a:lnTo>
                    <a:pt x="1267691" y="1499237"/>
                  </a:lnTo>
                  <a:lnTo>
                    <a:pt x="1267700" y="1499262"/>
                  </a:lnTo>
                  <a:lnTo>
                    <a:pt x="1267705" y="1499291"/>
                  </a:lnTo>
                  <a:lnTo>
                    <a:pt x="1267705" y="1499322"/>
                  </a:lnTo>
                  <a:lnTo>
                    <a:pt x="1267703" y="1499354"/>
                  </a:lnTo>
                  <a:lnTo>
                    <a:pt x="1267700" y="1499380"/>
                  </a:lnTo>
                  <a:lnTo>
                    <a:pt x="1267697" y="1499403"/>
                  </a:lnTo>
                  <a:lnTo>
                    <a:pt x="1267694" y="1499415"/>
                  </a:lnTo>
                  <a:lnTo>
                    <a:pt x="1267692" y="1499425"/>
                  </a:lnTo>
                  <a:lnTo>
                    <a:pt x="1267685" y="1499449"/>
                  </a:lnTo>
                  <a:lnTo>
                    <a:pt x="1267683" y="1499465"/>
                  </a:lnTo>
                  <a:lnTo>
                    <a:pt x="1267688" y="1499477"/>
                  </a:lnTo>
                  <a:lnTo>
                    <a:pt x="1267702" y="1499494"/>
                  </a:lnTo>
                  <a:lnTo>
                    <a:pt x="1267716" y="1499514"/>
                  </a:lnTo>
                  <a:lnTo>
                    <a:pt x="1267721" y="1499529"/>
                  </a:lnTo>
                  <a:lnTo>
                    <a:pt x="1267718" y="1499545"/>
                  </a:lnTo>
                  <a:lnTo>
                    <a:pt x="1267715" y="1499551"/>
                  </a:lnTo>
                  <a:lnTo>
                    <a:pt x="1267709" y="1499564"/>
                  </a:lnTo>
                  <a:lnTo>
                    <a:pt x="1267691" y="1499583"/>
                  </a:lnTo>
                  <a:lnTo>
                    <a:pt x="1267677" y="1499592"/>
                  </a:lnTo>
                  <a:lnTo>
                    <a:pt x="1267665" y="1499591"/>
                  </a:lnTo>
                  <a:lnTo>
                    <a:pt x="1267655" y="1499585"/>
                  </a:lnTo>
                  <a:lnTo>
                    <a:pt x="1267641" y="1499578"/>
                  </a:lnTo>
                  <a:lnTo>
                    <a:pt x="1267632" y="1499578"/>
                  </a:lnTo>
                  <a:lnTo>
                    <a:pt x="1267624" y="1499584"/>
                  </a:lnTo>
                  <a:lnTo>
                    <a:pt x="1267610" y="1499596"/>
                  </a:lnTo>
                  <a:lnTo>
                    <a:pt x="1267602" y="1499605"/>
                  </a:lnTo>
                  <a:lnTo>
                    <a:pt x="1267593" y="1499614"/>
                  </a:lnTo>
                  <a:lnTo>
                    <a:pt x="1267578" y="1499629"/>
                  </a:lnTo>
                  <a:lnTo>
                    <a:pt x="1267564" y="1499637"/>
                  </a:lnTo>
                  <a:lnTo>
                    <a:pt x="1267546" y="1499640"/>
                  </a:lnTo>
                  <a:lnTo>
                    <a:pt x="1267511" y="1499639"/>
                  </a:lnTo>
                  <a:lnTo>
                    <a:pt x="1267482" y="1499634"/>
                  </a:lnTo>
                  <a:lnTo>
                    <a:pt x="1267450" y="1499620"/>
                  </a:lnTo>
                  <a:lnTo>
                    <a:pt x="1267422" y="1499604"/>
                  </a:lnTo>
                  <a:lnTo>
                    <a:pt x="1267402" y="1499591"/>
                  </a:lnTo>
                  <a:lnTo>
                    <a:pt x="1267382" y="1499582"/>
                  </a:lnTo>
                  <a:lnTo>
                    <a:pt x="1267375" y="1499579"/>
                  </a:lnTo>
                  <a:lnTo>
                    <a:pt x="1267365" y="1499579"/>
                  </a:lnTo>
                  <a:lnTo>
                    <a:pt x="1267358" y="1499581"/>
                  </a:lnTo>
                  <a:lnTo>
                    <a:pt x="1267354" y="1499583"/>
                  </a:lnTo>
                  <a:lnTo>
                    <a:pt x="1267349" y="1499585"/>
                  </a:lnTo>
                  <a:lnTo>
                    <a:pt x="1267344" y="1499591"/>
                  </a:lnTo>
                  <a:lnTo>
                    <a:pt x="1267342" y="1499599"/>
                  </a:lnTo>
                  <a:lnTo>
                    <a:pt x="1267343" y="1499606"/>
                  </a:lnTo>
                  <a:lnTo>
                    <a:pt x="1267350" y="1499616"/>
                  </a:lnTo>
                  <a:lnTo>
                    <a:pt x="1267357" y="1499628"/>
                  </a:lnTo>
                  <a:lnTo>
                    <a:pt x="1267361" y="1499639"/>
                  </a:lnTo>
                  <a:lnTo>
                    <a:pt x="1267362" y="1499652"/>
                  </a:lnTo>
                  <a:lnTo>
                    <a:pt x="1267364" y="1499674"/>
                  </a:lnTo>
                  <a:lnTo>
                    <a:pt x="1267363" y="1499694"/>
                  </a:lnTo>
                  <a:lnTo>
                    <a:pt x="1267361" y="1499718"/>
                  </a:lnTo>
                  <a:lnTo>
                    <a:pt x="1267359" y="1499742"/>
                  </a:lnTo>
                  <a:lnTo>
                    <a:pt x="1267358" y="1499764"/>
                  </a:lnTo>
                  <a:lnTo>
                    <a:pt x="1267358" y="1499769"/>
                  </a:lnTo>
                  <a:lnTo>
                    <a:pt x="1267356" y="1499775"/>
                  </a:lnTo>
                  <a:lnTo>
                    <a:pt x="1267353" y="1499780"/>
                  </a:lnTo>
                  <a:lnTo>
                    <a:pt x="1267346" y="1499788"/>
                  </a:lnTo>
                  <a:lnTo>
                    <a:pt x="1267336" y="1499795"/>
                  </a:lnTo>
                  <a:lnTo>
                    <a:pt x="1267330" y="1499797"/>
                  </a:lnTo>
                  <a:lnTo>
                    <a:pt x="1267323" y="1499801"/>
                  </a:lnTo>
                  <a:lnTo>
                    <a:pt x="1267311" y="1499804"/>
                  </a:lnTo>
                  <a:lnTo>
                    <a:pt x="1267296" y="1499813"/>
                  </a:lnTo>
                  <a:lnTo>
                    <a:pt x="1267282" y="1499835"/>
                  </a:lnTo>
                  <a:lnTo>
                    <a:pt x="1267272" y="1499857"/>
                  </a:lnTo>
                  <a:lnTo>
                    <a:pt x="1267269" y="1499869"/>
                  </a:lnTo>
                  <a:lnTo>
                    <a:pt x="1267265" y="1499885"/>
                  </a:lnTo>
                  <a:lnTo>
                    <a:pt x="1267246" y="1499918"/>
                  </a:lnTo>
                  <a:lnTo>
                    <a:pt x="1267238" y="1499931"/>
                  </a:lnTo>
                  <a:lnTo>
                    <a:pt x="1267231" y="1499942"/>
                  </a:lnTo>
                  <a:lnTo>
                    <a:pt x="1267206" y="1499976"/>
                  </a:lnTo>
                  <a:lnTo>
                    <a:pt x="1267194" y="1499990"/>
                  </a:lnTo>
                  <a:lnTo>
                    <a:pt x="1267172" y="1500012"/>
                  </a:lnTo>
                  <a:lnTo>
                    <a:pt x="1267150" y="1500029"/>
                  </a:lnTo>
                  <a:lnTo>
                    <a:pt x="1267121" y="1500052"/>
                  </a:lnTo>
                  <a:lnTo>
                    <a:pt x="1267109" y="1500063"/>
                  </a:lnTo>
                  <a:lnTo>
                    <a:pt x="1267100" y="1500073"/>
                  </a:lnTo>
                  <a:lnTo>
                    <a:pt x="1267093" y="1500083"/>
                  </a:lnTo>
                  <a:lnTo>
                    <a:pt x="1267090" y="1500099"/>
                  </a:lnTo>
                  <a:lnTo>
                    <a:pt x="1267091" y="1500111"/>
                  </a:lnTo>
                  <a:lnTo>
                    <a:pt x="1267091" y="1500122"/>
                  </a:lnTo>
                  <a:lnTo>
                    <a:pt x="1267089" y="1500130"/>
                  </a:lnTo>
                  <a:lnTo>
                    <a:pt x="1267084" y="1500138"/>
                  </a:lnTo>
                  <a:lnTo>
                    <a:pt x="1267072" y="1500146"/>
                  </a:lnTo>
                  <a:lnTo>
                    <a:pt x="1267062" y="1500153"/>
                  </a:lnTo>
                  <a:lnTo>
                    <a:pt x="1267053" y="1500155"/>
                  </a:lnTo>
                  <a:lnTo>
                    <a:pt x="1267044" y="1500156"/>
                  </a:lnTo>
                  <a:lnTo>
                    <a:pt x="1267037" y="1500156"/>
                  </a:lnTo>
                  <a:lnTo>
                    <a:pt x="1267032" y="1500158"/>
                  </a:lnTo>
                  <a:lnTo>
                    <a:pt x="1267028" y="1500161"/>
                  </a:lnTo>
                  <a:lnTo>
                    <a:pt x="1267026" y="1500165"/>
                  </a:lnTo>
                  <a:lnTo>
                    <a:pt x="1267025" y="1500171"/>
                  </a:lnTo>
                  <a:lnTo>
                    <a:pt x="1267024" y="1500184"/>
                  </a:lnTo>
                  <a:lnTo>
                    <a:pt x="1267025" y="1500206"/>
                  </a:lnTo>
                  <a:lnTo>
                    <a:pt x="1267024" y="1500219"/>
                  </a:lnTo>
                  <a:lnTo>
                    <a:pt x="1267024" y="1500224"/>
                  </a:lnTo>
                  <a:lnTo>
                    <a:pt x="1267024" y="1500235"/>
                  </a:lnTo>
                  <a:lnTo>
                    <a:pt x="1267022" y="1500247"/>
                  </a:lnTo>
                  <a:lnTo>
                    <a:pt x="1267019" y="1500257"/>
                  </a:lnTo>
                  <a:lnTo>
                    <a:pt x="1267017" y="1500265"/>
                  </a:lnTo>
                  <a:lnTo>
                    <a:pt x="1267014" y="1500276"/>
                  </a:lnTo>
                  <a:lnTo>
                    <a:pt x="1266996" y="1500303"/>
                  </a:lnTo>
                  <a:lnTo>
                    <a:pt x="1266982" y="1500324"/>
                  </a:lnTo>
                  <a:lnTo>
                    <a:pt x="1266968" y="1500344"/>
                  </a:lnTo>
                  <a:lnTo>
                    <a:pt x="1266964" y="1500351"/>
                  </a:lnTo>
                  <a:lnTo>
                    <a:pt x="1266959" y="1500358"/>
                  </a:lnTo>
                  <a:lnTo>
                    <a:pt x="1266945" y="1500391"/>
                  </a:lnTo>
                  <a:lnTo>
                    <a:pt x="1266938" y="1500418"/>
                  </a:lnTo>
                  <a:lnTo>
                    <a:pt x="1266932" y="1500437"/>
                  </a:lnTo>
                  <a:lnTo>
                    <a:pt x="1266928" y="1500458"/>
                  </a:lnTo>
                  <a:lnTo>
                    <a:pt x="1266926" y="1500469"/>
                  </a:lnTo>
                  <a:lnTo>
                    <a:pt x="1266925" y="1500480"/>
                  </a:lnTo>
                  <a:lnTo>
                    <a:pt x="1266921" y="1500503"/>
                  </a:lnTo>
                  <a:lnTo>
                    <a:pt x="1266919" y="1500520"/>
                  </a:lnTo>
                  <a:lnTo>
                    <a:pt x="1266918" y="1500526"/>
                  </a:lnTo>
                  <a:lnTo>
                    <a:pt x="1266914" y="1500531"/>
                  </a:lnTo>
                  <a:lnTo>
                    <a:pt x="1266903" y="1500543"/>
                  </a:lnTo>
                  <a:lnTo>
                    <a:pt x="1266894" y="1500553"/>
                  </a:lnTo>
                  <a:lnTo>
                    <a:pt x="1266894" y="1500563"/>
                  </a:lnTo>
                  <a:lnTo>
                    <a:pt x="1266897" y="1500577"/>
                  </a:lnTo>
                  <a:lnTo>
                    <a:pt x="1266902" y="1500586"/>
                  </a:lnTo>
                  <a:lnTo>
                    <a:pt x="1266910" y="1500605"/>
                  </a:lnTo>
                  <a:lnTo>
                    <a:pt x="1266926" y="1500632"/>
                  </a:lnTo>
                  <a:lnTo>
                    <a:pt x="1266932" y="1500644"/>
                  </a:lnTo>
                  <a:lnTo>
                    <a:pt x="1266935" y="1500655"/>
                  </a:lnTo>
                  <a:lnTo>
                    <a:pt x="1266935" y="1500667"/>
                  </a:lnTo>
                  <a:lnTo>
                    <a:pt x="1266931" y="1500677"/>
                  </a:lnTo>
                  <a:lnTo>
                    <a:pt x="1266926" y="1500681"/>
                  </a:lnTo>
                  <a:lnTo>
                    <a:pt x="1266921" y="1500685"/>
                  </a:lnTo>
                  <a:lnTo>
                    <a:pt x="1266915" y="1500690"/>
                  </a:lnTo>
                  <a:lnTo>
                    <a:pt x="1266911" y="1500694"/>
                  </a:lnTo>
                  <a:lnTo>
                    <a:pt x="1266904" y="1500699"/>
                  </a:lnTo>
                  <a:lnTo>
                    <a:pt x="1266897" y="1500701"/>
                  </a:lnTo>
                  <a:lnTo>
                    <a:pt x="1266886" y="1500704"/>
                  </a:lnTo>
                  <a:lnTo>
                    <a:pt x="1266868" y="1500714"/>
                  </a:lnTo>
                  <a:lnTo>
                    <a:pt x="1266853" y="1500726"/>
                  </a:lnTo>
                  <a:lnTo>
                    <a:pt x="1266844" y="1500736"/>
                  </a:lnTo>
                  <a:lnTo>
                    <a:pt x="1266840" y="1500745"/>
                  </a:lnTo>
                  <a:lnTo>
                    <a:pt x="1266836" y="1500757"/>
                  </a:lnTo>
                  <a:lnTo>
                    <a:pt x="1266836" y="1500767"/>
                  </a:lnTo>
                  <a:lnTo>
                    <a:pt x="1266836" y="1500774"/>
                  </a:lnTo>
                  <a:lnTo>
                    <a:pt x="1266838" y="1500782"/>
                  </a:lnTo>
                  <a:lnTo>
                    <a:pt x="1266847" y="1500792"/>
                  </a:lnTo>
                  <a:lnTo>
                    <a:pt x="1266860" y="1500803"/>
                  </a:lnTo>
                  <a:lnTo>
                    <a:pt x="1266876" y="1500817"/>
                  </a:lnTo>
                  <a:lnTo>
                    <a:pt x="1266883" y="1500831"/>
                  </a:lnTo>
                  <a:lnTo>
                    <a:pt x="1266884" y="1500843"/>
                  </a:lnTo>
                  <a:lnTo>
                    <a:pt x="1266883" y="1500849"/>
                  </a:lnTo>
                  <a:lnTo>
                    <a:pt x="1266882" y="1500856"/>
                  </a:lnTo>
                  <a:lnTo>
                    <a:pt x="1266880" y="1500862"/>
                  </a:lnTo>
                  <a:lnTo>
                    <a:pt x="1266876" y="1500868"/>
                  </a:lnTo>
                  <a:lnTo>
                    <a:pt x="1266867" y="1500877"/>
                  </a:lnTo>
                  <a:lnTo>
                    <a:pt x="1266855" y="1500891"/>
                  </a:lnTo>
                  <a:lnTo>
                    <a:pt x="1266844" y="1500901"/>
                  </a:lnTo>
                  <a:lnTo>
                    <a:pt x="1266830" y="1500913"/>
                  </a:lnTo>
                  <a:lnTo>
                    <a:pt x="1266811" y="1500928"/>
                  </a:lnTo>
                  <a:lnTo>
                    <a:pt x="1266793" y="1500941"/>
                  </a:lnTo>
                  <a:lnTo>
                    <a:pt x="1266783" y="1500951"/>
                  </a:lnTo>
                  <a:lnTo>
                    <a:pt x="1266778" y="1500962"/>
                  </a:lnTo>
                  <a:lnTo>
                    <a:pt x="1266775" y="1500978"/>
                  </a:lnTo>
                  <a:lnTo>
                    <a:pt x="1266772" y="1501012"/>
                  </a:lnTo>
                  <a:lnTo>
                    <a:pt x="1266771" y="1501036"/>
                  </a:lnTo>
                  <a:lnTo>
                    <a:pt x="1266771" y="1501053"/>
                  </a:lnTo>
                  <a:lnTo>
                    <a:pt x="1266771" y="1501072"/>
                  </a:lnTo>
                  <a:lnTo>
                    <a:pt x="1266771" y="1501090"/>
                  </a:lnTo>
                  <a:lnTo>
                    <a:pt x="1266771" y="1501102"/>
                  </a:lnTo>
                  <a:lnTo>
                    <a:pt x="1266772" y="1501115"/>
                  </a:lnTo>
                  <a:lnTo>
                    <a:pt x="1266766" y="1501128"/>
                  </a:lnTo>
                  <a:lnTo>
                    <a:pt x="1266762" y="1501133"/>
                  </a:lnTo>
                  <a:lnTo>
                    <a:pt x="1266752" y="1501146"/>
                  </a:lnTo>
                  <a:lnTo>
                    <a:pt x="1266738" y="1501151"/>
                  </a:lnTo>
                  <a:lnTo>
                    <a:pt x="1266731" y="1501152"/>
                  </a:lnTo>
                  <a:lnTo>
                    <a:pt x="1266710" y="1501154"/>
                  </a:lnTo>
                  <a:lnTo>
                    <a:pt x="1266693" y="1501153"/>
                  </a:lnTo>
                  <a:lnTo>
                    <a:pt x="1266687" y="1501152"/>
                  </a:lnTo>
                  <a:lnTo>
                    <a:pt x="1266664" y="1501156"/>
                  </a:lnTo>
                  <a:lnTo>
                    <a:pt x="1266647" y="1501175"/>
                  </a:lnTo>
                  <a:lnTo>
                    <a:pt x="1266630" y="1501200"/>
                  </a:lnTo>
                  <a:lnTo>
                    <a:pt x="1266628" y="1501205"/>
                  </a:lnTo>
                  <a:lnTo>
                    <a:pt x="1266625" y="1501212"/>
                  </a:lnTo>
                  <a:lnTo>
                    <a:pt x="1266618" y="1501226"/>
                  </a:lnTo>
                  <a:lnTo>
                    <a:pt x="1266622" y="1501248"/>
                  </a:lnTo>
                  <a:lnTo>
                    <a:pt x="1266624" y="1501264"/>
                  </a:lnTo>
                  <a:lnTo>
                    <a:pt x="1266609" y="1501296"/>
                  </a:lnTo>
                  <a:lnTo>
                    <a:pt x="1266588" y="1501325"/>
                  </a:lnTo>
                  <a:lnTo>
                    <a:pt x="1266578" y="1501350"/>
                  </a:lnTo>
                  <a:lnTo>
                    <a:pt x="1266580" y="1501372"/>
                  </a:lnTo>
                  <a:lnTo>
                    <a:pt x="1266613" y="1501420"/>
                  </a:lnTo>
                  <a:lnTo>
                    <a:pt x="1266636" y="1501451"/>
                  </a:lnTo>
                  <a:lnTo>
                    <a:pt x="1266647" y="1501480"/>
                  </a:lnTo>
                  <a:lnTo>
                    <a:pt x="1266639" y="1501512"/>
                  </a:lnTo>
                  <a:lnTo>
                    <a:pt x="1266650" y="1501564"/>
                  </a:lnTo>
                  <a:lnTo>
                    <a:pt x="1266692" y="1501652"/>
                  </a:lnTo>
                  <a:lnTo>
                    <a:pt x="1266720" y="1501712"/>
                  </a:lnTo>
                  <a:lnTo>
                    <a:pt x="1266740" y="1501770"/>
                  </a:lnTo>
                  <a:lnTo>
                    <a:pt x="1266757" y="1501853"/>
                  </a:lnTo>
                  <a:lnTo>
                    <a:pt x="1266776" y="1501889"/>
                  </a:lnTo>
                  <a:lnTo>
                    <a:pt x="1266822" y="1501945"/>
                  </a:lnTo>
                  <a:lnTo>
                    <a:pt x="1266841" y="1501968"/>
                  </a:lnTo>
                  <a:lnTo>
                    <a:pt x="1266852" y="1502001"/>
                  </a:lnTo>
                  <a:lnTo>
                    <a:pt x="1266865" y="1502022"/>
                  </a:lnTo>
                  <a:lnTo>
                    <a:pt x="1266921" y="1502064"/>
                  </a:lnTo>
                  <a:lnTo>
                    <a:pt x="1266962" y="1502097"/>
                  </a:lnTo>
                  <a:lnTo>
                    <a:pt x="1266995" y="1502116"/>
                  </a:lnTo>
                  <a:lnTo>
                    <a:pt x="1267027" y="1502131"/>
                  </a:lnTo>
                  <a:lnTo>
                    <a:pt x="1267050" y="1502163"/>
                  </a:lnTo>
                  <a:lnTo>
                    <a:pt x="1267058" y="1502195"/>
                  </a:lnTo>
                  <a:lnTo>
                    <a:pt x="1267058" y="1502223"/>
                  </a:lnTo>
                  <a:lnTo>
                    <a:pt x="1267073" y="1502240"/>
                  </a:lnTo>
                  <a:lnTo>
                    <a:pt x="1267109" y="1502265"/>
                  </a:lnTo>
                  <a:lnTo>
                    <a:pt x="1267152" y="1502323"/>
                  </a:lnTo>
                  <a:lnTo>
                    <a:pt x="1267179" y="1502371"/>
                  </a:lnTo>
                  <a:lnTo>
                    <a:pt x="1267180" y="1502389"/>
                  </a:lnTo>
                  <a:lnTo>
                    <a:pt x="1267181" y="1502405"/>
                  </a:lnTo>
                  <a:lnTo>
                    <a:pt x="1267199" y="1502438"/>
                  </a:lnTo>
                  <a:lnTo>
                    <a:pt x="1267222" y="1502490"/>
                  </a:lnTo>
                  <a:lnTo>
                    <a:pt x="1267228" y="1502512"/>
                  </a:lnTo>
                  <a:lnTo>
                    <a:pt x="1267230" y="1502522"/>
                  </a:lnTo>
                  <a:lnTo>
                    <a:pt x="1267239" y="1502555"/>
                  </a:lnTo>
                  <a:lnTo>
                    <a:pt x="1267270" y="1502592"/>
                  </a:lnTo>
                  <a:lnTo>
                    <a:pt x="1267311" y="1502637"/>
                  </a:lnTo>
                  <a:lnTo>
                    <a:pt x="1267322" y="1502647"/>
                  </a:lnTo>
                  <a:lnTo>
                    <a:pt x="1267352" y="1502684"/>
                  </a:lnTo>
                  <a:lnTo>
                    <a:pt x="1267374" y="1502715"/>
                  </a:lnTo>
                  <a:lnTo>
                    <a:pt x="1267384" y="1502743"/>
                  </a:lnTo>
                  <a:lnTo>
                    <a:pt x="1267409" y="1502777"/>
                  </a:lnTo>
                  <a:lnTo>
                    <a:pt x="1267426" y="1502802"/>
                  </a:lnTo>
                  <a:lnTo>
                    <a:pt x="1267455" y="1502824"/>
                  </a:lnTo>
                  <a:lnTo>
                    <a:pt x="1267505" y="1502852"/>
                  </a:lnTo>
                  <a:lnTo>
                    <a:pt x="1267532" y="1502880"/>
                  </a:lnTo>
                  <a:lnTo>
                    <a:pt x="1267588" y="1502926"/>
                  </a:lnTo>
                  <a:lnTo>
                    <a:pt x="1267626" y="1502955"/>
                  </a:lnTo>
                  <a:lnTo>
                    <a:pt x="1267648" y="1502977"/>
                  </a:lnTo>
                  <a:lnTo>
                    <a:pt x="1267656" y="1502995"/>
                  </a:lnTo>
                  <a:lnTo>
                    <a:pt x="1267655" y="1503013"/>
                  </a:lnTo>
                  <a:lnTo>
                    <a:pt x="1267650" y="1503021"/>
                  </a:lnTo>
                  <a:lnTo>
                    <a:pt x="1267636" y="1503046"/>
                  </a:lnTo>
                  <a:lnTo>
                    <a:pt x="1267631" y="1503063"/>
                  </a:lnTo>
                  <a:lnTo>
                    <a:pt x="1267630" y="1503090"/>
                  </a:lnTo>
                  <a:lnTo>
                    <a:pt x="1267626" y="1503107"/>
                  </a:lnTo>
                  <a:lnTo>
                    <a:pt x="1267616" y="1503121"/>
                  </a:lnTo>
                  <a:lnTo>
                    <a:pt x="1267591" y="1503144"/>
                  </a:lnTo>
                  <a:lnTo>
                    <a:pt x="1267569" y="1503163"/>
                  </a:lnTo>
                  <a:lnTo>
                    <a:pt x="1267536" y="1503167"/>
                  </a:lnTo>
                  <a:lnTo>
                    <a:pt x="1267498" y="1503169"/>
                  </a:lnTo>
                  <a:lnTo>
                    <a:pt x="1267479" y="1503179"/>
                  </a:lnTo>
                  <a:lnTo>
                    <a:pt x="1267465" y="1503206"/>
                  </a:lnTo>
                  <a:lnTo>
                    <a:pt x="1267450" y="1503216"/>
                  </a:lnTo>
                  <a:lnTo>
                    <a:pt x="1267427" y="1503225"/>
                  </a:lnTo>
                  <a:lnTo>
                    <a:pt x="1267392" y="1503230"/>
                  </a:lnTo>
                  <a:lnTo>
                    <a:pt x="1267385" y="1503234"/>
                  </a:lnTo>
                  <a:lnTo>
                    <a:pt x="1267369" y="1503242"/>
                  </a:lnTo>
                  <a:lnTo>
                    <a:pt x="1267324" y="1503294"/>
                  </a:lnTo>
                  <a:lnTo>
                    <a:pt x="1267288" y="1503327"/>
                  </a:lnTo>
                  <a:lnTo>
                    <a:pt x="1267280" y="1503334"/>
                  </a:lnTo>
                  <a:lnTo>
                    <a:pt x="1267268" y="1503344"/>
                  </a:lnTo>
                  <a:lnTo>
                    <a:pt x="1267261" y="1503356"/>
                  </a:lnTo>
                  <a:lnTo>
                    <a:pt x="1267250" y="1503375"/>
                  </a:lnTo>
                  <a:lnTo>
                    <a:pt x="1267225" y="1503397"/>
                  </a:lnTo>
                  <a:lnTo>
                    <a:pt x="1267220" y="1503403"/>
                  </a:lnTo>
                  <a:lnTo>
                    <a:pt x="1267211" y="1503428"/>
                  </a:lnTo>
                  <a:lnTo>
                    <a:pt x="1267200" y="1503450"/>
                  </a:lnTo>
                  <a:lnTo>
                    <a:pt x="1267175" y="1503475"/>
                  </a:lnTo>
                  <a:lnTo>
                    <a:pt x="1267169" y="1503478"/>
                  </a:lnTo>
                  <a:lnTo>
                    <a:pt x="1267147" y="1503491"/>
                  </a:lnTo>
                  <a:lnTo>
                    <a:pt x="1267133" y="1503491"/>
                  </a:lnTo>
                  <a:lnTo>
                    <a:pt x="1267106" y="1503494"/>
                  </a:lnTo>
                  <a:lnTo>
                    <a:pt x="1267087" y="1503499"/>
                  </a:lnTo>
                  <a:lnTo>
                    <a:pt x="1267083" y="1503504"/>
                  </a:lnTo>
                  <a:lnTo>
                    <a:pt x="1267075" y="1503515"/>
                  </a:lnTo>
                  <a:lnTo>
                    <a:pt x="1267069" y="1503538"/>
                  </a:lnTo>
                  <a:lnTo>
                    <a:pt x="1267061" y="1503554"/>
                  </a:lnTo>
                  <a:lnTo>
                    <a:pt x="1267056" y="1503562"/>
                  </a:lnTo>
                  <a:lnTo>
                    <a:pt x="1267032" y="1503580"/>
                  </a:lnTo>
                  <a:lnTo>
                    <a:pt x="1267017" y="1503584"/>
                  </a:lnTo>
                  <a:lnTo>
                    <a:pt x="1266993" y="1503590"/>
                  </a:lnTo>
                  <a:lnTo>
                    <a:pt x="1266977" y="1503590"/>
                  </a:lnTo>
                  <a:lnTo>
                    <a:pt x="1266965" y="1503598"/>
                  </a:lnTo>
                  <a:lnTo>
                    <a:pt x="1266958" y="1503615"/>
                  </a:lnTo>
                  <a:lnTo>
                    <a:pt x="1266950" y="1503625"/>
                  </a:lnTo>
                  <a:lnTo>
                    <a:pt x="1266921" y="1503629"/>
                  </a:lnTo>
                  <a:lnTo>
                    <a:pt x="1266891" y="1503635"/>
                  </a:lnTo>
                  <a:lnTo>
                    <a:pt x="1266851" y="1503639"/>
                  </a:lnTo>
                  <a:lnTo>
                    <a:pt x="1266833" y="1503652"/>
                  </a:lnTo>
                  <a:lnTo>
                    <a:pt x="1266822" y="1503680"/>
                  </a:lnTo>
                  <a:lnTo>
                    <a:pt x="1266808" y="1503686"/>
                  </a:lnTo>
                  <a:lnTo>
                    <a:pt x="1266780" y="1503688"/>
                  </a:lnTo>
                  <a:lnTo>
                    <a:pt x="1266759" y="1503699"/>
                  </a:lnTo>
                  <a:lnTo>
                    <a:pt x="1266740" y="1503715"/>
                  </a:lnTo>
                  <a:lnTo>
                    <a:pt x="1266716" y="1503738"/>
                  </a:lnTo>
                  <a:lnTo>
                    <a:pt x="1266691" y="1503746"/>
                  </a:lnTo>
                  <a:lnTo>
                    <a:pt x="1266681" y="1503746"/>
                  </a:lnTo>
                  <a:lnTo>
                    <a:pt x="1266665" y="1503752"/>
                  </a:lnTo>
                  <a:lnTo>
                    <a:pt x="1266652" y="1503774"/>
                  </a:lnTo>
                  <a:lnTo>
                    <a:pt x="1266630" y="1503828"/>
                  </a:lnTo>
                  <a:lnTo>
                    <a:pt x="1266615" y="1503874"/>
                  </a:lnTo>
                  <a:lnTo>
                    <a:pt x="1266615" y="1503898"/>
                  </a:lnTo>
                  <a:lnTo>
                    <a:pt x="1266615" y="1503905"/>
                  </a:lnTo>
                  <a:lnTo>
                    <a:pt x="1266605" y="1503923"/>
                  </a:lnTo>
                  <a:lnTo>
                    <a:pt x="1266587" y="1503939"/>
                  </a:lnTo>
                  <a:lnTo>
                    <a:pt x="1266567" y="1503973"/>
                  </a:lnTo>
                  <a:lnTo>
                    <a:pt x="1266552" y="1503996"/>
                  </a:lnTo>
                  <a:lnTo>
                    <a:pt x="1266533" y="1504003"/>
                  </a:lnTo>
                  <a:lnTo>
                    <a:pt x="1266507" y="1503998"/>
                  </a:lnTo>
                  <a:lnTo>
                    <a:pt x="1266483" y="1503982"/>
                  </a:lnTo>
                  <a:lnTo>
                    <a:pt x="1266453" y="1503958"/>
                  </a:lnTo>
                  <a:lnTo>
                    <a:pt x="1266430" y="1503933"/>
                  </a:lnTo>
                  <a:lnTo>
                    <a:pt x="1266416" y="1503924"/>
                  </a:lnTo>
                  <a:lnTo>
                    <a:pt x="1266383" y="1503924"/>
                  </a:lnTo>
                  <a:lnTo>
                    <a:pt x="1266364" y="1503927"/>
                  </a:lnTo>
                  <a:lnTo>
                    <a:pt x="1266349" y="1503918"/>
                  </a:lnTo>
                  <a:lnTo>
                    <a:pt x="1266333" y="1503902"/>
                  </a:lnTo>
                  <a:lnTo>
                    <a:pt x="1266317" y="1503880"/>
                  </a:lnTo>
                  <a:lnTo>
                    <a:pt x="1266299" y="1503859"/>
                  </a:lnTo>
                  <a:lnTo>
                    <a:pt x="1266285" y="1503857"/>
                  </a:lnTo>
                  <a:lnTo>
                    <a:pt x="1266238" y="1503871"/>
                  </a:lnTo>
                  <a:lnTo>
                    <a:pt x="1266231" y="1503874"/>
                  </a:lnTo>
                  <a:lnTo>
                    <a:pt x="1266220" y="1503877"/>
                  </a:lnTo>
                  <a:lnTo>
                    <a:pt x="1266216" y="1503879"/>
                  </a:lnTo>
                  <a:lnTo>
                    <a:pt x="1266209" y="1503878"/>
                  </a:lnTo>
                  <a:lnTo>
                    <a:pt x="1266201" y="1503874"/>
                  </a:lnTo>
                  <a:lnTo>
                    <a:pt x="1266192" y="1503867"/>
                  </a:lnTo>
                  <a:lnTo>
                    <a:pt x="1266184" y="1503862"/>
                  </a:lnTo>
                  <a:lnTo>
                    <a:pt x="1266175" y="1503857"/>
                  </a:lnTo>
                  <a:lnTo>
                    <a:pt x="1266159" y="1503851"/>
                  </a:lnTo>
                  <a:lnTo>
                    <a:pt x="1266154" y="1503850"/>
                  </a:lnTo>
                  <a:lnTo>
                    <a:pt x="1266142" y="1503849"/>
                  </a:lnTo>
                  <a:lnTo>
                    <a:pt x="1266135" y="1503851"/>
                  </a:lnTo>
                  <a:lnTo>
                    <a:pt x="1266130" y="1503853"/>
                  </a:lnTo>
                  <a:lnTo>
                    <a:pt x="1266126" y="1503856"/>
                  </a:lnTo>
                  <a:lnTo>
                    <a:pt x="1266113" y="1503859"/>
                  </a:lnTo>
                  <a:lnTo>
                    <a:pt x="1266094" y="1503864"/>
                  </a:lnTo>
                  <a:lnTo>
                    <a:pt x="1266082" y="1503874"/>
                  </a:lnTo>
                  <a:lnTo>
                    <a:pt x="1266070" y="1503893"/>
                  </a:lnTo>
                  <a:lnTo>
                    <a:pt x="1266061" y="1503910"/>
                  </a:lnTo>
                  <a:lnTo>
                    <a:pt x="1266050" y="1503916"/>
                  </a:lnTo>
                  <a:lnTo>
                    <a:pt x="1266032" y="1503926"/>
                  </a:lnTo>
                  <a:lnTo>
                    <a:pt x="1266015" y="1503933"/>
                  </a:lnTo>
                  <a:lnTo>
                    <a:pt x="1265992" y="1503945"/>
                  </a:lnTo>
                  <a:lnTo>
                    <a:pt x="1265966" y="1503959"/>
                  </a:lnTo>
                  <a:lnTo>
                    <a:pt x="1265956" y="1503964"/>
                  </a:lnTo>
                  <a:lnTo>
                    <a:pt x="1265941" y="1503973"/>
                  </a:lnTo>
                  <a:lnTo>
                    <a:pt x="1265935" y="1503973"/>
                  </a:lnTo>
                  <a:lnTo>
                    <a:pt x="1265922" y="1503969"/>
                  </a:lnTo>
                  <a:lnTo>
                    <a:pt x="1265904" y="1503965"/>
                  </a:lnTo>
                  <a:lnTo>
                    <a:pt x="1265890" y="1503959"/>
                  </a:lnTo>
                  <a:lnTo>
                    <a:pt x="1265873" y="1503951"/>
                  </a:lnTo>
                  <a:lnTo>
                    <a:pt x="1265849" y="1503935"/>
                  </a:lnTo>
                  <a:lnTo>
                    <a:pt x="1265825" y="1503924"/>
                  </a:lnTo>
                  <a:lnTo>
                    <a:pt x="1265799" y="1503916"/>
                  </a:lnTo>
                  <a:lnTo>
                    <a:pt x="1265770" y="1503902"/>
                  </a:lnTo>
                  <a:lnTo>
                    <a:pt x="1265756" y="1503896"/>
                  </a:lnTo>
                  <a:lnTo>
                    <a:pt x="1265747" y="1503907"/>
                  </a:lnTo>
                  <a:lnTo>
                    <a:pt x="1265735" y="1503942"/>
                  </a:lnTo>
                  <a:lnTo>
                    <a:pt x="1265725" y="1503975"/>
                  </a:lnTo>
                  <a:lnTo>
                    <a:pt x="1265724" y="1504004"/>
                  </a:lnTo>
                  <a:lnTo>
                    <a:pt x="1265714" y="1504031"/>
                  </a:lnTo>
                  <a:lnTo>
                    <a:pt x="1265703" y="1504061"/>
                  </a:lnTo>
                  <a:lnTo>
                    <a:pt x="1265684" y="1504091"/>
                  </a:lnTo>
                  <a:lnTo>
                    <a:pt x="1265681" y="1504096"/>
                  </a:lnTo>
                  <a:lnTo>
                    <a:pt x="1265646" y="1504144"/>
                  </a:lnTo>
                  <a:lnTo>
                    <a:pt x="1265623" y="1504171"/>
                  </a:lnTo>
                  <a:lnTo>
                    <a:pt x="1265589" y="1504201"/>
                  </a:lnTo>
                  <a:lnTo>
                    <a:pt x="1265567" y="1504223"/>
                  </a:lnTo>
                  <a:lnTo>
                    <a:pt x="1265563" y="1504243"/>
                  </a:lnTo>
                  <a:lnTo>
                    <a:pt x="1265564" y="1504292"/>
                  </a:lnTo>
                  <a:lnTo>
                    <a:pt x="1265564" y="1504316"/>
                  </a:lnTo>
                  <a:lnTo>
                    <a:pt x="1265548" y="1504344"/>
                  </a:lnTo>
                  <a:lnTo>
                    <a:pt x="1265531" y="1504361"/>
                  </a:lnTo>
                  <a:lnTo>
                    <a:pt x="1265507" y="1504382"/>
                  </a:lnTo>
                  <a:lnTo>
                    <a:pt x="1265488" y="1504406"/>
                  </a:lnTo>
                  <a:lnTo>
                    <a:pt x="1265439" y="1504467"/>
                  </a:lnTo>
                  <a:lnTo>
                    <a:pt x="1265405" y="1504526"/>
                  </a:lnTo>
                  <a:lnTo>
                    <a:pt x="1265362" y="1504561"/>
                  </a:lnTo>
                  <a:lnTo>
                    <a:pt x="1265328" y="1504578"/>
                  </a:lnTo>
                  <a:lnTo>
                    <a:pt x="1265260" y="1504604"/>
                  </a:lnTo>
                  <a:lnTo>
                    <a:pt x="1265239" y="1504606"/>
                  </a:lnTo>
                  <a:lnTo>
                    <a:pt x="1265208" y="1504608"/>
                  </a:lnTo>
                  <a:lnTo>
                    <a:pt x="1265178" y="1504609"/>
                  </a:lnTo>
                  <a:lnTo>
                    <a:pt x="1265152" y="1504620"/>
                  </a:lnTo>
                  <a:lnTo>
                    <a:pt x="1265120" y="1504646"/>
                  </a:lnTo>
                  <a:lnTo>
                    <a:pt x="1265092" y="1504678"/>
                  </a:lnTo>
                  <a:lnTo>
                    <a:pt x="1265087" y="1504680"/>
                  </a:lnTo>
                  <a:lnTo>
                    <a:pt x="1265074" y="1504710"/>
                  </a:lnTo>
                  <a:lnTo>
                    <a:pt x="1265061" y="1504749"/>
                  </a:lnTo>
                  <a:lnTo>
                    <a:pt x="1265044" y="1504791"/>
                  </a:lnTo>
                  <a:lnTo>
                    <a:pt x="1265023" y="1504842"/>
                  </a:lnTo>
                  <a:lnTo>
                    <a:pt x="1265000" y="1504855"/>
                  </a:lnTo>
                  <a:lnTo>
                    <a:pt x="1264969" y="1504871"/>
                  </a:lnTo>
                  <a:lnTo>
                    <a:pt x="1264936" y="1504917"/>
                  </a:lnTo>
                  <a:lnTo>
                    <a:pt x="1264918" y="1504968"/>
                  </a:lnTo>
                  <a:lnTo>
                    <a:pt x="1264907" y="1504992"/>
                  </a:lnTo>
                  <a:lnTo>
                    <a:pt x="1264866" y="1505026"/>
                  </a:lnTo>
                  <a:lnTo>
                    <a:pt x="1264842" y="1505034"/>
                  </a:lnTo>
                  <a:lnTo>
                    <a:pt x="1264818" y="1505036"/>
                  </a:lnTo>
                  <a:lnTo>
                    <a:pt x="1264777" y="1505032"/>
                  </a:lnTo>
                  <a:lnTo>
                    <a:pt x="1264746" y="1505025"/>
                  </a:lnTo>
                  <a:lnTo>
                    <a:pt x="1264728" y="1505026"/>
                  </a:lnTo>
                  <a:lnTo>
                    <a:pt x="1264720" y="1505029"/>
                  </a:lnTo>
                  <a:lnTo>
                    <a:pt x="1264708" y="1505035"/>
                  </a:lnTo>
                  <a:lnTo>
                    <a:pt x="1264693" y="1505045"/>
                  </a:lnTo>
                  <a:lnTo>
                    <a:pt x="1264677" y="1505057"/>
                  </a:lnTo>
                  <a:lnTo>
                    <a:pt x="1264667" y="1505068"/>
                  </a:lnTo>
                  <a:lnTo>
                    <a:pt x="1264662" y="1505078"/>
                  </a:lnTo>
                  <a:lnTo>
                    <a:pt x="1264673" y="1505090"/>
                  </a:lnTo>
                  <a:lnTo>
                    <a:pt x="1264682" y="1505100"/>
                  </a:lnTo>
                  <a:lnTo>
                    <a:pt x="1264682" y="1505108"/>
                  </a:lnTo>
                  <a:lnTo>
                    <a:pt x="1264678" y="1505120"/>
                  </a:lnTo>
                  <a:lnTo>
                    <a:pt x="1264660" y="1505134"/>
                  </a:lnTo>
                  <a:lnTo>
                    <a:pt x="1264615" y="1505165"/>
                  </a:lnTo>
                  <a:lnTo>
                    <a:pt x="1264593" y="1505169"/>
                  </a:lnTo>
                  <a:lnTo>
                    <a:pt x="1264541" y="1505171"/>
                  </a:lnTo>
                  <a:lnTo>
                    <a:pt x="1264499" y="1505169"/>
                  </a:lnTo>
                  <a:lnTo>
                    <a:pt x="1264492" y="1505166"/>
                  </a:lnTo>
                  <a:lnTo>
                    <a:pt x="1264456" y="1505141"/>
                  </a:lnTo>
                  <a:lnTo>
                    <a:pt x="1264432" y="1505128"/>
                  </a:lnTo>
                  <a:lnTo>
                    <a:pt x="1264374" y="1505113"/>
                  </a:lnTo>
                  <a:lnTo>
                    <a:pt x="1264304" y="1505103"/>
                  </a:lnTo>
                  <a:lnTo>
                    <a:pt x="1264273" y="1505106"/>
                  </a:lnTo>
                  <a:lnTo>
                    <a:pt x="1264243" y="1505106"/>
                  </a:lnTo>
                  <a:lnTo>
                    <a:pt x="1264215" y="1505108"/>
                  </a:lnTo>
                  <a:lnTo>
                    <a:pt x="1264170" y="1505106"/>
                  </a:lnTo>
                  <a:lnTo>
                    <a:pt x="1264156" y="1505102"/>
                  </a:lnTo>
                  <a:lnTo>
                    <a:pt x="1264088" y="1505099"/>
                  </a:lnTo>
                  <a:lnTo>
                    <a:pt x="1264038" y="1505109"/>
                  </a:lnTo>
                  <a:lnTo>
                    <a:pt x="1263964" y="1505136"/>
                  </a:lnTo>
                  <a:lnTo>
                    <a:pt x="1263918" y="1505166"/>
                  </a:lnTo>
                  <a:lnTo>
                    <a:pt x="1263883" y="1505194"/>
                  </a:lnTo>
                  <a:lnTo>
                    <a:pt x="1263843" y="1505225"/>
                  </a:lnTo>
                  <a:lnTo>
                    <a:pt x="1263811" y="1505263"/>
                  </a:lnTo>
                  <a:lnTo>
                    <a:pt x="1263800" y="1505297"/>
                  </a:lnTo>
                  <a:lnTo>
                    <a:pt x="1263797" y="1505302"/>
                  </a:lnTo>
                  <a:lnTo>
                    <a:pt x="1263793" y="1505309"/>
                  </a:lnTo>
                  <a:lnTo>
                    <a:pt x="1263778" y="1505317"/>
                  </a:lnTo>
                  <a:lnTo>
                    <a:pt x="1263723" y="1505321"/>
                  </a:lnTo>
                  <a:lnTo>
                    <a:pt x="1263687" y="1505321"/>
                  </a:lnTo>
                  <a:lnTo>
                    <a:pt x="1263650" y="1505325"/>
                  </a:lnTo>
                  <a:lnTo>
                    <a:pt x="1263622" y="1505326"/>
                  </a:lnTo>
                  <a:lnTo>
                    <a:pt x="1263596" y="1505325"/>
                  </a:lnTo>
                  <a:lnTo>
                    <a:pt x="1263563" y="1505325"/>
                  </a:lnTo>
                  <a:lnTo>
                    <a:pt x="1263541" y="1505317"/>
                  </a:lnTo>
                  <a:lnTo>
                    <a:pt x="1263514" y="1505317"/>
                  </a:lnTo>
                  <a:lnTo>
                    <a:pt x="1263489" y="1505317"/>
                  </a:lnTo>
                  <a:lnTo>
                    <a:pt x="1263470" y="1505320"/>
                  </a:lnTo>
                  <a:lnTo>
                    <a:pt x="1263443" y="1505325"/>
                  </a:lnTo>
                  <a:lnTo>
                    <a:pt x="1263421" y="1505327"/>
                  </a:lnTo>
                  <a:lnTo>
                    <a:pt x="1263392" y="1505346"/>
                  </a:lnTo>
                  <a:lnTo>
                    <a:pt x="1263385" y="1505349"/>
                  </a:lnTo>
                  <a:lnTo>
                    <a:pt x="1263370" y="1505352"/>
                  </a:lnTo>
                  <a:lnTo>
                    <a:pt x="1263353" y="1505361"/>
                  </a:lnTo>
                  <a:lnTo>
                    <a:pt x="1263338" y="1505370"/>
                  </a:lnTo>
                  <a:lnTo>
                    <a:pt x="1263334" y="1505374"/>
                  </a:lnTo>
                  <a:lnTo>
                    <a:pt x="1263318" y="1505448"/>
                  </a:lnTo>
                  <a:lnTo>
                    <a:pt x="1263288" y="1505495"/>
                  </a:lnTo>
                  <a:lnTo>
                    <a:pt x="1263255" y="1505506"/>
                  </a:lnTo>
                  <a:lnTo>
                    <a:pt x="1263222" y="1505525"/>
                  </a:lnTo>
                  <a:lnTo>
                    <a:pt x="1263232" y="1505560"/>
                  </a:lnTo>
                  <a:lnTo>
                    <a:pt x="1263225" y="1505598"/>
                  </a:lnTo>
                  <a:lnTo>
                    <a:pt x="1263218" y="1505630"/>
                  </a:lnTo>
                  <a:lnTo>
                    <a:pt x="1263214" y="1505652"/>
                  </a:lnTo>
                  <a:lnTo>
                    <a:pt x="1263200" y="1505681"/>
                  </a:lnTo>
                  <a:lnTo>
                    <a:pt x="1263204" y="1505694"/>
                  </a:lnTo>
                  <a:lnTo>
                    <a:pt x="1263228" y="1505717"/>
                  </a:lnTo>
                  <a:lnTo>
                    <a:pt x="1263238" y="1505741"/>
                  </a:lnTo>
                  <a:lnTo>
                    <a:pt x="1263229" y="1505772"/>
                  </a:lnTo>
                  <a:lnTo>
                    <a:pt x="1263217" y="1505787"/>
                  </a:lnTo>
                  <a:lnTo>
                    <a:pt x="1263189" y="1505787"/>
                  </a:lnTo>
                  <a:lnTo>
                    <a:pt x="1263175" y="1505795"/>
                  </a:lnTo>
                  <a:lnTo>
                    <a:pt x="1263157" y="1505810"/>
                  </a:lnTo>
                  <a:lnTo>
                    <a:pt x="1263154" y="1505837"/>
                  </a:lnTo>
                  <a:lnTo>
                    <a:pt x="1263141" y="1505882"/>
                  </a:lnTo>
                  <a:lnTo>
                    <a:pt x="1263147" y="1505903"/>
                  </a:lnTo>
                  <a:lnTo>
                    <a:pt x="1263153" y="1505913"/>
                  </a:lnTo>
                  <a:lnTo>
                    <a:pt x="1263158" y="1505919"/>
                  </a:lnTo>
                  <a:lnTo>
                    <a:pt x="1263143" y="1505933"/>
                  </a:lnTo>
                  <a:lnTo>
                    <a:pt x="1263135" y="1505943"/>
                  </a:lnTo>
                  <a:lnTo>
                    <a:pt x="1263120" y="1505972"/>
                  </a:lnTo>
                  <a:lnTo>
                    <a:pt x="1263104" y="1505996"/>
                  </a:lnTo>
                  <a:lnTo>
                    <a:pt x="1263091" y="1506024"/>
                  </a:lnTo>
                  <a:lnTo>
                    <a:pt x="1263085" y="1506047"/>
                  </a:lnTo>
                  <a:lnTo>
                    <a:pt x="1263077" y="1506071"/>
                  </a:lnTo>
                  <a:lnTo>
                    <a:pt x="1263067" y="1506091"/>
                  </a:lnTo>
                  <a:lnTo>
                    <a:pt x="1263059" y="1506106"/>
                  </a:lnTo>
                  <a:lnTo>
                    <a:pt x="1263036" y="1506147"/>
                  </a:lnTo>
                  <a:lnTo>
                    <a:pt x="1263021" y="1506181"/>
                  </a:lnTo>
                  <a:lnTo>
                    <a:pt x="1263011" y="1506216"/>
                  </a:lnTo>
                  <a:lnTo>
                    <a:pt x="1263001" y="1506235"/>
                  </a:lnTo>
                  <a:lnTo>
                    <a:pt x="1262991" y="1506243"/>
                  </a:lnTo>
                  <a:lnTo>
                    <a:pt x="1262976" y="1506242"/>
                  </a:lnTo>
                  <a:lnTo>
                    <a:pt x="1262958" y="1506247"/>
                  </a:lnTo>
                  <a:lnTo>
                    <a:pt x="1262950" y="1506248"/>
                  </a:lnTo>
                  <a:lnTo>
                    <a:pt x="1262924" y="1506250"/>
                  </a:lnTo>
                  <a:lnTo>
                    <a:pt x="1262910" y="1506253"/>
                  </a:lnTo>
                  <a:lnTo>
                    <a:pt x="1262900" y="1506261"/>
                  </a:lnTo>
                  <a:lnTo>
                    <a:pt x="1262884" y="1506274"/>
                  </a:lnTo>
                  <a:lnTo>
                    <a:pt x="1262874" y="1506286"/>
                  </a:lnTo>
                  <a:lnTo>
                    <a:pt x="1262873" y="1506305"/>
                  </a:lnTo>
                  <a:lnTo>
                    <a:pt x="1262875" y="1506319"/>
                  </a:lnTo>
                  <a:lnTo>
                    <a:pt x="1262882" y="1506330"/>
                  </a:lnTo>
                  <a:lnTo>
                    <a:pt x="1262888" y="1506343"/>
                  </a:lnTo>
                  <a:lnTo>
                    <a:pt x="1262890" y="1506359"/>
                  </a:lnTo>
                  <a:lnTo>
                    <a:pt x="1262887" y="1506380"/>
                  </a:lnTo>
                  <a:lnTo>
                    <a:pt x="1262885" y="1506388"/>
                  </a:lnTo>
                  <a:lnTo>
                    <a:pt x="1262876" y="1506408"/>
                  </a:lnTo>
                  <a:lnTo>
                    <a:pt x="1262873" y="1506430"/>
                  </a:lnTo>
                  <a:lnTo>
                    <a:pt x="1262873" y="1506443"/>
                  </a:lnTo>
                  <a:lnTo>
                    <a:pt x="1262875" y="1506464"/>
                  </a:lnTo>
                  <a:lnTo>
                    <a:pt x="1262879" y="1506475"/>
                  </a:lnTo>
                  <a:lnTo>
                    <a:pt x="1262890" y="1506492"/>
                  </a:lnTo>
                  <a:lnTo>
                    <a:pt x="1262898" y="1506509"/>
                  </a:lnTo>
                  <a:lnTo>
                    <a:pt x="1262908" y="1506523"/>
                  </a:lnTo>
                  <a:lnTo>
                    <a:pt x="1262911" y="1506528"/>
                  </a:lnTo>
                  <a:lnTo>
                    <a:pt x="1262928" y="1506539"/>
                  </a:lnTo>
                  <a:lnTo>
                    <a:pt x="1262938" y="1506545"/>
                  </a:lnTo>
                  <a:lnTo>
                    <a:pt x="1262958" y="1506554"/>
                  </a:lnTo>
                  <a:lnTo>
                    <a:pt x="1262972" y="1506561"/>
                  </a:lnTo>
                  <a:lnTo>
                    <a:pt x="1262988" y="1506575"/>
                  </a:lnTo>
                  <a:lnTo>
                    <a:pt x="1262997" y="1506589"/>
                  </a:lnTo>
                  <a:lnTo>
                    <a:pt x="1263007" y="1506604"/>
                  </a:lnTo>
                  <a:lnTo>
                    <a:pt x="1263019" y="1506618"/>
                  </a:lnTo>
                  <a:lnTo>
                    <a:pt x="1263026" y="1506623"/>
                  </a:lnTo>
                  <a:lnTo>
                    <a:pt x="1263030" y="1506628"/>
                  </a:lnTo>
                  <a:lnTo>
                    <a:pt x="1263036" y="1506641"/>
                  </a:lnTo>
                  <a:lnTo>
                    <a:pt x="1263017" y="1506660"/>
                  </a:lnTo>
                  <a:lnTo>
                    <a:pt x="1263001" y="1506669"/>
                  </a:lnTo>
                  <a:lnTo>
                    <a:pt x="1262985" y="1506677"/>
                  </a:lnTo>
                  <a:lnTo>
                    <a:pt x="1262965" y="1506692"/>
                  </a:lnTo>
                  <a:lnTo>
                    <a:pt x="1262948" y="1506714"/>
                  </a:lnTo>
                  <a:lnTo>
                    <a:pt x="1262932" y="1506743"/>
                  </a:lnTo>
                  <a:lnTo>
                    <a:pt x="1262919" y="1506784"/>
                  </a:lnTo>
                  <a:lnTo>
                    <a:pt x="1262911" y="1506815"/>
                  </a:lnTo>
                  <a:lnTo>
                    <a:pt x="1262903" y="1506841"/>
                  </a:lnTo>
                  <a:lnTo>
                    <a:pt x="1262893" y="1506860"/>
                  </a:lnTo>
                  <a:lnTo>
                    <a:pt x="1262884" y="1506888"/>
                  </a:lnTo>
                  <a:lnTo>
                    <a:pt x="1262875" y="1506905"/>
                  </a:lnTo>
                  <a:lnTo>
                    <a:pt x="1262866" y="1506920"/>
                  </a:lnTo>
                  <a:lnTo>
                    <a:pt x="1262863" y="1506942"/>
                  </a:lnTo>
                  <a:lnTo>
                    <a:pt x="1262859" y="1506983"/>
                  </a:lnTo>
                  <a:lnTo>
                    <a:pt x="1262853" y="1506998"/>
                  </a:lnTo>
                  <a:lnTo>
                    <a:pt x="1262853" y="1507016"/>
                  </a:lnTo>
                  <a:lnTo>
                    <a:pt x="1262861" y="1507042"/>
                  </a:lnTo>
                  <a:lnTo>
                    <a:pt x="1262856" y="1507056"/>
                  </a:lnTo>
                  <a:lnTo>
                    <a:pt x="1262849" y="1507064"/>
                  </a:lnTo>
                  <a:lnTo>
                    <a:pt x="1262858" y="1507072"/>
                  </a:lnTo>
                  <a:lnTo>
                    <a:pt x="1262865" y="1507074"/>
                  </a:lnTo>
                  <a:lnTo>
                    <a:pt x="1262890" y="1507077"/>
                  </a:lnTo>
                  <a:lnTo>
                    <a:pt x="1262902" y="1507080"/>
                  </a:lnTo>
                  <a:lnTo>
                    <a:pt x="1262919" y="1507103"/>
                  </a:lnTo>
                  <a:lnTo>
                    <a:pt x="1262932" y="1507114"/>
                  </a:lnTo>
                  <a:lnTo>
                    <a:pt x="1262959" y="1507130"/>
                  </a:lnTo>
                  <a:lnTo>
                    <a:pt x="1263009" y="1507166"/>
                  </a:lnTo>
                  <a:lnTo>
                    <a:pt x="1263061" y="1507199"/>
                  </a:lnTo>
                  <a:lnTo>
                    <a:pt x="1263096" y="1507231"/>
                  </a:lnTo>
                  <a:lnTo>
                    <a:pt x="1263116" y="1507248"/>
                  </a:lnTo>
                  <a:lnTo>
                    <a:pt x="1263137" y="1507269"/>
                  </a:lnTo>
                  <a:lnTo>
                    <a:pt x="1263155" y="1507291"/>
                  </a:lnTo>
                  <a:lnTo>
                    <a:pt x="1263177" y="1507315"/>
                  </a:lnTo>
                  <a:lnTo>
                    <a:pt x="1263181" y="1507318"/>
                  </a:lnTo>
                  <a:lnTo>
                    <a:pt x="1263204" y="1507340"/>
                  </a:lnTo>
                  <a:lnTo>
                    <a:pt x="1263218" y="1507353"/>
                  </a:lnTo>
                  <a:lnTo>
                    <a:pt x="1263225" y="1507364"/>
                  </a:lnTo>
                  <a:lnTo>
                    <a:pt x="1263228" y="1507370"/>
                  </a:lnTo>
                  <a:lnTo>
                    <a:pt x="1263226" y="1507389"/>
                  </a:lnTo>
                  <a:lnTo>
                    <a:pt x="1263226" y="1507400"/>
                  </a:lnTo>
                  <a:lnTo>
                    <a:pt x="1263224" y="1507416"/>
                  </a:lnTo>
                  <a:lnTo>
                    <a:pt x="1263222" y="1507437"/>
                  </a:lnTo>
                  <a:lnTo>
                    <a:pt x="1263222" y="1507460"/>
                  </a:lnTo>
                  <a:lnTo>
                    <a:pt x="1263220" y="1507480"/>
                  </a:lnTo>
                  <a:lnTo>
                    <a:pt x="1263222" y="1507507"/>
                  </a:lnTo>
                  <a:lnTo>
                    <a:pt x="1263220" y="1507536"/>
                  </a:lnTo>
                  <a:lnTo>
                    <a:pt x="1263217" y="1507554"/>
                  </a:lnTo>
                  <a:lnTo>
                    <a:pt x="1263213" y="1507583"/>
                  </a:lnTo>
                  <a:lnTo>
                    <a:pt x="1263214" y="1507589"/>
                  </a:lnTo>
                  <a:lnTo>
                    <a:pt x="1263217" y="1507608"/>
                  </a:lnTo>
                  <a:lnTo>
                    <a:pt x="1263224" y="1507618"/>
                  </a:lnTo>
                  <a:lnTo>
                    <a:pt x="1263230" y="1507625"/>
                  </a:lnTo>
                  <a:lnTo>
                    <a:pt x="1263236" y="1507634"/>
                  </a:lnTo>
                  <a:lnTo>
                    <a:pt x="1263250" y="1507651"/>
                  </a:lnTo>
                  <a:lnTo>
                    <a:pt x="1263260" y="1507662"/>
                  </a:lnTo>
                  <a:lnTo>
                    <a:pt x="1263269" y="1507687"/>
                  </a:lnTo>
                  <a:lnTo>
                    <a:pt x="1263271" y="1507711"/>
                  </a:lnTo>
                  <a:lnTo>
                    <a:pt x="1263271" y="1507736"/>
                  </a:lnTo>
                  <a:lnTo>
                    <a:pt x="1263274" y="1507757"/>
                  </a:lnTo>
                  <a:lnTo>
                    <a:pt x="1263274" y="1507770"/>
                  </a:lnTo>
                  <a:lnTo>
                    <a:pt x="1263273" y="1507785"/>
                  </a:lnTo>
                  <a:lnTo>
                    <a:pt x="1263272" y="1507802"/>
                  </a:lnTo>
                  <a:lnTo>
                    <a:pt x="1263268" y="1507823"/>
                  </a:lnTo>
                  <a:lnTo>
                    <a:pt x="1263263" y="1507851"/>
                  </a:lnTo>
                  <a:lnTo>
                    <a:pt x="1263257" y="1507860"/>
                  </a:lnTo>
                  <a:lnTo>
                    <a:pt x="1263248" y="1507884"/>
                  </a:lnTo>
                  <a:lnTo>
                    <a:pt x="1263247" y="1507893"/>
                  </a:lnTo>
                  <a:lnTo>
                    <a:pt x="1263242" y="1507903"/>
                  </a:lnTo>
                  <a:lnTo>
                    <a:pt x="1263234" y="1507910"/>
                  </a:lnTo>
                  <a:lnTo>
                    <a:pt x="1263230" y="1507915"/>
                  </a:lnTo>
                  <a:lnTo>
                    <a:pt x="1263222" y="1507921"/>
                  </a:lnTo>
                  <a:lnTo>
                    <a:pt x="1263217" y="1507930"/>
                  </a:lnTo>
                  <a:lnTo>
                    <a:pt x="1263221" y="1507941"/>
                  </a:lnTo>
                  <a:lnTo>
                    <a:pt x="1263224" y="1507953"/>
                  </a:lnTo>
                  <a:lnTo>
                    <a:pt x="1263236" y="1507962"/>
                  </a:lnTo>
                  <a:lnTo>
                    <a:pt x="1263246" y="1507972"/>
                  </a:lnTo>
                  <a:lnTo>
                    <a:pt x="1263255" y="1507986"/>
                  </a:lnTo>
                  <a:lnTo>
                    <a:pt x="1263258" y="1508003"/>
                  </a:lnTo>
                  <a:lnTo>
                    <a:pt x="1263258" y="1508029"/>
                  </a:lnTo>
                  <a:lnTo>
                    <a:pt x="1263259" y="1508035"/>
                  </a:lnTo>
                  <a:lnTo>
                    <a:pt x="1263251" y="1508053"/>
                  </a:lnTo>
                  <a:lnTo>
                    <a:pt x="1263248" y="1508064"/>
                  </a:lnTo>
                  <a:lnTo>
                    <a:pt x="1263244" y="1508073"/>
                  </a:lnTo>
                  <a:lnTo>
                    <a:pt x="1263236" y="1508085"/>
                  </a:lnTo>
                  <a:lnTo>
                    <a:pt x="1263234" y="1508104"/>
                  </a:lnTo>
                  <a:lnTo>
                    <a:pt x="1263234" y="1508126"/>
                  </a:lnTo>
                  <a:lnTo>
                    <a:pt x="1263228" y="1508147"/>
                  </a:lnTo>
                  <a:lnTo>
                    <a:pt x="1263235" y="1508168"/>
                  </a:lnTo>
                  <a:lnTo>
                    <a:pt x="1263241" y="1508181"/>
                  </a:lnTo>
                  <a:lnTo>
                    <a:pt x="1263242" y="1508192"/>
                  </a:lnTo>
                  <a:lnTo>
                    <a:pt x="1263238" y="1508213"/>
                  </a:lnTo>
                  <a:lnTo>
                    <a:pt x="1263233" y="1508220"/>
                  </a:lnTo>
                  <a:lnTo>
                    <a:pt x="1263227" y="1508237"/>
                  </a:lnTo>
                  <a:lnTo>
                    <a:pt x="1263238" y="1508249"/>
                  </a:lnTo>
                  <a:lnTo>
                    <a:pt x="1263249" y="1508261"/>
                  </a:lnTo>
                  <a:lnTo>
                    <a:pt x="1263251" y="1508292"/>
                  </a:lnTo>
                  <a:lnTo>
                    <a:pt x="1263253" y="1508300"/>
                  </a:lnTo>
                  <a:lnTo>
                    <a:pt x="1263256" y="1508309"/>
                  </a:lnTo>
                  <a:lnTo>
                    <a:pt x="1263253" y="1508316"/>
                  </a:lnTo>
                  <a:lnTo>
                    <a:pt x="1263246" y="1508322"/>
                  </a:lnTo>
                  <a:lnTo>
                    <a:pt x="1263241" y="1508322"/>
                  </a:lnTo>
                  <a:lnTo>
                    <a:pt x="1263229" y="1508316"/>
                  </a:lnTo>
                  <a:lnTo>
                    <a:pt x="1263221" y="1508311"/>
                  </a:lnTo>
                  <a:lnTo>
                    <a:pt x="1263206" y="1508283"/>
                  </a:lnTo>
                  <a:lnTo>
                    <a:pt x="1263198" y="1508276"/>
                  </a:lnTo>
                  <a:lnTo>
                    <a:pt x="1263188" y="1508274"/>
                  </a:lnTo>
                  <a:lnTo>
                    <a:pt x="1263180" y="1508278"/>
                  </a:lnTo>
                  <a:lnTo>
                    <a:pt x="1263168" y="1508294"/>
                  </a:lnTo>
                  <a:lnTo>
                    <a:pt x="1263161" y="1508305"/>
                  </a:lnTo>
                  <a:lnTo>
                    <a:pt x="1263151" y="1508312"/>
                  </a:lnTo>
                  <a:lnTo>
                    <a:pt x="1263137" y="1508315"/>
                  </a:lnTo>
                  <a:lnTo>
                    <a:pt x="1263128" y="1508320"/>
                  </a:lnTo>
                  <a:lnTo>
                    <a:pt x="1263118" y="1508323"/>
                  </a:lnTo>
                  <a:lnTo>
                    <a:pt x="1263101" y="1508328"/>
                  </a:lnTo>
                  <a:lnTo>
                    <a:pt x="1263090" y="1508337"/>
                  </a:lnTo>
                  <a:lnTo>
                    <a:pt x="1263078" y="1508344"/>
                  </a:lnTo>
                  <a:lnTo>
                    <a:pt x="1263066" y="1508350"/>
                  </a:lnTo>
                  <a:lnTo>
                    <a:pt x="1263050" y="1508358"/>
                  </a:lnTo>
                  <a:lnTo>
                    <a:pt x="1263037" y="1508366"/>
                  </a:lnTo>
                  <a:lnTo>
                    <a:pt x="1263020" y="1508375"/>
                  </a:lnTo>
                  <a:lnTo>
                    <a:pt x="1262992" y="1508385"/>
                  </a:lnTo>
                  <a:lnTo>
                    <a:pt x="1262966" y="1508386"/>
                  </a:lnTo>
                  <a:lnTo>
                    <a:pt x="1262948" y="1508386"/>
                  </a:lnTo>
                  <a:lnTo>
                    <a:pt x="1262930" y="1508388"/>
                  </a:lnTo>
                  <a:lnTo>
                    <a:pt x="1262915" y="1508390"/>
                  </a:lnTo>
                  <a:lnTo>
                    <a:pt x="1262907" y="1508395"/>
                  </a:lnTo>
                  <a:lnTo>
                    <a:pt x="1262898" y="1508399"/>
                  </a:lnTo>
                  <a:lnTo>
                    <a:pt x="1262888" y="1508406"/>
                  </a:lnTo>
                  <a:lnTo>
                    <a:pt x="1262879" y="1508410"/>
                  </a:lnTo>
                  <a:lnTo>
                    <a:pt x="1262863" y="1508415"/>
                  </a:lnTo>
                  <a:lnTo>
                    <a:pt x="1262846" y="1508425"/>
                  </a:lnTo>
                  <a:lnTo>
                    <a:pt x="1262827" y="1508428"/>
                  </a:lnTo>
                  <a:lnTo>
                    <a:pt x="1262814" y="1508433"/>
                  </a:lnTo>
                  <a:lnTo>
                    <a:pt x="1262790" y="1508435"/>
                  </a:lnTo>
                  <a:lnTo>
                    <a:pt x="1262770" y="1508434"/>
                  </a:lnTo>
                  <a:lnTo>
                    <a:pt x="1262743" y="1508435"/>
                  </a:lnTo>
                  <a:lnTo>
                    <a:pt x="1262727" y="1508433"/>
                  </a:lnTo>
                  <a:lnTo>
                    <a:pt x="1262711" y="1508430"/>
                  </a:lnTo>
                  <a:lnTo>
                    <a:pt x="1262699" y="1508429"/>
                  </a:lnTo>
                  <a:lnTo>
                    <a:pt x="1262675" y="1508426"/>
                  </a:lnTo>
                  <a:lnTo>
                    <a:pt x="1262655" y="1508425"/>
                  </a:lnTo>
                  <a:lnTo>
                    <a:pt x="1262642" y="1508425"/>
                  </a:lnTo>
                  <a:lnTo>
                    <a:pt x="1262630" y="1508420"/>
                  </a:lnTo>
                  <a:lnTo>
                    <a:pt x="1262617" y="1508417"/>
                  </a:lnTo>
                  <a:lnTo>
                    <a:pt x="1262611" y="1508416"/>
                  </a:lnTo>
                  <a:lnTo>
                    <a:pt x="1262595" y="1508415"/>
                  </a:lnTo>
                  <a:lnTo>
                    <a:pt x="1262583" y="1508411"/>
                  </a:lnTo>
                  <a:lnTo>
                    <a:pt x="1262557" y="1508391"/>
                  </a:lnTo>
                  <a:lnTo>
                    <a:pt x="1262543" y="1508381"/>
                  </a:lnTo>
                  <a:lnTo>
                    <a:pt x="1262528" y="1508371"/>
                  </a:lnTo>
                  <a:lnTo>
                    <a:pt x="1262509" y="1508360"/>
                  </a:lnTo>
                  <a:lnTo>
                    <a:pt x="1262495" y="1508345"/>
                  </a:lnTo>
                  <a:lnTo>
                    <a:pt x="1262486" y="1508338"/>
                  </a:lnTo>
                  <a:lnTo>
                    <a:pt x="1262468" y="1508331"/>
                  </a:lnTo>
                  <a:lnTo>
                    <a:pt x="1262455" y="1508320"/>
                  </a:lnTo>
                  <a:lnTo>
                    <a:pt x="1262446" y="1508312"/>
                  </a:lnTo>
                  <a:lnTo>
                    <a:pt x="1262432" y="1508302"/>
                  </a:lnTo>
                  <a:lnTo>
                    <a:pt x="1262419" y="1508290"/>
                  </a:lnTo>
                  <a:lnTo>
                    <a:pt x="1262405" y="1508280"/>
                  </a:lnTo>
                  <a:lnTo>
                    <a:pt x="1262390" y="1508268"/>
                  </a:lnTo>
                  <a:lnTo>
                    <a:pt x="1262379" y="1508260"/>
                  </a:lnTo>
                  <a:lnTo>
                    <a:pt x="1262353" y="1508245"/>
                  </a:lnTo>
                  <a:lnTo>
                    <a:pt x="1262340" y="1508239"/>
                  </a:lnTo>
                  <a:lnTo>
                    <a:pt x="1262326" y="1508233"/>
                  </a:lnTo>
                  <a:lnTo>
                    <a:pt x="1262310" y="1508227"/>
                  </a:lnTo>
                  <a:lnTo>
                    <a:pt x="1262303" y="1508226"/>
                  </a:lnTo>
                  <a:lnTo>
                    <a:pt x="1262296" y="1508225"/>
                  </a:lnTo>
                  <a:lnTo>
                    <a:pt x="1262285" y="1508218"/>
                  </a:lnTo>
                  <a:lnTo>
                    <a:pt x="1262276" y="1508210"/>
                  </a:lnTo>
                  <a:lnTo>
                    <a:pt x="1262269" y="1508206"/>
                  </a:lnTo>
                  <a:lnTo>
                    <a:pt x="1262262" y="1508206"/>
                  </a:lnTo>
                  <a:lnTo>
                    <a:pt x="1262255" y="1508211"/>
                  </a:lnTo>
                  <a:lnTo>
                    <a:pt x="1262247" y="1508223"/>
                  </a:lnTo>
                  <a:lnTo>
                    <a:pt x="1262238" y="1508231"/>
                  </a:lnTo>
                  <a:lnTo>
                    <a:pt x="1262229" y="1508242"/>
                  </a:lnTo>
                  <a:lnTo>
                    <a:pt x="1262219" y="1508252"/>
                  </a:lnTo>
                  <a:lnTo>
                    <a:pt x="1262204" y="1508264"/>
                  </a:lnTo>
                  <a:lnTo>
                    <a:pt x="1262196" y="1508280"/>
                  </a:lnTo>
                  <a:lnTo>
                    <a:pt x="1262190" y="1508290"/>
                  </a:lnTo>
                  <a:lnTo>
                    <a:pt x="1262183" y="1508308"/>
                  </a:lnTo>
                  <a:lnTo>
                    <a:pt x="1262176" y="1508331"/>
                  </a:lnTo>
                  <a:lnTo>
                    <a:pt x="1262171" y="1508345"/>
                  </a:lnTo>
                  <a:lnTo>
                    <a:pt x="1262160" y="1508370"/>
                  </a:lnTo>
                  <a:lnTo>
                    <a:pt x="1262150" y="1508388"/>
                  </a:lnTo>
                  <a:lnTo>
                    <a:pt x="1262142" y="1508406"/>
                  </a:lnTo>
                  <a:lnTo>
                    <a:pt x="1262133" y="1508426"/>
                  </a:lnTo>
                  <a:lnTo>
                    <a:pt x="1262131" y="1508441"/>
                  </a:lnTo>
                  <a:lnTo>
                    <a:pt x="1262129" y="1508451"/>
                  </a:lnTo>
                  <a:lnTo>
                    <a:pt x="1262127" y="1508464"/>
                  </a:lnTo>
                  <a:lnTo>
                    <a:pt x="1262123" y="1508467"/>
                  </a:lnTo>
                  <a:lnTo>
                    <a:pt x="1262118" y="1508471"/>
                  </a:lnTo>
                  <a:lnTo>
                    <a:pt x="1262110" y="1508472"/>
                  </a:lnTo>
                  <a:lnTo>
                    <a:pt x="1262105" y="1508472"/>
                  </a:lnTo>
                  <a:lnTo>
                    <a:pt x="1262085" y="1508472"/>
                  </a:lnTo>
                  <a:lnTo>
                    <a:pt x="1262069" y="1508471"/>
                  </a:lnTo>
                  <a:lnTo>
                    <a:pt x="1262062" y="1508470"/>
                  </a:lnTo>
                  <a:lnTo>
                    <a:pt x="1262052" y="1508470"/>
                  </a:lnTo>
                  <a:lnTo>
                    <a:pt x="1262043" y="1508471"/>
                  </a:lnTo>
                  <a:lnTo>
                    <a:pt x="1262029" y="1508472"/>
                  </a:lnTo>
                  <a:lnTo>
                    <a:pt x="1262017" y="1508474"/>
                  </a:lnTo>
                  <a:lnTo>
                    <a:pt x="1261992" y="1508475"/>
                  </a:lnTo>
                  <a:lnTo>
                    <a:pt x="1261973" y="1508477"/>
                  </a:lnTo>
                  <a:lnTo>
                    <a:pt x="1261971" y="1508484"/>
                  </a:lnTo>
                  <a:lnTo>
                    <a:pt x="1261971" y="1508494"/>
                  </a:lnTo>
                  <a:lnTo>
                    <a:pt x="1261969" y="1508505"/>
                  </a:lnTo>
                  <a:lnTo>
                    <a:pt x="1261964" y="1508509"/>
                  </a:lnTo>
                  <a:lnTo>
                    <a:pt x="1261957" y="1508520"/>
                  </a:lnTo>
                  <a:lnTo>
                    <a:pt x="1261953" y="1508525"/>
                  </a:lnTo>
                  <a:lnTo>
                    <a:pt x="1261947" y="1508527"/>
                  </a:lnTo>
                  <a:lnTo>
                    <a:pt x="1261935" y="1508527"/>
                  </a:lnTo>
                  <a:lnTo>
                    <a:pt x="1261923" y="1508526"/>
                  </a:lnTo>
                  <a:lnTo>
                    <a:pt x="1261914" y="1508526"/>
                  </a:lnTo>
                  <a:lnTo>
                    <a:pt x="1261904" y="1508532"/>
                  </a:lnTo>
                  <a:lnTo>
                    <a:pt x="1261898" y="1508533"/>
                  </a:lnTo>
                  <a:lnTo>
                    <a:pt x="1261884" y="1508536"/>
                  </a:lnTo>
                  <a:lnTo>
                    <a:pt x="1261862" y="1508548"/>
                  </a:lnTo>
                  <a:lnTo>
                    <a:pt x="1261848" y="1508552"/>
                  </a:lnTo>
                  <a:lnTo>
                    <a:pt x="1261836" y="1508555"/>
                  </a:lnTo>
                  <a:lnTo>
                    <a:pt x="1261824" y="1508555"/>
                  </a:lnTo>
                  <a:lnTo>
                    <a:pt x="1261809" y="1508554"/>
                  </a:lnTo>
                  <a:lnTo>
                    <a:pt x="1261795" y="1508551"/>
                  </a:lnTo>
                  <a:lnTo>
                    <a:pt x="1261778" y="1508548"/>
                  </a:lnTo>
                  <a:lnTo>
                    <a:pt x="1261758" y="1508543"/>
                  </a:lnTo>
                  <a:lnTo>
                    <a:pt x="1261735" y="1508535"/>
                  </a:lnTo>
                  <a:lnTo>
                    <a:pt x="1261720" y="1508528"/>
                  </a:lnTo>
                  <a:lnTo>
                    <a:pt x="1261711" y="1508523"/>
                  </a:lnTo>
                  <a:lnTo>
                    <a:pt x="1261691" y="1508499"/>
                  </a:lnTo>
                  <a:lnTo>
                    <a:pt x="1261673" y="1508483"/>
                  </a:lnTo>
                  <a:lnTo>
                    <a:pt x="1261663" y="1508476"/>
                  </a:lnTo>
                  <a:lnTo>
                    <a:pt x="1261649" y="1508469"/>
                  </a:lnTo>
                  <a:lnTo>
                    <a:pt x="1261638" y="1508469"/>
                  </a:lnTo>
                  <a:lnTo>
                    <a:pt x="1261627" y="1508472"/>
                  </a:lnTo>
                  <a:lnTo>
                    <a:pt x="1261607" y="1508482"/>
                  </a:lnTo>
                  <a:lnTo>
                    <a:pt x="1261597" y="1508488"/>
                  </a:lnTo>
                  <a:lnTo>
                    <a:pt x="1261571" y="1508506"/>
                  </a:lnTo>
                  <a:lnTo>
                    <a:pt x="1261559" y="1508507"/>
                  </a:lnTo>
                  <a:lnTo>
                    <a:pt x="1261536" y="1508507"/>
                  </a:lnTo>
                  <a:lnTo>
                    <a:pt x="1261516" y="1508505"/>
                  </a:lnTo>
                  <a:lnTo>
                    <a:pt x="1261497" y="1508500"/>
                  </a:lnTo>
                  <a:lnTo>
                    <a:pt x="1261473" y="1508490"/>
                  </a:lnTo>
                  <a:lnTo>
                    <a:pt x="1261456" y="1508491"/>
                  </a:lnTo>
                  <a:lnTo>
                    <a:pt x="1261440" y="1508492"/>
                  </a:lnTo>
                  <a:lnTo>
                    <a:pt x="1261430" y="1508493"/>
                  </a:lnTo>
                  <a:lnTo>
                    <a:pt x="1261420" y="1508493"/>
                  </a:lnTo>
                  <a:lnTo>
                    <a:pt x="1261381" y="1508483"/>
                  </a:lnTo>
                  <a:lnTo>
                    <a:pt x="1261348" y="1508480"/>
                  </a:lnTo>
                  <a:lnTo>
                    <a:pt x="1261314" y="1508482"/>
                  </a:lnTo>
                  <a:lnTo>
                    <a:pt x="1261300" y="1508489"/>
                  </a:lnTo>
                  <a:lnTo>
                    <a:pt x="1261282" y="1508506"/>
                  </a:lnTo>
                  <a:lnTo>
                    <a:pt x="1261259" y="1508526"/>
                  </a:lnTo>
                  <a:lnTo>
                    <a:pt x="1261215" y="1508572"/>
                  </a:lnTo>
                  <a:lnTo>
                    <a:pt x="1261192" y="1508589"/>
                  </a:lnTo>
                  <a:lnTo>
                    <a:pt x="1261189" y="1508594"/>
                  </a:lnTo>
                  <a:lnTo>
                    <a:pt x="1261168" y="1508644"/>
                  </a:lnTo>
                  <a:lnTo>
                    <a:pt x="1261164" y="1508704"/>
                  </a:lnTo>
                  <a:lnTo>
                    <a:pt x="1261158" y="1508715"/>
                  </a:lnTo>
                  <a:lnTo>
                    <a:pt x="1261153" y="1508713"/>
                  </a:lnTo>
                  <a:lnTo>
                    <a:pt x="1261149" y="1508696"/>
                  </a:lnTo>
                  <a:lnTo>
                    <a:pt x="1261144" y="1508688"/>
                  </a:lnTo>
                  <a:lnTo>
                    <a:pt x="1261138" y="1508671"/>
                  </a:lnTo>
                  <a:lnTo>
                    <a:pt x="1261136" y="1508651"/>
                  </a:lnTo>
                  <a:lnTo>
                    <a:pt x="1261125" y="1508632"/>
                  </a:lnTo>
                  <a:lnTo>
                    <a:pt x="1261123" y="1508626"/>
                  </a:lnTo>
                  <a:lnTo>
                    <a:pt x="1261113" y="1508621"/>
                  </a:lnTo>
                  <a:lnTo>
                    <a:pt x="1261099" y="1508617"/>
                  </a:lnTo>
                  <a:lnTo>
                    <a:pt x="1261093" y="1508614"/>
                  </a:lnTo>
                  <a:lnTo>
                    <a:pt x="1261089" y="1508607"/>
                  </a:lnTo>
                  <a:lnTo>
                    <a:pt x="1261080" y="1508591"/>
                  </a:lnTo>
                  <a:lnTo>
                    <a:pt x="1261067" y="1508582"/>
                  </a:lnTo>
                  <a:lnTo>
                    <a:pt x="1261050" y="1508572"/>
                  </a:lnTo>
                  <a:lnTo>
                    <a:pt x="1261040" y="1508565"/>
                  </a:lnTo>
                  <a:lnTo>
                    <a:pt x="1261028" y="1508559"/>
                  </a:lnTo>
                  <a:lnTo>
                    <a:pt x="1261021" y="1508558"/>
                  </a:lnTo>
                  <a:lnTo>
                    <a:pt x="1260995" y="1508557"/>
                  </a:lnTo>
                  <a:lnTo>
                    <a:pt x="1260966" y="1508563"/>
                  </a:lnTo>
                  <a:lnTo>
                    <a:pt x="1260958" y="1508558"/>
                  </a:lnTo>
                  <a:lnTo>
                    <a:pt x="1260948" y="1508547"/>
                  </a:lnTo>
                  <a:lnTo>
                    <a:pt x="1260948" y="1508536"/>
                  </a:lnTo>
                  <a:lnTo>
                    <a:pt x="1260948" y="1508525"/>
                  </a:lnTo>
                  <a:lnTo>
                    <a:pt x="1260944" y="1508522"/>
                  </a:lnTo>
                  <a:lnTo>
                    <a:pt x="1260939" y="1508519"/>
                  </a:lnTo>
                  <a:lnTo>
                    <a:pt x="1260929" y="1508508"/>
                  </a:lnTo>
                  <a:lnTo>
                    <a:pt x="1260921" y="1508495"/>
                  </a:lnTo>
                  <a:lnTo>
                    <a:pt x="1260914" y="1508486"/>
                  </a:lnTo>
                  <a:lnTo>
                    <a:pt x="1260903" y="1508475"/>
                  </a:lnTo>
                  <a:lnTo>
                    <a:pt x="1260892" y="1508460"/>
                  </a:lnTo>
                  <a:lnTo>
                    <a:pt x="1260875" y="1508444"/>
                  </a:lnTo>
                  <a:lnTo>
                    <a:pt x="1260867" y="1508432"/>
                  </a:lnTo>
                  <a:lnTo>
                    <a:pt x="1260861" y="1508428"/>
                  </a:lnTo>
                  <a:lnTo>
                    <a:pt x="1260843" y="1508420"/>
                  </a:lnTo>
                  <a:lnTo>
                    <a:pt x="1260828" y="1508419"/>
                  </a:lnTo>
                  <a:lnTo>
                    <a:pt x="1260812" y="1508412"/>
                  </a:lnTo>
                  <a:lnTo>
                    <a:pt x="1260794" y="1508406"/>
                  </a:lnTo>
                  <a:lnTo>
                    <a:pt x="1260761" y="1508380"/>
                  </a:lnTo>
                  <a:lnTo>
                    <a:pt x="1260737" y="1508366"/>
                  </a:lnTo>
                  <a:lnTo>
                    <a:pt x="1260735" y="1508357"/>
                  </a:lnTo>
                  <a:lnTo>
                    <a:pt x="1260738" y="1508344"/>
                  </a:lnTo>
                  <a:lnTo>
                    <a:pt x="1260751" y="1508315"/>
                  </a:lnTo>
                  <a:lnTo>
                    <a:pt x="1260752" y="1508301"/>
                  </a:lnTo>
                  <a:lnTo>
                    <a:pt x="1260744" y="1508296"/>
                  </a:lnTo>
                  <a:lnTo>
                    <a:pt x="1260717" y="1508274"/>
                  </a:lnTo>
                  <a:lnTo>
                    <a:pt x="1260703" y="1508263"/>
                  </a:lnTo>
                  <a:lnTo>
                    <a:pt x="1260647" y="1508217"/>
                  </a:lnTo>
                  <a:lnTo>
                    <a:pt x="1260575" y="1508199"/>
                  </a:lnTo>
                  <a:lnTo>
                    <a:pt x="1260566" y="1508203"/>
                  </a:lnTo>
                  <a:lnTo>
                    <a:pt x="1260563" y="1508212"/>
                  </a:lnTo>
                  <a:lnTo>
                    <a:pt x="1260558" y="1508223"/>
                  </a:lnTo>
                  <a:lnTo>
                    <a:pt x="1260554" y="1508240"/>
                  </a:lnTo>
                  <a:lnTo>
                    <a:pt x="1260547" y="1508243"/>
                  </a:lnTo>
                  <a:lnTo>
                    <a:pt x="1260534" y="1508243"/>
                  </a:lnTo>
                  <a:lnTo>
                    <a:pt x="1260499" y="1508240"/>
                  </a:lnTo>
                  <a:lnTo>
                    <a:pt x="1260483" y="1508240"/>
                  </a:lnTo>
                  <a:lnTo>
                    <a:pt x="1260459" y="1508239"/>
                  </a:lnTo>
                  <a:lnTo>
                    <a:pt x="1260453" y="1508228"/>
                  </a:lnTo>
                  <a:lnTo>
                    <a:pt x="1260450" y="1508210"/>
                  </a:lnTo>
                  <a:lnTo>
                    <a:pt x="1260450" y="1508200"/>
                  </a:lnTo>
                  <a:lnTo>
                    <a:pt x="1260453" y="1508194"/>
                  </a:lnTo>
                  <a:lnTo>
                    <a:pt x="1260456" y="1508184"/>
                  </a:lnTo>
                  <a:lnTo>
                    <a:pt x="1260457" y="1508177"/>
                  </a:lnTo>
                  <a:lnTo>
                    <a:pt x="1260457" y="1508167"/>
                  </a:lnTo>
                  <a:lnTo>
                    <a:pt x="1260452" y="1508163"/>
                  </a:lnTo>
                  <a:lnTo>
                    <a:pt x="1260446" y="1508156"/>
                  </a:lnTo>
                  <a:lnTo>
                    <a:pt x="1260431" y="1508142"/>
                  </a:lnTo>
                  <a:lnTo>
                    <a:pt x="1260409" y="1508126"/>
                  </a:lnTo>
                  <a:lnTo>
                    <a:pt x="1260396" y="1508119"/>
                  </a:lnTo>
                  <a:lnTo>
                    <a:pt x="1260386" y="1508095"/>
                  </a:lnTo>
                  <a:lnTo>
                    <a:pt x="1260369" y="1508040"/>
                  </a:lnTo>
                  <a:lnTo>
                    <a:pt x="1260366" y="1508031"/>
                  </a:lnTo>
                  <a:lnTo>
                    <a:pt x="1260361" y="1508018"/>
                  </a:lnTo>
                  <a:lnTo>
                    <a:pt x="1260355" y="1508009"/>
                  </a:lnTo>
                  <a:lnTo>
                    <a:pt x="1260336" y="1507955"/>
                  </a:lnTo>
                  <a:lnTo>
                    <a:pt x="1260322" y="1507946"/>
                  </a:lnTo>
                  <a:lnTo>
                    <a:pt x="1260314" y="1507921"/>
                  </a:lnTo>
                  <a:lnTo>
                    <a:pt x="1260310" y="1507881"/>
                  </a:lnTo>
                  <a:lnTo>
                    <a:pt x="1260295" y="1507842"/>
                  </a:lnTo>
                  <a:lnTo>
                    <a:pt x="1260268" y="1507815"/>
                  </a:lnTo>
                  <a:lnTo>
                    <a:pt x="1260259" y="1507792"/>
                  </a:lnTo>
                  <a:lnTo>
                    <a:pt x="1260235" y="1507755"/>
                  </a:lnTo>
                  <a:lnTo>
                    <a:pt x="1260225" y="1507740"/>
                  </a:lnTo>
                  <a:lnTo>
                    <a:pt x="1260206" y="1507743"/>
                  </a:lnTo>
                  <a:lnTo>
                    <a:pt x="1260186" y="1507759"/>
                  </a:lnTo>
                  <a:lnTo>
                    <a:pt x="1260152" y="1507787"/>
                  </a:lnTo>
                  <a:lnTo>
                    <a:pt x="1260132" y="1507809"/>
                  </a:lnTo>
                  <a:lnTo>
                    <a:pt x="1260107" y="1507794"/>
                  </a:lnTo>
                  <a:lnTo>
                    <a:pt x="1260092" y="1507791"/>
                  </a:lnTo>
                  <a:lnTo>
                    <a:pt x="1260065" y="1507795"/>
                  </a:lnTo>
                  <a:lnTo>
                    <a:pt x="1260025" y="1507795"/>
                  </a:lnTo>
                  <a:lnTo>
                    <a:pt x="1260007" y="1507791"/>
                  </a:lnTo>
                  <a:lnTo>
                    <a:pt x="1259982" y="1507780"/>
                  </a:lnTo>
                  <a:lnTo>
                    <a:pt x="1259947" y="1507762"/>
                  </a:lnTo>
                  <a:lnTo>
                    <a:pt x="1259916" y="1507757"/>
                  </a:lnTo>
                  <a:lnTo>
                    <a:pt x="1259896" y="1507762"/>
                  </a:lnTo>
                  <a:lnTo>
                    <a:pt x="1259864" y="1507755"/>
                  </a:lnTo>
                  <a:lnTo>
                    <a:pt x="1259840" y="1507753"/>
                  </a:lnTo>
                  <a:lnTo>
                    <a:pt x="1259815" y="1507716"/>
                  </a:lnTo>
                  <a:lnTo>
                    <a:pt x="1259789" y="1507697"/>
                  </a:lnTo>
                  <a:lnTo>
                    <a:pt x="1259762" y="1507686"/>
                  </a:lnTo>
                  <a:lnTo>
                    <a:pt x="1259734" y="1507680"/>
                  </a:lnTo>
                  <a:lnTo>
                    <a:pt x="1259721" y="1507684"/>
                  </a:lnTo>
                  <a:lnTo>
                    <a:pt x="1259710" y="1507697"/>
                  </a:lnTo>
                  <a:lnTo>
                    <a:pt x="1259703" y="1507725"/>
                  </a:lnTo>
                  <a:lnTo>
                    <a:pt x="1259697" y="1507739"/>
                  </a:lnTo>
                  <a:lnTo>
                    <a:pt x="1259678" y="1507760"/>
                  </a:lnTo>
                  <a:lnTo>
                    <a:pt x="1259665" y="1507763"/>
                  </a:lnTo>
                  <a:lnTo>
                    <a:pt x="1259644" y="1507765"/>
                  </a:lnTo>
                  <a:lnTo>
                    <a:pt x="1259623" y="1507760"/>
                  </a:lnTo>
                  <a:lnTo>
                    <a:pt x="1259587" y="1507742"/>
                  </a:lnTo>
                  <a:lnTo>
                    <a:pt x="1259562" y="1507727"/>
                  </a:lnTo>
                  <a:lnTo>
                    <a:pt x="1259513" y="1507695"/>
                  </a:lnTo>
                  <a:lnTo>
                    <a:pt x="1259478" y="1507680"/>
                  </a:lnTo>
                  <a:lnTo>
                    <a:pt x="1259468" y="1507667"/>
                  </a:lnTo>
                  <a:lnTo>
                    <a:pt x="1259456" y="1507649"/>
                  </a:lnTo>
                  <a:lnTo>
                    <a:pt x="1259416" y="1507584"/>
                  </a:lnTo>
                  <a:lnTo>
                    <a:pt x="1259411" y="1507575"/>
                  </a:lnTo>
                  <a:lnTo>
                    <a:pt x="1259413" y="1507537"/>
                  </a:lnTo>
                  <a:lnTo>
                    <a:pt x="1259425" y="1507505"/>
                  </a:lnTo>
                  <a:lnTo>
                    <a:pt x="1259448" y="1507454"/>
                  </a:lnTo>
                  <a:lnTo>
                    <a:pt x="1259456" y="1507439"/>
                  </a:lnTo>
                  <a:lnTo>
                    <a:pt x="1259476" y="1507398"/>
                  </a:lnTo>
                  <a:lnTo>
                    <a:pt x="1259483" y="1507384"/>
                  </a:lnTo>
                  <a:lnTo>
                    <a:pt x="1259511" y="1507333"/>
                  </a:lnTo>
                  <a:lnTo>
                    <a:pt x="1259528" y="1507310"/>
                  </a:lnTo>
                  <a:lnTo>
                    <a:pt x="1259537" y="1507296"/>
                  </a:lnTo>
                  <a:lnTo>
                    <a:pt x="1259537" y="1507273"/>
                  </a:lnTo>
                  <a:lnTo>
                    <a:pt x="1259535" y="1507253"/>
                  </a:lnTo>
                  <a:lnTo>
                    <a:pt x="1259522" y="1507226"/>
                  </a:lnTo>
                  <a:lnTo>
                    <a:pt x="1259489" y="1507187"/>
                  </a:lnTo>
                  <a:lnTo>
                    <a:pt x="1259470" y="1507165"/>
                  </a:lnTo>
                  <a:lnTo>
                    <a:pt x="1259436" y="1507150"/>
                  </a:lnTo>
                  <a:lnTo>
                    <a:pt x="1259408" y="1507140"/>
                  </a:lnTo>
                  <a:lnTo>
                    <a:pt x="1259370" y="1507133"/>
                  </a:lnTo>
                  <a:lnTo>
                    <a:pt x="1259335" y="1507143"/>
                  </a:lnTo>
                  <a:lnTo>
                    <a:pt x="1259325" y="1507132"/>
                  </a:lnTo>
                  <a:lnTo>
                    <a:pt x="1259320" y="1507102"/>
                  </a:lnTo>
                  <a:lnTo>
                    <a:pt x="1259314" y="1507067"/>
                  </a:lnTo>
                  <a:lnTo>
                    <a:pt x="1259303" y="1507016"/>
                  </a:lnTo>
                  <a:lnTo>
                    <a:pt x="1259302" y="1507009"/>
                  </a:lnTo>
                  <a:lnTo>
                    <a:pt x="1259301" y="1506983"/>
                  </a:lnTo>
                  <a:lnTo>
                    <a:pt x="1259312" y="1506959"/>
                  </a:lnTo>
                  <a:lnTo>
                    <a:pt x="1259317" y="1506945"/>
                  </a:lnTo>
                  <a:lnTo>
                    <a:pt x="1259327" y="1506914"/>
                  </a:lnTo>
                  <a:lnTo>
                    <a:pt x="1259325" y="1506902"/>
                  </a:lnTo>
                  <a:lnTo>
                    <a:pt x="1259309" y="1506885"/>
                  </a:lnTo>
                  <a:lnTo>
                    <a:pt x="1259293" y="1506875"/>
                  </a:lnTo>
                  <a:lnTo>
                    <a:pt x="1259280" y="1506866"/>
                  </a:lnTo>
                  <a:lnTo>
                    <a:pt x="1259248" y="1506857"/>
                  </a:lnTo>
                  <a:lnTo>
                    <a:pt x="1259218" y="1506850"/>
                  </a:lnTo>
                  <a:lnTo>
                    <a:pt x="1259166" y="1506818"/>
                  </a:lnTo>
                  <a:lnTo>
                    <a:pt x="1259154" y="1506812"/>
                  </a:lnTo>
                  <a:lnTo>
                    <a:pt x="1259135" y="1506810"/>
                  </a:lnTo>
                  <a:lnTo>
                    <a:pt x="1259101" y="1506852"/>
                  </a:lnTo>
                  <a:lnTo>
                    <a:pt x="1259085" y="1506870"/>
                  </a:lnTo>
                  <a:lnTo>
                    <a:pt x="1259069" y="1506883"/>
                  </a:lnTo>
                  <a:lnTo>
                    <a:pt x="1259028" y="1506869"/>
                  </a:lnTo>
                  <a:lnTo>
                    <a:pt x="1258992" y="1506869"/>
                  </a:lnTo>
                  <a:lnTo>
                    <a:pt x="1258973" y="1506871"/>
                  </a:lnTo>
                  <a:lnTo>
                    <a:pt x="1258900" y="1506863"/>
                  </a:lnTo>
                  <a:lnTo>
                    <a:pt x="1258882" y="1506855"/>
                  </a:lnTo>
                  <a:lnTo>
                    <a:pt x="1258859" y="1506854"/>
                  </a:lnTo>
                  <a:lnTo>
                    <a:pt x="1258825" y="1506860"/>
                  </a:lnTo>
                  <a:lnTo>
                    <a:pt x="1258813" y="1506862"/>
                  </a:lnTo>
                  <a:lnTo>
                    <a:pt x="1258802" y="1506864"/>
                  </a:lnTo>
                  <a:lnTo>
                    <a:pt x="1258793" y="1506875"/>
                  </a:lnTo>
                  <a:lnTo>
                    <a:pt x="1258785" y="1506885"/>
                  </a:lnTo>
                  <a:lnTo>
                    <a:pt x="1258776" y="1506895"/>
                  </a:lnTo>
                  <a:lnTo>
                    <a:pt x="1258763" y="1506910"/>
                  </a:lnTo>
                  <a:lnTo>
                    <a:pt x="1258752" y="1506916"/>
                  </a:lnTo>
                  <a:lnTo>
                    <a:pt x="1258736" y="1506925"/>
                  </a:lnTo>
                  <a:lnTo>
                    <a:pt x="1258727" y="1506924"/>
                  </a:lnTo>
                  <a:lnTo>
                    <a:pt x="1258720" y="1506879"/>
                  </a:lnTo>
                  <a:lnTo>
                    <a:pt x="1258717" y="1506866"/>
                  </a:lnTo>
                  <a:lnTo>
                    <a:pt x="1258703" y="1506856"/>
                  </a:lnTo>
                  <a:lnTo>
                    <a:pt x="1258677" y="1506853"/>
                  </a:lnTo>
                  <a:lnTo>
                    <a:pt x="1258633" y="1506877"/>
                  </a:lnTo>
                  <a:lnTo>
                    <a:pt x="1258629" y="1506895"/>
                  </a:lnTo>
                  <a:lnTo>
                    <a:pt x="1258618" y="1506899"/>
                  </a:lnTo>
                  <a:lnTo>
                    <a:pt x="1258608" y="1506900"/>
                  </a:lnTo>
                  <a:lnTo>
                    <a:pt x="1258589" y="1506900"/>
                  </a:lnTo>
                  <a:lnTo>
                    <a:pt x="1258574" y="1506898"/>
                  </a:lnTo>
                  <a:lnTo>
                    <a:pt x="1258561" y="1506899"/>
                  </a:lnTo>
                  <a:lnTo>
                    <a:pt x="1258548" y="1506900"/>
                  </a:lnTo>
                  <a:lnTo>
                    <a:pt x="1258534" y="1506904"/>
                  </a:lnTo>
                  <a:lnTo>
                    <a:pt x="1258484" y="1506922"/>
                  </a:lnTo>
                  <a:lnTo>
                    <a:pt x="1258470" y="1506925"/>
                  </a:lnTo>
                  <a:lnTo>
                    <a:pt x="1258461" y="1506926"/>
                  </a:lnTo>
                  <a:lnTo>
                    <a:pt x="1258450" y="1506925"/>
                  </a:lnTo>
                  <a:lnTo>
                    <a:pt x="1258435" y="1506921"/>
                  </a:lnTo>
                  <a:lnTo>
                    <a:pt x="1258426" y="1506918"/>
                  </a:lnTo>
                  <a:lnTo>
                    <a:pt x="1258412" y="1506917"/>
                  </a:lnTo>
                  <a:lnTo>
                    <a:pt x="1258398" y="1506917"/>
                  </a:lnTo>
                  <a:lnTo>
                    <a:pt x="1258383" y="1506921"/>
                  </a:lnTo>
                  <a:lnTo>
                    <a:pt x="1258373" y="1506925"/>
                  </a:lnTo>
                  <a:lnTo>
                    <a:pt x="1258367" y="1506931"/>
                  </a:lnTo>
                  <a:lnTo>
                    <a:pt x="1258344" y="1506947"/>
                  </a:lnTo>
                  <a:lnTo>
                    <a:pt x="1258325" y="1506957"/>
                  </a:lnTo>
                  <a:lnTo>
                    <a:pt x="1258313" y="1506962"/>
                  </a:lnTo>
                  <a:lnTo>
                    <a:pt x="1258301" y="1506967"/>
                  </a:lnTo>
                  <a:lnTo>
                    <a:pt x="1258290" y="1506961"/>
                  </a:lnTo>
                  <a:lnTo>
                    <a:pt x="1258276" y="1506951"/>
                  </a:lnTo>
                  <a:lnTo>
                    <a:pt x="1258256" y="1506934"/>
                  </a:lnTo>
                  <a:lnTo>
                    <a:pt x="1258244" y="1506921"/>
                  </a:lnTo>
                  <a:lnTo>
                    <a:pt x="1258228" y="1506897"/>
                  </a:lnTo>
                  <a:lnTo>
                    <a:pt x="1258221" y="1506888"/>
                  </a:lnTo>
                  <a:lnTo>
                    <a:pt x="1258219" y="1506881"/>
                  </a:lnTo>
                  <a:lnTo>
                    <a:pt x="1258218" y="1506870"/>
                  </a:lnTo>
                  <a:lnTo>
                    <a:pt x="1258217" y="1506859"/>
                  </a:lnTo>
                  <a:lnTo>
                    <a:pt x="1258217" y="1506825"/>
                  </a:lnTo>
                  <a:lnTo>
                    <a:pt x="1258208" y="1506801"/>
                  </a:lnTo>
                  <a:lnTo>
                    <a:pt x="1258196" y="1506782"/>
                  </a:lnTo>
                  <a:lnTo>
                    <a:pt x="1258184" y="1506767"/>
                  </a:lnTo>
                  <a:lnTo>
                    <a:pt x="1258164" y="1506761"/>
                  </a:lnTo>
                  <a:lnTo>
                    <a:pt x="1258130" y="1506761"/>
                  </a:lnTo>
                  <a:lnTo>
                    <a:pt x="1258119" y="1506757"/>
                  </a:lnTo>
                  <a:lnTo>
                    <a:pt x="1258110" y="1506740"/>
                  </a:lnTo>
                  <a:lnTo>
                    <a:pt x="1258107" y="1506728"/>
                  </a:lnTo>
                  <a:lnTo>
                    <a:pt x="1258101" y="1506718"/>
                  </a:lnTo>
                  <a:lnTo>
                    <a:pt x="1258092" y="1506705"/>
                  </a:lnTo>
                  <a:lnTo>
                    <a:pt x="1258058" y="1506658"/>
                  </a:lnTo>
                  <a:lnTo>
                    <a:pt x="1258036" y="1506622"/>
                  </a:lnTo>
                  <a:lnTo>
                    <a:pt x="1258024" y="1506610"/>
                  </a:lnTo>
                  <a:lnTo>
                    <a:pt x="1258004" y="1506598"/>
                  </a:lnTo>
                  <a:lnTo>
                    <a:pt x="1257974" y="1506590"/>
                  </a:lnTo>
                  <a:lnTo>
                    <a:pt x="1257940" y="1506582"/>
                  </a:lnTo>
                  <a:lnTo>
                    <a:pt x="1257903" y="1506582"/>
                  </a:lnTo>
                  <a:lnTo>
                    <a:pt x="1257848" y="1506607"/>
                  </a:lnTo>
                  <a:lnTo>
                    <a:pt x="1257831" y="1506617"/>
                  </a:lnTo>
                  <a:lnTo>
                    <a:pt x="1257823" y="1506624"/>
                  </a:lnTo>
                  <a:lnTo>
                    <a:pt x="1257792" y="1506641"/>
                  </a:lnTo>
                  <a:lnTo>
                    <a:pt x="1257777" y="1506661"/>
                  </a:lnTo>
                  <a:lnTo>
                    <a:pt x="1257768" y="1506682"/>
                  </a:lnTo>
                  <a:lnTo>
                    <a:pt x="1257760" y="1506704"/>
                  </a:lnTo>
                  <a:lnTo>
                    <a:pt x="1257751" y="1506728"/>
                  </a:lnTo>
                  <a:lnTo>
                    <a:pt x="1257738" y="1506740"/>
                  </a:lnTo>
                  <a:lnTo>
                    <a:pt x="1257718" y="1506741"/>
                  </a:lnTo>
                  <a:lnTo>
                    <a:pt x="1257692" y="1506740"/>
                  </a:lnTo>
                  <a:lnTo>
                    <a:pt x="1257675" y="1506735"/>
                  </a:lnTo>
                  <a:lnTo>
                    <a:pt x="1257660" y="1506728"/>
                  </a:lnTo>
                  <a:lnTo>
                    <a:pt x="1257642" y="1506712"/>
                  </a:lnTo>
                  <a:lnTo>
                    <a:pt x="1257604" y="1506706"/>
                  </a:lnTo>
                  <a:lnTo>
                    <a:pt x="1257568" y="1506695"/>
                  </a:lnTo>
                  <a:lnTo>
                    <a:pt x="1257540" y="1506688"/>
                  </a:lnTo>
                  <a:lnTo>
                    <a:pt x="1257518" y="1506680"/>
                  </a:lnTo>
                  <a:lnTo>
                    <a:pt x="1257496" y="1506669"/>
                  </a:lnTo>
                  <a:lnTo>
                    <a:pt x="1257481" y="1506660"/>
                  </a:lnTo>
                  <a:lnTo>
                    <a:pt x="1257467" y="1506647"/>
                  </a:lnTo>
                  <a:lnTo>
                    <a:pt x="1257447" y="1506638"/>
                  </a:lnTo>
                  <a:lnTo>
                    <a:pt x="1257425" y="1506633"/>
                  </a:lnTo>
                  <a:lnTo>
                    <a:pt x="1257378" y="1506613"/>
                  </a:lnTo>
                  <a:lnTo>
                    <a:pt x="1257349" y="1506596"/>
                  </a:lnTo>
                  <a:lnTo>
                    <a:pt x="1257333" y="1506593"/>
                  </a:lnTo>
                  <a:lnTo>
                    <a:pt x="1257308" y="1506593"/>
                  </a:lnTo>
                  <a:lnTo>
                    <a:pt x="1257291" y="1506599"/>
                  </a:lnTo>
                  <a:lnTo>
                    <a:pt x="1257272" y="1506603"/>
                  </a:lnTo>
                  <a:lnTo>
                    <a:pt x="1257257" y="1506603"/>
                  </a:lnTo>
                  <a:lnTo>
                    <a:pt x="1257245" y="1506603"/>
                  </a:lnTo>
                  <a:lnTo>
                    <a:pt x="1257222" y="1506595"/>
                  </a:lnTo>
                  <a:lnTo>
                    <a:pt x="1257205" y="1506587"/>
                  </a:lnTo>
                  <a:lnTo>
                    <a:pt x="1257151" y="1506569"/>
                  </a:lnTo>
                  <a:lnTo>
                    <a:pt x="1257131" y="1506569"/>
                  </a:lnTo>
                  <a:lnTo>
                    <a:pt x="1257100" y="1506582"/>
                  </a:lnTo>
                  <a:lnTo>
                    <a:pt x="1257089" y="1506592"/>
                  </a:lnTo>
                  <a:lnTo>
                    <a:pt x="1257057" y="1506606"/>
                  </a:lnTo>
                  <a:lnTo>
                    <a:pt x="1257026" y="1506613"/>
                  </a:lnTo>
                  <a:lnTo>
                    <a:pt x="1257004" y="1506630"/>
                  </a:lnTo>
                  <a:lnTo>
                    <a:pt x="1256981" y="1506648"/>
                  </a:lnTo>
                  <a:lnTo>
                    <a:pt x="1256963" y="1506661"/>
                  </a:lnTo>
                  <a:lnTo>
                    <a:pt x="1256940" y="1506669"/>
                  </a:lnTo>
                  <a:lnTo>
                    <a:pt x="1256909" y="1506668"/>
                  </a:lnTo>
                  <a:lnTo>
                    <a:pt x="1256867" y="1506661"/>
                  </a:lnTo>
                  <a:lnTo>
                    <a:pt x="1256838" y="1506650"/>
                  </a:lnTo>
                  <a:lnTo>
                    <a:pt x="1256809" y="1506628"/>
                  </a:lnTo>
                  <a:lnTo>
                    <a:pt x="1256793" y="1506611"/>
                  </a:lnTo>
                  <a:lnTo>
                    <a:pt x="1256775" y="1506582"/>
                  </a:lnTo>
                  <a:lnTo>
                    <a:pt x="1256755" y="1506559"/>
                  </a:lnTo>
                  <a:lnTo>
                    <a:pt x="1256746" y="1506540"/>
                  </a:lnTo>
                  <a:lnTo>
                    <a:pt x="1256701" y="1506467"/>
                  </a:lnTo>
                  <a:lnTo>
                    <a:pt x="1256664" y="1506433"/>
                  </a:lnTo>
                  <a:lnTo>
                    <a:pt x="1256640" y="1506390"/>
                  </a:lnTo>
                  <a:lnTo>
                    <a:pt x="1256620" y="1506357"/>
                  </a:lnTo>
                  <a:lnTo>
                    <a:pt x="1256611" y="1506327"/>
                  </a:lnTo>
                  <a:lnTo>
                    <a:pt x="1256602" y="1506304"/>
                  </a:lnTo>
                  <a:lnTo>
                    <a:pt x="1256602" y="1506271"/>
                  </a:lnTo>
                  <a:lnTo>
                    <a:pt x="1256604" y="1506236"/>
                  </a:lnTo>
                  <a:lnTo>
                    <a:pt x="1256608" y="1506196"/>
                  </a:lnTo>
                  <a:lnTo>
                    <a:pt x="1256607" y="1506169"/>
                  </a:lnTo>
                  <a:lnTo>
                    <a:pt x="1256602" y="1506145"/>
                  </a:lnTo>
                  <a:lnTo>
                    <a:pt x="1256599" y="1506110"/>
                  </a:lnTo>
                  <a:lnTo>
                    <a:pt x="1256585" y="1506086"/>
                  </a:lnTo>
                  <a:lnTo>
                    <a:pt x="1256560" y="1506072"/>
                  </a:lnTo>
                  <a:lnTo>
                    <a:pt x="1256555" y="1506053"/>
                  </a:lnTo>
                  <a:lnTo>
                    <a:pt x="1256553" y="1506024"/>
                  </a:lnTo>
                  <a:lnTo>
                    <a:pt x="1256553" y="1505988"/>
                  </a:lnTo>
                  <a:lnTo>
                    <a:pt x="1256550" y="1505961"/>
                  </a:lnTo>
                  <a:lnTo>
                    <a:pt x="1256513" y="1505919"/>
                  </a:lnTo>
                  <a:lnTo>
                    <a:pt x="1256517" y="1505911"/>
                  </a:lnTo>
                  <a:lnTo>
                    <a:pt x="1256517" y="1505904"/>
                  </a:lnTo>
                  <a:lnTo>
                    <a:pt x="1256513" y="1505894"/>
                  </a:lnTo>
                  <a:lnTo>
                    <a:pt x="1256510" y="1505886"/>
                  </a:lnTo>
                  <a:lnTo>
                    <a:pt x="1256507" y="1505878"/>
                  </a:lnTo>
                  <a:lnTo>
                    <a:pt x="1256505" y="1505867"/>
                  </a:lnTo>
                  <a:lnTo>
                    <a:pt x="1256508" y="1505858"/>
                  </a:lnTo>
                  <a:lnTo>
                    <a:pt x="1256511" y="1505852"/>
                  </a:lnTo>
                  <a:lnTo>
                    <a:pt x="1256514" y="1505845"/>
                  </a:lnTo>
                  <a:lnTo>
                    <a:pt x="1256520" y="1505835"/>
                  </a:lnTo>
                  <a:lnTo>
                    <a:pt x="1256529" y="1505820"/>
                  </a:lnTo>
                  <a:lnTo>
                    <a:pt x="1256530" y="1505815"/>
                  </a:lnTo>
                  <a:lnTo>
                    <a:pt x="1256525" y="1505801"/>
                  </a:lnTo>
                  <a:lnTo>
                    <a:pt x="1256518" y="1505786"/>
                  </a:lnTo>
                  <a:lnTo>
                    <a:pt x="1256513" y="1505773"/>
                  </a:lnTo>
                  <a:lnTo>
                    <a:pt x="1256514" y="1505765"/>
                  </a:lnTo>
                  <a:lnTo>
                    <a:pt x="1256517" y="1505759"/>
                  </a:lnTo>
                  <a:lnTo>
                    <a:pt x="1256524" y="1505750"/>
                  </a:lnTo>
                  <a:lnTo>
                    <a:pt x="1256538" y="1505728"/>
                  </a:lnTo>
                  <a:lnTo>
                    <a:pt x="1256542" y="1505720"/>
                  </a:lnTo>
                  <a:lnTo>
                    <a:pt x="1256541" y="1505713"/>
                  </a:lnTo>
                  <a:lnTo>
                    <a:pt x="1256539" y="1505708"/>
                  </a:lnTo>
                  <a:lnTo>
                    <a:pt x="1256534" y="1505701"/>
                  </a:lnTo>
                  <a:lnTo>
                    <a:pt x="1256527" y="1505689"/>
                  </a:lnTo>
                  <a:lnTo>
                    <a:pt x="1256522" y="1505682"/>
                  </a:lnTo>
                  <a:lnTo>
                    <a:pt x="1256515" y="1505667"/>
                  </a:lnTo>
                  <a:lnTo>
                    <a:pt x="1256505" y="1505648"/>
                  </a:lnTo>
                  <a:lnTo>
                    <a:pt x="1256497" y="1505638"/>
                  </a:lnTo>
                  <a:lnTo>
                    <a:pt x="1256490" y="1505624"/>
                  </a:lnTo>
                  <a:lnTo>
                    <a:pt x="1256479" y="1505607"/>
                  </a:lnTo>
                  <a:lnTo>
                    <a:pt x="1256475" y="1505599"/>
                  </a:lnTo>
                  <a:lnTo>
                    <a:pt x="1256474" y="1505594"/>
                  </a:lnTo>
                  <a:lnTo>
                    <a:pt x="1256474" y="1505586"/>
                  </a:lnTo>
                  <a:lnTo>
                    <a:pt x="1256474" y="1505580"/>
                  </a:lnTo>
                  <a:lnTo>
                    <a:pt x="1256475" y="1505571"/>
                  </a:lnTo>
                  <a:lnTo>
                    <a:pt x="1256477" y="1505564"/>
                  </a:lnTo>
                  <a:lnTo>
                    <a:pt x="1256478" y="1505557"/>
                  </a:lnTo>
                  <a:lnTo>
                    <a:pt x="1256480" y="1505546"/>
                  </a:lnTo>
                  <a:lnTo>
                    <a:pt x="1256473" y="1505539"/>
                  </a:lnTo>
                  <a:lnTo>
                    <a:pt x="1256468" y="1505537"/>
                  </a:lnTo>
                  <a:lnTo>
                    <a:pt x="1256457" y="1505531"/>
                  </a:lnTo>
                  <a:lnTo>
                    <a:pt x="1256440" y="1505522"/>
                  </a:lnTo>
                  <a:lnTo>
                    <a:pt x="1256429" y="1505518"/>
                  </a:lnTo>
                  <a:lnTo>
                    <a:pt x="1256417" y="1505518"/>
                  </a:lnTo>
                  <a:lnTo>
                    <a:pt x="1256400" y="1505519"/>
                  </a:lnTo>
                  <a:lnTo>
                    <a:pt x="1256387" y="1505521"/>
                  </a:lnTo>
                  <a:lnTo>
                    <a:pt x="1256360" y="1505524"/>
                  </a:lnTo>
                  <a:lnTo>
                    <a:pt x="1256332" y="1505529"/>
                  </a:lnTo>
                  <a:lnTo>
                    <a:pt x="1256305" y="1505531"/>
                  </a:lnTo>
                  <a:lnTo>
                    <a:pt x="1256292" y="1505531"/>
                  </a:lnTo>
                  <a:lnTo>
                    <a:pt x="1256284" y="1505529"/>
                  </a:lnTo>
                  <a:lnTo>
                    <a:pt x="1256276" y="1505527"/>
                  </a:lnTo>
                  <a:lnTo>
                    <a:pt x="1256267" y="1505520"/>
                  </a:lnTo>
                  <a:lnTo>
                    <a:pt x="1256260" y="1505512"/>
                  </a:lnTo>
                  <a:lnTo>
                    <a:pt x="1256253" y="1505503"/>
                  </a:lnTo>
                  <a:lnTo>
                    <a:pt x="1256249" y="1505492"/>
                  </a:lnTo>
                  <a:lnTo>
                    <a:pt x="1256243" y="1505488"/>
                  </a:lnTo>
                  <a:lnTo>
                    <a:pt x="1256238" y="1505488"/>
                  </a:lnTo>
                  <a:lnTo>
                    <a:pt x="1256221" y="1505488"/>
                  </a:lnTo>
                  <a:lnTo>
                    <a:pt x="1256205" y="1505486"/>
                  </a:lnTo>
                  <a:lnTo>
                    <a:pt x="1256173" y="1505483"/>
                  </a:lnTo>
                  <a:lnTo>
                    <a:pt x="1256145" y="1505480"/>
                  </a:lnTo>
                  <a:lnTo>
                    <a:pt x="1256121" y="1505469"/>
                  </a:lnTo>
                  <a:lnTo>
                    <a:pt x="1256100" y="1505459"/>
                  </a:lnTo>
                  <a:lnTo>
                    <a:pt x="1256077" y="1505444"/>
                  </a:lnTo>
                  <a:lnTo>
                    <a:pt x="1256073" y="1505442"/>
                  </a:lnTo>
                  <a:lnTo>
                    <a:pt x="1256068" y="1505443"/>
                  </a:lnTo>
                  <a:lnTo>
                    <a:pt x="1256044" y="1505445"/>
                  </a:lnTo>
                  <a:lnTo>
                    <a:pt x="1256035" y="1505440"/>
                  </a:lnTo>
                  <a:lnTo>
                    <a:pt x="1256029" y="1505435"/>
                  </a:lnTo>
                  <a:lnTo>
                    <a:pt x="1256018" y="1505424"/>
                  </a:lnTo>
                  <a:lnTo>
                    <a:pt x="1256002" y="1505412"/>
                  </a:lnTo>
                  <a:lnTo>
                    <a:pt x="1255988" y="1505401"/>
                  </a:lnTo>
                  <a:lnTo>
                    <a:pt x="1255980" y="1505385"/>
                  </a:lnTo>
                  <a:lnTo>
                    <a:pt x="1255976" y="1505370"/>
                  </a:lnTo>
                  <a:lnTo>
                    <a:pt x="1255975" y="1505365"/>
                  </a:lnTo>
                  <a:lnTo>
                    <a:pt x="1255977" y="1505355"/>
                  </a:lnTo>
                  <a:lnTo>
                    <a:pt x="1255979" y="1505339"/>
                  </a:lnTo>
                  <a:lnTo>
                    <a:pt x="1255981" y="1505325"/>
                  </a:lnTo>
                  <a:lnTo>
                    <a:pt x="1255981" y="1505310"/>
                  </a:lnTo>
                  <a:lnTo>
                    <a:pt x="1255973" y="1505296"/>
                  </a:lnTo>
                  <a:lnTo>
                    <a:pt x="1255966" y="1505288"/>
                  </a:lnTo>
                  <a:lnTo>
                    <a:pt x="1255954" y="1505276"/>
                  </a:lnTo>
                  <a:lnTo>
                    <a:pt x="1255947" y="1505267"/>
                  </a:lnTo>
                  <a:lnTo>
                    <a:pt x="1255946" y="1505261"/>
                  </a:lnTo>
                  <a:lnTo>
                    <a:pt x="1255948" y="1505257"/>
                  </a:lnTo>
                  <a:lnTo>
                    <a:pt x="1255951" y="1505250"/>
                  </a:lnTo>
                  <a:lnTo>
                    <a:pt x="1255958" y="1505241"/>
                  </a:lnTo>
                  <a:lnTo>
                    <a:pt x="1255968" y="1505233"/>
                  </a:lnTo>
                  <a:lnTo>
                    <a:pt x="1255974" y="1505225"/>
                  </a:lnTo>
                  <a:lnTo>
                    <a:pt x="1255979" y="1505212"/>
                  </a:lnTo>
                  <a:lnTo>
                    <a:pt x="1255988" y="1505170"/>
                  </a:lnTo>
                  <a:lnTo>
                    <a:pt x="1255996" y="1505136"/>
                  </a:lnTo>
                  <a:lnTo>
                    <a:pt x="1255998" y="1505125"/>
                  </a:lnTo>
                  <a:lnTo>
                    <a:pt x="1256000" y="1505115"/>
                  </a:lnTo>
                  <a:lnTo>
                    <a:pt x="1255994" y="1505083"/>
                  </a:lnTo>
                  <a:lnTo>
                    <a:pt x="1255989" y="1505061"/>
                  </a:lnTo>
                  <a:lnTo>
                    <a:pt x="1255985" y="1505027"/>
                  </a:lnTo>
                  <a:lnTo>
                    <a:pt x="1255984" y="1505022"/>
                  </a:lnTo>
                  <a:lnTo>
                    <a:pt x="1255985" y="1505009"/>
                  </a:lnTo>
                  <a:lnTo>
                    <a:pt x="1255985" y="1504997"/>
                  </a:lnTo>
                  <a:lnTo>
                    <a:pt x="1255957" y="1504983"/>
                  </a:lnTo>
                  <a:lnTo>
                    <a:pt x="1255935" y="1504973"/>
                  </a:lnTo>
                  <a:lnTo>
                    <a:pt x="1255930" y="1504968"/>
                  </a:lnTo>
                  <a:lnTo>
                    <a:pt x="1255925" y="1504955"/>
                  </a:lnTo>
                  <a:lnTo>
                    <a:pt x="1255914" y="1504894"/>
                  </a:lnTo>
                  <a:lnTo>
                    <a:pt x="1255913" y="1504889"/>
                  </a:lnTo>
                  <a:lnTo>
                    <a:pt x="1255908" y="1504885"/>
                  </a:lnTo>
                  <a:lnTo>
                    <a:pt x="1255897" y="1504880"/>
                  </a:lnTo>
                  <a:lnTo>
                    <a:pt x="1255883" y="1504875"/>
                  </a:lnTo>
                  <a:lnTo>
                    <a:pt x="1255867" y="1504868"/>
                  </a:lnTo>
                  <a:lnTo>
                    <a:pt x="1255864" y="1504861"/>
                  </a:lnTo>
                  <a:lnTo>
                    <a:pt x="1255864" y="1504851"/>
                  </a:lnTo>
                  <a:lnTo>
                    <a:pt x="1255867" y="1504833"/>
                  </a:lnTo>
                  <a:lnTo>
                    <a:pt x="1255873" y="1504815"/>
                  </a:lnTo>
                  <a:lnTo>
                    <a:pt x="1255876" y="1504808"/>
                  </a:lnTo>
                  <a:lnTo>
                    <a:pt x="1255883" y="1504803"/>
                  </a:lnTo>
                  <a:lnTo>
                    <a:pt x="1255890" y="1504798"/>
                  </a:lnTo>
                  <a:lnTo>
                    <a:pt x="1255890" y="1504790"/>
                  </a:lnTo>
                  <a:lnTo>
                    <a:pt x="1255889" y="1504781"/>
                  </a:lnTo>
                  <a:lnTo>
                    <a:pt x="1255889" y="1504773"/>
                  </a:lnTo>
                  <a:lnTo>
                    <a:pt x="1255894" y="1504747"/>
                  </a:lnTo>
                  <a:lnTo>
                    <a:pt x="1255897" y="1504740"/>
                  </a:lnTo>
                  <a:lnTo>
                    <a:pt x="1255832" y="1504679"/>
                  </a:lnTo>
                  <a:lnTo>
                    <a:pt x="1255823" y="1504673"/>
                  </a:lnTo>
                  <a:lnTo>
                    <a:pt x="1255817" y="1504662"/>
                  </a:lnTo>
                  <a:lnTo>
                    <a:pt x="1255809" y="1504645"/>
                  </a:lnTo>
                  <a:lnTo>
                    <a:pt x="1255805" y="1504637"/>
                  </a:lnTo>
                  <a:lnTo>
                    <a:pt x="1255791" y="1504633"/>
                  </a:lnTo>
                  <a:lnTo>
                    <a:pt x="1255780" y="1504631"/>
                  </a:lnTo>
                  <a:lnTo>
                    <a:pt x="1255764" y="1504625"/>
                  </a:lnTo>
                  <a:lnTo>
                    <a:pt x="1255757" y="1504622"/>
                  </a:lnTo>
                  <a:lnTo>
                    <a:pt x="1255744" y="1504615"/>
                  </a:lnTo>
                  <a:lnTo>
                    <a:pt x="1255728" y="1504608"/>
                  </a:lnTo>
                  <a:lnTo>
                    <a:pt x="1255706" y="1504598"/>
                  </a:lnTo>
                  <a:lnTo>
                    <a:pt x="1255687" y="1504594"/>
                  </a:lnTo>
                  <a:lnTo>
                    <a:pt x="1255677" y="1504590"/>
                  </a:lnTo>
                  <a:lnTo>
                    <a:pt x="1255657" y="1504588"/>
                  </a:lnTo>
                  <a:lnTo>
                    <a:pt x="1255627" y="1504587"/>
                  </a:lnTo>
                  <a:lnTo>
                    <a:pt x="1255613" y="1504585"/>
                  </a:lnTo>
                  <a:lnTo>
                    <a:pt x="1255606" y="1504588"/>
                  </a:lnTo>
                  <a:lnTo>
                    <a:pt x="1255593" y="1504593"/>
                  </a:lnTo>
                  <a:lnTo>
                    <a:pt x="1255583" y="1504597"/>
                  </a:lnTo>
                  <a:lnTo>
                    <a:pt x="1255578" y="1504597"/>
                  </a:lnTo>
                  <a:lnTo>
                    <a:pt x="1255569" y="1504590"/>
                  </a:lnTo>
                  <a:lnTo>
                    <a:pt x="1255564" y="1504583"/>
                  </a:lnTo>
                  <a:lnTo>
                    <a:pt x="1255555" y="1504569"/>
                  </a:lnTo>
                  <a:lnTo>
                    <a:pt x="1255547" y="1504554"/>
                  </a:lnTo>
                  <a:lnTo>
                    <a:pt x="1255541" y="1504538"/>
                  </a:lnTo>
                  <a:lnTo>
                    <a:pt x="1255534" y="1504509"/>
                  </a:lnTo>
                  <a:lnTo>
                    <a:pt x="1255531" y="1504489"/>
                  </a:lnTo>
                  <a:lnTo>
                    <a:pt x="1255528" y="1504474"/>
                  </a:lnTo>
                  <a:lnTo>
                    <a:pt x="1255525" y="1504467"/>
                  </a:lnTo>
                  <a:lnTo>
                    <a:pt x="1255511" y="1504456"/>
                  </a:lnTo>
                  <a:lnTo>
                    <a:pt x="1255504" y="1504450"/>
                  </a:lnTo>
                  <a:lnTo>
                    <a:pt x="1255497" y="1504443"/>
                  </a:lnTo>
                  <a:lnTo>
                    <a:pt x="1255491" y="1504438"/>
                  </a:lnTo>
                  <a:lnTo>
                    <a:pt x="1255482" y="1504429"/>
                  </a:lnTo>
                  <a:lnTo>
                    <a:pt x="1255467" y="1504418"/>
                  </a:lnTo>
                  <a:lnTo>
                    <a:pt x="1255442" y="1504400"/>
                  </a:lnTo>
                  <a:lnTo>
                    <a:pt x="1255429" y="1504396"/>
                  </a:lnTo>
                  <a:lnTo>
                    <a:pt x="1255422" y="1504394"/>
                  </a:lnTo>
                  <a:lnTo>
                    <a:pt x="1255410" y="1504393"/>
                  </a:lnTo>
                  <a:lnTo>
                    <a:pt x="1255400" y="1504390"/>
                  </a:lnTo>
                  <a:lnTo>
                    <a:pt x="1255388" y="1504384"/>
                  </a:lnTo>
                  <a:lnTo>
                    <a:pt x="1255359" y="1504368"/>
                  </a:lnTo>
                  <a:lnTo>
                    <a:pt x="1255345" y="1504362"/>
                  </a:lnTo>
                  <a:lnTo>
                    <a:pt x="1255336" y="1504355"/>
                  </a:lnTo>
                  <a:lnTo>
                    <a:pt x="1255326" y="1504347"/>
                  </a:lnTo>
                  <a:lnTo>
                    <a:pt x="1255297" y="1504309"/>
                  </a:lnTo>
                  <a:lnTo>
                    <a:pt x="1255289" y="1504283"/>
                  </a:lnTo>
                  <a:lnTo>
                    <a:pt x="1255278" y="1504271"/>
                  </a:lnTo>
                  <a:lnTo>
                    <a:pt x="1255264" y="1504258"/>
                  </a:lnTo>
                  <a:lnTo>
                    <a:pt x="1255247" y="1504245"/>
                  </a:lnTo>
                  <a:lnTo>
                    <a:pt x="1255225" y="1504231"/>
                  </a:lnTo>
                  <a:lnTo>
                    <a:pt x="1255206" y="1504219"/>
                  </a:lnTo>
                  <a:lnTo>
                    <a:pt x="1255192" y="1504209"/>
                  </a:lnTo>
                  <a:lnTo>
                    <a:pt x="1255183" y="1504203"/>
                  </a:lnTo>
                  <a:lnTo>
                    <a:pt x="1255175" y="1504198"/>
                  </a:lnTo>
                  <a:lnTo>
                    <a:pt x="1255173" y="1504194"/>
                  </a:lnTo>
                  <a:lnTo>
                    <a:pt x="1255171" y="1504176"/>
                  </a:lnTo>
                  <a:lnTo>
                    <a:pt x="1255170" y="1504168"/>
                  </a:lnTo>
                  <a:lnTo>
                    <a:pt x="1255166" y="1504163"/>
                  </a:lnTo>
                  <a:lnTo>
                    <a:pt x="1255158" y="1504160"/>
                  </a:lnTo>
                  <a:lnTo>
                    <a:pt x="1255137" y="1504153"/>
                  </a:lnTo>
                  <a:lnTo>
                    <a:pt x="1255128" y="1504151"/>
                  </a:lnTo>
                  <a:lnTo>
                    <a:pt x="1255112" y="1504147"/>
                  </a:lnTo>
                  <a:lnTo>
                    <a:pt x="1255104" y="1504147"/>
                  </a:lnTo>
                  <a:lnTo>
                    <a:pt x="1255094" y="1504147"/>
                  </a:lnTo>
                  <a:lnTo>
                    <a:pt x="1255088" y="1504145"/>
                  </a:lnTo>
                  <a:lnTo>
                    <a:pt x="1255085" y="1504140"/>
                  </a:lnTo>
                  <a:lnTo>
                    <a:pt x="1255084" y="1504132"/>
                  </a:lnTo>
                  <a:lnTo>
                    <a:pt x="1255087" y="1504114"/>
                  </a:lnTo>
                  <a:lnTo>
                    <a:pt x="1255087" y="1504106"/>
                  </a:lnTo>
                  <a:lnTo>
                    <a:pt x="1255090" y="1504094"/>
                  </a:lnTo>
                  <a:lnTo>
                    <a:pt x="1255095" y="1504087"/>
                  </a:lnTo>
                  <a:lnTo>
                    <a:pt x="1255104" y="1504081"/>
                  </a:lnTo>
                  <a:lnTo>
                    <a:pt x="1255115" y="1504074"/>
                  </a:lnTo>
                  <a:lnTo>
                    <a:pt x="1255124" y="1504068"/>
                  </a:lnTo>
                  <a:lnTo>
                    <a:pt x="1255126" y="1504062"/>
                  </a:lnTo>
                  <a:lnTo>
                    <a:pt x="1255125" y="1504052"/>
                  </a:lnTo>
                  <a:lnTo>
                    <a:pt x="1255127" y="1504047"/>
                  </a:lnTo>
                  <a:lnTo>
                    <a:pt x="1255130" y="1504042"/>
                  </a:lnTo>
                  <a:lnTo>
                    <a:pt x="1255136" y="1504034"/>
                  </a:lnTo>
                  <a:lnTo>
                    <a:pt x="1255143" y="1504023"/>
                  </a:lnTo>
                  <a:lnTo>
                    <a:pt x="1255148" y="1504016"/>
                  </a:lnTo>
                  <a:lnTo>
                    <a:pt x="1255157" y="1504006"/>
                  </a:lnTo>
                  <a:lnTo>
                    <a:pt x="1255176" y="1503990"/>
                  </a:lnTo>
                  <a:lnTo>
                    <a:pt x="1255192" y="1503986"/>
                  </a:lnTo>
                  <a:lnTo>
                    <a:pt x="1255197" y="1503982"/>
                  </a:lnTo>
                  <a:lnTo>
                    <a:pt x="1255212" y="1503973"/>
                  </a:lnTo>
                  <a:lnTo>
                    <a:pt x="1255216" y="1503968"/>
                  </a:lnTo>
                  <a:lnTo>
                    <a:pt x="1255220" y="1503959"/>
                  </a:lnTo>
                  <a:lnTo>
                    <a:pt x="1255222" y="1503950"/>
                  </a:lnTo>
                  <a:lnTo>
                    <a:pt x="1255228" y="1503931"/>
                  </a:lnTo>
                  <a:lnTo>
                    <a:pt x="1255232" y="1503922"/>
                  </a:lnTo>
                  <a:lnTo>
                    <a:pt x="1255238" y="1503913"/>
                  </a:lnTo>
                  <a:lnTo>
                    <a:pt x="1255250" y="1503901"/>
                  </a:lnTo>
                  <a:lnTo>
                    <a:pt x="1255261" y="1503892"/>
                  </a:lnTo>
                  <a:lnTo>
                    <a:pt x="1255274" y="1503879"/>
                  </a:lnTo>
                  <a:lnTo>
                    <a:pt x="1255280" y="1503876"/>
                  </a:lnTo>
                  <a:lnTo>
                    <a:pt x="1255291" y="1503874"/>
                  </a:lnTo>
                  <a:lnTo>
                    <a:pt x="1255298" y="1503870"/>
                  </a:lnTo>
                  <a:lnTo>
                    <a:pt x="1255305" y="1503866"/>
                  </a:lnTo>
                  <a:lnTo>
                    <a:pt x="1255312" y="1503860"/>
                  </a:lnTo>
                  <a:lnTo>
                    <a:pt x="1255322" y="1503853"/>
                  </a:lnTo>
                  <a:lnTo>
                    <a:pt x="1255333" y="1503847"/>
                  </a:lnTo>
                  <a:lnTo>
                    <a:pt x="1255345" y="1503838"/>
                  </a:lnTo>
                  <a:lnTo>
                    <a:pt x="1255354" y="1503832"/>
                  </a:lnTo>
                  <a:lnTo>
                    <a:pt x="1255365" y="1503823"/>
                  </a:lnTo>
                  <a:lnTo>
                    <a:pt x="1255371" y="1503817"/>
                  </a:lnTo>
                  <a:lnTo>
                    <a:pt x="1255381" y="1503809"/>
                  </a:lnTo>
                  <a:lnTo>
                    <a:pt x="1255387" y="1503805"/>
                  </a:lnTo>
                  <a:lnTo>
                    <a:pt x="1255399" y="1503796"/>
                  </a:lnTo>
                  <a:lnTo>
                    <a:pt x="1255403" y="1503793"/>
                  </a:lnTo>
                  <a:lnTo>
                    <a:pt x="1255407" y="1503790"/>
                  </a:lnTo>
                  <a:lnTo>
                    <a:pt x="1255412" y="1503787"/>
                  </a:lnTo>
                  <a:lnTo>
                    <a:pt x="1255417" y="1503783"/>
                  </a:lnTo>
                  <a:lnTo>
                    <a:pt x="1255415" y="1503777"/>
                  </a:lnTo>
                  <a:lnTo>
                    <a:pt x="1255410" y="1503771"/>
                  </a:lnTo>
                  <a:lnTo>
                    <a:pt x="1255407" y="1503766"/>
                  </a:lnTo>
                  <a:lnTo>
                    <a:pt x="1255403" y="1503757"/>
                  </a:lnTo>
                  <a:lnTo>
                    <a:pt x="1255398" y="1503732"/>
                  </a:lnTo>
                  <a:lnTo>
                    <a:pt x="1255397" y="1503717"/>
                  </a:lnTo>
                  <a:lnTo>
                    <a:pt x="1255397" y="1503704"/>
                  </a:lnTo>
                  <a:lnTo>
                    <a:pt x="1255398" y="1503698"/>
                  </a:lnTo>
                  <a:lnTo>
                    <a:pt x="1255390" y="1503695"/>
                  </a:lnTo>
                  <a:lnTo>
                    <a:pt x="1255375" y="1503693"/>
                  </a:lnTo>
                  <a:lnTo>
                    <a:pt x="1255365" y="1503692"/>
                  </a:lnTo>
                  <a:lnTo>
                    <a:pt x="1255358" y="1503691"/>
                  </a:lnTo>
                  <a:lnTo>
                    <a:pt x="1255352" y="1503686"/>
                  </a:lnTo>
                  <a:lnTo>
                    <a:pt x="1255346" y="1503675"/>
                  </a:lnTo>
                  <a:lnTo>
                    <a:pt x="1255342" y="1503664"/>
                  </a:lnTo>
                  <a:lnTo>
                    <a:pt x="1255340" y="1503659"/>
                  </a:lnTo>
                  <a:lnTo>
                    <a:pt x="1255330" y="1503652"/>
                  </a:lnTo>
                  <a:lnTo>
                    <a:pt x="1255319" y="1503644"/>
                  </a:lnTo>
                  <a:lnTo>
                    <a:pt x="1255314" y="1503638"/>
                  </a:lnTo>
                  <a:lnTo>
                    <a:pt x="1255310" y="1503632"/>
                  </a:lnTo>
                  <a:lnTo>
                    <a:pt x="1255307" y="1503619"/>
                  </a:lnTo>
                  <a:lnTo>
                    <a:pt x="1255301" y="1503608"/>
                  </a:lnTo>
                  <a:lnTo>
                    <a:pt x="1255296" y="1503599"/>
                  </a:lnTo>
                  <a:lnTo>
                    <a:pt x="1255294" y="1503589"/>
                  </a:lnTo>
                  <a:lnTo>
                    <a:pt x="1255289" y="1503578"/>
                  </a:lnTo>
                  <a:lnTo>
                    <a:pt x="1255283" y="1503572"/>
                  </a:lnTo>
                  <a:lnTo>
                    <a:pt x="1255274" y="1503565"/>
                  </a:lnTo>
                  <a:lnTo>
                    <a:pt x="1255265" y="1503561"/>
                  </a:lnTo>
                  <a:lnTo>
                    <a:pt x="1255256" y="1503556"/>
                  </a:lnTo>
                  <a:lnTo>
                    <a:pt x="1255253" y="1503545"/>
                  </a:lnTo>
                  <a:lnTo>
                    <a:pt x="1255251" y="1503526"/>
                  </a:lnTo>
                  <a:lnTo>
                    <a:pt x="1255252" y="1503507"/>
                  </a:lnTo>
                  <a:lnTo>
                    <a:pt x="1255253" y="1503496"/>
                  </a:lnTo>
                  <a:lnTo>
                    <a:pt x="1255254" y="1503490"/>
                  </a:lnTo>
                  <a:lnTo>
                    <a:pt x="1255256" y="1503485"/>
                  </a:lnTo>
                  <a:lnTo>
                    <a:pt x="1255245" y="1503482"/>
                  </a:lnTo>
                  <a:lnTo>
                    <a:pt x="1255236" y="1503479"/>
                  </a:lnTo>
                  <a:lnTo>
                    <a:pt x="1255225" y="1503476"/>
                  </a:lnTo>
                  <a:lnTo>
                    <a:pt x="1255217" y="1503476"/>
                  </a:lnTo>
                  <a:lnTo>
                    <a:pt x="1255211" y="1503480"/>
                  </a:lnTo>
                  <a:lnTo>
                    <a:pt x="1255199" y="1503494"/>
                  </a:lnTo>
                  <a:lnTo>
                    <a:pt x="1255183" y="1503510"/>
                  </a:lnTo>
                  <a:lnTo>
                    <a:pt x="1255169" y="1503519"/>
                  </a:lnTo>
                  <a:lnTo>
                    <a:pt x="1255165" y="1503519"/>
                  </a:lnTo>
                  <a:lnTo>
                    <a:pt x="1255163" y="1503514"/>
                  </a:lnTo>
                  <a:lnTo>
                    <a:pt x="1255163" y="1503503"/>
                  </a:lnTo>
                  <a:lnTo>
                    <a:pt x="1255161" y="1503479"/>
                  </a:lnTo>
                  <a:lnTo>
                    <a:pt x="1255159" y="1503467"/>
                  </a:lnTo>
                  <a:lnTo>
                    <a:pt x="1255155" y="1503452"/>
                  </a:lnTo>
                  <a:lnTo>
                    <a:pt x="1255148" y="1503440"/>
                  </a:lnTo>
                  <a:lnTo>
                    <a:pt x="1255143" y="1503433"/>
                  </a:lnTo>
                  <a:lnTo>
                    <a:pt x="1255137" y="1503430"/>
                  </a:lnTo>
                  <a:lnTo>
                    <a:pt x="1255131" y="1503429"/>
                  </a:lnTo>
                  <a:lnTo>
                    <a:pt x="1255116" y="1503427"/>
                  </a:lnTo>
                  <a:lnTo>
                    <a:pt x="1255102" y="1503425"/>
                  </a:lnTo>
                  <a:lnTo>
                    <a:pt x="1255093" y="1503421"/>
                  </a:lnTo>
                  <a:lnTo>
                    <a:pt x="1255085" y="1503417"/>
                  </a:lnTo>
                  <a:lnTo>
                    <a:pt x="1255074" y="1503415"/>
                  </a:lnTo>
                  <a:lnTo>
                    <a:pt x="1255063" y="1503415"/>
                  </a:lnTo>
                  <a:lnTo>
                    <a:pt x="1255045" y="1503412"/>
                  </a:lnTo>
                  <a:lnTo>
                    <a:pt x="1255034" y="1503411"/>
                  </a:lnTo>
                  <a:lnTo>
                    <a:pt x="1255028" y="1503414"/>
                  </a:lnTo>
                  <a:lnTo>
                    <a:pt x="1255026" y="1503421"/>
                  </a:lnTo>
                  <a:lnTo>
                    <a:pt x="1255027" y="1503430"/>
                  </a:lnTo>
                  <a:lnTo>
                    <a:pt x="1255027" y="1503447"/>
                  </a:lnTo>
                  <a:lnTo>
                    <a:pt x="1255027" y="1503459"/>
                  </a:lnTo>
                  <a:lnTo>
                    <a:pt x="1255025" y="1503470"/>
                  </a:lnTo>
                  <a:lnTo>
                    <a:pt x="1255015" y="1503452"/>
                  </a:lnTo>
                  <a:lnTo>
                    <a:pt x="1255007" y="1503440"/>
                  </a:lnTo>
                  <a:lnTo>
                    <a:pt x="1254999" y="1503428"/>
                  </a:lnTo>
                  <a:lnTo>
                    <a:pt x="1254987" y="1503414"/>
                  </a:lnTo>
                  <a:lnTo>
                    <a:pt x="1254971" y="1503403"/>
                  </a:lnTo>
                  <a:lnTo>
                    <a:pt x="1254958" y="1503392"/>
                  </a:lnTo>
                  <a:lnTo>
                    <a:pt x="1254941" y="1503379"/>
                  </a:lnTo>
                  <a:lnTo>
                    <a:pt x="1254927" y="1503372"/>
                  </a:lnTo>
                  <a:lnTo>
                    <a:pt x="1254923" y="1503370"/>
                  </a:lnTo>
                  <a:lnTo>
                    <a:pt x="1254922" y="1503363"/>
                  </a:lnTo>
                  <a:lnTo>
                    <a:pt x="1254920" y="1503344"/>
                  </a:lnTo>
                  <a:lnTo>
                    <a:pt x="1254914" y="1503331"/>
                  </a:lnTo>
                  <a:lnTo>
                    <a:pt x="1254905" y="1503317"/>
                  </a:lnTo>
                  <a:lnTo>
                    <a:pt x="1254901" y="1503306"/>
                  </a:lnTo>
                  <a:lnTo>
                    <a:pt x="1254896" y="1503296"/>
                  </a:lnTo>
                  <a:lnTo>
                    <a:pt x="1254889" y="1503290"/>
                  </a:lnTo>
                  <a:lnTo>
                    <a:pt x="1254879" y="1503285"/>
                  </a:lnTo>
                  <a:lnTo>
                    <a:pt x="1254869" y="1503281"/>
                  </a:lnTo>
                  <a:lnTo>
                    <a:pt x="1254858" y="1503275"/>
                  </a:lnTo>
                  <a:lnTo>
                    <a:pt x="1254851" y="1503270"/>
                  </a:lnTo>
                  <a:lnTo>
                    <a:pt x="1254844" y="1503261"/>
                  </a:lnTo>
                  <a:lnTo>
                    <a:pt x="1254840" y="1503254"/>
                  </a:lnTo>
                  <a:lnTo>
                    <a:pt x="1254836" y="1503247"/>
                  </a:lnTo>
                  <a:lnTo>
                    <a:pt x="1254830" y="1503242"/>
                  </a:lnTo>
                  <a:lnTo>
                    <a:pt x="1254824" y="1503239"/>
                  </a:lnTo>
                  <a:lnTo>
                    <a:pt x="1254818" y="1503236"/>
                  </a:lnTo>
                  <a:lnTo>
                    <a:pt x="1254805" y="1503233"/>
                  </a:lnTo>
                  <a:lnTo>
                    <a:pt x="1254798" y="1503229"/>
                  </a:lnTo>
                  <a:lnTo>
                    <a:pt x="1254787" y="1503226"/>
                  </a:lnTo>
                  <a:lnTo>
                    <a:pt x="1254779" y="1503222"/>
                  </a:lnTo>
                  <a:lnTo>
                    <a:pt x="1254771" y="1503218"/>
                  </a:lnTo>
                  <a:lnTo>
                    <a:pt x="1254760" y="1503215"/>
                  </a:lnTo>
                  <a:lnTo>
                    <a:pt x="1254751" y="1503211"/>
                  </a:lnTo>
                  <a:lnTo>
                    <a:pt x="1254742" y="1503207"/>
                  </a:lnTo>
                  <a:lnTo>
                    <a:pt x="1254736" y="1503200"/>
                  </a:lnTo>
                  <a:lnTo>
                    <a:pt x="1254731" y="1503193"/>
                  </a:lnTo>
                  <a:lnTo>
                    <a:pt x="1254728" y="1503183"/>
                  </a:lnTo>
                  <a:lnTo>
                    <a:pt x="1254722" y="1503169"/>
                  </a:lnTo>
                  <a:lnTo>
                    <a:pt x="1254718" y="1503155"/>
                  </a:lnTo>
                  <a:lnTo>
                    <a:pt x="1254713" y="1503145"/>
                  </a:lnTo>
                  <a:lnTo>
                    <a:pt x="1254703" y="1503127"/>
                  </a:lnTo>
                  <a:lnTo>
                    <a:pt x="1254696" y="1503120"/>
                  </a:lnTo>
                  <a:lnTo>
                    <a:pt x="1254692" y="1503118"/>
                  </a:lnTo>
                  <a:lnTo>
                    <a:pt x="1254685" y="1503115"/>
                  </a:lnTo>
                  <a:lnTo>
                    <a:pt x="1254678" y="1503112"/>
                  </a:lnTo>
                  <a:lnTo>
                    <a:pt x="1254671" y="1503110"/>
                  </a:lnTo>
                  <a:lnTo>
                    <a:pt x="1254663" y="1503107"/>
                  </a:lnTo>
                  <a:lnTo>
                    <a:pt x="1254649" y="1503096"/>
                  </a:lnTo>
                  <a:lnTo>
                    <a:pt x="1254638" y="1503082"/>
                  </a:lnTo>
                  <a:lnTo>
                    <a:pt x="1254630" y="1503078"/>
                  </a:lnTo>
                  <a:lnTo>
                    <a:pt x="1254624" y="1503076"/>
                  </a:lnTo>
                  <a:lnTo>
                    <a:pt x="1254616" y="1503074"/>
                  </a:lnTo>
                  <a:lnTo>
                    <a:pt x="1254615" y="1503068"/>
                  </a:lnTo>
                  <a:lnTo>
                    <a:pt x="1254614" y="1503052"/>
                  </a:lnTo>
                  <a:lnTo>
                    <a:pt x="1254615" y="1503035"/>
                  </a:lnTo>
                  <a:lnTo>
                    <a:pt x="1254615" y="1503020"/>
                  </a:lnTo>
                  <a:lnTo>
                    <a:pt x="1254613" y="1503003"/>
                  </a:lnTo>
                  <a:lnTo>
                    <a:pt x="1254616" y="1502990"/>
                  </a:lnTo>
                  <a:lnTo>
                    <a:pt x="1254618" y="1502983"/>
                  </a:lnTo>
                  <a:lnTo>
                    <a:pt x="1254622" y="1502980"/>
                  </a:lnTo>
                  <a:lnTo>
                    <a:pt x="1254628" y="1502978"/>
                  </a:lnTo>
                  <a:lnTo>
                    <a:pt x="1254635" y="1502976"/>
                  </a:lnTo>
                  <a:lnTo>
                    <a:pt x="1254642" y="1502970"/>
                  </a:lnTo>
                  <a:lnTo>
                    <a:pt x="1254648" y="1502963"/>
                  </a:lnTo>
                  <a:lnTo>
                    <a:pt x="1254654" y="1502952"/>
                  </a:lnTo>
                  <a:lnTo>
                    <a:pt x="1254659" y="1502943"/>
                  </a:lnTo>
                  <a:lnTo>
                    <a:pt x="1254663" y="1502935"/>
                  </a:lnTo>
                  <a:lnTo>
                    <a:pt x="1254670" y="1502924"/>
                  </a:lnTo>
                  <a:lnTo>
                    <a:pt x="1254679" y="1502919"/>
                  </a:lnTo>
                  <a:lnTo>
                    <a:pt x="1254688" y="1502920"/>
                  </a:lnTo>
                  <a:lnTo>
                    <a:pt x="1254697" y="1502920"/>
                  </a:lnTo>
                  <a:lnTo>
                    <a:pt x="1254702" y="1502920"/>
                  </a:lnTo>
                  <a:lnTo>
                    <a:pt x="1254710" y="1502915"/>
                  </a:lnTo>
                  <a:lnTo>
                    <a:pt x="1254724" y="1502905"/>
                  </a:lnTo>
                  <a:lnTo>
                    <a:pt x="1254735" y="1502896"/>
                  </a:lnTo>
                  <a:lnTo>
                    <a:pt x="1254754" y="1502882"/>
                  </a:lnTo>
                  <a:lnTo>
                    <a:pt x="1254760" y="1502875"/>
                  </a:lnTo>
                  <a:lnTo>
                    <a:pt x="1254762" y="1502868"/>
                  </a:lnTo>
                  <a:lnTo>
                    <a:pt x="1254763" y="1502862"/>
                  </a:lnTo>
                  <a:lnTo>
                    <a:pt x="1254762" y="1502854"/>
                  </a:lnTo>
                  <a:lnTo>
                    <a:pt x="1254761" y="1502840"/>
                  </a:lnTo>
                  <a:lnTo>
                    <a:pt x="1254761" y="1502829"/>
                  </a:lnTo>
                  <a:lnTo>
                    <a:pt x="1254760" y="1502822"/>
                  </a:lnTo>
                  <a:lnTo>
                    <a:pt x="1254761" y="1502817"/>
                  </a:lnTo>
                  <a:lnTo>
                    <a:pt x="1254765" y="1502801"/>
                  </a:lnTo>
                  <a:lnTo>
                    <a:pt x="1254773" y="1502780"/>
                  </a:lnTo>
                  <a:lnTo>
                    <a:pt x="1254776" y="1502770"/>
                  </a:lnTo>
                  <a:lnTo>
                    <a:pt x="1254779" y="1502762"/>
                  </a:lnTo>
                  <a:lnTo>
                    <a:pt x="1254783" y="1502749"/>
                  </a:lnTo>
                  <a:lnTo>
                    <a:pt x="1254785" y="1502735"/>
                  </a:lnTo>
                  <a:lnTo>
                    <a:pt x="1254786" y="1502727"/>
                  </a:lnTo>
                  <a:lnTo>
                    <a:pt x="1254788" y="1502712"/>
                  </a:lnTo>
                  <a:lnTo>
                    <a:pt x="1254791" y="1502693"/>
                  </a:lnTo>
                  <a:lnTo>
                    <a:pt x="1254795" y="1502675"/>
                  </a:lnTo>
                  <a:lnTo>
                    <a:pt x="1254796" y="1502662"/>
                  </a:lnTo>
                  <a:lnTo>
                    <a:pt x="1254799" y="1502645"/>
                  </a:lnTo>
                  <a:lnTo>
                    <a:pt x="1254800" y="1502634"/>
                  </a:lnTo>
                  <a:lnTo>
                    <a:pt x="1254801" y="1502626"/>
                  </a:lnTo>
                  <a:lnTo>
                    <a:pt x="1254803" y="1502620"/>
                  </a:lnTo>
                  <a:lnTo>
                    <a:pt x="1254808" y="1502611"/>
                  </a:lnTo>
                  <a:lnTo>
                    <a:pt x="1254816" y="1502597"/>
                  </a:lnTo>
                  <a:lnTo>
                    <a:pt x="1254820" y="1502588"/>
                  </a:lnTo>
                  <a:lnTo>
                    <a:pt x="1254815" y="1502581"/>
                  </a:lnTo>
                  <a:lnTo>
                    <a:pt x="1254803" y="1502575"/>
                  </a:lnTo>
                  <a:lnTo>
                    <a:pt x="1254793" y="1502573"/>
                  </a:lnTo>
                  <a:lnTo>
                    <a:pt x="1254781" y="1502571"/>
                  </a:lnTo>
                  <a:lnTo>
                    <a:pt x="1254770" y="1502568"/>
                  </a:lnTo>
                  <a:lnTo>
                    <a:pt x="1254760" y="1502562"/>
                  </a:lnTo>
                  <a:lnTo>
                    <a:pt x="1254747" y="1502554"/>
                  </a:lnTo>
                  <a:lnTo>
                    <a:pt x="1254739" y="1502551"/>
                  </a:lnTo>
                  <a:lnTo>
                    <a:pt x="1254730" y="1502548"/>
                  </a:lnTo>
                  <a:lnTo>
                    <a:pt x="1254720" y="1502547"/>
                  </a:lnTo>
                  <a:lnTo>
                    <a:pt x="1254710" y="1502547"/>
                  </a:lnTo>
                  <a:lnTo>
                    <a:pt x="1254702" y="1502547"/>
                  </a:lnTo>
                  <a:lnTo>
                    <a:pt x="1254697" y="1502545"/>
                  </a:lnTo>
                  <a:lnTo>
                    <a:pt x="1254690" y="1502539"/>
                  </a:lnTo>
                  <a:lnTo>
                    <a:pt x="1254683" y="1502529"/>
                  </a:lnTo>
                  <a:lnTo>
                    <a:pt x="1254676" y="1502522"/>
                  </a:lnTo>
                  <a:lnTo>
                    <a:pt x="1254670" y="1502514"/>
                  </a:lnTo>
                  <a:lnTo>
                    <a:pt x="1254666" y="1502511"/>
                  </a:lnTo>
                  <a:lnTo>
                    <a:pt x="1254662" y="1502508"/>
                  </a:lnTo>
                  <a:lnTo>
                    <a:pt x="1254651" y="1502501"/>
                  </a:lnTo>
                  <a:lnTo>
                    <a:pt x="1254643" y="1502496"/>
                  </a:lnTo>
                  <a:lnTo>
                    <a:pt x="1254636" y="1502493"/>
                  </a:lnTo>
                  <a:lnTo>
                    <a:pt x="1254627" y="1502488"/>
                  </a:lnTo>
                  <a:lnTo>
                    <a:pt x="1254614" y="1502475"/>
                  </a:lnTo>
                  <a:lnTo>
                    <a:pt x="1254605" y="1502469"/>
                  </a:lnTo>
                  <a:lnTo>
                    <a:pt x="1254596" y="1502463"/>
                  </a:lnTo>
                  <a:lnTo>
                    <a:pt x="1254591" y="1502457"/>
                  </a:lnTo>
                  <a:lnTo>
                    <a:pt x="1254588" y="1502452"/>
                  </a:lnTo>
                  <a:lnTo>
                    <a:pt x="1254581" y="1502438"/>
                  </a:lnTo>
                  <a:lnTo>
                    <a:pt x="1254574" y="1502427"/>
                  </a:lnTo>
                  <a:lnTo>
                    <a:pt x="1254562" y="1502416"/>
                  </a:lnTo>
                  <a:lnTo>
                    <a:pt x="1254547" y="1502404"/>
                  </a:lnTo>
                  <a:lnTo>
                    <a:pt x="1254536" y="1502397"/>
                  </a:lnTo>
                  <a:lnTo>
                    <a:pt x="1254523" y="1502389"/>
                  </a:lnTo>
                  <a:lnTo>
                    <a:pt x="1254513" y="1502384"/>
                  </a:lnTo>
                  <a:lnTo>
                    <a:pt x="1254506" y="1502382"/>
                  </a:lnTo>
                  <a:lnTo>
                    <a:pt x="1254497" y="1502380"/>
                  </a:lnTo>
                  <a:lnTo>
                    <a:pt x="1254491" y="1502379"/>
                  </a:lnTo>
                  <a:lnTo>
                    <a:pt x="1254483" y="1502379"/>
                  </a:lnTo>
                  <a:lnTo>
                    <a:pt x="1254476" y="1502379"/>
                  </a:lnTo>
                  <a:lnTo>
                    <a:pt x="1254471" y="1502382"/>
                  </a:lnTo>
                  <a:lnTo>
                    <a:pt x="1254469" y="1502372"/>
                  </a:lnTo>
                  <a:lnTo>
                    <a:pt x="1254458" y="1502354"/>
                  </a:lnTo>
                  <a:lnTo>
                    <a:pt x="1254442" y="1502335"/>
                  </a:lnTo>
                  <a:lnTo>
                    <a:pt x="1254427" y="1502321"/>
                  </a:lnTo>
                  <a:lnTo>
                    <a:pt x="1254416" y="1502310"/>
                  </a:lnTo>
                  <a:lnTo>
                    <a:pt x="1254406" y="1502301"/>
                  </a:lnTo>
                  <a:lnTo>
                    <a:pt x="1254397" y="1502294"/>
                  </a:lnTo>
                  <a:lnTo>
                    <a:pt x="1254389" y="1502290"/>
                  </a:lnTo>
                  <a:lnTo>
                    <a:pt x="1254379" y="1502284"/>
                  </a:lnTo>
                  <a:lnTo>
                    <a:pt x="1254365" y="1502279"/>
                  </a:lnTo>
                  <a:lnTo>
                    <a:pt x="1254355" y="1502274"/>
                  </a:lnTo>
                  <a:lnTo>
                    <a:pt x="1254351" y="1502271"/>
                  </a:lnTo>
                  <a:lnTo>
                    <a:pt x="1254346" y="1502265"/>
                  </a:lnTo>
                  <a:lnTo>
                    <a:pt x="1254339" y="1502260"/>
                  </a:lnTo>
                  <a:lnTo>
                    <a:pt x="1254329" y="1502256"/>
                  </a:lnTo>
                  <a:lnTo>
                    <a:pt x="1254327" y="1502244"/>
                  </a:lnTo>
                  <a:lnTo>
                    <a:pt x="1254328" y="1502233"/>
                  </a:lnTo>
                  <a:lnTo>
                    <a:pt x="1254332" y="1502220"/>
                  </a:lnTo>
                  <a:lnTo>
                    <a:pt x="1254339" y="1502209"/>
                  </a:lnTo>
                  <a:lnTo>
                    <a:pt x="1254348" y="1502201"/>
                  </a:lnTo>
                  <a:lnTo>
                    <a:pt x="1254363" y="1502190"/>
                  </a:lnTo>
                  <a:lnTo>
                    <a:pt x="1254371" y="1502183"/>
                  </a:lnTo>
                  <a:lnTo>
                    <a:pt x="1254372" y="1502173"/>
                  </a:lnTo>
                  <a:lnTo>
                    <a:pt x="1254371" y="1502165"/>
                  </a:lnTo>
                  <a:lnTo>
                    <a:pt x="1254370" y="1502155"/>
                  </a:lnTo>
                  <a:lnTo>
                    <a:pt x="1254367" y="1502141"/>
                  </a:lnTo>
                  <a:lnTo>
                    <a:pt x="1254363" y="1502130"/>
                  </a:lnTo>
                  <a:lnTo>
                    <a:pt x="1254363" y="1502123"/>
                  </a:lnTo>
                  <a:lnTo>
                    <a:pt x="1254363" y="1502114"/>
                  </a:lnTo>
                  <a:lnTo>
                    <a:pt x="1254365" y="1502106"/>
                  </a:lnTo>
                  <a:lnTo>
                    <a:pt x="1254368" y="1502095"/>
                  </a:lnTo>
                  <a:lnTo>
                    <a:pt x="1254370" y="1502086"/>
                  </a:lnTo>
                  <a:lnTo>
                    <a:pt x="1254371" y="1502078"/>
                  </a:lnTo>
                  <a:lnTo>
                    <a:pt x="1254372" y="1502059"/>
                  </a:lnTo>
                  <a:lnTo>
                    <a:pt x="1254372" y="1502042"/>
                  </a:lnTo>
                  <a:lnTo>
                    <a:pt x="1254373" y="1502029"/>
                  </a:lnTo>
                  <a:lnTo>
                    <a:pt x="1254375" y="1502007"/>
                  </a:lnTo>
                  <a:lnTo>
                    <a:pt x="1254376" y="1501991"/>
                  </a:lnTo>
                  <a:lnTo>
                    <a:pt x="1254378" y="1501976"/>
                  </a:lnTo>
                  <a:lnTo>
                    <a:pt x="1254381" y="1501954"/>
                  </a:lnTo>
                  <a:lnTo>
                    <a:pt x="1254382" y="1501938"/>
                  </a:lnTo>
                  <a:lnTo>
                    <a:pt x="1254384" y="1501923"/>
                  </a:lnTo>
                  <a:lnTo>
                    <a:pt x="1254385" y="1501911"/>
                  </a:lnTo>
                  <a:lnTo>
                    <a:pt x="1254390" y="1501908"/>
                  </a:lnTo>
                  <a:lnTo>
                    <a:pt x="1254397" y="1501907"/>
                  </a:lnTo>
                  <a:lnTo>
                    <a:pt x="1254414" y="1501903"/>
                  </a:lnTo>
                  <a:lnTo>
                    <a:pt x="1254438" y="1501899"/>
                  </a:lnTo>
                  <a:lnTo>
                    <a:pt x="1254472" y="1501896"/>
                  </a:lnTo>
                  <a:lnTo>
                    <a:pt x="1254492" y="1501889"/>
                  </a:lnTo>
                  <a:lnTo>
                    <a:pt x="1254500" y="1501886"/>
                  </a:lnTo>
                  <a:lnTo>
                    <a:pt x="1254508" y="1501880"/>
                  </a:lnTo>
                  <a:lnTo>
                    <a:pt x="1254518" y="1501871"/>
                  </a:lnTo>
                  <a:lnTo>
                    <a:pt x="1254523" y="1501865"/>
                  </a:lnTo>
                  <a:lnTo>
                    <a:pt x="1254532" y="1501855"/>
                  </a:lnTo>
                  <a:lnTo>
                    <a:pt x="1254537" y="1501850"/>
                  </a:lnTo>
                  <a:lnTo>
                    <a:pt x="1254541" y="1501841"/>
                  </a:lnTo>
                  <a:lnTo>
                    <a:pt x="1254543" y="1501834"/>
                  </a:lnTo>
                  <a:lnTo>
                    <a:pt x="1254544" y="1501820"/>
                  </a:lnTo>
                  <a:lnTo>
                    <a:pt x="1254545" y="1501814"/>
                  </a:lnTo>
                  <a:lnTo>
                    <a:pt x="1254546" y="1501808"/>
                  </a:lnTo>
                  <a:lnTo>
                    <a:pt x="1254546" y="1501803"/>
                  </a:lnTo>
                  <a:lnTo>
                    <a:pt x="1254548" y="1501798"/>
                  </a:lnTo>
                  <a:lnTo>
                    <a:pt x="1254549" y="1501790"/>
                  </a:lnTo>
                  <a:lnTo>
                    <a:pt x="1254550" y="1501784"/>
                  </a:lnTo>
                  <a:lnTo>
                    <a:pt x="1254550" y="1501777"/>
                  </a:lnTo>
                  <a:lnTo>
                    <a:pt x="1254551" y="1501771"/>
                  </a:lnTo>
                  <a:lnTo>
                    <a:pt x="1254553" y="1501764"/>
                  </a:lnTo>
                  <a:lnTo>
                    <a:pt x="1254556" y="1501757"/>
                  </a:lnTo>
                  <a:lnTo>
                    <a:pt x="1254558" y="1501753"/>
                  </a:lnTo>
                  <a:lnTo>
                    <a:pt x="1254567" y="1501746"/>
                  </a:lnTo>
                  <a:lnTo>
                    <a:pt x="1254573" y="1501741"/>
                  </a:lnTo>
                  <a:lnTo>
                    <a:pt x="1254577" y="1501738"/>
                  </a:lnTo>
                  <a:lnTo>
                    <a:pt x="1254591" y="1501727"/>
                  </a:lnTo>
                  <a:lnTo>
                    <a:pt x="1254604" y="1501717"/>
                  </a:lnTo>
                  <a:lnTo>
                    <a:pt x="1254617" y="1501707"/>
                  </a:lnTo>
                  <a:lnTo>
                    <a:pt x="1254632" y="1501695"/>
                  </a:lnTo>
                  <a:lnTo>
                    <a:pt x="1254631" y="1501687"/>
                  </a:lnTo>
                  <a:lnTo>
                    <a:pt x="1254628" y="1501675"/>
                  </a:lnTo>
                  <a:lnTo>
                    <a:pt x="1254623" y="1501657"/>
                  </a:lnTo>
                  <a:lnTo>
                    <a:pt x="1254619" y="1501639"/>
                  </a:lnTo>
                  <a:lnTo>
                    <a:pt x="1254610" y="1501615"/>
                  </a:lnTo>
                  <a:lnTo>
                    <a:pt x="1254605" y="1501601"/>
                  </a:lnTo>
                  <a:lnTo>
                    <a:pt x="1254601" y="1501585"/>
                  </a:lnTo>
                  <a:lnTo>
                    <a:pt x="1254596" y="1501557"/>
                  </a:lnTo>
                  <a:lnTo>
                    <a:pt x="1254593" y="1501534"/>
                  </a:lnTo>
                  <a:lnTo>
                    <a:pt x="1254593" y="1501527"/>
                  </a:lnTo>
                  <a:lnTo>
                    <a:pt x="1254592" y="1501519"/>
                  </a:lnTo>
                  <a:lnTo>
                    <a:pt x="1254588" y="1501506"/>
                  </a:lnTo>
                  <a:lnTo>
                    <a:pt x="1254580" y="1501490"/>
                  </a:lnTo>
                  <a:lnTo>
                    <a:pt x="1254572" y="1501479"/>
                  </a:lnTo>
                  <a:lnTo>
                    <a:pt x="1254562" y="1501468"/>
                  </a:lnTo>
                  <a:lnTo>
                    <a:pt x="1254553" y="1501453"/>
                  </a:lnTo>
                  <a:lnTo>
                    <a:pt x="1254550" y="1501444"/>
                  </a:lnTo>
                  <a:lnTo>
                    <a:pt x="1254547" y="1501424"/>
                  </a:lnTo>
                  <a:lnTo>
                    <a:pt x="1254545" y="1501409"/>
                  </a:lnTo>
                  <a:lnTo>
                    <a:pt x="1254544" y="1501395"/>
                  </a:lnTo>
                  <a:lnTo>
                    <a:pt x="1254542" y="1501384"/>
                  </a:lnTo>
                  <a:lnTo>
                    <a:pt x="1254537" y="1501375"/>
                  </a:lnTo>
                  <a:lnTo>
                    <a:pt x="1254529" y="1501363"/>
                  </a:lnTo>
                  <a:lnTo>
                    <a:pt x="1254518" y="1501346"/>
                  </a:lnTo>
                  <a:lnTo>
                    <a:pt x="1254511" y="1501333"/>
                  </a:lnTo>
                  <a:lnTo>
                    <a:pt x="1254507" y="1501324"/>
                  </a:lnTo>
                  <a:lnTo>
                    <a:pt x="1254502" y="1501312"/>
                  </a:lnTo>
                  <a:lnTo>
                    <a:pt x="1254498" y="1501295"/>
                  </a:lnTo>
                  <a:lnTo>
                    <a:pt x="1254494" y="1501291"/>
                  </a:lnTo>
                  <a:lnTo>
                    <a:pt x="1254490" y="1501289"/>
                  </a:lnTo>
                  <a:lnTo>
                    <a:pt x="1254482" y="1501289"/>
                  </a:lnTo>
                  <a:lnTo>
                    <a:pt x="1254473" y="1501288"/>
                  </a:lnTo>
                  <a:lnTo>
                    <a:pt x="1254460" y="1501287"/>
                  </a:lnTo>
                  <a:lnTo>
                    <a:pt x="1254451" y="1501286"/>
                  </a:lnTo>
                  <a:lnTo>
                    <a:pt x="1254442" y="1501284"/>
                  </a:lnTo>
                  <a:lnTo>
                    <a:pt x="1254433" y="1501281"/>
                  </a:lnTo>
                  <a:lnTo>
                    <a:pt x="1254427" y="1501275"/>
                  </a:lnTo>
                  <a:lnTo>
                    <a:pt x="1254421" y="1501266"/>
                  </a:lnTo>
                  <a:lnTo>
                    <a:pt x="1254414" y="1501255"/>
                  </a:lnTo>
                  <a:lnTo>
                    <a:pt x="1254407" y="1501242"/>
                  </a:lnTo>
                  <a:lnTo>
                    <a:pt x="1254400" y="1501233"/>
                  </a:lnTo>
                  <a:lnTo>
                    <a:pt x="1254392" y="1501228"/>
                  </a:lnTo>
                  <a:lnTo>
                    <a:pt x="1254375" y="1501224"/>
                  </a:lnTo>
                  <a:lnTo>
                    <a:pt x="1254361" y="1501216"/>
                  </a:lnTo>
                  <a:lnTo>
                    <a:pt x="1254354" y="1501217"/>
                  </a:lnTo>
                  <a:lnTo>
                    <a:pt x="1254346" y="1501219"/>
                  </a:lnTo>
                  <a:lnTo>
                    <a:pt x="1254333" y="1501226"/>
                  </a:lnTo>
                  <a:lnTo>
                    <a:pt x="1254323" y="1501233"/>
                  </a:lnTo>
                  <a:lnTo>
                    <a:pt x="1254312" y="1501240"/>
                  </a:lnTo>
                  <a:lnTo>
                    <a:pt x="1254302" y="1501246"/>
                  </a:lnTo>
                  <a:lnTo>
                    <a:pt x="1254295" y="1501248"/>
                  </a:lnTo>
                  <a:lnTo>
                    <a:pt x="1254287" y="1501248"/>
                  </a:lnTo>
                  <a:lnTo>
                    <a:pt x="1254280" y="1501246"/>
                  </a:lnTo>
                  <a:lnTo>
                    <a:pt x="1254272" y="1501241"/>
                  </a:lnTo>
                  <a:lnTo>
                    <a:pt x="1254266" y="1501239"/>
                  </a:lnTo>
                  <a:lnTo>
                    <a:pt x="1254260" y="1501244"/>
                  </a:lnTo>
                  <a:lnTo>
                    <a:pt x="1254251" y="1501254"/>
                  </a:lnTo>
                  <a:lnTo>
                    <a:pt x="1254242" y="1501261"/>
                  </a:lnTo>
                  <a:lnTo>
                    <a:pt x="1254237" y="1501266"/>
                  </a:lnTo>
                  <a:lnTo>
                    <a:pt x="1254231" y="1501269"/>
                  </a:lnTo>
                  <a:lnTo>
                    <a:pt x="1254225" y="1501270"/>
                  </a:lnTo>
                  <a:lnTo>
                    <a:pt x="1254218" y="1501269"/>
                  </a:lnTo>
                  <a:lnTo>
                    <a:pt x="1254212" y="1501267"/>
                  </a:lnTo>
                  <a:lnTo>
                    <a:pt x="1254208" y="1501266"/>
                  </a:lnTo>
                  <a:lnTo>
                    <a:pt x="1254201" y="1501265"/>
                  </a:lnTo>
                  <a:lnTo>
                    <a:pt x="1254195" y="1501259"/>
                  </a:lnTo>
                  <a:lnTo>
                    <a:pt x="1254196" y="1501247"/>
                  </a:lnTo>
                  <a:lnTo>
                    <a:pt x="1254196" y="1501239"/>
                  </a:lnTo>
                  <a:lnTo>
                    <a:pt x="1254197" y="1501219"/>
                  </a:lnTo>
                  <a:lnTo>
                    <a:pt x="1254200" y="1501212"/>
                  </a:lnTo>
                  <a:lnTo>
                    <a:pt x="1254207" y="1501208"/>
                  </a:lnTo>
                  <a:lnTo>
                    <a:pt x="1254212" y="1501204"/>
                  </a:lnTo>
                  <a:lnTo>
                    <a:pt x="1254204" y="1501193"/>
                  </a:lnTo>
                  <a:lnTo>
                    <a:pt x="1254194" y="1501180"/>
                  </a:lnTo>
                  <a:lnTo>
                    <a:pt x="1254185" y="1501176"/>
                  </a:lnTo>
                  <a:lnTo>
                    <a:pt x="1254172" y="1501171"/>
                  </a:lnTo>
                  <a:lnTo>
                    <a:pt x="1254165" y="1501165"/>
                  </a:lnTo>
                  <a:lnTo>
                    <a:pt x="1254155" y="1501156"/>
                  </a:lnTo>
                  <a:lnTo>
                    <a:pt x="1254155" y="1501151"/>
                  </a:lnTo>
                  <a:lnTo>
                    <a:pt x="1254158" y="1501146"/>
                  </a:lnTo>
                  <a:lnTo>
                    <a:pt x="1254183" y="1501119"/>
                  </a:lnTo>
                  <a:lnTo>
                    <a:pt x="1254189" y="1501114"/>
                  </a:lnTo>
                  <a:lnTo>
                    <a:pt x="1254191" y="1501109"/>
                  </a:lnTo>
                  <a:lnTo>
                    <a:pt x="1254187" y="1501104"/>
                  </a:lnTo>
                  <a:lnTo>
                    <a:pt x="1254178" y="1501098"/>
                  </a:lnTo>
                  <a:lnTo>
                    <a:pt x="1254165" y="1501093"/>
                  </a:lnTo>
                  <a:lnTo>
                    <a:pt x="1254150" y="1501088"/>
                  </a:lnTo>
                  <a:lnTo>
                    <a:pt x="1254138" y="1501084"/>
                  </a:lnTo>
                  <a:lnTo>
                    <a:pt x="1254120" y="1501079"/>
                  </a:lnTo>
                  <a:lnTo>
                    <a:pt x="1254110" y="1501071"/>
                  </a:lnTo>
                  <a:lnTo>
                    <a:pt x="1254101" y="1501063"/>
                  </a:lnTo>
                  <a:lnTo>
                    <a:pt x="1254087" y="1501055"/>
                  </a:lnTo>
                  <a:lnTo>
                    <a:pt x="1254075" y="1501052"/>
                  </a:lnTo>
                  <a:lnTo>
                    <a:pt x="1254055" y="1501048"/>
                  </a:lnTo>
                  <a:lnTo>
                    <a:pt x="1254036" y="1501045"/>
                  </a:lnTo>
                  <a:lnTo>
                    <a:pt x="1254016" y="1501044"/>
                  </a:lnTo>
                  <a:lnTo>
                    <a:pt x="1253990" y="1501046"/>
                  </a:lnTo>
                  <a:lnTo>
                    <a:pt x="1253984" y="1501042"/>
                  </a:lnTo>
                  <a:lnTo>
                    <a:pt x="1253980" y="1501036"/>
                  </a:lnTo>
                  <a:lnTo>
                    <a:pt x="1253977" y="1501030"/>
                  </a:lnTo>
                  <a:lnTo>
                    <a:pt x="1253973" y="1501021"/>
                  </a:lnTo>
                  <a:lnTo>
                    <a:pt x="1253968" y="1501008"/>
                  </a:lnTo>
                  <a:lnTo>
                    <a:pt x="1253963" y="1500996"/>
                  </a:lnTo>
                  <a:lnTo>
                    <a:pt x="1253959" y="1500984"/>
                  </a:lnTo>
                  <a:lnTo>
                    <a:pt x="1253956" y="1500974"/>
                  </a:lnTo>
                  <a:lnTo>
                    <a:pt x="1253956" y="1500967"/>
                  </a:lnTo>
                  <a:lnTo>
                    <a:pt x="1253958" y="1500949"/>
                  </a:lnTo>
                  <a:lnTo>
                    <a:pt x="1253970" y="1500917"/>
                  </a:lnTo>
                  <a:lnTo>
                    <a:pt x="1253975" y="1500903"/>
                  </a:lnTo>
                  <a:lnTo>
                    <a:pt x="1253977" y="1500898"/>
                  </a:lnTo>
                  <a:lnTo>
                    <a:pt x="1253978" y="1500891"/>
                  </a:lnTo>
                  <a:lnTo>
                    <a:pt x="1253967" y="1500886"/>
                  </a:lnTo>
                  <a:lnTo>
                    <a:pt x="1253933" y="1500868"/>
                  </a:lnTo>
                  <a:lnTo>
                    <a:pt x="1253921" y="1500857"/>
                  </a:lnTo>
                  <a:lnTo>
                    <a:pt x="1253920" y="1500850"/>
                  </a:lnTo>
                  <a:lnTo>
                    <a:pt x="1253922" y="1500839"/>
                  </a:lnTo>
                  <a:lnTo>
                    <a:pt x="1253928" y="1500828"/>
                  </a:lnTo>
                  <a:lnTo>
                    <a:pt x="1253947" y="1500800"/>
                  </a:lnTo>
                  <a:lnTo>
                    <a:pt x="1253956" y="1500786"/>
                  </a:lnTo>
                  <a:lnTo>
                    <a:pt x="1253957" y="1500777"/>
                  </a:lnTo>
                  <a:lnTo>
                    <a:pt x="1253958" y="1500764"/>
                  </a:lnTo>
                  <a:lnTo>
                    <a:pt x="1253955" y="1500753"/>
                  </a:lnTo>
                  <a:lnTo>
                    <a:pt x="1253955" y="1500743"/>
                  </a:lnTo>
                  <a:lnTo>
                    <a:pt x="1253957" y="1500735"/>
                  </a:lnTo>
                  <a:lnTo>
                    <a:pt x="1253960" y="1500725"/>
                  </a:lnTo>
                  <a:lnTo>
                    <a:pt x="1253965" y="1500714"/>
                  </a:lnTo>
                  <a:lnTo>
                    <a:pt x="1253974" y="1500698"/>
                  </a:lnTo>
                  <a:lnTo>
                    <a:pt x="1253980" y="1500686"/>
                  </a:lnTo>
                  <a:lnTo>
                    <a:pt x="1253982" y="1500670"/>
                  </a:lnTo>
                  <a:lnTo>
                    <a:pt x="1253966" y="1500664"/>
                  </a:lnTo>
                  <a:lnTo>
                    <a:pt x="1253945" y="1500658"/>
                  </a:lnTo>
                  <a:lnTo>
                    <a:pt x="1253936" y="1500653"/>
                  </a:lnTo>
                  <a:lnTo>
                    <a:pt x="1253923" y="1500645"/>
                  </a:lnTo>
                  <a:lnTo>
                    <a:pt x="1253904" y="1500634"/>
                  </a:lnTo>
                  <a:lnTo>
                    <a:pt x="1253898" y="1500634"/>
                  </a:lnTo>
                  <a:lnTo>
                    <a:pt x="1253891" y="1500636"/>
                  </a:lnTo>
                  <a:lnTo>
                    <a:pt x="1253881" y="1500647"/>
                  </a:lnTo>
                  <a:lnTo>
                    <a:pt x="1253873" y="1500663"/>
                  </a:lnTo>
                  <a:lnTo>
                    <a:pt x="1253871" y="1500668"/>
                  </a:lnTo>
                  <a:lnTo>
                    <a:pt x="1253868" y="1500677"/>
                  </a:lnTo>
                  <a:lnTo>
                    <a:pt x="1253863" y="1500682"/>
                  </a:lnTo>
                  <a:lnTo>
                    <a:pt x="1253855" y="1500686"/>
                  </a:lnTo>
                  <a:lnTo>
                    <a:pt x="1253848" y="1500688"/>
                  </a:lnTo>
                  <a:lnTo>
                    <a:pt x="1253833" y="1500690"/>
                  </a:lnTo>
                  <a:lnTo>
                    <a:pt x="1253814" y="1500690"/>
                  </a:lnTo>
                  <a:lnTo>
                    <a:pt x="1253796" y="1500688"/>
                  </a:lnTo>
                  <a:lnTo>
                    <a:pt x="1253786" y="1500685"/>
                  </a:lnTo>
                  <a:lnTo>
                    <a:pt x="1253778" y="1500674"/>
                  </a:lnTo>
                  <a:lnTo>
                    <a:pt x="1253774" y="1500658"/>
                  </a:lnTo>
                  <a:lnTo>
                    <a:pt x="1253769" y="1500652"/>
                  </a:lnTo>
                  <a:lnTo>
                    <a:pt x="1253759" y="1500644"/>
                  </a:lnTo>
                  <a:lnTo>
                    <a:pt x="1253747" y="1500633"/>
                  </a:lnTo>
                  <a:lnTo>
                    <a:pt x="1253736" y="1500620"/>
                  </a:lnTo>
                  <a:lnTo>
                    <a:pt x="1253727" y="1500611"/>
                  </a:lnTo>
                  <a:lnTo>
                    <a:pt x="1253712" y="1500585"/>
                  </a:lnTo>
                  <a:lnTo>
                    <a:pt x="1253707" y="1500576"/>
                  </a:lnTo>
                  <a:lnTo>
                    <a:pt x="1253704" y="1500559"/>
                  </a:lnTo>
                  <a:lnTo>
                    <a:pt x="1253703" y="1500548"/>
                  </a:lnTo>
                  <a:lnTo>
                    <a:pt x="1253696" y="1500546"/>
                  </a:lnTo>
                  <a:lnTo>
                    <a:pt x="1253686" y="1500545"/>
                  </a:lnTo>
                  <a:lnTo>
                    <a:pt x="1253666" y="1500541"/>
                  </a:lnTo>
                  <a:lnTo>
                    <a:pt x="1253639" y="1500536"/>
                  </a:lnTo>
                  <a:lnTo>
                    <a:pt x="1253623" y="1500534"/>
                  </a:lnTo>
                  <a:lnTo>
                    <a:pt x="1253619" y="1500539"/>
                  </a:lnTo>
                  <a:lnTo>
                    <a:pt x="1253606" y="1500564"/>
                  </a:lnTo>
                  <a:lnTo>
                    <a:pt x="1253596" y="1500579"/>
                  </a:lnTo>
                  <a:lnTo>
                    <a:pt x="1253591" y="1500582"/>
                  </a:lnTo>
                  <a:lnTo>
                    <a:pt x="1253583" y="1500580"/>
                  </a:lnTo>
                  <a:lnTo>
                    <a:pt x="1253565" y="1500573"/>
                  </a:lnTo>
                  <a:lnTo>
                    <a:pt x="1253555" y="1500569"/>
                  </a:lnTo>
                  <a:lnTo>
                    <a:pt x="1253547" y="1500567"/>
                  </a:lnTo>
                  <a:lnTo>
                    <a:pt x="1253541" y="1500571"/>
                  </a:lnTo>
                  <a:lnTo>
                    <a:pt x="1253529" y="1500578"/>
                  </a:lnTo>
                  <a:lnTo>
                    <a:pt x="1253522" y="1500579"/>
                  </a:lnTo>
                  <a:lnTo>
                    <a:pt x="1253509" y="1500572"/>
                  </a:lnTo>
                  <a:lnTo>
                    <a:pt x="1253489" y="1500562"/>
                  </a:lnTo>
                  <a:lnTo>
                    <a:pt x="1253482" y="1500559"/>
                  </a:lnTo>
                  <a:lnTo>
                    <a:pt x="1253469" y="1500561"/>
                  </a:lnTo>
                  <a:lnTo>
                    <a:pt x="1253443" y="1500572"/>
                  </a:lnTo>
                  <a:lnTo>
                    <a:pt x="1253427" y="1500575"/>
                  </a:lnTo>
                  <a:lnTo>
                    <a:pt x="1253411" y="1500578"/>
                  </a:lnTo>
                  <a:lnTo>
                    <a:pt x="1253399" y="1500580"/>
                  </a:lnTo>
                  <a:lnTo>
                    <a:pt x="1253381" y="1500578"/>
                  </a:lnTo>
                  <a:lnTo>
                    <a:pt x="1253371" y="1500576"/>
                  </a:lnTo>
                  <a:lnTo>
                    <a:pt x="1253357" y="1500570"/>
                  </a:lnTo>
                  <a:lnTo>
                    <a:pt x="1253341" y="1500558"/>
                  </a:lnTo>
                  <a:lnTo>
                    <a:pt x="1253327" y="1500545"/>
                  </a:lnTo>
                  <a:lnTo>
                    <a:pt x="1253314" y="1500539"/>
                  </a:lnTo>
                  <a:lnTo>
                    <a:pt x="1253297" y="1500533"/>
                  </a:lnTo>
                  <a:lnTo>
                    <a:pt x="1253283" y="1500533"/>
                  </a:lnTo>
                  <a:lnTo>
                    <a:pt x="1253269" y="1500535"/>
                  </a:lnTo>
                  <a:lnTo>
                    <a:pt x="1253255" y="1500539"/>
                  </a:lnTo>
                  <a:lnTo>
                    <a:pt x="1253248" y="1500537"/>
                  </a:lnTo>
                  <a:lnTo>
                    <a:pt x="1253242" y="1500533"/>
                  </a:lnTo>
                  <a:lnTo>
                    <a:pt x="1253229" y="1500516"/>
                  </a:lnTo>
                  <a:lnTo>
                    <a:pt x="1253224" y="1500517"/>
                  </a:lnTo>
                  <a:lnTo>
                    <a:pt x="1253218" y="1500519"/>
                  </a:lnTo>
                  <a:lnTo>
                    <a:pt x="1253196" y="1500525"/>
                  </a:lnTo>
                  <a:lnTo>
                    <a:pt x="1253184" y="1500526"/>
                  </a:lnTo>
                  <a:lnTo>
                    <a:pt x="1253177" y="1500523"/>
                  </a:lnTo>
                  <a:lnTo>
                    <a:pt x="1253170" y="1500519"/>
                  </a:lnTo>
                  <a:lnTo>
                    <a:pt x="1253168" y="1500514"/>
                  </a:lnTo>
                  <a:lnTo>
                    <a:pt x="1253167" y="1500506"/>
                  </a:lnTo>
                  <a:lnTo>
                    <a:pt x="1253166" y="1500494"/>
                  </a:lnTo>
                  <a:lnTo>
                    <a:pt x="1253164" y="1500486"/>
                  </a:lnTo>
                  <a:lnTo>
                    <a:pt x="1253157" y="1500473"/>
                  </a:lnTo>
                  <a:lnTo>
                    <a:pt x="1253138" y="1500453"/>
                  </a:lnTo>
                  <a:lnTo>
                    <a:pt x="1253131" y="1500445"/>
                  </a:lnTo>
                  <a:lnTo>
                    <a:pt x="1253119" y="1500433"/>
                  </a:lnTo>
                  <a:lnTo>
                    <a:pt x="1253100" y="1500419"/>
                  </a:lnTo>
                  <a:lnTo>
                    <a:pt x="1253080" y="1500407"/>
                  </a:lnTo>
                  <a:lnTo>
                    <a:pt x="1253066" y="1500384"/>
                  </a:lnTo>
                  <a:lnTo>
                    <a:pt x="1253066" y="1500378"/>
                  </a:lnTo>
                  <a:lnTo>
                    <a:pt x="1253068" y="1500370"/>
                  </a:lnTo>
                  <a:lnTo>
                    <a:pt x="1253070" y="1500357"/>
                  </a:lnTo>
                  <a:lnTo>
                    <a:pt x="1253069" y="1500322"/>
                  </a:lnTo>
                  <a:lnTo>
                    <a:pt x="1253067" y="1500314"/>
                  </a:lnTo>
                  <a:lnTo>
                    <a:pt x="1253063" y="1500303"/>
                  </a:lnTo>
                  <a:lnTo>
                    <a:pt x="1253062" y="1500293"/>
                  </a:lnTo>
                  <a:lnTo>
                    <a:pt x="1253064" y="1500285"/>
                  </a:lnTo>
                  <a:lnTo>
                    <a:pt x="1253067" y="1500273"/>
                  </a:lnTo>
                  <a:lnTo>
                    <a:pt x="1253081" y="1500245"/>
                  </a:lnTo>
                  <a:lnTo>
                    <a:pt x="1253090" y="1500226"/>
                  </a:lnTo>
                  <a:lnTo>
                    <a:pt x="1253098" y="1500209"/>
                  </a:lnTo>
                  <a:lnTo>
                    <a:pt x="1253097" y="1500204"/>
                  </a:lnTo>
                  <a:lnTo>
                    <a:pt x="1253091" y="1500190"/>
                  </a:lnTo>
                  <a:lnTo>
                    <a:pt x="1253085" y="1500174"/>
                  </a:lnTo>
                  <a:lnTo>
                    <a:pt x="1253075" y="1500152"/>
                  </a:lnTo>
                  <a:lnTo>
                    <a:pt x="1253071" y="1500147"/>
                  </a:lnTo>
                  <a:lnTo>
                    <a:pt x="1253058" y="1500138"/>
                  </a:lnTo>
                  <a:lnTo>
                    <a:pt x="1253040" y="1500124"/>
                  </a:lnTo>
                  <a:lnTo>
                    <a:pt x="1253021" y="1500107"/>
                  </a:lnTo>
                  <a:lnTo>
                    <a:pt x="1253015" y="1500101"/>
                  </a:lnTo>
                  <a:lnTo>
                    <a:pt x="1253004" y="1500095"/>
                  </a:lnTo>
                  <a:lnTo>
                    <a:pt x="1252990" y="1500092"/>
                  </a:lnTo>
                  <a:lnTo>
                    <a:pt x="1252973" y="1500084"/>
                  </a:lnTo>
                  <a:lnTo>
                    <a:pt x="1252960" y="1500073"/>
                  </a:lnTo>
                  <a:lnTo>
                    <a:pt x="1252945" y="1500062"/>
                  </a:lnTo>
                  <a:lnTo>
                    <a:pt x="1252936" y="1500055"/>
                  </a:lnTo>
                  <a:lnTo>
                    <a:pt x="1252923" y="1500047"/>
                  </a:lnTo>
                  <a:lnTo>
                    <a:pt x="1252898" y="1500035"/>
                  </a:lnTo>
                  <a:lnTo>
                    <a:pt x="1252878" y="1500028"/>
                  </a:lnTo>
                  <a:lnTo>
                    <a:pt x="1252852" y="1500024"/>
                  </a:lnTo>
                  <a:lnTo>
                    <a:pt x="1252832" y="1500021"/>
                  </a:lnTo>
                  <a:lnTo>
                    <a:pt x="1252820" y="1500019"/>
                  </a:lnTo>
                  <a:lnTo>
                    <a:pt x="1252800" y="1500017"/>
                  </a:lnTo>
                  <a:lnTo>
                    <a:pt x="1252771" y="1500013"/>
                  </a:lnTo>
                  <a:lnTo>
                    <a:pt x="1252756" y="1500012"/>
                  </a:lnTo>
                  <a:lnTo>
                    <a:pt x="1252740" y="1500007"/>
                  </a:lnTo>
                  <a:lnTo>
                    <a:pt x="1252719" y="1500002"/>
                  </a:lnTo>
                  <a:lnTo>
                    <a:pt x="1252702" y="1499992"/>
                  </a:lnTo>
                  <a:lnTo>
                    <a:pt x="1252696" y="1499987"/>
                  </a:lnTo>
                  <a:lnTo>
                    <a:pt x="1252689" y="1499977"/>
                  </a:lnTo>
                  <a:lnTo>
                    <a:pt x="1252676" y="1499953"/>
                  </a:lnTo>
                  <a:lnTo>
                    <a:pt x="1252670" y="1499948"/>
                  </a:lnTo>
                  <a:lnTo>
                    <a:pt x="1252664" y="1499946"/>
                  </a:lnTo>
                  <a:lnTo>
                    <a:pt x="1252611" y="1499949"/>
                  </a:lnTo>
                  <a:lnTo>
                    <a:pt x="1252605" y="1499949"/>
                  </a:lnTo>
                  <a:lnTo>
                    <a:pt x="1252602" y="1499946"/>
                  </a:lnTo>
                  <a:lnTo>
                    <a:pt x="1252593" y="1499930"/>
                  </a:lnTo>
                  <a:lnTo>
                    <a:pt x="1252588" y="1499922"/>
                  </a:lnTo>
                  <a:lnTo>
                    <a:pt x="1252584" y="1499917"/>
                  </a:lnTo>
                  <a:lnTo>
                    <a:pt x="1252577" y="1499915"/>
                  </a:lnTo>
                  <a:lnTo>
                    <a:pt x="1252569" y="1499913"/>
                  </a:lnTo>
                  <a:lnTo>
                    <a:pt x="1252563" y="1499911"/>
                  </a:lnTo>
                  <a:lnTo>
                    <a:pt x="1252555" y="1499907"/>
                  </a:lnTo>
                  <a:lnTo>
                    <a:pt x="1252546" y="1499901"/>
                  </a:lnTo>
                  <a:lnTo>
                    <a:pt x="1252507" y="1499871"/>
                  </a:lnTo>
                  <a:lnTo>
                    <a:pt x="1252498" y="1499863"/>
                  </a:lnTo>
                  <a:lnTo>
                    <a:pt x="1252481" y="1499850"/>
                  </a:lnTo>
                  <a:lnTo>
                    <a:pt x="1252469" y="1499842"/>
                  </a:lnTo>
                  <a:lnTo>
                    <a:pt x="1252458" y="1499837"/>
                  </a:lnTo>
                  <a:lnTo>
                    <a:pt x="1252451" y="1499836"/>
                  </a:lnTo>
                  <a:lnTo>
                    <a:pt x="1252444" y="1499836"/>
                  </a:lnTo>
                  <a:lnTo>
                    <a:pt x="1252437" y="1499837"/>
                  </a:lnTo>
                  <a:lnTo>
                    <a:pt x="1252429" y="1499840"/>
                  </a:lnTo>
                  <a:lnTo>
                    <a:pt x="1252416" y="1499841"/>
                  </a:lnTo>
                  <a:lnTo>
                    <a:pt x="1252409" y="1499837"/>
                  </a:lnTo>
                  <a:lnTo>
                    <a:pt x="1252395" y="1499830"/>
                  </a:lnTo>
                  <a:lnTo>
                    <a:pt x="1252394" y="1499824"/>
                  </a:lnTo>
                  <a:lnTo>
                    <a:pt x="1252395" y="1499810"/>
                  </a:lnTo>
                  <a:lnTo>
                    <a:pt x="1252392" y="1499805"/>
                  </a:lnTo>
                  <a:lnTo>
                    <a:pt x="1252378" y="1499784"/>
                  </a:lnTo>
                  <a:lnTo>
                    <a:pt x="1252366" y="1499768"/>
                  </a:lnTo>
                  <a:lnTo>
                    <a:pt x="1252350" y="1499746"/>
                  </a:lnTo>
                  <a:lnTo>
                    <a:pt x="1252313" y="1499783"/>
                  </a:lnTo>
                  <a:lnTo>
                    <a:pt x="1252301" y="1499791"/>
                  </a:lnTo>
                  <a:lnTo>
                    <a:pt x="1252287" y="1499797"/>
                  </a:lnTo>
                  <a:lnTo>
                    <a:pt x="1252272" y="1499804"/>
                  </a:lnTo>
                  <a:lnTo>
                    <a:pt x="1252264" y="1499808"/>
                  </a:lnTo>
                  <a:lnTo>
                    <a:pt x="1252260" y="1499805"/>
                  </a:lnTo>
                  <a:lnTo>
                    <a:pt x="1252245" y="1499798"/>
                  </a:lnTo>
                  <a:lnTo>
                    <a:pt x="1252234" y="1499790"/>
                  </a:lnTo>
                  <a:lnTo>
                    <a:pt x="1252227" y="1499789"/>
                  </a:lnTo>
                  <a:lnTo>
                    <a:pt x="1252217" y="1499789"/>
                  </a:lnTo>
                  <a:lnTo>
                    <a:pt x="1252200" y="1499788"/>
                  </a:lnTo>
                  <a:lnTo>
                    <a:pt x="1252182" y="1499788"/>
                  </a:lnTo>
                  <a:lnTo>
                    <a:pt x="1252174" y="1499787"/>
                  </a:lnTo>
                  <a:lnTo>
                    <a:pt x="1252168" y="1499787"/>
                  </a:lnTo>
                  <a:lnTo>
                    <a:pt x="1252156" y="1499800"/>
                  </a:lnTo>
                  <a:lnTo>
                    <a:pt x="1252153" y="1499805"/>
                  </a:lnTo>
                  <a:lnTo>
                    <a:pt x="1252155" y="1499823"/>
                  </a:lnTo>
                  <a:lnTo>
                    <a:pt x="1252155" y="1499838"/>
                  </a:lnTo>
                  <a:lnTo>
                    <a:pt x="1252148" y="1499845"/>
                  </a:lnTo>
                  <a:lnTo>
                    <a:pt x="1252141" y="1499853"/>
                  </a:lnTo>
                  <a:lnTo>
                    <a:pt x="1252138" y="1499860"/>
                  </a:lnTo>
                  <a:lnTo>
                    <a:pt x="1252134" y="1499863"/>
                  </a:lnTo>
                  <a:lnTo>
                    <a:pt x="1252128" y="1499866"/>
                  </a:lnTo>
                  <a:lnTo>
                    <a:pt x="1252119" y="1499868"/>
                  </a:lnTo>
                  <a:lnTo>
                    <a:pt x="1252091" y="1499879"/>
                  </a:lnTo>
                  <a:lnTo>
                    <a:pt x="1252059" y="1499895"/>
                  </a:lnTo>
                  <a:lnTo>
                    <a:pt x="1252050" y="1499901"/>
                  </a:lnTo>
                  <a:lnTo>
                    <a:pt x="1252046" y="1499907"/>
                  </a:lnTo>
                  <a:lnTo>
                    <a:pt x="1252043" y="1499916"/>
                  </a:lnTo>
                  <a:lnTo>
                    <a:pt x="1252042" y="1499930"/>
                  </a:lnTo>
                  <a:lnTo>
                    <a:pt x="1252039" y="1499945"/>
                  </a:lnTo>
                  <a:lnTo>
                    <a:pt x="1252036" y="1499960"/>
                  </a:lnTo>
                  <a:lnTo>
                    <a:pt x="1252032" y="1499971"/>
                  </a:lnTo>
                  <a:lnTo>
                    <a:pt x="1252025" y="1499982"/>
                  </a:lnTo>
                  <a:lnTo>
                    <a:pt x="1252017" y="1499990"/>
                  </a:lnTo>
                  <a:lnTo>
                    <a:pt x="1252010" y="1499995"/>
                  </a:lnTo>
                  <a:lnTo>
                    <a:pt x="1252006" y="1499998"/>
                  </a:lnTo>
                  <a:lnTo>
                    <a:pt x="1251999" y="1500003"/>
                  </a:lnTo>
                  <a:lnTo>
                    <a:pt x="1251994" y="1500003"/>
                  </a:lnTo>
                  <a:lnTo>
                    <a:pt x="1251987" y="1499999"/>
                  </a:lnTo>
                  <a:lnTo>
                    <a:pt x="1251980" y="1499997"/>
                  </a:lnTo>
                  <a:lnTo>
                    <a:pt x="1251956" y="1499984"/>
                  </a:lnTo>
                  <a:lnTo>
                    <a:pt x="1251945" y="1499978"/>
                  </a:lnTo>
                  <a:lnTo>
                    <a:pt x="1251922" y="1499966"/>
                  </a:lnTo>
                  <a:lnTo>
                    <a:pt x="1251897" y="1499950"/>
                  </a:lnTo>
                  <a:lnTo>
                    <a:pt x="1251885" y="1499943"/>
                  </a:lnTo>
                  <a:lnTo>
                    <a:pt x="1251871" y="1499936"/>
                  </a:lnTo>
                  <a:lnTo>
                    <a:pt x="1251856" y="1499931"/>
                  </a:lnTo>
                  <a:lnTo>
                    <a:pt x="1251843" y="1499926"/>
                  </a:lnTo>
                  <a:lnTo>
                    <a:pt x="1251831" y="1499918"/>
                  </a:lnTo>
                  <a:lnTo>
                    <a:pt x="1251820" y="1499912"/>
                  </a:lnTo>
                  <a:lnTo>
                    <a:pt x="1251812" y="1499910"/>
                  </a:lnTo>
                  <a:lnTo>
                    <a:pt x="1251803" y="1499909"/>
                  </a:lnTo>
                  <a:lnTo>
                    <a:pt x="1251783" y="1499910"/>
                  </a:lnTo>
                  <a:lnTo>
                    <a:pt x="1251774" y="1499909"/>
                  </a:lnTo>
                  <a:lnTo>
                    <a:pt x="1251767" y="1499906"/>
                  </a:lnTo>
                  <a:lnTo>
                    <a:pt x="1251761" y="1499903"/>
                  </a:lnTo>
                  <a:lnTo>
                    <a:pt x="1251747" y="1499899"/>
                  </a:lnTo>
                  <a:lnTo>
                    <a:pt x="1251735" y="1499897"/>
                  </a:lnTo>
                  <a:lnTo>
                    <a:pt x="1251721" y="1499898"/>
                  </a:lnTo>
                  <a:lnTo>
                    <a:pt x="1251711" y="1499895"/>
                  </a:lnTo>
                  <a:lnTo>
                    <a:pt x="1251703" y="1499890"/>
                  </a:lnTo>
                  <a:lnTo>
                    <a:pt x="1251692" y="1499881"/>
                  </a:lnTo>
                  <a:lnTo>
                    <a:pt x="1251683" y="1499876"/>
                  </a:lnTo>
                  <a:lnTo>
                    <a:pt x="1251669" y="1499869"/>
                  </a:lnTo>
                  <a:lnTo>
                    <a:pt x="1251665" y="1499868"/>
                  </a:lnTo>
                  <a:lnTo>
                    <a:pt x="1251656" y="1499868"/>
                  </a:lnTo>
                  <a:lnTo>
                    <a:pt x="1251639" y="1499871"/>
                  </a:lnTo>
                  <a:lnTo>
                    <a:pt x="1251624" y="1499876"/>
                  </a:lnTo>
                  <a:lnTo>
                    <a:pt x="1251612" y="1499878"/>
                  </a:lnTo>
                  <a:lnTo>
                    <a:pt x="1251595" y="1499878"/>
                  </a:lnTo>
                  <a:lnTo>
                    <a:pt x="1251584" y="1499878"/>
                  </a:lnTo>
                  <a:lnTo>
                    <a:pt x="1251573" y="1499875"/>
                  </a:lnTo>
                  <a:lnTo>
                    <a:pt x="1251562" y="1499874"/>
                  </a:lnTo>
                  <a:lnTo>
                    <a:pt x="1251551" y="1499877"/>
                  </a:lnTo>
                  <a:lnTo>
                    <a:pt x="1251526" y="1499889"/>
                  </a:lnTo>
                  <a:lnTo>
                    <a:pt x="1251495" y="1499903"/>
                  </a:lnTo>
                  <a:lnTo>
                    <a:pt x="1251467" y="1499914"/>
                  </a:lnTo>
                  <a:lnTo>
                    <a:pt x="1251436" y="1499926"/>
                  </a:lnTo>
                  <a:lnTo>
                    <a:pt x="1251420" y="1499930"/>
                  </a:lnTo>
                  <a:lnTo>
                    <a:pt x="1251401" y="1499934"/>
                  </a:lnTo>
                  <a:lnTo>
                    <a:pt x="1251387" y="1499938"/>
                  </a:lnTo>
                  <a:lnTo>
                    <a:pt x="1251368" y="1499945"/>
                  </a:lnTo>
                  <a:lnTo>
                    <a:pt x="1251363" y="1499948"/>
                  </a:lnTo>
                  <a:lnTo>
                    <a:pt x="1251353" y="1499953"/>
                  </a:lnTo>
                  <a:lnTo>
                    <a:pt x="1251341" y="1499958"/>
                  </a:lnTo>
                  <a:lnTo>
                    <a:pt x="1251332" y="1499960"/>
                  </a:lnTo>
                  <a:lnTo>
                    <a:pt x="1251319" y="1499962"/>
                  </a:lnTo>
                  <a:lnTo>
                    <a:pt x="1251313" y="1499960"/>
                  </a:lnTo>
                  <a:lnTo>
                    <a:pt x="1251307" y="1499958"/>
                  </a:lnTo>
                  <a:lnTo>
                    <a:pt x="1251301" y="1499954"/>
                  </a:lnTo>
                  <a:lnTo>
                    <a:pt x="1251287" y="1499943"/>
                  </a:lnTo>
                  <a:lnTo>
                    <a:pt x="1251278" y="1499934"/>
                  </a:lnTo>
                  <a:lnTo>
                    <a:pt x="1251261" y="1499938"/>
                  </a:lnTo>
                  <a:lnTo>
                    <a:pt x="1251246" y="1499943"/>
                  </a:lnTo>
                  <a:lnTo>
                    <a:pt x="1251236" y="1499944"/>
                  </a:lnTo>
                  <a:lnTo>
                    <a:pt x="1251226" y="1499943"/>
                  </a:lnTo>
                  <a:lnTo>
                    <a:pt x="1251218" y="1499940"/>
                  </a:lnTo>
                  <a:lnTo>
                    <a:pt x="1251212" y="1499937"/>
                  </a:lnTo>
                  <a:lnTo>
                    <a:pt x="1251206" y="1499932"/>
                  </a:lnTo>
                  <a:lnTo>
                    <a:pt x="1251198" y="1499927"/>
                  </a:lnTo>
                  <a:lnTo>
                    <a:pt x="1251193" y="1499924"/>
                  </a:lnTo>
                  <a:lnTo>
                    <a:pt x="1251182" y="1499920"/>
                  </a:lnTo>
                  <a:lnTo>
                    <a:pt x="1251173" y="1499913"/>
                  </a:lnTo>
                  <a:lnTo>
                    <a:pt x="1251160" y="1499904"/>
                  </a:lnTo>
                  <a:lnTo>
                    <a:pt x="1251148" y="1499898"/>
                  </a:lnTo>
                  <a:lnTo>
                    <a:pt x="1251134" y="1499894"/>
                  </a:lnTo>
                  <a:lnTo>
                    <a:pt x="1251118" y="1499887"/>
                  </a:lnTo>
                  <a:lnTo>
                    <a:pt x="1251107" y="1499881"/>
                  </a:lnTo>
                  <a:lnTo>
                    <a:pt x="1251096" y="1499874"/>
                  </a:lnTo>
                  <a:lnTo>
                    <a:pt x="1251086" y="1499869"/>
                  </a:lnTo>
                  <a:lnTo>
                    <a:pt x="1251079" y="1499865"/>
                  </a:lnTo>
                  <a:lnTo>
                    <a:pt x="1251073" y="1499861"/>
                  </a:lnTo>
                  <a:lnTo>
                    <a:pt x="1251067" y="1499851"/>
                  </a:lnTo>
                  <a:lnTo>
                    <a:pt x="1251057" y="1499841"/>
                  </a:lnTo>
                  <a:lnTo>
                    <a:pt x="1251044" y="1499831"/>
                  </a:lnTo>
                  <a:lnTo>
                    <a:pt x="1251029" y="1499820"/>
                  </a:lnTo>
                  <a:lnTo>
                    <a:pt x="1251007" y="1499807"/>
                  </a:lnTo>
                  <a:lnTo>
                    <a:pt x="1250988" y="1499795"/>
                  </a:lnTo>
                  <a:lnTo>
                    <a:pt x="1250980" y="1499794"/>
                  </a:lnTo>
                  <a:lnTo>
                    <a:pt x="1250971" y="1499797"/>
                  </a:lnTo>
                  <a:lnTo>
                    <a:pt x="1250962" y="1499801"/>
                  </a:lnTo>
                  <a:lnTo>
                    <a:pt x="1250952" y="1499807"/>
                  </a:lnTo>
                  <a:lnTo>
                    <a:pt x="1250943" y="1499810"/>
                  </a:lnTo>
                  <a:lnTo>
                    <a:pt x="1250931" y="1499813"/>
                  </a:lnTo>
                  <a:lnTo>
                    <a:pt x="1250917" y="1499815"/>
                  </a:lnTo>
                  <a:lnTo>
                    <a:pt x="1250889" y="1499819"/>
                  </a:lnTo>
                  <a:lnTo>
                    <a:pt x="1250876" y="1499820"/>
                  </a:lnTo>
                  <a:lnTo>
                    <a:pt x="1250870" y="1499818"/>
                  </a:lnTo>
                  <a:lnTo>
                    <a:pt x="1250866" y="1499813"/>
                  </a:lnTo>
                  <a:lnTo>
                    <a:pt x="1250857" y="1499804"/>
                  </a:lnTo>
                  <a:lnTo>
                    <a:pt x="1250851" y="1499798"/>
                  </a:lnTo>
                  <a:lnTo>
                    <a:pt x="1250842" y="1499792"/>
                  </a:lnTo>
                  <a:lnTo>
                    <a:pt x="1250830" y="1499787"/>
                  </a:lnTo>
                  <a:lnTo>
                    <a:pt x="1250817" y="1499787"/>
                  </a:lnTo>
                  <a:lnTo>
                    <a:pt x="1250803" y="1499790"/>
                  </a:lnTo>
                  <a:lnTo>
                    <a:pt x="1250786" y="1499794"/>
                  </a:lnTo>
                  <a:lnTo>
                    <a:pt x="1250768" y="1499787"/>
                  </a:lnTo>
                  <a:lnTo>
                    <a:pt x="1250754" y="1499781"/>
                  </a:lnTo>
                  <a:lnTo>
                    <a:pt x="1250741" y="1499775"/>
                  </a:lnTo>
                  <a:lnTo>
                    <a:pt x="1250734" y="1499769"/>
                  </a:lnTo>
                  <a:lnTo>
                    <a:pt x="1250719" y="1499756"/>
                  </a:lnTo>
                  <a:lnTo>
                    <a:pt x="1250711" y="1499747"/>
                  </a:lnTo>
                  <a:lnTo>
                    <a:pt x="1250706" y="1499738"/>
                  </a:lnTo>
                  <a:lnTo>
                    <a:pt x="1250704" y="1499724"/>
                  </a:lnTo>
                  <a:lnTo>
                    <a:pt x="1250703" y="1499707"/>
                  </a:lnTo>
                  <a:lnTo>
                    <a:pt x="1250701" y="1499692"/>
                  </a:lnTo>
                  <a:lnTo>
                    <a:pt x="1250700" y="1499685"/>
                  </a:lnTo>
                  <a:lnTo>
                    <a:pt x="1250699" y="1499675"/>
                  </a:lnTo>
                  <a:lnTo>
                    <a:pt x="1250698" y="1499670"/>
                  </a:lnTo>
                  <a:lnTo>
                    <a:pt x="1250690" y="1499649"/>
                  </a:lnTo>
                  <a:lnTo>
                    <a:pt x="1250684" y="1499634"/>
                  </a:lnTo>
                  <a:lnTo>
                    <a:pt x="1250678" y="1499620"/>
                  </a:lnTo>
                  <a:lnTo>
                    <a:pt x="1250675" y="1499612"/>
                  </a:lnTo>
                  <a:lnTo>
                    <a:pt x="1250674" y="1499606"/>
                  </a:lnTo>
                  <a:lnTo>
                    <a:pt x="1250676" y="1499590"/>
                  </a:lnTo>
                  <a:lnTo>
                    <a:pt x="1250675" y="1499574"/>
                  </a:lnTo>
                  <a:lnTo>
                    <a:pt x="1250672" y="1499567"/>
                  </a:lnTo>
                  <a:lnTo>
                    <a:pt x="1250667" y="1499559"/>
                  </a:lnTo>
                  <a:lnTo>
                    <a:pt x="1250666" y="1499546"/>
                  </a:lnTo>
                  <a:lnTo>
                    <a:pt x="1250665" y="1499535"/>
                  </a:lnTo>
                  <a:lnTo>
                    <a:pt x="1250663" y="1499519"/>
                  </a:lnTo>
                  <a:lnTo>
                    <a:pt x="1250650" y="1499512"/>
                  </a:lnTo>
                  <a:lnTo>
                    <a:pt x="1250641" y="1499507"/>
                  </a:lnTo>
                  <a:lnTo>
                    <a:pt x="1250631" y="1499496"/>
                  </a:lnTo>
                  <a:lnTo>
                    <a:pt x="1250625" y="1499487"/>
                  </a:lnTo>
                  <a:lnTo>
                    <a:pt x="1250619" y="1499471"/>
                  </a:lnTo>
                  <a:lnTo>
                    <a:pt x="1250615" y="1499458"/>
                  </a:lnTo>
                  <a:lnTo>
                    <a:pt x="1250610" y="1499449"/>
                  </a:lnTo>
                  <a:lnTo>
                    <a:pt x="1250603" y="1499444"/>
                  </a:lnTo>
                  <a:lnTo>
                    <a:pt x="1250593" y="1499437"/>
                  </a:lnTo>
                  <a:lnTo>
                    <a:pt x="1250583" y="1499431"/>
                  </a:lnTo>
                  <a:lnTo>
                    <a:pt x="1250575" y="1499422"/>
                  </a:lnTo>
                  <a:lnTo>
                    <a:pt x="1250567" y="1499412"/>
                  </a:lnTo>
                  <a:lnTo>
                    <a:pt x="1250553" y="1499393"/>
                  </a:lnTo>
                  <a:lnTo>
                    <a:pt x="1250541" y="1499378"/>
                  </a:lnTo>
                  <a:lnTo>
                    <a:pt x="1250528" y="1499365"/>
                  </a:lnTo>
                  <a:lnTo>
                    <a:pt x="1250516" y="1499355"/>
                  </a:lnTo>
                  <a:lnTo>
                    <a:pt x="1250512" y="1499347"/>
                  </a:lnTo>
                  <a:lnTo>
                    <a:pt x="1250512" y="1499341"/>
                  </a:lnTo>
                  <a:lnTo>
                    <a:pt x="1250513" y="1499332"/>
                  </a:lnTo>
                  <a:lnTo>
                    <a:pt x="1250515" y="1499320"/>
                  </a:lnTo>
                  <a:lnTo>
                    <a:pt x="1250522" y="1499312"/>
                  </a:lnTo>
                  <a:lnTo>
                    <a:pt x="1250529" y="1499304"/>
                  </a:lnTo>
                  <a:lnTo>
                    <a:pt x="1250541" y="1499297"/>
                  </a:lnTo>
                  <a:lnTo>
                    <a:pt x="1250548" y="1499293"/>
                  </a:lnTo>
                  <a:lnTo>
                    <a:pt x="1250559" y="1499290"/>
                  </a:lnTo>
                  <a:lnTo>
                    <a:pt x="1250571" y="1499285"/>
                  </a:lnTo>
                  <a:lnTo>
                    <a:pt x="1250581" y="1499281"/>
                  </a:lnTo>
                  <a:lnTo>
                    <a:pt x="1250588" y="1499275"/>
                  </a:lnTo>
                  <a:lnTo>
                    <a:pt x="1250590" y="1499266"/>
                  </a:lnTo>
                  <a:lnTo>
                    <a:pt x="1250591" y="1499253"/>
                  </a:lnTo>
                  <a:lnTo>
                    <a:pt x="1250590" y="1499243"/>
                  </a:lnTo>
                  <a:lnTo>
                    <a:pt x="1250591" y="1499237"/>
                  </a:lnTo>
                  <a:lnTo>
                    <a:pt x="1250595" y="1499231"/>
                  </a:lnTo>
                  <a:lnTo>
                    <a:pt x="1250600" y="1499228"/>
                  </a:lnTo>
                  <a:lnTo>
                    <a:pt x="1250607" y="1499227"/>
                  </a:lnTo>
                  <a:lnTo>
                    <a:pt x="1250612" y="1499223"/>
                  </a:lnTo>
                  <a:lnTo>
                    <a:pt x="1250616" y="1499210"/>
                  </a:lnTo>
                  <a:lnTo>
                    <a:pt x="1250618" y="1499201"/>
                  </a:lnTo>
                  <a:lnTo>
                    <a:pt x="1250620" y="1499193"/>
                  </a:lnTo>
                  <a:lnTo>
                    <a:pt x="1250624" y="1499187"/>
                  </a:lnTo>
                  <a:lnTo>
                    <a:pt x="1250631" y="1499180"/>
                  </a:lnTo>
                  <a:lnTo>
                    <a:pt x="1250641" y="1499182"/>
                  </a:lnTo>
                  <a:lnTo>
                    <a:pt x="1250651" y="1499184"/>
                  </a:lnTo>
                  <a:lnTo>
                    <a:pt x="1250660" y="1499181"/>
                  </a:lnTo>
                  <a:lnTo>
                    <a:pt x="1250665" y="1499176"/>
                  </a:lnTo>
                  <a:lnTo>
                    <a:pt x="1250673" y="1499169"/>
                  </a:lnTo>
                  <a:lnTo>
                    <a:pt x="1250685" y="1499159"/>
                  </a:lnTo>
                  <a:lnTo>
                    <a:pt x="1250692" y="1499152"/>
                  </a:lnTo>
                  <a:lnTo>
                    <a:pt x="1250698" y="1499145"/>
                  </a:lnTo>
                  <a:lnTo>
                    <a:pt x="1250701" y="1499140"/>
                  </a:lnTo>
                  <a:lnTo>
                    <a:pt x="1250702" y="1499135"/>
                  </a:lnTo>
                  <a:lnTo>
                    <a:pt x="1250702" y="1499130"/>
                  </a:lnTo>
                  <a:lnTo>
                    <a:pt x="1250700" y="1499119"/>
                  </a:lnTo>
                  <a:lnTo>
                    <a:pt x="1250697" y="1499109"/>
                  </a:lnTo>
                  <a:lnTo>
                    <a:pt x="1250693" y="1499098"/>
                  </a:lnTo>
                  <a:lnTo>
                    <a:pt x="1250689" y="1499083"/>
                  </a:lnTo>
                  <a:lnTo>
                    <a:pt x="1250688" y="1499075"/>
                  </a:lnTo>
                  <a:lnTo>
                    <a:pt x="1250690" y="1499067"/>
                  </a:lnTo>
                  <a:lnTo>
                    <a:pt x="1250702" y="1499054"/>
                  </a:lnTo>
                  <a:lnTo>
                    <a:pt x="1250713" y="1499043"/>
                  </a:lnTo>
                  <a:lnTo>
                    <a:pt x="1250723" y="1499032"/>
                  </a:lnTo>
                  <a:lnTo>
                    <a:pt x="1250730" y="1499025"/>
                  </a:lnTo>
                  <a:lnTo>
                    <a:pt x="1250737" y="1499018"/>
                  </a:lnTo>
                  <a:lnTo>
                    <a:pt x="1250745" y="1499010"/>
                  </a:lnTo>
                  <a:lnTo>
                    <a:pt x="1250752" y="1499008"/>
                  </a:lnTo>
                  <a:lnTo>
                    <a:pt x="1250762" y="1499005"/>
                  </a:lnTo>
                  <a:lnTo>
                    <a:pt x="1250763" y="1498998"/>
                  </a:lnTo>
                  <a:lnTo>
                    <a:pt x="1250761" y="1498980"/>
                  </a:lnTo>
                  <a:lnTo>
                    <a:pt x="1250760" y="1498967"/>
                  </a:lnTo>
                  <a:lnTo>
                    <a:pt x="1250759" y="1498961"/>
                  </a:lnTo>
                  <a:lnTo>
                    <a:pt x="1250754" y="1498959"/>
                  </a:lnTo>
                  <a:lnTo>
                    <a:pt x="1250740" y="1498953"/>
                  </a:lnTo>
                  <a:lnTo>
                    <a:pt x="1250730" y="1498947"/>
                  </a:lnTo>
                  <a:lnTo>
                    <a:pt x="1250721" y="1498939"/>
                  </a:lnTo>
                  <a:lnTo>
                    <a:pt x="1250714" y="1498932"/>
                  </a:lnTo>
                  <a:lnTo>
                    <a:pt x="1250707" y="1498925"/>
                  </a:lnTo>
                  <a:lnTo>
                    <a:pt x="1250695" y="1498919"/>
                  </a:lnTo>
                  <a:lnTo>
                    <a:pt x="1250678" y="1498912"/>
                  </a:lnTo>
                  <a:lnTo>
                    <a:pt x="1250666" y="1498901"/>
                  </a:lnTo>
                  <a:lnTo>
                    <a:pt x="1250651" y="1498888"/>
                  </a:lnTo>
                  <a:lnTo>
                    <a:pt x="1250645" y="1498879"/>
                  </a:lnTo>
                  <a:lnTo>
                    <a:pt x="1250641" y="1498872"/>
                  </a:lnTo>
                  <a:lnTo>
                    <a:pt x="1250636" y="1498864"/>
                  </a:lnTo>
                  <a:lnTo>
                    <a:pt x="1250629" y="1498864"/>
                  </a:lnTo>
                  <a:lnTo>
                    <a:pt x="1250615" y="1498863"/>
                  </a:lnTo>
                  <a:lnTo>
                    <a:pt x="1250599" y="1498861"/>
                  </a:lnTo>
                  <a:lnTo>
                    <a:pt x="1250593" y="1498859"/>
                  </a:lnTo>
                  <a:lnTo>
                    <a:pt x="1250586" y="1498857"/>
                  </a:lnTo>
                  <a:lnTo>
                    <a:pt x="1250576" y="1498852"/>
                  </a:lnTo>
                  <a:lnTo>
                    <a:pt x="1250568" y="1498847"/>
                  </a:lnTo>
                  <a:lnTo>
                    <a:pt x="1250558" y="1498841"/>
                  </a:lnTo>
                  <a:lnTo>
                    <a:pt x="1250553" y="1498840"/>
                  </a:lnTo>
                  <a:lnTo>
                    <a:pt x="1250543" y="1498838"/>
                  </a:lnTo>
                  <a:lnTo>
                    <a:pt x="1250537" y="1498836"/>
                  </a:lnTo>
                  <a:lnTo>
                    <a:pt x="1250527" y="1498832"/>
                  </a:lnTo>
                  <a:lnTo>
                    <a:pt x="1250508" y="1498820"/>
                  </a:lnTo>
                  <a:lnTo>
                    <a:pt x="1250498" y="1498824"/>
                  </a:lnTo>
                  <a:lnTo>
                    <a:pt x="1250485" y="1498829"/>
                  </a:lnTo>
                  <a:lnTo>
                    <a:pt x="1250468" y="1498833"/>
                  </a:lnTo>
                  <a:lnTo>
                    <a:pt x="1250450" y="1498832"/>
                  </a:lnTo>
                  <a:lnTo>
                    <a:pt x="1250434" y="1498829"/>
                  </a:lnTo>
                  <a:lnTo>
                    <a:pt x="1250416" y="1498821"/>
                  </a:lnTo>
                  <a:lnTo>
                    <a:pt x="1250404" y="1498811"/>
                  </a:lnTo>
                  <a:lnTo>
                    <a:pt x="1250385" y="1498801"/>
                  </a:lnTo>
                  <a:lnTo>
                    <a:pt x="1250367" y="1498797"/>
                  </a:lnTo>
                  <a:lnTo>
                    <a:pt x="1250352" y="1498799"/>
                  </a:lnTo>
                  <a:lnTo>
                    <a:pt x="1250339" y="1498806"/>
                  </a:lnTo>
                  <a:lnTo>
                    <a:pt x="1250324" y="1498815"/>
                  </a:lnTo>
                  <a:lnTo>
                    <a:pt x="1250303" y="1498817"/>
                  </a:lnTo>
                  <a:lnTo>
                    <a:pt x="1250291" y="1498816"/>
                  </a:lnTo>
                  <a:lnTo>
                    <a:pt x="1250278" y="1498814"/>
                  </a:lnTo>
                  <a:lnTo>
                    <a:pt x="1250269" y="1498812"/>
                  </a:lnTo>
                  <a:lnTo>
                    <a:pt x="1250258" y="1498809"/>
                  </a:lnTo>
                  <a:lnTo>
                    <a:pt x="1250247" y="1498803"/>
                  </a:lnTo>
                  <a:lnTo>
                    <a:pt x="1250228" y="1498785"/>
                  </a:lnTo>
                  <a:lnTo>
                    <a:pt x="1250211" y="1498771"/>
                  </a:lnTo>
                  <a:lnTo>
                    <a:pt x="1250196" y="1498758"/>
                  </a:lnTo>
                  <a:lnTo>
                    <a:pt x="1250188" y="1498753"/>
                  </a:lnTo>
                  <a:lnTo>
                    <a:pt x="1250178" y="1498746"/>
                  </a:lnTo>
                  <a:lnTo>
                    <a:pt x="1250166" y="1498745"/>
                  </a:lnTo>
                  <a:lnTo>
                    <a:pt x="1250148" y="1498746"/>
                  </a:lnTo>
                  <a:lnTo>
                    <a:pt x="1250131" y="1498748"/>
                  </a:lnTo>
                  <a:lnTo>
                    <a:pt x="1250112" y="1498750"/>
                  </a:lnTo>
                  <a:lnTo>
                    <a:pt x="1250093" y="1498753"/>
                  </a:lnTo>
                  <a:lnTo>
                    <a:pt x="1250074" y="1498756"/>
                  </a:lnTo>
                  <a:lnTo>
                    <a:pt x="1250059" y="1498759"/>
                  </a:lnTo>
                  <a:lnTo>
                    <a:pt x="1250046" y="1498760"/>
                  </a:lnTo>
                  <a:lnTo>
                    <a:pt x="1250032" y="1498760"/>
                  </a:lnTo>
                  <a:lnTo>
                    <a:pt x="1250015" y="1498758"/>
                  </a:lnTo>
                  <a:lnTo>
                    <a:pt x="1249999" y="1498757"/>
                  </a:lnTo>
                  <a:lnTo>
                    <a:pt x="1249980" y="1498756"/>
                  </a:lnTo>
                  <a:lnTo>
                    <a:pt x="1249958" y="1498757"/>
                  </a:lnTo>
                  <a:lnTo>
                    <a:pt x="1249936" y="1498759"/>
                  </a:lnTo>
                  <a:lnTo>
                    <a:pt x="1249916" y="1498764"/>
                  </a:lnTo>
                  <a:lnTo>
                    <a:pt x="1249902" y="1498767"/>
                  </a:lnTo>
                  <a:lnTo>
                    <a:pt x="1249895" y="1498769"/>
                  </a:lnTo>
                  <a:lnTo>
                    <a:pt x="1249887" y="1498768"/>
                  </a:lnTo>
                  <a:lnTo>
                    <a:pt x="1249879" y="1498768"/>
                  </a:lnTo>
                  <a:lnTo>
                    <a:pt x="1249864" y="1498766"/>
                  </a:lnTo>
                  <a:lnTo>
                    <a:pt x="1249852" y="1498762"/>
                  </a:lnTo>
                  <a:lnTo>
                    <a:pt x="1249844" y="1498759"/>
                  </a:lnTo>
                  <a:lnTo>
                    <a:pt x="1249834" y="1498756"/>
                  </a:lnTo>
                  <a:lnTo>
                    <a:pt x="1249829" y="1498755"/>
                  </a:lnTo>
                  <a:lnTo>
                    <a:pt x="1249819" y="1498759"/>
                  </a:lnTo>
                  <a:lnTo>
                    <a:pt x="1249811" y="1498765"/>
                  </a:lnTo>
                  <a:lnTo>
                    <a:pt x="1249795" y="1498775"/>
                  </a:lnTo>
                  <a:lnTo>
                    <a:pt x="1249785" y="1498779"/>
                  </a:lnTo>
                  <a:lnTo>
                    <a:pt x="1249778" y="1498779"/>
                  </a:lnTo>
                  <a:lnTo>
                    <a:pt x="1249770" y="1498772"/>
                  </a:lnTo>
                  <a:lnTo>
                    <a:pt x="1249761" y="1498763"/>
                  </a:lnTo>
                  <a:lnTo>
                    <a:pt x="1249750" y="1498746"/>
                  </a:lnTo>
                  <a:lnTo>
                    <a:pt x="1249740" y="1498731"/>
                  </a:lnTo>
                  <a:lnTo>
                    <a:pt x="1249731" y="1498718"/>
                  </a:lnTo>
                  <a:lnTo>
                    <a:pt x="1249716" y="1498700"/>
                  </a:lnTo>
                  <a:lnTo>
                    <a:pt x="1249700" y="1498680"/>
                  </a:lnTo>
                  <a:lnTo>
                    <a:pt x="1249691" y="1498665"/>
                  </a:lnTo>
                  <a:lnTo>
                    <a:pt x="1249677" y="1498645"/>
                  </a:lnTo>
                  <a:lnTo>
                    <a:pt x="1249666" y="1498636"/>
                  </a:lnTo>
                  <a:lnTo>
                    <a:pt x="1249652" y="1498628"/>
                  </a:lnTo>
                  <a:lnTo>
                    <a:pt x="1249645" y="1498626"/>
                  </a:lnTo>
                  <a:lnTo>
                    <a:pt x="1249635" y="1498624"/>
                  </a:lnTo>
                  <a:lnTo>
                    <a:pt x="1249626" y="1498625"/>
                  </a:lnTo>
                  <a:lnTo>
                    <a:pt x="1249619" y="1498623"/>
                  </a:lnTo>
                  <a:lnTo>
                    <a:pt x="1249609" y="1498618"/>
                  </a:lnTo>
                  <a:lnTo>
                    <a:pt x="1249598" y="1498613"/>
                  </a:lnTo>
                  <a:lnTo>
                    <a:pt x="1249584" y="1498604"/>
                  </a:lnTo>
                  <a:lnTo>
                    <a:pt x="1249572" y="1498593"/>
                  </a:lnTo>
                  <a:lnTo>
                    <a:pt x="1249564" y="1498582"/>
                  </a:lnTo>
                  <a:lnTo>
                    <a:pt x="1249558" y="1498570"/>
                  </a:lnTo>
                  <a:lnTo>
                    <a:pt x="1249555" y="1498558"/>
                  </a:lnTo>
                  <a:lnTo>
                    <a:pt x="1249551" y="1498541"/>
                  </a:lnTo>
                  <a:lnTo>
                    <a:pt x="1249541" y="1498517"/>
                  </a:lnTo>
                  <a:lnTo>
                    <a:pt x="1249529" y="1498494"/>
                  </a:lnTo>
                  <a:lnTo>
                    <a:pt x="1249518" y="1498472"/>
                  </a:lnTo>
                  <a:lnTo>
                    <a:pt x="1249517" y="1498467"/>
                  </a:lnTo>
                  <a:lnTo>
                    <a:pt x="1249519" y="1498459"/>
                  </a:lnTo>
                  <a:lnTo>
                    <a:pt x="1249519" y="1498454"/>
                  </a:lnTo>
                  <a:lnTo>
                    <a:pt x="1249514" y="1498448"/>
                  </a:lnTo>
                  <a:lnTo>
                    <a:pt x="1249506" y="1498444"/>
                  </a:lnTo>
                  <a:lnTo>
                    <a:pt x="1249492" y="1498432"/>
                  </a:lnTo>
                  <a:lnTo>
                    <a:pt x="1249480" y="1498419"/>
                  </a:lnTo>
                  <a:lnTo>
                    <a:pt x="1249467" y="1498396"/>
                  </a:lnTo>
                  <a:lnTo>
                    <a:pt x="1249455" y="1498381"/>
                  </a:lnTo>
                  <a:lnTo>
                    <a:pt x="1249446" y="1498367"/>
                  </a:lnTo>
                  <a:lnTo>
                    <a:pt x="1249445" y="1498360"/>
                  </a:lnTo>
                  <a:lnTo>
                    <a:pt x="1249444" y="1498353"/>
                  </a:lnTo>
                  <a:lnTo>
                    <a:pt x="1249440" y="1498348"/>
                  </a:lnTo>
                  <a:lnTo>
                    <a:pt x="1249430" y="1498336"/>
                  </a:lnTo>
                  <a:lnTo>
                    <a:pt x="1249422" y="1498328"/>
                  </a:lnTo>
                  <a:lnTo>
                    <a:pt x="1249406" y="1498308"/>
                  </a:lnTo>
                  <a:lnTo>
                    <a:pt x="1249394" y="1498298"/>
                  </a:lnTo>
                  <a:lnTo>
                    <a:pt x="1249379" y="1498288"/>
                  </a:lnTo>
                  <a:lnTo>
                    <a:pt x="1249365" y="1498279"/>
                  </a:lnTo>
                  <a:lnTo>
                    <a:pt x="1249351" y="1498268"/>
                  </a:lnTo>
                  <a:lnTo>
                    <a:pt x="1249331" y="1498254"/>
                  </a:lnTo>
                  <a:lnTo>
                    <a:pt x="1249319" y="1498242"/>
                  </a:lnTo>
                  <a:lnTo>
                    <a:pt x="1249316" y="1498238"/>
                  </a:lnTo>
                  <a:lnTo>
                    <a:pt x="1249310" y="1498230"/>
                  </a:lnTo>
                  <a:lnTo>
                    <a:pt x="1249301" y="1498206"/>
                  </a:lnTo>
                  <a:lnTo>
                    <a:pt x="1249299" y="1498198"/>
                  </a:lnTo>
                  <a:lnTo>
                    <a:pt x="1249297" y="1498192"/>
                  </a:lnTo>
                  <a:lnTo>
                    <a:pt x="1249299" y="1498182"/>
                  </a:lnTo>
                  <a:lnTo>
                    <a:pt x="1249306" y="1498161"/>
                  </a:lnTo>
                  <a:lnTo>
                    <a:pt x="1249314" y="1498138"/>
                  </a:lnTo>
                  <a:lnTo>
                    <a:pt x="1249326" y="1498110"/>
                  </a:lnTo>
                  <a:lnTo>
                    <a:pt x="1249331" y="1498093"/>
                  </a:lnTo>
                  <a:lnTo>
                    <a:pt x="1249343" y="1498066"/>
                  </a:lnTo>
                  <a:lnTo>
                    <a:pt x="1249353" y="1498046"/>
                  </a:lnTo>
                  <a:lnTo>
                    <a:pt x="1249363" y="1498022"/>
                  </a:lnTo>
                  <a:lnTo>
                    <a:pt x="1249364" y="1498017"/>
                  </a:lnTo>
                  <a:lnTo>
                    <a:pt x="1249361" y="1498013"/>
                  </a:lnTo>
                  <a:lnTo>
                    <a:pt x="1249353" y="1498009"/>
                  </a:lnTo>
                  <a:lnTo>
                    <a:pt x="1249340" y="1498003"/>
                  </a:lnTo>
                  <a:lnTo>
                    <a:pt x="1249328" y="1497998"/>
                  </a:lnTo>
                  <a:lnTo>
                    <a:pt x="1249321" y="1497990"/>
                  </a:lnTo>
                  <a:lnTo>
                    <a:pt x="1249316" y="1497973"/>
                  </a:lnTo>
                  <a:lnTo>
                    <a:pt x="1249312" y="1497958"/>
                  </a:lnTo>
                  <a:lnTo>
                    <a:pt x="1249304" y="1497932"/>
                  </a:lnTo>
                  <a:lnTo>
                    <a:pt x="1249300" y="1497915"/>
                  </a:lnTo>
                  <a:lnTo>
                    <a:pt x="1249296" y="1497905"/>
                  </a:lnTo>
                  <a:lnTo>
                    <a:pt x="1249291" y="1497894"/>
                  </a:lnTo>
                  <a:lnTo>
                    <a:pt x="1249282" y="1497887"/>
                  </a:lnTo>
                  <a:lnTo>
                    <a:pt x="1249277" y="1497885"/>
                  </a:lnTo>
                  <a:lnTo>
                    <a:pt x="1249269" y="1497884"/>
                  </a:lnTo>
                  <a:lnTo>
                    <a:pt x="1249262" y="1497887"/>
                  </a:lnTo>
                  <a:lnTo>
                    <a:pt x="1249256" y="1497890"/>
                  </a:lnTo>
                  <a:lnTo>
                    <a:pt x="1249245" y="1497899"/>
                  </a:lnTo>
                  <a:lnTo>
                    <a:pt x="1249239" y="1497905"/>
                  </a:lnTo>
                  <a:lnTo>
                    <a:pt x="1249232" y="1497906"/>
                  </a:lnTo>
                  <a:lnTo>
                    <a:pt x="1249224" y="1497903"/>
                  </a:lnTo>
                  <a:lnTo>
                    <a:pt x="1249222" y="1497896"/>
                  </a:lnTo>
                  <a:lnTo>
                    <a:pt x="1249224" y="1497890"/>
                  </a:lnTo>
                  <a:lnTo>
                    <a:pt x="1249228" y="1497878"/>
                  </a:lnTo>
                  <a:lnTo>
                    <a:pt x="1249234" y="1497858"/>
                  </a:lnTo>
                  <a:lnTo>
                    <a:pt x="1249237" y="1497840"/>
                  </a:lnTo>
                  <a:lnTo>
                    <a:pt x="1249238" y="1497819"/>
                  </a:lnTo>
                  <a:lnTo>
                    <a:pt x="1249237" y="1497801"/>
                  </a:lnTo>
                  <a:lnTo>
                    <a:pt x="1249234" y="1497783"/>
                  </a:lnTo>
                  <a:lnTo>
                    <a:pt x="1249230" y="1497776"/>
                  </a:lnTo>
                  <a:lnTo>
                    <a:pt x="1249222" y="1497770"/>
                  </a:lnTo>
                  <a:lnTo>
                    <a:pt x="1249211" y="1497765"/>
                  </a:lnTo>
                  <a:lnTo>
                    <a:pt x="1249197" y="1497759"/>
                  </a:lnTo>
                  <a:lnTo>
                    <a:pt x="1249186" y="1497754"/>
                  </a:lnTo>
                  <a:lnTo>
                    <a:pt x="1249175" y="1497744"/>
                  </a:lnTo>
                  <a:lnTo>
                    <a:pt x="1249163" y="1497734"/>
                  </a:lnTo>
                  <a:lnTo>
                    <a:pt x="1249157" y="1497728"/>
                  </a:lnTo>
                  <a:lnTo>
                    <a:pt x="1249150" y="1497727"/>
                  </a:lnTo>
                  <a:lnTo>
                    <a:pt x="1249145" y="1497728"/>
                  </a:lnTo>
                  <a:lnTo>
                    <a:pt x="1249139" y="1497730"/>
                  </a:lnTo>
                  <a:lnTo>
                    <a:pt x="1249133" y="1497739"/>
                  </a:lnTo>
                  <a:lnTo>
                    <a:pt x="1249127" y="1497753"/>
                  </a:lnTo>
                  <a:lnTo>
                    <a:pt x="1249123" y="1497763"/>
                  </a:lnTo>
                  <a:lnTo>
                    <a:pt x="1249115" y="1497775"/>
                  </a:lnTo>
                  <a:lnTo>
                    <a:pt x="1249104" y="1497781"/>
                  </a:lnTo>
                  <a:lnTo>
                    <a:pt x="1249094" y="1497781"/>
                  </a:lnTo>
                  <a:lnTo>
                    <a:pt x="1249073" y="1497774"/>
                  </a:lnTo>
                  <a:lnTo>
                    <a:pt x="1249057" y="1497770"/>
                  </a:lnTo>
                  <a:lnTo>
                    <a:pt x="1249043" y="1497765"/>
                  </a:lnTo>
                  <a:lnTo>
                    <a:pt x="1249022" y="1497759"/>
                  </a:lnTo>
                  <a:lnTo>
                    <a:pt x="1249000" y="1497751"/>
                  </a:lnTo>
                  <a:lnTo>
                    <a:pt x="1248988" y="1497746"/>
                  </a:lnTo>
                  <a:lnTo>
                    <a:pt x="1248963" y="1497736"/>
                  </a:lnTo>
                  <a:lnTo>
                    <a:pt x="1248959" y="1497738"/>
                  </a:lnTo>
                  <a:lnTo>
                    <a:pt x="1248954" y="1497743"/>
                  </a:lnTo>
                  <a:lnTo>
                    <a:pt x="1248948" y="1497750"/>
                  </a:lnTo>
                  <a:lnTo>
                    <a:pt x="1248938" y="1497758"/>
                  </a:lnTo>
                  <a:lnTo>
                    <a:pt x="1248926" y="1497763"/>
                  </a:lnTo>
                  <a:lnTo>
                    <a:pt x="1248897" y="1497776"/>
                  </a:lnTo>
                  <a:lnTo>
                    <a:pt x="1248879" y="1497784"/>
                  </a:lnTo>
                  <a:lnTo>
                    <a:pt x="1248872" y="1497786"/>
                  </a:lnTo>
                  <a:lnTo>
                    <a:pt x="1248864" y="1497788"/>
                  </a:lnTo>
                  <a:lnTo>
                    <a:pt x="1248859" y="1497787"/>
                  </a:lnTo>
                  <a:lnTo>
                    <a:pt x="1248850" y="1497780"/>
                  </a:lnTo>
                  <a:lnTo>
                    <a:pt x="1248836" y="1497764"/>
                  </a:lnTo>
                  <a:lnTo>
                    <a:pt x="1248828" y="1497758"/>
                  </a:lnTo>
                  <a:lnTo>
                    <a:pt x="1248823" y="1497757"/>
                  </a:lnTo>
                  <a:lnTo>
                    <a:pt x="1248807" y="1497759"/>
                  </a:lnTo>
                  <a:lnTo>
                    <a:pt x="1248785" y="1497762"/>
                  </a:lnTo>
                  <a:lnTo>
                    <a:pt x="1248759" y="1497767"/>
                  </a:lnTo>
                  <a:lnTo>
                    <a:pt x="1248743" y="1497771"/>
                  </a:lnTo>
                  <a:lnTo>
                    <a:pt x="1248733" y="1497773"/>
                  </a:lnTo>
                  <a:lnTo>
                    <a:pt x="1248726" y="1497772"/>
                  </a:lnTo>
                  <a:lnTo>
                    <a:pt x="1248714" y="1497763"/>
                  </a:lnTo>
                  <a:lnTo>
                    <a:pt x="1248705" y="1497760"/>
                  </a:lnTo>
                  <a:lnTo>
                    <a:pt x="1248699" y="1497764"/>
                  </a:lnTo>
                  <a:lnTo>
                    <a:pt x="1248690" y="1497772"/>
                  </a:lnTo>
                  <a:lnTo>
                    <a:pt x="1248680" y="1497782"/>
                  </a:lnTo>
                  <a:lnTo>
                    <a:pt x="1248663" y="1497792"/>
                  </a:lnTo>
                  <a:lnTo>
                    <a:pt x="1248647" y="1497803"/>
                  </a:lnTo>
                  <a:lnTo>
                    <a:pt x="1248640" y="1497806"/>
                  </a:lnTo>
                  <a:lnTo>
                    <a:pt x="1248624" y="1497806"/>
                  </a:lnTo>
                  <a:lnTo>
                    <a:pt x="1248612" y="1497805"/>
                  </a:lnTo>
                  <a:lnTo>
                    <a:pt x="1248605" y="1497806"/>
                  </a:lnTo>
                  <a:lnTo>
                    <a:pt x="1248596" y="1497814"/>
                  </a:lnTo>
                  <a:lnTo>
                    <a:pt x="1248582" y="1497829"/>
                  </a:lnTo>
                  <a:lnTo>
                    <a:pt x="1248572" y="1497840"/>
                  </a:lnTo>
                  <a:lnTo>
                    <a:pt x="1248567" y="1497846"/>
                  </a:lnTo>
                  <a:lnTo>
                    <a:pt x="1248556" y="1497851"/>
                  </a:lnTo>
                  <a:lnTo>
                    <a:pt x="1248547" y="1497850"/>
                  </a:lnTo>
                  <a:lnTo>
                    <a:pt x="1248530" y="1497843"/>
                  </a:lnTo>
                  <a:lnTo>
                    <a:pt x="1248522" y="1497840"/>
                  </a:lnTo>
                  <a:lnTo>
                    <a:pt x="1248496" y="1497829"/>
                  </a:lnTo>
                  <a:lnTo>
                    <a:pt x="1248463" y="1497811"/>
                  </a:lnTo>
                  <a:lnTo>
                    <a:pt x="1248454" y="1497807"/>
                  </a:lnTo>
                  <a:lnTo>
                    <a:pt x="1248437" y="1497796"/>
                  </a:lnTo>
                  <a:lnTo>
                    <a:pt x="1248421" y="1497784"/>
                  </a:lnTo>
                  <a:lnTo>
                    <a:pt x="1248406" y="1497771"/>
                  </a:lnTo>
                  <a:lnTo>
                    <a:pt x="1248398" y="1497758"/>
                  </a:lnTo>
                  <a:lnTo>
                    <a:pt x="1248392" y="1497747"/>
                  </a:lnTo>
                  <a:lnTo>
                    <a:pt x="1248386" y="1497733"/>
                  </a:lnTo>
                  <a:lnTo>
                    <a:pt x="1248381" y="1497718"/>
                  </a:lnTo>
                  <a:lnTo>
                    <a:pt x="1248375" y="1497702"/>
                  </a:lnTo>
                  <a:lnTo>
                    <a:pt x="1248370" y="1497690"/>
                  </a:lnTo>
                  <a:lnTo>
                    <a:pt x="1248363" y="1497683"/>
                  </a:lnTo>
                  <a:lnTo>
                    <a:pt x="1248353" y="1497683"/>
                  </a:lnTo>
                  <a:lnTo>
                    <a:pt x="1248345" y="1497688"/>
                  </a:lnTo>
                  <a:lnTo>
                    <a:pt x="1248341" y="1497689"/>
                  </a:lnTo>
                  <a:lnTo>
                    <a:pt x="1248336" y="1497686"/>
                  </a:lnTo>
                  <a:lnTo>
                    <a:pt x="1248330" y="1497676"/>
                  </a:lnTo>
                  <a:lnTo>
                    <a:pt x="1248323" y="1497664"/>
                  </a:lnTo>
                  <a:lnTo>
                    <a:pt x="1248315" y="1497652"/>
                  </a:lnTo>
                  <a:lnTo>
                    <a:pt x="1248308" y="1497641"/>
                  </a:lnTo>
                  <a:lnTo>
                    <a:pt x="1248300" y="1497632"/>
                  </a:lnTo>
                  <a:lnTo>
                    <a:pt x="1248294" y="1497625"/>
                  </a:lnTo>
                  <a:lnTo>
                    <a:pt x="1248284" y="1497619"/>
                  </a:lnTo>
                  <a:lnTo>
                    <a:pt x="1248274" y="1497615"/>
                  </a:lnTo>
                  <a:lnTo>
                    <a:pt x="1248261" y="1497612"/>
                  </a:lnTo>
                  <a:lnTo>
                    <a:pt x="1248247" y="1497612"/>
                  </a:lnTo>
                  <a:lnTo>
                    <a:pt x="1248234" y="1497609"/>
                  </a:lnTo>
                  <a:lnTo>
                    <a:pt x="1248225" y="1497605"/>
                  </a:lnTo>
                  <a:lnTo>
                    <a:pt x="1248215" y="1497597"/>
                  </a:lnTo>
                  <a:lnTo>
                    <a:pt x="1248203" y="1497587"/>
                  </a:lnTo>
                  <a:lnTo>
                    <a:pt x="1248192" y="1497576"/>
                  </a:lnTo>
                  <a:lnTo>
                    <a:pt x="1248181" y="1497563"/>
                  </a:lnTo>
                  <a:lnTo>
                    <a:pt x="1248170" y="1497544"/>
                  </a:lnTo>
                  <a:lnTo>
                    <a:pt x="1248165" y="1497531"/>
                  </a:lnTo>
                  <a:lnTo>
                    <a:pt x="1248162" y="1497521"/>
                  </a:lnTo>
                  <a:lnTo>
                    <a:pt x="1248159" y="1497511"/>
                  </a:lnTo>
                  <a:lnTo>
                    <a:pt x="1248159" y="1497505"/>
                  </a:lnTo>
                  <a:lnTo>
                    <a:pt x="1248158" y="1497500"/>
                  </a:lnTo>
                  <a:lnTo>
                    <a:pt x="1248160" y="1497495"/>
                  </a:lnTo>
                  <a:lnTo>
                    <a:pt x="1248162" y="1497488"/>
                  </a:lnTo>
                  <a:lnTo>
                    <a:pt x="1248164" y="1497480"/>
                  </a:lnTo>
                  <a:lnTo>
                    <a:pt x="1248166" y="1497472"/>
                  </a:lnTo>
                  <a:lnTo>
                    <a:pt x="1248170" y="1497456"/>
                  </a:lnTo>
                  <a:lnTo>
                    <a:pt x="1248171" y="1497447"/>
                  </a:lnTo>
                  <a:lnTo>
                    <a:pt x="1248171" y="1497439"/>
                  </a:lnTo>
                  <a:lnTo>
                    <a:pt x="1248170" y="1497426"/>
                  </a:lnTo>
                  <a:lnTo>
                    <a:pt x="1248169" y="1497411"/>
                  </a:lnTo>
                  <a:lnTo>
                    <a:pt x="1248169" y="1497397"/>
                  </a:lnTo>
                  <a:lnTo>
                    <a:pt x="1248169" y="1497386"/>
                  </a:lnTo>
                  <a:lnTo>
                    <a:pt x="1248168" y="1497377"/>
                  </a:lnTo>
                  <a:lnTo>
                    <a:pt x="1248166" y="1497368"/>
                  </a:lnTo>
                  <a:lnTo>
                    <a:pt x="1248162" y="1497356"/>
                  </a:lnTo>
                  <a:lnTo>
                    <a:pt x="1248159" y="1497349"/>
                  </a:lnTo>
                  <a:lnTo>
                    <a:pt x="1248155" y="1497345"/>
                  </a:lnTo>
                  <a:lnTo>
                    <a:pt x="1248141" y="1497344"/>
                  </a:lnTo>
                  <a:lnTo>
                    <a:pt x="1248126" y="1497341"/>
                  </a:lnTo>
                  <a:lnTo>
                    <a:pt x="1248113" y="1497337"/>
                  </a:lnTo>
                  <a:lnTo>
                    <a:pt x="1248103" y="1497329"/>
                  </a:lnTo>
                  <a:lnTo>
                    <a:pt x="1248095" y="1497322"/>
                  </a:lnTo>
                  <a:lnTo>
                    <a:pt x="1248082" y="1497311"/>
                  </a:lnTo>
                  <a:lnTo>
                    <a:pt x="1248071" y="1497291"/>
                  </a:lnTo>
                  <a:lnTo>
                    <a:pt x="1248067" y="1497284"/>
                  </a:lnTo>
                  <a:lnTo>
                    <a:pt x="1248059" y="1497268"/>
                  </a:lnTo>
                  <a:lnTo>
                    <a:pt x="1248053" y="1497262"/>
                  </a:lnTo>
                  <a:lnTo>
                    <a:pt x="1248046" y="1497262"/>
                  </a:lnTo>
                  <a:lnTo>
                    <a:pt x="1248039" y="1497262"/>
                  </a:lnTo>
                  <a:lnTo>
                    <a:pt x="1248028" y="1497263"/>
                  </a:lnTo>
                  <a:lnTo>
                    <a:pt x="1248015" y="1497264"/>
                  </a:lnTo>
                  <a:lnTo>
                    <a:pt x="1248002" y="1497266"/>
                  </a:lnTo>
                  <a:lnTo>
                    <a:pt x="1247993" y="1497268"/>
                  </a:lnTo>
                  <a:lnTo>
                    <a:pt x="1247981" y="1497271"/>
                  </a:lnTo>
                  <a:lnTo>
                    <a:pt x="1247976" y="1497274"/>
                  </a:lnTo>
                  <a:lnTo>
                    <a:pt x="1247967" y="1497285"/>
                  </a:lnTo>
                  <a:lnTo>
                    <a:pt x="1247960" y="1497292"/>
                  </a:lnTo>
                  <a:lnTo>
                    <a:pt x="1247951" y="1497297"/>
                  </a:lnTo>
                  <a:lnTo>
                    <a:pt x="1247942" y="1497296"/>
                  </a:lnTo>
                  <a:lnTo>
                    <a:pt x="1247938" y="1497293"/>
                  </a:lnTo>
                  <a:lnTo>
                    <a:pt x="1247934" y="1497284"/>
                  </a:lnTo>
                  <a:lnTo>
                    <a:pt x="1247934" y="1497272"/>
                  </a:lnTo>
                  <a:lnTo>
                    <a:pt x="1247933" y="1497260"/>
                  </a:lnTo>
                  <a:lnTo>
                    <a:pt x="1247932" y="1497256"/>
                  </a:lnTo>
                  <a:lnTo>
                    <a:pt x="1247926" y="1497253"/>
                  </a:lnTo>
                  <a:lnTo>
                    <a:pt x="1247918" y="1497253"/>
                  </a:lnTo>
                  <a:lnTo>
                    <a:pt x="1247912" y="1497255"/>
                  </a:lnTo>
                  <a:lnTo>
                    <a:pt x="1247901" y="1497259"/>
                  </a:lnTo>
                  <a:lnTo>
                    <a:pt x="1247888" y="1497264"/>
                  </a:lnTo>
                  <a:lnTo>
                    <a:pt x="1247876" y="1497268"/>
                  </a:lnTo>
                  <a:lnTo>
                    <a:pt x="1247844" y="1497280"/>
                  </a:lnTo>
                  <a:lnTo>
                    <a:pt x="1247833" y="1497284"/>
                  </a:lnTo>
                  <a:lnTo>
                    <a:pt x="1247826" y="1497285"/>
                  </a:lnTo>
                  <a:lnTo>
                    <a:pt x="1247819" y="1497283"/>
                  </a:lnTo>
                  <a:lnTo>
                    <a:pt x="1247809" y="1497275"/>
                  </a:lnTo>
                  <a:lnTo>
                    <a:pt x="1247803" y="1497270"/>
                  </a:lnTo>
                  <a:lnTo>
                    <a:pt x="1247782" y="1497254"/>
                  </a:lnTo>
                  <a:lnTo>
                    <a:pt x="1247761" y="1497242"/>
                  </a:lnTo>
                  <a:lnTo>
                    <a:pt x="1247748" y="1497234"/>
                  </a:lnTo>
                  <a:lnTo>
                    <a:pt x="1247743" y="1497223"/>
                  </a:lnTo>
                  <a:lnTo>
                    <a:pt x="1247739" y="1497214"/>
                  </a:lnTo>
                  <a:lnTo>
                    <a:pt x="1247731" y="1497209"/>
                  </a:lnTo>
                  <a:lnTo>
                    <a:pt x="1247719" y="1497203"/>
                  </a:lnTo>
                  <a:lnTo>
                    <a:pt x="1247711" y="1497198"/>
                  </a:lnTo>
                  <a:lnTo>
                    <a:pt x="1247699" y="1497190"/>
                  </a:lnTo>
                  <a:lnTo>
                    <a:pt x="1247683" y="1497182"/>
                  </a:lnTo>
                  <a:lnTo>
                    <a:pt x="1247673" y="1497177"/>
                  </a:lnTo>
                  <a:lnTo>
                    <a:pt x="1247663" y="1497174"/>
                  </a:lnTo>
                  <a:lnTo>
                    <a:pt x="1247654" y="1497174"/>
                  </a:lnTo>
                  <a:lnTo>
                    <a:pt x="1247647" y="1497174"/>
                  </a:lnTo>
                  <a:lnTo>
                    <a:pt x="1247643" y="1497176"/>
                  </a:lnTo>
                  <a:lnTo>
                    <a:pt x="1247638" y="1497181"/>
                  </a:lnTo>
                  <a:lnTo>
                    <a:pt x="1247632" y="1497189"/>
                  </a:lnTo>
                  <a:lnTo>
                    <a:pt x="1247622" y="1497198"/>
                  </a:lnTo>
                  <a:lnTo>
                    <a:pt x="1247617" y="1497198"/>
                  </a:lnTo>
                  <a:lnTo>
                    <a:pt x="1247599" y="1497183"/>
                  </a:lnTo>
                  <a:lnTo>
                    <a:pt x="1247587" y="1497169"/>
                  </a:lnTo>
                  <a:lnTo>
                    <a:pt x="1247578" y="1497158"/>
                  </a:lnTo>
                  <a:lnTo>
                    <a:pt x="1247571" y="1497149"/>
                  </a:lnTo>
                  <a:lnTo>
                    <a:pt x="1247560" y="1497141"/>
                  </a:lnTo>
                  <a:lnTo>
                    <a:pt x="1247553" y="1497141"/>
                  </a:lnTo>
                  <a:lnTo>
                    <a:pt x="1247543" y="1497145"/>
                  </a:lnTo>
                  <a:lnTo>
                    <a:pt x="1247535" y="1497147"/>
                  </a:lnTo>
                  <a:lnTo>
                    <a:pt x="1247526" y="1497147"/>
                  </a:lnTo>
                  <a:lnTo>
                    <a:pt x="1247518" y="1497144"/>
                  </a:lnTo>
                  <a:lnTo>
                    <a:pt x="1247508" y="1497132"/>
                  </a:lnTo>
                  <a:lnTo>
                    <a:pt x="1247504" y="1497129"/>
                  </a:lnTo>
                  <a:lnTo>
                    <a:pt x="1247500" y="1497128"/>
                  </a:lnTo>
                  <a:lnTo>
                    <a:pt x="1247493" y="1497128"/>
                  </a:lnTo>
                  <a:lnTo>
                    <a:pt x="1247484" y="1497128"/>
                  </a:lnTo>
                  <a:lnTo>
                    <a:pt x="1247475" y="1497126"/>
                  </a:lnTo>
                  <a:lnTo>
                    <a:pt x="1247457" y="1497118"/>
                  </a:lnTo>
                  <a:lnTo>
                    <a:pt x="1247450" y="1497113"/>
                  </a:lnTo>
                  <a:lnTo>
                    <a:pt x="1247444" y="1497108"/>
                  </a:lnTo>
                  <a:lnTo>
                    <a:pt x="1247439" y="1497101"/>
                  </a:lnTo>
                  <a:lnTo>
                    <a:pt x="1247435" y="1497091"/>
                  </a:lnTo>
                  <a:lnTo>
                    <a:pt x="1247427" y="1497073"/>
                  </a:lnTo>
                  <a:lnTo>
                    <a:pt x="1247421" y="1497061"/>
                  </a:lnTo>
                  <a:lnTo>
                    <a:pt x="1247417" y="1497053"/>
                  </a:lnTo>
                  <a:lnTo>
                    <a:pt x="1247402" y="1497039"/>
                  </a:lnTo>
                  <a:lnTo>
                    <a:pt x="1247431" y="1497024"/>
                  </a:lnTo>
                  <a:lnTo>
                    <a:pt x="1247448" y="1497018"/>
                  </a:lnTo>
                  <a:lnTo>
                    <a:pt x="1247470" y="1497009"/>
                  </a:lnTo>
                  <a:lnTo>
                    <a:pt x="1247470" y="1497001"/>
                  </a:lnTo>
                  <a:lnTo>
                    <a:pt x="1247469" y="1496993"/>
                  </a:lnTo>
                  <a:lnTo>
                    <a:pt x="1247466" y="1496986"/>
                  </a:lnTo>
                  <a:lnTo>
                    <a:pt x="1247462" y="1496979"/>
                  </a:lnTo>
                  <a:lnTo>
                    <a:pt x="1247451" y="1496964"/>
                  </a:lnTo>
                  <a:lnTo>
                    <a:pt x="1247444" y="1496953"/>
                  </a:lnTo>
                  <a:lnTo>
                    <a:pt x="1247447" y="1496947"/>
                  </a:lnTo>
                  <a:lnTo>
                    <a:pt x="1247452" y="1496941"/>
                  </a:lnTo>
                  <a:lnTo>
                    <a:pt x="1247453" y="1496931"/>
                  </a:lnTo>
                  <a:lnTo>
                    <a:pt x="1247452" y="1496911"/>
                  </a:lnTo>
                  <a:lnTo>
                    <a:pt x="1247451" y="1496904"/>
                  </a:lnTo>
                  <a:lnTo>
                    <a:pt x="1247445" y="1496882"/>
                  </a:lnTo>
                  <a:lnTo>
                    <a:pt x="1247443" y="1496872"/>
                  </a:lnTo>
                  <a:lnTo>
                    <a:pt x="1247442" y="1496864"/>
                  </a:lnTo>
                  <a:lnTo>
                    <a:pt x="1247442" y="1496856"/>
                  </a:lnTo>
                  <a:lnTo>
                    <a:pt x="1247433" y="1496852"/>
                  </a:lnTo>
                  <a:lnTo>
                    <a:pt x="1247426" y="1496848"/>
                  </a:lnTo>
                  <a:lnTo>
                    <a:pt x="1247424" y="1496837"/>
                  </a:lnTo>
                  <a:lnTo>
                    <a:pt x="1247424" y="1496831"/>
                  </a:lnTo>
                  <a:lnTo>
                    <a:pt x="1247424" y="1496822"/>
                  </a:lnTo>
                  <a:lnTo>
                    <a:pt x="1247422" y="1496814"/>
                  </a:lnTo>
                  <a:lnTo>
                    <a:pt x="1247417" y="1496810"/>
                  </a:lnTo>
                  <a:lnTo>
                    <a:pt x="1247409" y="1496805"/>
                  </a:lnTo>
                  <a:lnTo>
                    <a:pt x="1247409" y="1496792"/>
                  </a:lnTo>
                  <a:lnTo>
                    <a:pt x="1247409" y="1496783"/>
                  </a:lnTo>
                  <a:lnTo>
                    <a:pt x="1247408" y="1496775"/>
                  </a:lnTo>
                  <a:lnTo>
                    <a:pt x="1247401" y="1496773"/>
                  </a:lnTo>
                  <a:lnTo>
                    <a:pt x="1247394" y="1496769"/>
                  </a:lnTo>
                  <a:lnTo>
                    <a:pt x="1247387" y="1496764"/>
                  </a:lnTo>
                  <a:lnTo>
                    <a:pt x="1247382" y="1496757"/>
                  </a:lnTo>
                  <a:lnTo>
                    <a:pt x="1247381" y="1496751"/>
                  </a:lnTo>
                  <a:lnTo>
                    <a:pt x="1247385" y="1496742"/>
                  </a:lnTo>
                  <a:lnTo>
                    <a:pt x="1247391" y="1496735"/>
                  </a:lnTo>
                  <a:lnTo>
                    <a:pt x="1247395" y="1496722"/>
                  </a:lnTo>
                  <a:lnTo>
                    <a:pt x="1247394" y="1496717"/>
                  </a:lnTo>
                  <a:lnTo>
                    <a:pt x="1247393" y="1496710"/>
                  </a:lnTo>
                  <a:lnTo>
                    <a:pt x="1247388" y="1496698"/>
                  </a:lnTo>
                  <a:lnTo>
                    <a:pt x="1247383" y="1496687"/>
                  </a:lnTo>
                  <a:lnTo>
                    <a:pt x="1247380" y="1496678"/>
                  </a:lnTo>
                  <a:lnTo>
                    <a:pt x="1247380" y="1496673"/>
                  </a:lnTo>
                  <a:lnTo>
                    <a:pt x="1247391" y="1496662"/>
                  </a:lnTo>
                  <a:lnTo>
                    <a:pt x="1247395" y="1496657"/>
                  </a:lnTo>
                  <a:lnTo>
                    <a:pt x="1247393" y="1496639"/>
                  </a:lnTo>
                  <a:lnTo>
                    <a:pt x="1247386" y="1496636"/>
                  </a:lnTo>
                  <a:lnTo>
                    <a:pt x="1247382" y="1496631"/>
                  </a:lnTo>
                  <a:lnTo>
                    <a:pt x="1247383" y="1496624"/>
                  </a:lnTo>
                  <a:lnTo>
                    <a:pt x="1247385" y="1496618"/>
                  </a:lnTo>
                  <a:lnTo>
                    <a:pt x="1247389" y="1496612"/>
                  </a:lnTo>
                  <a:lnTo>
                    <a:pt x="1247394" y="1496606"/>
                  </a:lnTo>
                  <a:lnTo>
                    <a:pt x="1247395" y="1496600"/>
                  </a:lnTo>
                  <a:lnTo>
                    <a:pt x="1247391" y="1496592"/>
                  </a:lnTo>
                  <a:lnTo>
                    <a:pt x="1247384" y="1496581"/>
                  </a:lnTo>
                  <a:lnTo>
                    <a:pt x="1247380" y="1496566"/>
                  </a:lnTo>
                  <a:lnTo>
                    <a:pt x="1247376" y="1496550"/>
                  </a:lnTo>
                  <a:lnTo>
                    <a:pt x="1247372" y="1496544"/>
                  </a:lnTo>
                  <a:lnTo>
                    <a:pt x="1247364" y="1496534"/>
                  </a:lnTo>
                  <a:lnTo>
                    <a:pt x="1247357" y="1496523"/>
                  </a:lnTo>
                  <a:lnTo>
                    <a:pt x="1247353" y="1496517"/>
                  </a:lnTo>
                  <a:lnTo>
                    <a:pt x="1247343" y="1496499"/>
                  </a:lnTo>
                  <a:lnTo>
                    <a:pt x="1247337" y="1496488"/>
                  </a:lnTo>
                  <a:lnTo>
                    <a:pt x="1247333" y="1496481"/>
                  </a:lnTo>
                  <a:lnTo>
                    <a:pt x="1247329" y="1496479"/>
                  </a:lnTo>
                  <a:lnTo>
                    <a:pt x="1247319" y="1496474"/>
                  </a:lnTo>
                  <a:lnTo>
                    <a:pt x="1247307" y="1496466"/>
                  </a:lnTo>
                  <a:lnTo>
                    <a:pt x="1247300" y="1496459"/>
                  </a:lnTo>
                  <a:lnTo>
                    <a:pt x="1247293" y="1496455"/>
                  </a:lnTo>
                  <a:lnTo>
                    <a:pt x="1247285" y="1496452"/>
                  </a:lnTo>
                  <a:lnTo>
                    <a:pt x="1247269" y="1496447"/>
                  </a:lnTo>
                  <a:lnTo>
                    <a:pt x="1247258" y="1496444"/>
                  </a:lnTo>
                  <a:lnTo>
                    <a:pt x="1247254" y="1496441"/>
                  </a:lnTo>
                  <a:lnTo>
                    <a:pt x="1247248" y="1496439"/>
                  </a:lnTo>
                  <a:lnTo>
                    <a:pt x="1247230" y="1496444"/>
                  </a:lnTo>
                  <a:lnTo>
                    <a:pt x="1247218" y="1496448"/>
                  </a:lnTo>
                  <a:lnTo>
                    <a:pt x="1247209" y="1496450"/>
                  </a:lnTo>
                  <a:lnTo>
                    <a:pt x="1247203" y="1496448"/>
                  </a:lnTo>
                  <a:lnTo>
                    <a:pt x="1247193" y="1496441"/>
                  </a:lnTo>
                  <a:lnTo>
                    <a:pt x="1247183" y="1496431"/>
                  </a:lnTo>
                  <a:lnTo>
                    <a:pt x="1247178" y="1496426"/>
                  </a:lnTo>
                  <a:lnTo>
                    <a:pt x="1247170" y="1496419"/>
                  </a:lnTo>
                  <a:lnTo>
                    <a:pt x="1247161" y="1496411"/>
                  </a:lnTo>
                  <a:lnTo>
                    <a:pt x="1247155" y="1496401"/>
                  </a:lnTo>
                  <a:lnTo>
                    <a:pt x="1247153" y="1496393"/>
                  </a:lnTo>
                  <a:lnTo>
                    <a:pt x="1247151" y="1496385"/>
                  </a:lnTo>
                  <a:lnTo>
                    <a:pt x="1247151" y="1496378"/>
                  </a:lnTo>
                  <a:lnTo>
                    <a:pt x="1247153" y="1496371"/>
                  </a:lnTo>
                  <a:lnTo>
                    <a:pt x="1247146" y="1496358"/>
                  </a:lnTo>
                  <a:lnTo>
                    <a:pt x="1247140" y="1496343"/>
                  </a:lnTo>
                  <a:lnTo>
                    <a:pt x="1247130" y="1496322"/>
                  </a:lnTo>
                  <a:lnTo>
                    <a:pt x="1247126" y="1496317"/>
                  </a:lnTo>
                  <a:lnTo>
                    <a:pt x="1247119" y="1496316"/>
                  </a:lnTo>
                  <a:lnTo>
                    <a:pt x="1247112" y="1496317"/>
                  </a:lnTo>
                  <a:lnTo>
                    <a:pt x="1247097" y="1496319"/>
                  </a:lnTo>
                  <a:lnTo>
                    <a:pt x="1247090" y="1496319"/>
                  </a:lnTo>
                  <a:lnTo>
                    <a:pt x="1247081" y="1496319"/>
                  </a:lnTo>
                  <a:lnTo>
                    <a:pt x="1247074" y="1496319"/>
                  </a:lnTo>
                  <a:lnTo>
                    <a:pt x="1247061" y="1496318"/>
                  </a:lnTo>
                  <a:lnTo>
                    <a:pt x="1247045" y="1496317"/>
                  </a:lnTo>
                  <a:lnTo>
                    <a:pt x="1247040" y="1496319"/>
                  </a:lnTo>
                  <a:lnTo>
                    <a:pt x="1247036" y="1496323"/>
                  </a:lnTo>
                  <a:lnTo>
                    <a:pt x="1247033" y="1496328"/>
                  </a:lnTo>
                  <a:lnTo>
                    <a:pt x="1247028" y="1496335"/>
                  </a:lnTo>
                  <a:lnTo>
                    <a:pt x="1247015" y="1496351"/>
                  </a:lnTo>
                  <a:lnTo>
                    <a:pt x="1247008" y="1496352"/>
                  </a:lnTo>
                  <a:lnTo>
                    <a:pt x="1247001" y="1496352"/>
                  </a:lnTo>
                  <a:lnTo>
                    <a:pt x="1246995" y="1496351"/>
                  </a:lnTo>
                  <a:lnTo>
                    <a:pt x="1246989" y="1496349"/>
                  </a:lnTo>
                  <a:lnTo>
                    <a:pt x="1246983" y="1496346"/>
                  </a:lnTo>
                  <a:lnTo>
                    <a:pt x="1246976" y="1496342"/>
                  </a:lnTo>
                  <a:lnTo>
                    <a:pt x="1246968" y="1496332"/>
                  </a:lnTo>
                  <a:lnTo>
                    <a:pt x="1246963" y="1496321"/>
                  </a:lnTo>
                  <a:lnTo>
                    <a:pt x="1246959" y="1496308"/>
                  </a:lnTo>
                  <a:lnTo>
                    <a:pt x="1246953" y="1496288"/>
                  </a:lnTo>
                  <a:lnTo>
                    <a:pt x="1246949" y="1496283"/>
                  </a:lnTo>
                  <a:lnTo>
                    <a:pt x="1246945" y="1496282"/>
                  </a:lnTo>
                  <a:lnTo>
                    <a:pt x="1246941" y="1496281"/>
                  </a:lnTo>
                  <a:lnTo>
                    <a:pt x="1246929" y="1496282"/>
                  </a:lnTo>
                  <a:lnTo>
                    <a:pt x="1246918" y="1496281"/>
                  </a:lnTo>
                  <a:lnTo>
                    <a:pt x="1246909" y="1496281"/>
                  </a:lnTo>
                  <a:lnTo>
                    <a:pt x="1246900" y="1496280"/>
                  </a:lnTo>
                  <a:lnTo>
                    <a:pt x="1246891" y="1496279"/>
                  </a:lnTo>
                  <a:lnTo>
                    <a:pt x="1246883" y="1496277"/>
                  </a:lnTo>
                  <a:lnTo>
                    <a:pt x="1246875" y="1496270"/>
                  </a:lnTo>
                  <a:lnTo>
                    <a:pt x="1246864" y="1496261"/>
                  </a:lnTo>
                  <a:lnTo>
                    <a:pt x="1246856" y="1496260"/>
                  </a:lnTo>
                  <a:lnTo>
                    <a:pt x="1246847" y="1496260"/>
                  </a:lnTo>
                  <a:lnTo>
                    <a:pt x="1246839" y="1496258"/>
                  </a:lnTo>
                  <a:lnTo>
                    <a:pt x="1246831" y="1496254"/>
                  </a:lnTo>
                  <a:lnTo>
                    <a:pt x="1246818" y="1496246"/>
                  </a:lnTo>
                  <a:lnTo>
                    <a:pt x="1246814" y="1496242"/>
                  </a:lnTo>
                  <a:lnTo>
                    <a:pt x="1246809" y="1496238"/>
                  </a:lnTo>
                  <a:lnTo>
                    <a:pt x="1246802" y="1496234"/>
                  </a:lnTo>
                  <a:lnTo>
                    <a:pt x="1246797" y="1496228"/>
                  </a:lnTo>
                  <a:lnTo>
                    <a:pt x="1246792" y="1496219"/>
                  </a:lnTo>
                  <a:lnTo>
                    <a:pt x="1246787" y="1496211"/>
                  </a:lnTo>
                  <a:lnTo>
                    <a:pt x="1246783" y="1496203"/>
                  </a:lnTo>
                  <a:lnTo>
                    <a:pt x="1246774" y="1496193"/>
                  </a:lnTo>
                  <a:lnTo>
                    <a:pt x="1246765" y="1496183"/>
                  </a:lnTo>
                  <a:lnTo>
                    <a:pt x="1246756" y="1496175"/>
                  </a:lnTo>
                  <a:lnTo>
                    <a:pt x="1246744" y="1496163"/>
                  </a:lnTo>
                  <a:lnTo>
                    <a:pt x="1246734" y="1496154"/>
                  </a:lnTo>
                  <a:lnTo>
                    <a:pt x="1246727" y="1496146"/>
                  </a:lnTo>
                  <a:lnTo>
                    <a:pt x="1246718" y="1496140"/>
                  </a:lnTo>
                  <a:lnTo>
                    <a:pt x="1246712" y="1496144"/>
                  </a:lnTo>
                  <a:lnTo>
                    <a:pt x="1246702" y="1496151"/>
                  </a:lnTo>
                  <a:lnTo>
                    <a:pt x="1246692" y="1496159"/>
                  </a:lnTo>
                  <a:lnTo>
                    <a:pt x="1246685" y="1496163"/>
                  </a:lnTo>
                  <a:lnTo>
                    <a:pt x="1246681" y="1496161"/>
                  </a:lnTo>
                  <a:lnTo>
                    <a:pt x="1246675" y="1496155"/>
                  </a:lnTo>
                  <a:lnTo>
                    <a:pt x="1246670" y="1496147"/>
                  </a:lnTo>
                  <a:lnTo>
                    <a:pt x="1246667" y="1496142"/>
                  </a:lnTo>
                  <a:lnTo>
                    <a:pt x="1246664" y="1496136"/>
                  </a:lnTo>
                  <a:lnTo>
                    <a:pt x="1246663" y="1496130"/>
                  </a:lnTo>
                  <a:lnTo>
                    <a:pt x="1246664" y="1496123"/>
                  </a:lnTo>
                  <a:lnTo>
                    <a:pt x="1246663" y="1496113"/>
                  </a:lnTo>
                  <a:lnTo>
                    <a:pt x="1246660" y="1496104"/>
                  </a:lnTo>
                  <a:lnTo>
                    <a:pt x="1246656" y="1496099"/>
                  </a:lnTo>
                  <a:lnTo>
                    <a:pt x="1246649" y="1496097"/>
                  </a:lnTo>
                  <a:lnTo>
                    <a:pt x="1246642" y="1496095"/>
                  </a:lnTo>
                  <a:lnTo>
                    <a:pt x="1246637" y="1496092"/>
                  </a:lnTo>
                  <a:lnTo>
                    <a:pt x="1246628" y="1496085"/>
                  </a:lnTo>
                  <a:lnTo>
                    <a:pt x="1246621" y="1496077"/>
                  </a:lnTo>
                  <a:lnTo>
                    <a:pt x="1246616" y="1496068"/>
                  </a:lnTo>
                  <a:lnTo>
                    <a:pt x="1246608" y="1496059"/>
                  </a:lnTo>
                  <a:lnTo>
                    <a:pt x="1246601" y="1496054"/>
                  </a:lnTo>
                  <a:lnTo>
                    <a:pt x="1246594" y="1496050"/>
                  </a:lnTo>
                  <a:lnTo>
                    <a:pt x="1246587" y="1496049"/>
                  </a:lnTo>
                  <a:lnTo>
                    <a:pt x="1246580" y="1496049"/>
                  </a:lnTo>
                  <a:lnTo>
                    <a:pt x="1246571" y="1496049"/>
                  </a:lnTo>
                  <a:lnTo>
                    <a:pt x="1246561" y="1496050"/>
                  </a:lnTo>
                  <a:lnTo>
                    <a:pt x="1246555" y="1496052"/>
                  </a:lnTo>
                  <a:lnTo>
                    <a:pt x="1246549" y="1496052"/>
                  </a:lnTo>
                  <a:lnTo>
                    <a:pt x="1246545" y="1496047"/>
                  </a:lnTo>
                  <a:lnTo>
                    <a:pt x="1246543" y="1496039"/>
                  </a:lnTo>
                  <a:lnTo>
                    <a:pt x="1246539" y="1496019"/>
                  </a:lnTo>
                  <a:lnTo>
                    <a:pt x="1246535" y="1496004"/>
                  </a:lnTo>
                  <a:lnTo>
                    <a:pt x="1246526" y="1496016"/>
                  </a:lnTo>
                  <a:lnTo>
                    <a:pt x="1246511" y="1496023"/>
                  </a:lnTo>
                  <a:lnTo>
                    <a:pt x="1246496" y="1496026"/>
                  </a:lnTo>
                  <a:lnTo>
                    <a:pt x="1246486" y="1496027"/>
                  </a:lnTo>
                  <a:lnTo>
                    <a:pt x="1246476" y="1496027"/>
                  </a:lnTo>
                  <a:lnTo>
                    <a:pt x="1246467" y="1496024"/>
                  </a:lnTo>
                  <a:lnTo>
                    <a:pt x="1246462" y="1496019"/>
                  </a:lnTo>
                  <a:lnTo>
                    <a:pt x="1246456" y="1496016"/>
                  </a:lnTo>
                  <a:lnTo>
                    <a:pt x="1246454" y="1496026"/>
                  </a:lnTo>
                  <a:lnTo>
                    <a:pt x="1246454" y="1496040"/>
                  </a:lnTo>
                  <a:lnTo>
                    <a:pt x="1246455" y="1496051"/>
                  </a:lnTo>
                  <a:lnTo>
                    <a:pt x="1246460" y="1496066"/>
                  </a:lnTo>
                  <a:lnTo>
                    <a:pt x="1246464" y="1496079"/>
                  </a:lnTo>
                  <a:lnTo>
                    <a:pt x="1246465" y="1496092"/>
                  </a:lnTo>
                  <a:lnTo>
                    <a:pt x="1246459" y="1496104"/>
                  </a:lnTo>
                  <a:lnTo>
                    <a:pt x="1246451" y="1496116"/>
                  </a:lnTo>
                  <a:lnTo>
                    <a:pt x="1246439" y="1496129"/>
                  </a:lnTo>
                  <a:lnTo>
                    <a:pt x="1246426" y="1496142"/>
                  </a:lnTo>
                  <a:lnTo>
                    <a:pt x="1246418" y="1496146"/>
                  </a:lnTo>
                  <a:lnTo>
                    <a:pt x="1246410" y="1496148"/>
                  </a:lnTo>
                  <a:lnTo>
                    <a:pt x="1246398" y="1496152"/>
                  </a:lnTo>
                  <a:lnTo>
                    <a:pt x="1246390" y="1496156"/>
                  </a:lnTo>
                  <a:lnTo>
                    <a:pt x="1246386" y="1496158"/>
                  </a:lnTo>
                  <a:lnTo>
                    <a:pt x="1246379" y="1496169"/>
                  </a:lnTo>
                  <a:lnTo>
                    <a:pt x="1246372" y="1496180"/>
                  </a:lnTo>
                  <a:lnTo>
                    <a:pt x="1246367" y="1496187"/>
                  </a:lnTo>
                  <a:lnTo>
                    <a:pt x="1246360" y="1496196"/>
                  </a:lnTo>
                  <a:lnTo>
                    <a:pt x="1246347" y="1496205"/>
                  </a:lnTo>
                  <a:lnTo>
                    <a:pt x="1246331" y="1496214"/>
                  </a:lnTo>
                  <a:lnTo>
                    <a:pt x="1246323" y="1496218"/>
                  </a:lnTo>
                  <a:lnTo>
                    <a:pt x="1246302" y="1496227"/>
                  </a:lnTo>
                  <a:lnTo>
                    <a:pt x="1246281" y="1496236"/>
                  </a:lnTo>
                  <a:lnTo>
                    <a:pt x="1246256" y="1496245"/>
                  </a:lnTo>
                  <a:lnTo>
                    <a:pt x="1246247" y="1496250"/>
                  </a:lnTo>
                  <a:lnTo>
                    <a:pt x="1246237" y="1496255"/>
                  </a:lnTo>
                  <a:lnTo>
                    <a:pt x="1246232" y="1496258"/>
                  </a:lnTo>
                  <a:lnTo>
                    <a:pt x="1246222" y="1496261"/>
                  </a:lnTo>
                  <a:lnTo>
                    <a:pt x="1246206" y="1496261"/>
                  </a:lnTo>
                  <a:lnTo>
                    <a:pt x="1246193" y="1496259"/>
                  </a:lnTo>
                  <a:lnTo>
                    <a:pt x="1246179" y="1496253"/>
                  </a:lnTo>
                  <a:lnTo>
                    <a:pt x="1246166" y="1496247"/>
                  </a:lnTo>
                  <a:lnTo>
                    <a:pt x="1246159" y="1496246"/>
                  </a:lnTo>
                  <a:lnTo>
                    <a:pt x="1246143" y="1496262"/>
                  </a:lnTo>
                  <a:lnTo>
                    <a:pt x="1246136" y="1496271"/>
                  </a:lnTo>
                  <a:lnTo>
                    <a:pt x="1246132" y="1496276"/>
                  </a:lnTo>
                  <a:lnTo>
                    <a:pt x="1246125" y="1496278"/>
                  </a:lnTo>
                  <a:lnTo>
                    <a:pt x="1246115" y="1496278"/>
                  </a:lnTo>
                  <a:lnTo>
                    <a:pt x="1246102" y="1496278"/>
                  </a:lnTo>
                  <a:lnTo>
                    <a:pt x="1246087" y="1496277"/>
                  </a:lnTo>
                  <a:lnTo>
                    <a:pt x="1246079" y="1496278"/>
                  </a:lnTo>
                  <a:lnTo>
                    <a:pt x="1246061" y="1496278"/>
                  </a:lnTo>
                  <a:lnTo>
                    <a:pt x="1246039" y="1496279"/>
                  </a:lnTo>
                  <a:lnTo>
                    <a:pt x="1246027" y="1496279"/>
                  </a:lnTo>
                  <a:lnTo>
                    <a:pt x="1246015" y="1496278"/>
                  </a:lnTo>
                  <a:lnTo>
                    <a:pt x="1246002" y="1496278"/>
                  </a:lnTo>
                  <a:lnTo>
                    <a:pt x="1245987" y="1496279"/>
                  </a:lnTo>
                  <a:lnTo>
                    <a:pt x="1245978" y="1496285"/>
                  </a:lnTo>
                  <a:lnTo>
                    <a:pt x="1245968" y="1496291"/>
                  </a:lnTo>
                  <a:lnTo>
                    <a:pt x="1245952" y="1496295"/>
                  </a:lnTo>
                  <a:lnTo>
                    <a:pt x="1245942" y="1496296"/>
                  </a:lnTo>
                  <a:lnTo>
                    <a:pt x="1245932" y="1496297"/>
                  </a:lnTo>
                  <a:lnTo>
                    <a:pt x="1245921" y="1496298"/>
                  </a:lnTo>
                  <a:lnTo>
                    <a:pt x="1245909" y="1496296"/>
                  </a:lnTo>
                  <a:lnTo>
                    <a:pt x="1245896" y="1496292"/>
                  </a:lnTo>
                  <a:lnTo>
                    <a:pt x="1245884" y="1496289"/>
                  </a:lnTo>
                  <a:lnTo>
                    <a:pt x="1245875" y="1496293"/>
                  </a:lnTo>
                  <a:lnTo>
                    <a:pt x="1245866" y="1496298"/>
                  </a:lnTo>
                  <a:lnTo>
                    <a:pt x="1245854" y="1496303"/>
                  </a:lnTo>
                  <a:lnTo>
                    <a:pt x="1245839" y="1496308"/>
                  </a:lnTo>
                  <a:lnTo>
                    <a:pt x="1245825" y="1496311"/>
                  </a:lnTo>
                  <a:lnTo>
                    <a:pt x="1245812" y="1496314"/>
                  </a:lnTo>
                  <a:lnTo>
                    <a:pt x="1245803" y="1496317"/>
                  </a:lnTo>
                  <a:lnTo>
                    <a:pt x="1245790" y="1496320"/>
                  </a:lnTo>
                  <a:lnTo>
                    <a:pt x="1245780" y="1496323"/>
                  </a:lnTo>
                  <a:lnTo>
                    <a:pt x="1245774" y="1496325"/>
                  </a:lnTo>
                  <a:lnTo>
                    <a:pt x="1245765" y="1496328"/>
                  </a:lnTo>
                  <a:lnTo>
                    <a:pt x="1245757" y="1496329"/>
                  </a:lnTo>
                  <a:lnTo>
                    <a:pt x="1245753" y="1496330"/>
                  </a:lnTo>
                  <a:lnTo>
                    <a:pt x="1245745" y="1496336"/>
                  </a:lnTo>
                  <a:lnTo>
                    <a:pt x="1245738" y="1496341"/>
                  </a:lnTo>
                  <a:lnTo>
                    <a:pt x="1245728" y="1496348"/>
                  </a:lnTo>
                  <a:lnTo>
                    <a:pt x="1245716" y="1496354"/>
                  </a:lnTo>
                  <a:lnTo>
                    <a:pt x="1245706" y="1496360"/>
                  </a:lnTo>
                  <a:lnTo>
                    <a:pt x="1245698" y="1496366"/>
                  </a:lnTo>
                  <a:lnTo>
                    <a:pt x="1245687" y="1496372"/>
                  </a:lnTo>
                  <a:lnTo>
                    <a:pt x="1245682" y="1496375"/>
                  </a:lnTo>
                  <a:lnTo>
                    <a:pt x="1245672" y="1496381"/>
                  </a:lnTo>
                  <a:lnTo>
                    <a:pt x="1245664" y="1496387"/>
                  </a:lnTo>
                  <a:lnTo>
                    <a:pt x="1245660" y="1496390"/>
                  </a:lnTo>
                  <a:lnTo>
                    <a:pt x="1245657" y="1496394"/>
                  </a:lnTo>
                  <a:lnTo>
                    <a:pt x="1245652" y="1496402"/>
                  </a:lnTo>
                  <a:lnTo>
                    <a:pt x="1245646" y="1496412"/>
                  </a:lnTo>
                  <a:lnTo>
                    <a:pt x="1245635" y="1496427"/>
                  </a:lnTo>
                  <a:lnTo>
                    <a:pt x="1245627" y="1496432"/>
                  </a:lnTo>
                  <a:lnTo>
                    <a:pt x="1245616" y="1496437"/>
                  </a:lnTo>
                  <a:lnTo>
                    <a:pt x="1245605" y="1496439"/>
                  </a:lnTo>
                  <a:lnTo>
                    <a:pt x="1245594" y="1496441"/>
                  </a:lnTo>
                  <a:lnTo>
                    <a:pt x="1245587" y="1496443"/>
                  </a:lnTo>
                  <a:lnTo>
                    <a:pt x="1245574" y="1496444"/>
                  </a:lnTo>
                  <a:lnTo>
                    <a:pt x="1245560" y="1496446"/>
                  </a:lnTo>
                  <a:lnTo>
                    <a:pt x="1245554" y="1496449"/>
                  </a:lnTo>
                  <a:lnTo>
                    <a:pt x="1245549" y="1496451"/>
                  </a:lnTo>
                  <a:lnTo>
                    <a:pt x="1245543" y="1496452"/>
                  </a:lnTo>
                  <a:lnTo>
                    <a:pt x="1245529" y="1496454"/>
                  </a:lnTo>
                  <a:lnTo>
                    <a:pt x="1245518" y="1496455"/>
                  </a:lnTo>
                  <a:lnTo>
                    <a:pt x="1245510" y="1496458"/>
                  </a:lnTo>
                  <a:lnTo>
                    <a:pt x="1245505" y="1496463"/>
                  </a:lnTo>
                  <a:lnTo>
                    <a:pt x="1245500" y="1496469"/>
                  </a:lnTo>
                  <a:lnTo>
                    <a:pt x="1245494" y="1496475"/>
                  </a:lnTo>
                  <a:lnTo>
                    <a:pt x="1245488" y="1496481"/>
                  </a:lnTo>
                  <a:lnTo>
                    <a:pt x="1245480" y="1496488"/>
                  </a:lnTo>
                  <a:lnTo>
                    <a:pt x="1245475" y="1496488"/>
                  </a:lnTo>
                  <a:lnTo>
                    <a:pt x="1245462" y="1496486"/>
                  </a:lnTo>
                  <a:lnTo>
                    <a:pt x="1245456" y="1496485"/>
                  </a:lnTo>
                  <a:lnTo>
                    <a:pt x="1245446" y="1496495"/>
                  </a:lnTo>
                  <a:lnTo>
                    <a:pt x="1245441" y="1496498"/>
                  </a:lnTo>
                  <a:lnTo>
                    <a:pt x="1245435" y="1496498"/>
                  </a:lnTo>
                  <a:lnTo>
                    <a:pt x="1245427" y="1496496"/>
                  </a:lnTo>
                  <a:lnTo>
                    <a:pt x="1245415" y="1496495"/>
                  </a:lnTo>
                  <a:lnTo>
                    <a:pt x="1245409" y="1496501"/>
                  </a:lnTo>
                  <a:lnTo>
                    <a:pt x="1245404" y="1496509"/>
                  </a:lnTo>
                  <a:lnTo>
                    <a:pt x="1245390" y="1496531"/>
                  </a:lnTo>
                  <a:lnTo>
                    <a:pt x="1245384" y="1496537"/>
                  </a:lnTo>
                  <a:lnTo>
                    <a:pt x="1245377" y="1496541"/>
                  </a:lnTo>
                  <a:lnTo>
                    <a:pt x="1245368" y="1496543"/>
                  </a:lnTo>
                  <a:lnTo>
                    <a:pt x="1245356" y="1496546"/>
                  </a:lnTo>
                  <a:lnTo>
                    <a:pt x="1245342" y="1496549"/>
                  </a:lnTo>
                  <a:lnTo>
                    <a:pt x="1245324" y="1496551"/>
                  </a:lnTo>
                  <a:lnTo>
                    <a:pt x="1245309" y="1496551"/>
                  </a:lnTo>
                  <a:lnTo>
                    <a:pt x="1245299" y="1496553"/>
                  </a:lnTo>
                  <a:lnTo>
                    <a:pt x="1245291" y="1496568"/>
                  </a:lnTo>
                  <a:lnTo>
                    <a:pt x="1245287" y="1496575"/>
                  </a:lnTo>
                  <a:lnTo>
                    <a:pt x="1245281" y="1496582"/>
                  </a:lnTo>
                  <a:lnTo>
                    <a:pt x="1245276" y="1496587"/>
                  </a:lnTo>
                  <a:lnTo>
                    <a:pt x="1245268" y="1496594"/>
                  </a:lnTo>
                  <a:lnTo>
                    <a:pt x="1245261" y="1496600"/>
                  </a:lnTo>
                  <a:lnTo>
                    <a:pt x="1245249" y="1496616"/>
                  </a:lnTo>
                  <a:lnTo>
                    <a:pt x="1245238" y="1496628"/>
                  </a:lnTo>
                  <a:lnTo>
                    <a:pt x="1245219" y="1496645"/>
                  </a:lnTo>
                  <a:lnTo>
                    <a:pt x="1245201" y="1496662"/>
                  </a:lnTo>
                  <a:lnTo>
                    <a:pt x="1245194" y="1496669"/>
                  </a:lnTo>
                  <a:lnTo>
                    <a:pt x="1245188" y="1496675"/>
                  </a:lnTo>
                  <a:lnTo>
                    <a:pt x="1245180" y="1496683"/>
                  </a:lnTo>
                  <a:lnTo>
                    <a:pt x="1245173" y="1496690"/>
                  </a:lnTo>
                  <a:lnTo>
                    <a:pt x="1245168" y="1496692"/>
                  </a:lnTo>
                  <a:lnTo>
                    <a:pt x="1245159" y="1496695"/>
                  </a:lnTo>
                  <a:lnTo>
                    <a:pt x="1245142" y="1496696"/>
                  </a:lnTo>
                  <a:lnTo>
                    <a:pt x="1245131" y="1496696"/>
                  </a:lnTo>
                  <a:lnTo>
                    <a:pt x="1245119" y="1496695"/>
                  </a:lnTo>
                  <a:lnTo>
                    <a:pt x="1245118" y="1496681"/>
                  </a:lnTo>
                  <a:lnTo>
                    <a:pt x="1245117" y="1496666"/>
                  </a:lnTo>
                  <a:lnTo>
                    <a:pt x="1245111" y="1496664"/>
                  </a:lnTo>
                  <a:lnTo>
                    <a:pt x="1245108" y="1496659"/>
                  </a:lnTo>
                  <a:lnTo>
                    <a:pt x="1245106" y="1496653"/>
                  </a:lnTo>
                  <a:lnTo>
                    <a:pt x="1245103" y="1496643"/>
                  </a:lnTo>
                  <a:lnTo>
                    <a:pt x="1245102" y="1496634"/>
                  </a:lnTo>
                  <a:lnTo>
                    <a:pt x="1245100" y="1496624"/>
                  </a:lnTo>
                  <a:lnTo>
                    <a:pt x="1245095" y="1496609"/>
                  </a:lnTo>
                  <a:lnTo>
                    <a:pt x="1245091" y="1496598"/>
                  </a:lnTo>
                  <a:lnTo>
                    <a:pt x="1245087" y="1496581"/>
                  </a:lnTo>
                  <a:lnTo>
                    <a:pt x="1245081" y="1496570"/>
                  </a:lnTo>
                  <a:lnTo>
                    <a:pt x="1245080" y="1496559"/>
                  </a:lnTo>
                  <a:lnTo>
                    <a:pt x="1245078" y="1496541"/>
                  </a:lnTo>
                  <a:lnTo>
                    <a:pt x="1245072" y="1496529"/>
                  </a:lnTo>
                  <a:lnTo>
                    <a:pt x="1245065" y="1496518"/>
                  </a:lnTo>
                  <a:lnTo>
                    <a:pt x="1245060" y="1496507"/>
                  </a:lnTo>
                  <a:lnTo>
                    <a:pt x="1245052" y="1496498"/>
                  </a:lnTo>
                  <a:lnTo>
                    <a:pt x="1245041" y="1496488"/>
                  </a:lnTo>
                  <a:lnTo>
                    <a:pt x="1245030" y="1496479"/>
                  </a:lnTo>
                  <a:lnTo>
                    <a:pt x="1245019" y="1496467"/>
                  </a:lnTo>
                  <a:lnTo>
                    <a:pt x="1245014" y="1496458"/>
                  </a:lnTo>
                  <a:lnTo>
                    <a:pt x="1245010" y="1496449"/>
                  </a:lnTo>
                  <a:lnTo>
                    <a:pt x="1245007" y="1496444"/>
                  </a:lnTo>
                  <a:lnTo>
                    <a:pt x="1245003" y="1496438"/>
                  </a:lnTo>
                  <a:lnTo>
                    <a:pt x="1244998" y="1496431"/>
                  </a:lnTo>
                  <a:lnTo>
                    <a:pt x="1244993" y="1496427"/>
                  </a:lnTo>
                  <a:lnTo>
                    <a:pt x="1244985" y="1496423"/>
                  </a:lnTo>
                  <a:lnTo>
                    <a:pt x="1244976" y="1496415"/>
                  </a:lnTo>
                  <a:lnTo>
                    <a:pt x="1244969" y="1496406"/>
                  </a:lnTo>
                  <a:lnTo>
                    <a:pt x="1244960" y="1496393"/>
                  </a:lnTo>
                  <a:lnTo>
                    <a:pt x="1244948" y="1496373"/>
                  </a:lnTo>
                  <a:lnTo>
                    <a:pt x="1244940" y="1496366"/>
                  </a:lnTo>
                  <a:lnTo>
                    <a:pt x="1244934" y="1496360"/>
                  </a:lnTo>
                  <a:lnTo>
                    <a:pt x="1244929" y="1496351"/>
                  </a:lnTo>
                  <a:lnTo>
                    <a:pt x="1244926" y="1496337"/>
                  </a:lnTo>
                  <a:lnTo>
                    <a:pt x="1244924" y="1496331"/>
                  </a:lnTo>
                  <a:lnTo>
                    <a:pt x="1244922" y="1496326"/>
                  </a:lnTo>
                  <a:lnTo>
                    <a:pt x="1244918" y="1496324"/>
                  </a:lnTo>
                  <a:lnTo>
                    <a:pt x="1244904" y="1496317"/>
                  </a:lnTo>
                  <a:lnTo>
                    <a:pt x="1244877" y="1496307"/>
                  </a:lnTo>
                  <a:lnTo>
                    <a:pt x="1244856" y="1496298"/>
                  </a:lnTo>
                  <a:lnTo>
                    <a:pt x="1244851" y="1496291"/>
                  </a:lnTo>
                  <a:lnTo>
                    <a:pt x="1244850" y="1496283"/>
                  </a:lnTo>
                  <a:lnTo>
                    <a:pt x="1244849" y="1496277"/>
                  </a:lnTo>
                  <a:lnTo>
                    <a:pt x="1244846" y="1496272"/>
                  </a:lnTo>
                  <a:lnTo>
                    <a:pt x="1244838" y="1496269"/>
                  </a:lnTo>
                  <a:lnTo>
                    <a:pt x="1244821" y="1496262"/>
                  </a:lnTo>
                  <a:lnTo>
                    <a:pt x="1244799" y="1496253"/>
                  </a:lnTo>
                  <a:lnTo>
                    <a:pt x="1244799" y="1496245"/>
                  </a:lnTo>
                  <a:lnTo>
                    <a:pt x="1244799" y="1496233"/>
                  </a:lnTo>
                  <a:lnTo>
                    <a:pt x="1244793" y="1496229"/>
                  </a:lnTo>
                  <a:lnTo>
                    <a:pt x="1244784" y="1496228"/>
                  </a:lnTo>
                  <a:lnTo>
                    <a:pt x="1244776" y="1496227"/>
                  </a:lnTo>
                  <a:lnTo>
                    <a:pt x="1244768" y="1496223"/>
                  </a:lnTo>
                  <a:lnTo>
                    <a:pt x="1244759" y="1496217"/>
                  </a:lnTo>
                  <a:lnTo>
                    <a:pt x="1244751" y="1496216"/>
                  </a:lnTo>
                  <a:lnTo>
                    <a:pt x="1244744" y="1496213"/>
                  </a:lnTo>
                  <a:lnTo>
                    <a:pt x="1244736" y="1496207"/>
                  </a:lnTo>
                  <a:lnTo>
                    <a:pt x="1244728" y="1496193"/>
                  </a:lnTo>
                  <a:lnTo>
                    <a:pt x="1244724" y="1496184"/>
                  </a:lnTo>
                  <a:lnTo>
                    <a:pt x="1244716" y="1496181"/>
                  </a:lnTo>
                  <a:lnTo>
                    <a:pt x="1244708" y="1496181"/>
                  </a:lnTo>
                  <a:lnTo>
                    <a:pt x="1244701" y="1496178"/>
                  </a:lnTo>
                  <a:lnTo>
                    <a:pt x="1244690" y="1496175"/>
                  </a:lnTo>
                  <a:lnTo>
                    <a:pt x="1244682" y="1496174"/>
                  </a:lnTo>
                  <a:lnTo>
                    <a:pt x="1244673" y="1496177"/>
                  </a:lnTo>
                  <a:lnTo>
                    <a:pt x="1244666" y="1496180"/>
                  </a:lnTo>
                  <a:lnTo>
                    <a:pt x="1244657" y="1496186"/>
                  </a:lnTo>
                  <a:lnTo>
                    <a:pt x="1244648" y="1496192"/>
                  </a:lnTo>
                  <a:lnTo>
                    <a:pt x="1244642" y="1496196"/>
                  </a:lnTo>
                  <a:lnTo>
                    <a:pt x="1244634" y="1496197"/>
                  </a:lnTo>
                  <a:lnTo>
                    <a:pt x="1244626" y="1496196"/>
                  </a:lnTo>
                  <a:lnTo>
                    <a:pt x="1244618" y="1496194"/>
                  </a:lnTo>
                  <a:lnTo>
                    <a:pt x="1244610" y="1496189"/>
                  </a:lnTo>
                  <a:lnTo>
                    <a:pt x="1244604" y="1496181"/>
                  </a:lnTo>
                  <a:lnTo>
                    <a:pt x="1244599" y="1496170"/>
                  </a:lnTo>
                  <a:lnTo>
                    <a:pt x="1244593" y="1496162"/>
                  </a:lnTo>
                  <a:lnTo>
                    <a:pt x="1244586" y="1496153"/>
                  </a:lnTo>
                  <a:lnTo>
                    <a:pt x="1244578" y="1496141"/>
                  </a:lnTo>
                  <a:lnTo>
                    <a:pt x="1244572" y="1496129"/>
                  </a:lnTo>
                  <a:lnTo>
                    <a:pt x="1244568" y="1496120"/>
                  </a:lnTo>
                  <a:lnTo>
                    <a:pt x="1244564" y="1496117"/>
                  </a:lnTo>
                  <a:lnTo>
                    <a:pt x="1244558" y="1496114"/>
                  </a:lnTo>
                  <a:lnTo>
                    <a:pt x="1244551" y="1496112"/>
                  </a:lnTo>
                  <a:lnTo>
                    <a:pt x="1244546" y="1496105"/>
                  </a:lnTo>
                  <a:lnTo>
                    <a:pt x="1244542" y="1496099"/>
                  </a:lnTo>
                  <a:lnTo>
                    <a:pt x="1244536" y="1496084"/>
                  </a:lnTo>
                  <a:lnTo>
                    <a:pt x="1244531" y="1496079"/>
                  </a:lnTo>
                  <a:lnTo>
                    <a:pt x="1244522" y="1496079"/>
                  </a:lnTo>
                  <a:lnTo>
                    <a:pt x="1244516" y="1496079"/>
                  </a:lnTo>
                  <a:lnTo>
                    <a:pt x="1244509" y="1496078"/>
                  </a:lnTo>
                  <a:lnTo>
                    <a:pt x="1244503" y="1496074"/>
                  </a:lnTo>
                  <a:lnTo>
                    <a:pt x="1244502" y="1496070"/>
                  </a:lnTo>
                  <a:lnTo>
                    <a:pt x="1244500" y="1496062"/>
                  </a:lnTo>
                  <a:lnTo>
                    <a:pt x="1244497" y="1496056"/>
                  </a:lnTo>
                  <a:lnTo>
                    <a:pt x="1244491" y="1496052"/>
                  </a:lnTo>
                  <a:lnTo>
                    <a:pt x="1244480" y="1496051"/>
                  </a:lnTo>
                  <a:lnTo>
                    <a:pt x="1244476" y="1496050"/>
                  </a:lnTo>
                  <a:lnTo>
                    <a:pt x="1244468" y="1496046"/>
                  </a:lnTo>
                  <a:lnTo>
                    <a:pt x="1244463" y="1496041"/>
                  </a:lnTo>
                  <a:lnTo>
                    <a:pt x="1244458" y="1496038"/>
                  </a:lnTo>
                  <a:lnTo>
                    <a:pt x="1244450" y="1496036"/>
                  </a:lnTo>
                  <a:lnTo>
                    <a:pt x="1244446" y="1496028"/>
                  </a:lnTo>
                  <a:lnTo>
                    <a:pt x="1244444" y="1496023"/>
                  </a:lnTo>
                  <a:lnTo>
                    <a:pt x="1244444" y="1496016"/>
                  </a:lnTo>
                  <a:lnTo>
                    <a:pt x="1244441" y="1496002"/>
                  </a:lnTo>
                  <a:lnTo>
                    <a:pt x="1244437" y="1495990"/>
                  </a:lnTo>
                  <a:lnTo>
                    <a:pt x="1244435" y="1495984"/>
                  </a:lnTo>
                  <a:lnTo>
                    <a:pt x="1244432" y="1495973"/>
                  </a:lnTo>
                  <a:lnTo>
                    <a:pt x="1244430" y="1495968"/>
                  </a:lnTo>
                  <a:lnTo>
                    <a:pt x="1244427" y="1495964"/>
                  </a:lnTo>
                  <a:lnTo>
                    <a:pt x="1244420" y="1495959"/>
                  </a:lnTo>
                  <a:lnTo>
                    <a:pt x="1244409" y="1495948"/>
                  </a:lnTo>
                  <a:lnTo>
                    <a:pt x="1244405" y="1495943"/>
                  </a:lnTo>
                  <a:lnTo>
                    <a:pt x="1244396" y="1495927"/>
                  </a:lnTo>
                  <a:lnTo>
                    <a:pt x="1244389" y="1495920"/>
                  </a:lnTo>
                  <a:lnTo>
                    <a:pt x="1244376" y="1495910"/>
                  </a:lnTo>
                  <a:lnTo>
                    <a:pt x="1244366" y="1495902"/>
                  </a:lnTo>
                  <a:lnTo>
                    <a:pt x="1244357" y="1495894"/>
                  </a:lnTo>
                  <a:lnTo>
                    <a:pt x="1244351" y="1495887"/>
                  </a:lnTo>
                  <a:lnTo>
                    <a:pt x="1244322" y="1495892"/>
                  </a:lnTo>
                  <a:lnTo>
                    <a:pt x="1244317" y="1495890"/>
                  </a:lnTo>
                  <a:lnTo>
                    <a:pt x="1244314" y="1495876"/>
                  </a:lnTo>
                  <a:lnTo>
                    <a:pt x="1244309" y="1495869"/>
                  </a:lnTo>
                  <a:lnTo>
                    <a:pt x="1244305" y="1495866"/>
                  </a:lnTo>
                  <a:lnTo>
                    <a:pt x="1244295" y="1495861"/>
                  </a:lnTo>
                  <a:lnTo>
                    <a:pt x="1244284" y="1495858"/>
                  </a:lnTo>
                  <a:lnTo>
                    <a:pt x="1244274" y="1495856"/>
                  </a:lnTo>
                  <a:lnTo>
                    <a:pt x="1244263" y="1495851"/>
                  </a:lnTo>
                  <a:lnTo>
                    <a:pt x="1244251" y="1495842"/>
                  </a:lnTo>
                  <a:lnTo>
                    <a:pt x="1244239" y="1495832"/>
                  </a:lnTo>
                  <a:lnTo>
                    <a:pt x="1244230" y="1495824"/>
                  </a:lnTo>
                  <a:lnTo>
                    <a:pt x="1244212" y="1495808"/>
                  </a:lnTo>
                  <a:lnTo>
                    <a:pt x="1244190" y="1495789"/>
                  </a:lnTo>
                  <a:lnTo>
                    <a:pt x="1244183" y="1495785"/>
                  </a:lnTo>
                  <a:lnTo>
                    <a:pt x="1244180" y="1495780"/>
                  </a:lnTo>
                  <a:lnTo>
                    <a:pt x="1244178" y="1495773"/>
                  </a:lnTo>
                  <a:lnTo>
                    <a:pt x="1244172" y="1495763"/>
                  </a:lnTo>
                  <a:lnTo>
                    <a:pt x="1244163" y="1495759"/>
                  </a:lnTo>
                  <a:lnTo>
                    <a:pt x="1244153" y="1495757"/>
                  </a:lnTo>
                  <a:lnTo>
                    <a:pt x="1244146" y="1495750"/>
                  </a:lnTo>
                  <a:lnTo>
                    <a:pt x="1244133" y="1495741"/>
                  </a:lnTo>
                  <a:lnTo>
                    <a:pt x="1244123" y="1495736"/>
                  </a:lnTo>
                  <a:lnTo>
                    <a:pt x="1244115" y="1495734"/>
                  </a:lnTo>
                  <a:lnTo>
                    <a:pt x="1244105" y="1495733"/>
                  </a:lnTo>
                  <a:lnTo>
                    <a:pt x="1244097" y="1495729"/>
                  </a:lnTo>
                  <a:lnTo>
                    <a:pt x="1244089" y="1495723"/>
                  </a:lnTo>
                  <a:lnTo>
                    <a:pt x="1244081" y="1495716"/>
                  </a:lnTo>
                  <a:lnTo>
                    <a:pt x="1244070" y="1495706"/>
                  </a:lnTo>
                  <a:lnTo>
                    <a:pt x="1244063" y="1495700"/>
                  </a:lnTo>
                  <a:lnTo>
                    <a:pt x="1244050" y="1495688"/>
                  </a:lnTo>
                  <a:lnTo>
                    <a:pt x="1244037" y="1495673"/>
                  </a:lnTo>
                  <a:lnTo>
                    <a:pt x="1244031" y="1495665"/>
                  </a:lnTo>
                  <a:lnTo>
                    <a:pt x="1244027" y="1495659"/>
                  </a:lnTo>
                  <a:lnTo>
                    <a:pt x="1244023" y="1495653"/>
                  </a:lnTo>
                  <a:lnTo>
                    <a:pt x="1244018" y="1495647"/>
                  </a:lnTo>
                  <a:lnTo>
                    <a:pt x="1244003" y="1495641"/>
                  </a:lnTo>
                  <a:lnTo>
                    <a:pt x="1243990" y="1495632"/>
                  </a:lnTo>
                  <a:lnTo>
                    <a:pt x="1243981" y="1495623"/>
                  </a:lnTo>
                  <a:lnTo>
                    <a:pt x="1243971" y="1495612"/>
                  </a:lnTo>
                  <a:lnTo>
                    <a:pt x="1243961" y="1495601"/>
                  </a:lnTo>
                  <a:lnTo>
                    <a:pt x="1243953" y="1495596"/>
                  </a:lnTo>
                  <a:lnTo>
                    <a:pt x="1243945" y="1495594"/>
                  </a:lnTo>
                  <a:lnTo>
                    <a:pt x="1243937" y="1495590"/>
                  </a:lnTo>
                  <a:lnTo>
                    <a:pt x="1243932" y="1495583"/>
                  </a:lnTo>
                  <a:lnTo>
                    <a:pt x="1243921" y="1495562"/>
                  </a:lnTo>
                  <a:lnTo>
                    <a:pt x="1243916" y="1495550"/>
                  </a:lnTo>
                  <a:lnTo>
                    <a:pt x="1243912" y="1495545"/>
                  </a:lnTo>
                  <a:lnTo>
                    <a:pt x="1243904" y="1495538"/>
                  </a:lnTo>
                  <a:lnTo>
                    <a:pt x="1243897" y="1495528"/>
                  </a:lnTo>
                  <a:lnTo>
                    <a:pt x="1243892" y="1495516"/>
                  </a:lnTo>
                  <a:lnTo>
                    <a:pt x="1243888" y="1495504"/>
                  </a:lnTo>
                  <a:lnTo>
                    <a:pt x="1243887" y="1495494"/>
                  </a:lnTo>
                  <a:lnTo>
                    <a:pt x="1243876" y="1495492"/>
                  </a:lnTo>
                  <a:lnTo>
                    <a:pt x="1243867" y="1495491"/>
                  </a:lnTo>
                  <a:lnTo>
                    <a:pt x="1243861" y="1495489"/>
                  </a:lnTo>
                  <a:lnTo>
                    <a:pt x="1243855" y="1495486"/>
                  </a:lnTo>
                  <a:lnTo>
                    <a:pt x="1243851" y="1495482"/>
                  </a:lnTo>
                  <a:lnTo>
                    <a:pt x="1243845" y="1495475"/>
                  </a:lnTo>
                  <a:lnTo>
                    <a:pt x="1243836" y="1495464"/>
                  </a:lnTo>
                  <a:lnTo>
                    <a:pt x="1243824" y="1495447"/>
                  </a:lnTo>
                  <a:lnTo>
                    <a:pt x="1243812" y="1495433"/>
                  </a:lnTo>
                  <a:lnTo>
                    <a:pt x="1243805" y="1495426"/>
                  </a:lnTo>
                  <a:lnTo>
                    <a:pt x="1243796" y="1495418"/>
                  </a:lnTo>
                  <a:lnTo>
                    <a:pt x="1243788" y="1495410"/>
                  </a:lnTo>
                  <a:lnTo>
                    <a:pt x="1243786" y="1495403"/>
                  </a:lnTo>
                  <a:lnTo>
                    <a:pt x="1243788" y="1495398"/>
                  </a:lnTo>
                  <a:lnTo>
                    <a:pt x="1243791" y="1495392"/>
                  </a:lnTo>
                  <a:lnTo>
                    <a:pt x="1243793" y="1495387"/>
                  </a:lnTo>
                  <a:lnTo>
                    <a:pt x="1243788" y="1495381"/>
                  </a:lnTo>
                  <a:lnTo>
                    <a:pt x="1243783" y="1495375"/>
                  </a:lnTo>
                  <a:lnTo>
                    <a:pt x="1243778" y="1495369"/>
                  </a:lnTo>
                  <a:lnTo>
                    <a:pt x="1243777" y="1495363"/>
                  </a:lnTo>
                  <a:lnTo>
                    <a:pt x="1243776" y="1495356"/>
                  </a:lnTo>
                  <a:lnTo>
                    <a:pt x="1243771" y="1495354"/>
                  </a:lnTo>
                  <a:lnTo>
                    <a:pt x="1243762" y="1495348"/>
                  </a:lnTo>
                  <a:lnTo>
                    <a:pt x="1243755" y="1495341"/>
                  </a:lnTo>
                  <a:lnTo>
                    <a:pt x="1243748" y="1495333"/>
                  </a:lnTo>
                  <a:lnTo>
                    <a:pt x="1243741" y="1495321"/>
                  </a:lnTo>
                  <a:lnTo>
                    <a:pt x="1243733" y="1495310"/>
                  </a:lnTo>
                  <a:lnTo>
                    <a:pt x="1243729" y="1495302"/>
                  </a:lnTo>
                  <a:lnTo>
                    <a:pt x="1243723" y="1495287"/>
                  </a:lnTo>
                  <a:lnTo>
                    <a:pt x="1243716" y="1495269"/>
                  </a:lnTo>
                  <a:lnTo>
                    <a:pt x="1243710" y="1495260"/>
                  </a:lnTo>
                  <a:lnTo>
                    <a:pt x="1243701" y="1495250"/>
                  </a:lnTo>
                  <a:lnTo>
                    <a:pt x="1243695" y="1495244"/>
                  </a:lnTo>
                  <a:lnTo>
                    <a:pt x="1243689" y="1495234"/>
                  </a:lnTo>
                  <a:lnTo>
                    <a:pt x="1243683" y="1495224"/>
                  </a:lnTo>
                  <a:lnTo>
                    <a:pt x="1243671" y="1495208"/>
                  </a:lnTo>
                  <a:lnTo>
                    <a:pt x="1243663" y="1495198"/>
                  </a:lnTo>
                  <a:lnTo>
                    <a:pt x="1243649" y="1495177"/>
                  </a:lnTo>
                  <a:lnTo>
                    <a:pt x="1243640" y="1495161"/>
                  </a:lnTo>
                  <a:lnTo>
                    <a:pt x="1243634" y="1495154"/>
                  </a:lnTo>
                  <a:lnTo>
                    <a:pt x="1243628" y="1495151"/>
                  </a:lnTo>
                  <a:lnTo>
                    <a:pt x="1243619" y="1495148"/>
                  </a:lnTo>
                  <a:lnTo>
                    <a:pt x="1243609" y="1495145"/>
                  </a:lnTo>
                  <a:lnTo>
                    <a:pt x="1243602" y="1495145"/>
                  </a:lnTo>
                  <a:lnTo>
                    <a:pt x="1243594" y="1495147"/>
                  </a:lnTo>
                  <a:lnTo>
                    <a:pt x="1243584" y="1495154"/>
                  </a:lnTo>
                  <a:lnTo>
                    <a:pt x="1243576" y="1495155"/>
                  </a:lnTo>
                  <a:lnTo>
                    <a:pt x="1243571" y="1495155"/>
                  </a:lnTo>
                  <a:lnTo>
                    <a:pt x="1243562" y="1495154"/>
                  </a:lnTo>
                  <a:lnTo>
                    <a:pt x="1243555" y="1495149"/>
                  </a:lnTo>
                  <a:lnTo>
                    <a:pt x="1243549" y="1495143"/>
                  </a:lnTo>
                  <a:lnTo>
                    <a:pt x="1243540" y="1495135"/>
                  </a:lnTo>
                  <a:lnTo>
                    <a:pt x="1243530" y="1495124"/>
                  </a:lnTo>
                  <a:lnTo>
                    <a:pt x="1243519" y="1495116"/>
                  </a:lnTo>
                  <a:lnTo>
                    <a:pt x="1243506" y="1495106"/>
                  </a:lnTo>
                  <a:lnTo>
                    <a:pt x="1243494" y="1495098"/>
                  </a:lnTo>
                  <a:lnTo>
                    <a:pt x="1243481" y="1495089"/>
                  </a:lnTo>
                  <a:lnTo>
                    <a:pt x="1243468" y="1495077"/>
                  </a:lnTo>
                  <a:lnTo>
                    <a:pt x="1243460" y="1495068"/>
                  </a:lnTo>
                  <a:lnTo>
                    <a:pt x="1243451" y="1495064"/>
                  </a:lnTo>
                  <a:lnTo>
                    <a:pt x="1243440" y="1495061"/>
                  </a:lnTo>
                  <a:lnTo>
                    <a:pt x="1243430" y="1495060"/>
                  </a:lnTo>
                  <a:lnTo>
                    <a:pt x="1243426" y="1495059"/>
                  </a:lnTo>
                  <a:lnTo>
                    <a:pt x="1243419" y="1495056"/>
                  </a:lnTo>
                  <a:lnTo>
                    <a:pt x="1243415" y="1495050"/>
                  </a:lnTo>
                  <a:lnTo>
                    <a:pt x="1243411" y="1495039"/>
                  </a:lnTo>
                  <a:lnTo>
                    <a:pt x="1243407" y="1495027"/>
                  </a:lnTo>
                  <a:lnTo>
                    <a:pt x="1243400" y="1495010"/>
                  </a:lnTo>
                  <a:lnTo>
                    <a:pt x="1243395" y="1494988"/>
                  </a:lnTo>
                  <a:lnTo>
                    <a:pt x="1243394" y="1494964"/>
                  </a:lnTo>
                  <a:lnTo>
                    <a:pt x="1243395" y="1494950"/>
                  </a:lnTo>
                  <a:lnTo>
                    <a:pt x="1243392" y="1494945"/>
                  </a:lnTo>
                  <a:lnTo>
                    <a:pt x="1243385" y="1494939"/>
                  </a:lnTo>
                  <a:lnTo>
                    <a:pt x="1243370" y="1494928"/>
                  </a:lnTo>
                  <a:lnTo>
                    <a:pt x="1243357" y="1494919"/>
                  </a:lnTo>
                  <a:lnTo>
                    <a:pt x="1243347" y="1494911"/>
                  </a:lnTo>
                  <a:lnTo>
                    <a:pt x="1243342" y="1494905"/>
                  </a:lnTo>
                  <a:lnTo>
                    <a:pt x="1243340" y="1494896"/>
                  </a:lnTo>
                  <a:lnTo>
                    <a:pt x="1243335" y="1494886"/>
                  </a:lnTo>
                  <a:lnTo>
                    <a:pt x="1243329" y="1494883"/>
                  </a:lnTo>
                  <a:lnTo>
                    <a:pt x="1243316" y="1494877"/>
                  </a:lnTo>
                  <a:lnTo>
                    <a:pt x="1243312" y="1494873"/>
                  </a:lnTo>
                  <a:lnTo>
                    <a:pt x="1243305" y="1494863"/>
                  </a:lnTo>
                  <a:lnTo>
                    <a:pt x="1243290" y="1494847"/>
                  </a:lnTo>
                  <a:lnTo>
                    <a:pt x="1243281" y="1494842"/>
                  </a:lnTo>
                  <a:lnTo>
                    <a:pt x="1243275" y="1494841"/>
                  </a:lnTo>
                  <a:lnTo>
                    <a:pt x="1243271" y="1494841"/>
                  </a:lnTo>
                  <a:lnTo>
                    <a:pt x="1243262" y="1494842"/>
                  </a:lnTo>
                  <a:lnTo>
                    <a:pt x="1243262" y="1494835"/>
                  </a:lnTo>
                  <a:lnTo>
                    <a:pt x="1243270" y="1494816"/>
                  </a:lnTo>
                  <a:lnTo>
                    <a:pt x="1243277" y="1494801"/>
                  </a:lnTo>
                  <a:lnTo>
                    <a:pt x="1243280" y="1494792"/>
                  </a:lnTo>
                  <a:lnTo>
                    <a:pt x="1243250" y="1494770"/>
                  </a:lnTo>
                  <a:lnTo>
                    <a:pt x="1243245" y="1494767"/>
                  </a:lnTo>
                  <a:lnTo>
                    <a:pt x="1243241" y="1494764"/>
                  </a:lnTo>
                  <a:lnTo>
                    <a:pt x="1243221" y="1494747"/>
                  </a:lnTo>
                  <a:lnTo>
                    <a:pt x="1243216" y="1494744"/>
                  </a:lnTo>
                  <a:lnTo>
                    <a:pt x="1243207" y="1494745"/>
                  </a:lnTo>
                  <a:lnTo>
                    <a:pt x="1243201" y="1494748"/>
                  </a:lnTo>
                  <a:lnTo>
                    <a:pt x="1243185" y="1494756"/>
                  </a:lnTo>
                  <a:lnTo>
                    <a:pt x="1243171" y="1494763"/>
                  </a:lnTo>
                  <a:lnTo>
                    <a:pt x="1243163" y="1494768"/>
                  </a:lnTo>
                  <a:lnTo>
                    <a:pt x="1243151" y="1494777"/>
                  </a:lnTo>
                  <a:lnTo>
                    <a:pt x="1243145" y="1494776"/>
                  </a:lnTo>
                  <a:lnTo>
                    <a:pt x="1243141" y="1494773"/>
                  </a:lnTo>
                  <a:lnTo>
                    <a:pt x="1243132" y="1494767"/>
                  </a:lnTo>
                  <a:lnTo>
                    <a:pt x="1243124" y="1494759"/>
                  </a:lnTo>
                  <a:lnTo>
                    <a:pt x="1243116" y="1494753"/>
                  </a:lnTo>
                  <a:lnTo>
                    <a:pt x="1243109" y="1494747"/>
                  </a:lnTo>
                  <a:lnTo>
                    <a:pt x="1243103" y="1494742"/>
                  </a:lnTo>
                  <a:lnTo>
                    <a:pt x="1243095" y="1494733"/>
                  </a:lnTo>
                  <a:lnTo>
                    <a:pt x="1243092" y="1494720"/>
                  </a:lnTo>
                  <a:lnTo>
                    <a:pt x="1243093" y="1494708"/>
                  </a:lnTo>
                  <a:lnTo>
                    <a:pt x="1243095" y="1494698"/>
                  </a:lnTo>
                  <a:lnTo>
                    <a:pt x="1243094" y="1494685"/>
                  </a:lnTo>
                  <a:lnTo>
                    <a:pt x="1243093" y="1494674"/>
                  </a:lnTo>
                  <a:lnTo>
                    <a:pt x="1243088" y="1494661"/>
                  </a:lnTo>
                  <a:lnTo>
                    <a:pt x="1243080" y="1494645"/>
                  </a:lnTo>
                  <a:lnTo>
                    <a:pt x="1243071" y="1494634"/>
                  </a:lnTo>
                  <a:lnTo>
                    <a:pt x="1243066" y="1494629"/>
                  </a:lnTo>
                  <a:lnTo>
                    <a:pt x="1243052" y="1494623"/>
                  </a:lnTo>
                  <a:lnTo>
                    <a:pt x="1243040" y="1494617"/>
                  </a:lnTo>
                  <a:lnTo>
                    <a:pt x="1243033" y="1494608"/>
                  </a:lnTo>
                  <a:lnTo>
                    <a:pt x="1243024" y="1494597"/>
                  </a:lnTo>
                  <a:lnTo>
                    <a:pt x="1243017" y="1494593"/>
                  </a:lnTo>
                  <a:lnTo>
                    <a:pt x="1243006" y="1494595"/>
                  </a:lnTo>
                  <a:lnTo>
                    <a:pt x="1243001" y="1494592"/>
                  </a:lnTo>
                  <a:lnTo>
                    <a:pt x="1242997" y="1494596"/>
                  </a:lnTo>
                  <a:lnTo>
                    <a:pt x="1242991" y="1494600"/>
                  </a:lnTo>
                  <a:lnTo>
                    <a:pt x="1242978" y="1494612"/>
                  </a:lnTo>
                  <a:lnTo>
                    <a:pt x="1242973" y="1494614"/>
                  </a:lnTo>
                  <a:lnTo>
                    <a:pt x="1242969" y="1494613"/>
                  </a:lnTo>
                  <a:lnTo>
                    <a:pt x="1242963" y="1494610"/>
                  </a:lnTo>
                  <a:lnTo>
                    <a:pt x="1242949" y="1494599"/>
                  </a:lnTo>
                  <a:lnTo>
                    <a:pt x="1242941" y="1494595"/>
                  </a:lnTo>
                  <a:lnTo>
                    <a:pt x="1242934" y="1494596"/>
                  </a:lnTo>
                  <a:lnTo>
                    <a:pt x="1242925" y="1494603"/>
                  </a:lnTo>
                  <a:lnTo>
                    <a:pt x="1242905" y="1494622"/>
                  </a:lnTo>
                  <a:lnTo>
                    <a:pt x="1242893" y="1494628"/>
                  </a:lnTo>
                  <a:lnTo>
                    <a:pt x="1242882" y="1494627"/>
                  </a:lnTo>
                  <a:lnTo>
                    <a:pt x="1242869" y="1494621"/>
                  </a:lnTo>
                  <a:lnTo>
                    <a:pt x="1242852" y="1494615"/>
                  </a:lnTo>
                  <a:lnTo>
                    <a:pt x="1242828" y="1494609"/>
                  </a:lnTo>
                  <a:lnTo>
                    <a:pt x="1242809" y="1494604"/>
                  </a:lnTo>
                  <a:lnTo>
                    <a:pt x="1242793" y="1494602"/>
                  </a:lnTo>
                  <a:lnTo>
                    <a:pt x="1242778" y="1494600"/>
                  </a:lnTo>
                  <a:lnTo>
                    <a:pt x="1242766" y="1494604"/>
                  </a:lnTo>
                  <a:lnTo>
                    <a:pt x="1242748" y="1494616"/>
                  </a:lnTo>
                  <a:lnTo>
                    <a:pt x="1242730" y="1494623"/>
                  </a:lnTo>
                  <a:lnTo>
                    <a:pt x="1242713" y="1494631"/>
                  </a:lnTo>
                  <a:lnTo>
                    <a:pt x="1242698" y="1494636"/>
                  </a:lnTo>
                  <a:lnTo>
                    <a:pt x="1242686" y="1494641"/>
                  </a:lnTo>
                  <a:lnTo>
                    <a:pt x="1242686" y="1494651"/>
                  </a:lnTo>
                  <a:lnTo>
                    <a:pt x="1242684" y="1494663"/>
                  </a:lnTo>
                  <a:lnTo>
                    <a:pt x="1242673" y="1494680"/>
                  </a:lnTo>
                  <a:lnTo>
                    <a:pt x="1242670" y="1494690"/>
                  </a:lnTo>
                  <a:lnTo>
                    <a:pt x="1242664" y="1494707"/>
                  </a:lnTo>
                  <a:lnTo>
                    <a:pt x="1242659" y="1494726"/>
                  </a:lnTo>
                  <a:lnTo>
                    <a:pt x="1242654" y="1494742"/>
                  </a:lnTo>
                  <a:lnTo>
                    <a:pt x="1242647" y="1494755"/>
                  </a:lnTo>
                  <a:lnTo>
                    <a:pt x="1242635" y="1494764"/>
                  </a:lnTo>
                  <a:lnTo>
                    <a:pt x="1242625" y="1494769"/>
                  </a:lnTo>
                  <a:lnTo>
                    <a:pt x="1242601" y="1494776"/>
                  </a:lnTo>
                  <a:lnTo>
                    <a:pt x="1242576" y="1494782"/>
                  </a:lnTo>
                  <a:lnTo>
                    <a:pt x="1242553" y="1494789"/>
                  </a:lnTo>
                  <a:lnTo>
                    <a:pt x="1242545" y="1494792"/>
                  </a:lnTo>
                  <a:lnTo>
                    <a:pt x="1242529" y="1494803"/>
                  </a:lnTo>
                  <a:lnTo>
                    <a:pt x="1242524" y="1494810"/>
                  </a:lnTo>
                  <a:lnTo>
                    <a:pt x="1242518" y="1494817"/>
                  </a:lnTo>
                  <a:lnTo>
                    <a:pt x="1242512" y="1494832"/>
                  </a:lnTo>
                  <a:lnTo>
                    <a:pt x="1242507" y="1494855"/>
                  </a:lnTo>
                  <a:lnTo>
                    <a:pt x="1242501" y="1494878"/>
                  </a:lnTo>
                  <a:lnTo>
                    <a:pt x="1242495" y="1494894"/>
                  </a:lnTo>
                  <a:lnTo>
                    <a:pt x="1242492" y="1494901"/>
                  </a:lnTo>
                  <a:lnTo>
                    <a:pt x="1242486" y="1494916"/>
                  </a:lnTo>
                  <a:lnTo>
                    <a:pt x="1242484" y="1494933"/>
                  </a:lnTo>
                  <a:lnTo>
                    <a:pt x="1242485" y="1494939"/>
                  </a:lnTo>
                  <a:lnTo>
                    <a:pt x="1242492" y="1494952"/>
                  </a:lnTo>
                  <a:lnTo>
                    <a:pt x="1242491" y="1494958"/>
                  </a:lnTo>
                  <a:lnTo>
                    <a:pt x="1242483" y="1494965"/>
                  </a:lnTo>
                  <a:lnTo>
                    <a:pt x="1242470" y="1494970"/>
                  </a:lnTo>
                  <a:lnTo>
                    <a:pt x="1242447" y="1494977"/>
                  </a:lnTo>
                  <a:lnTo>
                    <a:pt x="1242423" y="1494982"/>
                  </a:lnTo>
                  <a:lnTo>
                    <a:pt x="1242395" y="1494989"/>
                  </a:lnTo>
                  <a:lnTo>
                    <a:pt x="1242367" y="1494994"/>
                  </a:lnTo>
                  <a:lnTo>
                    <a:pt x="1242347" y="1494995"/>
                  </a:lnTo>
                  <a:lnTo>
                    <a:pt x="1242334" y="1494994"/>
                  </a:lnTo>
                  <a:lnTo>
                    <a:pt x="1242317" y="1494992"/>
                  </a:lnTo>
                  <a:lnTo>
                    <a:pt x="1242304" y="1494996"/>
                  </a:lnTo>
                  <a:lnTo>
                    <a:pt x="1242293" y="1495004"/>
                  </a:lnTo>
                  <a:lnTo>
                    <a:pt x="1242282" y="1495013"/>
                  </a:lnTo>
                  <a:lnTo>
                    <a:pt x="1242275" y="1495019"/>
                  </a:lnTo>
                  <a:lnTo>
                    <a:pt x="1242268" y="1495024"/>
                  </a:lnTo>
                  <a:lnTo>
                    <a:pt x="1242260" y="1495034"/>
                  </a:lnTo>
                  <a:lnTo>
                    <a:pt x="1242249" y="1495060"/>
                  </a:lnTo>
                  <a:lnTo>
                    <a:pt x="1242244" y="1495069"/>
                  </a:lnTo>
                  <a:lnTo>
                    <a:pt x="1242234" y="1495078"/>
                  </a:lnTo>
                  <a:lnTo>
                    <a:pt x="1242229" y="1495080"/>
                  </a:lnTo>
                  <a:lnTo>
                    <a:pt x="1242223" y="1495083"/>
                  </a:lnTo>
                  <a:lnTo>
                    <a:pt x="1242212" y="1495090"/>
                  </a:lnTo>
                  <a:lnTo>
                    <a:pt x="1242204" y="1495099"/>
                  </a:lnTo>
                  <a:lnTo>
                    <a:pt x="1242198" y="1495111"/>
                  </a:lnTo>
                  <a:lnTo>
                    <a:pt x="1242195" y="1495123"/>
                  </a:lnTo>
                  <a:lnTo>
                    <a:pt x="1242192" y="1495137"/>
                  </a:lnTo>
                  <a:lnTo>
                    <a:pt x="1242187" y="1495152"/>
                  </a:lnTo>
                  <a:lnTo>
                    <a:pt x="1242183" y="1495157"/>
                  </a:lnTo>
                  <a:lnTo>
                    <a:pt x="1242174" y="1495159"/>
                  </a:lnTo>
                  <a:lnTo>
                    <a:pt x="1242168" y="1495163"/>
                  </a:lnTo>
                  <a:lnTo>
                    <a:pt x="1242186" y="1495180"/>
                  </a:lnTo>
                  <a:lnTo>
                    <a:pt x="1242193" y="1495186"/>
                  </a:lnTo>
                  <a:lnTo>
                    <a:pt x="1242172" y="1495202"/>
                  </a:lnTo>
                  <a:lnTo>
                    <a:pt x="1242154" y="1495216"/>
                  </a:lnTo>
                  <a:lnTo>
                    <a:pt x="1242149" y="1495223"/>
                  </a:lnTo>
                  <a:lnTo>
                    <a:pt x="1242145" y="1495230"/>
                  </a:lnTo>
                  <a:lnTo>
                    <a:pt x="1242142" y="1495239"/>
                  </a:lnTo>
                  <a:lnTo>
                    <a:pt x="1242141" y="1495250"/>
                  </a:lnTo>
                  <a:lnTo>
                    <a:pt x="1242143" y="1495263"/>
                  </a:lnTo>
                  <a:lnTo>
                    <a:pt x="1242149" y="1495280"/>
                  </a:lnTo>
                  <a:lnTo>
                    <a:pt x="1242155" y="1495294"/>
                  </a:lnTo>
                  <a:lnTo>
                    <a:pt x="1242160" y="1495309"/>
                  </a:lnTo>
                  <a:lnTo>
                    <a:pt x="1242158" y="1495321"/>
                  </a:lnTo>
                  <a:lnTo>
                    <a:pt x="1242150" y="1495336"/>
                  </a:lnTo>
                  <a:lnTo>
                    <a:pt x="1242144" y="1495347"/>
                  </a:lnTo>
                  <a:lnTo>
                    <a:pt x="1242143" y="1495360"/>
                  </a:lnTo>
                  <a:lnTo>
                    <a:pt x="1242147" y="1495373"/>
                  </a:lnTo>
                  <a:lnTo>
                    <a:pt x="1242149" y="1495379"/>
                  </a:lnTo>
                  <a:lnTo>
                    <a:pt x="1242150" y="1495386"/>
                  </a:lnTo>
                  <a:lnTo>
                    <a:pt x="1242148" y="1495396"/>
                  </a:lnTo>
                  <a:lnTo>
                    <a:pt x="1242145" y="1495410"/>
                  </a:lnTo>
                  <a:lnTo>
                    <a:pt x="1242146" y="1495436"/>
                  </a:lnTo>
                  <a:lnTo>
                    <a:pt x="1242146" y="1495457"/>
                  </a:lnTo>
                  <a:lnTo>
                    <a:pt x="1242143" y="1495484"/>
                  </a:lnTo>
                  <a:lnTo>
                    <a:pt x="1242142" y="1495500"/>
                  </a:lnTo>
                  <a:lnTo>
                    <a:pt x="1242144" y="1495515"/>
                  </a:lnTo>
                  <a:lnTo>
                    <a:pt x="1242148" y="1495535"/>
                  </a:lnTo>
                  <a:lnTo>
                    <a:pt x="1242148" y="1495546"/>
                  </a:lnTo>
                  <a:lnTo>
                    <a:pt x="1242146" y="1495557"/>
                  </a:lnTo>
                  <a:lnTo>
                    <a:pt x="1242141" y="1495571"/>
                  </a:lnTo>
                  <a:lnTo>
                    <a:pt x="1242137" y="1495581"/>
                  </a:lnTo>
                  <a:lnTo>
                    <a:pt x="1242132" y="1495597"/>
                  </a:lnTo>
                  <a:lnTo>
                    <a:pt x="1242135" y="1495613"/>
                  </a:lnTo>
                  <a:lnTo>
                    <a:pt x="1242145" y="1495624"/>
                  </a:lnTo>
                  <a:lnTo>
                    <a:pt x="1242155" y="1495635"/>
                  </a:lnTo>
                  <a:lnTo>
                    <a:pt x="1242167" y="1495650"/>
                  </a:lnTo>
                  <a:lnTo>
                    <a:pt x="1242171" y="1495660"/>
                  </a:lnTo>
                  <a:lnTo>
                    <a:pt x="1242170" y="1495669"/>
                  </a:lnTo>
                  <a:lnTo>
                    <a:pt x="1242162" y="1495676"/>
                  </a:lnTo>
                  <a:lnTo>
                    <a:pt x="1242136" y="1495693"/>
                  </a:lnTo>
                  <a:lnTo>
                    <a:pt x="1242127" y="1495700"/>
                  </a:lnTo>
                  <a:lnTo>
                    <a:pt x="1242126" y="1495707"/>
                  </a:lnTo>
                  <a:lnTo>
                    <a:pt x="1242129" y="1495716"/>
                  </a:lnTo>
                  <a:lnTo>
                    <a:pt x="1242143" y="1495779"/>
                  </a:lnTo>
                  <a:lnTo>
                    <a:pt x="1242144" y="1495786"/>
                  </a:lnTo>
                  <a:lnTo>
                    <a:pt x="1242141" y="1495795"/>
                  </a:lnTo>
                  <a:lnTo>
                    <a:pt x="1242135" y="1495803"/>
                  </a:lnTo>
                  <a:lnTo>
                    <a:pt x="1242121" y="1495821"/>
                  </a:lnTo>
                  <a:lnTo>
                    <a:pt x="1242112" y="1495834"/>
                  </a:lnTo>
                  <a:lnTo>
                    <a:pt x="1242105" y="1495847"/>
                  </a:lnTo>
                  <a:lnTo>
                    <a:pt x="1242102" y="1495856"/>
                  </a:lnTo>
                  <a:lnTo>
                    <a:pt x="1242101" y="1495871"/>
                  </a:lnTo>
                  <a:lnTo>
                    <a:pt x="1242090" y="1495879"/>
                  </a:lnTo>
                  <a:lnTo>
                    <a:pt x="1242082" y="1495886"/>
                  </a:lnTo>
                  <a:lnTo>
                    <a:pt x="1242062" y="1495896"/>
                  </a:lnTo>
                  <a:lnTo>
                    <a:pt x="1242032" y="1495904"/>
                  </a:lnTo>
                  <a:lnTo>
                    <a:pt x="1242008" y="1495912"/>
                  </a:lnTo>
                  <a:lnTo>
                    <a:pt x="1241978" y="1495920"/>
                  </a:lnTo>
                  <a:lnTo>
                    <a:pt x="1241944" y="1495928"/>
                  </a:lnTo>
                  <a:lnTo>
                    <a:pt x="1241907" y="1495939"/>
                  </a:lnTo>
                  <a:lnTo>
                    <a:pt x="1241889" y="1495945"/>
                  </a:lnTo>
                  <a:lnTo>
                    <a:pt x="1241864" y="1495953"/>
                  </a:lnTo>
                  <a:lnTo>
                    <a:pt x="1241849" y="1495956"/>
                  </a:lnTo>
                  <a:lnTo>
                    <a:pt x="1241844" y="1495957"/>
                  </a:lnTo>
                  <a:lnTo>
                    <a:pt x="1241838" y="1495955"/>
                  </a:lnTo>
                  <a:lnTo>
                    <a:pt x="1241824" y="1495947"/>
                  </a:lnTo>
                  <a:lnTo>
                    <a:pt x="1241809" y="1495940"/>
                  </a:lnTo>
                  <a:lnTo>
                    <a:pt x="1241792" y="1495933"/>
                  </a:lnTo>
                  <a:lnTo>
                    <a:pt x="1241780" y="1495930"/>
                  </a:lnTo>
                  <a:lnTo>
                    <a:pt x="1241765" y="1495928"/>
                  </a:lnTo>
                  <a:lnTo>
                    <a:pt x="1241755" y="1495926"/>
                  </a:lnTo>
                  <a:lnTo>
                    <a:pt x="1241739" y="1495922"/>
                  </a:lnTo>
                  <a:lnTo>
                    <a:pt x="1241724" y="1495920"/>
                  </a:lnTo>
                  <a:lnTo>
                    <a:pt x="1241709" y="1495917"/>
                  </a:lnTo>
                  <a:lnTo>
                    <a:pt x="1241701" y="1495917"/>
                  </a:lnTo>
                  <a:lnTo>
                    <a:pt x="1241694" y="1495920"/>
                  </a:lnTo>
                  <a:lnTo>
                    <a:pt x="1241675" y="1495935"/>
                  </a:lnTo>
                  <a:lnTo>
                    <a:pt x="1241663" y="1495942"/>
                  </a:lnTo>
                  <a:lnTo>
                    <a:pt x="1241650" y="1495945"/>
                  </a:lnTo>
                  <a:lnTo>
                    <a:pt x="1241635" y="1495946"/>
                  </a:lnTo>
                  <a:lnTo>
                    <a:pt x="1241612" y="1495946"/>
                  </a:lnTo>
                  <a:lnTo>
                    <a:pt x="1241590" y="1495946"/>
                  </a:lnTo>
                  <a:lnTo>
                    <a:pt x="1241558" y="1495950"/>
                  </a:lnTo>
                  <a:lnTo>
                    <a:pt x="1241548" y="1495951"/>
                  </a:lnTo>
                  <a:lnTo>
                    <a:pt x="1241534" y="1495955"/>
                  </a:lnTo>
                  <a:lnTo>
                    <a:pt x="1241520" y="1495961"/>
                  </a:lnTo>
                  <a:lnTo>
                    <a:pt x="1241505" y="1495969"/>
                  </a:lnTo>
                  <a:lnTo>
                    <a:pt x="1241492" y="1495977"/>
                  </a:lnTo>
                  <a:lnTo>
                    <a:pt x="1241482" y="1495983"/>
                  </a:lnTo>
                  <a:lnTo>
                    <a:pt x="1241469" y="1495990"/>
                  </a:lnTo>
                  <a:lnTo>
                    <a:pt x="1241463" y="1495993"/>
                  </a:lnTo>
                  <a:lnTo>
                    <a:pt x="1241456" y="1495997"/>
                  </a:lnTo>
                  <a:lnTo>
                    <a:pt x="1241445" y="1496001"/>
                  </a:lnTo>
                  <a:lnTo>
                    <a:pt x="1241438" y="1496005"/>
                  </a:lnTo>
                  <a:lnTo>
                    <a:pt x="1241424" y="1496006"/>
                  </a:lnTo>
                  <a:lnTo>
                    <a:pt x="1241416" y="1495995"/>
                  </a:lnTo>
                  <a:lnTo>
                    <a:pt x="1241401" y="1495978"/>
                  </a:lnTo>
                  <a:lnTo>
                    <a:pt x="1241387" y="1495958"/>
                  </a:lnTo>
                  <a:lnTo>
                    <a:pt x="1241379" y="1495948"/>
                  </a:lnTo>
                  <a:lnTo>
                    <a:pt x="1241377" y="1495938"/>
                  </a:lnTo>
                  <a:lnTo>
                    <a:pt x="1241375" y="1495921"/>
                  </a:lnTo>
                  <a:lnTo>
                    <a:pt x="1241374" y="1495900"/>
                  </a:lnTo>
                  <a:lnTo>
                    <a:pt x="1241374" y="1495885"/>
                  </a:lnTo>
                  <a:lnTo>
                    <a:pt x="1241376" y="1495871"/>
                  </a:lnTo>
                  <a:lnTo>
                    <a:pt x="1241378" y="1495854"/>
                  </a:lnTo>
                  <a:lnTo>
                    <a:pt x="1241381" y="1495840"/>
                  </a:lnTo>
                  <a:lnTo>
                    <a:pt x="1241387" y="1495817"/>
                  </a:lnTo>
                  <a:lnTo>
                    <a:pt x="1241393" y="1495805"/>
                  </a:lnTo>
                  <a:lnTo>
                    <a:pt x="1241406" y="1495788"/>
                  </a:lnTo>
                  <a:lnTo>
                    <a:pt x="1241427" y="1495764"/>
                  </a:lnTo>
                  <a:lnTo>
                    <a:pt x="1241445" y="1495752"/>
                  </a:lnTo>
                  <a:lnTo>
                    <a:pt x="1241449" y="1495742"/>
                  </a:lnTo>
                  <a:lnTo>
                    <a:pt x="1241449" y="1495732"/>
                  </a:lnTo>
                  <a:lnTo>
                    <a:pt x="1241448" y="1495719"/>
                  </a:lnTo>
                  <a:lnTo>
                    <a:pt x="1241444" y="1495701"/>
                  </a:lnTo>
                  <a:lnTo>
                    <a:pt x="1241435" y="1495695"/>
                  </a:lnTo>
                  <a:lnTo>
                    <a:pt x="1241426" y="1495689"/>
                  </a:lnTo>
                  <a:lnTo>
                    <a:pt x="1241414" y="1495676"/>
                  </a:lnTo>
                  <a:lnTo>
                    <a:pt x="1241403" y="1495647"/>
                  </a:lnTo>
                  <a:lnTo>
                    <a:pt x="1241395" y="1495622"/>
                  </a:lnTo>
                  <a:lnTo>
                    <a:pt x="1241387" y="1495604"/>
                  </a:lnTo>
                  <a:lnTo>
                    <a:pt x="1241376" y="1495588"/>
                  </a:lnTo>
                  <a:lnTo>
                    <a:pt x="1241361" y="1495578"/>
                  </a:lnTo>
                  <a:lnTo>
                    <a:pt x="1241347" y="1495562"/>
                  </a:lnTo>
                  <a:lnTo>
                    <a:pt x="1241331" y="1495546"/>
                  </a:lnTo>
                  <a:lnTo>
                    <a:pt x="1241314" y="1495531"/>
                  </a:lnTo>
                  <a:lnTo>
                    <a:pt x="1241303" y="1495520"/>
                  </a:lnTo>
                  <a:lnTo>
                    <a:pt x="1241290" y="1495520"/>
                  </a:lnTo>
                  <a:lnTo>
                    <a:pt x="1241285" y="1495520"/>
                  </a:lnTo>
                  <a:lnTo>
                    <a:pt x="1241278" y="1495510"/>
                  </a:lnTo>
                  <a:lnTo>
                    <a:pt x="1241270" y="1495495"/>
                  </a:lnTo>
                  <a:lnTo>
                    <a:pt x="1241263" y="1495476"/>
                  </a:lnTo>
                  <a:lnTo>
                    <a:pt x="1241260" y="1495464"/>
                  </a:lnTo>
                  <a:lnTo>
                    <a:pt x="1241258" y="1495457"/>
                  </a:lnTo>
                  <a:lnTo>
                    <a:pt x="1241271" y="1495448"/>
                  </a:lnTo>
                  <a:lnTo>
                    <a:pt x="1241284" y="1495439"/>
                  </a:lnTo>
                  <a:lnTo>
                    <a:pt x="1241286" y="1495434"/>
                  </a:lnTo>
                  <a:lnTo>
                    <a:pt x="1241282" y="1495412"/>
                  </a:lnTo>
                  <a:lnTo>
                    <a:pt x="1241277" y="1495381"/>
                  </a:lnTo>
                  <a:lnTo>
                    <a:pt x="1241273" y="1495357"/>
                  </a:lnTo>
                  <a:lnTo>
                    <a:pt x="1241272" y="1495341"/>
                  </a:lnTo>
                  <a:lnTo>
                    <a:pt x="1241275" y="1495329"/>
                  </a:lnTo>
                  <a:lnTo>
                    <a:pt x="1241280" y="1495317"/>
                  </a:lnTo>
                  <a:lnTo>
                    <a:pt x="1241283" y="1495309"/>
                  </a:lnTo>
                  <a:lnTo>
                    <a:pt x="1241285" y="1495296"/>
                  </a:lnTo>
                  <a:lnTo>
                    <a:pt x="1241288" y="1495281"/>
                  </a:lnTo>
                  <a:lnTo>
                    <a:pt x="1241288" y="1495270"/>
                  </a:lnTo>
                  <a:lnTo>
                    <a:pt x="1241285" y="1495260"/>
                  </a:lnTo>
                  <a:lnTo>
                    <a:pt x="1241280" y="1495257"/>
                  </a:lnTo>
                  <a:lnTo>
                    <a:pt x="1241269" y="1495252"/>
                  </a:lnTo>
                  <a:lnTo>
                    <a:pt x="1241260" y="1495247"/>
                  </a:lnTo>
                  <a:lnTo>
                    <a:pt x="1241252" y="1495242"/>
                  </a:lnTo>
                  <a:lnTo>
                    <a:pt x="1241243" y="1495234"/>
                  </a:lnTo>
                  <a:lnTo>
                    <a:pt x="1241238" y="1495228"/>
                  </a:lnTo>
                  <a:lnTo>
                    <a:pt x="1241233" y="1495219"/>
                  </a:lnTo>
                  <a:lnTo>
                    <a:pt x="1241230" y="1495214"/>
                  </a:lnTo>
                  <a:lnTo>
                    <a:pt x="1241231" y="1495209"/>
                  </a:lnTo>
                  <a:lnTo>
                    <a:pt x="1241242" y="1495199"/>
                  </a:lnTo>
                  <a:lnTo>
                    <a:pt x="1241254" y="1495188"/>
                  </a:lnTo>
                  <a:lnTo>
                    <a:pt x="1241258" y="1495174"/>
                  </a:lnTo>
                  <a:lnTo>
                    <a:pt x="1241258" y="1495164"/>
                  </a:lnTo>
                  <a:lnTo>
                    <a:pt x="1241259" y="1495150"/>
                  </a:lnTo>
                  <a:lnTo>
                    <a:pt x="1241260" y="1495140"/>
                  </a:lnTo>
                  <a:lnTo>
                    <a:pt x="1241261" y="1495132"/>
                  </a:lnTo>
                  <a:lnTo>
                    <a:pt x="1241263" y="1495118"/>
                  </a:lnTo>
                  <a:lnTo>
                    <a:pt x="1241264" y="1495106"/>
                  </a:lnTo>
                  <a:lnTo>
                    <a:pt x="1241247" y="1495097"/>
                  </a:lnTo>
                  <a:lnTo>
                    <a:pt x="1241240" y="1495093"/>
                  </a:lnTo>
                  <a:lnTo>
                    <a:pt x="1241231" y="1495086"/>
                  </a:lnTo>
                  <a:lnTo>
                    <a:pt x="1241224" y="1495081"/>
                  </a:lnTo>
                  <a:lnTo>
                    <a:pt x="1241218" y="1495078"/>
                  </a:lnTo>
                  <a:lnTo>
                    <a:pt x="1241210" y="1495076"/>
                  </a:lnTo>
                  <a:lnTo>
                    <a:pt x="1241200" y="1495075"/>
                  </a:lnTo>
                  <a:lnTo>
                    <a:pt x="1241186" y="1495072"/>
                  </a:lnTo>
                  <a:lnTo>
                    <a:pt x="1241177" y="1495071"/>
                  </a:lnTo>
                  <a:lnTo>
                    <a:pt x="1241175" y="1495065"/>
                  </a:lnTo>
                  <a:lnTo>
                    <a:pt x="1241177" y="1495052"/>
                  </a:lnTo>
                  <a:lnTo>
                    <a:pt x="1241182" y="1495032"/>
                  </a:lnTo>
                  <a:lnTo>
                    <a:pt x="1241182" y="1495019"/>
                  </a:lnTo>
                  <a:lnTo>
                    <a:pt x="1241181" y="1495003"/>
                  </a:lnTo>
                  <a:lnTo>
                    <a:pt x="1241176" y="1494993"/>
                  </a:lnTo>
                  <a:lnTo>
                    <a:pt x="1241163" y="1494985"/>
                  </a:lnTo>
                  <a:lnTo>
                    <a:pt x="1241152" y="1494976"/>
                  </a:lnTo>
                  <a:lnTo>
                    <a:pt x="1241142" y="1494973"/>
                  </a:lnTo>
                  <a:lnTo>
                    <a:pt x="1241135" y="1494970"/>
                  </a:lnTo>
                  <a:lnTo>
                    <a:pt x="1241125" y="1494966"/>
                  </a:lnTo>
                  <a:lnTo>
                    <a:pt x="1241106" y="1494944"/>
                  </a:lnTo>
                  <a:lnTo>
                    <a:pt x="1241099" y="1494936"/>
                  </a:lnTo>
                  <a:lnTo>
                    <a:pt x="1241090" y="1494929"/>
                  </a:lnTo>
                  <a:lnTo>
                    <a:pt x="1241071" y="1494907"/>
                  </a:lnTo>
                  <a:lnTo>
                    <a:pt x="1241054" y="1494885"/>
                  </a:lnTo>
                  <a:lnTo>
                    <a:pt x="1241039" y="1494864"/>
                  </a:lnTo>
                  <a:lnTo>
                    <a:pt x="1241027" y="1494836"/>
                  </a:lnTo>
                  <a:lnTo>
                    <a:pt x="1241017" y="1494817"/>
                  </a:lnTo>
                  <a:lnTo>
                    <a:pt x="1241011" y="1494812"/>
                  </a:lnTo>
                  <a:lnTo>
                    <a:pt x="1240998" y="1494799"/>
                  </a:lnTo>
                  <a:lnTo>
                    <a:pt x="1240978" y="1494773"/>
                  </a:lnTo>
                  <a:lnTo>
                    <a:pt x="1240972" y="1494767"/>
                  </a:lnTo>
                  <a:lnTo>
                    <a:pt x="1240964" y="1494770"/>
                  </a:lnTo>
                  <a:lnTo>
                    <a:pt x="1240949" y="1494777"/>
                  </a:lnTo>
                  <a:lnTo>
                    <a:pt x="1240936" y="1494780"/>
                  </a:lnTo>
                  <a:lnTo>
                    <a:pt x="1240927" y="1494780"/>
                  </a:lnTo>
                  <a:lnTo>
                    <a:pt x="1240920" y="1494775"/>
                  </a:lnTo>
                  <a:lnTo>
                    <a:pt x="1240912" y="1494759"/>
                  </a:lnTo>
                  <a:lnTo>
                    <a:pt x="1240902" y="1494743"/>
                  </a:lnTo>
                  <a:lnTo>
                    <a:pt x="1240887" y="1494711"/>
                  </a:lnTo>
                  <a:lnTo>
                    <a:pt x="1240883" y="1494708"/>
                  </a:lnTo>
                  <a:lnTo>
                    <a:pt x="1240871" y="1494709"/>
                  </a:lnTo>
                  <a:lnTo>
                    <a:pt x="1240863" y="1494710"/>
                  </a:lnTo>
                  <a:lnTo>
                    <a:pt x="1240852" y="1494715"/>
                  </a:lnTo>
                  <a:lnTo>
                    <a:pt x="1240836" y="1494722"/>
                  </a:lnTo>
                  <a:lnTo>
                    <a:pt x="1240815" y="1494731"/>
                  </a:lnTo>
                  <a:lnTo>
                    <a:pt x="1240809" y="1494732"/>
                  </a:lnTo>
                  <a:lnTo>
                    <a:pt x="1240801" y="1494732"/>
                  </a:lnTo>
                  <a:lnTo>
                    <a:pt x="1240768" y="1494713"/>
                  </a:lnTo>
                  <a:lnTo>
                    <a:pt x="1240753" y="1494700"/>
                  </a:lnTo>
                  <a:lnTo>
                    <a:pt x="1240751" y="1494688"/>
                  </a:lnTo>
                  <a:lnTo>
                    <a:pt x="1240753" y="1494674"/>
                  </a:lnTo>
                  <a:lnTo>
                    <a:pt x="1240761" y="1494649"/>
                  </a:lnTo>
                  <a:lnTo>
                    <a:pt x="1240763" y="1494642"/>
                  </a:lnTo>
                  <a:lnTo>
                    <a:pt x="1240761" y="1494635"/>
                  </a:lnTo>
                  <a:lnTo>
                    <a:pt x="1240754" y="1494635"/>
                  </a:lnTo>
                  <a:lnTo>
                    <a:pt x="1240737" y="1494632"/>
                  </a:lnTo>
                  <a:lnTo>
                    <a:pt x="1240726" y="1494630"/>
                  </a:lnTo>
                  <a:lnTo>
                    <a:pt x="1240711" y="1494618"/>
                  </a:lnTo>
                  <a:lnTo>
                    <a:pt x="1240708" y="1494612"/>
                  </a:lnTo>
                  <a:lnTo>
                    <a:pt x="1240707" y="1494604"/>
                  </a:lnTo>
                  <a:lnTo>
                    <a:pt x="1240706" y="1494597"/>
                  </a:lnTo>
                  <a:lnTo>
                    <a:pt x="1240697" y="1494592"/>
                  </a:lnTo>
                  <a:lnTo>
                    <a:pt x="1240679" y="1494586"/>
                  </a:lnTo>
                  <a:lnTo>
                    <a:pt x="1240669" y="1494582"/>
                  </a:lnTo>
                  <a:lnTo>
                    <a:pt x="1240657" y="1494561"/>
                  </a:lnTo>
                  <a:lnTo>
                    <a:pt x="1240647" y="1494546"/>
                  </a:lnTo>
                  <a:lnTo>
                    <a:pt x="1240641" y="1494534"/>
                  </a:lnTo>
                  <a:lnTo>
                    <a:pt x="1240646" y="1494518"/>
                  </a:lnTo>
                  <a:lnTo>
                    <a:pt x="1240652" y="1494494"/>
                  </a:lnTo>
                  <a:lnTo>
                    <a:pt x="1240658" y="1494466"/>
                  </a:lnTo>
                  <a:lnTo>
                    <a:pt x="1240660" y="1494453"/>
                  </a:lnTo>
                  <a:lnTo>
                    <a:pt x="1240660" y="1494446"/>
                  </a:lnTo>
                  <a:lnTo>
                    <a:pt x="1240650" y="1494436"/>
                  </a:lnTo>
                  <a:lnTo>
                    <a:pt x="1240638" y="1494418"/>
                  </a:lnTo>
                  <a:lnTo>
                    <a:pt x="1240625" y="1494397"/>
                  </a:lnTo>
                  <a:lnTo>
                    <a:pt x="1240610" y="1494379"/>
                  </a:lnTo>
                  <a:lnTo>
                    <a:pt x="1240605" y="1494370"/>
                  </a:lnTo>
                  <a:lnTo>
                    <a:pt x="1240604" y="1494362"/>
                  </a:lnTo>
                  <a:lnTo>
                    <a:pt x="1240603" y="1494353"/>
                  </a:lnTo>
                  <a:lnTo>
                    <a:pt x="1240595" y="1494347"/>
                  </a:lnTo>
                  <a:lnTo>
                    <a:pt x="1240587" y="1494347"/>
                  </a:lnTo>
                  <a:lnTo>
                    <a:pt x="1240569" y="1494341"/>
                  </a:lnTo>
                  <a:lnTo>
                    <a:pt x="1240558" y="1494330"/>
                  </a:lnTo>
                  <a:lnTo>
                    <a:pt x="1240551" y="1494320"/>
                  </a:lnTo>
                  <a:lnTo>
                    <a:pt x="1240550" y="1494312"/>
                  </a:lnTo>
                  <a:lnTo>
                    <a:pt x="1240558" y="1494289"/>
                  </a:lnTo>
                  <a:lnTo>
                    <a:pt x="1240564" y="1494275"/>
                  </a:lnTo>
                  <a:lnTo>
                    <a:pt x="1240571" y="1494261"/>
                  </a:lnTo>
                  <a:lnTo>
                    <a:pt x="1240569" y="1494256"/>
                  </a:lnTo>
                  <a:lnTo>
                    <a:pt x="1240562" y="1494254"/>
                  </a:lnTo>
                  <a:lnTo>
                    <a:pt x="1240541" y="1494251"/>
                  </a:lnTo>
                  <a:lnTo>
                    <a:pt x="1240530" y="1494242"/>
                  </a:lnTo>
                  <a:lnTo>
                    <a:pt x="1240523" y="1494231"/>
                  </a:lnTo>
                  <a:lnTo>
                    <a:pt x="1240522" y="1494224"/>
                  </a:lnTo>
                  <a:lnTo>
                    <a:pt x="1240523" y="1494212"/>
                  </a:lnTo>
                  <a:lnTo>
                    <a:pt x="1240530" y="1494198"/>
                  </a:lnTo>
                  <a:lnTo>
                    <a:pt x="1240533" y="1494189"/>
                  </a:lnTo>
                  <a:lnTo>
                    <a:pt x="1240545" y="1494171"/>
                  </a:lnTo>
                  <a:lnTo>
                    <a:pt x="1240551" y="1494162"/>
                  </a:lnTo>
                  <a:lnTo>
                    <a:pt x="1240552" y="1494154"/>
                  </a:lnTo>
                  <a:lnTo>
                    <a:pt x="1240546" y="1494139"/>
                  </a:lnTo>
                  <a:lnTo>
                    <a:pt x="1240538" y="1494122"/>
                  </a:lnTo>
                  <a:lnTo>
                    <a:pt x="1240529" y="1494100"/>
                  </a:lnTo>
                  <a:lnTo>
                    <a:pt x="1240529" y="1494094"/>
                  </a:lnTo>
                  <a:lnTo>
                    <a:pt x="1240531" y="1494084"/>
                  </a:lnTo>
                  <a:lnTo>
                    <a:pt x="1240538" y="1494070"/>
                  </a:lnTo>
                  <a:lnTo>
                    <a:pt x="1240545" y="1494044"/>
                  </a:lnTo>
                  <a:lnTo>
                    <a:pt x="1240548" y="1494028"/>
                  </a:lnTo>
                  <a:lnTo>
                    <a:pt x="1240550" y="1494014"/>
                  </a:lnTo>
                  <a:lnTo>
                    <a:pt x="1240554" y="1494004"/>
                  </a:lnTo>
                  <a:lnTo>
                    <a:pt x="1240560" y="1493997"/>
                  </a:lnTo>
                  <a:lnTo>
                    <a:pt x="1240570" y="1493989"/>
                  </a:lnTo>
                  <a:lnTo>
                    <a:pt x="1240581" y="1493976"/>
                  </a:lnTo>
                  <a:lnTo>
                    <a:pt x="1240591" y="1493962"/>
                  </a:lnTo>
                  <a:lnTo>
                    <a:pt x="1240587" y="1493964"/>
                  </a:lnTo>
                  <a:lnTo>
                    <a:pt x="1240574" y="1493969"/>
                  </a:lnTo>
                  <a:lnTo>
                    <a:pt x="1240560" y="1493970"/>
                  </a:lnTo>
                  <a:lnTo>
                    <a:pt x="1240549" y="1493967"/>
                  </a:lnTo>
                  <a:lnTo>
                    <a:pt x="1240534" y="1493964"/>
                  </a:lnTo>
                  <a:lnTo>
                    <a:pt x="1240517" y="1493962"/>
                  </a:lnTo>
                  <a:lnTo>
                    <a:pt x="1240498" y="1493960"/>
                  </a:lnTo>
                  <a:lnTo>
                    <a:pt x="1240479" y="1493953"/>
                  </a:lnTo>
                  <a:lnTo>
                    <a:pt x="1240464" y="1493948"/>
                  </a:lnTo>
                  <a:lnTo>
                    <a:pt x="1240455" y="1493945"/>
                  </a:lnTo>
                  <a:lnTo>
                    <a:pt x="1240446" y="1493941"/>
                  </a:lnTo>
                  <a:lnTo>
                    <a:pt x="1240429" y="1493945"/>
                  </a:lnTo>
                  <a:lnTo>
                    <a:pt x="1240416" y="1493942"/>
                  </a:lnTo>
                  <a:lnTo>
                    <a:pt x="1240391" y="1493936"/>
                  </a:lnTo>
                  <a:lnTo>
                    <a:pt x="1240379" y="1493932"/>
                  </a:lnTo>
                  <a:lnTo>
                    <a:pt x="1240367" y="1493926"/>
                  </a:lnTo>
                  <a:lnTo>
                    <a:pt x="1240356" y="1493914"/>
                  </a:lnTo>
                  <a:lnTo>
                    <a:pt x="1240348" y="1493902"/>
                  </a:lnTo>
                  <a:lnTo>
                    <a:pt x="1240332" y="1493869"/>
                  </a:lnTo>
                  <a:lnTo>
                    <a:pt x="1240324" y="1493856"/>
                  </a:lnTo>
                  <a:lnTo>
                    <a:pt x="1240318" y="1493852"/>
                  </a:lnTo>
                  <a:lnTo>
                    <a:pt x="1240301" y="1493852"/>
                  </a:lnTo>
                  <a:lnTo>
                    <a:pt x="1240271" y="1493852"/>
                  </a:lnTo>
                  <a:lnTo>
                    <a:pt x="1240259" y="1493849"/>
                  </a:lnTo>
                  <a:lnTo>
                    <a:pt x="1240250" y="1493845"/>
                  </a:lnTo>
                  <a:lnTo>
                    <a:pt x="1240228" y="1493830"/>
                  </a:lnTo>
                  <a:lnTo>
                    <a:pt x="1240211" y="1493818"/>
                  </a:lnTo>
                  <a:lnTo>
                    <a:pt x="1240201" y="1493807"/>
                  </a:lnTo>
                  <a:lnTo>
                    <a:pt x="1240191" y="1493797"/>
                  </a:lnTo>
                  <a:lnTo>
                    <a:pt x="1240181" y="1493789"/>
                  </a:lnTo>
                  <a:lnTo>
                    <a:pt x="1240175" y="1493783"/>
                  </a:lnTo>
                  <a:lnTo>
                    <a:pt x="1240163" y="1493772"/>
                  </a:lnTo>
                  <a:lnTo>
                    <a:pt x="1240150" y="1493763"/>
                  </a:lnTo>
                  <a:lnTo>
                    <a:pt x="1240143" y="1493755"/>
                  </a:lnTo>
                  <a:lnTo>
                    <a:pt x="1240142" y="1493744"/>
                  </a:lnTo>
                  <a:lnTo>
                    <a:pt x="1240146" y="1493729"/>
                  </a:lnTo>
                  <a:lnTo>
                    <a:pt x="1240155" y="1493711"/>
                  </a:lnTo>
                  <a:lnTo>
                    <a:pt x="1240162" y="1493700"/>
                  </a:lnTo>
                  <a:lnTo>
                    <a:pt x="1240165" y="1493692"/>
                  </a:lnTo>
                  <a:lnTo>
                    <a:pt x="1240165" y="1493684"/>
                  </a:lnTo>
                  <a:lnTo>
                    <a:pt x="1240163" y="1493676"/>
                  </a:lnTo>
                  <a:lnTo>
                    <a:pt x="1240159" y="1493670"/>
                  </a:lnTo>
                  <a:lnTo>
                    <a:pt x="1240149" y="1493662"/>
                  </a:lnTo>
                  <a:lnTo>
                    <a:pt x="1240139" y="1493656"/>
                  </a:lnTo>
                  <a:lnTo>
                    <a:pt x="1240130" y="1493655"/>
                  </a:lnTo>
                  <a:lnTo>
                    <a:pt x="1240113" y="1493655"/>
                  </a:lnTo>
                  <a:lnTo>
                    <a:pt x="1240105" y="1493655"/>
                  </a:lnTo>
                  <a:lnTo>
                    <a:pt x="1240097" y="1493652"/>
                  </a:lnTo>
                  <a:lnTo>
                    <a:pt x="1240095" y="1493640"/>
                  </a:lnTo>
                  <a:lnTo>
                    <a:pt x="1240094" y="1493628"/>
                  </a:lnTo>
                  <a:lnTo>
                    <a:pt x="1240093" y="1493623"/>
                  </a:lnTo>
                  <a:lnTo>
                    <a:pt x="1240088" y="1493620"/>
                  </a:lnTo>
                  <a:lnTo>
                    <a:pt x="1240082" y="1493616"/>
                  </a:lnTo>
                  <a:lnTo>
                    <a:pt x="1240076" y="1493612"/>
                  </a:lnTo>
                  <a:lnTo>
                    <a:pt x="1240064" y="1493602"/>
                  </a:lnTo>
                  <a:lnTo>
                    <a:pt x="1240054" y="1493591"/>
                  </a:lnTo>
                  <a:lnTo>
                    <a:pt x="1240047" y="1493580"/>
                  </a:lnTo>
                  <a:lnTo>
                    <a:pt x="1240043" y="1493568"/>
                  </a:lnTo>
                  <a:lnTo>
                    <a:pt x="1240036" y="1493551"/>
                  </a:lnTo>
                  <a:lnTo>
                    <a:pt x="1240032" y="1493542"/>
                  </a:lnTo>
                  <a:lnTo>
                    <a:pt x="1240017" y="1493518"/>
                  </a:lnTo>
                  <a:lnTo>
                    <a:pt x="1240009" y="1493508"/>
                  </a:lnTo>
                  <a:lnTo>
                    <a:pt x="1240002" y="1493500"/>
                  </a:lnTo>
                  <a:lnTo>
                    <a:pt x="1239996" y="1493498"/>
                  </a:lnTo>
                  <a:lnTo>
                    <a:pt x="1239986" y="1493493"/>
                  </a:lnTo>
                  <a:lnTo>
                    <a:pt x="1239979" y="1493488"/>
                  </a:lnTo>
                  <a:lnTo>
                    <a:pt x="1239969" y="1493480"/>
                  </a:lnTo>
                  <a:lnTo>
                    <a:pt x="1239963" y="1493470"/>
                  </a:lnTo>
                  <a:lnTo>
                    <a:pt x="1239959" y="1493459"/>
                  </a:lnTo>
                  <a:lnTo>
                    <a:pt x="1239955" y="1493441"/>
                  </a:lnTo>
                  <a:lnTo>
                    <a:pt x="1239953" y="1493424"/>
                  </a:lnTo>
                  <a:lnTo>
                    <a:pt x="1239952" y="1493411"/>
                  </a:lnTo>
                  <a:lnTo>
                    <a:pt x="1239951" y="1493398"/>
                  </a:lnTo>
                  <a:lnTo>
                    <a:pt x="1239950" y="1493392"/>
                  </a:lnTo>
                  <a:lnTo>
                    <a:pt x="1239946" y="1493389"/>
                  </a:lnTo>
                  <a:lnTo>
                    <a:pt x="1239938" y="1493386"/>
                  </a:lnTo>
                  <a:lnTo>
                    <a:pt x="1239924" y="1493383"/>
                  </a:lnTo>
                  <a:lnTo>
                    <a:pt x="1239912" y="1493380"/>
                  </a:lnTo>
                  <a:lnTo>
                    <a:pt x="1239905" y="1493377"/>
                  </a:lnTo>
                  <a:lnTo>
                    <a:pt x="1239895" y="1493371"/>
                  </a:lnTo>
                  <a:lnTo>
                    <a:pt x="1239883" y="1493363"/>
                  </a:lnTo>
                  <a:lnTo>
                    <a:pt x="1239875" y="1493358"/>
                  </a:lnTo>
                  <a:lnTo>
                    <a:pt x="1239865" y="1493354"/>
                  </a:lnTo>
                  <a:lnTo>
                    <a:pt x="1239859" y="1493351"/>
                  </a:lnTo>
                  <a:lnTo>
                    <a:pt x="1239853" y="1493344"/>
                  </a:lnTo>
                  <a:lnTo>
                    <a:pt x="1239846" y="1493334"/>
                  </a:lnTo>
                  <a:lnTo>
                    <a:pt x="1239834" y="1493320"/>
                  </a:lnTo>
                  <a:lnTo>
                    <a:pt x="1239821" y="1493307"/>
                  </a:lnTo>
                  <a:lnTo>
                    <a:pt x="1239810" y="1493296"/>
                  </a:lnTo>
                  <a:lnTo>
                    <a:pt x="1239798" y="1493285"/>
                  </a:lnTo>
                  <a:lnTo>
                    <a:pt x="1239783" y="1493270"/>
                  </a:lnTo>
                  <a:lnTo>
                    <a:pt x="1239769" y="1493259"/>
                  </a:lnTo>
                  <a:lnTo>
                    <a:pt x="1239755" y="1493247"/>
                  </a:lnTo>
                  <a:lnTo>
                    <a:pt x="1239742" y="1493233"/>
                  </a:lnTo>
                  <a:lnTo>
                    <a:pt x="1239735" y="1493223"/>
                  </a:lnTo>
                  <a:lnTo>
                    <a:pt x="1239730" y="1493214"/>
                  </a:lnTo>
                  <a:lnTo>
                    <a:pt x="1239725" y="1493208"/>
                  </a:lnTo>
                  <a:lnTo>
                    <a:pt x="1239719" y="1493197"/>
                  </a:lnTo>
                  <a:lnTo>
                    <a:pt x="1239713" y="1493193"/>
                  </a:lnTo>
                  <a:lnTo>
                    <a:pt x="1239705" y="1493191"/>
                  </a:lnTo>
                  <a:lnTo>
                    <a:pt x="1239694" y="1493192"/>
                  </a:lnTo>
                  <a:lnTo>
                    <a:pt x="1239683" y="1493192"/>
                  </a:lnTo>
                  <a:lnTo>
                    <a:pt x="1239669" y="1493193"/>
                  </a:lnTo>
                  <a:lnTo>
                    <a:pt x="1239664" y="1493192"/>
                  </a:lnTo>
                  <a:lnTo>
                    <a:pt x="1239657" y="1493188"/>
                  </a:lnTo>
                  <a:lnTo>
                    <a:pt x="1239651" y="1493183"/>
                  </a:lnTo>
                  <a:lnTo>
                    <a:pt x="1239641" y="1493175"/>
                  </a:lnTo>
                  <a:lnTo>
                    <a:pt x="1239631" y="1493167"/>
                  </a:lnTo>
                  <a:lnTo>
                    <a:pt x="1239620" y="1493162"/>
                  </a:lnTo>
                  <a:lnTo>
                    <a:pt x="1239605" y="1493159"/>
                  </a:lnTo>
                  <a:lnTo>
                    <a:pt x="1239594" y="1493166"/>
                  </a:lnTo>
                  <a:lnTo>
                    <a:pt x="1239575" y="1493178"/>
                  </a:lnTo>
                  <a:lnTo>
                    <a:pt x="1239565" y="1493179"/>
                  </a:lnTo>
                  <a:lnTo>
                    <a:pt x="1239555" y="1493177"/>
                  </a:lnTo>
                  <a:lnTo>
                    <a:pt x="1239550" y="1493172"/>
                  </a:lnTo>
                  <a:lnTo>
                    <a:pt x="1239543" y="1493167"/>
                  </a:lnTo>
                  <a:lnTo>
                    <a:pt x="1239530" y="1493145"/>
                  </a:lnTo>
                  <a:lnTo>
                    <a:pt x="1239524" y="1493134"/>
                  </a:lnTo>
                  <a:lnTo>
                    <a:pt x="1239507" y="1493107"/>
                  </a:lnTo>
                  <a:lnTo>
                    <a:pt x="1239497" y="1493099"/>
                  </a:lnTo>
                  <a:lnTo>
                    <a:pt x="1239478" y="1493091"/>
                  </a:lnTo>
                  <a:lnTo>
                    <a:pt x="1239472" y="1493090"/>
                  </a:lnTo>
                  <a:lnTo>
                    <a:pt x="1239457" y="1493091"/>
                  </a:lnTo>
                  <a:lnTo>
                    <a:pt x="1239444" y="1493087"/>
                  </a:lnTo>
                  <a:lnTo>
                    <a:pt x="1239439" y="1493080"/>
                  </a:lnTo>
                  <a:lnTo>
                    <a:pt x="1239426" y="1493058"/>
                  </a:lnTo>
                  <a:lnTo>
                    <a:pt x="1239420" y="1493017"/>
                  </a:lnTo>
                  <a:lnTo>
                    <a:pt x="1239413" y="1493010"/>
                  </a:lnTo>
                  <a:lnTo>
                    <a:pt x="1239399" y="1492998"/>
                  </a:lnTo>
                  <a:lnTo>
                    <a:pt x="1239386" y="1492987"/>
                  </a:lnTo>
                  <a:lnTo>
                    <a:pt x="1239368" y="1492981"/>
                  </a:lnTo>
                  <a:lnTo>
                    <a:pt x="1239352" y="1492978"/>
                  </a:lnTo>
                  <a:lnTo>
                    <a:pt x="1239326" y="1492975"/>
                  </a:lnTo>
                  <a:lnTo>
                    <a:pt x="1239292" y="1492968"/>
                  </a:lnTo>
                  <a:lnTo>
                    <a:pt x="1239278" y="1492961"/>
                  </a:lnTo>
                  <a:lnTo>
                    <a:pt x="1239252" y="1492948"/>
                  </a:lnTo>
                  <a:lnTo>
                    <a:pt x="1239240" y="1492940"/>
                  </a:lnTo>
                  <a:lnTo>
                    <a:pt x="1239232" y="1492931"/>
                  </a:lnTo>
                  <a:lnTo>
                    <a:pt x="1239218" y="1492891"/>
                  </a:lnTo>
                  <a:lnTo>
                    <a:pt x="1239215" y="1492877"/>
                  </a:lnTo>
                  <a:lnTo>
                    <a:pt x="1239201" y="1492872"/>
                  </a:lnTo>
                  <a:lnTo>
                    <a:pt x="1239183" y="1492861"/>
                  </a:lnTo>
                  <a:lnTo>
                    <a:pt x="1239176" y="1492845"/>
                  </a:lnTo>
                  <a:lnTo>
                    <a:pt x="1239175" y="1492835"/>
                  </a:lnTo>
                  <a:lnTo>
                    <a:pt x="1239175" y="1492819"/>
                  </a:lnTo>
                  <a:lnTo>
                    <a:pt x="1239167" y="1492788"/>
                  </a:lnTo>
                  <a:lnTo>
                    <a:pt x="1239145" y="1492770"/>
                  </a:lnTo>
                  <a:lnTo>
                    <a:pt x="1239124" y="1492758"/>
                  </a:lnTo>
                  <a:lnTo>
                    <a:pt x="1239109" y="1492756"/>
                  </a:lnTo>
                  <a:lnTo>
                    <a:pt x="1239082" y="1492768"/>
                  </a:lnTo>
                  <a:lnTo>
                    <a:pt x="1239066" y="1492767"/>
                  </a:lnTo>
                  <a:lnTo>
                    <a:pt x="1239059" y="1492760"/>
                  </a:lnTo>
                  <a:lnTo>
                    <a:pt x="1239057" y="1492754"/>
                  </a:lnTo>
                  <a:lnTo>
                    <a:pt x="1239055" y="1492732"/>
                  </a:lnTo>
                  <a:lnTo>
                    <a:pt x="1239055" y="1492723"/>
                  </a:lnTo>
                  <a:lnTo>
                    <a:pt x="1239061" y="1492709"/>
                  </a:lnTo>
                  <a:lnTo>
                    <a:pt x="1239071" y="1492689"/>
                  </a:lnTo>
                  <a:lnTo>
                    <a:pt x="1239072" y="1492675"/>
                  </a:lnTo>
                  <a:lnTo>
                    <a:pt x="1239062" y="1492661"/>
                  </a:lnTo>
                  <a:lnTo>
                    <a:pt x="1239055" y="1492652"/>
                  </a:lnTo>
                  <a:lnTo>
                    <a:pt x="1239041" y="1492642"/>
                  </a:lnTo>
                  <a:lnTo>
                    <a:pt x="1239029" y="1492630"/>
                  </a:lnTo>
                  <a:lnTo>
                    <a:pt x="1239015" y="1492611"/>
                  </a:lnTo>
                  <a:lnTo>
                    <a:pt x="1238998" y="1492586"/>
                  </a:lnTo>
                  <a:lnTo>
                    <a:pt x="1238997" y="1492576"/>
                  </a:lnTo>
                  <a:lnTo>
                    <a:pt x="1238995" y="1492563"/>
                  </a:lnTo>
                  <a:lnTo>
                    <a:pt x="1238980" y="1492560"/>
                  </a:lnTo>
                  <a:lnTo>
                    <a:pt x="1238962" y="1492556"/>
                  </a:lnTo>
                  <a:lnTo>
                    <a:pt x="1238948" y="1492552"/>
                  </a:lnTo>
                  <a:lnTo>
                    <a:pt x="1238938" y="1492539"/>
                  </a:lnTo>
                  <a:lnTo>
                    <a:pt x="1238932" y="1492527"/>
                  </a:lnTo>
                  <a:lnTo>
                    <a:pt x="1238924" y="1492510"/>
                  </a:lnTo>
                  <a:lnTo>
                    <a:pt x="1238911" y="1492502"/>
                  </a:lnTo>
                  <a:lnTo>
                    <a:pt x="1238878" y="1492494"/>
                  </a:lnTo>
                  <a:lnTo>
                    <a:pt x="1238872" y="1492488"/>
                  </a:lnTo>
                  <a:lnTo>
                    <a:pt x="1238869" y="1492481"/>
                  </a:lnTo>
                  <a:lnTo>
                    <a:pt x="1238865" y="1492465"/>
                  </a:lnTo>
                  <a:lnTo>
                    <a:pt x="1238856" y="1492440"/>
                  </a:lnTo>
                  <a:lnTo>
                    <a:pt x="1238849" y="1492420"/>
                  </a:lnTo>
                  <a:lnTo>
                    <a:pt x="1238842" y="1492411"/>
                  </a:lnTo>
                  <a:lnTo>
                    <a:pt x="1238837" y="1492413"/>
                  </a:lnTo>
                  <a:lnTo>
                    <a:pt x="1238821" y="1492416"/>
                  </a:lnTo>
                  <a:lnTo>
                    <a:pt x="1238783" y="1492432"/>
                  </a:lnTo>
                  <a:lnTo>
                    <a:pt x="1238735" y="1492455"/>
                  </a:lnTo>
                  <a:lnTo>
                    <a:pt x="1238725" y="1492459"/>
                  </a:lnTo>
                  <a:lnTo>
                    <a:pt x="1238715" y="1492462"/>
                  </a:lnTo>
                  <a:lnTo>
                    <a:pt x="1238692" y="1492467"/>
                  </a:lnTo>
                  <a:lnTo>
                    <a:pt x="1238673" y="1492467"/>
                  </a:lnTo>
                  <a:lnTo>
                    <a:pt x="1238659" y="1492463"/>
                  </a:lnTo>
                  <a:lnTo>
                    <a:pt x="1238634" y="1492451"/>
                  </a:lnTo>
                  <a:lnTo>
                    <a:pt x="1238616" y="1492443"/>
                  </a:lnTo>
                  <a:lnTo>
                    <a:pt x="1238596" y="1492425"/>
                  </a:lnTo>
                  <a:lnTo>
                    <a:pt x="1238584" y="1492416"/>
                  </a:lnTo>
                  <a:lnTo>
                    <a:pt x="1238560" y="1492398"/>
                  </a:lnTo>
                  <a:lnTo>
                    <a:pt x="1238544" y="1492393"/>
                  </a:lnTo>
                  <a:lnTo>
                    <a:pt x="1238514" y="1492381"/>
                  </a:lnTo>
                  <a:lnTo>
                    <a:pt x="1238486" y="1492373"/>
                  </a:lnTo>
                  <a:lnTo>
                    <a:pt x="1238477" y="1492371"/>
                  </a:lnTo>
                  <a:lnTo>
                    <a:pt x="1238444" y="1492358"/>
                  </a:lnTo>
                  <a:lnTo>
                    <a:pt x="1238429" y="1492357"/>
                  </a:lnTo>
                  <a:lnTo>
                    <a:pt x="1238405" y="1492358"/>
                  </a:lnTo>
                  <a:lnTo>
                    <a:pt x="1238400" y="1492358"/>
                  </a:lnTo>
                  <a:lnTo>
                    <a:pt x="1238387" y="1492365"/>
                  </a:lnTo>
                  <a:lnTo>
                    <a:pt x="1238379" y="1492380"/>
                  </a:lnTo>
                  <a:lnTo>
                    <a:pt x="1238364" y="1492384"/>
                  </a:lnTo>
                  <a:lnTo>
                    <a:pt x="1238342" y="1492378"/>
                  </a:lnTo>
                  <a:lnTo>
                    <a:pt x="1238338" y="1492367"/>
                  </a:lnTo>
                  <a:lnTo>
                    <a:pt x="1238328" y="1492361"/>
                  </a:lnTo>
                  <a:lnTo>
                    <a:pt x="1238317" y="1492351"/>
                  </a:lnTo>
                  <a:lnTo>
                    <a:pt x="1238308" y="1492341"/>
                  </a:lnTo>
                  <a:lnTo>
                    <a:pt x="1238305" y="1492333"/>
                  </a:lnTo>
                  <a:lnTo>
                    <a:pt x="1238310" y="1492322"/>
                  </a:lnTo>
                  <a:lnTo>
                    <a:pt x="1238306" y="1492312"/>
                  </a:lnTo>
                  <a:lnTo>
                    <a:pt x="1238295" y="1492311"/>
                  </a:lnTo>
                  <a:lnTo>
                    <a:pt x="1238255" y="1492337"/>
                  </a:lnTo>
                  <a:lnTo>
                    <a:pt x="1238233" y="1492342"/>
                  </a:lnTo>
                  <a:lnTo>
                    <a:pt x="1238210" y="1492345"/>
                  </a:lnTo>
                  <a:lnTo>
                    <a:pt x="1238155" y="1492355"/>
                  </a:lnTo>
                  <a:lnTo>
                    <a:pt x="1238110" y="1492365"/>
                  </a:lnTo>
                  <a:lnTo>
                    <a:pt x="1238070" y="1492370"/>
                  </a:lnTo>
                  <a:lnTo>
                    <a:pt x="1238062" y="1492388"/>
                  </a:lnTo>
                  <a:lnTo>
                    <a:pt x="1238051" y="1492407"/>
                  </a:lnTo>
                  <a:lnTo>
                    <a:pt x="1238030" y="1492419"/>
                  </a:lnTo>
                  <a:lnTo>
                    <a:pt x="1238013" y="1492421"/>
                  </a:lnTo>
                  <a:lnTo>
                    <a:pt x="1237982" y="1492423"/>
                  </a:lnTo>
                  <a:lnTo>
                    <a:pt x="1237942" y="1492423"/>
                  </a:lnTo>
                  <a:lnTo>
                    <a:pt x="1237933" y="1492424"/>
                  </a:lnTo>
                  <a:lnTo>
                    <a:pt x="1237921" y="1492424"/>
                  </a:lnTo>
                  <a:lnTo>
                    <a:pt x="1237914" y="1492429"/>
                  </a:lnTo>
                  <a:lnTo>
                    <a:pt x="1237906" y="1492435"/>
                  </a:lnTo>
                  <a:lnTo>
                    <a:pt x="1237901" y="1492439"/>
                  </a:lnTo>
                  <a:lnTo>
                    <a:pt x="1237895" y="1492443"/>
                  </a:lnTo>
                  <a:lnTo>
                    <a:pt x="1237869" y="1492443"/>
                  </a:lnTo>
                  <a:lnTo>
                    <a:pt x="1237845" y="1492436"/>
                  </a:lnTo>
                  <a:lnTo>
                    <a:pt x="1237818" y="1492423"/>
                  </a:lnTo>
                  <a:lnTo>
                    <a:pt x="1237802" y="1492409"/>
                  </a:lnTo>
                  <a:lnTo>
                    <a:pt x="1237791" y="1492404"/>
                  </a:lnTo>
                  <a:lnTo>
                    <a:pt x="1237783" y="1492405"/>
                  </a:lnTo>
                  <a:lnTo>
                    <a:pt x="1237765" y="1492406"/>
                  </a:lnTo>
                  <a:lnTo>
                    <a:pt x="1237748" y="1492408"/>
                  </a:lnTo>
                  <a:lnTo>
                    <a:pt x="1237727" y="1492410"/>
                  </a:lnTo>
                  <a:lnTo>
                    <a:pt x="1237719" y="1492409"/>
                  </a:lnTo>
                  <a:lnTo>
                    <a:pt x="1237711" y="1492406"/>
                  </a:lnTo>
                  <a:lnTo>
                    <a:pt x="1237706" y="1492402"/>
                  </a:lnTo>
                  <a:lnTo>
                    <a:pt x="1237700" y="1492400"/>
                  </a:lnTo>
                  <a:lnTo>
                    <a:pt x="1237696" y="1492413"/>
                  </a:lnTo>
                  <a:lnTo>
                    <a:pt x="1237692" y="1492424"/>
                  </a:lnTo>
                  <a:lnTo>
                    <a:pt x="1237680" y="1492448"/>
                  </a:lnTo>
                  <a:lnTo>
                    <a:pt x="1237666" y="1492468"/>
                  </a:lnTo>
                  <a:lnTo>
                    <a:pt x="1237655" y="1492486"/>
                  </a:lnTo>
                  <a:lnTo>
                    <a:pt x="1237640" y="1492518"/>
                  </a:lnTo>
                  <a:lnTo>
                    <a:pt x="1237639" y="1492523"/>
                  </a:lnTo>
                  <a:lnTo>
                    <a:pt x="1237634" y="1492552"/>
                  </a:lnTo>
                  <a:lnTo>
                    <a:pt x="1237632" y="1492594"/>
                  </a:lnTo>
                  <a:lnTo>
                    <a:pt x="1237635" y="1492631"/>
                  </a:lnTo>
                  <a:lnTo>
                    <a:pt x="1237639" y="1492674"/>
                  </a:lnTo>
                  <a:lnTo>
                    <a:pt x="1237639" y="1492709"/>
                  </a:lnTo>
                  <a:lnTo>
                    <a:pt x="1237636" y="1492720"/>
                  </a:lnTo>
                  <a:lnTo>
                    <a:pt x="1237629" y="1492740"/>
                  </a:lnTo>
                  <a:lnTo>
                    <a:pt x="1237613" y="1492780"/>
                  </a:lnTo>
                  <a:lnTo>
                    <a:pt x="1237569" y="1492813"/>
                  </a:lnTo>
                  <a:lnTo>
                    <a:pt x="1237538" y="1492832"/>
                  </a:lnTo>
                  <a:lnTo>
                    <a:pt x="1237527" y="1492835"/>
                  </a:lnTo>
                  <a:lnTo>
                    <a:pt x="1237515" y="1492833"/>
                  </a:lnTo>
                  <a:lnTo>
                    <a:pt x="1237495" y="1492824"/>
                  </a:lnTo>
                  <a:lnTo>
                    <a:pt x="1237457" y="1492813"/>
                  </a:lnTo>
                  <a:lnTo>
                    <a:pt x="1237435" y="1492813"/>
                  </a:lnTo>
                  <a:lnTo>
                    <a:pt x="1237420" y="1492814"/>
                  </a:lnTo>
                  <a:lnTo>
                    <a:pt x="1237383" y="1492811"/>
                  </a:lnTo>
                  <a:lnTo>
                    <a:pt x="1237353" y="1492816"/>
                  </a:lnTo>
                  <a:lnTo>
                    <a:pt x="1237323" y="1492818"/>
                  </a:lnTo>
                  <a:lnTo>
                    <a:pt x="1237312" y="1492815"/>
                  </a:lnTo>
                  <a:lnTo>
                    <a:pt x="1237289" y="1492797"/>
                  </a:lnTo>
                  <a:lnTo>
                    <a:pt x="1237268" y="1492793"/>
                  </a:lnTo>
                  <a:lnTo>
                    <a:pt x="1237249" y="1492795"/>
                  </a:lnTo>
                  <a:lnTo>
                    <a:pt x="1237220" y="1492816"/>
                  </a:lnTo>
                  <a:lnTo>
                    <a:pt x="1237185" y="1492824"/>
                  </a:lnTo>
                  <a:lnTo>
                    <a:pt x="1237156" y="1492832"/>
                  </a:lnTo>
                  <a:lnTo>
                    <a:pt x="1237126" y="1492836"/>
                  </a:lnTo>
                  <a:lnTo>
                    <a:pt x="1237110" y="1492838"/>
                  </a:lnTo>
                  <a:lnTo>
                    <a:pt x="1237095" y="1492841"/>
                  </a:lnTo>
                  <a:lnTo>
                    <a:pt x="1237058" y="1492848"/>
                  </a:lnTo>
                  <a:lnTo>
                    <a:pt x="1237021" y="1492863"/>
                  </a:lnTo>
                  <a:lnTo>
                    <a:pt x="1236984" y="1492878"/>
                  </a:lnTo>
                  <a:lnTo>
                    <a:pt x="1236962" y="1492906"/>
                  </a:lnTo>
                  <a:lnTo>
                    <a:pt x="1236947" y="1492926"/>
                  </a:lnTo>
                  <a:lnTo>
                    <a:pt x="1236934" y="1492943"/>
                  </a:lnTo>
                  <a:lnTo>
                    <a:pt x="1236912" y="1492962"/>
                  </a:lnTo>
                  <a:lnTo>
                    <a:pt x="1236888" y="1492970"/>
                  </a:lnTo>
                  <a:lnTo>
                    <a:pt x="1236861" y="1492970"/>
                  </a:lnTo>
                  <a:lnTo>
                    <a:pt x="1236844" y="1492971"/>
                  </a:lnTo>
                  <a:lnTo>
                    <a:pt x="1236833" y="1492975"/>
                  </a:lnTo>
                  <a:lnTo>
                    <a:pt x="1236819" y="1492999"/>
                  </a:lnTo>
                  <a:lnTo>
                    <a:pt x="1236776" y="1493004"/>
                  </a:lnTo>
                  <a:lnTo>
                    <a:pt x="1236749" y="1493016"/>
                  </a:lnTo>
                  <a:lnTo>
                    <a:pt x="1236735" y="1493038"/>
                  </a:lnTo>
                  <a:lnTo>
                    <a:pt x="1236694" y="1493117"/>
                  </a:lnTo>
                  <a:lnTo>
                    <a:pt x="1236679" y="1493167"/>
                  </a:lnTo>
                  <a:lnTo>
                    <a:pt x="1236662" y="1493207"/>
                  </a:lnTo>
                  <a:lnTo>
                    <a:pt x="1236635" y="1493231"/>
                  </a:lnTo>
                  <a:lnTo>
                    <a:pt x="1236624" y="1493269"/>
                  </a:lnTo>
                  <a:lnTo>
                    <a:pt x="1236619" y="1493304"/>
                  </a:lnTo>
                  <a:lnTo>
                    <a:pt x="1236620" y="1493333"/>
                  </a:lnTo>
                  <a:lnTo>
                    <a:pt x="1236640" y="1493368"/>
                  </a:lnTo>
                  <a:lnTo>
                    <a:pt x="1236634" y="1493374"/>
                  </a:lnTo>
                  <a:lnTo>
                    <a:pt x="1236619" y="1493389"/>
                  </a:lnTo>
                  <a:lnTo>
                    <a:pt x="1236582" y="1493421"/>
                  </a:lnTo>
                  <a:lnTo>
                    <a:pt x="1236561" y="1493427"/>
                  </a:lnTo>
                  <a:lnTo>
                    <a:pt x="1236536" y="1493435"/>
                  </a:lnTo>
                  <a:lnTo>
                    <a:pt x="1236492" y="1493451"/>
                  </a:lnTo>
                  <a:lnTo>
                    <a:pt x="1236457" y="1493484"/>
                  </a:lnTo>
                  <a:lnTo>
                    <a:pt x="1236449" y="1493492"/>
                  </a:lnTo>
                  <a:lnTo>
                    <a:pt x="1236437" y="1493509"/>
                  </a:lnTo>
                  <a:lnTo>
                    <a:pt x="1236427" y="1493553"/>
                  </a:lnTo>
                  <a:lnTo>
                    <a:pt x="1236418" y="1493582"/>
                  </a:lnTo>
                  <a:lnTo>
                    <a:pt x="1236408" y="1493614"/>
                  </a:lnTo>
                  <a:lnTo>
                    <a:pt x="1236410" y="1493645"/>
                  </a:lnTo>
                  <a:lnTo>
                    <a:pt x="1236409" y="1493676"/>
                  </a:lnTo>
                  <a:lnTo>
                    <a:pt x="1236400" y="1493723"/>
                  </a:lnTo>
                  <a:lnTo>
                    <a:pt x="1236396" y="1493756"/>
                  </a:lnTo>
                  <a:lnTo>
                    <a:pt x="1236404" y="1493777"/>
                  </a:lnTo>
                  <a:lnTo>
                    <a:pt x="1236432" y="1493807"/>
                  </a:lnTo>
                  <a:lnTo>
                    <a:pt x="1236440" y="1493825"/>
                  </a:lnTo>
                  <a:lnTo>
                    <a:pt x="1236448" y="1493839"/>
                  </a:lnTo>
                  <a:lnTo>
                    <a:pt x="1236453" y="1493849"/>
                  </a:lnTo>
                  <a:lnTo>
                    <a:pt x="1236458" y="1493862"/>
                  </a:lnTo>
                  <a:lnTo>
                    <a:pt x="1236462" y="1493878"/>
                  </a:lnTo>
                  <a:lnTo>
                    <a:pt x="1236462" y="1493899"/>
                  </a:lnTo>
                  <a:lnTo>
                    <a:pt x="1236461" y="1493921"/>
                  </a:lnTo>
                  <a:lnTo>
                    <a:pt x="1236466" y="1493938"/>
                  </a:lnTo>
                  <a:lnTo>
                    <a:pt x="1236469" y="1493959"/>
                  </a:lnTo>
                  <a:lnTo>
                    <a:pt x="1236455" y="1494005"/>
                  </a:lnTo>
                  <a:lnTo>
                    <a:pt x="1236452" y="1494018"/>
                  </a:lnTo>
                  <a:lnTo>
                    <a:pt x="1236449" y="1494025"/>
                  </a:lnTo>
                  <a:lnTo>
                    <a:pt x="1236442" y="1494030"/>
                  </a:lnTo>
                  <a:lnTo>
                    <a:pt x="1236423" y="1494044"/>
                  </a:lnTo>
                  <a:lnTo>
                    <a:pt x="1236399" y="1494057"/>
                  </a:lnTo>
                  <a:lnTo>
                    <a:pt x="1236369" y="1494083"/>
                  </a:lnTo>
                  <a:lnTo>
                    <a:pt x="1236362" y="1494114"/>
                  </a:lnTo>
                  <a:lnTo>
                    <a:pt x="1236363" y="1494145"/>
                  </a:lnTo>
                  <a:lnTo>
                    <a:pt x="1236377" y="1494175"/>
                  </a:lnTo>
                  <a:lnTo>
                    <a:pt x="1236410" y="1494207"/>
                  </a:lnTo>
                  <a:lnTo>
                    <a:pt x="1236434" y="1494240"/>
                  </a:lnTo>
                  <a:lnTo>
                    <a:pt x="1236465" y="1494285"/>
                  </a:lnTo>
                  <a:lnTo>
                    <a:pt x="1236489" y="1494320"/>
                  </a:lnTo>
                  <a:lnTo>
                    <a:pt x="1236548" y="1494378"/>
                  </a:lnTo>
                  <a:lnTo>
                    <a:pt x="1236586" y="1494426"/>
                  </a:lnTo>
                  <a:lnTo>
                    <a:pt x="1236588" y="1494449"/>
                  </a:lnTo>
                  <a:lnTo>
                    <a:pt x="1236593" y="1494475"/>
                  </a:lnTo>
                  <a:lnTo>
                    <a:pt x="1236600" y="1494507"/>
                  </a:lnTo>
                  <a:lnTo>
                    <a:pt x="1236617" y="1494551"/>
                  </a:lnTo>
                  <a:lnTo>
                    <a:pt x="1236613" y="1494594"/>
                  </a:lnTo>
                  <a:lnTo>
                    <a:pt x="1236616" y="1494619"/>
                  </a:lnTo>
                  <a:lnTo>
                    <a:pt x="1236626" y="1494650"/>
                  </a:lnTo>
                  <a:lnTo>
                    <a:pt x="1236622" y="1494666"/>
                  </a:lnTo>
                  <a:lnTo>
                    <a:pt x="1236582" y="1494666"/>
                  </a:lnTo>
                  <a:lnTo>
                    <a:pt x="1236556" y="1494670"/>
                  </a:lnTo>
                  <a:lnTo>
                    <a:pt x="1236521" y="1494684"/>
                  </a:lnTo>
                  <a:lnTo>
                    <a:pt x="1236510" y="1494691"/>
                  </a:lnTo>
                  <a:lnTo>
                    <a:pt x="1236505" y="1494698"/>
                  </a:lnTo>
                  <a:lnTo>
                    <a:pt x="1236493" y="1494725"/>
                  </a:lnTo>
                  <a:lnTo>
                    <a:pt x="1236487" y="1494762"/>
                  </a:lnTo>
                  <a:lnTo>
                    <a:pt x="1236478" y="1494777"/>
                  </a:lnTo>
                  <a:lnTo>
                    <a:pt x="1236468" y="1494778"/>
                  </a:lnTo>
                  <a:lnTo>
                    <a:pt x="1236441" y="1494780"/>
                  </a:lnTo>
                  <a:lnTo>
                    <a:pt x="1236393" y="1494793"/>
                  </a:lnTo>
                  <a:lnTo>
                    <a:pt x="1236374" y="1494803"/>
                  </a:lnTo>
                  <a:lnTo>
                    <a:pt x="1236358" y="1494810"/>
                  </a:lnTo>
                  <a:lnTo>
                    <a:pt x="1236337" y="1494810"/>
                  </a:lnTo>
                  <a:lnTo>
                    <a:pt x="1236316" y="1494818"/>
                  </a:lnTo>
                  <a:lnTo>
                    <a:pt x="1236307" y="1494833"/>
                  </a:lnTo>
                  <a:lnTo>
                    <a:pt x="1236310" y="1494857"/>
                  </a:lnTo>
                  <a:lnTo>
                    <a:pt x="1236305" y="1494872"/>
                  </a:lnTo>
                  <a:lnTo>
                    <a:pt x="1236300" y="1494880"/>
                  </a:lnTo>
                  <a:lnTo>
                    <a:pt x="1236288" y="1494885"/>
                  </a:lnTo>
                  <a:lnTo>
                    <a:pt x="1236262" y="1494889"/>
                  </a:lnTo>
                  <a:lnTo>
                    <a:pt x="1236209" y="1494902"/>
                  </a:lnTo>
                  <a:lnTo>
                    <a:pt x="1236172" y="1494923"/>
                  </a:lnTo>
                  <a:lnTo>
                    <a:pt x="1236156" y="1494935"/>
                  </a:lnTo>
                  <a:lnTo>
                    <a:pt x="1236136" y="1494947"/>
                  </a:lnTo>
                  <a:lnTo>
                    <a:pt x="1236114" y="1494962"/>
                  </a:lnTo>
                  <a:lnTo>
                    <a:pt x="1236100" y="1494980"/>
                  </a:lnTo>
                  <a:lnTo>
                    <a:pt x="1236094" y="1495012"/>
                  </a:lnTo>
                  <a:lnTo>
                    <a:pt x="1236079" y="1495045"/>
                  </a:lnTo>
                  <a:lnTo>
                    <a:pt x="1236048" y="1495079"/>
                  </a:lnTo>
                  <a:lnTo>
                    <a:pt x="1236050" y="1495104"/>
                  </a:lnTo>
                  <a:lnTo>
                    <a:pt x="1236046" y="1495120"/>
                  </a:lnTo>
                  <a:lnTo>
                    <a:pt x="1236034" y="1495160"/>
                  </a:lnTo>
                  <a:lnTo>
                    <a:pt x="1236016" y="1495207"/>
                  </a:lnTo>
                  <a:lnTo>
                    <a:pt x="1236013" y="1495213"/>
                  </a:lnTo>
                  <a:lnTo>
                    <a:pt x="1236009" y="1495222"/>
                  </a:lnTo>
                  <a:lnTo>
                    <a:pt x="1235995" y="1495245"/>
                  </a:lnTo>
                  <a:lnTo>
                    <a:pt x="1235988" y="1495256"/>
                  </a:lnTo>
                  <a:lnTo>
                    <a:pt x="1235970" y="1495268"/>
                  </a:lnTo>
                  <a:lnTo>
                    <a:pt x="1235956" y="1495278"/>
                  </a:lnTo>
                  <a:lnTo>
                    <a:pt x="1235944" y="1495296"/>
                  </a:lnTo>
                  <a:lnTo>
                    <a:pt x="1235944" y="1495303"/>
                  </a:lnTo>
                  <a:lnTo>
                    <a:pt x="1235951" y="1495322"/>
                  </a:lnTo>
                  <a:lnTo>
                    <a:pt x="1235969" y="1495338"/>
                  </a:lnTo>
                  <a:lnTo>
                    <a:pt x="1235999" y="1495366"/>
                  </a:lnTo>
                  <a:lnTo>
                    <a:pt x="1236010" y="1495397"/>
                  </a:lnTo>
                  <a:lnTo>
                    <a:pt x="1236007" y="1495424"/>
                  </a:lnTo>
                  <a:lnTo>
                    <a:pt x="1235992" y="1495456"/>
                  </a:lnTo>
                  <a:lnTo>
                    <a:pt x="1235988" y="1495472"/>
                  </a:lnTo>
                  <a:lnTo>
                    <a:pt x="1235979" y="1495489"/>
                  </a:lnTo>
                  <a:lnTo>
                    <a:pt x="1235966" y="1495507"/>
                  </a:lnTo>
                  <a:lnTo>
                    <a:pt x="1235953" y="1495520"/>
                  </a:lnTo>
                  <a:lnTo>
                    <a:pt x="1235919" y="1495546"/>
                  </a:lnTo>
                  <a:lnTo>
                    <a:pt x="1235895" y="1495565"/>
                  </a:lnTo>
                  <a:lnTo>
                    <a:pt x="1235881" y="1495593"/>
                  </a:lnTo>
                  <a:lnTo>
                    <a:pt x="1235870" y="1495617"/>
                  </a:lnTo>
                  <a:lnTo>
                    <a:pt x="1235853" y="1495668"/>
                  </a:lnTo>
                  <a:lnTo>
                    <a:pt x="1235840" y="1495700"/>
                  </a:lnTo>
                  <a:lnTo>
                    <a:pt x="1235835" y="1495712"/>
                  </a:lnTo>
                  <a:lnTo>
                    <a:pt x="1235833" y="1495736"/>
                  </a:lnTo>
                  <a:lnTo>
                    <a:pt x="1235829" y="1495763"/>
                  </a:lnTo>
                  <a:lnTo>
                    <a:pt x="1235826" y="1495770"/>
                  </a:lnTo>
                  <a:lnTo>
                    <a:pt x="1235821" y="1495778"/>
                  </a:lnTo>
                  <a:lnTo>
                    <a:pt x="1235804" y="1495790"/>
                  </a:lnTo>
                  <a:lnTo>
                    <a:pt x="1235793" y="1495803"/>
                  </a:lnTo>
                  <a:lnTo>
                    <a:pt x="1235782" y="1495826"/>
                  </a:lnTo>
                  <a:lnTo>
                    <a:pt x="1235783" y="1495848"/>
                  </a:lnTo>
                  <a:lnTo>
                    <a:pt x="1235791" y="1495890"/>
                  </a:lnTo>
                  <a:lnTo>
                    <a:pt x="1235797" y="1495921"/>
                  </a:lnTo>
                  <a:lnTo>
                    <a:pt x="1235797" y="1495951"/>
                  </a:lnTo>
                  <a:lnTo>
                    <a:pt x="1235796" y="1495977"/>
                  </a:lnTo>
                  <a:lnTo>
                    <a:pt x="1235781" y="1496010"/>
                  </a:lnTo>
                  <a:lnTo>
                    <a:pt x="1235762" y="1496070"/>
                  </a:lnTo>
                  <a:lnTo>
                    <a:pt x="1235748" y="1496118"/>
                  </a:lnTo>
                  <a:lnTo>
                    <a:pt x="1235749" y="1496149"/>
                  </a:lnTo>
                  <a:lnTo>
                    <a:pt x="1235748" y="1496163"/>
                  </a:lnTo>
                  <a:lnTo>
                    <a:pt x="1235743" y="1496168"/>
                  </a:lnTo>
                  <a:lnTo>
                    <a:pt x="1235739" y="1496172"/>
                  </a:lnTo>
                  <a:lnTo>
                    <a:pt x="1235693" y="1496187"/>
                  </a:lnTo>
                  <a:lnTo>
                    <a:pt x="1235654" y="1496210"/>
                  </a:lnTo>
                  <a:lnTo>
                    <a:pt x="1235619" y="1496236"/>
                  </a:lnTo>
                  <a:lnTo>
                    <a:pt x="1235593" y="1496254"/>
                  </a:lnTo>
                  <a:lnTo>
                    <a:pt x="1235561" y="1496278"/>
                  </a:lnTo>
                  <a:lnTo>
                    <a:pt x="1235521" y="1496311"/>
                  </a:lnTo>
                  <a:lnTo>
                    <a:pt x="1235500" y="1496334"/>
                  </a:lnTo>
                  <a:lnTo>
                    <a:pt x="1235455" y="1496373"/>
                  </a:lnTo>
                  <a:lnTo>
                    <a:pt x="1235431" y="1496397"/>
                  </a:lnTo>
                  <a:lnTo>
                    <a:pt x="1235384" y="1496425"/>
                  </a:lnTo>
                  <a:lnTo>
                    <a:pt x="1235360" y="1496447"/>
                  </a:lnTo>
                  <a:lnTo>
                    <a:pt x="1235326" y="1496493"/>
                  </a:lnTo>
                  <a:lnTo>
                    <a:pt x="1235320" y="1496503"/>
                  </a:lnTo>
                  <a:lnTo>
                    <a:pt x="1235317" y="1496513"/>
                  </a:lnTo>
                  <a:lnTo>
                    <a:pt x="1235310" y="1496541"/>
                  </a:lnTo>
                  <a:lnTo>
                    <a:pt x="1235295" y="1496571"/>
                  </a:lnTo>
                  <a:lnTo>
                    <a:pt x="1235282" y="1496585"/>
                  </a:lnTo>
                  <a:lnTo>
                    <a:pt x="1235257" y="1496613"/>
                  </a:lnTo>
                  <a:lnTo>
                    <a:pt x="1235247" y="1496618"/>
                  </a:lnTo>
                  <a:lnTo>
                    <a:pt x="1235223" y="1496629"/>
                  </a:lnTo>
                  <a:lnTo>
                    <a:pt x="1235203" y="1496637"/>
                  </a:lnTo>
                  <a:lnTo>
                    <a:pt x="1235181" y="1496642"/>
                  </a:lnTo>
                  <a:lnTo>
                    <a:pt x="1235169" y="1496640"/>
                  </a:lnTo>
                  <a:lnTo>
                    <a:pt x="1235139" y="1496633"/>
                  </a:lnTo>
                  <a:lnTo>
                    <a:pt x="1235117" y="1496625"/>
                  </a:lnTo>
                  <a:lnTo>
                    <a:pt x="1235092" y="1496621"/>
                  </a:lnTo>
                  <a:lnTo>
                    <a:pt x="1235082" y="1496621"/>
                  </a:lnTo>
                  <a:lnTo>
                    <a:pt x="1235068" y="1496622"/>
                  </a:lnTo>
                  <a:lnTo>
                    <a:pt x="1235051" y="1496617"/>
                  </a:lnTo>
                  <a:lnTo>
                    <a:pt x="1235041" y="1496607"/>
                  </a:lnTo>
                  <a:lnTo>
                    <a:pt x="1235032" y="1496602"/>
                  </a:lnTo>
                  <a:lnTo>
                    <a:pt x="1235017" y="1496606"/>
                  </a:lnTo>
                  <a:lnTo>
                    <a:pt x="1234992" y="1496627"/>
                  </a:lnTo>
                  <a:lnTo>
                    <a:pt x="1234965" y="1496649"/>
                  </a:lnTo>
                  <a:lnTo>
                    <a:pt x="1234961" y="1496652"/>
                  </a:lnTo>
                  <a:lnTo>
                    <a:pt x="1234957" y="1496656"/>
                  </a:lnTo>
                  <a:lnTo>
                    <a:pt x="1234936" y="1496673"/>
                  </a:lnTo>
                  <a:lnTo>
                    <a:pt x="1234931" y="1496676"/>
                  </a:lnTo>
                  <a:lnTo>
                    <a:pt x="1234927" y="1496678"/>
                  </a:lnTo>
                  <a:lnTo>
                    <a:pt x="1234919" y="1496683"/>
                  </a:lnTo>
                  <a:lnTo>
                    <a:pt x="1234902" y="1496689"/>
                  </a:lnTo>
                  <a:lnTo>
                    <a:pt x="1234882" y="1496696"/>
                  </a:lnTo>
                  <a:lnTo>
                    <a:pt x="1234855" y="1496705"/>
                  </a:lnTo>
                  <a:lnTo>
                    <a:pt x="1234839" y="1496714"/>
                  </a:lnTo>
                  <a:lnTo>
                    <a:pt x="1234821" y="1496731"/>
                  </a:lnTo>
                  <a:lnTo>
                    <a:pt x="1234802" y="1496751"/>
                  </a:lnTo>
                  <a:lnTo>
                    <a:pt x="1234793" y="1496767"/>
                  </a:lnTo>
                  <a:lnTo>
                    <a:pt x="1234785" y="1496786"/>
                  </a:lnTo>
                  <a:lnTo>
                    <a:pt x="1234782" y="1496802"/>
                  </a:lnTo>
                  <a:lnTo>
                    <a:pt x="1234782" y="1496816"/>
                  </a:lnTo>
                  <a:lnTo>
                    <a:pt x="1234792" y="1496835"/>
                  </a:lnTo>
                  <a:lnTo>
                    <a:pt x="1234795" y="1496841"/>
                  </a:lnTo>
                  <a:lnTo>
                    <a:pt x="1234799" y="1496849"/>
                  </a:lnTo>
                  <a:lnTo>
                    <a:pt x="1234801" y="1496854"/>
                  </a:lnTo>
                  <a:lnTo>
                    <a:pt x="1234800" y="1496861"/>
                  </a:lnTo>
                  <a:lnTo>
                    <a:pt x="1234796" y="1496865"/>
                  </a:lnTo>
                  <a:lnTo>
                    <a:pt x="1234791" y="1496870"/>
                  </a:lnTo>
                  <a:lnTo>
                    <a:pt x="1234783" y="1496874"/>
                  </a:lnTo>
                  <a:lnTo>
                    <a:pt x="1234768" y="1496875"/>
                  </a:lnTo>
                  <a:lnTo>
                    <a:pt x="1234757" y="1496881"/>
                  </a:lnTo>
                  <a:lnTo>
                    <a:pt x="1234755" y="1496895"/>
                  </a:lnTo>
                  <a:lnTo>
                    <a:pt x="1234752" y="1496904"/>
                  </a:lnTo>
                  <a:lnTo>
                    <a:pt x="1234745" y="1496912"/>
                  </a:lnTo>
                  <a:lnTo>
                    <a:pt x="1234731" y="1496919"/>
                  </a:lnTo>
                  <a:lnTo>
                    <a:pt x="1234711" y="1496925"/>
                  </a:lnTo>
                  <a:lnTo>
                    <a:pt x="1234675" y="1496935"/>
                  </a:lnTo>
                  <a:lnTo>
                    <a:pt x="1234648" y="1496938"/>
                  </a:lnTo>
                  <a:lnTo>
                    <a:pt x="1234626" y="1496930"/>
                  </a:lnTo>
                  <a:lnTo>
                    <a:pt x="1234612" y="1496925"/>
                  </a:lnTo>
                  <a:lnTo>
                    <a:pt x="1234596" y="1496926"/>
                  </a:lnTo>
                  <a:lnTo>
                    <a:pt x="1234587" y="1496929"/>
                  </a:lnTo>
                  <a:lnTo>
                    <a:pt x="1234580" y="1496935"/>
                  </a:lnTo>
                  <a:lnTo>
                    <a:pt x="1234568" y="1496950"/>
                  </a:lnTo>
                  <a:lnTo>
                    <a:pt x="1234556" y="1496970"/>
                  </a:lnTo>
                  <a:lnTo>
                    <a:pt x="1234534" y="1496984"/>
                  </a:lnTo>
                  <a:lnTo>
                    <a:pt x="1234525" y="1496983"/>
                  </a:lnTo>
                  <a:lnTo>
                    <a:pt x="1234516" y="1496975"/>
                  </a:lnTo>
                  <a:lnTo>
                    <a:pt x="1234501" y="1496964"/>
                  </a:lnTo>
                  <a:lnTo>
                    <a:pt x="1234497" y="1496960"/>
                  </a:lnTo>
                  <a:lnTo>
                    <a:pt x="1234481" y="1496950"/>
                  </a:lnTo>
                  <a:lnTo>
                    <a:pt x="1234462" y="1496943"/>
                  </a:lnTo>
                  <a:lnTo>
                    <a:pt x="1234448" y="1496931"/>
                  </a:lnTo>
                  <a:lnTo>
                    <a:pt x="1234438" y="1496917"/>
                  </a:lnTo>
                  <a:lnTo>
                    <a:pt x="1234431" y="1496909"/>
                  </a:lnTo>
                  <a:lnTo>
                    <a:pt x="1234424" y="1496903"/>
                  </a:lnTo>
                  <a:lnTo>
                    <a:pt x="1234412" y="1496894"/>
                  </a:lnTo>
                  <a:lnTo>
                    <a:pt x="1234400" y="1496888"/>
                  </a:lnTo>
                  <a:lnTo>
                    <a:pt x="1234385" y="1496882"/>
                  </a:lnTo>
                  <a:lnTo>
                    <a:pt x="1234365" y="1496880"/>
                  </a:lnTo>
                  <a:lnTo>
                    <a:pt x="1234351" y="1496886"/>
                  </a:lnTo>
                  <a:lnTo>
                    <a:pt x="1234330" y="1496891"/>
                  </a:lnTo>
                  <a:lnTo>
                    <a:pt x="1234309" y="1496890"/>
                  </a:lnTo>
                  <a:lnTo>
                    <a:pt x="1234295" y="1496885"/>
                  </a:lnTo>
                  <a:lnTo>
                    <a:pt x="1234283" y="1496880"/>
                  </a:lnTo>
                  <a:lnTo>
                    <a:pt x="1234258" y="1496868"/>
                  </a:lnTo>
                  <a:lnTo>
                    <a:pt x="1234239" y="1496855"/>
                  </a:lnTo>
                  <a:lnTo>
                    <a:pt x="1234215" y="1496840"/>
                  </a:lnTo>
                  <a:lnTo>
                    <a:pt x="1234196" y="1496824"/>
                  </a:lnTo>
                  <a:lnTo>
                    <a:pt x="1234173" y="1496804"/>
                  </a:lnTo>
                  <a:lnTo>
                    <a:pt x="1234169" y="1496801"/>
                  </a:lnTo>
                  <a:lnTo>
                    <a:pt x="1234145" y="1496790"/>
                  </a:lnTo>
                  <a:lnTo>
                    <a:pt x="1234124" y="1496787"/>
                  </a:lnTo>
                  <a:lnTo>
                    <a:pt x="1234105" y="1496780"/>
                  </a:lnTo>
                  <a:lnTo>
                    <a:pt x="1234094" y="1496773"/>
                  </a:lnTo>
                  <a:lnTo>
                    <a:pt x="1234082" y="1496755"/>
                  </a:lnTo>
                  <a:lnTo>
                    <a:pt x="1234045" y="1496710"/>
                  </a:lnTo>
                  <a:lnTo>
                    <a:pt x="1234023" y="1496696"/>
                  </a:lnTo>
                  <a:lnTo>
                    <a:pt x="1234007" y="1496682"/>
                  </a:lnTo>
                  <a:lnTo>
                    <a:pt x="1233987" y="1496669"/>
                  </a:lnTo>
                  <a:lnTo>
                    <a:pt x="1233976" y="1496665"/>
                  </a:lnTo>
                  <a:lnTo>
                    <a:pt x="1233962" y="1496662"/>
                  </a:lnTo>
                  <a:lnTo>
                    <a:pt x="1233942" y="1496664"/>
                  </a:lnTo>
                  <a:lnTo>
                    <a:pt x="1233914" y="1496673"/>
                  </a:lnTo>
                  <a:lnTo>
                    <a:pt x="1233900" y="1496682"/>
                  </a:lnTo>
                  <a:lnTo>
                    <a:pt x="1233892" y="1496695"/>
                  </a:lnTo>
                  <a:lnTo>
                    <a:pt x="1233884" y="1496710"/>
                  </a:lnTo>
                  <a:lnTo>
                    <a:pt x="1233865" y="1496736"/>
                  </a:lnTo>
                  <a:lnTo>
                    <a:pt x="1233840" y="1496747"/>
                  </a:lnTo>
                  <a:lnTo>
                    <a:pt x="1233824" y="1496760"/>
                  </a:lnTo>
                  <a:lnTo>
                    <a:pt x="1233802" y="1496784"/>
                  </a:lnTo>
                  <a:lnTo>
                    <a:pt x="1233790" y="1496800"/>
                  </a:lnTo>
                  <a:lnTo>
                    <a:pt x="1233782" y="1496795"/>
                  </a:lnTo>
                  <a:lnTo>
                    <a:pt x="1233771" y="1496795"/>
                  </a:lnTo>
                  <a:lnTo>
                    <a:pt x="1233763" y="1496800"/>
                  </a:lnTo>
                  <a:lnTo>
                    <a:pt x="1233749" y="1496810"/>
                  </a:lnTo>
                  <a:lnTo>
                    <a:pt x="1233737" y="1496819"/>
                  </a:lnTo>
                  <a:lnTo>
                    <a:pt x="1233703" y="1496839"/>
                  </a:lnTo>
                  <a:lnTo>
                    <a:pt x="1233680" y="1496855"/>
                  </a:lnTo>
                  <a:lnTo>
                    <a:pt x="1233648" y="1496881"/>
                  </a:lnTo>
                  <a:lnTo>
                    <a:pt x="1233630" y="1496901"/>
                  </a:lnTo>
                  <a:lnTo>
                    <a:pt x="1233589" y="1496935"/>
                  </a:lnTo>
                  <a:lnTo>
                    <a:pt x="1233569" y="1496950"/>
                  </a:lnTo>
                  <a:lnTo>
                    <a:pt x="1233557" y="1496958"/>
                  </a:lnTo>
                  <a:lnTo>
                    <a:pt x="1233548" y="1496965"/>
                  </a:lnTo>
                  <a:lnTo>
                    <a:pt x="1233540" y="1496978"/>
                  </a:lnTo>
                  <a:lnTo>
                    <a:pt x="1233536" y="1497008"/>
                  </a:lnTo>
                  <a:lnTo>
                    <a:pt x="1233538" y="1497040"/>
                  </a:lnTo>
                  <a:lnTo>
                    <a:pt x="1233531" y="1497049"/>
                  </a:lnTo>
                  <a:lnTo>
                    <a:pt x="1233507" y="1497056"/>
                  </a:lnTo>
                  <a:lnTo>
                    <a:pt x="1233500" y="1497068"/>
                  </a:lnTo>
                  <a:lnTo>
                    <a:pt x="1233478" y="1497131"/>
                  </a:lnTo>
                  <a:lnTo>
                    <a:pt x="1233475" y="1497147"/>
                  </a:lnTo>
                  <a:lnTo>
                    <a:pt x="1233475" y="1497175"/>
                  </a:lnTo>
                  <a:lnTo>
                    <a:pt x="1233477" y="1497191"/>
                  </a:lnTo>
                  <a:lnTo>
                    <a:pt x="1233481" y="1497216"/>
                  </a:lnTo>
                  <a:lnTo>
                    <a:pt x="1233484" y="1497228"/>
                  </a:lnTo>
                  <a:lnTo>
                    <a:pt x="1233487" y="1497240"/>
                  </a:lnTo>
                  <a:lnTo>
                    <a:pt x="1233493" y="1497252"/>
                  </a:lnTo>
                  <a:lnTo>
                    <a:pt x="1233503" y="1497271"/>
                  </a:lnTo>
                  <a:lnTo>
                    <a:pt x="1233511" y="1497293"/>
                  </a:lnTo>
                  <a:lnTo>
                    <a:pt x="1233521" y="1497313"/>
                  </a:lnTo>
                  <a:lnTo>
                    <a:pt x="1233536" y="1497334"/>
                  </a:lnTo>
                  <a:lnTo>
                    <a:pt x="1233546" y="1497354"/>
                  </a:lnTo>
                  <a:lnTo>
                    <a:pt x="1233552" y="1497367"/>
                  </a:lnTo>
                  <a:lnTo>
                    <a:pt x="1233553" y="1497377"/>
                  </a:lnTo>
                  <a:lnTo>
                    <a:pt x="1233553" y="1497396"/>
                  </a:lnTo>
                  <a:lnTo>
                    <a:pt x="1233547" y="1497443"/>
                  </a:lnTo>
                  <a:lnTo>
                    <a:pt x="1233555" y="1497474"/>
                  </a:lnTo>
                  <a:lnTo>
                    <a:pt x="1233565" y="1497490"/>
                  </a:lnTo>
                  <a:lnTo>
                    <a:pt x="1233588" y="1497509"/>
                  </a:lnTo>
                  <a:lnTo>
                    <a:pt x="1233604" y="1497529"/>
                  </a:lnTo>
                  <a:lnTo>
                    <a:pt x="1233612" y="1497542"/>
                  </a:lnTo>
                  <a:lnTo>
                    <a:pt x="1233618" y="1497552"/>
                  </a:lnTo>
                  <a:lnTo>
                    <a:pt x="1233623" y="1497567"/>
                  </a:lnTo>
                  <a:lnTo>
                    <a:pt x="1233628" y="1497582"/>
                  </a:lnTo>
                  <a:lnTo>
                    <a:pt x="1233630" y="1497597"/>
                  </a:lnTo>
                  <a:lnTo>
                    <a:pt x="1233632" y="1497632"/>
                  </a:lnTo>
                  <a:lnTo>
                    <a:pt x="1233638" y="1497675"/>
                  </a:lnTo>
                  <a:lnTo>
                    <a:pt x="1233642" y="1497717"/>
                  </a:lnTo>
                  <a:lnTo>
                    <a:pt x="1233645" y="1497742"/>
                  </a:lnTo>
                  <a:lnTo>
                    <a:pt x="1233653" y="1497763"/>
                  </a:lnTo>
                  <a:lnTo>
                    <a:pt x="1233660" y="1497776"/>
                  </a:lnTo>
                  <a:lnTo>
                    <a:pt x="1233674" y="1497795"/>
                  </a:lnTo>
                  <a:lnTo>
                    <a:pt x="1233687" y="1497806"/>
                  </a:lnTo>
                  <a:lnTo>
                    <a:pt x="1233699" y="1497820"/>
                  </a:lnTo>
                  <a:lnTo>
                    <a:pt x="1233710" y="1497833"/>
                  </a:lnTo>
                  <a:lnTo>
                    <a:pt x="1233714" y="1497838"/>
                  </a:lnTo>
                  <a:lnTo>
                    <a:pt x="1233719" y="1497852"/>
                  </a:lnTo>
                  <a:lnTo>
                    <a:pt x="1233727" y="1497873"/>
                  </a:lnTo>
                  <a:lnTo>
                    <a:pt x="1233744" y="1497920"/>
                  </a:lnTo>
                  <a:lnTo>
                    <a:pt x="1233755" y="1497951"/>
                  </a:lnTo>
                  <a:lnTo>
                    <a:pt x="1233768" y="1497977"/>
                  </a:lnTo>
                  <a:lnTo>
                    <a:pt x="1233777" y="1497997"/>
                  </a:lnTo>
                  <a:lnTo>
                    <a:pt x="1233788" y="1498008"/>
                  </a:lnTo>
                  <a:lnTo>
                    <a:pt x="1233799" y="1498018"/>
                  </a:lnTo>
                  <a:lnTo>
                    <a:pt x="1233806" y="1498037"/>
                  </a:lnTo>
                  <a:lnTo>
                    <a:pt x="1233812" y="1498049"/>
                  </a:lnTo>
                  <a:lnTo>
                    <a:pt x="1233814" y="1498055"/>
                  </a:lnTo>
                  <a:lnTo>
                    <a:pt x="1233818" y="1498060"/>
                  </a:lnTo>
                  <a:lnTo>
                    <a:pt x="1233828" y="1498064"/>
                  </a:lnTo>
                  <a:lnTo>
                    <a:pt x="1233837" y="1498071"/>
                  </a:lnTo>
                  <a:lnTo>
                    <a:pt x="1233865" y="1498087"/>
                  </a:lnTo>
                  <a:lnTo>
                    <a:pt x="1233889" y="1498102"/>
                  </a:lnTo>
                  <a:lnTo>
                    <a:pt x="1233918" y="1498126"/>
                  </a:lnTo>
                  <a:lnTo>
                    <a:pt x="1233957" y="1498165"/>
                  </a:lnTo>
                  <a:lnTo>
                    <a:pt x="1233970" y="1498181"/>
                  </a:lnTo>
                  <a:lnTo>
                    <a:pt x="1233995" y="1498209"/>
                  </a:lnTo>
                  <a:lnTo>
                    <a:pt x="1234005" y="1498219"/>
                  </a:lnTo>
                  <a:lnTo>
                    <a:pt x="1234017" y="1498228"/>
                  </a:lnTo>
                  <a:lnTo>
                    <a:pt x="1234025" y="1498233"/>
                  </a:lnTo>
                  <a:lnTo>
                    <a:pt x="1234037" y="1498239"/>
                  </a:lnTo>
                  <a:lnTo>
                    <a:pt x="1234049" y="1498244"/>
                  </a:lnTo>
                  <a:lnTo>
                    <a:pt x="1234060" y="1498249"/>
                  </a:lnTo>
                  <a:lnTo>
                    <a:pt x="1234070" y="1498256"/>
                  </a:lnTo>
                  <a:lnTo>
                    <a:pt x="1234076" y="1498271"/>
                  </a:lnTo>
                  <a:lnTo>
                    <a:pt x="1234085" y="1498303"/>
                  </a:lnTo>
                  <a:lnTo>
                    <a:pt x="1234092" y="1498325"/>
                  </a:lnTo>
                  <a:lnTo>
                    <a:pt x="1234097" y="1498341"/>
                  </a:lnTo>
                  <a:lnTo>
                    <a:pt x="1234108" y="1498363"/>
                  </a:lnTo>
                  <a:lnTo>
                    <a:pt x="1234121" y="1498385"/>
                  </a:lnTo>
                  <a:lnTo>
                    <a:pt x="1234137" y="1498418"/>
                  </a:lnTo>
                  <a:lnTo>
                    <a:pt x="1234148" y="1498447"/>
                  </a:lnTo>
                  <a:lnTo>
                    <a:pt x="1234150" y="1498465"/>
                  </a:lnTo>
                  <a:lnTo>
                    <a:pt x="1234158" y="1498528"/>
                  </a:lnTo>
                  <a:lnTo>
                    <a:pt x="1234173" y="1498586"/>
                  </a:lnTo>
                  <a:lnTo>
                    <a:pt x="1234176" y="1498609"/>
                  </a:lnTo>
                  <a:lnTo>
                    <a:pt x="1234183" y="1498654"/>
                  </a:lnTo>
                  <a:lnTo>
                    <a:pt x="1234192" y="1498695"/>
                  </a:lnTo>
                  <a:lnTo>
                    <a:pt x="1234200" y="1498726"/>
                  </a:lnTo>
                  <a:lnTo>
                    <a:pt x="1234203" y="1498736"/>
                  </a:lnTo>
                  <a:lnTo>
                    <a:pt x="1234227" y="1498788"/>
                  </a:lnTo>
                  <a:lnTo>
                    <a:pt x="1234238" y="1498816"/>
                  </a:lnTo>
                  <a:lnTo>
                    <a:pt x="1234245" y="1498831"/>
                  </a:lnTo>
                  <a:lnTo>
                    <a:pt x="1234252" y="1498843"/>
                  </a:lnTo>
                  <a:lnTo>
                    <a:pt x="1234264" y="1498853"/>
                  </a:lnTo>
                  <a:lnTo>
                    <a:pt x="1234284" y="1498862"/>
                  </a:lnTo>
                  <a:lnTo>
                    <a:pt x="1234292" y="1498864"/>
                  </a:lnTo>
                  <a:lnTo>
                    <a:pt x="1234305" y="1498873"/>
                  </a:lnTo>
                  <a:lnTo>
                    <a:pt x="1234309" y="1498880"/>
                  </a:lnTo>
                  <a:lnTo>
                    <a:pt x="1234323" y="1498901"/>
                  </a:lnTo>
                  <a:lnTo>
                    <a:pt x="1234334" y="1498922"/>
                  </a:lnTo>
                  <a:lnTo>
                    <a:pt x="1234353" y="1498952"/>
                  </a:lnTo>
                  <a:lnTo>
                    <a:pt x="1234356" y="1498955"/>
                  </a:lnTo>
                  <a:lnTo>
                    <a:pt x="1234366" y="1498963"/>
                  </a:lnTo>
                  <a:lnTo>
                    <a:pt x="1234378" y="1498973"/>
                  </a:lnTo>
                  <a:lnTo>
                    <a:pt x="1234385" y="1498975"/>
                  </a:lnTo>
                  <a:lnTo>
                    <a:pt x="1234394" y="1498976"/>
                  </a:lnTo>
                  <a:lnTo>
                    <a:pt x="1234402" y="1498976"/>
                  </a:lnTo>
                  <a:lnTo>
                    <a:pt x="1234409" y="1498974"/>
                  </a:lnTo>
                  <a:lnTo>
                    <a:pt x="1234416" y="1498970"/>
                  </a:lnTo>
                  <a:lnTo>
                    <a:pt x="1234428" y="1498963"/>
                  </a:lnTo>
                  <a:lnTo>
                    <a:pt x="1234436" y="1498963"/>
                  </a:lnTo>
                  <a:lnTo>
                    <a:pt x="1234444" y="1498966"/>
                  </a:lnTo>
                  <a:lnTo>
                    <a:pt x="1234456" y="1498973"/>
                  </a:lnTo>
                  <a:lnTo>
                    <a:pt x="1234466" y="1498979"/>
                  </a:lnTo>
                  <a:lnTo>
                    <a:pt x="1234475" y="1498984"/>
                  </a:lnTo>
                  <a:lnTo>
                    <a:pt x="1234483" y="1498992"/>
                  </a:lnTo>
                  <a:lnTo>
                    <a:pt x="1234495" y="1498996"/>
                  </a:lnTo>
                  <a:lnTo>
                    <a:pt x="1234505" y="1498999"/>
                  </a:lnTo>
                  <a:lnTo>
                    <a:pt x="1234527" y="1499010"/>
                  </a:lnTo>
                  <a:lnTo>
                    <a:pt x="1234534" y="1499020"/>
                  </a:lnTo>
                  <a:lnTo>
                    <a:pt x="1234551" y="1499015"/>
                  </a:lnTo>
                  <a:lnTo>
                    <a:pt x="1234586" y="1499012"/>
                  </a:lnTo>
                  <a:lnTo>
                    <a:pt x="1234604" y="1499007"/>
                  </a:lnTo>
                  <a:lnTo>
                    <a:pt x="1234647" y="1498993"/>
                  </a:lnTo>
                  <a:lnTo>
                    <a:pt x="1234697" y="1498981"/>
                  </a:lnTo>
                  <a:lnTo>
                    <a:pt x="1234721" y="1498975"/>
                  </a:lnTo>
                  <a:lnTo>
                    <a:pt x="1234753" y="1498977"/>
                  </a:lnTo>
                  <a:lnTo>
                    <a:pt x="1234791" y="1498993"/>
                  </a:lnTo>
                  <a:lnTo>
                    <a:pt x="1234853" y="1499024"/>
                  </a:lnTo>
                  <a:lnTo>
                    <a:pt x="1234906" y="1499045"/>
                  </a:lnTo>
                  <a:lnTo>
                    <a:pt x="1234933" y="1499056"/>
                  </a:lnTo>
                  <a:lnTo>
                    <a:pt x="1234947" y="1499068"/>
                  </a:lnTo>
                  <a:lnTo>
                    <a:pt x="1234958" y="1499091"/>
                  </a:lnTo>
                  <a:lnTo>
                    <a:pt x="1234963" y="1499120"/>
                  </a:lnTo>
                  <a:lnTo>
                    <a:pt x="1234958" y="1499150"/>
                  </a:lnTo>
                  <a:lnTo>
                    <a:pt x="1234960" y="1499174"/>
                  </a:lnTo>
                  <a:lnTo>
                    <a:pt x="1234973" y="1499186"/>
                  </a:lnTo>
                  <a:lnTo>
                    <a:pt x="1235001" y="1499210"/>
                  </a:lnTo>
                  <a:lnTo>
                    <a:pt x="1235011" y="1499220"/>
                  </a:lnTo>
                  <a:lnTo>
                    <a:pt x="1235016" y="1499241"/>
                  </a:lnTo>
                  <a:lnTo>
                    <a:pt x="1235024" y="1499274"/>
                  </a:lnTo>
                  <a:lnTo>
                    <a:pt x="1235020" y="1499298"/>
                  </a:lnTo>
                  <a:lnTo>
                    <a:pt x="1235013" y="1499313"/>
                  </a:lnTo>
                  <a:lnTo>
                    <a:pt x="1234990" y="1499330"/>
                  </a:lnTo>
                  <a:lnTo>
                    <a:pt x="1234981" y="1499337"/>
                  </a:lnTo>
                  <a:lnTo>
                    <a:pt x="1234972" y="1499350"/>
                  </a:lnTo>
                  <a:lnTo>
                    <a:pt x="1234954" y="1499365"/>
                  </a:lnTo>
                  <a:lnTo>
                    <a:pt x="1234912" y="1499380"/>
                  </a:lnTo>
                  <a:lnTo>
                    <a:pt x="1234878" y="1499389"/>
                  </a:lnTo>
                  <a:lnTo>
                    <a:pt x="1234823" y="1499390"/>
                  </a:lnTo>
                  <a:lnTo>
                    <a:pt x="1234774" y="1499383"/>
                  </a:lnTo>
                  <a:lnTo>
                    <a:pt x="1234730" y="1499374"/>
                  </a:lnTo>
                  <a:lnTo>
                    <a:pt x="1234697" y="1499370"/>
                  </a:lnTo>
                  <a:lnTo>
                    <a:pt x="1234644" y="1499372"/>
                  </a:lnTo>
                  <a:lnTo>
                    <a:pt x="1234598" y="1499380"/>
                  </a:lnTo>
                  <a:lnTo>
                    <a:pt x="1234565" y="1499400"/>
                  </a:lnTo>
                  <a:lnTo>
                    <a:pt x="1234523" y="1499423"/>
                  </a:lnTo>
                  <a:lnTo>
                    <a:pt x="1234511" y="1499430"/>
                  </a:lnTo>
                  <a:lnTo>
                    <a:pt x="1234477" y="1499435"/>
                  </a:lnTo>
                  <a:lnTo>
                    <a:pt x="1234435" y="1499437"/>
                  </a:lnTo>
                  <a:lnTo>
                    <a:pt x="1234404" y="1499446"/>
                  </a:lnTo>
                  <a:lnTo>
                    <a:pt x="1234358" y="1499473"/>
                  </a:lnTo>
                  <a:lnTo>
                    <a:pt x="1234345" y="1499490"/>
                  </a:lnTo>
                  <a:lnTo>
                    <a:pt x="1234333" y="1499505"/>
                  </a:lnTo>
                  <a:lnTo>
                    <a:pt x="1234286" y="1499565"/>
                  </a:lnTo>
                  <a:lnTo>
                    <a:pt x="1234260" y="1499595"/>
                  </a:lnTo>
                  <a:lnTo>
                    <a:pt x="1234234" y="1499630"/>
                  </a:lnTo>
                  <a:lnTo>
                    <a:pt x="1234212" y="1499668"/>
                  </a:lnTo>
                  <a:lnTo>
                    <a:pt x="1234190" y="1499712"/>
                  </a:lnTo>
                  <a:lnTo>
                    <a:pt x="1234164" y="1499772"/>
                  </a:lnTo>
                  <a:lnTo>
                    <a:pt x="1234149" y="1499793"/>
                  </a:lnTo>
                  <a:lnTo>
                    <a:pt x="1234112" y="1499828"/>
                  </a:lnTo>
                  <a:lnTo>
                    <a:pt x="1234083" y="1499863"/>
                  </a:lnTo>
                  <a:lnTo>
                    <a:pt x="1234052" y="1499897"/>
                  </a:lnTo>
                  <a:lnTo>
                    <a:pt x="1234035" y="1499913"/>
                  </a:lnTo>
                  <a:lnTo>
                    <a:pt x="1234020" y="1499938"/>
                  </a:lnTo>
                  <a:lnTo>
                    <a:pt x="1233998" y="1499967"/>
                  </a:lnTo>
                  <a:lnTo>
                    <a:pt x="1233973" y="1499984"/>
                  </a:lnTo>
                  <a:lnTo>
                    <a:pt x="1233937" y="1500013"/>
                  </a:lnTo>
                  <a:lnTo>
                    <a:pt x="1233912" y="1500030"/>
                  </a:lnTo>
                  <a:lnTo>
                    <a:pt x="1233889" y="1500046"/>
                  </a:lnTo>
                  <a:lnTo>
                    <a:pt x="1233867" y="1500067"/>
                  </a:lnTo>
                  <a:lnTo>
                    <a:pt x="1233848" y="1500089"/>
                  </a:lnTo>
                  <a:lnTo>
                    <a:pt x="1233830" y="1500110"/>
                  </a:lnTo>
                  <a:lnTo>
                    <a:pt x="1233795" y="1500155"/>
                  </a:lnTo>
                  <a:lnTo>
                    <a:pt x="1233787" y="1500171"/>
                  </a:lnTo>
                  <a:lnTo>
                    <a:pt x="1233771" y="1500196"/>
                  </a:lnTo>
                  <a:lnTo>
                    <a:pt x="1233757" y="1500218"/>
                  </a:lnTo>
                  <a:lnTo>
                    <a:pt x="1233731" y="1500264"/>
                  </a:lnTo>
                  <a:lnTo>
                    <a:pt x="1233717" y="1500297"/>
                  </a:lnTo>
                  <a:lnTo>
                    <a:pt x="1233706" y="1500343"/>
                  </a:lnTo>
                  <a:lnTo>
                    <a:pt x="1233696" y="1500388"/>
                  </a:lnTo>
                  <a:lnTo>
                    <a:pt x="1233690" y="1500444"/>
                  </a:lnTo>
                  <a:lnTo>
                    <a:pt x="1233686" y="1500496"/>
                  </a:lnTo>
                  <a:lnTo>
                    <a:pt x="1233677" y="1500532"/>
                  </a:lnTo>
                  <a:lnTo>
                    <a:pt x="1233664" y="1500559"/>
                  </a:lnTo>
                  <a:lnTo>
                    <a:pt x="1233651" y="1500595"/>
                  </a:lnTo>
                  <a:lnTo>
                    <a:pt x="1233649" y="1500601"/>
                  </a:lnTo>
                  <a:lnTo>
                    <a:pt x="1233641" y="1500621"/>
                  </a:lnTo>
                  <a:lnTo>
                    <a:pt x="1233629" y="1500640"/>
                  </a:lnTo>
                  <a:lnTo>
                    <a:pt x="1233616" y="1500655"/>
                  </a:lnTo>
                  <a:lnTo>
                    <a:pt x="1233598" y="1500668"/>
                  </a:lnTo>
                  <a:lnTo>
                    <a:pt x="1233575" y="1500682"/>
                  </a:lnTo>
                  <a:lnTo>
                    <a:pt x="1233562" y="1500697"/>
                  </a:lnTo>
                  <a:lnTo>
                    <a:pt x="1233541" y="1500725"/>
                  </a:lnTo>
                  <a:lnTo>
                    <a:pt x="1233527" y="1500735"/>
                  </a:lnTo>
                  <a:lnTo>
                    <a:pt x="1233522" y="1500745"/>
                  </a:lnTo>
                  <a:lnTo>
                    <a:pt x="1233509" y="1500775"/>
                  </a:lnTo>
                  <a:lnTo>
                    <a:pt x="1233495" y="1500803"/>
                  </a:lnTo>
                  <a:lnTo>
                    <a:pt x="1233466" y="1500848"/>
                  </a:lnTo>
                  <a:lnTo>
                    <a:pt x="1233442" y="1500874"/>
                  </a:lnTo>
                  <a:lnTo>
                    <a:pt x="1233431" y="1500883"/>
                  </a:lnTo>
                  <a:lnTo>
                    <a:pt x="1233394" y="1500912"/>
                  </a:lnTo>
                  <a:lnTo>
                    <a:pt x="1233366" y="1500932"/>
                  </a:lnTo>
                  <a:lnTo>
                    <a:pt x="1233341" y="1500962"/>
                  </a:lnTo>
                  <a:lnTo>
                    <a:pt x="1233314" y="1500984"/>
                  </a:lnTo>
                  <a:lnTo>
                    <a:pt x="1233288" y="1501015"/>
                  </a:lnTo>
                  <a:lnTo>
                    <a:pt x="1233268" y="1501045"/>
                  </a:lnTo>
                  <a:lnTo>
                    <a:pt x="1233253" y="1501079"/>
                  </a:lnTo>
                  <a:lnTo>
                    <a:pt x="1233227" y="1501127"/>
                  </a:lnTo>
                  <a:lnTo>
                    <a:pt x="1233200" y="1501174"/>
                  </a:lnTo>
                  <a:lnTo>
                    <a:pt x="1233170" y="1501217"/>
                  </a:lnTo>
                  <a:lnTo>
                    <a:pt x="1233145" y="1501254"/>
                  </a:lnTo>
                  <a:lnTo>
                    <a:pt x="1233111" y="1501289"/>
                  </a:lnTo>
                  <a:lnTo>
                    <a:pt x="1233077" y="1501321"/>
                  </a:lnTo>
                  <a:lnTo>
                    <a:pt x="1233046" y="1501352"/>
                  </a:lnTo>
                  <a:lnTo>
                    <a:pt x="1233030" y="1501372"/>
                  </a:lnTo>
                  <a:lnTo>
                    <a:pt x="1233013" y="1501386"/>
                  </a:lnTo>
                  <a:lnTo>
                    <a:pt x="1232975" y="1501406"/>
                  </a:lnTo>
                  <a:lnTo>
                    <a:pt x="1232923" y="1501425"/>
                  </a:lnTo>
                  <a:lnTo>
                    <a:pt x="1232902" y="1501428"/>
                  </a:lnTo>
                  <a:lnTo>
                    <a:pt x="1232881" y="1501420"/>
                  </a:lnTo>
                  <a:lnTo>
                    <a:pt x="1232855" y="1501414"/>
                  </a:lnTo>
                  <a:lnTo>
                    <a:pt x="1232828" y="1501420"/>
                  </a:lnTo>
                  <a:lnTo>
                    <a:pt x="1232739" y="1501442"/>
                  </a:lnTo>
                  <a:lnTo>
                    <a:pt x="1232703" y="1501462"/>
                  </a:lnTo>
                  <a:lnTo>
                    <a:pt x="1232652" y="1501489"/>
                  </a:lnTo>
                  <a:lnTo>
                    <a:pt x="1232601" y="1501489"/>
                  </a:lnTo>
                  <a:lnTo>
                    <a:pt x="1232541" y="1501474"/>
                  </a:lnTo>
                  <a:lnTo>
                    <a:pt x="1232514" y="1501475"/>
                  </a:lnTo>
                  <a:lnTo>
                    <a:pt x="1232487" y="1501472"/>
                  </a:lnTo>
                  <a:lnTo>
                    <a:pt x="1232457" y="1501464"/>
                  </a:lnTo>
                  <a:lnTo>
                    <a:pt x="1232410" y="1501435"/>
                  </a:lnTo>
                  <a:lnTo>
                    <a:pt x="1232374" y="1501412"/>
                  </a:lnTo>
                  <a:lnTo>
                    <a:pt x="1232349" y="1501408"/>
                  </a:lnTo>
                  <a:lnTo>
                    <a:pt x="1232333" y="1501411"/>
                  </a:lnTo>
                  <a:lnTo>
                    <a:pt x="1232320" y="1501420"/>
                  </a:lnTo>
                  <a:lnTo>
                    <a:pt x="1232301" y="1501456"/>
                  </a:lnTo>
                  <a:lnTo>
                    <a:pt x="1232252" y="1501538"/>
                  </a:lnTo>
                  <a:lnTo>
                    <a:pt x="1232235" y="1501564"/>
                  </a:lnTo>
                  <a:lnTo>
                    <a:pt x="1232212" y="1501575"/>
                  </a:lnTo>
                  <a:lnTo>
                    <a:pt x="1232157" y="1501587"/>
                  </a:lnTo>
                  <a:lnTo>
                    <a:pt x="1232117" y="1501581"/>
                  </a:lnTo>
                  <a:lnTo>
                    <a:pt x="1232072" y="1501554"/>
                  </a:lnTo>
                  <a:lnTo>
                    <a:pt x="1232025" y="1501542"/>
                  </a:lnTo>
                  <a:lnTo>
                    <a:pt x="1232010" y="1501539"/>
                  </a:lnTo>
                  <a:lnTo>
                    <a:pt x="1231992" y="1501543"/>
                  </a:lnTo>
                  <a:lnTo>
                    <a:pt x="1231970" y="1501561"/>
                  </a:lnTo>
                  <a:lnTo>
                    <a:pt x="1231950" y="1501597"/>
                  </a:lnTo>
                  <a:lnTo>
                    <a:pt x="1231931" y="1501659"/>
                  </a:lnTo>
                  <a:lnTo>
                    <a:pt x="1231915" y="1501740"/>
                  </a:lnTo>
                  <a:lnTo>
                    <a:pt x="1231904" y="1501818"/>
                  </a:lnTo>
                  <a:lnTo>
                    <a:pt x="1231899" y="1501841"/>
                  </a:lnTo>
                  <a:lnTo>
                    <a:pt x="1231898" y="1501864"/>
                  </a:lnTo>
                  <a:lnTo>
                    <a:pt x="1231928" y="1501933"/>
                  </a:lnTo>
                  <a:lnTo>
                    <a:pt x="1231958" y="1501975"/>
                  </a:lnTo>
                  <a:lnTo>
                    <a:pt x="1232002" y="1502033"/>
                  </a:lnTo>
                  <a:lnTo>
                    <a:pt x="1232021" y="1502054"/>
                  </a:lnTo>
                  <a:lnTo>
                    <a:pt x="1232030" y="1502073"/>
                  </a:lnTo>
                  <a:lnTo>
                    <a:pt x="1232031" y="1502095"/>
                  </a:lnTo>
                  <a:lnTo>
                    <a:pt x="1232024" y="1502155"/>
                  </a:lnTo>
                  <a:lnTo>
                    <a:pt x="1232032" y="1502185"/>
                  </a:lnTo>
                  <a:lnTo>
                    <a:pt x="1232043" y="1502206"/>
                  </a:lnTo>
                  <a:lnTo>
                    <a:pt x="1232058" y="1502219"/>
                  </a:lnTo>
                  <a:lnTo>
                    <a:pt x="1232075" y="1502224"/>
                  </a:lnTo>
                  <a:lnTo>
                    <a:pt x="1232096" y="1502230"/>
                  </a:lnTo>
                  <a:lnTo>
                    <a:pt x="1232111" y="1502239"/>
                  </a:lnTo>
                  <a:lnTo>
                    <a:pt x="1232123" y="1502258"/>
                  </a:lnTo>
                  <a:lnTo>
                    <a:pt x="1232132" y="1502275"/>
                  </a:lnTo>
                  <a:lnTo>
                    <a:pt x="1232140" y="1502305"/>
                  </a:lnTo>
                  <a:lnTo>
                    <a:pt x="1232152" y="1502323"/>
                  </a:lnTo>
                  <a:lnTo>
                    <a:pt x="1232172" y="1502350"/>
                  </a:lnTo>
                  <a:lnTo>
                    <a:pt x="1232198" y="1502373"/>
                  </a:lnTo>
                  <a:lnTo>
                    <a:pt x="1232214" y="1502382"/>
                  </a:lnTo>
                  <a:lnTo>
                    <a:pt x="1232231" y="1502385"/>
                  </a:lnTo>
                  <a:lnTo>
                    <a:pt x="1232258" y="1502388"/>
                  </a:lnTo>
                  <a:lnTo>
                    <a:pt x="1232273" y="1502395"/>
                  </a:lnTo>
                  <a:lnTo>
                    <a:pt x="1232289" y="1502417"/>
                  </a:lnTo>
                  <a:lnTo>
                    <a:pt x="1232299" y="1502441"/>
                  </a:lnTo>
                  <a:lnTo>
                    <a:pt x="1232300" y="1502460"/>
                  </a:lnTo>
                  <a:lnTo>
                    <a:pt x="1232300" y="1502506"/>
                  </a:lnTo>
                  <a:lnTo>
                    <a:pt x="1232298" y="1502582"/>
                  </a:lnTo>
                  <a:lnTo>
                    <a:pt x="1232302" y="1502661"/>
                  </a:lnTo>
                  <a:lnTo>
                    <a:pt x="1232308" y="1502690"/>
                  </a:lnTo>
                  <a:lnTo>
                    <a:pt x="1232276" y="1502700"/>
                  </a:lnTo>
                  <a:lnTo>
                    <a:pt x="1232214" y="1502729"/>
                  </a:lnTo>
                  <a:lnTo>
                    <a:pt x="1232166" y="1502746"/>
                  </a:lnTo>
                  <a:lnTo>
                    <a:pt x="1232132" y="1502746"/>
                  </a:lnTo>
                  <a:lnTo>
                    <a:pt x="1232097" y="1502751"/>
                  </a:lnTo>
                  <a:lnTo>
                    <a:pt x="1232074" y="1502771"/>
                  </a:lnTo>
                  <a:lnTo>
                    <a:pt x="1232039" y="1502808"/>
                  </a:lnTo>
                  <a:lnTo>
                    <a:pt x="1232012" y="1502824"/>
                  </a:lnTo>
                  <a:lnTo>
                    <a:pt x="1231985" y="1502842"/>
                  </a:lnTo>
                  <a:lnTo>
                    <a:pt x="1231946" y="1502857"/>
                  </a:lnTo>
                  <a:lnTo>
                    <a:pt x="1231923" y="1502863"/>
                  </a:lnTo>
                  <a:lnTo>
                    <a:pt x="1231901" y="1502868"/>
                  </a:lnTo>
                  <a:lnTo>
                    <a:pt x="1231874" y="1502874"/>
                  </a:lnTo>
                  <a:lnTo>
                    <a:pt x="1231847" y="1502882"/>
                  </a:lnTo>
                  <a:lnTo>
                    <a:pt x="1231843" y="1502885"/>
                  </a:lnTo>
                  <a:lnTo>
                    <a:pt x="1231793" y="1502903"/>
                  </a:lnTo>
                  <a:lnTo>
                    <a:pt x="1231753" y="1502918"/>
                  </a:lnTo>
                  <a:lnTo>
                    <a:pt x="1231707" y="1502943"/>
                  </a:lnTo>
                  <a:lnTo>
                    <a:pt x="1231656" y="1502970"/>
                  </a:lnTo>
                  <a:lnTo>
                    <a:pt x="1231588" y="1503007"/>
                  </a:lnTo>
                  <a:lnTo>
                    <a:pt x="1231538" y="1503025"/>
                  </a:lnTo>
                  <a:lnTo>
                    <a:pt x="1231486" y="1503047"/>
                  </a:lnTo>
                  <a:lnTo>
                    <a:pt x="1231433" y="1503063"/>
                  </a:lnTo>
                  <a:lnTo>
                    <a:pt x="1231383" y="1503070"/>
                  </a:lnTo>
                  <a:lnTo>
                    <a:pt x="1231337" y="1503079"/>
                  </a:lnTo>
                  <a:lnTo>
                    <a:pt x="1231287" y="1503086"/>
                  </a:lnTo>
                  <a:lnTo>
                    <a:pt x="1231246" y="1503079"/>
                  </a:lnTo>
                  <a:lnTo>
                    <a:pt x="1231204" y="1503077"/>
                  </a:lnTo>
                  <a:lnTo>
                    <a:pt x="1231152" y="1503086"/>
                  </a:lnTo>
                  <a:lnTo>
                    <a:pt x="1231102" y="1503097"/>
                  </a:lnTo>
                  <a:lnTo>
                    <a:pt x="1231058" y="1503095"/>
                  </a:lnTo>
                  <a:lnTo>
                    <a:pt x="1231017" y="1503102"/>
                  </a:lnTo>
                  <a:lnTo>
                    <a:pt x="1230989" y="1503104"/>
                  </a:lnTo>
                  <a:lnTo>
                    <a:pt x="1230943" y="1503108"/>
                  </a:lnTo>
                  <a:lnTo>
                    <a:pt x="1230923" y="1503117"/>
                  </a:lnTo>
                  <a:lnTo>
                    <a:pt x="1230885" y="1503131"/>
                  </a:lnTo>
                  <a:lnTo>
                    <a:pt x="1230863" y="1503137"/>
                  </a:lnTo>
                  <a:lnTo>
                    <a:pt x="1230865" y="1503157"/>
                  </a:lnTo>
                  <a:lnTo>
                    <a:pt x="1230865" y="1503175"/>
                  </a:lnTo>
                  <a:lnTo>
                    <a:pt x="1230864" y="1503184"/>
                  </a:lnTo>
                  <a:lnTo>
                    <a:pt x="1230871" y="1503199"/>
                  </a:lnTo>
                  <a:lnTo>
                    <a:pt x="1230879" y="1503216"/>
                  </a:lnTo>
                  <a:lnTo>
                    <a:pt x="1230887" y="1503236"/>
                  </a:lnTo>
                  <a:lnTo>
                    <a:pt x="1230889" y="1503245"/>
                  </a:lnTo>
                  <a:lnTo>
                    <a:pt x="1230886" y="1503254"/>
                  </a:lnTo>
                  <a:lnTo>
                    <a:pt x="1230870" y="1503258"/>
                  </a:lnTo>
                  <a:lnTo>
                    <a:pt x="1230860" y="1503257"/>
                  </a:lnTo>
                  <a:lnTo>
                    <a:pt x="1230837" y="1503259"/>
                  </a:lnTo>
                  <a:lnTo>
                    <a:pt x="1230833" y="1503264"/>
                  </a:lnTo>
                  <a:lnTo>
                    <a:pt x="1230830" y="1503273"/>
                  </a:lnTo>
                  <a:lnTo>
                    <a:pt x="1230832" y="1503287"/>
                  </a:lnTo>
                  <a:lnTo>
                    <a:pt x="1230841" y="1503293"/>
                  </a:lnTo>
                  <a:lnTo>
                    <a:pt x="1230849" y="1503291"/>
                  </a:lnTo>
                  <a:lnTo>
                    <a:pt x="1230860" y="1503289"/>
                  </a:lnTo>
                  <a:lnTo>
                    <a:pt x="1230878" y="1503289"/>
                  </a:lnTo>
                  <a:lnTo>
                    <a:pt x="1230882" y="1503293"/>
                  </a:lnTo>
                  <a:lnTo>
                    <a:pt x="1230882" y="1503298"/>
                  </a:lnTo>
                  <a:lnTo>
                    <a:pt x="1230879" y="1503312"/>
                  </a:lnTo>
                  <a:lnTo>
                    <a:pt x="1230872" y="1503328"/>
                  </a:lnTo>
                  <a:lnTo>
                    <a:pt x="1230869" y="1503342"/>
                  </a:lnTo>
                  <a:lnTo>
                    <a:pt x="1230870" y="1503355"/>
                  </a:lnTo>
                  <a:lnTo>
                    <a:pt x="1230882" y="1503363"/>
                  </a:lnTo>
                  <a:lnTo>
                    <a:pt x="1230898" y="1503367"/>
                  </a:lnTo>
                  <a:lnTo>
                    <a:pt x="1230909" y="1503368"/>
                  </a:lnTo>
                  <a:lnTo>
                    <a:pt x="1230913" y="1503376"/>
                  </a:lnTo>
                  <a:lnTo>
                    <a:pt x="1230913" y="1503396"/>
                  </a:lnTo>
                  <a:lnTo>
                    <a:pt x="1230915" y="1503408"/>
                  </a:lnTo>
                  <a:lnTo>
                    <a:pt x="1230913" y="1503416"/>
                  </a:lnTo>
                  <a:lnTo>
                    <a:pt x="1230899" y="1503420"/>
                  </a:lnTo>
                  <a:lnTo>
                    <a:pt x="1230890" y="1503425"/>
                  </a:lnTo>
                  <a:lnTo>
                    <a:pt x="1230884" y="1503435"/>
                  </a:lnTo>
                  <a:lnTo>
                    <a:pt x="1230879" y="1503448"/>
                  </a:lnTo>
                  <a:lnTo>
                    <a:pt x="1230858" y="1503463"/>
                  </a:lnTo>
                  <a:lnTo>
                    <a:pt x="1230848" y="1503475"/>
                  </a:lnTo>
                  <a:lnTo>
                    <a:pt x="1230842" y="1503492"/>
                  </a:lnTo>
                  <a:lnTo>
                    <a:pt x="1230843" y="1503506"/>
                  </a:lnTo>
                  <a:lnTo>
                    <a:pt x="1230847" y="1503524"/>
                  </a:lnTo>
                  <a:lnTo>
                    <a:pt x="1230857" y="1503536"/>
                  </a:lnTo>
                  <a:lnTo>
                    <a:pt x="1230864" y="1503536"/>
                  </a:lnTo>
                  <a:lnTo>
                    <a:pt x="1230885" y="1503530"/>
                  </a:lnTo>
                  <a:lnTo>
                    <a:pt x="1230905" y="1503530"/>
                  </a:lnTo>
                  <a:lnTo>
                    <a:pt x="1230918" y="1503534"/>
                  </a:lnTo>
                  <a:lnTo>
                    <a:pt x="1230932" y="1503541"/>
                  </a:lnTo>
                  <a:lnTo>
                    <a:pt x="1230944" y="1503547"/>
                  </a:lnTo>
                  <a:lnTo>
                    <a:pt x="1230946" y="1503556"/>
                  </a:lnTo>
                  <a:lnTo>
                    <a:pt x="1230947" y="1503569"/>
                  </a:lnTo>
                  <a:lnTo>
                    <a:pt x="1230940" y="1503574"/>
                  </a:lnTo>
                  <a:lnTo>
                    <a:pt x="1230903" y="1503577"/>
                  </a:lnTo>
                  <a:lnTo>
                    <a:pt x="1230881" y="1503586"/>
                  </a:lnTo>
                  <a:lnTo>
                    <a:pt x="1230869" y="1503597"/>
                  </a:lnTo>
                  <a:lnTo>
                    <a:pt x="1230866" y="1503613"/>
                  </a:lnTo>
                  <a:lnTo>
                    <a:pt x="1230828" y="1503619"/>
                  </a:lnTo>
                  <a:lnTo>
                    <a:pt x="1230811" y="1503624"/>
                  </a:lnTo>
                  <a:lnTo>
                    <a:pt x="1230804" y="1503631"/>
                  </a:lnTo>
                  <a:lnTo>
                    <a:pt x="1230797" y="1503640"/>
                  </a:lnTo>
                  <a:lnTo>
                    <a:pt x="1230788" y="1503653"/>
                  </a:lnTo>
                  <a:lnTo>
                    <a:pt x="1230755" y="1503653"/>
                  </a:lnTo>
                  <a:lnTo>
                    <a:pt x="1230748" y="1503652"/>
                  </a:lnTo>
                  <a:lnTo>
                    <a:pt x="1230745" y="1503656"/>
                  </a:lnTo>
                  <a:lnTo>
                    <a:pt x="1230745" y="1503675"/>
                  </a:lnTo>
                  <a:lnTo>
                    <a:pt x="1230743" y="1503690"/>
                  </a:lnTo>
                  <a:lnTo>
                    <a:pt x="1230724" y="1503696"/>
                  </a:lnTo>
                  <a:lnTo>
                    <a:pt x="1230710" y="1503699"/>
                  </a:lnTo>
                  <a:lnTo>
                    <a:pt x="1230689" y="1503699"/>
                  </a:lnTo>
                  <a:lnTo>
                    <a:pt x="1230668" y="1503705"/>
                  </a:lnTo>
                  <a:lnTo>
                    <a:pt x="1230661" y="1503716"/>
                  </a:lnTo>
                  <a:lnTo>
                    <a:pt x="1230661" y="1503722"/>
                  </a:lnTo>
                  <a:lnTo>
                    <a:pt x="1230672" y="1503741"/>
                  </a:lnTo>
                  <a:lnTo>
                    <a:pt x="1230687" y="1503758"/>
                  </a:lnTo>
                  <a:lnTo>
                    <a:pt x="1230694" y="1503775"/>
                  </a:lnTo>
                  <a:lnTo>
                    <a:pt x="1230694" y="1503785"/>
                  </a:lnTo>
                  <a:lnTo>
                    <a:pt x="1230685" y="1503793"/>
                  </a:lnTo>
                  <a:lnTo>
                    <a:pt x="1230673" y="1503800"/>
                  </a:lnTo>
                  <a:lnTo>
                    <a:pt x="1230654" y="1503808"/>
                  </a:lnTo>
                  <a:lnTo>
                    <a:pt x="1230632" y="1503808"/>
                  </a:lnTo>
                  <a:lnTo>
                    <a:pt x="1230627" y="1503807"/>
                  </a:lnTo>
                  <a:lnTo>
                    <a:pt x="1230611" y="1503806"/>
                  </a:lnTo>
                  <a:lnTo>
                    <a:pt x="1230612" y="1503813"/>
                  </a:lnTo>
                  <a:lnTo>
                    <a:pt x="1230617" y="1503827"/>
                  </a:lnTo>
                  <a:lnTo>
                    <a:pt x="1230614" y="1503844"/>
                  </a:lnTo>
                  <a:lnTo>
                    <a:pt x="1230607" y="1503857"/>
                  </a:lnTo>
                  <a:lnTo>
                    <a:pt x="1230592" y="1503873"/>
                  </a:lnTo>
                  <a:lnTo>
                    <a:pt x="1230569" y="1503884"/>
                  </a:lnTo>
                  <a:lnTo>
                    <a:pt x="1230555" y="1503879"/>
                  </a:lnTo>
                  <a:lnTo>
                    <a:pt x="1230542" y="1503877"/>
                  </a:lnTo>
                  <a:lnTo>
                    <a:pt x="1230534" y="1503877"/>
                  </a:lnTo>
                  <a:lnTo>
                    <a:pt x="1230520" y="1503892"/>
                  </a:lnTo>
                  <a:lnTo>
                    <a:pt x="1230508" y="1503903"/>
                  </a:lnTo>
                  <a:lnTo>
                    <a:pt x="1230490" y="1503911"/>
                  </a:lnTo>
                  <a:lnTo>
                    <a:pt x="1230455" y="1503909"/>
                  </a:lnTo>
                  <a:lnTo>
                    <a:pt x="1230443" y="1503909"/>
                  </a:lnTo>
                  <a:lnTo>
                    <a:pt x="1230430" y="1503917"/>
                  </a:lnTo>
                  <a:lnTo>
                    <a:pt x="1230415" y="1503930"/>
                  </a:lnTo>
                  <a:lnTo>
                    <a:pt x="1230403" y="1503949"/>
                  </a:lnTo>
                  <a:lnTo>
                    <a:pt x="1230402" y="1503957"/>
                  </a:lnTo>
                  <a:lnTo>
                    <a:pt x="1230402" y="1503994"/>
                  </a:lnTo>
                  <a:lnTo>
                    <a:pt x="1230397" y="1504013"/>
                  </a:lnTo>
                  <a:lnTo>
                    <a:pt x="1230390" y="1504046"/>
                  </a:lnTo>
                  <a:lnTo>
                    <a:pt x="1230383" y="1504069"/>
                  </a:lnTo>
                  <a:lnTo>
                    <a:pt x="1230376" y="1504072"/>
                  </a:lnTo>
                  <a:lnTo>
                    <a:pt x="1230366" y="1504066"/>
                  </a:lnTo>
                  <a:lnTo>
                    <a:pt x="1230352" y="1504061"/>
                  </a:lnTo>
                  <a:lnTo>
                    <a:pt x="1230345" y="1504062"/>
                  </a:lnTo>
                  <a:lnTo>
                    <a:pt x="1230340" y="1504065"/>
                  </a:lnTo>
                  <a:lnTo>
                    <a:pt x="1230333" y="1504073"/>
                  </a:lnTo>
                  <a:lnTo>
                    <a:pt x="1230321" y="1504100"/>
                  </a:lnTo>
                  <a:lnTo>
                    <a:pt x="1230314" y="1504118"/>
                  </a:lnTo>
                  <a:lnTo>
                    <a:pt x="1230293" y="1504134"/>
                  </a:lnTo>
                  <a:lnTo>
                    <a:pt x="1230283" y="1504137"/>
                  </a:lnTo>
                  <a:lnTo>
                    <a:pt x="1230278" y="1504144"/>
                  </a:lnTo>
                  <a:lnTo>
                    <a:pt x="1230279" y="1504177"/>
                  </a:lnTo>
                  <a:lnTo>
                    <a:pt x="1230273" y="1504193"/>
                  </a:lnTo>
                  <a:lnTo>
                    <a:pt x="1230255" y="1504200"/>
                  </a:lnTo>
                  <a:lnTo>
                    <a:pt x="1230231" y="1504191"/>
                  </a:lnTo>
                  <a:lnTo>
                    <a:pt x="1230226" y="1504183"/>
                  </a:lnTo>
                  <a:lnTo>
                    <a:pt x="1230226" y="1504164"/>
                  </a:lnTo>
                  <a:lnTo>
                    <a:pt x="1230220" y="1504146"/>
                  </a:lnTo>
                  <a:lnTo>
                    <a:pt x="1230205" y="1504145"/>
                  </a:lnTo>
                  <a:lnTo>
                    <a:pt x="1230196" y="1504147"/>
                  </a:lnTo>
                  <a:lnTo>
                    <a:pt x="1230181" y="1504161"/>
                  </a:lnTo>
                  <a:lnTo>
                    <a:pt x="1230160" y="1504176"/>
                  </a:lnTo>
                  <a:lnTo>
                    <a:pt x="1230132" y="1504196"/>
                  </a:lnTo>
                  <a:lnTo>
                    <a:pt x="1230118" y="1504193"/>
                  </a:lnTo>
                  <a:lnTo>
                    <a:pt x="1230111" y="1504193"/>
                  </a:lnTo>
                  <a:lnTo>
                    <a:pt x="1230100" y="1504195"/>
                  </a:lnTo>
                  <a:lnTo>
                    <a:pt x="1230095" y="1504215"/>
                  </a:lnTo>
                  <a:lnTo>
                    <a:pt x="1230077" y="1504244"/>
                  </a:lnTo>
                  <a:lnTo>
                    <a:pt x="1230064" y="1504270"/>
                  </a:lnTo>
                  <a:lnTo>
                    <a:pt x="1230054" y="1504286"/>
                  </a:lnTo>
                  <a:lnTo>
                    <a:pt x="1230039" y="1504307"/>
                  </a:lnTo>
                  <a:lnTo>
                    <a:pt x="1230015" y="1504317"/>
                  </a:lnTo>
                  <a:lnTo>
                    <a:pt x="1229988" y="1504340"/>
                  </a:lnTo>
                  <a:lnTo>
                    <a:pt x="1229986" y="1504347"/>
                  </a:lnTo>
                  <a:lnTo>
                    <a:pt x="1229977" y="1504373"/>
                  </a:lnTo>
                  <a:lnTo>
                    <a:pt x="1229971" y="1504394"/>
                  </a:lnTo>
                  <a:lnTo>
                    <a:pt x="1229972" y="1504412"/>
                  </a:lnTo>
                  <a:lnTo>
                    <a:pt x="1229969" y="1504432"/>
                  </a:lnTo>
                  <a:lnTo>
                    <a:pt x="1229966" y="1504445"/>
                  </a:lnTo>
                  <a:lnTo>
                    <a:pt x="1229955" y="1504454"/>
                  </a:lnTo>
                  <a:lnTo>
                    <a:pt x="1229940" y="1504454"/>
                  </a:lnTo>
                  <a:lnTo>
                    <a:pt x="1229925" y="1504464"/>
                  </a:lnTo>
                  <a:lnTo>
                    <a:pt x="1229920" y="1504477"/>
                  </a:lnTo>
                  <a:lnTo>
                    <a:pt x="1229920" y="1504500"/>
                  </a:lnTo>
                  <a:lnTo>
                    <a:pt x="1229923" y="1504511"/>
                  </a:lnTo>
                  <a:lnTo>
                    <a:pt x="1229939" y="1504533"/>
                  </a:lnTo>
                  <a:lnTo>
                    <a:pt x="1229953" y="1504558"/>
                  </a:lnTo>
                  <a:lnTo>
                    <a:pt x="1229959" y="1504577"/>
                  </a:lnTo>
                  <a:lnTo>
                    <a:pt x="1229951" y="1504602"/>
                  </a:lnTo>
                  <a:lnTo>
                    <a:pt x="1229954" y="1504629"/>
                  </a:lnTo>
                  <a:lnTo>
                    <a:pt x="1229954" y="1504650"/>
                  </a:lnTo>
                  <a:lnTo>
                    <a:pt x="1229947" y="1504665"/>
                  </a:lnTo>
                  <a:lnTo>
                    <a:pt x="1229940" y="1504669"/>
                  </a:lnTo>
                  <a:lnTo>
                    <a:pt x="1229933" y="1504678"/>
                  </a:lnTo>
                  <a:lnTo>
                    <a:pt x="1229933" y="1504691"/>
                  </a:lnTo>
                  <a:lnTo>
                    <a:pt x="1229933" y="1504708"/>
                  </a:lnTo>
                  <a:lnTo>
                    <a:pt x="1229922" y="1504730"/>
                  </a:lnTo>
                  <a:lnTo>
                    <a:pt x="1229916" y="1504742"/>
                  </a:lnTo>
                  <a:lnTo>
                    <a:pt x="1229903" y="1504747"/>
                  </a:lnTo>
                  <a:lnTo>
                    <a:pt x="1229876" y="1504744"/>
                  </a:lnTo>
                  <a:lnTo>
                    <a:pt x="1229835" y="1504746"/>
                  </a:lnTo>
                  <a:lnTo>
                    <a:pt x="1229819" y="1504755"/>
                  </a:lnTo>
                  <a:lnTo>
                    <a:pt x="1229788" y="1504794"/>
                  </a:lnTo>
                  <a:lnTo>
                    <a:pt x="1229784" y="1504801"/>
                  </a:lnTo>
                  <a:lnTo>
                    <a:pt x="1229778" y="1504817"/>
                  </a:lnTo>
                  <a:lnTo>
                    <a:pt x="1229777" y="1504833"/>
                  </a:lnTo>
                  <a:lnTo>
                    <a:pt x="1229785" y="1504842"/>
                  </a:lnTo>
                  <a:lnTo>
                    <a:pt x="1229795" y="1504843"/>
                  </a:lnTo>
                  <a:lnTo>
                    <a:pt x="1229806" y="1504843"/>
                  </a:lnTo>
                  <a:lnTo>
                    <a:pt x="1229815" y="1504849"/>
                  </a:lnTo>
                  <a:lnTo>
                    <a:pt x="1229821" y="1504854"/>
                  </a:lnTo>
                  <a:lnTo>
                    <a:pt x="1229824" y="1504860"/>
                  </a:lnTo>
                  <a:lnTo>
                    <a:pt x="1229820" y="1504880"/>
                  </a:lnTo>
                  <a:lnTo>
                    <a:pt x="1229810" y="1504900"/>
                  </a:lnTo>
                  <a:lnTo>
                    <a:pt x="1229799" y="1504915"/>
                  </a:lnTo>
                  <a:lnTo>
                    <a:pt x="1229776" y="1504941"/>
                  </a:lnTo>
                  <a:lnTo>
                    <a:pt x="1229766" y="1504957"/>
                  </a:lnTo>
                  <a:lnTo>
                    <a:pt x="1229761" y="1504974"/>
                  </a:lnTo>
                  <a:lnTo>
                    <a:pt x="1229757" y="1504987"/>
                  </a:lnTo>
                  <a:lnTo>
                    <a:pt x="1229750" y="1504995"/>
                  </a:lnTo>
                  <a:lnTo>
                    <a:pt x="1229739" y="1505002"/>
                  </a:lnTo>
                  <a:lnTo>
                    <a:pt x="1229724" y="1505006"/>
                  </a:lnTo>
                  <a:lnTo>
                    <a:pt x="1229687" y="1505015"/>
                  </a:lnTo>
                  <a:lnTo>
                    <a:pt x="1229672" y="1505019"/>
                  </a:lnTo>
                  <a:lnTo>
                    <a:pt x="1229666" y="1505030"/>
                  </a:lnTo>
                  <a:lnTo>
                    <a:pt x="1229656" y="1505049"/>
                  </a:lnTo>
                  <a:lnTo>
                    <a:pt x="1229653" y="1505059"/>
                  </a:lnTo>
                  <a:lnTo>
                    <a:pt x="1229653" y="1505070"/>
                  </a:lnTo>
                  <a:lnTo>
                    <a:pt x="1229670" y="1505085"/>
                  </a:lnTo>
                  <a:lnTo>
                    <a:pt x="1229685" y="1505096"/>
                  </a:lnTo>
                  <a:lnTo>
                    <a:pt x="1229696" y="1505115"/>
                  </a:lnTo>
                  <a:lnTo>
                    <a:pt x="1229692" y="1505127"/>
                  </a:lnTo>
                  <a:lnTo>
                    <a:pt x="1229686" y="1505132"/>
                  </a:lnTo>
                  <a:lnTo>
                    <a:pt x="1229681" y="1505138"/>
                  </a:lnTo>
                  <a:lnTo>
                    <a:pt x="1229665" y="1505151"/>
                  </a:lnTo>
                  <a:lnTo>
                    <a:pt x="1229653" y="1505164"/>
                  </a:lnTo>
                  <a:lnTo>
                    <a:pt x="1229644" y="1505175"/>
                  </a:lnTo>
                  <a:lnTo>
                    <a:pt x="1229651" y="1505211"/>
                  </a:lnTo>
                  <a:lnTo>
                    <a:pt x="1229654" y="1505237"/>
                  </a:lnTo>
                  <a:lnTo>
                    <a:pt x="1229663" y="1505259"/>
                  </a:lnTo>
                  <a:lnTo>
                    <a:pt x="1229670" y="1505270"/>
                  </a:lnTo>
                  <a:lnTo>
                    <a:pt x="1229697" y="1505277"/>
                  </a:lnTo>
                  <a:lnTo>
                    <a:pt x="1229702" y="1505286"/>
                  </a:lnTo>
                  <a:lnTo>
                    <a:pt x="1229702" y="1505307"/>
                  </a:lnTo>
                  <a:lnTo>
                    <a:pt x="1229674" y="1505325"/>
                  </a:lnTo>
                  <a:lnTo>
                    <a:pt x="1229661" y="1505348"/>
                  </a:lnTo>
                  <a:lnTo>
                    <a:pt x="1229651" y="1505375"/>
                  </a:lnTo>
                  <a:lnTo>
                    <a:pt x="1229650" y="1505409"/>
                  </a:lnTo>
                  <a:lnTo>
                    <a:pt x="1229635" y="1505420"/>
                  </a:lnTo>
                  <a:lnTo>
                    <a:pt x="1229620" y="1505431"/>
                  </a:lnTo>
                  <a:lnTo>
                    <a:pt x="1229583" y="1505443"/>
                  </a:lnTo>
                  <a:lnTo>
                    <a:pt x="1229563" y="1505443"/>
                  </a:lnTo>
                  <a:lnTo>
                    <a:pt x="1229558" y="1505445"/>
                  </a:lnTo>
                  <a:lnTo>
                    <a:pt x="1229547" y="1505450"/>
                  </a:lnTo>
                  <a:lnTo>
                    <a:pt x="1229533" y="1505453"/>
                  </a:lnTo>
                  <a:lnTo>
                    <a:pt x="1229526" y="1505466"/>
                  </a:lnTo>
                  <a:lnTo>
                    <a:pt x="1229513" y="1505487"/>
                  </a:lnTo>
                  <a:lnTo>
                    <a:pt x="1229502" y="1505497"/>
                  </a:lnTo>
                  <a:lnTo>
                    <a:pt x="1229501" y="1505509"/>
                  </a:lnTo>
                  <a:lnTo>
                    <a:pt x="1229491" y="1505528"/>
                  </a:lnTo>
                  <a:lnTo>
                    <a:pt x="1229479" y="1505551"/>
                  </a:lnTo>
                  <a:lnTo>
                    <a:pt x="1229470" y="1505563"/>
                  </a:lnTo>
                  <a:lnTo>
                    <a:pt x="1229457" y="1505563"/>
                  </a:lnTo>
                  <a:lnTo>
                    <a:pt x="1229436" y="1505568"/>
                  </a:lnTo>
                  <a:lnTo>
                    <a:pt x="1229427" y="1505574"/>
                  </a:lnTo>
                  <a:lnTo>
                    <a:pt x="1229427" y="1505585"/>
                  </a:lnTo>
                  <a:lnTo>
                    <a:pt x="1229441" y="1505606"/>
                  </a:lnTo>
                  <a:lnTo>
                    <a:pt x="1229459" y="1505621"/>
                  </a:lnTo>
                  <a:lnTo>
                    <a:pt x="1229466" y="1505632"/>
                  </a:lnTo>
                  <a:lnTo>
                    <a:pt x="1229464" y="1505650"/>
                  </a:lnTo>
                  <a:lnTo>
                    <a:pt x="1229454" y="1505667"/>
                  </a:lnTo>
                  <a:lnTo>
                    <a:pt x="1229445" y="1505685"/>
                  </a:lnTo>
                  <a:lnTo>
                    <a:pt x="1229435" y="1505699"/>
                  </a:lnTo>
                  <a:lnTo>
                    <a:pt x="1229399" y="1505706"/>
                  </a:lnTo>
                  <a:lnTo>
                    <a:pt x="1229373" y="1505711"/>
                  </a:lnTo>
                  <a:lnTo>
                    <a:pt x="1229338" y="1505724"/>
                  </a:lnTo>
                  <a:lnTo>
                    <a:pt x="1229324" y="1505728"/>
                  </a:lnTo>
                  <a:lnTo>
                    <a:pt x="1229297" y="1505735"/>
                  </a:lnTo>
                  <a:lnTo>
                    <a:pt x="1229272" y="1505724"/>
                  </a:lnTo>
                  <a:lnTo>
                    <a:pt x="1229251" y="1505724"/>
                  </a:lnTo>
                  <a:lnTo>
                    <a:pt x="1229240" y="1505731"/>
                  </a:lnTo>
                  <a:lnTo>
                    <a:pt x="1229232" y="1505742"/>
                  </a:lnTo>
                  <a:lnTo>
                    <a:pt x="1229217" y="1505760"/>
                  </a:lnTo>
                  <a:lnTo>
                    <a:pt x="1229199" y="1505774"/>
                  </a:lnTo>
                  <a:lnTo>
                    <a:pt x="1229192" y="1505780"/>
                  </a:lnTo>
                  <a:lnTo>
                    <a:pt x="1229191" y="1505790"/>
                  </a:lnTo>
                  <a:lnTo>
                    <a:pt x="1229185" y="1505807"/>
                  </a:lnTo>
                  <a:lnTo>
                    <a:pt x="1229180" y="1505814"/>
                  </a:lnTo>
                  <a:lnTo>
                    <a:pt x="1229171" y="1505823"/>
                  </a:lnTo>
                  <a:lnTo>
                    <a:pt x="1229165" y="1505825"/>
                  </a:lnTo>
                  <a:lnTo>
                    <a:pt x="1229159" y="1505820"/>
                  </a:lnTo>
                  <a:lnTo>
                    <a:pt x="1229155" y="1505813"/>
                  </a:lnTo>
                  <a:lnTo>
                    <a:pt x="1229145" y="1505801"/>
                  </a:lnTo>
                  <a:lnTo>
                    <a:pt x="1229137" y="1505796"/>
                  </a:lnTo>
                  <a:lnTo>
                    <a:pt x="1229128" y="1505789"/>
                  </a:lnTo>
                  <a:lnTo>
                    <a:pt x="1229120" y="1505781"/>
                  </a:lnTo>
                  <a:lnTo>
                    <a:pt x="1229109" y="1505767"/>
                  </a:lnTo>
                  <a:lnTo>
                    <a:pt x="1229097" y="1505788"/>
                  </a:lnTo>
                  <a:lnTo>
                    <a:pt x="1229093" y="1505810"/>
                  </a:lnTo>
                  <a:lnTo>
                    <a:pt x="1229088" y="1505846"/>
                  </a:lnTo>
                  <a:lnTo>
                    <a:pt x="1229089" y="1505870"/>
                  </a:lnTo>
                  <a:lnTo>
                    <a:pt x="1229095" y="1505891"/>
                  </a:lnTo>
                  <a:lnTo>
                    <a:pt x="1229093" y="1505908"/>
                  </a:lnTo>
                  <a:lnTo>
                    <a:pt x="1229072" y="1505916"/>
                  </a:lnTo>
                  <a:lnTo>
                    <a:pt x="1229066" y="1505921"/>
                  </a:lnTo>
                  <a:lnTo>
                    <a:pt x="1229058" y="1505931"/>
                  </a:lnTo>
                  <a:lnTo>
                    <a:pt x="1229049" y="1505939"/>
                  </a:lnTo>
                  <a:lnTo>
                    <a:pt x="1229030" y="1505959"/>
                  </a:lnTo>
                  <a:lnTo>
                    <a:pt x="1229019" y="1505978"/>
                  </a:lnTo>
                  <a:lnTo>
                    <a:pt x="1229010" y="1505994"/>
                  </a:lnTo>
                  <a:lnTo>
                    <a:pt x="1229004" y="1506008"/>
                  </a:lnTo>
                  <a:lnTo>
                    <a:pt x="1229003" y="1506032"/>
                  </a:lnTo>
                  <a:lnTo>
                    <a:pt x="1228999" y="1506058"/>
                  </a:lnTo>
                  <a:lnTo>
                    <a:pt x="1228996" y="1506080"/>
                  </a:lnTo>
                  <a:lnTo>
                    <a:pt x="1228996" y="1506096"/>
                  </a:lnTo>
                  <a:lnTo>
                    <a:pt x="1228992" y="1506110"/>
                  </a:lnTo>
                  <a:lnTo>
                    <a:pt x="1228988" y="1506128"/>
                  </a:lnTo>
                  <a:lnTo>
                    <a:pt x="1228975" y="1506147"/>
                  </a:lnTo>
                  <a:lnTo>
                    <a:pt x="1228967" y="1506160"/>
                  </a:lnTo>
                  <a:lnTo>
                    <a:pt x="1228968" y="1506180"/>
                  </a:lnTo>
                  <a:lnTo>
                    <a:pt x="1228958" y="1506193"/>
                  </a:lnTo>
                  <a:lnTo>
                    <a:pt x="1228944" y="1506208"/>
                  </a:lnTo>
                  <a:lnTo>
                    <a:pt x="1228935" y="1506221"/>
                  </a:lnTo>
                  <a:lnTo>
                    <a:pt x="1228928" y="1506234"/>
                  </a:lnTo>
                  <a:lnTo>
                    <a:pt x="1228930" y="1506243"/>
                  </a:lnTo>
                  <a:lnTo>
                    <a:pt x="1228930" y="1506257"/>
                  </a:lnTo>
                  <a:lnTo>
                    <a:pt x="1228934" y="1506270"/>
                  </a:lnTo>
                  <a:lnTo>
                    <a:pt x="1228944" y="1506281"/>
                  </a:lnTo>
                  <a:lnTo>
                    <a:pt x="1228949" y="1506290"/>
                  </a:lnTo>
                  <a:lnTo>
                    <a:pt x="1228960" y="1506303"/>
                  </a:lnTo>
                  <a:lnTo>
                    <a:pt x="1228958" y="1506320"/>
                  </a:lnTo>
                  <a:lnTo>
                    <a:pt x="1228958" y="1506335"/>
                  </a:lnTo>
                  <a:lnTo>
                    <a:pt x="1228957" y="1506350"/>
                  </a:lnTo>
                  <a:lnTo>
                    <a:pt x="1228952" y="1506372"/>
                  </a:lnTo>
                  <a:lnTo>
                    <a:pt x="1228944" y="1506387"/>
                  </a:lnTo>
                  <a:lnTo>
                    <a:pt x="1228922" y="1506419"/>
                  </a:lnTo>
                  <a:lnTo>
                    <a:pt x="1228910" y="1506439"/>
                  </a:lnTo>
                  <a:lnTo>
                    <a:pt x="1228896" y="1506460"/>
                  </a:lnTo>
                  <a:lnTo>
                    <a:pt x="1228889" y="1506477"/>
                  </a:lnTo>
                  <a:lnTo>
                    <a:pt x="1228896" y="1506488"/>
                  </a:lnTo>
                  <a:lnTo>
                    <a:pt x="1228897" y="1506504"/>
                  </a:lnTo>
                  <a:lnTo>
                    <a:pt x="1228903" y="1506523"/>
                  </a:lnTo>
                  <a:lnTo>
                    <a:pt x="1228917" y="1506535"/>
                  </a:lnTo>
                  <a:lnTo>
                    <a:pt x="1228918" y="1506542"/>
                  </a:lnTo>
                  <a:lnTo>
                    <a:pt x="1228922" y="1506551"/>
                  </a:lnTo>
                  <a:lnTo>
                    <a:pt x="1228926" y="1506564"/>
                  </a:lnTo>
                  <a:lnTo>
                    <a:pt x="1228932" y="1506570"/>
                  </a:lnTo>
                  <a:lnTo>
                    <a:pt x="1228937" y="1506583"/>
                  </a:lnTo>
                  <a:lnTo>
                    <a:pt x="1228937" y="1506592"/>
                  </a:lnTo>
                  <a:lnTo>
                    <a:pt x="1228936" y="1506605"/>
                  </a:lnTo>
                  <a:lnTo>
                    <a:pt x="1228938" y="1506613"/>
                  </a:lnTo>
                  <a:lnTo>
                    <a:pt x="1228939" y="1506624"/>
                  </a:lnTo>
                  <a:lnTo>
                    <a:pt x="1228941" y="1506633"/>
                  </a:lnTo>
                  <a:lnTo>
                    <a:pt x="1228940" y="1506645"/>
                  </a:lnTo>
                  <a:lnTo>
                    <a:pt x="1228937" y="1506659"/>
                  </a:lnTo>
                  <a:lnTo>
                    <a:pt x="1228945" y="1506678"/>
                  </a:lnTo>
                  <a:lnTo>
                    <a:pt x="1228950" y="1506694"/>
                  </a:lnTo>
                  <a:lnTo>
                    <a:pt x="1228950" y="1506705"/>
                  </a:lnTo>
                  <a:lnTo>
                    <a:pt x="1228956" y="1506709"/>
                  </a:lnTo>
                  <a:lnTo>
                    <a:pt x="1228965" y="1506717"/>
                  </a:lnTo>
                  <a:lnTo>
                    <a:pt x="1228970" y="1506730"/>
                  </a:lnTo>
                  <a:lnTo>
                    <a:pt x="1228973" y="1506741"/>
                  </a:lnTo>
                  <a:lnTo>
                    <a:pt x="1228978" y="1506748"/>
                  </a:lnTo>
                  <a:lnTo>
                    <a:pt x="1228969" y="1506773"/>
                  </a:lnTo>
                  <a:lnTo>
                    <a:pt x="1228959" y="1506782"/>
                  </a:lnTo>
                  <a:lnTo>
                    <a:pt x="1228956" y="1506797"/>
                  </a:lnTo>
                  <a:lnTo>
                    <a:pt x="1228953" y="1506808"/>
                  </a:lnTo>
                  <a:lnTo>
                    <a:pt x="1228943" y="1506817"/>
                  </a:lnTo>
                  <a:lnTo>
                    <a:pt x="1228930" y="1506865"/>
                  </a:lnTo>
                  <a:lnTo>
                    <a:pt x="1228927" y="1506879"/>
                  </a:lnTo>
                  <a:lnTo>
                    <a:pt x="1228922" y="1506890"/>
                  </a:lnTo>
                  <a:lnTo>
                    <a:pt x="1228918" y="1506901"/>
                  </a:lnTo>
                  <a:lnTo>
                    <a:pt x="1228912" y="1506912"/>
                  </a:lnTo>
                  <a:lnTo>
                    <a:pt x="1228905" y="1506920"/>
                  </a:lnTo>
                  <a:lnTo>
                    <a:pt x="1228890" y="1506927"/>
                  </a:lnTo>
                  <a:lnTo>
                    <a:pt x="1228875" y="1506935"/>
                  </a:lnTo>
                  <a:lnTo>
                    <a:pt x="1228862" y="1506940"/>
                  </a:lnTo>
                  <a:lnTo>
                    <a:pt x="1228854" y="1506930"/>
                  </a:lnTo>
                  <a:lnTo>
                    <a:pt x="1228851" y="1506925"/>
                  </a:lnTo>
                  <a:lnTo>
                    <a:pt x="1228840" y="1506910"/>
                  </a:lnTo>
                  <a:lnTo>
                    <a:pt x="1228821" y="1506889"/>
                  </a:lnTo>
                  <a:lnTo>
                    <a:pt x="1228814" y="1506882"/>
                  </a:lnTo>
                  <a:lnTo>
                    <a:pt x="1228799" y="1506876"/>
                  </a:lnTo>
                  <a:lnTo>
                    <a:pt x="1228777" y="1506863"/>
                  </a:lnTo>
                  <a:lnTo>
                    <a:pt x="1228773" y="1506833"/>
                  </a:lnTo>
                  <a:lnTo>
                    <a:pt x="1228733" y="1506854"/>
                  </a:lnTo>
                  <a:lnTo>
                    <a:pt x="1228726" y="1506856"/>
                  </a:lnTo>
                  <a:lnTo>
                    <a:pt x="1228714" y="1506860"/>
                  </a:lnTo>
                  <a:lnTo>
                    <a:pt x="1228701" y="1506859"/>
                  </a:lnTo>
                  <a:lnTo>
                    <a:pt x="1228691" y="1506858"/>
                  </a:lnTo>
                  <a:lnTo>
                    <a:pt x="1228677" y="1506864"/>
                  </a:lnTo>
                  <a:lnTo>
                    <a:pt x="1228659" y="1506878"/>
                  </a:lnTo>
                  <a:lnTo>
                    <a:pt x="1228630" y="1506898"/>
                  </a:lnTo>
                  <a:lnTo>
                    <a:pt x="1228606" y="1506910"/>
                  </a:lnTo>
                  <a:lnTo>
                    <a:pt x="1228563" y="1506930"/>
                  </a:lnTo>
                  <a:lnTo>
                    <a:pt x="1228518" y="1506950"/>
                  </a:lnTo>
                  <a:lnTo>
                    <a:pt x="1228492" y="1506964"/>
                  </a:lnTo>
                  <a:lnTo>
                    <a:pt x="1228466" y="1506978"/>
                  </a:lnTo>
                  <a:lnTo>
                    <a:pt x="1228459" y="1506989"/>
                  </a:lnTo>
                  <a:lnTo>
                    <a:pt x="1228456" y="1507011"/>
                  </a:lnTo>
                  <a:lnTo>
                    <a:pt x="1228453" y="1507025"/>
                  </a:lnTo>
                  <a:lnTo>
                    <a:pt x="1228450" y="1507073"/>
                  </a:lnTo>
                  <a:lnTo>
                    <a:pt x="1228435" y="1507108"/>
                  </a:lnTo>
                  <a:lnTo>
                    <a:pt x="1228419" y="1507145"/>
                  </a:lnTo>
                  <a:lnTo>
                    <a:pt x="1228416" y="1507163"/>
                  </a:lnTo>
                  <a:lnTo>
                    <a:pt x="1228416" y="1507179"/>
                  </a:lnTo>
                  <a:lnTo>
                    <a:pt x="1228414" y="1507213"/>
                  </a:lnTo>
                  <a:lnTo>
                    <a:pt x="1228413" y="1507255"/>
                  </a:lnTo>
                  <a:lnTo>
                    <a:pt x="1228411" y="1507280"/>
                  </a:lnTo>
                  <a:lnTo>
                    <a:pt x="1228402" y="1507325"/>
                  </a:lnTo>
                  <a:lnTo>
                    <a:pt x="1228393" y="1507341"/>
                  </a:lnTo>
                  <a:lnTo>
                    <a:pt x="1228385" y="1507356"/>
                  </a:lnTo>
                  <a:lnTo>
                    <a:pt x="1228372" y="1507389"/>
                  </a:lnTo>
                  <a:lnTo>
                    <a:pt x="1228372" y="1507403"/>
                  </a:lnTo>
                  <a:lnTo>
                    <a:pt x="1228380" y="1507412"/>
                  </a:lnTo>
                  <a:lnTo>
                    <a:pt x="1228404" y="1507433"/>
                  </a:lnTo>
                  <a:lnTo>
                    <a:pt x="1228419" y="1507454"/>
                  </a:lnTo>
                  <a:lnTo>
                    <a:pt x="1228417" y="1507478"/>
                  </a:lnTo>
                  <a:lnTo>
                    <a:pt x="1228409" y="1507498"/>
                  </a:lnTo>
                  <a:lnTo>
                    <a:pt x="1228401" y="1507524"/>
                  </a:lnTo>
                  <a:lnTo>
                    <a:pt x="1228390" y="1507547"/>
                  </a:lnTo>
                  <a:lnTo>
                    <a:pt x="1228385" y="1507559"/>
                  </a:lnTo>
                  <a:lnTo>
                    <a:pt x="1228363" y="1507576"/>
                  </a:lnTo>
                  <a:lnTo>
                    <a:pt x="1228352" y="1507591"/>
                  </a:lnTo>
                  <a:lnTo>
                    <a:pt x="1228347" y="1507603"/>
                  </a:lnTo>
                  <a:lnTo>
                    <a:pt x="1228330" y="1507601"/>
                  </a:lnTo>
                  <a:lnTo>
                    <a:pt x="1228323" y="1507604"/>
                  </a:lnTo>
                  <a:lnTo>
                    <a:pt x="1228297" y="1507603"/>
                  </a:lnTo>
                  <a:lnTo>
                    <a:pt x="1228276" y="1507598"/>
                  </a:lnTo>
                  <a:lnTo>
                    <a:pt x="1228257" y="1507587"/>
                  </a:lnTo>
                  <a:lnTo>
                    <a:pt x="1228244" y="1507577"/>
                  </a:lnTo>
                  <a:lnTo>
                    <a:pt x="1228229" y="1507567"/>
                  </a:lnTo>
                  <a:lnTo>
                    <a:pt x="1228187" y="1507561"/>
                  </a:lnTo>
                  <a:lnTo>
                    <a:pt x="1228168" y="1507561"/>
                  </a:lnTo>
                  <a:lnTo>
                    <a:pt x="1228153" y="1507571"/>
                  </a:lnTo>
                  <a:lnTo>
                    <a:pt x="1228143" y="1507581"/>
                  </a:lnTo>
                  <a:lnTo>
                    <a:pt x="1228136" y="1507590"/>
                  </a:lnTo>
                  <a:lnTo>
                    <a:pt x="1228132" y="1507596"/>
                  </a:lnTo>
                  <a:lnTo>
                    <a:pt x="1228120" y="1507622"/>
                  </a:lnTo>
                  <a:lnTo>
                    <a:pt x="1228107" y="1507628"/>
                  </a:lnTo>
                  <a:lnTo>
                    <a:pt x="1228091" y="1507632"/>
                  </a:lnTo>
                  <a:lnTo>
                    <a:pt x="1228052" y="1507640"/>
                  </a:lnTo>
                  <a:lnTo>
                    <a:pt x="1227998" y="1507647"/>
                  </a:lnTo>
                  <a:lnTo>
                    <a:pt x="1227979" y="1507653"/>
                  </a:lnTo>
                  <a:lnTo>
                    <a:pt x="1227953" y="1507679"/>
                  </a:lnTo>
                  <a:lnTo>
                    <a:pt x="1227940" y="1507691"/>
                  </a:lnTo>
                  <a:lnTo>
                    <a:pt x="1227932" y="1507699"/>
                  </a:lnTo>
                  <a:lnTo>
                    <a:pt x="1227923" y="1507708"/>
                  </a:lnTo>
                  <a:lnTo>
                    <a:pt x="1227901" y="1507731"/>
                  </a:lnTo>
                  <a:lnTo>
                    <a:pt x="1227894" y="1507753"/>
                  </a:lnTo>
                  <a:lnTo>
                    <a:pt x="1227894" y="1507766"/>
                  </a:lnTo>
                  <a:lnTo>
                    <a:pt x="1227860" y="1507755"/>
                  </a:lnTo>
                  <a:lnTo>
                    <a:pt x="1227851" y="1507752"/>
                  </a:lnTo>
                  <a:lnTo>
                    <a:pt x="1227834" y="1507740"/>
                  </a:lnTo>
                  <a:lnTo>
                    <a:pt x="1227822" y="1507732"/>
                  </a:lnTo>
                  <a:lnTo>
                    <a:pt x="1227809" y="1507733"/>
                  </a:lnTo>
                  <a:lnTo>
                    <a:pt x="1227784" y="1507735"/>
                  </a:lnTo>
                  <a:lnTo>
                    <a:pt x="1227766" y="1507730"/>
                  </a:lnTo>
                  <a:lnTo>
                    <a:pt x="1227765" y="1507745"/>
                  </a:lnTo>
                  <a:lnTo>
                    <a:pt x="1227762" y="1507770"/>
                  </a:lnTo>
                  <a:lnTo>
                    <a:pt x="1227758" y="1507788"/>
                  </a:lnTo>
                  <a:lnTo>
                    <a:pt x="1227758" y="1507821"/>
                  </a:lnTo>
                  <a:lnTo>
                    <a:pt x="1227751" y="1507845"/>
                  </a:lnTo>
                  <a:lnTo>
                    <a:pt x="1227752" y="1507865"/>
                  </a:lnTo>
                  <a:lnTo>
                    <a:pt x="1227753" y="1507883"/>
                  </a:lnTo>
                  <a:lnTo>
                    <a:pt x="1227751" y="1507910"/>
                  </a:lnTo>
                  <a:lnTo>
                    <a:pt x="1227757" y="1507931"/>
                  </a:lnTo>
                  <a:lnTo>
                    <a:pt x="1227760" y="1507969"/>
                  </a:lnTo>
                  <a:lnTo>
                    <a:pt x="1227763" y="1507983"/>
                  </a:lnTo>
                  <a:lnTo>
                    <a:pt x="1227794" y="1508014"/>
                  </a:lnTo>
                  <a:lnTo>
                    <a:pt x="1227809" y="1508029"/>
                  </a:lnTo>
                  <a:lnTo>
                    <a:pt x="1227820" y="1508040"/>
                  </a:lnTo>
                  <a:lnTo>
                    <a:pt x="1227842" y="1508067"/>
                  </a:lnTo>
                  <a:lnTo>
                    <a:pt x="1227855" y="1508090"/>
                  </a:lnTo>
                  <a:lnTo>
                    <a:pt x="1227862" y="1508098"/>
                  </a:lnTo>
                  <a:lnTo>
                    <a:pt x="1227879" y="1508107"/>
                  </a:lnTo>
                  <a:lnTo>
                    <a:pt x="1227899" y="1508112"/>
                  </a:lnTo>
                  <a:lnTo>
                    <a:pt x="1227918" y="1508113"/>
                  </a:lnTo>
                  <a:lnTo>
                    <a:pt x="1227937" y="1508114"/>
                  </a:lnTo>
                  <a:lnTo>
                    <a:pt x="1227949" y="1508119"/>
                  </a:lnTo>
                  <a:lnTo>
                    <a:pt x="1227968" y="1508132"/>
                  </a:lnTo>
                  <a:lnTo>
                    <a:pt x="1227974" y="1508138"/>
                  </a:lnTo>
                  <a:lnTo>
                    <a:pt x="1227983" y="1508158"/>
                  </a:lnTo>
                  <a:lnTo>
                    <a:pt x="1227981" y="1508178"/>
                  </a:lnTo>
                  <a:lnTo>
                    <a:pt x="1227977" y="1508202"/>
                  </a:lnTo>
                  <a:lnTo>
                    <a:pt x="1228012" y="1508232"/>
                  </a:lnTo>
                  <a:lnTo>
                    <a:pt x="1228023" y="1508251"/>
                  </a:lnTo>
                  <a:lnTo>
                    <a:pt x="1228013" y="1508259"/>
                  </a:lnTo>
                  <a:lnTo>
                    <a:pt x="1228011" y="1508273"/>
                  </a:lnTo>
                  <a:lnTo>
                    <a:pt x="1228014" y="1508288"/>
                  </a:lnTo>
                  <a:lnTo>
                    <a:pt x="1228021" y="1508302"/>
                  </a:lnTo>
                  <a:lnTo>
                    <a:pt x="1228043" y="1508327"/>
                  </a:lnTo>
                  <a:lnTo>
                    <a:pt x="1228057" y="1508335"/>
                  </a:lnTo>
                  <a:lnTo>
                    <a:pt x="1228090" y="1508362"/>
                  </a:lnTo>
                  <a:lnTo>
                    <a:pt x="1228115" y="1508383"/>
                  </a:lnTo>
                  <a:lnTo>
                    <a:pt x="1228154" y="1508556"/>
                  </a:lnTo>
                  <a:lnTo>
                    <a:pt x="1228154" y="1508603"/>
                  </a:lnTo>
                  <a:lnTo>
                    <a:pt x="1228162" y="1508649"/>
                  </a:lnTo>
                  <a:lnTo>
                    <a:pt x="1228173" y="1508683"/>
                  </a:lnTo>
                  <a:lnTo>
                    <a:pt x="1228177" y="1508713"/>
                  </a:lnTo>
                  <a:lnTo>
                    <a:pt x="1228186" y="1508736"/>
                  </a:lnTo>
                  <a:lnTo>
                    <a:pt x="1228195" y="1508744"/>
                  </a:lnTo>
                  <a:lnTo>
                    <a:pt x="1228235" y="1508775"/>
                  </a:lnTo>
                  <a:lnTo>
                    <a:pt x="1228251" y="1508787"/>
                  </a:lnTo>
                  <a:lnTo>
                    <a:pt x="1228295" y="1508821"/>
                  </a:lnTo>
                  <a:lnTo>
                    <a:pt x="1228317" y="1508836"/>
                  </a:lnTo>
                  <a:lnTo>
                    <a:pt x="1228327" y="1508850"/>
                  </a:lnTo>
                  <a:lnTo>
                    <a:pt x="1228335" y="1508875"/>
                  </a:lnTo>
                  <a:lnTo>
                    <a:pt x="1228332" y="1508899"/>
                  </a:lnTo>
                  <a:lnTo>
                    <a:pt x="1228343" y="1508926"/>
                  </a:lnTo>
                  <a:lnTo>
                    <a:pt x="1228352" y="1508941"/>
                  </a:lnTo>
                  <a:lnTo>
                    <a:pt x="1228374" y="1508975"/>
                  </a:lnTo>
                  <a:lnTo>
                    <a:pt x="1228386" y="1508991"/>
                  </a:lnTo>
                  <a:lnTo>
                    <a:pt x="1228402" y="1509033"/>
                  </a:lnTo>
                  <a:lnTo>
                    <a:pt x="1228408" y="1509046"/>
                  </a:lnTo>
                  <a:lnTo>
                    <a:pt x="1228417" y="1509065"/>
                  </a:lnTo>
                  <a:lnTo>
                    <a:pt x="1228478" y="1509106"/>
                  </a:lnTo>
                  <a:lnTo>
                    <a:pt x="1228485" y="1509118"/>
                  </a:lnTo>
                  <a:lnTo>
                    <a:pt x="1228495" y="1509134"/>
                  </a:lnTo>
                  <a:lnTo>
                    <a:pt x="1228500" y="1509173"/>
                  </a:lnTo>
                  <a:lnTo>
                    <a:pt x="1228513" y="1509209"/>
                  </a:lnTo>
                  <a:lnTo>
                    <a:pt x="1228516" y="1509221"/>
                  </a:lnTo>
                  <a:lnTo>
                    <a:pt x="1228528" y="1509244"/>
                  </a:lnTo>
                  <a:lnTo>
                    <a:pt x="1228533" y="1509261"/>
                  </a:lnTo>
                  <a:lnTo>
                    <a:pt x="1228532" y="1509280"/>
                  </a:lnTo>
                  <a:lnTo>
                    <a:pt x="1228526" y="1509300"/>
                  </a:lnTo>
                  <a:lnTo>
                    <a:pt x="1228525" y="1509326"/>
                  </a:lnTo>
                  <a:lnTo>
                    <a:pt x="1228515" y="1509370"/>
                  </a:lnTo>
                  <a:lnTo>
                    <a:pt x="1228500" y="1509398"/>
                  </a:lnTo>
                  <a:lnTo>
                    <a:pt x="1228503" y="1509412"/>
                  </a:lnTo>
                  <a:lnTo>
                    <a:pt x="1228501" y="1509444"/>
                  </a:lnTo>
                  <a:lnTo>
                    <a:pt x="1228518" y="1509465"/>
                  </a:lnTo>
                  <a:lnTo>
                    <a:pt x="1228540" y="1509491"/>
                  </a:lnTo>
                  <a:lnTo>
                    <a:pt x="1228557" y="1509508"/>
                  </a:lnTo>
                  <a:lnTo>
                    <a:pt x="1228587" y="1509534"/>
                  </a:lnTo>
                  <a:lnTo>
                    <a:pt x="1228613" y="1509551"/>
                  </a:lnTo>
                  <a:lnTo>
                    <a:pt x="1228611" y="1509566"/>
                  </a:lnTo>
                  <a:lnTo>
                    <a:pt x="1228607" y="1509581"/>
                  </a:lnTo>
                  <a:lnTo>
                    <a:pt x="1228596" y="1509602"/>
                  </a:lnTo>
                  <a:lnTo>
                    <a:pt x="1228575" y="1509632"/>
                  </a:lnTo>
                  <a:lnTo>
                    <a:pt x="1228565" y="1509655"/>
                  </a:lnTo>
                  <a:lnTo>
                    <a:pt x="1228554" y="1509668"/>
                  </a:lnTo>
                  <a:lnTo>
                    <a:pt x="1228531" y="1509688"/>
                  </a:lnTo>
                  <a:lnTo>
                    <a:pt x="1228513" y="1509696"/>
                  </a:lnTo>
                  <a:lnTo>
                    <a:pt x="1228490" y="1509720"/>
                  </a:lnTo>
                  <a:lnTo>
                    <a:pt x="1228479" y="1509739"/>
                  </a:lnTo>
                  <a:lnTo>
                    <a:pt x="1228478" y="1509758"/>
                  </a:lnTo>
                  <a:lnTo>
                    <a:pt x="1228482" y="1509771"/>
                  </a:lnTo>
                  <a:lnTo>
                    <a:pt x="1228487" y="1509788"/>
                  </a:lnTo>
                  <a:lnTo>
                    <a:pt x="1228505" y="1509822"/>
                  </a:lnTo>
                  <a:lnTo>
                    <a:pt x="1228511" y="1509838"/>
                  </a:lnTo>
                  <a:lnTo>
                    <a:pt x="1228508" y="1509858"/>
                  </a:lnTo>
                  <a:lnTo>
                    <a:pt x="1228499" y="1509868"/>
                  </a:lnTo>
                  <a:lnTo>
                    <a:pt x="1228469" y="1509888"/>
                  </a:lnTo>
                  <a:lnTo>
                    <a:pt x="1228463" y="1509895"/>
                  </a:lnTo>
                  <a:lnTo>
                    <a:pt x="1228451" y="1509907"/>
                  </a:lnTo>
                  <a:lnTo>
                    <a:pt x="1228443" y="1509927"/>
                  </a:lnTo>
                  <a:lnTo>
                    <a:pt x="1228443" y="1509947"/>
                  </a:lnTo>
                  <a:lnTo>
                    <a:pt x="1228432" y="1509960"/>
                  </a:lnTo>
                  <a:lnTo>
                    <a:pt x="1228413" y="1509972"/>
                  </a:lnTo>
                  <a:lnTo>
                    <a:pt x="1228398" y="1509985"/>
                  </a:lnTo>
                  <a:lnTo>
                    <a:pt x="1228384" y="1510000"/>
                  </a:lnTo>
                  <a:lnTo>
                    <a:pt x="1228379" y="1510034"/>
                  </a:lnTo>
                  <a:lnTo>
                    <a:pt x="1228381" y="1510058"/>
                  </a:lnTo>
                  <a:lnTo>
                    <a:pt x="1228370" y="1510077"/>
                  </a:lnTo>
                  <a:lnTo>
                    <a:pt x="1228360" y="1510084"/>
                  </a:lnTo>
                  <a:lnTo>
                    <a:pt x="1228351" y="1510090"/>
                  </a:lnTo>
                  <a:lnTo>
                    <a:pt x="1228342" y="1510097"/>
                  </a:lnTo>
                  <a:lnTo>
                    <a:pt x="1228328" y="1510096"/>
                  </a:lnTo>
                  <a:lnTo>
                    <a:pt x="1228313" y="1510095"/>
                  </a:lnTo>
                  <a:lnTo>
                    <a:pt x="1228287" y="1510091"/>
                  </a:lnTo>
                  <a:lnTo>
                    <a:pt x="1228266" y="1510093"/>
                  </a:lnTo>
                  <a:lnTo>
                    <a:pt x="1228229" y="1510096"/>
                  </a:lnTo>
                  <a:lnTo>
                    <a:pt x="1228215" y="1510093"/>
                  </a:lnTo>
                  <a:lnTo>
                    <a:pt x="1228199" y="1510077"/>
                  </a:lnTo>
                  <a:lnTo>
                    <a:pt x="1228178" y="1510051"/>
                  </a:lnTo>
                  <a:lnTo>
                    <a:pt x="1228142" y="1510029"/>
                  </a:lnTo>
                  <a:lnTo>
                    <a:pt x="1228120" y="1510022"/>
                  </a:lnTo>
                  <a:lnTo>
                    <a:pt x="1228090" y="1510031"/>
                  </a:lnTo>
                  <a:lnTo>
                    <a:pt x="1228075" y="1510007"/>
                  </a:lnTo>
                  <a:lnTo>
                    <a:pt x="1228036" y="1509972"/>
                  </a:lnTo>
                  <a:lnTo>
                    <a:pt x="1228009" y="1509957"/>
                  </a:lnTo>
                  <a:lnTo>
                    <a:pt x="1227983" y="1509948"/>
                  </a:lnTo>
                  <a:lnTo>
                    <a:pt x="1227951" y="1509938"/>
                  </a:lnTo>
                  <a:lnTo>
                    <a:pt x="1227928" y="1509920"/>
                  </a:lnTo>
                  <a:lnTo>
                    <a:pt x="1227903" y="1509905"/>
                  </a:lnTo>
                  <a:lnTo>
                    <a:pt x="1227894" y="1509891"/>
                  </a:lnTo>
                  <a:lnTo>
                    <a:pt x="1227889" y="1509877"/>
                  </a:lnTo>
                  <a:lnTo>
                    <a:pt x="1227882" y="1509845"/>
                  </a:lnTo>
                  <a:lnTo>
                    <a:pt x="1227873" y="1509837"/>
                  </a:lnTo>
                  <a:lnTo>
                    <a:pt x="1227852" y="1509827"/>
                  </a:lnTo>
                  <a:lnTo>
                    <a:pt x="1227829" y="1509807"/>
                  </a:lnTo>
                  <a:lnTo>
                    <a:pt x="1227809" y="1509788"/>
                  </a:lnTo>
                  <a:lnTo>
                    <a:pt x="1227803" y="1509782"/>
                  </a:lnTo>
                  <a:lnTo>
                    <a:pt x="1227782" y="1509769"/>
                  </a:lnTo>
                  <a:lnTo>
                    <a:pt x="1227761" y="1509764"/>
                  </a:lnTo>
                  <a:lnTo>
                    <a:pt x="1227738" y="1509752"/>
                  </a:lnTo>
                  <a:lnTo>
                    <a:pt x="1227723" y="1509749"/>
                  </a:lnTo>
                  <a:lnTo>
                    <a:pt x="1227708" y="1509755"/>
                  </a:lnTo>
                  <a:lnTo>
                    <a:pt x="1227677" y="1509761"/>
                  </a:lnTo>
                  <a:lnTo>
                    <a:pt x="1227662" y="1509764"/>
                  </a:lnTo>
                  <a:lnTo>
                    <a:pt x="1227653" y="1509759"/>
                  </a:lnTo>
                  <a:lnTo>
                    <a:pt x="1227645" y="1509743"/>
                  </a:lnTo>
                  <a:lnTo>
                    <a:pt x="1227627" y="1509727"/>
                  </a:lnTo>
                  <a:lnTo>
                    <a:pt x="1227587" y="1509708"/>
                  </a:lnTo>
                  <a:lnTo>
                    <a:pt x="1227559" y="1509691"/>
                  </a:lnTo>
                  <a:lnTo>
                    <a:pt x="1227549" y="1509680"/>
                  </a:lnTo>
                  <a:lnTo>
                    <a:pt x="1227521" y="1509651"/>
                  </a:lnTo>
                  <a:lnTo>
                    <a:pt x="1227494" y="1509616"/>
                  </a:lnTo>
                  <a:lnTo>
                    <a:pt x="1227479" y="1509592"/>
                  </a:lnTo>
                  <a:lnTo>
                    <a:pt x="1227472" y="1509577"/>
                  </a:lnTo>
                  <a:lnTo>
                    <a:pt x="1227469" y="1509556"/>
                  </a:lnTo>
                  <a:lnTo>
                    <a:pt x="1227473" y="1509538"/>
                  </a:lnTo>
                  <a:lnTo>
                    <a:pt x="1227461" y="1509539"/>
                  </a:lnTo>
                  <a:lnTo>
                    <a:pt x="1227452" y="1509542"/>
                  </a:lnTo>
                  <a:lnTo>
                    <a:pt x="1227427" y="1509548"/>
                  </a:lnTo>
                  <a:lnTo>
                    <a:pt x="1227415" y="1509551"/>
                  </a:lnTo>
                  <a:lnTo>
                    <a:pt x="1227403" y="1509546"/>
                  </a:lnTo>
                  <a:lnTo>
                    <a:pt x="1227383" y="1509516"/>
                  </a:lnTo>
                  <a:lnTo>
                    <a:pt x="1227376" y="1509490"/>
                  </a:lnTo>
                  <a:lnTo>
                    <a:pt x="1227371" y="1509478"/>
                  </a:lnTo>
                  <a:lnTo>
                    <a:pt x="1227358" y="1509466"/>
                  </a:lnTo>
                  <a:lnTo>
                    <a:pt x="1227340" y="1509455"/>
                  </a:lnTo>
                  <a:lnTo>
                    <a:pt x="1227334" y="1509448"/>
                  </a:lnTo>
                  <a:lnTo>
                    <a:pt x="1227335" y="1509431"/>
                  </a:lnTo>
                  <a:lnTo>
                    <a:pt x="1227341" y="1509407"/>
                  </a:lnTo>
                  <a:lnTo>
                    <a:pt x="1227333" y="1509413"/>
                  </a:lnTo>
                  <a:lnTo>
                    <a:pt x="1227308" y="1509413"/>
                  </a:lnTo>
                  <a:lnTo>
                    <a:pt x="1227295" y="1509413"/>
                  </a:lnTo>
                  <a:lnTo>
                    <a:pt x="1227276" y="1509414"/>
                  </a:lnTo>
                  <a:lnTo>
                    <a:pt x="1227269" y="1509418"/>
                  </a:lnTo>
                  <a:lnTo>
                    <a:pt x="1227247" y="1509433"/>
                  </a:lnTo>
                  <a:lnTo>
                    <a:pt x="1227226" y="1509448"/>
                  </a:lnTo>
                  <a:lnTo>
                    <a:pt x="1227206" y="1509466"/>
                  </a:lnTo>
                  <a:lnTo>
                    <a:pt x="1227183" y="1509485"/>
                  </a:lnTo>
                  <a:lnTo>
                    <a:pt x="1227170" y="1509492"/>
                  </a:lnTo>
                  <a:lnTo>
                    <a:pt x="1227155" y="1509500"/>
                  </a:lnTo>
                  <a:lnTo>
                    <a:pt x="1227126" y="1509500"/>
                  </a:lnTo>
                  <a:lnTo>
                    <a:pt x="1227109" y="1509496"/>
                  </a:lnTo>
                  <a:lnTo>
                    <a:pt x="1227092" y="1509492"/>
                  </a:lnTo>
                  <a:lnTo>
                    <a:pt x="1227076" y="1509489"/>
                  </a:lnTo>
                  <a:lnTo>
                    <a:pt x="1227067" y="1509478"/>
                  </a:lnTo>
                  <a:lnTo>
                    <a:pt x="1227063" y="1509456"/>
                  </a:lnTo>
                  <a:lnTo>
                    <a:pt x="1227062" y="1509437"/>
                  </a:lnTo>
                  <a:lnTo>
                    <a:pt x="1227060" y="1509432"/>
                  </a:lnTo>
                  <a:lnTo>
                    <a:pt x="1227038" y="1509424"/>
                  </a:lnTo>
                  <a:lnTo>
                    <a:pt x="1227024" y="1509425"/>
                  </a:lnTo>
                  <a:lnTo>
                    <a:pt x="1227006" y="1509422"/>
                  </a:lnTo>
                  <a:lnTo>
                    <a:pt x="1226992" y="1509413"/>
                  </a:lnTo>
                  <a:lnTo>
                    <a:pt x="1226984" y="1509400"/>
                  </a:lnTo>
                  <a:lnTo>
                    <a:pt x="1226979" y="1509396"/>
                  </a:lnTo>
                  <a:lnTo>
                    <a:pt x="1226971" y="1509402"/>
                  </a:lnTo>
                  <a:lnTo>
                    <a:pt x="1226965" y="1509413"/>
                  </a:lnTo>
                  <a:lnTo>
                    <a:pt x="1226956" y="1509426"/>
                  </a:lnTo>
                  <a:lnTo>
                    <a:pt x="1226948" y="1509434"/>
                  </a:lnTo>
                  <a:lnTo>
                    <a:pt x="1226936" y="1509444"/>
                  </a:lnTo>
                  <a:lnTo>
                    <a:pt x="1226925" y="1509458"/>
                  </a:lnTo>
                  <a:lnTo>
                    <a:pt x="1226914" y="1509475"/>
                  </a:lnTo>
                  <a:lnTo>
                    <a:pt x="1226906" y="1509485"/>
                  </a:lnTo>
                  <a:lnTo>
                    <a:pt x="1226898" y="1509485"/>
                  </a:lnTo>
                  <a:lnTo>
                    <a:pt x="1226880" y="1509480"/>
                  </a:lnTo>
                  <a:lnTo>
                    <a:pt x="1226869" y="1509474"/>
                  </a:lnTo>
                  <a:lnTo>
                    <a:pt x="1226860" y="1509465"/>
                  </a:lnTo>
                  <a:lnTo>
                    <a:pt x="1226843" y="1509455"/>
                  </a:lnTo>
                  <a:lnTo>
                    <a:pt x="1226827" y="1509454"/>
                  </a:lnTo>
                  <a:lnTo>
                    <a:pt x="1226812" y="1509453"/>
                  </a:lnTo>
                  <a:lnTo>
                    <a:pt x="1226803" y="1509450"/>
                  </a:lnTo>
                  <a:lnTo>
                    <a:pt x="1226793" y="1509444"/>
                  </a:lnTo>
                  <a:lnTo>
                    <a:pt x="1226787" y="1509435"/>
                  </a:lnTo>
                  <a:lnTo>
                    <a:pt x="1226778" y="1509425"/>
                  </a:lnTo>
                  <a:lnTo>
                    <a:pt x="1226768" y="1509419"/>
                  </a:lnTo>
                  <a:lnTo>
                    <a:pt x="1226763" y="1509419"/>
                  </a:lnTo>
                  <a:lnTo>
                    <a:pt x="1226754" y="1509420"/>
                  </a:lnTo>
                  <a:lnTo>
                    <a:pt x="1226744" y="1509423"/>
                  </a:lnTo>
                  <a:lnTo>
                    <a:pt x="1226739" y="1509427"/>
                  </a:lnTo>
                  <a:lnTo>
                    <a:pt x="1226726" y="1509434"/>
                  </a:lnTo>
                  <a:lnTo>
                    <a:pt x="1226715" y="1509446"/>
                  </a:lnTo>
                  <a:lnTo>
                    <a:pt x="1226708" y="1509461"/>
                  </a:lnTo>
                  <a:lnTo>
                    <a:pt x="1226706" y="1509475"/>
                  </a:lnTo>
                  <a:lnTo>
                    <a:pt x="1226697" y="1509495"/>
                  </a:lnTo>
                  <a:lnTo>
                    <a:pt x="1226686" y="1509506"/>
                  </a:lnTo>
                  <a:lnTo>
                    <a:pt x="1226676" y="1509513"/>
                  </a:lnTo>
                  <a:lnTo>
                    <a:pt x="1226647" y="1509533"/>
                  </a:lnTo>
                  <a:lnTo>
                    <a:pt x="1226634" y="1509538"/>
                  </a:lnTo>
                  <a:lnTo>
                    <a:pt x="1226621" y="1509539"/>
                  </a:lnTo>
                  <a:lnTo>
                    <a:pt x="1226607" y="1509537"/>
                  </a:lnTo>
                  <a:lnTo>
                    <a:pt x="1226578" y="1509522"/>
                  </a:lnTo>
                  <a:lnTo>
                    <a:pt x="1226551" y="1509499"/>
                  </a:lnTo>
                  <a:lnTo>
                    <a:pt x="1226528" y="1509484"/>
                  </a:lnTo>
                  <a:lnTo>
                    <a:pt x="1226490" y="1509459"/>
                  </a:lnTo>
                  <a:lnTo>
                    <a:pt x="1226480" y="1509454"/>
                  </a:lnTo>
                  <a:lnTo>
                    <a:pt x="1226460" y="1509449"/>
                  </a:lnTo>
                  <a:lnTo>
                    <a:pt x="1226431" y="1509446"/>
                  </a:lnTo>
                  <a:lnTo>
                    <a:pt x="1226412" y="1509436"/>
                  </a:lnTo>
                  <a:lnTo>
                    <a:pt x="1226390" y="1509420"/>
                  </a:lnTo>
                  <a:lnTo>
                    <a:pt x="1226373" y="1509406"/>
                  </a:lnTo>
                  <a:lnTo>
                    <a:pt x="1226367" y="1509403"/>
                  </a:lnTo>
                  <a:lnTo>
                    <a:pt x="1226341" y="1509371"/>
                  </a:lnTo>
                  <a:lnTo>
                    <a:pt x="1226302" y="1509328"/>
                  </a:lnTo>
                  <a:lnTo>
                    <a:pt x="1226285" y="1509315"/>
                  </a:lnTo>
                  <a:lnTo>
                    <a:pt x="1226258" y="1509291"/>
                  </a:lnTo>
                  <a:lnTo>
                    <a:pt x="1226246" y="1509282"/>
                  </a:lnTo>
                  <a:lnTo>
                    <a:pt x="1226236" y="1509274"/>
                  </a:lnTo>
                  <a:lnTo>
                    <a:pt x="1226215" y="1509257"/>
                  </a:lnTo>
                  <a:lnTo>
                    <a:pt x="1226196" y="1509245"/>
                  </a:lnTo>
                  <a:lnTo>
                    <a:pt x="1226185" y="1509238"/>
                  </a:lnTo>
                  <a:lnTo>
                    <a:pt x="1226181" y="1509251"/>
                  </a:lnTo>
                  <a:lnTo>
                    <a:pt x="1226179" y="1509259"/>
                  </a:lnTo>
                  <a:lnTo>
                    <a:pt x="1226171" y="1509302"/>
                  </a:lnTo>
                  <a:lnTo>
                    <a:pt x="1226163" y="1509321"/>
                  </a:lnTo>
                  <a:lnTo>
                    <a:pt x="1226159" y="1509326"/>
                  </a:lnTo>
                  <a:lnTo>
                    <a:pt x="1226154" y="1509332"/>
                  </a:lnTo>
                  <a:lnTo>
                    <a:pt x="1226145" y="1509337"/>
                  </a:lnTo>
                  <a:lnTo>
                    <a:pt x="1226128" y="1509343"/>
                  </a:lnTo>
                  <a:lnTo>
                    <a:pt x="1226111" y="1509348"/>
                  </a:lnTo>
                  <a:lnTo>
                    <a:pt x="1226068" y="1509368"/>
                  </a:lnTo>
                  <a:lnTo>
                    <a:pt x="1226024" y="1509394"/>
                  </a:lnTo>
                  <a:lnTo>
                    <a:pt x="1226008" y="1509408"/>
                  </a:lnTo>
                  <a:lnTo>
                    <a:pt x="1225997" y="1509418"/>
                  </a:lnTo>
                  <a:lnTo>
                    <a:pt x="1225982" y="1509436"/>
                  </a:lnTo>
                  <a:lnTo>
                    <a:pt x="1225970" y="1509446"/>
                  </a:lnTo>
                  <a:lnTo>
                    <a:pt x="1225957" y="1509437"/>
                  </a:lnTo>
                  <a:lnTo>
                    <a:pt x="1225942" y="1509424"/>
                  </a:lnTo>
                  <a:lnTo>
                    <a:pt x="1225907" y="1509398"/>
                  </a:lnTo>
                  <a:lnTo>
                    <a:pt x="1225883" y="1509377"/>
                  </a:lnTo>
                  <a:lnTo>
                    <a:pt x="1225868" y="1509368"/>
                  </a:lnTo>
                  <a:lnTo>
                    <a:pt x="1225848" y="1509366"/>
                  </a:lnTo>
                  <a:lnTo>
                    <a:pt x="1225807" y="1509364"/>
                  </a:lnTo>
                  <a:lnTo>
                    <a:pt x="1225778" y="1509356"/>
                  </a:lnTo>
                  <a:lnTo>
                    <a:pt x="1225753" y="1509345"/>
                  </a:lnTo>
                  <a:lnTo>
                    <a:pt x="1225689" y="1509333"/>
                  </a:lnTo>
                  <a:lnTo>
                    <a:pt x="1225658" y="1509329"/>
                  </a:lnTo>
                  <a:lnTo>
                    <a:pt x="1225641" y="1509321"/>
                  </a:lnTo>
                  <a:lnTo>
                    <a:pt x="1225612" y="1509303"/>
                  </a:lnTo>
                  <a:lnTo>
                    <a:pt x="1225567" y="1509271"/>
                  </a:lnTo>
                  <a:lnTo>
                    <a:pt x="1225511" y="1509235"/>
                  </a:lnTo>
                  <a:lnTo>
                    <a:pt x="1225482" y="1509226"/>
                  </a:lnTo>
                  <a:lnTo>
                    <a:pt x="1225451" y="1509226"/>
                  </a:lnTo>
                  <a:lnTo>
                    <a:pt x="1225436" y="1509227"/>
                  </a:lnTo>
                  <a:lnTo>
                    <a:pt x="1225423" y="1509231"/>
                  </a:lnTo>
                  <a:lnTo>
                    <a:pt x="1225397" y="1509235"/>
                  </a:lnTo>
                  <a:lnTo>
                    <a:pt x="1225360" y="1509229"/>
                  </a:lnTo>
                  <a:lnTo>
                    <a:pt x="1225343" y="1509219"/>
                  </a:lnTo>
                  <a:lnTo>
                    <a:pt x="1225324" y="1509195"/>
                  </a:lnTo>
                  <a:lnTo>
                    <a:pt x="1225295" y="1509166"/>
                  </a:lnTo>
                  <a:lnTo>
                    <a:pt x="1225277" y="1509156"/>
                  </a:lnTo>
                  <a:lnTo>
                    <a:pt x="1225246" y="1509143"/>
                  </a:lnTo>
                  <a:lnTo>
                    <a:pt x="1225236" y="1509137"/>
                  </a:lnTo>
                  <a:lnTo>
                    <a:pt x="1225215" y="1509123"/>
                  </a:lnTo>
                  <a:lnTo>
                    <a:pt x="1225192" y="1509111"/>
                  </a:lnTo>
                  <a:lnTo>
                    <a:pt x="1225170" y="1509106"/>
                  </a:lnTo>
                  <a:lnTo>
                    <a:pt x="1225145" y="1509102"/>
                  </a:lnTo>
                  <a:lnTo>
                    <a:pt x="1225114" y="1509097"/>
                  </a:lnTo>
                  <a:lnTo>
                    <a:pt x="1225088" y="1509091"/>
                  </a:lnTo>
                  <a:lnTo>
                    <a:pt x="1225078" y="1509089"/>
                  </a:lnTo>
                  <a:lnTo>
                    <a:pt x="1225066" y="1509082"/>
                  </a:lnTo>
                  <a:lnTo>
                    <a:pt x="1225058" y="1509090"/>
                  </a:lnTo>
                  <a:lnTo>
                    <a:pt x="1225053" y="1509094"/>
                  </a:lnTo>
                  <a:lnTo>
                    <a:pt x="1225014" y="1509118"/>
                  </a:lnTo>
                  <a:lnTo>
                    <a:pt x="1224984" y="1509134"/>
                  </a:lnTo>
                  <a:lnTo>
                    <a:pt x="1224952" y="1509150"/>
                  </a:lnTo>
                  <a:lnTo>
                    <a:pt x="1224937" y="1509161"/>
                  </a:lnTo>
                  <a:lnTo>
                    <a:pt x="1224923" y="1509172"/>
                  </a:lnTo>
                  <a:lnTo>
                    <a:pt x="1224888" y="1509179"/>
                  </a:lnTo>
                  <a:lnTo>
                    <a:pt x="1224870" y="1509186"/>
                  </a:lnTo>
                  <a:lnTo>
                    <a:pt x="1224853" y="1509196"/>
                  </a:lnTo>
                  <a:lnTo>
                    <a:pt x="1224845" y="1509204"/>
                  </a:lnTo>
                  <a:lnTo>
                    <a:pt x="1224839" y="1509211"/>
                  </a:lnTo>
                  <a:lnTo>
                    <a:pt x="1224829" y="1509217"/>
                  </a:lnTo>
                  <a:lnTo>
                    <a:pt x="1224820" y="1509222"/>
                  </a:lnTo>
                  <a:lnTo>
                    <a:pt x="1224799" y="1509228"/>
                  </a:lnTo>
                  <a:lnTo>
                    <a:pt x="1224775" y="1509228"/>
                  </a:lnTo>
                  <a:lnTo>
                    <a:pt x="1224759" y="1509228"/>
                  </a:lnTo>
                  <a:lnTo>
                    <a:pt x="1224726" y="1509216"/>
                  </a:lnTo>
                  <a:lnTo>
                    <a:pt x="1224704" y="1509212"/>
                  </a:lnTo>
                  <a:lnTo>
                    <a:pt x="1224654" y="1509204"/>
                  </a:lnTo>
                  <a:lnTo>
                    <a:pt x="1224628" y="1509190"/>
                  </a:lnTo>
                  <a:lnTo>
                    <a:pt x="1224603" y="1509205"/>
                  </a:lnTo>
                  <a:lnTo>
                    <a:pt x="1224584" y="1509214"/>
                  </a:lnTo>
                  <a:lnTo>
                    <a:pt x="1224562" y="1509227"/>
                  </a:lnTo>
                  <a:lnTo>
                    <a:pt x="1224547" y="1509244"/>
                  </a:lnTo>
                  <a:lnTo>
                    <a:pt x="1224531" y="1509259"/>
                  </a:lnTo>
                  <a:lnTo>
                    <a:pt x="1224515" y="1509279"/>
                  </a:lnTo>
                  <a:lnTo>
                    <a:pt x="1224493" y="1509294"/>
                  </a:lnTo>
                  <a:lnTo>
                    <a:pt x="1224477" y="1509295"/>
                  </a:lnTo>
                  <a:lnTo>
                    <a:pt x="1224465" y="1509296"/>
                  </a:lnTo>
                  <a:lnTo>
                    <a:pt x="1224460" y="1509303"/>
                  </a:lnTo>
                  <a:lnTo>
                    <a:pt x="1224447" y="1509320"/>
                  </a:lnTo>
                  <a:lnTo>
                    <a:pt x="1224438" y="1509328"/>
                  </a:lnTo>
                  <a:lnTo>
                    <a:pt x="1224434" y="1509341"/>
                  </a:lnTo>
                  <a:lnTo>
                    <a:pt x="1224423" y="1509373"/>
                  </a:lnTo>
                  <a:lnTo>
                    <a:pt x="1224419" y="1509385"/>
                  </a:lnTo>
                  <a:lnTo>
                    <a:pt x="1224409" y="1509394"/>
                  </a:lnTo>
                  <a:lnTo>
                    <a:pt x="1224386" y="1509393"/>
                  </a:lnTo>
                  <a:lnTo>
                    <a:pt x="1224362" y="1509392"/>
                  </a:lnTo>
                  <a:lnTo>
                    <a:pt x="1224342" y="1509389"/>
                  </a:lnTo>
                  <a:lnTo>
                    <a:pt x="1224320" y="1509390"/>
                  </a:lnTo>
                  <a:lnTo>
                    <a:pt x="1224303" y="1509386"/>
                  </a:lnTo>
                  <a:lnTo>
                    <a:pt x="1224279" y="1509375"/>
                  </a:lnTo>
                  <a:lnTo>
                    <a:pt x="1224244" y="1509370"/>
                  </a:lnTo>
                  <a:lnTo>
                    <a:pt x="1224226" y="1509370"/>
                  </a:lnTo>
                  <a:lnTo>
                    <a:pt x="1224174" y="1509377"/>
                  </a:lnTo>
                  <a:lnTo>
                    <a:pt x="1224153" y="1509376"/>
                  </a:lnTo>
                  <a:lnTo>
                    <a:pt x="1224118" y="1509370"/>
                  </a:lnTo>
                  <a:lnTo>
                    <a:pt x="1224096" y="1509362"/>
                  </a:lnTo>
                  <a:lnTo>
                    <a:pt x="1224056" y="1509348"/>
                  </a:lnTo>
                  <a:lnTo>
                    <a:pt x="1224030" y="1509344"/>
                  </a:lnTo>
                  <a:lnTo>
                    <a:pt x="1224011" y="1509340"/>
                  </a:lnTo>
                  <a:lnTo>
                    <a:pt x="1223995" y="1509338"/>
                  </a:lnTo>
                  <a:lnTo>
                    <a:pt x="1223975" y="1509334"/>
                  </a:lnTo>
                  <a:lnTo>
                    <a:pt x="1223956" y="1509326"/>
                  </a:lnTo>
                  <a:lnTo>
                    <a:pt x="1223938" y="1509319"/>
                  </a:lnTo>
                  <a:lnTo>
                    <a:pt x="1223926" y="1509314"/>
                  </a:lnTo>
                  <a:lnTo>
                    <a:pt x="1223921" y="1509327"/>
                  </a:lnTo>
                  <a:lnTo>
                    <a:pt x="1223918" y="1509334"/>
                  </a:lnTo>
                  <a:lnTo>
                    <a:pt x="1223904" y="1509362"/>
                  </a:lnTo>
                  <a:lnTo>
                    <a:pt x="1223898" y="1509391"/>
                  </a:lnTo>
                  <a:lnTo>
                    <a:pt x="1223891" y="1509417"/>
                  </a:lnTo>
                  <a:lnTo>
                    <a:pt x="1223899" y="1509455"/>
                  </a:lnTo>
                  <a:lnTo>
                    <a:pt x="1223894" y="1509489"/>
                  </a:lnTo>
                  <a:lnTo>
                    <a:pt x="1223883" y="1509515"/>
                  </a:lnTo>
                  <a:lnTo>
                    <a:pt x="1223861" y="1509528"/>
                  </a:lnTo>
                  <a:lnTo>
                    <a:pt x="1223842" y="1509551"/>
                  </a:lnTo>
                  <a:lnTo>
                    <a:pt x="1223829" y="1509564"/>
                  </a:lnTo>
                  <a:lnTo>
                    <a:pt x="1223805" y="1509556"/>
                  </a:lnTo>
                  <a:lnTo>
                    <a:pt x="1223787" y="1509550"/>
                  </a:lnTo>
                  <a:lnTo>
                    <a:pt x="1223775" y="1509551"/>
                  </a:lnTo>
                  <a:lnTo>
                    <a:pt x="1223758" y="1509555"/>
                  </a:lnTo>
                  <a:lnTo>
                    <a:pt x="1223747" y="1509557"/>
                  </a:lnTo>
                  <a:lnTo>
                    <a:pt x="1223738" y="1509559"/>
                  </a:lnTo>
                  <a:lnTo>
                    <a:pt x="1223728" y="1509562"/>
                  </a:lnTo>
                  <a:lnTo>
                    <a:pt x="1223722" y="1509568"/>
                  </a:lnTo>
                  <a:lnTo>
                    <a:pt x="1223715" y="1509576"/>
                  </a:lnTo>
                  <a:lnTo>
                    <a:pt x="1223712" y="1509582"/>
                  </a:lnTo>
                  <a:lnTo>
                    <a:pt x="1223708" y="1509591"/>
                  </a:lnTo>
                  <a:lnTo>
                    <a:pt x="1223706" y="1509597"/>
                  </a:lnTo>
                  <a:lnTo>
                    <a:pt x="1223704" y="1509603"/>
                  </a:lnTo>
                  <a:lnTo>
                    <a:pt x="1223703" y="1509610"/>
                  </a:lnTo>
                  <a:lnTo>
                    <a:pt x="1223702" y="1509624"/>
                  </a:lnTo>
                  <a:lnTo>
                    <a:pt x="1223708" y="1509651"/>
                  </a:lnTo>
                  <a:lnTo>
                    <a:pt x="1223719" y="1509682"/>
                  </a:lnTo>
                  <a:lnTo>
                    <a:pt x="1223728" y="1509706"/>
                  </a:lnTo>
                  <a:lnTo>
                    <a:pt x="1223735" y="1509723"/>
                  </a:lnTo>
                  <a:lnTo>
                    <a:pt x="1223738" y="1509733"/>
                  </a:lnTo>
                  <a:lnTo>
                    <a:pt x="1223738" y="1509741"/>
                  </a:lnTo>
                  <a:lnTo>
                    <a:pt x="1223736" y="1509748"/>
                  </a:lnTo>
                  <a:lnTo>
                    <a:pt x="1223731" y="1509760"/>
                  </a:lnTo>
                  <a:lnTo>
                    <a:pt x="1223719" y="1509782"/>
                  </a:lnTo>
                  <a:lnTo>
                    <a:pt x="1223712" y="1509802"/>
                  </a:lnTo>
                  <a:lnTo>
                    <a:pt x="1223708" y="1509826"/>
                  </a:lnTo>
                  <a:lnTo>
                    <a:pt x="1223710" y="1509846"/>
                  </a:lnTo>
                  <a:lnTo>
                    <a:pt x="1223713" y="1509860"/>
                  </a:lnTo>
                  <a:lnTo>
                    <a:pt x="1223721" y="1509886"/>
                  </a:lnTo>
                  <a:lnTo>
                    <a:pt x="1223725" y="1509898"/>
                  </a:lnTo>
                  <a:lnTo>
                    <a:pt x="1223729" y="1509913"/>
                  </a:lnTo>
                  <a:lnTo>
                    <a:pt x="1223726" y="1509925"/>
                  </a:lnTo>
                  <a:lnTo>
                    <a:pt x="1223724" y="1509935"/>
                  </a:lnTo>
                  <a:lnTo>
                    <a:pt x="1223708" y="1509963"/>
                  </a:lnTo>
                  <a:lnTo>
                    <a:pt x="1223693" y="1509979"/>
                  </a:lnTo>
                  <a:lnTo>
                    <a:pt x="1223678" y="1510006"/>
                  </a:lnTo>
                  <a:lnTo>
                    <a:pt x="1223658" y="1510042"/>
                  </a:lnTo>
                  <a:lnTo>
                    <a:pt x="1223639" y="1510065"/>
                  </a:lnTo>
                  <a:lnTo>
                    <a:pt x="1223620" y="1510094"/>
                  </a:lnTo>
                  <a:lnTo>
                    <a:pt x="1223608" y="1510128"/>
                  </a:lnTo>
                  <a:lnTo>
                    <a:pt x="1223604" y="1510161"/>
                  </a:lnTo>
                  <a:lnTo>
                    <a:pt x="1223602" y="1510192"/>
                  </a:lnTo>
                  <a:lnTo>
                    <a:pt x="1223603" y="1510228"/>
                  </a:lnTo>
                  <a:lnTo>
                    <a:pt x="1223605" y="1510243"/>
                  </a:lnTo>
                  <a:lnTo>
                    <a:pt x="1223603" y="1510250"/>
                  </a:lnTo>
                  <a:lnTo>
                    <a:pt x="1223597" y="1510255"/>
                  </a:lnTo>
                  <a:lnTo>
                    <a:pt x="1223580" y="1510259"/>
                  </a:lnTo>
                  <a:lnTo>
                    <a:pt x="1223557" y="1510262"/>
                  </a:lnTo>
                  <a:lnTo>
                    <a:pt x="1223547" y="1510261"/>
                  </a:lnTo>
                  <a:lnTo>
                    <a:pt x="1223537" y="1510260"/>
                  </a:lnTo>
                  <a:lnTo>
                    <a:pt x="1223526" y="1510259"/>
                  </a:lnTo>
                  <a:lnTo>
                    <a:pt x="1223510" y="1510263"/>
                  </a:lnTo>
                  <a:lnTo>
                    <a:pt x="1223496" y="1510277"/>
                  </a:lnTo>
                  <a:lnTo>
                    <a:pt x="1223489" y="1510290"/>
                  </a:lnTo>
                  <a:lnTo>
                    <a:pt x="1223483" y="1510321"/>
                  </a:lnTo>
                  <a:lnTo>
                    <a:pt x="1223483" y="1510341"/>
                  </a:lnTo>
                  <a:lnTo>
                    <a:pt x="1223480" y="1510372"/>
                  </a:lnTo>
                  <a:lnTo>
                    <a:pt x="1223475" y="1510392"/>
                  </a:lnTo>
                  <a:lnTo>
                    <a:pt x="1223469" y="1510405"/>
                  </a:lnTo>
                  <a:lnTo>
                    <a:pt x="1223448" y="1510419"/>
                  </a:lnTo>
                  <a:lnTo>
                    <a:pt x="1223433" y="1510427"/>
                  </a:lnTo>
                  <a:lnTo>
                    <a:pt x="1223408" y="1510440"/>
                  </a:lnTo>
                  <a:lnTo>
                    <a:pt x="1223394" y="1510447"/>
                  </a:lnTo>
                  <a:lnTo>
                    <a:pt x="1223381" y="1510453"/>
                  </a:lnTo>
                  <a:lnTo>
                    <a:pt x="1223361" y="1510466"/>
                  </a:lnTo>
                  <a:lnTo>
                    <a:pt x="1223348" y="1510474"/>
                  </a:lnTo>
                  <a:lnTo>
                    <a:pt x="1223337" y="1510486"/>
                  </a:lnTo>
                  <a:lnTo>
                    <a:pt x="1223329" y="1510497"/>
                  </a:lnTo>
                  <a:lnTo>
                    <a:pt x="1223323" y="1510517"/>
                  </a:lnTo>
                  <a:lnTo>
                    <a:pt x="1223323" y="1510527"/>
                  </a:lnTo>
                  <a:lnTo>
                    <a:pt x="1223327" y="1510548"/>
                  </a:lnTo>
                  <a:lnTo>
                    <a:pt x="1223341" y="1510576"/>
                  </a:lnTo>
                  <a:lnTo>
                    <a:pt x="1223350" y="1510584"/>
                  </a:lnTo>
                  <a:lnTo>
                    <a:pt x="1223363" y="1510593"/>
                  </a:lnTo>
                  <a:lnTo>
                    <a:pt x="1223385" y="1510614"/>
                  </a:lnTo>
                  <a:lnTo>
                    <a:pt x="1223396" y="1510627"/>
                  </a:lnTo>
                  <a:lnTo>
                    <a:pt x="1223398" y="1510634"/>
                  </a:lnTo>
                  <a:lnTo>
                    <a:pt x="1223388" y="1510641"/>
                  </a:lnTo>
                  <a:lnTo>
                    <a:pt x="1223366" y="1510647"/>
                  </a:lnTo>
                  <a:lnTo>
                    <a:pt x="1223356" y="1510654"/>
                  </a:lnTo>
                  <a:lnTo>
                    <a:pt x="1223345" y="1510664"/>
                  </a:lnTo>
                  <a:lnTo>
                    <a:pt x="1223339" y="1510670"/>
                  </a:lnTo>
                  <a:lnTo>
                    <a:pt x="1223333" y="1510676"/>
                  </a:lnTo>
                  <a:lnTo>
                    <a:pt x="1223319" y="1510694"/>
                  </a:lnTo>
                  <a:lnTo>
                    <a:pt x="1223305" y="1510709"/>
                  </a:lnTo>
                  <a:lnTo>
                    <a:pt x="1223298" y="1510716"/>
                  </a:lnTo>
                  <a:lnTo>
                    <a:pt x="1223288" y="1510726"/>
                  </a:lnTo>
                  <a:lnTo>
                    <a:pt x="1223274" y="1510739"/>
                  </a:lnTo>
                  <a:lnTo>
                    <a:pt x="1223265" y="1510734"/>
                  </a:lnTo>
                  <a:lnTo>
                    <a:pt x="1223251" y="1510724"/>
                  </a:lnTo>
                  <a:lnTo>
                    <a:pt x="1223235" y="1510712"/>
                  </a:lnTo>
                  <a:lnTo>
                    <a:pt x="1223219" y="1510699"/>
                  </a:lnTo>
                  <a:lnTo>
                    <a:pt x="1223203" y="1510687"/>
                  </a:lnTo>
                  <a:lnTo>
                    <a:pt x="1223187" y="1510676"/>
                  </a:lnTo>
                  <a:lnTo>
                    <a:pt x="1223178" y="1510669"/>
                  </a:lnTo>
                  <a:lnTo>
                    <a:pt x="1223172" y="1510666"/>
                  </a:lnTo>
                  <a:lnTo>
                    <a:pt x="1223156" y="1510657"/>
                  </a:lnTo>
                  <a:lnTo>
                    <a:pt x="1223147" y="1510650"/>
                  </a:lnTo>
                  <a:lnTo>
                    <a:pt x="1223140" y="1510648"/>
                  </a:lnTo>
                  <a:lnTo>
                    <a:pt x="1223124" y="1510639"/>
                  </a:lnTo>
                  <a:lnTo>
                    <a:pt x="1223108" y="1510632"/>
                  </a:lnTo>
                  <a:lnTo>
                    <a:pt x="1223092" y="1510624"/>
                  </a:lnTo>
                  <a:lnTo>
                    <a:pt x="1223076" y="1510620"/>
                  </a:lnTo>
                  <a:lnTo>
                    <a:pt x="1223062" y="1510615"/>
                  </a:lnTo>
                  <a:lnTo>
                    <a:pt x="1223045" y="1510611"/>
                  </a:lnTo>
                  <a:lnTo>
                    <a:pt x="1223029" y="1510607"/>
                  </a:lnTo>
                  <a:lnTo>
                    <a:pt x="1223017" y="1510603"/>
                  </a:lnTo>
                  <a:lnTo>
                    <a:pt x="1223013" y="1510600"/>
                  </a:lnTo>
                  <a:lnTo>
                    <a:pt x="1223005" y="1510592"/>
                  </a:lnTo>
                  <a:lnTo>
                    <a:pt x="1223002" y="1510586"/>
                  </a:lnTo>
                  <a:lnTo>
                    <a:pt x="1222991" y="1510568"/>
                  </a:lnTo>
                  <a:lnTo>
                    <a:pt x="1222983" y="1510552"/>
                  </a:lnTo>
                  <a:lnTo>
                    <a:pt x="1222973" y="1510535"/>
                  </a:lnTo>
                  <a:lnTo>
                    <a:pt x="1222967" y="1510526"/>
                  </a:lnTo>
                  <a:lnTo>
                    <a:pt x="1222941" y="1510499"/>
                  </a:lnTo>
                  <a:lnTo>
                    <a:pt x="1222906" y="1510486"/>
                  </a:lnTo>
                  <a:lnTo>
                    <a:pt x="1222879" y="1510469"/>
                  </a:lnTo>
                  <a:lnTo>
                    <a:pt x="1222867" y="1510465"/>
                  </a:lnTo>
                  <a:lnTo>
                    <a:pt x="1222863" y="1510462"/>
                  </a:lnTo>
                  <a:lnTo>
                    <a:pt x="1222847" y="1510455"/>
                  </a:lnTo>
                  <a:lnTo>
                    <a:pt x="1222842" y="1510452"/>
                  </a:lnTo>
                  <a:lnTo>
                    <a:pt x="1222837" y="1510447"/>
                  </a:lnTo>
                  <a:lnTo>
                    <a:pt x="1222836" y="1510441"/>
                  </a:lnTo>
                  <a:lnTo>
                    <a:pt x="1222835" y="1510424"/>
                  </a:lnTo>
                  <a:lnTo>
                    <a:pt x="1222836" y="1510408"/>
                  </a:lnTo>
                  <a:lnTo>
                    <a:pt x="1222833" y="1510391"/>
                  </a:lnTo>
                  <a:lnTo>
                    <a:pt x="1222831" y="1510380"/>
                  </a:lnTo>
                  <a:lnTo>
                    <a:pt x="1222828" y="1510375"/>
                  </a:lnTo>
                  <a:lnTo>
                    <a:pt x="1222820" y="1510358"/>
                  </a:lnTo>
                  <a:lnTo>
                    <a:pt x="1222811" y="1510342"/>
                  </a:lnTo>
                  <a:lnTo>
                    <a:pt x="1222806" y="1510336"/>
                  </a:lnTo>
                  <a:lnTo>
                    <a:pt x="1222801" y="1510326"/>
                  </a:lnTo>
                  <a:lnTo>
                    <a:pt x="1222796" y="1510322"/>
                  </a:lnTo>
                  <a:lnTo>
                    <a:pt x="1222791" y="1510310"/>
                  </a:lnTo>
                  <a:lnTo>
                    <a:pt x="1222787" y="1510299"/>
                  </a:lnTo>
                  <a:lnTo>
                    <a:pt x="1222754" y="1510269"/>
                  </a:lnTo>
                  <a:lnTo>
                    <a:pt x="1222742" y="1510263"/>
                  </a:lnTo>
                  <a:lnTo>
                    <a:pt x="1222738" y="1510260"/>
                  </a:lnTo>
                  <a:lnTo>
                    <a:pt x="1222730" y="1510257"/>
                  </a:lnTo>
                  <a:lnTo>
                    <a:pt x="1222722" y="1510251"/>
                  </a:lnTo>
                  <a:lnTo>
                    <a:pt x="1222716" y="1510248"/>
                  </a:lnTo>
                  <a:lnTo>
                    <a:pt x="1222706" y="1510239"/>
                  </a:lnTo>
                  <a:lnTo>
                    <a:pt x="1222698" y="1510233"/>
                  </a:lnTo>
                  <a:lnTo>
                    <a:pt x="1222692" y="1510225"/>
                  </a:lnTo>
                  <a:lnTo>
                    <a:pt x="1222687" y="1510216"/>
                  </a:lnTo>
                  <a:lnTo>
                    <a:pt x="1222687" y="1510208"/>
                  </a:lnTo>
                  <a:lnTo>
                    <a:pt x="1222700" y="1510200"/>
                  </a:lnTo>
                  <a:lnTo>
                    <a:pt x="1222718" y="1510194"/>
                  </a:lnTo>
                  <a:lnTo>
                    <a:pt x="1222729" y="1510182"/>
                  </a:lnTo>
                  <a:lnTo>
                    <a:pt x="1222729" y="1510173"/>
                  </a:lnTo>
                  <a:lnTo>
                    <a:pt x="1222721" y="1510164"/>
                  </a:lnTo>
                  <a:lnTo>
                    <a:pt x="1222709" y="1510153"/>
                  </a:lnTo>
                  <a:lnTo>
                    <a:pt x="1222705" y="1510148"/>
                  </a:lnTo>
                  <a:lnTo>
                    <a:pt x="1222692" y="1510134"/>
                  </a:lnTo>
                  <a:lnTo>
                    <a:pt x="1222681" y="1510123"/>
                  </a:lnTo>
                  <a:lnTo>
                    <a:pt x="1222676" y="1510120"/>
                  </a:lnTo>
                  <a:lnTo>
                    <a:pt x="1222660" y="1510108"/>
                  </a:lnTo>
                  <a:lnTo>
                    <a:pt x="1222644" y="1510097"/>
                  </a:lnTo>
                  <a:lnTo>
                    <a:pt x="1222628" y="1510084"/>
                  </a:lnTo>
                  <a:lnTo>
                    <a:pt x="1222621" y="1510074"/>
                  </a:lnTo>
                  <a:lnTo>
                    <a:pt x="1222619" y="1510068"/>
                  </a:lnTo>
                  <a:lnTo>
                    <a:pt x="1222613" y="1510051"/>
                  </a:lnTo>
                  <a:lnTo>
                    <a:pt x="1222611" y="1510035"/>
                  </a:lnTo>
                  <a:lnTo>
                    <a:pt x="1222607" y="1510018"/>
                  </a:lnTo>
                  <a:lnTo>
                    <a:pt x="1222605" y="1510001"/>
                  </a:lnTo>
                  <a:lnTo>
                    <a:pt x="1222604" y="1509985"/>
                  </a:lnTo>
                  <a:lnTo>
                    <a:pt x="1222603" y="1509966"/>
                  </a:lnTo>
                  <a:lnTo>
                    <a:pt x="1222603" y="1509951"/>
                  </a:lnTo>
                  <a:lnTo>
                    <a:pt x="1222604" y="1509935"/>
                  </a:lnTo>
                  <a:lnTo>
                    <a:pt x="1222602" y="1509916"/>
                  </a:lnTo>
                  <a:lnTo>
                    <a:pt x="1222595" y="1509912"/>
                  </a:lnTo>
                  <a:lnTo>
                    <a:pt x="1222589" y="1509909"/>
                  </a:lnTo>
                  <a:lnTo>
                    <a:pt x="1222574" y="1509899"/>
                  </a:lnTo>
                  <a:lnTo>
                    <a:pt x="1222561" y="1509885"/>
                  </a:lnTo>
                  <a:lnTo>
                    <a:pt x="1222549" y="1509867"/>
                  </a:lnTo>
                  <a:lnTo>
                    <a:pt x="1222541" y="1509853"/>
                  </a:lnTo>
                  <a:lnTo>
                    <a:pt x="1222537" y="1509840"/>
                  </a:lnTo>
                  <a:lnTo>
                    <a:pt x="1222537" y="1509834"/>
                  </a:lnTo>
                  <a:lnTo>
                    <a:pt x="1222535" y="1509826"/>
                  </a:lnTo>
                  <a:lnTo>
                    <a:pt x="1222535" y="1509817"/>
                  </a:lnTo>
                  <a:lnTo>
                    <a:pt x="1222535" y="1509801"/>
                  </a:lnTo>
                  <a:lnTo>
                    <a:pt x="1222542" y="1509784"/>
                  </a:lnTo>
                  <a:lnTo>
                    <a:pt x="1222548" y="1509772"/>
                  </a:lnTo>
                  <a:lnTo>
                    <a:pt x="1222549" y="1509767"/>
                  </a:lnTo>
                  <a:lnTo>
                    <a:pt x="1222555" y="1509758"/>
                  </a:lnTo>
                  <a:lnTo>
                    <a:pt x="1222559" y="1509750"/>
                  </a:lnTo>
                  <a:lnTo>
                    <a:pt x="1222567" y="1509733"/>
                  </a:lnTo>
                  <a:lnTo>
                    <a:pt x="1222570" y="1509719"/>
                  </a:lnTo>
                  <a:lnTo>
                    <a:pt x="1222572" y="1509705"/>
                  </a:lnTo>
                  <a:lnTo>
                    <a:pt x="1222573" y="1509693"/>
                  </a:lnTo>
                  <a:lnTo>
                    <a:pt x="1222569" y="1509647"/>
                  </a:lnTo>
                  <a:lnTo>
                    <a:pt x="1222565" y="1509597"/>
                  </a:lnTo>
                  <a:lnTo>
                    <a:pt x="1222562" y="1509556"/>
                  </a:lnTo>
                  <a:lnTo>
                    <a:pt x="1222563" y="1509520"/>
                  </a:lnTo>
                  <a:lnTo>
                    <a:pt x="1222564" y="1509511"/>
                  </a:lnTo>
                  <a:lnTo>
                    <a:pt x="1222568" y="1509495"/>
                  </a:lnTo>
                  <a:lnTo>
                    <a:pt x="1222573" y="1509486"/>
                  </a:lnTo>
                  <a:lnTo>
                    <a:pt x="1222586" y="1509473"/>
                  </a:lnTo>
                  <a:lnTo>
                    <a:pt x="1222606" y="1509457"/>
                  </a:lnTo>
                  <a:lnTo>
                    <a:pt x="1222617" y="1509446"/>
                  </a:lnTo>
                  <a:lnTo>
                    <a:pt x="1222624" y="1509434"/>
                  </a:lnTo>
                  <a:lnTo>
                    <a:pt x="1222639" y="1509416"/>
                  </a:lnTo>
                  <a:lnTo>
                    <a:pt x="1222650" y="1509399"/>
                  </a:lnTo>
                  <a:lnTo>
                    <a:pt x="1222656" y="1509390"/>
                  </a:lnTo>
                  <a:lnTo>
                    <a:pt x="1222663" y="1509379"/>
                  </a:lnTo>
                  <a:lnTo>
                    <a:pt x="1222670" y="1509357"/>
                  </a:lnTo>
                  <a:lnTo>
                    <a:pt x="1222676" y="1509338"/>
                  </a:lnTo>
                  <a:lnTo>
                    <a:pt x="1222679" y="1509320"/>
                  </a:lnTo>
                  <a:lnTo>
                    <a:pt x="1222685" y="1509306"/>
                  </a:lnTo>
                  <a:lnTo>
                    <a:pt x="1222696" y="1509290"/>
                  </a:lnTo>
                  <a:lnTo>
                    <a:pt x="1222704" y="1509269"/>
                  </a:lnTo>
                  <a:lnTo>
                    <a:pt x="1222706" y="1509249"/>
                  </a:lnTo>
                  <a:lnTo>
                    <a:pt x="1222703" y="1509238"/>
                  </a:lnTo>
                  <a:lnTo>
                    <a:pt x="1222692" y="1509198"/>
                  </a:lnTo>
                  <a:lnTo>
                    <a:pt x="1222687" y="1509167"/>
                  </a:lnTo>
                  <a:lnTo>
                    <a:pt x="1222685" y="1509141"/>
                  </a:lnTo>
                  <a:lnTo>
                    <a:pt x="1222681" y="1509130"/>
                  </a:lnTo>
                  <a:lnTo>
                    <a:pt x="1222669" y="1509124"/>
                  </a:lnTo>
                  <a:lnTo>
                    <a:pt x="1222656" y="1509118"/>
                  </a:lnTo>
                  <a:lnTo>
                    <a:pt x="1222647" y="1509117"/>
                  </a:lnTo>
                  <a:lnTo>
                    <a:pt x="1222631" y="1509118"/>
                  </a:lnTo>
                  <a:lnTo>
                    <a:pt x="1222616" y="1509119"/>
                  </a:lnTo>
                  <a:lnTo>
                    <a:pt x="1222600" y="1509118"/>
                  </a:lnTo>
                  <a:lnTo>
                    <a:pt x="1222584" y="1509117"/>
                  </a:lnTo>
                  <a:lnTo>
                    <a:pt x="1222568" y="1509112"/>
                  </a:lnTo>
                  <a:lnTo>
                    <a:pt x="1222552" y="1509109"/>
                  </a:lnTo>
                  <a:lnTo>
                    <a:pt x="1222536" y="1509107"/>
                  </a:lnTo>
                  <a:lnTo>
                    <a:pt x="1222520" y="1509105"/>
                  </a:lnTo>
                  <a:lnTo>
                    <a:pt x="1222503" y="1509106"/>
                  </a:lnTo>
                  <a:lnTo>
                    <a:pt x="1222498" y="1509102"/>
                  </a:lnTo>
                  <a:lnTo>
                    <a:pt x="1222495" y="1509097"/>
                  </a:lnTo>
                  <a:lnTo>
                    <a:pt x="1222489" y="1509080"/>
                  </a:lnTo>
                  <a:lnTo>
                    <a:pt x="1222482" y="1509067"/>
                  </a:lnTo>
                  <a:lnTo>
                    <a:pt x="1222462" y="1509046"/>
                  </a:lnTo>
                  <a:lnTo>
                    <a:pt x="1222448" y="1509036"/>
                  </a:lnTo>
                  <a:lnTo>
                    <a:pt x="1222425" y="1509021"/>
                  </a:lnTo>
                  <a:lnTo>
                    <a:pt x="1222415" y="1509016"/>
                  </a:lnTo>
                  <a:lnTo>
                    <a:pt x="1222397" y="1509008"/>
                  </a:lnTo>
                  <a:lnTo>
                    <a:pt x="1222383" y="1509004"/>
                  </a:lnTo>
                  <a:lnTo>
                    <a:pt x="1222365" y="1509004"/>
                  </a:lnTo>
                  <a:lnTo>
                    <a:pt x="1222349" y="1509006"/>
                  </a:lnTo>
                  <a:lnTo>
                    <a:pt x="1222340" y="1509008"/>
                  </a:lnTo>
                  <a:lnTo>
                    <a:pt x="1222333" y="1509007"/>
                  </a:lnTo>
                  <a:lnTo>
                    <a:pt x="1222318" y="1509007"/>
                  </a:lnTo>
                  <a:lnTo>
                    <a:pt x="1222308" y="1509006"/>
                  </a:lnTo>
                  <a:lnTo>
                    <a:pt x="1222302" y="1509003"/>
                  </a:lnTo>
                  <a:lnTo>
                    <a:pt x="1222286" y="1508995"/>
                  </a:lnTo>
                  <a:lnTo>
                    <a:pt x="1222272" y="1508989"/>
                  </a:lnTo>
                  <a:lnTo>
                    <a:pt x="1222254" y="1508986"/>
                  </a:lnTo>
                  <a:lnTo>
                    <a:pt x="1222240" y="1508986"/>
                  </a:lnTo>
                  <a:lnTo>
                    <a:pt x="1222230" y="1508988"/>
                  </a:lnTo>
                  <a:lnTo>
                    <a:pt x="1222223" y="1508991"/>
                  </a:lnTo>
                  <a:lnTo>
                    <a:pt x="1222202" y="1508992"/>
                  </a:lnTo>
                  <a:lnTo>
                    <a:pt x="1222187" y="1508987"/>
                  </a:lnTo>
                  <a:lnTo>
                    <a:pt x="1222171" y="1508978"/>
                  </a:lnTo>
                  <a:lnTo>
                    <a:pt x="1222155" y="1508974"/>
                  </a:lnTo>
                  <a:lnTo>
                    <a:pt x="1222145" y="1508967"/>
                  </a:lnTo>
                  <a:lnTo>
                    <a:pt x="1222140" y="1508966"/>
                  </a:lnTo>
                  <a:lnTo>
                    <a:pt x="1222124" y="1508959"/>
                  </a:lnTo>
                  <a:lnTo>
                    <a:pt x="1222108" y="1508956"/>
                  </a:lnTo>
                  <a:lnTo>
                    <a:pt x="1222100" y="1508954"/>
                  </a:lnTo>
                  <a:lnTo>
                    <a:pt x="1222092" y="1508952"/>
                  </a:lnTo>
                  <a:lnTo>
                    <a:pt x="1222081" y="1508948"/>
                  </a:lnTo>
                  <a:lnTo>
                    <a:pt x="1222076" y="1508944"/>
                  </a:lnTo>
                  <a:lnTo>
                    <a:pt x="1222060" y="1508934"/>
                  </a:lnTo>
                  <a:lnTo>
                    <a:pt x="1222045" y="1508918"/>
                  </a:lnTo>
                  <a:lnTo>
                    <a:pt x="1222031" y="1508902"/>
                  </a:lnTo>
                  <a:lnTo>
                    <a:pt x="1222017" y="1508888"/>
                  </a:lnTo>
                  <a:lnTo>
                    <a:pt x="1222001" y="1508876"/>
                  </a:lnTo>
                  <a:lnTo>
                    <a:pt x="1221988" y="1508870"/>
                  </a:lnTo>
                  <a:lnTo>
                    <a:pt x="1221970" y="1508871"/>
                  </a:lnTo>
                  <a:lnTo>
                    <a:pt x="1221954" y="1508873"/>
                  </a:lnTo>
                  <a:lnTo>
                    <a:pt x="1221938" y="1508876"/>
                  </a:lnTo>
                  <a:lnTo>
                    <a:pt x="1221923" y="1508882"/>
                  </a:lnTo>
                  <a:lnTo>
                    <a:pt x="1221914" y="1508883"/>
                  </a:lnTo>
                  <a:lnTo>
                    <a:pt x="1221907" y="1508886"/>
                  </a:lnTo>
                  <a:lnTo>
                    <a:pt x="1221891" y="1508890"/>
                  </a:lnTo>
                  <a:lnTo>
                    <a:pt x="1221886" y="1508891"/>
                  </a:lnTo>
                  <a:lnTo>
                    <a:pt x="1221880" y="1508890"/>
                  </a:lnTo>
                  <a:lnTo>
                    <a:pt x="1221876" y="1508887"/>
                  </a:lnTo>
                  <a:lnTo>
                    <a:pt x="1221862" y="1508872"/>
                  </a:lnTo>
                  <a:lnTo>
                    <a:pt x="1221850" y="1508857"/>
                  </a:lnTo>
                  <a:lnTo>
                    <a:pt x="1221838" y="1508841"/>
                  </a:lnTo>
                  <a:lnTo>
                    <a:pt x="1221822" y="1508827"/>
                  </a:lnTo>
                  <a:lnTo>
                    <a:pt x="1221807" y="1508814"/>
                  </a:lnTo>
                  <a:lnTo>
                    <a:pt x="1221791" y="1508809"/>
                  </a:lnTo>
                  <a:lnTo>
                    <a:pt x="1221780" y="1508808"/>
                  </a:lnTo>
                  <a:lnTo>
                    <a:pt x="1221739" y="1508827"/>
                  </a:lnTo>
                  <a:lnTo>
                    <a:pt x="1221724" y="1508835"/>
                  </a:lnTo>
                  <a:lnTo>
                    <a:pt x="1221714" y="1508840"/>
                  </a:lnTo>
                  <a:lnTo>
                    <a:pt x="1221708" y="1508842"/>
                  </a:lnTo>
                  <a:lnTo>
                    <a:pt x="1221693" y="1508846"/>
                  </a:lnTo>
                  <a:lnTo>
                    <a:pt x="1221687" y="1508845"/>
                  </a:lnTo>
                  <a:lnTo>
                    <a:pt x="1221682" y="1508840"/>
                  </a:lnTo>
                  <a:lnTo>
                    <a:pt x="1221679" y="1508835"/>
                  </a:lnTo>
                  <a:lnTo>
                    <a:pt x="1221667" y="1508818"/>
                  </a:lnTo>
                  <a:lnTo>
                    <a:pt x="1221660" y="1508808"/>
                  </a:lnTo>
                  <a:lnTo>
                    <a:pt x="1221658" y="1508802"/>
                  </a:lnTo>
                  <a:lnTo>
                    <a:pt x="1221649" y="1508785"/>
                  </a:lnTo>
                  <a:lnTo>
                    <a:pt x="1221642" y="1508768"/>
                  </a:lnTo>
                  <a:lnTo>
                    <a:pt x="1221634" y="1508752"/>
                  </a:lnTo>
                  <a:lnTo>
                    <a:pt x="1221628" y="1508735"/>
                  </a:lnTo>
                  <a:lnTo>
                    <a:pt x="1221623" y="1508728"/>
                  </a:lnTo>
                  <a:lnTo>
                    <a:pt x="1221616" y="1508726"/>
                  </a:lnTo>
                  <a:lnTo>
                    <a:pt x="1221600" y="1508729"/>
                  </a:lnTo>
                  <a:lnTo>
                    <a:pt x="1221583" y="1508732"/>
                  </a:lnTo>
                  <a:lnTo>
                    <a:pt x="1221567" y="1508732"/>
                  </a:lnTo>
                  <a:lnTo>
                    <a:pt x="1221552" y="1508731"/>
                  </a:lnTo>
                  <a:lnTo>
                    <a:pt x="1221536" y="1508729"/>
                  </a:lnTo>
                  <a:lnTo>
                    <a:pt x="1221520" y="1508725"/>
                  </a:lnTo>
                  <a:lnTo>
                    <a:pt x="1221504" y="1508720"/>
                  </a:lnTo>
                  <a:lnTo>
                    <a:pt x="1221488" y="1508716"/>
                  </a:lnTo>
                  <a:lnTo>
                    <a:pt x="1221475" y="1508711"/>
                  </a:lnTo>
                  <a:lnTo>
                    <a:pt x="1221472" y="1508708"/>
                  </a:lnTo>
                  <a:lnTo>
                    <a:pt x="1221468" y="1508701"/>
                  </a:lnTo>
                  <a:lnTo>
                    <a:pt x="1221467" y="1508693"/>
                  </a:lnTo>
                  <a:lnTo>
                    <a:pt x="1221464" y="1508675"/>
                  </a:lnTo>
                  <a:lnTo>
                    <a:pt x="1221463" y="1508658"/>
                  </a:lnTo>
                  <a:lnTo>
                    <a:pt x="1221462" y="1508650"/>
                  </a:lnTo>
                  <a:lnTo>
                    <a:pt x="1221457" y="1508641"/>
                  </a:lnTo>
                  <a:lnTo>
                    <a:pt x="1221449" y="1508632"/>
                  </a:lnTo>
                  <a:lnTo>
                    <a:pt x="1221442" y="1508632"/>
                  </a:lnTo>
                  <a:lnTo>
                    <a:pt x="1221427" y="1508636"/>
                  </a:lnTo>
                  <a:lnTo>
                    <a:pt x="1221411" y="1508645"/>
                  </a:lnTo>
                  <a:lnTo>
                    <a:pt x="1221395" y="1508650"/>
                  </a:lnTo>
                  <a:lnTo>
                    <a:pt x="1221390" y="1508654"/>
                  </a:lnTo>
                  <a:lnTo>
                    <a:pt x="1221379" y="1508656"/>
                  </a:lnTo>
                  <a:lnTo>
                    <a:pt x="1221364" y="1508658"/>
                  </a:lnTo>
                  <a:lnTo>
                    <a:pt x="1221312" y="1508651"/>
                  </a:lnTo>
                  <a:lnTo>
                    <a:pt x="1221287" y="1508641"/>
                  </a:lnTo>
                  <a:lnTo>
                    <a:pt x="1221275" y="1508640"/>
                  </a:lnTo>
                  <a:lnTo>
                    <a:pt x="1221271" y="1508638"/>
                  </a:lnTo>
                  <a:lnTo>
                    <a:pt x="1221255" y="1508634"/>
                  </a:lnTo>
                  <a:lnTo>
                    <a:pt x="1221239" y="1508628"/>
                  </a:lnTo>
                  <a:lnTo>
                    <a:pt x="1221223" y="1508623"/>
                  </a:lnTo>
                  <a:lnTo>
                    <a:pt x="1221207" y="1508616"/>
                  </a:lnTo>
                  <a:lnTo>
                    <a:pt x="1221191" y="1508612"/>
                  </a:lnTo>
                  <a:lnTo>
                    <a:pt x="1221177" y="1508608"/>
                  </a:lnTo>
                  <a:lnTo>
                    <a:pt x="1221160" y="1508604"/>
                  </a:lnTo>
                  <a:lnTo>
                    <a:pt x="1221144" y="1508601"/>
                  </a:lnTo>
                  <a:lnTo>
                    <a:pt x="1221128" y="1508598"/>
                  </a:lnTo>
                  <a:lnTo>
                    <a:pt x="1221112" y="1508599"/>
                  </a:lnTo>
                  <a:lnTo>
                    <a:pt x="1221103" y="1508600"/>
                  </a:lnTo>
                  <a:lnTo>
                    <a:pt x="1221096" y="1508602"/>
                  </a:lnTo>
                  <a:lnTo>
                    <a:pt x="1221081" y="1508605"/>
                  </a:lnTo>
                  <a:lnTo>
                    <a:pt x="1221065" y="1508611"/>
                  </a:lnTo>
                  <a:lnTo>
                    <a:pt x="1221049" y="1508615"/>
                  </a:lnTo>
                  <a:lnTo>
                    <a:pt x="1221035" y="1508620"/>
                  </a:lnTo>
                  <a:lnTo>
                    <a:pt x="1221018" y="1508625"/>
                  </a:lnTo>
                  <a:lnTo>
                    <a:pt x="1221002" y="1508631"/>
                  </a:lnTo>
                  <a:lnTo>
                    <a:pt x="1220985" y="1508640"/>
                  </a:lnTo>
                  <a:lnTo>
                    <a:pt x="1220974" y="1508646"/>
                  </a:lnTo>
                  <a:lnTo>
                    <a:pt x="1220971" y="1508650"/>
                  </a:lnTo>
                  <a:lnTo>
                    <a:pt x="1220955" y="1508661"/>
                  </a:lnTo>
                  <a:lnTo>
                    <a:pt x="1220947" y="1508667"/>
                  </a:lnTo>
                  <a:lnTo>
                    <a:pt x="1220940" y="1508675"/>
                  </a:lnTo>
                  <a:lnTo>
                    <a:pt x="1220926" y="1508686"/>
                  </a:lnTo>
                  <a:lnTo>
                    <a:pt x="1220910" y="1508699"/>
                  </a:lnTo>
                  <a:lnTo>
                    <a:pt x="1220894" y="1508708"/>
                  </a:lnTo>
                  <a:lnTo>
                    <a:pt x="1220878" y="1508715"/>
                  </a:lnTo>
                  <a:lnTo>
                    <a:pt x="1220863" y="1508721"/>
                  </a:lnTo>
                  <a:lnTo>
                    <a:pt x="1220847" y="1508726"/>
                  </a:lnTo>
                  <a:lnTo>
                    <a:pt x="1220832" y="1508732"/>
                  </a:lnTo>
                  <a:lnTo>
                    <a:pt x="1220818" y="1508732"/>
                  </a:lnTo>
                  <a:lnTo>
                    <a:pt x="1220780" y="1508725"/>
                  </a:lnTo>
                  <a:lnTo>
                    <a:pt x="1220764" y="1508721"/>
                  </a:lnTo>
                  <a:lnTo>
                    <a:pt x="1220748" y="1508722"/>
                  </a:lnTo>
                  <a:lnTo>
                    <a:pt x="1220732" y="1508721"/>
                  </a:lnTo>
                  <a:lnTo>
                    <a:pt x="1220716" y="1508720"/>
                  </a:lnTo>
                  <a:lnTo>
                    <a:pt x="1220701" y="1508718"/>
                  </a:lnTo>
                  <a:lnTo>
                    <a:pt x="1220686" y="1508708"/>
                  </a:lnTo>
                  <a:lnTo>
                    <a:pt x="1220670" y="1508695"/>
                  </a:lnTo>
                  <a:lnTo>
                    <a:pt x="1220654" y="1508685"/>
                  </a:lnTo>
                  <a:lnTo>
                    <a:pt x="1220639" y="1508681"/>
                  </a:lnTo>
                  <a:lnTo>
                    <a:pt x="1220623" y="1508678"/>
                  </a:lnTo>
                  <a:lnTo>
                    <a:pt x="1220607" y="1508676"/>
                  </a:lnTo>
                  <a:lnTo>
                    <a:pt x="1220591" y="1508676"/>
                  </a:lnTo>
                  <a:lnTo>
                    <a:pt x="1220576" y="1508675"/>
                  </a:lnTo>
                  <a:lnTo>
                    <a:pt x="1220560" y="1508673"/>
                  </a:lnTo>
                  <a:lnTo>
                    <a:pt x="1220544" y="1508671"/>
                  </a:lnTo>
                  <a:lnTo>
                    <a:pt x="1220528" y="1508669"/>
                  </a:lnTo>
                  <a:lnTo>
                    <a:pt x="1220512" y="1508667"/>
                  </a:lnTo>
                  <a:lnTo>
                    <a:pt x="1220496" y="1508665"/>
                  </a:lnTo>
                  <a:lnTo>
                    <a:pt x="1220480" y="1508664"/>
                  </a:lnTo>
                  <a:lnTo>
                    <a:pt x="1220465" y="1508660"/>
                  </a:lnTo>
                  <a:lnTo>
                    <a:pt x="1220449" y="1508655"/>
                  </a:lnTo>
                  <a:lnTo>
                    <a:pt x="1220436" y="1508651"/>
                  </a:lnTo>
                  <a:lnTo>
                    <a:pt x="1220433" y="1508648"/>
                  </a:lnTo>
                  <a:lnTo>
                    <a:pt x="1220417" y="1508640"/>
                  </a:lnTo>
                  <a:lnTo>
                    <a:pt x="1220403" y="1508634"/>
                  </a:lnTo>
                  <a:lnTo>
                    <a:pt x="1220385" y="1508629"/>
                  </a:lnTo>
                  <a:lnTo>
                    <a:pt x="1220369" y="1508622"/>
                  </a:lnTo>
                  <a:lnTo>
                    <a:pt x="1220358" y="1508617"/>
                  </a:lnTo>
                  <a:lnTo>
                    <a:pt x="1220354" y="1508614"/>
                  </a:lnTo>
                  <a:lnTo>
                    <a:pt x="1220346" y="1508604"/>
                  </a:lnTo>
                  <a:lnTo>
                    <a:pt x="1220344" y="1508584"/>
                  </a:lnTo>
                  <a:lnTo>
                    <a:pt x="1220345" y="1508567"/>
                  </a:lnTo>
                  <a:lnTo>
                    <a:pt x="1220352" y="1508538"/>
                  </a:lnTo>
                  <a:lnTo>
                    <a:pt x="1220352" y="1508533"/>
                  </a:lnTo>
                  <a:lnTo>
                    <a:pt x="1220351" y="1508525"/>
                  </a:lnTo>
                  <a:lnTo>
                    <a:pt x="1220344" y="1508516"/>
                  </a:lnTo>
                  <a:lnTo>
                    <a:pt x="1220335" y="1508510"/>
                  </a:lnTo>
                  <a:lnTo>
                    <a:pt x="1220328" y="1508509"/>
                  </a:lnTo>
                  <a:lnTo>
                    <a:pt x="1220313" y="1508508"/>
                  </a:lnTo>
                  <a:lnTo>
                    <a:pt x="1220296" y="1508507"/>
                  </a:lnTo>
                  <a:lnTo>
                    <a:pt x="1220281" y="1508508"/>
                  </a:lnTo>
                  <a:lnTo>
                    <a:pt x="1220265" y="1508507"/>
                  </a:lnTo>
                  <a:lnTo>
                    <a:pt x="1220249" y="1508503"/>
                  </a:lnTo>
                  <a:lnTo>
                    <a:pt x="1220233" y="1508496"/>
                  </a:lnTo>
                  <a:lnTo>
                    <a:pt x="1220217" y="1508487"/>
                  </a:lnTo>
                  <a:lnTo>
                    <a:pt x="1220201" y="1508483"/>
                  </a:lnTo>
                  <a:lnTo>
                    <a:pt x="1220188" y="1508477"/>
                  </a:lnTo>
                  <a:lnTo>
                    <a:pt x="1220170" y="1508473"/>
                  </a:lnTo>
                  <a:lnTo>
                    <a:pt x="1220153" y="1508472"/>
                  </a:lnTo>
                  <a:lnTo>
                    <a:pt x="1220143" y="1508472"/>
                  </a:lnTo>
                  <a:lnTo>
                    <a:pt x="1220138" y="1508473"/>
                  </a:lnTo>
                  <a:lnTo>
                    <a:pt x="1220128" y="1508474"/>
                  </a:lnTo>
                  <a:lnTo>
                    <a:pt x="1220122" y="1508475"/>
                  </a:lnTo>
                  <a:lnTo>
                    <a:pt x="1220106" y="1508481"/>
                  </a:lnTo>
                  <a:lnTo>
                    <a:pt x="1220091" y="1508485"/>
                  </a:lnTo>
                  <a:lnTo>
                    <a:pt x="1220075" y="1508490"/>
                  </a:lnTo>
                  <a:lnTo>
                    <a:pt x="1220059" y="1508494"/>
                  </a:lnTo>
                  <a:lnTo>
                    <a:pt x="1220046" y="1508500"/>
                  </a:lnTo>
                  <a:lnTo>
                    <a:pt x="1220028" y="1508504"/>
                  </a:lnTo>
                  <a:lnTo>
                    <a:pt x="1220019" y="1508506"/>
                  </a:lnTo>
                  <a:lnTo>
                    <a:pt x="1220012" y="1508504"/>
                  </a:lnTo>
                  <a:lnTo>
                    <a:pt x="1219997" y="1508499"/>
                  </a:lnTo>
                  <a:lnTo>
                    <a:pt x="1219980" y="1508492"/>
                  </a:lnTo>
                  <a:lnTo>
                    <a:pt x="1219964" y="1508484"/>
                  </a:lnTo>
                  <a:lnTo>
                    <a:pt x="1219948" y="1508474"/>
                  </a:lnTo>
                  <a:lnTo>
                    <a:pt x="1219934" y="1508464"/>
                  </a:lnTo>
                  <a:lnTo>
                    <a:pt x="1219919" y="1508460"/>
                  </a:lnTo>
                  <a:lnTo>
                    <a:pt x="1219902" y="1508452"/>
                  </a:lnTo>
                  <a:lnTo>
                    <a:pt x="1219885" y="1508444"/>
                  </a:lnTo>
                  <a:lnTo>
                    <a:pt x="1219869" y="1508436"/>
                  </a:lnTo>
                  <a:lnTo>
                    <a:pt x="1219853" y="1508430"/>
                  </a:lnTo>
                  <a:lnTo>
                    <a:pt x="1219839" y="1508432"/>
                  </a:lnTo>
                  <a:lnTo>
                    <a:pt x="1219833" y="1508433"/>
                  </a:lnTo>
                  <a:lnTo>
                    <a:pt x="1219821" y="1508439"/>
                  </a:lnTo>
                  <a:lnTo>
                    <a:pt x="1219808" y="1508444"/>
                  </a:lnTo>
                  <a:lnTo>
                    <a:pt x="1219792" y="1508445"/>
                  </a:lnTo>
                  <a:lnTo>
                    <a:pt x="1219778" y="1508443"/>
                  </a:lnTo>
                  <a:lnTo>
                    <a:pt x="1219774" y="1508441"/>
                  </a:lnTo>
                  <a:lnTo>
                    <a:pt x="1219760" y="1508437"/>
                  </a:lnTo>
                  <a:lnTo>
                    <a:pt x="1219742" y="1508432"/>
                  </a:lnTo>
                  <a:lnTo>
                    <a:pt x="1219727" y="1508425"/>
                  </a:lnTo>
                  <a:lnTo>
                    <a:pt x="1219711" y="1508417"/>
                  </a:lnTo>
                  <a:lnTo>
                    <a:pt x="1219695" y="1508409"/>
                  </a:lnTo>
                  <a:lnTo>
                    <a:pt x="1219680" y="1508404"/>
                  </a:lnTo>
                  <a:lnTo>
                    <a:pt x="1219663" y="1508396"/>
                  </a:lnTo>
                  <a:lnTo>
                    <a:pt x="1219656" y="1508394"/>
                  </a:lnTo>
                  <a:lnTo>
                    <a:pt x="1219647" y="1508388"/>
                  </a:lnTo>
                  <a:lnTo>
                    <a:pt x="1219631" y="1508381"/>
                  </a:lnTo>
                  <a:lnTo>
                    <a:pt x="1219615" y="1508372"/>
                  </a:lnTo>
                  <a:lnTo>
                    <a:pt x="1219597" y="1508366"/>
                  </a:lnTo>
                  <a:lnTo>
                    <a:pt x="1219583" y="1508363"/>
                  </a:lnTo>
                  <a:lnTo>
                    <a:pt x="1219567" y="1508360"/>
                  </a:lnTo>
                  <a:lnTo>
                    <a:pt x="1219552" y="1508359"/>
                  </a:lnTo>
                  <a:lnTo>
                    <a:pt x="1219536" y="1508356"/>
                  </a:lnTo>
                  <a:lnTo>
                    <a:pt x="1219529" y="1508354"/>
                  </a:lnTo>
                  <a:lnTo>
                    <a:pt x="1219523" y="1508347"/>
                  </a:lnTo>
                  <a:lnTo>
                    <a:pt x="1219518" y="1508335"/>
                  </a:lnTo>
                  <a:lnTo>
                    <a:pt x="1219517" y="1508328"/>
                  </a:lnTo>
                  <a:lnTo>
                    <a:pt x="1219513" y="1508313"/>
                  </a:lnTo>
                  <a:lnTo>
                    <a:pt x="1219507" y="1508294"/>
                  </a:lnTo>
                  <a:lnTo>
                    <a:pt x="1219498" y="1508278"/>
                  </a:lnTo>
                  <a:lnTo>
                    <a:pt x="1219497" y="1508272"/>
                  </a:lnTo>
                  <a:lnTo>
                    <a:pt x="1219492" y="1508265"/>
                  </a:lnTo>
                  <a:lnTo>
                    <a:pt x="1219488" y="1508262"/>
                  </a:lnTo>
                  <a:lnTo>
                    <a:pt x="1219482" y="1508249"/>
                  </a:lnTo>
                  <a:lnTo>
                    <a:pt x="1219478" y="1508245"/>
                  </a:lnTo>
                  <a:lnTo>
                    <a:pt x="1219471" y="1508237"/>
                  </a:lnTo>
                  <a:lnTo>
                    <a:pt x="1219464" y="1508230"/>
                  </a:lnTo>
                  <a:lnTo>
                    <a:pt x="1219448" y="1508217"/>
                  </a:lnTo>
                  <a:lnTo>
                    <a:pt x="1219445" y="1508213"/>
                  </a:lnTo>
                  <a:lnTo>
                    <a:pt x="1219433" y="1508206"/>
                  </a:lnTo>
                  <a:lnTo>
                    <a:pt x="1219421" y="1508200"/>
                  </a:lnTo>
                  <a:lnTo>
                    <a:pt x="1219417" y="1508195"/>
                  </a:lnTo>
                  <a:lnTo>
                    <a:pt x="1219401" y="1508183"/>
                  </a:lnTo>
                  <a:lnTo>
                    <a:pt x="1219387" y="1508169"/>
                  </a:lnTo>
                  <a:lnTo>
                    <a:pt x="1219374" y="1508156"/>
                  </a:lnTo>
                  <a:lnTo>
                    <a:pt x="1219361" y="1508141"/>
                  </a:lnTo>
                  <a:lnTo>
                    <a:pt x="1219345" y="1508128"/>
                  </a:lnTo>
                  <a:lnTo>
                    <a:pt x="1219329" y="1508114"/>
                  </a:lnTo>
                  <a:lnTo>
                    <a:pt x="1219315" y="1508101"/>
                  </a:lnTo>
                  <a:lnTo>
                    <a:pt x="1219300" y="1508087"/>
                  </a:lnTo>
                  <a:lnTo>
                    <a:pt x="1219296" y="1508084"/>
                  </a:lnTo>
                  <a:lnTo>
                    <a:pt x="1219241" y="1508036"/>
                  </a:lnTo>
                  <a:lnTo>
                    <a:pt x="1219230" y="1508025"/>
                  </a:lnTo>
                  <a:lnTo>
                    <a:pt x="1219228" y="1508020"/>
                  </a:lnTo>
                  <a:lnTo>
                    <a:pt x="1219223" y="1508004"/>
                  </a:lnTo>
                  <a:lnTo>
                    <a:pt x="1219210" y="1507987"/>
                  </a:lnTo>
                  <a:lnTo>
                    <a:pt x="1219194" y="1507974"/>
                  </a:lnTo>
                  <a:lnTo>
                    <a:pt x="1219179" y="1507962"/>
                  </a:lnTo>
                  <a:lnTo>
                    <a:pt x="1219163" y="1507948"/>
                  </a:lnTo>
                  <a:lnTo>
                    <a:pt x="1219153" y="1507945"/>
                  </a:lnTo>
                  <a:lnTo>
                    <a:pt x="1219147" y="1507945"/>
                  </a:lnTo>
                  <a:lnTo>
                    <a:pt x="1219131" y="1507946"/>
                  </a:lnTo>
                  <a:lnTo>
                    <a:pt x="1219115" y="1507946"/>
                  </a:lnTo>
                  <a:lnTo>
                    <a:pt x="1219100" y="1507943"/>
                  </a:lnTo>
                  <a:lnTo>
                    <a:pt x="1219084" y="1507940"/>
                  </a:lnTo>
                  <a:lnTo>
                    <a:pt x="1219069" y="1507935"/>
                  </a:lnTo>
                  <a:lnTo>
                    <a:pt x="1219052" y="1507929"/>
                  </a:lnTo>
                  <a:lnTo>
                    <a:pt x="1219036" y="1507920"/>
                  </a:lnTo>
                  <a:lnTo>
                    <a:pt x="1219026" y="1507913"/>
                  </a:lnTo>
                  <a:lnTo>
                    <a:pt x="1219020" y="1507913"/>
                  </a:lnTo>
                  <a:lnTo>
                    <a:pt x="1219007" y="1507920"/>
                  </a:lnTo>
                  <a:lnTo>
                    <a:pt x="1219004" y="1507924"/>
                  </a:lnTo>
                  <a:lnTo>
                    <a:pt x="1218990" y="1507939"/>
                  </a:lnTo>
                  <a:lnTo>
                    <a:pt x="1218977" y="1507955"/>
                  </a:lnTo>
                  <a:lnTo>
                    <a:pt x="1218961" y="1507969"/>
                  </a:lnTo>
                  <a:lnTo>
                    <a:pt x="1218946" y="1507976"/>
                  </a:lnTo>
                  <a:lnTo>
                    <a:pt x="1218929" y="1507983"/>
                  </a:lnTo>
                  <a:lnTo>
                    <a:pt x="1218914" y="1507989"/>
                  </a:lnTo>
                  <a:lnTo>
                    <a:pt x="1218898" y="1508000"/>
                  </a:lnTo>
                  <a:lnTo>
                    <a:pt x="1218888" y="1508017"/>
                  </a:lnTo>
                  <a:lnTo>
                    <a:pt x="1218878" y="1508034"/>
                  </a:lnTo>
                  <a:lnTo>
                    <a:pt x="1218873" y="1508040"/>
                  </a:lnTo>
                  <a:lnTo>
                    <a:pt x="1218863" y="1508044"/>
                  </a:lnTo>
                  <a:lnTo>
                    <a:pt x="1218853" y="1508048"/>
                  </a:lnTo>
                  <a:lnTo>
                    <a:pt x="1218847" y="1508048"/>
                  </a:lnTo>
                  <a:lnTo>
                    <a:pt x="1218831" y="1508052"/>
                  </a:lnTo>
                  <a:lnTo>
                    <a:pt x="1218815" y="1508056"/>
                  </a:lnTo>
                  <a:lnTo>
                    <a:pt x="1218800" y="1508066"/>
                  </a:lnTo>
                  <a:lnTo>
                    <a:pt x="1218789" y="1508067"/>
                  </a:lnTo>
                  <a:lnTo>
                    <a:pt x="1218784" y="1508066"/>
                  </a:lnTo>
                  <a:lnTo>
                    <a:pt x="1218768" y="1508061"/>
                  </a:lnTo>
                  <a:lnTo>
                    <a:pt x="1218752" y="1508055"/>
                  </a:lnTo>
                  <a:lnTo>
                    <a:pt x="1218736" y="1508046"/>
                  </a:lnTo>
                  <a:lnTo>
                    <a:pt x="1218730" y="1508044"/>
                  </a:lnTo>
                  <a:lnTo>
                    <a:pt x="1218694" y="1508043"/>
                  </a:lnTo>
                  <a:lnTo>
                    <a:pt x="1218679" y="1508043"/>
                  </a:lnTo>
                  <a:lnTo>
                    <a:pt x="1218665" y="1508044"/>
                  </a:lnTo>
                  <a:lnTo>
                    <a:pt x="1218647" y="1508045"/>
                  </a:lnTo>
                  <a:lnTo>
                    <a:pt x="1218640" y="1508046"/>
                  </a:lnTo>
                  <a:lnTo>
                    <a:pt x="1218632" y="1508045"/>
                  </a:lnTo>
                  <a:lnTo>
                    <a:pt x="1218615" y="1508046"/>
                  </a:lnTo>
                  <a:lnTo>
                    <a:pt x="1218608" y="1508045"/>
                  </a:lnTo>
                  <a:lnTo>
                    <a:pt x="1218600" y="1508048"/>
                  </a:lnTo>
                  <a:lnTo>
                    <a:pt x="1218585" y="1508052"/>
                  </a:lnTo>
                  <a:lnTo>
                    <a:pt x="1218570" y="1508055"/>
                  </a:lnTo>
                  <a:lnTo>
                    <a:pt x="1218560" y="1508052"/>
                  </a:lnTo>
                  <a:lnTo>
                    <a:pt x="1218553" y="1508047"/>
                  </a:lnTo>
                  <a:lnTo>
                    <a:pt x="1218544" y="1508043"/>
                  </a:lnTo>
                  <a:lnTo>
                    <a:pt x="1218537" y="1508037"/>
                  </a:lnTo>
                  <a:lnTo>
                    <a:pt x="1218521" y="1508027"/>
                  </a:lnTo>
                  <a:lnTo>
                    <a:pt x="1218503" y="1508020"/>
                  </a:lnTo>
                  <a:lnTo>
                    <a:pt x="1218491" y="1508022"/>
                  </a:lnTo>
                  <a:lnTo>
                    <a:pt x="1218475" y="1508028"/>
                  </a:lnTo>
                  <a:lnTo>
                    <a:pt x="1218456" y="1508036"/>
                  </a:lnTo>
                  <a:lnTo>
                    <a:pt x="1218442" y="1508043"/>
                  </a:lnTo>
                  <a:lnTo>
                    <a:pt x="1218427" y="1508045"/>
                  </a:lnTo>
                  <a:lnTo>
                    <a:pt x="1218411" y="1508045"/>
                  </a:lnTo>
                  <a:lnTo>
                    <a:pt x="1218395" y="1508044"/>
                  </a:lnTo>
                  <a:lnTo>
                    <a:pt x="1218379" y="1508045"/>
                  </a:lnTo>
                  <a:lnTo>
                    <a:pt x="1218363" y="1508042"/>
                  </a:lnTo>
                  <a:lnTo>
                    <a:pt x="1218355" y="1508042"/>
                  </a:lnTo>
                  <a:lnTo>
                    <a:pt x="1218347" y="1508040"/>
                  </a:lnTo>
                  <a:lnTo>
                    <a:pt x="1218343" y="1508037"/>
                  </a:lnTo>
                  <a:lnTo>
                    <a:pt x="1218331" y="1508037"/>
                  </a:lnTo>
                  <a:lnTo>
                    <a:pt x="1218316" y="1508034"/>
                  </a:lnTo>
                  <a:lnTo>
                    <a:pt x="1218300" y="1508032"/>
                  </a:lnTo>
                  <a:lnTo>
                    <a:pt x="1218284" y="1508032"/>
                  </a:lnTo>
                  <a:lnTo>
                    <a:pt x="1218268" y="1508032"/>
                  </a:lnTo>
                  <a:lnTo>
                    <a:pt x="1218253" y="1508030"/>
                  </a:lnTo>
                  <a:lnTo>
                    <a:pt x="1218237" y="1508027"/>
                  </a:lnTo>
                  <a:lnTo>
                    <a:pt x="1218221" y="1508026"/>
                  </a:lnTo>
                  <a:lnTo>
                    <a:pt x="1218215" y="1508025"/>
                  </a:lnTo>
                  <a:lnTo>
                    <a:pt x="1218205" y="1508021"/>
                  </a:lnTo>
                  <a:lnTo>
                    <a:pt x="1218190" y="1508018"/>
                  </a:lnTo>
                  <a:lnTo>
                    <a:pt x="1218173" y="1508016"/>
                  </a:lnTo>
                  <a:lnTo>
                    <a:pt x="1218157" y="1508014"/>
                  </a:lnTo>
                  <a:lnTo>
                    <a:pt x="1218143" y="1508014"/>
                  </a:lnTo>
                  <a:lnTo>
                    <a:pt x="1218126" y="1508014"/>
                  </a:lnTo>
                  <a:lnTo>
                    <a:pt x="1218110" y="1508016"/>
                  </a:lnTo>
                  <a:lnTo>
                    <a:pt x="1218094" y="1508019"/>
                  </a:lnTo>
                  <a:lnTo>
                    <a:pt x="1218079" y="1508021"/>
                  </a:lnTo>
                  <a:lnTo>
                    <a:pt x="1218031" y="1508052"/>
                  </a:lnTo>
                  <a:lnTo>
                    <a:pt x="1218021" y="1508062"/>
                  </a:lnTo>
                  <a:lnTo>
                    <a:pt x="1218005" y="1508070"/>
                  </a:lnTo>
                  <a:lnTo>
                    <a:pt x="1217993" y="1508081"/>
                  </a:lnTo>
                  <a:lnTo>
                    <a:pt x="1217983" y="1508099"/>
                  </a:lnTo>
                  <a:lnTo>
                    <a:pt x="1217977" y="1508113"/>
                  </a:lnTo>
                  <a:lnTo>
                    <a:pt x="1217972" y="1508120"/>
                  </a:lnTo>
                  <a:lnTo>
                    <a:pt x="1217972" y="1508126"/>
                  </a:lnTo>
                  <a:lnTo>
                    <a:pt x="1217978" y="1508131"/>
                  </a:lnTo>
                  <a:lnTo>
                    <a:pt x="1217992" y="1508146"/>
                  </a:lnTo>
                  <a:lnTo>
                    <a:pt x="1217998" y="1508156"/>
                  </a:lnTo>
                  <a:lnTo>
                    <a:pt x="1218002" y="1508162"/>
                  </a:lnTo>
                  <a:lnTo>
                    <a:pt x="1218005" y="1508168"/>
                  </a:lnTo>
                  <a:lnTo>
                    <a:pt x="1218014" y="1508183"/>
                  </a:lnTo>
                  <a:lnTo>
                    <a:pt x="1218025" y="1508196"/>
                  </a:lnTo>
                  <a:lnTo>
                    <a:pt x="1218027" y="1508202"/>
                  </a:lnTo>
                  <a:lnTo>
                    <a:pt x="1218027" y="1508208"/>
                  </a:lnTo>
                  <a:lnTo>
                    <a:pt x="1218024" y="1508218"/>
                  </a:lnTo>
                  <a:lnTo>
                    <a:pt x="1218019" y="1508235"/>
                  </a:lnTo>
                  <a:lnTo>
                    <a:pt x="1218017" y="1508250"/>
                  </a:lnTo>
                  <a:lnTo>
                    <a:pt x="1218013" y="1508272"/>
                  </a:lnTo>
                  <a:lnTo>
                    <a:pt x="1218008" y="1508288"/>
                  </a:lnTo>
                  <a:lnTo>
                    <a:pt x="1218001" y="1508297"/>
                  </a:lnTo>
                  <a:lnTo>
                    <a:pt x="1217985" y="1508306"/>
                  </a:lnTo>
                  <a:lnTo>
                    <a:pt x="1217972" y="1508314"/>
                  </a:lnTo>
                  <a:lnTo>
                    <a:pt x="1217963" y="1508325"/>
                  </a:lnTo>
                  <a:lnTo>
                    <a:pt x="1217953" y="1508343"/>
                  </a:lnTo>
                  <a:lnTo>
                    <a:pt x="1217945" y="1508352"/>
                  </a:lnTo>
                  <a:lnTo>
                    <a:pt x="1217927" y="1508363"/>
                  </a:lnTo>
                  <a:lnTo>
                    <a:pt x="1217909" y="1508376"/>
                  </a:lnTo>
                  <a:lnTo>
                    <a:pt x="1217900" y="1508393"/>
                  </a:lnTo>
                  <a:lnTo>
                    <a:pt x="1217886" y="1508417"/>
                  </a:lnTo>
                  <a:lnTo>
                    <a:pt x="1217875" y="1508436"/>
                  </a:lnTo>
                  <a:lnTo>
                    <a:pt x="1217867" y="1508444"/>
                  </a:lnTo>
                  <a:lnTo>
                    <a:pt x="1217856" y="1508449"/>
                  </a:lnTo>
                  <a:lnTo>
                    <a:pt x="1217830" y="1508448"/>
                  </a:lnTo>
                  <a:lnTo>
                    <a:pt x="1217807" y="1508443"/>
                  </a:lnTo>
                  <a:lnTo>
                    <a:pt x="1217771" y="1508446"/>
                  </a:lnTo>
                  <a:lnTo>
                    <a:pt x="1217747" y="1508446"/>
                  </a:lnTo>
                  <a:lnTo>
                    <a:pt x="1217739" y="1508449"/>
                  </a:lnTo>
                  <a:lnTo>
                    <a:pt x="1217734" y="1508459"/>
                  </a:lnTo>
                  <a:lnTo>
                    <a:pt x="1217721" y="1508485"/>
                  </a:lnTo>
                  <a:lnTo>
                    <a:pt x="1217711" y="1508505"/>
                  </a:lnTo>
                  <a:lnTo>
                    <a:pt x="1217698" y="1508523"/>
                  </a:lnTo>
                  <a:lnTo>
                    <a:pt x="1217679" y="1508535"/>
                  </a:lnTo>
                  <a:lnTo>
                    <a:pt x="1217662" y="1508543"/>
                  </a:lnTo>
                  <a:lnTo>
                    <a:pt x="1217652" y="1508551"/>
                  </a:lnTo>
                  <a:lnTo>
                    <a:pt x="1217644" y="1508559"/>
                  </a:lnTo>
                  <a:lnTo>
                    <a:pt x="1217633" y="1508571"/>
                  </a:lnTo>
                  <a:lnTo>
                    <a:pt x="1217623" y="1508574"/>
                  </a:lnTo>
                  <a:lnTo>
                    <a:pt x="1217616" y="1508573"/>
                  </a:lnTo>
                  <a:lnTo>
                    <a:pt x="1217604" y="1508568"/>
                  </a:lnTo>
                  <a:lnTo>
                    <a:pt x="1217600" y="1508564"/>
                  </a:lnTo>
                  <a:lnTo>
                    <a:pt x="1217593" y="1508563"/>
                  </a:lnTo>
                  <a:lnTo>
                    <a:pt x="1217589" y="1508566"/>
                  </a:lnTo>
                  <a:lnTo>
                    <a:pt x="1217588" y="1508573"/>
                  </a:lnTo>
                  <a:lnTo>
                    <a:pt x="1217590" y="1508583"/>
                  </a:lnTo>
                  <a:lnTo>
                    <a:pt x="1217592" y="1508592"/>
                  </a:lnTo>
                  <a:lnTo>
                    <a:pt x="1217595" y="1508609"/>
                  </a:lnTo>
                  <a:lnTo>
                    <a:pt x="1217596" y="1508620"/>
                  </a:lnTo>
                  <a:lnTo>
                    <a:pt x="1217595" y="1508659"/>
                  </a:lnTo>
                  <a:lnTo>
                    <a:pt x="1217591" y="1508682"/>
                  </a:lnTo>
                  <a:lnTo>
                    <a:pt x="1217589" y="1508699"/>
                  </a:lnTo>
                  <a:lnTo>
                    <a:pt x="1217585" y="1508709"/>
                  </a:lnTo>
                  <a:lnTo>
                    <a:pt x="1217569" y="1508719"/>
                  </a:lnTo>
                  <a:lnTo>
                    <a:pt x="1217550" y="1508721"/>
                  </a:lnTo>
                  <a:lnTo>
                    <a:pt x="1217539" y="1508721"/>
                  </a:lnTo>
                  <a:lnTo>
                    <a:pt x="1217514" y="1508724"/>
                  </a:lnTo>
                  <a:lnTo>
                    <a:pt x="1217502" y="1508723"/>
                  </a:lnTo>
                  <a:lnTo>
                    <a:pt x="1217486" y="1508723"/>
                  </a:lnTo>
                  <a:lnTo>
                    <a:pt x="1217478" y="1508723"/>
                  </a:lnTo>
                  <a:lnTo>
                    <a:pt x="1217469" y="1508723"/>
                  </a:lnTo>
                  <a:lnTo>
                    <a:pt x="1217453" y="1508726"/>
                  </a:lnTo>
                  <a:lnTo>
                    <a:pt x="1217437" y="1508728"/>
                  </a:lnTo>
                  <a:lnTo>
                    <a:pt x="1217421" y="1508727"/>
                  </a:lnTo>
                  <a:lnTo>
                    <a:pt x="1217405" y="1508723"/>
                  </a:lnTo>
                  <a:lnTo>
                    <a:pt x="1217389" y="1508717"/>
                  </a:lnTo>
                  <a:lnTo>
                    <a:pt x="1217373" y="1508713"/>
                  </a:lnTo>
                  <a:lnTo>
                    <a:pt x="1217358" y="1508704"/>
                  </a:lnTo>
                  <a:lnTo>
                    <a:pt x="1217349" y="1508701"/>
                  </a:lnTo>
                  <a:lnTo>
                    <a:pt x="1217342" y="1508695"/>
                  </a:lnTo>
                  <a:lnTo>
                    <a:pt x="1217326" y="1508685"/>
                  </a:lnTo>
                  <a:lnTo>
                    <a:pt x="1217311" y="1508675"/>
                  </a:lnTo>
                  <a:lnTo>
                    <a:pt x="1217294" y="1508670"/>
                  </a:lnTo>
                  <a:lnTo>
                    <a:pt x="1217286" y="1508668"/>
                  </a:lnTo>
                  <a:lnTo>
                    <a:pt x="1217278" y="1508668"/>
                  </a:lnTo>
                  <a:lnTo>
                    <a:pt x="1217262" y="1508667"/>
                  </a:lnTo>
                  <a:lnTo>
                    <a:pt x="1217251" y="1508668"/>
                  </a:lnTo>
                  <a:lnTo>
                    <a:pt x="1217246" y="1508671"/>
                  </a:lnTo>
                  <a:lnTo>
                    <a:pt x="1217234" y="1508675"/>
                  </a:lnTo>
                  <a:lnTo>
                    <a:pt x="1217231" y="1508679"/>
                  </a:lnTo>
                  <a:lnTo>
                    <a:pt x="1217218" y="1508694"/>
                  </a:lnTo>
                  <a:lnTo>
                    <a:pt x="1217205" y="1508710"/>
                  </a:lnTo>
                  <a:lnTo>
                    <a:pt x="1217199" y="1508717"/>
                  </a:lnTo>
                  <a:lnTo>
                    <a:pt x="1217190" y="1508723"/>
                  </a:lnTo>
                  <a:lnTo>
                    <a:pt x="1217184" y="1508726"/>
                  </a:lnTo>
                  <a:lnTo>
                    <a:pt x="1217177" y="1508728"/>
                  </a:lnTo>
                  <a:lnTo>
                    <a:pt x="1217139" y="1508730"/>
                  </a:lnTo>
                  <a:lnTo>
                    <a:pt x="1217132" y="1508729"/>
                  </a:lnTo>
                  <a:lnTo>
                    <a:pt x="1217127" y="1508728"/>
                  </a:lnTo>
                  <a:lnTo>
                    <a:pt x="1217113" y="1508727"/>
                  </a:lnTo>
                  <a:lnTo>
                    <a:pt x="1217106" y="1508727"/>
                  </a:lnTo>
                  <a:lnTo>
                    <a:pt x="1217097" y="1508730"/>
                  </a:lnTo>
                  <a:lnTo>
                    <a:pt x="1217089" y="1508732"/>
                  </a:lnTo>
                  <a:lnTo>
                    <a:pt x="1217081" y="1508733"/>
                  </a:lnTo>
                  <a:lnTo>
                    <a:pt x="1217065" y="1508738"/>
                  </a:lnTo>
                  <a:lnTo>
                    <a:pt x="1217054" y="1508741"/>
                  </a:lnTo>
                  <a:lnTo>
                    <a:pt x="1217034" y="1508749"/>
                  </a:lnTo>
                  <a:lnTo>
                    <a:pt x="1217029" y="1508753"/>
                  </a:lnTo>
                  <a:lnTo>
                    <a:pt x="1217018" y="1508757"/>
                  </a:lnTo>
                  <a:lnTo>
                    <a:pt x="1217011" y="1508759"/>
                  </a:lnTo>
                  <a:lnTo>
                    <a:pt x="1217002" y="1508766"/>
                  </a:lnTo>
                  <a:lnTo>
                    <a:pt x="1216993" y="1508773"/>
                  </a:lnTo>
                  <a:lnTo>
                    <a:pt x="1216991" y="1508780"/>
                  </a:lnTo>
                  <a:lnTo>
                    <a:pt x="1216999" y="1508789"/>
                  </a:lnTo>
                  <a:lnTo>
                    <a:pt x="1217005" y="1508792"/>
                  </a:lnTo>
                  <a:lnTo>
                    <a:pt x="1217021" y="1508804"/>
                  </a:lnTo>
                  <a:lnTo>
                    <a:pt x="1217036" y="1508814"/>
                  </a:lnTo>
                  <a:lnTo>
                    <a:pt x="1217051" y="1508828"/>
                  </a:lnTo>
                  <a:lnTo>
                    <a:pt x="1217065" y="1508842"/>
                  </a:lnTo>
                  <a:lnTo>
                    <a:pt x="1217094" y="1508892"/>
                  </a:lnTo>
                  <a:lnTo>
                    <a:pt x="1217098" y="1508902"/>
                  </a:lnTo>
                  <a:lnTo>
                    <a:pt x="1217103" y="1508919"/>
                  </a:lnTo>
                  <a:lnTo>
                    <a:pt x="1217107" y="1508936"/>
                  </a:lnTo>
                  <a:lnTo>
                    <a:pt x="1217111" y="1508952"/>
                  </a:lnTo>
                  <a:lnTo>
                    <a:pt x="1217116" y="1508969"/>
                  </a:lnTo>
                  <a:lnTo>
                    <a:pt x="1217119" y="1508986"/>
                  </a:lnTo>
                  <a:lnTo>
                    <a:pt x="1217120" y="1509003"/>
                  </a:lnTo>
                  <a:lnTo>
                    <a:pt x="1217122" y="1509014"/>
                  </a:lnTo>
                  <a:lnTo>
                    <a:pt x="1217120" y="1509019"/>
                  </a:lnTo>
                  <a:lnTo>
                    <a:pt x="1217119" y="1509026"/>
                  </a:lnTo>
                  <a:lnTo>
                    <a:pt x="1217114" y="1509032"/>
                  </a:lnTo>
                  <a:lnTo>
                    <a:pt x="1217095" y="1509046"/>
                  </a:lnTo>
                  <a:lnTo>
                    <a:pt x="1217080" y="1509057"/>
                  </a:lnTo>
                  <a:lnTo>
                    <a:pt x="1217066" y="1509072"/>
                  </a:lnTo>
                  <a:lnTo>
                    <a:pt x="1217062" y="1509077"/>
                  </a:lnTo>
                  <a:lnTo>
                    <a:pt x="1217057" y="1509087"/>
                  </a:lnTo>
                  <a:lnTo>
                    <a:pt x="1217052" y="1509105"/>
                  </a:lnTo>
                  <a:lnTo>
                    <a:pt x="1217050" y="1509122"/>
                  </a:lnTo>
                  <a:lnTo>
                    <a:pt x="1217048" y="1509139"/>
                  </a:lnTo>
                  <a:lnTo>
                    <a:pt x="1217045" y="1509156"/>
                  </a:lnTo>
                  <a:lnTo>
                    <a:pt x="1217041" y="1509164"/>
                  </a:lnTo>
                  <a:lnTo>
                    <a:pt x="1217031" y="1509171"/>
                  </a:lnTo>
                  <a:lnTo>
                    <a:pt x="1217020" y="1509177"/>
                  </a:lnTo>
                  <a:lnTo>
                    <a:pt x="1217001" y="1509180"/>
                  </a:lnTo>
                  <a:lnTo>
                    <a:pt x="1216986" y="1509182"/>
                  </a:lnTo>
                  <a:lnTo>
                    <a:pt x="1216977" y="1509182"/>
                  </a:lnTo>
                  <a:lnTo>
                    <a:pt x="1216965" y="1509184"/>
                  </a:lnTo>
                  <a:lnTo>
                    <a:pt x="1216954" y="1509188"/>
                  </a:lnTo>
                  <a:lnTo>
                    <a:pt x="1216947" y="1509189"/>
                  </a:lnTo>
                  <a:lnTo>
                    <a:pt x="1216938" y="1509194"/>
                  </a:lnTo>
                  <a:lnTo>
                    <a:pt x="1216922" y="1509199"/>
                  </a:lnTo>
                  <a:lnTo>
                    <a:pt x="1216918" y="1509201"/>
                  </a:lnTo>
                  <a:lnTo>
                    <a:pt x="1216906" y="1509203"/>
                  </a:lnTo>
                  <a:lnTo>
                    <a:pt x="1216890" y="1509202"/>
                  </a:lnTo>
                  <a:lnTo>
                    <a:pt x="1216874" y="1509203"/>
                  </a:lnTo>
                  <a:lnTo>
                    <a:pt x="1216859" y="1509204"/>
                  </a:lnTo>
                  <a:lnTo>
                    <a:pt x="1216849" y="1509204"/>
                  </a:lnTo>
                  <a:lnTo>
                    <a:pt x="1216843" y="1509206"/>
                  </a:lnTo>
                  <a:lnTo>
                    <a:pt x="1216836" y="1509207"/>
                  </a:lnTo>
                  <a:lnTo>
                    <a:pt x="1216827" y="1509212"/>
                  </a:lnTo>
                  <a:lnTo>
                    <a:pt x="1216811" y="1509225"/>
                  </a:lnTo>
                  <a:lnTo>
                    <a:pt x="1216795" y="1509240"/>
                  </a:lnTo>
                  <a:lnTo>
                    <a:pt x="1216780" y="1509253"/>
                  </a:lnTo>
                  <a:lnTo>
                    <a:pt x="1216764" y="1509264"/>
                  </a:lnTo>
                  <a:lnTo>
                    <a:pt x="1216748" y="1509270"/>
                  </a:lnTo>
                  <a:lnTo>
                    <a:pt x="1216732" y="1509277"/>
                  </a:lnTo>
                  <a:lnTo>
                    <a:pt x="1216716" y="1509282"/>
                  </a:lnTo>
                  <a:lnTo>
                    <a:pt x="1216700" y="1509285"/>
                  </a:lnTo>
                  <a:lnTo>
                    <a:pt x="1216684" y="1509284"/>
                  </a:lnTo>
                  <a:lnTo>
                    <a:pt x="1216669" y="1509285"/>
                  </a:lnTo>
                  <a:lnTo>
                    <a:pt x="1216653" y="1509288"/>
                  </a:lnTo>
                  <a:lnTo>
                    <a:pt x="1216637" y="1509294"/>
                  </a:lnTo>
                  <a:lnTo>
                    <a:pt x="1216621" y="1509298"/>
                  </a:lnTo>
                  <a:lnTo>
                    <a:pt x="1216605" y="1509301"/>
                  </a:lnTo>
                  <a:lnTo>
                    <a:pt x="1216599" y="1509301"/>
                  </a:lnTo>
                  <a:lnTo>
                    <a:pt x="1216590" y="1509303"/>
                  </a:lnTo>
                  <a:lnTo>
                    <a:pt x="1216574" y="1509308"/>
                  </a:lnTo>
                  <a:lnTo>
                    <a:pt x="1216565" y="1509308"/>
                  </a:lnTo>
                  <a:lnTo>
                    <a:pt x="1216558" y="1509310"/>
                  </a:lnTo>
                  <a:lnTo>
                    <a:pt x="1216546" y="1509310"/>
                  </a:lnTo>
                  <a:lnTo>
                    <a:pt x="1216542" y="1509313"/>
                  </a:lnTo>
                  <a:lnTo>
                    <a:pt x="1216533" y="1509314"/>
                  </a:lnTo>
                  <a:lnTo>
                    <a:pt x="1216526" y="1509317"/>
                  </a:lnTo>
                  <a:lnTo>
                    <a:pt x="1216494" y="1509327"/>
                  </a:lnTo>
                  <a:lnTo>
                    <a:pt x="1216487" y="1509330"/>
                  </a:lnTo>
                  <a:lnTo>
                    <a:pt x="1216478" y="1509331"/>
                  </a:lnTo>
                  <a:lnTo>
                    <a:pt x="1216463" y="1509335"/>
                  </a:lnTo>
                  <a:lnTo>
                    <a:pt x="1216450" y="1509337"/>
                  </a:lnTo>
                  <a:lnTo>
                    <a:pt x="1216435" y="1509333"/>
                  </a:lnTo>
                  <a:lnTo>
                    <a:pt x="1216431" y="1509329"/>
                  </a:lnTo>
                  <a:lnTo>
                    <a:pt x="1216427" y="1509325"/>
                  </a:lnTo>
                  <a:lnTo>
                    <a:pt x="1216416" y="1509318"/>
                  </a:lnTo>
                  <a:lnTo>
                    <a:pt x="1216400" y="1509312"/>
                  </a:lnTo>
                  <a:lnTo>
                    <a:pt x="1216384" y="1509305"/>
                  </a:lnTo>
                  <a:lnTo>
                    <a:pt x="1216368" y="1509299"/>
                  </a:lnTo>
                  <a:lnTo>
                    <a:pt x="1216353" y="1509294"/>
                  </a:lnTo>
                  <a:lnTo>
                    <a:pt x="1216344" y="1509294"/>
                  </a:lnTo>
                  <a:lnTo>
                    <a:pt x="1216337" y="1509292"/>
                  </a:lnTo>
                  <a:lnTo>
                    <a:pt x="1216321" y="1509287"/>
                  </a:lnTo>
                  <a:lnTo>
                    <a:pt x="1216306" y="1509284"/>
                  </a:lnTo>
                  <a:lnTo>
                    <a:pt x="1216294" y="1509285"/>
                  </a:lnTo>
                  <a:lnTo>
                    <a:pt x="1216290" y="1509287"/>
                  </a:lnTo>
                  <a:lnTo>
                    <a:pt x="1216274" y="1509294"/>
                  </a:lnTo>
                  <a:lnTo>
                    <a:pt x="1216258" y="1509300"/>
                  </a:lnTo>
                  <a:lnTo>
                    <a:pt x="1216251" y="1509303"/>
                  </a:lnTo>
                  <a:lnTo>
                    <a:pt x="1216192" y="1509317"/>
                  </a:lnTo>
                  <a:lnTo>
                    <a:pt x="1216187" y="1509316"/>
                  </a:lnTo>
                  <a:lnTo>
                    <a:pt x="1216171" y="1509315"/>
                  </a:lnTo>
                  <a:lnTo>
                    <a:pt x="1216162" y="1509312"/>
                  </a:lnTo>
                  <a:lnTo>
                    <a:pt x="1216156" y="1509308"/>
                  </a:lnTo>
                  <a:lnTo>
                    <a:pt x="1216144" y="1509293"/>
                  </a:lnTo>
                  <a:lnTo>
                    <a:pt x="1216132" y="1509274"/>
                  </a:lnTo>
                  <a:lnTo>
                    <a:pt x="1216119" y="1509264"/>
                  </a:lnTo>
                  <a:lnTo>
                    <a:pt x="1216101" y="1509256"/>
                  </a:lnTo>
                  <a:lnTo>
                    <a:pt x="1216085" y="1509252"/>
                  </a:lnTo>
                  <a:lnTo>
                    <a:pt x="1216069" y="1509248"/>
                  </a:lnTo>
                  <a:lnTo>
                    <a:pt x="1216054" y="1509245"/>
                  </a:lnTo>
                  <a:lnTo>
                    <a:pt x="1216038" y="1509246"/>
                  </a:lnTo>
                  <a:lnTo>
                    <a:pt x="1216025" y="1509246"/>
                  </a:lnTo>
                  <a:lnTo>
                    <a:pt x="1216006" y="1509254"/>
                  </a:lnTo>
                  <a:lnTo>
                    <a:pt x="1215990" y="1509263"/>
                  </a:lnTo>
                  <a:lnTo>
                    <a:pt x="1215973" y="1509276"/>
                  </a:lnTo>
                  <a:lnTo>
                    <a:pt x="1215884" y="1509359"/>
                  </a:lnTo>
                  <a:lnTo>
                    <a:pt x="1215871" y="1509366"/>
                  </a:lnTo>
                  <a:lnTo>
                    <a:pt x="1215860" y="1509367"/>
                  </a:lnTo>
                  <a:lnTo>
                    <a:pt x="1215852" y="1509365"/>
                  </a:lnTo>
                  <a:lnTo>
                    <a:pt x="1215837" y="1509361"/>
                  </a:lnTo>
                  <a:lnTo>
                    <a:pt x="1215821" y="1509355"/>
                  </a:lnTo>
                  <a:lnTo>
                    <a:pt x="1215805" y="1509350"/>
                  </a:lnTo>
                  <a:lnTo>
                    <a:pt x="1215743" y="1509340"/>
                  </a:lnTo>
                  <a:lnTo>
                    <a:pt x="1215727" y="1509336"/>
                  </a:lnTo>
                  <a:lnTo>
                    <a:pt x="1215711" y="1509332"/>
                  </a:lnTo>
                  <a:lnTo>
                    <a:pt x="1215695" y="1509329"/>
                  </a:lnTo>
                  <a:lnTo>
                    <a:pt x="1215679" y="1509329"/>
                  </a:lnTo>
                  <a:lnTo>
                    <a:pt x="1215664" y="1509327"/>
                  </a:lnTo>
                  <a:lnTo>
                    <a:pt x="1215648" y="1509326"/>
                  </a:lnTo>
                  <a:lnTo>
                    <a:pt x="1215632" y="1509324"/>
                  </a:lnTo>
                  <a:lnTo>
                    <a:pt x="1215623" y="1509318"/>
                  </a:lnTo>
                  <a:lnTo>
                    <a:pt x="1215617" y="1509312"/>
                  </a:lnTo>
                  <a:lnTo>
                    <a:pt x="1215602" y="1509297"/>
                  </a:lnTo>
                  <a:lnTo>
                    <a:pt x="1215587" y="1509284"/>
                  </a:lnTo>
                  <a:lnTo>
                    <a:pt x="1215573" y="1509275"/>
                  </a:lnTo>
                  <a:lnTo>
                    <a:pt x="1215555" y="1509270"/>
                  </a:lnTo>
                  <a:lnTo>
                    <a:pt x="1215544" y="1509266"/>
                  </a:lnTo>
                  <a:lnTo>
                    <a:pt x="1215540" y="1509263"/>
                  </a:lnTo>
                  <a:lnTo>
                    <a:pt x="1215515" y="1509239"/>
                  </a:lnTo>
                  <a:lnTo>
                    <a:pt x="1215509" y="1509238"/>
                  </a:lnTo>
                  <a:lnTo>
                    <a:pt x="1215502" y="1509234"/>
                  </a:lnTo>
                  <a:lnTo>
                    <a:pt x="1215494" y="1509233"/>
                  </a:lnTo>
                  <a:lnTo>
                    <a:pt x="1215480" y="1509227"/>
                  </a:lnTo>
                  <a:lnTo>
                    <a:pt x="1215472" y="1509218"/>
                  </a:lnTo>
                  <a:lnTo>
                    <a:pt x="1215469" y="1509211"/>
                  </a:lnTo>
                  <a:lnTo>
                    <a:pt x="1215464" y="1509201"/>
                  </a:lnTo>
                  <a:lnTo>
                    <a:pt x="1215462" y="1509192"/>
                  </a:lnTo>
                  <a:lnTo>
                    <a:pt x="1215456" y="1509175"/>
                  </a:lnTo>
                  <a:lnTo>
                    <a:pt x="1215448" y="1509158"/>
                  </a:lnTo>
                  <a:lnTo>
                    <a:pt x="1215446" y="1509152"/>
                  </a:lnTo>
                  <a:lnTo>
                    <a:pt x="1215440" y="1509142"/>
                  </a:lnTo>
                  <a:lnTo>
                    <a:pt x="1215432" y="1509127"/>
                  </a:lnTo>
                  <a:lnTo>
                    <a:pt x="1215424" y="1509108"/>
                  </a:lnTo>
                  <a:lnTo>
                    <a:pt x="1215420" y="1509096"/>
                  </a:lnTo>
                  <a:lnTo>
                    <a:pt x="1215416" y="1509091"/>
                  </a:lnTo>
                  <a:lnTo>
                    <a:pt x="1215409" y="1509082"/>
                  </a:lnTo>
                  <a:lnTo>
                    <a:pt x="1215402" y="1509077"/>
                  </a:lnTo>
                  <a:lnTo>
                    <a:pt x="1215386" y="1509072"/>
                  </a:lnTo>
                  <a:lnTo>
                    <a:pt x="1215371" y="1509065"/>
                  </a:lnTo>
                  <a:lnTo>
                    <a:pt x="1215355" y="1509057"/>
                  </a:lnTo>
                  <a:lnTo>
                    <a:pt x="1215339" y="1509044"/>
                  </a:lnTo>
                  <a:lnTo>
                    <a:pt x="1215324" y="1509029"/>
                  </a:lnTo>
                  <a:lnTo>
                    <a:pt x="1215312" y="1509017"/>
                  </a:lnTo>
                  <a:lnTo>
                    <a:pt x="1215277" y="1508968"/>
                  </a:lnTo>
                  <a:lnTo>
                    <a:pt x="1215273" y="1508961"/>
                  </a:lnTo>
                  <a:lnTo>
                    <a:pt x="1215266" y="1508957"/>
                  </a:lnTo>
                  <a:lnTo>
                    <a:pt x="1215249" y="1508954"/>
                  </a:lnTo>
                  <a:lnTo>
                    <a:pt x="1215233" y="1508951"/>
                  </a:lnTo>
                  <a:lnTo>
                    <a:pt x="1215222" y="1508946"/>
                  </a:lnTo>
                  <a:lnTo>
                    <a:pt x="1215218" y="1508940"/>
                  </a:lnTo>
                  <a:lnTo>
                    <a:pt x="1215214" y="1508936"/>
                  </a:lnTo>
                  <a:lnTo>
                    <a:pt x="1215209" y="1508926"/>
                  </a:lnTo>
                  <a:lnTo>
                    <a:pt x="1215203" y="1508907"/>
                  </a:lnTo>
                  <a:lnTo>
                    <a:pt x="1215198" y="1508890"/>
                  </a:lnTo>
                  <a:lnTo>
                    <a:pt x="1215195" y="1508880"/>
                  </a:lnTo>
                  <a:lnTo>
                    <a:pt x="1215191" y="1508873"/>
                  </a:lnTo>
                  <a:lnTo>
                    <a:pt x="1215186" y="1508856"/>
                  </a:lnTo>
                  <a:lnTo>
                    <a:pt x="1215180" y="1508840"/>
                  </a:lnTo>
                  <a:lnTo>
                    <a:pt x="1215172" y="1508806"/>
                  </a:lnTo>
                  <a:lnTo>
                    <a:pt x="1215169" y="1508790"/>
                  </a:lnTo>
                  <a:lnTo>
                    <a:pt x="1215167" y="1508772"/>
                  </a:lnTo>
                  <a:lnTo>
                    <a:pt x="1215166" y="1508756"/>
                  </a:lnTo>
                  <a:lnTo>
                    <a:pt x="1215161" y="1508739"/>
                  </a:lnTo>
                  <a:lnTo>
                    <a:pt x="1215159" y="1508734"/>
                  </a:lnTo>
                  <a:lnTo>
                    <a:pt x="1215151" y="1508722"/>
                  </a:lnTo>
                  <a:lnTo>
                    <a:pt x="1215137" y="1508707"/>
                  </a:lnTo>
                  <a:lnTo>
                    <a:pt x="1215123" y="1508689"/>
                  </a:lnTo>
                  <a:lnTo>
                    <a:pt x="1215110" y="1508674"/>
                  </a:lnTo>
                  <a:lnTo>
                    <a:pt x="1215099" y="1508666"/>
                  </a:lnTo>
                  <a:lnTo>
                    <a:pt x="1215094" y="1508668"/>
                  </a:lnTo>
                  <a:lnTo>
                    <a:pt x="1215085" y="1508673"/>
                  </a:lnTo>
                  <a:lnTo>
                    <a:pt x="1214982" y="1508762"/>
                  </a:lnTo>
                  <a:lnTo>
                    <a:pt x="1214966" y="1508775"/>
                  </a:lnTo>
                  <a:lnTo>
                    <a:pt x="1214950" y="1508784"/>
                  </a:lnTo>
                  <a:lnTo>
                    <a:pt x="1214934" y="1508793"/>
                  </a:lnTo>
                  <a:lnTo>
                    <a:pt x="1214917" y="1508804"/>
                  </a:lnTo>
                  <a:lnTo>
                    <a:pt x="1214910" y="1508810"/>
                  </a:lnTo>
                  <a:lnTo>
                    <a:pt x="1214902" y="1508810"/>
                  </a:lnTo>
                  <a:lnTo>
                    <a:pt x="1214893" y="1508809"/>
                  </a:lnTo>
                  <a:lnTo>
                    <a:pt x="1214886" y="1508806"/>
                  </a:lnTo>
                  <a:lnTo>
                    <a:pt x="1214874" y="1508799"/>
                  </a:lnTo>
                  <a:lnTo>
                    <a:pt x="1214867" y="1508796"/>
                  </a:lnTo>
                  <a:lnTo>
                    <a:pt x="1214855" y="1508794"/>
                  </a:lnTo>
                  <a:lnTo>
                    <a:pt x="1214839" y="1508790"/>
                  </a:lnTo>
                  <a:lnTo>
                    <a:pt x="1214831" y="1508790"/>
                  </a:lnTo>
                  <a:lnTo>
                    <a:pt x="1214823" y="1508788"/>
                  </a:lnTo>
                  <a:lnTo>
                    <a:pt x="1214807" y="1508786"/>
                  </a:lnTo>
                  <a:lnTo>
                    <a:pt x="1214792" y="1508785"/>
                  </a:lnTo>
                  <a:lnTo>
                    <a:pt x="1214744" y="1508784"/>
                  </a:lnTo>
                  <a:lnTo>
                    <a:pt x="1214728" y="1508786"/>
                  </a:lnTo>
                  <a:lnTo>
                    <a:pt x="1214713" y="1508787"/>
                  </a:lnTo>
                  <a:lnTo>
                    <a:pt x="1214705" y="1508788"/>
                  </a:lnTo>
                  <a:lnTo>
                    <a:pt x="1214698" y="1508797"/>
                  </a:lnTo>
                  <a:lnTo>
                    <a:pt x="1214692" y="1508814"/>
                  </a:lnTo>
                  <a:lnTo>
                    <a:pt x="1214684" y="1508832"/>
                  </a:lnTo>
                  <a:lnTo>
                    <a:pt x="1214677" y="1508847"/>
                  </a:lnTo>
                  <a:lnTo>
                    <a:pt x="1214672" y="1508858"/>
                  </a:lnTo>
                  <a:lnTo>
                    <a:pt x="1214666" y="1508869"/>
                  </a:lnTo>
                  <a:lnTo>
                    <a:pt x="1214658" y="1508878"/>
                  </a:lnTo>
                  <a:lnTo>
                    <a:pt x="1214621" y="1508900"/>
                  </a:lnTo>
                  <a:lnTo>
                    <a:pt x="1214494" y="1508930"/>
                  </a:lnTo>
                  <a:lnTo>
                    <a:pt x="1214479" y="1508933"/>
                  </a:lnTo>
                  <a:lnTo>
                    <a:pt x="1214464" y="1508934"/>
                  </a:lnTo>
                  <a:lnTo>
                    <a:pt x="1214448" y="1508936"/>
                  </a:lnTo>
                  <a:lnTo>
                    <a:pt x="1214431" y="1508937"/>
                  </a:lnTo>
                  <a:lnTo>
                    <a:pt x="1214367" y="1508926"/>
                  </a:lnTo>
                  <a:lnTo>
                    <a:pt x="1214363" y="1508924"/>
                  </a:lnTo>
                  <a:lnTo>
                    <a:pt x="1214347" y="1508920"/>
                  </a:lnTo>
                  <a:lnTo>
                    <a:pt x="1214331" y="1508917"/>
                  </a:lnTo>
                  <a:lnTo>
                    <a:pt x="1214318" y="1508917"/>
                  </a:lnTo>
                  <a:lnTo>
                    <a:pt x="1214309" y="1508920"/>
                  </a:lnTo>
                  <a:lnTo>
                    <a:pt x="1214302" y="1508925"/>
                  </a:lnTo>
                  <a:lnTo>
                    <a:pt x="1214285" y="1508934"/>
                  </a:lnTo>
                  <a:lnTo>
                    <a:pt x="1214278" y="1508939"/>
                  </a:lnTo>
                  <a:lnTo>
                    <a:pt x="1214269" y="1508942"/>
                  </a:lnTo>
                  <a:lnTo>
                    <a:pt x="1214259" y="1508944"/>
                  </a:lnTo>
                  <a:lnTo>
                    <a:pt x="1214253" y="1508946"/>
                  </a:lnTo>
                  <a:lnTo>
                    <a:pt x="1214245" y="1508948"/>
                  </a:lnTo>
                  <a:lnTo>
                    <a:pt x="1214237" y="1508948"/>
                  </a:lnTo>
                  <a:lnTo>
                    <a:pt x="1214221" y="1508941"/>
                  </a:lnTo>
                  <a:lnTo>
                    <a:pt x="1214206" y="1508928"/>
                  </a:lnTo>
                  <a:lnTo>
                    <a:pt x="1214190" y="1508915"/>
                  </a:lnTo>
                  <a:lnTo>
                    <a:pt x="1214183" y="1508910"/>
                  </a:lnTo>
                  <a:lnTo>
                    <a:pt x="1214174" y="1508910"/>
                  </a:lnTo>
                  <a:lnTo>
                    <a:pt x="1214160" y="1508920"/>
                  </a:lnTo>
                  <a:lnTo>
                    <a:pt x="1214156" y="1508922"/>
                  </a:lnTo>
                  <a:lnTo>
                    <a:pt x="1214145" y="1508924"/>
                  </a:lnTo>
                  <a:lnTo>
                    <a:pt x="1214127" y="1508922"/>
                  </a:lnTo>
                  <a:lnTo>
                    <a:pt x="1214111" y="1508917"/>
                  </a:lnTo>
                  <a:lnTo>
                    <a:pt x="1214096" y="1508912"/>
                  </a:lnTo>
                  <a:lnTo>
                    <a:pt x="1214080" y="1508907"/>
                  </a:lnTo>
                  <a:lnTo>
                    <a:pt x="1214064" y="1508905"/>
                  </a:lnTo>
                  <a:lnTo>
                    <a:pt x="1214048" y="1508905"/>
                  </a:lnTo>
                  <a:lnTo>
                    <a:pt x="1214032" y="1508903"/>
                  </a:lnTo>
                  <a:lnTo>
                    <a:pt x="1214022" y="1508901"/>
                  </a:lnTo>
                  <a:lnTo>
                    <a:pt x="1214017" y="1508898"/>
                  </a:lnTo>
                  <a:lnTo>
                    <a:pt x="1214008" y="1508891"/>
                  </a:lnTo>
                  <a:lnTo>
                    <a:pt x="1214003" y="1508884"/>
                  </a:lnTo>
                  <a:lnTo>
                    <a:pt x="1213998" y="1508876"/>
                  </a:lnTo>
                  <a:lnTo>
                    <a:pt x="1213992" y="1508867"/>
                  </a:lnTo>
                  <a:lnTo>
                    <a:pt x="1213983" y="1508851"/>
                  </a:lnTo>
                  <a:lnTo>
                    <a:pt x="1213974" y="1508834"/>
                  </a:lnTo>
                  <a:lnTo>
                    <a:pt x="1213967" y="1508817"/>
                  </a:lnTo>
                  <a:lnTo>
                    <a:pt x="1213961" y="1508805"/>
                  </a:lnTo>
                  <a:lnTo>
                    <a:pt x="1213955" y="1508800"/>
                  </a:lnTo>
                  <a:lnTo>
                    <a:pt x="1213947" y="1508792"/>
                  </a:lnTo>
                  <a:lnTo>
                    <a:pt x="1213941" y="1508788"/>
                  </a:lnTo>
                  <a:lnTo>
                    <a:pt x="1213934" y="1508786"/>
                  </a:lnTo>
                  <a:lnTo>
                    <a:pt x="1213851" y="1508775"/>
                  </a:lnTo>
                  <a:lnTo>
                    <a:pt x="1213835" y="1508771"/>
                  </a:lnTo>
                  <a:lnTo>
                    <a:pt x="1213819" y="1508769"/>
                  </a:lnTo>
                  <a:lnTo>
                    <a:pt x="1213803" y="1508770"/>
                  </a:lnTo>
                  <a:lnTo>
                    <a:pt x="1213744" y="1508781"/>
                  </a:lnTo>
                  <a:lnTo>
                    <a:pt x="1213736" y="1508783"/>
                  </a:lnTo>
                  <a:lnTo>
                    <a:pt x="1213725" y="1508784"/>
                  </a:lnTo>
                  <a:lnTo>
                    <a:pt x="1213709" y="1508786"/>
                  </a:lnTo>
                  <a:lnTo>
                    <a:pt x="1213694" y="1508784"/>
                  </a:lnTo>
                  <a:lnTo>
                    <a:pt x="1213678" y="1508783"/>
                  </a:lnTo>
                  <a:lnTo>
                    <a:pt x="1213662" y="1508782"/>
                  </a:lnTo>
                  <a:lnTo>
                    <a:pt x="1213646" y="1508787"/>
                  </a:lnTo>
                  <a:lnTo>
                    <a:pt x="1213630" y="1508793"/>
                  </a:lnTo>
                  <a:lnTo>
                    <a:pt x="1213614" y="1508800"/>
                  </a:lnTo>
                  <a:lnTo>
                    <a:pt x="1213598" y="1508808"/>
                  </a:lnTo>
                  <a:lnTo>
                    <a:pt x="1213582" y="1508816"/>
                  </a:lnTo>
                  <a:lnTo>
                    <a:pt x="1213567" y="1508825"/>
                  </a:lnTo>
                  <a:lnTo>
                    <a:pt x="1213551" y="1508830"/>
                  </a:lnTo>
                  <a:lnTo>
                    <a:pt x="1213535" y="1508831"/>
                  </a:lnTo>
                  <a:lnTo>
                    <a:pt x="1213530" y="1508832"/>
                  </a:lnTo>
                  <a:lnTo>
                    <a:pt x="1213519" y="1508829"/>
                  </a:lnTo>
                  <a:lnTo>
                    <a:pt x="1213503" y="1508824"/>
                  </a:lnTo>
                  <a:lnTo>
                    <a:pt x="1213488" y="1508812"/>
                  </a:lnTo>
                  <a:lnTo>
                    <a:pt x="1213477" y="1508803"/>
                  </a:lnTo>
                  <a:lnTo>
                    <a:pt x="1213472" y="1508801"/>
                  </a:lnTo>
                  <a:lnTo>
                    <a:pt x="1213456" y="1508793"/>
                  </a:lnTo>
                  <a:lnTo>
                    <a:pt x="1213450" y="1508792"/>
                  </a:lnTo>
                  <a:lnTo>
                    <a:pt x="1213423" y="1508796"/>
                  </a:lnTo>
                  <a:lnTo>
                    <a:pt x="1213409" y="1508814"/>
                  </a:lnTo>
                  <a:lnTo>
                    <a:pt x="1213402" y="1508826"/>
                  </a:lnTo>
                  <a:lnTo>
                    <a:pt x="1213393" y="1508839"/>
                  </a:lnTo>
                  <a:lnTo>
                    <a:pt x="1213380" y="1508855"/>
                  </a:lnTo>
                  <a:lnTo>
                    <a:pt x="1213367" y="1508863"/>
                  </a:lnTo>
                  <a:lnTo>
                    <a:pt x="1213356" y="1508867"/>
                  </a:lnTo>
                  <a:lnTo>
                    <a:pt x="1213348" y="1508870"/>
                  </a:lnTo>
                  <a:lnTo>
                    <a:pt x="1213332" y="1508874"/>
                  </a:lnTo>
                  <a:lnTo>
                    <a:pt x="1213316" y="1508876"/>
                  </a:lnTo>
                  <a:lnTo>
                    <a:pt x="1213304" y="1508876"/>
                  </a:lnTo>
                  <a:lnTo>
                    <a:pt x="1213300" y="1508878"/>
                  </a:lnTo>
                  <a:lnTo>
                    <a:pt x="1213284" y="1508883"/>
                  </a:lnTo>
                  <a:lnTo>
                    <a:pt x="1213269" y="1508889"/>
                  </a:lnTo>
                  <a:lnTo>
                    <a:pt x="1213252" y="1508895"/>
                  </a:lnTo>
                  <a:lnTo>
                    <a:pt x="1213238" y="1508904"/>
                  </a:lnTo>
                  <a:lnTo>
                    <a:pt x="1213233" y="1508913"/>
                  </a:lnTo>
                  <a:lnTo>
                    <a:pt x="1213232" y="1508922"/>
                  </a:lnTo>
                  <a:lnTo>
                    <a:pt x="1213234" y="1508927"/>
                  </a:lnTo>
                  <a:lnTo>
                    <a:pt x="1213242" y="1508936"/>
                  </a:lnTo>
                  <a:lnTo>
                    <a:pt x="1213249" y="1508945"/>
                  </a:lnTo>
                  <a:lnTo>
                    <a:pt x="1213262" y="1508990"/>
                  </a:lnTo>
                  <a:lnTo>
                    <a:pt x="1213262" y="1509006"/>
                  </a:lnTo>
                  <a:lnTo>
                    <a:pt x="1213260" y="1509013"/>
                  </a:lnTo>
                  <a:lnTo>
                    <a:pt x="1213259" y="1509030"/>
                  </a:lnTo>
                  <a:lnTo>
                    <a:pt x="1213256" y="1509047"/>
                  </a:lnTo>
                  <a:lnTo>
                    <a:pt x="1213255" y="1509063"/>
                  </a:lnTo>
                  <a:lnTo>
                    <a:pt x="1213253" y="1509080"/>
                  </a:lnTo>
                  <a:lnTo>
                    <a:pt x="1213251" y="1509096"/>
                  </a:lnTo>
                  <a:lnTo>
                    <a:pt x="1213248" y="1509113"/>
                  </a:lnTo>
                  <a:lnTo>
                    <a:pt x="1213247" y="1509163"/>
                  </a:lnTo>
                  <a:lnTo>
                    <a:pt x="1213249" y="1509196"/>
                  </a:lnTo>
                  <a:lnTo>
                    <a:pt x="1213251" y="1509213"/>
                  </a:lnTo>
                  <a:lnTo>
                    <a:pt x="1213254" y="1509230"/>
                  </a:lnTo>
                  <a:lnTo>
                    <a:pt x="1213259" y="1509247"/>
                  </a:lnTo>
                  <a:lnTo>
                    <a:pt x="1213260" y="1509252"/>
                  </a:lnTo>
                  <a:lnTo>
                    <a:pt x="1213266" y="1509263"/>
                  </a:lnTo>
                  <a:lnTo>
                    <a:pt x="1213272" y="1509272"/>
                  </a:lnTo>
                  <a:lnTo>
                    <a:pt x="1213279" y="1509279"/>
                  </a:lnTo>
                  <a:lnTo>
                    <a:pt x="1213289" y="1509287"/>
                  </a:lnTo>
                  <a:lnTo>
                    <a:pt x="1213322" y="1509296"/>
                  </a:lnTo>
                  <a:lnTo>
                    <a:pt x="1213331" y="1509305"/>
                  </a:lnTo>
                  <a:lnTo>
                    <a:pt x="1213341" y="1509308"/>
                  </a:lnTo>
                  <a:lnTo>
                    <a:pt x="1213357" y="1509315"/>
                  </a:lnTo>
                  <a:lnTo>
                    <a:pt x="1213372" y="1509328"/>
                  </a:lnTo>
                  <a:lnTo>
                    <a:pt x="1213383" y="1509345"/>
                  </a:lnTo>
                  <a:lnTo>
                    <a:pt x="1213391" y="1509359"/>
                  </a:lnTo>
                  <a:lnTo>
                    <a:pt x="1213395" y="1509368"/>
                  </a:lnTo>
                  <a:lnTo>
                    <a:pt x="1213401" y="1509378"/>
                  </a:lnTo>
                  <a:lnTo>
                    <a:pt x="1213405" y="1509387"/>
                  </a:lnTo>
                  <a:lnTo>
                    <a:pt x="1213408" y="1509395"/>
                  </a:lnTo>
                  <a:lnTo>
                    <a:pt x="1213419" y="1509410"/>
                  </a:lnTo>
                  <a:lnTo>
                    <a:pt x="1213428" y="1509421"/>
                  </a:lnTo>
                  <a:lnTo>
                    <a:pt x="1213433" y="1509425"/>
                  </a:lnTo>
                  <a:lnTo>
                    <a:pt x="1213449" y="1509437"/>
                  </a:lnTo>
                  <a:lnTo>
                    <a:pt x="1213453" y="1509440"/>
                  </a:lnTo>
                  <a:lnTo>
                    <a:pt x="1213462" y="1509450"/>
                  </a:lnTo>
                  <a:lnTo>
                    <a:pt x="1213470" y="1509460"/>
                  </a:lnTo>
                  <a:lnTo>
                    <a:pt x="1213473" y="1509468"/>
                  </a:lnTo>
                  <a:lnTo>
                    <a:pt x="1213479" y="1509521"/>
                  </a:lnTo>
                  <a:lnTo>
                    <a:pt x="1213479" y="1509531"/>
                  </a:lnTo>
                  <a:lnTo>
                    <a:pt x="1213479" y="1509548"/>
                  </a:lnTo>
                  <a:lnTo>
                    <a:pt x="1213481" y="1509564"/>
                  </a:lnTo>
                  <a:lnTo>
                    <a:pt x="1213481" y="1509581"/>
                  </a:lnTo>
                  <a:lnTo>
                    <a:pt x="1213479" y="1509598"/>
                  </a:lnTo>
                  <a:lnTo>
                    <a:pt x="1213473" y="1509615"/>
                  </a:lnTo>
                  <a:lnTo>
                    <a:pt x="1213469" y="1509624"/>
                  </a:lnTo>
                  <a:lnTo>
                    <a:pt x="1213464" y="1509631"/>
                  </a:lnTo>
                  <a:lnTo>
                    <a:pt x="1213458" y="1509647"/>
                  </a:lnTo>
                  <a:lnTo>
                    <a:pt x="1213415" y="1509720"/>
                  </a:lnTo>
                  <a:lnTo>
                    <a:pt x="1213410" y="1509724"/>
                  </a:lnTo>
                  <a:lnTo>
                    <a:pt x="1213394" y="1509731"/>
                  </a:lnTo>
                  <a:lnTo>
                    <a:pt x="1213380" y="1509740"/>
                  </a:lnTo>
                  <a:lnTo>
                    <a:pt x="1213371" y="1509748"/>
                  </a:lnTo>
                  <a:lnTo>
                    <a:pt x="1213366" y="1509754"/>
                  </a:lnTo>
                  <a:lnTo>
                    <a:pt x="1213361" y="1509769"/>
                  </a:lnTo>
                  <a:lnTo>
                    <a:pt x="1213358" y="1509773"/>
                  </a:lnTo>
                  <a:lnTo>
                    <a:pt x="1213357" y="1509785"/>
                  </a:lnTo>
                  <a:lnTo>
                    <a:pt x="1213354" y="1509806"/>
                  </a:lnTo>
                  <a:lnTo>
                    <a:pt x="1213355" y="1509919"/>
                  </a:lnTo>
                  <a:lnTo>
                    <a:pt x="1213353" y="1509927"/>
                  </a:lnTo>
                  <a:lnTo>
                    <a:pt x="1213349" y="1509932"/>
                  </a:lnTo>
                  <a:lnTo>
                    <a:pt x="1213343" y="1509945"/>
                  </a:lnTo>
                  <a:lnTo>
                    <a:pt x="1213339" y="1510017"/>
                  </a:lnTo>
                  <a:lnTo>
                    <a:pt x="1213337" y="1510034"/>
                  </a:lnTo>
                  <a:lnTo>
                    <a:pt x="1213335" y="1510047"/>
                  </a:lnTo>
                  <a:lnTo>
                    <a:pt x="1213331" y="1510059"/>
                  </a:lnTo>
                  <a:lnTo>
                    <a:pt x="1213327" y="1510067"/>
                  </a:lnTo>
                  <a:lnTo>
                    <a:pt x="1213319" y="1510083"/>
                  </a:lnTo>
                  <a:lnTo>
                    <a:pt x="1213315" y="1510090"/>
                  </a:lnTo>
                  <a:lnTo>
                    <a:pt x="1213311" y="1510100"/>
                  </a:lnTo>
                  <a:lnTo>
                    <a:pt x="1213306" y="1510116"/>
                  </a:lnTo>
                  <a:lnTo>
                    <a:pt x="1213309" y="1510129"/>
                  </a:lnTo>
                  <a:lnTo>
                    <a:pt x="1213367" y="1510174"/>
                  </a:lnTo>
                  <a:lnTo>
                    <a:pt x="1213373" y="1510191"/>
                  </a:lnTo>
                  <a:lnTo>
                    <a:pt x="1213378" y="1510208"/>
                  </a:lnTo>
                  <a:lnTo>
                    <a:pt x="1213381" y="1510225"/>
                  </a:lnTo>
                  <a:lnTo>
                    <a:pt x="1213383" y="1510241"/>
                  </a:lnTo>
                  <a:lnTo>
                    <a:pt x="1213382" y="1510258"/>
                  </a:lnTo>
                  <a:lnTo>
                    <a:pt x="1213381" y="1510275"/>
                  </a:lnTo>
                  <a:lnTo>
                    <a:pt x="1213380" y="1510291"/>
                  </a:lnTo>
                  <a:lnTo>
                    <a:pt x="1213377" y="1510308"/>
                  </a:lnTo>
                  <a:lnTo>
                    <a:pt x="1213375" y="1510317"/>
                  </a:lnTo>
                  <a:lnTo>
                    <a:pt x="1213375" y="1510358"/>
                  </a:lnTo>
                  <a:lnTo>
                    <a:pt x="1213377" y="1510362"/>
                  </a:lnTo>
                  <a:lnTo>
                    <a:pt x="1213383" y="1510376"/>
                  </a:lnTo>
                  <a:lnTo>
                    <a:pt x="1213403" y="1510445"/>
                  </a:lnTo>
                  <a:lnTo>
                    <a:pt x="1213403" y="1510462"/>
                  </a:lnTo>
                  <a:lnTo>
                    <a:pt x="1213401" y="1510478"/>
                  </a:lnTo>
                  <a:lnTo>
                    <a:pt x="1213398" y="1510495"/>
                  </a:lnTo>
                  <a:lnTo>
                    <a:pt x="1213376" y="1510536"/>
                  </a:lnTo>
                  <a:lnTo>
                    <a:pt x="1213375" y="1510541"/>
                  </a:lnTo>
                  <a:lnTo>
                    <a:pt x="1213374" y="1510558"/>
                  </a:lnTo>
                  <a:lnTo>
                    <a:pt x="1213371" y="1510574"/>
                  </a:lnTo>
                  <a:lnTo>
                    <a:pt x="1213367" y="1510591"/>
                  </a:lnTo>
                  <a:lnTo>
                    <a:pt x="1213363" y="1510608"/>
                  </a:lnTo>
                  <a:lnTo>
                    <a:pt x="1213360" y="1510624"/>
                  </a:lnTo>
                  <a:lnTo>
                    <a:pt x="1213354" y="1510641"/>
                  </a:lnTo>
                  <a:lnTo>
                    <a:pt x="1213348" y="1510657"/>
                  </a:lnTo>
                  <a:lnTo>
                    <a:pt x="1213340" y="1510674"/>
                  </a:lnTo>
                  <a:lnTo>
                    <a:pt x="1213335" y="1510688"/>
                  </a:lnTo>
                  <a:lnTo>
                    <a:pt x="1213325" y="1510707"/>
                  </a:lnTo>
                  <a:lnTo>
                    <a:pt x="1213320" y="1510723"/>
                  </a:lnTo>
                  <a:lnTo>
                    <a:pt x="1213312" y="1510815"/>
                  </a:lnTo>
                  <a:lnTo>
                    <a:pt x="1213308" y="1510832"/>
                  </a:lnTo>
                  <a:lnTo>
                    <a:pt x="1213302" y="1510848"/>
                  </a:lnTo>
                  <a:lnTo>
                    <a:pt x="1213298" y="1510858"/>
                  </a:lnTo>
                  <a:lnTo>
                    <a:pt x="1213294" y="1510865"/>
                  </a:lnTo>
                  <a:lnTo>
                    <a:pt x="1213288" y="1510882"/>
                  </a:lnTo>
                  <a:lnTo>
                    <a:pt x="1213285" y="1510898"/>
                  </a:lnTo>
                  <a:lnTo>
                    <a:pt x="1213282" y="1510915"/>
                  </a:lnTo>
                  <a:lnTo>
                    <a:pt x="1213275" y="1510931"/>
                  </a:lnTo>
                  <a:lnTo>
                    <a:pt x="1213269" y="1510940"/>
                  </a:lnTo>
                  <a:lnTo>
                    <a:pt x="1213261" y="1510947"/>
                  </a:lnTo>
                  <a:lnTo>
                    <a:pt x="1213246" y="1510958"/>
                  </a:lnTo>
                  <a:lnTo>
                    <a:pt x="1213233" y="1510966"/>
                  </a:lnTo>
                  <a:lnTo>
                    <a:pt x="1213215" y="1510969"/>
                  </a:lnTo>
                  <a:lnTo>
                    <a:pt x="1213199" y="1510971"/>
                  </a:lnTo>
                  <a:lnTo>
                    <a:pt x="1213190" y="1510973"/>
                  </a:lnTo>
                  <a:lnTo>
                    <a:pt x="1213185" y="1510977"/>
                  </a:lnTo>
                  <a:lnTo>
                    <a:pt x="1213181" y="1510985"/>
                  </a:lnTo>
                  <a:lnTo>
                    <a:pt x="1213179" y="1510994"/>
                  </a:lnTo>
                  <a:lnTo>
                    <a:pt x="1213177" y="1511004"/>
                  </a:lnTo>
                  <a:lnTo>
                    <a:pt x="1213174" y="1511023"/>
                  </a:lnTo>
                  <a:lnTo>
                    <a:pt x="1213163" y="1511038"/>
                  </a:lnTo>
                  <a:lnTo>
                    <a:pt x="1213144" y="1511056"/>
                  </a:lnTo>
                  <a:lnTo>
                    <a:pt x="1213117" y="1511074"/>
                  </a:lnTo>
                  <a:lnTo>
                    <a:pt x="1213092" y="1511077"/>
                  </a:lnTo>
                  <a:lnTo>
                    <a:pt x="1213082" y="1511080"/>
                  </a:lnTo>
                  <a:lnTo>
                    <a:pt x="1213079" y="1511084"/>
                  </a:lnTo>
                  <a:lnTo>
                    <a:pt x="1213081" y="1511089"/>
                  </a:lnTo>
                  <a:lnTo>
                    <a:pt x="1213089" y="1511097"/>
                  </a:lnTo>
                  <a:lnTo>
                    <a:pt x="1213101" y="1511113"/>
                  </a:lnTo>
                  <a:lnTo>
                    <a:pt x="1213111" y="1511130"/>
                  </a:lnTo>
                  <a:lnTo>
                    <a:pt x="1213118" y="1511147"/>
                  </a:lnTo>
                  <a:lnTo>
                    <a:pt x="1213122" y="1511164"/>
                  </a:lnTo>
                  <a:lnTo>
                    <a:pt x="1213125" y="1511181"/>
                  </a:lnTo>
                  <a:lnTo>
                    <a:pt x="1213126" y="1511197"/>
                  </a:lnTo>
                  <a:lnTo>
                    <a:pt x="1213127" y="1511214"/>
                  </a:lnTo>
                  <a:lnTo>
                    <a:pt x="1213126" y="1511231"/>
                  </a:lnTo>
                  <a:lnTo>
                    <a:pt x="1213122" y="1511247"/>
                  </a:lnTo>
                  <a:lnTo>
                    <a:pt x="1213116" y="1511264"/>
                  </a:lnTo>
                  <a:lnTo>
                    <a:pt x="1213110" y="1511280"/>
                  </a:lnTo>
                  <a:lnTo>
                    <a:pt x="1213102" y="1511299"/>
                  </a:lnTo>
                  <a:lnTo>
                    <a:pt x="1213096" y="1511309"/>
                  </a:lnTo>
                  <a:lnTo>
                    <a:pt x="1213092" y="1511313"/>
                  </a:lnTo>
                  <a:lnTo>
                    <a:pt x="1213078" y="1511323"/>
                  </a:lnTo>
                  <a:lnTo>
                    <a:pt x="1213060" y="1511324"/>
                  </a:lnTo>
                  <a:lnTo>
                    <a:pt x="1213044" y="1511319"/>
                  </a:lnTo>
                  <a:lnTo>
                    <a:pt x="1213029" y="1511310"/>
                  </a:lnTo>
                  <a:lnTo>
                    <a:pt x="1213013" y="1511301"/>
                  </a:lnTo>
                  <a:lnTo>
                    <a:pt x="1212997" y="1511294"/>
                  </a:lnTo>
                  <a:lnTo>
                    <a:pt x="1212981" y="1511283"/>
                  </a:lnTo>
                  <a:lnTo>
                    <a:pt x="1212975" y="1511281"/>
                  </a:lnTo>
                  <a:lnTo>
                    <a:pt x="1212970" y="1511284"/>
                  </a:lnTo>
                  <a:lnTo>
                    <a:pt x="1212961" y="1511307"/>
                  </a:lnTo>
                  <a:lnTo>
                    <a:pt x="1212959" y="1511318"/>
                  </a:lnTo>
                  <a:lnTo>
                    <a:pt x="1212955" y="1511324"/>
                  </a:lnTo>
                  <a:lnTo>
                    <a:pt x="1212946" y="1511340"/>
                  </a:lnTo>
                  <a:lnTo>
                    <a:pt x="1212937" y="1511357"/>
                  </a:lnTo>
                  <a:lnTo>
                    <a:pt x="1212932" y="1511373"/>
                  </a:lnTo>
                  <a:lnTo>
                    <a:pt x="1212930" y="1511390"/>
                  </a:lnTo>
                  <a:lnTo>
                    <a:pt x="1212931" y="1511406"/>
                  </a:lnTo>
                  <a:lnTo>
                    <a:pt x="1212933" y="1511423"/>
                  </a:lnTo>
                  <a:lnTo>
                    <a:pt x="1212934" y="1511433"/>
                  </a:lnTo>
                  <a:lnTo>
                    <a:pt x="1212937" y="1511440"/>
                  </a:lnTo>
                  <a:lnTo>
                    <a:pt x="1212944" y="1511457"/>
                  </a:lnTo>
                  <a:lnTo>
                    <a:pt x="1212949" y="1511474"/>
                  </a:lnTo>
                  <a:lnTo>
                    <a:pt x="1212952" y="1511490"/>
                  </a:lnTo>
                  <a:lnTo>
                    <a:pt x="1212953" y="1511507"/>
                  </a:lnTo>
                  <a:lnTo>
                    <a:pt x="1212954" y="1511513"/>
                  </a:lnTo>
                  <a:lnTo>
                    <a:pt x="1212953" y="1511524"/>
                  </a:lnTo>
                  <a:lnTo>
                    <a:pt x="1212952" y="1511532"/>
                  </a:lnTo>
                  <a:lnTo>
                    <a:pt x="1212948" y="1511539"/>
                  </a:lnTo>
                  <a:lnTo>
                    <a:pt x="1212939" y="1511544"/>
                  </a:lnTo>
                  <a:lnTo>
                    <a:pt x="1212931" y="1511546"/>
                  </a:lnTo>
                  <a:lnTo>
                    <a:pt x="1212899" y="1511548"/>
                  </a:lnTo>
                  <a:lnTo>
                    <a:pt x="1212883" y="1511550"/>
                  </a:lnTo>
                  <a:lnTo>
                    <a:pt x="1212870" y="1511551"/>
                  </a:lnTo>
                  <a:lnTo>
                    <a:pt x="1212861" y="1511553"/>
                  </a:lnTo>
                  <a:lnTo>
                    <a:pt x="1212851" y="1511556"/>
                  </a:lnTo>
                  <a:lnTo>
                    <a:pt x="1212837" y="1511570"/>
                  </a:lnTo>
                  <a:lnTo>
                    <a:pt x="1212825" y="1511587"/>
                  </a:lnTo>
                  <a:lnTo>
                    <a:pt x="1212815" y="1511600"/>
                  </a:lnTo>
                  <a:lnTo>
                    <a:pt x="1212779" y="1511646"/>
                  </a:lnTo>
                  <a:lnTo>
                    <a:pt x="1212772" y="1511641"/>
                  </a:lnTo>
                  <a:lnTo>
                    <a:pt x="1212755" y="1511634"/>
                  </a:lnTo>
                  <a:lnTo>
                    <a:pt x="1212748" y="1511633"/>
                  </a:lnTo>
                  <a:lnTo>
                    <a:pt x="1212700" y="1511614"/>
                  </a:lnTo>
                  <a:lnTo>
                    <a:pt x="1212692" y="1511612"/>
                  </a:lnTo>
                  <a:lnTo>
                    <a:pt x="1212684" y="1511611"/>
                  </a:lnTo>
                  <a:lnTo>
                    <a:pt x="1212668" y="1511615"/>
                  </a:lnTo>
                  <a:lnTo>
                    <a:pt x="1212652" y="1511623"/>
                  </a:lnTo>
                  <a:lnTo>
                    <a:pt x="1212637" y="1511630"/>
                  </a:lnTo>
                  <a:lnTo>
                    <a:pt x="1212620" y="1511634"/>
                  </a:lnTo>
                  <a:lnTo>
                    <a:pt x="1212613" y="1511633"/>
                  </a:lnTo>
                  <a:lnTo>
                    <a:pt x="1212610" y="1511624"/>
                  </a:lnTo>
                  <a:lnTo>
                    <a:pt x="1212610" y="1511608"/>
                  </a:lnTo>
                  <a:lnTo>
                    <a:pt x="1212607" y="1511591"/>
                  </a:lnTo>
                  <a:lnTo>
                    <a:pt x="1212604" y="1511581"/>
                  </a:lnTo>
                  <a:lnTo>
                    <a:pt x="1212597" y="1511574"/>
                  </a:lnTo>
                  <a:lnTo>
                    <a:pt x="1212582" y="1511571"/>
                  </a:lnTo>
                  <a:lnTo>
                    <a:pt x="1212566" y="1511568"/>
                  </a:lnTo>
                  <a:lnTo>
                    <a:pt x="1212550" y="1511567"/>
                  </a:lnTo>
                  <a:lnTo>
                    <a:pt x="1212535" y="1511564"/>
                  </a:lnTo>
                  <a:lnTo>
                    <a:pt x="1212519" y="1511558"/>
                  </a:lnTo>
                  <a:lnTo>
                    <a:pt x="1212507" y="1511554"/>
                  </a:lnTo>
                  <a:lnTo>
                    <a:pt x="1212503" y="1511551"/>
                  </a:lnTo>
                  <a:lnTo>
                    <a:pt x="1212487" y="1511540"/>
                  </a:lnTo>
                  <a:lnTo>
                    <a:pt x="1212478" y="1511534"/>
                  </a:lnTo>
                  <a:lnTo>
                    <a:pt x="1212472" y="1511533"/>
                  </a:lnTo>
                  <a:lnTo>
                    <a:pt x="1212465" y="1511530"/>
                  </a:lnTo>
                  <a:lnTo>
                    <a:pt x="1212429" y="1511529"/>
                  </a:lnTo>
                  <a:lnTo>
                    <a:pt x="1212412" y="1511514"/>
                  </a:lnTo>
                  <a:lnTo>
                    <a:pt x="1212403" y="1511502"/>
                  </a:lnTo>
                  <a:lnTo>
                    <a:pt x="1212402" y="1511497"/>
                  </a:lnTo>
                  <a:lnTo>
                    <a:pt x="1212402" y="1511489"/>
                  </a:lnTo>
                  <a:lnTo>
                    <a:pt x="1212406" y="1511480"/>
                  </a:lnTo>
                  <a:lnTo>
                    <a:pt x="1212407" y="1511474"/>
                  </a:lnTo>
                  <a:lnTo>
                    <a:pt x="1212412" y="1511464"/>
                  </a:lnTo>
                  <a:lnTo>
                    <a:pt x="1212418" y="1511447"/>
                  </a:lnTo>
                  <a:lnTo>
                    <a:pt x="1212431" y="1511398"/>
                  </a:lnTo>
                  <a:lnTo>
                    <a:pt x="1212433" y="1511381"/>
                  </a:lnTo>
                  <a:lnTo>
                    <a:pt x="1212430" y="1511364"/>
                  </a:lnTo>
                  <a:lnTo>
                    <a:pt x="1212426" y="1511347"/>
                  </a:lnTo>
                  <a:lnTo>
                    <a:pt x="1212419" y="1511330"/>
                  </a:lnTo>
                  <a:lnTo>
                    <a:pt x="1212414" y="1511321"/>
                  </a:lnTo>
                  <a:lnTo>
                    <a:pt x="1212407" y="1511317"/>
                  </a:lnTo>
                  <a:lnTo>
                    <a:pt x="1212392" y="1511311"/>
                  </a:lnTo>
                  <a:lnTo>
                    <a:pt x="1212376" y="1511310"/>
                  </a:lnTo>
                  <a:lnTo>
                    <a:pt x="1212360" y="1511305"/>
                  </a:lnTo>
                  <a:lnTo>
                    <a:pt x="1212347" y="1511300"/>
                  </a:lnTo>
                  <a:lnTo>
                    <a:pt x="1212333" y="1511291"/>
                  </a:lnTo>
                  <a:lnTo>
                    <a:pt x="1212316" y="1511300"/>
                  </a:lnTo>
                  <a:lnTo>
                    <a:pt x="1212299" y="1511315"/>
                  </a:lnTo>
                  <a:lnTo>
                    <a:pt x="1212280" y="1511327"/>
                  </a:lnTo>
                  <a:lnTo>
                    <a:pt x="1212267" y="1511337"/>
                  </a:lnTo>
                  <a:lnTo>
                    <a:pt x="1212251" y="1511345"/>
                  </a:lnTo>
                  <a:lnTo>
                    <a:pt x="1212235" y="1511351"/>
                  </a:lnTo>
                  <a:lnTo>
                    <a:pt x="1212230" y="1511355"/>
                  </a:lnTo>
                  <a:lnTo>
                    <a:pt x="1212219" y="1511357"/>
                  </a:lnTo>
                  <a:lnTo>
                    <a:pt x="1212204" y="1511361"/>
                  </a:lnTo>
                  <a:lnTo>
                    <a:pt x="1212189" y="1511369"/>
                  </a:lnTo>
                  <a:lnTo>
                    <a:pt x="1212179" y="1511378"/>
                  </a:lnTo>
                  <a:lnTo>
                    <a:pt x="1212174" y="1511385"/>
                  </a:lnTo>
                  <a:lnTo>
                    <a:pt x="1212163" y="1511401"/>
                  </a:lnTo>
                  <a:lnTo>
                    <a:pt x="1212151" y="1511405"/>
                  </a:lnTo>
                  <a:lnTo>
                    <a:pt x="1212147" y="1511405"/>
                  </a:lnTo>
                  <a:lnTo>
                    <a:pt x="1212115" y="1511400"/>
                  </a:lnTo>
                  <a:lnTo>
                    <a:pt x="1212100" y="1511396"/>
                  </a:lnTo>
                  <a:lnTo>
                    <a:pt x="1212068" y="1511387"/>
                  </a:lnTo>
                  <a:lnTo>
                    <a:pt x="1212061" y="1511382"/>
                  </a:lnTo>
                  <a:lnTo>
                    <a:pt x="1212053" y="1511380"/>
                  </a:lnTo>
                  <a:lnTo>
                    <a:pt x="1212037" y="1511370"/>
                  </a:lnTo>
                  <a:lnTo>
                    <a:pt x="1212024" y="1511358"/>
                  </a:lnTo>
                  <a:lnTo>
                    <a:pt x="1212015" y="1511357"/>
                  </a:lnTo>
                  <a:lnTo>
                    <a:pt x="1212005" y="1511367"/>
                  </a:lnTo>
                  <a:lnTo>
                    <a:pt x="1211989" y="1511382"/>
                  </a:lnTo>
                  <a:lnTo>
                    <a:pt x="1211973" y="1511394"/>
                  </a:lnTo>
                  <a:lnTo>
                    <a:pt x="1211959" y="1511400"/>
                  </a:lnTo>
                  <a:lnTo>
                    <a:pt x="1211949" y="1511398"/>
                  </a:lnTo>
                  <a:lnTo>
                    <a:pt x="1211942" y="1511393"/>
                  </a:lnTo>
                  <a:lnTo>
                    <a:pt x="1211932" y="1511388"/>
                  </a:lnTo>
                  <a:lnTo>
                    <a:pt x="1211926" y="1511383"/>
                  </a:lnTo>
                  <a:lnTo>
                    <a:pt x="1211912" y="1511374"/>
                  </a:lnTo>
                  <a:lnTo>
                    <a:pt x="1211895" y="1511370"/>
                  </a:lnTo>
                  <a:lnTo>
                    <a:pt x="1211878" y="1511364"/>
                  </a:lnTo>
                  <a:lnTo>
                    <a:pt x="1211871" y="1511360"/>
                  </a:lnTo>
                  <a:lnTo>
                    <a:pt x="1211864" y="1511355"/>
                  </a:lnTo>
                  <a:lnTo>
                    <a:pt x="1211849" y="1511341"/>
                  </a:lnTo>
                  <a:lnTo>
                    <a:pt x="1211837" y="1511327"/>
                  </a:lnTo>
                  <a:lnTo>
                    <a:pt x="1211830" y="1511316"/>
                  </a:lnTo>
                  <a:lnTo>
                    <a:pt x="1211824" y="1511312"/>
                  </a:lnTo>
                  <a:lnTo>
                    <a:pt x="1211808" y="1511298"/>
                  </a:lnTo>
                  <a:lnTo>
                    <a:pt x="1211797" y="1511290"/>
                  </a:lnTo>
                  <a:lnTo>
                    <a:pt x="1211792" y="1511289"/>
                  </a:lnTo>
                  <a:lnTo>
                    <a:pt x="1211785" y="1511286"/>
                  </a:lnTo>
                  <a:lnTo>
                    <a:pt x="1211738" y="1511281"/>
                  </a:lnTo>
                  <a:lnTo>
                    <a:pt x="1211730" y="1511283"/>
                  </a:lnTo>
                  <a:lnTo>
                    <a:pt x="1211714" y="1511289"/>
                  </a:lnTo>
                  <a:lnTo>
                    <a:pt x="1211698" y="1511289"/>
                  </a:lnTo>
                  <a:lnTo>
                    <a:pt x="1211683" y="1511287"/>
                  </a:lnTo>
                  <a:lnTo>
                    <a:pt x="1211667" y="1511281"/>
                  </a:lnTo>
                  <a:lnTo>
                    <a:pt x="1211651" y="1511277"/>
                  </a:lnTo>
                  <a:lnTo>
                    <a:pt x="1211636" y="1511275"/>
                  </a:lnTo>
                  <a:lnTo>
                    <a:pt x="1211620" y="1511271"/>
                  </a:lnTo>
                  <a:lnTo>
                    <a:pt x="1211589" y="1511266"/>
                  </a:lnTo>
                  <a:lnTo>
                    <a:pt x="1211573" y="1511264"/>
                  </a:lnTo>
                  <a:lnTo>
                    <a:pt x="1211557" y="1511265"/>
                  </a:lnTo>
                  <a:lnTo>
                    <a:pt x="1211541" y="1511267"/>
                  </a:lnTo>
                  <a:lnTo>
                    <a:pt x="1211525" y="1511270"/>
                  </a:lnTo>
                  <a:lnTo>
                    <a:pt x="1211509" y="1511277"/>
                  </a:lnTo>
                  <a:lnTo>
                    <a:pt x="1211494" y="1511281"/>
                  </a:lnTo>
                  <a:lnTo>
                    <a:pt x="1211474" y="1511286"/>
                  </a:lnTo>
                  <a:lnTo>
                    <a:pt x="1211462" y="1511290"/>
                  </a:lnTo>
                  <a:lnTo>
                    <a:pt x="1211446" y="1511294"/>
                  </a:lnTo>
                  <a:lnTo>
                    <a:pt x="1211414" y="1511298"/>
                  </a:lnTo>
                  <a:lnTo>
                    <a:pt x="1211398" y="1511299"/>
                  </a:lnTo>
                  <a:lnTo>
                    <a:pt x="1211383" y="1511301"/>
                  </a:lnTo>
                  <a:lnTo>
                    <a:pt x="1211367" y="1511301"/>
                  </a:lnTo>
                  <a:lnTo>
                    <a:pt x="1211351" y="1511302"/>
                  </a:lnTo>
                  <a:lnTo>
                    <a:pt x="1211335" y="1511302"/>
                  </a:lnTo>
                  <a:lnTo>
                    <a:pt x="1211326" y="1511298"/>
                  </a:lnTo>
                  <a:lnTo>
                    <a:pt x="1211320" y="1511292"/>
                  </a:lnTo>
                  <a:lnTo>
                    <a:pt x="1211316" y="1511277"/>
                  </a:lnTo>
                  <a:lnTo>
                    <a:pt x="1211318" y="1511261"/>
                  </a:lnTo>
                  <a:lnTo>
                    <a:pt x="1211315" y="1511253"/>
                  </a:lnTo>
                  <a:lnTo>
                    <a:pt x="1211311" y="1511248"/>
                  </a:lnTo>
                  <a:lnTo>
                    <a:pt x="1211304" y="1511239"/>
                  </a:lnTo>
                  <a:lnTo>
                    <a:pt x="1211252" y="1511163"/>
                  </a:lnTo>
                  <a:lnTo>
                    <a:pt x="1211248" y="1511155"/>
                  </a:lnTo>
                  <a:lnTo>
                    <a:pt x="1211248" y="1511147"/>
                  </a:lnTo>
                  <a:lnTo>
                    <a:pt x="1211252" y="1511130"/>
                  </a:lnTo>
                  <a:lnTo>
                    <a:pt x="1211253" y="1511114"/>
                  </a:lnTo>
                  <a:lnTo>
                    <a:pt x="1211252" y="1511097"/>
                  </a:lnTo>
                  <a:lnTo>
                    <a:pt x="1211242" y="1511079"/>
                  </a:lnTo>
                  <a:lnTo>
                    <a:pt x="1211235" y="1511070"/>
                  </a:lnTo>
                  <a:lnTo>
                    <a:pt x="1211229" y="1511064"/>
                  </a:lnTo>
                  <a:lnTo>
                    <a:pt x="1211215" y="1511048"/>
                  </a:lnTo>
                  <a:lnTo>
                    <a:pt x="1211200" y="1511032"/>
                  </a:lnTo>
                  <a:lnTo>
                    <a:pt x="1211188" y="1511018"/>
                  </a:lnTo>
                  <a:lnTo>
                    <a:pt x="1211173" y="1511020"/>
                  </a:lnTo>
                  <a:lnTo>
                    <a:pt x="1211155" y="1511027"/>
                  </a:lnTo>
                  <a:lnTo>
                    <a:pt x="1211139" y="1511028"/>
                  </a:lnTo>
                  <a:lnTo>
                    <a:pt x="1211131" y="1511025"/>
                  </a:lnTo>
                  <a:lnTo>
                    <a:pt x="1211124" y="1511021"/>
                  </a:lnTo>
                  <a:lnTo>
                    <a:pt x="1211109" y="1511006"/>
                  </a:lnTo>
                  <a:lnTo>
                    <a:pt x="1211082" y="1510961"/>
                  </a:lnTo>
                  <a:lnTo>
                    <a:pt x="1211053" y="1510843"/>
                  </a:lnTo>
                  <a:lnTo>
                    <a:pt x="1211050" y="1510832"/>
                  </a:lnTo>
                  <a:lnTo>
                    <a:pt x="1211047" y="1510827"/>
                  </a:lnTo>
                  <a:lnTo>
                    <a:pt x="1211035" y="1510810"/>
                  </a:lnTo>
                  <a:lnTo>
                    <a:pt x="1211020" y="1510798"/>
                  </a:lnTo>
                  <a:lnTo>
                    <a:pt x="1211005" y="1510787"/>
                  </a:lnTo>
                  <a:lnTo>
                    <a:pt x="1210989" y="1510781"/>
                  </a:lnTo>
                  <a:lnTo>
                    <a:pt x="1210973" y="1510775"/>
                  </a:lnTo>
                  <a:lnTo>
                    <a:pt x="1210963" y="1510772"/>
                  </a:lnTo>
                  <a:lnTo>
                    <a:pt x="1210957" y="1510769"/>
                  </a:lnTo>
                  <a:lnTo>
                    <a:pt x="1210950" y="1510765"/>
                  </a:lnTo>
                  <a:lnTo>
                    <a:pt x="1210946" y="1510758"/>
                  </a:lnTo>
                  <a:lnTo>
                    <a:pt x="1210941" y="1510742"/>
                  </a:lnTo>
                  <a:lnTo>
                    <a:pt x="1210935" y="1510706"/>
                  </a:lnTo>
                  <a:lnTo>
                    <a:pt x="1210935" y="1510689"/>
                  </a:lnTo>
                  <a:lnTo>
                    <a:pt x="1210931" y="1510673"/>
                  </a:lnTo>
                  <a:lnTo>
                    <a:pt x="1210931" y="1510664"/>
                  </a:lnTo>
                  <a:lnTo>
                    <a:pt x="1210929" y="1510656"/>
                  </a:lnTo>
                  <a:lnTo>
                    <a:pt x="1210929" y="1510648"/>
                  </a:lnTo>
                  <a:lnTo>
                    <a:pt x="1210932" y="1510644"/>
                  </a:lnTo>
                  <a:lnTo>
                    <a:pt x="1210936" y="1510640"/>
                  </a:lnTo>
                  <a:lnTo>
                    <a:pt x="1210948" y="1510625"/>
                  </a:lnTo>
                  <a:lnTo>
                    <a:pt x="1210962" y="1510610"/>
                  </a:lnTo>
                  <a:lnTo>
                    <a:pt x="1210973" y="1510594"/>
                  </a:lnTo>
                  <a:lnTo>
                    <a:pt x="1210978" y="1510579"/>
                  </a:lnTo>
                  <a:lnTo>
                    <a:pt x="1210984" y="1510560"/>
                  </a:lnTo>
                  <a:lnTo>
                    <a:pt x="1210988" y="1510544"/>
                  </a:lnTo>
                  <a:lnTo>
                    <a:pt x="1210991" y="1510527"/>
                  </a:lnTo>
                  <a:lnTo>
                    <a:pt x="1210993" y="1510516"/>
                  </a:lnTo>
                  <a:lnTo>
                    <a:pt x="1210991" y="1510510"/>
                  </a:lnTo>
                  <a:lnTo>
                    <a:pt x="1210987" y="1510507"/>
                  </a:lnTo>
                  <a:lnTo>
                    <a:pt x="1210975" y="1510507"/>
                  </a:lnTo>
                  <a:lnTo>
                    <a:pt x="1210959" y="1510510"/>
                  </a:lnTo>
                  <a:lnTo>
                    <a:pt x="1210943" y="1510511"/>
                  </a:lnTo>
                  <a:lnTo>
                    <a:pt x="1210927" y="1510513"/>
                  </a:lnTo>
                  <a:lnTo>
                    <a:pt x="1210919" y="1510512"/>
                  </a:lnTo>
                  <a:lnTo>
                    <a:pt x="1210911" y="1510514"/>
                  </a:lnTo>
                  <a:lnTo>
                    <a:pt x="1210896" y="1510520"/>
                  </a:lnTo>
                  <a:lnTo>
                    <a:pt x="1210880" y="1510525"/>
                  </a:lnTo>
                  <a:lnTo>
                    <a:pt x="1210864" y="1510534"/>
                  </a:lnTo>
                  <a:lnTo>
                    <a:pt x="1210856" y="1510539"/>
                  </a:lnTo>
                  <a:lnTo>
                    <a:pt x="1210848" y="1510542"/>
                  </a:lnTo>
                  <a:lnTo>
                    <a:pt x="1210840" y="1510548"/>
                  </a:lnTo>
                  <a:lnTo>
                    <a:pt x="1210832" y="1510552"/>
                  </a:lnTo>
                  <a:lnTo>
                    <a:pt x="1210818" y="1510556"/>
                  </a:lnTo>
                  <a:lnTo>
                    <a:pt x="1210809" y="1510558"/>
                  </a:lnTo>
                  <a:lnTo>
                    <a:pt x="1210792" y="1510558"/>
                  </a:lnTo>
                  <a:lnTo>
                    <a:pt x="1210785" y="1510555"/>
                  </a:lnTo>
                  <a:lnTo>
                    <a:pt x="1210780" y="1510555"/>
                  </a:lnTo>
                  <a:lnTo>
                    <a:pt x="1210769" y="1510549"/>
                  </a:lnTo>
                  <a:lnTo>
                    <a:pt x="1210762" y="1510544"/>
                  </a:lnTo>
                  <a:lnTo>
                    <a:pt x="1210753" y="1510540"/>
                  </a:lnTo>
                  <a:lnTo>
                    <a:pt x="1210738" y="1510530"/>
                  </a:lnTo>
                  <a:lnTo>
                    <a:pt x="1210722" y="1510518"/>
                  </a:lnTo>
                  <a:lnTo>
                    <a:pt x="1210707" y="1510508"/>
                  </a:lnTo>
                  <a:lnTo>
                    <a:pt x="1210691" y="1510496"/>
                  </a:lnTo>
                  <a:lnTo>
                    <a:pt x="1210675" y="1510482"/>
                  </a:lnTo>
                  <a:lnTo>
                    <a:pt x="1210662" y="1510465"/>
                  </a:lnTo>
                  <a:lnTo>
                    <a:pt x="1210651" y="1510454"/>
                  </a:lnTo>
                  <a:lnTo>
                    <a:pt x="1210647" y="1510448"/>
                  </a:lnTo>
                  <a:lnTo>
                    <a:pt x="1210639" y="1510435"/>
                  </a:lnTo>
                  <a:lnTo>
                    <a:pt x="1210628" y="1510418"/>
                  </a:lnTo>
                  <a:lnTo>
                    <a:pt x="1210620" y="1510403"/>
                  </a:lnTo>
                  <a:lnTo>
                    <a:pt x="1210615" y="1510392"/>
                  </a:lnTo>
                  <a:lnTo>
                    <a:pt x="1210613" y="1510384"/>
                  </a:lnTo>
                  <a:lnTo>
                    <a:pt x="1210607" y="1510367"/>
                  </a:lnTo>
                  <a:lnTo>
                    <a:pt x="1210600" y="1510350"/>
                  </a:lnTo>
                  <a:lnTo>
                    <a:pt x="1210599" y="1510345"/>
                  </a:lnTo>
                  <a:lnTo>
                    <a:pt x="1210594" y="1510337"/>
                  </a:lnTo>
                  <a:lnTo>
                    <a:pt x="1210583" y="1510310"/>
                  </a:lnTo>
                  <a:lnTo>
                    <a:pt x="1210584" y="1510289"/>
                  </a:lnTo>
                  <a:lnTo>
                    <a:pt x="1210586" y="1510283"/>
                  </a:lnTo>
                  <a:lnTo>
                    <a:pt x="1210590" y="1510267"/>
                  </a:lnTo>
                  <a:lnTo>
                    <a:pt x="1210594" y="1510250"/>
                  </a:lnTo>
                  <a:lnTo>
                    <a:pt x="1210595" y="1510234"/>
                  </a:lnTo>
                  <a:lnTo>
                    <a:pt x="1210596" y="1510217"/>
                  </a:lnTo>
                  <a:lnTo>
                    <a:pt x="1210595" y="1510204"/>
                  </a:lnTo>
                  <a:lnTo>
                    <a:pt x="1210592" y="1510200"/>
                  </a:lnTo>
                  <a:lnTo>
                    <a:pt x="1210580" y="1510195"/>
                  </a:lnTo>
                  <a:lnTo>
                    <a:pt x="1210545" y="1510195"/>
                  </a:lnTo>
                  <a:lnTo>
                    <a:pt x="1210529" y="1510198"/>
                  </a:lnTo>
                  <a:lnTo>
                    <a:pt x="1210513" y="1510198"/>
                  </a:lnTo>
                  <a:lnTo>
                    <a:pt x="1210497" y="1510198"/>
                  </a:lnTo>
                  <a:lnTo>
                    <a:pt x="1210406" y="1510212"/>
                  </a:lnTo>
                  <a:lnTo>
                    <a:pt x="1210397" y="1510211"/>
                  </a:lnTo>
                  <a:lnTo>
                    <a:pt x="1210381" y="1510208"/>
                  </a:lnTo>
                  <a:lnTo>
                    <a:pt x="1210373" y="1510207"/>
                  </a:lnTo>
                  <a:lnTo>
                    <a:pt x="1210366" y="1510201"/>
                  </a:lnTo>
                  <a:lnTo>
                    <a:pt x="1210357" y="1510197"/>
                  </a:lnTo>
                  <a:lnTo>
                    <a:pt x="1210350" y="1510190"/>
                  </a:lnTo>
                  <a:lnTo>
                    <a:pt x="1210336" y="1510173"/>
                  </a:lnTo>
                  <a:lnTo>
                    <a:pt x="1210331" y="1510166"/>
                  </a:lnTo>
                  <a:lnTo>
                    <a:pt x="1210327" y="1510156"/>
                  </a:lnTo>
                  <a:lnTo>
                    <a:pt x="1210319" y="1510141"/>
                  </a:lnTo>
                  <a:lnTo>
                    <a:pt x="1210315" y="1510132"/>
                  </a:lnTo>
                  <a:lnTo>
                    <a:pt x="1210313" y="1510122"/>
                  </a:lnTo>
                  <a:lnTo>
                    <a:pt x="1210310" y="1510110"/>
                  </a:lnTo>
                  <a:lnTo>
                    <a:pt x="1210305" y="1510089"/>
                  </a:lnTo>
                  <a:lnTo>
                    <a:pt x="1210304" y="1510083"/>
                  </a:lnTo>
                  <a:lnTo>
                    <a:pt x="1210297" y="1510073"/>
                  </a:lnTo>
                  <a:lnTo>
                    <a:pt x="1210281" y="1510060"/>
                  </a:lnTo>
                  <a:lnTo>
                    <a:pt x="1210234" y="1510033"/>
                  </a:lnTo>
                  <a:lnTo>
                    <a:pt x="1210218" y="1510029"/>
                  </a:lnTo>
                  <a:lnTo>
                    <a:pt x="1210202" y="1510028"/>
                  </a:lnTo>
                  <a:lnTo>
                    <a:pt x="1210187" y="1510029"/>
                  </a:lnTo>
                  <a:lnTo>
                    <a:pt x="1210171" y="1510032"/>
                  </a:lnTo>
                  <a:lnTo>
                    <a:pt x="1210155" y="1510033"/>
                  </a:lnTo>
                  <a:lnTo>
                    <a:pt x="1210141" y="1510036"/>
                  </a:lnTo>
                  <a:lnTo>
                    <a:pt x="1210123" y="1510040"/>
                  </a:lnTo>
                  <a:lnTo>
                    <a:pt x="1210107" y="1510045"/>
                  </a:lnTo>
                  <a:lnTo>
                    <a:pt x="1210091" y="1510046"/>
                  </a:lnTo>
                  <a:lnTo>
                    <a:pt x="1210076" y="1510043"/>
                  </a:lnTo>
                  <a:lnTo>
                    <a:pt x="1210066" y="1510034"/>
                  </a:lnTo>
                  <a:lnTo>
                    <a:pt x="1210062" y="1510027"/>
                  </a:lnTo>
                  <a:lnTo>
                    <a:pt x="1210056" y="1510014"/>
                  </a:lnTo>
                  <a:lnTo>
                    <a:pt x="1210051" y="1509996"/>
                  </a:lnTo>
                  <a:lnTo>
                    <a:pt x="1210050" y="1509977"/>
                  </a:lnTo>
                  <a:lnTo>
                    <a:pt x="1210050" y="1509960"/>
                  </a:lnTo>
                  <a:lnTo>
                    <a:pt x="1210048" y="1509944"/>
                  </a:lnTo>
                  <a:lnTo>
                    <a:pt x="1210045" y="1509927"/>
                  </a:lnTo>
                  <a:lnTo>
                    <a:pt x="1210040" y="1509910"/>
                  </a:lnTo>
                  <a:lnTo>
                    <a:pt x="1210034" y="1509903"/>
                  </a:lnTo>
                  <a:lnTo>
                    <a:pt x="1210025" y="1509900"/>
                  </a:lnTo>
                  <a:lnTo>
                    <a:pt x="1209993" y="1509899"/>
                  </a:lnTo>
                  <a:lnTo>
                    <a:pt x="1209988" y="1509900"/>
                  </a:lnTo>
                  <a:lnTo>
                    <a:pt x="1209977" y="1509898"/>
                  </a:lnTo>
                  <a:lnTo>
                    <a:pt x="1209962" y="1509894"/>
                  </a:lnTo>
                  <a:lnTo>
                    <a:pt x="1209946" y="1509887"/>
                  </a:lnTo>
                  <a:lnTo>
                    <a:pt x="1209928" y="1509876"/>
                  </a:lnTo>
                  <a:lnTo>
                    <a:pt x="1209915" y="1509868"/>
                  </a:lnTo>
                  <a:lnTo>
                    <a:pt x="1209909" y="1509864"/>
                  </a:lnTo>
                  <a:lnTo>
                    <a:pt x="1209899" y="1509853"/>
                  </a:lnTo>
                  <a:lnTo>
                    <a:pt x="1209893" y="1509844"/>
                  </a:lnTo>
                  <a:lnTo>
                    <a:pt x="1209890" y="1509836"/>
                  </a:lnTo>
                  <a:lnTo>
                    <a:pt x="1209882" y="1509803"/>
                  </a:lnTo>
                  <a:lnTo>
                    <a:pt x="1209881" y="1509707"/>
                  </a:lnTo>
                  <a:lnTo>
                    <a:pt x="1209882" y="1509702"/>
                  </a:lnTo>
                  <a:lnTo>
                    <a:pt x="1209885" y="1509685"/>
                  </a:lnTo>
                  <a:lnTo>
                    <a:pt x="1209891" y="1509668"/>
                  </a:lnTo>
                  <a:lnTo>
                    <a:pt x="1209893" y="1509659"/>
                  </a:lnTo>
                  <a:lnTo>
                    <a:pt x="1209897" y="1509652"/>
                  </a:lnTo>
                  <a:lnTo>
                    <a:pt x="1209906" y="1509635"/>
                  </a:lnTo>
                  <a:lnTo>
                    <a:pt x="1209917" y="1509619"/>
                  </a:lnTo>
                  <a:lnTo>
                    <a:pt x="1209924" y="1509610"/>
                  </a:lnTo>
                  <a:lnTo>
                    <a:pt x="1209927" y="1509602"/>
                  </a:lnTo>
                  <a:lnTo>
                    <a:pt x="1209933" y="1509592"/>
                  </a:lnTo>
                  <a:lnTo>
                    <a:pt x="1209934" y="1509586"/>
                  </a:lnTo>
                  <a:lnTo>
                    <a:pt x="1209937" y="1509569"/>
                  </a:lnTo>
                  <a:lnTo>
                    <a:pt x="1209936" y="1509553"/>
                  </a:lnTo>
                  <a:lnTo>
                    <a:pt x="1209928" y="1509519"/>
                  </a:lnTo>
                  <a:lnTo>
                    <a:pt x="1209924" y="1509502"/>
                  </a:lnTo>
                  <a:lnTo>
                    <a:pt x="1209920" y="1509485"/>
                  </a:lnTo>
                  <a:lnTo>
                    <a:pt x="1209914" y="1509475"/>
                  </a:lnTo>
                  <a:lnTo>
                    <a:pt x="1209912" y="1509469"/>
                  </a:lnTo>
                  <a:lnTo>
                    <a:pt x="1209900" y="1509434"/>
                  </a:lnTo>
                  <a:lnTo>
                    <a:pt x="1209889" y="1509421"/>
                  </a:lnTo>
                  <a:lnTo>
                    <a:pt x="1209882" y="1509419"/>
                  </a:lnTo>
                  <a:lnTo>
                    <a:pt x="1209866" y="1509419"/>
                  </a:lnTo>
                  <a:lnTo>
                    <a:pt x="1209850" y="1509422"/>
                  </a:lnTo>
                  <a:lnTo>
                    <a:pt x="1209834" y="1509423"/>
                  </a:lnTo>
                  <a:lnTo>
                    <a:pt x="1209818" y="1509423"/>
                  </a:lnTo>
                  <a:lnTo>
                    <a:pt x="1209803" y="1509420"/>
                  </a:lnTo>
                  <a:lnTo>
                    <a:pt x="1209792" y="1509419"/>
                  </a:lnTo>
                  <a:lnTo>
                    <a:pt x="1209753" y="1509383"/>
                  </a:lnTo>
                  <a:lnTo>
                    <a:pt x="1209745" y="1509366"/>
                  </a:lnTo>
                  <a:lnTo>
                    <a:pt x="1209739" y="1509354"/>
                  </a:lnTo>
                  <a:lnTo>
                    <a:pt x="1209735" y="1509350"/>
                  </a:lnTo>
                  <a:lnTo>
                    <a:pt x="1209724" y="1509339"/>
                  </a:lnTo>
                  <a:lnTo>
                    <a:pt x="1209719" y="1509337"/>
                  </a:lnTo>
                  <a:lnTo>
                    <a:pt x="1209702" y="1509330"/>
                  </a:lnTo>
                  <a:lnTo>
                    <a:pt x="1209698" y="1509326"/>
                  </a:lnTo>
                  <a:lnTo>
                    <a:pt x="1209698" y="1509316"/>
                  </a:lnTo>
                  <a:lnTo>
                    <a:pt x="1209702" y="1509299"/>
                  </a:lnTo>
                  <a:lnTo>
                    <a:pt x="1209703" y="1509283"/>
                  </a:lnTo>
                  <a:lnTo>
                    <a:pt x="1209703" y="1509266"/>
                  </a:lnTo>
                  <a:lnTo>
                    <a:pt x="1209702" y="1509249"/>
                  </a:lnTo>
                  <a:lnTo>
                    <a:pt x="1209703" y="1509232"/>
                  </a:lnTo>
                  <a:lnTo>
                    <a:pt x="1209702" y="1509216"/>
                  </a:lnTo>
                  <a:lnTo>
                    <a:pt x="1209699" y="1509182"/>
                  </a:lnTo>
                  <a:lnTo>
                    <a:pt x="1209698" y="1509166"/>
                  </a:lnTo>
                  <a:lnTo>
                    <a:pt x="1209696" y="1509149"/>
                  </a:lnTo>
                  <a:lnTo>
                    <a:pt x="1209693" y="1509129"/>
                  </a:lnTo>
                  <a:lnTo>
                    <a:pt x="1209687" y="1509116"/>
                  </a:lnTo>
                  <a:lnTo>
                    <a:pt x="1209681" y="1509106"/>
                  </a:lnTo>
                  <a:lnTo>
                    <a:pt x="1209675" y="1509101"/>
                  </a:lnTo>
                  <a:lnTo>
                    <a:pt x="1209659" y="1509086"/>
                  </a:lnTo>
                  <a:lnTo>
                    <a:pt x="1209651" y="1509067"/>
                  </a:lnTo>
                  <a:lnTo>
                    <a:pt x="1209648" y="1509051"/>
                  </a:lnTo>
                  <a:lnTo>
                    <a:pt x="1209647" y="1509035"/>
                  </a:lnTo>
                  <a:lnTo>
                    <a:pt x="1209649" y="1509018"/>
                  </a:lnTo>
                  <a:lnTo>
                    <a:pt x="1209650" y="1509001"/>
                  </a:lnTo>
                  <a:lnTo>
                    <a:pt x="1209650" y="1508984"/>
                  </a:lnTo>
                  <a:lnTo>
                    <a:pt x="1209649" y="1508968"/>
                  </a:lnTo>
                  <a:lnTo>
                    <a:pt x="1209646" y="1508951"/>
                  </a:lnTo>
                  <a:lnTo>
                    <a:pt x="1209638" y="1508934"/>
                  </a:lnTo>
                  <a:lnTo>
                    <a:pt x="1209632" y="1508918"/>
                  </a:lnTo>
                  <a:lnTo>
                    <a:pt x="1209627" y="1508901"/>
                  </a:lnTo>
                  <a:lnTo>
                    <a:pt x="1209624" y="1508884"/>
                  </a:lnTo>
                  <a:lnTo>
                    <a:pt x="1209623" y="1508868"/>
                  </a:lnTo>
                  <a:lnTo>
                    <a:pt x="1209625" y="1508851"/>
                  </a:lnTo>
                  <a:lnTo>
                    <a:pt x="1209628" y="1508834"/>
                  </a:lnTo>
                  <a:lnTo>
                    <a:pt x="1209631" y="1508817"/>
                  </a:lnTo>
                  <a:lnTo>
                    <a:pt x="1209630" y="1508807"/>
                  </a:lnTo>
                  <a:lnTo>
                    <a:pt x="1209632" y="1508801"/>
                  </a:lnTo>
                  <a:lnTo>
                    <a:pt x="1209635" y="1508784"/>
                  </a:lnTo>
                  <a:lnTo>
                    <a:pt x="1209639" y="1508768"/>
                  </a:lnTo>
                  <a:lnTo>
                    <a:pt x="1209647" y="1508751"/>
                  </a:lnTo>
                  <a:lnTo>
                    <a:pt x="1209651" y="1508725"/>
                  </a:lnTo>
                  <a:lnTo>
                    <a:pt x="1209649" y="1508718"/>
                  </a:lnTo>
                  <a:lnTo>
                    <a:pt x="1209648" y="1508701"/>
                  </a:lnTo>
                  <a:lnTo>
                    <a:pt x="1209648" y="1508685"/>
                  </a:lnTo>
                  <a:lnTo>
                    <a:pt x="1209650" y="1508668"/>
                  </a:lnTo>
                  <a:lnTo>
                    <a:pt x="1209652" y="1508651"/>
                  </a:lnTo>
                  <a:lnTo>
                    <a:pt x="1209655" y="1508635"/>
                  </a:lnTo>
                  <a:lnTo>
                    <a:pt x="1209655" y="1508618"/>
                  </a:lnTo>
                  <a:lnTo>
                    <a:pt x="1209655" y="1508601"/>
                  </a:lnTo>
                  <a:lnTo>
                    <a:pt x="1209658" y="1508593"/>
                  </a:lnTo>
                  <a:lnTo>
                    <a:pt x="1209664" y="1508585"/>
                  </a:lnTo>
                  <a:lnTo>
                    <a:pt x="1209668" y="1508578"/>
                  </a:lnTo>
                  <a:lnTo>
                    <a:pt x="1209671" y="1508568"/>
                  </a:lnTo>
                  <a:lnTo>
                    <a:pt x="1209673" y="1508552"/>
                  </a:lnTo>
                  <a:lnTo>
                    <a:pt x="1209669" y="1508518"/>
                  </a:lnTo>
                  <a:lnTo>
                    <a:pt x="1209667" y="1508506"/>
                  </a:lnTo>
                  <a:lnTo>
                    <a:pt x="1209668" y="1508501"/>
                  </a:lnTo>
                  <a:lnTo>
                    <a:pt x="1209679" y="1508485"/>
                  </a:lnTo>
                  <a:lnTo>
                    <a:pt x="1209694" y="1508472"/>
                  </a:lnTo>
                  <a:lnTo>
                    <a:pt x="1209709" y="1508462"/>
                  </a:lnTo>
                  <a:lnTo>
                    <a:pt x="1209744" y="1508431"/>
                  </a:lnTo>
                  <a:lnTo>
                    <a:pt x="1209744" y="1508414"/>
                  </a:lnTo>
                  <a:lnTo>
                    <a:pt x="1209741" y="1508405"/>
                  </a:lnTo>
                  <a:lnTo>
                    <a:pt x="1209736" y="1508389"/>
                  </a:lnTo>
                  <a:lnTo>
                    <a:pt x="1209730" y="1508372"/>
                  </a:lnTo>
                  <a:lnTo>
                    <a:pt x="1209726" y="1508365"/>
                  </a:lnTo>
                  <a:lnTo>
                    <a:pt x="1209717" y="1508321"/>
                  </a:lnTo>
                  <a:lnTo>
                    <a:pt x="1209717" y="1508300"/>
                  </a:lnTo>
                  <a:lnTo>
                    <a:pt x="1209722" y="1508267"/>
                  </a:lnTo>
                  <a:lnTo>
                    <a:pt x="1209726" y="1508251"/>
                  </a:lnTo>
                  <a:lnTo>
                    <a:pt x="1209727" y="1508244"/>
                  </a:lnTo>
                  <a:lnTo>
                    <a:pt x="1209730" y="1508234"/>
                  </a:lnTo>
                  <a:lnTo>
                    <a:pt x="1209737" y="1508102"/>
                  </a:lnTo>
                  <a:lnTo>
                    <a:pt x="1209736" y="1508085"/>
                  </a:lnTo>
                  <a:lnTo>
                    <a:pt x="1209737" y="1508068"/>
                  </a:lnTo>
                  <a:lnTo>
                    <a:pt x="1209737" y="1508052"/>
                  </a:lnTo>
                  <a:lnTo>
                    <a:pt x="1209739" y="1508035"/>
                  </a:lnTo>
                  <a:lnTo>
                    <a:pt x="1209738" y="1508019"/>
                  </a:lnTo>
                  <a:lnTo>
                    <a:pt x="1209737" y="1508002"/>
                  </a:lnTo>
                  <a:lnTo>
                    <a:pt x="1209737" y="1507992"/>
                  </a:lnTo>
                  <a:lnTo>
                    <a:pt x="1209735" y="1507985"/>
                  </a:lnTo>
                  <a:lnTo>
                    <a:pt x="1209721" y="1507969"/>
                  </a:lnTo>
                  <a:lnTo>
                    <a:pt x="1209706" y="1507958"/>
                  </a:lnTo>
                  <a:lnTo>
                    <a:pt x="1209690" y="1507946"/>
                  </a:lnTo>
                  <a:lnTo>
                    <a:pt x="1209674" y="1507933"/>
                  </a:lnTo>
                  <a:lnTo>
                    <a:pt x="1209663" y="1507916"/>
                  </a:lnTo>
                  <a:lnTo>
                    <a:pt x="1209649" y="1507900"/>
                  </a:lnTo>
                  <a:lnTo>
                    <a:pt x="1209637" y="1507883"/>
                  </a:lnTo>
                  <a:lnTo>
                    <a:pt x="1209624" y="1507868"/>
                  </a:lnTo>
                  <a:lnTo>
                    <a:pt x="1209608" y="1507855"/>
                  </a:lnTo>
                  <a:lnTo>
                    <a:pt x="1209542" y="1507832"/>
                  </a:lnTo>
                  <a:lnTo>
                    <a:pt x="1209534" y="1507827"/>
                  </a:lnTo>
                  <a:lnTo>
                    <a:pt x="1209522" y="1507812"/>
                  </a:lnTo>
                  <a:lnTo>
                    <a:pt x="1209515" y="1507777"/>
                  </a:lnTo>
                  <a:lnTo>
                    <a:pt x="1209515" y="1507772"/>
                  </a:lnTo>
                  <a:lnTo>
                    <a:pt x="1209516" y="1507763"/>
                  </a:lnTo>
                  <a:lnTo>
                    <a:pt x="1209516" y="1507756"/>
                  </a:lnTo>
                  <a:lnTo>
                    <a:pt x="1209519" y="1507746"/>
                  </a:lnTo>
                  <a:lnTo>
                    <a:pt x="1209521" y="1507730"/>
                  </a:lnTo>
                  <a:lnTo>
                    <a:pt x="1209522" y="1507713"/>
                  </a:lnTo>
                  <a:lnTo>
                    <a:pt x="1209526" y="1507696"/>
                  </a:lnTo>
                  <a:lnTo>
                    <a:pt x="1209526" y="1507680"/>
                  </a:lnTo>
                  <a:lnTo>
                    <a:pt x="1209522" y="1507663"/>
                  </a:lnTo>
                  <a:lnTo>
                    <a:pt x="1209517" y="1507646"/>
                  </a:lnTo>
                  <a:lnTo>
                    <a:pt x="1209512" y="1507630"/>
                  </a:lnTo>
                  <a:lnTo>
                    <a:pt x="1209505" y="1507614"/>
                  </a:lnTo>
                  <a:lnTo>
                    <a:pt x="1209495" y="1507600"/>
                  </a:lnTo>
                  <a:lnTo>
                    <a:pt x="1209493" y="1507596"/>
                  </a:lnTo>
                  <a:lnTo>
                    <a:pt x="1209491" y="1507588"/>
                  </a:lnTo>
                  <a:lnTo>
                    <a:pt x="1209491" y="1507579"/>
                  </a:lnTo>
                  <a:lnTo>
                    <a:pt x="1209490" y="1507538"/>
                  </a:lnTo>
                  <a:lnTo>
                    <a:pt x="1209484" y="1507532"/>
                  </a:lnTo>
                  <a:lnTo>
                    <a:pt x="1209476" y="1507526"/>
                  </a:lnTo>
                  <a:lnTo>
                    <a:pt x="1209469" y="1507522"/>
                  </a:lnTo>
                  <a:lnTo>
                    <a:pt x="1209453" y="1507519"/>
                  </a:lnTo>
                  <a:lnTo>
                    <a:pt x="1209443" y="1507521"/>
                  </a:lnTo>
                  <a:lnTo>
                    <a:pt x="1209437" y="1507526"/>
                  </a:lnTo>
                  <a:lnTo>
                    <a:pt x="1209421" y="1507538"/>
                  </a:lnTo>
                  <a:lnTo>
                    <a:pt x="1209405" y="1507549"/>
                  </a:lnTo>
                  <a:lnTo>
                    <a:pt x="1209389" y="1507559"/>
                  </a:lnTo>
                  <a:lnTo>
                    <a:pt x="1209378" y="1507568"/>
                  </a:lnTo>
                  <a:lnTo>
                    <a:pt x="1209373" y="1507570"/>
                  </a:lnTo>
                  <a:lnTo>
                    <a:pt x="1209357" y="1507580"/>
                  </a:lnTo>
                  <a:lnTo>
                    <a:pt x="1209341" y="1507587"/>
                  </a:lnTo>
                  <a:lnTo>
                    <a:pt x="1209325" y="1507589"/>
                  </a:lnTo>
                  <a:lnTo>
                    <a:pt x="1209318" y="1507588"/>
                  </a:lnTo>
                  <a:lnTo>
                    <a:pt x="1209294" y="1507574"/>
                  </a:lnTo>
                  <a:lnTo>
                    <a:pt x="1209279" y="1507563"/>
                  </a:lnTo>
                  <a:lnTo>
                    <a:pt x="1209263" y="1507549"/>
                  </a:lnTo>
                  <a:lnTo>
                    <a:pt x="1209247" y="1507539"/>
                  </a:lnTo>
                  <a:lnTo>
                    <a:pt x="1209232" y="1507540"/>
                  </a:lnTo>
                  <a:lnTo>
                    <a:pt x="1209224" y="1507542"/>
                  </a:lnTo>
                  <a:lnTo>
                    <a:pt x="1209216" y="1507547"/>
                  </a:lnTo>
                  <a:lnTo>
                    <a:pt x="1209200" y="1507554"/>
                  </a:lnTo>
                  <a:lnTo>
                    <a:pt x="1209184" y="1507557"/>
                  </a:lnTo>
                  <a:lnTo>
                    <a:pt x="1209168" y="1507558"/>
                  </a:lnTo>
                  <a:lnTo>
                    <a:pt x="1209152" y="1507557"/>
                  </a:lnTo>
                  <a:lnTo>
                    <a:pt x="1209136" y="1507556"/>
                  </a:lnTo>
                  <a:lnTo>
                    <a:pt x="1209121" y="1507555"/>
                  </a:lnTo>
                  <a:lnTo>
                    <a:pt x="1209105" y="1507552"/>
                  </a:lnTo>
                  <a:lnTo>
                    <a:pt x="1209089" y="1507549"/>
                  </a:lnTo>
                  <a:lnTo>
                    <a:pt x="1209074" y="1507542"/>
                  </a:lnTo>
                  <a:lnTo>
                    <a:pt x="1209058" y="1507533"/>
                  </a:lnTo>
                  <a:lnTo>
                    <a:pt x="1209047" y="1507526"/>
                  </a:lnTo>
                  <a:lnTo>
                    <a:pt x="1209043" y="1507520"/>
                  </a:lnTo>
                  <a:lnTo>
                    <a:pt x="1209032" y="1507503"/>
                  </a:lnTo>
                  <a:lnTo>
                    <a:pt x="1209026" y="1507493"/>
                  </a:lnTo>
                  <a:lnTo>
                    <a:pt x="1209024" y="1507486"/>
                  </a:lnTo>
                  <a:lnTo>
                    <a:pt x="1209022" y="1507479"/>
                  </a:lnTo>
                  <a:lnTo>
                    <a:pt x="1209022" y="1507470"/>
                  </a:lnTo>
                  <a:lnTo>
                    <a:pt x="1209026" y="1507453"/>
                  </a:lnTo>
                  <a:lnTo>
                    <a:pt x="1209031" y="1507445"/>
                  </a:lnTo>
                  <a:lnTo>
                    <a:pt x="1209039" y="1507437"/>
                  </a:lnTo>
                  <a:lnTo>
                    <a:pt x="1209051" y="1507422"/>
                  </a:lnTo>
                  <a:lnTo>
                    <a:pt x="1209052" y="1507414"/>
                  </a:lnTo>
                  <a:lnTo>
                    <a:pt x="1209050" y="1507409"/>
                  </a:lnTo>
                  <a:lnTo>
                    <a:pt x="1209047" y="1507404"/>
                  </a:lnTo>
                  <a:lnTo>
                    <a:pt x="1209041" y="1507396"/>
                  </a:lnTo>
                  <a:lnTo>
                    <a:pt x="1209038" y="1507387"/>
                  </a:lnTo>
                  <a:lnTo>
                    <a:pt x="1209032" y="1507370"/>
                  </a:lnTo>
                  <a:lnTo>
                    <a:pt x="1209021" y="1507336"/>
                  </a:lnTo>
                  <a:lnTo>
                    <a:pt x="1209021" y="1507328"/>
                  </a:lnTo>
                  <a:lnTo>
                    <a:pt x="1209016" y="1507320"/>
                  </a:lnTo>
                  <a:lnTo>
                    <a:pt x="1209009" y="1507309"/>
                  </a:lnTo>
                  <a:lnTo>
                    <a:pt x="1209004" y="1507303"/>
                  </a:lnTo>
                  <a:lnTo>
                    <a:pt x="1208989" y="1507289"/>
                  </a:lnTo>
                  <a:lnTo>
                    <a:pt x="1208973" y="1507278"/>
                  </a:lnTo>
                  <a:lnTo>
                    <a:pt x="1208957" y="1507267"/>
                  </a:lnTo>
                  <a:lnTo>
                    <a:pt x="1208953" y="1507266"/>
                  </a:lnTo>
                  <a:lnTo>
                    <a:pt x="1208942" y="1507258"/>
                  </a:lnTo>
                  <a:lnTo>
                    <a:pt x="1208926" y="1507246"/>
                  </a:lnTo>
                  <a:lnTo>
                    <a:pt x="1208910" y="1507233"/>
                  </a:lnTo>
                  <a:lnTo>
                    <a:pt x="1208895" y="1507218"/>
                  </a:lnTo>
                  <a:lnTo>
                    <a:pt x="1208888" y="1507202"/>
                  </a:lnTo>
                  <a:lnTo>
                    <a:pt x="1208886" y="1507197"/>
                  </a:lnTo>
                  <a:lnTo>
                    <a:pt x="1208885" y="1507185"/>
                  </a:lnTo>
                  <a:lnTo>
                    <a:pt x="1208885" y="1507179"/>
                  </a:lnTo>
                  <a:lnTo>
                    <a:pt x="1208890" y="1507168"/>
                  </a:lnTo>
                  <a:lnTo>
                    <a:pt x="1208897" y="1507152"/>
                  </a:lnTo>
                  <a:lnTo>
                    <a:pt x="1208903" y="1507135"/>
                  </a:lnTo>
                  <a:lnTo>
                    <a:pt x="1208904" y="1507118"/>
                  </a:lnTo>
                  <a:lnTo>
                    <a:pt x="1208903" y="1507110"/>
                  </a:lnTo>
                  <a:lnTo>
                    <a:pt x="1208899" y="1507101"/>
                  </a:lnTo>
                  <a:lnTo>
                    <a:pt x="1208894" y="1507093"/>
                  </a:lnTo>
                  <a:lnTo>
                    <a:pt x="1208888" y="1507086"/>
                  </a:lnTo>
                  <a:lnTo>
                    <a:pt x="1208873" y="1507074"/>
                  </a:lnTo>
                  <a:lnTo>
                    <a:pt x="1208858" y="1507059"/>
                  </a:lnTo>
                  <a:lnTo>
                    <a:pt x="1208851" y="1507051"/>
                  </a:lnTo>
                  <a:lnTo>
                    <a:pt x="1208847" y="1507042"/>
                  </a:lnTo>
                  <a:lnTo>
                    <a:pt x="1208846" y="1507024"/>
                  </a:lnTo>
                  <a:lnTo>
                    <a:pt x="1208863" y="1506981"/>
                  </a:lnTo>
                  <a:lnTo>
                    <a:pt x="1208875" y="1506969"/>
                  </a:lnTo>
                  <a:lnTo>
                    <a:pt x="1208891" y="1506962"/>
                  </a:lnTo>
                  <a:lnTo>
                    <a:pt x="1208907" y="1506956"/>
                  </a:lnTo>
                  <a:lnTo>
                    <a:pt x="1208923" y="1506951"/>
                  </a:lnTo>
                  <a:lnTo>
                    <a:pt x="1208939" y="1506944"/>
                  </a:lnTo>
                  <a:lnTo>
                    <a:pt x="1208947" y="1506937"/>
                  </a:lnTo>
                  <a:lnTo>
                    <a:pt x="1208953" y="1506931"/>
                  </a:lnTo>
                  <a:lnTo>
                    <a:pt x="1208958" y="1506925"/>
                  </a:lnTo>
                  <a:lnTo>
                    <a:pt x="1208964" y="1506914"/>
                  </a:lnTo>
                  <a:lnTo>
                    <a:pt x="1208966" y="1506907"/>
                  </a:lnTo>
                  <a:lnTo>
                    <a:pt x="1208968" y="1506897"/>
                  </a:lnTo>
                  <a:lnTo>
                    <a:pt x="1208973" y="1506881"/>
                  </a:lnTo>
                  <a:lnTo>
                    <a:pt x="1208978" y="1506863"/>
                  </a:lnTo>
                  <a:lnTo>
                    <a:pt x="1208983" y="1506835"/>
                  </a:lnTo>
                  <a:lnTo>
                    <a:pt x="1208983" y="1506823"/>
                  </a:lnTo>
                  <a:lnTo>
                    <a:pt x="1208984" y="1506807"/>
                  </a:lnTo>
                  <a:lnTo>
                    <a:pt x="1208986" y="1506790"/>
                  </a:lnTo>
                  <a:lnTo>
                    <a:pt x="1208986" y="1506774"/>
                  </a:lnTo>
                  <a:lnTo>
                    <a:pt x="1208989" y="1506757"/>
                  </a:lnTo>
                  <a:lnTo>
                    <a:pt x="1208989" y="1506731"/>
                  </a:lnTo>
                  <a:lnTo>
                    <a:pt x="1208987" y="1506724"/>
                  </a:lnTo>
                  <a:lnTo>
                    <a:pt x="1208981" y="1506707"/>
                  </a:lnTo>
                  <a:lnTo>
                    <a:pt x="1208971" y="1506692"/>
                  </a:lnTo>
                  <a:lnTo>
                    <a:pt x="1208961" y="1506683"/>
                  </a:lnTo>
                  <a:lnTo>
                    <a:pt x="1208955" y="1506679"/>
                  </a:lnTo>
                  <a:lnTo>
                    <a:pt x="1208939" y="1506672"/>
                  </a:lnTo>
                  <a:lnTo>
                    <a:pt x="1208924" y="1506666"/>
                  </a:lnTo>
                  <a:lnTo>
                    <a:pt x="1208892" y="1506657"/>
                  </a:lnTo>
                  <a:lnTo>
                    <a:pt x="1208876" y="1506656"/>
                  </a:lnTo>
                  <a:lnTo>
                    <a:pt x="1208862" y="1506659"/>
                  </a:lnTo>
                  <a:lnTo>
                    <a:pt x="1208845" y="1506666"/>
                  </a:lnTo>
                  <a:lnTo>
                    <a:pt x="1208830" y="1506676"/>
                  </a:lnTo>
                  <a:lnTo>
                    <a:pt x="1208814" y="1506690"/>
                  </a:lnTo>
                  <a:lnTo>
                    <a:pt x="1208798" y="1506701"/>
                  </a:lnTo>
                  <a:lnTo>
                    <a:pt x="1208782" y="1506712"/>
                  </a:lnTo>
                  <a:lnTo>
                    <a:pt x="1208766" y="1506719"/>
                  </a:lnTo>
                  <a:lnTo>
                    <a:pt x="1208750" y="1506721"/>
                  </a:lnTo>
                  <a:lnTo>
                    <a:pt x="1208734" y="1506721"/>
                  </a:lnTo>
                  <a:lnTo>
                    <a:pt x="1208718" y="1506717"/>
                  </a:lnTo>
                  <a:lnTo>
                    <a:pt x="1208703" y="1506715"/>
                  </a:lnTo>
                  <a:lnTo>
                    <a:pt x="1208687" y="1506716"/>
                  </a:lnTo>
                  <a:lnTo>
                    <a:pt x="1208671" y="1506718"/>
                  </a:lnTo>
                  <a:lnTo>
                    <a:pt x="1208655" y="1506722"/>
                  </a:lnTo>
                  <a:lnTo>
                    <a:pt x="1208640" y="1506726"/>
                  </a:lnTo>
                  <a:lnTo>
                    <a:pt x="1208623" y="1506728"/>
                  </a:lnTo>
                  <a:lnTo>
                    <a:pt x="1208592" y="1506735"/>
                  </a:lnTo>
                  <a:lnTo>
                    <a:pt x="1208576" y="1506739"/>
                  </a:lnTo>
                  <a:lnTo>
                    <a:pt x="1208560" y="1506741"/>
                  </a:lnTo>
                  <a:lnTo>
                    <a:pt x="1208544" y="1506746"/>
                  </a:lnTo>
                  <a:lnTo>
                    <a:pt x="1208512" y="1506763"/>
                  </a:lnTo>
                  <a:lnTo>
                    <a:pt x="1208497" y="1506768"/>
                  </a:lnTo>
                  <a:lnTo>
                    <a:pt x="1208481" y="1506774"/>
                  </a:lnTo>
                  <a:lnTo>
                    <a:pt x="1208469" y="1506776"/>
                  </a:lnTo>
                  <a:lnTo>
                    <a:pt x="1208463" y="1506774"/>
                  </a:lnTo>
                  <a:lnTo>
                    <a:pt x="1208458" y="1506766"/>
                  </a:lnTo>
                  <a:lnTo>
                    <a:pt x="1208456" y="1506760"/>
                  </a:lnTo>
                  <a:lnTo>
                    <a:pt x="1208451" y="1506741"/>
                  </a:lnTo>
                  <a:lnTo>
                    <a:pt x="1208447" y="1506726"/>
                  </a:lnTo>
                  <a:lnTo>
                    <a:pt x="1208440" y="1506709"/>
                  </a:lnTo>
                  <a:lnTo>
                    <a:pt x="1208432" y="1506693"/>
                  </a:lnTo>
                  <a:lnTo>
                    <a:pt x="1208421" y="1506676"/>
                  </a:lnTo>
                  <a:lnTo>
                    <a:pt x="1208415" y="1506667"/>
                  </a:lnTo>
                  <a:lnTo>
                    <a:pt x="1208411" y="1506661"/>
                  </a:lnTo>
                  <a:lnTo>
                    <a:pt x="1208398" y="1506645"/>
                  </a:lnTo>
                  <a:lnTo>
                    <a:pt x="1208383" y="1506630"/>
                  </a:lnTo>
                  <a:lnTo>
                    <a:pt x="1208373" y="1506614"/>
                  </a:lnTo>
                  <a:lnTo>
                    <a:pt x="1208358" y="1506598"/>
                  </a:lnTo>
                  <a:lnTo>
                    <a:pt x="1208342" y="1506581"/>
                  </a:lnTo>
                  <a:lnTo>
                    <a:pt x="1208328" y="1506570"/>
                  </a:lnTo>
                  <a:lnTo>
                    <a:pt x="1208312" y="1506561"/>
                  </a:lnTo>
                  <a:lnTo>
                    <a:pt x="1208281" y="1506547"/>
                  </a:lnTo>
                  <a:lnTo>
                    <a:pt x="1208265" y="1506540"/>
                  </a:lnTo>
                  <a:lnTo>
                    <a:pt x="1208257" y="1506531"/>
                  </a:lnTo>
                  <a:lnTo>
                    <a:pt x="1208254" y="1506525"/>
                  </a:lnTo>
                  <a:lnTo>
                    <a:pt x="1208247" y="1506508"/>
                  </a:lnTo>
                  <a:lnTo>
                    <a:pt x="1208245" y="1506500"/>
                  </a:lnTo>
                  <a:lnTo>
                    <a:pt x="1208240" y="1506491"/>
                  </a:lnTo>
                  <a:lnTo>
                    <a:pt x="1208232" y="1506474"/>
                  </a:lnTo>
                  <a:lnTo>
                    <a:pt x="1208222" y="1506457"/>
                  </a:lnTo>
                  <a:lnTo>
                    <a:pt x="1208212" y="1506442"/>
                  </a:lnTo>
                  <a:lnTo>
                    <a:pt x="1208198" y="1506425"/>
                  </a:lnTo>
                  <a:lnTo>
                    <a:pt x="1208178" y="1506391"/>
                  </a:lnTo>
                  <a:lnTo>
                    <a:pt x="1208175" y="1506374"/>
                  </a:lnTo>
                  <a:lnTo>
                    <a:pt x="1208178" y="1506357"/>
                  </a:lnTo>
                  <a:lnTo>
                    <a:pt x="1208179" y="1506342"/>
                  </a:lnTo>
                  <a:lnTo>
                    <a:pt x="1208177" y="1506328"/>
                  </a:lnTo>
                  <a:lnTo>
                    <a:pt x="1208174" y="1506324"/>
                  </a:lnTo>
                  <a:lnTo>
                    <a:pt x="1208167" y="1506313"/>
                  </a:lnTo>
                  <a:lnTo>
                    <a:pt x="1208162" y="1506307"/>
                  </a:lnTo>
                  <a:lnTo>
                    <a:pt x="1208150" y="1506292"/>
                  </a:lnTo>
                  <a:lnTo>
                    <a:pt x="1208139" y="1506276"/>
                  </a:lnTo>
                  <a:lnTo>
                    <a:pt x="1208132" y="1506259"/>
                  </a:lnTo>
                  <a:lnTo>
                    <a:pt x="1208128" y="1506251"/>
                  </a:lnTo>
                  <a:lnTo>
                    <a:pt x="1208126" y="1506242"/>
                  </a:lnTo>
                  <a:lnTo>
                    <a:pt x="1208126" y="1506208"/>
                  </a:lnTo>
                  <a:lnTo>
                    <a:pt x="1208131" y="1506192"/>
                  </a:lnTo>
                  <a:lnTo>
                    <a:pt x="1208130" y="1506187"/>
                  </a:lnTo>
                  <a:lnTo>
                    <a:pt x="1208131" y="1506181"/>
                  </a:lnTo>
                  <a:lnTo>
                    <a:pt x="1208129" y="1506175"/>
                  </a:lnTo>
                  <a:lnTo>
                    <a:pt x="1208113" y="1506166"/>
                  </a:lnTo>
                  <a:lnTo>
                    <a:pt x="1208098" y="1506160"/>
                  </a:lnTo>
                  <a:lnTo>
                    <a:pt x="1208082" y="1506155"/>
                  </a:lnTo>
                  <a:lnTo>
                    <a:pt x="1208066" y="1506146"/>
                  </a:lnTo>
                  <a:lnTo>
                    <a:pt x="1208050" y="1506136"/>
                  </a:lnTo>
                  <a:lnTo>
                    <a:pt x="1208035" y="1506127"/>
                  </a:lnTo>
                  <a:lnTo>
                    <a:pt x="1208019" y="1506117"/>
                  </a:lnTo>
                  <a:lnTo>
                    <a:pt x="1208004" y="1506107"/>
                  </a:lnTo>
                  <a:lnTo>
                    <a:pt x="1207988" y="1506100"/>
                  </a:lnTo>
                  <a:lnTo>
                    <a:pt x="1207979" y="1506096"/>
                  </a:lnTo>
                  <a:lnTo>
                    <a:pt x="1207972" y="1506094"/>
                  </a:lnTo>
                  <a:lnTo>
                    <a:pt x="1207964" y="1506094"/>
                  </a:lnTo>
                  <a:lnTo>
                    <a:pt x="1207956" y="1506092"/>
                  </a:lnTo>
                  <a:lnTo>
                    <a:pt x="1207941" y="1506086"/>
                  </a:lnTo>
                  <a:lnTo>
                    <a:pt x="1207913" y="1506060"/>
                  </a:lnTo>
                  <a:lnTo>
                    <a:pt x="1207902" y="1506037"/>
                  </a:lnTo>
                  <a:lnTo>
                    <a:pt x="1207900" y="1506032"/>
                  </a:lnTo>
                  <a:lnTo>
                    <a:pt x="1207897" y="1506018"/>
                  </a:lnTo>
                  <a:lnTo>
                    <a:pt x="1207894" y="1505926"/>
                  </a:lnTo>
                  <a:lnTo>
                    <a:pt x="1207893" y="1505919"/>
                  </a:lnTo>
                  <a:lnTo>
                    <a:pt x="1207890" y="1505910"/>
                  </a:lnTo>
                  <a:lnTo>
                    <a:pt x="1207889" y="1505901"/>
                  </a:lnTo>
                  <a:lnTo>
                    <a:pt x="1207886" y="1505881"/>
                  </a:lnTo>
                  <a:lnTo>
                    <a:pt x="1207882" y="1505868"/>
                  </a:lnTo>
                  <a:lnTo>
                    <a:pt x="1207875" y="1505863"/>
                  </a:lnTo>
                  <a:lnTo>
                    <a:pt x="1207867" y="1505864"/>
                  </a:lnTo>
                  <a:lnTo>
                    <a:pt x="1207851" y="1505867"/>
                  </a:lnTo>
                  <a:lnTo>
                    <a:pt x="1207835" y="1505868"/>
                  </a:lnTo>
                  <a:lnTo>
                    <a:pt x="1207819" y="1505869"/>
                  </a:lnTo>
                  <a:lnTo>
                    <a:pt x="1207804" y="1505867"/>
                  </a:lnTo>
                  <a:lnTo>
                    <a:pt x="1207789" y="1505865"/>
                  </a:lnTo>
                  <a:lnTo>
                    <a:pt x="1207778" y="1505860"/>
                  </a:lnTo>
                  <a:lnTo>
                    <a:pt x="1207772" y="1505855"/>
                  </a:lnTo>
                  <a:lnTo>
                    <a:pt x="1207756" y="1505847"/>
                  </a:lnTo>
                  <a:lnTo>
                    <a:pt x="1207741" y="1505835"/>
                  </a:lnTo>
                  <a:lnTo>
                    <a:pt x="1207727" y="1505820"/>
                  </a:lnTo>
                  <a:lnTo>
                    <a:pt x="1207719" y="1505813"/>
                  </a:lnTo>
                  <a:lnTo>
                    <a:pt x="1207713" y="1505804"/>
                  </a:lnTo>
                  <a:lnTo>
                    <a:pt x="1207698" y="1505791"/>
                  </a:lnTo>
                  <a:lnTo>
                    <a:pt x="1207683" y="1505776"/>
                  </a:lnTo>
                  <a:lnTo>
                    <a:pt x="1207669" y="1505765"/>
                  </a:lnTo>
                  <a:lnTo>
                    <a:pt x="1207658" y="1505759"/>
                  </a:lnTo>
                  <a:lnTo>
                    <a:pt x="1207652" y="1505756"/>
                  </a:lnTo>
                  <a:lnTo>
                    <a:pt x="1207638" y="1505753"/>
                  </a:lnTo>
                  <a:lnTo>
                    <a:pt x="1207525" y="1505753"/>
                  </a:lnTo>
                  <a:lnTo>
                    <a:pt x="1207510" y="1505750"/>
                  </a:lnTo>
                  <a:lnTo>
                    <a:pt x="1207502" y="1505749"/>
                  </a:lnTo>
                  <a:lnTo>
                    <a:pt x="1207494" y="1505745"/>
                  </a:lnTo>
                  <a:lnTo>
                    <a:pt x="1207474" y="1505737"/>
                  </a:lnTo>
                  <a:lnTo>
                    <a:pt x="1207463" y="1505732"/>
                  </a:lnTo>
                  <a:lnTo>
                    <a:pt x="1207447" y="1505726"/>
                  </a:lnTo>
                  <a:lnTo>
                    <a:pt x="1207431" y="1505720"/>
                  </a:lnTo>
                  <a:lnTo>
                    <a:pt x="1207419" y="1505717"/>
                  </a:lnTo>
                  <a:lnTo>
                    <a:pt x="1207399" y="1505718"/>
                  </a:lnTo>
                  <a:lnTo>
                    <a:pt x="1207384" y="1505718"/>
                  </a:lnTo>
                  <a:lnTo>
                    <a:pt x="1207374" y="1505719"/>
                  </a:lnTo>
                  <a:lnTo>
                    <a:pt x="1207368" y="1505718"/>
                  </a:lnTo>
                  <a:lnTo>
                    <a:pt x="1207352" y="1505717"/>
                  </a:lnTo>
                  <a:lnTo>
                    <a:pt x="1207336" y="1505718"/>
                  </a:lnTo>
                  <a:lnTo>
                    <a:pt x="1207321" y="1505717"/>
                  </a:lnTo>
                  <a:lnTo>
                    <a:pt x="1207305" y="1505716"/>
                  </a:lnTo>
                  <a:lnTo>
                    <a:pt x="1207289" y="1505720"/>
                  </a:lnTo>
                  <a:lnTo>
                    <a:pt x="1207273" y="1505724"/>
                  </a:lnTo>
                  <a:lnTo>
                    <a:pt x="1207257" y="1505725"/>
                  </a:lnTo>
                  <a:lnTo>
                    <a:pt x="1207250" y="1505726"/>
                  </a:lnTo>
                  <a:lnTo>
                    <a:pt x="1207241" y="1505724"/>
                  </a:lnTo>
                  <a:lnTo>
                    <a:pt x="1207226" y="1505718"/>
                  </a:lnTo>
                  <a:lnTo>
                    <a:pt x="1207220" y="1505712"/>
                  </a:lnTo>
                  <a:lnTo>
                    <a:pt x="1207206" y="1505686"/>
                  </a:lnTo>
                  <a:lnTo>
                    <a:pt x="1207204" y="1505676"/>
                  </a:lnTo>
                  <a:lnTo>
                    <a:pt x="1207199" y="1505662"/>
                  </a:lnTo>
                  <a:lnTo>
                    <a:pt x="1207195" y="1505654"/>
                  </a:lnTo>
                  <a:lnTo>
                    <a:pt x="1207175" y="1505632"/>
                  </a:lnTo>
                  <a:lnTo>
                    <a:pt x="1207159" y="1505620"/>
                  </a:lnTo>
                  <a:lnTo>
                    <a:pt x="1207143" y="1505611"/>
                  </a:lnTo>
                  <a:lnTo>
                    <a:pt x="1207128" y="1505605"/>
                  </a:lnTo>
                  <a:lnTo>
                    <a:pt x="1207119" y="1505604"/>
                  </a:lnTo>
                  <a:lnTo>
                    <a:pt x="1207112" y="1505600"/>
                  </a:lnTo>
                  <a:lnTo>
                    <a:pt x="1207105" y="1505597"/>
                  </a:lnTo>
                  <a:lnTo>
                    <a:pt x="1207096" y="1505590"/>
                  </a:lnTo>
                  <a:lnTo>
                    <a:pt x="1207081" y="1505577"/>
                  </a:lnTo>
                  <a:lnTo>
                    <a:pt x="1207063" y="1505563"/>
                  </a:lnTo>
                  <a:lnTo>
                    <a:pt x="1207049" y="1505555"/>
                  </a:lnTo>
                  <a:lnTo>
                    <a:pt x="1207034" y="1505543"/>
                  </a:lnTo>
                  <a:lnTo>
                    <a:pt x="1207018" y="1505535"/>
                  </a:lnTo>
                  <a:lnTo>
                    <a:pt x="1207003" y="1505529"/>
                  </a:lnTo>
                  <a:lnTo>
                    <a:pt x="1206994" y="1505527"/>
                  </a:lnTo>
                  <a:lnTo>
                    <a:pt x="1206987" y="1505522"/>
                  </a:lnTo>
                  <a:lnTo>
                    <a:pt x="1206969" y="1505510"/>
                  </a:lnTo>
                  <a:lnTo>
                    <a:pt x="1206956" y="1505502"/>
                  </a:lnTo>
                  <a:lnTo>
                    <a:pt x="1206946" y="1505496"/>
                  </a:lnTo>
                  <a:lnTo>
                    <a:pt x="1206940" y="1505494"/>
                  </a:lnTo>
                  <a:lnTo>
                    <a:pt x="1206933" y="1505493"/>
                  </a:lnTo>
                  <a:lnTo>
                    <a:pt x="1206924" y="1505494"/>
                  </a:lnTo>
                  <a:lnTo>
                    <a:pt x="1206917" y="1505494"/>
                  </a:lnTo>
                  <a:lnTo>
                    <a:pt x="1206909" y="1505497"/>
                  </a:lnTo>
                  <a:lnTo>
                    <a:pt x="1206902" y="1505505"/>
                  </a:lnTo>
                  <a:lnTo>
                    <a:pt x="1206896" y="1505514"/>
                  </a:lnTo>
                  <a:lnTo>
                    <a:pt x="1206885" y="1505530"/>
                  </a:lnTo>
                  <a:lnTo>
                    <a:pt x="1206881" y="1505534"/>
                  </a:lnTo>
                  <a:lnTo>
                    <a:pt x="1206875" y="1505548"/>
                  </a:lnTo>
                  <a:lnTo>
                    <a:pt x="1206868" y="1505553"/>
                  </a:lnTo>
                  <a:lnTo>
                    <a:pt x="1206862" y="1505551"/>
                  </a:lnTo>
                  <a:lnTo>
                    <a:pt x="1206857" y="1505547"/>
                  </a:lnTo>
                  <a:lnTo>
                    <a:pt x="1206846" y="1505547"/>
                  </a:lnTo>
                  <a:lnTo>
                    <a:pt x="1206836" y="1505551"/>
                  </a:lnTo>
                  <a:lnTo>
                    <a:pt x="1206830" y="1505556"/>
                  </a:lnTo>
                  <a:lnTo>
                    <a:pt x="1206823" y="1505562"/>
                  </a:lnTo>
                  <a:lnTo>
                    <a:pt x="1206816" y="1505571"/>
                  </a:lnTo>
                  <a:lnTo>
                    <a:pt x="1206812" y="1505576"/>
                  </a:lnTo>
                  <a:lnTo>
                    <a:pt x="1206811" y="1505581"/>
                  </a:lnTo>
                  <a:lnTo>
                    <a:pt x="1206808" y="1505588"/>
                  </a:lnTo>
                  <a:lnTo>
                    <a:pt x="1206797" y="1505603"/>
                  </a:lnTo>
                  <a:lnTo>
                    <a:pt x="1206786" y="1505620"/>
                  </a:lnTo>
                  <a:lnTo>
                    <a:pt x="1206774" y="1505635"/>
                  </a:lnTo>
                  <a:lnTo>
                    <a:pt x="1206760" y="1505649"/>
                  </a:lnTo>
                  <a:lnTo>
                    <a:pt x="1206745" y="1505663"/>
                  </a:lnTo>
                  <a:lnTo>
                    <a:pt x="1206731" y="1505679"/>
                  </a:lnTo>
                  <a:lnTo>
                    <a:pt x="1206718" y="1505695"/>
                  </a:lnTo>
                  <a:lnTo>
                    <a:pt x="1206702" y="1505710"/>
                  </a:lnTo>
                  <a:lnTo>
                    <a:pt x="1206687" y="1505722"/>
                  </a:lnTo>
                  <a:lnTo>
                    <a:pt x="1206671" y="1505736"/>
                  </a:lnTo>
                  <a:lnTo>
                    <a:pt x="1206662" y="1505744"/>
                  </a:lnTo>
                  <a:lnTo>
                    <a:pt x="1206657" y="1505750"/>
                  </a:lnTo>
                  <a:lnTo>
                    <a:pt x="1206652" y="1505767"/>
                  </a:lnTo>
                  <a:lnTo>
                    <a:pt x="1206649" y="1505784"/>
                  </a:lnTo>
                  <a:lnTo>
                    <a:pt x="1206645" y="1505817"/>
                  </a:lnTo>
                  <a:lnTo>
                    <a:pt x="1206642" y="1505825"/>
                  </a:lnTo>
                  <a:lnTo>
                    <a:pt x="1206642" y="1505833"/>
                  </a:lnTo>
                  <a:lnTo>
                    <a:pt x="1206636" y="1505845"/>
                  </a:lnTo>
                  <a:lnTo>
                    <a:pt x="1206595" y="1505874"/>
                  </a:lnTo>
                  <a:lnTo>
                    <a:pt x="1206579" y="1505884"/>
                  </a:lnTo>
                  <a:lnTo>
                    <a:pt x="1206563" y="1505890"/>
                  </a:lnTo>
                  <a:lnTo>
                    <a:pt x="1206547" y="1505901"/>
                  </a:lnTo>
                  <a:lnTo>
                    <a:pt x="1206540" y="1505906"/>
                  </a:lnTo>
                  <a:lnTo>
                    <a:pt x="1206531" y="1505908"/>
                  </a:lnTo>
                  <a:lnTo>
                    <a:pt x="1206522" y="1505912"/>
                  </a:lnTo>
                  <a:lnTo>
                    <a:pt x="1206513" y="1505917"/>
                  </a:lnTo>
                  <a:lnTo>
                    <a:pt x="1206509" y="1505921"/>
                  </a:lnTo>
                  <a:lnTo>
                    <a:pt x="1206507" y="1505926"/>
                  </a:lnTo>
                  <a:lnTo>
                    <a:pt x="1206505" y="1505942"/>
                  </a:lnTo>
                  <a:lnTo>
                    <a:pt x="1206503" y="1505962"/>
                  </a:lnTo>
                  <a:lnTo>
                    <a:pt x="1206509" y="1505976"/>
                  </a:lnTo>
                  <a:lnTo>
                    <a:pt x="1206518" y="1505993"/>
                  </a:lnTo>
                  <a:lnTo>
                    <a:pt x="1206527" y="1506010"/>
                  </a:lnTo>
                  <a:lnTo>
                    <a:pt x="1206537" y="1506026"/>
                  </a:lnTo>
                  <a:lnTo>
                    <a:pt x="1206540" y="1506030"/>
                  </a:lnTo>
                  <a:lnTo>
                    <a:pt x="1206546" y="1506043"/>
                  </a:lnTo>
                  <a:lnTo>
                    <a:pt x="1206548" y="1506050"/>
                  </a:lnTo>
                  <a:lnTo>
                    <a:pt x="1206547" y="1506060"/>
                  </a:lnTo>
                  <a:lnTo>
                    <a:pt x="1206541" y="1506079"/>
                  </a:lnTo>
                  <a:lnTo>
                    <a:pt x="1206537" y="1506090"/>
                  </a:lnTo>
                  <a:lnTo>
                    <a:pt x="1206537" y="1506095"/>
                  </a:lnTo>
                  <a:lnTo>
                    <a:pt x="1206532" y="1506104"/>
                  </a:lnTo>
                  <a:lnTo>
                    <a:pt x="1206525" y="1506110"/>
                  </a:lnTo>
                  <a:lnTo>
                    <a:pt x="1206511" y="1506109"/>
                  </a:lnTo>
                  <a:lnTo>
                    <a:pt x="1206503" y="1506109"/>
                  </a:lnTo>
                  <a:lnTo>
                    <a:pt x="1206496" y="1506117"/>
                  </a:lnTo>
                  <a:lnTo>
                    <a:pt x="1206488" y="1506133"/>
                  </a:lnTo>
                  <a:lnTo>
                    <a:pt x="1206479" y="1506150"/>
                  </a:lnTo>
                  <a:lnTo>
                    <a:pt x="1206477" y="1506155"/>
                  </a:lnTo>
                  <a:lnTo>
                    <a:pt x="1206468" y="1506166"/>
                  </a:lnTo>
                  <a:lnTo>
                    <a:pt x="1206464" y="1506172"/>
                  </a:lnTo>
                  <a:lnTo>
                    <a:pt x="1206455" y="1506172"/>
                  </a:lnTo>
                  <a:lnTo>
                    <a:pt x="1206436" y="1506171"/>
                  </a:lnTo>
                  <a:lnTo>
                    <a:pt x="1206424" y="1506169"/>
                  </a:lnTo>
                  <a:lnTo>
                    <a:pt x="1206408" y="1506160"/>
                  </a:lnTo>
                  <a:lnTo>
                    <a:pt x="1206394" y="1506147"/>
                  </a:lnTo>
                  <a:lnTo>
                    <a:pt x="1206379" y="1506131"/>
                  </a:lnTo>
                  <a:lnTo>
                    <a:pt x="1206363" y="1506118"/>
                  </a:lnTo>
                  <a:lnTo>
                    <a:pt x="1206348" y="1506109"/>
                  </a:lnTo>
                  <a:lnTo>
                    <a:pt x="1206331" y="1506109"/>
                  </a:lnTo>
                  <a:lnTo>
                    <a:pt x="1206316" y="1506115"/>
                  </a:lnTo>
                  <a:lnTo>
                    <a:pt x="1206308" y="1506119"/>
                  </a:lnTo>
                  <a:lnTo>
                    <a:pt x="1206298" y="1506121"/>
                  </a:lnTo>
                  <a:lnTo>
                    <a:pt x="1206284" y="1506120"/>
                  </a:lnTo>
                  <a:lnTo>
                    <a:pt x="1206279" y="1506119"/>
                  </a:lnTo>
                  <a:lnTo>
                    <a:pt x="1206268" y="1506112"/>
                  </a:lnTo>
                  <a:lnTo>
                    <a:pt x="1206251" y="1506099"/>
                  </a:lnTo>
                  <a:lnTo>
                    <a:pt x="1206237" y="1506094"/>
                  </a:lnTo>
                  <a:lnTo>
                    <a:pt x="1206221" y="1506093"/>
                  </a:lnTo>
                  <a:lnTo>
                    <a:pt x="1206205" y="1506097"/>
                  </a:lnTo>
                  <a:lnTo>
                    <a:pt x="1206189" y="1506102"/>
                  </a:lnTo>
                  <a:lnTo>
                    <a:pt x="1206173" y="1506107"/>
                  </a:lnTo>
                  <a:lnTo>
                    <a:pt x="1206169" y="1506109"/>
                  </a:lnTo>
                  <a:lnTo>
                    <a:pt x="1206158" y="1506109"/>
                  </a:lnTo>
                  <a:lnTo>
                    <a:pt x="1206122" y="1506103"/>
                  </a:lnTo>
                  <a:lnTo>
                    <a:pt x="1206107" y="1506095"/>
                  </a:lnTo>
                  <a:lnTo>
                    <a:pt x="1206099" y="1506078"/>
                  </a:lnTo>
                  <a:lnTo>
                    <a:pt x="1206096" y="1506063"/>
                  </a:lnTo>
                  <a:lnTo>
                    <a:pt x="1206088" y="1506047"/>
                  </a:lnTo>
                  <a:lnTo>
                    <a:pt x="1206084" y="1506040"/>
                  </a:lnTo>
                  <a:lnTo>
                    <a:pt x="1206076" y="1506032"/>
                  </a:lnTo>
                  <a:lnTo>
                    <a:pt x="1206061" y="1506019"/>
                  </a:lnTo>
                  <a:lnTo>
                    <a:pt x="1206046" y="1506011"/>
                  </a:lnTo>
                  <a:lnTo>
                    <a:pt x="1206040" y="1506008"/>
                  </a:lnTo>
                  <a:lnTo>
                    <a:pt x="1206030" y="1505999"/>
                  </a:lnTo>
                  <a:lnTo>
                    <a:pt x="1206027" y="1505994"/>
                  </a:lnTo>
                  <a:lnTo>
                    <a:pt x="1206023" y="1505980"/>
                  </a:lnTo>
                  <a:lnTo>
                    <a:pt x="1206019" y="1505967"/>
                  </a:lnTo>
                  <a:lnTo>
                    <a:pt x="1206010" y="1505949"/>
                  </a:lnTo>
                  <a:lnTo>
                    <a:pt x="1205995" y="1505933"/>
                  </a:lnTo>
                  <a:lnTo>
                    <a:pt x="1205991" y="1505929"/>
                  </a:lnTo>
                  <a:lnTo>
                    <a:pt x="1205986" y="1505921"/>
                  </a:lnTo>
                  <a:lnTo>
                    <a:pt x="1205979" y="1505915"/>
                  </a:lnTo>
                  <a:lnTo>
                    <a:pt x="1205961" y="1505910"/>
                  </a:lnTo>
                  <a:lnTo>
                    <a:pt x="1205952" y="1505909"/>
                  </a:lnTo>
                  <a:lnTo>
                    <a:pt x="1205939" y="1505911"/>
                  </a:lnTo>
                  <a:lnTo>
                    <a:pt x="1205934" y="1505917"/>
                  </a:lnTo>
                  <a:lnTo>
                    <a:pt x="1205932" y="1505921"/>
                  </a:lnTo>
                  <a:lnTo>
                    <a:pt x="1205928" y="1505928"/>
                  </a:lnTo>
                  <a:lnTo>
                    <a:pt x="1205898" y="1505979"/>
                  </a:lnTo>
                  <a:lnTo>
                    <a:pt x="1205887" y="1505995"/>
                  </a:lnTo>
                  <a:lnTo>
                    <a:pt x="1205876" y="1506012"/>
                  </a:lnTo>
                  <a:lnTo>
                    <a:pt x="1205867" y="1506024"/>
                  </a:lnTo>
                  <a:lnTo>
                    <a:pt x="1205861" y="1506030"/>
                  </a:lnTo>
                  <a:lnTo>
                    <a:pt x="1205848" y="1506036"/>
                  </a:lnTo>
                  <a:lnTo>
                    <a:pt x="1205833" y="1506037"/>
                  </a:lnTo>
                  <a:lnTo>
                    <a:pt x="1205817" y="1506039"/>
                  </a:lnTo>
                  <a:lnTo>
                    <a:pt x="1205801" y="1506042"/>
                  </a:lnTo>
                  <a:lnTo>
                    <a:pt x="1205752" y="1506037"/>
                  </a:lnTo>
                  <a:lnTo>
                    <a:pt x="1205742" y="1506034"/>
                  </a:lnTo>
                  <a:lnTo>
                    <a:pt x="1205736" y="1506032"/>
                  </a:lnTo>
                  <a:lnTo>
                    <a:pt x="1205723" y="1506025"/>
                  </a:lnTo>
                  <a:lnTo>
                    <a:pt x="1205707" y="1506018"/>
                  </a:lnTo>
                  <a:lnTo>
                    <a:pt x="1205692" y="1506012"/>
                  </a:lnTo>
                  <a:lnTo>
                    <a:pt x="1205676" y="1506011"/>
                  </a:lnTo>
                  <a:lnTo>
                    <a:pt x="1205660" y="1506004"/>
                  </a:lnTo>
                  <a:lnTo>
                    <a:pt x="1205645" y="1505995"/>
                  </a:lnTo>
                  <a:lnTo>
                    <a:pt x="1205629" y="1505988"/>
                  </a:lnTo>
                  <a:lnTo>
                    <a:pt x="1205622" y="1505983"/>
                  </a:lnTo>
                  <a:lnTo>
                    <a:pt x="1205613" y="1505981"/>
                  </a:lnTo>
                  <a:lnTo>
                    <a:pt x="1205606" y="1505977"/>
                  </a:lnTo>
                  <a:lnTo>
                    <a:pt x="1205598" y="1505976"/>
                  </a:lnTo>
                  <a:lnTo>
                    <a:pt x="1205582" y="1505973"/>
                  </a:lnTo>
                  <a:lnTo>
                    <a:pt x="1205566" y="1505969"/>
                  </a:lnTo>
                  <a:lnTo>
                    <a:pt x="1205548" y="1505965"/>
                  </a:lnTo>
                  <a:lnTo>
                    <a:pt x="1205534" y="1505966"/>
                  </a:lnTo>
                  <a:lnTo>
                    <a:pt x="1205526" y="1505966"/>
                  </a:lnTo>
                  <a:lnTo>
                    <a:pt x="1205518" y="1505970"/>
                  </a:lnTo>
                  <a:lnTo>
                    <a:pt x="1205515" y="1505974"/>
                  </a:lnTo>
                  <a:lnTo>
                    <a:pt x="1205516" y="1505986"/>
                  </a:lnTo>
                  <a:lnTo>
                    <a:pt x="1205516" y="1505995"/>
                  </a:lnTo>
                  <a:lnTo>
                    <a:pt x="1205518" y="1506002"/>
                  </a:lnTo>
                  <a:lnTo>
                    <a:pt x="1205521" y="1506019"/>
                  </a:lnTo>
                  <a:lnTo>
                    <a:pt x="1205536" y="1506086"/>
                  </a:lnTo>
                  <a:lnTo>
                    <a:pt x="1205541" y="1506103"/>
                  </a:lnTo>
                  <a:lnTo>
                    <a:pt x="1205545" y="1506119"/>
                  </a:lnTo>
                  <a:lnTo>
                    <a:pt x="1205547" y="1506136"/>
                  </a:lnTo>
                  <a:lnTo>
                    <a:pt x="1205552" y="1506153"/>
                  </a:lnTo>
                  <a:lnTo>
                    <a:pt x="1205557" y="1506170"/>
                  </a:lnTo>
                  <a:lnTo>
                    <a:pt x="1205562" y="1506179"/>
                  </a:lnTo>
                  <a:lnTo>
                    <a:pt x="1205564" y="1506187"/>
                  </a:lnTo>
                  <a:lnTo>
                    <a:pt x="1205573" y="1506203"/>
                  </a:lnTo>
                  <a:lnTo>
                    <a:pt x="1205577" y="1506220"/>
                  </a:lnTo>
                  <a:lnTo>
                    <a:pt x="1205592" y="1506254"/>
                  </a:lnTo>
                  <a:lnTo>
                    <a:pt x="1205597" y="1506270"/>
                  </a:lnTo>
                  <a:lnTo>
                    <a:pt x="1205601" y="1506287"/>
                  </a:lnTo>
                  <a:lnTo>
                    <a:pt x="1205606" y="1506304"/>
                  </a:lnTo>
                  <a:lnTo>
                    <a:pt x="1205608" y="1506320"/>
                  </a:lnTo>
                  <a:lnTo>
                    <a:pt x="1205610" y="1506325"/>
                  </a:lnTo>
                  <a:lnTo>
                    <a:pt x="1205610" y="1506338"/>
                  </a:lnTo>
                  <a:lnTo>
                    <a:pt x="1205601" y="1506354"/>
                  </a:lnTo>
                  <a:lnTo>
                    <a:pt x="1205581" y="1506386"/>
                  </a:lnTo>
                  <a:lnTo>
                    <a:pt x="1205568" y="1506404"/>
                  </a:lnTo>
                  <a:lnTo>
                    <a:pt x="1205560" y="1506415"/>
                  </a:lnTo>
                  <a:lnTo>
                    <a:pt x="1205556" y="1506423"/>
                  </a:lnTo>
                  <a:lnTo>
                    <a:pt x="1205549" y="1506435"/>
                  </a:lnTo>
                  <a:lnTo>
                    <a:pt x="1205546" y="1506452"/>
                  </a:lnTo>
                  <a:lnTo>
                    <a:pt x="1205547" y="1506468"/>
                  </a:lnTo>
                  <a:lnTo>
                    <a:pt x="1205547" y="1506485"/>
                  </a:lnTo>
                  <a:lnTo>
                    <a:pt x="1205545" y="1506489"/>
                  </a:lnTo>
                  <a:lnTo>
                    <a:pt x="1205541" y="1506493"/>
                  </a:lnTo>
                  <a:lnTo>
                    <a:pt x="1205533" y="1506495"/>
                  </a:lnTo>
                  <a:lnTo>
                    <a:pt x="1205518" y="1506501"/>
                  </a:lnTo>
                  <a:lnTo>
                    <a:pt x="1205502" y="1506502"/>
                  </a:lnTo>
                  <a:lnTo>
                    <a:pt x="1205486" y="1506503"/>
                  </a:lnTo>
                  <a:lnTo>
                    <a:pt x="1205470" y="1506502"/>
                  </a:lnTo>
                  <a:lnTo>
                    <a:pt x="1205455" y="1506503"/>
                  </a:lnTo>
                  <a:lnTo>
                    <a:pt x="1205439" y="1506512"/>
                  </a:lnTo>
                  <a:lnTo>
                    <a:pt x="1205433" y="1506515"/>
                  </a:lnTo>
                  <a:lnTo>
                    <a:pt x="1205425" y="1506526"/>
                  </a:lnTo>
                  <a:lnTo>
                    <a:pt x="1205420" y="1506533"/>
                  </a:lnTo>
                  <a:lnTo>
                    <a:pt x="1205416" y="1506544"/>
                  </a:lnTo>
                  <a:lnTo>
                    <a:pt x="1205413" y="1506559"/>
                  </a:lnTo>
                  <a:lnTo>
                    <a:pt x="1205411" y="1506576"/>
                  </a:lnTo>
                  <a:lnTo>
                    <a:pt x="1205412" y="1506592"/>
                  </a:lnTo>
                  <a:lnTo>
                    <a:pt x="1205416" y="1506626"/>
                  </a:lnTo>
                  <a:lnTo>
                    <a:pt x="1205412" y="1506643"/>
                  </a:lnTo>
                  <a:lnTo>
                    <a:pt x="1205410" y="1506659"/>
                  </a:lnTo>
                  <a:lnTo>
                    <a:pt x="1205408" y="1506676"/>
                  </a:lnTo>
                  <a:lnTo>
                    <a:pt x="1205408" y="1506692"/>
                  </a:lnTo>
                  <a:lnTo>
                    <a:pt x="1205402" y="1506712"/>
                  </a:lnTo>
                  <a:lnTo>
                    <a:pt x="1205401" y="1506726"/>
                  </a:lnTo>
                  <a:lnTo>
                    <a:pt x="1205397" y="1506740"/>
                  </a:lnTo>
                  <a:lnTo>
                    <a:pt x="1205391" y="1506745"/>
                  </a:lnTo>
                  <a:lnTo>
                    <a:pt x="1205379" y="1506752"/>
                  </a:lnTo>
                  <a:lnTo>
                    <a:pt x="1205372" y="1506759"/>
                  </a:lnTo>
                  <a:lnTo>
                    <a:pt x="1205370" y="1506768"/>
                  </a:lnTo>
                  <a:lnTo>
                    <a:pt x="1205370" y="1506785"/>
                  </a:lnTo>
                  <a:lnTo>
                    <a:pt x="1205372" y="1506793"/>
                  </a:lnTo>
                  <a:lnTo>
                    <a:pt x="1205371" y="1506802"/>
                  </a:lnTo>
                  <a:lnTo>
                    <a:pt x="1205356" y="1506816"/>
                  </a:lnTo>
                  <a:lnTo>
                    <a:pt x="1205324" y="1506835"/>
                  </a:lnTo>
                  <a:lnTo>
                    <a:pt x="1205309" y="1506844"/>
                  </a:lnTo>
                  <a:lnTo>
                    <a:pt x="1205293" y="1506848"/>
                  </a:lnTo>
                  <a:lnTo>
                    <a:pt x="1205277" y="1506851"/>
                  </a:lnTo>
                  <a:lnTo>
                    <a:pt x="1205261" y="1506852"/>
                  </a:lnTo>
                  <a:lnTo>
                    <a:pt x="1205229" y="1506856"/>
                  </a:lnTo>
                  <a:lnTo>
                    <a:pt x="1205197" y="1506864"/>
                  </a:lnTo>
                  <a:lnTo>
                    <a:pt x="1205182" y="1506867"/>
                  </a:lnTo>
                  <a:lnTo>
                    <a:pt x="1205166" y="1506870"/>
                  </a:lnTo>
                  <a:lnTo>
                    <a:pt x="1205154" y="1506872"/>
                  </a:lnTo>
                  <a:lnTo>
                    <a:pt x="1205147" y="1506871"/>
                  </a:lnTo>
                  <a:lnTo>
                    <a:pt x="1205141" y="1506867"/>
                  </a:lnTo>
                  <a:lnTo>
                    <a:pt x="1205135" y="1506862"/>
                  </a:lnTo>
                  <a:lnTo>
                    <a:pt x="1205129" y="1506854"/>
                  </a:lnTo>
                  <a:lnTo>
                    <a:pt x="1205125" y="1506845"/>
                  </a:lnTo>
                  <a:lnTo>
                    <a:pt x="1205124" y="1506840"/>
                  </a:lnTo>
                  <a:lnTo>
                    <a:pt x="1205117" y="1506828"/>
                  </a:lnTo>
                  <a:lnTo>
                    <a:pt x="1205114" y="1506823"/>
                  </a:lnTo>
                  <a:lnTo>
                    <a:pt x="1205103" y="1506814"/>
                  </a:lnTo>
                  <a:lnTo>
                    <a:pt x="1205087" y="1506810"/>
                  </a:lnTo>
                  <a:lnTo>
                    <a:pt x="1205071" y="1506808"/>
                  </a:lnTo>
                  <a:lnTo>
                    <a:pt x="1205055" y="1506807"/>
                  </a:lnTo>
                  <a:lnTo>
                    <a:pt x="1205047" y="1506805"/>
                  </a:lnTo>
                  <a:lnTo>
                    <a:pt x="1205036" y="1506802"/>
                  </a:lnTo>
                  <a:lnTo>
                    <a:pt x="1205024" y="1506794"/>
                  </a:lnTo>
                  <a:lnTo>
                    <a:pt x="1205019" y="1506789"/>
                  </a:lnTo>
                  <a:lnTo>
                    <a:pt x="1205013" y="1506779"/>
                  </a:lnTo>
                  <a:lnTo>
                    <a:pt x="1205010" y="1506763"/>
                  </a:lnTo>
                  <a:lnTo>
                    <a:pt x="1205005" y="1506743"/>
                  </a:lnTo>
                  <a:lnTo>
                    <a:pt x="1204998" y="1506738"/>
                  </a:lnTo>
                  <a:lnTo>
                    <a:pt x="1204991" y="1506734"/>
                  </a:lnTo>
                  <a:lnTo>
                    <a:pt x="1204975" y="1506728"/>
                  </a:lnTo>
                  <a:lnTo>
                    <a:pt x="1204958" y="1506729"/>
                  </a:lnTo>
                  <a:lnTo>
                    <a:pt x="1204944" y="1506733"/>
                  </a:lnTo>
                  <a:lnTo>
                    <a:pt x="1204940" y="1506735"/>
                  </a:lnTo>
                  <a:lnTo>
                    <a:pt x="1204934" y="1506740"/>
                  </a:lnTo>
                  <a:lnTo>
                    <a:pt x="1204931" y="1506745"/>
                  </a:lnTo>
                  <a:lnTo>
                    <a:pt x="1204927" y="1506752"/>
                  </a:lnTo>
                  <a:lnTo>
                    <a:pt x="1204918" y="1506771"/>
                  </a:lnTo>
                  <a:lnTo>
                    <a:pt x="1204902" y="1506786"/>
                  </a:lnTo>
                  <a:lnTo>
                    <a:pt x="1204896" y="1506790"/>
                  </a:lnTo>
                  <a:lnTo>
                    <a:pt x="1204889" y="1506794"/>
                  </a:lnTo>
                  <a:lnTo>
                    <a:pt x="1204880" y="1506809"/>
                  </a:lnTo>
                  <a:lnTo>
                    <a:pt x="1204870" y="1506833"/>
                  </a:lnTo>
                  <a:lnTo>
                    <a:pt x="1204854" y="1506859"/>
                  </a:lnTo>
                  <a:lnTo>
                    <a:pt x="1204832" y="1506881"/>
                  </a:lnTo>
                  <a:lnTo>
                    <a:pt x="1204825" y="1506887"/>
                  </a:lnTo>
                  <a:lnTo>
                    <a:pt x="1204808" y="1506901"/>
                  </a:lnTo>
                  <a:lnTo>
                    <a:pt x="1204792" y="1506912"/>
                  </a:lnTo>
                  <a:lnTo>
                    <a:pt x="1204776" y="1506921"/>
                  </a:lnTo>
                  <a:lnTo>
                    <a:pt x="1204760" y="1506930"/>
                  </a:lnTo>
                  <a:lnTo>
                    <a:pt x="1204744" y="1506937"/>
                  </a:lnTo>
                  <a:lnTo>
                    <a:pt x="1204737" y="1506939"/>
                  </a:lnTo>
                  <a:lnTo>
                    <a:pt x="1204728" y="1506945"/>
                  </a:lnTo>
                  <a:lnTo>
                    <a:pt x="1204712" y="1506953"/>
                  </a:lnTo>
                  <a:lnTo>
                    <a:pt x="1204696" y="1506962"/>
                  </a:lnTo>
                  <a:lnTo>
                    <a:pt x="1204682" y="1506974"/>
                  </a:lnTo>
                  <a:lnTo>
                    <a:pt x="1204678" y="1506977"/>
                  </a:lnTo>
                  <a:lnTo>
                    <a:pt x="1204673" y="1506985"/>
                  </a:lnTo>
                  <a:lnTo>
                    <a:pt x="1204672" y="1506991"/>
                  </a:lnTo>
                  <a:lnTo>
                    <a:pt x="1204667" y="1507007"/>
                  </a:lnTo>
                  <a:lnTo>
                    <a:pt x="1204666" y="1507024"/>
                  </a:lnTo>
                  <a:lnTo>
                    <a:pt x="1204667" y="1507040"/>
                  </a:lnTo>
                  <a:lnTo>
                    <a:pt x="1204667" y="1507057"/>
                  </a:lnTo>
                  <a:lnTo>
                    <a:pt x="1204669" y="1507074"/>
                  </a:lnTo>
                  <a:lnTo>
                    <a:pt x="1204668" y="1507082"/>
                  </a:lnTo>
                  <a:lnTo>
                    <a:pt x="1204665" y="1507090"/>
                  </a:lnTo>
                  <a:lnTo>
                    <a:pt x="1204608" y="1507148"/>
                  </a:lnTo>
                  <a:lnTo>
                    <a:pt x="1204599" y="1507160"/>
                  </a:lnTo>
                  <a:lnTo>
                    <a:pt x="1204585" y="1507177"/>
                  </a:lnTo>
                  <a:lnTo>
                    <a:pt x="1204572" y="1507193"/>
                  </a:lnTo>
                  <a:lnTo>
                    <a:pt x="1204566" y="1507203"/>
                  </a:lnTo>
                  <a:lnTo>
                    <a:pt x="1204566" y="1507211"/>
                  </a:lnTo>
                  <a:lnTo>
                    <a:pt x="1204579" y="1507224"/>
                  </a:lnTo>
                  <a:lnTo>
                    <a:pt x="1204585" y="1507228"/>
                  </a:lnTo>
                  <a:lnTo>
                    <a:pt x="1204593" y="1507230"/>
                  </a:lnTo>
                  <a:lnTo>
                    <a:pt x="1204592" y="1507239"/>
                  </a:lnTo>
                  <a:lnTo>
                    <a:pt x="1204582" y="1507242"/>
                  </a:lnTo>
                  <a:lnTo>
                    <a:pt x="1204574" y="1507241"/>
                  </a:lnTo>
                  <a:lnTo>
                    <a:pt x="1204542" y="1507236"/>
                  </a:lnTo>
                  <a:lnTo>
                    <a:pt x="1204526" y="1507231"/>
                  </a:lnTo>
                  <a:lnTo>
                    <a:pt x="1204511" y="1507221"/>
                  </a:lnTo>
                  <a:lnTo>
                    <a:pt x="1204495" y="1507208"/>
                  </a:lnTo>
                  <a:lnTo>
                    <a:pt x="1204480" y="1507202"/>
                  </a:lnTo>
                  <a:lnTo>
                    <a:pt x="1204464" y="1507199"/>
                  </a:lnTo>
                  <a:lnTo>
                    <a:pt x="1204446" y="1507193"/>
                  </a:lnTo>
                  <a:lnTo>
                    <a:pt x="1204433" y="1507185"/>
                  </a:lnTo>
                  <a:lnTo>
                    <a:pt x="1204417" y="1507170"/>
                  </a:lnTo>
                  <a:lnTo>
                    <a:pt x="1204403" y="1507153"/>
                  </a:lnTo>
                  <a:lnTo>
                    <a:pt x="1204388" y="1507137"/>
                  </a:lnTo>
                  <a:lnTo>
                    <a:pt x="1204380" y="1507130"/>
                  </a:lnTo>
                  <a:lnTo>
                    <a:pt x="1204372" y="1507127"/>
                  </a:lnTo>
                  <a:lnTo>
                    <a:pt x="1204364" y="1507121"/>
                  </a:lnTo>
                  <a:lnTo>
                    <a:pt x="1204357" y="1507119"/>
                  </a:lnTo>
                  <a:lnTo>
                    <a:pt x="1204351" y="1507117"/>
                  </a:lnTo>
                  <a:lnTo>
                    <a:pt x="1204341" y="1507117"/>
                  </a:lnTo>
                  <a:lnTo>
                    <a:pt x="1204328" y="1507134"/>
                  </a:lnTo>
                  <a:lnTo>
                    <a:pt x="1204323" y="1507143"/>
                  </a:lnTo>
                  <a:lnTo>
                    <a:pt x="1204300" y="1507166"/>
                  </a:lnTo>
                  <a:lnTo>
                    <a:pt x="1204285" y="1507179"/>
                  </a:lnTo>
                  <a:lnTo>
                    <a:pt x="1204269" y="1507193"/>
                  </a:lnTo>
                  <a:lnTo>
                    <a:pt x="1204254" y="1507206"/>
                  </a:lnTo>
                  <a:lnTo>
                    <a:pt x="1204240" y="1507216"/>
                  </a:lnTo>
                  <a:lnTo>
                    <a:pt x="1204224" y="1507226"/>
                  </a:lnTo>
                  <a:lnTo>
                    <a:pt x="1204208" y="1507233"/>
                  </a:lnTo>
                  <a:lnTo>
                    <a:pt x="1204177" y="1507239"/>
                  </a:lnTo>
                  <a:lnTo>
                    <a:pt x="1204138" y="1507247"/>
                  </a:lnTo>
                  <a:lnTo>
                    <a:pt x="1204087" y="1507278"/>
                  </a:lnTo>
                  <a:lnTo>
                    <a:pt x="1204077" y="1507283"/>
                  </a:lnTo>
                  <a:lnTo>
                    <a:pt x="1204041" y="1507283"/>
                  </a:lnTo>
                  <a:lnTo>
                    <a:pt x="1204035" y="1507282"/>
                  </a:lnTo>
                  <a:lnTo>
                    <a:pt x="1204019" y="1507276"/>
                  </a:lnTo>
                  <a:lnTo>
                    <a:pt x="1203965" y="1507257"/>
                  </a:lnTo>
                  <a:lnTo>
                    <a:pt x="1203949" y="1507248"/>
                  </a:lnTo>
                  <a:lnTo>
                    <a:pt x="1203935" y="1507234"/>
                  </a:lnTo>
                  <a:lnTo>
                    <a:pt x="1203919" y="1507223"/>
                  </a:lnTo>
                  <a:lnTo>
                    <a:pt x="1203903" y="1507211"/>
                  </a:lnTo>
                  <a:lnTo>
                    <a:pt x="1203885" y="1507203"/>
                  </a:lnTo>
                  <a:lnTo>
                    <a:pt x="1203872" y="1507201"/>
                  </a:lnTo>
                  <a:lnTo>
                    <a:pt x="1203856" y="1507196"/>
                  </a:lnTo>
                  <a:lnTo>
                    <a:pt x="1203840" y="1507190"/>
                  </a:lnTo>
                  <a:lnTo>
                    <a:pt x="1203809" y="1507181"/>
                  </a:lnTo>
                  <a:lnTo>
                    <a:pt x="1203793" y="1507177"/>
                  </a:lnTo>
                  <a:lnTo>
                    <a:pt x="1203778" y="1507174"/>
                  </a:lnTo>
                  <a:lnTo>
                    <a:pt x="1203762" y="1507168"/>
                  </a:lnTo>
                  <a:lnTo>
                    <a:pt x="1203753" y="1507165"/>
                  </a:lnTo>
                  <a:lnTo>
                    <a:pt x="1203746" y="1507161"/>
                  </a:lnTo>
                  <a:lnTo>
                    <a:pt x="1203739" y="1507158"/>
                  </a:lnTo>
                  <a:lnTo>
                    <a:pt x="1203730" y="1507153"/>
                  </a:lnTo>
                  <a:lnTo>
                    <a:pt x="1203715" y="1507144"/>
                  </a:lnTo>
                  <a:lnTo>
                    <a:pt x="1203699" y="1507131"/>
                  </a:lnTo>
                  <a:lnTo>
                    <a:pt x="1203685" y="1507119"/>
                  </a:lnTo>
                  <a:lnTo>
                    <a:pt x="1203669" y="1507107"/>
                  </a:lnTo>
                  <a:lnTo>
                    <a:pt x="1203655" y="1507093"/>
                  </a:lnTo>
                  <a:lnTo>
                    <a:pt x="1203649" y="1507090"/>
                  </a:lnTo>
                  <a:lnTo>
                    <a:pt x="1203641" y="1507080"/>
                  </a:lnTo>
                  <a:lnTo>
                    <a:pt x="1203630" y="1507063"/>
                  </a:lnTo>
                  <a:lnTo>
                    <a:pt x="1203617" y="1507046"/>
                  </a:lnTo>
                  <a:lnTo>
                    <a:pt x="1203598" y="1507025"/>
                  </a:lnTo>
                  <a:lnTo>
                    <a:pt x="1203588" y="1507019"/>
                  </a:lnTo>
                  <a:lnTo>
                    <a:pt x="1203572" y="1507021"/>
                  </a:lnTo>
                  <a:lnTo>
                    <a:pt x="1203555" y="1507028"/>
                  </a:lnTo>
                  <a:lnTo>
                    <a:pt x="1203540" y="1507039"/>
                  </a:lnTo>
                  <a:lnTo>
                    <a:pt x="1203524" y="1507048"/>
                  </a:lnTo>
                  <a:lnTo>
                    <a:pt x="1203502" y="1507057"/>
                  </a:lnTo>
                  <a:lnTo>
                    <a:pt x="1203492" y="1507056"/>
                  </a:lnTo>
                  <a:lnTo>
                    <a:pt x="1203488" y="1507053"/>
                  </a:lnTo>
                  <a:lnTo>
                    <a:pt x="1203476" y="1507048"/>
                  </a:lnTo>
                  <a:lnTo>
                    <a:pt x="1203461" y="1507042"/>
                  </a:lnTo>
                  <a:lnTo>
                    <a:pt x="1203445" y="1507035"/>
                  </a:lnTo>
                  <a:lnTo>
                    <a:pt x="1203429" y="1507028"/>
                  </a:lnTo>
                  <a:lnTo>
                    <a:pt x="1203414" y="1507022"/>
                  </a:lnTo>
                  <a:lnTo>
                    <a:pt x="1203405" y="1507022"/>
                  </a:lnTo>
                  <a:lnTo>
                    <a:pt x="1203398" y="1507024"/>
                  </a:lnTo>
                  <a:lnTo>
                    <a:pt x="1203366" y="1507041"/>
                  </a:lnTo>
                  <a:lnTo>
                    <a:pt x="1203350" y="1507050"/>
                  </a:lnTo>
                  <a:lnTo>
                    <a:pt x="1203334" y="1507055"/>
                  </a:lnTo>
                  <a:lnTo>
                    <a:pt x="1203318" y="1507058"/>
                  </a:lnTo>
                  <a:lnTo>
                    <a:pt x="1203302" y="1507061"/>
                  </a:lnTo>
                  <a:lnTo>
                    <a:pt x="1203287" y="1507064"/>
                  </a:lnTo>
                  <a:lnTo>
                    <a:pt x="1203271" y="1507065"/>
                  </a:lnTo>
                  <a:lnTo>
                    <a:pt x="1203255" y="1507066"/>
                  </a:lnTo>
                  <a:lnTo>
                    <a:pt x="1203239" y="1507067"/>
                  </a:lnTo>
                  <a:lnTo>
                    <a:pt x="1203223" y="1507069"/>
                  </a:lnTo>
                  <a:lnTo>
                    <a:pt x="1203191" y="1507077"/>
                  </a:lnTo>
                  <a:lnTo>
                    <a:pt x="1203176" y="1507082"/>
                  </a:lnTo>
                  <a:lnTo>
                    <a:pt x="1203144" y="1507095"/>
                  </a:lnTo>
                  <a:lnTo>
                    <a:pt x="1203136" y="1507101"/>
                  </a:lnTo>
                  <a:lnTo>
                    <a:pt x="1203133" y="1507110"/>
                  </a:lnTo>
                  <a:lnTo>
                    <a:pt x="1203127" y="1507127"/>
                  </a:lnTo>
                  <a:lnTo>
                    <a:pt x="1203122" y="1507143"/>
                  </a:lnTo>
                  <a:lnTo>
                    <a:pt x="1203108" y="1507180"/>
                  </a:lnTo>
                  <a:lnTo>
                    <a:pt x="1203101" y="1507193"/>
                  </a:lnTo>
                  <a:lnTo>
                    <a:pt x="1203093" y="1507209"/>
                  </a:lnTo>
                  <a:lnTo>
                    <a:pt x="1203091" y="1507215"/>
                  </a:lnTo>
                  <a:lnTo>
                    <a:pt x="1203081" y="1507227"/>
                  </a:lnTo>
                  <a:lnTo>
                    <a:pt x="1203073" y="1507243"/>
                  </a:lnTo>
                  <a:lnTo>
                    <a:pt x="1203068" y="1507259"/>
                  </a:lnTo>
                  <a:lnTo>
                    <a:pt x="1203069" y="1507276"/>
                  </a:lnTo>
                  <a:lnTo>
                    <a:pt x="1203072" y="1507317"/>
                  </a:lnTo>
                  <a:lnTo>
                    <a:pt x="1203074" y="1507334"/>
                  </a:lnTo>
                  <a:lnTo>
                    <a:pt x="1203077" y="1507350"/>
                  </a:lnTo>
                  <a:lnTo>
                    <a:pt x="1203082" y="1507367"/>
                  </a:lnTo>
                  <a:lnTo>
                    <a:pt x="1203088" y="1507384"/>
                  </a:lnTo>
                  <a:lnTo>
                    <a:pt x="1203096" y="1507400"/>
                  </a:lnTo>
                  <a:lnTo>
                    <a:pt x="1203106" y="1507416"/>
                  </a:lnTo>
                  <a:lnTo>
                    <a:pt x="1203112" y="1507422"/>
                  </a:lnTo>
                  <a:lnTo>
                    <a:pt x="1203122" y="1507429"/>
                  </a:lnTo>
                  <a:lnTo>
                    <a:pt x="1203138" y="1507438"/>
                  </a:lnTo>
                  <a:lnTo>
                    <a:pt x="1203154" y="1507446"/>
                  </a:lnTo>
                  <a:lnTo>
                    <a:pt x="1203166" y="1507453"/>
                  </a:lnTo>
                  <a:lnTo>
                    <a:pt x="1203169" y="1507457"/>
                  </a:lnTo>
                  <a:lnTo>
                    <a:pt x="1203185" y="1507467"/>
                  </a:lnTo>
                  <a:lnTo>
                    <a:pt x="1203200" y="1507479"/>
                  </a:lnTo>
                  <a:lnTo>
                    <a:pt x="1203216" y="1507495"/>
                  </a:lnTo>
                  <a:lnTo>
                    <a:pt x="1203228" y="1507512"/>
                  </a:lnTo>
                  <a:lnTo>
                    <a:pt x="1203238" y="1507529"/>
                  </a:lnTo>
                  <a:lnTo>
                    <a:pt x="1203242" y="1507537"/>
                  </a:lnTo>
                  <a:lnTo>
                    <a:pt x="1203246" y="1507548"/>
                  </a:lnTo>
                  <a:lnTo>
                    <a:pt x="1203248" y="1507556"/>
                  </a:lnTo>
                  <a:lnTo>
                    <a:pt x="1203251" y="1507562"/>
                  </a:lnTo>
                  <a:lnTo>
                    <a:pt x="1203253" y="1507567"/>
                  </a:lnTo>
                  <a:lnTo>
                    <a:pt x="1203262" y="1507577"/>
                  </a:lnTo>
                  <a:lnTo>
                    <a:pt x="1203278" y="1507583"/>
                  </a:lnTo>
                  <a:lnTo>
                    <a:pt x="1203293" y="1507587"/>
                  </a:lnTo>
                  <a:lnTo>
                    <a:pt x="1203309" y="1507593"/>
                  </a:lnTo>
                  <a:lnTo>
                    <a:pt x="1203314" y="1507595"/>
                  </a:lnTo>
                  <a:lnTo>
                    <a:pt x="1203325" y="1507602"/>
                  </a:lnTo>
                  <a:lnTo>
                    <a:pt x="1203331" y="1507610"/>
                  </a:lnTo>
                  <a:lnTo>
                    <a:pt x="1203335" y="1507618"/>
                  </a:lnTo>
                  <a:lnTo>
                    <a:pt x="1203340" y="1507635"/>
                  </a:lnTo>
                  <a:lnTo>
                    <a:pt x="1203343" y="1507652"/>
                  </a:lnTo>
                  <a:lnTo>
                    <a:pt x="1203348" y="1507669"/>
                  </a:lnTo>
                  <a:lnTo>
                    <a:pt x="1203351" y="1507679"/>
                  </a:lnTo>
                  <a:lnTo>
                    <a:pt x="1203355" y="1507685"/>
                  </a:lnTo>
                  <a:lnTo>
                    <a:pt x="1203364" y="1507702"/>
                  </a:lnTo>
                  <a:lnTo>
                    <a:pt x="1203370" y="1507714"/>
                  </a:lnTo>
                  <a:lnTo>
                    <a:pt x="1203372" y="1507721"/>
                  </a:lnTo>
                  <a:lnTo>
                    <a:pt x="1203375" y="1507736"/>
                  </a:lnTo>
                  <a:lnTo>
                    <a:pt x="1203377" y="1507753"/>
                  </a:lnTo>
                  <a:lnTo>
                    <a:pt x="1203377" y="1507769"/>
                  </a:lnTo>
                  <a:lnTo>
                    <a:pt x="1203378" y="1507786"/>
                  </a:lnTo>
                  <a:lnTo>
                    <a:pt x="1203379" y="1507800"/>
                  </a:lnTo>
                  <a:lnTo>
                    <a:pt x="1203381" y="1507819"/>
                  </a:lnTo>
                  <a:lnTo>
                    <a:pt x="1203381" y="1507825"/>
                  </a:lnTo>
                  <a:lnTo>
                    <a:pt x="1203377" y="1507830"/>
                  </a:lnTo>
                  <a:lnTo>
                    <a:pt x="1203371" y="1507834"/>
                  </a:lnTo>
                  <a:lnTo>
                    <a:pt x="1203356" y="1507839"/>
                  </a:lnTo>
                  <a:lnTo>
                    <a:pt x="1203340" y="1507845"/>
                  </a:lnTo>
                  <a:lnTo>
                    <a:pt x="1203323" y="1507855"/>
                  </a:lnTo>
                  <a:lnTo>
                    <a:pt x="1203307" y="1507865"/>
                  </a:lnTo>
                  <a:lnTo>
                    <a:pt x="1203291" y="1507877"/>
                  </a:lnTo>
                  <a:lnTo>
                    <a:pt x="1203275" y="1507891"/>
                  </a:lnTo>
                  <a:lnTo>
                    <a:pt x="1203262" y="1507904"/>
                  </a:lnTo>
                  <a:lnTo>
                    <a:pt x="1203248" y="1507919"/>
                  </a:lnTo>
                  <a:lnTo>
                    <a:pt x="1203241" y="1507924"/>
                  </a:lnTo>
                  <a:lnTo>
                    <a:pt x="1203232" y="1507929"/>
                  </a:lnTo>
                  <a:lnTo>
                    <a:pt x="1203216" y="1507931"/>
                  </a:lnTo>
                  <a:lnTo>
                    <a:pt x="1203200" y="1507931"/>
                  </a:lnTo>
                  <a:lnTo>
                    <a:pt x="1203184" y="1507930"/>
                  </a:lnTo>
                  <a:lnTo>
                    <a:pt x="1203169" y="1507931"/>
                  </a:lnTo>
                  <a:lnTo>
                    <a:pt x="1203152" y="1507932"/>
                  </a:lnTo>
                  <a:lnTo>
                    <a:pt x="1203137" y="1507935"/>
                  </a:lnTo>
                  <a:lnTo>
                    <a:pt x="1203121" y="1507939"/>
                  </a:lnTo>
                  <a:lnTo>
                    <a:pt x="1203111" y="1507942"/>
                  </a:lnTo>
                  <a:lnTo>
                    <a:pt x="1203105" y="1507946"/>
                  </a:lnTo>
                  <a:lnTo>
                    <a:pt x="1203089" y="1507957"/>
                  </a:lnTo>
                  <a:lnTo>
                    <a:pt x="1203073" y="1507964"/>
                  </a:lnTo>
                  <a:lnTo>
                    <a:pt x="1203057" y="1507970"/>
                  </a:lnTo>
                  <a:lnTo>
                    <a:pt x="1203041" y="1507974"/>
                  </a:lnTo>
                  <a:lnTo>
                    <a:pt x="1203026" y="1507980"/>
                  </a:lnTo>
                  <a:lnTo>
                    <a:pt x="1203010" y="1507989"/>
                  </a:lnTo>
                  <a:lnTo>
                    <a:pt x="1202993" y="1508002"/>
                  </a:lnTo>
                  <a:lnTo>
                    <a:pt x="1202988" y="1508007"/>
                  </a:lnTo>
                  <a:lnTo>
                    <a:pt x="1202981" y="1508018"/>
                  </a:lnTo>
                  <a:lnTo>
                    <a:pt x="1202973" y="1508035"/>
                  </a:lnTo>
                  <a:lnTo>
                    <a:pt x="1202967" y="1508052"/>
                  </a:lnTo>
                  <a:lnTo>
                    <a:pt x="1202968" y="1508068"/>
                  </a:lnTo>
                  <a:lnTo>
                    <a:pt x="1202969" y="1508075"/>
                  </a:lnTo>
                  <a:lnTo>
                    <a:pt x="1202985" y="1508118"/>
                  </a:lnTo>
                  <a:lnTo>
                    <a:pt x="1202990" y="1508135"/>
                  </a:lnTo>
                  <a:lnTo>
                    <a:pt x="1202996" y="1508152"/>
                  </a:lnTo>
                  <a:lnTo>
                    <a:pt x="1203000" y="1508169"/>
                  </a:lnTo>
                  <a:lnTo>
                    <a:pt x="1203002" y="1508173"/>
                  </a:lnTo>
                  <a:lnTo>
                    <a:pt x="1203003" y="1508187"/>
                  </a:lnTo>
                  <a:lnTo>
                    <a:pt x="1203003" y="1508202"/>
                  </a:lnTo>
                  <a:lnTo>
                    <a:pt x="1202999" y="1508219"/>
                  </a:lnTo>
                  <a:lnTo>
                    <a:pt x="1202996" y="1508226"/>
                  </a:lnTo>
                  <a:lnTo>
                    <a:pt x="1202995" y="1508235"/>
                  </a:lnTo>
                  <a:lnTo>
                    <a:pt x="1202993" y="1508242"/>
                  </a:lnTo>
                  <a:lnTo>
                    <a:pt x="1202992" y="1508252"/>
                  </a:lnTo>
                  <a:lnTo>
                    <a:pt x="1202994" y="1508273"/>
                  </a:lnTo>
                  <a:lnTo>
                    <a:pt x="1203000" y="1508285"/>
                  </a:lnTo>
                  <a:lnTo>
                    <a:pt x="1203009" y="1508300"/>
                  </a:lnTo>
                  <a:lnTo>
                    <a:pt x="1203009" y="1508311"/>
                  </a:lnTo>
                  <a:lnTo>
                    <a:pt x="1203007" y="1508319"/>
                  </a:lnTo>
                  <a:lnTo>
                    <a:pt x="1203004" y="1508324"/>
                  </a:lnTo>
                  <a:lnTo>
                    <a:pt x="1202993" y="1508335"/>
                  </a:lnTo>
                  <a:lnTo>
                    <a:pt x="1202985" y="1508342"/>
                  </a:lnTo>
                  <a:lnTo>
                    <a:pt x="1202978" y="1508345"/>
                  </a:lnTo>
                  <a:lnTo>
                    <a:pt x="1202962" y="1508357"/>
                  </a:lnTo>
                  <a:lnTo>
                    <a:pt x="1202946" y="1508368"/>
                  </a:lnTo>
                  <a:lnTo>
                    <a:pt x="1202930" y="1508373"/>
                  </a:lnTo>
                  <a:lnTo>
                    <a:pt x="1202914" y="1508381"/>
                  </a:lnTo>
                  <a:lnTo>
                    <a:pt x="1202900" y="1508392"/>
                  </a:lnTo>
                  <a:lnTo>
                    <a:pt x="1202887" y="1508409"/>
                  </a:lnTo>
                  <a:lnTo>
                    <a:pt x="1202879" y="1508425"/>
                  </a:lnTo>
                  <a:lnTo>
                    <a:pt x="1202878" y="1508442"/>
                  </a:lnTo>
                  <a:lnTo>
                    <a:pt x="1202876" y="1508459"/>
                  </a:lnTo>
                  <a:lnTo>
                    <a:pt x="1202873" y="1508475"/>
                  </a:lnTo>
                  <a:lnTo>
                    <a:pt x="1202870" y="1508482"/>
                  </a:lnTo>
                  <a:lnTo>
                    <a:pt x="1202873" y="1508488"/>
                  </a:lnTo>
                  <a:lnTo>
                    <a:pt x="1202879" y="1508487"/>
                  </a:lnTo>
                  <a:lnTo>
                    <a:pt x="1202889" y="1508479"/>
                  </a:lnTo>
                  <a:lnTo>
                    <a:pt x="1202895" y="1508476"/>
                  </a:lnTo>
                  <a:lnTo>
                    <a:pt x="1202905" y="1508477"/>
                  </a:lnTo>
                  <a:lnTo>
                    <a:pt x="1202921" y="1508480"/>
                  </a:lnTo>
                  <a:lnTo>
                    <a:pt x="1202937" y="1508486"/>
                  </a:lnTo>
                  <a:lnTo>
                    <a:pt x="1202950" y="1508494"/>
                  </a:lnTo>
                  <a:lnTo>
                    <a:pt x="1202957" y="1508503"/>
                  </a:lnTo>
                  <a:lnTo>
                    <a:pt x="1202959" y="1508511"/>
                  </a:lnTo>
                  <a:lnTo>
                    <a:pt x="1202962" y="1508528"/>
                  </a:lnTo>
                  <a:lnTo>
                    <a:pt x="1202963" y="1508589"/>
                  </a:lnTo>
                  <a:lnTo>
                    <a:pt x="1202963" y="1508606"/>
                  </a:lnTo>
                  <a:lnTo>
                    <a:pt x="1202964" y="1508623"/>
                  </a:lnTo>
                  <a:lnTo>
                    <a:pt x="1202966" y="1508639"/>
                  </a:lnTo>
                  <a:lnTo>
                    <a:pt x="1202966" y="1508656"/>
                  </a:lnTo>
                  <a:lnTo>
                    <a:pt x="1202967" y="1508672"/>
                  </a:lnTo>
                  <a:lnTo>
                    <a:pt x="1202968" y="1508689"/>
                  </a:lnTo>
                  <a:lnTo>
                    <a:pt x="1202968" y="1508719"/>
                  </a:lnTo>
                  <a:lnTo>
                    <a:pt x="1202964" y="1508735"/>
                  </a:lnTo>
                  <a:lnTo>
                    <a:pt x="1202960" y="1508751"/>
                  </a:lnTo>
                  <a:lnTo>
                    <a:pt x="1202956" y="1508768"/>
                  </a:lnTo>
                  <a:lnTo>
                    <a:pt x="1202951" y="1508785"/>
                  </a:lnTo>
                  <a:lnTo>
                    <a:pt x="1202946" y="1508797"/>
                  </a:lnTo>
                  <a:lnTo>
                    <a:pt x="1202943" y="1508801"/>
                  </a:lnTo>
                  <a:lnTo>
                    <a:pt x="1202936" y="1508818"/>
                  </a:lnTo>
                  <a:lnTo>
                    <a:pt x="1202930" y="1508834"/>
                  </a:lnTo>
                  <a:lnTo>
                    <a:pt x="1202915" y="1508850"/>
                  </a:lnTo>
                  <a:lnTo>
                    <a:pt x="1202910" y="1508855"/>
                  </a:lnTo>
                  <a:lnTo>
                    <a:pt x="1202902" y="1508866"/>
                  </a:lnTo>
                  <a:lnTo>
                    <a:pt x="1202899" y="1508873"/>
                  </a:lnTo>
                  <a:lnTo>
                    <a:pt x="1202898" y="1508882"/>
                  </a:lnTo>
                  <a:lnTo>
                    <a:pt x="1202896" y="1508899"/>
                  </a:lnTo>
                  <a:lnTo>
                    <a:pt x="1202895" y="1508916"/>
                  </a:lnTo>
                  <a:lnTo>
                    <a:pt x="1202894" y="1508924"/>
                  </a:lnTo>
                  <a:lnTo>
                    <a:pt x="1202890" y="1508936"/>
                  </a:lnTo>
                  <a:lnTo>
                    <a:pt x="1202884" y="1508949"/>
                  </a:lnTo>
                  <a:lnTo>
                    <a:pt x="1202860" y="1508981"/>
                  </a:lnTo>
                  <a:lnTo>
                    <a:pt x="1202850" y="1508998"/>
                  </a:lnTo>
                  <a:lnTo>
                    <a:pt x="1202846" y="1509007"/>
                  </a:lnTo>
                  <a:lnTo>
                    <a:pt x="1202845" y="1509015"/>
                  </a:lnTo>
                  <a:lnTo>
                    <a:pt x="1202845" y="1509032"/>
                  </a:lnTo>
                  <a:lnTo>
                    <a:pt x="1202843" y="1509050"/>
                  </a:lnTo>
                  <a:lnTo>
                    <a:pt x="1202839" y="1509068"/>
                  </a:lnTo>
                  <a:lnTo>
                    <a:pt x="1202832" y="1509081"/>
                  </a:lnTo>
                  <a:lnTo>
                    <a:pt x="1202829" y="1509085"/>
                  </a:lnTo>
                  <a:lnTo>
                    <a:pt x="1202822" y="1509098"/>
                  </a:lnTo>
                  <a:lnTo>
                    <a:pt x="1202816" y="1509114"/>
                  </a:lnTo>
                  <a:lnTo>
                    <a:pt x="1202814" y="1509131"/>
                  </a:lnTo>
                  <a:lnTo>
                    <a:pt x="1202814" y="1509147"/>
                  </a:lnTo>
                  <a:lnTo>
                    <a:pt x="1202817" y="1509164"/>
                  </a:lnTo>
                  <a:lnTo>
                    <a:pt x="1202817" y="1509183"/>
                  </a:lnTo>
                  <a:lnTo>
                    <a:pt x="1202813" y="1509190"/>
                  </a:lnTo>
                  <a:lnTo>
                    <a:pt x="1202806" y="1509197"/>
                  </a:lnTo>
                  <a:lnTo>
                    <a:pt x="1202797" y="1509205"/>
                  </a:lnTo>
                  <a:lnTo>
                    <a:pt x="1202791" y="1509208"/>
                  </a:lnTo>
                  <a:lnTo>
                    <a:pt x="1202775" y="1509217"/>
                  </a:lnTo>
                  <a:lnTo>
                    <a:pt x="1202759" y="1509222"/>
                  </a:lnTo>
                  <a:lnTo>
                    <a:pt x="1202743" y="1509228"/>
                  </a:lnTo>
                  <a:lnTo>
                    <a:pt x="1202727" y="1509234"/>
                  </a:lnTo>
                  <a:lnTo>
                    <a:pt x="1202719" y="1509236"/>
                  </a:lnTo>
                  <a:lnTo>
                    <a:pt x="1202704" y="1509244"/>
                  </a:lnTo>
                  <a:lnTo>
                    <a:pt x="1202699" y="1509251"/>
                  </a:lnTo>
                  <a:lnTo>
                    <a:pt x="1202701" y="1509262"/>
                  </a:lnTo>
                  <a:lnTo>
                    <a:pt x="1202708" y="1509272"/>
                  </a:lnTo>
                  <a:lnTo>
                    <a:pt x="1202716" y="1509287"/>
                  </a:lnTo>
                  <a:lnTo>
                    <a:pt x="1202722" y="1509304"/>
                  </a:lnTo>
                  <a:lnTo>
                    <a:pt x="1202724" y="1509309"/>
                  </a:lnTo>
                  <a:lnTo>
                    <a:pt x="1202723" y="1509345"/>
                  </a:lnTo>
                  <a:lnTo>
                    <a:pt x="1202718" y="1509375"/>
                  </a:lnTo>
                  <a:lnTo>
                    <a:pt x="1202718" y="1509391"/>
                  </a:lnTo>
                  <a:lnTo>
                    <a:pt x="1202722" y="1509406"/>
                  </a:lnTo>
                  <a:lnTo>
                    <a:pt x="1202731" y="1509425"/>
                  </a:lnTo>
                  <a:lnTo>
                    <a:pt x="1202747" y="1509437"/>
                  </a:lnTo>
                  <a:lnTo>
                    <a:pt x="1202758" y="1509442"/>
                  </a:lnTo>
                  <a:lnTo>
                    <a:pt x="1202787" y="1509461"/>
                  </a:lnTo>
                  <a:lnTo>
                    <a:pt x="1202791" y="1509466"/>
                  </a:lnTo>
                  <a:lnTo>
                    <a:pt x="1202803" y="1509483"/>
                  </a:lnTo>
                  <a:lnTo>
                    <a:pt x="1202818" y="1509497"/>
                  </a:lnTo>
                  <a:lnTo>
                    <a:pt x="1202834" y="1509507"/>
                  </a:lnTo>
                  <a:lnTo>
                    <a:pt x="1202850" y="1509512"/>
                  </a:lnTo>
                  <a:lnTo>
                    <a:pt x="1202856" y="1509516"/>
                  </a:lnTo>
                  <a:lnTo>
                    <a:pt x="1202850" y="1509541"/>
                  </a:lnTo>
                  <a:lnTo>
                    <a:pt x="1202845" y="1509558"/>
                  </a:lnTo>
                  <a:lnTo>
                    <a:pt x="1202844" y="1509575"/>
                  </a:lnTo>
                  <a:lnTo>
                    <a:pt x="1202847" y="1509592"/>
                  </a:lnTo>
                  <a:lnTo>
                    <a:pt x="1202850" y="1509625"/>
                  </a:lnTo>
                  <a:lnTo>
                    <a:pt x="1202850" y="1509673"/>
                  </a:lnTo>
                  <a:lnTo>
                    <a:pt x="1202852" y="1509689"/>
                  </a:lnTo>
                  <a:lnTo>
                    <a:pt x="1202855" y="1509713"/>
                  </a:lnTo>
                  <a:lnTo>
                    <a:pt x="1202855" y="1509726"/>
                  </a:lnTo>
                  <a:lnTo>
                    <a:pt x="1202849" y="1509746"/>
                  </a:lnTo>
                  <a:lnTo>
                    <a:pt x="1202843" y="1509759"/>
                  </a:lnTo>
                  <a:lnTo>
                    <a:pt x="1202832" y="1509775"/>
                  </a:lnTo>
                  <a:lnTo>
                    <a:pt x="1202819" y="1509790"/>
                  </a:lnTo>
                  <a:lnTo>
                    <a:pt x="1202803" y="1509806"/>
                  </a:lnTo>
                  <a:lnTo>
                    <a:pt x="1202787" y="1509819"/>
                  </a:lnTo>
                  <a:lnTo>
                    <a:pt x="1202772" y="1509831"/>
                  </a:lnTo>
                  <a:lnTo>
                    <a:pt x="1202740" y="1509851"/>
                  </a:lnTo>
                  <a:lnTo>
                    <a:pt x="1202724" y="1509858"/>
                  </a:lnTo>
                  <a:lnTo>
                    <a:pt x="1202708" y="1509865"/>
                  </a:lnTo>
                  <a:lnTo>
                    <a:pt x="1202701" y="1509867"/>
                  </a:lnTo>
                  <a:lnTo>
                    <a:pt x="1202692" y="1509872"/>
                  </a:lnTo>
                  <a:lnTo>
                    <a:pt x="1202676" y="1509883"/>
                  </a:lnTo>
                  <a:lnTo>
                    <a:pt x="1202669" y="1509889"/>
                  </a:lnTo>
                  <a:lnTo>
                    <a:pt x="1202660" y="1509893"/>
                  </a:lnTo>
                  <a:lnTo>
                    <a:pt x="1202645" y="1509899"/>
                  </a:lnTo>
                  <a:lnTo>
                    <a:pt x="1202628" y="1509903"/>
                  </a:lnTo>
                  <a:lnTo>
                    <a:pt x="1202613" y="1509905"/>
                  </a:lnTo>
                  <a:lnTo>
                    <a:pt x="1202557" y="1509904"/>
                  </a:lnTo>
                  <a:lnTo>
                    <a:pt x="1202550" y="1509906"/>
                  </a:lnTo>
                  <a:lnTo>
                    <a:pt x="1202534" y="1509912"/>
                  </a:lnTo>
                  <a:lnTo>
                    <a:pt x="1202520" y="1509920"/>
                  </a:lnTo>
                  <a:lnTo>
                    <a:pt x="1202510" y="1509924"/>
                  </a:lnTo>
                  <a:lnTo>
                    <a:pt x="1202502" y="1509925"/>
                  </a:lnTo>
                  <a:lnTo>
                    <a:pt x="1202486" y="1509928"/>
                  </a:lnTo>
                  <a:lnTo>
                    <a:pt x="1202470" y="1509929"/>
                  </a:lnTo>
                  <a:lnTo>
                    <a:pt x="1202464" y="1509931"/>
                  </a:lnTo>
                  <a:lnTo>
                    <a:pt x="1202454" y="1509939"/>
                  </a:lnTo>
                  <a:lnTo>
                    <a:pt x="1202438" y="1509951"/>
                  </a:lnTo>
                  <a:lnTo>
                    <a:pt x="1202422" y="1509962"/>
                  </a:lnTo>
                  <a:lnTo>
                    <a:pt x="1202406" y="1509974"/>
                  </a:lnTo>
                  <a:lnTo>
                    <a:pt x="1202392" y="1509984"/>
                  </a:lnTo>
                  <a:lnTo>
                    <a:pt x="1202374" y="1509993"/>
                  </a:lnTo>
                  <a:lnTo>
                    <a:pt x="1202306" y="1510022"/>
                  </a:lnTo>
                  <a:lnTo>
                    <a:pt x="1202296" y="1510022"/>
                  </a:lnTo>
                  <a:lnTo>
                    <a:pt x="1202280" y="1510021"/>
                  </a:lnTo>
                  <a:lnTo>
                    <a:pt x="1202269" y="1510020"/>
                  </a:lnTo>
                  <a:lnTo>
                    <a:pt x="1202250" y="1510022"/>
                  </a:lnTo>
                  <a:lnTo>
                    <a:pt x="1202234" y="1510037"/>
                  </a:lnTo>
                  <a:lnTo>
                    <a:pt x="1202219" y="1510050"/>
                  </a:lnTo>
                  <a:lnTo>
                    <a:pt x="1202210" y="1510057"/>
                  </a:lnTo>
                  <a:lnTo>
                    <a:pt x="1202204" y="1510060"/>
                  </a:lnTo>
                  <a:lnTo>
                    <a:pt x="1202188" y="1510072"/>
                  </a:lnTo>
                  <a:lnTo>
                    <a:pt x="1202172" y="1510086"/>
                  </a:lnTo>
                  <a:lnTo>
                    <a:pt x="1202154" y="1510096"/>
                  </a:lnTo>
                  <a:lnTo>
                    <a:pt x="1202140" y="1510104"/>
                  </a:lnTo>
                  <a:lnTo>
                    <a:pt x="1202135" y="1510107"/>
                  </a:lnTo>
                  <a:lnTo>
                    <a:pt x="1202124" y="1510111"/>
                  </a:lnTo>
                  <a:lnTo>
                    <a:pt x="1202108" y="1510121"/>
                  </a:lnTo>
                  <a:lnTo>
                    <a:pt x="1202092" y="1510130"/>
                  </a:lnTo>
                  <a:lnTo>
                    <a:pt x="1202066" y="1510135"/>
                  </a:lnTo>
                  <a:lnTo>
                    <a:pt x="1202085" y="1510150"/>
                  </a:lnTo>
                  <a:lnTo>
                    <a:pt x="1202102" y="1510156"/>
                  </a:lnTo>
                  <a:lnTo>
                    <a:pt x="1202118" y="1510165"/>
                  </a:lnTo>
                  <a:lnTo>
                    <a:pt x="1202136" y="1510174"/>
                  </a:lnTo>
                  <a:lnTo>
                    <a:pt x="1202154" y="1510192"/>
                  </a:lnTo>
                  <a:lnTo>
                    <a:pt x="1202161" y="1510202"/>
                  </a:lnTo>
                  <a:lnTo>
                    <a:pt x="1202165" y="1510211"/>
                  </a:lnTo>
                  <a:lnTo>
                    <a:pt x="1202174" y="1510226"/>
                  </a:lnTo>
                  <a:lnTo>
                    <a:pt x="1202180" y="1510239"/>
                  </a:lnTo>
                  <a:lnTo>
                    <a:pt x="1202187" y="1510252"/>
                  </a:lnTo>
                  <a:lnTo>
                    <a:pt x="1202190" y="1510259"/>
                  </a:lnTo>
                  <a:lnTo>
                    <a:pt x="1202196" y="1510272"/>
                  </a:lnTo>
                  <a:lnTo>
                    <a:pt x="1202199" y="1510278"/>
                  </a:lnTo>
                  <a:lnTo>
                    <a:pt x="1202208" y="1510293"/>
                  </a:lnTo>
                  <a:lnTo>
                    <a:pt x="1202214" y="1510305"/>
                  </a:lnTo>
                  <a:lnTo>
                    <a:pt x="1202218" y="1510310"/>
                  </a:lnTo>
                  <a:lnTo>
                    <a:pt x="1202237" y="1510343"/>
                  </a:lnTo>
                  <a:lnTo>
                    <a:pt x="1202240" y="1510348"/>
                  </a:lnTo>
                  <a:lnTo>
                    <a:pt x="1202244" y="1510357"/>
                  </a:lnTo>
                  <a:lnTo>
                    <a:pt x="1202247" y="1510365"/>
                  </a:lnTo>
                  <a:lnTo>
                    <a:pt x="1202251" y="1510377"/>
                  </a:lnTo>
                  <a:lnTo>
                    <a:pt x="1202254" y="1510385"/>
                  </a:lnTo>
                  <a:lnTo>
                    <a:pt x="1202255" y="1510394"/>
                  </a:lnTo>
                  <a:lnTo>
                    <a:pt x="1202260" y="1510410"/>
                  </a:lnTo>
                  <a:lnTo>
                    <a:pt x="1202264" y="1510427"/>
                  </a:lnTo>
                  <a:lnTo>
                    <a:pt x="1202264" y="1510436"/>
                  </a:lnTo>
                  <a:lnTo>
                    <a:pt x="1202266" y="1510444"/>
                  </a:lnTo>
                  <a:lnTo>
                    <a:pt x="1202268" y="1510460"/>
                  </a:lnTo>
                  <a:lnTo>
                    <a:pt x="1202271" y="1510477"/>
                  </a:lnTo>
                  <a:lnTo>
                    <a:pt x="1202272" y="1510494"/>
                  </a:lnTo>
                  <a:lnTo>
                    <a:pt x="1202274" y="1510502"/>
                  </a:lnTo>
                  <a:lnTo>
                    <a:pt x="1202274" y="1510510"/>
                  </a:lnTo>
                  <a:lnTo>
                    <a:pt x="1202276" y="1510567"/>
                  </a:lnTo>
                  <a:lnTo>
                    <a:pt x="1202274" y="1510588"/>
                  </a:lnTo>
                  <a:lnTo>
                    <a:pt x="1202271" y="1510601"/>
                  </a:lnTo>
                  <a:lnTo>
                    <a:pt x="1202268" y="1510612"/>
                  </a:lnTo>
                  <a:lnTo>
                    <a:pt x="1202265" y="1510617"/>
                  </a:lnTo>
                  <a:lnTo>
                    <a:pt x="1202263" y="1510625"/>
                  </a:lnTo>
                  <a:lnTo>
                    <a:pt x="1202257" y="1510634"/>
                  </a:lnTo>
                  <a:lnTo>
                    <a:pt x="1202256" y="1510639"/>
                  </a:lnTo>
                  <a:lnTo>
                    <a:pt x="1202257" y="1510650"/>
                  </a:lnTo>
                  <a:lnTo>
                    <a:pt x="1202261" y="1510667"/>
                  </a:lnTo>
                  <a:lnTo>
                    <a:pt x="1202286" y="1510723"/>
                  </a:lnTo>
                  <a:lnTo>
                    <a:pt x="1202287" y="1510733"/>
                  </a:lnTo>
                  <a:lnTo>
                    <a:pt x="1202291" y="1510767"/>
                  </a:lnTo>
                  <a:lnTo>
                    <a:pt x="1202295" y="1510786"/>
                  </a:lnTo>
                  <a:lnTo>
                    <a:pt x="1202299" y="1510800"/>
                  </a:lnTo>
                  <a:lnTo>
                    <a:pt x="1202303" y="1510821"/>
                  </a:lnTo>
                  <a:lnTo>
                    <a:pt x="1202309" y="1510834"/>
                  </a:lnTo>
                  <a:lnTo>
                    <a:pt x="1202319" y="1510850"/>
                  </a:lnTo>
                  <a:lnTo>
                    <a:pt x="1202329" y="1510867"/>
                  </a:lnTo>
                  <a:lnTo>
                    <a:pt x="1202336" y="1510884"/>
                  </a:lnTo>
                  <a:lnTo>
                    <a:pt x="1202346" y="1510901"/>
                  </a:lnTo>
                  <a:lnTo>
                    <a:pt x="1202354" y="1510918"/>
                  </a:lnTo>
                  <a:lnTo>
                    <a:pt x="1202359" y="1510935"/>
                  </a:lnTo>
                  <a:lnTo>
                    <a:pt x="1202371" y="1510968"/>
                  </a:lnTo>
                  <a:lnTo>
                    <a:pt x="1202378" y="1511002"/>
                  </a:lnTo>
                  <a:lnTo>
                    <a:pt x="1202389" y="1511033"/>
                  </a:lnTo>
                  <a:lnTo>
                    <a:pt x="1202393" y="1511039"/>
                  </a:lnTo>
                  <a:lnTo>
                    <a:pt x="1202405" y="1511053"/>
                  </a:lnTo>
                  <a:lnTo>
                    <a:pt x="1202417" y="1511069"/>
                  </a:lnTo>
                  <a:lnTo>
                    <a:pt x="1202433" y="1511083"/>
                  </a:lnTo>
                  <a:lnTo>
                    <a:pt x="1202448" y="1511095"/>
                  </a:lnTo>
                  <a:lnTo>
                    <a:pt x="1202464" y="1511106"/>
                  </a:lnTo>
                  <a:lnTo>
                    <a:pt x="1202480" y="1511115"/>
                  </a:lnTo>
                  <a:lnTo>
                    <a:pt x="1202485" y="1511120"/>
                  </a:lnTo>
                  <a:lnTo>
                    <a:pt x="1202495" y="1511125"/>
                  </a:lnTo>
                  <a:lnTo>
                    <a:pt x="1202511" y="1511134"/>
                  </a:lnTo>
                  <a:lnTo>
                    <a:pt x="1202527" y="1511141"/>
                  </a:lnTo>
                  <a:lnTo>
                    <a:pt x="1202543" y="1511145"/>
                  </a:lnTo>
                  <a:lnTo>
                    <a:pt x="1202558" y="1511151"/>
                  </a:lnTo>
                  <a:lnTo>
                    <a:pt x="1202574" y="1511155"/>
                  </a:lnTo>
                  <a:lnTo>
                    <a:pt x="1202589" y="1511166"/>
                  </a:lnTo>
                  <a:lnTo>
                    <a:pt x="1202595" y="1511171"/>
                  </a:lnTo>
                  <a:lnTo>
                    <a:pt x="1202603" y="1511179"/>
                  </a:lnTo>
                  <a:lnTo>
                    <a:pt x="1202616" y="1511195"/>
                  </a:lnTo>
                  <a:lnTo>
                    <a:pt x="1202628" y="1511212"/>
                  </a:lnTo>
                  <a:lnTo>
                    <a:pt x="1202637" y="1511229"/>
                  </a:lnTo>
                  <a:lnTo>
                    <a:pt x="1202645" y="1511245"/>
                  </a:lnTo>
                  <a:lnTo>
                    <a:pt x="1202649" y="1511253"/>
                  </a:lnTo>
                  <a:lnTo>
                    <a:pt x="1202651" y="1511262"/>
                  </a:lnTo>
                  <a:lnTo>
                    <a:pt x="1202654" y="1511271"/>
                  </a:lnTo>
                  <a:lnTo>
                    <a:pt x="1202658" y="1511279"/>
                  </a:lnTo>
                  <a:lnTo>
                    <a:pt x="1202664" y="1511296"/>
                  </a:lnTo>
                  <a:lnTo>
                    <a:pt x="1202670" y="1511312"/>
                  </a:lnTo>
                  <a:lnTo>
                    <a:pt x="1202676" y="1511329"/>
                  </a:lnTo>
                  <a:lnTo>
                    <a:pt x="1202681" y="1511346"/>
                  </a:lnTo>
                  <a:lnTo>
                    <a:pt x="1202685" y="1511363"/>
                  </a:lnTo>
                  <a:lnTo>
                    <a:pt x="1202687" y="1511370"/>
                  </a:lnTo>
                  <a:lnTo>
                    <a:pt x="1202687" y="1511380"/>
                  </a:lnTo>
                  <a:lnTo>
                    <a:pt x="1202685" y="1511396"/>
                  </a:lnTo>
                  <a:lnTo>
                    <a:pt x="1202681" y="1511413"/>
                  </a:lnTo>
                  <a:lnTo>
                    <a:pt x="1202675" y="1511429"/>
                  </a:lnTo>
                  <a:lnTo>
                    <a:pt x="1202674" y="1511438"/>
                  </a:lnTo>
                  <a:lnTo>
                    <a:pt x="1202676" y="1511446"/>
                  </a:lnTo>
                  <a:lnTo>
                    <a:pt x="1202684" y="1511453"/>
                  </a:lnTo>
                  <a:lnTo>
                    <a:pt x="1202692" y="1511456"/>
                  </a:lnTo>
                  <a:lnTo>
                    <a:pt x="1202707" y="1511467"/>
                  </a:lnTo>
                  <a:lnTo>
                    <a:pt x="1202723" y="1511475"/>
                  </a:lnTo>
                  <a:lnTo>
                    <a:pt x="1202739" y="1511483"/>
                  </a:lnTo>
                  <a:lnTo>
                    <a:pt x="1202744" y="1511485"/>
                  </a:lnTo>
                  <a:lnTo>
                    <a:pt x="1202754" y="1511488"/>
                  </a:lnTo>
                  <a:lnTo>
                    <a:pt x="1202759" y="1511490"/>
                  </a:lnTo>
                  <a:lnTo>
                    <a:pt x="1202770" y="1511491"/>
                  </a:lnTo>
                  <a:lnTo>
                    <a:pt x="1202786" y="1511493"/>
                  </a:lnTo>
                  <a:lnTo>
                    <a:pt x="1202818" y="1511493"/>
                  </a:lnTo>
                  <a:lnTo>
                    <a:pt x="1202833" y="1511497"/>
                  </a:lnTo>
                  <a:lnTo>
                    <a:pt x="1202842" y="1511499"/>
                  </a:lnTo>
                  <a:lnTo>
                    <a:pt x="1202849" y="1511504"/>
                  </a:lnTo>
                  <a:lnTo>
                    <a:pt x="1202865" y="1511512"/>
                  </a:lnTo>
                  <a:lnTo>
                    <a:pt x="1202880" y="1511520"/>
                  </a:lnTo>
                  <a:lnTo>
                    <a:pt x="1202896" y="1511530"/>
                  </a:lnTo>
                  <a:lnTo>
                    <a:pt x="1202912" y="1511539"/>
                  </a:lnTo>
                  <a:lnTo>
                    <a:pt x="1202927" y="1511549"/>
                  </a:lnTo>
                  <a:lnTo>
                    <a:pt x="1202943" y="1511558"/>
                  </a:lnTo>
                  <a:lnTo>
                    <a:pt x="1202948" y="1511560"/>
                  </a:lnTo>
                  <a:lnTo>
                    <a:pt x="1202955" y="1511564"/>
                  </a:lnTo>
                  <a:lnTo>
                    <a:pt x="1202965" y="1511575"/>
                  </a:lnTo>
                  <a:lnTo>
                    <a:pt x="1202971" y="1511584"/>
                  </a:lnTo>
                  <a:lnTo>
                    <a:pt x="1202976" y="1511600"/>
                  </a:lnTo>
                  <a:lnTo>
                    <a:pt x="1202977" y="1511613"/>
                  </a:lnTo>
                  <a:lnTo>
                    <a:pt x="1202979" y="1511617"/>
                  </a:lnTo>
                  <a:lnTo>
                    <a:pt x="1202981" y="1511623"/>
                  </a:lnTo>
                  <a:lnTo>
                    <a:pt x="1202989" y="1511634"/>
                  </a:lnTo>
                  <a:lnTo>
                    <a:pt x="1202994" y="1511651"/>
                  </a:lnTo>
                  <a:lnTo>
                    <a:pt x="1202995" y="1511668"/>
                  </a:lnTo>
                  <a:lnTo>
                    <a:pt x="1202996" y="1511684"/>
                  </a:lnTo>
                  <a:lnTo>
                    <a:pt x="1202996" y="1511691"/>
                  </a:lnTo>
                  <a:lnTo>
                    <a:pt x="1202999" y="1511734"/>
                  </a:lnTo>
                  <a:lnTo>
                    <a:pt x="1202999" y="1511751"/>
                  </a:lnTo>
                  <a:lnTo>
                    <a:pt x="1202999" y="1511767"/>
                  </a:lnTo>
                  <a:lnTo>
                    <a:pt x="1202998" y="1511784"/>
                  </a:lnTo>
                  <a:lnTo>
                    <a:pt x="1203000" y="1511801"/>
                  </a:lnTo>
                  <a:lnTo>
                    <a:pt x="1203001" y="1511818"/>
                  </a:lnTo>
                  <a:lnTo>
                    <a:pt x="1203001" y="1511834"/>
                  </a:lnTo>
                  <a:lnTo>
                    <a:pt x="1203002" y="1511851"/>
                  </a:lnTo>
                  <a:lnTo>
                    <a:pt x="1203005" y="1511868"/>
                  </a:lnTo>
                  <a:lnTo>
                    <a:pt x="1203005" y="1511874"/>
                  </a:lnTo>
                  <a:lnTo>
                    <a:pt x="1203008" y="1511884"/>
                  </a:lnTo>
                  <a:lnTo>
                    <a:pt x="1203012" y="1511901"/>
                  </a:lnTo>
                  <a:lnTo>
                    <a:pt x="1203015" y="1511911"/>
                  </a:lnTo>
                  <a:lnTo>
                    <a:pt x="1203019" y="1511918"/>
                  </a:lnTo>
                  <a:lnTo>
                    <a:pt x="1203025" y="1511935"/>
                  </a:lnTo>
                  <a:lnTo>
                    <a:pt x="1203029" y="1511945"/>
                  </a:lnTo>
                  <a:lnTo>
                    <a:pt x="1203034" y="1511951"/>
                  </a:lnTo>
                  <a:lnTo>
                    <a:pt x="1203048" y="1511969"/>
                  </a:lnTo>
                  <a:lnTo>
                    <a:pt x="1203061" y="1511983"/>
                  </a:lnTo>
                  <a:lnTo>
                    <a:pt x="1203071" y="1511999"/>
                  </a:lnTo>
                  <a:lnTo>
                    <a:pt x="1203075" y="1512005"/>
                  </a:lnTo>
                  <a:lnTo>
                    <a:pt x="1203077" y="1512017"/>
                  </a:lnTo>
                  <a:lnTo>
                    <a:pt x="1203072" y="1512031"/>
                  </a:lnTo>
                  <a:lnTo>
                    <a:pt x="1203057" y="1512046"/>
                  </a:lnTo>
                  <a:lnTo>
                    <a:pt x="1203052" y="1512052"/>
                  </a:lnTo>
                  <a:lnTo>
                    <a:pt x="1203048" y="1512063"/>
                  </a:lnTo>
                  <a:lnTo>
                    <a:pt x="1203044" y="1512080"/>
                  </a:lnTo>
                  <a:lnTo>
                    <a:pt x="1203041" y="1512106"/>
                  </a:lnTo>
                  <a:lnTo>
                    <a:pt x="1203040" y="1512112"/>
                  </a:lnTo>
                  <a:lnTo>
                    <a:pt x="1203032" y="1512121"/>
                  </a:lnTo>
                  <a:lnTo>
                    <a:pt x="1203020" y="1512127"/>
                  </a:lnTo>
                  <a:lnTo>
                    <a:pt x="1203012" y="1512132"/>
                  </a:lnTo>
                  <a:lnTo>
                    <a:pt x="1203004" y="1512135"/>
                  </a:lnTo>
                  <a:lnTo>
                    <a:pt x="1202988" y="1512144"/>
                  </a:lnTo>
                  <a:lnTo>
                    <a:pt x="1202972" y="1512149"/>
                  </a:lnTo>
                  <a:lnTo>
                    <a:pt x="1202956" y="1512155"/>
                  </a:lnTo>
                  <a:lnTo>
                    <a:pt x="1202940" y="1512163"/>
                  </a:lnTo>
                  <a:lnTo>
                    <a:pt x="1202935" y="1512166"/>
                  </a:lnTo>
                  <a:lnTo>
                    <a:pt x="1202925" y="1512177"/>
                  </a:lnTo>
                  <a:lnTo>
                    <a:pt x="1202917" y="1512189"/>
                  </a:lnTo>
                  <a:lnTo>
                    <a:pt x="1202903" y="1512219"/>
                  </a:lnTo>
                  <a:lnTo>
                    <a:pt x="1202897" y="1512227"/>
                  </a:lnTo>
                  <a:lnTo>
                    <a:pt x="1202884" y="1512242"/>
                  </a:lnTo>
                  <a:lnTo>
                    <a:pt x="1202869" y="1512255"/>
                  </a:lnTo>
                  <a:lnTo>
                    <a:pt x="1202854" y="1512267"/>
                  </a:lnTo>
                  <a:lnTo>
                    <a:pt x="1202838" y="1512277"/>
                  </a:lnTo>
                  <a:lnTo>
                    <a:pt x="1202822" y="1512286"/>
                  </a:lnTo>
                  <a:lnTo>
                    <a:pt x="1202806" y="1512294"/>
                  </a:lnTo>
                  <a:lnTo>
                    <a:pt x="1202790" y="1512305"/>
                  </a:lnTo>
                  <a:lnTo>
                    <a:pt x="1202774" y="1512316"/>
                  </a:lnTo>
                  <a:lnTo>
                    <a:pt x="1202769" y="1512320"/>
                  </a:lnTo>
                  <a:lnTo>
                    <a:pt x="1202765" y="1512326"/>
                  </a:lnTo>
                  <a:lnTo>
                    <a:pt x="1202757" y="1512334"/>
                  </a:lnTo>
                  <a:lnTo>
                    <a:pt x="1202752" y="1512343"/>
                  </a:lnTo>
                  <a:lnTo>
                    <a:pt x="1202735" y="1512355"/>
                  </a:lnTo>
                  <a:lnTo>
                    <a:pt x="1202721" y="1512362"/>
                  </a:lnTo>
                  <a:lnTo>
                    <a:pt x="1202708" y="1512372"/>
                  </a:lnTo>
                  <a:lnTo>
                    <a:pt x="1202695" y="1512391"/>
                  </a:lnTo>
                  <a:lnTo>
                    <a:pt x="1202693" y="1512397"/>
                  </a:lnTo>
                  <a:lnTo>
                    <a:pt x="1202685" y="1512409"/>
                  </a:lnTo>
                  <a:lnTo>
                    <a:pt x="1202682" y="1512419"/>
                  </a:lnTo>
                  <a:lnTo>
                    <a:pt x="1202676" y="1512430"/>
                  </a:lnTo>
                  <a:lnTo>
                    <a:pt x="1202672" y="1512438"/>
                  </a:lnTo>
                  <a:lnTo>
                    <a:pt x="1202668" y="1512441"/>
                  </a:lnTo>
                  <a:lnTo>
                    <a:pt x="1202664" y="1512444"/>
                  </a:lnTo>
                  <a:lnTo>
                    <a:pt x="1202651" y="1512444"/>
                  </a:lnTo>
                  <a:lnTo>
                    <a:pt x="1202636" y="1512443"/>
                  </a:lnTo>
                  <a:lnTo>
                    <a:pt x="1202621" y="1512443"/>
                  </a:lnTo>
                  <a:lnTo>
                    <a:pt x="1202605" y="1512443"/>
                  </a:lnTo>
                  <a:lnTo>
                    <a:pt x="1202589" y="1512445"/>
                  </a:lnTo>
                  <a:lnTo>
                    <a:pt x="1202573" y="1512446"/>
                  </a:lnTo>
                  <a:lnTo>
                    <a:pt x="1202557" y="1512449"/>
                  </a:lnTo>
                  <a:lnTo>
                    <a:pt x="1202541" y="1512452"/>
                  </a:lnTo>
                  <a:lnTo>
                    <a:pt x="1202525" y="1512455"/>
                  </a:lnTo>
                  <a:lnTo>
                    <a:pt x="1202508" y="1512452"/>
                  </a:lnTo>
                  <a:lnTo>
                    <a:pt x="1202494" y="1512449"/>
                  </a:lnTo>
                  <a:lnTo>
                    <a:pt x="1202489" y="1512448"/>
                  </a:lnTo>
                  <a:lnTo>
                    <a:pt x="1202483" y="1512448"/>
                  </a:lnTo>
                  <a:lnTo>
                    <a:pt x="1202476" y="1512450"/>
                  </a:lnTo>
                  <a:lnTo>
                    <a:pt x="1202469" y="1512455"/>
                  </a:lnTo>
                  <a:lnTo>
                    <a:pt x="1202463" y="1512462"/>
                  </a:lnTo>
                  <a:lnTo>
                    <a:pt x="1202449" y="1512476"/>
                  </a:lnTo>
                  <a:lnTo>
                    <a:pt x="1202441" y="1512483"/>
                  </a:lnTo>
                  <a:lnTo>
                    <a:pt x="1202434" y="1512483"/>
                  </a:lnTo>
                  <a:lnTo>
                    <a:pt x="1202418" y="1512484"/>
                  </a:lnTo>
                  <a:lnTo>
                    <a:pt x="1202402" y="1512483"/>
                  </a:lnTo>
                  <a:lnTo>
                    <a:pt x="1202386" y="1512483"/>
                  </a:lnTo>
                  <a:lnTo>
                    <a:pt x="1202371" y="1512481"/>
                  </a:lnTo>
                  <a:lnTo>
                    <a:pt x="1202350" y="1512470"/>
                  </a:lnTo>
                  <a:lnTo>
                    <a:pt x="1202338" y="1512452"/>
                  </a:lnTo>
                  <a:lnTo>
                    <a:pt x="1202332" y="1512440"/>
                  </a:lnTo>
                  <a:lnTo>
                    <a:pt x="1202328" y="1512435"/>
                  </a:lnTo>
                  <a:lnTo>
                    <a:pt x="1202321" y="1512429"/>
                  </a:lnTo>
                  <a:lnTo>
                    <a:pt x="1202313" y="1512426"/>
                  </a:lnTo>
                  <a:lnTo>
                    <a:pt x="1202297" y="1512419"/>
                  </a:lnTo>
                  <a:lnTo>
                    <a:pt x="1202290" y="1512416"/>
                  </a:lnTo>
                  <a:lnTo>
                    <a:pt x="1202281" y="1512414"/>
                  </a:lnTo>
                  <a:lnTo>
                    <a:pt x="1202265" y="1512409"/>
                  </a:lnTo>
                  <a:lnTo>
                    <a:pt x="1202250" y="1512407"/>
                  </a:lnTo>
                  <a:lnTo>
                    <a:pt x="1202234" y="1512405"/>
                  </a:lnTo>
                  <a:lnTo>
                    <a:pt x="1202218" y="1512402"/>
                  </a:lnTo>
                  <a:lnTo>
                    <a:pt x="1202202" y="1512402"/>
                  </a:lnTo>
                  <a:lnTo>
                    <a:pt x="1202187" y="1512404"/>
                  </a:lnTo>
                  <a:lnTo>
                    <a:pt x="1202171" y="1512411"/>
                  </a:lnTo>
                  <a:lnTo>
                    <a:pt x="1202163" y="1512414"/>
                  </a:lnTo>
                  <a:lnTo>
                    <a:pt x="1202155" y="1512421"/>
                  </a:lnTo>
                  <a:lnTo>
                    <a:pt x="1202145" y="1512426"/>
                  </a:lnTo>
                  <a:lnTo>
                    <a:pt x="1202126" y="1512446"/>
                  </a:lnTo>
                  <a:lnTo>
                    <a:pt x="1202117" y="1512457"/>
                  </a:lnTo>
                  <a:lnTo>
                    <a:pt x="1202111" y="1512468"/>
                  </a:lnTo>
                  <a:lnTo>
                    <a:pt x="1202110" y="1512474"/>
                  </a:lnTo>
                  <a:lnTo>
                    <a:pt x="1202112" y="1512479"/>
                  </a:lnTo>
                  <a:lnTo>
                    <a:pt x="1202118" y="1512496"/>
                  </a:lnTo>
                  <a:lnTo>
                    <a:pt x="1202121" y="1512503"/>
                  </a:lnTo>
                  <a:lnTo>
                    <a:pt x="1202125" y="1512512"/>
                  </a:lnTo>
                  <a:lnTo>
                    <a:pt x="1202128" y="1512529"/>
                  </a:lnTo>
                  <a:lnTo>
                    <a:pt x="1202130" y="1512536"/>
                  </a:lnTo>
                  <a:lnTo>
                    <a:pt x="1202130" y="1512546"/>
                  </a:lnTo>
                  <a:lnTo>
                    <a:pt x="1202130" y="1512562"/>
                  </a:lnTo>
                  <a:lnTo>
                    <a:pt x="1202129" y="1512579"/>
                  </a:lnTo>
                  <a:lnTo>
                    <a:pt x="1202128" y="1512596"/>
                  </a:lnTo>
                  <a:lnTo>
                    <a:pt x="1202124" y="1512612"/>
                  </a:lnTo>
                  <a:lnTo>
                    <a:pt x="1202119" y="1512629"/>
                  </a:lnTo>
                  <a:lnTo>
                    <a:pt x="1202116" y="1512646"/>
                  </a:lnTo>
                  <a:lnTo>
                    <a:pt x="1202113" y="1512662"/>
                  </a:lnTo>
                  <a:lnTo>
                    <a:pt x="1202111" y="1512666"/>
                  </a:lnTo>
                  <a:lnTo>
                    <a:pt x="1202109" y="1512679"/>
                  </a:lnTo>
                  <a:lnTo>
                    <a:pt x="1202104" y="1512695"/>
                  </a:lnTo>
                  <a:lnTo>
                    <a:pt x="1202103" y="1512701"/>
                  </a:lnTo>
                  <a:lnTo>
                    <a:pt x="1202092" y="1512709"/>
                  </a:lnTo>
                  <a:lnTo>
                    <a:pt x="1202081" y="1512715"/>
                  </a:lnTo>
                  <a:lnTo>
                    <a:pt x="1202060" y="1512720"/>
                  </a:lnTo>
                  <a:lnTo>
                    <a:pt x="1202044" y="1512723"/>
                  </a:lnTo>
                  <a:lnTo>
                    <a:pt x="1202028" y="1512726"/>
                  </a:lnTo>
                  <a:lnTo>
                    <a:pt x="1202013" y="1512730"/>
                  </a:lnTo>
                  <a:lnTo>
                    <a:pt x="1201966" y="1512744"/>
                  </a:lnTo>
                  <a:lnTo>
                    <a:pt x="1201949" y="1512749"/>
                  </a:lnTo>
                  <a:lnTo>
                    <a:pt x="1201944" y="1512751"/>
                  </a:lnTo>
                  <a:lnTo>
                    <a:pt x="1201940" y="1512753"/>
                  </a:lnTo>
                  <a:lnTo>
                    <a:pt x="1201934" y="1512762"/>
                  </a:lnTo>
                  <a:lnTo>
                    <a:pt x="1201941" y="1512777"/>
                  </a:lnTo>
                  <a:lnTo>
                    <a:pt x="1201953" y="1512793"/>
                  </a:lnTo>
                  <a:lnTo>
                    <a:pt x="1201964" y="1512810"/>
                  </a:lnTo>
                  <a:lnTo>
                    <a:pt x="1201968" y="1512818"/>
                  </a:lnTo>
                  <a:lnTo>
                    <a:pt x="1201970" y="1512827"/>
                  </a:lnTo>
                  <a:lnTo>
                    <a:pt x="1201973" y="1512835"/>
                  </a:lnTo>
                  <a:lnTo>
                    <a:pt x="1201977" y="1512844"/>
                  </a:lnTo>
                  <a:lnTo>
                    <a:pt x="1201978" y="1512851"/>
                  </a:lnTo>
                  <a:lnTo>
                    <a:pt x="1201983" y="1512864"/>
                  </a:lnTo>
                  <a:lnTo>
                    <a:pt x="1201989" y="1512878"/>
                  </a:lnTo>
                  <a:lnTo>
                    <a:pt x="1201993" y="1512888"/>
                  </a:lnTo>
                  <a:lnTo>
                    <a:pt x="1201998" y="1512894"/>
                  </a:lnTo>
                  <a:lnTo>
                    <a:pt x="1202011" y="1512914"/>
                  </a:lnTo>
                  <a:lnTo>
                    <a:pt x="1202011" y="1512919"/>
                  </a:lnTo>
                  <a:lnTo>
                    <a:pt x="1202011" y="1512928"/>
                  </a:lnTo>
                  <a:lnTo>
                    <a:pt x="1202010" y="1512945"/>
                  </a:lnTo>
                  <a:lnTo>
                    <a:pt x="1202012" y="1512961"/>
                  </a:lnTo>
                  <a:lnTo>
                    <a:pt x="1202012" y="1512968"/>
                  </a:lnTo>
                  <a:lnTo>
                    <a:pt x="1202015" y="1512978"/>
                  </a:lnTo>
                  <a:lnTo>
                    <a:pt x="1202016" y="1512986"/>
                  </a:lnTo>
                  <a:lnTo>
                    <a:pt x="1202020" y="1512995"/>
                  </a:lnTo>
                  <a:lnTo>
                    <a:pt x="1202027" y="1513012"/>
                  </a:lnTo>
                  <a:lnTo>
                    <a:pt x="1202036" y="1513029"/>
                  </a:lnTo>
                  <a:lnTo>
                    <a:pt x="1202044" y="1513045"/>
                  </a:lnTo>
                  <a:lnTo>
                    <a:pt x="1202056" y="1513062"/>
                  </a:lnTo>
                  <a:lnTo>
                    <a:pt x="1202061" y="1513069"/>
                  </a:lnTo>
                  <a:lnTo>
                    <a:pt x="1202080" y="1513083"/>
                  </a:lnTo>
                  <a:lnTo>
                    <a:pt x="1202086" y="1513085"/>
                  </a:lnTo>
                  <a:lnTo>
                    <a:pt x="1202092" y="1513088"/>
                  </a:lnTo>
                  <a:lnTo>
                    <a:pt x="1202101" y="1513090"/>
                  </a:lnTo>
                  <a:lnTo>
                    <a:pt x="1202117" y="1513091"/>
                  </a:lnTo>
                  <a:lnTo>
                    <a:pt x="1202133" y="1513091"/>
                  </a:lnTo>
                  <a:lnTo>
                    <a:pt x="1202149" y="1513093"/>
                  </a:lnTo>
                  <a:lnTo>
                    <a:pt x="1202153" y="1513095"/>
                  </a:lnTo>
                  <a:lnTo>
                    <a:pt x="1202162" y="1513108"/>
                  </a:lnTo>
                  <a:lnTo>
                    <a:pt x="1202175" y="1513127"/>
                  </a:lnTo>
                  <a:lnTo>
                    <a:pt x="1202187" y="1513141"/>
                  </a:lnTo>
                  <a:lnTo>
                    <a:pt x="1202204" y="1513160"/>
                  </a:lnTo>
                  <a:lnTo>
                    <a:pt x="1202211" y="1513174"/>
                  </a:lnTo>
                  <a:lnTo>
                    <a:pt x="1202215" y="1513184"/>
                  </a:lnTo>
                  <a:lnTo>
                    <a:pt x="1202213" y="1513191"/>
                  </a:lnTo>
                  <a:lnTo>
                    <a:pt x="1202200" y="1513224"/>
                  </a:lnTo>
                  <a:lnTo>
                    <a:pt x="1202197" y="1513240"/>
                  </a:lnTo>
                  <a:lnTo>
                    <a:pt x="1202196" y="1513257"/>
                  </a:lnTo>
                  <a:lnTo>
                    <a:pt x="1202198" y="1513274"/>
                  </a:lnTo>
                  <a:lnTo>
                    <a:pt x="1202199" y="1513290"/>
                  </a:lnTo>
                  <a:lnTo>
                    <a:pt x="1202195" y="1513307"/>
                  </a:lnTo>
                  <a:lnTo>
                    <a:pt x="1202185" y="1513324"/>
                  </a:lnTo>
                  <a:lnTo>
                    <a:pt x="1202174" y="1513340"/>
                  </a:lnTo>
                  <a:lnTo>
                    <a:pt x="1202166" y="1513357"/>
                  </a:lnTo>
                  <a:lnTo>
                    <a:pt x="1202163" y="1513367"/>
                  </a:lnTo>
                  <a:lnTo>
                    <a:pt x="1202158" y="1513381"/>
                  </a:lnTo>
                  <a:lnTo>
                    <a:pt x="1202153" y="1513390"/>
                  </a:lnTo>
                  <a:lnTo>
                    <a:pt x="1202148" y="1513406"/>
                  </a:lnTo>
                  <a:lnTo>
                    <a:pt x="1202143" y="1513427"/>
                  </a:lnTo>
                  <a:lnTo>
                    <a:pt x="1202144" y="1513441"/>
                  </a:lnTo>
                  <a:lnTo>
                    <a:pt x="1202145" y="1513457"/>
                  </a:lnTo>
                  <a:lnTo>
                    <a:pt x="1202145" y="1513464"/>
                  </a:lnTo>
                  <a:lnTo>
                    <a:pt x="1202148" y="1513474"/>
                  </a:lnTo>
                  <a:lnTo>
                    <a:pt x="1202154" y="1513491"/>
                  </a:lnTo>
                  <a:lnTo>
                    <a:pt x="1202159" y="1513507"/>
                  </a:lnTo>
                  <a:lnTo>
                    <a:pt x="1202163" y="1513524"/>
                  </a:lnTo>
                  <a:lnTo>
                    <a:pt x="1202166" y="1513541"/>
                  </a:lnTo>
                  <a:lnTo>
                    <a:pt x="1202169" y="1513557"/>
                  </a:lnTo>
                  <a:lnTo>
                    <a:pt x="1202173" y="1513575"/>
                  </a:lnTo>
                  <a:lnTo>
                    <a:pt x="1202177" y="1513586"/>
                  </a:lnTo>
                  <a:lnTo>
                    <a:pt x="1202185" y="1513608"/>
                  </a:lnTo>
                  <a:lnTo>
                    <a:pt x="1202192" y="1513621"/>
                  </a:lnTo>
                  <a:lnTo>
                    <a:pt x="1202202" y="1513644"/>
                  </a:lnTo>
                  <a:lnTo>
                    <a:pt x="1202211" y="1513658"/>
                  </a:lnTo>
                  <a:lnTo>
                    <a:pt x="1202219" y="1513675"/>
                  </a:lnTo>
                  <a:lnTo>
                    <a:pt x="1202225" y="1513685"/>
                  </a:lnTo>
                  <a:lnTo>
                    <a:pt x="1202227" y="1513692"/>
                  </a:lnTo>
                  <a:lnTo>
                    <a:pt x="1202233" y="1513709"/>
                  </a:lnTo>
                  <a:lnTo>
                    <a:pt x="1202240" y="1513725"/>
                  </a:lnTo>
                  <a:lnTo>
                    <a:pt x="1202247" y="1513743"/>
                  </a:lnTo>
                  <a:lnTo>
                    <a:pt x="1202276" y="1513803"/>
                  </a:lnTo>
                  <a:lnTo>
                    <a:pt x="1202280" y="1513811"/>
                  </a:lnTo>
                  <a:lnTo>
                    <a:pt x="1202282" y="1513820"/>
                  </a:lnTo>
                  <a:lnTo>
                    <a:pt x="1202288" y="1513837"/>
                  </a:lnTo>
                  <a:lnTo>
                    <a:pt x="1202290" y="1513853"/>
                  </a:lnTo>
                  <a:lnTo>
                    <a:pt x="1202290" y="1513862"/>
                  </a:lnTo>
                  <a:lnTo>
                    <a:pt x="1202286" y="1513870"/>
                  </a:lnTo>
                  <a:lnTo>
                    <a:pt x="1202274" y="1513886"/>
                  </a:lnTo>
                  <a:lnTo>
                    <a:pt x="1202264" y="1513903"/>
                  </a:lnTo>
                  <a:lnTo>
                    <a:pt x="1202256" y="1513919"/>
                  </a:lnTo>
                  <a:lnTo>
                    <a:pt x="1202247" y="1513936"/>
                  </a:lnTo>
                  <a:lnTo>
                    <a:pt x="1202236" y="1513962"/>
                  </a:lnTo>
                  <a:lnTo>
                    <a:pt x="1202235" y="1513971"/>
                  </a:lnTo>
                  <a:lnTo>
                    <a:pt x="1202230" y="1514002"/>
                  </a:lnTo>
                  <a:lnTo>
                    <a:pt x="1202240" y="1514020"/>
                  </a:lnTo>
                  <a:lnTo>
                    <a:pt x="1202241" y="1514026"/>
                  </a:lnTo>
                  <a:lnTo>
                    <a:pt x="1202240" y="1514031"/>
                  </a:lnTo>
                  <a:lnTo>
                    <a:pt x="1202236" y="1514041"/>
                  </a:lnTo>
                  <a:lnTo>
                    <a:pt x="1202214" y="1514087"/>
                  </a:lnTo>
                  <a:lnTo>
                    <a:pt x="1202172" y="1514134"/>
                  </a:lnTo>
                  <a:lnTo>
                    <a:pt x="1202151" y="1514161"/>
                  </a:lnTo>
                  <a:lnTo>
                    <a:pt x="1202103" y="1514248"/>
                  </a:lnTo>
                  <a:lnTo>
                    <a:pt x="1202093" y="1514276"/>
                  </a:lnTo>
                  <a:lnTo>
                    <a:pt x="1202074" y="1514310"/>
                  </a:lnTo>
                  <a:lnTo>
                    <a:pt x="1202027" y="1514351"/>
                  </a:lnTo>
                  <a:lnTo>
                    <a:pt x="1202015" y="1514373"/>
                  </a:lnTo>
                  <a:lnTo>
                    <a:pt x="1202002" y="1514404"/>
                  </a:lnTo>
                  <a:lnTo>
                    <a:pt x="1202000" y="1514414"/>
                  </a:lnTo>
                  <a:lnTo>
                    <a:pt x="1201998" y="1514422"/>
                  </a:lnTo>
                  <a:lnTo>
                    <a:pt x="1201994" y="1514433"/>
                  </a:lnTo>
                  <a:lnTo>
                    <a:pt x="1201981" y="1514446"/>
                  </a:lnTo>
                  <a:lnTo>
                    <a:pt x="1201965" y="1514458"/>
                  </a:lnTo>
                  <a:lnTo>
                    <a:pt x="1201949" y="1514466"/>
                  </a:lnTo>
                  <a:lnTo>
                    <a:pt x="1201934" y="1514478"/>
                  </a:lnTo>
                  <a:lnTo>
                    <a:pt x="1201926" y="1514485"/>
                  </a:lnTo>
                  <a:lnTo>
                    <a:pt x="1201920" y="1514494"/>
                  </a:lnTo>
                  <a:lnTo>
                    <a:pt x="1201914" y="1514500"/>
                  </a:lnTo>
                  <a:lnTo>
                    <a:pt x="1201910" y="1514510"/>
                  </a:lnTo>
                  <a:lnTo>
                    <a:pt x="1201903" y="1514522"/>
                  </a:lnTo>
                  <a:lnTo>
                    <a:pt x="1201895" y="1514531"/>
                  </a:lnTo>
                  <a:lnTo>
                    <a:pt x="1201890" y="1514533"/>
                  </a:lnTo>
                  <a:lnTo>
                    <a:pt x="1201885" y="1514534"/>
                  </a:lnTo>
                  <a:lnTo>
                    <a:pt x="1201867" y="1514532"/>
                  </a:lnTo>
                  <a:lnTo>
                    <a:pt x="1201851" y="1514532"/>
                  </a:lnTo>
                  <a:lnTo>
                    <a:pt x="1201836" y="1514537"/>
                  </a:lnTo>
                  <a:lnTo>
                    <a:pt x="1201820" y="1514548"/>
                  </a:lnTo>
                  <a:lnTo>
                    <a:pt x="1201806" y="1514559"/>
                  </a:lnTo>
                  <a:lnTo>
                    <a:pt x="1201793" y="1514571"/>
                  </a:lnTo>
                  <a:lnTo>
                    <a:pt x="1201790" y="1514576"/>
                  </a:lnTo>
                  <a:lnTo>
                    <a:pt x="1201783" y="1514590"/>
                  </a:lnTo>
                  <a:lnTo>
                    <a:pt x="1201764" y="1514647"/>
                  </a:lnTo>
                  <a:lnTo>
                    <a:pt x="1201760" y="1514671"/>
                  </a:lnTo>
                  <a:lnTo>
                    <a:pt x="1201749" y="1514696"/>
                  </a:lnTo>
                  <a:lnTo>
                    <a:pt x="1201728" y="1514723"/>
                  </a:lnTo>
                  <a:lnTo>
                    <a:pt x="1201663" y="1514773"/>
                  </a:lnTo>
                  <a:lnTo>
                    <a:pt x="1201650" y="1514788"/>
                  </a:lnTo>
                  <a:lnTo>
                    <a:pt x="1201639" y="1514797"/>
                  </a:lnTo>
                  <a:lnTo>
                    <a:pt x="1201628" y="1514801"/>
                  </a:lnTo>
                  <a:lnTo>
                    <a:pt x="1201621" y="1514800"/>
                  </a:lnTo>
                  <a:lnTo>
                    <a:pt x="1201601" y="1514796"/>
                  </a:lnTo>
                  <a:lnTo>
                    <a:pt x="1201561" y="1514777"/>
                  </a:lnTo>
                  <a:lnTo>
                    <a:pt x="1201553" y="1514773"/>
                  </a:lnTo>
                  <a:lnTo>
                    <a:pt x="1201541" y="1514767"/>
                  </a:lnTo>
                  <a:lnTo>
                    <a:pt x="1201534" y="1514767"/>
                  </a:lnTo>
                  <a:lnTo>
                    <a:pt x="1201521" y="1514774"/>
                  </a:lnTo>
                  <a:lnTo>
                    <a:pt x="1201505" y="1514785"/>
                  </a:lnTo>
                  <a:lnTo>
                    <a:pt x="1201491" y="1514799"/>
                  </a:lnTo>
                  <a:lnTo>
                    <a:pt x="1201481" y="1514815"/>
                  </a:lnTo>
                  <a:lnTo>
                    <a:pt x="1201472" y="1514821"/>
                  </a:lnTo>
                  <a:lnTo>
                    <a:pt x="1201465" y="1514822"/>
                  </a:lnTo>
                  <a:lnTo>
                    <a:pt x="1201459" y="1514823"/>
                  </a:lnTo>
                  <a:lnTo>
                    <a:pt x="1201453" y="1514825"/>
                  </a:lnTo>
                  <a:lnTo>
                    <a:pt x="1201447" y="1514832"/>
                  </a:lnTo>
                  <a:lnTo>
                    <a:pt x="1201445" y="1514836"/>
                  </a:lnTo>
                  <a:lnTo>
                    <a:pt x="1201443" y="1514846"/>
                  </a:lnTo>
                  <a:lnTo>
                    <a:pt x="1201443" y="1514863"/>
                  </a:lnTo>
                  <a:lnTo>
                    <a:pt x="1201441" y="1514913"/>
                  </a:lnTo>
                  <a:lnTo>
                    <a:pt x="1201443" y="1514994"/>
                  </a:lnTo>
                  <a:lnTo>
                    <a:pt x="1201444" y="1515011"/>
                  </a:lnTo>
                  <a:lnTo>
                    <a:pt x="1201446" y="1515027"/>
                  </a:lnTo>
                  <a:lnTo>
                    <a:pt x="1201451" y="1515044"/>
                  </a:lnTo>
                  <a:lnTo>
                    <a:pt x="1201453" y="1515052"/>
                  </a:lnTo>
                  <a:lnTo>
                    <a:pt x="1201452" y="1515061"/>
                  </a:lnTo>
                  <a:lnTo>
                    <a:pt x="1201449" y="1515078"/>
                  </a:lnTo>
                  <a:lnTo>
                    <a:pt x="1201386" y="1515170"/>
                  </a:lnTo>
                  <a:lnTo>
                    <a:pt x="1201352" y="1515224"/>
                  </a:lnTo>
                  <a:lnTo>
                    <a:pt x="1201345" y="1515230"/>
                  </a:lnTo>
                  <a:lnTo>
                    <a:pt x="1201331" y="1515243"/>
                  </a:lnTo>
                  <a:lnTo>
                    <a:pt x="1201322" y="1515254"/>
                  </a:lnTo>
                  <a:lnTo>
                    <a:pt x="1201318" y="1515259"/>
                  </a:lnTo>
                  <a:lnTo>
                    <a:pt x="1201316" y="1515272"/>
                  </a:lnTo>
                  <a:lnTo>
                    <a:pt x="1201317" y="1515282"/>
                  </a:lnTo>
                  <a:lnTo>
                    <a:pt x="1201319" y="1515290"/>
                  </a:lnTo>
                  <a:lnTo>
                    <a:pt x="1201321" y="1515298"/>
                  </a:lnTo>
                  <a:lnTo>
                    <a:pt x="1201323" y="1515307"/>
                  </a:lnTo>
                  <a:lnTo>
                    <a:pt x="1201326" y="1515317"/>
                  </a:lnTo>
                  <a:lnTo>
                    <a:pt x="1201330" y="1515327"/>
                  </a:lnTo>
                  <a:lnTo>
                    <a:pt x="1201336" y="1515338"/>
                  </a:lnTo>
                  <a:lnTo>
                    <a:pt x="1201339" y="1515366"/>
                  </a:lnTo>
                  <a:lnTo>
                    <a:pt x="1201339" y="1515379"/>
                  </a:lnTo>
                  <a:lnTo>
                    <a:pt x="1201330" y="1515392"/>
                  </a:lnTo>
                  <a:lnTo>
                    <a:pt x="1201316" y="1515404"/>
                  </a:lnTo>
                  <a:lnTo>
                    <a:pt x="1201308" y="1515408"/>
                  </a:lnTo>
                  <a:lnTo>
                    <a:pt x="1201302" y="1515414"/>
                  </a:lnTo>
                  <a:lnTo>
                    <a:pt x="1201293" y="1515409"/>
                  </a:lnTo>
                  <a:lnTo>
                    <a:pt x="1201278" y="1515396"/>
                  </a:lnTo>
                  <a:lnTo>
                    <a:pt x="1201262" y="1515385"/>
                  </a:lnTo>
                  <a:lnTo>
                    <a:pt x="1201246" y="1515381"/>
                  </a:lnTo>
                  <a:lnTo>
                    <a:pt x="1201230" y="1515381"/>
                  </a:lnTo>
                  <a:lnTo>
                    <a:pt x="1201214" y="1515388"/>
                  </a:lnTo>
                  <a:lnTo>
                    <a:pt x="1201209" y="1515393"/>
                  </a:lnTo>
                  <a:lnTo>
                    <a:pt x="1201202" y="1515404"/>
                  </a:lnTo>
                  <a:lnTo>
                    <a:pt x="1201195" y="1515421"/>
                  </a:lnTo>
                  <a:lnTo>
                    <a:pt x="1201192" y="1515437"/>
                  </a:lnTo>
                  <a:lnTo>
                    <a:pt x="1201187" y="1515454"/>
                  </a:lnTo>
                  <a:lnTo>
                    <a:pt x="1201176" y="1515487"/>
                  </a:lnTo>
                  <a:lnTo>
                    <a:pt x="1201152" y="1515576"/>
                  </a:lnTo>
                  <a:lnTo>
                    <a:pt x="1201145" y="1515620"/>
                  </a:lnTo>
                  <a:lnTo>
                    <a:pt x="1201141" y="1515665"/>
                  </a:lnTo>
                  <a:lnTo>
                    <a:pt x="1201142" y="1515701"/>
                  </a:lnTo>
                  <a:lnTo>
                    <a:pt x="1201150" y="1515717"/>
                  </a:lnTo>
                  <a:lnTo>
                    <a:pt x="1201163" y="1515733"/>
                  </a:lnTo>
                  <a:lnTo>
                    <a:pt x="1201177" y="1515749"/>
                  </a:lnTo>
                  <a:lnTo>
                    <a:pt x="1201192" y="1515762"/>
                  </a:lnTo>
                  <a:lnTo>
                    <a:pt x="1201201" y="1515767"/>
                  </a:lnTo>
                  <a:lnTo>
                    <a:pt x="1201208" y="1515770"/>
                  </a:lnTo>
                  <a:lnTo>
                    <a:pt x="1201214" y="1515777"/>
                  </a:lnTo>
                  <a:lnTo>
                    <a:pt x="1201221" y="1515803"/>
                  </a:lnTo>
                  <a:lnTo>
                    <a:pt x="1201224" y="1515820"/>
                  </a:lnTo>
                  <a:lnTo>
                    <a:pt x="1201224" y="1515837"/>
                  </a:lnTo>
                  <a:lnTo>
                    <a:pt x="1201222" y="1515853"/>
                  </a:lnTo>
                  <a:lnTo>
                    <a:pt x="1201216" y="1515870"/>
                  </a:lnTo>
                  <a:lnTo>
                    <a:pt x="1201211" y="1515887"/>
                  </a:lnTo>
                  <a:lnTo>
                    <a:pt x="1201205" y="1515903"/>
                  </a:lnTo>
                  <a:lnTo>
                    <a:pt x="1201202" y="1515913"/>
                  </a:lnTo>
                  <a:lnTo>
                    <a:pt x="1201201" y="1515920"/>
                  </a:lnTo>
                  <a:lnTo>
                    <a:pt x="1201200" y="1515936"/>
                  </a:lnTo>
                  <a:lnTo>
                    <a:pt x="1201205" y="1515953"/>
                  </a:lnTo>
                  <a:lnTo>
                    <a:pt x="1201210" y="1515970"/>
                  </a:lnTo>
                  <a:lnTo>
                    <a:pt x="1201217" y="1515987"/>
                  </a:lnTo>
                  <a:lnTo>
                    <a:pt x="1201221" y="1516004"/>
                  </a:lnTo>
                  <a:lnTo>
                    <a:pt x="1201226" y="1516020"/>
                  </a:lnTo>
                  <a:lnTo>
                    <a:pt x="1201231" y="1516033"/>
                  </a:lnTo>
                  <a:lnTo>
                    <a:pt x="1201238" y="1516054"/>
                  </a:lnTo>
                  <a:lnTo>
                    <a:pt x="1201244" y="1516070"/>
                  </a:lnTo>
                  <a:lnTo>
                    <a:pt x="1201250" y="1516087"/>
                  </a:lnTo>
                  <a:lnTo>
                    <a:pt x="1201258" y="1516104"/>
                  </a:lnTo>
                  <a:lnTo>
                    <a:pt x="1201266" y="1516123"/>
                  </a:lnTo>
                  <a:lnTo>
                    <a:pt x="1201284" y="1516181"/>
                  </a:lnTo>
                  <a:lnTo>
                    <a:pt x="1201288" y="1516198"/>
                  </a:lnTo>
                  <a:lnTo>
                    <a:pt x="1201290" y="1516215"/>
                  </a:lnTo>
                  <a:lnTo>
                    <a:pt x="1201292" y="1516221"/>
                  </a:lnTo>
                  <a:lnTo>
                    <a:pt x="1201292" y="1516231"/>
                  </a:lnTo>
                  <a:lnTo>
                    <a:pt x="1201289" y="1516247"/>
                  </a:lnTo>
                  <a:lnTo>
                    <a:pt x="1201284" y="1516296"/>
                  </a:lnTo>
                  <a:lnTo>
                    <a:pt x="1201261" y="1516408"/>
                  </a:lnTo>
                  <a:lnTo>
                    <a:pt x="1201230" y="1516488"/>
                  </a:lnTo>
                  <a:lnTo>
                    <a:pt x="1201158" y="1516607"/>
                  </a:lnTo>
                  <a:lnTo>
                    <a:pt x="1201156" y="1516612"/>
                  </a:lnTo>
                  <a:lnTo>
                    <a:pt x="1201148" y="1516629"/>
                  </a:lnTo>
                  <a:lnTo>
                    <a:pt x="1201144" y="1516637"/>
                  </a:lnTo>
                  <a:lnTo>
                    <a:pt x="1201140" y="1516645"/>
                  </a:lnTo>
                  <a:lnTo>
                    <a:pt x="1201130" y="1516664"/>
                  </a:lnTo>
                  <a:lnTo>
                    <a:pt x="1201126" y="1516678"/>
                  </a:lnTo>
                  <a:lnTo>
                    <a:pt x="1201126" y="1516695"/>
                  </a:lnTo>
                  <a:lnTo>
                    <a:pt x="1201128" y="1516712"/>
                  </a:lnTo>
                  <a:lnTo>
                    <a:pt x="1201126" y="1516728"/>
                  </a:lnTo>
                  <a:lnTo>
                    <a:pt x="1201124" y="1516745"/>
                  </a:lnTo>
                  <a:lnTo>
                    <a:pt x="1201119" y="1516764"/>
                  </a:lnTo>
                  <a:lnTo>
                    <a:pt x="1201095" y="1516798"/>
                  </a:lnTo>
                  <a:lnTo>
                    <a:pt x="1201088" y="1516796"/>
                  </a:lnTo>
                  <a:lnTo>
                    <a:pt x="1201071" y="1516785"/>
                  </a:lnTo>
                  <a:lnTo>
                    <a:pt x="1201057" y="1516781"/>
                  </a:lnTo>
                  <a:lnTo>
                    <a:pt x="1201036" y="1516784"/>
                  </a:lnTo>
                  <a:lnTo>
                    <a:pt x="1201003" y="1516797"/>
                  </a:lnTo>
                  <a:lnTo>
                    <a:pt x="1200973" y="1516814"/>
                  </a:lnTo>
                  <a:lnTo>
                    <a:pt x="1200950" y="1516822"/>
                  </a:lnTo>
                  <a:lnTo>
                    <a:pt x="1200902" y="1516828"/>
                  </a:lnTo>
                  <a:lnTo>
                    <a:pt x="1200843" y="1516830"/>
                  </a:lnTo>
                  <a:lnTo>
                    <a:pt x="1200826" y="1516828"/>
                  </a:lnTo>
                  <a:lnTo>
                    <a:pt x="1200806" y="1516825"/>
                  </a:lnTo>
                  <a:lnTo>
                    <a:pt x="1200792" y="1516819"/>
                  </a:lnTo>
                  <a:lnTo>
                    <a:pt x="1200777" y="1516814"/>
                  </a:lnTo>
                  <a:lnTo>
                    <a:pt x="1200773" y="1516812"/>
                  </a:lnTo>
                  <a:lnTo>
                    <a:pt x="1200759" y="1516811"/>
                  </a:lnTo>
                  <a:lnTo>
                    <a:pt x="1200745" y="1516815"/>
                  </a:lnTo>
                  <a:lnTo>
                    <a:pt x="1200729" y="1516821"/>
                  </a:lnTo>
                  <a:lnTo>
                    <a:pt x="1200725" y="1516823"/>
                  </a:lnTo>
                  <a:lnTo>
                    <a:pt x="1200713" y="1516824"/>
                  </a:lnTo>
                  <a:lnTo>
                    <a:pt x="1200697" y="1516825"/>
                  </a:lnTo>
                  <a:lnTo>
                    <a:pt x="1200687" y="1516825"/>
                  </a:lnTo>
                  <a:lnTo>
                    <a:pt x="1200682" y="1516821"/>
                  </a:lnTo>
                  <a:lnTo>
                    <a:pt x="1200678" y="1516805"/>
                  </a:lnTo>
                  <a:lnTo>
                    <a:pt x="1200676" y="1516788"/>
                  </a:lnTo>
                  <a:lnTo>
                    <a:pt x="1200672" y="1516770"/>
                  </a:lnTo>
                  <a:lnTo>
                    <a:pt x="1200666" y="1516755"/>
                  </a:lnTo>
                  <a:lnTo>
                    <a:pt x="1200657" y="1516737"/>
                  </a:lnTo>
                  <a:lnTo>
                    <a:pt x="1200645" y="1516721"/>
                  </a:lnTo>
                  <a:lnTo>
                    <a:pt x="1200639" y="1516715"/>
                  </a:lnTo>
                  <a:lnTo>
                    <a:pt x="1200628" y="1516708"/>
                  </a:lnTo>
                  <a:lnTo>
                    <a:pt x="1200613" y="1516708"/>
                  </a:lnTo>
                  <a:lnTo>
                    <a:pt x="1200597" y="1516711"/>
                  </a:lnTo>
                  <a:lnTo>
                    <a:pt x="1200566" y="1516719"/>
                  </a:lnTo>
                  <a:lnTo>
                    <a:pt x="1200557" y="1516721"/>
                  </a:lnTo>
                  <a:lnTo>
                    <a:pt x="1200550" y="1516726"/>
                  </a:lnTo>
                  <a:lnTo>
                    <a:pt x="1200534" y="1516729"/>
                  </a:lnTo>
                  <a:lnTo>
                    <a:pt x="1200502" y="1516732"/>
                  </a:lnTo>
                  <a:lnTo>
                    <a:pt x="1200487" y="1516736"/>
                  </a:lnTo>
                  <a:lnTo>
                    <a:pt x="1200476" y="1516738"/>
                  </a:lnTo>
                  <a:lnTo>
                    <a:pt x="1200471" y="1516741"/>
                  </a:lnTo>
                  <a:lnTo>
                    <a:pt x="1200463" y="1516744"/>
                  </a:lnTo>
                  <a:lnTo>
                    <a:pt x="1200455" y="1516751"/>
                  </a:lnTo>
                  <a:lnTo>
                    <a:pt x="1200439" y="1516760"/>
                  </a:lnTo>
                  <a:lnTo>
                    <a:pt x="1200423" y="1516770"/>
                  </a:lnTo>
                  <a:lnTo>
                    <a:pt x="1200410" y="1516776"/>
                  </a:lnTo>
                  <a:lnTo>
                    <a:pt x="1200391" y="1516788"/>
                  </a:lnTo>
                  <a:lnTo>
                    <a:pt x="1200369" y="1516803"/>
                  </a:lnTo>
                  <a:lnTo>
                    <a:pt x="1200361" y="1516813"/>
                  </a:lnTo>
                  <a:lnTo>
                    <a:pt x="1200356" y="1516822"/>
                  </a:lnTo>
                  <a:lnTo>
                    <a:pt x="1200356" y="1516830"/>
                  </a:lnTo>
                  <a:lnTo>
                    <a:pt x="1200360" y="1516847"/>
                  </a:lnTo>
                  <a:lnTo>
                    <a:pt x="1200371" y="1516880"/>
                  </a:lnTo>
                  <a:lnTo>
                    <a:pt x="1200373" y="1516899"/>
                  </a:lnTo>
                  <a:lnTo>
                    <a:pt x="1200329" y="1516935"/>
                  </a:lnTo>
                  <a:lnTo>
                    <a:pt x="1200267" y="1516959"/>
                  </a:lnTo>
                  <a:lnTo>
                    <a:pt x="1200217" y="1516968"/>
                  </a:lnTo>
                  <a:lnTo>
                    <a:pt x="1200208" y="1516970"/>
                  </a:lnTo>
                  <a:lnTo>
                    <a:pt x="1200127" y="1516974"/>
                  </a:lnTo>
                  <a:lnTo>
                    <a:pt x="1200119" y="1516979"/>
                  </a:lnTo>
                  <a:lnTo>
                    <a:pt x="1200114" y="1516988"/>
                  </a:lnTo>
                  <a:lnTo>
                    <a:pt x="1200111" y="1517003"/>
                  </a:lnTo>
                  <a:lnTo>
                    <a:pt x="1200108" y="1517011"/>
                  </a:lnTo>
                  <a:lnTo>
                    <a:pt x="1200106" y="1517020"/>
                  </a:lnTo>
                  <a:lnTo>
                    <a:pt x="1200101" y="1517027"/>
                  </a:lnTo>
                  <a:lnTo>
                    <a:pt x="1200086" y="1517036"/>
                  </a:lnTo>
                  <a:lnTo>
                    <a:pt x="1200077" y="1517039"/>
                  </a:lnTo>
                  <a:lnTo>
                    <a:pt x="1200061" y="1517047"/>
                  </a:lnTo>
                  <a:lnTo>
                    <a:pt x="1200045" y="1517052"/>
                  </a:lnTo>
                  <a:lnTo>
                    <a:pt x="1200029" y="1517057"/>
                  </a:lnTo>
                  <a:lnTo>
                    <a:pt x="1200013" y="1517064"/>
                  </a:lnTo>
                  <a:lnTo>
                    <a:pt x="1199997" y="1517068"/>
                  </a:lnTo>
                  <a:lnTo>
                    <a:pt x="1199982" y="1517069"/>
                  </a:lnTo>
                  <a:lnTo>
                    <a:pt x="1199966" y="1517065"/>
                  </a:lnTo>
                  <a:lnTo>
                    <a:pt x="1199950" y="1517060"/>
                  </a:lnTo>
                  <a:lnTo>
                    <a:pt x="1199934" y="1517053"/>
                  </a:lnTo>
                  <a:lnTo>
                    <a:pt x="1199919" y="1517055"/>
                  </a:lnTo>
                  <a:lnTo>
                    <a:pt x="1199903" y="1517066"/>
                  </a:lnTo>
                  <a:lnTo>
                    <a:pt x="1199887" y="1517078"/>
                  </a:lnTo>
                  <a:lnTo>
                    <a:pt x="1199872" y="1517089"/>
                  </a:lnTo>
                  <a:lnTo>
                    <a:pt x="1199856" y="1517103"/>
                  </a:lnTo>
                  <a:lnTo>
                    <a:pt x="1199841" y="1517117"/>
                  </a:lnTo>
                  <a:lnTo>
                    <a:pt x="1199827" y="1517133"/>
                  </a:lnTo>
                  <a:lnTo>
                    <a:pt x="1199812" y="1517145"/>
                  </a:lnTo>
                  <a:lnTo>
                    <a:pt x="1199796" y="1517157"/>
                  </a:lnTo>
                  <a:lnTo>
                    <a:pt x="1199788" y="1517161"/>
                  </a:lnTo>
                  <a:lnTo>
                    <a:pt x="1199780" y="1517161"/>
                  </a:lnTo>
                  <a:lnTo>
                    <a:pt x="1199764" y="1517159"/>
                  </a:lnTo>
                  <a:lnTo>
                    <a:pt x="1199749" y="1517153"/>
                  </a:lnTo>
                  <a:lnTo>
                    <a:pt x="1199733" y="1517146"/>
                  </a:lnTo>
                  <a:lnTo>
                    <a:pt x="1199712" y="1517134"/>
                  </a:lnTo>
                  <a:lnTo>
                    <a:pt x="1199702" y="1517125"/>
                  </a:lnTo>
                  <a:lnTo>
                    <a:pt x="1199687" y="1517110"/>
                  </a:lnTo>
                  <a:lnTo>
                    <a:pt x="1199659" y="1517078"/>
                  </a:lnTo>
                  <a:lnTo>
                    <a:pt x="1199647" y="1517062"/>
                  </a:lnTo>
                  <a:lnTo>
                    <a:pt x="1199636" y="1517046"/>
                  </a:lnTo>
                  <a:lnTo>
                    <a:pt x="1199627" y="1517031"/>
                  </a:lnTo>
                  <a:lnTo>
                    <a:pt x="1199608" y="1516995"/>
                  </a:lnTo>
                  <a:lnTo>
                    <a:pt x="1199596" y="1516979"/>
                  </a:lnTo>
                  <a:lnTo>
                    <a:pt x="1199583" y="1516966"/>
                  </a:lnTo>
                  <a:lnTo>
                    <a:pt x="1199578" y="1516961"/>
                  </a:lnTo>
                  <a:lnTo>
                    <a:pt x="1199574" y="1516959"/>
                  </a:lnTo>
                  <a:lnTo>
                    <a:pt x="1199563" y="1516959"/>
                  </a:lnTo>
                  <a:lnTo>
                    <a:pt x="1199551" y="1516963"/>
                  </a:lnTo>
                  <a:lnTo>
                    <a:pt x="1199535" y="1516973"/>
                  </a:lnTo>
                  <a:lnTo>
                    <a:pt x="1199519" y="1516980"/>
                  </a:lnTo>
                  <a:lnTo>
                    <a:pt x="1199503" y="1516985"/>
                  </a:lnTo>
                  <a:lnTo>
                    <a:pt x="1199484" y="1516995"/>
                  </a:lnTo>
                  <a:lnTo>
                    <a:pt x="1199471" y="1517001"/>
                  </a:lnTo>
                  <a:lnTo>
                    <a:pt x="1199456" y="1517003"/>
                  </a:lnTo>
                  <a:lnTo>
                    <a:pt x="1199440" y="1517000"/>
                  </a:lnTo>
                  <a:lnTo>
                    <a:pt x="1199424" y="1516992"/>
                  </a:lnTo>
                  <a:lnTo>
                    <a:pt x="1199420" y="1516990"/>
                  </a:lnTo>
                  <a:lnTo>
                    <a:pt x="1199400" y="1516989"/>
                  </a:lnTo>
                  <a:lnTo>
                    <a:pt x="1199393" y="1516991"/>
                  </a:lnTo>
                  <a:lnTo>
                    <a:pt x="1199377" y="1516993"/>
                  </a:lnTo>
                  <a:lnTo>
                    <a:pt x="1199361" y="1516994"/>
                  </a:lnTo>
                  <a:lnTo>
                    <a:pt x="1199345" y="1516991"/>
                  </a:lnTo>
                  <a:lnTo>
                    <a:pt x="1199330" y="1516981"/>
                  </a:lnTo>
                  <a:lnTo>
                    <a:pt x="1199314" y="1516969"/>
                  </a:lnTo>
                  <a:lnTo>
                    <a:pt x="1199299" y="1516955"/>
                  </a:lnTo>
                  <a:lnTo>
                    <a:pt x="1199284" y="1516940"/>
                  </a:lnTo>
                  <a:lnTo>
                    <a:pt x="1199277" y="1516934"/>
                  </a:lnTo>
                  <a:lnTo>
                    <a:pt x="1199272" y="1516926"/>
                  </a:lnTo>
                  <a:lnTo>
                    <a:pt x="1199260" y="1516909"/>
                  </a:lnTo>
                  <a:lnTo>
                    <a:pt x="1199245" y="1516892"/>
                  </a:lnTo>
                  <a:lnTo>
                    <a:pt x="1199232" y="1516881"/>
                  </a:lnTo>
                  <a:lnTo>
                    <a:pt x="1199226" y="1516877"/>
                  </a:lnTo>
                  <a:lnTo>
                    <a:pt x="1199216" y="1516875"/>
                  </a:lnTo>
                  <a:lnTo>
                    <a:pt x="1199200" y="1516872"/>
                  </a:lnTo>
                  <a:lnTo>
                    <a:pt x="1199191" y="1516872"/>
                  </a:lnTo>
                  <a:lnTo>
                    <a:pt x="1199174" y="1516878"/>
                  </a:lnTo>
                  <a:lnTo>
                    <a:pt x="1199132" y="1516910"/>
                  </a:lnTo>
                  <a:lnTo>
                    <a:pt x="1199124" y="1516913"/>
                  </a:lnTo>
                  <a:lnTo>
                    <a:pt x="1199116" y="1516914"/>
                  </a:lnTo>
                  <a:lnTo>
                    <a:pt x="1199102" y="1516914"/>
                  </a:lnTo>
                  <a:lnTo>
                    <a:pt x="1199091" y="1516913"/>
                  </a:lnTo>
                  <a:lnTo>
                    <a:pt x="1199068" y="1516903"/>
                  </a:lnTo>
                  <a:lnTo>
                    <a:pt x="1199024" y="1516875"/>
                  </a:lnTo>
                  <a:lnTo>
                    <a:pt x="1199012" y="1516860"/>
                  </a:lnTo>
                  <a:lnTo>
                    <a:pt x="1198995" y="1516847"/>
                  </a:lnTo>
                  <a:lnTo>
                    <a:pt x="1198989" y="1516846"/>
                  </a:lnTo>
                  <a:lnTo>
                    <a:pt x="1198977" y="1516846"/>
                  </a:lnTo>
                  <a:lnTo>
                    <a:pt x="1198941" y="1516854"/>
                  </a:lnTo>
                  <a:lnTo>
                    <a:pt x="1198830" y="1516870"/>
                  </a:lnTo>
                  <a:lnTo>
                    <a:pt x="1198764" y="1516868"/>
                  </a:lnTo>
                  <a:lnTo>
                    <a:pt x="1198719" y="1516866"/>
                  </a:lnTo>
                  <a:lnTo>
                    <a:pt x="1198688" y="1516850"/>
                  </a:lnTo>
                  <a:lnTo>
                    <a:pt x="1198657" y="1516806"/>
                  </a:lnTo>
                  <a:lnTo>
                    <a:pt x="1198644" y="1516794"/>
                  </a:lnTo>
                  <a:lnTo>
                    <a:pt x="1198637" y="1516792"/>
                  </a:lnTo>
                  <a:lnTo>
                    <a:pt x="1198632" y="1516794"/>
                  </a:lnTo>
                  <a:lnTo>
                    <a:pt x="1198629" y="1516802"/>
                  </a:lnTo>
                  <a:lnTo>
                    <a:pt x="1198624" y="1516846"/>
                  </a:lnTo>
                  <a:lnTo>
                    <a:pt x="1198624" y="1516869"/>
                  </a:lnTo>
                  <a:lnTo>
                    <a:pt x="1198628" y="1516878"/>
                  </a:lnTo>
                  <a:lnTo>
                    <a:pt x="1198632" y="1516884"/>
                  </a:lnTo>
                  <a:lnTo>
                    <a:pt x="1198655" y="1516906"/>
                  </a:lnTo>
                  <a:lnTo>
                    <a:pt x="1198670" y="1516939"/>
                  </a:lnTo>
                  <a:lnTo>
                    <a:pt x="1198671" y="1516964"/>
                  </a:lnTo>
                  <a:lnTo>
                    <a:pt x="1198663" y="1517044"/>
                  </a:lnTo>
                  <a:lnTo>
                    <a:pt x="1198661" y="1517076"/>
                  </a:lnTo>
                  <a:lnTo>
                    <a:pt x="1198652" y="1517100"/>
                  </a:lnTo>
                  <a:lnTo>
                    <a:pt x="1198644" y="1517107"/>
                  </a:lnTo>
                  <a:lnTo>
                    <a:pt x="1198592" y="1517126"/>
                  </a:lnTo>
                  <a:lnTo>
                    <a:pt x="1198581" y="1517132"/>
                  </a:lnTo>
                  <a:lnTo>
                    <a:pt x="1198569" y="1517142"/>
                  </a:lnTo>
                  <a:lnTo>
                    <a:pt x="1198563" y="1517150"/>
                  </a:lnTo>
                  <a:lnTo>
                    <a:pt x="1198561" y="1517156"/>
                  </a:lnTo>
                  <a:lnTo>
                    <a:pt x="1198556" y="1517173"/>
                  </a:lnTo>
                  <a:lnTo>
                    <a:pt x="1198553" y="1517184"/>
                  </a:lnTo>
                  <a:lnTo>
                    <a:pt x="1198551" y="1517191"/>
                  </a:lnTo>
                  <a:lnTo>
                    <a:pt x="1198547" y="1517211"/>
                  </a:lnTo>
                  <a:lnTo>
                    <a:pt x="1198542" y="1517245"/>
                  </a:lnTo>
                  <a:lnTo>
                    <a:pt x="1198543" y="1517251"/>
                  </a:lnTo>
                  <a:lnTo>
                    <a:pt x="1198550" y="1517265"/>
                  </a:lnTo>
                  <a:lnTo>
                    <a:pt x="1198580" y="1517313"/>
                  </a:lnTo>
                  <a:lnTo>
                    <a:pt x="1198587" y="1517323"/>
                  </a:lnTo>
                  <a:lnTo>
                    <a:pt x="1198591" y="1517332"/>
                  </a:lnTo>
                  <a:lnTo>
                    <a:pt x="1198592" y="1517340"/>
                  </a:lnTo>
                  <a:lnTo>
                    <a:pt x="1198591" y="1517355"/>
                  </a:lnTo>
                  <a:lnTo>
                    <a:pt x="1198584" y="1517374"/>
                  </a:lnTo>
                  <a:lnTo>
                    <a:pt x="1198577" y="1517390"/>
                  </a:lnTo>
                  <a:lnTo>
                    <a:pt x="1198574" y="1517394"/>
                  </a:lnTo>
                  <a:lnTo>
                    <a:pt x="1198563" y="1517406"/>
                  </a:lnTo>
                  <a:lnTo>
                    <a:pt x="1198545" y="1517410"/>
                  </a:lnTo>
                  <a:lnTo>
                    <a:pt x="1198533" y="1517407"/>
                  </a:lnTo>
                  <a:lnTo>
                    <a:pt x="1198518" y="1517403"/>
                  </a:lnTo>
                  <a:lnTo>
                    <a:pt x="1198502" y="1517404"/>
                  </a:lnTo>
                  <a:lnTo>
                    <a:pt x="1198486" y="1517407"/>
                  </a:lnTo>
                  <a:lnTo>
                    <a:pt x="1198470" y="1517407"/>
                  </a:lnTo>
                  <a:lnTo>
                    <a:pt x="1198454" y="1517405"/>
                  </a:lnTo>
                  <a:lnTo>
                    <a:pt x="1198438" y="1517403"/>
                  </a:lnTo>
                  <a:lnTo>
                    <a:pt x="1198434" y="1517407"/>
                  </a:lnTo>
                  <a:lnTo>
                    <a:pt x="1198439" y="1517417"/>
                  </a:lnTo>
                  <a:lnTo>
                    <a:pt x="1198449" y="1517434"/>
                  </a:lnTo>
                  <a:lnTo>
                    <a:pt x="1198455" y="1517451"/>
                  </a:lnTo>
                  <a:lnTo>
                    <a:pt x="1198457" y="1517461"/>
                  </a:lnTo>
                  <a:lnTo>
                    <a:pt x="1198470" y="1517518"/>
                  </a:lnTo>
                  <a:lnTo>
                    <a:pt x="1198470" y="1517529"/>
                  </a:lnTo>
                  <a:lnTo>
                    <a:pt x="1198464" y="1517548"/>
                  </a:lnTo>
                  <a:lnTo>
                    <a:pt x="1198458" y="1517559"/>
                  </a:lnTo>
                  <a:lnTo>
                    <a:pt x="1198433" y="1517585"/>
                  </a:lnTo>
                  <a:lnTo>
                    <a:pt x="1198409" y="1517603"/>
                  </a:lnTo>
                  <a:lnTo>
                    <a:pt x="1198391" y="1517613"/>
                  </a:lnTo>
                  <a:lnTo>
                    <a:pt x="1198377" y="1517615"/>
                  </a:lnTo>
                  <a:lnTo>
                    <a:pt x="1198350" y="1517617"/>
                  </a:lnTo>
                  <a:lnTo>
                    <a:pt x="1198317" y="1517618"/>
                  </a:lnTo>
                  <a:lnTo>
                    <a:pt x="1198306" y="1517621"/>
                  </a:lnTo>
                  <a:lnTo>
                    <a:pt x="1198302" y="1517623"/>
                  </a:lnTo>
                  <a:lnTo>
                    <a:pt x="1198294" y="1517630"/>
                  </a:lnTo>
                  <a:lnTo>
                    <a:pt x="1198292" y="1517647"/>
                  </a:lnTo>
                  <a:lnTo>
                    <a:pt x="1198292" y="1517662"/>
                  </a:lnTo>
                  <a:lnTo>
                    <a:pt x="1198290" y="1517687"/>
                  </a:lnTo>
                  <a:lnTo>
                    <a:pt x="1198286" y="1517712"/>
                  </a:lnTo>
                  <a:lnTo>
                    <a:pt x="1198281" y="1517721"/>
                  </a:lnTo>
                  <a:lnTo>
                    <a:pt x="1198274" y="1517728"/>
                  </a:lnTo>
                  <a:lnTo>
                    <a:pt x="1198264" y="1517731"/>
                  </a:lnTo>
                  <a:lnTo>
                    <a:pt x="1198255" y="1517732"/>
                  </a:lnTo>
                  <a:lnTo>
                    <a:pt x="1198239" y="1517729"/>
                  </a:lnTo>
                  <a:lnTo>
                    <a:pt x="1198213" y="1517727"/>
                  </a:lnTo>
                  <a:lnTo>
                    <a:pt x="1198164" y="1517739"/>
                  </a:lnTo>
                  <a:lnTo>
                    <a:pt x="1198149" y="1517743"/>
                  </a:lnTo>
                  <a:lnTo>
                    <a:pt x="1198111" y="1517767"/>
                  </a:lnTo>
                  <a:lnTo>
                    <a:pt x="1198107" y="1517773"/>
                  </a:lnTo>
                  <a:lnTo>
                    <a:pt x="1198106" y="1517778"/>
                  </a:lnTo>
                  <a:lnTo>
                    <a:pt x="1198119" y="1517795"/>
                  </a:lnTo>
                  <a:lnTo>
                    <a:pt x="1198131" y="1517808"/>
                  </a:lnTo>
                  <a:lnTo>
                    <a:pt x="1198133" y="1517812"/>
                  </a:lnTo>
                  <a:lnTo>
                    <a:pt x="1198135" y="1517818"/>
                  </a:lnTo>
                  <a:lnTo>
                    <a:pt x="1198133" y="1517824"/>
                  </a:lnTo>
                  <a:lnTo>
                    <a:pt x="1198136" y="1517841"/>
                  </a:lnTo>
                  <a:lnTo>
                    <a:pt x="1198140" y="1517852"/>
                  </a:lnTo>
                  <a:lnTo>
                    <a:pt x="1198147" y="1517868"/>
                  </a:lnTo>
                  <a:lnTo>
                    <a:pt x="1198147" y="1517876"/>
                  </a:lnTo>
                  <a:lnTo>
                    <a:pt x="1198119" y="1517927"/>
                  </a:lnTo>
                  <a:lnTo>
                    <a:pt x="1198111" y="1517947"/>
                  </a:lnTo>
                  <a:lnTo>
                    <a:pt x="1198108" y="1517967"/>
                  </a:lnTo>
                  <a:lnTo>
                    <a:pt x="1198108" y="1518019"/>
                  </a:lnTo>
                  <a:lnTo>
                    <a:pt x="1198112" y="1518055"/>
                  </a:lnTo>
                  <a:lnTo>
                    <a:pt x="1198112" y="1518091"/>
                  </a:lnTo>
                  <a:lnTo>
                    <a:pt x="1198112" y="1518101"/>
                  </a:lnTo>
                  <a:lnTo>
                    <a:pt x="1198088" y="1518134"/>
                  </a:lnTo>
                  <a:lnTo>
                    <a:pt x="1198042" y="1518162"/>
                  </a:lnTo>
                  <a:lnTo>
                    <a:pt x="1197993" y="1518190"/>
                  </a:lnTo>
                  <a:lnTo>
                    <a:pt x="1197982" y="1518196"/>
                  </a:lnTo>
                  <a:lnTo>
                    <a:pt x="1197951" y="1518209"/>
                  </a:lnTo>
                  <a:lnTo>
                    <a:pt x="1197944" y="1518212"/>
                  </a:lnTo>
                  <a:lnTo>
                    <a:pt x="1197935" y="1518216"/>
                  </a:lnTo>
                  <a:lnTo>
                    <a:pt x="1197919" y="1518224"/>
                  </a:lnTo>
                  <a:lnTo>
                    <a:pt x="1197903" y="1518231"/>
                  </a:lnTo>
                  <a:lnTo>
                    <a:pt x="1197894" y="1518233"/>
                  </a:lnTo>
                  <a:lnTo>
                    <a:pt x="1197885" y="1518238"/>
                  </a:lnTo>
                  <a:lnTo>
                    <a:pt x="1197873" y="1518250"/>
                  </a:lnTo>
                  <a:lnTo>
                    <a:pt x="1197869" y="1518259"/>
                  </a:lnTo>
                  <a:lnTo>
                    <a:pt x="1197868" y="1518266"/>
                  </a:lnTo>
                  <a:lnTo>
                    <a:pt x="1197865" y="1518286"/>
                  </a:lnTo>
                  <a:lnTo>
                    <a:pt x="1197866" y="1518300"/>
                  </a:lnTo>
                  <a:lnTo>
                    <a:pt x="1197867" y="1518316"/>
                  </a:lnTo>
                  <a:lnTo>
                    <a:pt x="1197871" y="1518333"/>
                  </a:lnTo>
                  <a:lnTo>
                    <a:pt x="1197871" y="1518350"/>
                  </a:lnTo>
                  <a:lnTo>
                    <a:pt x="1197868" y="1518366"/>
                  </a:lnTo>
                  <a:lnTo>
                    <a:pt x="1197860" y="1518399"/>
                  </a:lnTo>
                  <a:lnTo>
                    <a:pt x="1197862" y="1518404"/>
                  </a:lnTo>
                  <a:lnTo>
                    <a:pt x="1197874" y="1518410"/>
                  </a:lnTo>
                  <a:lnTo>
                    <a:pt x="1197889" y="1518418"/>
                  </a:lnTo>
                  <a:lnTo>
                    <a:pt x="1197905" y="1518425"/>
                  </a:lnTo>
                  <a:lnTo>
                    <a:pt x="1197921" y="1518436"/>
                  </a:lnTo>
                  <a:lnTo>
                    <a:pt x="1197936" y="1518447"/>
                  </a:lnTo>
                  <a:lnTo>
                    <a:pt x="1197941" y="1518450"/>
                  </a:lnTo>
                  <a:lnTo>
                    <a:pt x="1197952" y="1518452"/>
                  </a:lnTo>
                  <a:lnTo>
                    <a:pt x="1197968" y="1518452"/>
                  </a:lnTo>
                  <a:lnTo>
                    <a:pt x="1197976" y="1518452"/>
                  </a:lnTo>
                  <a:lnTo>
                    <a:pt x="1197984" y="1518454"/>
                  </a:lnTo>
                  <a:lnTo>
                    <a:pt x="1197997" y="1518459"/>
                  </a:lnTo>
                  <a:lnTo>
                    <a:pt x="1198015" y="1518468"/>
                  </a:lnTo>
                  <a:lnTo>
                    <a:pt x="1198030" y="1518476"/>
                  </a:lnTo>
                  <a:lnTo>
                    <a:pt x="1198046" y="1518487"/>
                  </a:lnTo>
                  <a:lnTo>
                    <a:pt x="1198050" y="1518489"/>
                  </a:lnTo>
                  <a:lnTo>
                    <a:pt x="1198061" y="1518501"/>
                  </a:lnTo>
                  <a:lnTo>
                    <a:pt x="1198067" y="1518510"/>
                  </a:lnTo>
                  <a:lnTo>
                    <a:pt x="1198067" y="1518516"/>
                  </a:lnTo>
                  <a:lnTo>
                    <a:pt x="1198064" y="1518521"/>
                  </a:lnTo>
                  <a:lnTo>
                    <a:pt x="1198062" y="1518538"/>
                  </a:lnTo>
                  <a:lnTo>
                    <a:pt x="1198064" y="1518562"/>
                  </a:lnTo>
                  <a:lnTo>
                    <a:pt x="1198078" y="1518666"/>
                  </a:lnTo>
                  <a:lnTo>
                    <a:pt x="1198079" y="1518683"/>
                  </a:lnTo>
                  <a:lnTo>
                    <a:pt x="1198077" y="1518695"/>
                  </a:lnTo>
                  <a:lnTo>
                    <a:pt x="1198075" y="1518700"/>
                  </a:lnTo>
                  <a:lnTo>
                    <a:pt x="1198072" y="1518710"/>
                  </a:lnTo>
                  <a:lnTo>
                    <a:pt x="1198068" y="1518717"/>
                  </a:lnTo>
                  <a:lnTo>
                    <a:pt x="1198062" y="1518725"/>
                  </a:lnTo>
                  <a:lnTo>
                    <a:pt x="1198055" y="1518733"/>
                  </a:lnTo>
                  <a:lnTo>
                    <a:pt x="1198041" y="1518747"/>
                  </a:lnTo>
                  <a:lnTo>
                    <a:pt x="1198030" y="1518758"/>
                  </a:lnTo>
                  <a:lnTo>
                    <a:pt x="1198022" y="1518764"/>
                  </a:lnTo>
                  <a:lnTo>
                    <a:pt x="1198010" y="1518771"/>
                  </a:lnTo>
                  <a:lnTo>
                    <a:pt x="1198002" y="1518776"/>
                  </a:lnTo>
                  <a:lnTo>
                    <a:pt x="1197994" y="1518780"/>
                  </a:lnTo>
                  <a:lnTo>
                    <a:pt x="1197978" y="1518788"/>
                  </a:lnTo>
                  <a:lnTo>
                    <a:pt x="1197962" y="1518796"/>
                  </a:lnTo>
                  <a:lnTo>
                    <a:pt x="1197947" y="1518800"/>
                  </a:lnTo>
                  <a:lnTo>
                    <a:pt x="1197941" y="1518802"/>
                  </a:lnTo>
                  <a:lnTo>
                    <a:pt x="1197931" y="1518811"/>
                  </a:lnTo>
                  <a:lnTo>
                    <a:pt x="1197926" y="1518814"/>
                  </a:lnTo>
                  <a:lnTo>
                    <a:pt x="1197921" y="1518820"/>
                  </a:lnTo>
                  <a:lnTo>
                    <a:pt x="1197918" y="1518826"/>
                  </a:lnTo>
                  <a:lnTo>
                    <a:pt x="1197914" y="1518832"/>
                  </a:lnTo>
                  <a:lnTo>
                    <a:pt x="1197912" y="1518843"/>
                  </a:lnTo>
                  <a:lnTo>
                    <a:pt x="1197910" y="1518849"/>
                  </a:lnTo>
                  <a:lnTo>
                    <a:pt x="1197909" y="1518868"/>
                  </a:lnTo>
                  <a:lnTo>
                    <a:pt x="1197911" y="1518876"/>
                  </a:lnTo>
                  <a:lnTo>
                    <a:pt x="1197920" y="1518893"/>
                  </a:lnTo>
                  <a:lnTo>
                    <a:pt x="1197925" y="1518900"/>
                  </a:lnTo>
                  <a:lnTo>
                    <a:pt x="1197933" y="1518906"/>
                  </a:lnTo>
                  <a:lnTo>
                    <a:pt x="1197949" y="1518920"/>
                  </a:lnTo>
                  <a:lnTo>
                    <a:pt x="1197964" y="1518931"/>
                  </a:lnTo>
                  <a:lnTo>
                    <a:pt x="1197980" y="1518943"/>
                  </a:lnTo>
                  <a:lnTo>
                    <a:pt x="1197987" y="1518946"/>
                  </a:lnTo>
                  <a:lnTo>
                    <a:pt x="1197999" y="1518960"/>
                  </a:lnTo>
                  <a:lnTo>
                    <a:pt x="1198001" y="1518971"/>
                  </a:lnTo>
                  <a:lnTo>
                    <a:pt x="1198004" y="1518978"/>
                  </a:lnTo>
                  <a:lnTo>
                    <a:pt x="1198004" y="1518988"/>
                  </a:lnTo>
                  <a:lnTo>
                    <a:pt x="1198004" y="1519004"/>
                  </a:lnTo>
                  <a:lnTo>
                    <a:pt x="1198006" y="1519017"/>
                  </a:lnTo>
                  <a:lnTo>
                    <a:pt x="1198004" y="1519039"/>
                  </a:lnTo>
                  <a:lnTo>
                    <a:pt x="1198008" y="1519056"/>
                  </a:lnTo>
                  <a:lnTo>
                    <a:pt x="1198013" y="1519073"/>
                  </a:lnTo>
                  <a:lnTo>
                    <a:pt x="1198018" y="1519090"/>
                  </a:lnTo>
                  <a:lnTo>
                    <a:pt x="1198020" y="1519098"/>
                  </a:lnTo>
                  <a:lnTo>
                    <a:pt x="1198024" y="1519107"/>
                  </a:lnTo>
                  <a:lnTo>
                    <a:pt x="1198030" y="1519116"/>
                  </a:lnTo>
                  <a:lnTo>
                    <a:pt x="1198050" y="1519139"/>
                  </a:lnTo>
                  <a:lnTo>
                    <a:pt x="1198066" y="1519152"/>
                  </a:lnTo>
                  <a:lnTo>
                    <a:pt x="1198095" y="1519179"/>
                  </a:lnTo>
                  <a:lnTo>
                    <a:pt x="1198124" y="1519211"/>
                  </a:lnTo>
                  <a:lnTo>
                    <a:pt x="1198134" y="1519227"/>
                  </a:lnTo>
                  <a:lnTo>
                    <a:pt x="1198144" y="1519244"/>
                  </a:lnTo>
                  <a:lnTo>
                    <a:pt x="1198150" y="1519260"/>
                  </a:lnTo>
                  <a:lnTo>
                    <a:pt x="1198152" y="1519266"/>
                  </a:lnTo>
                  <a:lnTo>
                    <a:pt x="1198163" y="1519274"/>
                  </a:lnTo>
                  <a:lnTo>
                    <a:pt x="1198174" y="1519277"/>
                  </a:lnTo>
                  <a:lnTo>
                    <a:pt x="1198236" y="1519304"/>
                  </a:lnTo>
                  <a:lnTo>
                    <a:pt x="1198248" y="1519310"/>
                  </a:lnTo>
                  <a:lnTo>
                    <a:pt x="1198259" y="1519320"/>
                  </a:lnTo>
                  <a:lnTo>
                    <a:pt x="1198264" y="1519328"/>
                  </a:lnTo>
                  <a:lnTo>
                    <a:pt x="1198268" y="1519339"/>
                  </a:lnTo>
                  <a:lnTo>
                    <a:pt x="1198269" y="1519350"/>
                  </a:lnTo>
                  <a:lnTo>
                    <a:pt x="1198268" y="1519377"/>
                  </a:lnTo>
                  <a:lnTo>
                    <a:pt x="1198266" y="1519402"/>
                  </a:lnTo>
                  <a:lnTo>
                    <a:pt x="1198266" y="1519413"/>
                  </a:lnTo>
                  <a:lnTo>
                    <a:pt x="1198269" y="1519420"/>
                  </a:lnTo>
                  <a:lnTo>
                    <a:pt x="1198280" y="1519430"/>
                  </a:lnTo>
                  <a:lnTo>
                    <a:pt x="1198297" y="1519436"/>
                  </a:lnTo>
                  <a:lnTo>
                    <a:pt x="1198313" y="1519440"/>
                  </a:lnTo>
                  <a:lnTo>
                    <a:pt x="1198319" y="1519442"/>
                  </a:lnTo>
                  <a:lnTo>
                    <a:pt x="1198344" y="1519447"/>
                  </a:lnTo>
                  <a:lnTo>
                    <a:pt x="1198360" y="1519451"/>
                  </a:lnTo>
                  <a:lnTo>
                    <a:pt x="1198376" y="1519454"/>
                  </a:lnTo>
                  <a:lnTo>
                    <a:pt x="1198386" y="1519457"/>
                  </a:lnTo>
                  <a:lnTo>
                    <a:pt x="1198407" y="1519457"/>
                  </a:lnTo>
                  <a:lnTo>
                    <a:pt x="1198417" y="1519458"/>
                  </a:lnTo>
                  <a:lnTo>
                    <a:pt x="1198444" y="1519457"/>
                  </a:lnTo>
                  <a:lnTo>
                    <a:pt x="1198465" y="1519462"/>
                  </a:lnTo>
                  <a:lnTo>
                    <a:pt x="1198510" y="1519483"/>
                  </a:lnTo>
                  <a:lnTo>
                    <a:pt x="1198532" y="1519499"/>
                  </a:lnTo>
                  <a:lnTo>
                    <a:pt x="1198601" y="1519555"/>
                  </a:lnTo>
                  <a:lnTo>
                    <a:pt x="1198610" y="1519559"/>
                  </a:lnTo>
                  <a:lnTo>
                    <a:pt x="1198626" y="1519567"/>
                  </a:lnTo>
                  <a:lnTo>
                    <a:pt x="1198633" y="1519570"/>
                  </a:lnTo>
                  <a:lnTo>
                    <a:pt x="1198648" y="1519579"/>
                  </a:lnTo>
                  <a:lnTo>
                    <a:pt x="1198657" y="1519586"/>
                  </a:lnTo>
                  <a:lnTo>
                    <a:pt x="1198666" y="1519592"/>
                  </a:lnTo>
                  <a:lnTo>
                    <a:pt x="1198672" y="1519600"/>
                  </a:lnTo>
                  <a:lnTo>
                    <a:pt x="1198675" y="1519604"/>
                  </a:lnTo>
                  <a:lnTo>
                    <a:pt x="1198680" y="1519633"/>
                  </a:lnTo>
                  <a:lnTo>
                    <a:pt x="1198683" y="1519650"/>
                  </a:lnTo>
                  <a:lnTo>
                    <a:pt x="1198688" y="1519667"/>
                  </a:lnTo>
                  <a:lnTo>
                    <a:pt x="1198701" y="1519691"/>
                  </a:lnTo>
                  <a:lnTo>
                    <a:pt x="1198713" y="1519705"/>
                  </a:lnTo>
                  <a:lnTo>
                    <a:pt x="1198729" y="1519713"/>
                  </a:lnTo>
                  <a:lnTo>
                    <a:pt x="1198746" y="1519721"/>
                  </a:lnTo>
                  <a:lnTo>
                    <a:pt x="1198754" y="1519726"/>
                  </a:lnTo>
                  <a:lnTo>
                    <a:pt x="1198759" y="1519732"/>
                  </a:lnTo>
                  <a:lnTo>
                    <a:pt x="1198765" y="1519749"/>
                  </a:lnTo>
                  <a:lnTo>
                    <a:pt x="1198774" y="1519766"/>
                  </a:lnTo>
                  <a:lnTo>
                    <a:pt x="1198787" y="1519782"/>
                  </a:lnTo>
                  <a:lnTo>
                    <a:pt x="1198800" y="1519799"/>
                  </a:lnTo>
                  <a:lnTo>
                    <a:pt x="1198813" y="1519817"/>
                  </a:lnTo>
                  <a:lnTo>
                    <a:pt x="1198816" y="1519824"/>
                  </a:lnTo>
                  <a:lnTo>
                    <a:pt x="1198818" y="1519833"/>
                  </a:lnTo>
                  <a:lnTo>
                    <a:pt x="1198812" y="1519841"/>
                  </a:lnTo>
                  <a:lnTo>
                    <a:pt x="1198805" y="1519846"/>
                  </a:lnTo>
                  <a:lnTo>
                    <a:pt x="1198800" y="1519849"/>
                  </a:lnTo>
                  <a:lnTo>
                    <a:pt x="1198795" y="1519852"/>
                  </a:lnTo>
                  <a:lnTo>
                    <a:pt x="1198791" y="1519858"/>
                  </a:lnTo>
                  <a:lnTo>
                    <a:pt x="1198789" y="1519863"/>
                  </a:lnTo>
                  <a:lnTo>
                    <a:pt x="1198788" y="1519875"/>
                  </a:lnTo>
                  <a:lnTo>
                    <a:pt x="1198797" y="1519892"/>
                  </a:lnTo>
                  <a:lnTo>
                    <a:pt x="1198807" y="1519909"/>
                  </a:lnTo>
                  <a:lnTo>
                    <a:pt x="1198813" y="1519925"/>
                  </a:lnTo>
                  <a:lnTo>
                    <a:pt x="1198812" y="1519942"/>
                  </a:lnTo>
                  <a:lnTo>
                    <a:pt x="1198807" y="1519959"/>
                  </a:lnTo>
                  <a:lnTo>
                    <a:pt x="1198804" y="1519976"/>
                  </a:lnTo>
                  <a:lnTo>
                    <a:pt x="1198798" y="1519990"/>
                  </a:lnTo>
                  <a:lnTo>
                    <a:pt x="1198797" y="1520007"/>
                  </a:lnTo>
                  <a:lnTo>
                    <a:pt x="1198797" y="1520014"/>
                  </a:lnTo>
                  <a:lnTo>
                    <a:pt x="1198798" y="1520022"/>
                  </a:lnTo>
                  <a:lnTo>
                    <a:pt x="1198808" y="1520042"/>
                  </a:lnTo>
                  <a:lnTo>
                    <a:pt x="1198814" y="1520059"/>
                  </a:lnTo>
                  <a:lnTo>
                    <a:pt x="1198816" y="1520075"/>
                  </a:lnTo>
                  <a:lnTo>
                    <a:pt x="1198816" y="1520092"/>
                  </a:lnTo>
                  <a:lnTo>
                    <a:pt x="1198817" y="1520109"/>
                  </a:lnTo>
                  <a:lnTo>
                    <a:pt x="1198816" y="1520126"/>
                  </a:lnTo>
                  <a:lnTo>
                    <a:pt x="1198813" y="1520142"/>
                  </a:lnTo>
                  <a:lnTo>
                    <a:pt x="1198804" y="1520179"/>
                  </a:lnTo>
                  <a:lnTo>
                    <a:pt x="1198797" y="1520192"/>
                  </a:lnTo>
                  <a:lnTo>
                    <a:pt x="1198786" y="1520208"/>
                  </a:lnTo>
                  <a:lnTo>
                    <a:pt x="1198770" y="1520223"/>
                  </a:lnTo>
                  <a:lnTo>
                    <a:pt x="1198756" y="1520236"/>
                  </a:lnTo>
                  <a:lnTo>
                    <a:pt x="1198752" y="1520242"/>
                  </a:lnTo>
                  <a:lnTo>
                    <a:pt x="1198749" y="1520252"/>
                  </a:lnTo>
                  <a:lnTo>
                    <a:pt x="1198752" y="1520269"/>
                  </a:lnTo>
                  <a:lnTo>
                    <a:pt x="1198758" y="1520286"/>
                  </a:lnTo>
                  <a:lnTo>
                    <a:pt x="1198762" y="1520295"/>
                  </a:lnTo>
                  <a:lnTo>
                    <a:pt x="1198768" y="1520303"/>
                  </a:lnTo>
                  <a:lnTo>
                    <a:pt x="1198774" y="1520311"/>
                  </a:lnTo>
                  <a:lnTo>
                    <a:pt x="1198781" y="1520318"/>
                  </a:lnTo>
                  <a:lnTo>
                    <a:pt x="1198793" y="1520335"/>
                  </a:lnTo>
                  <a:lnTo>
                    <a:pt x="1198797" y="1520342"/>
                  </a:lnTo>
                  <a:lnTo>
                    <a:pt x="1198800" y="1520352"/>
                  </a:lnTo>
                  <a:lnTo>
                    <a:pt x="1198803" y="1520369"/>
                  </a:lnTo>
                  <a:lnTo>
                    <a:pt x="1198805" y="1520386"/>
                  </a:lnTo>
                  <a:lnTo>
                    <a:pt x="1198807" y="1520391"/>
                  </a:lnTo>
                  <a:lnTo>
                    <a:pt x="1198809" y="1520401"/>
                  </a:lnTo>
                  <a:lnTo>
                    <a:pt x="1198812" y="1520427"/>
                  </a:lnTo>
                  <a:lnTo>
                    <a:pt x="1198811" y="1520444"/>
                  </a:lnTo>
                  <a:lnTo>
                    <a:pt x="1198813" y="1520477"/>
                  </a:lnTo>
                  <a:lnTo>
                    <a:pt x="1198814" y="1520486"/>
                  </a:lnTo>
                  <a:lnTo>
                    <a:pt x="1198815" y="1520497"/>
                  </a:lnTo>
                  <a:lnTo>
                    <a:pt x="1198821" y="1520540"/>
                  </a:lnTo>
                  <a:lnTo>
                    <a:pt x="1198824" y="1520556"/>
                  </a:lnTo>
                  <a:lnTo>
                    <a:pt x="1198833" y="1520577"/>
                  </a:lnTo>
                  <a:lnTo>
                    <a:pt x="1198852" y="1520597"/>
                  </a:lnTo>
                  <a:lnTo>
                    <a:pt x="1198883" y="1520611"/>
                  </a:lnTo>
                  <a:lnTo>
                    <a:pt x="1198891" y="1520617"/>
                  </a:lnTo>
                  <a:lnTo>
                    <a:pt x="1198896" y="1520624"/>
                  </a:lnTo>
                  <a:lnTo>
                    <a:pt x="1198898" y="1520630"/>
                  </a:lnTo>
                  <a:lnTo>
                    <a:pt x="1198904" y="1520659"/>
                  </a:lnTo>
                  <a:lnTo>
                    <a:pt x="1198908" y="1520674"/>
                  </a:lnTo>
                  <a:lnTo>
                    <a:pt x="1198912" y="1520685"/>
                  </a:lnTo>
                  <a:lnTo>
                    <a:pt x="1198951" y="1520733"/>
                  </a:lnTo>
                  <a:lnTo>
                    <a:pt x="1198985" y="1520781"/>
                  </a:lnTo>
                  <a:lnTo>
                    <a:pt x="1199016" y="1520800"/>
                  </a:lnTo>
                  <a:lnTo>
                    <a:pt x="1199036" y="1520817"/>
                  </a:lnTo>
                  <a:lnTo>
                    <a:pt x="1199047" y="1520828"/>
                  </a:lnTo>
                  <a:lnTo>
                    <a:pt x="1199053" y="1520841"/>
                  </a:lnTo>
                  <a:lnTo>
                    <a:pt x="1199057" y="1520855"/>
                  </a:lnTo>
                  <a:lnTo>
                    <a:pt x="1199060" y="1520926"/>
                  </a:lnTo>
                  <a:lnTo>
                    <a:pt x="1199064" y="1520948"/>
                  </a:lnTo>
                  <a:lnTo>
                    <a:pt x="1199071" y="1520998"/>
                  </a:lnTo>
                  <a:lnTo>
                    <a:pt x="1199074" y="1521008"/>
                  </a:lnTo>
                  <a:lnTo>
                    <a:pt x="1199078" y="1521025"/>
                  </a:lnTo>
                  <a:lnTo>
                    <a:pt x="1199083" y="1521042"/>
                  </a:lnTo>
                  <a:lnTo>
                    <a:pt x="1199086" y="1521051"/>
                  </a:lnTo>
                  <a:lnTo>
                    <a:pt x="1199093" y="1521064"/>
                  </a:lnTo>
                  <a:lnTo>
                    <a:pt x="1199097" y="1521068"/>
                  </a:lnTo>
                  <a:lnTo>
                    <a:pt x="1199104" y="1521070"/>
                  </a:lnTo>
                  <a:lnTo>
                    <a:pt x="1199119" y="1521072"/>
                  </a:lnTo>
                  <a:lnTo>
                    <a:pt x="1199131" y="1521073"/>
                  </a:lnTo>
                  <a:lnTo>
                    <a:pt x="1199142" y="1521076"/>
                  </a:lnTo>
                  <a:lnTo>
                    <a:pt x="1199151" y="1521079"/>
                  </a:lnTo>
                  <a:lnTo>
                    <a:pt x="1199167" y="1521086"/>
                  </a:lnTo>
                  <a:lnTo>
                    <a:pt x="1199175" y="1521093"/>
                  </a:lnTo>
                  <a:lnTo>
                    <a:pt x="1199181" y="1521101"/>
                  </a:lnTo>
                  <a:lnTo>
                    <a:pt x="1199183" y="1521105"/>
                  </a:lnTo>
                  <a:lnTo>
                    <a:pt x="1199197" y="1521121"/>
                  </a:lnTo>
                  <a:lnTo>
                    <a:pt x="1199209" y="1521128"/>
                  </a:lnTo>
                  <a:lnTo>
                    <a:pt x="1199225" y="1521135"/>
                  </a:lnTo>
                  <a:lnTo>
                    <a:pt x="1199231" y="1521139"/>
                  </a:lnTo>
                  <a:lnTo>
                    <a:pt x="1199256" y="1521146"/>
                  </a:lnTo>
                  <a:lnTo>
                    <a:pt x="1199272" y="1521150"/>
                  </a:lnTo>
                  <a:lnTo>
                    <a:pt x="1199287" y="1521154"/>
                  </a:lnTo>
                  <a:lnTo>
                    <a:pt x="1199303" y="1521156"/>
                  </a:lnTo>
                  <a:lnTo>
                    <a:pt x="1199319" y="1521158"/>
                  </a:lnTo>
                  <a:lnTo>
                    <a:pt x="1199335" y="1521159"/>
                  </a:lnTo>
                  <a:lnTo>
                    <a:pt x="1199350" y="1521160"/>
                  </a:lnTo>
                  <a:lnTo>
                    <a:pt x="1199366" y="1521159"/>
                  </a:lnTo>
                  <a:lnTo>
                    <a:pt x="1199382" y="1521160"/>
                  </a:lnTo>
                  <a:lnTo>
                    <a:pt x="1199398" y="1521162"/>
                  </a:lnTo>
                  <a:lnTo>
                    <a:pt x="1199413" y="1521162"/>
                  </a:lnTo>
                  <a:lnTo>
                    <a:pt x="1199421" y="1521164"/>
                  </a:lnTo>
                  <a:lnTo>
                    <a:pt x="1199429" y="1521165"/>
                  </a:lnTo>
                  <a:lnTo>
                    <a:pt x="1199445" y="1521168"/>
                  </a:lnTo>
                  <a:lnTo>
                    <a:pt x="1199460" y="1521173"/>
                  </a:lnTo>
                  <a:lnTo>
                    <a:pt x="1199476" y="1521180"/>
                  </a:lnTo>
                  <a:lnTo>
                    <a:pt x="1199492" y="1521189"/>
                  </a:lnTo>
                  <a:lnTo>
                    <a:pt x="1199501" y="1521193"/>
                  </a:lnTo>
                  <a:lnTo>
                    <a:pt x="1199507" y="1521197"/>
                  </a:lnTo>
                  <a:lnTo>
                    <a:pt x="1199517" y="1521201"/>
                  </a:lnTo>
                  <a:lnTo>
                    <a:pt x="1199523" y="1521205"/>
                  </a:lnTo>
                  <a:lnTo>
                    <a:pt x="1199539" y="1521210"/>
                  </a:lnTo>
                  <a:lnTo>
                    <a:pt x="1199554" y="1521216"/>
                  </a:lnTo>
                  <a:lnTo>
                    <a:pt x="1199563" y="1521216"/>
                  </a:lnTo>
                  <a:lnTo>
                    <a:pt x="1199570" y="1521218"/>
                  </a:lnTo>
                  <a:lnTo>
                    <a:pt x="1199586" y="1521226"/>
                  </a:lnTo>
                  <a:lnTo>
                    <a:pt x="1199585" y="1521242"/>
                  </a:lnTo>
                  <a:lnTo>
                    <a:pt x="1199578" y="1521258"/>
                  </a:lnTo>
                  <a:lnTo>
                    <a:pt x="1199567" y="1521275"/>
                  </a:lnTo>
                  <a:lnTo>
                    <a:pt x="1199556" y="1521293"/>
                  </a:lnTo>
                  <a:lnTo>
                    <a:pt x="1199553" y="1521308"/>
                  </a:lnTo>
                  <a:lnTo>
                    <a:pt x="1199555" y="1521315"/>
                  </a:lnTo>
                  <a:lnTo>
                    <a:pt x="1199562" y="1521325"/>
                  </a:lnTo>
                  <a:lnTo>
                    <a:pt x="1199576" y="1521340"/>
                  </a:lnTo>
                  <a:lnTo>
                    <a:pt x="1199590" y="1521353"/>
                  </a:lnTo>
                  <a:lnTo>
                    <a:pt x="1199606" y="1521368"/>
                  </a:lnTo>
                  <a:lnTo>
                    <a:pt x="1199621" y="1521382"/>
                  </a:lnTo>
                  <a:lnTo>
                    <a:pt x="1199626" y="1521386"/>
                  </a:lnTo>
                  <a:lnTo>
                    <a:pt x="1199631" y="1521394"/>
                  </a:lnTo>
                  <a:lnTo>
                    <a:pt x="1199641" y="1521405"/>
                  </a:lnTo>
                  <a:lnTo>
                    <a:pt x="1199646" y="1521419"/>
                  </a:lnTo>
                  <a:lnTo>
                    <a:pt x="1199648" y="1521429"/>
                  </a:lnTo>
                  <a:lnTo>
                    <a:pt x="1199646" y="1521443"/>
                  </a:lnTo>
                  <a:lnTo>
                    <a:pt x="1199631" y="1521496"/>
                  </a:lnTo>
                  <a:lnTo>
                    <a:pt x="1199618" y="1521556"/>
                  </a:lnTo>
                  <a:lnTo>
                    <a:pt x="1199619" y="1521565"/>
                  </a:lnTo>
                  <a:lnTo>
                    <a:pt x="1199627" y="1521580"/>
                  </a:lnTo>
                  <a:lnTo>
                    <a:pt x="1199633" y="1521592"/>
                  </a:lnTo>
                  <a:lnTo>
                    <a:pt x="1199638" y="1521606"/>
                  </a:lnTo>
                  <a:lnTo>
                    <a:pt x="1199639" y="1521616"/>
                  </a:lnTo>
                  <a:lnTo>
                    <a:pt x="1199639" y="1521624"/>
                  </a:lnTo>
                  <a:lnTo>
                    <a:pt x="1199638" y="1521634"/>
                  </a:lnTo>
                  <a:lnTo>
                    <a:pt x="1199632" y="1521650"/>
                  </a:lnTo>
                  <a:lnTo>
                    <a:pt x="1199628" y="1521659"/>
                  </a:lnTo>
                  <a:lnTo>
                    <a:pt x="1199616" y="1521680"/>
                  </a:lnTo>
                  <a:lnTo>
                    <a:pt x="1199605" y="1521697"/>
                  </a:lnTo>
                  <a:lnTo>
                    <a:pt x="1199591" y="1521712"/>
                  </a:lnTo>
                  <a:lnTo>
                    <a:pt x="1199584" y="1521721"/>
                  </a:lnTo>
                  <a:lnTo>
                    <a:pt x="1199581" y="1521727"/>
                  </a:lnTo>
                  <a:lnTo>
                    <a:pt x="1199574" y="1521744"/>
                  </a:lnTo>
                  <a:lnTo>
                    <a:pt x="1199570" y="1521760"/>
                  </a:lnTo>
                  <a:lnTo>
                    <a:pt x="1199568" y="1521777"/>
                  </a:lnTo>
                  <a:lnTo>
                    <a:pt x="1199562" y="1521793"/>
                  </a:lnTo>
                  <a:lnTo>
                    <a:pt x="1199554" y="1521810"/>
                  </a:lnTo>
                  <a:lnTo>
                    <a:pt x="1199552" y="1521815"/>
                  </a:lnTo>
                  <a:lnTo>
                    <a:pt x="1199553" y="1521827"/>
                  </a:lnTo>
                  <a:lnTo>
                    <a:pt x="1199554" y="1521834"/>
                  </a:lnTo>
                  <a:lnTo>
                    <a:pt x="1199558" y="1521844"/>
                  </a:lnTo>
                  <a:lnTo>
                    <a:pt x="1199563" y="1521860"/>
                  </a:lnTo>
                  <a:lnTo>
                    <a:pt x="1199566" y="1521877"/>
                  </a:lnTo>
                  <a:lnTo>
                    <a:pt x="1199569" y="1521894"/>
                  </a:lnTo>
                  <a:lnTo>
                    <a:pt x="1199570" y="1521906"/>
                  </a:lnTo>
                  <a:lnTo>
                    <a:pt x="1199574" y="1521927"/>
                  </a:lnTo>
                  <a:lnTo>
                    <a:pt x="1199577" y="1521944"/>
                  </a:lnTo>
                  <a:lnTo>
                    <a:pt x="1199585" y="1521977"/>
                  </a:lnTo>
                  <a:lnTo>
                    <a:pt x="1199588" y="1521994"/>
                  </a:lnTo>
                  <a:lnTo>
                    <a:pt x="1199591" y="1522011"/>
                  </a:lnTo>
                  <a:lnTo>
                    <a:pt x="1199592" y="1522018"/>
                  </a:lnTo>
                  <a:lnTo>
                    <a:pt x="1199597" y="1522034"/>
                  </a:lnTo>
                  <a:lnTo>
                    <a:pt x="1199604" y="1522043"/>
                  </a:lnTo>
                  <a:lnTo>
                    <a:pt x="1199608" y="1522047"/>
                  </a:lnTo>
                  <a:lnTo>
                    <a:pt x="1199620" y="1522051"/>
                  </a:lnTo>
                  <a:lnTo>
                    <a:pt x="1199635" y="1522058"/>
                  </a:lnTo>
                  <a:lnTo>
                    <a:pt x="1199651" y="1522066"/>
                  </a:lnTo>
                  <a:lnTo>
                    <a:pt x="1199667" y="1522075"/>
                  </a:lnTo>
                  <a:lnTo>
                    <a:pt x="1199673" y="1522080"/>
                  </a:lnTo>
                  <a:lnTo>
                    <a:pt x="1199684" y="1522087"/>
                  </a:lnTo>
                  <a:lnTo>
                    <a:pt x="1199700" y="1522104"/>
                  </a:lnTo>
                  <a:lnTo>
                    <a:pt x="1199706" y="1522109"/>
                  </a:lnTo>
                  <a:lnTo>
                    <a:pt x="1199715" y="1522113"/>
                  </a:lnTo>
                  <a:lnTo>
                    <a:pt x="1199723" y="1522115"/>
                  </a:lnTo>
                  <a:lnTo>
                    <a:pt x="1199731" y="1522115"/>
                  </a:lnTo>
                  <a:lnTo>
                    <a:pt x="1199739" y="1522116"/>
                  </a:lnTo>
                  <a:lnTo>
                    <a:pt x="1199747" y="1522120"/>
                  </a:lnTo>
                  <a:lnTo>
                    <a:pt x="1199754" y="1522127"/>
                  </a:lnTo>
                  <a:lnTo>
                    <a:pt x="1199757" y="1522136"/>
                  </a:lnTo>
                  <a:lnTo>
                    <a:pt x="1199760" y="1522152"/>
                  </a:lnTo>
                  <a:lnTo>
                    <a:pt x="1199766" y="1522165"/>
                  </a:lnTo>
                  <a:lnTo>
                    <a:pt x="1199770" y="1522169"/>
                  </a:lnTo>
                  <a:lnTo>
                    <a:pt x="1199784" y="1522184"/>
                  </a:lnTo>
                  <a:lnTo>
                    <a:pt x="1199798" y="1522196"/>
                  </a:lnTo>
                  <a:lnTo>
                    <a:pt x="1199814" y="1522207"/>
                  </a:lnTo>
                  <a:lnTo>
                    <a:pt x="1199829" y="1522221"/>
                  </a:lnTo>
                  <a:lnTo>
                    <a:pt x="1199836" y="1522225"/>
                  </a:lnTo>
                  <a:lnTo>
                    <a:pt x="1199845" y="1522234"/>
                  </a:lnTo>
                  <a:lnTo>
                    <a:pt x="1199849" y="1522237"/>
                  </a:lnTo>
                  <a:lnTo>
                    <a:pt x="1199863" y="1522241"/>
                  </a:lnTo>
                  <a:lnTo>
                    <a:pt x="1199876" y="1522240"/>
                  </a:lnTo>
                  <a:lnTo>
                    <a:pt x="1199892" y="1522238"/>
                  </a:lnTo>
                  <a:lnTo>
                    <a:pt x="1199908" y="1522235"/>
                  </a:lnTo>
                  <a:lnTo>
                    <a:pt x="1199924" y="1522233"/>
                  </a:lnTo>
                  <a:lnTo>
                    <a:pt x="1199939" y="1522234"/>
                  </a:lnTo>
                  <a:lnTo>
                    <a:pt x="1199955" y="1522239"/>
                  </a:lnTo>
                  <a:lnTo>
                    <a:pt x="1199974" y="1522252"/>
                  </a:lnTo>
                  <a:lnTo>
                    <a:pt x="1199985" y="1522264"/>
                  </a:lnTo>
                  <a:lnTo>
                    <a:pt x="1199997" y="1522280"/>
                  </a:lnTo>
                  <a:lnTo>
                    <a:pt x="1200009" y="1522297"/>
                  </a:lnTo>
                  <a:lnTo>
                    <a:pt x="1200021" y="1522314"/>
                  </a:lnTo>
                  <a:lnTo>
                    <a:pt x="1200033" y="1522328"/>
                  </a:lnTo>
                  <a:lnTo>
                    <a:pt x="1200047" y="1522345"/>
                  </a:lnTo>
                  <a:lnTo>
                    <a:pt x="1200058" y="1522362"/>
                  </a:lnTo>
                  <a:lnTo>
                    <a:pt x="1200061" y="1522366"/>
                  </a:lnTo>
                  <a:lnTo>
                    <a:pt x="1200064" y="1522379"/>
                  </a:lnTo>
                  <a:lnTo>
                    <a:pt x="1200067" y="1522391"/>
                  </a:lnTo>
                  <a:lnTo>
                    <a:pt x="1200071" y="1522395"/>
                  </a:lnTo>
                  <a:lnTo>
                    <a:pt x="1200087" y="1522401"/>
                  </a:lnTo>
                  <a:lnTo>
                    <a:pt x="1200102" y="1522404"/>
                  </a:lnTo>
                  <a:lnTo>
                    <a:pt x="1200119" y="1522406"/>
                  </a:lnTo>
                  <a:lnTo>
                    <a:pt x="1200136" y="1522408"/>
                  </a:lnTo>
                  <a:lnTo>
                    <a:pt x="1200149" y="1522417"/>
                  </a:lnTo>
                  <a:lnTo>
                    <a:pt x="1200159" y="1522434"/>
                  </a:lnTo>
                  <a:lnTo>
                    <a:pt x="1200166" y="1522446"/>
                  </a:lnTo>
                  <a:lnTo>
                    <a:pt x="1200175" y="1522467"/>
                  </a:lnTo>
                  <a:lnTo>
                    <a:pt x="1200181" y="1522485"/>
                  </a:lnTo>
                  <a:lnTo>
                    <a:pt x="1200186" y="1522501"/>
                  </a:lnTo>
                  <a:lnTo>
                    <a:pt x="1200191" y="1522518"/>
                  </a:lnTo>
                  <a:lnTo>
                    <a:pt x="1200199" y="1522535"/>
                  </a:lnTo>
                  <a:lnTo>
                    <a:pt x="1200204" y="1522551"/>
                  </a:lnTo>
                  <a:lnTo>
                    <a:pt x="1200207" y="1522568"/>
                  </a:lnTo>
                  <a:lnTo>
                    <a:pt x="1200206" y="1522580"/>
                  </a:lnTo>
                  <a:lnTo>
                    <a:pt x="1200204" y="1522585"/>
                  </a:lnTo>
                  <a:lnTo>
                    <a:pt x="1200200" y="1522591"/>
                  </a:lnTo>
                  <a:lnTo>
                    <a:pt x="1200191" y="1522601"/>
                  </a:lnTo>
                  <a:lnTo>
                    <a:pt x="1200175" y="1522612"/>
                  </a:lnTo>
                  <a:lnTo>
                    <a:pt x="1200159" y="1522623"/>
                  </a:lnTo>
                  <a:lnTo>
                    <a:pt x="1200146" y="1522637"/>
                  </a:lnTo>
                  <a:lnTo>
                    <a:pt x="1200132" y="1522653"/>
                  </a:lnTo>
                  <a:lnTo>
                    <a:pt x="1200121" y="1522670"/>
                  </a:lnTo>
                  <a:lnTo>
                    <a:pt x="1200112" y="1522686"/>
                  </a:lnTo>
                  <a:lnTo>
                    <a:pt x="1200103" y="1522703"/>
                  </a:lnTo>
                  <a:lnTo>
                    <a:pt x="1200094" y="1522720"/>
                  </a:lnTo>
                  <a:lnTo>
                    <a:pt x="1200087" y="1522736"/>
                  </a:lnTo>
                  <a:lnTo>
                    <a:pt x="1200074" y="1522751"/>
                  </a:lnTo>
                  <a:lnTo>
                    <a:pt x="1200067" y="1522755"/>
                  </a:lnTo>
                  <a:lnTo>
                    <a:pt x="1200058" y="1522763"/>
                  </a:lnTo>
                  <a:lnTo>
                    <a:pt x="1200044" y="1522779"/>
                  </a:lnTo>
                  <a:lnTo>
                    <a:pt x="1200034" y="1522795"/>
                  </a:lnTo>
                  <a:lnTo>
                    <a:pt x="1200032" y="1522799"/>
                  </a:lnTo>
                  <a:lnTo>
                    <a:pt x="1200032" y="1522812"/>
                  </a:lnTo>
                  <a:lnTo>
                    <a:pt x="1200033" y="1522828"/>
                  </a:lnTo>
                  <a:lnTo>
                    <a:pt x="1200037" y="1522845"/>
                  </a:lnTo>
                  <a:lnTo>
                    <a:pt x="1200040" y="1522862"/>
                  </a:lnTo>
                  <a:lnTo>
                    <a:pt x="1200038" y="1522870"/>
                  </a:lnTo>
                  <a:lnTo>
                    <a:pt x="1200032" y="1522878"/>
                  </a:lnTo>
                  <a:lnTo>
                    <a:pt x="1199987" y="1522924"/>
                  </a:lnTo>
                  <a:lnTo>
                    <a:pt x="1199973" y="1522937"/>
                  </a:lnTo>
                  <a:lnTo>
                    <a:pt x="1199962" y="1522954"/>
                  </a:lnTo>
                  <a:lnTo>
                    <a:pt x="1199950" y="1522970"/>
                  </a:lnTo>
                  <a:lnTo>
                    <a:pt x="1199938" y="1522987"/>
                  </a:lnTo>
                  <a:lnTo>
                    <a:pt x="1199925" y="1523003"/>
                  </a:lnTo>
                  <a:lnTo>
                    <a:pt x="1199913" y="1523020"/>
                  </a:lnTo>
                  <a:lnTo>
                    <a:pt x="1199902" y="1523036"/>
                  </a:lnTo>
                  <a:lnTo>
                    <a:pt x="1199899" y="1523044"/>
                  </a:lnTo>
                  <a:lnTo>
                    <a:pt x="1199898" y="1523053"/>
                  </a:lnTo>
                  <a:lnTo>
                    <a:pt x="1199905" y="1523069"/>
                  </a:lnTo>
                  <a:lnTo>
                    <a:pt x="1199915" y="1523086"/>
                  </a:lnTo>
                  <a:lnTo>
                    <a:pt x="1199919" y="1523093"/>
                  </a:lnTo>
                  <a:lnTo>
                    <a:pt x="1199926" y="1523098"/>
                  </a:lnTo>
                  <a:lnTo>
                    <a:pt x="1199931" y="1523102"/>
                  </a:lnTo>
                  <a:lnTo>
                    <a:pt x="1199941" y="1523108"/>
                  </a:lnTo>
                  <a:lnTo>
                    <a:pt x="1199953" y="1523112"/>
                  </a:lnTo>
                  <a:lnTo>
                    <a:pt x="1199959" y="1523116"/>
                  </a:lnTo>
                  <a:lnTo>
                    <a:pt x="1199962" y="1523122"/>
                  </a:lnTo>
                  <a:lnTo>
                    <a:pt x="1199962" y="1523133"/>
                  </a:lnTo>
                  <a:lnTo>
                    <a:pt x="1199961" y="1523145"/>
                  </a:lnTo>
                  <a:lnTo>
                    <a:pt x="1199955" y="1523157"/>
                  </a:lnTo>
                  <a:lnTo>
                    <a:pt x="1199939" y="1523177"/>
                  </a:lnTo>
                  <a:lnTo>
                    <a:pt x="1199938" y="1523187"/>
                  </a:lnTo>
                  <a:lnTo>
                    <a:pt x="1199933" y="1523220"/>
                  </a:lnTo>
                  <a:lnTo>
                    <a:pt x="1199933" y="1523229"/>
                  </a:lnTo>
                  <a:lnTo>
                    <a:pt x="1199935" y="1523237"/>
                  </a:lnTo>
                  <a:lnTo>
                    <a:pt x="1199936" y="1523253"/>
                  </a:lnTo>
                  <a:lnTo>
                    <a:pt x="1199937" y="1523269"/>
                  </a:lnTo>
                  <a:lnTo>
                    <a:pt x="1199942" y="1523288"/>
                  </a:lnTo>
                  <a:lnTo>
                    <a:pt x="1199950" y="1523293"/>
                  </a:lnTo>
                  <a:lnTo>
                    <a:pt x="1199963" y="1523301"/>
                  </a:lnTo>
                  <a:lnTo>
                    <a:pt x="1199968" y="1523305"/>
                  </a:lnTo>
                  <a:lnTo>
                    <a:pt x="1199972" y="1523309"/>
                  </a:lnTo>
                  <a:lnTo>
                    <a:pt x="1199972" y="1523316"/>
                  </a:lnTo>
                  <a:lnTo>
                    <a:pt x="1199971" y="1523323"/>
                  </a:lnTo>
                  <a:lnTo>
                    <a:pt x="1199966" y="1523332"/>
                  </a:lnTo>
                  <a:lnTo>
                    <a:pt x="1199956" y="1523344"/>
                  </a:lnTo>
                  <a:lnTo>
                    <a:pt x="1199953" y="1523359"/>
                  </a:lnTo>
                  <a:lnTo>
                    <a:pt x="1199954" y="1523375"/>
                  </a:lnTo>
                  <a:lnTo>
                    <a:pt x="1199959" y="1523393"/>
                  </a:lnTo>
                  <a:lnTo>
                    <a:pt x="1199961" y="1523401"/>
                  </a:lnTo>
                  <a:lnTo>
                    <a:pt x="1199972" y="1523434"/>
                  </a:lnTo>
                  <a:lnTo>
                    <a:pt x="1199977" y="1523444"/>
                  </a:lnTo>
                  <a:lnTo>
                    <a:pt x="1199986" y="1523452"/>
                  </a:lnTo>
                  <a:lnTo>
                    <a:pt x="1199991" y="1523458"/>
                  </a:lnTo>
                  <a:lnTo>
                    <a:pt x="1199998" y="1523464"/>
                  </a:lnTo>
                  <a:lnTo>
                    <a:pt x="1200008" y="1523474"/>
                  </a:lnTo>
                  <a:lnTo>
                    <a:pt x="1200013" y="1523483"/>
                  </a:lnTo>
                  <a:lnTo>
                    <a:pt x="1200016" y="1523489"/>
                  </a:lnTo>
                  <a:lnTo>
                    <a:pt x="1200017" y="1523511"/>
                  </a:lnTo>
                  <a:lnTo>
                    <a:pt x="1200017" y="1523525"/>
                  </a:lnTo>
                  <a:lnTo>
                    <a:pt x="1200016" y="1523533"/>
                  </a:lnTo>
                  <a:lnTo>
                    <a:pt x="1200010" y="1523539"/>
                  </a:lnTo>
                  <a:lnTo>
                    <a:pt x="1199994" y="1523546"/>
                  </a:lnTo>
                  <a:lnTo>
                    <a:pt x="1199978" y="1523554"/>
                  </a:lnTo>
                  <a:lnTo>
                    <a:pt x="1199975" y="1523561"/>
                  </a:lnTo>
                  <a:lnTo>
                    <a:pt x="1199976" y="1523568"/>
                  </a:lnTo>
                  <a:lnTo>
                    <a:pt x="1199978" y="1523575"/>
                  </a:lnTo>
                  <a:lnTo>
                    <a:pt x="1199983" y="1523584"/>
                  </a:lnTo>
                  <a:lnTo>
                    <a:pt x="1199998" y="1523600"/>
                  </a:lnTo>
                  <a:lnTo>
                    <a:pt x="1200014" y="1523612"/>
                  </a:lnTo>
                  <a:lnTo>
                    <a:pt x="1200025" y="1523619"/>
                  </a:lnTo>
                  <a:lnTo>
                    <a:pt x="1200045" y="1523629"/>
                  </a:lnTo>
                  <a:lnTo>
                    <a:pt x="1200061" y="1523634"/>
                  </a:lnTo>
                  <a:lnTo>
                    <a:pt x="1200076" y="1523640"/>
                  </a:lnTo>
                  <a:lnTo>
                    <a:pt x="1200086" y="1523644"/>
                  </a:lnTo>
                  <a:lnTo>
                    <a:pt x="1200092" y="1523651"/>
                  </a:lnTo>
                  <a:lnTo>
                    <a:pt x="1200096" y="1523667"/>
                  </a:lnTo>
                  <a:lnTo>
                    <a:pt x="1200097" y="1523684"/>
                  </a:lnTo>
                  <a:lnTo>
                    <a:pt x="1200102" y="1523701"/>
                  </a:lnTo>
                  <a:lnTo>
                    <a:pt x="1200106" y="1523717"/>
                  </a:lnTo>
                  <a:lnTo>
                    <a:pt x="1200112" y="1523730"/>
                  </a:lnTo>
                  <a:lnTo>
                    <a:pt x="1200117" y="1523738"/>
                  </a:lnTo>
                  <a:lnTo>
                    <a:pt x="1200129" y="1523749"/>
                  </a:lnTo>
                  <a:lnTo>
                    <a:pt x="1200145" y="1523756"/>
                  </a:lnTo>
                  <a:lnTo>
                    <a:pt x="1200161" y="1523762"/>
                  </a:lnTo>
                  <a:lnTo>
                    <a:pt x="1200176" y="1523767"/>
                  </a:lnTo>
                  <a:lnTo>
                    <a:pt x="1200192" y="1523770"/>
                  </a:lnTo>
                  <a:lnTo>
                    <a:pt x="1200208" y="1523772"/>
                  </a:lnTo>
                  <a:lnTo>
                    <a:pt x="1200223" y="1523774"/>
                  </a:lnTo>
                  <a:lnTo>
                    <a:pt x="1200235" y="1523775"/>
                  </a:lnTo>
                  <a:lnTo>
                    <a:pt x="1200243" y="1523779"/>
                  </a:lnTo>
                  <a:lnTo>
                    <a:pt x="1200255" y="1523787"/>
                  </a:lnTo>
                  <a:lnTo>
                    <a:pt x="1200270" y="1523817"/>
                  </a:lnTo>
                  <a:lnTo>
                    <a:pt x="1200218" y="1523861"/>
                  </a:lnTo>
                  <a:lnTo>
                    <a:pt x="1200199" y="1523868"/>
                  </a:lnTo>
                  <a:lnTo>
                    <a:pt x="1200183" y="1523870"/>
                  </a:lnTo>
                  <a:lnTo>
                    <a:pt x="1200165" y="1523872"/>
                  </a:lnTo>
                  <a:lnTo>
                    <a:pt x="1200143" y="1523872"/>
                  </a:lnTo>
                  <a:lnTo>
                    <a:pt x="1200136" y="1523870"/>
                  </a:lnTo>
                  <a:lnTo>
                    <a:pt x="1200129" y="1523867"/>
                  </a:lnTo>
                  <a:lnTo>
                    <a:pt x="1200118" y="1523858"/>
                  </a:lnTo>
                  <a:lnTo>
                    <a:pt x="1200111" y="1523854"/>
                  </a:lnTo>
                  <a:lnTo>
                    <a:pt x="1200102" y="1523848"/>
                  </a:lnTo>
                  <a:lnTo>
                    <a:pt x="1200087" y="1523840"/>
                  </a:lnTo>
                  <a:lnTo>
                    <a:pt x="1200077" y="1523836"/>
                  </a:lnTo>
                  <a:lnTo>
                    <a:pt x="1200071" y="1523836"/>
                  </a:lnTo>
                  <a:lnTo>
                    <a:pt x="1200055" y="1523837"/>
                  </a:lnTo>
                  <a:lnTo>
                    <a:pt x="1200039" y="1523841"/>
                  </a:lnTo>
                  <a:lnTo>
                    <a:pt x="1200022" y="1523845"/>
                  </a:lnTo>
                  <a:lnTo>
                    <a:pt x="1200013" y="1523850"/>
                  </a:lnTo>
                  <a:lnTo>
                    <a:pt x="1200009" y="1523856"/>
                  </a:lnTo>
                  <a:lnTo>
                    <a:pt x="1200004" y="1523860"/>
                  </a:lnTo>
                  <a:lnTo>
                    <a:pt x="1199998" y="1523873"/>
                  </a:lnTo>
                  <a:lnTo>
                    <a:pt x="1199994" y="1523881"/>
                  </a:lnTo>
                  <a:lnTo>
                    <a:pt x="1199988" y="1523896"/>
                  </a:lnTo>
                  <a:lnTo>
                    <a:pt x="1199986" y="1523906"/>
                  </a:lnTo>
                  <a:lnTo>
                    <a:pt x="1199980" y="1523922"/>
                  </a:lnTo>
                  <a:lnTo>
                    <a:pt x="1199977" y="1523926"/>
                  </a:lnTo>
                  <a:lnTo>
                    <a:pt x="1199966" y="1523935"/>
                  </a:lnTo>
                  <a:lnTo>
                    <a:pt x="1199950" y="1523944"/>
                  </a:lnTo>
                  <a:lnTo>
                    <a:pt x="1199934" y="1523951"/>
                  </a:lnTo>
                  <a:lnTo>
                    <a:pt x="1199918" y="1523959"/>
                  </a:lnTo>
                  <a:lnTo>
                    <a:pt x="1199902" y="1523967"/>
                  </a:lnTo>
                  <a:lnTo>
                    <a:pt x="1199886" y="1523976"/>
                  </a:lnTo>
                  <a:lnTo>
                    <a:pt x="1199874" y="1523980"/>
                  </a:lnTo>
                  <a:lnTo>
                    <a:pt x="1199869" y="1523981"/>
                  </a:lnTo>
                  <a:lnTo>
                    <a:pt x="1199861" y="1523981"/>
                  </a:lnTo>
                  <a:lnTo>
                    <a:pt x="1199854" y="1523979"/>
                  </a:lnTo>
                  <a:lnTo>
                    <a:pt x="1199836" y="1523971"/>
                  </a:lnTo>
                  <a:lnTo>
                    <a:pt x="1199824" y="1523957"/>
                  </a:lnTo>
                  <a:lnTo>
                    <a:pt x="1199820" y="1523950"/>
                  </a:lnTo>
                  <a:lnTo>
                    <a:pt x="1199815" y="1523938"/>
                  </a:lnTo>
                  <a:lnTo>
                    <a:pt x="1199813" y="1523923"/>
                  </a:lnTo>
                  <a:lnTo>
                    <a:pt x="1199811" y="1523907"/>
                  </a:lnTo>
                  <a:lnTo>
                    <a:pt x="1199807" y="1523902"/>
                  </a:lnTo>
                  <a:lnTo>
                    <a:pt x="1199797" y="1523901"/>
                  </a:lnTo>
                  <a:lnTo>
                    <a:pt x="1199777" y="1523898"/>
                  </a:lnTo>
                  <a:lnTo>
                    <a:pt x="1199766" y="1523894"/>
                  </a:lnTo>
                  <a:lnTo>
                    <a:pt x="1199756" y="1523890"/>
                  </a:lnTo>
                  <a:lnTo>
                    <a:pt x="1199750" y="1523886"/>
                  </a:lnTo>
                  <a:lnTo>
                    <a:pt x="1199741" y="1523882"/>
                  </a:lnTo>
                  <a:lnTo>
                    <a:pt x="1199734" y="1523877"/>
                  </a:lnTo>
                  <a:lnTo>
                    <a:pt x="1199718" y="1523870"/>
                  </a:lnTo>
                  <a:lnTo>
                    <a:pt x="1199703" y="1523860"/>
                  </a:lnTo>
                  <a:lnTo>
                    <a:pt x="1199687" y="1523853"/>
                  </a:lnTo>
                  <a:lnTo>
                    <a:pt x="1199660" y="1523838"/>
                  </a:lnTo>
                  <a:lnTo>
                    <a:pt x="1199649" y="1523825"/>
                  </a:lnTo>
                  <a:lnTo>
                    <a:pt x="1199643" y="1523817"/>
                  </a:lnTo>
                  <a:lnTo>
                    <a:pt x="1199636" y="1523811"/>
                  </a:lnTo>
                  <a:lnTo>
                    <a:pt x="1199630" y="1523810"/>
                  </a:lnTo>
                  <a:lnTo>
                    <a:pt x="1199618" y="1523815"/>
                  </a:lnTo>
                  <a:lnTo>
                    <a:pt x="1199603" y="1523823"/>
                  </a:lnTo>
                  <a:lnTo>
                    <a:pt x="1199587" y="1523831"/>
                  </a:lnTo>
                  <a:lnTo>
                    <a:pt x="1199555" y="1523847"/>
                  </a:lnTo>
                  <a:lnTo>
                    <a:pt x="1199539" y="1523855"/>
                  </a:lnTo>
                  <a:lnTo>
                    <a:pt x="1199523" y="1523862"/>
                  </a:lnTo>
                  <a:lnTo>
                    <a:pt x="1199508" y="1523865"/>
                  </a:lnTo>
                  <a:lnTo>
                    <a:pt x="1199492" y="1523869"/>
                  </a:lnTo>
                  <a:lnTo>
                    <a:pt x="1199476" y="1523874"/>
                  </a:lnTo>
                  <a:lnTo>
                    <a:pt x="1199460" y="1523882"/>
                  </a:lnTo>
                  <a:lnTo>
                    <a:pt x="1199444" y="1523894"/>
                  </a:lnTo>
                  <a:lnTo>
                    <a:pt x="1199428" y="1523906"/>
                  </a:lnTo>
                  <a:lnTo>
                    <a:pt x="1199412" y="1523918"/>
                  </a:lnTo>
                  <a:lnTo>
                    <a:pt x="1199396" y="1523928"/>
                  </a:lnTo>
                  <a:lnTo>
                    <a:pt x="1199376" y="1523937"/>
                  </a:lnTo>
                  <a:lnTo>
                    <a:pt x="1199364" y="1523946"/>
                  </a:lnTo>
                  <a:lnTo>
                    <a:pt x="1199353" y="1524013"/>
                  </a:lnTo>
                  <a:lnTo>
                    <a:pt x="1199346" y="1524030"/>
                  </a:lnTo>
                  <a:lnTo>
                    <a:pt x="1199342" y="1524038"/>
                  </a:lnTo>
                  <a:lnTo>
                    <a:pt x="1199333" y="1524052"/>
                  </a:lnTo>
                  <a:lnTo>
                    <a:pt x="1199320" y="1524062"/>
                  </a:lnTo>
                  <a:lnTo>
                    <a:pt x="1199307" y="1524061"/>
                  </a:lnTo>
                  <a:lnTo>
                    <a:pt x="1199276" y="1524038"/>
                  </a:lnTo>
                  <a:lnTo>
                    <a:pt x="1199260" y="1524025"/>
                  </a:lnTo>
                  <a:lnTo>
                    <a:pt x="1199245" y="1524013"/>
                  </a:lnTo>
                  <a:lnTo>
                    <a:pt x="1199231" y="1523999"/>
                  </a:lnTo>
                  <a:lnTo>
                    <a:pt x="1199220" y="1523982"/>
                  </a:lnTo>
                  <a:lnTo>
                    <a:pt x="1199214" y="1523972"/>
                  </a:lnTo>
                  <a:lnTo>
                    <a:pt x="1199212" y="1523965"/>
                  </a:lnTo>
                  <a:lnTo>
                    <a:pt x="1199207" y="1523956"/>
                  </a:lnTo>
                  <a:lnTo>
                    <a:pt x="1199199" y="1523947"/>
                  </a:lnTo>
                  <a:lnTo>
                    <a:pt x="1199186" y="1523945"/>
                  </a:lnTo>
                  <a:lnTo>
                    <a:pt x="1199134" y="1523941"/>
                  </a:lnTo>
                  <a:lnTo>
                    <a:pt x="1199118" y="1523942"/>
                  </a:lnTo>
                  <a:lnTo>
                    <a:pt x="1199103" y="1523943"/>
                  </a:lnTo>
                  <a:lnTo>
                    <a:pt x="1199087" y="1523946"/>
                  </a:lnTo>
                  <a:lnTo>
                    <a:pt x="1199071" y="1523953"/>
                  </a:lnTo>
                  <a:lnTo>
                    <a:pt x="1199056" y="1523969"/>
                  </a:lnTo>
                  <a:lnTo>
                    <a:pt x="1199045" y="1523985"/>
                  </a:lnTo>
                  <a:lnTo>
                    <a:pt x="1199038" y="1524002"/>
                  </a:lnTo>
                  <a:lnTo>
                    <a:pt x="1199032" y="1524018"/>
                  </a:lnTo>
                  <a:lnTo>
                    <a:pt x="1199028" y="1524035"/>
                  </a:lnTo>
                  <a:lnTo>
                    <a:pt x="1199023" y="1524051"/>
                  </a:lnTo>
                  <a:lnTo>
                    <a:pt x="1199021" y="1524059"/>
                  </a:lnTo>
                  <a:lnTo>
                    <a:pt x="1199016" y="1524070"/>
                  </a:lnTo>
                  <a:lnTo>
                    <a:pt x="1199010" y="1524076"/>
                  </a:lnTo>
                  <a:lnTo>
                    <a:pt x="1199003" y="1524080"/>
                  </a:lnTo>
                  <a:lnTo>
                    <a:pt x="1198999" y="1524083"/>
                  </a:lnTo>
                  <a:lnTo>
                    <a:pt x="1198987" y="1524088"/>
                  </a:lnTo>
                  <a:lnTo>
                    <a:pt x="1198971" y="1524094"/>
                  </a:lnTo>
                  <a:lnTo>
                    <a:pt x="1198963" y="1524098"/>
                  </a:lnTo>
                  <a:lnTo>
                    <a:pt x="1198957" y="1524104"/>
                  </a:lnTo>
                  <a:lnTo>
                    <a:pt x="1198957" y="1524110"/>
                  </a:lnTo>
                  <a:lnTo>
                    <a:pt x="1198961" y="1524122"/>
                  </a:lnTo>
                  <a:lnTo>
                    <a:pt x="1198966" y="1524140"/>
                  </a:lnTo>
                  <a:lnTo>
                    <a:pt x="1198971" y="1524156"/>
                  </a:lnTo>
                  <a:lnTo>
                    <a:pt x="1198976" y="1524169"/>
                  </a:lnTo>
                  <a:lnTo>
                    <a:pt x="1198980" y="1524182"/>
                  </a:lnTo>
                  <a:lnTo>
                    <a:pt x="1198981" y="1524190"/>
                  </a:lnTo>
                  <a:lnTo>
                    <a:pt x="1198984" y="1524206"/>
                  </a:lnTo>
                  <a:lnTo>
                    <a:pt x="1198981" y="1524223"/>
                  </a:lnTo>
                  <a:lnTo>
                    <a:pt x="1198979" y="1524242"/>
                  </a:lnTo>
                  <a:lnTo>
                    <a:pt x="1198980" y="1524251"/>
                  </a:lnTo>
                  <a:lnTo>
                    <a:pt x="1198983" y="1524256"/>
                  </a:lnTo>
                  <a:lnTo>
                    <a:pt x="1198990" y="1524273"/>
                  </a:lnTo>
                  <a:lnTo>
                    <a:pt x="1198995" y="1524283"/>
                  </a:lnTo>
                  <a:lnTo>
                    <a:pt x="1198996" y="1524290"/>
                  </a:lnTo>
                  <a:lnTo>
                    <a:pt x="1199001" y="1524307"/>
                  </a:lnTo>
                  <a:lnTo>
                    <a:pt x="1199005" y="1524319"/>
                  </a:lnTo>
                  <a:lnTo>
                    <a:pt x="1199008" y="1524340"/>
                  </a:lnTo>
                  <a:lnTo>
                    <a:pt x="1199009" y="1524357"/>
                  </a:lnTo>
                  <a:lnTo>
                    <a:pt x="1199009" y="1524374"/>
                  </a:lnTo>
                  <a:lnTo>
                    <a:pt x="1199002" y="1524407"/>
                  </a:lnTo>
                  <a:lnTo>
                    <a:pt x="1198993" y="1524440"/>
                  </a:lnTo>
                  <a:lnTo>
                    <a:pt x="1198985" y="1524456"/>
                  </a:lnTo>
                  <a:lnTo>
                    <a:pt x="1198977" y="1524473"/>
                  </a:lnTo>
                  <a:lnTo>
                    <a:pt x="1198960" y="1524506"/>
                  </a:lnTo>
                  <a:lnTo>
                    <a:pt x="1198947" y="1524523"/>
                  </a:lnTo>
                  <a:lnTo>
                    <a:pt x="1198939" y="1524532"/>
                  </a:lnTo>
                  <a:lnTo>
                    <a:pt x="1198935" y="1524539"/>
                  </a:lnTo>
                  <a:lnTo>
                    <a:pt x="1198934" y="1524546"/>
                  </a:lnTo>
                  <a:lnTo>
                    <a:pt x="1198938" y="1524556"/>
                  </a:lnTo>
                  <a:lnTo>
                    <a:pt x="1198944" y="1524564"/>
                  </a:lnTo>
                  <a:lnTo>
                    <a:pt x="1198946" y="1524572"/>
                  </a:lnTo>
                  <a:lnTo>
                    <a:pt x="1198950" y="1524589"/>
                  </a:lnTo>
                  <a:lnTo>
                    <a:pt x="1198953" y="1524598"/>
                  </a:lnTo>
                  <a:lnTo>
                    <a:pt x="1198951" y="1524613"/>
                  </a:lnTo>
                  <a:lnTo>
                    <a:pt x="1198948" y="1524628"/>
                  </a:lnTo>
                  <a:lnTo>
                    <a:pt x="1198945" y="1524638"/>
                  </a:lnTo>
                  <a:lnTo>
                    <a:pt x="1198947" y="1524645"/>
                  </a:lnTo>
                  <a:lnTo>
                    <a:pt x="1198955" y="1524649"/>
                  </a:lnTo>
                  <a:lnTo>
                    <a:pt x="1198970" y="1524657"/>
                  </a:lnTo>
                  <a:lnTo>
                    <a:pt x="1198986" y="1524664"/>
                  </a:lnTo>
                  <a:lnTo>
                    <a:pt x="1199002" y="1524671"/>
                  </a:lnTo>
                  <a:lnTo>
                    <a:pt x="1199018" y="1524679"/>
                  </a:lnTo>
                  <a:lnTo>
                    <a:pt x="1199033" y="1524689"/>
                  </a:lnTo>
                  <a:lnTo>
                    <a:pt x="1199040" y="1524694"/>
                  </a:lnTo>
                  <a:lnTo>
                    <a:pt x="1199047" y="1524702"/>
                  </a:lnTo>
                  <a:lnTo>
                    <a:pt x="1199058" y="1524718"/>
                  </a:lnTo>
                  <a:lnTo>
                    <a:pt x="1199066" y="1524729"/>
                  </a:lnTo>
                  <a:lnTo>
                    <a:pt x="1199072" y="1524741"/>
                  </a:lnTo>
                  <a:lnTo>
                    <a:pt x="1199076" y="1524752"/>
                  </a:lnTo>
                  <a:lnTo>
                    <a:pt x="1199080" y="1524768"/>
                  </a:lnTo>
                  <a:lnTo>
                    <a:pt x="1199082" y="1524785"/>
                  </a:lnTo>
                  <a:lnTo>
                    <a:pt x="1199086" y="1524802"/>
                  </a:lnTo>
                  <a:lnTo>
                    <a:pt x="1199088" y="1524820"/>
                  </a:lnTo>
                  <a:lnTo>
                    <a:pt x="1199082" y="1524893"/>
                  </a:lnTo>
                  <a:lnTo>
                    <a:pt x="1199080" y="1524910"/>
                  </a:lnTo>
                  <a:lnTo>
                    <a:pt x="1199084" y="1524925"/>
                  </a:lnTo>
                  <a:lnTo>
                    <a:pt x="1199102" y="1524959"/>
                  </a:lnTo>
                  <a:lnTo>
                    <a:pt x="1199109" y="1524975"/>
                  </a:lnTo>
                  <a:lnTo>
                    <a:pt x="1199111" y="1524992"/>
                  </a:lnTo>
                  <a:lnTo>
                    <a:pt x="1199111" y="1525001"/>
                  </a:lnTo>
                  <a:lnTo>
                    <a:pt x="1199109" y="1525013"/>
                  </a:lnTo>
                  <a:lnTo>
                    <a:pt x="1199104" y="1525025"/>
                  </a:lnTo>
                  <a:lnTo>
                    <a:pt x="1199098" y="1525042"/>
                  </a:lnTo>
                  <a:lnTo>
                    <a:pt x="1199082" y="1525075"/>
                  </a:lnTo>
                  <a:lnTo>
                    <a:pt x="1199076" y="1525091"/>
                  </a:lnTo>
                  <a:lnTo>
                    <a:pt x="1199066" y="1525108"/>
                  </a:lnTo>
                  <a:lnTo>
                    <a:pt x="1199060" y="1525116"/>
                  </a:lnTo>
                  <a:lnTo>
                    <a:pt x="1199058" y="1525125"/>
                  </a:lnTo>
                  <a:lnTo>
                    <a:pt x="1199072" y="1525132"/>
                  </a:lnTo>
                  <a:lnTo>
                    <a:pt x="1199088" y="1525139"/>
                  </a:lnTo>
                  <a:lnTo>
                    <a:pt x="1199104" y="1525144"/>
                  </a:lnTo>
                  <a:lnTo>
                    <a:pt x="1199135" y="1525149"/>
                  </a:lnTo>
                  <a:lnTo>
                    <a:pt x="1199151" y="1525151"/>
                  </a:lnTo>
                  <a:lnTo>
                    <a:pt x="1199182" y="1525156"/>
                  </a:lnTo>
                  <a:lnTo>
                    <a:pt x="1199198" y="1525156"/>
                  </a:lnTo>
                  <a:lnTo>
                    <a:pt x="1199213" y="1525157"/>
                  </a:lnTo>
                  <a:lnTo>
                    <a:pt x="1199245" y="1525158"/>
                  </a:lnTo>
                  <a:lnTo>
                    <a:pt x="1199261" y="1525157"/>
                  </a:lnTo>
                  <a:lnTo>
                    <a:pt x="1199277" y="1525159"/>
                  </a:lnTo>
                  <a:lnTo>
                    <a:pt x="1199308" y="1525163"/>
                  </a:lnTo>
                  <a:lnTo>
                    <a:pt x="1199324" y="1525165"/>
                  </a:lnTo>
                  <a:lnTo>
                    <a:pt x="1199339" y="1525163"/>
                  </a:lnTo>
                  <a:lnTo>
                    <a:pt x="1199355" y="1525162"/>
                  </a:lnTo>
                  <a:lnTo>
                    <a:pt x="1199367" y="1525161"/>
                  </a:lnTo>
                  <a:lnTo>
                    <a:pt x="1199387" y="1525158"/>
                  </a:lnTo>
                  <a:lnTo>
                    <a:pt x="1199403" y="1525159"/>
                  </a:lnTo>
                  <a:lnTo>
                    <a:pt x="1199409" y="1525162"/>
                  </a:lnTo>
                  <a:lnTo>
                    <a:pt x="1199418" y="1525169"/>
                  </a:lnTo>
                  <a:lnTo>
                    <a:pt x="1199432" y="1525184"/>
                  </a:lnTo>
                  <a:lnTo>
                    <a:pt x="1199444" y="1525200"/>
                  </a:lnTo>
                  <a:lnTo>
                    <a:pt x="1199455" y="1525217"/>
                  </a:lnTo>
                  <a:lnTo>
                    <a:pt x="1199458" y="1525221"/>
                  </a:lnTo>
                  <a:lnTo>
                    <a:pt x="1199468" y="1525243"/>
                  </a:lnTo>
                  <a:lnTo>
                    <a:pt x="1199478" y="1525265"/>
                  </a:lnTo>
                  <a:lnTo>
                    <a:pt x="1199483" y="1525281"/>
                  </a:lnTo>
                  <a:lnTo>
                    <a:pt x="1199485" y="1525298"/>
                  </a:lnTo>
                  <a:lnTo>
                    <a:pt x="1199489" y="1525331"/>
                  </a:lnTo>
                  <a:lnTo>
                    <a:pt x="1199494" y="1525348"/>
                  </a:lnTo>
                  <a:lnTo>
                    <a:pt x="1199497" y="1525352"/>
                  </a:lnTo>
                  <a:lnTo>
                    <a:pt x="1199509" y="1525362"/>
                  </a:lnTo>
                  <a:lnTo>
                    <a:pt x="1199517" y="1525369"/>
                  </a:lnTo>
                  <a:lnTo>
                    <a:pt x="1199520" y="1525376"/>
                  </a:lnTo>
                  <a:lnTo>
                    <a:pt x="1199518" y="1525395"/>
                  </a:lnTo>
                  <a:lnTo>
                    <a:pt x="1199513" y="1525410"/>
                  </a:lnTo>
                  <a:lnTo>
                    <a:pt x="1199508" y="1525427"/>
                  </a:lnTo>
                  <a:lnTo>
                    <a:pt x="1199508" y="1525436"/>
                  </a:lnTo>
                  <a:lnTo>
                    <a:pt x="1199511" y="1525449"/>
                  </a:lnTo>
                  <a:lnTo>
                    <a:pt x="1199517" y="1525459"/>
                  </a:lnTo>
                  <a:lnTo>
                    <a:pt x="1199521" y="1525463"/>
                  </a:lnTo>
                  <a:lnTo>
                    <a:pt x="1199527" y="1525480"/>
                  </a:lnTo>
                  <a:lnTo>
                    <a:pt x="1199533" y="1525493"/>
                  </a:lnTo>
                  <a:lnTo>
                    <a:pt x="1199537" y="1525504"/>
                  </a:lnTo>
                  <a:lnTo>
                    <a:pt x="1199540" y="1525510"/>
                  </a:lnTo>
                  <a:lnTo>
                    <a:pt x="1199545" y="1525526"/>
                  </a:lnTo>
                  <a:lnTo>
                    <a:pt x="1199551" y="1525544"/>
                  </a:lnTo>
                  <a:lnTo>
                    <a:pt x="1199557" y="1525555"/>
                  </a:lnTo>
                  <a:lnTo>
                    <a:pt x="1199561" y="1525565"/>
                  </a:lnTo>
                  <a:lnTo>
                    <a:pt x="1199566" y="1525588"/>
                  </a:lnTo>
                  <a:lnTo>
                    <a:pt x="1199564" y="1525598"/>
                  </a:lnTo>
                  <a:lnTo>
                    <a:pt x="1199561" y="1525607"/>
                  </a:lnTo>
                  <a:lnTo>
                    <a:pt x="1199557" y="1525615"/>
                  </a:lnTo>
                  <a:lnTo>
                    <a:pt x="1199547" y="1525631"/>
                  </a:lnTo>
                  <a:lnTo>
                    <a:pt x="1199539" y="1525648"/>
                  </a:lnTo>
                  <a:lnTo>
                    <a:pt x="1199529" y="1525664"/>
                  </a:lnTo>
                  <a:lnTo>
                    <a:pt x="1199520" y="1525681"/>
                  </a:lnTo>
                  <a:lnTo>
                    <a:pt x="1199512" y="1525697"/>
                  </a:lnTo>
                  <a:lnTo>
                    <a:pt x="1199501" y="1525714"/>
                  </a:lnTo>
                  <a:lnTo>
                    <a:pt x="1199488" y="1525730"/>
                  </a:lnTo>
                  <a:lnTo>
                    <a:pt x="1199482" y="1525740"/>
                  </a:lnTo>
                  <a:lnTo>
                    <a:pt x="1199481" y="1525747"/>
                  </a:lnTo>
                  <a:lnTo>
                    <a:pt x="1199496" y="1525762"/>
                  </a:lnTo>
                  <a:lnTo>
                    <a:pt x="1199509" y="1525778"/>
                  </a:lnTo>
                  <a:lnTo>
                    <a:pt x="1199520" y="1525791"/>
                  </a:lnTo>
                  <a:lnTo>
                    <a:pt x="1199536" y="1525810"/>
                  </a:lnTo>
                  <a:lnTo>
                    <a:pt x="1199550" y="1525827"/>
                  </a:lnTo>
                  <a:lnTo>
                    <a:pt x="1199563" y="1525841"/>
                  </a:lnTo>
                  <a:lnTo>
                    <a:pt x="1199579" y="1525855"/>
                  </a:lnTo>
                  <a:lnTo>
                    <a:pt x="1199594" y="1525870"/>
                  </a:lnTo>
                  <a:lnTo>
                    <a:pt x="1199607" y="1525885"/>
                  </a:lnTo>
                  <a:lnTo>
                    <a:pt x="1199652" y="1525923"/>
                  </a:lnTo>
                  <a:lnTo>
                    <a:pt x="1199665" y="1525929"/>
                  </a:lnTo>
                  <a:lnTo>
                    <a:pt x="1199680" y="1525931"/>
                  </a:lnTo>
                  <a:lnTo>
                    <a:pt x="1199696" y="1525928"/>
                  </a:lnTo>
                  <a:lnTo>
                    <a:pt x="1199712" y="1525924"/>
                  </a:lnTo>
                  <a:lnTo>
                    <a:pt x="1199728" y="1525921"/>
                  </a:lnTo>
                  <a:lnTo>
                    <a:pt x="1199743" y="1525920"/>
                  </a:lnTo>
                  <a:lnTo>
                    <a:pt x="1199759" y="1525922"/>
                  </a:lnTo>
                  <a:lnTo>
                    <a:pt x="1199765" y="1525924"/>
                  </a:lnTo>
                  <a:lnTo>
                    <a:pt x="1199776" y="1525933"/>
                  </a:lnTo>
                  <a:lnTo>
                    <a:pt x="1199780" y="1525941"/>
                  </a:lnTo>
                  <a:lnTo>
                    <a:pt x="1199780" y="1525949"/>
                  </a:lnTo>
                  <a:lnTo>
                    <a:pt x="1199783" y="1525966"/>
                  </a:lnTo>
                  <a:lnTo>
                    <a:pt x="1199789" y="1525982"/>
                  </a:lnTo>
                  <a:lnTo>
                    <a:pt x="1199791" y="1525988"/>
                  </a:lnTo>
                  <a:lnTo>
                    <a:pt x="1199797" y="1525995"/>
                  </a:lnTo>
                  <a:lnTo>
                    <a:pt x="1199805" y="1526001"/>
                  </a:lnTo>
                  <a:lnTo>
                    <a:pt x="1199816" y="1526008"/>
                  </a:lnTo>
                  <a:lnTo>
                    <a:pt x="1199832" y="1526021"/>
                  </a:lnTo>
                  <a:lnTo>
                    <a:pt x="1199843" y="1526038"/>
                  </a:lnTo>
                  <a:lnTo>
                    <a:pt x="1199847" y="1526054"/>
                  </a:lnTo>
                  <a:lnTo>
                    <a:pt x="1199848" y="1526071"/>
                  </a:lnTo>
                  <a:lnTo>
                    <a:pt x="1199847" y="1526088"/>
                  </a:lnTo>
                  <a:lnTo>
                    <a:pt x="1199846" y="1526121"/>
                  </a:lnTo>
                  <a:lnTo>
                    <a:pt x="1199847" y="1526138"/>
                  </a:lnTo>
                  <a:lnTo>
                    <a:pt x="1199853" y="1526157"/>
                  </a:lnTo>
                  <a:lnTo>
                    <a:pt x="1199861" y="1526171"/>
                  </a:lnTo>
                  <a:lnTo>
                    <a:pt x="1199871" y="1526188"/>
                  </a:lnTo>
                  <a:lnTo>
                    <a:pt x="1199875" y="1526197"/>
                  </a:lnTo>
                  <a:lnTo>
                    <a:pt x="1199877" y="1526205"/>
                  </a:lnTo>
                  <a:lnTo>
                    <a:pt x="1199878" y="1526222"/>
                  </a:lnTo>
                  <a:lnTo>
                    <a:pt x="1199880" y="1526271"/>
                  </a:lnTo>
                  <a:lnTo>
                    <a:pt x="1199878" y="1526289"/>
                  </a:lnTo>
                  <a:lnTo>
                    <a:pt x="1199874" y="1526295"/>
                  </a:lnTo>
                  <a:lnTo>
                    <a:pt x="1199869" y="1526298"/>
                  </a:lnTo>
                  <a:lnTo>
                    <a:pt x="1199852" y="1526310"/>
                  </a:lnTo>
                  <a:lnTo>
                    <a:pt x="1199839" y="1526324"/>
                  </a:lnTo>
                  <a:lnTo>
                    <a:pt x="1199826" y="1526341"/>
                  </a:lnTo>
                  <a:lnTo>
                    <a:pt x="1199822" y="1526345"/>
                  </a:lnTo>
                  <a:lnTo>
                    <a:pt x="1199816" y="1526356"/>
                  </a:lnTo>
                  <a:lnTo>
                    <a:pt x="1199813" y="1526373"/>
                  </a:lnTo>
                  <a:lnTo>
                    <a:pt x="1199811" y="1526389"/>
                  </a:lnTo>
                  <a:lnTo>
                    <a:pt x="1199810" y="1526406"/>
                  </a:lnTo>
                  <a:lnTo>
                    <a:pt x="1199810" y="1526422"/>
                  </a:lnTo>
                  <a:lnTo>
                    <a:pt x="1199809" y="1526430"/>
                  </a:lnTo>
                  <a:lnTo>
                    <a:pt x="1199809" y="1526440"/>
                  </a:lnTo>
                  <a:lnTo>
                    <a:pt x="1199809" y="1526456"/>
                  </a:lnTo>
                  <a:lnTo>
                    <a:pt x="1199808" y="1526473"/>
                  </a:lnTo>
                  <a:lnTo>
                    <a:pt x="1199807" y="1526489"/>
                  </a:lnTo>
                  <a:lnTo>
                    <a:pt x="1199804" y="1526506"/>
                  </a:lnTo>
                  <a:lnTo>
                    <a:pt x="1199805" y="1526523"/>
                  </a:lnTo>
                  <a:lnTo>
                    <a:pt x="1199805" y="1526539"/>
                  </a:lnTo>
                  <a:lnTo>
                    <a:pt x="1199812" y="1526606"/>
                  </a:lnTo>
                  <a:lnTo>
                    <a:pt x="1199813" y="1526623"/>
                  </a:lnTo>
                  <a:lnTo>
                    <a:pt x="1199816" y="1526640"/>
                  </a:lnTo>
                  <a:lnTo>
                    <a:pt x="1199822" y="1526673"/>
                  </a:lnTo>
                  <a:lnTo>
                    <a:pt x="1199826" y="1526690"/>
                  </a:lnTo>
                  <a:lnTo>
                    <a:pt x="1199827" y="1526695"/>
                  </a:lnTo>
                  <a:lnTo>
                    <a:pt x="1199828" y="1526709"/>
                  </a:lnTo>
                  <a:lnTo>
                    <a:pt x="1199828" y="1526715"/>
                  </a:lnTo>
                  <a:lnTo>
                    <a:pt x="1199830" y="1526731"/>
                  </a:lnTo>
                  <a:lnTo>
                    <a:pt x="1199832" y="1526737"/>
                  </a:lnTo>
                  <a:lnTo>
                    <a:pt x="1199840" y="1526752"/>
                  </a:lnTo>
                  <a:lnTo>
                    <a:pt x="1199843" y="1526774"/>
                  </a:lnTo>
                  <a:lnTo>
                    <a:pt x="1199840" y="1526790"/>
                  </a:lnTo>
                  <a:lnTo>
                    <a:pt x="1199835" y="1526801"/>
                  </a:lnTo>
                  <a:lnTo>
                    <a:pt x="1199831" y="1526807"/>
                  </a:lnTo>
                  <a:lnTo>
                    <a:pt x="1199815" y="1526823"/>
                  </a:lnTo>
                  <a:lnTo>
                    <a:pt x="1199799" y="1526835"/>
                  </a:lnTo>
                  <a:lnTo>
                    <a:pt x="1199783" y="1526843"/>
                  </a:lnTo>
                  <a:lnTo>
                    <a:pt x="1199764" y="1526854"/>
                  </a:lnTo>
                  <a:lnTo>
                    <a:pt x="1199758" y="1526861"/>
                  </a:lnTo>
                  <a:lnTo>
                    <a:pt x="1199759" y="1526867"/>
                  </a:lnTo>
                  <a:lnTo>
                    <a:pt x="1199770" y="1526882"/>
                  </a:lnTo>
                  <a:lnTo>
                    <a:pt x="1199778" y="1526899"/>
                  </a:lnTo>
                  <a:lnTo>
                    <a:pt x="1199781" y="1526915"/>
                  </a:lnTo>
                  <a:lnTo>
                    <a:pt x="1199782" y="1526932"/>
                  </a:lnTo>
                  <a:lnTo>
                    <a:pt x="1199783" y="1526949"/>
                  </a:lnTo>
                  <a:lnTo>
                    <a:pt x="1199781" y="1526966"/>
                  </a:lnTo>
                  <a:lnTo>
                    <a:pt x="1199782" y="1526982"/>
                  </a:lnTo>
                  <a:lnTo>
                    <a:pt x="1199784" y="1526990"/>
                  </a:lnTo>
                  <a:lnTo>
                    <a:pt x="1199790" y="1527000"/>
                  </a:lnTo>
                  <a:lnTo>
                    <a:pt x="1199794" y="1527004"/>
                  </a:lnTo>
                  <a:lnTo>
                    <a:pt x="1199805" y="1527006"/>
                  </a:lnTo>
                  <a:lnTo>
                    <a:pt x="1199820" y="1527008"/>
                  </a:lnTo>
                  <a:lnTo>
                    <a:pt x="1199836" y="1527014"/>
                  </a:lnTo>
                  <a:lnTo>
                    <a:pt x="1199852" y="1527020"/>
                  </a:lnTo>
                  <a:lnTo>
                    <a:pt x="1199867" y="1527027"/>
                  </a:lnTo>
                  <a:lnTo>
                    <a:pt x="1199883" y="1527033"/>
                  </a:lnTo>
                  <a:lnTo>
                    <a:pt x="1199899" y="1527039"/>
                  </a:lnTo>
                  <a:lnTo>
                    <a:pt x="1199914" y="1527043"/>
                  </a:lnTo>
                  <a:lnTo>
                    <a:pt x="1199930" y="1527049"/>
                  </a:lnTo>
                  <a:lnTo>
                    <a:pt x="1199945" y="1527054"/>
                  </a:lnTo>
                  <a:lnTo>
                    <a:pt x="1199962" y="1527056"/>
                  </a:lnTo>
                  <a:lnTo>
                    <a:pt x="1199977" y="1527054"/>
                  </a:lnTo>
                  <a:lnTo>
                    <a:pt x="1199993" y="1527051"/>
                  </a:lnTo>
                  <a:lnTo>
                    <a:pt x="1200009" y="1527047"/>
                  </a:lnTo>
                  <a:lnTo>
                    <a:pt x="1200025" y="1527045"/>
                  </a:lnTo>
                  <a:lnTo>
                    <a:pt x="1200056" y="1527038"/>
                  </a:lnTo>
                  <a:lnTo>
                    <a:pt x="1200072" y="1527040"/>
                  </a:lnTo>
                  <a:lnTo>
                    <a:pt x="1200092" y="1527042"/>
                  </a:lnTo>
                  <a:lnTo>
                    <a:pt x="1200103" y="1527048"/>
                  </a:lnTo>
                  <a:lnTo>
                    <a:pt x="1200119" y="1527054"/>
                  </a:lnTo>
                  <a:lnTo>
                    <a:pt x="1200166" y="1527072"/>
                  </a:lnTo>
                  <a:lnTo>
                    <a:pt x="1200182" y="1527076"/>
                  </a:lnTo>
                  <a:lnTo>
                    <a:pt x="1200193" y="1527081"/>
                  </a:lnTo>
                  <a:lnTo>
                    <a:pt x="1200213" y="1527087"/>
                  </a:lnTo>
                  <a:lnTo>
                    <a:pt x="1200230" y="1527094"/>
                  </a:lnTo>
                  <a:lnTo>
                    <a:pt x="1200243" y="1527107"/>
                  </a:lnTo>
                  <a:lnTo>
                    <a:pt x="1200253" y="1527124"/>
                  </a:lnTo>
                  <a:lnTo>
                    <a:pt x="1200258" y="1527141"/>
                  </a:lnTo>
                  <a:lnTo>
                    <a:pt x="1200262" y="1527158"/>
                  </a:lnTo>
                  <a:lnTo>
                    <a:pt x="1200265" y="1527173"/>
                  </a:lnTo>
                  <a:lnTo>
                    <a:pt x="1200270" y="1527191"/>
                  </a:lnTo>
                  <a:lnTo>
                    <a:pt x="1200276" y="1527225"/>
                  </a:lnTo>
                  <a:lnTo>
                    <a:pt x="1200279" y="1527241"/>
                  </a:lnTo>
                  <a:lnTo>
                    <a:pt x="1200280" y="1527258"/>
                  </a:lnTo>
                  <a:lnTo>
                    <a:pt x="1200285" y="1527275"/>
                  </a:lnTo>
                  <a:lnTo>
                    <a:pt x="1200296" y="1527291"/>
                  </a:lnTo>
                  <a:lnTo>
                    <a:pt x="1200306" y="1527303"/>
                  </a:lnTo>
                  <a:lnTo>
                    <a:pt x="1200310" y="1527305"/>
                  </a:lnTo>
                  <a:lnTo>
                    <a:pt x="1200326" y="1527312"/>
                  </a:lnTo>
                  <a:lnTo>
                    <a:pt x="1200341" y="1527318"/>
                  </a:lnTo>
                  <a:lnTo>
                    <a:pt x="1200357" y="1527325"/>
                  </a:lnTo>
                  <a:lnTo>
                    <a:pt x="1200373" y="1527334"/>
                  </a:lnTo>
                  <a:lnTo>
                    <a:pt x="1200390" y="1527347"/>
                  </a:lnTo>
                  <a:lnTo>
                    <a:pt x="1200397" y="1527356"/>
                  </a:lnTo>
                  <a:lnTo>
                    <a:pt x="1200399" y="1527361"/>
                  </a:lnTo>
                  <a:lnTo>
                    <a:pt x="1200418" y="1527395"/>
                  </a:lnTo>
                  <a:lnTo>
                    <a:pt x="1200429" y="1527412"/>
                  </a:lnTo>
                  <a:lnTo>
                    <a:pt x="1200443" y="1527429"/>
                  </a:lnTo>
                  <a:lnTo>
                    <a:pt x="1200455" y="1527444"/>
                  </a:lnTo>
                  <a:lnTo>
                    <a:pt x="1200469" y="1527461"/>
                  </a:lnTo>
                  <a:lnTo>
                    <a:pt x="1200501" y="1527496"/>
                  </a:lnTo>
                  <a:lnTo>
                    <a:pt x="1200513" y="1527521"/>
                  </a:lnTo>
                  <a:lnTo>
                    <a:pt x="1200515" y="1527532"/>
                  </a:lnTo>
                  <a:lnTo>
                    <a:pt x="1200516" y="1527549"/>
                  </a:lnTo>
                  <a:lnTo>
                    <a:pt x="1200516" y="1527571"/>
                  </a:lnTo>
                  <a:lnTo>
                    <a:pt x="1200510" y="1527608"/>
                  </a:lnTo>
                  <a:lnTo>
                    <a:pt x="1200510" y="1527624"/>
                  </a:lnTo>
                  <a:lnTo>
                    <a:pt x="1200511" y="1527633"/>
                  </a:lnTo>
                  <a:lnTo>
                    <a:pt x="1200514" y="1527643"/>
                  </a:lnTo>
                  <a:lnTo>
                    <a:pt x="1200520" y="1527651"/>
                  </a:lnTo>
                  <a:lnTo>
                    <a:pt x="1200526" y="1527656"/>
                  </a:lnTo>
                  <a:lnTo>
                    <a:pt x="1200542" y="1527666"/>
                  </a:lnTo>
                  <a:lnTo>
                    <a:pt x="1200557" y="1527675"/>
                  </a:lnTo>
                  <a:lnTo>
                    <a:pt x="1200573" y="1527687"/>
                  </a:lnTo>
                  <a:lnTo>
                    <a:pt x="1200588" y="1527704"/>
                  </a:lnTo>
                  <a:lnTo>
                    <a:pt x="1200591" y="1527712"/>
                  </a:lnTo>
                  <a:lnTo>
                    <a:pt x="1200609" y="1527775"/>
                  </a:lnTo>
                  <a:lnTo>
                    <a:pt x="1200614" y="1527792"/>
                  </a:lnTo>
                  <a:lnTo>
                    <a:pt x="1200619" y="1527809"/>
                  </a:lnTo>
                  <a:lnTo>
                    <a:pt x="1200627" y="1527825"/>
                  </a:lnTo>
                  <a:lnTo>
                    <a:pt x="1200636" y="1527842"/>
                  </a:lnTo>
                  <a:lnTo>
                    <a:pt x="1200642" y="1527853"/>
                  </a:lnTo>
                  <a:lnTo>
                    <a:pt x="1200646" y="1527863"/>
                  </a:lnTo>
                  <a:lnTo>
                    <a:pt x="1200647" y="1527876"/>
                  </a:lnTo>
                  <a:lnTo>
                    <a:pt x="1200644" y="1527892"/>
                  </a:lnTo>
                  <a:lnTo>
                    <a:pt x="1200639" y="1527909"/>
                  </a:lnTo>
                  <a:lnTo>
                    <a:pt x="1200633" y="1527925"/>
                  </a:lnTo>
                  <a:lnTo>
                    <a:pt x="1200625" y="1527942"/>
                  </a:lnTo>
                  <a:lnTo>
                    <a:pt x="1200623" y="1527950"/>
                  </a:lnTo>
                  <a:lnTo>
                    <a:pt x="1200623" y="1527959"/>
                  </a:lnTo>
                  <a:lnTo>
                    <a:pt x="1200624" y="1527966"/>
                  </a:lnTo>
                  <a:lnTo>
                    <a:pt x="1200628" y="1527976"/>
                  </a:lnTo>
                  <a:lnTo>
                    <a:pt x="1200637" y="1527992"/>
                  </a:lnTo>
                  <a:lnTo>
                    <a:pt x="1200645" y="1528009"/>
                  </a:lnTo>
                  <a:lnTo>
                    <a:pt x="1200655" y="1528026"/>
                  </a:lnTo>
                  <a:lnTo>
                    <a:pt x="1200662" y="1528043"/>
                  </a:lnTo>
                  <a:lnTo>
                    <a:pt x="1200668" y="1528059"/>
                  </a:lnTo>
                  <a:lnTo>
                    <a:pt x="1200671" y="1528076"/>
                  </a:lnTo>
                  <a:lnTo>
                    <a:pt x="1200673" y="1528084"/>
                  </a:lnTo>
                  <a:lnTo>
                    <a:pt x="1200672" y="1528093"/>
                  </a:lnTo>
                  <a:lnTo>
                    <a:pt x="1200672" y="1528147"/>
                  </a:lnTo>
                  <a:lnTo>
                    <a:pt x="1200671" y="1528153"/>
                  </a:lnTo>
                  <a:lnTo>
                    <a:pt x="1200670" y="1528162"/>
                  </a:lnTo>
                  <a:lnTo>
                    <a:pt x="1200667" y="1528170"/>
                  </a:lnTo>
                  <a:lnTo>
                    <a:pt x="1200657" y="1528186"/>
                  </a:lnTo>
                  <a:lnTo>
                    <a:pt x="1200644" y="1528201"/>
                  </a:lnTo>
                  <a:lnTo>
                    <a:pt x="1200630" y="1528215"/>
                  </a:lnTo>
                  <a:lnTo>
                    <a:pt x="1200614" y="1528230"/>
                  </a:lnTo>
                  <a:lnTo>
                    <a:pt x="1200598" y="1528241"/>
                  </a:lnTo>
                  <a:lnTo>
                    <a:pt x="1200581" y="1528250"/>
                  </a:lnTo>
                  <a:lnTo>
                    <a:pt x="1200566" y="1528258"/>
                  </a:lnTo>
                  <a:lnTo>
                    <a:pt x="1200550" y="1528264"/>
                  </a:lnTo>
                  <a:lnTo>
                    <a:pt x="1200534" y="1528269"/>
                  </a:lnTo>
                  <a:lnTo>
                    <a:pt x="1200520" y="1528272"/>
                  </a:lnTo>
                  <a:lnTo>
                    <a:pt x="1200516" y="1528277"/>
                  </a:lnTo>
                  <a:lnTo>
                    <a:pt x="1200517" y="1528285"/>
                  </a:lnTo>
                  <a:lnTo>
                    <a:pt x="1200530" y="1528289"/>
                  </a:lnTo>
                  <a:lnTo>
                    <a:pt x="1200545" y="1528296"/>
                  </a:lnTo>
                  <a:lnTo>
                    <a:pt x="1200561" y="1528306"/>
                  </a:lnTo>
                  <a:lnTo>
                    <a:pt x="1200576" y="1528315"/>
                  </a:lnTo>
                  <a:lnTo>
                    <a:pt x="1200592" y="1528328"/>
                  </a:lnTo>
                  <a:lnTo>
                    <a:pt x="1200607" y="1528340"/>
                  </a:lnTo>
                  <a:lnTo>
                    <a:pt x="1200623" y="1528353"/>
                  </a:lnTo>
                  <a:lnTo>
                    <a:pt x="1200639" y="1528367"/>
                  </a:lnTo>
                  <a:lnTo>
                    <a:pt x="1200652" y="1528382"/>
                  </a:lnTo>
                  <a:lnTo>
                    <a:pt x="1200664" y="1528398"/>
                  </a:lnTo>
                  <a:lnTo>
                    <a:pt x="1200673" y="1528415"/>
                  </a:lnTo>
                  <a:lnTo>
                    <a:pt x="1200677" y="1528432"/>
                  </a:lnTo>
                  <a:lnTo>
                    <a:pt x="1200681" y="1528465"/>
                  </a:lnTo>
                  <a:lnTo>
                    <a:pt x="1200684" y="1528482"/>
                  </a:lnTo>
                  <a:lnTo>
                    <a:pt x="1200683" y="1528516"/>
                  </a:lnTo>
                  <a:lnTo>
                    <a:pt x="1200682" y="1528532"/>
                  </a:lnTo>
                  <a:lnTo>
                    <a:pt x="1200681" y="1528549"/>
                  </a:lnTo>
                  <a:lnTo>
                    <a:pt x="1200681" y="1528565"/>
                  </a:lnTo>
                  <a:lnTo>
                    <a:pt x="1200684" y="1528582"/>
                  </a:lnTo>
                  <a:lnTo>
                    <a:pt x="1200686" y="1528591"/>
                  </a:lnTo>
                  <a:lnTo>
                    <a:pt x="1200690" y="1528599"/>
                  </a:lnTo>
                  <a:lnTo>
                    <a:pt x="1200694" y="1528616"/>
                  </a:lnTo>
                  <a:lnTo>
                    <a:pt x="1200697" y="1528623"/>
                  </a:lnTo>
                  <a:lnTo>
                    <a:pt x="1200696" y="1528632"/>
                  </a:lnTo>
                  <a:lnTo>
                    <a:pt x="1200697" y="1528649"/>
                  </a:lnTo>
                  <a:lnTo>
                    <a:pt x="1200696" y="1528665"/>
                  </a:lnTo>
                  <a:lnTo>
                    <a:pt x="1200694" y="1528682"/>
                  </a:lnTo>
                  <a:lnTo>
                    <a:pt x="1200695" y="1528693"/>
                  </a:lnTo>
                  <a:lnTo>
                    <a:pt x="1200700" y="1528700"/>
                  </a:lnTo>
                  <a:lnTo>
                    <a:pt x="1200714" y="1528703"/>
                  </a:lnTo>
                  <a:lnTo>
                    <a:pt x="1200729" y="1528706"/>
                  </a:lnTo>
                  <a:lnTo>
                    <a:pt x="1200745" y="1528712"/>
                  </a:lnTo>
                  <a:lnTo>
                    <a:pt x="1200761" y="1528719"/>
                  </a:lnTo>
                  <a:lnTo>
                    <a:pt x="1200777" y="1528730"/>
                  </a:lnTo>
                  <a:lnTo>
                    <a:pt x="1200781" y="1528737"/>
                  </a:lnTo>
                  <a:lnTo>
                    <a:pt x="1200783" y="1528747"/>
                  </a:lnTo>
                  <a:lnTo>
                    <a:pt x="1200779" y="1528764"/>
                  </a:lnTo>
                  <a:lnTo>
                    <a:pt x="1200778" y="1528781"/>
                  </a:lnTo>
                  <a:lnTo>
                    <a:pt x="1200776" y="1528797"/>
                  </a:lnTo>
                  <a:lnTo>
                    <a:pt x="1200777" y="1528814"/>
                  </a:lnTo>
                  <a:lnTo>
                    <a:pt x="1200780" y="1528831"/>
                  </a:lnTo>
                  <a:lnTo>
                    <a:pt x="1200780" y="1528838"/>
                  </a:lnTo>
                  <a:lnTo>
                    <a:pt x="1200775" y="1528847"/>
                  </a:lnTo>
                  <a:lnTo>
                    <a:pt x="1200759" y="1528860"/>
                  </a:lnTo>
                  <a:lnTo>
                    <a:pt x="1200752" y="1528872"/>
                  </a:lnTo>
                  <a:lnTo>
                    <a:pt x="1200770" y="1528876"/>
                  </a:lnTo>
                  <a:lnTo>
                    <a:pt x="1200786" y="1528881"/>
                  </a:lnTo>
                  <a:lnTo>
                    <a:pt x="1200801" y="1528889"/>
                  </a:lnTo>
                  <a:lnTo>
                    <a:pt x="1200808" y="1528899"/>
                  </a:lnTo>
                  <a:lnTo>
                    <a:pt x="1200819" y="1528916"/>
                  </a:lnTo>
                  <a:lnTo>
                    <a:pt x="1200829" y="1528933"/>
                  </a:lnTo>
                  <a:lnTo>
                    <a:pt x="1200833" y="1528938"/>
                  </a:lnTo>
                  <a:lnTo>
                    <a:pt x="1200843" y="1528945"/>
                  </a:lnTo>
                  <a:lnTo>
                    <a:pt x="1200875" y="1528954"/>
                  </a:lnTo>
                  <a:lnTo>
                    <a:pt x="1200890" y="1528960"/>
                  </a:lnTo>
                  <a:lnTo>
                    <a:pt x="1200910" y="1528969"/>
                  </a:lnTo>
                  <a:lnTo>
                    <a:pt x="1200921" y="1528980"/>
                  </a:lnTo>
                  <a:lnTo>
                    <a:pt x="1200925" y="1528984"/>
                  </a:lnTo>
                  <a:lnTo>
                    <a:pt x="1200932" y="1528997"/>
                  </a:lnTo>
                  <a:lnTo>
                    <a:pt x="1200942" y="1529013"/>
                  </a:lnTo>
                  <a:lnTo>
                    <a:pt x="1200973" y="1529038"/>
                  </a:lnTo>
                  <a:lnTo>
                    <a:pt x="1200988" y="1529054"/>
                  </a:lnTo>
                  <a:lnTo>
                    <a:pt x="1200997" y="1529071"/>
                  </a:lnTo>
                  <a:lnTo>
                    <a:pt x="1201004" y="1529088"/>
                  </a:lnTo>
                  <a:lnTo>
                    <a:pt x="1201009" y="1529105"/>
                  </a:lnTo>
                  <a:lnTo>
                    <a:pt x="1201017" y="1529121"/>
                  </a:lnTo>
                  <a:lnTo>
                    <a:pt x="1201022" y="1529125"/>
                  </a:lnTo>
                  <a:lnTo>
                    <a:pt x="1201033" y="1529127"/>
                  </a:lnTo>
                  <a:lnTo>
                    <a:pt x="1201048" y="1529131"/>
                  </a:lnTo>
                  <a:lnTo>
                    <a:pt x="1201064" y="1529136"/>
                  </a:lnTo>
                  <a:lnTo>
                    <a:pt x="1201080" y="1529141"/>
                  </a:lnTo>
                  <a:lnTo>
                    <a:pt x="1201095" y="1529149"/>
                  </a:lnTo>
                  <a:lnTo>
                    <a:pt x="1201111" y="1529159"/>
                  </a:lnTo>
                  <a:lnTo>
                    <a:pt x="1201126" y="1529172"/>
                  </a:lnTo>
                  <a:lnTo>
                    <a:pt x="1201137" y="1529188"/>
                  </a:lnTo>
                  <a:lnTo>
                    <a:pt x="1201143" y="1529205"/>
                  </a:lnTo>
                  <a:lnTo>
                    <a:pt x="1201151" y="1529221"/>
                  </a:lnTo>
                  <a:lnTo>
                    <a:pt x="1201163" y="1529237"/>
                  </a:lnTo>
                  <a:lnTo>
                    <a:pt x="1201175" y="1529253"/>
                  </a:lnTo>
                  <a:lnTo>
                    <a:pt x="1201190" y="1529270"/>
                  </a:lnTo>
                  <a:lnTo>
                    <a:pt x="1201203" y="1529285"/>
                  </a:lnTo>
                  <a:lnTo>
                    <a:pt x="1201215" y="1529301"/>
                  </a:lnTo>
                  <a:lnTo>
                    <a:pt x="1201221" y="1529306"/>
                  </a:lnTo>
                  <a:lnTo>
                    <a:pt x="1201226" y="1529313"/>
                  </a:lnTo>
                  <a:lnTo>
                    <a:pt x="1201235" y="1529335"/>
                  </a:lnTo>
                  <a:lnTo>
                    <a:pt x="1201241" y="1529351"/>
                  </a:lnTo>
                  <a:lnTo>
                    <a:pt x="1201248" y="1529368"/>
                  </a:lnTo>
                  <a:lnTo>
                    <a:pt x="1201258" y="1529385"/>
                  </a:lnTo>
                  <a:lnTo>
                    <a:pt x="1201272" y="1529402"/>
                  </a:lnTo>
                  <a:lnTo>
                    <a:pt x="1201287" y="1529415"/>
                  </a:lnTo>
                  <a:lnTo>
                    <a:pt x="1201291" y="1529419"/>
                  </a:lnTo>
                  <a:lnTo>
                    <a:pt x="1201297" y="1529425"/>
                  </a:lnTo>
                  <a:lnTo>
                    <a:pt x="1201298" y="1529430"/>
                  </a:lnTo>
                  <a:lnTo>
                    <a:pt x="1201302" y="1529438"/>
                  </a:lnTo>
                  <a:lnTo>
                    <a:pt x="1201304" y="1529447"/>
                  </a:lnTo>
                  <a:lnTo>
                    <a:pt x="1201308" y="1529456"/>
                  </a:lnTo>
                  <a:lnTo>
                    <a:pt x="1201315" y="1529458"/>
                  </a:lnTo>
                  <a:lnTo>
                    <a:pt x="1201331" y="1529461"/>
                  </a:lnTo>
                  <a:lnTo>
                    <a:pt x="1201346" y="1529462"/>
                  </a:lnTo>
                  <a:lnTo>
                    <a:pt x="1201362" y="1529465"/>
                  </a:lnTo>
                  <a:lnTo>
                    <a:pt x="1201378" y="1529470"/>
                  </a:lnTo>
                  <a:lnTo>
                    <a:pt x="1201383" y="1529472"/>
                  </a:lnTo>
                  <a:lnTo>
                    <a:pt x="1201387" y="1529475"/>
                  </a:lnTo>
                  <a:lnTo>
                    <a:pt x="1201392" y="1529482"/>
                  </a:lnTo>
                  <a:lnTo>
                    <a:pt x="1201395" y="1529487"/>
                  </a:lnTo>
                  <a:lnTo>
                    <a:pt x="1201397" y="1529499"/>
                  </a:lnTo>
                  <a:lnTo>
                    <a:pt x="1201401" y="1529515"/>
                  </a:lnTo>
                  <a:lnTo>
                    <a:pt x="1201409" y="1529532"/>
                  </a:lnTo>
                  <a:lnTo>
                    <a:pt x="1201421" y="1529555"/>
                  </a:lnTo>
                  <a:lnTo>
                    <a:pt x="1201425" y="1529569"/>
                  </a:lnTo>
                  <a:lnTo>
                    <a:pt x="1201425" y="1529581"/>
                  </a:lnTo>
                  <a:lnTo>
                    <a:pt x="1201419" y="1529588"/>
                  </a:lnTo>
                  <a:lnTo>
                    <a:pt x="1201405" y="1529592"/>
                  </a:lnTo>
                  <a:lnTo>
                    <a:pt x="1201389" y="1529596"/>
                  </a:lnTo>
                  <a:lnTo>
                    <a:pt x="1201373" y="1529600"/>
                  </a:lnTo>
                  <a:lnTo>
                    <a:pt x="1201358" y="1529607"/>
                  </a:lnTo>
                  <a:lnTo>
                    <a:pt x="1201342" y="1529619"/>
                  </a:lnTo>
                  <a:lnTo>
                    <a:pt x="1201327" y="1529631"/>
                  </a:lnTo>
                  <a:lnTo>
                    <a:pt x="1201322" y="1529634"/>
                  </a:lnTo>
                  <a:lnTo>
                    <a:pt x="1201312" y="1529643"/>
                  </a:lnTo>
                  <a:lnTo>
                    <a:pt x="1201296" y="1529657"/>
                  </a:lnTo>
                  <a:lnTo>
                    <a:pt x="1201289" y="1529662"/>
                  </a:lnTo>
                  <a:lnTo>
                    <a:pt x="1201283" y="1529671"/>
                  </a:lnTo>
                  <a:lnTo>
                    <a:pt x="1201272" y="1529687"/>
                  </a:lnTo>
                  <a:lnTo>
                    <a:pt x="1201266" y="1529704"/>
                  </a:lnTo>
                  <a:lnTo>
                    <a:pt x="1201260" y="1529720"/>
                  </a:lnTo>
                  <a:lnTo>
                    <a:pt x="1201253" y="1529737"/>
                  </a:lnTo>
                  <a:lnTo>
                    <a:pt x="1201238" y="1529745"/>
                  </a:lnTo>
                  <a:lnTo>
                    <a:pt x="1201222" y="1529749"/>
                  </a:lnTo>
                  <a:lnTo>
                    <a:pt x="1201206" y="1529755"/>
                  </a:lnTo>
                  <a:lnTo>
                    <a:pt x="1201190" y="1529763"/>
                  </a:lnTo>
                  <a:lnTo>
                    <a:pt x="1201175" y="1529776"/>
                  </a:lnTo>
                  <a:lnTo>
                    <a:pt x="1201164" y="1529792"/>
                  </a:lnTo>
                  <a:lnTo>
                    <a:pt x="1201154" y="1529812"/>
                  </a:lnTo>
                  <a:lnTo>
                    <a:pt x="1201145" y="1529825"/>
                  </a:lnTo>
                  <a:lnTo>
                    <a:pt x="1201133" y="1529842"/>
                  </a:lnTo>
                  <a:lnTo>
                    <a:pt x="1201126" y="1529849"/>
                  </a:lnTo>
                  <a:lnTo>
                    <a:pt x="1201117" y="1529854"/>
                  </a:lnTo>
                  <a:lnTo>
                    <a:pt x="1201101" y="1529862"/>
                  </a:lnTo>
                  <a:lnTo>
                    <a:pt x="1201094" y="1529866"/>
                  </a:lnTo>
                  <a:lnTo>
                    <a:pt x="1201070" y="1529875"/>
                  </a:lnTo>
                  <a:lnTo>
                    <a:pt x="1201054" y="1529883"/>
                  </a:lnTo>
                  <a:lnTo>
                    <a:pt x="1201038" y="1529890"/>
                  </a:lnTo>
                  <a:lnTo>
                    <a:pt x="1201031" y="1529893"/>
                  </a:lnTo>
                  <a:lnTo>
                    <a:pt x="1201022" y="1529894"/>
                  </a:lnTo>
                  <a:lnTo>
                    <a:pt x="1201007" y="1529897"/>
                  </a:lnTo>
                  <a:lnTo>
                    <a:pt x="1200990" y="1529898"/>
                  </a:lnTo>
                  <a:lnTo>
                    <a:pt x="1200975" y="1529899"/>
                  </a:lnTo>
                  <a:lnTo>
                    <a:pt x="1200959" y="1529901"/>
                  </a:lnTo>
                  <a:lnTo>
                    <a:pt x="1200949" y="1529902"/>
                  </a:lnTo>
                  <a:lnTo>
                    <a:pt x="1200939" y="1529906"/>
                  </a:lnTo>
                  <a:lnTo>
                    <a:pt x="1200927" y="1529914"/>
                  </a:lnTo>
                  <a:lnTo>
                    <a:pt x="1200911" y="1529925"/>
                  </a:lnTo>
                  <a:lnTo>
                    <a:pt x="1200896" y="1529938"/>
                  </a:lnTo>
                  <a:lnTo>
                    <a:pt x="1200882" y="1529954"/>
                  </a:lnTo>
                  <a:lnTo>
                    <a:pt x="1200866" y="1529972"/>
                  </a:lnTo>
                  <a:lnTo>
                    <a:pt x="1200857" y="1529987"/>
                  </a:lnTo>
                  <a:lnTo>
                    <a:pt x="1200852" y="1529995"/>
                  </a:lnTo>
                  <a:lnTo>
                    <a:pt x="1200850" y="1530003"/>
                  </a:lnTo>
                  <a:lnTo>
                    <a:pt x="1200846" y="1530020"/>
                  </a:lnTo>
                  <a:lnTo>
                    <a:pt x="1200844" y="1530036"/>
                  </a:lnTo>
                  <a:lnTo>
                    <a:pt x="1200839" y="1530053"/>
                  </a:lnTo>
                  <a:lnTo>
                    <a:pt x="1200838" y="1530069"/>
                  </a:lnTo>
                  <a:lnTo>
                    <a:pt x="1200837" y="1530086"/>
                  </a:lnTo>
                  <a:lnTo>
                    <a:pt x="1200836" y="1530103"/>
                  </a:lnTo>
                  <a:lnTo>
                    <a:pt x="1200836" y="1530120"/>
                  </a:lnTo>
                  <a:lnTo>
                    <a:pt x="1200834" y="1530136"/>
                  </a:lnTo>
                  <a:lnTo>
                    <a:pt x="1200832" y="1530153"/>
                  </a:lnTo>
                  <a:lnTo>
                    <a:pt x="1200830" y="1530160"/>
                  </a:lnTo>
                  <a:lnTo>
                    <a:pt x="1200830" y="1530170"/>
                  </a:lnTo>
                  <a:lnTo>
                    <a:pt x="1200833" y="1530176"/>
                  </a:lnTo>
                  <a:lnTo>
                    <a:pt x="1200845" y="1530181"/>
                  </a:lnTo>
                  <a:lnTo>
                    <a:pt x="1200858" y="1530184"/>
                  </a:lnTo>
                  <a:lnTo>
                    <a:pt x="1200868" y="1530190"/>
                  </a:lnTo>
                  <a:lnTo>
                    <a:pt x="1200876" y="1530196"/>
                  </a:lnTo>
                  <a:lnTo>
                    <a:pt x="1200881" y="1530205"/>
                  </a:lnTo>
                  <a:lnTo>
                    <a:pt x="1200878" y="1530214"/>
                  </a:lnTo>
                  <a:lnTo>
                    <a:pt x="1200868" y="1530231"/>
                  </a:lnTo>
                  <a:lnTo>
                    <a:pt x="1200837" y="1530264"/>
                  </a:lnTo>
                  <a:lnTo>
                    <a:pt x="1200814" y="1530294"/>
                  </a:lnTo>
                  <a:lnTo>
                    <a:pt x="1200798" y="1530323"/>
                  </a:lnTo>
                  <a:lnTo>
                    <a:pt x="1200789" y="1530340"/>
                  </a:lnTo>
                  <a:lnTo>
                    <a:pt x="1200788" y="1530359"/>
                  </a:lnTo>
                  <a:lnTo>
                    <a:pt x="1200791" y="1530374"/>
                  </a:lnTo>
                  <a:lnTo>
                    <a:pt x="1200806" y="1530394"/>
                  </a:lnTo>
                  <a:lnTo>
                    <a:pt x="1200833" y="1530416"/>
                  </a:lnTo>
                  <a:lnTo>
                    <a:pt x="1200839" y="1530422"/>
                  </a:lnTo>
                  <a:lnTo>
                    <a:pt x="1200844" y="1530436"/>
                  </a:lnTo>
                  <a:lnTo>
                    <a:pt x="1200842" y="1530450"/>
                  </a:lnTo>
                  <a:lnTo>
                    <a:pt x="1200832" y="1530476"/>
                  </a:lnTo>
                  <a:lnTo>
                    <a:pt x="1200820" y="1530498"/>
                  </a:lnTo>
                  <a:lnTo>
                    <a:pt x="1200799" y="1530522"/>
                  </a:lnTo>
                  <a:lnTo>
                    <a:pt x="1200787" y="1530538"/>
                  </a:lnTo>
                  <a:lnTo>
                    <a:pt x="1200781" y="1530557"/>
                  </a:lnTo>
                  <a:lnTo>
                    <a:pt x="1200778" y="1530566"/>
                  </a:lnTo>
                  <a:lnTo>
                    <a:pt x="1200762" y="1530579"/>
                  </a:lnTo>
                  <a:lnTo>
                    <a:pt x="1200751" y="1530587"/>
                  </a:lnTo>
                  <a:lnTo>
                    <a:pt x="1200735" y="1530597"/>
                  </a:lnTo>
                  <a:lnTo>
                    <a:pt x="1200724" y="1530607"/>
                  </a:lnTo>
                  <a:lnTo>
                    <a:pt x="1200722" y="1530618"/>
                  </a:lnTo>
                  <a:lnTo>
                    <a:pt x="1200726" y="1530627"/>
                  </a:lnTo>
                  <a:lnTo>
                    <a:pt x="1200737" y="1530636"/>
                  </a:lnTo>
                  <a:lnTo>
                    <a:pt x="1200758" y="1530652"/>
                  </a:lnTo>
                  <a:lnTo>
                    <a:pt x="1200775" y="1530662"/>
                  </a:lnTo>
                  <a:lnTo>
                    <a:pt x="1200783" y="1530671"/>
                  </a:lnTo>
                  <a:lnTo>
                    <a:pt x="1200797" y="1530689"/>
                  </a:lnTo>
                  <a:lnTo>
                    <a:pt x="1200801" y="1530702"/>
                  </a:lnTo>
                  <a:lnTo>
                    <a:pt x="1200807" y="1530737"/>
                  </a:lnTo>
                  <a:lnTo>
                    <a:pt x="1200806" y="1530780"/>
                  </a:lnTo>
                  <a:lnTo>
                    <a:pt x="1200812" y="1530813"/>
                  </a:lnTo>
                  <a:lnTo>
                    <a:pt x="1200815" y="1530848"/>
                  </a:lnTo>
                  <a:lnTo>
                    <a:pt x="1200815" y="1530860"/>
                  </a:lnTo>
                  <a:lnTo>
                    <a:pt x="1200811" y="1530867"/>
                  </a:lnTo>
                  <a:lnTo>
                    <a:pt x="1200804" y="1530872"/>
                  </a:lnTo>
                  <a:lnTo>
                    <a:pt x="1200791" y="1530877"/>
                  </a:lnTo>
                  <a:lnTo>
                    <a:pt x="1200781" y="1530882"/>
                  </a:lnTo>
                  <a:lnTo>
                    <a:pt x="1200764" y="1530889"/>
                  </a:lnTo>
                  <a:lnTo>
                    <a:pt x="1200752" y="1530893"/>
                  </a:lnTo>
                  <a:lnTo>
                    <a:pt x="1200736" y="1530900"/>
                  </a:lnTo>
                  <a:lnTo>
                    <a:pt x="1200720" y="1530910"/>
                  </a:lnTo>
                  <a:lnTo>
                    <a:pt x="1200716" y="1530914"/>
                  </a:lnTo>
                  <a:lnTo>
                    <a:pt x="1200709" y="1530923"/>
                  </a:lnTo>
                  <a:lnTo>
                    <a:pt x="1200708" y="1530932"/>
                  </a:lnTo>
                  <a:lnTo>
                    <a:pt x="1200711" y="1530942"/>
                  </a:lnTo>
                  <a:lnTo>
                    <a:pt x="1200717" y="1530959"/>
                  </a:lnTo>
                  <a:lnTo>
                    <a:pt x="1200725" y="1530976"/>
                  </a:lnTo>
                  <a:lnTo>
                    <a:pt x="1200728" y="1530993"/>
                  </a:lnTo>
                  <a:lnTo>
                    <a:pt x="1200729" y="1531009"/>
                  </a:lnTo>
                  <a:lnTo>
                    <a:pt x="1200727" y="1531026"/>
                  </a:lnTo>
                  <a:lnTo>
                    <a:pt x="1200725" y="1531030"/>
                  </a:lnTo>
                  <a:lnTo>
                    <a:pt x="1200724" y="1531042"/>
                  </a:lnTo>
                  <a:lnTo>
                    <a:pt x="1200728" y="1531049"/>
                  </a:lnTo>
                  <a:lnTo>
                    <a:pt x="1200734" y="1531058"/>
                  </a:lnTo>
                  <a:lnTo>
                    <a:pt x="1200749" y="1531075"/>
                  </a:lnTo>
                  <a:lnTo>
                    <a:pt x="1200762" y="1531092"/>
                  </a:lnTo>
                  <a:lnTo>
                    <a:pt x="1200767" y="1531099"/>
                  </a:lnTo>
                  <a:lnTo>
                    <a:pt x="1200786" y="1531122"/>
                  </a:lnTo>
                  <a:lnTo>
                    <a:pt x="1200794" y="1531145"/>
                  </a:lnTo>
                  <a:lnTo>
                    <a:pt x="1200793" y="1531161"/>
                  </a:lnTo>
                  <a:lnTo>
                    <a:pt x="1200790" y="1531180"/>
                  </a:lnTo>
                  <a:lnTo>
                    <a:pt x="1200775" y="1531220"/>
                  </a:lnTo>
                  <a:lnTo>
                    <a:pt x="1200763" y="1531246"/>
                  </a:lnTo>
                  <a:lnTo>
                    <a:pt x="1200738" y="1531268"/>
                  </a:lnTo>
                  <a:lnTo>
                    <a:pt x="1200698" y="1531285"/>
                  </a:lnTo>
                  <a:lnTo>
                    <a:pt x="1200683" y="1531293"/>
                  </a:lnTo>
                  <a:lnTo>
                    <a:pt x="1200669" y="1531303"/>
                  </a:lnTo>
                  <a:lnTo>
                    <a:pt x="1200647" y="1531341"/>
                  </a:lnTo>
                  <a:lnTo>
                    <a:pt x="1200618" y="1531373"/>
                  </a:lnTo>
                  <a:lnTo>
                    <a:pt x="1200596" y="1531385"/>
                  </a:lnTo>
                  <a:lnTo>
                    <a:pt x="1200568" y="1531396"/>
                  </a:lnTo>
                  <a:lnTo>
                    <a:pt x="1200553" y="1531396"/>
                  </a:lnTo>
                  <a:lnTo>
                    <a:pt x="1200528" y="1531396"/>
                  </a:lnTo>
                  <a:lnTo>
                    <a:pt x="1200500" y="1531405"/>
                  </a:lnTo>
                  <a:lnTo>
                    <a:pt x="1200479" y="1531415"/>
                  </a:lnTo>
                  <a:lnTo>
                    <a:pt x="1200452" y="1531423"/>
                  </a:lnTo>
                  <a:lnTo>
                    <a:pt x="1200418" y="1531431"/>
                  </a:lnTo>
                  <a:lnTo>
                    <a:pt x="1200392" y="1531431"/>
                  </a:lnTo>
                  <a:lnTo>
                    <a:pt x="1200371" y="1531432"/>
                  </a:lnTo>
                  <a:lnTo>
                    <a:pt x="1200344" y="1531442"/>
                  </a:lnTo>
                  <a:lnTo>
                    <a:pt x="1200338" y="1531445"/>
                  </a:lnTo>
                  <a:lnTo>
                    <a:pt x="1200314" y="1531453"/>
                  </a:lnTo>
                  <a:lnTo>
                    <a:pt x="1200267" y="1531452"/>
                  </a:lnTo>
                  <a:lnTo>
                    <a:pt x="1200250" y="1531458"/>
                  </a:lnTo>
                  <a:lnTo>
                    <a:pt x="1200236" y="1531462"/>
                  </a:lnTo>
                  <a:lnTo>
                    <a:pt x="1200185" y="1531485"/>
                  </a:lnTo>
                  <a:lnTo>
                    <a:pt x="1200175" y="1531492"/>
                  </a:lnTo>
                  <a:lnTo>
                    <a:pt x="1200152" y="1531514"/>
                  </a:lnTo>
                  <a:lnTo>
                    <a:pt x="1200139" y="1531530"/>
                  </a:lnTo>
                  <a:lnTo>
                    <a:pt x="1200120" y="1531542"/>
                  </a:lnTo>
                  <a:lnTo>
                    <a:pt x="1200111" y="1531551"/>
                  </a:lnTo>
                  <a:lnTo>
                    <a:pt x="1200104" y="1531558"/>
                  </a:lnTo>
                  <a:lnTo>
                    <a:pt x="1200100" y="1531567"/>
                  </a:lnTo>
                  <a:lnTo>
                    <a:pt x="1200100" y="1531576"/>
                  </a:lnTo>
                  <a:lnTo>
                    <a:pt x="1200102" y="1531584"/>
                  </a:lnTo>
                  <a:lnTo>
                    <a:pt x="1200104" y="1531590"/>
                  </a:lnTo>
                  <a:lnTo>
                    <a:pt x="1200110" y="1531601"/>
                  </a:lnTo>
                  <a:lnTo>
                    <a:pt x="1200130" y="1531634"/>
                  </a:lnTo>
                  <a:lnTo>
                    <a:pt x="1200143" y="1531651"/>
                  </a:lnTo>
                  <a:lnTo>
                    <a:pt x="1200152" y="1531663"/>
                  </a:lnTo>
                  <a:lnTo>
                    <a:pt x="1200160" y="1531669"/>
                  </a:lnTo>
                  <a:lnTo>
                    <a:pt x="1200169" y="1531677"/>
                  </a:lnTo>
                  <a:lnTo>
                    <a:pt x="1200179" y="1531683"/>
                  </a:lnTo>
                  <a:lnTo>
                    <a:pt x="1200193" y="1531684"/>
                  </a:lnTo>
                  <a:lnTo>
                    <a:pt x="1200219" y="1531677"/>
                  </a:lnTo>
                  <a:lnTo>
                    <a:pt x="1200239" y="1531673"/>
                  </a:lnTo>
                  <a:lnTo>
                    <a:pt x="1200283" y="1531659"/>
                  </a:lnTo>
                  <a:lnTo>
                    <a:pt x="1200317" y="1531638"/>
                  </a:lnTo>
                  <a:lnTo>
                    <a:pt x="1200339" y="1531624"/>
                  </a:lnTo>
                  <a:lnTo>
                    <a:pt x="1200367" y="1531602"/>
                  </a:lnTo>
                  <a:lnTo>
                    <a:pt x="1200420" y="1531568"/>
                  </a:lnTo>
                  <a:lnTo>
                    <a:pt x="1200455" y="1531550"/>
                  </a:lnTo>
                  <a:lnTo>
                    <a:pt x="1200502" y="1531545"/>
                  </a:lnTo>
                  <a:lnTo>
                    <a:pt x="1200547" y="1531544"/>
                  </a:lnTo>
                  <a:lnTo>
                    <a:pt x="1200583" y="1531547"/>
                  </a:lnTo>
                  <a:lnTo>
                    <a:pt x="1200615" y="1531557"/>
                  </a:lnTo>
                  <a:lnTo>
                    <a:pt x="1200641" y="1531566"/>
                  </a:lnTo>
                  <a:lnTo>
                    <a:pt x="1200675" y="1531582"/>
                  </a:lnTo>
                  <a:lnTo>
                    <a:pt x="1200711" y="1531601"/>
                  </a:lnTo>
                  <a:lnTo>
                    <a:pt x="1200721" y="1531605"/>
                  </a:lnTo>
                  <a:lnTo>
                    <a:pt x="1200736" y="1531610"/>
                  </a:lnTo>
                  <a:lnTo>
                    <a:pt x="1200752" y="1531613"/>
                  </a:lnTo>
                  <a:lnTo>
                    <a:pt x="1200768" y="1531615"/>
                  </a:lnTo>
                  <a:lnTo>
                    <a:pt x="1200783" y="1531614"/>
                  </a:lnTo>
                  <a:lnTo>
                    <a:pt x="1200792" y="1531614"/>
                  </a:lnTo>
                  <a:lnTo>
                    <a:pt x="1200820" y="1531609"/>
                  </a:lnTo>
                  <a:lnTo>
                    <a:pt x="1200828" y="1531606"/>
                  </a:lnTo>
                  <a:lnTo>
                    <a:pt x="1200838" y="1531604"/>
                  </a:lnTo>
                  <a:lnTo>
                    <a:pt x="1200852" y="1531612"/>
                  </a:lnTo>
                  <a:lnTo>
                    <a:pt x="1200867" y="1531620"/>
                  </a:lnTo>
                  <a:lnTo>
                    <a:pt x="1200883" y="1531625"/>
                  </a:lnTo>
                  <a:lnTo>
                    <a:pt x="1200892" y="1531628"/>
                  </a:lnTo>
                  <a:lnTo>
                    <a:pt x="1200899" y="1531628"/>
                  </a:lnTo>
                  <a:lnTo>
                    <a:pt x="1200914" y="1531629"/>
                  </a:lnTo>
                  <a:lnTo>
                    <a:pt x="1200930" y="1531633"/>
                  </a:lnTo>
                  <a:lnTo>
                    <a:pt x="1200940" y="1531636"/>
                  </a:lnTo>
                  <a:lnTo>
                    <a:pt x="1200946" y="1531641"/>
                  </a:lnTo>
                  <a:lnTo>
                    <a:pt x="1200961" y="1531649"/>
                  </a:lnTo>
                  <a:lnTo>
                    <a:pt x="1200978" y="1531662"/>
                  </a:lnTo>
                  <a:lnTo>
                    <a:pt x="1200982" y="1531665"/>
                  </a:lnTo>
                  <a:lnTo>
                    <a:pt x="1200991" y="1531668"/>
                  </a:lnTo>
                  <a:lnTo>
                    <a:pt x="1201007" y="1531672"/>
                  </a:lnTo>
                  <a:lnTo>
                    <a:pt x="1201023" y="1531673"/>
                  </a:lnTo>
                  <a:lnTo>
                    <a:pt x="1201041" y="1531671"/>
                  </a:lnTo>
                  <a:lnTo>
                    <a:pt x="1201054" y="1531672"/>
                  </a:lnTo>
                  <a:lnTo>
                    <a:pt x="1201060" y="1531674"/>
                  </a:lnTo>
                  <a:lnTo>
                    <a:pt x="1201071" y="1531683"/>
                  </a:lnTo>
                  <a:lnTo>
                    <a:pt x="1201083" y="1531697"/>
                  </a:lnTo>
                  <a:lnTo>
                    <a:pt x="1201093" y="1531718"/>
                  </a:lnTo>
                  <a:lnTo>
                    <a:pt x="1201106" y="1531735"/>
                  </a:lnTo>
                  <a:lnTo>
                    <a:pt x="1201121" y="1531749"/>
                  </a:lnTo>
                  <a:lnTo>
                    <a:pt x="1201134" y="1531758"/>
                  </a:lnTo>
                  <a:lnTo>
                    <a:pt x="1201143" y="1531773"/>
                  </a:lnTo>
                  <a:lnTo>
                    <a:pt x="1201144" y="1531794"/>
                  </a:lnTo>
                  <a:lnTo>
                    <a:pt x="1201154" y="1531846"/>
                  </a:lnTo>
                  <a:lnTo>
                    <a:pt x="1201163" y="1531874"/>
                  </a:lnTo>
                  <a:lnTo>
                    <a:pt x="1201173" y="1531890"/>
                  </a:lnTo>
                  <a:lnTo>
                    <a:pt x="1201187" y="1531907"/>
                  </a:lnTo>
                  <a:lnTo>
                    <a:pt x="1201217" y="1531943"/>
                  </a:lnTo>
                  <a:lnTo>
                    <a:pt x="1201227" y="1531963"/>
                  </a:lnTo>
                  <a:lnTo>
                    <a:pt x="1201238" y="1531999"/>
                  </a:lnTo>
                  <a:lnTo>
                    <a:pt x="1201248" y="1532039"/>
                  </a:lnTo>
                  <a:lnTo>
                    <a:pt x="1201256" y="1532069"/>
                  </a:lnTo>
                  <a:lnTo>
                    <a:pt x="1201261" y="1532100"/>
                  </a:lnTo>
                  <a:lnTo>
                    <a:pt x="1201267" y="1532114"/>
                  </a:lnTo>
                  <a:lnTo>
                    <a:pt x="1201289" y="1532164"/>
                  </a:lnTo>
                  <a:lnTo>
                    <a:pt x="1201298" y="1532181"/>
                  </a:lnTo>
                  <a:lnTo>
                    <a:pt x="1201307" y="1532198"/>
                  </a:lnTo>
                  <a:lnTo>
                    <a:pt x="1201317" y="1532215"/>
                  </a:lnTo>
                  <a:lnTo>
                    <a:pt x="1201331" y="1532230"/>
                  </a:lnTo>
                  <a:lnTo>
                    <a:pt x="1201346" y="1532246"/>
                  </a:lnTo>
                  <a:lnTo>
                    <a:pt x="1201350" y="1532251"/>
                  </a:lnTo>
                  <a:lnTo>
                    <a:pt x="1201361" y="1532257"/>
                  </a:lnTo>
                  <a:lnTo>
                    <a:pt x="1201375" y="1532270"/>
                  </a:lnTo>
                  <a:lnTo>
                    <a:pt x="1201386" y="1532287"/>
                  </a:lnTo>
                  <a:lnTo>
                    <a:pt x="1201402" y="1532315"/>
                  </a:lnTo>
                  <a:lnTo>
                    <a:pt x="1201417" y="1532332"/>
                  </a:lnTo>
                  <a:lnTo>
                    <a:pt x="1201431" y="1532335"/>
                  </a:lnTo>
                  <a:lnTo>
                    <a:pt x="1201446" y="1532336"/>
                  </a:lnTo>
                  <a:lnTo>
                    <a:pt x="1201462" y="1532334"/>
                  </a:lnTo>
                  <a:lnTo>
                    <a:pt x="1201485" y="1532334"/>
                  </a:lnTo>
                  <a:lnTo>
                    <a:pt x="1201494" y="1532340"/>
                  </a:lnTo>
                  <a:lnTo>
                    <a:pt x="1201502" y="1532345"/>
                  </a:lnTo>
                  <a:lnTo>
                    <a:pt x="1201508" y="1532351"/>
                  </a:lnTo>
                  <a:lnTo>
                    <a:pt x="1201517" y="1532356"/>
                  </a:lnTo>
                  <a:lnTo>
                    <a:pt x="1201524" y="1532361"/>
                  </a:lnTo>
                  <a:lnTo>
                    <a:pt x="1201539" y="1532372"/>
                  </a:lnTo>
                  <a:lnTo>
                    <a:pt x="1201548" y="1532379"/>
                  </a:lnTo>
                  <a:lnTo>
                    <a:pt x="1201553" y="1532379"/>
                  </a:lnTo>
                  <a:lnTo>
                    <a:pt x="1201569" y="1532372"/>
                  </a:lnTo>
                  <a:lnTo>
                    <a:pt x="1201575" y="1532368"/>
                  </a:lnTo>
                  <a:lnTo>
                    <a:pt x="1201585" y="1532357"/>
                  </a:lnTo>
                  <a:lnTo>
                    <a:pt x="1201601" y="1532344"/>
                  </a:lnTo>
                  <a:lnTo>
                    <a:pt x="1201615" y="1532330"/>
                  </a:lnTo>
                  <a:lnTo>
                    <a:pt x="1201630" y="1532318"/>
                  </a:lnTo>
                  <a:lnTo>
                    <a:pt x="1201646" y="1532310"/>
                  </a:lnTo>
                  <a:lnTo>
                    <a:pt x="1201662" y="1532302"/>
                  </a:lnTo>
                  <a:lnTo>
                    <a:pt x="1201678" y="1532298"/>
                  </a:lnTo>
                  <a:lnTo>
                    <a:pt x="1201694" y="1532297"/>
                  </a:lnTo>
                  <a:lnTo>
                    <a:pt x="1201709" y="1532295"/>
                  </a:lnTo>
                  <a:lnTo>
                    <a:pt x="1201725" y="1532295"/>
                  </a:lnTo>
                  <a:lnTo>
                    <a:pt x="1201741" y="1532295"/>
                  </a:lnTo>
                  <a:lnTo>
                    <a:pt x="1201757" y="1532296"/>
                  </a:lnTo>
                  <a:lnTo>
                    <a:pt x="1201773" y="1532295"/>
                  </a:lnTo>
                  <a:lnTo>
                    <a:pt x="1201788" y="1532296"/>
                  </a:lnTo>
                  <a:lnTo>
                    <a:pt x="1201804" y="1532300"/>
                  </a:lnTo>
                  <a:lnTo>
                    <a:pt x="1201835" y="1532310"/>
                  </a:lnTo>
                  <a:lnTo>
                    <a:pt x="1201851" y="1532313"/>
                  </a:lnTo>
                  <a:lnTo>
                    <a:pt x="1201866" y="1532317"/>
                  </a:lnTo>
                  <a:lnTo>
                    <a:pt x="1201882" y="1532320"/>
                  </a:lnTo>
                  <a:lnTo>
                    <a:pt x="1201898" y="1532325"/>
                  </a:lnTo>
                  <a:lnTo>
                    <a:pt x="1201914" y="1532329"/>
                  </a:lnTo>
                  <a:lnTo>
                    <a:pt x="1201924" y="1532330"/>
                  </a:lnTo>
                  <a:lnTo>
                    <a:pt x="1201932" y="1532328"/>
                  </a:lnTo>
                  <a:lnTo>
                    <a:pt x="1201945" y="1532321"/>
                  </a:lnTo>
                  <a:lnTo>
                    <a:pt x="1201951" y="1532315"/>
                  </a:lnTo>
                  <a:lnTo>
                    <a:pt x="1201961" y="1532309"/>
                  </a:lnTo>
                  <a:lnTo>
                    <a:pt x="1201969" y="1532303"/>
                  </a:lnTo>
                  <a:lnTo>
                    <a:pt x="1201976" y="1532295"/>
                  </a:lnTo>
                  <a:lnTo>
                    <a:pt x="1201980" y="1532287"/>
                  </a:lnTo>
                  <a:lnTo>
                    <a:pt x="1201981" y="1532278"/>
                  </a:lnTo>
                  <a:lnTo>
                    <a:pt x="1201986" y="1532261"/>
                  </a:lnTo>
                  <a:lnTo>
                    <a:pt x="1201991" y="1532254"/>
                  </a:lnTo>
                  <a:lnTo>
                    <a:pt x="1201999" y="1532246"/>
                  </a:lnTo>
                  <a:lnTo>
                    <a:pt x="1202013" y="1532254"/>
                  </a:lnTo>
                  <a:lnTo>
                    <a:pt x="1202029" y="1532264"/>
                  </a:lnTo>
                  <a:lnTo>
                    <a:pt x="1202045" y="1532274"/>
                  </a:lnTo>
                  <a:lnTo>
                    <a:pt x="1202060" y="1532284"/>
                  </a:lnTo>
                  <a:lnTo>
                    <a:pt x="1202076" y="1532294"/>
                  </a:lnTo>
                  <a:lnTo>
                    <a:pt x="1202104" y="1532307"/>
                  </a:lnTo>
                  <a:lnTo>
                    <a:pt x="1202126" y="1532324"/>
                  </a:lnTo>
                  <a:lnTo>
                    <a:pt x="1202133" y="1532334"/>
                  </a:lnTo>
                  <a:lnTo>
                    <a:pt x="1202139" y="1532343"/>
                  </a:lnTo>
                  <a:lnTo>
                    <a:pt x="1202142" y="1532351"/>
                  </a:lnTo>
                  <a:lnTo>
                    <a:pt x="1202151" y="1532368"/>
                  </a:lnTo>
                  <a:lnTo>
                    <a:pt x="1202161" y="1532385"/>
                  </a:lnTo>
                  <a:lnTo>
                    <a:pt x="1202166" y="1532391"/>
                  </a:lnTo>
                  <a:lnTo>
                    <a:pt x="1202175" y="1532399"/>
                  </a:lnTo>
                  <a:lnTo>
                    <a:pt x="1202183" y="1532405"/>
                  </a:lnTo>
                  <a:lnTo>
                    <a:pt x="1202206" y="1532410"/>
                  </a:lnTo>
                  <a:lnTo>
                    <a:pt x="1202222" y="1532409"/>
                  </a:lnTo>
                  <a:lnTo>
                    <a:pt x="1202238" y="1532403"/>
                  </a:lnTo>
                  <a:lnTo>
                    <a:pt x="1202253" y="1532399"/>
                  </a:lnTo>
                  <a:lnTo>
                    <a:pt x="1202269" y="1532397"/>
                  </a:lnTo>
                  <a:lnTo>
                    <a:pt x="1202285" y="1532396"/>
                  </a:lnTo>
                  <a:lnTo>
                    <a:pt x="1202301" y="1532399"/>
                  </a:lnTo>
                  <a:lnTo>
                    <a:pt x="1202316" y="1532406"/>
                  </a:lnTo>
                  <a:lnTo>
                    <a:pt x="1202332" y="1532420"/>
                  </a:lnTo>
                  <a:lnTo>
                    <a:pt x="1202346" y="1532436"/>
                  </a:lnTo>
                  <a:lnTo>
                    <a:pt x="1202361" y="1532449"/>
                  </a:lnTo>
                  <a:lnTo>
                    <a:pt x="1202375" y="1532463"/>
                  </a:lnTo>
                  <a:lnTo>
                    <a:pt x="1202390" y="1532478"/>
                  </a:lnTo>
                  <a:lnTo>
                    <a:pt x="1202405" y="1532491"/>
                  </a:lnTo>
                  <a:lnTo>
                    <a:pt x="1202421" y="1532504"/>
                  </a:lnTo>
                  <a:lnTo>
                    <a:pt x="1202428" y="1532512"/>
                  </a:lnTo>
                  <a:lnTo>
                    <a:pt x="1202433" y="1532520"/>
                  </a:lnTo>
                  <a:lnTo>
                    <a:pt x="1202439" y="1532538"/>
                  </a:lnTo>
                  <a:lnTo>
                    <a:pt x="1202432" y="1532587"/>
                  </a:lnTo>
                  <a:lnTo>
                    <a:pt x="1202437" y="1532641"/>
                  </a:lnTo>
                  <a:lnTo>
                    <a:pt x="1202438" y="1532651"/>
                  </a:lnTo>
                  <a:lnTo>
                    <a:pt x="1202441" y="1532672"/>
                  </a:lnTo>
                  <a:lnTo>
                    <a:pt x="1202448" y="1532700"/>
                  </a:lnTo>
                  <a:lnTo>
                    <a:pt x="1202450" y="1532719"/>
                  </a:lnTo>
                  <a:lnTo>
                    <a:pt x="1202450" y="1532733"/>
                  </a:lnTo>
                  <a:lnTo>
                    <a:pt x="1202447" y="1532750"/>
                  </a:lnTo>
                  <a:lnTo>
                    <a:pt x="1202444" y="1532769"/>
                  </a:lnTo>
                  <a:lnTo>
                    <a:pt x="1202446" y="1532776"/>
                  </a:lnTo>
                  <a:lnTo>
                    <a:pt x="1202452" y="1532779"/>
                  </a:lnTo>
                  <a:lnTo>
                    <a:pt x="1202468" y="1532792"/>
                  </a:lnTo>
                  <a:lnTo>
                    <a:pt x="1202480" y="1532809"/>
                  </a:lnTo>
                  <a:lnTo>
                    <a:pt x="1202488" y="1532826"/>
                  </a:lnTo>
                  <a:lnTo>
                    <a:pt x="1202492" y="1532833"/>
                  </a:lnTo>
                  <a:lnTo>
                    <a:pt x="1202498" y="1532848"/>
                  </a:lnTo>
                  <a:lnTo>
                    <a:pt x="1202500" y="1532860"/>
                  </a:lnTo>
                  <a:lnTo>
                    <a:pt x="1202503" y="1532902"/>
                  </a:lnTo>
                  <a:lnTo>
                    <a:pt x="1202503" y="1532939"/>
                  </a:lnTo>
                  <a:lnTo>
                    <a:pt x="1202504" y="1532945"/>
                  </a:lnTo>
                  <a:lnTo>
                    <a:pt x="1202509" y="1532954"/>
                  </a:lnTo>
                  <a:lnTo>
                    <a:pt x="1202523" y="1532962"/>
                  </a:lnTo>
                  <a:lnTo>
                    <a:pt x="1202539" y="1532970"/>
                  </a:lnTo>
                  <a:lnTo>
                    <a:pt x="1202555" y="1532976"/>
                  </a:lnTo>
                  <a:lnTo>
                    <a:pt x="1202570" y="1532982"/>
                  </a:lnTo>
                  <a:lnTo>
                    <a:pt x="1202578" y="1532987"/>
                  </a:lnTo>
                  <a:lnTo>
                    <a:pt x="1202586" y="1532990"/>
                  </a:lnTo>
                  <a:lnTo>
                    <a:pt x="1202601" y="1532999"/>
                  </a:lnTo>
                  <a:lnTo>
                    <a:pt x="1202617" y="1533012"/>
                  </a:lnTo>
                  <a:lnTo>
                    <a:pt x="1202633" y="1533025"/>
                  </a:lnTo>
                  <a:lnTo>
                    <a:pt x="1202648" y="1533038"/>
                  </a:lnTo>
                  <a:lnTo>
                    <a:pt x="1202655" y="1533045"/>
                  </a:lnTo>
                  <a:lnTo>
                    <a:pt x="1202662" y="1533054"/>
                  </a:lnTo>
                  <a:lnTo>
                    <a:pt x="1202673" y="1533070"/>
                  </a:lnTo>
                  <a:lnTo>
                    <a:pt x="1202685" y="1533086"/>
                  </a:lnTo>
                  <a:lnTo>
                    <a:pt x="1202698" y="1533103"/>
                  </a:lnTo>
                  <a:lnTo>
                    <a:pt x="1202714" y="1533117"/>
                  </a:lnTo>
                  <a:lnTo>
                    <a:pt x="1202718" y="1533120"/>
                  </a:lnTo>
                  <a:lnTo>
                    <a:pt x="1202729" y="1533124"/>
                  </a:lnTo>
                  <a:lnTo>
                    <a:pt x="1202745" y="1533125"/>
                  </a:lnTo>
                  <a:lnTo>
                    <a:pt x="1202761" y="1533129"/>
                  </a:lnTo>
                  <a:lnTo>
                    <a:pt x="1202768" y="1533130"/>
                  </a:lnTo>
                  <a:lnTo>
                    <a:pt x="1202777" y="1533135"/>
                  </a:lnTo>
                  <a:lnTo>
                    <a:pt x="1202782" y="1533138"/>
                  </a:lnTo>
                  <a:lnTo>
                    <a:pt x="1202791" y="1533150"/>
                  </a:lnTo>
                  <a:lnTo>
                    <a:pt x="1202795" y="1533164"/>
                  </a:lnTo>
                  <a:lnTo>
                    <a:pt x="1202792" y="1533191"/>
                  </a:lnTo>
                  <a:lnTo>
                    <a:pt x="1202791" y="1533199"/>
                  </a:lnTo>
                  <a:lnTo>
                    <a:pt x="1202791" y="1533217"/>
                  </a:lnTo>
                  <a:lnTo>
                    <a:pt x="1202799" y="1533226"/>
                  </a:lnTo>
                  <a:lnTo>
                    <a:pt x="1202804" y="1533226"/>
                  </a:lnTo>
                  <a:lnTo>
                    <a:pt x="1202832" y="1533229"/>
                  </a:lnTo>
                  <a:lnTo>
                    <a:pt x="1202857" y="1533229"/>
                  </a:lnTo>
                  <a:lnTo>
                    <a:pt x="1202870" y="1533235"/>
                  </a:lnTo>
                  <a:lnTo>
                    <a:pt x="1202882" y="1533238"/>
                  </a:lnTo>
                  <a:lnTo>
                    <a:pt x="1202897" y="1533243"/>
                  </a:lnTo>
                  <a:lnTo>
                    <a:pt x="1202901" y="1533252"/>
                  </a:lnTo>
                  <a:lnTo>
                    <a:pt x="1202903" y="1533271"/>
                  </a:lnTo>
                  <a:lnTo>
                    <a:pt x="1202903" y="1533288"/>
                  </a:lnTo>
                  <a:lnTo>
                    <a:pt x="1202903" y="1533299"/>
                  </a:lnTo>
                  <a:lnTo>
                    <a:pt x="1202902" y="1533312"/>
                  </a:lnTo>
                  <a:lnTo>
                    <a:pt x="1202902" y="1533328"/>
                  </a:lnTo>
                  <a:lnTo>
                    <a:pt x="1202902" y="1533341"/>
                  </a:lnTo>
                  <a:lnTo>
                    <a:pt x="1202906" y="1533347"/>
                  </a:lnTo>
                  <a:lnTo>
                    <a:pt x="1202922" y="1533358"/>
                  </a:lnTo>
                  <a:lnTo>
                    <a:pt x="1202954" y="1533378"/>
                  </a:lnTo>
                  <a:lnTo>
                    <a:pt x="1202970" y="1533385"/>
                  </a:lnTo>
                  <a:lnTo>
                    <a:pt x="1203001" y="1533403"/>
                  </a:lnTo>
                  <a:lnTo>
                    <a:pt x="1203016" y="1533415"/>
                  </a:lnTo>
                  <a:lnTo>
                    <a:pt x="1203032" y="1533420"/>
                  </a:lnTo>
                  <a:lnTo>
                    <a:pt x="1203040" y="1533422"/>
                  </a:lnTo>
                  <a:lnTo>
                    <a:pt x="1203048" y="1533419"/>
                  </a:lnTo>
                  <a:lnTo>
                    <a:pt x="1203063" y="1533406"/>
                  </a:lnTo>
                  <a:lnTo>
                    <a:pt x="1203069" y="1533399"/>
                  </a:lnTo>
                  <a:lnTo>
                    <a:pt x="1203078" y="1533394"/>
                  </a:lnTo>
                  <a:lnTo>
                    <a:pt x="1203094" y="1533386"/>
                  </a:lnTo>
                  <a:lnTo>
                    <a:pt x="1203102" y="1533382"/>
                  </a:lnTo>
                  <a:lnTo>
                    <a:pt x="1203109" y="1533382"/>
                  </a:lnTo>
                  <a:lnTo>
                    <a:pt x="1203119" y="1533384"/>
                  </a:lnTo>
                  <a:lnTo>
                    <a:pt x="1203147" y="1533381"/>
                  </a:lnTo>
                  <a:lnTo>
                    <a:pt x="1203161" y="1533371"/>
                  </a:lnTo>
                  <a:lnTo>
                    <a:pt x="1203173" y="1533354"/>
                  </a:lnTo>
                  <a:lnTo>
                    <a:pt x="1203181" y="1533338"/>
                  </a:lnTo>
                  <a:lnTo>
                    <a:pt x="1203191" y="1533321"/>
                  </a:lnTo>
                  <a:lnTo>
                    <a:pt x="1203193" y="1533314"/>
                  </a:lnTo>
                  <a:lnTo>
                    <a:pt x="1203198" y="1533305"/>
                  </a:lnTo>
                  <a:lnTo>
                    <a:pt x="1203204" y="1533296"/>
                  </a:lnTo>
                  <a:lnTo>
                    <a:pt x="1203212" y="1533294"/>
                  </a:lnTo>
                  <a:lnTo>
                    <a:pt x="1203227" y="1533298"/>
                  </a:lnTo>
                  <a:lnTo>
                    <a:pt x="1203243" y="1533306"/>
                  </a:lnTo>
                  <a:lnTo>
                    <a:pt x="1203258" y="1533313"/>
                  </a:lnTo>
                  <a:lnTo>
                    <a:pt x="1203268" y="1533317"/>
                  </a:lnTo>
                  <a:lnTo>
                    <a:pt x="1203276" y="1533315"/>
                  </a:lnTo>
                  <a:lnTo>
                    <a:pt x="1203290" y="1533305"/>
                  </a:lnTo>
                  <a:lnTo>
                    <a:pt x="1203306" y="1533292"/>
                  </a:lnTo>
                  <a:lnTo>
                    <a:pt x="1203321" y="1533277"/>
                  </a:lnTo>
                  <a:lnTo>
                    <a:pt x="1203349" y="1533243"/>
                  </a:lnTo>
                  <a:lnTo>
                    <a:pt x="1203356" y="1533230"/>
                  </a:lnTo>
                  <a:lnTo>
                    <a:pt x="1203363" y="1533220"/>
                  </a:lnTo>
                  <a:lnTo>
                    <a:pt x="1203368" y="1533209"/>
                  </a:lnTo>
                  <a:lnTo>
                    <a:pt x="1203371" y="1533197"/>
                  </a:lnTo>
                  <a:lnTo>
                    <a:pt x="1203373" y="1533180"/>
                  </a:lnTo>
                  <a:lnTo>
                    <a:pt x="1203371" y="1533163"/>
                  </a:lnTo>
                  <a:lnTo>
                    <a:pt x="1203368" y="1533147"/>
                  </a:lnTo>
                  <a:lnTo>
                    <a:pt x="1203370" y="1533128"/>
                  </a:lnTo>
                  <a:lnTo>
                    <a:pt x="1203374" y="1533117"/>
                  </a:lnTo>
                  <a:lnTo>
                    <a:pt x="1203379" y="1533107"/>
                  </a:lnTo>
                  <a:lnTo>
                    <a:pt x="1203384" y="1533097"/>
                  </a:lnTo>
                  <a:lnTo>
                    <a:pt x="1203389" y="1533081"/>
                  </a:lnTo>
                  <a:lnTo>
                    <a:pt x="1203392" y="1533068"/>
                  </a:lnTo>
                  <a:lnTo>
                    <a:pt x="1203391" y="1533040"/>
                  </a:lnTo>
                  <a:lnTo>
                    <a:pt x="1203392" y="1533025"/>
                  </a:lnTo>
                  <a:lnTo>
                    <a:pt x="1203393" y="1533008"/>
                  </a:lnTo>
                  <a:lnTo>
                    <a:pt x="1203398" y="1533000"/>
                  </a:lnTo>
                  <a:lnTo>
                    <a:pt x="1203407" y="1532995"/>
                  </a:lnTo>
                  <a:lnTo>
                    <a:pt x="1203423" y="1532991"/>
                  </a:lnTo>
                  <a:lnTo>
                    <a:pt x="1203445" y="1532977"/>
                  </a:lnTo>
                  <a:lnTo>
                    <a:pt x="1203455" y="1532970"/>
                  </a:lnTo>
                  <a:lnTo>
                    <a:pt x="1203474" y="1532965"/>
                  </a:lnTo>
                  <a:lnTo>
                    <a:pt x="1203486" y="1532959"/>
                  </a:lnTo>
                  <a:lnTo>
                    <a:pt x="1203506" y="1532944"/>
                  </a:lnTo>
                  <a:lnTo>
                    <a:pt x="1203513" y="1532936"/>
                  </a:lnTo>
                  <a:lnTo>
                    <a:pt x="1203529" y="1532924"/>
                  </a:lnTo>
                  <a:lnTo>
                    <a:pt x="1203545" y="1532915"/>
                  </a:lnTo>
                  <a:lnTo>
                    <a:pt x="1203561" y="1532908"/>
                  </a:lnTo>
                  <a:lnTo>
                    <a:pt x="1203570" y="1532905"/>
                  </a:lnTo>
                  <a:lnTo>
                    <a:pt x="1203585" y="1532899"/>
                  </a:lnTo>
                  <a:lnTo>
                    <a:pt x="1203593" y="1532894"/>
                  </a:lnTo>
                  <a:lnTo>
                    <a:pt x="1203600" y="1532891"/>
                  </a:lnTo>
                  <a:lnTo>
                    <a:pt x="1203609" y="1532885"/>
                  </a:lnTo>
                  <a:lnTo>
                    <a:pt x="1203625" y="1532875"/>
                  </a:lnTo>
                  <a:lnTo>
                    <a:pt x="1203640" y="1532861"/>
                  </a:lnTo>
                  <a:lnTo>
                    <a:pt x="1203650" y="1532851"/>
                  </a:lnTo>
                  <a:lnTo>
                    <a:pt x="1203667" y="1532835"/>
                  </a:lnTo>
                  <a:lnTo>
                    <a:pt x="1203682" y="1532818"/>
                  </a:lnTo>
                  <a:lnTo>
                    <a:pt x="1203697" y="1532804"/>
                  </a:lnTo>
                  <a:lnTo>
                    <a:pt x="1203712" y="1532791"/>
                  </a:lnTo>
                  <a:lnTo>
                    <a:pt x="1203728" y="1532778"/>
                  </a:lnTo>
                  <a:lnTo>
                    <a:pt x="1203743" y="1532767"/>
                  </a:lnTo>
                  <a:lnTo>
                    <a:pt x="1203759" y="1532756"/>
                  </a:lnTo>
                  <a:lnTo>
                    <a:pt x="1203771" y="1532740"/>
                  </a:lnTo>
                  <a:lnTo>
                    <a:pt x="1203778" y="1532723"/>
                  </a:lnTo>
                  <a:lnTo>
                    <a:pt x="1203779" y="1532707"/>
                  </a:lnTo>
                  <a:lnTo>
                    <a:pt x="1203785" y="1532699"/>
                  </a:lnTo>
                  <a:lnTo>
                    <a:pt x="1203793" y="1532698"/>
                  </a:lnTo>
                  <a:lnTo>
                    <a:pt x="1203809" y="1532699"/>
                  </a:lnTo>
                  <a:lnTo>
                    <a:pt x="1203824" y="1532698"/>
                  </a:lnTo>
                  <a:lnTo>
                    <a:pt x="1203840" y="1532698"/>
                  </a:lnTo>
                  <a:lnTo>
                    <a:pt x="1203856" y="1532697"/>
                  </a:lnTo>
                  <a:lnTo>
                    <a:pt x="1203872" y="1532697"/>
                  </a:lnTo>
                  <a:lnTo>
                    <a:pt x="1203919" y="1532691"/>
                  </a:lnTo>
                  <a:lnTo>
                    <a:pt x="1203935" y="1532688"/>
                  </a:lnTo>
                  <a:lnTo>
                    <a:pt x="1203951" y="1532688"/>
                  </a:lnTo>
                  <a:lnTo>
                    <a:pt x="1203954" y="1532694"/>
                  </a:lnTo>
                  <a:lnTo>
                    <a:pt x="1203952" y="1532706"/>
                  </a:lnTo>
                  <a:lnTo>
                    <a:pt x="1203953" y="1532722"/>
                  </a:lnTo>
                  <a:lnTo>
                    <a:pt x="1203961" y="1532739"/>
                  </a:lnTo>
                  <a:lnTo>
                    <a:pt x="1203971" y="1532756"/>
                  </a:lnTo>
                  <a:lnTo>
                    <a:pt x="1203984" y="1532771"/>
                  </a:lnTo>
                  <a:lnTo>
                    <a:pt x="1203996" y="1532789"/>
                  </a:lnTo>
                  <a:lnTo>
                    <a:pt x="1204003" y="1532793"/>
                  </a:lnTo>
                  <a:lnTo>
                    <a:pt x="1204030" y="1532794"/>
                  </a:lnTo>
                  <a:lnTo>
                    <a:pt x="1204062" y="1532793"/>
                  </a:lnTo>
                  <a:lnTo>
                    <a:pt x="1204076" y="1532789"/>
                  </a:lnTo>
                  <a:lnTo>
                    <a:pt x="1204083" y="1532785"/>
                  </a:lnTo>
                  <a:lnTo>
                    <a:pt x="1204099" y="1532777"/>
                  </a:lnTo>
                  <a:lnTo>
                    <a:pt x="1204115" y="1532771"/>
                  </a:lnTo>
                  <a:lnTo>
                    <a:pt x="1204131" y="1532767"/>
                  </a:lnTo>
                  <a:lnTo>
                    <a:pt x="1204147" y="1532763"/>
                  </a:lnTo>
                  <a:lnTo>
                    <a:pt x="1204163" y="1532764"/>
                  </a:lnTo>
                  <a:lnTo>
                    <a:pt x="1204178" y="1532770"/>
                  </a:lnTo>
                  <a:lnTo>
                    <a:pt x="1204194" y="1532780"/>
                  </a:lnTo>
                  <a:lnTo>
                    <a:pt x="1204202" y="1532785"/>
                  </a:lnTo>
                  <a:lnTo>
                    <a:pt x="1204209" y="1532786"/>
                  </a:lnTo>
                  <a:lnTo>
                    <a:pt x="1204225" y="1532788"/>
                  </a:lnTo>
                  <a:lnTo>
                    <a:pt x="1204256" y="1532784"/>
                  </a:lnTo>
                  <a:lnTo>
                    <a:pt x="1204272" y="1532786"/>
                  </a:lnTo>
                  <a:lnTo>
                    <a:pt x="1204275" y="1532790"/>
                  </a:lnTo>
                  <a:lnTo>
                    <a:pt x="1204273" y="1532803"/>
                  </a:lnTo>
                  <a:lnTo>
                    <a:pt x="1204267" y="1532819"/>
                  </a:lnTo>
                  <a:lnTo>
                    <a:pt x="1204263" y="1532836"/>
                  </a:lnTo>
                  <a:lnTo>
                    <a:pt x="1204264" y="1532877"/>
                  </a:lnTo>
                  <a:lnTo>
                    <a:pt x="1204265" y="1532885"/>
                  </a:lnTo>
                  <a:lnTo>
                    <a:pt x="1204269" y="1532893"/>
                  </a:lnTo>
                  <a:lnTo>
                    <a:pt x="1204275" y="1532910"/>
                  </a:lnTo>
                  <a:lnTo>
                    <a:pt x="1204277" y="1532917"/>
                  </a:lnTo>
                  <a:lnTo>
                    <a:pt x="1204279" y="1532935"/>
                  </a:lnTo>
                  <a:lnTo>
                    <a:pt x="1204278" y="1532976"/>
                  </a:lnTo>
                  <a:lnTo>
                    <a:pt x="1204276" y="1533066"/>
                  </a:lnTo>
                  <a:lnTo>
                    <a:pt x="1204277" y="1533080"/>
                  </a:lnTo>
                  <a:lnTo>
                    <a:pt x="1204287" y="1533085"/>
                  </a:lnTo>
                  <a:lnTo>
                    <a:pt x="1204299" y="1533093"/>
                  </a:lnTo>
                  <a:lnTo>
                    <a:pt x="1204319" y="1533105"/>
                  </a:lnTo>
                  <a:lnTo>
                    <a:pt x="1204326" y="1533112"/>
                  </a:lnTo>
                  <a:lnTo>
                    <a:pt x="1204328" y="1533120"/>
                  </a:lnTo>
                  <a:lnTo>
                    <a:pt x="1204331" y="1533165"/>
                  </a:lnTo>
                  <a:lnTo>
                    <a:pt x="1204335" y="1533172"/>
                  </a:lnTo>
                  <a:lnTo>
                    <a:pt x="1204342" y="1533177"/>
                  </a:lnTo>
                  <a:lnTo>
                    <a:pt x="1204357" y="1533193"/>
                  </a:lnTo>
                  <a:lnTo>
                    <a:pt x="1204362" y="1533209"/>
                  </a:lnTo>
                  <a:lnTo>
                    <a:pt x="1204361" y="1533225"/>
                  </a:lnTo>
                  <a:lnTo>
                    <a:pt x="1204359" y="1533237"/>
                  </a:lnTo>
                  <a:lnTo>
                    <a:pt x="1204356" y="1533242"/>
                  </a:lnTo>
                  <a:lnTo>
                    <a:pt x="1204346" y="1533257"/>
                  </a:lnTo>
                  <a:lnTo>
                    <a:pt x="1204341" y="1533272"/>
                  </a:lnTo>
                  <a:lnTo>
                    <a:pt x="1204343" y="1533288"/>
                  </a:lnTo>
                  <a:lnTo>
                    <a:pt x="1204351" y="1533299"/>
                  </a:lnTo>
                  <a:lnTo>
                    <a:pt x="1204362" y="1533313"/>
                  </a:lnTo>
                  <a:lnTo>
                    <a:pt x="1204371" y="1533328"/>
                  </a:lnTo>
                  <a:lnTo>
                    <a:pt x="1204384" y="1533344"/>
                  </a:lnTo>
                  <a:lnTo>
                    <a:pt x="1204394" y="1533361"/>
                  </a:lnTo>
                  <a:lnTo>
                    <a:pt x="1204400" y="1533371"/>
                  </a:lnTo>
                  <a:lnTo>
                    <a:pt x="1204403" y="1533378"/>
                  </a:lnTo>
                  <a:lnTo>
                    <a:pt x="1204408" y="1533395"/>
                  </a:lnTo>
                  <a:lnTo>
                    <a:pt x="1204410" y="1533403"/>
                  </a:lnTo>
                  <a:lnTo>
                    <a:pt x="1204407" y="1533429"/>
                  </a:lnTo>
                  <a:lnTo>
                    <a:pt x="1204400" y="1533468"/>
                  </a:lnTo>
                  <a:lnTo>
                    <a:pt x="1204409" y="1533483"/>
                  </a:lnTo>
                  <a:lnTo>
                    <a:pt x="1204423" y="1533497"/>
                  </a:lnTo>
                  <a:lnTo>
                    <a:pt x="1204440" y="1533517"/>
                  </a:lnTo>
                  <a:lnTo>
                    <a:pt x="1204444" y="1533522"/>
                  </a:lnTo>
                  <a:lnTo>
                    <a:pt x="1204447" y="1533530"/>
                  </a:lnTo>
                  <a:lnTo>
                    <a:pt x="1204447" y="1533547"/>
                  </a:lnTo>
                  <a:lnTo>
                    <a:pt x="1204444" y="1533572"/>
                  </a:lnTo>
                  <a:lnTo>
                    <a:pt x="1204441" y="1533580"/>
                  </a:lnTo>
                  <a:lnTo>
                    <a:pt x="1204436" y="1533597"/>
                  </a:lnTo>
                  <a:lnTo>
                    <a:pt x="1204432" y="1533620"/>
                  </a:lnTo>
                  <a:lnTo>
                    <a:pt x="1204432" y="1533630"/>
                  </a:lnTo>
                  <a:lnTo>
                    <a:pt x="1204447" y="1533646"/>
                  </a:lnTo>
                  <a:lnTo>
                    <a:pt x="1204459" y="1533663"/>
                  </a:lnTo>
                  <a:lnTo>
                    <a:pt x="1204464" y="1533669"/>
                  </a:lnTo>
                  <a:lnTo>
                    <a:pt x="1204472" y="1533676"/>
                  </a:lnTo>
                  <a:lnTo>
                    <a:pt x="1204477" y="1533681"/>
                  </a:lnTo>
                  <a:lnTo>
                    <a:pt x="1204493" y="1533692"/>
                  </a:lnTo>
                  <a:lnTo>
                    <a:pt x="1204504" y="1533697"/>
                  </a:lnTo>
                  <a:lnTo>
                    <a:pt x="1204519" y="1533704"/>
                  </a:lnTo>
                  <a:lnTo>
                    <a:pt x="1204535" y="1533711"/>
                  </a:lnTo>
                  <a:lnTo>
                    <a:pt x="1204544" y="1533714"/>
                  </a:lnTo>
                  <a:lnTo>
                    <a:pt x="1204551" y="1533719"/>
                  </a:lnTo>
                  <a:lnTo>
                    <a:pt x="1204559" y="1533730"/>
                  </a:lnTo>
                  <a:lnTo>
                    <a:pt x="1204568" y="1533753"/>
                  </a:lnTo>
                  <a:lnTo>
                    <a:pt x="1204570" y="1533774"/>
                  </a:lnTo>
                  <a:lnTo>
                    <a:pt x="1204570" y="1533779"/>
                  </a:lnTo>
                  <a:lnTo>
                    <a:pt x="1204567" y="1533789"/>
                  </a:lnTo>
                  <a:lnTo>
                    <a:pt x="1204561" y="1533806"/>
                  </a:lnTo>
                  <a:lnTo>
                    <a:pt x="1204551" y="1533822"/>
                  </a:lnTo>
                  <a:lnTo>
                    <a:pt x="1204543" y="1533839"/>
                  </a:lnTo>
                  <a:lnTo>
                    <a:pt x="1204538" y="1533855"/>
                  </a:lnTo>
                  <a:lnTo>
                    <a:pt x="1204535" y="1533862"/>
                  </a:lnTo>
                  <a:lnTo>
                    <a:pt x="1204537" y="1533875"/>
                  </a:lnTo>
                  <a:lnTo>
                    <a:pt x="1204541" y="1533882"/>
                  </a:lnTo>
                  <a:lnTo>
                    <a:pt x="1204548" y="1533888"/>
                  </a:lnTo>
                  <a:lnTo>
                    <a:pt x="1204556" y="1533899"/>
                  </a:lnTo>
                  <a:lnTo>
                    <a:pt x="1204561" y="1533909"/>
                  </a:lnTo>
                  <a:lnTo>
                    <a:pt x="1204565" y="1533921"/>
                  </a:lnTo>
                  <a:lnTo>
                    <a:pt x="1204567" y="1533948"/>
                  </a:lnTo>
                  <a:lnTo>
                    <a:pt x="1204563" y="1533959"/>
                  </a:lnTo>
                  <a:lnTo>
                    <a:pt x="1204560" y="1533976"/>
                  </a:lnTo>
                  <a:lnTo>
                    <a:pt x="1204565" y="1533997"/>
                  </a:lnTo>
                  <a:lnTo>
                    <a:pt x="1204562" y="1534016"/>
                  </a:lnTo>
                  <a:lnTo>
                    <a:pt x="1204557" y="1534026"/>
                  </a:lnTo>
                  <a:lnTo>
                    <a:pt x="1204547" y="1534042"/>
                  </a:lnTo>
                  <a:lnTo>
                    <a:pt x="1204544" y="1534050"/>
                  </a:lnTo>
                  <a:lnTo>
                    <a:pt x="1204536" y="1534061"/>
                  </a:lnTo>
                  <a:lnTo>
                    <a:pt x="1204533" y="1534067"/>
                  </a:lnTo>
                  <a:lnTo>
                    <a:pt x="1204532" y="1534075"/>
                  </a:lnTo>
                  <a:lnTo>
                    <a:pt x="1204529" y="1534092"/>
                  </a:lnTo>
                  <a:lnTo>
                    <a:pt x="1204518" y="1534112"/>
                  </a:lnTo>
                  <a:lnTo>
                    <a:pt x="1204506" y="1534125"/>
                  </a:lnTo>
                  <a:lnTo>
                    <a:pt x="1204490" y="1534137"/>
                  </a:lnTo>
                  <a:lnTo>
                    <a:pt x="1204474" y="1534145"/>
                  </a:lnTo>
                  <a:lnTo>
                    <a:pt x="1204458" y="1534155"/>
                  </a:lnTo>
                  <a:lnTo>
                    <a:pt x="1204442" y="1534166"/>
                  </a:lnTo>
                  <a:lnTo>
                    <a:pt x="1204427" y="1534178"/>
                  </a:lnTo>
                  <a:lnTo>
                    <a:pt x="1204416" y="1534188"/>
                  </a:lnTo>
                  <a:lnTo>
                    <a:pt x="1204411" y="1534195"/>
                  </a:lnTo>
                  <a:lnTo>
                    <a:pt x="1204404" y="1534208"/>
                  </a:lnTo>
                  <a:lnTo>
                    <a:pt x="1204399" y="1534223"/>
                  </a:lnTo>
                  <a:lnTo>
                    <a:pt x="1204398" y="1534242"/>
                  </a:lnTo>
                  <a:lnTo>
                    <a:pt x="1204393" y="1534258"/>
                  </a:lnTo>
                  <a:lnTo>
                    <a:pt x="1204383" y="1534275"/>
                  </a:lnTo>
                  <a:lnTo>
                    <a:pt x="1204363" y="1534300"/>
                  </a:lnTo>
                  <a:lnTo>
                    <a:pt x="1204361" y="1534305"/>
                  </a:lnTo>
                  <a:lnTo>
                    <a:pt x="1204374" y="1534328"/>
                  </a:lnTo>
                  <a:lnTo>
                    <a:pt x="1204388" y="1534344"/>
                  </a:lnTo>
                  <a:lnTo>
                    <a:pt x="1204398" y="1534361"/>
                  </a:lnTo>
                  <a:lnTo>
                    <a:pt x="1204400" y="1534365"/>
                  </a:lnTo>
                  <a:lnTo>
                    <a:pt x="1204400" y="1534377"/>
                  </a:lnTo>
                  <a:lnTo>
                    <a:pt x="1204396" y="1534394"/>
                  </a:lnTo>
                  <a:lnTo>
                    <a:pt x="1204393" y="1534410"/>
                  </a:lnTo>
                  <a:lnTo>
                    <a:pt x="1204389" y="1534427"/>
                  </a:lnTo>
                  <a:lnTo>
                    <a:pt x="1204384" y="1534443"/>
                  </a:lnTo>
                  <a:lnTo>
                    <a:pt x="1204381" y="1534453"/>
                  </a:lnTo>
                  <a:lnTo>
                    <a:pt x="1204370" y="1534477"/>
                  </a:lnTo>
                  <a:lnTo>
                    <a:pt x="1204360" y="1534500"/>
                  </a:lnTo>
                  <a:lnTo>
                    <a:pt x="1204351" y="1534519"/>
                  </a:lnTo>
                  <a:lnTo>
                    <a:pt x="1204345" y="1534526"/>
                  </a:lnTo>
                  <a:lnTo>
                    <a:pt x="1204337" y="1534543"/>
                  </a:lnTo>
                  <a:lnTo>
                    <a:pt x="1204333" y="1534551"/>
                  </a:lnTo>
                  <a:lnTo>
                    <a:pt x="1204327" y="1534559"/>
                  </a:lnTo>
                  <a:lnTo>
                    <a:pt x="1204311" y="1534573"/>
                  </a:lnTo>
                  <a:lnTo>
                    <a:pt x="1204303" y="1534579"/>
                  </a:lnTo>
                  <a:lnTo>
                    <a:pt x="1204262" y="1534585"/>
                  </a:lnTo>
                  <a:lnTo>
                    <a:pt x="1204222" y="1534582"/>
                  </a:lnTo>
                  <a:lnTo>
                    <a:pt x="1204214" y="1534579"/>
                  </a:lnTo>
                  <a:lnTo>
                    <a:pt x="1204209" y="1534580"/>
                  </a:lnTo>
                  <a:lnTo>
                    <a:pt x="1204203" y="1534584"/>
                  </a:lnTo>
                  <a:lnTo>
                    <a:pt x="1204201" y="1534597"/>
                  </a:lnTo>
                  <a:lnTo>
                    <a:pt x="1204202" y="1534614"/>
                  </a:lnTo>
                  <a:lnTo>
                    <a:pt x="1204206" y="1534647"/>
                  </a:lnTo>
                  <a:lnTo>
                    <a:pt x="1204209" y="1534664"/>
                  </a:lnTo>
                  <a:lnTo>
                    <a:pt x="1204216" y="1534767"/>
                  </a:lnTo>
                  <a:lnTo>
                    <a:pt x="1204213" y="1534781"/>
                  </a:lnTo>
                  <a:lnTo>
                    <a:pt x="1204212" y="1534789"/>
                  </a:lnTo>
                  <a:lnTo>
                    <a:pt x="1204207" y="1534802"/>
                  </a:lnTo>
                  <a:lnTo>
                    <a:pt x="1204197" y="1534817"/>
                  </a:lnTo>
                  <a:lnTo>
                    <a:pt x="1204190" y="1534830"/>
                  </a:lnTo>
                  <a:lnTo>
                    <a:pt x="1204183" y="1534847"/>
                  </a:lnTo>
                  <a:lnTo>
                    <a:pt x="1204181" y="1534852"/>
                  </a:lnTo>
                  <a:lnTo>
                    <a:pt x="1204181" y="1534868"/>
                  </a:lnTo>
                  <a:lnTo>
                    <a:pt x="1204182" y="1534874"/>
                  </a:lnTo>
                  <a:lnTo>
                    <a:pt x="1204185" y="1534880"/>
                  </a:lnTo>
                  <a:lnTo>
                    <a:pt x="1204194" y="1534897"/>
                  </a:lnTo>
                  <a:lnTo>
                    <a:pt x="1204217" y="1534930"/>
                  </a:lnTo>
                  <a:lnTo>
                    <a:pt x="1204227" y="1534948"/>
                  </a:lnTo>
                  <a:lnTo>
                    <a:pt x="1204235" y="1534964"/>
                  </a:lnTo>
                  <a:lnTo>
                    <a:pt x="1204244" y="1534981"/>
                  </a:lnTo>
                  <a:lnTo>
                    <a:pt x="1204252" y="1534998"/>
                  </a:lnTo>
                  <a:lnTo>
                    <a:pt x="1204266" y="1535013"/>
                  </a:lnTo>
                  <a:lnTo>
                    <a:pt x="1204280" y="1535027"/>
                  </a:lnTo>
                  <a:lnTo>
                    <a:pt x="1204296" y="1535039"/>
                  </a:lnTo>
                  <a:lnTo>
                    <a:pt x="1204311" y="1535049"/>
                  </a:lnTo>
                  <a:lnTo>
                    <a:pt x="1204326" y="1535061"/>
                  </a:lnTo>
                  <a:lnTo>
                    <a:pt x="1204331" y="1535066"/>
                  </a:lnTo>
                  <a:lnTo>
                    <a:pt x="1204337" y="1535077"/>
                  </a:lnTo>
                  <a:lnTo>
                    <a:pt x="1204342" y="1535084"/>
                  </a:lnTo>
                  <a:lnTo>
                    <a:pt x="1204351" y="1535091"/>
                  </a:lnTo>
                  <a:lnTo>
                    <a:pt x="1204367" y="1535101"/>
                  </a:lnTo>
                  <a:lnTo>
                    <a:pt x="1204383" y="1535110"/>
                  </a:lnTo>
                  <a:lnTo>
                    <a:pt x="1204394" y="1535120"/>
                  </a:lnTo>
                  <a:lnTo>
                    <a:pt x="1204398" y="1535126"/>
                  </a:lnTo>
                  <a:lnTo>
                    <a:pt x="1204406" y="1535139"/>
                  </a:lnTo>
                  <a:lnTo>
                    <a:pt x="1204423" y="1535163"/>
                  </a:lnTo>
                  <a:lnTo>
                    <a:pt x="1204429" y="1535170"/>
                  </a:lnTo>
                  <a:lnTo>
                    <a:pt x="1204437" y="1535176"/>
                  </a:lnTo>
                  <a:lnTo>
                    <a:pt x="1204453" y="1535181"/>
                  </a:lnTo>
                  <a:lnTo>
                    <a:pt x="1204468" y="1535191"/>
                  </a:lnTo>
                  <a:lnTo>
                    <a:pt x="1204484" y="1535200"/>
                  </a:lnTo>
                  <a:lnTo>
                    <a:pt x="1204499" y="1535213"/>
                  </a:lnTo>
                  <a:lnTo>
                    <a:pt x="1204514" y="1535224"/>
                  </a:lnTo>
                  <a:lnTo>
                    <a:pt x="1204528" y="1535238"/>
                  </a:lnTo>
                  <a:lnTo>
                    <a:pt x="1204541" y="1535255"/>
                  </a:lnTo>
                  <a:lnTo>
                    <a:pt x="1204548" y="1535263"/>
                  </a:lnTo>
                  <a:lnTo>
                    <a:pt x="1204553" y="1535273"/>
                  </a:lnTo>
                  <a:lnTo>
                    <a:pt x="1204563" y="1535289"/>
                  </a:lnTo>
                  <a:lnTo>
                    <a:pt x="1204566" y="1535294"/>
                  </a:lnTo>
                  <a:lnTo>
                    <a:pt x="1204570" y="1535306"/>
                  </a:lnTo>
                  <a:lnTo>
                    <a:pt x="1204572" y="1535314"/>
                  </a:lnTo>
                  <a:lnTo>
                    <a:pt x="1204571" y="1535346"/>
                  </a:lnTo>
                  <a:lnTo>
                    <a:pt x="1204570" y="1535363"/>
                  </a:lnTo>
                  <a:lnTo>
                    <a:pt x="1204567" y="1535379"/>
                  </a:lnTo>
                  <a:lnTo>
                    <a:pt x="1204567" y="1535396"/>
                  </a:lnTo>
                  <a:lnTo>
                    <a:pt x="1204570" y="1535413"/>
                  </a:lnTo>
                  <a:lnTo>
                    <a:pt x="1204574" y="1535421"/>
                  </a:lnTo>
                  <a:lnTo>
                    <a:pt x="1204582" y="1535425"/>
                  </a:lnTo>
                  <a:lnTo>
                    <a:pt x="1204605" y="1535435"/>
                  </a:lnTo>
                  <a:lnTo>
                    <a:pt x="1204613" y="1535436"/>
                  </a:lnTo>
                  <a:lnTo>
                    <a:pt x="1204629" y="1535442"/>
                  </a:lnTo>
                  <a:lnTo>
                    <a:pt x="1204645" y="1535448"/>
                  </a:lnTo>
                  <a:lnTo>
                    <a:pt x="1204659" y="1535464"/>
                  </a:lnTo>
                  <a:lnTo>
                    <a:pt x="1204667" y="1535481"/>
                  </a:lnTo>
                  <a:lnTo>
                    <a:pt x="1204684" y="1535513"/>
                  </a:lnTo>
                  <a:lnTo>
                    <a:pt x="1204692" y="1535532"/>
                  </a:lnTo>
                  <a:lnTo>
                    <a:pt x="1204698" y="1535548"/>
                  </a:lnTo>
                  <a:lnTo>
                    <a:pt x="1204705" y="1535565"/>
                  </a:lnTo>
                  <a:lnTo>
                    <a:pt x="1204714" y="1535582"/>
                  </a:lnTo>
                  <a:lnTo>
                    <a:pt x="1204725" y="1535599"/>
                  </a:lnTo>
                  <a:lnTo>
                    <a:pt x="1204734" y="1535616"/>
                  </a:lnTo>
                  <a:lnTo>
                    <a:pt x="1204743" y="1535631"/>
                  </a:lnTo>
                  <a:lnTo>
                    <a:pt x="1204751" y="1535648"/>
                  </a:lnTo>
                  <a:lnTo>
                    <a:pt x="1204755" y="1535657"/>
                  </a:lnTo>
                  <a:lnTo>
                    <a:pt x="1204760" y="1535665"/>
                  </a:lnTo>
                  <a:lnTo>
                    <a:pt x="1204772" y="1535682"/>
                  </a:lnTo>
                  <a:lnTo>
                    <a:pt x="1204785" y="1535698"/>
                  </a:lnTo>
                  <a:lnTo>
                    <a:pt x="1204800" y="1535714"/>
                  </a:lnTo>
                  <a:lnTo>
                    <a:pt x="1204814" y="1535726"/>
                  </a:lnTo>
                  <a:lnTo>
                    <a:pt x="1204828" y="1535740"/>
                  </a:lnTo>
                  <a:lnTo>
                    <a:pt x="1204845" y="1535758"/>
                  </a:lnTo>
                  <a:lnTo>
                    <a:pt x="1204867" y="1535788"/>
                  </a:lnTo>
                  <a:lnTo>
                    <a:pt x="1204885" y="1535814"/>
                  </a:lnTo>
                  <a:lnTo>
                    <a:pt x="1204888" y="1535822"/>
                  </a:lnTo>
                  <a:lnTo>
                    <a:pt x="1204892" y="1535831"/>
                  </a:lnTo>
                  <a:lnTo>
                    <a:pt x="1204899" y="1535850"/>
                  </a:lnTo>
                  <a:lnTo>
                    <a:pt x="1204908" y="1535863"/>
                  </a:lnTo>
                  <a:lnTo>
                    <a:pt x="1204925" y="1535865"/>
                  </a:lnTo>
                  <a:lnTo>
                    <a:pt x="1204941" y="1535861"/>
                  </a:lnTo>
                  <a:lnTo>
                    <a:pt x="1204957" y="1535855"/>
                  </a:lnTo>
                  <a:lnTo>
                    <a:pt x="1204972" y="1535851"/>
                  </a:lnTo>
                  <a:lnTo>
                    <a:pt x="1204988" y="1535844"/>
                  </a:lnTo>
                  <a:lnTo>
                    <a:pt x="1205004" y="1535839"/>
                  </a:lnTo>
                  <a:lnTo>
                    <a:pt x="1205035" y="1535828"/>
                  </a:lnTo>
                  <a:lnTo>
                    <a:pt x="1205052" y="1535822"/>
                  </a:lnTo>
                  <a:lnTo>
                    <a:pt x="1205061" y="1535818"/>
                  </a:lnTo>
                  <a:lnTo>
                    <a:pt x="1205067" y="1535816"/>
                  </a:lnTo>
                  <a:lnTo>
                    <a:pt x="1205083" y="1535809"/>
                  </a:lnTo>
                  <a:lnTo>
                    <a:pt x="1205099" y="1535805"/>
                  </a:lnTo>
                  <a:lnTo>
                    <a:pt x="1205107" y="1535801"/>
                  </a:lnTo>
                  <a:lnTo>
                    <a:pt x="1205119" y="1535795"/>
                  </a:lnTo>
                  <a:lnTo>
                    <a:pt x="1205129" y="1535790"/>
                  </a:lnTo>
                  <a:lnTo>
                    <a:pt x="1205138" y="1535782"/>
                  </a:lnTo>
                  <a:lnTo>
                    <a:pt x="1205153" y="1535776"/>
                  </a:lnTo>
                  <a:lnTo>
                    <a:pt x="1205161" y="1535774"/>
                  </a:lnTo>
                  <a:lnTo>
                    <a:pt x="1205177" y="1535770"/>
                  </a:lnTo>
                  <a:lnTo>
                    <a:pt x="1205193" y="1535765"/>
                  </a:lnTo>
                  <a:lnTo>
                    <a:pt x="1205209" y="1535765"/>
                  </a:lnTo>
                  <a:lnTo>
                    <a:pt x="1205224" y="1535762"/>
                  </a:lnTo>
                  <a:lnTo>
                    <a:pt x="1205240" y="1535759"/>
                  </a:lnTo>
                  <a:lnTo>
                    <a:pt x="1205256" y="1535756"/>
                  </a:lnTo>
                  <a:lnTo>
                    <a:pt x="1205272" y="1535755"/>
                  </a:lnTo>
                  <a:lnTo>
                    <a:pt x="1205288" y="1535755"/>
                  </a:lnTo>
                  <a:lnTo>
                    <a:pt x="1205303" y="1535754"/>
                  </a:lnTo>
                  <a:lnTo>
                    <a:pt x="1205319" y="1535756"/>
                  </a:lnTo>
                  <a:lnTo>
                    <a:pt x="1205327" y="1535755"/>
                  </a:lnTo>
                  <a:lnTo>
                    <a:pt x="1205335" y="1535756"/>
                  </a:lnTo>
                  <a:lnTo>
                    <a:pt x="1205350" y="1535757"/>
                  </a:lnTo>
                  <a:lnTo>
                    <a:pt x="1205366" y="1535758"/>
                  </a:lnTo>
                  <a:lnTo>
                    <a:pt x="1205382" y="1535760"/>
                  </a:lnTo>
                  <a:lnTo>
                    <a:pt x="1205397" y="1535764"/>
                  </a:lnTo>
                  <a:lnTo>
                    <a:pt x="1205415" y="1535769"/>
                  </a:lnTo>
                  <a:lnTo>
                    <a:pt x="1205422" y="1535768"/>
                  </a:lnTo>
                  <a:lnTo>
                    <a:pt x="1205429" y="1535772"/>
                  </a:lnTo>
                  <a:lnTo>
                    <a:pt x="1205428" y="1535780"/>
                  </a:lnTo>
                  <a:lnTo>
                    <a:pt x="1205415" y="1535787"/>
                  </a:lnTo>
                  <a:lnTo>
                    <a:pt x="1205399" y="1535800"/>
                  </a:lnTo>
                  <a:lnTo>
                    <a:pt x="1205387" y="1535816"/>
                  </a:lnTo>
                  <a:lnTo>
                    <a:pt x="1205383" y="1535822"/>
                  </a:lnTo>
                  <a:lnTo>
                    <a:pt x="1205378" y="1535834"/>
                  </a:lnTo>
                  <a:lnTo>
                    <a:pt x="1205379" y="1535849"/>
                  </a:lnTo>
                  <a:lnTo>
                    <a:pt x="1205383" y="1535866"/>
                  </a:lnTo>
                  <a:lnTo>
                    <a:pt x="1205388" y="1535876"/>
                  </a:lnTo>
                  <a:lnTo>
                    <a:pt x="1205393" y="1535885"/>
                  </a:lnTo>
                  <a:lnTo>
                    <a:pt x="1205404" y="1535900"/>
                  </a:lnTo>
                  <a:lnTo>
                    <a:pt x="1205416" y="1535915"/>
                  </a:lnTo>
                  <a:lnTo>
                    <a:pt x="1205431" y="1535930"/>
                  </a:lnTo>
                  <a:lnTo>
                    <a:pt x="1205444" y="1535945"/>
                  </a:lnTo>
                  <a:lnTo>
                    <a:pt x="1205449" y="1535950"/>
                  </a:lnTo>
                  <a:lnTo>
                    <a:pt x="1205459" y="1535957"/>
                  </a:lnTo>
                  <a:lnTo>
                    <a:pt x="1205475" y="1535971"/>
                  </a:lnTo>
                  <a:lnTo>
                    <a:pt x="1205481" y="1535976"/>
                  </a:lnTo>
                  <a:lnTo>
                    <a:pt x="1205496" y="1535987"/>
                  </a:lnTo>
                  <a:lnTo>
                    <a:pt x="1205506" y="1535991"/>
                  </a:lnTo>
                  <a:lnTo>
                    <a:pt x="1205521" y="1535997"/>
                  </a:lnTo>
                  <a:lnTo>
                    <a:pt x="1205537" y="1536002"/>
                  </a:lnTo>
                  <a:lnTo>
                    <a:pt x="1205553" y="1536011"/>
                  </a:lnTo>
                  <a:lnTo>
                    <a:pt x="1205568" y="1536023"/>
                  </a:lnTo>
                  <a:lnTo>
                    <a:pt x="1205584" y="1536033"/>
                  </a:lnTo>
                  <a:lnTo>
                    <a:pt x="1205592" y="1536038"/>
                  </a:lnTo>
                  <a:lnTo>
                    <a:pt x="1205600" y="1536041"/>
                  </a:lnTo>
                  <a:lnTo>
                    <a:pt x="1205607" y="1536044"/>
                  </a:lnTo>
                  <a:lnTo>
                    <a:pt x="1205615" y="1536046"/>
                  </a:lnTo>
                  <a:lnTo>
                    <a:pt x="1205631" y="1536049"/>
                  </a:lnTo>
                  <a:lnTo>
                    <a:pt x="1205639" y="1536052"/>
                  </a:lnTo>
                  <a:lnTo>
                    <a:pt x="1205672" y="1536054"/>
                  </a:lnTo>
                  <a:lnTo>
                    <a:pt x="1205687" y="1536055"/>
                  </a:lnTo>
                  <a:lnTo>
                    <a:pt x="1205703" y="1536054"/>
                  </a:lnTo>
                  <a:lnTo>
                    <a:pt x="1205719" y="1536049"/>
                  </a:lnTo>
                  <a:lnTo>
                    <a:pt x="1205732" y="1536047"/>
                  </a:lnTo>
                  <a:lnTo>
                    <a:pt x="1205750" y="1536041"/>
                  </a:lnTo>
                  <a:lnTo>
                    <a:pt x="1205766" y="1536040"/>
                  </a:lnTo>
                  <a:lnTo>
                    <a:pt x="1205788" y="1536040"/>
                  </a:lnTo>
                  <a:lnTo>
                    <a:pt x="1205798" y="1536044"/>
                  </a:lnTo>
                  <a:lnTo>
                    <a:pt x="1205813" y="1536050"/>
                  </a:lnTo>
                  <a:lnTo>
                    <a:pt x="1205828" y="1536065"/>
                  </a:lnTo>
                  <a:lnTo>
                    <a:pt x="1205831" y="1536082"/>
                  </a:lnTo>
                  <a:lnTo>
                    <a:pt x="1205834" y="1536099"/>
                  </a:lnTo>
                  <a:lnTo>
                    <a:pt x="1205837" y="1536116"/>
                  </a:lnTo>
                  <a:lnTo>
                    <a:pt x="1205837" y="1536132"/>
                  </a:lnTo>
                  <a:lnTo>
                    <a:pt x="1205839" y="1536169"/>
                  </a:lnTo>
                  <a:lnTo>
                    <a:pt x="1205844" y="1536192"/>
                  </a:lnTo>
                  <a:lnTo>
                    <a:pt x="1205848" y="1536203"/>
                  </a:lnTo>
                  <a:lnTo>
                    <a:pt x="1205857" y="1536219"/>
                  </a:lnTo>
                  <a:lnTo>
                    <a:pt x="1205869" y="1536235"/>
                  </a:lnTo>
                  <a:lnTo>
                    <a:pt x="1205884" y="1536250"/>
                  </a:lnTo>
                  <a:lnTo>
                    <a:pt x="1205900" y="1536263"/>
                  </a:lnTo>
                  <a:lnTo>
                    <a:pt x="1205915" y="1536269"/>
                  </a:lnTo>
                  <a:lnTo>
                    <a:pt x="1205931" y="1536274"/>
                  </a:lnTo>
                  <a:lnTo>
                    <a:pt x="1205947" y="1536277"/>
                  </a:lnTo>
                  <a:lnTo>
                    <a:pt x="1205963" y="1536280"/>
                  </a:lnTo>
                  <a:lnTo>
                    <a:pt x="1205968" y="1536284"/>
                  </a:lnTo>
                  <a:lnTo>
                    <a:pt x="1205971" y="1536287"/>
                  </a:lnTo>
                  <a:lnTo>
                    <a:pt x="1205973" y="1536295"/>
                  </a:lnTo>
                  <a:lnTo>
                    <a:pt x="1205973" y="1536331"/>
                  </a:lnTo>
                  <a:lnTo>
                    <a:pt x="1205976" y="1536364"/>
                  </a:lnTo>
                  <a:lnTo>
                    <a:pt x="1205979" y="1536414"/>
                  </a:lnTo>
                  <a:lnTo>
                    <a:pt x="1205983" y="1536430"/>
                  </a:lnTo>
                  <a:lnTo>
                    <a:pt x="1205985" y="1536437"/>
                  </a:lnTo>
                  <a:lnTo>
                    <a:pt x="1205985" y="1536445"/>
                  </a:lnTo>
                  <a:lnTo>
                    <a:pt x="1205979" y="1536464"/>
                  </a:lnTo>
                  <a:lnTo>
                    <a:pt x="1205976" y="1536468"/>
                  </a:lnTo>
                  <a:lnTo>
                    <a:pt x="1205971" y="1536480"/>
                  </a:lnTo>
                  <a:lnTo>
                    <a:pt x="1205963" y="1536497"/>
                  </a:lnTo>
                  <a:lnTo>
                    <a:pt x="1205957" y="1536513"/>
                  </a:lnTo>
                  <a:lnTo>
                    <a:pt x="1205950" y="1536530"/>
                  </a:lnTo>
                  <a:lnTo>
                    <a:pt x="1205945" y="1536546"/>
                  </a:lnTo>
                  <a:lnTo>
                    <a:pt x="1205939" y="1536563"/>
                  </a:lnTo>
                  <a:lnTo>
                    <a:pt x="1205935" y="1536580"/>
                  </a:lnTo>
                  <a:lnTo>
                    <a:pt x="1205932" y="1536600"/>
                  </a:lnTo>
                  <a:lnTo>
                    <a:pt x="1205933" y="1536613"/>
                  </a:lnTo>
                  <a:lnTo>
                    <a:pt x="1205936" y="1536629"/>
                  </a:lnTo>
                  <a:lnTo>
                    <a:pt x="1205940" y="1536636"/>
                  </a:lnTo>
                  <a:lnTo>
                    <a:pt x="1205949" y="1536645"/>
                  </a:lnTo>
                  <a:lnTo>
                    <a:pt x="1205965" y="1536661"/>
                  </a:lnTo>
                  <a:lnTo>
                    <a:pt x="1205972" y="1536670"/>
                  </a:lnTo>
                  <a:lnTo>
                    <a:pt x="1205977" y="1536677"/>
                  </a:lnTo>
                  <a:lnTo>
                    <a:pt x="1205983" y="1536687"/>
                  </a:lnTo>
                  <a:lnTo>
                    <a:pt x="1205983" y="1536694"/>
                  </a:lnTo>
                  <a:lnTo>
                    <a:pt x="1205981" y="1536700"/>
                  </a:lnTo>
                  <a:lnTo>
                    <a:pt x="1205972" y="1536709"/>
                  </a:lnTo>
                  <a:lnTo>
                    <a:pt x="1205959" y="1536724"/>
                  </a:lnTo>
                  <a:lnTo>
                    <a:pt x="1205947" y="1536741"/>
                  </a:lnTo>
                  <a:lnTo>
                    <a:pt x="1205934" y="1536758"/>
                  </a:lnTo>
                  <a:lnTo>
                    <a:pt x="1205921" y="1536773"/>
                  </a:lnTo>
                  <a:lnTo>
                    <a:pt x="1205908" y="1536788"/>
                  </a:lnTo>
                  <a:lnTo>
                    <a:pt x="1205900" y="1536795"/>
                  </a:lnTo>
                  <a:lnTo>
                    <a:pt x="1205892" y="1536805"/>
                  </a:lnTo>
                  <a:lnTo>
                    <a:pt x="1205888" y="1536820"/>
                  </a:lnTo>
                  <a:lnTo>
                    <a:pt x="1205889" y="1536836"/>
                  </a:lnTo>
                  <a:lnTo>
                    <a:pt x="1205893" y="1536853"/>
                  </a:lnTo>
                  <a:lnTo>
                    <a:pt x="1205897" y="1536870"/>
                  </a:lnTo>
                  <a:lnTo>
                    <a:pt x="1205896" y="1536875"/>
                  </a:lnTo>
                  <a:lnTo>
                    <a:pt x="1205886" y="1536885"/>
                  </a:lnTo>
                  <a:lnTo>
                    <a:pt x="1205870" y="1536896"/>
                  </a:lnTo>
                  <a:lnTo>
                    <a:pt x="1205854" y="1536907"/>
                  </a:lnTo>
                  <a:lnTo>
                    <a:pt x="1205838" y="1536920"/>
                  </a:lnTo>
                  <a:lnTo>
                    <a:pt x="1205835" y="1536925"/>
                  </a:lnTo>
                  <a:lnTo>
                    <a:pt x="1205831" y="1536937"/>
                  </a:lnTo>
                  <a:lnTo>
                    <a:pt x="1205827" y="1536953"/>
                  </a:lnTo>
                  <a:lnTo>
                    <a:pt x="1205828" y="1536970"/>
                  </a:lnTo>
                  <a:lnTo>
                    <a:pt x="1205828" y="1536987"/>
                  </a:lnTo>
                  <a:lnTo>
                    <a:pt x="1205834" y="1537020"/>
                  </a:lnTo>
                  <a:lnTo>
                    <a:pt x="1205835" y="1537027"/>
                  </a:lnTo>
                  <a:lnTo>
                    <a:pt x="1205840" y="1537040"/>
                  </a:lnTo>
                  <a:lnTo>
                    <a:pt x="1205852" y="1537053"/>
                  </a:lnTo>
                  <a:lnTo>
                    <a:pt x="1205856" y="1537057"/>
                  </a:lnTo>
                  <a:lnTo>
                    <a:pt x="1205867" y="1537064"/>
                  </a:lnTo>
                  <a:lnTo>
                    <a:pt x="1205883" y="1537072"/>
                  </a:lnTo>
                  <a:lnTo>
                    <a:pt x="1205891" y="1537076"/>
                  </a:lnTo>
                  <a:lnTo>
                    <a:pt x="1205899" y="1537080"/>
                  </a:lnTo>
                  <a:lnTo>
                    <a:pt x="1205903" y="1537082"/>
                  </a:lnTo>
                  <a:lnTo>
                    <a:pt x="1205913" y="1537095"/>
                  </a:lnTo>
                  <a:lnTo>
                    <a:pt x="1205914" y="1537105"/>
                  </a:lnTo>
                  <a:lnTo>
                    <a:pt x="1205912" y="1537110"/>
                  </a:lnTo>
                  <a:lnTo>
                    <a:pt x="1205904" y="1537127"/>
                  </a:lnTo>
                  <a:lnTo>
                    <a:pt x="1205894" y="1537143"/>
                  </a:lnTo>
                  <a:lnTo>
                    <a:pt x="1205884" y="1537160"/>
                  </a:lnTo>
                  <a:lnTo>
                    <a:pt x="1205880" y="1537166"/>
                  </a:lnTo>
                  <a:lnTo>
                    <a:pt x="1205874" y="1537176"/>
                  </a:lnTo>
                  <a:lnTo>
                    <a:pt x="1205874" y="1537193"/>
                  </a:lnTo>
                  <a:lnTo>
                    <a:pt x="1205876" y="1537210"/>
                  </a:lnTo>
                  <a:lnTo>
                    <a:pt x="1205879" y="1537230"/>
                  </a:lnTo>
                  <a:lnTo>
                    <a:pt x="1205885" y="1537239"/>
                  </a:lnTo>
                  <a:lnTo>
                    <a:pt x="1205890" y="1537242"/>
                  </a:lnTo>
                  <a:lnTo>
                    <a:pt x="1205895" y="1537248"/>
                  </a:lnTo>
                  <a:lnTo>
                    <a:pt x="1205898" y="1537254"/>
                  </a:lnTo>
                  <a:lnTo>
                    <a:pt x="1205907" y="1537272"/>
                  </a:lnTo>
                  <a:lnTo>
                    <a:pt x="1205910" y="1537288"/>
                  </a:lnTo>
                  <a:lnTo>
                    <a:pt x="1205908" y="1537322"/>
                  </a:lnTo>
                  <a:lnTo>
                    <a:pt x="1205913" y="1537339"/>
                  </a:lnTo>
                  <a:lnTo>
                    <a:pt x="1205918" y="1537361"/>
                  </a:lnTo>
                  <a:lnTo>
                    <a:pt x="1205924" y="1537376"/>
                  </a:lnTo>
                  <a:lnTo>
                    <a:pt x="1205930" y="1537390"/>
                  </a:lnTo>
                  <a:lnTo>
                    <a:pt x="1205942" y="1537407"/>
                  </a:lnTo>
                  <a:lnTo>
                    <a:pt x="1205954" y="1537423"/>
                  </a:lnTo>
                  <a:lnTo>
                    <a:pt x="1205959" y="1537432"/>
                  </a:lnTo>
                  <a:lnTo>
                    <a:pt x="1205971" y="1537463"/>
                  </a:lnTo>
                  <a:lnTo>
                    <a:pt x="1205978" y="1537481"/>
                  </a:lnTo>
                  <a:lnTo>
                    <a:pt x="1205986" y="1537497"/>
                  </a:lnTo>
                  <a:lnTo>
                    <a:pt x="1205994" y="1537514"/>
                  </a:lnTo>
                  <a:lnTo>
                    <a:pt x="1206009" y="1537531"/>
                  </a:lnTo>
                  <a:lnTo>
                    <a:pt x="1206023" y="1537546"/>
                  </a:lnTo>
                  <a:lnTo>
                    <a:pt x="1206037" y="1537558"/>
                  </a:lnTo>
                  <a:lnTo>
                    <a:pt x="1206053" y="1537573"/>
                  </a:lnTo>
                  <a:lnTo>
                    <a:pt x="1206058" y="1537580"/>
                  </a:lnTo>
                  <a:lnTo>
                    <a:pt x="1206066" y="1537586"/>
                  </a:lnTo>
                  <a:lnTo>
                    <a:pt x="1206080" y="1537601"/>
                  </a:lnTo>
                  <a:lnTo>
                    <a:pt x="1206095" y="1537617"/>
                  </a:lnTo>
                  <a:lnTo>
                    <a:pt x="1206111" y="1537625"/>
                  </a:lnTo>
                  <a:lnTo>
                    <a:pt x="1206127" y="1537630"/>
                  </a:lnTo>
                  <a:lnTo>
                    <a:pt x="1206142" y="1537633"/>
                  </a:lnTo>
                  <a:lnTo>
                    <a:pt x="1206158" y="1537639"/>
                  </a:lnTo>
                  <a:lnTo>
                    <a:pt x="1206173" y="1537640"/>
                  </a:lnTo>
                  <a:lnTo>
                    <a:pt x="1206189" y="1537642"/>
                  </a:lnTo>
                  <a:lnTo>
                    <a:pt x="1206207" y="1537646"/>
                  </a:lnTo>
                  <a:lnTo>
                    <a:pt x="1206220" y="1537655"/>
                  </a:lnTo>
                  <a:lnTo>
                    <a:pt x="1206231" y="1537663"/>
                  </a:lnTo>
                  <a:lnTo>
                    <a:pt x="1206235" y="1537669"/>
                  </a:lnTo>
                  <a:lnTo>
                    <a:pt x="1206245" y="1537686"/>
                  </a:lnTo>
                  <a:lnTo>
                    <a:pt x="1206267" y="1537719"/>
                  </a:lnTo>
                  <a:lnTo>
                    <a:pt x="1206273" y="1537726"/>
                  </a:lnTo>
                  <a:lnTo>
                    <a:pt x="1206276" y="1537730"/>
                  </a:lnTo>
                  <a:lnTo>
                    <a:pt x="1206277" y="1537736"/>
                  </a:lnTo>
                  <a:lnTo>
                    <a:pt x="1206280" y="1537753"/>
                  </a:lnTo>
                  <a:lnTo>
                    <a:pt x="1206280" y="1537769"/>
                  </a:lnTo>
                  <a:lnTo>
                    <a:pt x="1206281" y="1537776"/>
                  </a:lnTo>
                  <a:lnTo>
                    <a:pt x="1206289" y="1537786"/>
                  </a:lnTo>
                  <a:lnTo>
                    <a:pt x="1206305" y="1537796"/>
                  </a:lnTo>
                  <a:lnTo>
                    <a:pt x="1206320" y="1537806"/>
                  </a:lnTo>
                  <a:lnTo>
                    <a:pt x="1206336" y="1537813"/>
                  </a:lnTo>
                  <a:lnTo>
                    <a:pt x="1206352" y="1537821"/>
                  </a:lnTo>
                  <a:lnTo>
                    <a:pt x="1206360" y="1537824"/>
                  </a:lnTo>
                  <a:lnTo>
                    <a:pt x="1206378" y="1537836"/>
                  </a:lnTo>
                  <a:lnTo>
                    <a:pt x="1206386" y="1537841"/>
                  </a:lnTo>
                  <a:lnTo>
                    <a:pt x="1206424" y="1537875"/>
                  </a:lnTo>
                  <a:lnTo>
                    <a:pt x="1206432" y="1537881"/>
                  </a:lnTo>
                  <a:lnTo>
                    <a:pt x="1206437" y="1537889"/>
                  </a:lnTo>
                  <a:lnTo>
                    <a:pt x="1206444" y="1537906"/>
                  </a:lnTo>
                  <a:lnTo>
                    <a:pt x="1206446" y="1537913"/>
                  </a:lnTo>
                  <a:lnTo>
                    <a:pt x="1206455" y="1537931"/>
                  </a:lnTo>
                  <a:lnTo>
                    <a:pt x="1206464" y="1537949"/>
                  </a:lnTo>
                  <a:lnTo>
                    <a:pt x="1206474" y="1537966"/>
                  </a:lnTo>
                  <a:lnTo>
                    <a:pt x="1206477" y="1537970"/>
                  </a:lnTo>
                  <a:lnTo>
                    <a:pt x="1206489" y="1537978"/>
                  </a:lnTo>
                  <a:lnTo>
                    <a:pt x="1206504" y="1537983"/>
                  </a:lnTo>
                  <a:lnTo>
                    <a:pt x="1206536" y="1537988"/>
                  </a:lnTo>
                  <a:lnTo>
                    <a:pt x="1206552" y="1537992"/>
                  </a:lnTo>
                  <a:lnTo>
                    <a:pt x="1206567" y="1537995"/>
                  </a:lnTo>
                  <a:lnTo>
                    <a:pt x="1206583" y="1538000"/>
                  </a:lnTo>
                  <a:lnTo>
                    <a:pt x="1206598" y="1538002"/>
                  </a:lnTo>
                  <a:lnTo>
                    <a:pt x="1206614" y="1538006"/>
                  </a:lnTo>
                  <a:lnTo>
                    <a:pt x="1206630" y="1538007"/>
                  </a:lnTo>
                  <a:lnTo>
                    <a:pt x="1206645" y="1538009"/>
                  </a:lnTo>
                  <a:lnTo>
                    <a:pt x="1206661" y="1538009"/>
                  </a:lnTo>
                  <a:lnTo>
                    <a:pt x="1206677" y="1538011"/>
                  </a:lnTo>
                  <a:lnTo>
                    <a:pt x="1206693" y="1538013"/>
                  </a:lnTo>
                  <a:lnTo>
                    <a:pt x="1206708" y="1538013"/>
                  </a:lnTo>
                  <a:lnTo>
                    <a:pt x="1206719" y="1538012"/>
                  </a:lnTo>
                  <a:lnTo>
                    <a:pt x="1206728" y="1538009"/>
                  </a:lnTo>
                  <a:lnTo>
                    <a:pt x="1206740" y="1538004"/>
                  </a:lnTo>
                  <a:lnTo>
                    <a:pt x="1206756" y="1537993"/>
                  </a:lnTo>
                  <a:lnTo>
                    <a:pt x="1206763" y="1537990"/>
                  </a:lnTo>
                  <a:lnTo>
                    <a:pt x="1206772" y="1537993"/>
                  </a:lnTo>
                  <a:lnTo>
                    <a:pt x="1206787" y="1538005"/>
                  </a:lnTo>
                  <a:lnTo>
                    <a:pt x="1206800" y="1538020"/>
                  </a:lnTo>
                  <a:lnTo>
                    <a:pt x="1206828" y="1538048"/>
                  </a:lnTo>
                  <a:lnTo>
                    <a:pt x="1206842" y="1538061"/>
                  </a:lnTo>
                  <a:lnTo>
                    <a:pt x="1206856" y="1538073"/>
                  </a:lnTo>
                  <a:lnTo>
                    <a:pt x="1206872" y="1538086"/>
                  </a:lnTo>
                  <a:lnTo>
                    <a:pt x="1206886" y="1538098"/>
                  </a:lnTo>
                  <a:lnTo>
                    <a:pt x="1206902" y="1538114"/>
                  </a:lnTo>
                  <a:lnTo>
                    <a:pt x="1206916" y="1538126"/>
                  </a:lnTo>
                  <a:lnTo>
                    <a:pt x="1206930" y="1538141"/>
                  </a:lnTo>
                  <a:lnTo>
                    <a:pt x="1206938" y="1538148"/>
                  </a:lnTo>
                  <a:lnTo>
                    <a:pt x="1206946" y="1538152"/>
                  </a:lnTo>
                  <a:lnTo>
                    <a:pt x="1206961" y="1538163"/>
                  </a:lnTo>
                  <a:lnTo>
                    <a:pt x="1206970" y="1538166"/>
                  </a:lnTo>
                  <a:lnTo>
                    <a:pt x="1206977" y="1538166"/>
                  </a:lnTo>
                  <a:lnTo>
                    <a:pt x="1206993" y="1538163"/>
                  </a:lnTo>
                  <a:lnTo>
                    <a:pt x="1207009" y="1538158"/>
                  </a:lnTo>
                  <a:lnTo>
                    <a:pt x="1207025" y="1538149"/>
                  </a:lnTo>
                  <a:lnTo>
                    <a:pt x="1207056" y="1538134"/>
                  </a:lnTo>
                  <a:lnTo>
                    <a:pt x="1207072" y="1538131"/>
                  </a:lnTo>
                  <a:lnTo>
                    <a:pt x="1207088" y="1538130"/>
                  </a:lnTo>
                  <a:lnTo>
                    <a:pt x="1207104" y="1538128"/>
                  </a:lnTo>
                  <a:lnTo>
                    <a:pt x="1207119" y="1538126"/>
                  </a:lnTo>
                  <a:lnTo>
                    <a:pt x="1207124" y="1538125"/>
                  </a:lnTo>
                  <a:lnTo>
                    <a:pt x="1207136" y="1538116"/>
                  </a:lnTo>
                  <a:lnTo>
                    <a:pt x="1207148" y="1538100"/>
                  </a:lnTo>
                  <a:lnTo>
                    <a:pt x="1207152" y="1538096"/>
                  </a:lnTo>
                  <a:lnTo>
                    <a:pt x="1207161" y="1538084"/>
                  </a:lnTo>
                  <a:lnTo>
                    <a:pt x="1207166" y="1538076"/>
                  </a:lnTo>
                  <a:lnTo>
                    <a:pt x="1207170" y="1538068"/>
                  </a:lnTo>
                  <a:lnTo>
                    <a:pt x="1207178" y="1538051"/>
                  </a:lnTo>
                  <a:lnTo>
                    <a:pt x="1207183" y="1538043"/>
                  </a:lnTo>
                  <a:lnTo>
                    <a:pt x="1207188" y="1538031"/>
                  </a:lnTo>
                  <a:lnTo>
                    <a:pt x="1207201" y="1538021"/>
                  </a:lnTo>
                  <a:lnTo>
                    <a:pt x="1207217" y="1538016"/>
                  </a:lnTo>
                  <a:lnTo>
                    <a:pt x="1207233" y="1538013"/>
                  </a:lnTo>
                  <a:lnTo>
                    <a:pt x="1207248" y="1538009"/>
                  </a:lnTo>
                  <a:lnTo>
                    <a:pt x="1207264" y="1538006"/>
                  </a:lnTo>
                  <a:lnTo>
                    <a:pt x="1207303" y="1538002"/>
                  </a:lnTo>
                  <a:lnTo>
                    <a:pt x="1207319" y="1538004"/>
                  </a:lnTo>
                  <a:lnTo>
                    <a:pt x="1207334" y="1538005"/>
                  </a:lnTo>
                  <a:lnTo>
                    <a:pt x="1207350" y="1538010"/>
                  </a:lnTo>
                  <a:lnTo>
                    <a:pt x="1207366" y="1538014"/>
                  </a:lnTo>
                  <a:lnTo>
                    <a:pt x="1207397" y="1538027"/>
                  </a:lnTo>
                  <a:lnTo>
                    <a:pt x="1207413" y="1538038"/>
                  </a:lnTo>
                  <a:lnTo>
                    <a:pt x="1207428" y="1538047"/>
                  </a:lnTo>
                  <a:lnTo>
                    <a:pt x="1207434" y="1538050"/>
                  </a:lnTo>
                  <a:lnTo>
                    <a:pt x="1207442" y="1538058"/>
                  </a:lnTo>
                  <a:lnTo>
                    <a:pt x="1207458" y="1538072"/>
                  </a:lnTo>
                  <a:lnTo>
                    <a:pt x="1207469" y="1538081"/>
                  </a:lnTo>
                  <a:lnTo>
                    <a:pt x="1207473" y="1538086"/>
                  </a:lnTo>
                  <a:lnTo>
                    <a:pt x="1207486" y="1538103"/>
                  </a:lnTo>
                  <a:lnTo>
                    <a:pt x="1207499" y="1538118"/>
                  </a:lnTo>
                  <a:lnTo>
                    <a:pt x="1207509" y="1538135"/>
                  </a:lnTo>
                  <a:lnTo>
                    <a:pt x="1207520" y="1538152"/>
                  </a:lnTo>
                  <a:lnTo>
                    <a:pt x="1207526" y="1538169"/>
                  </a:lnTo>
                  <a:lnTo>
                    <a:pt x="1207529" y="1538186"/>
                  </a:lnTo>
                  <a:lnTo>
                    <a:pt x="1207530" y="1538202"/>
                  </a:lnTo>
                  <a:lnTo>
                    <a:pt x="1207533" y="1538219"/>
                  </a:lnTo>
                  <a:lnTo>
                    <a:pt x="1207539" y="1538242"/>
                  </a:lnTo>
                  <a:lnTo>
                    <a:pt x="1207541" y="1538250"/>
                  </a:lnTo>
                  <a:lnTo>
                    <a:pt x="1207541" y="1538266"/>
                  </a:lnTo>
                  <a:lnTo>
                    <a:pt x="1207534" y="1538283"/>
                  </a:lnTo>
                  <a:lnTo>
                    <a:pt x="1207528" y="1538296"/>
                  </a:lnTo>
                  <a:lnTo>
                    <a:pt x="1207524" y="1538304"/>
                  </a:lnTo>
                  <a:lnTo>
                    <a:pt x="1207520" y="1538316"/>
                  </a:lnTo>
                  <a:lnTo>
                    <a:pt x="1207512" y="1538332"/>
                  </a:lnTo>
                  <a:lnTo>
                    <a:pt x="1207509" y="1538349"/>
                  </a:lnTo>
                  <a:lnTo>
                    <a:pt x="1207511" y="1538366"/>
                  </a:lnTo>
                  <a:lnTo>
                    <a:pt x="1207516" y="1538382"/>
                  </a:lnTo>
                  <a:lnTo>
                    <a:pt x="1207524" y="1538399"/>
                  </a:lnTo>
                  <a:lnTo>
                    <a:pt x="1207534" y="1538415"/>
                  </a:lnTo>
                  <a:lnTo>
                    <a:pt x="1207546" y="1538432"/>
                  </a:lnTo>
                  <a:lnTo>
                    <a:pt x="1207562" y="1538447"/>
                  </a:lnTo>
                  <a:lnTo>
                    <a:pt x="1207578" y="1538459"/>
                  </a:lnTo>
                  <a:lnTo>
                    <a:pt x="1207593" y="1538472"/>
                  </a:lnTo>
                  <a:lnTo>
                    <a:pt x="1207608" y="1538483"/>
                  </a:lnTo>
                  <a:lnTo>
                    <a:pt x="1207624" y="1538492"/>
                  </a:lnTo>
                  <a:lnTo>
                    <a:pt x="1207640" y="1538500"/>
                  </a:lnTo>
                  <a:lnTo>
                    <a:pt x="1207655" y="1538506"/>
                  </a:lnTo>
                  <a:lnTo>
                    <a:pt x="1207711" y="1538512"/>
                  </a:lnTo>
                  <a:lnTo>
                    <a:pt x="1207733" y="1538513"/>
                  </a:lnTo>
                  <a:lnTo>
                    <a:pt x="1207748" y="1538519"/>
                  </a:lnTo>
                  <a:lnTo>
                    <a:pt x="1207764" y="1538527"/>
                  </a:lnTo>
                  <a:lnTo>
                    <a:pt x="1207779" y="1538536"/>
                  </a:lnTo>
                  <a:lnTo>
                    <a:pt x="1207795" y="1538549"/>
                  </a:lnTo>
                  <a:lnTo>
                    <a:pt x="1207809" y="1538562"/>
                  </a:lnTo>
                  <a:lnTo>
                    <a:pt x="1207825" y="1538575"/>
                  </a:lnTo>
                  <a:lnTo>
                    <a:pt x="1207840" y="1538587"/>
                  </a:lnTo>
                  <a:lnTo>
                    <a:pt x="1207856" y="1538598"/>
                  </a:lnTo>
                  <a:lnTo>
                    <a:pt x="1207871" y="1538607"/>
                  </a:lnTo>
                  <a:lnTo>
                    <a:pt x="1207887" y="1538617"/>
                  </a:lnTo>
                  <a:lnTo>
                    <a:pt x="1207903" y="1538626"/>
                  </a:lnTo>
                  <a:lnTo>
                    <a:pt x="1207918" y="1538633"/>
                  </a:lnTo>
                  <a:lnTo>
                    <a:pt x="1207948" y="1538646"/>
                  </a:lnTo>
                  <a:lnTo>
                    <a:pt x="1207869" y="1538712"/>
                  </a:lnTo>
                  <a:lnTo>
                    <a:pt x="1207835" y="1538739"/>
                  </a:lnTo>
                  <a:lnTo>
                    <a:pt x="1207728" y="1538831"/>
                  </a:lnTo>
                  <a:lnTo>
                    <a:pt x="1207703" y="1538842"/>
                  </a:lnTo>
                  <a:lnTo>
                    <a:pt x="1207677" y="1538848"/>
                  </a:lnTo>
                  <a:lnTo>
                    <a:pt x="1207643" y="1538854"/>
                  </a:lnTo>
                  <a:lnTo>
                    <a:pt x="1207614" y="1538862"/>
                  </a:lnTo>
                  <a:lnTo>
                    <a:pt x="1207576" y="1538870"/>
                  </a:lnTo>
                  <a:lnTo>
                    <a:pt x="1207524" y="1538877"/>
                  </a:lnTo>
                  <a:lnTo>
                    <a:pt x="1207479" y="1538873"/>
                  </a:lnTo>
                  <a:lnTo>
                    <a:pt x="1207446" y="1538879"/>
                  </a:lnTo>
                  <a:lnTo>
                    <a:pt x="1207418" y="1538909"/>
                  </a:lnTo>
                  <a:lnTo>
                    <a:pt x="1207388" y="1538955"/>
                  </a:lnTo>
                  <a:lnTo>
                    <a:pt x="1207372" y="1538984"/>
                  </a:lnTo>
                  <a:lnTo>
                    <a:pt x="1207372" y="1539005"/>
                  </a:lnTo>
                  <a:lnTo>
                    <a:pt x="1207378" y="1539025"/>
                  </a:lnTo>
                  <a:lnTo>
                    <a:pt x="1207384" y="1539041"/>
                  </a:lnTo>
                  <a:lnTo>
                    <a:pt x="1207384" y="1539053"/>
                  </a:lnTo>
                  <a:lnTo>
                    <a:pt x="1207384" y="1539063"/>
                  </a:lnTo>
                  <a:lnTo>
                    <a:pt x="1207386" y="1539080"/>
                  </a:lnTo>
                  <a:lnTo>
                    <a:pt x="1207389" y="1539085"/>
                  </a:lnTo>
                  <a:lnTo>
                    <a:pt x="1207411" y="1539107"/>
                  </a:lnTo>
                  <a:lnTo>
                    <a:pt x="1207425" y="1539124"/>
                  </a:lnTo>
                  <a:lnTo>
                    <a:pt x="1207432" y="1539132"/>
                  </a:lnTo>
                  <a:lnTo>
                    <a:pt x="1207436" y="1539141"/>
                  </a:lnTo>
                  <a:lnTo>
                    <a:pt x="1207439" y="1539146"/>
                  </a:lnTo>
                  <a:lnTo>
                    <a:pt x="1207443" y="1539162"/>
                  </a:lnTo>
                  <a:lnTo>
                    <a:pt x="1207444" y="1539174"/>
                  </a:lnTo>
                  <a:lnTo>
                    <a:pt x="1207444" y="1539191"/>
                  </a:lnTo>
                  <a:lnTo>
                    <a:pt x="1207441" y="1539208"/>
                  </a:lnTo>
                  <a:lnTo>
                    <a:pt x="1207436" y="1539224"/>
                  </a:lnTo>
                  <a:lnTo>
                    <a:pt x="1207430" y="1539241"/>
                  </a:lnTo>
                  <a:lnTo>
                    <a:pt x="1207420" y="1539257"/>
                  </a:lnTo>
                  <a:lnTo>
                    <a:pt x="1207417" y="1539264"/>
                  </a:lnTo>
                  <a:lnTo>
                    <a:pt x="1207416" y="1539292"/>
                  </a:lnTo>
                  <a:lnTo>
                    <a:pt x="1207417" y="1539310"/>
                  </a:lnTo>
                  <a:lnTo>
                    <a:pt x="1207417" y="1539318"/>
                  </a:lnTo>
                  <a:lnTo>
                    <a:pt x="1207415" y="1539326"/>
                  </a:lnTo>
                  <a:lnTo>
                    <a:pt x="1207412" y="1539331"/>
                  </a:lnTo>
                  <a:lnTo>
                    <a:pt x="1207404" y="1539343"/>
                  </a:lnTo>
                  <a:lnTo>
                    <a:pt x="1207399" y="1539349"/>
                  </a:lnTo>
                  <a:lnTo>
                    <a:pt x="1207390" y="1539355"/>
                  </a:lnTo>
                  <a:lnTo>
                    <a:pt x="1207375" y="1539371"/>
                  </a:lnTo>
                  <a:lnTo>
                    <a:pt x="1207370" y="1539379"/>
                  </a:lnTo>
                  <a:lnTo>
                    <a:pt x="1207367" y="1539388"/>
                  </a:lnTo>
                  <a:lnTo>
                    <a:pt x="1207368" y="1539404"/>
                  </a:lnTo>
                  <a:lnTo>
                    <a:pt x="1207370" y="1539421"/>
                  </a:lnTo>
                  <a:lnTo>
                    <a:pt x="1207372" y="1539437"/>
                  </a:lnTo>
                  <a:lnTo>
                    <a:pt x="1207375" y="1539458"/>
                  </a:lnTo>
                  <a:lnTo>
                    <a:pt x="1207372" y="1539497"/>
                  </a:lnTo>
                  <a:lnTo>
                    <a:pt x="1207367" y="1539514"/>
                  </a:lnTo>
                  <a:lnTo>
                    <a:pt x="1207358" y="1539576"/>
                  </a:lnTo>
                  <a:lnTo>
                    <a:pt x="1207354" y="1539586"/>
                  </a:lnTo>
                  <a:lnTo>
                    <a:pt x="1207344" y="1539603"/>
                  </a:lnTo>
                  <a:lnTo>
                    <a:pt x="1207335" y="1539619"/>
                  </a:lnTo>
                  <a:lnTo>
                    <a:pt x="1207321" y="1539638"/>
                  </a:lnTo>
                  <a:lnTo>
                    <a:pt x="1207313" y="1539652"/>
                  </a:lnTo>
                  <a:lnTo>
                    <a:pt x="1207319" y="1539667"/>
                  </a:lnTo>
                  <a:lnTo>
                    <a:pt x="1207321" y="1539672"/>
                  </a:lnTo>
                  <a:lnTo>
                    <a:pt x="1207336" y="1539687"/>
                  </a:lnTo>
                  <a:lnTo>
                    <a:pt x="1207355" y="1539710"/>
                  </a:lnTo>
                  <a:lnTo>
                    <a:pt x="1207362" y="1539736"/>
                  </a:lnTo>
                  <a:lnTo>
                    <a:pt x="1207362" y="1539775"/>
                  </a:lnTo>
                  <a:lnTo>
                    <a:pt x="1207356" y="1539824"/>
                  </a:lnTo>
                  <a:lnTo>
                    <a:pt x="1207349" y="1539848"/>
                  </a:lnTo>
                  <a:lnTo>
                    <a:pt x="1207326" y="1539897"/>
                  </a:lnTo>
                  <a:lnTo>
                    <a:pt x="1207310" y="1539937"/>
                  </a:lnTo>
                  <a:lnTo>
                    <a:pt x="1207290" y="1539977"/>
                  </a:lnTo>
                  <a:lnTo>
                    <a:pt x="1207282" y="1540013"/>
                  </a:lnTo>
                  <a:lnTo>
                    <a:pt x="1207273" y="1540086"/>
                  </a:lnTo>
                  <a:lnTo>
                    <a:pt x="1207260" y="1540130"/>
                  </a:lnTo>
                  <a:lnTo>
                    <a:pt x="1207249" y="1540176"/>
                  </a:lnTo>
                  <a:lnTo>
                    <a:pt x="1207232" y="1540212"/>
                  </a:lnTo>
                  <a:lnTo>
                    <a:pt x="1207205" y="1540234"/>
                  </a:lnTo>
                  <a:lnTo>
                    <a:pt x="1207185" y="1540252"/>
                  </a:lnTo>
                  <a:lnTo>
                    <a:pt x="1207158" y="1540263"/>
                  </a:lnTo>
                  <a:lnTo>
                    <a:pt x="1207130" y="1540262"/>
                  </a:lnTo>
                  <a:lnTo>
                    <a:pt x="1207091" y="1540259"/>
                  </a:lnTo>
                  <a:lnTo>
                    <a:pt x="1207073" y="1540252"/>
                  </a:lnTo>
                  <a:lnTo>
                    <a:pt x="1207061" y="1540253"/>
                  </a:lnTo>
                  <a:lnTo>
                    <a:pt x="1207057" y="1540260"/>
                  </a:lnTo>
                  <a:lnTo>
                    <a:pt x="1207057" y="1540268"/>
                  </a:lnTo>
                  <a:lnTo>
                    <a:pt x="1207070" y="1540323"/>
                  </a:lnTo>
                  <a:lnTo>
                    <a:pt x="1207070" y="1540342"/>
                  </a:lnTo>
                  <a:lnTo>
                    <a:pt x="1207062" y="1540359"/>
                  </a:lnTo>
                  <a:lnTo>
                    <a:pt x="1207055" y="1540366"/>
                  </a:lnTo>
                  <a:lnTo>
                    <a:pt x="1207041" y="1540373"/>
                  </a:lnTo>
                  <a:lnTo>
                    <a:pt x="1207024" y="1540378"/>
                  </a:lnTo>
                  <a:lnTo>
                    <a:pt x="1207006" y="1540384"/>
                  </a:lnTo>
                  <a:lnTo>
                    <a:pt x="1206982" y="1540402"/>
                  </a:lnTo>
                  <a:lnTo>
                    <a:pt x="1206939" y="1540445"/>
                  </a:lnTo>
                  <a:lnTo>
                    <a:pt x="1206905" y="1540497"/>
                  </a:lnTo>
                  <a:lnTo>
                    <a:pt x="1206877" y="1540527"/>
                  </a:lnTo>
                  <a:lnTo>
                    <a:pt x="1206843" y="1540595"/>
                  </a:lnTo>
                  <a:lnTo>
                    <a:pt x="1206827" y="1540621"/>
                  </a:lnTo>
                  <a:lnTo>
                    <a:pt x="1206818" y="1540646"/>
                  </a:lnTo>
                  <a:lnTo>
                    <a:pt x="1206817" y="1540668"/>
                  </a:lnTo>
                  <a:lnTo>
                    <a:pt x="1206817" y="1540682"/>
                  </a:lnTo>
                  <a:lnTo>
                    <a:pt x="1206817" y="1540696"/>
                  </a:lnTo>
                  <a:lnTo>
                    <a:pt x="1206813" y="1540711"/>
                  </a:lnTo>
                  <a:lnTo>
                    <a:pt x="1206809" y="1540720"/>
                  </a:lnTo>
                  <a:lnTo>
                    <a:pt x="1206803" y="1540737"/>
                  </a:lnTo>
                  <a:lnTo>
                    <a:pt x="1206793" y="1540753"/>
                  </a:lnTo>
                  <a:lnTo>
                    <a:pt x="1206782" y="1540771"/>
                  </a:lnTo>
                  <a:lnTo>
                    <a:pt x="1206779" y="1540786"/>
                  </a:lnTo>
                  <a:lnTo>
                    <a:pt x="1206779" y="1540795"/>
                  </a:lnTo>
                  <a:lnTo>
                    <a:pt x="1206786" y="1540820"/>
                  </a:lnTo>
                  <a:lnTo>
                    <a:pt x="1206792" y="1540836"/>
                  </a:lnTo>
                  <a:lnTo>
                    <a:pt x="1206795" y="1540853"/>
                  </a:lnTo>
                  <a:lnTo>
                    <a:pt x="1206798" y="1540870"/>
                  </a:lnTo>
                  <a:lnTo>
                    <a:pt x="1206801" y="1540887"/>
                  </a:lnTo>
                  <a:lnTo>
                    <a:pt x="1206803" y="1540903"/>
                  </a:lnTo>
                  <a:lnTo>
                    <a:pt x="1206806" y="1540922"/>
                  </a:lnTo>
                  <a:lnTo>
                    <a:pt x="1206806" y="1540953"/>
                  </a:lnTo>
                  <a:lnTo>
                    <a:pt x="1206805" y="1540970"/>
                  </a:lnTo>
                  <a:lnTo>
                    <a:pt x="1206805" y="1540987"/>
                  </a:lnTo>
                  <a:lnTo>
                    <a:pt x="1206800" y="1541058"/>
                  </a:lnTo>
                  <a:lnTo>
                    <a:pt x="1206798" y="1541066"/>
                  </a:lnTo>
                  <a:lnTo>
                    <a:pt x="1206792" y="1541074"/>
                  </a:lnTo>
                  <a:lnTo>
                    <a:pt x="1206783" y="1541093"/>
                  </a:lnTo>
                  <a:lnTo>
                    <a:pt x="1206790" y="1541108"/>
                  </a:lnTo>
                  <a:lnTo>
                    <a:pt x="1206799" y="1541124"/>
                  </a:lnTo>
                  <a:lnTo>
                    <a:pt x="1206808" y="1541141"/>
                  </a:lnTo>
                  <a:lnTo>
                    <a:pt x="1206816" y="1541158"/>
                  </a:lnTo>
                  <a:lnTo>
                    <a:pt x="1206823" y="1541175"/>
                  </a:lnTo>
                  <a:lnTo>
                    <a:pt x="1206828" y="1541192"/>
                  </a:lnTo>
                  <a:lnTo>
                    <a:pt x="1206834" y="1541209"/>
                  </a:lnTo>
                  <a:lnTo>
                    <a:pt x="1206838" y="1541225"/>
                  </a:lnTo>
                  <a:lnTo>
                    <a:pt x="1206850" y="1541281"/>
                  </a:lnTo>
                  <a:lnTo>
                    <a:pt x="1206854" y="1541298"/>
                  </a:lnTo>
                  <a:lnTo>
                    <a:pt x="1206859" y="1541314"/>
                  </a:lnTo>
                  <a:lnTo>
                    <a:pt x="1206864" y="1541331"/>
                  </a:lnTo>
                  <a:lnTo>
                    <a:pt x="1206868" y="1541348"/>
                  </a:lnTo>
                  <a:lnTo>
                    <a:pt x="1206869" y="1541365"/>
                  </a:lnTo>
                  <a:lnTo>
                    <a:pt x="1206872" y="1541381"/>
                  </a:lnTo>
                  <a:lnTo>
                    <a:pt x="1206876" y="1541398"/>
                  </a:lnTo>
                  <a:lnTo>
                    <a:pt x="1206879" y="1541415"/>
                  </a:lnTo>
                  <a:lnTo>
                    <a:pt x="1206884" y="1541467"/>
                  </a:lnTo>
                  <a:lnTo>
                    <a:pt x="1206884" y="1541484"/>
                  </a:lnTo>
                  <a:lnTo>
                    <a:pt x="1206884" y="1541500"/>
                  </a:lnTo>
                  <a:lnTo>
                    <a:pt x="1206882" y="1541517"/>
                  </a:lnTo>
                  <a:lnTo>
                    <a:pt x="1206882" y="1541534"/>
                  </a:lnTo>
                  <a:lnTo>
                    <a:pt x="1206882" y="1541551"/>
                  </a:lnTo>
                  <a:lnTo>
                    <a:pt x="1206882" y="1541567"/>
                  </a:lnTo>
                  <a:lnTo>
                    <a:pt x="1206885" y="1541584"/>
                  </a:lnTo>
                  <a:lnTo>
                    <a:pt x="1206881" y="1541601"/>
                  </a:lnTo>
                  <a:lnTo>
                    <a:pt x="1206879" y="1541605"/>
                  </a:lnTo>
                  <a:lnTo>
                    <a:pt x="1206871" y="1541611"/>
                  </a:lnTo>
                  <a:lnTo>
                    <a:pt x="1206855" y="1541620"/>
                  </a:lnTo>
                  <a:lnTo>
                    <a:pt x="1206840" y="1541629"/>
                  </a:lnTo>
                  <a:lnTo>
                    <a:pt x="1206824" y="1541634"/>
                  </a:lnTo>
                  <a:lnTo>
                    <a:pt x="1206808" y="1541643"/>
                  </a:lnTo>
                  <a:lnTo>
                    <a:pt x="1206792" y="1541657"/>
                  </a:lnTo>
                  <a:lnTo>
                    <a:pt x="1206777" y="1541671"/>
                  </a:lnTo>
                  <a:lnTo>
                    <a:pt x="1206765" y="1541686"/>
                  </a:lnTo>
                  <a:lnTo>
                    <a:pt x="1206761" y="1541694"/>
                  </a:lnTo>
                  <a:lnTo>
                    <a:pt x="1206766" y="1541739"/>
                  </a:lnTo>
                  <a:lnTo>
                    <a:pt x="1206772" y="1541754"/>
                  </a:lnTo>
                  <a:lnTo>
                    <a:pt x="1206777" y="1541771"/>
                  </a:lnTo>
                  <a:lnTo>
                    <a:pt x="1206782" y="1541780"/>
                  </a:lnTo>
                  <a:lnTo>
                    <a:pt x="1206799" y="1541828"/>
                  </a:lnTo>
                  <a:lnTo>
                    <a:pt x="1206819" y="1541869"/>
                  </a:lnTo>
                  <a:lnTo>
                    <a:pt x="1206820" y="1541878"/>
                  </a:lnTo>
                  <a:lnTo>
                    <a:pt x="1206815" y="1541884"/>
                  </a:lnTo>
                  <a:lnTo>
                    <a:pt x="1206784" y="1541899"/>
                  </a:lnTo>
                  <a:lnTo>
                    <a:pt x="1206750" y="1541933"/>
                  </a:lnTo>
                  <a:lnTo>
                    <a:pt x="1206732" y="1541954"/>
                  </a:lnTo>
                  <a:lnTo>
                    <a:pt x="1206708" y="1541975"/>
                  </a:lnTo>
                  <a:lnTo>
                    <a:pt x="1206687" y="1541986"/>
                  </a:lnTo>
                  <a:lnTo>
                    <a:pt x="1206652" y="1541985"/>
                  </a:lnTo>
                  <a:lnTo>
                    <a:pt x="1206619" y="1542003"/>
                  </a:lnTo>
                  <a:lnTo>
                    <a:pt x="1206598" y="1542024"/>
                  </a:lnTo>
                  <a:lnTo>
                    <a:pt x="1206579" y="1542041"/>
                  </a:lnTo>
                  <a:lnTo>
                    <a:pt x="1206560" y="1542052"/>
                  </a:lnTo>
                  <a:lnTo>
                    <a:pt x="1206540" y="1542054"/>
                  </a:lnTo>
                  <a:lnTo>
                    <a:pt x="1206517" y="1542046"/>
                  </a:lnTo>
                  <a:lnTo>
                    <a:pt x="1206510" y="1542045"/>
                  </a:lnTo>
                  <a:lnTo>
                    <a:pt x="1206499" y="1542048"/>
                  </a:lnTo>
                  <a:lnTo>
                    <a:pt x="1206480" y="1542052"/>
                  </a:lnTo>
                  <a:lnTo>
                    <a:pt x="1206471" y="1542055"/>
                  </a:lnTo>
                  <a:lnTo>
                    <a:pt x="1206466" y="1542058"/>
                  </a:lnTo>
                  <a:lnTo>
                    <a:pt x="1206455" y="1542066"/>
                  </a:lnTo>
                  <a:lnTo>
                    <a:pt x="1206444" y="1542074"/>
                  </a:lnTo>
                  <a:lnTo>
                    <a:pt x="1206437" y="1542082"/>
                  </a:lnTo>
                  <a:lnTo>
                    <a:pt x="1206430" y="1542092"/>
                  </a:lnTo>
                  <a:lnTo>
                    <a:pt x="1206428" y="1542099"/>
                  </a:lnTo>
                  <a:lnTo>
                    <a:pt x="1206422" y="1542115"/>
                  </a:lnTo>
                  <a:lnTo>
                    <a:pt x="1206416" y="1542132"/>
                  </a:lnTo>
                  <a:lnTo>
                    <a:pt x="1206414" y="1542148"/>
                  </a:lnTo>
                  <a:lnTo>
                    <a:pt x="1206415" y="1542165"/>
                  </a:lnTo>
                  <a:lnTo>
                    <a:pt x="1206419" y="1542182"/>
                  </a:lnTo>
                  <a:lnTo>
                    <a:pt x="1206427" y="1542226"/>
                  </a:lnTo>
                  <a:lnTo>
                    <a:pt x="1206426" y="1542240"/>
                  </a:lnTo>
                  <a:lnTo>
                    <a:pt x="1206424" y="1542251"/>
                  </a:lnTo>
                  <a:lnTo>
                    <a:pt x="1206420" y="1542257"/>
                  </a:lnTo>
                  <a:lnTo>
                    <a:pt x="1206404" y="1542257"/>
                  </a:lnTo>
                  <a:lnTo>
                    <a:pt x="1206389" y="1542255"/>
                  </a:lnTo>
                  <a:lnTo>
                    <a:pt x="1206373" y="1542252"/>
                  </a:lnTo>
                  <a:lnTo>
                    <a:pt x="1206358" y="1542252"/>
                  </a:lnTo>
                  <a:lnTo>
                    <a:pt x="1206342" y="1542252"/>
                  </a:lnTo>
                  <a:lnTo>
                    <a:pt x="1206326" y="1542253"/>
                  </a:lnTo>
                  <a:lnTo>
                    <a:pt x="1206305" y="1542262"/>
                  </a:lnTo>
                  <a:lnTo>
                    <a:pt x="1206258" y="1542323"/>
                  </a:lnTo>
                  <a:lnTo>
                    <a:pt x="1206248" y="1542340"/>
                  </a:lnTo>
                  <a:lnTo>
                    <a:pt x="1206238" y="1542356"/>
                  </a:lnTo>
                  <a:lnTo>
                    <a:pt x="1206228" y="1542373"/>
                  </a:lnTo>
                  <a:lnTo>
                    <a:pt x="1206219" y="1542389"/>
                  </a:lnTo>
                  <a:lnTo>
                    <a:pt x="1206214" y="1542399"/>
                  </a:lnTo>
                  <a:lnTo>
                    <a:pt x="1206211" y="1542406"/>
                  </a:lnTo>
                  <a:lnTo>
                    <a:pt x="1206202" y="1542422"/>
                  </a:lnTo>
                  <a:lnTo>
                    <a:pt x="1206194" y="1542437"/>
                  </a:lnTo>
                  <a:lnTo>
                    <a:pt x="1206193" y="1542445"/>
                  </a:lnTo>
                  <a:lnTo>
                    <a:pt x="1206202" y="1542452"/>
                  </a:lnTo>
                  <a:lnTo>
                    <a:pt x="1206218" y="1542461"/>
                  </a:lnTo>
                  <a:lnTo>
                    <a:pt x="1206222" y="1542464"/>
                  </a:lnTo>
                  <a:lnTo>
                    <a:pt x="1206235" y="1542466"/>
                  </a:lnTo>
                  <a:lnTo>
                    <a:pt x="1206249" y="1542465"/>
                  </a:lnTo>
                  <a:lnTo>
                    <a:pt x="1206265" y="1542464"/>
                  </a:lnTo>
                  <a:lnTo>
                    <a:pt x="1206281" y="1542460"/>
                  </a:lnTo>
                  <a:lnTo>
                    <a:pt x="1206312" y="1542453"/>
                  </a:lnTo>
                  <a:lnTo>
                    <a:pt x="1206320" y="1542450"/>
                  </a:lnTo>
                  <a:lnTo>
                    <a:pt x="1206326" y="1542451"/>
                  </a:lnTo>
                  <a:lnTo>
                    <a:pt x="1206327" y="1542469"/>
                  </a:lnTo>
                  <a:lnTo>
                    <a:pt x="1206325" y="1542486"/>
                  </a:lnTo>
                  <a:lnTo>
                    <a:pt x="1206324" y="1542501"/>
                  </a:lnTo>
                  <a:lnTo>
                    <a:pt x="1206323" y="1542519"/>
                  </a:lnTo>
                  <a:lnTo>
                    <a:pt x="1206320" y="1542536"/>
                  </a:lnTo>
                  <a:lnTo>
                    <a:pt x="1206316" y="1542552"/>
                  </a:lnTo>
                  <a:lnTo>
                    <a:pt x="1206314" y="1542558"/>
                  </a:lnTo>
                  <a:lnTo>
                    <a:pt x="1206312" y="1542563"/>
                  </a:lnTo>
                  <a:lnTo>
                    <a:pt x="1206308" y="1542568"/>
                  </a:lnTo>
                  <a:lnTo>
                    <a:pt x="1206305" y="1542571"/>
                  </a:lnTo>
                  <a:lnTo>
                    <a:pt x="1206292" y="1542576"/>
                  </a:lnTo>
                  <a:lnTo>
                    <a:pt x="1206277" y="1542581"/>
                  </a:lnTo>
                  <a:lnTo>
                    <a:pt x="1206257" y="1542588"/>
                  </a:lnTo>
                  <a:lnTo>
                    <a:pt x="1206251" y="1542590"/>
                  </a:lnTo>
                  <a:lnTo>
                    <a:pt x="1206246" y="1542598"/>
                  </a:lnTo>
                  <a:lnTo>
                    <a:pt x="1206250" y="1542612"/>
                  </a:lnTo>
                  <a:lnTo>
                    <a:pt x="1206258" y="1542629"/>
                  </a:lnTo>
                  <a:lnTo>
                    <a:pt x="1206268" y="1542646"/>
                  </a:lnTo>
                  <a:lnTo>
                    <a:pt x="1206276" y="1542662"/>
                  </a:lnTo>
                  <a:lnTo>
                    <a:pt x="1206279" y="1542681"/>
                  </a:lnTo>
                  <a:lnTo>
                    <a:pt x="1206279" y="1542696"/>
                  </a:lnTo>
                  <a:lnTo>
                    <a:pt x="1206275" y="1542715"/>
                  </a:lnTo>
                  <a:lnTo>
                    <a:pt x="1206267" y="1542729"/>
                  </a:lnTo>
                  <a:lnTo>
                    <a:pt x="1206255" y="1542742"/>
                  </a:lnTo>
                  <a:lnTo>
                    <a:pt x="1206246" y="1542759"/>
                  </a:lnTo>
                  <a:lnTo>
                    <a:pt x="1206244" y="1542763"/>
                  </a:lnTo>
                  <a:lnTo>
                    <a:pt x="1206244" y="1542775"/>
                  </a:lnTo>
                  <a:lnTo>
                    <a:pt x="1206249" y="1542792"/>
                  </a:lnTo>
                  <a:lnTo>
                    <a:pt x="1206258" y="1542809"/>
                  </a:lnTo>
                  <a:lnTo>
                    <a:pt x="1206270" y="1542826"/>
                  </a:lnTo>
                  <a:lnTo>
                    <a:pt x="1206286" y="1542841"/>
                  </a:lnTo>
                  <a:lnTo>
                    <a:pt x="1206301" y="1542850"/>
                  </a:lnTo>
                  <a:lnTo>
                    <a:pt x="1206309" y="1542853"/>
                  </a:lnTo>
                  <a:lnTo>
                    <a:pt x="1206313" y="1542861"/>
                  </a:lnTo>
                  <a:lnTo>
                    <a:pt x="1206317" y="1542870"/>
                  </a:lnTo>
                  <a:lnTo>
                    <a:pt x="1206319" y="1542878"/>
                  </a:lnTo>
                  <a:lnTo>
                    <a:pt x="1206322" y="1542895"/>
                  </a:lnTo>
                  <a:lnTo>
                    <a:pt x="1206325" y="1542911"/>
                  </a:lnTo>
                  <a:lnTo>
                    <a:pt x="1206326" y="1542928"/>
                  </a:lnTo>
                  <a:lnTo>
                    <a:pt x="1206325" y="1542945"/>
                  </a:lnTo>
                  <a:lnTo>
                    <a:pt x="1206323" y="1542950"/>
                  </a:lnTo>
                  <a:lnTo>
                    <a:pt x="1206323" y="1542961"/>
                  </a:lnTo>
                  <a:lnTo>
                    <a:pt x="1206324" y="1543008"/>
                  </a:lnTo>
                  <a:lnTo>
                    <a:pt x="1206322" y="1543025"/>
                  </a:lnTo>
                  <a:lnTo>
                    <a:pt x="1206320" y="1543041"/>
                  </a:lnTo>
                  <a:lnTo>
                    <a:pt x="1206316" y="1543058"/>
                  </a:lnTo>
                  <a:lnTo>
                    <a:pt x="1206313" y="1543074"/>
                  </a:lnTo>
                  <a:lnTo>
                    <a:pt x="1206312" y="1543083"/>
                  </a:lnTo>
                  <a:lnTo>
                    <a:pt x="1206308" y="1543093"/>
                  </a:lnTo>
                  <a:lnTo>
                    <a:pt x="1206300" y="1543107"/>
                  </a:lnTo>
                  <a:lnTo>
                    <a:pt x="1206289" y="1543124"/>
                  </a:lnTo>
                  <a:lnTo>
                    <a:pt x="1206284" y="1543134"/>
                  </a:lnTo>
                  <a:lnTo>
                    <a:pt x="1206279" y="1543184"/>
                  </a:lnTo>
                  <a:lnTo>
                    <a:pt x="1206280" y="1543220"/>
                  </a:lnTo>
                  <a:lnTo>
                    <a:pt x="1206279" y="1543226"/>
                  </a:lnTo>
                  <a:lnTo>
                    <a:pt x="1206278" y="1543243"/>
                  </a:lnTo>
                  <a:lnTo>
                    <a:pt x="1206278" y="1543297"/>
                  </a:lnTo>
                  <a:lnTo>
                    <a:pt x="1206280" y="1543314"/>
                  </a:lnTo>
                  <a:lnTo>
                    <a:pt x="1206283" y="1543331"/>
                  </a:lnTo>
                  <a:lnTo>
                    <a:pt x="1206286" y="1543339"/>
                  </a:lnTo>
                  <a:lnTo>
                    <a:pt x="1206294" y="1543344"/>
                  </a:lnTo>
                  <a:lnTo>
                    <a:pt x="1206300" y="1543349"/>
                  </a:lnTo>
                  <a:lnTo>
                    <a:pt x="1206309" y="1543352"/>
                  </a:lnTo>
                  <a:lnTo>
                    <a:pt x="1206325" y="1543360"/>
                  </a:lnTo>
                  <a:lnTo>
                    <a:pt x="1206334" y="1543365"/>
                  </a:lnTo>
                  <a:lnTo>
                    <a:pt x="1206340" y="1543372"/>
                  </a:lnTo>
                  <a:lnTo>
                    <a:pt x="1206355" y="1543385"/>
                  </a:lnTo>
                  <a:lnTo>
                    <a:pt x="1206371" y="1543397"/>
                  </a:lnTo>
                  <a:lnTo>
                    <a:pt x="1206386" y="1543407"/>
                  </a:lnTo>
                  <a:lnTo>
                    <a:pt x="1206402" y="1543417"/>
                  </a:lnTo>
                  <a:lnTo>
                    <a:pt x="1206417" y="1543428"/>
                  </a:lnTo>
                  <a:lnTo>
                    <a:pt x="1206433" y="1543437"/>
                  </a:lnTo>
                  <a:lnTo>
                    <a:pt x="1206455" y="1543450"/>
                  </a:lnTo>
                  <a:lnTo>
                    <a:pt x="1206464" y="1543452"/>
                  </a:lnTo>
                  <a:lnTo>
                    <a:pt x="1206480" y="1543455"/>
                  </a:lnTo>
                  <a:lnTo>
                    <a:pt x="1206526" y="1543453"/>
                  </a:lnTo>
                  <a:lnTo>
                    <a:pt x="1206545" y="1543452"/>
                  </a:lnTo>
                  <a:lnTo>
                    <a:pt x="1206560" y="1543456"/>
                  </a:lnTo>
                  <a:lnTo>
                    <a:pt x="1206576" y="1543458"/>
                  </a:lnTo>
                  <a:lnTo>
                    <a:pt x="1206592" y="1543460"/>
                  </a:lnTo>
                  <a:lnTo>
                    <a:pt x="1206608" y="1543462"/>
                  </a:lnTo>
                  <a:lnTo>
                    <a:pt x="1206623" y="1543461"/>
                  </a:lnTo>
                  <a:lnTo>
                    <a:pt x="1206639" y="1543461"/>
                  </a:lnTo>
                  <a:lnTo>
                    <a:pt x="1206655" y="1543459"/>
                  </a:lnTo>
                  <a:lnTo>
                    <a:pt x="1206670" y="1543455"/>
                  </a:lnTo>
                  <a:lnTo>
                    <a:pt x="1206682" y="1543453"/>
                  </a:lnTo>
                  <a:lnTo>
                    <a:pt x="1206686" y="1543451"/>
                  </a:lnTo>
                  <a:lnTo>
                    <a:pt x="1206702" y="1543446"/>
                  </a:lnTo>
                  <a:lnTo>
                    <a:pt x="1206713" y="1543445"/>
                  </a:lnTo>
                  <a:lnTo>
                    <a:pt x="1206717" y="1543450"/>
                  </a:lnTo>
                  <a:lnTo>
                    <a:pt x="1206726" y="1543461"/>
                  </a:lnTo>
                  <a:lnTo>
                    <a:pt x="1206729" y="1543465"/>
                  </a:lnTo>
                  <a:lnTo>
                    <a:pt x="1206743" y="1543481"/>
                  </a:lnTo>
                  <a:lnTo>
                    <a:pt x="1206758" y="1543492"/>
                  </a:lnTo>
                  <a:lnTo>
                    <a:pt x="1206773" y="1543499"/>
                  </a:lnTo>
                  <a:lnTo>
                    <a:pt x="1206782" y="1543502"/>
                  </a:lnTo>
                  <a:lnTo>
                    <a:pt x="1206790" y="1543508"/>
                  </a:lnTo>
                  <a:lnTo>
                    <a:pt x="1206796" y="1543516"/>
                  </a:lnTo>
                  <a:lnTo>
                    <a:pt x="1206799" y="1543524"/>
                  </a:lnTo>
                  <a:lnTo>
                    <a:pt x="1206806" y="1543540"/>
                  </a:lnTo>
                  <a:lnTo>
                    <a:pt x="1206818" y="1543557"/>
                  </a:lnTo>
                  <a:lnTo>
                    <a:pt x="1206834" y="1543572"/>
                  </a:lnTo>
                  <a:lnTo>
                    <a:pt x="1206849" y="1543584"/>
                  </a:lnTo>
                  <a:lnTo>
                    <a:pt x="1206863" y="1543599"/>
                  </a:lnTo>
                  <a:lnTo>
                    <a:pt x="1206878" y="1543615"/>
                  </a:lnTo>
                  <a:lnTo>
                    <a:pt x="1206907" y="1543640"/>
                  </a:lnTo>
                  <a:lnTo>
                    <a:pt x="1206923" y="1543656"/>
                  </a:lnTo>
                  <a:lnTo>
                    <a:pt x="1206937" y="1543670"/>
                  </a:lnTo>
                  <a:lnTo>
                    <a:pt x="1206946" y="1543676"/>
                  </a:lnTo>
                  <a:lnTo>
                    <a:pt x="1206952" y="1543683"/>
                  </a:lnTo>
                  <a:lnTo>
                    <a:pt x="1206964" y="1543699"/>
                  </a:lnTo>
                  <a:lnTo>
                    <a:pt x="1206970" y="1543709"/>
                  </a:lnTo>
                  <a:lnTo>
                    <a:pt x="1206972" y="1543716"/>
                  </a:lnTo>
                  <a:lnTo>
                    <a:pt x="1206975" y="1543724"/>
                  </a:lnTo>
                  <a:lnTo>
                    <a:pt x="1206980" y="1543735"/>
                  </a:lnTo>
                  <a:lnTo>
                    <a:pt x="1206985" y="1543743"/>
                  </a:lnTo>
                  <a:lnTo>
                    <a:pt x="1206991" y="1543748"/>
                  </a:lnTo>
                  <a:lnTo>
                    <a:pt x="1207007" y="1543755"/>
                  </a:lnTo>
                  <a:lnTo>
                    <a:pt x="1207022" y="1543760"/>
                  </a:lnTo>
                  <a:lnTo>
                    <a:pt x="1207038" y="1543763"/>
                  </a:lnTo>
                  <a:lnTo>
                    <a:pt x="1207046" y="1543765"/>
                  </a:lnTo>
                  <a:lnTo>
                    <a:pt x="1207057" y="1543769"/>
                  </a:lnTo>
                  <a:lnTo>
                    <a:pt x="1207068" y="1543785"/>
                  </a:lnTo>
                  <a:lnTo>
                    <a:pt x="1207079" y="1543800"/>
                  </a:lnTo>
                  <a:lnTo>
                    <a:pt x="1207089" y="1543805"/>
                  </a:lnTo>
                  <a:lnTo>
                    <a:pt x="1207095" y="1543807"/>
                  </a:lnTo>
                  <a:lnTo>
                    <a:pt x="1207113" y="1543809"/>
                  </a:lnTo>
                  <a:lnTo>
                    <a:pt x="1207121" y="1543807"/>
                  </a:lnTo>
                  <a:lnTo>
                    <a:pt x="1207130" y="1543804"/>
                  </a:lnTo>
                  <a:lnTo>
                    <a:pt x="1207146" y="1543797"/>
                  </a:lnTo>
                  <a:lnTo>
                    <a:pt x="1207158" y="1543790"/>
                  </a:lnTo>
                  <a:lnTo>
                    <a:pt x="1207160" y="1543795"/>
                  </a:lnTo>
                  <a:lnTo>
                    <a:pt x="1207150" y="1543829"/>
                  </a:lnTo>
                  <a:lnTo>
                    <a:pt x="1207147" y="1543843"/>
                  </a:lnTo>
                  <a:lnTo>
                    <a:pt x="1207147" y="1543849"/>
                  </a:lnTo>
                  <a:lnTo>
                    <a:pt x="1207152" y="1543856"/>
                  </a:lnTo>
                  <a:lnTo>
                    <a:pt x="1207166" y="1543859"/>
                  </a:lnTo>
                  <a:lnTo>
                    <a:pt x="1207174" y="1543860"/>
                  </a:lnTo>
                  <a:lnTo>
                    <a:pt x="1207198" y="1543877"/>
                  </a:lnTo>
                  <a:lnTo>
                    <a:pt x="1207227" y="1543895"/>
                  </a:lnTo>
                  <a:lnTo>
                    <a:pt x="1207249" y="1543919"/>
                  </a:lnTo>
                  <a:lnTo>
                    <a:pt x="1207258" y="1543942"/>
                  </a:lnTo>
                  <a:lnTo>
                    <a:pt x="1207267" y="1543967"/>
                  </a:lnTo>
                  <a:lnTo>
                    <a:pt x="1207272" y="1543992"/>
                  </a:lnTo>
                  <a:lnTo>
                    <a:pt x="1207269" y="1544019"/>
                  </a:lnTo>
                  <a:lnTo>
                    <a:pt x="1207270" y="1544039"/>
                  </a:lnTo>
                  <a:lnTo>
                    <a:pt x="1207275" y="1544049"/>
                  </a:lnTo>
                  <a:lnTo>
                    <a:pt x="1207290" y="1544067"/>
                  </a:lnTo>
                  <a:lnTo>
                    <a:pt x="1207305" y="1544095"/>
                  </a:lnTo>
                  <a:lnTo>
                    <a:pt x="1207318" y="1544126"/>
                  </a:lnTo>
                  <a:lnTo>
                    <a:pt x="1207318" y="1544162"/>
                  </a:lnTo>
                  <a:lnTo>
                    <a:pt x="1207322" y="1544184"/>
                  </a:lnTo>
                  <a:lnTo>
                    <a:pt x="1207317" y="1544263"/>
                  </a:lnTo>
                  <a:lnTo>
                    <a:pt x="1207327" y="1544284"/>
                  </a:lnTo>
                  <a:lnTo>
                    <a:pt x="1207337" y="1544303"/>
                  </a:lnTo>
                  <a:lnTo>
                    <a:pt x="1207350" y="1544338"/>
                  </a:lnTo>
                  <a:lnTo>
                    <a:pt x="1207349" y="1544368"/>
                  </a:lnTo>
                  <a:lnTo>
                    <a:pt x="1207348" y="1544399"/>
                  </a:lnTo>
                  <a:lnTo>
                    <a:pt x="1207352" y="1544434"/>
                  </a:lnTo>
                  <a:lnTo>
                    <a:pt x="1207360" y="1544452"/>
                  </a:lnTo>
                  <a:lnTo>
                    <a:pt x="1207387" y="1544498"/>
                  </a:lnTo>
                  <a:lnTo>
                    <a:pt x="1207406" y="1544537"/>
                  </a:lnTo>
                  <a:lnTo>
                    <a:pt x="1207422" y="1544576"/>
                  </a:lnTo>
                  <a:lnTo>
                    <a:pt x="1207426" y="1544596"/>
                  </a:lnTo>
                  <a:lnTo>
                    <a:pt x="1207418" y="1544613"/>
                  </a:lnTo>
                  <a:lnTo>
                    <a:pt x="1207395" y="1544638"/>
                  </a:lnTo>
                  <a:lnTo>
                    <a:pt x="1207363" y="1544658"/>
                  </a:lnTo>
                  <a:lnTo>
                    <a:pt x="1207342" y="1544669"/>
                  </a:lnTo>
                  <a:lnTo>
                    <a:pt x="1207329" y="1544685"/>
                  </a:lnTo>
                  <a:lnTo>
                    <a:pt x="1207309" y="1544750"/>
                  </a:lnTo>
                  <a:lnTo>
                    <a:pt x="1207287" y="1544804"/>
                  </a:lnTo>
                  <a:lnTo>
                    <a:pt x="1207282" y="1544837"/>
                  </a:lnTo>
                  <a:lnTo>
                    <a:pt x="1207282" y="1544866"/>
                  </a:lnTo>
                  <a:lnTo>
                    <a:pt x="1207284" y="1544883"/>
                  </a:lnTo>
                  <a:lnTo>
                    <a:pt x="1207289" y="1544910"/>
                  </a:lnTo>
                  <a:lnTo>
                    <a:pt x="1207293" y="1544923"/>
                  </a:lnTo>
                  <a:lnTo>
                    <a:pt x="1207294" y="1544940"/>
                  </a:lnTo>
                  <a:lnTo>
                    <a:pt x="1207295" y="1544957"/>
                  </a:lnTo>
                  <a:lnTo>
                    <a:pt x="1207296" y="1544973"/>
                  </a:lnTo>
                  <a:lnTo>
                    <a:pt x="1207299" y="1544987"/>
                  </a:lnTo>
                  <a:lnTo>
                    <a:pt x="1207301" y="1545027"/>
                  </a:lnTo>
                  <a:lnTo>
                    <a:pt x="1207303" y="1545059"/>
                  </a:lnTo>
                  <a:lnTo>
                    <a:pt x="1207311" y="1545075"/>
                  </a:lnTo>
                  <a:lnTo>
                    <a:pt x="1207342" y="1545089"/>
                  </a:lnTo>
                  <a:lnTo>
                    <a:pt x="1207393" y="1545111"/>
                  </a:lnTo>
                  <a:lnTo>
                    <a:pt x="1207433" y="1545127"/>
                  </a:lnTo>
                  <a:lnTo>
                    <a:pt x="1207452" y="1545145"/>
                  </a:lnTo>
                  <a:lnTo>
                    <a:pt x="1207461" y="1545176"/>
                  </a:lnTo>
                  <a:lnTo>
                    <a:pt x="1207464" y="1545198"/>
                  </a:lnTo>
                  <a:lnTo>
                    <a:pt x="1207473" y="1545212"/>
                  </a:lnTo>
                  <a:lnTo>
                    <a:pt x="1207491" y="1545241"/>
                  </a:lnTo>
                  <a:lnTo>
                    <a:pt x="1207501" y="1545259"/>
                  </a:lnTo>
                  <a:lnTo>
                    <a:pt x="1207505" y="1545281"/>
                  </a:lnTo>
                  <a:lnTo>
                    <a:pt x="1207505" y="1545291"/>
                  </a:lnTo>
                  <a:lnTo>
                    <a:pt x="1207500" y="1545313"/>
                  </a:lnTo>
                  <a:lnTo>
                    <a:pt x="1207484" y="1545394"/>
                  </a:lnTo>
                  <a:lnTo>
                    <a:pt x="1207473" y="1545421"/>
                  </a:lnTo>
                  <a:lnTo>
                    <a:pt x="1207458" y="1545440"/>
                  </a:lnTo>
                  <a:lnTo>
                    <a:pt x="1207452" y="1545451"/>
                  </a:lnTo>
                  <a:lnTo>
                    <a:pt x="1207451" y="1545456"/>
                  </a:lnTo>
                  <a:lnTo>
                    <a:pt x="1207454" y="1545462"/>
                  </a:lnTo>
                  <a:lnTo>
                    <a:pt x="1207474" y="1545479"/>
                  </a:lnTo>
                  <a:lnTo>
                    <a:pt x="1207485" y="1545503"/>
                  </a:lnTo>
                  <a:lnTo>
                    <a:pt x="1207493" y="1545527"/>
                  </a:lnTo>
                  <a:lnTo>
                    <a:pt x="1207492" y="1545601"/>
                  </a:lnTo>
                  <a:lnTo>
                    <a:pt x="1207494" y="1545638"/>
                  </a:lnTo>
                  <a:lnTo>
                    <a:pt x="1207493" y="1545653"/>
                  </a:lnTo>
                  <a:lnTo>
                    <a:pt x="1207474" y="1545678"/>
                  </a:lnTo>
                  <a:lnTo>
                    <a:pt x="1207455" y="1545704"/>
                  </a:lnTo>
                  <a:lnTo>
                    <a:pt x="1207426" y="1545746"/>
                  </a:lnTo>
                  <a:lnTo>
                    <a:pt x="1207408" y="1545760"/>
                  </a:lnTo>
                  <a:lnTo>
                    <a:pt x="1207398" y="1545773"/>
                  </a:lnTo>
                  <a:lnTo>
                    <a:pt x="1207385" y="1545791"/>
                  </a:lnTo>
                  <a:lnTo>
                    <a:pt x="1207376" y="1545845"/>
                  </a:lnTo>
                  <a:lnTo>
                    <a:pt x="1207374" y="1545854"/>
                  </a:lnTo>
                  <a:lnTo>
                    <a:pt x="1207373" y="1545870"/>
                  </a:lnTo>
                  <a:lnTo>
                    <a:pt x="1207368" y="1545887"/>
                  </a:lnTo>
                  <a:lnTo>
                    <a:pt x="1207359" y="1545903"/>
                  </a:lnTo>
                  <a:lnTo>
                    <a:pt x="1207352" y="1545920"/>
                  </a:lnTo>
                  <a:lnTo>
                    <a:pt x="1207347" y="1545936"/>
                  </a:lnTo>
                  <a:lnTo>
                    <a:pt x="1207343" y="1545953"/>
                  </a:lnTo>
                  <a:lnTo>
                    <a:pt x="1207342" y="1545970"/>
                  </a:lnTo>
                  <a:lnTo>
                    <a:pt x="1207341" y="1546027"/>
                  </a:lnTo>
                  <a:lnTo>
                    <a:pt x="1207369" y="1546126"/>
                  </a:lnTo>
                  <a:lnTo>
                    <a:pt x="1207374" y="1546142"/>
                  </a:lnTo>
                  <a:lnTo>
                    <a:pt x="1207375" y="1546159"/>
                  </a:lnTo>
                  <a:lnTo>
                    <a:pt x="1207379" y="1546176"/>
                  </a:lnTo>
                  <a:lnTo>
                    <a:pt x="1207388" y="1546193"/>
                  </a:lnTo>
                  <a:lnTo>
                    <a:pt x="1207398" y="1546210"/>
                  </a:lnTo>
                  <a:lnTo>
                    <a:pt x="1207402" y="1546214"/>
                  </a:lnTo>
                  <a:lnTo>
                    <a:pt x="1207407" y="1546227"/>
                  </a:lnTo>
                  <a:lnTo>
                    <a:pt x="1207405" y="1546261"/>
                  </a:lnTo>
                  <a:lnTo>
                    <a:pt x="1207402" y="1546272"/>
                  </a:lnTo>
                  <a:lnTo>
                    <a:pt x="1207390" y="1546287"/>
                  </a:lnTo>
                  <a:lnTo>
                    <a:pt x="1207380" y="1546299"/>
                  </a:lnTo>
                  <a:lnTo>
                    <a:pt x="1207370" y="1546311"/>
                  </a:lnTo>
                  <a:lnTo>
                    <a:pt x="1207364" y="1546321"/>
                  </a:lnTo>
                  <a:lnTo>
                    <a:pt x="1207360" y="1546330"/>
                  </a:lnTo>
                  <a:lnTo>
                    <a:pt x="1207349" y="1546363"/>
                  </a:lnTo>
                  <a:lnTo>
                    <a:pt x="1207338" y="1546397"/>
                  </a:lnTo>
                  <a:lnTo>
                    <a:pt x="1207332" y="1546413"/>
                  </a:lnTo>
                  <a:lnTo>
                    <a:pt x="1207328" y="1546430"/>
                  </a:lnTo>
                  <a:lnTo>
                    <a:pt x="1207325" y="1546446"/>
                  </a:lnTo>
                  <a:lnTo>
                    <a:pt x="1207320" y="1546463"/>
                  </a:lnTo>
                  <a:lnTo>
                    <a:pt x="1207318" y="1546468"/>
                  </a:lnTo>
                  <a:lnTo>
                    <a:pt x="1207311" y="1546476"/>
                  </a:lnTo>
                  <a:lnTo>
                    <a:pt x="1207302" y="1546495"/>
                  </a:lnTo>
                  <a:lnTo>
                    <a:pt x="1207295" y="1546511"/>
                  </a:lnTo>
                  <a:lnTo>
                    <a:pt x="1207285" y="1546528"/>
                  </a:lnTo>
                  <a:lnTo>
                    <a:pt x="1207276" y="1546544"/>
                  </a:lnTo>
                  <a:lnTo>
                    <a:pt x="1207271" y="1546561"/>
                  </a:lnTo>
                  <a:lnTo>
                    <a:pt x="1207269" y="1546568"/>
                  </a:lnTo>
                  <a:lnTo>
                    <a:pt x="1207269" y="1546578"/>
                  </a:lnTo>
                  <a:lnTo>
                    <a:pt x="1207270" y="1546585"/>
                  </a:lnTo>
                  <a:lnTo>
                    <a:pt x="1207268" y="1546594"/>
                  </a:lnTo>
                  <a:lnTo>
                    <a:pt x="1207264" y="1546611"/>
                  </a:lnTo>
                  <a:lnTo>
                    <a:pt x="1207262" y="1546627"/>
                  </a:lnTo>
                  <a:lnTo>
                    <a:pt x="1207256" y="1546644"/>
                  </a:lnTo>
                  <a:lnTo>
                    <a:pt x="1207248" y="1546660"/>
                  </a:lnTo>
                  <a:lnTo>
                    <a:pt x="1207250" y="1546667"/>
                  </a:lnTo>
                  <a:lnTo>
                    <a:pt x="1207267" y="1546675"/>
                  </a:lnTo>
                  <a:lnTo>
                    <a:pt x="1207274" y="1546677"/>
                  </a:lnTo>
                  <a:lnTo>
                    <a:pt x="1207290" y="1546675"/>
                  </a:lnTo>
                  <a:lnTo>
                    <a:pt x="1207299" y="1546676"/>
                  </a:lnTo>
                  <a:lnTo>
                    <a:pt x="1207306" y="1546679"/>
                  </a:lnTo>
                  <a:lnTo>
                    <a:pt x="1207313" y="1546685"/>
                  </a:lnTo>
                  <a:lnTo>
                    <a:pt x="1207320" y="1546690"/>
                  </a:lnTo>
                  <a:lnTo>
                    <a:pt x="1207331" y="1546700"/>
                  </a:lnTo>
                  <a:lnTo>
                    <a:pt x="1207338" y="1546705"/>
                  </a:lnTo>
                  <a:lnTo>
                    <a:pt x="1207351" y="1546709"/>
                  </a:lnTo>
                  <a:lnTo>
                    <a:pt x="1207362" y="1546709"/>
                  </a:lnTo>
                  <a:lnTo>
                    <a:pt x="1207371" y="1546712"/>
                  </a:lnTo>
                  <a:lnTo>
                    <a:pt x="1207383" y="1546716"/>
                  </a:lnTo>
                  <a:lnTo>
                    <a:pt x="1207398" y="1546725"/>
                  </a:lnTo>
                  <a:lnTo>
                    <a:pt x="1207404" y="1546729"/>
                  </a:lnTo>
                  <a:lnTo>
                    <a:pt x="1207432" y="1546742"/>
                  </a:lnTo>
                  <a:lnTo>
                    <a:pt x="1207448" y="1546755"/>
                  </a:lnTo>
                  <a:lnTo>
                    <a:pt x="1207465" y="1546763"/>
                  </a:lnTo>
                  <a:lnTo>
                    <a:pt x="1207477" y="1546765"/>
                  </a:lnTo>
                  <a:lnTo>
                    <a:pt x="1207493" y="1546763"/>
                  </a:lnTo>
                  <a:lnTo>
                    <a:pt x="1207502" y="1546744"/>
                  </a:lnTo>
                  <a:lnTo>
                    <a:pt x="1207523" y="1546705"/>
                  </a:lnTo>
                  <a:lnTo>
                    <a:pt x="1207536" y="1546694"/>
                  </a:lnTo>
                  <a:lnTo>
                    <a:pt x="1207555" y="1546689"/>
                  </a:lnTo>
                  <a:lnTo>
                    <a:pt x="1207578" y="1546695"/>
                  </a:lnTo>
                  <a:lnTo>
                    <a:pt x="1207592" y="1546704"/>
                  </a:lnTo>
                  <a:lnTo>
                    <a:pt x="1207641" y="1546756"/>
                  </a:lnTo>
                  <a:lnTo>
                    <a:pt x="1207666" y="1546776"/>
                  </a:lnTo>
                  <a:lnTo>
                    <a:pt x="1207682" y="1546790"/>
                  </a:lnTo>
                  <a:lnTo>
                    <a:pt x="1207697" y="1546799"/>
                  </a:lnTo>
                  <a:lnTo>
                    <a:pt x="1207710" y="1546800"/>
                  </a:lnTo>
                  <a:lnTo>
                    <a:pt x="1207724" y="1546794"/>
                  </a:lnTo>
                  <a:lnTo>
                    <a:pt x="1207748" y="1546785"/>
                  </a:lnTo>
                  <a:lnTo>
                    <a:pt x="1207772" y="1546779"/>
                  </a:lnTo>
                  <a:lnTo>
                    <a:pt x="1207791" y="1546784"/>
                  </a:lnTo>
                  <a:lnTo>
                    <a:pt x="1207798" y="1546792"/>
                  </a:lnTo>
                  <a:lnTo>
                    <a:pt x="1207801" y="1546801"/>
                  </a:lnTo>
                  <a:lnTo>
                    <a:pt x="1207801" y="1546814"/>
                  </a:lnTo>
                  <a:lnTo>
                    <a:pt x="1207790" y="1546889"/>
                  </a:lnTo>
                  <a:lnTo>
                    <a:pt x="1207787" y="1546938"/>
                  </a:lnTo>
                  <a:lnTo>
                    <a:pt x="1207773" y="1546976"/>
                  </a:lnTo>
                  <a:lnTo>
                    <a:pt x="1207752" y="1547013"/>
                  </a:lnTo>
                  <a:lnTo>
                    <a:pt x="1207746" y="1547037"/>
                  </a:lnTo>
                  <a:lnTo>
                    <a:pt x="1207737" y="1547096"/>
                  </a:lnTo>
                  <a:lnTo>
                    <a:pt x="1207738" y="1547122"/>
                  </a:lnTo>
                  <a:lnTo>
                    <a:pt x="1207748" y="1547152"/>
                  </a:lnTo>
                  <a:lnTo>
                    <a:pt x="1207756" y="1547176"/>
                  </a:lnTo>
                  <a:lnTo>
                    <a:pt x="1207756" y="1547185"/>
                  </a:lnTo>
                  <a:lnTo>
                    <a:pt x="1207756" y="1547193"/>
                  </a:lnTo>
                  <a:lnTo>
                    <a:pt x="1207755" y="1547205"/>
                  </a:lnTo>
                  <a:lnTo>
                    <a:pt x="1207749" y="1547226"/>
                  </a:lnTo>
                  <a:lnTo>
                    <a:pt x="1207746" y="1547243"/>
                  </a:lnTo>
                  <a:lnTo>
                    <a:pt x="1207740" y="1547260"/>
                  </a:lnTo>
                  <a:lnTo>
                    <a:pt x="1207738" y="1547271"/>
                  </a:lnTo>
                  <a:lnTo>
                    <a:pt x="1207729" y="1547293"/>
                  </a:lnTo>
                  <a:lnTo>
                    <a:pt x="1207721" y="1547309"/>
                  </a:lnTo>
                  <a:lnTo>
                    <a:pt x="1207709" y="1547331"/>
                  </a:lnTo>
                  <a:lnTo>
                    <a:pt x="1207710" y="1547363"/>
                  </a:lnTo>
                  <a:lnTo>
                    <a:pt x="1207713" y="1547371"/>
                  </a:lnTo>
                  <a:lnTo>
                    <a:pt x="1207718" y="1547388"/>
                  </a:lnTo>
                  <a:lnTo>
                    <a:pt x="1207726" y="1547405"/>
                  </a:lnTo>
                  <a:lnTo>
                    <a:pt x="1207732" y="1547419"/>
                  </a:lnTo>
                  <a:lnTo>
                    <a:pt x="1207749" y="1547439"/>
                  </a:lnTo>
                  <a:lnTo>
                    <a:pt x="1207761" y="1547454"/>
                  </a:lnTo>
                  <a:lnTo>
                    <a:pt x="1207772" y="1547465"/>
                  </a:lnTo>
                  <a:lnTo>
                    <a:pt x="1207774" y="1547469"/>
                  </a:lnTo>
                  <a:lnTo>
                    <a:pt x="1207775" y="1547486"/>
                  </a:lnTo>
                  <a:lnTo>
                    <a:pt x="1207776" y="1547503"/>
                  </a:lnTo>
                  <a:lnTo>
                    <a:pt x="1207777" y="1547519"/>
                  </a:lnTo>
                  <a:lnTo>
                    <a:pt x="1207777" y="1547536"/>
                  </a:lnTo>
                  <a:lnTo>
                    <a:pt x="1207782" y="1547553"/>
                  </a:lnTo>
                  <a:lnTo>
                    <a:pt x="1207786" y="1547570"/>
                  </a:lnTo>
                  <a:lnTo>
                    <a:pt x="1207791" y="1547586"/>
                  </a:lnTo>
                  <a:lnTo>
                    <a:pt x="1207795" y="1547603"/>
                  </a:lnTo>
                  <a:lnTo>
                    <a:pt x="1207803" y="1547620"/>
                  </a:lnTo>
                  <a:lnTo>
                    <a:pt x="1207809" y="1547637"/>
                  </a:lnTo>
                  <a:lnTo>
                    <a:pt x="1207815" y="1547653"/>
                  </a:lnTo>
                  <a:lnTo>
                    <a:pt x="1207817" y="1547660"/>
                  </a:lnTo>
                  <a:lnTo>
                    <a:pt x="1207822" y="1547670"/>
                  </a:lnTo>
                  <a:lnTo>
                    <a:pt x="1207826" y="1547677"/>
                  </a:lnTo>
                  <a:lnTo>
                    <a:pt x="1207841" y="1547708"/>
                  </a:lnTo>
                  <a:lnTo>
                    <a:pt x="1207860" y="1547728"/>
                  </a:lnTo>
                  <a:lnTo>
                    <a:pt x="1207870" y="1547735"/>
                  </a:lnTo>
                  <a:lnTo>
                    <a:pt x="1207882" y="1547736"/>
                  </a:lnTo>
                  <a:lnTo>
                    <a:pt x="1207889" y="1547732"/>
                  </a:lnTo>
                  <a:lnTo>
                    <a:pt x="1207902" y="1547713"/>
                  </a:lnTo>
                  <a:lnTo>
                    <a:pt x="1207921" y="1547695"/>
                  </a:lnTo>
                  <a:lnTo>
                    <a:pt x="1207948" y="1547688"/>
                  </a:lnTo>
                  <a:lnTo>
                    <a:pt x="1207976" y="1547686"/>
                  </a:lnTo>
                  <a:lnTo>
                    <a:pt x="1208009" y="1547694"/>
                  </a:lnTo>
                  <a:lnTo>
                    <a:pt x="1208026" y="1547695"/>
                  </a:lnTo>
                  <a:lnTo>
                    <a:pt x="1208052" y="1547691"/>
                  </a:lnTo>
                  <a:lnTo>
                    <a:pt x="1208070" y="1547678"/>
                  </a:lnTo>
                  <a:lnTo>
                    <a:pt x="1208087" y="1547658"/>
                  </a:lnTo>
                  <a:lnTo>
                    <a:pt x="1208102" y="1547633"/>
                  </a:lnTo>
                  <a:lnTo>
                    <a:pt x="1208121" y="1547587"/>
                  </a:lnTo>
                  <a:lnTo>
                    <a:pt x="1208133" y="1547559"/>
                  </a:lnTo>
                  <a:lnTo>
                    <a:pt x="1208153" y="1547533"/>
                  </a:lnTo>
                  <a:lnTo>
                    <a:pt x="1208175" y="1547511"/>
                  </a:lnTo>
                  <a:lnTo>
                    <a:pt x="1208227" y="1547433"/>
                  </a:lnTo>
                  <a:lnTo>
                    <a:pt x="1208257" y="1547405"/>
                  </a:lnTo>
                  <a:lnTo>
                    <a:pt x="1208278" y="1547392"/>
                  </a:lnTo>
                  <a:lnTo>
                    <a:pt x="1208313" y="1547369"/>
                  </a:lnTo>
                  <a:lnTo>
                    <a:pt x="1208334" y="1547353"/>
                  </a:lnTo>
                  <a:lnTo>
                    <a:pt x="1208344" y="1547352"/>
                  </a:lnTo>
                  <a:lnTo>
                    <a:pt x="1208352" y="1547358"/>
                  </a:lnTo>
                  <a:lnTo>
                    <a:pt x="1208362" y="1547372"/>
                  </a:lnTo>
                  <a:lnTo>
                    <a:pt x="1208396" y="1547411"/>
                  </a:lnTo>
                  <a:lnTo>
                    <a:pt x="1208414" y="1547428"/>
                  </a:lnTo>
                  <a:lnTo>
                    <a:pt x="1208437" y="1547440"/>
                  </a:lnTo>
                  <a:lnTo>
                    <a:pt x="1208460" y="1547448"/>
                  </a:lnTo>
                  <a:lnTo>
                    <a:pt x="1208485" y="1547448"/>
                  </a:lnTo>
                  <a:lnTo>
                    <a:pt x="1208510" y="1547446"/>
                  </a:lnTo>
                  <a:lnTo>
                    <a:pt x="1208523" y="1547444"/>
                  </a:lnTo>
                  <a:lnTo>
                    <a:pt x="1208555" y="1547436"/>
                  </a:lnTo>
                  <a:lnTo>
                    <a:pt x="1208585" y="1547437"/>
                  </a:lnTo>
                  <a:lnTo>
                    <a:pt x="1208597" y="1547433"/>
                  </a:lnTo>
                  <a:lnTo>
                    <a:pt x="1208623" y="1547417"/>
                  </a:lnTo>
                  <a:lnTo>
                    <a:pt x="1208639" y="1547406"/>
                  </a:lnTo>
                  <a:lnTo>
                    <a:pt x="1208660" y="1547394"/>
                  </a:lnTo>
                  <a:lnTo>
                    <a:pt x="1208679" y="1547388"/>
                  </a:lnTo>
                  <a:lnTo>
                    <a:pt x="1208692" y="1547386"/>
                  </a:lnTo>
                  <a:lnTo>
                    <a:pt x="1208704" y="1547386"/>
                  </a:lnTo>
                  <a:lnTo>
                    <a:pt x="1208714" y="1547381"/>
                  </a:lnTo>
                  <a:lnTo>
                    <a:pt x="1208728" y="1547366"/>
                  </a:lnTo>
                  <a:lnTo>
                    <a:pt x="1208749" y="1547341"/>
                  </a:lnTo>
                  <a:lnTo>
                    <a:pt x="1208767" y="1547326"/>
                  </a:lnTo>
                  <a:lnTo>
                    <a:pt x="1208792" y="1547319"/>
                  </a:lnTo>
                  <a:lnTo>
                    <a:pt x="1208827" y="1547305"/>
                  </a:lnTo>
                  <a:lnTo>
                    <a:pt x="1208853" y="1547288"/>
                  </a:lnTo>
                  <a:lnTo>
                    <a:pt x="1208873" y="1547271"/>
                  </a:lnTo>
                  <a:lnTo>
                    <a:pt x="1208885" y="1547261"/>
                  </a:lnTo>
                  <a:lnTo>
                    <a:pt x="1208891" y="1547260"/>
                  </a:lnTo>
                  <a:lnTo>
                    <a:pt x="1208896" y="1547264"/>
                  </a:lnTo>
                  <a:lnTo>
                    <a:pt x="1208900" y="1547272"/>
                  </a:lnTo>
                  <a:lnTo>
                    <a:pt x="1208909" y="1547293"/>
                  </a:lnTo>
                  <a:lnTo>
                    <a:pt x="1208921" y="1547310"/>
                  </a:lnTo>
                  <a:lnTo>
                    <a:pt x="1208930" y="1547319"/>
                  </a:lnTo>
                  <a:lnTo>
                    <a:pt x="1208936" y="1547323"/>
                  </a:lnTo>
                  <a:lnTo>
                    <a:pt x="1208945" y="1547324"/>
                  </a:lnTo>
                  <a:lnTo>
                    <a:pt x="1208954" y="1547328"/>
                  </a:lnTo>
                  <a:lnTo>
                    <a:pt x="1208970" y="1547338"/>
                  </a:lnTo>
                  <a:lnTo>
                    <a:pt x="1208996" y="1547364"/>
                  </a:lnTo>
                  <a:lnTo>
                    <a:pt x="1209015" y="1547388"/>
                  </a:lnTo>
                  <a:lnTo>
                    <a:pt x="1209033" y="1547432"/>
                  </a:lnTo>
                  <a:lnTo>
                    <a:pt x="1209048" y="1547459"/>
                  </a:lnTo>
                  <a:lnTo>
                    <a:pt x="1209057" y="1547485"/>
                  </a:lnTo>
                  <a:lnTo>
                    <a:pt x="1209058" y="1547508"/>
                  </a:lnTo>
                  <a:lnTo>
                    <a:pt x="1209052" y="1547523"/>
                  </a:lnTo>
                  <a:lnTo>
                    <a:pt x="1209034" y="1547555"/>
                  </a:lnTo>
                  <a:lnTo>
                    <a:pt x="1209016" y="1547584"/>
                  </a:lnTo>
                  <a:lnTo>
                    <a:pt x="1208993" y="1547604"/>
                  </a:lnTo>
                  <a:lnTo>
                    <a:pt x="1208965" y="1547622"/>
                  </a:lnTo>
                  <a:lnTo>
                    <a:pt x="1208953" y="1547634"/>
                  </a:lnTo>
                  <a:lnTo>
                    <a:pt x="1208951" y="1547650"/>
                  </a:lnTo>
                  <a:lnTo>
                    <a:pt x="1208962" y="1547674"/>
                  </a:lnTo>
                  <a:lnTo>
                    <a:pt x="1208969" y="1547683"/>
                  </a:lnTo>
                  <a:lnTo>
                    <a:pt x="1208985" y="1547717"/>
                  </a:lnTo>
                  <a:lnTo>
                    <a:pt x="1208991" y="1547743"/>
                  </a:lnTo>
                  <a:lnTo>
                    <a:pt x="1209000" y="1547780"/>
                  </a:lnTo>
                  <a:lnTo>
                    <a:pt x="1209011" y="1547804"/>
                  </a:lnTo>
                  <a:lnTo>
                    <a:pt x="1209019" y="1547831"/>
                  </a:lnTo>
                  <a:lnTo>
                    <a:pt x="1209023" y="1547853"/>
                  </a:lnTo>
                  <a:lnTo>
                    <a:pt x="1209022" y="1547869"/>
                  </a:lnTo>
                  <a:lnTo>
                    <a:pt x="1209013" y="1547882"/>
                  </a:lnTo>
                  <a:lnTo>
                    <a:pt x="1209003" y="1547896"/>
                  </a:lnTo>
                  <a:lnTo>
                    <a:pt x="1208992" y="1547919"/>
                  </a:lnTo>
                  <a:lnTo>
                    <a:pt x="1208984" y="1547936"/>
                  </a:lnTo>
                  <a:lnTo>
                    <a:pt x="1208981" y="1547946"/>
                  </a:lnTo>
                  <a:lnTo>
                    <a:pt x="1208981" y="1547952"/>
                  </a:lnTo>
                  <a:lnTo>
                    <a:pt x="1208999" y="1547999"/>
                  </a:lnTo>
                  <a:lnTo>
                    <a:pt x="1208996" y="1548010"/>
                  </a:lnTo>
                  <a:lnTo>
                    <a:pt x="1208994" y="1548027"/>
                  </a:lnTo>
                  <a:lnTo>
                    <a:pt x="1208990" y="1548043"/>
                  </a:lnTo>
                  <a:lnTo>
                    <a:pt x="1208985" y="1548060"/>
                  </a:lnTo>
                  <a:lnTo>
                    <a:pt x="1208983" y="1548068"/>
                  </a:lnTo>
                  <a:lnTo>
                    <a:pt x="1208980" y="1548077"/>
                  </a:lnTo>
                  <a:lnTo>
                    <a:pt x="1208976" y="1548092"/>
                  </a:lnTo>
                  <a:lnTo>
                    <a:pt x="1208992" y="1548100"/>
                  </a:lnTo>
                  <a:lnTo>
                    <a:pt x="1209003" y="1548104"/>
                  </a:lnTo>
                  <a:lnTo>
                    <a:pt x="1209041" y="1548113"/>
                  </a:lnTo>
                  <a:lnTo>
                    <a:pt x="1209058" y="1548130"/>
                  </a:lnTo>
                  <a:lnTo>
                    <a:pt x="1209064" y="1548147"/>
                  </a:lnTo>
                  <a:lnTo>
                    <a:pt x="1209062" y="1548191"/>
                  </a:lnTo>
                  <a:lnTo>
                    <a:pt x="1209068" y="1548219"/>
                  </a:lnTo>
                  <a:lnTo>
                    <a:pt x="1209085" y="1548238"/>
                  </a:lnTo>
                  <a:lnTo>
                    <a:pt x="1209098" y="1548259"/>
                  </a:lnTo>
                  <a:lnTo>
                    <a:pt x="1209127" y="1548275"/>
                  </a:lnTo>
                  <a:lnTo>
                    <a:pt x="1209151" y="1548287"/>
                  </a:lnTo>
                  <a:lnTo>
                    <a:pt x="1209177" y="1548295"/>
                  </a:lnTo>
                  <a:lnTo>
                    <a:pt x="1209197" y="1548294"/>
                  </a:lnTo>
                  <a:lnTo>
                    <a:pt x="1209211" y="1548286"/>
                  </a:lnTo>
                  <a:lnTo>
                    <a:pt x="1209224" y="1548282"/>
                  </a:lnTo>
                  <a:lnTo>
                    <a:pt x="1209234" y="1548287"/>
                  </a:lnTo>
                  <a:lnTo>
                    <a:pt x="1209242" y="1548302"/>
                  </a:lnTo>
                  <a:lnTo>
                    <a:pt x="1209257" y="1548324"/>
                  </a:lnTo>
                  <a:lnTo>
                    <a:pt x="1209270" y="1548331"/>
                  </a:lnTo>
                  <a:lnTo>
                    <a:pt x="1209283" y="1548331"/>
                  </a:lnTo>
                  <a:lnTo>
                    <a:pt x="1209296" y="1548327"/>
                  </a:lnTo>
                  <a:lnTo>
                    <a:pt x="1209307" y="1548314"/>
                  </a:lnTo>
                  <a:lnTo>
                    <a:pt x="1209313" y="1548290"/>
                  </a:lnTo>
                  <a:lnTo>
                    <a:pt x="1209320" y="1548269"/>
                  </a:lnTo>
                  <a:lnTo>
                    <a:pt x="1209342" y="1548247"/>
                  </a:lnTo>
                  <a:lnTo>
                    <a:pt x="1209365" y="1548226"/>
                  </a:lnTo>
                  <a:lnTo>
                    <a:pt x="1209381" y="1548217"/>
                  </a:lnTo>
                  <a:lnTo>
                    <a:pt x="1209402" y="1548218"/>
                  </a:lnTo>
                  <a:lnTo>
                    <a:pt x="1209420" y="1548222"/>
                  </a:lnTo>
                  <a:lnTo>
                    <a:pt x="1209436" y="1548226"/>
                  </a:lnTo>
                  <a:lnTo>
                    <a:pt x="1209447" y="1548228"/>
                  </a:lnTo>
                  <a:lnTo>
                    <a:pt x="1209460" y="1548224"/>
                  </a:lnTo>
                  <a:lnTo>
                    <a:pt x="1209481" y="1548208"/>
                  </a:lnTo>
                  <a:lnTo>
                    <a:pt x="1209498" y="1548192"/>
                  </a:lnTo>
                  <a:lnTo>
                    <a:pt x="1209514" y="1548179"/>
                  </a:lnTo>
                  <a:lnTo>
                    <a:pt x="1209530" y="1548167"/>
                  </a:lnTo>
                  <a:lnTo>
                    <a:pt x="1209558" y="1548139"/>
                  </a:lnTo>
                  <a:lnTo>
                    <a:pt x="1209569" y="1548119"/>
                  </a:lnTo>
                  <a:lnTo>
                    <a:pt x="1209580" y="1548105"/>
                  </a:lnTo>
                  <a:lnTo>
                    <a:pt x="1209594" y="1548087"/>
                  </a:lnTo>
                  <a:lnTo>
                    <a:pt x="1209610" y="1548073"/>
                  </a:lnTo>
                  <a:lnTo>
                    <a:pt x="1209626" y="1548060"/>
                  </a:lnTo>
                  <a:lnTo>
                    <a:pt x="1209640" y="1548051"/>
                  </a:lnTo>
                  <a:lnTo>
                    <a:pt x="1209657" y="1548039"/>
                  </a:lnTo>
                  <a:lnTo>
                    <a:pt x="1209672" y="1548031"/>
                  </a:lnTo>
                  <a:lnTo>
                    <a:pt x="1209688" y="1548026"/>
                  </a:lnTo>
                  <a:lnTo>
                    <a:pt x="1209704" y="1548025"/>
                  </a:lnTo>
                  <a:lnTo>
                    <a:pt x="1209720" y="1548028"/>
                  </a:lnTo>
                  <a:lnTo>
                    <a:pt x="1209735" y="1548033"/>
                  </a:lnTo>
                  <a:lnTo>
                    <a:pt x="1209767" y="1548049"/>
                  </a:lnTo>
                  <a:lnTo>
                    <a:pt x="1209783" y="1548055"/>
                  </a:lnTo>
                  <a:lnTo>
                    <a:pt x="1209791" y="1548060"/>
                  </a:lnTo>
                  <a:lnTo>
                    <a:pt x="1209797" y="1548067"/>
                  </a:lnTo>
                  <a:lnTo>
                    <a:pt x="1209801" y="1548078"/>
                  </a:lnTo>
                  <a:lnTo>
                    <a:pt x="1209803" y="1548083"/>
                  </a:lnTo>
                  <a:lnTo>
                    <a:pt x="1209801" y="1548090"/>
                  </a:lnTo>
                  <a:lnTo>
                    <a:pt x="1209802" y="1548104"/>
                  </a:lnTo>
                  <a:lnTo>
                    <a:pt x="1209810" y="1548124"/>
                  </a:lnTo>
                  <a:lnTo>
                    <a:pt x="1209816" y="1548137"/>
                  </a:lnTo>
                  <a:lnTo>
                    <a:pt x="1209819" y="1548145"/>
                  </a:lnTo>
                  <a:lnTo>
                    <a:pt x="1209822" y="1548151"/>
                  </a:lnTo>
                  <a:lnTo>
                    <a:pt x="1209826" y="1548157"/>
                  </a:lnTo>
                  <a:lnTo>
                    <a:pt x="1209832" y="1548161"/>
                  </a:lnTo>
                  <a:lnTo>
                    <a:pt x="1209840" y="1548162"/>
                  </a:lnTo>
                  <a:lnTo>
                    <a:pt x="1209858" y="1548160"/>
                  </a:lnTo>
                  <a:lnTo>
                    <a:pt x="1209873" y="1548157"/>
                  </a:lnTo>
                  <a:lnTo>
                    <a:pt x="1209889" y="1548155"/>
                  </a:lnTo>
                  <a:lnTo>
                    <a:pt x="1209901" y="1548157"/>
                  </a:lnTo>
                  <a:lnTo>
                    <a:pt x="1209906" y="1548161"/>
                  </a:lnTo>
                  <a:lnTo>
                    <a:pt x="1209913" y="1548177"/>
                  </a:lnTo>
                  <a:lnTo>
                    <a:pt x="1209922" y="1548194"/>
                  </a:lnTo>
                  <a:lnTo>
                    <a:pt x="1209938" y="1548209"/>
                  </a:lnTo>
                  <a:lnTo>
                    <a:pt x="1209952" y="1548222"/>
                  </a:lnTo>
                  <a:lnTo>
                    <a:pt x="1209966" y="1548234"/>
                  </a:lnTo>
                  <a:lnTo>
                    <a:pt x="1209981" y="1548246"/>
                  </a:lnTo>
                  <a:lnTo>
                    <a:pt x="1209996" y="1548255"/>
                  </a:lnTo>
                  <a:lnTo>
                    <a:pt x="1210012" y="1548259"/>
                  </a:lnTo>
                  <a:lnTo>
                    <a:pt x="1210021" y="1548261"/>
                  </a:lnTo>
                  <a:lnTo>
                    <a:pt x="1210046" y="1548270"/>
                  </a:lnTo>
                  <a:lnTo>
                    <a:pt x="1210060" y="1548281"/>
                  </a:lnTo>
                  <a:lnTo>
                    <a:pt x="1210073" y="1548294"/>
                  </a:lnTo>
                  <a:lnTo>
                    <a:pt x="1210084" y="1548351"/>
                  </a:lnTo>
                  <a:lnTo>
                    <a:pt x="1210082" y="1548424"/>
                  </a:lnTo>
                  <a:lnTo>
                    <a:pt x="1210075" y="1548447"/>
                  </a:lnTo>
                  <a:lnTo>
                    <a:pt x="1210061" y="1548488"/>
                  </a:lnTo>
                  <a:lnTo>
                    <a:pt x="1210048" y="1548512"/>
                  </a:lnTo>
                  <a:lnTo>
                    <a:pt x="1210043" y="1548532"/>
                  </a:lnTo>
                  <a:lnTo>
                    <a:pt x="1210051" y="1548547"/>
                  </a:lnTo>
                  <a:lnTo>
                    <a:pt x="1210063" y="1548566"/>
                  </a:lnTo>
                  <a:lnTo>
                    <a:pt x="1210075" y="1548605"/>
                  </a:lnTo>
                  <a:lnTo>
                    <a:pt x="1210073" y="1548622"/>
                  </a:lnTo>
                  <a:lnTo>
                    <a:pt x="1210065" y="1548636"/>
                  </a:lnTo>
                  <a:lnTo>
                    <a:pt x="1210049" y="1548652"/>
                  </a:lnTo>
                  <a:lnTo>
                    <a:pt x="1210020" y="1548669"/>
                  </a:lnTo>
                  <a:lnTo>
                    <a:pt x="1209974" y="1548686"/>
                  </a:lnTo>
                  <a:lnTo>
                    <a:pt x="1209963" y="1548699"/>
                  </a:lnTo>
                  <a:lnTo>
                    <a:pt x="1209958" y="1548724"/>
                  </a:lnTo>
                  <a:lnTo>
                    <a:pt x="1209958" y="1548751"/>
                  </a:lnTo>
                  <a:lnTo>
                    <a:pt x="1209964" y="1548785"/>
                  </a:lnTo>
                  <a:lnTo>
                    <a:pt x="1209984" y="1548852"/>
                  </a:lnTo>
                  <a:lnTo>
                    <a:pt x="1209995" y="1548882"/>
                  </a:lnTo>
                  <a:lnTo>
                    <a:pt x="1209999" y="1548905"/>
                  </a:lnTo>
                  <a:lnTo>
                    <a:pt x="1209989" y="1548922"/>
                  </a:lnTo>
                  <a:lnTo>
                    <a:pt x="1209964" y="1548957"/>
                  </a:lnTo>
                  <a:lnTo>
                    <a:pt x="1209949" y="1548964"/>
                  </a:lnTo>
                  <a:lnTo>
                    <a:pt x="1209928" y="1548967"/>
                  </a:lnTo>
                  <a:lnTo>
                    <a:pt x="1209905" y="1548967"/>
                  </a:lnTo>
                  <a:lnTo>
                    <a:pt x="1209888" y="1548975"/>
                  </a:lnTo>
                  <a:lnTo>
                    <a:pt x="1209887" y="1548984"/>
                  </a:lnTo>
                  <a:lnTo>
                    <a:pt x="1209881" y="1549009"/>
                  </a:lnTo>
                  <a:lnTo>
                    <a:pt x="1209875" y="1549035"/>
                  </a:lnTo>
                  <a:lnTo>
                    <a:pt x="1209866" y="1549064"/>
                  </a:lnTo>
                  <a:lnTo>
                    <a:pt x="1209850" y="1549106"/>
                  </a:lnTo>
                  <a:lnTo>
                    <a:pt x="1209830" y="1549122"/>
                  </a:lnTo>
                  <a:lnTo>
                    <a:pt x="1209809" y="1549136"/>
                  </a:lnTo>
                  <a:lnTo>
                    <a:pt x="1209785" y="1549157"/>
                  </a:lnTo>
                  <a:lnTo>
                    <a:pt x="1209762" y="1549180"/>
                  </a:lnTo>
                  <a:lnTo>
                    <a:pt x="1209737" y="1549208"/>
                  </a:lnTo>
                  <a:lnTo>
                    <a:pt x="1209722" y="1549231"/>
                  </a:lnTo>
                  <a:lnTo>
                    <a:pt x="1209711" y="1549263"/>
                  </a:lnTo>
                  <a:lnTo>
                    <a:pt x="1209705" y="1549285"/>
                  </a:lnTo>
                  <a:lnTo>
                    <a:pt x="1209703" y="1549317"/>
                  </a:lnTo>
                  <a:lnTo>
                    <a:pt x="1209704" y="1549358"/>
                  </a:lnTo>
                  <a:lnTo>
                    <a:pt x="1209705" y="1549420"/>
                  </a:lnTo>
                  <a:lnTo>
                    <a:pt x="1209700" y="1549437"/>
                  </a:lnTo>
                  <a:lnTo>
                    <a:pt x="1209694" y="1549458"/>
                  </a:lnTo>
                  <a:lnTo>
                    <a:pt x="1209681" y="1549480"/>
                  </a:lnTo>
                  <a:lnTo>
                    <a:pt x="1209669" y="1549504"/>
                  </a:lnTo>
                  <a:lnTo>
                    <a:pt x="1209660" y="1549546"/>
                  </a:lnTo>
                  <a:lnTo>
                    <a:pt x="1209656" y="1549583"/>
                  </a:lnTo>
                  <a:lnTo>
                    <a:pt x="1209644" y="1549644"/>
                  </a:lnTo>
                  <a:lnTo>
                    <a:pt x="1209644" y="1549663"/>
                  </a:lnTo>
                  <a:lnTo>
                    <a:pt x="1209642" y="1549693"/>
                  </a:lnTo>
                  <a:lnTo>
                    <a:pt x="1209658" y="1549716"/>
                  </a:lnTo>
                  <a:lnTo>
                    <a:pt x="1209671" y="1549735"/>
                  </a:lnTo>
                  <a:lnTo>
                    <a:pt x="1209678" y="1549750"/>
                  </a:lnTo>
                  <a:lnTo>
                    <a:pt x="1209682" y="1549765"/>
                  </a:lnTo>
                  <a:lnTo>
                    <a:pt x="1209682" y="1549777"/>
                  </a:lnTo>
                  <a:lnTo>
                    <a:pt x="1209666" y="1549837"/>
                  </a:lnTo>
                  <a:lnTo>
                    <a:pt x="1209658" y="1549854"/>
                  </a:lnTo>
                  <a:lnTo>
                    <a:pt x="1209656" y="1549871"/>
                  </a:lnTo>
                  <a:lnTo>
                    <a:pt x="1209664" y="1549912"/>
                  </a:lnTo>
                  <a:lnTo>
                    <a:pt x="1209664" y="1549929"/>
                  </a:lnTo>
                  <a:lnTo>
                    <a:pt x="1209657" y="1549944"/>
                  </a:lnTo>
                  <a:lnTo>
                    <a:pt x="1209651" y="1549965"/>
                  </a:lnTo>
                  <a:lnTo>
                    <a:pt x="1209643" y="1549992"/>
                  </a:lnTo>
                  <a:lnTo>
                    <a:pt x="1209641" y="1550013"/>
                  </a:lnTo>
                  <a:lnTo>
                    <a:pt x="1209639" y="1550029"/>
                  </a:lnTo>
                  <a:lnTo>
                    <a:pt x="1209632" y="1550040"/>
                  </a:lnTo>
                  <a:lnTo>
                    <a:pt x="1209626" y="1550043"/>
                  </a:lnTo>
                  <a:lnTo>
                    <a:pt x="1209611" y="1550044"/>
                  </a:lnTo>
                  <a:lnTo>
                    <a:pt x="1209595" y="1550046"/>
                  </a:lnTo>
                  <a:lnTo>
                    <a:pt x="1209580" y="1550049"/>
                  </a:lnTo>
                  <a:lnTo>
                    <a:pt x="1209564" y="1550054"/>
                  </a:lnTo>
                  <a:lnTo>
                    <a:pt x="1209548" y="1550055"/>
                  </a:lnTo>
                  <a:lnTo>
                    <a:pt x="1209539" y="1550058"/>
                  </a:lnTo>
                  <a:lnTo>
                    <a:pt x="1209525" y="1550060"/>
                  </a:lnTo>
                  <a:lnTo>
                    <a:pt x="1209517" y="1550060"/>
                  </a:lnTo>
                  <a:lnTo>
                    <a:pt x="1209501" y="1550061"/>
                  </a:lnTo>
                  <a:lnTo>
                    <a:pt x="1209485" y="1550064"/>
                  </a:lnTo>
                  <a:lnTo>
                    <a:pt x="1209469" y="1550067"/>
                  </a:lnTo>
                  <a:lnTo>
                    <a:pt x="1209454" y="1550069"/>
                  </a:lnTo>
                  <a:lnTo>
                    <a:pt x="1209446" y="1550071"/>
                  </a:lnTo>
                  <a:lnTo>
                    <a:pt x="1209423" y="1550072"/>
                  </a:lnTo>
                  <a:lnTo>
                    <a:pt x="1209405" y="1550069"/>
                  </a:lnTo>
                  <a:lnTo>
                    <a:pt x="1209388" y="1550056"/>
                  </a:lnTo>
                  <a:lnTo>
                    <a:pt x="1209373" y="1550045"/>
                  </a:lnTo>
                  <a:lnTo>
                    <a:pt x="1209361" y="1550044"/>
                  </a:lnTo>
                  <a:lnTo>
                    <a:pt x="1209356" y="1550048"/>
                  </a:lnTo>
                  <a:lnTo>
                    <a:pt x="1209344" y="1550062"/>
                  </a:lnTo>
                  <a:lnTo>
                    <a:pt x="1209329" y="1550073"/>
                  </a:lnTo>
                  <a:lnTo>
                    <a:pt x="1209320" y="1550076"/>
                  </a:lnTo>
                  <a:lnTo>
                    <a:pt x="1209312" y="1550080"/>
                  </a:lnTo>
                  <a:lnTo>
                    <a:pt x="1209296" y="1550084"/>
                  </a:lnTo>
                  <a:lnTo>
                    <a:pt x="1209281" y="1550086"/>
                  </a:lnTo>
                  <a:lnTo>
                    <a:pt x="1209257" y="1550085"/>
                  </a:lnTo>
                  <a:lnTo>
                    <a:pt x="1209249" y="1550090"/>
                  </a:lnTo>
                  <a:lnTo>
                    <a:pt x="1209234" y="1550101"/>
                  </a:lnTo>
                  <a:lnTo>
                    <a:pt x="1209218" y="1550113"/>
                  </a:lnTo>
                  <a:lnTo>
                    <a:pt x="1209201" y="1550121"/>
                  </a:lnTo>
                  <a:lnTo>
                    <a:pt x="1209186" y="1550129"/>
                  </a:lnTo>
                  <a:lnTo>
                    <a:pt x="1209158" y="1550138"/>
                  </a:lnTo>
                  <a:lnTo>
                    <a:pt x="1209131" y="1550143"/>
                  </a:lnTo>
                  <a:lnTo>
                    <a:pt x="1209107" y="1550146"/>
                  </a:lnTo>
                  <a:lnTo>
                    <a:pt x="1209077" y="1550145"/>
                  </a:lnTo>
                  <a:lnTo>
                    <a:pt x="1209060" y="1550143"/>
                  </a:lnTo>
                  <a:lnTo>
                    <a:pt x="1209044" y="1550141"/>
                  </a:lnTo>
                  <a:lnTo>
                    <a:pt x="1209029" y="1550140"/>
                  </a:lnTo>
                  <a:lnTo>
                    <a:pt x="1209013" y="1550135"/>
                  </a:lnTo>
                  <a:lnTo>
                    <a:pt x="1208997" y="1550130"/>
                  </a:lnTo>
                  <a:lnTo>
                    <a:pt x="1208982" y="1550119"/>
                  </a:lnTo>
                  <a:lnTo>
                    <a:pt x="1208953" y="1550092"/>
                  </a:lnTo>
                  <a:lnTo>
                    <a:pt x="1208956" y="1550112"/>
                  </a:lnTo>
                  <a:lnTo>
                    <a:pt x="1208956" y="1550117"/>
                  </a:lnTo>
                  <a:lnTo>
                    <a:pt x="1208956" y="1550132"/>
                  </a:lnTo>
                  <a:lnTo>
                    <a:pt x="1208949" y="1550151"/>
                  </a:lnTo>
                  <a:lnTo>
                    <a:pt x="1208942" y="1550163"/>
                  </a:lnTo>
                  <a:lnTo>
                    <a:pt x="1208938" y="1550167"/>
                  </a:lnTo>
                  <a:lnTo>
                    <a:pt x="1208925" y="1550181"/>
                  </a:lnTo>
                  <a:lnTo>
                    <a:pt x="1208917" y="1550198"/>
                  </a:lnTo>
                  <a:lnTo>
                    <a:pt x="1208904" y="1550219"/>
                  </a:lnTo>
                  <a:lnTo>
                    <a:pt x="1208895" y="1550232"/>
                  </a:lnTo>
                  <a:lnTo>
                    <a:pt x="1208894" y="1550238"/>
                  </a:lnTo>
                  <a:lnTo>
                    <a:pt x="1208893" y="1550257"/>
                  </a:lnTo>
                  <a:lnTo>
                    <a:pt x="1208896" y="1550264"/>
                  </a:lnTo>
                  <a:lnTo>
                    <a:pt x="1208900" y="1550281"/>
                  </a:lnTo>
                  <a:lnTo>
                    <a:pt x="1208901" y="1550297"/>
                  </a:lnTo>
                  <a:lnTo>
                    <a:pt x="1208898" y="1550314"/>
                  </a:lnTo>
                  <a:lnTo>
                    <a:pt x="1208889" y="1550331"/>
                  </a:lnTo>
                  <a:lnTo>
                    <a:pt x="1208884" y="1550347"/>
                  </a:lnTo>
                  <a:lnTo>
                    <a:pt x="1208886" y="1550370"/>
                  </a:lnTo>
                  <a:lnTo>
                    <a:pt x="1208888" y="1550375"/>
                  </a:lnTo>
                  <a:lnTo>
                    <a:pt x="1208891" y="1550381"/>
                  </a:lnTo>
                  <a:lnTo>
                    <a:pt x="1208904" y="1550404"/>
                  </a:lnTo>
                  <a:lnTo>
                    <a:pt x="1208912" y="1550414"/>
                  </a:lnTo>
                  <a:lnTo>
                    <a:pt x="1208924" y="1550430"/>
                  </a:lnTo>
                  <a:lnTo>
                    <a:pt x="1208929" y="1550439"/>
                  </a:lnTo>
                  <a:lnTo>
                    <a:pt x="1208931" y="1550447"/>
                  </a:lnTo>
                  <a:lnTo>
                    <a:pt x="1208928" y="1550456"/>
                  </a:lnTo>
                  <a:lnTo>
                    <a:pt x="1208923" y="1550463"/>
                  </a:lnTo>
                  <a:lnTo>
                    <a:pt x="1208913" y="1550480"/>
                  </a:lnTo>
                  <a:lnTo>
                    <a:pt x="1208904" y="1550491"/>
                  </a:lnTo>
                  <a:lnTo>
                    <a:pt x="1208899" y="1550494"/>
                  </a:lnTo>
                  <a:lnTo>
                    <a:pt x="1208890" y="1550500"/>
                  </a:lnTo>
                  <a:lnTo>
                    <a:pt x="1208872" y="1550508"/>
                  </a:lnTo>
                  <a:lnTo>
                    <a:pt x="1208845" y="1550514"/>
                  </a:lnTo>
                  <a:lnTo>
                    <a:pt x="1208836" y="1550514"/>
                  </a:lnTo>
                  <a:lnTo>
                    <a:pt x="1208820" y="1550515"/>
                  </a:lnTo>
                  <a:lnTo>
                    <a:pt x="1208805" y="1550515"/>
                  </a:lnTo>
                  <a:lnTo>
                    <a:pt x="1208789" y="1550516"/>
                  </a:lnTo>
                  <a:lnTo>
                    <a:pt x="1208780" y="1550518"/>
                  </a:lnTo>
                  <a:lnTo>
                    <a:pt x="1208774" y="1550525"/>
                  </a:lnTo>
                  <a:lnTo>
                    <a:pt x="1208767" y="1550541"/>
                  </a:lnTo>
                  <a:lnTo>
                    <a:pt x="1208762" y="1550558"/>
                  </a:lnTo>
                  <a:lnTo>
                    <a:pt x="1208755" y="1550574"/>
                  </a:lnTo>
                  <a:lnTo>
                    <a:pt x="1208748" y="1550591"/>
                  </a:lnTo>
                  <a:lnTo>
                    <a:pt x="1208740" y="1550608"/>
                  </a:lnTo>
                  <a:lnTo>
                    <a:pt x="1208729" y="1550631"/>
                  </a:lnTo>
                  <a:lnTo>
                    <a:pt x="1208720" y="1550629"/>
                  </a:lnTo>
                  <a:lnTo>
                    <a:pt x="1208706" y="1550617"/>
                  </a:lnTo>
                  <a:lnTo>
                    <a:pt x="1208695" y="1550611"/>
                  </a:lnTo>
                  <a:lnTo>
                    <a:pt x="1208675" y="1550611"/>
                  </a:lnTo>
                  <a:lnTo>
                    <a:pt x="1208660" y="1550612"/>
                  </a:lnTo>
                  <a:lnTo>
                    <a:pt x="1208644" y="1550613"/>
                  </a:lnTo>
                  <a:lnTo>
                    <a:pt x="1208613" y="1550616"/>
                  </a:lnTo>
                  <a:lnTo>
                    <a:pt x="1208597" y="1550619"/>
                  </a:lnTo>
                  <a:lnTo>
                    <a:pt x="1208581" y="1550621"/>
                  </a:lnTo>
                  <a:lnTo>
                    <a:pt x="1208565" y="1550625"/>
                  </a:lnTo>
                  <a:lnTo>
                    <a:pt x="1208549" y="1550629"/>
                  </a:lnTo>
                  <a:lnTo>
                    <a:pt x="1208534" y="1550633"/>
                  </a:lnTo>
                  <a:lnTo>
                    <a:pt x="1208518" y="1550638"/>
                  </a:lnTo>
                  <a:lnTo>
                    <a:pt x="1208508" y="1550641"/>
                  </a:lnTo>
                  <a:lnTo>
                    <a:pt x="1208502" y="1550641"/>
                  </a:lnTo>
                  <a:lnTo>
                    <a:pt x="1208488" y="1550625"/>
                  </a:lnTo>
                  <a:lnTo>
                    <a:pt x="1208473" y="1550610"/>
                  </a:lnTo>
                  <a:lnTo>
                    <a:pt x="1208465" y="1550606"/>
                  </a:lnTo>
                  <a:lnTo>
                    <a:pt x="1208458" y="1550605"/>
                  </a:lnTo>
                  <a:lnTo>
                    <a:pt x="1208442" y="1550605"/>
                  </a:lnTo>
                  <a:lnTo>
                    <a:pt x="1208434" y="1550606"/>
                  </a:lnTo>
                  <a:lnTo>
                    <a:pt x="1208426" y="1550605"/>
                  </a:lnTo>
                  <a:lnTo>
                    <a:pt x="1208418" y="1550604"/>
                  </a:lnTo>
                  <a:lnTo>
                    <a:pt x="1208411" y="1550600"/>
                  </a:lnTo>
                  <a:lnTo>
                    <a:pt x="1208398" y="1550593"/>
                  </a:lnTo>
                  <a:lnTo>
                    <a:pt x="1208352" y="1550589"/>
                  </a:lnTo>
                  <a:lnTo>
                    <a:pt x="1208336" y="1550590"/>
                  </a:lnTo>
                  <a:lnTo>
                    <a:pt x="1208321" y="1550588"/>
                  </a:lnTo>
                  <a:lnTo>
                    <a:pt x="1208305" y="1550586"/>
                  </a:lnTo>
                  <a:lnTo>
                    <a:pt x="1208290" y="1550583"/>
                  </a:lnTo>
                  <a:lnTo>
                    <a:pt x="1208281" y="1550580"/>
                  </a:lnTo>
                  <a:lnTo>
                    <a:pt x="1208274" y="1550575"/>
                  </a:lnTo>
                  <a:lnTo>
                    <a:pt x="1208243" y="1550557"/>
                  </a:lnTo>
                  <a:lnTo>
                    <a:pt x="1208238" y="1550555"/>
                  </a:lnTo>
                  <a:lnTo>
                    <a:pt x="1208227" y="1550560"/>
                  </a:lnTo>
                  <a:lnTo>
                    <a:pt x="1208211" y="1550569"/>
                  </a:lnTo>
                  <a:lnTo>
                    <a:pt x="1208195" y="1550579"/>
                  </a:lnTo>
                  <a:lnTo>
                    <a:pt x="1208180" y="1550586"/>
                  </a:lnTo>
                  <a:lnTo>
                    <a:pt x="1208164" y="1550595"/>
                  </a:lnTo>
                  <a:lnTo>
                    <a:pt x="1208148" y="1550607"/>
                  </a:lnTo>
                  <a:lnTo>
                    <a:pt x="1208116" y="1550628"/>
                  </a:lnTo>
                  <a:lnTo>
                    <a:pt x="1208101" y="1550629"/>
                  </a:lnTo>
                  <a:lnTo>
                    <a:pt x="1208091" y="1550630"/>
                  </a:lnTo>
                  <a:lnTo>
                    <a:pt x="1208085" y="1550629"/>
                  </a:lnTo>
                  <a:lnTo>
                    <a:pt x="1208069" y="1550624"/>
                  </a:lnTo>
                  <a:lnTo>
                    <a:pt x="1208065" y="1550624"/>
                  </a:lnTo>
                  <a:lnTo>
                    <a:pt x="1208060" y="1550627"/>
                  </a:lnTo>
                  <a:lnTo>
                    <a:pt x="1208053" y="1550631"/>
                  </a:lnTo>
                  <a:lnTo>
                    <a:pt x="1208041" y="1550648"/>
                  </a:lnTo>
                  <a:lnTo>
                    <a:pt x="1208032" y="1550655"/>
                  </a:lnTo>
                  <a:lnTo>
                    <a:pt x="1208025" y="1550658"/>
                  </a:lnTo>
                  <a:lnTo>
                    <a:pt x="1208010" y="1550659"/>
                  </a:lnTo>
                  <a:lnTo>
                    <a:pt x="1207994" y="1550657"/>
                  </a:lnTo>
                  <a:lnTo>
                    <a:pt x="1207979" y="1550651"/>
                  </a:lnTo>
                  <a:lnTo>
                    <a:pt x="1207963" y="1550647"/>
                  </a:lnTo>
                  <a:lnTo>
                    <a:pt x="1207955" y="1550647"/>
                  </a:lnTo>
                  <a:lnTo>
                    <a:pt x="1207947" y="1550649"/>
                  </a:lnTo>
                  <a:lnTo>
                    <a:pt x="1207939" y="1550650"/>
                  </a:lnTo>
                  <a:lnTo>
                    <a:pt x="1207932" y="1550653"/>
                  </a:lnTo>
                  <a:lnTo>
                    <a:pt x="1207916" y="1550659"/>
                  </a:lnTo>
                  <a:lnTo>
                    <a:pt x="1207900" y="1550660"/>
                  </a:lnTo>
                  <a:lnTo>
                    <a:pt x="1207885" y="1550658"/>
                  </a:lnTo>
                  <a:lnTo>
                    <a:pt x="1207874" y="1550653"/>
                  </a:lnTo>
                  <a:lnTo>
                    <a:pt x="1207869" y="1550649"/>
                  </a:lnTo>
                  <a:lnTo>
                    <a:pt x="1207857" y="1550632"/>
                  </a:lnTo>
                  <a:lnTo>
                    <a:pt x="1207847" y="1550615"/>
                  </a:lnTo>
                  <a:lnTo>
                    <a:pt x="1207839" y="1550603"/>
                  </a:lnTo>
                  <a:lnTo>
                    <a:pt x="1207825" y="1550582"/>
                  </a:lnTo>
                  <a:lnTo>
                    <a:pt x="1207810" y="1550566"/>
                  </a:lnTo>
                  <a:lnTo>
                    <a:pt x="1207794" y="1550554"/>
                  </a:lnTo>
                  <a:lnTo>
                    <a:pt x="1207779" y="1550543"/>
                  </a:lnTo>
                  <a:lnTo>
                    <a:pt x="1207763" y="1550528"/>
                  </a:lnTo>
                  <a:lnTo>
                    <a:pt x="1207748" y="1550517"/>
                  </a:lnTo>
                  <a:lnTo>
                    <a:pt x="1207736" y="1550509"/>
                  </a:lnTo>
                  <a:lnTo>
                    <a:pt x="1207715" y="1550507"/>
                  </a:lnTo>
                  <a:lnTo>
                    <a:pt x="1207700" y="1550509"/>
                  </a:lnTo>
                  <a:lnTo>
                    <a:pt x="1207684" y="1550512"/>
                  </a:lnTo>
                  <a:lnTo>
                    <a:pt x="1207668" y="1550514"/>
                  </a:lnTo>
                  <a:lnTo>
                    <a:pt x="1207652" y="1550515"/>
                  </a:lnTo>
                  <a:lnTo>
                    <a:pt x="1207637" y="1550512"/>
                  </a:lnTo>
                  <a:lnTo>
                    <a:pt x="1207621" y="1550507"/>
                  </a:lnTo>
                  <a:lnTo>
                    <a:pt x="1207605" y="1550502"/>
                  </a:lnTo>
                  <a:lnTo>
                    <a:pt x="1207590" y="1550494"/>
                  </a:lnTo>
                  <a:lnTo>
                    <a:pt x="1207574" y="1550485"/>
                  </a:lnTo>
                  <a:lnTo>
                    <a:pt x="1207559" y="1550474"/>
                  </a:lnTo>
                  <a:lnTo>
                    <a:pt x="1207551" y="1550470"/>
                  </a:lnTo>
                  <a:lnTo>
                    <a:pt x="1207543" y="1550468"/>
                  </a:lnTo>
                  <a:lnTo>
                    <a:pt x="1207528" y="1550469"/>
                  </a:lnTo>
                  <a:lnTo>
                    <a:pt x="1207512" y="1550469"/>
                  </a:lnTo>
                  <a:lnTo>
                    <a:pt x="1207496" y="1550467"/>
                  </a:lnTo>
                  <a:lnTo>
                    <a:pt x="1207428" y="1550467"/>
                  </a:lnTo>
                  <a:lnTo>
                    <a:pt x="1207412" y="1550464"/>
                  </a:lnTo>
                  <a:lnTo>
                    <a:pt x="1207401" y="1550459"/>
                  </a:lnTo>
                  <a:lnTo>
                    <a:pt x="1207387" y="1550449"/>
                  </a:lnTo>
                  <a:lnTo>
                    <a:pt x="1207383" y="1550442"/>
                  </a:lnTo>
                  <a:lnTo>
                    <a:pt x="1207372" y="1550430"/>
                  </a:lnTo>
                  <a:lnTo>
                    <a:pt x="1207360" y="1550421"/>
                  </a:lnTo>
                  <a:lnTo>
                    <a:pt x="1207353" y="1550417"/>
                  </a:lnTo>
                  <a:lnTo>
                    <a:pt x="1207337" y="1550415"/>
                  </a:lnTo>
                  <a:lnTo>
                    <a:pt x="1207306" y="1550410"/>
                  </a:lnTo>
                  <a:lnTo>
                    <a:pt x="1207282" y="1550404"/>
                  </a:lnTo>
                  <a:lnTo>
                    <a:pt x="1207269" y="1550407"/>
                  </a:lnTo>
                  <a:lnTo>
                    <a:pt x="1207253" y="1550417"/>
                  </a:lnTo>
                  <a:lnTo>
                    <a:pt x="1207237" y="1550428"/>
                  </a:lnTo>
                  <a:lnTo>
                    <a:pt x="1207222" y="1550428"/>
                  </a:lnTo>
                  <a:lnTo>
                    <a:pt x="1207206" y="1550413"/>
                  </a:lnTo>
                  <a:lnTo>
                    <a:pt x="1207195" y="1550396"/>
                  </a:lnTo>
                  <a:lnTo>
                    <a:pt x="1207186" y="1550379"/>
                  </a:lnTo>
                  <a:lnTo>
                    <a:pt x="1207180" y="1550362"/>
                  </a:lnTo>
                  <a:lnTo>
                    <a:pt x="1207177" y="1550346"/>
                  </a:lnTo>
                  <a:lnTo>
                    <a:pt x="1207175" y="1550329"/>
                  </a:lnTo>
                  <a:lnTo>
                    <a:pt x="1207171" y="1550303"/>
                  </a:lnTo>
                  <a:lnTo>
                    <a:pt x="1207171" y="1550273"/>
                  </a:lnTo>
                  <a:lnTo>
                    <a:pt x="1207166" y="1550248"/>
                  </a:lnTo>
                  <a:lnTo>
                    <a:pt x="1207159" y="1550238"/>
                  </a:lnTo>
                  <a:lnTo>
                    <a:pt x="1207138" y="1550236"/>
                  </a:lnTo>
                  <a:lnTo>
                    <a:pt x="1207100" y="1550237"/>
                  </a:lnTo>
                  <a:lnTo>
                    <a:pt x="1207085" y="1550232"/>
                  </a:lnTo>
                  <a:lnTo>
                    <a:pt x="1207067" y="1550230"/>
                  </a:lnTo>
                  <a:lnTo>
                    <a:pt x="1207061" y="1550235"/>
                  </a:lnTo>
                  <a:lnTo>
                    <a:pt x="1207054" y="1550251"/>
                  </a:lnTo>
                  <a:lnTo>
                    <a:pt x="1207051" y="1550258"/>
                  </a:lnTo>
                  <a:lnTo>
                    <a:pt x="1207043" y="1550275"/>
                  </a:lnTo>
                  <a:lnTo>
                    <a:pt x="1207039" y="1550291"/>
                  </a:lnTo>
                  <a:lnTo>
                    <a:pt x="1207034" y="1550308"/>
                  </a:lnTo>
                  <a:lnTo>
                    <a:pt x="1207023" y="1550316"/>
                  </a:lnTo>
                  <a:lnTo>
                    <a:pt x="1207018" y="1550318"/>
                  </a:lnTo>
                  <a:lnTo>
                    <a:pt x="1207010" y="1550322"/>
                  </a:lnTo>
                  <a:lnTo>
                    <a:pt x="1206997" y="1550330"/>
                  </a:lnTo>
                  <a:lnTo>
                    <a:pt x="1206986" y="1550332"/>
                  </a:lnTo>
                  <a:lnTo>
                    <a:pt x="1206971" y="1550331"/>
                  </a:lnTo>
                  <a:lnTo>
                    <a:pt x="1206957" y="1550329"/>
                  </a:lnTo>
                  <a:lnTo>
                    <a:pt x="1206924" y="1550322"/>
                  </a:lnTo>
                  <a:lnTo>
                    <a:pt x="1206908" y="1550320"/>
                  </a:lnTo>
                  <a:lnTo>
                    <a:pt x="1206893" y="1550318"/>
                  </a:lnTo>
                  <a:lnTo>
                    <a:pt x="1206877" y="1550320"/>
                  </a:lnTo>
                  <a:lnTo>
                    <a:pt x="1206861" y="1550321"/>
                  </a:lnTo>
                  <a:lnTo>
                    <a:pt x="1206845" y="1550321"/>
                  </a:lnTo>
                  <a:lnTo>
                    <a:pt x="1206830" y="1550323"/>
                  </a:lnTo>
                  <a:lnTo>
                    <a:pt x="1206814" y="1550325"/>
                  </a:lnTo>
                  <a:lnTo>
                    <a:pt x="1206800" y="1550326"/>
                  </a:lnTo>
                  <a:lnTo>
                    <a:pt x="1206774" y="1550327"/>
                  </a:lnTo>
                  <a:lnTo>
                    <a:pt x="1206767" y="1550326"/>
                  </a:lnTo>
                  <a:lnTo>
                    <a:pt x="1206751" y="1550323"/>
                  </a:lnTo>
                  <a:lnTo>
                    <a:pt x="1206736" y="1550320"/>
                  </a:lnTo>
                  <a:lnTo>
                    <a:pt x="1206720" y="1550318"/>
                  </a:lnTo>
                  <a:lnTo>
                    <a:pt x="1206704" y="1550316"/>
                  </a:lnTo>
                  <a:lnTo>
                    <a:pt x="1206688" y="1550314"/>
                  </a:lnTo>
                  <a:lnTo>
                    <a:pt x="1206673" y="1550314"/>
                  </a:lnTo>
                  <a:lnTo>
                    <a:pt x="1206657" y="1550315"/>
                  </a:lnTo>
                  <a:lnTo>
                    <a:pt x="1206641" y="1550318"/>
                  </a:lnTo>
                  <a:lnTo>
                    <a:pt x="1206633" y="1550320"/>
                  </a:lnTo>
                  <a:lnTo>
                    <a:pt x="1206626" y="1550324"/>
                  </a:lnTo>
                  <a:lnTo>
                    <a:pt x="1206610" y="1550333"/>
                  </a:lnTo>
                  <a:lnTo>
                    <a:pt x="1206594" y="1550343"/>
                  </a:lnTo>
                  <a:lnTo>
                    <a:pt x="1206584" y="1550348"/>
                  </a:lnTo>
                  <a:lnTo>
                    <a:pt x="1206578" y="1550349"/>
                  </a:lnTo>
                  <a:lnTo>
                    <a:pt x="1206563" y="1550353"/>
                  </a:lnTo>
                  <a:lnTo>
                    <a:pt x="1206540" y="1550359"/>
                  </a:lnTo>
                  <a:lnTo>
                    <a:pt x="1206528" y="1550365"/>
                  </a:lnTo>
                  <a:lnTo>
                    <a:pt x="1206515" y="1550371"/>
                  </a:lnTo>
                  <a:lnTo>
                    <a:pt x="1206507" y="1550376"/>
                  </a:lnTo>
                  <a:lnTo>
                    <a:pt x="1206499" y="1550378"/>
                  </a:lnTo>
                  <a:lnTo>
                    <a:pt x="1206483" y="1550383"/>
                  </a:lnTo>
                  <a:lnTo>
                    <a:pt x="1206468" y="1550391"/>
                  </a:lnTo>
                  <a:lnTo>
                    <a:pt x="1206455" y="1550405"/>
                  </a:lnTo>
                  <a:lnTo>
                    <a:pt x="1206450" y="1550410"/>
                  </a:lnTo>
                  <a:lnTo>
                    <a:pt x="1206443" y="1550419"/>
                  </a:lnTo>
                  <a:lnTo>
                    <a:pt x="1206439" y="1550428"/>
                  </a:lnTo>
                  <a:lnTo>
                    <a:pt x="1206435" y="1550437"/>
                  </a:lnTo>
                  <a:lnTo>
                    <a:pt x="1206429" y="1550454"/>
                  </a:lnTo>
                  <a:lnTo>
                    <a:pt x="1206423" y="1550471"/>
                  </a:lnTo>
                  <a:lnTo>
                    <a:pt x="1206419" y="1550487"/>
                  </a:lnTo>
                  <a:lnTo>
                    <a:pt x="1206408" y="1550520"/>
                  </a:lnTo>
                  <a:lnTo>
                    <a:pt x="1206403" y="1550529"/>
                  </a:lnTo>
                  <a:lnTo>
                    <a:pt x="1206399" y="1550547"/>
                  </a:lnTo>
                  <a:lnTo>
                    <a:pt x="1206399" y="1550553"/>
                  </a:lnTo>
                  <a:lnTo>
                    <a:pt x="1206399" y="1550568"/>
                  </a:lnTo>
                  <a:lnTo>
                    <a:pt x="1206397" y="1550586"/>
                  </a:lnTo>
                  <a:lnTo>
                    <a:pt x="1206396" y="1550596"/>
                  </a:lnTo>
                  <a:lnTo>
                    <a:pt x="1206393" y="1550603"/>
                  </a:lnTo>
                  <a:lnTo>
                    <a:pt x="1206384" y="1550619"/>
                  </a:lnTo>
                  <a:lnTo>
                    <a:pt x="1206382" y="1550626"/>
                  </a:lnTo>
                  <a:lnTo>
                    <a:pt x="1206376" y="1550636"/>
                  </a:lnTo>
                  <a:lnTo>
                    <a:pt x="1206375" y="1550653"/>
                  </a:lnTo>
                  <a:lnTo>
                    <a:pt x="1206376" y="1550670"/>
                  </a:lnTo>
                  <a:lnTo>
                    <a:pt x="1206377" y="1550686"/>
                  </a:lnTo>
                  <a:lnTo>
                    <a:pt x="1206379" y="1550703"/>
                  </a:lnTo>
                  <a:lnTo>
                    <a:pt x="1206379" y="1550720"/>
                  </a:lnTo>
                  <a:lnTo>
                    <a:pt x="1206382" y="1550736"/>
                  </a:lnTo>
                  <a:lnTo>
                    <a:pt x="1206383" y="1550753"/>
                  </a:lnTo>
                  <a:lnTo>
                    <a:pt x="1206385" y="1550770"/>
                  </a:lnTo>
                  <a:lnTo>
                    <a:pt x="1206388" y="1550786"/>
                  </a:lnTo>
                  <a:lnTo>
                    <a:pt x="1206389" y="1550803"/>
                  </a:lnTo>
                  <a:lnTo>
                    <a:pt x="1206391" y="1550820"/>
                  </a:lnTo>
                  <a:lnTo>
                    <a:pt x="1206393" y="1550853"/>
                  </a:lnTo>
                  <a:lnTo>
                    <a:pt x="1206392" y="1550870"/>
                  </a:lnTo>
                  <a:lnTo>
                    <a:pt x="1206391" y="1550886"/>
                  </a:lnTo>
                  <a:lnTo>
                    <a:pt x="1206392" y="1550903"/>
                  </a:lnTo>
                  <a:lnTo>
                    <a:pt x="1206393" y="1550920"/>
                  </a:lnTo>
                  <a:lnTo>
                    <a:pt x="1206395" y="1550931"/>
                  </a:lnTo>
                  <a:lnTo>
                    <a:pt x="1206398" y="1550936"/>
                  </a:lnTo>
                  <a:lnTo>
                    <a:pt x="1206402" y="1550944"/>
                  </a:lnTo>
                  <a:lnTo>
                    <a:pt x="1206404" y="1550953"/>
                  </a:lnTo>
                  <a:lnTo>
                    <a:pt x="1206407" y="1550963"/>
                  </a:lnTo>
                  <a:lnTo>
                    <a:pt x="1206409" y="1550987"/>
                  </a:lnTo>
                  <a:lnTo>
                    <a:pt x="1206409" y="1550992"/>
                  </a:lnTo>
                  <a:lnTo>
                    <a:pt x="1206407" y="1551004"/>
                  </a:lnTo>
                  <a:lnTo>
                    <a:pt x="1206404" y="1551020"/>
                  </a:lnTo>
                  <a:lnTo>
                    <a:pt x="1206399" y="1551034"/>
                  </a:lnTo>
                  <a:lnTo>
                    <a:pt x="1206410" y="1551051"/>
                  </a:lnTo>
                  <a:lnTo>
                    <a:pt x="1206424" y="1551068"/>
                  </a:lnTo>
                  <a:lnTo>
                    <a:pt x="1206431" y="1551083"/>
                  </a:lnTo>
                  <a:lnTo>
                    <a:pt x="1206434" y="1551102"/>
                  </a:lnTo>
                  <a:lnTo>
                    <a:pt x="1206434" y="1551110"/>
                  </a:lnTo>
                  <a:lnTo>
                    <a:pt x="1206432" y="1551118"/>
                  </a:lnTo>
                  <a:lnTo>
                    <a:pt x="1206434" y="1551128"/>
                  </a:lnTo>
                  <a:lnTo>
                    <a:pt x="1206441" y="1551128"/>
                  </a:lnTo>
                  <a:lnTo>
                    <a:pt x="1206455" y="1551130"/>
                  </a:lnTo>
                  <a:lnTo>
                    <a:pt x="1206464" y="1551132"/>
                  </a:lnTo>
                  <a:lnTo>
                    <a:pt x="1206472" y="1551135"/>
                  </a:lnTo>
                  <a:lnTo>
                    <a:pt x="1206488" y="1551146"/>
                  </a:lnTo>
                  <a:lnTo>
                    <a:pt x="1206498" y="1551157"/>
                  </a:lnTo>
                  <a:lnTo>
                    <a:pt x="1206500" y="1551162"/>
                  </a:lnTo>
                  <a:lnTo>
                    <a:pt x="1206499" y="1551179"/>
                  </a:lnTo>
                  <a:lnTo>
                    <a:pt x="1206495" y="1551189"/>
                  </a:lnTo>
                  <a:lnTo>
                    <a:pt x="1206495" y="1551195"/>
                  </a:lnTo>
                  <a:lnTo>
                    <a:pt x="1206497" y="1551212"/>
                  </a:lnTo>
                  <a:lnTo>
                    <a:pt x="1206498" y="1551221"/>
                  </a:lnTo>
                  <a:lnTo>
                    <a:pt x="1206501" y="1551229"/>
                  </a:lnTo>
                  <a:lnTo>
                    <a:pt x="1206504" y="1551235"/>
                  </a:lnTo>
                  <a:lnTo>
                    <a:pt x="1206513" y="1551243"/>
                  </a:lnTo>
                  <a:lnTo>
                    <a:pt x="1206523" y="1551250"/>
                  </a:lnTo>
                  <a:lnTo>
                    <a:pt x="1206560" y="1551272"/>
                  </a:lnTo>
                  <a:lnTo>
                    <a:pt x="1206575" y="1551284"/>
                  </a:lnTo>
                  <a:lnTo>
                    <a:pt x="1206594" y="1551300"/>
                  </a:lnTo>
                  <a:lnTo>
                    <a:pt x="1206606" y="1551307"/>
                  </a:lnTo>
                  <a:lnTo>
                    <a:pt x="1206621" y="1551317"/>
                  </a:lnTo>
                  <a:lnTo>
                    <a:pt x="1206636" y="1551327"/>
                  </a:lnTo>
                  <a:lnTo>
                    <a:pt x="1206652" y="1551338"/>
                  </a:lnTo>
                  <a:lnTo>
                    <a:pt x="1206667" y="1551349"/>
                  </a:lnTo>
                  <a:lnTo>
                    <a:pt x="1206680" y="1551358"/>
                  </a:lnTo>
                  <a:lnTo>
                    <a:pt x="1206695" y="1551366"/>
                  </a:lnTo>
                  <a:lnTo>
                    <a:pt x="1206710" y="1551371"/>
                  </a:lnTo>
                  <a:lnTo>
                    <a:pt x="1206722" y="1551376"/>
                  </a:lnTo>
                  <a:lnTo>
                    <a:pt x="1206745" y="1551381"/>
                  </a:lnTo>
                  <a:lnTo>
                    <a:pt x="1206761" y="1551382"/>
                  </a:lnTo>
                  <a:lnTo>
                    <a:pt x="1206777" y="1551383"/>
                  </a:lnTo>
                  <a:lnTo>
                    <a:pt x="1206792" y="1551378"/>
                  </a:lnTo>
                  <a:lnTo>
                    <a:pt x="1206808" y="1551373"/>
                  </a:lnTo>
                  <a:lnTo>
                    <a:pt x="1206824" y="1551368"/>
                  </a:lnTo>
                  <a:lnTo>
                    <a:pt x="1206840" y="1551367"/>
                  </a:lnTo>
                  <a:lnTo>
                    <a:pt x="1206855" y="1551367"/>
                  </a:lnTo>
                  <a:lnTo>
                    <a:pt x="1206871" y="1551365"/>
                  </a:lnTo>
                  <a:lnTo>
                    <a:pt x="1206887" y="1551364"/>
                  </a:lnTo>
                  <a:lnTo>
                    <a:pt x="1206903" y="1551362"/>
                  </a:lnTo>
                  <a:lnTo>
                    <a:pt x="1206934" y="1551361"/>
                  </a:lnTo>
                  <a:lnTo>
                    <a:pt x="1206950" y="1551359"/>
                  </a:lnTo>
                  <a:lnTo>
                    <a:pt x="1206965" y="1551359"/>
                  </a:lnTo>
                  <a:lnTo>
                    <a:pt x="1206981" y="1551355"/>
                  </a:lnTo>
                  <a:lnTo>
                    <a:pt x="1206997" y="1551355"/>
                  </a:lnTo>
                  <a:lnTo>
                    <a:pt x="1207005" y="1551353"/>
                  </a:lnTo>
                  <a:lnTo>
                    <a:pt x="1207013" y="1551348"/>
                  </a:lnTo>
                  <a:lnTo>
                    <a:pt x="1207018" y="1551346"/>
                  </a:lnTo>
                  <a:lnTo>
                    <a:pt x="1207026" y="1551347"/>
                  </a:lnTo>
                  <a:lnTo>
                    <a:pt x="1207024" y="1551354"/>
                  </a:lnTo>
                  <a:lnTo>
                    <a:pt x="1207021" y="1551360"/>
                  </a:lnTo>
                  <a:lnTo>
                    <a:pt x="1207015" y="1551368"/>
                  </a:lnTo>
                  <a:lnTo>
                    <a:pt x="1207006" y="1551382"/>
                  </a:lnTo>
                  <a:lnTo>
                    <a:pt x="1206999" y="1551391"/>
                  </a:lnTo>
                  <a:lnTo>
                    <a:pt x="1206996" y="1551399"/>
                  </a:lnTo>
                  <a:lnTo>
                    <a:pt x="1206984" y="1551415"/>
                  </a:lnTo>
                  <a:lnTo>
                    <a:pt x="1206973" y="1551432"/>
                  </a:lnTo>
                  <a:lnTo>
                    <a:pt x="1206963" y="1551449"/>
                  </a:lnTo>
                  <a:lnTo>
                    <a:pt x="1206950" y="1551464"/>
                  </a:lnTo>
                  <a:lnTo>
                    <a:pt x="1206939" y="1551480"/>
                  </a:lnTo>
                  <a:lnTo>
                    <a:pt x="1206935" y="1551487"/>
                  </a:lnTo>
                  <a:lnTo>
                    <a:pt x="1206934" y="1551494"/>
                  </a:lnTo>
                  <a:lnTo>
                    <a:pt x="1206935" y="1551513"/>
                  </a:lnTo>
                  <a:lnTo>
                    <a:pt x="1206936" y="1551530"/>
                  </a:lnTo>
                  <a:lnTo>
                    <a:pt x="1206937" y="1551537"/>
                  </a:lnTo>
                  <a:lnTo>
                    <a:pt x="1206936" y="1551547"/>
                  </a:lnTo>
                  <a:lnTo>
                    <a:pt x="1206934" y="1551558"/>
                  </a:lnTo>
                  <a:lnTo>
                    <a:pt x="1206918" y="1551623"/>
                  </a:lnTo>
                  <a:lnTo>
                    <a:pt x="1206912" y="1551650"/>
                  </a:lnTo>
                  <a:lnTo>
                    <a:pt x="1206901" y="1551669"/>
                  </a:lnTo>
                  <a:lnTo>
                    <a:pt x="1206868" y="1551709"/>
                  </a:lnTo>
                  <a:lnTo>
                    <a:pt x="1206821" y="1551744"/>
                  </a:lnTo>
                  <a:lnTo>
                    <a:pt x="1206795" y="1551762"/>
                  </a:lnTo>
                  <a:lnTo>
                    <a:pt x="1206767" y="1551785"/>
                  </a:lnTo>
                  <a:lnTo>
                    <a:pt x="1206753" y="1551809"/>
                  </a:lnTo>
                  <a:lnTo>
                    <a:pt x="1206720" y="1551857"/>
                  </a:lnTo>
                  <a:lnTo>
                    <a:pt x="1206725" y="1551874"/>
                  </a:lnTo>
                  <a:lnTo>
                    <a:pt x="1206737" y="1551892"/>
                  </a:lnTo>
                  <a:lnTo>
                    <a:pt x="1206747" y="1551908"/>
                  </a:lnTo>
                  <a:lnTo>
                    <a:pt x="1206748" y="1551927"/>
                  </a:lnTo>
                  <a:lnTo>
                    <a:pt x="1206746" y="1551939"/>
                  </a:lnTo>
                  <a:lnTo>
                    <a:pt x="1206734" y="1551959"/>
                  </a:lnTo>
                  <a:lnTo>
                    <a:pt x="1206723" y="1551995"/>
                  </a:lnTo>
                  <a:lnTo>
                    <a:pt x="1206707" y="1552026"/>
                  </a:lnTo>
                  <a:lnTo>
                    <a:pt x="1206695" y="1552049"/>
                  </a:lnTo>
                  <a:lnTo>
                    <a:pt x="1206688" y="1552064"/>
                  </a:lnTo>
                  <a:lnTo>
                    <a:pt x="1206677" y="1552080"/>
                  </a:lnTo>
                  <a:lnTo>
                    <a:pt x="1206663" y="1552095"/>
                  </a:lnTo>
                  <a:lnTo>
                    <a:pt x="1206647" y="1552111"/>
                  </a:lnTo>
                  <a:lnTo>
                    <a:pt x="1206635" y="1552128"/>
                  </a:lnTo>
                  <a:lnTo>
                    <a:pt x="1206628" y="1552138"/>
                  </a:lnTo>
                  <a:lnTo>
                    <a:pt x="1206623" y="1552147"/>
                  </a:lnTo>
                  <a:lnTo>
                    <a:pt x="1206622" y="1552153"/>
                  </a:lnTo>
                  <a:lnTo>
                    <a:pt x="1206621" y="1552161"/>
                  </a:lnTo>
                  <a:lnTo>
                    <a:pt x="1206619" y="1552178"/>
                  </a:lnTo>
                  <a:lnTo>
                    <a:pt x="1206623" y="1552194"/>
                  </a:lnTo>
                  <a:lnTo>
                    <a:pt x="1206626" y="1552211"/>
                  </a:lnTo>
                  <a:lnTo>
                    <a:pt x="1206629" y="1552228"/>
                  </a:lnTo>
                  <a:lnTo>
                    <a:pt x="1206628" y="1552236"/>
                  </a:lnTo>
                  <a:lnTo>
                    <a:pt x="1206630" y="1552244"/>
                  </a:lnTo>
                  <a:lnTo>
                    <a:pt x="1206633" y="1552261"/>
                  </a:lnTo>
                  <a:lnTo>
                    <a:pt x="1206636" y="1552278"/>
                  </a:lnTo>
                  <a:lnTo>
                    <a:pt x="1206641" y="1552295"/>
                  </a:lnTo>
                  <a:lnTo>
                    <a:pt x="1206645" y="1552304"/>
                  </a:lnTo>
                  <a:lnTo>
                    <a:pt x="1206651" y="1552312"/>
                  </a:lnTo>
                  <a:lnTo>
                    <a:pt x="1206676" y="1552339"/>
                  </a:lnTo>
                  <a:lnTo>
                    <a:pt x="1206708" y="1552390"/>
                  </a:lnTo>
                  <a:lnTo>
                    <a:pt x="1206717" y="1552407"/>
                  </a:lnTo>
                  <a:lnTo>
                    <a:pt x="1206723" y="1552424"/>
                  </a:lnTo>
                  <a:lnTo>
                    <a:pt x="1206726" y="1552441"/>
                  </a:lnTo>
                  <a:lnTo>
                    <a:pt x="1206726" y="1552457"/>
                  </a:lnTo>
                  <a:lnTo>
                    <a:pt x="1206727" y="1552465"/>
                  </a:lnTo>
                  <a:lnTo>
                    <a:pt x="1206726" y="1552474"/>
                  </a:lnTo>
                  <a:lnTo>
                    <a:pt x="1206724" y="1552491"/>
                  </a:lnTo>
                  <a:lnTo>
                    <a:pt x="1206715" y="1552507"/>
                  </a:lnTo>
                  <a:lnTo>
                    <a:pt x="1206706" y="1552529"/>
                  </a:lnTo>
                  <a:lnTo>
                    <a:pt x="1206706" y="1552540"/>
                  </a:lnTo>
                  <a:lnTo>
                    <a:pt x="1206710" y="1552557"/>
                  </a:lnTo>
                  <a:lnTo>
                    <a:pt x="1206715" y="1552567"/>
                  </a:lnTo>
                  <a:lnTo>
                    <a:pt x="1206720" y="1552581"/>
                  </a:lnTo>
                  <a:lnTo>
                    <a:pt x="1206726" y="1552591"/>
                  </a:lnTo>
                  <a:lnTo>
                    <a:pt x="1206738" y="1552608"/>
                  </a:lnTo>
                  <a:lnTo>
                    <a:pt x="1206748" y="1552624"/>
                  </a:lnTo>
                  <a:lnTo>
                    <a:pt x="1206760" y="1552641"/>
                  </a:lnTo>
                  <a:lnTo>
                    <a:pt x="1206804" y="1552718"/>
                  </a:lnTo>
                  <a:lnTo>
                    <a:pt x="1206812" y="1552729"/>
                  </a:lnTo>
                  <a:lnTo>
                    <a:pt x="1206814" y="1552735"/>
                  </a:lnTo>
                  <a:lnTo>
                    <a:pt x="1206816" y="1552739"/>
                  </a:lnTo>
                  <a:lnTo>
                    <a:pt x="1206816" y="1552751"/>
                  </a:lnTo>
                  <a:lnTo>
                    <a:pt x="1206811" y="1552768"/>
                  </a:lnTo>
                  <a:lnTo>
                    <a:pt x="1206804" y="1552799"/>
                  </a:lnTo>
                  <a:lnTo>
                    <a:pt x="1206805" y="1552818"/>
                  </a:lnTo>
                  <a:lnTo>
                    <a:pt x="1206808" y="1552834"/>
                  </a:lnTo>
                  <a:lnTo>
                    <a:pt x="1206814" y="1552851"/>
                  </a:lnTo>
                  <a:lnTo>
                    <a:pt x="1206816" y="1552858"/>
                  </a:lnTo>
                  <a:lnTo>
                    <a:pt x="1206826" y="1552877"/>
                  </a:lnTo>
                  <a:lnTo>
                    <a:pt x="1206831" y="1552885"/>
                  </a:lnTo>
                  <a:lnTo>
                    <a:pt x="1206839" y="1552898"/>
                  </a:lnTo>
                  <a:lnTo>
                    <a:pt x="1206855" y="1552917"/>
                  </a:lnTo>
                  <a:lnTo>
                    <a:pt x="1206867" y="1552932"/>
                  </a:lnTo>
                  <a:lnTo>
                    <a:pt x="1206879" y="1552946"/>
                  </a:lnTo>
                  <a:lnTo>
                    <a:pt x="1206895" y="1552963"/>
                  </a:lnTo>
                  <a:lnTo>
                    <a:pt x="1206910" y="1552976"/>
                  </a:lnTo>
                  <a:lnTo>
                    <a:pt x="1206926" y="1552987"/>
                  </a:lnTo>
                  <a:lnTo>
                    <a:pt x="1206942" y="1552995"/>
                  </a:lnTo>
                  <a:lnTo>
                    <a:pt x="1206950" y="1552999"/>
                  </a:lnTo>
                  <a:lnTo>
                    <a:pt x="1206965" y="1553004"/>
                  </a:lnTo>
                  <a:lnTo>
                    <a:pt x="1206973" y="1553005"/>
                  </a:lnTo>
                  <a:lnTo>
                    <a:pt x="1206998" y="1553010"/>
                  </a:lnTo>
                  <a:lnTo>
                    <a:pt x="1207020" y="1553011"/>
                  </a:lnTo>
                  <a:lnTo>
                    <a:pt x="1207035" y="1553012"/>
                  </a:lnTo>
                  <a:lnTo>
                    <a:pt x="1207051" y="1553011"/>
                  </a:lnTo>
                  <a:lnTo>
                    <a:pt x="1207067" y="1553010"/>
                  </a:lnTo>
                  <a:lnTo>
                    <a:pt x="1207143" y="1553007"/>
                  </a:lnTo>
                  <a:lnTo>
                    <a:pt x="1207174" y="1553012"/>
                  </a:lnTo>
                  <a:lnTo>
                    <a:pt x="1207210" y="1553021"/>
                  </a:lnTo>
                  <a:lnTo>
                    <a:pt x="1207221" y="1553025"/>
                  </a:lnTo>
                  <a:lnTo>
                    <a:pt x="1207256" y="1553040"/>
                  </a:lnTo>
                  <a:lnTo>
                    <a:pt x="1207270" y="1553050"/>
                  </a:lnTo>
                  <a:lnTo>
                    <a:pt x="1207284" y="1553060"/>
                  </a:lnTo>
                  <a:lnTo>
                    <a:pt x="1207289" y="1553066"/>
                  </a:lnTo>
                  <a:lnTo>
                    <a:pt x="1207302" y="1553082"/>
                  </a:lnTo>
                  <a:lnTo>
                    <a:pt x="1207314" y="1553098"/>
                  </a:lnTo>
                  <a:lnTo>
                    <a:pt x="1207322" y="1553112"/>
                  </a:lnTo>
                  <a:lnTo>
                    <a:pt x="1207339" y="1553129"/>
                  </a:lnTo>
                  <a:lnTo>
                    <a:pt x="1207350" y="1553145"/>
                  </a:lnTo>
                  <a:lnTo>
                    <a:pt x="1207356" y="1553155"/>
                  </a:lnTo>
                  <a:lnTo>
                    <a:pt x="1207358" y="1553161"/>
                  </a:lnTo>
                  <a:lnTo>
                    <a:pt x="1207362" y="1553178"/>
                  </a:lnTo>
                  <a:lnTo>
                    <a:pt x="1207362" y="1553195"/>
                  </a:lnTo>
                  <a:lnTo>
                    <a:pt x="1207363" y="1553211"/>
                  </a:lnTo>
                  <a:lnTo>
                    <a:pt x="1207367" y="1553215"/>
                  </a:lnTo>
                  <a:lnTo>
                    <a:pt x="1207384" y="1553215"/>
                  </a:lnTo>
                  <a:lnTo>
                    <a:pt x="1207394" y="1553219"/>
                  </a:lnTo>
                  <a:lnTo>
                    <a:pt x="1207409" y="1553228"/>
                  </a:lnTo>
                  <a:lnTo>
                    <a:pt x="1207422" y="1553244"/>
                  </a:lnTo>
                  <a:lnTo>
                    <a:pt x="1207433" y="1553260"/>
                  </a:lnTo>
                  <a:lnTo>
                    <a:pt x="1207442" y="1553276"/>
                  </a:lnTo>
                  <a:lnTo>
                    <a:pt x="1207462" y="1553310"/>
                  </a:lnTo>
                  <a:lnTo>
                    <a:pt x="1207469" y="1553324"/>
                  </a:lnTo>
                  <a:lnTo>
                    <a:pt x="1207479" y="1553344"/>
                  </a:lnTo>
                  <a:lnTo>
                    <a:pt x="1207485" y="1553355"/>
                  </a:lnTo>
                  <a:lnTo>
                    <a:pt x="1207490" y="1553361"/>
                  </a:lnTo>
                  <a:lnTo>
                    <a:pt x="1207500" y="1553370"/>
                  </a:lnTo>
                  <a:lnTo>
                    <a:pt x="1207520" y="1553385"/>
                  </a:lnTo>
                  <a:lnTo>
                    <a:pt x="1207535" y="1553401"/>
                  </a:lnTo>
                  <a:lnTo>
                    <a:pt x="1207549" y="1553417"/>
                  </a:lnTo>
                  <a:lnTo>
                    <a:pt x="1207564" y="1553430"/>
                  </a:lnTo>
                  <a:lnTo>
                    <a:pt x="1207573" y="1553440"/>
                  </a:lnTo>
                  <a:lnTo>
                    <a:pt x="1207574" y="1553445"/>
                  </a:lnTo>
                  <a:lnTo>
                    <a:pt x="1207577" y="1553462"/>
                  </a:lnTo>
                  <a:lnTo>
                    <a:pt x="1207579" y="1553479"/>
                  </a:lnTo>
                  <a:lnTo>
                    <a:pt x="1207581" y="1553492"/>
                  </a:lnTo>
                  <a:lnTo>
                    <a:pt x="1207584" y="1553500"/>
                  </a:lnTo>
                  <a:lnTo>
                    <a:pt x="1207590" y="1553510"/>
                  </a:lnTo>
                  <a:lnTo>
                    <a:pt x="1207607" y="1553525"/>
                  </a:lnTo>
                  <a:lnTo>
                    <a:pt x="1207620" y="1553537"/>
                  </a:lnTo>
                  <a:lnTo>
                    <a:pt x="1207632" y="1553545"/>
                  </a:lnTo>
                  <a:lnTo>
                    <a:pt x="1207660" y="1553564"/>
                  </a:lnTo>
                  <a:lnTo>
                    <a:pt x="1207652" y="1553572"/>
                  </a:lnTo>
                  <a:lnTo>
                    <a:pt x="1207641" y="1553574"/>
                  </a:lnTo>
                  <a:lnTo>
                    <a:pt x="1207636" y="1553577"/>
                  </a:lnTo>
                  <a:lnTo>
                    <a:pt x="1207621" y="1553590"/>
                  </a:lnTo>
                  <a:lnTo>
                    <a:pt x="1207613" y="1553596"/>
                  </a:lnTo>
                  <a:lnTo>
                    <a:pt x="1207546" y="1553686"/>
                  </a:lnTo>
                  <a:lnTo>
                    <a:pt x="1207539" y="1553703"/>
                  </a:lnTo>
                  <a:lnTo>
                    <a:pt x="1207531" y="1553721"/>
                  </a:lnTo>
                  <a:lnTo>
                    <a:pt x="1207519" y="1553736"/>
                  </a:lnTo>
                  <a:lnTo>
                    <a:pt x="1207506" y="1553748"/>
                  </a:lnTo>
                  <a:lnTo>
                    <a:pt x="1207489" y="1553754"/>
                  </a:lnTo>
                  <a:lnTo>
                    <a:pt x="1207473" y="1553760"/>
                  </a:lnTo>
                  <a:lnTo>
                    <a:pt x="1207457" y="1553764"/>
                  </a:lnTo>
                  <a:lnTo>
                    <a:pt x="1207441" y="1553768"/>
                  </a:lnTo>
                  <a:lnTo>
                    <a:pt x="1207426" y="1553770"/>
                  </a:lnTo>
                  <a:lnTo>
                    <a:pt x="1207410" y="1553772"/>
                  </a:lnTo>
                  <a:lnTo>
                    <a:pt x="1207378" y="1553779"/>
                  </a:lnTo>
                  <a:lnTo>
                    <a:pt x="1207363" y="1553783"/>
                  </a:lnTo>
                  <a:lnTo>
                    <a:pt x="1207347" y="1553785"/>
                  </a:lnTo>
                  <a:lnTo>
                    <a:pt x="1207337" y="1553787"/>
                  </a:lnTo>
                  <a:lnTo>
                    <a:pt x="1207316" y="1553788"/>
                  </a:lnTo>
                  <a:lnTo>
                    <a:pt x="1207300" y="1553789"/>
                  </a:lnTo>
                  <a:lnTo>
                    <a:pt x="1207284" y="1553791"/>
                  </a:lnTo>
                  <a:lnTo>
                    <a:pt x="1207269" y="1553792"/>
                  </a:lnTo>
                  <a:lnTo>
                    <a:pt x="1207252" y="1553796"/>
                  </a:lnTo>
                  <a:lnTo>
                    <a:pt x="1207243" y="1553799"/>
                  </a:lnTo>
                  <a:lnTo>
                    <a:pt x="1207237" y="1553799"/>
                  </a:lnTo>
                  <a:lnTo>
                    <a:pt x="1207221" y="1553795"/>
                  </a:lnTo>
                  <a:lnTo>
                    <a:pt x="1207206" y="1553790"/>
                  </a:lnTo>
                  <a:lnTo>
                    <a:pt x="1207190" y="1553784"/>
                  </a:lnTo>
                  <a:lnTo>
                    <a:pt x="1207174" y="1553779"/>
                  </a:lnTo>
                  <a:lnTo>
                    <a:pt x="1207159" y="1553775"/>
                  </a:lnTo>
                  <a:lnTo>
                    <a:pt x="1207143" y="1553772"/>
                  </a:lnTo>
                  <a:lnTo>
                    <a:pt x="1207136" y="1553772"/>
                  </a:lnTo>
                  <a:lnTo>
                    <a:pt x="1207129" y="1553775"/>
                  </a:lnTo>
                  <a:lnTo>
                    <a:pt x="1207128" y="1553782"/>
                  </a:lnTo>
                  <a:lnTo>
                    <a:pt x="1207147" y="1553814"/>
                  </a:lnTo>
                  <a:lnTo>
                    <a:pt x="1207152" y="1553841"/>
                  </a:lnTo>
                  <a:lnTo>
                    <a:pt x="1207152" y="1553871"/>
                  </a:lnTo>
                  <a:lnTo>
                    <a:pt x="1207147" y="1553947"/>
                  </a:lnTo>
                  <a:lnTo>
                    <a:pt x="1207142" y="1553964"/>
                  </a:lnTo>
                  <a:lnTo>
                    <a:pt x="1207120" y="1553987"/>
                  </a:lnTo>
                  <a:lnTo>
                    <a:pt x="1207099" y="1554006"/>
                  </a:lnTo>
                  <a:lnTo>
                    <a:pt x="1207081" y="1554035"/>
                  </a:lnTo>
                  <a:lnTo>
                    <a:pt x="1207075" y="1554063"/>
                  </a:lnTo>
                  <a:lnTo>
                    <a:pt x="1207065" y="1554084"/>
                  </a:lnTo>
                  <a:lnTo>
                    <a:pt x="1207041" y="1554100"/>
                  </a:lnTo>
                  <a:lnTo>
                    <a:pt x="1207012" y="1554118"/>
                  </a:lnTo>
                  <a:lnTo>
                    <a:pt x="1206988" y="1554140"/>
                  </a:lnTo>
                  <a:lnTo>
                    <a:pt x="1206977" y="1554157"/>
                  </a:lnTo>
                  <a:lnTo>
                    <a:pt x="1206971" y="1554164"/>
                  </a:lnTo>
                  <a:lnTo>
                    <a:pt x="1206966" y="1554173"/>
                  </a:lnTo>
                  <a:lnTo>
                    <a:pt x="1206960" y="1554183"/>
                  </a:lnTo>
                  <a:lnTo>
                    <a:pt x="1206954" y="1554197"/>
                  </a:lnTo>
                  <a:lnTo>
                    <a:pt x="1206953" y="1554205"/>
                  </a:lnTo>
                  <a:lnTo>
                    <a:pt x="1206952" y="1554216"/>
                  </a:lnTo>
                  <a:lnTo>
                    <a:pt x="1206952" y="1554222"/>
                  </a:lnTo>
                  <a:lnTo>
                    <a:pt x="1206955" y="1554241"/>
                  </a:lnTo>
                  <a:lnTo>
                    <a:pt x="1206957" y="1554257"/>
                  </a:lnTo>
                  <a:lnTo>
                    <a:pt x="1206959" y="1554265"/>
                  </a:lnTo>
                  <a:lnTo>
                    <a:pt x="1206959" y="1554291"/>
                  </a:lnTo>
                  <a:lnTo>
                    <a:pt x="1206958" y="1554307"/>
                  </a:lnTo>
                  <a:lnTo>
                    <a:pt x="1206957" y="1554318"/>
                  </a:lnTo>
                  <a:lnTo>
                    <a:pt x="1206951" y="1554340"/>
                  </a:lnTo>
                  <a:lnTo>
                    <a:pt x="1206945" y="1554357"/>
                  </a:lnTo>
                  <a:lnTo>
                    <a:pt x="1206938" y="1554374"/>
                  </a:lnTo>
                  <a:lnTo>
                    <a:pt x="1206911" y="1554404"/>
                  </a:lnTo>
                  <a:lnTo>
                    <a:pt x="1206904" y="1554412"/>
                  </a:lnTo>
                  <a:lnTo>
                    <a:pt x="1206886" y="1554416"/>
                  </a:lnTo>
                  <a:lnTo>
                    <a:pt x="1206868" y="1554420"/>
                  </a:lnTo>
                  <a:lnTo>
                    <a:pt x="1206859" y="1554429"/>
                  </a:lnTo>
                  <a:lnTo>
                    <a:pt x="1206852" y="1554440"/>
                  </a:lnTo>
                  <a:lnTo>
                    <a:pt x="1206845" y="1554456"/>
                  </a:lnTo>
                  <a:lnTo>
                    <a:pt x="1206842" y="1554469"/>
                  </a:lnTo>
                  <a:lnTo>
                    <a:pt x="1206839" y="1554473"/>
                  </a:lnTo>
                  <a:lnTo>
                    <a:pt x="1206831" y="1554478"/>
                  </a:lnTo>
                  <a:lnTo>
                    <a:pt x="1206823" y="1554482"/>
                  </a:lnTo>
                  <a:lnTo>
                    <a:pt x="1206807" y="1554486"/>
                  </a:lnTo>
                  <a:lnTo>
                    <a:pt x="1206799" y="1554488"/>
                  </a:lnTo>
                  <a:lnTo>
                    <a:pt x="1206792" y="1554491"/>
                  </a:lnTo>
                  <a:lnTo>
                    <a:pt x="1206776" y="1554493"/>
                  </a:lnTo>
                  <a:lnTo>
                    <a:pt x="1206760" y="1554496"/>
                  </a:lnTo>
                  <a:lnTo>
                    <a:pt x="1206744" y="1554498"/>
                  </a:lnTo>
                  <a:lnTo>
                    <a:pt x="1206728" y="1554502"/>
                  </a:lnTo>
                  <a:lnTo>
                    <a:pt x="1206707" y="1554507"/>
                  </a:lnTo>
                  <a:lnTo>
                    <a:pt x="1206697" y="1554509"/>
                  </a:lnTo>
                  <a:lnTo>
                    <a:pt x="1206687" y="1554510"/>
                  </a:lnTo>
                  <a:lnTo>
                    <a:pt x="1206668" y="1554512"/>
                  </a:lnTo>
                  <a:lnTo>
                    <a:pt x="1206655" y="1554518"/>
                  </a:lnTo>
                  <a:lnTo>
                    <a:pt x="1206639" y="1554527"/>
                  </a:lnTo>
                  <a:lnTo>
                    <a:pt x="1206623" y="1554533"/>
                  </a:lnTo>
                  <a:lnTo>
                    <a:pt x="1206592" y="1554542"/>
                  </a:lnTo>
                  <a:lnTo>
                    <a:pt x="1206584" y="1554544"/>
                  </a:lnTo>
                  <a:lnTo>
                    <a:pt x="1206569" y="1554553"/>
                  </a:lnTo>
                  <a:lnTo>
                    <a:pt x="1206570" y="1554562"/>
                  </a:lnTo>
                  <a:lnTo>
                    <a:pt x="1206573" y="1554579"/>
                  </a:lnTo>
                  <a:lnTo>
                    <a:pt x="1206570" y="1554595"/>
                  </a:lnTo>
                  <a:lnTo>
                    <a:pt x="1206567" y="1554602"/>
                  </a:lnTo>
                  <a:lnTo>
                    <a:pt x="1206559" y="1554611"/>
                  </a:lnTo>
                  <a:lnTo>
                    <a:pt x="1206544" y="1554626"/>
                  </a:lnTo>
                  <a:lnTo>
                    <a:pt x="1206534" y="1554643"/>
                  </a:lnTo>
                  <a:lnTo>
                    <a:pt x="1206528" y="1554652"/>
                  </a:lnTo>
                  <a:lnTo>
                    <a:pt x="1206527" y="1554659"/>
                  </a:lnTo>
                  <a:lnTo>
                    <a:pt x="1206525" y="1554676"/>
                  </a:lnTo>
                  <a:lnTo>
                    <a:pt x="1206520" y="1554692"/>
                  </a:lnTo>
                  <a:lnTo>
                    <a:pt x="1206517" y="1554702"/>
                  </a:lnTo>
                  <a:lnTo>
                    <a:pt x="1206513" y="1554709"/>
                  </a:lnTo>
                  <a:lnTo>
                    <a:pt x="1206506" y="1554722"/>
                  </a:lnTo>
                  <a:lnTo>
                    <a:pt x="1206498" y="1554733"/>
                  </a:lnTo>
                  <a:lnTo>
                    <a:pt x="1206489" y="1554741"/>
                  </a:lnTo>
                  <a:lnTo>
                    <a:pt x="1206473" y="1554753"/>
                  </a:lnTo>
                  <a:lnTo>
                    <a:pt x="1206455" y="1554765"/>
                  </a:lnTo>
                  <a:lnTo>
                    <a:pt x="1206441" y="1554772"/>
                  </a:lnTo>
                  <a:lnTo>
                    <a:pt x="1206435" y="1554777"/>
                  </a:lnTo>
                  <a:lnTo>
                    <a:pt x="1206428" y="1554786"/>
                  </a:lnTo>
                  <a:lnTo>
                    <a:pt x="1206424" y="1554804"/>
                  </a:lnTo>
                  <a:lnTo>
                    <a:pt x="1206424" y="1554810"/>
                  </a:lnTo>
                  <a:lnTo>
                    <a:pt x="1206409" y="1554828"/>
                  </a:lnTo>
                  <a:lnTo>
                    <a:pt x="1206390" y="1554845"/>
                  </a:lnTo>
                  <a:lnTo>
                    <a:pt x="1206359" y="1554863"/>
                  </a:lnTo>
                  <a:lnTo>
                    <a:pt x="1206344" y="1554869"/>
                  </a:lnTo>
                  <a:lnTo>
                    <a:pt x="1206329" y="1554877"/>
                  </a:lnTo>
                  <a:lnTo>
                    <a:pt x="1206312" y="1554878"/>
                  </a:lnTo>
                  <a:lnTo>
                    <a:pt x="1206297" y="1554874"/>
                  </a:lnTo>
                  <a:lnTo>
                    <a:pt x="1206281" y="1554870"/>
                  </a:lnTo>
                  <a:lnTo>
                    <a:pt x="1206265" y="1554867"/>
                  </a:lnTo>
                  <a:lnTo>
                    <a:pt x="1206249" y="1554864"/>
                  </a:lnTo>
                  <a:lnTo>
                    <a:pt x="1206234" y="1554856"/>
                  </a:lnTo>
                  <a:lnTo>
                    <a:pt x="1206218" y="1554850"/>
                  </a:lnTo>
                  <a:lnTo>
                    <a:pt x="1206208" y="1554850"/>
                  </a:lnTo>
                  <a:lnTo>
                    <a:pt x="1206203" y="1554853"/>
                  </a:lnTo>
                  <a:lnTo>
                    <a:pt x="1206187" y="1554861"/>
                  </a:lnTo>
                  <a:lnTo>
                    <a:pt x="1206177" y="1554867"/>
                  </a:lnTo>
                  <a:lnTo>
                    <a:pt x="1206170" y="1554875"/>
                  </a:lnTo>
                  <a:lnTo>
                    <a:pt x="1206165" y="1554885"/>
                  </a:lnTo>
                  <a:lnTo>
                    <a:pt x="1206163" y="1554890"/>
                  </a:lnTo>
                  <a:lnTo>
                    <a:pt x="1206160" y="1554898"/>
                  </a:lnTo>
                  <a:lnTo>
                    <a:pt x="1206159" y="1554907"/>
                  </a:lnTo>
                  <a:lnTo>
                    <a:pt x="1206153" y="1554928"/>
                  </a:lnTo>
                  <a:lnTo>
                    <a:pt x="1206149" y="1554940"/>
                  </a:lnTo>
                  <a:lnTo>
                    <a:pt x="1206140" y="1554957"/>
                  </a:lnTo>
                  <a:lnTo>
                    <a:pt x="1206131" y="1554973"/>
                  </a:lnTo>
                  <a:lnTo>
                    <a:pt x="1206122" y="1554989"/>
                  </a:lnTo>
                  <a:lnTo>
                    <a:pt x="1206117" y="1554998"/>
                  </a:lnTo>
                  <a:lnTo>
                    <a:pt x="1206109" y="1555006"/>
                  </a:lnTo>
                  <a:lnTo>
                    <a:pt x="1206093" y="1555011"/>
                  </a:lnTo>
                  <a:lnTo>
                    <a:pt x="1206078" y="1555019"/>
                  </a:lnTo>
                  <a:lnTo>
                    <a:pt x="1206062" y="1555029"/>
                  </a:lnTo>
                  <a:lnTo>
                    <a:pt x="1206046" y="1555044"/>
                  </a:lnTo>
                  <a:lnTo>
                    <a:pt x="1206038" y="1555056"/>
                  </a:lnTo>
                  <a:lnTo>
                    <a:pt x="1206033" y="1555060"/>
                  </a:lnTo>
                  <a:lnTo>
                    <a:pt x="1206015" y="1555062"/>
                  </a:lnTo>
                  <a:lnTo>
                    <a:pt x="1206001" y="1555066"/>
                  </a:lnTo>
                  <a:lnTo>
                    <a:pt x="1205986" y="1555074"/>
                  </a:lnTo>
                  <a:lnTo>
                    <a:pt x="1205970" y="1555082"/>
                  </a:lnTo>
                  <a:lnTo>
                    <a:pt x="1205954" y="1555093"/>
                  </a:lnTo>
                  <a:lnTo>
                    <a:pt x="1205938" y="1555105"/>
                  </a:lnTo>
                  <a:lnTo>
                    <a:pt x="1205923" y="1555118"/>
                  </a:lnTo>
                  <a:lnTo>
                    <a:pt x="1205907" y="1555130"/>
                  </a:lnTo>
                  <a:lnTo>
                    <a:pt x="1205891" y="1555138"/>
                  </a:lnTo>
                  <a:lnTo>
                    <a:pt x="1205876" y="1555149"/>
                  </a:lnTo>
                  <a:lnTo>
                    <a:pt x="1205861" y="1555162"/>
                  </a:lnTo>
                  <a:lnTo>
                    <a:pt x="1205845" y="1555175"/>
                  </a:lnTo>
                  <a:lnTo>
                    <a:pt x="1205831" y="1555188"/>
                  </a:lnTo>
                  <a:lnTo>
                    <a:pt x="1205817" y="1555205"/>
                  </a:lnTo>
                  <a:lnTo>
                    <a:pt x="1205813" y="1555212"/>
                  </a:lnTo>
                  <a:lnTo>
                    <a:pt x="1205788" y="1555249"/>
                  </a:lnTo>
                  <a:lnTo>
                    <a:pt x="1205783" y="1555264"/>
                  </a:lnTo>
                  <a:lnTo>
                    <a:pt x="1205785" y="1555273"/>
                  </a:lnTo>
                  <a:lnTo>
                    <a:pt x="1205802" y="1555277"/>
                  </a:lnTo>
                  <a:lnTo>
                    <a:pt x="1205821" y="1555282"/>
                  </a:lnTo>
                  <a:lnTo>
                    <a:pt x="1205832" y="1555286"/>
                  </a:lnTo>
                  <a:lnTo>
                    <a:pt x="1205889" y="1555308"/>
                  </a:lnTo>
                  <a:lnTo>
                    <a:pt x="1205937" y="1555297"/>
                  </a:lnTo>
                  <a:lnTo>
                    <a:pt x="1205945" y="1555299"/>
                  </a:lnTo>
                  <a:lnTo>
                    <a:pt x="1205953" y="1555304"/>
                  </a:lnTo>
                  <a:lnTo>
                    <a:pt x="1205965" y="1555318"/>
                  </a:lnTo>
                  <a:lnTo>
                    <a:pt x="1205972" y="1555330"/>
                  </a:lnTo>
                  <a:lnTo>
                    <a:pt x="1205979" y="1555348"/>
                  </a:lnTo>
                  <a:lnTo>
                    <a:pt x="1206022" y="1555408"/>
                  </a:lnTo>
                  <a:lnTo>
                    <a:pt x="1206037" y="1555434"/>
                  </a:lnTo>
                  <a:lnTo>
                    <a:pt x="1206043" y="1555463"/>
                  </a:lnTo>
                  <a:lnTo>
                    <a:pt x="1206043" y="1555484"/>
                  </a:lnTo>
                  <a:lnTo>
                    <a:pt x="1206039" y="1555497"/>
                  </a:lnTo>
                  <a:lnTo>
                    <a:pt x="1206039" y="1555507"/>
                  </a:lnTo>
                  <a:lnTo>
                    <a:pt x="1206075" y="1555548"/>
                  </a:lnTo>
                  <a:lnTo>
                    <a:pt x="1206079" y="1555555"/>
                  </a:lnTo>
                  <a:lnTo>
                    <a:pt x="1206080" y="1555563"/>
                  </a:lnTo>
                  <a:lnTo>
                    <a:pt x="1206083" y="1555570"/>
                  </a:lnTo>
                  <a:lnTo>
                    <a:pt x="1206088" y="1555580"/>
                  </a:lnTo>
                  <a:lnTo>
                    <a:pt x="1206094" y="1555587"/>
                  </a:lnTo>
                  <a:lnTo>
                    <a:pt x="1206111" y="1555598"/>
                  </a:lnTo>
                  <a:lnTo>
                    <a:pt x="1206123" y="1555611"/>
                  </a:lnTo>
                  <a:lnTo>
                    <a:pt x="1206133" y="1555635"/>
                  </a:lnTo>
                  <a:lnTo>
                    <a:pt x="1206134" y="1555644"/>
                  </a:lnTo>
                  <a:lnTo>
                    <a:pt x="1206137" y="1555661"/>
                  </a:lnTo>
                  <a:lnTo>
                    <a:pt x="1206141" y="1555678"/>
                  </a:lnTo>
                  <a:lnTo>
                    <a:pt x="1206146" y="1555694"/>
                  </a:lnTo>
                  <a:lnTo>
                    <a:pt x="1206146" y="1555711"/>
                  </a:lnTo>
                  <a:lnTo>
                    <a:pt x="1206146" y="1555735"/>
                  </a:lnTo>
                  <a:lnTo>
                    <a:pt x="1206154" y="1555771"/>
                  </a:lnTo>
                  <a:lnTo>
                    <a:pt x="1206158" y="1555781"/>
                  </a:lnTo>
                  <a:lnTo>
                    <a:pt x="1206169" y="1555798"/>
                  </a:lnTo>
                  <a:lnTo>
                    <a:pt x="1206183" y="1555814"/>
                  </a:lnTo>
                  <a:lnTo>
                    <a:pt x="1206190" y="1555822"/>
                  </a:lnTo>
                  <a:lnTo>
                    <a:pt x="1206195" y="1555831"/>
                  </a:lnTo>
                  <a:lnTo>
                    <a:pt x="1206197" y="1555837"/>
                  </a:lnTo>
                  <a:lnTo>
                    <a:pt x="1206196" y="1555847"/>
                  </a:lnTo>
                  <a:lnTo>
                    <a:pt x="1206192" y="1555864"/>
                  </a:lnTo>
                  <a:lnTo>
                    <a:pt x="1206187" y="1555898"/>
                  </a:lnTo>
                  <a:lnTo>
                    <a:pt x="1206187" y="1555914"/>
                  </a:lnTo>
                  <a:lnTo>
                    <a:pt x="1206188" y="1555931"/>
                  </a:lnTo>
                  <a:lnTo>
                    <a:pt x="1206193" y="1555941"/>
                  </a:lnTo>
                  <a:lnTo>
                    <a:pt x="1206198" y="1555946"/>
                  </a:lnTo>
                  <a:lnTo>
                    <a:pt x="1206225" y="1555976"/>
                  </a:lnTo>
                  <a:lnTo>
                    <a:pt x="1206230" y="1555984"/>
                  </a:lnTo>
                  <a:lnTo>
                    <a:pt x="1206236" y="1555993"/>
                  </a:lnTo>
                  <a:lnTo>
                    <a:pt x="1206243" y="1556010"/>
                  </a:lnTo>
                  <a:lnTo>
                    <a:pt x="1206255" y="1556027"/>
                  </a:lnTo>
                  <a:lnTo>
                    <a:pt x="1206266" y="1556043"/>
                  </a:lnTo>
                  <a:lnTo>
                    <a:pt x="1206298" y="1556079"/>
                  </a:lnTo>
                  <a:lnTo>
                    <a:pt x="1206300" y="1556083"/>
                  </a:lnTo>
                  <a:lnTo>
                    <a:pt x="1206299" y="1556090"/>
                  </a:lnTo>
                  <a:lnTo>
                    <a:pt x="1206296" y="1556100"/>
                  </a:lnTo>
                  <a:lnTo>
                    <a:pt x="1206295" y="1556107"/>
                  </a:lnTo>
                  <a:lnTo>
                    <a:pt x="1206290" y="1556116"/>
                  </a:lnTo>
                  <a:lnTo>
                    <a:pt x="1206285" y="1556126"/>
                  </a:lnTo>
                  <a:lnTo>
                    <a:pt x="1206283" y="1556141"/>
                  </a:lnTo>
                  <a:lnTo>
                    <a:pt x="1206280" y="1556151"/>
                  </a:lnTo>
                  <a:lnTo>
                    <a:pt x="1206268" y="1556166"/>
                  </a:lnTo>
                  <a:lnTo>
                    <a:pt x="1206253" y="1556180"/>
                  </a:lnTo>
                  <a:lnTo>
                    <a:pt x="1206238" y="1556192"/>
                  </a:lnTo>
                  <a:lnTo>
                    <a:pt x="1206231" y="1556196"/>
                  </a:lnTo>
                  <a:lnTo>
                    <a:pt x="1206221" y="1556206"/>
                  </a:lnTo>
                  <a:lnTo>
                    <a:pt x="1206213" y="1556210"/>
                  </a:lnTo>
                  <a:lnTo>
                    <a:pt x="1206206" y="1556210"/>
                  </a:lnTo>
                  <a:lnTo>
                    <a:pt x="1206191" y="1556212"/>
                  </a:lnTo>
                  <a:lnTo>
                    <a:pt x="1206182" y="1556212"/>
                  </a:lnTo>
                  <a:lnTo>
                    <a:pt x="1206177" y="1556215"/>
                  </a:lnTo>
                  <a:lnTo>
                    <a:pt x="1206172" y="1556233"/>
                  </a:lnTo>
                  <a:lnTo>
                    <a:pt x="1206171" y="1556241"/>
                  </a:lnTo>
                  <a:lnTo>
                    <a:pt x="1206165" y="1556248"/>
                  </a:lnTo>
                  <a:lnTo>
                    <a:pt x="1206149" y="1556256"/>
                  </a:lnTo>
                  <a:lnTo>
                    <a:pt x="1206133" y="1556262"/>
                  </a:lnTo>
                  <a:lnTo>
                    <a:pt x="1206128" y="1556264"/>
                  </a:lnTo>
                  <a:lnTo>
                    <a:pt x="1206123" y="1556267"/>
                  </a:lnTo>
                  <a:lnTo>
                    <a:pt x="1206119" y="1556273"/>
                  </a:lnTo>
                  <a:lnTo>
                    <a:pt x="1206109" y="1556287"/>
                  </a:lnTo>
                  <a:lnTo>
                    <a:pt x="1206092" y="1556301"/>
                  </a:lnTo>
                  <a:lnTo>
                    <a:pt x="1206076" y="1556313"/>
                  </a:lnTo>
                  <a:lnTo>
                    <a:pt x="1206059" y="1556329"/>
                  </a:lnTo>
                  <a:lnTo>
                    <a:pt x="1206054" y="1556345"/>
                  </a:lnTo>
                  <a:lnTo>
                    <a:pt x="1206052" y="1556361"/>
                  </a:lnTo>
                  <a:lnTo>
                    <a:pt x="1206052" y="1556379"/>
                  </a:lnTo>
                  <a:lnTo>
                    <a:pt x="1206049" y="1556395"/>
                  </a:lnTo>
                  <a:lnTo>
                    <a:pt x="1206049" y="1556412"/>
                  </a:lnTo>
                  <a:lnTo>
                    <a:pt x="1206047" y="1556428"/>
                  </a:lnTo>
                  <a:lnTo>
                    <a:pt x="1206049" y="1556433"/>
                  </a:lnTo>
                  <a:lnTo>
                    <a:pt x="1206060" y="1556442"/>
                  </a:lnTo>
                  <a:lnTo>
                    <a:pt x="1206076" y="1556452"/>
                  </a:lnTo>
                  <a:lnTo>
                    <a:pt x="1206091" y="1556460"/>
                  </a:lnTo>
                  <a:lnTo>
                    <a:pt x="1206109" y="1556471"/>
                  </a:lnTo>
                  <a:lnTo>
                    <a:pt x="1206125" y="1556479"/>
                  </a:lnTo>
                  <a:lnTo>
                    <a:pt x="1206141" y="1556481"/>
                  </a:lnTo>
                  <a:lnTo>
                    <a:pt x="1206154" y="1556480"/>
                  </a:lnTo>
                  <a:lnTo>
                    <a:pt x="1206170" y="1556478"/>
                  </a:lnTo>
                  <a:lnTo>
                    <a:pt x="1206185" y="1556473"/>
                  </a:lnTo>
                  <a:lnTo>
                    <a:pt x="1206201" y="1556467"/>
                  </a:lnTo>
                  <a:lnTo>
                    <a:pt x="1206217" y="1556466"/>
                  </a:lnTo>
                  <a:lnTo>
                    <a:pt x="1206232" y="1556469"/>
                  </a:lnTo>
                  <a:lnTo>
                    <a:pt x="1206248" y="1556475"/>
                  </a:lnTo>
                  <a:lnTo>
                    <a:pt x="1206254" y="1556481"/>
                  </a:lnTo>
                  <a:lnTo>
                    <a:pt x="1206264" y="1556486"/>
                  </a:lnTo>
                  <a:lnTo>
                    <a:pt x="1206279" y="1556491"/>
                  </a:lnTo>
                  <a:lnTo>
                    <a:pt x="1206295" y="1556494"/>
                  </a:lnTo>
                  <a:lnTo>
                    <a:pt x="1206310" y="1556497"/>
                  </a:lnTo>
                  <a:lnTo>
                    <a:pt x="1206326" y="1556498"/>
                  </a:lnTo>
                  <a:lnTo>
                    <a:pt x="1206342" y="1556499"/>
                  </a:lnTo>
                  <a:lnTo>
                    <a:pt x="1206357" y="1556501"/>
                  </a:lnTo>
                  <a:lnTo>
                    <a:pt x="1206364" y="1556501"/>
                  </a:lnTo>
                  <a:lnTo>
                    <a:pt x="1206375" y="1556501"/>
                  </a:lnTo>
                  <a:lnTo>
                    <a:pt x="1206388" y="1556511"/>
                  </a:lnTo>
                  <a:lnTo>
                    <a:pt x="1206397" y="1556528"/>
                  </a:lnTo>
                  <a:lnTo>
                    <a:pt x="1206401" y="1556534"/>
                  </a:lnTo>
                  <a:lnTo>
                    <a:pt x="1206405" y="1556545"/>
                  </a:lnTo>
                  <a:lnTo>
                    <a:pt x="1206408" y="1556551"/>
                  </a:lnTo>
                  <a:lnTo>
                    <a:pt x="1206412" y="1556562"/>
                  </a:lnTo>
                  <a:lnTo>
                    <a:pt x="1206417" y="1556578"/>
                  </a:lnTo>
                  <a:lnTo>
                    <a:pt x="1206420" y="1556589"/>
                  </a:lnTo>
                  <a:lnTo>
                    <a:pt x="1206424" y="1556595"/>
                  </a:lnTo>
                  <a:lnTo>
                    <a:pt x="1206429" y="1556645"/>
                  </a:lnTo>
                  <a:lnTo>
                    <a:pt x="1206431" y="1556653"/>
                  </a:lnTo>
                  <a:lnTo>
                    <a:pt x="1206436" y="1556662"/>
                  </a:lnTo>
                  <a:lnTo>
                    <a:pt x="1206447" y="1556679"/>
                  </a:lnTo>
                  <a:lnTo>
                    <a:pt x="1206455" y="1556689"/>
                  </a:lnTo>
                  <a:lnTo>
                    <a:pt x="1206461" y="1556696"/>
                  </a:lnTo>
                  <a:lnTo>
                    <a:pt x="1206476" y="1556712"/>
                  </a:lnTo>
                  <a:lnTo>
                    <a:pt x="1206492" y="1556729"/>
                  </a:lnTo>
                  <a:lnTo>
                    <a:pt x="1206501" y="1556741"/>
                  </a:lnTo>
                  <a:lnTo>
                    <a:pt x="1206506" y="1556747"/>
                  </a:lnTo>
                  <a:lnTo>
                    <a:pt x="1206523" y="1556767"/>
                  </a:lnTo>
                  <a:lnTo>
                    <a:pt x="1206541" y="1556779"/>
                  </a:lnTo>
                  <a:lnTo>
                    <a:pt x="1206546" y="1556783"/>
                  </a:lnTo>
                  <a:lnTo>
                    <a:pt x="1206557" y="1556792"/>
                  </a:lnTo>
                  <a:lnTo>
                    <a:pt x="1206565" y="1556801"/>
                  </a:lnTo>
                  <a:lnTo>
                    <a:pt x="1206569" y="1556808"/>
                  </a:lnTo>
                  <a:lnTo>
                    <a:pt x="1206576" y="1556825"/>
                  </a:lnTo>
                  <a:lnTo>
                    <a:pt x="1206580" y="1556834"/>
                  </a:lnTo>
                  <a:lnTo>
                    <a:pt x="1206581" y="1556840"/>
                  </a:lnTo>
                  <a:lnTo>
                    <a:pt x="1206587" y="1556869"/>
                  </a:lnTo>
                  <a:lnTo>
                    <a:pt x="1206578" y="1556902"/>
                  </a:lnTo>
                  <a:lnTo>
                    <a:pt x="1206561" y="1556938"/>
                  </a:lnTo>
                  <a:lnTo>
                    <a:pt x="1206560" y="1556955"/>
                  </a:lnTo>
                  <a:lnTo>
                    <a:pt x="1206564" y="1556967"/>
                  </a:lnTo>
                  <a:lnTo>
                    <a:pt x="1206567" y="1556971"/>
                  </a:lnTo>
                  <a:lnTo>
                    <a:pt x="1206574" y="1556979"/>
                  </a:lnTo>
                  <a:lnTo>
                    <a:pt x="1206578" y="1556985"/>
                  </a:lnTo>
                  <a:lnTo>
                    <a:pt x="1206586" y="1556995"/>
                  </a:lnTo>
                  <a:lnTo>
                    <a:pt x="1206587" y="1557015"/>
                  </a:lnTo>
                  <a:lnTo>
                    <a:pt x="1206575" y="1557079"/>
                  </a:lnTo>
                  <a:lnTo>
                    <a:pt x="1206575" y="1557093"/>
                  </a:lnTo>
                  <a:lnTo>
                    <a:pt x="1206578" y="1557099"/>
                  </a:lnTo>
                  <a:lnTo>
                    <a:pt x="1206581" y="1557104"/>
                  </a:lnTo>
                  <a:lnTo>
                    <a:pt x="1206593" y="1557121"/>
                  </a:lnTo>
                  <a:lnTo>
                    <a:pt x="1206608" y="1557132"/>
                  </a:lnTo>
                  <a:lnTo>
                    <a:pt x="1206623" y="1557146"/>
                  </a:lnTo>
                  <a:lnTo>
                    <a:pt x="1206635" y="1557152"/>
                  </a:lnTo>
                  <a:lnTo>
                    <a:pt x="1206654" y="1557158"/>
                  </a:lnTo>
                  <a:lnTo>
                    <a:pt x="1206662" y="1557159"/>
                  </a:lnTo>
                  <a:lnTo>
                    <a:pt x="1206668" y="1557159"/>
                  </a:lnTo>
                  <a:lnTo>
                    <a:pt x="1206675" y="1557164"/>
                  </a:lnTo>
                  <a:lnTo>
                    <a:pt x="1206662" y="1557185"/>
                  </a:lnTo>
                  <a:lnTo>
                    <a:pt x="1206646" y="1557208"/>
                  </a:lnTo>
                  <a:lnTo>
                    <a:pt x="1206616" y="1557254"/>
                  </a:lnTo>
                  <a:lnTo>
                    <a:pt x="1206603" y="1557266"/>
                  </a:lnTo>
                  <a:lnTo>
                    <a:pt x="1206597" y="1557269"/>
                  </a:lnTo>
                  <a:lnTo>
                    <a:pt x="1206581" y="1557278"/>
                  </a:lnTo>
                  <a:lnTo>
                    <a:pt x="1206565" y="1557286"/>
                  </a:lnTo>
                  <a:lnTo>
                    <a:pt x="1206549" y="1557292"/>
                  </a:lnTo>
                  <a:lnTo>
                    <a:pt x="1206534" y="1557294"/>
                  </a:lnTo>
                  <a:lnTo>
                    <a:pt x="1206518" y="1557295"/>
                  </a:lnTo>
                  <a:lnTo>
                    <a:pt x="1206506" y="1557298"/>
                  </a:lnTo>
                  <a:lnTo>
                    <a:pt x="1206507" y="1557309"/>
                  </a:lnTo>
                  <a:lnTo>
                    <a:pt x="1206512" y="1557317"/>
                  </a:lnTo>
                  <a:lnTo>
                    <a:pt x="1206515" y="1557334"/>
                  </a:lnTo>
                  <a:lnTo>
                    <a:pt x="1206517" y="1557351"/>
                  </a:lnTo>
                  <a:lnTo>
                    <a:pt x="1206515" y="1557367"/>
                  </a:lnTo>
                  <a:lnTo>
                    <a:pt x="1206511" y="1557384"/>
                  </a:lnTo>
                  <a:lnTo>
                    <a:pt x="1206497" y="1557417"/>
                  </a:lnTo>
                  <a:lnTo>
                    <a:pt x="1206487" y="1557433"/>
                  </a:lnTo>
                  <a:lnTo>
                    <a:pt x="1206477" y="1557447"/>
                  </a:lnTo>
                  <a:lnTo>
                    <a:pt x="1206471" y="1557455"/>
                  </a:lnTo>
                  <a:lnTo>
                    <a:pt x="1206459" y="1557474"/>
                  </a:lnTo>
                  <a:lnTo>
                    <a:pt x="1206455" y="1557482"/>
                  </a:lnTo>
                  <a:lnTo>
                    <a:pt x="1206445" y="1557499"/>
                  </a:lnTo>
                  <a:lnTo>
                    <a:pt x="1206440" y="1557512"/>
                  </a:lnTo>
                  <a:lnTo>
                    <a:pt x="1206437" y="1557516"/>
                  </a:lnTo>
                  <a:lnTo>
                    <a:pt x="1206427" y="1557519"/>
                  </a:lnTo>
                  <a:lnTo>
                    <a:pt x="1206417" y="1557518"/>
                  </a:lnTo>
                  <a:lnTo>
                    <a:pt x="1206401" y="1557517"/>
                  </a:lnTo>
                  <a:lnTo>
                    <a:pt x="1206385" y="1557517"/>
                  </a:lnTo>
                  <a:lnTo>
                    <a:pt x="1206373" y="1557518"/>
                  </a:lnTo>
                  <a:lnTo>
                    <a:pt x="1206364" y="1557521"/>
                  </a:lnTo>
                  <a:lnTo>
                    <a:pt x="1206354" y="1557526"/>
                  </a:lnTo>
                  <a:lnTo>
                    <a:pt x="1206344" y="1557535"/>
                  </a:lnTo>
                  <a:lnTo>
                    <a:pt x="1206330" y="1557558"/>
                  </a:lnTo>
                  <a:lnTo>
                    <a:pt x="1206321" y="1557574"/>
                  </a:lnTo>
                  <a:lnTo>
                    <a:pt x="1206311" y="1557591"/>
                  </a:lnTo>
                  <a:lnTo>
                    <a:pt x="1206304" y="1557606"/>
                  </a:lnTo>
                  <a:lnTo>
                    <a:pt x="1206299" y="1557611"/>
                  </a:lnTo>
                  <a:lnTo>
                    <a:pt x="1206288" y="1557617"/>
                  </a:lnTo>
                  <a:lnTo>
                    <a:pt x="1206241" y="1557640"/>
                  </a:lnTo>
                  <a:lnTo>
                    <a:pt x="1206224" y="1557650"/>
                  </a:lnTo>
                  <a:lnTo>
                    <a:pt x="1206214" y="1557655"/>
                  </a:lnTo>
                  <a:lnTo>
                    <a:pt x="1206169" y="1557654"/>
                  </a:lnTo>
                  <a:lnTo>
                    <a:pt x="1206162" y="1557657"/>
                  </a:lnTo>
                  <a:lnTo>
                    <a:pt x="1206175" y="1557662"/>
                  </a:lnTo>
                  <a:lnTo>
                    <a:pt x="1206191" y="1557667"/>
                  </a:lnTo>
                  <a:lnTo>
                    <a:pt x="1206206" y="1557670"/>
                  </a:lnTo>
                  <a:lnTo>
                    <a:pt x="1206216" y="1557675"/>
                  </a:lnTo>
                  <a:lnTo>
                    <a:pt x="1206220" y="1557680"/>
                  </a:lnTo>
                  <a:lnTo>
                    <a:pt x="1206230" y="1557698"/>
                  </a:lnTo>
                  <a:lnTo>
                    <a:pt x="1206240" y="1557716"/>
                  </a:lnTo>
                  <a:lnTo>
                    <a:pt x="1206251" y="1557732"/>
                  </a:lnTo>
                  <a:lnTo>
                    <a:pt x="1206261" y="1557749"/>
                  </a:lnTo>
                  <a:lnTo>
                    <a:pt x="1206262" y="1557757"/>
                  </a:lnTo>
                  <a:lnTo>
                    <a:pt x="1206262" y="1557766"/>
                  </a:lnTo>
                  <a:lnTo>
                    <a:pt x="1206258" y="1557799"/>
                  </a:lnTo>
                  <a:lnTo>
                    <a:pt x="1206253" y="1557816"/>
                  </a:lnTo>
                  <a:lnTo>
                    <a:pt x="1206248" y="1557832"/>
                  </a:lnTo>
                  <a:lnTo>
                    <a:pt x="1206242" y="1557846"/>
                  </a:lnTo>
                  <a:lnTo>
                    <a:pt x="1206241" y="1557865"/>
                  </a:lnTo>
                  <a:lnTo>
                    <a:pt x="1206241" y="1557875"/>
                  </a:lnTo>
                  <a:lnTo>
                    <a:pt x="1206243" y="1557891"/>
                  </a:lnTo>
                  <a:lnTo>
                    <a:pt x="1206249" y="1557899"/>
                  </a:lnTo>
                  <a:lnTo>
                    <a:pt x="1206261" y="1557912"/>
                  </a:lnTo>
                  <a:lnTo>
                    <a:pt x="1206275" y="1557926"/>
                  </a:lnTo>
                  <a:lnTo>
                    <a:pt x="1206291" y="1557940"/>
                  </a:lnTo>
                  <a:lnTo>
                    <a:pt x="1206306" y="1557952"/>
                  </a:lnTo>
                  <a:lnTo>
                    <a:pt x="1206320" y="1557960"/>
                  </a:lnTo>
                  <a:lnTo>
                    <a:pt x="1206337" y="1557964"/>
                  </a:lnTo>
                  <a:lnTo>
                    <a:pt x="1206343" y="1557965"/>
                  </a:lnTo>
                  <a:lnTo>
                    <a:pt x="1206352" y="1557972"/>
                  </a:lnTo>
                  <a:lnTo>
                    <a:pt x="1206369" y="1557991"/>
                  </a:lnTo>
                  <a:lnTo>
                    <a:pt x="1206381" y="1558007"/>
                  </a:lnTo>
                  <a:lnTo>
                    <a:pt x="1206387" y="1558016"/>
                  </a:lnTo>
                  <a:lnTo>
                    <a:pt x="1206390" y="1558024"/>
                  </a:lnTo>
                  <a:lnTo>
                    <a:pt x="1206392" y="1558030"/>
                  </a:lnTo>
                  <a:lnTo>
                    <a:pt x="1206392" y="1558040"/>
                  </a:lnTo>
                  <a:lnTo>
                    <a:pt x="1206388" y="1558064"/>
                  </a:lnTo>
                  <a:lnTo>
                    <a:pt x="1206385" y="1558074"/>
                  </a:lnTo>
                  <a:lnTo>
                    <a:pt x="1206381" y="1558095"/>
                  </a:lnTo>
                  <a:lnTo>
                    <a:pt x="1206380" y="1558107"/>
                  </a:lnTo>
                  <a:lnTo>
                    <a:pt x="1206381" y="1558116"/>
                  </a:lnTo>
                  <a:lnTo>
                    <a:pt x="1206385" y="1558128"/>
                  </a:lnTo>
                  <a:lnTo>
                    <a:pt x="1206392" y="1558141"/>
                  </a:lnTo>
                  <a:lnTo>
                    <a:pt x="1206405" y="1558157"/>
                  </a:lnTo>
                  <a:lnTo>
                    <a:pt x="1206417" y="1558172"/>
                  </a:lnTo>
                  <a:lnTo>
                    <a:pt x="1206455" y="1558196"/>
                  </a:lnTo>
                  <a:lnTo>
                    <a:pt x="1206463" y="1558201"/>
                  </a:lnTo>
                  <a:lnTo>
                    <a:pt x="1206474" y="1558208"/>
                  </a:lnTo>
                  <a:lnTo>
                    <a:pt x="1206479" y="1558213"/>
                  </a:lnTo>
                  <a:lnTo>
                    <a:pt x="1206485" y="1558222"/>
                  </a:lnTo>
                  <a:lnTo>
                    <a:pt x="1206488" y="1558230"/>
                  </a:lnTo>
                  <a:lnTo>
                    <a:pt x="1206491" y="1558238"/>
                  </a:lnTo>
                  <a:lnTo>
                    <a:pt x="1206492" y="1558247"/>
                  </a:lnTo>
                  <a:lnTo>
                    <a:pt x="1206494" y="1558257"/>
                  </a:lnTo>
                  <a:lnTo>
                    <a:pt x="1206496" y="1558264"/>
                  </a:lnTo>
                  <a:lnTo>
                    <a:pt x="1206500" y="1558280"/>
                  </a:lnTo>
                  <a:lnTo>
                    <a:pt x="1206502" y="1558287"/>
                  </a:lnTo>
                  <a:lnTo>
                    <a:pt x="1206508" y="1558297"/>
                  </a:lnTo>
                  <a:lnTo>
                    <a:pt x="1206511" y="1558307"/>
                  </a:lnTo>
                  <a:lnTo>
                    <a:pt x="1206511" y="1558314"/>
                  </a:lnTo>
                  <a:lnTo>
                    <a:pt x="1206509" y="1558331"/>
                  </a:lnTo>
                  <a:lnTo>
                    <a:pt x="1206510" y="1558347"/>
                  </a:lnTo>
                  <a:lnTo>
                    <a:pt x="1206513" y="1558364"/>
                  </a:lnTo>
                  <a:lnTo>
                    <a:pt x="1206514" y="1558380"/>
                  </a:lnTo>
                  <a:lnTo>
                    <a:pt x="1206511" y="1558397"/>
                  </a:lnTo>
                  <a:lnTo>
                    <a:pt x="1206510" y="1558414"/>
                  </a:lnTo>
                  <a:lnTo>
                    <a:pt x="1206509" y="1558431"/>
                  </a:lnTo>
                  <a:lnTo>
                    <a:pt x="1206511" y="1558447"/>
                  </a:lnTo>
                  <a:lnTo>
                    <a:pt x="1206512" y="1558461"/>
                  </a:lnTo>
                  <a:lnTo>
                    <a:pt x="1206516" y="1558468"/>
                  </a:lnTo>
                  <a:lnTo>
                    <a:pt x="1206527" y="1558480"/>
                  </a:lnTo>
                  <a:lnTo>
                    <a:pt x="1206532" y="1558485"/>
                  </a:lnTo>
                  <a:lnTo>
                    <a:pt x="1206534" y="1558491"/>
                  </a:lnTo>
                  <a:lnTo>
                    <a:pt x="1206532" y="1558496"/>
                  </a:lnTo>
                  <a:lnTo>
                    <a:pt x="1206518" y="1558513"/>
                  </a:lnTo>
                  <a:lnTo>
                    <a:pt x="1206503" y="1558528"/>
                  </a:lnTo>
                  <a:lnTo>
                    <a:pt x="1206487" y="1558540"/>
                  </a:lnTo>
                  <a:lnTo>
                    <a:pt x="1206472" y="1558549"/>
                  </a:lnTo>
                  <a:lnTo>
                    <a:pt x="1206466" y="1558554"/>
                  </a:lnTo>
                  <a:lnTo>
                    <a:pt x="1206466" y="1558564"/>
                  </a:lnTo>
                  <a:lnTo>
                    <a:pt x="1206470" y="1558581"/>
                  </a:lnTo>
                  <a:lnTo>
                    <a:pt x="1206472" y="1558593"/>
                  </a:lnTo>
                  <a:lnTo>
                    <a:pt x="1206479" y="1558610"/>
                  </a:lnTo>
                  <a:lnTo>
                    <a:pt x="1206486" y="1558624"/>
                  </a:lnTo>
                  <a:lnTo>
                    <a:pt x="1206490" y="1558628"/>
                  </a:lnTo>
                  <a:lnTo>
                    <a:pt x="1206506" y="1558642"/>
                  </a:lnTo>
                  <a:lnTo>
                    <a:pt x="1206524" y="1558653"/>
                  </a:lnTo>
                  <a:lnTo>
                    <a:pt x="1206534" y="1558695"/>
                  </a:lnTo>
                  <a:lnTo>
                    <a:pt x="1206527" y="1558739"/>
                  </a:lnTo>
                  <a:lnTo>
                    <a:pt x="1206527" y="1558753"/>
                  </a:lnTo>
                  <a:lnTo>
                    <a:pt x="1206528" y="1558777"/>
                  </a:lnTo>
                  <a:lnTo>
                    <a:pt x="1206530" y="1558782"/>
                  </a:lnTo>
                  <a:lnTo>
                    <a:pt x="1206540" y="1558821"/>
                  </a:lnTo>
                  <a:lnTo>
                    <a:pt x="1206536" y="1558862"/>
                  </a:lnTo>
                  <a:lnTo>
                    <a:pt x="1206534" y="1558879"/>
                  </a:lnTo>
                  <a:lnTo>
                    <a:pt x="1206523" y="1558912"/>
                  </a:lnTo>
                  <a:lnTo>
                    <a:pt x="1206518" y="1558922"/>
                  </a:lnTo>
                  <a:lnTo>
                    <a:pt x="1206513" y="1558929"/>
                  </a:lnTo>
                  <a:lnTo>
                    <a:pt x="1206504" y="1558945"/>
                  </a:lnTo>
                  <a:lnTo>
                    <a:pt x="1206496" y="1558954"/>
                  </a:lnTo>
                  <a:lnTo>
                    <a:pt x="1206491" y="1558944"/>
                  </a:lnTo>
                  <a:lnTo>
                    <a:pt x="1206488" y="1558926"/>
                  </a:lnTo>
                  <a:lnTo>
                    <a:pt x="1206486" y="1558913"/>
                  </a:lnTo>
                  <a:lnTo>
                    <a:pt x="1206476" y="1558894"/>
                  </a:lnTo>
                  <a:lnTo>
                    <a:pt x="1206465" y="1558877"/>
                  </a:lnTo>
                  <a:lnTo>
                    <a:pt x="1206455" y="1558868"/>
                  </a:lnTo>
                  <a:lnTo>
                    <a:pt x="1206449" y="1558863"/>
                  </a:lnTo>
                  <a:lnTo>
                    <a:pt x="1206441" y="1558852"/>
                  </a:lnTo>
                  <a:lnTo>
                    <a:pt x="1206433" y="1558828"/>
                  </a:lnTo>
                  <a:lnTo>
                    <a:pt x="1206415" y="1558821"/>
                  </a:lnTo>
                  <a:lnTo>
                    <a:pt x="1206400" y="1558816"/>
                  </a:lnTo>
                  <a:lnTo>
                    <a:pt x="1206384" y="1558807"/>
                  </a:lnTo>
                  <a:lnTo>
                    <a:pt x="1206353" y="1558786"/>
                  </a:lnTo>
                  <a:lnTo>
                    <a:pt x="1206346" y="1558784"/>
                  </a:lnTo>
                  <a:lnTo>
                    <a:pt x="1206338" y="1558782"/>
                  </a:lnTo>
                  <a:lnTo>
                    <a:pt x="1206322" y="1558778"/>
                  </a:lnTo>
                  <a:lnTo>
                    <a:pt x="1206306" y="1558773"/>
                  </a:lnTo>
                  <a:lnTo>
                    <a:pt x="1206291" y="1558767"/>
                  </a:lnTo>
                  <a:lnTo>
                    <a:pt x="1206279" y="1558758"/>
                  </a:lnTo>
                  <a:lnTo>
                    <a:pt x="1206277" y="1558753"/>
                  </a:lnTo>
                  <a:lnTo>
                    <a:pt x="1206268" y="1558736"/>
                  </a:lnTo>
                  <a:lnTo>
                    <a:pt x="1206254" y="1558720"/>
                  </a:lnTo>
                  <a:lnTo>
                    <a:pt x="1206241" y="1558708"/>
                  </a:lnTo>
                  <a:lnTo>
                    <a:pt x="1206214" y="1558687"/>
                  </a:lnTo>
                  <a:lnTo>
                    <a:pt x="1206209" y="1558685"/>
                  </a:lnTo>
                  <a:lnTo>
                    <a:pt x="1206187" y="1558679"/>
                  </a:lnTo>
                  <a:lnTo>
                    <a:pt x="1206177" y="1558679"/>
                  </a:lnTo>
                  <a:lnTo>
                    <a:pt x="1206162" y="1558677"/>
                  </a:lnTo>
                  <a:lnTo>
                    <a:pt x="1206154" y="1558676"/>
                  </a:lnTo>
                  <a:lnTo>
                    <a:pt x="1206133" y="1558680"/>
                  </a:lnTo>
                  <a:lnTo>
                    <a:pt x="1206114" y="1558694"/>
                  </a:lnTo>
                  <a:lnTo>
                    <a:pt x="1206099" y="1558708"/>
                  </a:lnTo>
                  <a:lnTo>
                    <a:pt x="1206072" y="1558739"/>
                  </a:lnTo>
                  <a:lnTo>
                    <a:pt x="1206061" y="1558756"/>
                  </a:lnTo>
                  <a:lnTo>
                    <a:pt x="1206050" y="1558772"/>
                  </a:lnTo>
                  <a:lnTo>
                    <a:pt x="1206043" y="1558789"/>
                  </a:lnTo>
                  <a:lnTo>
                    <a:pt x="1206033" y="1558805"/>
                  </a:lnTo>
                  <a:lnTo>
                    <a:pt x="1206030" y="1558811"/>
                  </a:lnTo>
                  <a:lnTo>
                    <a:pt x="1206024" y="1558822"/>
                  </a:lnTo>
                  <a:lnTo>
                    <a:pt x="1206016" y="1558838"/>
                  </a:lnTo>
                  <a:lnTo>
                    <a:pt x="1206005" y="1558854"/>
                  </a:lnTo>
                  <a:lnTo>
                    <a:pt x="1205987" y="1558883"/>
                  </a:lnTo>
                  <a:lnTo>
                    <a:pt x="1205984" y="1558889"/>
                  </a:lnTo>
                  <a:lnTo>
                    <a:pt x="1205972" y="1558903"/>
                  </a:lnTo>
                  <a:lnTo>
                    <a:pt x="1205965" y="1558911"/>
                  </a:lnTo>
                  <a:lnTo>
                    <a:pt x="1205962" y="1558919"/>
                  </a:lnTo>
                  <a:lnTo>
                    <a:pt x="1205957" y="1558929"/>
                  </a:lnTo>
                  <a:lnTo>
                    <a:pt x="1205954" y="1558939"/>
                  </a:lnTo>
                  <a:lnTo>
                    <a:pt x="1205951" y="1558952"/>
                  </a:lnTo>
                  <a:lnTo>
                    <a:pt x="1205949" y="1558960"/>
                  </a:lnTo>
                  <a:lnTo>
                    <a:pt x="1205949" y="1558969"/>
                  </a:lnTo>
                  <a:lnTo>
                    <a:pt x="1205950" y="1558979"/>
                  </a:lnTo>
                  <a:lnTo>
                    <a:pt x="1205964" y="1559044"/>
                  </a:lnTo>
                  <a:lnTo>
                    <a:pt x="1205966" y="1559061"/>
                  </a:lnTo>
                  <a:lnTo>
                    <a:pt x="1205969" y="1559077"/>
                  </a:lnTo>
                  <a:lnTo>
                    <a:pt x="1205979" y="1559094"/>
                  </a:lnTo>
                  <a:lnTo>
                    <a:pt x="1205986" y="1559106"/>
                  </a:lnTo>
                  <a:lnTo>
                    <a:pt x="1205990" y="1559121"/>
                  </a:lnTo>
                  <a:lnTo>
                    <a:pt x="1205990" y="1559128"/>
                  </a:lnTo>
                  <a:lnTo>
                    <a:pt x="1205987" y="1559144"/>
                  </a:lnTo>
                  <a:lnTo>
                    <a:pt x="1205982" y="1559161"/>
                  </a:lnTo>
                  <a:lnTo>
                    <a:pt x="1205972" y="1559177"/>
                  </a:lnTo>
                  <a:lnTo>
                    <a:pt x="1205960" y="1559193"/>
                  </a:lnTo>
                  <a:lnTo>
                    <a:pt x="1205945" y="1559207"/>
                  </a:lnTo>
                  <a:lnTo>
                    <a:pt x="1205921" y="1559236"/>
                  </a:lnTo>
                  <a:lnTo>
                    <a:pt x="1205901" y="1559265"/>
                  </a:lnTo>
                  <a:lnTo>
                    <a:pt x="1205894" y="1559296"/>
                  </a:lnTo>
                  <a:lnTo>
                    <a:pt x="1205895" y="1559305"/>
                  </a:lnTo>
                  <a:lnTo>
                    <a:pt x="1205897" y="1559309"/>
                  </a:lnTo>
                  <a:lnTo>
                    <a:pt x="1205905" y="1559324"/>
                  </a:lnTo>
                  <a:lnTo>
                    <a:pt x="1205917" y="1559341"/>
                  </a:lnTo>
                  <a:lnTo>
                    <a:pt x="1205916" y="1559350"/>
                  </a:lnTo>
                  <a:lnTo>
                    <a:pt x="1205913" y="1559358"/>
                  </a:lnTo>
                  <a:lnTo>
                    <a:pt x="1205896" y="1559391"/>
                  </a:lnTo>
                  <a:lnTo>
                    <a:pt x="1205893" y="1559399"/>
                  </a:lnTo>
                  <a:lnTo>
                    <a:pt x="1205887" y="1559408"/>
                  </a:lnTo>
                  <a:lnTo>
                    <a:pt x="1205880" y="1559424"/>
                  </a:lnTo>
                  <a:lnTo>
                    <a:pt x="1205875" y="1559441"/>
                  </a:lnTo>
                  <a:lnTo>
                    <a:pt x="1205880" y="1559450"/>
                  </a:lnTo>
                  <a:lnTo>
                    <a:pt x="1205886" y="1559455"/>
                  </a:lnTo>
                  <a:lnTo>
                    <a:pt x="1205902" y="1559468"/>
                  </a:lnTo>
                  <a:lnTo>
                    <a:pt x="1205918" y="1559484"/>
                  </a:lnTo>
                  <a:lnTo>
                    <a:pt x="1205928" y="1559501"/>
                  </a:lnTo>
                  <a:lnTo>
                    <a:pt x="1205939" y="1559510"/>
                  </a:lnTo>
                  <a:lnTo>
                    <a:pt x="1205944" y="1559512"/>
                  </a:lnTo>
                  <a:lnTo>
                    <a:pt x="1205951" y="1559516"/>
                  </a:lnTo>
                  <a:lnTo>
                    <a:pt x="1205958" y="1559523"/>
                  </a:lnTo>
                  <a:lnTo>
                    <a:pt x="1205965" y="1559533"/>
                  </a:lnTo>
                  <a:lnTo>
                    <a:pt x="1205968" y="1559541"/>
                  </a:lnTo>
                  <a:lnTo>
                    <a:pt x="1205970" y="1559548"/>
                  </a:lnTo>
                  <a:lnTo>
                    <a:pt x="1205969" y="1559557"/>
                  </a:lnTo>
                  <a:lnTo>
                    <a:pt x="1205970" y="1559574"/>
                  </a:lnTo>
                  <a:lnTo>
                    <a:pt x="1205969" y="1559590"/>
                  </a:lnTo>
                  <a:lnTo>
                    <a:pt x="1205965" y="1559607"/>
                  </a:lnTo>
                  <a:lnTo>
                    <a:pt x="1205960" y="1559624"/>
                  </a:lnTo>
                  <a:lnTo>
                    <a:pt x="1205959" y="1559637"/>
                  </a:lnTo>
                  <a:lnTo>
                    <a:pt x="1205960" y="1559650"/>
                  </a:lnTo>
                  <a:lnTo>
                    <a:pt x="1205962" y="1559657"/>
                  </a:lnTo>
                  <a:lnTo>
                    <a:pt x="1205968" y="1559670"/>
                  </a:lnTo>
                  <a:lnTo>
                    <a:pt x="1205980" y="1559691"/>
                  </a:lnTo>
                  <a:lnTo>
                    <a:pt x="1205987" y="1559705"/>
                  </a:lnTo>
                  <a:lnTo>
                    <a:pt x="1205987" y="1559720"/>
                  </a:lnTo>
                  <a:lnTo>
                    <a:pt x="1205982" y="1559726"/>
                  </a:lnTo>
                  <a:lnTo>
                    <a:pt x="1205972" y="1559741"/>
                  </a:lnTo>
                  <a:lnTo>
                    <a:pt x="1205958" y="1559756"/>
                  </a:lnTo>
                  <a:lnTo>
                    <a:pt x="1205945" y="1559772"/>
                  </a:lnTo>
                  <a:lnTo>
                    <a:pt x="1205937" y="1559785"/>
                  </a:lnTo>
                  <a:lnTo>
                    <a:pt x="1205933" y="1559799"/>
                  </a:lnTo>
                  <a:lnTo>
                    <a:pt x="1205933" y="1559806"/>
                  </a:lnTo>
                  <a:lnTo>
                    <a:pt x="1205939" y="1559818"/>
                  </a:lnTo>
                  <a:lnTo>
                    <a:pt x="1205943" y="1559822"/>
                  </a:lnTo>
                  <a:lnTo>
                    <a:pt x="1205949" y="1559830"/>
                  </a:lnTo>
                  <a:lnTo>
                    <a:pt x="1205957" y="1559836"/>
                  </a:lnTo>
                  <a:lnTo>
                    <a:pt x="1205972" y="1559846"/>
                  </a:lnTo>
                  <a:lnTo>
                    <a:pt x="1205978" y="1559849"/>
                  </a:lnTo>
                  <a:lnTo>
                    <a:pt x="1205984" y="1559854"/>
                  </a:lnTo>
                  <a:lnTo>
                    <a:pt x="1206019" y="1559902"/>
                  </a:lnTo>
                  <a:lnTo>
                    <a:pt x="1206029" y="1559916"/>
                  </a:lnTo>
                  <a:lnTo>
                    <a:pt x="1206033" y="1559927"/>
                  </a:lnTo>
                  <a:lnTo>
                    <a:pt x="1206033" y="1559935"/>
                  </a:lnTo>
                  <a:lnTo>
                    <a:pt x="1206033" y="1559947"/>
                  </a:lnTo>
                  <a:lnTo>
                    <a:pt x="1206030" y="1559968"/>
                  </a:lnTo>
                  <a:lnTo>
                    <a:pt x="1206030" y="1559985"/>
                  </a:lnTo>
                  <a:lnTo>
                    <a:pt x="1206033" y="1560002"/>
                  </a:lnTo>
                  <a:lnTo>
                    <a:pt x="1206035" y="1560019"/>
                  </a:lnTo>
                  <a:lnTo>
                    <a:pt x="1206039" y="1560035"/>
                  </a:lnTo>
                  <a:lnTo>
                    <a:pt x="1206041" y="1560052"/>
                  </a:lnTo>
                  <a:lnTo>
                    <a:pt x="1206051" y="1560086"/>
                  </a:lnTo>
                  <a:lnTo>
                    <a:pt x="1206061" y="1560099"/>
                  </a:lnTo>
                  <a:lnTo>
                    <a:pt x="1206080" y="1560109"/>
                  </a:lnTo>
                  <a:lnTo>
                    <a:pt x="1206094" y="1560118"/>
                  </a:lnTo>
                  <a:lnTo>
                    <a:pt x="1206105" y="1560130"/>
                  </a:lnTo>
                  <a:lnTo>
                    <a:pt x="1206109" y="1560136"/>
                  </a:lnTo>
                  <a:lnTo>
                    <a:pt x="1206121" y="1560150"/>
                  </a:lnTo>
                  <a:lnTo>
                    <a:pt x="1206127" y="1560163"/>
                  </a:lnTo>
                  <a:lnTo>
                    <a:pt x="1206134" y="1560178"/>
                  </a:lnTo>
                  <a:lnTo>
                    <a:pt x="1206139" y="1560183"/>
                  </a:lnTo>
                  <a:lnTo>
                    <a:pt x="1206152" y="1560194"/>
                  </a:lnTo>
                  <a:lnTo>
                    <a:pt x="1206163" y="1560204"/>
                  </a:lnTo>
                  <a:lnTo>
                    <a:pt x="1206165" y="1560221"/>
                  </a:lnTo>
                  <a:lnTo>
                    <a:pt x="1206159" y="1560232"/>
                  </a:lnTo>
                  <a:lnTo>
                    <a:pt x="1206146" y="1560250"/>
                  </a:lnTo>
                  <a:lnTo>
                    <a:pt x="1206143" y="1560257"/>
                  </a:lnTo>
                  <a:lnTo>
                    <a:pt x="1206144" y="1560266"/>
                  </a:lnTo>
                  <a:lnTo>
                    <a:pt x="1206146" y="1560283"/>
                  </a:lnTo>
                  <a:lnTo>
                    <a:pt x="1206145" y="1560299"/>
                  </a:lnTo>
                  <a:lnTo>
                    <a:pt x="1206139" y="1560318"/>
                  </a:lnTo>
                  <a:lnTo>
                    <a:pt x="1206133" y="1560326"/>
                  </a:lnTo>
                  <a:lnTo>
                    <a:pt x="1206127" y="1560329"/>
                  </a:lnTo>
                  <a:lnTo>
                    <a:pt x="1206111" y="1560341"/>
                  </a:lnTo>
                  <a:lnTo>
                    <a:pt x="1206097" y="1560354"/>
                  </a:lnTo>
                  <a:lnTo>
                    <a:pt x="1206084" y="1560371"/>
                  </a:lnTo>
                  <a:lnTo>
                    <a:pt x="1206071" y="1560387"/>
                  </a:lnTo>
                  <a:lnTo>
                    <a:pt x="1206062" y="1560404"/>
                  </a:lnTo>
                  <a:lnTo>
                    <a:pt x="1206052" y="1560420"/>
                  </a:lnTo>
                  <a:lnTo>
                    <a:pt x="1206047" y="1560437"/>
                  </a:lnTo>
                  <a:lnTo>
                    <a:pt x="1206040" y="1560448"/>
                  </a:lnTo>
                  <a:lnTo>
                    <a:pt x="1206034" y="1560450"/>
                  </a:lnTo>
                  <a:lnTo>
                    <a:pt x="1206019" y="1560454"/>
                  </a:lnTo>
                  <a:lnTo>
                    <a:pt x="1206003" y="1560459"/>
                  </a:lnTo>
                  <a:lnTo>
                    <a:pt x="1205997" y="1560459"/>
                  </a:lnTo>
                  <a:lnTo>
                    <a:pt x="1205987" y="1560453"/>
                  </a:lnTo>
                  <a:lnTo>
                    <a:pt x="1205972" y="1560446"/>
                  </a:lnTo>
                  <a:lnTo>
                    <a:pt x="1205966" y="1560444"/>
                  </a:lnTo>
                  <a:lnTo>
                    <a:pt x="1205960" y="1560444"/>
                  </a:lnTo>
                  <a:lnTo>
                    <a:pt x="1205956" y="1560446"/>
                  </a:lnTo>
                  <a:lnTo>
                    <a:pt x="1205949" y="1560450"/>
                  </a:lnTo>
                  <a:lnTo>
                    <a:pt x="1205943" y="1560456"/>
                  </a:lnTo>
                  <a:lnTo>
                    <a:pt x="1205939" y="1560464"/>
                  </a:lnTo>
                  <a:lnTo>
                    <a:pt x="1205935" y="1560499"/>
                  </a:lnTo>
                  <a:lnTo>
                    <a:pt x="1205935" y="1560508"/>
                  </a:lnTo>
                  <a:lnTo>
                    <a:pt x="1205928" y="1560536"/>
                  </a:lnTo>
                  <a:lnTo>
                    <a:pt x="1205924" y="1560542"/>
                  </a:lnTo>
                  <a:lnTo>
                    <a:pt x="1205914" y="1560559"/>
                  </a:lnTo>
                  <a:lnTo>
                    <a:pt x="1205906" y="1560575"/>
                  </a:lnTo>
                  <a:lnTo>
                    <a:pt x="1205894" y="1560601"/>
                  </a:lnTo>
                  <a:lnTo>
                    <a:pt x="1205890" y="1560611"/>
                  </a:lnTo>
                  <a:lnTo>
                    <a:pt x="1205886" y="1560632"/>
                  </a:lnTo>
                  <a:lnTo>
                    <a:pt x="1205887" y="1560642"/>
                  </a:lnTo>
                  <a:lnTo>
                    <a:pt x="1205893" y="1560654"/>
                  </a:lnTo>
                  <a:lnTo>
                    <a:pt x="1205897" y="1560658"/>
                  </a:lnTo>
                  <a:lnTo>
                    <a:pt x="1205913" y="1560665"/>
                  </a:lnTo>
                  <a:lnTo>
                    <a:pt x="1205927" y="1560674"/>
                  </a:lnTo>
                  <a:lnTo>
                    <a:pt x="1205933" y="1560681"/>
                  </a:lnTo>
                  <a:lnTo>
                    <a:pt x="1205937" y="1560689"/>
                  </a:lnTo>
                  <a:lnTo>
                    <a:pt x="1205946" y="1560708"/>
                  </a:lnTo>
                  <a:lnTo>
                    <a:pt x="1205952" y="1560725"/>
                  </a:lnTo>
                  <a:lnTo>
                    <a:pt x="1205956" y="1560742"/>
                  </a:lnTo>
                  <a:lnTo>
                    <a:pt x="1205963" y="1560759"/>
                  </a:lnTo>
                  <a:lnTo>
                    <a:pt x="1205973" y="1560775"/>
                  </a:lnTo>
                  <a:lnTo>
                    <a:pt x="1205981" y="1560788"/>
                  </a:lnTo>
                  <a:lnTo>
                    <a:pt x="1205997" y="1560806"/>
                  </a:lnTo>
                  <a:lnTo>
                    <a:pt x="1206006" y="1560823"/>
                  </a:lnTo>
                  <a:lnTo>
                    <a:pt x="1206014" y="1560834"/>
                  </a:lnTo>
                  <a:lnTo>
                    <a:pt x="1206018" y="1560837"/>
                  </a:lnTo>
                  <a:lnTo>
                    <a:pt x="1206033" y="1560853"/>
                  </a:lnTo>
                  <a:lnTo>
                    <a:pt x="1206040" y="1560862"/>
                  </a:lnTo>
                  <a:lnTo>
                    <a:pt x="1206043" y="1560870"/>
                  </a:lnTo>
                  <a:lnTo>
                    <a:pt x="1206048" y="1560887"/>
                  </a:lnTo>
                  <a:lnTo>
                    <a:pt x="1206051" y="1560904"/>
                  </a:lnTo>
                  <a:lnTo>
                    <a:pt x="1206053" y="1560920"/>
                  </a:lnTo>
                  <a:lnTo>
                    <a:pt x="1206054" y="1560926"/>
                  </a:lnTo>
                  <a:lnTo>
                    <a:pt x="1206050" y="1560934"/>
                  </a:lnTo>
                  <a:lnTo>
                    <a:pt x="1206040" y="1560942"/>
                  </a:lnTo>
                  <a:lnTo>
                    <a:pt x="1206033" y="1560947"/>
                  </a:lnTo>
                  <a:lnTo>
                    <a:pt x="1206016" y="1560955"/>
                  </a:lnTo>
                  <a:lnTo>
                    <a:pt x="1206007" y="1560958"/>
                  </a:lnTo>
                  <a:lnTo>
                    <a:pt x="1206001" y="1560958"/>
                  </a:lnTo>
                  <a:lnTo>
                    <a:pt x="1205985" y="1560960"/>
                  </a:lnTo>
                  <a:lnTo>
                    <a:pt x="1205970" y="1560959"/>
                  </a:lnTo>
                  <a:lnTo>
                    <a:pt x="1205954" y="1560960"/>
                  </a:lnTo>
                  <a:lnTo>
                    <a:pt x="1205942" y="1560962"/>
                  </a:lnTo>
                  <a:lnTo>
                    <a:pt x="1205929" y="1560967"/>
                  </a:lnTo>
                  <a:lnTo>
                    <a:pt x="1205916" y="1560974"/>
                  </a:lnTo>
                  <a:lnTo>
                    <a:pt x="1205907" y="1560983"/>
                  </a:lnTo>
                  <a:lnTo>
                    <a:pt x="1205891" y="1560996"/>
                  </a:lnTo>
                  <a:lnTo>
                    <a:pt x="1205876" y="1561009"/>
                  </a:lnTo>
                  <a:lnTo>
                    <a:pt x="1205860" y="1561020"/>
                  </a:lnTo>
                  <a:lnTo>
                    <a:pt x="1205847" y="1561026"/>
                  </a:lnTo>
                  <a:lnTo>
                    <a:pt x="1205838" y="1561032"/>
                  </a:lnTo>
                  <a:lnTo>
                    <a:pt x="1205828" y="1561044"/>
                  </a:lnTo>
                  <a:lnTo>
                    <a:pt x="1205819" y="1561060"/>
                  </a:lnTo>
                  <a:lnTo>
                    <a:pt x="1205807" y="1561072"/>
                  </a:lnTo>
                  <a:lnTo>
                    <a:pt x="1205795" y="1561081"/>
                  </a:lnTo>
                  <a:lnTo>
                    <a:pt x="1205789" y="1561084"/>
                  </a:lnTo>
                  <a:lnTo>
                    <a:pt x="1205773" y="1561093"/>
                  </a:lnTo>
                  <a:lnTo>
                    <a:pt x="1205766" y="1561096"/>
                  </a:lnTo>
                  <a:lnTo>
                    <a:pt x="1205757" y="1561097"/>
                  </a:lnTo>
                  <a:lnTo>
                    <a:pt x="1205741" y="1561097"/>
                  </a:lnTo>
                  <a:lnTo>
                    <a:pt x="1205726" y="1561100"/>
                  </a:lnTo>
                  <a:lnTo>
                    <a:pt x="1205714" y="1561107"/>
                  </a:lnTo>
                  <a:lnTo>
                    <a:pt x="1205711" y="1561112"/>
                  </a:lnTo>
                  <a:lnTo>
                    <a:pt x="1205703" y="1561119"/>
                  </a:lnTo>
                  <a:lnTo>
                    <a:pt x="1205698" y="1561126"/>
                  </a:lnTo>
                  <a:lnTo>
                    <a:pt x="1205688" y="1561142"/>
                  </a:lnTo>
                  <a:lnTo>
                    <a:pt x="1205680" y="1561159"/>
                  </a:lnTo>
                  <a:lnTo>
                    <a:pt x="1205674" y="1561172"/>
                  </a:lnTo>
                  <a:lnTo>
                    <a:pt x="1205667" y="1561183"/>
                  </a:lnTo>
                  <a:lnTo>
                    <a:pt x="1205663" y="1561192"/>
                  </a:lnTo>
                  <a:lnTo>
                    <a:pt x="1205658" y="1561200"/>
                  </a:lnTo>
                  <a:lnTo>
                    <a:pt x="1205656" y="1561208"/>
                  </a:lnTo>
                  <a:lnTo>
                    <a:pt x="1205651" y="1561225"/>
                  </a:lnTo>
                  <a:lnTo>
                    <a:pt x="1205645" y="1561242"/>
                  </a:lnTo>
                  <a:lnTo>
                    <a:pt x="1205641" y="1561258"/>
                  </a:lnTo>
                  <a:lnTo>
                    <a:pt x="1205634" y="1561275"/>
                  </a:lnTo>
                  <a:lnTo>
                    <a:pt x="1205628" y="1561286"/>
                  </a:lnTo>
                  <a:lnTo>
                    <a:pt x="1205623" y="1561291"/>
                  </a:lnTo>
                  <a:lnTo>
                    <a:pt x="1205606" y="1561302"/>
                  </a:lnTo>
                  <a:lnTo>
                    <a:pt x="1205591" y="1561307"/>
                  </a:lnTo>
                  <a:lnTo>
                    <a:pt x="1205575" y="1561315"/>
                  </a:lnTo>
                  <a:lnTo>
                    <a:pt x="1205559" y="1561325"/>
                  </a:lnTo>
                  <a:lnTo>
                    <a:pt x="1205550" y="1561329"/>
                  </a:lnTo>
                  <a:lnTo>
                    <a:pt x="1205543" y="1561334"/>
                  </a:lnTo>
                  <a:lnTo>
                    <a:pt x="1205530" y="1561348"/>
                  </a:lnTo>
                  <a:lnTo>
                    <a:pt x="1205521" y="1561357"/>
                  </a:lnTo>
                  <a:lnTo>
                    <a:pt x="1205518" y="1561364"/>
                  </a:lnTo>
                  <a:lnTo>
                    <a:pt x="1205512" y="1561374"/>
                  </a:lnTo>
                  <a:lnTo>
                    <a:pt x="1205511" y="1561380"/>
                  </a:lnTo>
                  <a:lnTo>
                    <a:pt x="1205507" y="1561397"/>
                  </a:lnTo>
                  <a:lnTo>
                    <a:pt x="1205505" y="1561413"/>
                  </a:lnTo>
                  <a:lnTo>
                    <a:pt x="1205501" y="1561417"/>
                  </a:lnTo>
                  <a:lnTo>
                    <a:pt x="1205495" y="1561419"/>
                  </a:lnTo>
                  <a:lnTo>
                    <a:pt x="1205489" y="1561420"/>
                  </a:lnTo>
                  <a:lnTo>
                    <a:pt x="1205473" y="1561425"/>
                  </a:lnTo>
                  <a:lnTo>
                    <a:pt x="1205457" y="1561431"/>
                  </a:lnTo>
                  <a:lnTo>
                    <a:pt x="1205441" y="1561439"/>
                  </a:lnTo>
                  <a:lnTo>
                    <a:pt x="1205429" y="1561445"/>
                  </a:lnTo>
                  <a:lnTo>
                    <a:pt x="1205425" y="1561449"/>
                  </a:lnTo>
                  <a:lnTo>
                    <a:pt x="1205427" y="1561465"/>
                  </a:lnTo>
                  <a:lnTo>
                    <a:pt x="1205433" y="1561483"/>
                  </a:lnTo>
                  <a:lnTo>
                    <a:pt x="1205439" y="1561499"/>
                  </a:lnTo>
                  <a:lnTo>
                    <a:pt x="1205444" y="1561511"/>
                  </a:lnTo>
                  <a:lnTo>
                    <a:pt x="1205449" y="1561533"/>
                  </a:lnTo>
                  <a:lnTo>
                    <a:pt x="1205450" y="1561549"/>
                  </a:lnTo>
                  <a:lnTo>
                    <a:pt x="1205450" y="1561566"/>
                  </a:lnTo>
                  <a:lnTo>
                    <a:pt x="1205452" y="1561583"/>
                  </a:lnTo>
                  <a:lnTo>
                    <a:pt x="1205456" y="1561593"/>
                  </a:lnTo>
                  <a:lnTo>
                    <a:pt x="1205462" y="1561598"/>
                  </a:lnTo>
                  <a:lnTo>
                    <a:pt x="1205476" y="1561612"/>
                  </a:lnTo>
                  <a:lnTo>
                    <a:pt x="1205507" y="1561637"/>
                  </a:lnTo>
                  <a:lnTo>
                    <a:pt x="1205521" y="1561649"/>
                  </a:lnTo>
                  <a:lnTo>
                    <a:pt x="1205528" y="1561657"/>
                  </a:lnTo>
                  <a:lnTo>
                    <a:pt x="1205530" y="1561665"/>
                  </a:lnTo>
                  <a:lnTo>
                    <a:pt x="1205529" y="1561682"/>
                  </a:lnTo>
                  <a:lnTo>
                    <a:pt x="1205526" y="1561715"/>
                  </a:lnTo>
                  <a:lnTo>
                    <a:pt x="1205522" y="1561732"/>
                  </a:lnTo>
                  <a:lnTo>
                    <a:pt x="1205520" y="1561748"/>
                  </a:lnTo>
                  <a:lnTo>
                    <a:pt x="1205519" y="1561765"/>
                  </a:lnTo>
                  <a:lnTo>
                    <a:pt x="1205526" y="1561782"/>
                  </a:lnTo>
                  <a:lnTo>
                    <a:pt x="1205528" y="1561798"/>
                  </a:lnTo>
                  <a:lnTo>
                    <a:pt x="1205527" y="1561815"/>
                  </a:lnTo>
                  <a:lnTo>
                    <a:pt x="1205529" y="1561827"/>
                  </a:lnTo>
                  <a:lnTo>
                    <a:pt x="1205529" y="1561848"/>
                  </a:lnTo>
                  <a:lnTo>
                    <a:pt x="1205527" y="1561856"/>
                  </a:lnTo>
                  <a:lnTo>
                    <a:pt x="1205530" y="1561864"/>
                  </a:lnTo>
                  <a:lnTo>
                    <a:pt x="1205538" y="1561882"/>
                  </a:lnTo>
                  <a:lnTo>
                    <a:pt x="1205547" y="1561898"/>
                  </a:lnTo>
                  <a:lnTo>
                    <a:pt x="1205551" y="1561906"/>
                  </a:lnTo>
                  <a:lnTo>
                    <a:pt x="1205555" y="1561914"/>
                  </a:lnTo>
                  <a:lnTo>
                    <a:pt x="1205561" y="1561922"/>
                  </a:lnTo>
                  <a:lnTo>
                    <a:pt x="1205565" y="1561931"/>
                  </a:lnTo>
                  <a:lnTo>
                    <a:pt x="1205569" y="1561948"/>
                  </a:lnTo>
                  <a:lnTo>
                    <a:pt x="1205570" y="1561961"/>
                  </a:lnTo>
                  <a:lnTo>
                    <a:pt x="1205568" y="1561976"/>
                  </a:lnTo>
                  <a:lnTo>
                    <a:pt x="1205571" y="1561982"/>
                  </a:lnTo>
                  <a:lnTo>
                    <a:pt x="1205575" y="1561994"/>
                  </a:lnTo>
                  <a:lnTo>
                    <a:pt x="1205577" y="1561998"/>
                  </a:lnTo>
                  <a:lnTo>
                    <a:pt x="1205582" y="1562008"/>
                  </a:lnTo>
                  <a:lnTo>
                    <a:pt x="1205580" y="1562015"/>
                  </a:lnTo>
                  <a:lnTo>
                    <a:pt x="1205573" y="1562030"/>
                  </a:lnTo>
                  <a:lnTo>
                    <a:pt x="1205575" y="1562040"/>
                  </a:lnTo>
                  <a:lnTo>
                    <a:pt x="1205579" y="1562048"/>
                  </a:lnTo>
                  <a:lnTo>
                    <a:pt x="1205581" y="1562055"/>
                  </a:lnTo>
                  <a:lnTo>
                    <a:pt x="1205590" y="1562064"/>
                  </a:lnTo>
                  <a:lnTo>
                    <a:pt x="1205601" y="1562072"/>
                  </a:lnTo>
                  <a:lnTo>
                    <a:pt x="1205604" y="1562077"/>
                  </a:lnTo>
                  <a:lnTo>
                    <a:pt x="1205608" y="1562086"/>
                  </a:lnTo>
                  <a:lnTo>
                    <a:pt x="1205607" y="1562093"/>
                  </a:lnTo>
                  <a:lnTo>
                    <a:pt x="1205606" y="1562110"/>
                  </a:lnTo>
                  <a:lnTo>
                    <a:pt x="1205593" y="1562160"/>
                  </a:lnTo>
                  <a:lnTo>
                    <a:pt x="1205592" y="1562184"/>
                  </a:lnTo>
                  <a:lnTo>
                    <a:pt x="1205595" y="1562193"/>
                  </a:lnTo>
                  <a:lnTo>
                    <a:pt x="1205602" y="1562210"/>
                  </a:lnTo>
                  <a:lnTo>
                    <a:pt x="1205609" y="1562227"/>
                  </a:lnTo>
                  <a:lnTo>
                    <a:pt x="1205626" y="1562263"/>
                  </a:lnTo>
                  <a:lnTo>
                    <a:pt x="1205637" y="1562276"/>
                  </a:lnTo>
                  <a:lnTo>
                    <a:pt x="1205660" y="1562289"/>
                  </a:lnTo>
                  <a:lnTo>
                    <a:pt x="1205676" y="1562299"/>
                  </a:lnTo>
                  <a:lnTo>
                    <a:pt x="1205682" y="1562305"/>
                  </a:lnTo>
                  <a:lnTo>
                    <a:pt x="1205686" y="1562311"/>
                  </a:lnTo>
                  <a:lnTo>
                    <a:pt x="1205680" y="1562321"/>
                  </a:lnTo>
                  <a:lnTo>
                    <a:pt x="1205669" y="1562330"/>
                  </a:lnTo>
                  <a:lnTo>
                    <a:pt x="1205661" y="1562338"/>
                  </a:lnTo>
                  <a:lnTo>
                    <a:pt x="1205648" y="1562354"/>
                  </a:lnTo>
                  <a:lnTo>
                    <a:pt x="1205640" y="1562366"/>
                  </a:lnTo>
                  <a:lnTo>
                    <a:pt x="1205642" y="1562371"/>
                  </a:lnTo>
                  <a:lnTo>
                    <a:pt x="1205650" y="1562379"/>
                  </a:lnTo>
                  <a:lnTo>
                    <a:pt x="1205657" y="1562383"/>
                  </a:lnTo>
                  <a:lnTo>
                    <a:pt x="1205672" y="1562396"/>
                  </a:lnTo>
                  <a:lnTo>
                    <a:pt x="1205681" y="1562404"/>
                  </a:lnTo>
                  <a:lnTo>
                    <a:pt x="1205680" y="1562411"/>
                  </a:lnTo>
                  <a:lnTo>
                    <a:pt x="1205677" y="1562418"/>
                  </a:lnTo>
                  <a:lnTo>
                    <a:pt x="1205672" y="1562424"/>
                  </a:lnTo>
                  <a:lnTo>
                    <a:pt x="1205654" y="1562442"/>
                  </a:lnTo>
                  <a:lnTo>
                    <a:pt x="1205643" y="1562457"/>
                  </a:lnTo>
                  <a:lnTo>
                    <a:pt x="1205642" y="1562465"/>
                  </a:lnTo>
                  <a:lnTo>
                    <a:pt x="1205646" y="1562474"/>
                  </a:lnTo>
                  <a:lnTo>
                    <a:pt x="1205655" y="1562484"/>
                  </a:lnTo>
                  <a:lnTo>
                    <a:pt x="1205662" y="1562494"/>
                  </a:lnTo>
                  <a:lnTo>
                    <a:pt x="1205666" y="1562505"/>
                  </a:lnTo>
                  <a:lnTo>
                    <a:pt x="1205661" y="1562520"/>
                  </a:lnTo>
                  <a:lnTo>
                    <a:pt x="1205656" y="1562539"/>
                  </a:lnTo>
                  <a:lnTo>
                    <a:pt x="1205657" y="1562548"/>
                  </a:lnTo>
                  <a:lnTo>
                    <a:pt x="1205660" y="1562553"/>
                  </a:lnTo>
                  <a:lnTo>
                    <a:pt x="1205663" y="1562561"/>
                  </a:lnTo>
                  <a:lnTo>
                    <a:pt x="1205669" y="1562570"/>
                  </a:lnTo>
                  <a:lnTo>
                    <a:pt x="1205693" y="1562604"/>
                  </a:lnTo>
                  <a:lnTo>
                    <a:pt x="1205703" y="1562621"/>
                  </a:lnTo>
                  <a:lnTo>
                    <a:pt x="1205710" y="1562633"/>
                  </a:lnTo>
                  <a:lnTo>
                    <a:pt x="1205714" y="1562638"/>
                  </a:lnTo>
                  <a:lnTo>
                    <a:pt x="1205719" y="1562644"/>
                  </a:lnTo>
                  <a:lnTo>
                    <a:pt x="1205729" y="1562652"/>
                  </a:lnTo>
                  <a:lnTo>
                    <a:pt x="1205734" y="1562660"/>
                  </a:lnTo>
                  <a:lnTo>
                    <a:pt x="1205738" y="1562667"/>
                  </a:lnTo>
                  <a:lnTo>
                    <a:pt x="1205746" y="1562684"/>
                  </a:lnTo>
                  <a:lnTo>
                    <a:pt x="1205748" y="1562700"/>
                  </a:lnTo>
                  <a:lnTo>
                    <a:pt x="1205750" y="1562708"/>
                  </a:lnTo>
                  <a:lnTo>
                    <a:pt x="1205750" y="1562717"/>
                  </a:lnTo>
                  <a:lnTo>
                    <a:pt x="1205753" y="1562734"/>
                  </a:lnTo>
                  <a:lnTo>
                    <a:pt x="1205757" y="1562750"/>
                  </a:lnTo>
                  <a:lnTo>
                    <a:pt x="1205760" y="1562767"/>
                  </a:lnTo>
                  <a:lnTo>
                    <a:pt x="1205764" y="1562784"/>
                  </a:lnTo>
                  <a:lnTo>
                    <a:pt x="1205769" y="1562801"/>
                  </a:lnTo>
                  <a:lnTo>
                    <a:pt x="1205771" y="1562818"/>
                  </a:lnTo>
                  <a:lnTo>
                    <a:pt x="1205771" y="1562825"/>
                  </a:lnTo>
                  <a:lnTo>
                    <a:pt x="1205764" y="1562833"/>
                  </a:lnTo>
                  <a:lnTo>
                    <a:pt x="1205751" y="1562848"/>
                  </a:lnTo>
                  <a:lnTo>
                    <a:pt x="1205746" y="1562865"/>
                  </a:lnTo>
                  <a:lnTo>
                    <a:pt x="1205743" y="1562881"/>
                  </a:lnTo>
                  <a:lnTo>
                    <a:pt x="1205739" y="1562892"/>
                  </a:lnTo>
                  <a:lnTo>
                    <a:pt x="1205739" y="1562898"/>
                  </a:lnTo>
                  <a:lnTo>
                    <a:pt x="1205737" y="1562915"/>
                  </a:lnTo>
                  <a:lnTo>
                    <a:pt x="1205735" y="1562931"/>
                  </a:lnTo>
                  <a:lnTo>
                    <a:pt x="1205734" y="1562948"/>
                  </a:lnTo>
                  <a:lnTo>
                    <a:pt x="1205732" y="1562965"/>
                  </a:lnTo>
                  <a:lnTo>
                    <a:pt x="1205731" y="1562970"/>
                  </a:lnTo>
                  <a:lnTo>
                    <a:pt x="1205732" y="1562981"/>
                  </a:lnTo>
                  <a:lnTo>
                    <a:pt x="1205736" y="1562998"/>
                  </a:lnTo>
                  <a:lnTo>
                    <a:pt x="1205744" y="1563015"/>
                  </a:lnTo>
                  <a:lnTo>
                    <a:pt x="1205756" y="1563032"/>
                  </a:lnTo>
                  <a:lnTo>
                    <a:pt x="1205770" y="1563048"/>
                  </a:lnTo>
                  <a:lnTo>
                    <a:pt x="1205774" y="1563050"/>
                  </a:lnTo>
                  <a:lnTo>
                    <a:pt x="1205785" y="1563062"/>
                  </a:lnTo>
                  <a:lnTo>
                    <a:pt x="1205786" y="1563071"/>
                  </a:lnTo>
                  <a:lnTo>
                    <a:pt x="1205784" y="1563078"/>
                  </a:lnTo>
                  <a:lnTo>
                    <a:pt x="1205780" y="1563094"/>
                  </a:lnTo>
                  <a:lnTo>
                    <a:pt x="1205782" y="1563099"/>
                  </a:lnTo>
                  <a:lnTo>
                    <a:pt x="1205787" y="1563099"/>
                  </a:lnTo>
                  <a:lnTo>
                    <a:pt x="1205795" y="1563093"/>
                  </a:lnTo>
                  <a:lnTo>
                    <a:pt x="1205805" y="1563084"/>
                  </a:lnTo>
                  <a:lnTo>
                    <a:pt x="1205811" y="1563080"/>
                  </a:lnTo>
                  <a:lnTo>
                    <a:pt x="1205824" y="1563075"/>
                  </a:lnTo>
                  <a:lnTo>
                    <a:pt x="1205831" y="1563078"/>
                  </a:lnTo>
                  <a:lnTo>
                    <a:pt x="1205838" y="1563085"/>
                  </a:lnTo>
                  <a:lnTo>
                    <a:pt x="1205843" y="1563102"/>
                  </a:lnTo>
                  <a:lnTo>
                    <a:pt x="1205843" y="1563108"/>
                  </a:lnTo>
                  <a:lnTo>
                    <a:pt x="1205850" y="1563119"/>
                  </a:lnTo>
                  <a:lnTo>
                    <a:pt x="1205856" y="1563126"/>
                  </a:lnTo>
                  <a:lnTo>
                    <a:pt x="1205865" y="1563128"/>
                  </a:lnTo>
                  <a:lnTo>
                    <a:pt x="1205871" y="1563129"/>
                  </a:lnTo>
                  <a:lnTo>
                    <a:pt x="1205876" y="1563132"/>
                  </a:lnTo>
                  <a:lnTo>
                    <a:pt x="1205880" y="1563136"/>
                  </a:lnTo>
                  <a:lnTo>
                    <a:pt x="1205889" y="1563153"/>
                  </a:lnTo>
                  <a:lnTo>
                    <a:pt x="1205901" y="1563187"/>
                  </a:lnTo>
                  <a:lnTo>
                    <a:pt x="1205909" y="1563203"/>
                  </a:lnTo>
                  <a:lnTo>
                    <a:pt x="1205916" y="1563220"/>
                  </a:lnTo>
                  <a:lnTo>
                    <a:pt x="1205921" y="1563237"/>
                  </a:lnTo>
                  <a:lnTo>
                    <a:pt x="1205924" y="1563243"/>
                  </a:lnTo>
                  <a:lnTo>
                    <a:pt x="1205926" y="1563254"/>
                  </a:lnTo>
                  <a:lnTo>
                    <a:pt x="1205931" y="1563270"/>
                  </a:lnTo>
                  <a:lnTo>
                    <a:pt x="1205932" y="1563278"/>
                  </a:lnTo>
                  <a:lnTo>
                    <a:pt x="1205938" y="1563288"/>
                  </a:lnTo>
                  <a:lnTo>
                    <a:pt x="1205954" y="1563297"/>
                  </a:lnTo>
                  <a:lnTo>
                    <a:pt x="1205970" y="1563307"/>
                  </a:lnTo>
                  <a:lnTo>
                    <a:pt x="1205984" y="1563318"/>
                  </a:lnTo>
                  <a:lnTo>
                    <a:pt x="1205997" y="1563334"/>
                  </a:lnTo>
                  <a:lnTo>
                    <a:pt x="1206002" y="1563339"/>
                  </a:lnTo>
                  <a:lnTo>
                    <a:pt x="1206007" y="1563350"/>
                  </a:lnTo>
                  <a:lnTo>
                    <a:pt x="1206015" y="1563364"/>
                  </a:lnTo>
                  <a:lnTo>
                    <a:pt x="1206020" y="1563383"/>
                  </a:lnTo>
                  <a:lnTo>
                    <a:pt x="1206021" y="1563392"/>
                  </a:lnTo>
                  <a:lnTo>
                    <a:pt x="1206024" y="1563400"/>
                  </a:lnTo>
                  <a:lnTo>
                    <a:pt x="1206026" y="1563407"/>
                  </a:lnTo>
                  <a:lnTo>
                    <a:pt x="1206024" y="1563417"/>
                  </a:lnTo>
                  <a:lnTo>
                    <a:pt x="1206015" y="1563433"/>
                  </a:lnTo>
                  <a:lnTo>
                    <a:pt x="1206010" y="1563450"/>
                  </a:lnTo>
                  <a:lnTo>
                    <a:pt x="1206002" y="1563466"/>
                  </a:lnTo>
                  <a:lnTo>
                    <a:pt x="1205994" y="1563481"/>
                  </a:lnTo>
                  <a:lnTo>
                    <a:pt x="1205989" y="1563489"/>
                  </a:lnTo>
                  <a:lnTo>
                    <a:pt x="1205986" y="1563499"/>
                  </a:lnTo>
                  <a:lnTo>
                    <a:pt x="1205978" y="1563516"/>
                  </a:lnTo>
                  <a:lnTo>
                    <a:pt x="1205976" y="1563524"/>
                  </a:lnTo>
                  <a:lnTo>
                    <a:pt x="1205976" y="1563532"/>
                  </a:lnTo>
                  <a:lnTo>
                    <a:pt x="1205978" y="1563542"/>
                  </a:lnTo>
                  <a:lnTo>
                    <a:pt x="1205985" y="1563549"/>
                  </a:lnTo>
                  <a:lnTo>
                    <a:pt x="1206001" y="1563562"/>
                  </a:lnTo>
                  <a:lnTo>
                    <a:pt x="1206014" y="1563576"/>
                  </a:lnTo>
                  <a:lnTo>
                    <a:pt x="1206024" y="1563594"/>
                  </a:lnTo>
                  <a:lnTo>
                    <a:pt x="1206034" y="1563610"/>
                  </a:lnTo>
                  <a:lnTo>
                    <a:pt x="1206057" y="1563659"/>
                  </a:lnTo>
                  <a:lnTo>
                    <a:pt x="1206065" y="1563667"/>
                  </a:lnTo>
                  <a:lnTo>
                    <a:pt x="1206073" y="1563672"/>
                  </a:lnTo>
                  <a:lnTo>
                    <a:pt x="1206088" y="1563682"/>
                  </a:lnTo>
                  <a:lnTo>
                    <a:pt x="1206104" y="1563692"/>
                  </a:lnTo>
                  <a:lnTo>
                    <a:pt x="1206110" y="1563695"/>
                  </a:lnTo>
                  <a:lnTo>
                    <a:pt x="1206120" y="1563704"/>
                  </a:lnTo>
                  <a:lnTo>
                    <a:pt x="1206134" y="1563716"/>
                  </a:lnTo>
                  <a:lnTo>
                    <a:pt x="1206141" y="1563724"/>
                  </a:lnTo>
                  <a:lnTo>
                    <a:pt x="1206149" y="1563728"/>
                  </a:lnTo>
                  <a:lnTo>
                    <a:pt x="1206165" y="1563741"/>
                  </a:lnTo>
                  <a:lnTo>
                    <a:pt x="1206180" y="1563753"/>
                  </a:lnTo>
                  <a:lnTo>
                    <a:pt x="1206196" y="1563767"/>
                  </a:lnTo>
                  <a:lnTo>
                    <a:pt x="1206210" y="1563779"/>
                  </a:lnTo>
                  <a:lnTo>
                    <a:pt x="1206226" y="1563793"/>
                  </a:lnTo>
                  <a:lnTo>
                    <a:pt x="1206230" y="1563796"/>
                  </a:lnTo>
                  <a:lnTo>
                    <a:pt x="1206238" y="1563809"/>
                  </a:lnTo>
                  <a:lnTo>
                    <a:pt x="1206241" y="1563824"/>
                  </a:lnTo>
                  <a:lnTo>
                    <a:pt x="1206240" y="1563841"/>
                  </a:lnTo>
                  <a:lnTo>
                    <a:pt x="1206240" y="1563849"/>
                  </a:lnTo>
                  <a:lnTo>
                    <a:pt x="1206242" y="1563853"/>
                  </a:lnTo>
                  <a:lnTo>
                    <a:pt x="1206246" y="1563856"/>
                  </a:lnTo>
                  <a:lnTo>
                    <a:pt x="1206261" y="1563871"/>
                  </a:lnTo>
                  <a:lnTo>
                    <a:pt x="1206267" y="1563879"/>
                  </a:lnTo>
                  <a:lnTo>
                    <a:pt x="1206275" y="1563886"/>
                  </a:lnTo>
                  <a:lnTo>
                    <a:pt x="1206291" y="1563889"/>
                  </a:lnTo>
                  <a:lnTo>
                    <a:pt x="1206297" y="1563890"/>
                  </a:lnTo>
                  <a:lnTo>
                    <a:pt x="1206309" y="1563894"/>
                  </a:lnTo>
                  <a:lnTo>
                    <a:pt x="1206321" y="1563903"/>
                  </a:lnTo>
                  <a:lnTo>
                    <a:pt x="1206332" y="1563920"/>
                  </a:lnTo>
                  <a:lnTo>
                    <a:pt x="1206336" y="1563925"/>
                  </a:lnTo>
                  <a:lnTo>
                    <a:pt x="1206342" y="1563937"/>
                  </a:lnTo>
                  <a:lnTo>
                    <a:pt x="1206346" y="1563954"/>
                  </a:lnTo>
                  <a:lnTo>
                    <a:pt x="1206352" y="1563971"/>
                  </a:lnTo>
                  <a:lnTo>
                    <a:pt x="1206353" y="1563979"/>
                  </a:lnTo>
                  <a:lnTo>
                    <a:pt x="1206357" y="1563987"/>
                  </a:lnTo>
                  <a:lnTo>
                    <a:pt x="1206358" y="1563994"/>
                  </a:lnTo>
                  <a:lnTo>
                    <a:pt x="1206363" y="1564004"/>
                  </a:lnTo>
                  <a:lnTo>
                    <a:pt x="1206371" y="1564038"/>
                  </a:lnTo>
                  <a:lnTo>
                    <a:pt x="1206374" y="1564045"/>
                  </a:lnTo>
                  <a:lnTo>
                    <a:pt x="1206378" y="1564054"/>
                  </a:lnTo>
                  <a:lnTo>
                    <a:pt x="1206385" y="1564071"/>
                  </a:lnTo>
                  <a:lnTo>
                    <a:pt x="1206389" y="1564079"/>
                  </a:lnTo>
                  <a:lnTo>
                    <a:pt x="1206391" y="1564088"/>
                  </a:lnTo>
                  <a:lnTo>
                    <a:pt x="1206395" y="1564095"/>
                  </a:lnTo>
                  <a:lnTo>
                    <a:pt x="1206404" y="1564104"/>
                  </a:lnTo>
                  <a:lnTo>
                    <a:pt x="1206420" y="1564118"/>
                  </a:lnTo>
                  <a:lnTo>
                    <a:pt x="1206426" y="1564123"/>
                  </a:lnTo>
                  <a:lnTo>
                    <a:pt x="1206432" y="1564132"/>
                  </a:lnTo>
                  <a:lnTo>
                    <a:pt x="1206436" y="1564140"/>
                  </a:lnTo>
                  <a:lnTo>
                    <a:pt x="1206443" y="1564148"/>
                  </a:lnTo>
                  <a:lnTo>
                    <a:pt x="1206455" y="1564158"/>
                  </a:lnTo>
                  <a:lnTo>
                    <a:pt x="1206460" y="1564162"/>
                  </a:lnTo>
                  <a:lnTo>
                    <a:pt x="1206469" y="1564163"/>
                  </a:lnTo>
                  <a:lnTo>
                    <a:pt x="1206480" y="1564164"/>
                  </a:lnTo>
                  <a:lnTo>
                    <a:pt x="1206490" y="1564164"/>
                  </a:lnTo>
                  <a:lnTo>
                    <a:pt x="1206496" y="1564166"/>
                  </a:lnTo>
                  <a:lnTo>
                    <a:pt x="1206501" y="1564170"/>
                  </a:lnTo>
                  <a:lnTo>
                    <a:pt x="1206508" y="1564182"/>
                  </a:lnTo>
                  <a:lnTo>
                    <a:pt x="1206513" y="1564192"/>
                  </a:lnTo>
                  <a:lnTo>
                    <a:pt x="1206517" y="1564197"/>
                  </a:lnTo>
                  <a:lnTo>
                    <a:pt x="1206532" y="1564209"/>
                  </a:lnTo>
                  <a:lnTo>
                    <a:pt x="1206546" y="1564223"/>
                  </a:lnTo>
                  <a:lnTo>
                    <a:pt x="1206552" y="1564229"/>
                  </a:lnTo>
                  <a:lnTo>
                    <a:pt x="1206558" y="1564238"/>
                  </a:lnTo>
                  <a:lnTo>
                    <a:pt x="1206562" y="1564244"/>
                  </a:lnTo>
                  <a:lnTo>
                    <a:pt x="1206565" y="1564255"/>
                  </a:lnTo>
                  <a:lnTo>
                    <a:pt x="1206568" y="1564271"/>
                  </a:lnTo>
                  <a:lnTo>
                    <a:pt x="1206571" y="1564288"/>
                  </a:lnTo>
                  <a:lnTo>
                    <a:pt x="1206574" y="1564295"/>
                  </a:lnTo>
                  <a:lnTo>
                    <a:pt x="1206583" y="1564305"/>
                  </a:lnTo>
                  <a:lnTo>
                    <a:pt x="1206598" y="1564320"/>
                  </a:lnTo>
                  <a:lnTo>
                    <a:pt x="1206614" y="1564332"/>
                  </a:lnTo>
                  <a:lnTo>
                    <a:pt x="1206626" y="1564349"/>
                  </a:lnTo>
                  <a:lnTo>
                    <a:pt x="1206637" y="1564368"/>
                  </a:lnTo>
                  <a:lnTo>
                    <a:pt x="1206644" y="1564371"/>
                  </a:lnTo>
                  <a:lnTo>
                    <a:pt x="1206656" y="1564372"/>
                  </a:lnTo>
                  <a:lnTo>
                    <a:pt x="1206685" y="1564371"/>
                  </a:lnTo>
                  <a:lnTo>
                    <a:pt x="1206693" y="1564374"/>
                  </a:lnTo>
                  <a:lnTo>
                    <a:pt x="1206700" y="1564378"/>
                  </a:lnTo>
                  <a:lnTo>
                    <a:pt x="1206716" y="1564393"/>
                  </a:lnTo>
                  <a:lnTo>
                    <a:pt x="1206728" y="1564410"/>
                  </a:lnTo>
                  <a:lnTo>
                    <a:pt x="1206736" y="1564420"/>
                  </a:lnTo>
                  <a:lnTo>
                    <a:pt x="1206739" y="1564427"/>
                  </a:lnTo>
                  <a:lnTo>
                    <a:pt x="1206742" y="1564435"/>
                  </a:lnTo>
                  <a:lnTo>
                    <a:pt x="1206746" y="1564443"/>
                  </a:lnTo>
                  <a:lnTo>
                    <a:pt x="1206750" y="1564460"/>
                  </a:lnTo>
                  <a:lnTo>
                    <a:pt x="1206753" y="1564477"/>
                  </a:lnTo>
                  <a:lnTo>
                    <a:pt x="1206758" y="1564495"/>
                  </a:lnTo>
                  <a:lnTo>
                    <a:pt x="1206763" y="1564501"/>
                  </a:lnTo>
                  <a:lnTo>
                    <a:pt x="1206772" y="1564503"/>
                  </a:lnTo>
                  <a:lnTo>
                    <a:pt x="1206787" y="1564506"/>
                  </a:lnTo>
                  <a:lnTo>
                    <a:pt x="1206803" y="1564510"/>
                  </a:lnTo>
                  <a:lnTo>
                    <a:pt x="1206834" y="1564524"/>
                  </a:lnTo>
                  <a:lnTo>
                    <a:pt x="1206849" y="1564533"/>
                  </a:lnTo>
                  <a:lnTo>
                    <a:pt x="1206865" y="1564544"/>
                  </a:lnTo>
                  <a:lnTo>
                    <a:pt x="1206896" y="1564566"/>
                  </a:lnTo>
                  <a:lnTo>
                    <a:pt x="1206911" y="1564581"/>
                  </a:lnTo>
                  <a:lnTo>
                    <a:pt x="1206925" y="1564596"/>
                  </a:lnTo>
                  <a:lnTo>
                    <a:pt x="1206938" y="1564612"/>
                  </a:lnTo>
                  <a:lnTo>
                    <a:pt x="1206951" y="1564626"/>
                  </a:lnTo>
                  <a:lnTo>
                    <a:pt x="1206967" y="1564637"/>
                  </a:lnTo>
                  <a:lnTo>
                    <a:pt x="1206982" y="1564646"/>
                  </a:lnTo>
                  <a:lnTo>
                    <a:pt x="1206998" y="1564652"/>
                  </a:lnTo>
                  <a:lnTo>
                    <a:pt x="1207013" y="1564658"/>
                  </a:lnTo>
                  <a:lnTo>
                    <a:pt x="1207029" y="1564659"/>
                  </a:lnTo>
                  <a:lnTo>
                    <a:pt x="1207044" y="1564660"/>
                  </a:lnTo>
                  <a:lnTo>
                    <a:pt x="1207053" y="1564660"/>
                  </a:lnTo>
                  <a:lnTo>
                    <a:pt x="1207060" y="1564663"/>
                  </a:lnTo>
                  <a:lnTo>
                    <a:pt x="1207076" y="1564670"/>
                  </a:lnTo>
                  <a:lnTo>
                    <a:pt x="1207091" y="1564676"/>
                  </a:lnTo>
                  <a:lnTo>
                    <a:pt x="1207107" y="1564683"/>
                  </a:lnTo>
                  <a:lnTo>
                    <a:pt x="1207121" y="1564693"/>
                  </a:lnTo>
                  <a:lnTo>
                    <a:pt x="1207127" y="1564694"/>
                  </a:lnTo>
                  <a:lnTo>
                    <a:pt x="1207139" y="1564688"/>
                  </a:lnTo>
                  <a:lnTo>
                    <a:pt x="1207153" y="1564678"/>
                  </a:lnTo>
                  <a:lnTo>
                    <a:pt x="1207169" y="1564663"/>
                  </a:lnTo>
                  <a:lnTo>
                    <a:pt x="1207185" y="1564649"/>
                  </a:lnTo>
                  <a:lnTo>
                    <a:pt x="1207201" y="1564637"/>
                  </a:lnTo>
                  <a:lnTo>
                    <a:pt x="1207215" y="1564625"/>
                  </a:lnTo>
                  <a:lnTo>
                    <a:pt x="1207229" y="1564611"/>
                  </a:lnTo>
                  <a:lnTo>
                    <a:pt x="1207245" y="1564598"/>
                  </a:lnTo>
                  <a:lnTo>
                    <a:pt x="1207260" y="1564585"/>
                  </a:lnTo>
                  <a:lnTo>
                    <a:pt x="1207275" y="1564569"/>
                  </a:lnTo>
                  <a:lnTo>
                    <a:pt x="1207288" y="1564554"/>
                  </a:lnTo>
                  <a:lnTo>
                    <a:pt x="1207303" y="1564538"/>
                  </a:lnTo>
                  <a:lnTo>
                    <a:pt x="1207317" y="1564523"/>
                  </a:lnTo>
                  <a:lnTo>
                    <a:pt x="1207345" y="1564494"/>
                  </a:lnTo>
                  <a:lnTo>
                    <a:pt x="1207361" y="1564480"/>
                  </a:lnTo>
                  <a:lnTo>
                    <a:pt x="1207377" y="1564471"/>
                  </a:lnTo>
                  <a:lnTo>
                    <a:pt x="1207409" y="1564451"/>
                  </a:lnTo>
                  <a:lnTo>
                    <a:pt x="1207424" y="1564447"/>
                  </a:lnTo>
                  <a:lnTo>
                    <a:pt x="1207435" y="1564441"/>
                  </a:lnTo>
                  <a:lnTo>
                    <a:pt x="1207475" y="1564422"/>
                  </a:lnTo>
                  <a:lnTo>
                    <a:pt x="1207484" y="1564418"/>
                  </a:lnTo>
                  <a:lnTo>
                    <a:pt x="1207546" y="1564399"/>
                  </a:lnTo>
                  <a:lnTo>
                    <a:pt x="1207562" y="1564397"/>
                  </a:lnTo>
                  <a:lnTo>
                    <a:pt x="1207578" y="1564395"/>
                  </a:lnTo>
                  <a:lnTo>
                    <a:pt x="1207593" y="1564391"/>
                  </a:lnTo>
                  <a:lnTo>
                    <a:pt x="1207609" y="1564387"/>
                  </a:lnTo>
                  <a:lnTo>
                    <a:pt x="1207625" y="1564386"/>
                  </a:lnTo>
                  <a:lnTo>
                    <a:pt x="1207640" y="1564387"/>
                  </a:lnTo>
                  <a:lnTo>
                    <a:pt x="1207656" y="1564386"/>
                  </a:lnTo>
                  <a:lnTo>
                    <a:pt x="1207672" y="1564384"/>
                  </a:lnTo>
                  <a:lnTo>
                    <a:pt x="1207687" y="1564384"/>
                  </a:lnTo>
                  <a:lnTo>
                    <a:pt x="1207695" y="1564382"/>
                  </a:lnTo>
                  <a:lnTo>
                    <a:pt x="1207703" y="1564383"/>
                  </a:lnTo>
                  <a:lnTo>
                    <a:pt x="1207719" y="1564381"/>
                  </a:lnTo>
                  <a:lnTo>
                    <a:pt x="1207724" y="1564379"/>
                  </a:lnTo>
                  <a:lnTo>
                    <a:pt x="1207735" y="1564376"/>
                  </a:lnTo>
                  <a:lnTo>
                    <a:pt x="1207758" y="1564377"/>
                  </a:lnTo>
                  <a:lnTo>
                    <a:pt x="1207766" y="1564375"/>
                  </a:lnTo>
                  <a:lnTo>
                    <a:pt x="1207784" y="1564372"/>
                  </a:lnTo>
                  <a:lnTo>
                    <a:pt x="1207797" y="1564373"/>
                  </a:lnTo>
                  <a:lnTo>
                    <a:pt x="1207813" y="1564382"/>
                  </a:lnTo>
                  <a:lnTo>
                    <a:pt x="1207827" y="1564395"/>
                  </a:lnTo>
                  <a:lnTo>
                    <a:pt x="1207841" y="1564411"/>
                  </a:lnTo>
                  <a:lnTo>
                    <a:pt x="1207856" y="1564427"/>
                  </a:lnTo>
                  <a:lnTo>
                    <a:pt x="1207869" y="1564444"/>
                  </a:lnTo>
                  <a:lnTo>
                    <a:pt x="1207877" y="1564456"/>
                  </a:lnTo>
                  <a:lnTo>
                    <a:pt x="1207882" y="1564477"/>
                  </a:lnTo>
                  <a:lnTo>
                    <a:pt x="1207885" y="1564487"/>
                  </a:lnTo>
                  <a:lnTo>
                    <a:pt x="1207890" y="1564504"/>
                  </a:lnTo>
                  <a:lnTo>
                    <a:pt x="1207900" y="1564537"/>
                  </a:lnTo>
                  <a:lnTo>
                    <a:pt x="1207905" y="1564554"/>
                  </a:lnTo>
                  <a:lnTo>
                    <a:pt x="1207912" y="1564570"/>
                  </a:lnTo>
                  <a:lnTo>
                    <a:pt x="1207918" y="1564582"/>
                  </a:lnTo>
                  <a:lnTo>
                    <a:pt x="1207932" y="1564603"/>
                  </a:lnTo>
                  <a:lnTo>
                    <a:pt x="1207946" y="1564619"/>
                  </a:lnTo>
                  <a:lnTo>
                    <a:pt x="1207961" y="1564632"/>
                  </a:lnTo>
                  <a:lnTo>
                    <a:pt x="1207969" y="1564635"/>
                  </a:lnTo>
                  <a:lnTo>
                    <a:pt x="1207992" y="1564648"/>
                  </a:lnTo>
                  <a:lnTo>
                    <a:pt x="1208008" y="1564650"/>
                  </a:lnTo>
                  <a:lnTo>
                    <a:pt x="1208023" y="1564647"/>
                  </a:lnTo>
                  <a:lnTo>
                    <a:pt x="1208058" y="1564631"/>
                  </a:lnTo>
                  <a:lnTo>
                    <a:pt x="1208069" y="1564625"/>
                  </a:lnTo>
                  <a:lnTo>
                    <a:pt x="1208086" y="1564618"/>
                  </a:lnTo>
                  <a:lnTo>
                    <a:pt x="1208100" y="1564619"/>
                  </a:lnTo>
                  <a:lnTo>
                    <a:pt x="1208116" y="1564623"/>
                  </a:lnTo>
                  <a:lnTo>
                    <a:pt x="1208131" y="1564628"/>
                  </a:lnTo>
                  <a:lnTo>
                    <a:pt x="1208139" y="1564631"/>
                  </a:lnTo>
                  <a:lnTo>
                    <a:pt x="1208149" y="1564628"/>
                  </a:lnTo>
                  <a:lnTo>
                    <a:pt x="1208163" y="1564620"/>
                  </a:lnTo>
                  <a:lnTo>
                    <a:pt x="1208179" y="1564606"/>
                  </a:lnTo>
                  <a:lnTo>
                    <a:pt x="1208194" y="1564593"/>
                  </a:lnTo>
                  <a:lnTo>
                    <a:pt x="1208209" y="1564580"/>
                  </a:lnTo>
                  <a:lnTo>
                    <a:pt x="1208213" y="1564576"/>
                  </a:lnTo>
                  <a:lnTo>
                    <a:pt x="1208225" y="1564570"/>
                  </a:lnTo>
                  <a:lnTo>
                    <a:pt x="1208257" y="1564557"/>
                  </a:lnTo>
                  <a:lnTo>
                    <a:pt x="1208272" y="1564554"/>
                  </a:lnTo>
                  <a:lnTo>
                    <a:pt x="1208289" y="1564551"/>
                  </a:lnTo>
                  <a:lnTo>
                    <a:pt x="1208320" y="1564547"/>
                  </a:lnTo>
                  <a:lnTo>
                    <a:pt x="1208335" y="1564547"/>
                  </a:lnTo>
                  <a:lnTo>
                    <a:pt x="1208351" y="1564547"/>
                  </a:lnTo>
                  <a:lnTo>
                    <a:pt x="1208382" y="1564545"/>
                  </a:lnTo>
                  <a:lnTo>
                    <a:pt x="1208398" y="1564543"/>
                  </a:lnTo>
                  <a:lnTo>
                    <a:pt x="1208414" y="1564540"/>
                  </a:lnTo>
                  <a:lnTo>
                    <a:pt x="1208429" y="1564537"/>
                  </a:lnTo>
                  <a:lnTo>
                    <a:pt x="1208446" y="1564532"/>
                  </a:lnTo>
                  <a:lnTo>
                    <a:pt x="1208461" y="1564523"/>
                  </a:lnTo>
                  <a:lnTo>
                    <a:pt x="1208474" y="1564508"/>
                  </a:lnTo>
                  <a:lnTo>
                    <a:pt x="1208490" y="1564493"/>
                  </a:lnTo>
                  <a:lnTo>
                    <a:pt x="1208506" y="1564485"/>
                  </a:lnTo>
                  <a:lnTo>
                    <a:pt x="1208519" y="1564487"/>
                  </a:lnTo>
                  <a:lnTo>
                    <a:pt x="1208535" y="1564494"/>
                  </a:lnTo>
                  <a:lnTo>
                    <a:pt x="1208539" y="1564500"/>
                  </a:lnTo>
                  <a:lnTo>
                    <a:pt x="1208540" y="1564510"/>
                  </a:lnTo>
                  <a:lnTo>
                    <a:pt x="1208531" y="1564524"/>
                  </a:lnTo>
                  <a:lnTo>
                    <a:pt x="1208526" y="1564535"/>
                  </a:lnTo>
                  <a:lnTo>
                    <a:pt x="1208523" y="1564552"/>
                  </a:lnTo>
                  <a:lnTo>
                    <a:pt x="1208528" y="1564569"/>
                  </a:lnTo>
                  <a:lnTo>
                    <a:pt x="1208530" y="1564577"/>
                  </a:lnTo>
                  <a:lnTo>
                    <a:pt x="1208533" y="1564586"/>
                  </a:lnTo>
                  <a:lnTo>
                    <a:pt x="1208533" y="1564603"/>
                  </a:lnTo>
                  <a:lnTo>
                    <a:pt x="1208530" y="1564619"/>
                  </a:lnTo>
                  <a:lnTo>
                    <a:pt x="1208527" y="1564636"/>
                  </a:lnTo>
                  <a:lnTo>
                    <a:pt x="1208523" y="1564652"/>
                  </a:lnTo>
                  <a:lnTo>
                    <a:pt x="1208517" y="1564669"/>
                  </a:lnTo>
                  <a:lnTo>
                    <a:pt x="1208513" y="1564702"/>
                  </a:lnTo>
                  <a:lnTo>
                    <a:pt x="1208511" y="1564719"/>
                  </a:lnTo>
                  <a:lnTo>
                    <a:pt x="1208509" y="1564735"/>
                  </a:lnTo>
                  <a:lnTo>
                    <a:pt x="1208508" y="1564785"/>
                  </a:lnTo>
                  <a:lnTo>
                    <a:pt x="1208509" y="1564802"/>
                  </a:lnTo>
                  <a:lnTo>
                    <a:pt x="1208509" y="1564809"/>
                  </a:lnTo>
                  <a:lnTo>
                    <a:pt x="1208511" y="1564819"/>
                  </a:lnTo>
                  <a:lnTo>
                    <a:pt x="1208514" y="1564835"/>
                  </a:lnTo>
                  <a:lnTo>
                    <a:pt x="1208522" y="1564853"/>
                  </a:lnTo>
                  <a:lnTo>
                    <a:pt x="1208530" y="1564869"/>
                  </a:lnTo>
                  <a:lnTo>
                    <a:pt x="1208541" y="1564886"/>
                  </a:lnTo>
                  <a:lnTo>
                    <a:pt x="1208553" y="1564902"/>
                  </a:lnTo>
                  <a:lnTo>
                    <a:pt x="1208566" y="1564918"/>
                  </a:lnTo>
                  <a:lnTo>
                    <a:pt x="1208577" y="1564932"/>
                  </a:lnTo>
                  <a:lnTo>
                    <a:pt x="1208589" y="1564949"/>
                  </a:lnTo>
                  <a:lnTo>
                    <a:pt x="1208598" y="1564966"/>
                  </a:lnTo>
                  <a:lnTo>
                    <a:pt x="1208606" y="1564983"/>
                  </a:lnTo>
                  <a:lnTo>
                    <a:pt x="1208609" y="1564989"/>
                  </a:lnTo>
                  <a:lnTo>
                    <a:pt x="1208605" y="1565016"/>
                  </a:lnTo>
                  <a:lnTo>
                    <a:pt x="1208600" y="1565025"/>
                  </a:lnTo>
                  <a:lnTo>
                    <a:pt x="1208587" y="1565041"/>
                  </a:lnTo>
                  <a:lnTo>
                    <a:pt x="1208574" y="1565058"/>
                  </a:lnTo>
                  <a:lnTo>
                    <a:pt x="1208567" y="1565070"/>
                  </a:lnTo>
                  <a:lnTo>
                    <a:pt x="1208558" y="1565087"/>
                  </a:lnTo>
                  <a:lnTo>
                    <a:pt x="1208556" y="1565100"/>
                  </a:lnTo>
                  <a:lnTo>
                    <a:pt x="1208550" y="1565133"/>
                  </a:lnTo>
                  <a:lnTo>
                    <a:pt x="1208549" y="1565150"/>
                  </a:lnTo>
                  <a:lnTo>
                    <a:pt x="1208550" y="1565166"/>
                  </a:lnTo>
                  <a:lnTo>
                    <a:pt x="1208550" y="1565183"/>
                  </a:lnTo>
                  <a:lnTo>
                    <a:pt x="1208550" y="1565200"/>
                  </a:lnTo>
                  <a:lnTo>
                    <a:pt x="1208552" y="1565216"/>
                  </a:lnTo>
                  <a:lnTo>
                    <a:pt x="1208556" y="1565250"/>
                  </a:lnTo>
                  <a:lnTo>
                    <a:pt x="1208558" y="1565266"/>
                  </a:lnTo>
                  <a:lnTo>
                    <a:pt x="1208561" y="1565283"/>
                  </a:lnTo>
                  <a:lnTo>
                    <a:pt x="1208565" y="1565294"/>
                  </a:lnTo>
                  <a:lnTo>
                    <a:pt x="1208569" y="1565299"/>
                  </a:lnTo>
                  <a:lnTo>
                    <a:pt x="1208584" y="1565313"/>
                  </a:lnTo>
                  <a:lnTo>
                    <a:pt x="1208597" y="1565326"/>
                  </a:lnTo>
                  <a:lnTo>
                    <a:pt x="1208608" y="1565342"/>
                  </a:lnTo>
                  <a:lnTo>
                    <a:pt x="1208626" y="1565359"/>
                  </a:lnTo>
                  <a:lnTo>
                    <a:pt x="1208638" y="1565368"/>
                  </a:lnTo>
                  <a:lnTo>
                    <a:pt x="1208653" y="1565375"/>
                  </a:lnTo>
                  <a:lnTo>
                    <a:pt x="1208659" y="1565381"/>
                  </a:lnTo>
                  <a:lnTo>
                    <a:pt x="1208667" y="1565392"/>
                  </a:lnTo>
                  <a:lnTo>
                    <a:pt x="1208670" y="1565400"/>
                  </a:lnTo>
                  <a:lnTo>
                    <a:pt x="1208672" y="1565410"/>
                  </a:lnTo>
                  <a:lnTo>
                    <a:pt x="1208671" y="1565425"/>
                  </a:lnTo>
                  <a:lnTo>
                    <a:pt x="1208668" y="1565442"/>
                  </a:lnTo>
                  <a:lnTo>
                    <a:pt x="1208665" y="1565451"/>
                  </a:lnTo>
                  <a:lnTo>
                    <a:pt x="1208664" y="1565459"/>
                  </a:lnTo>
                  <a:lnTo>
                    <a:pt x="1208665" y="1565475"/>
                  </a:lnTo>
                  <a:lnTo>
                    <a:pt x="1208670" y="1565492"/>
                  </a:lnTo>
                  <a:lnTo>
                    <a:pt x="1208672" y="1565501"/>
                  </a:lnTo>
                  <a:lnTo>
                    <a:pt x="1208676" y="1565509"/>
                  </a:lnTo>
                  <a:lnTo>
                    <a:pt x="1208681" y="1565522"/>
                  </a:lnTo>
                  <a:lnTo>
                    <a:pt x="1208701" y="1565559"/>
                  </a:lnTo>
                  <a:lnTo>
                    <a:pt x="1208711" y="1565574"/>
                  </a:lnTo>
                  <a:lnTo>
                    <a:pt x="1208717" y="1565584"/>
                  </a:lnTo>
                  <a:lnTo>
                    <a:pt x="1208722" y="1565594"/>
                  </a:lnTo>
                  <a:lnTo>
                    <a:pt x="1208732" y="1565605"/>
                  </a:lnTo>
                  <a:lnTo>
                    <a:pt x="1208736" y="1565609"/>
                  </a:lnTo>
                  <a:lnTo>
                    <a:pt x="1208748" y="1565613"/>
                  </a:lnTo>
                  <a:lnTo>
                    <a:pt x="1208757" y="1565617"/>
                  </a:lnTo>
                  <a:lnTo>
                    <a:pt x="1208763" y="1565621"/>
                  </a:lnTo>
                  <a:lnTo>
                    <a:pt x="1208768" y="1565624"/>
                  </a:lnTo>
                  <a:lnTo>
                    <a:pt x="1208773" y="1565628"/>
                  </a:lnTo>
                  <a:lnTo>
                    <a:pt x="1208778" y="1565637"/>
                  </a:lnTo>
                  <a:lnTo>
                    <a:pt x="1208786" y="1565652"/>
                  </a:lnTo>
                  <a:lnTo>
                    <a:pt x="1208790" y="1565659"/>
                  </a:lnTo>
                  <a:lnTo>
                    <a:pt x="1208792" y="1565669"/>
                  </a:lnTo>
                  <a:lnTo>
                    <a:pt x="1208795" y="1565677"/>
                  </a:lnTo>
                  <a:lnTo>
                    <a:pt x="1208802" y="1565686"/>
                  </a:lnTo>
                  <a:lnTo>
                    <a:pt x="1208816" y="1565698"/>
                  </a:lnTo>
                  <a:lnTo>
                    <a:pt x="1208826" y="1565706"/>
                  </a:lnTo>
                  <a:lnTo>
                    <a:pt x="1208830" y="1565713"/>
                  </a:lnTo>
                  <a:lnTo>
                    <a:pt x="1208835" y="1565721"/>
                  </a:lnTo>
                  <a:lnTo>
                    <a:pt x="1208838" y="1565730"/>
                  </a:lnTo>
                  <a:lnTo>
                    <a:pt x="1208841" y="1565738"/>
                  </a:lnTo>
                  <a:lnTo>
                    <a:pt x="1208841" y="1565746"/>
                  </a:lnTo>
                  <a:lnTo>
                    <a:pt x="1208844" y="1565783"/>
                  </a:lnTo>
                  <a:lnTo>
                    <a:pt x="1208864" y="1565782"/>
                  </a:lnTo>
                  <a:lnTo>
                    <a:pt x="1208872" y="1565786"/>
                  </a:lnTo>
                  <a:lnTo>
                    <a:pt x="1208888" y="1565790"/>
                  </a:lnTo>
                  <a:lnTo>
                    <a:pt x="1208893" y="1565793"/>
                  </a:lnTo>
                  <a:lnTo>
                    <a:pt x="1208902" y="1565804"/>
                  </a:lnTo>
                  <a:lnTo>
                    <a:pt x="1208914" y="1565821"/>
                  </a:lnTo>
                  <a:lnTo>
                    <a:pt x="1208920" y="1565829"/>
                  </a:lnTo>
                  <a:lnTo>
                    <a:pt x="1208926" y="1565836"/>
                  </a:lnTo>
                  <a:lnTo>
                    <a:pt x="1208931" y="1565847"/>
                  </a:lnTo>
                  <a:lnTo>
                    <a:pt x="1208941" y="1565859"/>
                  </a:lnTo>
                  <a:lnTo>
                    <a:pt x="1208950" y="1565866"/>
                  </a:lnTo>
                  <a:lnTo>
                    <a:pt x="1208965" y="1565878"/>
                  </a:lnTo>
                  <a:lnTo>
                    <a:pt x="1208971" y="1565884"/>
                  </a:lnTo>
                  <a:lnTo>
                    <a:pt x="1208975" y="1565892"/>
                  </a:lnTo>
                  <a:lnTo>
                    <a:pt x="1208986" y="1565909"/>
                  </a:lnTo>
                  <a:lnTo>
                    <a:pt x="1208989" y="1565917"/>
                  </a:lnTo>
                  <a:lnTo>
                    <a:pt x="1208995" y="1565926"/>
                  </a:lnTo>
                  <a:lnTo>
                    <a:pt x="1209007" y="1565943"/>
                  </a:lnTo>
                  <a:lnTo>
                    <a:pt x="1209023" y="1565959"/>
                  </a:lnTo>
                  <a:lnTo>
                    <a:pt x="1209054" y="1565986"/>
                  </a:lnTo>
                  <a:lnTo>
                    <a:pt x="1209069" y="1565997"/>
                  </a:lnTo>
                  <a:lnTo>
                    <a:pt x="1209077" y="1566004"/>
                  </a:lnTo>
                  <a:lnTo>
                    <a:pt x="1209083" y="1566013"/>
                  </a:lnTo>
                  <a:lnTo>
                    <a:pt x="1209087" y="1566022"/>
                  </a:lnTo>
                  <a:lnTo>
                    <a:pt x="1209093" y="1566030"/>
                  </a:lnTo>
                  <a:lnTo>
                    <a:pt x="1209101" y="1566047"/>
                  </a:lnTo>
                  <a:lnTo>
                    <a:pt x="1209110" y="1566064"/>
                  </a:lnTo>
                  <a:lnTo>
                    <a:pt x="1209121" y="1566079"/>
                  </a:lnTo>
                  <a:lnTo>
                    <a:pt x="1209136" y="1566096"/>
                  </a:lnTo>
                  <a:lnTo>
                    <a:pt x="1209149" y="1566114"/>
                  </a:lnTo>
                  <a:lnTo>
                    <a:pt x="1209153" y="1566130"/>
                  </a:lnTo>
                  <a:lnTo>
                    <a:pt x="1209154" y="1566138"/>
                  </a:lnTo>
                  <a:lnTo>
                    <a:pt x="1209159" y="1566144"/>
                  </a:lnTo>
                  <a:lnTo>
                    <a:pt x="1209165" y="1566143"/>
                  </a:lnTo>
                  <a:lnTo>
                    <a:pt x="1209176" y="1566140"/>
                  </a:lnTo>
                  <a:lnTo>
                    <a:pt x="1209184" y="1566137"/>
                  </a:lnTo>
                  <a:lnTo>
                    <a:pt x="1209193" y="1566133"/>
                  </a:lnTo>
                  <a:lnTo>
                    <a:pt x="1209208" y="1566122"/>
                  </a:lnTo>
                  <a:lnTo>
                    <a:pt x="1209223" y="1566109"/>
                  </a:lnTo>
                  <a:lnTo>
                    <a:pt x="1209236" y="1566095"/>
                  </a:lnTo>
                  <a:lnTo>
                    <a:pt x="1209250" y="1566081"/>
                  </a:lnTo>
                  <a:lnTo>
                    <a:pt x="1209281" y="1566061"/>
                  </a:lnTo>
                  <a:lnTo>
                    <a:pt x="1209290" y="1566055"/>
                  </a:lnTo>
                  <a:lnTo>
                    <a:pt x="1209301" y="1566047"/>
                  </a:lnTo>
                  <a:lnTo>
                    <a:pt x="1209312" y="1566043"/>
                  </a:lnTo>
                  <a:lnTo>
                    <a:pt x="1209344" y="1566028"/>
                  </a:lnTo>
                  <a:lnTo>
                    <a:pt x="1209359" y="1566017"/>
                  </a:lnTo>
                  <a:lnTo>
                    <a:pt x="1209375" y="1566006"/>
                  </a:lnTo>
                  <a:lnTo>
                    <a:pt x="1209391" y="1565992"/>
                  </a:lnTo>
                  <a:lnTo>
                    <a:pt x="1209398" y="1565989"/>
                  </a:lnTo>
                  <a:lnTo>
                    <a:pt x="1209407" y="1565988"/>
                  </a:lnTo>
                  <a:lnTo>
                    <a:pt x="1209422" y="1565986"/>
                  </a:lnTo>
                  <a:lnTo>
                    <a:pt x="1209430" y="1565988"/>
                  </a:lnTo>
                  <a:lnTo>
                    <a:pt x="1209445" y="1565997"/>
                  </a:lnTo>
                  <a:lnTo>
                    <a:pt x="1209448" y="1566005"/>
                  </a:lnTo>
                  <a:lnTo>
                    <a:pt x="1209453" y="1566023"/>
                  </a:lnTo>
                  <a:lnTo>
                    <a:pt x="1209474" y="1566026"/>
                  </a:lnTo>
                  <a:lnTo>
                    <a:pt x="1209483" y="1566025"/>
                  </a:lnTo>
                  <a:lnTo>
                    <a:pt x="1209498" y="1566026"/>
                  </a:lnTo>
                  <a:lnTo>
                    <a:pt x="1209526" y="1566028"/>
                  </a:lnTo>
                  <a:lnTo>
                    <a:pt x="1209542" y="1566025"/>
                  </a:lnTo>
                  <a:lnTo>
                    <a:pt x="1209558" y="1566022"/>
                  </a:lnTo>
                  <a:lnTo>
                    <a:pt x="1209574" y="1566020"/>
                  </a:lnTo>
                  <a:lnTo>
                    <a:pt x="1209582" y="1566020"/>
                  </a:lnTo>
                  <a:lnTo>
                    <a:pt x="1209589" y="1566018"/>
                  </a:lnTo>
                  <a:lnTo>
                    <a:pt x="1209605" y="1566018"/>
                  </a:lnTo>
                  <a:lnTo>
                    <a:pt x="1209620" y="1566016"/>
                  </a:lnTo>
                  <a:lnTo>
                    <a:pt x="1209636" y="1566017"/>
                  </a:lnTo>
                  <a:lnTo>
                    <a:pt x="1209652" y="1566021"/>
                  </a:lnTo>
                  <a:lnTo>
                    <a:pt x="1209667" y="1566027"/>
                  </a:lnTo>
                  <a:lnTo>
                    <a:pt x="1209683" y="1566034"/>
                  </a:lnTo>
                  <a:lnTo>
                    <a:pt x="1209698" y="1566045"/>
                  </a:lnTo>
                  <a:lnTo>
                    <a:pt x="1209714" y="1566059"/>
                  </a:lnTo>
                  <a:lnTo>
                    <a:pt x="1209729" y="1566071"/>
                  </a:lnTo>
                  <a:lnTo>
                    <a:pt x="1209745" y="1566082"/>
                  </a:lnTo>
                  <a:lnTo>
                    <a:pt x="1209760" y="1566093"/>
                  </a:lnTo>
                  <a:lnTo>
                    <a:pt x="1209776" y="1566101"/>
                  </a:lnTo>
                  <a:lnTo>
                    <a:pt x="1209791" y="1566109"/>
                  </a:lnTo>
                  <a:lnTo>
                    <a:pt x="1209807" y="1566118"/>
                  </a:lnTo>
                  <a:lnTo>
                    <a:pt x="1209814" y="1566123"/>
                  </a:lnTo>
                  <a:lnTo>
                    <a:pt x="1209821" y="1566126"/>
                  </a:lnTo>
                  <a:lnTo>
                    <a:pt x="1209828" y="1566127"/>
                  </a:lnTo>
                  <a:lnTo>
                    <a:pt x="1209855" y="1566123"/>
                  </a:lnTo>
                  <a:lnTo>
                    <a:pt x="1209864" y="1566120"/>
                  </a:lnTo>
                  <a:lnTo>
                    <a:pt x="1209896" y="1566108"/>
                  </a:lnTo>
                  <a:lnTo>
                    <a:pt x="1209911" y="1566100"/>
                  </a:lnTo>
                  <a:lnTo>
                    <a:pt x="1209927" y="1566094"/>
                  </a:lnTo>
                  <a:lnTo>
                    <a:pt x="1209937" y="1566088"/>
                  </a:lnTo>
                  <a:lnTo>
                    <a:pt x="1209970" y="1566078"/>
                  </a:lnTo>
                  <a:lnTo>
                    <a:pt x="1209986" y="1566077"/>
                  </a:lnTo>
                  <a:lnTo>
                    <a:pt x="1209997" y="1566078"/>
                  </a:lnTo>
                  <a:lnTo>
                    <a:pt x="1210006" y="1566081"/>
                  </a:lnTo>
                  <a:lnTo>
                    <a:pt x="1210017" y="1566086"/>
                  </a:lnTo>
                  <a:lnTo>
                    <a:pt x="1210033" y="1566094"/>
                  </a:lnTo>
                  <a:lnTo>
                    <a:pt x="1210048" y="1566103"/>
                  </a:lnTo>
                  <a:lnTo>
                    <a:pt x="1210064" y="1566114"/>
                  </a:lnTo>
                  <a:lnTo>
                    <a:pt x="1210070" y="1566131"/>
                  </a:lnTo>
                  <a:lnTo>
                    <a:pt x="1210075" y="1566142"/>
                  </a:lnTo>
                  <a:lnTo>
                    <a:pt x="1210080" y="1566146"/>
                  </a:lnTo>
                  <a:lnTo>
                    <a:pt x="1210095" y="1566150"/>
                  </a:lnTo>
                  <a:lnTo>
                    <a:pt x="1210111" y="1566154"/>
                  </a:lnTo>
                  <a:lnTo>
                    <a:pt x="1210142" y="1566161"/>
                  </a:lnTo>
                  <a:lnTo>
                    <a:pt x="1210158" y="1566164"/>
                  </a:lnTo>
                  <a:lnTo>
                    <a:pt x="1210189" y="1566173"/>
                  </a:lnTo>
                  <a:lnTo>
                    <a:pt x="1210204" y="1566180"/>
                  </a:lnTo>
                  <a:lnTo>
                    <a:pt x="1210220" y="1566188"/>
                  </a:lnTo>
                  <a:lnTo>
                    <a:pt x="1210236" y="1566197"/>
                  </a:lnTo>
                  <a:lnTo>
                    <a:pt x="1210251" y="1566205"/>
                  </a:lnTo>
                  <a:lnTo>
                    <a:pt x="1210267" y="1566214"/>
                  </a:lnTo>
                  <a:lnTo>
                    <a:pt x="1210282" y="1566225"/>
                  </a:lnTo>
                  <a:lnTo>
                    <a:pt x="1210298" y="1566236"/>
                  </a:lnTo>
                  <a:lnTo>
                    <a:pt x="1210313" y="1566250"/>
                  </a:lnTo>
                  <a:lnTo>
                    <a:pt x="1210328" y="1566262"/>
                  </a:lnTo>
                  <a:lnTo>
                    <a:pt x="1210338" y="1566271"/>
                  </a:lnTo>
                  <a:lnTo>
                    <a:pt x="1210349" y="1566279"/>
                  </a:lnTo>
                  <a:lnTo>
                    <a:pt x="1210359" y="1566284"/>
                  </a:lnTo>
                  <a:lnTo>
                    <a:pt x="1210375" y="1566290"/>
                  </a:lnTo>
                  <a:lnTo>
                    <a:pt x="1210391" y="1566297"/>
                  </a:lnTo>
                  <a:lnTo>
                    <a:pt x="1210398" y="1566301"/>
                  </a:lnTo>
                  <a:lnTo>
                    <a:pt x="1210405" y="1566309"/>
                  </a:lnTo>
                  <a:lnTo>
                    <a:pt x="1210409" y="1566319"/>
                  </a:lnTo>
                  <a:lnTo>
                    <a:pt x="1210415" y="1566326"/>
                  </a:lnTo>
                  <a:lnTo>
                    <a:pt x="1210429" y="1566343"/>
                  </a:lnTo>
                  <a:lnTo>
                    <a:pt x="1210435" y="1566352"/>
                  </a:lnTo>
                  <a:lnTo>
                    <a:pt x="1210435" y="1566360"/>
                  </a:lnTo>
                  <a:lnTo>
                    <a:pt x="1210433" y="1566367"/>
                  </a:lnTo>
                  <a:lnTo>
                    <a:pt x="1210425" y="1566374"/>
                  </a:lnTo>
                  <a:lnTo>
                    <a:pt x="1210409" y="1566389"/>
                  </a:lnTo>
                  <a:lnTo>
                    <a:pt x="1210394" y="1566403"/>
                  </a:lnTo>
                  <a:lnTo>
                    <a:pt x="1210379" y="1566416"/>
                  </a:lnTo>
                  <a:lnTo>
                    <a:pt x="1210363" y="1566431"/>
                  </a:lnTo>
                  <a:lnTo>
                    <a:pt x="1210349" y="1566445"/>
                  </a:lnTo>
                  <a:lnTo>
                    <a:pt x="1210330" y="1566468"/>
                  </a:lnTo>
                  <a:lnTo>
                    <a:pt x="1210326" y="1566474"/>
                  </a:lnTo>
                  <a:lnTo>
                    <a:pt x="1210323" y="1566481"/>
                  </a:lnTo>
                  <a:lnTo>
                    <a:pt x="1210316" y="1566494"/>
                  </a:lnTo>
                  <a:lnTo>
                    <a:pt x="1210309" y="1566511"/>
                  </a:lnTo>
                  <a:lnTo>
                    <a:pt x="1210304" y="1566519"/>
                  </a:lnTo>
                  <a:lnTo>
                    <a:pt x="1210297" y="1566526"/>
                  </a:lnTo>
                  <a:lnTo>
                    <a:pt x="1210284" y="1566543"/>
                  </a:lnTo>
                  <a:lnTo>
                    <a:pt x="1210280" y="1566550"/>
                  </a:lnTo>
                  <a:lnTo>
                    <a:pt x="1210279" y="1566559"/>
                  </a:lnTo>
                  <a:lnTo>
                    <a:pt x="1210277" y="1566576"/>
                  </a:lnTo>
                  <a:lnTo>
                    <a:pt x="1210277" y="1566593"/>
                  </a:lnTo>
                  <a:lnTo>
                    <a:pt x="1210280" y="1566609"/>
                  </a:lnTo>
                  <a:lnTo>
                    <a:pt x="1210283" y="1566630"/>
                  </a:lnTo>
                  <a:lnTo>
                    <a:pt x="1210287" y="1566643"/>
                  </a:lnTo>
                  <a:lnTo>
                    <a:pt x="1210292" y="1566658"/>
                  </a:lnTo>
                  <a:lnTo>
                    <a:pt x="1210301" y="1566685"/>
                  </a:lnTo>
                  <a:lnTo>
                    <a:pt x="1210303" y="1566692"/>
                  </a:lnTo>
                  <a:lnTo>
                    <a:pt x="1210303" y="1566711"/>
                  </a:lnTo>
                  <a:lnTo>
                    <a:pt x="1210299" y="1566725"/>
                  </a:lnTo>
                  <a:lnTo>
                    <a:pt x="1210297" y="1566729"/>
                  </a:lnTo>
                  <a:lnTo>
                    <a:pt x="1210285" y="1566741"/>
                  </a:lnTo>
                  <a:lnTo>
                    <a:pt x="1210270" y="1566755"/>
                  </a:lnTo>
                  <a:lnTo>
                    <a:pt x="1210254" y="1566767"/>
                  </a:lnTo>
                  <a:lnTo>
                    <a:pt x="1210248" y="1566774"/>
                  </a:lnTo>
                  <a:lnTo>
                    <a:pt x="1210243" y="1566786"/>
                  </a:lnTo>
                  <a:lnTo>
                    <a:pt x="1210232" y="1566827"/>
                  </a:lnTo>
                  <a:lnTo>
                    <a:pt x="1210224" y="1566914"/>
                  </a:lnTo>
                  <a:lnTo>
                    <a:pt x="1210222" y="1566948"/>
                  </a:lnTo>
                  <a:lnTo>
                    <a:pt x="1210219" y="1566962"/>
                  </a:lnTo>
                  <a:lnTo>
                    <a:pt x="1210210" y="1566980"/>
                  </a:lnTo>
                  <a:lnTo>
                    <a:pt x="1210188" y="1567012"/>
                  </a:lnTo>
                  <a:lnTo>
                    <a:pt x="1210182" y="1567029"/>
                  </a:lnTo>
                  <a:lnTo>
                    <a:pt x="1210173" y="1567062"/>
                  </a:lnTo>
                  <a:lnTo>
                    <a:pt x="1210169" y="1567078"/>
                  </a:lnTo>
                  <a:lnTo>
                    <a:pt x="1210166" y="1567095"/>
                  </a:lnTo>
                  <a:lnTo>
                    <a:pt x="1210159" y="1567128"/>
                  </a:lnTo>
                  <a:lnTo>
                    <a:pt x="1210155" y="1567145"/>
                  </a:lnTo>
                  <a:lnTo>
                    <a:pt x="1210152" y="1567162"/>
                  </a:lnTo>
                  <a:lnTo>
                    <a:pt x="1210146" y="1567178"/>
                  </a:lnTo>
                  <a:lnTo>
                    <a:pt x="1210142" y="1567190"/>
                  </a:lnTo>
                  <a:lnTo>
                    <a:pt x="1210137" y="1567207"/>
                  </a:lnTo>
                  <a:lnTo>
                    <a:pt x="1210138" y="1567227"/>
                  </a:lnTo>
                  <a:lnTo>
                    <a:pt x="1210147" y="1567254"/>
                  </a:lnTo>
                  <a:lnTo>
                    <a:pt x="1210154" y="1567305"/>
                  </a:lnTo>
                  <a:lnTo>
                    <a:pt x="1210155" y="1567332"/>
                  </a:lnTo>
                  <a:lnTo>
                    <a:pt x="1210154" y="1567352"/>
                  </a:lnTo>
                  <a:lnTo>
                    <a:pt x="1210154" y="1567363"/>
                  </a:lnTo>
                  <a:lnTo>
                    <a:pt x="1210147" y="1567370"/>
                  </a:lnTo>
                  <a:lnTo>
                    <a:pt x="1210134" y="1567383"/>
                  </a:lnTo>
                  <a:lnTo>
                    <a:pt x="1210123" y="1567395"/>
                  </a:lnTo>
                  <a:lnTo>
                    <a:pt x="1210119" y="1567422"/>
                  </a:lnTo>
                  <a:lnTo>
                    <a:pt x="1210112" y="1567445"/>
                  </a:lnTo>
                  <a:lnTo>
                    <a:pt x="1210105" y="1567459"/>
                  </a:lnTo>
                  <a:lnTo>
                    <a:pt x="1210089" y="1567471"/>
                  </a:lnTo>
                  <a:lnTo>
                    <a:pt x="1210076" y="1567482"/>
                  </a:lnTo>
                  <a:lnTo>
                    <a:pt x="1210061" y="1567490"/>
                  </a:lnTo>
                  <a:lnTo>
                    <a:pt x="1210054" y="1567500"/>
                  </a:lnTo>
                  <a:lnTo>
                    <a:pt x="1210052" y="1567506"/>
                  </a:lnTo>
                  <a:lnTo>
                    <a:pt x="1210050" y="1567516"/>
                  </a:lnTo>
                  <a:lnTo>
                    <a:pt x="1210050" y="1567549"/>
                  </a:lnTo>
                  <a:lnTo>
                    <a:pt x="1210051" y="1567566"/>
                  </a:lnTo>
                  <a:lnTo>
                    <a:pt x="1210050" y="1567599"/>
                  </a:lnTo>
                  <a:lnTo>
                    <a:pt x="1210051" y="1567616"/>
                  </a:lnTo>
                  <a:lnTo>
                    <a:pt x="1210053" y="1567633"/>
                  </a:lnTo>
                  <a:lnTo>
                    <a:pt x="1210057" y="1567650"/>
                  </a:lnTo>
                  <a:lnTo>
                    <a:pt x="1210061" y="1567654"/>
                  </a:lnTo>
                  <a:lnTo>
                    <a:pt x="1210065" y="1567666"/>
                  </a:lnTo>
                  <a:lnTo>
                    <a:pt x="1210068" y="1567683"/>
                  </a:lnTo>
                  <a:lnTo>
                    <a:pt x="1210066" y="1567690"/>
                  </a:lnTo>
                  <a:lnTo>
                    <a:pt x="1210069" y="1567750"/>
                  </a:lnTo>
                  <a:lnTo>
                    <a:pt x="1210072" y="1567766"/>
                  </a:lnTo>
                  <a:lnTo>
                    <a:pt x="1210073" y="1567783"/>
                  </a:lnTo>
                  <a:lnTo>
                    <a:pt x="1210075" y="1567800"/>
                  </a:lnTo>
                  <a:lnTo>
                    <a:pt x="1210077" y="1567817"/>
                  </a:lnTo>
                  <a:lnTo>
                    <a:pt x="1210082" y="1567833"/>
                  </a:lnTo>
                  <a:lnTo>
                    <a:pt x="1210085" y="1567850"/>
                  </a:lnTo>
                  <a:lnTo>
                    <a:pt x="1210086" y="1567867"/>
                  </a:lnTo>
                  <a:lnTo>
                    <a:pt x="1210085" y="1567883"/>
                  </a:lnTo>
                  <a:lnTo>
                    <a:pt x="1210083" y="1567891"/>
                  </a:lnTo>
                  <a:lnTo>
                    <a:pt x="1210077" y="1567902"/>
                  </a:lnTo>
                  <a:lnTo>
                    <a:pt x="1210070" y="1567912"/>
                  </a:lnTo>
                  <a:lnTo>
                    <a:pt x="1210087" y="1567919"/>
                  </a:lnTo>
                  <a:lnTo>
                    <a:pt x="1210091" y="1567921"/>
                  </a:lnTo>
                  <a:lnTo>
                    <a:pt x="1210098" y="1567925"/>
                  </a:lnTo>
                  <a:lnTo>
                    <a:pt x="1210106" y="1567932"/>
                  </a:lnTo>
                  <a:lnTo>
                    <a:pt x="1210116" y="1567943"/>
                  </a:lnTo>
                  <a:lnTo>
                    <a:pt x="1210119" y="1567948"/>
                  </a:lnTo>
                  <a:lnTo>
                    <a:pt x="1210123" y="1567953"/>
                  </a:lnTo>
                  <a:lnTo>
                    <a:pt x="1210129" y="1567965"/>
                  </a:lnTo>
                  <a:lnTo>
                    <a:pt x="1210140" y="1567982"/>
                  </a:lnTo>
                  <a:lnTo>
                    <a:pt x="1210146" y="1567991"/>
                  </a:lnTo>
                  <a:lnTo>
                    <a:pt x="1210153" y="1567996"/>
                  </a:lnTo>
                  <a:lnTo>
                    <a:pt x="1210158" y="1567998"/>
                  </a:lnTo>
                  <a:lnTo>
                    <a:pt x="1210173" y="1567998"/>
                  </a:lnTo>
                  <a:lnTo>
                    <a:pt x="1210184" y="1568003"/>
                  </a:lnTo>
                  <a:lnTo>
                    <a:pt x="1210200" y="1568011"/>
                  </a:lnTo>
                  <a:lnTo>
                    <a:pt x="1210215" y="1568020"/>
                  </a:lnTo>
                  <a:lnTo>
                    <a:pt x="1210231" y="1568030"/>
                  </a:lnTo>
                  <a:lnTo>
                    <a:pt x="1210246" y="1568040"/>
                  </a:lnTo>
                  <a:lnTo>
                    <a:pt x="1210262" y="1568053"/>
                  </a:lnTo>
                  <a:lnTo>
                    <a:pt x="1210269" y="1568058"/>
                  </a:lnTo>
                  <a:lnTo>
                    <a:pt x="1210274" y="1568066"/>
                  </a:lnTo>
                  <a:lnTo>
                    <a:pt x="1210274" y="1568083"/>
                  </a:lnTo>
                  <a:lnTo>
                    <a:pt x="1210274" y="1568099"/>
                  </a:lnTo>
                  <a:lnTo>
                    <a:pt x="1210275" y="1568116"/>
                  </a:lnTo>
                  <a:lnTo>
                    <a:pt x="1210277" y="1568133"/>
                  </a:lnTo>
                  <a:lnTo>
                    <a:pt x="1210277" y="1568150"/>
                  </a:lnTo>
                  <a:lnTo>
                    <a:pt x="1210279" y="1568166"/>
                  </a:lnTo>
                  <a:lnTo>
                    <a:pt x="1210279" y="1568183"/>
                  </a:lnTo>
                  <a:lnTo>
                    <a:pt x="1210280" y="1568200"/>
                  </a:lnTo>
                  <a:lnTo>
                    <a:pt x="1210280" y="1568216"/>
                  </a:lnTo>
                  <a:lnTo>
                    <a:pt x="1210279" y="1568233"/>
                  </a:lnTo>
                  <a:lnTo>
                    <a:pt x="1210275" y="1568249"/>
                  </a:lnTo>
                  <a:lnTo>
                    <a:pt x="1210269" y="1568266"/>
                  </a:lnTo>
                  <a:lnTo>
                    <a:pt x="1210258" y="1568282"/>
                  </a:lnTo>
                  <a:lnTo>
                    <a:pt x="1210243" y="1568299"/>
                  </a:lnTo>
                  <a:lnTo>
                    <a:pt x="1210234" y="1568310"/>
                  </a:lnTo>
                  <a:lnTo>
                    <a:pt x="1210232" y="1568318"/>
                  </a:lnTo>
                  <a:lnTo>
                    <a:pt x="1210223" y="1568332"/>
                  </a:lnTo>
                  <a:lnTo>
                    <a:pt x="1210212" y="1568353"/>
                  </a:lnTo>
                  <a:lnTo>
                    <a:pt x="1210209" y="1568365"/>
                  </a:lnTo>
                  <a:lnTo>
                    <a:pt x="1210210" y="1568381"/>
                  </a:lnTo>
                  <a:lnTo>
                    <a:pt x="1210214" y="1568398"/>
                  </a:lnTo>
                  <a:lnTo>
                    <a:pt x="1210223" y="1568415"/>
                  </a:lnTo>
                  <a:lnTo>
                    <a:pt x="1210237" y="1568432"/>
                  </a:lnTo>
                  <a:lnTo>
                    <a:pt x="1210241" y="1568436"/>
                  </a:lnTo>
                  <a:lnTo>
                    <a:pt x="1210248" y="1568449"/>
                  </a:lnTo>
                  <a:lnTo>
                    <a:pt x="1210254" y="1568465"/>
                  </a:lnTo>
                  <a:lnTo>
                    <a:pt x="1210258" y="1568483"/>
                  </a:lnTo>
                  <a:lnTo>
                    <a:pt x="1210261" y="1568499"/>
                  </a:lnTo>
                  <a:lnTo>
                    <a:pt x="1210262" y="1568516"/>
                  </a:lnTo>
                  <a:lnTo>
                    <a:pt x="1210266" y="1568538"/>
                  </a:lnTo>
                  <a:lnTo>
                    <a:pt x="1210266" y="1568551"/>
                  </a:lnTo>
                  <a:lnTo>
                    <a:pt x="1210262" y="1568557"/>
                  </a:lnTo>
                  <a:lnTo>
                    <a:pt x="1210256" y="1568560"/>
                  </a:lnTo>
                  <a:lnTo>
                    <a:pt x="1210223" y="1568566"/>
                  </a:lnTo>
                  <a:lnTo>
                    <a:pt x="1210204" y="1568566"/>
                  </a:lnTo>
                  <a:lnTo>
                    <a:pt x="1210198" y="1568567"/>
                  </a:lnTo>
                  <a:lnTo>
                    <a:pt x="1210192" y="1568570"/>
                  </a:lnTo>
                  <a:lnTo>
                    <a:pt x="1210177" y="1568580"/>
                  </a:lnTo>
                  <a:lnTo>
                    <a:pt x="1210169" y="1568585"/>
                  </a:lnTo>
                  <a:lnTo>
                    <a:pt x="1210161" y="1568588"/>
                  </a:lnTo>
                  <a:lnTo>
                    <a:pt x="1210145" y="1568595"/>
                  </a:lnTo>
                  <a:lnTo>
                    <a:pt x="1210129" y="1568599"/>
                  </a:lnTo>
                  <a:lnTo>
                    <a:pt x="1210114" y="1568598"/>
                  </a:lnTo>
                  <a:lnTo>
                    <a:pt x="1210098" y="1568595"/>
                  </a:lnTo>
                  <a:lnTo>
                    <a:pt x="1210082" y="1568589"/>
                  </a:lnTo>
                  <a:lnTo>
                    <a:pt x="1210067" y="1568584"/>
                  </a:lnTo>
                  <a:lnTo>
                    <a:pt x="1210051" y="1568584"/>
                  </a:lnTo>
                  <a:lnTo>
                    <a:pt x="1210036" y="1568586"/>
                  </a:lnTo>
                  <a:lnTo>
                    <a:pt x="1210020" y="1568590"/>
                  </a:lnTo>
                  <a:lnTo>
                    <a:pt x="1210004" y="1568596"/>
                  </a:lnTo>
                  <a:lnTo>
                    <a:pt x="1209988" y="1568604"/>
                  </a:lnTo>
                  <a:lnTo>
                    <a:pt x="1209981" y="1568608"/>
                  </a:lnTo>
                  <a:lnTo>
                    <a:pt x="1209973" y="1568610"/>
                  </a:lnTo>
                  <a:lnTo>
                    <a:pt x="1209966" y="1568611"/>
                  </a:lnTo>
                  <a:lnTo>
                    <a:pt x="1209957" y="1568617"/>
                  </a:lnTo>
                  <a:lnTo>
                    <a:pt x="1209942" y="1568626"/>
                  </a:lnTo>
                  <a:lnTo>
                    <a:pt x="1209926" y="1568636"/>
                  </a:lnTo>
                  <a:lnTo>
                    <a:pt x="1209910" y="1568647"/>
                  </a:lnTo>
                  <a:lnTo>
                    <a:pt x="1209903" y="1568651"/>
                  </a:lnTo>
                  <a:lnTo>
                    <a:pt x="1209895" y="1568653"/>
                  </a:lnTo>
                  <a:lnTo>
                    <a:pt x="1209879" y="1568659"/>
                  </a:lnTo>
                  <a:lnTo>
                    <a:pt x="1209861" y="1568668"/>
                  </a:lnTo>
                  <a:lnTo>
                    <a:pt x="1209854" y="1568674"/>
                  </a:lnTo>
                  <a:lnTo>
                    <a:pt x="1209847" y="1568676"/>
                  </a:lnTo>
                  <a:lnTo>
                    <a:pt x="1209839" y="1568675"/>
                  </a:lnTo>
                  <a:lnTo>
                    <a:pt x="1209831" y="1568673"/>
                  </a:lnTo>
                  <a:lnTo>
                    <a:pt x="1209816" y="1568667"/>
                  </a:lnTo>
                  <a:lnTo>
                    <a:pt x="1209799" y="1568656"/>
                  </a:lnTo>
                  <a:lnTo>
                    <a:pt x="1209779" y="1568650"/>
                  </a:lnTo>
                  <a:lnTo>
                    <a:pt x="1209769" y="1568650"/>
                  </a:lnTo>
                  <a:lnTo>
                    <a:pt x="1209754" y="1568651"/>
                  </a:lnTo>
                  <a:lnTo>
                    <a:pt x="1209738" y="1568651"/>
                  </a:lnTo>
                  <a:lnTo>
                    <a:pt x="1209723" y="1568646"/>
                  </a:lnTo>
                  <a:lnTo>
                    <a:pt x="1209707" y="1568637"/>
                  </a:lnTo>
                  <a:lnTo>
                    <a:pt x="1209691" y="1568626"/>
                  </a:lnTo>
                  <a:lnTo>
                    <a:pt x="1209684" y="1568618"/>
                  </a:lnTo>
                  <a:lnTo>
                    <a:pt x="1209680" y="1568606"/>
                  </a:lnTo>
                  <a:lnTo>
                    <a:pt x="1209680" y="1568594"/>
                  </a:lnTo>
                  <a:lnTo>
                    <a:pt x="1209679" y="1568577"/>
                  </a:lnTo>
                  <a:lnTo>
                    <a:pt x="1209678" y="1568560"/>
                  </a:lnTo>
                  <a:lnTo>
                    <a:pt x="1209678" y="1568544"/>
                  </a:lnTo>
                  <a:lnTo>
                    <a:pt x="1209677" y="1568527"/>
                  </a:lnTo>
                  <a:lnTo>
                    <a:pt x="1209678" y="1568460"/>
                  </a:lnTo>
                  <a:lnTo>
                    <a:pt x="1209681" y="1568444"/>
                  </a:lnTo>
                  <a:lnTo>
                    <a:pt x="1209682" y="1568427"/>
                  </a:lnTo>
                  <a:lnTo>
                    <a:pt x="1209681" y="1568410"/>
                  </a:lnTo>
                  <a:lnTo>
                    <a:pt x="1209681" y="1568394"/>
                  </a:lnTo>
                  <a:lnTo>
                    <a:pt x="1209683" y="1568377"/>
                  </a:lnTo>
                  <a:lnTo>
                    <a:pt x="1209683" y="1568368"/>
                  </a:lnTo>
                  <a:lnTo>
                    <a:pt x="1209681" y="1568360"/>
                  </a:lnTo>
                  <a:lnTo>
                    <a:pt x="1209680" y="1568343"/>
                  </a:lnTo>
                  <a:lnTo>
                    <a:pt x="1209679" y="1568335"/>
                  </a:lnTo>
                  <a:lnTo>
                    <a:pt x="1209678" y="1568326"/>
                  </a:lnTo>
                  <a:lnTo>
                    <a:pt x="1209656" y="1568311"/>
                  </a:lnTo>
                  <a:lnTo>
                    <a:pt x="1209642" y="1568306"/>
                  </a:lnTo>
                  <a:lnTo>
                    <a:pt x="1209627" y="1568304"/>
                  </a:lnTo>
                  <a:lnTo>
                    <a:pt x="1209611" y="1568304"/>
                  </a:lnTo>
                  <a:lnTo>
                    <a:pt x="1209596" y="1568304"/>
                  </a:lnTo>
                  <a:lnTo>
                    <a:pt x="1209580" y="1568305"/>
                  </a:lnTo>
                  <a:lnTo>
                    <a:pt x="1209564" y="1568306"/>
                  </a:lnTo>
                  <a:lnTo>
                    <a:pt x="1209549" y="1568307"/>
                  </a:lnTo>
                  <a:lnTo>
                    <a:pt x="1209533" y="1568306"/>
                  </a:lnTo>
                  <a:lnTo>
                    <a:pt x="1209517" y="1568308"/>
                  </a:lnTo>
                  <a:lnTo>
                    <a:pt x="1209501" y="1568309"/>
                  </a:lnTo>
                  <a:lnTo>
                    <a:pt x="1209486" y="1568310"/>
                  </a:lnTo>
                  <a:lnTo>
                    <a:pt x="1209470" y="1568312"/>
                  </a:lnTo>
                  <a:lnTo>
                    <a:pt x="1209454" y="1568315"/>
                  </a:lnTo>
                  <a:lnTo>
                    <a:pt x="1209423" y="1568319"/>
                  </a:lnTo>
                  <a:lnTo>
                    <a:pt x="1209407" y="1568322"/>
                  </a:lnTo>
                  <a:lnTo>
                    <a:pt x="1209392" y="1568323"/>
                  </a:lnTo>
                  <a:lnTo>
                    <a:pt x="1209361" y="1568323"/>
                  </a:lnTo>
                  <a:lnTo>
                    <a:pt x="1209345" y="1568322"/>
                  </a:lnTo>
                  <a:lnTo>
                    <a:pt x="1209329" y="1568321"/>
                  </a:lnTo>
                  <a:lnTo>
                    <a:pt x="1209298" y="1568316"/>
                  </a:lnTo>
                  <a:lnTo>
                    <a:pt x="1209281" y="1568313"/>
                  </a:lnTo>
                  <a:lnTo>
                    <a:pt x="1209267" y="1568314"/>
                  </a:lnTo>
                  <a:lnTo>
                    <a:pt x="1209251" y="1568313"/>
                  </a:lnTo>
                  <a:lnTo>
                    <a:pt x="1209235" y="1568316"/>
                  </a:lnTo>
                  <a:lnTo>
                    <a:pt x="1209220" y="1568319"/>
                  </a:lnTo>
                  <a:lnTo>
                    <a:pt x="1209199" y="1568325"/>
                  </a:lnTo>
                  <a:lnTo>
                    <a:pt x="1209188" y="1568325"/>
                  </a:lnTo>
                  <a:lnTo>
                    <a:pt x="1209172" y="1568323"/>
                  </a:lnTo>
                  <a:lnTo>
                    <a:pt x="1209157" y="1568315"/>
                  </a:lnTo>
                  <a:lnTo>
                    <a:pt x="1209151" y="1568310"/>
                  </a:lnTo>
                  <a:lnTo>
                    <a:pt x="1209146" y="1568307"/>
                  </a:lnTo>
                  <a:lnTo>
                    <a:pt x="1209136" y="1568304"/>
                  </a:lnTo>
                  <a:lnTo>
                    <a:pt x="1209126" y="1568304"/>
                  </a:lnTo>
                  <a:lnTo>
                    <a:pt x="1209110" y="1568305"/>
                  </a:lnTo>
                  <a:lnTo>
                    <a:pt x="1209095" y="1568309"/>
                  </a:lnTo>
                  <a:lnTo>
                    <a:pt x="1209089" y="1568312"/>
                  </a:lnTo>
                  <a:lnTo>
                    <a:pt x="1209084" y="1568317"/>
                  </a:lnTo>
                  <a:lnTo>
                    <a:pt x="1209077" y="1568329"/>
                  </a:lnTo>
                  <a:lnTo>
                    <a:pt x="1209067" y="1568339"/>
                  </a:lnTo>
                  <a:lnTo>
                    <a:pt x="1209047" y="1568349"/>
                  </a:lnTo>
                  <a:lnTo>
                    <a:pt x="1209035" y="1568357"/>
                  </a:lnTo>
                  <a:lnTo>
                    <a:pt x="1209027" y="1568362"/>
                  </a:lnTo>
                  <a:lnTo>
                    <a:pt x="1209020" y="1568369"/>
                  </a:lnTo>
                  <a:lnTo>
                    <a:pt x="1209005" y="1568382"/>
                  </a:lnTo>
                  <a:lnTo>
                    <a:pt x="1208987" y="1568395"/>
                  </a:lnTo>
                  <a:lnTo>
                    <a:pt x="1208974" y="1568399"/>
                  </a:lnTo>
                  <a:lnTo>
                    <a:pt x="1208958" y="1568403"/>
                  </a:lnTo>
                  <a:lnTo>
                    <a:pt x="1208942" y="1568409"/>
                  </a:lnTo>
                  <a:lnTo>
                    <a:pt x="1208927" y="1568415"/>
                  </a:lnTo>
                  <a:lnTo>
                    <a:pt x="1208911" y="1568422"/>
                  </a:lnTo>
                  <a:lnTo>
                    <a:pt x="1208895" y="1568431"/>
                  </a:lnTo>
                  <a:lnTo>
                    <a:pt x="1208879" y="1568441"/>
                  </a:lnTo>
                  <a:lnTo>
                    <a:pt x="1208872" y="1568446"/>
                  </a:lnTo>
                  <a:lnTo>
                    <a:pt x="1208864" y="1568449"/>
                  </a:lnTo>
                  <a:lnTo>
                    <a:pt x="1208848" y="1568454"/>
                  </a:lnTo>
                  <a:lnTo>
                    <a:pt x="1208832" y="1568459"/>
                  </a:lnTo>
                  <a:lnTo>
                    <a:pt x="1208816" y="1568464"/>
                  </a:lnTo>
                  <a:lnTo>
                    <a:pt x="1208801" y="1568467"/>
                  </a:lnTo>
                  <a:lnTo>
                    <a:pt x="1208785" y="1568471"/>
                  </a:lnTo>
                  <a:lnTo>
                    <a:pt x="1208769" y="1568474"/>
                  </a:lnTo>
                  <a:lnTo>
                    <a:pt x="1208753" y="1568477"/>
                  </a:lnTo>
                  <a:lnTo>
                    <a:pt x="1208738" y="1568479"/>
                  </a:lnTo>
                  <a:lnTo>
                    <a:pt x="1208722" y="1568483"/>
                  </a:lnTo>
                  <a:lnTo>
                    <a:pt x="1208706" y="1568489"/>
                  </a:lnTo>
                  <a:lnTo>
                    <a:pt x="1208690" y="1568495"/>
                  </a:lnTo>
                  <a:lnTo>
                    <a:pt x="1208675" y="1568499"/>
                  </a:lnTo>
                  <a:lnTo>
                    <a:pt x="1208659" y="1568502"/>
                  </a:lnTo>
                  <a:lnTo>
                    <a:pt x="1208649" y="1568504"/>
                  </a:lnTo>
                  <a:lnTo>
                    <a:pt x="1208639" y="1568507"/>
                  </a:lnTo>
                  <a:lnTo>
                    <a:pt x="1208628" y="1568515"/>
                  </a:lnTo>
                  <a:lnTo>
                    <a:pt x="1208612" y="1568526"/>
                  </a:lnTo>
                  <a:lnTo>
                    <a:pt x="1208596" y="1568539"/>
                  </a:lnTo>
                  <a:lnTo>
                    <a:pt x="1208581" y="1568552"/>
                  </a:lnTo>
                  <a:lnTo>
                    <a:pt x="1208569" y="1568563"/>
                  </a:lnTo>
                  <a:lnTo>
                    <a:pt x="1208547" y="1568580"/>
                  </a:lnTo>
                  <a:lnTo>
                    <a:pt x="1208535" y="1568586"/>
                  </a:lnTo>
                  <a:lnTo>
                    <a:pt x="1208519" y="1568587"/>
                  </a:lnTo>
                  <a:lnTo>
                    <a:pt x="1208503" y="1568587"/>
                  </a:lnTo>
                  <a:lnTo>
                    <a:pt x="1208487" y="1568586"/>
                  </a:lnTo>
                  <a:lnTo>
                    <a:pt x="1208469" y="1568582"/>
                  </a:lnTo>
                  <a:lnTo>
                    <a:pt x="1208441" y="1568570"/>
                  </a:lnTo>
                  <a:lnTo>
                    <a:pt x="1208436" y="1568566"/>
                  </a:lnTo>
                  <a:lnTo>
                    <a:pt x="1208428" y="1568561"/>
                  </a:lnTo>
                  <a:lnTo>
                    <a:pt x="1208422" y="1568559"/>
                  </a:lnTo>
                  <a:lnTo>
                    <a:pt x="1208410" y="1568561"/>
                  </a:lnTo>
                  <a:lnTo>
                    <a:pt x="1208394" y="1568566"/>
                  </a:lnTo>
                  <a:lnTo>
                    <a:pt x="1208378" y="1568573"/>
                  </a:lnTo>
                  <a:lnTo>
                    <a:pt x="1208363" y="1568585"/>
                  </a:lnTo>
                  <a:lnTo>
                    <a:pt x="1208357" y="1568591"/>
                  </a:lnTo>
                  <a:lnTo>
                    <a:pt x="1208350" y="1568601"/>
                  </a:lnTo>
                  <a:lnTo>
                    <a:pt x="1208340" y="1568616"/>
                  </a:lnTo>
                  <a:lnTo>
                    <a:pt x="1208327" y="1568631"/>
                  </a:lnTo>
                  <a:lnTo>
                    <a:pt x="1208315" y="1568648"/>
                  </a:lnTo>
                  <a:lnTo>
                    <a:pt x="1208309" y="1568667"/>
                  </a:lnTo>
                  <a:lnTo>
                    <a:pt x="1208314" y="1568681"/>
                  </a:lnTo>
                  <a:lnTo>
                    <a:pt x="1208318" y="1568686"/>
                  </a:lnTo>
                  <a:lnTo>
                    <a:pt x="1208323" y="1568694"/>
                  </a:lnTo>
                  <a:lnTo>
                    <a:pt x="1208324" y="1568702"/>
                  </a:lnTo>
                  <a:lnTo>
                    <a:pt x="1208328" y="1568715"/>
                  </a:lnTo>
                  <a:lnTo>
                    <a:pt x="1208330" y="1568724"/>
                  </a:lnTo>
                  <a:lnTo>
                    <a:pt x="1208335" y="1568736"/>
                  </a:lnTo>
                  <a:lnTo>
                    <a:pt x="1208344" y="1568748"/>
                  </a:lnTo>
                  <a:lnTo>
                    <a:pt x="1208349" y="1568754"/>
                  </a:lnTo>
                  <a:lnTo>
                    <a:pt x="1208355" y="1568765"/>
                  </a:lnTo>
                  <a:lnTo>
                    <a:pt x="1208356" y="1568773"/>
                  </a:lnTo>
                  <a:lnTo>
                    <a:pt x="1208352" y="1568781"/>
                  </a:lnTo>
                  <a:lnTo>
                    <a:pt x="1208337" y="1568793"/>
                  </a:lnTo>
                  <a:lnTo>
                    <a:pt x="1208323" y="1568808"/>
                  </a:lnTo>
                  <a:lnTo>
                    <a:pt x="1208310" y="1568821"/>
                  </a:lnTo>
                  <a:lnTo>
                    <a:pt x="1208297" y="1568837"/>
                  </a:lnTo>
                  <a:lnTo>
                    <a:pt x="1208292" y="1568842"/>
                  </a:lnTo>
                  <a:lnTo>
                    <a:pt x="1208280" y="1568848"/>
                  </a:lnTo>
                  <a:lnTo>
                    <a:pt x="1208261" y="1568855"/>
                  </a:lnTo>
                  <a:lnTo>
                    <a:pt x="1208249" y="1568855"/>
                  </a:lnTo>
                  <a:lnTo>
                    <a:pt x="1208233" y="1568854"/>
                  </a:lnTo>
                  <a:lnTo>
                    <a:pt x="1208204" y="1568858"/>
                  </a:lnTo>
                  <a:lnTo>
                    <a:pt x="1208193" y="1568864"/>
                  </a:lnTo>
                  <a:lnTo>
                    <a:pt x="1208188" y="1568869"/>
                  </a:lnTo>
                  <a:lnTo>
                    <a:pt x="1208177" y="1568875"/>
                  </a:lnTo>
                  <a:lnTo>
                    <a:pt x="1208161" y="1568878"/>
                  </a:lnTo>
                  <a:lnTo>
                    <a:pt x="1208146" y="1568881"/>
                  </a:lnTo>
                  <a:lnTo>
                    <a:pt x="1208130" y="1568882"/>
                  </a:lnTo>
                  <a:lnTo>
                    <a:pt x="1208121" y="1568880"/>
                  </a:lnTo>
                  <a:lnTo>
                    <a:pt x="1208116" y="1568879"/>
                  </a:lnTo>
                  <a:lnTo>
                    <a:pt x="1208102" y="1568879"/>
                  </a:lnTo>
                  <a:lnTo>
                    <a:pt x="1208098" y="1568880"/>
                  </a:lnTo>
                  <a:lnTo>
                    <a:pt x="1208092" y="1568883"/>
                  </a:lnTo>
                  <a:lnTo>
                    <a:pt x="1208086" y="1568895"/>
                  </a:lnTo>
                  <a:lnTo>
                    <a:pt x="1208081" y="1568914"/>
                  </a:lnTo>
                  <a:lnTo>
                    <a:pt x="1208074" y="1568934"/>
                  </a:lnTo>
                  <a:lnTo>
                    <a:pt x="1208069" y="1568958"/>
                  </a:lnTo>
                  <a:lnTo>
                    <a:pt x="1208058" y="1568982"/>
                  </a:lnTo>
                  <a:lnTo>
                    <a:pt x="1208043" y="1569020"/>
                  </a:lnTo>
                  <a:lnTo>
                    <a:pt x="1208033" y="1569045"/>
                  </a:lnTo>
                  <a:lnTo>
                    <a:pt x="1208027" y="1569071"/>
                  </a:lnTo>
                  <a:lnTo>
                    <a:pt x="1208026" y="1569110"/>
                  </a:lnTo>
                  <a:lnTo>
                    <a:pt x="1208020" y="1569149"/>
                  </a:lnTo>
                  <a:lnTo>
                    <a:pt x="1208009" y="1569177"/>
                  </a:lnTo>
                  <a:lnTo>
                    <a:pt x="1208003" y="1569205"/>
                  </a:lnTo>
                  <a:lnTo>
                    <a:pt x="1208002" y="1569255"/>
                  </a:lnTo>
                  <a:lnTo>
                    <a:pt x="1207999" y="1569274"/>
                  </a:lnTo>
                  <a:lnTo>
                    <a:pt x="1207991" y="1569300"/>
                  </a:lnTo>
                  <a:lnTo>
                    <a:pt x="1207975" y="1569315"/>
                  </a:lnTo>
                  <a:lnTo>
                    <a:pt x="1207959" y="1569325"/>
                  </a:lnTo>
                  <a:lnTo>
                    <a:pt x="1207944" y="1569336"/>
                  </a:lnTo>
                  <a:lnTo>
                    <a:pt x="1207921" y="1569365"/>
                  </a:lnTo>
                  <a:lnTo>
                    <a:pt x="1207916" y="1569382"/>
                  </a:lnTo>
                  <a:lnTo>
                    <a:pt x="1207908" y="1569410"/>
                  </a:lnTo>
                  <a:lnTo>
                    <a:pt x="1207904" y="1569445"/>
                  </a:lnTo>
                  <a:lnTo>
                    <a:pt x="1207901" y="1569474"/>
                  </a:lnTo>
                  <a:lnTo>
                    <a:pt x="1207901" y="1569496"/>
                  </a:lnTo>
                  <a:lnTo>
                    <a:pt x="1207907" y="1569522"/>
                  </a:lnTo>
                  <a:lnTo>
                    <a:pt x="1207915" y="1569536"/>
                  </a:lnTo>
                  <a:lnTo>
                    <a:pt x="1207922" y="1569547"/>
                  </a:lnTo>
                  <a:lnTo>
                    <a:pt x="1207937" y="1569561"/>
                  </a:lnTo>
                  <a:lnTo>
                    <a:pt x="1207950" y="1569578"/>
                  </a:lnTo>
                  <a:lnTo>
                    <a:pt x="1207973" y="1569619"/>
                  </a:lnTo>
                  <a:lnTo>
                    <a:pt x="1207981" y="1569637"/>
                  </a:lnTo>
                  <a:lnTo>
                    <a:pt x="1207988" y="1569652"/>
                  </a:lnTo>
                  <a:lnTo>
                    <a:pt x="1207992" y="1569659"/>
                  </a:lnTo>
                  <a:lnTo>
                    <a:pt x="1207997" y="1569677"/>
                  </a:lnTo>
                  <a:lnTo>
                    <a:pt x="1207999" y="1569688"/>
                  </a:lnTo>
                  <a:lnTo>
                    <a:pt x="1208002" y="1569704"/>
                  </a:lnTo>
                  <a:lnTo>
                    <a:pt x="1208003" y="1569721"/>
                  </a:lnTo>
                  <a:lnTo>
                    <a:pt x="1208004" y="1569738"/>
                  </a:lnTo>
                  <a:lnTo>
                    <a:pt x="1208004" y="1569761"/>
                  </a:lnTo>
                  <a:lnTo>
                    <a:pt x="1208007" y="1569771"/>
                  </a:lnTo>
                  <a:lnTo>
                    <a:pt x="1208009" y="1569777"/>
                  </a:lnTo>
                  <a:lnTo>
                    <a:pt x="1208030" y="1569806"/>
                  </a:lnTo>
                  <a:lnTo>
                    <a:pt x="1208036" y="1569813"/>
                  </a:lnTo>
                  <a:lnTo>
                    <a:pt x="1208031" y="1569823"/>
                  </a:lnTo>
                  <a:lnTo>
                    <a:pt x="1208024" y="1569839"/>
                  </a:lnTo>
                  <a:lnTo>
                    <a:pt x="1208014" y="1569855"/>
                  </a:lnTo>
                  <a:lnTo>
                    <a:pt x="1208011" y="1569860"/>
                  </a:lnTo>
                  <a:lnTo>
                    <a:pt x="1208008" y="1569865"/>
                  </a:lnTo>
                  <a:lnTo>
                    <a:pt x="1208004" y="1569882"/>
                  </a:lnTo>
                  <a:lnTo>
                    <a:pt x="1208004" y="1569889"/>
                  </a:lnTo>
                  <a:lnTo>
                    <a:pt x="1208001" y="1569906"/>
                  </a:lnTo>
                  <a:lnTo>
                    <a:pt x="1207997" y="1569922"/>
                  </a:lnTo>
                  <a:lnTo>
                    <a:pt x="1207986" y="1569955"/>
                  </a:lnTo>
                  <a:lnTo>
                    <a:pt x="1207980" y="1569972"/>
                  </a:lnTo>
                  <a:lnTo>
                    <a:pt x="1207974" y="1569988"/>
                  </a:lnTo>
                  <a:lnTo>
                    <a:pt x="1207968" y="1570005"/>
                  </a:lnTo>
                  <a:lnTo>
                    <a:pt x="1207965" y="1570021"/>
                  </a:lnTo>
                  <a:lnTo>
                    <a:pt x="1207961" y="1570038"/>
                  </a:lnTo>
                  <a:lnTo>
                    <a:pt x="1207960" y="1570055"/>
                  </a:lnTo>
                  <a:lnTo>
                    <a:pt x="1207960" y="1570071"/>
                  </a:lnTo>
                  <a:lnTo>
                    <a:pt x="1207958" y="1570088"/>
                  </a:lnTo>
                  <a:lnTo>
                    <a:pt x="1207956" y="1570099"/>
                  </a:lnTo>
                  <a:lnTo>
                    <a:pt x="1207953" y="1570121"/>
                  </a:lnTo>
                  <a:lnTo>
                    <a:pt x="1207948" y="1570138"/>
                  </a:lnTo>
                  <a:lnTo>
                    <a:pt x="1207943" y="1570154"/>
                  </a:lnTo>
                  <a:lnTo>
                    <a:pt x="1207935" y="1570176"/>
                  </a:lnTo>
                  <a:lnTo>
                    <a:pt x="1207928" y="1570187"/>
                  </a:lnTo>
                  <a:lnTo>
                    <a:pt x="1207916" y="1570204"/>
                  </a:lnTo>
                  <a:lnTo>
                    <a:pt x="1207904" y="1570220"/>
                  </a:lnTo>
                  <a:lnTo>
                    <a:pt x="1207901" y="1570225"/>
                  </a:lnTo>
                  <a:lnTo>
                    <a:pt x="1207898" y="1570241"/>
                  </a:lnTo>
                  <a:lnTo>
                    <a:pt x="1207889" y="1570253"/>
                  </a:lnTo>
                  <a:lnTo>
                    <a:pt x="1207883" y="1570270"/>
                  </a:lnTo>
                  <a:lnTo>
                    <a:pt x="1207877" y="1570281"/>
                  </a:lnTo>
                  <a:lnTo>
                    <a:pt x="1207856" y="1570311"/>
                  </a:lnTo>
                  <a:lnTo>
                    <a:pt x="1207827" y="1570345"/>
                  </a:lnTo>
                  <a:lnTo>
                    <a:pt x="1207816" y="1570369"/>
                  </a:lnTo>
                  <a:lnTo>
                    <a:pt x="1207809" y="1570399"/>
                  </a:lnTo>
                  <a:lnTo>
                    <a:pt x="1207804" y="1570413"/>
                  </a:lnTo>
                  <a:lnTo>
                    <a:pt x="1207782" y="1570427"/>
                  </a:lnTo>
                  <a:lnTo>
                    <a:pt x="1207780" y="1570439"/>
                  </a:lnTo>
                  <a:lnTo>
                    <a:pt x="1207780" y="1570453"/>
                  </a:lnTo>
                  <a:lnTo>
                    <a:pt x="1207780" y="1570464"/>
                  </a:lnTo>
                  <a:lnTo>
                    <a:pt x="1207763" y="1570506"/>
                  </a:lnTo>
                  <a:lnTo>
                    <a:pt x="1207752" y="1570527"/>
                  </a:lnTo>
                  <a:lnTo>
                    <a:pt x="1207743" y="1570539"/>
                  </a:lnTo>
                  <a:lnTo>
                    <a:pt x="1207736" y="1570550"/>
                  </a:lnTo>
                  <a:lnTo>
                    <a:pt x="1207726" y="1570564"/>
                  </a:lnTo>
                  <a:lnTo>
                    <a:pt x="1207723" y="1570574"/>
                  </a:lnTo>
                  <a:lnTo>
                    <a:pt x="1207720" y="1570586"/>
                  </a:lnTo>
                  <a:lnTo>
                    <a:pt x="1207719" y="1570626"/>
                  </a:lnTo>
                  <a:lnTo>
                    <a:pt x="1207716" y="1570642"/>
                  </a:lnTo>
                  <a:lnTo>
                    <a:pt x="1207712" y="1570659"/>
                  </a:lnTo>
                  <a:lnTo>
                    <a:pt x="1207711" y="1570666"/>
                  </a:lnTo>
                  <a:lnTo>
                    <a:pt x="1207706" y="1570672"/>
                  </a:lnTo>
                  <a:lnTo>
                    <a:pt x="1207695" y="1570684"/>
                  </a:lnTo>
                  <a:lnTo>
                    <a:pt x="1207687" y="1570688"/>
                  </a:lnTo>
                  <a:lnTo>
                    <a:pt x="1207671" y="1570695"/>
                  </a:lnTo>
                  <a:lnTo>
                    <a:pt x="1207656" y="1570699"/>
                  </a:lnTo>
                  <a:lnTo>
                    <a:pt x="1207648" y="1570700"/>
                  </a:lnTo>
                  <a:lnTo>
                    <a:pt x="1207640" y="1570703"/>
                  </a:lnTo>
                  <a:lnTo>
                    <a:pt x="1207624" y="1570706"/>
                  </a:lnTo>
                  <a:lnTo>
                    <a:pt x="1207609" y="1570712"/>
                  </a:lnTo>
                  <a:lnTo>
                    <a:pt x="1207593" y="1570722"/>
                  </a:lnTo>
                  <a:lnTo>
                    <a:pt x="1207572" y="1570734"/>
                  </a:lnTo>
                  <a:lnTo>
                    <a:pt x="1207561" y="1570743"/>
                  </a:lnTo>
                  <a:lnTo>
                    <a:pt x="1207546" y="1570758"/>
                  </a:lnTo>
                  <a:lnTo>
                    <a:pt x="1207533" y="1570773"/>
                  </a:lnTo>
                  <a:lnTo>
                    <a:pt x="1207506" y="1570806"/>
                  </a:lnTo>
                  <a:lnTo>
                    <a:pt x="1207491" y="1570820"/>
                  </a:lnTo>
                  <a:lnTo>
                    <a:pt x="1207475" y="1570830"/>
                  </a:lnTo>
                  <a:lnTo>
                    <a:pt x="1207460" y="1570836"/>
                  </a:lnTo>
                  <a:lnTo>
                    <a:pt x="1207444" y="1570840"/>
                  </a:lnTo>
                  <a:lnTo>
                    <a:pt x="1207428" y="1570840"/>
                  </a:lnTo>
                  <a:lnTo>
                    <a:pt x="1207419" y="1570838"/>
                  </a:lnTo>
                  <a:lnTo>
                    <a:pt x="1207407" y="1570840"/>
                  </a:lnTo>
                  <a:lnTo>
                    <a:pt x="1207386" y="1570846"/>
                  </a:lnTo>
                  <a:lnTo>
                    <a:pt x="1207372" y="1570857"/>
                  </a:lnTo>
                  <a:lnTo>
                    <a:pt x="1207355" y="1570877"/>
                  </a:lnTo>
                  <a:lnTo>
                    <a:pt x="1207348" y="1570902"/>
                  </a:lnTo>
                  <a:lnTo>
                    <a:pt x="1207346" y="1570921"/>
                  </a:lnTo>
                  <a:lnTo>
                    <a:pt x="1207343" y="1570937"/>
                  </a:lnTo>
                  <a:lnTo>
                    <a:pt x="1207332" y="1570954"/>
                  </a:lnTo>
                  <a:lnTo>
                    <a:pt x="1207319" y="1570967"/>
                  </a:lnTo>
                  <a:lnTo>
                    <a:pt x="1207303" y="1570976"/>
                  </a:lnTo>
                  <a:lnTo>
                    <a:pt x="1207288" y="1570983"/>
                  </a:lnTo>
                  <a:lnTo>
                    <a:pt x="1207278" y="1571000"/>
                  </a:lnTo>
                  <a:lnTo>
                    <a:pt x="1207272" y="1571023"/>
                  </a:lnTo>
                  <a:lnTo>
                    <a:pt x="1207268" y="1571043"/>
                  </a:lnTo>
                  <a:lnTo>
                    <a:pt x="1207269" y="1571060"/>
                  </a:lnTo>
                  <a:lnTo>
                    <a:pt x="1207271" y="1571070"/>
                  </a:lnTo>
                  <a:lnTo>
                    <a:pt x="1207278" y="1571096"/>
                  </a:lnTo>
                  <a:lnTo>
                    <a:pt x="1207280" y="1571129"/>
                  </a:lnTo>
                  <a:lnTo>
                    <a:pt x="1207271" y="1571152"/>
                  </a:lnTo>
                  <a:lnTo>
                    <a:pt x="1207248" y="1571169"/>
                  </a:lnTo>
                  <a:lnTo>
                    <a:pt x="1207207" y="1571185"/>
                  </a:lnTo>
                  <a:lnTo>
                    <a:pt x="1207171" y="1571188"/>
                  </a:lnTo>
                  <a:lnTo>
                    <a:pt x="1207102" y="1571179"/>
                  </a:lnTo>
                  <a:lnTo>
                    <a:pt x="1207065" y="1571176"/>
                  </a:lnTo>
                  <a:lnTo>
                    <a:pt x="1207054" y="1571178"/>
                  </a:lnTo>
                  <a:lnTo>
                    <a:pt x="1207045" y="1571188"/>
                  </a:lnTo>
                  <a:lnTo>
                    <a:pt x="1207039" y="1571191"/>
                  </a:lnTo>
                  <a:lnTo>
                    <a:pt x="1207035" y="1571194"/>
                  </a:lnTo>
                  <a:lnTo>
                    <a:pt x="1207034" y="1571203"/>
                  </a:lnTo>
                  <a:lnTo>
                    <a:pt x="1207029" y="1571220"/>
                  </a:lnTo>
                  <a:lnTo>
                    <a:pt x="1207028" y="1571236"/>
                  </a:lnTo>
                  <a:lnTo>
                    <a:pt x="1207025" y="1571253"/>
                  </a:lnTo>
                  <a:lnTo>
                    <a:pt x="1207022" y="1571262"/>
                  </a:lnTo>
                  <a:lnTo>
                    <a:pt x="1207018" y="1571269"/>
                  </a:lnTo>
                  <a:lnTo>
                    <a:pt x="1207006" y="1571286"/>
                  </a:lnTo>
                  <a:lnTo>
                    <a:pt x="1206998" y="1571295"/>
                  </a:lnTo>
                  <a:lnTo>
                    <a:pt x="1206994" y="1571302"/>
                  </a:lnTo>
                  <a:lnTo>
                    <a:pt x="1206987" y="1571319"/>
                  </a:lnTo>
                  <a:lnTo>
                    <a:pt x="1206983" y="1571336"/>
                  </a:lnTo>
                  <a:lnTo>
                    <a:pt x="1206979" y="1571352"/>
                  </a:lnTo>
                  <a:lnTo>
                    <a:pt x="1206977" y="1571369"/>
                  </a:lnTo>
                  <a:lnTo>
                    <a:pt x="1206974" y="1571385"/>
                  </a:lnTo>
                  <a:lnTo>
                    <a:pt x="1206971" y="1571393"/>
                  </a:lnTo>
                  <a:lnTo>
                    <a:pt x="1206971" y="1571402"/>
                  </a:lnTo>
                  <a:lnTo>
                    <a:pt x="1206969" y="1571418"/>
                  </a:lnTo>
                  <a:lnTo>
                    <a:pt x="1206962" y="1571452"/>
                  </a:lnTo>
                  <a:lnTo>
                    <a:pt x="1206961" y="1571461"/>
                  </a:lnTo>
                  <a:lnTo>
                    <a:pt x="1206957" y="1571468"/>
                  </a:lnTo>
                  <a:lnTo>
                    <a:pt x="1206955" y="1571476"/>
                  </a:lnTo>
                  <a:lnTo>
                    <a:pt x="1206955" y="1571494"/>
                  </a:lnTo>
                  <a:lnTo>
                    <a:pt x="1206957" y="1571502"/>
                  </a:lnTo>
                  <a:lnTo>
                    <a:pt x="1206960" y="1571518"/>
                  </a:lnTo>
                  <a:lnTo>
                    <a:pt x="1206964" y="1571535"/>
                  </a:lnTo>
                  <a:lnTo>
                    <a:pt x="1206965" y="1571552"/>
                  </a:lnTo>
                  <a:lnTo>
                    <a:pt x="1206963" y="1571565"/>
                  </a:lnTo>
                  <a:lnTo>
                    <a:pt x="1206960" y="1571574"/>
                  </a:lnTo>
                  <a:lnTo>
                    <a:pt x="1206962" y="1571591"/>
                  </a:lnTo>
                  <a:lnTo>
                    <a:pt x="1206966" y="1571601"/>
                  </a:lnTo>
                  <a:lnTo>
                    <a:pt x="1206968" y="1571610"/>
                  </a:lnTo>
                  <a:lnTo>
                    <a:pt x="1206967" y="1571618"/>
                  </a:lnTo>
                  <a:lnTo>
                    <a:pt x="1206955" y="1571625"/>
                  </a:lnTo>
                  <a:lnTo>
                    <a:pt x="1206945" y="1571631"/>
                  </a:lnTo>
                  <a:lnTo>
                    <a:pt x="1206934" y="1571640"/>
                  </a:lnTo>
                  <a:lnTo>
                    <a:pt x="1206925" y="1571648"/>
                  </a:lnTo>
                  <a:lnTo>
                    <a:pt x="1206904" y="1571647"/>
                  </a:lnTo>
                  <a:lnTo>
                    <a:pt x="1206888" y="1571646"/>
                  </a:lnTo>
                  <a:lnTo>
                    <a:pt x="1206872" y="1571646"/>
                  </a:lnTo>
                  <a:lnTo>
                    <a:pt x="1206857" y="1571646"/>
                  </a:lnTo>
                  <a:lnTo>
                    <a:pt x="1206841" y="1571651"/>
                  </a:lnTo>
                  <a:lnTo>
                    <a:pt x="1206825" y="1571658"/>
                  </a:lnTo>
                  <a:lnTo>
                    <a:pt x="1206809" y="1571667"/>
                  </a:lnTo>
                  <a:lnTo>
                    <a:pt x="1206795" y="1571679"/>
                  </a:lnTo>
                  <a:lnTo>
                    <a:pt x="1206779" y="1571693"/>
                  </a:lnTo>
                  <a:lnTo>
                    <a:pt x="1206763" y="1571705"/>
                  </a:lnTo>
                  <a:lnTo>
                    <a:pt x="1206748" y="1571717"/>
                  </a:lnTo>
                  <a:lnTo>
                    <a:pt x="1206731" y="1571726"/>
                  </a:lnTo>
                  <a:lnTo>
                    <a:pt x="1206715" y="1571732"/>
                  </a:lnTo>
                  <a:lnTo>
                    <a:pt x="1206706" y="1571735"/>
                  </a:lnTo>
                  <a:lnTo>
                    <a:pt x="1206700" y="1571735"/>
                  </a:lnTo>
                  <a:lnTo>
                    <a:pt x="1206684" y="1571736"/>
                  </a:lnTo>
                  <a:lnTo>
                    <a:pt x="1206668" y="1571734"/>
                  </a:lnTo>
                  <a:lnTo>
                    <a:pt x="1206653" y="1571726"/>
                  </a:lnTo>
                  <a:lnTo>
                    <a:pt x="1206647" y="1571721"/>
                  </a:lnTo>
                  <a:lnTo>
                    <a:pt x="1206637" y="1571718"/>
                  </a:lnTo>
                  <a:lnTo>
                    <a:pt x="1206629" y="1571714"/>
                  </a:lnTo>
                  <a:lnTo>
                    <a:pt x="1206622" y="1571709"/>
                  </a:lnTo>
                  <a:lnTo>
                    <a:pt x="1206607" y="1571692"/>
                  </a:lnTo>
                  <a:lnTo>
                    <a:pt x="1206595" y="1571676"/>
                  </a:lnTo>
                  <a:lnTo>
                    <a:pt x="1206584" y="1571659"/>
                  </a:lnTo>
                  <a:lnTo>
                    <a:pt x="1206573" y="1571643"/>
                  </a:lnTo>
                  <a:lnTo>
                    <a:pt x="1206567" y="1571633"/>
                  </a:lnTo>
                  <a:lnTo>
                    <a:pt x="1206561" y="1571628"/>
                  </a:lnTo>
                  <a:lnTo>
                    <a:pt x="1206554" y="1571626"/>
                  </a:lnTo>
                  <a:lnTo>
                    <a:pt x="1206545" y="1571625"/>
                  </a:lnTo>
                  <a:lnTo>
                    <a:pt x="1206530" y="1571626"/>
                  </a:lnTo>
                  <a:lnTo>
                    <a:pt x="1206514" y="1571630"/>
                  </a:lnTo>
                  <a:lnTo>
                    <a:pt x="1206498" y="1571633"/>
                  </a:lnTo>
                  <a:lnTo>
                    <a:pt x="1206470" y="1571636"/>
                  </a:lnTo>
                  <a:lnTo>
                    <a:pt x="1206462" y="1571634"/>
                  </a:lnTo>
                  <a:lnTo>
                    <a:pt x="1206455" y="1571630"/>
                  </a:lnTo>
                  <a:lnTo>
                    <a:pt x="1206440" y="1571621"/>
                  </a:lnTo>
                  <a:lnTo>
                    <a:pt x="1206425" y="1571608"/>
                  </a:lnTo>
                  <a:lnTo>
                    <a:pt x="1206409" y="1571593"/>
                  </a:lnTo>
                  <a:lnTo>
                    <a:pt x="1206394" y="1571586"/>
                  </a:lnTo>
                  <a:lnTo>
                    <a:pt x="1206378" y="1571586"/>
                  </a:lnTo>
                  <a:lnTo>
                    <a:pt x="1206363" y="1571589"/>
                  </a:lnTo>
                  <a:lnTo>
                    <a:pt x="1206347" y="1571592"/>
                  </a:lnTo>
                  <a:lnTo>
                    <a:pt x="1206342" y="1571593"/>
                  </a:lnTo>
                  <a:lnTo>
                    <a:pt x="1206331" y="1571592"/>
                  </a:lnTo>
                  <a:lnTo>
                    <a:pt x="1206315" y="1571589"/>
                  </a:lnTo>
                  <a:lnTo>
                    <a:pt x="1206300" y="1571584"/>
                  </a:lnTo>
                  <a:lnTo>
                    <a:pt x="1206292" y="1571583"/>
                  </a:lnTo>
                  <a:lnTo>
                    <a:pt x="1206284" y="1571580"/>
                  </a:lnTo>
                  <a:lnTo>
                    <a:pt x="1206269" y="1571577"/>
                  </a:lnTo>
                  <a:lnTo>
                    <a:pt x="1206238" y="1571577"/>
                  </a:lnTo>
                  <a:lnTo>
                    <a:pt x="1206222" y="1571575"/>
                  </a:lnTo>
                  <a:lnTo>
                    <a:pt x="1206206" y="1571574"/>
                  </a:lnTo>
                  <a:lnTo>
                    <a:pt x="1206190" y="1571570"/>
                  </a:lnTo>
                  <a:lnTo>
                    <a:pt x="1206175" y="1571569"/>
                  </a:lnTo>
                  <a:lnTo>
                    <a:pt x="1206159" y="1571571"/>
                  </a:lnTo>
                  <a:lnTo>
                    <a:pt x="1206143" y="1571576"/>
                  </a:lnTo>
                  <a:lnTo>
                    <a:pt x="1206128" y="1571581"/>
                  </a:lnTo>
                  <a:lnTo>
                    <a:pt x="1206112" y="1571586"/>
                  </a:lnTo>
                  <a:lnTo>
                    <a:pt x="1206106" y="1571592"/>
                  </a:lnTo>
                  <a:lnTo>
                    <a:pt x="1206093" y="1571598"/>
                  </a:lnTo>
                  <a:lnTo>
                    <a:pt x="1206081" y="1571599"/>
                  </a:lnTo>
                  <a:lnTo>
                    <a:pt x="1206065" y="1571598"/>
                  </a:lnTo>
                  <a:lnTo>
                    <a:pt x="1206050" y="1571594"/>
                  </a:lnTo>
                  <a:lnTo>
                    <a:pt x="1206034" y="1571593"/>
                  </a:lnTo>
                  <a:lnTo>
                    <a:pt x="1206027" y="1571594"/>
                  </a:lnTo>
                  <a:lnTo>
                    <a:pt x="1206015" y="1571599"/>
                  </a:lnTo>
                  <a:lnTo>
                    <a:pt x="1206004" y="1571613"/>
                  </a:lnTo>
                  <a:lnTo>
                    <a:pt x="1205996" y="1571629"/>
                  </a:lnTo>
                  <a:lnTo>
                    <a:pt x="1205989" y="1571649"/>
                  </a:lnTo>
                  <a:lnTo>
                    <a:pt x="1205984" y="1571659"/>
                  </a:lnTo>
                  <a:lnTo>
                    <a:pt x="1205976" y="1571664"/>
                  </a:lnTo>
                  <a:lnTo>
                    <a:pt x="1205965" y="1571668"/>
                  </a:lnTo>
                  <a:lnTo>
                    <a:pt x="1205949" y="1571675"/>
                  </a:lnTo>
                  <a:lnTo>
                    <a:pt x="1205933" y="1571684"/>
                  </a:lnTo>
                  <a:lnTo>
                    <a:pt x="1205915" y="1571688"/>
                  </a:lnTo>
                  <a:lnTo>
                    <a:pt x="1205898" y="1571687"/>
                  </a:lnTo>
                  <a:lnTo>
                    <a:pt x="1205892" y="1571683"/>
                  </a:lnTo>
                  <a:lnTo>
                    <a:pt x="1205887" y="1571677"/>
                  </a:lnTo>
                  <a:lnTo>
                    <a:pt x="1205875" y="1571662"/>
                  </a:lnTo>
                  <a:lnTo>
                    <a:pt x="1205872" y="1571658"/>
                  </a:lnTo>
                  <a:lnTo>
                    <a:pt x="1205860" y="1571654"/>
                  </a:lnTo>
                  <a:lnTo>
                    <a:pt x="1205845" y="1571657"/>
                  </a:lnTo>
                  <a:lnTo>
                    <a:pt x="1205833" y="1571661"/>
                  </a:lnTo>
                  <a:lnTo>
                    <a:pt x="1205826" y="1571662"/>
                  </a:lnTo>
                  <a:lnTo>
                    <a:pt x="1205809" y="1571661"/>
                  </a:lnTo>
                  <a:lnTo>
                    <a:pt x="1205798" y="1571656"/>
                  </a:lnTo>
                  <a:lnTo>
                    <a:pt x="1205782" y="1571649"/>
                  </a:lnTo>
                  <a:lnTo>
                    <a:pt x="1205767" y="1571648"/>
                  </a:lnTo>
                  <a:lnTo>
                    <a:pt x="1205736" y="1571647"/>
                  </a:lnTo>
                  <a:lnTo>
                    <a:pt x="1205720" y="1571645"/>
                  </a:lnTo>
                  <a:lnTo>
                    <a:pt x="1205711" y="1571645"/>
                  </a:lnTo>
                  <a:lnTo>
                    <a:pt x="1205704" y="1571642"/>
                  </a:lnTo>
                  <a:lnTo>
                    <a:pt x="1205689" y="1571636"/>
                  </a:lnTo>
                  <a:lnTo>
                    <a:pt x="1205673" y="1571627"/>
                  </a:lnTo>
                  <a:lnTo>
                    <a:pt x="1205658" y="1571620"/>
                  </a:lnTo>
                  <a:lnTo>
                    <a:pt x="1205642" y="1571612"/>
                  </a:lnTo>
                  <a:lnTo>
                    <a:pt x="1205627" y="1571611"/>
                  </a:lnTo>
                  <a:lnTo>
                    <a:pt x="1205611" y="1571615"/>
                  </a:lnTo>
                  <a:lnTo>
                    <a:pt x="1205595" y="1571616"/>
                  </a:lnTo>
                  <a:lnTo>
                    <a:pt x="1205580" y="1571613"/>
                  </a:lnTo>
                  <a:lnTo>
                    <a:pt x="1205564" y="1571607"/>
                  </a:lnTo>
                  <a:lnTo>
                    <a:pt x="1205557" y="1571602"/>
                  </a:lnTo>
                  <a:lnTo>
                    <a:pt x="1205548" y="1571599"/>
                  </a:lnTo>
                  <a:lnTo>
                    <a:pt x="1205533" y="1571596"/>
                  </a:lnTo>
                  <a:lnTo>
                    <a:pt x="1205517" y="1571594"/>
                  </a:lnTo>
                  <a:lnTo>
                    <a:pt x="1205502" y="1571592"/>
                  </a:lnTo>
                  <a:lnTo>
                    <a:pt x="1205496" y="1571591"/>
                  </a:lnTo>
                  <a:lnTo>
                    <a:pt x="1205486" y="1571592"/>
                  </a:lnTo>
                  <a:lnTo>
                    <a:pt x="1205480" y="1571593"/>
                  </a:lnTo>
                  <a:lnTo>
                    <a:pt x="1205470" y="1571598"/>
                  </a:lnTo>
                  <a:lnTo>
                    <a:pt x="1205454" y="1571606"/>
                  </a:lnTo>
                  <a:lnTo>
                    <a:pt x="1205439" y="1571614"/>
                  </a:lnTo>
                  <a:lnTo>
                    <a:pt x="1205423" y="1571623"/>
                  </a:lnTo>
                  <a:lnTo>
                    <a:pt x="1205416" y="1571627"/>
                  </a:lnTo>
                  <a:lnTo>
                    <a:pt x="1205407" y="1571630"/>
                  </a:lnTo>
                  <a:lnTo>
                    <a:pt x="1205391" y="1571635"/>
                  </a:lnTo>
                  <a:lnTo>
                    <a:pt x="1205376" y="1571634"/>
                  </a:lnTo>
                  <a:lnTo>
                    <a:pt x="1205360" y="1571633"/>
                  </a:lnTo>
                  <a:lnTo>
                    <a:pt x="1205313" y="1571625"/>
                  </a:lnTo>
                  <a:lnTo>
                    <a:pt x="1205298" y="1571625"/>
                  </a:lnTo>
                  <a:lnTo>
                    <a:pt x="1205282" y="1571636"/>
                  </a:lnTo>
                  <a:lnTo>
                    <a:pt x="1205267" y="1571652"/>
                  </a:lnTo>
                  <a:lnTo>
                    <a:pt x="1205261" y="1571659"/>
                  </a:lnTo>
                  <a:lnTo>
                    <a:pt x="1205257" y="1571668"/>
                  </a:lnTo>
                  <a:lnTo>
                    <a:pt x="1205243" y="1571685"/>
                  </a:lnTo>
                  <a:lnTo>
                    <a:pt x="1205237" y="1571688"/>
                  </a:lnTo>
                  <a:lnTo>
                    <a:pt x="1205228" y="1571689"/>
                  </a:lnTo>
                  <a:lnTo>
                    <a:pt x="1205212" y="1571690"/>
                  </a:lnTo>
                  <a:lnTo>
                    <a:pt x="1205205" y="1571692"/>
                  </a:lnTo>
                  <a:lnTo>
                    <a:pt x="1205196" y="1571692"/>
                  </a:lnTo>
                  <a:lnTo>
                    <a:pt x="1205181" y="1571695"/>
                  </a:lnTo>
                  <a:lnTo>
                    <a:pt x="1205174" y="1571696"/>
                  </a:lnTo>
                  <a:lnTo>
                    <a:pt x="1205165" y="1571701"/>
                  </a:lnTo>
                  <a:lnTo>
                    <a:pt x="1205153" y="1571707"/>
                  </a:lnTo>
                  <a:lnTo>
                    <a:pt x="1205130" y="1571717"/>
                  </a:lnTo>
                  <a:lnTo>
                    <a:pt x="1205114" y="1571723"/>
                  </a:lnTo>
                  <a:lnTo>
                    <a:pt x="1205099" y="1571726"/>
                  </a:lnTo>
                  <a:lnTo>
                    <a:pt x="1205091" y="1571728"/>
                  </a:lnTo>
                  <a:lnTo>
                    <a:pt x="1205083" y="1571733"/>
                  </a:lnTo>
                  <a:lnTo>
                    <a:pt x="1205067" y="1571742"/>
                  </a:lnTo>
                  <a:lnTo>
                    <a:pt x="1205059" y="1571745"/>
                  </a:lnTo>
                  <a:lnTo>
                    <a:pt x="1205051" y="1571745"/>
                  </a:lnTo>
                  <a:lnTo>
                    <a:pt x="1205036" y="1571746"/>
                  </a:lnTo>
                  <a:lnTo>
                    <a:pt x="1205020" y="1571743"/>
                  </a:lnTo>
                  <a:lnTo>
                    <a:pt x="1205005" y="1571739"/>
                  </a:lnTo>
                  <a:lnTo>
                    <a:pt x="1204998" y="1571735"/>
                  </a:lnTo>
                  <a:lnTo>
                    <a:pt x="1204990" y="1571720"/>
                  </a:lnTo>
                  <a:lnTo>
                    <a:pt x="1204988" y="1571708"/>
                  </a:lnTo>
                  <a:lnTo>
                    <a:pt x="1204986" y="1571691"/>
                  </a:lnTo>
                  <a:lnTo>
                    <a:pt x="1204982" y="1571658"/>
                  </a:lnTo>
                  <a:lnTo>
                    <a:pt x="1204981" y="1571641"/>
                  </a:lnTo>
                  <a:lnTo>
                    <a:pt x="1204980" y="1571624"/>
                  </a:lnTo>
                  <a:lnTo>
                    <a:pt x="1204978" y="1571608"/>
                  </a:lnTo>
                  <a:lnTo>
                    <a:pt x="1204974" y="1571591"/>
                  </a:lnTo>
                  <a:lnTo>
                    <a:pt x="1204969" y="1571570"/>
                  </a:lnTo>
                  <a:lnTo>
                    <a:pt x="1204965" y="1571558"/>
                  </a:lnTo>
                  <a:lnTo>
                    <a:pt x="1204962" y="1571551"/>
                  </a:lnTo>
                  <a:lnTo>
                    <a:pt x="1204952" y="1571552"/>
                  </a:lnTo>
                  <a:lnTo>
                    <a:pt x="1204936" y="1571553"/>
                  </a:lnTo>
                  <a:lnTo>
                    <a:pt x="1204921" y="1571553"/>
                  </a:lnTo>
                  <a:lnTo>
                    <a:pt x="1204905" y="1571558"/>
                  </a:lnTo>
                  <a:lnTo>
                    <a:pt x="1204889" y="1571561"/>
                  </a:lnTo>
                  <a:lnTo>
                    <a:pt x="1204874" y="1571559"/>
                  </a:lnTo>
                  <a:lnTo>
                    <a:pt x="1204855" y="1571553"/>
                  </a:lnTo>
                  <a:lnTo>
                    <a:pt x="1204834" y="1571534"/>
                  </a:lnTo>
                  <a:lnTo>
                    <a:pt x="1204822" y="1571517"/>
                  </a:lnTo>
                  <a:lnTo>
                    <a:pt x="1204810" y="1571500"/>
                  </a:lnTo>
                  <a:lnTo>
                    <a:pt x="1204791" y="1571501"/>
                  </a:lnTo>
                  <a:lnTo>
                    <a:pt x="1204780" y="1571499"/>
                  </a:lnTo>
                  <a:lnTo>
                    <a:pt x="1204774" y="1571499"/>
                  </a:lnTo>
                  <a:lnTo>
                    <a:pt x="1204764" y="1571495"/>
                  </a:lnTo>
                  <a:lnTo>
                    <a:pt x="1204749" y="1571488"/>
                  </a:lnTo>
                  <a:lnTo>
                    <a:pt x="1204733" y="1571479"/>
                  </a:lnTo>
                  <a:lnTo>
                    <a:pt x="1204718" y="1571466"/>
                  </a:lnTo>
                  <a:lnTo>
                    <a:pt x="1204702" y="1571453"/>
                  </a:lnTo>
                  <a:lnTo>
                    <a:pt x="1204692" y="1571444"/>
                  </a:lnTo>
                  <a:lnTo>
                    <a:pt x="1204684" y="1571439"/>
                  </a:lnTo>
                  <a:lnTo>
                    <a:pt x="1204671" y="1571440"/>
                  </a:lnTo>
                  <a:lnTo>
                    <a:pt x="1204656" y="1571443"/>
                  </a:lnTo>
                  <a:lnTo>
                    <a:pt x="1204640" y="1571447"/>
                  </a:lnTo>
                  <a:lnTo>
                    <a:pt x="1204624" y="1571449"/>
                  </a:lnTo>
                  <a:lnTo>
                    <a:pt x="1204605" y="1571451"/>
                  </a:lnTo>
                  <a:lnTo>
                    <a:pt x="1204593" y="1571452"/>
                  </a:lnTo>
                  <a:lnTo>
                    <a:pt x="1204572" y="1571456"/>
                  </a:lnTo>
                  <a:lnTo>
                    <a:pt x="1204561" y="1571456"/>
                  </a:lnTo>
                  <a:lnTo>
                    <a:pt x="1204555" y="1571455"/>
                  </a:lnTo>
                  <a:lnTo>
                    <a:pt x="1204546" y="1571447"/>
                  </a:lnTo>
                  <a:lnTo>
                    <a:pt x="1204530" y="1571434"/>
                  </a:lnTo>
                  <a:lnTo>
                    <a:pt x="1204515" y="1571426"/>
                  </a:lnTo>
                  <a:lnTo>
                    <a:pt x="1204499" y="1571421"/>
                  </a:lnTo>
                  <a:lnTo>
                    <a:pt x="1204491" y="1571421"/>
                  </a:lnTo>
                  <a:lnTo>
                    <a:pt x="1204484" y="1571423"/>
                  </a:lnTo>
                  <a:lnTo>
                    <a:pt x="1204452" y="1571427"/>
                  </a:lnTo>
                  <a:lnTo>
                    <a:pt x="1204421" y="1571428"/>
                  </a:lnTo>
                  <a:lnTo>
                    <a:pt x="1204405" y="1571428"/>
                  </a:lnTo>
                  <a:lnTo>
                    <a:pt x="1204390" y="1571432"/>
                  </a:lnTo>
                  <a:lnTo>
                    <a:pt x="1204374" y="1571434"/>
                  </a:lnTo>
                  <a:lnTo>
                    <a:pt x="1204358" y="1571437"/>
                  </a:lnTo>
                  <a:lnTo>
                    <a:pt x="1204343" y="1571437"/>
                  </a:lnTo>
                  <a:lnTo>
                    <a:pt x="1204334" y="1571439"/>
                  </a:lnTo>
                  <a:lnTo>
                    <a:pt x="1204311" y="1571443"/>
                  </a:lnTo>
                  <a:lnTo>
                    <a:pt x="1204296" y="1571449"/>
                  </a:lnTo>
                  <a:lnTo>
                    <a:pt x="1204280" y="1571456"/>
                  </a:lnTo>
                  <a:lnTo>
                    <a:pt x="1204264" y="1571463"/>
                  </a:lnTo>
                  <a:lnTo>
                    <a:pt x="1204248" y="1571470"/>
                  </a:lnTo>
                  <a:lnTo>
                    <a:pt x="1204232" y="1571478"/>
                  </a:lnTo>
                  <a:lnTo>
                    <a:pt x="1204217" y="1571484"/>
                  </a:lnTo>
                  <a:lnTo>
                    <a:pt x="1204201" y="1571492"/>
                  </a:lnTo>
                  <a:lnTo>
                    <a:pt x="1204195" y="1571492"/>
                  </a:lnTo>
                  <a:lnTo>
                    <a:pt x="1204189" y="1571482"/>
                  </a:lnTo>
                  <a:lnTo>
                    <a:pt x="1204184" y="1571466"/>
                  </a:lnTo>
                  <a:lnTo>
                    <a:pt x="1204182" y="1571449"/>
                  </a:lnTo>
                  <a:lnTo>
                    <a:pt x="1204177" y="1571432"/>
                  </a:lnTo>
                  <a:lnTo>
                    <a:pt x="1204173" y="1571415"/>
                  </a:lnTo>
                  <a:lnTo>
                    <a:pt x="1204170" y="1571399"/>
                  </a:lnTo>
                  <a:lnTo>
                    <a:pt x="1204167" y="1571382"/>
                  </a:lnTo>
                  <a:lnTo>
                    <a:pt x="1204166" y="1571371"/>
                  </a:lnTo>
                  <a:lnTo>
                    <a:pt x="1204163" y="1571362"/>
                  </a:lnTo>
                  <a:lnTo>
                    <a:pt x="1204156" y="1571348"/>
                  </a:lnTo>
                  <a:lnTo>
                    <a:pt x="1204148" y="1571331"/>
                  </a:lnTo>
                  <a:lnTo>
                    <a:pt x="1204138" y="1571315"/>
                  </a:lnTo>
                  <a:lnTo>
                    <a:pt x="1204130" y="1571298"/>
                  </a:lnTo>
                  <a:lnTo>
                    <a:pt x="1204126" y="1571290"/>
                  </a:lnTo>
                  <a:lnTo>
                    <a:pt x="1204124" y="1571281"/>
                  </a:lnTo>
                  <a:lnTo>
                    <a:pt x="1204120" y="1571264"/>
                  </a:lnTo>
                  <a:lnTo>
                    <a:pt x="1204119" y="1571248"/>
                  </a:lnTo>
                  <a:lnTo>
                    <a:pt x="1204116" y="1571229"/>
                  </a:lnTo>
                  <a:lnTo>
                    <a:pt x="1204108" y="1571214"/>
                  </a:lnTo>
                  <a:lnTo>
                    <a:pt x="1204103" y="1571209"/>
                  </a:lnTo>
                  <a:lnTo>
                    <a:pt x="1204094" y="1571205"/>
                  </a:lnTo>
                  <a:lnTo>
                    <a:pt x="1204085" y="1571202"/>
                  </a:lnTo>
                  <a:lnTo>
                    <a:pt x="1204078" y="1571202"/>
                  </a:lnTo>
                  <a:lnTo>
                    <a:pt x="1204063" y="1571198"/>
                  </a:lnTo>
                  <a:lnTo>
                    <a:pt x="1204045" y="1571193"/>
                  </a:lnTo>
                  <a:lnTo>
                    <a:pt x="1204041" y="1571186"/>
                  </a:lnTo>
                  <a:lnTo>
                    <a:pt x="1204039" y="1571179"/>
                  </a:lnTo>
                  <a:lnTo>
                    <a:pt x="1204034" y="1571171"/>
                  </a:lnTo>
                  <a:lnTo>
                    <a:pt x="1204030" y="1571160"/>
                  </a:lnTo>
                  <a:lnTo>
                    <a:pt x="1204034" y="1571145"/>
                  </a:lnTo>
                  <a:lnTo>
                    <a:pt x="1204040" y="1571126"/>
                  </a:lnTo>
                  <a:lnTo>
                    <a:pt x="1204044" y="1571112"/>
                  </a:lnTo>
                  <a:lnTo>
                    <a:pt x="1204050" y="1571104"/>
                  </a:lnTo>
                  <a:lnTo>
                    <a:pt x="1204057" y="1571099"/>
                  </a:lnTo>
                  <a:lnTo>
                    <a:pt x="1204072" y="1571090"/>
                  </a:lnTo>
                  <a:lnTo>
                    <a:pt x="1204089" y="1571083"/>
                  </a:lnTo>
                  <a:lnTo>
                    <a:pt x="1204106" y="1571073"/>
                  </a:lnTo>
                  <a:lnTo>
                    <a:pt x="1204117" y="1571067"/>
                  </a:lnTo>
                  <a:lnTo>
                    <a:pt x="1204135" y="1571051"/>
                  </a:lnTo>
                  <a:lnTo>
                    <a:pt x="1204151" y="1571036"/>
                  </a:lnTo>
                  <a:lnTo>
                    <a:pt x="1204164" y="1571020"/>
                  </a:lnTo>
                  <a:lnTo>
                    <a:pt x="1204175" y="1571003"/>
                  </a:lnTo>
                  <a:lnTo>
                    <a:pt x="1204189" y="1570983"/>
                  </a:lnTo>
                  <a:lnTo>
                    <a:pt x="1204200" y="1570970"/>
                  </a:lnTo>
                  <a:lnTo>
                    <a:pt x="1204205" y="1570962"/>
                  </a:lnTo>
                  <a:lnTo>
                    <a:pt x="1204213" y="1570955"/>
                  </a:lnTo>
                  <a:lnTo>
                    <a:pt x="1204229" y="1570944"/>
                  </a:lnTo>
                  <a:lnTo>
                    <a:pt x="1204244" y="1570935"/>
                  </a:lnTo>
                  <a:lnTo>
                    <a:pt x="1204252" y="1570933"/>
                  </a:lnTo>
                  <a:lnTo>
                    <a:pt x="1204260" y="1570929"/>
                  </a:lnTo>
                  <a:lnTo>
                    <a:pt x="1204266" y="1570920"/>
                  </a:lnTo>
                  <a:lnTo>
                    <a:pt x="1204277" y="1570896"/>
                  </a:lnTo>
                  <a:lnTo>
                    <a:pt x="1204287" y="1570879"/>
                  </a:lnTo>
                  <a:lnTo>
                    <a:pt x="1204299" y="1570863"/>
                  </a:lnTo>
                  <a:lnTo>
                    <a:pt x="1204308" y="1570847"/>
                  </a:lnTo>
                  <a:lnTo>
                    <a:pt x="1204314" y="1570839"/>
                  </a:lnTo>
                  <a:lnTo>
                    <a:pt x="1204322" y="1570832"/>
                  </a:lnTo>
                  <a:lnTo>
                    <a:pt x="1204338" y="1570819"/>
                  </a:lnTo>
                  <a:lnTo>
                    <a:pt x="1204354" y="1570811"/>
                  </a:lnTo>
                  <a:lnTo>
                    <a:pt x="1204369" y="1570808"/>
                  </a:lnTo>
                  <a:lnTo>
                    <a:pt x="1204374" y="1570808"/>
                  </a:lnTo>
                  <a:lnTo>
                    <a:pt x="1204379" y="1570806"/>
                  </a:lnTo>
                  <a:lnTo>
                    <a:pt x="1204384" y="1570799"/>
                  </a:lnTo>
                  <a:lnTo>
                    <a:pt x="1204383" y="1570782"/>
                  </a:lnTo>
                  <a:lnTo>
                    <a:pt x="1204380" y="1570766"/>
                  </a:lnTo>
                  <a:lnTo>
                    <a:pt x="1204373" y="1570739"/>
                  </a:lnTo>
                  <a:lnTo>
                    <a:pt x="1204373" y="1570732"/>
                  </a:lnTo>
                  <a:lnTo>
                    <a:pt x="1204375" y="1570727"/>
                  </a:lnTo>
                  <a:lnTo>
                    <a:pt x="1204379" y="1570705"/>
                  </a:lnTo>
                  <a:lnTo>
                    <a:pt x="1204378" y="1570699"/>
                  </a:lnTo>
                  <a:lnTo>
                    <a:pt x="1204378" y="1570682"/>
                  </a:lnTo>
                  <a:lnTo>
                    <a:pt x="1204377" y="1570666"/>
                  </a:lnTo>
                  <a:lnTo>
                    <a:pt x="1204378" y="1570657"/>
                  </a:lnTo>
                  <a:lnTo>
                    <a:pt x="1204377" y="1570649"/>
                  </a:lnTo>
                  <a:lnTo>
                    <a:pt x="1204373" y="1570632"/>
                  </a:lnTo>
                  <a:lnTo>
                    <a:pt x="1204362" y="1570615"/>
                  </a:lnTo>
                  <a:lnTo>
                    <a:pt x="1204349" y="1570600"/>
                  </a:lnTo>
                  <a:lnTo>
                    <a:pt x="1204340" y="1570592"/>
                  </a:lnTo>
                  <a:lnTo>
                    <a:pt x="1204336" y="1570585"/>
                  </a:lnTo>
                  <a:lnTo>
                    <a:pt x="1204333" y="1570579"/>
                  </a:lnTo>
                  <a:lnTo>
                    <a:pt x="1204331" y="1570573"/>
                  </a:lnTo>
                  <a:lnTo>
                    <a:pt x="1204330" y="1570564"/>
                  </a:lnTo>
                  <a:lnTo>
                    <a:pt x="1204330" y="1570558"/>
                  </a:lnTo>
                  <a:lnTo>
                    <a:pt x="1204326" y="1570546"/>
                  </a:lnTo>
                  <a:lnTo>
                    <a:pt x="1204324" y="1570534"/>
                  </a:lnTo>
                  <a:lnTo>
                    <a:pt x="1204322" y="1570518"/>
                  </a:lnTo>
                  <a:lnTo>
                    <a:pt x="1204318" y="1570490"/>
                  </a:lnTo>
                  <a:lnTo>
                    <a:pt x="1204315" y="1570476"/>
                  </a:lnTo>
                  <a:lnTo>
                    <a:pt x="1204311" y="1570462"/>
                  </a:lnTo>
                  <a:lnTo>
                    <a:pt x="1204306" y="1570445"/>
                  </a:lnTo>
                  <a:lnTo>
                    <a:pt x="1204300" y="1570428"/>
                  </a:lnTo>
                  <a:lnTo>
                    <a:pt x="1204294" y="1570415"/>
                  </a:lnTo>
                  <a:lnTo>
                    <a:pt x="1204290" y="1570407"/>
                  </a:lnTo>
                  <a:lnTo>
                    <a:pt x="1204285" y="1570401"/>
                  </a:lnTo>
                  <a:lnTo>
                    <a:pt x="1204280" y="1570395"/>
                  </a:lnTo>
                  <a:lnTo>
                    <a:pt x="1204268" y="1570376"/>
                  </a:lnTo>
                  <a:lnTo>
                    <a:pt x="1204255" y="1570359"/>
                  </a:lnTo>
                  <a:lnTo>
                    <a:pt x="1204249" y="1570351"/>
                  </a:lnTo>
                  <a:lnTo>
                    <a:pt x="1204246" y="1570342"/>
                  </a:lnTo>
                  <a:lnTo>
                    <a:pt x="1204238" y="1570325"/>
                  </a:lnTo>
                  <a:lnTo>
                    <a:pt x="1204233" y="1570308"/>
                  </a:lnTo>
                  <a:lnTo>
                    <a:pt x="1204229" y="1570292"/>
                  </a:lnTo>
                  <a:lnTo>
                    <a:pt x="1204227" y="1570275"/>
                  </a:lnTo>
                  <a:lnTo>
                    <a:pt x="1204224" y="1570258"/>
                  </a:lnTo>
                  <a:lnTo>
                    <a:pt x="1204219" y="1570241"/>
                  </a:lnTo>
                  <a:lnTo>
                    <a:pt x="1204210" y="1570227"/>
                  </a:lnTo>
                  <a:lnTo>
                    <a:pt x="1204193" y="1570218"/>
                  </a:lnTo>
                  <a:lnTo>
                    <a:pt x="1204184" y="1570214"/>
                  </a:lnTo>
                  <a:lnTo>
                    <a:pt x="1204176" y="1570213"/>
                  </a:lnTo>
                  <a:lnTo>
                    <a:pt x="1204159" y="1570212"/>
                  </a:lnTo>
                  <a:lnTo>
                    <a:pt x="1204148" y="1570214"/>
                  </a:lnTo>
                  <a:lnTo>
                    <a:pt x="1204137" y="1570218"/>
                  </a:lnTo>
                  <a:lnTo>
                    <a:pt x="1204122" y="1570223"/>
                  </a:lnTo>
                  <a:lnTo>
                    <a:pt x="1204113" y="1570226"/>
                  </a:lnTo>
                  <a:lnTo>
                    <a:pt x="1204103" y="1570226"/>
                  </a:lnTo>
                  <a:lnTo>
                    <a:pt x="1204090" y="1570223"/>
                  </a:lnTo>
                  <a:lnTo>
                    <a:pt x="1204069" y="1570220"/>
                  </a:lnTo>
                  <a:lnTo>
                    <a:pt x="1204031" y="1570215"/>
                  </a:lnTo>
                  <a:lnTo>
                    <a:pt x="1203974" y="1570206"/>
                  </a:lnTo>
                  <a:lnTo>
                    <a:pt x="1203941" y="1570198"/>
                  </a:lnTo>
                  <a:lnTo>
                    <a:pt x="1203923" y="1570197"/>
                  </a:lnTo>
                  <a:lnTo>
                    <a:pt x="1203910" y="1570199"/>
                  </a:lnTo>
                  <a:lnTo>
                    <a:pt x="1203899" y="1570200"/>
                  </a:lnTo>
                  <a:lnTo>
                    <a:pt x="1203894" y="1570198"/>
                  </a:lnTo>
                  <a:lnTo>
                    <a:pt x="1203890" y="1570191"/>
                  </a:lnTo>
                  <a:lnTo>
                    <a:pt x="1203884" y="1570181"/>
                  </a:lnTo>
                  <a:lnTo>
                    <a:pt x="1203874" y="1570164"/>
                  </a:lnTo>
                  <a:lnTo>
                    <a:pt x="1203868" y="1570153"/>
                  </a:lnTo>
                  <a:lnTo>
                    <a:pt x="1203870" y="1570147"/>
                  </a:lnTo>
                  <a:lnTo>
                    <a:pt x="1203873" y="1570131"/>
                  </a:lnTo>
                  <a:lnTo>
                    <a:pt x="1203876" y="1570114"/>
                  </a:lnTo>
                  <a:lnTo>
                    <a:pt x="1203871" y="1570103"/>
                  </a:lnTo>
                  <a:lnTo>
                    <a:pt x="1203867" y="1570097"/>
                  </a:lnTo>
                  <a:lnTo>
                    <a:pt x="1203852" y="1570084"/>
                  </a:lnTo>
                  <a:lnTo>
                    <a:pt x="1203836" y="1570070"/>
                  </a:lnTo>
                  <a:lnTo>
                    <a:pt x="1203822" y="1570058"/>
                  </a:lnTo>
                  <a:lnTo>
                    <a:pt x="1203811" y="1570043"/>
                  </a:lnTo>
                  <a:lnTo>
                    <a:pt x="1203806" y="1570032"/>
                  </a:lnTo>
                  <a:lnTo>
                    <a:pt x="1203804" y="1570024"/>
                  </a:lnTo>
                  <a:lnTo>
                    <a:pt x="1203799" y="1570007"/>
                  </a:lnTo>
                  <a:lnTo>
                    <a:pt x="1203793" y="1569991"/>
                  </a:lnTo>
                  <a:lnTo>
                    <a:pt x="1203784" y="1569974"/>
                  </a:lnTo>
                  <a:lnTo>
                    <a:pt x="1203772" y="1569957"/>
                  </a:lnTo>
                  <a:lnTo>
                    <a:pt x="1203763" y="1569940"/>
                  </a:lnTo>
                  <a:lnTo>
                    <a:pt x="1203754" y="1569923"/>
                  </a:lnTo>
                  <a:lnTo>
                    <a:pt x="1203741" y="1569908"/>
                  </a:lnTo>
                  <a:lnTo>
                    <a:pt x="1203727" y="1569906"/>
                  </a:lnTo>
                  <a:lnTo>
                    <a:pt x="1203709" y="1569911"/>
                  </a:lnTo>
                  <a:lnTo>
                    <a:pt x="1203694" y="1569914"/>
                  </a:lnTo>
                  <a:lnTo>
                    <a:pt x="1203678" y="1569914"/>
                  </a:lnTo>
                  <a:lnTo>
                    <a:pt x="1203663" y="1569912"/>
                  </a:lnTo>
                  <a:lnTo>
                    <a:pt x="1203650" y="1569910"/>
                  </a:lnTo>
                  <a:lnTo>
                    <a:pt x="1203640" y="1569908"/>
                  </a:lnTo>
                  <a:lnTo>
                    <a:pt x="1203632" y="1569904"/>
                  </a:lnTo>
                  <a:lnTo>
                    <a:pt x="1203616" y="1569898"/>
                  </a:lnTo>
                  <a:lnTo>
                    <a:pt x="1203603" y="1569891"/>
                  </a:lnTo>
                  <a:lnTo>
                    <a:pt x="1203585" y="1569874"/>
                  </a:lnTo>
                  <a:lnTo>
                    <a:pt x="1203569" y="1569862"/>
                  </a:lnTo>
                  <a:lnTo>
                    <a:pt x="1203554" y="1569848"/>
                  </a:lnTo>
                  <a:lnTo>
                    <a:pt x="1203539" y="1569836"/>
                  </a:lnTo>
                  <a:lnTo>
                    <a:pt x="1203524" y="1569822"/>
                  </a:lnTo>
                  <a:lnTo>
                    <a:pt x="1203510" y="1569810"/>
                  </a:lnTo>
                  <a:lnTo>
                    <a:pt x="1203503" y="1569803"/>
                  </a:lnTo>
                  <a:lnTo>
                    <a:pt x="1203505" y="1569795"/>
                  </a:lnTo>
                  <a:lnTo>
                    <a:pt x="1203508" y="1569778"/>
                  </a:lnTo>
                  <a:lnTo>
                    <a:pt x="1203511" y="1569762"/>
                  </a:lnTo>
                  <a:lnTo>
                    <a:pt x="1203511" y="1569745"/>
                  </a:lnTo>
                  <a:lnTo>
                    <a:pt x="1203509" y="1569729"/>
                  </a:lnTo>
                  <a:lnTo>
                    <a:pt x="1203503" y="1569712"/>
                  </a:lnTo>
                  <a:lnTo>
                    <a:pt x="1203498" y="1569695"/>
                  </a:lnTo>
                  <a:lnTo>
                    <a:pt x="1203491" y="1569678"/>
                  </a:lnTo>
                  <a:lnTo>
                    <a:pt x="1203483" y="1569662"/>
                  </a:lnTo>
                  <a:lnTo>
                    <a:pt x="1203474" y="1569649"/>
                  </a:lnTo>
                  <a:lnTo>
                    <a:pt x="1203470" y="1569646"/>
                  </a:lnTo>
                  <a:lnTo>
                    <a:pt x="1203456" y="1569631"/>
                  </a:lnTo>
                  <a:lnTo>
                    <a:pt x="1203453" y="1569625"/>
                  </a:lnTo>
                  <a:lnTo>
                    <a:pt x="1203454" y="1569615"/>
                  </a:lnTo>
                  <a:lnTo>
                    <a:pt x="1203461" y="1569609"/>
                  </a:lnTo>
                  <a:lnTo>
                    <a:pt x="1203474" y="1569606"/>
                  </a:lnTo>
                  <a:lnTo>
                    <a:pt x="1203484" y="1569606"/>
                  </a:lnTo>
                  <a:lnTo>
                    <a:pt x="1203492" y="1569604"/>
                  </a:lnTo>
                  <a:lnTo>
                    <a:pt x="1203498" y="1569598"/>
                  </a:lnTo>
                  <a:lnTo>
                    <a:pt x="1203505" y="1569589"/>
                  </a:lnTo>
                  <a:lnTo>
                    <a:pt x="1203516" y="1569572"/>
                  </a:lnTo>
                  <a:lnTo>
                    <a:pt x="1203528" y="1569556"/>
                  </a:lnTo>
                  <a:lnTo>
                    <a:pt x="1203530" y="1569549"/>
                  </a:lnTo>
                  <a:lnTo>
                    <a:pt x="1203530" y="1569542"/>
                  </a:lnTo>
                  <a:lnTo>
                    <a:pt x="1203520" y="1569529"/>
                  </a:lnTo>
                  <a:lnTo>
                    <a:pt x="1203516" y="1569519"/>
                  </a:lnTo>
                  <a:lnTo>
                    <a:pt x="1203511" y="1569503"/>
                  </a:lnTo>
                  <a:lnTo>
                    <a:pt x="1203504" y="1569490"/>
                  </a:lnTo>
                  <a:lnTo>
                    <a:pt x="1203498" y="1569486"/>
                  </a:lnTo>
                  <a:lnTo>
                    <a:pt x="1203491" y="1569486"/>
                  </a:lnTo>
                  <a:lnTo>
                    <a:pt x="1203480" y="1569487"/>
                  </a:lnTo>
                  <a:lnTo>
                    <a:pt x="1203467" y="1569490"/>
                  </a:lnTo>
                  <a:lnTo>
                    <a:pt x="1203459" y="1569492"/>
                  </a:lnTo>
                  <a:lnTo>
                    <a:pt x="1203444" y="1569495"/>
                  </a:lnTo>
                  <a:lnTo>
                    <a:pt x="1203435" y="1569495"/>
                  </a:lnTo>
                  <a:lnTo>
                    <a:pt x="1203431" y="1569487"/>
                  </a:lnTo>
                  <a:lnTo>
                    <a:pt x="1203430" y="1569475"/>
                  </a:lnTo>
                  <a:lnTo>
                    <a:pt x="1203426" y="1569470"/>
                  </a:lnTo>
                  <a:lnTo>
                    <a:pt x="1203421" y="1569464"/>
                  </a:lnTo>
                  <a:lnTo>
                    <a:pt x="1203417" y="1569461"/>
                  </a:lnTo>
                  <a:lnTo>
                    <a:pt x="1203412" y="1569459"/>
                  </a:lnTo>
                  <a:lnTo>
                    <a:pt x="1203389" y="1569451"/>
                  </a:lnTo>
                  <a:lnTo>
                    <a:pt x="1203381" y="1569446"/>
                  </a:lnTo>
                  <a:lnTo>
                    <a:pt x="1203350" y="1569417"/>
                  </a:lnTo>
                  <a:lnTo>
                    <a:pt x="1203322" y="1569386"/>
                  </a:lnTo>
                  <a:lnTo>
                    <a:pt x="1203307" y="1569371"/>
                  </a:lnTo>
                  <a:lnTo>
                    <a:pt x="1203292" y="1569356"/>
                  </a:lnTo>
                  <a:lnTo>
                    <a:pt x="1203293" y="1569350"/>
                  </a:lnTo>
                  <a:lnTo>
                    <a:pt x="1203296" y="1569341"/>
                  </a:lnTo>
                  <a:lnTo>
                    <a:pt x="1203311" y="1569308"/>
                  </a:lnTo>
                  <a:lnTo>
                    <a:pt x="1203315" y="1569291"/>
                  </a:lnTo>
                  <a:lnTo>
                    <a:pt x="1203319" y="1569275"/>
                  </a:lnTo>
                  <a:lnTo>
                    <a:pt x="1203319" y="1569258"/>
                  </a:lnTo>
                  <a:lnTo>
                    <a:pt x="1203318" y="1569239"/>
                  </a:lnTo>
                  <a:lnTo>
                    <a:pt x="1203323" y="1569225"/>
                  </a:lnTo>
                  <a:lnTo>
                    <a:pt x="1203330" y="1569209"/>
                  </a:lnTo>
                  <a:lnTo>
                    <a:pt x="1203332" y="1569200"/>
                  </a:lnTo>
                  <a:lnTo>
                    <a:pt x="1203327" y="1569192"/>
                  </a:lnTo>
                  <a:lnTo>
                    <a:pt x="1203321" y="1569178"/>
                  </a:lnTo>
                  <a:lnTo>
                    <a:pt x="1203314" y="1569158"/>
                  </a:lnTo>
                  <a:lnTo>
                    <a:pt x="1203308" y="1569147"/>
                  </a:lnTo>
                  <a:lnTo>
                    <a:pt x="1203303" y="1569142"/>
                  </a:lnTo>
                  <a:lnTo>
                    <a:pt x="1203294" y="1569136"/>
                  </a:lnTo>
                  <a:lnTo>
                    <a:pt x="1203287" y="1569133"/>
                  </a:lnTo>
                  <a:lnTo>
                    <a:pt x="1203277" y="1569122"/>
                  </a:lnTo>
                  <a:lnTo>
                    <a:pt x="1203269" y="1569112"/>
                  </a:lnTo>
                  <a:lnTo>
                    <a:pt x="1203263" y="1569102"/>
                  </a:lnTo>
                  <a:lnTo>
                    <a:pt x="1203252" y="1569085"/>
                  </a:lnTo>
                  <a:lnTo>
                    <a:pt x="1203240" y="1569068"/>
                  </a:lnTo>
                  <a:lnTo>
                    <a:pt x="1203224" y="1569051"/>
                  </a:lnTo>
                  <a:lnTo>
                    <a:pt x="1203211" y="1569038"/>
                  </a:lnTo>
                  <a:lnTo>
                    <a:pt x="1203207" y="1569033"/>
                  </a:lnTo>
                  <a:lnTo>
                    <a:pt x="1203202" y="1569021"/>
                  </a:lnTo>
                  <a:lnTo>
                    <a:pt x="1203198" y="1569004"/>
                  </a:lnTo>
                  <a:lnTo>
                    <a:pt x="1203194" y="1568970"/>
                  </a:lnTo>
                  <a:lnTo>
                    <a:pt x="1203192" y="1568963"/>
                  </a:lnTo>
                  <a:lnTo>
                    <a:pt x="1203193" y="1568954"/>
                  </a:lnTo>
                  <a:lnTo>
                    <a:pt x="1203192" y="1568937"/>
                  </a:lnTo>
                  <a:lnTo>
                    <a:pt x="1203193" y="1568920"/>
                  </a:lnTo>
                  <a:lnTo>
                    <a:pt x="1203192" y="1568904"/>
                  </a:lnTo>
                  <a:lnTo>
                    <a:pt x="1203187" y="1568887"/>
                  </a:lnTo>
                  <a:lnTo>
                    <a:pt x="1203181" y="1568870"/>
                  </a:lnTo>
                  <a:lnTo>
                    <a:pt x="1203175" y="1568858"/>
                  </a:lnTo>
                  <a:lnTo>
                    <a:pt x="1203171" y="1568851"/>
                  </a:lnTo>
                  <a:lnTo>
                    <a:pt x="1203164" y="1568842"/>
                  </a:lnTo>
                  <a:lnTo>
                    <a:pt x="1203159" y="1568839"/>
                  </a:lnTo>
                  <a:lnTo>
                    <a:pt x="1203143" y="1568829"/>
                  </a:lnTo>
                  <a:lnTo>
                    <a:pt x="1203112" y="1568816"/>
                  </a:lnTo>
                  <a:lnTo>
                    <a:pt x="1203097" y="1568808"/>
                  </a:lnTo>
                  <a:lnTo>
                    <a:pt x="1203081" y="1568797"/>
                  </a:lnTo>
                  <a:lnTo>
                    <a:pt x="1203068" y="1568795"/>
                  </a:lnTo>
                  <a:lnTo>
                    <a:pt x="1203055" y="1568795"/>
                  </a:lnTo>
                  <a:lnTo>
                    <a:pt x="1203045" y="1568796"/>
                  </a:lnTo>
                  <a:lnTo>
                    <a:pt x="1203032" y="1568799"/>
                  </a:lnTo>
                  <a:lnTo>
                    <a:pt x="1203017" y="1568800"/>
                  </a:lnTo>
                  <a:lnTo>
                    <a:pt x="1203000" y="1568804"/>
                  </a:lnTo>
                  <a:lnTo>
                    <a:pt x="1202985" y="1568809"/>
                  </a:lnTo>
                  <a:lnTo>
                    <a:pt x="1202963" y="1568821"/>
                  </a:lnTo>
                  <a:lnTo>
                    <a:pt x="1202943" y="1568832"/>
                  </a:lnTo>
                  <a:lnTo>
                    <a:pt x="1202930" y="1568840"/>
                  </a:lnTo>
                  <a:lnTo>
                    <a:pt x="1202923" y="1568842"/>
                  </a:lnTo>
                  <a:lnTo>
                    <a:pt x="1202878" y="1568841"/>
                  </a:lnTo>
                  <a:lnTo>
                    <a:pt x="1202856" y="1568844"/>
                  </a:lnTo>
                  <a:lnTo>
                    <a:pt x="1202842" y="1568843"/>
                  </a:lnTo>
                  <a:lnTo>
                    <a:pt x="1202830" y="1568838"/>
                  </a:lnTo>
                  <a:lnTo>
                    <a:pt x="1202820" y="1568837"/>
                  </a:lnTo>
                  <a:lnTo>
                    <a:pt x="1202811" y="1568839"/>
                  </a:lnTo>
                  <a:lnTo>
                    <a:pt x="1202802" y="1568843"/>
                  </a:lnTo>
                  <a:lnTo>
                    <a:pt x="1202783" y="1568845"/>
                  </a:lnTo>
                  <a:lnTo>
                    <a:pt x="1202772" y="1568845"/>
                  </a:lnTo>
                  <a:lnTo>
                    <a:pt x="1202752" y="1568846"/>
                  </a:lnTo>
                  <a:lnTo>
                    <a:pt x="1202739" y="1568846"/>
                  </a:lnTo>
                  <a:lnTo>
                    <a:pt x="1202698" y="1568854"/>
                  </a:lnTo>
                  <a:lnTo>
                    <a:pt x="1202650" y="1568867"/>
                  </a:lnTo>
                  <a:lnTo>
                    <a:pt x="1202616" y="1568876"/>
                  </a:lnTo>
                  <a:lnTo>
                    <a:pt x="1202584" y="1568884"/>
                  </a:lnTo>
                  <a:lnTo>
                    <a:pt x="1202571" y="1568889"/>
                  </a:lnTo>
                  <a:lnTo>
                    <a:pt x="1202566" y="1568895"/>
                  </a:lnTo>
                  <a:lnTo>
                    <a:pt x="1202564" y="1568900"/>
                  </a:lnTo>
                  <a:lnTo>
                    <a:pt x="1202559" y="1568913"/>
                  </a:lnTo>
                  <a:lnTo>
                    <a:pt x="1202552" y="1568932"/>
                  </a:lnTo>
                  <a:lnTo>
                    <a:pt x="1202548" y="1568939"/>
                  </a:lnTo>
                  <a:lnTo>
                    <a:pt x="1202537" y="1568950"/>
                  </a:lnTo>
                  <a:lnTo>
                    <a:pt x="1202519" y="1568965"/>
                  </a:lnTo>
                  <a:lnTo>
                    <a:pt x="1202502" y="1568976"/>
                  </a:lnTo>
                  <a:lnTo>
                    <a:pt x="1202479" y="1568986"/>
                  </a:lnTo>
                  <a:lnTo>
                    <a:pt x="1202456" y="1568995"/>
                  </a:lnTo>
                  <a:lnTo>
                    <a:pt x="1202429" y="1569001"/>
                  </a:lnTo>
                  <a:lnTo>
                    <a:pt x="1202401" y="1569004"/>
                  </a:lnTo>
                  <a:lnTo>
                    <a:pt x="1202384" y="1569002"/>
                  </a:lnTo>
                  <a:lnTo>
                    <a:pt x="1202372" y="1568998"/>
                  </a:lnTo>
                  <a:lnTo>
                    <a:pt x="1202355" y="1568989"/>
                  </a:lnTo>
                  <a:lnTo>
                    <a:pt x="1202339" y="1568980"/>
                  </a:lnTo>
                  <a:lnTo>
                    <a:pt x="1202325" y="1568973"/>
                  </a:lnTo>
                  <a:lnTo>
                    <a:pt x="1202314" y="1568973"/>
                  </a:lnTo>
                  <a:lnTo>
                    <a:pt x="1202309" y="1568974"/>
                  </a:lnTo>
                  <a:lnTo>
                    <a:pt x="1202306" y="1568978"/>
                  </a:lnTo>
                  <a:lnTo>
                    <a:pt x="1202297" y="1568992"/>
                  </a:lnTo>
                  <a:lnTo>
                    <a:pt x="1202286" y="1569009"/>
                  </a:lnTo>
                  <a:lnTo>
                    <a:pt x="1202274" y="1569027"/>
                  </a:lnTo>
                  <a:lnTo>
                    <a:pt x="1202262" y="1569042"/>
                  </a:lnTo>
                  <a:lnTo>
                    <a:pt x="1202250" y="1569055"/>
                  </a:lnTo>
                  <a:lnTo>
                    <a:pt x="1202238" y="1569068"/>
                  </a:lnTo>
                  <a:lnTo>
                    <a:pt x="1202233" y="1569077"/>
                  </a:lnTo>
                  <a:lnTo>
                    <a:pt x="1202218" y="1569107"/>
                  </a:lnTo>
                  <a:lnTo>
                    <a:pt x="1202212" y="1569124"/>
                  </a:lnTo>
                  <a:lnTo>
                    <a:pt x="1202200" y="1569163"/>
                  </a:lnTo>
                  <a:lnTo>
                    <a:pt x="1202190" y="1569182"/>
                  </a:lnTo>
                  <a:lnTo>
                    <a:pt x="1202188" y="1569186"/>
                  </a:lnTo>
                  <a:lnTo>
                    <a:pt x="1202181" y="1569188"/>
                  </a:lnTo>
                  <a:lnTo>
                    <a:pt x="1202174" y="1569187"/>
                  </a:lnTo>
                  <a:lnTo>
                    <a:pt x="1202161" y="1569180"/>
                  </a:lnTo>
                  <a:lnTo>
                    <a:pt x="1202147" y="1569175"/>
                  </a:lnTo>
                  <a:lnTo>
                    <a:pt x="1202139" y="1569173"/>
                  </a:lnTo>
                  <a:lnTo>
                    <a:pt x="1202118" y="1569170"/>
                  </a:lnTo>
                  <a:lnTo>
                    <a:pt x="1202098" y="1569162"/>
                  </a:lnTo>
                  <a:lnTo>
                    <a:pt x="1202086" y="1569156"/>
                  </a:lnTo>
                  <a:lnTo>
                    <a:pt x="1202075" y="1569154"/>
                  </a:lnTo>
                  <a:lnTo>
                    <a:pt x="1202069" y="1569154"/>
                  </a:lnTo>
                  <a:lnTo>
                    <a:pt x="1202055" y="1569158"/>
                  </a:lnTo>
                  <a:lnTo>
                    <a:pt x="1202035" y="1569168"/>
                  </a:lnTo>
                  <a:lnTo>
                    <a:pt x="1202004" y="1569187"/>
                  </a:lnTo>
                  <a:lnTo>
                    <a:pt x="1201979" y="1569205"/>
                  </a:lnTo>
                  <a:lnTo>
                    <a:pt x="1201972" y="1569206"/>
                  </a:lnTo>
                  <a:lnTo>
                    <a:pt x="1201965" y="1569200"/>
                  </a:lnTo>
                  <a:lnTo>
                    <a:pt x="1201959" y="1569188"/>
                  </a:lnTo>
                  <a:lnTo>
                    <a:pt x="1201953" y="1569172"/>
                  </a:lnTo>
                  <a:lnTo>
                    <a:pt x="1201947" y="1569154"/>
                  </a:lnTo>
                  <a:lnTo>
                    <a:pt x="1201940" y="1569140"/>
                  </a:lnTo>
                  <a:lnTo>
                    <a:pt x="1201934" y="1569136"/>
                  </a:lnTo>
                  <a:lnTo>
                    <a:pt x="1201926" y="1569132"/>
                  </a:lnTo>
                  <a:lnTo>
                    <a:pt x="1201915" y="1569131"/>
                  </a:lnTo>
                  <a:lnTo>
                    <a:pt x="1201905" y="1569128"/>
                  </a:lnTo>
                  <a:lnTo>
                    <a:pt x="1201896" y="1569121"/>
                  </a:lnTo>
                  <a:lnTo>
                    <a:pt x="1201890" y="1569113"/>
                  </a:lnTo>
                  <a:lnTo>
                    <a:pt x="1201881" y="1569095"/>
                  </a:lnTo>
                  <a:lnTo>
                    <a:pt x="1201867" y="1569079"/>
                  </a:lnTo>
                  <a:lnTo>
                    <a:pt x="1201853" y="1569070"/>
                  </a:lnTo>
                  <a:lnTo>
                    <a:pt x="1201846" y="1569067"/>
                  </a:lnTo>
                  <a:lnTo>
                    <a:pt x="1201823" y="1569067"/>
                  </a:lnTo>
                  <a:lnTo>
                    <a:pt x="1201817" y="1569068"/>
                  </a:lnTo>
                  <a:lnTo>
                    <a:pt x="1201807" y="1569074"/>
                  </a:lnTo>
                  <a:lnTo>
                    <a:pt x="1201797" y="1569082"/>
                  </a:lnTo>
                  <a:lnTo>
                    <a:pt x="1201785" y="1569092"/>
                  </a:lnTo>
                  <a:lnTo>
                    <a:pt x="1201779" y="1569093"/>
                  </a:lnTo>
                  <a:lnTo>
                    <a:pt x="1201774" y="1569092"/>
                  </a:lnTo>
                  <a:lnTo>
                    <a:pt x="1201764" y="1569084"/>
                  </a:lnTo>
                  <a:lnTo>
                    <a:pt x="1201757" y="1569082"/>
                  </a:lnTo>
                  <a:lnTo>
                    <a:pt x="1201745" y="1569089"/>
                  </a:lnTo>
                  <a:lnTo>
                    <a:pt x="1201740" y="1569091"/>
                  </a:lnTo>
                  <a:lnTo>
                    <a:pt x="1201734" y="1569090"/>
                  </a:lnTo>
                  <a:lnTo>
                    <a:pt x="1201724" y="1569087"/>
                  </a:lnTo>
                  <a:lnTo>
                    <a:pt x="1201708" y="1569077"/>
                  </a:lnTo>
                  <a:lnTo>
                    <a:pt x="1201699" y="1569073"/>
                  </a:lnTo>
                  <a:lnTo>
                    <a:pt x="1201670" y="1569072"/>
                  </a:lnTo>
                  <a:lnTo>
                    <a:pt x="1201663" y="1569070"/>
                  </a:lnTo>
                  <a:lnTo>
                    <a:pt x="1201650" y="1569062"/>
                  </a:lnTo>
                  <a:lnTo>
                    <a:pt x="1201641" y="1569059"/>
                  </a:lnTo>
                  <a:lnTo>
                    <a:pt x="1201622" y="1569059"/>
                  </a:lnTo>
                  <a:lnTo>
                    <a:pt x="1201614" y="1569058"/>
                  </a:lnTo>
                  <a:lnTo>
                    <a:pt x="1201604" y="1569053"/>
                  </a:lnTo>
                  <a:lnTo>
                    <a:pt x="1201595" y="1569048"/>
                  </a:lnTo>
                  <a:lnTo>
                    <a:pt x="1201591" y="1569041"/>
                  </a:lnTo>
                  <a:lnTo>
                    <a:pt x="1201585" y="1569027"/>
                  </a:lnTo>
                  <a:lnTo>
                    <a:pt x="1201580" y="1569019"/>
                  </a:lnTo>
                  <a:lnTo>
                    <a:pt x="1201572" y="1569009"/>
                  </a:lnTo>
                  <a:lnTo>
                    <a:pt x="1201562" y="1569002"/>
                  </a:lnTo>
                  <a:lnTo>
                    <a:pt x="1201552" y="1568996"/>
                  </a:lnTo>
                  <a:lnTo>
                    <a:pt x="1201537" y="1568988"/>
                  </a:lnTo>
                  <a:lnTo>
                    <a:pt x="1201530" y="1568983"/>
                  </a:lnTo>
                  <a:lnTo>
                    <a:pt x="1201517" y="1568976"/>
                  </a:lnTo>
                  <a:lnTo>
                    <a:pt x="1201499" y="1568975"/>
                  </a:lnTo>
                  <a:lnTo>
                    <a:pt x="1201475" y="1568978"/>
                  </a:lnTo>
                  <a:lnTo>
                    <a:pt x="1201468" y="1568980"/>
                  </a:lnTo>
                  <a:lnTo>
                    <a:pt x="1201451" y="1568985"/>
                  </a:lnTo>
                  <a:lnTo>
                    <a:pt x="1201436" y="1568991"/>
                  </a:lnTo>
                  <a:lnTo>
                    <a:pt x="1201420" y="1568999"/>
                  </a:lnTo>
                  <a:lnTo>
                    <a:pt x="1201404" y="1569008"/>
                  </a:lnTo>
                  <a:lnTo>
                    <a:pt x="1201388" y="1569020"/>
                  </a:lnTo>
                  <a:lnTo>
                    <a:pt x="1201373" y="1569032"/>
                  </a:lnTo>
                  <a:lnTo>
                    <a:pt x="1201361" y="1569049"/>
                  </a:lnTo>
                  <a:lnTo>
                    <a:pt x="1201351" y="1569063"/>
                  </a:lnTo>
                  <a:lnTo>
                    <a:pt x="1201341" y="1569082"/>
                  </a:lnTo>
                  <a:lnTo>
                    <a:pt x="1201336" y="1569099"/>
                  </a:lnTo>
                  <a:lnTo>
                    <a:pt x="1201335" y="1569107"/>
                  </a:lnTo>
                  <a:lnTo>
                    <a:pt x="1201331" y="1569115"/>
                  </a:lnTo>
                  <a:lnTo>
                    <a:pt x="1201315" y="1569127"/>
                  </a:lnTo>
                  <a:lnTo>
                    <a:pt x="1201299" y="1569131"/>
                  </a:lnTo>
                  <a:lnTo>
                    <a:pt x="1201284" y="1569133"/>
                  </a:lnTo>
                  <a:lnTo>
                    <a:pt x="1201276" y="1569135"/>
                  </a:lnTo>
                  <a:lnTo>
                    <a:pt x="1201240" y="1569145"/>
                  </a:lnTo>
                  <a:lnTo>
                    <a:pt x="1201224" y="1569149"/>
                  </a:lnTo>
                  <a:lnTo>
                    <a:pt x="1201208" y="1569160"/>
                  </a:lnTo>
                  <a:lnTo>
                    <a:pt x="1201192" y="1569175"/>
                  </a:lnTo>
                  <a:lnTo>
                    <a:pt x="1201179" y="1569196"/>
                  </a:lnTo>
                  <a:lnTo>
                    <a:pt x="1201173" y="1569232"/>
                  </a:lnTo>
                  <a:lnTo>
                    <a:pt x="1201167" y="1569277"/>
                  </a:lnTo>
                  <a:lnTo>
                    <a:pt x="1201156" y="1569311"/>
                  </a:lnTo>
                  <a:lnTo>
                    <a:pt x="1201139" y="1569350"/>
                  </a:lnTo>
                  <a:lnTo>
                    <a:pt x="1201101" y="1569396"/>
                  </a:lnTo>
                  <a:lnTo>
                    <a:pt x="1201076" y="1569430"/>
                  </a:lnTo>
                  <a:lnTo>
                    <a:pt x="1201052" y="1569456"/>
                  </a:lnTo>
                  <a:lnTo>
                    <a:pt x="1201030" y="1569478"/>
                  </a:lnTo>
                  <a:lnTo>
                    <a:pt x="1200995" y="1569501"/>
                  </a:lnTo>
                  <a:lnTo>
                    <a:pt x="1200959" y="1569517"/>
                  </a:lnTo>
                  <a:lnTo>
                    <a:pt x="1200943" y="1569531"/>
                  </a:lnTo>
                  <a:lnTo>
                    <a:pt x="1200938" y="1569540"/>
                  </a:lnTo>
                  <a:lnTo>
                    <a:pt x="1200929" y="1569557"/>
                  </a:lnTo>
                  <a:lnTo>
                    <a:pt x="1200924" y="1569566"/>
                  </a:lnTo>
                  <a:lnTo>
                    <a:pt x="1200917" y="1569576"/>
                  </a:lnTo>
                  <a:lnTo>
                    <a:pt x="1200910" y="1569583"/>
                  </a:lnTo>
                  <a:lnTo>
                    <a:pt x="1200899" y="1569591"/>
                  </a:lnTo>
                  <a:lnTo>
                    <a:pt x="1200868" y="1569624"/>
                  </a:lnTo>
                  <a:lnTo>
                    <a:pt x="1200848" y="1569641"/>
                  </a:lnTo>
                  <a:lnTo>
                    <a:pt x="1200833" y="1569658"/>
                  </a:lnTo>
                  <a:lnTo>
                    <a:pt x="1200822" y="1569681"/>
                  </a:lnTo>
                  <a:lnTo>
                    <a:pt x="1200814" y="1569705"/>
                  </a:lnTo>
                  <a:lnTo>
                    <a:pt x="1200818" y="1569776"/>
                  </a:lnTo>
                  <a:lnTo>
                    <a:pt x="1200823" y="1569792"/>
                  </a:lnTo>
                  <a:lnTo>
                    <a:pt x="1200822" y="1569802"/>
                  </a:lnTo>
                  <a:lnTo>
                    <a:pt x="1200813" y="1569814"/>
                  </a:lnTo>
                  <a:lnTo>
                    <a:pt x="1200799" y="1569825"/>
                  </a:lnTo>
                  <a:lnTo>
                    <a:pt x="1200782" y="1569836"/>
                  </a:lnTo>
                  <a:lnTo>
                    <a:pt x="1200752" y="1569860"/>
                  </a:lnTo>
                  <a:lnTo>
                    <a:pt x="1200727" y="1569868"/>
                  </a:lnTo>
                  <a:lnTo>
                    <a:pt x="1200703" y="1569874"/>
                  </a:lnTo>
                  <a:lnTo>
                    <a:pt x="1200679" y="1569884"/>
                  </a:lnTo>
                  <a:lnTo>
                    <a:pt x="1200661" y="1569896"/>
                  </a:lnTo>
                  <a:lnTo>
                    <a:pt x="1200632" y="1569925"/>
                  </a:lnTo>
                  <a:lnTo>
                    <a:pt x="1200584" y="1569976"/>
                  </a:lnTo>
                  <a:lnTo>
                    <a:pt x="1200561" y="1570008"/>
                  </a:lnTo>
                  <a:lnTo>
                    <a:pt x="1200547" y="1570032"/>
                  </a:lnTo>
                  <a:lnTo>
                    <a:pt x="1200539" y="1570053"/>
                  </a:lnTo>
                  <a:lnTo>
                    <a:pt x="1200523" y="1570084"/>
                  </a:lnTo>
                  <a:lnTo>
                    <a:pt x="1200502" y="1570100"/>
                  </a:lnTo>
                  <a:lnTo>
                    <a:pt x="1200479" y="1570119"/>
                  </a:lnTo>
                  <a:lnTo>
                    <a:pt x="1200462" y="1570132"/>
                  </a:lnTo>
                  <a:lnTo>
                    <a:pt x="1200444" y="1570141"/>
                  </a:lnTo>
                  <a:lnTo>
                    <a:pt x="1200418" y="1570140"/>
                  </a:lnTo>
                  <a:lnTo>
                    <a:pt x="1200407" y="1570131"/>
                  </a:lnTo>
                  <a:lnTo>
                    <a:pt x="1200402" y="1570127"/>
                  </a:lnTo>
                  <a:lnTo>
                    <a:pt x="1200395" y="1570119"/>
                  </a:lnTo>
                  <a:lnTo>
                    <a:pt x="1200379" y="1570103"/>
                  </a:lnTo>
                  <a:lnTo>
                    <a:pt x="1200363" y="1570086"/>
                  </a:lnTo>
                  <a:lnTo>
                    <a:pt x="1200347" y="1570074"/>
                  </a:lnTo>
                  <a:lnTo>
                    <a:pt x="1200334" y="1570062"/>
                  </a:lnTo>
                  <a:lnTo>
                    <a:pt x="1200318" y="1570050"/>
                  </a:lnTo>
                  <a:lnTo>
                    <a:pt x="1200306" y="1570041"/>
                  </a:lnTo>
                  <a:lnTo>
                    <a:pt x="1200288" y="1570025"/>
                  </a:lnTo>
                  <a:lnTo>
                    <a:pt x="1200273" y="1570013"/>
                  </a:lnTo>
                  <a:lnTo>
                    <a:pt x="1200258" y="1570001"/>
                  </a:lnTo>
                  <a:lnTo>
                    <a:pt x="1200243" y="1569987"/>
                  </a:lnTo>
                  <a:lnTo>
                    <a:pt x="1200227" y="1569979"/>
                  </a:lnTo>
                  <a:lnTo>
                    <a:pt x="1200214" y="1569968"/>
                  </a:lnTo>
                  <a:lnTo>
                    <a:pt x="1200202" y="1569951"/>
                  </a:lnTo>
                  <a:lnTo>
                    <a:pt x="1200197" y="1569945"/>
                  </a:lnTo>
                  <a:lnTo>
                    <a:pt x="1200187" y="1569944"/>
                  </a:lnTo>
                  <a:lnTo>
                    <a:pt x="1200172" y="1569947"/>
                  </a:lnTo>
                  <a:lnTo>
                    <a:pt x="1200156" y="1569953"/>
                  </a:lnTo>
                  <a:lnTo>
                    <a:pt x="1200124" y="1569965"/>
                  </a:lnTo>
                  <a:lnTo>
                    <a:pt x="1200109" y="1569974"/>
                  </a:lnTo>
                  <a:lnTo>
                    <a:pt x="1200095" y="1569989"/>
                  </a:lnTo>
                  <a:lnTo>
                    <a:pt x="1200084" y="1570006"/>
                  </a:lnTo>
                  <a:lnTo>
                    <a:pt x="1200076" y="1570022"/>
                  </a:lnTo>
                  <a:lnTo>
                    <a:pt x="1200066" y="1570039"/>
                  </a:lnTo>
                  <a:lnTo>
                    <a:pt x="1200056" y="1570048"/>
                  </a:lnTo>
                  <a:lnTo>
                    <a:pt x="1200050" y="1570050"/>
                  </a:lnTo>
                  <a:lnTo>
                    <a:pt x="1200034" y="1570054"/>
                  </a:lnTo>
                  <a:lnTo>
                    <a:pt x="1200023" y="1570052"/>
                  </a:lnTo>
                  <a:lnTo>
                    <a:pt x="1200003" y="1570049"/>
                  </a:lnTo>
                  <a:lnTo>
                    <a:pt x="1199987" y="1570048"/>
                  </a:lnTo>
                  <a:lnTo>
                    <a:pt x="1199969" y="1570048"/>
                  </a:lnTo>
                  <a:lnTo>
                    <a:pt x="1199950" y="1570048"/>
                  </a:lnTo>
                  <a:lnTo>
                    <a:pt x="1199921" y="1570051"/>
                  </a:lnTo>
                  <a:lnTo>
                    <a:pt x="1199903" y="1570051"/>
                  </a:lnTo>
                  <a:lnTo>
                    <a:pt x="1199893" y="1570055"/>
                  </a:lnTo>
                  <a:lnTo>
                    <a:pt x="1199881" y="1570057"/>
                  </a:lnTo>
                  <a:lnTo>
                    <a:pt x="1199869" y="1570053"/>
                  </a:lnTo>
                  <a:lnTo>
                    <a:pt x="1199864" y="1570046"/>
                  </a:lnTo>
                  <a:lnTo>
                    <a:pt x="1199854" y="1570030"/>
                  </a:lnTo>
                  <a:lnTo>
                    <a:pt x="1199850" y="1570013"/>
                  </a:lnTo>
                  <a:lnTo>
                    <a:pt x="1199847" y="1569996"/>
                  </a:lnTo>
                  <a:lnTo>
                    <a:pt x="1199843" y="1569979"/>
                  </a:lnTo>
                  <a:lnTo>
                    <a:pt x="1199840" y="1569962"/>
                  </a:lnTo>
                  <a:lnTo>
                    <a:pt x="1199837" y="1569946"/>
                  </a:lnTo>
                  <a:lnTo>
                    <a:pt x="1199827" y="1569929"/>
                  </a:lnTo>
                  <a:lnTo>
                    <a:pt x="1199821" y="1569920"/>
                  </a:lnTo>
                  <a:lnTo>
                    <a:pt x="1199814" y="1569913"/>
                  </a:lnTo>
                  <a:lnTo>
                    <a:pt x="1199800" y="1569900"/>
                  </a:lnTo>
                  <a:lnTo>
                    <a:pt x="1199784" y="1569888"/>
                  </a:lnTo>
                  <a:lnTo>
                    <a:pt x="1199769" y="1569878"/>
                  </a:lnTo>
                  <a:lnTo>
                    <a:pt x="1199757" y="1569871"/>
                  </a:lnTo>
                  <a:lnTo>
                    <a:pt x="1199740" y="1569853"/>
                  </a:lnTo>
                  <a:lnTo>
                    <a:pt x="1199728" y="1569835"/>
                  </a:lnTo>
                  <a:lnTo>
                    <a:pt x="1199694" y="1569794"/>
                  </a:lnTo>
                  <a:lnTo>
                    <a:pt x="1199674" y="1569766"/>
                  </a:lnTo>
                  <a:lnTo>
                    <a:pt x="1199648" y="1569743"/>
                  </a:lnTo>
                  <a:lnTo>
                    <a:pt x="1199632" y="1569733"/>
                  </a:lnTo>
                  <a:lnTo>
                    <a:pt x="1199615" y="1569721"/>
                  </a:lnTo>
                  <a:lnTo>
                    <a:pt x="1199608" y="1569711"/>
                  </a:lnTo>
                  <a:lnTo>
                    <a:pt x="1199605" y="1569695"/>
                  </a:lnTo>
                  <a:lnTo>
                    <a:pt x="1199589" y="1569665"/>
                  </a:lnTo>
                  <a:lnTo>
                    <a:pt x="1199566" y="1569635"/>
                  </a:lnTo>
                  <a:lnTo>
                    <a:pt x="1199533" y="1569604"/>
                  </a:lnTo>
                  <a:lnTo>
                    <a:pt x="1199493" y="1569567"/>
                  </a:lnTo>
                  <a:lnTo>
                    <a:pt x="1199469" y="1569509"/>
                  </a:lnTo>
                  <a:lnTo>
                    <a:pt x="1199448" y="1569467"/>
                  </a:lnTo>
                  <a:lnTo>
                    <a:pt x="1199433" y="1569433"/>
                  </a:lnTo>
                  <a:lnTo>
                    <a:pt x="1199434" y="1569414"/>
                  </a:lnTo>
                  <a:lnTo>
                    <a:pt x="1199437" y="1569398"/>
                  </a:lnTo>
                  <a:lnTo>
                    <a:pt x="1199444" y="1569384"/>
                  </a:lnTo>
                  <a:lnTo>
                    <a:pt x="1199464" y="1569351"/>
                  </a:lnTo>
                  <a:lnTo>
                    <a:pt x="1199478" y="1569331"/>
                  </a:lnTo>
                  <a:lnTo>
                    <a:pt x="1199490" y="1569316"/>
                  </a:lnTo>
                  <a:lnTo>
                    <a:pt x="1199499" y="1569313"/>
                  </a:lnTo>
                  <a:lnTo>
                    <a:pt x="1199509" y="1569310"/>
                  </a:lnTo>
                  <a:lnTo>
                    <a:pt x="1199525" y="1569308"/>
                  </a:lnTo>
                  <a:lnTo>
                    <a:pt x="1199535" y="1569305"/>
                  </a:lnTo>
                  <a:lnTo>
                    <a:pt x="1199544" y="1569302"/>
                  </a:lnTo>
                  <a:lnTo>
                    <a:pt x="1199555" y="1569293"/>
                  </a:lnTo>
                  <a:lnTo>
                    <a:pt x="1199565" y="1569288"/>
                  </a:lnTo>
                  <a:lnTo>
                    <a:pt x="1199571" y="1569284"/>
                  </a:lnTo>
                  <a:lnTo>
                    <a:pt x="1199581" y="1569283"/>
                  </a:lnTo>
                  <a:lnTo>
                    <a:pt x="1199599" y="1569283"/>
                  </a:lnTo>
                  <a:lnTo>
                    <a:pt x="1199612" y="1569285"/>
                  </a:lnTo>
                  <a:lnTo>
                    <a:pt x="1199623" y="1569287"/>
                  </a:lnTo>
                  <a:lnTo>
                    <a:pt x="1199633" y="1569292"/>
                  </a:lnTo>
                  <a:lnTo>
                    <a:pt x="1199642" y="1569290"/>
                  </a:lnTo>
                  <a:lnTo>
                    <a:pt x="1199639" y="1569281"/>
                  </a:lnTo>
                  <a:lnTo>
                    <a:pt x="1199639" y="1569270"/>
                  </a:lnTo>
                  <a:lnTo>
                    <a:pt x="1199643" y="1569253"/>
                  </a:lnTo>
                  <a:lnTo>
                    <a:pt x="1199649" y="1569237"/>
                  </a:lnTo>
                  <a:lnTo>
                    <a:pt x="1199653" y="1569220"/>
                  </a:lnTo>
                  <a:lnTo>
                    <a:pt x="1199658" y="1569204"/>
                  </a:lnTo>
                  <a:lnTo>
                    <a:pt x="1199667" y="1569188"/>
                  </a:lnTo>
                  <a:lnTo>
                    <a:pt x="1199666" y="1569172"/>
                  </a:lnTo>
                  <a:lnTo>
                    <a:pt x="1199656" y="1569154"/>
                  </a:lnTo>
                  <a:lnTo>
                    <a:pt x="1199646" y="1569137"/>
                  </a:lnTo>
                  <a:lnTo>
                    <a:pt x="1199639" y="1569120"/>
                  </a:lnTo>
                  <a:lnTo>
                    <a:pt x="1199634" y="1569101"/>
                  </a:lnTo>
                  <a:lnTo>
                    <a:pt x="1199638" y="1569098"/>
                  </a:lnTo>
                  <a:lnTo>
                    <a:pt x="1199647" y="1569098"/>
                  </a:lnTo>
                  <a:lnTo>
                    <a:pt x="1199663" y="1569099"/>
                  </a:lnTo>
                  <a:lnTo>
                    <a:pt x="1199678" y="1569101"/>
                  </a:lnTo>
                  <a:lnTo>
                    <a:pt x="1199692" y="1569101"/>
                  </a:lnTo>
                  <a:lnTo>
                    <a:pt x="1199707" y="1569100"/>
                  </a:lnTo>
                  <a:lnTo>
                    <a:pt x="1199719" y="1569097"/>
                  </a:lnTo>
                  <a:lnTo>
                    <a:pt x="1199725" y="1569094"/>
                  </a:lnTo>
                  <a:lnTo>
                    <a:pt x="1199741" y="1569083"/>
                  </a:lnTo>
                  <a:lnTo>
                    <a:pt x="1199757" y="1569070"/>
                  </a:lnTo>
                  <a:lnTo>
                    <a:pt x="1199771" y="1569055"/>
                  </a:lnTo>
                  <a:lnTo>
                    <a:pt x="1199777" y="1569047"/>
                  </a:lnTo>
                  <a:lnTo>
                    <a:pt x="1199778" y="1569039"/>
                  </a:lnTo>
                  <a:lnTo>
                    <a:pt x="1199778" y="1569031"/>
                  </a:lnTo>
                  <a:lnTo>
                    <a:pt x="1199774" y="1569022"/>
                  </a:lnTo>
                  <a:lnTo>
                    <a:pt x="1199765" y="1569005"/>
                  </a:lnTo>
                  <a:lnTo>
                    <a:pt x="1199762" y="1569000"/>
                  </a:lnTo>
                  <a:lnTo>
                    <a:pt x="1199752" y="1568989"/>
                  </a:lnTo>
                  <a:lnTo>
                    <a:pt x="1199746" y="1568979"/>
                  </a:lnTo>
                  <a:lnTo>
                    <a:pt x="1199743" y="1568972"/>
                  </a:lnTo>
                  <a:lnTo>
                    <a:pt x="1199744" y="1568964"/>
                  </a:lnTo>
                  <a:lnTo>
                    <a:pt x="1199748" y="1568955"/>
                  </a:lnTo>
                  <a:lnTo>
                    <a:pt x="1199760" y="1568938"/>
                  </a:lnTo>
                  <a:lnTo>
                    <a:pt x="1199773" y="1568923"/>
                  </a:lnTo>
                  <a:lnTo>
                    <a:pt x="1199784" y="1568907"/>
                  </a:lnTo>
                  <a:lnTo>
                    <a:pt x="1199787" y="1568890"/>
                  </a:lnTo>
                  <a:lnTo>
                    <a:pt x="1199788" y="1568875"/>
                  </a:lnTo>
                  <a:lnTo>
                    <a:pt x="1199783" y="1568857"/>
                  </a:lnTo>
                  <a:lnTo>
                    <a:pt x="1199782" y="1568847"/>
                  </a:lnTo>
                  <a:lnTo>
                    <a:pt x="1199785" y="1568840"/>
                  </a:lnTo>
                  <a:lnTo>
                    <a:pt x="1199789" y="1568830"/>
                  </a:lnTo>
                  <a:lnTo>
                    <a:pt x="1199794" y="1568823"/>
                  </a:lnTo>
                  <a:lnTo>
                    <a:pt x="1199810" y="1568812"/>
                  </a:lnTo>
                  <a:lnTo>
                    <a:pt x="1199826" y="1568804"/>
                  </a:lnTo>
                  <a:lnTo>
                    <a:pt x="1199842" y="1568797"/>
                  </a:lnTo>
                  <a:lnTo>
                    <a:pt x="1199857" y="1568788"/>
                  </a:lnTo>
                  <a:lnTo>
                    <a:pt x="1199873" y="1568778"/>
                  </a:lnTo>
                  <a:lnTo>
                    <a:pt x="1199882" y="1568774"/>
                  </a:lnTo>
                  <a:lnTo>
                    <a:pt x="1199889" y="1568767"/>
                  </a:lnTo>
                  <a:lnTo>
                    <a:pt x="1199896" y="1568760"/>
                  </a:lnTo>
                  <a:lnTo>
                    <a:pt x="1199899" y="1568752"/>
                  </a:lnTo>
                  <a:lnTo>
                    <a:pt x="1199903" y="1568736"/>
                  </a:lnTo>
                  <a:lnTo>
                    <a:pt x="1199906" y="1568719"/>
                  </a:lnTo>
                  <a:lnTo>
                    <a:pt x="1199912" y="1568702"/>
                  </a:lnTo>
                  <a:lnTo>
                    <a:pt x="1199920" y="1568686"/>
                  </a:lnTo>
                  <a:lnTo>
                    <a:pt x="1199930" y="1568671"/>
                  </a:lnTo>
                  <a:lnTo>
                    <a:pt x="1199943" y="1568664"/>
                  </a:lnTo>
                  <a:lnTo>
                    <a:pt x="1199962" y="1568661"/>
                  </a:lnTo>
                  <a:lnTo>
                    <a:pt x="1199977" y="1568659"/>
                  </a:lnTo>
                  <a:lnTo>
                    <a:pt x="1199993" y="1568654"/>
                  </a:lnTo>
                  <a:lnTo>
                    <a:pt x="1200009" y="1568647"/>
                  </a:lnTo>
                  <a:lnTo>
                    <a:pt x="1200022" y="1568641"/>
                  </a:lnTo>
                  <a:lnTo>
                    <a:pt x="1200041" y="1568632"/>
                  </a:lnTo>
                  <a:lnTo>
                    <a:pt x="1200059" y="1568619"/>
                  </a:lnTo>
                  <a:lnTo>
                    <a:pt x="1200065" y="1568614"/>
                  </a:lnTo>
                  <a:lnTo>
                    <a:pt x="1200070" y="1568607"/>
                  </a:lnTo>
                  <a:lnTo>
                    <a:pt x="1200081" y="1568591"/>
                  </a:lnTo>
                  <a:lnTo>
                    <a:pt x="1200090" y="1568574"/>
                  </a:lnTo>
                  <a:lnTo>
                    <a:pt x="1200101" y="1568558"/>
                  </a:lnTo>
                  <a:lnTo>
                    <a:pt x="1200108" y="1568541"/>
                  </a:lnTo>
                  <a:lnTo>
                    <a:pt x="1200108" y="1568524"/>
                  </a:lnTo>
                  <a:lnTo>
                    <a:pt x="1200109" y="1568508"/>
                  </a:lnTo>
                  <a:lnTo>
                    <a:pt x="1200110" y="1568499"/>
                  </a:lnTo>
                  <a:lnTo>
                    <a:pt x="1200115" y="1568483"/>
                  </a:lnTo>
                  <a:lnTo>
                    <a:pt x="1200119" y="1568475"/>
                  </a:lnTo>
                  <a:lnTo>
                    <a:pt x="1200129" y="1568458"/>
                  </a:lnTo>
                  <a:lnTo>
                    <a:pt x="1200141" y="1568442"/>
                  </a:lnTo>
                  <a:lnTo>
                    <a:pt x="1200150" y="1568430"/>
                  </a:lnTo>
                  <a:lnTo>
                    <a:pt x="1200155" y="1568413"/>
                  </a:lnTo>
                  <a:lnTo>
                    <a:pt x="1200159" y="1568388"/>
                  </a:lnTo>
                  <a:lnTo>
                    <a:pt x="1200157" y="1568375"/>
                  </a:lnTo>
                  <a:lnTo>
                    <a:pt x="1200153" y="1568359"/>
                  </a:lnTo>
                  <a:lnTo>
                    <a:pt x="1200147" y="1568342"/>
                  </a:lnTo>
                  <a:lnTo>
                    <a:pt x="1200140" y="1568325"/>
                  </a:lnTo>
                  <a:lnTo>
                    <a:pt x="1200132" y="1568308"/>
                  </a:lnTo>
                  <a:lnTo>
                    <a:pt x="1200119" y="1568292"/>
                  </a:lnTo>
                  <a:lnTo>
                    <a:pt x="1200114" y="1568287"/>
                  </a:lnTo>
                  <a:lnTo>
                    <a:pt x="1200110" y="1568275"/>
                  </a:lnTo>
                  <a:lnTo>
                    <a:pt x="1200107" y="1568266"/>
                  </a:lnTo>
                  <a:lnTo>
                    <a:pt x="1200103" y="1568259"/>
                  </a:lnTo>
                  <a:lnTo>
                    <a:pt x="1200093" y="1568244"/>
                  </a:lnTo>
                  <a:lnTo>
                    <a:pt x="1200089" y="1568236"/>
                  </a:lnTo>
                  <a:lnTo>
                    <a:pt x="1200084" y="1568229"/>
                  </a:lnTo>
                  <a:lnTo>
                    <a:pt x="1200077" y="1568215"/>
                  </a:lnTo>
                  <a:lnTo>
                    <a:pt x="1200069" y="1568193"/>
                  </a:lnTo>
                  <a:lnTo>
                    <a:pt x="1200061" y="1568171"/>
                  </a:lnTo>
                  <a:lnTo>
                    <a:pt x="1200056" y="1568159"/>
                  </a:lnTo>
                  <a:lnTo>
                    <a:pt x="1200048" y="1568148"/>
                  </a:lnTo>
                  <a:lnTo>
                    <a:pt x="1200034" y="1568130"/>
                  </a:lnTo>
                  <a:lnTo>
                    <a:pt x="1200026" y="1568117"/>
                  </a:lnTo>
                  <a:lnTo>
                    <a:pt x="1200024" y="1568109"/>
                  </a:lnTo>
                  <a:lnTo>
                    <a:pt x="1200024" y="1568102"/>
                  </a:lnTo>
                  <a:lnTo>
                    <a:pt x="1200026" y="1568091"/>
                  </a:lnTo>
                  <a:lnTo>
                    <a:pt x="1200028" y="1568084"/>
                  </a:lnTo>
                  <a:lnTo>
                    <a:pt x="1200031" y="1568080"/>
                  </a:lnTo>
                  <a:lnTo>
                    <a:pt x="1200049" y="1568064"/>
                  </a:lnTo>
                  <a:lnTo>
                    <a:pt x="1200067" y="1568048"/>
                  </a:lnTo>
                  <a:lnTo>
                    <a:pt x="1200081" y="1568035"/>
                  </a:lnTo>
                  <a:lnTo>
                    <a:pt x="1200099" y="1568023"/>
                  </a:lnTo>
                  <a:lnTo>
                    <a:pt x="1200109" y="1568013"/>
                  </a:lnTo>
                  <a:lnTo>
                    <a:pt x="1200114" y="1568001"/>
                  </a:lnTo>
                  <a:lnTo>
                    <a:pt x="1200115" y="1567991"/>
                  </a:lnTo>
                  <a:lnTo>
                    <a:pt x="1200115" y="1567982"/>
                  </a:lnTo>
                  <a:lnTo>
                    <a:pt x="1200113" y="1567971"/>
                  </a:lnTo>
                  <a:lnTo>
                    <a:pt x="1200111" y="1567961"/>
                  </a:lnTo>
                  <a:lnTo>
                    <a:pt x="1200112" y="1567951"/>
                  </a:lnTo>
                  <a:lnTo>
                    <a:pt x="1200116" y="1567941"/>
                  </a:lnTo>
                  <a:lnTo>
                    <a:pt x="1200122" y="1567933"/>
                  </a:lnTo>
                  <a:lnTo>
                    <a:pt x="1200132" y="1567925"/>
                  </a:lnTo>
                  <a:lnTo>
                    <a:pt x="1200147" y="1567913"/>
                  </a:lnTo>
                  <a:lnTo>
                    <a:pt x="1200152" y="1567907"/>
                  </a:lnTo>
                  <a:lnTo>
                    <a:pt x="1200155" y="1567896"/>
                  </a:lnTo>
                  <a:lnTo>
                    <a:pt x="1200157" y="1567880"/>
                  </a:lnTo>
                  <a:lnTo>
                    <a:pt x="1200159" y="1567863"/>
                  </a:lnTo>
                  <a:lnTo>
                    <a:pt x="1200158" y="1567846"/>
                  </a:lnTo>
                  <a:lnTo>
                    <a:pt x="1200159" y="1567838"/>
                  </a:lnTo>
                  <a:lnTo>
                    <a:pt x="1200165" y="1567834"/>
                  </a:lnTo>
                  <a:lnTo>
                    <a:pt x="1200182" y="1567834"/>
                  </a:lnTo>
                  <a:lnTo>
                    <a:pt x="1200198" y="1567834"/>
                  </a:lnTo>
                  <a:lnTo>
                    <a:pt x="1200214" y="1567833"/>
                  </a:lnTo>
                  <a:lnTo>
                    <a:pt x="1200222" y="1567826"/>
                  </a:lnTo>
                  <a:lnTo>
                    <a:pt x="1200228" y="1567819"/>
                  </a:lnTo>
                  <a:lnTo>
                    <a:pt x="1200240" y="1567804"/>
                  </a:lnTo>
                  <a:lnTo>
                    <a:pt x="1200254" y="1567787"/>
                  </a:lnTo>
                  <a:lnTo>
                    <a:pt x="1200263" y="1567784"/>
                  </a:lnTo>
                  <a:lnTo>
                    <a:pt x="1200270" y="1567784"/>
                  </a:lnTo>
                  <a:lnTo>
                    <a:pt x="1200286" y="1567782"/>
                  </a:lnTo>
                  <a:lnTo>
                    <a:pt x="1200301" y="1567777"/>
                  </a:lnTo>
                  <a:lnTo>
                    <a:pt x="1200313" y="1567772"/>
                  </a:lnTo>
                  <a:lnTo>
                    <a:pt x="1200317" y="1567769"/>
                  </a:lnTo>
                  <a:lnTo>
                    <a:pt x="1200331" y="1567755"/>
                  </a:lnTo>
                  <a:lnTo>
                    <a:pt x="1200347" y="1567742"/>
                  </a:lnTo>
                  <a:lnTo>
                    <a:pt x="1200362" y="1567736"/>
                  </a:lnTo>
                  <a:lnTo>
                    <a:pt x="1200378" y="1567734"/>
                  </a:lnTo>
                  <a:lnTo>
                    <a:pt x="1200394" y="1567730"/>
                  </a:lnTo>
                  <a:lnTo>
                    <a:pt x="1200409" y="1567730"/>
                  </a:lnTo>
                  <a:lnTo>
                    <a:pt x="1200425" y="1567731"/>
                  </a:lnTo>
                  <a:lnTo>
                    <a:pt x="1200440" y="1567735"/>
                  </a:lnTo>
                  <a:lnTo>
                    <a:pt x="1200456" y="1567740"/>
                  </a:lnTo>
                  <a:lnTo>
                    <a:pt x="1200472" y="1567746"/>
                  </a:lnTo>
                  <a:lnTo>
                    <a:pt x="1200488" y="1567748"/>
                  </a:lnTo>
                  <a:lnTo>
                    <a:pt x="1200503" y="1567747"/>
                  </a:lnTo>
                  <a:lnTo>
                    <a:pt x="1200519" y="1567746"/>
                  </a:lnTo>
                  <a:lnTo>
                    <a:pt x="1200534" y="1567747"/>
                  </a:lnTo>
                  <a:lnTo>
                    <a:pt x="1200550" y="1567750"/>
                  </a:lnTo>
                  <a:lnTo>
                    <a:pt x="1200576" y="1567752"/>
                  </a:lnTo>
                  <a:lnTo>
                    <a:pt x="1200581" y="1567752"/>
                  </a:lnTo>
                  <a:lnTo>
                    <a:pt x="1200589" y="1567750"/>
                  </a:lnTo>
                  <a:lnTo>
                    <a:pt x="1200593" y="1567746"/>
                  </a:lnTo>
                  <a:lnTo>
                    <a:pt x="1200595" y="1567742"/>
                  </a:lnTo>
                  <a:lnTo>
                    <a:pt x="1200600" y="1567725"/>
                  </a:lnTo>
                  <a:lnTo>
                    <a:pt x="1200604" y="1567709"/>
                  </a:lnTo>
                  <a:lnTo>
                    <a:pt x="1200608" y="1567692"/>
                  </a:lnTo>
                  <a:lnTo>
                    <a:pt x="1200613" y="1567675"/>
                  </a:lnTo>
                  <a:lnTo>
                    <a:pt x="1200617" y="1567659"/>
                  </a:lnTo>
                  <a:lnTo>
                    <a:pt x="1200619" y="1567646"/>
                  </a:lnTo>
                  <a:lnTo>
                    <a:pt x="1200620" y="1567636"/>
                  </a:lnTo>
                  <a:lnTo>
                    <a:pt x="1200618" y="1567628"/>
                  </a:lnTo>
                  <a:lnTo>
                    <a:pt x="1200612" y="1567619"/>
                  </a:lnTo>
                  <a:lnTo>
                    <a:pt x="1200602" y="1567609"/>
                  </a:lnTo>
                  <a:lnTo>
                    <a:pt x="1200592" y="1567600"/>
                  </a:lnTo>
                  <a:lnTo>
                    <a:pt x="1200581" y="1567587"/>
                  </a:lnTo>
                  <a:lnTo>
                    <a:pt x="1200576" y="1567577"/>
                  </a:lnTo>
                  <a:lnTo>
                    <a:pt x="1200572" y="1567558"/>
                  </a:lnTo>
                  <a:lnTo>
                    <a:pt x="1200570" y="1567543"/>
                  </a:lnTo>
                  <a:lnTo>
                    <a:pt x="1200574" y="1567526"/>
                  </a:lnTo>
                  <a:lnTo>
                    <a:pt x="1200562" y="1567522"/>
                  </a:lnTo>
                  <a:lnTo>
                    <a:pt x="1200558" y="1567519"/>
                  </a:lnTo>
                  <a:lnTo>
                    <a:pt x="1200543" y="1567505"/>
                  </a:lnTo>
                  <a:lnTo>
                    <a:pt x="1200530" y="1567490"/>
                  </a:lnTo>
                  <a:lnTo>
                    <a:pt x="1200521" y="1567473"/>
                  </a:lnTo>
                  <a:lnTo>
                    <a:pt x="1200516" y="1567456"/>
                  </a:lnTo>
                  <a:lnTo>
                    <a:pt x="1200507" y="1567439"/>
                  </a:lnTo>
                  <a:lnTo>
                    <a:pt x="1200495" y="1567423"/>
                  </a:lnTo>
                  <a:lnTo>
                    <a:pt x="1200483" y="1567407"/>
                  </a:lnTo>
                  <a:lnTo>
                    <a:pt x="1200476" y="1567394"/>
                  </a:lnTo>
                  <a:lnTo>
                    <a:pt x="1200471" y="1567380"/>
                  </a:lnTo>
                  <a:lnTo>
                    <a:pt x="1200470" y="1567373"/>
                  </a:lnTo>
                  <a:lnTo>
                    <a:pt x="1200467" y="1567356"/>
                  </a:lnTo>
                  <a:lnTo>
                    <a:pt x="1200467" y="1567339"/>
                  </a:lnTo>
                  <a:lnTo>
                    <a:pt x="1200462" y="1567323"/>
                  </a:lnTo>
                  <a:lnTo>
                    <a:pt x="1200454" y="1567306"/>
                  </a:lnTo>
                  <a:lnTo>
                    <a:pt x="1200447" y="1567296"/>
                  </a:lnTo>
                  <a:lnTo>
                    <a:pt x="1200441" y="1567291"/>
                  </a:lnTo>
                  <a:lnTo>
                    <a:pt x="1200426" y="1567284"/>
                  </a:lnTo>
                  <a:lnTo>
                    <a:pt x="1200414" y="1567275"/>
                  </a:lnTo>
                  <a:lnTo>
                    <a:pt x="1200412" y="1567271"/>
                  </a:lnTo>
                  <a:lnTo>
                    <a:pt x="1200402" y="1567254"/>
                  </a:lnTo>
                  <a:lnTo>
                    <a:pt x="1200393" y="1567237"/>
                  </a:lnTo>
                  <a:lnTo>
                    <a:pt x="1200382" y="1567220"/>
                  </a:lnTo>
                  <a:lnTo>
                    <a:pt x="1200367" y="1567205"/>
                  </a:lnTo>
                  <a:lnTo>
                    <a:pt x="1200360" y="1567199"/>
                  </a:lnTo>
                  <a:lnTo>
                    <a:pt x="1200336" y="1567186"/>
                  </a:lnTo>
                  <a:lnTo>
                    <a:pt x="1200305" y="1567179"/>
                  </a:lnTo>
                  <a:lnTo>
                    <a:pt x="1200283" y="1567172"/>
                  </a:lnTo>
                  <a:lnTo>
                    <a:pt x="1200274" y="1567170"/>
                  </a:lnTo>
                  <a:lnTo>
                    <a:pt x="1200265" y="1567166"/>
                  </a:lnTo>
                  <a:lnTo>
                    <a:pt x="1200259" y="1567160"/>
                  </a:lnTo>
                  <a:lnTo>
                    <a:pt x="1200245" y="1567145"/>
                  </a:lnTo>
                  <a:lnTo>
                    <a:pt x="1200230" y="1567136"/>
                  </a:lnTo>
                  <a:lnTo>
                    <a:pt x="1200214" y="1567127"/>
                  </a:lnTo>
                  <a:lnTo>
                    <a:pt x="1200205" y="1567124"/>
                  </a:lnTo>
                  <a:lnTo>
                    <a:pt x="1200198" y="1567122"/>
                  </a:lnTo>
                  <a:lnTo>
                    <a:pt x="1200167" y="1567119"/>
                  </a:lnTo>
                  <a:lnTo>
                    <a:pt x="1200152" y="1567118"/>
                  </a:lnTo>
                  <a:lnTo>
                    <a:pt x="1200136" y="1567117"/>
                  </a:lnTo>
                  <a:lnTo>
                    <a:pt x="1200128" y="1567110"/>
                  </a:lnTo>
                  <a:lnTo>
                    <a:pt x="1200121" y="1567102"/>
                  </a:lnTo>
                  <a:lnTo>
                    <a:pt x="1200111" y="1567085"/>
                  </a:lnTo>
                  <a:lnTo>
                    <a:pt x="1200108" y="1567069"/>
                  </a:lnTo>
                  <a:lnTo>
                    <a:pt x="1200104" y="1567052"/>
                  </a:lnTo>
                  <a:lnTo>
                    <a:pt x="1200103" y="1567035"/>
                  </a:lnTo>
                  <a:lnTo>
                    <a:pt x="1200099" y="1567025"/>
                  </a:lnTo>
                  <a:lnTo>
                    <a:pt x="1200093" y="1567019"/>
                  </a:lnTo>
                  <a:lnTo>
                    <a:pt x="1200078" y="1567007"/>
                  </a:lnTo>
                  <a:lnTo>
                    <a:pt x="1200071" y="1567002"/>
                  </a:lnTo>
                  <a:lnTo>
                    <a:pt x="1200063" y="1567000"/>
                  </a:lnTo>
                  <a:lnTo>
                    <a:pt x="1200047" y="1567000"/>
                  </a:lnTo>
                  <a:lnTo>
                    <a:pt x="1200031" y="1567002"/>
                  </a:lnTo>
                  <a:lnTo>
                    <a:pt x="1200016" y="1567001"/>
                  </a:lnTo>
                  <a:lnTo>
                    <a:pt x="1200000" y="1567002"/>
                  </a:lnTo>
                  <a:lnTo>
                    <a:pt x="1199993" y="1567002"/>
                  </a:lnTo>
                  <a:lnTo>
                    <a:pt x="1199977" y="1567006"/>
                  </a:lnTo>
                  <a:lnTo>
                    <a:pt x="1199968" y="1567011"/>
                  </a:lnTo>
                  <a:lnTo>
                    <a:pt x="1199954" y="1567021"/>
                  </a:lnTo>
                  <a:lnTo>
                    <a:pt x="1199945" y="1567028"/>
                  </a:lnTo>
                  <a:lnTo>
                    <a:pt x="1199939" y="1567036"/>
                  </a:lnTo>
                  <a:lnTo>
                    <a:pt x="1199928" y="1567050"/>
                  </a:lnTo>
                  <a:lnTo>
                    <a:pt x="1199921" y="1567063"/>
                  </a:lnTo>
                  <a:lnTo>
                    <a:pt x="1199907" y="1567083"/>
                  </a:lnTo>
                  <a:lnTo>
                    <a:pt x="1199897" y="1567100"/>
                  </a:lnTo>
                  <a:lnTo>
                    <a:pt x="1199886" y="1567116"/>
                  </a:lnTo>
                  <a:lnTo>
                    <a:pt x="1199875" y="1567132"/>
                  </a:lnTo>
                  <a:lnTo>
                    <a:pt x="1199869" y="1567145"/>
                  </a:lnTo>
                  <a:lnTo>
                    <a:pt x="1199857" y="1567158"/>
                  </a:lnTo>
                  <a:lnTo>
                    <a:pt x="1199852" y="1567160"/>
                  </a:lnTo>
                  <a:lnTo>
                    <a:pt x="1199834" y="1567165"/>
                  </a:lnTo>
                  <a:lnTo>
                    <a:pt x="1199819" y="1567167"/>
                  </a:lnTo>
                  <a:lnTo>
                    <a:pt x="1199809" y="1567167"/>
                  </a:lnTo>
                  <a:lnTo>
                    <a:pt x="1199803" y="1567169"/>
                  </a:lnTo>
                  <a:lnTo>
                    <a:pt x="1199791" y="1567173"/>
                  </a:lnTo>
                  <a:lnTo>
                    <a:pt x="1199787" y="1567176"/>
                  </a:lnTo>
                  <a:lnTo>
                    <a:pt x="1199771" y="1567192"/>
                  </a:lnTo>
                  <a:lnTo>
                    <a:pt x="1199761" y="1567208"/>
                  </a:lnTo>
                  <a:lnTo>
                    <a:pt x="1199753" y="1567223"/>
                  </a:lnTo>
                  <a:lnTo>
                    <a:pt x="1199742" y="1567233"/>
                  </a:lnTo>
                  <a:lnTo>
                    <a:pt x="1199736" y="1567235"/>
                  </a:lnTo>
                  <a:lnTo>
                    <a:pt x="1199720" y="1567244"/>
                  </a:lnTo>
                  <a:lnTo>
                    <a:pt x="1199705" y="1567253"/>
                  </a:lnTo>
                  <a:lnTo>
                    <a:pt x="1199689" y="1567263"/>
                  </a:lnTo>
                  <a:lnTo>
                    <a:pt x="1199673" y="1567275"/>
                  </a:lnTo>
                  <a:lnTo>
                    <a:pt x="1199666" y="1567279"/>
                  </a:lnTo>
                  <a:lnTo>
                    <a:pt x="1199657" y="1567281"/>
                  </a:lnTo>
                  <a:lnTo>
                    <a:pt x="1199642" y="1567284"/>
                  </a:lnTo>
                  <a:lnTo>
                    <a:pt x="1199626" y="1567285"/>
                  </a:lnTo>
                  <a:lnTo>
                    <a:pt x="1199610" y="1567287"/>
                  </a:lnTo>
                  <a:lnTo>
                    <a:pt x="1199594" y="1567292"/>
                  </a:lnTo>
                  <a:lnTo>
                    <a:pt x="1199579" y="1567300"/>
                  </a:lnTo>
                  <a:lnTo>
                    <a:pt x="1199565" y="1567309"/>
                  </a:lnTo>
                  <a:lnTo>
                    <a:pt x="1199551" y="1567314"/>
                  </a:lnTo>
                  <a:lnTo>
                    <a:pt x="1199544" y="1567316"/>
                  </a:lnTo>
                  <a:lnTo>
                    <a:pt x="1199531" y="1567315"/>
                  </a:lnTo>
                  <a:lnTo>
                    <a:pt x="1199516" y="1567313"/>
                  </a:lnTo>
                  <a:lnTo>
                    <a:pt x="1199498" y="1567312"/>
                  </a:lnTo>
                  <a:lnTo>
                    <a:pt x="1199492" y="1567307"/>
                  </a:lnTo>
                  <a:lnTo>
                    <a:pt x="1199485" y="1567299"/>
                  </a:lnTo>
                  <a:lnTo>
                    <a:pt x="1199477" y="1567284"/>
                  </a:lnTo>
                  <a:lnTo>
                    <a:pt x="1199474" y="1567272"/>
                  </a:lnTo>
                  <a:lnTo>
                    <a:pt x="1199474" y="1567265"/>
                  </a:lnTo>
                  <a:lnTo>
                    <a:pt x="1199481" y="1567216"/>
                  </a:lnTo>
                  <a:lnTo>
                    <a:pt x="1199478" y="1567199"/>
                  </a:lnTo>
                  <a:lnTo>
                    <a:pt x="1199473" y="1567182"/>
                  </a:lnTo>
                  <a:lnTo>
                    <a:pt x="1199463" y="1567148"/>
                  </a:lnTo>
                  <a:lnTo>
                    <a:pt x="1199451" y="1567115"/>
                  </a:lnTo>
                  <a:lnTo>
                    <a:pt x="1199444" y="1567098"/>
                  </a:lnTo>
                  <a:lnTo>
                    <a:pt x="1199400" y="1567024"/>
                  </a:lnTo>
                  <a:lnTo>
                    <a:pt x="1199386" y="1567013"/>
                  </a:lnTo>
                  <a:lnTo>
                    <a:pt x="1199368" y="1567018"/>
                  </a:lnTo>
                  <a:lnTo>
                    <a:pt x="1199352" y="1567022"/>
                  </a:lnTo>
                  <a:lnTo>
                    <a:pt x="1199337" y="1567024"/>
                  </a:lnTo>
                  <a:lnTo>
                    <a:pt x="1199321" y="1567025"/>
                  </a:lnTo>
                  <a:lnTo>
                    <a:pt x="1199289" y="1567020"/>
                  </a:lnTo>
                  <a:lnTo>
                    <a:pt x="1199274" y="1567017"/>
                  </a:lnTo>
                  <a:lnTo>
                    <a:pt x="1199258" y="1567011"/>
                  </a:lnTo>
                  <a:lnTo>
                    <a:pt x="1199243" y="1567006"/>
                  </a:lnTo>
                  <a:lnTo>
                    <a:pt x="1199227" y="1567003"/>
                  </a:lnTo>
                  <a:lnTo>
                    <a:pt x="1199219" y="1567003"/>
                  </a:lnTo>
                  <a:lnTo>
                    <a:pt x="1199211" y="1567006"/>
                  </a:lnTo>
                  <a:lnTo>
                    <a:pt x="1199196" y="1567012"/>
                  </a:lnTo>
                  <a:lnTo>
                    <a:pt x="1199180" y="1567013"/>
                  </a:lnTo>
                  <a:lnTo>
                    <a:pt x="1199165" y="1567007"/>
                  </a:lnTo>
                  <a:lnTo>
                    <a:pt x="1199149" y="1566996"/>
                  </a:lnTo>
                  <a:lnTo>
                    <a:pt x="1199142" y="1566992"/>
                  </a:lnTo>
                  <a:lnTo>
                    <a:pt x="1199133" y="1566990"/>
                  </a:lnTo>
                  <a:lnTo>
                    <a:pt x="1199125" y="1566988"/>
                  </a:lnTo>
                  <a:lnTo>
                    <a:pt x="1199113" y="1566988"/>
                  </a:lnTo>
                  <a:lnTo>
                    <a:pt x="1199099" y="1566989"/>
                  </a:lnTo>
                  <a:lnTo>
                    <a:pt x="1199085" y="1566993"/>
                  </a:lnTo>
                  <a:lnTo>
                    <a:pt x="1199067" y="1567003"/>
                  </a:lnTo>
                  <a:lnTo>
                    <a:pt x="1199038" y="1567020"/>
                  </a:lnTo>
                  <a:lnTo>
                    <a:pt x="1199021" y="1567029"/>
                  </a:lnTo>
                  <a:lnTo>
                    <a:pt x="1199014" y="1567029"/>
                  </a:lnTo>
                  <a:lnTo>
                    <a:pt x="1199007" y="1567028"/>
                  </a:lnTo>
                  <a:lnTo>
                    <a:pt x="1199001" y="1567019"/>
                  </a:lnTo>
                  <a:lnTo>
                    <a:pt x="1198994" y="1566998"/>
                  </a:lnTo>
                  <a:lnTo>
                    <a:pt x="1198986" y="1566978"/>
                  </a:lnTo>
                  <a:lnTo>
                    <a:pt x="1198973" y="1566956"/>
                  </a:lnTo>
                  <a:lnTo>
                    <a:pt x="1198967" y="1566943"/>
                  </a:lnTo>
                  <a:lnTo>
                    <a:pt x="1198954" y="1566912"/>
                  </a:lnTo>
                  <a:lnTo>
                    <a:pt x="1198944" y="1566898"/>
                  </a:lnTo>
                  <a:lnTo>
                    <a:pt x="1198936" y="1566892"/>
                  </a:lnTo>
                  <a:lnTo>
                    <a:pt x="1198925" y="1566885"/>
                  </a:lnTo>
                  <a:lnTo>
                    <a:pt x="1198908" y="1566879"/>
                  </a:lnTo>
                  <a:lnTo>
                    <a:pt x="1198891" y="1566874"/>
                  </a:lnTo>
                  <a:lnTo>
                    <a:pt x="1198860" y="1566864"/>
                  </a:lnTo>
                  <a:lnTo>
                    <a:pt x="1198846" y="1566860"/>
                  </a:lnTo>
                  <a:lnTo>
                    <a:pt x="1198822" y="1566847"/>
                  </a:lnTo>
                  <a:lnTo>
                    <a:pt x="1198808" y="1566840"/>
                  </a:lnTo>
                  <a:lnTo>
                    <a:pt x="1198796" y="1566838"/>
                  </a:lnTo>
                  <a:lnTo>
                    <a:pt x="1198761" y="1566837"/>
                  </a:lnTo>
                  <a:lnTo>
                    <a:pt x="1198748" y="1566834"/>
                  </a:lnTo>
                  <a:lnTo>
                    <a:pt x="1198736" y="1566833"/>
                  </a:lnTo>
                  <a:lnTo>
                    <a:pt x="1198722" y="1566835"/>
                  </a:lnTo>
                  <a:lnTo>
                    <a:pt x="1198709" y="1566839"/>
                  </a:lnTo>
                  <a:lnTo>
                    <a:pt x="1198695" y="1566830"/>
                  </a:lnTo>
                  <a:lnTo>
                    <a:pt x="1198691" y="1566826"/>
                  </a:lnTo>
                  <a:lnTo>
                    <a:pt x="1198681" y="1566820"/>
                  </a:lnTo>
                  <a:lnTo>
                    <a:pt x="1198675" y="1566818"/>
                  </a:lnTo>
                  <a:lnTo>
                    <a:pt x="1198664" y="1566820"/>
                  </a:lnTo>
                  <a:lnTo>
                    <a:pt x="1198650" y="1566818"/>
                  </a:lnTo>
                  <a:lnTo>
                    <a:pt x="1198633" y="1566815"/>
                  </a:lnTo>
                  <a:lnTo>
                    <a:pt x="1198624" y="1566811"/>
                  </a:lnTo>
                  <a:lnTo>
                    <a:pt x="1198620" y="1566805"/>
                  </a:lnTo>
                  <a:lnTo>
                    <a:pt x="1198614" y="1566788"/>
                  </a:lnTo>
                  <a:lnTo>
                    <a:pt x="1198600" y="1566773"/>
                  </a:lnTo>
                  <a:lnTo>
                    <a:pt x="1198584" y="1566768"/>
                  </a:lnTo>
                  <a:lnTo>
                    <a:pt x="1198569" y="1566764"/>
                  </a:lnTo>
                  <a:lnTo>
                    <a:pt x="1198553" y="1566758"/>
                  </a:lnTo>
                  <a:lnTo>
                    <a:pt x="1198537" y="1566755"/>
                  </a:lnTo>
                  <a:lnTo>
                    <a:pt x="1198506" y="1566747"/>
                  </a:lnTo>
                  <a:lnTo>
                    <a:pt x="1198491" y="1566745"/>
                  </a:lnTo>
                  <a:lnTo>
                    <a:pt x="1198444" y="1566744"/>
                  </a:lnTo>
                  <a:lnTo>
                    <a:pt x="1198428" y="1566746"/>
                  </a:lnTo>
                  <a:lnTo>
                    <a:pt x="1198412" y="1566746"/>
                  </a:lnTo>
                  <a:lnTo>
                    <a:pt x="1198397" y="1566744"/>
                  </a:lnTo>
                  <a:lnTo>
                    <a:pt x="1198381" y="1566741"/>
                  </a:lnTo>
                  <a:lnTo>
                    <a:pt x="1198365" y="1566735"/>
                  </a:lnTo>
                  <a:lnTo>
                    <a:pt x="1198350" y="1566729"/>
                  </a:lnTo>
                  <a:lnTo>
                    <a:pt x="1198344" y="1566727"/>
                  </a:lnTo>
                  <a:lnTo>
                    <a:pt x="1198334" y="1566729"/>
                  </a:lnTo>
                  <a:lnTo>
                    <a:pt x="1198328" y="1566733"/>
                  </a:lnTo>
                  <a:lnTo>
                    <a:pt x="1198320" y="1566737"/>
                  </a:lnTo>
                  <a:lnTo>
                    <a:pt x="1198314" y="1566735"/>
                  </a:lnTo>
                  <a:lnTo>
                    <a:pt x="1198310" y="1566729"/>
                  </a:lnTo>
                  <a:lnTo>
                    <a:pt x="1198308" y="1566717"/>
                  </a:lnTo>
                  <a:lnTo>
                    <a:pt x="1198301" y="1566689"/>
                  </a:lnTo>
                  <a:lnTo>
                    <a:pt x="1198298" y="1566681"/>
                  </a:lnTo>
                  <a:lnTo>
                    <a:pt x="1198292" y="1566683"/>
                  </a:lnTo>
                  <a:lnTo>
                    <a:pt x="1198275" y="1566693"/>
                  </a:lnTo>
                  <a:lnTo>
                    <a:pt x="1198267" y="1566695"/>
                  </a:lnTo>
                  <a:lnTo>
                    <a:pt x="1198251" y="1566699"/>
                  </a:lnTo>
                  <a:lnTo>
                    <a:pt x="1198236" y="1566699"/>
                  </a:lnTo>
                  <a:lnTo>
                    <a:pt x="1198220" y="1566698"/>
                  </a:lnTo>
                  <a:lnTo>
                    <a:pt x="1198204" y="1566694"/>
                  </a:lnTo>
                  <a:lnTo>
                    <a:pt x="1198189" y="1566695"/>
                  </a:lnTo>
                  <a:lnTo>
                    <a:pt x="1198173" y="1566696"/>
                  </a:lnTo>
                  <a:lnTo>
                    <a:pt x="1198168" y="1566696"/>
                  </a:lnTo>
                  <a:lnTo>
                    <a:pt x="1198164" y="1566691"/>
                  </a:lnTo>
                  <a:lnTo>
                    <a:pt x="1198162" y="1566685"/>
                  </a:lnTo>
                  <a:lnTo>
                    <a:pt x="1198157" y="1566668"/>
                  </a:lnTo>
                  <a:lnTo>
                    <a:pt x="1198156" y="1566651"/>
                  </a:lnTo>
                  <a:lnTo>
                    <a:pt x="1198157" y="1566635"/>
                  </a:lnTo>
                  <a:lnTo>
                    <a:pt x="1198158" y="1566618"/>
                  </a:lnTo>
                  <a:lnTo>
                    <a:pt x="1198161" y="1566601"/>
                  </a:lnTo>
                  <a:lnTo>
                    <a:pt x="1198162" y="1566585"/>
                  </a:lnTo>
                  <a:lnTo>
                    <a:pt x="1198161" y="1566568"/>
                  </a:lnTo>
                  <a:lnTo>
                    <a:pt x="1198160" y="1566551"/>
                  </a:lnTo>
                  <a:lnTo>
                    <a:pt x="1198157" y="1566535"/>
                  </a:lnTo>
                  <a:lnTo>
                    <a:pt x="1198156" y="1566526"/>
                  </a:lnTo>
                  <a:lnTo>
                    <a:pt x="1198152" y="1566518"/>
                  </a:lnTo>
                  <a:lnTo>
                    <a:pt x="1198148" y="1566509"/>
                  </a:lnTo>
                  <a:lnTo>
                    <a:pt x="1198140" y="1566492"/>
                  </a:lnTo>
                  <a:lnTo>
                    <a:pt x="1198131" y="1566484"/>
                  </a:lnTo>
                  <a:lnTo>
                    <a:pt x="1198117" y="1566478"/>
                  </a:lnTo>
                  <a:lnTo>
                    <a:pt x="1198101" y="1566476"/>
                  </a:lnTo>
                  <a:lnTo>
                    <a:pt x="1198090" y="1566474"/>
                  </a:lnTo>
                  <a:lnTo>
                    <a:pt x="1198086" y="1566476"/>
                  </a:lnTo>
                  <a:lnTo>
                    <a:pt x="1198071" y="1566492"/>
                  </a:lnTo>
                  <a:lnTo>
                    <a:pt x="1198056" y="1566505"/>
                  </a:lnTo>
                  <a:lnTo>
                    <a:pt x="1198040" y="1566518"/>
                  </a:lnTo>
                  <a:lnTo>
                    <a:pt x="1198020" y="1566527"/>
                  </a:lnTo>
                  <a:lnTo>
                    <a:pt x="1198008" y="1566528"/>
                  </a:lnTo>
                  <a:lnTo>
                    <a:pt x="1197993" y="1566525"/>
                  </a:lnTo>
                  <a:lnTo>
                    <a:pt x="1197977" y="1566518"/>
                  </a:lnTo>
                  <a:lnTo>
                    <a:pt x="1197962" y="1566508"/>
                  </a:lnTo>
                  <a:lnTo>
                    <a:pt x="1197931" y="1566487"/>
                  </a:lnTo>
                  <a:lnTo>
                    <a:pt x="1197915" y="1566477"/>
                  </a:lnTo>
                  <a:lnTo>
                    <a:pt x="1197907" y="1566473"/>
                  </a:lnTo>
                  <a:lnTo>
                    <a:pt x="1197899" y="1566471"/>
                  </a:lnTo>
                  <a:lnTo>
                    <a:pt x="1197884" y="1566468"/>
                  </a:lnTo>
                  <a:lnTo>
                    <a:pt x="1197868" y="1566468"/>
                  </a:lnTo>
                  <a:lnTo>
                    <a:pt x="1197853" y="1566470"/>
                  </a:lnTo>
                  <a:lnTo>
                    <a:pt x="1197837" y="1566474"/>
                  </a:lnTo>
                  <a:lnTo>
                    <a:pt x="1197821" y="1566479"/>
                  </a:lnTo>
                  <a:lnTo>
                    <a:pt x="1197805" y="1566484"/>
                  </a:lnTo>
                  <a:lnTo>
                    <a:pt x="1197790" y="1566487"/>
                  </a:lnTo>
                  <a:lnTo>
                    <a:pt x="1197774" y="1566489"/>
                  </a:lnTo>
                  <a:lnTo>
                    <a:pt x="1197758" y="1566490"/>
                  </a:lnTo>
                  <a:lnTo>
                    <a:pt x="1197742" y="1566489"/>
                  </a:lnTo>
                  <a:lnTo>
                    <a:pt x="1197727" y="1566487"/>
                  </a:lnTo>
                  <a:lnTo>
                    <a:pt x="1197711" y="1566487"/>
                  </a:lnTo>
                  <a:lnTo>
                    <a:pt x="1197696" y="1566484"/>
                  </a:lnTo>
                  <a:lnTo>
                    <a:pt x="1197687" y="1566480"/>
                  </a:lnTo>
                  <a:lnTo>
                    <a:pt x="1197680" y="1566473"/>
                  </a:lnTo>
                  <a:lnTo>
                    <a:pt x="1197666" y="1566462"/>
                  </a:lnTo>
                  <a:lnTo>
                    <a:pt x="1197657" y="1566455"/>
                  </a:lnTo>
                  <a:lnTo>
                    <a:pt x="1197650" y="1566454"/>
                  </a:lnTo>
                  <a:lnTo>
                    <a:pt x="1197578" y="1566459"/>
                  </a:lnTo>
                  <a:lnTo>
                    <a:pt x="1197562" y="1566460"/>
                  </a:lnTo>
                  <a:lnTo>
                    <a:pt x="1197531" y="1566464"/>
                  </a:lnTo>
                  <a:lnTo>
                    <a:pt x="1197515" y="1566470"/>
                  </a:lnTo>
                  <a:lnTo>
                    <a:pt x="1197500" y="1566478"/>
                  </a:lnTo>
                  <a:lnTo>
                    <a:pt x="1197489" y="1566478"/>
                  </a:lnTo>
                  <a:lnTo>
                    <a:pt x="1197484" y="1566472"/>
                  </a:lnTo>
                  <a:lnTo>
                    <a:pt x="1197475" y="1566455"/>
                  </a:lnTo>
                  <a:lnTo>
                    <a:pt x="1197460" y="1566439"/>
                  </a:lnTo>
                  <a:lnTo>
                    <a:pt x="1197446" y="1566424"/>
                  </a:lnTo>
                  <a:lnTo>
                    <a:pt x="1197440" y="1566418"/>
                  </a:lnTo>
                  <a:lnTo>
                    <a:pt x="1197434" y="1566407"/>
                  </a:lnTo>
                  <a:lnTo>
                    <a:pt x="1197426" y="1566397"/>
                  </a:lnTo>
                  <a:lnTo>
                    <a:pt x="1197422" y="1566394"/>
                  </a:lnTo>
                  <a:lnTo>
                    <a:pt x="1197406" y="1566390"/>
                  </a:lnTo>
                  <a:lnTo>
                    <a:pt x="1197390" y="1566385"/>
                  </a:lnTo>
                  <a:lnTo>
                    <a:pt x="1197374" y="1566379"/>
                  </a:lnTo>
                  <a:lnTo>
                    <a:pt x="1197359" y="1566374"/>
                  </a:lnTo>
                  <a:lnTo>
                    <a:pt x="1197343" y="1566371"/>
                  </a:lnTo>
                  <a:lnTo>
                    <a:pt x="1197328" y="1566368"/>
                  </a:lnTo>
                  <a:lnTo>
                    <a:pt x="1197320" y="1566367"/>
                  </a:lnTo>
                  <a:lnTo>
                    <a:pt x="1197312" y="1566364"/>
                  </a:lnTo>
                  <a:lnTo>
                    <a:pt x="1197300" y="1566357"/>
                  </a:lnTo>
                  <a:lnTo>
                    <a:pt x="1197293" y="1566351"/>
                  </a:lnTo>
                  <a:lnTo>
                    <a:pt x="1197283" y="1566341"/>
                  </a:lnTo>
                  <a:lnTo>
                    <a:pt x="1197277" y="1566322"/>
                  </a:lnTo>
                  <a:lnTo>
                    <a:pt x="1197273" y="1566305"/>
                  </a:lnTo>
                  <a:lnTo>
                    <a:pt x="1197271" y="1566297"/>
                  </a:lnTo>
                  <a:lnTo>
                    <a:pt x="1197266" y="1566288"/>
                  </a:lnTo>
                  <a:lnTo>
                    <a:pt x="1197262" y="1566283"/>
                  </a:lnTo>
                  <a:lnTo>
                    <a:pt x="1197258" y="1566280"/>
                  </a:lnTo>
                  <a:lnTo>
                    <a:pt x="1197252" y="1566277"/>
                  </a:lnTo>
                  <a:lnTo>
                    <a:pt x="1197236" y="1566273"/>
                  </a:lnTo>
                  <a:lnTo>
                    <a:pt x="1197221" y="1566272"/>
                  </a:lnTo>
                  <a:lnTo>
                    <a:pt x="1197205" y="1566268"/>
                  </a:lnTo>
                  <a:lnTo>
                    <a:pt x="1197190" y="1566265"/>
                  </a:lnTo>
                  <a:lnTo>
                    <a:pt x="1197183" y="1566262"/>
                  </a:lnTo>
                  <a:lnTo>
                    <a:pt x="1197170" y="1566256"/>
                  </a:lnTo>
                  <a:lnTo>
                    <a:pt x="1197157" y="1566251"/>
                  </a:lnTo>
                  <a:lnTo>
                    <a:pt x="1197148" y="1566248"/>
                  </a:lnTo>
                  <a:lnTo>
                    <a:pt x="1197140" y="1566252"/>
                  </a:lnTo>
                  <a:lnTo>
                    <a:pt x="1197125" y="1566261"/>
                  </a:lnTo>
                  <a:lnTo>
                    <a:pt x="1197116" y="1566264"/>
                  </a:lnTo>
                  <a:lnTo>
                    <a:pt x="1197101" y="1566270"/>
                  </a:lnTo>
                  <a:lnTo>
                    <a:pt x="1197085" y="1566277"/>
                  </a:lnTo>
                  <a:lnTo>
                    <a:pt x="1197069" y="1566285"/>
                  </a:lnTo>
                  <a:lnTo>
                    <a:pt x="1197053" y="1566299"/>
                  </a:lnTo>
                  <a:lnTo>
                    <a:pt x="1197044" y="1566316"/>
                  </a:lnTo>
                  <a:lnTo>
                    <a:pt x="1197040" y="1566332"/>
                  </a:lnTo>
                  <a:lnTo>
                    <a:pt x="1197034" y="1566349"/>
                  </a:lnTo>
                  <a:lnTo>
                    <a:pt x="1197028" y="1566365"/>
                  </a:lnTo>
                  <a:lnTo>
                    <a:pt x="1197025" y="1566382"/>
                  </a:lnTo>
                  <a:lnTo>
                    <a:pt x="1197018" y="1566398"/>
                  </a:lnTo>
                  <a:lnTo>
                    <a:pt x="1197001" y="1566431"/>
                  </a:lnTo>
                  <a:lnTo>
                    <a:pt x="1196994" y="1566440"/>
                  </a:lnTo>
                  <a:lnTo>
                    <a:pt x="1196987" y="1566447"/>
                  </a:lnTo>
                  <a:lnTo>
                    <a:pt x="1196971" y="1566458"/>
                  </a:lnTo>
                  <a:lnTo>
                    <a:pt x="1196955" y="1566467"/>
                  </a:lnTo>
                  <a:lnTo>
                    <a:pt x="1196940" y="1566476"/>
                  </a:lnTo>
                  <a:lnTo>
                    <a:pt x="1196924" y="1566481"/>
                  </a:lnTo>
                  <a:lnTo>
                    <a:pt x="1196918" y="1566483"/>
                  </a:lnTo>
                  <a:lnTo>
                    <a:pt x="1196910" y="1566491"/>
                  </a:lnTo>
                  <a:lnTo>
                    <a:pt x="1196895" y="1566507"/>
                  </a:lnTo>
                  <a:lnTo>
                    <a:pt x="1196881" y="1566522"/>
                  </a:lnTo>
                  <a:lnTo>
                    <a:pt x="1196865" y="1566531"/>
                  </a:lnTo>
                  <a:lnTo>
                    <a:pt x="1196849" y="1566540"/>
                  </a:lnTo>
                  <a:lnTo>
                    <a:pt x="1196842" y="1566549"/>
                  </a:lnTo>
                  <a:lnTo>
                    <a:pt x="1196835" y="1566553"/>
                  </a:lnTo>
                  <a:lnTo>
                    <a:pt x="1196819" y="1566566"/>
                  </a:lnTo>
                  <a:lnTo>
                    <a:pt x="1196812" y="1566571"/>
                  </a:lnTo>
                  <a:lnTo>
                    <a:pt x="1196803" y="1566573"/>
                  </a:lnTo>
                  <a:lnTo>
                    <a:pt x="1196788" y="1566575"/>
                  </a:lnTo>
                  <a:lnTo>
                    <a:pt x="1196779" y="1566573"/>
                  </a:lnTo>
                  <a:lnTo>
                    <a:pt x="1196772" y="1566574"/>
                  </a:lnTo>
                  <a:lnTo>
                    <a:pt x="1196761" y="1566576"/>
                  </a:lnTo>
                  <a:lnTo>
                    <a:pt x="1196752" y="1566581"/>
                  </a:lnTo>
                  <a:lnTo>
                    <a:pt x="1196744" y="1566586"/>
                  </a:lnTo>
                  <a:lnTo>
                    <a:pt x="1196732" y="1566594"/>
                  </a:lnTo>
                  <a:lnTo>
                    <a:pt x="1196724" y="1566597"/>
                  </a:lnTo>
                  <a:lnTo>
                    <a:pt x="1196721" y="1566591"/>
                  </a:lnTo>
                  <a:lnTo>
                    <a:pt x="1196711" y="1566576"/>
                  </a:lnTo>
                  <a:lnTo>
                    <a:pt x="1196703" y="1566570"/>
                  </a:lnTo>
                  <a:lnTo>
                    <a:pt x="1196691" y="1566561"/>
                  </a:lnTo>
                  <a:lnTo>
                    <a:pt x="1196684" y="1566557"/>
                  </a:lnTo>
                  <a:lnTo>
                    <a:pt x="1196668" y="1566554"/>
                  </a:lnTo>
                  <a:lnTo>
                    <a:pt x="1196652" y="1566551"/>
                  </a:lnTo>
                  <a:lnTo>
                    <a:pt x="1196637" y="1566550"/>
                  </a:lnTo>
                  <a:lnTo>
                    <a:pt x="1196621" y="1566548"/>
                  </a:lnTo>
                  <a:lnTo>
                    <a:pt x="1196606" y="1566543"/>
                  </a:lnTo>
                  <a:lnTo>
                    <a:pt x="1196594" y="1566538"/>
                  </a:lnTo>
                  <a:lnTo>
                    <a:pt x="1196575" y="1566526"/>
                  </a:lnTo>
                  <a:lnTo>
                    <a:pt x="1196568" y="1566522"/>
                  </a:lnTo>
                  <a:lnTo>
                    <a:pt x="1196559" y="1566518"/>
                  </a:lnTo>
                  <a:lnTo>
                    <a:pt x="1196543" y="1566509"/>
                  </a:lnTo>
                  <a:lnTo>
                    <a:pt x="1196528" y="1566503"/>
                  </a:lnTo>
                  <a:lnTo>
                    <a:pt x="1196521" y="1566501"/>
                  </a:lnTo>
                  <a:lnTo>
                    <a:pt x="1196512" y="1566496"/>
                  </a:lnTo>
                  <a:lnTo>
                    <a:pt x="1196497" y="1566483"/>
                  </a:lnTo>
                  <a:lnTo>
                    <a:pt x="1196481" y="1566471"/>
                  </a:lnTo>
                  <a:lnTo>
                    <a:pt x="1196470" y="1566463"/>
                  </a:lnTo>
                  <a:lnTo>
                    <a:pt x="1196452" y="1566457"/>
                  </a:lnTo>
                  <a:lnTo>
                    <a:pt x="1196435" y="1566455"/>
                  </a:lnTo>
                  <a:lnTo>
                    <a:pt x="1196421" y="1566442"/>
                  </a:lnTo>
                  <a:lnTo>
                    <a:pt x="1196409" y="1566426"/>
                  </a:lnTo>
                  <a:lnTo>
                    <a:pt x="1196395" y="1566410"/>
                  </a:lnTo>
                  <a:lnTo>
                    <a:pt x="1196380" y="1566397"/>
                  </a:lnTo>
                  <a:lnTo>
                    <a:pt x="1196367" y="1566386"/>
                  </a:lnTo>
                  <a:lnTo>
                    <a:pt x="1196360" y="1566383"/>
                  </a:lnTo>
                  <a:lnTo>
                    <a:pt x="1196351" y="1566380"/>
                  </a:lnTo>
                  <a:lnTo>
                    <a:pt x="1196341" y="1566382"/>
                  </a:lnTo>
                  <a:lnTo>
                    <a:pt x="1196333" y="1566385"/>
                  </a:lnTo>
                  <a:lnTo>
                    <a:pt x="1196318" y="1566390"/>
                  </a:lnTo>
                  <a:lnTo>
                    <a:pt x="1196302" y="1566398"/>
                  </a:lnTo>
                  <a:lnTo>
                    <a:pt x="1196293" y="1566403"/>
                  </a:lnTo>
                  <a:lnTo>
                    <a:pt x="1196287" y="1566410"/>
                  </a:lnTo>
                  <a:lnTo>
                    <a:pt x="1196274" y="1566425"/>
                  </a:lnTo>
                  <a:lnTo>
                    <a:pt x="1196261" y="1566441"/>
                  </a:lnTo>
                  <a:lnTo>
                    <a:pt x="1196251" y="1566452"/>
                  </a:lnTo>
                  <a:lnTo>
                    <a:pt x="1196248" y="1566457"/>
                  </a:lnTo>
                  <a:lnTo>
                    <a:pt x="1196235" y="1566474"/>
                  </a:lnTo>
                  <a:lnTo>
                    <a:pt x="1196221" y="1566491"/>
                  </a:lnTo>
                  <a:lnTo>
                    <a:pt x="1196208" y="1566506"/>
                  </a:lnTo>
                  <a:lnTo>
                    <a:pt x="1196194" y="1566518"/>
                  </a:lnTo>
                  <a:lnTo>
                    <a:pt x="1196177" y="1566526"/>
                  </a:lnTo>
                  <a:lnTo>
                    <a:pt x="1196162" y="1566535"/>
                  </a:lnTo>
                  <a:lnTo>
                    <a:pt x="1196146" y="1566542"/>
                  </a:lnTo>
                  <a:lnTo>
                    <a:pt x="1196130" y="1566546"/>
                  </a:lnTo>
                  <a:lnTo>
                    <a:pt x="1196115" y="1566548"/>
                  </a:lnTo>
                  <a:lnTo>
                    <a:pt x="1196099" y="1566551"/>
                  </a:lnTo>
                  <a:lnTo>
                    <a:pt x="1196091" y="1566554"/>
                  </a:lnTo>
                  <a:lnTo>
                    <a:pt x="1196086" y="1566560"/>
                  </a:lnTo>
                  <a:lnTo>
                    <a:pt x="1196073" y="1566578"/>
                  </a:lnTo>
                  <a:lnTo>
                    <a:pt x="1196067" y="1566588"/>
                  </a:lnTo>
                  <a:lnTo>
                    <a:pt x="1196065" y="1566594"/>
                  </a:lnTo>
                  <a:lnTo>
                    <a:pt x="1196054" y="1566611"/>
                  </a:lnTo>
                  <a:lnTo>
                    <a:pt x="1196047" y="1566618"/>
                  </a:lnTo>
                  <a:lnTo>
                    <a:pt x="1196038" y="1566620"/>
                  </a:lnTo>
                  <a:lnTo>
                    <a:pt x="1196025" y="1566620"/>
                  </a:lnTo>
                  <a:lnTo>
                    <a:pt x="1196007" y="1566618"/>
                  </a:lnTo>
                  <a:lnTo>
                    <a:pt x="1195991" y="1566617"/>
                  </a:lnTo>
                  <a:lnTo>
                    <a:pt x="1195976" y="1566613"/>
                  </a:lnTo>
                  <a:lnTo>
                    <a:pt x="1195960" y="1566613"/>
                  </a:lnTo>
                  <a:lnTo>
                    <a:pt x="1195938" y="1566614"/>
                  </a:lnTo>
                  <a:lnTo>
                    <a:pt x="1195924" y="1566616"/>
                  </a:lnTo>
                  <a:lnTo>
                    <a:pt x="1195897" y="1566620"/>
                  </a:lnTo>
                  <a:lnTo>
                    <a:pt x="1195872" y="1566625"/>
                  </a:lnTo>
                  <a:lnTo>
                    <a:pt x="1195845" y="1566632"/>
                  </a:lnTo>
                  <a:lnTo>
                    <a:pt x="1195820" y="1566647"/>
                  </a:lnTo>
                  <a:lnTo>
                    <a:pt x="1195803" y="1566662"/>
                  </a:lnTo>
                  <a:lnTo>
                    <a:pt x="1195789" y="1566677"/>
                  </a:lnTo>
                  <a:lnTo>
                    <a:pt x="1195783" y="1566677"/>
                  </a:lnTo>
                  <a:lnTo>
                    <a:pt x="1195778" y="1566670"/>
                  </a:lnTo>
                  <a:lnTo>
                    <a:pt x="1195772" y="1566662"/>
                  </a:lnTo>
                  <a:lnTo>
                    <a:pt x="1195756" y="1566636"/>
                  </a:lnTo>
                  <a:lnTo>
                    <a:pt x="1195741" y="1566606"/>
                  </a:lnTo>
                  <a:lnTo>
                    <a:pt x="1195733" y="1566598"/>
                  </a:lnTo>
                  <a:lnTo>
                    <a:pt x="1195710" y="1566600"/>
                  </a:lnTo>
                  <a:lnTo>
                    <a:pt x="1195666" y="1566600"/>
                  </a:lnTo>
                  <a:lnTo>
                    <a:pt x="1195658" y="1566600"/>
                  </a:lnTo>
                  <a:lnTo>
                    <a:pt x="1195650" y="1566591"/>
                  </a:lnTo>
                  <a:lnTo>
                    <a:pt x="1195626" y="1566561"/>
                  </a:lnTo>
                  <a:lnTo>
                    <a:pt x="1195604" y="1566548"/>
                  </a:lnTo>
                  <a:lnTo>
                    <a:pt x="1195572" y="1566545"/>
                  </a:lnTo>
                  <a:lnTo>
                    <a:pt x="1195541" y="1566545"/>
                  </a:lnTo>
                  <a:lnTo>
                    <a:pt x="1195517" y="1566546"/>
                  </a:lnTo>
                  <a:lnTo>
                    <a:pt x="1195476" y="1566559"/>
                  </a:lnTo>
                  <a:lnTo>
                    <a:pt x="1195444" y="1566559"/>
                  </a:lnTo>
                  <a:lnTo>
                    <a:pt x="1195426" y="1566556"/>
                  </a:lnTo>
                  <a:lnTo>
                    <a:pt x="1195403" y="1566557"/>
                  </a:lnTo>
                  <a:lnTo>
                    <a:pt x="1195377" y="1566565"/>
                  </a:lnTo>
                  <a:lnTo>
                    <a:pt x="1195358" y="1566579"/>
                  </a:lnTo>
                  <a:lnTo>
                    <a:pt x="1195337" y="1566600"/>
                  </a:lnTo>
                  <a:lnTo>
                    <a:pt x="1195315" y="1566623"/>
                  </a:lnTo>
                  <a:lnTo>
                    <a:pt x="1195293" y="1566634"/>
                  </a:lnTo>
                  <a:lnTo>
                    <a:pt x="1195251" y="1566632"/>
                  </a:lnTo>
                  <a:lnTo>
                    <a:pt x="1195225" y="1566632"/>
                  </a:lnTo>
                  <a:lnTo>
                    <a:pt x="1195209" y="1566640"/>
                  </a:lnTo>
                  <a:lnTo>
                    <a:pt x="1195190" y="1566652"/>
                  </a:lnTo>
                  <a:lnTo>
                    <a:pt x="1195173" y="1566649"/>
                  </a:lnTo>
                  <a:lnTo>
                    <a:pt x="1195151" y="1566635"/>
                  </a:lnTo>
                  <a:lnTo>
                    <a:pt x="1195129" y="1566627"/>
                  </a:lnTo>
                  <a:lnTo>
                    <a:pt x="1195109" y="1566623"/>
                  </a:lnTo>
                  <a:lnTo>
                    <a:pt x="1195091" y="1566625"/>
                  </a:lnTo>
                  <a:lnTo>
                    <a:pt x="1195060" y="1566642"/>
                  </a:lnTo>
                  <a:lnTo>
                    <a:pt x="1195044" y="1566652"/>
                  </a:lnTo>
                  <a:lnTo>
                    <a:pt x="1195030" y="1566651"/>
                  </a:lnTo>
                  <a:lnTo>
                    <a:pt x="1195005" y="1566647"/>
                  </a:lnTo>
                  <a:lnTo>
                    <a:pt x="1194984" y="1566640"/>
                  </a:lnTo>
                  <a:lnTo>
                    <a:pt x="1194968" y="1566636"/>
                  </a:lnTo>
                  <a:lnTo>
                    <a:pt x="1194959" y="1566640"/>
                  </a:lnTo>
                  <a:lnTo>
                    <a:pt x="1194952" y="1566649"/>
                  </a:lnTo>
                  <a:lnTo>
                    <a:pt x="1194943" y="1566660"/>
                  </a:lnTo>
                  <a:lnTo>
                    <a:pt x="1194932" y="1566685"/>
                  </a:lnTo>
                  <a:lnTo>
                    <a:pt x="1194923" y="1566704"/>
                  </a:lnTo>
                  <a:lnTo>
                    <a:pt x="1194913" y="1566722"/>
                  </a:lnTo>
                  <a:lnTo>
                    <a:pt x="1194913" y="1566732"/>
                  </a:lnTo>
                  <a:lnTo>
                    <a:pt x="1194922" y="1566740"/>
                  </a:lnTo>
                  <a:lnTo>
                    <a:pt x="1194944" y="1566748"/>
                  </a:lnTo>
                  <a:lnTo>
                    <a:pt x="1194953" y="1566752"/>
                  </a:lnTo>
                  <a:lnTo>
                    <a:pt x="1194953" y="1566768"/>
                  </a:lnTo>
                  <a:lnTo>
                    <a:pt x="1194951" y="1566787"/>
                  </a:lnTo>
                  <a:lnTo>
                    <a:pt x="1194928" y="1566816"/>
                  </a:lnTo>
                  <a:lnTo>
                    <a:pt x="1194908" y="1566832"/>
                  </a:lnTo>
                  <a:lnTo>
                    <a:pt x="1194878" y="1566847"/>
                  </a:lnTo>
                  <a:lnTo>
                    <a:pt x="1194840" y="1566880"/>
                  </a:lnTo>
                  <a:lnTo>
                    <a:pt x="1194822" y="1566895"/>
                  </a:lnTo>
                  <a:lnTo>
                    <a:pt x="1194808" y="1566904"/>
                  </a:lnTo>
                  <a:lnTo>
                    <a:pt x="1194782" y="1566908"/>
                  </a:lnTo>
                  <a:lnTo>
                    <a:pt x="1194769" y="1566911"/>
                  </a:lnTo>
                  <a:lnTo>
                    <a:pt x="1194746" y="1566919"/>
                  </a:lnTo>
                  <a:lnTo>
                    <a:pt x="1194718" y="1566921"/>
                  </a:lnTo>
                  <a:lnTo>
                    <a:pt x="1194688" y="1566915"/>
                  </a:lnTo>
                  <a:lnTo>
                    <a:pt x="1194669" y="1566914"/>
                  </a:lnTo>
                  <a:lnTo>
                    <a:pt x="1194657" y="1566915"/>
                  </a:lnTo>
                  <a:lnTo>
                    <a:pt x="1194611" y="1566953"/>
                  </a:lnTo>
                  <a:lnTo>
                    <a:pt x="1194594" y="1566964"/>
                  </a:lnTo>
                  <a:lnTo>
                    <a:pt x="1194577" y="1566982"/>
                  </a:lnTo>
                  <a:lnTo>
                    <a:pt x="1194568" y="1566996"/>
                  </a:lnTo>
                  <a:lnTo>
                    <a:pt x="1194560" y="1567009"/>
                  </a:lnTo>
                  <a:lnTo>
                    <a:pt x="1194552" y="1567029"/>
                  </a:lnTo>
                  <a:lnTo>
                    <a:pt x="1194548" y="1567044"/>
                  </a:lnTo>
                  <a:lnTo>
                    <a:pt x="1194544" y="1567075"/>
                  </a:lnTo>
                  <a:lnTo>
                    <a:pt x="1194544" y="1567087"/>
                  </a:lnTo>
                  <a:lnTo>
                    <a:pt x="1194536" y="1567097"/>
                  </a:lnTo>
                  <a:lnTo>
                    <a:pt x="1194532" y="1567099"/>
                  </a:lnTo>
                  <a:lnTo>
                    <a:pt x="1194517" y="1567090"/>
                  </a:lnTo>
                  <a:lnTo>
                    <a:pt x="1194501" y="1567071"/>
                  </a:lnTo>
                  <a:lnTo>
                    <a:pt x="1194485" y="1567056"/>
                  </a:lnTo>
                  <a:lnTo>
                    <a:pt x="1194463" y="1567057"/>
                  </a:lnTo>
                  <a:lnTo>
                    <a:pt x="1194411" y="1567055"/>
                  </a:lnTo>
                  <a:lnTo>
                    <a:pt x="1194385" y="1567060"/>
                  </a:lnTo>
                  <a:lnTo>
                    <a:pt x="1194360" y="1567062"/>
                  </a:lnTo>
                  <a:lnTo>
                    <a:pt x="1194341" y="1567066"/>
                  </a:lnTo>
                  <a:lnTo>
                    <a:pt x="1194312" y="1567079"/>
                  </a:lnTo>
                  <a:lnTo>
                    <a:pt x="1194288" y="1567085"/>
                  </a:lnTo>
                  <a:lnTo>
                    <a:pt x="1194264" y="1567087"/>
                  </a:lnTo>
                  <a:lnTo>
                    <a:pt x="1194257" y="1567091"/>
                  </a:lnTo>
                  <a:lnTo>
                    <a:pt x="1194246" y="1567100"/>
                  </a:lnTo>
                  <a:lnTo>
                    <a:pt x="1194234" y="1567113"/>
                  </a:lnTo>
                  <a:lnTo>
                    <a:pt x="1194218" y="1567125"/>
                  </a:lnTo>
                  <a:lnTo>
                    <a:pt x="1194205" y="1567133"/>
                  </a:lnTo>
                  <a:lnTo>
                    <a:pt x="1194189" y="1567137"/>
                  </a:lnTo>
                  <a:lnTo>
                    <a:pt x="1194181" y="1567149"/>
                  </a:lnTo>
                  <a:lnTo>
                    <a:pt x="1194179" y="1567170"/>
                  </a:lnTo>
                  <a:lnTo>
                    <a:pt x="1194181" y="1567197"/>
                  </a:lnTo>
                  <a:lnTo>
                    <a:pt x="1194179" y="1567226"/>
                  </a:lnTo>
                  <a:lnTo>
                    <a:pt x="1194174" y="1567252"/>
                  </a:lnTo>
                  <a:lnTo>
                    <a:pt x="1194168" y="1567265"/>
                  </a:lnTo>
                  <a:lnTo>
                    <a:pt x="1194158" y="1567280"/>
                  </a:lnTo>
                  <a:lnTo>
                    <a:pt x="1194146" y="1567290"/>
                  </a:lnTo>
                  <a:lnTo>
                    <a:pt x="1194130" y="1567302"/>
                  </a:lnTo>
                  <a:lnTo>
                    <a:pt x="1194104" y="1567309"/>
                  </a:lnTo>
                  <a:lnTo>
                    <a:pt x="1194073" y="1567309"/>
                  </a:lnTo>
                  <a:lnTo>
                    <a:pt x="1194042" y="1567315"/>
                  </a:lnTo>
                  <a:lnTo>
                    <a:pt x="1194017" y="1567324"/>
                  </a:lnTo>
                  <a:lnTo>
                    <a:pt x="1194006" y="1567335"/>
                  </a:lnTo>
                  <a:lnTo>
                    <a:pt x="1193987" y="1567369"/>
                  </a:lnTo>
                  <a:lnTo>
                    <a:pt x="1193977" y="1567392"/>
                  </a:lnTo>
                  <a:lnTo>
                    <a:pt x="1193967" y="1567416"/>
                  </a:lnTo>
                  <a:lnTo>
                    <a:pt x="1193957" y="1567454"/>
                  </a:lnTo>
                  <a:lnTo>
                    <a:pt x="1193950" y="1567481"/>
                  </a:lnTo>
                  <a:lnTo>
                    <a:pt x="1193944" y="1567504"/>
                  </a:lnTo>
                  <a:lnTo>
                    <a:pt x="1193937" y="1567523"/>
                  </a:lnTo>
                  <a:lnTo>
                    <a:pt x="1193929" y="1567544"/>
                  </a:lnTo>
                  <a:lnTo>
                    <a:pt x="1193924" y="1567558"/>
                  </a:lnTo>
                  <a:lnTo>
                    <a:pt x="1193917" y="1567578"/>
                  </a:lnTo>
                  <a:lnTo>
                    <a:pt x="1193914" y="1567598"/>
                  </a:lnTo>
                  <a:lnTo>
                    <a:pt x="1193918" y="1567613"/>
                  </a:lnTo>
                  <a:lnTo>
                    <a:pt x="1193917" y="1567619"/>
                  </a:lnTo>
                  <a:lnTo>
                    <a:pt x="1193901" y="1567625"/>
                  </a:lnTo>
                  <a:lnTo>
                    <a:pt x="1193883" y="1567631"/>
                  </a:lnTo>
                  <a:lnTo>
                    <a:pt x="1193857" y="1567649"/>
                  </a:lnTo>
                  <a:lnTo>
                    <a:pt x="1193834" y="1567672"/>
                  </a:lnTo>
                  <a:lnTo>
                    <a:pt x="1193813" y="1567680"/>
                  </a:lnTo>
                  <a:lnTo>
                    <a:pt x="1193782" y="1567676"/>
                  </a:lnTo>
                  <a:lnTo>
                    <a:pt x="1193760" y="1567676"/>
                  </a:lnTo>
                  <a:lnTo>
                    <a:pt x="1193741" y="1567681"/>
                  </a:lnTo>
                  <a:lnTo>
                    <a:pt x="1193727" y="1567686"/>
                  </a:lnTo>
                  <a:lnTo>
                    <a:pt x="1193716" y="1567679"/>
                  </a:lnTo>
                  <a:lnTo>
                    <a:pt x="1193706" y="1567666"/>
                  </a:lnTo>
                  <a:lnTo>
                    <a:pt x="1193683" y="1567626"/>
                  </a:lnTo>
                  <a:lnTo>
                    <a:pt x="1193666" y="1567602"/>
                  </a:lnTo>
                  <a:lnTo>
                    <a:pt x="1193639" y="1567581"/>
                  </a:lnTo>
                  <a:lnTo>
                    <a:pt x="1193624" y="1567562"/>
                  </a:lnTo>
                  <a:lnTo>
                    <a:pt x="1193606" y="1567527"/>
                  </a:lnTo>
                  <a:lnTo>
                    <a:pt x="1193588" y="1567507"/>
                  </a:lnTo>
                  <a:lnTo>
                    <a:pt x="1193569" y="1567505"/>
                  </a:lnTo>
                  <a:lnTo>
                    <a:pt x="1193550" y="1567504"/>
                  </a:lnTo>
                  <a:lnTo>
                    <a:pt x="1193535" y="1567492"/>
                  </a:lnTo>
                  <a:lnTo>
                    <a:pt x="1193519" y="1567486"/>
                  </a:lnTo>
                  <a:lnTo>
                    <a:pt x="1193502" y="1567479"/>
                  </a:lnTo>
                  <a:lnTo>
                    <a:pt x="1193484" y="1567468"/>
                  </a:lnTo>
                  <a:lnTo>
                    <a:pt x="1193463" y="1567468"/>
                  </a:lnTo>
                  <a:lnTo>
                    <a:pt x="1193454" y="1567469"/>
                  </a:lnTo>
                  <a:lnTo>
                    <a:pt x="1193425" y="1567469"/>
                  </a:lnTo>
                  <a:lnTo>
                    <a:pt x="1193398" y="1567464"/>
                  </a:lnTo>
                  <a:lnTo>
                    <a:pt x="1193384" y="1567468"/>
                  </a:lnTo>
                  <a:lnTo>
                    <a:pt x="1193345" y="1567486"/>
                  </a:lnTo>
                  <a:lnTo>
                    <a:pt x="1193318" y="1567496"/>
                  </a:lnTo>
                  <a:lnTo>
                    <a:pt x="1193281" y="1567493"/>
                  </a:lnTo>
                  <a:lnTo>
                    <a:pt x="1193233" y="1567498"/>
                  </a:lnTo>
                  <a:lnTo>
                    <a:pt x="1193173" y="1567493"/>
                  </a:lnTo>
                  <a:lnTo>
                    <a:pt x="1193151" y="1567490"/>
                  </a:lnTo>
                  <a:lnTo>
                    <a:pt x="1193115" y="1567495"/>
                  </a:lnTo>
                  <a:lnTo>
                    <a:pt x="1193079" y="1567500"/>
                  </a:lnTo>
                  <a:lnTo>
                    <a:pt x="1193028" y="1567498"/>
                  </a:lnTo>
                  <a:lnTo>
                    <a:pt x="1192999" y="1567491"/>
                  </a:lnTo>
                  <a:lnTo>
                    <a:pt x="1192970" y="1567480"/>
                  </a:lnTo>
                  <a:lnTo>
                    <a:pt x="1192955" y="1567456"/>
                  </a:lnTo>
                  <a:lnTo>
                    <a:pt x="1192939" y="1567428"/>
                  </a:lnTo>
                  <a:lnTo>
                    <a:pt x="1192921" y="1567405"/>
                  </a:lnTo>
                  <a:lnTo>
                    <a:pt x="1192905" y="1567399"/>
                  </a:lnTo>
                  <a:lnTo>
                    <a:pt x="1192871" y="1567399"/>
                  </a:lnTo>
                  <a:lnTo>
                    <a:pt x="1192842" y="1567400"/>
                  </a:lnTo>
                  <a:lnTo>
                    <a:pt x="1192805" y="1567412"/>
                  </a:lnTo>
                  <a:lnTo>
                    <a:pt x="1192772" y="1567426"/>
                  </a:lnTo>
                  <a:lnTo>
                    <a:pt x="1192741" y="1567443"/>
                  </a:lnTo>
                  <a:lnTo>
                    <a:pt x="1192728" y="1567452"/>
                  </a:lnTo>
                  <a:lnTo>
                    <a:pt x="1192719" y="1567449"/>
                  </a:lnTo>
                  <a:lnTo>
                    <a:pt x="1192693" y="1567437"/>
                  </a:lnTo>
                  <a:lnTo>
                    <a:pt x="1192673" y="1567426"/>
                  </a:lnTo>
                  <a:lnTo>
                    <a:pt x="1192654" y="1567423"/>
                  </a:lnTo>
                  <a:lnTo>
                    <a:pt x="1192614" y="1567415"/>
                  </a:lnTo>
                  <a:lnTo>
                    <a:pt x="1192586" y="1567418"/>
                  </a:lnTo>
                  <a:lnTo>
                    <a:pt x="1192550" y="1567431"/>
                  </a:lnTo>
                  <a:lnTo>
                    <a:pt x="1192520" y="1567438"/>
                  </a:lnTo>
                  <a:lnTo>
                    <a:pt x="1192497" y="1567445"/>
                  </a:lnTo>
                  <a:lnTo>
                    <a:pt x="1192476" y="1567442"/>
                  </a:lnTo>
                  <a:lnTo>
                    <a:pt x="1192456" y="1567443"/>
                  </a:lnTo>
                  <a:lnTo>
                    <a:pt x="1192418" y="1567459"/>
                  </a:lnTo>
                  <a:lnTo>
                    <a:pt x="1192393" y="1567465"/>
                  </a:lnTo>
                  <a:lnTo>
                    <a:pt x="1192343" y="1567474"/>
                  </a:lnTo>
                  <a:lnTo>
                    <a:pt x="1192281" y="1567490"/>
                  </a:lnTo>
                  <a:lnTo>
                    <a:pt x="1192259" y="1567498"/>
                  </a:lnTo>
                  <a:lnTo>
                    <a:pt x="1192232" y="1567505"/>
                  </a:lnTo>
                  <a:lnTo>
                    <a:pt x="1192216" y="1567513"/>
                  </a:lnTo>
                  <a:lnTo>
                    <a:pt x="1192200" y="1567515"/>
                  </a:lnTo>
                  <a:lnTo>
                    <a:pt x="1192176" y="1567519"/>
                  </a:lnTo>
                  <a:lnTo>
                    <a:pt x="1192128" y="1567537"/>
                  </a:lnTo>
                  <a:lnTo>
                    <a:pt x="1192108" y="1567547"/>
                  </a:lnTo>
                  <a:lnTo>
                    <a:pt x="1192085" y="1567560"/>
                  </a:lnTo>
                  <a:lnTo>
                    <a:pt x="1192071" y="1567573"/>
                  </a:lnTo>
                  <a:lnTo>
                    <a:pt x="1192059" y="1567589"/>
                  </a:lnTo>
                  <a:lnTo>
                    <a:pt x="1192053" y="1567602"/>
                  </a:lnTo>
                  <a:lnTo>
                    <a:pt x="1192046" y="1567613"/>
                  </a:lnTo>
                  <a:lnTo>
                    <a:pt x="1192040" y="1567629"/>
                  </a:lnTo>
                  <a:lnTo>
                    <a:pt x="1192032" y="1567640"/>
                  </a:lnTo>
                  <a:lnTo>
                    <a:pt x="1192011" y="1567641"/>
                  </a:lnTo>
                  <a:lnTo>
                    <a:pt x="1191978" y="1567632"/>
                  </a:lnTo>
                  <a:lnTo>
                    <a:pt x="1191957" y="1567612"/>
                  </a:lnTo>
                  <a:lnTo>
                    <a:pt x="1191941" y="1567601"/>
                  </a:lnTo>
                  <a:lnTo>
                    <a:pt x="1191932" y="1567595"/>
                  </a:lnTo>
                  <a:lnTo>
                    <a:pt x="1191926" y="1567592"/>
                  </a:lnTo>
                  <a:lnTo>
                    <a:pt x="1191922" y="1567593"/>
                  </a:lnTo>
                  <a:lnTo>
                    <a:pt x="1191917" y="1567595"/>
                  </a:lnTo>
                  <a:lnTo>
                    <a:pt x="1191900" y="1567614"/>
                  </a:lnTo>
                  <a:lnTo>
                    <a:pt x="1191884" y="1567636"/>
                  </a:lnTo>
                  <a:lnTo>
                    <a:pt x="1191859" y="1567659"/>
                  </a:lnTo>
                  <a:lnTo>
                    <a:pt x="1191834" y="1567674"/>
                  </a:lnTo>
                  <a:lnTo>
                    <a:pt x="1191807" y="1567687"/>
                  </a:lnTo>
                  <a:lnTo>
                    <a:pt x="1191787" y="1567698"/>
                  </a:lnTo>
                  <a:lnTo>
                    <a:pt x="1191777" y="1567694"/>
                  </a:lnTo>
                  <a:lnTo>
                    <a:pt x="1191762" y="1567673"/>
                  </a:lnTo>
                  <a:lnTo>
                    <a:pt x="1191748" y="1567640"/>
                  </a:lnTo>
                  <a:lnTo>
                    <a:pt x="1191724" y="1567622"/>
                  </a:lnTo>
                  <a:lnTo>
                    <a:pt x="1191699" y="1567601"/>
                  </a:lnTo>
                  <a:lnTo>
                    <a:pt x="1191678" y="1567584"/>
                  </a:lnTo>
                  <a:lnTo>
                    <a:pt x="1191654" y="1567576"/>
                  </a:lnTo>
                  <a:lnTo>
                    <a:pt x="1191628" y="1567565"/>
                  </a:lnTo>
                  <a:lnTo>
                    <a:pt x="1191609" y="1567558"/>
                  </a:lnTo>
                  <a:lnTo>
                    <a:pt x="1191584" y="1567543"/>
                  </a:lnTo>
                  <a:lnTo>
                    <a:pt x="1191561" y="1567526"/>
                  </a:lnTo>
                  <a:lnTo>
                    <a:pt x="1191544" y="1567502"/>
                  </a:lnTo>
                  <a:lnTo>
                    <a:pt x="1191528" y="1567487"/>
                  </a:lnTo>
                  <a:lnTo>
                    <a:pt x="1191514" y="1567480"/>
                  </a:lnTo>
                  <a:lnTo>
                    <a:pt x="1191503" y="1567480"/>
                  </a:lnTo>
                  <a:lnTo>
                    <a:pt x="1191476" y="1567480"/>
                  </a:lnTo>
                  <a:lnTo>
                    <a:pt x="1191448" y="1567470"/>
                  </a:lnTo>
                  <a:lnTo>
                    <a:pt x="1191433" y="1567463"/>
                  </a:lnTo>
                  <a:lnTo>
                    <a:pt x="1191423" y="1567462"/>
                  </a:lnTo>
                  <a:lnTo>
                    <a:pt x="1191409" y="1567464"/>
                  </a:lnTo>
                  <a:lnTo>
                    <a:pt x="1191384" y="1567480"/>
                  </a:lnTo>
                  <a:lnTo>
                    <a:pt x="1191363" y="1567480"/>
                  </a:lnTo>
                  <a:lnTo>
                    <a:pt x="1191342" y="1567480"/>
                  </a:lnTo>
                  <a:lnTo>
                    <a:pt x="1191324" y="1567485"/>
                  </a:lnTo>
                  <a:lnTo>
                    <a:pt x="1191305" y="1567498"/>
                  </a:lnTo>
                  <a:lnTo>
                    <a:pt x="1191285" y="1567504"/>
                  </a:lnTo>
                  <a:lnTo>
                    <a:pt x="1191258" y="1567507"/>
                  </a:lnTo>
                  <a:lnTo>
                    <a:pt x="1191239" y="1567506"/>
                  </a:lnTo>
                  <a:lnTo>
                    <a:pt x="1191224" y="1567510"/>
                  </a:lnTo>
                  <a:lnTo>
                    <a:pt x="1191210" y="1567518"/>
                  </a:lnTo>
                  <a:lnTo>
                    <a:pt x="1191198" y="1567528"/>
                  </a:lnTo>
                  <a:lnTo>
                    <a:pt x="1191182" y="1567540"/>
                  </a:lnTo>
                  <a:lnTo>
                    <a:pt x="1191172" y="1567553"/>
                  </a:lnTo>
                  <a:lnTo>
                    <a:pt x="1191163" y="1567566"/>
                  </a:lnTo>
                  <a:lnTo>
                    <a:pt x="1191158" y="1567579"/>
                  </a:lnTo>
                  <a:lnTo>
                    <a:pt x="1191145" y="1567590"/>
                  </a:lnTo>
                  <a:lnTo>
                    <a:pt x="1191129" y="1567597"/>
                  </a:lnTo>
                  <a:lnTo>
                    <a:pt x="1191118" y="1567598"/>
                  </a:lnTo>
                  <a:lnTo>
                    <a:pt x="1191107" y="1567594"/>
                  </a:lnTo>
                  <a:lnTo>
                    <a:pt x="1191092" y="1567581"/>
                  </a:lnTo>
                  <a:lnTo>
                    <a:pt x="1191082" y="1567577"/>
                  </a:lnTo>
                  <a:lnTo>
                    <a:pt x="1191075" y="1567576"/>
                  </a:lnTo>
                  <a:lnTo>
                    <a:pt x="1191057" y="1567584"/>
                  </a:lnTo>
                  <a:lnTo>
                    <a:pt x="1191040" y="1567583"/>
                  </a:lnTo>
                  <a:lnTo>
                    <a:pt x="1191030" y="1567574"/>
                  </a:lnTo>
                  <a:lnTo>
                    <a:pt x="1191013" y="1567557"/>
                  </a:lnTo>
                  <a:lnTo>
                    <a:pt x="1191000" y="1567552"/>
                  </a:lnTo>
                  <a:lnTo>
                    <a:pt x="1190976" y="1567556"/>
                  </a:lnTo>
                  <a:lnTo>
                    <a:pt x="1190948" y="1567557"/>
                  </a:lnTo>
                  <a:lnTo>
                    <a:pt x="1190930" y="1567553"/>
                  </a:lnTo>
                  <a:lnTo>
                    <a:pt x="1190917" y="1567545"/>
                  </a:lnTo>
                  <a:lnTo>
                    <a:pt x="1190908" y="1567540"/>
                  </a:lnTo>
                  <a:lnTo>
                    <a:pt x="1190903" y="1567540"/>
                  </a:lnTo>
                  <a:lnTo>
                    <a:pt x="1190884" y="1567547"/>
                  </a:lnTo>
                  <a:lnTo>
                    <a:pt x="1190837" y="1567581"/>
                  </a:lnTo>
                  <a:lnTo>
                    <a:pt x="1190811" y="1567598"/>
                  </a:lnTo>
                  <a:lnTo>
                    <a:pt x="1190794" y="1567616"/>
                  </a:lnTo>
                  <a:lnTo>
                    <a:pt x="1190778" y="1567629"/>
                  </a:lnTo>
                  <a:lnTo>
                    <a:pt x="1190768" y="1567642"/>
                  </a:lnTo>
                  <a:lnTo>
                    <a:pt x="1190763" y="1567652"/>
                  </a:lnTo>
                  <a:lnTo>
                    <a:pt x="1190756" y="1567669"/>
                  </a:lnTo>
                  <a:lnTo>
                    <a:pt x="1190751" y="1567685"/>
                  </a:lnTo>
                  <a:lnTo>
                    <a:pt x="1190750" y="1567711"/>
                  </a:lnTo>
                  <a:lnTo>
                    <a:pt x="1190753" y="1567733"/>
                  </a:lnTo>
                  <a:lnTo>
                    <a:pt x="1190752" y="1567745"/>
                  </a:lnTo>
                  <a:lnTo>
                    <a:pt x="1190744" y="1567755"/>
                  </a:lnTo>
                  <a:lnTo>
                    <a:pt x="1190732" y="1567770"/>
                  </a:lnTo>
                  <a:lnTo>
                    <a:pt x="1190720" y="1567785"/>
                  </a:lnTo>
                  <a:lnTo>
                    <a:pt x="1190713" y="1567803"/>
                  </a:lnTo>
                  <a:lnTo>
                    <a:pt x="1190713" y="1567820"/>
                  </a:lnTo>
                  <a:lnTo>
                    <a:pt x="1190708" y="1567837"/>
                  </a:lnTo>
                  <a:lnTo>
                    <a:pt x="1190704" y="1567847"/>
                  </a:lnTo>
                  <a:lnTo>
                    <a:pt x="1190692" y="1567856"/>
                  </a:lnTo>
                  <a:lnTo>
                    <a:pt x="1190669" y="1567862"/>
                  </a:lnTo>
                  <a:lnTo>
                    <a:pt x="1190642" y="1567865"/>
                  </a:lnTo>
                  <a:lnTo>
                    <a:pt x="1190629" y="1567869"/>
                  </a:lnTo>
                  <a:lnTo>
                    <a:pt x="1190616" y="1567883"/>
                  </a:lnTo>
                  <a:lnTo>
                    <a:pt x="1190607" y="1567894"/>
                  </a:lnTo>
                  <a:lnTo>
                    <a:pt x="1190597" y="1567901"/>
                  </a:lnTo>
                  <a:lnTo>
                    <a:pt x="1190573" y="1567904"/>
                  </a:lnTo>
                  <a:lnTo>
                    <a:pt x="1190549" y="1567908"/>
                  </a:lnTo>
                  <a:lnTo>
                    <a:pt x="1190536" y="1567913"/>
                  </a:lnTo>
                  <a:lnTo>
                    <a:pt x="1190523" y="1567930"/>
                  </a:lnTo>
                  <a:lnTo>
                    <a:pt x="1190512" y="1567945"/>
                  </a:lnTo>
                  <a:lnTo>
                    <a:pt x="1190503" y="1567958"/>
                  </a:lnTo>
                  <a:lnTo>
                    <a:pt x="1190493" y="1567971"/>
                  </a:lnTo>
                  <a:lnTo>
                    <a:pt x="1190483" y="1567976"/>
                  </a:lnTo>
                  <a:lnTo>
                    <a:pt x="1190471" y="1567979"/>
                  </a:lnTo>
                  <a:lnTo>
                    <a:pt x="1190447" y="1567986"/>
                  </a:lnTo>
                  <a:lnTo>
                    <a:pt x="1190427" y="1567999"/>
                  </a:lnTo>
                  <a:lnTo>
                    <a:pt x="1190406" y="1568013"/>
                  </a:lnTo>
                  <a:lnTo>
                    <a:pt x="1190386" y="1568021"/>
                  </a:lnTo>
                  <a:lnTo>
                    <a:pt x="1190361" y="1568022"/>
                  </a:lnTo>
                  <a:lnTo>
                    <a:pt x="1190332" y="1568019"/>
                  </a:lnTo>
                  <a:lnTo>
                    <a:pt x="1190307" y="1568014"/>
                  </a:lnTo>
                  <a:lnTo>
                    <a:pt x="1190275" y="1568013"/>
                  </a:lnTo>
                  <a:lnTo>
                    <a:pt x="1190260" y="1568017"/>
                  </a:lnTo>
                  <a:lnTo>
                    <a:pt x="1190243" y="1568022"/>
                  </a:lnTo>
                  <a:lnTo>
                    <a:pt x="1190228" y="1568034"/>
                  </a:lnTo>
                  <a:lnTo>
                    <a:pt x="1190211" y="1568048"/>
                  </a:lnTo>
                  <a:lnTo>
                    <a:pt x="1190186" y="1568042"/>
                  </a:lnTo>
                  <a:lnTo>
                    <a:pt x="1190150" y="1568027"/>
                  </a:lnTo>
                  <a:lnTo>
                    <a:pt x="1190129" y="1568009"/>
                  </a:lnTo>
                  <a:lnTo>
                    <a:pt x="1190110" y="1568001"/>
                  </a:lnTo>
                  <a:lnTo>
                    <a:pt x="1190093" y="1567998"/>
                  </a:lnTo>
                  <a:lnTo>
                    <a:pt x="1190084" y="1567999"/>
                  </a:lnTo>
                  <a:lnTo>
                    <a:pt x="1190068" y="1568004"/>
                  </a:lnTo>
                  <a:lnTo>
                    <a:pt x="1190052" y="1568009"/>
                  </a:lnTo>
                  <a:lnTo>
                    <a:pt x="1190037" y="1568020"/>
                  </a:lnTo>
                  <a:lnTo>
                    <a:pt x="1190031" y="1568012"/>
                  </a:lnTo>
                  <a:lnTo>
                    <a:pt x="1190030" y="1567996"/>
                  </a:lnTo>
                  <a:lnTo>
                    <a:pt x="1190030" y="1567981"/>
                  </a:lnTo>
                  <a:lnTo>
                    <a:pt x="1190025" y="1567976"/>
                  </a:lnTo>
                  <a:lnTo>
                    <a:pt x="1190007" y="1567980"/>
                  </a:lnTo>
                  <a:lnTo>
                    <a:pt x="1189972" y="1567992"/>
                  </a:lnTo>
                  <a:lnTo>
                    <a:pt x="1189943" y="1568000"/>
                  </a:lnTo>
                  <a:lnTo>
                    <a:pt x="1189917" y="1568011"/>
                  </a:lnTo>
                  <a:lnTo>
                    <a:pt x="1189905" y="1568021"/>
                  </a:lnTo>
                  <a:lnTo>
                    <a:pt x="1189895" y="1568032"/>
                  </a:lnTo>
                  <a:lnTo>
                    <a:pt x="1189892" y="1568053"/>
                  </a:lnTo>
                  <a:lnTo>
                    <a:pt x="1189895" y="1568071"/>
                  </a:lnTo>
                  <a:lnTo>
                    <a:pt x="1189896" y="1568085"/>
                  </a:lnTo>
                  <a:lnTo>
                    <a:pt x="1189894" y="1568111"/>
                  </a:lnTo>
                  <a:lnTo>
                    <a:pt x="1189896" y="1568137"/>
                  </a:lnTo>
                  <a:lnTo>
                    <a:pt x="1189903" y="1568170"/>
                  </a:lnTo>
                  <a:lnTo>
                    <a:pt x="1189914" y="1568195"/>
                  </a:lnTo>
                  <a:lnTo>
                    <a:pt x="1189919" y="1568206"/>
                  </a:lnTo>
                  <a:lnTo>
                    <a:pt x="1189915" y="1568218"/>
                  </a:lnTo>
                  <a:lnTo>
                    <a:pt x="1189890" y="1568245"/>
                  </a:lnTo>
                  <a:lnTo>
                    <a:pt x="1189868" y="1568270"/>
                  </a:lnTo>
                  <a:lnTo>
                    <a:pt x="1189851" y="1568286"/>
                  </a:lnTo>
                  <a:lnTo>
                    <a:pt x="1189839" y="1568302"/>
                  </a:lnTo>
                  <a:lnTo>
                    <a:pt x="1189835" y="1568323"/>
                  </a:lnTo>
                  <a:lnTo>
                    <a:pt x="1189835" y="1568333"/>
                  </a:lnTo>
                  <a:lnTo>
                    <a:pt x="1189838" y="1568356"/>
                  </a:lnTo>
                  <a:lnTo>
                    <a:pt x="1189841" y="1568375"/>
                  </a:lnTo>
                  <a:lnTo>
                    <a:pt x="1189842" y="1568391"/>
                  </a:lnTo>
                  <a:lnTo>
                    <a:pt x="1189841" y="1568403"/>
                  </a:lnTo>
                  <a:lnTo>
                    <a:pt x="1189839" y="1568418"/>
                  </a:lnTo>
                  <a:lnTo>
                    <a:pt x="1189830" y="1568426"/>
                  </a:lnTo>
                  <a:lnTo>
                    <a:pt x="1189808" y="1568451"/>
                  </a:lnTo>
                  <a:lnTo>
                    <a:pt x="1189793" y="1568466"/>
                  </a:lnTo>
                  <a:lnTo>
                    <a:pt x="1189776" y="1568485"/>
                  </a:lnTo>
                  <a:lnTo>
                    <a:pt x="1189755" y="1568500"/>
                  </a:lnTo>
                  <a:lnTo>
                    <a:pt x="1189733" y="1568523"/>
                  </a:lnTo>
                  <a:lnTo>
                    <a:pt x="1189706" y="1568537"/>
                  </a:lnTo>
                  <a:lnTo>
                    <a:pt x="1189673" y="1568543"/>
                  </a:lnTo>
                  <a:lnTo>
                    <a:pt x="1189643" y="1568536"/>
                  </a:lnTo>
                  <a:lnTo>
                    <a:pt x="1189625" y="1568527"/>
                  </a:lnTo>
                  <a:lnTo>
                    <a:pt x="1189601" y="1568506"/>
                  </a:lnTo>
                  <a:lnTo>
                    <a:pt x="1189566" y="1568487"/>
                  </a:lnTo>
                  <a:lnTo>
                    <a:pt x="1189539" y="1568479"/>
                  </a:lnTo>
                  <a:lnTo>
                    <a:pt x="1189521" y="1568474"/>
                  </a:lnTo>
                  <a:lnTo>
                    <a:pt x="1189496" y="1568477"/>
                  </a:lnTo>
                  <a:lnTo>
                    <a:pt x="1189460" y="1568486"/>
                  </a:lnTo>
                  <a:lnTo>
                    <a:pt x="1189436" y="1568495"/>
                  </a:lnTo>
                  <a:lnTo>
                    <a:pt x="1189416" y="1568515"/>
                  </a:lnTo>
                  <a:lnTo>
                    <a:pt x="1189395" y="1568541"/>
                  </a:lnTo>
                  <a:lnTo>
                    <a:pt x="1189375" y="1568582"/>
                  </a:lnTo>
                  <a:lnTo>
                    <a:pt x="1189349" y="1568626"/>
                  </a:lnTo>
                  <a:lnTo>
                    <a:pt x="1189345" y="1568636"/>
                  </a:lnTo>
                  <a:lnTo>
                    <a:pt x="1189327" y="1568655"/>
                  </a:lnTo>
                  <a:lnTo>
                    <a:pt x="1189316" y="1568672"/>
                  </a:lnTo>
                  <a:lnTo>
                    <a:pt x="1189308" y="1568692"/>
                  </a:lnTo>
                  <a:lnTo>
                    <a:pt x="1189300" y="1568710"/>
                  </a:lnTo>
                  <a:lnTo>
                    <a:pt x="1189292" y="1568720"/>
                  </a:lnTo>
                  <a:lnTo>
                    <a:pt x="1189272" y="1568727"/>
                  </a:lnTo>
                  <a:lnTo>
                    <a:pt x="1189244" y="1568730"/>
                  </a:lnTo>
                  <a:lnTo>
                    <a:pt x="1189211" y="1568746"/>
                  </a:lnTo>
                  <a:lnTo>
                    <a:pt x="1189195" y="1568758"/>
                  </a:lnTo>
                  <a:lnTo>
                    <a:pt x="1189175" y="1568775"/>
                  </a:lnTo>
                  <a:lnTo>
                    <a:pt x="1189160" y="1568795"/>
                  </a:lnTo>
                  <a:lnTo>
                    <a:pt x="1189140" y="1568820"/>
                  </a:lnTo>
                  <a:lnTo>
                    <a:pt x="1189127" y="1568837"/>
                  </a:lnTo>
                  <a:lnTo>
                    <a:pt x="1189120" y="1568850"/>
                  </a:lnTo>
                  <a:lnTo>
                    <a:pt x="1189112" y="1568859"/>
                  </a:lnTo>
                  <a:lnTo>
                    <a:pt x="1189096" y="1568864"/>
                  </a:lnTo>
                  <a:lnTo>
                    <a:pt x="1189090" y="1568869"/>
                  </a:lnTo>
                  <a:lnTo>
                    <a:pt x="1189085" y="1568879"/>
                  </a:lnTo>
                  <a:lnTo>
                    <a:pt x="1189080" y="1568899"/>
                  </a:lnTo>
                  <a:lnTo>
                    <a:pt x="1189081" y="1568923"/>
                  </a:lnTo>
                  <a:lnTo>
                    <a:pt x="1189081" y="1568936"/>
                  </a:lnTo>
                  <a:lnTo>
                    <a:pt x="1189067" y="1568953"/>
                  </a:lnTo>
                  <a:lnTo>
                    <a:pt x="1189053" y="1568971"/>
                  </a:lnTo>
                  <a:lnTo>
                    <a:pt x="1189043" y="1568986"/>
                  </a:lnTo>
                  <a:lnTo>
                    <a:pt x="1189032" y="1568998"/>
                  </a:lnTo>
                  <a:lnTo>
                    <a:pt x="1189028" y="1569000"/>
                  </a:lnTo>
                  <a:lnTo>
                    <a:pt x="1189022" y="1569000"/>
                  </a:lnTo>
                  <a:lnTo>
                    <a:pt x="1189013" y="1568991"/>
                  </a:lnTo>
                  <a:lnTo>
                    <a:pt x="1189000" y="1568971"/>
                  </a:lnTo>
                  <a:lnTo>
                    <a:pt x="1188982" y="1568948"/>
                  </a:lnTo>
                  <a:lnTo>
                    <a:pt x="1188967" y="1568937"/>
                  </a:lnTo>
                  <a:lnTo>
                    <a:pt x="1188957" y="1568927"/>
                  </a:lnTo>
                  <a:lnTo>
                    <a:pt x="1188951" y="1568924"/>
                  </a:lnTo>
                  <a:lnTo>
                    <a:pt x="1188941" y="1568925"/>
                  </a:lnTo>
                  <a:lnTo>
                    <a:pt x="1188930" y="1568935"/>
                  </a:lnTo>
                  <a:lnTo>
                    <a:pt x="1188913" y="1568947"/>
                  </a:lnTo>
                  <a:lnTo>
                    <a:pt x="1188899" y="1568946"/>
                  </a:lnTo>
                  <a:lnTo>
                    <a:pt x="1188873" y="1568950"/>
                  </a:lnTo>
                  <a:lnTo>
                    <a:pt x="1188840" y="1568958"/>
                  </a:lnTo>
                  <a:lnTo>
                    <a:pt x="1188829" y="1568962"/>
                  </a:lnTo>
                  <a:lnTo>
                    <a:pt x="1188809" y="1568980"/>
                  </a:lnTo>
                  <a:lnTo>
                    <a:pt x="1188793" y="1568998"/>
                  </a:lnTo>
                  <a:lnTo>
                    <a:pt x="1188777" y="1569010"/>
                  </a:lnTo>
                  <a:lnTo>
                    <a:pt x="1188753" y="1569029"/>
                  </a:lnTo>
                  <a:lnTo>
                    <a:pt x="1188734" y="1569036"/>
                  </a:lnTo>
                  <a:lnTo>
                    <a:pt x="1188704" y="1569044"/>
                  </a:lnTo>
                  <a:lnTo>
                    <a:pt x="1188686" y="1569046"/>
                  </a:lnTo>
                  <a:lnTo>
                    <a:pt x="1188670" y="1569043"/>
                  </a:lnTo>
                  <a:lnTo>
                    <a:pt x="1188655" y="1569040"/>
                  </a:lnTo>
                  <a:lnTo>
                    <a:pt x="1188649" y="1569046"/>
                  </a:lnTo>
                  <a:lnTo>
                    <a:pt x="1188643" y="1569051"/>
                  </a:lnTo>
                  <a:lnTo>
                    <a:pt x="1188637" y="1569068"/>
                  </a:lnTo>
                  <a:lnTo>
                    <a:pt x="1188630" y="1569097"/>
                  </a:lnTo>
                  <a:lnTo>
                    <a:pt x="1188639" y="1569128"/>
                  </a:lnTo>
                  <a:lnTo>
                    <a:pt x="1188645" y="1569147"/>
                  </a:lnTo>
                  <a:lnTo>
                    <a:pt x="1188644" y="1569157"/>
                  </a:lnTo>
                  <a:lnTo>
                    <a:pt x="1188640" y="1569164"/>
                  </a:lnTo>
                  <a:lnTo>
                    <a:pt x="1188622" y="1569169"/>
                  </a:lnTo>
                  <a:lnTo>
                    <a:pt x="1188603" y="1569168"/>
                  </a:lnTo>
                  <a:lnTo>
                    <a:pt x="1188585" y="1569160"/>
                  </a:lnTo>
                  <a:lnTo>
                    <a:pt x="1188573" y="1569151"/>
                  </a:lnTo>
                  <a:lnTo>
                    <a:pt x="1188566" y="1569151"/>
                  </a:lnTo>
                  <a:lnTo>
                    <a:pt x="1188559" y="1569154"/>
                  </a:lnTo>
                  <a:lnTo>
                    <a:pt x="1188557" y="1569160"/>
                  </a:lnTo>
                  <a:lnTo>
                    <a:pt x="1188549" y="1569194"/>
                  </a:lnTo>
                  <a:lnTo>
                    <a:pt x="1188544" y="1569225"/>
                  </a:lnTo>
                  <a:lnTo>
                    <a:pt x="1188534" y="1569256"/>
                  </a:lnTo>
                  <a:lnTo>
                    <a:pt x="1188524" y="1569273"/>
                  </a:lnTo>
                  <a:lnTo>
                    <a:pt x="1188498" y="1569286"/>
                  </a:lnTo>
                  <a:lnTo>
                    <a:pt x="1188474" y="1569298"/>
                  </a:lnTo>
                  <a:lnTo>
                    <a:pt x="1188452" y="1569306"/>
                  </a:lnTo>
                  <a:lnTo>
                    <a:pt x="1188433" y="1569323"/>
                  </a:lnTo>
                  <a:lnTo>
                    <a:pt x="1188423" y="1569338"/>
                  </a:lnTo>
                  <a:lnTo>
                    <a:pt x="1188414" y="1569355"/>
                  </a:lnTo>
                  <a:lnTo>
                    <a:pt x="1188409" y="1569369"/>
                  </a:lnTo>
                  <a:lnTo>
                    <a:pt x="1188398" y="1569399"/>
                  </a:lnTo>
                  <a:lnTo>
                    <a:pt x="1188395" y="1569418"/>
                  </a:lnTo>
                  <a:lnTo>
                    <a:pt x="1188382" y="1569406"/>
                  </a:lnTo>
                  <a:lnTo>
                    <a:pt x="1188349" y="1569372"/>
                  </a:lnTo>
                  <a:lnTo>
                    <a:pt x="1188326" y="1569360"/>
                  </a:lnTo>
                  <a:lnTo>
                    <a:pt x="1188292" y="1569351"/>
                  </a:lnTo>
                  <a:lnTo>
                    <a:pt x="1188260" y="1569333"/>
                  </a:lnTo>
                  <a:lnTo>
                    <a:pt x="1188223" y="1569311"/>
                  </a:lnTo>
                  <a:lnTo>
                    <a:pt x="1188195" y="1569302"/>
                  </a:lnTo>
                  <a:lnTo>
                    <a:pt x="1188149" y="1569289"/>
                  </a:lnTo>
                  <a:lnTo>
                    <a:pt x="1188119" y="1569277"/>
                  </a:lnTo>
                  <a:lnTo>
                    <a:pt x="1188042" y="1569249"/>
                  </a:lnTo>
                  <a:lnTo>
                    <a:pt x="1188016" y="1569239"/>
                  </a:lnTo>
                  <a:lnTo>
                    <a:pt x="1187995" y="1569233"/>
                  </a:lnTo>
                  <a:lnTo>
                    <a:pt x="1187980" y="1569224"/>
                  </a:lnTo>
                  <a:lnTo>
                    <a:pt x="1187966" y="1569204"/>
                  </a:lnTo>
                  <a:lnTo>
                    <a:pt x="1187954" y="1569182"/>
                  </a:lnTo>
                  <a:lnTo>
                    <a:pt x="1187942" y="1569174"/>
                  </a:lnTo>
                  <a:lnTo>
                    <a:pt x="1187926" y="1569172"/>
                  </a:lnTo>
                  <a:lnTo>
                    <a:pt x="1187901" y="1569172"/>
                  </a:lnTo>
                  <a:lnTo>
                    <a:pt x="1187885" y="1569171"/>
                  </a:lnTo>
                  <a:lnTo>
                    <a:pt x="1187871" y="1569163"/>
                  </a:lnTo>
                  <a:lnTo>
                    <a:pt x="1187853" y="1569159"/>
                  </a:lnTo>
                  <a:lnTo>
                    <a:pt x="1187847" y="1569159"/>
                  </a:lnTo>
                  <a:lnTo>
                    <a:pt x="1187837" y="1569171"/>
                  </a:lnTo>
                  <a:lnTo>
                    <a:pt x="1187829" y="1569192"/>
                  </a:lnTo>
                  <a:lnTo>
                    <a:pt x="1187822" y="1569201"/>
                  </a:lnTo>
                  <a:lnTo>
                    <a:pt x="1187794" y="1569214"/>
                  </a:lnTo>
                  <a:lnTo>
                    <a:pt x="1187761" y="1569229"/>
                  </a:lnTo>
                  <a:lnTo>
                    <a:pt x="1187731" y="1569252"/>
                  </a:lnTo>
                  <a:lnTo>
                    <a:pt x="1187699" y="1569279"/>
                  </a:lnTo>
                  <a:lnTo>
                    <a:pt x="1187675" y="1569290"/>
                  </a:lnTo>
                  <a:lnTo>
                    <a:pt x="1187644" y="1569293"/>
                  </a:lnTo>
                  <a:lnTo>
                    <a:pt x="1187626" y="1569290"/>
                  </a:lnTo>
                  <a:lnTo>
                    <a:pt x="1187612" y="1569290"/>
                  </a:lnTo>
                  <a:lnTo>
                    <a:pt x="1187605" y="1569291"/>
                  </a:lnTo>
                  <a:lnTo>
                    <a:pt x="1187596" y="1569300"/>
                  </a:lnTo>
                  <a:lnTo>
                    <a:pt x="1187587" y="1569309"/>
                  </a:lnTo>
                  <a:lnTo>
                    <a:pt x="1187580" y="1569319"/>
                  </a:lnTo>
                  <a:lnTo>
                    <a:pt x="1187569" y="1569334"/>
                  </a:lnTo>
                  <a:lnTo>
                    <a:pt x="1187560" y="1569346"/>
                  </a:lnTo>
                  <a:lnTo>
                    <a:pt x="1187543" y="1569353"/>
                  </a:lnTo>
                  <a:lnTo>
                    <a:pt x="1187528" y="1569369"/>
                  </a:lnTo>
                  <a:lnTo>
                    <a:pt x="1187516" y="1569387"/>
                  </a:lnTo>
                  <a:lnTo>
                    <a:pt x="1187502" y="1569434"/>
                  </a:lnTo>
                  <a:lnTo>
                    <a:pt x="1187488" y="1569468"/>
                  </a:lnTo>
                  <a:lnTo>
                    <a:pt x="1187483" y="1569479"/>
                  </a:lnTo>
                  <a:lnTo>
                    <a:pt x="1187474" y="1569500"/>
                  </a:lnTo>
                  <a:lnTo>
                    <a:pt x="1187464" y="1569527"/>
                  </a:lnTo>
                  <a:lnTo>
                    <a:pt x="1187455" y="1569541"/>
                  </a:lnTo>
                  <a:lnTo>
                    <a:pt x="1187442" y="1569551"/>
                  </a:lnTo>
                  <a:lnTo>
                    <a:pt x="1187424" y="1569549"/>
                  </a:lnTo>
                  <a:lnTo>
                    <a:pt x="1187397" y="1569559"/>
                  </a:lnTo>
                  <a:lnTo>
                    <a:pt x="1187387" y="1569567"/>
                  </a:lnTo>
                  <a:lnTo>
                    <a:pt x="1187383" y="1569593"/>
                  </a:lnTo>
                  <a:lnTo>
                    <a:pt x="1187377" y="1569609"/>
                  </a:lnTo>
                  <a:lnTo>
                    <a:pt x="1187374" y="1569615"/>
                  </a:lnTo>
                  <a:lnTo>
                    <a:pt x="1187370" y="1569627"/>
                  </a:lnTo>
                  <a:lnTo>
                    <a:pt x="1187365" y="1569636"/>
                  </a:lnTo>
                  <a:lnTo>
                    <a:pt x="1187361" y="1569641"/>
                  </a:lnTo>
                  <a:lnTo>
                    <a:pt x="1187355" y="1569649"/>
                  </a:lnTo>
                  <a:lnTo>
                    <a:pt x="1187351" y="1569654"/>
                  </a:lnTo>
                  <a:lnTo>
                    <a:pt x="1187347" y="1569658"/>
                  </a:lnTo>
                  <a:lnTo>
                    <a:pt x="1187343" y="1569675"/>
                  </a:lnTo>
                  <a:lnTo>
                    <a:pt x="1187340" y="1569684"/>
                  </a:lnTo>
                  <a:lnTo>
                    <a:pt x="1187333" y="1569698"/>
                  </a:lnTo>
                  <a:lnTo>
                    <a:pt x="1187318" y="1569703"/>
                  </a:lnTo>
                  <a:lnTo>
                    <a:pt x="1187306" y="1569704"/>
                  </a:lnTo>
                  <a:lnTo>
                    <a:pt x="1187289" y="1569716"/>
                  </a:lnTo>
                  <a:lnTo>
                    <a:pt x="1187270" y="1569732"/>
                  </a:lnTo>
                  <a:lnTo>
                    <a:pt x="1187255" y="1569752"/>
                  </a:lnTo>
                  <a:lnTo>
                    <a:pt x="1187247" y="1569768"/>
                  </a:lnTo>
                  <a:lnTo>
                    <a:pt x="1187237" y="1569790"/>
                  </a:lnTo>
                  <a:lnTo>
                    <a:pt x="1187231" y="1569804"/>
                  </a:lnTo>
                  <a:lnTo>
                    <a:pt x="1187218" y="1569816"/>
                  </a:lnTo>
                  <a:lnTo>
                    <a:pt x="1187198" y="1569825"/>
                  </a:lnTo>
                  <a:lnTo>
                    <a:pt x="1187178" y="1569838"/>
                  </a:lnTo>
                  <a:lnTo>
                    <a:pt x="1187168" y="1569851"/>
                  </a:lnTo>
                  <a:lnTo>
                    <a:pt x="1187148" y="1569878"/>
                  </a:lnTo>
                  <a:lnTo>
                    <a:pt x="1187139" y="1569891"/>
                  </a:lnTo>
                  <a:lnTo>
                    <a:pt x="1187125" y="1569901"/>
                  </a:lnTo>
                  <a:lnTo>
                    <a:pt x="1187089" y="1569911"/>
                  </a:lnTo>
                  <a:lnTo>
                    <a:pt x="1187069" y="1569911"/>
                  </a:lnTo>
                  <a:lnTo>
                    <a:pt x="1187043" y="1569903"/>
                  </a:lnTo>
                  <a:lnTo>
                    <a:pt x="1187022" y="1569900"/>
                  </a:lnTo>
                  <a:lnTo>
                    <a:pt x="1187010" y="1569904"/>
                  </a:lnTo>
                  <a:lnTo>
                    <a:pt x="1186994" y="1569919"/>
                  </a:lnTo>
                  <a:lnTo>
                    <a:pt x="1186982" y="1569936"/>
                  </a:lnTo>
                  <a:lnTo>
                    <a:pt x="1186973" y="1569941"/>
                  </a:lnTo>
                  <a:lnTo>
                    <a:pt x="1186958" y="1569946"/>
                  </a:lnTo>
                  <a:lnTo>
                    <a:pt x="1186940" y="1569954"/>
                  </a:lnTo>
                  <a:lnTo>
                    <a:pt x="1186930" y="1569963"/>
                  </a:lnTo>
                  <a:lnTo>
                    <a:pt x="1186919" y="1569971"/>
                  </a:lnTo>
                  <a:lnTo>
                    <a:pt x="1186910" y="1569985"/>
                  </a:lnTo>
                  <a:lnTo>
                    <a:pt x="1186902" y="1570004"/>
                  </a:lnTo>
                  <a:lnTo>
                    <a:pt x="1186890" y="1570010"/>
                  </a:lnTo>
                  <a:lnTo>
                    <a:pt x="1186871" y="1570013"/>
                  </a:lnTo>
                  <a:lnTo>
                    <a:pt x="1186826" y="1570025"/>
                  </a:lnTo>
                  <a:lnTo>
                    <a:pt x="1186794" y="1570032"/>
                  </a:lnTo>
                  <a:lnTo>
                    <a:pt x="1186767" y="1570037"/>
                  </a:lnTo>
                  <a:lnTo>
                    <a:pt x="1186744" y="1570043"/>
                  </a:lnTo>
                  <a:lnTo>
                    <a:pt x="1186731" y="1570047"/>
                  </a:lnTo>
                  <a:lnTo>
                    <a:pt x="1186714" y="1570052"/>
                  </a:lnTo>
                  <a:lnTo>
                    <a:pt x="1186702" y="1570069"/>
                  </a:lnTo>
                  <a:lnTo>
                    <a:pt x="1186688" y="1570095"/>
                  </a:lnTo>
                  <a:lnTo>
                    <a:pt x="1186678" y="1570110"/>
                  </a:lnTo>
                  <a:lnTo>
                    <a:pt x="1186669" y="1570119"/>
                  </a:lnTo>
                  <a:lnTo>
                    <a:pt x="1186659" y="1570129"/>
                  </a:lnTo>
                  <a:lnTo>
                    <a:pt x="1186652" y="1570126"/>
                  </a:lnTo>
                  <a:lnTo>
                    <a:pt x="1186636" y="1570111"/>
                  </a:lnTo>
                  <a:lnTo>
                    <a:pt x="1186613" y="1570086"/>
                  </a:lnTo>
                  <a:lnTo>
                    <a:pt x="1186596" y="1570067"/>
                  </a:lnTo>
                  <a:lnTo>
                    <a:pt x="1186579" y="1570054"/>
                  </a:lnTo>
                  <a:lnTo>
                    <a:pt x="1186550" y="1570042"/>
                  </a:lnTo>
                  <a:lnTo>
                    <a:pt x="1186535" y="1570030"/>
                  </a:lnTo>
                  <a:lnTo>
                    <a:pt x="1186526" y="1570021"/>
                  </a:lnTo>
                  <a:lnTo>
                    <a:pt x="1186512" y="1569981"/>
                  </a:lnTo>
                  <a:lnTo>
                    <a:pt x="1186489" y="1569944"/>
                  </a:lnTo>
                  <a:lnTo>
                    <a:pt x="1186455" y="1569911"/>
                  </a:lnTo>
                  <a:lnTo>
                    <a:pt x="1186440" y="1569893"/>
                  </a:lnTo>
                  <a:lnTo>
                    <a:pt x="1186426" y="1569871"/>
                  </a:lnTo>
                  <a:lnTo>
                    <a:pt x="1186414" y="1569858"/>
                  </a:lnTo>
                  <a:lnTo>
                    <a:pt x="1186388" y="1569838"/>
                  </a:lnTo>
                  <a:lnTo>
                    <a:pt x="1186376" y="1569826"/>
                  </a:lnTo>
                  <a:lnTo>
                    <a:pt x="1186358" y="1569803"/>
                  </a:lnTo>
                  <a:lnTo>
                    <a:pt x="1186340" y="1569793"/>
                  </a:lnTo>
                  <a:lnTo>
                    <a:pt x="1186323" y="1569786"/>
                  </a:lnTo>
                  <a:lnTo>
                    <a:pt x="1186298" y="1569775"/>
                  </a:lnTo>
                  <a:lnTo>
                    <a:pt x="1186280" y="1569775"/>
                  </a:lnTo>
                  <a:lnTo>
                    <a:pt x="1186278" y="1569768"/>
                  </a:lnTo>
                  <a:lnTo>
                    <a:pt x="1186286" y="1569746"/>
                  </a:lnTo>
                  <a:lnTo>
                    <a:pt x="1186292" y="1569713"/>
                  </a:lnTo>
                  <a:lnTo>
                    <a:pt x="1186293" y="1569664"/>
                  </a:lnTo>
                  <a:lnTo>
                    <a:pt x="1186295" y="1569630"/>
                  </a:lnTo>
                  <a:lnTo>
                    <a:pt x="1186294" y="1569599"/>
                  </a:lnTo>
                  <a:lnTo>
                    <a:pt x="1186287" y="1569581"/>
                  </a:lnTo>
                  <a:lnTo>
                    <a:pt x="1186284" y="1569567"/>
                  </a:lnTo>
                  <a:lnTo>
                    <a:pt x="1186276" y="1569544"/>
                  </a:lnTo>
                  <a:lnTo>
                    <a:pt x="1186270" y="1569531"/>
                  </a:lnTo>
                  <a:lnTo>
                    <a:pt x="1186261" y="1569508"/>
                  </a:lnTo>
                  <a:lnTo>
                    <a:pt x="1186257" y="1569495"/>
                  </a:lnTo>
                  <a:lnTo>
                    <a:pt x="1186250" y="1569481"/>
                  </a:lnTo>
                  <a:lnTo>
                    <a:pt x="1186247" y="1569473"/>
                  </a:lnTo>
                  <a:lnTo>
                    <a:pt x="1186243" y="1569461"/>
                  </a:lnTo>
                  <a:lnTo>
                    <a:pt x="1186239" y="1569452"/>
                  </a:lnTo>
                  <a:lnTo>
                    <a:pt x="1186236" y="1569442"/>
                  </a:lnTo>
                  <a:lnTo>
                    <a:pt x="1186232" y="1569433"/>
                  </a:lnTo>
                  <a:lnTo>
                    <a:pt x="1186224" y="1569411"/>
                  </a:lnTo>
                  <a:lnTo>
                    <a:pt x="1186217" y="1569394"/>
                  </a:lnTo>
                  <a:lnTo>
                    <a:pt x="1186193" y="1569356"/>
                  </a:lnTo>
                  <a:lnTo>
                    <a:pt x="1186172" y="1569328"/>
                  </a:lnTo>
                  <a:lnTo>
                    <a:pt x="1186153" y="1569312"/>
                  </a:lnTo>
                  <a:lnTo>
                    <a:pt x="1186134" y="1569294"/>
                  </a:lnTo>
                  <a:lnTo>
                    <a:pt x="1186113" y="1569270"/>
                  </a:lnTo>
                  <a:lnTo>
                    <a:pt x="1186083" y="1569239"/>
                  </a:lnTo>
                  <a:lnTo>
                    <a:pt x="1186052" y="1569216"/>
                  </a:lnTo>
                  <a:lnTo>
                    <a:pt x="1186024" y="1569186"/>
                  </a:lnTo>
                  <a:lnTo>
                    <a:pt x="1186003" y="1569173"/>
                  </a:lnTo>
                  <a:lnTo>
                    <a:pt x="1185974" y="1569161"/>
                  </a:lnTo>
                  <a:lnTo>
                    <a:pt x="1185937" y="1569143"/>
                  </a:lnTo>
                  <a:lnTo>
                    <a:pt x="1185910" y="1569128"/>
                  </a:lnTo>
                  <a:lnTo>
                    <a:pt x="1185880" y="1569113"/>
                  </a:lnTo>
                  <a:lnTo>
                    <a:pt x="1185853" y="1569096"/>
                  </a:lnTo>
                  <a:lnTo>
                    <a:pt x="1185836" y="1569082"/>
                  </a:lnTo>
                  <a:lnTo>
                    <a:pt x="1185822" y="1569067"/>
                  </a:lnTo>
                  <a:lnTo>
                    <a:pt x="1185804" y="1569062"/>
                  </a:lnTo>
                  <a:lnTo>
                    <a:pt x="1185772" y="1569060"/>
                  </a:lnTo>
                  <a:lnTo>
                    <a:pt x="1185741" y="1569057"/>
                  </a:lnTo>
                  <a:lnTo>
                    <a:pt x="1185716" y="1569055"/>
                  </a:lnTo>
                  <a:lnTo>
                    <a:pt x="1185702" y="1569046"/>
                  </a:lnTo>
                  <a:lnTo>
                    <a:pt x="1185680" y="1569018"/>
                  </a:lnTo>
                  <a:lnTo>
                    <a:pt x="1185655" y="1569005"/>
                  </a:lnTo>
                  <a:lnTo>
                    <a:pt x="1185620" y="1568994"/>
                  </a:lnTo>
                  <a:lnTo>
                    <a:pt x="1185576" y="1568981"/>
                  </a:lnTo>
                  <a:lnTo>
                    <a:pt x="1185563" y="1568981"/>
                  </a:lnTo>
                  <a:lnTo>
                    <a:pt x="1185554" y="1568985"/>
                  </a:lnTo>
                  <a:lnTo>
                    <a:pt x="1185539" y="1568996"/>
                  </a:lnTo>
                  <a:lnTo>
                    <a:pt x="1185527" y="1569021"/>
                  </a:lnTo>
                  <a:lnTo>
                    <a:pt x="1185505" y="1569042"/>
                  </a:lnTo>
                  <a:lnTo>
                    <a:pt x="1185485" y="1569043"/>
                  </a:lnTo>
                  <a:lnTo>
                    <a:pt x="1185472" y="1569036"/>
                  </a:lnTo>
                  <a:lnTo>
                    <a:pt x="1185457" y="1569029"/>
                  </a:lnTo>
                  <a:lnTo>
                    <a:pt x="1185435" y="1569016"/>
                  </a:lnTo>
                  <a:lnTo>
                    <a:pt x="1185413" y="1569008"/>
                  </a:lnTo>
                  <a:lnTo>
                    <a:pt x="1185390" y="1569006"/>
                  </a:lnTo>
                  <a:lnTo>
                    <a:pt x="1185363" y="1569002"/>
                  </a:lnTo>
                  <a:lnTo>
                    <a:pt x="1185334" y="1568996"/>
                  </a:lnTo>
                  <a:lnTo>
                    <a:pt x="1185308" y="1568990"/>
                  </a:lnTo>
                  <a:lnTo>
                    <a:pt x="1185280" y="1568991"/>
                  </a:lnTo>
                  <a:lnTo>
                    <a:pt x="1185255" y="1568986"/>
                  </a:lnTo>
                  <a:lnTo>
                    <a:pt x="1185237" y="1568981"/>
                  </a:lnTo>
                  <a:lnTo>
                    <a:pt x="1185211" y="1568955"/>
                  </a:lnTo>
                  <a:lnTo>
                    <a:pt x="1185198" y="1568939"/>
                  </a:lnTo>
                  <a:lnTo>
                    <a:pt x="1185186" y="1568928"/>
                  </a:lnTo>
                  <a:lnTo>
                    <a:pt x="1185166" y="1568910"/>
                  </a:lnTo>
                  <a:lnTo>
                    <a:pt x="1185139" y="1568906"/>
                  </a:lnTo>
                  <a:lnTo>
                    <a:pt x="1185108" y="1568909"/>
                  </a:lnTo>
                  <a:lnTo>
                    <a:pt x="1185101" y="1568910"/>
                  </a:lnTo>
                  <a:lnTo>
                    <a:pt x="1185077" y="1568911"/>
                  </a:lnTo>
                  <a:lnTo>
                    <a:pt x="1185062" y="1568910"/>
                  </a:lnTo>
                  <a:lnTo>
                    <a:pt x="1185051" y="1568907"/>
                  </a:lnTo>
                  <a:lnTo>
                    <a:pt x="1185046" y="1568904"/>
                  </a:lnTo>
                  <a:lnTo>
                    <a:pt x="1185042" y="1568898"/>
                  </a:lnTo>
                  <a:lnTo>
                    <a:pt x="1185034" y="1568875"/>
                  </a:lnTo>
                  <a:lnTo>
                    <a:pt x="1185030" y="1568864"/>
                  </a:lnTo>
                  <a:lnTo>
                    <a:pt x="1185018" y="1568830"/>
                  </a:lnTo>
                  <a:lnTo>
                    <a:pt x="1185005" y="1568813"/>
                  </a:lnTo>
                  <a:lnTo>
                    <a:pt x="1184992" y="1568802"/>
                  </a:lnTo>
                  <a:lnTo>
                    <a:pt x="1184984" y="1568795"/>
                  </a:lnTo>
                  <a:lnTo>
                    <a:pt x="1184978" y="1568788"/>
                  </a:lnTo>
                  <a:lnTo>
                    <a:pt x="1184973" y="1568781"/>
                  </a:lnTo>
                  <a:lnTo>
                    <a:pt x="1184968" y="1568776"/>
                  </a:lnTo>
                  <a:lnTo>
                    <a:pt x="1184964" y="1568774"/>
                  </a:lnTo>
                  <a:lnTo>
                    <a:pt x="1184949" y="1568768"/>
                  </a:lnTo>
                  <a:lnTo>
                    <a:pt x="1184933" y="1568767"/>
                  </a:lnTo>
                  <a:lnTo>
                    <a:pt x="1184917" y="1568765"/>
                  </a:lnTo>
                  <a:lnTo>
                    <a:pt x="1184902" y="1568763"/>
                  </a:lnTo>
                  <a:lnTo>
                    <a:pt x="1184892" y="1568761"/>
                  </a:lnTo>
                  <a:lnTo>
                    <a:pt x="1184886" y="1568756"/>
                  </a:lnTo>
                  <a:lnTo>
                    <a:pt x="1184881" y="1568750"/>
                  </a:lnTo>
                  <a:lnTo>
                    <a:pt x="1184876" y="1568735"/>
                  </a:lnTo>
                  <a:lnTo>
                    <a:pt x="1184875" y="1568723"/>
                  </a:lnTo>
                  <a:lnTo>
                    <a:pt x="1184872" y="1568706"/>
                  </a:lnTo>
                  <a:lnTo>
                    <a:pt x="1184871" y="1568689"/>
                  </a:lnTo>
                  <a:lnTo>
                    <a:pt x="1184865" y="1568650"/>
                  </a:lnTo>
                  <a:lnTo>
                    <a:pt x="1184864" y="1568634"/>
                  </a:lnTo>
                  <a:lnTo>
                    <a:pt x="1184865" y="1568627"/>
                  </a:lnTo>
                  <a:lnTo>
                    <a:pt x="1184869" y="1568622"/>
                  </a:lnTo>
                  <a:lnTo>
                    <a:pt x="1184874" y="1568619"/>
                  </a:lnTo>
                  <a:lnTo>
                    <a:pt x="1184890" y="1568610"/>
                  </a:lnTo>
                  <a:lnTo>
                    <a:pt x="1184901" y="1568606"/>
                  </a:lnTo>
                  <a:lnTo>
                    <a:pt x="1184906" y="1568602"/>
                  </a:lnTo>
                  <a:lnTo>
                    <a:pt x="1184913" y="1568585"/>
                  </a:lnTo>
                  <a:lnTo>
                    <a:pt x="1184923" y="1568573"/>
                  </a:lnTo>
                  <a:lnTo>
                    <a:pt x="1184942" y="1568563"/>
                  </a:lnTo>
                  <a:lnTo>
                    <a:pt x="1184951" y="1568554"/>
                  </a:lnTo>
                  <a:lnTo>
                    <a:pt x="1184955" y="1568547"/>
                  </a:lnTo>
                  <a:lnTo>
                    <a:pt x="1184966" y="1568531"/>
                  </a:lnTo>
                  <a:lnTo>
                    <a:pt x="1184975" y="1568514"/>
                  </a:lnTo>
                  <a:lnTo>
                    <a:pt x="1184984" y="1568498"/>
                  </a:lnTo>
                  <a:lnTo>
                    <a:pt x="1184993" y="1568483"/>
                  </a:lnTo>
                  <a:lnTo>
                    <a:pt x="1185003" y="1568464"/>
                  </a:lnTo>
                  <a:lnTo>
                    <a:pt x="1185022" y="1568428"/>
                  </a:lnTo>
                  <a:lnTo>
                    <a:pt x="1185028" y="1568415"/>
                  </a:lnTo>
                  <a:lnTo>
                    <a:pt x="1185035" y="1568402"/>
                  </a:lnTo>
                  <a:lnTo>
                    <a:pt x="1185038" y="1568388"/>
                  </a:lnTo>
                  <a:lnTo>
                    <a:pt x="1185040" y="1568378"/>
                  </a:lnTo>
                  <a:lnTo>
                    <a:pt x="1185038" y="1568369"/>
                  </a:lnTo>
                  <a:lnTo>
                    <a:pt x="1185033" y="1568363"/>
                  </a:lnTo>
                  <a:lnTo>
                    <a:pt x="1185022" y="1568346"/>
                  </a:lnTo>
                  <a:lnTo>
                    <a:pt x="1185010" y="1568320"/>
                  </a:lnTo>
                  <a:lnTo>
                    <a:pt x="1185006" y="1568313"/>
                  </a:lnTo>
                  <a:lnTo>
                    <a:pt x="1185003" y="1568303"/>
                  </a:lnTo>
                  <a:lnTo>
                    <a:pt x="1185003" y="1568286"/>
                  </a:lnTo>
                  <a:lnTo>
                    <a:pt x="1185006" y="1568270"/>
                  </a:lnTo>
                  <a:lnTo>
                    <a:pt x="1185011" y="1568253"/>
                  </a:lnTo>
                  <a:lnTo>
                    <a:pt x="1185011" y="1568244"/>
                  </a:lnTo>
                  <a:lnTo>
                    <a:pt x="1185015" y="1568232"/>
                  </a:lnTo>
                  <a:lnTo>
                    <a:pt x="1185017" y="1568220"/>
                  </a:lnTo>
                  <a:lnTo>
                    <a:pt x="1185018" y="1568203"/>
                  </a:lnTo>
                  <a:lnTo>
                    <a:pt x="1185017" y="1568186"/>
                  </a:lnTo>
                  <a:lnTo>
                    <a:pt x="1185010" y="1568170"/>
                  </a:lnTo>
                  <a:lnTo>
                    <a:pt x="1185011" y="1568161"/>
                  </a:lnTo>
                  <a:lnTo>
                    <a:pt x="1185014" y="1568153"/>
                  </a:lnTo>
                  <a:lnTo>
                    <a:pt x="1185018" y="1568140"/>
                  </a:lnTo>
                  <a:lnTo>
                    <a:pt x="1185024" y="1568127"/>
                  </a:lnTo>
                  <a:lnTo>
                    <a:pt x="1185025" y="1568120"/>
                  </a:lnTo>
                  <a:lnTo>
                    <a:pt x="1185033" y="1568104"/>
                  </a:lnTo>
                  <a:lnTo>
                    <a:pt x="1185050" y="1568069"/>
                  </a:lnTo>
                  <a:lnTo>
                    <a:pt x="1185045" y="1568042"/>
                  </a:lnTo>
                  <a:lnTo>
                    <a:pt x="1185037" y="1568024"/>
                  </a:lnTo>
                  <a:lnTo>
                    <a:pt x="1185033" y="1568018"/>
                  </a:lnTo>
                  <a:lnTo>
                    <a:pt x="1185028" y="1568008"/>
                  </a:lnTo>
                  <a:lnTo>
                    <a:pt x="1185021" y="1567984"/>
                  </a:lnTo>
                  <a:lnTo>
                    <a:pt x="1185016" y="1567968"/>
                  </a:lnTo>
                  <a:lnTo>
                    <a:pt x="1185011" y="1567951"/>
                  </a:lnTo>
                  <a:lnTo>
                    <a:pt x="1185006" y="1567941"/>
                  </a:lnTo>
                  <a:lnTo>
                    <a:pt x="1185000" y="1567925"/>
                  </a:lnTo>
                  <a:lnTo>
                    <a:pt x="1184996" y="1567917"/>
                  </a:lnTo>
                  <a:lnTo>
                    <a:pt x="1184984" y="1567901"/>
                  </a:lnTo>
                  <a:lnTo>
                    <a:pt x="1184971" y="1567885"/>
                  </a:lnTo>
                  <a:lnTo>
                    <a:pt x="1184966" y="1567878"/>
                  </a:lnTo>
                  <a:lnTo>
                    <a:pt x="1184956" y="1567871"/>
                  </a:lnTo>
                  <a:lnTo>
                    <a:pt x="1184941" y="1567859"/>
                  </a:lnTo>
                  <a:lnTo>
                    <a:pt x="1184931" y="1567853"/>
                  </a:lnTo>
                  <a:lnTo>
                    <a:pt x="1184925" y="1567854"/>
                  </a:lnTo>
                  <a:lnTo>
                    <a:pt x="1184910" y="1567857"/>
                  </a:lnTo>
                  <a:lnTo>
                    <a:pt x="1184894" y="1567861"/>
                  </a:lnTo>
                  <a:lnTo>
                    <a:pt x="1184882" y="1567862"/>
                  </a:lnTo>
                  <a:lnTo>
                    <a:pt x="1184874" y="1567861"/>
                  </a:lnTo>
                  <a:lnTo>
                    <a:pt x="1184847" y="1567852"/>
                  </a:lnTo>
                  <a:lnTo>
                    <a:pt x="1184831" y="1567847"/>
                  </a:lnTo>
                  <a:lnTo>
                    <a:pt x="1184816" y="1567841"/>
                  </a:lnTo>
                  <a:lnTo>
                    <a:pt x="1184785" y="1567821"/>
                  </a:lnTo>
                  <a:lnTo>
                    <a:pt x="1184770" y="1567807"/>
                  </a:lnTo>
                  <a:lnTo>
                    <a:pt x="1184757" y="1567791"/>
                  </a:lnTo>
                  <a:lnTo>
                    <a:pt x="1184744" y="1567774"/>
                  </a:lnTo>
                  <a:lnTo>
                    <a:pt x="1184733" y="1567763"/>
                  </a:lnTo>
                  <a:lnTo>
                    <a:pt x="1184729" y="1567761"/>
                  </a:lnTo>
                  <a:lnTo>
                    <a:pt x="1184722" y="1567759"/>
                  </a:lnTo>
                  <a:lnTo>
                    <a:pt x="1184698" y="1567756"/>
                  </a:lnTo>
                  <a:lnTo>
                    <a:pt x="1184682" y="1567755"/>
                  </a:lnTo>
                  <a:lnTo>
                    <a:pt x="1184667" y="1567752"/>
                  </a:lnTo>
                  <a:lnTo>
                    <a:pt x="1184651" y="1567751"/>
                  </a:lnTo>
                  <a:lnTo>
                    <a:pt x="1184635" y="1567751"/>
                  </a:lnTo>
                  <a:lnTo>
                    <a:pt x="1184602" y="1567754"/>
                  </a:lnTo>
                  <a:lnTo>
                    <a:pt x="1184592" y="1567759"/>
                  </a:lnTo>
                  <a:lnTo>
                    <a:pt x="1184577" y="1567768"/>
                  </a:lnTo>
                  <a:lnTo>
                    <a:pt x="1184561" y="1567772"/>
                  </a:lnTo>
                  <a:lnTo>
                    <a:pt x="1184545" y="1567774"/>
                  </a:lnTo>
                  <a:lnTo>
                    <a:pt x="1184530" y="1567773"/>
                  </a:lnTo>
                  <a:lnTo>
                    <a:pt x="1184514" y="1567771"/>
                  </a:lnTo>
                  <a:lnTo>
                    <a:pt x="1184498" y="1567776"/>
                  </a:lnTo>
                  <a:lnTo>
                    <a:pt x="1184484" y="1567787"/>
                  </a:lnTo>
                  <a:lnTo>
                    <a:pt x="1184480" y="1567793"/>
                  </a:lnTo>
                  <a:lnTo>
                    <a:pt x="1184476" y="1567805"/>
                  </a:lnTo>
                  <a:lnTo>
                    <a:pt x="1184474" y="1567813"/>
                  </a:lnTo>
                  <a:lnTo>
                    <a:pt x="1184469" y="1567822"/>
                  </a:lnTo>
                  <a:lnTo>
                    <a:pt x="1184465" y="1567826"/>
                  </a:lnTo>
                  <a:lnTo>
                    <a:pt x="1184455" y="1567830"/>
                  </a:lnTo>
                  <a:lnTo>
                    <a:pt x="1184439" y="1567833"/>
                  </a:lnTo>
                  <a:lnTo>
                    <a:pt x="1184423" y="1567835"/>
                  </a:lnTo>
                  <a:lnTo>
                    <a:pt x="1184407" y="1567839"/>
                  </a:lnTo>
                  <a:lnTo>
                    <a:pt x="1184399" y="1567839"/>
                  </a:lnTo>
                  <a:lnTo>
                    <a:pt x="1184387" y="1567834"/>
                  </a:lnTo>
                  <a:lnTo>
                    <a:pt x="1184379" y="1567831"/>
                  </a:lnTo>
                  <a:lnTo>
                    <a:pt x="1184372" y="1567826"/>
                  </a:lnTo>
                  <a:lnTo>
                    <a:pt x="1184352" y="1567803"/>
                  </a:lnTo>
                  <a:lnTo>
                    <a:pt x="1184338" y="1567787"/>
                  </a:lnTo>
                  <a:lnTo>
                    <a:pt x="1184328" y="1567770"/>
                  </a:lnTo>
                  <a:lnTo>
                    <a:pt x="1184322" y="1567758"/>
                  </a:lnTo>
                  <a:lnTo>
                    <a:pt x="1184314" y="1567748"/>
                  </a:lnTo>
                  <a:lnTo>
                    <a:pt x="1184309" y="1567745"/>
                  </a:lnTo>
                  <a:lnTo>
                    <a:pt x="1184303" y="1567742"/>
                  </a:lnTo>
                  <a:lnTo>
                    <a:pt x="1184288" y="1567740"/>
                  </a:lnTo>
                  <a:lnTo>
                    <a:pt x="1184272" y="1567738"/>
                  </a:lnTo>
                  <a:lnTo>
                    <a:pt x="1184257" y="1567738"/>
                  </a:lnTo>
                  <a:lnTo>
                    <a:pt x="1184243" y="1567735"/>
                  </a:lnTo>
                  <a:lnTo>
                    <a:pt x="1184239" y="1567731"/>
                  </a:lnTo>
                  <a:lnTo>
                    <a:pt x="1184233" y="1567719"/>
                  </a:lnTo>
                  <a:lnTo>
                    <a:pt x="1184223" y="1567700"/>
                  </a:lnTo>
                  <a:lnTo>
                    <a:pt x="1184213" y="1567683"/>
                  </a:lnTo>
                  <a:lnTo>
                    <a:pt x="1184199" y="1567671"/>
                  </a:lnTo>
                  <a:lnTo>
                    <a:pt x="1184183" y="1567665"/>
                  </a:lnTo>
                  <a:lnTo>
                    <a:pt x="1184168" y="1567657"/>
                  </a:lnTo>
                  <a:lnTo>
                    <a:pt x="1184162" y="1567652"/>
                  </a:lnTo>
                  <a:lnTo>
                    <a:pt x="1184152" y="1567649"/>
                  </a:lnTo>
                  <a:lnTo>
                    <a:pt x="1184137" y="1567643"/>
                  </a:lnTo>
                  <a:lnTo>
                    <a:pt x="1184125" y="1567641"/>
                  </a:lnTo>
                  <a:lnTo>
                    <a:pt x="1184121" y="1567637"/>
                  </a:lnTo>
                  <a:lnTo>
                    <a:pt x="1184117" y="1567629"/>
                  </a:lnTo>
                  <a:lnTo>
                    <a:pt x="1184116" y="1567621"/>
                  </a:lnTo>
                  <a:lnTo>
                    <a:pt x="1184116" y="1567615"/>
                  </a:lnTo>
                  <a:lnTo>
                    <a:pt x="1184110" y="1567596"/>
                  </a:lnTo>
                  <a:lnTo>
                    <a:pt x="1184106" y="1567582"/>
                  </a:lnTo>
                  <a:lnTo>
                    <a:pt x="1184102" y="1567571"/>
                  </a:lnTo>
                  <a:lnTo>
                    <a:pt x="1184103" y="1567553"/>
                  </a:lnTo>
                  <a:lnTo>
                    <a:pt x="1184101" y="1567537"/>
                  </a:lnTo>
                  <a:lnTo>
                    <a:pt x="1184098" y="1567527"/>
                  </a:lnTo>
                  <a:lnTo>
                    <a:pt x="1184098" y="1567520"/>
                  </a:lnTo>
                  <a:lnTo>
                    <a:pt x="1184102" y="1567508"/>
                  </a:lnTo>
                  <a:lnTo>
                    <a:pt x="1184109" y="1567494"/>
                  </a:lnTo>
                  <a:lnTo>
                    <a:pt x="1184114" y="1567487"/>
                  </a:lnTo>
                  <a:lnTo>
                    <a:pt x="1184120" y="1567479"/>
                  </a:lnTo>
                  <a:lnTo>
                    <a:pt x="1184121" y="1567473"/>
                  </a:lnTo>
                  <a:lnTo>
                    <a:pt x="1184109" y="1567454"/>
                  </a:lnTo>
                  <a:lnTo>
                    <a:pt x="1184104" y="1567444"/>
                  </a:lnTo>
                  <a:lnTo>
                    <a:pt x="1184103" y="1567437"/>
                  </a:lnTo>
                  <a:lnTo>
                    <a:pt x="1184103" y="1567420"/>
                  </a:lnTo>
                  <a:lnTo>
                    <a:pt x="1184105" y="1567411"/>
                  </a:lnTo>
                  <a:lnTo>
                    <a:pt x="1184109" y="1567404"/>
                  </a:lnTo>
                  <a:lnTo>
                    <a:pt x="1184114" y="1567395"/>
                  </a:lnTo>
                  <a:lnTo>
                    <a:pt x="1184120" y="1567387"/>
                  </a:lnTo>
                  <a:lnTo>
                    <a:pt x="1184132" y="1567374"/>
                  </a:lnTo>
                  <a:lnTo>
                    <a:pt x="1184133" y="1567365"/>
                  </a:lnTo>
                  <a:lnTo>
                    <a:pt x="1184132" y="1567360"/>
                  </a:lnTo>
                  <a:lnTo>
                    <a:pt x="1184129" y="1567355"/>
                  </a:lnTo>
                  <a:lnTo>
                    <a:pt x="1184113" y="1567343"/>
                  </a:lnTo>
                  <a:lnTo>
                    <a:pt x="1184098" y="1567336"/>
                  </a:lnTo>
                  <a:lnTo>
                    <a:pt x="1184087" y="1567329"/>
                  </a:lnTo>
                  <a:lnTo>
                    <a:pt x="1184082" y="1567323"/>
                  </a:lnTo>
                  <a:lnTo>
                    <a:pt x="1184073" y="1567312"/>
                  </a:lnTo>
                  <a:lnTo>
                    <a:pt x="1184068" y="1567309"/>
                  </a:lnTo>
                  <a:lnTo>
                    <a:pt x="1184052" y="1567301"/>
                  </a:lnTo>
                  <a:lnTo>
                    <a:pt x="1184037" y="1567303"/>
                  </a:lnTo>
                  <a:lnTo>
                    <a:pt x="1184021" y="1567303"/>
                  </a:lnTo>
                  <a:lnTo>
                    <a:pt x="1184005" y="1567308"/>
                  </a:lnTo>
                  <a:lnTo>
                    <a:pt x="1183995" y="1567310"/>
                  </a:lnTo>
                  <a:lnTo>
                    <a:pt x="1183982" y="1567316"/>
                  </a:lnTo>
                  <a:lnTo>
                    <a:pt x="1183974" y="1567323"/>
                  </a:lnTo>
                  <a:lnTo>
                    <a:pt x="1183965" y="1567330"/>
                  </a:lnTo>
                  <a:lnTo>
                    <a:pt x="1183959" y="1567334"/>
                  </a:lnTo>
                  <a:lnTo>
                    <a:pt x="1183943" y="1567342"/>
                  </a:lnTo>
                  <a:lnTo>
                    <a:pt x="1183928" y="1567349"/>
                  </a:lnTo>
                  <a:lnTo>
                    <a:pt x="1183912" y="1567357"/>
                  </a:lnTo>
                  <a:lnTo>
                    <a:pt x="1183898" y="1567362"/>
                  </a:lnTo>
                  <a:lnTo>
                    <a:pt x="1183873" y="1567357"/>
                  </a:lnTo>
                  <a:lnTo>
                    <a:pt x="1183863" y="1567357"/>
                  </a:lnTo>
                  <a:lnTo>
                    <a:pt x="1183860" y="1567362"/>
                  </a:lnTo>
                  <a:lnTo>
                    <a:pt x="1183861" y="1567371"/>
                  </a:lnTo>
                  <a:lnTo>
                    <a:pt x="1183863" y="1567388"/>
                  </a:lnTo>
                  <a:lnTo>
                    <a:pt x="1183864" y="1567405"/>
                  </a:lnTo>
                  <a:lnTo>
                    <a:pt x="1183862" y="1567421"/>
                  </a:lnTo>
                  <a:lnTo>
                    <a:pt x="1183858" y="1567438"/>
                  </a:lnTo>
                  <a:lnTo>
                    <a:pt x="1183853" y="1567454"/>
                  </a:lnTo>
                  <a:lnTo>
                    <a:pt x="1183841" y="1567466"/>
                  </a:lnTo>
                  <a:lnTo>
                    <a:pt x="1183831" y="1567470"/>
                  </a:lnTo>
                  <a:lnTo>
                    <a:pt x="1183822" y="1567470"/>
                  </a:lnTo>
                  <a:lnTo>
                    <a:pt x="1183803" y="1567467"/>
                  </a:lnTo>
                  <a:lnTo>
                    <a:pt x="1183791" y="1567466"/>
                  </a:lnTo>
                  <a:lnTo>
                    <a:pt x="1183775" y="1567468"/>
                  </a:lnTo>
                  <a:lnTo>
                    <a:pt x="1183760" y="1567471"/>
                  </a:lnTo>
                  <a:lnTo>
                    <a:pt x="1183744" y="1567475"/>
                  </a:lnTo>
                  <a:lnTo>
                    <a:pt x="1183728" y="1567488"/>
                  </a:lnTo>
                  <a:lnTo>
                    <a:pt x="1183715" y="1567500"/>
                  </a:lnTo>
                  <a:lnTo>
                    <a:pt x="1183698" y="1567487"/>
                  </a:lnTo>
                  <a:lnTo>
                    <a:pt x="1183684" y="1567470"/>
                  </a:lnTo>
                  <a:lnTo>
                    <a:pt x="1183670" y="1567455"/>
                  </a:lnTo>
                  <a:lnTo>
                    <a:pt x="1183659" y="1567438"/>
                  </a:lnTo>
                  <a:lnTo>
                    <a:pt x="1183649" y="1567421"/>
                  </a:lnTo>
                  <a:lnTo>
                    <a:pt x="1183646" y="1567411"/>
                  </a:lnTo>
                  <a:lnTo>
                    <a:pt x="1183650" y="1567404"/>
                  </a:lnTo>
                  <a:lnTo>
                    <a:pt x="1183664" y="1567392"/>
                  </a:lnTo>
                  <a:lnTo>
                    <a:pt x="1183673" y="1567375"/>
                  </a:lnTo>
                  <a:lnTo>
                    <a:pt x="1183682" y="1567359"/>
                  </a:lnTo>
                  <a:lnTo>
                    <a:pt x="1183688" y="1567342"/>
                  </a:lnTo>
                  <a:lnTo>
                    <a:pt x="1183693" y="1567327"/>
                  </a:lnTo>
                  <a:lnTo>
                    <a:pt x="1183688" y="1567306"/>
                  </a:lnTo>
                  <a:lnTo>
                    <a:pt x="1183683" y="1567298"/>
                  </a:lnTo>
                  <a:lnTo>
                    <a:pt x="1183673" y="1567284"/>
                  </a:lnTo>
                  <a:lnTo>
                    <a:pt x="1183664" y="1567267"/>
                  </a:lnTo>
                  <a:lnTo>
                    <a:pt x="1183657" y="1567250"/>
                  </a:lnTo>
                  <a:lnTo>
                    <a:pt x="1183645" y="1567217"/>
                  </a:lnTo>
                  <a:lnTo>
                    <a:pt x="1183638" y="1567200"/>
                  </a:lnTo>
                  <a:lnTo>
                    <a:pt x="1183624" y="1567183"/>
                  </a:lnTo>
                  <a:lnTo>
                    <a:pt x="1183607" y="1567171"/>
                  </a:lnTo>
                  <a:lnTo>
                    <a:pt x="1183595" y="1567162"/>
                  </a:lnTo>
                  <a:lnTo>
                    <a:pt x="1183578" y="1567156"/>
                  </a:lnTo>
                  <a:lnTo>
                    <a:pt x="1183578" y="1567149"/>
                  </a:lnTo>
                  <a:lnTo>
                    <a:pt x="1183581" y="1567142"/>
                  </a:lnTo>
                  <a:lnTo>
                    <a:pt x="1183596" y="1567139"/>
                  </a:lnTo>
                  <a:lnTo>
                    <a:pt x="1183610" y="1567133"/>
                  </a:lnTo>
                  <a:lnTo>
                    <a:pt x="1183617" y="1567127"/>
                  </a:lnTo>
                  <a:lnTo>
                    <a:pt x="1183622" y="1567120"/>
                  </a:lnTo>
                  <a:lnTo>
                    <a:pt x="1183633" y="1567103"/>
                  </a:lnTo>
                  <a:lnTo>
                    <a:pt x="1183649" y="1567097"/>
                  </a:lnTo>
                  <a:lnTo>
                    <a:pt x="1183664" y="1567091"/>
                  </a:lnTo>
                  <a:lnTo>
                    <a:pt x="1183680" y="1567088"/>
                  </a:lnTo>
                  <a:lnTo>
                    <a:pt x="1183696" y="1567085"/>
                  </a:lnTo>
                  <a:lnTo>
                    <a:pt x="1183704" y="1567083"/>
                  </a:lnTo>
                  <a:lnTo>
                    <a:pt x="1183711" y="1567078"/>
                  </a:lnTo>
                  <a:lnTo>
                    <a:pt x="1183721" y="1567071"/>
                  </a:lnTo>
                  <a:lnTo>
                    <a:pt x="1183725" y="1567064"/>
                  </a:lnTo>
                  <a:lnTo>
                    <a:pt x="1183735" y="1567053"/>
                  </a:lnTo>
                  <a:lnTo>
                    <a:pt x="1183739" y="1567051"/>
                  </a:lnTo>
                  <a:lnTo>
                    <a:pt x="1183755" y="1567050"/>
                  </a:lnTo>
                  <a:lnTo>
                    <a:pt x="1183766" y="1567052"/>
                  </a:lnTo>
                  <a:lnTo>
                    <a:pt x="1183771" y="1567054"/>
                  </a:lnTo>
                  <a:lnTo>
                    <a:pt x="1183785" y="1567054"/>
                  </a:lnTo>
                  <a:lnTo>
                    <a:pt x="1183802" y="1567049"/>
                  </a:lnTo>
                  <a:lnTo>
                    <a:pt x="1183818" y="1567046"/>
                  </a:lnTo>
                  <a:lnTo>
                    <a:pt x="1183825" y="1567043"/>
                  </a:lnTo>
                  <a:lnTo>
                    <a:pt x="1183832" y="1567036"/>
                  </a:lnTo>
                  <a:lnTo>
                    <a:pt x="1183848" y="1567028"/>
                  </a:lnTo>
                  <a:lnTo>
                    <a:pt x="1183864" y="1567024"/>
                  </a:lnTo>
                  <a:lnTo>
                    <a:pt x="1183880" y="1567019"/>
                  </a:lnTo>
                  <a:lnTo>
                    <a:pt x="1183892" y="1567014"/>
                  </a:lnTo>
                  <a:lnTo>
                    <a:pt x="1183925" y="1566993"/>
                  </a:lnTo>
                  <a:lnTo>
                    <a:pt x="1183931" y="1566988"/>
                  </a:lnTo>
                  <a:lnTo>
                    <a:pt x="1183947" y="1566973"/>
                  </a:lnTo>
                  <a:lnTo>
                    <a:pt x="1183960" y="1566958"/>
                  </a:lnTo>
                  <a:lnTo>
                    <a:pt x="1183966" y="1566941"/>
                  </a:lnTo>
                  <a:lnTo>
                    <a:pt x="1183974" y="1566925"/>
                  </a:lnTo>
                  <a:lnTo>
                    <a:pt x="1183978" y="1566913"/>
                  </a:lnTo>
                  <a:lnTo>
                    <a:pt x="1183981" y="1566906"/>
                  </a:lnTo>
                  <a:lnTo>
                    <a:pt x="1183991" y="1566892"/>
                  </a:lnTo>
                  <a:lnTo>
                    <a:pt x="1184002" y="1566875"/>
                  </a:lnTo>
                  <a:lnTo>
                    <a:pt x="1184015" y="1566861"/>
                  </a:lnTo>
                  <a:lnTo>
                    <a:pt x="1184030" y="1566844"/>
                  </a:lnTo>
                  <a:lnTo>
                    <a:pt x="1184038" y="1566830"/>
                  </a:lnTo>
                  <a:lnTo>
                    <a:pt x="1184045" y="1566811"/>
                  </a:lnTo>
                  <a:lnTo>
                    <a:pt x="1184050" y="1566795"/>
                  </a:lnTo>
                  <a:lnTo>
                    <a:pt x="1184052" y="1566778"/>
                  </a:lnTo>
                  <a:lnTo>
                    <a:pt x="1184053" y="1566761"/>
                  </a:lnTo>
                  <a:lnTo>
                    <a:pt x="1184050" y="1566745"/>
                  </a:lnTo>
                  <a:lnTo>
                    <a:pt x="1184050" y="1566726"/>
                  </a:lnTo>
                  <a:lnTo>
                    <a:pt x="1184053" y="1566717"/>
                  </a:lnTo>
                  <a:lnTo>
                    <a:pt x="1184062" y="1566706"/>
                  </a:lnTo>
                  <a:lnTo>
                    <a:pt x="1184072" y="1566700"/>
                  </a:lnTo>
                  <a:lnTo>
                    <a:pt x="1184079" y="1566694"/>
                  </a:lnTo>
                  <a:lnTo>
                    <a:pt x="1184111" y="1566678"/>
                  </a:lnTo>
                  <a:lnTo>
                    <a:pt x="1184125" y="1566674"/>
                  </a:lnTo>
                  <a:lnTo>
                    <a:pt x="1184145" y="1566673"/>
                  </a:lnTo>
                  <a:lnTo>
                    <a:pt x="1184161" y="1566672"/>
                  </a:lnTo>
                  <a:lnTo>
                    <a:pt x="1184178" y="1566669"/>
                  </a:lnTo>
                  <a:lnTo>
                    <a:pt x="1184182" y="1566664"/>
                  </a:lnTo>
                  <a:lnTo>
                    <a:pt x="1184181" y="1566655"/>
                  </a:lnTo>
                  <a:lnTo>
                    <a:pt x="1184181" y="1566639"/>
                  </a:lnTo>
                  <a:lnTo>
                    <a:pt x="1184180" y="1566622"/>
                  </a:lnTo>
                  <a:lnTo>
                    <a:pt x="1184180" y="1566605"/>
                  </a:lnTo>
                  <a:lnTo>
                    <a:pt x="1184183" y="1566589"/>
                  </a:lnTo>
                  <a:lnTo>
                    <a:pt x="1184179" y="1566570"/>
                  </a:lnTo>
                  <a:lnTo>
                    <a:pt x="1184172" y="1566555"/>
                  </a:lnTo>
                  <a:lnTo>
                    <a:pt x="1184162" y="1566539"/>
                  </a:lnTo>
                  <a:lnTo>
                    <a:pt x="1184153" y="1566522"/>
                  </a:lnTo>
                  <a:lnTo>
                    <a:pt x="1184142" y="1566500"/>
                  </a:lnTo>
                  <a:lnTo>
                    <a:pt x="1184134" y="1566488"/>
                  </a:lnTo>
                  <a:lnTo>
                    <a:pt x="1184121" y="1566471"/>
                  </a:lnTo>
                  <a:lnTo>
                    <a:pt x="1184106" y="1566458"/>
                  </a:lnTo>
                  <a:lnTo>
                    <a:pt x="1184091" y="1566450"/>
                  </a:lnTo>
                  <a:lnTo>
                    <a:pt x="1184079" y="1566445"/>
                  </a:lnTo>
                  <a:lnTo>
                    <a:pt x="1184073" y="1566441"/>
                  </a:lnTo>
                  <a:lnTo>
                    <a:pt x="1184068" y="1566430"/>
                  </a:lnTo>
                  <a:lnTo>
                    <a:pt x="1184060" y="1566414"/>
                  </a:lnTo>
                  <a:lnTo>
                    <a:pt x="1184056" y="1566411"/>
                  </a:lnTo>
                  <a:lnTo>
                    <a:pt x="1184040" y="1566401"/>
                  </a:lnTo>
                  <a:lnTo>
                    <a:pt x="1184024" y="1566389"/>
                  </a:lnTo>
                  <a:lnTo>
                    <a:pt x="1184010" y="1566376"/>
                  </a:lnTo>
                  <a:lnTo>
                    <a:pt x="1183996" y="1566357"/>
                  </a:lnTo>
                  <a:lnTo>
                    <a:pt x="1183988" y="1566350"/>
                  </a:lnTo>
                  <a:lnTo>
                    <a:pt x="1183973" y="1566340"/>
                  </a:lnTo>
                  <a:lnTo>
                    <a:pt x="1183967" y="1566334"/>
                  </a:lnTo>
                  <a:lnTo>
                    <a:pt x="1183962" y="1566326"/>
                  </a:lnTo>
                  <a:lnTo>
                    <a:pt x="1183954" y="1566307"/>
                  </a:lnTo>
                  <a:lnTo>
                    <a:pt x="1183948" y="1566291"/>
                  </a:lnTo>
                  <a:lnTo>
                    <a:pt x="1183945" y="1566274"/>
                  </a:lnTo>
                  <a:lnTo>
                    <a:pt x="1183946" y="1566266"/>
                  </a:lnTo>
                  <a:lnTo>
                    <a:pt x="1183944" y="1566257"/>
                  </a:lnTo>
                  <a:lnTo>
                    <a:pt x="1183937" y="1566241"/>
                  </a:lnTo>
                  <a:lnTo>
                    <a:pt x="1183937" y="1566235"/>
                  </a:lnTo>
                  <a:lnTo>
                    <a:pt x="1183940" y="1566228"/>
                  </a:lnTo>
                  <a:lnTo>
                    <a:pt x="1183944" y="1566225"/>
                  </a:lnTo>
                  <a:lnTo>
                    <a:pt x="1183954" y="1566217"/>
                  </a:lnTo>
                  <a:lnTo>
                    <a:pt x="1183959" y="1566215"/>
                  </a:lnTo>
                  <a:lnTo>
                    <a:pt x="1183973" y="1566207"/>
                  </a:lnTo>
                  <a:lnTo>
                    <a:pt x="1183988" y="1566195"/>
                  </a:lnTo>
                  <a:lnTo>
                    <a:pt x="1183998" y="1566193"/>
                  </a:lnTo>
                  <a:lnTo>
                    <a:pt x="1184007" y="1566193"/>
                  </a:lnTo>
                  <a:lnTo>
                    <a:pt x="1184022" y="1566189"/>
                  </a:lnTo>
                  <a:lnTo>
                    <a:pt x="1184038" y="1566182"/>
                  </a:lnTo>
                  <a:lnTo>
                    <a:pt x="1184069" y="1566165"/>
                  </a:lnTo>
                  <a:lnTo>
                    <a:pt x="1184084" y="1566151"/>
                  </a:lnTo>
                  <a:lnTo>
                    <a:pt x="1184096" y="1566135"/>
                  </a:lnTo>
                  <a:lnTo>
                    <a:pt x="1184103" y="1566128"/>
                  </a:lnTo>
                  <a:lnTo>
                    <a:pt x="1184112" y="1566124"/>
                  </a:lnTo>
                  <a:lnTo>
                    <a:pt x="1184119" y="1566122"/>
                  </a:lnTo>
                  <a:lnTo>
                    <a:pt x="1184128" y="1566122"/>
                  </a:lnTo>
                  <a:lnTo>
                    <a:pt x="1184142" y="1566123"/>
                  </a:lnTo>
                  <a:lnTo>
                    <a:pt x="1184159" y="1566121"/>
                  </a:lnTo>
                  <a:lnTo>
                    <a:pt x="1184174" y="1566117"/>
                  </a:lnTo>
                  <a:lnTo>
                    <a:pt x="1184190" y="1566119"/>
                  </a:lnTo>
                  <a:lnTo>
                    <a:pt x="1184206" y="1566123"/>
                  </a:lnTo>
                  <a:lnTo>
                    <a:pt x="1184221" y="1566126"/>
                  </a:lnTo>
                  <a:lnTo>
                    <a:pt x="1184237" y="1566129"/>
                  </a:lnTo>
                  <a:lnTo>
                    <a:pt x="1184252" y="1566131"/>
                  </a:lnTo>
                  <a:lnTo>
                    <a:pt x="1184262" y="1566132"/>
                  </a:lnTo>
                  <a:lnTo>
                    <a:pt x="1184268" y="1566131"/>
                  </a:lnTo>
                  <a:lnTo>
                    <a:pt x="1184282" y="1566129"/>
                  </a:lnTo>
                  <a:lnTo>
                    <a:pt x="1184300" y="1566115"/>
                  </a:lnTo>
                  <a:lnTo>
                    <a:pt x="1184314" y="1566099"/>
                  </a:lnTo>
                  <a:lnTo>
                    <a:pt x="1184319" y="1566091"/>
                  </a:lnTo>
                  <a:lnTo>
                    <a:pt x="1184319" y="1566083"/>
                  </a:lnTo>
                  <a:lnTo>
                    <a:pt x="1184320" y="1566066"/>
                  </a:lnTo>
                  <a:lnTo>
                    <a:pt x="1184317" y="1566051"/>
                  </a:lnTo>
                  <a:lnTo>
                    <a:pt x="1184309" y="1566033"/>
                  </a:lnTo>
                  <a:lnTo>
                    <a:pt x="1184308" y="1566016"/>
                  </a:lnTo>
                  <a:lnTo>
                    <a:pt x="1184312" y="1565999"/>
                  </a:lnTo>
                  <a:lnTo>
                    <a:pt x="1184308" y="1565978"/>
                  </a:lnTo>
                  <a:lnTo>
                    <a:pt x="1184303" y="1565966"/>
                  </a:lnTo>
                  <a:lnTo>
                    <a:pt x="1184298" y="1565949"/>
                  </a:lnTo>
                  <a:lnTo>
                    <a:pt x="1184294" y="1565938"/>
                  </a:lnTo>
                  <a:lnTo>
                    <a:pt x="1184290" y="1565932"/>
                  </a:lnTo>
                  <a:lnTo>
                    <a:pt x="1184280" y="1565915"/>
                  </a:lnTo>
                  <a:lnTo>
                    <a:pt x="1184270" y="1565899"/>
                  </a:lnTo>
                  <a:lnTo>
                    <a:pt x="1184267" y="1565882"/>
                  </a:lnTo>
                  <a:lnTo>
                    <a:pt x="1184267" y="1565865"/>
                  </a:lnTo>
                  <a:lnTo>
                    <a:pt x="1184273" y="1565849"/>
                  </a:lnTo>
                  <a:lnTo>
                    <a:pt x="1184278" y="1565816"/>
                  </a:lnTo>
                  <a:lnTo>
                    <a:pt x="1184281" y="1565800"/>
                  </a:lnTo>
                  <a:lnTo>
                    <a:pt x="1184287" y="1565795"/>
                  </a:lnTo>
                  <a:lnTo>
                    <a:pt x="1184298" y="1565794"/>
                  </a:lnTo>
                  <a:lnTo>
                    <a:pt x="1184311" y="1565796"/>
                  </a:lnTo>
                  <a:lnTo>
                    <a:pt x="1184329" y="1565793"/>
                  </a:lnTo>
                  <a:lnTo>
                    <a:pt x="1184345" y="1565788"/>
                  </a:lnTo>
                  <a:lnTo>
                    <a:pt x="1184352" y="1565785"/>
                  </a:lnTo>
                  <a:lnTo>
                    <a:pt x="1184361" y="1565785"/>
                  </a:lnTo>
                  <a:lnTo>
                    <a:pt x="1184376" y="1565787"/>
                  </a:lnTo>
                  <a:lnTo>
                    <a:pt x="1184382" y="1565788"/>
                  </a:lnTo>
                  <a:lnTo>
                    <a:pt x="1184390" y="1565786"/>
                  </a:lnTo>
                  <a:lnTo>
                    <a:pt x="1184408" y="1565774"/>
                  </a:lnTo>
                  <a:lnTo>
                    <a:pt x="1184421" y="1565763"/>
                  </a:lnTo>
                  <a:lnTo>
                    <a:pt x="1184427" y="1565760"/>
                  </a:lnTo>
                  <a:lnTo>
                    <a:pt x="1184439" y="1565753"/>
                  </a:lnTo>
                  <a:lnTo>
                    <a:pt x="1184453" y="1565749"/>
                  </a:lnTo>
                  <a:lnTo>
                    <a:pt x="1184471" y="1565751"/>
                  </a:lnTo>
                  <a:lnTo>
                    <a:pt x="1184487" y="1565754"/>
                  </a:lnTo>
                  <a:lnTo>
                    <a:pt x="1184502" y="1565759"/>
                  </a:lnTo>
                  <a:lnTo>
                    <a:pt x="1184510" y="1565758"/>
                  </a:lnTo>
                  <a:lnTo>
                    <a:pt x="1184518" y="1565754"/>
                  </a:lnTo>
                  <a:lnTo>
                    <a:pt x="1184533" y="1565748"/>
                  </a:lnTo>
                  <a:lnTo>
                    <a:pt x="1184545" y="1565745"/>
                  </a:lnTo>
                  <a:lnTo>
                    <a:pt x="1184553" y="1565740"/>
                  </a:lnTo>
                  <a:lnTo>
                    <a:pt x="1184555" y="1565728"/>
                  </a:lnTo>
                  <a:lnTo>
                    <a:pt x="1184550" y="1565716"/>
                  </a:lnTo>
                  <a:lnTo>
                    <a:pt x="1184546" y="1565699"/>
                  </a:lnTo>
                  <a:lnTo>
                    <a:pt x="1184541" y="1565683"/>
                  </a:lnTo>
                  <a:lnTo>
                    <a:pt x="1184541" y="1565670"/>
                  </a:lnTo>
                  <a:lnTo>
                    <a:pt x="1184547" y="1565659"/>
                  </a:lnTo>
                  <a:lnTo>
                    <a:pt x="1184552" y="1565654"/>
                  </a:lnTo>
                  <a:lnTo>
                    <a:pt x="1184557" y="1565651"/>
                  </a:lnTo>
                  <a:lnTo>
                    <a:pt x="1184588" y="1565631"/>
                  </a:lnTo>
                  <a:lnTo>
                    <a:pt x="1184604" y="1565624"/>
                  </a:lnTo>
                  <a:lnTo>
                    <a:pt x="1184620" y="1565614"/>
                  </a:lnTo>
                  <a:lnTo>
                    <a:pt x="1184627" y="1565607"/>
                  </a:lnTo>
                  <a:lnTo>
                    <a:pt x="1184652" y="1565595"/>
                  </a:lnTo>
                  <a:lnTo>
                    <a:pt x="1184667" y="1565590"/>
                  </a:lnTo>
                  <a:lnTo>
                    <a:pt x="1184683" y="1565586"/>
                  </a:lnTo>
                  <a:lnTo>
                    <a:pt x="1184692" y="1565582"/>
                  </a:lnTo>
                  <a:lnTo>
                    <a:pt x="1184699" y="1565579"/>
                  </a:lnTo>
                  <a:lnTo>
                    <a:pt x="1184710" y="1565572"/>
                  </a:lnTo>
                  <a:lnTo>
                    <a:pt x="1184714" y="1565567"/>
                  </a:lnTo>
                  <a:lnTo>
                    <a:pt x="1184716" y="1565563"/>
                  </a:lnTo>
                  <a:lnTo>
                    <a:pt x="1184717" y="1565551"/>
                  </a:lnTo>
                  <a:lnTo>
                    <a:pt x="1184716" y="1565508"/>
                  </a:lnTo>
                  <a:lnTo>
                    <a:pt x="1184710" y="1565463"/>
                  </a:lnTo>
                  <a:lnTo>
                    <a:pt x="1184711" y="1565453"/>
                  </a:lnTo>
                  <a:lnTo>
                    <a:pt x="1184710" y="1565442"/>
                  </a:lnTo>
                  <a:lnTo>
                    <a:pt x="1184711" y="1565407"/>
                  </a:lnTo>
                  <a:lnTo>
                    <a:pt x="1184711" y="1565391"/>
                  </a:lnTo>
                  <a:lnTo>
                    <a:pt x="1184714" y="1565374"/>
                  </a:lnTo>
                  <a:lnTo>
                    <a:pt x="1184716" y="1565357"/>
                  </a:lnTo>
                  <a:lnTo>
                    <a:pt x="1184720" y="1565312"/>
                  </a:lnTo>
                  <a:lnTo>
                    <a:pt x="1184720" y="1565295"/>
                  </a:lnTo>
                  <a:lnTo>
                    <a:pt x="1184722" y="1565278"/>
                  </a:lnTo>
                  <a:lnTo>
                    <a:pt x="1184726" y="1565262"/>
                  </a:lnTo>
                  <a:lnTo>
                    <a:pt x="1184734" y="1565219"/>
                  </a:lnTo>
                  <a:lnTo>
                    <a:pt x="1184738" y="1565206"/>
                  </a:lnTo>
                  <a:lnTo>
                    <a:pt x="1184741" y="1565202"/>
                  </a:lnTo>
                  <a:lnTo>
                    <a:pt x="1184748" y="1565196"/>
                  </a:lnTo>
                  <a:lnTo>
                    <a:pt x="1184756" y="1565190"/>
                  </a:lnTo>
                  <a:lnTo>
                    <a:pt x="1184772" y="1565181"/>
                  </a:lnTo>
                  <a:lnTo>
                    <a:pt x="1184803" y="1565162"/>
                  </a:lnTo>
                  <a:lnTo>
                    <a:pt x="1184813" y="1565159"/>
                  </a:lnTo>
                  <a:lnTo>
                    <a:pt x="1184835" y="1565158"/>
                  </a:lnTo>
                  <a:lnTo>
                    <a:pt x="1184843" y="1565158"/>
                  </a:lnTo>
                  <a:lnTo>
                    <a:pt x="1184861" y="1565153"/>
                  </a:lnTo>
                  <a:lnTo>
                    <a:pt x="1184892" y="1565136"/>
                  </a:lnTo>
                  <a:lnTo>
                    <a:pt x="1184907" y="1565124"/>
                  </a:lnTo>
                  <a:lnTo>
                    <a:pt x="1184938" y="1565107"/>
                  </a:lnTo>
                  <a:lnTo>
                    <a:pt x="1184948" y="1565101"/>
                  </a:lnTo>
                  <a:lnTo>
                    <a:pt x="1184953" y="1565095"/>
                  </a:lnTo>
                  <a:lnTo>
                    <a:pt x="1184962" y="1565079"/>
                  </a:lnTo>
                  <a:lnTo>
                    <a:pt x="1184974" y="1565063"/>
                  </a:lnTo>
                  <a:lnTo>
                    <a:pt x="1184980" y="1565053"/>
                  </a:lnTo>
                  <a:lnTo>
                    <a:pt x="1184993" y="1565030"/>
                  </a:lnTo>
                  <a:lnTo>
                    <a:pt x="1185005" y="1565014"/>
                  </a:lnTo>
                  <a:lnTo>
                    <a:pt x="1185009" y="1564997"/>
                  </a:lnTo>
                  <a:lnTo>
                    <a:pt x="1185008" y="1564981"/>
                  </a:lnTo>
                  <a:lnTo>
                    <a:pt x="1185003" y="1564968"/>
                  </a:lnTo>
                  <a:lnTo>
                    <a:pt x="1184997" y="1564947"/>
                  </a:lnTo>
                  <a:lnTo>
                    <a:pt x="1184994" y="1564930"/>
                  </a:lnTo>
                  <a:lnTo>
                    <a:pt x="1184991" y="1564896"/>
                  </a:lnTo>
                  <a:lnTo>
                    <a:pt x="1184995" y="1564888"/>
                  </a:lnTo>
                  <a:lnTo>
                    <a:pt x="1185002" y="1564879"/>
                  </a:lnTo>
                  <a:lnTo>
                    <a:pt x="1185006" y="1564873"/>
                  </a:lnTo>
                  <a:lnTo>
                    <a:pt x="1185011" y="1564856"/>
                  </a:lnTo>
                  <a:lnTo>
                    <a:pt x="1185014" y="1564839"/>
                  </a:lnTo>
                  <a:lnTo>
                    <a:pt x="1185016" y="1564823"/>
                  </a:lnTo>
                  <a:lnTo>
                    <a:pt x="1185017" y="1564806"/>
                  </a:lnTo>
                  <a:lnTo>
                    <a:pt x="1185017" y="1564790"/>
                  </a:lnTo>
                  <a:lnTo>
                    <a:pt x="1185017" y="1564773"/>
                  </a:lnTo>
                  <a:lnTo>
                    <a:pt x="1185017" y="1564739"/>
                  </a:lnTo>
                  <a:lnTo>
                    <a:pt x="1185022" y="1564723"/>
                  </a:lnTo>
                  <a:lnTo>
                    <a:pt x="1185029" y="1564690"/>
                  </a:lnTo>
                  <a:lnTo>
                    <a:pt x="1185032" y="1564673"/>
                  </a:lnTo>
                  <a:lnTo>
                    <a:pt x="1185035" y="1564656"/>
                  </a:lnTo>
                  <a:lnTo>
                    <a:pt x="1185039" y="1564640"/>
                  </a:lnTo>
                  <a:lnTo>
                    <a:pt x="1185041" y="1564632"/>
                  </a:lnTo>
                  <a:lnTo>
                    <a:pt x="1185044" y="1564607"/>
                  </a:lnTo>
                  <a:lnTo>
                    <a:pt x="1185041" y="1564594"/>
                  </a:lnTo>
                  <a:lnTo>
                    <a:pt x="1185037" y="1564587"/>
                  </a:lnTo>
                  <a:lnTo>
                    <a:pt x="1185031" y="1564574"/>
                  </a:lnTo>
                  <a:lnTo>
                    <a:pt x="1185029" y="1564562"/>
                  </a:lnTo>
                  <a:lnTo>
                    <a:pt x="1185032" y="1564548"/>
                  </a:lnTo>
                  <a:lnTo>
                    <a:pt x="1185038" y="1564540"/>
                  </a:lnTo>
                  <a:lnTo>
                    <a:pt x="1185050" y="1564524"/>
                  </a:lnTo>
                  <a:lnTo>
                    <a:pt x="1185054" y="1564521"/>
                  </a:lnTo>
                  <a:lnTo>
                    <a:pt x="1185101" y="1564495"/>
                  </a:lnTo>
                  <a:lnTo>
                    <a:pt x="1185108" y="1564491"/>
                  </a:lnTo>
                  <a:lnTo>
                    <a:pt x="1185119" y="1564472"/>
                  </a:lnTo>
                  <a:lnTo>
                    <a:pt x="1185121" y="1564442"/>
                  </a:lnTo>
                  <a:lnTo>
                    <a:pt x="1185116" y="1564406"/>
                  </a:lnTo>
                  <a:lnTo>
                    <a:pt x="1185115" y="1564375"/>
                  </a:lnTo>
                  <a:lnTo>
                    <a:pt x="1185113" y="1564332"/>
                  </a:lnTo>
                  <a:lnTo>
                    <a:pt x="1185109" y="1564311"/>
                  </a:lnTo>
                  <a:lnTo>
                    <a:pt x="1185107" y="1564306"/>
                  </a:lnTo>
                  <a:lnTo>
                    <a:pt x="1185101" y="1564298"/>
                  </a:lnTo>
                  <a:lnTo>
                    <a:pt x="1185093" y="1564289"/>
                  </a:lnTo>
                  <a:lnTo>
                    <a:pt x="1185078" y="1564277"/>
                  </a:lnTo>
                  <a:lnTo>
                    <a:pt x="1185069" y="1564271"/>
                  </a:lnTo>
                  <a:lnTo>
                    <a:pt x="1185062" y="1564263"/>
                  </a:lnTo>
                  <a:lnTo>
                    <a:pt x="1185050" y="1564247"/>
                  </a:lnTo>
                  <a:lnTo>
                    <a:pt x="1185040" y="1564238"/>
                  </a:lnTo>
                  <a:lnTo>
                    <a:pt x="1185035" y="1564236"/>
                  </a:lnTo>
                  <a:lnTo>
                    <a:pt x="1185028" y="1564234"/>
                  </a:lnTo>
                  <a:lnTo>
                    <a:pt x="1185019" y="1564234"/>
                  </a:lnTo>
                  <a:lnTo>
                    <a:pt x="1185004" y="1564234"/>
                  </a:lnTo>
                  <a:lnTo>
                    <a:pt x="1184990" y="1564227"/>
                  </a:lnTo>
                  <a:lnTo>
                    <a:pt x="1184982" y="1564220"/>
                  </a:lnTo>
                  <a:lnTo>
                    <a:pt x="1184979" y="1564214"/>
                  </a:lnTo>
                  <a:lnTo>
                    <a:pt x="1184979" y="1564193"/>
                  </a:lnTo>
                  <a:lnTo>
                    <a:pt x="1184981" y="1564176"/>
                  </a:lnTo>
                  <a:lnTo>
                    <a:pt x="1184981" y="1564160"/>
                  </a:lnTo>
                  <a:lnTo>
                    <a:pt x="1184977" y="1564147"/>
                  </a:lnTo>
                  <a:lnTo>
                    <a:pt x="1184974" y="1564143"/>
                  </a:lnTo>
                  <a:lnTo>
                    <a:pt x="1184965" y="1564120"/>
                  </a:lnTo>
                  <a:lnTo>
                    <a:pt x="1184956" y="1564111"/>
                  </a:lnTo>
                  <a:lnTo>
                    <a:pt x="1184942" y="1564109"/>
                  </a:lnTo>
                  <a:lnTo>
                    <a:pt x="1184935" y="1564107"/>
                  </a:lnTo>
                  <a:lnTo>
                    <a:pt x="1184918" y="1564098"/>
                  </a:lnTo>
                  <a:lnTo>
                    <a:pt x="1184914" y="1564084"/>
                  </a:lnTo>
                  <a:lnTo>
                    <a:pt x="1184913" y="1564066"/>
                  </a:lnTo>
                  <a:lnTo>
                    <a:pt x="1184912" y="1564049"/>
                  </a:lnTo>
                  <a:lnTo>
                    <a:pt x="1184912" y="1564033"/>
                  </a:lnTo>
                  <a:lnTo>
                    <a:pt x="1184910" y="1564016"/>
                  </a:lnTo>
                  <a:lnTo>
                    <a:pt x="1184910" y="1564008"/>
                  </a:lnTo>
                  <a:lnTo>
                    <a:pt x="1184905" y="1563975"/>
                  </a:lnTo>
                  <a:lnTo>
                    <a:pt x="1184902" y="1563959"/>
                  </a:lnTo>
                  <a:lnTo>
                    <a:pt x="1184901" y="1563951"/>
                  </a:lnTo>
                  <a:lnTo>
                    <a:pt x="1184895" y="1563937"/>
                  </a:lnTo>
                  <a:lnTo>
                    <a:pt x="1184888" y="1563930"/>
                  </a:lnTo>
                  <a:lnTo>
                    <a:pt x="1184884" y="1563928"/>
                  </a:lnTo>
                  <a:lnTo>
                    <a:pt x="1184873" y="1563923"/>
                  </a:lnTo>
                  <a:lnTo>
                    <a:pt x="1184869" y="1563920"/>
                  </a:lnTo>
                  <a:lnTo>
                    <a:pt x="1184857" y="1563913"/>
                  </a:lnTo>
                  <a:lnTo>
                    <a:pt x="1184840" y="1563894"/>
                  </a:lnTo>
                  <a:lnTo>
                    <a:pt x="1184829" y="1563879"/>
                  </a:lnTo>
                  <a:lnTo>
                    <a:pt x="1184825" y="1563860"/>
                  </a:lnTo>
                  <a:lnTo>
                    <a:pt x="1184821" y="1563843"/>
                  </a:lnTo>
                  <a:lnTo>
                    <a:pt x="1184817" y="1563831"/>
                  </a:lnTo>
                  <a:lnTo>
                    <a:pt x="1184814" y="1563827"/>
                  </a:lnTo>
                  <a:lnTo>
                    <a:pt x="1184800" y="1563813"/>
                  </a:lnTo>
                  <a:lnTo>
                    <a:pt x="1184787" y="1563796"/>
                  </a:lnTo>
                  <a:lnTo>
                    <a:pt x="1184778" y="1563788"/>
                  </a:lnTo>
                  <a:lnTo>
                    <a:pt x="1184772" y="1563786"/>
                  </a:lnTo>
                  <a:lnTo>
                    <a:pt x="1184757" y="1563781"/>
                  </a:lnTo>
                  <a:lnTo>
                    <a:pt x="1184741" y="1563774"/>
                  </a:lnTo>
                  <a:lnTo>
                    <a:pt x="1184732" y="1563769"/>
                  </a:lnTo>
                  <a:lnTo>
                    <a:pt x="1184726" y="1563762"/>
                  </a:lnTo>
                  <a:lnTo>
                    <a:pt x="1184717" y="1563753"/>
                  </a:lnTo>
                  <a:lnTo>
                    <a:pt x="1184710" y="1563751"/>
                  </a:lnTo>
                  <a:lnTo>
                    <a:pt x="1184695" y="1563745"/>
                  </a:lnTo>
                  <a:lnTo>
                    <a:pt x="1184690" y="1563743"/>
                  </a:lnTo>
                  <a:lnTo>
                    <a:pt x="1184665" y="1563720"/>
                  </a:lnTo>
                  <a:lnTo>
                    <a:pt x="1184652" y="1563695"/>
                  </a:lnTo>
                  <a:lnTo>
                    <a:pt x="1184647" y="1563685"/>
                  </a:lnTo>
                  <a:lnTo>
                    <a:pt x="1184632" y="1563672"/>
                  </a:lnTo>
                  <a:lnTo>
                    <a:pt x="1184616" y="1563664"/>
                  </a:lnTo>
                  <a:lnTo>
                    <a:pt x="1184600" y="1563663"/>
                  </a:lnTo>
                  <a:lnTo>
                    <a:pt x="1184585" y="1563660"/>
                  </a:lnTo>
                  <a:lnTo>
                    <a:pt x="1184571" y="1563649"/>
                  </a:lnTo>
                  <a:lnTo>
                    <a:pt x="1184561" y="1563640"/>
                  </a:lnTo>
                  <a:lnTo>
                    <a:pt x="1184552" y="1563632"/>
                  </a:lnTo>
                  <a:lnTo>
                    <a:pt x="1184546" y="1563631"/>
                  </a:lnTo>
                  <a:lnTo>
                    <a:pt x="1184530" y="1563628"/>
                  </a:lnTo>
                  <a:lnTo>
                    <a:pt x="1184514" y="1563627"/>
                  </a:lnTo>
                  <a:lnTo>
                    <a:pt x="1184498" y="1563627"/>
                  </a:lnTo>
                  <a:lnTo>
                    <a:pt x="1184492" y="1563629"/>
                  </a:lnTo>
                  <a:lnTo>
                    <a:pt x="1184487" y="1563639"/>
                  </a:lnTo>
                  <a:lnTo>
                    <a:pt x="1184484" y="1563653"/>
                  </a:lnTo>
                  <a:lnTo>
                    <a:pt x="1184477" y="1563665"/>
                  </a:lnTo>
                  <a:lnTo>
                    <a:pt x="1184470" y="1563668"/>
                  </a:lnTo>
                  <a:lnTo>
                    <a:pt x="1184465" y="1563668"/>
                  </a:lnTo>
                  <a:lnTo>
                    <a:pt x="1184456" y="1563665"/>
                  </a:lnTo>
                  <a:lnTo>
                    <a:pt x="1184439" y="1563657"/>
                  </a:lnTo>
                  <a:lnTo>
                    <a:pt x="1184431" y="1563653"/>
                  </a:lnTo>
                  <a:lnTo>
                    <a:pt x="1184423" y="1563652"/>
                  </a:lnTo>
                  <a:lnTo>
                    <a:pt x="1184407" y="1563653"/>
                  </a:lnTo>
                  <a:lnTo>
                    <a:pt x="1184391" y="1563659"/>
                  </a:lnTo>
                  <a:lnTo>
                    <a:pt x="1184376" y="1563669"/>
                  </a:lnTo>
                  <a:lnTo>
                    <a:pt x="1184362" y="1563673"/>
                  </a:lnTo>
                  <a:lnTo>
                    <a:pt x="1184344" y="1563670"/>
                  </a:lnTo>
                  <a:lnTo>
                    <a:pt x="1184329" y="1563667"/>
                  </a:lnTo>
                  <a:lnTo>
                    <a:pt x="1184313" y="1563667"/>
                  </a:lnTo>
                  <a:lnTo>
                    <a:pt x="1184298" y="1563668"/>
                  </a:lnTo>
                  <a:lnTo>
                    <a:pt x="1184289" y="1563667"/>
                  </a:lnTo>
                  <a:lnTo>
                    <a:pt x="1184282" y="1563669"/>
                  </a:lnTo>
                  <a:lnTo>
                    <a:pt x="1184270" y="1563669"/>
                  </a:lnTo>
                  <a:lnTo>
                    <a:pt x="1184266" y="1563667"/>
                  </a:lnTo>
                  <a:lnTo>
                    <a:pt x="1184258" y="1563650"/>
                  </a:lnTo>
                  <a:lnTo>
                    <a:pt x="1184249" y="1563634"/>
                  </a:lnTo>
                  <a:lnTo>
                    <a:pt x="1184237" y="1563617"/>
                  </a:lnTo>
                  <a:lnTo>
                    <a:pt x="1184225" y="1563604"/>
                  </a:lnTo>
                  <a:lnTo>
                    <a:pt x="1184208" y="1563595"/>
                  </a:lnTo>
                  <a:lnTo>
                    <a:pt x="1184201" y="1563594"/>
                  </a:lnTo>
                  <a:lnTo>
                    <a:pt x="1184194" y="1563599"/>
                  </a:lnTo>
                  <a:lnTo>
                    <a:pt x="1184185" y="1563610"/>
                  </a:lnTo>
                  <a:lnTo>
                    <a:pt x="1184178" y="1563615"/>
                  </a:lnTo>
                  <a:lnTo>
                    <a:pt x="1184162" y="1563614"/>
                  </a:lnTo>
                  <a:lnTo>
                    <a:pt x="1184146" y="1563612"/>
                  </a:lnTo>
                  <a:lnTo>
                    <a:pt x="1184131" y="1563613"/>
                  </a:lnTo>
                  <a:lnTo>
                    <a:pt x="1184115" y="1563611"/>
                  </a:lnTo>
                  <a:lnTo>
                    <a:pt x="1184100" y="1563610"/>
                  </a:lnTo>
                  <a:lnTo>
                    <a:pt x="1184068" y="1563610"/>
                  </a:lnTo>
                  <a:lnTo>
                    <a:pt x="1184053" y="1563610"/>
                  </a:lnTo>
                  <a:lnTo>
                    <a:pt x="1184037" y="1563614"/>
                  </a:lnTo>
                  <a:lnTo>
                    <a:pt x="1184027" y="1563617"/>
                  </a:lnTo>
                  <a:lnTo>
                    <a:pt x="1184014" y="1563617"/>
                  </a:lnTo>
                  <a:lnTo>
                    <a:pt x="1184006" y="1563613"/>
                  </a:lnTo>
                  <a:lnTo>
                    <a:pt x="1183990" y="1563599"/>
                  </a:lnTo>
                  <a:lnTo>
                    <a:pt x="1183974" y="1563582"/>
                  </a:lnTo>
                  <a:lnTo>
                    <a:pt x="1183966" y="1563574"/>
                  </a:lnTo>
                  <a:lnTo>
                    <a:pt x="1183959" y="1563571"/>
                  </a:lnTo>
                  <a:lnTo>
                    <a:pt x="1183943" y="1563577"/>
                  </a:lnTo>
                  <a:lnTo>
                    <a:pt x="1183916" y="1563582"/>
                  </a:lnTo>
                  <a:lnTo>
                    <a:pt x="1183884" y="1563580"/>
                  </a:lnTo>
                  <a:lnTo>
                    <a:pt x="1183867" y="1563574"/>
                  </a:lnTo>
                  <a:lnTo>
                    <a:pt x="1183852" y="1563575"/>
                  </a:lnTo>
                  <a:lnTo>
                    <a:pt x="1183820" y="1563579"/>
                  </a:lnTo>
                  <a:lnTo>
                    <a:pt x="1183805" y="1563578"/>
                  </a:lnTo>
                  <a:lnTo>
                    <a:pt x="1183794" y="1563578"/>
                  </a:lnTo>
                  <a:lnTo>
                    <a:pt x="1183786" y="1563580"/>
                  </a:lnTo>
                  <a:lnTo>
                    <a:pt x="1183780" y="1563583"/>
                  </a:lnTo>
                  <a:lnTo>
                    <a:pt x="1183773" y="1563589"/>
                  </a:lnTo>
                  <a:lnTo>
                    <a:pt x="1183758" y="1563602"/>
                  </a:lnTo>
                  <a:lnTo>
                    <a:pt x="1183742" y="1563615"/>
                  </a:lnTo>
                  <a:lnTo>
                    <a:pt x="1183726" y="1563629"/>
                  </a:lnTo>
                  <a:lnTo>
                    <a:pt x="1183717" y="1563632"/>
                  </a:lnTo>
                  <a:lnTo>
                    <a:pt x="1183711" y="1563632"/>
                  </a:lnTo>
                  <a:lnTo>
                    <a:pt x="1183700" y="1563624"/>
                  </a:lnTo>
                  <a:lnTo>
                    <a:pt x="1183696" y="1563619"/>
                  </a:lnTo>
                  <a:lnTo>
                    <a:pt x="1183684" y="1563602"/>
                  </a:lnTo>
                  <a:lnTo>
                    <a:pt x="1183670" y="1563589"/>
                  </a:lnTo>
                  <a:lnTo>
                    <a:pt x="1183655" y="1563579"/>
                  </a:lnTo>
                  <a:lnTo>
                    <a:pt x="1183639" y="1563567"/>
                  </a:lnTo>
                  <a:lnTo>
                    <a:pt x="1183625" y="1563552"/>
                  </a:lnTo>
                  <a:lnTo>
                    <a:pt x="1183617" y="1563544"/>
                  </a:lnTo>
                  <a:lnTo>
                    <a:pt x="1183615" y="1563537"/>
                  </a:lnTo>
                  <a:lnTo>
                    <a:pt x="1183611" y="1563529"/>
                  </a:lnTo>
                  <a:lnTo>
                    <a:pt x="1183611" y="1563521"/>
                  </a:lnTo>
                  <a:lnTo>
                    <a:pt x="1183603" y="1563504"/>
                  </a:lnTo>
                  <a:lnTo>
                    <a:pt x="1183600" y="1563498"/>
                  </a:lnTo>
                  <a:lnTo>
                    <a:pt x="1183590" y="1563489"/>
                  </a:lnTo>
                  <a:lnTo>
                    <a:pt x="1183585" y="1563484"/>
                  </a:lnTo>
                  <a:lnTo>
                    <a:pt x="1183584" y="1563476"/>
                  </a:lnTo>
                  <a:lnTo>
                    <a:pt x="1183586" y="1563467"/>
                  </a:lnTo>
                  <a:lnTo>
                    <a:pt x="1183593" y="1563457"/>
                  </a:lnTo>
                  <a:lnTo>
                    <a:pt x="1183602" y="1563440"/>
                  </a:lnTo>
                  <a:lnTo>
                    <a:pt x="1183605" y="1563433"/>
                  </a:lnTo>
                  <a:lnTo>
                    <a:pt x="1183605" y="1563424"/>
                  </a:lnTo>
                  <a:lnTo>
                    <a:pt x="1183606" y="1563412"/>
                  </a:lnTo>
                  <a:lnTo>
                    <a:pt x="1183605" y="1563391"/>
                  </a:lnTo>
                  <a:lnTo>
                    <a:pt x="1183602" y="1563374"/>
                  </a:lnTo>
                  <a:lnTo>
                    <a:pt x="1183602" y="1563357"/>
                  </a:lnTo>
                  <a:lnTo>
                    <a:pt x="1183602" y="1563340"/>
                  </a:lnTo>
                  <a:lnTo>
                    <a:pt x="1183602" y="1563324"/>
                  </a:lnTo>
                  <a:lnTo>
                    <a:pt x="1183600" y="1563305"/>
                  </a:lnTo>
                  <a:lnTo>
                    <a:pt x="1183597" y="1563301"/>
                  </a:lnTo>
                  <a:lnTo>
                    <a:pt x="1183587" y="1563301"/>
                  </a:lnTo>
                  <a:lnTo>
                    <a:pt x="1183572" y="1563300"/>
                  </a:lnTo>
                  <a:lnTo>
                    <a:pt x="1183556" y="1563298"/>
                  </a:lnTo>
                  <a:lnTo>
                    <a:pt x="1183541" y="1563295"/>
                  </a:lnTo>
                  <a:lnTo>
                    <a:pt x="1183525" y="1563291"/>
                  </a:lnTo>
                  <a:lnTo>
                    <a:pt x="1183517" y="1563287"/>
                  </a:lnTo>
                  <a:lnTo>
                    <a:pt x="1183517" y="1563279"/>
                  </a:lnTo>
                  <a:lnTo>
                    <a:pt x="1183520" y="1563262"/>
                  </a:lnTo>
                  <a:lnTo>
                    <a:pt x="1183523" y="1563246"/>
                  </a:lnTo>
                  <a:lnTo>
                    <a:pt x="1183521" y="1563239"/>
                  </a:lnTo>
                  <a:lnTo>
                    <a:pt x="1183512" y="1563235"/>
                  </a:lnTo>
                  <a:lnTo>
                    <a:pt x="1183497" y="1563229"/>
                  </a:lnTo>
                  <a:lnTo>
                    <a:pt x="1183481" y="1563218"/>
                  </a:lnTo>
                  <a:lnTo>
                    <a:pt x="1183466" y="1563203"/>
                  </a:lnTo>
                  <a:lnTo>
                    <a:pt x="1183462" y="1563187"/>
                  </a:lnTo>
                  <a:lnTo>
                    <a:pt x="1183457" y="1563170"/>
                  </a:lnTo>
                  <a:lnTo>
                    <a:pt x="1183453" y="1563154"/>
                  </a:lnTo>
                  <a:lnTo>
                    <a:pt x="1183448" y="1563137"/>
                  </a:lnTo>
                  <a:lnTo>
                    <a:pt x="1183445" y="1563120"/>
                  </a:lnTo>
                  <a:lnTo>
                    <a:pt x="1183442" y="1563110"/>
                  </a:lnTo>
                  <a:lnTo>
                    <a:pt x="1183437" y="1563107"/>
                  </a:lnTo>
                  <a:lnTo>
                    <a:pt x="1183426" y="1563110"/>
                  </a:lnTo>
                  <a:lnTo>
                    <a:pt x="1183411" y="1563111"/>
                  </a:lnTo>
                  <a:lnTo>
                    <a:pt x="1183404" y="1563110"/>
                  </a:lnTo>
                  <a:lnTo>
                    <a:pt x="1183395" y="1563106"/>
                  </a:lnTo>
                  <a:lnTo>
                    <a:pt x="1183388" y="1563102"/>
                  </a:lnTo>
                  <a:lnTo>
                    <a:pt x="1183374" y="1563087"/>
                  </a:lnTo>
                  <a:lnTo>
                    <a:pt x="1183362" y="1563077"/>
                  </a:lnTo>
                  <a:lnTo>
                    <a:pt x="1183344" y="1563069"/>
                  </a:lnTo>
                  <a:lnTo>
                    <a:pt x="1183335" y="1563065"/>
                  </a:lnTo>
                  <a:lnTo>
                    <a:pt x="1183328" y="1563065"/>
                  </a:lnTo>
                  <a:lnTo>
                    <a:pt x="1183313" y="1563068"/>
                  </a:lnTo>
                  <a:lnTo>
                    <a:pt x="1183281" y="1563072"/>
                  </a:lnTo>
                  <a:lnTo>
                    <a:pt x="1183265" y="1563071"/>
                  </a:lnTo>
                  <a:lnTo>
                    <a:pt x="1183250" y="1563068"/>
                  </a:lnTo>
                  <a:lnTo>
                    <a:pt x="1183234" y="1563068"/>
                  </a:lnTo>
                  <a:lnTo>
                    <a:pt x="1183224" y="1563070"/>
                  </a:lnTo>
                  <a:lnTo>
                    <a:pt x="1183208" y="1563077"/>
                  </a:lnTo>
                  <a:lnTo>
                    <a:pt x="1183203" y="1563079"/>
                  </a:lnTo>
                  <a:lnTo>
                    <a:pt x="1183185" y="1563087"/>
                  </a:lnTo>
                  <a:lnTo>
                    <a:pt x="1183174" y="1563094"/>
                  </a:lnTo>
                  <a:lnTo>
                    <a:pt x="1183158" y="1563104"/>
                  </a:lnTo>
                  <a:lnTo>
                    <a:pt x="1183143" y="1563117"/>
                  </a:lnTo>
                  <a:lnTo>
                    <a:pt x="1183112" y="1563139"/>
                  </a:lnTo>
                  <a:lnTo>
                    <a:pt x="1183096" y="1563151"/>
                  </a:lnTo>
                  <a:lnTo>
                    <a:pt x="1183080" y="1563166"/>
                  </a:lnTo>
                  <a:lnTo>
                    <a:pt x="1183066" y="1563179"/>
                  </a:lnTo>
                  <a:lnTo>
                    <a:pt x="1183052" y="1563190"/>
                  </a:lnTo>
                  <a:lnTo>
                    <a:pt x="1183036" y="1563200"/>
                  </a:lnTo>
                  <a:lnTo>
                    <a:pt x="1183018" y="1563204"/>
                  </a:lnTo>
                  <a:lnTo>
                    <a:pt x="1183002" y="1563206"/>
                  </a:lnTo>
                  <a:lnTo>
                    <a:pt x="1182987" y="1563212"/>
                  </a:lnTo>
                  <a:lnTo>
                    <a:pt x="1182971" y="1563222"/>
                  </a:lnTo>
                  <a:lnTo>
                    <a:pt x="1182963" y="1563227"/>
                  </a:lnTo>
                  <a:lnTo>
                    <a:pt x="1182955" y="1563229"/>
                  </a:lnTo>
                  <a:lnTo>
                    <a:pt x="1182940" y="1563227"/>
                  </a:lnTo>
                  <a:lnTo>
                    <a:pt x="1182924" y="1563221"/>
                  </a:lnTo>
                  <a:lnTo>
                    <a:pt x="1182908" y="1563216"/>
                  </a:lnTo>
                  <a:lnTo>
                    <a:pt x="1182893" y="1563208"/>
                  </a:lnTo>
                  <a:lnTo>
                    <a:pt x="1182877" y="1563197"/>
                  </a:lnTo>
                  <a:lnTo>
                    <a:pt x="1182869" y="1563188"/>
                  </a:lnTo>
                  <a:lnTo>
                    <a:pt x="1182862" y="1563184"/>
                  </a:lnTo>
                  <a:lnTo>
                    <a:pt x="1182846" y="1563177"/>
                  </a:lnTo>
                  <a:lnTo>
                    <a:pt x="1182830" y="1563176"/>
                  </a:lnTo>
                  <a:lnTo>
                    <a:pt x="1182815" y="1563176"/>
                  </a:lnTo>
                  <a:lnTo>
                    <a:pt x="1182810" y="1563172"/>
                  </a:lnTo>
                  <a:lnTo>
                    <a:pt x="1182805" y="1563162"/>
                  </a:lnTo>
                  <a:lnTo>
                    <a:pt x="1182802" y="1563145"/>
                  </a:lnTo>
                  <a:lnTo>
                    <a:pt x="1182796" y="1563128"/>
                  </a:lnTo>
                  <a:lnTo>
                    <a:pt x="1182788" y="1563111"/>
                  </a:lnTo>
                  <a:lnTo>
                    <a:pt x="1182776" y="1563078"/>
                  </a:lnTo>
                  <a:lnTo>
                    <a:pt x="1182767" y="1563061"/>
                  </a:lnTo>
                  <a:lnTo>
                    <a:pt x="1182754" y="1563044"/>
                  </a:lnTo>
                  <a:lnTo>
                    <a:pt x="1182738" y="1563030"/>
                  </a:lnTo>
                  <a:lnTo>
                    <a:pt x="1182731" y="1563018"/>
                  </a:lnTo>
                  <a:lnTo>
                    <a:pt x="1182724" y="1562996"/>
                  </a:lnTo>
                  <a:lnTo>
                    <a:pt x="1182720" y="1562985"/>
                  </a:lnTo>
                  <a:lnTo>
                    <a:pt x="1182717" y="1562979"/>
                  </a:lnTo>
                  <a:lnTo>
                    <a:pt x="1182712" y="1562970"/>
                  </a:lnTo>
                  <a:lnTo>
                    <a:pt x="1182705" y="1562962"/>
                  </a:lnTo>
                  <a:lnTo>
                    <a:pt x="1182690" y="1562949"/>
                  </a:lnTo>
                  <a:lnTo>
                    <a:pt x="1182678" y="1562932"/>
                  </a:lnTo>
                  <a:lnTo>
                    <a:pt x="1182665" y="1562919"/>
                  </a:lnTo>
                  <a:lnTo>
                    <a:pt x="1182656" y="1562914"/>
                  </a:lnTo>
                  <a:lnTo>
                    <a:pt x="1182648" y="1562912"/>
                  </a:lnTo>
                  <a:lnTo>
                    <a:pt x="1182632" y="1562907"/>
                  </a:lnTo>
                  <a:lnTo>
                    <a:pt x="1182617" y="1562905"/>
                  </a:lnTo>
                  <a:lnTo>
                    <a:pt x="1182603" y="1562901"/>
                  </a:lnTo>
                  <a:lnTo>
                    <a:pt x="1182591" y="1562897"/>
                  </a:lnTo>
                  <a:lnTo>
                    <a:pt x="1182582" y="1562890"/>
                  </a:lnTo>
                  <a:lnTo>
                    <a:pt x="1182562" y="1562855"/>
                  </a:lnTo>
                  <a:lnTo>
                    <a:pt x="1182554" y="1562839"/>
                  </a:lnTo>
                  <a:lnTo>
                    <a:pt x="1182548" y="1562831"/>
                  </a:lnTo>
                  <a:lnTo>
                    <a:pt x="1182534" y="1562823"/>
                  </a:lnTo>
                  <a:lnTo>
                    <a:pt x="1182519" y="1562816"/>
                  </a:lnTo>
                  <a:lnTo>
                    <a:pt x="1182503" y="1562809"/>
                  </a:lnTo>
                  <a:lnTo>
                    <a:pt x="1182488" y="1562805"/>
                  </a:lnTo>
                  <a:lnTo>
                    <a:pt x="1182456" y="1562793"/>
                  </a:lnTo>
                  <a:lnTo>
                    <a:pt x="1182440" y="1562786"/>
                  </a:lnTo>
                  <a:lnTo>
                    <a:pt x="1182425" y="1562777"/>
                  </a:lnTo>
                  <a:lnTo>
                    <a:pt x="1182409" y="1562766"/>
                  </a:lnTo>
                  <a:lnTo>
                    <a:pt x="1182398" y="1562758"/>
                  </a:lnTo>
                  <a:lnTo>
                    <a:pt x="1182350" y="1562735"/>
                  </a:lnTo>
                  <a:lnTo>
                    <a:pt x="1182327" y="1562716"/>
                  </a:lnTo>
                  <a:lnTo>
                    <a:pt x="1182307" y="1562689"/>
                  </a:lnTo>
                  <a:lnTo>
                    <a:pt x="1182290" y="1562656"/>
                  </a:lnTo>
                  <a:lnTo>
                    <a:pt x="1182281" y="1562639"/>
                  </a:lnTo>
                  <a:lnTo>
                    <a:pt x="1182267" y="1562624"/>
                  </a:lnTo>
                  <a:lnTo>
                    <a:pt x="1182251" y="1562610"/>
                  </a:lnTo>
                  <a:lnTo>
                    <a:pt x="1182236" y="1562602"/>
                  </a:lnTo>
                  <a:lnTo>
                    <a:pt x="1182229" y="1562599"/>
                  </a:lnTo>
                  <a:lnTo>
                    <a:pt x="1182227" y="1562594"/>
                  </a:lnTo>
                  <a:lnTo>
                    <a:pt x="1182234" y="1562589"/>
                  </a:lnTo>
                  <a:lnTo>
                    <a:pt x="1182250" y="1562587"/>
                  </a:lnTo>
                  <a:lnTo>
                    <a:pt x="1182261" y="1562582"/>
                  </a:lnTo>
                  <a:lnTo>
                    <a:pt x="1182265" y="1562579"/>
                  </a:lnTo>
                  <a:lnTo>
                    <a:pt x="1182282" y="1562569"/>
                  </a:lnTo>
                  <a:lnTo>
                    <a:pt x="1182288" y="1562561"/>
                  </a:lnTo>
                  <a:lnTo>
                    <a:pt x="1182291" y="1562553"/>
                  </a:lnTo>
                  <a:lnTo>
                    <a:pt x="1182298" y="1562536"/>
                  </a:lnTo>
                  <a:lnTo>
                    <a:pt x="1182305" y="1562507"/>
                  </a:lnTo>
                  <a:lnTo>
                    <a:pt x="1182310" y="1562483"/>
                  </a:lnTo>
                  <a:lnTo>
                    <a:pt x="1182312" y="1562470"/>
                  </a:lnTo>
                  <a:lnTo>
                    <a:pt x="1182309" y="1562464"/>
                  </a:lnTo>
                  <a:lnTo>
                    <a:pt x="1182300" y="1562462"/>
                  </a:lnTo>
                  <a:lnTo>
                    <a:pt x="1182287" y="1562456"/>
                  </a:lnTo>
                  <a:lnTo>
                    <a:pt x="1182269" y="1562442"/>
                  </a:lnTo>
                  <a:lnTo>
                    <a:pt x="1182253" y="1562431"/>
                  </a:lnTo>
                  <a:lnTo>
                    <a:pt x="1182243" y="1562424"/>
                  </a:lnTo>
                  <a:lnTo>
                    <a:pt x="1182238" y="1562418"/>
                  </a:lnTo>
                  <a:lnTo>
                    <a:pt x="1182232" y="1562410"/>
                  </a:lnTo>
                  <a:lnTo>
                    <a:pt x="1182227" y="1562401"/>
                  </a:lnTo>
                  <a:lnTo>
                    <a:pt x="1182215" y="1562388"/>
                  </a:lnTo>
                  <a:lnTo>
                    <a:pt x="1182199" y="1562378"/>
                  </a:lnTo>
                  <a:lnTo>
                    <a:pt x="1182190" y="1562368"/>
                  </a:lnTo>
                  <a:lnTo>
                    <a:pt x="1182186" y="1562362"/>
                  </a:lnTo>
                  <a:lnTo>
                    <a:pt x="1182177" y="1562345"/>
                  </a:lnTo>
                  <a:lnTo>
                    <a:pt x="1182178" y="1562328"/>
                  </a:lnTo>
                  <a:lnTo>
                    <a:pt x="1182180" y="1562321"/>
                  </a:lnTo>
                  <a:lnTo>
                    <a:pt x="1182181" y="1562312"/>
                  </a:lnTo>
                  <a:lnTo>
                    <a:pt x="1182181" y="1562302"/>
                  </a:lnTo>
                  <a:lnTo>
                    <a:pt x="1182176" y="1562295"/>
                  </a:lnTo>
                  <a:lnTo>
                    <a:pt x="1182165" y="1562278"/>
                  </a:lnTo>
                  <a:lnTo>
                    <a:pt x="1182149" y="1562266"/>
                  </a:lnTo>
                  <a:lnTo>
                    <a:pt x="1182141" y="1562260"/>
                  </a:lnTo>
                  <a:lnTo>
                    <a:pt x="1182134" y="1562252"/>
                  </a:lnTo>
                  <a:lnTo>
                    <a:pt x="1182129" y="1562243"/>
                  </a:lnTo>
                  <a:lnTo>
                    <a:pt x="1182129" y="1562235"/>
                  </a:lnTo>
                  <a:lnTo>
                    <a:pt x="1182130" y="1562227"/>
                  </a:lnTo>
                  <a:lnTo>
                    <a:pt x="1182134" y="1562219"/>
                  </a:lnTo>
                  <a:lnTo>
                    <a:pt x="1182140" y="1562202"/>
                  </a:lnTo>
                  <a:lnTo>
                    <a:pt x="1182146" y="1562192"/>
                  </a:lnTo>
                  <a:lnTo>
                    <a:pt x="1182146" y="1562186"/>
                  </a:lnTo>
                  <a:lnTo>
                    <a:pt x="1182150" y="1562169"/>
                  </a:lnTo>
                  <a:lnTo>
                    <a:pt x="1182149" y="1562152"/>
                  </a:lnTo>
                  <a:lnTo>
                    <a:pt x="1182147" y="1562136"/>
                  </a:lnTo>
                  <a:lnTo>
                    <a:pt x="1182145" y="1562121"/>
                  </a:lnTo>
                  <a:lnTo>
                    <a:pt x="1182140" y="1562107"/>
                  </a:lnTo>
                  <a:lnTo>
                    <a:pt x="1182136" y="1562100"/>
                  </a:lnTo>
                  <a:lnTo>
                    <a:pt x="1182131" y="1562090"/>
                  </a:lnTo>
                  <a:lnTo>
                    <a:pt x="1182127" y="1562075"/>
                  </a:lnTo>
                  <a:lnTo>
                    <a:pt x="1182132" y="1562063"/>
                  </a:lnTo>
                  <a:lnTo>
                    <a:pt x="1182136" y="1562056"/>
                  </a:lnTo>
                  <a:lnTo>
                    <a:pt x="1182146" y="1562040"/>
                  </a:lnTo>
                  <a:lnTo>
                    <a:pt x="1182144" y="1562031"/>
                  </a:lnTo>
                  <a:lnTo>
                    <a:pt x="1182138" y="1562024"/>
                  </a:lnTo>
                  <a:lnTo>
                    <a:pt x="1182124" y="1562011"/>
                  </a:lnTo>
                  <a:lnTo>
                    <a:pt x="1182108" y="1562000"/>
                  </a:lnTo>
                  <a:lnTo>
                    <a:pt x="1182094" y="1561984"/>
                  </a:lnTo>
                  <a:lnTo>
                    <a:pt x="1182091" y="1561973"/>
                  </a:lnTo>
                  <a:lnTo>
                    <a:pt x="1182091" y="1561967"/>
                  </a:lnTo>
                  <a:lnTo>
                    <a:pt x="1182092" y="1561955"/>
                  </a:lnTo>
                  <a:lnTo>
                    <a:pt x="1182094" y="1561950"/>
                  </a:lnTo>
                  <a:lnTo>
                    <a:pt x="1182096" y="1561946"/>
                  </a:lnTo>
                  <a:lnTo>
                    <a:pt x="1182103" y="1561944"/>
                  </a:lnTo>
                  <a:lnTo>
                    <a:pt x="1182108" y="1561944"/>
                  </a:lnTo>
                  <a:lnTo>
                    <a:pt x="1182124" y="1561939"/>
                  </a:lnTo>
                  <a:lnTo>
                    <a:pt x="1182132" y="1561932"/>
                  </a:lnTo>
                  <a:lnTo>
                    <a:pt x="1182137" y="1561924"/>
                  </a:lnTo>
                  <a:lnTo>
                    <a:pt x="1182147" y="1561908"/>
                  </a:lnTo>
                  <a:lnTo>
                    <a:pt x="1182156" y="1561891"/>
                  </a:lnTo>
                  <a:lnTo>
                    <a:pt x="1182163" y="1561875"/>
                  </a:lnTo>
                  <a:lnTo>
                    <a:pt x="1182168" y="1561858"/>
                  </a:lnTo>
                  <a:lnTo>
                    <a:pt x="1182175" y="1561841"/>
                  </a:lnTo>
                  <a:lnTo>
                    <a:pt x="1182187" y="1561825"/>
                  </a:lnTo>
                  <a:lnTo>
                    <a:pt x="1182195" y="1561814"/>
                  </a:lnTo>
                  <a:lnTo>
                    <a:pt x="1182206" y="1561792"/>
                  </a:lnTo>
                  <a:lnTo>
                    <a:pt x="1182206" y="1561775"/>
                  </a:lnTo>
                  <a:lnTo>
                    <a:pt x="1182205" y="1561764"/>
                  </a:lnTo>
                  <a:lnTo>
                    <a:pt x="1182206" y="1561759"/>
                  </a:lnTo>
                  <a:lnTo>
                    <a:pt x="1182213" y="1561752"/>
                  </a:lnTo>
                  <a:lnTo>
                    <a:pt x="1182221" y="1561748"/>
                  </a:lnTo>
                  <a:lnTo>
                    <a:pt x="1182237" y="1561736"/>
                  </a:lnTo>
                  <a:lnTo>
                    <a:pt x="1182249" y="1561722"/>
                  </a:lnTo>
                  <a:lnTo>
                    <a:pt x="1182264" y="1561702"/>
                  </a:lnTo>
                  <a:lnTo>
                    <a:pt x="1182280" y="1561690"/>
                  </a:lnTo>
                  <a:lnTo>
                    <a:pt x="1182287" y="1561682"/>
                  </a:lnTo>
                  <a:lnTo>
                    <a:pt x="1182285" y="1561677"/>
                  </a:lnTo>
                  <a:lnTo>
                    <a:pt x="1182274" y="1561677"/>
                  </a:lnTo>
                  <a:lnTo>
                    <a:pt x="1182259" y="1561676"/>
                  </a:lnTo>
                  <a:lnTo>
                    <a:pt x="1182249" y="1561673"/>
                  </a:lnTo>
                  <a:lnTo>
                    <a:pt x="1182243" y="1561668"/>
                  </a:lnTo>
                  <a:lnTo>
                    <a:pt x="1182231" y="1561653"/>
                  </a:lnTo>
                  <a:lnTo>
                    <a:pt x="1182215" y="1561637"/>
                  </a:lnTo>
                  <a:lnTo>
                    <a:pt x="1182200" y="1561623"/>
                  </a:lnTo>
                  <a:lnTo>
                    <a:pt x="1182190" y="1561613"/>
                  </a:lnTo>
                  <a:lnTo>
                    <a:pt x="1182184" y="1561610"/>
                  </a:lnTo>
                  <a:lnTo>
                    <a:pt x="1182176" y="1561606"/>
                  </a:lnTo>
                  <a:lnTo>
                    <a:pt x="1182154" y="1561588"/>
                  </a:lnTo>
                  <a:lnTo>
                    <a:pt x="1182142" y="1561568"/>
                  </a:lnTo>
                  <a:lnTo>
                    <a:pt x="1182136" y="1561554"/>
                  </a:lnTo>
                  <a:lnTo>
                    <a:pt x="1182134" y="1561543"/>
                  </a:lnTo>
                  <a:lnTo>
                    <a:pt x="1182132" y="1561526"/>
                  </a:lnTo>
                  <a:lnTo>
                    <a:pt x="1182131" y="1561518"/>
                  </a:lnTo>
                  <a:lnTo>
                    <a:pt x="1182126" y="1561511"/>
                  </a:lnTo>
                  <a:lnTo>
                    <a:pt x="1182112" y="1561496"/>
                  </a:lnTo>
                  <a:lnTo>
                    <a:pt x="1182100" y="1561487"/>
                  </a:lnTo>
                  <a:lnTo>
                    <a:pt x="1182097" y="1561483"/>
                  </a:lnTo>
                  <a:lnTo>
                    <a:pt x="1182088" y="1561469"/>
                  </a:lnTo>
                  <a:lnTo>
                    <a:pt x="1182082" y="1561456"/>
                  </a:lnTo>
                  <a:lnTo>
                    <a:pt x="1182077" y="1561448"/>
                  </a:lnTo>
                  <a:lnTo>
                    <a:pt x="1182072" y="1561442"/>
                  </a:lnTo>
                  <a:lnTo>
                    <a:pt x="1182063" y="1561435"/>
                  </a:lnTo>
                  <a:lnTo>
                    <a:pt x="1182048" y="1561428"/>
                  </a:lnTo>
                  <a:lnTo>
                    <a:pt x="1182032" y="1561421"/>
                  </a:lnTo>
                  <a:lnTo>
                    <a:pt x="1182017" y="1561411"/>
                  </a:lnTo>
                  <a:lnTo>
                    <a:pt x="1182003" y="1561399"/>
                  </a:lnTo>
                  <a:lnTo>
                    <a:pt x="1182000" y="1561393"/>
                  </a:lnTo>
                  <a:lnTo>
                    <a:pt x="1181994" y="1561379"/>
                  </a:lnTo>
                  <a:lnTo>
                    <a:pt x="1181988" y="1561365"/>
                  </a:lnTo>
                  <a:lnTo>
                    <a:pt x="1181983" y="1561360"/>
                  </a:lnTo>
                  <a:lnTo>
                    <a:pt x="1181960" y="1561349"/>
                  </a:lnTo>
                  <a:lnTo>
                    <a:pt x="1181955" y="1561345"/>
                  </a:lnTo>
                  <a:lnTo>
                    <a:pt x="1181942" y="1561330"/>
                  </a:lnTo>
                  <a:lnTo>
                    <a:pt x="1181932" y="1561316"/>
                  </a:lnTo>
                  <a:lnTo>
                    <a:pt x="1181920" y="1561296"/>
                  </a:lnTo>
                  <a:lnTo>
                    <a:pt x="1181906" y="1561281"/>
                  </a:lnTo>
                  <a:lnTo>
                    <a:pt x="1181890" y="1561267"/>
                  </a:lnTo>
                  <a:lnTo>
                    <a:pt x="1181878" y="1561250"/>
                  </a:lnTo>
                  <a:lnTo>
                    <a:pt x="1181870" y="1561233"/>
                  </a:lnTo>
                  <a:lnTo>
                    <a:pt x="1181868" y="1561217"/>
                  </a:lnTo>
                  <a:lnTo>
                    <a:pt x="1181867" y="1561198"/>
                  </a:lnTo>
                  <a:lnTo>
                    <a:pt x="1181863" y="1561191"/>
                  </a:lnTo>
                  <a:lnTo>
                    <a:pt x="1181855" y="1561187"/>
                  </a:lnTo>
                  <a:lnTo>
                    <a:pt x="1181840" y="1561181"/>
                  </a:lnTo>
                  <a:lnTo>
                    <a:pt x="1181824" y="1561176"/>
                  </a:lnTo>
                  <a:lnTo>
                    <a:pt x="1181813" y="1561171"/>
                  </a:lnTo>
                  <a:lnTo>
                    <a:pt x="1181809" y="1561168"/>
                  </a:lnTo>
                  <a:lnTo>
                    <a:pt x="1181784" y="1561143"/>
                  </a:lnTo>
                  <a:lnTo>
                    <a:pt x="1181774" y="1561136"/>
                  </a:lnTo>
                  <a:lnTo>
                    <a:pt x="1181768" y="1561134"/>
                  </a:lnTo>
                  <a:lnTo>
                    <a:pt x="1181753" y="1561126"/>
                  </a:lnTo>
                  <a:lnTo>
                    <a:pt x="1181737" y="1561122"/>
                  </a:lnTo>
                  <a:lnTo>
                    <a:pt x="1181722" y="1561119"/>
                  </a:lnTo>
                  <a:lnTo>
                    <a:pt x="1181706" y="1561117"/>
                  </a:lnTo>
                  <a:lnTo>
                    <a:pt x="1181690" y="1561114"/>
                  </a:lnTo>
                  <a:lnTo>
                    <a:pt x="1181674" y="1561113"/>
                  </a:lnTo>
                  <a:lnTo>
                    <a:pt x="1181659" y="1561112"/>
                  </a:lnTo>
                  <a:lnTo>
                    <a:pt x="1181643" y="1561113"/>
                  </a:lnTo>
                  <a:lnTo>
                    <a:pt x="1181634" y="1561112"/>
                  </a:lnTo>
                  <a:lnTo>
                    <a:pt x="1181630" y="1561108"/>
                  </a:lnTo>
                  <a:lnTo>
                    <a:pt x="1181624" y="1561092"/>
                  </a:lnTo>
                  <a:lnTo>
                    <a:pt x="1181612" y="1561079"/>
                  </a:lnTo>
                  <a:lnTo>
                    <a:pt x="1181606" y="1561076"/>
                  </a:lnTo>
                  <a:lnTo>
                    <a:pt x="1181591" y="1561068"/>
                  </a:lnTo>
                  <a:lnTo>
                    <a:pt x="1181575" y="1561062"/>
                  </a:lnTo>
                  <a:lnTo>
                    <a:pt x="1181564" y="1561058"/>
                  </a:lnTo>
                  <a:lnTo>
                    <a:pt x="1181559" y="1561053"/>
                  </a:lnTo>
                  <a:lnTo>
                    <a:pt x="1181552" y="1561045"/>
                  </a:lnTo>
                  <a:lnTo>
                    <a:pt x="1181546" y="1561028"/>
                  </a:lnTo>
                  <a:lnTo>
                    <a:pt x="1181545" y="1561021"/>
                  </a:lnTo>
                  <a:lnTo>
                    <a:pt x="1181542" y="1561004"/>
                  </a:lnTo>
                  <a:lnTo>
                    <a:pt x="1181538" y="1560987"/>
                  </a:lnTo>
                  <a:lnTo>
                    <a:pt x="1181533" y="1560970"/>
                  </a:lnTo>
                  <a:lnTo>
                    <a:pt x="1181528" y="1560954"/>
                  </a:lnTo>
                  <a:lnTo>
                    <a:pt x="1181525" y="1560946"/>
                  </a:lnTo>
                  <a:lnTo>
                    <a:pt x="1181518" y="1560938"/>
                  </a:lnTo>
                  <a:lnTo>
                    <a:pt x="1181510" y="1560932"/>
                  </a:lnTo>
                  <a:lnTo>
                    <a:pt x="1181497" y="1560927"/>
                  </a:lnTo>
                  <a:lnTo>
                    <a:pt x="1181487" y="1560924"/>
                  </a:lnTo>
                  <a:lnTo>
                    <a:pt x="1181471" y="1560918"/>
                  </a:lnTo>
                  <a:lnTo>
                    <a:pt x="1181456" y="1560914"/>
                  </a:lnTo>
                  <a:lnTo>
                    <a:pt x="1181440" y="1560909"/>
                  </a:lnTo>
                  <a:lnTo>
                    <a:pt x="1181433" y="1560907"/>
                  </a:lnTo>
                  <a:lnTo>
                    <a:pt x="1181430" y="1560902"/>
                  </a:lnTo>
                  <a:lnTo>
                    <a:pt x="1181432" y="1560898"/>
                  </a:lnTo>
                  <a:lnTo>
                    <a:pt x="1181442" y="1560883"/>
                  </a:lnTo>
                  <a:lnTo>
                    <a:pt x="1181447" y="1560875"/>
                  </a:lnTo>
                  <a:lnTo>
                    <a:pt x="1181448" y="1560867"/>
                  </a:lnTo>
                  <a:lnTo>
                    <a:pt x="1181448" y="1560856"/>
                  </a:lnTo>
                  <a:lnTo>
                    <a:pt x="1181443" y="1560848"/>
                  </a:lnTo>
                  <a:lnTo>
                    <a:pt x="1181424" y="1560817"/>
                  </a:lnTo>
                  <a:lnTo>
                    <a:pt x="1181420" y="1560804"/>
                  </a:lnTo>
                  <a:lnTo>
                    <a:pt x="1181418" y="1560783"/>
                  </a:lnTo>
                  <a:lnTo>
                    <a:pt x="1181418" y="1560767"/>
                  </a:lnTo>
                  <a:lnTo>
                    <a:pt x="1181426" y="1560750"/>
                  </a:lnTo>
                  <a:lnTo>
                    <a:pt x="1181433" y="1560733"/>
                  </a:lnTo>
                  <a:lnTo>
                    <a:pt x="1181435" y="1560717"/>
                  </a:lnTo>
                  <a:lnTo>
                    <a:pt x="1181433" y="1560700"/>
                  </a:lnTo>
                  <a:lnTo>
                    <a:pt x="1181431" y="1560683"/>
                  </a:lnTo>
                  <a:lnTo>
                    <a:pt x="1181430" y="1560667"/>
                  </a:lnTo>
                  <a:lnTo>
                    <a:pt x="1181431" y="1560650"/>
                  </a:lnTo>
                  <a:lnTo>
                    <a:pt x="1181433" y="1560633"/>
                  </a:lnTo>
                  <a:lnTo>
                    <a:pt x="1181438" y="1560617"/>
                  </a:lnTo>
                  <a:lnTo>
                    <a:pt x="1181439" y="1560600"/>
                  </a:lnTo>
                  <a:lnTo>
                    <a:pt x="1181434" y="1560595"/>
                  </a:lnTo>
                  <a:lnTo>
                    <a:pt x="1181425" y="1560593"/>
                  </a:lnTo>
                  <a:lnTo>
                    <a:pt x="1181409" y="1560591"/>
                  </a:lnTo>
                  <a:lnTo>
                    <a:pt x="1181394" y="1560588"/>
                  </a:lnTo>
                  <a:lnTo>
                    <a:pt x="1181378" y="1560588"/>
                  </a:lnTo>
                  <a:lnTo>
                    <a:pt x="1181356" y="1560589"/>
                  </a:lnTo>
                  <a:lnTo>
                    <a:pt x="1181351" y="1560584"/>
                  </a:lnTo>
                  <a:lnTo>
                    <a:pt x="1181358" y="1560549"/>
                  </a:lnTo>
                  <a:lnTo>
                    <a:pt x="1181363" y="1560532"/>
                  </a:lnTo>
                  <a:lnTo>
                    <a:pt x="1181367" y="1560522"/>
                  </a:lnTo>
                  <a:lnTo>
                    <a:pt x="1181371" y="1560516"/>
                  </a:lnTo>
                  <a:lnTo>
                    <a:pt x="1181377" y="1560507"/>
                  </a:lnTo>
                  <a:lnTo>
                    <a:pt x="1181381" y="1560499"/>
                  </a:lnTo>
                  <a:lnTo>
                    <a:pt x="1181388" y="1560483"/>
                  </a:lnTo>
                  <a:lnTo>
                    <a:pt x="1181390" y="1560466"/>
                  </a:lnTo>
                  <a:lnTo>
                    <a:pt x="1181392" y="1560449"/>
                  </a:lnTo>
                  <a:lnTo>
                    <a:pt x="1181392" y="1560432"/>
                  </a:lnTo>
                  <a:lnTo>
                    <a:pt x="1181391" y="1560416"/>
                  </a:lnTo>
                  <a:lnTo>
                    <a:pt x="1181391" y="1560399"/>
                  </a:lnTo>
                  <a:lnTo>
                    <a:pt x="1181390" y="1560382"/>
                  </a:lnTo>
                  <a:lnTo>
                    <a:pt x="1181391" y="1560366"/>
                  </a:lnTo>
                  <a:lnTo>
                    <a:pt x="1181387" y="1560349"/>
                  </a:lnTo>
                  <a:lnTo>
                    <a:pt x="1181386" y="1560339"/>
                  </a:lnTo>
                  <a:lnTo>
                    <a:pt x="1181388" y="1560332"/>
                  </a:lnTo>
                  <a:lnTo>
                    <a:pt x="1181391" y="1560316"/>
                  </a:lnTo>
                  <a:lnTo>
                    <a:pt x="1181394" y="1560299"/>
                  </a:lnTo>
                  <a:lnTo>
                    <a:pt x="1181395" y="1560280"/>
                  </a:lnTo>
                  <a:lnTo>
                    <a:pt x="1181400" y="1560266"/>
                  </a:lnTo>
                  <a:lnTo>
                    <a:pt x="1181401" y="1560257"/>
                  </a:lnTo>
                  <a:lnTo>
                    <a:pt x="1181400" y="1560249"/>
                  </a:lnTo>
                  <a:lnTo>
                    <a:pt x="1181396" y="1560232"/>
                  </a:lnTo>
                  <a:lnTo>
                    <a:pt x="1181390" y="1560220"/>
                  </a:lnTo>
                  <a:lnTo>
                    <a:pt x="1181389" y="1560201"/>
                  </a:lnTo>
                  <a:lnTo>
                    <a:pt x="1181391" y="1560196"/>
                  </a:lnTo>
                  <a:lnTo>
                    <a:pt x="1181394" y="1560189"/>
                  </a:lnTo>
                  <a:lnTo>
                    <a:pt x="1181397" y="1560182"/>
                  </a:lnTo>
                  <a:lnTo>
                    <a:pt x="1181407" y="1560166"/>
                  </a:lnTo>
                  <a:lnTo>
                    <a:pt x="1181411" y="1560162"/>
                  </a:lnTo>
                  <a:lnTo>
                    <a:pt x="1181417" y="1560150"/>
                  </a:lnTo>
                  <a:lnTo>
                    <a:pt x="1181424" y="1560140"/>
                  </a:lnTo>
                  <a:lnTo>
                    <a:pt x="1181429" y="1560130"/>
                  </a:lnTo>
                  <a:lnTo>
                    <a:pt x="1181427" y="1560125"/>
                  </a:lnTo>
                  <a:lnTo>
                    <a:pt x="1181422" y="1560128"/>
                  </a:lnTo>
                  <a:lnTo>
                    <a:pt x="1181415" y="1560133"/>
                  </a:lnTo>
                  <a:lnTo>
                    <a:pt x="1181400" y="1560146"/>
                  </a:lnTo>
                  <a:lnTo>
                    <a:pt x="1181384" y="1560153"/>
                  </a:lnTo>
                  <a:lnTo>
                    <a:pt x="1181368" y="1560161"/>
                  </a:lnTo>
                  <a:lnTo>
                    <a:pt x="1181352" y="1560168"/>
                  </a:lnTo>
                  <a:lnTo>
                    <a:pt x="1181337" y="1560174"/>
                  </a:lnTo>
                  <a:lnTo>
                    <a:pt x="1181321" y="1560181"/>
                  </a:lnTo>
                  <a:lnTo>
                    <a:pt x="1181305" y="1560188"/>
                  </a:lnTo>
                  <a:lnTo>
                    <a:pt x="1181289" y="1560194"/>
                  </a:lnTo>
                  <a:lnTo>
                    <a:pt x="1181273" y="1560204"/>
                  </a:lnTo>
                  <a:lnTo>
                    <a:pt x="1181258" y="1560213"/>
                  </a:lnTo>
                  <a:lnTo>
                    <a:pt x="1181242" y="1560213"/>
                  </a:lnTo>
                  <a:lnTo>
                    <a:pt x="1181226" y="1560210"/>
                  </a:lnTo>
                  <a:lnTo>
                    <a:pt x="1181211" y="1560206"/>
                  </a:lnTo>
                  <a:lnTo>
                    <a:pt x="1181195" y="1560205"/>
                  </a:lnTo>
                  <a:lnTo>
                    <a:pt x="1181190" y="1560202"/>
                  </a:lnTo>
                  <a:lnTo>
                    <a:pt x="1181190" y="1560176"/>
                  </a:lnTo>
                  <a:lnTo>
                    <a:pt x="1181192" y="1560159"/>
                  </a:lnTo>
                  <a:lnTo>
                    <a:pt x="1181191" y="1560143"/>
                  </a:lnTo>
                  <a:lnTo>
                    <a:pt x="1181190" y="1560126"/>
                  </a:lnTo>
                  <a:lnTo>
                    <a:pt x="1181187" y="1560109"/>
                  </a:lnTo>
                  <a:lnTo>
                    <a:pt x="1181182" y="1560093"/>
                  </a:lnTo>
                  <a:lnTo>
                    <a:pt x="1181175" y="1560076"/>
                  </a:lnTo>
                  <a:lnTo>
                    <a:pt x="1181159" y="1560062"/>
                  </a:lnTo>
                  <a:lnTo>
                    <a:pt x="1181151" y="1560056"/>
                  </a:lnTo>
                  <a:lnTo>
                    <a:pt x="1181144" y="1560049"/>
                  </a:lnTo>
                  <a:lnTo>
                    <a:pt x="1181131" y="1560032"/>
                  </a:lnTo>
                  <a:lnTo>
                    <a:pt x="1181121" y="1560015"/>
                  </a:lnTo>
                  <a:lnTo>
                    <a:pt x="1181114" y="1560003"/>
                  </a:lnTo>
                  <a:lnTo>
                    <a:pt x="1181109" y="1559994"/>
                  </a:lnTo>
                  <a:lnTo>
                    <a:pt x="1181103" y="1559981"/>
                  </a:lnTo>
                  <a:lnTo>
                    <a:pt x="1181090" y="1559964"/>
                  </a:lnTo>
                  <a:lnTo>
                    <a:pt x="1181084" y="1559948"/>
                  </a:lnTo>
                  <a:lnTo>
                    <a:pt x="1181078" y="1559931"/>
                  </a:lnTo>
                  <a:lnTo>
                    <a:pt x="1181073" y="1559914"/>
                  </a:lnTo>
                  <a:lnTo>
                    <a:pt x="1181071" y="1559898"/>
                  </a:lnTo>
                  <a:lnTo>
                    <a:pt x="1181066" y="1559881"/>
                  </a:lnTo>
                  <a:lnTo>
                    <a:pt x="1181062" y="1559864"/>
                  </a:lnTo>
                  <a:lnTo>
                    <a:pt x="1181058" y="1559848"/>
                  </a:lnTo>
                  <a:lnTo>
                    <a:pt x="1181051" y="1559842"/>
                  </a:lnTo>
                  <a:lnTo>
                    <a:pt x="1181045" y="1559838"/>
                  </a:lnTo>
                  <a:lnTo>
                    <a:pt x="1181027" y="1559831"/>
                  </a:lnTo>
                  <a:lnTo>
                    <a:pt x="1181012" y="1559829"/>
                  </a:lnTo>
                  <a:lnTo>
                    <a:pt x="1180996" y="1559825"/>
                  </a:lnTo>
                  <a:lnTo>
                    <a:pt x="1180981" y="1559819"/>
                  </a:lnTo>
                  <a:lnTo>
                    <a:pt x="1180969" y="1559810"/>
                  </a:lnTo>
                  <a:lnTo>
                    <a:pt x="1180967" y="1559806"/>
                  </a:lnTo>
                  <a:lnTo>
                    <a:pt x="1180964" y="1559798"/>
                  </a:lnTo>
                  <a:lnTo>
                    <a:pt x="1180958" y="1559773"/>
                  </a:lnTo>
                  <a:lnTo>
                    <a:pt x="1180957" y="1559756"/>
                  </a:lnTo>
                  <a:lnTo>
                    <a:pt x="1180957" y="1559739"/>
                  </a:lnTo>
                  <a:lnTo>
                    <a:pt x="1180958" y="1559723"/>
                  </a:lnTo>
                  <a:lnTo>
                    <a:pt x="1180955" y="1559706"/>
                  </a:lnTo>
                  <a:lnTo>
                    <a:pt x="1180953" y="1559689"/>
                  </a:lnTo>
                  <a:lnTo>
                    <a:pt x="1180949" y="1559672"/>
                  </a:lnTo>
                  <a:lnTo>
                    <a:pt x="1180946" y="1559656"/>
                  </a:lnTo>
                  <a:lnTo>
                    <a:pt x="1180944" y="1559648"/>
                  </a:lnTo>
                  <a:lnTo>
                    <a:pt x="1180940" y="1559622"/>
                  </a:lnTo>
                  <a:lnTo>
                    <a:pt x="1180936" y="1559605"/>
                  </a:lnTo>
                  <a:lnTo>
                    <a:pt x="1180929" y="1559589"/>
                  </a:lnTo>
                  <a:lnTo>
                    <a:pt x="1180917" y="1559555"/>
                  </a:lnTo>
                  <a:lnTo>
                    <a:pt x="1180908" y="1559537"/>
                  </a:lnTo>
                  <a:lnTo>
                    <a:pt x="1180898" y="1559521"/>
                  </a:lnTo>
                  <a:lnTo>
                    <a:pt x="1180890" y="1559510"/>
                  </a:lnTo>
                  <a:lnTo>
                    <a:pt x="1180884" y="1559507"/>
                  </a:lnTo>
                  <a:lnTo>
                    <a:pt x="1180869" y="1559496"/>
                  </a:lnTo>
                  <a:lnTo>
                    <a:pt x="1180853" y="1559485"/>
                  </a:lnTo>
                  <a:lnTo>
                    <a:pt x="1180845" y="1559479"/>
                  </a:lnTo>
                  <a:lnTo>
                    <a:pt x="1180838" y="1559471"/>
                  </a:lnTo>
                  <a:lnTo>
                    <a:pt x="1180824" y="1559455"/>
                  </a:lnTo>
                  <a:lnTo>
                    <a:pt x="1180813" y="1559441"/>
                  </a:lnTo>
                  <a:lnTo>
                    <a:pt x="1180802" y="1559425"/>
                  </a:lnTo>
                  <a:lnTo>
                    <a:pt x="1180788" y="1559409"/>
                  </a:lnTo>
                  <a:lnTo>
                    <a:pt x="1180781" y="1559400"/>
                  </a:lnTo>
                  <a:lnTo>
                    <a:pt x="1180774" y="1559394"/>
                  </a:lnTo>
                  <a:lnTo>
                    <a:pt x="1180758" y="1559381"/>
                  </a:lnTo>
                  <a:lnTo>
                    <a:pt x="1180743" y="1559372"/>
                  </a:lnTo>
                  <a:lnTo>
                    <a:pt x="1180727" y="1559366"/>
                  </a:lnTo>
                  <a:lnTo>
                    <a:pt x="1180712" y="1559360"/>
                  </a:lnTo>
                  <a:lnTo>
                    <a:pt x="1180696" y="1559353"/>
                  </a:lnTo>
                  <a:lnTo>
                    <a:pt x="1180685" y="1559343"/>
                  </a:lnTo>
                  <a:lnTo>
                    <a:pt x="1180683" y="1559338"/>
                  </a:lnTo>
                  <a:lnTo>
                    <a:pt x="1180679" y="1559330"/>
                  </a:lnTo>
                  <a:lnTo>
                    <a:pt x="1180675" y="1559322"/>
                  </a:lnTo>
                  <a:lnTo>
                    <a:pt x="1180672" y="1559310"/>
                  </a:lnTo>
                  <a:lnTo>
                    <a:pt x="1180667" y="1559305"/>
                  </a:lnTo>
                  <a:lnTo>
                    <a:pt x="1180654" y="1559292"/>
                  </a:lnTo>
                  <a:lnTo>
                    <a:pt x="1180640" y="1559280"/>
                  </a:lnTo>
                  <a:lnTo>
                    <a:pt x="1180636" y="1559276"/>
                  </a:lnTo>
                  <a:lnTo>
                    <a:pt x="1180624" y="1559267"/>
                  </a:lnTo>
                  <a:lnTo>
                    <a:pt x="1180608" y="1559254"/>
                  </a:lnTo>
                  <a:lnTo>
                    <a:pt x="1180596" y="1559240"/>
                  </a:lnTo>
                  <a:lnTo>
                    <a:pt x="1180588" y="1559233"/>
                  </a:lnTo>
                  <a:lnTo>
                    <a:pt x="1180582" y="1559227"/>
                  </a:lnTo>
                  <a:lnTo>
                    <a:pt x="1180580" y="1559219"/>
                  </a:lnTo>
                  <a:lnTo>
                    <a:pt x="1180579" y="1559210"/>
                  </a:lnTo>
                  <a:lnTo>
                    <a:pt x="1180578" y="1559193"/>
                  </a:lnTo>
                  <a:lnTo>
                    <a:pt x="1180576" y="1559177"/>
                  </a:lnTo>
                  <a:lnTo>
                    <a:pt x="1180574" y="1559160"/>
                  </a:lnTo>
                  <a:lnTo>
                    <a:pt x="1180570" y="1559143"/>
                  </a:lnTo>
                  <a:lnTo>
                    <a:pt x="1180565" y="1559127"/>
                  </a:lnTo>
                  <a:lnTo>
                    <a:pt x="1180561" y="1559110"/>
                  </a:lnTo>
                  <a:lnTo>
                    <a:pt x="1180555" y="1559085"/>
                  </a:lnTo>
                  <a:lnTo>
                    <a:pt x="1180550" y="1559069"/>
                  </a:lnTo>
                  <a:lnTo>
                    <a:pt x="1180546" y="1559059"/>
                  </a:lnTo>
                  <a:lnTo>
                    <a:pt x="1180539" y="1559043"/>
                  </a:lnTo>
                  <a:lnTo>
                    <a:pt x="1180523" y="1559030"/>
                  </a:lnTo>
                  <a:lnTo>
                    <a:pt x="1180508" y="1559020"/>
                  </a:lnTo>
                  <a:lnTo>
                    <a:pt x="1180499" y="1559014"/>
                  </a:lnTo>
                  <a:lnTo>
                    <a:pt x="1180494" y="1559007"/>
                  </a:lnTo>
                  <a:lnTo>
                    <a:pt x="1180488" y="1558991"/>
                  </a:lnTo>
                  <a:lnTo>
                    <a:pt x="1180482" y="1558980"/>
                  </a:lnTo>
                  <a:lnTo>
                    <a:pt x="1180477" y="1558974"/>
                  </a:lnTo>
                  <a:lnTo>
                    <a:pt x="1180463" y="1558957"/>
                  </a:lnTo>
                  <a:lnTo>
                    <a:pt x="1180452" y="1558940"/>
                  </a:lnTo>
                  <a:lnTo>
                    <a:pt x="1180446" y="1558924"/>
                  </a:lnTo>
                  <a:lnTo>
                    <a:pt x="1180441" y="1558907"/>
                  </a:lnTo>
                  <a:lnTo>
                    <a:pt x="1180439" y="1558890"/>
                  </a:lnTo>
                  <a:lnTo>
                    <a:pt x="1180437" y="1558873"/>
                  </a:lnTo>
                  <a:lnTo>
                    <a:pt x="1180435" y="1558856"/>
                  </a:lnTo>
                  <a:lnTo>
                    <a:pt x="1180434" y="1558840"/>
                  </a:lnTo>
                  <a:lnTo>
                    <a:pt x="1180431" y="1558823"/>
                  </a:lnTo>
                  <a:lnTo>
                    <a:pt x="1180430" y="1558806"/>
                  </a:lnTo>
                  <a:lnTo>
                    <a:pt x="1180429" y="1558790"/>
                  </a:lnTo>
                  <a:lnTo>
                    <a:pt x="1180433" y="1558773"/>
                  </a:lnTo>
                  <a:lnTo>
                    <a:pt x="1180439" y="1558757"/>
                  </a:lnTo>
                  <a:lnTo>
                    <a:pt x="1180442" y="1558750"/>
                  </a:lnTo>
                  <a:lnTo>
                    <a:pt x="1180448" y="1558745"/>
                  </a:lnTo>
                  <a:lnTo>
                    <a:pt x="1180452" y="1558741"/>
                  </a:lnTo>
                  <a:lnTo>
                    <a:pt x="1180468" y="1558727"/>
                  </a:lnTo>
                  <a:lnTo>
                    <a:pt x="1180484" y="1558714"/>
                  </a:lnTo>
                  <a:lnTo>
                    <a:pt x="1180493" y="1558703"/>
                  </a:lnTo>
                  <a:lnTo>
                    <a:pt x="1180504" y="1558691"/>
                  </a:lnTo>
                  <a:lnTo>
                    <a:pt x="1180511" y="1558680"/>
                  </a:lnTo>
                  <a:lnTo>
                    <a:pt x="1180523" y="1558672"/>
                  </a:lnTo>
                  <a:lnTo>
                    <a:pt x="1180535" y="1558670"/>
                  </a:lnTo>
                  <a:lnTo>
                    <a:pt x="1180553" y="1558668"/>
                  </a:lnTo>
                  <a:lnTo>
                    <a:pt x="1180569" y="1558663"/>
                  </a:lnTo>
                  <a:lnTo>
                    <a:pt x="1180585" y="1558658"/>
                  </a:lnTo>
                  <a:lnTo>
                    <a:pt x="1180601" y="1558652"/>
                  </a:lnTo>
                  <a:lnTo>
                    <a:pt x="1180616" y="1558645"/>
                  </a:lnTo>
                  <a:lnTo>
                    <a:pt x="1180632" y="1558634"/>
                  </a:lnTo>
                  <a:lnTo>
                    <a:pt x="1180648" y="1558620"/>
                  </a:lnTo>
                  <a:lnTo>
                    <a:pt x="1180663" y="1558604"/>
                  </a:lnTo>
                  <a:lnTo>
                    <a:pt x="1180693" y="1558573"/>
                  </a:lnTo>
                  <a:lnTo>
                    <a:pt x="1180705" y="1558557"/>
                  </a:lnTo>
                  <a:lnTo>
                    <a:pt x="1180717" y="1558545"/>
                  </a:lnTo>
                  <a:lnTo>
                    <a:pt x="1180728" y="1558539"/>
                  </a:lnTo>
                  <a:lnTo>
                    <a:pt x="1180736" y="1558539"/>
                  </a:lnTo>
                  <a:lnTo>
                    <a:pt x="1180751" y="1558535"/>
                  </a:lnTo>
                  <a:lnTo>
                    <a:pt x="1180767" y="1558533"/>
                  </a:lnTo>
                  <a:lnTo>
                    <a:pt x="1180783" y="1558526"/>
                  </a:lnTo>
                  <a:lnTo>
                    <a:pt x="1180799" y="1558524"/>
                  </a:lnTo>
                  <a:lnTo>
                    <a:pt x="1180814" y="1558521"/>
                  </a:lnTo>
                  <a:lnTo>
                    <a:pt x="1180830" y="1558516"/>
                  </a:lnTo>
                  <a:lnTo>
                    <a:pt x="1180846" y="1558512"/>
                  </a:lnTo>
                  <a:lnTo>
                    <a:pt x="1180855" y="1558508"/>
                  </a:lnTo>
                  <a:lnTo>
                    <a:pt x="1180862" y="1558505"/>
                  </a:lnTo>
                  <a:lnTo>
                    <a:pt x="1180875" y="1558500"/>
                  </a:lnTo>
                  <a:lnTo>
                    <a:pt x="1180893" y="1558500"/>
                  </a:lnTo>
                  <a:lnTo>
                    <a:pt x="1180909" y="1558499"/>
                  </a:lnTo>
                  <a:lnTo>
                    <a:pt x="1180924" y="1558495"/>
                  </a:lnTo>
                  <a:lnTo>
                    <a:pt x="1180940" y="1558488"/>
                  </a:lnTo>
                  <a:lnTo>
                    <a:pt x="1180956" y="1558483"/>
                  </a:lnTo>
                  <a:lnTo>
                    <a:pt x="1180972" y="1558476"/>
                  </a:lnTo>
                  <a:lnTo>
                    <a:pt x="1180988" y="1558468"/>
                  </a:lnTo>
                  <a:lnTo>
                    <a:pt x="1181004" y="1558457"/>
                  </a:lnTo>
                  <a:lnTo>
                    <a:pt x="1181018" y="1558446"/>
                  </a:lnTo>
                  <a:lnTo>
                    <a:pt x="1181034" y="1558435"/>
                  </a:lnTo>
                  <a:lnTo>
                    <a:pt x="1181050" y="1558424"/>
                  </a:lnTo>
                  <a:lnTo>
                    <a:pt x="1181066" y="1558410"/>
                  </a:lnTo>
                  <a:lnTo>
                    <a:pt x="1181080" y="1558394"/>
                  </a:lnTo>
                  <a:lnTo>
                    <a:pt x="1181094" y="1558380"/>
                  </a:lnTo>
                  <a:lnTo>
                    <a:pt x="1181101" y="1558374"/>
                  </a:lnTo>
                  <a:lnTo>
                    <a:pt x="1181109" y="1558369"/>
                  </a:lnTo>
                  <a:lnTo>
                    <a:pt x="1181125" y="1558364"/>
                  </a:lnTo>
                  <a:lnTo>
                    <a:pt x="1181141" y="1558363"/>
                  </a:lnTo>
                  <a:lnTo>
                    <a:pt x="1181156" y="1558364"/>
                  </a:lnTo>
                  <a:lnTo>
                    <a:pt x="1181172" y="1558367"/>
                  </a:lnTo>
                  <a:lnTo>
                    <a:pt x="1181187" y="1558375"/>
                  </a:lnTo>
                  <a:lnTo>
                    <a:pt x="1181195" y="1558381"/>
                  </a:lnTo>
                  <a:lnTo>
                    <a:pt x="1181206" y="1558383"/>
                  </a:lnTo>
                  <a:lnTo>
                    <a:pt x="1181219" y="1558381"/>
                  </a:lnTo>
                  <a:lnTo>
                    <a:pt x="1181234" y="1558376"/>
                  </a:lnTo>
                  <a:lnTo>
                    <a:pt x="1181251" y="1558369"/>
                  </a:lnTo>
                  <a:lnTo>
                    <a:pt x="1181260" y="1558363"/>
                  </a:lnTo>
                  <a:lnTo>
                    <a:pt x="1181280" y="1558349"/>
                  </a:lnTo>
                  <a:lnTo>
                    <a:pt x="1181296" y="1558341"/>
                  </a:lnTo>
                  <a:lnTo>
                    <a:pt x="1181311" y="1558337"/>
                  </a:lnTo>
                  <a:lnTo>
                    <a:pt x="1181318" y="1558336"/>
                  </a:lnTo>
                  <a:lnTo>
                    <a:pt x="1181323" y="1558333"/>
                  </a:lnTo>
                  <a:lnTo>
                    <a:pt x="1181327" y="1558329"/>
                  </a:lnTo>
                  <a:lnTo>
                    <a:pt x="1181341" y="1558320"/>
                  </a:lnTo>
                  <a:lnTo>
                    <a:pt x="1181359" y="1558322"/>
                  </a:lnTo>
                  <a:lnTo>
                    <a:pt x="1181374" y="1558324"/>
                  </a:lnTo>
                  <a:lnTo>
                    <a:pt x="1181390" y="1558332"/>
                  </a:lnTo>
                  <a:lnTo>
                    <a:pt x="1181403" y="1558347"/>
                  </a:lnTo>
                  <a:lnTo>
                    <a:pt x="1181414" y="1558355"/>
                  </a:lnTo>
                  <a:lnTo>
                    <a:pt x="1181419" y="1558355"/>
                  </a:lnTo>
                  <a:lnTo>
                    <a:pt x="1181435" y="1558352"/>
                  </a:lnTo>
                  <a:lnTo>
                    <a:pt x="1181451" y="1558348"/>
                  </a:lnTo>
                  <a:lnTo>
                    <a:pt x="1181466" y="1558340"/>
                  </a:lnTo>
                  <a:lnTo>
                    <a:pt x="1181482" y="1558342"/>
                  </a:lnTo>
                  <a:lnTo>
                    <a:pt x="1181497" y="1558344"/>
                  </a:lnTo>
                  <a:lnTo>
                    <a:pt x="1181513" y="1558343"/>
                  </a:lnTo>
                  <a:lnTo>
                    <a:pt x="1181529" y="1558341"/>
                  </a:lnTo>
                  <a:lnTo>
                    <a:pt x="1181542" y="1558334"/>
                  </a:lnTo>
                  <a:lnTo>
                    <a:pt x="1181545" y="1558325"/>
                  </a:lnTo>
                  <a:lnTo>
                    <a:pt x="1181545" y="1558316"/>
                  </a:lnTo>
                  <a:lnTo>
                    <a:pt x="1181545" y="1558299"/>
                  </a:lnTo>
                  <a:lnTo>
                    <a:pt x="1181545" y="1558280"/>
                  </a:lnTo>
                  <a:lnTo>
                    <a:pt x="1181549" y="1558274"/>
                  </a:lnTo>
                  <a:lnTo>
                    <a:pt x="1181556" y="1558267"/>
                  </a:lnTo>
                  <a:lnTo>
                    <a:pt x="1181568" y="1558263"/>
                  </a:lnTo>
                  <a:lnTo>
                    <a:pt x="1181588" y="1558257"/>
                  </a:lnTo>
                  <a:lnTo>
                    <a:pt x="1181603" y="1558258"/>
                  </a:lnTo>
                  <a:lnTo>
                    <a:pt x="1181619" y="1558256"/>
                  </a:lnTo>
                  <a:lnTo>
                    <a:pt x="1181635" y="1558249"/>
                  </a:lnTo>
                  <a:lnTo>
                    <a:pt x="1181650" y="1558243"/>
                  </a:lnTo>
                  <a:lnTo>
                    <a:pt x="1181663" y="1558243"/>
                  </a:lnTo>
                  <a:lnTo>
                    <a:pt x="1181669" y="1558246"/>
                  </a:lnTo>
                  <a:lnTo>
                    <a:pt x="1181675" y="1558249"/>
                  </a:lnTo>
                  <a:lnTo>
                    <a:pt x="1181681" y="1558257"/>
                  </a:lnTo>
                  <a:lnTo>
                    <a:pt x="1181687" y="1558267"/>
                  </a:lnTo>
                  <a:lnTo>
                    <a:pt x="1181690" y="1558273"/>
                  </a:lnTo>
                  <a:lnTo>
                    <a:pt x="1181700" y="1558290"/>
                  </a:lnTo>
                  <a:lnTo>
                    <a:pt x="1181708" y="1558307"/>
                  </a:lnTo>
                  <a:lnTo>
                    <a:pt x="1181713" y="1558324"/>
                  </a:lnTo>
                  <a:lnTo>
                    <a:pt x="1181718" y="1558335"/>
                  </a:lnTo>
                  <a:lnTo>
                    <a:pt x="1181721" y="1558341"/>
                  </a:lnTo>
                  <a:lnTo>
                    <a:pt x="1181728" y="1558350"/>
                  </a:lnTo>
                  <a:lnTo>
                    <a:pt x="1181735" y="1558352"/>
                  </a:lnTo>
                  <a:lnTo>
                    <a:pt x="1181751" y="1558351"/>
                  </a:lnTo>
                  <a:lnTo>
                    <a:pt x="1181766" y="1558352"/>
                  </a:lnTo>
                  <a:lnTo>
                    <a:pt x="1181778" y="1558356"/>
                  </a:lnTo>
                  <a:lnTo>
                    <a:pt x="1181782" y="1558359"/>
                  </a:lnTo>
                  <a:lnTo>
                    <a:pt x="1181795" y="1558375"/>
                  </a:lnTo>
                  <a:lnTo>
                    <a:pt x="1181806" y="1558391"/>
                  </a:lnTo>
                  <a:lnTo>
                    <a:pt x="1181820" y="1558407"/>
                  </a:lnTo>
                  <a:lnTo>
                    <a:pt x="1181834" y="1558420"/>
                  </a:lnTo>
                  <a:lnTo>
                    <a:pt x="1181843" y="1558427"/>
                  </a:lnTo>
                  <a:lnTo>
                    <a:pt x="1181850" y="1558433"/>
                  </a:lnTo>
                  <a:lnTo>
                    <a:pt x="1181854" y="1558438"/>
                  </a:lnTo>
                  <a:lnTo>
                    <a:pt x="1181858" y="1558450"/>
                  </a:lnTo>
                  <a:lnTo>
                    <a:pt x="1181860" y="1558466"/>
                  </a:lnTo>
                  <a:lnTo>
                    <a:pt x="1181861" y="1558475"/>
                  </a:lnTo>
                  <a:lnTo>
                    <a:pt x="1181864" y="1558486"/>
                  </a:lnTo>
                  <a:lnTo>
                    <a:pt x="1181867" y="1558491"/>
                  </a:lnTo>
                  <a:lnTo>
                    <a:pt x="1181872" y="1558498"/>
                  </a:lnTo>
                  <a:lnTo>
                    <a:pt x="1181882" y="1558506"/>
                  </a:lnTo>
                  <a:lnTo>
                    <a:pt x="1181889" y="1558509"/>
                  </a:lnTo>
                  <a:lnTo>
                    <a:pt x="1181905" y="1558516"/>
                  </a:lnTo>
                  <a:lnTo>
                    <a:pt x="1181921" y="1558518"/>
                  </a:lnTo>
                  <a:lnTo>
                    <a:pt x="1181937" y="1558521"/>
                  </a:lnTo>
                  <a:lnTo>
                    <a:pt x="1181952" y="1558525"/>
                  </a:lnTo>
                  <a:lnTo>
                    <a:pt x="1181968" y="1558531"/>
                  </a:lnTo>
                  <a:lnTo>
                    <a:pt x="1181983" y="1558536"/>
                  </a:lnTo>
                  <a:lnTo>
                    <a:pt x="1181997" y="1558537"/>
                  </a:lnTo>
                  <a:lnTo>
                    <a:pt x="1182003" y="1558535"/>
                  </a:lnTo>
                  <a:lnTo>
                    <a:pt x="1182011" y="1558530"/>
                  </a:lnTo>
                  <a:lnTo>
                    <a:pt x="1182015" y="1558525"/>
                  </a:lnTo>
                  <a:lnTo>
                    <a:pt x="1182024" y="1558509"/>
                  </a:lnTo>
                  <a:lnTo>
                    <a:pt x="1182036" y="1558492"/>
                  </a:lnTo>
                  <a:lnTo>
                    <a:pt x="1182047" y="1558478"/>
                  </a:lnTo>
                  <a:lnTo>
                    <a:pt x="1182052" y="1558467"/>
                  </a:lnTo>
                  <a:lnTo>
                    <a:pt x="1182056" y="1558459"/>
                  </a:lnTo>
                  <a:lnTo>
                    <a:pt x="1182060" y="1558443"/>
                  </a:lnTo>
                  <a:lnTo>
                    <a:pt x="1182063" y="1558435"/>
                  </a:lnTo>
                  <a:lnTo>
                    <a:pt x="1182064" y="1558426"/>
                  </a:lnTo>
                  <a:lnTo>
                    <a:pt x="1182068" y="1558414"/>
                  </a:lnTo>
                  <a:lnTo>
                    <a:pt x="1182077" y="1558393"/>
                  </a:lnTo>
                  <a:lnTo>
                    <a:pt x="1182089" y="1558376"/>
                  </a:lnTo>
                  <a:lnTo>
                    <a:pt x="1182102" y="1558362"/>
                  </a:lnTo>
                  <a:lnTo>
                    <a:pt x="1182110" y="1558355"/>
                  </a:lnTo>
                  <a:lnTo>
                    <a:pt x="1182115" y="1558348"/>
                  </a:lnTo>
                  <a:lnTo>
                    <a:pt x="1182127" y="1558331"/>
                  </a:lnTo>
                  <a:lnTo>
                    <a:pt x="1182140" y="1558315"/>
                  </a:lnTo>
                  <a:lnTo>
                    <a:pt x="1182149" y="1558298"/>
                  </a:lnTo>
                  <a:lnTo>
                    <a:pt x="1182154" y="1558292"/>
                  </a:lnTo>
                  <a:lnTo>
                    <a:pt x="1182158" y="1558290"/>
                  </a:lnTo>
                  <a:lnTo>
                    <a:pt x="1182164" y="1558290"/>
                  </a:lnTo>
                  <a:lnTo>
                    <a:pt x="1182173" y="1558290"/>
                  </a:lnTo>
                  <a:lnTo>
                    <a:pt x="1182180" y="1558292"/>
                  </a:lnTo>
                  <a:lnTo>
                    <a:pt x="1182196" y="1558296"/>
                  </a:lnTo>
                  <a:lnTo>
                    <a:pt x="1182211" y="1558300"/>
                  </a:lnTo>
                  <a:lnTo>
                    <a:pt x="1182228" y="1558305"/>
                  </a:lnTo>
                  <a:lnTo>
                    <a:pt x="1182234" y="1558299"/>
                  </a:lnTo>
                  <a:lnTo>
                    <a:pt x="1182242" y="1558281"/>
                  </a:lnTo>
                  <a:lnTo>
                    <a:pt x="1182247" y="1558272"/>
                  </a:lnTo>
                  <a:lnTo>
                    <a:pt x="1182254" y="1558264"/>
                  </a:lnTo>
                  <a:lnTo>
                    <a:pt x="1182268" y="1558250"/>
                  </a:lnTo>
                  <a:lnTo>
                    <a:pt x="1182284" y="1558238"/>
                  </a:lnTo>
                  <a:lnTo>
                    <a:pt x="1182293" y="1558232"/>
                  </a:lnTo>
                  <a:lnTo>
                    <a:pt x="1182300" y="1558230"/>
                  </a:lnTo>
                  <a:lnTo>
                    <a:pt x="1182311" y="1558226"/>
                  </a:lnTo>
                  <a:lnTo>
                    <a:pt x="1182332" y="1558222"/>
                  </a:lnTo>
                  <a:lnTo>
                    <a:pt x="1182347" y="1558220"/>
                  </a:lnTo>
                  <a:lnTo>
                    <a:pt x="1182363" y="1558216"/>
                  </a:lnTo>
                  <a:lnTo>
                    <a:pt x="1182379" y="1558211"/>
                  </a:lnTo>
                  <a:lnTo>
                    <a:pt x="1182394" y="1558204"/>
                  </a:lnTo>
                  <a:lnTo>
                    <a:pt x="1182410" y="1558193"/>
                  </a:lnTo>
                  <a:lnTo>
                    <a:pt x="1182426" y="1558181"/>
                  </a:lnTo>
                  <a:lnTo>
                    <a:pt x="1182441" y="1558167"/>
                  </a:lnTo>
                  <a:lnTo>
                    <a:pt x="1182455" y="1558153"/>
                  </a:lnTo>
                  <a:lnTo>
                    <a:pt x="1182469" y="1558136"/>
                  </a:lnTo>
                  <a:lnTo>
                    <a:pt x="1182480" y="1558126"/>
                  </a:lnTo>
                  <a:lnTo>
                    <a:pt x="1182485" y="1558124"/>
                  </a:lnTo>
                  <a:lnTo>
                    <a:pt x="1182501" y="1558118"/>
                  </a:lnTo>
                  <a:lnTo>
                    <a:pt x="1182517" y="1558114"/>
                  </a:lnTo>
                  <a:lnTo>
                    <a:pt x="1182525" y="1558110"/>
                  </a:lnTo>
                  <a:lnTo>
                    <a:pt x="1182531" y="1558102"/>
                  </a:lnTo>
                  <a:lnTo>
                    <a:pt x="1182537" y="1558093"/>
                  </a:lnTo>
                  <a:lnTo>
                    <a:pt x="1182539" y="1558086"/>
                  </a:lnTo>
                  <a:lnTo>
                    <a:pt x="1182549" y="1558069"/>
                  </a:lnTo>
                  <a:lnTo>
                    <a:pt x="1182554" y="1558059"/>
                  </a:lnTo>
                  <a:lnTo>
                    <a:pt x="1182559" y="1558053"/>
                  </a:lnTo>
                  <a:lnTo>
                    <a:pt x="1182570" y="1558043"/>
                  </a:lnTo>
                  <a:lnTo>
                    <a:pt x="1182590" y="1558033"/>
                  </a:lnTo>
                  <a:lnTo>
                    <a:pt x="1182606" y="1558030"/>
                  </a:lnTo>
                  <a:lnTo>
                    <a:pt x="1182627" y="1558025"/>
                  </a:lnTo>
                  <a:lnTo>
                    <a:pt x="1182636" y="1558019"/>
                  </a:lnTo>
                  <a:lnTo>
                    <a:pt x="1182647" y="1558001"/>
                  </a:lnTo>
                  <a:lnTo>
                    <a:pt x="1182651" y="1557992"/>
                  </a:lnTo>
                  <a:lnTo>
                    <a:pt x="1182653" y="1557984"/>
                  </a:lnTo>
                  <a:lnTo>
                    <a:pt x="1182653" y="1557968"/>
                  </a:lnTo>
                  <a:lnTo>
                    <a:pt x="1182649" y="1557951"/>
                  </a:lnTo>
                  <a:lnTo>
                    <a:pt x="1182644" y="1557934"/>
                  </a:lnTo>
                  <a:lnTo>
                    <a:pt x="1182639" y="1557918"/>
                  </a:lnTo>
                  <a:lnTo>
                    <a:pt x="1182634" y="1557901"/>
                  </a:lnTo>
                  <a:lnTo>
                    <a:pt x="1182629" y="1557884"/>
                  </a:lnTo>
                  <a:lnTo>
                    <a:pt x="1182627" y="1557876"/>
                  </a:lnTo>
                  <a:lnTo>
                    <a:pt x="1182627" y="1557867"/>
                  </a:lnTo>
                  <a:lnTo>
                    <a:pt x="1182630" y="1557862"/>
                  </a:lnTo>
                  <a:lnTo>
                    <a:pt x="1182634" y="1557858"/>
                  </a:lnTo>
                  <a:lnTo>
                    <a:pt x="1182639" y="1557854"/>
                  </a:lnTo>
                  <a:lnTo>
                    <a:pt x="1182649" y="1557843"/>
                  </a:lnTo>
                  <a:lnTo>
                    <a:pt x="1182656" y="1557822"/>
                  </a:lnTo>
                  <a:lnTo>
                    <a:pt x="1182659" y="1557812"/>
                  </a:lnTo>
                  <a:lnTo>
                    <a:pt x="1182663" y="1557806"/>
                  </a:lnTo>
                  <a:lnTo>
                    <a:pt x="1182674" y="1557789"/>
                  </a:lnTo>
                  <a:lnTo>
                    <a:pt x="1182680" y="1557776"/>
                  </a:lnTo>
                  <a:lnTo>
                    <a:pt x="1182689" y="1557756"/>
                  </a:lnTo>
                  <a:lnTo>
                    <a:pt x="1182701" y="1557740"/>
                  </a:lnTo>
                  <a:lnTo>
                    <a:pt x="1182707" y="1557728"/>
                  </a:lnTo>
                  <a:lnTo>
                    <a:pt x="1182717" y="1557707"/>
                  </a:lnTo>
                  <a:lnTo>
                    <a:pt x="1182723" y="1557691"/>
                  </a:lnTo>
                  <a:lnTo>
                    <a:pt x="1182745" y="1557654"/>
                  </a:lnTo>
                  <a:lnTo>
                    <a:pt x="1182756" y="1557638"/>
                  </a:lnTo>
                  <a:lnTo>
                    <a:pt x="1182763" y="1557628"/>
                  </a:lnTo>
                  <a:lnTo>
                    <a:pt x="1182765" y="1557621"/>
                  </a:lnTo>
                  <a:lnTo>
                    <a:pt x="1182770" y="1557605"/>
                  </a:lnTo>
                  <a:lnTo>
                    <a:pt x="1182776" y="1557588"/>
                  </a:lnTo>
                  <a:lnTo>
                    <a:pt x="1182782" y="1557572"/>
                  </a:lnTo>
                  <a:lnTo>
                    <a:pt x="1182789" y="1557562"/>
                  </a:lnTo>
                  <a:lnTo>
                    <a:pt x="1182795" y="1557558"/>
                  </a:lnTo>
                  <a:lnTo>
                    <a:pt x="1182811" y="1557550"/>
                  </a:lnTo>
                  <a:lnTo>
                    <a:pt x="1182827" y="1557542"/>
                  </a:lnTo>
                  <a:lnTo>
                    <a:pt x="1182834" y="1557538"/>
                  </a:lnTo>
                  <a:lnTo>
                    <a:pt x="1182841" y="1557532"/>
                  </a:lnTo>
                  <a:lnTo>
                    <a:pt x="1182857" y="1557520"/>
                  </a:lnTo>
                  <a:lnTo>
                    <a:pt x="1182873" y="1557508"/>
                  </a:lnTo>
                  <a:lnTo>
                    <a:pt x="1182882" y="1557501"/>
                  </a:lnTo>
                  <a:lnTo>
                    <a:pt x="1182887" y="1557493"/>
                  </a:lnTo>
                  <a:lnTo>
                    <a:pt x="1182889" y="1557478"/>
                  </a:lnTo>
                  <a:lnTo>
                    <a:pt x="1182874" y="1557462"/>
                  </a:lnTo>
                  <a:lnTo>
                    <a:pt x="1182861" y="1557448"/>
                  </a:lnTo>
                  <a:lnTo>
                    <a:pt x="1182851" y="1557433"/>
                  </a:lnTo>
                  <a:lnTo>
                    <a:pt x="1182850" y="1557423"/>
                  </a:lnTo>
                  <a:lnTo>
                    <a:pt x="1182852" y="1557414"/>
                  </a:lnTo>
                  <a:lnTo>
                    <a:pt x="1182864" y="1557405"/>
                  </a:lnTo>
                  <a:lnTo>
                    <a:pt x="1182882" y="1557393"/>
                  </a:lnTo>
                  <a:lnTo>
                    <a:pt x="1182896" y="1557388"/>
                  </a:lnTo>
                  <a:lnTo>
                    <a:pt x="1182905" y="1557382"/>
                  </a:lnTo>
                  <a:lnTo>
                    <a:pt x="1182911" y="1557381"/>
                  </a:lnTo>
                  <a:lnTo>
                    <a:pt x="1182927" y="1557381"/>
                  </a:lnTo>
                  <a:lnTo>
                    <a:pt x="1182943" y="1557381"/>
                  </a:lnTo>
                  <a:lnTo>
                    <a:pt x="1182954" y="1557379"/>
                  </a:lnTo>
                  <a:lnTo>
                    <a:pt x="1182955" y="1557371"/>
                  </a:lnTo>
                  <a:lnTo>
                    <a:pt x="1182950" y="1557362"/>
                  </a:lnTo>
                  <a:lnTo>
                    <a:pt x="1182947" y="1557353"/>
                  </a:lnTo>
                  <a:lnTo>
                    <a:pt x="1182943" y="1557341"/>
                  </a:lnTo>
                  <a:lnTo>
                    <a:pt x="1182942" y="1557324"/>
                  </a:lnTo>
                  <a:lnTo>
                    <a:pt x="1182950" y="1557307"/>
                  </a:lnTo>
                  <a:lnTo>
                    <a:pt x="1182956" y="1557294"/>
                  </a:lnTo>
                  <a:lnTo>
                    <a:pt x="1182966" y="1557274"/>
                  </a:lnTo>
                  <a:lnTo>
                    <a:pt x="1182968" y="1557264"/>
                  </a:lnTo>
                  <a:lnTo>
                    <a:pt x="1182961" y="1557260"/>
                  </a:lnTo>
                  <a:lnTo>
                    <a:pt x="1182945" y="1557252"/>
                  </a:lnTo>
                  <a:lnTo>
                    <a:pt x="1182930" y="1557245"/>
                  </a:lnTo>
                  <a:lnTo>
                    <a:pt x="1182899" y="1557236"/>
                  </a:lnTo>
                  <a:lnTo>
                    <a:pt x="1182883" y="1557231"/>
                  </a:lnTo>
                  <a:lnTo>
                    <a:pt x="1182868" y="1557224"/>
                  </a:lnTo>
                  <a:lnTo>
                    <a:pt x="1182857" y="1557218"/>
                  </a:lnTo>
                  <a:lnTo>
                    <a:pt x="1182854" y="1557213"/>
                  </a:lnTo>
                  <a:lnTo>
                    <a:pt x="1182852" y="1557208"/>
                  </a:lnTo>
                  <a:lnTo>
                    <a:pt x="1182852" y="1557201"/>
                  </a:lnTo>
                  <a:lnTo>
                    <a:pt x="1182855" y="1557196"/>
                  </a:lnTo>
                  <a:lnTo>
                    <a:pt x="1182857" y="1557188"/>
                  </a:lnTo>
                  <a:lnTo>
                    <a:pt x="1182860" y="1557172"/>
                  </a:lnTo>
                  <a:lnTo>
                    <a:pt x="1182860" y="1557162"/>
                  </a:lnTo>
                  <a:lnTo>
                    <a:pt x="1182860" y="1557116"/>
                  </a:lnTo>
                  <a:lnTo>
                    <a:pt x="1182860" y="1557099"/>
                  </a:lnTo>
                  <a:lnTo>
                    <a:pt x="1182859" y="1557083"/>
                  </a:lnTo>
                  <a:lnTo>
                    <a:pt x="1182858" y="1557066"/>
                  </a:lnTo>
                  <a:lnTo>
                    <a:pt x="1182854" y="1557049"/>
                  </a:lnTo>
                  <a:lnTo>
                    <a:pt x="1182845" y="1557032"/>
                  </a:lnTo>
                  <a:lnTo>
                    <a:pt x="1182830" y="1557015"/>
                  </a:lnTo>
                  <a:lnTo>
                    <a:pt x="1182823" y="1557007"/>
                  </a:lnTo>
                  <a:lnTo>
                    <a:pt x="1182821" y="1556999"/>
                  </a:lnTo>
                  <a:lnTo>
                    <a:pt x="1182828" y="1556982"/>
                  </a:lnTo>
                  <a:lnTo>
                    <a:pt x="1182836" y="1556966"/>
                  </a:lnTo>
                  <a:lnTo>
                    <a:pt x="1182844" y="1556949"/>
                  </a:lnTo>
                  <a:lnTo>
                    <a:pt x="1182849" y="1556933"/>
                  </a:lnTo>
                  <a:lnTo>
                    <a:pt x="1182855" y="1556920"/>
                  </a:lnTo>
                  <a:lnTo>
                    <a:pt x="1182862" y="1556899"/>
                  </a:lnTo>
                  <a:lnTo>
                    <a:pt x="1182866" y="1556892"/>
                  </a:lnTo>
                  <a:lnTo>
                    <a:pt x="1182867" y="1556878"/>
                  </a:lnTo>
                  <a:lnTo>
                    <a:pt x="1182865" y="1556872"/>
                  </a:lnTo>
                  <a:lnTo>
                    <a:pt x="1182860" y="1556866"/>
                  </a:lnTo>
                  <a:lnTo>
                    <a:pt x="1182845" y="1556852"/>
                  </a:lnTo>
                  <a:lnTo>
                    <a:pt x="1182830" y="1556840"/>
                  </a:lnTo>
                  <a:lnTo>
                    <a:pt x="1182823" y="1556832"/>
                  </a:lnTo>
                  <a:lnTo>
                    <a:pt x="1182819" y="1556823"/>
                  </a:lnTo>
                  <a:lnTo>
                    <a:pt x="1182815" y="1556806"/>
                  </a:lnTo>
                  <a:lnTo>
                    <a:pt x="1182812" y="1556789"/>
                  </a:lnTo>
                  <a:lnTo>
                    <a:pt x="1182813" y="1556773"/>
                  </a:lnTo>
                  <a:lnTo>
                    <a:pt x="1182812" y="1556756"/>
                  </a:lnTo>
                  <a:lnTo>
                    <a:pt x="1182806" y="1556746"/>
                  </a:lnTo>
                  <a:lnTo>
                    <a:pt x="1182801" y="1556744"/>
                  </a:lnTo>
                  <a:lnTo>
                    <a:pt x="1182791" y="1556740"/>
                  </a:lnTo>
                  <a:lnTo>
                    <a:pt x="1182769" y="1556736"/>
                  </a:lnTo>
                  <a:lnTo>
                    <a:pt x="1182754" y="1556732"/>
                  </a:lnTo>
                  <a:lnTo>
                    <a:pt x="1182738" y="1556727"/>
                  </a:lnTo>
                  <a:lnTo>
                    <a:pt x="1182723" y="1556717"/>
                  </a:lnTo>
                  <a:lnTo>
                    <a:pt x="1182707" y="1556703"/>
                  </a:lnTo>
                  <a:lnTo>
                    <a:pt x="1182693" y="1556690"/>
                  </a:lnTo>
                  <a:lnTo>
                    <a:pt x="1182678" y="1556673"/>
                  </a:lnTo>
                  <a:lnTo>
                    <a:pt x="1182663" y="1556656"/>
                  </a:lnTo>
                  <a:lnTo>
                    <a:pt x="1182653" y="1556642"/>
                  </a:lnTo>
                  <a:lnTo>
                    <a:pt x="1182642" y="1556622"/>
                  </a:lnTo>
                  <a:lnTo>
                    <a:pt x="1182632" y="1556605"/>
                  </a:lnTo>
                  <a:lnTo>
                    <a:pt x="1182626" y="1556592"/>
                  </a:lnTo>
                  <a:lnTo>
                    <a:pt x="1182621" y="1556572"/>
                  </a:lnTo>
                  <a:lnTo>
                    <a:pt x="1182616" y="1556560"/>
                  </a:lnTo>
                  <a:lnTo>
                    <a:pt x="1182612" y="1556541"/>
                  </a:lnTo>
                  <a:lnTo>
                    <a:pt x="1182612" y="1556534"/>
                  </a:lnTo>
                  <a:lnTo>
                    <a:pt x="1182617" y="1556522"/>
                  </a:lnTo>
                  <a:lnTo>
                    <a:pt x="1182626" y="1556506"/>
                  </a:lnTo>
                  <a:lnTo>
                    <a:pt x="1182631" y="1556489"/>
                  </a:lnTo>
                  <a:lnTo>
                    <a:pt x="1182636" y="1556472"/>
                  </a:lnTo>
                  <a:lnTo>
                    <a:pt x="1182639" y="1556455"/>
                  </a:lnTo>
                  <a:lnTo>
                    <a:pt x="1182640" y="1556439"/>
                  </a:lnTo>
                  <a:lnTo>
                    <a:pt x="1182638" y="1556422"/>
                  </a:lnTo>
                  <a:lnTo>
                    <a:pt x="1182633" y="1556405"/>
                  </a:lnTo>
                  <a:lnTo>
                    <a:pt x="1182627" y="1556389"/>
                  </a:lnTo>
                  <a:lnTo>
                    <a:pt x="1182623" y="1556376"/>
                  </a:lnTo>
                  <a:lnTo>
                    <a:pt x="1182622" y="1556368"/>
                  </a:lnTo>
                  <a:lnTo>
                    <a:pt x="1182624" y="1556361"/>
                  </a:lnTo>
                  <a:lnTo>
                    <a:pt x="1182635" y="1556342"/>
                  </a:lnTo>
                  <a:lnTo>
                    <a:pt x="1182639" y="1556335"/>
                  </a:lnTo>
                  <a:lnTo>
                    <a:pt x="1182646" y="1556323"/>
                  </a:lnTo>
                  <a:lnTo>
                    <a:pt x="1182655" y="1556306"/>
                  </a:lnTo>
                  <a:lnTo>
                    <a:pt x="1182661" y="1556289"/>
                  </a:lnTo>
                  <a:lnTo>
                    <a:pt x="1182669" y="1556273"/>
                  </a:lnTo>
                  <a:lnTo>
                    <a:pt x="1182675" y="1556256"/>
                  </a:lnTo>
                  <a:lnTo>
                    <a:pt x="1182681" y="1556239"/>
                  </a:lnTo>
                  <a:lnTo>
                    <a:pt x="1182682" y="1556223"/>
                  </a:lnTo>
                  <a:lnTo>
                    <a:pt x="1182682" y="1556206"/>
                  </a:lnTo>
                  <a:lnTo>
                    <a:pt x="1182682" y="1556190"/>
                  </a:lnTo>
                  <a:lnTo>
                    <a:pt x="1182683" y="1556173"/>
                  </a:lnTo>
                  <a:lnTo>
                    <a:pt x="1182683" y="1556156"/>
                  </a:lnTo>
                  <a:lnTo>
                    <a:pt x="1182680" y="1556140"/>
                  </a:lnTo>
                  <a:lnTo>
                    <a:pt x="1182669" y="1556124"/>
                  </a:lnTo>
                  <a:lnTo>
                    <a:pt x="1182653" y="1556110"/>
                  </a:lnTo>
                  <a:lnTo>
                    <a:pt x="1182647" y="1556102"/>
                  </a:lnTo>
                  <a:lnTo>
                    <a:pt x="1182643" y="1556093"/>
                  </a:lnTo>
                  <a:lnTo>
                    <a:pt x="1182634" y="1556076"/>
                  </a:lnTo>
                  <a:lnTo>
                    <a:pt x="1182625" y="1556062"/>
                  </a:lnTo>
                  <a:lnTo>
                    <a:pt x="1182603" y="1556027"/>
                  </a:lnTo>
                  <a:lnTo>
                    <a:pt x="1182591" y="1556009"/>
                  </a:lnTo>
                  <a:lnTo>
                    <a:pt x="1182588" y="1555996"/>
                  </a:lnTo>
                  <a:lnTo>
                    <a:pt x="1182590" y="1555990"/>
                  </a:lnTo>
                  <a:lnTo>
                    <a:pt x="1182597" y="1555977"/>
                  </a:lnTo>
                  <a:lnTo>
                    <a:pt x="1182601" y="1555959"/>
                  </a:lnTo>
                  <a:lnTo>
                    <a:pt x="1182602" y="1555950"/>
                  </a:lnTo>
                  <a:lnTo>
                    <a:pt x="1182593" y="1555920"/>
                  </a:lnTo>
                  <a:lnTo>
                    <a:pt x="1182593" y="1555915"/>
                  </a:lnTo>
                  <a:lnTo>
                    <a:pt x="1182597" y="1555898"/>
                  </a:lnTo>
                  <a:lnTo>
                    <a:pt x="1182598" y="1555882"/>
                  </a:lnTo>
                  <a:lnTo>
                    <a:pt x="1182600" y="1555874"/>
                  </a:lnTo>
                  <a:lnTo>
                    <a:pt x="1182601" y="1555865"/>
                  </a:lnTo>
                  <a:lnTo>
                    <a:pt x="1182601" y="1555856"/>
                  </a:lnTo>
                  <a:lnTo>
                    <a:pt x="1182599" y="1555848"/>
                  </a:lnTo>
                  <a:lnTo>
                    <a:pt x="1182597" y="1555831"/>
                  </a:lnTo>
                  <a:lnTo>
                    <a:pt x="1182596" y="1555815"/>
                  </a:lnTo>
                  <a:lnTo>
                    <a:pt x="1182597" y="1555798"/>
                  </a:lnTo>
                  <a:lnTo>
                    <a:pt x="1182596" y="1555781"/>
                  </a:lnTo>
                  <a:lnTo>
                    <a:pt x="1182594" y="1555765"/>
                  </a:lnTo>
                  <a:lnTo>
                    <a:pt x="1182590" y="1555755"/>
                  </a:lnTo>
                  <a:lnTo>
                    <a:pt x="1182585" y="1555748"/>
                  </a:lnTo>
                  <a:lnTo>
                    <a:pt x="1182575" y="1555731"/>
                  </a:lnTo>
                  <a:lnTo>
                    <a:pt x="1182563" y="1555714"/>
                  </a:lnTo>
                  <a:lnTo>
                    <a:pt x="1182548" y="1555700"/>
                  </a:lnTo>
                  <a:lnTo>
                    <a:pt x="1182532" y="1555687"/>
                  </a:lnTo>
                  <a:lnTo>
                    <a:pt x="1182522" y="1555680"/>
                  </a:lnTo>
                  <a:lnTo>
                    <a:pt x="1182515" y="1555673"/>
                  </a:lnTo>
                  <a:lnTo>
                    <a:pt x="1182513" y="1555668"/>
                  </a:lnTo>
                  <a:lnTo>
                    <a:pt x="1182518" y="1555662"/>
                  </a:lnTo>
                  <a:lnTo>
                    <a:pt x="1182536" y="1555653"/>
                  </a:lnTo>
                  <a:lnTo>
                    <a:pt x="1182552" y="1555644"/>
                  </a:lnTo>
                  <a:lnTo>
                    <a:pt x="1182562" y="1555641"/>
                  </a:lnTo>
                  <a:lnTo>
                    <a:pt x="1182568" y="1555636"/>
                  </a:lnTo>
                  <a:lnTo>
                    <a:pt x="1182584" y="1555623"/>
                  </a:lnTo>
                  <a:lnTo>
                    <a:pt x="1182594" y="1555609"/>
                  </a:lnTo>
                  <a:lnTo>
                    <a:pt x="1182599" y="1555590"/>
                  </a:lnTo>
                  <a:lnTo>
                    <a:pt x="1182602" y="1555574"/>
                  </a:lnTo>
                  <a:lnTo>
                    <a:pt x="1182605" y="1555557"/>
                  </a:lnTo>
                  <a:lnTo>
                    <a:pt x="1182607" y="1555540"/>
                  </a:lnTo>
                  <a:lnTo>
                    <a:pt x="1182612" y="1555524"/>
                  </a:lnTo>
                  <a:lnTo>
                    <a:pt x="1182625" y="1555507"/>
                  </a:lnTo>
                  <a:lnTo>
                    <a:pt x="1182630" y="1555504"/>
                  </a:lnTo>
                  <a:lnTo>
                    <a:pt x="1182641" y="1555493"/>
                  </a:lnTo>
                  <a:lnTo>
                    <a:pt x="1182651" y="1555477"/>
                  </a:lnTo>
                  <a:lnTo>
                    <a:pt x="1182656" y="1555468"/>
                  </a:lnTo>
                  <a:lnTo>
                    <a:pt x="1182663" y="1555462"/>
                  </a:lnTo>
                  <a:lnTo>
                    <a:pt x="1182673" y="1555457"/>
                  </a:lnTo>
                  <a:lnTo>
                    <a:pt x="1182679" y="1555456"/>
                  </a:lnTo>
                  <a:lnTo>
                    <a:pt x="1182695" y="1555453"/>
                  </a:lnTo>
                  <a:lnTo>
                    <a:pt x="1182711" y="1555450"/>
                  </a:lnTo>
                  <a:lnTo>
                    <a:pt x="1182726" y="1555448"/>
                  </a:lnTo>
                  <a:lnTo>
                    <a:pt x="1182742" y="1555444"/>
                  </a:lnTo>
                  <a:lnTo>
                    <a:pt x="1182758" y="1555442"/>
                  </a:lnTo>
                  <a:lnTo>
                    <a:pt x="1182773" y="1555438"/>
                  </a:lnTo>
                  <a:lnTo>
                    <a:pt x="1182779" y="1555430"/>
                  </a:lnTo>
                  <a:lnTo>
                    <a:pt x="1182782" y="1555422"/>
                  </a:lnTo>
                  <a:lnTo>
                    <a:pt x="1182790" y="1555405"/>
                  </a:lnTo>
                  <a:lnTo>
                    <a:pt x="1182799" y="1555389"/>
                  </a:lnTo>
                  <a:lnTo>
                    <a:pt x="1182806" y="1555372"/>
                  </a:lnTo>
                  <a:lnTo>
                    <a:pt x="1182812" y="1555356"/>
                  </a:lnTo>
                  <a:lnTo>
                    <a:pt x="1182817" y="1555349"/>
                  </a:lnTo>
                  <a:lnTo>
                    <a:pt x="1182824" y="1555340"/>
                  </a:lnTo>
                  <a:lnTo>
                    <a:pt x="1182838" y="1555324"/>
                  </a:lnTo>
                  <a:lnTo>
                    <a:pt x="1182848" y="1555307"/>
                  </a:lnTo>
                  <a:lnTo>
                    <a:pt x="1182857" y="1555295"/>
                  </a:lnTo>
                  <a:lnTo>
                    <a:pt x="1182861" y="1555292"/>
                  </a:lnTo>
                  <a:lnTo>
                    <a:pt x="1182875" y="1555287"/>
                  </a:lnTo>
                  <a:lnTo>
                    <a:pt x="1182892" y="1555285"/>
                  </a:lnTo>
                  <a:lnTo>
                    <a:pt x="1182909" y="1555278"/>
                  </a:lnTo>
                  <a:lnTo>
                    <a:pt x="1182924" y="1555269"/>
                  </a:lnTo>
                  <a:lnTo>
                    <a:pt x="1182940" y="1555254"/>
                  </a:lnTo>
                  <a:lnTo>
                    <a:pt x="1182944" y="1555250"/>
                  </a:lnTo>
                  <a:lnTo>
                    <a:pt x="1182956" y="1555243"/>
                  </a:lnTo>
                  <a:lnTo>
                    <a:pt x="1182964" y="1555239"/>
                  </a:lnTo>
                  <a:lnTo>
                    <a:pt x="1182971" y="1555235"/>
                  </a:lnTo>
                  <a:lnTo>
                    <a:pt x="1182986" y="1555231"/>
                  </a:lnTo>
                  <a:lnTo>
                    <a:pt x="1183002" y="1555227"/>
                  </a:lnTo>
                  <a:lnTo>
                    <a:pt x="1183018" y="1555224"/>
                  </a:lnTo>
                  <a:lnTo>
                    <a:pt x="1183034" y="1555225"/>
                  </a:lnTo>
                  <a:lnTo>
                    <a:pt x="1183049" y="1555226"/>
                  </a:lnTo>
                  <a:lnTo>
                    <a:pt x="1183057" y="1555226"/>
                  </a:lnTo>
                  <a:lnTo>
                    <a:pt x="1183065" y="1555222"/>
                  </a:lnTo>
                  <a:lnTo>
                    <a:pt x="1183075" y="1555217"/>
                  </a:lnTo>
                  <a:lnTo>
                    <a:pt x="1183080" y="1555213"/>
                  </a:lnTo>
                  <a:lnTo>
                    <a:pt x="1183085" y="1555205"/>
                  </a:lnTo>
                  <a:lnTo>
                    <a:pt x="1183088" y="1555196"/>
                  </a:lnTo>
                  <a:lnTo>
                    <a:pt x="1183091" y="1555179"/>
                  </a:lnTo>
                  <a:lnTo>
                    <a:pt x="1183093" y="1555172"/>
                  </a:lnTo>
                  <a:lnTo>
                    <a:pt x="1183093" y="1555163"/>
                  </a:lnTo>
                  <a:lnTo>
                    <a:pt x="1183093" y="1555146"/>
                  </a:lnTo>
                  <a:lnTo>
                    <a:pt x="1183093" y="1555130"/>
                  </a:lnTo>
                  <a:lnTo>
                    <a:pt x="1183094" y="1555117"/>
                  </a:lnTo>
                  <a:lnTo>
                    <a:pt x="1183097" y="1555107"/>
                  </a:lnTo>
                  <a:lnTo>
                    <a:pt x="1183106" y="1555100"/>
                  </a:lnTo>
                  <a:lnTo>
                    <a:pt x="1183121" y="1555085"/>
                  </a:lnTo>
                  <a:lnTo>
                    <a:pt x="1183135" y="1555075"/>
                  </a:lnTo>
                  <a:lnTo>
                    <a:pt x="1183151" y="1555071"/>
                  </a:lnTo>
                  <a:lnTo>
                    <a:pt x="1183168" y="1555071"/>
                  </a:lnTo>
                  <a:lnTo>
                    <a:pt x="1183184" y="1555069"/>
                  </a:lnTo>
                  <a:lnTo>
                    <a:pt x="1183200" y="1555066"/>
                  </a:lnTo>
                  <a:lnTo>
                    <a:pt x="1183216" y="1555064"/>
                  </a:lnTo>
                  <a:lnTo>
                    <a:pt x="1183231" y="1555064"/>
                  </a:lnTo>
                  <a:lnTo>
                    <a:pt x="1183247" y="1555061"/>
                  </a:lnTo>
                  <a:lnTo>
                    <a:pt x="1183263" y="1555052"/>
                  </a:lnTo>
                  <a:lnTo>
                    <a:pt x="1183279" y="1555038"/>
                  </a:lnTo>
                  <a:lnTo>
                    <a:pt x="1183294" y="1555027"/>
                  </a:lnTo>
                  <a:lnTo>
                    <a:pt x="1183309" y="1555020"/>
                  </a:lnTo>
                  <a:lnTo>
                    <a:pt x="1183325" y="1555010"/>
                  </a:lnTo>
                  <a:lnTo>
                    <a:pt x="1183341" y="1554995"/>
                  </a:lnTo>
                  <a:lnTo>
                    <a:pt x="1183349" y="1554988"/>
                  </a:lnTo>
                  <a:lnTo>
                    <a:pt x="1183357" y="1554985"/>
                  </a:lnTo>
                  <a:lnTo>
                    <a:pt x="1183373" y="1554979"/>
                  </a:lnTo>
                  <a:lnTo>
                    <a:pt x="1183388" y="1554974"/>
                  </a:lnTo>
                  <a:lnTo>
                    <a:pt x="1183404" y="1554970"/>
                  </a:lnTo>
                  <a:lnTo>
                    <a:pt x="1183409" y="1554968"/>
                  </a:lnTo>
                  <a:lnTo>
                    <a:pt x="1183420" y="1554959"/>
                  </a:lnTo>
                  <a:lnTo>
                    <a:pt x="1183435" y="1554945"/>
                  </a:lnTo>
                  <a:lnTo>
                    <a:pt x="1183449" y="1554929"/>
                  </a:lnTo>
                  <a:lnTo>
                    <a:pt x="1183459" y="1554921"/>
                  </a:lnTo>
                  <a:lnTo>
                    <a:pt x="1183462" y="1554915"/>
                  </a:lnTo>
                  <a:lnTo>
                    <a:pt x="1183473" y="1554899"/>
                  </a:lnTo>
                  <a:lnTo>
                    <a:pt x="1183485" y="1554882"/>
                  </a:lnTo>
                  <a:lnTo>
                    <a:pt x="1183496" y="1554868"/>
                  </a:lnTo>
                  <a:lnTo>
                    <a:pt x="1183509" y="1554849"/>
                  </a:lnTo>
                  <a:lnTo>
                    <a:pt x="1183522" y="1554833"/>
                  </a:lnTo>
                  <a:lnTo>
                    <a:pt x="1183530" y="1554824"/>
                  </a:lnTo>
                  <a:lnTo>
                    <a:pt x="1183536" y="1554819"/>
                  </a:lnTo>
                  <a:lnTo>
                    <a:pt x="1183545" y="1554814"/>
                  </a:lnTo>
                  <a:lnTo>
                    <a:pt x="1183554" y="1554811"/>
                  </a:lnTo>
                  <a:lnTo>
                    <a:pt x="1183567" y="1554807"/>
                  </a:lnTo>
                  <a:lnTo>
                    <a:pt x="1183575" y="1554805"/>
                  </a:lnTo>
                  <a:lnTo>
                    <a:pt x="1183583" y="1554799"/>
                  </a:lnTo>
                  <a:lnTo>
                    <a:pt x="1183599" y="1554787"/>
                  </a:lnTo>
                  <a:lnTo>
                    <a:pt x="1183614" y="1554775"/>
                  </a:lnTo>
                  <a:lnTo>
                    <a:pt x="1183630" y="1554763"/>
                  </a:lnTo>
                  <a:lnTo>
                    <a:pt x="1183645" y="1554749"/>
                  </a:lnTo>
                  <a:lnTo>
                    <a:pt x="1183649" y="1554742"/>
                  </a:lnTo>
                  <a:lnTo>
                    <a:pt x="1183657" y="1554732"/>
                  </a:lnTo>
                  <a:lnTo>
                    <a:pt x="1183672" y="1554717"/>
                  </a:lnTo>
                  <a:lnTo>
                    <a:pt x="1183687" y="1554704"/>
                  </a:lnTo>
                  <a:lnTo>
                    <a:pt x="1183698" y="1554693"/>
                  </a:lnTo>
                  <a:lnTo>
                    <a:pt x="1183697" y="1554676"/>
                  </a:lnTo>
                  <a:lnTo>
                    <a:pt x="1183694" y="1554659"/>
                  </a:lnTo>
                  <a:lnTo>
                    <a:pt x="1183700" y="1554651"/>
                  </a:lnTo>
                  <a:lnTo>
                    <a:pt x="1183707" y="1554645"/>
                  </a:lnTo>
                  <a:lnTo>
                    <a:pt x="1183713" y="1554638"/>
                  </a:lnTo>
                  <a:lnTo>
                    <a:pt x="1183715" y="1554629"/>
                  </a:lnTo>
                  <a:lnTo>
                    <a:pt x="1183714" y="1554612"/>
                  </a:lnTo>
                  <a:lnTo>
                    <a:pt x="1183715" y="1554604"/>
                  </a:lnTo>
                  <a:lnTo>
                    <a:pt x="1183718" y="1554595"/>
                  </a:lnTo>
                  <a:lnTo>
                    <a:pt x="1183746" y="1554564"/>
                  </a:lnTo>
                  <a:lnTo>
                    <a:pt x="1183763" y="1554530"/>
                  </a:lnTo>
                  <a:lnTo>
                    <a:pt x="1183767" y="1554521"/>
                  </a:lnTo>
                  <a:lnTo>
                    <a:pt x="1183772" y="1554513"/>
                  </a:lnTo>
                  <a:lnTo>
                    <a:pt x="1183783" y="1554496"/>
                  </a:lnTo>
                  <a:lnTo>
                    <a:pt x="1183792" y="1554480"/>
                  </a:lnTo>
                  <a:lnTo>
                    <a:pt x="1183801" y="1554463"/>
                  </a:lnTo>
                  <a:lnTo>
                    <a:pt x="1183811" y="1554447"/>
                  </a:lnTo>
                  <a:lnTo>
                    <a:pt x="1183821" y="1554429"/>
                  </a:lnTo>
                  <a:lnTo>
                    <a:pt x="1183825" y="1554419"/>
                  </a:lnTo>
                  <a:lnTo>
                    <a:pt x="1183828" y="1554410"/>
                  </a:lnTo>
                  <a:lnTo>
                    <a:pt x="1183831" y="1554403"/>
                  </a:lnTo>
                  <a:lnTo>
                    <a:pt x="1183833" y="1554397"/>
                  </a:lnTo>
                  <a:lnTo>
                    <a:pt x="1183839" y="1554374"/>
                  </a:lnTo>
                  <a:lnTo>
                    <a:pt x="1183840" y="1554366"/>
                  </a:lnTo>
                  <a:lnTo>
                    <a:pt x="1183833" y="1554358"/>
                  </a:lnTo>
                  <a:lnTo>
                    <a:pt x="1183823" y="1554354"/>
                  </a:lnTo>
                  <a:lnTo>
                    <a:pt x="1183807" y="1554344"/>
                  </a:lnTo>
                  <a:lnTo>
                    <a:pt x="1183792" y="1554331"/>
                  </a:lnTo>
                  <a:lnTo>
                    <a:pt x="1183781" y="1554317"/>
                  </a:lnTo>
                  <a:lnTo>
                    <a:pt x="1183774" y="1554282"/>
                  </a:lnTo>
                  <a:lnTo>
                    <a:pt x="1183774" y="1554275"/>
                  </a:lnTo>
                  <a:lnTo>
                    <a:pt x="1183766" y="1554273"/>
                  </a:lnTo>
                  <a:lnTo>
                    <a:pt x="1183752" y="1554289"/>
                  </a:lnTo>
                  <a:lnTo>
                    <a:pt x="1183738" y="1554302"/>
                  </a:lnTo>
                  <a:lnTo>
                    <a:pt x="1183722" y="1554313"/>
                  </a:lnTo>
                  <a:lnTo>
                    <a:pt x="1183712" y="1554319"/>
                  </a:lnTo>
                  <a:lnTo>
                    <a:pt x="1183706" y="1554320"/>
                  </a:lnTo>
                  <a:lnTo>
                    <a:pt x="1183680" y="1554321"/>
                  </a:lnTo>
                  <a:lnTo>
                    <a:pt x="1183665" y="1554319"/>
                  </a:lnTo>
                  <a:lnTo>
                    <a:pt x="1183659" y="1554315"/>
                  </a:lnTo>
                  <a:lnTo>
                    <a:pt x="1183643" y="1554303"/>
                  </a:lnTo>
                  <a:lnTo>
                    <a:pt x="1183632" y="1554286"/>
                  </a:lnTo>
                  <a:lnTo>
                    <a:pt x="1183624" y="1554280"/>
                  </a:lnTo>
                  <a:lnTo>
                    <a:pt x="1183617" y="1554281"/>
                  </a:lnTo>
                  <a:lnTo>
                    <a:pt x="1183601" y="1554291"/>
                  </a:lnTo>
                  <a:lnTo>
                    <a:pt x="1183585" y="1554302"/>
                  </a:lnTo>
                  <a:lnTo>
                    <a:pt x="1183570" y="1554313"/>
                  </a:lnTo>
                  <a:lnTo>
                    <a:pt x="1183556" y="1554324"/>
                  </a:lnTo>
                  <a:lnTo>
                    <a:pt x="1183546" y="1554329"/>
                  </a:lnTo>
                  <a:lnTo>
                    <a:pt x="1183538" y="1554331"/>
                  </a:lnTo>
                  <a:lnTo>
                    <a:pt x="1183527" y="1554334"/>
                  </a:lnTo>
                  <a:lnTo>
                    <a:pt x="1183523" y="1554337"/>
                  </a:lnTo>
                  <a:lnTo>
                    <a:pt x="1183507" y="1554348"/>
                  </a:lnTo>
                  <a:lnTo>
                    <a:pt x="1183493" y="1554356"/>
                  </a:lnTo>
                  <a:lnTo>
                    <a:pt x="1183475" y="1554359"/>
                  </a:lnTo>
                  <a:lnTo>
                    <a:pt x="1183459" y="1554361"/>
                  </a:lnTo>
                  <a:lnTo>
                    <a:pt x="1183444" y="1554366"/>
                  </a:lnTo>
                  <a:lnTo>
                    <a:pt x="1183428" y="1554367"/>
                  </a:lnTo>
                  <a:lnTo>
                    <a:pt x="1183423" y="1554367"/>
                  </a:lnTo>
                  <a:lnTo>
                    <a:pt x="1183412" y="1554365"/>
                  </a:lnTo>
                  <a:lnTo>
                    <a:pt x="1183406" y="1554361"/>
                  </a:lnTo>
                  <a:lnTo>
                    <a:pt x="1183402" y="1554350"/>
                  </a:lnTo>
                  <a:lnTo>
                    <a:pt x="1183399" y="1554334"/>
                  </a:lnTo>
                  <a:lnTo>
                    <a:pt x="1183394" y="1554317"/>
                  </a:lnTo>
                  <a:lnTo>
                    <a:pt x="1183396" y="1554296"/>
                  </a:lnTo>
                  <a:lnTo>
                    <a:pt x="1183401" y="1554284"/>
                  </a:lnTo>
                  <a:lnTo>
                    <a:pt x="1183410" y="1554267"/>
                  </a:lnTo>
                  <a:lnTo>
                    <a:pt x="1183412" y="1554262"/>
                  </a:lnTo>
                  <a:lnTo>
                    <a:pt x="1183412" y="1554255"/>
                  </a:lnTo>
                  <a:lnTo>
                    <a:pt x="1183408" y="1554252"/>
                  </a:lnTo>
                  <a:lnTo>
                    <a:pt x="1183392" y="1554245"/>
                  </a:lnTo>
                  <a:lnTo>
                    <a:pt x="1183377" y="1554237"/>
                  </a:lnTo>
                  <a:lnTo>
                    <a:pt x="1183361" y="1554222"/>
                  </a:lnTo>
                  <a:lnTo>
                    <a:pt x="1183345" y="1554211"/>
                  </a:lnTo>
                  <a:lnTo>
                    <a:pt x="1183330" y="1554198"/>
                  </a:lnTo>
                  <a:lnTo>
                    <a:pt x="1183314" y="1554182"/>
                  </a:lnTo>
                  <a:lnTo>
                    <a:pt x="1183291" y="1554171"/>
                  </a:lnTo>
                  <a:lnTo>
                    <a:pt x="1183283" y="1554164"/>
                  </a:lnTo>
                  <a:lnTo>
                    <a:pt x="1183270" y="1554148"/>
                  </a:lnTo>
                  <a:lnTo>
                    <a:pt x="1183262" y="1554130"/>
                  </a:lnTo>
                  <a:lnTo>
                    <a:pt x="1183261" y="1554123"/>
                  </a:lnTo>
                  <a:lnTo>
                    <a:pt x="1183256" y="1554111"/>
                  </a:lnTo>
                  <a:lnTo>
                    <a:pt x="1183251" y="1554103"/>
                  </a:lnTo>
                  <a:lnTo>
                    <a:pt x="1183245" y="1554097"/>
                  </a:lnTo>
                  <a:lnTo>
                    <a:pt x="1183230" y="1554081"/>
                  </a:lnTo>
                  <a:lnTo>
                    <a:pt x="1183225" y="1554073"/>
                  </a:lnTo>
                  <a:lnTo>
                    <a:pt x="1183224" y="1554065"/>
                  </a:lnTo>
                  <a:lnTo>
                    <a:pt x="1183223" y="1554048"/>
                  </a:lnTo>
                  <a:lnTo>
                    <a:pt x="1183224" y="1554031"/>
                  </a:lnTo>
                  <a:lnTo>
                    <a:pt x="1183225" y="1554019"/>
                  </a:lnTo>
                  <a:lnTo>
                    <a:pt x="1183223" y="1554014"/>
                  </a:lnTo>
                  <a:lnTo>
                    <a:pt x="1183214" y="1554002"/>
                  </a:lnTo>
                  <a:lnTo>
                    <a:pt x="1183210" y="1553999"/>
                  </a:lnTo>
                  <a:lnTo>
                    <a:pt x="1183199" y="1553987"/>
                  </a:lnTo>
                  <a:lnTo>
                    <a:pt x="1183194" y="1553977"/>
                  </a:lnTo>
                  <a:lnTo>
                    <a:pt x="1183191" y="1553967"/>
                  </a:lnTo>
                  <a:lnTo>
                    <a:pt x="1183186" y="1553951"/>
                  </a:lnTo>
                  <a:lnTo>
                    <a:pt x="1183178" y="1553934"/>
                  </a:lnTo>
                  <a:lnTo>
                    <a:pt x="1183174" y="1553921"/>
                  </a:lnTo>
                  <a:lnTo>
                    <a:pt x="1183172" y="1553910"/>
                  </a:lnTo>
                  <a:lnTo>
                    <a:pt x="1183175" y="1553900"/>
                  </a:lnTo>
                  <a:lnTo>
                    <a:pt x="1183180" y="1553887"/>
                  </a:lnTo>
                  <a:lnTo>
                    <a:pt x="1183200" y="1553849"/>
                  </a:lnTo>
                  <a:lnTo>
                    <a:pt x="1183208" y="1553835"/>
                  </a:lnTo>
                  <a:lnTo>
                    <a:pt x="1183214" y="1553813"/>
                  </a:lnTo>
                  <a:lnTo>
                    <a:pt x="1183207" y="1553804"/>
                  </a:lnTo>
                  <a:lnTo>
                    <a:pt x="1183198" y="1553787"/>
                  </a:lnTo>
                  <a:lnTo>
                    <a:pt x="1183195" y="1553779"/>
                  </a:lnTo>
                  <a:lnTo>
                    <a:pt x="1183196" y="1553771"/>
                  </a:lnTo>
                  <a:lnTo>
                    <a:pt x="1183207" y="1553737"/>
                  </a:lnTo>
                  <a:lnTo>
                    <a:pt x="1183217" y="1553722"/>
                  </a:lnTo>
                  <a:lnTo>
                    <a:pt x="1183225" y="1553715"/>
                  </a:lnTo>
                  <a:lnTo>
                    <a:pt x="1183233" y="1553712"/>
                  </a:lnTo>
                  <a:lnTo>
                    <a:pt x="1183238" y="1553711"/>
                  </a:lnTo>
                  <a:lnTo>
                    <a:pt x="1183245" y="1553707"/>
                  </a:lnTo>
                  <a:lnTo>
                    <a:pt x="1183256" y="1553696"/>
                  </a:lnTo>
                  <a:lnTo>
                    <a:pt x="1183264" y="1553691"/>
                  </a:lnTo>
                  <a:lnTo>
                    <a:pt x="1183273" y="1553687"/>
                  </a:lnTo>
                  <a:lnTo>
                    <a:pt x="1183283" y="1553681"/>
                  </a:lnTo>
                  <a:lnTo>
                    <a:pt x="1183284" y="1553673"/>
                  </a:lnTo>
                  <a:lnTo>
                    <a:pt x="1183280" y="1553667"/>
                  </a:lnTo>
                  <a:lnTo>
                    <a:pt x="1183267" y="1553653"/>
                  </a:lnTo>
                  <a:lnTo>
                    <a:pt x="1183239" y="1553622"/>
                  </a:lnTo>
                  <a:lnTo>
                    <a:pt x="1183233" y="1553612"/>
                  </a:lnTo>
                  <a:lnTo>
                    <a:pt x="1183233" y="1553606"/>
                  </a:lnTo>
                  <a:lnTo>
                    <a:pt x="1183232" y="1553596"/>
                  </a:lnTo>
                  <a:lnTo>
                    <a:pt x="1183233" y="1553589"/>
                  </a:lnTo>
                  <a:lnTo>
                    <a:pt x="1183238" y="1553572"/>
                  </a:lnTo>
                  <a:lnTo>
                    <a:pt x="1183237" y="1553557"/>
                  </a:lnTo>
                  <a:lnTo>
                    <a:pt x="1183220" y="1553544"/>
                  </a:lnTo>
                  <a:lnTo>
                    <a:pt x="1183211" y="1553538"/>
                  </a:lnTo>
                  <a:lnTo>
                    <a:pt x="1183192" y="1553527"/>
                  </a:lnTo>
                  <a:lnTo>
                    <a:pt x="1183182" y="1553519"/>
                  </a:lnTo>
                  <a:lnTo>
                    <a:pt x="1183176" y="1553512"/>
                  </a:lnTo>
                  <a:lnTo>
                    <a:pt x="1183175" y="1553507"/>
                  </a:lnTo>
                  <a:lnTo>
                    <a:pt x="1183176" y="1553501"/>
                  </a:lnTo>
                  <a:lnTo>
                    <a:pt x="1183180" y="1553494"/>
                  </a:lnTo>
                  <a:lnTo>
                    <a:pt x="1183182" y="1553474"/>
                  </a:lnTo>
                  <a:lnTo>
                    <a:pt x="1183178" y="1553468"/>
                  </a:lnTo>
                  <a:lnTo>
                    <a:pt x="1183171" y="1553461"/>
                  </a:lnTo>
                  <a:lnTo>
                    <a:pt x="1183158" y="1553447"/>
                  </a:lnTo>
                  <a:lnTo>
                    <a:pt x="1183143" y="1553434"/>
                  </a:lnTo>
                  <a:lnTo>
                    <a:pt x="1183128" y="1553423"/>
                  </a:lnTo>
                  <a:lnTo>
                    <a:pt x="1183120" y="1553419"/>
                  </a:lnTo>
                  <a:lnTo>
                    <a:pt x="1183112" y="1553413"/>
                  </a:lnTo>
                  <a:lnTo>
                    <a:pt x="1183096" y="1553399"/>
                  </a:lnTo>
                  <a:lnTo>
                    <a:pt x="1183085" y="1553382"/>
                  </a:lnTo>
                  <a:lnTo>
                    <a:pt x="1183082" y="1553374"/>
                  </a:lnTo>
                  <a:lnTo>
                    <a:pt x="1183082" y="1553369"/>
                  </a:lnTo>
                  <a:lnTo>
                    <a:pt x="1183095" y="1553348"/>
                  </a:lnTo>
                  <a:lnTo>
                    <a:pt x="1183109" y="1553332"/>
                  </a:lnTo>
                  <a:lnTo>
                    <a:pt x="1183121" y="1553316"/>
                  </a:lnTo>
                  <a:lnTo>
                    <a:pt x="1183136" y="1553302"/>
                  </a:lnTo>
                  <a:lnTo>
                    <a:pt x="1183151" y="1553292"/>
                  </a:lnTo>
                  <a:lnTo>
                    <a:pt x="1183162" y="1553283"/>
                  </a:lnTo>
                  <a:lnTo>
                    <a:pt x="1183164" y="1553279"/>
                  </a:lnTo>
                  <a:lnTo>
                    <a:pt x="1183166" y="1553262"/>
                  </a:lnTo>
                  <a:lnTo>
                    <a:pt x="1183169" y="1553251"/>
                  </a:lnTo>
                  <a:lnTo>
                    <a:pt x="1183172" y="1553245"/>
                  </a:lnTo>
                  <a:lnTo>
                    <a:pt x="1183184" y="1553229"/>
                  </a:lnTo>
                  <a:lnTo>
                    <a:pt x="1183192" y="1553221"/>
                  </a:lnTo>
                  <a:lnTo>
                    <a:pt x="1183197" y="1553215"/>
                  </a:lnTo>
                  <a:lnTo>
                    <a:pt x="1183199" y="1553209"/>
                  </a:lnTo>
                  <a:lnTo>
                    <a:pt x="1183200" y="1553198"/>
                  </a:lnTo>
                  <a:lnTo>
                    <a:pt x="1183199" y="1553190"/>
                  </a:lnTo>
                  <a:lnTo>
                    <a:pt x="1183195" y="1553181"/>
                  </a:lnTo>
                  <a:lnTo>
                    <a:pt x="1183188" y="1553165"/>
                  </a:lnTo>
                  <a:lnTo>
                    <a:pt x="1183184" y="1553158"/>
                  </a:lnTo>
                  <a:lnTo>
                    <a:pt x="1183181" y="1553148"/>
                  </a:lnTo>
                  <a:lnTo>
                    <a:pt x="1183175" y="1553131"/>
                  </a:lnTo>
                  <a:lnTo>
                    <a:pt x="1183172" y="1553114"/>
                  </a:lnTo>
                  <a:lnTo>
                    <a:pt x="1183170" y="1553107"/>
                  </a:lnTo>
                  <a:lnTo>
                    <a:pt x="1183170" y="1553089"/>
                  </a:lnTo>
                  <a:lnTo>
                    <a:pt x="1183172" y="1553081"/>
                  </a:lnTo>
                  <a:lnTo>
                    <a:pt x="1183178" y="1553064"/>
                  </a:lnTo>
                  <a:lnTo>
                    <a:pt x="1183185" y="1553051"/>
                  </a:lnTo>
                  <a:lnTo>
                    <a:pt x="1183190" y="1553031"/>
                  </a:lnTo>
                  <a:lnTo>
                    <a:pt x="1183191" y="1553015"/>
                  </a:lnTo>
                  <a:lnTo>
                    <a:pt x="1183189" y="1552996"/>
                  </a:lnTo>
                  <a:lnTo>
                    <a:pt x="1183181" y="1552982"/>
                  </a:lnTo>
                  <a:lnTo>
                    <a:pt x="1183169" y="1552965"/>
                  </a:lnTo>
                  <a:lnTo>
                    <a:pt x="1183164" y="1552951"/>
                  </a:lnTo>
                  <a:lnTo>
                    <a:pt x="1183166" y="1552938"/>
                  </a:lnTo>
                  <a:lnTo>
                    <a:pt x="1183172" y="1552932"/>
                  </a:lnTo>
                  <a:lnTo>
                    <a:pt x="1183188" y="1552924"/>
                  </a:lnTo>
                  <a:lnTo>
                    <a:pt x="1183201" y="1552917"/>
                  </a:lnTo>
                  <a:lnTo>
                    <a:pt x="1183219" y="1552903"/>
                  </a:lnTo>
                  <a:lnTo>
                    <a:pt x="1183235" y="1552892"/>
                  </a:lnTo>
                  <a:lnTo>
                    <a:pt x="1183248" y="1552876"/>
                  </a:lnTo>
                  <a:lnTo>
                    <a:pt x="1183256" y="1552862"/>
                  </a:lnTo>
                  <a:lnTo>
                    <a:pt x="1183262" y="1552859"/>
                  </a:lnTo>
                  <a:lnTo>
                    <a:pt x="1183301" y="1552860"/>
                  </a:lnTo>
                  <a:lnTo>
                    <a:pt x="1183306" y="1552858"/>
                  </a:lnTo>
                  <a:lnTo>
                    <a:pt x="1183322" y="1552849"/>
                  </a:lnTo>
                  <a:lnTo>
                    <a:pt x="1183337" y="1552841"/>
                  </a:lnTo>
                  <a:lnTo>
                    <a:pt x="1183385" y="1552825"/>
                  </a:lnTo>
                  <a:lnTo>
                    <a:pt x="1183402" y="1552820"/>
                  </a:lnTo>
                  <a:lnTo>
                    <a:pt x="1183410" y="1552816"/>
                  </a:lnTo>
                  <a:lnTo>
                    <a:pt x="1183415" y="1552810"/>
                  </a:lnTo>
                  <a:lnTo>
                    <a:pt x="1183427" y="1552794"/>
                  </a:lnTo>
                  <a:lnTo>
                    <a:pt x="1183431" y="1552790"/>
                  </a:lnTo>
                  <a:lnTo>
                    <a:pt x="1183442" y="1552783"/>
                  </a:lnTo>
                  <a:lnTo>
                    <a:pt x="1183457" y="1552775"/>
                  </a:lnTo>
                  <a:lnTo>
                    <a:pt x="1183473" y="1552771"/>
                  </a:lnTo>
                  <a:lnTo>
                    <a:pt x="1183489" y="1552768"/>
                  </a:lnTo>
                  <a:lnTo>
                    <a:pt x="1183505" y="1552764"/>
                  </a:lnTo>
                  <a:lnTo>
                    <a:pt x="1183521" y="1552758"/>
                  </a:lnTo>
                  <a:lnTo>
                    <a:pt x="1183536" y="1552755"/>
                  </a:lnTo>
                  <a:lnTo>
                    <a:pt x="1183548" y="1552754"/>
                  </a:lnTo>
                  <a:lnTo>
                    <a:pt x="1183556" y="1552752"/>
                  </a:lnTo>
                  <a:lnTo>
                    <a:pt x="1183562" y="1552749"/>
                  </a:lnTo>
                  <a:lnTo>
                    <a:pt x="1183567" y="1552743"/>
                  </a:lnTo>
                  <a:lnTo>
                    <a:pt x="1183576" y="1552724"/>
                  </a:lnTo>
                  <a:lnTo>
                    <a:pt x="1183584" y="1552708"/>
                  </a:lnTo>
                  <a:lnTo>
                    <a:pt x="1183588" y="1552692"/>
                  </a:lnTo>
                  <a:lnTo>
                    <a:pt x="1183588" y="1552678"/>
                  </a:lnTo>
                  <a:lnTo>
                    <a:pt x="1183583" y="1552658"/>
                  </a:lnTo>
                  <a:lnTo>
                    <a:pt x="1183577" y="1552642"/>
                  </a:lnTo>
                  <a:lnTo>
                    <a:pt x="1183573" y="1552625"/>
                  </a:lnTo>
                  <a:lnTo>
                    <a:pt x="1183571" y="1552620"/>
                  </a:lnTo>
                  <a:lnTo>
                    <a:pt x="1183570" y="1552608"/>
                  </a:lnTo>
                  <a:lnTo>
                    <a:pt x="1183572" y="1552591"/>
                  </a:lnTo>
                  <a:lnTo>
                    <a:pt x="1183575" y="1552575"/>
                  </a:lnTo>
                  <a:lnTo>
                    <a:pt x="1183576" y="1552569"/>
                  </a:lnTo>
                  <a:lnTo>
                    <a:pt x="1183570" y="1552564"/>
                  </a:lnTo>
                  <a:lnTo>
                    <a:pt x="1183565" y="1552561"/>
                  </a:lnTo>
                  <a:lnTo>
                    <a:pt x="1183549" y="1552553"/>
                  </a:lnTo>
                  <a:lnTo>
                    <a:pt x="1183541" y="1552549"/>
                  </a:lnTo>
                  <a:lnTo>
                    <a:pt x="1183534" y="1552544"/>
                  </a:lnTo>
                  <a:lnTo>
                    <a:pt x="1183526" y="1552538"/>
                  </a:lnTo>
                  <a:lnTo>
                    <a:pt x="1183520" y="1552532"/>
                  </a:lnTo>
                  <a:lnTo>
                    <a:pt x="1183508" y="1552515"/>
                  </a:lnTo>
                  <a:lnTo>
                    <a:pt x="1183501" y="1552498"/>
                  </a:lnTo>
                  <a:lnTo>
                    <a:pt x="1183491" y="1552481"/>
                  </a:lnTo>
                  <a:lnTo>
                    <a:pt x="1183485" y="1552472"/>
                  </a:lnTo>
                  <a:lnTo>
                    <a:pt x="1183477" y="1552465"/>
                  </a:lnTo>
                  <a:lnTo>
                    <a:pt x="1183462" y="1552454"/>
                  </a:lnTo>
                  <a:lnTo>
                    <a:pt x="1183446" y="1552443"/>
                  </a:lnTo>
                  <a:lnTo>
                    <a:pt x="1183432" y="1552430"/>
                  </a:lnTo>
                  <a:lnTo>
                    <a:pt x="1183423" y="1552421"/>
                  </a:lnTo>
                  <a:lnTo>
                    <a:pt x="1183416" y="1552418"/>
                  </a:lnTo>
                  <a:lnTo>
                    <a:pt x="1183401" y="1552404"/>
                  </a:lnTo>
                  <a:lnTo>
                    <a:pt x="1183388" y="1552391"/>
                  </a:lnTo>
                  <a:lnTo>
                    <a:pt x="1183375" y="1552374"/>
                  </a:lnTo>
                  <a:lnTo>
                    <a:pt x="1183362" y="1552358"/>
                  </a:lnTo>
                  <a:lnTo>
                    <a:pt x="1183356" y="1552349"/>
                  </a:lnTo>
                  <a:lnTo>
                    <a:pt x="1183348" y="1552344"/>
                  </a:lnTo>
                  <a:lnTo>
                    <a:pt x="1183333" y="1552332"/>
                  </a:lnTo>
                  <a:lnTo>
                    <a:pt x="1183317" y="1552319"/>
                  </a:lnTo>
                  <a:lnTo>
                    <a:pt x="1183306" y="1552306"/>
                  </a:lnTo>
                  <a:lnTo>
                    <a:pt x="1183304" y="1552302"/>
                  </a:lnTo>
                  <a:lnTo>
                    <a:pt x="1183301" y="1552294"/>
                  </a:lnTo>
                  <a:lnTo>
                    <a:pt x="1183300" y="1552285"/>
                  </a:lnTo>
                  <a:lnTo>
                    <a:pt x="1183301" y="1552271"/>
                  </a:lnTo>
                  <a:lnTo>
                    <a:pt x="1183305" y="1552261"/>
                  </a:lnTo>
                  <a:lnTo>
                    <a:pt x="1183312" y="1552252"/>
                  </a:lnTo>
                  <a:lnTo>
                    <a:pt x="1183325" y="1552235"/>
                  </a:lnTo>
                  <a:lnTo>
                    <a:pt x="1183340" y="1552222"/>
                  </a:lnTo>
                  <a:lnTo>
                    <a:pt x="1183354" y="1552207"/>
                  </a:lnTo>
                  <a:lnTo>
                    <a:pt x="1183365" y="1552190"/>
                  </a:lnTo>
                  <a:lnTo>
                    <a:pt x="1183378" y="1552175"/>
                  </a:lnTo>
                  <a:lnTo>
                    <a:pt x="1183405" y="1552158"/>
                  </a:lnTo>
                  <a:lnTo>
                    <a:pt x="1183418" y="1552151"/>
                  </a:lnTo>
                  <a:lnTo>
                    <a:pt x="1183441" y="1552144"/>
                  </a:lnTo>
                  <a:lnTo>
                    <a:pt x="1183456" y="1552142"/>
                  </a:lnTo>
                  <a:lnTo>
                    <a:pt x="1183472" y="1552138"/>
                  </a:lnTo>
                  <a:lnTo>
                    <a:pt x="1183494" y="1552134"/>
                  </a:lnTo>
                  <a:lnTo>
                    <a:pt x="1183499" y="1552132"/>
                  </a:lnTo>
                  <a:lnTo>
                    <a:pt x="1183506" y="1552117"/>
                  </a:lnTo>
                  <a:lnTo>
                    <a:pt x="1183511" y="1552096"/>
                  </a:lnTo>
                  <a:lnTo>
                    <a:pt x="1183511" y="1552077"/>
                  </a:lnTo>
                  <a:lnTo>
                    <a:pt x="1183506" y="1552060"/>
                  </a:lnTo>
                  <a:lnTo>
                    <a:pt x="1183498" y="1552043"/>
                  </a:lnTo>
                  <a:lnTo>
                    <a:pt x="1183488" y="1552027"/>
                  </a:lnTo>
                  <a:lnTo>
                    <a:pt x="1183480" y="1552010"/>
                  </a:lnTo>
                  <a:lnTo>
                    <a:pt x="1183472" y="1551993"/>
                  </a:lnTo>
                  <a:lnTo>
                    <a:pt x="1183466" y="1551976"/>
                  </a:lnTo>
                  <a:lnTo>
                    <a:pt x="1183461" y="1551959"/>
                  </a:lnTo>
                  <a:lnTo>
                    <a:pt x="1183458" y="1551943"/>
                  </a:lnTo>
                  <a:lnTo>
                    <a:pt x="1183455" y="1551926"/>
                  </a:lnTo>
                  <a:lnTo>
                    <a:pt x="1183451" y="1551893"/>
                  </a:lnTo>
                  <a:lnTo>
                    <a:pt x="1183450" y="1551876"/>
                  </a:lnTo>
                  <a:lnTo>
                    <a:pt x="1183448" y="1551859"/>
                  </a:lnTo>
                  <a:lnTo>
                    <a:pt x="1183445" y="1551842"/>
                  </a:lnTo>
                  <a:lnTo>
                    <a:pt x="1183441" y="1551825"/>
                  </a:lnTo>
                  <a:lnTo>
                    <a:pt x="1183439" y="1551809"/>
                  </a:lnTo>
                  <a:lnTo>
                    <a:pt x="1183435" y="1551786"/>
                  </a:lnTo>
                  <a:lnTo>
                    <a:pt x="1183432" y="1551775"/>
                  </a:lnTo>
                  <a:lnTo>
                    <a:pt x="1183425" y="1551759"/>
                  </a:lnTo>
                  <a:lnTo>
                    <a:pt x="1183419" y="1551748"/>
                  </a:lnTo>
                  <a:lnTo>
                    <a:pt x="1183414" y="1551742"/>
                  </a:lnTo>
                  <a:lnTo>
                    <a:pt x="1183398" y="1551730"/>
                  </a:lnTo>
                  <a:lnTo>
                    <a:pt x="1183389" y="1551723"/>
                  </a:lnTo>
                  <a:lnTo>
                    <a:pt x="1183385" y="1551716"/>
                  </a:lnTo>
                  <a:lnTo>
                    <a:pt x="1183386" y="1551704"/>
                  </a:lnTo>
                  <a:lnTo>
                    <a:pt x="1183388" y="1551695"/>
                  </a:lnTo>
                  <a:lnTo>
                    <a:pt x="1183394" y="1551683"/>
                  </a:lnTo>
                  <a:lnTo>
                    <a:pt x="1183402" y="1551666"/>
                  </a:lnTo>
                  <a:lnTo>
                    <a:pt x="1183415" y="1551650"/>
                  </a:lnTo>
                  <a:lnTo>
                    <a:pt x="1183420" y="1551642"/>
                  </a:lnTo>
                  <a:lnTo>
                    <a:pt x="1183422" y="1551633"/>
                  </a:lnTo>
                  <a:lnTo>
                    <a:pt x="1183421" y="1551616"/>
                  </a:lnTo>
                  <a:lnTo>
                    <a:pt x="1183417" y="1551600"/>
                  </a:lnTo>
                  <a:lnTo>
                    <a:pt x="1183415" y="1551588"/>
                  </a:lnTo>
                  <a:lnTo>
                    <a:pt x="1183411" y="1551577"/>
                  </a:lnTo>
                  <a:lnTo>
                    <a:pt x="1183404" y="1551566"/>
                  </a:lnTo>
                  <a:lnTo>
                    <a:pt x="1183398" y="1551549"/>
                  </a:lnTo>
                  <a:lnTo>
                    <a:pt x="1183390" y="1551532"/>
                  </a:lnTo>
                  <a:lnTo>
                    <a:pt x="1183379" y="1551499"/>
                  </a:lnTo>
                  <a:lnTo>
                    <a:pt x="1183377" y="1551490"/>
                  </a:lnTo>
                  <a:lnTo>
                    <a:pt x="1183373" y="1551482"/>
                  </a:lnTo>
                  <a:lnTo>
                    <a:pt x="1183367" y="1551469"/>
                  </a:lnTo>
                  <a:lnTo>
                    <a:pt x="1183357" y="1551455"/>
                  </a:lnTo>
                  <a:lnTo>
                    <a:pt x="1183334" y="1551442"/>
                  </a:lnTo>
                  <a:lnTo>
                    <a:pt x="1183306" y="1551444"/>
                  </a:lnTo>
                  <a:lnTo>
                    <a:pt x="1183271" y="1551454"/>
                  </a:lnTo>
                  <a:lnTo>
                    <a:pt x="1183255" y="1551457"/>
                  </a:lnTo>
                  <a:lnTo>
                    <a:pt x="1183240" y="1551467"/>
                  </a:lnTo>
                  <a:lnTo>
                    <a:pt x="1183226" y="1551482"/>
                  </a:lnTo>
                  <a:lnTo>
                    <a:pt x="1183214" y="1551498"/>
                  </a:lnTo>
                  <a:lnTo>
                    <a:pt x="1183205" y="1551505"/>
                  </a:lnTo>
                  <a:lnTo>
                    <a:pt x="1183199" y="1551508"/>
                  </a:lnTo>
                  <a:lnTo>
                    <a:pt x="1183183" y="1551514"/>
                  </a:lnTo>
                  <a:lnTo>
                    <a:pt x="1183168" y="1551516"/>
                  </a:lnTo>
                  <a:lnTo>
                    <a:pt x="1183152" y="1551519"/>
                  </a:lnTo>
                  <a:lnTo>
                    <a:pt x="1183136" y="1551522"/>
                  </a:lnTo>
                  <a:lnTo>
                    <a:pt x="1183121" y="1551528"/>
                  </a:lnTo>
                  <a:lnTo>
                    <a:pt x="1183104" y="1551530"/>
                  </a:lnTo>
                  <a:lnTo>
                    <a:pt x="1183089" y="1551531"/>
                  </a:lnTo>
                  <a:lnTo>
                    <a:pt x="1183075" y="1551529"/>
                  </a:lnTo>
                  <a:lnTo>
                    <a:pt x="1183042" y="1551510"/>
                  </a:lnTo>
                  <a:lnTo>
                    <a:pt x="1183027" y="1551500"/>
                  </a:lnTo>
                  <a:lnTo>
                    <a:pt x="1183011" y="1551493"/>
                  </a:lnTo>
                  <a:lnTo>
                    <a:pt x="1182995" y="1551487"/>
                  </a:lnTo>
                  <a:lnTo>
                    <a:pt x="1182988" y="1551485"/>
                  </a:lnTo>
                  <a:lnTo>
                    <a:pt x="1182980" y="1551485"/>
                  </a:lnTo>
                  <a:lnTo>
                    <a:pt x="1182964" y="1551486"/>
                  </a:lnTo>
                  <a:lnTo>
                    <a:pt x="1182948" y="1551486"/>
                  </a:lnTo>
                  <a:lnTo>
                    <a:pt x="1182932" y="1551488"/>
                  </a:lnTo>
                  <a:lnTo>
                    <a:pt x="1182917" y="1551492"/>
                  </a:lnTo>
                  <a:lnTo>
                    <a:pt x="1182885" y="1551503"/>
                  </a:lnTo>
                  <a:lnTo>
                    <a:pt x="1182876" y="1551507"/>
                  </a:lnTo>
                  <a:lnTo>
                    <a:pt x="1182802" y="1551524"/>
                  </a:lnTo>
                  <a:lnTo>
                    <a:pt x="1182788" y="1551529"/>
                  </a:lnTo>
                  <a:lnTo>
                    <a:pt x="1182780" y="1551533"/>
                  </a:lnTo>
                  <a:lnTo>
                    <a:pt x="1182772" y="1551533"/>
                  </a:lnTo>
                  <a:lnTo>
                    <a:pt x="1182756" y="1551531"/>
                  </a:lnTo>
                  <a:lnTo>
                    <a:pt x="1182745" y="1551526"/>
                  </a:lnTo>
                  <a:lnTo>
                    <a:pt x="1182740" y="1551523"/>
                  </a:lnTo>
                  <a:lnTo>
                    <a:pt x="1182725" y="1551516"/>
                  </a:lnTo>
                  <a:lnTo>
                    <a:pt x="1182709" y="1551513"/>
                  </a:lnTo>
                  <a:lnTo>
                    <a:pt x="1182693" y="1551513"/>
                  </a:lnTo>
                  <a:lnTo>
                    <a:pt x="1182678" y="1551516"/>
                  </a:lnTo>
                  <a:lnTo>
                    <a:pt x="1182662" y="1551524"/>
                  </a:lnTo>
                  <a:lnTo>
                    <a:pt x="1182650" y="1551531"/>
                  </a:lnTo>
                  <a:lnTo>
                    <a:pt x="1182647" y="1551536"/>
                  </a:lnTo>
                  <a:lnTo>
                    <a:pt x="1182639" y="1551545"/>
                  </a:lnTo>
                  <a:lnTo>
                    <a:pt x="1182632" y="1551548"/>
                  </a:lnTo>
                  <a:lnTo>
                    <a:pt x="1182625" y="1551551"/>
                  </a:lnTo>
                  <a:lnTo>
                    <a:pt x="1182617" y="1551559"/>
                  </a:lnTo>
                  <a:lnTo>
                    <a:pt x="1182609" y="1551575"/>
                  </a:lnTo>
                  <a:lnTo>
                    <a:pt x="1182604" y="1551585"/>
                  </a:lnTo>
                  <a:lnTo>
                    <a:pt x="1182597" y="1551588"/>
                  </a:lnTo>
                  <a:lnTo>
                    <a:pt x="1182566" y="1551595"/>
                  </a:lnTo>
                  <a:lnTo>
                    <a:pt x="1182550" y="1551597"/>
                  </a:lnTo>
                  <a:lnTo>
                    <a:pt x="1182534" y="1551601"/>
                  </a:lnTo>
                  <a:lnTo>
                    <a:pt x="1182518" y="1551607"/>
                  </a:lnTo>
                  <a:lnTo>
                    <a:pt x="1182495" y="1551618"/>
                  </a:lnTo>
                  <a:lnTo>
                    <a:pt x="1182487" y="1551621"/>
                  </a:lnTo>
                  <a:lnTo>
                    <a:pt x="1182471" y="1551630"/>
                  </a:lnTo>
                  <a:lnTo>
                    <a:pt x="1182455" y="1551639"/>
                  </a:lnTo>
                  <a:lnTo>
                    <a:pt x="1182439" y="1551644"/>
                  </a:lnTo>
                  <a:lnTo>
                    <a:pt x="1182424" y="1551653"/>
                  </a:lnTo>
                  <a:lnTo>
                    <a:pt x="1182414" y="1551658"/>
                  </a:lnTo>
                  <a:lnTo>
                    <a:pt x="1182408" y="1551659"/>
                  </a:lnTo>
                  <a:lnTo>
                    <a:pt x="1182392" y="1551657"/>
                  </a:lnTo>
                  <a:lnTo>
                    <a:pt x="1182377" y="1551656"/>
                  </a:lnTo>
                  <a:lnTo>
                    <a:pt x="1182361" y="1551656"/>
                  </a:lnTo>
                  <a:lnTo>
                    <a:pt x="1182345" y="1551658"/>
                  </a:lnTo>
                  <a:lnTo>
                    <a:pt x="1182330" y="1551659"/>
                  </a:lnTo>
                  <a:lnTo>
                    <a:pt x="1182321" y="1551658"/>
                  </a:lnTo>
                  <a:lnTo>
                    <a:pt x="1182314" y="1551655"/>
                  </a:lnTo>
                  <a:lnTo>
                    <a:pt x="1182298" y="1551652"/>
                  </a:lnTo>
                  <a:lnTo>
                    <a:pt x="1182282" y="1551648"/>
                  </a:lnTo>
                  <a:lnTo>
                    <a:pt x="1182267" y="1551640"/>
                  </a:lnTo>
                  <a:lnTo>
                    <a:pt x="1182261" y="1551637"/>
                  </a:lnTo>
                  <a:lnTo>
                    <a:pt x="1182256" y="1551637"/>
                  </a:lnTo>
                  <a:lnTo>
                    <a:pt x="1182251" y="1551640"/>
                  </a:lnTo>
                  <a:lnTo>
                    <a:pt x="1182235" y="1551652"/>
                  </a:lnTo>
                  <a:lnTo>
                    <a:pt x="1182220" y="1551663"/>
                  </a:lnTo>
                  <a:lnTo>
                    <a:pt x="1182215" y="1551665"/>
                  </a:lnTo>
                  <a:lnTo>
                    <a:pt x="1182210" y="1551665"/>
                  </a:lnTo>
                  <a:lnTo>
                    <a:pt x="1182203" y="1551659"/>
                  </a:lnTo>
                  <a:lnTo>
                    <a:pt x="1182199" y="1551650"/>
                  </a:lnTo>
                  <a:lnTo>
                    <a:pt x="1182191" y="1551642"/>
                  </a:lnTo>
                  <a:lnTo>
                    <a:pt x="1182176" y="1551630"/>
                  </a:lnTo>
                  <a:lnTo>
                    <a:pt x="1182160" y="1551619"/>
                  </a:lnTo>
                  <a:lnTo>
                    <a:pt x="1182145" y="1551610"/>
                  </a:lnTo>
                  <a:lnTo>
                    <a:pt x="1182129" y="1551604"/>
                  </a:lnTo>
                  <a:lnTo>
                    <a:pt x="1182113" y="1551600"/>
                  </a:lnTo>
                  <a:lnTo>
                    <a:pt x="1182098" y="1551597"/>
                  </a:lnTo>
                  <a:lnTo>
                    <a:pt x="1182082" y="1551594"/>
                  </a:lnTo>
                  <a:lnTo>
                    <a:pt x="1182066" y="1551590"/>
                  </a:lnTo>
                  <a:lnTo>
                    <a:pt x="1182051" y="1551587"/>
                  </a:lnTo>
                  <a:lnTo>
                    <a:pt x="1182035" y="1551580"/>
                  </a:lnTo>
                  <a:lnTo>
                    <a:pt x="1182020" y="1551569"/>
                  </a:lnTo>
                  <a:lnTo>
                    <a:pt x="1182006" y="1551554"/>
                  </a:lnTo>
                  <a:lnTo>
                    <a:pt x="1182000" y="1551545"/>
                  </a:lnTo>
                  <a:lnTo>
                    <a:pt x="1181997" y="1551537"/>
                  </a:lnTo>
                  <a:lnTo>
                    <a:pt x="1181990" y="1551521"/>
                  </a:lnTo>
                  <a:lnTo>
                    <a:pt x="1181984" y="1551504"/>
                  </a:lnTo>
                  <a:lnTo>
                    <a:pt x="1181979" y="1551487"/>
                  </a:lnTo>
                  <a:lnTo>
                    <a:pt x="1181973" y="1551475"/>
                  </a:lnTo>
                  <a:lnTo>
                    <a:pt x="1181968" y="1551453"/>
                  </a:lnTo>
                  <a:lnTo>
                    <a:pt x="1181960" y="1551437"/>
                  </a:lnTo>
                  <a:lnTo>
                    <a:pt x="1181952" y="1551420"/>
                  </a:lnTo>
                  <a:lnTo>
                    <a:pt x="1181948" y="1551411"/>
                  </a:lnTo>
                  <a:lnTo>
                    <a:pt x="1181942" y="1551403"/>
                  </a:lnTo>
                  <a:lnTo>
                    <a:pt x="1181933" y="1551396"/>
                  </a:lnTo>
                  <a:lnTo>
                    <a:pt x="1181927" y="1551394"/>
                  </a:lnTo>
                  <a:lnTo>
                    <a:pt x="1181911" y="1551390"/>
                  </a:lnTo>
                  <a:lnTo>
                    <a:pt x="1181895" y="1551386"/>
                  </a:lnTo>
                  <a:lnTo>
                    <a:pt x="1181880" y="1551379"/>
                  </a:lnTo>
                  <a:lnTo>
                    <a:pt x="1181819" y="1551354"/>
                  </a:lnTo>
                  <a:lnTo>
                    <a:pt x="1181802" y="1551345"/>
                  </a:lnTo>
                  <a:lnTo>
                    <a:pt x="1181786" y="1551339"/>
                  </a:lnTo>
                  <a:lnTo>
                    <a:pt x="1181770" y="1551336"/>
                  </a:lnTo>
                  <a:lnTo>
                    <a:pt x="1181764" y="1551337"/>
                  </a:lnTo>
                  <a:lnTo>
                    <a:pt x="1181761" y="1551341"/>
                  </a:lnTo>
                  <a:lnTo>
                    <a:pt x="1181751" y="1551354"/>
                  </a:lnTo>
                  <a:lnTo>
                    <a:pt x="1181739" y="1551373"/>
                  </a:lnTo>
                  <a:lnTo>
                    <a:pt x="1181730" y="1551386"/>
                  </a:lnTo>
                  <a:lnTo>
                    <a:pt x="1181706" y="1551396"/>
                  </a:lnTo>
                  <a:lnTo>
                    <a:pt x="1181685" y="1551397"/>
                  </a:lnTo>
                  <a:lnTo>
                    <a:pt x="1181660" y="1551395"/>
                  </a:lnTo>
                  <a:lnTo>
                    <a:pt x="1181630" y="1551393"/>
                  </a:lnTo>
                  <a:lnTo>
                    <a:pt x="1181597" y="1551391"/>
                  </a:lnTo>
                  <a:lnTo>
                    <a:pt x="1181569" y="1551387"/>
                  </a:lnTo>
                  <a:lnTo>
                    <a:pt x="1181539" y="1551377"/>
                  </a:lnTo>
                  <a:lnTo>
                    <a:pt x="1181528" y="1551375"/>
                  </a:lnTo>
                  <a:lnTo>
                    <a:pt x="1181512" y="1551374"/>
                  </a:lnTo>
                  <a:lnTo>
                    <a:pt x="1181497" y="1551374"/>
                  </a:lnTo>
                  <a:lnTo>
                    <a:pt x="1181476" y="1551380"/>
                  </a:lnTo>
                  <a:lnTo>
                    <a:pt x="1181465" y="1551382"/>
                  </a:lnTo>
                  <a:lnTo>
                    <a:pt x="1181449" y="1551381"/>
                  </a:lnTo>
                  <a:lnTo>
                    <a:pt x="1181434" y="1551382"/>
                  </a:lnTo>
                  <a:lnTo>
                    <a:pt x="1181418" y="1551384"/>
                  </a:lnTo>
                  <a:lnTo>
                    <a:pt x="1181402" y="1551389"/>
                  </a:lnTo>
                  <a:lnTo>
                    <a:pt x="1181386" y="1551394"/>
                  </a:lnTo>
                  <a:lnTo>
                    <a:pt x="1181371" y="1551399"/>
                  </a:lnTo>
                  <a:lnTo>
                    <a:pt x="1181363" y="1551401"/>
                  </a:lnTo>
                  <a:lnTo>
                    <a:pt x="1181355" y="1551401"/>
                  </a:lnTo>
                  <a:lnTo>
                    <a:pt x="1181346" y="1551398"/>
                  </a:lnTo>
                  <a:lnTo>
                    <a:pt x="1181340" y="1551390"/>
                  </a:lnTo>
                  <a:lnTo>
                    <a:pt x="1181328" y="1551373"/>
                  </a:lnTo>
                  <a:lnTo>
                    <a:pt x="1181303" y="1551348"/>
                  </a:lnTo>
                  <a:lnTo>
                    <a:pt x="1181300" y="1551342"/>
                  </a:lnTo>
                  <a:lnTo>
                    <a:pt x="1181293" y="1551328"/>
                  </a:lnTo>
                  <a:lnTo>
                    <a:pt x="1181286" y="1551309"/>
                  </a:lnTo>
                  <a:lnTo>
                    <a:pt x="1181283" y="1551300"/>
                  </a:lnTo>
                  <a:lnTo>
                    <a:pt x="1181279" y="1551294"/>
                  </a:lnTo>
                  <a:lnTo>
                    <a:pt x="1181268" y="1551295"/>
                  </a:lnTo>
                  <a:lnTo>
                    <a:pt x="1181245" y="1551306"/>
                  </a:lnTo>
                  <a:lnTo>
                    <a:pt x="1181229" y="1551312"/>
                  </a:lnTo>
                  <a:lnTo>
                    <a:pt x="1181198" y="1551324"/>
                  </a:lnTo>
                  <a:lnTo>
                    <a:pt x="1181182" y="1551330"/>
                  </a:lnTo>
                  <a:lnTo>
                    <a:pt x="1181166" y="1551335"/>
                  </a:lnTo>
                  <a:lnTo>
                    <a:pt x="1181159" y="1551337"/>
                  </a:lnTo>
                  <a:lnTo>
                    <a:pt x="1181135" y="1551338"/>
                  </a:lnTo>
                  <a:lnTo>
                    <a:pt x="1181119" y="1551337"/>
                  </a:lnTo>
                  <a:lnTo>
                    <a:pt x="1181104" y="1551334"/>
                  </a:lnTo>
                  <a:lnTo>
                    <a:pt x="1181088" y="1551330"/>
                  </a:lnTo>
                  <a:lnTo>
                    <a:pt x="1181072" y="1551325"/>
                  </a:lnTo>
                  <a:lnTo>
                    <a:pt x="1181057" y="1551316"/>
                  </a:lnTo>
                  <a:lnTo>
                    <a:pt x="1181041" y="1551311"/>
                  </a:lnTo>
                  <a:lnTo>
                    <a:pt x="1181025" y="1551305"/>
                  </a:lnTo>
                  <a:lnTo>
                    <a:pt x="1181010" y="1551297"/>
                  </a:lnTo>
                  <a:lnTo>
                    <a:pt x="1180994" y="1551294"/>
                  </a:lnTo>
                  <a:lnTo>
                    <a:pt x="1180979" y="1551294"/>
                  </a:lnTo>
                  <a:lnTo>
                    <a:pt x="1180963" y="1551294"/>
                  </a:lnTo>
                  <a:lnTo>
                    <a:pt x="1180947" y="1551291"/>
                  </a:lnTo>
                  <a:lnTo>
                    <a:pt x="1180931" y="1551284"/>
                  </a:lnTo>
                  <a:lnTo>
                    <a:pt x="1180916" y="1551278"/>
                  </a:lnTo>
                  <a:lnTo>
                    <a:pt x="1180900" y="1551273"/>
                  </a:lnTo>
                  <a:lnTo>
                    <a:pt x="1180884" y="1551268"/>
                  </a:lnTo>
                  <a:lnTo>
                    <a:pt x="1180869" y="1551265"/>
                  </a:lnTo>
                  <a:lnTo>
                    <a:pt x="1180859" y="1551266"/>
                  </a:lnTo>
                  <a:lnTo>
                    <a:pt x="1180848" y="1551274"/>
                  </a:lnTo>
                  <a:lnTo>
                    <a:pt x="1180841" y="1551286"/>
                  </a:lnTo>
                  <a:lnTo>
                    <a:pt x="1180832" y="1551297"/>
                  </a:lnTo>
                  <a:lnTo>
                    <a:pt x="1180826" y="1551298"/>
                  </a:lnTo>
                  <a:lnTo>
                    <a:pt x="1180811" y="1551298"/>
                  </a:lnTo>
                  <a:lnTo>
                    <a:pt x="1180795" y="1551296"/>
                  </a:lnTo>
                  <a:lnTo>
                    <a:pt x="1180779" y="1551294"/>
                  </a:lnTo>
                  <a:lnTo>
                    <a:pt x="1180764" y="1551292"/>
                  </a:lnTo>
                  <a:lnTo>
                    <a:pt x="1180748" y="1551288"/>
                  </a:lnTo>
                  <a:lnTo>
                    <a:pt x="1180733" y="1551286"/>
                  </a:lnTo>
                  <a:lnTo>
                    <a:pt x="1180717" y="1551286"/>
                  </a:lnTo>
                  <a:lnTo>
                    <a:pt x="1180701" y="1551285"/>
                  </a:lnTo>
                  <a:lnTo>
                    <a:pt x="1180685" y="1551281"/>
                  </a:lnTo>
                  <a:lnTo>
                    <a:pt x="1180654" y="1551269"/>
                  </a:lnTo>
                  <a:lnTo>
                    <a:pt x="1180647" y="1551267"/>
                  </a:lnTo>
                  <a:lnTo>
                    <a:pt x="1180638" y="1551267"/>
                  </a:lnTo>
                  <a:lnTo>
                    <a:pt x="1180623" y="1551268"/>
                  </a:lnTo>
                  <a:lnTo>
                    <a:pt x="1180607" y="1551289"/>
                  </a:lnTo>
                  <a:lnTo>
                    <a:pt x="1180588" y="1551322"/>
                  </a:lnTo>
                  <a:lnTo>
                    <a:pt x="1180573" y="1551314"/>
                  </a:lnTo>
                  <a:lnTo>
                    <a:pt x="1180563" y="1551310"/>
                  </a:lnTo>
                  <a:lnTo>
                    <a:pt x="1180554" y="1551306"/>
                  </a:lnTo>
                  <a:lnTo>
                    <a:pt x="1180539" y="1551300"/>
                  </a:lnTo>
                  <a:lnTo>
                    <a:pt x="1180529" y="1551294"/>
                  </a:lnTo>
                  <a:lnTo>
                    <a:pt x="1180512" y="1551267"/>
                  </a:lnTo>
                  <a:lnTo>
                    <a:pt x="1180486" y="1551226"/>
                  </a:lnTo>
                  <a:lnTo>
                    <a:pt x="1180463" y="1551199"/>
                  </a:lnTo>
                  <a:lnTo>
                    <a:pt x="1180450" y="1551162"/>
                  </a:lnTo>
                  <a:lnTo>
                    <a:pt x="1180440" y="1551123"/>
                  </a:lnTo>
                  <a:lnTo>
                    <a:pt x="1180429" y="1551086"/>
                  </a:lnTo>
                  <a:lnTo>
                    <a:pt x="1180419" y="1551069"/>
                  </a:lnTo>
                  <a:lnTo>
                    <a:pt x="1180404" y="1551041"/>
                  </a:lnTo>
                  <a:lnTo>
                    <a:pt x="1180370" y="1550991"/>
                  </a:lnTo>
                  <a:lnTo>
                    <a:pt x="1180340" y="1550937"/>
                  </a:lnTo>
                  <a:lnTo>
                    <a:pt x="1180327" y="1550916"/>
                  </a:lnTo>
                  <a:lnTo>
                    <a:pt x="1180319" y="1550896"/>
                  </a:lnTo>
                  <a:lnTo>
                    <a:pt x="1180323" y="1550859"/>
                  </a:lnTo>
                  <a:lnTo>
                    <a:pt x="1180337" y="1550818"/>
                  </a:lnTo>
                  <a:lnTo>
                    <a:pt x="1180366" y="1550767"/>
                  </a:lnTo>
                  <a:lnTo>
                    <a:pt x="1180382" y="1550744"/>
                  </a:lnTo>
                  <a:lnTo>
                    <a:pt x="1180397" y="1550719"/>
                  </a:lnTo>
                  <a:lnTo>
                    <a:pt x="1180406" y="1550692"/>
                  </a:lnTo>
                  <a:lnTo>
                    <a:pt x="1180412" y="1550645"/>
                  </a:lnTo>
                  <a:lnTo>
                    <a:pt x="1180412" y="1550596"/>
                  </a:lnTo>
                  <a:lnTo>
                    <a:pt x="1180420" y="1550560"/>
                  </a:lnTo>
                  <a:lnTo>
                    <a:pt x="1180430" y="1550529"/>
                  </a:lnTo>
                  <a:lnTo>
                    <a:pt x="1180445" y="1550491"/>
                  </a:lnTo>
                  <a:lnTo>
                    <a:pt x="1180463" y="1550462"/>
                  </a:lnTo>
                  <a:lnTo>
                    <a:pt x="1180490" y="1550438"/>
                  </a:lnTo>
                  <a:lnTo>
                    <a:pt x="1180519" y="1550408"/>
                  </a:lnTo>
                  <a:lnTo>
                    <a:pt x="1180539" y="1550390"/>
                  </a:lnTo>
                  <a:lnTo>
                    <a:pt x="1180560" y="1550367"/>
                  </a:lnTo>
                  <a:lnTo>
                    <a:pt x="1180565" y="1550359"/>
                  </a:lnTo>
                  <a:lnTo>
                    <a:pt x="1180576" y="1550340"/>
                  </a:lnTo>
                  <a:lnTo>
                    <a:pt x="1180595" y="1550300"/>
                  </a:lnTo>
                  <a:lnTo>
                    <a:pt x="1180599" y="1550282"/>
                  </a:lnTo>
                  <a:lnTo>
                    <a:pt x="1180618" y="1550243"/>
                  </a:lnTo>
                  <a:lnTo>
                    <a:pt x="1180644" y="1550196"/>
                  </a:lnTo>
                  <a:lnTo>
                    <a:pt x="1180671" y="1550151"/>
                  </a:lnTo>
                  <a:lnTo>
                    <a:pt x="1180695" y="1550121"/>
                  </a:lnTo>
                  <a:lnTo>
                    <a:pt x="1180718" y="1550083"/>
                  </a:lnTo>
                  <a:lnTo>
                    <a:pt x="1180724" y="1550079"/>
                  </a:lnTo>
                  <a:lnTo>
                    <a:pt x="1180756" y="1550054"/>
                  </a:lnTo>
                  <a:lnTo>
                    <a:pt x="1180809" y="1550026"/>
                  </a:lnTo>
                  <a:lnTo>
                    <a:pt x="1180853" y="1550004"/>
                  </a:lnTo>
                  <a:lnTo>
                    <a:pt x="1180888" y="1549986"/>
                  </a:lnTo>
                  <a:lnTo>
                    <a:pt x="1180920" y="1549979"/>
                  </a:lnTo>
                  <a:lnTo>
                    <a:pt x="1180944" y="1549981"/>
                  </a:lnTo>
                  <a:lnTo>
                    <a:pt x="1180979" y="1549983"/>
                  </a:lnTo>
                  <a:lnTo>
                    <a:pt x="1181003" y="1549976"/>
                  </a:lnTo>
                  <a:lnTo>
                    <a:pt x="1181042" y="1549963"/>
                  </a:lnTo>
                  <a:lnTo>
                    <a:pt x="1181068" y="1549955"/>
                  </a:lnTo>
                  <a:lnTo>
                    <a:pt x="1181099" y="1549956"/>
                  </a:lnTo>
                  <a:lnTo>
                    <a:pt x="1181133" y="1549959"/>
                  </a:lnTo>
                  <a:lnTo>
                    <a:pt x="1181160" y="1549954"/>
                  </a:lnTo>
                  <a:lnTo>
                    <a:pt x="1181184" y="1549943"/>
                  </a:lnTo>
                  <a:lnTo>
                    <a:pt x="1181208" y="1549932"/>
                  </a:lnTo>
                  <a:lnTo>
                    <a:pt x="1181238" y="1549927"/>
                  </a:lnTo>
                  <a:lnTo>
                    <a:pt x="1181280" y="1549928"/>
                  </a:lnTo>
                  <a:lnTo>
                    <a:pt x="1181316" y="1549937"/>
                  </a:lnTo>
                  <a:lnTo>
                    <a:pt x="1181350" y="1549946"/>
                  </a:lnTo>
                  <a:lnTo>
                    <a:pt x="1181401" y="1549953"/>
                  </a:lnTo>
                  <a:lnTo>
                    <a:pt x="1181441" y="1549958"/>
                  </a:lnTo>
                  <a:lnTo>
                    <a:pt x="1181476" y="1549963"/>
                  </a:lnTo>
                  <a:lnTo>
                    <a:pt x="1181497" y="1549959"/>
                  </a:lnTo>
                  <a:lnTo>
                    <a:pt x="1181533" y="1549937"/>
                  </a:lnTo>
                  <a:lnTo>
                    <a:pt x="1181570" y="1549906"/>
                  </a:lnTo>
                  <a:lnTo>
                    <a:pt x="1181616" y="1549844"/>
                  </a:lnTo>
                  <a:lnTo>
                    <a:pt x="1181637" y="1549809"/>
                  </a:lnTo>
                  <a:lnTo>
                    <a:pt x="1181643" y="1549799"/>
                  </a:lnTo>
                  <a:lnTo>
                    <a:pt x="1181651" y="1549785"/>
                  </a:lnTo>
                  <a:lnTo>
                    <a:pt x="1181657" y="1549769"/>
                  </a:lnTo>
                  <a:lnTo>
                    <a:pt x="1181663" y="1549748"/>
                  </a:lnTo>
                  <a:lnTo>
                    <a:pt x="1181663" y="1549737"/>
                  </a:lnTo>
                  <a:lnTo>
                    <a:pt x="1181660" y="1549707"/>
                  </a:lnTo>
                  <a:lnTo>
                    <a:pt x="1181658" y="1549682"/>
                  </a:lnTo>
                  <a:lnTo>
                    <a:pt x="1181657" y="1549661"/>
                  </a:lnTo>
                  <a:lnTo>
                    <a:pt x="1181662" y="1549625"/>
                  </a:lnTo>
                  <a:lnTo>
                    <a:pt x="1181664" y="1549610"/>
                  </a:lnTo>
                  <a:lnTo>
                    <a:pt x="1181671" y="1549563"/>
                  </a:lnTo>
                  <a:lnTo>
                    <a:pt x="1181685" y="1549466"/>
                  </a:lnTo>
                  <a:lnTo>
                    <a:pt x="1181688" y="1549438"/>
                  </a:lnTo>
                  <a:lnTo>
                    <a:pt x="1181684" y="1549419"/>
                  </a:lnTo>
                  <a:lnTo>
                    <a:pt x="1181680" y="1549402"/>
                  </a:lnTo>
                  <a:lnTo>
                    <a:pt x="1181675" y="1549371"/>
                  </a:lnTo>
                  <a:lnTo>
                    <a:pt x="1181673" y="1549333"/>
                  </a:lnTo>
                  <a:lnTo>
                    <a:pt x="1181669" y="1549294"/>
                  </a:lnTo>
                  <a:lnTo>
                    <a:pt x="1181661" y="1549272"/>
                  </a:lnTo>
                  <a:lnTo>
                    <a:pt x="1181644" y="1549252"/>
                  </a:lnTo>
                  <a:lnTo>
                    <a:pt x="1181624" y="1549229"/>
                  </a:lnTo>
                  <a:lnTo>
                    <a:pt x="1181606" y="1549204"/>
                  </a:lnTo>
                  <a:lnTo>
                    <a:pt x="1181599" y="1549183"/>
                  </a:lnTo>
                  <a:lnTo>
                    <a:pt x="1181591" y="1549155"/>
                  </a:lnTo>
                  <a:lnTo>
                    <a:pt x="1181587" y="1549149"/>
                  </a:lnTo>
                  <a:lnTo>
                    <a:pt x="1181575" y="1549131"/>
                  </a:lnTo>
                  <a:lnTo>
                    <a:pt x="1181557" y="1549114"/>
                  </a:lnTo>
                  <a:lnTo>
                    <a:pt x="1181539" y="1549090"/>
                  </a:lnTo>
                  <a:lnTo>
                    <a:pt x="1181524" y="1549058"/>
                  </a:lnTo>
                  <a:lnTo>
                    <a:pt x="1181518" y="1549047"/>
                  </a:lnTo>
                  <a:lnTo>
                    <a:pt x="1181514" y="1549038"/>
                  </a:lnTo>
                  <a:lnTo>
                    <a:pt x="1181507" y="1549023"/>
                  </a:lnTo>
                  <a:lnTo>
                    <a:pt x="1181487" y="1548989"/>
                  </a:lnTo>
                  <a:lnTo>
                    <a:pt x="1181467" y="1548958"/>
                  </a:lnTo>
                  <a:lnTo>
                    <a:pt x="1181448" y="1548918"/>
                  </a:lnTo>
                  <a:lnTo>
                    <a:pt x="1181430" y="1548874"/>
                  </a:lnTo>
                  <a:lnTo>
                    <a:pt x="1181417" y="1548848"/>
                  </a:lnTo>
                  <a:lnTo>
                    <a:pt x="1181395" y="1548822"/>
                  </a:lnTo>
                  <a:lnTo>
                    <a:pt x="1181380" y="1548801"/>
                  </a:lnTo>
                  <a:lnTo>
                    <a:pt x="1181366" y="1548777"/>
                  </a:lnTo>
                  <a:lnTo>
                    <a:pt x="1181355" y="1548742"/>
                  </a:lnTo>
                  <a:lnTo>
                    <a:pt x="1181339" y="1548707"/>
                  </a:lnTo>
                  <a:lnTo>
                    <a:pt x="1181326" y="1548682"/>
                  </a:lnTo>
                  <a:lnTo>
                    <a:pt x="1181313" y="1548653"/>
                  </a:lnTo>
                  <a:lnTo>
                    <a:pt x="1181305" y="1548619"/>
                  </a:lnTo>
                  <a:lnTo>
                    <a:pt x="1181298" y="1548577"/>
                  </a:lnTo>
                  <a:lnTo>
                    <a:pt x="1181302" y="1548540"/>
                  </a:lnTo>
                  <a:lnTo>
                    <a:pt x="1181309" y="1548514"/>
                  </a:lnTo>
                  <a:lnTo>
                    <a:pt x="1181311" y="1548491"/>
                  </a:lnTo>
                  <a:lnTo>
                    <a:pt x="1181307" y="1548466"/>
                  </a:lnTo>
                  <a:lnTo>
                    <a:pt x="1181302" y="1548432"/>
                  </a:lnTo>
                  <a:lnTo>
                    <a:pt x="1181285" y="1548391"/>
                  </a:lnTo>
                  <a:lnTo>
                    <a:pt x="1181282" y="1548385"/>
                  </a:lnTo>
                  <a:lnTo>
                    <a:pt x="1181260" y="1548347"/>
                  </a:lnTo>
                  <a:lnTo>
                    <a:pt x="1181257" y="1548334"/>
                  </a:lnTo>
                  <a:lnTo>
                    <a:pt x="1181251" y="1548315"/>
                  </a:lnTo>
                  <a:lnTo>
                    <a:pt x="1181242" y="1548268"/>
                  </a:lnTo>
                  <a:lnTo>
                    <a:pt x="1181236" y="1548211"/>
                  </a:lnTo>
                  <a:lnTo>
                    <a:pt x="1181225" y="1548158"/>
                  </a:lnTo>
                  <a:lnTo>
                    <a:pt x="1181224" y="1548120"/>
                  </a:lnTo>
                  <a:lnTo>
                    <a:pt x="1181227" y="1548060"/>
                  </a:lnTo>
                  <a:lnTo>
                    <a:pt x="1181232" y="1548003"/>
                  </a:lnTo>
                  <a:lnTo>
                    <a:pt x="1181242" y="1547953"/>
                  </a:lnTo>
                  <a:lnTo>
                    <a:pt x="1181255" y="1547907"/>
                  </a:lnTo>
                  <a:lnTo>
                    <a:pt x="1181284" y="1547851"/>
                  </a:lnTo>
                  <a:lnTo>
                    <a:pt x="1181302" y="1547821"/>
                  </a:lnTo>
                  <a:lnTo>
                    <a:pt x="1181319" y="1547799"/>
                  </a:lnTo>
                  <a:lnTo>
                    <a:pt x="1181328" y="1547787"/>
                  </a:lnTo>
                  <a:lnTo>
                    <a:pt x="1181338" y="1547773"/>
                  </a:lnTo>
                  <a:lnTo>
                    <a:pt x="1181353" y="1547747"/>
                  </a:lnTo>
                  <a:lnTo>
                    <a:pt x="1181357" y="1547732"/>
                  </a:lnTo>
                  <a:lnTo>
                    <a:pt x="1181357" y="1547710"/>
                  </a:lnTo>
                  <a:lnTo>
                    <a:pt x="1181352" y="1547686"/>
                  </a:lnTo>
                  <a:lnTo>
                    <a:pt x="1181346" y="1547674"/>
                  </a:lnTo>
                  <a:lnTo>
                    <a:pt x="1181338" y="1547654"/>
                  </a:lnTo>
                  <a:lnTo>
                    <a:pt x="1181330" y="1547628"/>
                  </a:lnTo>
                  <a:lnTo>
                    <a:pt x="1181331" y="1547592"/>
                  </a:lnTo>
                  <a:lnTo>
                    <a:pt x="1181323" y="1547558"/>
                  </a:lnTo>
                  <a:lnTo>
                    <a:pt x="1181308" y="1547528"/>
                  </a:lnTo>
                  <a:lnTo>
                    <a:pt x="1181285" y="1547491"/>
                  </a:lnTo>
                  <a:lnTo>
                    <a:pt x="1181276" y="1547462"/>
                  </a:lnTo>
                  <a:lnTo>
                    <a:pt x="1181272" y="1547373"/>
                  </a:lnTo>
                  <a:lnTo>
                    <a:pt x="1181264" y="1547338"/>
                  </a:lnTo>
                  <a:lnTo>
                    <a:pt x="1181260" y="1547329"/>
                  </a:lnTo>
                  <a:lnTo>
                    <a:pt x="1181248" y="1547299"/>
                  </a:lnTo>
                  <a:lnTo>
                    <a:pt x="1181228" y="1547273"/>
                  </a:lnTo>
                  <a:lnTo>
                    <a:pt x="1181203" y="1547255"/>
                  </a:lnTo>
                  <a:lnTo>
                    <a:pt x="1181199" y="1547252"/>
                  </a:lnTo>
                  <a:lnTo>
                    <a:pt x="1181172" y="1547233"/>
                  </a:lnTo>
                  <a:lnTo>
                    <a:pt x="1181159" y="1547221"/>
                  </a:lnTo>
                  <a:lnTo>
                    <a:pt x="1181146" y="1547201"/>
                  </a:lnTo>
                  <a:lnTo>
                    <a:pt x="1181130" y="1547174"/>
                  </a:lnTo>
                  <a:lnTo>
                    <a:pt x="1181116" y="1547155"/>
                  </a:lnTo>
                  <a:lnTo>
                    <a:pt x="1181089" y="1547142"/>
                  </a:lnTo>
                  <a:lnTo>
                    <a:pt x="1181063" y="1547132"/>
                  </a:lnTo>
                  <a:lnTo>
                    <a:pt x="1181031" y="1547129"/>
                  </a:lnTo>
                  <a:lnTo>
                    <a:pt x="1180990" y="1547133"/>
                  </a:lnTo>
                  <a:lnTo>
                    <a:pt x="1180960" y="1547133"/>
                  </a:lnTo>
                  <a:lnTo>
                    <a:pt x="1180938" y="1547123"/>
                  </a:lnTo>
                  <a:lnTo>
                    <a:pt x="1180912" y="1547104"/>
                  </a:lnTo>
                  <a:lnTo>
                    <a:pt x="1180889" y="1547076"/>
                  </a:lnTo>
                  <a:lnTo>
                    <a:pt x="1180876" y="1547048"/>
                  </a:lnTo>
                  <a:lnTo>
                    <a:pt x="1180868" y="1547010"/>
                  </a:lnTo>
                  <a:lnTo>
                    <a:pt x="1180865" y="1546960"/>
                  </a:lnTo>
                  <a:lnTo>
                    <a:pt x="1180865" y="1546888"/>
                  </a:lnTo>
                  <a:lnTo>
                    <a:pt x="1180863" y="1546858"/>
                  </a:lnTo>
                  <a:lnTo>
                    <a:pt x="1180862" y="1546827"/>
                  </a:lnTo>
                  <a:lnTo>
                    <a:pt x="1180855" y="1546740"/>
                  </a:lnTo>
                  <a:lnTo>
                    <a:pt x="1180851" y="1546703"/>
                  </a:lnTo>
                  <a:lnTo>
                    <a:pt x="1180850" y="1546691"/>
                  </a:lnTo>
                  <a:lnTo>
                    <a:pt x="1180848" y="1546675"/>
                  </a:lnTo>
                  <a:lnTo>
                    <a:pt x="1180842" y="1546647"/>
                  </a:lnTo>
                  <a:lnTo>
                    <a:pt x="1180843" y="1546634"/>
                  </a:lnTo>
                  <a:lnTo>
                    <a:pt x="1180844" y="1546614"/>
                  </a:lnTo>
                  <a:lnTo>
                    <a:pt x="1180853" y="1546584"/>
                  </a:lnTo>
                  <a:lnTo>
                    <a:pt x="1180864" y="1546549"/>
                  </a:lnTo>
                  <a:lnTo>
                    <a:pt x="1180867" y="1546496"/>
                  </a:lnTo>
                  <a:lnTo>
                    <a:pt x="1180877" y="1546431"/>
                  </a:lnTo>
                  <a:lnTo>
                    <a:pt x="1180894" y="1546372"/>
                  </a:lnTo>
                  <a:lnTo>
                    <a:pt x="1180909" y="1546335"/>
                  </a:lnTo>
                  <a:lnTo>
                    <a:pt x="1180917" y="1546321"/>
                  </a:lnTo>
                  <a:lnTo>
                    <a:pt x="1180922" y="1546311"/>
                  </a:lnTo>
                  <a:lnTo>
                    <a:pt x="1180923" y="1546306"/>
                  </a:lnTo>
                  <a:lnTo>
                    <a:pt x="1180929" y="1546291"/>
                  </a:lnTo>
                  <a:lnTo>
                    <a:pt x="1180931" y="1546267"/>
                  </a:lnTo>
                  <a:lnTo>
                    <a:pt x="1180944" y="1546226"/>
                  </a:lnTo>
                  <a:lnTo>
                    <a:pt x="1180953" y="1546197"/>
                  </a:lnTo>
                  <a:lnTo>
                    <a:pt x="1180960" y="1546166"/>
                  </a:lnTo>
                  <a:lnTo>
                    <a:pt x="1180956" y="1546152"/>
                  </a:lnTo>
                  <a:lnTo>
                    <a:pt x="1180950" y="1546135"/>
                  </a:lnTo>
                  <a:lnTo>
                    <a:pt x="1180929" y="1546109"/>
                  </a:lnTo>
                  <a:lnTo>
                    <a:pt x="1180912" y="1546096"/>
                  </a:lnTo>
                  <a:lnTo>
                    <a:pt x="1180886" y="1546087"/>
                  </a:lnTo>
                  <a:lnTo>
                    <a:pt x="1180858" y="1546073"/>
                  </a:lnTo>
                  <a:lnTo>
                    <a:pt x="1180836" y="1546059"/>
                  </a:lnTo>
                  <a:lnTo>
                    <a:pt x="1180797" y="1546044"/>
                  </a:lnTo>
                  <a:lnTo>
                    <a:pt x="1180759" y="1546040"/>
                  </a:lnTo>
                  <a:lnTo>
                    <a:pt x="1180723" y="1546044"/>
                  </a:lnTo>
                  <a:lnTo>
                    <a:pt x="1180672" y="1546058"/>
                  </a:lnTo>
                  <a:lnTo>
                    <a:pt x="1180622" y="1546075"/>
                  </a:lnTo>
                  <a:lnTo>
                    <a:pt x="1180598" y="1546084"/>
                  </a:lnTo>
                  <a:lnTo>
                    <a:pt x="1180554" y="1546089"/>
                  </a:lnTo>
                  <a:lnTo>
                    <a:pt x="1180522" y="1546087"/>
                  </a:lnTo>
                  <a:lnTo>
                    <a:pt x="1180495" y="1546079"/>
                  </a:lnTo>
                  <a:lnTo>
                    <a:pt x="1180457" y="1546048"/>
                  </a:lnTo>
                  <a:lnTo>
                    <a:pt x="1180413" y="1546016"/>
                  </a:lnTo>
                  <a:lnTo>
                    <a:pt x="1180379" y="1545997"/>
                  </a:lnTo>
                  <a:lnTo>
                    <a:pt x="1180351" y="1545989"/>
                  </a:lnTo>
                  <a:lnTo>
                    <a:pt x="1180321" y="1545991"/>
                  </a:lnTo>
                  <a:lnTo>
                    <a:pt x="1180298" y="1545991"/>
                  </a:lnTo>
                  <a:lnTo>
                    <a:pt x="1180268" y="1545986"/>
                  </a:lnTo>
                  <a:lnTo>
                    <a:pt x="1180246" y="1545979"/>
                  </a:lnTo>
                  <a:lnTo>
                    <a:pt x="1180222" y="1545979"/>
                  </a:lnTo>
                  <a:lnTo>
                    <a:pt x="1180204" y="1545976"/>
                  </a:lnTo>
                  <a:lnTo>
                    <a:pt x="1180198" y="1545974"/>
                  </a:lnTo>
                  <a:lnTo>
                    <a:pt x="1180190" y="1545967"/>
                  </a:lnTo>
                  <a:lnTo>
                    <a:pt x="1180171" y="1545948"/>
                  </a:lnTo>
                  <a:lnTo>
                    <a:pt x="1180154" y="1545929"/>
                  </a:lnTo>
                  <a:lnTo>
                    <a:pt x="1180144" y="1545907"/>
                  </a:lnTo>
                  <a:lnTo>
                    <a:pt x="1180137" y="1545884"/>
                  </a:lnTo>
                  <a:lnTo>
                    <a:pt x="1180122" y="1545859"/>
                  </a:lnTo>
                  <a:lnTo>
                    <a:pt x="1180096" y="1545829"/>
                  </a:lnTo>
                  <a:lnTo>
                    <a:pt x="1180066" y="1545807"/>
                  </a:lnTo>
                  <a:lnTo>
                    <a:pt x="1180045" y="1545795"/>
                  </a:lnTo>
                  <a:lnTo>
                    <a:pt x="1180026" y="1545780"/>
                  </a:lnTo>
                  <a:lnTo>
                    <a:pt x="1180009" y="1545761"/>
                  </a:lnTo>
                  <a:lnTo>
                    <a:pt x="1179995" y="1545737"/>
                  </a:lnTo>
                  <a:lnTo>
                    <a:pt x="1179972" y="1545709"/>
                  </a:lnTo>
                  <a:lnTo>
                    <a:pt x="1179952" y="1545692"/>
                  </a:lnTo>
                  <a:lnTo>
                    <a:pt x="1179927" y="1545670"/>
                  </a:lnTo>
                  <a:lnTo>
                    <a:pt x="1179913" y="1545650"/>
                  </a:lnTo>
                  <a:lnTo>
                    <a:pt x="1179899" y="1545622"/>
                  </a:lnTo>
                  <a:lnTo>
                    <a:pt x="1179873" y="1545568"/>
                  </a:lnTo>
                  <a:lnTo>
                    <a:pt x="1179846" y="1545521"/>
                  </a:lnTo>
                  <a:lnTo>
                    <a:pt x="1179822" y="1545488"/>
                  </a:lnTo>
                  <a:lnTo>
                    <a:pt x="1179804" y="1545458"/>
                  </a:lnTo>
                  <a:lnTo>
                    <a:pt x="1179796" y="1545436"/>
                  </a:lnTo>
                  <a:lnTo>
                    <a:pt x="1179788" y="1545416"/>
                  </a:lnTo>
                  <a:lnTo>
                    <a:pt x="1179786" y="1545402"/>
                  </a:lnTo>
                  <a:lnTo>
                    <a:pt x="1179790" y="1545377"/>
                  </a:lnTo>
                  <a:lnTo>
                    <a:pt x="1179808" y="1545345"/>
                  </a:lnTo>
                  <a:lnTo>
                    <a:pt x="1179823" y="1545325"/>
                  </a:lnTo>
                  <a:lnTo>
                    <a:pt x="1179828" y="1545316"/>
                  </a:lnTo>
                  <a:lnTo>
                    <a:pt x="1179828" y="1545302"/>
                  </a:lnTo>
                  <a:lnTo>
                    <a:pt x="1179821" y="1545271"/>
                  </a:lnTo>
                  <a:lnTo>
                    <a:pt x="1179811" y="1545236"/>
                  </a:lnTo>
                  <a:lnTo>
                    <a:pt x="1179795" y="1545204"/>
                  </a:lnTo>
                  <a:lnTo>
                    <a:pt x="1179777" y="1545180"/>
                  </a:lnTo>
                  <a:lnTo>
                    <a:pt x="1179765" y="1545167"/>
                  </a:lnTo>
                  <a:lnTo>
                    <a:pt x="1179743" y="1545161"/>
                  </a:lnTo>
                  <a:lnTo>
                    <a:pt x="1179701" y="1545167"/>
                  </a:lnTo>
                  <a:lnTo>
                    <a:pt x="1179660" y="1545180"/>
                  </a:lnTo>
                  <a:lnTo>
                    <a:pt x="1179625" y="1545197"/>
                  </a:lnTo>
                  <a:lnTo>
                    <a:pt x="1179586" y="1545213"/>
                  </a:lnTo>
                  <a:lnTo>
                    <a:pt x="1179549" y="1545226"/>
                  </a:lnTo>
                  <a:lnTo>
                    <a:pt x="1179522" y="1545232"/>
                  </a:lnTo>
                  <a:lnTo>
                    <a:pt x="1179496" y="1545230"/>
                  </a:lnTo>
                  <a:lnTo>
                    <a:pt x="1179459" y="1545218"/>
                  </a:lnTo>
                  <a:lnTo>
                    <a:pt x="1179435" y="1545203"/>
                  </a:lnTo>
                  <a:lnTo>
                    <a:pt x="1179417" y="1545184"/>
                  </a:lnTo>
                  <a:lnTo>
                    <a:pt x="1179375" y="1545119"/>
                  </a:lnTo>
                  <a:lnTo>
                    <a:pt x="1179358" y="1545087"/>
                  </a:lnTo>
                  <a:lnTo>
                    <a:pt x="1179342" y="1545054"/>
                  </a:lnTo>
                  <a:lnTo>
                    <a:pt x="1179337" y="1545029"/>
                  </a:lnTo>
                  <a:lnTo>
                    <a:pt x="1179340" y="1545009"/>
                  </a:lnTo>
                  <a:lnTo>
                    <a:pt x="1179347" y="1544993"/>
                  </a:lnTo>
                  <a:lnTo>
                    <a:pt x="1179362" y="1544963"/>
                  </a:lnTo>
                  <a:lnTo>
                    <a:pt x="1179392" y="1544850"/>
                  </a:lnTo>
                  <a:lnTo>
                    <a:pt x="1179414" y="1544760"/>
                  </a:lnTo>
                  <a:lnTo>
                    <a:pt x="1179433" y="1544669"/>
                  </a:lnTo>
                  <a:lnTo>
                    <a:pt x="1179447" y="1544578"/>
                  </a:lnTo>
                  <a:lnTo>
                    <a:pt x="1179459" y="1544529"/>
                  </a:lnTo>
                  <a:lnTo>
                    <a:pt x="1179482" y="1544416"/>
                  </a:lnTo>
                  <a:lnTo>
                    <a:pt x="1179499" y="1544349"/>
                  </a:lnTo>
                  <a:lnTo>
                    <a:pt x="1179505" y="1544326"/>
                  </a:lnTo>
                  <a:lnTo>
                    <a:pt x="1179499" y="1544246"/>
                  </a:lnTo>
                  <a:lnTo>
                    <a:pt x="1179491" y="1544158"/>
                  </a:lnTo>
                  <a:lnTo>
                    <a:pt x="1179495" y="1544113"/>
                  </a:lnTo>
                  <a:lnTo>
                    <a:pt x="1179495" y="1544044"/>
                  </a:lnTo>
                  <a:lnTo>
                    <a:pt x="1179491" y="1543996"/>
                  </a:lnTo>
                  <a:lnTo>
                    <a:pt x="1179490" y="1543922"/>
                  </a:lnTo>
                  <a:lnTo>
                    <a:pt x="1179487" y="1543876"/>
                  </a:lnTo>
                  <a:lnTo>
                    <a:pt x="1179478" y="1543804"/>
                  </a:lnTo>
                  <a:lnTo>
                    <a:pt x="1179475" y="1543770"/>
                  </a:lnTo>
                  <a:lnTo>
                    <a:pt x="1179463" y="1543740"/>
                  </a:lnTo>
                  <a:lnTo>
                    <a:pt x="1179452" y="1543716"/>
                  </a:lnTo>
                  <a:lnTo>
                    <a:pt x="1179446" y="1543690"/>
                  </a:lnTo>
                  <a:lnTo>
                    <a:pt x="1179438" y="1543637"/>
                  </a:lnTo>
                  <a:lnTo>
                    <a:pt x="1179425" y="1543597"/>
                  </a:lnTo>
                  <a:lnTo>
                    <a:pt x="1179411" y="1543555"/>
                  </a:lnTo>
                  <a:lnTo>
                    <a:pt x="1179403" y="1543518"/>
                  </a:lnTo>
                  <a:lnTo>
                    <a:pt x="1179419" y="1543438"/>
                  </a:lnTo>
                  <a:lnTo>
                    <a:pt x="1179419" y="1543415"/>
                  </a:lnTo>
                  <a:lnTo>
                    <a:pt x="1179413" y="1543389"/>
                  </a:lnTo>
                  <a:lnTo>
                    <a:pt x="1179391" y="1543327"/>
                  </a:lnTo>
                  <a:lnTo>
                    <a:pt x="1179364" y="1543228"/>
                  </a:lnTo>
                  <a:lnTo>
                    <a:pt x="1179350" y="1543195"/>
                  </a:lnTo>
                  <a:lnTo>
                    <a:pt x="1179295" y="1543064"/>
                  </a:lnTo>
                  <a:lnTo>
                    <a:pt x="1179281" y="1543003"/>
                  </a:lnTo>
                  <a:lnTo>
                    <a:pt x="1179257" y="1542928"/>
                  </a:lnTo>
                  <a:lnTo>
                    <a:pt x="1179240" y="1542890"/>
                  </a:lnTo>
                  <a:lnTo>
                    <a:pt x="1179236" y="1542858"/>
                  </a:lnTo>
                  <a:lnTo>
                    <a:pt x="1179244" y="1542807"/>
                  </a:lnTo>
                  <a:lnTo>
                    <a:pt x="1179248" y="1542772"/>
                  </a:lnTo>
                  <a:lnTo>
                    <a:pt x="1179251" y="1542729"/>
                  </a:lnTo>
                  <a:lnTo>
                    <a:pt x="1179247" y="1542696"/>
                  </a:lnTo>
                  <a:lnTo>
                    <a:pt x="1179240" y="1542652"/>
                  </a:lnTo>
                  <a:lnTo>
                    <a:pt x="1179236" y="1542604"/>
                  </a:lnTo>
                  <a:lnTo>
                    <a:pt x="1179228" y="1542571"/>
                  </a:lnTo>
                  <a:lnTo>
                    <a:pt x="1179210" y="1542519"/>
                  </a:lnTo>
                  <a:lnTo>
                    <a:pt x="1179194" y="1542465"/>
                  </a:lnTo>
                  <a:lnTo>
                    <a:pt x="1179181" y="1542429"/>
                  </a:lnTo>
                  <a:lnTo>
                    <a:pt x="1179160" y="1542386"/>
                  </a:lnTo>
                  <a:lnTo>
                    <a:pt x="1179146" y="1542349"/>
                  </a:lnTo>
                  <a:lnTo>
                    <a:pt x="1179143" y="1542323"/>
                  </a:lnTo>
                  <a:lnTo>
                    <a:pt x="1179141" y="1542303"/>
                  </a:lnTo>
                  <a:lnTo>
                    <a:pt x="1179123" y="1542260"/>
                  </a:lnTo>
                  <a:lnTo>
                    <a:pt x="1179115" y="1542220"/>
                  </a:lnTo>
                  <a:lnTo>
                    <a:pt x="1179115" y="1542199"/>
                  </a:lnTo>
                  <a:lnTo>
                    <a:pt x="1179127" y="1542167"/>
                  </a:lnTo>
                  <a:lnTo>
                    <a:pt x="1179136" y="1542133"/>
                  </a:lnTo>
                  <a:lnTo>
                    <a:pt x="1179146" y="1542102"/>
                  </a:lnTo>
                  <a:lnTo>
                    <a:pt x="1179147" y="1542076"/>
                  </a:lnTo>
                  <a:lnTo>
                    <a:pt x="1179145" y="1542038"/>
                  </a:lnTo>
                  <a:lnTo>
                    <a:pt x="1179148" y="1541989"/>
                  </a:lnTo>
                  <a:lnTo>
                    <a:pt x="1179145" y="1541953"/>
                  </a:lnTo>
                  <a:lnTo>
                    <a:pt x="1179146" y="1541915"/>
                  </a:lnTo>
                  <a:lnTo>
                    <a:pt x="1179152" y="1541888"/>
                  </a:lnTo>
                  <a:lnTo>
                    <a:pt x="1179163" y="1541842"/>
                  </a:lnTo>
                  <a:lnTo>
                    <a:pt x="1179171" y="1541778"/>
                  </a:lnTo>
                  <a:lnTo>
                    <a:pt x="1179182" y="1541753"/>
                  </a:lnTo>
                  <a:lnTo>
                    <a:pt x="1179202" y="1541729"/>
                  </a:lnTo>
                  <a:lnTo>
                    <a:pt x="1179226" y="1541694"/>
                  </a:lnTo>
                  <a:lnTo>
                    <a:pt x="1179237" y="1541668"/>
                  </a:lnTo>
                  <a:lnTo>
                    <a:pt x="1179259" y="1541610"/>
                  </a:lnTo>
                  <a:lnTo>
                    <a:pt x="1179271" y="1541575"/>
                  </a:lnTo>
                  <a:lnTo>
                    <a:pt x="1179283" y="1541534"/>
                  </a:lnTo>
                  <a:lnTo>
                    <a:pt x="1179287" y="1541491"/>
                  </a:lnTo>
                  <a:lnTo>
                    <a:pt x="1179296" y="1541464"/>
                  </a:lnTo>
                  <a:lnTo>
                    <a:pt x="1179307" y="1541443"/>
                  </a:lnTo>
                  <a:lnTo>
                    <a:pt x="1179324" y="1541423"/>
                  </a:lnTo>
                  <a:lnTo>
                    <a:pt x="1179347" y="1541403"/>
                  </a:lnTo>
                  <a:lnTo>
                    <a:pt x="1179371" y="1541384"/>
                  </a:lnTo>
                  <a:lnTo>
                    <a:pt x="1179412" y="1541328"/>
                  </a:lnTo>
                  <a:lnTo>
                    <a:pt x="1179438" y="1541297"/>
                  </a:lnTo>
                  <a:lnTo>
                    <a:pt x="1179495" y="1541247"/>
                  </a:lnTo>
                  <a:lnTo>
                    <a:pt x="1179540" y="1541203"/>
                  </a:lnTo>
                  <a:lnTo>
                    <a:pt x="1179603" y="1541134"/>
                  </a:lnTo>
                  <a:lnTo>
                    <a:pt x="1179620" y="1541117"/>
                  </a:lnTo>
                  <a:lnTo>
                    <a:pt x="1179631" y="1541101"/>
                  </a:lnTo>
                  <a:lnTo>
                    <a:pt x="1179631" y="1541093"/>
                  </a:lnTo>
                  <a:lnTo>
                    <a:pt x="1179615" y="1541065"/>
                  </a:lnTo>
                  <a:lnTo>
                    <a:pt x="1179605" y="1541047"/>
                  </a:lnTo>
                  <a:lnTo>
                    <a:pt x="1179593" y="1541026"/>
                  </a:lnTo>
                  <a:lnTo>
                    <a:pt x="1179581" y="1541016"/>
                  </a:lnTo>
                  <a:lnTo>
                    <a:pt x="1179565" y="1541010"/>
                  </a:lnTo>
                  <a:lnTo>
                    <a:pt x="1179544" y="1541005"/>
                  </a:lnTo>
                  <a:lnTo>
                    <a:pt x="1179532" y="1541002"/>
                  </a:lnTo>
                  <a:lnTo>
                    <a:pt x="1179519" y="1540991"/>
                  </a:lnTo>
                  <a:lnTo>
                    <a:pt x="1179507" y="1540980"/>
                  </a:lnTo>
                  <a:lnTo>
                    <a:pt x="1179496" y="1540970"/>
                  </a:lnTo>
                  <a:lnTo>
                    <a:pt x="1179483" y="1540967"/>
                  </a:lnTo>
                  <a:lnTo>
                    <a:pt x="1179471" y="1540968"/>
                  </a:lnTo>
                  <a:lnTo>
                    <a:pt x="1179460" y="1540978"/>
                  </a:lnTo>
                  <a:lnTo>
                    <a:pt x="1179446" y="1541000"/>
                  </a:lnTo>
                  <a:lnTo>
                    <a:pt x="1179416" y="1541023"/>
                  </a:lnTo>
                  <a:lnTo>
                    <a:pt x="1179376" y="1541046"/>
                  </a:lnTo>
                  <a:lnTo>
                    <a:pt x="1179346" y="1541065"/>
                  </a:lnTo>
                  <a:lnTo>
                    <a:pt x="1179321" y="1541082"/>
                  </a:lnTo>
                  <a:lnTo>
                    <a:pt x="1179301" y="1541089"/>
                  </a:lnTo>
                  <a:lnTo>
                    <a:pt x="1179291" y="1541090"/>
                  </a:lnTo>
                  <a:lnTo>
                    <a:pt x="1179268" y="1541093"/>
                  </a:lnTo>
                  <a:lnTo>
                    <a:pt x="1179251" y="1541092"/>
                  </a:lnTo>
                  <a:lnTo>
                    <a:pt x="1179227" y="1541085"/>
                  </a:lnTo>
                  <a:lnTo>
                    <a:pt x="1179210" y="1541075"/>
                  </a:lnTo>
                  <a:lnTo>
                    <a:pt x="1179199" y="1541061"/>
                  </a:lnTo>
                  <a:lnTo>
                    <a:pt x="1179187" y="1541049"/>
                  </a:lnTo>
                  <a:lnTo>
                    <a:pt x="1179171" y="1541041"/>
                  </a:lnTo>
                  <a:lnTo>
                    <a:pt x="1179156" y="1541042"/>
                  </a:lnTo>
                  <a:lnTo>
                    <a:pt x="1179142" y="1541049"/>
                  </a:lnTo>
                  <a:lnTo>
                    <a:pt x="1179125" y="1541065"/>
                  </a:lnTo>
                  <a:lnTo>
                    <a:pt x="1179100" y="1541089"/>
                  </a:lnTo>
                  <a:lnTo>
                    <a:pt x="1179076" y="1541104"/>
                  </a:lnTo>
                  <a:lnTo>
                    <a:pt x="1179048" y="1541114"/>
                  </a:lnTo>
                  <a:lnTo>
                    <a:pt x="1179028" y="1541117"/>
                  </a:lnTo>
                  <a:lnTo>
                    <a:pt x="1179005" y="1541115"/>
                  </a:lnTo>
                  <a:lnTo>
                    <a:pt x="1178985" y="1541108"/>
                  </a:lnTo>
                  <a:lnTo>
                    <a:pt x="1178973" y="1541099"/>
                  </a:lnTo>
                  <a:lnTo>
                    <a:pt x="1178963" y="1541083"/>
                  </a:lnTo>
                  <a:lnTo>
                    <a:pt x="1178949" y="1541071"/>
                  </a:lnTo>
                  <a:lnTo>
                    <a:pt x="1178933" y="1541059"/>
                  </a:lnTo>
                  <a:lnTo>
                    <a:pt x="1178909" y="1541046"/>
                  </a:lnTo>
                  <a:lnTo>
                    <a:pt x="1178889" y="1541037"/>
                  </a:lnTo>
                  <a:lnTo>
                    <a:pt x="1178866" y="1541028"/>
                  </a:lnTo>
                  <a:lnTo>
                    <a:pt x="1178850" y="1541023"/>
                  </a:lnTo>
                  <a:lnTo>
                    <a:pt x="1178825" y="1541009"/>
                  </a:lnTo>
                  <a:lnTo>
                    <a:pt x="1178804" y="1540998"/>
                  </a:lnTo>
                  <a:lnTo>
                    <a:pt x="1178786" y="1540984"/>
                  </a:lnTo>
                  <a:lnTo>
                    <a:pt x="1178769" y="1540969"/>
                  </a:lnTo>
                  <a:lnTo>
                    <a:pt x="1178757" y="1540958"/>
                  </a:lnTo>
                  <a:lnTo>
                    <a:pt x="1178741" y="1540949"/>
                  </a:lnTo>
                  <a:lnTo>
                    <a:pt x="1178729" y="1540942"/>
                  </a:lnTo>
                  <a:lnTo>
                    <a:pt x="1178719" y="1540941"/>
                  </a:lnTo>
                  <a:lnTo>
                    <a:pt x="1178711" y="1540945"/>
                  </a:lnTo>
                  <a:lnTo>
                    <a:pt x="1178700" y="1540953"/>
                  </a:lnTo>
                  <a:lnTo>
                    <a:pt x="1178688" y="1540969"/>
                  </a:lnTo>
                  <a:lnTo>
                    <a:pt x="1178669" y="1540999"/>
                  </a:lnTo>
                  <a:lnTo>
                    <a:pt x="1178645" y="1541033"/>
                  </a:lnTo>
                  <a:lnTo>
                    <a:pt x="1178634" y="1541050"/>
                  </a:lnTo>
                  <a:lnTo>
                    <a:pt x="1178629" y="1541059"/>
                  </a:lnTo>
                  <a:lnTo>
                    <a:pt x="1178622" y="1541063"/>
                  </a:lnTo>
                  <a:lnTo>
                    <a:pt x="1178608" y="1541064"/>
                  </a:lnTo>
                  <a:lnTo>
                    <a:pt x="1178588" y="1541063"/>
                  </a:lnTo>
                  <a:lnTo>
                    <a:pt x="1178539" y="1541064"/>
                  </a:lnTo>
                  <a:lnTo>
                    <a:pt x="1178521" y="1541067"/>
                  </a:lnTo>
                  <a:lnTo>
                    <a:pt x="1178498" y="1541068"/>
                  </a:lnTo>
                  <a:lnTo>
                    <a:pt x="1178474" y="1541063"/>
                  </a:lnTo>
                  <a:lnTo>
                    <a:pt x="1178447" y="1541056"/>
                  </a:lnTo>
                  <a:lnTo>
                    <a:pt x="1178427" y="1541045"/>
                  </a:lnTo>
                  <a:lnTo>
                    <a:pt x="1178410" y="1541033"/>
                  </a:lnTo>
                  <a:lnTo>
                    <a:pt x="1178394" y="1541028"/>
                  </a:lnTo>
                  <a:lnTo>
                    <a:pt x="1178383" y="1541028"/>
                  </a:lnTo>
                  <a:lnTo>
                    <a:pt x="1178365" y="1541030"/>
                  </a:lnTo>
                  <a:lnTo>
                    <a:pt x="1178345" y="1541030"/>
                  </a:lnTo>
                  <a:lnTo>
                    <a:pt x="1178320" y="1541023"/>
                  </a:lnTo>
                  <a:lnTo>
                    <a:pt x="1178299" y="1541018"/>
                  </a:lnTo>
                  <a:lnTo>
                    <a:pt x="1178282" y="1541016"/>
                  </a:lnTo>
                  <a:lnTo>
                    <a:pt x="1178272" y="1541018"/>
                  </a:lnTo>
                  <a:lnTo>
                    <a:pt x="1178258" y="1541020"/>
                  </a:lnTo>
                  <a:lnTo>
                    <a:pt x="1178239" y="1541020"/>
                  </a:lnTo>
                  <a:lnTo>
                    <a:pt x="1178222" y="1541017"/>
                  </a:lnTo>
                  <a:lnTo>
                    <a:pt x="1178207" y="1541010"/>
                  </a:lnTo>
                  <a:lnTo>
                    <a:pt x="1178191" y="1541005"/>
                  </a:lnTo>
                  <a:lnTo>
                    <a:pt x="1178185" y="1541005"/>
                  </a:lnTo>
                  <a:lnTo>
                    <a:pt x="1178176" y="1541010"/>
                  </a:lnTo>
                  <a:lnTo>
                    <a:pt x="1178168" y="1541018"/>
                  </a:lnTo>
                  <a:lnTo>
                    <a:pt x="1178158" y="1541035"/>
                  </a:lnTo>
                  <a:lnTo>
                    <a:pt x="1178148" y="1541057"/>
                  </a:lnTo>
                  <a:lnTo>
                    <a:pt x="1178146" y="1541069"/>
                  </a:lnTo>
                  <a:lnTo>
                    <a:pt x="1178150" y="1541086"/>
                  </a:lnTo>
                  <a:lnTo>
                    <a:pt x="1178152" y="1541101"/>
                  </a:lnTo>
                  <a:lnTo>
                    <a:pt x="1178151" y="1541111"/>
                  </a:lnTo>
                  <a:lnTo>
                    <a:pt x="1178146" y="1541116"/>
                  </a:lnTo>
                  <a:lnTo>
                    <a:pt x="1178131" y="1541118"/>
                  </a:lnTo>
                  <a:lnTo>
                    <a:pt x="1178114" y="1541119"/>
                  </a:lnTo>
                  <a:lnTo>
                    <a:pt x="1178091" y="1541116"/>
                  </a:lnTo>
                  <a:lnTo>
                    <a:pt x="1178074" y="1541118"/>
                  </a:lnTo>
                  <a:lnTo>
                    <a:pt x="1178065" y="1541122"/>
                  </a:lnTo>
                  <a:lnTo>
                    <a:pt x="1178050" y="1541133"/>
                  </a:lnTo>
                  <a:lnTo>
                    <a:pt x="1178036" y="1541150"/>
                  </a:lnTo>
                  <a:lnTo>
                    <a:pt x="1178026" y="1541168"/>
                  </a:lnTo>
                  <a:lnTo>
                    <a:pt x="1178000" y="1541202"/>
                  </a:lnTo>
                  <a:lnTo>
                    <a:pt x="1177989" y="1541218"/>
                  </a:lnTo>
                  <a:lnTo>
                    <a:pt x="1177983" y="1541234"/>
                  </a:lnTo>
                  <a:lnTo>
                    <a:pt x="1177975" y="1541252"/>
                  </a:lnTo>
                  <a:lnTo>
                    <a:pt x="1177964" y="1541265"/>
                  </a:lnTo>
                  <a:lnTo>
                    <a:pt x="1177946" y="1541278"/>
                  </a:lnTo>
                  <a:lnTo>
                    <a:pt x="1177931" y="1541294"/>
                  </a:lnTo>
                  <a:lnTo>
                    <a:pt x="1177922" y="1541310"/>
                  </a:lnTo>
                  <a:lnTo>
                    <a:pt x="1177910" y="1541354"/>
                  </a:lnTo>
                  <a:lnTo>
                    <a:pt x="1177908" y="1541372"/>
                  </a:lnTo>
                  <a:lnTo>
                    <a:pt x="1177908" y="1541385"/>
                  </a:lnTo>
                  <a:lnTo>
                    <a:pt x="1177913" y="1541396"/>
                  </a:lnTo>
                  <a:lnTo>
                    <a:pt x="1177923" y="1541411"/>
                  </a:lnTo>
                  <a:lnTo>
                    <a:pt x="1177929" y="1541428"/>
                  </a:lnTo>
                  <a:lnTo>
                    <a:pt x="1177930" y="1541445"/>
                  </a:lnTo>
                  <a:lnTo>
                    <a:pt x="1177926" y="1541463"/>
                  </a:lnTo>
                  <a:lnTo>
                    <a:pt x="1177917" y="1541471"/>
                  </a:lnTo>
                  <a:lnTo>
                    <a:pt x="1177901" y="1541476"/>
                  </a:lnTo>
                  <a:lnTo>
                    <a:pt x="1177876" y="1541472"/>
                  </a:lnTo>
                  <a:lnTo>
                    <a:pt x="1177850" y="1541472"/>
                  </a:lnTo>
                  <a:lnTo>
                    <a:pt x="1177825" y="1541476"/>
                  </a:lnTo>
                  <a:lnTo>
                    <a:pt x="1177798" y="1541487"/>
                  </a:lnTo>
                  <a:lnTo>
                    <a:pt x="1177788" y="1541497"/>
                  </a:lnTo>
                  <a:lnTo>
                    <a:pt x="1177784" y="1541511"/>
                  </a:lnTo>
                  <a:lnTo>
                    <a:pt x="1177781" y="1541524"/>
                  </a:lnTo>
                  <a:lnTo>
                    <a:pt x="1177782" y="1541544"/>
                  </a:lnTo>
                  <a:lnTo>
                    <a:pt x="1177780" y="1541562"/>
                  </a:lnTo>
                  <a:lnTo>
                    <a:pt x="1177777" y="1541572"/>
                  </a:lnTo>
                  <a:lnTo>
                    <a:pt x="1177768" y="1541579"/>
                  </a:lnTo>
                  <a:lnTo>
                    <a:pt x="1177755" y="1541582"/>
                  </a:lnTo>
                  <a:lnTo>
                    <a:pt x="1177728" y="1541579"/>
                  </a:lnTo>
                  <a:lnTo>
                    <a:pt x="1177694" y="1541578"/>
                  </a:lnTo>
                  <a:lnTo>
                    <a:pt x="1177662" y="1541581"/>
                  </a:lnTo>
                  <a:lnTo>
                    <a:pt x="1177635" y="1541588"/>
                  </a:lnTo>
                  <a:lnTo>
                    <a:pt x="1177614" y="1541599"/>
                  </a:lnTo>
                  <a:lnTo>
                    <a:pt x="1177599" y="1541610"/>
                  </a:lnTo>
                  <a:lnTo>
                    <a:pt x="1177594" y="1541617"/>
                  </a:lnTo>
                  <a:lnTo>
                    <a:pt x="1177594" y="1541623"/>
                  </a:lnTo>
                  <a:lnTo>
                    <a:pt x="1177595" y="1541635"/>
                  </a:lnTo>
                  <a:lnTo>
                    <a:pt x="1177592" y="1541645"/>
                  </a:lnTo>
                  <a:lnTo>
                    <a:pt x="1177582" y="1541655"/>
                  </a:lnTo>
                  <a:lnTo>
                    <a:pt x="1177557" y="1541669"/>
                  </a:lnTo>
                  <a:lnTo>
                    <a:pt x="1177526" y="1541681"/>
                  </a:lnTo>
                  <a:lnTo>
                    <a:pt x="1177502" y="1541690"/>
                  </a:lnTo>
                  <a:lnTo>
                    <a:pt x="1177480" y="1541695"/>
                  </a:lnTo>
                  <a:lnTo>
                    <a:pt x="1177474" y="1541698"/>
                  </a:lnTo>
                  <a:lnTo>
                    <a:pt x="1177470" y="1541706"/>
                  </a:lnTo>
                  <a:lnTo>
                    <a:pt x="1177468" y="1541717"/>
                  </a:lnTo>
                  <a:lnTo>
                    <a:pt x="1177465" y="1541727"/>
                  </a:lnTo>
                  <a:lnTo>
                    <a:pt x="1177460" y="1541732"/>
                  </a:lnTo>
                  <a:lnTo>
                    <a:pt x="1177447" y="1541738"/>
                  </a:lnTo>
                  <a:lnTo>
                    <a:pt x="1177428" y="1541737"/>
                  </a:lnTo>
                  <a:lnTo>
                    <a:pt x="1177407" y="1541729"/>
                  </a:lnTo>
                  <a:lnTo>
                    <a:pt x="1177383" y="1541720"/>
                  </a:lnTo>
                  <a:lnTo>
                    <a:pt x="1177365" y="1541722"/>
                  </a:lnTo>
                  <a:lnTo>
                    <a:pt x="1177354" y="1541728"/>
                  </a:lnTo>
                  <a:lnTo>
                    <a:pt x="1177343" y="1541734"/>
                  </a:lnTo>
                  <a:lnTo>
                    <a:pt x="1177333" y="1541744"/>
                  </a:lnTo>
                  <a:lnTo>
                    <a:pt x="1177329" y="1541751"/>
                  </a:lnTo>
                  <a:lnTo>
                    <a:pt x="1177324" y="1541769"/>
                  </a:lnTo>
                  <a:lnTo>
                    <a:pt x="1177317" y="1541794"/>
                  </a:lnTo>
                  <a:lnTo>
                    <a:pt x="1177310" y="1541822"/>
                  </a:lnTo>
                  <a:lnTo>
                    <a:pt x="1177302" y="1541840"/>
                  </a:lnTo>
                  <a:lnTo>
                    <a:pt x="1177290" y="1541854"/>
                  </a:lnTo>
                  <a:lnTo>
                    <a:pt x="1177259" y="1541884"/>
                  </a:lnTo>
                  <a:lnTo>
                    <a:pt x="1177233" y="1541911"/>
                  </a:lnTo>
                  <a:lnTo>
                    <a:pt x="1177199" y="1541948"/>
                  </a:lnTo>
                  <a:lnTo>
                    <a:pt x="1177178" y="1541969"/>
                  </a:lnTo>
                  <a:lnTo>
                    <a:pt x="1177156" y="1541987"/>
                  </a:lnTo>
                  <a:lnTo>
                    <a:pt x="1177133" y="1542000"/>
                  </a:lnTo>
                  <a:lnTo>
                    <a:pt x="1177114" y="1542014"/>
                  </a:lnTo>
                  <a:lnTo>
                    <a:pt x="1177078" y="1542027"/>
                  </a:lnTo>
                  <a:lnTo>
                    <a:pt x="1177028" y="1542053"/>
                  </a:lnTo>
                  <a:lnTo>
                    <a:pt x="1176997" y="1542072"/>
                  </a:lnTo>
                  <a:lnTo>
                    <a:pt x="1176976" y="1542078"/>
                  </a:lnTo>
                  <a:lnTo>
                    <a:pt x="1176951" y="1542081"/>
                  </a:lnTo>
                  <a:lnTo>
                    <a:pt x="1176907" y="1542094"/>
                  </a:lnTo>
                  <a:lnTo>
                    <a:pt x="1176875" y="1542111"/>
                  </a:lnTo>
                  <a:lnTo>
                    <a:pt x="1176852" y="1542126"/>
                  </a:lnTo>
                  <a:lnTo>
                    <a:pt x="1176836" y="1542140"/>
                  </a:lnTo>
                  <a:lnTo>
                    <a:pt x="1176824" y="1542158"/>
                  </a:lnTo>
                  <a:lnTo>
                    <a:pt x="1176820" y="1542177"/>
                  </a:lnTo>
                  <a:lnTo>
                    <a:pt x="1176824" y="1542193"/>
                  </a:lnTo>
                  <a:lnTo>
                    <a:pt x="1176829" y="1542208"/>
                  </a:lnTo>
                  <a:lnTo>
                    <a:pt x="1176829" y="1542222"/>
                  </a:lnTo>
                  <a:lnTo>
                    <a:pt x="1176823" y="1542237"/>
                  </a:lnTo>
                  <a:lnTo>
                    <a:pt x="1176807" y="1542252"/>
                  </a:lnTo>
                  <a:lnTo>
                    <a:pt x="1176797" y="1542264"/>
                  </a:lnTo>
                  <a:lnTo>
                    <a:pt x="1176789" y="1542277"/>
                  </a:lnTo>
                  <a:lnTo>
                    <a:pt x="1176776" y="1542293"/>
                  </a:lnTo>
                  <a:lnTo>
                    <a:pt x="1176762" y="1542308"/>
                  </a:lnTo>
                  <a:lnTo>
                    <a:pt x="1176738" y="1542322"/>
                  </a:lnTo>
                  <a:lnTo>
                    <a:pt x="1176719" y="1542337"/>
                  </a:lnTo>
                  <a:lnTo>
                    <a:pt x="1176706" y="1542351"/>
                  </a:lnTo>
                  <a:lnTo>
                    <a:pt x="1176696" y="1542368"/>
                  </a:lnTo>
                  <a:lnTo>
                    <a:pt x="1176688" y="1542387"/>
                  </a:lnTo>
                  <a:lnTo>
                    <a:pt x="1176677" y="1542402"/>
                  </a:lnTo>
                  <a:lnTo>
                    <a:pt x="1176664" y="1542416"/>
                  </a:lnTo>
                  <a:lnTo>
                    <a:pt x="1176659" y="1542430"/>
                  </a:lnTo>
                  <a:lnTo>
                    <a:pt x="1176658" y="1542438"/>
                  </a:lnTo>
                  <a:lnTo>
                    <a:pt x="1176658" y="1542451"/>
                  </a:lnTo>
                  <a:lnTo>
                    <a:pt x="1176659" y="1542466"/>
                  </a:lnTo>
                  <a:lnTo>
                    <a:pt x="1176655" y="1542483"/>
                  </a:lnTo>
                  <a:lnTo>
                    <a:pt x="1176646" y="1542492"/>
                  </a:lnTo>
                  <a:lnTo>
                    <a:pt x="1176633" y="1542496"/>
                  </a:lnTo>
                  <a:lnTo>
                    <a:pt x="1176621" y="1542496"/>
                  </a:lnTo>
                  <a:lnTo>
                    <a:pt x="1176608" y="1542496"/>
                  </a:lnTo>
                  <a:lnTo>
                    <a:pt x="1176597" y="1542493"/>
                  </a:lnTo>
                  <a:lnTo>
                    <a:pt x="1176592" y="1542489"/>
                  </a:lnTo>
                  <a:lnTo>
                    <a:pt x="1176588" y="1542482"/>
                  </a:lnTo>
                  <a:lnTo>
                    <a:pt x="1176586" y="1542472"/>
                  </a:lnTo>
                  <a:lnTo>
                    <a:pt x="1176584" y="1542456"/>
                  </a:lnTo>
                  <a:lnTo>
                    <a:pt x="1176582" y="1542431"/>
                  </a:lnTo>
                  <a:lnTo>
                    <a:pt x="1176575" y="1542420"/>
                  </a:lnTo>
                  <a:lnTo>
                    <a:pt x="1176568" y="1542416"/>
                  </a:lnTo>
                  <a:lnTo>
                    <a:pt x="1176556" y="1542416"/>
                  </a:lnTo>
                  <a:lnTo>
                    <a:pt x="1176545" y="1542422"/>
                  </a:lnTo>
                  <a:lnTo>
                    <a:pt x="1176528" y="1542434"/>
                  </a:lnTo>
                  <a:lnTo>
                    <a:pt x="1176508" y="1542442"/>
                  </a:lnTo>
                  <a:lnTo>
                    <a:pt x="1176486" y="1542453"/>
                  </a:lnTo>
                  <a:lnTo>
                    <a:pt x="1176471" y="1542469"/>
                  </a:lnTo>
                  <a:lnTo>
                    <a:pt x="1176457" y="1542490"/>
                  </a:lnTo>
                  <a:lnTo>
                    <a:pt x="1176438" y="1542519"/>
                  </a:lnTo>
                  <a:lnTo>
                    <a:pt x="1176417" y="1542561"/>
                  </a:lnTo>
                  <a:lnTo>
                    <a:pt x="1176405" y="1542584"/>
                  </a:lnTo>
                  <a:lnTo>
                    <a:pt x="1176389" y="1542602"/>
                  </a:lnTo>
                  <a:lnTo>
                    <a:pt x="1176376" y="1542612"/>
                  </a:lnTo>
                  <a:lnTo>
                    <a:pt x="1176369" y="1542614"/>
                  </a:lnTo>
                  <a:lnTo>
                    <a:pt x="1176361" y="1542613"/>
                  </a:lnTo>
                  <a:lnTo>
                    <a:pt x="1176352" y="1542607"/>
                  </a:lnTo>
                  <a:lnTo>
                    <a:pt x="1176338" y="1542597"/>
                  </a:lnTo>
                  <a:lnTo>
                    <a:pt x="1176330" y="1542595"/>
                  </a:lnTo>
                  <a:lnTo>
                    <a:pt x="1176316" y="1542597"/>
                  </a:lnTo>
                  <a:lnTo>
                    <a:pt x="1176305" y="1542607"/>
                  </a:lnTo>
                  <a:lnTo>
                    <a:pt x="1176298" y="1542619"/>
                  </a:lnTo>
                  <a:lnTo>
                    <a:pt x="1176297" y="1542635"/>
                  </a:lnTo>
                  <a:lnTo>
                    <a:pt x="1176298" y="1542656"/>
                  </a:lnTo>
                  <a:lnTo>
                    <a:pt x="1176296" y="1542672"/>
                  </a:lnTo>
                  <a:lnTo>
                    <a:pt x="1176291" y="1542682"/>
                  </a:lnTo>
                  <a:lnTo>
                    <a:pt x="1176279" y="1542689"/>
                  </a:lnTo>
                  <a:lnTo>
                    <a:pt x="1176266" y="1542690"/>
                  </a:lnTo>
                  <a:lnTo>
                    <a:pt x="1176242" y="1542682"/>
                  </a:lnTo>
                  <a:lnTo>
                    <a:pt x="1176229" y="1542678"/>
                  </a:lnTo>
                  <a:lnTo>
                    <a:pt x="1176217" y="1542683"/>
                  </a:lnTo>
                  <a:lnTo>
                    <a:pt x="1176205" y="1542693"/>
                  </a:lnTo>
                  <a:lnTo>
                    <a:pt x="1176188" y="1542718"/>
                  </a:lnTo>
                  <a:lnTo>
                    <a:pt x="1176176" y="1542744"/>
                  </a:lnTo>
                  <a:lnTo>
                    <a:pt x="1176170" y="1542766"/>
                  </a:lnTo>
                  <a:lnTo>
                    <a:pt x="1176170" y="1542786"/>
                  </a:lnTo>
                  <a:lnTo>
                    <a:pt x="1176175" y="1542838"/>
                  </a:lnTo>
                  <a:lnTo>
                    <a:pt x="1176175" y="1542855"/>
                  </a:lnTo>
                  <a:lnTo>
                    <a:pt x="1176172" y="1542885"/>
                  </a:lnTo>
                  <a:lnTo>
                    <a:pt x="1176161" y="1542949"/>
                  </a:lnTo>
                  <a:lnTo>
                    <a:pt x="1176157" y="1542966"/>
                  </a:lnTo>
                  <a:lnTo>
                    <a:pt x="1176157" y="1542974"/>
                  </a:lnTo>
                  <a:lnTo>
                    <a:pt x="1176157" y="1542994"/>
                  </a:lnTo>
                  <a:lnTo>
                    <a:pt x="1176154" y="1543024"/>
                  </a:lnTo>
                  <a:lnTo>
                    <a:pt x="1176147" y="1543039"/>
                  </a:lnTo>
                  <a:lnTo>
                    <a:pt x="1176137" y="1543056"/>
                  </a:lnTo>
                  <a:lnTo>
                    <a:pt x="1176118" y="1543074"/>
                  </a:lnTo>
                  <a:lnTo>
                    <a:pt x="1176094" y="1543085"/>
                  </a:lnTo>
                  <a:lnTo>
                    <a:pt x="1176068" y="1543089"/>
                  </a:lnTo>
                  <a:lnTo>
                    <a:pt x="1176040" y="1543091"/>
                  </a:lnTo>
                  <a:lnTo>
                    <a:pt x="1176014" y="1543094"/>
                  </a:lnTo>
                  <a:lnTo>
                    <a:pt x="1175994" y="1543095"/>
                  </a:lnTo>
                  <a:lnTo>
                    <a:pt x="1175978" y="1543100"/>
                  </a:lnTo>
                  <a:lnTo>
                    <a:pt x="1175963" y="1543111"/>
                  </a:lnTo>
                  <a:lnTo>
                    <a:pt x="1175953" y="1543119"/>
                  </a:lnTo>
                  <a:lnTo>
                    <a:pt x="1175947" y="1543127"/>
                  </a:lnTo>
                  <a:lnTo>
                    <a:pt x="1175940" y="1543132"/>
                  </a:lnTo>
                  <a:lnTo>
                    <a:pt x="1175930" y="1543132"/>
                  </a:lnTo>
                  <a:lnTo>
                    <a:pt x="1175920" y="1543128"/>
                  </a:lnTo>
                  <a:lnTo>
                    <a:pt x="1175908" y="1543120"/>
                  </a:lnTo>
                  <a:lnTo>
                    <a:pt x="1175897" y="1543119"/>
                  </a:lnTo>
                  <a:lnTo>
                    <a:pt x="1175884" y="1543124"/>
                  </a:lnTo>
                  <a:lnTo>
                    <a:pt x="1175872" y="1543135"/>
                  </a:lnTo>
                  <a:lnTo>
                    <a:pt x="1175863" y="1543150"/>
                  </a:lnTo>
                  <a:lnTo>
                    <a:pt x="1175855" y="1543173"/>
                  </a:lnTo>
                  <a:lnTo>
                    <a:pt x="1175851" y="1543193"/>
                  </a:lnTo>
                  <a:lnTo>
                    <a:pt x="1175847" y="1543213"/>
                  </a:lnTo>
                  <a:lnTo>
                    <a:pt x="1175843" y="1543231"/>
                  </a:lnTo>
                  <a:lnTo>
                    <a:pt x="1175838" y="1543245"/>
                  </a:lnTo>
                  <a:lnTo>
                    <a:pt x="1175826" y="1543258"/>
                  </a:lnTo>
                  <a:lnTo>
                    <a:pt x="1175799" y="1543286"/>
                  </a:lnTo>
                  <a:lnTo>
                    <a:pt x="1175778" y="1543308"/>
                  </a:lnTo>
                  <a:lnTo>
                    <a:pt x="1175761" y="1543326"/>
                  </a:lnTo>
                  <a:lnTo>
                    <a:pt x="1175745" y="1543352"/>
                  </a:lnTo>
                  <a:lnTo>
                    <a:pt x="1175729" y="1543370"/>
                  </a:lnTo>
                  <a:lnTo>
                    <a:pt x="1175711" y="1543380"/>
                  </a:lnTo>
                  <a:lnTo>
                    <a:pt x="1175693" y="1543391"/>
                  </a:lnTo>
                  <a:lnTo>
                    <a:pt x="1175683" y="1543401"/>
                  </a:lnTo>
                  <a:lnTo>
                    <a:pt x="1175675" y="1543412"/>
                  </a:lnTo>
                  <a:lnTo>
                    <a:pt x="1175668" y="1543417"/>
                  </a:lnTo>
                  <a:lnTo>
                    <a:pt x="1175660" y="1543415"/>
                  </a:lnTo>
                  <a:lnTo>
                    <a:pt x="1175643" y="1543406"/>
                  </a:lnTo>
                  <a:lnTo>
                    <a:pt x="1175625" y="1543394"/>
                  </a:lnTo>
                  <a:lnTo>
                    <a:pt x="1175612" y="1543389"/>
                  </a:lnTo>
                  <a:lnTo>
                    <a:pt x="1175599" y="1543388"/>
                  </a:lnTo>
                  <a:lnTo>
                    <a:pt x="1175591" y="1543389"/>
                  </a:lnTo>
                  <a:lnTo>
                    <a:pt x="1175579" y="1543392"/>
                  </a:lnTo>
                  <a:lnTo>
                    <a:pt x="1175568" y="1543402"/>
                  </a:lnTo>
                  <a:lnTo>
                    <a:pt x="1175559" y="1543415"/>
                  </a:lnTo>
                  <a:lnTo>
                    <a:pt x="1175549" y="1543425"/>
                  </a:lnTo>
                  <a:lnTo>
                    <a:pt x="1175543" y="1543439"/>
                  </a:lnTo>
                  <a:lnTo>
                    <a:pt x="1175541" y="1543452"/>
                  </a:lnTo>
                  <a:lnTo>
                    <a:pt x="1175541" y="1543466"/>
                  </a:lnTo>
                  <a:lnTo>
                    <a:pt x="1175537" y="1543475"/>
                  </a:lnTo>
                  <a:lnTo>
                    <a:pt x="1175528" y="1543488"/>
                  </a:lnTo>
                  <a:lnTo>
                    <a:pt x="1175514" y="1543501"/>
                  </a:lnTo>
                  <a:lnTo>
                    <a:pt x="1175488" y="1543515"/>
                  </a:lnTo>
                  <a:lnTo>
                    <a:pt x="1175459" y="1543524"/>
                  </a:lnTo>
                  <a:lnTo>
                    <a:pt x="1175433" y="1543530"/>
                  </a:lnTo>
                  <a:lnTo>
                    <a:pt x="1175408" y="1543534"/>
                  </a:lnTo>
                  <a:lnTo>
                    <a:pt x="1175386" y="1543534"/>
                  </a:lnTo>
                  <a:lnTo>
                    <a:pt x="1175371" y="1543533"/>
                  </a:lnTo>
                  <a:lnTo>
                    <a:pt x="1175362" y="1543528"/>
                  </a:lnTo>
                  <a:lnTo>
                    <a:pt x="1175356" y="1543521"/>
                  </a:lnTo>
                  <a:lnTo>
                    <a:pt x="1175350" y="1543515"/>
                  </a:lnTo>
                  <a:lnTo>
                    <a:pt x="1175342" y="1543513"/>
                  </a:lnTo>
                  <a:lnTo>
                    <a:pt x="1175334" y="1543513"/>
                  </a:lnTo>
                  <a:lnTo>
                    <a:pt x="1175321" y="1543517"/>
                  </a:lnTo>
                  <a:lnTo>
                    <a:pt x="1175293" y="1543531"/>
                  </a:lnTo>
                  <a:lnTo>
                    <a:pt x="1175272" y="1543549"/>
                  </a:lnTo>
                  <a:lnTo>
                    <a:pt x="1175253" y="1543560"/>
                  </a:lnTo>
                  <a:lnTo>
                    <a:pt x="1175228" y="1543576"/>
                  </a:lnTo>
                  <a:lnTo>
                    <a:pt x="1175210" y="1543591"/>
                  </a:lnTo>
                  <a:lnTo>
                    <a:pt x="1175194" y="1543612"/>
                  </a:lnTo>
                  <a:lnTo>
                    <a:pt x="1175187" y="1543625"/>
                  </a:lnTo>
                  <a:lnTo>
                    <a:pt x="1175185" y="1543639"/>
                  </a:lnTo>
                  <a:lnTo>
                    <a:pt x="1175193" y="1543655"/>
                  </a:lnTo>
                  <a:lnTo>
                    <a:pt x="1175207" y="1543673"/>
                  </a:lnTo>
                  <a:lnTo>
                    <a:pt x="1175215" y="1543686"/>
                  </a:lnTo>
                  <a:lnTo>
                    <a:pt x="1175216" y="1543698"/>
                  </a:lnTo>
                  <a:lnTo>
                    <a:pt x="1175215" y="1543713"/>
                  </a:lnTo>
                  <a:lnTo>
                    <a:pt x="1175207" y="1543720"/>
                  </a:lnTo>
                  <a:lnTo>
                    <a:pt x="1175190" y="1543727"/>
                  </a:lnTo>
                  <a:lnTo>
                    <a:pt x="1175165" y="1543734"/>
                  </a:lnTo>
                  <a:lnTo>
                    <a:pt x="1175140" y="1543743"/>
                  </a:lnTo>
                  <a:lnTo>
                    <a:pt x="1175115" y="1543759"/>
                  </a:lnTo>
                  <a:lnTo>
                    <a:pt x="1175087" y="1543793"/>
                  </a:lnTo>
                  <a:lnTo>
                    <a:pt x="1175066" y="1543834"/>
                  </a:lnTo>
                  <a:lnTo>
                    <a:pt x="1175052" y="1543863"/>
                  </a:lnTo>
                  <a:lnTo>
                    <a:pt x="1175036" y="1543891"/>
                  </a:lnTo>
                  <a:lnTo>
                    <a:pt x="1175028" y="1543918"/>
                  </a:lnTo>
                  <a:lnTo>
                    <a:pt x="1175018" y="1543938"/>
                  </a:lnTo>
                  <a:lnTo>
                    <a:pt x="1175006" y="1543956"/>
                  </a:lnTo>
                  <a:lnTo>
                    <a:pt x="1174997" y="1543967"/>
                  </a:lnTo>
                  <a:lnTo>
                    <a:pt x="1174988" y="1543973"/>
                  </a:lnTo>
                  <a:lnTo>
                    <a:pt x="1174986" y="1543981"/>
                  </a:lnTo>
                  <a:lnTo>
                    <a:pt x="1174993" y="1544002"/>
                  </a:lnTo>
                  <a:lnTo>
                    <a:pt x="1175009" y="1544040"/>
                  </a:lnTo>
                  <a:lnTo>
                    <a:pt x="1175019" y="1544070"/>
                  </a:lnTo>
                  <a:lnTo>
                    <a:pt x="1175026" y="1544110"/>
                  </a:lnTo>
                  <a:lnTo>
                    <a:pt x="1175030" y="1544150"/>
                  </a:lnTo>
                  <a:lnTo>
                    <a:pt x="1175032" y="1544167"/>
                  </a:lnTo>
                  <a:lnTo>
                    <a:pt x="1175030" y="1544190"/>
                  </a:lnTo>
                  <a:lnTo>
                    <a:pt x="1175031" y="1544209"/>
                  </a:lnTo>
                  <a:lnTo>
                    <a:pt x="1175023" y="1544228"/>
                  </a:lnTo>
                  <a:lnTo>
                    <a:pt x="1175013" y="1544235"/>
                  </a:lnTo>
                  <a:lnTo>
                    <a:pt x="1175009" y="1544238"/>
                  </a:lnTo>
                  <a:lnTo>
                    <a:pt x="1174993" y="1544244"/>
                  </a:lnTo>
                  <a:lnTo>
                    <a:pt x="1174988" y="1544246"/>
                  </a:lnTo>
                  <a:lnTo>
                    <a:pt x="1174964" y="1544257"/>
                  </a:lnTo>
                  <a:lnTo>
                    <a:pt x="1174941" y="1544269"/>
                  </a:lnTo>
                  <a:lnTo>
                    <a:pt x="1174919" y="1544282"/>
                  </a:lnTo>
                  <a:lnTo>
                    <a:pt x="1174909" y="1544294"/>
                  </a:lnTo>
                  <a:lnTo>
                    <a:pt x="1174896" y="1544310"/>
                  </a:lnTo>
                  <a:lnTo>
                    <a:pt x="1174883" y="1544323"/>
                  </a:lnTo>
                  <a:lnTo>
                    <a:pt x="1174867" y="1544331"/>
                  </a:lnTo>
                  <a:lnTo>
                    <a:pt x="1174851" y="1544333"/>
                  </a:lnTo>
                  <a:lnTo>
                    <a:pt x="1174841" y="1544332"/>
                  </a:lnTo>
                  <a:lnTo>
                    <a:pt x="1174824" y="1544327"/>
                  </a:lnTo>
                  <a:lnTo>
                    <a:pt x="1174809" y="1544321"/>
                  </a:lnTo>
                  <a:lnTo>
                    <a:pt x="1174798" y="1544319"/>
                  </a:lnTo>
                  <a:lnTo>
                    <a:pt x="1174793" y="1544316"/>
                  </a:lnTo>
                  <a:lnTo>
                    <a:pt x="1174791" y="1544310"/>
                  </a:lnTo>
                  <a:lnTo>
                    <a:pt x="1174791" y="1544299"/>
                  </a:lnTo>
                  <a:lnTo>
                    <a:pt x="1174790" y="1544276"/>
                  </a:lnTo>
                  <a:lnTo>
                    <a:pt x="1174789" y="1544265"/>
                  </a:lnTo>
                  <a:lnTo>
                    <a:pt x="1174783" y="1544261"/>
                  </a:lnTo>
                  <a:lnTo>
                    <a:pt x="1174770" y="1544258"/>
                  </a:lnTo>
                  <a:lnTo>
                    <a:pt x="1174751" y="1544258"/>
                  </a:lnTo>
                  <a:lnTo>
                    <a:pt x="1174731" y="1544259"/>
                  </a:lnTo>
                  <a:lnTo>
                    <a:pt x="1174713" y="1544258"/>
                  </a:lnTo>
                  <a:lnTo>
                    <a:pt x="1174695" y="1544254"/>
                  </a:lnTo>
                  <a:lnTo>
                    <a:pt x="1174680" y="1544253"/>
                  </a:lnTo>
                  <a:lnTo>
                    <a:pt x="1174665" y="1544253"/>
                  </a:lnTo>
                  <a:lnTo>
                    <a:pt x="1174655" y="1544255"/>
                  </a:lnTo>
                  <a:lnTo>
                    <a:pt x="1174639" y="1544263"/>
                  </a:lnTo>
                  <a:lnTo>
                    <a:pt x="1174617" y="1544280"/>
                  </a:lnTo>
                  <a:lnTo>
                    <a:pt x="1174609" y="1544288"/>
                  </a:lnTo>
                  <a:lnTo>
                    <a:pt x="1174599" y="1544291"/>
                  </a:lnTo>
                  <a:lnTo>
                    <a:pt x="1174580" y="1544290"/>
                  </a:lnTo>
                  <a:lnTo>
                    <a:pt x="1174558" y="1544286"/>
                  </a:lnTo>
                  <a:lnTo>
                    <a:pt x="1174545" y="1544280"/>
                  </a:lnTo>
                  <a:lnTo>
                    <a:pt x="1174533" y="1544275"/>
                  </a:lnTo>
                  <a:lnTo>
                    <a:pt x="1174526" y="1544276"/>
                  </a:lnTo>
                  <a:lnTo>
                    <a:pt x="1174519" y="1544280"/>
                  </a:lnTo>
                  <a:lnTo>
                    <a:pt x="1174505" y="1544291"/>
                  </a:lnTo>
                  <a:lnTo>
                    <a:pt x="1174484" y="1544309"/>
                  </a:lnTo>
                  <a:lnTo>
                    <a:pt x="1174464" y="1544328"/>
                  </a:lnTo>
                  <a:lnTo>
                    <a:pt x="1174449" y="1544342"/>
                  </a:lnTo>
                  <a:lnTo>
                    <a:pt x="1174438" y="1544350"/>
                  </a:lnTo>
                  <a:lnTo>
                    <a:pt x="1174430" y="1544353"/>
                  </a:lnTo>
                  <a:lnTo>
                    <a:pt x="1174424" y="1544354"/>
                  </a:lnTo>
                  <a:lnTo>
                    <a:pt x="1174415" y="1544354"/>
                  </a:lnTo>
                  <a:lnTo>
                    <a:pt x="1174404" y="1544354"/>
                  </a:lnTo>
                  <a:lnTo>
                    <a:pt x="1174377" y="1544353"/>
                  </a:lnTo>
                  <a:lnTo>
                    <a:pt x="1174353" y="1544352"/>
                  </a:lnTo>
                  <a:lnTo>
                    <a:pt x="1174336" y="1544355"/>
                  </a:lnTo>
                  <a:lnTo>
                    <a:pt x="1174318" y="1544362"/>
                  </a:lnTo>
                  <a:lnTo>
                    <a:pt x="1174300" y="1544379"/>
                  </a:lnTo>
                  <a:lnTo>
                    <a:pt x="1174285" y="1544399"/>
                  </a:lnTo>
                  <a:lnTo>
                    <a:pt x="1174273" y="1544411"/>
                  </a:lnTo>
                  <a:lnTo>
                    <a:pt x="1174261" y="1544423"/>
                  </a:lnTo>
                  <a:lnTo>
                    <a:pt x="1174255" y="1544436"/>
                  </a:lnTo>
                  <a:lnTo>
                    <a:pt x="1174244" y="1544456"/>
                  </a:lnTo>
                  <a:lnTo>
                    <a:pt x="1174232" y="1544469"/>
                  </a:lnTo>
                  <a:lnTo>
                    <a:pt x="1174213" y="1544478"/>
                  </a:lnTo>
                  <a:lnTo>
                    <a:pt x="1174186" y="1544482"/>
                  </a:lnTo>
                  <a:lnTo>
                    <a:pt x="1174154" y="1544485"/>
                  </a:lnTo>
                  <a:lnTo>
                    <a:pt x="1174122" y="1544483"/>
                  </a:lnTo>
                  <a:lnTo>
                    <a:pt x="1174091" y="1544471"/>
                  </a:lnTo>
                  <a:lnTo>
                    <a:pt x="1174064" y="1544459"/>
                  </a:lnTo>
                  <a:lnTo>
                    <a:pt x="1174045" y="1544455"/>
                  </a:lnTo>
                  <a:lnTo>
                    <a:pt x="1174020" y="1544456"/>
                  </a:lnTo>
                  <a:lnTo>
                    <a:pt x="1174001" y="1544457"/>
                  </a:lnTo>
                  <a:lnTo>
                    <a:pt x="1173976" y="1544463"/>
                  </a:lnTo>
                  <a:lnTo>
                    <a:pt x="1173957" y="1544477"/>
                  </a:lnTo>
                  <a:lnTo>
                    <a:pt x="1173941" y="1544486"/>
                  </a:lnTo>
                  <a:lnTo>
                    <a:pt x="1173929" y="1544489"/>
                  </a:lnTo>
                  <a:lnTo>
                    <a:pt x="1173917" y="1544490"/>
                  </a:lnTo>
                  <a:lnTo>
                    <a:pt x="1173899" y="1544496"/>
                  </a:lnTo>
                  <a:lnTo>
                    <a:pt x="1173873" y="1544507"/>
                  </a:lnTo>
                  <a:lnTo>
                    <a:pt x="1173837" y="1544519"/>
                  </a:lnTo>
                  <a:lnTo>
                    <a:pt x="1173801" y="1544524"/>
                  </a:lnTo>
                  <a:lnTo>
                    <a:pt x="1173783" y="1544522"/>
                  </a:lnTo>
                  <a:lnTo>
                    <a:pt x="1173758" y="1544515"/>
                  </a:lnTo>
                  <a:lnTo>
                    <a:pt x="1173727" y="1544513"/>
                  </a:lnTo>
                  <a:lnTo>
                    <a:pt x="1173701" y="1544506"/>
                  </a:lnTo>
                  <a:lnTo>
                    <a:pt x="1173677" y="1544497"/>
                  </a:lnTo>
                  <a:lnTo>
                    <a:pt x="1173654" y="1544486"/>
                  </a:lnTo>
                  <a:lnTo>
                    <a:pt x="1173637" y="1544481"/>
                  </a:lnTo>
                  <a:lnTo>
                    <a:pt x="1173621" y="1544483"/>
                  </a:lnTo>
                  <a:lnTo>
                    <a:pt x="1173602" y="1544491"/>
                  </a:lnTo>
                  <a:lnTo>
                    <a:pt x="1173589" y="1544498"/>
                  </a:lnTo>
                  <a:lnTo>
                    <a:pt x="1173577" y="1544508"/>
                  </a:lnTo>
                  <a:lnTo>
                    <a:pt x="1173543" y="1544544"/>
                  </a:lnTo>
                  <a:lnTo>
                    <a:pt x="1173530" y="1544558"/>
                  </a:lnTo>
                  <a:lnTo>
                    <a:pt x="1173515" y="1544572"/>
                  </a:lnTo>
                  <a:lnTo>
                    <a:pt x="1173502" y="1544590"/>
                  </a:lnTo>
                  <a:lnTo>
                    <a:pt x="1173491" y="1544610"/>
                  </a:lnTo>
                  <a:lnTo>
                    <a:pt x="1173457" y="1544660"/>
                  </a:lnTo>
                  <a:lnTo>
                    <a:pt x="1173442" y="1544680"/>
                  </a:lnTo>
                  <a:lnTo>
                    <a:pt x="1173426" y="1544697"/>
                  </a:lnTo>
                  <a:lnTo>
                    <a:pt x="1173411" y="1544709"/>
                  </a:lnTo>
                  <a:lnTo>
                    <a:pt x="1173394" y="1544719"/>
                  </a:lnTo>
                  <a:lnTo>
                    <a:pt x="1173372" y="1544725"/>
                  </a:lnTo>
                  <a:lnTo>
                    <a:pt x="1173349" y="1544729"/>
                  </a:lnTo>
                  <a:lnTo>
                    <a:pt x="1173313" y="1544731"/>
                  </a:lnTo>
                  <a:lnTo>
                    <a:pt x="1173267" y="1544728"/>
                  </a:lnTo>
                  <a:lnTo>
                    <a:pt x="1173248" y="1544722"/>
                  </a:lnTo>
                  <a:lnTo>
                    <a:pt x="1173228" y="1544702"/>
                  </a:lnTo>
                  <a:lnTo>
                    <a:pt x="1173208" y="1544690"/>
                  </a:lnTo>
                  <a:lnTo>
                    <a:pt x="1173189" y="1544690"/>
                  </a:lnTo>
                  <a:lnTo>
                    <a:pt x="1173166" y="1544702"/>
                  </a:lnTo>
                  <a:lnTo>
                    <a:pt x="1173133" y="1544723"/>
                  </a:lnTo>
                  <a:lnTo>
                    <a:pt x="1173089" y="1544756"/>
                  </a:lnTo>
                  <a:lnTo>
                    <a:pt x="1173065" y="1544775"/>
                  </a:lnTo>
                  <a:lnTo>
                    <a:pt x="1173043" y="1544783"/>
                  </a:lnTo>
                  <a:lnTo>
                    <a:pt x="1173025" y="1544787"/>
                  </a:lnTo>
                  <a:lnTo>
                    <a:pt x="1172998" y="1544789"/>
                  </a:lnTo>
                  <a:lnTo>
                    <a:pt x="1172979" y="1544784"/>
                  </a:lnTo>
                  <a:lnTo>
                    <a:pt x="1172968" y="1544780"/>
                  </a:lnTo>
                  <a:lnTo>
                    <a:pt x="1172958" y="1544769"/>
                  </a:lnTo>
                  <a:lnTo>
                    <a:pt x="1172951" y="1544757"/>
                  </a:lnTo>
                  <a:lnTo>
                    <a:pt x="1172935" y="1544714"/>
                  </a:lnTo>
                  <a:lnTo>
                    <a:pt x="1172921" y="1544693"/>
                  </a:lnTo>
                  <a:lnTo>
                    <a:pt x="1172905" y="1544681"/>
                  </a:lnTo>
                  <a:lnTo>
                    <a:pt x="1172886" y="1544673"/>
                  </a:lnTo>
                  <a:lnTo>
                    <a:pt x="1172864" y="1544668"/>
                  </a:lnTo>
                  <a:lnTo>
                    <a:pt x="1172841" y="1544669"/>
                  </a:lnTo>
                  <a:lnTo>
                    <a:pt x="1172819" y="1544677"/>
                  </a:lnTo>
                  <a:lnTo>
                    <a:pt x="1172798" y="1544693"/>
                  </a:lnTo>
                  <a:lnTo>
                    <a:pt x="1172766" y="1544721"/>
                  </a:lnTo>
                  <a:lnTo>
                    <a:pt x="1172750" y="1544733"/>
                  </a:lnTo>
                  <a:lnTo>
                    <a:pt x="1172735" y="1544740"/>
                  </a:lnTo>
                  <a:lnTo>
                    <a:pt x="1172716" y="1544734"/>
                  </a:lnTo>
                  <a:lnTo>
                    <a:pt x="1172688" y="1544722"/>
                  </a:lnTo>
                  <a:lnTo>
                    <a:pt x="1172656" y="1544711"/>
                  </a:lnTo>
                  <a:lnTo>
                    <a:pt x="1172628" y="1544701"/>
                  </a:lnTo>
                  <a:lnTo>
                    <a:pt x="1172609" y="1544689"/>
                  </a:lnTo>
                  <a:lnTo>
                    <a:pt x="1172595" y="1544677"/>
                  </a:lnTo>
                  <a:lnTo>
                    <a:pt x="1172587" y="1544663"/>
                  </a:lnTo>
                  <a:lnTo>
                    <a:pt x="1172579" y="1544650"/>
                  </a:lnTo>
                  <a:lnTo>
                    <a:pt x="1172571" y="1544640"/>
                  </a:lnTo>
                  <a:lnTo>
                    <a:pt x="1172555" y="1544635"/>
                  </a:lnTo>
                  <a:lnTo>
                    <a:pt x="1172540" y="1544637"/>
                  </a:lnTo>
                  <a:lnTo>
                    <a:pt x="1172529" y="1544645"/>
                  </a:lnTo>
                  <a:lnTo>
                    <a:pt x="1172521" y="1544659"/>
                  </a:lnTo>
                  <a:lnTo>
                    <a:pt x="1172511" y="1544691"/>
                  </a:lnTo>
                  <a:lnTo>
                    <a:pt x="1172506" y="1544717"/>
                  </a:lnTo>
                  <a:lnTo>
                    <a:pt x="1172503" y="1544733"/>
                  </a:lnTo>
                  <a:lnTo>
                    <a:pt x="1172497" y="1544746"/>
                  </a:lnTo>
                  <a:lnTo>
                    <a:pt x="1172481" y="1544761"/>
                  </a:lnTo>
                  <a:lnTo>
                    <a:pt x="1172462" y="1544775"/>
                  </a:lnTo>
                  <a:lnTo>
                    <a:pt x="1172448" y="1544782"/>
                  </a:lnTo>
                  <a:lnTo>
                    <a:pt x="1172427" y="1544782"/>
                  </a:lnTo>
                  <a:lnTo>
                    <a:pt x="1172410" y="1544777"/>
                  </a:lnTo>
                  <a:lnTo>
                    <a:pt x="1172387" y="1544765"/>
                  </a:lnTo>
                  <a:lnTo>
                    <a:pt x="1172363" y="1544754"/>
                  </a:lnTo>
                  <a:lnTo>
                    <a:pt x="1172301" y="1544732"/>
                  </a:lnTo>
                  <a:lnTo>
                    <a:pt x="1172276" y="1544723"/>
                  </a:lnTo>
                  <a:lnTo>
                    <a:pt x="1172253" y="1544710"/>
                  </a:lnTo>
                  <a:lnTo>
                    <a:pt x="1172236" y="1544701"/>
                  </a:lnTo>
                  <a:lnTo>
                    <a:pt x="1172209" y="1544693"/>
                  </a:lnTo>
                  <a:lnTo>
                    <a:pt x="1172174" y="1544689"/>
                  </a:lnTo>
                  <a:lnTo>
                    <a:pt x="1172147" y="1544688"/>
                  </a:lnTo>
                  <a:lnTo>
                    <a:pt x="1172125" y="1544690"/>
                  </a:lnTo>
                  <a:lnTo>
                    <a:pt x="1172097" y="1544697"/>
                  </a:lnTo>
                  <a:lnTo>
                    <a:pt x="1172075" y="1544699"/>
                  </a:lnTo>
                  <a:lnTo>
                    <a:pt x="1172047" y="1544698"/>
                  </a:lnTo>
                  <a:lnTo>
                    <a:pt x="1172016" y="1544700"/>
                  </a:lnTo>
                  <a:lnTo>
                    <a:pt x="1171974" y="1544705"/>
                  </a:lnTo>
                  <a:lnTo>
                    <a:pt x="1171920" y="1544718"/>
                  </a:lnTo>
                  <a:lnTo>
                    <a:pt x="1171889" y="1544721"/>
                  </a:lnTo>
                  <a:lnTo>
                    <a:pt x="1171867" y="1544724"/>
                  </a:lnTo>
                  <a:lnTo>
                    <a:pt x="1171845" y="1544730"/>
                  </a:lnTo>
                  <a:lnTo>
                    <a:pt x="1171828" y="1544745"/>
                  </a:lnTo>
                  <a:lnTo>
                    <a:pt x="1171811" y="1544767"/>
                  </a:lnTo>
                  <a:lnTo>
                    <a:pt x="1171793" y="1544796"/>
                  </a:lnTo>
                  <a:lnTo>
                    <a:pt x="1171783" y="1544826"/>
                  </a:lnTo>
                  <a:lnTo>
                    <a:pt x="1171774" y="1544853"/>
                  </a:lnTo>
                  <a:lnTo>
                    <a:pt x="1171766" y="1544869"/>
                  </a:lnTo>
                  <a:lnTo>
                    <a:pt x="1171756" y="1544877"/>
                  </a:lnTo>
                  <a:lnTo>
                    <a:pt x="1171745" y="1544882"/>
                  </a:lnTo>
                  <a:lnTo>
                    <a:pt x="1171731" y="1544879"/>
                  </a:lnTo>
                  <a:lnTo>
                    <a:pt x="1171716" y="1544873"/>
                  </a:lnTo>
                  <a:lnTo>
                    <a:pt x="1171695" y="1544863"/>
                  </a:lnTo>
                  <a:lnTo>
                    <a:pt x="1171678" y="1544861"/>
                  </a:lnTo>
                  <a:lnTo>
                    <a:pt x="1171669" y="1544864"/>
                  </a:lnTo>
                  <a:lnTo>
                    <a:pt x="1171659" y="1544875"/>
                  </a:lnTo>
                  <a:lnTo>
                    <a:pt x="1171647" y="1544894"/>
                  </a:lnTo>
                  <a:lnTo>
                    <a:pt x="1171646" y="1544914"/>
                  </a:lnTo>
                  <a:lnTo>
                    <a:pt x="1171647" y="1544933"/>
                  </a:lnTo>
                  <a:lnTo>
                    <a:pt x="1171647" y="1544948"/>
                  </a:lnTo>
                  <a:lnTo>
                    <a:pt x="1171643" y="1544967"/>
                  </a:lnTo>
                  <a:lnTo>
                    <a:pt x="1171634" y="1544993"/>
                  </a:lnTo>
                  <a:lnTo>
                    <a:pt x="1171621" y="1545021"/>
                  </a:lnTo>
                  <a:lnTo>
                    <a:pt x="1171608" y="1545037"/>
                  </a:lnTo>
                  <a:lnTo>
                    <a:pt x="1171596" y="1545043"/>
                  </a:lnTo>
                  <a:lnTo>
                    <a:pt x="1171578" y="1545046"/>
                  </a:lnTo>
                  <a:lnTo>
                    <a:pt x="1171563" y="1545044"/>
                  </a:lnTo>
                  <a:lnTo>
                    <a:pt x="1171548" y="1545034"/>
                  </a:lnTo>
                  <a:lnTo>
                    <a:pt x="1171534" y="1545015"/>
                  </a:lnTo>
                  <a:lnTo>
                    <a:pt x="1171526" y="1545006"/>
                  </a:lnTo>
                  <a:lnTo>
                    <a:pt x="1171511" y="1544999"/>
                  </a:lnTo>
                  <a:lnTo>
                    <a:pt x="1171501" y="1545001"/>
                  </a:lnTo>
                  <a:lnTo>
                    <a:pt x="1171486" y="1545006"/>
                  </a:lnTo>
                  <a:lnTo>
                    <a:pt x="1171469" y="1545019"/>
                  </a:lnTo>
                  <a:lnTo>
                    <a:pt x="1171449" y="1545050"/>
                  </a:lnTo>
                  <a:lnTo>
                    <a:pt x="1171435" y="1545073"/>
                  </a:lnTo>
                  <a:lnTo>
                    <a:pt x="1171422" y="1545102"/>
                  </a:lnTo>
                  <a:lnTo>
                    <a:pt x="1171409" y="1545126"/>
                  </a:lnTo>
                  <a:lnTo>
                    <a:pt x="1171397" y="1545137"/>
                  </a:lnTo>
                  <a:lnTo>
                    <a:pt x="1171383" y="1545146"/>
                  </a:lnTo>
                  <a:lnTo>
                    <a:pt x="1171366" y="1545148"/>
                  </a:lnTo>
                  <a:lnTo>
                    <a:pt x="1171316" y="1545144"/>
                  </a:lnTo>
                  <a:lnTo>
                    <a:pt x="1171302" y="1545145"/>
                  </a:lnTo>
                  <a:lnTo>
                    <a:pt x="1171290" y="1545151"/>
                  </a:lnTo>
                  <a:lnTo>
                    <a:pt x="1171269" y="1545167"/>
                  </a:lnTo>
                  <a:lnTo>
                    <a:pt x="1171251" y="1545192"/>
                  </a:lnTo>
                  <a:lnTo>
                    <a:pt x="1171235" y="1545216"/>
                  </a:lnTo>
                  <a:lnTo>
                    <a:pt x="1171220" y="1545231"/>
                  </a:lnTo>
                  <a:lnTo>
                    <a:pt x="1171207" y="1545241"/>
                  </a:lnTo>
                  <a:lnTo>
                    <a:pt x="1171193" y="1545245"/>
                  </a:lnTo>
                  <a:lnTo>
                    <a:pt x="1171178" y="1545249"/>
                  </a:lnTo>
                  <a:lnTo>
                    <a:pt x="1171159" y="1545254"/>
                  </a:lnTo>
                  <a:lnTo>
                    <a:pt x="1171143" y="1545259"/>
                  </a:lnTo>
                  <a:lnTo>
                    <a:pt x="1171096" y="1545258"/>
                  </a:lnTo>
                  <a:lnTo>
                    <a:pt x="1171067" y="1545254"/>
                  </a:lnTo>
                  <a:lnTo>
                    <a:pt x="1171044" y="1545245"/>
                  </a:lnTo>
                  <a:lnTo>
                    <a:pt x="1171027" y="1545237"/>
                  </a:lnTo>
                  <a:lnTo>
                    <a:pt x="1171018" y="1545225"/>
                  </a:lnTo>
                  <a:lnTo>
                    <a:pt x="1171011" y="1545215"/>
                  </a:lnTo>
                  <a:lnTo>
                    <a:pt x="1171002" y="1545207"/>
                  </a:lnTo>
                  <a:lnTo>
                    <a:pt x="1170995" y="1545203"/>
                  </a:lnTo>
                  <a:lnTo>
                    <a:pt x="1170984" y="1545205"/>
                  </a:lnTo>
                  <a:lnTo>
                    <a:pt x="1170963" y="1545215"/>
                  </a:lnTo>
                  <a:lnTo>
                    <a:pt x="1170939" y="1545233"/>
                  </a:lnTo>
                  <a:lnTo>
                    <a:pt x="1170919" y="1545259"/>
                  </a:lnTo>
                  <a:lnTo>
                    <a:pt x="1170907" y="1545266"/>
                  </a:lnTo>
                  <a:lnTo>
                    <a:pt x="1170898" y="1545267"/>
                  </a:lnTo>
                  <a:lnTo>
                    <a:pt x="1170889" y="1545262"/>
                  </a:lnTo>
                  <a:lnTo>
                    <a:pt x="1170885" y="1545251"/>
                  </a:lnTo>
                  <a:lnTo>
                    <a:pt x="1170886" y="1545238"/>
                  </a:lnTo>
                  <a:lnTo>
                    <a:pt x="1170899" y="1545210"/>
                  </a:lnTo>
                  <a:lnTo>
                    <a:pt x="1170911" y="1545181"/>
                  </a:lnTo>
                  <a:lnTo>
                    <a:pt x="1170918" y="1545153"/>
                  </a:lnTo>
                  <a:lnTo>
                    <a:pt x="1170919" y="1545139"/>
                  </a:lnTo>
                  <a:lnTo>
                    <a:pt x="1170916" y="1545132"/>
                  </a:lnTo>
                  <a:lnTo>
                    <a:pt x="1170910" y="1545128"/>
                  </a:lnTo>
                  <a:lnTo>
                    <a:pt x="1170900" y="1545124"/>
                  </a:lnTo>
                  <a:lnTo>
                    <a:pt x="1170869" y="1545129"/>
                  </a:lnTo>
                  <a:lnTo>
                    <a:pt x="1170843" y="1545138"/>
                  </a:lnTo>
                  <a:lnTo>
                    <a:pt x="1170813" y="1545144"/>
                  </a:lnTo>
                  <a:lnTo>
                    <a:pt x="1170791" y="1545143"/>
                  </a:lnTo>
                  <a:lnTo>
                    <a:pt x="1170769" y="1545139"/>
                  </a:lnTo>
                  <a:lnTo>
                    <a:pt x="1170745" y="1545138"/>
                  </a:lnTo>
                  <a:lnTo>
                    <a:pt x="1170728" y="1545142"/>
                  </a:lnTo>
                  <a:lnTo>
                    <a:pt x="1170704" y="1545148"/>
                  </a:lnTo>
                  <a:lnTo>
                    <a:pt x="1170686" y="1545152"/>
                  </a:lnTo>
                  <a:lnTo>
                    <a:pt x="1170655" y="1545157"/>
                  </a:lnTo>
                  <a:lnTo>
                    <a:pt x="1170635" y="1545163"/>
                  </a:lnTo>
                  <a:lnTo>
                    <a:pt x="1170610" y="1545176"/>
                  </a:lnTo>
                  <a:lnTo>
                    <a:pt x="1170599" y="1545184"/>
                  </a:lnTo>
                  <a:lnTo>
                    <a:pt x="1170594" y="1545195"/>
                  </a:lnTo>
                  <a:lnTo>
                    <a:pt x="1170594" y="1545213"/>
                  </a:lnTo>
                  <a:lnTo>
                    <a:pt x="1170601" y="1545246"/>
                  </a:lnTo>
                  <a:lnTo>
                    <a:pt x="1170607" y="1545272"/>
                  </a:lnTo>
                  <a:lnTo>
                    <a:pt x="1170617" y="1545301"/>
                  </a:lnTo>
                  <a:lnTo>
                    <a:pt x="1170624" y="1545323"/>
                  </a:lnTo>
                  <a:lnTo>
                    <a:pt x="1170632" y="1545339"/>
                  </a:lnTo>
                  <a:lnTo>
                    <a:pt x="1170643" y="1545352"/>
                  </a:lnTo>
                  <a:lnTo>
                    <a:pt x="1170662" y="1545369"/>
                  </a:lnTo>
                  <a:lnTo>
                    <a:pt x="1170687" y="1545390"/>
                  </a:lnTo>
                  <a:lnTo>
                    <a:pt x="1170706" y="1545415"/>
                  </a:lnTo>
                  <a:lnTo>
                    <a:pt x="1170717" y="1545434"/>
                  </a:lnTo>
                  <a:lnTo>
                    <a:pt x="1170722" y="1545455"/>
                  </a:lnTo>
                  <a:lnTo>
                    <a:pt x="1170723" y="1545475"/>
                  </a:lnTo>
                  <a:lnTo>
                    <a:pt x="1170723" y="1545491"/>
                  </a:lnTo>
                  <a:lnTo>
                    <a:pt x="1170714" y="1545503"/>
                  </a:lnTo>
                  <a:lnTo>
                    <a:pt x="1170700" y="1545515"/>
                  </a:lnTo>
                  <a:lnTo>
                    <a:pt x="1170675" y="1545525"/>
                  </a:lnTo>
                  <a:lnTo>
                    <a:pt x="1170650" y="1545530"/>
                  </a:lnTo>
                  <a:lnTo>
                    <a:pt x="1170627" y="1545525"/>
                  </a:lnTo>
                  <a:lnTo>
                    <a:pt x="1170614" y="1545523"/>
                  </a:lnTo>
                  <a:lnTo>
                    <a:pt x="1170594" y="1545526"/>
                  </a:lnTo>
                  <a:lnTo>
                    <a:pt x="1170574" y="1545523"/>
                  </a:lnTo>
                  <a:lnTo>
                    <a:pt x="1170558" y="1545520"/>
                  </a:lnTo>
                  <a:lnTo>
                    <a:pt x="1170545" y="1545512"/>
                  </a:lnTo>
                  <a:lnTo>
                    <a:pt x="1170529" y="1545497"/>
                  </a:lnTo>
                  <a:lnTo>
                    <a:pt x="1170508" y="1545473"/>
                  </a:lnTo>
                  <a:lnTo>
                    <a:pt x="1170491" y="1545451"/>
                  </a:lnTo>
                  <a:lnTo>
                    <a:pt x="1170478" y="1545433"/>
                  </a:lnTo>
                  <a:lnTo>
                    <a:pt x="1170468" y="1545411"/>
                  </a:lnTo>
                  <a:lnTo>
                    <a:pt x="1170457" y="1545377"/>
                  </a:lnTo>
                  <a:lnTo>
                    <a:pt x="1170447" y="1545354"/>
                  </a:lnTo>
                  <a:lnTo>
                    <a:pt x="1170439" y="1545344"/>
                  </a:lnTo>
                  <a:lnTo>
                    <a:pt x="1170417" y="1545329"/>
                  </a:lnTo>
                  <a:lnTo>
                    <a:pt x="1170386" y="1545316"/>
                  </a:lnTo>
                  <a:lnTo>
                    <a:pt x="1170363" y="1545309"/>
                  </a:lnTo>
                  <a:lnTo>
                    <a:pt x="1170336" y="1545300"/>
                  </a:lnTo>
                  <a:lnTo>
                    <a:pt x="1170308" y="1545299"/>
                  </a:lnTo>
                  <a:lnTo>
                    <a:pt x="1170289" y="1545303"/>
                  </a:lnTo>
                  <a:lnTo>
                    <a:pt x="1170269" y="1545310"/>
                  </a:lnTo>
                  <a:lnTo>
                    <a:pt x="1170239" y="1545319"/>
                  </a:lnTo>
                  <a:lnTo>
                    <a:pt x="1170210" y="1545324"/>
                  </a:lnTo>
                  <a:lnTo>
                    <a:pt x="1170174" y="1545323"/>
                  </a:lnTo>
                  <a:lnTo>
                    <a:pt x="1170140" y="1545320"/>
                  </a:lnTo>
                  <a:lnTo>
                    <a:pt x="1170104" y="1545311"/>
                  </a:lnTo>
                  <a:lnTo>
                    <a:pt x="1170086" y="1545314"/>
                  </a:lnTo>
                  <a:lnTo>
                    <a:pt x="1170069" y="1545322"/>
                  </a:lnTo>
                  <a:lnTo>
                    <a:pt x="1170061" y="1545333"/>
                  </a:lnTo>
                  <a:lnTo>
                    <a:pt x="1170051" y="1545344"/>
                  </a:lnTo>
                  <a:lnTo>
                    <a:pt x="1170039" y="1545365"/>
                  </a:lnTo>
                  <a:lnTo>
                    <a:pt x="1170032" y="1545376"/>
                  </a:lnTo>
                  <a:lnTo>
                    <a:pt x="1170011" y="1545394"/>
                  </a:lnTo>
                  <a:lnTo>
                    <a:pt x="1169993" y="1545407"/>
                  </a:lnTo>
                  <a:lnTo>
                    <a:pt x="1169976" y="1545415"/>
                  </a:lnTo>
                  <a:lnTo>
                    <a:pt x="1169958" y="1545420"/>
                  </a:lnTo>
                  <a:lnTo>
                    <a:pt x="1169935" y="1545421"/>
                  </a:lnTo>
                  <a:lnTo>
                    <a:pt x="1169910" y="1545424"/>
                  </a:lnTo>
                  <a:lnTo>
                    <a:pt x="1169885" y="1545426"/>
                  </a:lnTo>
                  <a:lnTo>
                    <a:pt x="1169860" y="1545433"/>
                  </a:lnTo>
                  <a:lnTo>
                    <a:pt x="1169835" y="1545440"/>
                  </a:lnTo>
                  <a:lnTo>
                    <a:pt x="1169811" y="1545447"/>
                  </a:lnTo>
                  <a:lnTo>
                    <a:pt x="1169773" y="1545468"/>
                  </a:lnTo>
                  <a:lnTo>
                    <a:pt x="1169750" y="1545480"/>
                  </a:lnTo>
                  <a:lnTo>
                    <a:pt x="1169738" y="1545483"/>
                  </a:lnTo>
                  <a:lnTo>
                    <a:pt x="1169725" y="1545482"/>
                  </a:lnTo>
                  <a:lnTo>
                    <a:pt x="1169708" y="1545476"/>
                  </a:lnTo>
                  <a:lnTo>
                    <a:pt x="1169691" y="1545460"/>
                  </a:lnTo>
                  <a:lnTo>
                    <a:pt x="1169664" y="1545432"/>
                  </a:lnTo>
                  <a:lnTo>
                    <a:pt x="1169632" y="1545391"/>
                  </a:lnTo>
                  <a:lnTo>
                    <a:pt x="1169620" y="1545376"/>
                  </a:lnTo>
                  <a:lnTo>
                    <a:pt x="1169616" y="1545364"/>
                  </a:lnTo>
                  <a:lnTo>
                    <a:pt x="1169615" y="1545355"/>
                  </a:lnTo>
                  <a:lnTo>
                    <a:pt x="1169615" y="1545334"/>
                  </a:lnTo>
                  <a:lnTo>
                    <a:pt x="1169615" y="1545319"/>
                  </a:lnTo>
                  <a:lnTo>
                    <a:pt x="1169611" y="1545309"/>
                  </a:lnTo>
                  <a:lnTo>
                    <a:pt x="1169599" y="1545298"/>
                  </a:lnTo>
                  <a:lnTo>
                    <a:pt x="1169586" y="1545293"/>
                  </a:lnTo>
                  <a:lnTo>
                    <a:pt x="1169569" y="1545296"/>
                  </a:lnTo>
                  <a:lnTo>
                    <a:pt x="1169550" y="1545304"/>
                  </a:lnTo>
                  <a:lnTo>
                    <a:pt x="1169533" y="1545313"/>
                  </a:lnTo>
                  <a:lnTo>
                    <a:pt x="1169508" y="1545322"/>
                  </a:lnTo>
                  <a:lnTo>
                    <a:pt x="1169490" y="1545326"/>
                  </a:lnTo>
                  <a:lnTo>
                    <a:pt x="1169480" y="1545334"/>
                  </a:lnTo>
                  <a:lnTo>
                    <a:pt x="1169467" y="1545348"/>
                  </a:lnTo>
                  <a:lnTo>
                    <a:pt x="1169459" y="1545361"/>
                  </a:lnTo>
                  <a:lnTo>
                    <a:pt x="1169453" y="1545369"/>
                  </a:lnTo>
                  <a:lnTo>
                    <a:pt x="1169444" y="1545374"/>
                  </a:lnTo>
                  <a:lnTo>
                    <a:pt x="1169437" y="1545377"/>
                  </a:lnTo>
                  <a:lnTo>
                    <a:pt x="1169436" y="1545390"/>
                  </a:lnTo>
                  <a:lnTo>
                    <a:pt x="1169435" y="1545403"/>
                  </a:lnTo>
                  <a:lnTo>
                    <a:pt x="1169434" y="1545418"/>
                  </a:lnTo>
                  <a:lnTo>
                    <a:pt x="1169436" y="1545428"/>
                  </a:lnTo>
                  <a:lnTo>
                    <a:pt x="1169438" y="1545433"/>
                  </a:lnTo>
                  <a:lnTo>
                    <a:pt x="1169443" y="1545435"/>
                  </a:lnTo>
                  <a:lnTo>
                    <a:pt x="1169454" y="1545440"/>
                  </a:lnTo>
                  <a:lnTo>
                    <a:pt x="1169458" y="1545446"/>
                  </a:lnTo>
                  <a:lnTo>
                    <a:pt x="1169461" y="1545454"/>
                  </a:lnTo>
                  <a:lnTo>
                    <a:pt x="1169464" y="1545467"/>
                  </a:lnTo>
                  <a:lnTo>
                    <a:pt x="1169454" y="1545471"/>
                  </a:lnTo>
                  <a:lnTo>
                    <a:pt x="1169441" y="1545479"/>
                  </a:lnTo>
                  <a:lnTo>
                    <a:pt x="1169428" y="1545488"/>
                  </a:lnTo>
                  <a:lnTo>
                    <a:pt x="1169416" y="1545506"/>
                  </a:lnTo>
                  <a:lnTo>
                    <a:pt x="1169397" y="1545527"/>
                  </a:lnTo>
                  <a:lnTo>
                    <a:pt x="1169382" y="1545552"/>
                  </a:lnTo>
                  <a:lnTo>
                    <a:pt x="1169374" y="1545571"/>
                  </a:lnTo>
                  <a:lnTo>
                    <a:pt x="1169374" y="1545582"/>
                  </a:lnTo>
                  <a:lnTo>
                    <a:pt x="1169376" y="1545594"/>
                  </a:lnTo>
                  <a:lnTo>
                    <a:pt x="1169380" y="1545605"/>
                  </a:lnTo>
                  <a:lnTo>
                    <a:pt x="1169383" y="1545610"/>
                  </a:lnTo>
                  <a:lnTo>
                    <a:pt x="1169383" y="1545616"/>
                  </a:lnTo>
                  <a:lnTo>
                    <a:pt x="1169377" y="1545625"/>
                  </a:lnTo>
                  <a:lnTo>
                    <a:pt x="1169366" y="1545627"/>
                  </a:lnTo>
                  <a:lnTo>
                    <a:pt x="1169343" y="1545627"/>
                  </a:lnTo>
                  <a:lnTo>
                    <a:pt x="1169323" y="1545626"/>
                  </a:lnTo>
                  <a:lnTo>
                    <a:pt x="1169310" y="1545627"/>
                  </a:lnTo>
                  <a:lnTo>
                    <a:pt x="1169289" y="1545629"/>
                  </a:lnTo>
                  <a:lnTo>
                    <a:pt x="1169275" y="1545633"/>
                  </a:lnTo>
                  <a:lnTo>
                    <a:pt x="1169258" y="1545644"/>
                  </a:lnTo>
                  <a:lnTo>
                    <a:pt x="1169249" y="1545656"/>
                  </a:lnTo>
                  <a:lnTo>
                    <a:pt x="1169247" y="1545661"/>
                  </a:lnTo>
                  <a:lnTo>
                    <a:pt x="1169243" y="1545672"/>
                  </a:lnTo>
                  <a:lnTo>
                    <a:pt x="1169229" y="1545686"/>
                  </a:lnTo>
                  <a:lnTo>
                    <a:pt x="1169212" y="1545697"/>
                  </a:lnTo>
                  <a:lnTo>
                    <a:pt x="1169193" y="1545708"/>
                  </a:lnTo>
                  <a:lnTo>
                    <a:pt x="1169173" y="1545720"/>
                  </a:lnTo>
                  <a:lnTo>
                    <a:pt x="1169162" y="1545730"/>
                  </a:lnTo>
                  <a:lnTo>
                    <a:pt x="1169151" y="1545742"/>
                  </a:lnTo>
                  <a:lnTo>
                    <a:pt x="1169148" y="1545753"/>
                  </a:lnTo>
                  <a:lnTo>
                    <a:pt x="1169143" y="1545769"/>
                  </a:lnTo>
                  <a:lnTo>
                    <a:pt x="1169143" y="1545789"/>
                  </a:lnTo>
                  <a:lnTo>
                    <a:pt x="1169142" y="1545801"/>
                  </a:lnTo>
                  <a:lnTo>
                    <a:pt x="1169137" y="1545807"/>
                  </a:lnTo>
                  <a:lnTo>
                    <a:pt x="1169123" y="1545808"/>
                  </a:lnTo>
                  <a:lnTo>
                    <a:pt x="1169112" y="1545807"/>
                  </a:lnTo>
                  <a:lnTo>
                    <a:pt x="1169106" y="1545805"/>
                  </a:lnTo>
                  <a:lnTo>
                    <a:pt x="1169099" y="1545805"/>
                  </a:lnTo>
                  <a:lnTo>
                    <a:pt x="1169090" y="1545807"/>
                  </a:lnTo>
                  <a:lnTo>
                    <a:pt x="1169077" y="1545813"/>
                  </a:lnTo>
                  <a:lnTo>
                    <a:pt x="1169071" y="1545814"/>
                  </a:lnTo>
                  <a:lnTo>
                    <a:pt x="1169061" y="1545821"/>
                  </a:lnTo>
                  <a:lnTo>
                    <a:pt x="1169053" y="1545829"/>
                  </a:lnTo>
                  <a:lnTo>
                    <a:pt x="1169049" y="1545835"/>
                  </a:lnTo>
                  <a:lnTo>
                    <a:pt x="1169048" y="1545843"/>
                  </a:lnTo>
                  <a:lnTo>
                    <a:pt x="1169049" y="1545851"/>
                  </a:lnTo>
                  <a:lnTo>
                    <a:pt x="1169055" y="1545856"/>
                  </a:lnTo>
                  <a:lnTo>
                    <a:pt x="1169072" y="1545867"/>
                  </a:lnTo>
                  <a:lnTo>
                    <a:pt x="1169077" y="1545871"/>
                  </a:lnTo>
                  <a:lnTo>
                    <a:pt x="1169085" y="1545884"/>
                  </a:lnTo>
                  <a:lnTo>
                    <a:pt x="1169086" y="1545892"/>
                  </a:lnTo>
                  <a:lnTo>
                    <a:pt x="1169086" y="1545897"/>
                  </a:lnTo>
                  <a:lnTo>
                    <a:pt x="1169083" y="1545904"/>
                  </a:lnTo>
                  <a:lnTo>
                    <a:pt x="1169077" y="1545913"/>
                  </a:lnTo>
                  <a:lnTo>
                    <a:pt x="1169070" y="1545919"/>
                  </a:lnTo>
                  <a:lnTo>
                    <a:pt x="1169064" y="1545924"/>
                  </a:lnTo>
                  <a:lnTo>
                    <a:pt x="1169058" y="1545928"/>
                  </a:lnTo>
                  <a:lnTo>
                    <a:pt x="1169051" y="1545927"/>
                  </a:lnTo>
                  <a:lnTo>
                    <a:pt x="1169040" y="1545929"/>
                  </a:lnTo>
                  <a:lnTo>
                    <a:pt x="1169027" y="1545929"/>
                  </a:lnTo>
                  <a:lnTo>
                    <a:pt x="1169013" y="1545928"/>
                  </a:lnTo>
                  <a:lnTo>
                    <a:pt x="1169000" y="1545921"/>
                  </a:lnTo>
                  <a:lnTo>
                    <a:pt x="1168988" y="1545910"/>
                  </a:lnTo>
                  <a:lnTo>
                    <a:pt x="1168982" y="1545903"/>
                  </a:lnTo>
                  <a:lnTo>
                    <a:pt x="1168978" y="1545903"/>
                  </a:lnTo>
                  <a:lnTo>
                    <a:pt x="1168969" y="1545907"/>
                  </a:lnTo>
                  <a:lnTo>
                    <a:pt x="1168966" y="1545911"/>
                  </a:lnTo>
                  <a:lnTo>
                    <a:pt x="1168963" y="1545917"/>
                  </a:lnTo>
                  <a:lnTo>
                    <a:pt x="1168960" y="1545928"/>
                  </a:lnTo>
                  <a:lnTo>
                    <a:pt x="1168960" y="1545936"/>
                  </a:lnTo>
                  <a:lnTo>
                    <a:pt x="1168955" y="1545949"/>
                  </a:lnTo>
                  <a:lnTo>
                    <a:pt x="1168942" y="1545950"/>
                  </a:lnTo>
                  <a:lnTo>
                    <a:pt x="1168931" y="1545945"/>
                  </a:lnTo>
                  <a:lnTo>
                    <a:pt x="1168907" y="1545922"/>
                  </a:lnTo>
                  <a:lnTo>
                    <a:pt x="1168895" y="1545911"/>
                  </a:lnTo>
                  <a:lnTo>
                    <a:pt x="1168888" y="1545906"/>
                  </a:lnTo>
                  <a:lnTo>
                    <a:pt x="1168879" y="1545902"/>
                  </a:lnTo>
                  <a:lnTo>
                    <a:pt x="1168873" y="1545903"/>
                  </a:lnTo>
                  <a:lnTo>
                    <a:pt x="1168866" y="1545907"/>
                  </a:lnTo>
                  <a:lnTo>
                    <a:pt x="1168861" y="1545912"/>
                  </a:lnTo>
                  <a:lnTo>
                    <a:pt x="1168854" y="1545929"/>
                  </a:lnTo>
                  <a:lnTo>
                    <a:pt x="1168853" y="1545955"/>
                  </a:lnTo>
                  <a:lnTo>
                    <a:pt x="1168853" y="1545969"/>
                  </a:lnTo>
                  <a:lnTo>
                    <a:pt x="1168856" y="1545976"/>
                  </a:lnTo>
                  <a:lnTo>
                    <a:pt x="1168859" y="1545982"/>
                  </a:lnTo>
                  <a:lnTo>
                    <a:pt x="1168864" y="1545996"/>
                  </a:lnTo>
                  <a:lnTo>
                    <a:pt x="1168868" y="1546022"/>
                  </a:lnTo>
                  <a:lnTo>
                    <a:pt x="1168864" y="1546036"/>
                  </a:lnTo>
                  <a:lnTo>
                    <a:pt x="1168860" y="1546040"/>
                  </a:lnTo>
                  <a:lnTo>
                    <a:pt x="1168853" y="1546042"/>
                  </a:lnTo>
                  <a:lnTo>
                    <a:pt x="1168848" y="1546038"/>
                  </a:lnTo>
                  <a:lnTo>
                    <a:pt x="1168842" y="1546032"/>
                  </a:lnTo>
                  <a:lnTo>
                    <a:pt x="1168838" y="1546022"/>
                  </a:lnTo>
                  <a:lnTo>
                    <a:pt x="1168834" y="1546011"/>
                  </a:lnTo>
                  <a:lnTo>
                    <a:pt x="1168831" y="1545998"/>
                  </a:lnTo>
                  <a:lnTo>
                    <a:pt x="1168826" y="1545990"/>
                  </a:lnTo>
                  <a:lnTo>
                    <a:pt x="1168820" y="1545984"/>
                  </a:lnTo>
                  <a:lnTo>
                    <a:pt x="1168810" y="1545980"/>
                  </a:lnTo>
                  <a:lnTo>
                    <a:pt x="1168801" y="1545980"/>
                  </a:lnTo>
                  <a:lnTo>
                    <a:pt x="1168773" y="1545995"/>
                  </a:lnTo>
                  <a:lnTo>
                    <a:pt x="1168763" y="1545998"/>
                  </a:lnTo>
                  <a:lnTo>
                    <a:pt x="1168754" y="1546003"/>
                  </a:lnTo>
                  <a:lnTo>
                    <a:pt x="1168755" y="1546011"/>
                  </a:lnTo>
                  <a:lnTo>
                    <a:pt x="1168759" y="1546023"/>
                  </a:lnTo>
                  <a:lnTo>
                    <a:pt x="1168765" y="1546033"/>
                  </a:lnTo>
                  <a:lnTo>
                    <a:pt x="1168786" y="1546058"/>
                  </a:lnTo>
                  <a:lnTo>
                    <a:pt x="1168795" y="1546081"/>
                  </a:lnTo>
                  <a:lnTo>
                    <a:pt x="1168799" y="1546086"/>
                  </a:lnTo>
                  <a:lnTo>
                    <a:pt x="1168805" y="1546091"/>
                  </a:lnTo>
                  <a:lnTo>
                    <a:pt x="1168810" y="1546095"/>
                  </a:lnTo>
                  <a:lnTo>
                    <a:pt x="1168809" y="1546102"/>
                  </a:lnTo>
                  <a:lnTo>
                    <a:pt x="1168801" y="1546107"/>
                  </a:lnTo>
                  <a:lnTo>
                    <a:pt x="1168791" y="1546106"/>
                  </a:lnTo>
                  <a:lnTo>
                    <a:pt x="1168779" y="1546101"/>
                  </a:lnTo>
                  <a:lnTo>
                    <a:pt x="1168768" y="1546082"/>
                  </a:lnTo>
                  <a:lnTo>
                    <a:pt x="1168763" y="1546074"/>
                  </a:lnTo>
                  <a:lnTo>
                    <a:pt x="1168759" y="1546069"/>
                  </a:lnTo>
                  <a:lnTo>
                    <a:pt x="1168751" y="1546068"/>
                  </a:lnTo>
                  <a:lnTo>
                    <a:pt x="1168745" y="1546069"/>
                  </a:lnTo>
                  <a:lnTo>
                    <a:pt x="1168743" y="1546074"/>
                  </a:lnTo>
                  <a:lnTo>
                    <a:pt x="1168740" y="1546082"/>
                  </a:lnTo>
                  <a:lnTo>
                    <a:pt x="1168737" y="1546104"/>
                  </a:lnTo>
                  <a:lnTo>
                    <a:pt x="1168743" y="1546125"/>
                  </a:lnTo>
                  <a:lnTo>
                    <a:pt x="1168752" y="1546139"/>
                  </a:lnTo>
                  <a:lnTo>
                    <a:pt x="1168763" y="1546157"/>
                  </a:lnTo>
                  <a:lnTo>
                    <a:pt x="1168765" y="1546166"/>
                  </a:lnTo>
                  <a:lnTo>
                    <a:pt x="1168762" y="1546170"/>
                  </a:lnTo>
                  <a:lnTo>
                    <a:pt x="1168736" y="1546175"/>
                  </a:lnTo>
                  <a:lnTo>
                    <a:pt x="1168727" y="1546172"/>
                  </a:lnTo>
                  <a:lnTo>
                    <a:pt x="1168719" y="1546175"/>
                  </a:lnTo>
                  <a:lnTo>
                    <a:pt x="1168711" y="1546183"/>
                  </a:lnTo>
                  <a:lnTo>
                    <a:pt x="1168707" y="1546193"/>
                  </a:lnTo>
                  <a:lnTo>
                    <a:pt x="1168707" y="1546209"/>
                  </a:lnTo>
                  <a:lnTo>
                    <a:pt x="1168708" y="1546218"/>
                  </a:lnTo>
                  <a:lnTo>
                    <a:pt x="1168709" y="1546232"/>
                  </a:lnTo>
                  <a:lnTo>
                    <a:pt x="1168714" y="1546247"/>
                  </a:lnTo>
                  <a:lnTo>
                    <a:pt x="1168720" y="1546253"/>
                  </a:lnTo>
                  <a:lnTo>
                    <a:pt x="1168721" y="1546262"/>
                  </a:lnTo>
                  <a:lnTo>
                    <a:pt x="1168720" y="1546269"/>
                  </a:lnTo>
                  <a:lnTo>
                    <a:pt x="1168713" y="1546274"/>
                  </a:lnTo>
                  <a:lnTo>
                    <a:pt x="1168692" y="1546276"/>
                  </a:lnTo>
                  <a:lnTo>
                    <a:pt x="1168685" y="1546273"/>
                  </a:lnTo>
                  <a:lnTo>
                    <a:pt x="1168680" y="1546273"/>
                  </a:lnTo>
                  <a:lnTo>
                    <a:pt x="1168675" y="1546275"/>
                  </a:lnTo>
                  <a:lnTo>
                    <a:pt x="1168673" y="1546279"/>
                  </a:lnTo>
                  <a:lnTo>
                    <a:pt x="1168670" y="1546291"/>
                  </a:lnTo>
                  <a:lnTo>
                    <a:pt x="1168668" y="1546302"/>
                  </a:lnTo>
                  <a:lnTo>
                    <a:pt x="1168663" y="1546308"/>
                  </a:lnTo>
                  <a:lnTo>
                    <a:pt x="1168657" y="1546306"/>
                  </a:lnTo>
                  <a:lnTo>
                    <a:pt x="1168652" y="1546300"/>
                  </a:lnTo>
                  <a:lnTo>
                    <a:pt x="1168647" y="1546298"/>
                  </a:lnTo>
                  <a:lnTo>
                    <a:pt x="1168639" y="1546298"/>
                  </a:lnTo>
                  <a:lnTo>
                    <a:pt x="1168629" y="1546302"/>
                  </a:lnTo>
                  <a:lnTo>
                    <a:pt x="1168615" y="1546306"/>
                  </a:lnTo>
                  <a:lnTo>
                    <a:pt x="1168607" y="1546306"/>
                  </a:lnTo>
                  <a:lnTo>
                    <a:pt x="1168596" y="1546304"/>
                  </a:lnTo>
                  <a:lnTo>
                    <a:pt x="1168584" y="1546301"/>
                  </a:lnTo>
                  <a:lnTo>
                    <a:pt x="1168576" y="1546305"/>
                  </a:lnTo>
                  <a:lnTo>
                    <a:pt x="1168571" y="1546309"/>
                  </a:lnTo>
                  <a:lnTo>
                    <a:pt x="1168569" y="1546314"/>
                  </a:lnTo>
                  <a:lnTo>
                    <a:pt x="1168569" y="1546321"/>
                  </a:lnTo>
                  <a:lnTo>
                    <a:pt x="1168575" y="1546347"/>
                  </a:lnTo>
                  <a:lnTo>
                    <a:pt x="1168580" y="1546357"/>
                  </a:lnTo>
                  <a:lnTo>
                    <a:pt x="1168586" y="1546375"/>
                  </a:lnTo>
                  <a:lnTo>
                    <a:pt x="1168595" y="1546384"/>
                  </a:lnTo>
                  <a:lnTo>
                    <a:pt x="1168598" y="1546398"/>
                  </a:lnTo>
                  <a:lnTo>
                    <a:pt x="1168599" y="1546410"/>
                  </a:lnTo>
                  <a:lnTo>
                    <a:pt x="1168598" y="1546433"/>
                  </a:lnTo>
                  <a:lnTo>
                    <a:pt x="1168593" y="1546444"/>
                  </a:lnTo>
                  <a:lnTo>
                    <a:pt x="1168586" y="1546450"/>
                  </a:lnTo>
                  <a:lnTo>
                    <a:pt x="1168573" y="1546459"/>
                  </a:lnTo>
                  <a:lnTo>
                    <a:pt x="1168559" y="1546464"/>
                  </a:lnTo>
                  <a:lnTo>
                    <a:pt x="1168545" y="1546472"/>
                  </a:lnTo>
                  <a:lnTo>
                    <a:pt x="1168530" y="1546484"/>
                  </a:lnTo>
                  <a:lnTo>
                    <a:pt x="1168523" y="1546498"/>
                  </a:lnTo>
                  <a:lnTo>
                    <a:pt x="1168524" y="1546506"/>
                  </a:lnTo>
                  <a:lnTo>
                    <a:pt x="1168525" y="1546515"/>
                  </a:lnTo>
                  <a:lnTo>
                    <a:pt x="1168533" y="1546528"/>
                  </a:lnTo>
                  <a:lnTo>
                    <a:pt x="1168542" y="1546542"/>
                  </a:lnTo>
                  <a:lnTo>
                    <a:pt x="1168537" y="1546546"/>
                  </a:lnTo>
                  <a:lnTo>
                    <a:pt x="1168533" y="1546553"/>
                  </a:lnTo>
                  <a:lnTo>
                    <a:pt x="1168528" y="1546557"/>
                  </a:lnTo>
                  <a:lnTo>
                    <a:pt x="1168523" y="1546558"/>
                  </a:lnTo>
                  <a:lnTo>
                    <a:pt x="1168518" y="1546556"/>
                  </a:lnTo>
                  <a:lnTo>
                    <a:pt x="1168503" y="1546548"/>
                  </a:lnTo>
                  <a:lnTo>
                    <a:pt x="1168490" y="1546547"/>
                  </a:lnTo>
                  <a:lnTo>
                    <a:pt x="1168486" y="1546553"/>
                  </a:lnTo>
                  <a:lnTo>
                    <a:pt x="1168480" y="1546564"/>
                  </a:lnTo>
                  <a:lnTo>
                    <a:pt x="1168473" y="1546583"/>
                  </a:lnTo>
                  <a:lnTo>
                    <a:pt x="1168469" y="1546592"/>
                  </a:lnTo>
                  <a:lnTo>
                    <a:pt x="1168467" y="1546597"/>
                  </a:lnTo>
                  <a:lnTo>
                    <a:pt x="1168469" y="1546606"/>
                  </a:lnTo>
                  <a:lnTo>
                    <a:pt x="1168470" y="1546616"/>
                  </a:lnTo>
                  <a:lnTo>
                    <a:pt x="1168474" y="1546622"/>
                  </a:lnTo>
                  <a:lnTo>
                    <a:pt x="1168489" y="1546626"/>
                  </a:lnTo>
                  <a:lnTo>
                    <a:pt x="1168494" y="1546633"/>
                  </a:lnTo>
                  <a:lnTo>
                    <a:pt x="1168491" y="1546642"/>
                  </a:lnTo>
                  <a:lnTo>
                    <a:pt x="1168484" y="1546643"/>
                  </a:lnTo>
                  <a:lnTo>
                    <a:pt x="1168474" y="1546642"/>
                  </a:lnTo>
                  <a:lnTo>
                    <a:pt x="1168468" y="1546641"/>
                  </a:lnTo>
                  <a:lnTo>
                    <a:pt x="1168457" y="1546639"/>
                  </a:lnTo>
                  <a:lnTo>
                    <a:pt x="1168451" y="1546637"/>
                  </a:lnTo>
                  <a:lnTo>
                    <a:pt x="1168447" y="1546618"/>
                  </a:lnTo>
                  <a:lnTo>
                    <a:pt x="1168441" y="1546614"/>
                  </a:lnTo>
                  <a:lnTo>
                    <a:pt x="1168433" y="1546612"/>
                  </a:lnTo>
                  <a:lnTo>
                    <a:pt x="1168426" y="1546616"/>
                  </a:lnTo>
                  <a:lnTo>
                    <a:pt x="1168416" y="1546623"/>
                  </a:lnTo>
                  <a:lnTo>
                    <a:pt x="1168405" y="1546633"/>
                  </a:lnTo>
                  <a:lnTo>
                    <a:pt x="1168404" y="1546648"/>
                  </a:lnTo>
                  <a:lnTo>
                    <a:pt x="1168400" y="1546662"/>
                  </a:lnTo>
                  <a:lnTo>
                    <a:pt x="1168400" y="1546679"/>
                  </a:lnTo>
                  <a:lnTo>
                    <a:pt x="1168397" y="1546689"/>
                  </a:lnTo>
                  <a:lnTo>
                    <a:pt x="1168389" y="1546698"/>
                  </a:lnTo>
                  <a:lnTo>
                    <a:pt x="1168366" y="1546701"/>
                  </a:lnTo>
                  <a:lnTo>
                    <a:pt x="1168357" y="1546715"/>
                  </a:lnTo>
                  <a:lnTo>
                    <a:pt x="1168352" y="1546727"/>
                  </a:lnTo>
                  <a:lnTo>
                    <a:pt x="1168349" y="1546732"/>
                  </a:lnTo>
                  <a:lnTo>
                    <a:pt x="1168344" y="1546760"/>
                  </a:lnTo>
                  <a:lnTo>
                    <a:pt x="1168345" y="1546777"/>
                  </a:lnTo>
                  <a:lnTo>
                    <a:pt x="1168350" y="1546807"/>
                  </a:lnTo>
                  <a:lnTo>
                    <a:pt x="1168350" y="1546816"/>
                  </a:lnTo>
                  <a:lnTo>
                    <a:pt x="1168351" y="1546827"/>
                  </a:lnTo>
                  <a:lnTo>
                    <a:pt x="1168349" y="1546836"/>
                  </a:lnTo>
                  <a:lnTo>
                    <a:pt x="1168345" y="1546840"/>
                  </a:lnTo>
                  <a:lnTo>
                    <a:pt x="1168336" y="1546840"/>
                  </a:lnTo>
                  <a:lnTo>
                    <a:pt x="1168331" y="1546840"/>
                  </a:lnTo>
                  <a:lnTo>
                    <a:pt x="1168325" y="1546837"/>
                  </a:lnTo>
                  <a:lnTo>
                    <a:pt x="1168312" y="1546822"/>
                  </a:lnTo>
                  <a:lnTo>
                    <a:pt x="1168306" y="1546822"/>
                  </a:lnTo>
                  <a:lnTo>
                    <a:pt x="1168300" y="1546831"/>
                  </a:lnTo>
                  <a:lnTo>
                    <a:pt x="1168298" y="1546847"/>
                  </a:lnTo>
                  <a:lnTo>
                    <a:pt x="1168307" y="1546865"/>
                  </a:lnTo>
                  <a:lnTo>
                    <a:pt x="1168309" y="1546875"/>
                  </a:lnTo>
                  <a:lnTo>
                    <a:pt x="1168306" y="1546885"/>
                  </a:lnTo>
                  <a:lnTo>
                    <a:pt x="1168298" y="1546885"/>
                  </a:lnTo>
                  <a:lnTo>
                    <a:pt x="1168290" y="1546873"/>
                  </a:lnTo>
                  <a:lnTo>
                    <a:pt x="1168285" y="1546868"/>
                  </a:lnTo>
                  <a:lnTo>
                    <a:pt x="1168278" y="1546859"/>
                  </a:lnTo>
                  <a:lnTo>
                    <a:pt x="1168269" y="1546855"/>
                  </a:lnTo>
                  <a:lnTo>
                    <a:pt x="1168262" y="1546866"/>
                  </a:lnTo>
                  <a:lnTo>
                    <a:pt x="1168245" y="1546874"/>
                  </a:lnTo>
                  <a:lnTo>
                    <a:pt x="1168233" y="1546879"/>
                  </a:lnTo>
                  <a:lnTo>
                    <a:pt x="1168227" y="1546886"/>
                  </a:lnTo>
                  <a:lnTo>
                    <a:pt x="1168220" y="1546909"/>
                  </a:lnTo>
                  <a:lnTo>
                    <a:pt x="1168215" y="1546933"/>
                  </a:lnTo>
                  <a:lnTo>
                    <a:pt x="1168210" y="1546943"/>
                  </a:lnTo>
                  <a:lnTo>
                    <a:pt x="1168201" y="1546950"/>
                  </a:lnTo>
                  <a:lnTo>
                    <a:pt x="1168196" y="1546954"/>
                  </a:lnTo>
                  <a:lnTo>
                    <a:pt x="1168196" y="1546960"/>
                  </a:lnTo>
                  <a:lnTo>
                    <a:pt x="1168199" y="1546972"/>
                  </a:lnTo>
                  <a:lnTo>
                    <a:pt x="1168201" y="1546978"/>
                  </a:lnTo>
                  <a:lnTo>
                    <a:pt x="1168203" y="1546986"/>
                  </a:lnTo>
                  <a:lnTo>
                    <a:pt x="1168203" y="1546995"/>
                  </a:lnTo>
                  <a:lnTo>
                    <a:pt x="1168200" y="1546999"/>
                  </a:lnTo>
                  <a:lnTo>
                    <a:pt x="1168192" y="1547007"/>
                  </a:lnTo>
                  <a:lnTo>
                    <a:pt x="1168190" y="1547014"/>
                  </a:lnTo>
                  <a:lnTo>
                    <a:pt x="1168186" y="1547034"/>
                  </a:lnTo>
                  <a:lnTo>
                    <a:pt x="1168176" y="1547055"/>
                  </a:lnTo>
                  <a:lnTo>
                    <a:pt x="1168167" y="1547078"/>
                  </a:lnTo>
                  <a:lnTo>
                    <a:pt x="1168155" y="1547109"/>
                  </a:lnTo>
                  <a:lnTo>
                    <a:pt x="1168145" y="1547133"/>
                  </a:lnTo>
                  <a:lnTo>
                    <a:pt x="1168128" y="1547163"/>
                  </a:lnTo>
                  <a:lnTo>
                    <a:pt x="1168118" y="1547189"/>
                  </a:lnTo>
                  <a:lnTo>
                    <a:pt x="1168108" y="1547223"/>
                  </a:lnTo>
                  <a:lnTo>
                    <a:pt x="1168100" y="1547238"/>
                  </a:lnTo>
                  <a:lnTo>
                    <a:pt x="1168092" y="1547247"/>
                  </a:lnTo>
                  <a:lnTo>
                    <a:pt x="1168081" y="1547249"/>
                  </a:lnTo>
                  <a:lnTo>
                    <a:pt x="1168070" y="1547248"/>
                  </a:lnTo>
                  <a:lnTo>
                    <a:pt x="1168049" y="1547256"/>
                  </a:lnTo>
                  <a:lnTo>
                    <a:pt x="1168045" y="1547262"/>
                  </a:lnTo>
                  <a:lnTo>
                    <a:pt x="1168038" y="1547268"/>
                  </a:lnTo>
                  <a:lnTo>
                    <a:pt x="1168023" y="1547280"/>
                  </a:lnTo>
                  <a:lnTo>
                    <a:pt x="1168014" y="1547298"/>
                  </a:lnTo>
                  <a:lnTo>
                    <a:pt x="1168009" y="1547307"/>
                  </a:lnTo>
                  <a:lnTo>
                    <a:pt x="1168005" y="1547328"/>
                  </a:lnTo>
                  <a:lnTo>
                    <a:pt x="1168006" y="1547339"/>
                  </a:lnTo>
                  <a:lnTo>
                    <a:pt x="1168000" y="1547345"/>
                  </a:lnTo>
                  <a:lnTo>
                    <a:pt x="1167977" y="1547343"/>
                  </a:lnTo>
                  <a:lnTo>
                    <a:pt x="1167962" y="1547349"/>
                  </a:lnTo>
                  <a:lnTo>
                    <a:pt x="1167955" y="1547365"/>
                  </a:lnTo>
                  <a:lnTo>
                    <a:pt x="1167957" y="1547394"/>
                  </a:lnTo>
                  <a:lnTo>
                    <a:pt x="1167952" y="1547399"/>
                  </a:lnTo>
                  <a:lnTo>
                    <a:pt x="1167943" y="1547401"/>
                  </a:lnTo>
                  <a:lnTo>
                    <a:pt x="1167941" y="1547408"/>
                  </a:lnTo>
                  <a:lnTo>
                    <a:pt x="1167942" y="1547417"/>
                  </a:lnTo>
                  <a:lnTo>
                    <a:pt x="1167949" y="1547425"/>
                  </a:lnTo>
                  <a:lnTo>
                    <a:pt x="1167962" y="1547433"/>
                  </a:lnTo>
                  <a:lnTo>
                    <a:pt x="1167965" y="1547447"/>
                  </a:lnTo>
                  <a:lnTo>
                    <a:pt x="1167964" y="1547459"/>
                  </a:lnTo>
                  <a:lnTo>
                    <a:pt x="1167951" y="1547471"/>
                  </a:lnTo>
                  <a:lnTo>
                    <a:pt x="1167941" y="1547481"/>
                  </a:lnTo>
                  <a:lnTo>
                    <a:pt x="1167929" y="1547493"/>
                  </a:lnTo>
                  <a:lnTo>
                    <a:pt x="1167921" y="1547506"/>
                  </a:lnTo>
                  <a:lnTo>
                    <a:pt x="1167913" y="1547525"/>
                  </a:lnTo>
                  <a:lnTo>
                    <a:pt x="1167913" y="1547541"/>
                  </a:lnTo>
                  <a:lnTo>
                    <a:pt x="1167911" y="1547553"/>
                  </a:lnTo>
                  <a:lnTo>
                    <a:pt x="1167900" y="1547575"/>
                  </a:lnTo>
                  <a:lnTo>
                    <a:pt x="1167896" y="1547582"/>
                  </a:lnTo>
                  <a:lnTo>
                    <a:pt x="1167892" y="1547591"/>
                  </a:lnTo>
                  <a:lnTo>
                    <a:pt x="1167876" y="1547595"/>
                  </a:lnTo>
                  <a:lnTo>
                    <a:pt x="1167869" y="1547592"/>
                  </a:lnTo>
                  <a:lnTo>
                    <a:pt x="1167865" y="1547585"/>
                  </a:lnTo>
                  <a:lnTo>
                    <a:pt x="1167864" y="1547576"/>
                  </a:lnTo>
                  <a:lnTo>
                    <a:pt x="1167853" y="1547556"/>
                  </a:lnTo>
                  <a:lnTo>
                    <a:pt x="1167847" y="1547559"/>
                  </a:lnTo>
                  <a:lnTo>
                    <a:pt x="1167838" y="1547578"/>
                  </a:lnTo>
                  <a:lnTo>
                    <a:pt x="1167828" y="1547597"/>
                  </a:lnTo>
                  <a:lnTo>
                    <a:pt x="1167823" y="1547608"/>
                  </a:lnTo>
                  <a:lnTo>
                    <a:pt x="1167821" y="1547618"/>
                  </a:lnTo>
                  <a:lnTo>
                    <a:pt x="1167826" y="1547631"/>
                  </a:lnTo>
                  <a:lnTo>
                    <a:pt x="1167859" y="1547661"/>
                  </a:lnTo>
                  <a:lnTo>
                    <a:pt x="1167870" y="1547671"/>
                  </a:lnTo>
                  <a:lnTo>
                    <a:pt x="1167877" y="1547678"/>
                  </a:lnTo>
                  <a:lnTo>
                    <a:pt x="1167877" y="1547689"/>
                  </a:lnTo>
                  <a:lnTo>
                    <a:pt x="1167873" y="1547710"/>
                  </a:lnTo>
                  <a:lnTo>
                    <a:pt x="1167872" y="1547719"/>
                  </a:lnTo>
                  <a:lnTo>
                    <a:pt x="1167868" y="1547722"/>
                  </a:lnTo>
                  <a:lnTo>
                    <a:pt x="1167862" y="1547728"/>
                  </a:lnTo>
                  <a:lnTo>
                    <a:pt x="1167854" y="1547732"/>
                  </a:lnTo>
                  <a:lnTo>
                    <a:pt x="1167846" y="1547735"/>
                  </a:lnTo>
                  <a:lnTo>
                    <a:pt x="1167834" y="1547736"/>
                  </a:lnTo>
                  <a:lnTo>
                    <a:pt x="1167824" y="1547736"/>
                  </a:lnTo>
                  <a:lnTo>
                    <a:pt x="1167805" y="1547736"/>
                  </a:lnTo>
                  <a:lnTo>
                    <a:pt x="1167774" y="1547736"/>
                  </a:lnTo>
                  <a:lnTo>
                    <a:pt x="1167768" y="1547740"/>
                  </a:lnTo>
                  <a:lnTo>
                    <a:pt x="1167765" y="1547747"/>
                  </a:lnTo>
                  <a:lnTo>
                    <a:pt x="1167758" y="1547754"/>
                  </a:lnTo>
                  <a:lnTo>
                    <a:pt x="1167748" y="1547755"/>
                  </a:lnTo>
                  <a:lnTo>
                    <a:pt x="1167740" y="1547752"/>
                  </a:lnTo>
                  <a:lnTo>
                    <a:pt x="1167732" y="1547745"/>
                  </a:lnTo>
                  <a:lnTo>
                    <a:pt x="1167723" y="1547738"/>
                  </a:lnTo>
                  <a:lnTo>
                    <a:pt x="1167714" y="1547734"/>
                  </a:lnTo>
                  <a:lnTo>
                    <a:pt x="1167707" y="1547737"/>
                  </a:lnTo>
                  <a:lnTo>
                    <a:pt x="1167700" y="1547743"/>
                  </a:lnTo>
                  <a:lnTo>
                    <a:pt x="1167690" y="1547738"/>
                  </a:lnTo>
                  <a:lnTo>
                    <a:pt x="1167681" y="1547734"/>
                  </a:lnTo>
                  <a:lnTo>
                    <a:pt x="1167668" y="1547724"/>
                  </a:lnTo>
                  <a:lnTo>
                    <a:pt x="1167647" y="1547720"/>
                  </a:lnTo>
                  <a:lnTo>
                    <a:pt x="1167635" y="1547718"/>
                  </a:lnTo>
                  <a:lnTo>
                    <a:pt x="1167620" y="1547713"/>
                  </a:lnTo>
                  <a:lnTo>
                    <a:pt x="1167601" y="1547706"/>
                  </a:lnTo>
                  <a:lnTo>
                    <a:pt x="1167589" y="1547704"/>
                  </a:lnTo>
                  <a:lnTo>
                    <a:pt x="1167570" y="1547712"/>
                  </a:lnTo>
                  <a:lnTo>
                    <a:pt x="1167556" y="1547712"/>
                  </a:lnTo>
                  <a:lnTo>
                    <a:pt x="1167537" y="1547718"/>
                  </a:lnTo>
                  <a:lnTo>
                    <a:pt x="1167524" y="1547725"/>
                  </a:lnTo>
                  <a:lnTo>
                    <a:pt x="1167511" y="1547734"/>
                  </a:lnTo>
                  <a:lnTo>
                    <a:pt x="1167499" y="1547739"/>
                  </a:lnTo>
                  <a:lnTo>
                    <a:pt x="1167484" y="1547746"/>
                  </a:lnTo>
                  <a:lnTo>
                    <a:pt x="1167473" y="1547746"/>
                  </a:lnTo>
                  <a:lnTo>
                    <a:pt x="1167455" y="1547745"/>
                  </a:lnTo>
                  <a:lnTo>
                    <a:pt x="1167437" y="1547744"/>
                  </a:lnTo>
                  <a:lnTo>
                    <a:pt x="1167425" y="1547750"/>
                  </a:lnTo>
                  <a:lnTo>
                    <a:pt x="1167412" y="1547757"/>
                  </a:lnTo>
                  <a:lnTo>
                    <a:pt x="1167399" y="1547764"/>
                  </a:lnTo>
                  <a:lnTo>
                    <a:pt x="1167389" y="1547766"/>
                  </a:lnTo>
                  <a:lnTo>
                    <a:pt x="1167369" y="1547766"/>
                  </a:lnTo>
                  <a:lnTo>
                    <a:pt x="1167356" y="1547771"/>
                  </a:lnTo>
                  <a:lnTo>
                    <a:pt x="1167341" y="1547779"/>
                  </a:lnTo>
                  <a:lnTo>
                    <a:pt x="1167335" y="1547784"/>
                  </a:lnTo>
                  <a:lnTo>
                    <a:pt x="1167330" y="1547792"/>
                  </a:lnTo>
                  <a:lnTo>
                    <a:pt x="1167324" y="1547791"/>
                  </a:lnTo>
                  <a:lnTo>
                    <a:pt x="1167321" y="1547787"/>
                  </a:lnTo>
                  <a:lnTo>
                    <a:pt x="1167315" y="1547784"/>
                  </a:lnTo>
                  <a:lnTo>
                    <a:pt x="1167308" y="1547784"/>
                  </a:lnTo>
                  <a:lnTo>
                    <a:pt x="1167302" y="1547785"/>
                  </a:lnTo>
                  <a:lnTo>
                    <a:pt x="1167291" y="1547789"/>
                  </a:lnTo>
                  <a:lnTo>
                    <a:pt x="1167283" y="1547796"/>
                  </a:lnTo>
                  <a:lnTo>
                    <a:pt x="1167276" y="1547806"/>
                  </a:lnTo>
                  <a:lnTo>
                    <a:pt x="1167273" y="1547820"/>
                  </a:lnTo>
                  <a:lnTo>
                    <a:pt x="1167270" y="1547836"/>
                  </a:lnTo>
                  <a:lnTo>
                    <a:pt x="1167267" y="1547846"/>
                  </a:lnTo>
                  <a:lnTo>
                    <a:pt x="1167258" y="1547854"/>
                  </a:lnTo>
                  <a:lnTo>
                    <a:pt x="1167246" y="1547862"/>
                  </a:lnTo>
                  <a:lnTo>
                    <a:pt x="1167235" y="1547872"/>
                  </a:lnTo>
                  <a:lnTo>
                    <a:pt x="1167221" y="1547888"/>
                  </a:lnTo>
                  <a:lnTo>
                    <a:pt x="1167201" y="1547911"/>
                  </a:lnTo>
                  <a:lnTo>
                    <a:pt x="1167186" y="1547928"/>
                  </a:lnTo>
                  <a:lnTo>
                    <a:pt x="1167179" y="1547939"/>
                  </a:lnTo>
                  <a:lnTo>
                    <a:pt x="1167172" y="1547952"/>
                  </a:lnTo>
                  <a:lnTo>
                    <a:pt x="1167164" y="1547971"/>
                  </a:lnTo>
                  <a:lnTo>
                    <a:pt x="1167158" y="1547982"/>
                  </a:lnTo>
                  <a:lnTo>
                    <a:pt x="1167152" y="1547990"/>
                  </a:lnTo>
                  <a:lnTo>
                    <a:pt x="1167148" y="1547996"/>
                  </a:lnTo>
                  <a:lnTo>
                    <a:pt x="1167142" y="1547999"/>
                  </a:lnTo>
                  <a:lnTo>
                    <a:pt x="1167134" y="1548000"/>
                  </a:lnTo>
                  <a:lnTo>
                    <a:pt x="1167125" y="1548001"/>
                  </a:lnTo>
                  <a:lnTo>
                    <a:pt x="1167091" y="1548001"/>
                  </a:lnTo>
                  <a:lnTo>
                    <a:pt x="1167080" y="1548000"/>
                  </a:lnTo>
                  <a:lnTo>
                    <a:pt x="1167062" y="1548000"/>
                  </a:lnTo>
                  <a:lnTo>
                    <a:pt x="1167040" y="1548003"/>
                  </a:lnTo>
                  <a:lnTo>
                    <a:pt x="1167025" y="1548028"/>
                  </a:lnTo>
                  <a:lnTo>
                    <a:pt x="1167015" y="1548059"/>
                  </a:lnTo>
                  <a:lnTo>
                    <a:pt x="1167008" y="1548079"/>
                  </a:lnTo>
                  <a:lnTo>
                    <a:pt x="1167000" y="1548098"/>
                  </a:lnTo>
                  <a:lnTo>
                    <a:pt x="1166988" y="1548115"/>
                  </a:lnTo>
                  <a:lnTo>
                    <a:pt x="1166971" y="1548136"/>
                  </a:lnTo>
                  <a:lnTo>
                    <a:pt x="1166954" y="1548148"/>
                  </a:lnTo>
                  <a:lnTo>
                    <a:pt x="1166935" y="1548160"/>
                  </a:lnTo>
                  <a:lnTo>
                    <a:pt x="1166910" y="1548175"/>
                  </a:lnTo>
                  <a:lnTo>
                    <a:pt x="1166895" y="1548187"/>
                  </a:lnTo>
                  <a:lnTo>
                    <a:pt x="1166886" y="1548198"/>
                  </a:lnTo>
                  <a:lnTo>
                    <a:pt x="1166881" y="1548214"/>
                  </a:lnTo>
                  <a:lnTo>
                    <a:pt x="1166873" y="1548224"/>
                  </a:lnTo>
                  <a:lnTo>
                    <a:pt x="1166858" y="1548232"/>
                  </a:lnTo>
                  <a:lnTo>
                    <a:pt x="1166841" y="1548238"/>
                  </a:lnTo>
                  <a:lnTo>
                    <a:pt x="1166818" y="1548242"/>
                  </a:lnTo>
                  <a:lnTo>
                    <a:pt x="1166800" y="1548246"/>
                  </a:lnTo>
                  <a:lnTo>
                    <a:pt x="1166783" y="1548249"/>
                  </a:lnTo>
                  <a:lnTo>
                    <a:pt x="1166772" y="1548258"/>
                  </a:lnTo>
                  <a:lnTo>
                    <a:pt x="1166748" y="1548280"/>
                  </a:lnTo>
                  <a:lnTo>
                    <a:pt x="1166738" y="1548298"/>
                  </a:lnTo>
                  <a:lnTo>
                    <a:pt x="1166721" y="1548332"/>
                  </a:lnTo>
                  <a:lnTo>
                    <a:pt x="1166715" y="1548350"/>
                  </a:lnTo>
                  <a:lnTo>
                    <a:pt x="1166713" y="1548360"/>
                  </a:lnTo>
                  <a:lnTo>
                    <a:pt x="1166714" y="1548380"/>
                  </a:lnTo>
                  <a:lnTo>
                    <a:pt x="1166714" y="1548394"/>
                  </a:lnTo>
                  <a:lnTo>
                    <a:pt x="1166711" y="1548400"/>
                  </a:lnTo>
                  <a:lnTo>
                    <a:pt x="1166701" y="1548409"/>
                  </a:lnTo>
                  <a:lnTo>
                    <a:pt x="1166688" y="1548416"/>
                  </a:lnTo>
                  <a:lnTo>
                    <a:pt x="1166673" y="1548425"/>
                  </a:lnTo>
                  <a:lnTo>
                    <a:pt x="1166663" y="1548435"/>
                  </a:lnTo>
                  <a:lnTo>
                    <a:pt x="1166651" y="1548452"/>
                  </a:lnTo>
                  <a:lnTo>
                    <a:pt x="1166647" y="1548471"/>
                  </a:lnTo>
                  <a:lnTo>
                    <a:pt x="1166644" y="1548482"/>
                  </a:lnTo>
                  <a:lnTo>
                    <a:pt x="1166632" y="1548503"/>
                  </a:lnTo>
                  <a:lnTo>
                    <a:pt x="1166609" y="1548531"/>
                  </a:lnTo>
                  <a:lnTo>
                    <a:pt x="1166600" y="1548543"/>
                  </a:lnTo>
                  <a:lnTo>
                    <a:pt x="1166584" y="1548558"/>
                  </a:lnTo>
                  <a:lnTo>
                    <a:pt x="1166565" y="1548574"/>
                  </a:lnTo>
                  <a:lnTo>
                    <a:pt x="1166550" y="1548581"/>
                  </a:lnTo>
                  <a:lnTo>
                    <a:pt x="1166545" y="1548587"/>
                  </a:lnTo>
                  <a:lnTo>
                    <a:pt x="1166525" y="1548613"/>
                  </a:lnTo>
                  <a:lnTo>
                    <a:pt x="1166511" y="1548630"/>
                  </a:lnTo>
                  <a:lnTo>
                    <a:pt x="1166495" y="1548651"/>
                  </a:lnTo>
                  <a:lnTo>
                    <a:pt x="1166481" y="1548663"/>
                  </a:lnTo>
                  <a:lnTo>
                    <a:pt x="1166457" y="1548672"/>
                  </a:lnTo>
                  <a:lnTo>
                    <a:pt x="1166427" y="1548668"/>
                  </a:lnTo>
                  <a:lnTo>
                    <a:pt x="1166400" y="1548655"/>
                  </a:lnTo>
                  <a:lnTo>
                    <a:pt x="1166353" y="1548636"/>
                  </a:lnTo>
                  <a:lnTo>
                    <a:pt x="1166323" y="1548621"/>
                  </a:lnTo>
                  <a:lnTo>
                    <a:pt x="1166308" y="1548616"/>
                  </a:lnTo>
                  <a:lnTo>
                    <a:pt x="1166297" y="1548619"/>
                  </a:lnTo>
                  <a:lnTo>
                    <a:pt x="1166297" y="1548626"/>
                  </a:lnTo>
                  <a:lnTo>
                    <a:pt x="1166302" y="1548638"/>
                  </a:lnTo>
                  <a:lnTo>
                    <a:pt x="1166332" y="1548673"/>
                  </a:lnTo>
                  <a:lnTo>
                    <a:pt x="1166335" y="1548689"/>
                  </a:lnTo>
                  <a:lnTo>
                    <a:pt x="1166333" y="1548701"/>
                  </a:lnTo>
                  <a:lnTo>
                    <a:pt x="1166327" y="1548724"/>
                  </a:lnTo>
                  <a:lnTo>
                    <a:pt x="1166311" y="1548755"/>
                  </a:lnTo>
                  <a:lnTo>
                    <a:pt x="1166298" y="1548774"/>
                  </a:lnTo>
                  <a:lnTo>
                    <a:pt x="1166297" y="1548792"/>
                  </a:lnTo>
                  <a:lnTo>
                    <a:pt x="1166298" y="1548824"/>
                  </a:lnTo>
                  <a:lnTo>
                    <a:pt x="1166295" y="1548839"/>
                  </a:lnTo>
                  <a:lnTo>
                    <a:pt x="1166283" y="1548863"/>
                  </a:lnTo>
                  <a:lnTo>
                    <a:pt x="1166266" y="1548898"/>
                  </a:lnTo>
                  <a:lnTo>
                    <a:pt x="1166252" y="1548927"/>
                  </a:lnTo>
                  <a:lnTo>
                    <a:pt x="1166240" y="1548951"/>
                  </a:lnTo>
                  <a:lnTo>
                    <a:pt x="1166230" y="1548989"/>
                  </a:lnTo>
                  <a:lnTo>
                    <a:pt x="1166227" y="1549025"/>
                  </a:lnTo>
                  <a:lnTo>
                    <a:pt x="1166215" y="1549043"/>
                  </a:lnTo>
                  <a:lnTo>
                    <a:pt x="1166201" y="1549055"/>
                  </a:lnTo>
                  <a:lnTo>
                    <a:pt x="1166176" y="1549072"/>
                  </a:lnTo>
                  <a:lnTo>
                    <a:pt x="1166157" y="1549100"/>
                  </a:lnTo>
                  <a:lnTo>
                    <a:pt x="1166119" y="1549132"/>
                  </a:lnTo>
                  <a:lnTo>
                    <a:pt x="1166098" y="1549152"/>
                  </a:lnTo>
                  <a:lnTo>
                    <a:pt x="1166079" y="1549178"/>
                  </a:lnTo>
                  <a:lnTo>
                    <a:pt x="1166066" y="1549207"/>
                  </a:lnTo>
                  <a:lnTo>
                    <a:pt x="1166060" y="1549234"/>
                  </a:lnTo>
                  <a:lnTo>
                    <a:pt x="1166050" y="1549253"/>
                  </a:lnTo>
                  <a:lnTo>
                    <a:pt x="1166038" y="1549278"/>
                  </a:lnTo>
                  <a:lnTo>
                    <a:pt x="1166024" y="1549296"/>
                  </a:lnTo>
                  <a:lnTo>
                    <a:pt x="1166006" y="1549323"/>
                  </a:lnTo>
                  <a:lnTo>
                    <a:pt x="1165989" y="1549343"/>
                  </a:lnTo>
                  <a:lnTo>
                    <a:pt x="1165963" y="1549363"/>
                  </a:lnTo>
                  <a:lnTo>
                    <a:pt x="1165940" y="1549382"/>
                  </a:lnTo>
                  <a:lnTo>
                    <a:pt x="1165933" y="1549402"/>
                  </a:lnTo>
                  <a:lnTo>
                    <a:pt x="1165929" y="1549429"/>
                  </a:lnTo>
                  <a:lnTo>
                    <a:pt x="1165929" y="1549451"/>
                  </a:lnTo>
                  <a:lnTo>
                    <a:pt x="1165925" y="1549472"/>
                  </a:lnTo>
                  <a:lnTo>
                    <a:pt x="1165916" y="1549494"/>
                  </a:lnTo>
                  <a:lnTo>
                    <a:pt x="1165897" y="1549542"/>
                  </a:lnTo>
                  <a:lnTo>
                    <a:pt x="1165888" y="1549606"/>
                  </a:lnTo>
                  <a:lnTo>
                    <a:pt x="1165883" y="1549655"/>
                  </a:lnTo>
                  <a:lnTo>
                    <a:pt x="1165872" y="1549688"/>
                  </a:lnTo>
                  <a:lnTo>
                    <a:pt x="1165869" y="1549718"/>
                  </a:lnTo>
                  <a:lnTo>
                    <a:pt x="1165872" y="1549737"/>
                  </a:lnTo>
                  <a:lnTo>
                    <a:pt x="1165882" y="1549769"/>
                  </a:lnTo>
                  <a:lnTo>
                    <a:pt x="1165892" y="1549804"/>
                  </a:lnTo>
                  <a:lnTo>
                    <a:pt x="1165896" y="1549826"/>
                  </a:lnTo>
                  <a:lnTo>
                    <a:pt x="1165896" y="1549847"/>
                  </a:lnTo>
                  <a:lnTo>
                    <a:pt x="1165893" y="1549862"/>
                  </a:lnTo>
                  <a:lnTo>
                    <a:pt x="1165886" y="1549876"/>
                  </a:lnTo>
                  <a:lnTo>
                    <a:pt x="1165882" y="1549897"/>
                  </a:lnTo>
                  <a:lnTo>
                    <a:pt x="1165882" y="1549915"/>
                  </a:lnTo>
                  <a:lnTo>
                    <a:pt x="1165876" y="1549929"/>
                  </a:lnTo>
                  <a:lnTo>
                    <a:pt x="1165864" y="1549943"/>
                  </a:lnTo>
                  <a:lnTo>
                    <a:pt x="1165846" y="1549967"/>
                  </a:lnTo>
                  <a:lnTo>
                    <a:pt x="1165822" y="1549999"/>
                  </a:lnTo>
                  <a:lnTo>
                    <a:pt x="1165800" y="1550036"/>
                  </a:lnTo>
                  <a:lnTo>
                    <a:pt x="1165765" y="1550100"/>
                  </a:lnTo>
                  <a:lnTo>
                    <a:pt x="1165757" y="1550127"/>
                  </a:lnTo>
                  <a:lnTo>
                    <a:pt x="1165745" y="1550141"/>
                  </a:lnTo>
                  <a:lnTo>
                    <a:pt x="1165722" y="1550171"/>
                  </a:lnTo>
                  <a:lnTo>
                    <a:pt x="1165690" y="1550199"/>
                  </a:lnTo>
                  <a:lnTo>
                    <a:pt x="1165669" y="1550223"/>
                  </a:lnTo>
                  <a:lnTo>
                    <a:pt x="1165650" y="1550263"/>
                  </a:lnTo>
                  <a:lnTo>
                    <a:pt x="1165642" y="1550304"/>
                  </a:lnTo>
                  <a:lnTo>
                    <a:pt x="1165640" y="1550337"/>
                  </a:lnTo>
                  <a:lnTo>
                    <a:pt x="1165645" y="1550392"/>
                  </a:lnTo>
                  <a:lnTo>
                    <a:pt x="1165655" y="1550434"/>
                  </a:lnTo>
                  <a:lnTo>
                    <a:pt x="1165657" y="1550451"/>
                  </a:lnTo>
                  <a:lnTo>
                    <a:pt x="1165654" y="1550461"/>
                  </a:lnTo>
                  <a:lnTo>
                    <a:pt x="1165642" y="1550473"/>
                  </a:lnTo>
                  <a:lnTo>
                    <a:pt x="1165614" y="1550490"/>
                  </a:lnTo>
                  <a:lnTo>
                    <a:pt x="1165602" y="1550514"/>
                  </a:lnTo>
                  <a:lnTo>
                    <a:pt x="1165602" y="1550531"/>
                  </a:lnTo>
                  <a:lnTo>
                    <a:pt x="1165606" y="1550548"/>
                  </a:lnTo>
                  <a:lnTo>
                    <a:pt x="1165616" y="1550558"/>
                  </a:lnTo>
                  <a:lnTo>
                    <a:pt x="1165628" y="1550564"/>
                  </a:lnTo>
                  <a:lnTo>
                    <a:pt x="1165636" y="1550568"/>
                  </a:lnTo>
                  <a:lnTo>
                    <a:pt x="1165639" y="1550572"/>
                  </a:lnTo>
                  <a:lnTo>
                    <a:pt x="1165644" y="1550577"/>
                  </a:lnTo>
                  <a:lnTo>
                    <a:pt x="1165647" y="1550583"/>
                  </a:lnTo>
                  <a:lnTo>
                    <a:pt x="1165642" y="1550592"/>
                  </a:lnTo>
                  <a:lnTo>
                    <a:pt x="1165628" y="1550604"/>
                  </a:lnTo>
                  <a:lnTo>
                    <a:pt x="1165612" y="1550626"/>
                  </a:lnTo>
                  <a:lnTo>
                    <a:pt x="1165607" y="1550651"/>
                  </a:lnTo>
                  <a:lnTo>
                    <a:pt x="1165607" y="1550666"/>
                  </a:lnTo>
                  <a:lnTo>
                    <a:pt x="1165613" y="1550680"/>
                  </a:lnTo>
                  <a:lnTo>
                    <a:pt x="1165623" y="1550696"/>
                  </a:lnTo>
                  <a:lnTo>
                    <a:pt x="1165623" y="1550706"/>
                  </a:lnTo>
                  <a:lnTo>
                    <a:pt x="1165619" y="1550728"/>
                  </a:lnTo>
                  <a:lnTo>
                    <a:pt x="1165610" y="1550749"/>
                  </a:lnTo>
                  <a:lnTo>
                    <a:pt x="1165604" y="1550768"/>
                  </a:lnTo>
                  <a:lnTo>
                    <a:pt x="1165604" y="1550795"/>
                  </a:lnTo>
                  <a:lnTo>
                    <a:pt x="1165615" y="1550857"/>
                  </a:lnTo>
                  <a:lnTo>
                    <a:pt x="1165622" y="1550897"/>
                  </a:lnTo>
                  <a:lnTo>
                    <a:pt x="1165613" y="1550926"/>
                  </a:lnTo>
                  <a:lnTo>
                    <a:pt x="1165607" y="1550934"/>
                  </a:lnTo>
                  <a:lnTo>
                    <a:pt x="1165597" y="1550946"/>
                  </a:lnTo>
                  <a:lnTo>
                    <a:pt x="1165582" y="1550948"/>
                  </a:lnTo>
                  <a:lnTo>
                    <a:pt x="1165518" y="1550956"/>
                  </a:lnTo>
                  <a:lnTo>
                    <a:pt x="1165471" y="1550965"/>
                  </a:lnTo>
                  <a:lnTo>
                    <a:pt x="1165434" y="1550975"/>
                  </a:lnTo>
                  <a:lnTo>
                    <a:pt x="1165395" y="1551000"/>
                  </a:lnTo>
                  <a:lnTo>
                    <a:pt x="1165372" y="1551005"/>
                  </a:lnTo>
                  <a:lnTo>
                    <a:pt x="1165355" y="1551009"/>
                  </a:lnTo>
                  <a:lnTo>
                    <a:pt x="1165331" y="1551009"/>
                  </a:lnTo>
                  <a:lnTo>
                    <a:pt x="1165306" y="1551010"/>
                  </a:lnTo>
                  <a:lnTo>
                    <a:pt x="1165274" y="1551012"/>
                  </a:lnTo>
                  <a:lnTo>
                    <a:pt x="1165238" y="1551018"/>
                  </a:lnTo>
                  <a:lnTo>
                    <a:pt x="1165195" y="1551028"/>
                  </a:lnTo>
                  <a:lnTo>
                    <a:pt x="1165175" y="1551030"/>
                  </a:lnTo>
                  <a:lnTo>
                    <a:pt x="1165156" y="1551035"/>
                  </a:lnTo>
                  <a:lnTo>
                    <a:pt x="1165142" y="1551035"/>
                  </a:lnTo>
                  <a:lnTo>
                    <a:pt x="1165122" y="1551027"/>
                  </a:lnTo>
                  <a:lnTo>
                    <a:pt x="1165104" y="1551014"/>
                  </a:lnTo>
                  <a:lnTo>
                    <a:pt x="1165085" y="1550998"/>
                  </a:lnTo>
                  <a:lnTo>
                    <a:pt x="1165066" y="1550996"/>
                  </a:lnTo>
                  <a:lnTo>
                    <a:pt x="1165056" y="1550998"/>
                  </a:lnTo>
                  <a:lnTo>
                    <a:pt x="1165041" y="1551011"/>
                  </a:lnTo>
                  <a:lnTo>
                    <a:pt x="1165024" y="1551017"/>
                  </a:lnTo>
                  <a:lnTo>
                    <a:pt x="1165012" y="1551022"/>
                  </a:lnTo>
                  <a:lnTo>
                    <a:pt x="1164996" y="1551024"/>
                  </a:lnTo>
                  <a:lnTo>
                    <a:pt x="1164975" y="1551029"/>
                  </a:lnTo>
                  <a:lnTo>
                    <a:pt x="1164950" y="1551029"/>
                  </a:lnTo>
                  <a:lnTo>
                    <a:pt x="1164930" y="1551027"/>
                  </a:lnTo>
                  <a:lnTo>
                    <a:pt x="1164911" y="1551020"/>
                  </a:lnTo>
                  <a:lnTo>
                    <a:pt x="1164861" y="1550992"/>
                  </a:lnTo>
                  <a:lnTo>
                    <a:pt x="1164839" y="1550982"/>
                  </a:lnTo>
                  <a:lnTo>
                    <a:pt x="1164824" y="1550981"/>
                  </a:lnTo>
                  <a:lnTo>
                    <a:pt x="1164777" y="1550980"/>
                  </a:lnTo>
                  <a:lnTo>
                    <a:pt x="1164756" y="1550969"/>
                  </a:lnTo>
                  <a:lnTo>
                    <a:pt x="1164734" y="1550967"/>
                  </a:lnTo>
                  <a:lnTo>
                    <a:pt x="1164712" y="1550956"/>
                  </a:lnTo>
                  <a:lnTo>
                    <a:pt x="1164687" y="1550942"/>
                  </a:lnTo>
                  <a:lnTo>
                    <a:pt x="1164678" y="1550935"/>
                  </a:lnTo>
                  <a:lnTo>
                    <a:pt x="1164672" y="1550930"/>
                  </a:lnTo>
                  <a:lnTo>
                    <a:pt x="1164662" y="1550921"/>
                  </a:lnTo>
                  <a:lnTo>
                    <a:pt x="1164651" y="1550918"/>
                  </a:lnTo>
                  <a:lnTo>
                    <a:pt x="1164647" y="1550923"/>
                  </a:lnTo>
                  <a:lnTo>
                    <a:pt x="1164648" y="1550930"/>
                  </a:lnTo>
                  <a:lnTo>
                    <a:pt x="1164661" y="1550945"/>
                  </a:lnTo>
                  <a:lnTo>
                    <a:pt x="1164672" y="1550965"/>
                  </a:lnTo>
                  <a:lnTo>
                    <a:pt x="1164676" y="1550981"/>
                  </a:lnTo>
                  <a:lnTo>
                    <a:pt x="1164676" y="1550998"/>
                  </a:lnTo>
                  <a:lnTo>
                    <a:pt x="1164668" y="1551010"/>
                  </a:lnTo>
                  <a:lnTo>
                    <a:pt x="1164661" y="1551027"/>
                  </a:lnTo>
                  <a:lnTo>
                    <a:pt x="1164660" y="1551041"/>
                  </a:lnTo>
                  <a:lnTo>
                    <a:pt x="1164660" y="1551054"/>
                  </a:lnTo>
                  <a:lnTo>
                    <a:pt x="1164665" y="1551070"/>
                  </a:lnTo>
                  <a:lnTo>
                    <a:pt x="1164667" y="1551088"/>
                  </a:lnTo>
                  <a:lnTo>
                    <a:pt x="1164666" y="1551103"/>
                  </a:lnTo>
                  <a:lnTo>
                    <a:pt x="1164661" y="1551109"/>
                  </a:lnTo>
                  <a:lnTo>
                    <a:pt x="1164651" y="1551124"/>
                  </a:lnTo>
                  <a:lnTo>
                    <a:pt x="1164638" y="1551131"/>
                  </a:lnTo>
                  <a:lnTo>
                    <a:pt x="1164614" y="1551140"/>
                  </a:lnTo>
                  <a:lnTo>
                    <a:pt x="1164605" y="1551147"/>
                  </a:lnTo>
                  <a:lnTo>
                    <a:pt x="1164596" y="1551156"/>
                  </a:lnTo>
                  <a:lnTo>
                    <a:pt x="1164589" y="1551171"/>
                  </a:lnTo>
                  <a:lnTo>
                    <a:pt x="1164577" y="1551193"/>
                  </a:lnTo>
                  <a:lnTo>
                    <a:pt x="1164574" y="1551203"/>
                  </a:lnTo>
                  <a:lnTo>
                    <a:pt x="1164579" y="1551233"/>
                  </a:lnTo>
                  <a:lnTo>
                    <a:pt x="1164580" y="1551249"/>
                  </a:lnTo>
                  <a:lnTo>
                    <a:pt x="1164580" y="1551261"/>
                  </a:lnTo>
                  <a:lnTo>
                    <a:pt x="1164571" y="1551274"/>
                  </a:lnTo>
                  <a:lnTo>
                    <a:pt x="1164560" y="1551295"/>
                  </a:lnTo>
                  <a:lnTo>
                    <a:pt x="1164553" y="1551315"/>
                  </a:lnTo>
                  <a:lnTo>
                    <a:pt x="1164553" y="1551334"/>
                  </a:lnTo>
                  <a:lnTo>
                    <a:pt x="1164551" y="1551346"/>
                  </a:lnTo>
                  <a:lnTo>
                    <a:pt x="1164546" y="1551361"/>
                  </a:lnTo>
                  <a:lnTo>
                    <a:pt x="1164547" y="1551374"/>
                  </a:lnTo>
                  <a:lnTo>
                    <a:pt x="1164553" y="1551390"/>
                  </a:lnTo>
                  <a:lnTo>
                    <a:pt x="1164552" y="1551414"/>
                  </a:lnTo>
                  <a:lnTo>
                    <a:pt x="1164546" y="1551433"/>
                  </a:lnTo>
                  <a:lnTo>
                    <a:pt x="1164546" y="1551456"/>
                  </a:lnTo>
                  <a:lnTo>
                    <a:pt x="1164554" y="1551489"/>
                  </a:lnTo>
                  <a:lnTo>
                    <a:pt x="1164564" y="1551515"/>
                  </a:lnTo>
                  <a:lnTo>
                    <a:pt x="1164568" y="1551546"/>
                  </a:lnTo>
                  <a:lnTo>
                    <a:pt x="1164563" y="1551578"/>
                  </a:lnTo>
                  <a:lnTo>
                    <a:pt x="1164549" y="1551605"/>
                  </a:lnTo>
                  <a:lnTo>
                    <a:pt x="1164531" y="1551621"/>
                  </a:lnTo>
                  <a:lnTo>
                    <a:pt x="1164514" y="1551630"/>
                  </a:lnTo>
                  <a:lnTo>
                    <a:pt x="1164497" y="1551634"/>
                  </a:lnTo>
                  <a:lnTo>
                    <a:pt x="1164487" y="1551634"/>
                  </a:lnTo>
                  <a:lnTo>
                    <a:pt x="1164475" y="1551622"/>
                  </a:lnTo>
                  <a:lnTo>
                    <a:pt x="1164454" y="1551602"/>
                  </a:lnTo>
                  <a:lnTo>
                    <a:pt x="1164433" y="1551594"/>
                  </a:lnTo>
                  <a:lnTo>
                    <a:pt x="1164408" y="1551580"/>
                  </a:lnTo>
                  <a:lnTo>
                    <a:pt x="1164402" y="1551578"/>
                  </a:lnTo>
                  <a:lnTo>
                    <a:pt x="1164392" y="1551571"/>
                  </a:lnTo>
                  <a:lnTo>
                    <a:pt x="1164381" y="1551563"/>
                  </a:lnTo>
                  <a:lnTo>
                    <a:pt x="1164365" y="1551557"/>
                  </a:lnTo>
                  <a:lnTo>
                    <a:pt x="1164350" y="1551547"/>
                  </a:lnTo>
                  <a:lnTo>
                    <a:pt x="1164334" y="1551537"/>
                  </a:lnTo>
                  <a:lnTo>
                    <a:pt x="1164319" y="1551527"/>
                  </a:lnTo>
                  <a:lnTo>
                    <a:pt x="1164303" y="1551518"/>
                  </a:lnTo>
                  <a:lnTo>
                    <a:pt x="1164295" y="1551515"/>
                  </a:lnTo>
                  <a:lnTo>
                    <a:pt x="1164272" y="1551513"/>
                  </a:lnTo>
                  <a:lnTo>
                    <a:pt x="1164241" y="1551515"/>
                  </a:lnTo>
                  <a:lnTo>
                    <a:pt x="1164232" y="1551516"/>
                  </a:lnTo>
                  <a:lnTo>
                    <a:pt x="1164198" y="1551526"/>
                  </a:lnTo>
                  <a:lnTo>
                    <a:pt x="1164145" y="1551552"/>
                  </a:lnTo>
                  <a:lnTo>
                    <a:pt x="1164120" y="1551563"/>
                  </a:lnTo>
                  <a:lnTo>
                    <a:pt x="1164108" y="1551571"/>
                  </a:lnTo>
                  <a:lnTo>
                    <a:pt x="1164092" y="1551590"/>
                  </a:lnTo>
                  <a:lnTo>
                    <a:pt x="1164066" y="1551624"/>
                  </a:lnTo>
                  <a:lnTo>
                    <a:pt x="1164037" y="1551649"/>
                  </a:lnTo>
                  <a:lnTo>
                    <a:pt x="1164019" y="1551663"/>
                  </a:lnTo>
                  <a:lnTo>
                    <a:pt x="1163996" y="1551693"/>
                  </a:lnTo>
                  <a:lnTo>
                    <a:pt x="1163972" y="1551723"/>
                  </a:lnTo>
                  <a:lnTo>
                    <a:pt x="1163950" y="1551743"/>
                  </a:lnTo>
                  <a:lnTo>
                    <a:pt x="1163927" y="1551759"/>
                  </a:lnTo>
                  <a:lnTo>
                    <a:pt x="1163902" y="1551773"/>
                  </a:lnTo>
                  <a:lnTo>
                    <a:pt x="1163875" y="1551785"/>
                  </a:lnTo>
                  <a:lnTo>
                    <a:pt x="1163872" y="1551790"/>
                  </a:lnTo>
                  <a:lnTo>
                    <a:pt x="1163866" y="1551824"/>
                  </a:lnTo>
                  <a:lnTo>
                    <a:pt x="1163864" y="1551850"/>
                  </a:lnTo>
                  <a:lnTo>
                    <a:pt x="1163860" y="1551873"/>
                  </a:lnTo>
                  <a:lnTo>
                    <a:pt x="1163841" y="1551903"/>
                  </a:lnTo>
                  <a:lnTo>
                    <a:pt x="1163821" y="1551920"/>
                  </a:lnTo>
                  <a:lnTo>
                    <a:pt x="1163802" y="1551939"/>
                  </a:lnTo>
                  <a:lnTo>
                    <a:pt x="1163787" y="1551968"/>
                  </a:lnTo>
                  <a:lnTo>
                    <a:pt x="1163771" y="1551995"/>
                  </a:lnTo>
                  <a:lnTo>
                    <a:pt x="1163762" y="1552011"/>
                  </a:lnTo>
                  <a:lnTo>
                    <a:pt x="1163747" y="1552026"/>
                  </a:lnTo>
                  <a:lnTo>
                    <a:pt x="1163739" y="1552032"/>
                  </a:lnTo>
                  <a:lnTo>
                    <a:pt x="1163728" y="1552039"/>
                  </a:lnTo>
                  <a:lnTo>
                    <a:pt x="1163712" y="1552047"/>
                  </a:lnTo>
                  <a:lnTo>
                    <a:pt x="1163672" y="1552068"/>
                  </a:lnTo>
                  <a:lnTo>
                    <a:pt x="1163645" y="1552088"/>
                  </a:lnTo>
                  <a:lnTo>
                    <a:pt x="1163626" y="1552105"/>
                  </a:lnTo>
                  <a:lnTo>
                    <a:pt x="1163606" y="1552127"/>
                  </a:lnTo>
                  <a:lnTo>
                    <a:pt x="1163585" y="1552142"/>
                  </a:lnTo>
                  <a:lnTo>
                    <a:pt x="1163568" y="1552157"/>
                  </a:lnTo>
                  <a:lnTo>
                    <a:pt x="1163563" y="1552169"/>
                  </a:lnTo>
                  <a:lnTo>
                    <a:pt x="1163563" y="1552188"/>
                  </a:lnTo>
                  <a:lnTo>
                    <a:pt x="1163562" y="1552211"/>
                  </a:lnTo>
                  <a:lnTo>
                    <a:pt x="1163555" y="1552252"/>
                  </a:lnTo>
                  <a:lnTo>
                    <a:pt x="1163549" y="1552303"/>
                  </a:lnTo>
                  <a:lnTo>
                    <a:pt x="1163548" y="1552332"/>
                  </a:lnTo>
                  <a:lnTo>
                    <a:pt x="1163543" y="1552357"/>
                  </a:lnTo>
                  <a:lnTo>
                    <a:pt x="1163530" y="1552401"/>
                  </a:lnTo>
                  <a:lnTo>
                    <a:pt x="1163529" y="1552418"/>
                  </a:lnTo>
                  <a:lnTo>
                    <a:pt x="1163516" y="1552445"/>
                  </a:lnTo>
                  <a:lnTo>
                    <a:pt x="1163501" y="1552480"/>
                  </a:lnTo>
                  <a:lnTo>
                    <a:pt x="1163489" y="1552521"/>
                  </a:lnTo>
                  <a:lnTo>
                    <a:pt x="1163472" y="1552564"/>
                  </a:lnTo>
                  <a:lnTo>
                    <a:pt x="1163454" y="1552614"/>
                  </a:lnTo>
                  <a:lnTo>
                    <a:pt x="1163441" y="1552637"/>
                  </a:lnTo>
                  <a:lnTo>
                    <a:pt x="1163423" y="1552680"/>
                  </a:lnTo>
                  <a:lnTo>
                    <a:pt x="1163410" y="1552718"/>
                  </a:lnTo>
                  <a:lnTo>
                    <a:pt x="1163396" y="1552752"/>
                  </a:lnTo>
                  <a:lnTo>
                    <a:pt x="1163371" y="1552784"/>
                  </a:lnTo>
                  <a:lnTo>
                    <a:pt x="1163342" y="1552823"/>
                  </a:lnTo>
                  <a:lnTo>
                    <a:pt x="1163320" y="1552844"/>
                  </a:lnTo>
                  <a:lnTo>
                    <a:pt x="1163293" y="1552865"/>
                  </a:lnTo>
                  <a:lnTo>
                    <a:pt x="1163263" y="1552883"/>
                  </a:lnTo>
                  <a:lnTo>
                    <a:pt x="1163221" y="1552906"/>
                  </a:lnTo>
                  <a:lnTo>
                    <a:pt x="1163199" y="1552917"/>
                  </a:lnTo>
                  <a:lnTo>
                    <a:pt x="1163187" y="1552921"/>
                  </a:lnTo>
                  <a:lnTo>
                    <a:pt x="1163182" y="1552928"/>
                  </a:lnTo>
                  <a:lnTo>
                    <a:pt x="1163174" y="1552975"/>
                  </a:lnTo>
                  <a:lnTo>
                    <a:pt x="1163171" y="1553003"/>
                  </a:lnTo>
                  <a:lnTo>
                    <a:pt x="1163169" y="1553017"/>
                  </a:lnTo>
                  <a:lnTo>
                    <a:pt x="1163159" y="1553032"/>
                  </a:lnTo>
                  <a:lnTo>
                    <a:pt x="1163147" y="1553049"/>
                  </a:lnTo>
                  <a:lnTo>
                    <a:pt x="1163130" y="1553067"/>
                  </a:lnTo>
                  <a:lnTo>
                    <a:pt x="1163106" y="1553094"/>
                  </a:lnTo>
                  <a:lnTo>
                    <a:pt x="1163090" y="1553114"/>
                  </a:lnTo>
                  <a:lnTo>
                    <a:pt x="1163073" y="1553160"/>
                  </a:lnTo>
                  <a:lnTo>
                    <a:pt x="1163071" y="1553205"/>
                  </a:lnTo>
                  <a:lnTo>
                    <a:pt x="1163062" y="1553240"/>
                  </a:lnTo>
                  <a:lnTo>
                    <a:pt x="1163051" y="1553272"/>
                  </a:lnTo>
                  <a:lnTo>
                    <a:pt x="1163043" y="1553284"/>
                  </a:lnTo>
                  <a:lnTo>
                    <a:pt x="1163031" y="1553289"/>
                  </a:lnTo>
                  <a:lnTo>
                    <a:pt x="1163017" y="1553292"/>
                  </a:lnTo>
                  <a:lnTo>
                    <a:pt x="1162999" y="1553302"/>
                  </a:lnTo>
                  <a:lnTo>
                    <a:pt x="1162985" y="1553314"/>
                  </a:lnTo>
                  <a:lnTo>
                    <a:pt x="1162960" y="1553338"/>
                  </a:lnTo>
                  <a:lnTo>
                    <a:pt x="1162942" y="1553351"/>
                  </a:lnTo>
                  <a:lnTo>
                    <a:pt x="1162928" y="1553392"/>
                  </a:lnTo>
                  <a:lnTo>
                    <a:pt x="1162927" y="1553399"/>
                  </a:lnTo>
                  <a:lnTo>
                    <a:pt x="1162927" y="1553414"/>
                  </a:lnTo>
                  <a:lnTo>
                    <a:pt x="1162922" y="1553433"/>
                  </a:lnTo>
                  <a:lnTo>
                    <a:pt x="1162910" y="1553447"/>
                  </a:lnTo>
                  <a:lnTo>
                    <a:pt x="1162894" y="1553459"/>
                  </a:lnTo>
                  <a:lnTo>
                    <a:pt x="1162879" y="1553469"/>
                  </a:lnTo>
                  <a:lnTo>
                    <a:pt x="1162863" y="1553482"/>
                  </a:lnTo>
                  <a:lnTo>
                    <a:pt x="1162855" y="1553492"/>
                  </a:lnTo>
                  <a:lnTo>
                    <a:pt x="1162845" y="1553515"/>
                  </a:lnTo>
                  <a:lnTo>
                    <a:pt x="1162826" y="1553543"/>
                  </a:lnTo>
                  <a:lnTo>
                    <a:pt x="1162794" y="1553578"/>
                  </a:lnTo>
                  <a:lnTo>
                    <a:pt x="1162755" y="1553618"/>
                  </a:lnTo>
                  <a:lnTo>
                    <a:pt x="1162720" y="1553658"/>
                  </a:lnTo>
                  <a:lnTo>
                    <a:pt x="1162694" y="1553677"/>
                  </a:lnTo>
                  <a:lnTo>
                    <a:pt x="1162667" y="1553702"/>
                  </a:lnTo>
                  <a:lnTo>
                    <a:pt x="1162628" y="1553741"/>
                  </a:lnTo>
                  <a:lnTo>
                    <a:pt x="1162591" y="1553777"/>
                  </a:lnTo>
                  <a:lnTo>
                    <a:pt x="1162563" y="1553812"/>
                  </a:lnTo>
                  <a:lnTo>
                    <a:pt x="1162550" y="1553821"/>
                  </a:lnTo>
                  <a:lnTo>
                    <a:pt x="1162532" y="1553822"/>
                  </a:lnTo>
                  <a:lnTo>
                    <a:pt x="1162515" y="1553814"/>
                  </a:lnTo>
                  <a:lnTo>
                    <a:pt x="1162505" y="1553812"/>
                  </a:lnTo>
                  <a:lnTo>
                    <a:pt x="1162484" y="1553817"/>
                  </a:lnTo>
                  <a:lnTo>
                    <a:pt x="1162453" y="1553833"/>
                  </a:lnTo>
                  <a:lnTo>
                    <a:pt x="1162437" y="1553840"/>
                  </a:lnTo>
                  <a:lnTo>
                    <a:pt x="1162421" y="1553845"/>
                  </a:lnTo>
                  <a:lnTo>
                    <a:pt x="1162406" y="1553852"/>
                  </a:lnTo>
                  <a:lnTo>
                    <a:pt x="1162390" y="1553856"/>
                  </a:lnTo>
                  <a:lnTo>
                    <a:pt x="1162374" y="1553855"/>
                  </a:lnTo>
                  <a:lnTo>
                    <a:pt x="1162359" y="1553851"/>
                  </a:lnTo>
                  <a:lnTo>
                    <a:pt x="1162343" y="1553850"/>
                  </a:lnTo>
                  <a:lnTo>
                    <a:pt x="1162327" y="1553848"/>
                  </a:lnTo>
                  <a:lnTo>
                    <a:pt x="1162311" y="1553848"/>
                  </a:lnTo>
                  <a:lnTo>
                    <a:pt x="1162296" y="1553853"/>
                  </a:lnTo>
                  <a:lnTo>
                    <a:pt x="1162280" y="1553857"/>
                  </a:lnTo>
                  <a:lnTo>
                    <a:pt x="1162264" y="1553861"/>
                  </a:lnTo>
                  <a:lnTo>
                    <a:pt x="1162246" y="1553871"/>
                  </a:lnTo>
                  <a:lnTo>
                    <a:pt x="1162233" y="1553876"/>
                  </a:lnTo>
                  <a:lnTo>
                    <a:pt x="1162217" y="1553878"/>
                  </a:lnTo>
                  <a:lnTo>
                    <a:pt x="1162201" y="1553880"/>
                  </a:lnTo>
                  <a:lnTo>
                    <a:pt x="1162186" y="1553878"/>
                  </a:lnTo>
                  <a:lnTo>
                    <a:pt x="1162170" y="1553876"/>
                  </a:lnTo>
                  <a:lnTo>
                    <a:pt x="1162154" y="1553877"/>
                  </a:lnTo>
                  <a:lnTo>
                    <a:pt x="1162149" y="1553875"/>
                  </a:lnTo>
                  <a:lnTo>
                    <a:pt x="1162139" y="1553869"/>
                  </a:lnTo>
                  <a:lnTo>
                    <a:pt x="1162107" y="1553847"/>
                  </a:lnTo>
                  <a:lnTo>
                    <a:pt x="1162092" y="1553836"/>
                  </a:lnTo>
                  <a:lnTo>
                    <a:pt x="1162077" y="1553821"/>
                  </a:lnTo>
                  <a:lnTo>
                    <a:pt x="1162068" y="1553812"/>
                  </a:lnTo>
                  <a:lnTo>
                    <a:pt x="1162042" y="1553795"/>
                  </a:lnTo>
                  <a:lnTo>
                    <a:pt x="1162034" y="1553789"/>
                  </a:lnTo>
                  <a:lnTo>
                    <a:pt x="1162018" y="1553777"/>
                  </a:lnTo>
                  <a:lnTo>
                    <a:pt x="1162003" y="1553765"/>
                  </a:lnTo>
                  <a:lnTo>
                    <a:pt x="1161987" y="1553752"/>
                  </a:lnTo>
                  <a:lnTo>
                    <a:pt x="1161956" y="1553730"/>
                  </a:lnTo>
                  <a:lnTo>
                    <a:pt x="1161942" y="1553715"/>
                  </a:lnTo>
                  <a:lnTo>
                    <a:pt x="1161923" y="1553697"/>
                  </a:lnTo>
                  <a:lnTo>
                    <a:pt x="1161902" y="1553682"/>
                  </a:lnTo>
                  <a:lnTo>
                    <a:pt x="1161864" y="1553668"/>
                  </a:lnTo>
                  <a:lnTo>
                    <a:pt x="1161838" y="1553659"/>
                  </a:lnTo>
                  <a:lnTo>
                    <a:pt x="1161792" y="1553649"/>
                  </a:lnTo>
                  <a:lnTo>
                    <a:pt x="1161768" y="1553642"/>
                  </a:lnTo>
                  <a:lnTo>
                    <a:pt x="1161751" y="1553638"/>
                  </a:lnTo>
                  <a:lnTo>
                    <a:pt x="1161740" y="1553641"/>
                  </a:lnTo>
                  <a:lnTo>
                    <a:pt x="1161735" y="1553652"/>
                  </a:lnTo>
                  <a:lnTo>
                    <a:pt x="1161728" y="1553666"/>
                  </a:lnTo>
                  <a:lnTo>
                    <a:pt x="1161719" y="1553681"/>
                  </a:lnTo>
                  <a:lnTo>
                    <a:pt x="1161701" y="1553691"/>
                  </a:lnTo>
                  <a:lnTo>
                    <a:pt x="1161668" y="1553697"/>
                  </a:lnTo>
                  <a:lnTo>
                    <a:pt x="1161650" y="1553701"/>
                  </a:lnTo>
                  <a:lnTo>
                    <a:pt x="1161634" y="1553711"/>
                  </a:lnTo>
                  <a:lnTo>
                    <a:pt x="1161619" y="1553723"/>
                  </a:lnTo>
                  <a:lnTo>
                    <a:pt x="1161609" y="1553732"/>
                  </a:lnTo>
                  <a:lnTo>
                    <a:pt x="1161592" y="1553736"/>
                  </a:lnTo>
                  <a:lnTo>
                    <a:pt x="1161570" y="1553738"/>
                  </a:lnTo>
                  <a:lnTo>
                    <a:pt x="1161556" y="1553746"/>
                  </a:lnTo>
                  <a:lnTo>
                    <a:pt x="1161542" y="1553765"/>
                  </a:lnTo>
                  <a:lnTo>
                    <a:pt x="1161527" y="1553781"/>
                  </a:lnTo>
                  <a:lnTo>
                    <a:pt x="1161505" y="1553792"/>
                  </a:lnTo>
                  <a:lnTo>
                    <a:pt x="1161448" y="1553816"/>
                  </a:lnTo>
                  <a:lnTo>
                    <a:pt x="1161397" y="1553835"/>
                  </a:lnTo>
                  <a:lnTo>
                    <a:pt x="1161367" y="1553860"/>
                  </a:lnTo>
                  <a:lnTo>
                    <a:pt x="1161335" y="1553876"/>
                  </a:lnTo>
                  <a:lnTo>
                    <a:pt x="1161307" y="1553885"/>
                  </a:lnTo>
                  <a:lnTo>
                    <a:pt x="1161286" y="1553890"/>
                  </a:lnTo>
                  <a:lnTo>
                    <a:pt x="1161269" y="1553900"/>
                  </a:lnTo>
                  <a:lnTo>
                    <a:pt x="1161268" y="1553910"/>
                  </a:lnTo>
                  <a:lnTo>
                    <a:pt x="1161271" y="1553926"/>
                  </a:lnTo>
                  <a:lnTo>
                    <a:pt x="1161273" y="1553950"/>
                  </a:lnTo>
                  <a:lnTo>
                    <a:pt x="1161269" y="1553981"/>
                  </a:lnTo>
                  <a:lnTo>
                    <a:pt x="1161265" y="1554004"/>
                  </a:lnTo>
                  <a:lnTo>
                    <a:pt x="1161257" y="1554027"/>
                  </a:lnTo>
                  <a:lnTo>
                    <a:pt x="1161242" y="1554044"/>
                  </a:lnTo>
                  <a:lnTo>
                    <a:pt x="1161212" y="1554065"/>
                  </a:lnTo>
                  <a:lnTo>
                    <a:pt x="1161193" y="1554084"/>
                  </a:lnTo>
                  <a:lnTo>
                    <a:pt x="1161179" y="1554107"/>
                  </a:lnTo>
                  <a:lnTo>
                    <a:pt x="1161160" y="1554130"/>
                  </a:lnTo>
                  <a:lnTo>
                    <a:pt x="1161143" y="1554146"/>
                  </a:lnTo>
                  <a:lnTo>
                    <a:pt x="1161120" y="1554159"/>
                  </a:lnTo>
                  <a:lnTo>
                    <a:pt x="1161068" y="1554175"/>
                  </a:lnTo>
                  <a:lnTo>
                    <a:pt x="1161021" y="1554186"/>
                  </a:lnTo>
                  <a:lnTo>
                    <a:pt x="1160984" y="1554199"/>
                  </a:lnTo>
                  <a:lnTo>
                    <a:pt x="1160966" y="1554210"/>
                  </a:lnTo>
                  <a:lnTo>
                    <a:pt x="1160958" y="1554232"/>
                  </a:lnTo>
                  <a:lnTo>
                    <a:pt x="1160957" y="1554249"/>
                  </a:lnTo>
                  <a:lnTo>
                    <a:pt x="1160954" y="1554278"/>
                  </a:lnTo>
                  <a:lnTo>
                    <a:pt x="1160945" y="1554301"/>
                  </a:lnTo>
                  <a:lnTo>
                    <a:pt x="1160940" y="1554309"/>
                  </a:lnTo>
                  <a:lnTo>
                    <a:pt x="1160927" y="1554319"/>
                  </a:lnTo>
                  <a:lnTo>
                    <a:pt x="1160912" y="1554327"/>
                  </a:lnTo>
                  <a:lnTo>
                    <a:pt x="1160900" y="1554333"/>
                  </a:lnTo>
                  <a:lnTo>
                    <a:pt x="1160892" y="1554343"/>
                  </a:lnTo>
                  <a:lnTo>
                    <a:pt x="1160892" y="1554359"/>
                  </a:lnTo>
                  <a:lnTo>
                    <a:pt x="1160896" y="1554372"/>
                  </a:lnTo>
                  <a:lnTo>
                    <a:pt x="1160907" y="1554384"/>
                  </a:lnTo>
                  <a:lnTo>
                    <a:pt x="1160913" y="1554390"/>
                  </a:lnTo>
                  <a:lnTo>
                    <a:pt x="1160918" y="1554397"/>
                  </a:lnTo>
                  <a:lnTo>
                    <a:pt x="1160919" y="1554402"/>
                  </a:lnTo>
                  <a:lnTo>
                    <a:pt x="1160920" y="1554415"/>
                  </a:lnTo>
                  <a:lnTo>
                    <a:pt x="1160914" y="1554429"/>
                  </a:lnTo>
                  <a:lnTo>
                    <a:pt x="1160896" y="1554448"/>
                  </a:lnTo>
                  <a:lnTo>
                    <a:pt x="1160884" y="1554460"/>
                  </a:lnTo>
                  <a:lnTo>
                    <a:pt x="1160860" y="1554493"/>
                  </a:lnTo>
                  <a:lnTo>
                    <a:pt x="1160853" y="1554509"/>
                  </a:lnTo>
                  <a:lnTo>
                    <a:pt x="1160849" y="1554519"/>
                  </a:lnTo>
                  <a:lnTo>
                    <a:pt x="1160853" y="1554529"/>
                  </a:lnTo>
                  <a:lnTo>
                    <a:pt x="1160866" y="1554548"/>
                  </a:lnTo>
                  <a:lnTo>
                    <a:pt x="1160880" y="1554578"/>
                  </a:lnTo>
                  <a:lnTo>
                    <a:pt x="1160887" y="1554601"/>
                  </a:lnTo>
                  <a:lnTo>
                    <a:pt x="1160887" y="1554614"/>
                  </a:lnTo>
                  <a:lnTo>
                    <a:pt x="1160881" y="1554658"/>
                  </a:lnTo>
                  <a:lnTo>
                    <a:pt x="1160871" y="1554692"/>
                  </a:lnTo>
                  <a:lnTo>
                    <a:pt x="1160861" y="1554721"/>
                  </a:lnTo>
                  <a:lnTo>
                    <a:pt x="1160844" y="1554756"/>
                  </a:lnTo>
                  <a:lnTo>
                    <a:pt x="1160830" y="1554790"/>
                  </a:lnTo>
                  <a:lnTo>
                    <a:pt x="1160828" y="1554798"/>
                  </a:lnTo>
                  <a:lnTo>
                    <a:pt x="1160824" y="1554811"/>
                  </a:lnTo>
                  <a:lnTo>
                    <a:pt x="1160818" y="1554819"/>
                  </a:lnTo>
                  <a:lnTo>
                    <a:pt x="1160808" y="1554821"/>
                  </a:lnTo>
                  <a:lnTo>
                    <a:pt x="1160795" y="1554814"/>
                  </a:lnTo>
                  <a:lnTo>
                    <a:pt x="1160780" y="1554804"/>
                  </a:lnTo>
                  <a:lnTo>
                    <a:pt x="1160774" y="1554802"/>
                  </a:lnTo>
                  <a:lnTo>
                    <a:pt x="1160764" y="1554802"/>
                  </a:lnTo>
                  <a:lnTo>
                    <a:pt x="1160756" y="1554806"/>
                  </a:lnTo>
                  <a:lnTo>
                    <a:pt x="1160748" y="1554819"/>
                  </a:lnTo>
                  <a:lnTo>
                    <a:pt x="1160743" y="1554839"/>
                  </a:lnTo>
                  <a:lnTo>
                    <a:pt x="1160743" y="1554854"/>
                  </a:lnTo>
                  <a:lnTo>
                    <a:pt x="1160747" y="1554870"/>
                  </a:lnTo>
                  <a:lnTo>
                    <a:pt x="1160754" y="1554887"/>
                  </a:lnTo>
                  <a:lnTo>
                    <a:pt x="1160757" y="1554905"/>
                  </a:lnTo>
                  <a:lnTo>
                    <a:pt x="1160758" y="1554915"/>
                  </a:lnTo>
                  <a:lnTo>
                    <a:pt x="1160758" y="1554920"/>
                  </a:lnTo>
                  <a:lnTo>
                    <a:pt x="1160755" y="1554946"/>
                  </a:lnTo>
                  <a:lnTo>
                    <a:pt x="1160752" y="1554964"/>
                  </a:lnTo>
                  <a:lnTo>
                    <a:pt x="1160751" y="1554978"/>
                  </a:lnTo>
                  <a:lnTo>
                    <a:pt x="1160751" y="1555012"/>
                  </a:lnTo>
                  <a:lnTo>
                    <a:pt x="1160746" y="1555021"/>
                  </a:lnTo>
                  <a:lnTo>
                    <a:pt x="1160743" y="1555028"/>
                  </a:lnTo>
                  <a:lnTo>
                    <a:pt x="1160730" y="1555044"/>
                  </a:lnTo>
                  <a:lnTo>
                    <a:pt x="1160715" y="1555060"/>
                  </a:lnTo>
                  <a:lnTo>
                    <a:pt x="1160700" y="1555071"/>
                  </a:lnTo>
                  <a:lnTo>
                    <a:pt x="1160692" y="1555077"/>
                  </a:lnTo>
                  <a:lnTo>
                    <a:pt x="1160671" y="1555096"/>
                  </a:lnTo>
                  <a:lnTo>
                    <a:pt x="1160650" y="1555121"/>
                  </a:lnTo>
                  <a:lnTo>
                    <a:pt x="1160631" y="1555140"/>
                  </a:lnTo>
                  <a:lnTo>
                    <a:pt x="1160613" y="1555149"/>
                  </a:lnTo>
                  <a:lnTo>
                    <a:pt x="1160589" y="1555160"/>
                  </a:lnTo>
                  <a:lnTo>
                    <a:pt x="1160560" y="1555175"/>
                  </a:lnTo>
                  <a:lnTo>
                    <a:pt x="1160520" y="1555219"/>
                  </a:lnTo>
                  <a:lnTo>
                    <a:pt x="1160500" y="1555238"/>
                  </a:lnTo>
                  <a:lnTo>
                    <a:pt x="1160483" y="1555262"/>
                  </a:lnTo>
                  <a:lnTo>
                    <a:pt x="1160462" y="1555282"/>
                  </a:lnTo>
                  <a:lnTo>
                    <a:pt x="1160453" y="1555289"/>
                  </a:lnTo>
                  <a:lnTo>
                    <a:pt x="1160447" y="1555292"/>
                  </a:lnTo>
                  <a:lnTo>
                    <a:pt x="1160441" y="1555297"/>
                  </a:lnTo>
                  <a:lnTo>
                    <a:pt x="1160432" y="1555300"/>
                  </a:lnTo>
                  <a:lnTo>
                    <a:pt x="1160416" y="1555304"/>
                  </a:lnTo>
                  <a:lnTo>
                    <a:pt x="1160399" y="1555302"/>
                  </a:lnTo>
                  <a:lnTo>
                    <a:pt x="1160385" y="1555304"/>
                  </a:lnTo>
                  <a:lnTo>
                    <a:pt x="1160367" y="1555311"/>
                  </a:lnTo>
                  <a:lnTo>
                    <a:pt x="1160354" y="1555324"/>
                  </a:lnTo>
                  <a:lnTo>
                    <a:pt x="1160328" y="1555349"/>
                  </a:lnTo>
                  <a:lnTo>
                    <a:pt x="1160293" y="1555371"/>
                  </a:lnTo>
                  <a:lnTo>
                    <a:pt x="1160278" y="1555385"/>
                  </a:lnTo>
                  <a:lnTo>
                    <a:pt x="1160257" y="1555397"/>
                  </a:lnTo>
                  <a:lnTo>
                    <a:pt x="1160240" y="1555401"/>
                  </a:lnTo>
                  <a:lnTo>
                    <a:pt x="1160215" y="1555401"/>
                  </a:lnTo>
                  <a:lnTo>
                    <a:pt x="1160199" y="1555397"/>
                  </a:lnTo>
                  <a:lnTo>
                    <a:pt x="1160184" y="1555392"/>
                  </a:lnTo>
                  <a:lnTo>
                    <a:pt x="1160152" y="1555378"/>
                  </a:lnTo>
                  <a:lnTo>
                    <a:pt x="1160137" y="1555371"/>
                  </a:lnTo>
                  <a:lnTo>
                    <a:pt x="1160124" y="1555365"/>
                  </a:lnTo>
                  <a:lnTo>
                    <a:pt x="1160106" y="1555351"/>
                  </a:lnTo>
                  <a:lnTo>
                    <a:pt x="1160091" y="1555334"/>
                  </a:lnTo>
                  <a:lnTo>
                    <a:pt x="1160081" y="1555317"/>
                  </a:lnTo>
                  <a:lnTo>
                    <a:pt x="1160071" y="1555300"/>
                  </a:lnTo>
                  <a:lnTo>
                    <a:pt x="1160060" y="1555283"/>
                  </a:lnTo>
                  <a:lnTo>
                    <a:pt x="1160054" y="1555276"/>
                  </a:lnTo>
                  <a:lnTo>
                    <a:pt x="1160046" y="1555269"/>
                  </a:lnTo>
                  <a:lnTo>
                    <a:pt x="1160030" y="1555260"/>
                  </a:lnTo>
                  <a:lnTo>
                    <a:pt x="1160024" y="1555260"/>
                  </a:lnTo>
                  <a:lnTo>
                    <a:pt x="1160015" y="1555263"/>
                  </a:lnTo>
                  <a:lnTo>
                    <a:pt x="1160008" y="1555265"/>
                  </a:lnTo>
                  <a:lnTo>
                    <a:pt x="1159983" y="1555265"/>
                  </a:lnTo>
                  <a:lnTo>
                    <a:pt x="1159967" y="1555266"/>
                  </a:lnTo>
                  <a:lnTo>
                    <a:pt x="1159952" y="1555268"/>
                  </a:lnTo>
                  <a:lnTo>
                    <a:pt x="1159936" y="1555266"/>
                  </a:lnTo>
                  <a:lnTo>
                    <a:pt x="1159920" y="1555263"/>
                  </a:lnTo>
                  <a:lnTo>
                    <a:pt x="1159905" y="1555259"/>
                  </a:lnTo>
                  <a:lnTo>
                    <a:pt x="1159889" y="1555257"/>
                  </a:lnTo>
                  <a:lnTo>
                    <a:pt x="1159873" y="1555253"/>
                  </a:lnTo>
                  <a:lnTo>
                    <a:pt x="1159858" y="1555252"/>
                  </a:lnTo>
                  <a:lnTo>
                    <a:pt x="1159842" y="1555252"/>
                  </a:lnTo>
                  <a:lnTo>
                    <a:pt x="1159826" y="1555253"/>
                  </a:lnTo>
                  <a:lnTo>
                    <a:pt x="1159809" y="1555256"/>
                  </a:lnTo>
                  <a:lnTo>
                    <a:pt x="1159780" y="1555269"/>
                  </a:lnTo>
                  <a:lnTo>
                    <a:pt x="1159764" y="1555280"/>
                  </a:lnTo>
                  <a:lnTo>
                    <a:pt x="1159745" y="1555293"/>
                  </a:lnTo>
                  <a:lnTo>
                    <a:pt x="1159732" y="1555300"/>
                  </a:lnTo>
                  <a:lnTo>
                    <a:pt x="1159715" y="1555306"/>
                  </a:lnTo>
                  <a:lnTo>
                    <a:pt x="1159701" y="1555308"/>
                  </a:lnTo>
                  <a:lnTo>
                    <a:pt x="1159688" y="1555306"/>
                  </a:lnTo>
                  <a:lnTo>
                    <a:pt x="1159677" y="1555305"/>
                  </a:lnTo>
                  <a:lnTo>
                    <a:pt x="1159661" y="1555298"/>
                  </a:lnTo>
                  <a:lnTo>
                    <a:pt x="1159650" y="1555289"/>
                  </a:lnTo>
                  <a:lnTo>
                    <a:pt x="1159646" y="1555279"/>
                  </a:lnTo>
                  <a:lnTo>
                    <a:pt x="1159642" y="1555258"/>
                  </a:lnTo>
                  <a:lnTo>
                    <a:pt x="1159632" y="1555243"/>
                  </a:lnTo>
                  <a:lnTo>
                    <a:pt x="1159619" y="1555233"/>
                  </a:lnTo>
                  <a:lnTo>
                    <a:pt x="1159600" y="1555228"/>
                  </a:lnTo>
                  <a:lnTo>
                    <a:pt x="1159573" y="1555230"/>
                  </a:lnTo>
                  <a:lnTo>
                    <a:pt x="1159547" y="1555237"/>
                  </a:lnTo>
                  <a:lnTo>
                    <a:pt x="1159519" y="1555236"/>
                  </a:lnTo>
                  <a:lnTo>
                    <a:pt x="1159483" y="1555229"/>
                  </a:lnTo>
                  <a:lnTo>
                    <a:pt x="1159478" y="1555227"/>
                  </a:lnTo>
                  <a:lnTo>
                    <a:pt x="1159468" y="1555223"/>
                  </a:lnTo>
                  <a:lnTo>
                    <a:pt x="1159451" y="1555214"/>
                  </a:lnTo>
                  <a:lnTo>
                    <a:pt x="1159446" y="1555210"/>
                  </a:lnTo>
                  <a:lnTo>
                    <a:pt x="1159431" y="1555194"/>
                  </a:lnTo>
                  <a:lnTo>
                    <a:pt x="1159416" y="1555180"/>
                  </a:lnTo>
                  <a:lnTo>
                    <a:pt x="1159400" y="1555173"/>
                  </a:lnTo>
                  <a:lnTo>
                    <a:pt x="1159384" y="1555167"/>
                  </a:lnTo>
                  <a:lnTo>
                    <a:pt x="1159337" y="1555160"/>
                  </a:lnTo>
                  <a:lnTo>
                    <a:pt x="1159322" y="1555160"/>
                  </a:lnTo>
                  <a:lnTo>
                    <a:pt x="1159311" y="1555160"/>
                  </a:lnTo>
                  <a:lnTo>
                    <a:pt x="1159303" y="1555164"/>
                  </a:lnTo>
                  <a:lnTo>
                    <a:pt x="1159290" y="1555170"/>
                  </a:lnTo>
                  <a:lnTo>
                    <a:pt x="1159280" y="1555179"/>
                  </a:lnTo>
                  <a:lnTo>
                    <a:pt x="1159267" y="1555184"/>
                  </a:lnTo>
                  <a:lnTo>
                    <a:pt x="1159259" y="1555186"/>
                  </a:lnTo>
                  <a:lnTo>
                    <a:pt x="1159243" y="1555186"/>
                  </a:lnTo>
                  <a:lnTo>
                    <a:pt x="1159235" y="1555188"/>
                  </a:lnTo>
                  <a:lnTo>
                    <a:pt x="1159227" y="1555191"/>
                  </a:lnTo>
                  <a:lnTo>
                    <a:pt x="1159211" y="1555202"/>
                  </a:lnTo>
                  <a:lnTo>
                    <a:pt x="1159196" y="1555212"/>
                  </a:lnTo>
                  <a:lnTo>
                    <a:pt x="1159180" y="1555216"/>
                  </a:lnTo>
                  <a:lnTo>
                    <a:pt x="1159164" y="1555219"/>
                  </a:lnTo>
                  <a:lnTo>
                    <a:pt x="1159148" y="1555220"/>
                  </a:lnTo>
                  <a:lnTo>
                    <a:pt x="1159133" y="1555222"/>
                  </a:lnTo>
                  <a:lnTo>
                    <a:pt x="1159117" y="1555225"/>
                  </a:lnTo>
                  <a:lnTo>
                    <a:pt x="1159101" y="1555228"/>
                  </a:lnTo>
                  <a:lnTo>
                    <a:pt x="1159070" y="1555234"/>
                  </a:lnTo>
                  <a:lnTo>
                    <a:pt x="1158998" y="1555249"/>
                  </a:lnTo>
                  <a:lnTo>
                    <a:pt x="1158974" y="1555260"/>
                  </a:lnTo>
                  <a:lnTo>
                    <a:pt x="1158952" y="1555273"/>
                  </a:lnTo>
                  <a:lnTo>
                    <a:pt x="1158943" y="1555282"/>
                  </a:lnTo>
                  <a:lnTo>
                    <a:pt x="1158928" y="1555295"/>
                  </a:lnTo>
                  <a:lnTo>
                    <a:pt x="1158915" y="1555310"/>
                  </a:lnTo>
                  <a:lnTo>
                    <a:pt x="1158900" y="1555325"/>
                  </a:lnTo>
                  <a:lnTo>
                    <a:pt x="1158885" y="1555332"/>
                  </a:lnTo>
                  <a:lnTo>
                    <a:pt x="1158869" y="1555342"/>
                  </a:lnTo>
                  <a:lnTo>
                    <a:pt x="1158853" y="1555351"/>
                  </a:lnTo>
                  <a:lnTo>
                    <a:pt x="1158837" y="1555363"/>
                  </a:lnTo>
                  <a:lnTo>
                    <a:pt x="1158829" y="1555369"/>
                  </a:lnTo>
                  <a:lnTo>
                    <a:pt x="1158822" y="1555377"/>
                  </a:lnTo>
                  <a:lnTo>
                    <a:pt x="1158812" y="1555393"/>
                  </a:lnTo>
                  <a:lnTo>
                    <a:pt x="1158810" y="1555398"/>
                  </a:lnTo>
                  <a:lnTo>
                    <a:pt x="1158808" y="1555410"/>
                  </a:lnTo>
                  <a:lnTo>
                    <a:pt x="1158802" y="1555430"/>
                  </a:lnTo>
                  <a:lnTo>
                    <a:pt x="1158796" y="1555443"/>
                  </a:lnTo>
                  <a:lnTo>
                    <a:pt x="1158790" y="1555453"/>
                  </a:lnTo>
                  <a:lnTo>
                    <a:pt x="1158775" y="1555468"/>
                  </a:lnTo>
                  <a:lnTo>
                    <a:pt x="1158752" y="1555477"/>
                  </a:lnTo>
                  <a:lnTo>
                    <a:pt x="1158737" y="1555477"/>
                  </a:lnTo>
                  <a:lnTo>
                    <a:pt x="1158728" y="1555477"/>
                  </a:lnTo>
                  <a:lnTo>
                    <a:pt x="1158721" y="1555479"/>
                  </a:lnTo>
                  <a:lnTo>
                    <a:pt x="1158705" y="1555483"/>
                  </a:lnTo>
                  <a:lnTo>
                    <a:pt x="1158689" y="1555488"/>
                  </a:lnTo>
                  <a:lnTo>
                    <a:pt x="1158674" y="1555497"/>
                  </a:lnTo>
                  <a:lnTo>
                    <a:pt x="1158658" y="1555503"/>
                  </a:lnTo>
                  <a:lnTo>
                    <a:pt x="1158642" y="1555509"/>
                  </a:lnTo>
                  <a:lnTo>
                    <a:pt x="1158627" y="1555512"/>
                  </a:lnTo>
                  <a:lnTo>
                    <a:pt x="1158595" y="1555516"/>
                  </a:lnTo>
                  <a:lnTo>
                    <a:pt x="1158564" y="1555516"/>
                  </a:lnTo>
                  <a:lnTo>
                    <a:pt x="1158548" y="1555519"/>
                  </a:lnTo>
                  <a:lnTo>
                    <a:pt x="1158532" y="1555522"/>
                  </a:lnTo>
                  <a:lnTo>
                    <a:pt x="1158526" y="1555525"/>
                  </a:lnTo>
                  <a:lnTo>
                    <a:pt x="1158517" y="1555535"/>
                  </a:lnTo>
                  <a:lnTo>
                    <a:pt x="1158514" y="1555540"/>
                  </a:lnTo>
                  <a:lnTo>
                    <a:pt x="1158510" y="1555552"/>
                  </a:lnTo>
                  <a:lnTo>
                    <a:pt x="1158508" y="1555561"/>
                  </a:lnTo>
                  <a:lnTo>
                    <a:pt x="1158502" y="1555574"/>
                  </a:lnTo>
                  <a:lnTo>
                    <a:pt x="1158496" y="1555585"/>
                  </a:lnTo>
                  <a:lnTo>
                    <a:pt x="1158492" y="1555594"/>
                  </a:lnTo>
                  <a:lnTo>
                    <a:pt x="1158485" y="1555602"/>
                  </a:lnTo>
                  <a:lnTo>
                    <a:pt x="1158471" y="1555616"/>
                  </a:lnTo>
                  <a:lnTo>
                    <a:pt x="1158455" y="1555626"/>
                  </a:lnTo>
                  <a:lnTo>
                    <a:pt x="1158439" y="1555628"/>
                  </a:lnTo>
                  <a:lnTo>
                    <a:pt x="1158423" y="1555629"/>
                  </a:lnTo>
                  <a:lnTo>
                    <a:pt x="1158408" y="1555628"/>
                  </a:lnTo>
                  <a:lnTo>
                    <a:pt x="1158392" y="1555631"/>
                  </a:lnTo>
                  <a:lnTo>
                    <a:pt x="1158376" y="1555632"/>
                  </a:lnTo>
                  <a:lnTo>
                    <a:pt x="1158361" y="1555633"/>
                  </a:lnTo>
                  <a:lnTo>
                    <a:pt x="1158345" y="1555633"/>
                  </a:lnTo>
                  <a:lnTo>
                    <a:pt x="1158329" y="1555635"/>
                  </a:lnTo>
                  <a:lnTo>
                    <a:pt x="1158310" y="1555640"/>
                  </a:lnTo>
                  <a:lnTo>
                    <a:pt x="1158305" y="1555642"/>
                  </a:lnTo>
                  <a:lnTo>
                    <a:pt x="1158298" y="1555647"/>
                  </a:lnTo>
                  <a:lnTo>
                    <a:pt x="1158293" y="1555655"/>
                  </a:lnTo>
                  <a:lnTo>
                    <a:pt x="1158291" y="1555664"/>
                  </a:lnTo>
                  <a:lnTo>
                    <a:pt x="1158287" y="1555680"/>
                  </a:lnTo>
                  <a:lnTo>
                    <a:pt x="1158284" y="1555697"/>
                  </a:lnTo>
                  <a:lnTo>
                    <a:pt x="1158276" y="1555735"/>
                  </a:lnTo>
                  <a:lnTo>
                    <a:pt x="1158270" y="1555749"/>
                  </a:lnTo>
                  <a:lnTo>
                    <a:pt x="1158265" y="1555757"/>
                  </a:lnTo>
                  <a:lnTo>
                    <a:pt x="1158259" y="1555762"/>
                  </a:lnTo>
                  <a:lnTo>
                    <a:pt x="1158253" y="1555766"/>
                  </a:lnTo>
                  <a:lnTo>
                    <a:pt x="1158208" y="1555783"/>
                  </a:lnTo>
                  <a:lnTo>
                    <a:pt x="1158195" y="1555786"/>
                  </a:lnTo>
                  <a:lnTo>
                    <a:pt x="1158180" y="1555785"/>
                  </a:lnTo>
                  <a:lnTo>
                    <a:pt x="1158165" y="1555784"/>
                  </a:lnTo>
                  <a:lnTo>
                    <a:pt x="1158149" y="1555784"/>
                  </a:lnTo>
                  <a:lnTo>
                    <a:pt x="1158133" y="1555788"/>
                  </a:lnTo>
                  <a:lnTo>
                    <a:pt x="1158125" y="1555792"/>
                  </a:lnTo>
                  <a:lnTo>
                    <a:pt x="1158118" y="1555800"/>
                  </a:lnTo>
                  <a:lnTo>
                    <a:pt x="1158089" y="1555844"/>
                  </a:lnTo>
                  <a:lnTo>
                    <a:pt x="1158076" y="1555855"/>
                  </a:lnTo>
                  <a:lnTo>
                    <a:pt x="1158062" y="1555867"/>
                  </a:lnTo>
                  <a:lnTo>
                    <a:pt x="1158046" y="1555877"/>
                  </a:lnTo>
                  <a:lnTo>
                    <a:pt x="1158031" y="1555886"/>
                  </a:lnTo>
                  <a:lnTo>
                    <a:pt x="1158015" y="1555895"/>
                  </a:lnTo>
                  <a:lnTo>
                    <a:pt x="1157999" y="1555907"/>
                  </a:lnTo>
                  <a:lnTo>
                    <a:pt x="1157984" y="1555916"/>
                  </a:lnTo>
                  <a:lnTo>
                    <a:pt x="1157968" y="1555926"/>
                  </a:lnTo>
                  <a:lnTo>
                    <a:pt x="1157953" y="1555937"/>
                  </a:lnTo>
                  <a:lnTo>
                    <a:pt x="1157937" y="1555948"/>
                  </a:lnTo>
                  <a:lnTo>
                    <a:pt x="1157921" y="1555958"/>
                  </a:lnTo>
                  <a:lnTo>
                    <a:pt x="1157905" y="1555970"/>
                  </a:lnTo>
                  <a:lnTo>
                    <a:pt x="1157899" y="1555974"/>
                  </a:lnTo>
                  <a:lnTo>
                    <a:pt x="1157890" y="1555984"/>
                  </a:lnTo>
                  <a:lnTo>
                    <a:pt x="1157880" y="1556001"/>
                  </a:lnTo>
                  <a:lnTo>
                    <a:pt x="1157871" y="1556017"/>
                  </a:lnTo>
                  <a:lnTo>
                    <a:pt x="1157861" y="1556036"/>
                  </a:lnTo>
                  <a:lnTo>
                    <a:pt x="1157851" y="1556050"/>
                  </a:lnTo>
                  <a:lnTo>
                    <a:pt x="1157839" y="1556075"/>
                  </a:lnTo>
                  <a:lnTo>
                    <a:pt x="1157835" y="1556084"/>
                  </a:lnTo>
                  <a:lnTo>
                    <a:pt x="1157829" y="1556107"/>
                  </a:lnTo>
                  <a:lnTo>
                    <a:pt x="1157823" y="1556117"/>
                  </a:lnTo>
                  <a:lnTo>
                    <a:pt x="1157813" y="1556134"/>
                  </a:lnTo>
                  <a:lnTo>
                    <a:pt x="1157799" y="1556149"/>
                  </a:lnTo>
                  <a:lnTo>
                    <a:pt x="1157783" y="1556162"/>
                  </a:lnTo>
                  <a:lnTo>
                    <a:pt x="1157776" y="1556168"/>
                  </a:lnTo>
                  <a:lnTo>
                    <a:pt x="1157767" y="1556171"/>
                  </a:lnTo>
                  <a:lnTo>
                    <a:pt x="1157761" y="1556172"/>
                  </a:lnTo>
                  <a:lnTo>
                    <a:pt x="1157751" y="1556170"/>
                  </a:lnTo>
                  <a:lnTo>
                    <a:pt x="1157734" y="1556163"/>
                  </a:lnTo>
                  <a:lnTo>
                    <a:pt x="1157720" y="1556155"/>
                  </a:lnTo>
                  <a:lnTo>
                    <a:pt x="1157705" y="1556143"/>
                  </a:lnTo>
                  <a:lnTo>
                    <a:pt x="1157689" y="1556132"/>
                  </a:lnTo>
                  <a:lnTo>
                    <a:pt x="1157683" y="1556129"/>
                  </a:lnTo>
                  <a:lnTo>
                    <a:pt x="1157674" y="1556128"/>
                  </a:lnTo>
                  <a:lnTo>
                    <a:pt x="1157666" y="1556128"/>
                  </a:lnTo>
                  <a:lnTo>
                    <a:pt x="1157658" y="1556135"/>
                  </a:lnTo>
                  <a:lnTo>
                    <a:pt x="1157640" y="1556150"/>
                  </a:lnTo>
                  <a:lnTo>
                    <a:pt x="1157630" y="1556155"/>
                  </a:lnTo>
                  <a:lnTo>
                    <a:pt x="1157625" y="1556156"/>
                  </a:lnTo>
                  <a:lnTo>
                    <a:pt x="1157620" y="1556156"/>
                  </a:lnTo>
                  <a:lnTo>
                    <a:pt x="1157611" y="1556152"/>
                  </a:lnTo>
                  <a:lnTo>
                    <a:pt x="1157595" y="1556148"/>
                  </a:lnTo>
                  <a:lnTo>
                    <a:pt x="1157579" y="1556144"/>
                  </a:lnTo>
                  <a:lnTo>
                    <a:pt x="1157563" y="1556141"/>
                  </a:lnTo>
                  <a:lnTo>
                    <a:pt x="1157515" y="1556116"/>
                  </a:lnTo>
                  <a:lnTo>
                    <a:pt x="1157497" y="1556117"/>
                  </a:lnTo>
                  <a:lnTo>
                    <a:pt x="1157485" y="1556122"/>
                  </a:lnTo>
                  <a:lnTo>
                    <a:pt x="1157470" y="1556132"/>
                  </a:lnTo>
                  <a:lnTo>
                    <a:pt x="1157454" y="1556141"/>
                  </a:lnTo>
                  <a:lnTo>
                    <a:pt x="1157438" y="1556150"/>
                  </a:lnTo>
                  <a:lnTo>
                    <a:pt x="1157406" y="1556162"/>
                  </a:lnTo>
                  <a:lnTo>
                    <a:pt x="1157398" y="1556166"/>
                  </a:lnTo>
                  <a:lnTo>
                    <a:pt x="1157391" y="1556166"/>
                  </a:lnTo>
                  <a:lnTo>
                    <a:pt x="1157375" y="1556168"/>
                  </a:lnTo>
                  <a:lnTo>
                    <a:pt x="1157359" y="1556164"/>
                  </a:lnTo>
                  <a:lnTo>
                    <a:pt x="1157344" y="1556158"/>
                  </a:lnTo>
                  <a:lnTo>
                    <a:pt x="1157328" y="1556156"/>
                  </a:lnTo>
                  <a:lnTo>
                    <a:pt x="1157312" y="1556156"/>
                  </a:lnTo>
                  <a:lnTo>
                    <a:pt x="1157297" y="1556162"/>
                  </a:lnTo>
                  <a:lnTo>
                    <a:pt x="1157265" y="1556182"/>
                  </a:lnTo>
                  <a:lnTo>
                    <a:pt x="1157249" y="1556184"/>
                  </a:lnTo>
                  <a:lnTo>
                    <a:pt x="1157202" y="1556183"/>
                  </a:lnTo>
                  <a:lnTo>
                    <a:pt x="1157187" y="1556182"/>
                  </a:lnTo>
                  <a:lnTo>
                    <a:pt x="1157171" y="1556182"/>
                  </a:lnTo>
                  <a:lnTo>
                    <a:pt x="1157155" y="1556183"/>
                  </a:lnTo>
                  <a:lnTo>
                    <a:pt x="1157142" y="1556185"/>
                  </a:lnTo>
                  <a:lnTo>
                    <a:pt x="1157123" y="1556190"/>
                  </a:lnTo>
                  <a:lnTo>
                    <a:pt x="1157108" y="1556196"/>
                  </a:lnTo>
                  <a:lnTo>
                    <a:pt x="1157102" y="1556199"/>
                  </a:lnTo>
                  <a:lnTo>
                    <a:pt x="1157089" y="1556212"/>
                  </a:lnTo>
                  <a:lnTo>
                    <a:pt x="1157082" y="1556225"/>
                  </a:lnTo>
                  <a:lnTo>
                    <a:pt x="1157077" y="1556241"/>
                  </a:lnTo>
                  <a:lnTo>
                    <a:pt x="1157073" y="1556258"/>
                  </a:lnTo>
                  <a:lnTo>
                    <a:pt x="1157068" y="1556274"/>
                  </a:lnTo>
                  <a:lnTo>
                    <a:pt x="1157067" y="1556291"/>
                  </a:lnTo>
                  <a:lnTo>
                    <a:pt x="1157071" y="1556324"/>
                  </a:lnTo>
                  <a:lnTo>
                    <a:pt x="1157071" y="1556332"/>
                  </a:lnTo>
                  <a:lnTo>
                    <a:pt x="1157067" y="1556341"/>
                  </a:lnTo>
                  <a:lnTo>
                    <a:pt x="1157056" y="1556358"/>
                  </a:lnTo>
                  <a:lnTo>
                    <a:pt x="1157041" y="1556372"/>
                  </a:lnTo>
                  <a:lnTo>
                    <a:pt x="1157026" y="1556382"/>
                  </a:lnTo>
                  <a:lnTo>
                    <a:pt x="1157010" y="1556387"/>
                  </a:lnTo>
                  <a:lnTo>
                    <a:pt x="1156995" y="1556399"/>
                  </a:lnTo>
                  <a:lnTo>
                    <a:pt x="1156983" y="1556413"/>
                  </a:lnTo>
                  <a:lnTo>
                    <a:pt x="1156970" y="1556429"/>
                  </a:lnTo>
                  <a:lnTo>
                    <a:pt x="1156954" y="1556443"/>
                  </a:lnTo>
                  <a:lnTo>
                    <a:pt x="1156938" y="1556453"/>
                  </a:lnTo>
                  <a:lnTo>
                    <a:pt x="1156922" y="1556462"/>
                  </a:lnTo>
                  <a:lnTo>
                    <a:pt x="1156907" y="1556468"/>
                  </a:lnTo>
                  <a:lnTo>
                    <a:pt x="1156871" y="1556477"/>
                  </a:lnTo>
                  <a:lnTo>
                    <a:pt x="1156854" y="1556489"/>
                  </a:lnTo>
                  <a:lnTo>
                    <a:pt x="1156845" y="1556501"/>
                  </a:lnTo>
                  <a:lnTo>
                    <a:pt x="1156838" y="1556518"/>
                  </a:lnTo>
                  <a:lnTo>
                    <a:pt x="1156836" y="1556534"/>
                  </a:lnTo>
                  <a:lnTo>
                    <a:pt x="1156829" y="1556568"/>
                  </a:lnTo>
                  <a:lnTo>
                    <a:pt x="1156819" y="1556584"/>
                  </a:lnTo>
                  <a:lnTo>
                    <a:pt x="1156792" y="1556617"/>
                  </a:lnTo>
                  <a:lnTo>
                    <a:pt x="1156777" y="1556631"/>
                  </a:lnTo>
                  <a:lnTo>
                    <a:pt x="1156764" y="1556647"/>
                  </a:lnTo>
                  <a:lnTo>
                    <a:pt x="1156753" y="1556664"/>
                  </a:lnTo>
                  <a:lnTo>
                    <a:pt x="1156745" y="1556678"/>
                  </a:lnTo>
                  <a:lnTo>
                    <a:pt x="1156740" y="1556689"/>
                  </a:lnTo>
                  <a:lnTo>
                    <a:pt x="1156732" y="1556698"/>
                  </a:lnTo>
                  <a:lnTo>
                    <a:pt x="1156718" y="1556696"/>
                  </a:lnTo>
                  <a:lnTo>
                    <a:pt x="1156703" y="1556694"/>
                  </a:lnTo>
                  <a:lnTo>
                    <a:pt x="1156687" y="1556690"/>
                  </a:lnTo>
                  <a:lnTo>
                    <a:pt x="1156671" y="1556685"/>
                  </a:lnTo>
                  <a:lnTo>
                    <a:pt x="1156655" y="1556679"/>
                  </a:lnTo>
                  <a:lnTo>
                    <a:pt x="1156638" y="1556674"/>
                  </a:lnTo>
                  <a:lnTo>
                    <a:pt x="1156624" y="1556675"/>
                  </a:lnTo>
                  <a:lnTo>
                    <a:pt x="1156617" y="1556683"/>
                  </a:lnTo>
                  <a:lnTo>
                    <a:pt x="1156612" y="1556692"/>
                  </a:lnTo>
                  <a:lnTo>
                    <a:pt x="1156599" y="1556708"/>
                  </a:lnTo>
                  <a:lnTo>
                    <a:pt x="1156592" y="1556713"/>
                  </a:lnTo>
                  <a:lnTo>
                    <a:pt x="1156583" y="1556715"/>
                  </a:lnTo>
                  <a:lnTo>
                    <a:pt x="1156567" y="1556716"/>
                  </a:lnTo>
                  <a:lnTo>
                    <a:pt x="1156552" y="1556715"/>
                  </a:lnTo>
                  <a:lnTo>
                    <a:pt x="1156536" y="1556713"/>
                  </a:lnTo>
                  <a:lnTo>
                    <a:pt x="1156519" y="1556712"/>
                  </a:lnTo>
                  <a:lnTo>
                    <a:pt x="1156504" y="1556713"/>
                  </a:lnTo>
                  <a:lnTo>
                    <a:pt x="1156497" y="1556714"/>
                  </a:lnTo>
                  <a:lnTo>
                    <a:pt x="1156489" y="1556721"/>
                  </a:lnTo>
                  <a:lnTo>
                    <a:pt x="1156474" y="1556737"/>
                  </a:lnTo>
                  <a:lnTo>
                    <a:pt x="1156454" y="1556756"/>
                  </a:lnTo>
                  <a:lnTo>
                    <a:pt x="1156443" y="1556762"/>
                  </a:lnTo>
                  <a:lnTo>
                    <a:pt x="1156428" y="1556771"/>
                  </a:lnTo>
                  <a:lnTo>
                    <a:pt x="1156412" y="1556777"/>
                  </a:lnTo>
                  <a:lnTo>
                    <a:pt x="1156396" y="1556777"/>
                  </a:lnTo>
                  <a:lnTo>
                    <a:pt x="1156381" y="1556766"/>
                  </a:lnTo>
                  <a:lnTo>
                    <a:pt x="1156366" y="1556756"/>
                  </a:lnTo>
                  <a:lnTo>
                    <a:pt x="1156350" y="1556748"/>
                  </a:lnTo>
                  <a:lnTo>
                    <a:pt x="1156335" y="1556741"/>
                  </a:lnTo>
                  <a:lnTo>
                    <a:pt x="1156319" y="1556739"/>
                  </a:lnTo>
                  <a:lnTo>
                    <a:pt x="1156303" y="1556738"/>
                  </a:lnTo>
                  <a:lnTo>
                    <a:pt x="1156288" y="1556739"/>
                  </a:lnTo>
                  <a:lnTo>
                    <a:pt x="1156272" y="1556742"/>
                  </a:lnTo>
                  <a:lnTo>
                    <a:pt x="1156256" y="1556748"/>
                  </a:lnTo>
                  <a:lnTo>
                    <a:pt x="1156240" y="1556757"/>
                  </a:lnTo>
                  <a:lnTo>
                    <a:pt x="1156224" y="1556765"/>
                  </a:lnTo>
                  <a:lnTo>
                    <a:pt x="1156209" y="1556775"/>
                  </a:lnTo>
                  <a:lnTo>
                    <a:pt x="1156193" y="1556783"/>
                  </a:lnTo>
                  <a:lnTo>
                    <a:pt x="1156177" y="1556793"/>
                  </a:lnTo>
                  <a:lnTo>
                    <a:pt x="1156162" y="1556798"/>
                  </a:lnTo>
                  <a:lnTo>
                    <a:pt x="1156146" y="1556801"/>
                  </a:lnTo>
                  <a:lnTo>
                    <a:pt x="1156130" y="1556798"/>
                  </a:lnTo>
                  <a:lnTo>
                    <a:pt x="1156119" y="1556793"/>
                  </a:lnTo>
                  <a:lnTo>
                    <a:pt x="1156105" y="1556785"/>
                  </a:lnTo>
                  <a:lnTo>
                    <a:pt x="1156083" y="1556771"/>
                  </a:lnTo>
                  <a:lnTo>
                    <a:pt x="1156068" y="1556757"/>
                  </a:lnTo>
                  <a:lnTo>
                    <a:pt x="1156053" y="1556744"/>
                  </a:lnTo>
                  <a:lnTo>
                    <a:pt x="1156038" y="1556730"/>
                  </a:lnTo>
                  <a:lnTo>
                    <a:pt x="1156022" y="1556720"/>
                  </a:lnTo>
                  <a:lnTo>
                    <a:pt x="1155991" y="1556702"/>
                  </a:lnTo>
                  <a:lnTo>
                    <a:pt x="1155975" y="1556697"/>
                  </a:lnTo>
                  <a:lnTo>
                    <a:pt x="1155960" y="1556688"/>
                  </a:lnTo>
                  <a:lnTo>
                    <a:pt x="1155945" y="1556672"/>
                  </a:lnTo>
                  <a:lnTo>
                    <a:pt x="1155931" y="1556656"/>
                  </a:lnTo>
                  <a:lnTo>
                    <a:pt x="1155915" y="1556642"/>
                  </a:lnTo>
                  <a:lnTo>
                    <a:pt x="1155897" y="1556633"/>
                  </a:lnTo>
                  <a:lnTo>
                    <a:pt x="1155884" y="1556623"/>
                  </a:lnTo>
                  <a:lnTo>
                    <a:pt x="1155868" y="1556612"/>
                  </a:lnTo>
                  <a:lnTo>
                    <a:pt x="1155853" y="1556597"/>
                  </a:lnTo>
                  <a:lnTo>
                    <a:pt x="1155850" y="1556593"/>
                  </a:lnTo>
                  <a:lnTo>
                    <a:pt x="1155846" y="1556580"/>
                  </a:lnTo>
                  <a:lnTo>
                    <a:pt x="1155854" y="1556547"/>
                  </a:lnTo>
                  <a:lnTo>
                    <a:pt x="1155856" y="1556530"/>
                  </a:lnTo>
                  <a:lnTo>
                    <a:pt x="1155854" y="1556514"/>
                  </a:lnTo>
                  <a:lnTo>
                    <a:pt x="1155851" y="1556497"/>
                  </a:lnTo>
                  <a:lnTo>
                    <a:pt x="1155845" y="1556480"/>
                  </a:lnTo>
                  <a:lnTo>
                    <a:pt x="1155836" y="1556463"/>
                  </a:lnTo>
                  <a:lnTo>
                    <a:pt x="1155826" y="1556447"/>
                  </a:lnTo>
                  <a:lnTo>
                    <a:pt x="1155820" y="1556442"/>
                  </a:lnTo>
                  <a:lnTo>
                    <a:pt x="1155810" y="1556439"/>
                  </a:lnTo>
                  <a:lnTo>
                    <a:pt x="1155795" y="1556435"/>
                  </a:lnTo>
                  <a:lnTo>
                    <a:pt x="1155779" y="1556434"/>
                  </a:lnTo>
                  <a:lnTo>
                    <a:pt x="1155763" y="1556434"/>
                  </a:lnTo>
                  <a:lnTo>
                    <a:pt x="1155747" y="1556435"/>
                  </a:lnTo>
                  <a:lnTo>
                    <a:pt x="1155732" y="1556438"/>
                  </a:lnTo>
                  <a:lnTo>
                    <a:pt x="1155716" y="1556440"/>
                  </a:lnTo>
                  <a:lnTo>
                    <a:pt x="1155700" y="1556441"/>
                  </a:lnTo>
                  <a:lnTo>
                    <a:pt x="1155685" y="1556439"/>
                  </a:lnTo>
                  <a:lnTo>
                    <a:pt x="1155677" y="1556436"/>
                  </a:lnTo>
                  <a:lnTo>
                    <a:pt x="1155669" y="1556436"/>
                  </a:lnTo>
                  <a:lnTo>
                    <a:pt x="1155664" y="1556439"/>
                  </a:lnTo>
                  <a:lnTo>
                    <a:pt x="1155650" y="1556450"/>
                  </a:lnTo>
                  <a:lnTo>
                    <a:pt x="1155638" y="1556456"/>
                  </a:lnTo>
                  <a:lnTo>
                    <a:pt x="1155574" y="1556466"/>
                  </a:lnTo>
                  <a:lnTo>
                    <a:pt x="1155559" y="1556465"/>
                  </a:lnTo>
                  <a:lnTo>
                    <a:pt x="1155543" y="1556463"/>
                  </a:lnTo>
                  <a:lnTo>
                    <a:pt x="1155528" y="1556460"/>
                  </a:lnTo>
                  <a:lnTo>
                    <a:pt x="1155512" y="1556460"/>
                  </a:lnTo>
                  <a:lnTo>
                    <a:pt x="1155496" y="1556462"/>
                  </a:lnTo>
                  <a:lnTo>
                    <a:pt x="1155480" y="1556467"/>
                  </a:lnTo>
                  <a:lnTo>
                    <a:pt x="1155447" y="1556481"/>
                  </a:lnTo>
                  <a:lnTo>
                    <a:pt x="1155427" y="1556485"/>
                  </a:lnTo>
                  <a:lnTo>
                    <a:pt x="1155402" y="1556483"/>
                  </a:lnTo>
                  <a:lnTo>
                    <a:pt x="1155386" y="1556484"/>
                  </a:lnTo>
                  <a:lnTo>
                    <a:pt x="1155370" y="1556492"/>
                  </a:lnTo>
                  <a:lnTo>
                    <a:pt x="1155365" y="1556497"/>
                  </a:lnTo>
                  <a:lnTo>
                    <a:pt x="1155359" y="1556509"/>
                  </a:lnTo>
                  <a:lnTo>
                    <a:pt x="1155355" y="1556519"/>
                  </a:lnTo>
                  <a:lnTo>
                    <a:pt x="1155350" y="1556527"/>
                  </a:lnTo>
                  <a:lnTo>
                    <a:pt x="1155343" y="1556529"/>
                  </a:lnTo>
                  <a:lnTo>
                    <a:pt x="1155337" y="1556527"/>
                  </a:lnTo>
                  <a:lnTo>
                    <a:pt x="1155332" y="1556523"/>
                  </a:lnTo>
                  <a:lnTo>
                    <a:pt x="1155326" y="1556510"/>
                  </a:lnTo>
                  <a:lnTo>
                    <a:pt x="1155318" y="1556494"/>
                  </a:lnTo>
                  <a:lnTo>
                    <a:pt x="1155309" y="1556477"/>
                  </a:lnTo>
                  <a:lnTo>
                    <a:pt x="1155303" y="1556471"/>
                  </a:lnTo>
                  <a:lnTo>
                    <a:pt x="1155297" y="1556460"/>
                  </a:lnTo>
                  <a:lnTo>
                    <a:pt x="1155292" y="1556452"/>
                  </a:lnTo>
                  <a:lnTo>
                    <a:pt x="1155285" y="1556447"/>
                  </a:lnTo>
                  <a:lnTo>
                    <a:pt x="1155280" y="1556442"/>
                  </a:lnTo>
                  <a:lnTo>
                    <a:pt x="1155269" y="1556438"/>
                  </a:lnTo>
                  <a:lnTo>
                    <a:pt x="1155254" y="1556433"/>
                  </a:lnTo>
                  <a:lnTo>
                    <a:pt x="1155238" y="1556429"/>
                  </a:lnTo>
                  <a:lnTo>
                    <a:pt x="1155222" y="1556428"/>
                  </a:lnTo>
                  <a:lnTo>
                    <a:pt x="1155208" y="1556424"/>
                  </a:lnTo>
                  <a:lnTo>
                    <a:pt x="1155191" y="1556415"/>
                  </a:lnTo>
                  <a:lnTo>
                    <a:pt x="1155187" y="1556412"/>
                  </a:lnTo>
                  <a:lnTo>
                    <a:pt x="1155179" y="1556400"/>
                  </a:lnTo>
                  <a:lnTo>
                    <a:pt x="1155169" y="1556383"/>
                  </a:lnTo>
                  <a:lnTo>
                    <a:pt x="1155165" y="1556377"/>
                  </a:lnTo>
                  <a:lnTo>
                    <a:pt x="1155161" y="1556366"/>
                  </a:lnTo>
                  <a:lnTo>
                    <a:pt x="1155151" y="1556350"/>
                  </a:lnTo>
                  <a:lnTo>
                    <a:pt x="1155123" y="1556317"/>
                  </a:lnTo>
                  <a:lnTo>
                    <a:pt x="1155110" y="1556300"/>
                  </a:lnTo>
                  <a:lnTo>
                    <a:pt x="1155098" y="1556284"/>
                  </a:lnTo>
                  <a:lnTo>
                    <a:pt x="1155085" y="1556268"/>
                  </a:lnTo>
                  <a:lnTo>
                    <a:pt x="1155074" y="1556251"/>
                  </a:lnTo>
                  <a:lnTo>
                    <a:pt x="1155063" y="1556234"/>
                  </a:lnTo>
                  <a:lnTo>
                    <a:pt x="1155049" y="1556218"/>
                  </a:lnTo>
                  <a:lnTo>
                    <a:pt x="1155034" y="1556204"/>
                  </a:lnTo>
                  <a:lnTo>
                    <a:pt x="1155018" y="1556192"/>
                  </a:lnTo>
                  <a:lnTo>
                    <a:pt x="1155008" y="1556186"/>
                  </a:lnTo>
                  <a:lnTo>
                    <a:pt x="1155003" y="1556180"/>
                  </a:lnTo>
                  <a:lnTo>
                    <a:pt x="1154987" y="1556165"/>
                  </a:lnTo>
                  <a:lnTo>
                    <a:pt x="1154974" y="1556149"/>
                  </a:lnTo>
                  <a:lnTo>
                    <a:pt x="1154959" y="1556127"/>
                  </a:lnTo>
                  <a:lnTo>
                    <a:pt x="1154953" y="1556115"/>
                  </a:lnTo>
                  <a:lnTo>
                    <a:pt x="1154947" y="1556098"/>
                  </a:lnTo>
                  <a:lnTo>
                    <a:pt x="1154940" y="1556082"/>
                  </a:lnTo>
                  <a:lnTo>
                    <a:pt x="1154931" y="1556065"/>
                  </a:lnTo>
                  <a:lnTo>
                    <a:pt x="1154904" y="1556021"/>
                  </a:lnTo>
                  <a:lnTo>
                    <a:pt x="1154892" y="1556004"/>
                  </a:lnTo>
                  <a:lnTo>
                    <a:pt x="1154880" y="1555989"/>
                  </a:lnTo>
                  <a:lnTo>
                    <a:pt x="1154869" y="1555975"/>
                  </a:lnTo>
                  <a:lnTo>
                    <a:pt x="1154840" y="1555944"/>
                  </a:lnTo>
                  <a:lnTo>
                    <a:pt x="1154826" y="1555933"/>
                  </a:lnTo>
                  <a:lnTo>
                    <a:pt x="1154812" y="1555919"/>
                  </a:lnTo>
                  <a:lnTo>
                    <a:pt x="1154796" y="1555910"/>
                  </a:lnTo>
                  <a:lnTo>
                    <a:pt x="1154777" y="1555901"/>
                  </a:lnTo>
                  <a:lnTo>
                    <a:pt x="1154765" y="1555893"/>
                  </a:lnTo>
                  <a:lnTo>
                    <a:pt x="1154749" y="1555884"/>
                  </a:lnTo>
                  <a:lnTo>
                    <a:pt x="1154733" y="1555875"/>
                  </a:lnTo>
                  <a:lnTo>
                    <a:pt x="1154718" y="1555869"/>
                  </a:lnTo>
                  <a:lnTo>
                    <a:pt x="1154702" y="1555863"/>
                  </a:lnTo>
                  <a:lnTo>
                    <a:pt x="1154694" y="1555860"/>
                  </a:lnTo>
                  <a:lnTo>
                    <a:pt x="1154684" y="1555853"/>
                  </a:lnTo>
                  <a:lnTo>
                    <a:pt x="1154678" y="1555849"/>
                  </a:lnTo>
                  <a:lnTo>
                    <a:pt x="1154673" y="1555841"/>
                  </a:lnTo>
                  <a:lnTo>
                    <a:pt x="1154667" y="1555832"/>
                  </a:lnTo>
                  <a:lnTo>
                    <a:pt x="1154657" y="1555807"/>
                  </a:lnTo>
                  <a:lnTo>
                    <a:pt x="1154651" y="1555791"/>
                  </a:lnTo>
                  <a:lnTo>
                    <a:pt x="1154638" y="1555757"/>
                  </a:lnTo>
                  <a:lnTo>
                    <a:pt x="1154634" y="1555747"/>
                  </a:lnTo>
                  <a:lnTo>
                    <a:pt x="1154628" y="1555741"/>
                  </a:lnTo>
                  <a:lnTo>
                    <a:pt x="1154612" y="1555741"/>
                  </a:lnTo>
                  <a:lnTo>
                    <a:pt x="1154594" y="1555740"/>
                  </a:lnTo>
                  <a:lnTo>
                    <a:pt x="1154579" y="1555733"/>
                  </a:lnTo>
                  <a:lnTo>
                    <a:pt x="1154571" y="1555732"/>
                  </a:lnTo>
                  <a:lnTo>
                    <a:pt x="1154563" y="1555734"/>
                  </a:lnTo>
                  <a:lnTo>
                    <a:pt x="1154550" y="1555746"/>
                  </a:lnTo>
                  <a:lnTo>
                    <a:pt x="1154535" y="1555761"/>
                  </a:lnTo>
                  <a:lnTo>
                    <a:pt x="1154531" y="1555767"/>
                  </a:lnTo>
                  <a:lnTo>
                    <a:pt x="1154532" y="1555778"/>
                  </a:lnTo>
                  <a:lnTo>
                    <a:pt x="1154530" y="1555795"/>
                  </a:lnTo>
                  <a:lnTo>
                    <a:pt x="1154526" y="1555812"/>
                  </a:lnTo>
                  <a:lnTo>
                    <a:pt x="1154523" y="1555816"/>
                  </a:lnTo>
                  <a:lnTo>
                    <a:pt x="1154518" y="1555818"/>
                  </a:lnTo>
                  <a:lnTo>
                    <a:pt x="1154466" y="1555833"/>
                  </a:lnTo>
                  <a:lnTo>
                    <a:pt x="1154419" y="1555826"/>
                  </a:lnTo>
                  <a:lnTo>
                    <a:pt x="1154403" y="1555825"/>
                  </a:lnTo>
                  <a:lnTo>
                    <a:pt x="1154388" y="1555822"/>
                  </a:lnTo>
                  <a:lnTo>
                    <a:pt x="1154325" y="1555813"/>
                  </a:lnTo>
                  <a:lnTo>
                    <a:pt x="1154309" y="1555812"/>
                  </a:lnTo>
                  <a:lnTo>
                    <a:pt x="1154294" y="1555811"/>
                  </a:lnTo>
                  <a:lnTo>
                    <a:pt x="1154275" y="1555809"/>
                  </a:lnTo>
                  <a:lnTo>
                    <a:pt x="1154262" y="1555808"/>
                  </a:lnTo>
                  <a:lnTo>
                    <a:pt x="1154247" y="1555806"/>
                  </a:lnTo>
                  <a:lnTo>
                    <a:pt x="1154231" y="1555809"/>
                  </a:lnTo>
                  <a:lnTo>
                    <a:pt x="1154215" y="1555808"/>
                  </a:lnTo>
                  <a:lnTo>
                    <a:pt x="1154200" y="1555807"/>
                  </a:lnTo>
                  <a:lnTo>
                    <a:pt x="1154170" y="1555800"/>
                  </a:lnTo>
                  <a:lnTo>
                    <a:pt x="1154160" y="1555796"/>
                  </a:lnTo>
                  <a:lnTo>
                    <a:pt x="1154144" y="1555786"/>
                  </a:lnTo>
                  <a:lnTo>
                    <a:pt x="1154133" y="1555780"/>
                  </a:lnTo>
                  <a:lnTo>
                    <a:pt x="1154129" y="1555775"/>
                  </a:lnTo>
                  <a:lnTo>
                    <a:pt x="1154115" y="1555759"/>
                  </a:lnTo>
                  <a:lnTo>
                    <a:pt x="1154102" y="1555743"/>
                  </a:lnTo>
                  <a:lnTo>
                    <a:pt x="1154094" y="1555736"/>
                  </a:lnTo>
                  <a:lnTo>
                    <a:pt x="1154088" y="1555734"/>
                  </a:lnTo>
                  <a:lnTo>
                    <a:pt x="1154071" y="1555737"/>
                  </a:lnTo>
                  <a:lnTo>
                    <a:pt x="1154054" y="1555739"/>
                  </a:lnTo>
                  <a:lnTo>
                    <a:pt x="1154034" y="1555737"/>
                  </a:lnTo>
                  <a:lnTo>
                    <a:pt x="1154023" y="1555739"/>
                  </a:lnTo>
                  <a:lnTo>
                    <a:pt x="1154007" y="1555745"/>
                  </a:lnTo>
                  <a:lnTo>
                    <a:pt x="1153993" y="1555760"/>
                  </a:lnTo>
                  <a:lnTo>
                    <a:pt x="1153977" y="1555775"/>
                  </a:lnTo>
                  <a:lnTo>
                    <a:pt x="1153961" y="1555782"/>
                  </a:lnTo>
                  <a:lnTo>
                    <a:pt x="1153945" y="1555790"/>
                  </a:lnTo>
                  <a:lnTo>
                    <a:pt x="1153930" y="1555795"/>
                  </a:lnTo>
                  <a:lnTo>
                    <a:pt x="1153914" y="1555794"/>
                  </a:lnTo>
                  <a:lnTo>
                    <a:pt x="1153908" y="1555790"/>
                  </a:lnTo>
                  <a:lnTo>
                    <a:pt x="1153900" y="1555782"/>
                  </a:lnTo>
                  <a:lnTo>
                    <a:pt x="1153886" y="1555766"/>
                  </a:lnTo>
                  <a:lnTo>
                    <a:pt x="1153883" y="1555763"/>
                  </a:lnTo>
                  <a:lnTo>
                    <a:pt x="1153870" y="1555757"/>
                  </a:lnTo>
                  <a:lnTo>
                    <a:pt x="1153855" y="1555752"/>
                  </a:lnTo>
                  <a:lnTo>
                    <a:pt x="1153839" y="1555745"/>
                  </a:lnTo>
                  <a:lnTo>
                    <a:pt x="1153823" y="1555744"/>
                  </a:lnTo>
                  <a:lnTo>
                    <a:pt x="1153808" y="1555746"/>
                  </a:lnTo>
                  <a:lnTo>
                    <a:pt x="1153792" y="1555749"/>
                  </a:lnTo>
                  <a:lnTo>
                    <a:pt x="1153761" y="1555753"/>
                  </a:lnTo>
                  <a:lnTo>
                    <a:pt x="1153745" y="1555755"/>
                  </a:lnTo>
                  <a:lnTo>
                    <a:pt x="1153729" y="1555753"/>
                  </a:lnTo>
                  <a:lnTo>
                    <a:pt x="1153713" y="1555752"/>
                  </a:lnTo>
                  <a:lnTo>
                    <a:pt x="1153698" y="1555753"/>
                  </a:lnTo>
                  <a:lnTo>
                    <a:pt x="1153682" y="1555756"/>
                  </a:lnTo>
                  <a:lnTo>
                    <a:pt x="1153666" y="1555764"/>
                  </a:lnTo>
                  <a:lnTo>
                    <a:pt x="1153661" y="1555769"/>
                  </a:lnTo>
                  <a:lnTo>
                    <a:pt x="1153654" y="1555781"/>
                  </a:lnTo>
                  <a:lnTo>
                    <a:pt x="1153656" y="1555797"/>
                  </a:lnTo>
                  <a:lnTo>
                    <a:pt x="1153662" y="1555812"/>
                  </a:lnTo>
                  <a:lnTo>
                    <a:pt x="1153666" y="1555823"/>
                  </a:lnTo>
                  <a:lnTo>
                    <a:pt x="1153668" y="1555831"/>
                  </a:lnTo>
                  <a:lnTo>
                    <a:pt x="1153668" y="1555838"/>
                  </a:lnTo>
                  <a:lnTo>
                    <a:pt x="1153663" y="1555843"/>
                  </a:lnTo>
                  <a:lnTo>
                    <a:pt x="1153642" y="1555843"/>
                  </a:lnTo>
                  <a:lnTo>
                    <a:pt x="1153621" y="1555840"/>
                  </a:lnTo>
                  <a:lnTo>
                    <a:pt x="1153571" y="1555797"/>
                  </a:lnTo>
                  <a:lnTo>
                    <a:pt x="1153559" y="1555790"/>
                  </a:lnTo>
                  <a:lnTo>
                    <a:pt x="1153547" y="1555790"/>
                  </a:lnTo>
                  <a:lnTo>
                    <a:pt x="1153535" y="1555792"/>
                  </a:lnTo>
                  <a:lnTo>
                    <a:pt x="1153522" y="1555799"/>
                  </a:lnTo>
                  <a:lnTo>
                    <a:pt x="1153515" y="1555807"/>
                  </a:lnTo>
                  <a:lnTo>
                    <a:pt x="1153513" y="1555813"/>
                  </a:lnTo>
                  <a:lnTo>
                    <a:pt x="1153504" y="1555832"/>
                  </a:lnTo>
                  <a:lnTo>
                    <a:pt x="1153494" y="1555847"/>
                  </a:lnTo>
                  <a:lnTo>
                    <a:pt x="1153481" y="1555863"/>
                  </a:lnTo>
                  <a:lnTo>
                    <a:pt x="1153477" y="1555872"/>
                  </a:lnTo>
                  <a:lnTo>
                    <a:pt x="1153474" y="1555880"/>
                  </a:lnTo>
                  <a:lnTo>
                    <a:pt x="1153467" y="1555896"/>
                  </a:lnTo>
                  <a:lnTo>
                    <a:pt x="1153463" y="1555913"/>
                  </a:lnTo>
                  <a:lnTo>
                    <a:pt x="1153462" y="1555919"/>
                  </a:lnTo>
                  <a:lnTo>
                    <a:pt x="1153464" y="1555929"/>
                  </a:lnTo>
                  <a:lnTo>
                    <a:pt x="1153466" y="1555937"/>
                  </a:lnTo>
                  <a:lnTo>
                    <a:pt x="1153471" y="1555946"/>
                  </a:lnTo>
                  <a:lnTo>
                    <a:pt x="1153474" y="1555951"/>
                  </a:lnTo>
                  <a:lnTo>
                    <a:pt x="1153478" y="1555963"/>
                  </a:lnTo>
                  <a:lnTo>
                    <a:pt x="1153479" y="1555980"/>
                  </a:lnTo>
                  <a:lnTo>
                    <a:pt x="1153476" y="1555986"/>
                  </a:lnTo>
                  <a:lnTo>
                    <a:pt x="1153468" y="1555996"/>
                  </a:lnTo>
                  <a:lnTo>
                    <a:pt x="1153455" y="1556012"/>
                  </a:lnTo>
                  <a:lnTo>
                    <a:pt x="1153426" y="1556044"/>
                  </a:lnTo>
                  <a:lnTo>
                    <a:pt x="1153406" y="1556052"/>
                  </a:lnTo>
                  <a:lnTo>
                    <a:pt x="1153401" y="1556052"/>
                  </a:lnTo>
                  <a:lnTo>
                    <a:pt x="1153394" y="1556051"/>
                  </a:lnTo>
                  <a:lnTo>
                    <a:pt x="1153385" y="1556044"/>
                  </a:lnTo>
                  <a:lnTo>
                    <a:pt x="1153371" y="1556029"/>
                  </a:lnTo>
                  <a:lnTo>
                    <a:pt x="1153365" y="1556027"/>
                  </a:lnTo>
                  <a:lnTo>
                    <a:pt x="1153355" y="1556032"/>
                  </a:lnTo>
                  <a:lnTo>
                    <a:pt x="1153339" y="1556043"/>
                  </a:lnTo>
                  <a:lnTo>
                    <a:pt x="1153308" y="1556060"/>
                  </a:lnTo>
                  <a:lnTo>
                    <a:pt x="1153292" y="1556071"/>
                  </a:lnTo>
                  <a:lnTo>
                    <a:pt x="1153276" y="1556084"/>
                  </a:lnTo>
                  <a:lnTo>
                    <a:pt x="1153261" y="1556098"/>
                  </a:lnTo>
                  <a:lnTo>
                    <a:pt x="1153244" y="1556111"/>
                  </a:lnTo>
                  <a:lnTo>
                    <a:pt x="1153228" y="1556120"/>
                  </a:lnTo>
                  <a:lnTo>
                    <a:pt x="1153214" y="1556112"/>
                  </a:lnTo>
                  <a:lnTo>
                    <a:pt x="1153210" y="1556109"/>
                  </a:lnTo>
                  <a:lnTo>
                    <a:pt x="1153198" y="1556105"/>
                  </a:lnTo>
                  <a:lnTo>
                    <a:pt x="1153183" y="1556106"/>
                  </a:lnTo>
                  <a:lnTo>
                    <a:pt x="1153167" y="1556108"/>
                  </a:lnTo>
                  <a:lnTo>
                    <a:pt x="1153159" y="1556112"/>
                  </a:lnTo>
                  <a:lnTo>
                    <a:pt x="1153152" y="1556120"/>
                  </a:lnTo>
                  <a:lnTo>
                    <a:pt x="1153147" y="1556128"/>
                  </a:lnTo>
                  <a:lnTo>
                    <a:pt x="1153145" y="1556136"/>
                  </a:lnTo>
                  <a:lnTo>
                    <a:pt x="1153139" y="1556155"/>
                  </a:lnTo>
                  <a:lnTo>
                    <a:pt x="1153134" y="1556163"/>
                  </a:lnTo>
                  <a:lnTo>
                    <a:pt x="1153128" y="1556169"/>
                  </a:lnTo>
                  <a:lnTo>
                    <a:pt x="1153122" y="1556168"/>
                  </a:lnTo>
                  <a:lnTo>
                    <a:pt x="1153112" y="1556165"/>
                  </a:lnTo>
                  <a:lnTo>
                    <a:pt x="1153107" y="1556163"/>
                  </a:lnTo>
                  <a:lnTo>
                    <a:pt x="1153097" y="1556163"/>
                  </a:lnTo>
                  <a:lnTo>
                    <a:pt x="1153079" y="1556165"/>
                  </a:lnTo>
                  <a:lnTo>
                    <a:pt x="1153069" y="1556168"/>
                  </a:lnTo>
                  <a:lnTo>
                    <a:pt x="1153061" y="1556170"/>
                  </a:lnTo>
                  <a:lnTo>
                    <a:pt x="1153046" y="1556178"/>
                  </a:lnTo>
                  <a:lnTo>
                    <a:pt x="1153035" y="1556184"/>
                  </a:lnTo>
                  <a:lnTo>
                    <a:pt x="1153030" y="1556190"/>
                  </a:lnTo>
                  <a:lnTo>
                    <a:pt x="1153022" y="1556196"/>
                  </a:lnTo>
                  <a:lnTo>
                    <a:pt x="1153016" y="1556203"/>
                  </a:lnTo>
                  <a:lnTo>
                    <a:pt x="1153005" y="1556214"/>
                  </a:lnTo>
                  <a:lnTo>
                    <a:pt x="1152993" y="1556221"/>
                  </a:lnTo>
                  <a:lnTo>
                    <a:pt x="1152986" y="1556225"/>
                  </a:lnTo>
                  <a:lnTo>
                    <a:pt x="1152970" y="1556226"/>
                  </a:lnTo>
                  <a:lnTo>
                    <a:pt x="1152960" y="1556222"/>
                  </a:lnTo>
                  <a:lnTo>
                    <a:pt x="1152939" y="1556218"/>
                  </a:lnTo>
                  <a:lnTo>
                    <a:pt x="1152923" y="1556216"/>
                  </a:lnTo>
                  <a:lnTo>
                    <a:pt x="1152907" y="1556225"/>
                  </a:lnTo>
                  <a:lnTo>
                    <a:pt x="1152891" y="1556237"/>
                  </a:lnTo>
                  <a:lnTo>
                    <a:pt x="1152885" y="1556242"/>
                  </a:lnTo>
                  <a:lnTo>
                    <a:pt x="1152879" y="1556245"/>
                  </a:lnTo>
                  <a:lnTo>
                    <a:pt x="1152868" y="1556246"/>
                  </a:lnTo>
                  <a:lnTo>
                    <a:pt x="1152860" y="1556244"/>
                  </a:lnTo>
                  <a:lnTo>
                    <a:pt x="1152844" y="1556237"/>
                  </a:lnTo>
                  <a:lnTo>
                    <a:pt x="1152829" y="1556230"/>
                  </a:lnTo>
                  <a:lnTo>
                    <a:pt x="1152797" y="1556216"/>
                  </a:lnTo>
                  <a:lnTo>
                    <a:pt x="1152790" y="1556212"/>
                  </a:lnTo>
                  <a:lnTo>
                    <a:pt x="1152782" y="1556209"/>
                  </a:lnTo>
                  <a:lnTo>
                    <a:pt x="1152766" y="1556202"/>
                  </a:lnTo>
                  <a:lnTo>
                    <a:pt x="1152735" y="1556193"/>
                  </a:lnTo>
                  <a:lnTo>
                    <a:pt x="1152719" y="1556192"/>
                  </a:lnTo>
                  <a:lnTo>
                    <a:pt x="1152711" y="1556193"/>
                  </a:lnTo>
                  <a:lnTo>
                    <a:pt x="1152703" y="1556196"/>
                  </a:lnTo>
                  <a:lnTo>
                    <a:pt x="1152689" y="1556212"/>
                  </a:lnTo>
                  <a:lnTo>
                    <a:pt x="1152683" y="1556228"/>
                  </a:lnTo>
                  <a:lnTo>
                    <a:pt x="1152680" y="1556236"/>
                  </a:lnTo>
                  <a:lnTo>
                    <a:pt x="1152679" y="1556245"/>
                  </a:lnTo>
                  <a:lnTo>
                    <a:pt x="1152678" y="1556261"/>
                  </a:lnTo>
                  <a:lnTo>
                    <a:pt x="1152678" y="1556271"/>
                  </a:lnTo>
                  <a:lnTo>
                    <a:pt x="1152675" y="1556278"/>
                  </a:lnTo>
                  <a:lnTo>
                    <a:pt x="1152672" y="1556286"/>
                  </a:lnTo>
                  <a:lnTo>
                    <a:pt x="1152666" y="1556295"/>
                  </a:lnTo>
                  <a:lnTo>
                    <a:pt x="1152655" y="1556311"/>
                  </a:lnTo>
                  <a:lnTo>
                    <a:pt x="1152646" y="1556328"/>
                  </a:lnTo>
                  <a:lnTo>
                    <a:pt x="1152638" y="1556345"/>
                  </a:lnTo>
                  <a:lnTo>
                    <a:pt x="1152630" y="1556367"/>
                  </a:lnTo>
                  <a:lnTo>
                    <a:pt x="1152625" y="1556378"/>
                  </a:lnTo>
                  <a:lnTo>
                    <a:pt x="1152620" y="1556394"/>
                  </a:lnTo>
                  <a:lnTo>
                    <a:pt x="1152620" y="1556421"/>
                  </a:lnTo>
                  <a:lnTo>
                    <a:pt x="1152617" y="1556428"/>
                  </a:lnTo>
                  <a:lnTo>
                    <a:pt x="1152602" y="1556451"/>
                  </a:lnTo>
                  <a:lnTo>
                    <a:pt x="1152582" y="1556471"/>
                  </a:lnTo>
                  <a:lnTo>
                    <a:pt x="1152571" y="1556477"/>
                  </a:lnTo>
                  <a:lnTo>
                    <a:pt x="1152566" y="1556478"/>
                  </a:lnTo>
                  <a:lnTo>
                    <a:pt x="1152550" y="1556476"/>
                  </a:lnTo>
                  <a:lnTo>
                    <a:pt x="1152535" y="1556473"/>
                  </a:lnTo>
                  <a:lnTo>
                    <a:pt x="1152519" y="1556469"/>
                  </a:lnTo>
                  <a:lnTo>
                    <a:pt x="1152508" y="1556468"/>
                  </a:lnTo>
                  <a:lnTo>
                    <a:pt x="1152503" y="1556470"/>
                  </a:lnTo>
                  <a:lnTo>
                    <a:pt x="1152487" y="1556482"/>
                  </a:lnTo>
                  <a:lnTo>
                    <a:pt x="1152478" y="1556491"/>
                  </a:lnTo>
                  <a:lnTo>
                    <a:pt x="1152471" y="1556494"/>
                  </a:lnTo>
                  <a:lnTo>
                    <a:pt x="1152467" y="1556497"/>
                  </a:lnTo>
                  <a:lnTo>
                    <a:pt x="1152460" y="1556500"/>
                  </a:lnTo>
                  <a:lnTo>
                    <a:pt x="1152440" y="1556499"/>
                  </a:lnTo>
                  <a:lnTo>
                    <a:pt x="1152424" y="1556498"/>
                  </a:lnTo>
                  <a:lnTo>
                    <a:pt x="1152409" y="1556495"/>
                  </a:lnTo>
                  <a:lnTo>
                    <a:pt x="1152393" y="1556488"/>
                  </a:lnTo>
                  <a:lnTo>
                    <a:pt x="1152378" y="1556481"/>
                  </a:lnTo>
                  <a:lnTo>
                    <a:pt x="1152370" y="1556478"/>
                  </a:lnTo>
                  <a:lnTo>
                    <a:pt x="1152357" y="1556478"/>
                  </a:lnTo>
                  <a:lnTo>
                    <a:pt x="1152346" y="1556471"/>
                  </a:lnTo>
                  <a:lnTo>
                    <a:pt x="1152337" y="1556454"/>
                  </a:lnTo>
                  <a:lnTo>
                    <a:pt x="1152327" y="1556438"/>
                  </a:lnTo>
                  <a:lnTo>
                    <a:pt x="1152316" y="1556432"/>
                  </a:lnTo>
                  <a:lnTo>
                    <a:pt x="1152311" y="1556430"/>
                  </a:lnTo>
                  <a:lnTo>
                    <a:pt x="1152295" y="1556428"/>
                  </a:lnTo>
                  <a:lnTo>
                    <a:pt x="1152285" y="1556422"/>
                  </a:lnTo>
                  <a:lnTo>
                    <a:pt x="1152281" y="1556417"/>
                  </a:lnTo>
                  <a:lnTo>
                    <a:pt x="1152273" y="1556400"/>
                  </a:lnTo>
                  <a:lnTo>
                    <a:pt x="1152262" y="1556383"/>
                  </a:lnTo>
                  <a:lnTo>
                    <a:pt x="1152252" y="1556372"/>
                  </a:lnTo>
                  <a:lnTo>
                    <a:pt x="1152248" y="1556370"/>
                  </a:lnTo>
                  <a:lnTo>
                    <a:pt x="1152240" y="1556366"/>
                  </a:lnTo>
                  <a:lnTo>
                    <a:pt x="1152216" y="1556359"/>
                  </a:lnTo>
                  <a:lnTo>
                    <a:pt x="1152201" y="1556353"/>
                  </a:lnTo>
                  <a:lnTo>
                    <a:pt x="1152185" y="1556344"/>
                  </a:lnTo>
                  <a:lnTo>
                    <a:pt x="1152177" y="1556341"/>
                  </a:lnTo>
                  <a:lnTo>
                    <a:pt x="1152170" y="1556335"/>
                  </a:lnTo>
                  <a:lnTo>
                    <a:pt x="1152154" y="1556324"/>
                  </a:lnTo>
                  <a:lnTo>
                    <a:pt x="1152139" y="1556313"/>
                  </a:lnTo>
                  <a:lnTo>
                    <a:pt x="1152123" y="1556299"/>
                  </a:lnTo>
                  <a:lnTo>
                    <a:pt x="1152108" y="1556286"/>
                  </a:lnTo>
                  <a:lnTo>
                    <a:pt x="1152077" y="1556261"/>
                  </a:lnTo>
                  <a:lnTo>
                    <a:pt x="1152063" y="1556245"/>
                  </a:lnTo>
                  <a:lnTo>
                    <a:pt x="1152059" y="1556235"/>
                  </a:lnTo>
                  <a:lnTo>
                    <a:pt x="1152057" y="1556230"/>
                  </a:lnTo>
                  <a:lnTo>
                    <a:pt x="1152057" y="1556213"/>
                  </a:lnTo>
                  <a:lnTo>
                    <a:pt x="1152056" y="1556194"/>
                  </a:lnTo>
                  <a:lnTo>
                    <a:pt x="1152052" y="1556180"/>
                  </a:lnTo>
                  <a:lnTo>
                    <a:pt x="1152049" y="1556165"/>
                  </a:lnTo>
                  <a:lnTo>
                    <a:pt x="1152042" y="1556146"/>
                  </a:lnTo>
                  <a:lnTo>
                    <a:pt x="1152043" y="1556135"/>
                  </a:lnTo>
                  <a:lnTo>
                    <a:pt x="1152045" y="1556129"/>
                  </a:lnTo>
                  <a:lnTo>
                    <a:pt x="1152053" y="1556114"/>
                  </a:lnTo>
                  <a:lnTo>
                    <a:pt x="1152065" y="1556098"/>
                  </a:lnTo>
                  <a:lnTo>
                    <a:pt x="1152069" y="1556088"/>
                  </a:lnTo>
                  <a:lnTo>
                    <a:pt x="1152068" y="1556081"/>
                  </a:lnTo>
                  <a:lnTo>
                    <a:pt x="1152061" y="1556056"/>
                  </a:lnTo>
                  <a:lnTo>
                    <a:pt x="1152059" y="1556047"/>
                  </a:lnTo>
                  <a:lnTo>
                    <a:pt x="1152055" y="1556031"/>
                  </a:lnTo>
                  <a:lnTo>
                    <a:pt x="1152049" y="1556014"/>
                  </a:lnTo>
                  <a:lnTo>
                    <a:pt x="1152045" y="1556006"/>
                  </a:lnTo>
                  <a:lnTo>
                    <a:pt x="1152043" y="1555997"/>
                  </a:lnTo>
                  <a:lnTo>
                    <a:pt x="1152037" y="1555980"/>
                  </a:lnTo>
                  <a:lnTo>
                    <a:pt x="1152022" y="1555947"/>
                  </a:lnTo>
                  <a:lnTo>
                    <a:pt x="1152013" y="1555930"/>
                  </a:lnTo>
                  <a:lnTo>
                    <a:pt x="1152000" y="1555914"/>
                  </a:lnTo>
                  <a:lnTo>
                    <a:pt x="1151977" y="1555880"/>
                  </a:lnTo>
                  <a:lnTo>
                    <a:pt x="1151965" y="1555866"/>
                  </a:lnTo>
                  <a:lnTo>
                    <a:pt x="1151948" y="1555860"/>
                  </a:lnTo>
                  <a:lnTo>
                    <a:pt x="1151932" y="1555859"/>
                  </a:lnTo>
                  <a:lnTo>
                    <a:pt x="1151916" y="1555858"/>
                  </a:lnTo>
                  <a:lnTo>
                    <a:pt x="1151901" y="1555855"/>
                  </a:lnTo>
                  <a:lnTo>
                    <a:pt x="1151885" y="1555848"/>
                  </a:lnTo>
                  <a:lnTo>
                    <a:pt x="1151870" y="1555840"/>
                  </a:lnTo>
                  <a:lnTo>
                    <a:pt x="1151854" y="1555833"/>
                  </a:lnTo>
                  <a:lnTo>
                    <a:pt x="1151838" y="1555828"/>
                  </a:lnTo>
                  <a:lnTo>
                    <a:pt x="1151821" y="1555821"/>
                  </a:lnTo>
                  <a:lnTo>
                    <a:pt x="1151814" y="1555815"/>
                  </a:lnTo>
                  <a:lnTo>
                    <a:pt x="1151808" y="1555807"/>
                  </a:lnTo>
                  <a:lnTo>
                    <a:pt x="1151798" y="1555791"/>
                  </a:lnTo>
                  <a:lnTo>
                    <a:pt x="1151783" y="1555776"/>
                  </a:lnTo>
                  <a:lnTo>
                    <a:pt x="1151768" y="1555762"/>
                  </a:lnTo>
                  <a:lnTo>
                    <a:pt x="1151754" y="1555747"/>
                  </a:lnTo>
                  <a:lnTo>
                    <a:pt x="1151742" y="1555731"/>
                  </a:lnTo>
                  <a:lnTo>
                    <a:pt x="1151740" y="1555726"/>
                  </a:lnTo>
                  <a:lnTo>
                    <a:pt x="1151730" y="1555717"/>
                  </a:lnTo>
                  <a:lnTo>
                    <a:pt x="1151713" y="1555711"/>
                  </a:lnTo>
                  <a:lnTo>
                    <a:pt x="1151706" y="1555703"/>
                  </a:lnTo>
                  <a:lnTo>
                    <a:pt x="1151710" y="1555697"/>
                  </a:lnTo>
                  <a:lnTo>
                    <a:pt x="1151728" y="1555686"/>
                  </a:lnTo>
                  <a:lnTo>
                    <a:pt x="1151743" y="1555674"/>
                  </a:lnTo>
                  <a:lnTo>
                    <a:pt x="1151757" y="1555658"/>
                  </a:lnTo>
                  <a:lnTo>
                    <a:pt x="1151760" y="1555653"/>
                  </a:lnTo>
                  <a:lnTo>
                    <a:pt x="1151765" y="1555641"/>
                  </a:lnTo>
                  <a:lnTo>
                    <a:pt x="1151768" y="1555624"/>
                  </a:lnTo>
                  <a:lnTo>
                    <a:pt x="1151769" y="1555607"/>
                  </a:lnTo>
                  <a:lnTo>
                    <a:pt x="1151769" y="1555591"/>
                  </a:lnTo>
                  <a:lnTo>
                    <a:pt x="1151765" y="1555574"/>
                  </a:lnTo>
                  <a:lnTo>
                    <a:pt x="1151764" y="1555566"/>
                  </a:lnTo>
                  <a:lnTo>
                    <a:pt x="1151760" y="1555557"/>
                  </a:lnTo>
                  <a:lnTo>
                    <a:pt x="1151754" y="1555546"/>
                  </a:lnTo>
                  <a:lnTo>
                    <a:pt x="1151743" y="1555534"/>
                  </a:lnTo>
                  <a:lnTo>
                    <a:pt x="1151734" y="1555528"/>
                  </a:lnTo>
                  <a:lnTo>
                    <a:pt x="1151726" y="1555522"/>
                  </a:lnTo>
                  <a:lnTo>
                    <a:pt x="1151718" y="1555520"/>
                  </a:lnTo>
                  <a:lnTo>
                    <a:pt x="1151703" y="1555517"/>
                  </a:lnTo>
                  <a:lnTo>
                    <a:pt x="1151674" y="1555503"/>
                  </a:lnTo>
                  <a:lnTo>
                    <a:pt x="1151666" y="1555497"/>
                  </a:lnTo>
                  <a:lnTo>
                    <a:pt x="1151661" y="1555489"/>
                  </a:lnTo>
                  <a:lnTo>
                    <a:pt x="1151656" y="1555475"/>
                  </a:lnTo>
                  <a:lnTo>
                    <a:pt x="1151648" y="1555454"/>
                  </a:lnTo>
                  <a:lnTo>
                    <a:pt x="1151645" y="1555444"/>
                  </a:lnTo>
                  <a:lnTo>
                    <a:pt x="1151648" y="1555421"/>
                  </a:lnTo>
                  <a:lnTo>
                    <a:pt x="1151655" y="1555404"/>
                  </a:lnTo>
                  <a:lnTo>
                    <a:pt x="1151660" y="1555387"/>
                  </a:lnTo>
                  <a:lnTo>
                    <a:pt x="1151663" y="1555377"/>
                  </a:lnTo>
                  <a:lnTo>
                    <a:pt x="1151663" y="1555371"/>
                  </a:lnTo>
                  <a:lnTo>
                    <a:pt x="1151660" y="1555356"/>
                  </a:lnTo>
                  <a:lnTo>
                    <a:pt x="1151652" y="1555337"/>
                  </a:lnTo>
                  <a:lnTo>
                    <a:pt x="1151652" y="1555321"/>
                  </a:lnTo>
                  <a:lnTo>
                    <a:pt x="1151659" y="1555304"/>
                  </a:lnTo>
                  <a:lnTo>
                    <a:pt x="1151659" y="1555292"/>
                  </a:lnTo>
                  <a:lnTo>
                    <a:pt x="1151656" y="1555287"/>
                  </a:lnTo>
                  <a:lnTo>
                    <a:pt x="1151642" y="1555269"/>
                  </a:lnTo>
                  <a:lnTo>
                    <a:pt x="1151636" y="1555255"/>
                  </a:lnTo>
                  <a:lnTo>
                    <a:pt x="1151633" y="1555237"/>
                  </a:lnTo>
                  <a:lnTo>
                    <a:pt x="1151624" y="1555228"/>
                  </a:lnTo>
                  <a:lnTo>
                    <a:pt x="1151618" y="1555226"/>
                  </a:lnTo>
                  <a:lnTo>
                    <a:pt x="1151603" y="1555217"/>
                  </a:lnTo>
                  <a:lnTo>
                    <a:pt x="1151587" y="1555210"/>
                  </a:lnTo>
                  <a:lnTo>
                    <a:pt x="1151572" y="1555202"/>
                  </a:lnTo>
                  <a:lnTo>
                    <a:pt x="1151556" y="1555193"/>
                  </a:lnTo>
                  <a:lnTo>
                    <a:pt x="1151540" y="1555185"/>
                  </a:lnTo>
                  <a:lnTo>
                    <a:pt x="1151525" y="1555177"/>
                  </a:lnTo>
                  <a:lnTo>
                    <a:pt x="1151509" y="1555169"/>
                  </a:lnTo>
                  <a:lnTo>
                    <a:pt x="1151478" y="1555152"/>
                  </a:lnTo>
                  <a:lnTo>
                    <a:pt x="1151460" y="1555138"/>
                  </a:lnTo>
                  <a:lnTo>
                    <a:pt x="1151450" y="1555121"/>
                  </a:lnTo>
                  <a:lnTo>
                    <a:pt x="1151440" y="1555109"/>
                  </a:lnTo>
                  <a:lnTo>
                    <a:pt x="1151435" y="1555107"/>
                  </a:lnTo>
                  <a:lnTo>
                    <a:pt x="1151420" y="1555101"/>
                  </a:lnTo>
                  <a:lnTo>
                    <a:pt x="1151404" y="1555094"/>
                  </a:lnTo>
                  <a:lnTo>
                    <a:pt x="1151391" y="1555089"/>
                  </a:lnTo>
                  <a:lnTo>
                    <a:pt x="1151386" y="1555087"/>
                  </a:lnTo>
                  <a:lnTo>
                    <a:pt x="1151373" y="1555080"/>
                  </a:lnTo>
                  <a:lnTo>
                    <a:pt x="1151357" y="1555071"/>
                  </a:lnTo>
                  <a:lnTo>
                    <a:pt x="1151342" y="1555061"/>
                  </a:lnTo>
                  <a:lnTo>
                    <a:pt x="1151326" y="1555052"/>
                  </a:lnTo>
                  <a:lnTo>
                    <a:pt x="1151311" y="1555043"/>
                  </a:lnTo>
                  <a:lnTo>
                    <a:pt x="1151295" y="1555034"/>
                  </a:lnTo>
                  <a:lnTo>
                    <a:pt x="1151284" y="1555027"/>
                  </a:lnTo>
                  <a:lnTo>
                    <a:pt x="1151279" y="1555021"/>
                  </a:lnTo>
                  <a:lnTo>
                    <a:pt x="1151272" y="1555010"/>
                  </a:lnTo>
                  <a:lnTo>
                    <a:pt x="1151272" y="1555004"/>
                  </a:lnTo>
                  <a:lnTo>
                    <a:pt x="1151271" y="1554997"/>
                  </a:lnTo>
                  <a:lnTo>
                    <a:pt x="1151272" y="1554988"/>
                  </a:lnTo>
                  <a:lnTo>
                    <a:pt x="1151277" y="1554971"/>
                  </a:lnTo>
                  <a:lnTo>
                    <a:pt x="1151282" y="1554955"/>
                  </a:lnTo>
                  <a:lnTo>
                    <a:pt x="1151288" y="1554938"/>
                  </a:lnTo>
                  <a:lnTo>
                    <a:pt x="1151295" y="1554921"/>
                  </a:lnTo>
                  <a:lnTo>
                    <a:pt x="1151300" y="1554905"/>
                  </a:lnTo>
                  <a:lnTo>
                    <a:pt x="1151305" y="1554888"/>
                  </a:lnTo>
                  <a:lnTo>
                    <a:pt x="1151306" y="1554871"/>
                  </a:lnTo>
                  <a:lnTo>
                    <a:pt x="1151305" y="1554855"/>
                  </a:lnTo>
                  <a:lnTo>
                    <a:pt x="1151303" y="1554839"/>
                  </a:lnTo>
                  <a:lnTo>
                    <a:pt x="1151305" y="1554826"/>
                  </a:lnTo>
                  <a:lnTo>
                    <a:pt x="1151307" y="1554821"/>
                  </a:lnTo>
                  <a:lnTo>
                    <a:pt x="1151313" y="1554805"/>
                  </a:lnTo>
                  <a:lnTo>
                    <a:pt x="1151318" y="1554788"/>
                  </a:lnTo>
                  <a:lnTo>
                    <a:pt x="1151323" y="1554772"/>
                  </a:lnTo>
                  <a:lnTo>
                    <a:pt x="1151331" y="1554755"/>
                  </a:lnTo>
                  <a:lnTo>
                    <a:pt x="1151339" y="1554738"/>
                  </a:lnTo>
                  <a:lnTo>
                    <a:pt x="1151349" y="1554722"/>
                  </a:lnTo>
                  <a:lnTo>
                    <a:pt x="1151357" y="1554705"/>
                  </a:lnTo>
                  <a:lnTo>
                    <a:pt x="1151376" y="1554672"/>
                  </a:lnTo>
                  <a:lnTo>
                    <a:pt x="1151411" y="1554629"/>
                  </a:lnTo>
                  <a:lnTo>
                    <a:pt x="1151442" y="1554580"/>
                  </a:lnTo>
                  <a:lnTo>
                    <a:pt x="1151450" y="1554564"/>
                  </a:lnTo>
                  <a:lnTo>
                    <a:pt x="1151455" y="1554547"/>
                  </a:lnTo>
                  <a:lnTo>
                    <a:pt x="1151458" y="1554530"/>
                  </a:lnTo>
                  <a:lnTo>
                    <a:pt x="1151459" y="1554514"/>
                  </a:lnTo>
                  <a:lnTo>
                    <a:pt x="1151460" y="1554497"/>
                  </a:lnTo>
                  <a:lnTo>
                    <a:pt x="1151459" y="1554481"/>
                  </a:lnTo>
                  <a:lnTo>
                    <a:pt x="1151458" y="1554464"/>
                  </a:lnTo>
                  <a:lnTo>
                    <a:pt x="1151457" y="1554447"/>
                  </a:lnTo>
                  <a:lnTo>
                    <a:pt x="1151456" y="1554430"/>
                  </a:lnTo>
                  <a:lnTo>
                    <a:pt x="1151454" y="1554414"/>
                  </a:lnTo>
                  <a:lnTo>
                    <a:pt x="1151452" y="1554403"/>
                  </a:lnTo>
                  <a:lnTo>
                    <a:pt x="1151451" y="1554397"/>
                  </a:lnTo>
                  <a:lnTo>
                    <a:pt x="1151446" y="1554380"/>
                  </a:lnTo>
                  <a:lnTo>
                    <a:pt x="1151440" y="1554363"/>
                  </a:lnTo>
                  <a:lnTo>
                    <a:pt x="1151424" y="1554330"/>
                  </a:lnTo>
                  <a:lnTo>
                    <a:pt x="1151416" y="1554313"/>
                  </a:lnTo>
                  <a:lnTo>
                    <a:pt x="1151410" y="1554297"/>
                  </a:lnTo>
                  <a:lnTo>
                    <a:pt x="1151406" y="1554280"/>
                  </a:lnTo>
                  <a:lnTo>
                    <a:pt x="1151402" y="1554263"/>
                  </a:lnTo>
                  <a:lnTo>
                    <a:pt x="1151401" y="1554251"/>
                  </a:lnTo>
                  <a:lnTo>
                    <a:pt x="1151395" y="1554226"/>
                  </a:lnTo>
                  <a:lnTo>
                    <a:pt x="1151391" y="1554209"/>
                  </a:lnTo>
                  <a:lnTo>
                    <a:pt x="1151387" y="1554193"/>
                  </a:lnTo>
                  <a:lnTo>
                    <a:pt x="1151381" y="1554167"/>
                  </a:lnTo>
                  <a:lnTo>
                    <a:pt x="1151378" y="1554159"/>
                  </a:lnTo>
                  <a:lnTo>
                    <a:pt x="1151371" y="1554143"/>
                  </a:lnTo>
                  <a:lnTo>
                    <a:pt x="1151358" y="1554126"/>
                  </a:lnTo>
                  <a:lnTo>
                    <a:pt x="1151345" y="1554110"/>
                  </a:lnTo>
                  <a:lnTo>
                    <a:pt x="1151335" y="1554100"/>
                  </a:lnTo>
                  <a:lnTo>
                    <a:pt x="1151333" y="1554093"/>
                  </a:lnTo>
                  <a:lnTo>
                    <a:pt x="1151329" y="1554077"/>
                  </a:lnTo>
                  <a:lnTo>
                    <a:pt x="1151327" y="1554060"/>
                  </a:lnTo>
                  <a:lnTo>
                    <a:pt x="1151328" y="1554043"/>
                  </a:lnTo>
                  <a:lnTo>
                    <a:pt x="1151332" y="1554031"/>
                  </a:lnTo>
                  <a:lnTo>
                    <a:pt x="1151337" y="1554010"/>
                  </a:lnTo>
                  <a:lnTo>
                    <a:pt x="1151338" y="1553988"/>
                  </a:lnTo>
                  <a:lnTo>
                    <a:pt x="1151334" y="1553977"/>
                  </a:lnTo>
                  <a:lnTo>
                    <a:pt x="1151328" y="1553960"/>
                  </a:lnTo>
                  <a:lnTo>
                    <a:pt x="1151326" y="1553951"/>
                  </a:lnTo>
                  <a:lnTo>
                    <a:pt x="1151322" y="1553943"/>
                  </a:lnTo>
                  <a:lnTo>
                    <a:pt x="1151311" y="1553926"/>
                  </a:lnTo>
                  <a:lnTo>
                    <a:pt x="1151301" y="1553915"/>
                  </a:lnTo>
                  <a:lnTo>
                    <a:pt x="1151296" y="1553913"/>
                  </a:lnTo>
                  <a:lnTo>
                    <a:pt x="1151281" y="1553909"/>
                  </a:lnTo>
                  <a:lnTo>
                    <a:pt x="1151265" y="1553908"/>
                  </a:lnTo>
                  <a:lnTo>
                    <a:pt x="1151249" y="1553906"/>
                  </a:lnTo>
                  <a:lnTo>
                    <a:pt x="1151236" y="1553901"/>
                  </a:lnTo>
                  <a:lnTo>
                    <a:pt x="1151230" y="1553893"/>
                  </a:lnTo>
                  <a:lnTo>
                    <a:pt x="1151226" y="1553882"/>
                  </a:lnTo>
                  <a:lnTo>
                    <a:pt x="1151224" y="1553865"/>
                  </a:lnTo>
                  <a:lnTo>
                    <a:pt x="1151225" y="1553850"/>
                  </a:lnTo>
                  <a:lnTo>
                    <a:pt x="1151223" y="1553842"/>
                  </a:lnTo>
                  <a:lnTo>
                    <a:pt x="1151207" y="1553826"/>
                  </a:lnTo>
                  <a:lnTo>
                    <a:pt x="1151179" y="1553798"/>
                  </a:lnTo>
                  <a:lnTo>
                    <a:pt x="1151167" y="1553780"/>
                  </a:lnTo>
                  <a:lnTo>
                    <a:pt x="1151161" y="1553772"/>
                  </a:lnTo>
                  <a:lnTo>
                    <a:pt x="1151154" y="1553766"/>
                  </a:lnTo>
                  <a:lnTo>
                    <a:pt x="1151139" y="1553755"/>
                  </a:lnTo>
                  <a:lnTo>
                    <a:pt x="1151123" y="1553750"/>
                  </a:lnTo>
                  <a:lnTo>
                    <a:pt x="1151107" y="1553748"/>
                  </a:lnTo>
                  <a:lnTo>
                    <a:pt x="1151092" y="1553745"/>
                  </a:lnTo>
                  <a:lnTo>
                    <a:pt x="1151076" y="1553743"/>
                  </a:lnTo>
                  <a:lnTo>
                    <a:pt x="1151069" y="1553740"/>
                  </a:lnTo>
                  <a:lnTo>
                    <a:pt x="1151060" y="1553738"/>
                  </a:lnTo>
                  <a:lnTo>
                    <a:pt x="1151029" y="1553733"/>
                  </a:lnTo>
                  <a:lnTo>
                    <a:pt x="1151013" y="1553730"/>
                  </a:lnTo>
                  <a:lnTo>
                    <a:pt x="1151005" y="1553730"/>
                  </a:lnTo>
                  <a:lnTo>
                    <a:pt x="1150997" y="1553727"/>
                  </a:lnTo>
                  <a:lnTo>
                    <a:pt x="1150982" y="1553726"/>
                  </a:lnTo>
                  <a:lnTo>
                    <a:pt x="1150966" y="1553726"/>
                  </a:lnTo>
                  <a:lnTo>
                    <a:pt x="1150950" y="1553732"/>
                  </a:lnTo>
                  <a:lnTo>
                    <a:pt x="1150935" y="1553737"/>
                  </a:lnTo>
                  <a:lnTo>
                    <a:pt x="1150919" y="1553740"/>
                  </a:lnTo>
                  <a:lnTo>
                    <a:pt x="1150903" y="1553741"/>
                  </a:lnTo>
                  <a:lnTo>
                    <a:pt x="1150888" y="1553740"/>
                  </a:lnTo>
                  <a:lnTo>
                    <a:pt x="1150872" y="1553733"/>
                  </a:lnTo>
                  <a:lnTo>
                    <a:pt x="1150863" y="1553727"/>
                  </a:lnTo>
                  <a:lnTo>
                    <a:pt x="1150856" y="1553725"/>
                  </a:lnTo>
                  <a:lnTo>
                    <a:pt x="1150840" y="1553719"/>
                  </a:lnTo>
                  <a:lnTo>
                    <a:pt x="1150825" y="1553715"/>
                  </a:lnTo>
                  <a:lnTo>
                    <a:pt x="1150809" y="1553713"/>
                  </a:lnTo>
                  <a:lnTo>
                    <a:pt x="1150794" y="1553714"/>
                  </a:lnTo>
                  <a:lnTo>
                    <a:pt x="1150782" y="1553719"/>
                  </a:lnTo>
                  <a:lnTo>
                    <a:pt x="1150778" y="1553722"/>
                  </a:lnTo>
                  <a:lnTo>
                    <a:pt x="1150770" y="1553727"/>
                  </a:lnTo>
                  <a:lnTo>
                    <a:pt x="1150765" y="1553725"/>
                  </a:lnTo>
                  <a:lnTo>
                    <a:pt x="1150770" y="1553705"/>
                  </a:lnTo>
                  <a:lnTo>
                    <a:pt x="1150773" y="1553689"/>
                  </a:lnTo>
                  <a:lnTo>
                    <a:pt x="1150775" y="1553681"/>
                  </a:lnTo>
                  <a:lnTo>
                    <a:pt x="1150775" y="1553672"/>
                  </a:lnTo>
                  <a:lnTo>
                    <a:pt x="1150772" y="1553653"/>
                  </a:lnTo>
                  <a:lnTo>
                    <a:pt x="1150768" y="1553638"/>
                  </a:lnTo>
                  <a:lnTo>
                    <a:pt x="1150760" y="1553622"/>
                  </a:lnTo>
                  <a:lnTo>
                    <a:pt x="1150748" y="1553605"/>
                  </a:lnTo>
                  <a:lnTo>
                    <a:pt x="1150736" y="1553588"/>
                  </a:lnTo>
                  <a:lnTo>
                    <a:pt x="1150723" y="1553574"/>
                  </a:lnTo>
                  <a:lnTo>
                    <a:pt x="1150708" y="1553559"/>
                  </a:lnTo>
                  <a:lnTo>
                    <a:pt x="1150692" y="1553548"/>
                  </a:lnTo>
                  <a:lnTo>
                    <a:pt x="1150677" y="1553536"/>
                  </a:lnTo>
                  <a:lnTo>
                    <a:pt x="1150657" y="1553517"/>
                  </a:lnTo>
                  <a:lnTo>
                    <a:pt x="1150650" y="1553509"/>
                  </a:lnTo>
                  <a:lnTo>
                    <a:pt x="1150644" y="1553494"/>
                  </a:lnTo>
                  <a:lnTo>
                    <a:pt x="1150640" y="1553482"/>
                  </a:lnTo>
                  <a:lnTo>
                    <a:pt x="1150640" y="1553470"/>
                  </a:lnTo>
                  <a:lnTo>
                    <a:pt x="1150637" y="1553460"/>
                  </a:lnTo>
                  <a:lnTo>
                    <a:pt x="1150633" y="1553444"/>
                  </a:lnTo>
                  <a:lnTo>
                    <a:pt x="1150629" y="1553434"/>
                  </a:lnTo>
                  <a:lnTo>
                    <a:pt x="1150630" y="1553427"/>
                  </a:lnTo>
                  <a:lnTo>
                    <a:pt x="1150628" y="1553420"/>
                  </a:lnTo>
                  <a:lnTo>
                    <a:pt x="1150628" y="1553410"/>
                  </a:lnTo>
                  <a:lnTo>
                    <a:pt x="1150629" y="1553394"/>
                  </a:lnTo>
                  <a:lnTo>
                    <a:pt x="1150631" y="1553377"/>
                  </a:lnTo>
                  <a:lnTo>
                    <a:pt x="1150635" y="1553361"/>
                  </a:lnTo>
                  <a:lnTo>
                    <a:pt x="1150638" y="1553344"/>
                  </a:lnTo>
                  <a:lnTo>
                    <a:pt x="1150642" y="1553327"/>
                  </a:lnTo>
                  <a:lnTo>
                    <a:pt x="1150647" y="1553311"/>
                  </a:lnTo>
                  <a:lnTo>
                    <a:pt x="1150652" y="1553294"/>
                  </a:lnTo>
                  <a:lnTo>
                    <a:pt x="1150653" y="1553277"/>
                  </a:lnTo>
                  <a:lnTo>
                    <a:pt x="1150652" y="1553266"/>
                  </a:lnTo>
                  <a:lnTo>
                    <a:pt x="1150648" y="1553260"/>
                  </a:lnTo>
                  <a:lnTo>
                    <a:pt x="1150643" y="1553255"/>
                  </a:lnTo>
                  <a:lnTo>
                    <a:pt x="1150632" y="1553248"/>
                  </a:lnTo>
                  <a:lnTo>
                    <a:pt x="1150625" y="1553245"/>
                  </a:lnTo>
                  <a:lnTo>
                    <a:pt x="1150617" y="1553238"/>
                  </a:lnTo>
                  <a:lnTo>
                    <a:pt x="1150601" y="1553224"/>
                  </a:lnTo>
                  <a:lnTo>
                    <a:pt x="1150588" y="1553208"/>
                  </a:lnTo>
                  <a:lnTo>
                    <a:pt x="1150578" y="1553191"/>
                  </a:lnTo>
                  <a:lnTo>
                    <a:pt x="1150570" y="1553179"/>
                  </a:lnTo>
                  <a:lnTo>
                    <a:pt x="1150566" y="1553175"/>
                  </a:lnTo>
                  <a:lnTo>
                    <a:pt x="1150552" y="1553168"/>
                  </a:lnTo>
                  <a:lnTo>
                    <a:pt x="1150542" y="1553160"/>
                  </a:lnTo>
                  <a:lnTo>
                    <a:pt x="1150535" y="1553152"/>
                  </a:lnTo>
                  <a:lnTo>
                    <a:pt x="1150529" y="1553143"/>
                  </a:lnTo>
                  <a:lnTo>
                    <a:pt x="1150523" y="1553126"/>
                  </a:lnTo>
                  <a:lnTo>
                    <a:pt x="1150519" y="1553109"/>
                  </a:lnTo>
                  <a:lnTo>
                    <a:pt x="1150515" y="1553092"/>
                  </a:lnTo>
                  <a:lnTo>
                    <a:pt x="1150511" y="1553076"/>
                  </a:lnTo>
                  <a:lnTo>
                    <a:pt x="1150508" y="1553059"/>
                  </a:lnTo>
                  <a:lnTo>
                    <a:pt x="1150503" y="1553042"/>
                  </a:lnTo>
                  <a:lnTo>
                    <a:pt x="1150499" y="1553033"/>
                  </a:lnTo>
                  <a:lnTo>
                    <a:pt x="1150493" y="1553026"/>
                  </a:lnTo>
                  <a:lnTo>
                    <a:pt x="1150481" y="1553021"/>
                  </a:lnTo>
                  <a:lnTo>
                    <a:pt x="1150460" y="1553021"/>
                  </a:lnTo>
                  <a:lnTo>
                    <a:pt x="1150444" y="1553017"/>
                  </a:lnTo>
                  <a:lnTo>
                    <a:pt x="1150434" y="1553013"/>
                  </a:lnTo>
                  <a:lnTo>
                    <a:pt x="1150428" y="1553007"/>
                  </a:lnTo>
                  <a:lnTo>
                    <a:pt x="1150414" y="1552994"/>
                  </a:lnTo>
                  <a:lnTo>
                    <a:pt x="1150401" y="1552978"/>
                  </a:lnTo>
                  <a:lnTo>
                    <a:pt x="1150390" y="1552961"/>
                  </a:lnTo>
                  <a:lnTo>
                    <a:pt x="1150381" y="1552944"/>
                  </a:lnTo>
                  <a:lnTo>
                    <a:pt x="1150380" y="1552933"/>
                  </a:lnTo>
                  <a:lnTo>
                    <a:pt x="1150375" y="1552930"/>
                  </a:lnTo>
                  <a:lnTo>
                    <a:pt x="1150367" y="1552926"/>
                  </a:lnTo>
                  <a:lnTo>
                    <a:pt x="1150361" y="1552921"/>
                  </a:lnTo>
                  <a:lnTo>
                    <a:pt x="1150355" y="1552913"/>
                  </a:lnTo>
                  <a:lnTo>
                    <a:pt x="1150352" y="1552905"/>
                  </a:lnTo>
                  <a:lnTo>
                    <a:pt x="1150347" y="1552886"/>
                  </a:lnTo>
                  <a:lnTo>
                    <a:pt x="1150345" y="1552870"/>
                  </a:lnTo>
                  <a:lnTo>
                    <a:pt x="1150339" y="1552853"/>
                  </a:lnTo>
                  <a:lnTo>
                    <a:pt x="1150329" y="1552841"/>
                  </a:lnTo>
                  <a:lnTo>
                    <a:pt x="1150325" y="1552838"/>
                  </a:lnTo>
                  <a:lnTo>
                    <a:pt x="1150317" y="1552830"/>
                  </a:lnTo>
                  <a:lnTo>
                    <a:pt x="1150312" y="1552822"/>
                  </a:lnTo>
                  <a:lnTo>
                    <a:pt x="1150305" y="1552806"/>
                  </a:lnTo>
                  <a:lnTo>
                    <a:pt x="1150299" y="1552756"/>
                  </a:lnTo>
                  <a:lnTo>
                    <a:pt x="1150296" y="1552732"/>
                  </a:lnTo>
                  <a:lnTo>
                    <a:pt x="1150294" y="1552723"/>
                  </a:lnTo>
                  <a:lnTo>
                    <a:pt x="1150288" y="1552707"/>
                  </a:lnTo>
                  <a:lnTo>
                    <a:pt x="1150284" y="1552690"/>
                  </a:lnTo>
                  <a:lnTo>
                    <a:pt x="1150281" y="1552673"/>
                  </a:lnTo>
                  <a:lnTo>
                    <a:pt x="1150275" y="1552657"/>
                  </a:lnTo>
                  <a:lnTo>
                    <a:pt x="1150266" y="1552640"/>
                  </a:lnTo>
                  <a:lnTo>
                    <a:pt x="1150256" y="1552623"/>
                  </a:lnTo>
                  <a:lnTo>
                    <a:pt x="1150243" y="1552606"/>
                  </a:lnTo>
                  <a:lnTo>
                    <a:pt x="1150230" y="1552589"/>
                  </a:lnTo>
                  <a:lnTo>
                    <a:pt x="1150221" y="1552572"/>
                  </a:lnTo>
                  <a:lnTo>
                    <a:pt x="1150215" y="1552564"/>
                  </a:lnTo>
                  <a:lnTo>
                    <a:pt x="1150213" y="1552556"/>
                  </a:lnTo>
                  <a:lnTo>
                    <a:pt x="1150208" y="1552539"/>
                  </a:lnTo>
                  <a:lnTo>
                    <a:pt x="1150205" y="1552529"/>
                  </a:lnTo>
                  <a:lnTo>
                    <a:pt x="1150205" y="1552522"/>
                  </a:lnTo>
                  <a:lnTo>
                    <a:pt x="1150201" y="1552489"/>
                  </a:lnTo>
                  <a:lnTo>
                    <a:pt x="1150196" y="1552472"/>
                  </a:lnTo>
                  <a:lnTo>
                    <a:pt x="1150191" y="1552456"/>
                  </a:lnTo>
                  <a:lnTo>
                    <a:pt x="1150189" y="1552448"/>
                  </a:lnTo>
                  <a:lnTo>
                    <a:pt x="1150185" y="1552440"/>
                  </a:lnTo>
                  <a:lnTo>
                    <a:pt x="1150175" y="1552423"/>
                  </a:lnTo>
                  <a:lnTo>
                    <a:pt x="1150164" y="1552406"/>
                  </a:lnTo>
                  <a:lnTo>
                    <a:pt x="1150156" y="1552398"/>
                  </a:lnTo>
                  <a:lnTo>
                    <a:pt x="1150150" y="1552394"/>
                  </a:lnTo>
                  <a:lnTo>
                    <a:pt x="1150135" y="1552386"/>
                  </a:lnTo>
                  <a:lnTo>
                    <a:pt x="1150116" y="1552393"/>
                  </a:lnTo>
                  <a:lnTo>
                    <a:pt x="1150109" y="1552396"/>
                  </a:lnTo>
                  <a:lnTo>
                    <a:pt x="1150086" y="1552406"/>
                  </a:lnTo>
                  <a:lnTo>
                    <a:pt x="1150059" y="1552414"/>
                  </a:lnTo>
                  <a:lnTo>
                    <a:pt x="1150036" y="1552419"/>
                  </a:lnTo>
                  <a:lnTo>
                    <a:pt x="1150011" y="1552419"/>
                  </a:lnTo>
                  <a:lnTo>
                    <a:pt x="1149976" y="1552420"/>
                  </a:lnTo>
                  <a:lnTo>
                    <a:pt x="1149957" y="1552425"/>
                  </a:lnTo>
                  <a:lnTo>
                    <a:pt x="1149948" y="1552437"/>
                  </a:lnTo>
                  <a:lnTo>
                    <a:pt x="1149932" y="1552452"/>
                  </a:lnTo>
                  <a:lnTo>
                    <a:pt x="1149917" y="1552471"/>
                  </a:lnTo>
                  <a:lnTo>
                    <a:pt x="1149907" y="1552488"/>
                  </a:lnTo>
                  <a:lnTo>
                    <a:pt x="1149899" y="1552495"/>
                  </a:lnTo>
                  <a:lnTo>
                    <a:pt x="1149882" y="1552506"/>
                  </a:lnTo>
                  <a:lnTo>
                    <a:pt x="1149865" y="1552517"/>
                  </a:lnTo>
                  <a:lnTo>
                    <a:pt x="1149837" y="1552534"/>
                  </a:lnTo>
                  <a:lnTo>
                    <a:pt x="1149817" y="1552545"/>
                  </a:lnTo>
                  <a:lnTo>
                    <a:pt x="1149798" y="1552551"/>
                  </a:lnTo>
                  <a:lnTo>
                    <a:pt x="1149773" y="1552556"/>
                  </a:lnTo>
                  <a:lnTo>
                    <a:pt x="1149740" y="1552563"/>
                  </a:lnTo>
                  <a:lnTo>
                    <a:pt x="1149715" y="1552567"/>
                  </a:lnTo>
                  <a:lnTo>
                    <a:pt x="1149687" y="1552578"/>
                  </a:lnTo>
                  <a:lnTo>
                    <a:pt x="1149678" y="1552582"/>
                  </a:lnTo>
                  <a:lnTo>
                    <a:pt x="1149665" y="1552584"/>
                  </a:lnTo>
                  <a:lnTo>
                    <a:pt x="1149634" y="1552595"/>
                  </a:lnTo>
                  <a:lnTo>
                    <a:pt x="1149616" y="1552602"/>
                  </a:lnTo>
                  <a:lnTo>
                    <a:pt x="1149600" y="1552609"/>
                  </a:lnTo>
                  <a:lnTo>
                    <a:pt x="1149591" y="1552612"/>
                  </a:lnTo>
                  <a:lnTo>
                    <a:pt x="1149585" y="1552617"/>
                  </a:lnTo>
                  <a:lnTo>
                    <a:pt x="1149579" y="1552619"/>
                  </a:lnTo>
                  <a:lnTo>
                    <a:pt x="1149569" y="1552625"/>
                  </a:lnTo>
                  <a:lnTo>
                    <a:pt x="1149542" y="1552641"/>
                  </a:lnTo>
                  <a:lnTo>
                    <a:pt x="1149527" y="1552648"/>
                  </a:lnTo>
                  <a:lnTo>
                    <a:pt x="1149513" y="1552652"/>
                  </a:lnTo>
                  <a:lnTo>
                    <a:pt x="1149502" y="1552653"/>
                  </a:lnTo>
                  <a:lnTo>
                    <a:pt x="1149495" y="1552651"/>
                  </a:lnTo>
                  <a:lnTo>
                    <a:pt x="1149480" y="1552650"/>
                  </a:lnTo>
                  <a:lnTo>
                    <a:pt x="1149464" y="1552650"/>
                  </a:lnTo>
                  <a:lnTo>
                    <a:pt x="1149448" y="1552651"/>
                  </a:lnTo>
                  <a:lnTo>
                    <a:pt x="1149433" y="1552651"/>
                  </a:lnTo>
                  <a:lnTo>
                    <a:pt x="1149417" y="1552654"/>
                  </a:lnTo>
                  <a:lnTo>
                    <a:pt x="1149410" y="1552654"/>
                  </a:lnTo>
                  <a:lnTo>
                    <a:pt x="1149401" y="1552657"/>
                  </a:lnTo>
                  <a:lnTo>
                    <a:pt x="1149391" y="1552659"/>
                  </a:lnTo>
                  <a:lnTo>
                    <a:pt x="1149385" y="1552662"/>
                  </a:lnTo>
                  <a:lnTo>
                    <a:pt x="1149370" y="1552671"/>
                  </a:lnTo>
                  <a:lnTo>
                    <a:pt x="1149354" y="1552679"/>
                  </a:lnTo>
                  <a:lnTo>
                    <a:pt x="1149344" y="1552682"/>
                  </a:lnTo>
                  <a:lnTo>
                    <a:pt x="1149338" y="1552682"/>
                  </a:lnTo>
                  <a:lnTo>
                    <a:pt x="1149322" y="1552683"/>
                  </a:lnTo>
                  <a:lnTo>
                    <a:pt x="1149307" y="1552685"/>
                  </a:lnTo>
                  <a:lnTo>
                    <a:pt x="1149291" y="1552688"/>
                  </a:lnTo>
                  <a:lnTo>
                    <a:pt x="1149275" y="1552691"/>
                  </a:lnTo>
                  <a:lnTo>
                    <a:pt x="1149260" y="1552697"/>
                  </a:lnTo>
                  <a:lnTo>
                    <a:pt x="1149244" y="1552703"/>
                  </a:lnTo>
                  <a:lnTo>
                    <a:pt x="1149228" y="1552712"/>
                  </a:lnTo>
                  <a:lnTo>
                    <a:pt x="1149212" y="1552723"/>
                  </a:lnTo>
                  <a:lnTo>
                    <a:pt x="1149196" y="1552729"/>
                  </a:lnTo>
                  <a:lnTo>
                    <a:pt x="1149183" y="1552734"/>
                  </a:lnTo>
                  <a:lnTo>
                    <a:pt x="1149179" y="1552736"/>
                  </a:lnTo>
                  <a:lnTo>
                    <a:pt x="1149165" y="1552747"/>
                  </a:lnTo>
                  <a:lnTo>
                    <a:pt x="1149150" y="1552759"/>
                  </a:lnTo>
                  <a:lnTo>
                    <a:pt x="1149116" y="1552788"/>
                  </a:lnTo>
                  <a:lnTo>
                    <a:pt x="1149102" y="1552802"/>
                  </a:lnTo>
                  <a:lnTo>
                    <a:pt x="1149087" y="1552817"/>
                  </a:lnTo>
                  <a:lnTo>
                    <a:pt x="1149073" y="1552832"/>
                  </a:lnTo>
                  <a:lnTo>
                    <a:pt x="1149057" y="1552841"/>
                  </a:lnTo>
                  <a:lnTo>
                    <a:pt x="1149042" y="1552847"/>
                  </a:lnTo>
                  <a:lnTo>
                    <a:pt x="1149026" y="1552849"/>
                  </a:lnTo>
                  <a:lnTo>
                    <a:pt x="1149010" y="1552850"/>
                  </a:lnTo>
                  <a:lnTo>
                    <a:pt x="1148995" y="1552852"/>
                  </a:lnTo>
                  <a:lnTo>
                    <a:pt x="1148978" y="1552853"/>
                  </a:lnTo>
                  <a:lnTo>
                    <a:pt x="1148963" y="1552855"/>
                  </a:lnTo>
                  <a:lnTo>
                    <a:pt x="1148931" y="1552862"/>
                  </a:lnTo>
                  <a:lnTo>
                    <a:pt x="1148916" y="1552864"/>
                  </a:lnTo>
                  <a:lnTo>
                    <a:pt x="1148900" y="1552867"/>
                  </a:lnTo>
                  <a:lnTo>
                    <a:pt x="1148884" y="1552870"/>
                  </a:lnTo>
                  <a:lnTo>
                    <a:pt x="1148873" y="1552871"/>
                  </a:lnTo>
                  <a:lnTo>
                    <a:pt x="1148869" y="1552873"/>
                  </a:lnTo>
                  <a:lnTo>
                    <a:pt x="1148853" y="1552881"/>
                  </a:lnTo>
                  <a:lnTo>
                    <a:pt x="1148837" y="1552890"/>
                  </a:lnTo>
                  <a:lnTo>
                    <a:pt x="1148821" y="1552897"/>
                  </a:lnTo>
                  <a:lnTo>
                    <a:pt x="1148805" y="1552907"/>
                  </a:lnTo>
                  <a:lnTo>
                    <a:pt x="1148790" y="1552914"/>
                  </a:lnTo>
                  <a:lnTo>
                    <a:pt x="1148774" y="1552919"/>
                  </a:lnTo>
                  <a:lnTo>
                    <a:pt x="1148758" y="1552923"/>
                  </a:lnTo>
                  <a:lnTo>
                    <a:pt x="1148743" y="1552929"/>
                  </a:lnTo>
                  <a:lnTo>
                    <a:pt x="1148727" y="1552935"/>
                  </a:lnTo>
                  <a:lnTo>
                    <a:pt x="1148711" y="1552942"/>
                  </a:lnTo>
                  <a:lnTo>
                    <a:pt x="1148695" y="1552950"/>
                  </a:lnTo>
                  <a:lnTo>
                    <a:pt x="1148687" y="1552953"/>
                  </a:lnTo>
                  <a:lnTo>
                    <a:pt x="1148680" y="1552959"/>
                  </a:lnTo>
                  <a:lnTo>
                    <a:pt x="1148669" y="1552973"/>
                  </a:lnTo>
                  <a:lnTo>
                    <a:pt x="1148662" y="1552989"/>
                  </a:lnTo>
                  <a:lnTo>
                    <a:pt x="1148658" y="1552997"/>
                  </a:lnTo>
                  <a:lnTo>
                    <a:pt x="1148652" y="1553011"/>
                  </a:lnTo>
                  <a:lnTo>
                    <a:pt x="1148647" y="1553020"/>
                  </a:lnTo>
                  <a:lnTo>
                    <a:pt x="1148646" y="1553028"/>
                  </a:lnTo>
                  <a:lnTo>
                    <a:pt x="1148642" y="1553044"/>
                  </a:lnTo>
                  <a:lnTo>
                    <a:pt x="1148637" y="1553061"/>
                  </a:lnTo>
                  <a:lnTo>
                    <a:pt x="1148630" y="1553078"/>
                  </a:lnTo>
                  <a:lnTo>
                    <a:pt x="1148622" y="1553096"/>
                  </a:lnTo>
                  <a:lnTo>
                    <a:pt x="1148614" y="1553111"/>
                  </a:lnTo>
                  <a:lnTo>
                    <a:pt x="1148604" y="1553123"/>
                  </a:lnTo>
                  <a:lnTo>
                    <a:pt x="1148599" y="1553125"/>
                  </a:lnTo>
                  <a:lnTo>
                    <a:pt x="1148588" y="1553133"/>
                  </a:lnTo>
                  <a:lnTo>
                    <a:pt x="1148582" y="1553135"/>
                  </a:lnTo>
                  <a:lnTo>
                    <a:pt x="1148568" y="1553138"/>
                  </a:lnTo>
                  <a:lnTo>
                    <a:pt x="1148552" y="1553143"/>
                  </a:lnTo>
                  <a:lnTo>
                    <a:pt x="1148537" y="1553150"/>
                  </a:lnTo>
                  <a:lnTo>
                    <a:pt x="1148521" y="1553159"/>
                  </a:lnTo>
                  <a:lnTo>
                    <a:pt x="1148505" y="1553169"/>
                  </a:lnTo>
                  <a:lnTo>
                    <a:pt x="1148500" y="1553171"/>
                  </a:lnTo>
                  <a:lnTo>
                    <a:pt x="1148489" y="1553180"/>
                  </a:lnTo>
                  <a:lnTo>
                    <a:pt x="1148475" y="1553195"/>
                  </a:lnTo>
                  <a:lnTo>
                    <a:pt x="1148461" y="1553210"/>
                  </a:lnTo>
                  <a:lnTo>
                    <a:pt x="1148445" y="1553224"/>
                  </a:lnTo>
                  <a:lnTo>
                    <a:pt x="1148432" y="1553239"/>
                  </a:lnTo>
                  <a:lnTo>
                    <a:pt x="1148419" y="1553251"/>
                  </a:lnTo>
                  <a:lnTo>
                    <a:pt x="1148404" y="1553257"/>
                  </a:lnTo>
                  <a:lnTo>
                    <a:pt x="1148386" y="1553254"/>
                  </a:lnTo>
                  <a:lnTo>
                    <a:pt x="1148370" y="1553251"/>
                  </a:lnTo>
                  <a:lnTo>
                    <a:pt x="1148354" y="1553247"/>
                  </a:lnTo>
                  <a:lnTo>
                    <a:pt x="1148347" y="1553244"/>
                  </a:lnTo>
                  <a:lnTo>
                    <a:pt x="1148339" y="1553243"/>
                  </a:lnTo>
                  <a:lnTo>
                    <a:pt x="1148323" y="1553237"/>
                  </a:lnTo>
                  <a:lnTo>
                    <a:pt x="1148308" y="1553229"/>
                  </a:lnTo>
                  <a:lnTo>
                    <a:pt x="1148292" y="1553222"/>
                  </a:lnTo>
                  <a:lnTo>
                    <a:pt x="1148276" y="1553219"/>
                  </a:lnTo>
                  <a:lnTo>
                    <a:pt x="1148268" y="1553215"/>
                  </a:lnTo>
                  <a:lnTo>
                    <a:pt x="1148261" y="1553210"/>
                  </a:lnTo>
                  <a:lnTo>
                    <a:pt x="1148256" y="1553204"/>
                  </a:lnTo>
                  <a:lnTo>
                    <a:pt x="1148246" y="1553200"/>
                  </a:lnTo>
                  <a:lnTo>
                    <a:pt x="1148230" y="1553198"/>
                  </a:lnTo>
                  <a:lnTo>
                    <a:pt x="1148215" y="1553199"/>
                  </a:lnTo>
                  <a:lnTo>
                    <a:pt x="1148207" y="1553201"/>
                  </a:lnTo>
                  <a:lnTo>
                    <a:pt x="1148199" y="1553201"/>
                  </a:lnTo>
                  <a:lnTo>
                    <a:pt x="1148183" y="1553200"/>
                  </a:lnTo>
                  <a:lnTo>
                    <a:pt x="1148166" y="1553197"/>
                  </a:lnTo>
                  <a:lnTo>
                    <a:pt x="1148150" y="1553192"/>
                  </a:lnTo>
                  <a:lnTo>
                    <a:pt x="1148141" y="1553191"/>
                  </a:lnTo>
                  <a:lnTo>
                    <a:pt x="1148134" y="1553193"/>
                  </a:lnTo>
                  <a:lnTo>
                    <a:pt x="1148125" y="1553192"/>
                  </a:lnTo>
                  <a:lnTo>
                    <a:pt x="1148119" y="1553188"/>
                  </a:lnTo>
                  <a:lnTo>
                    <a:pt x="1148113" y="1553183"/>
                  </a:lnTo>
                  <a:lnTo>
                    <a:pt x="1148109" y="1553174"/>
                  </a:lnTo>
                  <a:lnTo>
                    <a:pt x="1148096" y="1553157"/>
                  </a:lnTo>
                  <a:lnTo>
                    <a:pt x="1148098" y="1553129"/>
                  </a:lnTo>
                  <a:lnTo>
                    <a:pt x="1148096" y="1553110"/>
                  </a:lnTo>
                  <a:lnTo>
                    <a:pt x="1148094" y="1553102"/>
                  </a:lnTo>
                  <a:lnTo>
                    <a:pt x="1148080" y="1553091"/>
                  </a:lnTo>
                  <a:lnTo>
                    <a:pt x="1148062" y="1553088"/>
                  </a:lnTo>
                  <a:lnTo>
                    <a:pt x="1148046" y="1553078"/>
                  </a:lnTo>
                  <a:lnTo>
                    <a:pt x="1148039" y="1553076"/>
                  </a:lnTo>
                  <a:lnTo>
                    <a:pt x="1148032" y="1553068"/>
                  </a:lnTo>
                  <a:lnTo>
                    <a:pt x="1148020" y="1553051"/>
                  </a:lnTo>
                  <a:lnTo>
                    <a:pt x="1148017" y="1553046"/>
                  </a:lnTo>
                  <a:lnTo>
                    <a:pt x="1147970" y="1553005"/>
                  </a:lnTo>
                  <a:lnTo>
                    <a:pt x="1147961" y="1553001"/>
                  </a:lnTo>
                  <a:lnTo>
                    <a:pt x="1147956" y="1552998"/>
                  </a:lnTo>
                  <a:lnTo>
                    <a:pt x="1147947" y="1552997"/>
                  </a:lnTo>
                  <a:lnTo>
                    <a:pt x="1147930" y="1552991"/>
                  </a:lnTo>
                  <a:lnTo>
                    <a:pt x="1147921" y="1552985"/>
                  </a:lnTo>
                  <a:lnTo>
                    <a:pt x="1147914" y="1552978"/>
                  </a:lnTo>
                  <a:lnTo>
                    <a:pt x="1147913" y="1552961"/>
                  </a:lnTo>
                  <a:lnTo>
                    <a:pt x="1147908" y="1552947"/>
                  </a:lnTo>
                  <a:lnTo>
                    <a:pt x="1147905" y="1552944"/>
                  </a:lnTo>
                  <a:lnTo>
                    <a:pt x="1147893" y="1552927"/>
                  </a:lnTo>
                  <a:lnTo>
                    <a:pt x="1147878" y="1552914"/>
                  </a:lnTo>
                  <a:lnTo>
                    <a:pt x="1147870" y="1552908"/>
                  </a:lnTo>
                  <a:lnTo>
                    <a:pt x="1147862" y="1552906"/>
                  </a:lnTo>
                  <a:lnTo>
                    <a:pt x="1147855" y="1552904"/>
                  </a:lnTo>
                  <a:lnTo>
                    <a:pt x="1147847" y="1552907"/>
                  </a:lnTo>
                  <a:lnTo>
                    <a:pt x="1147831" y="1552922"/>
                  </a:lnTo>
                  <a:lnTo>
                    <a:pt x="1147821" y="1552928"/>
                  </a:lnTo>
                  <a:lnTo>
                    <a:pt x="1147816" y="1552931"/>
                  </a:lnTo>
                  <a:lnTo>
                    <a:pt x="1147808" y="1552938"/>
                  </a:lnTo>
                  <a:lnTo>
                    <a:pt x="1147800" y="1552942"/>
                  </a:lnTo>
                  <a:lnTo>
                    <a:pt x="1147787" y="1552948"/>
                  </a:lnTo>
                  <a:lnTo>
                    <a:pt x="1147773" y="1552946"/>
                  </a:lnTo>
                  <a:lnTo>
                    <a:pt x="1147769" y="1552944"/>
                  </a:lnTo>
                  <a:lnTo>
                    <a:pt x="1147766" y="1552940"/>
                  </a:lnTo>
                  <a:lnTo>
                    <a:pt x="1147759" y="1552937"/>
                  </a:lnTo>
                  <a:lnTo>
                    <a:pt x="1147754" y="1552936"/>
                  </a:lnTo>
                  <a:lnTo>
                    <a:pt x="1147738" y="1552935"/>
                  </a:lnTo>
                  <a:lnTo>
                    <a:pt x="1147723" y="1552932"/>
                  </a:lnTo>
                  <a:lnTo>
                    <a:pt x="1147718" y="1552932"/>
                  </a:lnTo>
                  <a:lnTo>
                    <a:pt x="1147694" y="1552928"/>
                  </a:lnTo>
                  <a:lnTo>
                    <a:pt x="1147678" y="1552931"/>
                  </a:lnTo>
                  <a:lnTo>
                    <a:pt x="1147657" y="1552941"/>
                  </a:lnTo>
                  <a:lnTo>
                    <a:pt x="1147627" y="1552957"/>
                  </a:lnTo>
                  <a:lnTo>
                    <a:pt x="1147592" y="1552968"/>
                  </a:lnTo>
                  <a:lnTo>
                    <a:pt x="1147554" y="1552973"/>
                  </a:lnTo>
                  <a:lnTo>
                    <a:pt x="1147533" y="1552976"/>
                  </a:lnTo>
                  <a:lnTo>
                    <a:pt x="1147510" y="1552970"/>
                  </a:lnTo>
                  <a:lnTo>
                    <a:pt x="1147482" y="1552962"/>
                  </a:lnTo>
                  <a:lnTo>
                    <a:pt x="1147448" y="1552950"/>
                  </a:lnTo>
                  <a:lnTo>
                    <a:pt x="1147421" y="1552942"/>
                  </a:lnTo>
                  <a:lnTo>
                    <a:pt x="1147392" y="1552936"/>
                  </a:lnTo>
                  <a:lnTo>
                    <a:pt x="1147368" y="1552933"/>
                  </a:lnTo>
                  <a:lnTo>
                    <a:pt x="1147361" y="1552933"/>
                  </a:lnTo>
                  <a:lnTo>
                    <a:pt x="1147356" y="1552933"/>
                  </a:lnTo>
                  <a:lnTo>
                    <a:pt x="1147337" y="1552934"/>
                  </a:lnTo>
                  <a:lnTo>
                    <a:pt x="1147329" y="1552935"/>
                  </a:lnTo>
                  <a:lnTo>
                    <a:pt x="1147321" y="1552936"/>
                  </a:lnTo>
                  <a:lnTo>
                    <a:pt x="1147298" y="1552944"/>
                  </a:lnTo>
                  <a:lnTo>
                    <a:pt x="1147282" y="1552952"/>
                  </a:lnTo>
                  <a:lnTo>
                    <a:pt x="1147267" y="1552954"/>
                  </a:lnTo>
                  <a:lnTo>
                    <a:pt x="1147252" y="1552953"/>
                  </a:lnTo>
                  <a:lnTo>
                    <a:pt x="1147236" y="1552949"/>
                  </a:lnTo>
                  <a:lnTo>
                    <a:pt x="1147220" y="1552941"/>
                  </a:lnTo>
                  <a:lnTo>
                    <a:pt x="1147205" y="1552932"/>
                  </a:lnTo>
                  <a:lnTo>
                    <a:pt x="1147199" y="1552928"/>
                  </a:lnTo>
                  <a:lnTo>
                    <a:pt x="1147189" y="1552927"/>
                  </a:lnTo>
                  <a:lnTo>
                    <a:pt x="1147173" y="1552924"/>
                  </a:lnTo>
                  <a:lnTo>
                    <a:pt x="1147142" y="1552924"/>
                  </a:lnTo>
                  <a:lnTo>
                    <a:pt x="1147112" y="1552932"/>
                  </a:lnTo>
                  <a:lnTo>
                    <a:pt x="1147101" y="1552930"/>
                  </a:lnTo>
                  <a:lnTo>
                    <a:pt x="1147086" y="1552926"/>
                  </a:lnTo>
                  <a:lnTo>
                    <a:pt x="1147078" y="1552924"/>
                  </a:lnTo>
                  <a:lnTo>
                    <a:pt x="1147067" y="1552922"/>
                  </a:lnTo>
                  <a:lnTo>
                    <a:pt x="1147054" y="1552917"/>
                  </a:lnTo>
                  <a:lnTo>
                    <a:pt x="1147030" y="1552916"/>
                  </a:lnTo>
                  <a:lnTo>
                    <a:pt x="1147010" y="1552914"/>
                  </a:lnTo>
                  <a:lnTo>
                    <a:pt x="1146999" y="1552909"/>
                  </a:lnTo>
                  <a:lnTo>
                    <a:pt x="1146983" y="1552904"/>
                  </a:lnTo>
                  <a:lnTo>
                    <a:pt x="1146967" y="1552900"/>
                  </a:lnTo>
                  <a:lnTo>
                    <a:pt x="1146959" y="1552897"/>
                  </a:lnTo>
                  <a:lnTo>
                    <a:pt x="1146952" y="1552899"/>
                  </a:lnTo>
                  <a:lnTo>
                    <a:pt x="1146936" y="1552898"/>
                  </a:lnTo>
                  <a:lnTo>
                    <a:pt x="1146920" y="1552899"/>
                  </a:lnTo>
                  <a:lnTo>
                    <a:pt x="1146905" y="1552898"/>
                  </a:lnTo>
                  <a:lnTo>
                    <a:pt x="1146889" y="1552895"/>
                  </a:lnTo>
                  <a:lnTo>
                    <a:pt x="1146873" y="1552892"/>
                  </a:lnTo>
                  <a:lnTo>
                    <a:pt x="1146858" y="1552891"/>
                  </a:lnTo>
                  <a:lnTo>
                    <a:pt x="1146826" y="1552890"/>
                  </a:lnTo>
                  <a:lnTo>
                    <a:pt x="1146810" y="1552892"/>
                  </a:lnTo>
                  <a:lnTo>
                    <a:pt x="1146788" y="1552895"/>
                  </a:lnTo>
                  <a:lnTo>
                    <a:pt x="1146781" y="1552900"/>
                  </a:lnTo>
                  <a:lnTo>
                    <a:pt x="1146769" y="1552906"/>
                  </a:lnTo>
                  <a:lnTo>
                    <a:pt x="1146761" y="1552911"/>
                  </a:lnTo>
                  <a:lnTo>
                    <a:pt x="1146754" y="1552911"/>
                  </a:lnTo>
                  <a:lnTo>
                    <a:pt x="1146745" y="1552909"/>
                  </a:lnTo>
                  <a:lnTo>
                    <a:pt x="1146732" y="1552897"/>
                  </a:lnTo>
                  <a:lnTo>
                    <a:pt x="1146717" y="1552883"/>
                  </a:lnTo>
                  <a:lnTo>
                    <a:pt x="1146687" y="1552867"/>
                  </a:lnTo>
                  <a:lnTo>
                    <a:pt x="1146666" y="1552857"/>
                  </a:lnTo>
                  <a:lnTo>
                    <a:pt x="1146659" y="1552857"/>
                  </a:lnTo>
                  <a:lnTo>
                    <a:pt x="1146648" y="1552866"/>
                  </a:lnTo>
                  <a:lnTo>
                    <a:pt x="1146631" y="1552885"/>
                  </a:lnTo>
                  <a:lnTo>
                    <a:pt x="1146619" y="1552889"/>
                  </a:lnTo>
                  <a:lnTo>
                    <a:pt x="1146587" y="1552893"/>
                  </a:lnTo>
                  <a:lnTo>
                    <a:pt x="1146580" y="1552900"/>
                  </a:lnTo>
                  <a:lnTo>
                    <a:pt x="1146573" y="1552908"/>
                  </a:lnTo>
                  <a:lnTo>
                    <a:pt x="1146569" y="1552912"/>
                  </a:lnTo>
                  <a:lnTo>
                    <a:pt x="1146561" y="1552924"/>
                  </a:lnTo>
                  <a:lnTo>
                    <a:pt x="1146558" y="1552936"/>
                  </a:lnTo>
                  <a:lnTo>
                    <a:pt x="1146557" y="1552949"/>
                  </a:lnTo>
                  <a:lnTo>
                    <a:pt x="1146555" y="1552956"/>
                  </a:lnTo>
                  <a:lnTo>
                    <a:pt x="1146548" y="1552965"/>
                  </a:lnTo>
                  <a:lnTo>
                    <a:pt x="1146544" y="1552969"/>
                  </a:lnTo>
                  <a:lnTo>
                    <a:pt x="1146531" y="1552977"/>
                  </a:lnTo>
                  <a:lnTo>
                    <a:pt x="1146516" y="1552980"/>
                  </a:lnTo>
                  <a:lnTo>
                    <a:pt x="1146501" y="1552983"/>
                  </a:lnTo>
                  <a:lnTo>
                    <a:pt x="1146486" y="1552988"/>
                  </a:lnTo>
                  <a:lnTo>
                    <a:pt x="1146474" y="1552996"/>
                  </a:lnTo>
                  <a:lnTo>
                    <a:pt x="1146466" y="1553004"/>
                  </a:lnTo>
                  <a:lnTo>
                    <a:pt x="1146459" y="1553012"/>
                  </a:lnTo>
                  <a:lnTo>
                    <a:pt x="1146452" y="1553021"/>
                  </a:lnTo>
                  <a:lnTo>
                    <a:pt x="1146436" y="1553046"/>
                  </a:lnTo>
                  <a:lnTo>
                    <a:pt x="1146425" y="1553057"/>
                  </a:lnTo>
                  <a:lnTo>
                    <a:pt x="1146418" y="1553063"/>
                  </a:lnTo>
                  <a:lnTo>
                    <a:pt x="1146409" y="1553073"/>
                  </a:lnTo>
                  <a:lnTo>
                    <a:pt x="1146401" y="1553086"/>
                  </a:lnTo>
                  <a:lnTo>
                    <a:pt x="1146389" y="1553106"/>
                  </a:lnTo>
                  <a:lnTo>
                    <a:pt x="1146381" y="1553120"/>
                  </a:lnTo>
                  <a:lnTo>
                    <a:pt x="1146379" y="1553137"/>
                  </a:lnTo>
                  <a:lnTo>
                    <a:pt x="1146374" y="1553153"/>
                  </a:lnTo>
                  <a:lnTo>
                    <a:pt x="1146371" y="1553160"/>
                  </a:lnTo>
                  <a:lnTo>
                    <a:pt x="1146363" y="1553169"/>
                  </a:lnTo>
                  <a:lnTo>
                    <a:pt x="1146347" y="1553178"/>
                  </a:lnTo>
                  <a:lnTo>
                    <a:pt x="1146341" y="1553183"/>
                  </a:lnTo>
                  <a:lnTo>
                    <a:pt x="1146339" y="1553193"/>
                  </a:lnTo>
                  <a:lnTo>
                    <a:pt x="1146342" y="1553210"/>
                  </a:lnTo>
                  <a:lnTo>
                    <a:pt x="1146346" y="1553222"/>
                  </a:lnTo>
                  <a:lnTo>
                    <a:pt x="1146348" y="1553230"/>
                  </a:lnTo>
                  <a:lnTo>
                    <a:pt x="1146350" y="1553238"/>
                  </a:lnTo>
                  <a:lnTo>
                    <a:pt x="1146349" y="1553245"/>
                  </a:lnTo>
                  <a:lnTo>
                    <a:pt x="1146339" y="1553251"/>
                  </a:lnTo>
                  <a:lnTo>
                    <a:pt x="1146326" y="1553254"/>
                  </a:lnTo>
                  <a:lnTo>
                    <a:pt x="1146309" y="1553258"/>
                  </a:lnTo>
                  <a:lnTo>
                    <a:pt x="1146303" y="1553260"/>
                  </a:lnTo>
                  <a:lnTo>
                    <a:pt x="1146295" y="1553269"/>
                  </a:lnTo>
                  <a:lnTo>
                    <a:pt x="1146293" y="1553274"/>
                  </a:lnTo>
                  <a:lnTo>
                    <a:pt x="1146289" y="1553277"/>
                  </a:lnTo>
                  <a:lnTo>
                    <a:pt x="1146282" y="1553279"/>
                  </a:lnTo>
                  <a:lnTo>
                    <a:pt x="1146266" y="1553278"/>
                  </a:lnTo>
                  <a:lnTo>
                    <a:pt x="1146250" y="1553279"/>
                  </a:lnTo>
                  <a:lnTo>
                    <a:pt x="1146235" y="1553280"/>
                  </a:lnTo>
                  <a:lnTo>
                    <a:pt x="1146219" y="1553284"/>
                  </a:lnTo>
                  <a:lnTo>
                    <a:pt x="1146209" y="1553290"/>
                  </a:lnTo>
                  <a:lnTo>
                    <a:pt x="1146205" y="1553295"/>
                  </a:lnTo>
                  <a:lnTo>
                    <a:pt x="1146202" y="1553301"/>
                  </a:lnTo>
                  <a:lnTo>
                    <a:pt x="1146200" y="1553312"/>
                  </a:lnTo>
                  <a:lnTo>
                    <a:pt x="1146197" y="1553329"/>
                  </a:lnTo>
                  <a:lnTo>
                    <a:pt x="1146191" y="1553339"/>
                  </a:lnTo>
                  <a:lnTo>
                    <a:pt x="1146175" y="1553377"/>
                  </a:lnTo>
                  <a:lnTo>
                    <a:pt x="1146173" y="1553386"/>
                  </a:lnTo>
                  <a:lnTo>
                    <a:pt x="1146169" y="1553394"/>
                  </a:lnTo>
                  <a:lnTo>
                    <a:pt x="1146167" y="1553399"/>
                  </a:lnTo>
                  <a:lnTo>
                    <a:pt x="1146156" y="1553407"/>
                  </a:lnTo>
                  <a:lnTo>
                    <a:pt x="1146140" y="1553413"/>
                  </a:lnTo>
                  <a:lnTo>
                    <a:pt x="1146109" y="1553417"/>
                  </a:lnTo>
                  <a:lnTo>
                    <a:pt x="1146094" y="1553423"/>
                  </a:lnTo>
                  <a:lnTo>
                    <a:pt x="1146087" y="1553427"/>
                  </a:lnTo>
                  <a:lnTo>
                    <a:pt x="1146079" y="1553444"/>
                  </a:lnTo>
                  <a:lnTo>
                    <a:pt x="1146074" y="1553447"/>
                  </a:lnTo>
                  <a:lnTo>
                    <a:pt x="1146068" y="1553456"/>
                  </a:lnTo>
                  <a:lnTo>
                    <a:pt x="1146068" y="1553489"/>
                  </a:lnTo>
                  <a:lnTo>
                    <a:pt x="1146064" y="1553506"/>
                  </a:lnTo>
                  <a:lnTo>
                    <a:pt x="1146062" y="1553514"/>
                  </a:lnTo>
                  <a:lnTo>
                    <a:pt x="1146052" y="1553523"/>
                  </a:lnTo>
                  <a:lnTo>
                    <a:pt x="1146037" y="1553534"/>
                  </a:lnTo>
                  <a:lnTo>
                    <a:pt x="1146022" y="1553546"/>
                  </a:lnTo>
                  <a:lnTo>
                    <a:pt x="1146018" y="1553549"/>
                  </a:lnTo>
                  <a:lnTo>
                    <a:pt x="1146009" y="1553561"/>
                  </a:lnTo>
                  <a:lnTo>
                    <a:pt x="1146004" y="1553569"/>
                  </a:lnTo>
                  <a:lnTo>
                    <a:pt x="1145999" y="1553578"/>
                  </a:lnTo>
                  <a:lnTo>
                    <a:pt x="1145984" y="1553592"/>
                  </a:lnTo>
                  <a:lnTo>
                    <a:pt x="1145980" y="1553595"/>
                  </a:lnTo>
                  <a:lnTo>
                    <a:pt x="1145971" y="1553608"/>
                  </a:lnTo>
                  <a:lnTo>
                    <a:pt x="1145953" y="1553630"/>
                  </a:lnTo>
                  <a:lnTo>
                    <a:pt x="1145943" y="1553641"/>
                  </a:lnTo>
                  <a:lnTo>
                    <a:pt x="1145937" y="1553648"/>
                  </a:lnTo>
                  <a:lnTo>
                    <a:pt x="1145924" y="1553656"/>
                  </a:lnTo>
                  <a:lnTo>
                    <a:pt x="1145908" y="1553668"/>
                  </a:lnTo>
                  <a:lnTo>
                    <a:pt x="1145904" y="1553671"/>
                  </a:lnTo>
                  <a:lnTo>
                    <a:pt x="1145890" y="1553690"/>
                  </a:lnTo>
                  <a:lnTo>
                    <a:pt x="1145887" y="1553707"/>
                  </a:lnTo>
                  <a:lnTo>
                    <a:pt x="1145882" y="1553724"/>
                  </a:lnTo>
                  <a:lnTo>
                    <a:pt x="1145882" y="1553732"/>
                  </a:lnTo>
                  <a:lnTo>
                    <a:pt x="1145880" y="1553740"/>
                  </a:lnTo>
                  <a:lnTo>
                    <a:pt x="1145878" y="1553751"/>
                  </a:lnTo>
                  <a:lnTo>
                    <a:pt x="1145874" y="1553759"/>
                  </a:lnTo>
                  <a:lnTo>
                    <a:pt x="1145863" y="1553773"/>
                  </a:lnTo>
                  <a:lnTo>
                    <a:pt x="1145856" y="1553790"/>
                  </a:lnTo>
                  <a:lnTo>
                    <a:pt x="1145852" y="1553807"/>
                  </a:lnTo>
                  <a:lnTo>
                    <a:pt x="1145847" y="1553823"/>
                  </a:lnTo>
                  <a:lnTo>
                    <a:pt x="1145843" y="1553830"/>
                  </a:lnTo>
                  <a:lnTo>
                    <a:pt x="1145834" y="1553837"/>
                  </a:lnTo>
                  <a:lnTo>
                    <a:pt x="1145821" y="1553841"/>
                  </a:lnTo>
                  <a:lnTo>
                    <a:pt x="1145809" y="1553842"/>
                  </a:lnTo>
                  <a:lnTo>
                    <a:pt x="1145802" y="1553843"/>
                  </a:lnTo>
                  <a:lnTo>
                    <a:pt x="1145792" y="1553849"/>
                  </a:lnTo>
                  <a:lnTo>
                    <a:pt x="1145788" y="1553857"/>
                  </a:lnTo>
                  <a:lnTo>
                    <a:pt x="1145786" y="1553864"/>
                  </a:lnTo>
                  <a:lnTo>
                    <a:pt x="1145786" y="1553874"/>
                  </a:lnTo>
                  <a:lnTo>
                    <a:pt x="1145783" y="1553890"/>
                  </a:lnTo>
                  <a:lnTo>
                    <a:pt x="1145781" y="1553907"/>
                  </a:lnTo>
                  <a:lnTo>
                    <a:pt x="1145777" y="1553932"/>
                  </a:lnTo>
                  <a:lnTo>
                    <a:pt x="1145778" y="1553946"/>
                  </a:lnTo>
                  <a:lnTo>
                    <a:pt x="1145772" y="1553961"/>
                  </a:lnTo>
                  <a:lnTo>
                    <a:pt x="1145761" y="1553988"/>
                  </a:lnTo>
                  <a:lnTo>
                    <a:pt x="1145741" y="1554024"/>
                  </a:lnTo>
                  <a:lnTo>
                    <a:pt x="1145732" y="1554040"/>
                  </a:lnTo>
                  <a:lnTo>
                    <a:pt x="1145723" y="1554052"/>
                  </a:lnTo>
                  <a:lnTo>
                    <a:pt x="1145705" y="1554062"/>
                  </a:lnTo>
                  <a:lnTo>
                    <a:pt x="1145691" y="1554065"/>
                  </a:lnTo>
                  <a:lnTo>
                    <a:pt x="1145676" y="1554072"/>
                  </a:lnTo>
                  <a:lnTo>
                    <a:pt x="1145660" y="1554079"/>
                  </a:lnTo>
                  <a:lnTo>
                    <a:pt x="1145644" y="1554089"/>
                  </a:lnTo>
                  <a:lnTo>
                    <a:pt x="1145628" y="1554095"/>
                  </a:lnTo>
                  <a:lnTo>
                    <a:pt x="1145613" y="1554108"/>
                  </a:lnTo>
                  <a:lnTo>
                    <a:pt x="1145599" y="1554125"/>
                  </a:lnTo>
                  <a:lnTo>
                    <a:pt x="1145590" y="1554141"/>
                  </a:lnTo>
                  <a:lnTo>
                    <a:pt x="1145583" y="1554153"/>
                  </a:lnTo>
                  <a:lnTo>
                    <a:pt x="1145562" y="1554169"/>
                  </a:lnTo>
                  <a:lnTo>
                    <a:pt x="1145552" y="1554184"/>
                  </a:lnTo>
                  <a:lnTo>
                    <a:pt x="1145547" y="1554202"/>
                  </a:lnTo>
                  <a:lnTo>
                    <a:pt x="1145540" y="1554217"/>
                  </a:lnTo>
                  <a:lnTo>
                    <a:pt x="1145526" y="1554228"/>
                  </a:lnTo>
                  <a:lnTo>
                    <a:pt x="1145521" y="1554232"/>
                  </a:lnTo>
                  <a:lnTo>
                    <a:pt x="1145510" y="1554236"/>
                  </a:lnTo>
                  <a:lnTo>
                    <a:pt x="1145494" y="1554242"/>
                  </a:lnTo>
                  <a:lnTo>
                    <a:pt x="1145478" y="1554246"/>
                  </a:lnTo>
                  <a:lnTo>
                    <a:pt x="1145463" y="1554257"/>
                  </a:lnTo>
                  <a:lnTo>
                    <a:pt x="1145457" y="1554262"/>
                  </a:lnTo>
                  <a:lnTo>
                    <a:pt x="1145451" y="1554274"/>
                  </a:lnTo>
                  <a:lnTo>
                    <a:pt x="1145448" y="1554291"/>
                  </a:lnTo>
                  <a:lnTo>
                    <a:pt x="1145443" y="1554307"/>
                  </a:lnTo>
                  <a:lnTo>
                    <a:pt x="1145437" y="1554311"/>
                  </a:lnTo>
                  <a:lnTo>
                    <a:pt x="1145430" y="1554312"/>
                  </a:lnTo>
                  <a:lnTo>
                    <a:pt x="1145421" y="1554314"/>
                  </a:lnTo>
                  <a:lnTo>
                    <a:pt x="1145414" y="1554316"/>
                  </a:lnTo>
                  <a:lnTo>
                    <a:pt x="1145398" y="1554321"/>
                  </a:lnTo>
                  <a:lnTo>
                    <a:pt x="1145371" y="1554344"/>
                  </a:lnTo>
                  <a:lnTo>
                    <a:pt x="1145368" y="1554348"/>
                  </a:lnTo>
                  <a:lnTo>
                    <a:pt x="1145360" y="1554359"/>
                  </a:lnTo>
                  <a:lnTo>
                    <a:pt x="1145351" y="1554376"/>
                  </a:lnTo>
                  <a:lnTo>
                    <a:pt x="1145347" y="1554387"/>
                  </a:lnTo>
                  <a:lnTo>
                    <a:pt x="1145341" y="1554394"/>
                  </a:lnTo>
                  <a:lnTo>
                    <a:pt x="1145335" y="1554399"/>
                  </a:lnTo>
                  <a:lnTo>
                    <a:pt x="1145327" y="1554402"/>
                  </a:lnTo>
                  <a:lnTo>
                    <a:pt x="1145316" y="1554426"/>
                  </a:lnTo>
                  <a:lnTo>
                    <a:pt x="1145312" y="1554436"/>
                  </a:lnTo>
                  <a:lnTo>
                    <a:pt x="1145310" y="1554441"/>
                  </a:lnTo>
                  <a:lnTo>
                    <a:pt x="1145299" y="1554452"/>
                  </a:lnTo>
                  <a:lnTo>
                    <a:pt x="1145293" y="1554459"/>
                  </a:lnTo>
                  <a:lnTo>
                    <a:pt x="1145288" y="1554467"/>
                  </a:lnTo>
                  <a:lnTo>
                    <a:pt x="1145286" y="1554472"/>
                  </a:lnTo>
                  <a:lnTo>
                    <a:pt x="1145275" y="1554485"/>
                  </a:lnTo>
                  <a:lnTo>
                    <a:pt x="1145261" y="1554493"/>
                  </a:lnTo>
                  <a:lnTo>
                    <a:pt x="1145245" y="1554495"/>
                  </a:lnTo>
                  <a:lnTo>
                    <a:pt x="1145239" y="1554495"/>
                  </a:lnTo>
                  <a:lnTo>
                    <a:pt x="1145231" y="1554500"/>
                  </a:lnTo>
                  <a:lnTo>
                    <a:pt x="1145232" y="1554506"/>
                  </a:lnTo>
                  <a:lnTo>
                    <a:pt x="1145243" y="1554514"/>
                  </a:lnTo>
                  <a:lnTo>
                    <a:pt x="1145250" y="1554518"/>
                  </a:lnTo>
                  <a:lnTo>
                    <a:pt x="1145259" y="1554528"/>
                  </a:lnTo>
                  <a:lnTo>
                    <a:pt x="1145263" y="1554537"/>
                  </a:lnTo>
                  <a:lnTo>
                    <a:pt x="1145262" y="1554544"/>
                  </a:lnTo>
                  <a:lnTo>
                    <a:pt x="1145259" y="1554549"/>
                  </a:lnTo>
                  <a:lnTo>
                    <a:pt x="1145248" y="1554557"/>
                  </a:lnTo>
                  <a:lnTo>
                    <a:pt x="1145241" y="1554563"/>
                  </a:lnTo>
                  <a:lnTo>
                    <a:pt x="1145232" y="1554566"/>
                  </a:lnTo>
                  <a:lnTo>
                    <a:pt x="1145216" y="1554574"/>
                  </a:lnTo>
                  <a:lnTo>
                    <a:pt x="1145209" y="1554580"/>
                  </a:lnTo>
                  <a:lnTo>
                    <a:pt x="1145202" y="1554589"/>
                  </a:lnTo>
                  <a:lnTo>
                    <a:pt x="1145197" y="1554606"/>
                  </a:lnTo>
                  <a:lnTo>
                    <a:pt x="1145195" y="1554610"/>
                  </a:lnTo>
                  <a:lnTo>
                    <a:pt x="1145194" y="1554622"/>
                  </a:lnTo>
                  <a:lnTo>
                    <a:pt x="1145195" y="1554639"/>
                  </a:lnTo>
                  <a:lnTo>
                    <a:pt x="1145194" y="1554656"/>
                  </a:lnTo>
                  <a:lnTo>
                    <a:pt x="1145194" y="1554661"/>
                  </a:lnTo>
                  <a:lnTo>
                    <a:pt x="1145192" y="1554666"/>
                  </a:lnTo>
                  <a:lnTo>
                    <a:pt x="1145185" y="1554671"/>
                  </a:lnTo>
                  <a:lnTo>
                    <a:pt x="1145170" y="1554678"/>
                  </a:lnTo>
                  <a:lnTo>
                    <a:pt x="1145162" y="1554685"/>
                  </a:lnTo>
                  <a:lnTo>
                    <a:pt x="1145160" y="1554693"/>
                  </a:lnTo>
                  <a:lnTo>
                    <a:pt x="1145158" y="1554700"/>
                  </a:lnTo>
                  <a:lnTo>
                    <a:pt x="1145158" y="1554710"/>
                  </a:lnTo>
                  <a:lnTo>
                    <a:pt x="1145159" y="1554727"/>
                  </a:lnTo>
                  <a:lnTo>
                    <a:pt x="1145160" y="1554743"/>
                  </a:lnTo>
                  <a:lnTo>
                    <a:pt x="1145162" y="1554761"/>
                  </a:lnTo>
                  <a:lnTo>
                    <a:pt x="1145158" y="1554777"/>
                  </a:lnTo>
                  <a:lnTo>
                    <a:pt x="1145156" y="1554783"/>
                  </a:lnTo>
                  <a:lnTo>
                    <a:pt x="1145145" y="1554789"/>
                  </a:lnTo>
                  <a:lnTo>
                    <a:pt x="1145123" y="1554786"/>
                  </a:lnTo>
                  <a:lnTo>
                    <a:pt x="1145107" y="1554785"/>
                  </a:lnTo>
                  <a:lnTo>
                    <a:pt x="1145091" y="1554787"/>
                  </a:lnTo>
                  <a:lnTo>
                    <a:pt x="1145076" y="1554788"/>
                  </a:lnTo>
                  <a:lnTo>
                    <a:pt x="1145060" y="1554794"/>
                  </a:lnTo>
                  <a:lnTo>
                    <a:pt x="1145042" y="1554801"/>
                  </a:lnTo>
                  <a:lnTo>
                    <a:pt x="1145020" y="1554806"/>
                  </a:lnTo>
                  <a:lnTo>
                    <a:pt x="1145004" y="1554813"/>
                  </a:lnTo>
                  <a:lnTo>
                    <a:pt x="1144973" y="1554817"/>
                  </a:lnTo>
                  <a:lnTo>
                    <a:pt x="1144957" y="1554819"/>
                  </a:lnTo>
                  <a:lnTo>
                    <a:pt x="1144941" y="1554824"/>
                  </a:lnTo>
                  <a:lnTo>
                    <a:pt x="1144927" y="1554827"/>
                  </a:lnTo>
                  <a:lnTo>
                    <a:pt x="1144909" y="1554824"/>
                  </a:lnTo>
                  <a:lnTo>
                    <a:pt x="1144897" y="1554822"/>
                  </a:lnTo>
                  <a:lnTo>
                    <a:pt x="1144884" y="1554817"/>
                  </a:lnTo>
                  <a:lnTo>
                    <a:pt x="1144876" y="1554816"/>
                  </a:lnTo>
                  <a:lnTo>
                    <a:pt x="1144866" y="1554817"/>
                  </a:lnTo>
                  <a:lnTo>
                    <a:pt x="1144862" y="1554817"/>
                  </a:lnTo>
                  <a:lnTo>
                    <a:pt x="1144834" y="1554826"/>
                  </a:lnTo>
                  <a:lnTo>
                    <a:pt x="1144819" y="1554831"/>
                  </a:lnTo>
                  <a:lnTo>
                    <a:pt x="1144803" y="1554833"/>
                  </a:lnTo>
                  <a:lnTo>
                    <a:pt x="1144791" y="1554831"/>
                  </a:lnTo>
                  <a:lnTo>
                    <a:pt x="1144766" y="1554831"/>
                  </a:lnTo>
                  <a:lnTo>
                    <a:pt x="1144755" y="1554834"/>
                  </a:lnTo>
                  <a:lnTo>
                    <a:pt x="1144751" y="1554837"/>
                  </a:lnTo>
                  <a:lnTo>
                    <a:pt x="1144748" y="1554846"/>
                  </a:lnTo>
                  <a:lnTo>
                    <a:pt x="1144748" y="1554855"/>
                  </a:lnTo>
                  <a:lnTo>
                    <a:pt x="1144750" y="1554864"/>
                  </a:lnTo>
                  <a:lnTo>
                    <a:pt x="1144756" y="1554881"/>
                  </a:lnTo>
                  <a:lnTo>
                    <a:pt x="1144759" y="1554895"/>
                  </a:lnTo>
                  <a:lnTo>
                    <a:pt x="1144759" y="1554907"/>
                  </a:lnTo>
                  <a:lnTo>
                    <a:pt x="1144759" y="1554914"/>
                  </a:lnTo>
                  <a:lnTo>
                    <a:pt x="1144756" y="1554919"/>
                  </a:lnTo>
                  <a:lnTo>
                    <a:pt x="1144750" y="1554922"/>
                  </a:lnTo>
                  <a:lnTo>
                    <a:pt x="1144745" y="1554922"/>
                  </a:lnTo>
                  <a:lnTo>
                    <a:pt x="1144731" y="1554922"/>
                  </a:lnTo>
                  <a:lnTo>
                    <a:pt x="1144713" y="1554921"/>
                  </a:lnTo>
                  <a:lnTo>
                    <a:pt x="1144698" y="1554919"/>
                  </a:lnTo>
                  <a:lnTo>
                    <a:pt x="1144682" y="1554918"/>
                  </a:lnTo>
                  <a:lnTo>
                    <a:pt x="1144666" y="1554918"/>
                  </a:lnTo>
                  <a:lnTo>
                    <a:pt x="1144657" y="1554929"/>
                  </a:lnTo>
                  <a:lnTo>
                    <a:pt x="1144660" y="1554945"/>
                  </a:lnTo>
                  <a:lnTo>
                    <a:pt x="1144666" y="1554954"/>
                  </a:lnTo>
                  <a:lnTo>
                    <a:pt x="1144668" y="1554961"/>
                  </a:lnTo>
                  <a:lnTo>
                    <a:pt x="1144671" y="1554969"/>
                  </a:lnTo>
                  <a:lnTo>
                    <a:pt x="1144672" y="1554978"/>
                  </a:lnTo>
                  <a:lnTo>
                    <a:pt x="1144667" y="1554995"/>
                  </a:lnTo>
                  <a:lnTo>
                    <a:pt x="1144660" y="1555011"/>
                  </a:lnTo>
                  <a:lnTo>
                    <a:pt x="1144656" y="1555026"/>
                  </a:lnTo>
                  <a:lnTo>
                    <a:pt x="1144654" y="1555044"/>
                  </a:lnTo>
                  <a:lnTo>
                    <a:pt x="1144653" y="1555061"/>
                  </a:lnTo>
                  <a:lnTo>
                    <a:pt x="1144653" y="1555078"/>
                  </a:lnTo>
                  <a:lnTo>
                    <a:pt x="1144657" y="1555108"/>
                  </a:lnTo>
                  <a:lnTo>
                    <a:pt x="1144656" y="1555117"/>
                  </a:lnTo>
                  <a:lnTo>
                    <a:pt x="1144654" y="1555123"/>
                  </a:lnTo>
                  <a:lnTo>
                    <a:pt x="1144651" y="1555128"/>
                  </a:lnTo>
                  <a:lnTo>
                    <a:pt x="1144641" y="1555130"/>
                  </a:lnTo>
                  <a:lnTo>
                    <a:pt x="1144636" y="1555130"/>
                  </a:lnTo>
                  <a:lnTo>
                    <a:pt x="1144625" y="1555126"/>
                  </a:lnTo>
                  <a:lnTo>
                    <a:pt x="1144618" y="1555122"/>
                  </a:lnTo>
                  <a:lnTo>
                    <a:pt x="1144609" y="1555116"/>
                  </a:lnTo>
                  <a:lnTo>
                    <a:pt x="1144598" y="1555108"/>
                  </a:lnTo>
                  <a:lnTo>
                    <a:pt x="1144594" y="1555107"/>
                  </a:lnTo>
                  <a:lnTo>
                    <a:pt x="1144578" y="1555105"/>
                  </a:lnTo>
                  <a:lnTo>
                    <a:pt x="1144570" y="1555105"/>
                  </a:lnTo>
                  <a:lnTo>
                    <a:pt x="1144562" y="1555109"/>
                  </a:lnTo>
                  <a:lnTo>
                    <a:pt x="1144552" y="1555120"/>
                  </a:lnTo>
                  <a:lnTo>
                    <a:pt x="1144546" y="1555128"/>
                  </a:lnTo>
                  <a:lnTo>
                    <a:pt x="1144537" y="1555147"/>
                  </a:lnTo>
                  <a:lnTo>
                    <a:pt x="1144531" y="1555157"/>
                  </a:lnTo>
                  <a:lnTo>
                    <a:pt x="1144520" y="1555172"/>
                  </a:lnTo>
                  <a:lnTo>
                    <a:pt x="1144504" y="1555188"/>
                  </a:lnTo>
                  <a:lnTo>
                    <a:pt x="1144489" y="1555204"/>
                  </a:lnTo>
                  <a:lnTo>
                    <a:pt x="1144479" y="1555214"/>
                  </a:lnTo>
                  <a:lnTo>
                    <a:pt x="1144469" y="1555233"/>
                  </a:lnTo>
                  <a:lnTo>
                    <a:pt x="1144466" y="1555248"/>
                  </a:lnTo>
                  <a:lnTo>
                    <a:pt x="1144464" y="1555254"/>
                  </a:lnTo>
                  <a:lnTo>
                    <a:pt x="1144454" y="1555264"/>
                  </a:lnTo>
                  <a:lnTo>
                    <a:pt x="1144446" y="1555273"/>
                  </a:lnTo>
                  <a:lnTo>
                    <a:pt x="1144444" y="1555279"/>
                  </a:lnTo>
                  <a:lnTo>
                    <a:pt x="1144442" y="1555290"/>
                  </a:lnTo>
                  <a:lnTo>
                    <a:pt x="1144440" y="1555301"/>
                  </a:lnTo>
                  <a:lnTo>
                    <a:pt x="1144437" y="1555313"/>
                  </a:lnTo>
                  <a:lnTo>
                    <a:pt x="1144425" y="1555325"/>
                  </a:lnTo>
                  <a:lnTo>
                    <a:pt x="1144409" y="1555337"/>
                  </a:lnTo>
                  <a:lnTo>
                    <a:pt x="1144395" y="1555338"/>
                  </a:lnTo>
                  <a:lnTo>
                    <a:pt x="1144377" y="1555336"/>
                  </a:lnTo>
                  <a:lnTo>
                    <a:pt x="1144360" y="1555338"/>
                  </a:lnTo>
                  <a:lnTo>
                    <a:pt x="1144346" y="1555335"/>
                  </a:lnTo>
                  <a:lnTo>
                    <a:pt x="1144336" y="1555332"/>
                  </a:lnTo>
                  <a:lnTo>
                    <a:pt x="1144329" y="1555332"/>
                  </a:lnTo>
                  <a:lnTo>
                    <a:pt x="1144314" y="1555333"/>
                  </a:lnTo>
                  <a:lnTo>
                    <a:pt x="1144304" y="1555334"/>
                  </a:lnTo>
                  <a:lnTo>
                    <a:pt x="1144297" y="1555336"/>
                  </a:lnTo>
                  <a:lnTo>
                    <a:pt x="1144283" y="1555347"/>
                  </a:lnTo>
                  <a:lnTo>
                    <a:pt x="1144267" y="1555360"/>
                  </a:lnTo>
                  <a:lnTo>
                    <a:pt x="1144255" y="1555367"/>
                  </a:lnTo>
                  <a:lnTo>
                    <a:pt x="1144248" y="1555363"/>
                  </a:lnTo>
                  <a:lnTo>
                    <a:pt x="1144236" y="1555342"/>
                  </a:lnTo>
                  <a:lnTo>
                    <a:pt x="1144225" y="1555325"/>
                  </a:lnTo>
                  <a:lnTo>
                    <a:pt x="1144210" y="1555314"/>
                  </a:lnTo>
                  <a:lnTo>
                    <a:pt x="1144205" y="1555313"/>
                  </a:lnTo>
                  <a:lnTo>
                    <a:pt x="1144194" y="1555316"/>
                  </a:lnTo>
                  <a:lnTo>
                    <a:pt x="1144187" y="1555325"/>
                  </a:lnTo>
                  <a:lnTo>
                    <a:pt x="1144170" y="1555364"/>
                  </a:lnTo>
                  <a:lnTo>
                    <a:pt x="1144168" y="1555368"/>
                  </a:lnTo>
                  <a:lnTo>
                    <a:pt x="1144162" y="1555377"/>
                  </a:lnTo>
                  <a:lnTo>
                    <a:pt x="1144151" y="1555381"/>
                  </a:lnTo>
                  <a:lnTo>
                    <a:pt x="1144141" y="1555380"/>
                  </a:lnTo>
                  <a:lnTo>
                    <a:pt x="1144126" y="1555375"/>
                  </a:lnTo>
                  <a:lnTo>
                    <a:pt x="1144116" y="1555369"/>
                  </a:lnTo>
                  <a:lnTo>
                    <a:pt x="1144110" y="1555368"/>
                  </a:lnTo>
                  <a:lnTo>
                    <a:pt x="1144093" y="1555357"/>
                  </a:lnTo>
                  <a:lnTo>
                    <a:pt x="1144080" y="1555343"/>
                  </a:lnTo>
                  <a:lnTo>
                    <a:pt x="1144073" y="1555335"/>
                  </a:lnTo>
                  <a:lnTo>
                    <a:pt x="1144066" y="1555329"/>
                  </a:lnTo>
                  <a:lnTo>
                    <a:pt x="1144062" y="1555326"/>
                  </a:lnTo>
                  <a:lnTo>
                    <a:pt x="1144057" y="1555324"/>
                  </a:lnTo>
                  <a:lnTo>
                    <a:pt x="1144049" y="1555323"/>
                  </a:lnTo>
                  <a:lnTo>
                    <a:pt x="1144033" y="1555319"/>
                  </a:lnTo>
                  <a:lnTo>
                    <a:pt x="1144009" y="1555310"/>
                  </a:lnTo>
                  <a:lnTo>
                    <a:pt x="1144000" y="1555304"/>
                  </a:lnTo>
                  <a:lnTo>
                    <a:pt x="1143992" y="1555299"/>
                  </a:lnTo>
                  <a:lnTo>
                    <a:pt x="1143984" y="1555291"/>
                  </a:lnTo>
                  <a:lnTo>
                    <a:pt x="1143981" y="1555286"/>
                  </a:lnTo>
                  <a:lnTo>
                    <a:pt x="1143978" y="1555275"/>
                  </a:lnTo>
                  <a:lnTo>
                    <a:pt x="1143974" y="1555267"/>
                  </a:lnTo>
                  <a:lnTo>
                    <a:pt x="1143968" y="1555245"/>
                  </a:lnTo>
                  <a:lnTo>
                    <a:pt x="1143967" y="1555236"/>
                  </a:lnTo>
                  <a:lnTo>
                    <a:pt x="1143965" y="1555231"/>
                  </a:lnTo>
                  <a:lnTo>
                    <a:pt x="1143962" y="1555221"/>
                  </a:lnTo>
                  <a:lnTo>
                    <a:pt x="1143954" y="1555213"/>
                  </a:lnTo>
                  <a:lnTo>
                    <a:pt x="1143944" y="1555212"/>
                  </a:lnTo>
                  <a:lnTo>
                    <a:pt x="1143940" y="1555214"/>
                  </a:lnTo>
                  <a:lnTo>
                    <a:pt x="1143933" y="1555223"/>
                  </a:lnTo>
                  <a:lnTo>
                    <a:pt x="1143919" y="1555235"/>
                  </a:lnTo>
                  <a:lnTo>
                    <a:pt x="1143911" y="1555238"/>
                  </a:lnTo>
                  <a:lnTo>
                    <a:pt x="1143901" y="1555237"/>
                  </a:lnTo>
                  <a:lnTo>
                    <a:pt x="1143888" y="1555225"/>
                  </a:lnTo>
                  <a:lnTo>
                    <a:pt x="1143877" y="1555210"/>
                  </a:lnTo>
                  <a:lnTo>
                    <a:pt x="1143869" y="1555193"/>
                  </a:lnTo>
                  <a:lnTo>
                    <a:pt x="1143866" y="1555186"/>
                  </a:lnTo>
                  <a:lnTo>
                    <a:pt x="1143861" y="1555177"/>
                  </a:lnTo>
                  <a:lnTo>
                    <a:pt x="1143860" y="1555172"/>
                  </a:lnTo>
                  <a:lnTo>
                    <a:pt x="1143852" y="1555160"/>
                  </a:lnTo>
                  <a:lnTo>
                    <a:pt x="1143840" y="1555143"/>
                  </a:lnTo>
                  <a:lnTo>
                    <a:pt x="1143825" y="1555130"/>
                  </a:lnTo>
                  <a:lnTo>
                    <a:pt x="1143812" y="1555115"/>
                  </a:lnTo>
                  <a:lnTo>
                    <a:pt x="1143797" y="1555101"/>
                  </a:lnTo>
                  <a:lnTo>
                    <a:pt x="1143782" y="1555090"/>
                  </a:lnTo>
                  <a:lnTo>
                    <a:pt x="1143766" y="1555083"/>
                  </a:lnTo>
                  <a:lnTo>
                    <a:pt x="1143750" y="1555078"/>
                  </a:lnTo>
                  <a:lnTo>
                    <a:pt x="1143735" y="1555079"/>
                  </a:lnTo>
                  <a:lnTo>
                    <a:pt x="1143719" y="1555081"/>
                  </a:lnTo>
                  <a:lnTo>
                    <a:pt x="1143710" y="1555084"/>
                  </a:lnTo>
                  <a:lnTo>
                    <a:pt x="1143702" y="1555088"/>
                  </a:lnTo>
                  <a:lnTo>
                    <a:pt x="1143692" y="1555102"/>
                  </a:lnTo>
                  <a:lnTo>
                    <a:pt x="1143684" y="1555117"/>
                  </a:lnTo>
                  <a:lnTo>
                    <a:pt x="1143678" y="1555131"/>
                  </a:lnTo>
                  <a:lnTo>
                    <a:pt x="1143677" y="1555151"/>
                  </a:lnTo>
                  <a:lnTo>
                    <a:pt x="1143677" y="1555168"/>
                  </a:lnTo>
                  <a:lnTo>
                    <a:pt x="1143676" y="1555177"/>
                  </a:lnTo>
                  <a:lnTo>
                    <a:pt x="1143675" y="1555187"/>
                  </a:lnTo>
                  <a:lnTo>
                    <a:pt x="1143669" y="1555201"/>
                  </a:lnTo>
                  <a:lnTo>
                    <a:pt x="1143665" y="1555209"/>
                  </a:lnTo>
                  <a:lnTo>
                    <a:pt x="1143662" y="1555218"/>
                  </a:lnTo>
                  <a:lnTo>
                    <a:pt x="1143652" y="1555235"/>
                  </a:lnTo>
                  <a:lnTo>
                    <a:pt x="1143648" y="1555242"/>
                  </a:lnTo>
                  <a:lnTo>
                    <a:pt x="1143642" y="1555252"/>
                  </a:lnTo>
                  <a:lnTo>
                    <a:pt x="1143637" y="1555267"/>
                  </a:lnTo>
                  <a:lnTo>
                    <a:pt x="1143626" y="1555284"/>
                  </a:lnTo>
                  <a:lnTo>
                    <a:pt x="1143611" y="1555300"/>
                  </a:lnTo>
                  <a:lnTo>
                    <a:pt x="1143598" y="1555315"/>
                  </a:lnTo>
                  <a:lnTo>
                    <a:pt x="1143585" y="1555332"/>
                  </a:lnTo>
                  <a:lnTo>
                    <a:pt x="1143571" y="1555346"/>
                  </a:lnTo>
                  <a:lnTo>
                    <a:pt x="1143564" y="1555352"/>
                  </a:lnTo>
                  <a:lnTo>
                    <a:pt x="1143556" y="1555355"/>
                  </a:lnTo>
                  <a:lnTo>
                    <a:pt x="1143531" y="1555350"/>
                  </a:lnTo>
                  <a:lnTo>
                    <a:pt x="1143524" y="1555348"/>
                  </a:lnTo>
                  <a:lnTo>
                    <a:pt x="1143515" y="1555345"/>
                  </a:lnTo>
                  <a:lnTo>
                    <a:pt x="1143499" y="1555340"/>
                  </a:lnTo>
                  <a:lnTo>
                    <a:pt x="1143484" y="1555334"/>
                  </a:lnTo>
                  <a:lnTo>
                    <a:pt x="1143476" y="1555332"/>
                  </a:lnTo>
                  <a:lnTo>
                    <a:pt x="1143467" y="1555329"/>
                  </a:lnTo>
                  <a:lnTo>
                    <a:pt x="1143453" y="1555329"/>
                  </a:lnTo>
                  <a:lnTo>
                    <a:pt x="1143436" y="1555332"/>
                  </a:lnTo>
                  <a:lnTo>
                    <a:pt x="1143431" y="1555340"/>
                  </a:lnTo>
                  <a:lnTo>
                    <a:pt x="1143427" y="1555353"/>
                  </a:lnTo>
                  <a:lnTo>
                    <a:pt x="1143425" y="1555366"/>
                  </a:lnTo>
                  <a:lnTo>
                    <a:pt x="1143425" y="1555375"/>
                  </a:lnTo>
                  <a:lnTo>
                    <a:pt x="1143431" y="1555408"/>
                  </a:lnTo>
                  <a:lnTo>
                    <a:pt x="1143430" y="1555425"/>
                  </a:lnTo>
                  <a:lnTo>
                    <a:pt x="1143427" y="1555429"/>
                  </a:lnTo>
                  <a:lnTo>
                    <a:pt x="1143420" y="1555433"/>
                  </a:lnTo>
                  <a:lnTo>
                    <a:pt x="1143413" y="1555434"/>
                  </a:lnTo>
                  <a:lnTo>
                    <a:pt x="1143400" y="1555436"/>
                  </a:lnTo>
                  <a:lnTo>
                    <a:pt x="1143390" y="1555438"/>
                  </a:lnTo>
                  <a:lnTo>
                    <a:pt x="1143381" y="1555440"/>
                  </a:lnTo>
                  <a:lnTo>
                    <a:pt x="1143371" y="1555448"/>
                  </a:lnTo>
                  <a:lnTo>
                    <a:pt x="1143363" y="1555456"/>
                  </a:lnTo>
                  <a:lnTo>
                    <a:pt x="1143361" y="1555464"/>
                  </a:lnTo>
                  <a:lnTo>
                    <a:pt x="1143367" y="1555474"/>
                  </a:lnTo>
                  <a:lnTo>
                    <a:pt x="1143372" y="1555479"/>
                  </a:lnTo>
                  <a:lnTo>
                    <a:pt x="1143383" y="1555486"/>
                  </a:lnTo>
                  <a:lnTo>
                    <a:pt x="1143399" y="1555494"/>
                  </a:lnTo>
                  <a:lnTo>
                    <a:pt x="1143403" y="1555496"/>
                  </a:lnTo>
                  <a:lnTo>
                    <a:pt x="1143413" y="1555507"/>
                  </a:lnTo>
                  <a:lnTo>
                    <a:pt x="1143416" y="1555514"/>
                  </a:lnTo>
                  <a:lnTo>
                    <a:pt x="1143416" y="1555525"/>
                  </a:lnTo>
                  <a:lnTo>
                    <a:pt x="1143413" y="1555533"/>
                  </a:lnTo>
                  <a:lnTo>
                    <a:pt x="1143406" y="1555542"/>
                  </a:lnTo>
                  <a:lnTo>
                    <a:pt x="1143390" y="1555554"/>
                  </a:lnTo>
                  <a:lnTo>
                    <a:pt x="1143386" y="1555558"/>
                  </a:lnTo>
                  <a:lnTo>
                    <a:pt x="1143375" y="1555563"/>
                  </a:lnTo>
                  <a:lnTo>
                    <a:pt x="1143371" y="1555566"/>
                  </a:lnTo>
                  <a:lnTo>
                    <a:pt x="1143360" y="1555567"/>
                  </a:lnTo>
                  <a:lnTo>
                    <a:pt x="1143344" y="1555569"/>
                  </a:lnTo>
                  <a:lnTo>
                    <a:pt x="1143328" y="1555568"/>
                  </a:lnTo>
                  <a:lnTo>
                    <a:pt x="1143316" y="1555568"/>
                  </a:lnTo>
                  <a:lnTo>
                    <a:pt x="1143297" y="1555563"/>
                  </a:lnTo>
                  <a:lnTo>
                    <a:pt x="1143286" y="1555562"/>
                  </a:lnTo>
                  <a:lnTo>
                    <a:pt x="1143281" y="1555563"/>
                  </a:lnTo>
                  <a:lnTo>
                    <a:pt x="1143275" y="1555566"/>
                  </a:lnTo>
                  <a:lnTo>
                    <a:pt x="1143271" y="1555576"/>
                  </a:lnTo>
                  <a:lnTo>
                    <a:pt x="1143273" y="1555584"/>
                  </a:lnTo>
                  <a:lnTo>
                    <a:pt x="1143277" y="1555591"/>
                  </a:lnTo>
                  <a:lnTo>
                    <a:pt x="1143294" y="1555626"/>
                  </a:lnTo>
                  <a:lnTo>
                    <a:pt x="1143295" y="1555635"/>
                  </a:lnTo>
                  <a:lnTo>
                    <a:pt x="1143292" y="1555640"/>
                  </a:lnTo>
                  <a:lnTo>
                    <a:pt x="1143274" y="1555642"/>
                  </a:lnTo>
                  <a:lnTo>
                    <a:pt x="1143259" y="1555643"/>
                  </a:lnTo>
                  <a:lnTo>
                    <a:pt x="1143243" y="1555646"/>
                  </a:lnTo>
                  <a:lnTo>
                    <a:pt x="1143230" y="1555649"/>
                  </a:lnTo>
                  <a:lnTo>
                    <a:pt x="1143218" y="1555657"/>
                  </a:lnTo>
                  <a:lnTo>
                    <a:pt x="1143212" y="1555664"/>
                  </a:lnTo>
                  <a:lnTo>
                    <a:pt x="1143212" y="1555678"/>
                  </a:lnTo>
                  <a:lnTo>
                    <a:pt x="1143215" y="1555688"/>
                  </a:lnTo>
                  <a:lnTo>
                    <a:pt x="1143215" y="1555704"/>
                  </a:lnTo>
                  <a:lnTo>
                    <a:pt x="1143213" y="1555714"/>
                  </a:lnTo>
                  <a:lnTo>
                    <a:pt x="1143209" y="1555719"/>
                  </a:lnTo>
                  <a:lnTo>
                    <a:pt x="1143198" y="1555719"/>
                  </a:lnTo>
                  <a:lnTo>
                    <a:pt x="1143169" y="1555700"/>
                  </a:lnTo>
                  <a:lnTo>
                    <a:pt x="1143158" y="1555698"/>
                  </a:lnTo>
                  <a:lnTo>
                    <a:pt x="1143149" y="1555698"/>
                  </a:lnTo>
                  <a:lnTo>
                    <a:pt x="1143140" y="1555701"/>
                  </a:lnTo>
                  <a:lnTo>
                    <a:pt x="1143130" y="1555704"/>
                  </a:lnTo>
                  <a:lnTo>
                    <a:pt x="1143124" y="1555711"/>
                  </a:lnTo>
                  <a:lnTo>
                    <a:pt x="1143119" y="1555721"/>
                  </a:lnTo>
                  <a:lnTo>
                    <a:pt x="1143117" y="1555728"/>
                  </a:lnTo>
                  <a:lnTo>
                    <a:pt x="1143112" y="1555743"/>
                  </a:lnTo>
                  <a:lnTo>
                    <a:pt x="1143104" y="1555747"/>
                  </a:lnTo>
                  <a:lnTo>
                    <a:pt x="1143095" y="1555744"/>
                  </a:lnTo>
                  <a:lnTo>
                    <a:pt x="1143088" y="1555739"/>
                  </a:lnTo>
                  <a:lnTo>
                    <a:pt x="1143080" y="1555729"/>
                  </a:lnTo>
                  <a:lnTo>
                    <a:pt x="1143073" y="1555721"/>
                  </a:lnTo>
                  <a:lnTo>
                    <a:pt x="1143064" y="1555717"/>
                  </a:lnTo>
                  <a:lnTo>
                    <a:pt x="1143057" y="1555720"/>
                  </a:lnTo>
                  <a:lnTo>
                    <a:pt x="1143051" y="1555727"/>
                  </a:lnTo>
                  <a:lnTo>
                    <a:pt x="1143049" y="1555735"/>
                  </a:lnTo>
                  <a:lnTo>
                    <a:pt x="1143051" y="1555745"/>
                  </a:lnTo>
                  <a:lnTo>
                    <a:pt x="1143051" y="1555752"/>
                  </a:lnTo>
                  <a:lnTo>
                    <a:pt x="1143054" y="1555764"/>
                  </a:lnTo>
                  <a:lnTo>
                    <a:pt x="1143049" y="1555778"/>
                  </a:lnTo>
                  <a:lnTo>
                    <a:pt x="1143042" y="1555782"/>
                  </a:lnTo>
                  <a:lnTo>
                    <a:pt x="1143018" y="1555782"/>
                  </a:lnTo>
                  <a:lnTo>
                    <a:pt x="1143002" y="1555780"/>
                  </a:lnTo>
                  <a:lnTo>
                    <a:pt x="1142994" y="1555778"/>
                  </a:lnTo>
                  <a:lnTo>
                    <a:pt x="1142986" y="1555774"/>
                  </a:lnTo>
                  <a:lnTo>
                    <a:pt x="1142973" y="1555763"/>
                  </a:lnTo>
                  <a:lnTo>
                    <a:pt x="1142967" y="1555759"/>
                  </a:lnTo>
                  <a:lnTo>
                    <a:pt x="1142958" y="1555759"/>
                  </a:lnTo>
                  <a:lnTo>
                    <a:pt x="1142953" y="1555765"/>
                  </a:lnTo>
                  <a:lnTo>
                    <a:pt x="1142950" y="1555779"/>
                  </a:lnTo>
                  <a:lnTo>
                    <a:pt x="1142949" y="1555784"/>
                  </a:lnTo>
                  <a:lnTo>
                    <a:pt x="1142948" y="1555789"/>
                  </a:lnTo>
                  <a:lnTo>
                    <a:pt x="1142941" y="1555799"/>
                  </a:lnTo>
                  <a:lnTo>
                    <a:pt x="1142937" y="1555802"/>
                  </a:lnTo>
                  <a:lnTo>
                    <a:pt x="1142929" y="1555804"/>
                  </a:lnTo>
                  <a:lnTo>
                    <a:pt x="1142913" y="1555808"/>
                  </a:lnTo>
                  <a:lnTo>
                    <a:pt x="1142907" y="1555806"/>
                  </a:lnTo>
                  <a:lnTo>
                    <a:pt x="1142900" y="1555802"/>
                  </a:lnTo>
                  <a:lnTo>
                    <a:pt x="1142892" y="1555792"/>
                  </a:lnTo>
                  <a:lnTo>
                    <a:pt x="1142891" y="1555784"/>
                  </a:lnTo>
                  <a:lnTo>
                    <a:pt x="1142892" y="1555767"/>
                  </a:lnTo>
                  <a:lnTo>
                    <a:pt x="1142885" y="1555749"/>
                  </a:lnTo>
                  <a:lnTo>
                    <a:pt x="1142877" y="1555746"/>
                  </a:lnTo>
                  <a:lnTo>
                    <a:pt x="1142854" y="1555744"/>
                  </a:lnTo>
                  <a:lnTo>
                    <a:pt x="1142845" y="1555744"/>
                  </a:lnTo>
                  <a:lnTo>
                    <a:pt x="1142839" y="1555746"/>
                  </a:lnTo>
                  <a:lnTo>
                    <a:pt x="1142831" y="1555748"/>
                  </a:lnTo>
                  <a:lnTo>
                    <a:pt x="1142823" y="1555752"/>
                  </a:lnTo>
                  <a:lnTo>
                    <a:pt x="1142810" y="1555762"/>
                  </a:lnTo>
                  <a:lnTo>
                    <a:pt x="1142810" y="1555780"/>
                  </a:lnTo>
                  <a:lnTo>
                    <a:pt x="1142815" y="1555788"/>
                  </a:lnTo>
                  <a:lnTo>
                    <a:pt x="1142816" y="1555797"/>
                  </a:lnTo>
                  <a:lnTo>
                    <a:pt x="1142812" y="1555802"/>
                  </a:lnTo>
                  <a:lnTo>
                    <a:pt x="1142802" y="1555808"/>
                  </a:lnTo>
                  <a:lnTo>
                    <a:pt x="1142785" y="1555811"/>
                  </a:lnTo>
                  <a:lnTo>
                    <a:pt x="1142767" y="1555813"/>
                  </a:lnTo>
                  <a:lnTo>
                    <a:pt x="1142757" y="1555812"/>
                  </a:lnTo>
                  <a:lnTo>
                    <a:pt x="1142750" y="1555804"/>
                  </a:lnTo>
                  <a:lnTo>
                    <a:pt x="1142748" y="1555798"/>
                  </a:lnTo>
                  <a:lnTo>
                    <a:pt x="1142742" y="1555779"/>
                  </a:lnTo>
                  <a:lnTo>
                    <a:pt x="1142734" y="1555765"/>
                  </a:lnTo>
                  <a:lnTo>
                    <a:pt x="1142723" y="1555748"/>
                  </a:lnTo>
                  <a:lnTo>
                    <a:pt x="1142713" y="1555738"/>
                  </a:lnTo>
                  <a:lnTo>
                    <a:pt x="1142705" y="1555734"/>
                  </a:lnTo>
                  <a:lnTo>
                    <a:pt x="1142681" y="1555726"/>
                  </a:lnTo>
                  <a:lnTo>
                    <a:pt x="1142665" y="1555722"/>
                  </a:lnTo>
                  <a:lnTo>
                    <a:pt x="1142650" y="1555721"/>
                  </a:lnTo>
                  <a:lnTo>
                    <a:pt x="1142642" y="1555722"/>
                  </a:lnTo>
                  <a:lnTo>
                    <a:pt x="1142634" y="1555727"/>
                  </a:lnTo>
                  <a:lnTo>
                    <a:pt x="1142619" y="1555743"/>
                  </a:lnTo>
                  <a:lnTo>
                    <a:pt x="1142616" y="1555750"/>
                  </a:lnTo>
                  <a:lnTo>
                    <a:pt x="1142611" y="1555760"/>
                  </a:lnTo>
                  <a:lnTo>
                    <a:pt x="1142604" y="1555776"/>
                  </a:lnTo>
                  <a:lnTo>
                    <a:pt x="1142601" y="1555781"/>
                  </a:lnTo>
                  <a:lnTo>
                    <a:pt x="1142592" y="1555793"/>
                  </a:lnTo>
                  <a:lnTo>
                    <a:pt x="1142587" y="1555798"/>
                  </a:lnTo>
                  <a:lnTo>
                    <a:pt x="1142563" y="1555818"/>
                  </a:lnTo>
                  <a:lnTo>
                    <a:pt x="1142546" y="1555814"/>
                  </a:lnTo>
                  <a:lnTo>
                    <a:pt x="1142538" y="1555811"/>
                  </a:lnTo>
                  <a:lnTo>
                    <a:pt x="1142534" y="1555807"/>
                  </a:lnTo>
                  <a:lnTo>
                    <a:pt x="1142521" y="1555791"/>
                  </a:lnTo>
                  <a:lnTo>
                    <a:pt x="1142510" y="1555784"/>
                  </a:lnTo>
                  <a:lnTo>
                    <a:pt x="1142505" y="1555785"/>
                  </a:lnTo>
                  <a:lnTo>
                    <a:pt x="1142498" y="1555790"/>
                  </a:lnTo>
                  <a:lnTo>
                    <a:pt x="1142491" y="1555800"/>
                  </a:lnTo>
                  <a:lnTo>
                    <a:pt x="1142483" y="1555817"/>
                  </a:lnTo>
                  <a:lnTo>
                    <a:pt x="1142471" y="1555831"/>
                  </a:lnTo>
                  <a:lnTo>
                    <a:pt x="1142465" y="1555838"/>
                  </a:lnTo>
                  <a:lnTo>
                    <a:pt x="1142453" y="1555851"/>
                  </a:lnTo>
                  <a:lnTo>
                    <a:pt x="1142439" y="1555862"/>
                  </a:lnTo>
                  <a:lnTo>
                    <a:pt x="1142425" y="1555877"/>
                  </a:lnTo>
                  <a:lnTo>
                    <a:pt x="1142416" y="1555887"/>
                  </a:lnTo>
                  <a:lnTo>
                    <a:pt x="1142414" y="1555891"/>
                  </a:lnTo>
                  <a:lnTo>
                    <a:pt x="1142409" y="1555908"/>
                  </a:lnTo>
                  <a:lnTo>
                    <a:pt x="1142407" y="1555924"/>
                  </a:lnTo>
                  <a:lnTo>
                    <a:pt x="1142408" y="1555941"/>
                  </a:lnTo>
                  <a:lnTo>
                    <a:pt x="1142407" y="1555952"/>
                  </a:lnTo>
                  <a:lnTo>
                    <a:pt x="1142406" y="1555958"/>
                  </a:lnTo>
                  <a:lnTo>
                    <a:pt x="1142399" y="1555975"/>
                  </a:lnTo>
                  <a:lnTo>
                    <a:pt x="1142393" y="1555980"/>
                  </a:lnTo>
                  <a:lnTo>
                    <a:pt x="1142382" y="1555989"/>
                  </a:lnTo>
                  <a:lnTo>
                    <a:pt x="1142370" y="1555993"/>
                  </a:lnTo>
                  <a:lnTo>
                    <a:pt x="1142365" y="1555993"/>
                  </a:lnTo>
                  <a:lnTo>
                    <a:pt x="1142360" y="1555989"/>
                  </a:lnTo>
                  <a:lnTo>
                    <a:pt x="1142353" y="1555982"/>
                  </a:lnTo>
                  <a:lnTo>
                    <a:pt x="1142345" y="1555964"/>
                  </a:lnTo>
                  <a:lnTo>
                    <a:pt x="1142330" y="1555951"/>
                  </a:lnTo>
                  <a:lnTo>
                    <a:pt x="1142318" y="1555953"/>
                  </a:lnTo>
                  <a:lnTo>
                    <a:pt x="1142310" y="1555957"/>
                  </a:lnTo>
                  <a:lnTo>
                    <a:pt x="1142297" y="1555963"/>
                  </a:lnTo>
                  <a:lnTo>
                    <a:pt x="1142288" y="1555975"/>
                  </a:lnTo>
                  <a:lnTo>
                    <a:pt x="1142284" y="1555983"/>
                  </a:lnTo>
                  <a:lnTo>
                    <a:pt x="1142281" y="1555992"/>
                  </a:lnTo>
                  <a:lnTo>
                    <a:pt x="1142275" y="1556006"/>
                  </a:lnTo>
                  <a:lnTo>
                    <a:pt x="1142272" y="1556011"/>
                  </a:lnTo>
                  <a:lnTo>
                    <a:pt x="1142259" y="1556020"/>
                  </a:lnTo>
                  <a:lnTo>
                    <a:pt x="1142251" y="1556021"/>
                  </a:lnTo>
                  <a:lnTo>
                    <a:pt x="1142235" y="1556022"/>
                  </a:lnTo>
                  <a:lnTo>
                    <a:pt x="1142219" y="1556020"/>
                  </a:lnTo>
                  <a:lnTo>
                    <a:pt x="1142204" y="1556019"/>
                  </a:lnTo>
                  <a:lnTo>
                    <a:pt x="1142188" y="1556012"/>
                  </a:lnTo>
                  <a:lnTo>
                    <a:pt x="1142180" y="1556007"/>
                  </a:lnTo>
                  <a:lnTo>
                    <a:pt x="1142178" y="1555999"/>
                  </a:lnTo>
                  <a:lnTo>
                    <a:pt x="1142182" y="1555980"/>
                  </a:lnTo>
                  <a:lnTo>
                    <a:pt x="1142190" y="1555967"/>
                  </a:lnTo>
                  <a:lnTo>
                    <a:pt x="1142191" y="1555956"/>
                  </a:lnTo>
                  <a:lnTo>
                    <a:pt x="1142188" y="1555950"/>
                  </a:lnTo>
                  <a:lnTo>
                    <a:pt x="1142184" y="1555946"/>
                  </a:lnTo>
                  <a:lnTo>
                    <a:pt x="1142172" y="1555942"/>
                  </a:lnTo>
                  <a:lnTo>
                    <a:pt x="1142166" y="1555939"/>
                  </a:lnTo>
                  <a:lnTo>
                    <a:pt x="1142156" y="1555937"/>
                  </a:lnTo>
                  <a:lnTo>
                    <a:pt x="1142151" y="1555939"/>
                  </a:lnTo>
                  <a:lnTo>
                    <a:pt x="1142144" y="1555942"/>
                  </a:lnTo>
                  <a:lnTo>
                    <a:pt x="1142140" y="1555945"/>
                  </a:lnTo>
                  <a:lnTo>
                    <a:pt x="1142133" y="1555951"/>
                  </a:lnTo>
                  <a:lnTo>
                    <a:pt x="1142128" y="1555954"/>
                  </a:lnTo>
                  <a:lnTo>
                    <a:pt x="1142118" y="1555954"/>
                  </a:lnTo>
                  <a:lnTo>
                    <a:pt x="1142111" y="1555946"/>
                  </a:lnTo>
                  <a:lnTo>
                    <a:pt x="1142104" y="1555931"/>
                  </a:lnTo>
                  <a:lnTo>
                    <a:pt x="1142100" y="1555928"/>
                  </a:lnTo>
                  <a:lnTo>
                    <a:pt x="1142094" y="1555925"/>
                  </a:lnTo>
                  <a:lnTo>
                    <a:pt x="1142074" y="1555917"/>
                  </a:lnTo>
                  <a:lnTo>
                    <a:pt x="1142064" y="1555917"/>
                  </a:lnTo>
                  <a:lnTo>
                    <a:pt x="1142052" y="1555922"/>
                  </a:lnTo>
                  <a:lnTo>
                    <a:pt x="1142039" y="1555924"/>
                  </a:lnTo>
                  <a:lnTo>
                    <a:pt x="1142032" y="1555924"/>
                  </a:lnTo>
                  <a:lnTo>
                    <a:pt x="1142024" y="1555920"/>
                  </a:lnTo>
                  <a:lnTo>
                    <a:pt x="1142018" y="1555903"/>
                  </a:lnTo>
                  <a:lnTo>
                    <a:pt x="1142014" y="1555886"/>
                  </a:lnTo>
                  <a:lnTo>
                    <a:pt x="1142011" y="1555881"/>
                  </a:lnTo>
                  <a:lnTo>
                    <a:pt x="1142006" y="1555875"/>
                  </a:lnTo>
                  <a:lnTo>
                    <a:pt x="1142001" y="1555873"/>
                  </a:lnTo>
                  <a:lnTo>
                    <a:pt x="1141994" y="1555870"/>
                  </a:lnTo>
                  <a:lnTo>
                    <a:pt x="1141985" y="1555868"/>
                  </a:lnTo>
                  <a:lnTo>
                    <a:pt x="1141977" y="1555867"/>
                  </a:lnTo>
                  <a:lnTo>
                    <a:pt x="1141970" y="1555864"/>
                  </a:lnTo>
                  <a:lnTo>
                    <a:pt x="1141966" y="1555860"/>
                  </a:lnTo>
                  <a:lnTo>
                    <a:pt x="1141954" y="1555855"/>
                  </a:lnTo>
                  <a:lnTo>
                    <a:pt x="1141943" y="1555851"/>
                  </a:lnTo>
                  <a:lnTo>
                    <a:pt x="1141927" y="1555848"/>
                  </a:lnTo>
                  <a:lnTo>
                    <a:pt x="1141908" y="1555844"/>
                  </a:lnTo>
                  <a:lnTo>
                    <a:pt x="1141888" y="1555846"/>
                  </a:lnTo>
                  <a:lnTo>
                    <a:pt x="1141871" y="1555857"/>
                  </a:lnTo>
                  <a:lnTo>
                    <a:pt x="1141865" y="1555858"/>
                  </a:lnTo>
                  <a:lnTo>
                    <a:pt x="1141849" y="1555856"/>
                  </a:lnTo>
                  <a:lnTo>
                    <a:pt x="1141834" y="1555858"/>
                  </a:lnTo>
                  <a:lnTo>
                    <a:pt x="1141823" y="1555862"/>
                  </a:lnTo>
                  <a:lnTo>
                    <a:pt x="1141809" y="1555870"/>
                  </a:lnTo>
                  <a:lnTo>
                    <a:pt x="1141802" y="1555876"/>
                  </a:lnTo>
                  <a:lnTo>
                    <a:pt x="1141792" y="1555881"/>
                  </a:lnTo>
                  <a:lnTo>
                    <a:pt x="1141786" y="1555884"/>
                  </a:lnTo>
                  <a:lnTo>
                    <a:pt x="1141770" y="1555890"/>
                  </a:lnTo>
                  <a:lnTo>
                    <a:pt x="1141757" y="1555894"/>
                  </a:lnTo>
                  <a:lnTo>
                    <a:pt x="1141747" y="1555895"/>
                  </a:lnTo>
                  <a:lnTo>
                    <a:pt x="1141739" y="1555894"/>
                  </a:lnTo>
                  <a:lnTo>
                    <a:pt x="1141721" y="1555890"/>
                  </a:lnTo>
                  <a:lnTo>
                    <a:pt x="1141690" y="1555869"/>
                  </a:lnTo>
                  <a:lnTo>
                    <a:pt x="1141682" y="1555857"/>
                  </a:lnTo>
                  <a:lnTo>
                    <a:pt x="1141669" y="1555843"/>
                  </a:lnTo>
                  <a:lnTo>
                    <a:pt x="1141652" y="1555836"/>
                  </a:lnTo>
                  <a:lnTo>
                    <a:pt x="1141645" y="1555834"/>
                  </a:lnTo>
                  <a:lnTo>
                    <a:pt x="1141625" y="1555813"/>
                  </a:lnTo>
                  <a:lnTo>
                    <a:pt x="1141624" y="1555806"/>
                  </a:lnTo>
                  <a:lnTo>
                    <a:pt x="1141624" y="1555796"/>
                  </a:lnTo>
                  <a:lnTo>
                    <a:pt x="1141626" y="1555773"/>
                  </a:lnTo>
                  <a:lnTo>
                    <a:pt x="1141626" y="1555756"/>
                  </a:lnTo>
                  <a:lnTo>
                    <a:pt x="1141626" y="1555740"/>
                  </a:lnTo>
                  <a:lnTo>
                    <a:pt x="1141625" y="1555723"/>
                  </a:lnTo>
                  <a:lnTo>
                    <a:pt x="1141626" y="1555706"/>
                  </a:lnTo>
                  <a:lnTo>
                    <a:pt x="1141626" y="1555698"/>
                  </a:lnTo>
                  <a:lnTo>
                    <a:pt x="1141624" y="1555690"/>
                  </a:lnTo>
                  <a:lnTo>
                    <a:pt x="1141622" y="1555678"/>
                  </a:lnTo>
                  <a:lnTo>
                    <a:pt x="1141619" y="1555673"/>
                  </a:lnTo>
                  <a:lnTo>
                    <a:pt x="1141591" y="1555645"/>
                  </a:lnTo>
                  <a:lnTo>
                    <a:pt x="1141585" y="1555640"/>
                  </a:lnTo>
                  <a:lnTo>
                    <a:pt x="1141576" y="1555637"/>
                  </a:lnTo>
                  <a:lnTo>
                    <a:pt x="1141560" y="1555637"/>
                  </a:lnTo>
                  <a:lnTo>
                    <a:pt x="1141544" y="1555639"/>
                  </a:lnTo>
                  <a:lnTo>
                    <a:pt x="1141513" y="1555643"/>
                  </a:lnTo>
                  <a:lnTo>
                    <a:pt x="1141497" y="1555644"/>
                  </a:lnTo>
                  <a:lnTo>
                    <a:pt x="1141477" y="1555638"/>
                  </a:lnTo>
                  <a:lnTo>
                    <a:pt x="1141472" y="1555623"/>
                  </a:lnTo>
                  <a:lnTo>
                    <a:pt x="1141476" y="1555606"/>
                  </a:lnTo>
                  <a:lnTo>
                    <a:pt x="1141483" y="1555589"/>
                  </a:lnTo>
                  <a:lnTo>
                    <a:pt x="1141488" y="1555579"/>
                  </a:lnTo>
                  <a:lnTo>
                    <a:pt x="1141491" y="1555574"/>
                  </a:lnTo>
                  <a:lnTo>
                    <a:pt x="1141502" y="1555559"/>
                  </a:lnTo>
                  <a:lnTo>
                    <a:pt x="1141515" y="1555543"/>
                  </a:lnTo>
                  <a:lnTo>
                    <a:pt x="1141528" y="1555528"/>
                  </a:lnTo>
                  <a:lnTo>
                    <a:pt x="1141544" y="1555511"/>
                  </a:lnTo>
                  <a:lnTo>
                    <a:pt x="1141557" y="1555496"/>
                  </a:lnTo>
                  <a:lnTo>
                    <a:pt x="1141577" y="1555476"/>
                  </a:lnTo>
                  <a:lnTo>
                    <a:pt x="1141592" y="1555466"/>
                  </a:lnTo>
                  <a:lnTo>
                    <a:pt x="1141606" y="1555453"/>
                  </a:lnTo>
                  <a:lnTo>
                    <a:pt x="1141613" y="1555445"/>
                  </a:lnTo>
                  <a:lnTo>
                    <a:pt x="1141615" y="1555436"/>
                  </a:lnTo>
                  <a:lnTo>
                    <a:pt x="1141616" y="1555410"/>
                  </a:lnTo>
                  <a:lnTo>
                    <a:pt x="1141609" y="1555383"/>
                  </a:lnTo>
                  <a:lnTo>
                    <a:pt x="1141604" y="1555367"/>
                  </a:lnTo>
                  <a:lnTo>
                    <a:pt x="1141599" y="1555350"/>
                  </a:lnTo>
                  <a:lnTo>
                    <a:pt x="1141592" y="1555333"/>
                  </a:lnTo>
                  <a:lnTo>
                    <a:pt x="1141584" y="1555317"/>
                  </a:lnTo>
                  <a:lnTo>
                    <a:pt x="1141574" y="1555300"/>
                  </a:lnTo>
                  <a:lnTo>
                    <a:pt x="1141561" y="1555284"/>
                  </a:lnTo>
                  <a:lnTo>
                    <a:pt x="1141547" y="1555274"/>
                  </a:lnTo>
                  <a:lnTo>
                    <a:pt x="1141538" y="1555271"/>
                  </a:lnTo>
                  <a:lnTo>
                    <a:pt x="1141498" y="1555262"/>
                  </a:lnTo>
                  <a:lnTo>
                    <a:pt x="1141482" y="1555257"/>
                  </a:lnTo>
                  <a:lnTo>
                    <a:pt x="1141467" y="1555248"/>
                  </a:lnTo>
                  <a:lnTo>
                    <a:pt x="1141451" y="1555237"/>
                  </a:lnTo>
                  <a:lnTo>
                    <a:pt x="1141443" y="1555232"/>
                  </a:lnTo>
                  <a:lnTo>
                    <a:pt x="1141435" y="1555225"/>
                  </a:lnTo>
                  <a:lnTo>
                    <a:pt x="1141420" y="1555212"/>
                  </a:lnTo>
                  <a:lnTo>
                    <a:pt x="1141404" y="1555200"/>
                  </a:lnTo>
                  <a:lnTo>
                    <a:pt x="1141388" y="1555186"/>
                  </a:lnTo>
                  <a:lnTo>
                    <a:pt x="1141373" y="1555169"/>
                  </a:lnTo>
                  <a:lnTo>
                    <a:pt x="1141363" y="1555152"/>
                  </a:lnTo>
                  <a:lnTo>
                    <a:pt x="1141359" y="1555136"/>
                  </a:lnTo>
                  <a:lnTo>
                    <a:pt x="1141358" y="1555126"/>
                  </a:lnTo>
                  <a:lnTo>
                    <a:pt x="1141359" y="1555102"/>
                  </a:lnTo>
                  <a:lnTo>
                    <a:pt x="1141361" y="1555086"/>
                  </a:lnTo>
                  <a:lnTo>
                    <a:pt x="1141364" y="1555069"/>
                  </a:lnTo>
                  <a:lnTo>
                    <a:pt x="1141365" y="1555053"/>
                  </a:lnTo>
                  <a:lnTo>
                    <a:pt x="1141362" y="1555043"/>
                  </a:lnTo>
                  <a:lnTo>
                    <a:pt x="1141356" y="1555035"/>
                  </a:lnTo>
                  <a:lnTo>
                    <a:pt x="1141339" y="1555022"/>
                  </a:lnTo>
                  <a:lnTo>
                    <a:pt x="1141323" y="1555014"/>
                  </a:lnTo>
                  <a:lnTo>
                    <a:pt x="1141309" y="1555008"/>
                  </a:lnTo>
                  <a:lnTo>
                    <a:pt x="1141292" y="1555004"/>
                  </a:lnTo>
                  <a:lnTo>
                    <a:pt x="1141276" y="1554998"/>
                  </a:lnTo>
                  <a:lnTo>
                    <a:pt x="1141251" y="1554990"/>
                  </a:lnTo>
                  <a:lnTo>
                    <a:pt x="1141237" y="1554986"/>
                  </a:lnTo>
                  <a:lnTo>
                    <a:pt x="1141229" y="1554981"/>
                  </a:lnTo>
                  <a:lnTo>
                    <a:pt x="1141223" y="1554978"/>
                  </a:lnTo>
                  <a:lnTo>
                    <a:pt x="1141214" y="1554971"/>
                  </a:lnTo>
                  <a:lnTo>
                    <a:pt x="1141209" y="1554968"/>
                  </a:lnTo>
                  <a:lnTo>
                    <a:pt x="1141199" y="1554957"/>
                  </a:lnTo>
                  <a:lnTo>
                    <a:pt x="1141184" y="1554943"/>
                  </a:lnTo>
                  <a:lnTo>
                    <a:pt x="1141169" y="1554932"/>
                  </a:lnTo>
                  <a:lnTo>
                    <a:pt x="1141153" y="1554920"/>
                  </a:lnTo>
                  <a:lnTo>
                    <a:pt x="1141122" y="1554907"/>
                  </a:lnTo>
                  <a:lnTo>
                    <a:pt x="1141106" y="1554898"/>
                  </a:lnTo>
                  <a:lnTo>
                    <a:pt x="1141090" y="1554890"/>
                  </a:lnTo>
                  <a:lnTo>
                    <a:pt x="1141075" y="1554882"/>
                  </a:lnTo>
                  <a:lnTo>
                    <a:pt x="1141059" y="1554875"/>
                  </a:lnTo>
                  <a:lnTo>
                    <a:pt x="1141043" y="1554864"/>
                  </a:lnTo>
                  <a:lnTo>
                    <a:pt x="1141028" y="1554854"/>
                  </a:lnTo>
                  <a:lnTo>
                    <a:pt x="1141012" y="1554845"/>
                  </a:lnTo>
                  <a:lnTo>
                    <a:pt x="1140997" y="1554839"/>
                  </a:lnTo>
                  <a:lnTo>
                    <a:pt x="1140981" y="1554834"/>
                  </a:lnTo>
                  <a:lnTo>
                    <a:pt x="1140965" y="1554829"/>
                  </a:lnTo>
                  <a:lnTo>
                    <a:pt x="1140951" y="1554820"/>
                  </a:lnTo>
                  <a:lnTo>
                    <a:pt x="1140935" y="1554805"/>
                  </a:lnTo>
                  <a:lnTo>
                    <a:pt x="1140924" y="1554791"/>
                  </a:lnTo>
                  <a:lnTo>
                    <a:pt x="1140918" y="1554774"/>
                  </a:lnTo>
                  <a:lnTo>
                    <a:pt x="1140909" y="1554757"/>
                  </a:lnTo>
                  <a:lnTo>
                    <a:pt x="1140897" y="1554744"/>
                  </a:lnTo>
                  <a:lnTo>
                    <a:pt x="1140885" y="1554725"/>
                  </a:lnTo>
                  <a:lnTo>
                    <a:pt x="1140875" y="1554708"/>
                  </a:lnTo>
                  <a:lnTo>
                    <a:pt x="1140870" y="1554699"/>
                  </a:lnTo>
                  <a:lnTo>
                    <a:pt x="1140864" y="1554669"/>
                  </a:lnTo>
                  <a:lnTo>
                    <a:pt x="1140862" y="1554656"/>
                  </a:lnTo>
                  <a:lnTo>
                    <a:pt x="1140855" y="1554629"/>
                  </a:lnTo>
                  <a:lnTo>
                    <a:pt x="1140850" y="1554610"/>
                  </a:lnTo>
                  <a:lnTo>
                    <a:pt x="1140848" y="1554593"/>
                  </a:lnTo>
                  <a:lnTo>
                    <a:pt x="1140848" y="1554575"/>
                  </a:lnTo>
                  <a:lnTo>
                    <a:pt x="1140847" y="1554560"/>
                  </a:lnTo>
                  <a:lnTo>
                    <a:pt x="1140848" y="1554542"/>
                  </a:lnTo>
                  <a:lnTo>
                    <a:pt x="1140848" y="1554526"/>
                  </a:lnTo>
                  <a:lnTo>
                    <a:pt x="1140852" y="1554509"/>
                  </a:lnTo>
                  <a:lnTo>
                    <a:pt x="1140857" y="1554497"/>
                  </a:lnTo>
                  <a:lnTo>
                    <a:pt x="1140857" y="1554476"/>
                  </a:lnTo>
                  <a:lnTo>
                    <a:pt x="1140855" y="1554466"/>
                  </a:lnTo>
                  <a:lnTo>
                    <a:pt x="1140852" y="1554455"/>
                  </a:lnTo>
                  <a:lnTo>
                    <a:pt x="1140847" y="1554445"/>
                  </a:lnTo>
                  <a:lnTo>
                    <a:pt x="1140833" y="1554431"/>
                  </a:lnTo>
                  <a:lnTo>
                    <a:pt x="1140817" y="1554417"/>
                  </a:lnTo>
                  <a:lnTo>
                    <a:pt x="1140801" y="1554403"/>
                  </a:lnTo>
                  <a:lnTo>
                    <a:pt x="1140787" y="1554392"/>
                  </a:lnTo>
                  <a:lnTo>
                    <a:pt x="1140771" y="1554377"/>
                  </a:lnTo>
                  <a:lnTo>
                    <a:pt x="1140758" y="1554360"/>
                  </a:lnTo>
                  <a:lnTo>
                    <a:pt x="1140744" y="1554344"/>
                  </a:lnTo>
                  <a:lnTo>
                    <a:pt x="1140728" y="1554330"/>
                  </a:lnTo>
                  <a:lnTo>
                    <a:pt x="1140715" y="1554317"/>
                  </a:lnTo>
                  <a:lnTo>
                    <a:pt x="1140704" y="1554307"/>
                  </a:lnTo>
                  <a:lnTo>
                    <a:pt x="1140693" y="1554294"/>
                  </a:lnTo>
                  <a:lnTo>
                    <a:pt x="1140689" y="1554288"/>
                  </a:lnTo>
                  <a:lnTo>
                    <a:pt x="1140679" y="1554271"/>
                  </a:lnTo>
                  <a:lnTo>
                    <a:pt x="1140672" y="1554258"/>
                  </a:lnTo>
                  <a:lnTo>
                    <a:pt x="1140663" y="1554237"/>
                  </a:lnTo>
                  <a:lnTo>
                    <a:pt x="1140655" y="1554216"/>
                  </a:lnTo>
                  <a:lnTo>
                    <a:pt x="1140651" y="1554201"/>
                  </a:lnTo>
                  <a:lnTo>
                    <a:pt x="1140646" y="1554170"/>
                  </a:lnTo>
                  <a:lnTo>
                    <a:pt x="1140644" y="1554164"/>
                  </a:lnTo>
                  <a:lnTo>
                    <a:pt x="1140638" y="1554154"/>
                  </a:lnTo>
                  <a:lnTo>
                    <a:pt x="1140635" y="1554143"/>
                  </a:lnTo>
                  <a:lnTo>
                    <a:pt x="1140631" y="1554137"/>
                  </a:lnTo>
                  <a:lnTo>
                    <a:pt x="1140621" y="1554117"/>
                  </a:lnTo>
                  <a:lnTo>
                    <a:pt x="1140613" y="1554106"/>
                  </a:lnTo>
                  <a:lnTo>
                    <a:pt x="1140568" y="1554071"/>
                  </a:lnTo>
                  <a:lnTo>
                    <a:pt x="1140545" y="1554049"/>
                  </a:lnTo>
                  <a:lnTo>
                    <a:pt x="1140528" y="1554028"/>
                  </a:lnTo>
                  <a:lnTo>
                    <a:pt x="1140520" y="1554009"/>
                  </a:lnTo>
                  <a:lnTo>
                    <a:pt x="1140508" y="1553979"/>
                  </a:lnTo>
                  <a:lnTo>
                    <a:pt x="1140496" y="1553958"/>
                  </a:lnTo>
                  <a:lnTo>
                    <a:pt x="1140484" y="1553934"/>
                  </a:lnTo>
                  <a:lnTo>
                    <a:pt x="1140469" y="1553914"/>
                  </a:lnTo>
                  <a:lnTo>
                    <a:pt x="1140461" y="1553903"/>
                  </a:lnTo>
                  <a:lnTo>
                    <a:pt x="1140457" y="1553889"/>
                  </a:lnTo>
                  <a:lnTo>
                    <a:pt x="1140463" y="1553869"/>
                  </a:lnTo>
                  <a:lnTo>
                    <a:pt x="1140476" y="1553852"/>
                  </a:lnTo>
                  <a:lnTo>
                    <a:pt x="1140479" y="1553840"/>
                  </a:lnTo>
                  <a:lnTo>
                    <a:pt x="1140480" y="1553829"/>
                  </a:lnTo>
                  <a:lnTo>
                    <a:pt x="1140473" y="1553817"/>
                  </a:lnTo>
                  <a:lnTo>
                    <a:pt x="1140460" y="1553803"/>
                  </a:lnTo>
                  <a:lnTo>
                    <a:pt x="1140443" y="1553790"/>
                  </a:lnTo>
                  <a:lnTo>
                    <a:pt x="1140428" y="1553778"/>
                  </a:lnTo>
                  <a:lnTo>
                    <a:pt x="1140412" y="1553770"/>
                  </a:lnTo>
                  <a:lnTo>
                    <a:pt x="1140382" y="1553754"/>
                  </a:lnTo>
                  <a:lnTo>
                    <a:pt x="1140359" y="1553742"/>
                  </a:lnTo>
                  <a:lnTo>
                    <a:pt x="1140336" y="1553737"/>
                  </a:lnTo>
                  <a:lnTo>
                    <a:pt x="1140311" y="1553734"/>
                  </a:lnTo>
                  <a:lnTo>
                    <a:pt x="1140284" y="1553725"/>
                  </a:lnTo>
                  <a:lnTo>
                    <a:pt x="1140259" y="1553716"/>
                  </a:lnTo>
                  <a:lnTo>
                    <a:pt x="1140249" y="1553710"/>
                  </a:lnTo>
                  <a:lnTo>
                    <a:pt x="1140232" y="1553693"/>
                  </a:lnTo>
                  <a:lnTo>
                    <a:pt x="1140207" y="1553670"/>
                  </a:lnTo>
                  <a:lnTo>
                    <a:pt x="1140194" y="1553665"/>
                  </a:lnTo>
                  <a:lnTo>
                    <a:pt x="1140178" y="1553663"/>
                  </a:lnTo>
                  <a:lnTo>
                    <a:pt x="1140163" y="1553662"/>
                  </a:lnTo>
                  <a:lnTo>
                    <a:pt x="1140147" y="1553664"/>
                  </a:lnTo>
                  <a:lnTo>
                    <a:pt x="1140131" y="1553664"/>
                  </a:lnTo>
                  <a:lnTo>
                    <a:pt x="1140116" y="1553664"/>
                  </a:lnTo>
                  <a:lnTo>
                    <a:pt x="1140100" y="1553661"/>
                  </a:lnTo>
                  <a:lnTo>
                    <a:pt x="1140084" y="1553652"/>
                  </a:lnTo>
                  <a:lnTo>
                    <a:pt x="1140080" y="1553649"/>
                  </a:lnTo>
                  <a:lnTo>
                    <a:pt x="1140069" y="1553643"/>
                  </a:lnTo>
                  <a:lnTo>
                    <a:pt x="1140055" y="1553640"/>
                  </a:lnTo>
                  <a:lnTo>
                    <a:pt x="1140046" y="1553642"/>
                  </a:lnTo>
                  <a:lnTo>
                    <a:pt x="1140038" y="1553645"/>
                  </a:lnTo>
                  <a:lnTo>
                    <a:pt x="1140021" y="1553654"/>
                  </a:lnTo>
                  <a:lnTo>
                    <a:pt x="1140012" y="1553660"/>
                  </a:lnTo>
                  <a:lnTo>
                    <a:pt x="1140001" y="1553668"/>
                  </a:lnTo>
                  <a:lnTo>
                    <a:pt x="1139991" y="1553675"/>
                  </a:lnTo>
                  <a:lnTo>
                    <a:pt x="1139972" y="1553685"/>
                  </a:lnTo>
                  <a:lnTo>
                    <a:pt x="1139958" y="1553691"/>
                  </a:lnTo>
                  <a:lnTo>
                    <a:pt x="1139943" y="1553699"/>
                  </a:lnTo>
                  <a:lnTo>
                    <a:pt x="1139937" y="1553699"/>
                  </a:lnTo>
                  <a:lnTo>
                    <a:pt x="1139926" y="1553693"/>
                  </a:lnTo>
                  <a:lnTo>
                    <a:pt x="1139914" y="1553680"/>
                  </a:lnTo>
                  <a:lnTo>
                    <a:pt x="1139907" y="1553666"/>
                  </a:lnTo>
                  <a:lnTo>
                    <a:pt x="1139900" y="1553658"/>
                  </a:lnTo>
                  <a:lnTo>
                    <a:pt x="1139897" y="1553654"/>
                  </a:lnTo>
                  <a:lnTo>
                    <a:pt x="1139885" y="1553645"/>
                  </a:lnTo>
                  <a:lnTo>
                    <a:pt x="1139870" y="1553633"/>
                  </a:lnTo>
                  <a:lnTo>
                    <a:pt x="1139866" y="1553631"/>
                  </a:lnTo>
                  <a:lnTo>
                    <a:pt x="1139854" y="1553624"/>
                  </a:lnTo>
                  <a:lnTo>
                    <a:pt x="1139837" y="1553612"/>
                  </a:lnTo>
                  <a:lnTo>
                    <a:pt x="1139808" y="1553600"/>
                  </a:lnTo>
                  <a:lnTo>
                    <a:pt x="1139793" y="1553594"/>
                  </a:lnTo>
                  <a:lnTo>
                    <a:pt x="1139777" y="1553587"/>
                  </a:lnTo>
                  <a:lnTo>
                    <a:pt x="1139761" y="1553580"/>
                  </a:lnTo>
                  <a:lnTo>
                    <a:pt x="1139746" y="1553571"/>
                  </a:lnTo>
                  <a:lnTo>
                    <a:pt x="1139708" y="1553552"/>
                  </a:lnTo>
                  <a:lnTo>
                    <a:pt x="1139698" y="1553547"/>
                  </a:lnTo>
                  <a:lnTo>
                    <a:pt x="1139683" y="1553540"/>
                  </a:lnTo>
                  <a:lnTo>
                    <a:pt x="1139667" y="1553532"/>
                  </a:lnTo>
                  <a:lnTo>
                    <a:pt x="1139654" y="1553524"/>
                  </a:lnTo>
                  <a:lnTo>
                    <a:pt x="1139616" y="1553509"/>
                  </a:lnTo>
                  <a:lnTo>
                    <a:pt x="1139601" y="1553502"/>
                  </a:lnTo>
                  <a:lnTo>
                    <a:pt x="1139581" y="1553499"/>
                  </a:lnTo>
                  <a:lnTo>
                    <a:pt x="1139569" y="1553500"/>
                  </a:lnTo>
                  <a:lnTo>
                    <a:pt x="1139553" y="1553503"/>
                  </a:lnTo>
                  <a:lnTo>
                    <a:pt x="1139538" y="1553509"/>
                  </a:lnTo>
                  <a:lnTo>
                    <a:pt x="1139506" y="1553517"/>
                  </a:lnTo>
                  <a:lnTo>
                    <a:pt x="1139491" y="1553523"/>
                  </a:lnTo>
                  <a:lnTo>
                    <a:pt x="1139461" y="1553536"/>
                  </a:lnTo>
                  <a:lnTo>
                    <a:pt x="1139449" y="1553543"/>
                  </a:lnTo>
                  <a:lnTo>
                    <a:pt x="1139437" y="1553553"/>
                  </a:lnTo>
                  <a:lnTo>
                    <a:pt x="1139420" y="1553564"/>
                  </a:lnTo>
                  <a:lnTo>
                    <a:pt x="1139405" y="1553576"/>
                  </a:lnTo>
                  <a:lnTo>
                    <a:pt x="1139385" y="1553590"/>
                  </a:lnTo>
                  <a:lnTo>
                    <a:pt x="1139368" y="1553591"/>
                  </a:lnTo>
                  <a:lnTo>
                    <a:pt x="1139357" y="1553590"/>
                  </a:lnTo>
                  <a:lnTo>
                    <a:pt x="1139347" y="1553583"/>
                  </a:lnTo>
                  <a:lnTo>
                    <a:pt x="1139337" y="1553571"/>
                  </a:lnTo>
                  <a:lnTo>
                    <a:pt x="1139332" y="1553568"/>
                  </a:lnTo>
                  <a:lnTo>
                    <a:pt x="1139326" y="1553568"/>
                  </a:lnTo>
                  <a:lnTo>
                    <a:pt x="1139322" y="1553573"/>
                  </a:lnTo>
                  <a:lnTo>
                    <a:pt x="1139318" y="1553585"/>
                  </a:lnTo>
                  <a:lnTo>
                    <a:pt x="1139316" y="1553595"/>
                  </a:lnTo>
                  <a:lnTo>
                    <a:pt x="1139314" y="1553606"/>
                  </a:lnTo>
                  <a:lnTo>
                    <a:pt x="1139309" y="1553621"/>
                  </a:lnTo>
                  <a:lnTo>
                    <a:pt x="1139308" y="1553630"/>
                  </a:lnTo>
                  <a:lnTo>
                    <a:pt x="1139309" y="1553639"/>
                  </a:lnTo>
                  <a:lnTo>
                    <a:pt x="1139312" y="1553646"/>
                  </a:lnTo>
                  <a:lnTo>
                    <a:pt x="1139324" y="1553674"/>
                  </a:lnTo>
                  <a:lnTo>
                    <a:pt x="1139326" y="1553686"/>
                  </a:lnTo>
                  <a:lnTo>
                    <a:pt x="1139323" y="1553706"/>
                  </a:lnTo>
                  <a:lnTo>
                    <a:pt x="1139321" y="1553723"/>
                  </a:lnTo>
                  <a:lnTo>
                    <a:pt x="1139318" y="1553730"/>
                  </a:lnTo>
                  <a:lnTo>
                    <a:pt x="1139313" y="1553741"/>
                  </a:lnTo>
                  <a:lnTo>
                    <a:pt x="1139310" y="1553749"/>
                  </a:lnTo>
                  <a:lnTo>
                    <a:pt x="1139309" y="1553758"/>
                  </a:lnTo>
                  <a:lnTo>
                    <a:pt x="1139308" y="1553775"/>
                  </a:lnTo>
                  <a:lnTo>
                    <a:pt x="1139308" y="1553808"/>
                  </a:lnTo>
                  <a:lnTo>
                    <a:pt x="1139302" y="1553829"/>
                  </a:lnTo>
                  <a:lnTo>
                    <a:pt x="1139291" y="1553841"/>
                  </a:lnTo>
                  <a:lnTo>
                    <a:pt x="1139277" y="1553857"/>
                  </a:lnTo>
                  <a:lnTo>
                    <a:pt x="1139264" y="1553873"/>
                  </a:lnTo>
                  <a:lnTo>
                    <a:pt x="1139252" y="1553890"/>
                  </a:lnTo>
                  <a:lnTo>
                    <a:pt x="1139246" y="1553906"/>
                  </a:lnTo>
                  <a:lnTo>
                    <a:pt x="1139243" y="1553923"/>
                  </a:lnTo>
                  <a:lnTo>
                    <a:pt x="1139244" y="1553940"/>
                  </a:lnTo>
                  <a:lnTo>
                    <a:pt x="1139245" y="1553957"/>
                  </a:lnTo>
                  <a:lnTo>
                    <a:pt x="1139247" y="1553990"/>
                  </a:lnTo>
                  <a:lnTo>
                    <a:pt x="1139251" y="1554015"/>
                  </a:lnTo>
                  <a:lnTo>
                    <a:pt x="1139257" y="1554035"/>
                  </a:lnTo>
                  <a:lnTo>
                    <a:pt x="1139264" y="1554057"/>
                  </a:lnTo>
                  <a:lnTo>
                    <a:pt x="1139267" y="1554079"/>
                  </a:lnTo>
                  <a:lnTo>
                    <a:pt x="1139261" y="1554097"/>
                  </a:lnTo>
                  <a:lnTo>
                    <a:pt x="1139252" y="1554110"/>
                  </a:lnTo>
                  <a:lnTo>
                    <a:pt x="1139225" y="1554142"/>
                  </a:lnTo>
                  <a:lnTo>
                    <a:pt x="1139201" y="1554173"/>
                  </a:lnTo>
                  <a:lnTo>
                    <a:pt x="1139197" y="1554176"/>
                  </a:lnTo>
                  <a:lnTo>
                    <a:pt x="1139192" y="1554182"/>
                  </a:lnTo>
                  <a:lnTo>
                    <a:pt x="1139189" y="1554187"/>
                  </a:lnTo>
                  <a:lnTo>
                    <a:pt x="1139189" y="1554211"/>
                  </a:lnTo>
                  <a:lnTo>
                    <a:pt x="1139195" y="1554245"/>
                  </a:lnTo>
                  <a:lnTo>
                    <a:pt x="1139200" y="1554258"/>
                  </a:lnTo>
                  <a:lnTo>
                    <a:pt x="1139200" y="1554274"/>
                  </a:lnTo>
                  <a:lnTo>
                    <a:pt x="1139196" y="1554291"/>
                  </a:lnTo>
                  <a:lnTo>
                    <a:pt x="1139193" y="1554307"/>
                  </a:lnTo>
                  <a:lnTo>
                    <a:pt x="1139190" y="1554324"/>
                  </a:lnTo>
                  <a:lnTo>
                    <a:pt x="1139188" y="1554341"/>
                  </a:lnTo>
                  <a:lnTo>
                    <a:pt x="1139194" y="1554362"/>
                  </a:lnTo>
                  <a:lnTo>
                    <a:pt x="1139196" y="1554383"/>
                  </a:lnTo>
                  <a:lnTo>
                    <a:pt x="1139193" y="1554401"/>
                  </a:lnTo>
                  <a:lnTo>
                    <a:pt x="1139190" y="1554416"/>
                  </a:lnTo>
                  <a:lnTo>
                    <a:pt x="1139185" y="1554433"/>
                  </a:lnTo>
                  <a:lnTo>
                    <a:pt x="1139179" y="1554446"/>
                  </a:lnTo>
                  <a:lnTo>
                    <a:pt x="1139173" y="1554456"/>
                  </a:lnTo>
                  <a:lnTo>
                    <a:pt x="1139164" y="1554465"/>
                  </a:lnTo>
                  <a:lnTo>
                    <a:pt x="1139152" y="1554481"/>
                  </a:lnTo>
                  <a:lnTo>
                    <a:pt x="1139143" y="1554492"/>
                  </a:lnTo>
                  <a:lnTo>
                    <a:pt x="1139136" y="1554504"/>
                  </a:lnTo>
                  <a:lnTo>
                    <a:pt x="1139134" y="1554518"/>
                  </a:lnTo>
                  <a:lnTo>
                    <a:pt x="1139136" y="1554533"/>
                  </a:lnTo>
                  <a:lnTo>
                    <a:pt x="1139140" y="1554549"/>
                  </a:lnTo>
                  <a:lnTo>
                    <a:pt x="1139142" y="1554559"/>
                  </a:lnTo>
                  <a:lnTo>
                    <a:pt x="1139141" y="1554568"/>
                  </a:lnTo>
                  <a:lnTo>
                    <a:pt x="1139137" y="1554576"/>
                  </a:lnTo>
                  <a:lnTo>
                    <a:pt x="1139128" y="1554583"/>
                  </a:lnTo>
                  <a:lnTo>
                    <a:pt x="1139116" y="1554586"/>
                  </a:lnTo>
                  <a:lnTo>
                    <a:pt x="1139103" y="1554593"/>
                  </a:lnTo>
                  <a:lnTo>
                    <a:pt x="1139095" y="1554598"/>
                  </a:lnTo>
                  <a:lnTo>
                    <a:pt x="1139092" y="1554604"/>
                  </a:lnTo>
                  <a:lnTo>
                    <a:pt x="1139090" y="1554615"/>
                  </a:lnTo>
                  <a:lnTo>
                    <a:pt x="1139090" y="1554631"/>
                  </a:lnTo>
                  <a:lnTo>
                    <a:pt x="1139094" y="1554648"/>
                  </a:lnTo>
                  <a:lnTo>
                    <a:pt x="1139097" y="1554655"/>
                  </a:lnTo>
                  <a:lnTo>
                    <a:pt x="1139104" y="1554664"/>
                  </a:lnTo>
                  <a:lnTo>
                    <a:pt x="1139109" y="1554670"/>
                  </a:lnTo>
                  <a:lnTo>
                    <a:pt x="1139111" y="1554681"/>
                  </a:lnTo>
                  <a:lnTo>
                    <a:pt x="1139112" y="1554692"/>
                  </a:lnTo>
                  <a:lnTo>
                    <a:pt x="1139109" y="1554704"/>
                  </a:lnTo>
                  <a:lnTo>
                    <a:pt x="1139102" y="1554715"/>
                  </a:lnTo>
                  <a:lnTo>
                    <a:pt x="1139088" y="1554722"/>
                  </a:lnTo>
                  <a:lnTo>
                    <a:pt x="1139074" y="1554737"/>
                  </a:lnTo>
                  <a:lnTo>
                    <a:pt x="1139067" y="1554757"/>
                  </a:lnTo>
                  <a:lnTo>
                    <a:pt x="1139066" y="1554773"/>
                  </a:lnTo>
                  <a:lnTo>
                    <a:pt x="1139063" y="1554798"/>
                  </a:lnTo>
                  <a:lnTo>
                    <a:pt x="1139061" y="1554807"/>
                  </a:lnTo>
                  <a:lnTo>
                    <a:pt x="1139060" y="1554823"/>
                  </a:lnTo>
                  <a:lnTo>
                    <a:pt x="1139060" y="1554840"/>
                  </a:lnTo>
                  <a:lnTo>
                    <a:pt x="1139060" y="1554857"/>
                  </a:lnTo>
                  <a:lnTo>
                    <a:pt x="1139060" y="1554874"/>
                  </a:lnTo>
                  <a:lnTo>
                    <a:pt x="1139057" y="1554890"/>
                  </a:lnTo>
                  <a:lnTo>
                    <a:pt x="1139052" y="1554907"/>
                  </a:lnTo>
                  <a:lnTo>
                    <a:pt x="1139045" y="1554926"/>
                  </a:lnTo>
                  <a:lnTo>
                    <a:pt x="1139042" y="1554934"/>
                  </a:lnTo>
                  <a:lnTo>
                    <a:pt x="1139034" y="1554943"/>
                  </a:lnTo>
                  <a:lnTo>
                    <a:pt x="1139027" y="1554950"/>
                  </a:lnTo>
                  <a:lnTo>
                    <a:pt x="1139022" y="1554952"/>
                  </a:lnTo>
                  <a:lnTo>
                    <a:pt x="1139006" y="1554959"/>
                  </a:lnTo>
                  <a:lnTo>
                    <a:pt x="1138990" y="1554965"/>
                  </a:lnTo>
                  <a:lnTo>
                    <a:pt x="1138974" y="1554974"/>
                  </a:lnTo>
                  <a:lnTo>
                    <a:pt x="1138959" y="1554986"/>
                  </a:lnTo>
                  <a:lnTo>
                    <a:pt x="1138951" y="1554991"/>
                  </a:lnTo>
                  <a:lnTo>
                    <a:pt x="1138943" y="1554996"/>
                  </a:lnTo>
                  <a:lnTo>
                    <a:pt x="1138929" y="1555007"/>
                  </a:lnTo>
                  <a:lnTo>
                    <a:pt x="1138919" y="1555021"/>
                  </a:lnTo>
                  <a:lnTo>
                    <a:pt x="1138910" y="1555038"/>
                  </a:lnTo>
                  <a:lnTo>
                    <a:pt x="1138901" y="1555055"/>
                  </a:lnTo>
                  <a:lnTo>
                    <a:pt x="1138894" y="1555066"/>
                  </a:lnTo>
                  <a:lnTo>
                    <a:pt x="1138883" y="1555078"/>
                  </a:lnTo>
                  <a:lnTo>
                    <a:pt x="1138874" y="1555082"/>
                  </a:lnTo>
                  <a:lnTo>
                    <a:pt x="1138871" y="1555074"/>
                  </a:lnTo>
                  <a:lnTo>
                    <a:pt x="1138859" y="1555059"/>
                  </a:lnTo>
                  <a:lnTo>
                    <a:pt x="1138838" y="1555035"/>
                  </a:lnTo>
                  <a:lnTo>
                    <a:pt x="1138815" y="1555013"/>
                  </a:lnTo>
                  <a:lnTo>
                    <a:pt x="1138777" y="1554975"/>
                  </a:lnTo>
                  <a:lnTo>
                    <a:pt x="1138746" y="1554950"/>
                  </a:lnTo>
                  <a:lnTo>
                    <a:pt x="1138725" y="1554928"/>
                  </a:lnTo>
                  <a:lnTo>
                    <a:pt x="1138710" y="1554910"/>
                  </a:lnTo>
                  <a:lnTo>
                    <a:pt x="1138691" y="1554894"/>
                  </a:lnTo>
                  <a:lnTo>
                    <a:pt x="1138661" y="1554879"/>
                  </a:lnTo>
                  <a:lnTo>
                    <a:pt x="1138636" y="1554872"/>
                  </a:lnTo>
                  <a:lnTo>
                    <a:pt x="1138616" y="1554863"/>
                  </a:lnTo>
                  <a:lnTo>
                    <a:pt x="1138596" y="1554858"/>
                  </a:lnTo>
                  <a:lnTo>
                    <a:pt x="1138581" y="1554848"/>
                  </a:lnTo>
                  <a:lnTo>
                    <a:pt x="1138561" y="1554824"/>
                  </a:lnTo>
                  <a:lnTo>
                    <a:pt x="1138540" y="1554798"/>
                  </a:lnTo>
                  <a:lnTo>
                    <a:pt x="1138524" y="1554786"/>
                  </a:lnTo>
                  <a:lnTo>
                    <a:pt x="1138502" y="1554775"/>
                  </a:lnTo>
                  <a:lnTo>
                    <a:pt x="1138486" y="1554766"/>
                  </a:lnTo>
                  <a:lnTo>
                    <a:pt x="1138467" y="1554755"/>
                  </a:lnTo>
                  <a:lnTo>
                    <a:pt x="1138450" y="1554741"/>
                  </a:lnTo>
                  <a:lnTo>
                    <a:pt x="1138432" y="1554728"/>
                  </a:lnTo>
                  <a:lnTo>
                    <a:pt x="1138413" y="1554715"/>
                  </a:lnTo>
                  <a:lnTo>
                    <a:pt x="1138396" y="1554701"/>
                  </a:lnTo>
                  <a:lnTo>
                    <a:pt x="1138385" y="1554687"/>
                  </a:lnTo>
                  <a:lnTo>
                    <a:pt x="1138373" y="1554669"/>
                  </a:lnTo>
                  <a:lnTo>
                    <a:pt x="1138362" y="1554653"/>
                  </a:lnTo>
                  <a:lnTo>
                    <a:pt x="1138344" y="1554632"/>
                  </a:lnTo>
                  <a:lnTo>
                    <a:pt x="1138327" y="1554615"/>
                  </a:lnTo>
                  <a:lnTo>
                    <a:pt x="1138306" y="1554596"/>
                  </a:lnTo>
                  <a:lnTo>
                    <a:pt x="1138280" y="1554576"/>
                  </a:lnTo>
                  <a:lnTo>
                    <a:pt x="1138267" y="1554568"/>
                  </a:lnTo>
                  <a:lnTo>
                    <a:pt x="1138253" y="1554563"/>
                  </a:lnTo>
                  <a:lnTo>
                    <a:pt x="1138235" y="1554554"/>
                  </a:lnTo>
                  <a:lnTo>
                    <a:pt x="1138220" y="1554542"/>
                  </a:lnTo>
                  <a:lnTo>
                    <a:pt x="1138186" y="1554508"/>
                  </a:lnTo>
                  <a:lnTo>
                    <a:pt x="1138168" y="1554493"/>
                  </a:lnTo>
                  <a:lnTo>
                    <a:pt x="1138151" y="1554483"/>
                  </a:lnTo>
                  <a:lnTo>
                    <a:pt x="1138130" y="1554463"/>
                  </a:lnTo>
                  <a:lnTo>
                    <a:pt x="1138110" y="1554442"/>
                  </a:lnTo>
                  <a:lnTo>
                    <a:pt x="1138090" y="1554420"/>
                  </a:lnTo>
                  <a:lnTo>
                    <a:pt x="1138065" y="1554402"/>
                  </a:lnTo>
                  <a:lnTo>
                    <a:pt x="1138051" y="1554390"/>
                  </a:lnTo>
                  <a:lnTo>
                    <a:pt x="1138031" y="1554368"/>
                  </a:lnTo>
                  <a:lnTo>
                    <a:pt x="1138025" y="1554364"/>
                  </a:lnTo>
                  <a:lnTo>
                    <a:pt x="1138011" y="1554355"/>
                  </a:lnTo>
                  <a:lnTo>
                    <a:pt x="1137996" y="1554353"/>
                  </a:lnTo>
                  <a:lnTo>
                    <a:pt x="1137975" y="1554353"/>
                  </a:lnTo>
                  <a:lnTo>
                    <a:pt x="1137960" y="1554349"/>
                  </a:lnTo>
                  <a:lnTo>
                    <a:pt x="1137936" y="1554340"/>
                  </a:lnTo>
                  <a:lnTo>
                    <a:pt x="1137863" y="1554304"/>
                  </a:lnTo>
                  <a:lnTo>
                    <a:pt x="1137820" y="1554279"/>
                  </a:lnTo>
                  <a:lnTo>
                    <a:pt x="1137782" y="1554265"/>
                  </a:lnTo>
                  <a:lnTo>
                    <a:pt x="1137763" y="1554256"/>
                  </a:lnTo>
                  <a:lnTo>
                    <a:pt x="1137725" y="1554239"/>
                  </a:lnTo>
                  <a:lnTo>
                    <a:pt x="1137703" y="1554224"/>
                  </a:lnTo>
                  <a:lnTo>
                    <a:pt x="1137668" y="1554204"/>
                  </a:lnTo>
                  <a:lnTo>
                    <a:pt x="1137633" y="1554186"/>
                  </a:lnTo>
                  <a:lnTo>
                    <a:pt x="1137598" y="1554167"/>
                  </a:lnTo>
                  <a:lnTo>
                    <a:pt x="1137562" y="1554148"/>
                  </a:lnTo>
                  <a:lnTo>
                    <a:pt x="1137540" y="1554140"/>
                  </a:lnTo>
                  <a:lnTo>
                    <a:pt x="1137518" y="1554136"/>
                  </a:lnTo>
                  <a:lnTo>
                    <a:pt x="1137483" y="1554134"/>
                  </a:lnTo>
                  <a:lnTo>
                    <a:pt x="1137458" y="1554134"/>
                  </a:lnTo>
                  <a:lnTo>
                    <a:pt x="1137430" y="1554131"/>
                  </a:lnTo>
                  <a:lnTo>
                    <a:pt x="1137405" y="1554126"/>
                  </a:lnTo>
                  <a:lnTo>
                    <a:pt x="1137383" y="1554118"/>
                  </a:lnTo>
                  <a:lnTo>
                    <a:pt x="1137337" y="1554097"/>
                  </a:lnTo>
                  <a:lnTo>
                    <a:pt x="1137292" y="1554073"/>
                  </a:lnTo>
                  <a:lnTo>
                    <a:pt x="1137261" y="1554054"/>
                  </a:lnTo>
                  <a:lnTo>
                    <a:pt x="1137239" y="1554038"/>
                  </a:lnTo>
                  <a:lnTo>
                    <a:pt x="1137213" y="1554011"/>
                  </a:lnTo>
                  <a:lnTo>
                    <a:pt x="1137185" y="1553974"/>
                  </a:lnTo>
                  <a:lnTo>
                    <a:pt x="1137165" y="1553946"/>
                  </a:lnTo>
                  <a:lnTo>
                    <a:pt x="1137152" y="1553931"/>
                  </a:lnTo>
                  <a:lnTo>
                    <a:pt x="1137136" y="1553920"/>
                  </a:lnTo>
                  <a:lnTo>
                    <a:pt x="1137120" y="1553907"/>
                  </a:lnTo>
                  <a:lnTo>
                    <a:pt x="1137098" y="1553883"/>
                  </a:lnTo>
                  <a:lnTo>
                    <a:pt x="1137084" y="1553867"/>
                  </a:lnTo>
                  <a:lnTo>
                    <a:pt x="1137073" y="1553849"/>
                  </a:lnTo>
                  <a:lnTo>
                    <a:pt x="1137066" y="1553835"/>
                  </a:lnTo>
                  <a:lnTo>
                    <a:pt x="1137059" y="1553817"/>
                  </a:lnTo>
                  <a:lnTo>
                    <a:pt x="1137049" y="1553785"/>
                  </a:lnTo>
                  <a:lnTo>
                    <a:pt x="1137039" y="1553746"/>
                  </a:lnTo>
                  <a:lnTo>
                    <a:pt x="1137035" y="1553734"/>
                  </a:lnTo>
                  <a:lnTo>
                    <a:pt x="1137027" y="1553703"/>
                  </a:lnTo>
                  <a:lnTo>
                    <a:pt x="1137018" y="1553677"/>
                  </a:lnTo>
                  <a:lnTo>
                    <a:pt x="1137015" y="1553660"/>
                  </a:lnTo>
                  <a:lnTo>
                    <a:pt x="1137009" y="1553636"/>
                  </a:lnTo>
                  <a:lnTo>
                    <a:pt x="1136993" y="1553585"/>
                  </a:lnTo>
                  <a:lnTo>
                    <a:pt x="1136987" y="1553569"/>
                  </a:lnTo>
                  <a:lnTo>
                    <a:pt x="1136978" y="1553548"/>
                  </a:lnTo>
                  <a:lnTo>
                    <a:pt x="1136961" y="1553522"/>
                  </a:lnTo>
                  <a:lnTo>
                    <a:pt x="1136951" y="1553493"/>
                  </a:lnTo>
                  <a:lnTo>
                    <a:pt x="1136936" y="1553451"/>
                  </a:lnTo>
                  <a:lnTo>
                    <a:pt x="1136930" y="1553429"/>
                  </a:lnTo>
                  <a:lnTo>
                    <a:pt x="1136926" y="1553415"/>
                  </a:lnTo>
                  <a:lnTo>
                    <a:pt x="1136911" y="1553369"/>
                  </a:lnTo>
                  <a:lnTo>
                    <a:pt x="1136901" y="1553326"/>
                  </a:lnTo>
                  <a:lnTo>
                    <a:pt x="1136896" y="1553291"/>
                  </a:lnTo>
                  <a:lnTo>
                    <a:pt x="1136897" y="1553251"/>
                  </a:lnTo>
                  <a:lnTo>
                    <a:pt x="1136897" y="1553224"/>
                  </a:lnTo>
                  <a:lnTo>
                    <a:pt x="1136897" y="1553211"/>
                  </a:lnTo>
                  <a:lnTo>
                    <a:pt x="1136896" y="1553195"/>
                  </a:lnTo>
                  <a:lnTo>
                    <a:pt x="1136890" y="1553175"/>
                  </a:lnTo>
                  <a:lnTo>
                    <a:pt x="1136886" y="1553155"/>
                  </a:lnTo>
                  <a:lnTo>
                    <a:pt x="1136888" y="1553120"/>
                  </a:lnTo>
                  <a:lnTo>
                    <a:pt x="1136896" y="1553092"/>
                  </a:lnTo>
                  <a:lnTo>
                    <a:pt x="1136898" y="1553083"/>
                  </a:lnTo>
                  <a:lnTo>
                    <a:pt x="1136909" y="1553051"/>
                  </a:lnTo>
                  <a:lnTo>
                    <a:pt x="1136927" y="1553020"/>
                  </a:lnTo>
                  <a:lnTo>
                    <a:pt x="1136941" y="1553000"/>
                  </a:lnTo>
                  <a:lnTo>
                    <a:pt x="1136951" y="1552982"/>
                  </a:lnTo>
                  <a:lnTo>
                    <a:pt x="1136958" y="1552959"/>
                  </a:lnTo>
                  <a:lnTo>
                    <a:pt x="1136963" y="1552931"/>
                  </a:lnTo>
                  <a:lnTo>
                    <a:pt x="1136970" y="1552902"/>
                  </a:lnTo>
                  <a:lnTo>
                    <a:pt x="1136976" y="1552877"/>
                  </a:lnTo>
                  <a:lnTo>
                    <a:pt x="1136978" y="1552852"/>
                  </a:lnTo>
                  <a:lnTo>
                    <a:pt x="1136977" y="1552824"/>
                  </a:lnTo>
                  <a:lnTo>
                    <a:pt x="1136972" y="1552792"/>
                  </a:lnTo>
                  <a:lnTo>
                    <a:pt x="1136966" y="1552769"/>
                  </a:lnTo>
                  <a:lnTo>
                    <a:pt x="1136966" y="1552747"/>
                  </a:lnTo>
                  <a:lnTo>
                    <a:pt x="1136975" y="1552723"/>
                  </a:lnTo>
                  <a:lnTo>
                    <a:pt x="1136980" y="1552712"/>
                  </a:lnTo>
                  <a:lnTo>
                    <a:pt x="1136983" y="1552704"/>
                  </a:lnTo>
                  <a:lnTo>
                    <a:pt x="1136987" y="1552681"/>
                  </a:lnTo>
                  <a:lnTo>
                    <a:pt x="1136986" y="1552651"/>
                  </a:lnTo>
                  <a:lnTo>
                    <a:pt x="1136981" y="1552613"/>
                  </a:lnTo>
                  <a:lnTo>
                    <a:pt x="1136973" y="1552579"/>
                  </a:lnTo>
                  <a:lnTo>
                    <a:pt x="1136959" y="1552550"/>
                  </a:lnTo>
                  <a:lnTo>
                    <a:pt x="1136946" y="1552523"/>
                  </a:lnTo>
                  <a:lnTo>
                    <a:pt x="1136939" y="1552503"/>
                  </a:lnTo>
                  <a:lnTo>
                    <a:pt x="1136938" y="1552485"/>
                  </a:lnTo>
                  <a:lnTo>
                    <a:pt x="1136936" y="1552461"/>
                  </a:lnTo>
                  <a:lnTo>
                    <a:pt x="1136931" y="1552442"/>
                  </a:lnTo>
                  <a:lnTo>
                    <a:pt x="1136917" y="1552413"/>
                  </a:lnTo>
                  <a:lnTo>
                    <a:pt x="1136908" y="1552384"/>
                  </a:lnTo>
                  <a:lnTo>
                    <a:pt x="1136900" y="1552361"/>
                  </a:lnTo>
                  <a:lnTo>
                    <a:pt x="1136893" y="1552345"/>
                  </a:lnTo>
                  <a:lnTo>
                    <a:pt x="1136878" y="1552327"/>
                  </a:lnTo>
                  <a:lnTo>
                    <a:pt x="1136861" y="1552309"/>
                  </a:lnTo>
                  <a:lnTo>
                    <a:pt x="1136851" y="1552294"/>
                  </a:lnTo>
                  <a:lnTo>
                    <a:pt x="1136843" y="1552270"/>
                  </a:lnTo>
                  <a:lnTo>
                    <a:pt x="1136836" y="1552244"/>
                  </a:lnTo>
                  <a:lnTo>
                    <a:pt x="1136826" y="1552223"/>
                  </a:lnTo>
                  <a:lnTo>
                    <a:pt x="1136821" y="1552214"/>
                  </a:lnTo>
                  <a:lnTo>
                    <a:pt x="1136811" y="1552204"/>
                  </a:lnTo>
                  <a:lnTo>
                    <a:pt x="1136803" y="1552183"/>
                  </a:lnTo>
                  <a:lnTo>
                    <a:pt x="1136794" y="1552153"/>
                  </a:lnTo>
                  <a:lnTo>
                    <a:pt x="1136791" y="1552100"/>
                  </a:lnTo>
                  <a:lnTo>
                    <a:pt x="1136790" y="1552073"/>
                  </a:lnTo>
                  <a:lnTo>
                    <a:pt x="1136787" y="1552037"/>
                  </a:lnTo>
                  <a:lnTo>
                    <a:pt x="1136790" y="1552010"/>
                  </a:lnTo>
                  <a:lnTo>
                    <a:pt x="1136806" y="1551943"/>
                  </a:lnTo>
                  <a:lnTo>
                    <a:pt x="1136818" y="1551898"/>
                  </a:lnTo>
                  <a:lnTo>
                    <a:pt x="1136837" y="1551860"/>
                  </a:lnTo>
                  <a:lnTo>
                    <a:pt x="1136855" y="1551836"/>
                  </a:lnTo>
                  <a:lnTo>
                    <a:pt x="1136872" y="1551807"/>
                  </a:lnTo>
                  <a:lnTo>
                    <a:pt x="1136884" y="1551777"/>
                  </a:lnTo>
                  <a:lnTo>
                    <a:pt x="1136897" y="1551737"/>
                  </a:lnTo>
                  <a:lnTo>
                    <a:pt x="1136906" y="1551715"/>
                  </a:lnTo>
                  <a:lnTo>
                    <a:pt x="1136914" y="1551697"/>
                  </a:lnTo>
                  <a:lnTo>
                    <a:pt x="1136920" y="1551678"/>
                  </a:lnTo>
                  <a:lnTo>
                    <a:pt x="1136922" y="1551666"/>
                  </a:lnTo>
                  <a:lnTo>
                    <a:pt x="1136919" y="1551648"/>
                  </a:lnTo>
                  <a:lnTo>
                    <a:pt x="1136912" y="1551606"/>
                  </a:lnTo>
                  <a:lnTo>
                    <a:pt x="1136906" y="1551556"/>
                  </a:lnTo>
                  <a:lnTo>
                    <a:pt x="1136901" y="1551514"/>
                  </a:lnTo>
                  <a:lnTo>
                    <a:pt x="1136904" y="1551469"/>
                  </a:lnTo>
                  <a:lnTo>
                    <a:pt x="1136904" y="1551458"/>
                  </a:lnTo>
                  <a:lnTo>
                    <a:pt x="1136912" y="1551418"/>
                  </a:lnTo>
                  <a:lnTo>
                    <a:pt x="1136920" y="1551382"/>
                  </a:lnTo>
                  <a:lnTo>
                    <a:pt x="1136932" y="1551343"/>
                  </a:lnTo>
                  <a:lnTo>
                    <a:pt x="1136935" y="1551306"/>
                  </a:lnTo>
                  <a:lnTo>
                    <a:pt x="1136936" y="1551254"/>
                  </a:lnTo>
                  <a:lnTo>
                    <a:pt x="1136933" y="1551198"/>
                  </a:lnTo>
                  <a:lnTo>
                    <a:pt x="1136930" y="1551154"/>
                  </a:lnTo>
                  <a:lnTo>
                    <a:pt x="1136915" y="1551060"/>
                  </a:lnTo>
                  <a:lnTo>
                    <a:pt x="1136904" y="1551004"/>
                  </a:lnTo>
                  <a:lnTo>
                    <a:pt x="1136890" y="1550954"/>
                  </a:lnTo>
                  <a:lnTo>
                    <a:pt x="1136868" y="1550908"/>
                  </a:lnTo>
                  <a:lnTo>
                    <a:pt x="1136847" y="1550860"/>
                  </a:lnTo>
                  <a:lnTo>
                    <a:pt x="1136824" y="1550810"/>
                  </a:lnTo>
                  <a:lnTo>
                    <a:pt x="1136798" y="1550751"/>
                  </a:lnTo>
                  <a:lnTo>
                    <a:pt x="1136777" y="1550711"/>
                  </a:lnTo>
                  <a:lnTo>
                    <a:pt x="1136754" y="1550670"/>
                  </a:lnTo>
                  <a:lnTo>
                    <a:pt x="1136726" y="1550628"/>
                  </a:lnTo>
                  <a:lnTo>
                    <a:pt x="1136675" y="1550559"/>
                  </a:lnTo>
                  <a:lnTo>
                    <a:pt x="1136649" y="1550529"/>
                  </a:lnTo>
                  <a:lnTo>
                    <a:pt x="1136621" y="1550505"/>
                  </a:lnTo>
                  <a:lnTo>
                    <a:pt x="1136583" y="1550475"/>
                  </a:lnTo>
                  <a:lnTo>
                    <a:pt x="1136572" y="1550461"/>
                  </a:lnTo>
                  <a:lnTo>
                    <a:pt x="1136552" y="1550443"/>
                  </a:lnTo>
                  <a:lnTo>
                    <a:pt x="1136524" y="1550423"/>
                  </a:lnTo>
                  <a:lnTo>
                    <a:pt x="1136488" y="1550402"/>
                  </a:lnTo>
                  <a:lnTo>
                    <a:pt x="1136468" y="1550387"/>
                  </a:lnTo>
                  <a:lnTo>
                    <a:pt x="1136443" y="1550368"/>
                  </a:lnTo>
                  <a:lnTo>
                    <a:pt x="1136412" y="1550349"/>
                  </a:lnTo>
                  <a:lnTo>
                    <a:pt x="1136389" y="1550330"/>
                  </a:lnTo>
                  <a:lnTo>
                    <a:pt x="1136377" y="1550319"/>
                  </a:lnTo>
                  <a:lnTo>
                    <a:pt x="1136360" y="1550297"/>
                  </a:lnTo>
                  <a:lnTo>
                    <a:pt x="1136339" y="1550273"/>
                  </a:lnTo>
                  <a:lnTo>
                    <a:pt x="1136321" y="1550248"/>
                  </a:lnTo>
                  <a:lnTo>
                    <a:pt x="1136309" y="1550220"/>
                  </a:lnTo>
                  <a:lnTo>
                    <a:pt x="1136298" y="1550188"/>
                  </a:lnTo>
                  <a:lnTo>
                    <a:pt x="1136291" y="1550168"/>
                  </a:lnTo>
                  <a:lnTo>
                    <a:pt x="1136288" y="1550158"/>
                  </a:lnTo>
                  <a:lnTo>
                    <a:pt x="1136281" y="1550092"/>
                  </a:lnTo>
                  <a:lnTo>
                    <a:pt x="1136279" y="1550038"/>
                  </a:lnTo>
                  <a:lnTo>
                    <a:pt x="1136278" y="1549997"/>
                  </a:lnTo>
                  <a:lnTo>
                    <a:pt x="1136274" y="1549963"/>
                  </a:lnTo>
                  <a:lnTo>
                    <a:pt x="1136272" y="1549920"/>
                  </a:lnTo>
                  <a:lnTo>
                    <a:pt x="1136277" y="1549871"/>
                  </a:lnTo>
                  <a:lnTo>
                    <a:pt x="1136280" y="1549835"/>
                  </a:lnTo>
                  <a:lnTo>
                    <a:pt x="1136292" y="1549790"/>
                  </a:lnTo>
                  <a:lnTo>
                    <a:pt x="1136306" y="1549745"/>
                  </a:lnTo>
                  <a:lnTo>
                    <a:pt x="1136320" y="1549710"/>
                  </a:lnTo>
                  <a:lnTo>
                    <a:pt x="1136339" y="1549672"/>
                  </a:lnTo>
                  <a:lnTo>
                    <a:pt x="1136365" y="1549624"/>
                  </a:lnTo>
                  <a:lnTo>
                    <a:pt x="1136378" y="1549596"/>
                  </a:lnTo>
                  <a:lnTo>
                    <a:pt x="1136389" y="1549560"/>
                  </a:lnTo>
                  <a:lnTo>
                    <a:pt x="1136407" y="1549512"/>
                  </a:lnTo>
                  <a:lnTo>
                    <a:pt x="1136424" y="1549476"/>
                  </a:lnTo>
                  <a:lnTo>
                    <a:pt x="1136443" y="1549447"/>
                  </a:lnTo>
                  <a:lnTo>
                    <a:pt x="1136460" y="1549425"/>
                  </a:lnTo>
                  <a:lnTo>
                    <a:pt x="1136477" y="1549408"/>
                  </a:lnTo>
                  <a:lnTo>
                    <a:pt x="1136494" y="1549396"/>
                  </a:lnTo>
                  <a:lnTo>
                    <a:pt x="1136515" y="1549385"/>
                  </a:lnTo>
                  <a:lnTo>
                    <a:pt x="1136554" y="1549370"/>
                  </a:lnTo>
                  <a:lnTo>
                    <a:pt x="1136582" y="1549358"/>
                  </a:lnTo>
                  <a:lnTo>
                    <a:pt x="1136607" y="1549343"/>
                  </a:lnTo>
                  <a:lnTo>
                    <a:pt x="1136654" y="1549312"/>
                  </a:lnTo>
                  <a:lnTo>
                    <a:pt x="1136683" y="1549298"/>
                  </a:lnTo>
                  <a:lnTo>
                    <a:pt x="1136710" y="1549285"/>
                  </a:lnTo>
                  <a:lnTo>
                    <a:pt x="1136735" y="1549269"/>
                  </a:lnTo>
                  <a:lnTo>
                    <a:pt x="1136757" y="1549248"/>
                  </a:lnTo>
                  <a:lnTo>
                    <a:pt x="1136789" y="1549212"/>
                  </a:lnTo>
                  <a:lnTo>
                    <a:pt x="1136827" y="1549171"/>
                  </a:lnTo>
                  <a:lnTo>
                    <a:pt x="1136843" y="1549147"/>
                  </a:lnTo>
                  <a:lnTo>
                    <a:pt x="1136854" y="1549123"/>
                  </a:lnTo>
                  <a:lnTo>
                    <a:pt x="1136865" y="1549101"/>
                  </a:lnTo>
                  <a:lnTo>
                    <a:pt x="1136884" y="1549075"/>
                  </a:lnTo>
                  <a:lnTo>
                    <a:pt x="1136905" y="1549056"/>
                  </a:lnTo>
                  <a:lnTo>
                    <a:pt x="1136934" y="1549039"/>
                  </a:lnTo>
                  <a:lnTo>
                    <a:pt x="1136961" y="1549029"/>
                  </a:lnTo>
                  <a:lnTo>
                    <a:pt x="1137013" y="1549014"/>
                  </a:lnTo>
                  <a:lnTo>
                    <a:pt x="1137043" y="1549004"/>
                  </a:lnTo>
                  <a:lnTo>
                    <a:pt x="1137080" y="1548995"/>
                  </a:lnTo>
                  <a:lnTo>
                    <a:pt x="1137116" y="1548986"/>
                  </a:lnTo>
                  <a:lnTo>
                    <a:pt x="1137146" y="1548974"/>
                  </a:lnTo>
                  <a:lnTo>
                    <a:pt x="1137184" y="1548956"/>
                  </a:lnTo>
                  <a:lnTo>
                    <a:pt x="1137220" y="1548939"/>
                  </a:lnTo>
                  <a:lnTo>
                    <a:pt x="1137251" y="1548919"/>
                  </a:lnTo>
                  <a:lnTo>
                    <a:pt x="1137271" y="1548903"/>
                  </a:lnTo>
                  <a:lnTo>
                    <a:pt x="1137294" y="1548880"/>
                  </a:lnTo>
                  <a:lnTo>
                    <a:pt x="1137314" y="1548854"/>
                  </a:lnTo>
                  <a:lnTo>
                    <a:pt x="1137329" y="1548833"/>
                  </a:lnTo>
                  <a:lnTo>
                    <a:pt x="1137337" y="1548811"/>
                  </a:lnTo>
                  <a:lnTo>
                    <a:pt x="1137342" y="1548787"/>
                  </a:lnTo>
                  <a:lnTo>
                    <a:pt x="1137347" y="1548755"/>
                  </a:lnTo>
                  <a:lnTo>
                    <a:pt x="1137354" y="1548730"/>
                  </a:lnTo>
                  <a:lnTo>
                    <a:pt x="1137367" y="1548707"/>
                  </a:lnTo>
                  <a:lnTo>
                    <a:pt x="1137383" y="1548689"/>
                  </a:lnTo>
                  <a:lnTo>
                    <a:pt x="1137405" y="1548677"/>
                  </a:lnTo>
                  <a:lnTo>
                    <a:pt x="1137422" y="1548669"/>
                  </a:lnTo>
                  <a:lnTo>
                    <a:pt x="1137436" y="1548655"/>
                  </a:lnTo>
                  <a:lnTo>
                    <a:pt x="1137440" y="1548634"/>
                  </a:lnTo>
                  <a:lnTo>
                    <a:pt x="1137443" y="1548576"/>
                  </a:lnTo>
                  <a:lnTo>
                    <a:pt x="1137439" y="1548516"/>
                  </a:lnTo>
                  <a:lnTo>
                    <a:pt x="1137437" y="1548451"/>
                  </a:lnTo>
                  <a:lnTo>
                    <a:pt x="1137441" y="1548367"/>
                  </a:lnTo>
                  <a:lnTo>
                    <a:pt x="1137446" y="1548319"/>
                  </a:lnTo>
                  <a:lnTo>
                    <a:pt x="1137458" y="1548236"/>
                  </a:lnTo>
                  <a:lnTo>
                    <a:pt x="1137469" y="1548195"/>
                  </a:lnTo>
                  <a:lnTo>
                    <a:pt x="1137484" y="1548163"/>
                  </a:lnTo>
                  <a:lnTo>
                    <a:pt x="1137506" y="1548117"/>
                  </a:lnTo>
                  <a:lnTo>
                    <a:pt x="1137520" y="1548083"/>
                  </a:lnTo>
                  <a:lnTo>
                    <a:pt x="1137534" y="1548050"/>
                  </a:lnTo>
                  <a:lnTo>
                    <a:pt x="1137548" y="1548005"/>
                  </a:lnTo>
                  <a:lnTo>
                    <a:pt x="1137566" y="1547962"/>
                  </a:lnTo>
                  <a:lnTo>
                    <a:pt x="1137580" y="1547932"/>
                  </a:lnTo>
                  <a:lnTo>
                    <a:pt x="1137592" y="1547901"/>
                  </a:lnTo>
                  <a:lnTo>
                    <a:pt x="1137605" y="1547877"/>
                  </a:lnTo>
                  <a:lnTo>
                    <a:pt x="1137623" y="1547846"/>
                  </a:lnTo>
                  <a:lnTo>
                    <a:pt x="1137643" y="1547819"/>
                  </a:lnTo>
                  <a:lnTo>
                    <a:pt x="1137664" y="1547789"/>
                  </a:lnTo>
                  <a:lnTo>
                    <a:pt x="1137684" y="1547763"/>
                  </a:lnTo>
                  <a:lnTo>
                    <a:pt x="1137716" y="1547741"/>
                  </a:lnTo>
                  <a:lnTo>
                    <a:pt x="1137743" y="1547727"/>
                  </a:lnTo>
                  <a:lnTo>
                    <a:pt x="1137766" y="1547719"/>
                  </a:lnTo>
                  <a:lnTo>
                    <a:pt x="1137789" y="1547714"/>
                  </a:lnTo>
                  <a:lnTo>
                    <a:pt x="1137816" y="1547700"/>
                  </a:lnTo>
                  <a:lnTo>
                    <a:pt x="1137844" y="1547684"/>
                  </a:lnTo>
                  <a:lnTo>
                    <a:pt x="1137861" y="1547671"/>
                  </a:lnTo>
                  <a:lnTo>
                    <a:pt x="1137880" y="1547664"/>
                  </a:lnTo>
                  <a:lnTo>
                    <a:pt x="1137901" y="1547655"/>
                  </a:lnTo>
                  <a:lnTo>
                    <a:pt x="1137917" y="1547645"/>
                  </a:lnTo>
                  <a:lnTo>
                    <a:pt x="1137932" y="1547630"/>
                  </a:lnTo>
                  <a:lnTo>
                    <a:pt x="1137944" y="1547610"/>
                  </a:lnTo>
                  <a:lnTo>
                    <a:pt x="1137957" y="1547579"/>
                  </a:lnTo>
                  <a:lnTo>
                    <a:pt x="1137992" y="1547490"/>
                  </a:lnTo>
                  <a:lnTo>
                    <a:pt x="1138014" y="1547450"/>
                  </a:lnTo>
                  <a:lnTo>
                    <a:pt x="1138039" y="1547414"/>
                  </a:lnTo>
                  <a:lnTo>
                    <a:pt x="1138059" y="1547387"/>
                  </a:lnTo>
                  <a:lnTo>
                    <a:pt x="1138079" y="1547355"/>
                  </a:lnTo>
                  <a:lnTo>
                    <a:pt x="1138100" y="1547324"/>
                  </a:lnTo>
                  <a:lnTo>
                    <a:pt x="1138114" y="1547296"/>
                  </a:lnTo>
                  <a:lnTo>
                    <a:pt x="1138123" y="1547276"/>
                  </a:lnTo>
                  <a:lnTo>
                    <a:pt x="1138141" y="1547248"/>
                  </a:lnTo>
                  <a:lnTo>
                    <a:pt x="1138156" y="1547227"/>
                  </a:lnTo>
                  <a:lnTo>
                    <a:pt x="1138176" y="1547206"/>
                  </a:lnTo>
                  <a:lnTo>
                    <a:pt x="1138196" y="1547180"/>
                  </a:lnTo>
                  <a:lnTo>
                    <a:pt x="1138216" y="1547153"/>
                  </a:lnTo>
                  <a:lnTo>
                    <a:pt x="1138231" y="1547134"/>
                  </a:lnTo>
                  <a:lnTo>
                    <a:pt x="1138246" y="1547123"/>
                  </a:lnTo>
                  <a:lnTo>
                    <a:pt x="1138267" y="1547112"/>
                  </a:lnTo>
                  <a:lnTo>
                    <a:pt x="1138291" y="1547106"/>
                  </a:lnTo>
                  <a:lnTo>
                    <a:pt x="1138326" y="1547110"/>
                  </a:lnTo>
                  <a:lnTo>
                    <a:pt x="1138359" y="1547114"/>
                  </a:lnTo>
                  <a:lnTo>
                    <a:pt x="1138397" y="1547117"/>
                  </a:lnTo>
                  <a:lnTo>
                    <a:pt x="1138463" y="1547107"/>
                  </a:lnTo>
                  <a:lnTo>
                    <a:pt x="1138525" y="1547101"/>
                  </a:lnTo>
                  <a:lnTo>
                    <a:pt x="1138566" y="1547101"/>
                  </a:lnTo>
                  <a:lnTo>
                    <a:pt x="1138587" y="1547103"/>
                  </a:lnTo>
                  <a:lnTo>
                    <a:pt x="1138626" y="1547116"/>
                  </a:lnTo>
                  <a:lnTo>
                    <a:pt x="1138660" y="1547122"/>
                  </a:lnTo>
                  <a:lnTo>
                    <a:pt x="1138700" y="1547132"/>
                  </a:lnTo>
                  <a:lnTo>
                    <a:pt x="1138752" y="1547147"/>
                  </a:lnTo>
                  <a:lnTo>
                    <a:pt x="1138791" y="1547162"/>
                  </a:lnTo>
                  <a:lnTo>
                    <a:pt x="1138826" y="1547174"/>
                  </a:lnTo>
                  <a:lnTo>
                    <a:pt x="1138868" y="1547188"/>
                  </a:lnTo>
                  <a:lnTo>
                    <a:pt x="1138897" y="1547196"/>
                  </a:lnTo>
                  <a:lnTo>
                    <a:pt x="1138922" y="1547198"/>
                  </a:lnTo>
                  <a:lnTo>
                    <a:pt x="1138950" y="1547195"/>
                  </a:lnTo>
                  <a:lnTo>
                    <a:pt x="1138984" y="1547188"/>
                  </a:lnTo>
                  <a:lnTo>
                    <a:pt x="1139013" y="1547176"/>
                  </a:lnTo>
                  <a:lnTo>
                    <a:pt x="1139037" y="1547160"/>
                  </a:lnTo>
                  <a:lnTo>
                    <a:pt x="1139062" y="1547141"/>
                  </a:lnTo>
                  <a:lnTo>
                    <a:pt x="1139083" y="1547116"/>
                  </a:lnTo>
                  <a:lnTo>
                    <a:pt x="1139097" y="1547090"/>
                  </a:lnTo>
                  <a:lnTo>
                    <a:pt x="1139109" y="1547061"/>
                  </a:lnTo>
                  <a:lnTo>
                    <a:pt x="1139120" y="1547032"/>
                  </a:lnTo>
                  <a:lnTo>
                    <a:pt x="1139128" y="1547014"/>
                  </a:lnTo>
                  <a:lnTo>
                    <a:pt x="1139132" y="1546996"/>
                  </a:lnTo>
                  <a:lnTo>
                    <a:pt x="1139134" y="1546977"/>
                  </a:lnTo>
                  <a:lnTo>
                    <a:pt x="1139132" y="1546950"/>
                  </a:lnTo>
                  <a:lnTo>
                    <a:pt x="1139132" y="1546923"/>
                  </a:lnTo>
                  <a:lnTo>
                    <a:pt x="1139131" y="1546882"/>
                  </a:lnTo>
                  <a:lnTo>
                    <a:pt x="1139128" y="1546857"/>
                  </a:lnTo>
                  <a:lnTo>
                    <a:pt x="1139122" y="1546840"/>
                  </a:lnTo>
                  <a:lnTo>
                    <a:pt x="1139118" y="1546806"/>
                  </a:lnTo>
                  <a:lnTo>
                    <a:pt x="1139107" y="1546779"/>
                  </a:lnTo>
                  <a:lnTo>
                    <a:pt x="1139085" y="1546738"/>
                  </a:lnTo>
                  <a:lnTo>
                    <a:pt x="1139068" y="1546714"/>
                  </a:lnTo>
                  <a:lnTo>
                    <a:pt x="1139051" y="1546691"/>
                  </a:lnTo>
                  <a:lnTo>
                    <a:pt x="1139039" y="1546668"/>
                  </a:lnTo>
                  <a:lnTo>
                    <a:pt x="1139029" y="1546646"/>
                  </a:lnTo>
                  <a:lnTo>
                    <a:pt x="1139015" y="1546625"/>
                  </a:lnTo>
                  <a:lnTo>
                    <a:pt x="1138997" y="1546597"/>
                  </a:lnTo>
                  <a:lnTo>
                    <a:pt x="1138981" y="1546564"/>
                  </a:lnTo>
                  <a:lnTo>
                    <a:pt x="1138968" y="1546526"/>
                  </a:lnTo>
                  <a:lnTo>
                    <a:pt x="1138962" y="1546501"/>
                  </a:lnTo>
                  <a:lnTo>
                    <a:pt x="1138955" y="1546472"/>
                  </a:lnTo>
                  <a:lnTo>
                    <a:pt x="1138944" y="1546436"/>
                  </a:lnTo>
                  <a:lnTo>
                    <a:pt x="1138929" y="1546403"/>
                  </a:lnTo>
                  <a:lnTo>
                    <a:pt x="1138913" y="1546376"/>
                  </a:lnTo>
                  <a:lnTo>
                    <a:pt x="1138907" y="1546360"/>
                  </a:lnTo>
                  <a:lnTo>
                    <a:pt x="1138893" y="1546337"/>
                  </a:lnTo>
                  <a:lnTo>
                    <a:pt x="1138878" y="1546322"/>
                  </a:lnTo>
                  <a:lnTo>
                    <a:pt x="1138855" y="1546309"/>
                  </a:lnTo>
                  <a:lnTo>
                    <a:pt x="1138828" y="1546292"/>
                  </a:lnTo>
                  <a:lnTo>
                    <a:pt x="1138817" y="1546279"/>
                  </a:lnTo>
                  <a:lnTo>
                    <a:pt x="1138797" y="1546246"/>
                  </a:lnTo>
                  <a:lnTo>
                    <a:pt x="1138783" y="1546220"/>
                  </a:lnTo>
                  <a:lnTo>
                    <a:pt x="1138719" y="1546149"/>
                  </a:lnTo>
                  <a:lnTo>
                    <a:pt x="1138692" y="1546125"/>
                  </a:lnTo>
                  <a:lnTo>
                    <a:pt x="1138665" y="1546099"/>
                  </a:lnTo>
                  <a:lnTo>
                    <a:pt x="1138645" y="1546074"/>
                  </a:lnTo>
                  <a:lnTo>
                    <a:pt x="1138625" y="1546034"/>
                  </a:lnTo>
                  <a:lnTo>
                    <a:pt x="1138600" y="1545990"/>
                  </a:lnTo>
                  <a:lnTo>
                    <a:pt x="1138594" y="1545969"/>
                  </a:lnTo>
                  <a:lnTo>
                    <a:pt x="1138597" y="1545940"/>
                  </a:lnTo>
                  <a:lnTo>
                    <a:pt x="1138607" y="1545933"/>
                  </a:lnTo>
                  <a:lnTo>
                    <a:pt x="1138614" y="1545925"/>
                  </a:lnTo>
                  <a:lnTo>
                    <a:pt x="1138635" y="1545895"/>
                  </a:lnTo>
                  <a:lnTo>
                    <a:pt x="1138640" y="1545876"/>
                  </a:lnTo>
                  <a:lnTo>
                    <a:pt x="1138639" y="1545864"/>
                  </a:lnTo>
                  <a:lnTo>
                    <a:pt x="1138614" y="1545844"/>
                  </a:lnTo>
                  <a:lnTo>
                    <a:pt x="1138592" y="1545829"/>
                  </a:lnTo>
                  <a:lnTo>
                    <a:pt x="1138567" y="1545829"/>
                  </a:lnTo>
                  <a:lnTo>
                    <a:pt x="1138534" y="1545835"/>
                  </a:lnTo>
                  <a:lnTo>
                    <a:pt x="1138494" y="1545837"/>
                  </a:lnTo>
                  <a:lnTo>
                    <a:pt x="1138463" y="1545835"/>
                  </a:lnTo>
                  <a:lnTo>
                    <a:pt x="1138432" y="1545833"/>
                  </a:lnTo>
                  <a:lnTo>
                    <a:pt x="1138406" y="1545825"/>
                  </a:lnTo>
                  <a:lnTo>
                    <a:pt x="1138373" y="1545798"/>
                  </a:lnTo>
                  <a:lnTo>
                    <a:pt x="1138354" y="1545768"/>
                  </a:lnTo>
                  <a:lnTo>
                    <a:pt x="1138340" y="1545736"/>
                  </a:lnTo>
                  <a:lnTo>
                    <a:pt x="1138337" y="1545697"/>
                  </a:lnTo>
                  <a:lnTo>
                    <a:pt x="1138335" y="1545655"/>
                  </a:lnTo>
                  <a:lnTo>
                    <a:pt x="1138332" y="1545624"/>
                  </a:lnTo>
                  <a:lnTo>
                    <a:pt x="1138325" y="1545608"/>
                  </a:lnTo>
                  <a:lnTo>
                    <a:pt x="1138318" y="1545585"/>
                  </a:lnTo>
                  <a:lnTo>
                    <a:pt x="1138297" y="1545557"/>
                  </a:lnTo>
                  <a:lnTo>
                    <a:pt x="1138271" y="1545540"/>
                  </a:lnTo>
                  <a:lnTo>
                    <a:pt x="1138246" y="1545518"/>
                  </a:lnTo>
                  <a:lnTo>
                    <a:pt x="1138228" y="1545497"/>
                  </a:lnTo>
                  <a:lnTo>
                    <a:pt x="1138223" y="1545473"/>
                  </a:lnTo>
                  <a:lnTo>
                    <a:pt x="1138206" y="1545458"/>
                  </a:lnTo>
                  <a:lnTo>
                    <a:pt x="1138185" y="1545441"/>
                  </a:lnTo>
                  <a:lnTo>
                    <a:pt x="1138175" y="1545437"/>
                  </a:lnTo>
                  <a:lnTo>
                    <a:pt x="1138157" y="1545442"/>
                  </a:lnTo>
                  <a:lnTo>
                    <a:pt x="1138137" y="1545457"/>
                  </a:lnTo>
                  <a:lnTo>
                    <a:pt x="1138112" y="1545464"/>
                  </a:lnTo>
                  <a:lnTo>
                    <a:pt x="1138076" y="1545471"/>
                  </a:lnTo>
                  <a:lnTo>
                    <a:pt x="1138040" y="1545475"/>
                  </a:lnTo>
                  <a:lnTo>
                    <a:pt x="1138011" y="1545474"/>
                  </a:lnTo>
                  <a:lnTo>
                    <a:pt x="1137975" y="1545469"/>
                  </a:lnTo>
                  <a:lnTo>
                    <a:pt x="1137929" y="1545464"/>
                  </a:lnTo>
                  <a:lnTo>
                    <a:pt x="1137910" y="1545454"/>
                  </a:lnTo>
                  <a:lnTo>
                    <a:pt x="1137906" y="1545434"/>
                  </a:lnTo>
                  <a:lnTo>
                    <a:pt x="1137909" y="1545391"/>
                  </a:lnTo>
                  <a:lnTo>
                    <a:pt x="1137926" y="1545367"/>
                  </a:lnTo>
                  <a:lnTo>
                    <a:pt x="1137962" y="1545304"/>
                  </a:lnTo>
                  <a:lnTo>
                    <a:pt x="1137973" y="1545263"/>
                  </a:lnTo>
                  <a:lnTo>
                    <a:pt x="1137970" y="1545221"/>
                  </a:lnTo>
                  <a:lnTo>
                    <a:pt x="1137964" y="1545194"/>
                  </a:lnTo>
                  <a:lnTo>
                    <a:pt x="1137945" y="1545179"/>
                  </a:lnTo>
                  <a:lnTo>
                    <a:pt x="1137915" y="1545174"/>
                  </a:lnTo>
                  <a:lnTo>
                    <a:pt x="1137879" y="1545177"/>
                  </a:lnTo>
                  <a:lnTo>
                    <a:pt x="1137839" y="1545184"/>
                  </a:lnTo>
                  <a:lnTo>
                    <a:pt x="1137812" y="1545183"/>
                  </a:lnTo>
                  <a:lnTo>
                    <a:pt x="1137789" y="1545159"/>
                  </a:lnTo>
                  <a:lnTo>
                    <a:pt x="1137773" y="1545132"/>
                  </a:lnTo>
                  <a:lnTo>
                    <a:pt x="1137747" y="1545130"/>
                  </a:lnTo>
                  <a:lnTo>
                    <a:pt x="1137681" y="1545119"/>
                  </a:lnTo>
                  <a:lnTo>
                    <a:pt x="1137625" y="1545113"/>
                  </a:lnTo>
                  <a:lnTo>
                    <a:pt x="1137608" y="1545102"/>
                  </a:lnTo>
                  <a:lnTo>
                    <a:pt x="1137587" y="1545085"/>
                  </a:lnTo>
                  <a:lnTo>
                    <a:pt x="1137562" y="1545056"/>
                  </a:lnTo>
                  <a:lnTo>
                    <a:pt x="1137548" y="1545038"/>
                  </a:lnTo>
                  <a:lnTo>
                    <a:pt x="1137515" y="1545009"/>
                  </a:lnTo>
                  <a:lnTo>
                    <a:pt x="1137499" y="1544980"/>
                  </a:lnTo>
                  <a:lnTo>
                    <a:pt x="1137514" y="1544931"/>
                  </a:lnTo>
                  <a:lnTo>
                    <a:pt x="1137530" y="1544909"/>
                  </a:lnTo>
                  <a:lnTo>
                    <a:pt x="1137574" y="1544862"/>
                  </a:lnTo>
                  <a:lnTo>
                    <a:pt x="1137603" y="1544841"/>
                  </a:lnTo>
                  <a:lnTo>
                    <a:pt x="1137626" y="1544809"/>
                  </a:lnTo>
                  <a:lnTo>
                    <a:pt x="1137633" y="1544786"/>
                  </a:lnTo>
                  <a:lnTo>
                    <a:pt x="1137626" y="1544778"/>
                  </a:lnTo>
                  <a:lnTo>
                    <a:pt x="1137551" y="1544749"/>
                  </a:lnTo>
                  <a:lnTo>
                    <a:pt x="1137504" y="1544743"/>
                  </a:lnTo>
                  <a:lnTo>
                    <a:pt x="1137478" y="1544748"/>
                  </a:lnTo>
                  <a:lnTo>
                    <a:pt x="1137445" y="1544781"/>
                  </a:lnTo>
                  <a:lnTo>
                    <a:pt x="1137424" y="1544804"/>
                  </a:lnTo>
                  <a:lnTo>
                    <a:pt x="1137394" y="1544805"/>
                  </a:lnTo>
                  <a:lnTo>
                    <a:pt x="1137351" y="1544805"/>
                  </a:lnTo>
                  <a:lnTo>
                    <a:pt x="1137312" y="1544791"/>
                  </a:lnTo>
                  <a:lnTo>
                    <a:pt x="1137292" y="1544761"/>
                  </a:lnTo>
                  <a:lnTo>
                    <a:pt x="1137287" y="1544717"/>
                  </a:lnTo>
                  <a:lnTo>
                    <a:pt x="1137295" y="1544699"/>
                  </a:lnTo>
                  <a:lnTo>
                    <a:pt x="1137316" y="1544669"/>
                  </a:lnTo>
                  <a:lnTo>
                    <a:pt x="1137335" y="1544645"/>
                  </a:lnTo>
                  <a:lnTo>
                    <a:pt x="1137329" y="1544635"/>
                  </a:lnTo>
                  <a:lnTo>
                    <a:pt x="1137308" y="1544611"/>
                  </a:lnTo>
                  <a:lnTo>
                    <a:pt x="1137301" y="1544612"/>
                  </a:lnTo>
                  <a:lnTo>
                    <a:pt x="1137286" y="1544613"/>
                  </a:lnTo>
                  <a:lnTo>
                    <a:pt x="1137255" y="1544618"/>
                  </a:lnTo>
                  <a:lnTo>
                    <a:pt x="1137202" y="1544650"/>
                  </a:lnTo>
                  <a:lnTo>
                    <a:pt x="1137147" y="1544676"/>
                  </a:lnTo>
                  <a:lnTo>
                    <a:pt x="1137108" y="1544689"/>
                  </a:lnTo>
                  <a:lnTo>
                    <a:pt x="1137046" y="1544696"/>
                  </a:lnTo>
                  <a:lnTo>
                    <a:pt x="1137005" y="1544694"/>
                  </a:lnTo>
                  <a:lnTo>
                    <a:pt x="1136947" y="1544662"/>
                  </a:lnTo>
                  <a:lnTo>
                    <a:pt x="1136921" y="1544624"/>
                  </a:lnTo>
                  <a:lnTo>
                    <a:pt x="1136897" y="1544588"/>
                  </a:lnTo>
                  <a:lnTo>
                    <a:pt x="1136870" y="1544533"/>
                  </a:lnTo>
                  <a:lnTo>
                    <a:pt x="1136848" y="1544480"/>
                  </a:lnTo>
                  <a:lnTo>
                    <a:pt x="1136842" y="1544452"/>
                  </a:lnTo>
                  <a:lnTo>
                    <a:pt x="1136816" y="1544434"/>
                  </a:lnTo>
                  <a:lnTo>
                    <a:pt x="1136775" y="1544432"/>
                  </a:lnTo>
                  <a:lnTo>
                    <a:pt x="1136725" y="1544448"/>
                  </a:lnTo>
                  <a:lnTo>
                    <a:pt x="1136688" y="1544469"/>
                  </a:lnTo>
                  <a:lnTo>
                    <a:pt x="1136666" y="1544480"/>
                  </a:lnTo>
                  <a:lnTo>
                    <a:pt x="1136603" y="1544485"/>
                  </a:lnTo>
                  <a:lnTo>
                    <a:pt x="1136559" y="1544484"/>
                  </a:lnTo>
                  <a:lnTo>
                    <a:pt x="1136519" y="1544499"/>
                  </a:lnTo>
                  <a:lnTo>
                    <a:pt x="1136485" y="1544498"/>
                  </a:lnTo>
                  <a:lnTo>
                    <a:pt x="1136433" y="1544498"/>
                  </a:lnTo>
                  <a:lnTo>
                    <a:pt x="1136403" y="1544510"/>
                  </a:lnTo>
                  <a:lnTo>
                    <a:pt x="1136398" y="1544534"/>
                  </a:lnTo>
                  <a:lnTo>
                    <a:pt x="1136403" y="1544581"/>
                  </a:lnTo>
                  <a:lnTo>
                    <a:pt x="1136411" y="1544644"/>
                  </a:lnTo>
                  <a:lnTo>
                    <a:pt x="1136413" y="1544700"/>
                  </a:lnTo>
                  <a:lnTo>
                    <a:pt x="1136406" y="1544749"/>
                  </a:lnTo>
                  <a:lnTo>
                    <a:pt x="1136397" y="1544776"/>
                  </a:lnTo>
                  <a:lnTo>
                    <a:pt x="1136385" y="1544784"/>
                  </a:lnTo>
                  <a:lnTo>
                    <a:pt x="1136363" y="1544781"/>
                  </a:lnTo>
                  <a:lnTo>
                    <a:pt x="1136331" y="1544761"/>
                  </a:lnTo>
                  <a:lnTo>
                    <a:pt x="1136271" y="1544737"/>
                  </a:lnTo>
                  <a:lnTo>
                    <a:pt x="1136204" y="1544702"/>
                  </a:lnTo>
                  <a:lnTo>
                    <a:pt x="1136141" y="1544674"/>
                  </a:lnTo>
                  <a:lnTo>
                    <a:pt x="1136104" y="1544660"/>
                  </a:lnTo>
                  <a:lnTo>
                    <a:pt x="1136084" y="1544645"/>
                  </a:lnTo>
                  <a:lnTo>
                    <a:pt x="1136066" y="1544597"/>
                  </a:lnTo>
                  <a:lnTo>
                    <a:pt x="1136056" y="1544549"/>
                  </a:lnTo>
                  <a:lnTo>
                    <a:pt x="1136036" y="1544510"/>
                  </a:lnTo>
                  <a:lnTo>
                    <a:pt x="1136014" y="1544459"/>
                  </a:lnTo>
                  <a:lnTo>
                    <a:pt x="1135979" y="1544428"/>
                  </a:lnTo>
                  <a:lnTo>
                    <a:pt x="1135912" y="1544414"/>
                  </a:lnTo>
                  <a:lnTo>
                    <a:pt x="1135843" y="1544394"/>
                  </a:lnTo>
                  <a:lnTo>
                    <a:pt x="1135751" y="1544403"/>
                  </a:lnTo>
                  <a:lnTo>
                    <a:pt x="1135714" y="1544436"/>
                  </a:lnTo>
                  <a:lnTo>
                    <a:pt x="1135714" y="1544455"/>
                  </a:lnTo>
                  <a:lnTo>
                    <a:pt x="1135716" y="1544488"/>
                  </a:lnTo>
                  <a:lnTo>
                    <a:pt x="1135714" y="1544525"/>
                  </a:lnTo>
                  <a:lnTo>
                    <a:pt x="1135712" y="1544539"/>
                  </a:lnTo>
                  <a:lnTo>
                    <a:pt x="1135705" y="1544560"/>
                  </a:lnTo>
                  <a:lnTo>
                    <a:pt x="1135682" y="1544596"/>
                  </a:lnTo>
                  <a:lnTo>
                    <a:pt x="1135663" y="1544621"/>
                  </a:lnTo>
                  <a:lnTo>
                    <a:pt x="1135647" y="1544644"/>
                  </a:lnTo>
                  <a:lnTo>
                    <a:pt x="1135633" y="1544666"/>
                  </a:lnTo>
                  <a:lnTo>
                    <a:pt x="1135622" y="1544682"/>
                  </a:lnTo>
                  <a:lnTo>
                    <a:pt x="1135606" y="1544714"/>
                  </a:lnTo>
                  <a:lnTo>
                    <a:pt x="1135591" y="1544732"/>
                  </a:lnTo>
                  <a:lnTo>
                    <a:pt x="1135567" y="1544755"/>
                  </a:lnTo>
                  <a:lnTo>
                    <a:pt x="1135545" y="1544766"/>
                  </a:lnTo>
                  <a:lnTo>
                    <a:pt x="1135499" y="1544773"/>
                  </a:lnTo>
                  <a:lnTo>
                    <a:pt x="1135492" y="1544767"/>
                  </a:lnTo>
                  <a:lnTo>
                    <a:pt x="1135471" y="1544792"/>
                  </a:lnTo>
                  <a:lnTo>
                    <a:pt x="1135442" y="1544825"/>
                  </a:lnTo>
                  <a:lnTo>
                    <a:pt x="1135407" y="1544852"/>
                  </a:lnTo>
                  <a:lnTo>
                    <a:pt x="1135376" y="1544859"/>
                  </a:lnTo>
                  <a:lnTo>
                    <a:pt x="1135378" y="1544880"/>
                  </a:lnTo>
                  <a:lnTo>
                    <a:pt x="1135376" y="1544890"/>
                  </a:lnTo>
                  <a:lnTo>
                    <a:pt x="1135373" y="1544900"/>
                  </a:lnTo>
                  <a:lnTo>
                    <a:pt x="1135368" y="1544921"/>
                  </a:lnTo>
                  <a:lnTo>
                    <a:pt x="1135359" y="1544972"/>
                  </a:lnTo>
                  <a:lnTo>
                    <a:pt x="1135349" y="1545003"/>
                  </a:lnTo>
                  <a:lnTo>
                    <a:pt x="1135341" y="1545028"/>
                  </a:lnTo>
                  <a:lnTo>
                    <a:pt x="1135336" y="1545031"/>
                  </a:lnTo>
                  <a:lnTo>
                    <a:pt x="1135329" y="1545031"/>
                  </a:lnTo>
                  <a:lnTo>
                    <a:pt x="1135316" y="1545024"/>
                  </a:lnTo>
                  <a:lnTo>
                    <a:pt x="1135310" y="1545022"/>
                  </a:lnTo>
                  <a:lnTo>
                    <a:pt x="1135244" y="1545022"/>
                  </a:lnTo>
                  <a:lnTo>
                    <a:pt x="1135215" y="1545023"/>
                  </a:lnTo>
                  <a:lnTo>
                    <a:pt x="1135194" y="1545030"/>
                  </a:lnTo>
                  <a:lnTo>
                    <a:pt x="1135168" y="1545039"/>
                  </a:lnTo>
                  <a:lnTo>
                    <a:pt x="1135131" y="1545052"/>
                  </a:lnTo>
                  <a:lnTo>
                    <a:pt x="1135111" y="1545057"/>
                  </a:lnTo>
                  <a:lnTo>
                    <a:pt x="1135104" y="1545076"/>
                  </a:lnTo>
                  <a:lnTo>
                    <a:pt x="1135097" y="1545066"/>
                  </a:lnTo>
                  <a:lnTo>
                    <a:pt x="1135090" y="1545060"/>
                  </a:lnTo>
                  <a:lnTo>
                    <a:pt x="1135077" y="1545059"/>
                  </a:lnTo>
                  <a:lnTo>
                    <a:pt x="1135066" y="1545062"/>
                  </a:lnTo>
                  <a:lnTo>
                    <a:pt x="1135058" y="1545062"/>
                  </a:lnTo>
                  <a:lnTo>
                    <a:pt x="1135048" y="1545061"/>
                  </a:lnTo>
                  <a:lnTo>
                    <a:pt x="1135029" y="1545053"/>
                  </a:lnTo>
                  <a:lnTo>
                    <a:pt x="1135004" y="1545048"/>
                  </a:lnTo>
                  <a:lnTo>
                    <a:pt x="1134971" y="1545034"/>
                  </a:lnTo>
                  <a:lnTo>
                    <a:pt x="1134940" y="1545019"/>
                  </a:lnTo>
                  <a:lnTo>
                    <a:pt x="1134909" y="1545019"/>
                  </a:lnTo>
                  <a:lnTo>
                    <a:pt x="1134899" y="1545016"/>
                  </a:lnTo>
                  <a:lnTo>
                    <a:pt x="1134875" y="1545015"/>
                  </a:lnTo>
                  <a:lnTo>
                    <a:pt x="1134854" y="1545017"/>
                  </a:lnTo>
                  <a:lnTo>
                    <a:pt x="1134811" y="1545013"/>
                  </a:lnTo>
                  <a:lnTo>
                    <a:pt x="1134803" y="1545011"/>
                  </a:lnTo>
                  <a:lnTo>
                    <a:pt x="1134798" y="1545008"/>
                  </a:lnTo>
                  <a:lnTo>
                    <a:pt x="1134742" y="1545063"/>
                  </a:lnTo>
                  <a:lnTo>
                    <a:pt x="1134715" y="1545089"/>
                  </a:lnTo>
                  <a:lnTo>
                    <a:pt x="1134692" y="1545111"/>
                  </a:lnTo>
                  <a:lnTo>
                    <a:pt x="1134664" y="1545147"/>
                  </a:lnTo>
                  <a:lnTo>
                    <a:pt x="1134649" y="1545167"/>
                  </a:lnTo>
                  <a:lnTo>
                    <a:pt x="1134633" y="1545182"/>
                  </a:lnTo>
                  <a:lnTo>
                    <a:pt x="1134609" y="1545195"/>
                  </a:lnTo>
                  <a:lnTo>
                    <a:pt x="1134600" y="1545197"/>
                  </a:lnTo>
                  <a:lnTo>
                    <a:pt x="1134576" y="1545219"/>
                  </a:lnTo>
                  <a:lnTo>
                    <a:pt x="1134546" y="1545248"/>
                  </a:lnTo>
                  <a:lnTo>
                    <a:pt x="1134513" y="1545277"/>
                  </a:lnTo>
                  <a:lnTo>
                    <a:pt x="1134483" y="1545301"/>
                  </a:lnTo>
                  <a:lnTo>
                    <a:pt x="1134461" y="1545339"/>
                  </a:lnTo>
                  <a:lnTo>
                    <a:pt x="1134451" y="1545357"/>
                  </a:lnTo>
                  <a:lnTo>
                    <a:pt x="1134451" y="1545364"/>
                  </a:lnTo>
                  <a:lnTo>
                    <a:pt x="1134447" y="1545370"/>
                  </a:lnTo>
                  <a:lnTo>
                    <a:pt x="1134431" y="1545380"/>
                  </a:lnTo>
                  <a:lnTo>
                    <a:pt x="1134416" y="1545389"/>
                  </a:lnTo>
                  <a:lnTo>
                    <a:pt x="1134406" y="1545397"/>
                  </a:lnTo>
                  <a:lnTo>
                    <a:pt x="1134393" y="1545404"/>
                  </a:lnTo>
                  <a:lnTo>
                    <a:pt x="1134385" y="1545409"/>
                  </a:lnTo>
                  <a:lnTo>
                    <a:pt x="1134360" y="1545423"/>
                  </a:lnTo>
                  <a:lnTo>
                    <a:pt x="1134333" y="1545439"/>
                  </a:lnTo>
                  <a:lnTo>
                    <a:pt x="1134317" y="1545449"/>
                  </a:lnTo>
                  <a:lnTo>
                    <a:pt x="1134304" y="1545459"/>
                  </a:lnTo>
                  <a:lnTo>
                    <a:pt x="1134292" y="1545463"/>
                  </a:lnTo>
                  <a:lnTo>
                    <a:pt x="1134282" y="1545465"/>
                  </a:lnTo>
                  <a:lnTo>
                    <a:pt x="1134261" y="1545465"/>
                  </a:lnTo>
                  <a:lnTo>
                    <a:pt x="1134229" y="1545461"/>
                  </a:lnTo>
                  <a:lnTo>
                    <a:pt x="1134200" y="1545459"/>
                  </a:lnTo>
                  <a:lnTo>
                    <a:pt x="1134180" y="1545455"/>
                  </a:lnTo>
                  <a:lnTo>
                    <a:pt x="1134173" y="1545455"/>
                  </a:lnTo>
                  <a:lnTo>
                    <a:pt x="1134168" y="1545457"/>
                  </a:lnTo>
                  <a:lnTo>
                    <a:pt x="1134150" y="1545479"/>
                  </a:lnTo>
                  <a:lnTo>
                    <a:pt x="1134135" y="1545499"/>
                  </a:lnTo>
                  <a:lnTo>
                    <a:pt x="1134107" y="1545532"/>
                  </a:lnTo>
                  <a:lnTo>
                    <a:pt x="1134078" y="1545563"/>
                  </a:lnTo>
                  <a:lnTo>
                    <a:pt x="1134050" y="1545596"/>
                  </a:lnTo>
                  <a:lnTo>
                    <a:pt x="1134024" y="1545626"/>
                  </a:lnTo>
                  <a:lnTo>
                    <a:pt x="1134002" y="1545652"/>
                  </a:lnTo>
                  <a:lnTo>
                    <a:pt x="1133982" y="1545678"/>
                  </a:lnTo>
                  <a:lnTo>
                    <a:pt x="1133965" y="1545690"/>
                  </a:lnTo>
                  <a:lnTo>
                    <a:pt x="1133962" y="1545694"/>
                  </a:lnTo>
                  <a:lnTo>
                    <a:pt x="1133955" y="1545704"/>
                  </a:lnTo>
                  <a:lnTo>
                    <a:pt x="1133939" y="1545727"/>
                  </a:lnTo>
                  <a:lnTo>
                    <a:pt x="1133917" y="1545751"/>
                  </a:lnTo>
                  <a:lnTo>
                    <a:pt x="1133907" y="1545765"/>
                  </a:lnTo>
                  <a:lnTo>
                    <a:pt x="1133902" y="1545770"/>
                  </a:lnTo>
                  <a:lnTo>
                    <a:pt x="1133892" y="1545784"/>
                  </a:lnTo>
                  <a:lnTo>
                    <a:pt x="1133872" y="1545805"/>
                  </a:lnTo>
                  <a:lnTo>
                    <a:pt x="1133856" y="1545826"/>
                  </a:lnTo>
                  <a:lnTo>
                    <a:pt x="1133851" y="1545833"/>
                  </a:lnTo>
                  <a:lnTo>
                    <a:pt x="1133844" y="1545843"/>
                  </a:lnTo>
                  <a:lnTo>
                    <a:pt x="1133836" y="1545859"/>
                  </a:lnTo>
                  <a:lnTo>
                    <a:pt x="1133831" y="1545875"/>
                  </a:lnTo>
                  <a:lnTo>
                    <a:pt x="1133824" y="1545880"/>
                  </a:lnTo>
                  <a:lnTo>
                    <a:pt x="1133812" y="1545903"/>
                  </a:lnTo>
                  <a:lnTo>
                    <a:pt x="1133794" y="1545937"/>
                  </a:lnTo>
                  <a:lnTo>
                    <a:pt x="1133772" y="1545976"/>
                  </a:lnTo>
                  <a:lnTo>
                    <a:pt x="1133769" y="1545998"/>
                  </a:lnTo>
                  <a:lnTo>
                    <a:pt x="1133770" y="1546021"/>
                  </a:lnTo>
                  <a:lnTo>
                    <a:pt x="1133782" y="1546062"/>
                  </a:lnTo>
                  <a:lnTo>
                    <a:pt x="1133790" y="1546092"/>
                  </a:lnTo>
                  <a:lnTo>
                    <a:pt x="1133796" y="1546111"/>
                  </a:lnTo>
                  <a:lnTo>
                    <a:pt x="1133801" y="1546121"/>
                  </a:lnTo>
                  <a:lnTo>
                    <a:pt x="1133806" y="1546130"/>
                  </a:lnTo>
                  <a:lnTo>
                    <a:pt x="1133814" y="1546141"/>
                  </a:lnTo>
                  <a:lnTo>
                    <a:pt x="1133830" y="1546158"/>
                  </a:lnTo>
                  <a:lnTo>
                    <a:pt x="1133842" y="1546181"/>
                  </a:lnTo>
                  <a:lnTo>
                    <a:pt x="1133848" y="1546195"/>
                  </a:lnTo>
                  <a:lnTo>
                    <a:pt x="1133851" y="1546220"/>
                  </a:lnTo>
                  <a:lnTo>
                    <a:pt x="1133850" y="1546237"/>
                  </a:lnTo>
                  <a:lnTo>
                    <a:pt x="1133846" y="1546267"/>
                  </a:lnTo>
                  <a:lnTo>
                    <a:pt x="1133848" y="1546293"/>
                  </a:lnTo>
                  <a:lnTo>
                    <a:pt x="1133835" y="1546306"/>
                  </a:lnTo>
                  <a:lnTo>
                    <a:pt x="1133809" y="1546306"/>
                  </a:lnTo>
                  <a:lnTo>
                    <a:pt x="1133799" y="1546305"/>
                  </a:lnTo>
                  <a:lnTo>
                    <a:pt x="1133787" y="1546296"/>
                  </a:lnTo>
                  <a:lnTo>
                    <a:pt x="1133768" y="1546295"/>
                  </a:lnTo>
                  <a:lnTo>
                    <a:pt x="1133777" y="1546274"/>
                  </a:lnTo>
                  <a:lnTo>
                    <a:pt x="1133787" y="1546253"/>
                  </a:lnTo>
                  <a:lnTo>
                    <a:pt x="1133789" y="1546242"/>
                  </a:lnTo>
                  <a:lnTo>
                    <a:pt x="1133789" y="1546233"/>
                  </a:lnTo>
                  <a:lnTo>
                    <a:pt x="1133784" y="1546218"/>
                  </a:lnTo>
                  <a:lnTo>
                    <a:pt x="1133769" y="1546198"/>
                  </a:lnTo>
                  <a:lnTo>
                    <a:pt x="1133751" y="1546206"/>
                  </a:lnTo>
                  <a:lnTo>
                    <a:pt x="1133735" y="1546213"/>
                  </a:lnTo>
                  <a:lnTo>
                    <a:pt x="1133715" y="1546220"/>
                  </a:lnTo>
                  <a:lnTo>
                    <a:pt x="1133701" y="1546218"/>
                  </a:lnTo>
                  <a:lnTo>
                    <a:pt x="1133690" y="1546196"/>
                  </a:lnTo>
                  <a:lnTo>
                    <a:pt x="1133685" y="1546192"/>
                  </a:lnTo>
                  <a:lnTo>
                    <a:pt x="1133678" y="1546184"/>
                  </a:lnTo>
                  <a:lnTo>
                    <a:pt x="1133674" y="1546170"/>
                  </a:lnTo>
                  <a:lnTo>
                    <a:pt x="1133664" y="1546134"/>
                  </a:lnTo>
                  <a:lnTo>
                    <a:pt x="1133649" y="1546098"/>
                  </a:lnTo>
                  <a:lnTo>
                    <a:pt x="1133635" y="1546069"/>
                  </a:lnTo>
                  <a:lnTo>
                    <a:pt x="1133626" y="1546061"/>
                  </a:lnTo>
                  <a:lnTo>
                    <a:pt x="1133613" y="1546050"/>
                  </a:lnTo>
                  <a:lnTo>
                    <a:pt x="1133605" y="1546039"/>
                  </a:lnTo>
                  <a:lnTo>
                    <a:pt x="1133599" y="1546027"/>
                  </a:lnTo>
                  <a:lnTo>
                    <a:pt x="1133584" y="1546014"/>
                  </a:lnTo>
                  <a:lnTo>
                    <a:pt x="1133573" y="1546013"/>
                  </a:lnTo>
                  <a:lnTo>
                    <a:pt x="1133567" y="1546006"/>
                  </a:lnTo>
                  <a:lnTo>
                    <a:pt x="1133557" y="1545994"/>
                  </a:lnTo>
                  <a:lnTo>
                    <a:pt x="1133546" y="1545981"/>
                  </a:lnTo>
                  <a:lnTo>
                    <a:pt x="1133543" y="1545972"/>
                  </a:lnTo>
                  <a:lnTo>
                    <a:pt x="1133541" y="1545953"/>
                  </a:lnTo>
                  <a:lnTo>
                    <a:pt x="1133540" y="1545944"/>
                  </a:lnTo>
                  <a:lnTo>
                    <a:pt x="1133536" y="1545932"/>
                  </a:lnTo>
                  <a:lnTo>
                    <a:pt x="1133528" y="1545922"/>
                  </a:lnTo>
                  <a:lnTo>
                    <a:pt x="1133525" y="1545915"/>
                  </a:lnTo>
                  <a:lnTo>
                    <a:pt x="1133522" y="1545901"/>
                  </a:lnTo>
                  <a:lnTo>
                    <a:pt x="1133522" y="1545850"/>
                  </a:lnTo>
                  <a:lnTo>
                    <a:pt x="1133516" y="1545834"/>
                  </a:lnTo>
                  <a:lnTo>
                    <a:pt x="1133507" y="1545811"/>
                  </a:lnTo>
                  <a:lnTo>
                    <a:pt x="1133501" y="1545801"/>
                  </a:lnTo>
                  <a:lnTo>
                    <a:pt x="1133494" y="1545796"/>
                  </a:lnTo>
                  <a:lnTo>
                    <a:pt x="1133457" y="1545812"/>
                  </a:lnTo>
                  <a:lnTo>
                    <a:pt x="1133453" y="1545815"/>
                  </a:lnTo>
                  <a:lnTo>
                    <a:pt x="1133454" y="1545827"/>
                  </a:lnTo>
                  <a:lnTo>
                    <a:pt x="1133445" y="1545835"/>
                  </a:lnTo>
                  <a:lnTo>
                    <a:pt x="1133435" y="1545842"/>
                  </a:lnTo>
                  <a:lnTo>
                    <a:pt x="1133393" y="1545852"/>
                  </a:lnTo>
                  <a:lnTo>
                    <a:pt x="1133376" y="1545846"/>
                  </a:lnTo>
                  <a:lnTo>
                    <a:pt x="1133358" y="1545834"/>
                  </a:lnTo>
                  <a:lnTo>
                    <a:pt x="1133339" y="1545827"/>
                  </a:lnTo>
                  <a:lnTo>
                    <a:pt x="1133319" y="1545823"/>
                  </a:lnTo>
                  <a:lnTo>
                    <a:pt x="1133299" y="1545819"/>
                  </a:lnTo>
                  <a:lnTo>
                    <a:pt x="1133281" y="1545823"/>
                  </a:lnTo>
                  <a:lnTo>
                    <a:pt x="1133265" y="1545826"/>
                  </a:lnTo>
                  <a:lnTo>
                    <a:pt x="1133245" y="1545826"/>
                  </a:lnTo>
                  <a:lnTo>
                    <a:pt x="1133231" y="1545835"/>
                  </a:lnTo>
                  <a:lnTo>
                    <a:pt x="1133217" y="1545846"/>
                  </a:lnTo>
                  <a:lnTo>
                    <a:pt x="1133203" y="1545862"/>
                  </a:lnTo>
                  <a:lnTo>
                    <a:pt x="1133191" y="1545873"/>
                  </a:lnTo>
                  <a:lnTo>
                    <a:pt x="1133178" y="1545884"/>
                  </a:lnTo>
                  <a:lnTo>
                    <a:pt x="1133162" y="1545893"/>
                  </a:lnTo>
                  <a:lnTo>
                    <a:pt x="1133144" y="1545894"/>
                  </a:lnTo>
                  <a:lnTo>
                    <a:pt x="1133137" y="1545893"/>
                  </a:lnTo>
                  <a:lnTo>
                    <a:pt x="1133132" y="1545886"/>
                  </a:lnTo>
                  <a:lnTo>
                    <a:pt x="1133118" y="1545863"/>
                  </a:lnTo>
                  <a:lnTo>
                    <a:pt x="1133105" y="1545842"/>
                  </a:lnTo>
                  <a:lnTo>
                    <a:pt x="1133093" y="1545826"/>
                  </a:lnTo>
                  <a:lnTo>
                    <a:pt x="1133062" y="1545790"/>
                  </a:lnTo>
                  <a:lnTo>
                    <a:pt x="1133046" y="1545768"/>
                  </a:lnTo>
                  <a:lnTo>
                    <a:pt x="1133042" y="1545761"/>
                  </a:lnTo>
                  <a:lnTo>
                    <a:pt x="1133034" y="1545734"/>
                  </a:lnTo>
                  <a:lnTo>
                    <a:pt x="1133031" y="1545715"/>
                  </a:lnTo>
                  <a:lnTo>
                    <a:pt x="1133031" y="1545706"/>
                  </a:lnTo>
                  <a:lnTo>
                    <a:pt x="1133028" y="1545673"/>
                  </a:lnTo>
                  <a:lnTo>
                    <a:pt x="1133023" y="1545647"/>
                  </a:lnTo>
                  <a:lnTo>
                    <a:pt x="1133022" y="1545636"/>
                  </a:lnTo>
                  <a:lnTo>
                    <a:pt x="1133025" y="1545629"/>
                  </a:lnTo>
                  <a:lnTo>
                    <a:pt x="1133037" y="1545582"/>
                  </a:lnTo>
                  <a:lnTo>
                    <a:pt x="1133047" y="1545540"/>
                  </a:lnTo>
                  <a:lnTo>
                    <a:pt x="1133055" y="1545510"/>
                  </a:lnTo>
                  <a:lnTo>
                    <a:pt x="1133094" y="1545376"/>
                  </a:lnTo>
                  <a:lnTo>
                    <a:pt x="1133105" y="1545286"/>
                  </a:lnTo>
                  <a:lnTo>
                    <a:pt x="1133112" y="1545244"/>
                  </a:lnTo>
                  <a:lnTo>
                    <a:pt x="1133232" y="1545245"/>
                  </a:lnTo>
                  <a:lnTo>
                    <a:pt x="1133237" y="1545244"/>
                  </a:lnTo>
                  <a:lnTo>
                    <a:pt x="1133235" y="1545238"/>
                  </a:lnTo>
                  <a:lnTo>
                    <a:pt x="1133135" y="1545131"/>
                  </a:lnTo>
                  <a:lnTo>
                    <a:pt x="1133140" y="1544991"/>
                  </a:lnTo>
                  <a:lnTo>
                    <a:pt x="1133139" y="1544970"/>
                  </a:lnTo>
                  <a:lnTo>
                    <a:pt x="1133127" y="1544972"/>
                  </a:lnTo>
                  <a:lnTo>
                    <a:pt x="1133073" y="1544972"/>
                  </a:lnTo>
                  <a:lnTo>
                    <a:pt x="1133011" y="1544959"/>
                  </a:lnTo>
                  <a:lnTo>
                    <a:pt x="1132950" y="1544930"/>
                  </a:lnTo>
                  <a:lnTo>
                    <a:pt x="1132892" y="1544894"/>
                  </a:lnTo>
                  <a:lnTo>
                    <a:pt x="1132856" y="1544864"/>
                  </a:lnTo>
                  <a:lnTo>
                    <a:pt x="1132833" y="1544844"/>
                  </a:lnTo>
                  <a:lnTo>
                    <a:pt x="1132806" y="1544846"/>
                  </a:lnTo>
                  <a:lnTo>
                    <a:pt x="1132757" y="1544882"/>
                  </a:lnTo>
                  <a:lnTo>
                    <a:pt x="1132707" y="1544906"/>
                  </a:lnTo>
                  <a:lnTo>
                    <a:pt x="1132647" y="1544920"/>
                  </a:lnTo>
                  <a:lnTo>
                    <a:pt x="1132584" y="1544948"/>
                  </a:lnTo>
                  <a:lnTo>
                    <a:pt x="1132561" y="1544977"/>
                  </a:lnTo>
                  <a:lnTo>
                    <a:pt x="1132543" y="1544994"/>
                  </a:lnTo>
                  <a:lnTo>
                    <a:pt x="1132510" y="1545003"/>
                  </a:lnTo>
                  <a:lnTo>
                    <a:pt x="1132446" y="1545005"/>
                  </a:lnTo>
                  <a:lnTo>
                    <a:pt x="1132383" y="1544985"/>
                  </a:lnTo>
                  <a:lnTo>
                    <a:pt x="1132337" y="1544958"/>
                  </a:lnTo>
                  <a:lnTo>
                    <a:pt x="1132306" y="1544928"/>
                  </a:lnTo>
                  <a:lnTo>
                    <a:pt x="1132255" y="1544888"/>
                  </a:lnTo>
                  <a:lnTo>
                    <a:pt x="1132216" y="1544857"/>
                  </a:lnTo>
                  <a:lnTo>
                    <a:pt x="1132186" y="1544826"/>
                  </a:lnTo>
                  <a:lnTo>
                    <a:pt x="1132142" y="1544811"/>
                  </a:lnTo>
                  <a:lnTo>
                    <a:pt x="1132105" y="1544810"/>
                  </a:lnTo>
                  <a:lnTo>
                    <a:pt x="1132048" y="1544789"/>
                  </a:lnTo>
                  <a:lnTo>
                    <a:pt x="1131995" y="1544771"/>
                  </a:lnTo>
                  <a:lnTo>
                    <a:pt x="1131948" y="1544743"/>
                  </a:lnTo>
                  <a:lnTo>
                    <a:pt x="1131920" y="1544717"/>
                  </a:lnTo>
                  <a:lnTo>
                    <a:pt x="1131896" y="1544703"/>
                  </a:lnTo>
                  <a:lnTo>
                    <a:pt x="1131872" y="1544706"/>
                  </a:lnTo>
                  <a:lnTo>
                    <a:pt x="1131854" y="1544710"/>
                  </a:lnTo>
                  <a:lnTo>
                    <a:pt x="1131833" y="1544715"/>
                  </a:lnTo>
                  <a:lnTo>
                    <a:pt x="1131794" y="1544712"/>
                  </a:lnTo>
                  <a:lnTo>
                    <a:pt x="1131740" y="1544689"/>
                  </a:lnTo>
                  <a:lnTo>
                    <a:pt x="1131730" y="1544682"/>
                  </a:lnTo>
                  <a:lnTo>
                    <a:pt x="1131716" y="1544674"/>
                  </a:lnTo>
                  <a:lnTo>
                    <a:pt x="1131705" y="1544668"/>
                  </a:lnTo>
                  <a:lnTo>
                    <a:pt x="1131697" y="1544663"/>
                  </a:lnTo>
                  <a:lnTo>
                    <a:pt x="1131690" y="1544659"/>
                  </a:lnTo>
                  <a:lnTo>
                    <a:pt x="1131671" y="1544649"/>
                  </a:lnTo>
                  <a:lnTo>
                    <a:pt x="1131648" y="1544635"/>
                  </a:lnTo>
                  <a:lnTo>
                    <a:pt x="1131632" y="1544621"/>
                  </a:lnTo>
                  <a:lnTo>
                    <a:pt x="1131616" y="1544612"/>
                  </a:lnTo>
                  <a:lnTo>
                    <a:pt x="1131595" y="1544604"/>
                  </a:lnTo>
                  <a:lnTo>
                    <a:pt x="1131570" y="1544596"/>
                  </a:lnTo>
                  <a:lnTo>
                    <a:pt x="1131551" y="1544585"/>
                  </a:lnTo>
                  <a:lnTo>
                    <a:pt x="1131536" y="1544573"/>
                  </a:lnTo>
                  <a:lnTo>
                    <a:pt x="1131518" y="1544558"/>
                  </a:lnTo>
                  <a:lnTo>
                    <a:pt x="1131498" y="1544544"/>
                  </a:lnTo>
                  <a:lnTo>
                    <a:pt x="1131473" y="1544528"/>
                  </a:lnTo>
                  <a:lnTo>
                    <a:pt x="1131453" y="1544515"/>
                  </a:lnTo>
                  <a:lnTo>
                    <a:pt x="1131441" y="1544507"/>
                  </a:lnTo>
                  <a:lnTo>
                    <a:pt x="1131437" y="1544504"/>
                  </a:lnTo>
                  <a:lnTo>
                    <a:pt x="1131420" y="1544490"/>
                  </a:lnTo>
                  <a:lnTo>
                    <a:pt x="1131389" y="1544453"/>
                  </a:lnTo>
                  <a:lnTo>
                    <a:pt x="1131371" y="1544436"/>
                  </a:lnTo>
                  <a:lnTo>
                    <a:pt x="1131353" y="1544425"/>
                  </a:lnTo>
                  <a:lnTo>
                    <a:pt x="1131338" y="1544415"/>
                  </a:lnTo>
                  <a:lnTo>
                    <a:pt x="1131325" y="1544407"/>
                  </a:lnTo>
                  <a:lnTo>
                    <a:pt x="1131314" y="1544399"/>
                  </a:lnTo>
                  <a:lnTo>
                    <a:pt x="1131309" y="1544389"/>
                  </a:lnTo>
                  <a:lnTo>
                    <a:pt x="1131307" y="1544379"/>
                  </a:lnTo>
                  <a:lnTo>
                    <a:pt x="1131311" y="1544361"/>
                  </a:lnTo>
                  <a:lnTo>
                    <a:pt x="1131311" y="1544344"/>
                  </a:lnTo>
                  <a:lnTo>
                    <a:pt x="1131308" y="1544321"/>
                  </a:lnTo>
                  <a:lnTo>
                    <a:pt x="1131305" y="1544305"/>
                  </a:lnTo>
                  <a:lnTo>
                    <a:pt x="1131297" y="1544291"/>
                  </a:lnTo>
                  <a:lnTo>
                    <a:pt x="1131287" y="1544276"/>
                  </a:lnTo>
                  <a:lnTo>
                    <a:pt x="1131276" y="1544261"/>
                  </a:lnTo>
                  <a:lnTo>
                    <a:pt x="1131267" y="1544242"/>
                  </a:lnTo>
                  <a:lnTo>
                    <a:pt x="1131258" y="1544217"/>
                  </a:lnTo>
                  <a:lnTo>
                    <a:pt x="1131251" y="1544195"/>
                  </a:lnTo>
                  <a:lnTo>
                    <a:pt x="1131244" y="1544175"/>
                  </a:lnTo>
                  <a:lnTo>
                    <a:pt x="1131236" y="1544155"/>
                  </a:lnTo>
                  <a:lnTo>
                    <a:pt x="1131225" y="1544137"/>
                  </a:lnTo>
                  <a:lnTo>
                    <a:pt x="1131207" y="1544115"/>
                  </a:lnTo>
                  <a:lnTo>
                    <a:pt x="1131189" y="1544098"/>
                  </a:lnTo>
                  <a:lnTo>
                    <a:pt x="1131176" y="1544087"/>
                  </a:lnTo>
                  <a:lnTo>
                    <a:pt x="1131165" y="1544077"/>
                  </a:lnTo>
                  <a:lnTo>
                    <a:pt x="1131141" y="1544054"/>
                  </a:lnTo>
                  <a:lnTo>
                    <a:pt x="1131124" y="1544036"/>
                  </a:lnTo>
                  <a:lnTo>
                    <a:pt x="1131096" y="1544014"/>
                  </a:lnTo>
                  <a:lnTo>
                    <a:pt x="1131070" y="1543990"/>
                  </a:lnTo>
                  <a:lnTo>
                    <a:pt x="1131051" y="1543973"/>
                  </a:lnTo>
                  <a:lnTo>
                    <a:pt x="1131048" y="1543969"/>
                  </a:lnTo>
                  <a:lnTo>
                    <a:pt x="1131039" y="1543958"/>
                  </a:lnTo>
                  <a:lnTo>
                    <a:pt x="1131032" y="1543942"/>
                  </a:lnTo>
                  <a:lnTo>
                    <a:pt x="1131030" y="1543921"/>
                  </a:lnTo>
                  <a:lnTo>
                    <a:pt x="1131031" y="1543889"/>
                  </a:lnTo>
                  <a:lnTo>
                    <a:pt x="1131031" y="1543873"/>
                  </a:lnTo>
                  <a:lnTo>
                    <a:pt x="1131027" y="1543855"/>
                  </a:lnTo>
                  <a:lnTo>
                    <a:pt x="1131021" y="1543843"/>
                  </a:lnTo>
                  <a:lnTo>
                    <a:pt x="1131018" y="1543836"/>
                  </a:lnTo>
                  <a:lnTo>
                    <a:pt x="1131006" y="1543819"/>
                  </a:lnTo>
                  <a:lnTo>
                    <a:pt x="1130997" y="1543804"/>
                  </a:lnTo>
                  <a:lnTo>
                    <a:pt x="1130991" y="1543788"/>
                  </a:lnTo>
                  <a:lnTo>
                    <a:pt x="1130989" y="1543771"/>
                  </a:lnTo>
                  <a:lnTo>
                    <a:pt x="1130988" y="1543765"/>
                  </a:lnTo>
                  <a:lnTo>
                    <a:pt x="1130991" y="1543738"/>
                  </a:lnTo>
                  <a:lnTo>
                    <a:pt x="1130994" y="1543716"/>
                  </a:lnTo>
                  <a:lnTo>
                    <a:pt x="1130994" y="1543694"/>
                  </a:lnTo>
                  <a:lnTo>
                    <a:pt x="1130991" y="1543671"/>
                  </a:lnTo>
                  <a:lnTo>
                    <a:pt x="1130989" y="1543634"/>
                  </a:lnTo>
                  <a:lnTo>
                    <a:pt x="1130988" y="1543595"/>
                  </a:lnTo>
                  <a:lnTo>
                    <a:pt x="1130986" y="1543565"/>
                  </a:lnTo>
                  <a:lnTo>
                    <a:pt x="1130986" y="1543559"/>
                  </a:lnTo>
                  <a:lnTo>
                    <a:pt x="1130983" y="1543529"/>
                  </a:lnTo>
                  <a:lnTo>
                    <a:pt x="1130983" y="1543508"/>
                  </a:lnTo>
                  <a:lnTo>
                    <a:pt x="1130983" y="1543489"/>
                  </a:lnTo>
                  <a:lnTo>
                    <a:pt x="1130977" y="1543464"/>
                  </a:lnTo>
                  <a:lnTo>
                    <a:pt x="1130978" y="1543442"/>
                  </a:lnTo>
                  <a:lnTo>
                    <a:pt x="1130980" y="1543420"/>
                  </a:lnTo>
                  <a:lnTo>
                    <a:pt x="1130979" y="1543404"/>
                  </a:lnTo>
                  <a:lnTo>
                    <a:pt x="1130974" y="1543387"/>
                  </a:lnTo>
                  <a:lnTo>
                    <a:pt x="1130965" y="1543364"/>
                  </a:lnTo>
                  <a:lnTo>
                    <a:pt x="1130959" y="1543347"/>
                  </a:lnTo>
                  <a:lnTo>
                    <a:pt x="1130958" y="1543330"/>
                  </a:lnTo>
                  <a:lnTo>
                    <a:pt x="1130956" y="1543315"/>
                  </a:lnTo>
                  <a:lnTo>
                    <a:pt x="1130949" y="1543298"/>
                  </a:lnTo>
                  <a:lnTo>
                    <a:pt x="1130937" y="1543271"/>
                  </a:lnTo>
                  <a:lnTo>
                    <a:pt x="1130929" y="1543247"/>
                  </a:lnTo>
                  <a:lnTo>
                    <a:pt x="1130927" y="1543241"/>
                  </a:lnTo>
                  <a:lnTo>
                    <a:pt x="1130913" y="1543211"/>
                  </a:lnTo>
                  <a:lnTo>
                    <a:pt x="1130891" y="1543174"/>
                  </a:lnTo>
                  <a:lnTo>
                    <a:pt x="1130875" y="1543148"/>
                  </a:lnTo>
                  <a:lnTo>
                    <a:pt x="1130855" y="1543117"/>
                  </a:lnTo>
                  <a:lnTo>
                    <a:pt x="1130849" y="1543107"/>
                  </a:lnTo>
                  <a:lnTo>
                    <a:pt x="1130826" y="1543071"/>
                  </a:lnTo>
                  <a:lnTo>
                    <a:pt x="1130807" y="1543041"/>
                  </a:lnTo>
                  <a:lnTo>
                    <a:pt x="1130781" y="1543003"/>
                  </a:lnTo>
                  <a:lnTo>
                    <a:pt x="1130762" y="1542974"/>
                  </a:lnTo>
                  <a:lnTo>
                    <a:pt x="1130750" y="1542951"/>
                  </a:lnTo>
                  <a:lnTo>
                    <a:pt x="1130745" y="1542942"/>
                  </a:lnTo>
                  <a:lnTo>
                    <a:pt x="1130736" y="1542925"/>
                  </a:lnTo>
                  <a:lnTo>
                    <a:pt x="1130728" y="1542901"/>
                  </a:lnTo>
                  <a:lnTo>
                    <a:pt x="1130723" y="1542878"/>
                  </a:lnTo>
                  <a:lnTo>
                    <a:pt x="1130713" y="1542856"/>
                  </a:lnTo>
                  <a:lnTo>
                    <a:pt x="1130701" y="1542827"/>
                  </a:lnTo>
                  <a:lnTo>
                    <a:pt x="1130691" y="1542808"/>
                  </a:lnTo>
                  <a:lnTo>
                    <a:pt x="1130680" y="1542789"/>
                  </a:lnTo>
                  <a:lnTo>
                    <a:pt x="1130675" y="1542778"/>
                  </a:lnTo>
                  <a:lnTo>
                    <a:pt x="1130675" y="1542757"/>
                  </a:lnTo>
                  <a:lnTo>
                    <a:pt x="1130670" y="1542736"/>
                  </a:lnTo>
                  <a:lnTo>
                    <a:pt x="1130666" y="1542728"/>
                  </a:lnTo>
                  <a:lnTo>
                    <a:pt x="1130662" y="1542721"/>
                  </a:lnTo>
                  <a:lnTo>
                    <a:pt x="1130644" y="1542694"/>
                  </a:lnTo>
                  <a:lnTo>
                    <a:pt x="1130624" y="1542672"/>
                  </a:lnTo>
                  <a:lnTo>
                    <a:pt x="1130609" y="1542650"/>
                  </a:lnTo>
                  <a:lnTo>
                    <a:pt x="1130605" y="1542638"/>
                  </a:lnTo>
                  <a:lnTo>
                    <a:pt x="1130606" y="1542619"/>
                  </a:lnTo>
                  <a:lnTo>
                    <a:pt x="1130613" y="1542603"/>
                  </a:lnTo>
                  <a:lnTo>
                    <a:pt x="1130625" y="1542583"/>
                  </a:lnTo>
                  <a:lnTo>
                    <a:pt x="1130630" y="1542573"/>
                  </a:lnTo>
                  <a:lnTo>
                    <a:pt x="1130667" y="1542525"/>
                  </a:lnTo>
                  <a:lnTo>
                    <a:pt x="1130681" y="1542501"/>
                  </a:lnTo>
                  <a:lnTo>
                    <a:pt x="1130698" y="1542472"/>
                  </a:lnTo>
                  <a:lnTo>
                    <a:pt x="1130706" y="1542450"/>
                  </a:lnTo>
                  <a:lnTo>
                    <a:pt x="1130708" y="1542435"/>
                  </a:lnTo>
                  <a:lnTo>
                    <a:pt x="1130706" y="1542416"/>
                  </a:lnTo>
                  <a:lnTo>
                    <a:pt x="1130701" y="1542398"/>
                  </a:lnTo>
                  <a:lnTo>
                    <a:pt x="1130689" y="1542374"/>
                  </a:lnTo>
                  <a:lnTo>
                    <a:pt x="1130674" y="1542350"/>
                  </a:lnTo>
                  <a:lnTo>
                    <a:pt x="1130657" y="1542327"/>
                  </a:lnTo>
                  <a:lnTo>
                    <a:pt x="1130639" y="1542307"/>
                  </a:lnTo>
                  <a:lnTo>
                    <a:pt x="1130620" y="1542286"/>
                  </a:lnTo>
                  <a:lnTo>
                    <a:pt x="1130612" y="1542272"/>
                  </a:lnTo>
                  <a:lnTo>
                    <a:pt x="1130602" y="1542253"/>
                  </a:lnTo>
                  <a:lnTo>
                    <a:pt x="1130595" y="1542227"/>
                  </a:lnTo>
                  <a:lnTo>
                    <a:pt x="1130592" y="1542210"/>
                  </a:lnTo>
                  <a:lnTo>
                    <a:pt x="1130589" y="1542199"/>
                  </a:lnTo>
                  <a:lnTo>
                    <a:pt x="1130583" y="1542192"/>
                  </a:lnTo>
                  <a:lnTo>
                    <a:pt x="1130571" y="1542184"/>
                  </a:lnTo>
                  <a:lnTo>
                    <a:pt x="1130559" y="1542175"/>
                  </a:lnTo>
                  <a:lnTo>
                    <a:pt x="1130550" y="1542159"/>
                  </a:lnTo>
                  <a:lnTo>
                    <a:pt x="1130538" y="1542136"/>
                  </a:lnTo>
                  <a:lnTo>
                    <a:pt x="1130530" y="1542118"/>
                  </a:lnTo>
                  <a:lnTo>
                    <a:pt x="1130525" y="1542108"/>
                  </a:lnTo>
                  <a:lnTo>
                    <a:pt x="1130514" y="1542076"/>
                  </a:lnTo>
                  <a:lnTo>
                    <a:pt x="1130500" y="1542033"/>
                  </a:lnTo>
                  <a:lnTo>
                    <a:pt x="1130493" y="1542009"/>
                  </a:lnTo>
                  <a:lnTo>
                    <a:pt x="1130490" y="1542000"/>
                  </a:lnTo>
                  <a:lnTo>
                    <a:pt x="1130481" y="1541976"/>
                  </a:lnTo>
                  <a:lnTo>
                    <a:pt x="1130480" y="1541965"/>
                  </a:lnTo>
                  <a:lnTo>
                    <a:pt x="1130480" y="1541950"/>
                  </a:lnTo>
                  <a:lnTo>
                    <a:pt x="1130485" y="1541933"/>
                  </a:lnTo>
                  <a:lnTo>
                    <a:pt x="1130487" y="1541910"/>
                  </a:lnTo>
                  <a:lnTo>
                    <a:pt x="1130485" y="1541890"/>
                  </a:lnTo>
                  <a:lnTo>
                    <a:pt x="1130481" y="1541867"/>
                  </a:lnTo>
                  <a:lnTo>
                    <a:pt x="1130477" y="1541854"/>
                  </a:lnTo>
                  <a:lnTo>
                    <a:pt x="1130468" y="1541822"/>
                  </a:lnTo>
                  <a:lnTo>
                    <a:pt x="1130462" y="1541793"/>
                  </a:lnTo>
                  <a:lnTo>
                    <a:pt x="1130449" y="1541762"/>
                  </a:lnTo>
                  <a:lnTo>
                    <a:pt x="1130444" y="1541740"/>
                  </a:lnTo>
                  <a:lnTo>
                    <a:pt x="1130437" y="1541711"/>
                  </a:lnTo>
                  <a:lnTo>
                    <a:pt x="1130431" y="1541680"/>
                  </a:lnTo>
                  <a:lnTo>
                    <a:pt x="1130431" y="1541661"/>
                  </a:lnTo>
                  <a:lnTo>
                    <a:pt x="1130437" y="1541648"/>
                  </a:lnTo>
                  <a:lnTo>
                    <a:pt x="1130449" y="1541634"/>
                  </a:lnTo>
                  <a:lnTo>
                    <a:pt x="1130456" y="1541620"/>
                  </a:lnTo>
                  <a:lnTo>
                    <a:pt x="1130459" y="1541608"/>
                  </a:lnTo>
                  <a:lnTo>
                    <a:pt x="1130459" y="1541591"/>
                  </a:lnTo>
                  <a:lnTo>
                    <a:pt x="1130453" y="1541568"/>
                  </a:lnTo>
                  <a:lnTo>
                    <a:pt x="1130451" y="1541561"/>
                  </a:lnTo>
                  <a:lnTo>
                    <a:pt x="1130443" y="1541527"/>
                  </a:lnTo>
                  <a:lnTo>
                    <a:pt x="1130430" y="1541491"/>
                  </a:lnTo>
                  <a:lnTo>
                    <a:pt x="1130417" y="1541467"/>
                  </a:lnTo>
                  <a:lnTo>
                    <a:pt x="1130406" y="1541448"/>
                  </a:lnTo>
                  <a:lnTo>
                    <a:pt x="1130391" y="1541424"/>
                  </a:lnTo>
                  <a:lnTo>
                    <a:pt x="1130377" y="1541410"/>
                  </a:lnTo>
                  <a:lnTo>
                    <a:pt x="1130363" y="1541399"/>
                  </a:lnTo>
                  <a:lnTo>
                    <a:pt x="1130352" y="1541390"/>
                  </a:lnTo>
                  <a:lnTo>
                    <a:pt x="1130338" y="1541376"/>
                  </a:lnTo>
                  <a:lnTo>
                    <a:pt x="1130323" y="1541355"/>
                  </a:lnTo>
                  <a:lnTo>
                    <a:pt x="1130308" y="1541329"/>
                  </a:lnTo>
                  <a:lnTo>
                    <a:pt x="1130289" y="1541301"/>
                  </a:lnTo>
                  <a:lnTo>
                    <a:pt x="1130272" y="1541276"/>
                  </a:lnTo>
                  <a:lnTo>
                    <a:pt x="1130255" y="1541250"/>
                  </a:lnTo>
                  <a:lnTo>
                    <a:pt x="1130239" y="1541222"/>
                  </a:lnTo>
                  <a:lnTo>
                    <a:pt x="1130226" y="1541199"/>
                  </a:lnTo>
                  <a:lnTo>
                    <a:pt x="1130216" y="1541185"/>
                  </a:lnTo>
                  <a:lnTo>
                    <a:pt x="1130200" y="1541171"/>
                  </a:lnTo>
                  <a:lnTo>
                    <a:pt x="1130178" y="1541150"/>
                  </a:lnTo>
                  <a:lnTo>
                    <a:pt x="1130153" y="1541128"/>
                  </a:lnTo>
                  <a:lnTo>
                    <a:pt x="1130120" y="1541097"/>
                  </a:lnTo>
                  <a:lnTo>
                    <a:pt x="1130100" y="1541071"/>
                  </a:lnTo>
                  <a:lnTo>
                    <a:pt x="1130088" y="1541051"/>
                  </a:lnTo>
                  <a:lnTo>
                    <a:pt x="1130083" y="1541038"/>
                  </a:lnTo>
                  <a:lnTo>
                    <a:pt x="1130076" y="1541019"/>
                  </a:lnTo>
                  <a:lnTo>
                    <a:pt x="1130069" y="1540994"/>
                  </a:lnTo>
                  <a:lnTo>
                    <a:pt x="1130060" y="1540970"/>
                  </a:lnTo>
                  <a:lnTo>
                    <a:pt x="1130056" y="1540940"/>
                  </a:lnTo>
                  <a:lnTo>
                    <a:pt x="1130052" y="1540917"/>
                  </a:lnTo>
                  <a:lnTo>
                    <a:pt x="1130049" y="1540889"/>
                  </a:lnTo>
                  <a:lnTo>
                    <a:pt x="1130051" y="1540869"/>
                  </a:lnTo>
                  <a:lnTo>
                    <a:pt x="1130054" y="1540844"/>
                  </a:lnTo>
                  <a:lnTo>
                    <a:pt x="1130052" y="1540819"/>
                  </a:lnTo>
                  <a:lnTo>
                    <a:pt x="1130050" y="1540801"/>
                  </a:lnTo>
                  <a:lnTo>
                    <a:pt x="1130046" y="1540794"/>
                  </a:lnTo>
                  <a:lnTo>
                    <a:pt x="1130041" y="1540783"/>
                  </a:lnTo>
                  <a:lnTo>
                    <a:pt x="1130027" y="1540763"/>
                  </a:lnTo>
                  <a:lnTo>
                    <a:pt x="1130020" y="1540746"/>
                  </a:lnTo>
                  <a:lnTo>
                    <a:pt x="1130017" y="1540734"/>
                  </a:lnTo>
                  <a:lnTo>
                    <a:pt x="1130018" y="1540695"/>
                  </a:lnTo>
                  <a:lnTo>
                    <a:pt x="1130020" y="1540654"/>
                  </a:lnTo>
                  <a:lnTo>
                    <a:pt x="1130021" y="1540608"/>
                  </a:lnTo>
                  <a:lnTo>
                    <a:pt x="1130019" y="1540577"/>
                  </a:lnTo>
                  <a:lnTo>
                    <a:pt x="1130017" y="1540551"/>
                  </a:lnTo>
                  <a:lnTo>
                    <a:pt x="1130010" y="1540522"/>
                  </a:lnTo>
                  <a:lnTo>
                    <a:pt x="1130010" y="1540471"/>
                  </a:lnTo>
                  <a:lnTo>
                    <a:pt x="1130013" y="1540429"/>
                  </a:lnTo>
                  <a:lnTo>
                    <a:pt x="1130013" y="1540422"/>
                  </a:lnTo>
                  <a:lnTo>
                    <a:pt x="1130019" y="1540386"/>
                  </a:lnTo>
                  <a:lnTo>
                    <a:pt x="1130021" y="1540377"/>
                  </a:lnTo>
                  <a:lnTo>
                    <a:pt x="1130025" y="1540343"/>
                  </a:lnTo>
                  <a:lnTo>
                    <a:pt x="1130027" y="1540319"/>
                  </a:lnTo>
                  <a:lnTo>
                    <a:pt x="1130027" y="1540300"/>
                  </a:lnTo>
                  <a:lnTo>
                    <a:pt x="1130021" y="1540278"/>
                  </a:lnTo>
                  <a:lnTo>
                    <a:pt x="1130001" y="1540243"/>
                  </a:lnTo>
                  <a:lnTo>
                    <a:pt x="1129985" y="1540203"/>
                  </a:lnTo>
                  <a:lnTo>
                    <a:pt x="1129973" y="1540166"/>
                  </a:lnTo>
                  <a:lnTo>
                    <a:pt x="1129962" y="1540132"/>
                  </a:lnTo>
                  <a:lnTo>
                    <a:pt x="1129952" y="1540091"/>
                  </a:lnTo>
                  <a:lnTo>
                    <a:pt x="1129950" y="1540083"/>
                  </a:lnTo>
                  <a:lnTo>
                    <a:pt x="1129943" y="1540039"/>
                  </a:lnTo>
                  <a:lnTo>
                    <a:pt x="1129940" y="1539999"/>
                  </a:lnTo>
                  <a:lnTo>
                    <a:pt x="1129937" y="1539964"/>
                  </a:lnTo>
                  <a:lnTo>
                    <a:pt x="1129933" y="1539943"/>
                  </a:lnTo>
                  <a:lnTo>
                    <a:pt x="1129927" y="1539924"/>
                  </a:lnTo>
                  <a:lnTo>
                    <a:pt x="1129924" y="1539913"/>
                  </a:lnTo>
                  <a:lnTo>
                    <a:pt x="1129910" y="1539899"/>
                  </a:lnTo>
                  <a:lnTo>
                    <a:pt x="1129888" y="1539888"/>
                  </a:lnTo>
                  <a:lnTo>
                    <a:pt x="1129867" y="1539878"/>
                  </a:lnTo>
                  <a:lnTo>
                    <a:pt x="1129847" y="1539866"/>
                  </a:lnTo>
                  <a:lnTo>
                    <a:pt x="1129839" y="1539860"/>
                  </a:lnTo>
                  <a:lnTo>
                    <a:pt x="1129828" y="1539843"/>
                  </a:lnTo>
                  <a:lnTo>
                    <a:pt x="1129820" y="1539823"/>
                  </a:lnTo>
                  <a:lnTo>
                    <a:pt x="1129814" y="1539797"/>
                  </a:lnTo>
                  <a:lnTo>
                    <a:pt x="1129807" y="1539762"/>
                  </a:lnTo>
                  <a:lnTo>
                    <a:pt x="1129802" y="1539748"/>
                  </a:lnTo>
                  <a:lnTo>
                    <a:pt x="1129793" y="1539732"/>
                  </a:lnTo>
                  <a:lnTo>
                    <a:pt x="1129773" y="1539705"/>
                  </a:lnTo>
                  <a:lnTo>
                    <a:pt x="1129741" y="1539670"/>
                  </a:lnTo>
                  <a:lnTo>
                    <a:pt x="1129704" y="1539629"/>
                  </a:lnTo>
                  <a:lnTo>
                    <a:pt x="1129691" y="1539610"/>
                  </a:lnTo>
                  <a:lnTo>
                    <a:pt x="1129679" y="1539594"/>
                  </a:lnTo>
                  <a:lnTo>
                    <a:pt x="1129665" y="1539574"/>
                  </a:lnTo>
                  <a:lnTo>
                    <a:pt x="1129656" y="1539557"/>
                  </a:lnTo>
                  <a:lnTo>
                    <a:pt x="1129646" y="1539547"/>
                  </a:lnTo>
                  <a:lnTo>
                    <a:pt x="1129635" y="1539538"/>
                  </a:lnTo>
                  <a:lnTo>
                    <a:pt x="1129620" y="1539527"/>
                  </a:lnTo>
                  <a:lnTo>
                    <a:pt x="1129605" y="1539517"/>
                  </a:lnTo>
                  <a:lnTo>
                    <a:pt x="1129597" y="1539512"/>
                  </a:lnTo>
                  <a:lnTo>
                    <a:pt x="1129574" y="1539495"/>
                  </a:lnTo>
                  <a:lnTo>
                    <a:pt x="1129561" y="1539478"/>
                  </a:lnTo>
                  <a:lnTo>
                    <a:pt x="1129547" y="1539457"/>
                  </a:lnTo>
                  <a:lnTo>
                    <a:pt x="1129537" y="1539437"/>
                  </a:lnTo>
                  <a:lnTo>
                    <a:pt x="1129529" y="1539406"/>
                  </a:lnTo>
                  <a:lnTo>
                    <a:pt x="1129520" y="1539379"/>
                  </a:lnTo>
                  <a:lnTo>
                    <a:pt x="1129504" y="1539344"/>
                  </a:lnTo>
                  <a:lnTo>
                    <a:pt x="1129474" y="1539293"/>
                  </a:lnTo>
                  <a:lnTo>
                    <a:pt x="1129470" y="1539285"/>
                  </a:lnTo>
                  <a:lnTo>
                    <a:pt x="1129459" y="1539257"/>
                  </a:lnTo>
                  <a:lnTo>
                    <a:pt x="1129455" y="1539234"/>
                  </a:lnTo>
                  <a:lnTo>
                    <a:pt x="1129449" y="1539213"/>
                  </a:lnTo>
                  <a:lnTo>
                    <a:pt x="1129435" y="1539194"/>
                  </a:lnTo>
                  <a:lnTo>
                    <a:pt x="1129424" y="1539167"/>
                  </a:lnTo>
                  <a:lnTo>
                    <a:pt x="1129417" y="1539138"/>
                  </a:lnTo>
                  <a:lnTo>
                    <a:pt x="1129412" y="1539075"/>
                  </a:lnTo>
                  <a:lnTo>
                    <a:pt x="1129410" y="1539026"/>
                  </a:lnTo>
                  <a:lnTo>
                    <a:pt x="1129411" y="1539013"/>
                  </a:lnTo>
                  <a:lnTo>
                    <a:pt x="1129412" y="1538986"/>
                  </a:lnTo>
                  <a:lnTo>
                    <a:pt x="1129413" y="1538960"/>
                  </a:lnTo>
                  <a:lnTo>
                    <a:pt x="1129408" y="1538941"/>
                  </a:lnTo>
                  <a:lnTo>
                    <a:pt x="1129390" y="1538900"/>
                  </a:lnTo>
                  <a:lnTo>
                    <a:pt x="1129375" y="1538871"/>
                  </a:lnTo>
                  <a:lnTo>
                    <a:pt x="1129346" y="1538808"/>
                  </a:lnTo>
                  <a:lnTo>
                    <a:pt x="1129326" y="1538764"/>
                  </a:lnTo>
                  <a:lnTo>
                    <a:pt x="1129305" y="1538710"/>
                  </a:lnTo>
                  <a:lnTo>
                    <a:pt x="1129296" y="1538671"/>
                  </a:lnTo>
                  <a:lnTo>
                    <a:pt x="1129294" y="1538658"/>
                  </a:lnTo>
                  <a:lnTo>
                    <a:pt x="1129291" y="1538642"/>
                  </a:lnTo>
                  <a:lnTo>
                    <a:pt x="1129295" y="1538606"/>
                  </a:lnTo>
                  <a:lnTo>
                    <a:pt x="1129305" y="1538563"/>
                  </a:lnTo>
                  <a:lnTo>
                    <a:pt x="1129311" y="1538544"/>
                  </a:lnTo>
                  <a:lnTo>
                    <a:pt x="1129323" y="1538519"/>
                  </a:lnTo>
                  <a:lnTo>
                    <a:pt x="1129347" y="1538483"/>
                  </a:lnTo>
                  <a:lnTo>
                    <a:pt x="1129367" y="1538452"/>
                  </a:lnTo>
                  <a:lnTo>
                    <a:pt x="1129380" y="1538421"/>
                  </a:lnTo>
                  <a:lnTo>
                    <a:pt x="1129397" y="1538367"/>
                  </a:lnTo>
                  <a:lnTo>
                    <a:pt x="1129404" y="1538321"/>
                  </a:lnTo>
                  <a:lnTo>
                    <a:pt x="1129407" y="1538291"/>
                  </a:lnTo>
                  <a:lnTo>
                    <a:pt x="1129407" y="1538270"/>
                  </a:lnTo>
                  <a:lnTo>
                    <a:pt x="1129407" y="1538260"/>
                  </a:lnTo>
                  <a:lnTo>
                    <a:pt x="1129404" y="1538241"/>
                  </a:lnTo>
                  <a:lnTo>
                    <a:pt x="1129403" y="1538226"/>
                  </a:lnTo>
                  <a:lnTo>
                    <a:pt x="1129401" y="1538209"/>
                  </a:lnTo>
                  <a:lnTo>
                    <a:pt x="1129396" y="1538191"/>
                  </a:lnTo>
                  <a:lnTo>
                    <a:pt x="1129385" y="1538168"/>
                  </a:lnTo>
                  <a:lnTo>
                    <a:pt x="1129375" y="1538145"/>
                  </a:lnTo>
                  <a:lnTo>
                    <a:pt x="1129370" y="1538133"/>
                  </a:lnTo>
                  <a:lnTo>
                    <a:pt x="1129358" y="1538108"/>
                  </a:lnTo>
                  <a:lnTo>
                    <a:pt x="1129355" y="1538090"/>
                  </a:lnTo>
                  <a:lnTo>
                    <a:pt x="1129357" y="1538075"/>
                  </a:lnTo>
                  <a:lnTo>
                    <a:pt x="1129360" y="1538058"/>
                  </a:lnTo>
                  <a:lnTo>
                    <a:pt x="1129370" y="1538032"/>
                  </a:lnTo>
                  <a:lnTo>
                    <a:pt x="1129385" y="1538003"/>
                  </a:lnTo>
                  <a:lnTo>
                    <a:pt x="1129403" y="1537965"/>
                  </a:lnTo>
                  <a:lnTo>
                    <a:pt x="1129415" y="1537938"/>
                  </a:lnTo>
                  <a:lnTo>
                    <a:pt x="1129425" y="1537906"/>
                  </a:lnTo>
                  <a:lnTo>
                    <a:pt x="1129428" y="1537886"/>
                  </a:lnTo>
                  <a:lnTo>
                    <a:pt x="1129433" y="1537859"/>
                  </a:lnTo>
                  <a:lnTo>
                    <a:pt x="1129437" y="1537831"/>
                  </a:lnTo>
                  <a:lnTo>
                    <a:pt x="1129444" y="1537783"/>
                  </a:lnTo>
                  <a:lnTo>
                    <a:pt x="1129448" y="1537761"/>
                  </a:lnTo>
                  <a:lnTo>
                    <a:pt x="1129451" y="1537748"/>
                  </a:lnTo>
                  <a:lnTo>
                    <a:pt x="1129453" y="1537735"/>
                  </a:lnTo>
                  <a:lnTo>
                    <a:pt x="1129455" y="1537727"/>
                  </a:lnTo>
                  <a:lnTo>
                    <a:pt x="1129458" y="1537710"/>
                  </a:lnTo>
                  <a:lnTo>
                    <a:pt x="1129457" y="1537685"/>
                  </a:lnTo>
                  <a:lnTo>
                    <a:pt x="1129455" y="1537673"/>
                  </a:lnTo>
                  <a:lnTo>
                    <a:pt x="1129448" y="1537658"/>
                  </a:lnTo>
                  <a:lnTo>
                    <a:pt x="1129441" y="1537647"/>
                  </a:lnTo>
                  <a:lnTo>
                    <a:pt x="1129423" y="1537631"/>
                  </a:lnTo>
                  <a:lnTo>
                    <a:pt x="1129404" y="1537615"/>
                  </a:lnTo>
                  <a:lnTo>
                    <a:pt x="1129389" y="1537599"/>
                  </a:lnTo>
                  <a:lnTo>
                    <a:pt x="1129377" y="1537578"/>
                  </a:lnTo>
                  <a:lnTo>
                    <a:pt x="1129371" y="1537565"/>
                  </a:lnTo>
                  <a:lnTo>
                    <a:pt x="1129368" y="1537556"/>
                  </a:lnTo>
                  <a:lnTo>
                    <a:pt x="1129363" y="1537526"/>
                  </a:lnTo>
                  <a:lnTo>
                    <a:pt x="1129362" y="1537476"/>
                  </a:lnTo>
                  <a:lnTo>
                    <a:pt x="1129364" y="1537427"/>
                  </a:lnTo>
                  <a:lnTo>
                    <a:pt x="1129370" y="1537404"/>
                  </a:lnTo>
                  <a:lnTo>
                    <a:pt x="1129376" y="1537376"/>
                  </a:lnTo>
                  <a:lnTo>
                    <a:pt x="1129378" y="1537363"/>
                  </a:lnTo>
                  <a:lnTo>
                    <a:pt x="1129380" y="1537350"/>
                  </a:lnTo>
                  <a:lnTo>
                    <a:pt x="1129384" y="1537337"/>
                  </a:lnTo>
                  <a:lnTo>
                    <a:pt x="1129391" y="1537320"/>
                  </a:lnTo>
                  <a:lnTo>
                    <a:pt x="1129396" y="1537305"/>
                  </a:lnTo>
                  <a:lnTo>
                    <a:pt x="1129396" y="1537288"/>
                  </a:lnTo>
                  <a:lnTo>
                    <a:pt x="1129394" y="1537270"/>
                  </a:lnTo>
                  <a:lnTo>
                    <a:pt x="1129388" y="1537253"/>
                  </a:lnTo>
                  <a:lnTo>
                    <a:pt x="1129379" y="1537219"/>
                  </a:lnTo>
                  <a:lnTo>
                    <a:pt x="1129376" y="1537202"/>
                  </a:lnTo>
                  <a:lnTo>
                    <a:pt x="1129374" y="1537174"/>
                  </a:lnTo>
                  <a:lnTo>
                    <a:pt x="1129373" y="1537144"/>
                  </a:lnTo>
                  <a:lnTo>
                    <a:pt x="1129376" y="1537123"/>
                  </a:lnTo>
                  <a:lnTo>
                    <a:pt x="1129378" y="1537103"/>
                  </a:lnTo>
                  <a:lnTo>
                    <a:pt x="1129375" y="1537088"/>
                  </a:lnTo>
                  <a:lnTo>
                    <a:pt x="1129370" y="1537070"/>
                  </a:lnTo>
                  <a:lnTo>
                    <a:pt x="1129358" y="1537034"/>
                  </a:lnTo>
                  <a:lnTo>
                    <a:pt x="1129351" y="1537006"/>
                  </a:lnTo>
                  <a:lnTo>
                    <a:pt x="1129352" y="1536990"/>
                  </a:lnTo>
                  <a:lnTo>
                    <a:pt x="1129355" y="1536970"/>
                  </a:lnTo>
                  <a:lnTo>
                    <a:pt x="1129370" y="1536923"/>
                  </a:lnTo>
                  <a:lnTo>
                    <a:pt x="1129374" y="1536903"/>
                  </a:lnTo>
                  <a:lnTo>
                    <a:pt x="1129377" y="1536882"/>
                  </a:lnTo>
                  <a:lnTo>
                    <a:pt x="1129377" y="1536854"/>
                  </a:lnTo>
                  <a:lnTo>
                    <a:pt x="1129381" y="1536818"/>
                  </a:lnTo>
                  <a:lnTo>
                    <a:pt x="1129383" y="1536807"/>
                  </a:lnTo>
                  <a:lnTo>
                    <a:pt x="1129384" y="1536796"/>
                  </a:lnTo>
                  <a:lnTo>
                    <a:pt x="1129383" y="1536782"/>
                  </a:lnTo>
                  <a:lnTo>
                    <a:pt x="1129382" y="1536736"/>
                  </a:lnTo>
                  <a:lnTo>
                    <a:pt x="1129384" y="1536691"/>
                  </a:lnTo>
                  <a:lnTo>
                    <a:pt x="1129388" y="1536683"/>
                  </a:lnTo>
                  <a:lnTo>
                    <a:pt x="1129392" y="1536676"/>
                  </a:lnTo>
                  <a:lnTo>
                    <a:pt x="1129401" y="1536665"/>
                  </a:lnTo>
                  <a:lnTo>
                    <a:pt x="1129413" y="1536655"/>
                  </a:lnTo>
                  <a:lnTo>
                    <a:pt x="1129427" y="1536642"/>
                  </a:lnTo>
                  <a:lnTo>
                    <a:pt x="1129442" y="1536626"/>
                  </a:lnTo>
                  <a:lnTo>
                    <a:pt x="1129453" y="1536609"/>
                  </a:lnTo>
                  <a:lnTo>
                    <a:pt x="1129465" y="1536593"/>
                  </a:lnTo>
                  <a:lnTo>
                    <a:pt x="1129479" y="1536576"/>
                  </a:lnTo>
                  <a:lnTo>
                    <a:pt x="1129499" y="1536558"/>
                  </a:lnTo>
                  <a:lnTo>
                    <a:pt x="1129519" y="1536540"/>
                  </a:lnTo>
                  <a:lnTo>
                    <a:pt x="1129536" y="1536525"/>
                  </a:lnTo>
                  <a:lnTo>
                    <a:pt x="1129554" y="1536505"/>
                  </a:lnTo>
                  <a:lnTo>
                    <a:pt x="1129566" y="1536498"/>
                  </a:lnTo>
                  <a:lnTo>
                    <a:pt x="1129586" y="1536482"/>
                  </a:lnTo>
                  <a:lnTo>
                    <a:pt x="1129598" y="1536471"/>
                  </a:lnTo>
                  <a:lnTo>
                    <a:pt x="1129603" y="1536459"/>
                  </a:lnTo>
                  <a:lnTo>
                    <a:pt x="1129616" y="1536438"/>
                  </a:lnTo>
                  <a:lnTo>
                    <a:pt x="1129629" y="1536422"/>
                  </a:lnTo>
                  <a:lnTo>
                    <a:pt x="1129638" y="1536416"/>
                  </a:lnTo>
                  <a:lnTo>
                    <a:pt x="1129644" y="1536411"/>
                  </a:lnTo>
                  <a:lnTo>
                    <a:pt x="1129655" y="1536406"/>
                  </a:lnTo>
                  <a:lnTo>
                    <a:pt x="1129668" y="1536406"/>
                  </a:lnTo>
                  <a:lnTo>
                    <a:pt x="1129684" y="1536406"/>
                  </a:lnTo>
                  <a:lnTo>
                    <a:pt x="1129693" y="1536405"/>
                  </a:lnTo>
                  <a:lnTo>
                    <a:pt x="1129712" y="1536398"/>
                  </a:lnTo>
                  <a:lnTo>
                    <a:pt x="1129729" y="1536386"/>
                  </a:lnTo>
                  <a:lnTo>
                    <a:pt x="1129750" y="1536373"/>
                  </a:lnTo>
                  <a:lnTo>
                    <a:pt x="1129769" y="1536360"/>
                  </a:lnTo>
                  <a:lnTo>
                    <a:pt x="1129782" y="1536344"/>
                  </a:lnTo>
                  <a:lnTo>
                    <a:pt x="1129793" y="1536327"/>
                  </a:lnTo>
                  <a:lnTo>
                    <a:pt x="1129803" y="1536316"/>
                  </a:lnTo>
                  <a:lnTo>
                    <a:pt x="1129815" y="1536308"/>
                  </a:lnTo>
                  <a:lnTo>
                    <a:pt x="1129829" y="1536301"/>
                  </a:lnTo>
                  <a:lnTo>
                    <a:pt x="1129847" y="1536293"/>
                  </a:lnTo>
                  <a:lnTo>
                    <a:pt x="1129863" y="1536285"/>
                  </a:lnTo>
                  <a:lnTo>
                    <a:pt x="1129888" y="1536267"/>
                  </a:lnTo>
                  <a:lnTo>
                    <a:pt x="1129909" y="1536245"/>
                  </a:lnTo>
                  <a:lnTo>
                    <a:pt x="1129934" y="1536219"/>
                  </a:lnTo>
                  <a:lnTo>
                    <a:pt x="1129955" y="1536195"/>
                  </a:lnTo>
                  <a:lnTo>
                    <a:pt x="1129967" y="1536173"/>
                  </a:lnTo>
                  <a:lnTo>
                    <a:pt x="1129976" y="1536151"/>
                  </a:lnTo>
                  <a:lnTo>
                    <a:pt x="1129983" y="1536124"/>
                  </a:lnTo>
                  <a:lnTo>
                    <a:pt x="1129992" y="1536103"/>
                  </a:lnTo>
                  <a:lnTo>
                    <a:pt x="1130001" y="1536085"/>
                  </a:lnTo>
                  <a:lnTo>
                    <a:pt x="1130029" y="1536037"/>
                  </a:lnTo>
                  <a:lnTo>
                    <a:pt x="1130041" y="1536015"/>
                  </a:lnTo>
                  <a:lnTo>
                    <a:pt x="1130055" y="1535981"/>
                  </a:lnTo>
                  <a:lnTo>
                    <a:pt x="1130060" y="1535963"/>
                  </a:lnTo>
                  <a:lnTo>
                    <a:pt x="1130070" y="1535939"/>
                  </a:lnTo>
                  <a:lnTo>
                    <a:pt x="1130079" y="1535914"/>
                  </a:lnTo>
                  <a:lnTo>
                    <a:pt x="1130089" y="1535891"/>
                  </a:lnTo>
                  <a:lnTo>
                    <a:pt x="1130097" y="1535874"/>
                  </a:lnTo>
                  <a:lnTo>
                    <a:pt x="1130105" y="1535848"/>
                  </a:lnTo>
                  <a:lnTo>
                    <a:pt x="1130117" y="1535813"/>
                  </a:lnTo>
                  <a:lnTo>
                    <a:pt x="1130123" y="1535793"/>
                  </a:lnTo>
                  <a:lnTo>
                    <a:pt x="1130131" y="1535773"/>
                  </a:lnTo>
                  <a:lnTo>
                    <a:pt x="1130135" y="1535756"/>
                  </a:lnTo>
                  <a:lnTo>
                    <a:pt x="1130137" y="1535741"/>
                  </a:lnTo>
                  <a:lnTo>
                    <a:pt x="1130136" y="1535725"/>
                  </a:lnTo>
                  <a:lnTo>
                    <a:pt x="1130134" y="1535703"/>
                  </a:lnTo>
                  <a:lnTo>
                    <a:pt x="1130134" y="1535691"/>
                  </a:lnTo>
                  <a:lnTo>
                    <a:pt x="1130138" y="1535670"/>
                  </a:lnTo>
                  <a:lnTo>
                    <a:pt x="1130146" y="1535643"/>
                  </a:lnTo>
                  <a:lnTo>
                    <a:pt x="1130148" y="1535606"/>
                  </a:lnTo>
                  <a:lnTo>
                    <a:pt x="1130145" y="1535575"/>
                  </a:lnTo>
                  <a:lnTo>
                    <a:pt x="1130140" y="1535541"/>
                  </a:lnTo>
                  <a:lnTo>
                    <a:pt x="1130134" y="1535520"/>
                  </a:lnTo>
                  <a:lnTo>
                    <a:pt x="1130121" y="1535487"/>
                  </a:lnTo>
                  <a:lnTo>
                    <a:pt x="1130115" y="1535467"/>
                  </a:lnTo>
                  <a:lnTo>
                    <a:pt x="1130113" y="1535450"/>
                  </a:lnTo>
                  <a:lnTo>
                    <a:pt x="1130105" y="1535427"/>
                  </a:lnTo>
                  <a:lnTo>
                    <a:pt x="1130093" y="1535405"/>
                  </a:lnTo>
                  <a:lnTo>
                    <a:pt x="1130074" y="1535378"/>
                  </a:lnTo>
                  <a:lnTo>
                    <a:pt x="1130058" y="1535354"/>
                  </a:lnTo>
                  <a:lnTo>
                    <a:pt x="1130049" y="1535327"/>
                  </a:lnTo>
                  <a:lnTo>
                    <a:pt x="1130047" y="1535307"/>
                  </a:lnTo>
                  <a:lnTo>
                    <a:pt x="1130047" y="1535294"/>
                  </a:lnTo>
                  <a:lnTo>
                    <a:pt x="1130043" y="1535268"/>
                  </a:lnTo>
                  <a:lnTo>
                    <a:pt x="1130041" y="1535245"/>
                  </a:lnTo>
                  <a:lnTo>
                    <a:pt x="1130043" y="1535209"/>
                  </a:lnTo>
                  <a:lnTo>
                    <a:pt x="1130045" y="1535172"/>
                  </a:lnTo>
                  <a:lnTo>
                    <a:pt x="1130046" y="1535142"/>
                  </a:lnTo>
                  <a:lnTo>
                    <a:pt x="1130045" y="1535111"/>
                  </a:lnTo>
                  <a:lnTo>
                    <a:pt x="1130041" y="1535076"/>
                  </a:lnTo>
                  <a:lnTo>
                    <a:pt x="1130040" y="1535070"/>
                  </a:lnTo>
                  <a:lnTo>
                    <a:pt x="1130038" y="1535056"/>
                  </a:lnTo>
                  <a:lnTo>
                    <a:pt x="1130032" y="1535029"/>
                  </a:lnTo>
                  <a:lnTo>
                    <a:pt x="1130030" y="1535002"/>
                  </a:lnTo>
                  <a:lnTo>
                    <a:pt x="1130033" y="1534989"/>
                  </a:lnTo>
                  <a:lnTo>
                    <a:pt x="1130040" y="1534958"/>
                  </a:lnTo>
                  <a:lnTo>
                    <a:pt x="1130043" y="1534948"/>
                  </a:lnTo>
                  <a:lnTo>
                    <a:pt x="1130043" y="1534930"/>
                  </a:lnTo>
                  <a:lnTo>
                    <a:pt x="1130041" y="1534897"/>
                  </a:lnTo>
                  <a:lnTo>
                    <a:pt x="1130041" y="1534882"/>
                  </a:lnTo>
                  <a:lnTo>
                    <a:pt x="1130033" y="1534844"/>
                  </a:lnTo>
                  <a:lnTo>
                    <a:pt x="1130032" y="1534832"/>
                  </a:lnTo>
                  <a:lnTo>
                    <a:pt x="1130033" y="1534819"/>
                  </a:lnTo>
                  <a:lnTo>
                    <a:pt x="1130036" y="1534794"/>
                  </a:lnTo>
                  <a:lnTo>
                    <a:pt x="1130035" y="1534776"/>
                  </a:lnTo>
                  <a:lnTo>
                    <a:pt x="1130033" y="1534758"/>
                  </a:lnTo>
                  <a:lnTo>
                    <a:pt x="1130029" y="1534734"/>
                  </a:lnTo>
                  <a:lnTo>
                    <a:pt x="1130024" y="1534722"/>
                  </a:lnTo>
                  <a:lnTo>
                    <a:pt x="1130017" y="1534705"/>
                  </a:lnTo>
                  <a:lnTo>
                    <a:pt x="1129992" y="1534666"/>
                  </a:lnTo>
                  <a:lnTo>
                    <a:pt x="1129983" y="1534645"/>
                  </a:lnTo>
                  <a:lnTo>
                    <a:pt x="1129978" y="1534621"/>
                  </a:lnTo>
                  <a:lnTo>
                    <a:pt x="1129975" y="1534606"/>
                  </a:lnTo>
                  <a:lnTo>
                    <a:pt x="1129969" y="1534570"/>
                  </a:lnTo>
                  <a:lnTo>
                    <a:pt x="1129967" y="1534552"/>
                  </a:lnTo>
                  <a:lnTo>
                    <a:pt x="1129967" y="1534539"/>
                  </a:lnTo>
                  <a:lnTo>
                    <a:pt x="1129970" y="1534524"/>
                  </a:lnTo>
                  <a:lnTo>
                    <a:pt x="1129977" y="1534513"/>
                  </a:lnTo>
                  <a:lnTo>
                    <a:pt x="1129984" y="1534507"/>
                  </a:lnTo>
                  <a:lnTo>
                    <a:pt x="1129998" y="1534501"/>
                  </a:lnTo>
                  <a:lnTo>
                    <a:pt x="1130017" y="1534498"/>
                  </a:lnTo>
                  <a:lnTo>
                    <a:pt x="1130034" y="1534499"/>
                  </a:lnTo>
                  <a:lnTo>
                    <a:pt x="1130055" y="1534503"/>
                  </a:lnTo>
                  <a:lnTo>
                    <a:pt x="1130083" y="1534507"/>
                  </a:lnTo>
                  <a:lnTo>
                    <a:pt x="1130106" y="1534509"/>
                  </a:lnTo>
                  <a:lnTo>
                    <a:pt x="1130154" y="1534509"/>
                  </a:lnTo>
                  <a:lnTo>
                    <a:pt x="1130188" y="1534506"/>
                  </a:lnTo>
                  <a:lnTo>
                    <a:pt x="1130227" y="1534498"/>
                  </a:lnTo>
                  <a:lnTo>
                    <a:pt x="1130250" y="1534489"/>
                  </a:lnTo>
                  <a:lnTo>
                    <a:pt x="1130319" y="1534462"/>
                  </a:lnTo>
                  <a:lnTo>
                    <a:pt x="1130345" y="1534453"/>
                  </a:lnTo>
                  <a:lnTo>
                    <a:pt x="1130367" y="1534441"/>
                  </a:lnTo>
                  <a:lnTo>
                    <a:pt x="1130430" y="1534414"/>
                  </a:lnTo>
                  <a:lnTo>
                    <a:pt x="1130463" y="1534400"/>
                  </a:lnTo>
                  <a:lnTo>
                    <a:pt x="1130488" y="1534384"/>
                  </a:lnTo>
                  <a:lnTo>
                    <a:pt x="1130553" y="1534347"/>
                  </a:lnTo>
                  <a:lnTo>
                    <a:pt x="1130584" y="1534331"/>
                  </a:lnTo>
                  <a:lnTo>
                    <a:pt x="1130609" y="1534319"/>
                  </a:lnTo>
                  <a:lnTo>
                    <a:pt x="1130636" y="1534307"/>
                  </a:lnTo>
                  <a:lnTo>
                    <a:pt x="1130665" y="1534292"/>
                  </a:lnTo>
                  <a:lnTo>
                    <a:pt x="1130686" y="1534272"/>
                  </a:lnTo>
                  <a:lnTo>
                    <a:pt x="1130697" y="1534257"/>
                  </a:lnTo>
                  <a:lnTo>
                    <a:pt x="1130707" y="1534236"/>
                  </a:lnTo>
                  <a:lnTo>
                    <a:pt x="1130715" y="1534216"/>
                  </a:lnTo>
                  <a:lnTo>
                    <a:pt x="1130722" y="1534206"/>
                  </a:lnTo>
                  <a:lnTo>
                    <a:pt x="1130748" y="1534172"/>
                  </a:lnTo>
                  <a:lnTo>
                    <a:pt x="1130767" y="1534149"/>
                  </a:lnTo>
                  <a:lnTo>
                    <a:pt x="1130772" y="1534140"/>
                  </a:lnTo>
                  <a:lnTo>
                    <a:pt x="1130781" y="1534119"/>
                  </a:lnTo>
                  <a:lnTo>
                    <a:pt x="1130788" y="1534105"/>
                  </a:lnTo>
                  <a:lnTo>
                    <a:pt x="1130799" y="1534091"/>
                  </a:lnTo>
                  <a:lnTo>
                    <a:pt x="1130815" y="1534077"/>
                  </a:lnTo>
                  <a:lnTo>
                    <a:pt x="1130826" y="1534068"/>
                  </a:lnTo>
                  <a:lnTo>
                    <a:pt x="1130838" y="1534057"/>
                  </a:lnTo>
                  <a:lnTo>
                    <a:pt x="1130864" y="1534020"/>
                  </a:lnTo>
                  <a:lnTo>
                    <a:pt x="1130882" y="1534003"/>
                  </a:lnTo>
                  <a:lnTo>
                    <a:pt x="1130892" y="1533989"/>
                  </a:lnTo>
                  <a:lnTo>
                    <a:pt x="1130897" y="1533976"/>
                  </a:lnTo>
                  <a:lnTo>
                    <a:pt x="1130902" y="1533963"/>
                  </a:lnTo>
                  <a:lnTo>
                    <a:pt x="1130908" y="1533949"/>
                  </a:lnTo>
                  <a:lnTo>
                    <a:pt x="1130916" y="1533931"/>
                  </a:lnTo>
                  <a:lnTo>
                    <a:pt x="1130923" y="1533918"/>
                  </a:lnTo>
                  <a:lnTo>
                    <a:pt x="1130929" y="1533901"/>
                  </a:lnTo>
                  <a:lnTo>
                    <a:pt x="1130937" y="1533870"/>
                  </a:lnTo>
                  <a:lnTo>
                    <a:pt x="1130943" y="1533851"/>
                  </a:lnTo>
                  <a:lnTo>
                    <a:pt x="1130950" y="1533832"/>
                  </a:lnTo>
                  <a:lnTo>
                    <a:pt x="1130954" y="1533795"/>
                  </a:lnTo>
                  <a:lnTo>
                    <a:pt x="1130960" y="1533753"/>
                  </a:lnTo>
                  <a:lnTo>
                    <a:pt x="1130963" y="1533729"/>
                  </a:lnTo>
                  <a:lnTo>
                    <a:pt x="1130963" y="1533710"/>
                  </a:lnTo>
                  <a:lnTo>
                    <a:pt x="1130959" y="1533678"/>
                  </a:lnTo>
                  <a:lnTo>
                    <a:pt x="1130952" y="1533646"/>
                  </a:lnTo>
                  <a:lnTo>
                    <a:pt x="1130945" y="1533623"/>
                  </a:lnTo>
                  <a:lnTo>
                    <a:pt x="1130926" y="1533566"/>
                  </a:lnTo>
                  <a:lnTo>
                    <a:pt x="1130912" y="1533517"/>
                  </a:lnTo>
                  <a:lnTo>
                    <a:pt x="1130903" y="1533487"/>
                  </a:lnTo>
                  <a:lnTo>
                    <a:pt x="1130888" y="1533415"/>
                  </a:lnTo>
                  <a:lnTo>
                    <a:pt x="1130882" y="1533390"/>
                  </a:lnTo>
                  <a:lnTo>
                    <a:pt x="1130870" y="1533336"/>
                  </a:lnTo>
                  <a:lnTo>
                    <a:pt x="1130870" y="1533315"/>
                  </a:lnTo>
                  <a:lnTo>
                    <a:pt x="1130869" y="1533301"/>
                  </a:lnTo>
                  <a:lnTo>
                    <a:pt x="1130871" y="1533290"/>
                  </a:lnTo>
                  <a:lnTo>
                    <a:pt x="1130874" y="1533276"/>
                  </a:lnTo>
                  <a:lnTo>
                    <a:pt x="1130880" y="1533259"/>
                  </a:lnTo>
                  <a:lnTo>
                    <a:pt x="1130884" y="1533238"/>
                  </a:lnTo>
                  <a:lnTo>
                    <a:pt x="1130887" y="1533216"/>
                  </a:lnTo>
                  <a:lnTo>
                    <a:pt x="1130885" y="1533183"/>
                  </a:lnTo>
                  <a:lnTo>
                    <a:pt x="1130884" y="1533162"/>
                  </a:lnTo>
                  <a:lnTo>
                    <a:pt x="1130887" y="1533152"/>
                  </a:lnTo>
                  <a:lnTo>
                    <a:pt x="1130896" y="1533139"/>
                  </a:lnTo>
                  <a:lnTo>
                    <a:pt x="1130914" y="1533123"/>
                  </a:lnTo>
                  <a:lnTo>
                    <a:pt x="1130945" y="1533100"/>
                  </a:lnTo>
                  <a:lnTo>
                    <a:pt x="1130973" y="1533072"/>
                  </a:lnTo>
                  <a:lnTo>
                    <a:pt x="1130999" y="1533038"/>
                  </a:lnTo>
                  <a:lnTo>
                    <a:pt x="1131010" y="1533017"/>
                  </a:lnTo>
                  <a:lnTo>
                    <a:pt x="1131017" y="1532995"/>
                  </a:lnTo>
                  <a:lnTo>
                    <a:pt x="1131021" y="1532974"/>
                  </a:lnTo>
                  <a:lnTo>
                    <a:pt x="1131024" y="1532965"/>
                  </a:lnTo>
                  <a:lnTo>
                    <a:pt x="1131033" y="1532932"/>
                  </a:lnTo>
                  <a:lnTo>
                    <a:pt x="1131044" y="1532898"/>
                  </a:lnTo>
                  <a:lnTo>
                    <a:pt x="1131064" y="1532843"/>
                  </a:lnTo>
                  <a:lnTo>
                    <a:pt x="1131072" y="1532818"/>
                  </a:lnTo>
                  <a:lnTo>
                    <a:pt x="1131077" y="1532788"/>
                  </a:lnTo>
                  <a:lnTo>
                    <a:pt x="1131082" y="1532762"/>
                  </a:lnTo>
                  <a:lnTo>
                    <a:pt x="1131088" y="1532728"/>
                  </a:lnTo>
                  <a:lnTo>
                    <a:pt x="1131093" y="1532715"/>
                  </a:lnTo>
                  <a:lnTo>
                    <a:pt x="1131108" y="1532678"/>
                  </a:lnTo>
                  <a:lnTo>
                    <a:pt x="1131116" y="1532657"/>
                  </a:lnTo>
                  <a:lnTo>
                    <a:pt x="1131128" y="1532633"/>
                  </a:lnTo>
                  <a:lnTo>
                    <a:pt x="1131134" y="1532617"/>
                  </a:lnTo>
                  <a:lnTo>
                    <a:pt x="1131142" y="1532596"/>
                  </a:lnTo>
                  <a:lnTo>
                    <a:pt x="1131158" y="1532555"/>
                  </a:lnTo>
                  <a:lnTo>
                    <a:pt x="1131171" y="1532520"/>
                  </a:lnTo>
                  <a:lnTo>
                    <a:pt x="1131177" y="1532495"/>
                  </a:lnTo>
                  <a:lnTo>
                    <a:pt x="1131180" y="1532487"/>
                  </a:lnTo>
                  <a:lnTo>
                    <a:pt x="1131185" y="1532458"/>
                  </a:lnTo>
                  <a:lnTo>
                    <a:pt x="1131192" y="1532441"/>
                  </a:lnTo>
                  <a:lnTo>
                    <a:pt x="1131196" y="1532432"/>
                  </a:lnTo>
                  <a:lnTo>
                    <a:pt x="1131208" y="1532422"/>
                  </a:lnTo>
                  <a:lnTo>
                    <a:pt x="1131224" y="1532410"/>
                  </a:lnTo>
                  <a:lnTo>
                    <a:pt x="1131243" y="1532402"/>
                  </a:lnTo>
                  <a:lnTo>
                    <a:pt x="1131254" y="1532395"/>
                  </a:lnTo>
                  <a:lnTo>
                    <a:pt x="1131260" y="1532389"/>
                  </a:lnTo>
                  <a:lnTo>
                    <a:pt x="1131264" y="1532375"/>
                  </a:lnTo>
                  <a:lnTo>
                    <a:pt x="1131268" y="1532348"/>
                  </a:lnTo>
                  <a:lnTo>
                    <a:pt x="1131269" y="1532329"/>
                  </a:lnTo>
                  <a:lnTo>
                    <a:pt x="1131267" y="1532299"/>
                  </a:lnTo>
                  <a:lnTo>
                    <a:pt x="1131266" y="1532285"/>
                  </a:lnTo>
                  <a:lnTo>
                    <a:pt x="1131261" y="1532260"/>
                  </a:lnTo>
                  <a:lnTo>
                    <a:pt x="1131252" y="1532242"/>
                  </a:lnTo>
                  <a:lnTo>
                    <a:pt x="1131238" y="1532220"/>
                  </a:lnTo>
                  <a:lnTo>
                    <a:pt x="1131228" y="1532201"/>
                  </a:lnTo>
                  <a:lnTo>
                    <a:pt x="1131225" y="1532182"/>
                  </a:lnTo>
                  <a:lnTo>
                    <a:pt x="1131229" y="1532151"/>
                  </a:lnTo>
                  <a:lnTo>
                    <a:pt x="1131233" y="1532138"/>
                  </a:lnTo>
                  <a:lnTo>
                    <a:pt x="1131242" y="1532120"/>
                  </a:lnTo>
                  <a:lnTo>
                    <a:pt x="1131258" y="1532091"/>
                  </a:lnTo>
                  <a:lnTo>
                    <a:pt x="1131273" y="1532068"/>
                  </a:lnTo>
                  <a:lnTo>
                    <a:pt x="1131282" y="1532050"/>
                  </a:lnTo>
                  <a:lnTo>
                    <a:pt x="1131293" y="1532010"/>
                  </a:lnTo>
                  <a:lnTo>
                    <a:pt x="1131299" y="1531982"/>
                  </a:lnTo>
                  <a:lnTo>
                    <a:pt x="1131306" y="1531969"/>
                  </a:lnTo>
                  <a:lnTo>
                    <a:pt x="1131314" y="1531956"/>
                  </a:lnTo>
                  <a:lnTo>
                    <a:pt x="1131325" y="1531945"/>
                  </a:lnTo>
                  <a:lnTo>
                    <a:pt x="1131335" y="1531940"/>
                  </a:lnTo>
                  <a:lnTo>
                    <a:pt x="1131348" y="1531938"/>
                  </a:lnTo>
                  <a:lnTo>
                    <a:pt x="1131363" y="1531935"/>
                  </a:lnTo>
                  <a:lnTo>
                    <a:pt x="1131369" y="1531929"/>
                  </a:lnTo>
                  <a:lnTo>
                    <a:pt x="1131375" y="1531920"/>
                  </a:lnTo>
                  <a:lnTo>
                    <a:pt x="1131383" y="1531904"/>
                  </a:lnTo>
                  <a:lnTo>
                    <a:pt x="1131393" y="1531880"/>
                  </a:lnTo>
                  <a:lnTo>
                    <a:pt x="1131399" y="1531866"/>
                  </a:lnTo>
                  <a:lnTo>
                    <a:pt x="1131410" y="1531833"/>
                  </a:lnTo>
                  <a:lnTo>
                    <a:pt x="1131420" y="1531810"/>
                  </a:lnTo>
                  <a:lnTo>
                    <a:pt x="1131437" y="1531774"/>
                  </a:lnTo>
                  <a:lnTo>
                    <a:pt x="1131446" y="1531756"/>
                  </a:lnTo>
                  <a:lnTo>
                    <a:pt x="1131462" y="1531729"/>
                  </a:lnTo>
                  <a:lnTo>
                    <a:pt x="1131492" y="1531685"/>
                  </a:lnTo>
                  <a:lnTo>
                    <a:pt x="1131516" y="1531652"/>
                  </a:lnTo>
                  <a:lnTo>
                    <a:pt x="1131540" y="1531625"/>
                  </a:lnTo>
                  <a:lnTo>
                    <a:pt x="1131581" y="1531575"/>
                  </a:lnTo>
                  <a:lnTo>
                    <a:pt x="1131597" y="1531549"/>
                  </a:lnTo>
                  <a:lnTo>
                    <a:pt x="1131614" y="1531513"/>
                  </a:lnTo>
                  <a:lnTo>
                    <a:pt x="1131627" y="1531482"/>
                  </a:lnTo>
                  <a:lnTo>
                    <a:pt x="1131640" y="1531448"/>
                  </a:lnTo>
                  <a:lnTo>
                    <a:pt x="1131642" y="1531443"/>
                  </a:lnTo>
                  <a:lnTo>
                    <a:pt x="1131656" y="1531394"/>
                  </a:lnTo>
                  <a:lnTo>
                    <a:pt x="1131663" y="1531370"/>
                  </a:lnTo>
                  <a:lnTo>
                    <a:pt x="1131666" y="1531351"/>
                  </a:lnTo>
                  <a:lnTo>
                    <a:pt x="1131666" y="1531334"/>
                  </a:lnTo>
                  <a:lnTo>
                    <a:pt x="1131663" y="1531323"/>
                  </a:lnTo>
                  <a:lnTo>
                    <a:pt x="1131656" y="1531312"/>
                  </a:lnTo>
                  <a:lnTo>
                    <a:pt x="1131644" y="1531300"/>
                  </a:lnTo>
                  <a:lnTo>
                    <a:pt x="1131630" y="1531286"/>
                  </a:lnTo>
                  <a:lnTo>
                    <a:pt x="1131617" y="1531281"/>
                  </a:lnTo>
                  <a:lnTo>
                    <a:pt x="1131606" y="1531280"/>
                  </a:lnTo>
                  <a:lnTo>
                    <a:pt x="1131593" y="1531281"/>
                  </a:lnTo>
                  <a:lnTo>
                    <a:pt x="1131580" y="1531277"/>
                  </a:lnTo>
                  <a:lnTo>
                    <a:pt x="1131570" y="1531267"/>
                  </a:lnTo>
                  <a:lnTo>
                    <a:pt x="1131564" y="1531256"/>
                  </a:lnTo>
                  <a:lnTo>
                    <a:pt x="1131556" y="1531232"/>
                  </a:lnTo>
                  <a:lnTo>
                    <a:pt x="1131549" y="1531210"/>
                  </a:lnTo>
                  <a:lnTo>
                    <a:pt x="1131533" y="1531177"/>
                  </a:lnTo>
                  <a:lnTo>
                    <a:pt x="1131521" y="1531150"/>
                  </a:lnTo>
                  <a:lnTo>
                    <a:pt x="1131498" y="1531106"/>
                  </a:lnTo>
                  <a:lnTo>
                    <a:pt x="1131464" y="1531035"/>
                  </a:lnTo>
                  <a:lnTo>
                    <a:pt x="1131444" y="1530993"/>
                  </a:lnTo>
                  <a:lnTo>
                    <a:pt x="1131435" y="1530971"/>
                  </a:lnTo>
                  <a:lnTo>
                    <a:pt x="1131431" y="1530960"/>
                  </a:lnTo>
                  <a:lnTo>
                    <a:pt x="1131410" y="1530908"/>
                  </a:lnTo>
                  <a:lnTo>
                    <a:pt x="1131394" y="1530859"/>
                  </a:lnTo>
                  <a:lnTo>
                    <a:pt x="1131383" y="1530810"/>
                  </a:lnTo>
                  <a:lnTo>
                    <a:pt x="1131379" y="1530792"/>
                  </a:lnTo>
                  <a:lnTo>
                    <a:pt x="1131378" y="1530772"/>
                  </a:lnTo>
                  <a:lnTo>
                    <a:pt x="1131379" y="1530753"/>
                  </a:lnTo>
                  <a:lnTo>
                    <a:pt x="1131378" y="1530730"/>
                  </a:lnTo>
                  <a:lnTo>
                    <a:pt x="1131374" y="1530714"/>
                  </a:lnTo>
                  <a:lnTo>
                    <a:pt x="1131367" y="1530693"/>
                  </a:lnTo>
                  <a:lnTo>
                    <a:pt x="1131360" y="1530677"/>
                  </a:lnTo>
                  <a:lnTo>
                    <a:pt x="1131351" y="1530664"/>
                  </a:lnTo>
                  <a:lnTo>
                    <a:pt x="1131335" y="1530650"/>
                  </a:lnTo>
                  <a:lnTo>
                    <a:pt x="1131317" y="1530638"/>
                  </a:lnTo>
                  <a:lnTo>
                    <a:pt x="1131303" y="1530625"/>
                  </a:lnTo>
                  <a:lnTo>
                    <a:pt x="1131295" y="1530615"/>
                  </a:lnTo>
                  <a:lnTo>
                    <a:pt x="1131287" y="1530603"/>
                  </a:lnTo>
                  <a:lnTo>
                    <a:pt x="1131278" y="1530584"/>
                  </a:lnTo>
                  <a:lnTo>
                    <a:pt x="1131273" y="1530570"/>
                  </a:lnTo>
                  <a:lnTo>
                    <a:pt x="1131269" y="1530555"/>
                  </a:lnTo>
                  <a:lnTo>
                    <a:pt x="1131262" y="1530530"/>
                  </a:lnTo>
                  <a:lnTo>
                    <a:pt x="1131257" y="1530516"/>
                  </a:lnTo>
                  <a:lnTo>
                    <a:pt x="1131248" y="1530504"/>
                  </a:lnTo>
                  <a:lnTo>
                    <a:pt x="1131238" y="1530494"/>
                  </a:lnTo>
                  <a:lnTo>
                    <a:pt x="1131225" y="1530482"/>
                  </a:lnTo>
                  <a:lnTo>
                    <a:pt x="1131208" y="1530461"/>
                  </a:lnTo>
                  <a:lnTo>
                    <a:pt x="1131192" y="1530431"/>
                  </a:lnTo>
                  <a:lnTo>
                    <a:pt x="1131172" y="1530399"/>
                  </a:lnTo>
                  <a:lnTo>
                    <a:pt x="1131157" y="1530374"/>
                  </a:lnTo>
                  <a:lnTo>
                    <a:pt x="1131146" y="1530348"/>
                  </a:lnTo>
                  <a:lnTo>
                    <a:pt x="1131140" y="1530336"/>
                  </a:lnTo>
                  <a:lnTo>
                    <a:pt x="1131128" y="1530315"/>
                  </a:lnTo>
                  <a:lnTo>
                    <a:pt x="1131114" y="1530294"/>
                  </a:lnTo>
                  <a:lnTo>
                    <a:pt x="1131097" y="1530274"/>
                  </a:lnTo>
                  <a:lnTo>
                    <a:pt x="1131074" y="1530250"/>
                  </a:lnTo>
                  <a:lnTo>
                    <a:pt x="1131053" y="1530239"/>
                  </a:lnTo>
                  <a:lnTo>
                    <a:pt x="1131029" y="1530230"/>
                  </a:lnTo>
                  <a:lnTo>
                    <a:pt x="1131014" y="1530230"/>
                  </a:lnTo>
                  <a:lnTo>
                    <a:pt x="1131007" y="1530233"/>
                  </a:lnTo>
                  <a:lnTo>
                    <a:pt x="1130998" y="1530239"/>
                  </a:lnTo>
                  <a:lnTo>
                    <a:pt x="1130985" y="1530242"/>
                  </a:lnTo>
                  <a:lnTo>
                    <a:pt x="1130974" y="1530239"/>
                  </a:lnTo>
                  <a:lnTo>
                    <a:pt x="1130964" y="1530234"/>
                  </a:lnTo>
                  <a:lnTo>
                    <a:pt x="1130955" y="1530222"/>
                  </a:lnTo>
                  <a:lnTo>
                    <a:pt x="1130941" y="1530200"/>
                  </a:lnTo>
                  <a:lnTo>
                    <a:pt x="1130929" y="1530186"/>
                  </a:lnTo>
                  <a:lnTo>
                    <a:pt x="1130920" y="1530178"/>
                  </a:lnTo>
                  <a:lnTo>
                    <a:pt x="1130910" y="1530173"/>
                  </a:lnTo>
                  <a:lnTo>
                    <a:pt x="1130901" y="1530168"/>
                  </a:lnTo>
                  <a:lnTo>
                    <a:pt x="1130887" y="1530161"/>
                  </a:lnTo>
                  <a:lnTo>
                    <a:pt x="1130870" y="1530152"/>
                  </a:lnTo>
                  <a:lnTo>
                    <a:pt x="1130854" y="1530146"/>
                  </a:lnTo>
                  <a:lnTo>
                    <a:pt x="1130838" y="1530138"/>
                  </a:lnTo>
                  <a:lnTo>
                    <a:pt x="1130823" y="1530130"/>
                  </a:lnTo>
                  <a:lnTo>
                    <a:pt x="1130811" y="1530125"/>
                  </a:lnTo>
                  <a:lnTo>
                    <a:pt x="1130804" y="1530121"/>
                  </a:lnTo>
                  <a:lnTo>
                    <a:pt x="1130800" y="1530118"/>
                  </a:lnTo>
                  <a:lnTo>
                    <a:pt x="1130792" y="1530111"/>
                  </a:lnTo>
                  <a:lnTo>
                    <a:pt x="1130777" y="1530097"/>
                  </a:lnTo>
                  <a:lnTo>
                    <a:pt x="1130761" y="1530085"/>
                  </a:lnTo>
                  <a:lnTo>
                    <a:pt x="1130745" y="1530070"/>
                  </a:lnTo>
                  <a:lnTo>
                    <a:pt x="1130730" y="1530057"/>
                  </a:lnTo>
                  <a:lnTo>
                    <a:pt x="1130715" y="1530044"/>
                  </a:lnTo>
                  <a:lnTo>
                    <a:pt x="1130703" y="1530032"/>
                  </a:lnTo>
                  <a:lnTo>
                    <a:pt x="1130687" y="1530017"/>
                  </a:lnTo>
                  <a:lnTo>
                    <a:pt x="1130674" y="1530001"/>
                  </a:lnTo>
                  <a:lnTo>
                    <a:pt x="1130664" y="1529984"/>
                  </a:lnTo>
                  <a:lnTo>
                    <a:pt x="1130657" y="1529967"/>
                  </a:lnTo>
                  <a:lnTo>
                    <a:pt x="1130651" y="1529950"/>
                  </a:lnTo>
                  <a:lnTo>
                    <a:pt x="1130647" y="1529934"/>
                  </a:lnTo>
                  <a:lnTo>
                    <a:pt x="1130643" y="1529917"/>
                  </a:lnTo>
                  <a:lnTo>
                    <a:pt x="1130639" y="1529900"/>
                  </a:lnTo>
                  <a:lnTo>
                    <a:pt x="1130639" y="1529895"/>
                  </a:lnTo>
                  <a:lnTo>
                    <a:pt x="1130635" y="1529884"/>
                  </a:lnTo>
                  <a:lnTo>
                    <a:pt x="1130632" y="1529874"/>
                  </a:lnTo>
                  <a:lnTo>
                    <a:pt x="1130632" y="1529867"/>
                  </a:lnTo>
                  <a:lnTo>
                    <a:pt x="1130625" y="1529850"/>
                  </a:lnTo>
                  <a:lnTo>
                    <a:pt x="1130621" y="1529841"/>
                  </a:lnTo>
                  <a:lnTo>
                    <a:pt x="1130614" y="1529834"/>
                  </a:lnTo>
                  <a:lnTo>
                    <a:pt x="1130601" y="1529823"/>
                  </a:lnTo>
                  <a:lnTo>
                    <a:pt x="1130596" y="1529816"/>
                  </a:lnTo>
                  <a:lnTo>
                    <a:pt x="1130589" y="1529805"/>
                  </a:lnTo>
                  <a:lnTo>
                    <a:pt x="1130586" y="1529800"/>
                  </a:lnTo>
                  <a:lnTo>
                    <a:pt x="1130580" y="1529787"/>
                  </a:lnTo>
                  <a:lnTo>
                    <a:pt x="1130568" y="1529771"/>
                  </a:lnTo>
                  <a:lnTo>
                    <a:pt x="1130557" y="1529754"/>
                  </a:lnTo>
                  <a:lnTo>
                    <a:pt x="1130553" y="1529749"/>
                  </a:lnTo>
                  <a:lnTo>
                    <a:pt x="1130552" y="1529744"/>
                  </a:lnTo>
                  <a:lnTo>
                    <a:pt x="1130549" y="1529737"/>
                  </a:lnTo>
                  <a:lnTo>
                    <a:pt x="1130543" y="1529721"/>
                  </a:lnTo>
                  <a:lnTo>
                    <a:pt x="1130537" y="1529704"/>
                  </a:lnTo>
                  <a:lnTo>
                    <a:pt x="1130529" y="1529687"/>
                  </a:lnTo>
                  <a:lnTo>
                    <a:pt x="1130520" y="1529678"/>
                  </a:lnTo>
                  <a:lnTo>
                    <a:pt x="1130513" y="1529675"/>
                  </a:lnTo>
                  <a:lnTo>
                    <a:pt x="1130498" y="1529668"/>
                  </a:lnTo>
                  <a:lnTo>
                    <a:pt x="1130482" y="1529666"/>
                  </a:lnTo>
                  <a:lnTo>
                    <a:pt x="1130466" y="1529660"/>
                  </a:lnTo>
                  <a:lnTo>
                    <a:pt x="1130453" y="1529652"/>
                  </a:lnTo>
                  <a:lnTo>
                    <a:pt x="1130445" y="1529646"/>
                  </a:lnTo>
                  <a:lnTo>
                    <a:pt x="1130437" y="1529634"/>
                  </a:lnTo>
                  <a:lnTo>
                    <a:pt x="1130434" y="1529629"/>
                  </a:lnTo>
                  <a:lnTo>
                    <a:pt x="1130425" y="1529619"/>
                  </a:lnTo>
                  <a:lnTo>
                    <a:pt x="1130417" y="1529602"/>
                  </a:lnTo>
                  <a:lnTo>
                    <a:pt x="1130413" y="1529585"/>
                  </a:lnTo>
                  <a:lnTo>
                    <a:pt x="1130410" y="1529569"/>
                  </a:lnTo>
                  <a:lnTo>
                    <a:pt x="1130409" y="1529552"/>
                  </a:lnTo>
                  <a:lnTo>
                    <a:pt x="1130407" y="1529544"/>
                  </a:lnTo>
                  <a:lnTo>
                    <a:pt x="1130407" y="1529535"/>
                  </a:lnTo>
                  <a:lnTo>
                    <a:pt x="1130407" y="1529525"/>
                  </a:lnTo>
                  <a:lnTo>
                    <a:pt x="1130409" y="1529518"/>
                  </a:lnTo>
                  <a:lnTo>
                    <a:pt x="1130415" y="1529502"/>
                  </a:lnTo>
                  <a:lnTo>
                    <a:pt x="1130421" y="1529485"/>
                  </a:lnTo>
                  <a:lnTo>
                    <a:pt x="1130426" y="1529477"/>
                  </a:lnTo>
                  <a:lnTo>
                    <a:pt x="1130428" y="1529468"/>
                  </a:lnTo>
                  <a:lnTo>
                    <a:pt x="1130430" y="1529461"/>
                  </a:lnTo>
                  <a:lnTo>
                    <a:pt x="1130430" y="1529452"/>
                  </a:lnTo>
                  <a:lnTo>
                    <a:pt x="1130424" y="1529440"/>
                  </a:lnTo>
                  <a:lnTo>
                    <a:pt x="1130419" y="1529435"/>
                  </a:lnTo>
                  <a:lnTo>
                    <a:pt x="1130406" y="1529423"/>
                  </a:lnTo>
                  <a:lnTo>
                    <a:pt x="1130395" y="1529416"/>
                  </a:lnTo>
                  <a:lnTo>
                    <a:pt x="1130389" y="1529414"/>
                  </a:lnTo>
                  <a:lnTo>
                    <a:pt x="1130384" y="1529410"/>
                  </a:lnTo>
                  <a:lnTo>
                    <a:pt x="1130373" y="1529408"/>
                  </a:lnTo>
                  <a:lnTo>
                    <a:pt x="1130359" y="1529407"/>
                  </a:lnTo>
                  <a:lnTo>
                    <a:pt x="1130342" y="1529409"/>
                  </a:lnTo>
                  <a:lnTo>
                    <a:pt x="1130335" y="1529409"/>
                  </a:lnTo>
                  <a:lnTo>
                    <a:pt x="1130326" y="1529406"/>
                  </a:lnTo>
                  <a:lnTo>
                    <a:pt x="1130310" y="1529399"/>
                  </a:lnTo>
                  <a:lnTo>
                    <a:pt x="1130295" y="1529391"/>
                  </a:lnTo>
                  <a:lnTo>
                    <a:pt x="1130279" y="1529383"/>
                  </a:lnTo>
                  <a:lnTo>
                    <a:pt x="1130263" y="1529377"/>
                  </a:lnTo>
                  <a:lnTo>
                    <a:pt x="1130247" y="1529373"/>
                  </a:lnTo>
                  <a:lnTo>
                    <a:pt x="1130232" y="1529366"/>
                  </a:lnTo>
                  <a:lnTo>
                    <a:pt x="1130225" y="1529364"/>
                  </a:lnTo>
                  <a:lnTo>
                    <a:pt x="1130216" y="1529357"/>
                  </a:lnTo>
                  <a:lnTo>
                    <a:pt x="1130200" y="1529345"/>
                  </a:lnTo>
                  <a:lnTo>
                    <a:pt x="1130189" y="1529329"/>
                  </a:lnTo>
                  <a:lnTo>
                    <a:pt x="1130182" y="1529312"/>
                  </a:lnTo>
                  <a:lnTo>
                    <a:pt x="1130174" y="1529296"/>
                  </a:lnTo>
                  <a:lnTo>
                    <a:pt x="1130170" y="1529284"/>
                  </a:lnTo>
                  <a:lnTo>
                    <a:pt x="1130166" y="1529279"/>
                  </a:lnTo>
                  <a:lnTo>
                    <a:pt x="1130159" y="1529262"/>
                  </a:lnTo>
                  <a:lnTo>
                    <a:pt x="1130149" y="1529246"/>
                  </a:lnTo>
                  <a:lnTo>
                    <a:pt x="1130139" y="1529228"/>
                  </a:lnTo>
                  <a:lnTo>
                    <a:pt x="1130136" y="1529221"/>
                  </a:lnTo>
                  <a:lnTo>
                    <a:pt x="1130135" y="1529212"/>
                  </a:lnTo>
                  <a:lnTo>
                    <a:pt x="1130135" y="1529201"/>
                  </a:lnTo>
                  <a:lnTo>
                    <a:pt x="1130137" y="1529195"/>
                  </a:lnTo>
                  <a:lnTo>
                    <a:pt x="1130138" y="1529178"/>
                  </a:lnTo>
                  <a:lnTo>
                    <a:pt x="1130140" y="1529168"/>
                  </a:lnTo>
                  <a:lnTo>
                    <a:pt x="1130140" y="1529162"/>
                  </a:lnTo>
                  <a:lnTo>
                    <a:pt x="1130140" y="1529156"/>
                  </a:lnTo>
                  <a:lnTo>
                    <a:pt x="1130138" y="1529145"/>
                  </a:lnTo>
                  <a:lnTo>
                    <a:pt x="1130137" y="1529136"/>
                  </a:lnTo>
                  <a:lnTo>
                    <a:pt x="1130134" y="1529129"/>
                  </a:lnTo>
                  <a:lnTo>
                    <a:pt x="1130126" y="1529113"/>
                  </a:lnTo>
                  <a:lnTo>
                    <a:pt x="1130117" y="1529096"/>
                  </a:lnTo>
                  <a:lnTo>
                    <a:pt x="1130108" y="1529079"/>
                  </a:lnTo>
                  <a:lnTo>
                    <a:pt x="1130103" y="1529071"/>
                  </a:lnTo>
                  <a:lnTo>
                    <a:pt x="1130099" y="1529063"/>
                  </a:lnTo>
                  <a:lnTo>
                    <a:pt x="1130094" y="1529054"/>
                  </a:lnTo>
                  <a:lnTo>
                    <a:pt x="1130086" y="1529046"/>
                  </a:lnTo>
                  <a:lnTo>
                    <a:pt x="1130074" y="1529031"/>
                  </a:lnTo>
                  <a:lnTo>
                    <a:pt x="1130069" y="1529019"/>
                  </a:lnTo>
                  <a:lnTo>
                    <a:pt x="1130066" y="1529009"/>
                  </a:lnTo>
                  <a:lnTo>
                    <a:pt x="1130064" y="1528998"/>
                  </a:lnTo>
                  <a:lnTo>
                    <a:pt x="1130060" y="1528981"/>
                  </a:lnTo>
                  <a:lnTo>
                    <a:pt x="1130058" y="1528964"/>
                  </a:lnTo>
                  <a:lnTo>
                    <a:pt x="1130054" y="1528948"/>
                  </a:lnTo>
                  <a:lnTo>
                    <a:pt x="1130050" y="1528931"/>
                  </a:lnTo>
                  <a:lnTo>
                    <a:pt x="1130046" y="1528914"/>
                  </a:lnTo>
                  <a:lnTo>
                    <a:pt x="1130043" y="1528898"/>
                  </a:lnTo>
                  <a:lnTo>
                    <a:pt x="1130041" y="1528881"/>
                  </a:lnTo>
                  <a:lnTo>
                    <a:pt x="1130038" y="1528864"/>
                  </a:lnTo>
                  <a:lnTo>
                    <a:pt x="1130033" y="1528848"/>
                  </a:lnTo>
                  <a:lnTo>
                    <a:pt x="1130028" y="1528831"/>
                  </a:lnTo>
                  <a:lnTo>
                    <a:pt x="1130025" y="1528814"/>
                  </a:lnTo>
                  <a:lnTo>
                    <a:pt x="1130024" y="1528797"/>
                  </a:lnTo>
                  <a:lnTo>
                    <a:pt x="1130024" y="1528781"/>
                  </a:lnTo>
                  <a:lnTo>
                    <a:pt x="1130023" y="1528764"/>
                  </a:lnTo>
                  <a:lnTo>
                    <a:pt x="1130023" y="1528747"/>
                  </a:lnTo>
                  <a:lnTo>
                    <a:pt x="1130022" y="1528731"/>
                  </a:lnTo>
                  <a:lnTo>
                    <a:pt x="1130019" y="1528714"/>
                  </a:lnTo>
                  <a:lnTo>
                    <a:pt x="1130014" y="1528705"/>
                  </a:lnTo>
                  <a:lnTo>
                    <a:pt x="1130012" y="1528697"/>
                  </a:lnTo>
                  <a:lnTo>
                    <a:pt x="1130003" y="1528682"/>
                  </a:lnTo>
                  <a:lnTo>
                    <a:pt x="1129992" y="1528664"/>
                  </a:lnTo>
                  <a:lnTo>
                    <a:pt x="1129982" y="1528648"/>
                  </a:lnTo>
                  <a:lnTo>
                    <a:pt x="1129970" y="1528631"/>
                  </a:lnTo>
                  <a:lnTo>
                    <a:pt x="1129960" y="1528616"/>
                  </a:lnTo>
                  <a:lnTo>
                    <a:pt x="1129955" y="1528607"/>
                  </a:lnTo>
                  <a:lnTo>
                    <a:pt x="1129951" y="1528597"/>
                  </a:lnTo>
                  <a:lnTo>
                    <a:pt x="1129945" y="1528580"/>
                  </a:lnTo>
                  <a:lnTo>
                    <a:pt x="1129943" y="1528563"/>
                  </a:lnTo>
                  <a:lnTo>
                    <a:pt x="1129942" y="1528547"/>
                  </a:lnTo>
                  <a:lnTo>
                    <a:pt x="1129944" y="1528530"/>
                  </a:lnTo>
                  <a:lnTo>
                    <a:pt x="1129949" y="1528514"/>
                  </a:lnTo>
                  <a:lnTo>
                    <a:pt x="1129955" y="1528497"/>
                  </a:lnTo>
                  <a:lnTo>
                    <a:pt x="1129960" y="1528480"/>
                  </a:lnTo>
                  <a:lnTo>
                    <a:pt x="1129961" y="1528463"/>
                  </a:lnTo>
                  <a:lnTo>
                    <a:pt x="1129959" y="1528454"/>
                  </a:lnTo>
                  <a:lnTo>
                    <a:pt x="1129954" y="1528447"/>
                  </a:lnTo>
                  <a:lnTo>
                    <a:pt x="1129948" y="1528436"/>
                  </a:lnTo>
                  <a:lnTo>
                    <a:pt x="1129947" y="1528430"/>
                  </a:lnTo>
                  <a:lnTo>
                    <a:pt x="1129939" y="1528413"/>
                  </a:lnTo>
                  <a:lnTo>
                    <a:pt x="1129936" y="1528397"/>
                  </a:lnTo>
                  <a:lnTo>
                    <a:pt x="1129935" y="1528380"/>
                  </a:lnTo>
                  <a:lnTo>
                    <a:pt x="1129934" y="1528363"/>
                  </a:lnTo>
                  <a:lnTo>
                    <a:pt x="1129931" y="1528347"/>
                  </a:lnTo>
                  <a:lnTo>
                    <a:pt x="1129928" y="1528342"/>
                  </a:lnTo>
                  <a:lnTo>
                    <a:pt x="1129926" y="1528332"/>
                  </a:lnTo>
                  <a:lnTo>
                    <a:pt x="1129922" y="1528313"/>
                  </a:lnTo>
                  <a:lnTo>
                    <a:pt x="1129916" y="1528296"/>
                  </a:lnTo>
                  <a:lnTo>
                    <a:pt x="1129911" y="1528279"/>
                  </a:lnTo>
                  <a:lnTo>
                    <a:pt x="1129906" y="1528263"/>
                  </a:lnTo>
                  <a:lnTo>
                    <a:pt x="1129905" y="1528253"/>
                  </a:lnTo>
                  <a:lnTo>
                    <a:pt x="1129906" y="1528246"/>
                  </a:lnTo>
                  <a:lnTo>
                    <a:pt x="1129912" y="1528230"/>
                  </a:lnTo>
                  <a:lnTo>
                    <a:pt x="1129922" y="1528213"/>
                  </a:lnTo>
                  <a:lnTo>
                    <a:pt x="1129934" y="1528196"/>
                  </a:lnTo>
                  <a:lnTo>
                    <a:pt x="1129946" y="1528182"/>
                  </a:lnTo>
                  <a:lnTo>
                    <a:pt x="1129959" y="1528166"/>
                  </a:lnTo>
                  <a:lnTo>
                    <a:pt x="1129972" y="1528153"/>
                  </a:lnTo>
                  <a:lnTo>
                    <a:pt x="1129988" y="1528137"/>
                  </a:lnTo>
                  <a:lnTo>
                    <a:pt x="1130002" y="1528120"/>
                  </a:lnTo>
                  <a:lnTo>
                    <a:pt x="1130016" y="1528105"/>
                  </a:lnTo>
                  <a:lnTo>
                    <a:pt x="1130020" y="1528099"/>
                  </a:lnTo>
                  <a:lnTo>
                    <a:pt x="1130029" y="1528090"/>
                  </a:lnTo>
                  <a:lnTo>
                    <a:pt x="1130040" y="1528074"/>
                  </a:lnTo>
                  <a:lnTo>
                    <a:pt x="1130050" y="1528057"/>
                  </a:lnTo>
                  <a:lnTo>
                    <a:pt x="1130065" y="1528041"/>
                  </a:lnTo>
                  <a:lnTo>
                    <a:pt x="1130080" y="1528031"/>
                  </a:lnTo>
                  <a:lnTo>
                    <a:pt x="1130095" y="1528022"/>
                  </a:lnTo>
                  <a:lnTo>
                    <a:pt x="1130112" y="1528013"/>
                  </a:lnTo>
                  <a:lnTo>
                    <a:pt x="1130128" y="1528006"/>
                  </a:lnTo>
                  <a:lnTo>
                    <a:pt x="1130138" y="1528003"/>
                  </a:lnTo>
                  <a:lnTo>
                    <a:pt x="1130143" y="1528001"/>
                  </a:lnTo>
                  <a:lnTo>
                    <a:pt x="1130149" y="1527996"/>
                  </a:lnTo>
                  <a:lnTo>
                    <a:pt x="1130160" y="1527992"/>
                  </a:lnTo>
                  <a:lnTo>
                    <a:pt x="1130176" y="1527984"/>
                  </a:lnTo>
                  <a:lnTo>
                    <a:pt x="1130192" y="1527974"/>
                  </a:lnTo>
                  <a:lnTo>
                    <a:pt x="1130200" y="1527968"/>
                  </a:lnTo>
                  <a:lnTo>
                    <a:pt x="1130206" y="1527960"/>
                  </a:lnTo>
                  <a:lnTo>
                    <a:pt x="1130220" y="1527944"/>
                  </a:lnTo>
                  <a:lnTo>
                    <a:pt x="1130235" y="1527931"/>
                  </a:lnTo>
                  <a:lnTo>
                    <a:pt x="1130251" y="1527921"/>
                  </a:lnTo>
                  <a:lnTo>
                    <a:pt x="1130267" y="1527911"/>
                  </a:lnTo>
                  <a:lnTo>
                    <a:pt x="1130281" y="1527902"/>
                  </a:lnTo>
                  <a:lnTo>
                    <a:pt x="1130297" y="1527894"/>
                  </a:lnTo>
                  <a:lnTo>
                    <a:pt x="1130306" y="1527890"/>
                  </a:lnTo>
                  <a:lnTo>
                    <a:pt x="1130313" y="1527883"/>
                  </a:lnTo>
                  <a:lnTo>
                    <a:pt x="1130328" y="1527870"/>
                  </a:lnTo>
                  <a:lnTo>
                    <a:pt x="1130349" y="1527835"/>
                  </a:lnTo>
                  <a:lnTo>
                    <a:pt x="1130351" y="1527829"/>
                  </a:lnTo>
                  <a:lnTo>
                    <a:pt x="1130355" y="1527812"/>
                  </a:lnTo>
                  <a:lnTo>
                    <a:pt x="1130361" y="1527796"/>
                  </a:lnTo>
                  <a:lnTo>
                    <a:pt x="1130367" y="1527779"/>
                  </a:lnTo>
                  <a:lnTo>
                    <a:pt x="1130375" y="1527762"/>
                  </a:lnTo>
                  <a:lnTo>
                    <a:pt x="1130376" y="1527757"/>
                  </a:lnTo>
                  <a:lnTo>
                    <a:pt x="1130380" y="1527747"/>
                  </a:lnTo>
                  <a:lnTo>
                    <a:pt x="1130388" y="1527729"/>
                  </a:lnTo>
                  <a:lnTo>
                    <a:pt x="1130395" y="1527712"/>
                  </a:lnTo>
                  <a:lnTo>
                    <a:pt x="1130401" y="1527696"/>
                  </a:lnTo>
                  <a:lnTo>
                    <a:pt x="1130407" y="1527679"/>
                  </a:lnTo>
                  <a:lnTo>
                    <a:pt x="1130411" y="1527667"/>
                  </a:lnTo>
                  <a:lnTo>
                    <a:pt x="1130413" y="1527658"/>
                  </a:lnTo>
                  <a:lnTo>
                    <a:pt x="1130416" y="1527646"/>
                  </a:lnTo>
                  <a:lnTo>
                    <a:pt x="1130418" y="1527635"/>
                  </a:lnTo>
                  <a:lnTo>
                    <a:pt x="1130420" y="1527629"/>
                  </a:lnTo>
                  <a:lnTo>
                    <a:pt x="1130425" y="1527613"/>
                  </a:lnTo>
                  <a:lnTo>
                    <a:pt x="1130428" y="1527601"/>
                  </a:lnTo>
                  <a:lnTo>
                    <a:pt x="1130429" y="1527596"/>
                  </a:lnTo>
                  <a:lnTo>
                    <a:pt x="1130432" y="1527579"/>
                  </a:lnTo>
                  <a:lnTo>
                    <a:pt x="1130434" y="1527570"/>
                  </a:lnTo>
                  <a:lnTo>
                    <a:pt x="1130437" y="1527562"/>
                  </a:lnTo>
                  <a:lnTo>
                    <a:pt x="1130441" y="1527555"/>
                  </a:lnTo>
                  <a:lnTo>
                    <a:pt x="1130443" y="1527546"/>
                  </a:lnTo>
                  <a:lnTo>
                    <a:pt x="1130446" y="1527538"/>
                  </a:lnTo>
                  <a:lnTo>
                    <a:pt x="1130448" y="1527529"/>
                  </a:lnTo>
                  <a:lnTo>
                    <a:pt x="1130450" y="1527521"/>
                  </a:lnTo>
                  <a:lnTo>
                    <a:pt x="1130452" y="1527517"/>
                  </a:lnTo>
                  <a:lnTo>
                    <a:pt x="1130455" y="1527513"/>
                  </a:lnTo>
                  <a:lnTo>
                    <a:pt x="1130463" y="1527496"/>
                  </a:lnTo>
                  <a:lnTo>
                    <a:pt x="1130472" y="1527485"/>
                  </a:lnTo>
                  <a:lnTo>
                    <a:pt x="1130474" y="1527479"/>
                  </a:lnTo>
                  <a:lnTo>
                    <a:pt x="1130483" y="1527463"/>
                  </a:lnTo>
                  <a:lnTo>
                    <a:pt x="1130486" y="1527450"/>
                  </a:lnTo>
                  <a:lnTo>
                    <a:pt x="1130492" y="1527434"/>
                  </a:lnTo>
                  <a:lnTo>
                    <a:pt x="1130497" y="1527412"/>
                  </a:lnTo>
                  <a:lnTo>
                    <a:pt x="1130495" y="1527393"/>
                  </a:lnTo>
                  <a:lnTo>
                    <a:pt x="1130493" y="1527376"/>
                  </a:lnTo>
                  <a:lnTo>
                    <a:pt x="1130488" y="1527358"/>
                  </a:lnTo>
                  <a:lnTo>
                    <a:pt x="1130485" y="1527343"/>
                  </a:lnTo>
                  <a:lnTo>
                    <a:pt x="1130481" y="1527326"/>
                  </a:lnTo>
                  <a:lnTo>
                    <a:pt x="1130478" y="1527309"/>
                  </a:lnTo>
                  <a:lnTo>
                    <a:pt x="1130475" y="1527293"/>
                  </a:lnTo>
                  <a:lnTo>
                    <a:pt x="1130469" y="1527276"/>
                  </a:lnTo>
                  <a:lnTo>
                    <a:pt x="1130463" y="1527270"/>
                  </a:lnTo>
                  <a:lnTo>
                    <a:pt x="1130454" y="1527268"/>
                  </a:lnTo>
                  <a:lnTo>
                    <a:pt x="1130444" y="1527269"/>
                  </a:lnTo>
                  <a:lnTo>
                    <a:pt x="1130439" y="1527269"/>
                  </a:lnTo>
                  <a:lnTo>
                    <a:pt x="1130423" y="1527271"/>
                  </a:lnTo>
                  <a:lnTo>
                    <a:pt x="1130407" y="1527271"/>
                  </a:lnTo>
                  <a:lnTo>
                    <a:pt x="1130391" y="1527273"/>
                  </a:lnTo>
                  <a:lnTo>
                    <a:pt x="1130375" y="1527274"/>
                  </a:lnTo>
                  <a:lnTo>
                    <a:pt x="1130360" y="1527279"/>
                  </a:lnTo>
                  <a:lnTo>
                    <a:pt x="1130347" y="1527285"/>
                  </a:lnTo>
                  <a:lnTo>
                    <a:pt x="1130344" y="1527289"/>
                  </a:lnTo>
                  <a:lnTo>
                    <a:pt x="1130330" y="1527303"/>
                  </a:lnTo>
                  <a:lnTo>
                    <a:pt x="1130320" y="1527319"/>
                  </a:lnTo>
                  <a:lnTo>
                    <a:pt x="1130308" y="1527336"/>
                  </a:lnTo>
                  <a:lnTo>
                    <a:pt x="1130303" y="1527344"/>
                  </a:lnTo>
                  <a:lnTo>
                    <a:pt x="1130299" y="1527353"/>
                  </a:lnTo>
                  <a:lnTo>
                    <a:pt x="1130292" y="1527367"/>
                  </a:lnTo>
                  <a:lnTo>
                    <a:pt x="1130283" y="1527386"/>
                  </a:lnTo>
                  <a:lnTo>
                    <a:pt x="1130277" y="1527396"/>
                  </a:lnTo>
                  <a:lnTo>
                    <a:pt x="1130272" y="1527401"/>
                  </a:lnTo>
                  <a:lnTo>
                    <a:pt x="1130264" y="1527410"/>
                  </a:lnTo>
                  <a:lnTo>
                    <a:pt x="1130258" y="1527415"/>
                  </a:lnTo>
                  <a:lnTo>
                    <a:pt x="1130243" y="1527430"/>
                  </a:lnTo>
                  <a:lnTo>
                    <a:pt x="1130235" y="1527447"/>
                  </a:lnTo>
                  <a:lnTo>
                    <a:pt x="1130223" y="1527463"/>
                  </a:lnTo>
                  <a:lnTo>
                    <a:pt x="1130215" y="1527475"/>
                  </a:lnTo>
                  <a:lnTo>
                    <a:pt x="1130211" y="1527479"/>
                  </a:lnTo>
                  <a:lnTo>
                    <a:pt x="1130208" y="1527484"/>
                  </a:lnTo>
                  <a:lnTo>
                    <a:pt x="1130204" y="1527488"/>
                  </a:lnTo>
                  <a:lnTo>
                    <a:pt x="1130177" y="1527521"/>
                  </a:lnTo>
                  <a:lnTo>
                    <a:pt x="1130163" y="1527534"/>
                  </a:lnTo>
                  <a:lnTo>
                    <a:pt x="1130148" y="1527547"/>
                  </a:lnTo>
                  <a:lnTo>
                    <a:pt x="1130133" y="1527563"/>
                  </a:lnTo>
                  <a:lnTo>
                    <a:pt x="1130119" y="1527578"/>
                  </a:lnTo>
                  <a:lnTo>
                    <a:pt x="1130113" y="1527593"/>
                  </a:lnTo>
                  <a:lnTo>
                    <a:pt x="1130105" y="1527603"/>
                  </a:lnTo>
                  <a:lnTo>
                    <a:pt x="1130097" y="1527605"/>
                  </a:lnTo>
                  <a:lnTo>
                    <a:pt x="1130091" y="1527606"/>
                  </a:lnTo>
                  <a:lnTo>
                    <a:pt x="1130080" y="1527605"/>
                  </a:lnTo>
                  <a:lnTo>
                    <a:pt x="1130070" y="1527600"/>
                  </a:lnTo>
                  <a:lnTo>
                    <a:pt x="1130062" y="1527596"/>
                  </a:lnTo>
                  <a:lnTo>
                    <a:pt x="1130054" y="1527594"/>
                  </a:lnTo>
                  <a:lnTo>
                    <a:pt x="1130044" y="1527592"/>
                  </a:lnTo>
                  <a:lnTo>
                    <a:pt x="1130028" y="1527590"/>
                  </a:lnTo>
                  <a:lnTo>
                    <a:pt x="1130012" y="1527588"/>
                  </a:lnTo>
                  <a:lnTo>
                    <a:pt x="1129955" y="1527587"/>
                  </a:lnTo>
                  <a:lnTo>
                    <a:pt x="1129940" y="1527586"/>
                  </a:lnTo>
                  <a:lnTo>
                    <a:pt x="1129924" y="1527585"/>
                  </a:lnTo>
                  <a:lnTo>
                    <a:pt x="1129908" y="1527582"/>
                  </a:lnTo>
                  <a:lnTo>
                    <a:pt x="1129899" y="1527583"/>
                  </a:lnTo>
                  <a:lnTo>
                    <a:pt x="1129892" y="1527582"/>
                  </a:lnTo>
                  <a:lnTo>
                    <a:pt x="1129877" y="1527581"/>
                  </a:lnTo>
                  <a:lnTo>
                    <a:pt x="1129861" y="1527580"/>
                  </a:lnTo>
                  <a:lnTo>
                    <a:pt x="1129845" y="1527575"/>
                  </a:lnTo>
                  <a:lnTo>
                    <a:pt x="1129829" y="1527573"/>
                  </a:lnTo>
                  <a:lnTo>
                    <a:pt x="1129814" y="1527570"/>
                  </a:lnTo>
                  <a:lnTo>
                    <a:pt x="1129798" y="1527569"/>
                  </a:lnTo>
                  <a:lnTo>
                    <a:pt x="1129782" y="1527569"/>
                  </a:lnTo>
                  <a:lnTo>
                    <a:pt x="1129766" y="1527569"/>
                  </a:lnTo>
                  <a:lnTo>
                    <a:pt x="1129751" y="1527568"/>
                  </a:lnTo>
                  <a:lnTo>
                    <a:pt x="1129735" y="1527567"/>
                  </a:lnTo>
                  <a:lnTo>
                    <a:pt x="1129719" y="1527562"/>
                  </a:lnTo>
                  <a:lnTo>
                    <a:pt x="1129704" y="1527555"/>
                  </a:lnTo>
                  <a:lnTo>
                    <a:pt x="1129688" y="1527546"/>
                  </a:lnTo>
                  <a:lnTo>
                    <a:pt x="1129672" y="1527536"/>
                  </a:lnTo>
                  <a:lnTo>
                    <a:pt x="1129656" y="1527530"/>
                  </a:lnTo>
                  <a:lnTo>
                    <a:pt x="1129640" y="1527523"/>
                  </a:lnTo>
                  <a:lnTo>
                    <a:pt x="1129625" y="1527516"/>
                  </a:lnTo>
                  <a:lnTo>
                    <a:pt x="1129609" y="1527507"/>
                  </a:lnTo>
                  <a:lnTo>
                    <a:pt x="1129597" y="1527497"/>
                  </a:lnTo>
                  <a:lnTo>
                    <a:pt x="1129579" y="1527480"/>
                  </a:lnTo>
                  <a:lnTo>
                    <a:pt x="1129564" y="1527466"/>
                  </a:lnTo>
                  <a:lnTo>
                    <a:pt x="1129549" y="1527453"/>
                  </a:lnTo>
                  <a:lnTo>
                    <a:pt x="1129544" y="1527448"/>
                  </a:lnTo>
                  <a:lnTo>
                    <a:pt x="1129534" y="1527441"/>
                  </a:lnTo>
                  <a:lnTo>
                    <a:pt x="1129523" y="1527434"/>
                  </a:lnTo>
                  <a:lnTo>
                    <a:pt x="1129518" y="1527433"/>
                  </a:lnTo>
                  <a:lnTo>
                    <a:pt x="1129502" y="1527426"/>
                  </a:lnTo>
                  <a:lnTo>
                    <a:pt x="1129487" y="1527423"/>
                  </a:lnTo>
                  <a:lnTo>
                    <a:pt x="1129471" y="1527421"/>
                  </a:lnTo>
                  <a:lnTo>
                    <a:pt x="1129455" y="1527421"/>
                  </a:lnTo>
                  <a:lnTo>
                    <a:pt x="1129440" y="1527421"/>
                  </a:lnTo>
                  <a:lnTo>
                    <a:pt x="1129423" y="1527420"/>
                  </a:lnTo>
                  <a:lnTo>
                    <a:pt x="1129408" y="1527420"/>
                  </a:lnTo>
                  <a:lnTo>
                    <a:pt x="1129392" y="1527419"/>
                  </a:lnTo>
                  <a:lnTo>
                    <a:pt x="1129375" y="1527417"/>
                  </a:lnTo>
                  <a:lnTo>
                    <a:pt x="1129361" y="1527415"/>
                  </a:lnTo>
                  <a:lnTo>
                    <a:pt x="1129345" y="1527412"/>
                  </a:lnTo>
                  <a:lnTo>
                    <a:pt x="1129329" y="1527407"/>
                  </a:lnTo>
                  <a:lnTo>
                    <a:pt x="1129316" y="1527402"/>
                  </a:lnTo>
                  <a:lnTo>
                    <a:pt x="1129304" y="1527399"/>
                  </a:lnTo>
                  <a:lnTo>
                    <a:pt x="1129298" y="1527399"/>
                  </a:lnTo>
                  <a:lnTo>
                    <a:pt x="1129282" y="1527397"/>
                  </a:lnTo>
                  <a:lnTo>
                    <a:pt x="1129266" y="1527398"/>
                  </a:lnTo>
                  <a:lnTo>
                    <a:pt x="1129250" y="1527399"/>
                  </a:lnTo>
                  <a:lnTo>
                    <a:pt x="1129234" y="1527402"/>
                  </a:lnTo>
                  <a:lnTo>
                    <a:pt x="1129219" y="1527409"/>
                  </a:lnTo>
                  <a:lnTo>
                    <a:pt x="1129211" y="1527409"/>
                  </a:lnTo>
                  <a:lnTo>
                    <a:pt x="1129203" y="1527403"/>
                  </a:lnTo>
                  <a:lnTo>
                    <a:pt x="1129201" y="1527388"/>
                  </a:lnTo>
                  <a:lnTo>
                    <a:pt x="1129201" y="1527370"/>
                  </a:lnTo>
                  <a:lnTo>
                    <a:pt x="1129205" y="1527353"/>
                  </a:lnTo>
                  <a:lnTo>
                    <a:pt x="1129211" y="1527337"/>
                  </a:lnTo>
                  <a:lnTo>
                    <a:pt x="1129218" y="1527320"/>
                  </a:lnTo>
                  <a:lnTo>
                    <a:pt x="1129226" y="1527303"/>
                  </a:lnTo>
                  <a:lnTo>
                    <a:pt x="1129229" y="1527282"/>
                  </a:lnTo>
                  <a:lnTo>
                    <a:pt x="1129226" y="1527273"/>
                  </a:lnTo>
                  <a:lnTo>
                    <a:pt x="1129213" y="1527263"/>
                  </a:lnTo>
                  <a:lnTo>
                    <a:pt x="1129204" y="1527260"/>
                  </a:lnTo>
                  <a:lnTo>
                    <a:pt x="1129188" y="1527257"/>
                  </a:lnTo>
                  <a:lnTo>
                    <a:pt x="1129172" y="1527254"/>
                  </a:lnTo>
                  <a:lnTo>
                    <a:pt x="1129168" y="1527252"/>
                  </a:lnTo>
                  <a:lnTo>
                    <a:pt x="1129158" y="1527240"/>
                  </a:lnTo>
                  <a:lnTo>
                    <a:pt x="1129145" y="1527224"/>
                  </a:lnTo>
                  <a:lnTo>
                    <a:pt x="1129133" y="1527207"/>
                  </a:lnTo>
                  <a:lnTo>
                    <a:pt x="1129128" y="1527201"/>
                  </a:lnTo>
                  <a:lnTo>
                    <a:pt x="1129123" y="1527197"/>
                  </a:lnTo>
                  <a:lnTo>
                    <a:pt x="1129119" y="1527192"/>
                  </a:lnTo>
                  <a:lnTo>
                    <a:pt x="1129103" y="1527181"/>
                  </a:lnTo>
                  <a:lnTo>
                    <a:pt x="1129088" y="1527174"/>
                  </a:lnTo>
                  <a:lnTo>
                    <a:pt x="1129072" y="1527169"/>
                  </a:lnTo>
                  <a:lnTo>
                    <a:pt x="1129056" y="1527162"/>
                  </a:lnTo>
                  <a:lnTo>
                    <a:pt x="1129041" y="1527156"/>
                  </a:lnTo>
                  <a:lnTo>
                    <a:pt x="1129025" y="1527157"/>
                  </a:lnTo>
                  <a:lnTo>
                    <a:pt x="1129019" y="1527160"/>
                  </a:lnTo>
                  <a:lnTo>
                    <a:pt x="1129009" y="1527166"/>
                  </a:lnTo>
                  <a:lnTo>
                    <a:pt x="1128997" y="1527174"/>
                  </a:lnTo>
                  <a:lnTo>
                    <a:pt x="1128993" y="1527175"/>
                  </a:lnTo>
                  <a:lnTo>
                    <a:pt x="1128977" y="1527175"/>
                  </a:lnTo>
                  <a:lnTo>
                    <a:pt x="1128965" y="1527175"/>
                  </a:lnTo>
                  <a:lnTo>
                    <a:pt x="1128953" y="1527173"/>
                  </a:lnTo>
                  <a:lnTo>
                    <a:pt x="1128946" y="1527173"/>
                  </a:lnTo>
                  <a:lnTo>
                    <a:pt x="1128930" y="1527171"/>
                  </a:lnTo>
                  <a:lnTo>
                    <a:pt x="1128914" y="1527170"/>
                  </a:lnTo>
                  <a:lnTo>
                    <a:pt x="1128899" y="1527168"/>
                  </a:lnTo>
                  <a:lnTo>
                    <a:pt x="1128883" y="1527166"/>
                  </a:lnTo>
                  <a:lnTo>
                    <a:pt x="1128867" y="1527168"/>
                  </a:lnTo>
                  <a:lnTo>
                    <a:pt x="1128851" y="1527173"/>
                  </a:lnTo>
                  <a:lnTo>
                    <a:pt x="1128835" y="1527180"/>
                  </a:lnTo>
                  <a:lnTo>
                    <a:pt x="1128820" y="1527186"/>
                  </a:lnTo>
                  <a:lnTo>
                    <a:pt x="1128804" y="1527195"/>
                  </a:lnTo>
                  <a:lnTo>
                    <a:pt x="1128792" y="1527203"/>
                  </a:lnTo>
                  <a:lnTo>
                    <a:pt x="1128789" y="1527208"/>
                  </a:lnTo>
                  <a:lnTo>
                    <a:pt x="1128774" y="1527220"/>
                  </a:lnTo>
                  <a:lnTo>
                    <a:pt x="1128767" y="1527225"/>
                  </a:lnTo>
                  <a:lnTo>
                    <a:pt x="1128758" y="1527227"/>
                  </a:lnTo>
                  <a:lnTo>
                    <a:pt x="1128743" y="1527230"/>
                  </a:lnTo>
                  <a:lnTo>
                    <a:pt x="1128726" y="1527228"/>
                  </a:lnTo>
                  <a:lnTo>
                    <a:pt x="1128714" y="1527222"/>
                  </a:lnTo>
                  <a:lnTo>
                    <a:pt x="1128699" y="1527214"/>
                  </a:lnTo>
                  <a:lnTo>
                    <a:pt x="1128683" y="1527205"/>
                  </a:lnTo>
                  <a:lnTo>
                    <a:pt x="1128667" y="1527200"/>
                  </a:lnTo>
                  <a:lnTo>
                    <a:pt x="1128660" y="1527197"/>
                  </a:lnTo>
                  <a:lnTo>
                    <a:pt x="1128651" y="1527197"/>
                  </a:lnTo>
                  <a:lnTo>
                    <a:pt x="1128637" y="1527193"/>
                  </a:lnTo>
                  <a:lnTo>
                    <a:pt x="1128620" y="1527180"/>
                  </a:lnTo>
                  <a:lnTo>
                    <a:pt x="1128614" y="1527177"/>
                  </a:lnTo>
                  <a:lnTo>
                    <a:pt x="1128609" y="1527177"/>
                  </a:lnTo>
                  <a:lnTo>
                    <a:pt x="1128604" y="1527179"/>
                  </a:lnTo>
                  <a:lnTo>
                    <a:pt x="1128596" y="1527185"/>
                  </a:lnTo>
                  <a:lnTo>
                    <a:pt x="1128589" y="1527190"/>
                  </a:lnTo>
                  <a:lnTo>
                    <a:pt x="1128576" y="1527204"/>
                  </a:lnTo>
                  <a:lnTo>
                    <a:pt x="1128560" y="1527218"/>
                  </a:lnTo>
                  <a:lnTo>
                    <a:pt x="1128544" y="1527230"/>
                  </a:lnTo>
                  <a:lnTo>
                    <a:pt x="1128528" y="1527243"/>
                  </a:lnTo>
                  <a:lnTo>
                    <a:pt x="1128513" y="1527254"/>
                  </a:lnTo>
                  <a:lnTo>
                    <a:pt x="1128497" y="1527265"/>
                  </a:lnTo>
                  <a:lnTo>
                    <a:pt x="1128482" y="1527279"/>
                  </a:lnTo>
                  <a:lnTo>
                    <a:pt x="1128468" y="1527293"/>
                  </a:lnTo>
                  <a:lnTo>
                    <a:pt x="1128462" y="1527299"/>
                  </a:lnTo>
                  <a:lnTo>
                    <a:pt x="1128458" y="1527307"/>
                  </a:lnTo>
                  <a:lnTo>
                    <a:pt x="1128442" y="1527312"/>
                  </a:lnTo>
                  <a:lnTo>
                    <a:pt x="1128435" y="1527314"/>
                  </a:lnTo>
                  <a:lnTo>
                    <a:pt x="1128423" y="1527317"/>
                  </a:lnTo>
                  <a:lnTo>
                    <a:pt x="1128407" y="1527320"/>
                  </a:lnTo>
                  <a:lnTo>
                    <a:pt x="1128391" y="1527321"/>
                  </a:lnTo>
                  <a:lnTo>
                    <a:pt x="1128376" y="1527323"/>
                  </a:lnTo>
                  <a:lnTo>
                    <a:pt x="1128359" y="1527325"/>
                  </a:lnTo>
                  <a:lnTo>
                    <a:pt x="1128344" y="1527326"/>
                  </a:lnTo>
                  <a:lnTo>
                    <a:pt x="1128328" y="1527325"/>
                  </a:lnTo>
                  <a:lnTo>
                    <a:pt x="1128312" y="1527325"/>
                  </a:lnTo>
                  <a:lnTo>
                    <a:pt x="1128304" y="1527326"/>
                  </a:lnTo>
                  <a:lnTo>
                    <a:pt x="1128279" y="1527325"/>
                  </a:lnTo>
                  <a:lnTo>
                    <a:pt x="1128259" y="1527327"/>
                  </a:lnTo>
                  <a:lnTo>
                    <a:pt x="1128237" y="1527333"/>
                  </a:lnTo>
                  <a:lnTo>
                    <a:pt x="1128226" y="1527337"/>
                  </a:lnTo>
                  <a:lnTo>
                    <a:pt x="1128218" y="1527339"/>
                  </a:lnTo>
                  <a:lnTo>
                    <a:pt x="1128202" y="1527345"/>
                  </a:lnTo>
                  <a:lnTo>
                    <a:pt x="1128186" y="1527352"/>
                  </a:lnTo>
                  <a:lnTo>
                    <a:pt x="1128170" y="1527360"/>
                  </a:lnTo>
                  <a:lnTo>
                    <a:pt x="1128165" y="1527363"/>
                  </a:lnTo>
                  <a:lnTo>
                    <a:pt x="1128154" y="1527366"/>
                  </a:lnTo>
                  <a:lnTo>
                    <a:pt x="1128140" y="1527370"/>
                  </a:lnTo>
                  <a:lnTo>
                    <a:pt x="1128134" y="1527367"/>
                  </a:lnTo>
                  <a:lnTo>
                    <a:pt x="1128128" y="1527355"/>
                  </a:lnTo>
                  <a:lnTo>
                    <a:pt x="1128124" y="1527338"/>
                  </a:lnTo>
                  <a:lnTo>
                    <a:pt x="1128120" y="1527322"/>
                  </a:lnTo>
                  <a:lnTo>
                    <a:pt x="1128114" y="1527305"/>
                  </a:lnTo>
                  <a:lnTo>
                    <a:pt x="1128111" y="1527297"/>
                  </a:lnTo>
                  <a:lnTo>
                    <a:pt x="1128104" y="1527288"/>
                  </a:lnTo>
                  <a:lnTo>
                    <a:pt x="1128090" y="1527274"/>
                  </a:lnTo>
                  <a:lnTo>
                    <a:pt x="1128083" y="1527269"/>
                  </a:lnTo>
                  <a:lnTo>
                    <a:pt x="1128074" y="1527266"/>
                  </a:lnTo>
                  <a:lnTo>
                    <a:pt x="1128058" y="1527259"/>
                  </a:lnTo>
                  <a:lnTo>
                    <a:pt x="1128043" y="1527254"/>
                  </a:lnTo>
                  <a:lnTo>
                    <a:pt x="1128027" y="1527250"/>
                  </a:lnTo>
                  <a:lnTo>
                    <a:pt x="1128011" y="1527245"/>
                  </a:lnTo>
                  <a:lnTo>
                    <a:pt x="1127995" y="1527243"/>
                  </a:lnTo>
                  <a:lnTo>
                    <a:pt x="1127980" y="1527244"/>
                  </a:lnTo>
                  <a:lnTo>
                    <a:pt x="1127958" y="1527244"/>
                  </a:lnTo>
                  <a:lnTo>
                    <a:pt x="1127948" y="1527241"/>
                  </a:lnTo>
                  <a:lnTo>
                    <a:pt x="1127933" y="1527238"/>
                  </a:lnTo>
                  <a:lnTo>
                    <a:pt x="1127917" y="1527236"/>
                  </a:lnTo>
                  <a:lnTo>
                    <a:pt x="1127901" y="1527232"/>
                  </a:lnTo>
                  <a:lnTo>
                    <a:pt x="1127885" y="1527228"/>
                  </a:lnTo>
                  <a:lnTo>
                    <a:pt x="1127869" y="1527223"/>
                  </a:lnTo>
                  <a:lnTo>
                    <a:pt x="1127854" y="1527220"/>
                  </a:lnTo>
                  <a:lnTo>
                    <a:pt x="1127845" y="1527213"/>
                  </a:lnTo>
                  <a:lnTo>
                    <a:pt x="1127838" y="1527207"/>
                  </a:lnTo>
                  <a:lnTo>
                    <a:pt x="1127832" y="1527201"/>
                  </a:lnTo>
                  <a:lnTo>
                    <a:pt x="1127826" y="1527193"/>
                  </a:lnTo>
                  <a:lnTo>
                    <a:pt x="1127812" y="1527180"/>
                  </a:lnTo>
                  <a:lnTo>
                    <a:pt x="1127797" y="1527165"/>
                  </a:lnTo>
                  <a:lnTo>
                    <a:pt x="1127782" y="1527151"/>
                  </a:lnTo>
                  <a:lnTo>
                    <a:pt x="1127773" y="1527144"/>
                  </a:lnTo>
                  <a:lnTo>
                    <a:pt x="1127768" y="1527136"/>
                  </a:lnTo>
                  <a:lnTo>
                    <a:pt x="1127759" y="1527122"/>
                  </a:lnTo>
                  <a:lnTo>
                    <a:pt x="1127751" y="1527104"/>
                  </a:lnTo>
                  <a:lnTo>
                    <a:pt x="1127747" y="1527096"/>
                  </a:lnTo>
                  <a:lnTo>
                    <a:pt x="1127745" y="1527087"/>
                  </a:lnTo>
                  <a:lnTo>
                    <a:pt x="1127739" y="1527070"/>
                  </a:lnTo>
                  <a:lnTo>
                    <a:pt x="1127733" y="1527054"/>
                  </a:lnTo>
                  <a:lnTo>
                    <a:pt x="1127726" y="1527037"/>
                  </a:lnTo>
                  <a:lnTo>
                    <a:pt x="1127719" y="1527020"/>
                  </a:lnTo>
                  <a:lnTo>
                    <a:pt x="1127716" y="1527003"/>
                  </a:lnTo>
                  <a:lnTo>
                    <a:pt x="1127716" y="1526988"/>
                  </a:lnTo>
                  <a:lnTo>
                    <a:pt x="1127716" y="1526972"/>
                  </a:lnTo>
                  <a:lnTo>
                    <a:pt x="1127715" y="1526953"/>
                  </a:lnTo>
                  <a:lnTo>
                    <a:pt x="1127711" y="1526937"/>
                  </a:lnTo>
                  <a:lnTo>
                    <a:pt x="1127707" y="1526920"/>
                  </a:lnTo>
                  <a:lnTo>
                    <a:pt x="1127700" y="1526903"/>
                  </a:lnTo>
                  <a:lnTo>
                    <a:pt x="1127695" y="1526887"/>
                  </a:lnTo>
                  <a:lnTo>
                    <a:pt x="1127689" y="1526870"/>
                  </a:lnTo>
                  <a:lnTo>
                    <a:pt x="1127686" y="1526863"/>
                  </a:lnTo>
                  <a:lnTo>
                    <a:pt x="1127680" y="1526858"/>
                  </a:lnTo>
                  <a:lnTo>
                    <a:pt x="1127676" y="1526854"/>
                  </a:lnTo>
                  <a:lnTo>
                    <a:pt x="1127661" y="1526844"/>
                  </a:lnTo>
                  <a:lnTo>
                    <a:pt x="1127645" y="1526831"/>
                  </a:lnTo>
                  <a:lnTo>
                    <a:pt x="1127618" y="1526816"/>
                  </a:lnTo>
                  <a:lnTo>
                    <a:pt x="1127586" y="1526799"/>
                  </a:lnTo>
                  <a:lnTo>
                    <a:pt x="1127570" y="1526790"/>
                  </a:lnTo>
                  <a:lnTo>
                    <a:pt x="1127554" y="1526783"/>
                  </a:lnTo>
                  <a:lnTo>
                    <a:pt x="1127539" y="1526782"/>
                  </a:lnTo>
                  <a:lnTo>
                    <a:pt x="1127533" y="1526782"/>
                  </a:lnTo>
                  <a:lnTo>
                    <a:pt x="1127517" y="1526784"/>
                  </a:lnTo>
                  <a:lnTo>
                    <a:pt x="1127501" y="1526786"/>
                  </a:lnTo>
                  <a:lnTo>
                    <a:pt x="1127485" y="1526786"/>
                  </a:lnTo>
                  <a:lnTo>
                    <a:pt x="1127474" y="1526785"/>
                  </a:lnTo>
                  <a:lnTo>
                    <a:pt x="1127469" y="1526783"/>
                  </a:lnTo>
                  <a:lnTo>
                    <a:pt x="1127454" y="1526777"/>
                  </a:lnTo>
                  <a:lnTo>
                    <a:pt x="1127438" y="1526770"/>
                  </a:lnTo>
                  <a:lnTo>
                    <a:pt x="1127422" y="1526764"/>
                  </a:lnTo>
                  <a:lnTo>
                    <a:pt x="1127417" y="1526764"/>
                  </a:lnTo>
                  <a:lnTo>
                    <a:pt x="1127412" y="1526763"/>
                  </a:lnTo>
                  <a:lnTo>
                    <a:pt x="1127404" y="1526764"/>
                  </a:lnTo>
                  <a:lnTo>
                    <a:pt x="1127397" y="1526766"/>
                  </a:lnTo>
                  <a:lnTo>
                    <a:pt x="1127391" y="1526766"/>
                  </a:lnTo>
                  <a:lnTo>
                    <a:pt x="1127375" y="1526768"/>
                  </a:lnTo>
                  <a:lnTo>
                    <a:pt x="1127359" y="1526768"/>
                  </a:lnTo>
                  <a:lnTo>
                    <a:pt x="1127344" y="1526769"/>
                  </a:lnTo>
                  <a:lnTo>
                    <a:pt x="1127326" y="1526775"/>
                  </a:lnTo>
                  <a:lnTo>
                    <a:pt x="1127312" y="1526787"/>
                  </a:lnTo>
                  <a:lnTo>
                    <a:pt x="1127297" y="1526802"/>
                  </a:lnTo>
                  <a:lnTo>
                    <a:pt x="1127293" y="1526806"/>
                  </a:lnTo>
                  <a:lnTo>
                    <a:pt x="1127288" y="1526810"/>
                  </a:lnTo>
                  <a:lnTo>
                    <a:pt x="1127282" y="1526812"/>
                  </a:lnTo>
                  <a:lnTo>
                    <a:pt x="1127266" y="1526815"/>
                  </a:lnTo>
                  <a:lnTo>
                    <a:pt x="1127251" y="1526816"/>
                  </a:lnTo>
                  <a:lnTo>
                    <a:pt x="1127235" y="1526816"/>
                  </a:lnTo>
                  <a:lnTo>
                    <a:pt x="1127219" y="1526814"/>
                  </a:lnTo>
                  <a:lnTo>
                    <a:pt x="1127204" y="1526811"/>
                  </a:lnTo>
                  <a:lnTo>
                    <a:pt x="1127188" y="1526808"/>
                  </a:lnTo>
                  <a:lnTo>
                    <a:pt x="1127181" y="1526803"/>
                  </a:lnTo>
                  <a:lnTo>
                    <a:pt x="1127172" y="1526800"/>
                  </a:lnTo>
                  <a:lnTo>
                    <a:pt x="1127156" y="1526789"/>
                  </a:lnTo>
                  <a:lnTo>
                    <a:pt x="1127142" y="1526782"/>
                  </a:lnTo>
                  <a:lnTo>
                    <a:pt x="1127125" y="1526776"/>
                  </a:lnTo>
                  <a:lnTo>
                    <a:pt x="1127118" y="1526774"/>
                  </a:lnTo>
                  <a:lnTo>
                    <a:pt x="1127109" y="1526774"/>
                  </a:lnTo>
                  <a:lnTo>
                    <a:pt x="1127093" y="1526772"/>
                  </a:lnTo>
                  <a:lnTo>
                    <a:pt x="1127078" y="1526769"/>
                  </a:lnTo>
                  <a:lnTo>
                    <a:pt x="1127062" y="1526765"/>
                  </a:lnTo>
                  <a:lnTo>
                    <a:pt x="1127046" y="1526759"/>
                  </a:lnTo>
                  <a:lnTo>
                    <a:pt x="1127030" y="1526757"/>
                  </a:lnTo>
                  <a:lnTo>
                    <a:pt x="1127015" y="1526753"/>
                  </a:lnTo>
                  <a:lnTo>
                    <a:pt x="1126999" y="1526750"/>
                  </a:lnTo>
                  <a:lnTo>
                    <a:pt x="1126983" y="1526746"/>
                  </a:lnTo>
                  <a:lnTo>
                    <a:pt x="1126967" y="1526744"/>
                  </a:lnTo>
                  <a:lnTo>
                    <a:pt x="1126951" y="1526743"/>
                  </a:lnTo>
                  <a:lnTo>
                    <a:pt x="1126936" y="1526740"/>
                  </a:lnTo>
                  <a:lnTo>
                    <a:pt x="1126920" y="1526737"/>
                  </a:lnTo>
                  <a:lnTo>
                    <a:pt x="1126904" y="1526734"/>
                  </a:lnTo>
                  <a:lnTo>
                    <a:pt x="1126897" y="1526731"/>
                  </a:lnTo>
                  <a:lnTo>
                    <a:pt x="1126889" y="1526731"/>
                  </a:lnTo>
                  <a:lnTo>
                    <a:pt x="1126873" y="1526729"/>
                  </a:lnTo>
                  <a:lnTo>
                    <a:pt x="1126857" y="1526727"/>
                  </a:lnTo>
                  <a:lnTo>
                    <a:pt x="1126841" y="1526725"/>
                  </a:lnTo>
                  <a:lnTo>
                    <a:pt x="1126826" y="1526730"/>
                  </a:lnTo>
                  <a:lnTo>
                    <a:pt x="1126810" y="1526741"/>
                  </a:lnTo>
                  <a:lnTo>
                    <a:pt x="1126794" y="1526753"/>
                  </a:lnTo>
                  <a:lnTo>
                    <a:pt x="1126788" y="1526758"/>
                  </a:lnTo>
                  <a:lnTo>
                    <a:pt x="1126778" y="1526763"/>
                  </a:lnTo>
                  <a:lnTo>
                    <a:pt x="1126762" y="1526768"/>
                  </a:lnTo>
                  <a:lnTo>
                    <a:pt x="1126747" y="1526774"/>
                  </a:lnTo>
                  <a:lnTo>
                    <a:pt x="1126731" y="1526780"/>
                  </a:lnTo>
                  <a:lnTo>
                    <a:pt x="1126715" y="1526789"/>
                  </a:lnTo>
                  <a:lnTo>
                    <a:pt x="1126708" y="1526792"/>
                  </a:lnTo>
                  <a:lnTo>
                    <a:pt x="1126700" y="1526791"/>
                  </a:lnTo>
                  <a:lnTo>
                    <a:pt x="1126683" y="1526783"/>
                  </a:lnTo>
                  <a:lnTo>
                    <a:pt x="1126667" y="1526778"/>
                  </a:lnTo>
                  <a:lnTo>
                    <a:pt x="1126652" y="1526770"/>
                  </a:lnTo>
                  <a:lnTo>
                    <a:pt x="1126636" y="1526761"/>
                  </a:lnTo>
                  <a:lnTo>
                    <a:pt x="1126619" y="1526751"/>
                  </a:lnTo>
                  <a:lnTo>
                    <a:pt x="1126605" y="1526741"/>
                  </a:lnTo>
                  <a:lnTo>
                    <a:pt x="1126597" y="1526735"/>
                  </a:lnTo>
                  <a:lnTo>
                    <a:pt x="1126589" y="1526727"/>
                  </a:lnTo>
                  <a:lnTo>
                    <a:pt x="1126583" y="1526721"/>
                  </a:lnTo>
                  <a:lnTo>
                    <a:pt x="1126576" y="1526719"/>
                  </a:lnTo>
                  <a:lnTo>
                    <a:pt x="1126569" y="1526728"/>
                  </a:lnTo>
                  <a:lnTo>
                    <a:pt x="1126556" y="1526742"/>
                  </a:lnTo>
                  <a:lnTo>
                    <a:pt x="1126542" y="1526752"/>
                  </a:lnTo>
                  <a:lnTo>
                    <a:pt x="1126524" y="1526760"/>
                  </a:lnTo>
                  <a:lnTo>
                    <a:pt x="1126508" y="1526767"/>
                  </a:lnTo>
                  <a:lnTo>
                    <a:pt x="1126492" y="1526773"/>
                  </a:lnTo>
                  <a:lnTo>
                    <a:pt x="1126476" y="1526779"/>
                  </a:lnTo>
                  <a:lnTo>
                    <a:pt x="1126470" y="1526794"/>
                  </a:lnTo>
                  <a:lnTo>
                    <a:pt x="1126470" y="1526812"/>
                  </a:lnTo>
                  <a:lnTo>
                    <a:pt x="1126470" y="1526819"/>
                  </a:lnTo>
                  <a:lnTo>
                    <a:pt x="1126464" y="1526829"/>
                  </a:lnTo>
                  <a:lnTo>
                    <a:pt x="1126457" y="1526836"/>
                  </a:lnTo>
                  <a:lnTo>
                    <a:pt x="1126448" y="1526842"/>
                  </a:lnTo>
                  <a:lnTo>
                    <a:pt x="1126439" y="1526844"/>
                  </a:lnTo>
                  <a:lnTo>
                    <a:pt x="1126433" y="1526844"/>
                  </a:lnTo>
                  <a:lnTo>
                    <a:pt x="1126417" y="1526842"/>
                  </a:lnTo>
                  <a:lnTo>
                    <a:pt x="1126401" y="1526840"/>
                  </a:lnTo>
                  <a:lnTo>
                    <a:pt x="1126386" y="1526843"/>
                  </a:lnTo>
                  <a:lnTo>
                    <a:pt x="1126370" y="1526844"/>
                  </a:lnTo>
                  <a:lnTo>
                    <a:pt x="1126354" y="1526842"/>
                  </a:lnTo>
                  <a:lnTo>
                    <a:pt x="1126336" y="1526844"/>
                  </a:lnTo>
                  <a:lnTo>
                    <a:pt x="1126329" y="1526847"/>
                  </a:lnTo>
                  <a:lnTo>
                    <a:pt x="1126322" y="1526851"/>
                  </a:lnTo>
                  <a:lnTo>
                    <a:pt x="1126307" y="1526864"/>
                  </a:lnTo>
                  <a:lnTo>
                    <a:pt x="1126291" y="1526878"/>
                  </a:lnTo>
                  <a:lnTo>
                    <a:pt x="1126275" y="1526891"/>
                  </a:lnTo>
                  <a:lnTo>
                    <a:pt x="1126259" y="1526903"/>
                  </a:lnTo>
                  <a:lnTo>
                    <a:pt x="1126243" y="1526915"/>
                  </a:lnTo>
                  <a:lnTo>
                    <a:pt x="1126236" y="1526919"/>
                  </a:lnTo>
                  <a:lnTo>
                    <a:pt x="1126228" y="1526925"/>
                  </a:lnTo>
                  <a:lnTo>
                    <a:pt x="1126219" y="1526931"/>
                  </a:lnTo>
                  <a:lnTo>
                    <a:pt x="1126213" y="1526937"/>
                  </a:lnTo>
                  <a:lnTo>
                    <a:pt x="1126202" y="1526954"/>
                  </a:lnTo>
                  <a:lnTo>
                    <a:pt x="1126191" y="1526971"/>
                  </a:lnTo>
                  <a:lnTo>
                    <a:pt x="1126184" y="1526983"/>
                  </a:lnTo>
                  <a:lnTo>
                    <a:pt x="1126173" y="1527004"/>
                  </a:lnTo>
                  <a:lnTo>
                    <a:pt x="1126164" y="1527020"/>
                  </a:lnTo>
                  <a:lnTo>
                    <a:pt x="1126154" y="1527037"/>
                  </a:lnTo>
                  <a:lnTo>
                    <a:pt x="1126141" y="1527054"/>
                  </a:lnTo>
                  <a:lnTo>
                    <a:pt x="1126126" y="1527068"/>
                  </a:lnTo>
                  <a:lnTo>
                    <a:pt x="1126115" y="1527077"/>
                  </a:lnTo>
                  <a:lnTo>
                    <a:pt x="1126110" y="1527079"/>
                  </a:lnTo>
                  <a:lnTo>
                    <a:pt x="1126101" y="1527083"/>
                  </a:lnTo>
                  <a:lnTo>
                    <a:pt x="1126094" y="1527086"/>
                  </a:lnTo>
                  <a:lnTo>
                    <a:pt x="1126079" y="1527090"/>
                  </a:lnTo>
                  <a:lnTo>
                    <a:pt x="1126062" y="1527095"/>
                  </a:lnTo>
                  <a:lnTo>
                    <a:pt x="1126056" y="1527098"/>
                  </a:lnTo>
                  <a:lnTo>
                    <a:pt x="1126047" y="1527101"/>
                  </a:lnTo>
                  <a:lnTo>
                    <a:pt x="1126031" y="1527105"/>
                  </a:lnTo>
                  <a:lnTo>
                    <a:pt x="1126015" y="1527107"/>
                  </a:lnTo>
                  <a:lnTo>
                    <a:pt x="1126000" y="1527111"/>
                  </a:lnTo>
                  <a:lnTo>
                    <a:pt x="1125990" y="1527112"/>
                  </a:lnTo>
                  <a:lnTo>
                    <a:pt x="1125978" y="1527116"/>
                  </a:lnTo>
                  <a:lnTo>
                    <a:pt x="1125968" y="1527123"/>
                  </a:lnTo>
                  <a:lnTo>
                    <a:pt x="1125962" y="1527127"/>
                  </a:lnTo>
                  <a:lnTo>
                    <a:pt x="1125954" y="1527135"/>
                  </a:lnTo>
                  <a:lnTo>
                    <a:pt x="1125941" y="1527150"/>
                  </a:lnTo>
                  <a:lnTo>
                    <a:pt x="1125927" y="1527165"/>
                  </a:lnTo>
                  <a:lnTo>
                    <a:pt x="1125914" y="1527179"/>
                  </a:lnTo>
                  <a:lnTo>
                    <a:pt x="1125900" y="1527195"/>
                  </a:lnTo>
                  <a:lnTo>
                    <a:pt x="1125886" y="1527210"/>
                  </a:lnTo>
                  <a:lnTo>
                    <a:pt x="1125873" y="1527223"/>
                  </a:lnTo>
                  <a:lnTo>
                    <a:pt x="1125859" y="1527236"/>
                  </a:lnTo>
                  <a:lnTo>
                    <a:pt x="1125843" y="1527254"/>
                  </a:lnTo>
                  <a:lnTo>
                    <a:pt x="1125833" y="1527265"/>
                  </a:lnTo>
                  <a:lnTo>
                    <a:pt x="1125820" y="1527276"/>
                  </a:lnTo>
                  <a:lnTo>
                    <a:pt x="1125807" y="1527284"/>
                  </a:lnTo>
                  <a:lnTo>
                    <a:pt x="1125802" y="1527289"/>
                  </a:lnTo>
                  <a:lnTo>
                    <a:pt x="1125799" y="1527293"/>
                  </a:lnTo>
                  <a:lnTo>
                    <a:pt x="1125800" y="1527303"/>
                  </a:lnTo>
                  <a:lnTo>
                    <a:pt x="1125815" y="1527340"/>
                  </a:lnTo>
                  <a:lnTo>
                    <a:pt x="1125825" y="1527357"/>
                  </a:lnTo>
                  <a:lnTo>
                    <a:pt x="1125831" y="1527365"/>
                  </a:lnTo>
                  <a:lnTo>
                    <a:pt x="1125834" y="1527373"/>
                  </a:lnTo>
                  <a:lnTo>
                    <a:pt x="1125842" y="1527390"/>
                  </a:lnTo>
                  <a:lnTo>
                    <a:pt x="1125851" y="1527407"/>
                  </a:lnTo>
                  <a:lnTo>
                    <a:pt x="1125858" y="1527422"/>
                  </a:lnTo>
                  <a:lnTo>
                    <a:pt x="1125867" y="1527440"/>
                  </a:lnTo>
                  <a:lnTo>
                    <a:pt x="1125871" y="1527457"/>
                  </a:lnTo>
                  <a:lnTo>
                    <a:pt x="1125877" y="1527473"/>
                  </a:lnTo>
                  <a:lnTo>
                    <a:pt x="1125882" y="1527490"/>
                  </a:lnTo>
                  <a:lnTo>
                    <a:pt x="1125886" y="1527507"/>
                  </a:lnTo>
                  <a:lnTo>
                    <a:pt x="1125887" y="1527524"/>
                  </a:lnTo>
                  <a:lnTo>
                    <a:pt x="1125888" y="1527540"/>
                  </a:lnTo>
                  <a:lnTo>
                    <a:pt x="1125889" y="1527553"/>
                  </a:lnTo>
                  <a:lnTo>
                    <a:pt x="1125891" y="1527557"/>
                  </a:lnTo>
                  <a:lnTo>
                    <a:pt x="1125897" y="1527565"/>
                  </a:lnTo>
                  <a:lnTo>
                    <a:pt x="1125904" y="1527574"/>
                  </a:lnTo>
                  <a:lnTo>
                    <a:pt x="1125910" y="1527584"/>
                  </a:lnTo>
                  <a:lnTo>
                    <a:pt x="1125914" y="1527596"/>
                  </a:lnTo>
                  <a:lnTo>
                    <a:pt x="1125925" y="1527630"/>
                  </a:lnTo>
                  <a:lnTo>
                    <a:pt x="1125935" y="1527651"/>
                  </a:lnTo>
                  <a:lnTo>
                    <a:pt x="1125948" y="1527666"/>
                  </a:lnTo>
                  <a:lnTo>
                    <a:pt x="1125966" y="1527683"/>
                  </a:lnTo>
                  <a:lnTo>
                    <a:pt x="1125973" y="1527689"/>
                  </a:lnTo>
                  <a:lnTo>
                    <a:pt x="1125989" y="1527701"/>
                  </a:lnTo>
                  <a:lnTo>
                    <a:pt x="1125998" y="1527706"/>
                  </a:lnTo>
                  <a:lnTo>
                    <a:pt x="1126005" y="1527712"/>
                  </a:lnTo>
                  <a:lnTo>
                    <a:pt x="1126020" y="1527723"/>
                  </a:lnTo>
                  <a:lnTo>
                    <a:pt x="1126033" y="1527729"/>
                  </a:lnTo>
                  <a:lnTo>
                    <a:pt x="1126036" y="1527733"/>
                  </a:lnTo>
                  <a:lnTo>
                    <a:pt x="1126043" y="1527736"/>
                  </a:lnTo>
                  <a:lnTo>
                    <a:pt x="1126052" y="1527742"/>
                  </a:lnTo>
                  <a:lnTo>
                    <a:pt x="1126057" y="1527746"/>
                  </a:lnTo>
                  <a:lnTo>
                    <a:pt x="1126068" y="1527757"/>
                  </a:lnTo>
                  <a:lnTo>
                    <a:pt x="1126072" y="1527762"/>
                  </a:lnTo>
                  <a:lnTo>
                    <a:pt x="1126074" y="1527767"/>
                  </a:lnTo>
                  <a:lnTo>
                    <a:pt x="1126074" y="1527774"/>
                  </a:lnTo>
                  <a:lnTo>
                    <a:pt x="1126072" y="1527791"/>
                  </a:lnTo>
                  <a:lnTo>
                    <a:pt x="1126072" y="1527807"/>
                  </a:lnTo>
                  <a:lnTo>
                    <a:pt x="1126071" y="1527824"/>
                  </a:lnTo>
                  <a:lnTo>
                    <a:pt x="1126070" y="1527841"/>
                  </a:lnTo>
                  <a:lnTo>
                    <a:pt x="1126073" y="1527857"/>
                  </a:lnTo>
                  <a:lnTo>
                    <a:pt x="1126075" y="1527864"/>
                  </a:lnTo>
                  <a:lnTo>
                    <a:pt x="1126082" y="1527871"/>
                  </a:lnTo>
                  <a:lnTo>
                    <a:pt x="1126094" y="1527878"/>
                  </a:lnTo>
                  <a:lnTo>
                    <a:pt x="1126099" y="1527880"/>
                  </a:lnTo>
                  <a:lnTo>
                    <a:pt x="1126115" y="1527886"/>
                  </a:lnTo>
                  <a:lnTo>
                    <a:pt x="1126131" y="1527897"/>
                  </a:lnTo>
                  <a:lnTo>
                    <a:pt x="1126143" y="1527910"/>
                  </a:lnTo>
                  <a:lnTo>
                    <a:pt x="1126143" y="1527922"/>
                  </a:lnTo>
                  <a:lnTo>
                    <a:pt x="1126152" y="1527930"/>
                  </a:lnTo>
                  <a:lnTo>
                    <a:pt x="1126155" y="1527936"/>
                  </a:lnTo>
                  <a:lnTo>
                    <a:pt x="1126168" y="1527949"/>
                  </a:lnTo>
                  <a:lnTo>
                    <a:pt x="1126183" y="1527963"/>
                  </a:lnTo>
                  <a:lnTo>
                    <a:pt x="1126197" y="1527976"/>
                  </a:lnTo>
                  <a:lnTo>
                    <a:pt x="1126210" y="1527989"/>
                  </a:lnTo>
                  <a:lnTo>
                    <a:pt x="1126224" y="1528005"/>
                  </a:lnTo>
                  <a:lnTo>
                    <a:pt x="1126238" y="1528018"/>
                  </a:lnTo>
                  <a:lnTo>
                    <a:pt x="1126254" y="1528026"/>
                  </a:lnTo>
                  <a:lnTo>
                    <a:pt x="1126270" y="1528032"/>
                  </a:lnTo>
                  <a:lnTo>
                    <a:pt x="1126286" y="1528039"/>
                  </a:lnTo>
                  <a:lnTo>
                    <a:pt x="1126301" y="1528046"/>
                  </a:lnTo>
                  <a:lnTo>
                    <a:pt x="1126319" y="1528051"/>
                  </a:lnTo>
                  <a:lnTo>
                    <a:pt x="1126333" y="1528056"/>
                  </a:lnTo>
                  <a:lnTo>
                    <a:pt x="1126348" y="1528061"/>
                  </a:lnTo>
                  <a:lnTo>
                    <a:pt x="1126363" y="1528067"/>
                  </a:lnTo>
                  <a:lnTo>
                    <a:pt x="1126368" y="1528068"/>
                  </a:lnTo>
                  <a:lnTo>
                    <a:pt x="1126380" y="1528074"/>
                  </a:lnTo>
                  <a:lnTo>
                    <a:pt x="1126396" y="1528077"/>
                  </a:lnTo>
                  <a:lnTo>
                    <a:pt x="1126411" y="1528082"/>
                  </a:lnTo>
                  <a:lnTo>
                    <a:pt x="1126427" y="1528084"/>
                  </a:lnTo>
                  <a:lnTo>
                    <a:pt x="1126443" y="1528086"/>
                  </a:lnTo>
                  <a:lnTo>
                    <a:pt x="1126459" y="1528088"/>
                  </a:lnTo>
                  <a:lnTo>
                    <a:pt x="1126473" y="1528086"/>
                  </a:lnTo>
                  <a:lnTo>
                    <a:pt x="1126490" y="1528090"/>
                  </a:lnTo>
                  <a:lnTo>
                    <a:pt x="1126499" y="1528094"/>
                  </a:lnTo>
                  <a:lnTo>
                    <a:pt x="1126506" y="1528101"/>
                  </a:lnTo>
                  <a:lnTo>
                    <a:pt x="1126514" y="1528111"/>
                  </a:lnTo>
                  <a:lnTo>
                    <a:pt x="1126517" y="1528118"/>
                  </a:lnTo>
                  <a:lnTo>
                    <a:pt x="1126517" y="1528134"/>
                  </a:lnTo>
                  <a:lnTo>
                    <a:pt x="1126513" y="1528151"/>
                  </a:lnTo>
                  <a:lnTo>
                    <a:pt x="1126508" y="1528170"/>
                  </a:lnTo>
                  <a:lnTo>
                    <a:pt x="1126508" y="1528177"/>
                  </a:lnTo>
                  <a:lnTo>
                    <a:pt x="1126504" y="1528187"/>
                  </a:lnTo>
                  <a:lnTo>
                    <a:pt x="1126501" y="1528203"/>
                  </a:lnTo>
                  <a:lnTo>
                    <a:pt x="1126502" y="1528220"/>
                  </a:lnTo>
                  <a:lnTo>
                    <a:pt x="1126501" y="1528237"/>
                  </a:lnTo>
                  <a:lnTo>
                    <a:pt x="1126498" y="1528251"/>
                  </a:lnTo>
                  <a:lnTo>
                    <a:pt x="1126497" y="1528267"/>
                  </a:lnTo>
                  <a:lnTo>
                    <a:pt x="1126491" y="1528280"/>
                  </a:lnTo>
                  <a:lnTo>
                    <a:pt x="1126476" y="1528286"/>
                  </a:lnTo>
                  <a:lnTo>
                    <a:pt x="1126440" y="1528302"/>
                  </a:lnTo>
                  <a:lnTo>
                    <a:pt x="1126432" y="1528304"/>
                  </a:lnTo>
                  <a:lnTo>
                    <a:pt x="1126424" y="1528304"/>
                  </a:lnTo>
                  <a:lnTo>
                    <a:pt x="1126408" y="1528301"/>
                  </a:lnTo>
                  <a:lnTo>
                    <a:pt x="1126400" y="1528298"/>
                  </a:lnTo>
                  <a:lnTo>
                    <a:pt x="1126392" y="1528294"/>
                  </a:lnTo>
                  <a:lnTo>
                    <a:pt x="1126377" y="1528282"/>
                  </a:lnTo>
                  <a:lnTo>
                    <a:pt x="1126361" y="1528271"/>
                  </a:lnTo>
                  <a:lnTo>
                    <a:pt x="1126351" y="1528263"/>
                  </a:lnTo>
                  <a:lnTo>
                    <a:pt x="1126342" y="1528263"/>
                  </a:lnTo>
                  <a:lnTo>
                    <a:pt x="1126334" y="1528265"/>
                  </a:lnTo>
                  <a:lnTo>
                    <a:pt x="1126328" y="1528269"/>
                  </a:lnTo>
                  <a:lnTo>
                    <a:pt x="1126312" y="1528278"/>
                  </a:lnTo>
                  <a:lnTo>
                    <a:pt x="1126302" y="1528285"/>
                  </a:lnTo>
                  <a:lnTo>
                    <a:pt x="1126296" y="1528287"/>
                  </a:lnTo>
                  <a:lnTo>
                    <a:pt x="1126280" y="1528295"/>
                  </a:lnTo>
                  <a:lnTo>
                    <a:pt x="1126264" y="1528305"/>
                  </a:lnTo>
                  <a:lnTo>
                    <a:pt x="1126248" y="1528312"/>
                  </a:lnTo>
                  <a:lnTo>
                    <a:pt x="1126233" y="1528317"/>
                  </a:lnTo>
                  <a:lnTo>
                    <a:pt x="1126217" y="1528319"/>
                  </a:lnTo>
                  <a:lnTo>
                    <a:pt x="1126201" y="1528315"/>
                  </a:lnTo>
                  <a:lnTo>
                    <a:pt x="1126187" y="1528312"/>
                  </a:lnTo>
                  <a:lnTo>
                    <a:pt x="1126170" y="1528309"/>
                  </a:lnTo>
                  <a:lnTo>
                    <a:pt x="1126154" y="1528308"/>
                  </a:lnTo>
                  <a:lnTo>
                    <a:pt x="1126138" y="1528306"/>
                  </a:lnTo>
                  <a:lnTo>
                    <a:pt x="1126122" y="1528302"/>
                  </a:lnTo>
                  <a:lnTo>
                    <a:pt x="1126114" y="1528301"/>
                  </a:lnTo>
                  <a:lnTo>
                    <a:pt x="1126107" y="1528298"/>
                  </a:lnTo>
                  <a:lnTo>
                    <a:pt x="1126096" y="1528296"/>
                  </a:lnTo>
                  <a:lnTo>
                    <a:pt x="1126092" y="1528298"/>
                  </a:lnTo>
                  <a:lnTo>
                    <a:pt x="1126079" y="1528303"/>
                  </a:lnTo>
                  <a:lnTo>
                    <a:pt x="1126075" y="1528306"/>
                  </a:lnTo>
                  <a:lnTo>
                    <a:pt x="1126065" y="1528314"/>
                  </a:lnTo>
                  <a:lnTo>
                    <a:pt x="1126056" y="1528330"/>
                  </a:lnTo>
                  <a:lnTo>
                    <a:pt x="1126052" y="1528340"/>
                  </a:lnTo>
                  <a:lnTo>
                    <a:pt x="1126047" y="1528356"/>
                  </a:lnTo>
                  <a:lnTo>
                    <a:pt x="1126045" y="1528361"/>
                  </a:lnTo>
                  <a:lnTo>
                    <a:pt x="1126046" y="1528371"/>
                  </a:lnTo>
                  <a:lnTo>
                    <a:pt x="1126043" y="1528390"/>
                  </a:lnTo>
                  <a:lnTo>
                    <a:pt x="1126041" y="1528402"/>
                  </a:lnTo>
                  <a:lnTo>
                    <a:pt x="1126038" y="1528406"/>
                  </a:lnTo>
                  <a:lnTo>
                    <a:pt x="1126030" y="1528414"/>
                  </a:lnTo>
                  <a:lnTo>
                    <a:pt x="1126023" y="1528416"/>
                  </a:lnTo>
                  <a:lnTo>
                    <a:pt x="1126007" y="1528419"/>
                  </a:lnTo>
                  <a:lnTo>
                    <a:pt x="1125993" y="1528427"/>
                  </a:lnTo>
                  <a:lnTo>
                    <a:pt x="1125988" y="1528433"/>
                  </a:lnTo>
                  <a:lnTo>
                    <a:pt x="1125983" y="1528445"/>
                  </a:lnTo>
                  <a:lnTo>
                    <a:pt x="1125983" y="1528462"/>
                  </a:lnTo>
                  <a:lnTo>
                    <a:pt x="1125984" y="1528470"/>
                  </a:lnTo>
                  <a:lnTo>
                    <a:pt x="1125988" y="1528478"/>
                  </a:lnTo>
                  <a:lnTo>
                    <a:pt x="1125993" y="1528495"/>
                  </a:lnTo>
                  <a:lnTo>
                    <a:pt x="1125995" y="1528512"/>
                  </a:lnTo>
                  <a:lnTo>
                    <a:pt x="1125997" y="1528528"/>
                  </a:lnTo>
                  <a:lnTo>
                    <a:pt x="1125995" y="1528545"/>
                  </a:lnTo>
                  <a:lnTo>
                    <a:pt x="1125995" y="1528562"/>
                  </a:lnTo>
                  <a:lnTo>
                    <a:pt x="1125995" y="1528578"/>
                  </a:lnTo>
                  <a:lnTo>
                    <a:pt x="1125996" y="1528598"/>
                  </a:lnTo>
                  <a:lnTo>
                    <a:pt x="1125994" y="1528614"/>
                  </a:lnTo>
                  <a:lnTo>
                    <a:pt x="1125988" y="1528657"/>
                  </a:lnTo>
                  <a:lnTo>
                    <a:pt x="1125985" y="1528671"/>
                  </a:lnTo>
                  <a:lnTo>
                    <a:pt x="1125979" y="1528692"/>
                  </a:lnTo>
                  <a:lnTo>
                    <a:pt x="1125958" y="1528740"/>
                  </a:lnTo>
                  <a:lnTo>
                    <a:pt x="1125953" y="1528748"/>
                  </a:lnTo>
                  <a:lnTo>
                    <a:pt x="1125946" y="1528757"/>
                  </a:lnTo>
                  <a:lnTo>
                    <a:pt x="1125925" y="1528774"/>
                  </a:lnTo>
                  <a:lnTo>
                    <a:pt x="1125919" y="1528777"/>
                  </a:lnTo>
                  <a:lnTo>
                    <a:pt x="1125907" y="1528778"/>
                  </a:lnTo>
                  <a:lnTo>
                    <a:pt x="1125892" y="1528780"/>
                  </a:lnTo>
                  <a:lnTo>
                    <a:pt x="1125876" y="1528782"/>
                  </a:lnTo>
                  <a:lnTo>
                    <a:pt x="1125860" y="1528788"/>
                  </a:lnTo>
                  <a:lnTo>
                    <a:pt x="1125845" y="1528791"/>
                  </a:lnTo>
                  <a:lnTo>
                    <a:pt x="1125829" y="1528797"/>
                  </a:lnTo>
                  <a:lnTo>
                    <a:pt x="1125813" y="1528804"/>
                  </a:lnTo>
                  <a:lnTo>
                    <a:pt x="1125797" y="1528814"/>
                  </a:lnTo>
                  <a:lnTo>
                    <a:pt x="1125781" y="1528825"/>
                  </a:lnTo>
                  <a:lnTo>
                    <a:pt x="1125765" y="1528834"/>
                  </a:lnTo>
                  <a:lnTo>
                    <a:pt x="1125757" y="1528840"/>
                  </a:lnTo>
                  <a:lnTo>
                    <a:pt x="1125749" y="1528844"/>
                  </a:lnTo>
                  <a:lnTo>
                    <a:pt x="1125743" y="1528846"/>
                  </a:lnTo>
                  <a:lnTo>
                    <a:pt x="1125735" y="1528846"/>
                  </a:lnTo>
                  <a:lnTo>
                    <a:pt x="1125718" y="1528838"/>
                  </a:lnTo>
                  <a:lnTo>
                    <a:pt x="1125702" y="1528828"/>
                  </a:lnTo>
                  <a:lnTo>
                    <a:pt x="1125689" y="1528825"/>
                  </a:lnTo>
                  <a:lnTo>
                    <a:pt x="1125678" y="1528822"/>
                  </a:lnTo>
                  <a:lnTo>
                    <a:pt x="1125671" y="1528823"/>
                  </a:lnTo>
                  <a:lnTo>
                    <a:pt x="1125665" y="1528822"/>
                  </a:lnTo>
                  <a:lnTo>
                    <a:pt x="1125655" y="1528824"/>
                  </a:lnTo>
                  <a:lnTo>
                    <a:pt x="1125640" y="1528831"/>
                  </a:lnTo>
                  <a:lnTo>
                    <a:pt x="1125624" y="1528840"/>
                  </a:lnTo>
                  <a:lnTo>
                    <a:pt x="1125608" y="1528850"/>
                  </a:lnTo>
                  <a:lnTo>
                    <a:pt x="1125592" y="1528860"/>
                  </a:lnTo>
                  <a:lnTo>
                    <a:pt x="1125586" y="1528863"/>
                  </a:lnTo>
                  <a:lnTo>
                    <a:pt x="1125576" y="1528872"/>
                  </a:lnTo>
                  <a:lnTo>
                    <a:pt x="1125564" y="1528882"/>
                  </a:lnTo>
                  <a:lnTo>
                    <a:pt x="1125531" y="1528903"/>
                  </a:lnTo>
                  <a:lnTo>
                    <a:pt x="1125516" y="1528908"/>
                  </a:lnTo>
                  <a:lnTo>
                    <a:pt x="1125499" y="1528912"/>
                  </a:lnTo>
                  <a:lnTo>
                    <a:pt x="1125484" y="1528912"/>
                  </a:lnTo>
                  <a:lnTo>
                    <a:pt x="1125469" y="1528910"/>
                  </a:lnTo>
                  <a:lnTo>
                    <a:pt x="1125452" y="1528900"/>
                  </a:lnTo>
                  <a:lnTo>
                    <a:pt x="1125436" y="1528892"/>
                  </a:lnTo>
                  <a:lnTo>
                    <a:pt x="1125418" y="1528881"/>
                  </a:lnTo>
                  <a:lnTo>
                    <a:pt x="1125405" y="1528872"/>
                  </a:lnTo>
                  <a:lnTo>
                    <a:pt x="1125389" y="1528862"/>
                  </a:lnTo>
                  <a:lnTo>
                    <a:pt x="1125373" y="1528850"/>
                  </a:lnTo>
                  <a:lnTo>
                    <a:pt x="1125367" y="1528848"/>
                  </a:lnTo>
                  <a:lnTo>
                    <a:pt x="1125358" y="1528842"/>
                  </a:lnTo>
                  <a:lnTo>
                    <a:pt x="1125342" y="1528833"/>
                  </a:lnTo>
                  <a:lnTo>
                    <a:pt x="1125326" y="1528821"/>
                  </a:lnTo>
                  <a:lnTo>
                    <a:pt x="1125311" y="1528812"/>
                  </a:lnTo>
                  <a:lnTo>
                    <a:pt x="1125295" y="1528807"/>
                  </a:lnTo>
                  <a:lnTo>
                    <a:pt x="1125279" y="1528809"/>
                  </a:lnTo>
                  <a:lnTo>
                    <a:pt x="1125263" y="1528812"/>
                  </a:lnTo>
                  <a:lnTo>
                    <a:pt x="1125248" y="1528813"/>
                  </a:lnTo>
                  <a:lnTo>
                    <a:pt x="1125232" y="1528811"/>
                  </a:lnTo>
                  <a:lnTo>
                    <a:pt x="1125224" y="1528808"/>
                  </a:lnTo>
                  <a:lnTo>
                    <a:pt x="1125216" y="1528808"/>
                  </a:lnTo>
                  <a:lnTo>
                    <a:pt x="1125200" y="1528803"/>
                  </a:lnTo>
                  <a:lnTo>
                    <a:pt x="1125185" y="1528795"/>
                  </a:lnTo>
                  <a:lnTo>
                    <a:pt x="1125169" y="1528788"/>
                  </a:lnTo>
                  <a:lnTo>
                    <a:pt x="1125153" y="1528785"/>
                  </a:lnTo>
                  <a:lnTo>
                    <a:pt x="1125138" y="1528785"/>
                  </a:lnTo>
                  <a:lnTo>
                    <a:pt x="1125122" y="1528784"/>
                  </a:lnTo>
                  <a:lnTo>
                    <a:pt x="1125106" y="1528784"/>
                  </a:lnTo>
                  <a:lnTo>
                    <a:pt x="1125090" y="1528786"/>
                  </a:lnTo>
                  <a:lnTo>
                    <a:pt x="1125074" y="1528788"/>
                  </a:lnTo>
                  <a:lnTo>
                    <a:pt x="1125066" y="1528788"/>
                  </a:lnTo>
                  <a:lnTo>
                    <a:pt x="1125059" y="1528785"/>
                  </a:lnTo>
                  <a:lnTo>
                    <a:pt x="1125044" y="1528778"/>
                  </a:lnTo>
                  <a:lnTo>
                    <a:pt x="1125030" y="1528771"/>
                  </a:lnTo>
                  <a:lnTo>
                    <a:pt x="1125012" y="1528765"/>
                  </a:lnTo>
                  <a:lnTo>
                    <a:pt x="1125001" y="1528766"/>
                  </a:lnTo>
                  <a:lnTo>
                    <a:pt x="1124997" y="1528768"/>
                  </a:lnTo>
                  <a:lnTo>
                    <a:pt x="1124988" y="1528771"/>
                  </a:lnTo>
                  <a:lnTo>
                    <a:pt x="1124978" y="1528774"/>
                  </a:lnTo>
                  <a:lnTo>
                    <a:pt x="1124965" y="1528786"/>
                  </a:lnTo>
                  <a:lnTo>
                    <a:pt x="1124958" y="1528792"/>
                  </a:lnTo>
                  <a:lnTo>
                    <a:pt x="1124949" y="1528797"/>
                  </a:lnTo>
                  <a:lnTo>
                    <a:pt x="1124934" y="1528799"/>
                  </a:lnTo>
                  <a:lnTo>
                    <a:pt x="1124918" y="1528799"/>
                  </a:lnTo>
                  <a:lnTo>
                    <a:pt x="1124908" y="1528796"/>
                  </a:lnTo>
                  <a:lnTo>
                    <a:pt x="1124902" y="1528796"/>
                  </a:lnTo>
                  <a:lnTo>
                    <a:pt x="1124886" y="1528790"/>
                  </a:lnTo>
                  <a:lnTo>
                    <a:pt x="1124870" y="1528784"/>
                  </a:lnTo>
                  <a:lnTo>
                    <a:pt x="1124857" y="1528779"/>
                  </a:lnTo>
                  <a:lnTo>
                    <a:pt x="1124841" y="1528772"/>
                  </a:lnTo>
                  <a:lnTo>
                    <a:pt x="1124823" y="1528763"/>
                  </a:lnTo>
                  <a:lnTo>
                    <a:pt x="1124808" y="1528755"/>
                  </a:lnTo>
                  <a:lnTo>
                    <a:pt x="1124798" y="1528748"/>
                  </a:lnTo>
                  <a:lnTo>
                    <a:pt x="1124792" y="1528746"/>
                  </a:lnTo>
                  <a:lnTo>
                    <a:pt x="1124783" y="1528743"/>
                  </a:lnTo>
                  <a:lnTo>
                    <a:pt x="1124776" y="1528743"/>
                  </a:lnTo>
                  <a:lnTo>
                    <a:pt x="1124761" y="1528741"/>
                  </a:lnTo>
                  <a:lnTo>
                    <a:pt x="1124745" y="1528743"/>
                  </a:lnTo>
                  <a:lnTo>
                    <a:pt x="1124729" y="1528742"/>
                  </a:lnTo>
                  <a:lnTo>
                    <a:pt x="1124713" y="1528745"/>
                  </a:lnTo>
                  <a:lnTo>
                    <a:pt x="1124697" y="1528747"/>
                  </a:lnTo>
                  <a:lnTo>
                    <a:pt x="1124680" y="1528747"/>
                  </a:lnTo>
                  <a:lnTo>
                    <a:pt x="1124666" y="1528741"/>
                  </a:lnTo>
                  <a:lnTo>
                    <a:pt x="1124650" y="1528732"/>
                  </a:lnTo>
                  <a:lnTo>
                    <a:pt x="1124637" y="1528727"/>
                  </a:lnTo>
                  <a:lnTo>
                    <a:pt x="1124627" y="1528724"/>
                  </a:lnTo>
                  <a:lnTo>
                    <a:pt x="1124619" y="1528723"/>
                  </a:lnTo>
                  <a:lnTo>
                    <a:pt x="1124603" y="1528720"/>
                  </a:lnTo>
                  <a:lnTo>
                    <a:pt x="1124587" y="1528719"/>
                  </a:lnTo>
                  <a:lnTo>
                    <a:pt x="1124571" y="1528718"/>
                  </a:lnTo>
                  <a:lnTo>
                    <a:pt x="1124561" y="1528718"/>
                  </a:lnTo>
                  <a:lnTo>
                    <a:pt x="1124556" y="1528716"/>
                  </a:lnTo>
                  <a:lnTo>
                    <a:pt x="1124541" y="1528710"/>
                  </a:lnTo>
                  <a:lnTo>
                    <a:pt x="1124529" y="1528701"/>
                  </a:lnTo>
                  <a:lnTo>
                    <a:pt x="1124528" y="1528694"/>
                  </a:lnTo>
                  <a:lnTo>
                    <a:pt x="1124533" y="1528687"/>
                  </a:lnTo>
                  <a:lnTo>
                    <a:pt x="1124547" y="1528666"/>
                  </a:lnTo>
                  <a:lnTo>
                    <a:pt x="1124558" y="1528655"/>
                  </a:lnTo>
                  <a:lnTo>
                    <a:pt x="1124561" y="1528635"/>
                  </a:lnTo>
                  <a:lnTo>
                    <a:pt x="1124561" y="1528620"/>
                  </a:lnTo>
                  <a:lnTo>
                    <a:pt x="1124562" y="1528604"/>
                  </a:lnTo>
                  <a:lnTo>
                    <a:pt x="1124564" y="1528588"/>
                  </a:lnTo>
                  <a:lnTo>
                    <a:pt x="1124570" y="1528571"/>
                  </a:lnTo>
                  <a:lnTo>
                    <a:pt x="1124579" y="1528553"/>
                  </a:lnTo>
                  <a:lnTo>
                    <a:pt x="1124581" y="1528547"/>
                  </a:lnTo>
                  <a:lnTo>
                    <a:pt x="1124587" y="1528537"/>
                  </a:lnTo>
                  <a:lnTo>
                    <a:pt x="1124595" y="1528520"/>
                  </a:lnTo>
                  <a:lnTo>
                    <a:pt x="1124599" y="1528514"/>
                  </a:lnTo>
                  <a:lnTo>
                    <a:pt x="1124607" y="1528504"/>
                  </a:lnTo>
                  <a:lnTo>
                    <a:pt x="1124620" y="1528488"/>
                  </a:lnTo>
                  <a:lnTo>
                    <a:pt x="1124636" y="1528474"/>
                  </a:lnTo>
                  <a:lnTo>
                    <a:pt x="1124650" y="1528462"/>
                  </a:lnTo>
                  <a:lnTo>
                    <a:pt x="1124663" y="1528445"/>
                  </a:lnTo>
                  <a:lnTo>
                    <a:pt x="1124672" y="1528432"/>
                  </a:lnTo>
                  <a:lnTo>
                    <a:pt x="1124676" y="1528419"/>
                  </a:lnTo>
                  <a:lnTo>
                    <a:pt x="1124683" y="1528406"/>
                  </a:lnTo>
                  <a:lnTo>
                    <a:pt x="1124687" y="1528387"/>
                  </a:lnTo>
                  <a:lnTo>
                    <a:pt x="1124689" y="1528378"/>
                  </a:lnTo>
                  <a:lnTo>
                    <a:pt x="1124692" y="1528367"/>
                  </a:lnTo>
                  <a:lnTo>
                    <a:pt x="1124691" y="1528351"/>
                  </a:lnTo>
                  <a:lnTo>
                    <a:pt x="1124687" y="1528344"/>
                  </a:lnTo>
                  <a:lnTo>
                    <a:pt x="1124684" y="1528339"/>
                  </a:lnTo>
                  <a:lnTo>
                    <a:pt x="1124676" y="1528323"/>
                  </a:lnTo>
                  <a:lnTo>
                    <a:pt x="1124667" y="1528307"/>
                  </a:lnTo>
                  <a:lnTo>
                    <a:pt x="1124659" y="1528290"/>
                  </a:lnTo>
                  <a:lnTo>
                    <a:pt x="1124647" y="1528275"/>
                  </a:lnTo>
                  <a:lnTo>
                    <a:pt x="1124635" y="1528258"/>
                  </a:lnTo>
                  <a:lnTo>
                    <a:pt x="1124620" y="1528241"/>
                  </a:lnTo>
                  <a:lnTo>
                    <a:pt x="1124606" y="1528227"/>
                  </a:lnTo>
                  <a:lnTo>
                    <a:pt x="1124592" y="1528215"/>
                  </a:lnTo>
                  <a:lnTo>
                    <a:pt x="1124585" y="1528207"/>
                  </a:lnTo>
                  <a:lnTo>
                    <a:pt x="1124578" y="1528203"/>
                  </a:lnTo>
                  <a:lnTo>
                    <a:pt x="1124569" y="1528196"/>
                  </a:lnTo>
                  <a:lnTo>
                    <a:pt x="1124563" y="1528194"/>
                  </a:lnTo>
                  <a:lnTo>
                    <a:pt x="1124547" y="1528184"/>
                  </a:lnTo>
                  <a:lnTo>
                    <a:pt x="1124531" y="1528176"/>
                  </a:lnTo>
                  <a:lnTo>
                    <a:pt x="1124516" y="1528171"/>
                  </a:lnTo>
                  <a:lnTo>
                    <a:pt x="1124500" y="1528161"/>
                  </a:lnTo>
                  <a:lnTo>
                    <a:pt x="1124484" y="1528154"/>
                  </a:lnTo>
                  <a:lnTo>
                    <a:pt x="1124468" y="1528142"/>
                  </a:lnTo>
                  <a:lnTo>
                    <a:pt x="1124453" y="1528130"/>
                  </a:lnTo>
                  <a:lnTo>
                    <a:pt x="1124437" y="1528117"/>
                  </a:lnTo>
                  <a:lnTo>
                    <a:pt x="1124421" y="1528102"/>
                  </a:lnTo>
                  <a:lnTo>
                    <a:pt x="1124406" y="1528090"/>
                  </a:lnTo>
                  <a:lnTo>
                    <a:pt x="1124392" y="1528075"/>
                  </a:lnTo>
                  <a:lnTo>
                    <a:pt x="1124379" y="1528058"/>
                  </a:lnTo>
                  <a:lnTo>
                    <a:pt x="1124372" y="1528046"/>
                  </a:lnTo>
                  <a:lnTo>
                    <a:pt x="1124363" y="1528044"/>
                  </a:lnTo>
                  <a:lnTo>
                    <a:pt x="1124352" y="1528034"/>
                  </a:lnTo>
                  <a:lnTo>
                    <a:pt x="1124337" y="1528027"/>
                  </a:lnTo>
                  <a:lnTo>
                    <a:pt x="1124331" y="1528023"/>
                  </a:lnTo>
                  <a:lnTo>
                    <a:pt x="1124326" y="1528020"/>
                  </a:lnTo>
                  <a:lnTo>
                    <a:pt x="1124285" y="1527996"/>
                  </a:lnTo>
                  <a:lnTo>
                    <a:pt x="1124269" y="1527985"/>
                  </a:lnTo>
                  <a:lnTo>
                    <a:pt x="1124261" y="1527978"/>
                  </a:lnTo>
                  <a:lnTo>
                    <a:pt x="1124254" y="1527972"/>
                  </a:lnTo>
                  <a:lnTo>
                    <a:pt x="1124238" y="1527963"/>
                  </a:lnTo>
                  <a:lnTo>
                    <a:pt x="1124222" y="1527955"/>
                  </a:lnTo>
                  <a:lnTo>
                    <a:pt x="1124213" y="1527950"/>
                  </a:lnTo>
                  <a:lnTo>
                    <a:pt x="1124207" y="1527949"/>
                  </a:lnTo>
                  <a:lnTo>
                    <a:pt x="1124197" y="1527945"/>
                  </a:lnTo>
                  <a:lnTo>
                    <a:pt x="1124191" y="1527945"/>
                  </a:lnTo>
                  <a:lnTo>
                    <a:pt x="1124175" y="1527943"/>
                  </a:lnTo>
                  <a:lnTo>
                    <a:pt x="1124169" y="1527943"/>
                  </a:lnTo>
                  <a:lnTo>
                    <a:pt x="1124160" y="1527939"/>
                  </a:lnTo>
                  <a:lnTo>
                    <a:pt x="1124144" y="1527925"/>
                  </a:lnTo>
                  <a:lnTo>
                    <a:pt x="1124133" y="1527908"/>
                  </a:lnTo>
                  <a:lnTo>
                    <a:pt x="1124123" y="1527891"/>
                  </a:lnTo>
                  <a:lnTo>
                    <a:pt x="1124110" y="1527875"/>
                  </a:lnTo>
                  <a:lnTo>
                    <a:pt x="1124103" y="1527866"/>
                  </a:lnTo>
                  <a:lnTo>
                    <a:pt x="1124097" y="1527861"/>
                  </a:lnTo>
                  <a:lnTo>
                    <a:pt x="1124081" y="1527851"/>
                  </a:lnTo>
                  <a:lnTo>
                    <a:pt x="1124065" y="1527843"/>
                  </a:lnTo>
                  <a:lnTo>
                    <a:pt x="1124050" y="1527837"/>
                  </a:lnTo>
                  <a:lnTo>
                    <a:pt x="1124034" y="1527831"/>
                  </a:lnTo>
                  <a:lnTo>
                    <a:pt x="1124018" y="1527829"/>
                  </a:lnTo>
                  <a:lnTo>
                    <a:pt x="1124002" y="1527829"/>
                  </a:lnTo>
                  <a:lnTo>
                    <a:pt x="1123987" y="1527829"/>
                  </a:lnTo>
                  <a:lnTo>
                    <a:pt x="1123971" y="1527829"/>
                  </a:lnTo>
                  <a:lnTo>
                    <a:pt x="1123955" y="1527828"/>
                  </a:lnTo>
                  <a:lnTo>
                    <a:pt x="1123939" y="1527827"/>
                  </a:lnTo>
                  <a:lnTo>
                    <a:pt x="1123923" y="1527826"/>
                  </a:lnTo>
                  <a:lnTo>
                    <a:pt x="1123908" y="1527821"/>
                  </a:lnTo>
                  <a:lnTo>
                    <a:pt x="1123892" y="1527817"/>
                  </a:lnTo>
                  <a:lnTo>
                    <a:pt x="1123877" y="1527811"/>
                  </a:lnTo>
                  <a:lnTo>
                    <a:pt x="1123862" y="1527803"/>
                  </a:lnTo>
                  <a:lnTo>
                    <a:pt x="1123845" y="1527797"/>
                  </a:lnTo>
                  <a:lnTo>
                    <a:pt x="1123825" y="1527797"/>
                  </a:lnTo>
                  <a:lnTo>
                    <a:pt x="1123816" y="1527801"/>
                  </a:lnTo>
                  <a:lnTo>
                    <a:pt x="1123797" y="1527816"/>
                  </a:lnTo>
                  <a:lnTo>
                    <a:pt x="1123784" y="1527822"/>
                  </a:lnTo>
                  <a:lnTo>
                    <a:pt x="1123772" y="1527818"/>
                  </a:lnTo>
                  <a:lnTo>
                    <a:pt x="1123767" y="1527811"/>
                  </a:lnTo>
                  <a:lnTo>
                    <a:pt x="1123761" y="1527799"/>
                  </a:lnTo>
                  <a:lnTo>
                    <a:pt x="1123757" y="1527795"/>
                  </a:lnTo>
                  <a:lnTo>
                    <a:pt x="1123750" y="1527782"/>
                  </a:lnTo>
                  <a:lnTo>
                    <a:pt x="1123747" y="1527778"/>
                  </a:lnTo>
                  <a:lnTo>
                    <a:pt x="1123743" y="1527769"/>
                  </a:lnTo>
                  <a:lnTo>
                    <a:pt x="1123738" y="1527763"/>
                  </a:lnTo>
                  <a:lnTo>
                    <a:pt x="1123727" y="1527745"/>
                  </a:lnTo>
                  <a:lnTo>
                    <a:pt x="1123713" y="1527735"/>
                  </a:lnTo>
                  <a:lnTo>
                    <a:pt x="1123695" y="1527736"/>
                  </a:lnTo>
                  <a:lnTo>
                    <a:pt x="1123679" y="1527738"/>
                  </a:lnTo>
                  <a:lnTo>
                    <a:pt x="1123662" y="1527740"/>
                  </a:lnTo>
                  <a:lnTo>
                    <a:pt x="1123646" y="1527738"/>
                  </a:lnTo>
                  <a:lnTo>
                    <a:pt x="1123640" y="1527735"/>
                  </a:lnTo>
                  <a:lnTo>
                    <a:pt x="1123634" y="1527729"/>
                  </a:lnTo>
                  <a:lnTo>
                    <a:pt x="1123628" y="1527711"/>
                  </a:lnTo>
                  <a:lnTo>
                    <a:pt x="1123624" y="1527694"/>
                  </a:lnTo>
                  <a:lnTo>
                    <a:pt x="1123622" y="1527677"/>
                  </a:lnTo>
                  <a:lnTo>
                    <a:pt x="1123617" y="1527660"/>
                  </a:lnTo>
                  <a:lnTo>
                    <a:pt x="1123615" y="1527649"/>
                  </a:lnTo>
                  <a:lnTo>
                    <a:pt x="1123612" y="1527644"/>
                  </a:lnTo>
                  <a:lnTo>
                    <a:pt x="1123605" y="1527627"/>
                  </a:lnTo>
                  <a:lnTo>
                    <a:pt x="1123596" y="1527610"/>
                  </a:lnTo>
                  <a:lnTo>
                    <a:pt x="1123592" y="1527600"/>
                  </a:lnTo>
                  <a:lnTo>
                    <a:pt x="1123586" y="1527594"/>
                  </a:lnTo>
                  <a:lnTo>
                    <a:pt x="1123580" y="1527577"/>
                  </a:lnTo>
                  <a:lnTo>
                    <a:pt x="1123572" y="1527562"/>
                  </a:lnTo>
                  <a:lnTo>
                    <a:pt x="1123557" y="1527544"/>
                  </a:lnTo>
                  <a:lnTo>
                    <a:pt x="1123541" y="1527539"/>
                  </a:lnTo>
                  <a:lnTo>
                    <a:pt x="1123526" y="1527534"/>
                  </a:lnTo>
                  <a:lnTo>
                    <a:pt x="1123510" y="1527530"/>
                  </a:lnTo>
                  <a:lnTo>
                    <a:pt x="1123494" y="1527525"/>
                  </a:lnTo>
                  <a:lnTo>
                    <a:pt x="1123479" y="1527523"/>
                  </a:lnTo>
                  <a:lnTo>
                    <a:pt x="1123463" y="1527523"/>
                  </a:lnTo>
                  <a:lnTo>
                    <a:pt x="1123451" y="1527523"/>
                  </a:lnTo>
                  <a:lnTo>
                    <a:pt x="1123447" y="1527525"/>
                  </a:lnTo>
                  <a:lnTo>
                    <a:pt x="1123431" y="1527528"/>
                  </a:lnTo>
                  <a:lnTo>
                    <a:pt x="1123415" y="1527535"/>
                  </a:lnTo>
                  <a:lnTo>
                    <a:pt x="1123402" y="1527539"/>
                  </a:lnTo>
                  <a:lnTo>
                    <a:pt x="1123385" y="1527540"/>
                  </a:lnTo>
                  <a:lnTo>
                    <a:pt x="1123368" y="1527537"/>
                  </a:lnTo>
                  <a:lnTo>
                    <a:pt x="1123352" y="1527531"/>
                  </a:lnTo>
                  <a:lnTo>
                    <a:pt x="1123306" y="1527516"/>
                  </a:lnTo>
                  <a:lnTo>
                    <a:pt x="1123290" y="1527511"/>
                  </a:lnTo>
                  <a:lnTo>
                    <a:pt x="1123275" y="1527507"/>
                  </a:lnTo>
                  <a:lnTo>
                    <a:pt x="1123255" y="1527507"/>
                  </a:lnTo>
                  <a:lnTo>
                    <a:pt x="1123243" y="1527509"/>
                  </a:lnTo>
                  <a:lnTo>
                    <a:pt x="1123228" y="1527514"/>
                  </a:lnTo>
                  <a:lnTo>
                    <a:pt x="1123220" y="1527517"/>
                  </a:lnTo>
                  <a:lnTo>
                    <a:pt x="1123211" y="1527518"/>
                  </a:lnTo>
                  <a:lnTo>
                    <a:pt x="1123202" y="1527521"/>
                  </a:lnTo>
                  <a:lnTo>
                    <a:pt x="1123196" y="1527521"/>
                  </a:lnTo>
                  <a:lnTo>
                    <a:pt x="1123180" y="1527525"/>
                  </a:lnTo>
                  <a:lnTo>
                    <a:pt x="1123164" y="1527525"/>
                  </a:lnTo>
                  <a:lnTo>
                    <a:pt x="1123148" y="1527525"/>
                  </a:lnTo>
                  <a:lnTo>
                    <a:pt x="1123133" y="1527523"/>
                  </a:lnTo>
                  <a:lnTo>
                    <a:pt x="1123117" y="1527522"/>
                  </a:lnTo>
                  <a:lnTo>
                    <a:pt x="1123104" y="1527522"/>
                  </a:lnTo>
                  <a:lnTo>
                    <a:pt x="1123065" y="1527516"/>
                  </a:lnTo>
                  <a:lnTo>
                    <a:pt x="1123050" y="1527515"/>
                  </a:lnTo>
                  <a:lnTo>
                    <a:pt x="1123034" y="1527514"/>
                  </a:lnTo>
                  <a:lnTo>
                    <a:pt x="1123018" y="1527512"/>
                  </a:lnTo>
                  <a:lnTo>
                    <a:pt x="1123010" y="1527512"/>
                  </a:lnTo>
                  <a:lnTo>
                    <a:pt x="1123002" y="1527509"/>
                  </a:lnTo>
                  <a:lnTo>
                    <a:pt x="1122987" y="1527508"/>
                  </a:lnTo>
                  <a:lnTo>
                    <a:pt x="1122971" y="1527506"/>
                  </a:lnTo>
                  <a:lnTo>
                    <a:pt x="1122955" y="1527506"/>
                  </a:lnTo>
                  <a:lnTo>
                    <a:pt x="1122940" y="1527504"/>
                  </a:lnTo>
                  <a:lnTo>
                    <a:pt x="1122924" y="1527502"/>
                  </a:lnTo>
                  <a:lnTo>
                    <a:pt x="1122908" y="1527500"/>
                  </a:lnTo>
                  <a:lnTo>
                    <a:pt x="1122892" y="1527499"/>
                  </a:lnTo>
                  <a:lnTo>
                    <a:pt x="1122876" y="1527497"/>
                  </a:lnTo>
                  <a:lnTo>
                    <a:pt x="1122861" y="1527497"/>
                  </a:lnTo>
                  <a:lnTo>
                    <a:pt x="1122845" y="1527501"/>
                  </a:lnTo>
                  <a:lnTo>
                    <a:pt x="1122829" y="1527503"/>
                  </a:lnTo>
                  <a:lnTo>
                    <a:pt x="1122802" y="1527501"/>
                  </a:lnTo>
                  <a:lnTo>
                    <a:pt x="1122783" y="1527486"/>
                  </a:lnTo>
                  <a:lnTo>
                    <a:pt x="1122769" y="1527472"/>
                  </a:lnTo>
                  <a:lnTo>
                    <a:pt x="1122760" y="1527468"/>
                  </a:lnTo>
                  <a:lnTo>
                    <a:pt x="1122753" y="1527464"/>
                  </a:lnTo>
                  <a:lnTo>
                    <a:pt x="1122738" y="1527461"/>
                  </a:lnTo>
                  <a:lnTo>
                    <a:pt x="1122722" y="1527463"/>
                  </a:lnTo>
                  <a:lnTo>
                    <a:pt x="1122706" y="1527467"/>
                  </a:lnTo>
                  <a:lnTo>
                    <a:pt x="1122691" y="1527470"/>
                  </a:lnTo>
                  <a:lnTo>
                    <a:pt x="1122675" y="1527472"/>
                  </a:lnTo>
                  <a:lnTo>
                    <a:pt x="1122659" y="1527471"/>
                  </a:lnTo>
                  <a:lnTo>
                    <a:pt x="1122648" y="1527469"/>
                  </a:lnTo>
                  <a:lnTo>
                    <a:pt x="1122643" y="1527467"/>
                  </a:lnTo>
                  <a:lnTo>
                    <a:pt x="1122627" y="1527464"/>
                  </a:lnTo>
                  <a:lnTo>
                    <a:pt x="1122610" y="1527459"/>
                  </a:lnTo>
                  <a:lnTo>
                    <a:pt x="1122594" y="1527459"/>
                  </a:lnTo>
                  <a:lnTo>
                    <a:pt x="1122580" y="1527464"/>
                  </a:lnTo>
                  <a:lnTo>
                    <a:pt x="1122565" y="1527468"/>
                  </a:lnTo>
                  <a:lnTo>
                    <a:pt x="1122549" y="1527471"/>
                  </a:lnTo>
                  <a:lnTo>
                    <a:pt x="1122533" y="1527472"/>
                  </a:lnTo>
                  <a:lnTo>
                    <a:pt x="1122522" y="1527472"/>
                  </a:lnTo>
                  <a:lnTo>
                    <a:pt x="1122514" y="1527466"/>
                  </a:lnTo>
                  <a:lnTo>
                    <a:pt x="1122501" y="1527458"/>
                  </a:lnTo>
                  <a:lnTo>
                    <a:pt x="1122487" y="1527452"/>
                  </a:lnTo>
                  <a:lnTo>
                    <a:pt x="1122476" y="1527449"/>
                  </a:lnTo>
                  <a:lnTo>
                    <a:pt x="1122470" y="1527449"/>
                  </a:lnTo>
                  <a:lnTo>
                    <a:pt x="1122462" y="1527447"/>
                  </a:lnTo>
                  <a:lnTo>
                    <a:pt x="1122454" y="1527449"/>
                  </a:lnTo>
                  <a:lnTo>
                    <a:pt x="1122438" y="1527449"/>
                  </a:lnTo>
                  <a:lnTo>
                    <a:pt x="1122428" y="1527451"/>
                  </a:lnTo>
                  <a:lnTo>
                    <a:pt x="1122411" y="1527448"/>
                  </a:lnTo>
                  <a:lnTo>
                    <a:pt x="1122395" y="1527440"/>
                  </a:lnTo>
                  <a:lnTo>
                    <a:pt x="1122380" y="1527432"/>
                  </a:lnTo>
                  <a:lnTo>
                    <a:pt x="1122364" y="1527422"/>
                  </a:lnTo>
                  <a:lnTo>
                    <a:pt x="1122324" y="1527396"/>
                  </a:lnTo>
                  <a:lnTo>
                    <a:pt x="1122310" y="1527392"/>
                  </a:lnTo>
                  <a:lnTo>
                    <a:pt x="1122294" y="1527391"/>
                  </a:lnTo>
                  <a:lnTo>
                    <a:pt x="1122278" y="1527392"/>
                  </a:lnTo>
                  <a:lnTo>
                    <a:pt x="1122262" y="1527392"/>
                  </a:lnTo>
                  <a:lnTo>
                    <a:pt x="1122246" y="1527389"/>
                  </a:lnTo>
                  <a:lnTo>
                    <a:pt x="1122232" y="1527385"/>
                  </a:lnTo>
                  <a:lnTo>
                    <a:pt x="1122222" y="1527379"/>
                  </a:lnTo>
                  <a:lnTo>
                    <a:pt x="1122215" y="1527372"/>
                  </a:lnTo>
                  <a:lnTo>
                    <a:pt x="1122203" y="1527358"/>
                  </a:lnTo>
                  <a:lnTo>
                    <a:pt x="1122189" y="1527341"/>
                  </a:lnTo>
                  <a:lnTo>
                    <a:pt x="1122186" y="1527335"/>
                  </a:lnTo>
                  <a:lnTo>
                    <a:pt x="1122178" y="1527325"/>
                  </a:lnTo>
                  <a:lnTo>
                    <a:pt x="1122174" y="1527319"/>
                  </a:lnTo>
                  <a:lnTo>
                    <a:pt x="1122164" y="1527308"/>
                  </a:lnTo>
                  <a:lnTo>
                    <a:pt x="1122148" y="1527298"/>
                  </a:lnTo>
                  <a:lnTo>
                    <a:pt x="1122132" y="1527291"/>
                  </a:lnTo>
                  <a:lnTo>
                    <a:pt x="1122117" y="1527287"/>
                  </a:lnTo>
                  <a:lnTo>
                    <a:pt x="1122101" y="1527282"/>
                  </a:lnTo>
                  <a:lnTo>
                    <a:pt x="1122085" y="1527273"/>
                  </a:lnTo>
                  <a:lnTo>
                    <a:pt x="1122070" y="1527258"/>
                  </a:lnTo>
                  <a:lnTo>
                    <a:pt x="1122055" y="1527243"/>
                  </a:lnTo>
                  <a:lnTo>
                    <a:pt x="1122042" y="1527229"/>
                  </a:lnTo>
                  <a:lnTo>
                    <a:pt x="1122029" y="1527214"/>
                  </a:lnTo>
                  <a:lnTo>
                    <a:pt x="1122013" y="1527198"/>
                  </a:lnTo>
                  <a:lnTo>
                    <a:pt x="1121998" y="1527183"/>
                  </a:lnTo>
                  <a:lnTo>
                    <a:pt x="1121995" y="1527178"/>
                  </a:lnTo>
                  <a:lnTo>
                    <a:pt x="1121985" y="1527167"/>
                  </a:lnTo>
                  <a:lnTo>
                    <a:pt x="1121971" y="1527150"/>
                  </a:lnTo>
                  <a:lnTo>
                    <a:pt x="1121958" y="1527133"/>
                  </a:lnTo>
                  <a:lnTo>
                    <a:pt x="1121943" y="1527115"/>
                  </a:lnTo>
                  <a:lnTo>
                    <a:pt x="1121902" y="1527080"/>
                  </a:lnTo>
                  <a:lnTo>
                    <a:pt x="1121886" y="1527065"/>
                  </a:lnTo>
                  <a:lnTo>
                    <a:pt x="1121871" y="1527053"/>
                  </a:lnTo>
                  <a:lnTo>
                    <a:pt x="1121859" y="1527047"/>
                  </a:lnTo>
                  <a:lnTo>
                    <a:pt x="1121839" y="1527032"/>
                  </a:lnTo>
                  <a:lnTo>
                    <a:pt x="1121824" y="1527022"/>
                  </a:lnTo>
                  <a:lnTo>
                    <a:pt x="1121808" y="1527013"/>
                  </a:lnTo>
                  <a:lnTo>
                    <a:pt x="1121792" y="1527005"/>
                  </a:lnTo>
                  <a:lnTo>
                    <a:pt x="1121777" y="1526998"/>
                  </a:lnTo>
                  <a:lnTo>
                    <a:pt x="1121761" y="1526993"/>
                  </a:lnTo>
                  <a:lnTo>
                    <a:pt x="1121745" y="1526991"/>
                  </a:lnTo>
                  <a:lnTo>
                    <a:pt x="1121736" y="1526991"/>
                  </a:lnTo>
                  <a:lnTo>
                    <a:pt x="1121729" y="1526989"/>
                  </a:lnTo>
                  <a:lnTo>
                    <a:pt x="1121722" y="1526988"/>
                  </a:lnTo>
                  <a:lnTo>
                    <a:pt x="1121713" y="1526983"/>
                  </a:lnTo>
                  <a:lnTo>
                    <a:pt x="1121698" y="1526977"/>
                  </a:lnTo>
                  <a:lnTo>
                    <a:pt x="1121693" y="1526974"/>
                  </a:lnTo>
                  <a:lnTo>
                    <a:pt x="1121683" y="1526963"/>
                  </a:lnTo>
                  <a:lnTo>
                    <a:pt x="1121675" y="1526946"/>
                  </a:lnTo>
                  <a:lnTo>
                    <a:pt x="1121666" y="1526930"/>
                  </a:lnTo>
                  <a:lnTo>
                    <a:pt x="1121654" y="1526914"/>
                  </a:lnTo>
                  <a:lnTo>
                    <a:pt x="1121641" y="1526899"/>
                  </a:lnTo>
                  <a:lnTo>
                    <a:pt x="1121626" y="1526882"/>
                  </a:lnTo>
                  <a:lnTo>
                    <a:pt x="1121614" y="1526868"/>
                  </a:lnTo>
                  <a:lnTo>
                    <a:pt x="1121602" y="1526853"/>
                  </a:lnTo>
                  <a:lnTo>
                    <a:pt x="1121589" y="1526835"/>
                  </a:lnTo>
                  <a:lnTo>
                    <a:pt x="1121579" y="1526818"/>
                  </a:lnTo>
                  <a:lnTo>
                    <a:pt x="1121571" y="1526806"/>
                  </a:lnTo>
                  <a:lnTo>
                    <a:pt x="1121570" y="1526801"/>
                  </a:lnTo>
                  <a:lnTo>
                    <a:pt x="1121565" y="1526793"/>
                  </a:lnTo>
                  <a:lnTo>
                    <a:pt x="1121562" y="1526784"/>
                  </a:lnTo>
                  <a:lnTo>
                    <a:pt x="1121556" y="1526767"/>
                  </a:lnTo>
                  <a:lnTo>
                    <a:pt x="1121552" y="1526759"/>
                  </a:lnTo>
                  <a:lnTo>
                    <a:pt x="1121546" y="1526753"/>
                  </a:lnTo>
                  <a:lnTo>
                    <a:pt x="1121537" y="1526746"/>
                  </a:lnTo>
                  <a:lnTo>
                    <a:pt x="1121529" y="1526745"/>
                  </a:lnTo>
                  <a:lnTo>
                    <a:pt x="1121513" y="1526746"/>
                  </a:lnTo>
                  <a:lnTo>
                    <a:pt x="1121489" y="1526750"/>
                  </a:lnTo>
                  <a:lnTo>
                    <a:pt x="1121478" y="1526747"/>
                  </a:lnTo>
                  <a:lnTo>
                    <a:pt x="1121469" y="1526739"/>
                  </a:lnTo>
                  <a:lnTo>
                    <a:pt x="1121465" y="1526736"/>
                  </a:lnTo>
                  <a:lnTo>
                    <a:pt x="1121457" y="1526727"/>
                  </a:lnTo>
                  <a:lnTo>
                    <a:pt x="1121445" y="1526711"/>
                  </a:lnTo>
                  <a:lnTo>
                    <a:pt x="1121432" y="1526694"/>
                  </a:lnTo>
                  <a:lnTo>
                    <a:pt x="1121418" y="1526681"/>
                  </a:lnTo>
                  <a:lnTo>
                    <a:pt x="1121402" y="1526671"/>
                  </a:lnTo>
                  <a:lnTo>
                    <a:pt x="1121386" y="1526664"/>
                  </a:lnTo>
                  <a:lnTo>
                    <a:pt x="1121370" y="1526660"/>
                  </a:lnTo>
                  <a:lnTo>
                    <a:pt x="1121355" y="1526652"/>
                  </a:lnTo>
                  <a:lnTo>
                    <a:pt x="1121339" y="1526645"/>
                  </a:lnTo>
                  <a:lnTo>
                    <a:pt x="1121323" y="1526637"/>
                  </a:lnTo>
                  <a:lnTo>
                    <a:pt x="1121307" y="1526629"/>
                  </a:lnTo>
                  <a:lnTo>
                    <a:pt x="1121292" y="1526623"/>
                  </a:lnTo>
                  <a:lnTo>
                    <a:pt x="1121276" y="1526615"/>
                  </a:lnTo>
                  <a:lnTo>
                    <a:pt x="1121260" y="1526611"/>
                  </a:lnTo>
                  <a:lnTo>
                    <a:pt x="1121244" y="1526610"/>
                  </a:lnTo>
                  <a:lnTo>
                    <a:pt x="1121229" y="1526611"/>
                  </a:lnTo>
                  <a:lnTo>
                    <a:pt x="1121213" y="1526609"/>
                  </a:lnTo>
                  <a:lnTo>
                    <a:pt x="1121197" y="1526603"/>
                  </a:lnTo>
                  <a:lnTo>
                    <a:pt x="1121181" y="1526598"/>
                  </a:lnTo>
                  <a:lnTo>
                    <a:pt x="1121166" y="1526590"/>
                  </a:lnTo>
                  <a:lnTo>
                    <a:pt x="1121150" y="1526586"/>
                  </a:lnTo>
                  <a:lnTo>
                    <a:pt x="1121134" y="1526590"/>
                  </a:lnTo>
                  <a:lnTo>
                    <a:pt x="1121119" y="1526596"/>
                  </a:lnTo>
                  <a:lnTo>
                    <a:pt x="1121103" y="1526606"/>
                  </a:lnTo>
                  <a:lnTo>
                    <a:pt x="1121087" y="1526617"/>
                  </a:lnTo>
                  <a:lnTo>
                    <a:pt x="1121061" y="1526626"/>
                  </a:lnTo>
                  <a:lnTo>
                    <a:pt x="1121039" y="1526619"/>
                  </a:lnTo>
                  <a:lnTo>
                    <a:pt x="1121022" y="1526610"/>
                  </a:lnTo>
                  <a:lnTo>
                    <a:pt x="1121007" y="1526597"/>
                  </a:lnTo>
                  <a:lnTo>
                    <a:pt x="1121000" y="1526594"/>
                  </a:lnTo>
                  <a:lnTo>
                    <a:pt x="1120992" y="1526594"/>
                  </a:lnTo>
                  <a:lnTo>
                    <a:pt x="1120988" y="1526592"/>
                  </a:lnTo>
                  <a:lnTo>
                    <a:pt x="1120976" y="1526591"/>
                  </a:lnTo>
                  <a:lnTo>
                    <a:pt x="1120960" y="1526588"/>
                  </a:lnTo>
                  <a:lnTo>
                    <a:pt x="1120945" y="1526588"/>
                  </a:lnTo>
                  <a:lnTo>
                    <a:pt x="1120929" y="1526585"/>
                  </a:lnTo>
                  <a:lnTo>
                    <a:pt x="1120913" y="1526584"/>
                  </a:lnTo>
                  <a:lnTo>
                    <a:pt x="1120897" y="1526583"/>
                  </a:lnTo>
                  <a:lnTo>
                    <a:pt x="1120882" y="1526582"/>
                  </a:lnTo>
                  <a:lnTo>
                    <a:pt x="1120866" y="1526581"/>
                  </a:lnTo>
                  <a:lnTo>
                    <a:pt x="1120850" y="1526580"/>
                  </a:lnTo>
                  <a:lnTo>
                    <a:pt x="1120834" y="1526581"/>
                  </a:lnTo>
                  <a:lnTo>
                    <a:pt x="1120818" y="1526581"/>
                  </a:lnTo>
                  <a:lnTo>
                    <a:pt x="1120803" y="1526583"/>
                  </a:lnTo>
                  <a:lnTo>
                    <a:pt x="1120787" y="1526585"/>
                  </a:lnTo>
                  <a:lnTo>
                    <a:pt x="1120771" y="1526585"/>
                  </a:lnTo>
                  <a:lnTo>
                    <a:pt x="1120756" y="1526585"/>
                  </a:lnTo>
                  <a:lnTo>
                    <a:pt x="1120740" y="1526583"/>
                  </a:lnTo>
                  <a:lnTo>
                    <a:pt x="1120724" y="1526581"/>
                  </a:lnTo>
                  <a:lnTo>
                    <a:pt x="1120708" y="1526578"/>
                  </a:lnTo>
                  <a:lnTo>
                    <a:pt x="1120692" y="1526578"/>
                  </a:lnTo>
                  <a:lnTo>
                    <a:pt x="1120677" y="1526580"/>
                  </a:lnTo>
                  <a:lnTo>
                    <a:pt x="1120661" y="1526580"/>
                  </a:lnTo>
                  <a:lnTo>
                    <a:pt x="1120645" y="1526585"/>
                  </a:lnTo>
                  <a:lnTo>
                    <a:pt x="1120629" y="1526589"/>
                  </a:lnTo>
                  <a:lnTo>
                    <a:pt x="1120620" y="1526592"/>
                  </a:lnTo>
                  <a:lnTo>
                    <a:pt x="1120614" y="1526597"/>
                  </a:lnTo>
                  <a:lnTo>
                    <a:pt x="1120598" y="1526605"/>
                  </a:lnTo>
                  <a:lnTo>
                    <a:pt x="1120589" y="1526609"/>
                  </a:lnTo>
                  <a:lnTo>
                    <a:pt x="1120582" y="1526615"/>
                  </a:lnTo>
                  <a:lnTo>
                    <a:pt x="1120573" y="1526621"/>
                  </a:lnTo>
                  <a:lnTo>
                    <a:pt x="1120567" y="1526628"/>
                  </a:lnTo>
                  <a:lnTo>
                    <a:pt x="1120552" y="1526642"/>
                  </a:lnTo>
                  <a:lnTo>
                    <a:pt x="1120540" y="1526657"/>
                  </a:lnTo>
                  <a:lnTo>
                    <a:pt x="1120528" y="1526676"/>
                  </a:lnTo>
                  <a:lnTo>
                    <a:pt x="1120515" y="1526692"/>
                  </a:lnTo>
                  <a:lnTo>
                    <a:pt x="1120481" y="1526730"/>
                  </a:lnTo>
                  <a:lnTo>
                    <a:pt x="1120478" y="1526734"/>
                  </a:lnTo>
                  <a:lnTo>
                    <a:pt x="1120464" y="1526750"/>
                  </a:lnTo>
                  <a:lnTo>
                    <a:pt x="1120458" y="1526758"/>
                  </a:lnTo>
                  <a:lnTo>
                    <a:pt x="1120452" y="1526763"/>
                  </a:lnTo>
                  <a:lnTo>
                    <a:pt x="1120438" y="1526776"/>
                  </a:lnTo>
                  <a:lnTo>
                    <a:pt x="1120424" y="1526787"/>
                  </a:lnTo>
                  <a:lnTo>
                    <a:pt x="1120413" y="1526794"/>
                  </a:lnTo>
                  <a:lnTo>
                    <a:pt x="1120359" y="1526815"/>
                  </a:lnTo>
                  <a:lnTo>
                    <a:pt x="1120344" y="1526820"/>
                  </a:lnTo>
                  <a:lnTo>
                    <a:pt x="1120327" y="1526825"/>
                  </a:lnTo>
                  <a:lnTo>
                    <a:pt x="1120312" y="1526832"/>
                  </a:lnTo>
                  <a:lnTo>
                    <a:pt x="1120288" y="1526849"/>
                  </a:lnTo>
                  <a:lnTo>
                    <a:pt x="1120279" y="1526856"/>
                  </a:lnTo>
                  <a:lnTo>
                    <a:pt x="1120274" y="1526859"/>
                  </a:lnTo>
                  <a:lnTo>
                    <a:pt x="1120258" y="1526861"/>
                  </a:lnTo>
                  <a:lnTo>
                    <a:pt x="1120252" y="1526860"/>
                  </a:lnTo>
                  <a:lnTo>
                    <a:pt x="1120247" y="1526856"/>
                  </a:lnTo>
                  <a:lnTo>
                    <a:pt x="1120242" y="1526852"/>
                  </a:lnTo>
                  <a:lnTo>
                    <a:pt x="1120235" y="1526843"/>
                  </a:lnTo>
                  <a:lnTo>
                    <a:pt x="1120229" y="1526840"/>
                  </a:lnTo>
                  <a:lnTo>
                    <a:pt x="1120212" y="1526842"/>
                  </a:lnTo>
                  <a:lnTo>
                    <a:pt x="1120196" y="1526846"/>
                  </a:lnTo>
                  <a:lnTo>
                    <a:pt x="1120180" y="1526849"/>
                  </a:lnTo>
                  <a:lnTo>
                    <a:pt x="1120165" y="1526851"/>
                  </a:lnTo>
                  <a:lnTo>
                    <a:pt x="1120149" y="1526851"/>
                  </a:lnTo>
                  <a:lnTo>
                    <a:pt x="1120133" y="1526846"/>
                  </a:lnTo>
                  <a:lnTo>
                    <a:pt x="1120117" y="1526837"/>
                  </a:lnTo>
                  <a:lnTo>
                    <a:pt x="1120102" y="1526827"/>
                  </a:lnTo>
                  <a:lnTo>
                    <a:pt x="1120088" y="1526813"/>
                  </a:lnTo>
                  <a:lnTo>
                    <a:pt x="1120076" y="1526803"/>
                  </a:lnTo>
                  <a:lnTo>
                    <a:pt x="1120068" y="1526801"/>
                  </a:lnTo>
                  <a:lnTo>
                    <a:pt x="1120062" y="1526802"/>
                  </a:lnTo>
                  <a:lnTo>
                    <a:pt x="1120058" y="1526805"/>
                  </a:lnTo>
                  <a:lnTo>
                    <a:pt x="1120049" y="1526815"/>
                  </a:lnTo>
                  <a:lnTo>
                    <a:pt x="1120046" y="1526822"/>
                  </a:lnTo>
                  <a:lnTo>
                    <a:pt x="1120041" y="1526829"/>
                  </a:lnTo>
                  <a:lnTo>
                    <a:pt x="1120035" y="1526839"/>
                  </a:lnTo>
                  <a:lnTo>
                    <a:pt x="1120022" y="1526854"/>
                  </a:lnTo>
                  <a:lnTo>
                    <a:pt x="1120007" y="1526867"/>
                  </a:lnTo>
                  <a:lnTo>
                    <a:pt x="1119998" y="1526874"/>
                  </a:lnTo>
                  <a:lnTo>
                    <a:pt x="1119991" y="1526877"/>
                  </a:lnTo>
                  <a:lnTo>
                    <a:pt x="1119975" y="1526881"/>
                  </a:lnTo>
                  <a:lnTo>
                    <a:pt x="1119964" y="1526882"/>
                  </a:lnTo>
                  <a:lnTo>
                    <a:pt x="1119959" y="1526881"/>
                  </a:lnTo>
                  <a:lnTo>
                    <a:pt x="1119944" y="1526876"/>
                  </a:lnTo>
                  <a:lnTo>
                    <a:pt x="1119928" y="1526871"/>
                  </a:lnTo>
                  <a:lnTo>
                    <a:pt x="1119912" y="1526869"/>
                  </a:lnTo>
                  <a:lnTo>
                    <a:pt x="1119896" y="1526869"/>
                  </a:lnTo>
                  <a:lnTo>
                    <a:pt x="1119883" y="1526876"/>
                  </a:lnTo>
                  <a:lnTo>
                    <a:pt x="1119877" y="1526887"/>
                  </a:lnTo>
                  <a:lnTo>
                    <a:pt x="1119877" y="1526895"/>
                  </a:lnTo>
                  <a:lnTo>
                    <a:pt x="1119875" y="1526902"/>
                  </a:lnTo>
                  <a:lnTo>
                    <a:pt x="1119875" y="1526911"/>
                  </a:lnTo>
                  <a:lnTo>
                    <a:pt x="1119873" y="1526928"/>
                  </a:lnTo>
                  <a:lnTo>
                    <a:pt x="1119871" y="1526939"/>
                  </a:lnTo>
                  <a:lnTo>
                    <a:pt x="1119867" y="1526947"/>
                  </a:lnTo>
                  <a:lnTo>
                    <a:pt x="1119859" y="1526961"/>
                  </a:lnTo>
                  <a:lnTo>
                    <a:pt x="1119852" y="1526972"/>
                  </a:lnTo>
                  <a:lnTo>
                    <a:pt x="1119847" y="1526976"/>
                  </a:lnTo>
                  <a:lnTo>
                    <a:pt x="1119831" y="1526979"/>
                  </a:lnTo>
                  <a:lnTo>
                    <a:pt x="1119815" y="1526980"/>
                  </a:lnTo>
                  <a:lnTo>
                    <a:pt x="1119799" y="1526981"/>
                  </a:lnTo>
                  <a:lnTo>
                    <a:pt x="1119783" y="1526983"/>
                  </a:lnTo>
                  <a:lnTo>
                    <a:pt x="1119767" y="1526987"/>
                  </a:lnTo>
                  <a:lnTo>
                    <a:pt x="1119761" y="1526989"/>
                  </a:lnTo>
                  <a:lnTo>
                    <a:pt x="1119752" y="1526993"/>
                  </a:lnTo>
                  <a:lnTo>
                    <a:pt x="1119746" y="1527000"/>
                  </a:lnTo>
                  <a:lnTo>
                    <a:pt x="1119744" y="1527010"/>
                  </a:lnTo>
                  <a:lnTo>
                    <a:pt x="1119742" y="1527026"/>
                  </a:lnTo>
                  <a:lnTo>
                    <a:pt x="1119741" y="1527043"/>
                  </a:lnTo>
                  <a:lnTo>
                    <a:pt x="1119738" y="1527062"/>
                  </a:lnTo>
                  <a:lnTo>
                    <a:pt x="1119734" y="1527076"/>
                  </a:lnTo>
                  <a:lnTo>
                    <a:pt x="1119728" y="1527091"/>
                  </a:lnTo>
                  <a:lnTo>
                    <a:pt x="1119717" y="1527109"/>
                  </a:lnTo>
                  <a:lnTo>
                    <a:pt x="1119703" y="1527124"/>
                  </a:lnTo>
                  <a:lnTo>
                    <a:pt x="1119690" y="1527141"/>
                  </a:lnTo>
                  <a:lnTo>
                    <a:pt x="1119677" y="1527156"/>
                  </a:lnTo>
                  <a:lnTo>
                    <a:pt x="1119663" y="1527173"/>
                  </a:lnTo>
                  <a:lnTo>
                    <a:pt x="1119652" y="1527189"/>
                  </a:lnTo>
                  <a:lnTo>
                    <a:pt x="1119648" y="1527200"/>
                  </a:lnTo>
                  <a:lnTo>
                    <a:pt x="1119650" y="1527208"/>
                  </a:lnTo>
                  <a:lnTo>
                    <a:pt x="1119655" y="1527217"/>
                  </a:lnTo>
                  <a:lnTo>
                    <a:pt x="1119661" y="1527222"/>
                  </a:lnTo>
                  <a:lnTo>
                    <a:pt x="1119671" y="1527238"/>
                  </a:lnTo>
                  <a:lnTo>
                    <a:pt x="1119677" y="1527255"/>
                  </a:lnTo>
                  <a:lnTo>
                    <a:pt x="1119682" y="1527272"/>
                  </a:lnTo>
                  <a:lnTo>
                    <a:pt x="1119685" y="1527287"/>
                  </a:lnTo>
                  <a:lnTo>
                    <a:pt x="1119694" y="1527305"/>
                  </a:lnTo>
                  <a:lnTo>
                    <a:pt x="1119702" y="1527320"/>
                  </a:lnTo>
                  <a:lnTo>
                    <a:pt x="1119713" y="1527339"/>
                  </a:lnTo>
                  <a:lnTo>
                    <a:pt x="1119723" y="1527355"/>
                  </a:lnTo>
                  <a:lnTo>
                    <a:pt x="1119730" y="1527361"/>
                  </a:lnTo>
                  <a:lnTo>
                    <a:pt x="1119739" y="1527364"/>
                  </a:lnTo>
                  <a:lnTo>
                    <a:pt x="1119754" y="1527366"/>
                  </a:lnTo>
                  <a:lnTo>
                    <a:pt x="1119769" y="1527370"/>
                  </a:lnTo>
                  <a:lnTo>
                    <a:pt x="1119775" y="1527373"/>
                  </a:lnTo>
                  <a:lnTo>
                    <a:pt x="1119778" y="1527378"/>
                  </a:lnTo>
                  <a:lnTo>
                    <a:pt x="1119778" y="1527385"/>
                  </a:lnTo>
                  <a:lnTo>
                    <a:pt x="1119779" y="1527402"/>
                  </a:lnTo>
                  <a:lnTo>
                    <a:pt x="1119775" y="1527419"/>
                  </a:lnTo>
                  <a:lnTo>
                    <a:pt x="1119769" y="1527434"/>
                  </a:lnTo>
                  <a:lnTo>
                    <a:pt x="1119765" y="1527450"/>
                  </a:lnTo>
                  <a:lnTo>
                    <a:pt x="1119764" y="1527467"/>
                  </a:lnTo>
                  <a:lnTo>
                    <a:pt x="1119770" y="1527486"/>
                  </a:lnTo>
                  <a:lnTo>
                    <a:pt x="1119779" y="1527502"/>
                  </a:lnTo>
                  <a:lnTo>
                    <a:pt x="1119794" y="1527519"/>
                  </a:lnTo>
                  <a:lnTo>
                    <a:pt x="1119805" y="1527536"/>
                  </a:lnTo>
                  <a:lnTo>
                    <a:pt x="1119812" y="1527552"/>
                  </a:lnTo>
                  <a:lnTo>
                    <a:pt x="1119815" y="1527560"/>
                  </a:lnTo>
                  <a:lnTo>
                    <a:pt x="1119815" y="1527569"/>
                  </a:lnTo>
                  <a:lnTo>
                    <a:pt x="1119813" y="1527586"/>
                  </a:lnTo>
                  <a:lnTo>
                    <a:pt x="1119813" y="1527593"/>
                  </a:lnTo>
                  <a:lnTo>
                    <a:pt x="1119810" y="1527603"/>
                  </a:lnTo>
                  <a:lnTo>
                    <a:pt x="1119805" y="1527619"/>
                  </a:lnTo>
                  <a:lnTo>
                    <a:pt x="1119801" y="1527632"/>
                  </a:lnTo>
                  <a:lnTo>
                    <a:pt x="1119797" y="1527636"/>
                  </a:lnTo>
                  <a:lnTo>
                    <a:pt x="1119791" y="1527653"/>
                  </a:lnTo>
                  <a:lnTo>
                    <a:pt x="1119788" y="1527663"/>
                  </a:lnTo>
                  <a:lnTo>
                    <a:pt x="1119788" y="1527669"/>
                  </a:lnTo>
                  <a:lnTo>
                    <a:pt x="1119791" y="1527686"/>
                  </a:lnTo>
                  <a:lnTo>
                    <a:pt x="1119792" y="1527692"/>
                  </a:lnTo>
                  <a:lnTo>
                    <a:pt x="1119797" y="1527703"/>
                  </a:lnTo>
                  <a:lnTo>
                    <a:pt x="1119805" y="1527718"/>
                  </a:lnTo>
                  <a:lnTo>
                    <a:pt x="1119814" y="1527736"/>
                  </a:lnTo>
                  <a:lnTo>
                    <a:pt x="1119818" y="1527753"/>
                  </a:lnTo>
                  <a:lnTo>
                    <a:pt x="1119819" y="1527768"/>
                  </a:lnTo>
                  <a:lnTo>
                    <a:pt x="1119818" y="1527779"/>
                  </a:lnTo>
                  <a:lnTo>
                    <a:pt x="1119815" y="1527786"/>
                  </a:lnTo>
                  <a:lnTo>
                    <a:pt x="1119801" y="1527801"/>
                  </a:lnTo>
                  <a:lnTo>
                    <a:pt x="1119786" y="1527815"/>
                  </a:lnTo>
                  <a:lnTo>
                    <a:pt x="1119776" y="1527823"/>
                  </a:lnTo>
                  <a:lnTo>
                    <a:pt x="1119771" y="1527826"/>
                  </a:lnTo>
                  <a:lnTo>
                    <a:pt x="1119725" y="1527865"/>
                  </a:lnTo>
                  <a:lnTo>
                    <a:pt x="1119717" y="1527875"/>
                  </a:lnTo>
                  <a:lnTo>
                    <a:pt x="1119713" y="1527881"/>
                  </a:lnTo>
                  <a:lnTo>
                    <a:pt x="1119710" y="1527891"/>
                  </a:lnTo>
                  <a:lnTo>
                    <a:pt x="1119710" y="1527898"/>
                  </a:lnTo>
                  <a:lnTo>
                    <a:pt x="1119706" y="1527914"/>
                  </a:lnTo>
                  <a:lnTo>
                    <a:pt x="1119705" y="1527953"/>
                  </a:lnTo>
                  <a:lnTo>
                    <a:pt x="1119699" y="1527975"/>
                  </a:lnTo>
                  <a:lnTo>
                    <a:pt x="1119697" y="1527984"/>
                  </a:lnTo>
                  <a:lnTo>
                    <a:pt x="1119693" y="1527991"/>
                  </a:lnTo>
                  <a:lnTo>
                    <a:pt x="1119681" y="1528008"/>
                  </a:lnTo>
                  <a:lnTo>
                    <a:pt x="1119671" y="1528027"/>
                  </a:lnTo>
                  <a:lnTo>
                    <a:pt x="1119660" y="1528041"/>
                  </a:lnTo>
                  <a:lnTo>
                    <a:pt x="1119653" y="1528050"/>
                  </a:lnTo>
                  <a:lnTo>
                    <a:pt x="1119646" y="1528054"/>
                  </a:lnTo>
                  <a:lnTo>
                    <a:pt x="1119633" y="1528059"/>
                  </a:lnTo>
                  <a:lnTo>
                    <a:pt x="1119623" y="1528061"/>
                  </a:lnTo>
                  <a:lnTo>
                    <a:pt x="1119615" y="1528061"/>
                  </a:lnTo>
                  <a:lnTo>
                    <a:pt x="1119599" y="1528062"/>
                  </a:lnTo>
                  <a:lnTo>
                    <a:pt x="1119583" y="1528064"/>
                  </a:lnTo>
                  <a:lnTo>
                    <a:pt x="1119568" y="1528066"/>
                  </a:lnTo>
                  <a:lnTo>
                    <a:pt x="1119552" y="1528070"/>
                  </a:lnTo>
                  <a:lnTo>
                    <a:pt x="1119536" y="1528076"/>
                  </a:lnTo>
                  <a:lnTo>
                    <a:pt x="1119530" y="1528078"/>
                  </a:lnTo>
                  <a:lnTo>
                    <a:pt x="1119520" y="1528085"/>
                  </a:lnTo>
                  <a:lnTo>
                    <a:pt x="1119504" y="1528098"/>
                  </a:lnTo>
                  <a:lnTo>
                    <a:pt x="1119492" y="1528114"/>
                  </a:lnTo>
                  <a:lnTo>
                    <a:pt x="1119481" y="1528130"/>
                  </a:lnTo>
                  <a:lnTo>
                    <a:pt x="1119475" y="1528141"/>
                  </a:lnTo>
                  <a:lnTo>
                    <a:pt x="1119470" y="1528147"/>
                  </a:lnTo>
                  <a:lnTo>
                    <a:pt x="1119463" y="1528156"/>
                  </a:lnTo>
                  <a:lnTo>
                    <a:pt x="1119456" y="1528162"/>
                  </a:lnTo>
                  <a:lnTo>
                    <a:pt x="1119451" y="1528167"/>
                  </a:lnTo>
                  <a:lnTo>
                    <a:pt x="1119444" y="1528170"/>
                  </a:lnTo>
                  <a:lnTo>
                    <a:pt x="1119440" y="1528171"/>
                  </a:lnTo>
                  <a:lnTo>
                    <a:pt x="1119431" y="1528174"/>
                  </a:lnTo>
                  <a:lnTo>
                    <a:pt x="1119424" y="1528174"/>
                  </a:lnTo>
                  <a:lnTo>
                    <a:pt x="1119414" y="1528176"/>
                  </a:lnTo>
                  <a:lnTo>
                    <a:pt x="1119408" y="1528174"/>
                  </a:lnTo>
                  <a:lnTo>
                    <a:pt x="1119393" y="1528174"/>
                  </a:lnTo>
                  <a:lnTo>
                    <a:pt x="1119371" y="1528181"/>
                  </a:lnTo>
                  <a:lnTo>
                    <a:pt x="1119363" y="1528185"/>
                  </a:lnTo>
                  <a:lnTo>
                    <a:pt x="1119349" y="1528191"/>
                  </a:lnTo>
                  <a:lnTo>
                    <a:pt x="1119339" y="1528191"/>
                  </a:lnTo>
                  <a:lnTo>
                    <a:pt x="1119332" y="1528185"/>
                  </a:lnTo>
                  <a:lnTo>
                    <a:pt x="1119317" y="1528169"/>
                  </a:lnTo>
                  <a:lnTo>
                    <a:pt x="1119305" y="1528153"/>
                  </a:lnTo>
                  <a:lnTo>
                    <a:pt x="1119292" y="1528136"/>
                  </a:lnTo>
                  <a:lnTo>
                    <a:pt x="1119277" y="1528124"/>
                  </a:lnTo>
                  <a:lnTo>
                    <a:pt x="1119262" y="1528117"/>
                  </a:lnTo>
                  <a:lnTo>
                    <a:pt x="1119246" y="1528113"/>
                  </a:lnTo>
                  <a:lnTo>
                    <a:pt x="1119239" y="1528110"/>
                  </a:lnTo>
                  <a:lnTo>
                    <a:pt x="1119230" y="1528110"/>
                  </a:lnTo>
                  <a:lnTo>
                    <a:pt x="1119214" y="1528109"/>
                  </a:lnTo>
                  <a:lnTo>
                    <a:pt x="1119198" y="1528110"/>
                  </a:lnTo>
                  <a:lnTo>
                    <a:pt x="1119183" y="1528112"/>
                  </a:lnTo>
                  <a:lnTo>
                    <a:pt x="1119167" y="1528112"/>
                  </a:lnTo>
                  <a:lnTo>
                    <a:pt x="1119157" y="1528113"/>
                  </a:lnTo>
                  <a:lnTo>
                    <a:pt x="1119151" y="1528112"/>
                  </a:lnTo>
                  <a:lnTo>
                    <a:pt x="1119136" y="1528109"/>
                  </a:lnTo>
                  <a:lnTo>
                    <a:pt x="1119127" y="1528107"/>
                  </a:lnTo>
                  <a:lnTo>
                    <a:pt x="1119120" y="1528105"/>
                  </a:lnTo>
                  <a:lnTo>
                    <a:pt x="1119104" y="1528103"/>
                  </a:lnTo>
                  <a:lnTo>
                    <a:pt x="1119088" y="1528100"/>
                  </a:lnTo>
                  <a:lnTo>
                    <a:pt x="1119074" y="1528102"/>
                  </a:lnTo>
                  <a:lnTo>
                    <a:pt x="1119065" y="1528106"/>
                  </a:lnTo>
                  <a:lnTo>
                    <a:pt x="1119060" y="1528112"/>
                  </a:lnTo>
                  <a:lnTo>
                    <a:pt x="1119054" y="1528119"/>
                  </a:lnTo>
                  <a:lnTo>
                    <a:pt x="1119047" y="1528130"/>
                  </a:lnTo>
                  <a:lnTo>
                    <a:pt x="1119040" y="1528139"/>
                  </a:lnTo>
                  <a:lnTo>
                    <a:pt x="1119033" y="1528144"/>
                  </a:lnTo>
                  <a:lnTo>
                    <a:pt x="1119024" y="1528144"/>
                  </a:lnTo>
                  <a:lnTo>
                    <a:pt x="1119018" y="1528141"/>
                  </a:lnTo>
                  <a:lnTo>
                    <a:pt x="1119002" y="1528129"/>
                  </a:lnTo>
                  <a:lnTo>
                    <a:pt x="1118986" y="1528117"/>
                  </a:lnTo>
                  <a:lnTo>
                    <a:pt x="1118970" y="1528110"/>
                  </a:lnTo>
                  <a:lnTo>
                    <a:pt x="1118962" y="1528108"/>
                  </a:lnTo>
                  <a:lnTo>
                    <a:pt x="1118955" y="1528112"/>
                  </a:lnTo>
                  <a:lnTo>
                    <a:pt x="1118949" y="1528121"/>
                  </a:lnTo>
                  <a:lnTo>
                    <a:pt x="1118945" y="1528129"/>
                  </a:lnTo>
                  <a:lnTo>
                    <a:pt x="1118938" y="1528136"/>
                  </a:lnTo>
                  <a:lnTo>
                    <a:pt x="1118931" y="1528135"/>
                  </a:lnTo>
                  <a:lnTo>
                    <a:pt x="1118915" y="1528130"/>
                  </a:lnTo>
                  <a:lnTo>
                    <a:pt x="1118886" y="1528112"/>
                  </a:lnTo>
                  <a:lnTo>
                    <a:pt x="1118872" y="1528099"/>
                  </a:lnTo>
                  <a:lnTo>
                    <a:pt x="1118856" y="1528086"/>
                  </a:lnTo>
                  <a:lnTo>
                    <a:pt x="1118842" y="1528073"/>
                  </a:lnTo>
                  <a:lnTo>
                    <a:pt x="1118828" y="1528058"/>
                  </a:lnTo>
                  <a:lnTo>
                    <a:pt x="1118816" y="1528043"/>
                  </a:lnTo>
                  <a:lnTo>
                    <a:pt x="1118803" y="1528026"/>
                  </a:lnTo>
                  <a:lnTo>
                    <a:pt x="1118788" y="1528011"/>
                  </a:lnTo>
                  <a:lnTo>
                    <a:pt x="1118772" y="1527998"/>
                  </a:lnTo>
                  <a:lnTo>
                    <a:pt x="1118757" y="1527988"/>
                  </a:lnTo>
                  <a:lnTo>
                    <a:pt x="1118741" y="1527979"/>
                  </a:lnTo>
                  <a:lnTo>
                    <a:pt x="1118734" y="1527975"/>
                  </a:lnTo>
                  <a:lnTo>
                    <a:pt x="1118725" y="1527974"/>
                  </a:lnTo>
                  <a:lnTo>
                    <a:pt x="1118710" y="1527972"/>
                  </a:lnTo>
                  <a:lnTo>
                    <a:pt x="1118693" y="1527971"/>
                  </a:lnTo>
                  <a:lnTo>
                    <a:pt x="1118678" y="1527968"/>
                  </a:lnTo>
                  <a:lnTo>
                    <a:pt x="1118662" y="1527967"/>
                  </a:lnTo>
                  <a:lnTo>
                    <a:pt x="1118646" y="1527965"/>
                  </a:lnTo>
                  <a:lnTo>
                    <a:pt x="1118631" y="1527965"/>
                  </a:lnTo>
                  <a:lnTo>
                    <a:pt x="1118615" y="1527965"/>
                  </a:lnTo>
                  <a:lnTo>
                    <a:pt x="1118599" y="1527966"/>
                  </a:lnTo>
                  <a:lnTo>
                    <a:pt x="1118586" y="1527966"/>
                  </a:lnTo>
                  <a:lnTo>
                    <a:pt x="1118568" y="1527962"/>
                  </a:lnTo>
                  <a:lnTo>
                    <a:pt x="1118557" y="1527958"/>
                  </a:lnTo>
                  <a:lnTo>
                    <a:pt x="1118552" y="1527953"/>
                  </a:lnTo>
                  <a:lnTo>
                    <a:pt x="1118536" y="1527940"/>
                  </a:lnTo>
                  <a:lnTo>
                    <a:pt x="1118520" y="1527931"/>
                  </a:lnTo>
                  <a:lnTo>
                    <a:pt x="1118505" y="1527924"/>
                  </a:lnTo>
                  <a:lnTo>
                    <a:pt x="1118489" y="1527919"/>
                  </a:lnTo>
                  <a:lnTo>
                    <a:pt x="1118473" y="1527914"/>
                  </a:lnTo>
                  <a:lnTo>
                    <a:pt x="1118458" y="1527908"/>
                  </a:lnTo>
                  <a:lnTo>
                    <a:pt x="1118442" y="1527905"/>
                  </a:lnTo>
                  <a:lnTo>
                    <a:pt x="1118426" y="1527904"/>
                  </a:lnTo>
                  <a:lnTo>
                    <a:pt x="1118410" y="1527907"/>
                  </a:lnTo>
                  <a:lnTo>
                    <a:pt x="1118381" y="1527903"/>
                  </a:lnTo>
                  <a:lnTo>
                    <a:pt x="1118388" y="1527868"/>
                  </a:lnTo>
                  <a:lnTo>
                    <a:pt x="1118392" y="1527862"/>
                  </a:lnTo>
                  <a:lnTo>
                    <a:pt x="1118399" y="1527848"/>
                  </a:lnTo>
                  <a:lnTo>
                    <a:pt x="1118401" y="1527806"/>
                  </a:lnTo>
                  <a:lnTo>
                    <a:pt x="1118405" y="1527798"/>
                  </a:lnTo>
                  <a:lnTo>
                    <a:pt x="1118411" y="1527789"/>
                  </a:lnTo>
                  <a:lnTo>
                    <a:pt x="1118416" y="1527784"/>
                  </a:lnTo>
                  <a:lnTo>
                    <a:pt x="1118432" y="1527772"/>
                  </a:lnTo>
                  <a:lnTo>
                    <a:pt x="1118448" y="1527761"/>
                  </a:lnTo>
                  <a:lnTo>
                    <a:pt x="1118458" y="1527752"/>
                  </a:lnTo>
                  <a:lnTo>
                    <a:pt x="1118462" y="1527746"/>
                  </a:lnTo>
                  <a:lnTo>
                    <a:pt x="1118473" y="1527729"/>
                  </a:lnTo>
                  <a:lnTo>
                    <a:pt x="1118482" y="1527721"/>
                  </a:lnTo>
                  <a:lnTo>
                    <a:pt x="1118488" y="1527717"/>
                  </a:lnTo>
                  <a:lnTo>
                    <a:pt x="1118503" y="1527706"/>
                  </a:lnTo>
                  <a:lnTo>
                    <a:pt x="1118512" y="1527698"/>
                  </a:lnTo>
                  <a:lnTo>
                    <a:pt x="1118516" y="1527692"/>
                  </a:lnTo>
                  <a:lnTo>
                    <a:pt x="1118519" y="1527675"/>
                  </a:lnTo>
                  <a:lnTo>
                    <a:pt x="1118517" y="1527659"/>
                  </a:lnTo>
                  <a:lnTo>
                    <a:pt x="1118517" y="1527642"/>
                  </a:lnTo>
                  <a:lnTo>
                    <a:pt x="1118521" y="1527625"/>
                  </a:lnTo>
                  <a:lnTo>
                    <a:pt x="1118525" y="1527609"/>
                  </a:lnTo>
                  <a:lnTo>
                    <a:pt x="1118529" y="1527598"/>
                  </a:lnTo>
                  <a:lnTo>
                    <a:pt x="1118529" y="1527592"/>
                  </a:lnTo>
                  <a:lnTo>
                    <a:pt x="1118531" y="1527575"/>
                  </a:lnTo>
                  <a:lnTo>
                    <a:pt x="1118531" y="1527558"/>
                  </a:lnTo>
                  <a:lnTo>
                    <a:pt x="1118529" y="1527542"/>
                  </a:lnTo>
                  <a:lnTo>
                    <a:pt x="1118527" y="1527525"/>
                  </a:lnTo>
                  <a:lnTo>
                    <a:pt x="1118524" y="1527508"/>
                  </a:lnTo>
                  <a:lnTo>
                    <a:pt x="1118523" y="1527490"/>
                  </a:lnTo>
                  <a:lnTo>
                    <a:pt x="1118525" y="1527482"/>
                  </a:lnTo>
                  <a:lnTo>
                    <a:pt x="1118526" y="1527475"/>
                  </a:lnTo>
                  <a:lnTo>
                    <a:pt x="1118534" y="1527463"/>
                  </a:lnTo>
                  <a:lnTo>
                    <a:pt x="1118538" y="1527459"/>
                  </a:lnTo>
                  <a:lnTo>
                    <a:pt x="1118554" y="1527449"/>
                  </a:lnTo>
                  <a:lnTo>
                    <a:pt x="1118564" y="1527443"/>
                  </a:lnTo>
                  <a:lnTo>
                    <a:pt x="1118569" y="1527439"/>
                  </a:lnTo>
                  <a:lnTo>
                    <a:pt x="1118585" y="1527433"/>
                  </a:lnTo>
                  <a:lnTo>
                    <a:pt x="1118600" y="1527431"/>
                  </a:lnTo>
                  <a:lnTo>
                    <a:pt x="1118616" y="1527428"/>
                  </a:lnTo>
                  <a:lnTo>
                    <a:pt x="1118621" y="1527420"/>
                  </a:lnTo>
                  <a:lnTo>
                    <a:pt x="1118621" y="1527411"/>
                  </a:lnTo>
                  <a:lnTo>
                    <a:pt x="1118616" y="1527394"/>
                  </a:lnTo>
                  <a:lnTo>
                    <a:pt x="1118616" y="1527378"/>
                  </a:lnTo>
                  <a:lnTo>
                    <a:pt x="1118616" y="1527370"/>
                  </a:lnTo>
                  <a:lnTo>
                    <a:pt x="1118620" y="1527361"/>
                  </a:lnTo>
                  <a:lnTo>
                    <a:pt x="1118626" y="1527344"/>
                  </a:lnTo>
                  <a:lnTo>
                    <a:pt x="1118633" y="1527329"/>
                  </a:lnTo>
                  <a:lnTo>
                    <a:pt x="1118641" y="1527311"/>
                  </a:lnTo>
                  <a:lnTo>
                    <a:pt x="1118647" y="1527301"/>
                  </a:lnTo>
                  <a:lnTo>
                    <a:pt x="1118647" y="1527295"/>
                  </a:lnTo>
                  <a:lnTo>
                    <a:pt x="1118645" y="1527278"/>
                  </a:lnTo>
                  <a:lnTo>
                    <a:pt x="1118641" y="1527261"/>
                  </a:lnTo>
                  <a:lnTo>
                    <a:pt x="1118636" y="1527244"/>
                  </a:lnTo>
                  <a:lnTo>
                    <a:pt x="1118630" y="1527227"/>
                  </a:lnTo>
                  <a:lnTo>
                    <a:pt x="1118624" y="1527211"/>
                  </a:lnTo>
                  <a:lnTo>
                    <a:pt x="1118620" y="1527205"/>
                  </a:lnTo>
                  <a:lnTo>
                    <a:pt x="1118610" y="1527163"/>
                  </a:lnTo>
                  <a:lnTo>
                    <a:pt x="1118609" y="1527154"/>
                  </a:lnTo>
                  <a:lnTo>
                    <a:pt x="1118606" y="1527146"/>
                  </a:lnTo>
                  <a:lnTo>
                    <a:pt x="1118599" y="1527130"/>
                  </a:lnTo>
                  <a:lnTo>
                    <a:pt x="1118599" y="1527120"/>
                  </a:lnTo>
                  <a:lnTo>
                    <a:pt x="1118595" y="1527113"/>
                  </a:lnTo>
                  <a:lnTo>
                    <a:pt x="1118591" y="1527096"/>
                  </a:lnTo>
                  <a:lnTo>
                    <a:pt x="1118587" y="1527080"/>
                  </a:lnTo>
                  <a:lnTo>
                    <a:pt x="1118584" y="1527070"/>
                  </a:lnTo>
                  <a:lnTo>
                    <a:pt x="1118584" y="1527063"/>
                  </a:lnTo>
                  <a:lnTo>
                    <a:pt x="1118581" y="1527054"/>
                  </a:lnTo>
                  <a:lnTo>
                    <a:pt x="1118582" y="1527047"/>
                  </a:lnTo>
                  <a:lnTo>
                    <a:pt x="1118584" y="1527035"/>
                  </a:lnTo>
                  <a:lnTo>
                    <a:pt x="1118587" y="1527029"/>
                  </a:lnTo>
                  <a:lnTo>
                    <a:pt x="1118593" y="1527020"/>
                  </a:lnTo>
                  <a:lnTo>
                    <a:pt x="1118598" y="1527014"/>
                  </a:lnTo>
                  <a:lnTo>
                    <a:pt x="1118609" y="1527003"/>
                  </a:lnTo>
                  <a:lnTo>
                    <a:pt x="1118613" y="1527001"/>
                  </a:lnTo>
                  <a:lnTo>
                    <a:pt x="1118617" y="1526998"/>
                  </a:lnTo>
                  <a:lnTo>
                    <a:pt x="1118629" y="1526998"/>
                  </a:lnTo>
                  <a:lnTo>
                    <a:pt x="1118644" y="1526995"/>
                  </a:lnTo>
                  <a:lnTo>
                    <a:pt x="1118653" y="1526988"/>
                  </a:lnTo>
                  <a:lnTo>
                    <a:pt x="1118659" y="1526981"/>
                  </a:lnTo>
                  <a:lnTo>
                    <a:pt x="1118660" y="1526964"/>
                  </a:lnTo>
                  <a:lnTo>
                    <a:pt x="1118661" y="1526947"/>
                  </a:lnTo>
                  <a:lnTo>
                    <a:pt x="1118662" y="1526931"/>
                  </a:lnTo>
                  <a:lnTo>
                    <a:pt x="1118662" y="1526918"/>
                  </a:lnTo>
                  <a:lnTo>
                    <a:pt x="1118665" y="1526914"/>
                  </a:lnTo>
                  <a:lnTo>
                    <a:pt x="1118671" y="1526898"/>
                  </a:lnTo>
                  <a:lnTo>
                    <a:pt x="1118682" y="1526881"/>
                  </a:lnTo>
                  <a:lnTo>
                    <a:pt x="1118687" y="1526867"/>
                  </a:lnTo>
                  <a:lnTo>
                    <a:pt x="1118691" y="1526848"/>
                  </a:lnTo>
                  <a:lnTo>
                    <a:pt x="1118690" y="1526831"/>
                  </a:lnTo>
                  <a:lnTo>
                    <a:pt x="1118691" y="1526822"/>
                  </a:lnTo>
                  <a:lnTo>
                    <a:pt x="1118694" y="1526814"/>
                  </a:lnTo>
                  <a:lnTo>
                    <a:pt x="1118709" y="1526799"/>
                  </a:lnTo>
                  <a:lnTo>
                    <a:pt x="1118723" y="1526783"/>
                  </a:lnTo>
                  <a:lnTo>
                    <a:pt x="1118731" y="1526766"/>
                  </a:lnTo>
                  <a:lnTo>
                    <a:pt x="1118737" y="1526757"/>
                  </a:lnTo>
                  <a:lnTo>
                    <a:pt x="1118740" y="1526750"/>
                  </a:lnTo>
                  <a:lnTo>
                    <a:pt x="1118742" y="1526742"/>
                  </a:lnTo>
                  <a:lnTo>
                    <a:pt x="1118742" y="1526733"/>
                  </a:lnTo>
                  <a:lnTo>
                    <a:pt x="1118733" y="1526710"/>
                  </a:lnTo>
                  <a:lnTo>
                    <a:pt x="1118727" y="1526674"/>
                  </a:lnTo>
                  <a:lnTo>
                    <a:pt x="1118722" y="1526670"/>
                  </a:lnTo>
                  <a:lnTo>
                    <a:pt x="1118711" y="1526654"/>
                  </a:lnTo>
                  <a:lnTo>
                    <a:pt x="1118703" y="1526645"/>
                  </a:lnTo>
                  <a:lnTo>
                    <a:pt x="1118696" y="1526642"/>
                  </a:lnTo>
                  <a:lnTo>
                    <a:pt x="1118681" y="1526632"/>
                  </a:lnTo>
                  <a:lnTo>
                    <a:pt x="1118665" y="1526614"/>
                  </a:lnTo>
                  <a:lnTo>
                    <a:pt x="1118654" y="1526599"/>
                  </a:lnTo>
                  <a:lnTo>
                    <a:pt x="1118640" y="1526583"/>
                  </a:lnTo>
                  <a:lnTo>
                    <a:pt x="1118630" y="1526575"/>
                  </a:lnTo>
                  <a:lnTo>
                    <a:pt x="1118624" y="1526572"/>
                  </a:lnTo>
                  <a:lnTo>
                    <a:pt x="1118608" y="1526564"/>
                  </a:lnTo>
                  <a:lnTo>
                    <a:pt x="1118592" y="1526553"/>
                  </a:lnTo>
                  <a:lnTo>
                    <a:pt x="1118586" y="1526550"/>
                  </a:lnTo>
                  <a:lnTo>
                    <a:pt x="1118577" y="1526541"/>
                  </a:lnTo>
                  <a:lnTo>
                    <a:pt x="1118562" y="1526529"/>
                  </a:lnTo>
                  <a:lnTo>
                    <a:pt x="1118547" y="1526514"/>
                  </a:lnTo>
                  <a:lnTo>
                    <a:pt x="1118538" y="1526508"/>
                  </a:lnTo>
                  <a:lnTo>
                    <a:pt x="1118514" y="1526477"/>
                  </a:lnTo>
                  <a:lnTo>
                    <a:pt x="1118497" y="1526458"/>
                  </a:lnTo>
                  <a:lnTo>
                    <a:pt x="1118483" y="1526443"/>
                  </a:lnTo>
                  <a:lnTo>
                    <a:pt x="1118435" y="1526404"/>
                  </a:lnTo>
                  <a:lnTo>
                    <a:pt x="1118419" y="1526389"/>
                  </a:lnTo>
                  <a:lnTo>
                    <a:pt x="1118403" y="1526377"/>
                  </a:lnTo>
                  <a:lnTo>
                    <a:pt x="1118388" y="1526368"/>
                  </a:lnTo>
                  <a:lnTo>
                    <a:pt x="1118371" y="1526361"/>
                  </a:lnTo>
                  <a:lnTo>
                    <a:pt x="1118357" y="1526361"/>
                  </a:lnTo>
                  <a:lnTo>
                    <a:pt x="1118340" y="1526362"/>
                  </a:lnTo>
                  <a:lnTo>
                    <a:pt x="1118324" y="1526362"/>
                  </a:lnTo>
                  <a:lnTo>
                    <a:pt x="1118309" y="1526363"/>
                  </a:lnTo>
                  <a:lnTo>
                    <a:pt x="1118293" y="1526365"/>
                  </a:lnTo>
                  <a:lnTo>
                    <a:pt x="1118279" y="1526368"/>
                  </a:lnTo>
                  <a:lnTo>
                    <a:pt x="1118268" y="1526379"/>
                  </a:lnTo>
                  <a:lnTo>
                    <a:pt x="1118265" y="1526385"/>
                  </a:lnTo>
                  <a:lnTo>
                    <a:pt x="1118265" y="1526402"/>
                  </a:lnTo>
                  <a:lnTo>
                    <a:pt x="1118262" y="1526418"/>
                  </a:lnTo>
                  <a:lnTo>
                    <a:pt x="1118259" y="1526428"/>
                  </a:lnTo>
                  <a:lnTo>
                    <a:pt x="1118255" y="1526435"/>
                  </a:lnTo>
                  <a:lnTo>
                    <a:pt x="1118245" y="1526452"/>
                  </a:lnTo>
                  <a:lnTo>
                    <a:pt x="1118232" y="1526467"/>
                  </a:lnTo>
                  <a:lnTo>
                    <a:pt x="1118216" y="1526481"/>
                  </a:lnTo>
                  <a:lnTo>
                    <a:pt x="1118203" y="1526490"/>
                  </a:lnTo>
                  <a:lnTo>
                    <a:pt x="1118171" y="1526505"/>
                  </a:lnTo>
                  <a:lnTo>
                    <a:pt x="1118156" y="1526508"/>
                  </a:lnTo>
                  <a:lnTo>
                    <a:pt x="1118140" y="1526512"/>
                  </a:lnTo>
                  <a:lnTo>
                    <a:pt x="1118124" y="1526511"/>
                  </a:lnTo>
                  <a:lnTo>
                    <a:pt x="1118108" y="1526512"/>
                  </a:lnTo>
                  <a:lnTo>
                    <a:pt x="1118092" y="1526511"/>
                  </a:lnTo>
                  <a:lnTo>
                    <a:pt x="1118085" y="1526508"/>
                  </a:lnTo>
                  <a:lnTo>
                    <a:pt x="1118077" y="1526506"/>
                  </a:lnTo>
                  <a:lnTo>
                    <a:pt x="1118061" y="1526503"/>
                  </a:lnTo>
                  <a:lnTo>
                    <a:pt x="1118045" y="1526501"/>
                  </a:lnTo>
                  <a:lnTo>
                    <a:pt x="1118030" y="1526497"/>
                  </a:lnTo>
                  <a:lnTo>
                    <a:pt x="1118014" y="1526496"/>
                  </a:lnTo>
                  <a:lnTo>
                    <a:pt x="1117998" y="1526496"/>
                  </a:lnTo>
                  <a:lnTo>
                    <a:pt x="1117982" y="1526498"/>
                  </a:lnTo>
                  <a:lnTo>
                    <a:pt x="1117967" y="1526504"/>
                  </a:lnTo>
                  <a:lnTo>
                    <a:pt x="1117955" y="1526509"/>
                  </a:lnTo>
                  <a:lnTo>
                    <a:pt x="1117950" y="1526509"/>
                  </a:lnTo>
                  <a:lnTo>
                    <a:pt x="1117935" y="1526510"/>
                  </a:lnTo>
                  <a:lnTo>
                    <a:pt x="1117919" y="1526510"/>
                  </a:lnTo>
                  <a:lnTo>
                    <a:pt x="1117911" y="1526510"/>
                  </a:lnTo>
                  <a:lnTo>
                    <a:pt x="1117903" y="1526508"/>
                  </a:lnTo>
                  <a:lnTo>
                    <a:pt x="1117888" y="1526502"/>
                  </a:lnTo>
                  <a:lnTo>
                    <a:pt x="1117872" y="1526497"/>
                  </a:lnTo>
                  <a:lnTo>
                    <a:pt x="1117864" y="1526496"/>
                  </a:lnTo>
                  <a:lnTo>
                    <a:pt x="1117856" y="1526498"/>
                  </a:lnTo>
                  <a:lnTo>
                    <a:pt x="1117847" y="1526501"/>
                  </a:lnTo>
                  <a:lnTo>
                    <a:pt x="1117840" y="1526501"/>
                  </a:lnTo>
                  <a:lnTo>
                    <a:pt x="1117825" y="1526506"/>
                  </a:lnTo>
                  <a:lnTo>
                    <a:pt x="1117809" y="1526506"/>
                  </a:lnTo>
                  <a:lnTo>
                    <a:pt x="1117793" y="1526504"/>
                  </a:lnTo>
                  <a:lnTo>
                    <a:pt x="1117777" y="1526493"/>
                  </a:lnTo>
                  <a:lnTo>
                    <a:pt x="1117768" y="1526486"/>
                  </a:lnTo>
                  <a:lnTo>
                    <a:pt x="1117761" y="1526484"/>
                  </a:lnTo>
                  <a:lnTo>
                    <a:pt x="1117752" y="1526481"/>
                  </a:lnTo>
                  <a:lnTo>
                    <a:pt x="1117746" y="1526476"/>
                  </a:lnTo>
                  <a:lnTo>
                    <a:pt x="1117730" y="1526466"/>
                  </a:lnTo>
                  <a:lnTo>
                    <a:pt x="1117714" y="1526455"/>
                  </a:lnTo>
                  <a:lnTo>
                    <a:pt x="1117699" y="1526446"/>
                  </a:lnTo>
                  <a:lnTo>
                    <a:pt x="1117690" y="1526440"/>
                  </a:lnTo>
                  <a:lnTo>
                    <a:pt x="1117683" y="1526438"/>
                  </a:lnTo>
                  <a:lnTo>
                    <a:pt x="1117667" y="1526433"/>
                  </a:lnTo>
                  <a:lnTo>
                    <a:pt x="1117652" y="1526430"/>
                  </a:lnTo>
                  <a:lnTo>
                    <a:pt x="1117635" y="1526427"/>
                  </a:lnTo>
                  <a:lnTo>
                    <a:pt x="1117620" y="1526425"/>
                  </a:lnTo>
                  <a:lnTo>
                    <a:pt x="1117604" y="1526423"/>
                  </a:lnTo>
                  <a:lnTo>
                    <a:pt x="1117588" y="1526421"/>
                  </a:lnTo>
                  <a:lnTo>
                    <a:pt x="1117573" y="1526416"/>
                  </a:lnTo>
                  <a:lnTo>
                    <a:pt x="1117562" y="1526412"/>
                  </a:lnTo>
                  <a:lnTo>
                    <a:pt x="1117558" y="1526406"/>
                  </a:lnTo>
                  <a:lnTo>
                    <a:pt x="1117551" y="1526390"/>
                  </a:lnTo>
                  <a:lnTo>
                    <a:pt x="1117549" y="1526373"/>
                  </a:lnTo>
                  <a:lnTo>
                    <a:pt x="1117546" y="1526356"/>
                  </a:lnTo>
                  <a:lnTo>
                    <a:pt x="1117543" y="1526341"/>
                  </a:lnTo>
                  <a:lnTo>
                    <a:pt x="1117538" y="1526324"/>
                  </a:lnTo>
                  <a:lnTo>
                    <a:pt x="1117534" y="1526313"/>
                  </a:lnTo>
                  <a:lnTo>
                    <a:pt x="1117530" y="1526306"/>
                  </a:lnTo>
                  <a:lnTo>
                    <a:pt x="1117516" y="1526291"/>
                  </a:lnTo>
                  <a:lnTo>
                    <a:pt x="1117512" y="1526285"/>
                  </a:lnTo>
                  <a:lnTo>
                    <a:pt x="1117505" y="1526262"/>
                  </a:lnTo>
                  <a:lnTo>
                    <a:pt x="1117500" y="1526244"/>
                  </a:lnTo>
                  <a:lnTo>
                    <a:pt x="1117498" y="1526236"/>
                  </a:lnTo>
                  <a:lnTo>
                    <a:pt x="1117495" y="1526229"/>
                  </a:lnTo>
                  <a:lnTo>
                    <a:pt x="1117488" y="1526210"/>
                  </a:lnTo>
                  <a:lnTo>
                    <a:pt x="1117483" y="1526194"/>
                  </a:lnTo>
                  <a:lnTo>
                    <a:pt x="1117477" y="1526177"/>
                  </a:lnTo>
                  <a:lnTo>
                    <a:pt x="1117470" y="1526158"/>
                  </a:lnTo>
                  <a:lnTo>
                    <a:pt x="1117463" y="1526144"/>
                  </a:lnTo>
                  <a:lnTo>
                    <a:pt x="1117456" y="1526126"/>
                  </a:lnTo>
                  <a:lnTo>
                    <a:pt x="1117451" y="1526110"/>
                  </a:lnTo>
                  <a:lnTo>
                    <a:pt x="1117445" y="1526093"/>
                  </a:lnTo>
                  <a:lnTo>
                    <a:pt x="1117440" y="1526085"/>
                  </a:lnTo>
                  <a:lnTo>
                    <a:pt x="1117438" y="1526076"/>
                  </a:lnTo>
                  <a:lnTo>
                    <a:pt x="1117431" y="1526060"/>
                  </a:lnTo>
                  <a:lnTo>
                    <a:pt x="1117429" y="1526053"/>
                  </a:lnTo>
                  <a:lnTo>
                    <a:pt x="1117423" y="1526043"/>
                  </a:lnTo>
                  <a:lnTo>
                    <a:pt x="1117411" y="1526026"/>
                  </a:lnTo>
                  <a:lnTo>
                    <a:pt x="1117398" y="1526012"/>
                  </a:lnTo>
                  <a:lnTo>
                    <a:pt x="1117384" y="1526000"/>
                  </a:lnTo>
                  <a:lnTo>
                    <a:pt x="1117368" y="1525987"/>
                  </a:lnTo>
                  <a:lnTo>
                    <a:pt x="1117360" y="1525979"/>
                  </a:lnTo>
                  <a:lnTo>
                    <a:pt x="1117354" y="1525976"/>
                  </a:lnTo>
                  <a:lnTo>
                    <a:pt x="1117338" y="1525966"/>
                  </a:lnTo>
                  <a:lnTo>
                    <a:pt x="1117322" y="1525957"/>
                  </a:lnTo>
                  <a:lnTo>
                    <a:pt x="1117306" y="1525945"/>
                  </a:lnTo>
                  <a:lnTo>
                    <a:pt x="1117300" y="1525938"/>
                  </a:lnTo>
                  <a:lnTo>
                    <a:pt x="1117297" y="1525928"/>
                  </a:lnTo>
                  <a:lnTo>
                    <a:pt x="1117294" y="1525918"/>
                  </a:lnTo>
                  <a:lnTo>
                    <a:pt x="1117294" y="1525911"/>
                  </a:lnTo>
                  <a:lnTo>
                    <a:pt x="1117291" y="1525895"/>
                  </a:lnTo>
                  <a:lnTo>
                    <a:pt x="1117289" y="1525878"/>
                  </a:lnTo>
                  <a:lnTo>
                    <a:pt x="1117289" y="1525861"/>
                  </a:lnTo>
                  <a:lnTo>
                    <a:pt x="1117287" y="1525852"/>
                  </a:lnTo>
                  <a:lnTo>
                    <a:pt x="1117282" y="1525847"/>
                  </a:lnTo>
                  <a:lnTo>
                    <a:pt x="1117265" y="1525835"/>
                  </a:lnTo>
                  <a:lnTo>
                    <a:pt x="1117249" y="1525824"/>
                  </a:lnTo>
                  <a:lnTo>
                    <a:pt x="1117234" y="1525811"/>
                  </a:lnTo>
                  <a:lnTo>
                    <a:pt x="1117220" y="1525797"/>
                  </a:lnTo>
                  <a:lnTo>
                    <a:pt x="1117214" y="1525787"/>
                  </a:lnTo>
                  <a:lnTo>
                    <a:pt x="1117211" y="1525779"/>
                  </a:lnTo>
                  <a:lnTo>
                    <a:pt x="1117201" y="1525763"/>
                  </a:lnTo>
                  <a:lnTo>
                    <a:pt x="1117198" y="1525754"/>
                  </a:lnTo>
                  <a:lnTo>
                    <a:pt x="1117192" y="1525745"/>
                  </a:lnTo>
                  <a:lnTo>
                    <a:pt x="1117186" y="1525744"/>
                  </a:lnTo>
                  <a:lnTo>
                    <a:pt x="1117177" y="1525748"/>
                  </a:lnTo>
                  <a:lnTo>
                    <a:pt x="1117163" y="1525753"/>
                  </a:lnTo>
                  <a:lnTo>
                    <a:pt x="1117145" y="1525756"/>
                  </a:lnTo>
                  <a:lnTo>
                    <a:pt x="1117130" y="1525756"/>
                  </a:lnTo>
                  <a:lnTo>
                    <a:pt x="1117114" y="1525755"/>
                  </a:lnTo>
                  <a:lnTo>
                    <a:pt x="1117098" y="1525751"/>
                  </a:lnTo>
                  <a:lnTo>
                    <a:pt x="1117068" y="1525742"/>
                  </a:lnTo>
                  <a:lnTo>
                    <a:pt x="1117061" y="1525739"/>
                  </a:lnTo>
                  <a:lnTo>
                    <a:pt x="1117046" y="1525731"/>
                  </a:lnTo>
                  <a:lnTo>
                    <a:pt x="1117030" y="1525720"/>
                  </a:lnTo>
                  <a:lnTo>
                    <a:pt x="1117014" y="1525711"/>
                  </a:lnTo>
                  <a:lnTo>
                    <a:pt x="1117006" y="1525705"/>
                  </a:lnTo>
                  <a:lnTo>
                    <a:pt x="1116999" y="1525703"/>
                  </a:lnTo>
                  <a:lnTo>
                    <a:pt x="1116983" y="1525697"/>
                  </a:lnTo>
                  <a:lnTo>
                    <a:pt x="1116967" y="1525694"/>
                  </a:lnTo>
                  <a:lnTo>
                    <a:pt x="1116951" y="1525694"/>
                  </a:lnTo>
                  <a:lnTo>
                    <a:pt x="1116935" y="1525695"/>
                  </a:lnTo>
                  <a:lnTo>
                    <a:pt x="1116920" y="1525698"/>
                  </a:lnTo>
                  <a:lnTo>
                    <a:pt x="1116913" y="1525698"/>
                  </a:lnTo>
                  <a:lnTo>
                    <a:pt x="1116904" y="1525701"/>
                  </a:lnTo>
                  <a:lnTo>
                    <a:pt x="1116888" y="1525704"/>
                  </a:lnTo>
                  <a:lnTo>
                    <a:pt x="1116872" y="1525705"/>
                  </a:lnTo>
                  <a:lnTo>
                    <a:pt x="1116857" y="1525707"/>
                  </a:lnTo>
                  <a:lnTo>
                    <a:pt x="1116841" y="1525706"/>
                  </a:lnTo>
                  <a:lnTo>
                    <a:pt x="1116832" y="1525701"/>
                  </a:lnTo>
                  <a:lnTo>
                    <a:pt x="1116827" y="1525693"/>
                  </a:lnTo>
                  <a:lnTo>
                    <a:pt x="1116826" y="1525676"/>
                  </a:lnTo>
                  <a:lnTo>
                    <a:pt x="1116828" y="1525660"/>
                  </a:lnTo>
                  <a:lnTo>
                    <a:pt x="1116832" y="1525643"/>
                  </a:lnTo>
                  <a:lnTo>
                    <a:pt x="1116832" y="1525628"/>
                  </a:lnTo>
                  <a:lnTo>
                    <a:pt x="1116829" y="1525610"/>
                  </a:lnTo>
                  <a:lnTo>
                    <a:pt x="1116823" y="1525593"/>
                  </a:lnTo>
                  <a:lnTo>
                    <a:pt x="1116818" y="1525577"/>
                  </a:lnTo>
                  <a:lnTo>
                    <a:pt x="1116812" y="1525560"/>
                  </a:lnTo>
                  <a:lnTo>
                    <a:pt x="1116804" y="1525543"/>
                  </a:lnTo>
                  <a:lnTo>
                    <a:pt x="1116791" y="1525530"/>
                  </a:lnTo>
                  <a:lnTo>
                    <a:pt x="1116782" y="1525528"/>
                  </a:lnTo>
                  <a:lnTo>
                    <a:pt x="1116773" y="1525527"/>
                  </a:lnTo>
                  <a:lnTo>
                    <a:pt x="1116763" y="1525524"/>
                  </a:lnTo>
                  <a:lnTo>
                    <a:pt x="1116757" y="1525519"/>
                  </a:lnTo>
                  <a:lnTo>
                    <a:pt x="1116757" y="1525502"/>
                  </a:lnTo>
                  <a:lnTo>
                    <a:pt x="1116757" y="1525485"/>
                  </a:lnTo>
                  <a:lnTo>
                    <a:pt x="1116757" y="1525468"/>
                  </a:lnTo>
                  <a:lnTo>
                    <a:pt x="1116756" y="1525452"/>
                  </a:lnTo>
                  <a:lnTo>
                    <a:pt x="1116754" y="1525435"/>
                  </a:lnTo>
                  <a:lnTo>
                    <a:pt x="1116752" y="1525418"/>
                  </a:lnTo>
                  <a:lnTo>
                    <a:pt x="1116751" y="1525402"/>
                  </a:lnTo>
                  <a:lnTo>
                    <a:pt x="1116749" y="1525388"/>
                  </a:lnTo>
                  <a:lnTo>
                    <a:pt x="1116738" y="1525352"/>
                  </a:lnTo>
                  <a:lnTo>
                    <a:pt x="1116732" y="1525337"/>
                  </a:lnTo>
                  <a:lnTo>
                    <a:pt x="1116728" y="1525329"/>
                  </a:lnTo>
                  <a:lnTo>
                    <a:pt x="1116726" y="1525321"/>
                  </a:lnTo>
                  <a:lnTo>
                    <a:pt x="1116723" y="1525313"/>
                  </a:lnTo>
                  <a:lnTo>
                    <a:pt x="1116723" y="1525304"/>
                  </a:lnTo>
                  <a:lnTo>
                    <a:pt x="1116728" y="1525287"/>
                  </a:lnTo>
                  <a:lnTo>
                    <a:pt x="1116736" y="1525270"/>
                  </a:lnTo>
                  <a:lnTo>
                    <a:pt x="1116744" y="1525254"/>
                  </a:lnTo>
                  <a:lnTo>
                    <a:pt x="1116752" y="1525237"/>
                  </a:lnTo>
                  <a:lnTo>
                    <a:pt x="1116762" y="1525221"/>
                  </a:lnTo>
                  <a:lnTo>
                    <a:pt x="1116772" y="1525204"/>
                  </a:lnTo>
                  <a:lnTo>
                    <a:pt x="1116783" y="1525187"/>
                  </a:lnTo>
                  <a:lnTo>
                    <a:pt x="1116795" y="1525170"/>
                  </a:lnTo>
                  <a:lnTo>
                    <a:pt x="1116804" y="1525155"/>
                  </a:lnTo>
                  <a:lnTo>
                    <a:pt x="1116809" y="1525146"/>
                  </a:lnTo>
                  <a:lnTo>
                    <a:pt x="1116810" y="1525136"/>
                  </a:lnTo>
                  <a:lnTo>
                    <a:pt x="1116809" y="1525122"/>
                  </a:lnTo>
                  <a:lnTo>
                    <a:pt x="1116805" y="1525105"/>
                  </a:lnTo>
                  <a:lnTo>
                    <a:pt x="1116805" y="1525097"/>
                  </a:lnTo>
                  <a:lnTo>
                    <a:pt x="1116805" y="1525088"/>
                  </a:lnTo>
                  <a:lnTo>
                    <a:pt x="1116816" y="1525048"/>
                  </a:lnTo>
                  <a:lnTo>
                    <a:pt x="1116806" y="1525039"/>
                  </a:lnTo>
                  <a:lnTo>
                    <a:pt x="1116787" y="1525039"/>
                  </a:lnTo>
                  <a:lnTo>
                    <a:pt x="1116761" y="1525052"/>
                  </a:lnTo>
                  <a:lnTo>
                    <a:pt x="1116746" y="1525057"/>
                  </a:lnTo>
                  <a:lnTo>
                    <a:pt x="1116730" y="1525062"/>
                  </a:lnTo>
                  <a:lnTo>
                    <a:pt x="1116719" y="1525064"/>
                  </a:lnTo>
                  <a:lnTo>
                    <a:pt x="1116698" y="1525074"/>
                  </a:lnTo>
                  <a:lnTo>
                    <a:pt x="1116683" y="1525084"/>
                  </a:lnTo>
                  <a:lnTo>
                    <a:pt x="1116667" y="1525089"/>
                  </a:lnTo>
                  <a:lnTo>
                    <a:pt x="1116657" y="1525090"/>
                  </a:lnTo>
                  <a:lnTo>
                    <a:pt x="1116651" y="1525089"/>
                  </a:lnTo>
                  <a:lnTo>
                    <a:pt x="1116635" y="1525086"/>
                  </a:lnTo>
                  <a:lnTo>
                    <a:pt x="1116620" y="1525082"/>
                  </a:lnTo>
                  <a:lnTo>
                    <a:pt x="1116609" y="1525080"/>
                  </a:lnTo>
                  <a:lnTo>
                    <a:pt x="1116602" y="1525076"/>
                  </a:lnTo>
                  <a:lnTo>
                    <a:pt x="1116588" y="1525070"/>
                  </a:lnTo>
                  <a:lnTo>
                    <a:pt x="1116572" y="1525062"/>
                  </a:lnTo>
                  <a:lnTo>
                    <a:pt x="1116555" y="1525052"/>
                  </a:lnTo>
                  <a:lnTo>
                    <a:pt x="1116550" y="1525051"/>
                  </a:lnTo>
                  <a:lnTo>
                    <a:pt x="1116541" y="1525046"/>
                  </a:lnTo>
                  <a:lnTo>
                    <a:pt x="1116525" y="1525042"/>
                  </a:lnTo>
                  <a:lnTo>
                    <a:pt x="1116509" y="1525038"/>
                  </a:lnTo>
                  <a:lnTo>
                    <a:pt x="1116492" y="1525036"/>
                  </a:lnTo>
                  <a:lnTo>
                    <a:pt x="1116478" y="1525034"/>
                  </a:lnTo>
                  <a:lnTo>
                    <a:pt x="1116462" y="1525032"/>
                  </a:lnTo>
                  <a:lnTo>
                    <a:pt x="1116424" y="1525031"/>
                  </a:lnTo>
                  <a:lnTo>
                    <a:pt x="1116408" y="1525031"/>
                  </a:lnTo>
                  <a:lnTo>
                    <a:pt x="1116393" y="1525031"/>
                  </a:lnTo>
                  <a:lnTo>
                    <a:pt x="1116377" y="1525033"/>
                  </a:lnTo>
                  <a:lnTo>
                    <a:pt x="1116363" y="1525035"/>
                  </a:lnTo>
                  <a:lnTo>
                    <a:pt x="1116345" y="1525042"/>
                  </a:lnTo>
                  <a:lnTo>
                    <a:pt x="1116330" y="1525050"/>
                  </a:lnTo>
                  <a:lnTo>
                    <a:pt x="1116313" y="1525060"/>
                  </a:lnTo>
                  <a:lnTo>
                    <a:pt x="1116306" y="1525063"/>
                  </a:lnTo>
                  <a:lnTo>
                    <a:pt x="1116298" y="1525070"/>
                  </a:lnTo>
                  <a:lnTo>
                    <a:pt x="1116282" y="1525080"/>
                  </a:lnTo>
                  <a:lnTo>
                    <a:pt x="1116266" y="1525091"/>
                  </a:lnTo>
                  <a:lnTo>
                    <a:pt x="1116250" y="1525107"/>
                  </a:lnTo>
                  <a:lnTo>
                    <a:pt x="1116242" y="1525113"/>
                  </a:lnTo>
                  <a:lnTo>
                    <a:pt x="1116235" y="1525113"/>
                  </a:lnTo>
                  <a:lnTo>
                    <a:pt x="1116223" y="1525111"/>
                  </a:lnTo>
                  <a:lnTo>
                    <a:pt x="1116219" y="1525109"/>
                  </a:lnTo>
                  <a:lnTo>
                    <a:pt x="1116203" y="1525105"/>
                  </a:lnTo>
                  <a:lnTo>
                    <a:pt x="1116187" y="1525108"/>
                  </a:lnTo>
                  <a:lnTo>
                    <a:pt x="1116173" y="1525108"/>
                  </a:lnTo>
                  <a:lnTo>
                    <a:pt x="1116156" y="1525105"/>
                  </a:lnTo>
                  <a:lnTo>
                    <a:pt x="1116140" y="1525104"/>
                  </a:lnTo>
                  <a:lnTo>
                    <a:pt x="1116124" y="1525104"/>
                  </a:lnTo>
                  <a:lnTo>
                    <a:pt x="1116109" y="1525110"/>
                  </a:lnTo>
                  <a:lnTo>
                    <a:pt x="1116093" y="1525121"/>
                  </a:lnTo>
                  <a:lnTo>
                    <a:pt x="1116077" y="1525127"/>
                  </a:lnTo>
                  <a:lnTo>
                    <a:pt x="1116066" y="1525134"/>
                  </a:lnTo>
                  <a:lnTo>
                    <a:pt x="1116062" y="1525139"/>
                  </a:lnTo>
                  <a:lnTo>
                    <a:pt x="1116052" y="1525147"/>
                  </a:lnTo>
                  <a:lnTo>
                    <a:pt x="1116046" y="1525147"/>
                  </a:lnTo>
                  <a:lnTo>
                    <a:pt x="1116030" y="1525151"/>
                  </a:lnTo>
                  <a:lnTo>
                    <a:pt x="1116020" y="1525153"/>
                  </a:lnTo>
                  <a:lnTo>
                    <a:pt x="1116000" y="1525162"/>
                  </a:lnTo>
                  <a:lnTo>
                    <a:pt x="1115995" y="1525165"/>
                  </a:lnTo>
                  <a:lnTo>
                    <a:pt x="1115984" y="1525167"/>
                  </a:lnTo>
                  <a:lnTo>
                    <a:pt x="1115974" y="1525168"/>
                  </a:lnTo>
                  <a:lnTo>
                    <a:pt x="1115968" y="1525167"/>
                  </a:lnTo>
                  <a:lnTo>
                    <a:pt x="1115953" y="1525168"/>
                  </a:lnTo>
                  <a:lnTo>
                    <a:pt x="1115937" y="1525169"/>
                  </a:lnTo>
                  <a:lnTo>
                    <a:pt x="1115921" y="1525170"/>
                  </a:lnTo>
                  <a:lnTo>
                    <a:pt x="1115883" y="1525175"/>
                  </a:lnTo>
                  <a:lnTo>
                    <a:pt x="1115867" y="1525180"/>
                  </a:lnTo>
                  <a:lnTo>
                    <a:pt x="1115856" y="1525184"/>
                  </a:lnTo>
                  <a:lnTo>
                    <a:pt x="1115851" y="1525188"/>
                  </a:lnTo>
                  <a:lnTo>
                    <a:pt x="1115841" y="1525192"/>
                  </a:lnTo>
                  <a:lnTo>
                    <a:pt x="1115836" y="1525196"/>
                  </a:lnTo>
                  <a:lnTo>
                    <a:pt x="1115820" y="1525208"/>
                  </a:lnTo>
                  <a:lnTo>
                    <a:pt x="1115812" y="1525214"/>
                  </a:lnTo>
                  <a:lnTo>
                    <a:pt x="1115806" y="1525222"/>
                  </a:lnTo>
                  <a:lnTo>
                    <a:pt x="1115801" y="1525229"/>
                  </a:lnTo>
                  <a:lnTo>
                    <a:pt x="1115793" y="1525234"/>
                  </a:lnTo>
                  <a:lnTo>
                    <a:pt x="1115787" y="1525236"/>
                  </a:lnTo>
                  <a:lnTo>
                    <a:pt x="1115776" y="1525237"/>
                  </a:lnTo>
                  <a:lnTo>
                    <a:pt x="1115760" y="1525243"/>
                  </a:lnTo>
                  <a:lnTo>
                    <a:pt x="1115744" y="1525251"/>
                  </a:lnTo>
                  <a:lnTo>
                    <a:pt x="1115728" y="1525261"/>
                  </a:lnTo>
                  <a:lnTo>
                    <a:pt x="1115724" y="1525270"/>
                  </a:lnTo>
                  <a:lnTo>
                    <a:pt x="1115724" y="1525278"/>
                  </a:lnTo>
                  <a:lnTo>
                    <a:pt x="1115725" y="1525290"/>
                  </a:lnTo>
                  <a:lnTo>
                    <a:pt x="1115727" y="1525295"/>
                  </a:lnTo>
                  <a:lnTo>
                    <a:pt x="1115732" y="1525311"/>
                  </a:lnTo>
                  <a:lnTo>
                    <a:pt x="1115734" y="1525328"/>
                  </a:lnTo>
                  <a:lnTo>
                    <a:pt x="1115734" y="1525334"/>
                  </a:lnTo>
                  <a:lnTo>
                    <a:pt x="1115731" y="1525339"/>
                  </a:lnTo>
                  <a:lnTo>
                    <a:pt x="1115726" y="1525344"/>
                  </a:lnTo>
                  <a:lnTo>
                    <a:pt x="1115714" y="1525352"/>
                  </a:lnTo>
                  <a:lnTo>
                    <a:pt x="1115711" y="1525357"/>
                  </a:lnTo>
                  <a:lnTo>
                    <a:pt x="1115705" y="1525367"/>
                  </a:lnTo>
                  <a:lnTo>
                    <a:pt x="1115703" y="1525374"/>
                  </a:lnTo>
                  <a:lnTo>
                    <a:pt x="1115692" y="1525390"/>
                  </a:lnTo>
                  <a:lnTo>
                    <a:pt x="1115683" y="1525400"/>
                  </a:lnTo>
                  <a:lnTo>
                    <a:pt x="1115676" y="1525404"/>
                  </a:lnTo>
                  <a:lnTo>
                    <a:pt x="1115661" y="1525410"/>
                  </a:lnTo>
                  <a:lnTo>
                    <a:pt x="1115652" y="1525415"/>
                  </a:lnTo>
                  <a:lnTo>
                    <a:pt x="1115647" y="1525421"/>
                  </a:lnTo>
                  <a:lnTo>
                    <a:pt x="1115639" y="1525439"/>
                  </a:lnTo>
                  <a:lnTo>
                    <a:pt x="1115630" y="1525452"/>
                  </a:lnTo>
                  <a:lnTo>
                    <a:pt x="1115614" y="1525453"/>
                  </a:lnTo>
                  <a:lnTo>
                    <a:pt x="1115596" y="1525449"/>
                  </a:lnTo>
                  <a:lnTo>
                    <a:pt x="1115581" y="1525450"/>
                  </a:lnTo>
                  <a:lnTo>
                    <a:pt x="1115566" y="1525450"/>
                  </a:lnTo>
                  <a:lnTo>
                    <a:pt x="1115553" y="1525445"/>
                  </a:lnTo>
                  <a:lnTo>
                    <a:pt x="1115547" y="1525445"/>
                  </a:lnTo>
                  <a:lnTo>
                    <a:pt x="1115537" y="1525448"/>
                  </a:lnTo>
                  <a:lnTo>
                    <a:pt x="1115533" y="1525452"/>
                  </a:lnTo>
                  <a:lnTo>
                    <a:pt x="1115519" y="1525456"/>
                  </a:lnTo>
                  <a:lnTo>
                    <a:pt x="1115508" y="1525454"/>
                  </a:lnTo>
                  <a:lnTo>
                    <a:pt x="1115503" y="1525447"/>
                  </a:lnTo>
                  <a:lnTo>
                    <a:pt x="1115491" y="1525431"/>
                  </a:lnTo>
                  <a:lnTo>
                    <a:pt x="1115483" y="1525424"/>
                  </a:lnTo>
                  <a:lnTo>
                    <a:pt x="1115476" y="1525423"/>
                  </a:lnTo>
                  <a:lnTo>
                    <a:pt x="1115459" y="1525426"/>
                  </a:lnTo>
                  <a:lnTo>
                    <a:pt x="1115444" y="1525429"/>
                  </a:lnTo>
                  <a:lnTo>
                    <a:pt x="1115438" y="1525430"/>
                  </a:lnTo>
                  <a:lnTo>
                    <a:pt x="1115428" y="1525431"/>
                  </a:lnTo>
                  <a:lnTo>
                    <a:pt x="1115423" y="1525434"/>
                  </a:lnTo>
                  <a:lnTo>
                    <a:pt x="1115414" y="1525433"/>
                  </a:lnTo>
                  <a:lnTo>
                    <a:pt x="1115397" y="1525428"/>
                  </a:lnTo>
                  <a:lnTo>
                    <a:pt x="1115389" y="1525425"/>
                  </a:lnTo>
                  <a:lnTo>
                    <a:pt x="1115381" y="1525423"/>
                  </a:lnTo>
                  <a:lnTo>
                    <a:pt x="1115369" y="1525423"/>
                  </a:lnTo>
                  <a:lnTo>
                    <a:pt x="1115365" y="1525426"/>
                  </a:lnTo>
                  <a:lnTo>
                    <a:pt x="1115356" y="1525429"/>
                  </a:lnTo>
                  <a:lnTo>
                    <a:pt x="1115349" y="1525429"/>
                  </a:lnTo>
                  <a:lnTo>
                    <a:pt x="1115334" y="1525428"/>
                  </a:lnTo>
                  <a:lnTo>
                    <a:pt x="1115320" y="1525427"/>
                  </a:lnTo>
                  <a:lnTo>
                    <a:pt x="1115302" y="1525431"/>
                  </a:lnTo>
                  <a:lnTo>
                    <a:pt x="1115295" y="1525433"/>
                  </a:lnTo>
                  <a:lnTo>
                    <a:pt x="1115286" y="1525433"/>
                  </a:lnTo>
                  <a:lnTo>
                    <a:pt x="1115270" y="1525436"/>
                  </a:lnTo>
                  <a:lnTo>
                    <a:pt x="1115255" y="1525441"/>
                  </a:lnTo>
                  <a:lnTo>
                    <a:pt x="1115239" y="1525448"/>
                  </a:lnTo>
                  <a:lnTo>
                    <a:pt x="1115223" y="1525458"/>
                  </a:lnTo>
                  <a:lnTo>
                    <a:pt x="1115207" y="1525461"/>
                  </a:lnTo>
                  <a:lnTo>
                    <a:pt x="1115196" y="1525463"/>
                  </a:lnTo>
                  <a:lnTo>
                    <a:pt x="1115192" y="1525461"/>
                  </a:lnTo>
                  <a:lnTo>
                    <a:pt x="1115176" y="1525461"/>
                  </a:lnTo>
                  <a:lnTo>
                    <a:pt x="1115160" y="1525461"/>
                  </a:lnTo>
                  <a:lnTo>
                    <a:pt x="1115153" y="1525461"/>
                  </a:lnTo>
                  <a:lnTo>
                    <a:pt x="1115141" y="1525445"/>
                  </a:lnTo>
                  <a:lnTo>
                    <a:pt x="1115130" y="1525431"/>
                  </a:lnTo>
                  <a:lnTo>
                    <a:pt x="1115130" y="1525422"/>
                  </a:lnTo>
                  <a:lnTo>
                    <a:pt x="1115130" y="1525413"/>
                  </a:lnTo>
                  <a:lnTo>
                    <a:pt x="1115128" y="1525406"/>
                  </a:lnTo>
                  <a:lnTo>
                    <a:pt x="1115115" y="1525392"/>
                  </a:lnTo>
                  <a:lnTo>
                    <a:pt x="1115098" y="1525378"/>
                  </a:lnTo>
                  <a:lnTo>
                    <a:pt x="1115083" y="1525362"/>
                  </a:lnTo>
                  <a:lnTo>
                    <a:pt x="1115077" y="1525353"/>
                  </a:lnTo>
                  <a:lnTo>
                    <a:pt x="1115078" y="1525345"/>
                  </a:lnTo>
                  <a:lnTo>
                    <a:pt x="1115084" y="1525329"/>
                  </a:lnTo>
                  <a:lnTo>
                    <a:pt x="1115089" y="1525312"/>
                  </a:lnTo>
                  <a:lnTo>
                    <a:pt x="1115087" y="1525305"/>
                  </a:lnTo>
                  <a:lnTo>
                    <a:pt x="1115078" y="1525301"/>
                  </a:lnTo>
                  <a:lnTo>
                    <a:pt x="1115062" y="1525298"/>
                  </a:lnTo>
                  <a:lnTo>
                    <a:pt x="1115048" y="1525290"/>
                  </a:lnTo>
                  <a:lnTo>
                    <a:pt x="1115033" y="1525273"/>
                  </a:lnTo>
                  <a:lnTo>
                    <a:pt x="1115026" y="1525266"/>
                  </a:lnTo>
                  <a:lnTo>
                    <a:pt x="1115020" y="1525258"/>
                  </a:lnTo>
                  <a:lnTo>
                    <a:pt x="1115014" y="1525247"/>
                  </a:lnTo>
                  <a:lnTo>
                    <a:pt x="1115012" y="1525240"/>
                  </a:lnTo>
                  <a:lnTo>
                    <a:pt x="1115006" y="1525224"/>
                  </a:lnTo>
                  <a:lnTo>
                    <a:pt x="1115002" y="1525215"/>
                  </a:lnTo>
                  <a:lnTo>
                    <a:pt x="1114995" y="1525209"/>
                  </a:lnTo>
                  <a:lnTo>
                    <a:pt x="1114986" y="1525208"/>
                  </a:lnTo>
                  <a:lnTo>
                    <a:pt x="1114981" y="1525202"/>
                  </a:lnTo>
                  <a:lnTo>
                    <a:pt x="1114981" y="1525196"/>
                  </a:lnTo>
                  <a:lnTo>
                    <a:pt x="1114989" y="1525185"/>
                  </a:lnTo>
                  <a:lnTo>
                    <a:pt x="1114996" y="1525170"/>
                  </a:lnTo>
                  <a:lnTo>
                    <a:pt x="1114994" y="1525157"/>
                  </a:lnTo>
                  <a:lnTo>
                    <a:pt x="1114991" y="1525151"/>
                  </a:lnTo>
                  <a:lnTo>
                    <a:pt x="1114987" y="1525143"/>
                  </a:lnTo>
                  <a:lnTo>
                    <a:pt x="1114985" y="1525135"/>
                  </a:lnTo>
                  <a:lnTo>
                    <a:pt x="1114985" y="1525118"/>
                  </a:lnTo>
                  <a:lnTo>
                    <a:pt x="1114979" y="1525110"/>
                  </a:lnTo>
                  <a:lnTo>
                    <a:pt x="1114973" y="1525105"/>
                  </a:lnTo>
                  <a:lnTo>
                    <a:pt x="1114955" y="1525098"/>
                  </a:lnTo>
                  <a:lnTo>
                    <a:pt x="1114944" y="1525089"/>
                  </a:lnTo>
                  <a:lnTo>
                    <a:pt x="1114941" y="1525085"/>
                  </a:lnTo>
                  <a:lnTo>
                    <a:pt x="1114934" y="1525070"/>
                  </a:lnTo>
                  <a:lnTo>
                    <a:pt x="1114931" y="1525051"/>
                  </a:lnTo>
                  <a:lnTo>
                    <a:pt x="1114928" y="1525040"/>
                  </a:lnTo>
                  <a:lnTo>
                    <a:pt x="1114923" y="1525036"/>
                  </a:lnTo>
                  <a:lnTo>
                    <a:pt x="1114909" y="1525032"/>
                  </a:lnTo>
                  <a:lnTo>
                    <a:pt x="1114891" y="1525039"/>
                  </a:lnTo>
                  <a:lnTo>
                    <a:pt x="1114874" y="1525048"/>
                  </a:lnTo>
                  <a:lnTo>
                    <a:pt x="1114860" y="1525058"/>
                  </a:lnTo>
                  <a:lnTo>
                    <a:pt x="1114844" y="1525058"/>
                  </a:lnTo>
                  <a:lnTo>
                    <a:pt x="1114835" y="1525058"/>
                  </a:lnTo>
                  <a:lnTo>
                    <a:pt x="1114828" y="1525056"/>
                  </a:lnTo>
                  <a:lnTo>
                    <a:pt x="1114818" y="1525052"/>
                  </a:lnTo>
                  <a:lnTo>
                    <a:pt x="1114812" y="1525047"/>
                  </a:lnTo>
                  <a:lnTo>
                    <a:pt x="1114808" y="1525041"/>
                  </a:lnTo>
                  <a:lnTo>
                    <a:pt x="1114805" y="1525031"/>
                  </a:lnTo>
                  <a:lnTo>
                    <a:pt x="1114803" y="1525022"/>
                  </a:lnTo>
                  <a:lnTo>
                    <a:pt x="1114805" y="1525014"/>
                  </a:lnTo>
                  <a:lnTo>
                    <a:pt x="1114808" y="1524997"/>
                  </a:lnTo>
                  <a:lnTo>
                    <a:pt x="1114813" y="1524981"/>
                  </a:lnTo>
                  <a:lnTo>
                    <a:pt x="1114816" y="1524964"/>
                  </a:lnTo>
                  <a:lnTo>
                    <a:pt x="1114813" y="1524957"/>
                  </a:lnTo>
                  <a:lnTo>
                    <a:pt x="1114804" y="1524953"/>
                  </a:lnTo>
                  <a:lnTo>
                    <a:pt x="1114798" y="1524954"/>
                  </a:lnTo>
                  <a:lnTo>
                    <a:pt x="1114789" y="1524957"/>
                  </a:lnTo>
                  <a:lnTo>
                    <a:pt x="1114773" y="1524961"/>
                  </a:lnTo>
                  <a:lnTo>
                    <a:pt x="1114761" y="1524960"/>
                  </a:lnTo>
                  <a:lnTo>
                    <a:pt x="1114757" y="1524958"/>
                  </a:lnTo>
                  <a:lnTo>
                    <a:pt x="1114751" y="1524954"/>
                  </a:lnTo>
                  <a:lnTo>
                    <a:pt x="1114736" y="1524948"/>
                  </a:lnTo>
                  <a:lnTo>
                    <a:pt x="1114729" y="1524948"/>
                  </a:lnTo>
                  <a:lnTo>
                    <a:pt x="1114714" y="1524946"/>
                  </a:lnTo>
                  <a:lnTo>
                    <a:pt x="1114710" y="1524937"/>
                  </a:lnTo>
                  <a:lnTo>
                    <a:pt x="1114710" y="1524928"/>
                  </a:lnTo>
                  <a:lnTo>
                    <a:pt x="1114719" y="1524911"/>
                  </a:lnTo>
                  <a:lnTo>
                    <a:pt x="1114721" y="1524903"/>
                  </a:lnTo>
                  <a:lnTo>
                    <a:pt x="1114715" y="1524895"/>
                  </a:lnTo>
                  <a:lnTo>
                    <a:pt x="1114704" y="1524878"/>
                  </a:lnTo>
                  <a:lnTo>
                    <a:pt x="1114694" y="1524861"/>
                  </a:lnTo>
                  <a:lnTo>
                    <a:pt x="1114688" y="1524845"/>
                  </a:lnTo>
                  <a:lnTo>
                    <a:pt x="1114682" y="1524835"/>
                  </a:lnTo>
                  <a:lnTo>
                    <a:pt x="1114676" y="1524830"/>
                  </a:lnTo>
                  <a:lnTo>
                    <a:pt x="1114664" y="1524813"/>
                  </a:lnTo>
                  <a:lnTo>
                    <a:pt x="1114663" y="1524809"/>
                  </a:lnTo>
                  <a:lnTo>
                    <a:pt x="1114659" y="1524804"/>
                  </a:lnTo>
                  <a:lnTo>
                    <a:pt x="1114657" y="1524797"/>
                  </a:lnTo>
                  <a:lnTo>
                    <a:pt x="1114654" y="1524789"/>
                  </a:lnTo>
                  <a:lnTo>
                    <a:pt x="1114651" y="1524780"/>
                  </a:lnTo>
                  <a:lnTo>
                    <a:pt x="1114646" y="1524763"/>
                  </a:lnTo>
                  <a:lnTo>
                    <a:pt x="1114643" y="1524746"/>
                  </a:lnTo>
                  <a:lnTo>
                    <a:pt x="1114637" y="1524730"/>
                  </a:lnTo>
                  <a:lnTo>
                    <a:pt x="1114629" y="1524712"/>
                  </a:lnTo>
                  <a:lnTo>
                    <a:pt x="1114627" y="1524705"/>
                  </a:lnTo>
                  <a:lnTo>
                    <a:pt x="1114618" y="1524700"/>
                  </a:lnTo>
                  <a:lnTo>
                    <a:pt x="1114605" y="1524691"/>
                  </a:lnTo>
                  <a:lnTo>
                    <a:pt x="1114587" y="1524685"/>
                  </a:lnTo>
                  <a:lnTo>
                    <a:pt x="1114565" y="1524680"/>
                  </a:lnTo>
                  <a:lnTo>
                    <a:pt x="1114554" y="1524666"/>
                  </a:lnTo>
                  <a:lnTo>
                    <a:pt x="1114550" y="1524660"/>
                  </a:lnTo>
                  <a:lnTo>
                    <a:pt x="1114541" y="1524651"/>
                  </a:lnTo>
                  <a:lnTo>
                    <a:pt x="1114537" y="1524648"/>
                  </a:lnTo>
                  <a:lnTo>
                    <a:pt x="1114525" y="1524644"/>
                  </a:lnTo>
                  <a:lnTo>
                    <a:pt x="1114509" y="1524638"/>
                  </a:lnTo>
                  <a:lnTo>
                    <a:pt x="1114494" y="1524632"/>
                  </a:lnTo>
                  <a:lnTo>
                    <a:pt x="1114478" y="1524622"/>
                  </a:lnTo>
                  <a:lnTo>
                    <a:pt x="1114471" y="1524613"/>
                  </a:lnTo>
                  <a:lnTo>
                    <a:pt x="1114468" y="1524606"/>
                  </a:lnTo>
                  <a:lnTo>
                    <a:pt x="1114463" y="1524589"/>
                  </a:lnTo>
                  <a:lnTo>
                    <a:pt x="1114456" y="1524583"/>
                  </a:lnTo>
                  <a:lnTo>
                    <a:pt x="1114446" y="1524587"/>
                  </a:lnTo>
                  <a:lnTo>
                    <a:pt x="1114440" y="1524587"/>
                  </a:lnTo>
                  <a:lnTo>
                    <a:pt x="1114430" y="1524588"/>
                  </a:lnTo>
                  <a:lnTo>
                    <a:pt x="1114424" y="1524586"/>
                  </a:lnTo>
                  <a:lnTo>
                    <a:pt x="1114413" y="1524583"/>
                  </a:lnTo>
                  <a:lnTo>
                    <a:pt x="1114408" y="1524580"/>
                  </a:lnTo>
                  <a:lnTo>
                    <a:pt x="1114395" y="1524571"/>
                  </a:lnTo>
                  <a:lnTo>
                    <a:pt x="1114382" y="1524570"/>
                  </a:lnTo>
                  <a:lnTo>
                    <a:pt x="1114377" y="1524572"/>
                  </a:lnTo>
                  <a:lnTo>
                    <a:pt x="1114361" y="1524575"/>
                  </a:lnTo>
                  <a:lnTo>
                    <a:pt x="1114345" y="1524576"/>
                  </a:lnTo>
                  <a:lnTo>
                    <a:pt x="1114329" y="1524575"/>
                  </a:lnTo>
                  <a:lnTo>
                    <a:pt x="1114314" y="1524576"/>
                  </a:lnTo>
                  <a:lnTo>
                    <a:pt x="1114298" y="1524578"/>
                  </a:lnTo>
                  <a:lnTo>
                    <a:pt x="1114264" y="1524587"/>
                  </a:lnTo>
                  <a:lnTo>
                    <a:pt x="1114256" y="1524599"/>
                  </a:lnTo>
                  <a:lnTo>
                    <a:pt x="1114249" y="1524616"/>
                  </a:lnTo>
                  <a:lnTo>
                    <a:pt x="1114232" y="1524651"/>
                  </a:lnTo>
                  <a:lnTo>
                    <a:pt x="1114227" y="1524670"/>
                  </a:lnTo>
                  <a:lnTo>
                    <a:pt x="1114228" y="1524689"/>
                  </a:lnTo>
                  <a:lnTo>
                    <a:pt x="1114231" y="1524705"/>
                  </a:lnTo>
                  <a:lnTo>
                    <a:pt x="1114240" y="1524735"/>
                  </a:lnTo>
                  <a:lnTo>
                    <a:pt x="1114243" y="1524746"/>
                  </a:lnTo>
                  <a:lnTo>
                    <a:pt x="1114248" y="1524763"/>
                  </a:lnTo>
                  <a:lnTo>
                    <a:pt x="1114248" y="1524779"/>
                  </a:lnTo>
                  <a:lnTo>
                    <a:pt x="1114246" y="1524795"/>
                  </a:lnTo>
                  <a:lnTo>
                    <a:pt x="1114241" y="1524804"/>
                  </a:lnTo>
                  <a:lnTo>
                    <a:pt x="1114227" y="1524813"/>
                  </a:lnTo>
                  <a:lnTo>
                    <a:pt x="1114203" y="1524823"/>
                  </a:lnTo>
                  <a:lnTo>
                    <a:pt x="1114166" y="1524829"/>
                  </a:lnTo>
                  <a:lnTo>
                    <a:pt x="1114148" y="1524834"/>
                  </a:lnTo>
                  <a:lnTo>
                    <a:pt x="1114132" y="1524840"/>
                  </a:lnTo>
                  <a:lnTo>
                    <a:pt x="1114116" y="1524847"/>
                  </a:lnTo>
                  <a:lnTo>
                    <a:pt x="1114102" y="1524862"/>
                  </a:lnTo>
                  <a:lnTo>
                    <a:pt x="1114093" y="1524872"/>
                  </a:lnTo>
                  <a:lnTo>
                    <a:pt x="1114090" y="1524879"/>
                  </a:lnTo>
                  <a:lnTo>
                    <a:pt x="1114081" y="1524896"/>
                  </a:lnTo>
                  <a:lnTo>
                    <a:pt x="1114072" y="1524912"/>
                  </a:lnTo>
                  <a:lnTo>
                    <a:pt x="1114067" y="1524922"/>
                  </a:lnTo>
                  <a:lnTo>
                    <a:pt x="1114061" y="1524927"/>
                  </a:lnTo>
                  <a:lnTo>
                    <a:pt x="1114045" y="1524937"/>
                  </a:lnTo>
                  <a:lnTo>
                    <a:pt x="1114038" y="1524941"/>
                  </a:lnTo>
                  <a:lnTo>
                    <a:pt x="1114030" y="1524942"/>
                  </a:lnTo>
                  <a:lnTo>
                    <a:pt x="1114014" y="1524942"/>
                  </a:lnTo>
                  <a:lnTo>
                    <a:pt x="1113998" y="1524943"/>
                  </a:lnTo>
                  <a:lnTo>
                    <a:pt x="1113982" y="1524943"/>
                  </a:lnTo>
                  <a:lnTo>
                    <a:pt x="1113967" y="1524941"/>
                  </a:lnTo>
                  <a:lnTo>
                    <a:pt x="1113958" y="1524939"/>
                  </a:lnTo>
                  <a:lnTo>
                    <a:pt x="1113951" y="1524941"/>
                  </a:lnTo>
                  <a:lnTo>
                    <a:pt x="1113935" y="1524941"/>
                  </a:lnTo>
                  <a:lnTo>
                    <a:pt x="1113926" y="1524943"/>
                  </a:lnTo>
                  <a:lnTo>
                    <a:pt x="1113903" y="1524951"/>
                  </a:lnTo>
                  <a:lnTo>
                    <a:pt x="1113898" y="1524956"/>
                  </a:lnTo>
                  <a:lnTo>
                    <a:pt x="1113886" y="1524970"/>
                  </a:lnTo>
                  <a:lnTo>
                    <a:pt x="1113871" y="1524984"/>
                  </a:lnTo>
                  <a:lnTo>
                    <a:pt x="1113855" y="1524996"/>
                  </a:lnTo>
                  <a:lnTo>
                    <a:pt x="1113846" y="1525001"/>
                  </a:lnTo>
                  <a:lnTo>
                    <a:pt x="1113840" y="1525007"/>
                  </a:lnTo>
                  <a:lnTo>
                    <a:pt x="1113833" y="1525013"/>
                  </a:lnTo>
                  <a:lnTo>
                    <a:pt x="1113827" y="1525023"/>
                  </a:lnTo>
                  <a:lnTo>
                    <a:pt x="1113823" y="1525028"/>
                  </a:lnTo>
                  <a:lnTo>
                    <a:pt x="1113818" y="1525038"/>
                  </a:lnTo>
                  <a:lnTo>
                    <a:pt x="1113811" y="1525054"/>
                  </a:lnTo>
                  <a:lnTo>
                    <a:pt x="1113803" y="1525071"/>
                  </a:lnTo>
                  <a:lnTo>
                    <a:pt x="1113799" y="1525082"/>
                  </a:lnTo>
                  <a:lnTo>
                    <a:pt x="1113795" y="1525088"/>
                  </a:lnTo>
                  <a:lnTo>
                    <a:pt x="1113784" y="1525104"/>
                  </a:lnTo>
                  <a:lnTo>
                    <a:pt x="1113778" y="1525113"/>
                  </a:lnTo>
                  <a:lnTo>
                    <a:pt x="1113772" y="1525121"/>
                  </a:lnTo>
                  <a:lnTo>
                    <a:pt x="1113758" y="1525136"/>
                  </a:lnTo>
                  <a:lnTo>
                    <a:pt x="1113745" y="1525152"/>
                  </a:lnTo>
                  <a:lnTo>
                    <a:pt x="1113730" y="1525166"/>
                  </a:lnTo>
                  <a:lnTo>
                    <a:pt x="1113715" y="1525179"/>
                  </a:lnTo>
                  <a:lnTo>
                    <a:pt x="1113698" y="1525189"/>
                  </a:lnTo>
                  <a:lnTo>
                    <a:pt x="1113683" y="1525199"/>
                  </a:lnTo>
                  <a:lnTo>
                    <a:pt x="1113678" y="1525202"/>
                  </a:lnTo>
                  <a:lnTo>
                    <a:pt x="1113670" y="1525202"/>
                  </a:lnTo>
                  <a:lnTo>
                    <a:pt x="1113647" y="1525184"/>
                  </a:lnTo>
                  <a:lnTo>
                    <a:pt x="1113630" y="1525175"/>
                  </a:lnTo>
                  <a:lnTo>
                    <a:pt x="1113615" y="1525166"/>
                  </a:lnTo>
                  <a:lnTo>
                    <a:pt x="1113599" y="1525156"/>
                  </a:lnTo>
                  <a:lnTo>
                    <a:pt x="1113585" y="1525147"/>
                  </a:lnTo>
                  <a:lnTo>
                    <a:pt x="1113567" y="1525136"/>
                  </a:lnTo>
                  <a:lnTo>
                    <a:pt x="1113552" y="1525129"/>
                  </a:lnTo>
                  <a:lnTo>
                    <a:pt x="1113536" y="1525124"/>
                  </a:lnTo>
                  <a:lnTo>
                    <a:pt x="1113522" y="1525120"/>
                  </a:lnTo>
                  <a:lnTo>
                    <a:pt x="1113505" y="1525116"/>
                  </a:lnTo>
                  <a:lnTo>
                    <a:pt x="1113489" y="1525111"/>
                  </a:lnTo>
                  <a:lnTo>
                    <a:pt x="1113473" y="1525108"/>
                  </a:lnTo>
                  <a:lnTo>
                    <a:pt x="1113457" y="1525106"/>
                  </a:lnTo>
                  <a:lnTo>
                    <a:pt x="1113441" y="1525107"/>
                  </a:lnTo>
                  <a:lnTo>
                    <a:pt x="1113426" y="1525106"/>
                  </a:lnTo>
                  <a:lnTo>
                    <a:pt x="1113410" y="1525105"/>
                  </a:lnTo>
                  <a:lnTo>
                    <a:pt x="1113394" y="1525099"/>
                  </a:lnTo>
                  <a:lnTo>
                    <a:pt x="1113383" y="1525094"/>
                  </a:lnTo>
                  <a:lnTo>
                    <a:pt x="1113379" y="1525089"/>
                  </a:lnTo>
                  <a:lnTo>
                    <a:pt x="1113364" y="1525079"/>
                  </a:lnTo>
                  <a:lnTo>
                    <a:pt x="1113348" y="1525068"/>
                  </a:lnTo>
                  <a:lnTo>
                    <a:pt x="1113341" y="1525062"/>
                  </a:lnTo>
                  <a:lnTo>
                    <a:pt x="1113334" y="1525057"/>
                  </a:lnTo>
                  <a:lnTo>
                    <a:pt x="1113325" y="1525051"/>
                  </a:lnTo>
                  <a:lnTo>
                    <a:pt x="1113303" y="1525046"/>
                  </a:lnTo>
                  <a:lnTo>
                    <a:pt x="1113287" y="1525045"/>
                  </a:lnTo>
                  <a:lnTo>
                    <a:pt x="1113271" y="1525040"/>
                  </a:lnTo>
                  <a:lnTo>
                    <a:pt x="1113264" y="1525038"/>
                  </a:lnTo>
                  <a:lnTo>
                    <a:pt x="1113257" y="1525032"/>
                  </a:lnTo>
                  <a:lnTo>
                    <a:pt x="1113244" y="1525016"/>
                  </a:lnTo>
                  <a:lnTo>
                    <a:pt x="1113238" y="1524999"/>
                  </a:lnTo>
                  <a:lnTo>
                    <a:pt x="1113236" y="1524988"/>
                  </a:lnTo>
                  <a:lnTo>
                    <a:pt x="1113233" y="1524982"/>
                  </a:lnTo>
                  <a:lnTo>
                    <a:pt x="1113232" y="1524977"/>
                  </a:lnTo>
                  <a:lnTo>
                    <a:pt x="1113225" y="1524967"/>
                  </a:lnTo>
                  <a:lnTo>
                    <a:pt x="1113216" y="1524958"/>
                  </a:lnTo>
                  <a:lnTo>
                    <a:pt x="1113210" y="1524954"/>
                  </a:lnTo>
                  <a:lnTo>
                    <a:pt x="1113201" y="1524950"/>
                  </a:lnTo>
                  <a:lnTo>
                    <a:pt x="1113194" y="1524943"/>
                  </a:lnTo>
                  <a:lnTo>
                    <a:pt x="1113178" y="1524927"/>
                  </a:lnTo>
                  <a:lnTo>
                    <a:pt x="1113165" y="1524913"/>
                  </a:lnTo>
                  <a:lnTo>
                    <a:pt x="1113155" y="1524894"/>
                  </a:lnTo>
                  <a:lnTo>
                    <a:pt x="1113151" y="1524881"/>
                  </a:lnTo>
                  <a:lnTo>
                    <a:pt x="1113149" y="1524863"/>
                  </a:lnTo>
                  <a:lnTo>
                    <a:pt x="1113148" y="1524846"/>
                  </a:lnTo>
                  <a:lnTo>
                    <a:pt x="1113147" y="1524829"/>
                  </a:lnTo>
                  <a:lnTo>
                    <a:pt x="1113143" y="1524814"/>
                  </a:lnTo>
                  <a:lnTo>
                    <a:pt x="1113139" y="1524802"/>
                  </a:lnTo>
                  <a:lnTo>
                    <a:pt x="1113135" y="1524796"/>
                  </a:lnTo>
                  <a:lnTo>
                    <a:pt x="1113129" y="1524786"/>
                  </a:lnTo>
                  <a:lnTo>
                    <a:pt x="1113128" y="1524779"/>
                  </a:lnTo>
                  <a:lnTo>
                    <a:pt x="1113125" y="1524773"/>
                  </a:lnTo>
                  <a:lnTo>
                    <a:pt x="1113121" y="1524763"/>
                  </a:lnTo>
                  <a:lnTo>
                    <a:pt x="1113116" y="1524746"/>
                  </a:lnTo>
                  <a:lnTo>
                    <a:pt x="1113113" y="1524729"/>
                  </a:lnTo>
                  <a:lnTo>
                    <a:pt x="1113110" y="1524713"/>
                  </a:lnTo>
                  <a:lnTo>
                    <a:pt x="1113106" y="1524696"/>
                  </a:lnTo>
                  <a:lnTo>
                    <a:pt x="1113102" y="1524677"/>
                  </a:lnTo>
                  <a:lnTo>
                    <a:pt x="1113098" y="1524667"/>
                  </a:lnTo>
                  <a:lnTo>
                    <a:pt x="1113095" y="1524662"/>
                  </a:lnTo>
                  <a:lnTo>
                    <a:pt x="1113083" y="1524645"/>
                  </a:lnTo>
                  <a:lnTo>
                    <a:pt x="1113070" y="1524630"/>
                  </a:lnTo>
                  <a:lnTo>
                    <a:pt x="1113055" y="1524613"/>
                  </a:lnTo>
                  <a:lnTo>
                    <a:pt x="1113044" y="1524597"/>
                  </a:lnTo>
                  <a:lnTo>
                    <a:pt x="1113034" y="1524580"/>
                  </a:lnTo>
                  <a:lnTo>
                    <a:pt x="1113027" y="1524563"/>
                  </a:lnTo>
                  <a:lnTo>
                    <a:pt x="1113022" y="1524548"/>
                  </a:lnTo>
                  <a:lnTo>
                    <a:pt x="1113017" y="1524536"/>
                  </a:lnTo>
                  <a:lnTo>
                    <a:pt x="1113015" y="1524530"/>
                  </a:lnTo>
                  <a:lnTo>
                    <a:pt x="1113011" y="1524517"/>
                  </a:lnTo>
                  <a:lnTo>
                    <a:pt x="1113007" y="1524511"/>
                  </a:lnTo>
                  <a:lnTo>
                    <a:pt x="1113001" y="1524496"/>
                  </a:lnTo>
                  <a:lnTo>
                    <a:pt x="1112997" y="1524489"/>
                  </a:lnTo>
                  <a:lnTo>
                    <a:pt x="1112992" y="1524480"/>
                  </a:lnTo>
                  <a:lnTo>
                    <a:pt x="1112981" y="1524463"/>
                  </a:lnTo>
                  <a:lnTo>
                    <a:pt x="1112966" y="1524436"/>
                  </a:lnTo>
                  <a:lnTo>
                    <a:pt x="1112949" y="1524468"/>
                  </a:lnTo>
                  <a:lnTo>
                    <a:pt x="1112944" y="1524473"/>
                  </a:lnTo>
                  <a:lnTo>
                    <a:pt x="1112933" y="1524489"/>
                  </a:lnTo>
                  <a:lnTo>
                    <a:pt x="1112908" y="1524512"/>
                  </a:lnTo>
                  <a:lnTo>
                    <a:pt x="1112898" y="1524517"/>
                  </a:lnTo>
                  <a:lnTo>
                    <a:pt x="1112884" y="1524523"/>
                  </a:lnTo>
                  <a:lnTo>
                    <a:pt x="1112866" y="1524531"/>
                  </a:lnTo>
                  <a:lnTo>
                    <a:pt x="1112859" y="1524537"/>
                  </a:lnTo>
                  <a:lnTo>
                    <a:pt x="1112853" y="1524546"/>
                  </a:lnTo>
                  <a:lnTo>
                    <a:pt x="1112841" y="1524562"/>
                  </a:lnTo>
                  <a:lnTo>
                    <a:pt x="1112829" y="1524578"/>
                  </a:lnTo>
                  <a:lnTo>
                    <a:pt x="1112814" y="1524590"/>
                  </a:lnTo>
                  <a:lnTo>
                    <a:pt x="1112801" y="1524599"/>
                  </a:lnTo>
                  <a:lnTo>
                    <a:pt x="1112797" y="1524602"/>
                  </a:lnTo>
                  <a:lnTo>
                    <a:pt x="1112790" y="1524608"/>
                  </a:lnTo>
                  <a:lnTo>
                    <a:pt x="1112784" y="1524615"/>
                  </a:lnTo>
                  <a:lnTo>
                    <a:pt x="1112779" y="1524621"/>
                  </a:lnTo>
                  <a:lnTo>
                    <a:pt x="1112773" y="1524629"/>
                  </a:lnTo>
                  <a:lnTo>
                    <a:pt x="1112768" y="1524639"/>
                  </a:lnTo>
                  <a:lnTo>
                    <a:pt x="1112767" y="1524646"/>
                  </a:lnTo>
                  <a:lnTo>
                    <a:pt x="1112763" y="1524662"/>
                  </a:lnTo>
                  <a:lnTo>
                    <a:pt x="1112762" y="1524679"/>
                  </a:lnTo>
                  <a:lnTo>
                    <a:pt x="1112759" y="1524695"/>
                  </a:lnTo>
                  <a:lnTo>
                    <a:pt x="1112757" y="1524712"/>
                  </a:lnTo>
                  <a:lnTo>
                    <a:pt x="1112756" y="1524719"/>
                  </a:lnTo>
                  <a:lnTo>
                    <a:pt x="1112753" y="1524729"/>
                  </a:lnTo>
                  <a:lnTo>
                    <a:pt x="1112748" y="1524745"/>
                  </a:lnTo>
                  <a:lnTo>
                    <a:pt x="1112740" y="1524760"/>
                  </a:lnTo>
                  <a:lnTo>
                    <a:pt x="1112731" y="1524779"/>
                  </a:lnTo>
                  <a:lnTo>
                    <a:pt x="1112729" y="1524788"/>
                  </a:lnTo>
                  <a:lnTo>
                    <a:pt x="1112726" y="1524793"/>
                  </a:lnTo>
                  <a:lnTo>
                    <a:pt x="1112708" y="1524830"/>
                  </a:lnTo>
                  <a:lnTo>
                    <a:pt x="1112699" y="1524842"/>
                  </a:lnTo>
                  <a:lnTo>
                    <a:pt x="1112695" y="1524845"/>
                  </a:lnTo>
                  <a:lnTo>
                    <a:pt x="1112685" y="1524854"/>
                  </a:lnTo>
                  <a:lnTo>
                    <a:pt x="1112679" y="1524858"/>
                  </a:lnTo>
                  <a:lnTo>
                    <a:pt x="1112663" y="1524866"/>
                  </a:lnTo>
                  <a:lnTo>
                    <a:pt x="1112648" y="1524876"/>
                  </a:lnTo>
                  <a:lnTo>
                    <a:pt x="1112632" y="1524885"/>
                  </a:lnTo>
                  <a:lnTo>
                    <a:pt x="1112623" y="1524890"/>
                  </a:lnTo>
                  <a:lnTo>
                    <a:pt x="1112616" y="1524891"/>
                  </a:lnTo>
                  <a:lnTo>
                    <a:pt x="1112600" y="1524890"/>
                  </a:lnTo>
                  <a:lnTo>
                    <a:pt x="1112591" y="1524880"/>
                  </a:lnTo>
                  <a:lnTo>
                    <a:pt x="1112587" y="1524874"/>
                  </a:lnTo>
                  <a:lnTo>
                    <a:pt x="1112580" y="1524867"/>
                  </a:lnTo>
                  <a:lnTo>
                    <a:pt x="1112571" y="1524864"/>
                  </a:lnTo>
                  <a:lnTo>
                    <a:pt x="1112555" y="1524859"/>
                  </a:lnTo>
                  <a:lnTo>
                    <a:pt x="1112539" y="1524855"/>
                  </a:lnTo>
                  <a:lnTo>
                    <a:pt x="1112529" y="1524853"/>
                  </a:lnTo>
                  <a:lnTo>
                    <a:pt x="1112523" y="1524849"/>
                  </a:lnTo>
                  <a:lnTo>
                    <a:pt x="1112508" y="1524846"/>
                  </a:lnTo>
                  <a:lnTo>
                    <a:pt x="1112492" y="1524841"/>
                  </a:lnTo>
                  <a:lnTo>
                    <a:pt x="1112476" y="1524837"/>
                  </a:lnTo>
                  <a:lnTo>
                    <a:pt x="1112461" y="1524832"/>
                  </a:lnTo>
                  <a:lnTo>
                    <a:pt x="1112452" y="1524828"/>
                  </a:lnTo>
                  <a:lnTo>
                    <a:pt x="1112445" y="1524826"/>
                  </a:lnTo>
                  <a:lnTo>
                    <a:pt x="1112431" y="1524820"/>
                  </a:lnTo>
                  <a:lnTo>
                    <a:pt x="1112413" y="1524814"/>
                  </a:lnTo>
                  <a:lnTo>
                    <a:pt x="1112397" y="1524809"/>
                  </a:lnTo>
                  <a:lnTo>
                    <a:pt x="1112382" y="1524802"/>
                  </a:lnTo>
                  <a:lnTo>
                    <a:pt x="1112366" y="1524796"/>
                  </a:lnTo>
                  <a:lnTo>
                    <a:pt x="1112350" y="1524790"/>
                  </a:lnTo>
                  <a:lnTo>
                    <a:pt x="1112335" y="1524783"/>
                  </a:lnTo>
                  <a:lnTo>
                    <a:pt x="1112320" y="1524777"/>
                  </a:lnTo>
                  <a:lnTo>
                    <a:pt x="1112303" y="1524777"/>
                  </a:lnTo>
                  <a:lnTo>
                    <a:pt x="1112288" y="1524785"/>
                  </a:lnTo>
                  <a:lnTo>
                    <a:pt x="1112267" y="1524811"/>
                  </a:lnTo>
                  <a:lnTo>
                    <a:pt x="1112263" y="1524818"/>
                  </a:lnTo>
                  <a:lnTo>
                    <a:pt x="1112253" y="1524819"/>
                  </a:lnTo>
                  <a:lnTo>
                    <a:pt x="1112248" y="1524818"/>
                  </a:lnTo>
                  <a:lnTo>
                    <a:pt x="1112239" y="1524812"/>
                  </a:lnTo>
                  <a:lnTo>
                    <a:pt x="1112221" y="1524799"/>
                  </a:lnTo>
                  <a:lnTo>
                    <a:pt x="1112206" y="1524792"/>
                  </a:lnTo>
                  <a:lnTo>
                    <a:pt x="1112190" y="1524787"/>
                  </a:lnTo>
                  <a:lnTo>
                    <a:pt x="1112183" y="1524784"/>
                  </a:lnTo>
                  <a:lnTo>
                    <a:pt x="1112175" y="1524784"/>
                  </a:lnTo>
                  <a:lnTo>
                    <a:pt x="1112164" y="1524784"/>
                  </a:lnTo>
                  <a:lnTo>
                    <a:pt x="1112159" y="1524787"/>
                  </a:lnTo>
                  <a:lnTo>
                    <a:pt x="1112145" y="1524794"/>
                  </a:lnTo>
                  <a:lnTo>
                    <a:pt x="1112127" y="1524806"/>
                  </a:lnTo>
                  <a:lnTo>
                    <a:pt x="1112112" y="1524808"/>
                  </a:lnTo>
                  <a:lnTo>
                    <a:pt x="1112103" y="1524808"/>
                  </a:lnTo>
                  <a:lnTo>
                    <a:pt x="1112096" y="1524810"/>
                  </a:lnTo>
                  <a:lnTo>
                    <a:pt x="1112080" y="1524813"/>
                  </a:lnTo>
                  <a:lnTo>
                    <a:pt x="1112064" y="1524818"/>
                  </a:lnTo>
                  <a:lnTo>
                    <a:pt x="1112048" y="1524822"/>
                  </a:lnTo>
                  <a:lnTo>
                    <a:pt x="1112033" y="1524825"/>
                  </a:lnTo>
                  <a:lnTo>
                    <a:pt x="1112017" y="1524827"/>
                  </a:lnTo>
                  <a:lnTo>
                    <a:pt x="1112001" y="1524828"/>
                  </a:lnTo>
                  <a:lnTo>
                    <a:pt x="1111985" y="1524828"/>
                  </a:lnTo>
                  <a:lnTo>
                    <a:pt x="1111970" y="1524828"/>
                  </a:lnTo>
                  <a:lnTo>
                    <a:pt x="1111959" y="1524827"/>
                  </a:lnTo>
                  <a:lnTo>
                    <a:pt x="1111943" y="1524830"/>
                  </a:lnTo>
                  <a:lnTo>
                    <a:pt x="1111938" y="1524834"/>
                  </a:lnTo>
                  <a:lnTo>
                    <a:pt x="1111922" y="1524840"/>
                  </a:lnTo>
                  <a:lnTo>
                    <a:pt x="1111906" y="1524847"/>
                  </a:lnTo>
                  <a:lnTo>
                    <a:pt x="1111891" y="1524853"/>
                  </a:lnTo>
                  <a:lnTo>
                    <a:pt x="1111883" y="1524856"/>
                  </a:lnTo>
                  <a:lnTo>
                    <a:pt x="1111877" y="1524859"/>
                  </a:lnTo>
                  <a:lnTo>
                    <a:pt x="1111859" y="1524867"/>
                  </a:lnTo>
                  <a:lnTo>
                    <a:pt x="1111845" y="1524873"/>
                  </a:lnTo>
                  <a:lnTo>
                    <a:pt x="1111829" y="1524880"/>
                  </a:lnTo>
                  <a:lnTo>
                    <a:pt x="1111812" y="1524888"/>
                  </a:lnTo>
                  <a:lnTo>
                    <a:pt x="1111796" y="1524897"/>
                  </a:lnTo>
                  <a:lnTo>
                    <a:pt x="1111781" y="1524908"/>
                  </a:lnTo>
                  <a:lnTo>
                    <a:pt x="1111767" y="1524919"/>
                  </a:lnTo>
                  <a:lnTo>
                    <a:pt x="1111752" y="1524936"/>
                  </a:lnTo>
                  <a:lnTo>
                    <a:pt x="1111746" y="1524944"/>
                  </a:lnTo>
                  <a:lnTo>
                    <a:pt x="1111742" y="1524949"/>
                  </a:lnTo>
                  <a:lnTo>
                    <a:pt x="1111732" y="1524974"/>
                  </a:lnTo>
                  <a:lnTo>
                    <a:pt x="1111725" y="1524992"/>
                  </a:lnTo>
                  <a:lnTo>
                    <a:pt x="1111718" y="1525008"/>
                  </a:lnTo>
                  <a:lnTo>
                    <a:pt x="1111710" y="1525024"/>
                  </a:lnTo>
                  <a:lnTo>
                    <a:pt x="1111704" y="1525041"/>
                  </a:lnTo>
                  <a:lnTo>
                    <a:pt x="1111697" y="1525057"/>
                  </a:lnTo>
                  <a:lnTo>
                    <a:pt x="1111692" y="1525074"/>
                  </a:lnTo>
                  <a:lnTo>
                    <a:pt x="1111686" y="1525085"/>
                  </a:lnTo>
                  <a:lnTo>
                    <a:pt x="1111681" y="1525091"/>
                  </a:lnTo>
                  <a:lnTo>
                    <a:pt x="1111673" y="1525097"/>
                  </a:lnTo>
                  <a:lnTo>
                    <a:pt x="1111666" y="1525104"/>
                  </a:lnTo>
                  <a:lnTo>
                    <a:pt x="1111651" y="1525117"/>
                  </a:lnTo>
                  <a:lnTo>
                    <a:pt x="1111638" y="1525134"/>
                  </a:lnTo>
                  <a:lnTo>
                    <a:pt x="1111633" y="1525142"/>
                  </a:lnTo>
                  <a:lnTo>
                    <a:pt x="1111630" y="1525150"/>
                  </a:lnTo>
                  <a:lnTo>
                    <a:pt x="1111623" y="1525167"/>
                  </a:lnTo>
                  <a:lnTo>
                    <a:pt x="1111615" y="1525182"/>
                  </a:lnTo>
                  <a:lnTo>
                    <a:pt x="1111587" y="1525209"/>
                  </a:lnTo>
                  <a:lnTo>
                    <a:pt x="1111581" y="1525212"/>
                  </a:lnTo>
                  <a:lnTo>
                    <a:pt x="1111566" y="1525224"/>
                  </a:lnTo>
                  <a:lnTo>
                    <a:pt x="1111550" y="1525236"/>
                  </a:lnTo>
                  <a:lnTo>
                    <a:pt x="1111536" y="1525245"/>
                  </a:lnTo>
                  <a:lnTo>
                    <a:pt x="1111519" y="1525260"/>
                  </a:lnTo>
                  <a:lnTo>
                    <a:pt x="1111503" y="1525273"/>
                  </a:lnTo>
                  <a:lnTo>
                    <a:pt x="1111488" y="1525288"/>
                  </a:lnTo>
                  <a:lnTo>
                    <a:pt x="1111447" y="1525318"/>
                  </a:lnTo>
                  <a:lnTo>
                    <a:pt x="1111476" y="1525347"/>
                  </a:lnTo>
                  <a:lnTo>
                    <a:pt x="1111492" y="1525359"/>
                  </a:lnTo>
                  <a:lnTo>
                    <a:pt x="1111500" y="1525369"/>
                  </a:lnTo>
                  <a:lnTo>
                    <a:pt x="1111503" y="1525376"/>
                  </a:lnTo>
                  <a:lnTo>
                    <a:pt x="1111503" y="1525382"/>
                  </a:lnTo>
                  <a:lnTo>
                    <a:pt x="1111495" y="1525393"/>
                  </a:lnTo>
                  <a:lnTo>
                    <a:pt x="1111481" y="1525409"/>
                  </a:lnTo>
                  <a:lnTo>
                    <a:pt x="1111476" y="1525416"/>
                  </a:lnTo>
                  <a:lnTo>
                    <a:pt x="1111469" y="1525425"/>
                  </a:lnTo>
                  <a:lnTo>
                    <a:pt x="1111460" y="1525437"/>
                  </a:lnTo>
                  <a:lnTo>
                    <a:pt x="1111456" y="1525439"/>
                  </a:lnTo>
                  <a:lnTo>
                    <a:pt x="1111448" y="1525441"/>
                  </a:lnTo>
                  <a:lnTo>
                    <a:pt x="1111440" y="1525441"/>
                  </a:lnTo>
                  <a:lnTo>
                    <a:pt x="1111424" y="1525436"/>
                  </a:lnTo>
                  <a:lnTo>
                    <a:pt x="1111407" y="1525425"/>
                  </a:lnTo>
                  <a:lnTo>
                    <a:pt x="1111392" y="1525417"/>
                  </a:lnTo>
                  <a:lnTo>
                    <a:pt x="1111377" y="1525407"/>
                  </a:lnTo>
                  <a:lnTo>
                    <a:pt x="1111361" y="1525396"/>
                  </a:lnTo>
                  <a:lnTo>
                    <a:pt x="1111345" y="1525386"/>
                  </a:lnTo>
                  <a:lnTo>
                    <a:pt x="1111330" y="1525373"/>
                  </a:lnTo>
                  <a:lnTo>
                    <a:pt x="1111314" y="1525359"/>
                  </a:lnTo>
                  <a:lnTo>
                    <a:pt x="1111299" y="1525344"/>
                  </a:lnTo>
                  <a:lnTo>
                    <a:pt x="1111287" y="1525328"/>
                  </a:lnTo>
                  <a:lnTo>
                    <a:pt x="1111253" y="1525286"/>
                  </a:lnTo>
                  <a:lnTo>
                    <a:pt x="1111239" y="1525272"/>
                  </a:lnTo>
                  <a:lnTo>
                    <a:pt x="1111223" y="1525257"/>
                  </a:lnTo>
                  <a:lnTo>
                    <a:pt x="1111207" y="1525245"/>
                  </a:lnTo>
                  <a:lnTo>
                    <a:pt x="1111192" y="1525238"/>
                  </a:lnTo>
                  <a:lnTo>
                    <a:pt x="1111187" y="1525238"/>
                  </a:lnTo>
                  <a:lnTo>
                    <a:pt x="1111175" y="1525232"/>
                  </a:lnTo>
                  <a:lnTo>
                    <a:pt x="1111160" y="1525223"/>
                  </a:lnTo>
                  <a:lnTo>
                    <a:pt x="1111144" y="1525214"/>
                  </a:lnTo>
                  <a:lnTo>
                    <a:pt x="1111138" y="1525211"/>
                  </a:lnTo>
                  <a:lnTo>
                    <a:pt x="1111128" y="1525202"/>
                  </a:lnTo>
                  <a:lnTo>
                    <a:pt x="1111115" y="1525190"/>
                  </a:lnTo>
                  <a:lnTo>
                    <a:pt x="1111098" y="1525184"/>
                  </a:lnTo>
                  <a:lnTo>
                    <a:pt x="1111082" y="1525181"/>
                  </a:lnTo>
                  <a:lnTo>
                    <a:pt x="1111068" y="1525178"/>
                  </a:lnTo>
                  <a:lnTo>
                    <a:pt x="1111051" y="1525173"/>
                  </a:lnTo>
                  <a:lnTo>
                    <a:pt x="1111035" y="1525167"/>
                  </a:lnTo>
                  <a:lnTo>
                    <a:pt x="1111019" y="1525162"/>
                  </a:lnTo>
                  <a:lnTo>
                    <a:pt x="1111003" y="1525156"/>
                  </a:lnTo>
                  <a:lnTo>
                    <a:pt x="1110988" y="1525149"/>
                  </a:lnTo>
                  <a:lnTo>
                    <a:pt x="1110972" y="1525140"/>
                  </a:lnTo>
                  <a:lnTo>
                    <a:pt x="1110956" y="1525129"/>
                  </a:lnTo>
                  <a:lnTo>
                    <a:pt x="1110942" y="1525113"/>
                  </a:lnTo>
                  <a:lnTo>
                    <a:pt x="1110937" y="1525106"/>
                  </a:lnTo>
                  <a:lnTo>
                    <a:pt x="1110935" y="1525097"/>
                  </a:lnTo>
                  <a:lnTo>
                    <a:pt x="1110930" y="1525080"/>
                  </a:lnTo>
                  <a:lnTo>
                    <a:pt x="1110925" y="1525063"/>
                  </a:lnTo>
                  <a:lnTo>
                    <a:pt x="1110921" y="1525055"/>
                  </a:lnTo>
                  <a:lnTo>
                    <a:pt x="1110912" y="1525050"/>
                  </a:lnTo>
                  <a:lnTo>
                    <a:pt x="1110897" y="1525043"/>
                  </a:lnTo>
                  <a:lnTo>
                    <a:pt x="1110891" y="1525040"/>
                  </a:lnTo>
                  <a:lnTo>
                    <a:pt x="1110881" y="1525029"/>
                  </a:lnTo>
                  <a:lnTo>
                    <a:pt x="1110874" y="1525012"/>
                  </a:lnTo>
                  <a:lnTo>
                    <a:pt x="1110865" y="1524995"/>
                  </a:lnTo>
                  <a:lnTo>
                    <a:pt x="1110859" y="1524987"/>
                  </a:lnTo>
                  <a:lnTo>
                    <a:pt x="1110852" y="1524980"/>
                  </a:lnTo>
                  <a:lnTo>
                    <a:pt x="1110837" y="1524965"/>
                  </a:lnTo>
                  <a:lnTo>
                    <a:pt x="1110824" y="1524950"/>
                  </a:lnTo>
                  <a:lnTo>
                    <a:pt x="1110808" y="1524935"/>
                  </a:lnTo>
                  <a:lnTo>
                    <a:pt x="1110794" y="1524921"/>
                  </a:lnTo>
                  <a:lnTo>
                    <a:pt x="1110783" y="1524904"/>
                  </a:lnTo>
                  <a:lnTo>
                    <a:pt x="1110771" y="1524887"/>
                  </a:lnTo>
                  <a:lnTo>
                    <a:pt x="1110765" y="1524879"/>
                  </a:lnTo>
                  <a:lnTo>
                    <a:pt x="1110757" y="1524874"/>
                  </a:lnTo>
                  <a:lnTo>
                    <a:pt x="1110742" y="1524861"/>
                  </a:lnTo>
                  <a:lnTo>
                    <a:pt x="1110726" y="1524853"/>
                  </a:lnTo>
                  <a:lnTo>
                    <a:pt x="1110712" y="1524846"/>
                  </a:lnTo>
                  <a:lnTo>
                    <a:pt x="1110694" y="1524838"/>
                  </a:lnTo>
                  <a:lnTo>
                    <a:pt x="1110678" y="1524831"/>
                  </a:lnTo>
                  <a:lnTo>
                    <a:pt x="1110667" y="1524828"/>
                  </a:lnTo>
                  <a:lnTo>
                    <a:pt x="1110663" y="1524825"/>
                  </a:lnTo>
                  <a:lnTo>
                    <a:pt x="1110647" y="1524817"/>
                  </a:lnTo>
                  <a:lnTo>
                    <a:pt x="1110631" y="1524808"/>
                  </a:lnTo>
                  <a:lnTo>
                    <a:pt x="1110616" y="1524798"/>
                  </a:lnTo>
                  <a:lnTo>
                    <a:pt x="1110600" y="1524788"/>
                  </a:lnTo>
                  <a:lnTo>
                    <a:pt x="1110584" y="1524781"/>
                  </a:lnTo>
                  <a:lnTo>
                    <a:pt x="1110570" y="1524774"/>
                  </a:lnTo>
                  <a:lnTo>
                    <a:pt x="1110558" y="1524768"/>
                  </a:lnTo>
                  <a:lnTo>
                    <a:pt x="1110555" y="1524762"/>
                  </a:lnTo>
                  <a:lnTo>
                    <a:pt x="1110547" y="1524747"/>
                  </a:lnTo>
                  <a:lnTo>
                    <a:pt x="1110538" y="1524728"/>
                  </a:lnTo>
                  <a:lnTo>
                    <a:pt x="1110526" y="1524712"/>
                  </a:lnTo>
                  <a:lnTo>
                    <a:pt x="1110515" y="1524695"/>
                  </a:lnTo>
                  <a:lnTo>
                    <a:pt x="1110507" y="1524687"/>
                  </a:lnTo>
                  <a:lnTo>
                    <a:pt x="1110500" y="1524684"/>
                  </a:lnTo>
                  <a:lnTo>
                    <a:pt x="1110490" y="1524675"/>
                  </a:lnTo>
                  <a:lnTo>
                    <a:pt x="1110488" y="1524670"/>
                  </a:lnTo>
                  <a:lnTo>
                    <a:pt x="1110476" y="1524654"/>
                  </a:lnTo>
                  <a:lnTo>
                    <a:pt x="1110466" y="1524637"/>
                  </a:lnTo>
                  <a:lnTo>
                    <a:pt x="1110456" y="1524620"/>
                  </a:lnTo>
                  <a:lnTo>
                    <a:pt x="1110443" y="1524604"/>
                  </a:lnTo>
                  <a:lnTo>
                    <a:pt x="1110427" y="1524589"/>
                  </a:lnTo>
                  <a:lnTo>
                    <a:pt x="1110413" y="1524578"/>
                  </a:lnTo>
                  <a:lnTo>
                    <a:pt x="1110396" y="1524573"/>
                  </a:lnTo>
                  <a:lnTo>
                    <a:pt x="1110360" y="1524584"/>
                  </a:lnTo>
                  <a:lnTo>
                    <a:pt x="1110348" y="1524575"/>
                  </a:lnTo>
                  <a:lnTo>
                    <a:pt x="1110334" y="1524550"/>
                  </a:lnTo>
                  <a:lnTo>
                    <a:pt x="1110328" y="1524534"/>
                  </a:lnTo>
                  <a:lnTo>
                    <a:pt x="1110329" y="1524518"/>
                  </a:lnTo>
                  <a:lnTo>
                    <a:pt x="1110331" y="1524495"/>
                  </a:lnTo>
                  <a:lnTo>
                    <a:pt x="1110338" y="1524482"/>
                  </a:lnTo>
                  <a:lnTo>
                    <a:pt x="1110345" y="1524464"/>
                  </a:lnTo>
                  <a:lnTo>
                    <a:pt x="1110345" y="1524458"/>
                  </a:lnTo>
                  <a:lnTo>
                    <a:pt x="1110342" y="1524452"/>
                  </a:lnTo>
                  <a:lnTo>
                    <a:pt x="1110328" y="1524442"/>
                  </a:lnTo>
                  <a:lnTo>
                    <a:pt x="1110305" y="1524420"/>
                  </a:lnTo>
                  <a:lnTo>
                    <a:pt x="1110281" y="1524398"/>
                  </a:lnTo>
                  <a:lnTo>
                    <a:pt x="1110245" y="1524371"/>
                  </a:lnTo>
                  <a:lnTo>
                    <a:pt x="1110226" y="1524347"/>
                  </a:lnTo>
                  <a:lnTo>
                    <a:pt x="1110177" y="1524297"/>
                  </a:lnTo>
                  <a:lnTo>
                    <a:pt x="1110164" y="1524278"/>
                  </a:lnTo>
                  <a:lnTo>
                    <a:pt x="1110157" y="1524261"/>
                  </a:lnTo>
                  <a:lnTo>
                    <a:pt x="1110159" y="1524250"/>
                  </a:lnTo>
                  <a:lnTo>
                    <a:pt x="1110167" y="1524215"/>
                  </a:lnTo>
                  <a:lnTo>
                    <a:pt x="1110181" y="1524169"/>
                  </a:lnTo>
                  <a:lnTo>
                    <a:pt x="1110196" y="1524120"/>
                  </a:lnTo>
                  <a:lnTo>
                    <a:pt x="1110200" y="1524099"/>
                  </a:lnTo>
                  <a:lnTo>
                    <a:pt x="1110194" y="1524067"/>
                  </a:lnTo>
                  <a:lnTo>
                    <a:pt x="1110189" y="1524048"/>
                  </a:lnTo>
                  <a:lnTo>
                    <a:pt x="1110175" y="1524016"/>
                  </a:lnTo>
                  <a:lnTo>
                    <a:pt x="1110158" y="1524004"/>
                  </a:lnTo>
                  <a:lnTo>
                    <a:pt x="1110135" y="1523998"/>
                  </a:lnTo>
                  <a:lnTo>
                    <a:pt x="1110121" y="1523998"/>
                  </a:lnTo>
                  <a:lnTo>
                    <a:pt x="1110102" y="1523993"/>
                  </a:lnTo>
                  <a:lnTo>
                    <a:pt x="1110080" y="1523991"/>
                  </a:lnTo>
                  <a:lnTo>
                    <a:pt x="1110061" y="1523997"/>
                  </a:lnTo>
                  <a:lnTo>
                    <a:pt x="1110020" y="1524024"/>
                  </a:lnTo>
                  <a:lnTo>
                    <a:pt x="1109991" y="1524035"/>
                  </a:lnTo>
                  <a:lnTo>
                    <a:pt x="1109966" y="1524035"/>
                  </a:lnTo>
                  <a:lnTo>
                    <a:pt x="1109948" y="1524030"/>
                  </a:lnTo>
                  <a:lnTo>
                    <a:pt x="1109917" y="1524013"/>
                  </a:lnTo>
                  <a:lnTo>
                    <a:pt x="1109891" y="1523998"/>
                  </a:lnTo>
                  <a:lnTo>
                    <a:pt x="1109876" y="1523998"/>
                  </a:lnTo>
                  <a:lnTo>
                    <a:pt x="1109853" y="1524001"/>
                  </a:lnTo>
                  <a:lnTo>
                    <a:pt x="1109821" y="1524015"/>
                  </a:lnTo>
                  <a:lnTo>
                    <a:pt x="1109796" y="1524023"/>
                  </a:lnTo>
                  <a:lnTo>
                    <a:pt x="1109771" y="1524027"/>
                  </a:lnTo>
                  <a:lnTo>
                    <a:pt x="1109753" y="1524027"/>
                  </a:lnTo>
                  <a:lnTo>
                    <a:pt x="1109736" y="1524017"/>
                  </a:lnTo>
                  <a:lnTo>
                    <a:pt x="1109717" y="1524002"/>
                  </a:lnTo>
                  <a:lnTo>
                    <a:pt x="1109700" y="1523974"/>
                  </a:lnTo>
                  <a:lnTo>
                    <a:pt x="1109689" y="1523934"/>
                  </a:lnTo>
                  <a:lnTo>
                    <a:pt x="1109685" y="1523905"/>
                  </a:lnTo>
                  <a:lnTo>
                    <a:pt x="1109683" y="1523892"/>
                  </a:lnTo>
                  <a:lnTo>
                    <a:pt x="1109671" y="1523877"/>
                  </a:lnTo>
                  <a:lnTo>
                    <a:pt x="1109658" y="1523865"/>
                  </a:lnTo>
                  <a:lnTo>
                    <a:pt x="1109654" y="1523852"/>
                  </a:lnTo>
                  <a:lnTo>
                    <a:pt x="1109654" y="1523845"/>
                  </a:lnTo>
                  <a:lnTo>
                    <a:pt x="1109668" y="1523829"/>
                  </a:lnTo>
                  <a:lnTo>
                    <a:pt x="1109682" y="1523800"/>
                  </a:lnTo>
                  <a:lnTo>
                    <a:pt x="1109692" y="1523765"/>
                  </a:lnTo>
                  <a:lnTo>
                    <a:pt x="1109693" y="1523754"/>
                  </a:lnTo>
                  <a:lnTo>
                    <a:pt x="1109684" y="1523739"/>
                  </a:lnTo>
                  <a:lnTo>
                    <a:pt x="1109671" y="1523732"/>
                  </a:lnTo>
                  <a:lnTo>
                    <a:pt x="1109670" y="1523723"/>
                  </a:lnTo>
                  <a:lnTo>
                    <a:pt x="1109676" y="1523697"/>
                  </a:lnTo>
                  <a:lnTo>
                    <a:pt x="1109680" y="1523679"/>
                  </a:lnTo>
                  <a:lnTo>
                    <a:pt x="1109678" y="1523669"/>
                  </a:lnTo>
                  <a:lnTo>
                    <a:pt x="1109664" y="1523665"/>
                  </a:lnTo>
                  <a:lnTo>
                    <a:pt x="1109649" y="1523657"/>
                  </a:lnTo>
                  <a:lnTo>
                    <a:pt x="1109639" y="1523641"/>
                  </a:lnTo>
                  <a:lnTo>
                    <a:pt x="1109624" y="1523623"/>
                  </a:lnTo>
                  <a:lnTo>
                    <a:pt x="1109606" y="1523615"/>
                  </a:lnTo>
                  <a:lnTo>
                    <a:pt x="1109577" y="1523602"/>
                  </a:lnTo>
                  <a:lnTo>
                    <a:pt x="1109560" y="1523582"/>
                  </a:lnTo>
                  <a:lnTo>
                    <a:pt x="1109553" y="1523573"/>
                  </a:lnTo>
                  <a:lnTo>
                    <a:pt x="1109542" y="1523573"/>
                  </a:lnTo>
                  <a:lnTo>
                    <a:pt x="1109529" y="1523569"/>
                  </a:lnTo>
                  <a:lnTo>
                    <a:pt x="1109515" y="1523561"/>
                  </a:lnTo>
                  <a:lnTo>
                    <a:pt x="1109493" y="1523552"/>
                  </a:lnTo>
                  <a:lnTo>
                    <a:pt x="1109478" y="1523551"/>
                  </a:lnTo>
                  <a:lnTo>
                    <a:pt x="1109463" y="1523555"/>
                  </a:lnTo>
                  <a:lnTo>
                    <a:pt x="1109441" y="1523562"/>
                  </a:lnTo>
                  <a:lnTo>
                    <a:pt x="1109427" y="1523571"/>
                  </a:lnTo>
                  <a:lnTo>
                    <a:pt x="1109406" y="1523593"/>
                  </a:lnTo>
                  <a:lnTo>
                    <a:pt x="1109390" y="1523599"/>
                  </a:lnTo>
                  <a:lnTo>
                    <a:pt x="1109382" y="1523597"/>
                  </a:lnTo>
                  <a:lnTo>
                    <a:pt x="1109371" y="1523587"/>
                  </a:lnTo>
                  <a:lnTo>
                    <a:pt x="1109350" y="1523569"/>
                  </a:lnTo>
                  <a:lnTo>
                    <a:pt x="1109336" y="1523566"/>
                  </a:lnTo>
                  <a:lnTo>
                    <a:pt x="1109311" y="1523562"/>
                  </a:lnTo>
                  <a:lnTo>
                    <a:pt x="1109280" y="1523560"/>
                  </a:lnTo>
                  <a:lnTo>
                    <a:pt x="1109260" y="1523569"/>
                  </a:lnTo>
                  <a:lnTo>
                    <a:pt x="1109246" y="1523571"/>
                  </a:lnTo>
                  <a:lnTo>
                    <a:pt x="1109205" y="1523574"/>
                  </a:lnTo>
                  <a:lnTo>
                    <a:pt x="1109192" y="1523582"/>
                  </a:lnTo>
                  <a:lnTo>
                    <a:pt x="1109170" y="1523602"/>
                  </a:lnTo>
                  <a:lnTo>
                    <a:pt x="1109155" y="1523622"/>
                  </a:lnTo>
                  <a:lnTo>
                    <a:pt x="1109143" y="1523652"/>
                  </a:lnTo>
                  <a:lnTo>
                    <a:pt x="1109128" y="1523669"/>
                  </a:lnTo>
                  <a:lnTo>
                    <a:pt x="1109104" y="1523693"/>
                  </a:lnTo>
                  <a:lnTo>
                    <a:pt x="1109071" y="1523720"/>
                  </a:lnTo>
                  <a:lnTo>
                    <a:pt x="1109030" y="1523751"/>
                  </a:lnTo>
                  <a:lnTo>
                    <a:pt x="1109009" y="1523761"/>
                  </a:lnTo>
                  <a:lnTo>
                    <a:pt x="1108963" y="1523786"/>
                  </a:lnTo>
                  <a:lnTo>
                    <a:pt x="1108944" y="1523795"/>
                  </a:lnTo>
                  <a:lnTo>
                    <a:pt x="1108924" y="1523805"/>
                  </a:lnTo>
                  <a:lnTo>
                    <a:pt x="1108902" y="1523819"/>
                  </a:lnTo>
                  <a:lnTo>
                    <a:pt x="1108881" y="1523841"/>
                  </a:lnTo>
                  <a:lnTo>
                    <a:pt x="1108867" y="1523871"/>
                  </a:lnTo>
                  <a:lnTo>
                    <a:pt x="1108823" y="1523931"/>
                  </a:lnTo>
                  <a:lnTo>
                    <a:pt x="1108806" y="1523961"/>
                  </a:lnTo>
                  <a:lnTo>
                    <a:pt x="1108798" y="1523981"/>
                  </a:lnTo>
                  <a:lnTo>
                    <a:pt x="1108770" y="1524010"/>
                  </a:lnTo>
                  <a:lnTo>
                    <a:pt x="1108754" y="1524026"/>
                  </a:lnTo>
                  <a:lnTo>
                    <a:pt x="1108727" y="1524050"/>
                  </a:lnTo>
                  <a:lnTo>
                    <a:pt x="1108698" y="1524069"/>
                  </a:lnTo>
                  <a:lnTo>
                    <a:pt x="1108660" y="1524086"/>
                  </a:lnTo>
                  <a:lnTo>
                    <a:pt x="1108614" y="1524118"/>
                  </a:lnTo>
                  <a:lnTo>
                    <a:pt x="1108581" y="1524133"/>
                  </a:lnTo>
                  <a:lnTo>
                    <a:pt x="1108534" y="1524150"/>
                  </a:lnTo>
                  <a:lnTo>
                    <a:pt x="1108524" y="1524166"/>
                  </a:lnTo>
                  <a:lnTo>
                    <a:pt x="1108520" y="1524184"/>
                  </a:lnTo>
                  <a:lnTo>
                    <a:pt x="1108520" y="1524210"/>
                  </a:lnTo>
                  <a:lnTo>
                    <a:pt x="1108515" y="1524234"/>
                  </a:lnTo>
                  <a:lnTo>
                    <a:pt x="1108506" y="1524257"/>
                  </a:lnTo>
                  <a:lnTo>
                    <a:pt x="1108497" y="1524316"/>
                  </a:lnTo>
                  <a:lnTo>
                    <a:pt x="1108497" y="1524364"/>
                  </a:lnTo>
                  <a:lnTo>
                    <a:pt x="1108489" y="1524391"/>
                  </a:lnTo>
                  <a:lnTo>
                    <a:pt x="1108476" y="1524408"/>
                  </a:lnTo>
                  <a:lnTo>
                    <a:pt x="1108461" y="1524416"/>
                  </a:lnTo>
                  <a:lnTo>
                    <a:pt x="1108443" y="1524419"/>
                  </a:lnTo>
                  <a:lnTo>
                    <a:pt x="1108413" y="1524427"/>
                  </a:lnTo>
                  <a:lnTo>
                    <a:pt x="1108368" y="1524439"/>
                  </a:lnTo>
                  <a:lnTo>
                    <a:pt x="1108344" y="1524448"/>
                  </a:lnTo>
                  <a:lnTo>
                    <a:pt x="1108331" y="1524460"/>
                  </a:lnTo>
                  <a:lnTo>
                    <a:pt x="1108310" y="1524471"/>
                  </a:lnTo>
                  <a:lnTo>
                    <a:pt x="1108271" y="1524482"/>
                  </a:lnTo>
                  <a:lnTo>
                    <a:pt x="1108251" y="1524497"/>
                  </a:lnTo>
                  <a:lnTo>
                    <a:pt x="1108240" y="1524517"/>
                  </a:lnTo>
                  <a:lnTo>
                    <a:pt x="1108234" y="1524536"/>
                  </a:lnTo>
                  <a:lnTo>
                    <a:pt x="1108236" y="1524545"/>
                  </a:lnTo>
                  <a:lnTo>
                    <a:pt x="1108248" y="1524563"/>
                  </a:lnTo>
                  <a:lnTo>
                    <a:pt x="1108252" y="1524581"/>
                  </a:lnTo>
                  <a:lnTo>
                    <a:pt x="1108250" y="1524595"/>
                  </a:lnTo>
                  <a:lnTo>
                    <a:pt x="1108240" y="1524598"/>
                  </a:lnTo>
                  <a:lnTo>
                    <a:pt x="1108215" y="1524596"/>
                  </a:lnTo>
                  <a:lnTo>
                    <a:pt x="1108170" y="1524616"/>
                  </a:lnTo>
                  <a:lnTo>
                    <a:pt x="1108138" y="1524636"/>
                  </a:lnTo>
                  <a:lnTo>
                    <a:pt x="1108104" y="1524645"/>
                  </a:lnTo>
                  <a:lnTo>
                    <a:pt x="1108060" y="1524657"/>
                  </a:lnTo>
                  <a:lnTo>
                    <a:pt x="1108030" y="1524661"/>
                  </a:lnTo>
                  <a:lnTo>
                    <a:pt x="1108000" y="1524665"/>
                  </a:lnTo>
                  <a:lnTo>
                    <a:pt x="1107979" y="1524674"/>
                  </a:lnTo>
                  <a:lnTo>
                    <a:pt x="1107958" y="1524679"/>
                  </a:lnTo>
                  <a:lnTo>
                    <a:pt x="1107941" y="1524679"/>
                  </a:lnTo>
                  <a:lnTo>
                    <a:pt x="1107922" y="1524671"/>
                  </a:lnTo>
                  <a:lnTo>
                    <a:pt x="1107896" y="1524655"/>
                  </a:lnTo>
                  <a:lnTo>
                    <a:pt x="1107867" y="1524634"/>
                  </a:lnTo>
                  <a:lnTo>
                    <a:pt x="1107849" y="1524630"/>
                  </a:lnTo>
                  <a:lnTo>
                    <a:pt x="1107836" y="1524630"/>
                  </a:lnTo>
                  <a:lnTo>
                    <a:pt x="1107823" y="1524642"/>
                  </a:lnTo>
                  <a:lnTo>
                    <a:pt x="1107792" y="1524673"/>
                  </a:lnTo>
                  <a:lnTo>
                    <a:pt x="1107755" y="1524708"/>
                  </a:lnTo>
                  <a:lnTo>
                    <a:pt x="1107718" y="1524743"/>
                  </a:lnTo>
                  <a:lnTo>
                    <a:pt x="1107709" y="1524748"/>
                  </a:lnTo>
                  <a:lnTo>
                    <a:pt x="1107693" y="1524751"/>
                  </a:lnTo>
                  <a:lnTo>
                    <a:pt x="1107656" y="1524757"/>
                  </a:lnTo>
                  <a:lnTo>
                    <a:pt x="1107618" y="1524771"/>
                  </a:lnTo>
                  <a:lnTo>
                    <a:pt x="1107602" y="1524802"/>
                  </a:lnTo>
                  <a:lnTo>
                    <a:pt x="1107592" y="1524830"/>
                  </a:lnTo>
                  <a:lnTo>
                    <a:pt x="1107592" y="1524848"/>
                  </a:lnTo>
                  <a:lnTo>
                    <a:pt x="1107593" y="1524874"/>
                  </a:lnTo>
                  <a:lnTo>
                    <a:pt x="1107589" y="1524903"/>
                  </a:lnTo>
                  <a:lnTo>
                    <a:pt x="1107585" y="1524917"/>
                  </a:lnTo>
                  <a:lnTo>
                    <a:pt x="1107584" y="1524942"/>
                  </a:lnTo>
                  <a:lnTo>
                    <a:pt x="1107580" y="1524980"/>
                  </a:lnTo>
                  <a:lnTo>
                    <a:pt x="1107583" y="1524994"/>
                  </a:lnTo>
                  <a:lnTo>
                    <a:pt x="1107584" y="1525011"/>
                  </a:lnTo>
                  <a:lnTo>
                    <a:pt x="1107567" y="1525054"/>
                  </a:lnTo>
                  <a:lnTo>
                    <a:pt x="1107561" y="1525073"/>
                  </a:lnTo>
                  <a:lnTo>
                    <a:pt x="1107561" y="1525092"/>
                  </a:lnTo>
                  <a:lnTo>
                    <a:pt x="1107554" y="1525110"/>
                  </a:lnTo>
                  <a:lnTo>
                    <a:pt x="1107550" y="1525115"/>
                  </a:lnTo>
                  <a:lnTo>
                    <a:pt x="1107549" y="1525108"/>
                  </a:lnTo>
                  <a:lnTo>
                    <a:pt x="1107534" y="1525095"/>
                  </a:lnTo>
                  <a:lnTo>
                    <a:pt x="1107509" y="1525079"/>
                  </a:lnTo>
                  <a:lnTo>
                    <a:pt x="1107483" y="1525063"/>
                  </a:lnTo>
                  <a:lnTo>
                    <a:pt x="1107448" y="1525056"/>
                  </a:lnTo>
                  <a:lnTo>
                    <a:pt x="1107406" y="1525046"/>
                  </a:lnTo>
                  <a:lnTo>
                    <a:pt x="1107385" y="1525034"/>
                  </a:lnTo>
                  <a:lnTo>
                    <a:pt x="1107362" y="1525017"/>
                  </a:lnTo>
                  <a:lnTo>
                    <a:pt x="1107323" y="1524983"/>
                  </a:lnTo>
                  <a:lnTo>
                    <a:pt x="1107287" y="1524948"/>
                  </a:lnTo>
                  <a:lnTo>
                    <a:pt x="1107262" y="1524931"/>
                  </a:lnTo>
                  <a:lnTo>
                    <a:pt x="1107242" y="1524920"/>
                  </a:lnTo>
                  <a:lnTo>
                    <a:pt x="1107227" y="1524908"/>
                  </a:lnTo>
                  <a:lnTo>
                    <a:pt x="1107210" y="1524885"/>
                  </a:lnTo>
                  <a:lnTo>
                    <a:pt x="1107181" y="1524855"/>
                  </a:lnTo>
                  <a:lnTo>
                    <a:pt x="1107146" y="1524824"/>
                  </a:lnTo>
                  <a:lnTo>
                    <a:pt x="1107124" y="1524817"/>
                  </a:lnTo>
                  <a:lnTo>
                    <a:pt x="1107102" y="1524824"/>
                  </a:lnTo>
                  <a:lnTo>
                    <a:pt x="1107068" y="1524840"/>
                  </a:lnTo>
                  <a:lnTo>
                    <a:pt x="1107041" y="1524852"/>
                  </a:lnTo>
                  <a:lnTo>
                    <a:pt x="1107001" y="1524863"/>
                  </a:lnTo>
                  <a:lnTo>
                    <a:pt x="1106979" y="1524871"/>
                  </a:lnTo>
                  <a:lnTo>
                    <a:pt x="1106965" y="1524880"/>
                  </a:lnTo>
                  <a:lnTo>
                    <a:pt x="1106946" y="1524895"/>
                  </a:lnTo>
                  <a:lnTo>
                    <a:pt x="1106933" y="1524899"/>
                  </a:lnTo>
                  <a:lnTo>
                    <a:pt x="1106902" y="1524903"/>
                  </a:lnTo>
                  <a:lnTo>
                    <a:pt x="1106855" y="1524902"/>
                  </a:lnTo>
                  <a:lnTo>
                    <a:pt x="1106821" y="1524903"/>
                  </a:lnTo>
                  <a:lnTo>
                    <a:pt x="1106800" y="1524907"/>
                  </a:lnTo>
                  <a:lnTo>
                    <a:pt x="1106769" y="1524910"/>
                  </a:lnTo>
                  <a:lnTo>
                    <a:pt x="1106752" y="1524910"/>
                  </a:lnTo>
                  <a:lnTo>
                    <a:pt x="1106736" y="1524902"/>
                  </a:lnTo>
                  <a:lnTo>
                    <a:pt x="1106719" y="1524903"/>
                  </a:lnTo>
                  <a:lnTo>
                    <a:pt x="1106703" y="1524909"/>
                  </a:lnTo>
                  <a:lnTo>
                    <a:pt x="1106690" y="1524921"/>
                  </a:lnTo>
                  <a:lnTo>
                    <a:pt x="1106680" y="1524937"/>
                  </a:lnTo>
                  <a:lnTo>
                    <a:pt x="1106674" y="1524962"/>
                  </a:lnTo>
                  <a:lnTo>
                    <a:pt x="1106674" y="1524971"/>
                  </a:lnTo>
                  <a:lnTo>
                    <a:pt x="1106679" y="1525002"/>
                  </a:lnTo>
                  <a:lnTo>
                    <a:pt x="1106682" y="1525026"/>
                  </a:lnTo>
                  <a:lnTo>
                    <a:pt x="1106680" y="1525037"/>
                  </a:lnTo>
                  <a:lnTo>
                    <a:pt x="1106664" y="1525059"/>
                  </a:lnTo>
                  <a:lnTo>
                    <a:pt x="1106646" y="1525077"/>
                  </a:lnTo>
                  <a:lnTo>
                    <a:pt x="1106642" y="1525093"/>
                  </a:lnTo>
                  <a:lnTo>
                    <a:pt x="1106644" y="1525114"/>
                  </a:lnTo>
                  <a:lnTo>
                    <a:pt x="1106650" y="1525154"/>
                  </a:lnTo>
                  <a:lnTo>
                    <a:pt x="1106645" y="1525179"/>
                  </a:lnTo>
                  <a:lnTo>
                    <a:pt x="1106633" y="1525217"/>
                  </a:lnTo>
                  <a:lnTo>
                    <a:pt x="1106615" y="1525242"/>
                  </a:lnTo>
                  <a:lnTo>
                    <a:pt x="1106599" y="1525256"/>
                  </a:lnTo>
                  <a:lnTo>
                    <a:pt x="1106571" y="1525269"/>
                  </a:lnTo>
                  <a:lnTo>
                    <a:pt x="1106538" y="1525278"/>
                  </a:lnTo>
                  <a:lnTo>
                    <a:pt x="1106512" y="1525292"/>
                  </a:lnTo>
                  <a:lnTo>
                    <a:pt x="1106480" y="1525307"/>
                  </a:lnTo>
                  <a:lnTo>
                    <a:pt x="1106463" y="1525309"/>
                  </a:lnTo>
                  <a:lnTo>
                    <a:pt x="1106450" y="1525307"/>
                  </a:lnTo>
                  <a:lnTo>
                    <a:pt x="1106433" y="1525298"/>
                  </a:lnTo>
                  <a:lnTo>
                    <a:pt x="1106405" y="1525278"/>
                  </a:lnTo>
                  <a:lnTo>
                    <a:pt x="1106375" y="1525251"/>
                  </a:lnTo>
                  <a:lnTo>
                    <a:pt x="1106360" y="1525234"/>
                  </a:lnTo>
                  <a:lnTo>
                    <a:pt x="1106355" y="1525233"/>
                  </a:lnTo>
                  <a:lnTo>
                    <a:pt x="1106342" y="1525240"/>
                  </a:lnTo>
                  <a:lnTo>
                    <a:pt x="1106325" y="1525248"/>
                  </a:lnTo>
                  <a:lnTo>
                    <a:pt x="1106308" y="1525250"/>
                  </a:lnTo>
                  <a:lnTo>
                    <a:pt x="1106278" y="1525250"/>
                  </a:lnTo>
                  <a:lnTo>
                    <a:pt x="1106252" y="1525258"/>
                  </a:lnTo>
                  <a:lnTo>
                    <a:pt x="1106200" y="1525297"/>
                  </a:lnTo>
                  <a:lnTo>
                    <a:pt x="1106172" y="1525310"/>
                  </a:lnTo>
                  <a:lnTo>
                    <a:pt x="1106146" y="1525322"/>
                  </a:lnTo>
                  <a:lnTo>
                    <a:pt x="1106121" y="1525324"/>
                  </a:lnTo>
                  <a:lnTo>
                    <a:pt x="1106090" y="1525322"/>
                  </a:lnTo>
                  <a:lnTo>
                    <a:pt x="1106069" y="1525327"/>
                  </a:lnTo>
                  <a:lnTo>
                    <a:pt x="1106044" y="1525331"/>
                  </a:lnTo>
                  <a:lnTo>
                    <a:pt x="1106028" y="1525329"/>
                  </a:lnTo>
                  <a:lnTo>
                    <a:pt x="1106011" y="1525327"/>
                  </a:lnTo>
                  <a:lnTo>
                    <a:pt x="1105978" y="1525329"/>
                  </a:lnTo>
                  <a:lnTo>
                    <a:pt x="1105933" y="1525329"/>
                  </a:lnTo>
                  <a:lnTo>
                    <a:pt x="1105920" y="1525323"/>
                  </a:lnTo>
                  <a:lnTo>
                    <a:pt x="1105893" y="1525313"/>
                  </a:lnTo>
                  <a:lnTo>
                    <a:pt x="1105879" y="1525309"/>
                  </a:lnTo>
                  <a:lnTo>
                    <a:pt x="1105866" y="1525309"/>
                  </a:lnTo>
                  <a:lnTo>
                    <a:pt x="1105840" y="1525314"/>
                  </a:lnTo>
                  <a:lnTo>
                    <a:pt x="1105808" y="1525318"/>
                  </a:lnTo>
                  <a:lnTo>
                    <a:pt x="1105785" y="1525324"/>
                  </a:lnTo>
                  <a:lnTo>
                    <a:pt x="1105753" y="1525331"/>
                  </a:lnTo>
                  <a:lnTo>
                    <a:pt x="1105732" y="1525331"/>
                  </a:lnTo>
                  <a:lnTo>
                    <a:pt x="1105701" y="1525300"/>
                  </a:lnTo>
                  <a:lnTo>
                    <a:pt x="1105682" y="1525289"/>
                  </a:lnTo>
                  <a:lnTo>
                    <a:pt x="1105647" y="1525287"/>
                  </a:lnTo>
                  <a:lnTo>
                    <a:pt x="1105619" y="1525281"/>
                  </a:lnTo>
                  <a:lnTo>
                    <a:pt x="1105607" y="1525278"/>
                  </a:lnTo>
                  <a:lnTo>
                    <a:pt x="1105592" y="1525265"/>
                  </a:lnTo>
                  <a:lnTo>
                    <a:pt x="1105576" y="1525243"/>
                  </a:lnTo>
                  <a:lnTo>
                    <a:pt x="1105564" y="1525228"/>
                  </a:lnTo>
                  <a:lnTo>
                    <a:pt x="1105553" y="1525222"/>
                  </a:lnTo>
                  <a:lnTo>
                    <a:pt x="1105528" y="1525222"/>
                  </a:lnTo>
                  <a:lnTo>
                    <a:pt x="1105499" y="1525216"/>
                  </a:lnTo>
                  <a:lnTo>
                    <a:pt x="1105454" y="1525204"/>
                  </a:lnTo>
                  <a:lnTo>
                    <a:pt x="1105415" y="1525186"/>
                  </a:lnTo>
                  <a:lnTo>
                    <a:pt x="1105402" y="1525183"/>
                  </a:lnTo>
                  <a:lnTo>
                    <a:pt x="1105381" y="1525179"/>
                  </a:lnTo>
                  <a:lnTo>
                    <a:pt x="1105345" y="1525169"/>
                  </a:lnTo>
                  <a:lnTo>
                    <a:pt x="1105300" y="1525144"/>
                  </a:lnTo>
                  <a:lnTo>
                    <a:pt x="1105273" y="1525123"/>
                  </a:lnTo>
                  <a:lnTo>
                    <a:pt x="1105264" y="1525122"/>
                  </a:lnTo>
                  <a:lnTo>
                    <a:pt x="1105233" y="1525122"/>
                  </a:lnTo>
                  <a:lnTo>
                    <a:pt x="1105201" y="1525124"/>
                  </a:lnTo>
                  <a:lnTo>
                    <a:pt x="1105188" y="1525122"/>
                  </a:lnTo>
                  <a:lnTo>
                    <a:pt x="1105167" y="1525107"/>
                  </a:lnTo>
                  <a:lnTo>
                    <a:pt x="1105142" y="1525100"/>
                  </a:lnTo>
                  <a:lnTo>
                    <a:pt x="1105118" y="1525095"/>
                  </a:lnTo>
                  <a:lnTo>
                    <a:pt x="1105081" y="1525077"/>
                  </a:lnTo>
                  <a:lnTo>
                    <a:pt x="1105058" y="1525072"/>
                  </a:lnTo>
                  <a:lnTo>
                    <a:pt x="1105047" y="1525057"/>
                  </a:lnTo>
                  <a:lnTo>
                    <a:pt x="1105042" y="1525035"/>
                  </a:lnTo>
                  <a:lnTo>
                    <a:pt x="1105037" y="1525013"/>
                  </a:lnTo>
                  <a:lnTo>
                    <a:pt x="1105032" y="1525010"/>
                  </a:lnTo>
                  <a:lnTo>
                    <a:pt x="1105026" y="1525012"/>
                  </a:lnTo>
                  <a:lnTo>
                    <a:pt x="1105014" y="1525019"/>
                  </a:lnTo>
                  <a:lnTo>
                    <a:pt x="1104989" y="1525032"/>
                  </a:lnTo>
                  <a:lnTo>
                    <a:pt x="1104967" y="1525036"/>
                  </a:lnTo>
                  <a:lnTo>
                    <a:pt x="1104935" y="1525028"/>
                  </a:lnTo>
                  <a:lnTo>
                    <a:pt x="1104875" y="1525001"/>
                  </a:lnTo>
                  <a:lnTo>
                    <a:pt x="1104815" y="1524981"/>
                  </a:lnTo>
                  <a:lnTo>
                    <a:pt x="1104778" y="1524976"/>
                  </a:lnTo>
                  <a:lnTo>
                    <a:pt x="1104751" y="1524980"/>
                  </a:lnTo>
                  <a:lnTo>
                    <a:pt x="1104723" y="1524990"/>
                  </a:lnTo>
                  <a:lnTo>
                    <a:pt x="1104695" y="1525002"/>
                  </a:lnTo>
                  <a:lnTo>
                    <a:pt x="1104676" y="1525006"/>
                  </a:lnTo>
                  <a:lnTo>
                    <a:pt x="1104645" y="1525006"/>
                  </a:lnTo>
                  <a:lnTo>
                    <a:pt x="1104596" y="1525000"/>
                  </a:lnTo>
                  <a:lnTo>
                    <a:pt x="1104561" y="1524992"/>
                  </a:lnTo>
                  <a:lnTo>
                    <a:pt x="1104535" y="1524986"/>
                  </a:lnTo>
                  <a:lnTo>
                    <a:pt x="1104533" y="1524992"/>
                  </a:lnTo>
                  <a:lnTo>
                    <a:pt x="1104530" y="1525000"/>
                  </a:lnTo>
                  <a:lnTo>
                    <a:pt x="1104530" y="1525023"/>
                  </a:lnTo>
                  <a:lnTo>
                    <a:pt x="1104535" y="1525073"/>
                  </a:lnTo>
                  <a:lnTo>
                    <a:pt x="1104536" y="1525114"/>
                  </a:lnTo>
                  <a:lnTo>
                    <a:pt x="1104530" y="1525161"/>
                  </a:lnTo>
                  <a:lnTo>
                    <a:pt x="1104517" y="1525195"/>
                  </a:lnTo>
                  <a:lnTo>
                    <a:pt x="1104499" y="1525213"/>
                  </a:lnTo>
                  <a:lnTo>
                    <a:pt x="1104494" y="1525225"/>
                  </a:lnTo>
                  <a:lnTo>
                    <a:pt x="1104455" y="1525341"/>
                  </a:lnTo>
                  <a:lnTo>
                    <a:pt x="1104434" y="1525399"/>
                  </a:lnTo>
                  <a:lnTo>
                    <a:pt x="1104431" y="1525419"/>
                  </a:lnTo>
                  <a:lnTo>
                    <a:pt x="1104425" y="1525454"/>
                  </a:lnTo>
                  <a:lnTo>
                    <a:pt x="1104413" y="1525505"/>
                  </a:lnTo>
                  <a:lnTo>
                    <a:pt x="1104400" y="1525528"/>
                  </a:lnTo>
                  <a:lnTo>
                    <a:pt x="1104380" y="1525563"/>
                  </a:lnTo>
                  <a:lnTo>
                    <a:pt x="1104365" y="1525581"/>
                  </a:lnTo>
                  <a:lnTo>
                    <a:pt x="1104346" y="1525594"/>
                  </a:lnTo>
                  <a:lnTo>
                    <a:pt x="1104319" y="1525606"/>
                  </a:lnTo>
                  <a:lnTo>
                    <a:pt x="1104305" y="1525609"/>
                  </a:lnTo>
                  <a:lnTo>
                    <a:pt x="1104289" y="1525609"/>
                  </a:lnTo>
                  <a:lnTo>
                    <a:pt x="1104253" y="1525598"/>
                  </a:lnTo>
                  <a:lnTo>
                    <a:pt x="1104204" y="1525577"/>
                  </a:lnTo>
                  <a:lnTo>
                    <a:pt x="1104152" y="1525552"/>
                  </a:lnTo>
                  <a:lnTo>
                    <a:pt x="1104102" y="1525532"/>
                  </a:lnTo>
                  <a:lnTo>
                    <a:pt x="1104041" y="1525504"/>
                  </a:lnTo>
                  <a:lnTo>
                    <a:pt x="1104009" y="1525484"/>
                  </a:lnTo>
                  <a:lnTo>
                    <a:pt x="1103949" y="1525445"/>
                  </a:lnTo>
                  <a:lnTo>
                    <a:pt x="1103903" y="1525419"/>
                  </a:lnTo>
                  <a:lnTo>
                    <a:pt x="1103878" y="1525413"/>
                  </a:lnTo>
                  <a:lnTo>
                    <a:pt x="1103857" y="1525413"/>
                  </a:lnTo>
                  <a:lnTo>
                    <a:pt x="1103826" y="1525412"/>
                  </a:lnTo>
                  <a:lnTo>
                    <a:pt x="1103801" y="1525410"/>
                  </a:lnTo>
                  <a:lnTo>
                    <a:pt x="1103771" y="1525404"/>
                  </a:lnTo>
                  <a:lnTo>
                    <a:pt x="1103751" y="1525396"/>
                  </a:lnTo>
                  <a:lnTo>
                    <a:pt x="1103727" y="1525396"/>
                  </a:lnTo>
                  <a:lnTo>
                    <a:pt x="1103702" y="1525397"/>
                  </a:lnTo>
                  <a:lnTo>
                    <a:pt x="1103687" y="1525390"/>
                  </a:lnTo>
                  <a:lnTo>
                    <a:pt x="1103671" y="1525380"/>
                  </a:lnTo>
                  <a:lnTo>
                    <a:pt x="1103652" y="1525372"/>
                  </a:lnTo>
                  <a:lnTo>
                    <a:pt x="1103621" y="1525351"/>
                  </a:lnTo>
                  <a:lnTo>
                    <a:pt x="1103602" y="1525337"/>
                  </a:lnTo>
                  <a:lnTo>
                    <a:pt x="1103584" y="1525332"/>
                  </a:lnTo>
                  <a:lnTo>
                    <a:pt x="1103561" y="1525312"/>
                  </a:lnTo>
                  <a:lnTo>
                    <a:pt x="1103548" y="1525303"/>
                  </a:lnTo>
                  <a:lnTo>
                    <a:pt x="1103529" y="1525303"/>
                  </a:lnTo>
                  <a:lnTo>
                    <a:pt x="1103520" y="1525305"/>
                  </a:lnTo>
                  <a:lnTo>
                    <a:pt x="1103511" y="1525330"/>
                  </a:lnTo>
                  <a:lnTo>
                    <a:pt x="1103480" y="1525388"/>
                  </a:lnTo>
                  <a:lnTo>
                    <a:pt x="1103458" y="1525425"/>
                  </a:lnTo>
                  <a:lnTo>
                    <a:pt x="1103440" y="1525451"/>
                  </a:lnTo>
                  <a:lnTo>
                    <a:pt x="1103426" y="1525461"/>
                  </a:lnTo>
                  <a:lnTo>
                    <a:pt x="1103413" y="1525469"/>
                  </a:lnTo>
                  <a:lnTo>
                    <a:pt x="1103403" y="1525469"/>
                  </a:lnTo>
                  <a:lnTo>
                    <a:pt x="1103381" y="1525454"/>
                  </a:lnTo>
                  <a:lnTo>
                    <a:pt x="1103349" y="1525431"/>
                  </a:lnTo>
                  <a:lnTo>
                    <a:pt x="1103317" y="1525413"/>
                  </a:lnTo>
                  <a:lnTo>
                    <a:pt x="1103280" y="1525393"/>
                  </a:lnTo>
                  <a:lnTo>
                    <a:pt x="1103247" y="1525371"/>
                  </a:lnTo>
                  <a:lnTo>
                    <a:pt x="1103202" y="1525354"/>
                  </a:lnTo>
                  <a:lnTo>
                    <a:pt x="1103171" y="1525348"/>
                  </a:lnTo>
                  <a:lnTo>
                    <a:pt x="1103143" y="1525350"/>
                  </a:lnTo>
                  <a:lnTo>
                    <a:pt x="1103121" y="1525359"/>
                  </a:lnTo>
                  <a:lnTo>
                    <a:pt x="1103104" y="1525375"/>
                  </a:lnTo>
                  <a:lnTo>
                    <a:pt x="1103079" y="1525388"/>
                  </a:lnTo>
                  <a:lnTo>
                    <a:pt x="1103057" y="1525395"/>
                  </a:lnTo>
                  <a:lnTo>
                    <a:pt x="1103035" y="1525408"/>
                  </a:lnTo>
                  <a:lnTo>
                    <a:pt x="1103019" y="1525427"/>
                  </a:lnTo>
                  <a:lnTo>
                    <a:pt x="1103004" y="1525455"/>
                  </a:lnTo>
                  <a:lnTo>
                    <a:pt x="1102995" y="1525470"/>
                  </a:lnTo>
                  <a:lnTo>
                    <a:pt x="1102974" y="1525487"/>
                  </a:lnTo>
                  <a:lnTo>
                    <a:pt x="1102948" y="1525514"/>
                  </a:lnTo>
                  <a:lnTo>
                    <a:pt x="1102922" y="1525525"/>
                  </a:lnTo>
                  <a:lnTo>
                    <a:pt x="1102900" y="1525535"/>
                  </a:lnTo>
                  <a:lnTo>
                    <a:pt x="1102883" y="1525535"/>
                  </a:lnTo>
                  <a:lnTo>
                    <a:pt x="1102867" y="1525524"/>
                  </a:lnTo>
                  <a:lnTo>
                    <a:pt x="1102840" y="1525500"/>
                  </a:lnTo>
                  <a:lnTo>
                    <a:pt x="1102817" y="1525470"/>
                  </a:lnTo>
                  <a:lnTo>
                    <a:pt x="1102800" y="1525432"/>
                  </a:lnTo>
                  <a:lnTo>
                    <a:pt x="1102789" y="1525409"/>
                  </a:lnTo>
                  <a:lnTo>
                    <a:pt x="1102778" y="1525396"/>
                  </a:lnTo>
                  <a:lnTo>
                    <a:pt x="1102764" y="1525393"/>
                  </a:lnTo>
                  <a:lnTo>
                    <a:pt x="1102747" y="1525392"/>
                  </a:lnTo>
                  <a:lnTo>
                    <a:pt x="1102735" y="1525391"/>
                  </a:lnTo>
                  <a:lnTo>
                    <a:pt x="1102728" y="1525384"/>
                  </a:lnTo>
                  <a:lnTo>
                    <a:pt x="1102721" y="1525370"/>
                  </a:lnTo>
                  <a:lnTo>
                    <a:pt x="1102711" y="1525341"/>
                  </a:lnTo>
                  <a:lnTo>
                    <a:pt x="1102693" y="1525309"/>
                  </a:lnTo>
                  <a:lnTo>
                    <a:pt x="1102676" y="1525279"/>
                  </a:lnTo>
                  <a:lnTo>
                    <a:pt x="1102664" y="1525262"/>
                  </a:lnTo>
                  <a:lnTo>
                    <a:pt x="1102645" y="1525250"/>
                  </a:lnTo>
                  <a:lnTo>
                    <a:pt x="1102630" y="1525235"/>
                  </a:lnTo>
                  <a:lnTo>
                    <a:pt x="1102611" y="1525225"/>
                  </a:lnTo>
                  <a:lnTo>
                    <a:pt x="1102586" y="1525210"/>
                  </a:lnTo>
                  <a:lnTo>
                    <a:pt x="1102572" y="1525192"/>
                  </a:lnTo>
                  <a:lnTo>
                    <a:pt x="1102563" y="1525165"/>
                  </a:lnTo>
                  <a:lnTo>
                    <a:pt x="1102550" y="1525150"/>
                  </a:lnTo>
                  <a:lnTo>
                    <a:pt x="1102538" y="1525145"/>
                  </a:lnTo>
                  <a:lnTo>
                    <a:pt x="1102507" y="1525140"/>
                  </a:lnTo>
                  <a:lnTo>
                    <a:pt x="1102475" y="1525139"/>
                  </a:lnTo>
                  <a:lnTo>
                    <a:pt x="1102449" y="1525151"/>
                  </a:lnTo>
                  <a:lnTo>
                    <a:pt x="1102416" y="1525170"/>
                  </a:lnTo>
                  <a:lnTo>
                    <a:pt x="1102398" y="1525175"/>
                  </a:lnTo>
                  <a:lnTo>
                    <a:pt x="1102374" y="1525179"/>
                  </a:lnTo>
                  <a:lnTo>
                    <a:pt x="1102339" y="1525176"/>
                  </a:lnTo>
                  <a:lnTo>
                    <a:pt x="1102315" y="1525180"/>
                  </a:lnTo>
                  <a:lnTo>
                    <a:pt x="1102293" y="1525188"/>
                  </a:lnTo>
                  <a:lnTo>
                    <a:pt x="1102281" y="1525206"/>
                  </a:lnTo>
                  <a:lnTo>
                    <a:pt x="1102269" y="1525215"/>
                  </a:lnTo>
                  <a:lnTo>
                    <a:pt x="1102256" y="1525217"/>
                  </a:lnTo>
                  <a:lnTo>
                    <a:pt x="1102251" y="1525220"/>
                  </a:lnTo>
                  <a:lnTo>
                    <a:pt x="1102235" y="1525220"/>
                  </a:lnTo>
                  <a:lnTo>
                    <a:pt x="1102219" y="1525223"/>
                  </a:lnTo>
                  <a:lnTo>
                    <a:pt x="1102171" y="1525239"/>
                  </a:lnTo>
                  <a:lnTo>
                    <a:pt x="1102155" y="1525245"/>
                  </a:lnTo>
                  <a:lnTo>
                    <a:pt x="1102139" y="1525246"/>
                  </a:lnTo>
                  <a:lnTo>
                    <a:pt x="1102124" y="1525246"/>
                  </a:lnTo>
                  <a:lnTo>
                    <a:pt x="1102108" y="1525243"/>
                  </a:lnTo>
                  <a:lnTo>
                    <a:pt x="1102100" y="1525247"/>
                  </a:lnTo>
                  <a:lnTo>
                    <a:pt x="1102075" y="1525251"/>
                  </a:lnTo>
                  <a:lnTo>
                    <a:pt x="1102053" y="1525251"/>
                  </a:lnTo>
                  <a:lnTo>
                    <a:pt x="1102034" y="1525251"/>
                  </a:lnTo>
                  <a:lnTo>
                    <a:pt x="1102026" y="1525244"/>
                  </a:lnTo>
                  <a:lnTo>
                    <a:pt x="1102007" y="1525228"/>
                  </a:lnTo>
                  <a:lnTo>
                    <a:pt x="1101991" y="1525211"/>
                  </a:lnTo>
                  <a:lnTo>
                    <a:pt x="1101974" y="1525204"/>
                  </a:lnTo>
                  <a:lnTo>
                    <a:pt x="1101951" y="1525184"/>
                  </a:lnTo>
                  <a:lnTo>
                    <a:pt x="1101935" y="1525164"/>
                  </a:lnTo>
                  <a:lnTo>
                    <a:pt x="1101925" y="1525141"/>
                  </a:lnTo>
                  <a:lnTo>
                    <a:pt x="1101914" y="1525112"/>
                  </a:lnTo>
                  <a:lnTo>
                    <a:pt x="1101908" y="1525105"/>
                  </a:lnTo>
                  <a:lnTo>
                    <a:pt x="1101892" y="1525104"/>
                  </a:lnTo>
                  <a:lnTo>
                    <a:pt x="1101874" y="1525115"/>
                  </a:lnTo>
                  <a:lnTo>
                    <a:pt x="1101863" y="1525124"/>
                  </a:lnTo>
                  <a:lnTo>
                    <a:pt x="1101847" y="1525139"/>
                  </a:lnTo>
                  <a:lnTo>
                    <a:pt x="1101837" y="1525144"/>
                  </a:lnTo>
                  <a:lnTo>
                    <a:pt x="1101832" y="1525144"/>
                  </a:lnTo>
                  <a:lnTo>
                    <a:pt x="1101825" y="1525146"/>
                  </a:lnTo>
                  <a:lnTo>
                    <a:pt x="1101816" y="1525145"/>
                  </a:lnTo>
                  <a:lnTo>
                    <a:pt x="1101806" y="1525143"/>
                  </a:lnTo>
                  <a:lnTo>
                    <a:pt x="1101799" y="1525103"/>
                  </a:lnTo>
                  <a:lnTo>
                    <a:pt x="1101794" y="1525089"/>
                  </a:lnTo>
                  <a:lnTo>
                    <a:pt x="1101789" y="1525073"/>
                  </a:lnTo>
                  <a:lnTo>
                    <a:pt x="1101780" y="1525056"/>
                  </a:lnTo>
                  <a:lnTo>
                    <a:pt x="1101777" y="1525052"/>
                  </a:lnTo>
                  <a:lnTo>
                    <a:pt x="1101772" y="1525046"/>
                  </a:lnTo>
                  <a:lnTo>
                    <a:pt x="1101766" y="1525044"/>
                  </a:lnTo>
                  <a:lnTo>
                    <a:pt x="1101749" y="1525037"/>
                  </a:lnTo>
                  <a:lnTo>
                    <a:pt x="1101742" y="1525032"/>
                  </a:lnTo>
                  <a:lnTo>
                    <a:pt x="1101736" y="1525024"/>
                  </a:lnTo>
                  <a:lnTo>
                    <a:pt x="1101738" y="1525008"/>
                  </a:lnTo>
                  <a:lnTo>
                    <a:pt x="1101745" y="1524991"/>
                  </a:lnTo>
                  <a:lnTo>
                    <a:pt x="1101747" y="1524986"/>
                  </a:lnTo>
                  <a:lnTo>
                    <a:pt x="1101745" y="1524974"/>
                  </a:lnTo>
                  <a:lnTo>
                    <a:pt x="1101743" y="1524967"/>
                  </a:lnTo>
                  <a:lnTo>
                    <a:pt x="1101735" y="1524960"/>
                  </a:lnTo>
                  <a:lnTo>
                    <a:pt x="1101721" y="1524952"/>
                  </a:lnTo>
                  <a:lnTo>
                    <a:pt x="1101704" y="1524946"/>
                  </a:lnTo>
                  <a:lnTo>
                    <a:pt x="1101688" y="1524939"/>
                  </a:lnTo>
                  <a:lnTo>
                    <a:pt x="1101672" y="1524932"/>
                  </a:lnTo>
                  <a:lnTo>
                    <a:pt x="1101656" y="1524927"/>
                  </a:lnTo>
                  <a:lnTo>
                    <a:pt x="1101649" y="1524920"/>
                  </a:lnTo>
                  <a:lnTo>
                    <a:pt x="1101646" y="1524913"/>
                  </a:lnTo>
                  <a:lnTo>
                    <a:pt x="1101647" y="1524901"/>
                  </a:lnTo>
                  <a:lnTo>
                    <a:pt x="1101653" y="1524882"/>
                  </a:lnTo>
                  <a:lnTo>
                    <a:pt x="1101655" y="1524867"/>
                  </a:lnTo>
                  <a:lnTo>
                    <a:pt x="1101649" y="1524843"/>
                  </a:lnTo>
                  <a:lnTo>
                    <a:pt x="1101648" y="1524837"/>
                  </a:lnTo>
                  <a:lnTo>
                    <a:pt x="1101643" y="1524829"/>
                  </a:lnTo>
                  <a:lnTo>
                    <a:pt x="1101631" y="1524794"/>
                  </a:lnTo>
                  <a:lnTo>
                    <a:pt x="1101624" y="1524783"/>
                  </a:lnTo>
                  <a:lnTo>
                    <a:pt x="1101610" y="1524766"/>
                  </a:lnTo>
                  <a:lnTo>
                    <a:pt x="1101597" y="1524751"/>
                  </a:lnTo>
                  <a:lnTo>
                    <a:pt x="1101589" y="1524733"/>
                  </a:lnTo>
                  <a:lnTo>
                    <a:pt x="1101583" y="1524723"/>
                  </a:lnTo>
                  <a:lnTo>
                    <a:pt x="1101578" y="1524719"/>
                  </a:lnTo>
                  <a:lnTo>
                    <a:pt x="1101570" y="1524719"/>
                  </a:lnTo>
                  <a:lnTo>
                    <a:pt x="1101564" y="1524721"/>
                  </a:lnTo>
                  <a:lnTo>
                    <a:pt x="1101559" y="1524726"/>
                  </a:lnTo>
                  <a:lnTo>
                    <a:pt x="1101553" y="1524740"/>
                  </a:lnTo>
                  <a:lnTo>
                    <a:pt x="1101551" y="1524747"/>
                  </a:lnTo>
                  <a:lnTo>
                    <a:pt x="1101546" y="1524756"/>
                  </a:lnTo>
                  <a:lnTo>
                    <a:pt x="1101542" y="1524760"/>
                  </a:lnTo>
                  <a:lnTo>
                    <a:pt x="1101537" y="1524763"/>
                  </a:lnTo>
                  <a:lnTo>
                    <a:pt x="1101531" y="1524764"/>
                  </a:lnTo>
                  <a:lnTo>
                    <a:pt x="1101515" y="1524763"/>
                  </a:lnTo>
                  <a:lnTo>
                    <a:pt x="1101499" y="1524761"/>
                  </a:lnTo>
                  <a:lnTo>
                    <a:pt x="1101492" y="1524757"/>
                  </a:lnTo>
                  <a:lnTo>
                    <a:pt x="1101487" y="1524751"/>
                  </a:lnTo>
                  <a:lnTo>
                    <a:pt x="1101488" y="1524741"/>
                  </a:lnTo>
                  <a:lnTo>
                    <a:pt x="1101494" y="1524732"/>
                  </a:lnTo>
                  <a:lnTo>
                    <a:pt x="1101494" y="1524715"/>
                  </a:lnTo>
                  <a:lnTo>
                    <a:pt x="1101493" y="1524676"/>
                  </a:lnTo>
                  <a:lnTo>
                    <a:pt x="1101491" y="1524669"/>
                  </a:lnTo>
                  <a:lnTo>
                    <a:pt x="1101485" y="1524653"/>
                  </a:lnTo>
                  <a:lnTo>
                    <a:pt x="1101482" y="1524646"/>
                  </a:lnTo>
                  <a:lnTo>
                    <a:pt x="1101471" y="1524641"/>
                  </a:lnTo>
                  <a:lnTo>
                    <a:pt x="1101465" y="1524644"/>
                  </a:lnTo>
                  <a:lnTo>
                    <a:pt x="1101458" y="1524653"/>
                  </a:lnTo>
                  <a:lnTo>
                    <a:pt x="1101452" y="1524662"/>
                  </a:lnTo>
                  <a:lnTo>
                    <a:pt x="1101444" y="1524668"/>
                  </a:lnTo>
                  <a:lnTo>
                    <a:pt x="1101427" y="1524677"/>
                  </a:lnTo>
                  <a:lnTo>
                    <a:pt x="1101413" y="1524681"/>
                  </a:lnTo>
                  <a:lnTo>
                    <a:pt x="1101397" y="1524681"/>
                  </a:lnTo>
                  <a:lnTo>
                    <a:pt x="1101389" y="1524684"/>
                  </a:lnTo>
                  <a:lnTo>
                    <a:pt x="1101381" y="1524688"/>
                  </a:lnTo>
                  <a:lnTo>
                    <a:pt x="1101366" y="1524699"/>
                  </a:lnTo>
                  <a:lnTo>
                    <a:pt x="1101351" y="1524712"/>
                  </a:lnTo>
                  <a:lnTo>
                    <a:pt x="1101335" y="1524720"/>
                  </a:lnTo>
                  <a:lnTo>
                    <a:pt x="1101319" y="1524724"/>
                  </a:lnTo>
                  <a:lnTo>
                    <a:pt x="1101303" y="1524724"/>
                  </a:lnTo>
                  <a:lnTo>
                    <a:pt x="1101288" y="1524725"/>
                  </a:lnTo>
                  <a:lnTo>
                    <a:pt x="1101279" y="1524726"/>
                  </a:lnTo>
                  <a:lnTo>
                    <a:pt x="1101272" y="1524729"/>
                  </a:lnTo>
                  <a:lnTo>
                    <a:pt x="1101256" y="1524738"/>
                  </a:lnTo>
                  <a:lnTo>
                    <a:pt x="1101241" y="1524751"/>
                  </a:lnTo>
                  <a:lnTo>
                    <a:pt x="1101225" y="1524766"/>
                  </a:lnTo>
                  <a:lnTo>
                    <a:pt x="1101210" y="1524779"/>
                  </a:lnTo>
                  <a:lnTo>
                    <a:pt x="1101202" y="1524786"/>
                  </a:lnTo>
                  <a:lnTo>
                    <a:pt x="1101194" y="1524790"/>
                  </a:lnTo>
                  <a:lnTo>
                    <a:pt x="1101177" y="1524797"/>
                  </a:lnTo>
                  <a:lnTo>
                    <a:pt x="1101163" y="1524804"/>
                  </a:lnTo>
                  <a:lnTo>
                    <a:pt x="1101157" y="1524808"/>
                  </a:lnTo>
                  <a:lnTo>
                    <a:pt x="1101147" y="1524812"/>
                  </a:lnTo>
                  <a:lnTo>
                    <a:pt x="1101118" y="1524822"/>
                  </a:lnTo>
                  <a:lnTo>
                    <a:pt x="1101109" y="1524822"/>
                  </a:lnTo>
                  <a:lnTo>
                    <a:pt x="1101093" y="1524821"/>
                  </a:lnTo>
                  <a:lnTo>
                    <a:pt x="1101077" y="1524821"/>
                  </a:lnTo>
                  <a:lnTo>
                    <a:pt x="1101070" y="1524819"/>
                  </a:lnTo>
                  <a:lnTo>
                    <a:pt x="1101061" y="1524820"/>
                  </a:lnTo>
                  <a:lnTo>
                    <a:pt x="1101046" y="1524827"/>
                  </a:lnTo>
                  <a:lnTo>
                    <a:pt x="1101042" y="1524829"/>
                  </a:lnTo>
                  <a:lnTo>
                    <a:pt x="1101032" y="1524839"/>
                  </a:lnTo>
                  <a:lnTo>
                    <a:pt x="1101023" y="1524855"/>
                  </a:lnTo>
                  <a:lnTo>
                    <a:pt x="1101017" y="1524865"/>
                  </a:lnTo>
                  <a:lnTo>
                    <a:pt x="1101016" y="1524872"/>
                  </a:lnTo>
                  <a:lnTo>
                    <a:pt x="1101017" y="1524878"/>
                  </a:lnTo>
                  <a:lnTo>
                    <a:pt x="1100971" y="1524886"/>
                  </a:lnTo>
                  <a:lnTo>
                    <a:pt x="1100955" y="1524888"/>
                  </a:lnTo>
                  <a:lnTo>
                    <a:pt x="1100939" y="1524888"/>
                  </a:lnTo>
                  <a:lnTo>
                    <a:pt x="1100924" y="1524890"/>
                  </a:lnTo>
                  <a:lnTo>
                    <a:pt x="1100908" y="1524894"/>
                  </a:lnTo>
                  <a:lnTo>
                    <a:pt x="1100892" y="1524897"/>
                  </a:lnTo>
                  <a:lnTo>
                    <a:pt x="1100876" y="1524897"/>
                  </a:lnTo>
                  <a:lnTo>
                    <a:pt x="1100859" y="1524899"/>
                  </a:lnTo>
                  <a:lnTo>
                    <a:pt x="1100845" y="1524907"/>
                  </a:lnTo>
                  <a:lnTo>
                    <a:pt x="1100836" y="1524919"/>
                  </a:lnTo>
                  <a:lnTo>
                    <a:pt x="1100826" y="1524935"/>
                  </a:lnTo>
                  <a:lnTo>
                    <a:pt x="1100822" y="1524942"/>
                  </a:lnTo>
                  <a:lnTo>
                    <a:pt x="1100812" y="1524950"/>
                  </a:lnTo>
                  <a:lnTo>
                    <a:pt x="1100810" y="1524956"/>
                  </a:lnTo>
                  <a:lnTo>
                    <a:pt x="1100807" y="1524960"/>
                  </a:lnTo>
                  <a:lnTo>
                    <a:pt x="1100803" y="1524964"/>
                  </a:lnTo>
                  <a:lnTo>
                    <a:pt x="1100793" y="1524977"/>
                  </a:lnTo>
                  <a:lnTo>
                    <a:pt x="1100786" y="1524991"/>
                  </a:lnTo>
                  <a:lnTo>
                    <a:pt x="1100780" y="1525032"/>
                  </a:lnTo>
                  <a:lnTo>
                    <a:pt x="1100767" y="1525085"/>
                  </a:lnTo>
                  <a:lnTo>
                    <a:pt x="1100759" y="1525125"/>
                  </a:lnTo>
                  <a:lnTo>
                    <a:pt x="1100756" y="1525156"/>
                  </a:lnTo>
                  <a:lnTo>
                    <a:pt x="1100745" y="1525192"/>
                  </a:lnTo>
                  <a:lnTo>
                    <a:pt x="1100733" y="1525213"/>
                  </a:lnTo>
                  <a:lnTo>
                    <a:pt x="1100727" y="1525233"/>
                  </a:lnTo>
                  <a:lnTo>
                    <a:pt x="1100714" y="1525247"/>
                  </a:lnTo>
                  <a:lnTo>
                    <a:pt x="1100694" y="1525255"/>
                  </a:lnTo>
                  <a:lnTo>
                    <a:pt x="1100675" y="1525254"/>
                  </a:lnTo>
                  <a:lnTo>
                    <a:pt x="1100650" y="1525245"/>
                  </a:lnTo>
                  <a:lnTo>
                    <a:pt x="1100630" y="1525236"/>
                  </a:lnTo>
                  <a:lnTo>
                    <a:pt x="1100605" y="1525230"/>
                  </a:lnTo>
                  <a:lnTo>
                    <a:pt x="1100562" y="1525217"/>
                  </a:lnTo>
                  <a:lnTo>
                    <a:pt x="1100515" y="1525193"/>
                  </a:lnTo>
                  <a:lnTo>
                    <a:pt x="1100487" y="1525176"/>
                  </a:lnTo>
                  <a:lnTo>
                    <a:pt x="1100469" y="1525159"/>
                  </a:lnTo>
                  <a:lnTo>
                    <a:pt x="1100441" y="1525133"/>
                  </a:lnTo>
                  <a:lnTo>
                    <a:pt x="1100399" y="1525102"/>
                  </a:lnTo>
                  <a:lnTo>
                    <a:pt x="1100356" y="1525073"/>
                  </a:lnTo>
                  <a:lnTo>
                    <a:pt x="1100338" y="1525055"/>
                  </a:lnTo>
                  <a:lnTo>
                    <a:pt x="1100323" y="1525034"/>
                  </a:lnTo>
                  <a:lnTo>
                    <a:pt x="1100290" y="1525005"/>
                  </a:lnTo>
                  <a:lnTo>
                    <a:pt x="1100245" y="1524967"/>
                  </a:lnTo>
                  <a:lnTo>
                    <a:pt x="1100222" y="1524945"/>
                  </a:lnTo>
                  <a:lnTo>
                    <a:pt x="1100199" y="1524904"/>
                  </a:lnTo>
                  <a:lnTo>
                    <a:pt x="1100179" y="1524862"/>
                  </a:lnTo>
                  <a:lnTo>
                    <a:pt x="1100165" y="1524834"/>
                  </a:lnTo>
                  <a:lnTo>
                    <a:pt x="1100160" y="1524827"/>
                  </a:lnTo>
                  <a:lnTo>
                    <a:pt x="1100142" y="1524825"/>
                  </a:lnTo>
                  <a:lnTo>
                    <a:pt x="1100111" y="1524827"/>
                  </a:lnTo>
                  <a:lnTo>
                    <a:pt x="1100065" y="1524829"/>
                  </a:lnTo>
                  <a:lnTo>
                    <a:pt x="1100039" y="1524829"/>
                  </a:lnTo>
                  <a:lnTo>
                    <a:pt x="1100023" y="1524812"/>
                  </a:lnTo>
                  <a:lnTo>
                    <a:pt x="1099987" y="1524776"/>
                  </a:lnTo>
                  <a:lnTo>
                    <a:pt x="1099966" y="1524751"/>
                  </a:lnTo>
                  <a:lnTo>
                    <a:pt x="1099948" y="1524713"/>
                  </a:lnTo>
                  <a:lnTo>
                    <a:pt x="1099929" y="1524683"/>
                  </a:lnTo>
                  <a:lnTo>
                    <a:pt x="1099921" y="1524668"/>
                  </a:lnTo>
                  <a:lnTo>
                    <a:pt x="1099907" y="1524666"/>
                  </a:lnTo>
                  <a:lnTo>
                    <a:pt x="1099875" y="1524666"/>
                  </a:lnTo>
                  <a:lnTo>
                    <a:pt x="1099843" y="1524662"/>
                  </a:lnTo>
                  <a:lnTo>
                    <a:pt x="1099812" y="1524660"/>
                  </a:lnTo>
                  <a:lnTo>
                    <a:pt x="1099800" y="1524658"/>
                  </a:lnTo>
                  <a:lnTo>
                    <a:pt x="1099790" y="1524667"/>
                  </a:lnTo>
                  <a:lnTo>
                    <a:pt x="1099775" y="1524680"/>
                  </a:lnTo>
                  <a:lnTo>
                    <a:pt x="1099761" y="1524684"/>
                  </a:lnTo>
                  <a:lnTo>
                    <a:pt x="1099744" y="1524688"/>
                  </a:lnTo>
                  <a:lnTo>
                    <a:pt x="1099685" y="1524681"/>
                  </a:lnTo>
                  <a:lnTo>
                    <a:pt x="1099662" y="1524673"/>
                  </a:lnTo>
                  <a:lnTo>
                    <a:pt x="1099621" y="1524656"/>
                  </a:lnTo>
                  <a:lnTo>
                    <a:pt x="1099567" y="1524633"/>
                  </a:lnTo>
                  <a:lnTo>
                    <a:pt x="1099546" y="1524625"/>
                  </a:lnTo>
                  <a:lnTo>
                    <a:pt x="1099527" y="1524613"/>
                  </a:lnTo>
                  <a:lnTo>
                    <a:pt x="1099505" y="1524594"/>
                  </a:lnTo>
                  <a:lnTo>
                    <a:pt x="1099491" y="1524590"/>
                  </a:lnTo>
                  <a:lnTo>
                    <a:pt x="1099461" y="1524592"/>
                  </a:lnTo>
                  <a:lnTo>
                    <a:pt x="1099410" y="1524599"/>
                  </a:lnTo>
                  <a:lnTo>
                    <a:pt x="1099379" y="1524599"/>
                  </a:lnTo>
                  <a:lnTo>
                    <a:pt x="1099357" y="1524596"/>
                  </a:lnTo>
                  <a:lnTo>
                    <a:pt x="1099342" y="1524590"/>
                  </a:lnTo>
                  <a:lnTo>
                    <a:pt x="1099332" y="1524577"/>
                  </a:lnTo>
                  <a:lnTo>
                    <a:pt x="1099311" y="1524557"/>
                  </a:lnTo>
                  <a:lnTo>
                    <a:pt x="1099288" y="1524548"/>
                  </a:lnTo>
                  <a:lnTo>
                    <a:pt x="1099254" y="1524542"/>
                  </a:lnTo>
                  <a:lnTo>
                    <a:pt x="1099225" y="1524544"/>
                  </a:lnTo>
                  <a:lnTo>
                    <a:pt x="1099215" y="1524546"/>
                  </a:lnTo>
                  <a:lnTo>
                    <a:pt x="1099209" y="1524549"/>
                  </a:lnTo>
                  <a:lnTo>
                    <a:pt x="1099185" y="1524570"/>
                  </a:lnTo>
                  <a:lnTo>
                    <a:pt x="1099170" y="1524577"/>
                  </a:lnTo>
                  <a:lnTo>
                    <a:pt x="1099163" y="1524579"/>
                  </a:lnTo>
                  <a:lnTo>
                    <a:pt x="1099151" y="1524579"/>
                  </a:lnTo>
                  <a:lnTo>
                    <a:pt x="1099145" y="1524579"/>
                  </a:lnTo>
                  <a:lnTo>
                    <a:pt x="1099141" y="1524575"/>
                  </a:lnTo>
                  <a:lnTo>
                    <a:pt x="1099137" y="1524564"/>
                  </a:lnTo>
                  <a:lnTo>
                    <a:pt x="1099131" y="1524542"/>
                  </a:lnTo>
                  <a:lnTo>
                    <a:pt x="1099121" y="1524511"/>
                  </a:lnTo>
                  <a:lnTo>
                    <a:pt x="1099118" y="1524481"/>
                  </a:lnTo>
                  <a:lnTo>
                    <a:pt x="1099112" y="1524463"/>
                  </a:lnTo>
                  <a:lnTo>
                    <a:pt x="1099104" y="1524450"/>
                  </a:lnTo>
                  <a:lnTo>
                    <a:pt x="1099091" y="1524440"/>
                  </a:lnTo>
                  <a:lnTo>
                    <a:pt x="1099078" y="1524435"/>
                  </a:lnTo>
                  <a:lnTo>
                    <a:pt x="1099061" y="1524436"/>
                  </a:lnTo>
                  <a:lnTo>
                    <a:pt x="1099039" y="1524445"/>
                  </a:lnTo>
                  <a:lnTo>
                    <a:pt x="1099011" y="1524457"/>
                  </a:lnTo>
                  <a:lnTo>
                    <a:pt x="1098989" y="1524467"/>
                  </a:lnTo>
                  <a:lnTo>
                    <a:pt x="1098978" y="1524467"/>
                  </a:lnTo>
                  <a:lnTo>
                    <a:pt x="1098963" y="1524458"/>
                  </a:lnTo>
                  <a:lnTo>
                    <a:pt x="1098957" y="1524452"/>
                  </a:lnTo>
                  <a:lnTo>
                    <a:pt x="1098912" y="1524433"/>
                  </a:lnTo>
                  <a:lnTo>
                    <a:pt x="1098896" y="1524430"/>
                  </a:lnTo>
                  <a:lnTo>
                    <a:pt x="1098879" y="1524426"/>
                  </a:lnTo>
                  <a:lnTo>
                    <a:pt x="1098865" y="1524423"/>
                  </a:lnTo>
                  <a:lnTo>
                    <a:pt x="1098849" y="1524418"/>
                  </a:lnTo>
                  <a:lnTo>
                    <a:pt x="1098833" y="1524415"/>
                  </a:lnTo>
                  <a:lnTo>
                    <a:pt x="1098817" y="1524416"/>
                  </a:lnTo>
                  <a:lnTo>
                    <a:pt x="1098801" y="1524418"/>
                  </a:lnTo>
                  <a:lnTo>
                    <a:pt x="1098785" y="1524418"/>
                  </a:lnTo>
                  <a:lnTo>
                    <a:pt x="1098770" y="1524417"/>
                  </a:lnTo>
                  <a:lnTo>
                    <a:pt x="1098754" y="1524411"/>
                  </a:lnTo>
                  <a:lnTo>
                    <a:pt x="1098738" y="1524401"/>
                  </a:lnTo>
                  <a:lnTo>
                    <a:pt x="1098720" y="1524393"/>
                  </a:lnTo>
                  <a:lnTo>
                    <a:pt x="1098705" y="1524385"/>
                  </a:lnTo>
                  <a:lnTo>
                    <a:pt x="1098698" y="1524384"/>
                  </a:lnTo>
                  <a:lnTo>
                    <a:pt x="1098689" y="1524386"/>
                  </a:lnTo>
                  <a:lnTo>
                    <a:pt x="1098680" y="1524388"/>
                  </a:lnTo>
                  <a:lnTo>
                    <a:pt x="1098673" y="1524392"/>
                  </a:lnTo>
                  <a:lnTo>
                    <a:pt x="1098657" y="1524403"/>
                  </a:lnTo>
                  <a:lnTo>
                    <a:pt x="1098641" y="1524413"/>
                  </a:lnTo>
                  <a:lnTo>
                    <a:pt x="1098627" y="1524421"/>
                  </a:lnTo>
                  <a:lnTo>
                    <a:pt x="1098620" y="1524420"/>
                  </a:lnTo>
                  <a:lnTo>
                    <a:pt x="1098617" y="1524416"/>
                  </a:lnTo>
                  <a:lnTo>
                    <a:pt x="1098609" y="1524401"/>
                  </a:lnTo>
                  <a:lnTo>
                    <a:pt x="1098604" y="1524392"/>
                  </a:lnTo>
                  <a:lnTo>
                    <a:pt x="1098594" y="1524382"/>
                  </a:lnTo>
                  <a:lnTo>
                    <a:pt x="1098588" y="1524373"/>
                  </a:lnTo>
                  <a:lnTo>
                    <a:pt x="1098585" y="1524362"/>
                  </a:lnTo>
                  <a:lnTo>
                    <a:pt x="1098581" y="1524355"/>
                  </a:lnTo>
                  <a:lnTo>
                    <a:pt x="1098581" y="1524349"/>
                  </a:lnTo>
                  <a:lnTo>
                    <a:pt x="1098571" y="1524327"/>
                  </a:lnTo>
                  <a:lnTo>
                    <a:pt x="1098565" y="1524317"/>
                  </a:lnTo>
                  <a:lnTo>
                    <a:pt x="1098559" y="1524311"/>
                  </a:lnTo>
                  <a:lnTo>
                    <a:pt x="1098547" y="1524294"/>
                  </a:lnTo>
                  <a:lnTo>
                    <a:pt x="1098536" y="1524278"/>
                  </a:lnTo>
                  <a:lnTo>
                    <a:pt x="1098525" y="1524261"/>
                  </a:lnTo>
                  <a:lnTo>
                    <a:pt x="1098510" y="1524248"/>
                  </a:lnTo>
                  <a:lnTo>
                    <a:pt x="1098495" y="1524233"/>
                  </a:lnTo>
                  <a:lnTo>
                    <a:pt x="1098480" y="1524219"/>
                  </a:lnTo>
                  <a:lnTo>
                    <a:pt x="1098477" y="1524215"/>
                  </a:lnTo>
                  <a:lnTo>
                    <a:pt x="1098462" y="1524208"/>
                  </a:lnTo>
                  <a:lnTo>
                    <a:pt x="1098448" y="1524199"/>
                  </a:lnTo>
                  <a:lnTo>
                    <a:pt x="1098441" y="1524192"/>
                  </a:lnTo>
                  <a:lnTo>
                    <a:pt x="1098436" y="1524183"/>
                  </a:lnTo>
                  <a:lnTo>
                    <a:pt x="1098423" y="1524166"/>
                  </a:lnTo>
                  <a:lnTo>
                    <a:pt x="1098421" y="1524162"/>
                  </a:lnTo>
                  <a:lnTo>
                    <a:pt x="1098416" y="1524155"/>
                  </a:lnTo>
                  <a:lnTo>
                    <a:pt x="1098412" y="1524153"/>
                  </a:lnTo>
                  <a:lnTo>
                    <a:pt x="1098376" y="1524132"/>
                  </a:lnTo>
                  <a:lnTo>
                    <a:pt x="1098360" y="1524125"/>
                  </a:lnTo>
                  <a:lnTo>
                    <a:pt x="1098353" y="1524122"/>
                  </a:lnTo>
                  <a:lnTo>
                    <a:pt x="1098343" y="1524120"/>
                  </a:lnTo>
                  <a:lnTo>
                    <a:pt x="1098326" y="1524121"/>
                  </a:lnTo>
                  <a:lnTo>
                    <a:pt x="1098313" y="1524129"/>
                  </a:lnTo>
                  <a:lnTo>
                    <a:pt x="1098297" y="1524143"/>
                  </a:lnTo>
                  <a:lnTo>
                    <a:pt x="1098281" y="1524151"/>
                  </a:lnTo>
                  <a:lnTo>
                    <a:pt x="1098265" y="1524157"/>
                  </a:lnTo>
                  <a:lnTo>
                    <a:pt x="1098260" y="1524159"/>
                  </a:lnTo>
                  <a:lnTo>
                    <a:pt x="1098250" y="1524159"/>
                  </a:lnTo>
                  <a:lnTo>
                    <a:pt x="1098232" y="1524162"/>
                  </a:lnTo>
                  <a:lnTo>
                    <a:pt x="1098220" y="1524164"/>
                  </a:lnTo>
                  <a:lnTo>
                    <a:pt x="1098189" y="1524143"/>
                  </a:lnTo>
                  <a:lnTo>
                    <a:pt x="1098177" y="1524136"/>
                  </a:lnTo>
                  <a:lnTo>
                    <a:pt x="1098173" y="1524135"/>
                  </a:lnTo>
                  <a:lnTo>
                    <a:pt x="1098157" y="1524124"/>
                  </a:lnTo>
                  <a:lnTo>
                    <a:pt x="1098143" y="1524112"/>
                  </a:lnTo>
                  <a:lnTo>
                    <a:pt x="1098131" y="1524096"/>
                  </a:lnTo>
                  <a:lnTo>
                    <a:pt x="1098128" y="1524079"/>
                  </a:lnTo>
                  <a:lnTo>
                    <a:pt x="1098128" y="1524062"/>
                  </a:lnTo>
                  <a:lnTo>
                    <a:pt x="1098129" y="1524046"/>
                  </a:lnTo>
                  <a:lnTo>
                    <a:pt x="1098130" y="1524029"/>
                  </a:lnTo>
                  <a:lnTo>
                    <a:pt x="1098129" y="1524012"/>
                  </a:lnTo>
                  <a:lnTo>
                    <a:pt x="1098128" y="1523996"/>
                  </a:lnTo>
                  <a:lnTo>
                    <a:pt x="1098126" y="1523979"/>
                  </a:lnTo>
                  <a:lnTo>
                    <a:pt x="1098125" y="1523962"/>
                  </a:lnTo>
                  <a:lnTo>
                    <a:pt x="1098123" y="1523944"/>
                  </a:lnTo>
                  <a:lnTo>
                    <a:pt x="1098107" y="1523903"/>
                  </a:lnTo>
                  <a:lnTo>
                    <a:pt x="1098103" y="1523892"/>
                  </a:lnTo>
                  <a:lnTo>
                    <a:pt x="1098103" y="1523887"/>
                  </a:lnTo>
                  <a:lnTo>
                    <a:pt x="1098100" y="1523870"/>
                  </a:lnTo>
                  <a:lnTo>
                    <a:pt x="1098100" y="1523863"/>
                  </a:lnTo>
                  <a:lnTo>
                    <a:pt x="1098097" y="1523858"/>
                  </a:lnTo>
                  <a:lnTo>
                    <a:pt x="1098093" y="1523854"/>
                  </a:lnTo>
                  <a:lnTo>
                    <a:pt x="1098078" y="1523846"/>
                  </a:lnTo>
                  <a:lnTo>
                    <a:pt x="1098062" y="1523846"/>
                  </a:lnTo>
                  <a:lnTo>
                    <a:pt x="1098046" y="1523844"/>
                  </a:lnTo>
                  <a:lnTo>
                    <a:pt x="1098030" y="1523841"/>
                  </a:lnTo>
                  <a:lnTo>
                    <a:pt x="1098015" y="1523836"/>
                  </a:lnTo>
                  <a:lnTo>
                    <a:pt x="1098009" y="1523835"/>
                  </a:lnTo>
                  <a:lnTo>
                    <a:pt x="1098005" y="1523833"/>
                  </a:lnTo>
                  <a:lnTo>
                    <a:pt x="1097998" y="1523834"/>
                  </a:lnTo>
                  <a:lnTo>
                    <a:pt x="1097959" y="1523827"/>
                  </a:lnTo>
                  <a:lnTo>
                    <a:pt x="1097947" y="1523827"/>
                  </a:lnTo>
                  <a:lnTo>
                    <a:pt x="1097931" y="1523829"/>
                  </a:lnTo>
                  <a:lnTo>
                    <a:pt x="1097916" y="1523836"/>
                  </a:lnTo>
                  <a:lnTo>
                    <a:pt x="1097900" y="1523845"/>
                  </a:lnTo>
                  <a:lnTo>
                    <a:pt x="1097886" y="1523854"/>
                  </a:lnTo>
                  <a:lnTo>
                    <a:pt x="1097868" y="1523864"/>
                  </a:lnTo>
                  <a:lnTo>
                    <a:pt x="1097862" y="1523868"/>
                  </a:lnTo>
                  <a:lnTo>
                    <a:pt x="1097853" y="1523872"/>
                  </a:lnTo>
                  <a:lnTo>
                    <a:pt x="1097837" y="1523878"/>
                  </a:lnTo>
                  <a:lnTo>
                    <a:pt x="1097821" y="1523884"/>
                  </a:lnTo>
                  <a:lnTo>
                    <a:pt x="1097805" y="1523889"/>
                  </a:lnTo>
                  <a:lnTo>
                    <a:pt x="1097789" y="1523891"/>
                  </a:lnTo>
                  <a:lnTo>
                    <a:pt x="1097774" y="1523894"/>
                  </a:lnTo>
                  <a:lnTo>
                    <a:pt x="1097758" y="1523901"/>
                  </a:lnTo>
                  <a:lnTo>
                    <a:pt x="1097742" y="1523909"/>
                  </a:lnTo>
                  <a:lnTo>
                    <a:pt x="1097726" y="1523912"/>
                  </a:lnTo>
                  <a:lnTo>
                    <a:pt x="1097711" y="1523914"/>
                  </a:lnTo>
                  <a:lnTo>
                    <a:pt x="1097693" y="1523918"/>
                  </a:lnTo>
                  <a:lnTo>
                    <a:pt x="1097679" y="1523922"/>
                  </a:lnTo>
                  <a:lnTo>
                    <a:pt x="1097663" y="1523925"/>
                  </a:lnTo>
                  <a:lnTo>
                    <a:pt x="1097653" y="1523926"/>
                  </a:lnTo>
                  <a:lnTo>
                    <a:pt x="1097647" y="1523925"/>
                  </a:lnTo>
                  <a:lnTo>
                    <a:pt x="1097642" y="1523920"/>
                  </a:lnTo>
                  <a:lnTo>
                    <a:pt x="1097633" y="1523909"/>
                  </a:lnTo>
                  <a:lnTo>
                    <a:pt x="1097617" y="1523901"/>
                  </a:lnTo>
                  <a:lnTo>
                    <a:pt x="1097601" y="1523895"/>
                  </a:lnTo>
                  <a:lnTo>
                    <a:pt x="1097586" y="1523885"/>
                  </a:lnTo>
                  <a:lnTo>
                    <a:pt x="1097581" y="1523883"/>
                  </a:lnTo>
                  <a:lnTo>
                    <a:pt x="1097572" y="1523870"/>
                  </a:lnTo>
                  <a:lnTo>
                    <a:pt x="1097561" y="1523854"/>
                  </a:lnTo>
                  <a:lnTo>
                    <a:pt x="1097558" y="1523837"/>
                  </a:lnTo>
                  <a:lnTo>
                    <a:pt x="1097557" y="1523827"/>
                  </a:lnTo>
                  <a:lnTo>
                    <a:pt x="1097558" y="1523820"/>
                  </a:lnTo>
                  <a:lnTo>
                    <a:pt x="1097554" y="1523804"/>
                  </a:lnTo>
                  <a:lnTo>
                    <a:pt x="1097552" y="1523799"/>
                  </a:lnTo>
                  <a:lnTo>
                    <a:pt x="1097542" y="1523788"/>
                  </a:lnTo>
                  <a:lnTo>
                    <a:pt x="1097526" y="1523778"/>
                  </a:lnTo>
                  <a:lnTo>
                    <a:pt x="1097519" y="1523773"/>
                  </a:lnTo>
                  <a:lnTo>
                    <a:pt x="1097511" y="1523763"/>
                  </a:lnTo>
                  <a:lnTo>
                    <a:pt x="1097507" y="1523756"/>
                  </a:lnTo>
                  <a:lnTo>
                    <a:pt x="1097506" y="1523747"/>
                  </a:lnTo>
                  <a:lnTo>
                    <a:pt x="1097505" y="1523730"/>
                  </a:lnTo>
                  <a:lnTo>
                    <a:pt x="1097505" y="1523721"/>
                  </a:lnTo>
                  <a:lnTo>
                    <a:pt x="1097503" y="1523713"/>
                  </a:lnTo>
                  <a:lnTo>
                    <a:pt x="1097501" y="1523705"/>
                  </a:lnTo>
                  <a:lnTo>
                    <a:pt x="1097497" y="1523697"/>
                  </a:lnTo>
                  <a:lnTo>
                    <a:pt x="1097492" y="1523678"/>
                  </a:lnTo>
                  <a:lnTo>
                    <a:pt x="1097486" y="1523663"/>
                  </a:lnTo>
                  <a:lnTo>
                    <a:pt x="1097478" y="1523659"/>
                  </a:lnTo>
                  <a:lnTo>
                    <a:pt x="1097470" y="1523658"/>
                  </a:lnTo>
                  <a:lnTo>
                    <a:pt x="1097454" y="1523659"/>
                  </a:lnTo>
                  <a:lnTo>
                    <a:pt x="1097439" y="1523662"/>
                  </a:lnTo>
                  <a:lnTo>
                    <a:pt x="1097432" y="1523662"/>
                  </a:lnTo>
                  <a:lnTo>
                    <a:pt x="1097423" y="1523659"/>
                  </a:lnTo>
                  <a:lnTo>
                    <a:pt x="1097407" y="1523653"/>
                  </a:lnTo>
                  <a:lnTo>
                    <a:pt x="1097391" y="1523650"/>
                  </a:lnTo>
                  <a:lnTo>
                    <a:pt x="1097376" y="1523643"/>
                  </a:lnTo>
                  <a:lnTo>
                    <a:pt x="1097360" y="1523640"/>
                  </a:lnTo>
                  <a:lnTo>
                    <a:pt x="1097353" y="1523637"/>
                  </a:lnTo>
                  <a:lnTo>
                    <a:pt x="1097344" y="1523630"/>
                  </a:lnTo>
                  <a:lnTo>
                    <a:pt x="1097338" y="1523625"/>
                  </a:lnTo>
                  <a:lnTo>
                    <a:pt x="1097328" y="1523622"/>
                  </a:lnTo>
                  <a:lnTo>
                    <a:pt x="1097312" y="1523619"/>
                  </a:lnTo>
                  <a:lnTo>
                    <a:pt x="1097302" y="1523614"/>
                  </a:lnTo>
                  <a:lnTo>
                    <a:pt x="1097297" y="1523611"/>
                  </a:lnTo>
                  <a:lnTo>
                    <a:pt x="1097291" y="1523608"/>
                  </a:lnTo>
                  <a:lnTo>
                    <a:pt x="1097281" y="1523600"/>
                  </a:lnTo>
                  <a:lnTo>
                    <a:pt x="1097265" y="1523585"/>
                  </a:lnTo>
                  <a:lnTo>
                    <a:pt x="1097250" y="1523571"/>
                  </a:lnTo>
                  <a:lnTo>
                    <a:pt x="1097246" y="1523567"/>
                  </a:lnTo>
                  <a:lnTo>
                    <a:pt x="1097233" y="1523561"/>
                  </a:lnTo>
                  <a:lnTo>
                    <a:pt x="1097226" y="1523557"/>
                  </a:lnTo>
                  <a:lnTo>
                    <a:pt x="1097219" y="1523548"/>
                  </a:lnTo>
                  <a:lnTo>
                    <a:pt x="1097209" y="1523532"/>
                  </a:lnTo>
                  <a:lnTo>
                    <a:pt x="1097202" y="1523515"/>
                  </a:lnTo>
                  <a:lnTo>
                    <a:pt x="1097197" y="1523498"/>
                  </a:lnTo>
                  <a:lnTo>
                    <a:pt x="1097189" y="1523484"/>
                  </a:lnTo>
                  <a:lnTo>
                    <a:pt x="1097186" y="1523473"/>
                  </a:lnTo>
                  <a:lnTo>
                    <a:pt x="1097182" y="1523465"/>
                  </a:lnTo>
                  <a:lnTo>
                    <a:pt x="1097171" y="1523448"/>
                  </a:lnTo>
                  <a:lnTo>
                    <a:pt x="1097155" y="1523436"/>
                  </a:lnTo>
                  <a:lnTo>
                    <a:pt x="1097141" y="1523419"/>
                  </a:lnTo>
                  <a:lnTo>
                    <a:pt x="1097128" y="1523408"/>
                  </a:lnTo>
                  <a:lnTo>
                    <a:pt x="1097112" y="1523402"/>
                  </a:lnTo>
                  <a:lnTo>
                    <a:pt x="1097096" y="1523397"/>
                  </a:lnTo>
                  <a:lnTo>
                    <a:pt x="1097080" y="1523386"/>
                  </a:lnTo>
                  <a:lnTo>
                    <a:pt x="1097066" y="1523373"/>
                  </a:lnTo>
                  <a:lnTo>
                    <a:pt x="1097052" y="1523359"/>
                  </a:lnTo>
                  <a:lnTo>
                    <a:pt x="1097048" y="1523354"/>
                  </a:lnTo>
                  <a:lnTo>
                    <a:pt x="1097044" y="1523349"/>
                  </a:lnTo>
                  <a:lnTo>
                    <a:pt x="1097044" y="1523342"/>
                  </a:lnTo>
                  <a:lnTo>
                    <a:pt x="1097040" y="1523326"/>
                  </a:lnTo>
                  <a:lnTo>
                    <a:pt x="1097040" y="1523309"/>
                  </a:lnTo>
                  <a:lnTo>
                    <a:pt x="1097035" y="1523292"/>
                  </a:lnTo>
                  <a:lnTo>
                    <a:pt x="1097034" y="1523287"/>
                  </a:lnTo>
                  <a:lnTo>
                    <a:pt x="1097028" y="1523276"/>
                  </a:lnTo>
                  <a:lnTo>
                    <a:pt x="1097024" y="1523270"/>
                  </a:lnTo>
                  <a:lnTo>
                    <a:pt x="1097013" y="1523262"/>
                  </a:lnTo>
                  <a:lnTo>
                    <a:pt x="1097009" y="1523259"/>
                  </a:lnTo>
                  <a:lnTo>
                    <a:pt x="1096997" y="1523255"/>
                  </a:lnTo>
                  <a:lnTo>
                    <a:pt x="1096982" y="1523251"/>
                  </a:lnTo>
                  <a:lnTo>
                    <a:pt x="1096966" y="1523242"/>
                  </a:lnTo>
                  <a:lnTo>
                    <a:pt x="1096962" y="1523239"/>
                  </a:lnTo>
                  <a:lnTo>
                    <a:pt x="1096948" y="1523235"/>
                  </a:lnTo>
                  <a:lnTo>
                    <a:pt x="1096934" y="1523230"/>
                  </a:lnTo>
                  <a:lnTo>
                    <a:pt x="1096919" y="1523223"/>
                  </a:lnTo>
                  <a:lnTo>
                    <a:pt x="1096903" y="1523213"/>
                  </a:lnTo>
                  <a:lnTo>
                    <a:pt x="1096887" y="1523208"/>
                  </a:lnTo>
                  <a:lnTo>
                    <a:pt x="1096879" y="1523206"/>
                  </a:lnTo>
                  <a:lnTo>
                    <a:pt x="1096871" y="1523203"/>
                  </a:lnTo>
                  <a:lnTo>
                    <a:pt x="1096855" y="1523195"/>
                  </a:lnTo>
                  <a:lnTo>
                    <a:pt x="1096841" y="1523188"/>
                  </a:lnTo>
                  <a:lnTo>
                    <a:pt x="1096834" y="1523184"/>
                  </a:lnTo>
                  <a:lnTo>
                    <a:pt x="1096824" y="1523182"/>
                  </a:lnTo>
                  <a:lnTo>
                    <a:pt x="1096817" y="1523179"/>
                  </a:lnTo>
                  <a:lnTo>
                    <a:pt x="1096808" y="1523179"/>
                  </a:lnTo>
                  <a:lnTo>
                    <a:pt x="1096793" y="1523177"/>
                  </a:lnTo>
                  <a:lnTo>
                    <a:pt x="1096777" y="1523170"/>
                  </a:lnTo>
                  <a:lnTo>
                    <a:pt x="1096761" y="1523164"/>
                  </a:lnTo>
                  <a:lnTo>
                    <a:pt x="1096754" y="1523162"/>
                  </a:lnTo>
                  <a:lnTo>
                    <a:pt x="1096744" y="1523161"/>
                  </a:lnTo>
                  <a:lnTo>
                    <a:pt x="1096729" y="1523163"/>
                  </a:lnTo>
                  <a:lnTo>
                    <a:pt x="1096713" y="1523161"/>
                  </a:lnTo>
                  <a:lnTo>
                    <a:pt x="1096698" y="1523155"/>
                  </a:lnTo>
                  <a:lnTo>
                    <a:pt x="1096682" y="1523148"/>
                  </a:lnTo>
                  <a:lnTo>
                    <a:pt x="1096666" y="1523143"/>
                  </a:lnTo>
                  <a:lnTo>
                    <a:pt x="1096651" y="1523140"/>
                  </a:lnTo>
                  <a:lnTo>
                    <a:pt x="1096635" y="1523138"/>
                  </a:lnTo>
                  <a:lnTo>
                    <a:pt x="1096627" y="1523136"/>
                  </a:lnTo>
                  <a:lnTo>
                    <a:pt x="1096619" y="1523131"/>
                  </a:lnTo>
                  <a:lnTo>
                    <a:pt x="1096614" y="1523125"/>
                  </a:lnTo>
                  <a:lnTo>
                    <a:pt x="1096612" y="1523119"/>
                  </a:lnTo>
                  <a:lnTo>
                    <a:pt x="1096614" y="1523114"/>
                  </a:lnTo>
                  <a:lnTo>
                    <a:pt x="1096618" y="1523103"/>
                  </a:lnTo>
                  <a:lnTo>
                    <a:pt x="1096623" y="1523098"/>
                  </a:lnTo>
                  <a:lnTo>
                    <a:pt x="1096638" y="1523085"/>
                  </a:lnTo>
                  <a:lnTo>
                    <a:pt x="1096651" y="1523070"/>
                  </a:lnTo>
                  <a:lnTo>
                    <a:pt x="1096656" y="1523061"/>
                  </a:lnTo>
                  <a:lnTo>
                    <a:pt x="1096658" y="1523053"/>
                  </a:lnTo>
                  <a:lnTo>
                    <a:pt x="1096660" y="1523036"/>
                  </a:lnTo>
                  <a:lnTo>
                    <a:pt x="1096658" y="1523020"/>
                  </a:lnTo>
                  <a:lnTo>
                    <a:pt x="1096657" y="1523015"/>
                  </a:lnTo>
                  <a:lnTo>
                    <a:pt x="1096654" y="1523010"/>
                  </a:lnTo>
                  <a:lnTo>
                    <a:pt x="1096647" y="1523004"/>
                  </a:lnTo>
                  <a:lnTo>
                    <a:pt x="1096643" y="1523000"/>
                  </a:lnTo>
                  <a:lnTo>
                    <a:pt x="1096632" y="1522996"/>
                  </a:lnTo>
                  <a:lnTo>
                    <a:pt x="1096623" y="1522996"/>
                  </a:lnTo>
                  <a:lnTo>
                    <a:pt x="1096616" y="1522998"/>
                  </a:lnTo>
                  <a:lnTo>
                    <a:pt x="1096600" y="1523005"/>
                  </a:lnTo>
                  <a:lnTo>
                    <a:pt x="1096593" y="1523007"/>
                  </a:lnTo>
                  <a:lnTo>
                    <a:pt x="1096584" y="1523013"/>
                  </a:lnTo>
                  <a:lnTo>
                    <a:pt x="1096569" y="1523022"/>
                  </a:lnTo>
                  <a:lnTo>
                    <a:pt x="1096560" y="1523026"/>
                  </a:lnTo>
                  <a:lnTo>
                    <a:pt x="1096555" y="1523025"/>
                  </a:lnTo>
                  <a:lnTo>
                    <a:pt x="1096542" y="1523016"/>
                  </a:lnTo>
                  <a:lnTo>
                    <a:pt x="1096538" y="1523007"/>
                  </a:lnTo>
                  <a:lnTo>
                    <a:pt x="1096539" y="1523002"/>
                  </a:lnTo>
                  <a:lnTo>
                    <a:pt x="1096541" y="1522997"/>
                  </a:lnTo>
                  <a:lnTo>
                    <a:pt x="1096540" y="1522985"/>
                  </a:lnTo>
                  <a:lnTo>
                    <a:pt x="1096537" y="1522979"/>
                  </a:lnTo>
                  <a:lnTo>
                    <a:pt x="1096524" y="1522972"/>
                  </a:lnTo>
                  <a:lnTo>
                    <a:pt x="1096511" y="1522964"/>
                  </a:lnTo>
                  <a:lnTo>
                    <a:pt x="1096505" y="1522957"/>
                  </a:lnTo>
                  <a:lnTo>
                    <a:pt x="1096496" y="1522952"/>
                  </a:lnTo>
                  <a:lnTo>
                    <a:pt x="1096480" y="1522948"/>
                  </a:lnTo>
                  <a:lnTo>
                    <a:pt x="1096475" y="1522946"/>
                  </a:lnTo>
                  <a:lnTo>
                    <a:pt x="1096464" y="1522936"/>
                  </a:lnTo>
                  <a:lnTo>
                    <a:pt x="1096455" y="1522919"/>
                  </a:lnTo>
                  <a:lnTo>
                    <a:pt x="1096452" y="1522911"/>
                  </a:lnTo>
                  <a:lnTo>
                    <a:pt x="1096445" y="1522901"/>
                  </a:lnTo>
                  <a:lnTo>
                    <a:pt x="1096441" y="1522896"/>
                  </a:lnTo>
                  <a:lnTo>
                    <a:pt x="1096434" y="1522892"/>
                  </a:lnTo>
                  <a:lnTo>
                    <a:pt x="1096430" y="1522890"/>
                  </a:lnTo>
                  <a:lnTo>
                    <a:pt x="1096413" y="1522895"/>
                  </a:lnTo>
                  <a:lnTo>
                    <a:pt x="1096398" y="1522901"/>
                  </a:lnTo>
                  <a:lnTo>
                    <a:pt x="1096383" y="1522905"/>
                  </a:lnTo>
                  <a:lnTo>
                    <a:pt x="1096367" y="1522907"/>
                  </a:lnTo>
                  <a:lnTo>
                    <a:pt x="1096351" y="1522909"/>
                  </a:lnTo>
                  <a:lnTo>
                    <a:pt x="1096344" y="1522911"/>
                  </a:lnTo>
                  <a:lnTo>
                    <a:pt x="1096335" y="1522911"/>
                  </a:lnTo>
                  <a:lnTo>
                    <a:pt x="1096318" y="1522915"/>
                  </a:lnTo>
                  <a:lnTo>
                    <a:pt x="1096304" y="1522915"/>
                  </a:lnTo>
                  <a:lnTo>
                    <a:pt x="1096294" y="1522915"/>
                  </a:lnTo>
                  <a:lnTo>
                    <a:pt x="1096285" y="1522911"/>
                  </a:lnTo>
                  <a:lnTo>
                    <a:pt x="1096245" y="1522904"/>
                  </a:lnTo>
                  <a:lnTo>
                    <a:pt x="1096236" y="1522904"/>
                  </a:lnTo>
                  <a:lnTo>
                    <a:pt x="1096229" y="1522907"/>
                  </a:lnTo>
                  <a:lnTo>
                    <a:pt x="1096213" y="1522908"/>
                  </a:lnTo>
                  <a:lnTo>
                    <a:pt x="1096205" y="1522907"/>
                  </a:lnTo>
                  <a:lnTo>
                    <a:pt x="1096196" y="1522900"/>
                  </a:lnTo>
                  <a:lnTo>
                    <a:pt x="1096183" y="1522888"/>
                  </a:lnTo>
                  <a:lnTo>
                    <a:pt x="1096168" y="1522871"/>
                  </a:lnTo>
                  <a:lnTo>
                    <a:pt x="1096150" y="1522855"/>
                  </a:lnTo>
                  <a:lnTo>
                    <a:pt x="1096135" y="1522850"/>
                  </a:lnTo>
                  <a:lnTo>
                    <a:pt x="1096127" y="1522847"/>
                  </a:lnTo>
                  <a:lnTo>
                    <a:pt x="1096119" y="1522842"/>
                  </a:lnTo>
                  <a:lnTo>
                    <a:pt x="1096110" y="1522836"/>
                  </a:lnTo>
                  <a:lnTo>
                    <a:pt x="1096103" y="1522828"/>
                  </a:lnTo>
                  <a:lnTo>
                    <a:pt x="1096088" y="1522810"/>
                  </a:lnTo>
                  <a:lnTo>
                    <a:pt x="1096077" y="1522795"/>
                  </a:lnTo>
                  <a:lnTo>
                    <a:pt x="1096066" y="1522780"/>
                  </a:lnTo>
                  <a:lnTo>
                    <a:pt x="1096055" y="1522763"/>
                  </a:lnTo>
                  <a:lnTo>
                    <a:pt x="1096046" y="1522756"/>
                  </a:lnTo>
                  <a:lnTo>
                    <a:pt x="1096040" y="1522748"/>
                  </a:lnTo>
                  <a:lnTo>
                    <a:pt x="1096020" y="1522733"/>
                  </a:lnTo>
                  <a:lnTo>
                    <a:pt x="1096015" y="1522727"/>
                  </a:lnTo>
                  <a:lnTo>
                    <a:pt x="1096013" y="1522722"/>
                  </a:lnTo>
                  <a:lnTo>
                    <a:pt x="1096007" y="1522700"/>
                  </a:lnTo>
                  <a:lnTo>
                    <a:pt x="1096005" y="1522688"/>
                  </a:lnTo>
                  <a:lnTo>
                    <a:pt x="1096007" y="1522680"/>
                  </a:lnTo>
                  <a:lnTo>
                    <a:pt x="1096007" y="1522674"/>
                  </a:lnTo>
                  <a:lnTo>
                    <a:pt x="1096011" y="1522664"/>
                  </a:lnTo>
                  <a:lnTo>
                    <a:pt x="1096012" y="1522644"/>
                  </a:lnTo>
                  <a:lnTo>
                    <a:pt x="1096007" y="1522633"/>
                  </a:lnTo>
                  <a:lnTo>
                    <a:pt x="1096007" y="1522627"/>
                  </a:lnTo>
                  <a:lnTo>
                    <a:pt x="1096002" y="1522620"/>
                  </a:lnTo>
                  <a:lnTo>
                    <a:pt x="1095994" y="1522612"/>
                  </a:lnTo>
                  <a:lnTo>
                    <a:pt x="1095987" y="1522607"/>
                  </a:lnTo>
                  <a:lnTo>
                    <a:pt x="1095976" y="1522597"/>
                  </a:lnTo>
                  <a:lnTo>
                    <a:pt x="1095971" y="1522590"/>
                  </a:lnTo>
                  <a:lnTo>
                    <a:pt x="1095964" y="1522579"/>
                  </a:lnTo>
                  <a:lnTo>
                    <a:pt x="1095960" y="1522573"/>
                  </a:lnTo>
                  <a:lnTo>
                    <a:pt x="1095959" y="1522564"/>
                  </a:lnTo>
                  <a:lnTo>
                    <a:pt x="1095956" y="1522556"/>
                  </a:lnTo>
                  <a:lnTo>
                    <a:pt x="1095925" y="1522519"/>
                  </a:lnTo>
                  <a:lnTo>
                    <a:pt x="1095914" y="1522503"/>
                  </a:lnTo>
                  <a:lnTo>
                    <a:pt x="1095900" y="1522488"/>
                  </a:lnTo>
                  <a:lnTo>
                    <a:pt x="1095884" y="1522476"/>
                  </a:lnTo>
                  <a:lnTo>
                    <a:pt x="1095869" y="1522466"/>
                  </a:lnTo>
                  <a:lnTo>
                    <a:pt x="1095853" y="1522457"/>
                  </a:lnTo>
                  <a:lnTo>
                    <a:pt x="1095837" y="1522442"/>
                  </a:lnTo>
                  <a:lnTo>
                    <a:pt x="1095822" y="1522431"/>
                  </a:lnTo>
                  <a:lnTo>
                    <a:pt x="1095807" y="1522418"/>
                  </a:lnTo>
                  <a:lnTo>
                    <a:pt x="1095794" y="1522403"/>
                  </a:lnTo>
                  <a:lnTo>
                    <a:pt x="1095779" y="1522388"/>
                  </a:lnTo>
                  <a:lnTo>
                    <a:pt x="1095764" y="1522375"/>
                  </a:lnTo>
                  <a:lnTo>
                    <a:pt x="1095748" y="1522364"/>
                  </a:lnTo>
                  <a:lnTo>
                    <a:pt x="1095733" y="1522351"/>
                  </a:lnTo>
                  <a:lnTo>
                    <a:pt x="1095719" y="1522335"/>
                  </a:lnTo>
                  <a:lnTo>
                    <a:pt x="1095705" y="1522318"/>
                  </a:lnTo>
                  <a:lnTo>
                    <a:pt x="1095694" y="1522301"/>
                  </a:lnTo>
                  <a:lnTo>
                    <a:pt x="1095690" y="1522294"/>
                  </a:lnTo>
                  <a:lnTo>
                    <a:pt x="1095668" y="1522271"/>
                  </a:lnTo>
                  <a:lnTo>
                    <a:pt x="1095653" y="1522257"/>
                  </a:lnTo>
                  <a:lnTo>
                    <a:pt x="1095639" y="1522241"/>
                  </a:lnTo>
                  <a:lnTo>
                    <a:pt x="1095625" y="1522224"/>
                  </a:lnTo>
                  <a:lnTo>
                    <a:pt x="1095622" y="1522221"/>
                  </a:lnTo>
                  <a:lnTo>
                    <a:pt x="1095619" y="1522212"/>
                  </a:lnTo>
                  <a:lnTo>
                    <a:pt x="1095620" y="1522205"/>
                  </a:lnTo>
                  <a:lnTo>
                    <a:pt x="1095625" y="1522201"/>
                  </a:lnTo>
                  <a:lnTo>
                    <a:pt x="1095638" y="1522199"/>
                  </a:lnTo>
                  <a:lnTo>
                    <a:pt x="1095666" y="1522192"/>
                  </a:lnTo>
                  <a:lnTo>
                    <a:pt x="1095683" y="1522184"/>
                  </a:lnTo>
                  <a:lnTo>
                    <a:pt x="1095693" y="1522177"/>
                  </a:lnTo>
                  <a:lnTo>
                    <a:pt x="1095703" y="1522166"/>
                  </a:lnTo>
                  <a:lnTo>
                    <a:pt x="1095709" y="1522151"/>
                  </a:lnTo>
                  <a:lnTo>
                    <a:pt x="1095715" y="1522117"/>
                  </a:lnTo>
                  <a:lnTo>
                    <a:pt x="1095712" y="1522089"/>
                  </a:lnTo>
                  <a:lnTo>
                    <a:pt x="1095711" y="1522080"/>
                  </a:lnTo>
                  <a:lnTo>
                    <a:pt x="1095708" y="1522058"/>
                  </a:lnTo>
                  <a:lnTo>
                    <a:pt x="1095708" y="1522038"/>
                  </a:lnTo>
                  <a:lnTo>
                    <a:pt x="1095717" y="1522021"/>
                  </a:lnTo>
                  <a:lnTo>
                    <a:pt x="1095731" y="1521998"/>
                  </a:lnTo>
                  <a:lnTo>
                    <a:pt x="1095739" y="1521989"/>
                  </a:lnTo>
                  <a:lnTo>
                    <a:pt x="1095752" y="1521973"/>
                  </a:lnTo>
                  <a:lnTo>
                    <a:pt x="1095786" y="1521941"/>
                  </a:lnTo>
                  <a:lnTo>
                    <a:pt x="1095813" y="1521933"/>
                  </a:lnTo>
                  <a:lnTo>
                    <a:pt x="1095845" y="1521935"/>
                  </a:lnTo>
                  <a:lnTo>
                    <a:pt x="1095867" y="1521935"/>
                  </a:lnTo>
                  <a:lnTo>
                    <a:pt x="1095895" y="1521947"/>
                  </a:lnTo>
                  <a:lnTo>
                    <a:pt x="1095924" y="1521966"/>
                  </a:lnTo>
                  <a:lnTo>
                    <a:pt x="1095960" y="1522000"/>
                  </a:lnTo>
                  <a:lnTo>
                    <a:pt x="1095991" y="1522029"/>
                  </a:lnTo>
                  <a:lnTo>
                    <a:pt x="1096012" y="1522038"/>
                  </a:lnTo>
                  <a:lnTo>
                    <a:pt x="1096030" y="1522036"/>
                  </a:lnTo>
                  <a:lnTo>
                    <a:pt x="1096059" y="1522028"/>
                  </a:lnTo>
                  <a:lnTo>
                    <a:pt x="1096119" y="1522001"/>
                  </a:lnTo>
                  <a:lnTo>
                    <a:pt x="1096155" y="1521990"/>
                  </a:lnTo>
                  <a:lnTo>
                    <a:pt x="1096234" y="1521976"/>
                  </a:lnTo>
                  <a:lnTo>
                    <a:pt x="1096302" y="1521962"/>
                  </a:lnTo>
                  <a:lnTo>
                    <a:pt x="1096344" y="1521960"/>
                  </a:lnTo>
                  <a:lnTo>
                    <a:pt x="1096404" y="1521970"/>
                  </a:lnTo>
                  <a:lnTo>
                    <a:pt x="1096454" y="1521984"/>
                  </a:lnTo>
                  <a:lnTo>
                    <a:pt x="1096505" y="1522006"/>
                  </a:lnTo>
                  <a:lnTo>
                    <a:pt x="1096553" y="1522045"/>
                  </a:lnTo>
                  <a:lnTo>
                    <a:pt x="1096565" y="1522064"/>
                  </a:lnTo>
                  <a:lnTo>
                    <a:pt x="1096569" y="1522080"/>
                  </a:lnTo>
                  <a:lnTo>
                    <a:pt x="1096572" y="1522089"/>
                  </a:lnTo>
                  <a:lnTo>
                    <a:pt x="1096582" y="1522114"/>
                  </a:lnTo>
                  <a:lnTo>
                    <a:pt x="1096595" y="1522121"/>
                  </a:lnTo>
                  <a:lnTo>
                    <a:pt x="1096650" y="1522128"/>
                  </a:lnTo>
                  <a:lnTo>
                    <a:pt x="1096737" y="1522127"/>
                  </a:lnTo>
                  <a:lnTo>
                    <a:pt x="1096831" y="1522119"/>
                  </a:lnTo>
                  <a:lnTo>
                    <a:pt x="1096843" y="1522118"/>
                  </a:lnTo>
                  <a:lnTo>
                    <a:pt x="1097003" y="1522096"/>
                  </a:lnTo>
                  <a:lnTo>
                    <a:pt x="1097049" y="1522088"/>
                  </a:lnTo>
                  <a:lnTo>
                    <a:pt x="1097077" y="1522080"/>
                  </a:lnTo>
                  <a:lnTo>
                    <a:pt x="1097130" y="1522058"/>
                  </a:lnTo>
                  <a:lnTo>
                    <a:pt x="1097194" y="1522029"/>
                  </a:lnTo>
                  <a:lnTo>
                    <a:pt x="1097254" y="1522019"/>
                  </a:lnTo>
                  <a:lnTo>
                    <a:pt x="1097319" y="1521990"/>
                  </a:lnTo>
                  <a:lnTo>
                    <a:pt x="1097344" y="1521972"/>
                  </a:lnTo>
                  <a:lnTo>
                    <a:pt x="1097358" y="1521957"/>
                  </a:lnTo>
                  <a:lnTo>
                    <a:pt x="1097386" y="1521924"/>
                  </a:lnTo>
                  <a:lnTo>
                    <a:pt x="1097421" y="1521890"/>
                  </a:lnTo>
                  <a:lnTo>
                    <a:pt x="1097434" y="1521884"/>
                  </a:lnTo>
                  <a:lnTo>
                    <a:pt x="1097453" y="1521877"/>
                  </a:lnTo>
                  <a:lnTo>
                    <a:pt x="1097469" y="1521874"/>
                  </a:lnTo>
                  <a:lnTo>
                    <a:pt x="1097483" y="1521880"/>
                  </a:lnTo>
                  <a:lnTo>
                    <a:pt x="1097503" y="1521875"/>
                  </a:lnTo>
                  <a:lnTo>
                    <a:pt x="1097513" y="1521863"/>
                  </a:lnTo>
                  <a:lnTo>
                    <a:pt x="1097518" y="1521851"/>
                  </a:lnTo>
                  <a:lnTo>
                    <a:pt x="1097522" y="1521832"/>
                  </a:lnTo>
                  <a:lnTo>
                    <a:pt x="1097543" y="1521791"/>
                  </a:lnTo>
                  <a:lnTo>
                    <a:pt x="1097555" y="1521756"/>
                  </a:lnTo>
                  <a:lnTo>
                    <a:pt x="1097555" y="1521731"/>
                  </a:lnTo>
                  <a:lnTo>
                    <a:pt x="1097553" y="1521706"/>
                  </a:lnTo>
                  <a:lnTo>
                    <a:pt x="1097521" y="1521687"/>
                  </a:lnTo>
                  <a:lnTo>
                    <a:pt x="1097482" y="1521677"/>
                  </a:lnTo>
                  <a:lnTo>
                    <a:pt x="1097462" y="1521676"/>
                  </a:lnTo>
                  <a:lnTo>
                    <a:pt x="1097450" y="1521675"/>
                  </a:lnTo>
                  <a:lnTo>
                    <a:pt x="1097413" y="1521679"/>
                  </a:lnTo>
                  <a:lnTo>
                    <a:pt x="1097357" y="1521695"/>
                  </a:lnTo>
                  <a:lnTo>
                    <a:pt x="1097324" y="1521708"/>
                  </a:lnTo>
                  <a:lnTo>
                    <a:pt x="1097297" y="1521729"/>
                  </a:lnTo>
                  <a:lnTo>
                    <a:pt x="1097282" y="1521763"/>
                  </a:lnTo>
                  <a:lnTo>
                    <a:pt x="1097257" y="1521799"/>
                  </a:lnTo>
                  <a:lnTo>
                    <a:pt x="1097225" y="1521832"/>
                  </a:lnTo>
                  <a:lnTo>
                    <a:pt x="1097143" y="1521865"/>
                  </a:lnTo>
                  <a:lnTo>
                    <a:pt x="1097119" y="1521870"/>
                  </a:lnTo>
                  <a:lnTo>
                    <a:pt x="1097095" y="1521859"/>
                  </a:lnTo>
                  <a:lnTo>
                    <a:pt x="1097077" y="1521849"/>
                  </a:lnTo>
                  <a:lnTo>
                    <a:pt x="1097070" y="1521823"/>
                  </a:lnTo>
                  <a:lnTo>
                    <a:pt x="1097066" y="1521797"/>
                  </a:lnTo>
                  <a:lnTo>
                    <a:pt x="1097063" y="1521771"/>
                  </a:lnTo>
                  <a:lnTo>
                    <a:pt x="1097061" y="1521739"/>
                  </a:lnTo>
                  <a:lnTo>
                    <a:pt x="1097053" y="1521717"/>
                  </a:lnTo>
                  <a:lnTo>
                    <a:pt x="1097031" y="1521671"/>
                  </a:lnTo>
                  <a:lnTo>
                    <a:pt x="1096991" y="1521620"/>
                  </a:lnTo>
                  <a:lnTo>
                    <a:pt x="1096968" y="1521604"/>
                  </a:lnTo>
                  <a:lnTo>
                    <a:pt x="1096946" y="1521599"/>
                  </a:lnTo>
                  <a:lnTo>
                    <a:pt x="1096896" y="1521622"/>
                  </a:lnTo>
                  <a:lnTo>
                    <a:pt x="1096849" y="1521641"/>
                  </a:lnTo>
                  <a:lnTo>
                    <a:pt x="1096807" y="1521644"/>
                  </a:lnTo>
                  <a:lnTo>
                    <a:pt x="1096753" y="1521631"/>
                  </a:lnTo>
                  <a:lnTo>
                    <a:pt x="1096645" y="1521585"/>
                  </a:lnTo>
                  <a:lnTo>
                    <a:pt x="1096556" y="1521542"/>
                  </a:lnTo>
                  <a:lnTo>
                    <a:pt x="1096460" y="1521487"/>
                  </a:lnTo>
                  <a:lnTo>
                    <a:pt x="1096429" y="1521457"/>
                  </a:lnTo>
                  <a:lnTo>
                    <a:pt x="1096416" y="1521430"/>
                  </a:lnTo>
                  <a:lnTo>
                    <a:pt x="1096412" y="1521399"/>
                  </a:lnTo>
                  <a:lnTo>
                    <a:pt x="1096423" y="1521371"/>
                  </a:lnTo>
                  <a:lnTo>
                    <a:pt x="1096442" y="1521349"/>
                  </a:lnTo>
                  <a:lnTo>
                    <a:pt x="1096467" y="1521337"/>
                  </a:lnTo>
                  <a:lnTo>
                    <a:pt x="1096509" y="1521341"/>
                  </a:lnTo>
                  <a:lnTo>
                    <a:pt x="1096550" y="1521358"/>
                  </a:lnTo>
                  <a:lnTo>
                    <a:pt x="1096588" y="1521373"/>
                  </a:lnTo>
                  <a:lnTo>
                    <a:pt x="1096603" y="1521373"/>
                  </a:lnTo>
                  <a:lnTo>
                    <a:pt x="1096612" y="1521361"/>
                  </a:lnTo>
                  <a:lnTo>
                    <a:pt x="1096622" y="1521344"/>
                  </a:lnTo>
                  <a:lnTo>
                    <a:pt x="1096624" y="1521312"/>
                  </a:lnTo>
                  <a:lnTo>
                    <a:pt x="1096621" y="1521268"/>
                  </a:lnTo>
                  <a:lnTo>
                    <a:pt x="1096615" y="1521239"/>
                  </a:lnTo>
                  <a:lnTo>
                    <a:pt x="1096603" y="1521208"/>
                  </a:lnTo>
                  <a:lnTo>
                    <a:pt x="1096579" y="1521150"/>
                  </a:lnTo>
                  <a:lnTo>
                    <a:pt x="1096509" y="1521067"/>
                  </a:lnTo>
                  <a:lnTo>
                    <a:pt x="1096498" y="1521055"/>
                  </a:lnTo>
                  <a:lnTo>
                    <a:pt x="1096489" y="1521046"/>
                  </a:lnTo>
                  <a:lnTo>
                    <a:pt x="1096471" y="1521033"/>
                  </a:lnTo>
                  <a:lnTo>
                    <a:pt x="1096463" y="1521028"/>
                  </a:lnTo>
                  <a:lnTo>
                    <a:pt x="1096434" y="1520999"/>
                  </a:lnTo>
                  <a:lnTo>
                    <a:pt x="1096417" y="1520969"/>
                  </a:lnTo>
                  <a:lnTo>
                    <a:pt x="1096418" y="1520956"/>
                  </a:lnTo>
                  <a:lnTo>
                    <a:pt x="1096420" y="1520942"/>
                  </a:lnTo>
                  <a:lnTo>
                    <a:pt x="1096440" y="1520925"/>
                  </a:lnTo>
                  <a:lnTo>
                    <a:pt x="1096473" y="1520913"/>
                  </a:lnTo>
                  <a:lnTo>
                    <a:pt x="1096507" y="1520911"/>
                  </a:lnTo>
                  <a:lnTo>
                    <a:pt x="1096554" y="1520894"/>
                  </a:lnTo>
                  <a:lnTo>
                    <a:pt x="1096580" y="1520888"/>
                  </a:lnTo>
                  <a:lnTo>
                    <a:pt x="1096596" y="1520878"/>
                  </a:lnTo>
                  <a:lnTo>
                    <a:pt x="1096610" y="1520860"/>
                  </a:lnTo>
                  <a:lnTo>
                    <a:pt x="1096634" y="1520824"/>
                  </a:lnTo>
                  <a:lnTo>
                    <a:pt x="1096652" y="1520791"/>
                  </a:lnTo>
                  <a:lnTo>
                    <a:pt x="1096661" y="1520777"/>
                  </a:lnTo>
                  <a:lnTo>
                    <a:pt x="1096667" y="1520766"/>
                  </a:lnTo>
                  <a:lnTo>
                    <a:pt x="1096695" y="1520727"/>
                  </a:lnTo>
                  <a:lnTo>
                    <a:pt x="1096740" y="1520654"/>
                  </a:lnTo>
                  <a:lnTo>
                    <a:pt x="1096818" y="1520530"/>
                  </a:lnTo>
                  <a:lnTo>
                    <a:pt x="1096840" y="1520503"/>
                  </a:lnTo>
                  <a:lnTo>
                    <a:pt x="1096873" y="1520482"/>
                  </a:lnTo>
                  <a:lnTo>
                    <a:pt x="1096896" y="1520476"/>
                  </a:lnTo>
                  <a:lnTo>
                    <a:pt x="1096922" y="1520459"/>
                  </a:lnTo>
                  <a:lnTo>
                    <a:pt x="1096969" y="1520409"/>
                  </a:lnTo>
                  <a:lnTo>
                    <a:pt x="1096999" y="1520386"/>
                  </a:lnTo>
                  <a:lnTo>
                    <a:pt x="1097015" y="1520377"/>
                  </a:lnTo>
                  <a:lnTo>
                    <a:pt x="1097045" y="1520365"/>
                  </a:lnTo>
                  <a:lnTo>
                    <a:pt x="1097068" y="1520355"/>
                  </a:lnTo>
                  <a:lnTo>
                    <a:pt x="1097079" y="1520344"/>
                  </a:lnTo>
                  <a:lnTo>
                    <a:pt x="1097089" y="1520317"/>
                  </a:lnTo>
                  <a:lnTo>
                    <a:pt x="1097100" y="1520274"/>
                  </a:lnTo>
                  <a:lnTo>
                    <a:pt x="1097098" y="1520231"/>
                  </a:lnTo>
                  <a:lnTo>
                    <a:pt x="1097088" y="1520163"/>
                  </a:lnTo>
                  <a:lnTo>
                    <a:pt x="1097089" y="1520138"/>
                  </a:lnTo>
                  <a:lnTo>
                    <a:pt x="1097085" y="1520075"/>
                  </a:lnTo>
                  <a:lnTo>
                    <a:pt x="1097092" y="1520022"/>
                  </a:lnTo>
                  <a:lnTo>
                    <a:pt x="1097105" y="1519978"/>
                  </a:lnTo>
                  <a:lnTo>
                    <a:pt x="1097120" y="1519941"/>
                  </a:lnTo>
                  <a:lnTo>
                    <a:pt x="1097131" y="1519920"/>
                  </a:lnTo>
                  <a:lnTo>
                    <a:pt x="1097146" y="1519904"/>
                  </a:lnTo>
                  <a:lnTo>
                    <a:pt x="1097157" y="1519896"/>
                  </a:lnTo>
                  <a:lnTo>
                    <a:pt x="1097168" y="1519896"/>
                  </a:lnTo>
                  <a:lnTo>
                    <a:pt x="1097183" y="1519910"/>
                  </a:lnTo>
                  <a:lnTo>
                    <a:pt x="1097212" y="1519939"/>
                  </a:lnTo>
                  <a:lnTo>
                    <a:pt x="1097226" y="1519962"/>
                  </a:lnTo>
                  <a:lnTo>
                    <a:pt x="1097243" y="1520010"/>
                  </a:lnTo>
                  <a:lnTo>
                    <a:pt x="1097253" y="1520032"/>
                  </a:lnTo>
                  <a:lnTo>
                    <a:pt x="1097258" y="1520042"/>
                  </a:lnTo>
                  <a:lnTo>
                    <a:pt x="1097267" y="1520063"/>
                  </a:lnTo>
                  <a:lnTo>
                    <a:pt x="1097282" y="1520077"/>
                  </a:lnTo>
                  <a:lnTo>
                    <a:pt x="1097287" y="1520081"/>
                  </a:lnTo>
                  <a:lnTo>
                    <a:pt x="1097313" y="1520087"/>
                  </a:lnTo>
                  <a:lnTo>
                    <a:pt x="1097337" y="1520080"/>
                  </a:lnTo>
                  <a:lnTo>
                    <a:pt x="1097347" y="1520065"/>
                  </a:lnTo>
                  <a:lnTo>
                    <a:pt x="1097350" y="1520047"/>
                  </a:lnTo>
                  <a:lnTo>
                    <a:pt x="1097345" y="1520013"/>
                  </a:lnTo>
                  <a:lnTo>
                    <a:pt x="1097336" y="1519959"/>
                  </a:lnTo>
                  <a:lnTo>
                    <a:pt x="1097327" y="1519887"/>
                  </a:lnTo>
                  <a:lnTo>
                    <a:pt x="1097325" y="1519839"/>
                  </a:lnTo>
                  <a:lnTo>
                    <a:pt x="1097327" y="1519812"/>
                  </a:lnTo>
                  <a:lnTo>
                    <a:pt x="1097330" y="1519780"/>
                  </a:lnTo>
                  <a:lnTo>
                    <a:pt x="1097327" y="1519760"/>
                  </a:lnTo>
                  <a:lnTo>
                    <a:pt x="1097316" y="1519745"/>
                  </a:lnTo>
                  <a:lnTo>
                    <a:pt x="1097304" y="1519725"/>
                  </a:lnTo>
                  <a:lnTo>
                    <a:pt x="1097293" y="1519706"/>
                  </a:lnTo>
                  <a:lnTo>
                    <a:pt x="1097293" y="1519685"/>
                  </a:lnTo>
                  <a:lnTo>
                    <a:pt x="1097300" y="1519665"/>
                  </a:lnTo>
                  <a:lnTo>
                    <a:pt x="1097318" y="1519649"/>
                  </a:lnTo>
                  <a:lnTo>
                    <a:pt x="1097345" y="1519630"/>
                  </a:lnTo>
                  <a:lnTo>
                    <a:pt x="1097388" y="1519591"/>
                  </a:lnTo>
                  <a:lnTo>
                    <a:pt x="1097411" y="1519568"/>
                  </a:lnTo>
                  <a:lnTo>
                    <a:pt x="1097444" y="1519530"/>
                  </a:lnTo>
                  <a:lnTo>
                    <a:pt x="1097482" y="1519471"/>
                  </a:lnTo>
                  <a:lnTo>
                    <a:pt x="1097494" y="1519458"/>
                  </a:lnTo>
                  <a:lnTo>
                    <a:pt x="1097504" y="1519430"/>
                  </a:lnTo>
                  <a:lnTo>
                    <a:pt x="1097523" y="1519395"/>
                  </a:lnTo>
                  <a:lnTo>
                    <a:pt x="1097541" y="1519378"/>
                  </a:lnTo>
                  <a:lnTo>
                    <a:pt x="1097558" y="1519365"/>
                  </a:lnTo>
                  <a:lnTo>
                    <a:pt x="1097577" y="1519365"/>
                  </a:lnTo>
                  <a:lnTo>
                    <a:pt x="1097590" y="1519372"/>
                  </a:lnTo>
                  <a:lnTo>
                    <a:pt x="1097612" y="1519399"/>
                  </a:lnTo>
                  <a:lnTo>
                    <a:pt x="1097631" y="1519417"/>
                  </a:lnTo>
                  <a:lnTo>
                    <a:pt x="1097651" y="1519418"/>
                  </a:lnTo>
                  <a:lnTo>
                    <a:pt x="1097673" y="1519416"/>
                  </a:lnTo>
                  <a:lnTo>
                    <a:pt x="1097704" y="1519404"/>
                  </a:lnTo>
                  <a:lnTo>
                    <a:pt x="1097721" y="1519394"/>
                  </a:lnTo>
                  <a:lnTo>
                    <a:pt x="1097730" y="1519373"/>
                  </a:lnTo>
                  <a:lnTo>
                    <a:pt x="1097739" y="1519345"/>
                  </a:lnTo>
                  <a:lnTo>
                    <a:pt x="1097733" y="1519281"/>
                  </a:lnTo>
                  <a:lnTo>
                    <a:pt x="1097728" y="1519255"/>
                  </a:lnTo>
                  <a:lnTo>
                    <a:pt x="1097727" y="1519250"/>
                  </a:lnTo>
                  <a:lnTo>
                    <a:pt x="1097724" y="1519244"/>
                  </a:lnTo>
                  <a:lnTo>
                    <a:pt x="1097711" y="1519211"/>
                  </a:lnTo>
                  <a:lnTo>
                    <a:pt x="1097707" y="1519202"/>
                  </a:lnTo>
                  <a:lnTo>
                    <a:pt x="1097694" y="1519172"/>
                  </a:lnTo>
                  <a:lnTo>
                    <a:pt x="1097690" y="1519150"/>
                  </a:lnTo>
                  <a:lnTo>
                    <a:pt x="1097690" y="1519124"/>
                  </a:lnTo>
                  <a:lnTo>
                    <a:pt x="1097702" y="1519090"/>
                  </a:lnTo>
                  <a:lnTo>
                    <a:pt x="1097742" y="1518993"/>
                  </a:lnTo>
                  <a:lnTo>
                    <a:pt x="1097774" y="1518918"/>
                  </a:lnTo>
                  <a:lnTo>
                    <a:pt x="1097803" y="1518856"/>
                  </a:lnTo>
                  <a:lnTo>
                    <a:pt x="1097834" y="1518800"/>
                  </a:lnTo>
                  <a:lnTo>
                    <a:pt x="1097866" y="1518758"/>
                  </a:lnTo>
                  <a:lnTo>
                    <a:pt x="1097892" y="1518739"/>
                  </a:lnTo>
                  <a:lnTo>
                    <a:pt x="1097929" y="1518725"/>
                  </a:lnTo>
                  <a:lnTo>
                    <a:pt x="1097971" y="1518720"/>
                  </a:lnTo>
                  <a:lnTo>
                    <a:pt x="1098009" y="1518720"/>
                  </a:lnTo>
                  <a:lnTo>
                    <a:pt x="1098048" y="1518725"/>
                  </a:lnTo>
                  <a:lnTo>
                    <a:pt x="1098072" y="1518727"/>
                  </a:lnTo>
                  <a:lnTo>
                    <a:pt x="1098102" y="1518722"/>
                  </a:lnTo>
                  <a:lnTo>
                    <a:pt x="1098129" y="1518715"/>
                  </a:lnTo>
                  <a:lnTo>
                    <a:pt x="1098166" y="1518719"/>
                  </a:lnTo>
                  <a:lnTo>
                    <a:pt x="1098198" y="1518719"/>
                  </a:lnTo>
                  <a:lnTo>
                    <a:pt x="1098248" y="1518728"/>
                  </a:lnTo>
                  <a:lnTo>
                    <a:pt x="1098289" y="1518736"/>
                  </a:lnTo>
                  <a:lnTo>
                    <a:pt x="1098330" y="1518732"/>
                  </a:lnTo>
                  <a:lnTo>
                    <a:pt x="1098378" y="1518717"/>
                  </a:lnTo>
                  <a:lnTo>
                    <a:pt x="1098428" y="1518688"/>
                  </a:lnTo>
                  <a:lnTo>
                    <a:pt x="1098475" y="1518663"/>
                  </a:lnTo>
                  <a:lnTo>
                    <a:pt x="1098502" y="1518642"/>
                  </a:lnTo>
                  <a:lnTo>
                    <a:pt x="1098537" y="1518614"/>
                  </a:lnTo>
                  <a:lnTo>
                    <a:pt x="1098564" y="1518586"/>
                  </a:lnTo>
                  <a:lnTo>
                    <a:pt x="1098593" y="1518546"/>
                  </a:lnTo>
                  <a:lnTo>
                    <a:pt x="1098618" y="1518511"/>
                  </a:lnTo>
                  <a:lnTo>
                    <a:pt x="1098638" y="1518467"/>
                  </a:lnTo>
                  <a:lnTo>
                    <a:pt x="1098649" y="1518437"/>
                  </a:lnTo>
                  <a:lnTo>
                    <a:pt x="1098662" y="1518405"/>
                  </a:lnTo>
                  <a:lnTo>
                    <a:pt x="1098683" y="1518374"/>
                  </a:lnTo>
                  <a:lnTo>
                    <a:pt x="1098701" y="1518354"/>
                  </a:lnTo>
                  <a:lnTo>
                    <a:pt x="1098719" y="1518343"/>
                  </a:lnTo>
                  <a:lnTo>
                    <a:pt x="1098742" y="1518342"/>
                  </a:lnTo>
                  <a:lnTo>
                    <a:pt x="1098764" y="1518336"/>
                  </a:lnTo>
                  <a:lnTo>
                    <a:pt x="1098781" y="1518325"/>
                  </a:lnTo>
                  <a:lnTo>
                    <a:pt x="1098803" y="1518293"/>
                  </a:lnTo>
                  <a:lnTo>
                    <a:pt x="1098825" y="1518253"/>
                  </a:lnTo>
                  <a:lnTo>
                    <a:pt x="1098843" y="1518222"/>
                  </a:lnTo>
                  <a:lnTo>
                    <a:pt x="1098877" y="1518172"/>
                  </a:lnTo>
                  <a:lnTo>
                    <a:pt x="1098920" y="1518117"/>
                  </a:lnTo>
                  <a:lnTo>
                    <a:pt x="1098965" y="1518049"/>
                  </a:lnTo>
                  <a:lnTo>
                    <a:pt x="1099016" y="1517959"/>
                  </a:lnTo>
                  <a:lnTo>
                    <a:pt x="1099031" y="1517910"/>
                  </a:lnTo>
                  <a:lnTo>
                    <a:pt x="1099041" y="1517878"/>
                  </a:lnTo>
                  <a:lnTo>
                    <a:pt x="1099042" y="1517863"/>
                  </a:lnTo>
                  <a:lnTo>
                    <a:pt x="1099037" y="1517836"/>
                  </a:lnTo>
                  <a:lnTo>
                    <a:pt x="1099018" y="1517773"/>
                  </a:lnTo>
                  <a:lnTo>
                    <a:pt x="1099015" y="1517764"/>
                  </a:lnTo>
                  <a:lnTo>
                    <a:pt x="1098998" y="1517705"/>
                  </a:lnTo>
                  <a:lnTo>
                    <a:pt x="1098990" y="1517654"/>
                  </a:lnTo>
                  <a:lnTo>
                    <a:pt x="1098973" y="1517565"/>
                  </a:lnTo>
                  <a:lnTo>
                    <a:pt x="1098965" y="1517524"/>
                  </a:lnTo>
                  <a:lnTo>
                    <a:pt x="1098945" y="1517478"/>
                  </a:lnTo>
                  <a:lnTo>
                    <a:pt x="1098922" y="1517440"/>
                  </a:lnTo>
                  <a:lnTo>
                    <a:pt x="1098911" y="1517417"/>
                  </a:lnTo>
                  <a:lnTo>
                    <a:pt x="1098884" y="1517365"/>
                  </a:lnTo>
                  <a:lnTo>
                    <a:pt x="1098868" y="1517318"/>
                  </a:lnTo>
                  <a:lnTo>
                    <a:pt x="1098857" y="1517280"/>
                  </a:lnTo>
                  <a:lnTo>
                    <a:pt x="1098844" y="1517222"/>
                  </a:lnTo>
                  <a:lnTo>
                    <a:pt x="1098842" y="1517174"/>
                  </a:lnTo>
                  <a:lnTo>
                    <a:pt x="1098845" y="1517093"/>
                  </a:lnTo>
                  <a:lnTo>
                    <a:pt x="1098852" y="1517064"/>
                  </a:lnTo>
                  <a:lnTo>
                    <a:pt x="1098856" y="1517036"/>
                  </a:lnTo>
                  <a:lnTo>
                    <a:pt x="1098860" y="1516996"/>
                  </a:lnTo>
                  <a:lnTo>
                    <a:pt x="1098869" y="1516935"/>
                  </a:lnTo>
                  <a:lnTo>
                    <a:pt x="1098878" y="1516899"/>
                  </a:lnTo>
                  <a:lnTo>
                    <a:pt x="1098880" y="1516855"/>
                  </a:lnTo>
                  <a:lnTo>
                    <a:pt x="1098889" y="1516794"/>
                  </a:lnTo>
                  <a:lnTo>
                    <a:pt x="1098893" y="1516770"/>
                  </a:lnTo>
                  <a:lnTo>
                    <a:pt x="1098904" y="1516725"/>
                  </a:lnTo>
                  <a:lnTo>
                    <a:pt x="1098923" y="1516681"/>
                  </a:lnTo>
                  <a:lnTo>
                    <a:pt x="1098940" y="1516636"/>
                  </a:lnTo>
                  <a:lnTo>
                    <a:pt x="1098955" y="1516581"/>
                  </a:lnTo>
                  <a:lnTo>
                    <a:pt x="1098963" y="1516557"/>
                  </a:lnTo>
                  <a:lnTo>
                    <a:pt x="1098971" y="1516541"/>
                  </a:lnTo>
                  <a:lnTo>
                    <a:pt x="1098992" y="1516510"/>
                  </a:lnTo>
                  <a:lnTo>
                    <a:pt x="1099010" y="1516485"/>
                  </a:lnTo>
                  <a:lnTo>
                    <a:pt x="1099023" y="1516459"/>
                  </a:lnTo>
                  <a:lnTo>
                    <a:pt x="1099031" y="1516425"/>
                  </a:lnTo>
                  <a:lnTo>
                    <a:pt x="1099033" y="1516391"/>
                  </a:lnTo>
                  <a:lnTo>
                    <a:pt x="1099036" y="1516339"/>
                  </a:lnTo>
                  <a:lnTo>
                    <a:pt x="1099033" y="1516264"/>
                  </a:lnTo>
                  <a:lnTo>
                    <a:pt x="1099033" y="1516195"/>
                  </a:lnTo>
                  <a:lnTo>
                    <a:pt x="1099031" y="1516160"/>
                  </a:lnTo>
                  <a:lnTo>
                    <a:pt x="1099031" y="1516109"/>
                  </a:lnTo>
                  <a:lnTo>
                    <a:pt x="1099028" y="1516075"/>
                  </a:lnTo>
                  <a:lnTo>
                    <a:pt x="1099020" y="1516048"/>
                  </a:lnTo>
                  <a:lnTo>
                    <a:pt x="1099010" y="1516015"/>
                  </a:lnTo>
                  <a:lnTo>
                    <a:pt x="1098987" y="1515957"/>
                  </a:lnTo>
                  <a:lnTo>
                    <a:pt x="1098952" y="1515882"/>
                  </a:lnTo>
                  <a:lnTo>
                    <a:pt x="1098938" y="1515841"/>
                  </a:lnTo>
                  <a:lnTo>
                    <a:pt x="1098931" y="1515806"/>
                  </a:lnTo>
                  <a:lnTo>
                    <a:pt x="1098923" y="1515767"/>
                  </a:lnTo>
                  <a:lnTo>
                    <a:pt x="1098927" y="1515734"/>
                  </a:lnTo>
                  <a:lnTo>
                    <a:pt x="1098934" y="1515690"/>
                  </a:lnTo>
                  <a:lnTo>
                    <a:pt x="1098939" y="1515671"/>
                  </a:lnTo>
                  <a:lnTo>
                    <a:pt x="1098956" y="1515652"/>
                  </a:lnTo>
                  <a:lnTo>
                    <a:pt x="1098974" y="1515635"/>
                  </a:lnTo>
                  <a:lnTo>
                    <a:pt x="1099015" y="1515619"/>
                  </a:lnTo>
                  <a:lnTo>
                    <a:pt x="1099046" y="1515608"/>
                  </a:lnTo>
                  <a:lnTo>
                    <a:pt x="1099063" y="1515597"/>
                  </a:lnTo>
                  <a:lnTo>
                    <a:pt x="1099080" y="1515576"/>
                  </a:lnTo>
                  <a:lnTo>
                    <a:pt x="1099095" y="1515560"/>
                  </a:lnTo>
                  <a:lnTo>
                    <a:pt x="1099101" y="1515542"/>
                  </a:lnTo>
                  <a:lnTo>
                    <a:pt x="1099101" y="1515529"/>
                  </a:lnTo>
                  <a:lnTo>
                    <a:pt x="1099095" y="1515506"/>
                  </a:lnTo>
                  <a:lnTo>
                    <a:pt x="1099087" y="1515468"/>
                  </a:lnTo>
                  <a:lnTo>
                    <a:pt x="1099084" y="1515441"/>
                  </a:lnTo>
                  <a:lnTo>
                    <a:pt x="1099090" y="1515411"/>
                  </a:lnTo>
                  <a:lnTo>
                    <a:pt x="1099113" y="1515360"/>
                  </a:lnTo>
                  <a:lnTo>
                    <a:pt x="1099144" y="1515314"/>
                  </a:lnTo>
                  <a:lnTo>
                    <a:pt x="1099177" y="1515267"/>
                  </a:lnTo>
                  <a:lnTo>
                    <a:pt x="1099209" y="1515219"/>
                  </a:lnTo>
                  <a:lnTo>
                    <a:pt x="1099276" y="1515112"/>
                  </a:lnTo>
                  <a:lnTo>
                    <a:pt x="1099301" y="1515088"/>
                  </a:lnTo>
                  <a:lnTo>
                    <a:pt x="1099337" y="1515055"/>
                  </a:lnTo>
                  <a:lnTo>
                    <a:pt x="1099399" y="1515012"/>
                  </a:lnTo>
                  <a:lnTo>
                    <a:pt x="1099429" y="1514991"/>
                  </a:lnTo>
                  <a:lnTo>
                    <a:pt x="1099453" y="1514978"/>
                  </a:lnTo>
                  <a:lnTo>
                    <a:pt x="1099477" y="1514961"/>
                  </a:lnTo>
                  <a:lnTo>
                    <a:pt x="1099525" y="1514920"/>
                  </a:lnTo>
                  <a:lnTo>
                    <a:pt x="1099544" y="1514896"/>
                  </a:lnTo>
                  <a:lnTo>
                    <a:pt x="1099550" y="1514883"/>
                  </a:lnTo>
                  <a:lnTo>
                    <a:pt x="1099555" y="1514864"/>
                  </a:lnTo>
                  <a:lnTo>
                    <a:pt x="1099564" y="1514833"/>
                  </a:lnTo>
                  <a:lnTo>
                    <a:pt x="1099577" y="1514794"/>
                  </a:lnTo>
                  <a:lnTo>
                    <a:pt x="1099599" y="1514745"/>
                  </a:lnTo>
                  <a:lnTo>
                    <a:pt x="1099614" y="1514707"/>
                  </a:lnTo>
                  <a:lnTo>
                    <a:pt x="1099630" y="1514682"/>
                  </a:lnTo>
                  <a:lnTo>
                    <a:pt x="1099651" y="1514660"/>
                  </a:lnTo>
                  <a:lnTo>
                    <a:pt x="1099678" y="1514644"/>
                  </a:lnTo>
                  <a:lnTo>
                    <a:pt x="1099685" y="1514638"/>
                  </a:lnTo>
                  <a:lnTo>
                    <a:pt x="1099704" y="1514621"/>
                  </a:lnTo>
                  <a:lnTo>
                    <a:pt x="1099728" y="1514590"/>
                  </a:lnTo>
                  <a:lnTo>
                    <a:pt x="1099748" y="1514556"/>
                  </a:lnTo>
                  <a:lnTo>
                    <a:pt x="1099758" y="1514538"/>
                  </a:lnTo>
                  <a:lnTo>
                    <a:pt x="1099762" y="1514520"/>
                  </a:lnTo>
                  <a:lnTo>
                    <a:pt x="1099769" y="1514494"/>
                  </a:lnTo>
                  <a:lnTo>
                    <a:pt x="1099771" y="1514466"/>
                  </a:lnTo>
                  <a:lnTo>
                    <a:pt x="1099774" y="1514436"/>
                  </a:lnTo>
                  <a:lnTo>
                    <a:pt x="1099774" y="1514397"/>
                  </a:lnTo>
                  <a:lnTo>
                    <a:pt x="1099776" y="1514366"/>
                  </a:lnTo>
                  <a:lnTo>
                    <a:pt x="1099782" y="1514343"/>
                  </a:lnTo>
                  <a:lnTo>
                    <a:pt x="1099787" y="1514318"/>
                  </a:lnTo>
                  <a:lnTo>
                    <a:pt x="1099789" y="1514298"/>
                  </a:lnTo>
                  <a:lnTo>
                    <a:pt x="1099806" y="1514258"/>
                  </a:lnTo>
                  <a:lnTo>
                    <a:pt x="1099809" y="1514242"/>
                  </a:lnTo>
                  <a:lnTo>
                    <a:pt x="1099811" y="1514214"/>
                  </a:lnTo>
                  <a:lnTo>
                    <a:pt x="1099818" y="1514173"/>
                  </a:lnTo>
                  <a:lnTo>
                    <a:pt x="1099824" y="1514125"/>
                  </a:lnTo>
                  <a:lnTo>
                    <a:pt x="1099838" y="1514060"/>
                  </a:lnTo>
                  <a:lnTo>
                    <a:pt x="1099844" y="1514033"/>
                  </a:lnTo>
                  <a:lnTo>
                    <a:pt x="1099859" y="1514001"/>
                  </a:lnTo>
                  <a:lnTo>
                    <a:pt x="1099864" y="1513991"/>
                  </a:lnTo>
                  <a:lnTo>
                    <a:pt x="1099873" y="1513974"/>
                  </a:lnTo>
                  <a:lnTo>
                    <a:pt x="1099886" y="1513958"/>
                  </a:lnTo>
                  <a:lnTo>
                    <a:pt x="1099899" y="1513941"/>
                  </a:lnTo>
                  <a:lnTo>
                    <a:pt x="1099924" y="1513910"/>
                  </a:lnTo>
                  <a:lnTo>
                    <a:pt x="1099938" y="1513897"/>
                  </a:lnTo>
                  <a:lnTo>
                    <a:pt x="1099949" y="1513885"/>
                  </a:lnTo>
                  <a:lnTo>
                    <a:pt x="1099967" y="1513867"/>
                  </a:lnTo>
                  <a:lnTo>
                    <a:pt x="1099984" y="1513851"/>
                  </a:lnTo>
                  <a:lnTo>
                    <a:pt x="1100004" y="1513838"/>
                  </a:lnTo>
                  <a:lnTo>
                    <a:pt x="1100010" y="1513832"/>
                  </a:lnTo>
                  <a:lnTo>
                    <a:pt x="1100025" y="1513820"/>
                  </a:lnTo>
                  <a:lnTo>
                    <a:pt x="1100040" y="1513810"/>
                  </a:lnTo>
                  <a:lnTo>
                    <a:pt x="1100073" y="1513788"/>
                  </a:lnTo>
                  <a:lnTo>
                    <a:pt x="1100088" y="1513777"/>
                  </a:lnTo>
                  <a:lnTo>
                    <a:pt x="1100096" y="1513771"/>
                  </a:lnTo>
                  <a:lnTo>
                    <a:pt x="1100102" y="1513764"/>
                  </a:lnTo>
                  <a:lnTo>
                    <a:pt x="1100116" y="1513748"/>
                  </a:lnTo>
                  <a:lnTo>
                    <a:pt x="1100128" y="1513731"/>
                  </a:lnTo>
                  <a:lnTo>
                    <a:pt x="1100138" y="1513715"/>
                  </a:lnTo>
                  <a:lnTo>
                    <a:pt x="1100149" y="1513698"/>
                  </a:lnTo>
                  <a:lnTo>
                    <a:pt x="1100154" y="1513692"/>
                  </a:lnTo>
                  <a:lnTo>
                    <a:pt x="1100158" y="1513681"/>
                  </a:lnTo>
                  <a:lnTo>
                    <a:pt x="1100165" y="1513665"/>
                  </a:lnTo>
                  <a:lnTo>
                    <a:pt x="1100170" y="1513653"/>
                  </a:lnTo>
                  <a:lnTo>
                    <a:pt x="1100173" y="1513648"/>
                  </a:lnTo>
                  <a:lnTo>
                    <a:pt x="1100175" y="1513641"/>
                  </a:lnTo>
                  <a:lnTo>
                    <a:pt x="1100182" y="1513631"/>
                  </a:lnTo>
                  <a:lnTo>
                    <a:pt x="1100193" y="1513615"/>
                  </a:lnTo>
                  <a:lnTo>
                    <a:pt x="1100209" y="1513601"/>
                  </a:lnTo>
                  <a:lnTo>
                    <a:pt x="1100217" y="1513594"/>
                  </a:lnTo>
                  <a:lnTo>
                    <a:pt x="1100223" y="1513591"/>
                  </a:lnTo>
                  <a:lnTo>
                    <a:pt x="1100241" y="1513579"/>
                  </a:lnTo>
                  <a:lnTo>
                    <a:pt x="1100256" y="1513571"/>
                  </a:lnTo>
                  <a:lnTo>
                    <a:pt x="1100272" y="1513563"/>
                  </a:lnTo>
                  <a:lnTo>
                    <a:pt x="1100280" y="1513558"/>
                  </a:lnTo>
                  <a:lnTo>
                    <a:pt x="1100288" y="1513552"/>
                  </a:lnTo>
                  <a:lnTo>
                    <a:pt x="1100304" y="1513539"/>
                  </a:lnTo>
                  <a:lnTo>
                    <a:pt x="1100307" y="1513536"/>
                  </a:lnTo>
                  <a:lnTo>
                    <a:pt x="1100319" y="1513526"/>
                  </a:lnTo>
                  <a:lnTo>
                    <a:pt x="1100334" y="1513514"/>
                  </a:lnTo>
                  <a:lnTo>
                    <a:pt x="1100350" y="1513503"/>
                  </a:lnTo>
                  <a:lnTo>
                    <a:pt x="1100366" y="1513491"/>
                  </a:lnTo>
                  <a:lnTo>
                    <a:pt x="1100397" y="1513463"/>
                  </a:lnTo>
                  <a:lnTo>
                    <a:pt x="1100411" y="1513448"/>
                  </a:lnTo>
                  <a:lnTo>
                    <a:pt x="1100425" y="1513436"/>
                  </a:lnTo>
                  <a:lnTo>
                    <a:pt x="1100440" y="1513424"/>
                  </a:lnTo>
                  <a:lnTo>
                    <a:pt x="1100456" y="1513413"/>
                  </a:lnTo>
                  <a:lnTo>
                    <a:pt x="1100459" y="1513409"/>
                  </a:lnTo>
                  <a:lnTo>
                    <a:pt x="1100471" y="1513403"/>
                  </a:lnTo>
                  <a:lnTo>
                    <a:pt x="1100487" y="1513395"/>
                  </a:lnTo>
                  <a:lnTo>
                    <a:pt x="1100503" y="1513391"/>
                  </a:lnTo>
                  <a:lnTo>
                    <a:pt x="1100519" y="1513388"/>
                  </a:lnTo>
                  <a:lnTo>
                    <a:pt x="1100534" y="1513385"/>
                  </a:lnTo>
                  <a:lnTo>
                    <a:pt x="1100551" y="1513382"/>
                  </a:lnTo>
                  <a:lnTo>
                    <a:pt x="1100566" y="1513380"/>
                  </a:lnTo>
                  <a:lnTo>
                    <a:pt x="1100582" y="1513378"/>
                  </a:lnTo>
                  <a:lnTo>
                    <a:pt x="1100598" y="1513380"/>
                  </a:lnTo>
                  <a:lnTo>
                    <a:pt x="1100614" y="1513376"/>
                  </a:lnTo>
                  <a:lnTo>
                    <a:pt x="1100629" y="1513370"/>
                  </a:lnTo>
                  <a:lnTo>
                    <a:pt x="1100645" y="1513362"/>
                  </a:lnTo>
                  <a:lnTo>
                    <a:pt x="1100692" y="1513342"/>
                  </a:lnTo>
                  <a:lnTo>
                    <a:pt x="1100709" y="1513338"/>
                  </a:lnTo>
                  <a:lnTo>
                    <a:pt x="1100724" y="1513333"/>
                  </a:lnTo>
                  <a:lnTo>
                    <a:pt x="1100740" y="1513328"/>
                  </a:lnTo>
                  <a:lnTo>
                    <a:pt x="1100772" y="1513319"/>
                  </a:lnTo>
                  <a:lnTo>
                    <a:pt x="1100778" y="1513314"/>
                  </a:lnTo>
                  <a:lnTo>
                    <a:pt x="1100787" y="1513311"/>
                  </a:lnTo>
                  <a:lnTo>
                    <a:pt x="1100815" y="1513296"/>
                  </a:lnTo>
                  <a:lnTo>
                    <a:pt x="1100824" y="1513289"/>
                  </a:lnTo>
                  <a:lnTo>
                    <a:pt x="1100829" y="1513283"/>
                  </a:lnTo>
                  <a:lnTo>
                    <a:pt x="1100838" y="1513268"/>
                  </a:lnTo>
                  <a:lnTo>
                    <a:pt x="1100843" y="1513252"/>
                  </a:lnTo>
                  <a:lnTo>
                    <a:pt x="1100848" y="1513234"/>
                  </a:lnTo>
                  <a:lnTo>
                    <a:pt x="1100849" y="1513217"/>
                  </a:lnTo>
                  <a:lnTo>
                    <a:pt x="1100851" y="1513200"/>
                  </a:lnTo>
                  <a:lnTo>
                    <a:pt x="1100850" y="1513185"/>
                  </a:lnTo>
                  <a:lnTo>
                    <a:pt x="1100850" y="1513167"/>
                  </a:lnTo>
                  <a:lnTo>
                    <a:pt x="1100848" y="1513148"/>
                  </a:lnTo>
                  <a:lnTo>
                    <a:pt x="1100847" y="1513133"/>
                  </a:lnTo>
                  <a:lnTo>
                    <a:pt x="1100842" y="1513117"/>
                  </a:lnTo>
                  <a:lnTo>
                    <a:pt x="1100843" y="1513083"/>
                  </a:lnTo>
                  <a:lnTo>
                    <a:pt x="1100842" y="1513067"/>
                  </a:lnTo>
                  <a:lnTo>
                    <a:pt x="1100843" y="1513050"/>
                  </a:lnTo>
                  <a:lnTo>
                    <a:pt x="1100845" y="1513033"/>
                  </a:lnTo>
                  <a:lnTo>
                    <a:pt x="1100846" y="1513016"/>
                  </a:lnTo>
                  <a:lnTo>
                    <a:pt x="1100845" y="1513000"/>
                  </a:lnTo>
                  <a:lnTo>
                    <a:pt x="1100846" y="1512983"/>
                  </a:lnTo>
                  <a:lnTo>
                    <a:pt x="1100846" y="1512950"/>
                  </a:lnTo>
                  <a:lnTo>
                    <a:pt x="1100847" y="1512933"/>
                  </a:lnTo>
                  <a:lnTo>
                    <a:pt x="1100848" y="1512917"/>
                  </a:lnTo>
                  <a:lnTo>
                    <a:pt x="1100849" y="1512900"/>
                  </a:lnTo>
                  <a:lnTo>
                    <a:pt x="1100848" y="1512883"/>
                  </a:lnTo>
                  <a:lnTo>
                    <a:pt x="1100849" y="1512877"/>
                  </a:lnTo>
                  <a:lnTo>
                    <a:pt x="1100849" y="1512866"/>
                  </a:lnTo>
                  <a:lnTo>
                    <a:pt x="1100850" y="1512850"/>
                  </a:lnTo>
                  <a:lnTo>
                    <a:pt x="1100851" y="1512833"/>
                  </a:lnTo>
                  <a:lnTo>
                    <a:pt x="1100854" y="1512800"/>
                  </a:lnTo>
                  <a:lnTo>
                    <a:pt x="1100855" y="1512783"/>
                  </a:lnTo>
                  <a:lnTo>
                    <a:pt x="1100857" y="1512766"/>
                  </a:lnTo>
                  <a:lnTo>
                    <a:pt x="1100857" y="1512733"/>
                  </a:lnTo>
                  <a:lnTo>
                    <a:pt x="1100859" y="1512716"/>
                  </a:lnTo>
                  <a:lnTo>
                    <a:pt x="1100860" y="1512699"/>
                  </a:lnTo>
                  <a:lnTo>
                    <a:pt x="1100861" y="1512683"/>
                  </a:lnTo>
                  <a:lnTo>
                    <a:pt x="1100863" y="1512666"/>
                  </a:lnTo>
                  <a:lnTo>
                    <a:pt x="1100864" y="1512650"/>
                  </a:lnTo>
                  <a:lnTo>
                    <a:pt x="1100862" y="1512633"/>
                  </a:lnTo>
                  <a:lnTo>
                    <a:pt x="1100861" y="1512621"/>
                  </a:lnTo>
                  <a:lnTo>
                    <a:pt x="1100859" y="1512616"/>
                  </a:lnTo>
                  <a:lnTo>
                    <a:pt x="1100849" y="1512600"/>
                  </a:lnTo>
                  <a:lnTo>
                    <a:pt x="1100835" y="1512583"/>
                  </a:lnTo>
                  <a:lnTo>
                    <a:pt x="1100820" y="1512567"/>
                  </a:lnTo>
                  <a:lnTo>
                    <a:pt x="1100808" y="1512551"/>
                  </a:lnTo>
                  <a:lnTo>
                    <a:pt x="1100795" y="1512534"/>
                  </a:lnTo>
                  <a:lnTo>
                    <a:pt x="1100787" y="1512519"/>
                  </a:lnTo>
                  <a:lnTo>
                    <a:pt x="1100781" y="1512502"/>
                  </a:lnTo>
                  <a:lnTo>
                    <a:pt x="1100773" y="1512485"/>
                  </a:lnTo>
                  <a:lnTo>
                    <a:pt x="1100765" y="1512472"/>
                  </a:lnTo>
                  <a:lnTo>
                    <a:pt x="1100760" y="1512467"/>
                  </a:lnTo>
                  <a:lnTo>
                    <a:pt x="1100751" y="1512450"/>
                  </a:lnTo>
                  <a:lnTo>
                    <a:pt x="1100738" y="1512436"/>
                  </a:lnTo>
                  <a:lnTo>
                    <a:pt x="1100724" y="1512421"/>
                  </a:lnTo>
                  <a:lnTo>
                    <a:pt x="1100712" y="1512406"/>
                  </a:lnTo>
                  <a:lnTo>
                    <a:pt x="1100707" y="1512401"/>
                  </a:lnTo>
                  <a:lnTo>
                    <a:pt x="1100699" y="1512389"/>
                  </a:lnTo>
                  <a:lnTo>
                    <a:pt x="1100687" y="1512373"/>
                  </a:lnTo>
                  <a:lnTo>
                    <a:pt x="1100672" y="1512356"/>
                  </a:lnTo>
                  <a:lnTo>
                    <a:pt x="1100658" y="1512340"/>
                  </a:lnTo>
                  <a:lnTo>
                    <a:pt x="1100643" y="1512326"/>
                  </a:lnTo>
                  <a:lnTo>
                    <a:pt x="1100627" y="1512313"/>
                  </a:lnTo>
                  <a:lnTo>
                    <a:pt x="1100622" y="1512308"/>
                  </a:lnTo>
                  <a:lnTo>
                    <a:pt x="1100580" y="1512281"/>
                  </a:lnTo>
                  <a:lnTo>
                    <a:pt x="1100564" y="1512272"/>
                  </a:lnTo>
                  <a:lnTo>
                    <a:pt x="1100548" y="1512262"/>
                  </a:lnTo>
                  <a:lnTo>
                    <a:pt x="1100532" y="1512250"/>
                  </a:lnTo>
                  <a:lnTo>
                    <a:pt x="1100505" y="1512221"/>
                  </a:lnTo>
                  <a:lnTo>
                    <a:pt x="1100492" y="1512206"/>
                  </a:lnTo>
                  <a:lnTo>
                    <a:pt x="1100479" y="1512190"/>
                  </a:lnTo>
                  <a:lnTo>
                    <a:pt x="1100466" y="1512173"/>
                  </a:lnTo>
                  <a:lnTo>
                    <a:pt x="1100454" y="1512156"/>
                  </a:lnTo>
                  <a:lnTo>
                    <a:pt x="1100442" y="1512140"/>
                  </a:lnTo>
                  <a:lnTo>
                    <a:pt x="1100431" y="1512123"/>
                  </a:lnTo>
                  <a:lnTo>
                    <a:pt x="1100422" y="1512106"/>
                  </a:lnTo>
                  <a:lnTo>
                    <a:pt x="1100409" y="1512089"/>
                  </a:lnTo>
                  <a:lnTo>
                    <a:pt x="1100395" y="1512072"/>
                  </a:lnTo>
                  <a:lnTo>
                    <a:pt x="1100383" y="1512060"/>
                  </a:lnTo>
                  <a:lnTo>
                    <a:pt x="1100381" y="1512056"/>
                  </a:lnTo>
                  <a:lnTo>
                    <a:pt x="1100368" y="1512039"/>
                  </a:lnTo>
                  <a:lnTo>
                    <a:pt x="1100357" y="1512023"/>
                  </a:lnTo>
                  <a:lnTo>
                    <a:pt x="1100348" y="1512006"/>
                  </a:lnTo>
                  <a:lnTo>
                    <a:pt x="1100340" y="1511989"/>
                  </a:lnTo>
                  <a:lnTo>
                    <a:pt x="1100326" y="1511973"/>
                  </a:lnTo>
                  <a:lnTo>
                    <a:pt x="1100310" y="1511958"/>
                  </a:lnTo>
                  <a:lnTo>
                    <a:pt x="1100296" y="1511944"/>
                  </a:lnTo>
                  <a:lnTo>
                    <a:pt x="1100280" y="1511931"/>
                  </a:lnTo>
                  <a:lnTo>
                    <a:pt x="1100265" y="1511915"/>
                  </a:lnTo>
                  <a:lnTo>
                    <a:pt x="1100253" y="1511898"/>
                  </a:lnTo>
                  <a:lnTo>
                    <a:pt x="1100238" y="1511886"/>
                  </a:lnTo>
                  <a:lnTo>
                    <a:pt x="1100228" y="1511874"/>
                  </a:lnTo>
                  <a:lnTo>
                    <a:pt x="1100223" y="1511872"/>
                  </a:lnTo>
                  <a:lnTo>
                    <a:pt x="1100207" y="1511863"/>
                  </a:lnTo>
                  <a:lnTo>
                    <a:pt x="1100192" y="1511855"/>
                  </a:lnTo>
                  <a:lnTo>
                    <a:pt x="1100176" y="1511849"/>
                  </a:lnTo>
                  <a:lnTo>
                    <a:pt x="1100144" y="1511833"/>
                  </a:lnTo>
                  <a:lnTo>
                    <a:pt x="1100129" y="1511826"/>
                  </a:lnTo>
                  <a:lnTo>
                    <a:pt x="1100122" y="1511822"/>
                  </a:lnTo>
                  <a:lnTo>
                    <a:pt x="1100105" y="1511815"/>
                  </a:lnTo>
                  <a:lnTo>
                    <a:pt x="1100097" y="1511810"/>
                  </a:lnTo>
                  <a:lnTo>
                    <a:pt x="1100081" y="1511797"/>
                  </a:lnTo>
                  <a:lnTo>
                    <a:pt x="1100066" y="1511782"/>
                  </a:lnTo>
                  <a:lnTo>
                    <a:pt x="1100049" y="1511766"/>
                  </a:lnTo>
                  <a:lnTo>
                    <a:pt x="1100042" y="1511757"/>
                  </a:lnTo>
                  <a:lnTo>
                    <a:pt x="1100035" y="1511752"/>
                  </a:lnTo>
                  <a:lnTo>
                    <a:pt x="1100019" y="1511736"/>
                  </a:lnTo>
                  <a:lnTo>
                    <a:pt x="1100004" y="1511724"/>
                  </a:lnTo>
                  <a:lnTo>
                    <a:pt x="1099989" y="1511711"/>
                  </a:lnTo>
                  <a:lnTo>
                    <a:pt x="1099973" y="1511702"/>
                  </a:lnTo>
                  <a:lnTo>
                    <a:pt x="1099957" y="1511694"/>
                  </a:lnTo>
                  <a:lnTo>
                    <a:pt x="1099941" y="1511687"/>
                  </a:lnTo>
                  <a:lnTo>
                    <a:pt x="1099926" y="1511678"/>
                  </a:lnTo>
                  <a:lnTo>
                    <a:pt x="1099910" y="1511669"/>
                  </a:lnTo>
                  <a:lnTo>
                    <a:pt x="1099896" y="1511662"/>
                  </a:lnTo>
                  <a:lnTo>
                    <a:pt x="1099880" y="1511652"/>
                  </a:lnTo>
                  <a:lnTo>
                    <a:pt x="1099862" y="1511639"/>
                  </a:lnTo>
                  <a:lnTo>
                    <a:pt x="1099851" y="1511632"/>
                  </a:lnTo>
                  <a:lnTo>
                    <a:pt x="1099846" y="1511628"/>
                  </a:lnTo>
                  <a:lnTo>
                    <a:pt x="1099831" y="1511618"/>
                  </a:lnTo>
                  <a:lnTo>
                    <a:pt x="1099815" y="1511603"/>
                  </a:lnTo>
                  <a:lnTo>
                    <a:pt x="1099800" y="1511588"/>
                  </a:lnTo>
                  <a:lnTo>
                    <a:pt x="1099788" y="1511572"/>
                  </a:lnTo>
                  <a:lnTo>
                    <a:pt x="1099777" y="1511556"/>
                  </a:lnTo>
                  <a:lnTo>
                    <a:pt x="1099768" y="1511542"/>
                  </a:lnTo>
                  <a:lnTo>
                    <a:pt x="1099762" y="1511533"/>
                  </a:lnTo>
                  <a:lnTo>
                    <a:pt x="1099757" y="1511526"/>
                  </a:lnTo>
                  <a:lnTo>
                    <a:pt x="1099753" y="1511520"/>
                  </a:lnTo>
                  <a:lnTo>
                    <a:pt x="1099747" y="1511508"/>
                  </a:lnTo>
                  <a:lnTo>
                    <a:pt x="1099737" y="1511491"/>
                  </a:lnTo>
                  <a:lnTo>
                    <a:pt x="1099730" y="1511474"/>
                  </a:lnTo>
                  <a:lnTo>
                    <a:pt x="1099721" y="1511457"/>
                  </a:lnTo>
                  <a:lnTo>
                    <a:pt x="1099712" y="1511441"/>
                  </a:lnTo>
                  <a:lnTo>
                    <a:pt x="1099705" y="1511431"/>
                  </a:lnTo>
                  <a:lnTo>
                    <a:pt x="1099702" y="1511424"/>
                  </a:lnTo>
                  <a:lnTo>
                    <a:pt x="1099696" y="1511411"/>
                  </a:lnTo>
                  <a:lnTo>
                    <a:pt x="1099693" y="1511407"/>
                  </a:lnTo>
                  <a:lnTo>
                    <a:pt x="1099685" y="1511391"/>
                  </a:lnTo>
                  <a:lnTo>
                    <a:pt x="1099681" y="1511384"/>
                  </a:lnTo>
                  <a:lnTo>
                    <a:pt x="1099673" y="1511374"/>
                  </a:lnTo>
                  <a:lnTo>
                    <a:pt x="1099665" y="1511362"/>
                  </a:lnTo>
                  <a:lnTo>
                    <a:pt x="1099657" y="1511344"/>
                  </a:lnTo>
                  <a:lnTo>
                    <a:pt x="1099652" y="1511327"/>
                  </a:lnTo>
                  <a:lnTo>
                    <a:pt x="1099649" y="1511311"/>
                  </a:lnTo>
                  <a:lnTo>
                    <a:pt x="1099645" y="1511294"/>
                  </a:lnTo>
                  <a:lnTo>
                    <a:pt x="1099642" y="1511277"/>
                  </a:lnTo>
                  <a:lnTo>
                    <a:pt x="1099640" y="1511261"/>
                  </a:lnTo>
                  <a:lnTo>
                    <a:pt x="1099638" y="1511244"/>
                  </a:lnTo>
                  <a:lnTo>
                    <a:pt x="1099634" y="1511210"/>
                  </a:lnTo>
                  <a:lnTo>
                    <a:pt x="1099634" y="1511194"/>
                  </a:lnTo>
                  <a:lnTo>
                    <a:pt x="1099632" y="1511177"/>
                  </a:lnTo>
                  <a:lnTo>
                    <a:pt x="1099629" y="1511162"/>
                  </a:lnTo>
                  <a:lnTo>
                    <a:pt x="1099628" y="1511111"/>
                  </a:lnTo>
                  <a:lnTo>
                    <a:pt x="1099630" y="1511094"/>
                  </a:lnTo>
                  <a:lnTo>
                    <a:pt x="1099636" y="1511077"/>
                  </a:lnTo>
                  <a:lnTo>
                    <a:pt x="1099639" y="1511071"/>
                  </a:lnTo>
                  <a:lnTo>
                    <a:pt x="1099643" y="1511061"/>
                  </a:lnTo>
                  <a:lnTo>
                    <a:pt x="1099647" y="1511052"/>
                  </a:lnTo>
                  <a:lnTo>
                    <a:pt x="1099652" y="1511045"/>
                  </a:lnTo>
                  <a:lnTo>
                    <a:pt x="1099662" y="1511028"/>
                  </a:lnTo>
                  <a:lnTo>
                    <a:pt x="1099673" y="1511012"/>
                  </a:lnTo>
                  <a:lnTo>
                    <a:pt x="1099685" y="1510993"/>
                  </a:lnTo>
                  <a:lnTo>
                    <a:pt x="1099693" y="1510978"/>
                  </a:lnTo>
                  <a:lnTo>
                    <a:pt x="1099704" y="1510961"/>
                  </a:lnTo>
                  <a:lnTo>
                    <a:pt x="1099711" y="1510948"/>
                  </a:lnTo>
                  <a:lnTo>
                    <a:pt x="1099714" y="1510945"/>
                  </a:lnTo>
                  <a:lnTo>
                    <a:pt x="1099735" y="1510927"/>
                  </a:lnTo>
                  <a:lnTo>
                    <a:pt x="1099751" y="1510915"/>
                  </a:lnTo>
                  <a:lnTo>
                    <a:pt x="1099755" y="1510912"/>
                  </a:lnTo>
                  <a:lnTo>
                    <a:pt x="1099767" y="1510907"/>
                  </a:lnTo>
                  <a:lnTo>
                    <a:pt x="1099783" y="1510899"/>
                  </a:lnTo>
                  <a:lnTo>
                    <a:pt x="1099798" y="1510893"/>
                  </a:lnTo>
                  <a:lnTo>
                    <a:pt x="1099812" y="1510886"/>
                  </a:lnTo>
                  <a:lnTo>
                    <a:pt x="1099830" y="1510879"/>
                  </a:lnTo>
                  <a:lnTo>
                    <a:pt x="1099846" y="1510873"/>
                  </a:lnTo>
                  <a:lnTo>
                    <a:pt x="1099861" y="1510870"/>
                  </a:lnTo>
                  <a:lnTo>
                    <a:pt x="1099877" y="1510865"/>
                  </a:lnTo>
                  <a:lnTo>
                    <a:pt x="1099893" y="1510863"/>
                  </a:lnTo>
                  <a:lnTo>
                    <a:pt x="1099900" y="1510861"/>
                  </a:lnTo>
                  <a:lnTo>
                    <a:pt x="1099909" y="1510861"/>
                  </a:lnTo>
                  <a:lnTo>
                    <a:pt x="1099925" y="1510858"/>
                  </a:lnTo>
                  <a:lnTo>
                    <a:pt x="1099941" y="1510855"/>
                  </a:lnTo>
                  <a:lnTo>
                    <a:pt x="1099956" y="1510851"/>
                  </a:lnTo>
                  <a:lnTo>
                    <a:pt x="1099972" y="1510845"/>
                  </a:lnTo>
                  <a:lnTo>
                    <a:pt x="1099980" y="1510843"/>
                  </a:lnTo>
                  <a:lnTo>
                    <a:pt x="1099988" y="1510839"/>
                  </a:lnTo>
                  <a:lnTo>
                    <a:pt x="1100004" y="1510832"/>
                  </a:lnTo>
                  <a:lnTo>
                    <a:pt x="1100019" y="1510827"/>
                  </a:lnTo>
                  <a:lnTo>
                    <a:pt x="1100035" y="1510820"/>
                  </a:lnTo>
                  <a:lnTo>
                    <a:pt x="1100051" y="1510811"/>
                  </a:lnTo>
                  <a:lnTo>
                    <a:pt x="1100067" y="1510803"/>
                  </a:lnTo>
                  <a:lnTo>
                    <a:pt x="1100083" y="1510794"/>
                  </a:lnTo>
                  <a:lnTo>
                    <a:pt x="1100099" y="1510788"/>
                  </a:lnTo>
                  <a:lnTo>
                    <a:pt x="1100115" y="1510780"/>
                  </a:lnTo>
                  <a:lnTo>
                    <a:pt x="1100130" y="1510776"/>
                  </a:lnTo>
                  <a:lnTo>
                    <a:pt x="1100140" y="1510772"/>
                  </a:lnTo>
                  <a:lnTo>
                    <a:pt x="1100146" y="1510772"/>
                  </a:lnTo>
                  <a:lnTo>
                    <a:pt x="1100162" y="1510768"/>
                  </a:lnTo>
                  <a:lnTo>
                    <a:pt x="1100167" y="1510764"/>
                  </a:lnTo>
                  <a:lnTo>
                    <a:pt x="1100175" y="1510763"/>
                  </a:lnTo>
                  <a:lnTo>
                    <a:pt x="1100193" y="1510762"/>
                  </a:lnTo>
                  <a:lnTo>
                    <a:pt x="1100225" y="1510767"/>
                  </a:lnTo>
                  <a:lnTo>
                    <a:pt x="1100241" y="1510764"/>
                  </a:lnTo>
                  <a:lnTo>
                    <a:pt x="1100257" y="1510764"/>
                  </a:lnTo>
                  <a:lnTo>
                    <a:pt x="1100271" y="1510760"/>
                  </a:lnTo>
                  <a:lnTo>
                    <a:pt x="1100288" y="1510756"/>
                  </a:lnTo>
                  <a:lnTo>
                    <a:pt x="1100304" y="1510750"/>
                  </a:lnTo>
                  <a:lnTo>
                    <a:pt x="1100320" y="1510739"/>
                  </a:lnTo>
                  <a:lnTo>
                    <a:pt x="1100336" y="1510736"/>
                  </a:lnTo>
                  <a:lnTo>
                    <a:pt x="1100351" y="1510735"/>
                  </a:lnTo>
                  <a:lnTo>
                    <a:pt x="1100383" y="1510731"/>
                  </a:lnTo>
                  <a:lnTo>
                    <a:pt x="1100399" y="1510725"/>
                  </a:lnTo>
                  <a:lnTo>
                    <a:pt x="1100415" y="1510718"/>
                  </a:lnTo>
                  <a:lnTo>
                    <a:pt x="1100429" y="1510711"/>
                  </a:lnTo>
                  <a:lnTo>
                    <a:pt x="1100446" y="1510711"/>
                  </a:lnTo>
                  <a:lnTo>
                    <a:pt x="1100454" y="1510709"/>
                  </a:lnTo>
                  <a:lnTo>
                    <a:pt x="1100462" y="1510711"/>
                  </a:lnTo>
                  <a:lnTo>
                    <a:pt x="1100478" y="1510715"/>
                  </a:lnTo>
                  <a:lnTo>
                    <a:pt x="1100494" y="1510719"/>
                  </a:lnTo>
                  <a:lnTo>
                    <a:pt x="1100509" y="1510723"/>
                  </a:lnTo>
                  <a:lnTo>
                    <a:pt x="1100525" y="1510726"/>
                  </a:lnTo>
                  <a:lnTo>
                    <a:pt x="1100533" y="1510726"/>
                  </a:lnTo>
                  <a:lnTo>
                    <a:pt x="1100541" y="1510730"/>
                  </a:lnTo>
                  <a:lnTo>
                    <a:pt x="1100550" y="1510730"/>
                  </a:lnTo>
                  <a:lnTo>
                    <a:pt x="1100557" y="1510732"/>
                  </a:lnTo>
                  <a:lnTo>
                    <a:pt x="1100573" y="1510734"/>
                  </a:lnTo>
                  <a:lnTo>
                    <a:pt x="1100583" y="1510734"/>
                  </a:lnTo>
                  <a:lnTo>
                    <a:pt x="1100589" y="1510732"/>
                  </a:lnTo>
                  <a:lnTo>
                    <a:pt x="1100604" y="1510729"/>
                  </a:lnTo>
                  <a:lnTo>
                    <a:pt x="1100620" y="1510722"/>
                  </a:lnTo>
                  <a:lnTo>
                    <a:pt x="1100636" y="1510712"/>
                  </a:lnTo>
                  <a:lnTo>
                    <a:pt x="1100650" y="1510702"/>
                  </a:lnTo>
                  <a:lnTo>
                    <a:pt x="1100665" y="1510692"/>
                  </a:lnTo>
                  <a:lnTo>
                    <a:pt x="1100679" y="1510684"/>
                  </a:lnTo>
                  <a:lnTo>
                    <a:pt x="1100697" y="1510676"/>
                  </a:lnTo>
                  <a:lnTo>
                    <a:pt x="1100713" y="1510669"/>
                  </a:lnTo>
                  <a:lnTo>
                    <a:pt x="1100729" y="1510663"/>
                  </a:lnTo>
                  <a:lnTo>
                    <a:pt x="1100745" y="1510656"/>
                  </a:lnTo>
                  <a:lnTo>
                    <a:pt x="1100761" y="1510649"/>
                  </a:lnTo>
                  <a:lnTo>
                    <a:pt x="1100776" y="1510642"/>
                  </a:lnTo>
                  <a:lnTo>
                    <a:pt x="1100785" y="1510638"/>
                  </a:lnTo>
                  <a:lnTo>
                    <a:pt x="1100792" y="1510637"/>
                  </a:lnTo>
                  <a:lnTo>
                    <a:pt x="1100800" y="1510635"/>
                  </a:lnTo>
                  <a:lnTo>
                    <a:pt x="1100808" y="1510630"/>
                  </a:lnTo>
                  <a:lnTo>
                    <a:pt x="1100824" y="1510625"/>
                  </a:lnTo>
                  <a:lnTo>
                    <a:pt x="1100839" y="1510619"/>
                  </a:lnTo>
                  <a:lnTo>
                    <a:pt x="1100855" y="1510615"/>
                  </a:lnTo>
                  <a:lnTo>
                    <a:pt x="1100882" y="1510609"/>
                  </a:lnTo>
                  <a:lnTo>
                    <a:pt x="1100887" y="1510606"/>
                  </a:lnTo>
                  <a:lnTo>
                    <a:pt x="1100934" y="1510589"/>
                  </a:lnTo>
                  <a:lnTo>
                    <a:pt x="1100944" y="1510585"/>
                  </a:lnTo>
                  <a:lnTo>
                    <a:pt x="1100949" y="1510581"/>
                  </a:lnTo>
                  <a:lnTo>
                    <a:pt x="1100964" y="1510574"/>
                  </a:lnTo>
                  <a:lnTo>
                    <a:pt x="1100982" y="1510567"/>
                  </a:lnTo>
                  <a:lnTo>
                    <a:pt x="1100997" y="1510559"/>
                  </a:lnTo>
                  <a:lnTo>
                    <a:pt x="1101013" y="1510549"/>
                  </a:lnTo>
                  <a:lnTo>
                    <a:pt x="1101027" y="1510543"/>
                  </a:lnTo>
                  <a:lnTo>
                    <a:pt x="1101051" y="1510523"/>
                  </a:lnTo>
                  <a:lnTo>
                    <a:pt x="1101057" y="1510517"/>
                  </a:lnTo>
                  <a:lnTo>
                    <a:pt x="1101081" y="1510496"/>
                  </a:lnTo>
                  <a:lnTo>
                    <a:pt x="1101083" y="1510492"/>
                  </a:lnTo>
                  <a:lnTo>
                    <a:pt x="1101106" y="1510458"/>
                  </a:lnTo>
                  <a:lnTo>
                    <a:pt x="1101117" y="1510442"/>
                  </a:lnTo>
                  <a:lnTo>
                    <a:pt x="1101119" y="1510436"/>
                  </a:lnTo>
                  <a:lnTo>
                    <a:pt x="1101138" y="1510409"/>
                  </a:lnTo>
                  <a:lnTo>
                    <a:pt x="1101150" y="1510393"/>
                  </a:lnTo>
                  <a:lnTo>
                    <a:pt x="1101165" y="1510377"/>
                  </a:lnTo>
                  <a:lnTo>
                    <a:pt x="1101181" y="1510368"/>
                  </a:lnTo>
                  <a:lnTo>
                    <a:pt x="1101197" y="1510363"/>
                  </a:lnTo>
                  <a:lnTo>
                    <a:pt x="1101213" y="1510357"/>
                  </a:lnTo>
                  <a:lnTo>
                    <a:pt x="1101229" y="1510353"/>
                  </a:lnTo>
                  <a:lnTo>
                    <a:pt x="1101245" y="1510348"/>
                  </a:lnTo>
                  <a:lnTo>
                    <a:pt x="1101260" y="1510337"/>
                  </a:lnTo>
                  <a:lnTo>
                    <a:pt x="1101273" y="1510322"/>
                  </a:lnTo>
                  <a:lnTo>
                    <a:pt x="1101287" y="1510306"/>
                  </a:lnTo>
                  <a:lnTo>
                    <a:pt x="1101302" y="1510291"/>
                  </a:lnTo>
                  <a:lnTo>
                    <a:pt x="1101319" y="1510278"/>
                  </a:lnTo>
                  <a:lnTo>
                    <a:pt x="1101334" y="1510266"/>
                  </a:lnTo>
                  <a:lnTo>
                    <a:pt x="1101347" y="1510253"/>
                  </a:lnTo>
                  <a:lnTo>
                    <a:pt x="1101381" y="1510233"/>
                  </a:lnTo>
                  <a:lnTo>
                    <a:pt x="1101396" y="1510222"/>
                  </a:lnTo>
                  <a:lnTo>
                    <a:pt x="1101412" y="1510208"/>
                  </a:lnTo>
                  <a:lnTo>
                    <a:pt x="1101428" y="1510196"/>
                  </a:lnTo>
                  <a:lnTo>
                    <a:pt x="1101435" y="1510189"/>
                  </a:lnTo>
                  <a:lnTo>
                    <a:pt x="1101443" y="1510184"/>
                  </a:lnTo>
                  <a:lnTo>
                    <a:pt x="1101459" y="1510169"/>
                  </a:lnTo>
                  <a:lnTo>
                    <a:pt x="1101474" y="1510153"/>
                  </a:lnTo>
                  <a:lnTo>
                    <a:pt x="1101489" y="1510139"/>
                  </a:lnTo>
                  <a:lnTo>
                    <a:pt x="1101504" y="1510122"/>
                  </a:lnTo>
                  <a:lnTo>
                    <a:pt x="1101519" y="1510112"/>
                  </a:lnTo>
                  <a:lnTo>
                    <a:pt x="1101535" y="1510103"/>
                  </a:lnTo>
                  <a:lnTo>
                    <a:pt x="1101550" y="1510098"/>
                  </a:lnTo>
                  <a:lnTo>
                    <a:pt x="1101579" y="1510085"/>
                  </a:lnTo>
                  <a:lnTo>
                    <a:pt x="1101589" y="1510081"/>
                  </a:lnTo>
                  <a:lnTo>
                    <a:pt x="1101595" y="1510078"/>
                  </a:lnTo>
                  <a:lnTo>
                    <a:pt x="1101611" y="1510069"/>
                  </a:lnTo>
                  <a:lnTo>
                    <a:pt x="1101626" y="1510059"/>
                  </a:lnTo>
                  <a:lnTo>
                    <a:pt x="1101637" y="1510054"/>
                  </a:lnTo>
                  <a:lnTo>
                    <a:pt x="1101642" y="1510050"/>
                  </a:lnTo>
                  <a:lnTo>
                    <a:pt x="1101658" y="1510040"/>
                  </a:lnTo>
                  <a:lnTo>
                    <a:pt x="1101674" y="1510029"/>
                  </a:lnTo>
                  <a:lnTo>
                    <a:pt x="1101689" y="1510020"/>
                  </a:lnTo>
                  <a:lnTo>
                    <a:pt x="1101700" y="1510008"/>
                  </a:lnTo>
                  <a:lnTo>
                    <a:pt x="1101702" y="1510003"/>
                  </a:lnTo>
                  <a:lnTo>
                    <a:pt x="1101713" y="1509987"/>
                  </a:lnTo>
                  <a:lnTo>
                    <a:pt x="1101726" y="1509971"/>
                  </a:lnTo>
                  <a:lnTo>
                    <a:pt x="1101738" y="1509955"/>
                  </a:lnTo>
                  <a:lnTo>
                    <a:pt x="1101741" y="1509949"/>
                  </a:lnTo>
                  <a:lnTo>
                    <a:pt x="1101749" y="1509938"/>
                  </a:lnTo>
                  <a:lnTo>
                    <a:pt x="1101761" y="1509921"/>
                  </a:lnTo>
                  <a:lnTo>
                    <a:pt x="1101775" y="1509905"/>
                  </a:lnTo>
                  <a:lnTo>
                    <a:pt x="1101784" y="1509896"/>
                  </a:lnTo>
                  <a:lnTo>
                    <a:pt x="1101790" y="1509892"/>
                  </a:lnTo>
                  <a:lnTo>
                    <a:pt x="1101806" y="1509879"/>
                  </a:lnTo>
                  <a:lnTo>
                    <a:pt x="1101821" y="1509865"/>
                  </a:lnTo>
                  <a:lnTo>
                    <a:pt x="1101833" y="1509849"/>
                  </a:lnTo>
                  <a:lnTo>
                    <a:pt x="1101842" y="1509838"/>
                  </a:lnTo>
                  <a:lnTo>
                    <a:pt x="1101844" y="1509832"/>
                  </a:lnTo>
                  <a:lnTo>
                    <a:pt x="1101855" y="1509816"/>
                  </a:lnTo>
                  <a:lnTo>
                    <a:pt x="1101865" y="1509800"/>
                  </a:lnTo>
                  <a:lnTo>
                    <a:pt x="1101884" y="1509766"/>
                  </a:lnTo>
                  <a:lnTo>
                    <a:pt x="1101896" y="1509749"/>
                  </a:lnTo>
                  <a:lnTo>
                    <a:pt x="1101905" y="1509733"/>
                  </a:lnTo>
                  <a:lnTo>
                    <a:pt x="1101912" y="1509723"/>
                  </a:lnTo>
                  <a:lnTo>
                    <a:pt x="1101915" y="1509714"/>
                  </a:lnTo>
                  <a:lnTo>
                    <a:pt x="1101923" y="1509699"/>
                  </a:lnTo>
                  <a:lnTo>
                    <a:pt x="1101938" y="1509682"/>
                  </a:lnTo>
                  <a:lnTo>
                    <a:pt x="1101949" y="1509668"/>
                  </a:lnTo>
                  <a:lnTo>
                    <a:pt x="1101963" y="1509653"/>
                  </a:lnTo>
                  <a:lnTo>
                    <a:pt x="1101977" y="1509636"/>
                  </a:lnTo>
                  <a:lnTo>
                    <a:pt x="1101986" y="1509620"/>
                  </a:lnTo>
                  <a:lnTo>
                    <a:pt x="1101991" y="1509613"/>
                  </a:lnTo>
                  <a:lnTo>
                    <a:pt x="1101994" y="1509602"/>
                  </a:lnTo>
                  <a:lnTo>
                    <a:pt x="1102002" y="1509586"/>
                  </a:lnTo>
                  <a:lnTo>
                    <a:pt x="1102007" y="1509575"/>
                  </a:lnTo>
                  <a:lnTo>
                    <a:pt x="1102010" y="1509569"/>
                  </a:lnTo>
                  <a:lnTo>
                    <a:pt x="1102016" y="1509553"/>
                  </a:lnTo>
                  <a:lnTo>
                    <a:pt x="1102023" y="1509536"/>
                  </a:lnTo>
                  <a:lnTo>
                    <a:pt x="1102027" y="1509519"/>
                  </a:lnTo>
                  <a:lnTo>
                    <a:pt x="1102039" y="1509503"/>
                  </a:lnTo>
                  <a:lnTo>
                    <a:pt x="1102063" y="1509470"/>
                  </a:lnTo>
                  <a:lnTo>
                    <a:pt x="1102078" y="1509455"/>
                  </a:lnTo>
                  <a:lnTo>
                    <a:pt x="1102093" y="1509438"/>
                  </a:lnTo>
                  <a:lnTo>
                    <a:pt x="1102106" y="1509424"/>
                  </a:lnTo>
                  <a:lnTo>
                    <a:pt x="1102113" y="1509416"/>
                  </a:lnTo>
                  <a:lnTo>
                    <a:pt x="1102119" y="1509407"/>
                  </a:lnTo>
                  <a:lnTo>
                    <a:pt x="1102130" y="1509390"/>
                  </a:lnTo>
                  <a:lnTo>
                    <a:pt x="1102143" y="1509373"/>
                  </a:lnTo>
                  <a:lnTo>
                    <a:pt x="1102148" y="1509366"/>
                  </a:lnTo>
                  <a:lnTo>
                    <a:pt x="1102152" y="1509358"/>
                  </a:lnTo>
                  <a:lnTo>
                    <a:pt x="1102162" y="1509342"/>
                  </a:lnTo>
                  <a:lnTo>
                    <a:pt x="1102168" y="1509330"/>
                  </a:lnTo>
                  <a:lnTo>
                    <a:pt x="1102172" y="1509325"/>
                  </a:lnTo>
                  <a:lnTo>
                    <a:pt x="1102182" y="1509308"/>
                  </a:lnTo>
                  <a:lnTo>
                    <a:pt x="1102196" y="1509292"/>
                  </a:lnTo>
                  <a:lnTo>
                    <a:pt x="1102200" y="1509284"/>
                  </a:lnTo>
                  <a:lnTo>
                    <a:pt x="1102202" y="1509275"/>
                  </a:lnTo>
                  <a:lnTo>
                    <a:pt x="1102205" y="1509258"/>
                  </a:lnTo>
                  <a:lnTo>
                    <a:pt x="1102205" y="1509246"/>
                  </a:lnTo>
                  <a:lnTo>
                    <a:pt x="1102202" y="1509242"/>
                  </a:lnTo>
                  <a:lnTo>
                    <a:pt x="1102198" y="1509225"/>
                  </a:lnTo>
                  <a:lnTo>
                    <a:pt x="1102195" y="1509208"/>
                  </a:lnTo>
                  <a:lnTo>
                    <a:pt x="1102190" y="1509194"/>
                  </a:lnTo>
                  <a:lnTo>
                    <a:pt x="1102186" y="1509184"/>
                  </a:lnTo>
                  <a:lnTo>
                    <a:pt x="1102184" y="1509175"/>
                  </a:lnTo>
                  <a:lnTo>
                    <a:pt x="1102182" y="1509158"/>
                  </a:lnTo>
                  <a:lnTo>
                    <a:pt x="1102184" y="1509141"/>
                  </a:lnTo>
                  <a:lnTo>
                    <a:pt x="1102180" y="1509125"/>
                  </a:lnTo>
                  <a:lnTo>
                    <a:pt x="1102177" y="1509107"/>
                  </a:lnTo>
                  <a:lnTo>
                    <a:pt x="1102175" y="1509091"/>
                  </a:lnTo>
                  <a:lnTo>
                    <a:pt x="1102178" y="1509075"/>
                  </a:lnTo>
                  <a:lnTo>
                    <a:pt x="1102178" y="1509063"/>
                  </a:lnTo>
                  <a:lnTo>
                    <a:pt x="1102180" y="1509058"/>
                  </a:lnTo>
                  <a:lnTo>
                    <a:pt x="1102190" y="1509030"/>
                  </a:lnTo>
                  <a:lnTo>
                    <a:pt x="1102193" y="1509025"/>
                  </a:lnTo>
                  <a:lnTo>
                    <a:pt x="1102200" y="1509007"/>
                  </a:lnTo>
                  <a:lnTo>
                    <a:pt x="1102206" y="1508991"/>
                  </a:lnTo>
                  <a:lnTo>
                    <a:pt x="1102230" y="1508941"/>
                  </a:lnTo>
                  <a:lnTo>
                    <a:pt x="1102249" y="1508892"/>
                  </a:lnTo>
                  <a:lnTo>
                    <a:pt x="1102256" y="1508875"/>
                  </a:lnTo>
                  <a:lnTo>
                    <a:pt x="1102264" y="1508858"/>
                  </a:lnTo>
                  <a:lnTo>
                    <a:pt x="1102268" y="1508846"/>
                  </a:lnTo>
                  <a:lnTo>
                    <a:pt x="1102272" y="1508842"/>
                  </a:lnTo>
                  <a:lnTo>
                    <a:pt x="1102279" y="1508834"/>
                  </a:lnTo>
                  <a:lnTo>
                    <a:pt x="1102288" y="1508828"/>
                  </a:lnTo>
                  <a:lnTo>
                    <a:pt x="1102303" y="1508817"/>
                  </a:lnTo>
                  <a:lnTo>
                    <a:pt x="1102319" y="1508804"/>
                  </a:lnTo>
                  <a:lnTo>
                    <a:pt x="1102333" y="1508793"/>
                  </a:lnTo>
                  <a:lnTo>
                    <a:pt x="1102347" y="1508779"/>
                  </a:lnTo>
                  <a:lnTo>
                    <a:pt x="1102364" y="1508768"/>
                  </a:lnTo>
                  <a:lnTo>
                    <a:pt x="1102379" y="1508760"/>
                  </a:lnTo>
                  <a:lnTo>
                    <a:pt x="1102395" y="1508754"/>
                  </a:lnTo>
                  <a:lnTo>
                    <a:pt x="1102411" y="1508748"/>
                  </a:lnTo>
                  <a:lnTo>
                    <a:pt x="1102458" y="1508735"/>
                  </a:lnTo>
                  <a:lnTo>
                    <a:pt x="1102467" y="1508733"/>
                  </a:lnTo>
                  <a:lnTo>
                    <a:pt x="1102474" y="1508728"/>
                  </a:lnTo>
                  <a:lnTo>
                    <a:pt x="1102491" y="1508721"/>
                  </a:lnTo>
                  <a:lnTo>
                    <a:pt x="1102506" y="1508714"/>
                  </a:lnTo>
                  <a:lnTo>
                    <a:pt x="1102515" y="1508711"/>
                  </a:lnTo>
                  <a:lnTo>
                    <a:pt x="1102522" y="1508711"/>
                  </a:lnTo>
                  <a:lnTo>
                    <a:pt x="1102538" y="1508707"/>
                  </a:lnTo>
                  <a:lnTo>
                    <a:pt x="1102553" y="1508703"/>
                  </a:lnTo>
                  <a:lnTo>
                    <a:pt x="1102569" y="1508699"/>
                  </a:lnTo>
                  <a:lnTo>
                    <a:pt x="1102585" y="1508692"/>
                  </a:lnTo>
                  <a:lnTo>
                    <a:pt x="1102611" y="1508676"/>
                  </a:lnTo>
                  <a:lnTo>
                    <a:pt x="1102616" y="1508670"/>
                  </a:lnTo>
                  <a:lnTo>
                    <a:pt x="1102632" y="1508658"/>
                  </a:lnTo>
                  <a:lnTo>
                    <a:pt x="1102648" y="1508648"/>
                  </a:lnTo>
                  <a:lnTo>
                    <a:pt x="1102664" y="1508642"/>
                  </a:lnTo>
                  <a:lnTo>
                    <a:pt x="1102680" y="1508639"/>
                  </a:lnTo>
                  <a:lnTo>
                    <a:pt x="1102696" y="1508637"/>
                  </a:lnTo>
                  <a:lnTo>
                    <a:pt x="1102711" y="1508637"/>
                  </a:lnTo>
                  <a:lnTo>
                    <a:pt x="1102722" y="1508636"/>
                  </a:lnTo>
                  <a:lnTo>
                    <a:pt x="1102727" y="1508637"/>
                  </a:lnTo>
                  <a:lnTo>
                    <a:pt x="1102743" y="1508639"/>
                  </a:lnTo>
                  <a:lnTo>
                    <a:pt x="1102759" y="1508639"/>
                  </a:lnTo>
                  <a:lnTo>
                    <a:pt x="1102767" y="1508640"/>
                  </a:lnTo>
                  <a:lnTo>
                    <a:pt x="1102775" y="1508638"/>
                  </a:lnTo>
                  <a:lnTo>
                    <a:pt x="1102784" y="1508638"/>
                  </a:lnTo>
                  <a:lnTo>
                    <a:pt x="1102790" y="1508636"/>
                  </a:lnTo>
                  <a:lnTo>
                    <a:pt x="1102806" y="1508631"/>
                  </a:lnTo>
                  <a:lnTo>
                    <a:pt x="1102822" y="1508624"/>
                  </a:lnTo>
                  <a:lnTo>
                    <a:pt x="1102829" y="1508624"/>
                  </a:lnTo>
                  <a:lnTo>
                    <a:pt x="1102838" y="1508621"/>
                  </a:lnTo>
                  <a:lnTo>
                    <a:pt x="1102851" y="1508615"/>
                  </a:lnTo>
                  <a:lnTo>
                    <a:pt x="1102854" y="1508611"/>
                  </a:lnTo>
                  <a:lnTo>
                    <a:pt x="1102872" y="1508603"/>
                  </a:lnTo>
                  <a:lnTo>
                    <a:pt x="1102885" y="1508598"/>
                  </a:lnTo>
                  <a:lnTo>
                    <a:pt x="1102901" y="1508589"/>
                  </a:lnTo>
                  <a:lnTo>
                    <a:pt x="1102917" y="1508580"/>
                  </a:lnTo>
                  <a:lnTo>
                    <a:pt x="1102933" y="1508568"/>
                  </a:lnTo>
                  <a:lnTo>
                    <a:pt x="1102949" y="1508556"/>
                  </a:lnTo>
                  <a:lnTo>
                    <a:pt x="1102964" y="1508546"/>
                  </a:lnTo>
                  <a:lnTo>
                    <a:pt x="1102974" y="1508537"/>
                  </a:lnTo>
                  <a:lnTo>
                    <a:pt x="1102980" y="1508534"/>
                  </a:lnTo>
                  <a:lnTo>
                    <a:pt x="1102996" y="1508525"/>
                  </a:lnTo>
                  <a:lnTo>
                    <a:pt x="1103005" y="1508522"/>
                  </a:lnTo>
                  <a:lnTo>
                    <a:pt x="1103012" y="1508516"/>
                  </a:lnTo>
                  <a:lnTo>
                    <a:pt x="1103028" y="1508503"/>
                  </a:lnTo>
                  <a:lnTo>
                    <a:pt x="1103044" y="1508492"/>
                  </a:lnTo>
                  <a:lnTo>
                    <a:pt x="1103057" y="1508477"/>
                  </a:lnTo>
                  <a:lnTo>
                    <a:pt x="1103072" y="1508465"/>
                  </a:lnTo>
                  <a:lnTo>
                    <a:pt x="1103088" y="1508454"/>
                  </a:lnTo>
                  <a:lnTo>
                    <a:pt x="1103104" y="1508444"/>
                  </a:lnTo>
                  <a:lnTo>
                    <a:pt x="1103114" y="1508439"/>
                  </a:lnTo>
                  <a:lnTo>
                    <a:pt x="1103120" y="1508435"/>
                  </a:lnTo>
                  <a:lnTo>
                    <a:pt x="1103136" y="1508431"/>
                  </a:lnTo>
                  <a:lnTo>
                    <a:pt x="1103151" y="1508424"/>
                  </a:lnTo>
                  <a:lnTo>
                    <a:pt x="1103161" y="1508421"/>
                  </a:lnTo>
                  <a:lnTo>
                    <a:pt x="1103167" y="1508416"/>
                  </a:lnTo>
                  <a:lnTo>
                    <a:pt x="1103191" y="1508406"/>
                  </a:lnTo>
                  <a:lnTo>
                    <a:pt x="1103199" y="1508401"/>
                  </a:lnTo>
                  <a:lnTo>
                    <a:pt x="1103225" y="1508384"/>
                  </a:lnTo>
                  <a:lnTo>
                    <a:pt x="1103245" y="1508363"/>
                  </a:lnTo>
                  <a:lnTo>
                    <a:pt x="1103258" y="1508348"/>
                  </a:lnTo>
                  <a:lnTo>
                    <a:pt x="1103267" y="1508331"/>
                  </a:lnTo>
                  <a:lnTo>
                    <a:pt x="1103283" y="1508293"/>
                  </a:lnTo>
                  <a:lnTo>
                    <a:pt x="1103291" y="1508274"/>
                  </a:lnTo>
                  <a:lnTo>
                    <a:pt x="1103297" y="1508258"/>
                  </a:lnTo>
                  <a:lnTo>
                    <a:pt x="1103301" y="1508241"/>
                  </a:lnTo>
                  <a:lnTo>
                    <a:pt x="1103304" y="1508225"/>
                  </a:lnTo>
                  <a:lnTo>
                    <a:pt x="1103307" y="1508208"/>
                  </a:lnTo>
                  <a:lnTo>
                    <a:pt x="1103310" y="1508193"/>
                  </a:lnTo>
                  <a:lnTo>
                    <a:pt x="1103317" y="1508174"/>
                  </a:lnTo>
                  <a:lnTo>
                    <a:pt x="1103325" y="1508158"/>
                  </a:lnTo>
                  <a:lnTo>
                    <a:pt x="1103330" y="1508144"/>
                  </a:lnTo>
                  <a:lnTo>
                    <a:pt x="1103333" y="1508141"/>
                  </a:lnTo>
                  <a:lnTo>
                    <a:pt x="1103343" y="1508124"/>
                  </a:lnTo>
                  <a:lnTo>
                    <a:pt x="1103353" y="1508108"/>
                  </a:lnTo>
                  <a:lnTo>
                    <a:pt x="1103364" y="1508091"/>
                  </a:lnTo>
                  <a:lnTo>
                    <a:pt x="1103377" y="1508075"/>
                  </a:lnTo>
                  <a:lnTo>
                    <a:pt x="1103390" y="1508058"/>
                  </a:lnTo>
                  <a:lnTo>
                    <a:pt x="1103414" y="1508032"/>
                  </a:lnTo>
                  <a:lnTo>
                    <a:pt x="1103418" y="1508027"/>
                  </a:lnTo>
                  <a:lnTo>
                    <a:pt x="1103420" y="1508022"/>
                  </a:lnTo>
                  <a:lnTo>
                    <a:pt x="1103429" y="1508012"/>
                  </a:lnTo>
                  <a:lnTo>
                    <a:pt x="1103444" y="1507995"/>
                  </a:lnTo>
                  <a:lnTo>
                    <a:pt x="1103452" y="1507987"/>
                  </a:lnTo>
                  <a:lnTo>
                    <a:pt x="1103467" y="1507972"/>
                  </a:lnTo>
                  <a:lnTo>
                    <a:pt x="1103483" y="1507958"/>
                  </a:lnTo>
                  <a:lnTo>
                    <a:pt x="1103499" y="1507943"/>
                  </a:lnTo>
                  <a:lnTo>
                    <a:pt x="1103515" y="1507931"/>
                  </a:lnTo>
                  <a:lnTo>
                    <a:pt x="1103531" y="1507923"/>
                  </a:lnTo>
                  <a:lnTo>
                    <a:pt x="1103547" y="1507915"/>
                  </a:lnTo>
                  <a:lnTo>
                    <a:pt x="1103562" y="1507908"/>
                  </a:lnTo>
                  <a:lnTo>
                    <a:pt x="1103578" y="1507897"/>
                  </a:lnTo>
                  <a:lnTo>
                    <a:pt x="1103586" y="1507895"/>
                  </a:lnTo>
                  <a:lnTo>
                    <a:pt x="1103594" y="1507890"/>
                  </a:lnTo>
                  <a:lnTo>
                    <a:pt x="1103610" y="1507880"/>
                  </a:lnTo>
                  <a:lnTo>
                    <a:pt x="1103625" y="1507869"/>
                  </a:lnTo>
                  <a:lnTo>
                    <a:pt x="1103639" y="1507855"/>
                  </a:lnTo>
                  <a:lnTo>
                    <a:pt x="1103646" y="1507848"/>
                  </a:lnTo>
                  <a:lnTo>
                    <a:pt x="1103654" y="1507843"/>
                  </a:lnTo>
                  <a:lnTo>
                    <a:pt x="1103670" y="1507830"/>
                  </a:lnTo>
                  <a:lnTo>
                    <a:pt x="1103685" y="1507816"/>
                  </a:lnTo>
                  <a:lnTo>
                    <a:pt x="1103691" y="1507807"/>
                  </a:lnTo>
                  <a:lnTo>
                    <a:pt x="1103699" y="1507800"/>
                  </a:lnTo>
                  <a:lnTo>
                    <a:pt x="1103713" y="1507785"/>
                  </a:lnTo>
                  <a:lnTo>
                    <a:pt x="1103726" y="1507768"/>
                  </a:lnTo>
                  <a:lnTo>
                    <a:pt x="1103740" y="1507752"/>
                  </a:lnTo>
                  <a:lnTo>
                    <a:pt x="1103750" y="1507735"/>
                  </a:lnTo>
                  <a:lnTo>
                    <a:pt x="1103760" y="1507718"/>
                  </a:lnTo>
                  <a:lnTo>
                    <a:pt x="1103769" y="1507702"/>
                  </a:lnTo>
                  <a:lnTo>
                    <a:pt x="1103777" y="1507685"/>
                  </a:lnTo>
                  <a:lnTo>
                    <a:pt x="1103781" y="1507681"/>
                  </a:lnTo>
                  <a:lnTo>
                    <a:pt x="1103787" y="1507668"/>
                  </a:lnTo>
                  <a:lnTo>
                    <a:pt x="1103796" y="1507654"/>
                  </a:lnTo>
                  <a:lnTo>
                    <a:pt x="1103807" y="1507635"/>
                  </a:lnTo>
                  <a:lnTo>
                    <a:pt x="1103818" y="1507618"/>
                  </a:lnTo>
                  <a:lnTo>
                    <a:pt x="1103825" y="1507602"/>
                  </a:lnTo>
                  <a:lnTo>
                    <a:pt x="1103834" y="1507584"/>
                  </a:lnTo>
                  <a:lnTo>
                    <a:pt x="1103844" y="1507569"/>
                  </a:lnTo>
                  <a:lnTo>
                    <a:pt x="1103849" y="1507561"/>
                  </a:lnTo>
                  <a:lnTo>
                    <a:pt x="1103852" y="1507552"/>
                  </a:lnTo>
                  <a:lnTo>
                    <a:pt x="1103855" y="1507547"/>
                  </a:lnTo>
                  <a:lnTo>
                    <a:pt x="1103856" y="1507541"/>
                  </a:lnTo>
                  <a:lnTo>
                    <a:pt x="1103859" y="1507535"/>
                  </a:lnTo>
                  <a:lnTo>
                    <a:pt x="1103866" y="1507518"/>
                  </a:lnTo>
                  <a:lnTo>
                    <a:pt x="1103873" y="1507502"/>
                  </a:lnTo>
                  <a:lnTo>
                    <a:pt x="1103890" y="1507468"/>
                  </a:lnTo>
                  <a:lnTo>
                    <a:pt x="1103891" y="1507463"/>
                  </a:lnTo>
                  <a:lnTo>
                    <a:pt x="1103897" y="1507452"/>
                  </a:lnTo>
                  <a:lnTo>
                    <a:pt x="1103906" y="1507435"/>
                  </a:lnTo>
                  <a:lnTo>
                    <a:pt x="1103913" y="1507419"/>
                  </a:lnTo>
                  <a:lnTo>
                    <a:pt x="1103920" y="1507402"/>
                  </a:lnTo>
                  <a:lnTo>
                    <a:pt x="1103928" y="1507385"/>
                  </a:lnTo>
                  <a:lnTo>
                    <a:pt x="1103933" y="1507378"/>
                  </a:lnTo>
                  <a:lnTo>
                    <a:pt x="1103939" y="1507368"/>
                  </a:lnTo>
                  <a:lnTo>
                    <a:pt x="1103952" y="1507352"/>
                  </a:lnTo>
                  <a:lnTo>
                    <a:pt x="1103980" y="1507327"/>
                  </a:lnTo>
                  <a:lnTo>
                    <a:pt x="1103996" y="1507316"/>
                  </a:lnTo>
                  <a:lnTo>
                    <a:pt x="1104012" y="1507306"/>
                  </a:lnTo>
                  <a:lnTo>
                    <a:pt x="1104028" y="1507295"/>
                  </a:lnTo>
                  <a:lnTo>
                    <a:pt x="1104043" y="1507281"/>
                  </a:lnTo>
                  <a:lnTo>
                    <a:pt x="1104059" y="1507270"/>
                  </a:lnTo>
                  <a:lnTo>
                    <a:pt x="1104074" y="1507255"/>
                  </a:lnTo>
                  <a:lnTo>
                    <a:pt x="1104106" y="1507229"/>
                  </a:lnTo>
                  <a:lnTo>
                    <a:pt x="1104121" y="1507218"/>
                  </a:lnTo>
                  <a:lnTo>
                    <a:pt x="1104137" y="1507209"/>
                  </a:lnTo>
                  <a:lnTo>
                    <a:pt x="1104153" y="1507200"/>
                  </a:lnTo>
                  <a:lnTo>
                    <a:pt x="1104169" y="1507190"/>
                  </a:lnTo>
                  <a:lnTo>
                    <a:pt x="1104185" y="1507181"/>
                  </a:lnTo>
                  <a:lnTo>
                    <a:pt x="1104201" y="1507169"/>
                  </a:lnTo>
                  <a:lnTo>
                    <a:pt x="1104216" y="1507158"/>
                  </a:lnTo>
                  <a:lnTo>
                    <a:pt x="1104226" y="1507152"/>
                  </a:lnTo>
                  <a:lnTo>
                    <a:pt x="1104232" y="1507148"/>
                  </a:lnTo>
                  <a:lnTo>
                    <a:pt x="1104246" y="1507141"/>
                  </a:lnTo>
                  <a:lnTo>
                    <a:pt x="1104264" y="1507131"/>
                  </a:lnTo>
                  <a:lnTo>
                    <a:pt x="1104280" y="1507124"/>
                  </a:lnTo>
                  <a:lnTo>
                    <a:pt x="1104296" y="1507118"/>
                  </a:lnTo>
                  <a:lnTo>
                    <a:pt x="1104309" y="1507110"/>
                  </a:lnTo>
                  <a:lnTo>
                    <a:pt x="1104319" y="1507104"/>
                  </a:lnTo>
                  <a:lnTo>
                    <a:pt x="1104327" y="1507101"/>
                  </a:lnTo>
                  <a:lnTo>
                    <a:pt x="1104343" y="1507091"/>
                  </a:lnTo>
                  <a:lnTo>
                    <a:pt x="1104359" y="1507082"/>
                  </a:lnTo>
                  <a:lnTo>
                    <a:pt x="1104375" y="1507074"/>
                  </a:lnTo>
                  <a:lnTo>
                    <a:pt x="1104390" y="1507065"/>
                  </a:lnTo>
                  <a:lnTo>
                    <a:pt x="1104406" y="1507054"/>
                  </a:lnTo>
                  <a:lnTo>
                    <a:pt x="1104415" y="1507046"/>
                  </a:lnTo>
                  <a:lnTo>
                    <a:pt x="1104427" y="1507027"/>
                  </a:lnTo>
                  <a:lnTo>
                    <a:pt x="1104429" y="1507022"/>
                  </a:lnTo>
                  <a:lnTo>
                    <a:pt x="1104434" y="1507013"/>
                  </a:lnTo>
                  <a:lnTo>
                    <a:pt x="1104438" y="1507007"/>
                  </a:lnTo>
                  <a:lnTo>
                    <a:pt x="1104443" y="1506990"/>
                  </a:lnTo>
                  <a:lnTo>
                    <a:pt x="1104458" y="1506956"/>
                  </a:lnTo>
                  <a:lnTo>
                    <a:pt x="1104466" y="1506939"/>
                  </a:lnTo>
                  <a:lnTo>
                    <a:pt x="1104471" y="1506923"/>
                  </a:lnTo>
                  <a:lnTo>
                    <a:pt x="1104475" y="1506906"/>
                  </a:lnTo>
                  <a:lnTo>
                    <a:pt x="1104475" y="1506899"/>
                  </a:lnTo>
                  <a:lnTo>
                    <a:pt x="1104478" y="1506889"/>
                  </a:lnTo>
                  <a:lnTo>
                    <a:pt x="1104480" y="1506873"/>
                  </a:lnTo>
                  <a:lnTo>
                    <a:pt x="1104486" y="1506856"/>
                  </a:lnTo>
                  <a:lnTo>
                    <a:pt x="1104490" y="1506846"/>
                  </a:lnTo>
                  <a:lnTo>
                    <a:pt x="1104493" y="1506840"/>
                  </a:lnTo>
                  <a:lnTo>
                    <a:pt x="1104501" y="1506823"/>
                  </a:lnTo>
                  <a:lnTo>
                    <a:pt x="1104509" y="1506806"/>
                  </a:lnTo>
                  <a:lnTo>
                    <a:pt x="1104517" y="1506787"/>
                  </a:lnTo>
                  <a:lnTo>
                    <a:pt x="1104528" y="1506756"/>
                  </a:lnTo>
                  <a:lnTo>
                    <a:pt x="1104536" y="1506739"/>
                  </a:lnTo>
                  <a:lnTo>
                    <a:pt x="1104542" y="1506723"/>
                  </a:lnTo>
                  <a:lnTo>
                    <a:pt x="1104548" y="1506704"/>
                  </a:lnTo>
                  <a:lnTo>
                    <a:pt x="1104555" y="1506690"/>
                  </a:lnTo>
                  <a:lnTo>
                    <a:pt x="1104559" y="1506677"/>
                  </a:lnTo>
                  <a:lnTo>
                    <a:pt x="1104562" y="1506673"/>
                  </a:lnTo>
                  <a:lnTo>
                    <a:pt x="1104569" y="1506656"/>
                  </a:lnTo>
                  <a:lnTo>
                    <a:pt x="1104573" y="1506648"/>
                  </a:lnTo>
                  <a:lnTo>
                    <a:pt x="1104575" y="1506640"/>
                  </a:lnTo>
                  <a:lnTo>
                    <a:pt x="1104579" y="1506628"/>
                  </a:lnTo>
                  <a:lnTo>
                    <a:pt x="1104584" y="1506623"/>
                  </a:lnTo>
                  <a:lnTo>
                    <a:pt x="1104606" y="1506589"/>
                  </a:lnTo>
                  <a:lnTo>
                    <a:pt x="1104611" y="1506584"/>
                  </a:lnTo>
                  <a:lnTo>
                    <a:pt x="1104636" y="1506551"/>
                  </a:lnTo>
                  <a:lnTo>
                    <a:pt x="1104643" y="1506542"/>
                  </a:lnTo>
                  <a:lnTo>
                    <a:pt x="1104650" y="1506533"/>
                  </a:lnTo>
                  <a:lnTo>
                    <a:pt x="1104664" y="1506522"/>
                  </a:lnTo>
                  <a:lnTo>
                    <a:pt x="1104695" y="1506500"/>
                  </a:lnTo>
                  <a:lnTo>
                    <a:pt x="1104711" y="1506491"/>
                  </a:lnTo>
                  <a:lnTo>
                    <a:pt x="1104727" y="1506480"/>
                  </a:lnTo>
                  <a:lnTo>
                    <a:pt x="1104743" y="1506468"/>
                  </a:lnTo>
                  <a:lnTo>
                    <a:pt x="1104754" y="1506460"/>
                  </a:lnTo>
                  <a:lnTo>
                    <a:pt x="1104759" y="1506458"/>
                  </a:lnTo>
                  <a:lnTo>
                    <a:pt x="1104774" y="1506450"/>
                  </a:lnTo>
                  <a:lnTo>
                    <a:pt x="1104791" y="1506443"/>
                  </a:lnTo>
                  <a:lnTo>
                    <a:pt x="1104806" y="1506435"/>
                  </a:lnTo>
                  <a:lnTo>
                    <a:pt x="1104822" y="1506429"/>
                  </a:lnTo>
                  <a:lnTo>
                    <a:pt x="1104838" y="1506420"/>
                  </a:lnTo>
                  <a:lnTo>
                    <a:pt x="1104854" y="1506410"/>
                  </a:lnTo>
                  <a:lnTo>
                    <a:pt x="1104870" y="1506399"/>
                  </a:lnTo>
                  <a:lnTo>
                    <a:pt x="1104885" y="1506388"/>
                  </a:lnTo>
                  <a:lnTo>
                    <a:pt x="1104944" y="1506351"/>
                  </a:lnTo>
                  <a:lnTo>
                    <a:pt x="1104975" y="1506334"/>
                  </a:lnTo>
                  <a:lnTo>
                    <a:pt x="1105023" y="1506304"/>
                  </a:lnTo>
                  <a:lnTo>
                    <a:pt x="1105038" y="1506296"/>
                  </a:lnTo>
                  <a:lnTo>
                    <a:pt x="1105055" y="1506287"/>
                  </a:lnTo>
                  <a:lnTo>
                    <a:pt x="1105066" y="1506283"/>
                  </a:lnTo>
                  <a:lnTo>
                    <a:pt x="1105070" y="1506279"/>
                  </a:lnTo>
                  <a:lnTo>
                    <a:pt x="1105086" y="1506275"/>
                  </a:lnTo>
                  <a:lnTo>
                    <a:pt x="1105096" y="1506275"/>
                  </a:lnTo>
                  <a:lnTo>
                    <a:pt x="1105102" y="1506273"/>
                  </a:lnTo>
                  <a:lnTo>
                    <a:pt x="1105118" y="1506269"/>
                  </a:lnTo>
                  <a:lnTo>
                    <a:pt x="1105129" y="1506264"/>
                  </a:lnTo>
                  <a:lnTo>
                    <a:pt x="1105133" y="1506261"/>
                  </a:lnTo>
                  <a:lnTo>
                    <a:pt x="1105149" y="1506254"/>
                  </a:lnTo>
                  <a:lnTo>
                    <a:pt x="1105164" y="1506241"/>
                  </a:lnTo>
                  <a:lnTo>
                    <a:pt x="1105178" y="1506226"/>
                  </a:lnTo>
                  <a:lnTo>
                    <a:pt x="1105184" y="1506218"/>
                  </a:lnTo>
                  <a:lnTo>
                    <a:pt x="1105188" y="1506210"/>
                  </a:lnTo>
                  <a:lnTo>
                    <a:pt x="1105200" y="1506193"/>
                  </a:lnTo>
                  <a:lnTo>
                    <a:pt x="1105205" y="1506185"/>
                  </a:lnTo>
                  <a:lnTo>
                    <a:pt x="1105210" y="1506180"/>
                  </a:lnTo>
                  <a:lnTo>
                    <a:pt x="1105225" y="1506165"/>
                  </a:lnTo>
                  <a:lnTo>
                    <a:pt x="1105237" y="1506147"/>
                  </a:lnTo>
                  <a:lnTo>
                    <a:pt x="1105247" y="1506132"/>
                  </a:lnTo>
                  <a:lnTo>
                    <a:pt x="1105259" y="1506117"/>
                  </a:lnTo>
                  <a:lnTo>
                    <a:pt x="1105268" y="1506100"/>
                  </a:lnTo>
                  <a:lnTo>
                    <a:pt x="1105274" y="1506085"/>
                  </a:lnTo>
                  <a:lnTo>
                    <a:pt x="1105277" y="1506073"/>
                  </a:lnTo>
                  <a:lnTo>
                    <a:pt x="1105277" y="1506066"/>
                  </a:lnTo>
                  <a:lnTo>
                    <a:pt x="1105278" y="1506050"/>
                  </a:lnTo>
                  <a:lnTo>
                    <a:pt x="1105278" y="1506031"/>
                  </a:lnTo>
                  <a:lnTo>
                    <a:pt x="1105277" y="1505989"/>
                  </a:lnTo>
                  <a:lnTo>
                    <a:pt x="1105273" y="1505930"/>
                  </a:lnTo>
                  <a:lnTo>
                    <a:pt x="1105270" y="1505919"/>
                  </a:lnTo>
                  <a:lnTo>
                    <a:pt x="1105263" y="1505896"/>
                  </a:lnTo>
                  <a:lnTo>
                    <a:pt x="1105264" y="1505877"/>
                  </a:lnTo>
                  <a:lnTo>
                    <a:pt x="1105264" y="1505817"/>
                  </a:lnTo>
                  <a:lnTo>
                    <a:pt x="1105267" y="1505794"/>
                  </a:lnTo>
                  <a:lnTo>
                    <a:pt x="1105268" y="1505777"/>
                  </a:lnTo>
                  <a:lnTo>
                    <a:pt x="1105266" y="1505760"/>
                  </a:lnTo>
                  <a:lnTo>
                    <a:pt x="1105264" y="1505744"/>
                  </a:lnTo>
                  <a:lnTo>
                    <a:pt x="1105258" y="1505727"/>
                  </a:lnTo>
                  <a:lnTo>
                    <a:pt x="1105254" y="1505719"/>
                  </a:lnTo>
                  <a:lnTo>
                    <a:pt x="1105252" y="1505710"/>
                  </a:lnTo>
                  <a:lnTo>
                    <a:pt x="1105248" y="1505703"/>
                  </a:lnTo>
                  <a:lnTo>
                    <a:pt x="1105244" y="1505692"/>
                  </a:lnTo>
                  <a:lnTo>
                    <a:pt x="1105241" y="1505677"/>
                  </a:lnTo>
                  <a:lnTo>
                    <a:pt x="1105235" y="1505644"/>
                  </a:lnTo>
                  <a:lnTo>
                    <a:pt x="1105230" y="1505627"/>
                  </a:lnTo>
                  <a:lnTo>
                    <a:pt x="1105222" y="1505610"/>
                  </a:lnTo>
                  <a:lnTo>
                    <a:pt x="1105221" y="1505605"/>
                  </a:lnTo>
                  <a:lnTo>
                    <a:pt x="1105201" y="1505565"/>
                  </a:lnTo>
                  <a:lnTo>
                    <a:pt x="1105199" y="1505559"/>
                  </a:lnTo>
                  <a:lnTo>
                    <a:pt x="1105192" y="1505548"/>
                  </a:lnTo>
                  <a:lnTo>
                    <a:pt x="1105184" y="1505531"/>
                  </a:lnTo>
                  <a:lnTo>
                    <a:pt x="1105171" y="1505515"/>
                  </a:lnTo>
                  <a:lnTo>
                    <a:pt x="1105158" y="1505499"/>
                  </a:lnTo>
                  <a:lnTo>
                    <a:pt x="1105143" y="1505487"/>
                  </a:lnTo>
                  <a:lnTo>
                    <a:pt x="1105136" y="1505481"/>
                  </a:lnTo>
                  <a:lnTo>
                    <a:pt x="1105127" y="1505477"/>
                  </a:lnTo>
                  <a:lnTo>
                    <a:pt x="1105120" y="1505473"/>
                  </a:lnTo>
                  <a:lnTo>
                    <a:pt x="1105112" y="1505471"/>
                  </a:lnTo>
                  <a:lnTo>
                    <a:pt x="1105102" y="1505467"/>
                  </a:lnTo>
                  <a:lnTo>
                    <a:pt x="1105095" y="1505463"/>
                  </a:lnTo>
                  <a:lnTo>
                    <a:pt x="1105079" y="1505453"/>
                  </a:lnTo>
                  <a:lnTo>
                    <a:pt x="1105065" y="1505445"/>
                  </a:lnTo>
                  <a:lnTo>
                    <a:pt x="1105048" y="1505434"/>
                  </a:lnTo>
                  <a:lnTo>
                    <a:pt x="1105032" y="1505425"/>
                  </a:lnTo>
                  <a:lnTo>
                    <a:pt x="1105022" y="1505419"/>
                  </a:lnTo>
                  <a:lnTo>
                    <a:pt x="1105016" y="1505416"/>
                  </a:lnTo>
                  <a:lnTo>
                    <a:pt x="1105000" y="1505407"/>
                  </a:lnTo>
                  <a:lnTo>
                    <a:pt x="1104985" y="1505399"/>
                  </a:lnTo>
                  <a:lnTo>
                    <a:pt x="1104969" y="1505393"/>
                  </a:lnTo>
                  <a:lnTo>
                    <a:pt x="1104953" y="1505387"/>
                  </a:lnTo>
                  <a:lnTo>
                    <a:pt x="1104937" y="1505382"/>
                  </a:lnTo>
                  <a:lnTo>
                    <a:pt x="1104928" y="1505379"/>
                  </a:lnTo>
                  <a:lnTo>
                    <a:pt x="1104921" y="1505377"/>
                  </a:lnTo>
                  <a:lnTo>
                    <a:pt x="1104912" y="1505374"/>
                  </a:lnTo>
                  <a:lnTo>
                    <a:pt x="1104905" y="1505369"/>
                  </a:lnTo>
                  <a:lnTo>
                    <a:pt x="1104890" y="1505361"/>
                  </a:lnTo>
                  <a:lnTo>
                    <a:pt x="1104874" y="1505351"/>
                  </a:lnTo>
                  <a:lnTo>
                    <a:pt x="1104858" y="1505345"/>
                  </a:lnTo>
                  <a:lnTo>
                    <a:pt x="1104842" y="1505336"/>
                  </a:lnTo>
                  <a:lnTo>
                    <a:pt x="1104827" y="1505328"/>
                  </a:lnTo>
                  <a:lnTo>
                    <a:pt x="1104811" y="1505324"/>
                  </a:lnTo>
                  <a:lnTo>
                    <a:pt x="1104796" y="1505318"/>
                  </a:lnTo>
                  <a:lnTo>
                    <a:pt x="1104781" y="1505310"/>
                  </a:lnTo>
                  <a:lnTo>
                    <a:pt x="1104763" y="1505301"/>
                  </a:lnTo>
                  <a:lnTo>
                    <a:pt x="1104747" y="1505293"/>
                  </a:lnTo>
                  <a:lnTo>
                    <a:pt x="1104734" y="1505285"/>
                  </a:lnTo>
                  <a:lnTo>
                    <a:pt x="1104700" y="1505264"/>
                  </a:lnTo>
                  <a:lnTo>
                    <a:pt x="1104695" y="1505260"/>
                  </a:lnTo>
                  <a:lnTo>
                    <a:pt x="1104684" y="1505255"/>
                  </a:lnTo>
                  <a:lnTo>
                    <a:pt x="1104669" y="1505246"/>
                  </a:lnTo>
                  <a:lnTo>
                    <a:pt x="1104655" y="1505231"/>
                  </a:lnTo>
                  <a:lnTo>
                    <a:pt x="1104648" y="1505223"/>
                  </a:lnTo>
                  <a:lnTo>
                    <a:pt x="1104643" y="1505214"/>
                  </a:lnTo>
                  <a:lnTo>
                    <a:pt x="1104635" y="1505197"/>
                  </a:lnTo>
                  <a:lnTo>
                    <a:pt x="1104626" y="1505181"/>
                  </a:lnTo>
                  <a:lnTo>
                    <a:pt x="1104621" y="1505169"/>
                  </a:lnTo>
                  <a:lnTo>
                    <a:pt x="1104618" y="1505164"/>
                  </a:lnTo>
                  <a:lnTo>
                    <a:pt x="1104614" y="1505154"/>
                  </a:lnTo>
                  <a:lnTo>
                    <a:pt x="1104611" y="1505149"/>
                  </a:lnTo>
                  <a:lnTo>
                    <a:pt x="1104607" y="1505144"/>
                  </a:lnTo>
                  <a:lnTo>
                    <a:pt x="1104601" y="1505130"/>
                  </a:lnTo>
                  <a:lnTo>
                    <a:pt x="1104592" y="1505114"/>
                  </a:lnTo>
                  <a:lnTo>
                    <a:pt x="1104584" y="1505097"/>
                  </a:lnTo>
                  <a:lnTo>
                    <a:pt x="1104574" y="1505080"/>
                  </a:lnTo>
                  <a:lnTo>
                    <a:pt x="1104562" y="1505064"/>
                  </a:lnTo>
                  <a:lnTo>
                    <a:pt x="1104547" y="1505047"/>
                  </a:lnTo>
                  <a:lnTo>
                    <a:pt x="1104533" y="1505033"/>
                  </a:lnTo>
                  <a:lnTo>
                    <a:pt x="1104519" y="1505018"/>
                  </a:lnTo>
                  <a:lnTo>
                    <a:pt x="1104502" y="1505007"/>
                  </a:lnTo>
                  <a:lnTo>
                    <a:pt x="1104487" y="1504993"/>
                  </a:lnTo>
                  <a:lnTo>
                    <a:pt x="1104449" y="1504950"/>
                  </a:lnTo>
                  <a:lnTo>
                    <a:pt x="1104433" y="1504936"/>
                  </a:lnTo>
                  <a:lnTo>
                    <a:pt x="1104427" y="1504928"/>
                  </a:lnTo>
                  <a:lnTo>
                    <a:pt x="1104422" y="1504919"/>
                  </a:lnTo>
                  <a:lnTo>
                    <a:pt x="1104415" y="1504902"/>
                  </a:lnTo>
                  <a:lnTo>
                    <a:pt x="1104406" y="1504886"/>
                  </a:lnTo>
                  <a:lnTo>
                    <a:pt x="1104397" y="1504875"/>
                  </a:lnTo>
                  <a:lnTo>
                    <a:pt x="1104394" y="1504868"/>
                  </a:lnTo>
                  <a:lnTo>
                    <a:pt x="1104386" y="1504852"/>
                  </a:lnTo>
                  <a:lnTo>
                    <a:pt x="1104379" y="1504835"/>
                  </a:lnTo>
                  <a:lnTo>
                    <a:pt x="1104366" y="1504820"/>
                  </a:lnTo>
                  <a:lnTo>
                    <a:pt x="1104352" y="1504803"/>
                  </a:lnTo>
                  <a:lnTo>
                    <a:pt x="1104341" y="1504790"/>
                  </a:lnTo>
                  <a:lnTo>
                    <a:pt x="1104327" y="1504773"/>
                  </a:lnTo>
                  <a:lnTo>
                    <a:pt x="1104321" y="1504754"/>
                  </a:lnTo>
                  <a:lnTo>
                    <a:pt x="1104315" y="1504737"/>
                  </a:lnTo>
                  <a:lnTo>
                    <a:pt x="1104311" y="1504732"/>
                  </a:lnTo>
                  <a:lnTo>
                    <a:pt x="1104306" y="1504721"/>
                  </a:lnTo>
                  <a:lnTo>
                    <a:pt x="1104301" y="1504704"/>
                  </a:lnTo>
                  <a:lnTo>
                    <a:pt x="1104297" y="1504687"/>
                  </a:lnTo>
                  <a:lnTo>
                    <a:pt x="1104296" y="1504670"/>
                  </a:lnTo>
                  <a:lnTo>
                    <a:pt x="1104294" y="1504654"/>
                  </a:lnTo>
                  <a:lnTo>
                    <a:pt x="1104292" y="1504637"/>
                  </a:lnTo>
                  <a:lnTo>
                    <a:pt x="1104292" y="1504620"/>
                  </a:lnTo>
                  <a:lnTo>
                    <a:pt x="1104290" y="1504604"/>
                  </a:lnTo>
                  <a:lnTo>
                    <a:pt x="1104290" y="1504587"/>
                  </a:lnTo>
                  <a:lnTo>
                    <a:pt x="1104292" y="1504571"/>
                  </a:lnTo>
                  <a:lnTo>
                    <a:pt x="1104294" y="1504554"/>
                  </a:lnTo>
                  <a:lnTo>
                    <a:pt x="1104302" y="1504520"/>
                  </a:lnTo>
                  <a:lnTo>
                    <a:pt x="1104309" y="1504504"/>
                  </a:lnTo>
                  <a:lnTo>
                    <a:pt x="1104317" y="1504487"/>
                  </a:lnTo>
                  <a:lnTo>
                    <a:pt x="1104323" y="1504473"/>
                  </a:lnTo>
                  <a:lnTo>
                    <a:pt x="1104326" y="1504458"/>
                  </a:lnTo>
                  <a:lnTo>
                    <a:pt x="1104329" y="1504454"/>
                  </a:lnTo>
                  <a:lnTo>
                    <a:pt x="1104330" y="1504437"/>
                  </a:lnTo>
                  <a:lnTo>
                    <a:pt x="1104332" y="1504420"/>
                  </a:lnTo>
                  <a:lnTo>
                    <a:pt x="1104332" y="1504404"/>
                  </a:lnTo>
                  <a:lnTo>
                    <a:pt x="1104333" y="1504387"/>
                  </a:lnTo>
                  <a:lnTo>
                    <a:pt x="1104332" y="1504370"/>
                  </a:lnTo>
                  <a:lnTo>
                    <a:pt x="1104331" y="1504353"/>
                  </a:lnTo>
                  <a:lnTo>
                    <a:pt x="1104327" y="1504319"/>
                  </a:lnTo>
                  <a:lnTo>
                    <a:pt x="1104324" y="1504307"/>
                  </a:lnTo>
                  <a:lnTo>
                    <a:pt x="1104324" y="1504297"/>
                  </a:lnTo>
                  <a:lnTo>
                    <a:pt x="1104322" y="1504290"/>
                  </a:lnTo>
                  <a:lnTo>
                    <a:pt x="1104320" y="1504273"/>
                  </a:lnTo>
                  <a:lnTo>
                    <a:pt x="1104319" y="1504257"/>
                  </a:lnTo>
                  <a:lnTo>
                    <a:pt x="1104314" y="1504240"/>
                  </a:lnTo>
                  <a:lnTo>
                    <a:pt x="1104312" y="1504223"/>
                  </a:lnTo>
                  <a:lnTo>
                    <a:pt x="1104308" y="1504207"/>
                  </a:lnTo>
                  <a:lnTo>
                    <a:pt x="1104308" y="1504192"/>
                  </a:lnTo>
                  <a:lnTo>
                    <a:pt x="1104308" y="1504172"/>
                  </a:lnTo>
                  <a:lnTo>
                    <a:pt x="1104308" y="1504157"/>
                  </a:lnTo>
                  <a:lnTo>
                    <a:pt x="1104307" y="1504126"/>
                  </a:lnTo>
                  <a:lnTo>
                    <a:pt x="1104308" y="1504106"/>
                  </a:lnTo>
                  <a:lnTo>
                    <a:pt x="1104312" y="1504090"/>
                  </a:lnTo>
                  <a:lnTo>
                    <a:pt x="1104315" y="1504073"/>
                  </a:lnTo>
                  <a:lnTo>
                    <a:pt x="1104326" y="1504040"/>
                  </a:lnTo>
                  <a:lnTo>
                    <a:pt x="1104332" y="1504023"/>
                  </a:lnTo>
                  <a:lnTo>
                    <a:pt x="1104340" y="1504007"/>
                  </a:lnTo>
                  <a:lnTo>
                    <a:pt x="1104351" y="1503991"/>
                  </a:lnTo>
                  <a:lnTo>
                    <a:pt x="1104372" y="1503958"/>
                  </a:lnTo>
                  <a:lnTo>
                    <a:pt x="1104382" y="1503941"/>
                  </a:lnTo>
                  <a:lnTo>
                    <a:pt x="1104389" y="1503925"/>
                  </a:lnTo>
                  <a:lnTo>
                    <a:pt x="1104399" y="1503906"/>
                  </a:lnTo>
                  <a:lnTo>
                    <a:pt x="1104425" y="1503859"/>
                  </a:lnTo>
                  <a:lnTo>
                    <a:pt x="1104432" y="1503850"/>
                  </a:lnTo>
                  <a:lnTo>
                    <a:pt x="1104437" y="1503842"/>
                  </a:lnTo>
                  <a:lnTo>
                    <a:pt x="1104452" y="1503829"/>
                  </a:lnTo>
                  <a:lnTo>
                    <a:pt x="1104469" y="1503818"/>
                  </a:lnTo>
                  <a:lnTo>
                    <a:pt x="1104482" y="1503808"/>
                  </a:lnTo>
                  <a:lnTo>
                    <a:pt x="1104500" y="1503796"/>
                  </a:lnTo>
                  <a:lnTo>
                    <a:pt x="1104516" y="1503783"/>
                  </a:lnTo>
                  <a:lnTo>
                    <a:pt x="1104526" y="1503768"/>
                  </a:lnTo>
                  <a:lnTo>
                    <a:pt x="1104537" y="1503752"/>
                  </a:lnTo>
                  <a:lnTo>
                    <a:pt x="1104585" y="1503676"/>
                  </a:lnTo>
                  <a:lnTo>
                    <a:pt x="1104587" y="1503670"/>
                  </a:lnTo>
                  <a:lnTo>
                    <a:pt x="1104595" y="1503654"/>
                  </a:lnTo>
                  <a:lnTo>
                    <a:pt x="1104602" y="1503637"/>
                  </a:lnTo>
                  <a:lnTo>
                    <a:pt x="1104620" y="1503602"/>
                  </a:lnTo>
                  <a:lnTo>
                    <a:pt x="1104632" y="1503581"/>
                  </a:lnTo>
                  <a:lnTo>
                    <a:pt x="1104644" y="1503563"/>
                  </a:lnTo>
                  <a:lnTo>
                    <a:pt x="1104666" y="1503516"/>
                  </a:lnTo>
                  <a:lnTo>
                    <a:pt x="1104675" y="1503492"/>
                  </a:lnTo>
                  <a:lnTo>
                    <a:pt x="1104694" y="1503415"/>
                  </a:lnTo>
                  <a:lnTo>
                    <a:pt x="1104697" y="1503398"/>
                  </a:lnTo>
                  <a:lnTo>
                    <a:pt x="1104699" y="1503382"/>
                  </a:lnTo>
                  <a:lnTo>
                    <a:pt x="1104705" y="1503363"/>
                  </a:lnTo>
                  <a:lnTo>
                    <a:pt x="1104710" y="1503348"/>
                  </a:lnTo>
                  <a:lnTo>
                    <a:pt x="1104713" y="1503338"/>
                  </a:lnTo>
                  <a:lnTo>
                    <a:pt x="1104726" y="1503314"/>
                  </a:lnTo>
                  <a:lnTo>
                    <a:pt x="1104735" y="1503297"/>
                  </a:lnTo>
                  <a:lnTo>
                    <a:pt x="1104741" y="1503287"/>
                  </a:lnTo>
                  <a:lnTo>
                    <a:pt x="1104745" y="1503283"/>
                  </a:lnTo>
                  <a:lnTo>
                    <a:pt x="1104756" y="1503264"/>
                  </a:lnTo>
                  <a:lnTo>
                    <a:pt x="1104768" y="1503247"/>
                  </a:lnTo>
                  <a:lnTo>
                    <a:pt x="1104781" y="1503230"/>
                  </a:lnTo>
                  <a:lnTo>
                    <a:pt x="1104793" y="1503214"/>
                  </a:lnTo>
                  <a:lnTo>
                    <a:pt x="1104806" y="1503197"/>
                  </a:lnTo>
                  <a:lnTo>
                    <a:pt x="1104819" y="1503180"/>
                  </a:lnTo>
                  <a:lnTo>
                    <a:pt x="1104833" y="1503164"/>
                  </a:lnTo>
                  <a:lnTo>
                    <a:pt x="1104846" y="1503148"/>
                  </a:lnTo>
                  <a:lnTo>
                    <a:pt x="1104862" y="1503134"/>
                  </a:lnTo>
                  <a:lnTo>
                    <a:pt x="1104877" y="1503121"/>
                  </a:lnTo>
                  <a:lnTo>
                    <a:pt x="1104942" y="1503044"/>
                  </a:lnTo>
                  <a:lnTo>
                    <a:pt x="1104945" y="1503037"/>
                  </a:lnTo>
                  <a:lnTo>
                    <a:pt x="1104953" y="1503021"/>
                  </a:lnTo>
                  <a:lnTo>
                    <a:pt x="1104965" y="1503004"/>
                  </a:lnTo>
                  <a:lnTo>
                    <a:pt x="1104975" y="1502989"/>
                  </a:lnTo>
                  <a:lnTo>
                    <a:pt x="1104984" y="1502979"/>
                  </a:lnTo>
                  <a:lnTo>
                    <a:pt x="1104988" y="1502973"/>
                  </a:lnTo>
                  <a:lnTo>
                    <a:pt x="1105001" y="1502956"/>
                  </a:lnTo>
                  <a:lnTo>
                    <a:pt x="1105012" y="1502940"/>
                  </a:lnTo>
                  <a:lnTo>
                    <a:pt x="1105032" y="1502907"/>
                  </a:lnTo>
                  <a:lnTo>
                    <a:pt x="1105044" y="1502890"/>
                  </a:lnTo>
                  <a:lnTo>
                    <a:pt x="1105058" y="1502874"/>
                  </a:lnTo>
                  <a:lnTo>
                    <a:pt x="1105074" y="1502861"/>
                  </a:lnTo>
                  <a:lnTo>
                    <a:pt x="1105092" y="1502853"/>
                  </a:lnTo>
                  <a:lnTo>
                    <a:pt x="1105110" y="1502841"/>
                  </a:lnTo>
                  <a:lnTo>
                    <a:pt x="1105122" y="1502835"/>
                  </a:lnTo>
                  <a:lnTo>
                    <a:pt x="1105135" y="1502819"/>
                  </a:lnTo>
                  <a:lnTo>
                    <a:pt x="1105142" y="1502802"/>
                  </a:lnTo>
                  <a:lnTo>
                    <a:pt x="1105161" y="1502722"/>
                  </a:lnTo>
                  <a:lnTo>
                    <a:pt x="1105165" y="1502706"/>
                  </a:lnTo>
                  <a:lnTo>
                    <a:pt x="1105170" y="1502691"/>
                  </a:lnTo>
                  <a:lnTo>
                    <a:pt x="1105177" y="1502674"/>
                  </a:lnTo>
                  <a:lnTo>
                    <a:pt x="1105181" y="1502665"/>
                  </a:lnTo>
                  <a:lnTo>
                    <a:pt x="1105185" y="1502658"/>
                  </a:lnTo>
                  <a:lnTo>
                    <a:pt x="1105187" y="1502651"/>
                  </a:lnTo>
                  <a:lnTo>
                    <a:pt x="1105193" y="1502641"/>
                  </a:lnTo>
                  <a:lnTo>
                    <a:pt x="1105203" y="1502625"/>
                  </a:lnTo>
                  <a:lnTo>
                    <a:pt x="1105213" y="1502609"/>
                  </a:lnTo>
                  <a:lnTo>
                    <a:pt x="1105224" y="1502589"/>
                  </a:lnTo>
                  <a:lnTo>
                    <a:pt x="1105232" y="1502574"/>
                  </a:lnTo>
                  <a:lnTo>
                    <a:pt x="1105241" y="1502558"/>
                  </a:lnTo>
                  <a:lnTo>
                    <a:pt x="1105250" y="1502543"/>
                  </a:lnTo>
                  <a:lnTo>
                    <a:pt x="1105263" y="1502525"/>
                  </a:lnTo>
                  <a:lnTo>
                    <a:pt x="1105269" y="1502517"/>
                  </a:lnTo>
                  <a:lnTo>
                    <a:pt x="1105276" y="1502510"/>
                  </a:lnTo>
                  <a:lnTo>
                    <a:pt x="1105291" y="1502497"/>
                  </a:lnTo>
                  <a:lnTo>
                    <a:pt x="1105305" y="1502481"/>
                  </a:lnTo>
                  <a:lnTo>
                    <a:pt x="1105318" y="1502467"/>
                  </a:lnTo>
                  <a:lnTo>
                    <a:pt x="1105334" y="1502453"/>
                  </a:lnTo>
                  <a:lnTo>
                    <a:pt x="1105350" y="1502441"/>
                  </a:lnTo>
                  <a:lnTo>
                    <a:pt x="1105364" y="1502432"/>
                  </a:lnTo>
                  <a:lnTo>
                    <a:pt x="1105382" y="1502420"/>
                  </a:lnTo>
                  <a:lnTo>
                    <a:pt x="1105396" y="1502406"/>
                  </a:lnTo>
                  <a:lnTo>
                    <a:pt x="1105407" y="1502389"/>
                  </a:lnTo>
                  <a:lnTo>
                    <a:pt x="1105414" y="1502373"/>
                  </a:lnTo>
                  <a:lnTo>
                    <a:pt x="1105420" y="1502358"/>
                  </a:lnTo>
                  <a:lnTo>
                    <a:pt x="1105425" y="1502342"/>
                  </a:lnTo>
                  <a:lnTo>
                    <a:pt x="1105430" y="1502323"/>
                  </a:lnTo>
                  <a:lnTo>
                    <a:pt x="1105434" y="1502311"/>
                  </a:lnTo>
                  <a:lnTo>
                    <a:pt x="1105439" y="1502289"/>
                  </a:lnTo>
                  <a:lnTo>
                    <a:pt x="1105441" y="1502272"/>
                  </a:lnTo>
                  <a:lnTo>
                    <a:pt x="1105442" y="1502256"/>
                  </a:lnTo>
                  <a:lnTo>
                    <a:pt x="1105442" y="1502222"/>
                  </a:lnTo>
                  <a:lnTo>
                    <a:pt x="1105442" y="1502206"/>
                  </a:lnTo>
                  <a:lnTo>
                    <a:pt x="1105437" y="1502189"/>
                  </a:lnTo>
                  <a:lnTo>
                    <a:pt x="1105433" y="1502173"/>
                  </a:lnTo>
                  <a:lnTo>
                    <a:pt x="1105431" y="1502165"/>
                  </a:lnTo>
                  <a:lnTo>
                    <a:pt x="1105431" y="1502156"/>
                  </a:lnTo>
                  <a:lnTo>
                    <a:pt x="1105426" y="1502139"/>
                  </a:lnTo>
                  <a:lnTo>
                    <a:pt x="1105423" y="1502122"/>
                  </a:lnTo>
                  <a:lnTo>
                    <a:pt x="1105421" y="1502106"/>
                  </a:lnTo>
                  <a:lnTo>
                    <a:pt x="1105419" y="1502088"/>
                  </a:lnTo>
                  <a:lnTo>
                    <a:pt x="1105417" y="1502072"/>
                  </a:lnTo>
                  <a:lnTo>
                    <a:pt x="1105414" y="1502056"/>
                  </a:lnTo>
                  <a:lnTo>
                    <a:pt x="1105410" y="1502041"/>
                  </a:lnTo>
                  <a:lnTo>
                    <a:pt x="1105404" y="1502022"/>
                  </a:lnTo>
                  <a:lnTo>
                    <a:pt x="1105393" y="1502006"/>
                  </a:lnTo>
                  <a:lnTo>
                    <a:pt x="1105389" y="1502001"/>
                  </a:lnTo>
                  <a:lnTo>
                    <a:pt x="1105384" y="1501991"/>
                  </a:lnTo>
                  <a:lnTo>
                    <a:pt x="1105380" y="1501985"/>
                  </a:lnTo>
                  <a:lnTo>
                    <a:pt x="1105378" y="1501979"/>
                  </a:lnTo>
                  <a:lnTo>
                    <a:pt x="1105375" y="1501973"/>
                  </a:lnTo>
                  <a:lnTo>
                    <a:pt x="1105368" y="1501955"/>
                  </a:lnTo>
                  <a:lnTo>
                    <a:pt x="1105363" y="1501946"/>
                  </a:lnTo>
                  <a:lnTo>
                    <a:pt x="1105362" y="1501939"/>
                  </a:lnTo>
                  <a:lnTo>
                    <a:pt x="1105358" y="1501930"/>
                  </a:lnTo>
                  <a:lnTo>
                    <a:pt x="1105357" y="1501922"/>
                  </a:lnTo>
                  <a:lnTo>
                    <a:pt x="1105353" y="1501907"/>
                  </a:lnTo>
                  <a:lnTo>
                    <a:pt x="1105347" y="1501886"/>
                  </a:lnTo>
                  <a:lnTo>
                    <a:pt x="1105343" y="1501872"/>
                  </a:lnTo>
                  <a:lnTo>
                    <a:pt x="1105341" y="1501855"/>
                  </a:lnTo>
                  <a:lnTo>
                    <a:pt x="1105338" y="1501839"/>
                  </a:lnTo>
                  <a:lnTo>
                    <a:pt x="1105337" y="1501822"/>
                  </a:lnTo>
                  <a:lnTo>
                    <a:pt x="1105337" y="1501816"/>
                  </a:lnTo>
                  <a:lnTo>
                    <a:pt x="1105341" y="1501805"/>
                  </a:lnTo>
                  <a:lnTo>
                    <a:pt x="1105347" y="1501788"/>
                  </a:lnTo>
                  <a:lnTo>
                    <a:pt x="1105350" y="1501781"/>
                  </a:lnTo>
                  <a:lnTo>
                    <a:pt x="1105355" y="1501772"/>
                  </a:lnTo>
                  <a:lnTo>
                    <a:pt x="1105362" y="1501758"/>
                  </a:lnTo>
                  <a:lnTo>
                    <a:pt x="1105374" y="1501723"/>
                  </a:lnTo>
                  <a:lnTo>
                    <a:pt x="1105377" y="1501707"/>
                  </a:lnTo>
                  <a:lnTo>
                    <a:pt x="1105378" y="1501702"/>
                  </a:lnTo>
                  <a:lnTo>
                    <a:pt x="1105378" y="1501693"/>
                  </a:lnTo>
                  <a:lnTo>
                    <a:pt x="1105374" y="1501673"/>
                  </a:lnTo>
                  <a:lnTo>
                    <a:pt x="1105372" y="1501656"/>
                  </a:lnTo>
                  <a:lnTo>
                    <a:pt x="1105368" y="1501640"/>
                  </a:lnTo>
                  <a:lnTo>
                    <a:pt x="1105364" y="1501629"/>
                  </a:lnTo>
                  <a:lnTo>
                    <a:pt x="1105361" y="1501623"/>
                  </a:lnTo>
                  <a:lnTo>
                    <a:pt x="1105352" y="1501606"/>
                  </a:lnTo>
                  <a:lnTo>
                    <a:pt x="1105340" y="1501590"/>
                  </a:lnTo>
                  <a:lnTo>
                    <a:pt x="1105331" y="1501575"/>
                  </a:lnTo>
                  <a:lnTo>
                    <a:pt x="1105316" y="1501557"/>
                  </a:lnTo>
                  <a:lnTo>
                    <a:pt x="1105304" y="1501542"/>
                  </a:lnTo>
                  <a:lnTo>
                    <a:pt x="1105292" y="1501526"/>
                  </a:lnTo>
                  <a:lnTo>
                    <a:pt x="1105279" y="1501509"/>
                  </a:lnTo>
                  <a:lnTo>
                    <a:pt x="1105264" y="1501493"/>
                  </a:lnTo>
                  <a:lnTo>
                    <a:pt x="1105252" y="1501477"/>
                  </a:lnTo>
                  <a:lnTo>
                    <a:pt x="1105232" y="1501454"/>
                  </a:lnTo>
                  <a:lnTo>
                    <a:pt x="1105227" y="1501446"/>
                  </a:lnTo>
                  <a:lnTo>
                    <a:pt x="1105213" y="1501429"/>
                  </a:lnTo>
                  <a:lnTo>
                    <a:pt x="1105193" y="1501400"/>
                  </a:lnTo>
                  <a:lnTo>
                    <a:pt x="1105189" y="1501396"/>
                  </a:lnTo>
                  <a:lnTo>
                    <a:pt x="1105174" y="1501379"/>
                  </a:lnTo>
                  <a:lnTo>
                    <a:pt x="1105160" y="1501363"/>
                  </a:lnTo>
                  <a:lnTo>
                    <a:pt x="1105146" y="1501348"/>
                  </a:lnTo>
                  <a:lnTo>
                    <a:pt x="1105139" y="1501339"/>
                  </a:lnTo>
                  <a:lnTo>
                    <a:pt x="1105131" y="1501333"/>
                  </a:lnTo>
                  <a:lnTo>
                    <a:pt x="1105106" y="1501302"/>
                  </a:lnTo>
                  <a:lnTo>
                    <a:pt x="1105096" y="1501285"/>
                  </a:lnTo>
                  <a:lnTo>
                    <a:pt x="1105084" y="1501267"/>
                  </a:lnTo>
                  <a:lnTo>
                    <a:pt x="1105075" y="1501252"/>
                  </a:lnTo>
                  <a:lnTo>
                    <a:pt x="1105040" y="1501202"/>
                  </a:lnTo>
                  <a:lnTo>
                    <a:pt x="1105026" y="1501185"/>
                  </a:lnTo>
                  <a:lnTo>
                    <a:pt x="1105018" y="1501174"/>
                  </a:lnTo>
                  <a:lnTo>
                    <a:pt x="1105016" y="1501168"/>
                  </a:lnTo>
                  <a:lnTo>
                    <a:pt x="1105001" y="1501127"/>
                  </a:lnTo>
                  <a:lnTo>
                    <a:pt x="1105000" y="1501120"/>
                  </a:lnTo>
                  <a:lnTo>
                    <a:pt x="1104995" y="1501104"/>
                  </a:lnTo>
                  <a:lnTo>
                    <a:pt x="1104989" y="1501087"/>
                  </a:lnTo>
                  <a:lnTo>
                    <a:pt x="1104985" y="1501076"/>
                  </a:lnTo>
                  <a:lnTo>
                    <a:pt x="1104982" y="1501070"/>
                  </a:lnTo>
                  <a:lnTo>
                    <a:pt x="1104979" y="1501061"/>
                  </a:lnTo>
                  <a:lnTo>
                    <a:pt x="1104974" y="1501054"/>
                  </a:lnTo>
                  <a:lnTo>
                    <a:pt x="1104963" y="1501037"/>
                  </a:lnTo>
                  <a:lnTo>
                    <a:pt x="1104949" y="1501022"/>
                  </a:lnTo>
                  <a:lnTo>
                    <a:pt x="1104944" y="1501017"/>
                  </a:lnTo>
                  <a:lnTo>
                    <a:pt x="1104935" y="1501010"/>
                  </a:lnTo>
                  <a:lnTo>
                    <a:pt x="1104921" y="1500994"/>
                  </a:lnTo>
                  <a:lnTo>
                    <a:pt x="1104907" y="1500972"/>
                  </a:lnTo>
                  <a:lnTo>
                    <a:pt x="1104901" y="1500961"/>
                  </a:lnTo>
                  <a:lnTo>
                    <a:pt x="1104893" y="1500944"/>
                  </a:lnTo>
                  <a:lnTo>
                    <a:pt x="1104884" y="1500928"/>
                  </a:lnTo>
                  <a:lnTo>
                    <a:pt x="1104869" y="1500911"/>
                  </a:lnTo>
                  <a:lnTo>
                    <a:pt x="1104854" y="1500899"/>
                  </a:lnTo>
                  <a:lnTo>
                    <a:pt x="1104822" y="1500870"/>
                  </a:lnTo>
                  <a:lnTo>
                    <a:pt x="1104811" y="1500853"/>
                  </a:lnTo>
                  <a:lnTo>
                    <a:pt x="1104802" y="1500842"/>
                  </a:lnTo>
                  <a:lnTo>
                    <a:pt x="1104800" y="1500836"/>
                  </a:lnTo>
                  <a:lnTo>
                    <a:pt x="1104796" y="1500830"/>
                  </a:lnTo>
                  <a:lnTo>
                    <a:pt x="1104793" y="1500820"/>
                  </a:lnTo>
                  <a:lnTo>
                    <a:pt x="1104790" y="1500797"/>
                  </a:lnTo>
                  <a:lnTo>
                    <a:pt x="1104791" y="1500786"/>
                  </a:lnTo>
                  <a:lnTo>
                    <a:pt x="1104794" y="1500769"/>
                  </a:lnTo>
                  <a:lnTo>
                    <a:pt x="1104797" y="1500753"/>
                  </a:lnTo>
                  <a:lnTo>
                    <a:pt x="1104800" y="1500736"/>
                  </a:lnTo>
                  <a:lnTo>
                    <a:pt x="1104808" y="1500720"/>
                  </a:lnTo>
                  <a:lnTo>
                    <a:pt x="1104834" y="1500687"/>
                  </a:lnTo>
                  <a:lnTo>
                    <a:pt x="1104849" y="1500671"/>
                  </a:lnTo>
                  <a:lnTo>
                    <a:pt x="1104879" y="1500640"/>
                  </a:lnTo>
                  <a:lnTo>
                    <a:pt x="1104893" y="1500623"/>
                  </a:lnTo>
                  <a:lnTo>
                    <a:pt x="1104902" y="1500606"/>
                  </a:lnTo>
                  <a:lnTo>
                    <a:pt x="1104910" y="1500590"/>
                  </a:lnTo>
                  <a:lnTo>
                    <a:pt x="1104918" y="1500573"/>
                  </a:lnTo>
                  <a:lnTo>
                    <a:pt x="1104922" y="1500557"/>
                  </a:lnTo>
                  <a:lnTo>
                    <a:pt x="1104923" y="1500550"/>
                  </a:lnTo>
                  <a:lnTo>
                    <a:pt x="1104924" y="1500540"/>
                  </a:lnTo>
                  <a:lnTo>
                    <a:pt x="1104926" y="1500523"/>
                  </a:lnTo>
                  <a:lnTo>
                    <a:pt x="1104926" y="1500512"/>
                  </a:lnTo>
                  <a:lnTo>
                    <a:pt x="1104920" y="1500491"/>
                  </a:lnTo>
                  <a:lnTo>
                    <a:pt x="1104918" y="1500486"/>
                  </a:lnTo>
                  <a:lnTo>
                    <a:pt x="1104909" y="1500467"/>
                  </a:lnTo>
                  <a:lnTo>
                    <a:pt x="1104901" y="1500453"/>
                  </a:lnTo>
                  <a:lnTo>
                    <a:pt x="1104892" y="1500436"/>
                  </a:lnTo>
                  <a:lnTo>
                    <a:pt x="1104879" y="1500419"/>
                  </a:lnTo>
                  <a:lnTo>
                    <a:pt x="1104864" y="1500403"/>
                  </a:lnTo>
                  <a:lnTo>
                    <a:pt x="1104852" y="1500386"/>
                  </a:lnTo>
                  <a:lnTo>
                    <a:pt x="1104843" y="1500377"/>
                  </a:lnTo>
                  <a:lnTo>
                    <a:pt x="1104839" y="1500375"/>
                  </a:lnTo>
                  <a:lnTo>
                    <a:pt x="1104821" y="1500368"/>
                  </a:lnTo>
                  <a:lnTo>
                    <a:pt x="1104806" y="1500363"/>
                  </a:lnTo>
                  <a:lnTo>
                    <a:pt x="1104800" y="1500359"/>
                  </a:lnTo>
                  <a:lnTo>
                    <a:pt x="1104790" y="1500356"/>
                  </a:lnTo>
                  <a:lnTo>
                    <a:pt x="1104774" y="1500351"/>
                  </a:lnTo>
                  <a:lnTo>
                    <a:pt x="1104758" y="1500349"/>
                  </a:lnTo>
                  <a:lnTo>
                    <a:pt x="1104742" y="1500344"/>
                  </a:lnTo>
                  <a:lnTo>
                    <a:pt x="1104727" y="1500339"/>
                  </a:lnTo>
                  <a:lnTo>
                    <a:pt x="1104710" y="1500332"/>
                  </a:lnTo>
                  <a:lnTo>
                    <a:pt x="1104703" y="1500324"/>
                  </a:lnTo>
                  <a:lnTo>
                    <a:pt x="1104701" y="1500317"/>
                  </a:lnTo>
                  <a:lnTo>
                    <a:pt x="1104698" y="1500309"/>
                  </a:lnTo>
                  <a:lnTo>
                    <a:pt x="1104697" y="1500300"/>
                  </a:lnTo>
                  <a:lnTo>
                    <a:pt x="1104696" y="1500283"/>
                  </a:lnTo>
                  <a:lnTo>
                    <a:pt x="1104697" y="1500267"/>
                  </a:lnTo>
                  <a:lnTo>
                    <a:pt x="1104697" y="1500250"/>
                  </a:lnTo>
                  <a:lnTo>
                    <a:pt x="1104698" y="1500234"/>
                  </a:lnTo>
                  <a:lnTo>
                    <a:pt x="1104697" y="1500217"/>
                  </a:lnTo>
                  <a:lnTo>
                    <a:pt x="1104695" y="1500200"/>
                  </a:lnTo>
                  <a:lnTo>
                    <a:pt x="1104694" y="1500183"/>
                  </a:lnTo>
                  <a:lnTo>
                    <a:pt x="1104697" y="1500167"/>
                  </a:lnTo>
                  <a:lnTo>
                    <a:pt x="1104699" y="1500150"/>
                  </a:lnTo>
                  <a:lnTo>
                    <a:pt x="1104704" y="1500133"/>
                  </a:lnTo>
                  <a:lnTo>
                    <a:pt x="1104705" y="1500116"/>
                  </a:lnTo>
                  <a:lnTo>
                    <a:pt x="1104704" y="1500100"/>
                  </a:lnTo>
                  <a:lnTo>
                    <a:pt x="1104702" y="1500083"/>
                  </a:lnTo>
                  <a:lnTo>
                    <a:pt x="1104697" y="1500066"/>
                  </a:lnTo>
                  <a:lnTo>
                    <a:pt x="1104693" y="1500058"/>
                  </a:lnTo>
                  <a:lnTo>
                    <a:pt x="1104688" y="1500050"/>
                  </a:lnTo>
                  <a:lnTo>
                    <a:pt x="1104678" y="1500033"/>
                  </a:lnTo>
                  <a:lnTo>
                    <a:pt x="1104663" y="1500020"/>
                  </a:lnTo>
                  <a:lnTo>
                    <a:pt x="1104656" y="1500013"/>
                  </a:lnTo>
                  <a:lnTo>
                    <a:pt x="1104651" y="1500004"/>
                  </a:lnTo>
                  <a:lnTo>
                    <a:pt x="1104646" y="1499996"/>
                  </a:lnTo>
                  <a:lnTo>
                    <a:pt x="1104643" y="1499988"/>
                  </a:lnTo>
                  <a:lnTo>
                    <a:pt x="1104634" y="1499971"/>
                  </a:lnTo>
                  <a:lnTo>
                    <a:pt x="1104630" y="1499960"/>
                  </a:lnTo>
                  <a:lnTo>
                    <a:pt x="1104627" y="1499954"/>
                  </a:lnTo>
                  <a:lnTo>
                    <a:pt x="1104619" y="1499930"/>
                  </a:lnTo>
                  <a:lnTo>
                    <a:pt x="1104615" y="1499920"/>
                  </a:lnTo>
                  <a:lnTo>
                    <a:pt x="1104611" y="1499904"/>
                  </a:lnTo>
                  <a:lnTo>
                    <a:pt x="1104611" y="1499887"/>
                  </a:lnTo>
                  <a:lnTo>
                    <a:pt x="1104611" y="1499837"/>
                  </a:lnTo>
                  <a:lnTo>
                    <a:pt x="1104609" y="1499821"/>
                  </a:lnTo>
                  <a:lnTo>
                    <a:pt x="1104610" y="1499806"/>
                  </a:lnTo>
                  <a:lnTo>
                    <a:pt x="1104607" y="1499787"/>
                  </a:lnTo>
                  <a:lnTo>
                    <a:pt x="1104603" y="1499770"/>
                  </a:lnTo>
                  <a:lnTo>
                    <a:pt x="1104600" y="1499763"/>
                  </a:lnTo>
                  <a:lnTo>
                    <a:pt x="1104599" y="1499754"/>
                  </a:lnTo>
                  <a:lnTo>
                    <a:pt x="1104602" y="1499737"/>
                  </a:lnTo>
                  <a:lnTo>
                    <a:pt x="1104604" y="1499720"/>
                  </a:lnTo>
                  <a:lnTo>
                    <a:pt x="1104604" y="1499712"/>
                  </a:lnTo>
                  <a:lnTo>
                    <a:pt x="1104606" y="1499704"/>
                  </a:lnTo>
                  <a:lnTo>
                    <a:pt x="1104609" y="1499687"/>
                  </a:lnTo>
                  <a:lnTo>
                    <a:pt x="1104611" y="1499670"/>
                  </a:lnTo>
                  <a:lnTo>
                    <a:pt x="1104614" y="1499654"/>
                  </a:lnTo>
                  <a:lnTo>
                    <a:pt x="1104616" y="1499638"/>
                  </a:lnTo>
                  <a:lnTo>
                    <a:pt x="1104620" y="1499621"/>
                  </a:lnTo>
                  <a:lnTo>
                    <a:pt x="1104622" y="1499604"/>
                  </a:lnTo>
                  <a:lnTo>
                    <a:pt x="1104626" y="1499570"/>
                  </a:lnTo>
                  <a:lnTo>
                    <a:pt x="1104626" y="1499562"/>
                  </a:lnTo>
                  <a:lnTo>
                    <a:pt x="1104621" y="1499553"/>
                  </a:lnTo>
                  <a:lnTo>
                    <a:pt x="1104612" y="1499547"/>
                  </a:lnTo>
                  <a:lnTo>
                    <a:pt x="1104607" y="1499546"/>
                  </a:lnTo>
                  <a:lnTo>
                    <a:pt x="1104600" y="1499545"/>
                  </a:lnTo>
                  <a:lnTo>
                    <a:pt x="1104591" y="1499548"/>
                  </a:lnTo>
                  <a:lnTo>
                    <a:pt x="1104575" y="1499551"/>
                  </a:lnTo>
                  <a:lnTo>
                    <a:pt x="1104559" y="1499553"/>
                  </a:lnTo>
                  <a:lnTo>
                    <a:pt x="1104545" y="1499552"/>
                  </a:lnTo>
                  <a:lnTo>
                    <a:pt x="1104538" y="1499547"/>
                  </a:lnTo>
                  <a:lnTo>
                    <a:pt x="1104528" y="1499528"/>
                  </a:lnTo>
                  <a:lnTo>
                    <a:pt x="1104526" y="1499522"/>
                  </a:lnTo>
                  <a:lnTo>
                    <a:pt x="1104523" y="1499506"/>
                  </a:lnTo>
                  <a:lnTo>
                    <a:pt x="1104521" y="1499490"/>
                  </a:lnTo>
                  <a:lnTo>
                    <a:pt x="1104521" y="1499472"/>
                  </a:lnTo>
                  <a:lnTo>
                    <a:pt x="1104521" y="1499456"/>
                  </a:lnTo>
                  <a:lnTo>
                    <a:pt x="1104520" y="1499446"/>
                  </a:lnTo>
                  <a:lnTo>
                    <a:pt x="1104516" y="1499439"/>
                  </a:lnTo>
                  <a:lnTo>
                    <a:pt x="1104510" y="1499422"/>
                  </a:lnTo>
                  <a:lnTo>
                    <a:pt x="1104506" y="1499415"/>
                  </a:lnTo>
                  <a:lnTo>
                    <a:pt x="1104503" y="1499405"/>
                  </a:lnTo>
                  <a:lnTo>
                    <a:pt x="1104500" y="1499389"/>
                  </a:lnTo>
                  <a:lnTo>
                    <a:pt x="1104499" y="1499372"/>
                  </a:lnTo>
                  <a:lnTo>
                    <a:pt x="1104501" y="1499355"/>
                  </a:lnTo>
                  <a:lnTo>
                    <a:pt x="1104502" y="1499339"/>
                  </a:lnTo>
                  <a:lnTo>
                    <a:pt x="1104503" y="1499322"/>
                  </a:lnTo>
                  <a:lnTo>
                    <a:pt x="1104500" y="1499307"/>
                  </a:lnTo>
                  <a:lnTo>
                    <a:pt x="1104493" y="1499289"/>
                  </a:lnTo>
                  <a:lnTo>
                    <a:pt x="1104487" y="1499272"/>
                  </a:lnTo>
                  <a:lnTo>
                    <a:pt x="1104484" y="1499255"/>
                  </a:lnTo>
                  <a:lnTo>
                    <a:pt x="1104481" y="1499238"/>
                  </a:lnTo>
                  <a:lnTo>
                    <a:pt x="1104480" y="1499222"/>
                  </a:lnTo>
                  <a:lnTo>
                    <a:pt x="1104481" y="1499210"/>
                  </a:lnTo>
                  <a:lnTo>
                    <a:pt x="1104483" y="1499205"/>
                  </a:lnTo>
                  <a:lnTo>
                    <a:pt x="1104488" y="1499189"/>
                  </a:lnTo>
                  <a:lnTo>
                    <a:pt x="1104492" y="1499175"/>
                  </a:lnTo>
                  <a:lnTo>
                    <a:pt x="1104495" y="1499164"/>
                  </a:lnTo>
                  <a:lnTo>
                    <a:pt x="1104495" y="1499155"/>
                  </a:lnTo>
                  <a:lnTo>
                    <a:pt x="1104488" y="1499139"/>
                  </a:lnTo>
                  <a:lnTo>
                    <a:pt x="1104484" y="1499129"/>
                  </a:lnTo>
                  <a:lnTo>
                    <a:pt x="1104477" y="1499123"/>
                  </a:lnTo>
                  <a:lnTo>
                    <a:pt x="1104470" y="1499113"/>
                  </a:lnTo>
                  <a:lnTo>
                    <a:pt x="1104468" y="1499106"/>
                  </a:lnTo>
                  <a:lnTo>
                    <a:pt x="1104464" y="1499096"/>
                  </a:lnTo>
                  <a:lnTo>
                    <a:pt x="1104464" y="1499090"/>
                  </a:lnTo>
                  <a:lnTo>
                    <a:pt x="1104463" y="1499073"/>
                  </a:lnTo>
                  <a:lnTo>
                    <a:pt x="1104463" y="1499056"/>
                  </a:lnTo>
                  <a:lnTo>
                    <a:pt x="1104466" y="1499047"/>
                  </a:lnTo>
                  <a:lnTo>
                    <a:pt x="1104470" y="1499038"/>
                  </a:lnTo>
                  <a:lnTo>
                    <a:pt x="1104477" y="1499019"/>
                  </a:lnTo>
                  <a:lnTo>
                    <a:pt x="1104482" y="1499006"/>
                  </a:lnTo>
                  <a:lnTo>
                    <a:pt x="1104486" y="1498992"/>
                  </a:lnTo>
                  <a:lnTo>
                    <a:pt x="1104489" y="1498982"/>
                  </a:lnTo>
                  <a:lnTo>
                    <a:pt x="1104490" y="1498973"/>
                  </a:lnTo>
                  <a:lnTo>
                    <a:pt x="1104489" y="1498956"/>
                  </a:lnTo>
                  <a:lnTo>
                    <a:pt x="1104485" y="1498923"/>
                  </a:lnTo>
                  <a:lnTo>
                    <a:pt x="1104475" y="1498887"/>
                  </a:lnTo>
                  <a:lnTo>
                    <a:pt x="1104471" y="1498882"/>
                  </a:lnTo>
                  <a:lnTo>
                    <a:pt x="1104468" y="1498875"/>
                  </a:lnTo>
                  <a:lnTo>
                    <a:pt x="1104463" y="1498869"/>
                  </a:lnTo>
                  <a:lnTo>
                    <a:pt x="1104459" y="1498866"/>
                  </a:lnTo>
                  <a:lnTo>
                    <a:pt x="1104443" y="1498856"/>
                  </a:lnTo>
                  <a:lnTo>
                    <a:pt x="1104427" y="1498846"/>
                  </a:lnTo>
                  <a:lnTo>
                    <a:pt x="1104412" y="1498832"/>
                  </a:lnTo>
                  <a:lnTo>
                    <a:pt x="1104408" y="1498825"/>
                  </a:lnTo>
                  <a:lnTo>
                    <a:pt x="1104403" y="1498815"/>
                  </a:lnTo>
                  <a:lnTo>
                    <a:pt x="1104395" y="1498798"/>
                  </a:lnTo>
                  <a:lnTo>
                    <a:pt x="1104387" y="1498781"/>
                  </a:lnTo>
                  <a:lnTo>
                    <a:pt x="1104381" y="1498765"/>
                  </a:lnTo>
                  <a:lnTo>
                    <a:pt x="1104376" y="1498750"/>
                  </a:lnTo>
                  <a:lnTo>
                    <a:pt x="1104371" y="1498731"/>
                  </a:lnTo>
                  <a:lnTo>
                    <a:pt x="1104371" y="1498715"/>
                  </a:lnTo>
                  <a:lnTo>
                    <a:pt x="1104378" y="1498698"/>
                  </a:lnTo>
                  <a:lnTo>
                    <a:pt x="1104397" y="1498675"/>
                  </a:lnTo>
                  <a:lnTo>
                    <a:pt x="1104399" y="1498669"/>
                  </a:lnTo>
                  <a:lnTo>
                    <a:pt x="1104400" y="1498648"/>
                  </a:lnTo>
                  <a:lnTo>
                    <a:pt x="1104395" y="1498631"/>
                  </a:lnTo>
                  <a:lnTo>
                    <a:pt x="1104387" y="1498614"/>
                  </a:lnTo>
                  <a:lnTo>
                    <a:pt x="1104376" y="1498598"/>
                  </a:lnTo>
                  <a:lnTo>
                    <a:pt x="1104356" y="1498566"/>
                  </a:lnTo>
                  <a:lnTo>
                    <a:pt x="1104353" y="1498558"/>
                  </a:lnTo>
                  <a:lnTo>
                    <a:pt x="1104349" y="1498549"/>
                  </a:lnTo>
                  <a:lnTo>
                    <a:pt x="1104344" y="1498541"/>
                  </a:lnTo>
                  <a:lnTo>
                    <a:pt x="1104342" y="1498532"/>
                  </a:lnTo>
                  <a:lnTo>
                    <a:pt x="1104339" y="1498524"/>
                  </a:lnTo>
                  <a:lnTo>
                    <a:pt x="1104338" y="1498515"/>
                  </a:lnTo>
                  <a:lnTo>
                    <a:pt x="1104334" y="1498499"/>
                  </a:lnTo>
                  <a:lnTo>
                    <a:pt x="1104332" y="1498477"/>
                  </a:lnTo>
                  <a:lnTo>
                    <a:pt x="1104331" y="1498465"/>
                  </a:lnTo>
                  <a:lnTo>
                    <a:pt x="1104331" y="1498449"/>
                  </a:lnTo>
                  <a:lnTo>
                    <a:pt x="1104330" y="1498432"/>
                  </a:lnTo>
                  <a:lnTo>
                    <a:pt x="1104327" y="1498415"/>
                  </a:lnTo>
                  <a:lnTo>
                    <a:pt x="1104319" y="1498396"/>
                  </a:lnTo>
                  <a:lnTo>
                    <a:pt x="1104314" y="1498382"/>
                  </a:lnTo>
                  <a:lnTo>
                    <a:pt x="1104309" y="1498365"/>
                  </a:lnTo>
                  <a:lnTo>
                    <a:pt x="1104304" y="1498356"/>
                  </a:lnTo>
                  <a:lnTo>
                    <a:pt x="1104302" y="1498348"/>
                  </a:lnTo>
                  <a:lnTo>
                    <a:pt x="1104298" y="1498341"/>
                  </a:lnTo>
                  <a:lnTo>
                    <a:pt x="1104298" y="1498332"/>
                  </a:lnTo>
                  <a:lnTo>
                    <a:pt x="1104294" y="1498315"/>
                  </a:lnTo>
                  <a:lnTo>
                    <a:pt x="1104293" y="1498305"/>
                  </a:lnTo>
                  <a:lnTo>
                    <a:pt x="1104290" y="1498298"/>
                  </a:lnTo>
                  <a:lnTo>
                    <a:pt x="1104287" y="1498282"/>
                  </a:lnTo>
                  <a:lnTo>
                    <a:pt x="1104287" y="1498265"/>
                  </a:lnTo>
                  <a:lnTo>
                    <a:pt x="1104288" y="1498249"/>
                  </a:lnTo>
                  <a:lnTo>
                    <a:pt x="1104288" y="1498241"/>
                  </a:lnTo>
                  <a:lnTo>
                    <a:pt x="1104291" y="1498232"/>
                  </a:lnTo>
                  <a:lnTo>
                    <a:pt x="1104301" y="1498217"/>
                  </a:lnTo>
                  <a:lnTo>
                    <a:pt x="1104319" y="1498207"/>
                  </a:lnTo>
                  <a:lnTo>
                    <a:pt x="1104334" y="1498201"/>
                  </a:lnTo>
                  <a:lnTo>
                    <a:pt x="1104351" y="1498195"/>
                  </a:lnTo>
                  <a:lnTo>
                    <a:pt x="1104362" y="1498187"/>
                  </a:lnTo>
                  <a:lnTo>
                    <a:pt x="1104365" y="1498182"/>
                  </a:lnTo>
                  <a:lnTo>
                    <a:pt x="1104367" y="1498174"/>
                  </a:lnTo>
                  <a:lnTo>
                    <a:pt x="1104367" y="1498165"/>
                  </a:lnTo>
                  <a:lnTo>
                    <a:pt x="1104362" y="1498148"/>
                  </a:lnTo>
                  <a:lnTo>
                    <a:pt x="1104357" y="1498141"/>
                  </a:lnTo>
                  <a:lnTo>
                    <a:pt x="1104351" y="1498135"/>
                  </a:lnTo>
                  <a:lnTo>
                    <a:pt x="1104341" y="1498120"/>
                  </a:lnTo>
                  <a:lnTo>
                    <a:pt x="1104340" y="1498102"/>
                  </a:lnTo>
                  <a:lnTo>
                    <a:pt x="1104342" y="1498093"/>
                  </a:lnTo>
                  <a:lnTo>
                    <a:pt x="1104346" y="1498084"/>
                  </a:lnTo>
                  <a:lnTo>
                    <a:pt x="1104352" y="1498070"/>
                  </a:lnTo>
                  <a:lnTo>
                    <a:pt x="1104363" y="1498036"/>
                  </a:lnTo>
                  <a:lnTo>
                    <a:pt x="1104368" y="1498017"/>
                  </a:lnTo>
                  <a:lnTo>
                    <a:pt x="1104371" y="1497998"/>
                  </a:lnTo>
                  <a:lnTo>
                    <a:pt x="1104372" y="1497984"/>
                  </a:lnTo>
                  <a:lnTo>
                    <a:pt x="1104372" y="1497967"/>
                  </a:lnTo>
                  <a:lnTo>
                    <a:pt x="1104368" y="1497953"/>
                  </a:lnTo>
                  <a:lnTo>
                    <a:pt x="1104362" y="1497937"/>
                  </a:lnTo>
                  <a:lnTo>
                    <a:pt x="1104358" y="1497934"/>
                  </a:lnTo>
                  <a:lnTo>
                    <a:pt x="1104346" y="1497917"/>
                  </a:lnTo>
                  <a:lnTo>
                    <a:pt x="1104284" y="1497854"/>
                  </a:lnTo>
                  <a:lnTo>
                    <a:pt x="1104270" y="1497838"/>
                  </a:lnTo>
                  <a:lnTo>
                    <a:pt x="1104253" y="1497820"/>
                  </a:lnTo>
                  <a:lnTo>
                    <a:pt x="1104237" y="1497812"/>
                  </a:lnTo>
                  <a:lnTo>
                    <a:pt x="1104221" y="1497804"/>
                  </a:lnTo>
                  <a:lnTo>
                    <a:pt x="1104205" y="1497795"/>
                  </a:lnTo>
                  <a:lnTo>
                    <a:pt x="1104191" y="1497785"/>
                  </a:lnTo>
                  <a:lnTo>
                    <a:pt x="1104182" y="1497777"/>
                  </a:lnTo>
                  <a:lnTo>
                    <a:pt x="1104176" y="1497769"/>
                  </a:lnTo>
                  <a:lnTo>
                    <a:pt x="1104170" y="1497759"/>
                  </a:lnTo>
                  <a:lnTo>
                    <a:pt x="1104168" y="1497752"/>
                  </a:lnTo>
                  <a:lnTo>
                    <a:pt x="1104166" y="1497745"/>
                  </a:lnTo>
                  <a:lnTo>
                    <a:pt x="1104166" y="1497736"/>
                  </a:lnTo>
                  <a:lnTo>
                    <a:pt x="1104168" y="1497719"/>
                  </a:lnTo>
                  <a:lnTo>
                    <a:pt x="1104171" y="1497711"/>
                  </a:lnTo>
                  <a:lnTo>
                    <a:pt x="1104171" y="1497701"/>
                  </a:lnTo>
                  <a:lnTo>
                    <a:pt x="1104171" y="1497692"/>
                  </a:lnTo>
                  <a:lnTo>
                    <a:pt x="1104166" y="1497686"/>
                  </a:lnTo>
                  <a:lnTo>
                    <a:pt x="1104164" y="1497680"/>
                  </a:lnTo>
                  <a:lnTo>
                    <a:pt x="1104158" y="1497675"/>
                  </a:lnTo>
                  <a:lnTo>
                    <a:pt x="1104153" y="1497672"/>
                  </a:lnTo>
                  <a:lnTo>
                    <a:pt x="1104137" y="1497667"/>
                  </a:lnTo>
                  <a:lnTo>
                    <a:pt x="1104125" y="1497667"/>
                  </a:lnTo>
                  <a:lnTo>
                    <a:pt x="1104121" y="1497669"/>
                  </a:lnTo>
                  <a:lnTo>
                    <a:pt x="1104105" y="1497672"/>
                  </a:lnTo>
                  <a:lnTo>
                    <a:pt x="1104088" y="1497676"/>
                  </a:lnTo>
                  <a:lnTo>
                    <a:pt x="1104082" y="1497677"/>
                  </a:lnTo>
                  <a:lnTo>
                    <a:pt x="1104074" y="1497677"/>
                  </a:lnTo>
                  <a:lnTo>
                    <a:pt x="1104058" y="1497677"/>
                  </a:lnTo>
                  <a:lnTo>
                    <a:pt x="1104042" y="1497677"/>
                  </a:lnTo>
                  <a:lnTo>
                    <a:pt x="1104026" y="1497682"/>
                  </a:lnTo>
                  <a:lnTo>
                    <a:pt x="1104010" y="1497682"/>
                  </a:lnTo>
                  <a:lnTo>
                    <a:pt x="1104006" y="1497680"/>
                  </a:lnTo>
                  <a:lnTo>
                    <a:pt x="1103999" y="1497669"/>
                  </a:lnTo>
                  <a:lnTo>
                    <a:pt x="1103995" y="1497653"/>
                  </a:lnTo>
                  <a:lnTo>
                    <a:pt x="1103985" y="1497614"/>
                  </a:lnTo>
                  <a:lnTo>
                    <a:pt x="1103983" y="1497603"/>
                  </a:lnTo>
                  <a:lnTo>
                    <a:pt x="1103981" y="1497586"/>
                  </a:lnTo>
                  <a:lnTo>
                    <a:pt x="1103976" y="1497570"/>
                  </a:lnTo>
                  <a:lnTo>
                    <a:pt x="1103975" y="1497562"/>
                  </a:lnTo>
                  <a:lnTo>
                    <a:pt x="1103971" y="1497553"/>
                  </a:lnTo>
                  <a:lnTo>
                    <a:pt x="1103971" y="1497544"/>
                  </a:lnTo>
                  <a:lnTo>
                    <a:pt x="1103973" y="1497536"/>
                  </a:lnTo>
                  <a:lnTo>
                    <a:pt x="1103979" y="1497519"/>
                  </a:lnTo>
                  <a:lnTo>
                    <a:pt x="1103984" y="1497503"/>
                  </a:lnTo>
                  <a:lnTo>
                    <a:pt x="1103985" y="1497486"/>
                  </a:lnTo>
                  <a:lnTo>
                    <a:pt x="1103983" y="1497475"/>
                  </a:lnTo>
                  <a:lnTo>
                    <a:pt x="1103979" y="1497471"/>
                  </a:lnTo>
                  <a:lnTo>
                    <a:pt x="1103973" y="1497467"/>
                  </a:lnTo>
                  <a:lnTo>
                    <a:pt x="1103962" y="1497468"/>
                  </a:lnTo>
                  <a:lnTo>
                    <a:pt x="1103955" y="1497472"/>
                  </a:lnTo>
                  <a:lnTo>
                    <a:pt x="1103948" y="1497477"/>
                  </a:lnTo>
                  <a:lnTo>
                    <a:pt x="1103933" y="1497490"/>
                  </a:lnTo>
                  <a:lnTo>
                    <a:pt x="1103928" y="1497496"/>
                  </a:lnTo>
                  <a:lnTo>
                    <a:pt x="1103923" y="1497499"/>
                  </a:lnTo>
                  <a:lnTo>
                    <a:pt x="1103918" y="1497502"/>
                  </a:lnTo>
                  <a:lnTo>
                    <a:pt x="1103904" y="1497508"/>
                  </a:lnTo>
                  <a:lnTo>
                    <a:pt x="1103891" y="1497508"/>
                  </a:lnTo>
                  <a:lnTo>
                    <a:pt x="1103886" y="1497506"/>
                  </a:lnTo>
                  <a:lnTo>
                    <a:pt x="1103871" y="1497499"/>
                  </a:lnTo>
                  <a:lnTo>
                    <a:pt x="1103855" y="1497487"/>
                  </a:lnTo>
                  <a:lnTo>
                    <a:pt x="1103846" y="1497479"/>
                  </a:lnTo>
                  <a:lnTo>
                    <a:pt x="1103842" y="1497471"/>
                  </a:lnTo>
                  <a:lnTo>
                    <a:pt x="1103835" y="1497455"/>
                  </a:lnTo>
                  <a:lnTo>
                    <a:pt x="1103835" y="1497438"/>
                  </a:lnTo>
                  <a:lnTo>
                    <a:pt x="1103840" y="1497421"/>
                  </a:lnTo>
                  <a:lnTo>
                    <a:pt x="1103848" y="1497406"/>
                  </a:lnTo>
                  <a:lnTo>
                    <a:pt x="1103859" y="1497390"/>
                  </a:lnTo>
                  <a:lnTo>
                    <a:pt x="1103864" y="1497384"/>
                  </a:lnTo>
                  <a:lnTo>
                    <a:pt x="1103872" y="1497375"/>
                  </a:lnTo>
                  <a:lnTo>
                    <a:pt x="1103885" y="1497358"/>
                  </a:lnTo>
                  <a:lnTo>
                    <a:pt x="1103888" y="1497341"/>
                  </a:lnTo>
                  <a:lnTo>
                    <a:pt x="1103889" y="1497325"/>
                  </a:lnTo>
                  <a:lnTo>
                    <a:pt x="1103889" y="1497308"/>
                  </a:lnTo>
                  <a:lnTo>
                    <a:pt x="1103888" y="1497291"/>
                  </a:lnTo>
                  <a:lnTo>
                    <a:pt x="1103885" y="1497275"/>
                  </a:lnTo>
                  <a:lnTo>
                    <a:pt x="1103880" y="1497258"/>
                  </a:lnTo>
                  <a:lnTo>
                    <a:pt x="1103874" y="1497241"/>
                  </a:lnTo>
                  <a:lnTo>
                    <a:pt x="1103869" y="1497224"/>
                  </a:lnTo>
                  <a:lnTo>
                    <a:pt x="1103864" y="1497208"/>
                  </a:lnTo>
                  <a:lnTo>
                    <a:pt x="1103858" y="1497191"/>
                  </a:lnTo>
                  <a:lnTo>
                    <a:pt x="1103852" y="1497174"/>
                  </a:lnTo>
                  <a:lnTo>
                    <a:pt x="1103846" y="1497162"/>
                  </a:lnTo>
                  <a:lnTo>
                    <a:pt x="1103841" y="1497158"/>
                  </a:lnTo>
                  <a:lnTo>
                    <a:pt x="1103835" y="1497147"/>
                  </a:lnTo>
                  <a:lnTo>
                    <a:pt x="1103824" y="1497125"/>
                  </a:lnTo>
                  <a:lnTo>
                    <a:pt x="1103819" y="1497115"/>
                  </a:lnTo>
                  <a:lnTo>
                    <a:pt x="1103817" y="1497109"/>
                  </a:lnTo>
                  <a:lnTo>
                    <a:pt x="1103809" y="1497092"/>
                  </a:lnTo>
                  <a:lnTo>
                    <a:pt x="1103798" y="1497075"/>
                  </a:lnTo>
                  <a:lnTo>
                    <a:pt x="1103790" y="1497067"/>
                  </a:lnTo>
                  <a:lnTo>
                    <a:pt x="1103787" y="1497060"/>
                  </a:lnTo>
                  <a:lnTo>
                    <a:pt x="1103781" y="1497043"/>
                  </a:lnTo>
                  <a:lnTo>
                    <a:pt x="1103779" y="1497035"/>
                  </a:lnTo>
                  <a:lnTo>
                    <a:pt x="1103779" y="1497026"/>
                  </a:lnTo>
                  <a:lnTo>
                    <a:pt x="1103777" y="1497010"/>
                  </a:lnTo>
                  <a:lnTo>
                    <a:pt x="1103777" y="1496993"/>
                  </a:lnTo>
                  <a:lnTo>
                    <a:pt x="1103777" y="1496976"/>
                  </a:lnTo>
                  <a:lnTo>
                    <a:pt x="1103777" y="1496960"/>
                  </a:lnTo>
                  <a:lnTo>
                    <a:pt x="1103775" y="1496943"/>
                  </a:lnTo>
                  <a:lnTo>
                    <a:pt x="1103775" y="1496926"/>
                  </a:lnTo>
                  <a:lnTo>
                    <a:pt x="1103770" y="1496910"/>
                  </a:lnTo>
                  <a:lnTo>
                    <a:pt x="1103766" y="1496893"/>
                  </a:lnTo>
                  <a:lnTo>
                    <a:pt x="1103763" y="1496876"/>
                  </a:lnTo>
                  <a:lnTo>
                    <a:pt x="1103763" y="1496859"/>
                  </a:lnTo>
                  <a:lnTo>
                    <a:pt x="1103763" y="1496849"/>
                  </a:lnTo>
                  <a:lnTo>
                    <a:pt x="1103765" y="1496843"/>
                  </a:lnTo>
                  <a:lnTo>
                    <a:pt x="1103771" y="1496826"/>
                  </a:lnTo>
                  <a:lnTo>
                    <a:pt x="1103777" y="1496805"/>
                  </a:lnTo>
                  <a:lnTo>
                    <a:pt x="1103779" y="1496790"/>
                  </a:lnTo>
                  <a:lnTo>
                    <a:pt x="1103775" y="1496774"/>
                  </a:lnTo>
                  <a:lnTo>
                    <a:pt x="1103772" y="1496767"/>
                  </a:lnTo>
                  <a:lnTo>
                    <a:pt x="1103770" y="1496750"/>
                  </a:lnTo>
                  <a:lnTo>
                    <a:pt x="1103762" y="1496734"/>
                  </a:lnTo>
                  <a:lnTo>
                    <a:pt x="1103754" y="1496717"/>
                  </a:lnTo>
                  <a:lnTo>
                    <a:pt x="1103752" y="1496710"/>
                  </a:lnTo>
                  <a:lnTo>
                    <a:pt x="1103746" y="1496700"/>
                  </a:lnTo>
                  <a:lnTo>
                    <a:pt x="1103736" y="1496684"/>
                  </a:lnTo>
                  <a:lnTo>
                    <a:pt x="1103727" y="1496667"/>
                  </a:lnTo>
                  <a:lnTo>
                    <a:pt x="1103718" y="1496650"/>
                  </a:lnTo>
                  <a:lnTo>
                    <a:pt x="1103714" y="1496643"/>
                  </a:lnTo>
                  <a:lnTo>
                    <a:pt x="1103712" y="1496634"/>
                  </a:lnTo>
                  <a:lnTo>
                    <a:pt x="1103709" y="1496617"/>
                  </a:lnTo>
                  <a:lnTo>
                    <a:pt x="1103706" y="1496598"/>
                  </a:lnTo>
                  <a:lnTo>
                    <a:pt x="1103701" y="1496583"/>
                  </a:lnTo>
                  <a:lnTo>
                    <a:pt x="1103697" y="1496567"/>
                  </a:lnTo>
                  <a:lnTo>
                    <a:pt x="1103691" y="1496550"/>
                  </a:lnTo>
                  <a:lnTo>
                    <a:pt x="1103686" y="1496533"/>
                  </a:lnTo>
                  <a:lnTo>
                    <a:pt x="1103677" y="1496517"/>
                  </a:lnTo>
                  <a:lnTo>
                    <a:pt x="1103672" y="1496500"/>
                  </a:lnTo>
                  <a:lnTo>
                    <a:pt x="1103666" y="1496490"/>
                  </a:lnTo>
                  <a:lnTo>
                    <a:pt x="1103664" y="1496484"/>
                  </a:lnTo>
                  <a:lnTo>
                    <a:pt x="1103655" y="1496467"/>
                  </a:lnTo>
                  <a:lnTo>
                    <a:pt x="1103649" y="1496458"/>
                  </a:lnTo>
                  <a:lnTo>
                    <a:pt x="1103646" y="1496450"/>
                  </a:lnTo>
                  <a:lnTo>
                    <a:pt x="1103644" y="1496445"/>
                  </a:lnTo>
                  <a:lnTo>
                    <a:pt x="1103643" y="1496433"/>
                  </a:lnTo>
                  <a:lnTo>
                    <a:pt x="1103646" y="1496416"/>
                  </a:lnTo>
                  <a:lnTo>
                    <a:pt x="1103647" y="1496400"/>
                  </a:lnTo>
                  <a:lnTo>
                    <a:pt x="1103650" y="1496383"/>
                  </a:lnTo>
                  <a:lnTo>
                    <a:pt x="1103651" y="1496374"/>
                  </a:lnTo>
                  <a:lnTo>
                    <a:pt x="1103649" y="1496367"/>
                  </a:lnTo>
                  <a:lnTo>
                    <a:pt x="1103647" y="1496359"/>
                  </a:lnTo>
                  <a:lnTo>
                    <a:pt x="1103647" y="1496350"/>
                  </a:lnTo>
                  <a:lnTo>
                    <a:pt x="1103645" y="1496333"/>
                  </a:lnTo>
                  <a:lnTo>
                    <a:pt x="1103645" y="1496325"/>
                  </a:lnTo>
                  <a:lnTo>
                    <a:pt x="1103642" y="1496318"/>
                  </a:lnTo>
                  <a:lnTo>
                    <a:pt x="1103637" y="1496309"/>
                  </a:lnTo>
                  <a:lnTo>
                    <a:pt x="1103630" y="1496301"/>
                  </a:lnTo>
                  <a:lnTo>
                    <a:pt x="1103622" y="1496289"/>
                  </a:lnTo>
                  <a:lnTo>
                    <a:pt x="1103618" y="1496286"/>
                  </a:lnTo>
                  <a:lnTo>
                    <a:pt x="1103606" y="1496267"/>
                  </a:lnTo>
                  <a:lnTo>
                    <a:pt x="1103603" y="1496260"/>
                  </a:lnTo>
                  <a:lnTo>
                    <a:pt x="1103594" y="1496246"/>
                  </a:lnTo>
                  <a:lnTo>
                    <a:pt x="1103588" y="1496243"/>
                  </a:lnTo>
                  <a:lnTo>
                    <a:pt x="1103584" y="1496241"/>
                  </a:lnTo>
                  <a:lnTo>
                    <a:pt x="1103568" y="1496236"/>
                  </a:lnTo>
                  <a:lnTo>
                    <a:pt x="1103552" y="1496232"/>
                  </a:lnTo>
                  <a:lnTo>
                    <a:pt x="1103536" y="1496225"/>
                  </a:lnTo>
                  <a:lnTo>
                    <a:pt x="1103532" y="1496223"/>
                  </a:lnTo>
                  <a:lnTo>
                    <a:pt x="1103523" y="1496215"/>
                  </a:lnTo>
                  <a:lnTo>
                    <a:pt x="1103519" y="1496203"/>
                  </a:lnTo>
                  <a:lnTo>
                    <a:pt x="1103519" y="1496196"/>
                  </a:lnTo>
                  <a:lnTo>
                    <a:pt x="1103523" y="1496179"/>
                  </a:lnTo>
                  <a:lnTo>
                    <a:pt x="1103525" y="1496167"/>
                  </a:lnTo>
                  <a:lnTo>
                    <a:pt x="1103529" y="1496161"/>
                  </a:lnTo>
                  <a:lnTo>
                    <a:pt x="1103537" y="1496146"/>
                  </a:lnTo>
                  <a:lnTo>
                    <a:pt x="1103543" y="1496129"/>
                  </a:lnTo>
                  <a:lnTo>
                    <a:pt x="1103546" y="1496113"/>
                  </a:lnTo>
                  <a:lnTo>
                    <a:pt x="1103544" y="1496096"/>
                  </a:lnTo>
                  <a:lnTo>
                    <a:pt x="1103542" y="1496080"/>
                  </a:lnTo>
                  <a:lnTo>
                    <a:pt x="1103537" y="1496070"/>
                  </a:lnTo>
                  <a:lnTo>
                    <a:pt x="1103535" y="1496063"/>
                  </a:lnTo>
                  <a:lnTo>
                    <a:pt x="1103530" y="1496051"/>
                  </a:lnTo>
                  <a:lnTo>
                    <a:pt x="1103527" y="1496046"/>
                  </a:lnTo>
                  <a:lnTo>
                    <a:pt x="1103519" y="1496029"/>
                  </a:lnTo>
                  <a:lnTo>
                    <a:pt x="1103516" y="1496013"/>
                  </a:lnTo>
                  <a:lnTo>
                    <a:pt x="1103514" y="1496008"/>
                  </a:lnTo>
                  <a:lnTo>
                    <a:pt x="1103513" y="1495996"/>
                  </a:lnTo>
                  <a:lnTo>
                    <a:pt x="1103511" y="1495987"/>
                  </a:lnTo>
                  <a:lnTo>
                    <a:pt x="1103509" y="1495979"/>
                  </a:lnTo>
                  <a:lnTo>
                    <a:pt x="1103502" y="1495963"/>
                  </a:lnTo>
                  <a:lnTo>
                    <a:pt x="1103497" y="1495946"/>
                  </a:lnTo>
                  <a:lnTo>
                    <a:pt x="1103494" y="1495929"/>
                  </a:lnTo>
                  <a:lnTo>
                    <a:pt x="1103494" y="1495913"/>
                  </a:lnTo>
                  <a:lnTo>
                    <a:pt x="1103494" y="1495896"/>
                  </a:lnTo>
                  <a:lnTo>
                    <a:pt x="1103489" y="1495815"/>
                  </a:lnTo>
                  <a:lnTo>
                    <a:pt x="1103489" y="1495798"/>
                  </a:lnTo>
                  <a:lnTo>
                    <a:pt x="1103489" y="1495789"/>
                  </a:lnTo>
                  <a:lnTo>
                    <a:pt x="1103487" y="1495781"/>
                  </a:lnTo>
                  <a:lnTo>
                    <a:pt x="1103473" y="1495723"/>
                  </a:lnTo>
                  <a:lnTo>
                    <a:pt x="1103471" y="1495707"/>
                  </a:lnTo>
                  <a:lnTo>
                    <a:pt x="1103466" y="1495690"/>
                  </a:lnTo>
                  <a:lnTo>
                    <a:pt x="1103463" y="1495680"/>
                  </a:lnTo>
                  <a:lnTo>
                    <a:pt x="1103459" y="1495674"/>
                  </a:lnTo>
                  <a:lnTo>
                    <a:pt x="1103449" y="1495657"/>
                  </a:lnTo>
                  <a:lnTo>
                    <a:pt x="1103444" y="1495650"/>
                  </a:lnTo>
                  <a:lnTo>
                    <a:pt x="1103437" y="1495640"/>
                  </a:lnTo>
                  <a:lnTo>
                    <a:pt x="1103424" y="1495623"/>
                  </a:lnTo>
                  <a:lnTo>
                    <a:pt x="1103408" y="1495608"/>
                  </a:lnTo>
                  <a:lnTo>
                    <a:pt x="1103391" y="1495594"/>
                  </a:lnTo>
                  <a:lnTo>
                    <a:pt x="1103377" y="1495584"/>
                  </a:lnTo>
                  <a:lnTo>
                    <a:pt x="1103359" y="1495570"/>
                  </a:lnTo>
                  <a:lnTo>
                    <a:pt x="1103346" y="1495562"/>
                  </a:lnTo>
                  <a:lnTo>
                    <a:pt x="1103330" y="1495553"/>
                  </a:lnTo>
                  <a:lnTo>
                    <a:pt x="1103321" y="1495548"/>
                  </a:lnTo>
                  <a:lnTo>
                    <a:pt x="1103314" y="1495544"/>
                  </a:lnTo>
                  <a:lnTo>
                    <a:pt x="1103303" y="1495535"/>
                  </a:lnTo>
                  <a:lnTo>
                    <a:pt x="1103299" y="1495530"/>
                  </a:lnTo>
                  <a:lnTo>
                    <a:pt x="1103291" y="1495522"/>
                  </a:lnTo>
                  <a:lnTo>
                    <a:pt x="1103286" y="1495516"/>
                  </a:lnTo>
                  <a:lnTo>
                    <a:pt x="1103274" y="1495501"/>
                  </a:lnTo>
                  <a:lnTo>
                    <a:pt x="1103267" y="1495495"/>
                  </a:lnTo>
                  <a:lnTo>
                    <a:pt x="1103258" y="1495493"/>
                  </a:lnTo>
                  <a:lnTo>
                    <a:pt x="1103242" y="1495487"/>
                  </a:lnTo>
                  <a:lnTo>
                    <a:pt x="1103227" y="1495486"/>
                  </a:lnTo>
                  <a:lnTo>
                    <a:pt x="1103211" y="1495482"/>
                  </a:lnTo>
                  <a:lnTo>
                    <a:pt x="1103199" y="1495478"/>
                  </a:lnTo>
                  <a:lnTo>
                    <a:pt x="1103195" y="1495475"/>
                  </a:lnTo>
                  <a:lnTo>
                    <a:pt x="1103188" y="1495470"/>
                  </a:lnTo>
                  <a:lnTo>
                    <a:pt x="1103179" y="1495468"/>
                  </a:lnTo>
                  <a:lnTo>
                    <a:pt x="1103163" y="1495469"/>
                  </a:lnTo>
                  <a:lnTo>
                    <a:pt x="1103148" y="1495467"/>
                  </a:lnTo>
                  <a:lnTo>
                    <a:pt x="1103131" y="1495466"/>
                  </a:lnTo>
                  <a:lnTo>
                    <a:pt x="1103116" y="1495463"/>
                  </a:lnTo>
                  <a:lnTo>
                    <a:pt x="1103100" y="1495460"/>
                  </a:lnTo>
                  <a:lnTo>
                    <a:pt x="1103084" y="1495453"/>
                  </a:lnTo>
                  <a:lnTo>
                    <a:pt x="1103072" y="1495449"/>
                  </a:lnTo>
                  <a:lnTo>
                    <a:pt x="1103068" y="1495445"/>
                  </a:lnTo>
                  <a:lnTo>
                    <a:pt x="1103055" y="1495435"/>
                  </a:lnTo>
                  <a:lnTo>
                    <a:pt x="1103049" y="1495428"/>
                  </a:lnTo>
                  <a:lnTo>
                    <a:pt x="1103046" y="1495418"/>
                  </a:lnTo>
                  <a:lnTo>
                    <a:pt x="1103041" y="1495401"/>
                  </a:lnTo>
                  <a:lnTo>
                    <a:pt x="1103036" y="1495384"/>
                  </a:lnTo>
                  <a:lnTo>
                    <a:pt x="1103031" y="1495374"/>
                  </a:lnTo>
                  <a:lnTo>
                    <a:pt x="1103031" y="1495368"/>
                  </a:lnTo>
                  <a:lnTo>
                    <a:pt x="1103025" y="1495351"/>
                  </a:lnTo>
                  <a:lnTo>
                    <a:pt x="1103021" y="1495334"/>
                  </a:lnTo>
                  <a:lnTo>
                    <a:pt x="1103020" y="1495327"/>
                  </a:lnTo>
                  <a:lnTo>
                    <a:pt x="1103016" y="1495318"/>
                  </a:lnTo>
                  <a:lnTo>
                    <a:pt x="1103012" y="1495309"/>
                  </a:lnTo>
                  <a:lnTo>
                    <a:pt x="1103008" y="1495301"/>
                  </a:lnTo>
                  <a:lnTo>
                    <a:pt x="1102995" y="1495287"/>
                  </a:lnTo>
                  <a:lnTo>
                    <a:pt x="1102984" y="1495277"/>
                  </a:lnTo>
                  <a:lnTo>
                    <a:pt x="1102979" y="1495275"/>
                  </a:lnTo>
                  <a:lnTo>
                    <a:pt x="1102963" y="1495266"/>
                  </a:lnTo>
                  <a:lnTo>
                    <a:pt x="1102947" y="1495254"/>
                  </a:lnTo>
                  <a:lnTo>
                    <a:pt x="1102943" y="1495249"/>
                  </a:lnTo>
                  <a:lnTo>
                    <a:pt x="1102938" y="1495238"/>
                  </a:lnTo>
                  <a:lnTo>
                    <a:pt x="1102934" y="1495230"/>
                  </a:lnTo>
                  <a:lnTo>
                    <a:pt x="1102930" y="1495195"/>
                  </a:lnTo>
                  <a:lnTo>
                    <a:pt x="1102928" y="1495188"/>
                  </a:lnTo>
                  <a:lnTo>
                    <a:pt x="1102923" y="1495172"/>
                  </a:lnTo>
                  <a:lnTo>
                    <a:pt x="1102915" y="1495155"/>
                  </a:lnTo>
                  <a:lnTo>
                    <a:pt x="1102903" y="1495138"/>
                  </a:lnTo>
                  <a:lnTo>
                    <a:pt x="1102896" y="1495121"/>
                  </a:lnTo>
                  <a:lnTo>
                    <a:pt x="1102886" y="1495105"/>
                  </a:lnTo>
                  <a:lnTo>
                    <a:pt x="1102881" y="1495088"/>
                  </a:lnTo>
                  <a:lnTo>
                    <a:pt x="1102879" y="1495080"/>
                  </a:lnTo>
                  <a:lnTo>
                    <a:pt x="1102879" y="1495071"/>
                  </a:lnTo>
                  <a:lnTo>
                    <a:pt x="1102880" y="1495055"/>
                  </a:lnTo>
                  <a:lnTo>
                    <a:pt x="1102879" y="1495048"/>
                  </a:lnTo>
                  <a:lnTo>
                    <a:pt x="1102881" y="1495022"/>
                  </a:lnTo>
                  <a:lnTo>
                    <a:pt x="1102882" y="1495005"/>
                  </a:lnTo>
                  <a:lnTo>
                    <a:pt x="1102881" y="1494988"/>
                  </a:lnTo>
                  <a:lnTo>
                    <a:pt x="1102882" y="1494971"/>
                  </a:lnTo>
                  <a:lnTo>
                    <a:pt x="1102879" y="1494956"/>
                  </a:lnTo>
                  <a:lnTo>
                    <a:pt x="1102875" y="1494949"/>
                  </a:lnTo>
                  <a:lnTo>
                    <a:pt x="1102864" y="1494938"/>
                  </a:lnTo>
                  <a:lnTo>
                    <a:pt x="1102849" y="1494928"/>
                  </a:lnTo>
                  <a:lnTo>
                    <a:pt x="1102833" y="1494919"/>
                  </a:lnTo>
                  <a:lnTo>
                    <a:pt x="1102817" y="1494912"/>
                  </a:lnTo>
                  <a:lnTo>
                    <a:pt x="1102801" y="1494908"/>
                  </a:lnTo>
                  <a:lnTo>
                    <a:pt x="1102785" y="1494902"/>
                  </a:lnTo>
                  <a:lnTo>
                    <a:pt x="1102770" y="1494897"/>
                  </a:lnTo>
                  <a:lnTo>
                    <a:pt x="1102753" y="1494890"/>
                  </a:lnTo>
                  <a:lnTo>
                    <a:pt x="1102737" y="1494880"/>
                  </a:lnTo>
                  <a:lnTo>
                    <a:pt x="1102729" y="1494873"/>
                  </a:lnTo>
                  <a:lnTo>
                    <a:pt x="1102723" y="1494867"/>
                  </a:lnTo>
                  <a:lnTo>
                    <a:pt x="1102708" y="1494850"/>
                  </a:lnTo>
                  <a:lnTo>
                    <a:pt x="1102695" y="1494836"/>
                  </a:lnTo>
                  <a:lnTo>
                    <a:pt x="1102681" y="1494827"/>
                  </a:lnTo>
                  <a:lnTo>
                    <a:pt x="1102672" y="1494822"/>
                  </a:lnTo>
                  <a:lnTo>
                    <a:pt x="1102663" y="1494817"/>
                  </a:lnTo>
                  <a:lnTo>
                    <a:pt x="1102653" y="1494812"/>
                  </a:lnTo>
                  <a:lnTo>
                    <a:pt x="1102648" y="1494803"/>
                  </a:lnTo>
                  <a:lnTo>
                    <a:pt x="1102638" y="1494789"/>
                  </a:lnTo>
                  <a:lnTo>
                    <a:pt x="1102635" y="1494780"/>
                  </a:lnTo>
                  <a:lnTo>
                    <a:pt x="1102632" y="1494770"/>
                  </a:lnTo>
                  <a:lnTo>
                    <a:pt x="1102627" y="1494765"/>
                  </a:lnTo>
                  <a:lnTo>
                    <a:pt x="1102622" y="1494755"/>
                  </a:lnTo>
                  <a:lnTo>
                    <a:pt x="1102616" y="1494746"/>
                  </a:lnTo>
                  <a:lnTo>
                    <a:pt x="1102608" y="1494739"/>
                  </a:lnTo>
                  <a:lnTo>
                    <a:pt x="1102593" y="1494732"/>
                  </a:lnTo>
                  <a:lnTo>
                    <a:pt x="1102577" y="1494721"/>
                  </a:lnTo>
                  <a:lnTo>
                    <a:pt x="1102562" y="1494710"/>
                  </a:lnTo>
                  <a:lnTo>
                    <a:pt x="1102555" y="1494700"/>
                  </a:lnTo>
                  <a:lnTo>
                    <a:pt x="1102551" y="1494694"/>
                  </a:lnTo>
                  <a:lnTo>
                    <a:pt x="1102544" y="1494677"/>
                  </a:lnTo>
                  <a:lnTo>
                    <a:pt x="1102540" y="1494660"/>
                  </a:lnTo>
                  <a:lnTo>
                    <a:pt x="1102537" y="1494650"/>
                  </a:lnTo>
                  <a:lnTo>
                    <a:pt x="1102532" y="1494644"/>
                  </a:lnTo>
                  <a:lnTo>
                    <a:pt x="1102523" y="1494627"/>
                  </a:lnTo>
                  <a:lnTo>
                    <a:pt x="1102519" y="1494621"/>
                  </a:lnTo>
                  <a:lnTo>
                    <a:pt x="1102507" y="1494588"/>
                  </a:lnTo>
                  <a:lnTo>
                    <a:pt x="1102502" y="1494562"/>
                  </a:lnTo>
                  <a:lnTo>
                    <a:pt x="1102500" y="1494552"/>
                  </a:lnTo>
                  <a:lnTo>
                    <a:pt x="1102499" y="1494543"/>
                  </a:lnTo>
                  <a:lnTo>
                    <a:pt x="1102496" y="1494526"/>
                  </a:lnTo>
                  <a:lnTo>
                    <a:pt x="1102495" y="1494510"/>
                  </a:lnTo>
                  <a:lnTo>
                    <a:pt x="1102493" y="1494494"/>
                  </a:lnTo>
                  <a:lnTo>
                    <a:pt x="1102491" y="1494477"/>
                  </a:lnTo>
                  <a:lnTo>
                    <a:pt x="1102487" y="1494460"/>
                  </a:lnTo>
                  <a:lnTo>
                    <a:pt x="1102483" y="1494443"/>
                  </a:lnTo>
                  <a:lnTo>
                    <a:pt x="1102463" y="1494403"/>
                  </a:lnTo>
                  <a:lnTo>
                    <a:pt x="1102460" y="1494393"/>
                  </a:lnTo>
                  <a:lnTo>
                    <a:pt x="1102458" y="1494382"/>
                  </a:lnTo>
                  <a:lnTo>
                    <a:pt x="1102455" y="1494377"/>
                  </a:lnTo>
                  <a:lnTo>
                    <a:pt x="1102454" y="1494369"/>
                  </a:lnTo>
                  <a:lnTo>
                    <a:pt x="1102450" y="1494360"/>
                  </a:lnTo>
                  <a:lnTo>
                    <a:pt x="1102439" y="1494343"/>
                  </a:lnTo>
                  <a:lnTo>
                    <a:pt x="1102432" y="1494337"/>
                  </a:lnTo>
                  <a:lnTo>
                    <a:pt x="1102421" y="1494314"/>
                  </a:lnTo>
                  <a:lnTo>
                    <a:pt x="1102423" y="1494308"/>
                  </a:lnTo>
                  <a:lnTo>
                    <a:pt x="1102429" y="1494304"/>
                  </a:lnTo>
                  <a:lnTo>
                    <a:pt x="1102439" y="1494296"/>
                  </a:lnTo>
                  <a:lnTo>
                    <a:pt x="1102455" y="1494284"/>
                  </a:lnTo>
                  <a:lnTo>
                    <a:pt x="1102471" y="1494278"/>
                  </a:lnTo>
                  <a:lnTo>
                    <a:pt x="1102487" y="1494276"/>
                  </a:lnTo>
                  <a:lnTo>
                    <a:pt x="1102517" y="1494262"/>
                  </a:lnTo>
                  <a:lnTo>
                    <a:pt x="1102527" y="1494255"/>
                  </a:lnTo>
                  <a:lnTo>
                    <a:pt x="1102531" y="1494251"/>
                  </a:lnTo>
                  <a:lnTo>
                    <a:pt x="1102547" y="1494240"/>
                  </a:lnTo>
                  <a:lnTo>
                    <a:pt x="1102563" y="1494235"/>
                  </a:lnTo>
                  <a:lnTo>
                    <a:pt x="1102579" y="1494237"/>
                  </a:lnTo>
                  <a:lnTo>
                    <a:pt x="1102595" y="1494241"/>
                  </a:lnTo>
                  <a:lnTo>
                    <a:pt x="1102604" y="1494245"/>
                  </a:lnTo>
                  <a:lnTo>
                    <a:pt x="1102611" y="1494245"/>
                  </a:lnTo>
                  <a:lnTo>
                    <a:pt x="1102626" y="1494247"/>
                  </a:lnTo>
                  <a:lnTo>
                    <a:pt x="1102642" y="1494246"/>
                  </a:lnTo>
                  <a:lnTo>
                    <a:pt x="1102658" y="1494244"/>
                  </a:lnTo>
                  <a:lnTo>
                    <a:pt x="1102674" y="1494243"/>
                  </a:lnTo>
                  <a:lnTo>
                    <a:pt x="1102690" y="1494238"/>
                  </a:lnTo>
                  <a:lnTo>
                    <a:pt x="1102701" y="1494234"/>
                  </a:lnTo>
                  <a:lnTo>
                    <a:pt x="1102705" y="1494231"/>
                  </a:lnTo>
                  <a:lnTo>
                    <a:pt x="1102718" y="1494219"/>
                  </a:lnTo>
                  <a:lnTo>
                    <a:pt x="1102719" y="1494200"/>
                  </a:lnTo>
                  <a:lnTo>
                    <a:pt x="1102719" y="1494195"/>
                  </a:lnTo>
                  <a:lnTo>
                    <a:pt x="1102723" y="1494184"/>
                  </a:lnTo>
                  <a:lnTo>
                    <a:pt x="1102732" y="1494171"/>
                  </a:lnTo>
                  <a:lnTo>
                    <a:pt x="1102736" y="1494168"/>
                  </a:lnTo>
                  <a:lnTo>
                    <a:pt x="1102751" y="1494158"/>
                  </a:lnTo>
                  <a:lnTo>
                    <a:pt x="1102758" y="1494155"/>
                  </a:lnTo>
                  <a:lnTo>
                    <a:pt x="1102765" y="1494147"/>
                  </a:lnTo>
                  <a:lnTo>
                    <a:pt x="1102773" y="1494130"/>
                  </a:lnTo>
                  <a:lnTo>
                    <a:pt x="1102775" y="1494125"/>
                  </a:lnTo>
                  <a:lnTo>
                    <a:pt x="1102780" y="1494119"/>
                  </a:lnTo>
                  <a:lnTo>
                    <a:pt x="1102784" y="1494116"/>
                  </a:lnTo>
                  <a:lnTo>
                    <a:pt x="1102788" y="1494113"/>
                  </a:lnTo>
                  <a:lnTo>
                    <a:pt x="1102800" y="1494108"/>
                  </a:lnTo>
                  <a:lnTo>
                    <a:pt x="1102809" y="1494104"/>
                  </a:lnTo>
                  <a:lnTo>
                    <a:pt x="1102815" y="1494099"/>
                  </a:lnTo>
                  <a:lnTo>
                    <a:pt x="1102822" y="1494091"/>
                  </a:lnTo>
                  <a:lnTo>
                    <a:pt x="1102826" y="1494081"/>
                  </a:lnTo>
                  <a:lnTo>
                    <a:pt x="1102831" y="1494069"/>
                  </a:lnTo>
                  <a:lnTo>
                    <a:pt x="1102850" y="1494053"/>
                  </a:lnTo>
                  <a:lnTo>
                    <a:pt x="1102850" y="1494036"/>
                  </a:lnTo>
                  <a:lnTo>
                    <a:pt x="1102848" y="1494031"/>
                  </a:lnTo>
                  <a:lnTo>
                    <a:pt x="1102817" y="1493908"/>
                  </a:lnTo>
                  <a:lnTo>
                    <a:pt x="1102818" y="1493898"/>
                  </a:lnTo>
                  <a:lnTo>
                    <a:pt x="1102820" y="1493893"/>
                  </a:lnTo>
                  <a:lnTo>
                    <a:pt x="1102829" y="1493881"/>
                  </a:lnTo>
                  <a:lnTo>
                    <a:pt x="1102843" y="1493867"/>
                  </a:lnTo>
                  <a:lnTo>
                    <a:pt x="1102848" y="1493857"/>
                  </a:lnTo>
                  <a:lnTo>
                    <a:pt x="1102849" y="1493827"/>
                  </a:lnTo>
                  <a:lnTo>
                    <a:pt x="1102845" y="1493811"/>
                  </a:lnTo>
                  <a:lnTo>
                    <a:pt x="1102838" y="1493794"/>
                  </a:lnTo>
                  <a:lnTo>
                    <a:pt x="1102828" y="1493779"/>
                  </a:lnTo>
                  <a:lnTo>
                    <a:pt x="1102821" y="1493770"/>
                  </a:lnTo>
                  <a:lnTo>
                    <a:pt x="1102818" y="1493763"/>
                  </a:lnTo>
                  <a:lnTo>
                    <a:pt x="1102835" y="1493736"/>
                  </a:lnTo>
                  <a:lnTo>
                    <a:pt x="1102848" y="1493729"/>
                  </a:lnTo>
                  <a:lnTo>
                    <a:pt x="1102855" y="1493727"/>
                  </a:lnTo>
                  <a:lnTo>
                    <a:pt x="1102864" y="1493727"/>
                  </a:lnTo>
                  <a:lnTo>
                    <a:pt x="1102874" y="1493727"/>
                  </a:lnTo>
                  <a:lnTo>
                    <a:pt x="1102881" y="1493724"/>
                  </a:lnTo>
                  <a:lnTo>
                    <a:pt x="1102888" y="1493718"/>
                  </a:lnTo>
                  <a:lnTo>
                    <a:pt x="1102890" y="1493712"/>
                  </a:lnTo>
                  <a:lnTo>
                    <a:pt x="1102892" y="1493695"/>
                  </a:lnTo>
                  <a:lnTo>
                    <a:pt x="1102892" y="1493678"/>
                  </a:lnTo>
                  <a:lnTo>
                    <a:pt x="1102894" y="1493661"/>
                  </a:lnTo>
                  <a:lnTo>
                    <a:pt x="1102900" y="1493645"/>
                  </a:lnTo>
                  <a:lnTo>
                    <a:pt x="1102906" y="1493628"/>
                  </a:lnTo>
                  <a:lnTo>
                    <a:pt x="1102908" y="1493624"/>
                  </a:lnTo>
                  <a:lnTo>
                    <a:pt x="1102909" y="1493613"/>
                  </a:lnTo>
                  <a:lnTo>
                    <a:pt x="1102905" y="1493579"/>
                  </a:lnTo>
                  <a:lnTo>
                    <a:pt x="1102910" y="1493578"/>
                  </a:lnTo>
                  <a:lnTo>
                    <a:pt x="1102925" y="1493579"/>
                  </a:lnTo>
                  <a:lnTo>
                    <a:pt x="1102942" y="1493583"/>
                  </a:lnTo>
                  <a:lnTo>
                    <a:pt x="1102958" y="1493584"/>
                  </a:lnTo>
                  <a:lnTo>
                    <a:pt x="1102969" y="1493584"/>
                  </a:lnTo>
                  <a:lnTo>
                    <a:pt x="1102974" y="1493586"/>
                  </a:lnTo>
                  <a:lnTo>
                    <a:pt x="1102990" y="1493594"/>
                  </a:lnTo>
                  <a:lnTo>
                    <a:pt x="1102993" y="1493597"/>
                  </a:lnTo>
                  <a:lnTo>
                    <a:pt x="1103000" y="1493599"/>
                  </a:lnTo>
                  <a:lnTo>
                    <a:pt x="1103004" y="1493603"/>
                  </a:lnTo>
                  <a:lnTo>
                    <a:pt x="1103021" y="1493612"/>
                  </a:lnTo>
                  <a:lnTo>
                    <a:pt x="1103036" y="1493618"/>
                  </a:lnTo>
                  <a:lnTo>
                    <a:pt x="1103074" y="1493623"/>
                  </a:lnTo>
                  <a:lnTo>
                    <a:pt x="1103108" y="1493644"/>
                  </a:lnTo>
                  <a:lnTo>
                    <a:pt x="1103121" y="1493654"/>
                  </a:lnTo>
                  <a:lnTo>
                    <a:pt x="1103150" y="1493662"/>
                  </a:lnTo>
                  <a:lnTo>
                    <a:pt x="1103180" y="1493653"/>
                  </a:lnTo>
                  <a:lnTo>
                    <a:pt x="1103189" y="1493641"/>
                  </a:lnTo>
                  <a:lnTo>
                    <a:pt x="1103188" y="1493616"/>
                  </a:lnTo>
                  <a:lnTo>
                    <a:pt x="1103194" y="1493597"/>
                  </a:lnTo>
                  <a:lnTo>
                    <a:pt x="1103203" y="1493585"/>
                  </a:lnTo>
                  <a:lnTo>
                    <a:pt x="1103218" y="1493583"/>
                  </a:lnTo>
                  <a:lnTo>
                    <a:pt x="1103227" y="1493587"/>
                  </a:lnTo>
                  <a:lnTo>
                    <a:pt x="1103234" y="1493591"/>
                  </a:lnTo>
                  <a:lnTo>
                    <a:pt x="1103248" y="1493599"/>
                  </a:lnTo>
                  <a:lnTo>
                    <a:pt x="1103259" y="1493601"/>
                  </a:lnTo>
                  <a:lnTo>
                    <a:pt x="1103268" y="1493599"/>
                  </a:lnTo>
                  <a:lnTo>
                    <a:pt x="1103273" y="1493594"/>
                  </a:lnTo>
                  <a:lnTo>
                    <a:pt x="1103278" y="1493586"/>
                  </a:lnTo>
                  <a:lnTo>
                    <a:pt x="1103283" y="1493577"/>
                  </a:lnTo>
                  <a:lnTo>
                    <a:pt x="1103292" y="1493571"/>
                  </a:lnTo>
                  <a:lnTo>
                    <a:pt x="1103295" y="1493568"/>
                  </a:lnTo>
                  <a:lnTo>
                    <a:pt x="1103319" y="1493563"/>
                  </a:lnTo>
                  <a:lnTo>
                    <a:pt x="1103340" y="1493553"/>
                  </a:lnTo>
                  <a:lnTo>
                    <a:pt x="1103345" y="1493546"/>
                  </a:lnTo>
                  <a:lnTo>
                    <a:pt x="1103362" y="1493514"/>
                  </a:lnTo>
                  <a:lnTo>
                    <a:pt x="1103365" y="1493510"/>
                  </a:lnTo>
                  <a:lnTo>
                    <a:pt x="1103371" y="1493507"/>
                  </a:lnTo>
                  <a:lnTo>
                    <a:pt x="1103389" y="1493508"/>
                  </a:lnTo>
                  <a:lnTo>
                    <a:pt x="1103398" y="1493512"/>
                  </a:lnTo>
                  <a:lnTo>
                    <a:pt x="1103403" y="1493519"/>
                  </a:lnTo>
                  <a:lnTo>
                    <a:pt x="1103423" y="1493546"/>
                  </a:lnTo>
                  <a:lnTo>
                    <a:pt x="1103432" y="1493556"/>
                  </a:lnTo>
                  <a:lnTo>
                    <a:pt x="1103448" y="1493563"/>
                  </a:lnTo>
                  <a:lnTo>
                    <a:pt x="1103473" y="1493559"/>
                  </a:lnTo>
                  <a:lnTo>
                    <a:pt x="1103489" y="1493549"/>
                  </a:lnTo>
                  <a:lnTo>
                    <a:pt x="1103506" y="1493551"/>
                  </a:lnTo>
                  <a:lnTo>
                    <a:pt x="1103522" y="1493557"/>
                  </a:lnTo>
                  <a:lnTo>
                    <a:pt x="1103538" y="1493565"/>
                  </a:lnTo>
                  <a:lnTo>
                    <a:pt x="1103547" y="1493566"/>
                  </a:lnTo>
                  <a:lnTo>
                    <a:pt x="1103554" y="1493562"/>
                  </a:lnTo>
                  <a:lnTo>
                    <a:pt x="1103559" y="1493545"/>
                  </a:lnTo>
                  <a:lnTo>
                    <a:pt x="1103563" y="1493529"/>
                  </a:lnTo>
                  <a:lnTo>
                    <a:pt x="1103570" y="1493512"/>
                  </a:lnTo>
                  <a:lnTo>
                    <a:pt x="1103576" y="1493502"/>
                  </a:lnTo>
                  <a:lnTo>
                    <a:pt x="1103583" y="1493497"/>
                  </a:lnTo>
                  <a:lnTo>
                    <a:pt x="1103593" y="1493493"/>
                  </a:lnTo>
                  <a:lnTo>
                    <a:pt x="1103600" y="1493489"/>
                  </a:lnTo>
                  <a:lnTo>
                    <a:pt x="1103604" y="1493483"/>
                  </a:lnTo>
                  <a:lnTo>
                    <a:pt x="1103603" y="1493475"/>
                  </a:lnTo>
                  <a:lnTo>
                    <a:pt x="1103595" y="1493459"/>
                  </a:lnTo>
                  <a:lnTo>
                    <a:pt x="1103587" y="1493442"/>
                  </a:lnTo>
                  <a:lnTo>
                    <a:pt x="1103577" y="1493432"/>
                  </a:lnTo>
                  <a:lnTo>
                    <a:pt x="1103571" y="1493430"/>
                  </a:lnTo>
                  <a:lnTo>
                    <a:pt x="1103566" y="1493426"/>
                  </a:lnTo>
                  <a:lnTo>
                    <a:pt x="1103555" y="1493424"/>
                  </a:lnTo>
                  <a:lnTo>
                    <a:pt x="1103540" y="1493422"/>
                  </a:lnTo>
                  <a:lnTo>
                    <a:pt x="1103528" y="1493417"/>
                  </a:lnTo>
                  <a:lnTo>
                    <a:pt x="1103524" y="1493414"/>
                  </a:lnTo>
                  <a:lnTo>
                    <a:pt x="1103518" y="1493408"/>
                  </a:lnTo>
                  <a:lnTo>
                    <a:pt x="1103516" y="1493397"/>
                  </a:lnTo>
                  <a:lnTo>
                    <a:pt x="1103516" y="1493392"/>
                  </a:lnTo>
                  <a:lnTo>
                    <a:pt x="1103519" y="1493387"/>
                  </a:lnTo>
                  <a:lnTo>
                    <a:pt x="1103526" y="1493385"/>
                  </a:lnTo>
                  <a:lnTo>
                    <a:pt x="1103542" y="1493383"/>
                  </a:lnTo>
                  <a:lnTo>
                    <a:pt x="1103557" y="1493382"/>
                  </a:lnTo>
                  <a:lnTo>
                    <a:pt x="1103573" y="1493381"/>
                  </a:lnTo>
                  <a:lnTo>
                    <a:pt x="1103588" y="1493375"/>
                  </a:lnTo>
                  <a:lnTo>
                    <a:pt x="1103603" y="1493360"/>
                  </a:lnTo>
                  <a:lnTo>
                    <a:pt x="1103608" y="1493353"/>
                  </a:lnTo>
                  <a:lnTo>
                    <a:pt x="1103616" y="1493348"/>
                  </a:lnTo>
                  <a:lnTo>
                    <a:pt x="1103634" y="1493343"/>
                  </a:lnTo>
                  <a:lnTo>
                    <a:pt x="1103649" y="1493341"/>
                  </a:lnTo>
                  <a:lnTo>
                    <a:pt x="1103666" y="1493338"/>
                  </a:lnTo>
                  <a:lnTo>
                    <a:pt x="1103669" y="1493332"/>
                  </a:lnTo>
                  <a:lnTo>
                    <a:pt x="1103664" y="1493323"/>
                  </a:lnTo>
                  <a:lnTo>
                    <a:pt x="1103653" y="1493306"/>
                  </a:lnTo>
                  <a:lnTo>
                    <a:pt x="1103652" y="1493294"/>
                  </a:lnTo>
                  <a:lnTo>
                    <a:pt x="1103654" y="1493290"/>
                  </a:lnTo>
                  <a:lnTo>
                    <a:pt x="1103656" y="1493283"/>
                  </a:lnTo>
                  <a:lnTo>
                    <a:pt x="1103662" y="1493273"/>
                  </a:lnTo>
                  <a:lnTo>
                    <a:pt x="1103674" y="1493261"/>
                  </a:lnTo>
                  <a:lnTo>
                    <a:pt x="1103691" y="1493263"/>
                  </a:lnTo>
                  <a:lnTo>
                    <a:pt x="1103707" y="1493272"/>
                  </a:lnTo>
                  <a:lnTo>
                    <a:pt x="1103714" y="1493276"/>
                  </a:lnTo>
                  <a:lnTo>
                    <a:pt x="1103722" y="1493278"/>
                  </a:lnTo>
                  <a:lnTo>
                    <a:pt x="1103738" y="1493282"/>
                  </a:lnTo>
                  <a:lnTo>
                    <a:pt x="1103753" y="1493288"/>
                  </a:lnTo>
                  <a:lnTo>
                    <a:pt x="1103766" y="1493304"/>
                  </a:lnTo>
                  <a:lnTo>
                    <a:pt x="1103781" y="1493320"/>
                  </a:lnTo>
                  <a:lnTo>
                    <a:pt x="1103788" y="1493322"/>
                  </a:lnTo>
                  <a:lnTo>
                    <a:pt x="1103796" y="1493322"/>
                  </a:lnTo>
                  <a:lnTo>
                    <a:pt x="1103812" y="1493318"/>
                  </a:lnTo>
                  <a:lnTo>
                    <a:pt x="1103849" y="1493298"/>
                  </a:lnTo>
                  <a:lnTo>
                    <a:pt x="1103864" y="1493289"/>
                  </a:lnTo>
                  <a:lnTo>
                    <a:pt x="1103880" y="1493282"/>
                  </a:lnTo>
                  <a:lnTo>
                    <a:pt x="1103896" y="1493276"/>
                  </a:lnTo>
                  <a:lnTo>
                    <a:pt x="1103912" y="1493277"/>
                  </a:lnTo>
                  <a:lnTo>
                    <a:pt x="1103927" y="1493275"/>
                  </a:lnTo>
                  <a:lnTo>
                    <a:pt x="1103943" y="1493270"/>
                  </a:lnTo>
                  <a:lnTo>
                    <a:pt x="1103959" y="1493266"/>
                  </a:lnTo>
                  <a:lnTo>
                    <a:pt x="1103975" y="1493259"/>
                  </a:lnTo>
                  <a:lnTo>
                    <a:pt x="1103991" y="1493254"/>
                  </a:lnTo>
                  <a:lnTo>
                    <a:pt x="1103999" y="1493253"/>
                  </a:lnTo>
                  <a:lnTo>
                    <a:pt x="1104007" y="1493259"/>
                  </a:lnTo>
                  <a:lnTo>
                    <a:pt x="1104013" y="1493269"/>
                  </a:lnTo>
                  <a:lnTo>
                    <a:pt x="1104010" y="1493306"/>
                  </a:lnTo>
                  <a:lnTo>
                    <a:pt x="1104013" y="1493321"/>
                  </a:lnTo>
                  <a:lnTo>
                    <a:pt x="1104019" y="1493327"/>
                  </a:lnTo>
                  <a:lnTo>
                    <a:pt x="1104025" y="1493330"/>
                  </a:lnTo>
                  <a:lnTo>
                    <a:pt x="1104033" y="1493330"/>
                  </a:lnTo>
                  <a:lnTo>
                    <a:pt x="1104041" y="1493330"/>
                  </a:lnTo>
                  <a:lnTo>
                    <a:pt x="1104052" y="1493328"/>
                  </a:lnTo>
                  <a:lnTo>
                    <a:pt x="1104057" y="1493330"/>
                  </a:lnTo>
                  <a:lnTo>
                    <a:pt x="1104065" y="1493332"/>
                  </a:lnTo>
                  <a:lnTo>
                    <a:pt x="1104073" y="1493332"/>
                  </a:lnTo>
                  <a:lnTo>
                    <a:pt x="1104089" y="1493332"/>
                  </a:lnTo>
                  <a:lnTo>
                    <a:pt x="1104105" y="1493331"/>
                  </a:lnTo>
                  <a:lnTo>
                    <a:pt x="1104121" y="1493331"/>
                  </a:lnTo>
                  <a:lnTo>
                    <a:pt x="1104136" y="1493328"/>
                  </a:lnTo>
                  <a:lnTo>
                    <a:pt x="1104152" y="1493319"/>
                  </a:lnTo>
                  <a:lnTo>
                    <a:pt x="1104168" y="1493314"/>
                  </a:lnTo>
                  <a:lnTo>
                    <a:pt x="1104184" y="1493314"/>
                  </a:lnTo>
                  <a:lnTo>
                    <a:pt x="1104195" y="1493316"/>
                  </a:lnTo>
                  <a:lnTo>
                    <a:pt x="1104200" y="1493313"/>
                  </a:lnTo>
                  <a:lnTo>
                    <a:pt x="1104216" y="1493309"/>
                  </a:lnTo>
                  <a:lnTo>
                    <a:pt x="1104257" y="1493288"/>
                  </a:lnTo>
                  <a:lnTo>
                    <a:pt x="1104266" y="1493288"/>
                  </a:lnTo>
                  <a:lnTo>
                    <a:pt x="1104278" y="1493289"/>
                  </a:lnTo>
                  <a:lnTo>
                    <a:pt x="1104282" y="1493287"/>
                  </a:lnTo>
                  <a:lnTo>
                    <a:pt x="1104298" y="1493286"/>
                  </a:lnTo>
                  <a:lnTo>
                    <a:pt x="1104303" y="1493286"/>
                  </a:lnTo>
                  <a:lnTo>
                    <a:pt x="1104311" y="1493290"/>
                  </a:lnTo>
                  <a:lnTo>
                    <a:pt x="1104327" y="1493296"/>
                  </a:lnTo>
                  <a:lnTo>
                    <a:pt x="1104337" y="1493281"/>
                  </a:lnTo>
                  <a:lnTo>
                    <a:pt x="1104353" y="1493266"/>
                  </a:lnTo>
                  <a:lnTo>
                    <a:pt x="1104364" y="1493257"/>
                  </a:lnTo>
                  <a:lnTo>
                    <a:pt x="1104368" y="1493253"/>
                  </a:lnTo>
                  <a:lnTo>
                    <a:pt x="1104381" y="1493237"/>
                  </a:lnTo>
                  <a:lnTo>
                    <a:pt x="1104391" y="1493220"/>
                  </a:lnTo>
                  <a:lnTo>
                    <a:pt x="1104404" y="1493187"/>
                  </a:lnTo>
                  <a:lnTo>
                    <a:pt x="1104411" y="1493176"/>
                  </a:lnTo>
                  <a:lnTo>
                    <a:pt x="1104417" y="1493172"/>
                  </a:lnTo>
                  <a:lnTo>
                    <a:pt x="1104423" y="1493168"/>
                  </a:lnTo>
                  <a:lnTo>
                    <a:pt x="1104428" y="1493163"/>
                  </a:lnTo>
                  <a:lnTo>
                    <a:pt x="1104431" y="1493158"/>
                  </a:lnTo>
                  <a:lnTo>
                    <a:pt x="1104442" y="1493142"/>
                  </a:lnTo>
                  <a:lnTo>
                    <a:pt x="1104452" y="1493125"/>
                  </a:lnTo>
                  <a:lnTo>
                    <a:pt x="1104464" y="1493108"/>
                  </a:lnTo>
                  <a:lnTo>
                    <a:pt x="1104503" y="1493061"/>
                  </a:lnTo>
                  <a:lnTo>
                    <a:pt x="1104508" y="1493058"/>
                  </a:lnTo>
                  <a:lnTo>
                    <a:pt x="1104512" y="1493054"/>
                  </a:lnTo>
                  <a:lnTo>
                    <a:pt x="1104527" y="1493041"/>
                  </a:lnTo>
                  <a:lnTo>
                    <a:pt x="1104544" y="1493031"/>
                  </a:lnTo>
                  <a:lnTo>
                    <a:pt x="1104577" y="1493017"/>
                  </a:lnTo>
                  <a:lnTo>
                    <a:pt x="1104589" y="1493007"/>
                  </a:lnTo>
                  <a:lnTo>
                    <a:pt x="1104593" y="1493003"/>
                  </a:lnTo>
                  <a:lnTo>
                    <a:pt x="1104602" y="1492987"/>
                  </a:lnTo>
                  <a:lnTo>
                    <a:pt x="1104607" y="1492971"/>
                  </a:lnTo>
                  <a:lnTo>
                    <a:pt x="1104611" y="1492959"/>
                  </a:lnTo>
                  <a:lnTo>
                    <a:pt x="1104615" y="1492954"/>
                  </a:lnTo>
                  <a:lnTo>
                    <a:pt x="1104628" y="1492942"/>
                  </a:lnTo>
                  <a:lnTo>
                    <a:pt x="1104636" y="1492940"/>
                  </a:lnTo>
                  <a:lnTo>
                    <a:pt x="1104644" y="1492940"/>
                  </a:lnTo>
                  <a:lnTo>
                    <a:pt x="1104661" y="1492944"/>
                  </a:lnTo>
                  <a:lnTo>
                    <a:pt x="1104687" y="1492955"/>
                  </a:lnTo>
                  <a:lnTo>
                    <a:pt x="1104699" y="1492962"/>
                  </a:lnTo>
                  <a:lnTo>
                    <a:pt x="1104715" y="1492969"/>
                  </a:lnTo>
                  <a:lnTo>
                    <a:pt x="1104722" y="1492971"/>
                  </a:lnTo>
                  <a:lnTo>
                    <a:pt x="1104732" y="1492972"/>
                  </a:lnTo>
                  <a:lnTo>
                    <a:pt x="1104738" y="1492970"/>
                  </a:lnTo>
                  <a:lnTo>
                    <a:pt x="1104746" y="1492970"/>
                  </a:lnTo>
                  <a:lnTo>
                    <a:pt x="1104758" y="1492971"/>
                  </a:lnTo>
                  <a:lnTo>
                    <a:pt x="1104763" y="1492973"/>
                  </a:lnTo>
                  <a:lnTo>
                    <a:pt x="1104778" y="1492982"/>
                  </a:lnTo>
                  <a:lnTo>
                    <a:pt x="1104790" y="1492987"/>
                  </a:lnTo>
                  <a:lnTo>
                    <a:pt x="1104815" y="1492986"/>
                  </a:lnTo>
                  <a:lnTo>
                    <a:pt x="1104831" y="1492978"/>
                  </a:lnTo>
                  <a:lnTo>
                    <a:pt x="1104840" y="1492972"/>
                  </a:lnTo>
                  <a:lnTo>
                    <a:pt x="1104867" y="1492973"/>
                  </a:lnTo>
                  <a:lnTo>
                    <a:pt x="1104877" y="1492982"/>
                  </a:lnTo>
                  <a:lnTo>
                    <a:pt x="1104888" y="1492994"/>
                  </a:lnTo>
                  <a:lnTo>
                    <a:pt x="1104898" y="1492999"/>
                  </a:lnTo>
                  <a:lnTo>
                    <a:pt x="1104904" y="1493000"/>
                  </a:lnTo>
                  <a:lnTo>
                    <a:pt x="1104963" y="1493015"/>
                  </a:lnTo>
                  <a:lnTo>
                    <a:pt x="1104988" y="1493013"/>
                  </a:lnTo>
                  <a:lnTo>
                    <a:pt x="1105001" y="1493006"/>
                  </a:lnTo>
                  <a:lnTo>
                    <a:pt x="1105017" y="1493003"/>
                  </a:lnTo>
                  <a:lnTo>
                    <a:pt x="1105035" y="1493003"/>
                  </a:lnTo>
                  <a:lnTo>
                    <a:pt x="1105049" y="1493003"/>
                  </a:lnTo>
                  <a:lnTo>
                    <a:pt x="1105065" y="1493004"/>
                  </a:lnTo>
                  <a:lnTo>
                    <a:pt x="1105079" y="1493008"/>
                  </a:lnTo>
                  <a:lnTo>
                    <a:pt x="1105096" y="1493015"/>
                  </a:lnTo>
                  <a:lnTo>
                    <a:pt x="1105121" y="1493023"/>
                  </a:lnTo>
                  <a:lnTo>
                    <a:pt x="1105138" y="1493025"/>
                  </a:lnTo>
                  <a:lnTo>
                    <a:pt x="1105155" y="1493028"/>
                  </a:lnTo>
                  <a:lnTo>
                    <a:pt x="1105171" y="1493027"/>
                  </a:lnTo>
                  <a:lnTo>
                    <a:pt x="1105187" y="1493028"/>
                  </a:lnTo>
                  <a:lnTo>
                    <a:pt x="1105203" y="1493028"/>
                  </a:lnTo>
                  <a:lnTo>
                    <a:pt x="1105210" y="1493028"/>
                  </a:lnTo>
                  <a:lnTo>
                    <a:pt x="1105219" y="1493031"/>
                  </a:lnTo>
                  <a:lnTo>
                    <a:pt x="1105232" y="1493042"/>
                  </a:lnTo>
                  <a:lnTo>
                    <a:pt x="1105237" y="1493045"/>
                  </a:lnTo>
                  <a:lnTo>
                    <a:pt x="1105248" y="1493056"/>
                  </a:lnTo>
                  <a:lnTo>
                    <a:pt x="1105264" y="1493068"/>
                  </a:lnTo>
                  <a:lnTo>
                    <a:pt x="1105272" y="1493075"/>
                  </a:lnTo>
                  <a:lnTo>
                    <a:pt x="1105280" y="1493078"/>
                  </a:lnTo>
                  <a:lnTo>
                    <a:pt x="1105296" y="1493086"/>
                  </a:lnTo>
                  <a:lnTo>
                    <a:pt x="1105306" y="1493088"/>
                  </a:lnTo>
                  <a:lnTo>
                    <a:pt x="1105311" y="1493092"/>
                  </a:lnTo>
                  <a:lnTo>
                    <a:pt x="1105327" y="1493097"/>
                  </a:lnTo>
                  <a:lnTo>
                    <a:pt x="1105343" y="1493099"/>
                  </a:lnTo>
                  <a:lnTo>
                    <a:pt x="1105355" y="1493098"/>
                  </a:lnTo>
                  <a:lnTo>
                    <a:pt x="1105359" y="1493096"/>
                  </a:lnTo>
                  <a:lnTo>
                    <a:pt x="1105375" y="1493091"/>
                  </a:lnTo>
                  <a:lnTo>
                    <a:pt x="1105391" y="1493084"/>
                  </a:lnTo>
                  <a:lnTo>
                    <a:pt x="1105407" y="1493075"/>
                  </a:lnTo>
                  <a:lnTo>
                    <a:pt x="1105440" y="1493065"/>
                  </a:lnTo>
                  <a:lnTo>
                    <a:pt x="1105435" y="1493053"/>
                  </a:lnTo>
                  <a:lnTo>
                    <a:pt x="1105445" y="1493031"/>
                  </a:lnTo>
                  <a:lnTo>
                    <a:pt x="1105449" y="1493022"/>
                  </a:lnTo>
                  <a:lnTo>
                    <a:pt x="1105449" y="1493013"/>
                  </a:lnTo>
                  <a:lnTo>
                    <a:pt x="1105450" y="1493004"/>
                  </a:lnTo>
                  <a:lnTo>
                    <a:pt x="1105453" y="1492996"/>
                  </a:lnTo>
                  <a:lnTo>
                    <a:pt x="1105458" y="1492980"/>
                  </a:lnTo>
                  <a:lnTo>
                    <a:pt x="1105458" y="1492974"/>
                  </a:lnTo>
                  <a:lnTo>
                    <a:pt x="1105463" y="1492962"/>
                  </a:lnTo>
                  <a:lnTo>
                    <a:pt x="1105480" y="1492912"/>
                  </a:lnTo>
                  <a:lnTo>
                    <a:pt x="1105481" y="1492903"/>
                  </a:lnTo>
                  <a:lnTo>
                    <a:pt x="1105484" y="1492895"/>
                  </a:lnTo>
                  <a:lnTo>
                    <a:pt x="1105487" y="1492879"/>
                  </a:lnTo>
                  <a:lnTo>
                    <a:pt x="1105488" y="1492862"/>
                  </a:lnTo>
                  <a:lnTo>
                    <a:pt x="1105490" y="1492851"/>
                  </a:lnTo>
                  <a:lnTo>
                    <a:pt x="1105492" y="1492844"/>
                  </a:lnTo>
                  <a:lnTo>
                    <a:pt x="1105495" y="1492829"/>
                  </a:lnTo>
                  <a:lnTo>
                    <a:pt x="1105498" y="1492819"/>
                  </a:lnTo>
                  <a:lnTo>
                    <a:pt x="1105498" y="1492812"/>
                  </a:lnTo>
                  <a:lnTo>
                    <a:pt x="1105501" y="1492795"/>
                  </a:lnTo>
                  <a:lnTo>
                    <a:pt x="1105503" y="1492778"/>
                  </a:lnTo>
                  <a:lnTo>
                    <a:pt x="1105508" y="1492762"/>
                  </a:lnTo>
                  <a:lnTo>
                    <a:pt x="1105509" y="1492745"/>
                  </a:lnTo>
                  <a:lnTo>
                    <a:pt x="1105513" y="1492728"/>
                  </a:lnTo>
                  <a:lnTo>
                    <a:pt x="1105513" y="1492722"/>
                  </a:lnTo>
                  <a:lnTo>
                    <a:pt x="1105516" y="1492712"/>
                  </a:lnTo>
                  <a:lnTo>
                    <a:pt x="1105519" y="1492695"/>
                  </a:lnTo>
                  <a:lnTo>
                    <a:pt x="1105522" y="1492679"/>
                  </a:lnTo>
                  <a:lnTo>
                    <a:pt x="1105523" y="1492662"/>
                  </a:lnTo>
                  <a:lnTo>
                    <a:pt x="1105528" y="1492619"/>
                  </a:lnTo>
                  <a:lnTo>
                    <a:pt x="1105531" y="1492602"/>
                  </a:lnTo>
                  <a:lnTo>
                    <a:pt x="1105531" y="1492585"/>
                  </a:lnTo>
                  <a:lnTo>
                    <a:pt x="1105533" y="1492568"/>
                  </a:lnTo>
                  <a:lnTo>
                    <a:pt x="1105533" y="1492552"/>
                  </a:lnTo>
                  <a:lnTo>
                    <a:pt x="1105531" y="1492535"/>
                  </a:lnTo>
                  <a:lnTo>
                    <a:pt x="1105531" y="1492518"/>
                  </a:lnTo>
                  <a:lnTo>
                    <a:pt x="1105529" y="1492502"/>
                  </a:lnTo>
                  <a:lnTo>
                    <a:pt x="1105529" y="1492487"/>
                  </a:lnTo>
                  <a:lnTo>
                    <a:pt x="1105531" y="1492468"/>
                  </a:lnTo>
                  <a:lnTo>
                    <a:pt x="1105534" y="1492461"/>
                  </a:lnTo>
                  <a:lnTo>
                    <a:pt x="1105535" y="1492452"/>
                  </a:lnTo>
                  <a:lnTo>
                    <a:pt x="1105538" y="1492442"/>
                  </a:lnTo>
                  <a:lnTo>
                    <a:pt x="1105542" y="1492435"/>
                  </a:lnTo>
                  <a:lnTo>
                    <a:pt x="1105554" y="1492418"/>
                  </a:lnTo>
                  <a:lnTo>
                    <a:pt x="1105559" y="1492412"/>
                  </a:lnTo>
                  <a:lnTo>
                    <a:pt x="1105561" y="1492405"/>
                  </a:lnTo>
                  <a:lnTo>
                    <a:pt x="1105565" y="1492400"/>
                  </a:lnTo>
                  <a:lnTo>
                    <a:pt x="1105579" y="1492362"/>
                  </a:lnTo>
                  <a:lnTo>
                    <a:pt x="1105585" y="1492344"/>
                  </a:lnTo>
                  <a:lnTo>
                    <a:pt x="1105594" y="1492301"/>
                  </a:lnTo>
                  <a:lnTo>
                    <a:pt x="1105594" y="1492295"/>
                  </a:lnTo>
                  <a:lnTo>
                    <a:pt x="1105595" y="1492281"/>
                  </a:lnTo>
                  <a:lnTo>
                    <a:pt x="1105593" y="1492263"/>
                  </a:lnTo>
                  <a:lnTo>
                    <a:pt x="1105591" y="1492246"/>
                  </a:lnTo>
                  <a:lnTo>
                    <a:pt x="1105587" y="1492228"/>
                  </a:lnTo>
                  <a:lnTo>
                    <a:pt x="1105577" y="1492196"/>
                  </a:lnTo>
                  <a:lnTo>
                    <a:pt x="1105574" y="1492189"/>
                  </a:lnTo>
                  <a:lnTo>
                    <a:pt x="1105571" y="1492180"/>
                  </a:lnTo>
                  <a:lnTo>
                    <a:pt x="1105565" y="1492171"/>
                  </a:lnTo>
                  <a:lnTo>
                    <a:pt x="1105559" y="1492156"/>
                  </a:lnTo>
                  <a:lnTo>
                    <a:pt x="1105552" y="1492139"/>
                  </a:lnTo>
                  <a:lnTo>
                    <a:pt x="1105550" y="1492130"/>
                  </a:lnTo>
                  <a:lnTo>
                    <a:pt x="1105544" y="1492123"/>
                  </a:lnTo>
                  <a:lnTo>
                    <a:pt x="1105536" y="1492106"/>
                  </a:lnTo>
                  <a:lnTo>
                    <a:pt x="1105527" y="1492087"/>
                  </a:lnTo>
                  <a:lnTo>
                    <a:pt x="1105523" y="1492082"/>
                  </a:lnTo>
                  <a:lnTo>
                    <a:pt x="1105518" y="1492072"/>
                  </a:lnTo>
                  <a:lnTo>
                    <a:pt x="1105511" y="1492056"/>
                  </a:lnTo>
                  <a:lnTo>
                    <a:pt x="1105501" y="1492039"/>
                  </a:lnTo>
                  <a:lnTo>
                    <a:pt x="1105489" y="1492024"/>
                  </a:lnTo>
                  <a:lnTo>
                    <a:pt x="1105485" y="1492016"/>
                  </a:lnTo>
                  <a:lnTo>
                    <a:pt x="1105483" y="1492007"/>
                  </a:lnTo>
                  <a:lnTo>
                    <a:pt x="1105481" y="1491990"/>
                  </a:lnTo>
                  <a:lnTo>
                    <a:pt x="1105478" y="1491981"/>
                  </a:lnTo>
                  <a:lnTo>
                    <a:pt x="1105478" y="1491973"/>
                  </a:lnTo>
                  <a:lnTo>
                    <a:pt x="1105477" y="1491967"/>
                  </a:lnTo>
                  <a:lnTo>
                    <a:pt x="1105478" y="1491957"/>
                  </a:lnTo>
                  <a:lnTo>
                    <a:pt x="1105477" y="1491940"/>
                  </a:lnTo>
                  <a:lnTo>
                    <a:pt x="1105476" y="1491932"/>
                  </a:lnTo>
                  <a:lnTo>
                    <a:pt x="1105477" y="1491923"/>
                  </a:lnTo>
                  <a:lnTo>
                    <a:pt x="1105479" y="1491907"/>
                  </a:lnTo>
                  <a:lnTo>
                    <a:pt x="1105478" y="1491890"/>
                  </a:lnTo>
                  <a:lnTo>
                    <a:pt x="1105475" y="1491873"/>
                  </a:lnTo>
                  <a:lnTo>
                    <a:pt x="1105470" y="1491857"/>
                  </a:lnTo>
                  <a:lnTo>
                    <a:pt x="1105467" y="1491847"/>
                  </a:lnTo>
                  <a:lnTo>
                    <a:pt x="1105467" y="1491840"/>
                  </a:lnTo>
                  <a:lnTo>
                    <a:pt x="1105466" y="1491825"/>
                  </a:lnTo>
                  <a:lnTo>
                    <a:pt x="1105469" y="1491806"/>
                  </a:lnTo>
                  <a:lnTo>
                    <a:pt x="1105473" y="1491791"/>
                  </a:lnTo>
                  <a:lnTo>
                    <a:pt x="1105477" y="1491775"/>
                  </a:lnTo>
                  <a:lnTo>
                    <a:pt x="1105486" y="1491756"/>
                  </a:lnTo>
                  <a:lnTo>
                    <a:pt x="1105490" y="1491744"/>
                  </a:lnTo>
                  <a:lnTo>
                    <a:pt x="1105494" y="1491740"/>
                  </a:lnTo>
                  <a:lnTo>
                    <a:pt x="1105496" y="1491734"/>
                  </a:lnTo>
                  <a:lnTo>
                    <a:pt x="1105500" y="1491730"/>
                  </a:lnTo>
                  <a:lnTo>
                    <a:pt x="1105502" y="1491723"/>
                  </a:lnTo>
                  <a:lnTo>
                    <a:pt x="1105512" y="1491707"/>
                  </a:lnTo>
                  <a:lnTo>
                    <a:pt x="1105521" y="1491690"/>
                  </a:lnTo>
                  <a:lnTo>
                    <a:pt x="1105531" y="1491674"/>
                  </a:lnTo>
                  <a:lnTo>
                    <a:pt x="1105540" y="1491660"/>
                  </a:lnTo>
                  <a:lnTo>
                    <a:pt x="1105545" y="1491649"/>
                  </a:lnTo>
                  <a:lnTo>
                    <a:pt x="1105552" y="1491632"/>
                  </a:lnTo>
                  <a:lnTo>
                    <a:pt x="1105553" y="1491617"/>
                  </a:lnTo>
                  <a:lnTo>
                    <a:pt x="1105554" y="1491599"/>
                  </a:lnTo>
                  <a:lnTo>
                    <a:pt x="1105557" y="1491582"/>
                  </a:lnTo>
                  <a:lnTo>
                    <a:pt x="1105560" y="1491565"/>
                  </a:lnTo>
                  <a:lnTo>
                    <a:pt x="1105564" y="1491550"/>
                  </a:lnTo>
                  <a:lnTo>
                    <a:pt x="1105569" y="1491539"/>
                  </a:lnTo>
                  <a:lnTo>
                    <a:pt x="1105574" y="1491532"/>
                  </a:lnTo>
                  <a:lnTo>
                    <a:pt x="1105590" y="1491515"/>
                  </a:lnTo>
                  <a:lnTo>
                    <a:pt x="1105592" y="1491508"/>
                  </a:lnTo>
                  <a:lnTo>
                    <a:pt x="1105599" y="1491500"/>
                  </a:lnTo>
                  <a:lnTo>
                    <a:pt x="1105605" y="1491491"/>
                  </a:lnTo>
                  <a:lnTo>
                    <a:pt x="1105608" y="1491483"/>
                  </a:lnTo>
                  <a:lnTo>
                    <a:pt x="1105616" y="1491467"/>
                  </a:lnTo>
                  <a:lnTo>
                    <a:pt x="1105622" y="1491452"/>
                  </a:lnTo>
                  <a:lnTo>
                    <a:pt x="1105626" y="1491443"/>
                  </a:lnTo>
                  <a:lnTo>
                    <a:pt x="1105629" y="1491433"/>
                  </a:lnTo>
                  <a:lnTo>
                    <a:pt x="1105635" y="1491418"/>
                  </a:lnTo>
                  <a:lnTo>
                    <a:pt x="1105642" y="1491404"/>
                  </a:lnTo>
                  <a:lnTo>
                    <a:pt x="1105643" y="1491398"/>
                  </a:lnTo>
                  <a:lnTo>
                    <a:pt x="1105644" y="1491392"/>
                  </a:lnTo>
                  <a:lnTo>
                    <a:pt x="1105644" y="1491381"/>
                  </a:lnTo>
                  <a:lnTo>
                    <a:pt x="1105644" y="1491370"/>
                  </a:lnTo>
                  <a:lnTo>
                    <a:pt x="1105651" y="1491343"/>
                  </a:lnTo>
                  <a:lnTo>
                    <a:pt x="1105660" y="1491329"/>
                  </a:lnTo>
                  <a:lnTo>
                    <a:pt x="1105668" y="1491312"/>
                  </a:lnTo>
                  <a:lnTo>
                    <a:pt x="1105668" y="1491303"/>
                  </a:lnTo>
                  <a:lnTo>
                    <a:pt x="1105670" y="1491296"/>
                  </a:lnTo>
                  <a:lnTo>
                    <a:pt x="1105669" y="1491287"/>
                  </a:lnTo>
                  <a:lnTo>
                    <a:pt x="1105671" y="1491267"/>
                  </a:lnTo>
                  <a:lnTo>
                    <a:pt x="1105673" y="1491262"/>
                  </a:lnTo>
                  <a:lnTo>
                    <a:pt x="1105675" y="1491246"/>
                  </a:lnTo>
                  <a:lnTo>
                    <a:pt x="1105674" y="1491229"/>
                  </a:lnTo>
                  <a:lnTo>
                    <a:pt x="1105675" y="1491212"/>
                  </a:lnTo>
                  <a:lnTo>
                    <a:pt x="1105676" y="1491195"/>
                  </a:lnTo>
                  <a:lnTo>
                    <a:pt x="1105676" y="1491179"/>
                  </a:lnTo>
                  <a:lnTo>
                    <a:pt x="1105679" y="1491162"/>
                  </a:lnTo>
                  <a:lnTo>
                    <a:pt x="1105682" y="1491145"/>
                  </a:lnTo>
                  <a:lnTo>
                    <a:pt x="1105684" y="1491129"/>
                  </a:lnTo>
                  <a:lnTo>
                    <a:pt x="1105685" y="1491112"/>
                  </a:lnTo>
                  <a:lnTo>
                    <a:pt x="1105689" y="1491096"/>
                  </a:lnTo>
                  <a:lnTo>
                    <a:pt x="1105691" y="1491079"/>
                  </a:lnTo>
                  <a:lnTo>
                    <a:pt x="1105697" y="1491062"/>
                  </a:lnTo>
                  <a:lnTo>
                    <a:pt x="1105702" y="1491045"/>
                  </a:lnTo>
                  <a:lnTo>
                    <a:pt x="1105704" y="1491038"/>
                  </a:lnTo>
                  <a:lnTo>
                    <a:pt x="1105704" y="1491029"/>
                  </a:lnTo>
                  <a:lnTo>
                    <a:pt x="1105711" y="1491020"/>
                  </a:lnTo>
                  <a:lnTo>
                    <a:pt x="1105711" y="1491013"/>
                  </a:lnTo>
                  <a:lnTo>
                    <a:pt x="1105716" y="1490997"/>
                  </a:lnTo>
                  <a:lnTo>
                    <a:pt x="1105721" y="1490978"/>
                  </a:lnTo>
                  <a:lnTo>
                    <a:pt x="1105723" y="1490963"/>
                  </a:lnTo>
                  <a:lnTo>
                    <a:pt x="1105723" y="1490949"/>
                  </a:lnTo>
                  <a:lnTo>
                    <a:pt x="1105723" y="1490938"/>
                  </a:lnTo>
                  <a:lnTo>
                    <a:pt x="1105721" y="1490930"/>
                  </a:lnTo>
                  <a:lnTo>
                    <a:pt x="1105714" y="1490913"/>
                  </a:lnTo>
                  <a:lnTo>
                    <a:pt x="1105708" y="1490902"/>
                  </a:lnTo>
                  <a:lnTo>
                    <a:pt x="1105702" y="1490896"/>
                  </a:lnTo>
                  <a:lnTo>
                    <a:pt x="1105690" y="1490880"/>
                  </a:lnTo>
                  <a:lnTo>
                    <a:pt x="1105684" y="1490865"/>
                  </a:lnTo>
                  <a:lnTo>
                    <a:pt x="1105685" y="1490853"/>
                  </a:lnTo>
                  <a:lnTo>
                    <a:pt x="1105682" y="1490822"/>
                  </a:lnTo>
                  <a:lnTo>
                    <a:pt x="1105677" y="1490804"/>
                  </a:lnTo>
                  <a:lnTo>
                    <a:pt x="1105659" y="1490740"/>
                  </a:lnTo>
                  <a:lnTo>
                    <a:pt x="1105634" y="1490674"/>
                  </a:lnTo>
                  <a:lnTo>
                    <a:pt x="1105618" y="1490636"/>
                  </a:lnTo>
                  <a:lnTo>
                    <a:pt x="1105620" y="1490625"/>
                  </a:lnTo>
                  <a:lnTo>
                    <a:pt x="1105626" y="1490618"/>
                  </a:lnTo>
                  <a:lnTo>
                    <a:pt x="1105646" y="1490610"/>
                  </a:lnTo>
                  <a:lnTo>
                    <a:pt x="1105663" y="1490605"/>
                  </a:lnTo>
                  <a:lnTo>
                    <a:pt x="1105671" y="1490600"/>
                  </a:lnTo>
                  <a:lnTo>
                    <a:pt x="1105677" y="1490599"/>
                  </a:lnTo>
                  <a:lnTo>
                    <a:pt x="1105693" y="1490594"/>
                  </a:lnTo>
                  <a:lnTo>
                    <a:pt x="1105711" y="1490588"/>
                  </a:lnTo>
                  <a:lnTo>
                    <a:pt x="1105726" y="1490583"/>
                  </a:lnTo>
                  <a:lnTo>
                    <a:pt x="1105742" y="1490579"/>
                  </a:lnTo>
                  <a:lnTo>
                    <a:pt x="1105758" y="1490572"/>
                  </a:lnTo>
                  <a:lnTo>
                    <a:pt x="1105774" y="1490566"/>
                  </a:lnTo>
                  <a:lnTo>
                    <a:pt x="1105779" y="1490565"/>
                  </a:lnTo>
                  <a:lnTo>
                    <a:pt x="1105788" y="1490561"/>
                  </a:lnTo>
                  <a:lnTo>
                    <a:pt x="1105806" y="1490555"/>
                  </a:lnTo>
                  <a:lnTo>
                    <a:pt x="1105811" y="1490554"/>
                  </a:lnTo>
                  <a:lnTo>
                    <a:pt x="1105814" y="1490551"/>
                  </a:lnTo>
                  <a:lnTo>
                    <a:pt x="1105821" y="1490549"/>
                  </a:lnTo>
                  <a:lnTo>
                    <a:pt x="1105860" y="1490536"/>
                  </a:lnTo>
                  <a:lnTo>
                    <a:pt x="1105871" y="1490531"/>
                  </a:lnTo>
                  <a:lnTo>
                    <a:pt x="1105887" y="1490526"/>
                  </a:lnTo>
                  <a:lnTo>
                    <a:pt x="1105897" y="1490509"/>
                  </a:lnTo>
                  <a:lnTo>
                    <a:pt x="1105898" y="1490477"/>
                  </a:lnTo>
                  <a:lnTo>
                    <a:pt x="1105897" y="1490458"/>
                  </a:lnTo>
                  <a:lnTo>
                    <a:pt x="1105897" y="1490451"/>
                  </a:lnTo>
                  <a:lnTo>
                    <a:pt x="1105891" y="1490430"/>
                  </a:lnTo>
                  <a:lnTo>
                    <a:pt x="1105885" y="1490383"/>
                  </a:lnTo>
                  <a:lnTo>
                    <a:pt x="1105883" y="1490373"/>
                  </a:lnTo>
                  <a:lnTo>
                    <a:pt x="1105885" y="1490361"/>
                  </a:lnTo>
                  <a:lnTo>
                    <a:pt x="1105883" y="1490339"/>
                  </a:lnTo>
                  <a:lnTo>
                    <a:pt x="1105883" y="1490330"/>
                  </a:lnTo>
                  <a:lnTo>
                    <a:pt x="1105887" y="1490322"/>
                  </a:lnTo>
                  <a:lnTo>
                    <a:pt x="1105889" y="1490316"/>
                  </a:lnTo>
                  <a:lnTo>
                    <a:pt x="1105894" y="1490311"/>
                  </a:lnTo>
                  <a:lnTo>
                    <a:pt x="1105899" y="1490309"/>
                  </a:lnTo>
                  <a:lnTo>
                    <a:pt x="1105906" y="1490305"/>
                  </a:lnTo>
                  <a:lnTo>
                    <a:pt x="1105908" y="1490284"/>
                  </a:lnTo>
                  <a:lnTo>
                    <a:pt x="1105911" y="1490272"/>
                  </a:lnTo>
                  <a:lnTo>
                    <a:pt x="1105917" y="1490255"/>
                  </a:lnTo>
                  <a:lnTo>
                    <a:pt x="1105917" y="1490249"/>
                  </a:lnTo>
                  <a:lnTo>
                    <a:pt x="1105923" y="1490236"/>
                  </a:lnTo>
                  <a:lnTo>
                    <a:pt x="1105932" y="1490222"/>
                  </a:lnTo>
                  <a:lnTo>
                    <a:pt x="1105938" y="1490205"/>
                  </a:lnTo>
                  <a:lnTo>
                    <a:pt x="1105940" y="1490189"/>
                  </a:lnTo>
                  <a:lnTo>
                    <a:pt x="1105941" y="1490172"/>
                  </a:lnTo>
                  <a:lnTo>
                    <a:pt x="1105942" y="1490158"/>
                  </a:lnTo>
                  <a:lnTo>
                    <a:pt x="1105968" y="1490144"/>
                  </a:lnTo>
                  <a:lnTo>
                    <a:pt x="1105973" y="1490140"/>
                  </a:lnTo>
                  <a:lnTo>
                    <a:pt x="1105978" y="1490132"/>
                  </a:lnTo>
                  <a:lnTo>
                    <a:pt x="1105983" y="1490123"/>
                  </a:lnTo>
                  <a:lnTo>
                    <a:pt x="1105986" y="1490115"/>
                  </a:lnTo>
                  <a:lnTo>
                    <a:pt x="1105994" y="1490099"/>
                  </a:lnTo>
                  <a:lnTo>
                    <a:pt x="1105996" y="1490092"/>
                  </a:lnTo>
                  <a:lnTo>
                    <a:pt x="1106003" y="1490082"/>
                  </a:lnTo>
                  <a:lnTo>
                    <a:pt x="1106029" y="1490050"/>
                  </a:lnTo>
                  <a:lnTo>
                    <a:pt x="1106035" y="1490042"/>
                  </a:lnTo>
                  <a:lnTo>
                    <a:pt x="1106040" y="1490033"/>
                  </a:lnTo>
                  <a:lnTo>
                    <a:pt x="1106047" y="1490016"/>
                  </a:lnTo>
                  <a:lnTo>
                    <a:pt x="1106057" y="1489991"/>
                  </a:lnTo>
                  <a:lnTo>
                    <a:pt x="1106058" y="1489981"/>
                  </a:lnTo>
                  <a:lnTo>
                    <a:pt x="1106069" y="1489968"/>
                  </a:lnTo>
                  <a:lnTo>
                    <a:pt x="1106075" y="1489962"/>
                  </a:lnTo>
                  <a:lnTo>
                    <a:pt x="1106082" y="1489960"/>
                  </a:lnTo>
                  <a:lnTo>
                    <a:pt x="1106098" y="1489950"/>
                  </a:lnTo>
                  <a:lnTo>
                    <a:pt x="1106107" y="1489946"/>
                  </a:lnTo>
                  <a:lnTo>
                    <a:pt x="1106112" y="1489940"/>
                  </a:lnTo>
                  <a:lnTo>
                    <a:pt x="1106122" y="1489934"/>
                  </a:lnTo>
                  <a:lnTo>
                    <a:pt x="1106138" y="1489934"/>
                  </a:lnTo>
                  <a:lnTo>
                    <a:pt x="1106154" y="1489937"/>
                  </a:lnTo>
                  <a:lnTo>
                    <a:pt x="1106164" y="1489938"/>
                  </a:lnTo>
                  <a:lnTo>
                    <a:pt x="1106170" y="1489935"/>
                  </a:lnTo>
                  <a:lnTo>
                    <a:pt x="1106176" y="1489929"/>
                  </a:lnTo>
                  <a:lnTo>
                    <a:pt x="1106186" y="1489924"/>
                  </a:lnTo>
                  <a:lnTo>
                    <a:pt x="1106194" y="1489924"/>
                  </a:lnTo>
                  <a:lnTo>
                    <a:pt x="1106202" y="1489926"/>
                  </a:lnTo>
                  <a:lnTo>
                    <a:pt x="1106207" y="1489927"/>
                  </a:lnTo>
                  <a:lnTo>
                    <a:pt x="1106212" y="1489926"/>
                  </a:lnTo>
                  <a:lnTo>
                    <a:pt x="1106215" y="1489920"/>
                  </a:lnTo>
                  <a:lnTo>
                    <a:pt x="1106215" y="1489904"/>
                  </a:lnTo>
                  <a:lnTo>
                    <a:pt x="1106219" y="1489895"/>
                  </a:lnTo>
                  <a:lnTo>
                    <a:pt x="1106226" y="1489889"/>
                  </a:lnTo>
                  <a:lnTo>
                    <a:pt x="1106232" y="1489887"/>
                  </a:lnTo>
                  <a:lnTo>
                    <a:pt x="1106242" y="1489887"/>
                  </a:lnTo>
                  <a:lnTo>
                    <a:pt x="1106248" y="1489886"/>
                  </a:lnTo>
                  <a:lnTo>
                    <a:pt x="1106254" y="1489887"/>
                  </a:lnTo>
                  <a:lnTo>
                    <a:pt x="1106258" y="1489891"/>
                  </a:lnTo>
                  <a:lnTo>
                    <a:pt x="1106263" y="1489895"/>
                  </a:lnTo>
                  <a:lnTo>
                    <a:pt x="1106270" y="1489903"/>
                  </a:lnTo>
                  <a:lnTo>
                    <a:pt x="1106287" y="1489907"/>
                  </a:lnTo>
                  <a:lnTo>
                    <a:pt x="1106303" y="1489912"/>
                  </a:lnTo>
                  <a:lnTo>
                    <a:pt x="1106319" y="1489920"/>
                  </a:lnTo>
                  <a:lnTo>
                    <a:pt x="1106335" y="1489932"/>
                  </a:lnTo>
                  <a:lnTo>
                    <a:pt x="1106350" y="1489942"/>
                  </a:lnTo>
                  <a:lnTo>
                    <a:pt x="1106363" y="1489955"/>
                  </a:lnTo>
                  <a:lnTo>
                    <a:pt x="1106378" y="1489954"/>
                  </a:lnTo>
                  <a:lnTo>
                    <a:pt x="1106391" y="1489958"/>
                  </a:lnTo>
                  <a:lnTo>
                    <a:pt x="1106399" y="1489960"/>
                  </a:lnTo>
                  <a:lnTo>
                    <a:pt x="1106408" y="1489955"/>
                  </a:lnTo>
                  <a:lnTo>
                    <a:pt x="1106422" y="1489955"/>
                  </a:lnTo>
                  <a:lnTo>
                    <a:pt x="1106438" y="1489959"/>
                  </a:lnTo>
                  <a:lnTo>
                    <a:pt x="1106454" y="1489962"/>
                  </a:lnTo>
                  <a:lnTo>
                    <a:pt x="1106475" y="1489961"/>
                  </a:lnTo>
                  <a:lnTo>
                    <a:pt x="1106483" y="1489959"/>
                  </a:lnTo>
                  <a:lnTo>
                    <a:pt x="1106491" y="1489960"/>
                  </a:lnTo>
                  <a:lnTo>
                    <a:pt x="1106499" y="1489961"/>
                  </a:lnTo>
                  <a:lnTo>
                    <a:pt x="1106507" y="1489964"/>
                  </a:lnTo>
                  <a:lnTo>
                    <a:pt x="1106512" y="1489967"/>
                  </a:lnTo>
                  <a:lnTo>
                    <a:pt x="1106524" y="1489978"/>
                  </a:lnTo>
                  <a:lnTo>
                    <a:pt x="1106538" y="1489978"/>
                  </a:lnTo>
                  <a:lnTo>
                    <a:pt x="1106546" y="1489972"/>
                  </a:lnTo>
                  <a:lnTo>
                    <a:pt x="1106555" y="1489967"/>
                  </a:lnTo>
                  <a:lnTo>
                    <a:pt x="1106570" y="1489962"/>
                  </a:lnTo>
                  <a:lnTo>
                    <a:pt x="1106586" y="1489959"/>
                  </a:lnTo>
                  <a:lnTo>
                    <a:pt x="1106602" y="1489959"/>
                  </a:lnTo>
                  <a:lnTo>
                    <a:pt x="1106618" y="1489960"/>
                  </a:lnTo>
                  <a:lnTo>
                    <a:pt x="1106634" y="1489960"/>
                  </a:lnTo>
                  <a:lnTo>
                    <a:pt x="1106650" y="1489964"/>
                  </a:lnTo>
                  <a:lnTo>
                    <a:pt x="1106670" y="1489950"/>
                  </a:lnTo>
                  <a:lnTo>
                    <a:pt x="1106685" y="1489939"/>
                  </a:lnTo>
                  <a:lnTo>
                    <a:pt x="1106700" y="1489933"/>
                  </a:lnTo>
                  <a:lnTo>
                    <a:pt x="1106716" y="1489930"/>
                  </a:lnTo>
                  <a:lnTo>
                    <a:pt x="1106725" y="1489930"/>
                  </a:lnTo>
                  <a:lnTo>
                    <a:pt x="1106733" y="1489927"/>
                  </a:lnTo>
                  <a:lnTo>
                    <a:pt x="1106742" y="1489927"/>
                  </a:lnTo>
                  <a:lnTo>
                    <a:pt x="1106749" y="1489929"/>
                  </a:lnTo>
                  <a:lnTo>
                    <a:pt x="1106770" y="1489934"/>
                  </a:lnTo>
                  <a:lnTo>
                    <a:pt x="1106787" y="1489956"/>
                  </a:lnTo>
                  <a:lnTo>
                    <a:pt x="1106793" y="1489965"/>
                  </a:lnTo>
                  <a:lnTo>
                    <a:pt x="1106805" y="1489980"/>
                  </a:lnTo>
                  <a:lnTo>
                    <a:pt x="1106808" y="1489985"/>
                  </a:lnTo>
                  <a:lnTo>
                    <a:pt x="1106820" y="1489991"/>
                  </a:lnTo>
                  <a:lnTo>
                    <a:pt x="1106825" y="1489991"/>
                  </a:lnTo>
                  <a:lnTo>
                    <a:pt x="1106829" y="1489985"/>
                  </a:lnTo>
                  <a:lnTo>
                    <a:pt x="1106830" y="1489980"/>
                  </a:lnTo>
                  <a:lnTo>
                    <a:pt x="1106835" y="1489970"/>
                  </a:lnTo>
                  <a:lnTo>
                    <a:pt x="1106840" y="1489965"/>
                  </a:lnTo>
                  <a:lnTo>
                    <a:pt x="1106848" y="1489963"/>
                  </a:lnTo>
                  <a:lnTo>
                    <a:pt x="1106855" y="1489967"/>
                  </a:lnTo>
                  <a:lnTo>
                    <a:pt x="1106858" y="1489971"/>
                  </a:lnTo>
                  <a:lnTo>
                    <a:pt x="1106857" y="1489983"/>
                  </a:lnTo>
                  <a:lnTo>
                    <a:pt x="1106857" y="1489991"/>
                  </a:lnTo>
                  <a:lnTo>
                    <a:pt x="1106862" y="1490000"/>
                  </a:lnTo>
                  <a:lnTo>
                    <a:pt x="1106866" y="1490006"/>
                  </a:lnTo>
                  <a:lnTo>
                    <a:pt x="1106870" y="1490009"/>
                  </a:lnTo>
                  <a:lnTo>
                    <a:pt x="1106877" y="1490010"/>
                  </a:lnTo>
                  <a:lnTo>
                    <a:pt x="1106885" y="1490017"/>
                  </a:lnTo>
                  <a:lnTo>
                    <a:pt x="1106886" y="1490025"/>
                  </a:lnTo>
                  <a:lnTo>
                    <a:pt x="1106886" y="1490033"/>
                  </a:lnTo>
                  <a:lnTo>
                    <a:pt x="1106889" y="1490040"/>
                  </a:lnTo>
                  <a:lnTo>
                    <a:pt x="1106896" y="1490043"/>
                  </a:lnTo>
                  <a:lnTo>
                    <a:pt x="1106907" y="1490018"/>
                  </a:lnTo>
                  <a:lnTo>
                    <a:pt x="1106907" y="1490012"/>
                  </a:lnTo>
                  <a:lnTo>
                    <a:pt x="1106905" y="1490006"/>
                  </a:lnTo>
                  <a:lnTo>
                    <a:pt x="1106901" y="1490001"/>
                  </a:lnTo>
                  <a:lnTo>
                    <a:pt x="1106892" y="1489996"/>
                  </a:lnTo>
                  <a:lnTo>
                    <a:pt x="1106886" y="1489989"/>
                  </a:lnTo>
                  <a:lnTo>
                    <a:pt x="1106880" y="1489980"/>
                  </a:lnTo>
                  <a:lnTo>
                    <a:pt x="1106879" y="1489973"/>
                  </a:lnTo>
                  <a:lnTo>
                    <a:pt x="1106879" y="1489965"/>
                  </a:lnTo>
                  <a:lnTo>
                    <a:pt x="1106884" y="1489956"/>
                  </a:lnTo>
                  <a:lnTo>
                    <a:pt x="1106888" y="1489950"/>
                  </a:lnTo>
                  <a:lnTo>
                    <a:pt x="1106888" y="1489939"/>
                  </a:lnTo>
                  <a:lnTo>
                    <a:pt x="1106884" y="1489930"/>
                  </a:lnTo>
                  <a:lnTo>
                    <a:pt x="1106884" y="1489922"/>
                  </a:lnTo>
                  <a:lnTo>
                    <a:pt x="1106894" y="1489904"/>
                  </a:lnTo>
                  <a:lnTo>
                    <a:pt x="1106898" y="1489897"/>
                  </a:lnTo>
                  <a:lnTo>
                    <a:pt x="1106899" y="1489889"/>
                  </a:lnTo>
                  <a:lnTo>
                    <a:pt x="1106904" y="1489872"/>
                  </a:lnTo>
                  <a:lnTo>
                    <a:pt x="1106908" y="1489864"/>
                  </a:lnTo>
                  <a:lnTo>
                    <a:pt x="1106910" y="1489856"/>
                  </a:lnTo>
                  <a:lnTo>
                    <a:pt x="1106917" y="1489839"/>
                  </a:lnTo>
                  <a:lnTo>
                    <a:pt x="1106922" y="1489828"/>
                  </a:lnTo>
                  <a:lnTo>
                    <a:pt x="1106927" y="1489822"/>
                  </a:lnTo>
                  <a:lnTo>
                    <a:pt x="1106935" y="1489807"/>
                  </a:lnTo>
                  <a:lnTo>
                    <a:pt x="1106943" y="1489797"/>
                  </a:lnTo>
                  <a:lnTo>
                    <a:pt x="1106948" y="1489790"/>
                  </a:lnTo>
                  <a:lnTo>
                    <a:pt x="1106962" y="1489774"/>
                  </a:lnTo>
                  <a:lnTo>
                    <a:pt x="1106970" y="1489758"/>
                  </a:lnTo>
                  <a:lnTo>
                    <a:pt x="1106979" y="1489743"/>
                  </a:lnTo>
                  <a:lnTo>
                    <a:pt x="1106983" y="1489734"/>
                  </a:lnTo>
                  <a:lnTo>
                    <a:pt x="1106990" y="1489716"/>
                  </a:lnTo>
                  <a:lnTo>
                    <a:pt x="1106998" y="1489702"/>
                  </a:lnTo>
                  <a:lnTo>
                    <a:pt x="1107023" y="1489668"/>
                  </a:lnTo>
                  <a:lnTo>
                    <a:pt x="1107036" y="1489651"/>
                  </a:lnTo>
                  <a:lnTo>
                    <a:pt x="1107047" y="1489634"/>
                  </a:lnTo>
                  <a:lnTo>
                    <a:pt x="1107058" y="1489618"/>
                  </a:lnTo>
                  <a:lnTo>
                    <a:pt x="1107062" y="1489612"/>
                  </a:lnTo>
                  <a:lnTo>
                    <a:pt x="1107068" y="1489600"/>
                  </a:lnTo>
                  <a:lnTo>
                    <a:pt x="1107078" y="1489585"/>
                  </a:lnTo>
                  <a:lnTo>
                    <a:pt x="1107089" y="1489570"/>
                  </a:lnTo>
                  <a:lnTo>
                    <a:pt x="1107097" y="1489562"/>
                  </a:lnTo>
                  <a:lnTo>
                    <a:pt x="1107105" y="1489558"/>
                  </a:lnTo>
                  <a:lnTo>
                    <a:pt x="1107113" y="1489554"/>
                  </a:lnTo>
                  <a:lnTo>
                    <a:pt x="1107121" y="1489551"/>
                  </a:lnTo>
                  <a:lnTo>
                    <a:pt x="1107137" y="1489548"/>
                  </a:lnTo>
                  <a:lnTo>
                    <a:pt x="1107147" y="1489545"/>
                  </a:lnTo>
                  <a:lnTo>
                    <a:pt x="1107153" y="1489545"/>
                  </a:lnTo>
                  <a:lnTo>
                    <a:pt x="1107169" y="1489546"/>
                  </a:lnTo>
                  <a:lnTo>
                    <a:pt x="1107201" y="1489550"/>
                  </a:lnTo>
                  <a:lnTo>
                    <a:pt x="1107211" y="1489550"/>
                  </a:lnTo>
                  <a:lnTo>
                    <a:pt x="1107216" y="1489553"/>
                  </a:lnTo>
                  <a:lnTo>
                    <a:pt x="1107248" y="1489557"/>
                  </a:lnTo>
                  <a:lnTo>
                    <a:pt x="1107264" y="1489561"/>
                  </a:lnTo>
                  <a:lnTo>
                    <a:pt x="1107280" y="1489563"/>
                  </a:lnTo>
                  <a:lnTo>
                    <a:pt x="1107291" y="1489563"/>
                  </a:lnTo>
                  <a:lnTo>
                    <a:pt x="1107299" y="1489557"/>
                  </a:lnTo>
                  <a:lnTo>
                    <a:pt x="1107311" y="1489546"/>
                  </a:lnTo>
                  <a:lnTo>
                    <a:pt x="1107327" y="1489533"/>
                  </a:lnTo>
                  <a:lnTo>
                    <a:pt x="1107343" y="1489520"/>
                  </a:lnTo>
                  <a:lnTo>
                    <a:pt x="1107358" y="1489507"/>
                  </a:lnTo>
                  <a:lnTo>
                    <a:pt x="1107374" y="1489491"/>
                  </a:lnTo>
                  <a:lnTo>
                    <a:pt x="1107387" y="1489477"/>
                  </a:lnTo>
                  <a:lnTo>
                    <a:pt x="1107401" y="1489463"/>
                  </a:lnTo>
                  <a:lnTo>
                    <a:pt x="1107417" y="1489446"/>
                  </a:lnTo>
                  <a:lnTo>
                    <a:pt x="1107430" y="1489432"/>
                  </a:lnTo>
                  <a:lnTo>
                    <a:pt x="1107444" y="1489419"/>
                  </a:lnTo>
                  <a:lnTo>
                    <a:pt x="1107458" y="1489405"/>
                  </a:lnTo>
                  <a:lnTo>
                    <a:pt x="1107474" y="1489391"/>
                  </a:lnTo>
                  <a:lnTo>
                    <a:pt x="1107491" y="1489376"/>
                  </a:lnTo>
                  <a:lnTo>
                    <a:pt x="1107501" y="1489366"/>
                  </a:lnTo>
                  <a:lnTo>
                    <a:pt x="1107504" y="1489360"/>
                  </a:lnTo>
                  <a:lnTo>
                    <a:pt x="1107516" y="1489343"/>
                  </a:lnTo>
                  <a:lnTo>
                    <a:pt x="1107540" y="1489312"/>
                  </a:lnTo>
                  <a:lnTo>
                    <a:pt x="1107551" y="1489292"/>
                  </a:lnTo>
                  <a:lnTo>
                    <a:pt x="1107555" y="1489278"/>
                  </a:lnTo>
                  <a:lnTo>
                    <a:pt x="1107560" y="1489261"/>
                  </a:lnTo>
                  <a:lnTo>
                    <a:pt x="1107566" y="1489245"/>
                  </a:lnTo>
                  <a:lnTo>
                    <a:pt x="1107572" y="1489228"/>
                  </a:lnTo>
                  <a:lnTo>
                    <a:pt x="1107578" y="1489215"/>
                  </a:lnTo>
                  <a:lnTo>
                    <a:pt x="1107582" y="1489211"/>
                  </a:lnTo>
                  <a:lnTo>
                    <a:pt x="1107584" y="1489207"/>
                  </a:lnTo>
                  <a:lnTo>
                    <a:pt x="1107595" y="1489196"/>
                  </a:lnTo>
                  <a:lnTo>
                    <a:pt x="1107611" y="1489183"/>
                  </a:lnTo>
                  <a:lnTo>
                    <a:pt x="1107626" y="1489173"/>
                  </a:lnTo>
                  <a:lnTo>
                    <a:pt x="1107642" y="1489163"/>
                  </a:lnTo>
                  <a:lnTo>
                    <a:pt x="1107656" y="1489154"/>
                  </a:lnTo>
                  <a:lnTo>
                    <a:pt x="1107666" y="1489148"/>
                  </a:lnTo>
                  <a:lnTo>
                    <a:pt x="1107674" y="1489146"/>
                  </a:lnTo>
                  <a:lnTo>
                    <a:pt x="1107693" y="1489140"/>
                  </a:lnTo>
                  <a:lnTo>
                    <a:pt x="1107709" y="1489133"/>
                  </a:lnTo>
                  <a:lnTo>
                    <a:pt x="1107725" y="1489123"/>
                  </a:lnTo>
                  <a:lnTo>
                    <a:pt x="1107737" y="1489113"/>
                  </a:lnTo>
                  <a:lnTo>
                    <a:pt x="1107741" y="1489109"/>
                  </a:lnTo>
                  <a:lnTo>
                    <a:pt x="1107754" y="1489095"/>
                  </a:lnTo>
                  <a:lnTo>
                    <a:pt x="1107770" y="1489086"/>
                  </a:lnTo>
                  <a:lnTo>
                    <a:pt x="1107788" y="1489078"/>
                  </a:lnTo>
                  <a:lnTo>
                    <a:pt x="1107804" y="1489071"/>
                  </a:lnTo>
                  <a:lnTo>
                    <a:pt x="1107816" y="1489070"/>
                  </a:lnTo>
                  <a:lnTo>
                    <a:pt x="1107820" y="1489071"/>
                  </a:lnTo>
                  <a:lnTo>
                    <a:pt x="1107831" y="1489072"/>
                  </a:lnTo>
                  <a:lnTo>
                    <a:pt x="1107836" y="1489076"/>
                  </a:lnTo>
                  <a:lnTo>
                    <a:pt x="1107852" y="1489083"/>
                  </a:lnTo>
                  <a:lnTo>
                    <a:pt x="1107860" y="1489087"/>
                  </a:lnTo>
                  <a:lnTo>
                    <a:pt x="1107868" y="1489084"/>
                  </a:lnTo>
                  <a:lnTo>
                    <a:pt x="1107873" y="1489083"/>
                  </a:lnTo>
                  <a:lnTo>
                    <a:pt x="1107882" y="1489073"/>
                  </a:lnTo>
                  <a:lnTo>
                    <a:pt x="1107887" y="1489067"/>
                  </a:lnTo>
                  <a:lnTo>
                    <a:pt x="1107893" y="1489062"/>
                  </a:lnTo>
                  <a:lnTo>
                    <a:pt x="1107898" y="1489060"/>
                  </a:lnTo>
                  <a:lnTo>
                    <a:pt x="1107911" y="1489065"/>
                  </a:lnTo>
                  <a:lnTo>
                    <a:pt x="1107928" y="1489075"/>
                  </a:lnTo>
                  <a:lnTo>
                    <a:pt x="1107960" y="1489095"/>
                  </a:lnTo>
                  <a:lnTo>
                    <a:pt x="1107967" y="1489097"/>
                  </a:lnTo>
                  <a:lnTo>
                    <a:pt x="1107975" y="1489097"/>
                  </a:lnTo>
                  <a:lnTo>
                    <a:pt x="1107991" y="1489096"/>
                  </a:lnTo>
                  <a:lnTo>
                    <a:pt x="1108003" y="1489091"/>
                  </a:lnTo>
                  <a:lnTo>
                    <a:pt x="1108023" y="1489083"/>
                  </a:lnTo>
                  <a:lnTo>
                    <a:pt x="1108039" y="1489076"/>
                  </a:lnTo>
                  <a:lnTo>
                    <a:pt x="1108055" y="1489071"/>
                  </a:lnTo>
                  <a:lnTo>
                    <a:pt x="1108071" y="1489066"/>
                  </a:lnTo>
                  <a:lnTo>
                    <a:pt x="1108077" y="1489062"/>
                  </a:lnTo>
                  <a:lnTo>
                    <a:pt x="1108087" y="1489058"/>
                  </a:lnTo>
                  <a:lnTo>
                    <a:pt x="1108102" y="1489052"/>
                  </a:lnTo>
                  <a:lnTo>
                    <a:pt x="1108132" y="1489040"/>
                  </a:lnTo>
                  <a:lnTo>
                    <a:pt x="1108150" y="1489039"/>
                  </a:lnTo>
                  <a:lnTo>
                    <a:pt x="1108164" y="1489041"/>
                  </a:lnTo>
                  <a:lnTo>
                    <a:pt x="1108174" y="1489043"/>
                  </a:lnTo>
                  <a:lnTo>
                    <a:pt x="1108181" y="1489046"/>
                  </a:lnTo>
                  <a:lnTo>
                    <a:pt x="1108190" y="1489050"/>
                  </a:lnTo>
                  <a:lnTo>
                    <a:pt x="1108203" y="1489049"/>
                  </a:lnTo>
                  <a:lnTo>
                    <a:pt x="1108240" y="1489034"/>
                  </a:lnTo>
                  <a:lnTo>
                    <a:pt x="1108254" y="1489033"/>
                  </a:lnTo>
                  <a:lnTo>
                    <a:pt x="1108263" y="1489034"/>
                  </a:lnTo>
                  <a:lnTo>
                    <a:pt x="1108271" y="1489041"/>
                  </a:lnTo>
                  <a:lnTo>
                    <a:pt x="1108283" y="1489049"/>
                  </a:lnTo>
                  <a:lnTo>
                    <a:pt x="1108297" y="1489048"/>
                  </a:lnTo>
                  <a:lnTo>
                    <a:pt x="1108304" y="1489041"/>
                  </a:lnTo>
                  <a:lnTo>
                    <a:pt x="1108318" y="1489026"/>
                  </a:lnTo>
                  <a:lnTo>
                    <a:pt x="1108328" y="1489015"/>
                  </a:lnTo>
                  <a:lnTo>
                    <a:pt x="1108333" y="1489012"/>
                  </a:lnTo>
                  <a:lnTo>
                    <a:pt x="1108346" y="1489005"/>
                  </a:lnTo>
                  <a:lnTo>
                    <a:pt x="1108356" y="1489002"/>
                  </a:lnTo>
                  <a:lnTo>
                    <a:pt x="1108365" y="1488999"/>
                  </a:lnTo>
                  <a:lnTo>
                    <a:pt x="1108381" y="1488997"/>
                  </a:lnTo>
                  <a:lnTo>
                    <a:pt x="1108396" y="1488996"/>
                  </a:lnTo>
                  <a:lnTo>
                    <a:pt x="1108412" y="1488995"/>
                  </a:lnTo>
                  <a:lnTo>
                    <a:pt x="1108444" y="1488995"/>
                  </a:lnTo>
                  <a:lnTo>
                    <a:pt x="1108460" y="1488996"/>
                  </a:lnTo>
                  <a:lnTo>
                    <a:pt x="1108475" y="1489000"/>
                  </a:lnTo>
                  <a:lnTo>
                    <a:pt x="1108492" y="1489003"/>
                  </a:lnTo>
                  <a:lnTo>
                    <a:pt x="1108503" y="1489008"/>
                  </a:lnTo>
                  <a:lnTo>
                    <a:pt x="1108516" y="1489008"/>
                  </a:lnTo>
                  <a:lnTo>
                    <a:pt x="1108523" y="1489006"/>
                  </a:lnTo>
                  <a:lnTo>
                    <a:pt x="1108534" y="1489005"/>
                  </a:lnTo>
                  <a:lnTo>
                    <a:pt x="1108538" y="1489009"/>
                  </a:lnTo>
                  <a:lnTo>
                    <a:pt x="1108541" y="1489012"/>
                  </a:lnTo>
                  <a:lnTo>
                    <a:pt x="1108544" y="1489020"/>
                  </a:lnTo>
                  <a:lnTo>
                    <a:pt x="1108545" y="1489025"/>
                  </a:lnTo>
                  <a:lnTo>
                    <a:pt x="1108549" y="1489035"/>
                  </a:lnTo>
                  <a:lnTo>
                    <a:pt x="1108556" y="1489040"/>
                  </a:lnTo>
                  <a:lnTo>
                    <a:pt x="1108563" y="1489044"/>
                  </a:lnTo>
                  <a:lnTo>
                    <a:pt x="1108572" y="1489046"/>
                  </a:lnTo>
                  <a:lnTo>
                    <a:pt x="1108588" y="1489050"/>
                  </a:lnTo>
                  <a:lnTo>
                    <a:pt x="1108603" y="1489052"/>
                  </a:lnTo>
                  <a:lnTo>
                    <a:pt x="1108619" y="1489054"/>
                  </a:lnTo>
                  <a:lnTo>
                    <a:pt x="1108635" y="1489057"/>
                  </a:lnTo>
                  <a:lnTo>
                    <a:pt x="1108651" y="1489060"/>
                  </a:lnTo>
                  <a:lnTo>
                    <a:pt x="1108667" y="1489066"/>
                  </a:lnTo>
                  <a:lnTo>
                    <a:pt x="1108686" y="1489070"/>
                  </a:lnTo>
                  <a:lnTo>
                    <a:pt x="1108710" y="1489077"/>
                  </a:lnTo>
                  <a:lnTo>
                    <a:pt x="1108717" y="1489071"/>
                  </a:lnTo>
                  <a:lnTo>
                    <a:pt x="1108713" y="1489051"/>
                  </a:lnTo>
                  <a:lnTo>
                    <a:pt x="1108711" y="1489033"/>
                  </a:lnTo>
                  <a:lnTo>
                    <a:pt x="1108708" y="1489016"/>
                  </a:lnTo>
                  <a:lnTo>
                    <a:pt x="1108706" y="1488999"/>
                  </a:lnTo>
                  <a:lnTo>
                    <a:pt x="1108703" y="1488983"/>
                  </a:lnTo>
                  <a:lnTo>
                    <a:pt x="1108696" y="1488949"/>
                  </a:lnTo>
                  <a:lnTo>
                    <a:pt x="1108692" y="1488933"/>
                  </a:lnTo>
                  <a:lnTo>
                    <a:pt x="1108690" y="1488916"/>
                  </a:lnTo>
                  <a:lnTo>
                    <a:pt x="1108688" y="1488899"/>
                  </a:lnTo>
                  <a:lnTo>
                    <a:pt x="1108683" y="1488883"/>
                  </a:lnTo>
                  <a:lnTo>
                    <a:pt x="1108681" y="1488878"/>
                  </a:lnTo>
                  <a:lnTo>
                    <a:pt x="1108680" y="1488866"/>
                  </a:lnTo>
                  <a:lnTo>
                    <a:pt x="1108676" y="1488847"/>
                  </a:lnTo>
                  <a:lnTo>
                    <a:pt x="1108669" y="1488834"/>
                  </a:lnTo>
                  <a:lnTo>
                    <a:pt x="1108658" y="1488822"/>
                  </a:lnTo>
                  <a:lnTo>
                    <a:pt x="1108651" y="1488818"/>
                  </a:lnTo>
                  <a:lnTo>
                    <a:pt x="1108644" y="1488813"/>
                  </a:lnTo>
                  <a:lnTo>
                    <a:pt x="1108635" y="1488810"/>
                  </a:lnTo>
                  <a:lnTo>
                    <a:pt x="1108627" y="1488807"/>
                  </a:lnTo>
                  <a:lnTo>
                    <a:pt x="1108619" y="1488800"/>
                  </a:lnTo>
                  <a:lnTo>
                    <a:pt x="1108604" y="1488786"/>
                  </a:lnTo>
                  <a:lnTo>
                    <a:pt x="1108580" y="1488747"/>
                  </a:lnTo>
                  <a:lnTo>
                    <a:pt x="1108571" y="1488730"/>
                  </a:lnTo>
                  <a:lnTo>
                    <a:pt x="1108564" y="1488719"/>
                  </a:lnTo>
                  <a:lnTo>
                    <a:pt x="1108563" y="1488713"/>
                  </a:lnTo>
                  <a:lnTo>
                    <a:pt x="1108561" y="1488705"/>
                  </a:lnTo>
                  <a:lnTo>
                    <a:pt x="1108561" y="1488696"/>
                  </a:lnTo>
                  <a:lnTo>
                    <a:pt x="1108560" y="1488680"/>
                  </a:lnTo>
                  <a:lnTo>
                    <a:pt x="1108552" y="1488646"/>
                  </a:lnTo>
                  <a:lnTo>
                    <a:pt x="1108543" y="1488630"/>
                  </a:lnTo>
                  <a:lnTo>
                    <a:pt x="1108533" y="1488613"/>
                  </a:lnTo>
                  <a:lnTo>
                    <a:pt x="1108521" y="1488596"/>
                  </a:lnTo>
                  <a:lnTo>
                    <a:pt x="1108505" y="1488583"/>
                  </a:lnTo>
                  <a:lnTo>
                    <a:pt x="1108491" y="1488572"/>
                  </a:lnTo>
                  <a:lnTo>
                    <a:pt x="1108475" y="1488561"/>
                  </a:lnTo>
                  <a:lnTo>
                    <a:pt x="1108466" y="1488554"/>
                  </a:lnTo>
                  <a:lnTo>
                    <a:pt x="1108459" y="1488550"/>
                  </a:lnTo>
                  <a:lnTo>
                    <a:pt x="1108452" y="1488546"/>
                  </a:lnTo>
                  <a:lnTo>
                    <a:pt x="1108443" y="1488543"/>
                  </a:lnTo>
                  <a:lnTo>
                    <a:pt x="1108425" y="1488530"/>
                  </a:lnTo>
                  <a:lnTo>
                    <a:pt x="1108410" y="1488517"/>
                  </a:lnTo>
                  <a:lnTo>
                    <a:pt x="1108394" y="1488503"/>
                  </a:lnTo>
                  <a:lnTo>
                    <a:pt x="1108379" y="1488489"/>
                  </a:lnTo>
                  <a:lnTo>
                    <a:pt x="1108363" y="1488483"/>
                  </a:lnTo>
                  <a:lnTo>
                    <a:pt x="1108345" y="1488479"/>
                  </a:lnTo>
                  <a:lnTo>
                    <a:pt x="1108339" y="1488474"/>
                  </a:lnTo>
                  <a:lnTo>
                    <a:pt x="1108338" y="1488466"/>
                  </a:lnTo>
                  <a:lnTo>
                    <a:pt x="1108333" y="1488433"/>
                  </a:lnTo>
                  <a:lnTo>
                    <a:pt x="1108326" y="1488424"/>
                  </a:lnTo>
                  <a:lnTo>
                    <a:pt x="1108319" y="1488417"/>
                  </a:lnTo>
                  <a:lnTo>
                    <a:pt x="1108303" y="1488412"/>
                  </a:lnTo>
                  <a:lnTo>
                    <a:pt x="1108287" y="1488408"/>
                  </a:lnTo>
                  <a:lnTo>
                    <a:pt x="1108280" y="1488401"/>
                  </a:lnTo>
                  <a:lnTo>
                    <a:pt x="1108280" y="1488393"/>
                  </a:lnTo>
                  <a:lnTo>
                    <a:pt x="1108279" y="1488376"/>
                  </a:lnTo>
                  <a:lnTo>
                    <a:pt x="1108280" y="1488359"/>
                  </a:lnTo>
                  <a:lnTo>
                    <a:pt x="1108281" y="1488343"/>
                  </a:lnTo>
                  <a:lnTo>
                    <a:pt x="1108284" y="1488334"/>
                  </a:lnTo>
                  <a:lnTo>
                    <a:pt x="1108283" y="1488326"/>
                  </a:lnTo>
                  <a:lnTo>
                    <a:pt x="1108282" y="1488321"/>
                  </a:lnTo>
                  <a:lnTo>
                    <a:pt x="1108279" y="1488316"/>
                  </a:lnTo>
                  <a:lnTo>
                    <a:pt x="1108273" y="1488310"/>
                  </a:lnTo>
                  <a:lnTo>
                    <a:pt x="1108265" y="1488298"/>
                  </a:lnTo>
                  <a:lnTo>
                    <a:pt x="1108260" y="1488291"/>
                  </a:lnTo>
                  <a:lnTo>
                    <a:pt x="1108254" y="1488279"/>
                  </a:lnTo>
                  <a:lnTo>
                    <a:pt x="1108248" y="1488256"/>
                  </a:lnTo>
                  <a:lnTo>
                    <a:pt x="1108248" y="1488208"/>
                  </a:lnTo>
                  <a:lnTo>
                    <a:pt x="1108250" y="1488196"/>
                  </a:lnTo>
                  <a:lnTo>
                    <a:pt x="1108252" y="1488192"/>
                  </a:lnTo>
                  <a:lnTo>
                    <a:pt x="1108256" y="1488174"/>
                  </a:lnTo>
                  <a:lnTo>
                    <a:pt x="1108260" y="1488165"/>
                  </a:lnTo>
                  <a:lnTo>
                    <a:pt x="1108264" y="1488153"/>
                  </a:lnTo>
                  <a:lnTo>
                    <a:pt x="1108270" y="1488142"/>
                  </a:lnTo>
                  <a:lnTo>
                    <a:pt x="1108278" y="1488123"/>
                  </a:lnTo>
                  <a:lnTo>
                    <a:pt x="1108283" y="1488109"/>
                  </a:lnTo>
                  <a:lnTo>
                    <a:pt x="1108283" y="1488103"/>
                  </a:lnTo>
                  <a:lnTo>
                    <a:pt x="1108283" y="1488092"/>
                  </a:lnTo>
                  <a:lnTo>
                    <a:pt x="1108281" y="1488079"/>
                  </a:lnTo>
                  <a:lnTo>
                    <a:pt x="1108277" y="1488069"/>
                  </a:lnTo>
                  <a:lnTo>
                    <a:pt x="1108273" y="1488061"/>
                  </a:lnTo>
                  <a:lnTo>
                    <a:pt x="1108268" y="1488046"/>
                  </a:lnTo>
                  <a:lnTo>
                    <a:pt x="1108261" y="1488019"/>
                  </a:lnTo>
                  <a:lnTo>
                    <a:pt x="1108257" y="1487995"/>
                  </a:lnTo>
                  <a:lnTo>
                    <a:pt x="1108254" y="1487978"/>
                  </a:lnTo>
                  <a:lnTo>
                    <a:pt x="1108253" y="1487961"/>
                  </a:lnTo>
                  <a:lnTo>
                    <a:pt x="1108253" y="1487945"/>
                  </a:lnTo>
                  <a:lnTo>
                    <a:pt x="1108248" y="1487935"/>
                  </a:lnTo>
                  <a:lnTo>
                    <a:pt x="1108239" y="1487921"/>
                  </a:lnTo>
                  <a:lnTo>
                    <a:pt x="1108231" y="1487906"/>
                  </a:lnTo>
                  <a:lnTo>
                    <a:pt x="1108218" y="1487888"/>
                  </a:lnTo>
                  <a:lnTo>
                    <a:pt x="1108214" y="1487872"/>
                  </a:lnTo>
                  <a:lnTo>
                    <a:pt x="1108212" y="1487861"/>
                  </a:lnTo>
                  <a:lnTo>
                    <a:pt x="1108212" y="1487852"/>
                  </a:lnTo>
                  <a:lnTo>
                    <a:pt x="1108213" y="1487840"/>
                  </a:lnTo>
                  <a:lnTo>
                    <a:pt x="1108214" y="1487819"/>
                  </a:lnTo>
                  <a:lnTo>
                    <a:pt x="1108214" y="1487809"/>
                  </a:lnTo>
                  <a:lnTo>
                    <a:pt x="1108215" y="1487792"/>
                  </a:lnTo>
                  <a:lnTo>
                    <a:pt x="1108214" y="1487776"/>
                  </a:lnTo>
                  <a:lnTo>
                    <a:pt x="1108213" y="1487763"/>
                  </a:lnTo>
                  <a:lnTo>
                    <a:pt x="1108213" y="1487742"/>
                  </a:lnTo>
                  <a:lnTo>
                    <a:pt x="1108213" y="1487709"/>
                  </a:lnTo>
                  <a:lnTo>
                    <a:pt x="1108212" y="1487690"/>
                  </a:lnTo>
                  <a:lnTo>
                    <a:pt x="1108210" y="1487673"/>
                  </a:lnTo>
                  <a:lnTo>
                    <a:pt x="1108213" y="1487657"/>
                  </a:lnTo>
                  <a:lnTo>
                    <a:pt x="1108213" y="1487648"/>
                  </a:lnTo>
                  <a:lnTo>
                    <a:pt x="1108216" y="1487636"/>
                  </a:lnTo>
                  <a:lnTo>
                    <a:pt x="1108221" y="1487610"/>
                  </a:lnTo>
                  <a:lnTo>
                    <a:pt x="1108221" y="1487600"/>
                  </a:lnTo>
                  <a:lnTo>
                    <a:pt x="1108217" y="1487582"/>
                  </a:lnTo>
                  <a:lnTo>
                    <a:pt x="1108207" y="1487566"/>
                  </a:lnTo>
                  <a:lnTo>
                    <a:pt x="1108191" y="1487549"/>
                  </a:lnTo>
                  <a:lnTo>
                    <a:pt x="1108180" y="1487532"/>
                  </a:lnTo>
                  <a:lnTo>
                    <a:pt x="1108169" y="1487515"/>
                  </a:lnTo>
                  <a:lnTo>
                    <a:pt x="1108154" y="1487495"/>
                  </a:lnTo>
                  <a:lnTo>
                    <a:pt x="1108151" y="1487476"/>
                  </a:lnTo>
                  <a:lnTo>
                    <a:pt x="1108151" y="1487470"/>
                  </a:lnTo>
                  <a:lnTo>
                    <a:pt x="1108150" y="1487460"/>
                  </a:lnTo>
                  <a:lnTo>
                    <a:pt x="1108149" y="1487450"/>
                  </a:lnTo>
                  <a:lnTo>
                    <a:pt x="1108146" y="1487443"/>
                  </a:lnTo>
                  <a:lnTo>
                    <a:pt x="1108143" y="1487434"/>
                  </a:lnTo>
                  <a:lnTo>
                    <a:pt x="1108138" y="1487426"/>
                  </a:lnTo>
                  <a:lnTo>
                    <a:pt x="1108128" y="1487409"/>
                  </a:lnTo>
                  <a:lnTo>
                    <a:pt x="1108118" y="1487393"/>
                  </a:lnTo>
                  <a:lnTo>
                    <a:pt x="1108107" y="1487376"/>
                  </a:lnTo>
                  <a:lnTo>
                    <a:pt x="1108101" y="1487363"/>
                  </a:lnTo>
                  <a:lnTo>
                    <a:pt x="1108098" y="1487359"/>
                  </a:lnTo>
                  <a:lnTo>
                    <a:pt x="1108088" y="1487343"/>
                  </a:lnTo>
                  <a:lnTo>
                    <a:pt x="1108081" y="1487326"/>
                  </a:lnTo>
                  <a:lnTo>
                    <a:pt x="1108067" y="1487306"/>
                  </a:lnTo>
                  <a:lnTo>
                    <a:pt x="1108060" y="1487289"/>
                  </a:lnTo>
                  <a:lnTo>
                    <a:pt x="1108057" y="1487284"/>
                  </a:lnTo>
                  <a:lnTo>
                    <a:pt x="1108053" y="1487276"/>
                  </a:lnTo>
                  <a:lnTo>
                    <a:pt x="1108049" y="1487269"/>
                  </a:lnTo>
                  <a:lnTo>
                    <a:pt x="1108043" y="1487256"/>
                  </a:lnTo>
                  <a:lnTo>
                    <a:pt x="1108033" y="1487240"/>
                  </a:lnTo>
                  <a:lnTo>
                    <a:pt x="1108007" y="1487187"/>
                  </a:lnTo>
                  <a:lnTo>
                    <a:pt x="1108000" y="1487175"/>
                  </a:lnTo>
                  <a:lnTo>
                    <a:pt x="1107989" y="1487161"/>
                  </a:lnTo>
                  <a:lnTo>
                    <a:pt x="1107980" y="1487151"/>
                  </a:lnTo>
                  <a:lnTo>
                    <a:pt x="1107975" y="1487145"/>
                  </a:lnTo>
                  <a:lnTo>
                    <a:pt x="1107968" y="1487138"/>
                  </a:lnTo>
                  <a:lnTo>
                    <a:pt x="1107964" y="1487130"/>
                  </a:lnTo>
                  <a:lnTo>
                    <a:pt x="1107960" y="1487113"/>
                  </a:lnTo>
                  <a:lnTo>
                    <a:pt x="1107961" y="1487093"/>
                  </a:lnTo>
                  <a:lnTo>
                    <a:pt x="1107962" y="1487076"/>
                  </a:lnTo>
                  <a:lnTo>
                    <a:pt x="1107964" y="1487058"/>
                  </a:lnTo>
                  <a:lnTo>
                    <a:pt x="1107962" y="1487041"/>
                  </a:lnTo>
                  <a:lnTo>
                    <a:pt x="1107961" y="1487024"/>
                  </a:lnTo>
                  <a:lnTo>
                    <a:pt x="1107960" y="1487015"/>
                  </a:lnTo>
                  <a:lnTo>
                    <a:pt x="1107961" y="1487007"/>
                  </a:lnTo>
                  <a:lnTo>
                    <a:pt x="1107962" y="1486988"/>
                  </a:lnTo>
                  <a:lnTo>
                    <a:pt x="1107964" y="1486971"/>
                  </a:lnTo>
                  <a:lnTo>
                    <a:pt x="1107966" y="1486954"/>
                  </a:lnTo>
                  <a:lnTo>
                    <a:pt x="1107965" y="1486949"/>
                  </a:lnTo>
                  <a:lnTo>
                    <a:pt x="1107962" y="1486945"/>
                  </a:lnTo>
                  <a:lnTo>
                    <a:pt x="1107957" y="1486941"/>
                  </a:lnTo>
                  <a:lnTo>
                    <a:pt x="1107950" y="1486937"/>
                  </a:lnTo>
                  <a:lnTo>
                    <a:pt x="1107942" y="1486931"/>
                  </a:lnTo>
                  <a:lnTo>
                    <a:pt x="1107933" y="1486924"/>
                  </a:lnTo>
                  <a:lnTo>
                    <a:pt x="1107926" y="1486917"/>
                  </a:lnTo>
                  <a:lnTo>
                    <a:pt x="1107917" y="1486910"/>
                  </a:lnTo>
                  <a:lnTo>
                    <a:pt x="1107913" y="1486904"/>
                  </a:lnTo>
                  <a:lnTo>
                    <a:pt x="1107907" y="1486896"/>
                  </a:lnTo>
                  <a:lnTo>
                    <a:pt x="1107906" y="1486889"/>
                  </a:lnTo>
                  <a:lnTo>
                    <a:pt x="1107906" y="1486872"/>
                  </a:lnTo>
                  <a:lnTo>
                    <a:pt x="1107896" y="1486846"/>
                  </a:lnTo>
                  <a:lnTo>
                    <a:pt x="1107896" y="1486840"/>
                  </a:lnTo>
                  <a:lnTo>
                    <a:pt x="1107891" y="1486829"/>
                  </a:lnTo>
                  <a:lnTo>
                    <a:pt x="1107890" y="1486813"/>
                  </a:lnTo>
                  <a:lnTo>
                    <a:pt x="1107888" y="1486796"/>
                  </a:lnTo>
                  <a:lnTo>
                    <a:pt x="1107887" y="1486780"/>
                  </a:lnTo>
                  <a:lnTo>
                    <a:pt x="1107886" y="1486763"/>
                  </a:lnTo>
                  <a:lnTo>
                    <a:pt x="1107887" y="1486746"/>
                  </a:lnTo>
                  <a:lnTo>
                    <a:pt x="1107891" y="1486737"/>
                  </a:lnTo>
                  <a:lnTo>
                    <a:pt x="1107891" y="1486729"/>
                  </a:lnTo>
                  <a:lnTo>
                    <a:pt x="1107890" y="1486717"/>
                  </a:lnTo>
                  <a:lnTo>
                    <a:pt x="1107888" y="1486713"/>
                  </a:lnTo>
                  <a:lnTo>
                    <a:pt x="1107885" y="1486696"/>
                  </a:lnTo>
                  <a:lnTo>
                    <a:pt x="1107882" y="1486679"/>
                  </a:lnTo>
                  <a:lnTo>
                    <a:pt x="1107883" y="1486659"/>
                  </a:lnTo>
                  <a:lnTo>
                    <a:pt x="1107890" y="1486626"/>
                  </a:lnTo>
                  <a:lnTo>
                    <a:pt x="1107892" y="1486609"/>
                  </a:lnTo>
                  <a:lnTo>
                    <a:pt x="1107894" y="1486603"/>
                  </a:lnTo>
                  <a:lnTo>
                    <a:pt x="1107894" y="1486595"/>
                  </a:lnTo>
                  <a:lnTo>
                    <a:pt x="1107892" y="1486588"/>
                  </a:lnTo>
                  <a:lnTo>
                    <a:pt x="1107891" y="1486580"/>
                  </a:lnTo>
                  <a:lnTo>
                    <a:pt x="1107874" y="1486541"/>
                  </a:lnTo>
                  <a:lnTo>
                    <a:pt x="1107867" y="1486523"/>
                  </a:lnTo>
                  <a:lnTo>
                    <a:pt x="1107863" y="1486512"/>
                  </a:lnTo>
                  <a:lnTo>
                    <a:pt x="1107862" y="1486506"/>
                  </a:lnTo>
                  <a:lnTo>
                    <a:pt x="1107856" y="1486489"/>
                  </a:lnTo>
                  <a:lnTo>
                    <a:pt x="1107854" y="1486480"/>
                  </a:lnTo>
                  <a:lnTo>
                    <a:pt x="1107850" y="1486469"/>
                  </a:lnTo>
                  <a:lnTo>
                    <a:pt x="1107843" y="1486456"/>
                  </a:lnTo>
                  <a:lnTo>
                    <a:pt x="1107837" y="1486442"/>
                  </a:lnTo>
                  <a:lnTo>
                    <a:pt x="1107833" y="1486434"/>
                  </a:lnTo>
                  <a:lnTo>
                    <a:pt x="1107827" y="1486422"/>
                  </a:lnTo>
                  <a:lnTo>
                    <a:pt x="1107818" y="1486405"/>
                  </a:lnTo>
                  <a:lnTo>
                    <a:pt x="1107805" y="1486389"/>
                  </a:lnTo>
                  <a:lnTo>
                    <a:pt x="1107792" y="1486373"/>
                  </a:lnTo>
                  <a:lnTo>
                    <a:pt x="1107774" y="1486355"/>
                  </a:lnTo>
                  <a:lnTo>
                    <a:pt x="1107760" y="1486339"/>
                  </a:lnTo>
                  <a:lnTo>
                    <a:pt x="1107755" y="1486330"/>
                  </a:lnTo>
                  <a:lnTo>
                    <a:pt x="1107753" y="1486322"/>
                  </a:lnTo>
                  <a:lnTo>
                    <a:pt x="1107750" y="1486314"/>
                  </a:lnTo>
                  <a:lnTo>
                    <a:pt x="1107744" y="1486291"/>
                  </a:lnTo>
                  <a:lnTo>
                    <a:pt x="1107747" y="1486274"/>
                  </a:lnTo>
                  <a:lnTo>
                    <a:pt x="1107750" y="1486267"/>
                  </a:lnTo>
                  <a:lnTo>
                    <a:pt x="1107764" y="1486252"/>
                  </a:lnTo>
                  <a:lnTo>
                    <a:pt x="1107770" y="1486244"/>
                  </a:lnTo>
                  <a:lnTo>
                    <a:pt x="1107773" y="1486233"/>
                  </a:lnTo>
                  <a:lnTo>
                    <a:pt x="1107772" y="1486218"/>
                  </a:lnTo>
                  <a:lnTo>
                    <a:pt x="1107766" y="1486201"/>
                  </a:lnTo>
                  <a:lnTo>
                    <a:pt x="1107760" y="1486191"/>
                  </a:lnTo>
                  <a:lnTo>
                    <a:pt x="1107758" y="1486184"/>
                  </a:lnTo>
                  <a:lnTo>
                    <a:pt x="1107761" y="1486170"/>
                  </a:lnTo>
                  <a:lnTo>
                    <a:pt x="1107772" y="1486151"/>
                  </a:lnTo>
                  <a:lnTo>
                    <a:pt x="1107777" y="1486143"/>
                  </a:lnTo>
                  <a:lnTo>
                    <a:pt x="1107779" y="1486134"/>
                  </a:lnTo>
                  <a:lnTo>
                    <a:pt x="1107779" y="1486117"/>
                  </a:lnTo>
                  <a:lnTo>
                    <a:pt x="1107774" y="1486101"/>
                  </a:lnTo>
                  <a:lnTo>
                    <a:pt x="1107763" y="1486084"/>
                  </a:lnTo>
                  <a:lnTo>
                    <a:pt x="1107751" y="1486067"/>
                  </a:lnTo>
                  <a:lnTo>
                    <a:pt x="1107737" y="1486052"/>
                  </a:lnTo>
                  <a:lnTo>
                    <a:pt x="1107719" y="1486034"/>
                  </a:lnTo>
                  <a:lnTo>
                    <a:pt x="1107704" y="1486019"/>
                  </a:lnTo>
                  <a:lnTo>
                    <a:pt x="1107690" y="1486003"/>
                  </a:lnTo>
                  <a:lnTo>
                    <a:pt x="1107682" y="1485988"/>
                  </a:lnTo>
                  <a:lnTo>
                    <a:pt x="1107679" y="1485976"/>
                  </a:lnTo>
                  <a:lnTo>
                    <a:pt x="1107679" y="1485969"/>
                  </a:lnTo>
                  <a:lnTo>
                    <a:pt x="1107680" y="1485953"/>
                  </a:lnTo>
                  <a:lnTo>
                    <a:pt x="1107682" y="1485945"/>
                  </a:lnTo>
                  <a:lnTo>
                    <a:pt x="1107682" y="1485936"/>
                  </a:lnTo>
                  <a:lnTo>
                    <a:pt x="1107679" y="1485916"/>
                  </a:lnTo>
                  <a:lnTo>
                    <a:pt x="1107671" y="1485904"/>
                  </a:lnTo>
                  <a:lnTo>
                    <a:pt x="1107662" y="1485892"/>
                  </a:lnTo>
                  <a:lnTo>
                    <a:pt x="1107649" y="1485885"/>
                  </a:lnTo>
                  <a:lnTo>
                    <a:pt x="1107618" y="1485860"/>
                  </a:lnTo>
                  <a:lnTo>
                    <a:pt x="1107605" y="1485844"/>
                  </a:lnTo>
                  <a:lnTo>
                    <a:pt x="1107598" y="1485828"/>
                  </a:lnTo>
                  <a:lnTo>
                    <a:pt x="1107593" y="1485820"/>
                  </a:lnTo>
                  <a:lnTo>
                    <a:pt x="1107591" y="1485811"/>
                  </a:lnTo>
                  <a:lnTo>
                    <a:pt x="1107587" y="1485794"/>
                  </a:lnTo>
                  <a:lnTo>
                    <a:pt x="1107582" y="1485778"/>
                  </a:lnTo>
                  <a:lnTo>
                    <a:pt x="1107579" y="1485761"/>
                  </a:lnTo>
                  <a:lnTo>
                    <a:pt x="1107576" y="1485751"/>
                  </a:lnTo>
                  <a:lnTo>
                    <a:pt x="1107576" y="1485745"/>
                  </a:lnTo>
                  <a:lnTo>
                    <a:pt x="1107581" y="1485728"/>
                  </a:lnTo>
                  <a:lnTo>
                    <a:pt x="1107587" y="1485714"/>
                  </a:lnTo>
                  <a:lnTo>
                    <a:pt x="1107593" y="1485708"/>
                  </a:lnTo>
                  <a:lnTo>
                    <a:pt x="1107599" y="1485696"/>
                  </a:lnTo>
                  <a:lnTo>
                    <a:pt x="1107605" y="1485687"/>
                  </a:lnTo>
                  <a:lnTo>
                    <a:pt x="1107611" y="1485682"/>
                  </a:lnTo>
                  <a:lnTo>
                    <a:pt x="1107617" y="1485678"/>
                  </a:lnTo>
                  <a:lnTo>
                    <a:pt x="1107633" y="1485665"/>
                  </a:lnTo>
                  <a:lnTo>
                    <a:pt x="1107649" y="1485652"/>
                  </a:lnTo>
                  <a:lnTo>
                    <a:pt x="1107656" y="1485649"/>
                  </a:lnTo>
                  <a:lnTo>
                    <a:pt x="1107664" y="1485641"/>
                  </a:lnTo>
                  <a:lnTo>
                    <a:pt x="1107683" y="1485624"/>
                  </a:lnTo>
                  <a:lnTo>
                    <a:pt x="1107697" y="1485599"/>
                  </a:lnTo>
                  <a:lnTo>
                    <a:pt x="1107702" y="1485586"/>
                  </a:lnTo>
                  <a:lnTo>
                    <a:pt x="1107705" y="1485569"/>
                  </a:lnTo>
                  <a:lnTo>
                    <a:pt x="1107710" y="1485552"/>
                  </a:lnTo>
                  <a:lnTo>
                    <a:pt x="1107711" y="1485542"/>
                  </a:lnTo>
                  <a:lnTo>
                    <a:pt x="1107721" y="1485519"/>
                  </a:lnTo>
                  <a:lnTo>
                    <a:pt x="1107735" y="1485502"/>
                  </a:lnTo>
                  <a:lnTo>
                    <a:pt x="1107742" y="1485490"/>
                  </a:lnTo>
                  <a:lnTo>
                    <a:pt x="1107743" y="1485469"/>
                  </a:lnTo>
                  <a:lnTo>
                    <a:pt x="1107742" y="1485455"/>
                  </a:lnTo>
                  <a:lnTo>
                    <a:pt x="1107735" y="1485436"/>
                  </a:lnTo>
                  <a:lnTo>
                    <a:pt x="1107731" y="1485429"/>
                  </a:lnTo>
                  <a:lnTo>
                    <a:pt x="1107728" y="1485419"/>
                  </a:lnTo>
                  <a:lnTo>
                    <a:pt x="1107723" y="1485399"/>
                  </a:lnTo>
                  <a:lnTo>
                    <a:pt x="1107721" y="1485395"/>
                  </a:lnTo>
                  <a:lnTo>
                    <a:pt x="1107720" y="1485382"/>
                  </a:lnTo>
                  <a:lnTo>
                    <a:pt x="1107718" y="1485366"/>
                  </a:lnTo>
                  <a:lnTo>
                    <a:pt x="1107718" y="1485354"/>
                  </a:lnTo>
                  <a:lnTo>
                    <a:pt x="1107719" y="1485343"/>
                  </a:lnTo>
                  <a:lnTo>
                    <a:pt x="1107716" y="1485334"/>
                  </a:lnTo>
                  <a:lnTo>
                    <a:pt x="1107713" y="1485328"/>
                  </a:lnTo>
                  <a:lnTo>
                    <a:pt x="1107704" y="1485286"/>
                  </a:lnTo>
                  <a:lnTo>
                    <a:pt x="1107701" y="1485278"/>
                  </a:lnTo>
                  <a:lnTo>
                    <a:pt x="1107700" y="1485268"/>
                  </a:lnTo>
                  <a:lnTo>
                    <a:pt x="1107694" y="1485251"/>
                  </a:lnTo>
                  <a:lnTo>
                    <a:pt x="1107683" y="1485234"/>
                  </a:lnTo>
                  <a:lnTo>
                    <a:pt x="1107678" y="1485226"/>
                  </a:lnTo>
                  <a:lnTo>
                    <a:pt x="1107669" y="1485218"/>
                  </a:lnTo>
                  <a:lnTo>
                    <a:pt x="1107666" y="1485201"/>
                  </a:lnTo>
                  <a:lnTo>
                    <a:pt x="1107670" y="1485180"/>
                  </a:lnTo>
                  <a:lnTo>
                    <a:pt x="1107672" y="1485151"/>
                  </a:lnTo>
                  <a:lnTo>
                    <a:pt x="1107669" y="1485134"/>
                  </a:lnTo>
                  <a:lnTo>
                    <a:pt x="1107669" y="1485128"/>
                  </a:lnTo>
                  <a:lnTo>
                    <a:pt x="1107665" y="1485117"/>
                  </a:lnTo>
                  <a:lnTo>
                    <a:pt x="1107663" y="1485089"/>
                  </a:lnTo>
                  <a:lnTo>
                    <a:pt x="1107664" y="1485081"/>
                  </a:lnTo>
                  <a:lnTo>
                    <a:pt x="1107667" y="1485064"/>
                  </a:lnTo>
                  <a:lnTo>
                    <a:pt x="1107666" y="1485050"/>
                  </a:lnTo>
                  <a:lnTo>
                    <a:pt x="1107669" y="1485036"/>
                  </a:lnTo>
                  <a:lnTo>
                    <a:pt x="1107672" y="1485031"/>
                  </a:lnTo>
                  <a:lnTo>
                    <a:pt x="1107678" y="1485018"/>
                  </a:lnTo>
                  <a:lnTo>
                    <a:pt x="1107722" y="1484963"/>
                  </a:lnTo>
                  <a:lnTo>
                    <a:pt x="1107729" y="1484951"/>
                  </a:lnTo>
                  <a:lnTo>
                    <a:pt x="1107731" y="1484944"/>
                  </a:lnTo>
                  <a:lnTo>
                    <a:pt x="1107733" y="1484928"/>
                  </a:lnTo>
                  <a:lnTo>
                    <a:pt x="1107734" y="1484915"/>
                  </a:lnTo>
                  <a:lnTo>
                    <a:pt x="1107736" y="1484911"/>
                  </a:lnTo>
                  <a:lnTo>
                    <a:pt x="1107740" y="1484900"/>
                  </a:lnTo>
                  <a:lnTo>
                    <a:pt x="1107757" y="1484879"/>
                  </a:lnTo>
                  <a:lnTo>
                    <a:pt x="1107768" y="1484864"/>
                  </a:lnTo>
                  <a:lnTo>
                    <a:pt x="1107778" y="1484850"/>
                  </a:lnTo>
                  <a:lnTo>
                    <a:pt x="1107786" y="1484846"/>
                  </a:lnTo>
                  <a:lnTo>
                    <a:pt x="1107794" y="1484846"/>
                  </a:lnTo>
                  <a:lnTo>
                    <a:pt x="1107804" y="1484843"/>
                  </a:lnTo>
                  <a:lnTo>
                    <a:pt x="1107812" y="1484843"/>
                  </a:lnTo>
                  <a:lnTo>
                    <a:pt x="1107821" y="1484842"/>
                  </a:lnTo>
                  <a:lnTo>
                    <a:pt x="1107828" y="1484839"/>
                  </a:lnTo>
                  <a:lnTo>
                    <a:pt x="1107842" y="1484825"/>
                  </a:lnTo>
                  <a:lnTo>
                    <a:pt x="1107849" y="1484808"/>
                  </a:lnTo>
                  <a:lnTo>
                    <a:pt x="1107849" y="1484791"/>
                  </a:lnTo>
                  <a:lnTo>
                    <a:pt x="1107848" y="1484781"/>
                  </a:lnTo>
                  <a:lnTo>
                    <a:pt x="1107849" y="1484771"/>
                  </a:lnTo>
                  <a:lnTo>
                    <a:pt x="1107849" y="1484755"/>
                  </a:lnTo>
                  <a:lnTo>
                    <a:pt x="1107850" y="1484740"/>
                  </a:lnTo>
                  <a:lnTo>
                    <a:pt x="1107848" y="1484726"/>
                  </a:lnTo>
                  <a:lnTo>
                    <a:pt x="1107846" y="1484721"/>
                  </a:lnTo>
                  <a:lnTo>
                    <a:pt x="1107844" y="1484717"/>
                  </a:lnTo>
                  <a:lnTo>
                    <a:pt x="1107843" y="1484704"/>
                  </a:lnTo>
                  <a:lnTo>
                    <a:pt x="1107841" y="1484688"/>
                  </a:lnTo>
                  <a:lnTo>
                    <a:pt x="1107840" y="1484671"/>
                  </a:lnTo>
                  <a:lnTo>
                    <a:pt x="1107838" y="1484650"/>
                  </a:lnTo>
                  <a:lnTo>
                    <a:pt x="1107834" y="1484638"/>
                  </a:lnTo>
                  <a:lnTo>
                    <a:pt x="1107834" y="1484604"/>
                  </a:lnTo>
                  <a:lnTo>
                    <a:pt x="1107836" y="1484588"/>
                  </a:lnTo>
                  <a:lnTo>
                    <a:pt x="1107838" y="1484571"/>
                  </a:lnTo>
                  <a:lnTo>
                    <a:pt x="1107839" y="1484554"/>
                  </a:lnTo>
                  <a:lnTo>
                    <a:pt x="1107841" y="1484537"/>
                  </a:lnTo>
                  <a:lnTo>
                    <a:pt x="1107842" y="1484521"/>
                  </a:lnTo>
                  <a:lnTo>
                    <a:pt x="1107842" y="1484492"/>
                  </a:lnTo>
                  <a:lnTo>
                    <a:pt x="1107850" y="1484480"/>
                  </a:lnTo>
                  <a:lnTo>
                    <a:pt x="1107859" y="1484470"/>
                  </a:lnTo>
                  <a:lnTo>
                    <a:pt x="1107864" y="1484464"/>
                  </a:lnTo>
                  <a:lnTo>
                    <a:pt x="1107871" y="1484461"/>
                  </a:lnTo>
                  <a:lnTo>
                    <a:pt x="1107881" y="1484463"/>
                  </a:lnTo>
                  <a:lnTo>
                    <a:pt x="1107897" y="1484469"/>
                  </a:lnTo>
                  <a:lnTo>
                    <a:pt x="1107912" y="1484476"/>
                  </a:lnTo>
                  <a:lnTo>
                    <a:pt x="1107924" y="1484484"/>
                  </a:lnTo>
                  <a:lnTo>
                    <a:pt x="1107927" y="1484489"/>
                  </a:lnTo>
                  <a:lnTo>
                    <a:pt x="1107942" y="1484504"/>
                  </a:lnTo>
                  <a:lnTo>
                    <a:pt x="1107958" y="1484520"/>
                  </a:lnTo>
                  <a:lnTo>
                    <a:pt x="1107972" y="1484536"/>
                  </a:lnTo>
                  <a:lnTo>
                    <a:pt x="1107985" y="1484552"/>
                  </a:lnTo>
                  <a:lnTo>
                    <a:pt x="1107990" y="1484557"/>
                  </a:lnTo>
                  <a:lnTo>
                    <a:pt x="1108000" y="1484565"/>
                  </a:lnTo>
                  <a:lnTo>
                    <a:pt x="1108016" y="1484576"/>
                  </a:lnTo>
                  <a:lnTo>
                    <a:pt x="1108032" y="1484584"/>
                  </a:lnTo>
                  <a:lnTo>
                    <a:pt x="1108041" y="1484591"/>
                  </a:lnTo>
                  <a:lnTo>
                    <a:pt x="1108047" y="1484593"/>
                  </a:lnTo>
                  <a:lnTo>
                    <a:pt x="1108064" y="1484603"/>
                  </a:lnTo>
                  <a:lnTo>
                    <a:pt x="1108095" y="1484621"/>
                  </a:lnTo>
                  <a:lnTo>
                    <a:pt x="1108111" y="1484629"/>
                  </a:lnTo>
                  <a:lnTo>
                    <a:pt x="1108129" y="1484636"/>
                  </a:lnTo>
                  <a:lnTo>
                    <a:pt x="1108141" y="1484641"/>
                  </a:lnTo>
                  <a:lnTo>
                    <a:pt x="1108145" y="1484644"/>
                  </a:lnTo>
                  <a:lnTo>
                    <a:pt x="1108160" y="1484651"/>
                  </a:lnTo>
                  <a:lnTo>
                    <a:pt x="1108176" y="1484654"/>
                  </a:lnTo>
                  <a:lnTo>
                    <a:pt x="1108195" y="1484658"/>
                  </a:lnTo>
                  <a:lnTo>
                    <a:pt x="1108210" y="1484661"/>
                  </a:lnTo>
                  <a:lnTo>
                    <a:pt x="1108227" y="1484670"/>
                  </a:lnTo>
                  <a:lnTo>
                    <a:pt x="1108236" y="1484672"/>
                  </a:lnTo>
                  <a:lnTo>
                    <a:pt x="1108243" y="1484677"/>
                  </a:lnTo>
                  <a:lnTo>
                    <a:pt x="1108259" y="1484683"/>
                  </a:lnTo>
                  <a:lnTo>
                    <a:pt x="1108275" y="1484689"/>
                  </a:lnTo>
                  <a:lnTo>
                    <a:pt x="1108289" y="1484692"/>
                  </a:lnTo>
                  <a:lnTo>
                    <a:pt x="1108322" y="1484701"/>
                  </a:lnTo>
                  <a:lnTo>
                    <a:pt x="1108341" y="1484704"/>
                  </a:lnTo>
                  <a:lnTo>
                    <a:pt x="1108357" y="1484706"/>
                  </a:lnTo>
                  <a:lnTo>
                    <a:pt x="1108373" y="1484709"/>
                  </a:lnTo>
                  <a:lnTo>
                    <a:pt x="1108389" y="1484712"/>
                  </a:lnTo>
                  <a:lnTo>
                    <a:pt x="1108405" y="1484713"/>
                  </a:lnTo>
                  <a:lnTo>
                    <a:pt x="1108421" y="1484713"/>
                  </a:lnTo>
                  <a:lnTo>
                    <a:pt x="1108436" y="1484708"/>
                  </a:lnTo>
                  <a:lnTo>
                    <a:pt x="1108445" y="1484711"/>
                  </a:lnTo>
                  <a:lnTo>
                    <a:pt x="1108452" y="1484715"/>
                  </a:lnTo>
                  <a:lnTo>
                    <a:pt x="1108484" y="1484735"/>
                  </a:lnTo>
                  <a:lnTo>
                    <a:pt x="1108500" y="1484745"/>
                  </a:lnTo>
                  <a:lnTo>
                    <a:pt x="1108516" y="1484752"/>
                  </a:lnTo>
                  <a:lnTo>
                    <a:pt x="1108532" y="1484761"/>
                  </a:lnTo>
                  <a:lnTo>
                    <a:pt x="1108545" y="1484769"/>
                  </a:lnTo>
                  <a:lnTo>
                    <a:pt x="1108563" y="1484781"/>
                  </a:lnTo>
                  <a:lnTo>
                    <a:pt x="1108579" y="1484798"/>
                  </a:lnTo>
                  <a:lnTo>
                    <a:pt x="1108592" y="1484815"/>
                  </a:lnTo>
                  <a:lnTo>
                    <a:pt x="1108604" y="1484830"/>
                  </a:lnTo>
                  <a:lnTo>
                    <a:pt x="1108617" y="1484847"/>
                  </a:lnTo>
                  <a:lnTo>
                    <a:pt x="1108635" y="1484859"/>
                  </a:lnTo>
                  <a:lnTo>
                    <a:pt x="1108651" y="1484869"/>
                  </a:lnTo>
                  <a:lnTo>
                    <a:pt x="1108667" y="1484884"/>
                  </a:lnTo>
                  <a:lnTo>
                    <a:pt x="1108680" y="1484903"/>
                  </a:lnTo>
                  <a:lnTo>
                    <a:pt x="1108693" y="1484919"/>
                  </a:lnTo>
                  <a:lnTo>
                    <a:pt x="1108708" y="1484935"/>
                  </a:lnTo>
                  <a:lnTo>
                    <a:pt x="1108719" y="1484944"/>
                  </a:lnTo>
                  <a:lnTo>
                    <a:pt x="1108733" y="1484948"/>
                  </a:lnTo>
                  <a:lnTo>
                    <a:pt x="1108747" y="1484948"/>
                  </a:lnTo>
                  <a:lnTo>
                    <a:pt x="1108755" y="1484945"/>
                  </a:lnTo>
                  <a:lnTo>
                    <a:pt x="1108763" y="1484943"/>
                  </a:lnTo>
                  <a:lnTo>
                    <a:pt x="1108771" y="1484943"/>
                  </a:lnTo>
                  <a:lnTo>
                    <a:pt x="1108790" y="1484948"/>
                  </a:lnTo>
                  <a:lnTo>
                    <a:pt x="1108806" y="1484954"/>
                  </a:lnTo>
                  <a:lnTo>
                    <a:pt x="1108822" y="1484964"/>
                  </a:lnTo>
                  <a:lnTo>
                    <a:pt x="1108838" y="1484972"/>
                  </a:lnTo>
                  <a:lnTo>
                    <a:pt x="1108854" y="1484980"/>
                  </a:lnTo>
                  <a:lnTo>
                    <a:pt x="1108869" y="1484988"/>
                  </a:lnTo>
                  <a:lnTo>
                    <a:pt x="1108876" y="1484989"/>
                  </a:lnTo>
                  <a:lnTo>
                    <a:pt x="1108885" y="1484995"/>
                  </a:lnTo>
                  <a:lnTo>
                    <a:pt x="1108901" y="1485000"/>
                  </a:lnTo>
                  <a:lnTo>
                    <a:pt x="1108933" y="1485000"/>
                  </a:lnTo>
                  <a:lnTo>
                    <a:pt x="1108948" y="1484997"/>
                  </a:lnTo>
                  <a:lnTo>
                    <a:pt x="1108964" y="1484995"/>
                  </a:lnTo>
                  <a:lnTo>
                    <a:pt x="1108980" y="1484997"/>
                  </a:lnTo>
                  <a:lnTo>
                    <a:pt x="1108996" y="1484997"/>
                  </a:lnTo>
                  <a:lnTo>
                    <a:pt x="1109012" y="1485000"/>
                  </a:lnTo>
                  <a:lnTo>
                    <a:pt x="1109028" y="1485006"/>
                  </a:lnTo>
                  <a:lnTo>
                    <a:pt x="1109035" y="1485010"/>
                  </a:lnTo>
                  <a:lnTo>
                    <a:pt x="1109044" y="1485014"/>
                  </a:lnTo>
                  <a:lnTo>
                    <a:pt x="1109060" y="1485022"/>
                  </a:lnTo>
                  <a:lnTo>
                    <a:pt x="1109075" y="1485032"/>
                  </a:lnTo>
                  <a:lnTo>
                    <a:pt x="1109119" y="1485070"/>
                  </a:lnTo>
                  <a:lnTo>
                    <a:pt x="1109127" y="1485080"/>
                  </a:lnTo>
                  <a:lnTo>
                    <a:pt x="1109133" y="1485092"/>
                  </a:lnTo>
                  <a:lnTo>
                    <a:pt x="1109140" y="1485101"/>
                  </a:lnTo>
                  <a:lnTo>
                    <a:pt x="1109162" y="1485135"/>
                  </a:lnTo>
                  <a:lnTo>
                    <a:pt x="1109168" y="1485137"/>
                  </a:lnTo>
                  <a:lnTo>
                    <a:pt x="1109211" y="1485150"/>
                  </a:lnTo>
                  <a:lnTo>
                    <a:pt x="1109229" y="1485159"/>
                  </a:lnTo>
                  <a:lnTo>
                    <a:pt x="1109253" y="1485174"/>
                  </a:lnTo>
                  <a:lnTo>
                    <a:pt x="1109268" y="1485186"/>
                  </a:lnTo>
                  <a:lnTo>
                    <a:pt x="1109283" y="1485202"/>
                  </a:lnTo>
                  <a:lnTo>
                    <a:pt x="1109297" y="1485217"/>
                  </a:lnTo>
                  <a:lnTo>
                    <a:pt x="1109313" y="1485236"/>
                  </a:lnTo>
                  <a:lnTo>
                    <a:pt x="1109329" y="1485250"/>
                  </a:lnTo>
                  <a:lnTo>
                    <a:pt x="1109342" y="1485264"/>
                  </a:lnTo>
                  <a:lnTo>
                    <a:pt x="1109356" y="1485281"/>
                  </a:lnTo>
                  <a:lnTo>
                    <a:pt x="1109366" y="1485298"/>
                  </a:lnTo>
                  <a:lnTo>
                    <a:pt x="1109375" y="1485314"/>
                  </a:lnTo>
                  <a:lnTo>
                    <a:pt x="1109380" y="1485324"/>
                  </a:lnTo>
                  <a:lnTo>
                    <a:pt x="1109384" y="1485331"/>
                  </a:lnTo>
                  <a:lnTo>
                    <a:pt x="1109394" y="1485348"/>
                  </a:lnTo>
                  <a:lnTo>
                    <a:pt x="1109403" y="1485361"/>
                  </a:lnTo>
                  <a:lnTo>
                    <a:pt x="1109444" y="1485400"/>
                  </a:lnTo>
                  <a:lnTo>
                    <a:pt x="1109459" y="1485414"/>
                  </a:lnTo>
                  <a:lnTo>
                    <a:pt x="1109475" y="1485427"/>
                  </a:lnTo>
                  <a:lnTo>
                    <a:pt x="1109491" y="1485441"/>
                  </a:lnTo>
                  <a:lnTo>
                    <a:pt x="1109507" y="1485454"/>
                  </a:lnTo>
                  <a:lnTo>
                    <a:pt x="1109522" y="1485461"/>
                  </a:lnTo>
                  <a:lnTo>
                    <a:pt x="1109538" y="1485467"/>
                  </a:lnTo>
                  <a:lnTo>
                    <a:pt x="1109547" y="1485469"/>
                  </a:lnTo>
                  <a:lnTo>
                    <a:pt x="1109554" y="1485474"/>
                  </a:lnTo>
                  <a:lnTo>
                    <a:pt x="1109563" y="1485480"/>
                  </a:lnTo>
                  <a:lnTo>
                    <a:pt x="1109570" y="1485487"/>
                  </a:lnTo>
                  <a:lnTo>
                    <a:pt x="1109586" y="1485504"/>
                  </a:lnTo>
                  <a:lnTo>
                    <a:pt x="1109602" y="1485520"/>
                  </a:lnTo>
                  <a:lnTo>
                    <a:pt x="1109618" y="1485534"/>
                  </a:lnTo>
                  <a:lnTo>
                    <a:pt x="1109635" y="1485552"/>
                  </a:lnTo>
                  <a:lnTo>
                    <a:pt x="1109649" y="1485567"/>
                  </a:lnTo>
                  <a:lnTo>
                    <a:pt x="1109663" y="1485582"/>
                  </a:lnTo>
                  <a:lnTo>
                    <a:pt x="1109674" y="1485599"/>
                  </a:lnTo>
                  <a:lnTo>
                    <a:pt x="1109685" y="1485616"/>
                  </a:lnTo>
                  <a:lnTo>
                    <a:pt x="1109713" y="1485666"/>
                  </a:lnTo>
                  <a:lnTo>
                    <a:pt x="1109727" y="1485680"/>
                  </a:lnTo>
                  <a:lnTo>
                    <a:pt x="1109789" y="1485724"/>
                  </a:lnTo>
                  <a:lnTo>
                    <a:pt x="1109798" y="1485730"/>
                  </a:lnTo>
                  <a:lnTo>
                    <a:pt x="1109803" y="1485736"/>
                  </a:lnTo>
                  <a:lnTo>
                    <a:pt x="1109835" y="1485765"/>
                  </a:lnTo>
                  <a:lnTo>
                    <a:pt x="1109850" y="1485778"/>
                  </a:lnTo>
                  <a:lnTo>
                    <a:pt x="1109866" y="1485786"/>
                  </a:lnTo>
                  <a:lnTo>
                    <a:pt x="1109882" y="1485795"/>
                  </a:lnTo>
                  <a:lnTo>
                    <a:pt x="1109898" y="1485803"/>
                  </a:lnTo>
                  <a:lnTo>
                    <a:pt x="1109902" y="1485804"/>
                  </a:lnTo>
                  <a:lnTo>
                    <a:pt x="1109914" y="1485812"/>
                  </a:lnTo>
                  <a:lnTo>
                    <a:pt x="1109930" y="1485825"/>
                  </a:lnTo>
                  <a:lnTo>
                    <a:pt x="1109946" y="1485839"/>
                  </a:lnTo>
                  <a:lnTo>
                    <a:pt x="1109960" y="1485848"/>
                  </a:lnTo>
                  <a:lnTo>
                    <a:pt x="1109974" y="1485858"/>
                  </a:lnTo>
                  <a:lnTo>
                    <a:pt x="1109990" y="1485866"/>
                  </a:lnTo>
                  <a:lnTo>
                    <a:pt x="1110008" y="1485873"/>
                  </a:lnTo>
                  <a:lnTo>
                    <a:pt x="1110024" y="1485879"/>
                  </a:lnTo>
                  <a:lnTo>
                    <a:pt x="1110039" y="1485881"/>
                  </a:lnTo>
                  <a:lnTo>
                    <a:pt x="1110047" y="1485884"/>
                  </a:lnTo>
                  <a:lnTo>
                    <a:pt x="1110055" y="1485884"/>
                  </a:lnTo>
                  <a:lnTo>
                    <a:pt x="1110071" y="1485885"/>
                  </a:lnTo>
                  <a:lnTo>
                    <a:pt x="1110087" y="1485889"/>
                  </a:lnTo>
                  <a:lnTo>
                    <a:pt x="1110095" y="1485895"/>
                  </a:lnTo>
                  <a:lnTo>
                    <a:pt x="1110103" y="1485903"/>
                  </a:lnTo>
                  <a:lnTo>
                    <a:pt x="1110115" y="1485918"/>
                  </a:lnTo>
                  <a:lnTo>
                    <a:pt x="1110130" y="1485935"/>
                  </a:lnTo>
                  <a:lnTo>
                    <a:pt x="1110146" y="1485949"/>
                  </a:lnTo>
                  <a:lnTo>
                    <a:pt x="1110161" y="1485958"/>
                  </a:lnTo>
                  <a:lnTo>
                    <a:pt x="1110167" y="1485960"/>
                  </a:lnTo>
                  <a:lnTo>
                    <a:pt x="1110174" y="1485960"/>
                  </a:lnTo>
                  <a:lnTo>
                    <a:pt x="1110180" y="1485958"/>
                  </a:lnTo>
                  <a:lnTo>
                    <a:pt x="1110186" y="1485954"/>
                  </a:lnTo>
                  <a:lnTo>
                    <a:pt x="1110192" y="1485949"/>
                  </a:lnTo>
                  <a:lnTo>
                    <a:pt x="1110203" y="1485945"/>
                  </a:lnTo>
                  <a:lnTo>
                    <a:pt x="1110208" y="1485946"/>
                  </a:lnTo>
                  <a:lnTo>
                    <a:pt x="1110220" y="1485950"/>
                  </a:lnTo>
                  <a:lnTo>
                    <a:pt x="1110239" y="1485968"/>
                  </a:lnTo>
                  <a:lnTo>
                    <a:pt x="1110255" y="1485979"/>
                  </a:lnTo>
                  <a:lnTo>
                    <a:pt x="1110319" y="1486002"/>
                  </a:lnTo>
                  <a:lnTo>
                    <a:pt x="1110362" y="1486013"/>
                  </a:lnTo>
                  <a:lnTo>
                    <a:pt x="1110369" y="1486014"/>
                  </a:lnTo>
                  <a:lnTo>
                    <a:pt x="1110385" y="1486018"/>
                  </a:lnTo>
                  <a:lnTo>
                    <a:pt x="1110423" y="1486029"/>
                  </a:lnTo>
                  <a:lnTo>
                    <a:pt x="1110450" y="1486039"/>
                  </a:lnTo>
                  <a:lnTo>
                    <a:pt x="1110460" y="1486045"/>
                  </a:lnTo>
                  <a:lnTo>
                    <a:pt x="1110476" y="1486057"/>
                  </a:lnTo>
                  <a:lnTo>
                    <a:pt x="1110500" y="1486075"/>
                  </a:lnTo>
                  <a:lnTo>
                    <a:pt x="1110516" y="1486082"/>
                  </a:lnTo>
                  <a:lnTo>
                    <a:pt x="1110528" y="1486087"/>
                  </a:lnTo>
                  <a:lnTo>
                    <a:pt x="1110538" y="1486089"/>
                  </a:lnTo>
                  <a:lnTo>
                    <a:pt x="1110560" y="1486090"/>
                  </a:lnTo>
                  <a:lnTo>
                    <a:pt x="1110570" y="1486096"/>
                  </a:lnTo>
                  <a:lnTo>
                    <a:pt x="1110584" y="1486112"/>
                  </a:lnTo>
                  <a:lnTo>
                    <a:pt x="1110598" y="1486122"/>
                  </a:lnTo>
                  <a:lnTo>
                    <a:pt x="1110614" y="1486129"/>
                  </a:lnTo>
                  <a:lnTo>
                    <a:pt x="1110639" y="1486136"/>
                  </a:lnTo>
                  <a:lnTo>
                    <a:pt x="1110669" y="1486152"/>
                  </a:lnTo>
                  <a:lnTo>
                    <a:pt x="1110681" y="1486159"/>
                  </a:lnTo>
                  <a:lnTo>
                    <a:pt x="1110697" y="1486168"/>
                  </a:lnTo>
                  <a:lnTo>
                    <a:pt x="1110729" y="1486168"/>
                  </a:lnTo>
                  <a:lnTo>
                    <a:pt x="1110771" y="1486161"/>
                  </a:lnTo>
                  <a:lnTo>
                    <a:pt x="1110794" y="1486160"/>
                  </a:lnTo>
                  <a:lnTo>
                    <a:pt x="1110806" y="1486158"/>
                  </a:lnTo>
                  <a:lnTo>
                    <a:pt x="1110827" y="1486146"/>
                  </a:lnTo>
                  <a:lnTo>
                    <a:pt x="1110849" y="1486132"/>
                  </a:lnTo>
                  <a:lnTo>
                    <a:pt x="1110867" y="1486118"/>
                  </a:lnTo>
                  <a:lnTo>
                    <a:pt x="1110883" y="1486113"/>
                  </a:lnTo>
                  <a:lnTo>
                    <a:pt x="1110892" y="1486113"/>
                  </a:lnTo>
                  <a:lnTo>
                    <a:pt x="1110907" y="1486116"/>
                  </a:lnTo>
                  <a:lnTo>
                    <a:pt x="1110927" y="1486123"/>
                  </a:lnTo>
                  <a:lnTo>
                    <a:pt x="1110942" y="1486127"/>
                  </a:lnTo>
                  <a:lnTo>
                    <a:pt x="1110956" y="1486129"/>
                  </a:lnTo>
                  <a:lnTo>
                    <a:pt x="1110966" y="1486129"/>
                  </a:lnTo>
                  <a:lnTo>
                    <a:pt x="1110977" y="1486132"/>
                  </a:lnTo>
                  <a:lnTo>
                    <a:pt x="1110986" y="1486138"/>
                  </a:lnTo>
                  <a:lnTo>
                    <a:pt x="1110994" y="1486146"/>
                  </a:lnTo>
                  <a:lnTo>
                    <a:pt x="1111009" y="1486167"/>
                  </a:lnTo>
                  <a:lnTo>
                    <a:pt x="1111016" y="1486174"/>
                  </a:lnTo>
                  <a:lnTo>
                    <a:pt x="1111024" y="1486181"/>
                  </a:lnTo>
                  <a:lnTo>
                    <a:pt x="1111040" y="1486189"/>
                  </a:lnTo>
                  <a:lnTo>
                    <a:pt x="1111055" y="1486192"/>
                  </a:lnTo>
                  <a:lnTo>
                    <a:pt x="1111070" y="1486194"/>
                  </a:lnTo>
                  <a:lnTo>
                    <a:pt x="1111082" y="1486196"/>
                  </a:lnTo>
                  <a:lnTo>
                    <a:pt x="1111092" y="1486201"/>
                  </a:lnTo>
                  <a:lnTo>
                    <a:pt x="1111110" y="1486212"/>
                  </a:lnTo>
                  <a:lnTo>
                    <a:pt x="1111124" y="1486224"/>
                  </a:lnTo>
                  <a:lnTo>
                    <a:pt x="1111140" y="1486234"/>
                  </a:lnTo>
                  <a:lnTo>
                    <a:pt x="1111153" y="1486243"/>
                  </a:lnTo>
                  <a:lnTo>
                    <a:pt x="1111167" y="1486259"/>
                  </a:lnTo>
                  <a:lnTo>
                    <a:pt x="1111188" y="1486282"/>
                  </a:lnTo>
                  <a:lnTo>
                    <a:pt x="1111236" y="1486336"/>
                  </a:lnTo>
                  <a:lnTo>
                    <a:pt x="1111255" y="1486350"/>
                  </a:lnTo>
                  <a:lnTo>
                    <a:pt x="1111280" y="1486365"/>
                  </a:lnTo>
                  <a:lnTo>
                    <a:pt x="1111298" y="1486373"/>
                  </a:lnTo>
                  <a:lnTo>
                    <a:pt x="1111326" y="1486382"/>
                  </a:lnTo>
                  <a:lnTo>
                    <a:pt x="1111354" y="1486389"/>
                  </a:lnTo>
                  <a:lnTo>
                    <a:pt x="1111393" y="1486400"/>
                  </a:lnTo>
                  <a:lnTo>
                    <a:pt x="1111434" y="1486409"/>
                  </a:lnTo>
                  <a:lnTo>
                    <a:pt x="1111501" y="1486416"/>
                  </a:lnTo>
                  <a:lnTo>
                    <a:pt x="1111543" y="1486422"/>
                  </a:lnTo>
                  <a:lnTo>
                    <a:pt x="1111592" y="1486427"/>
                  </a:lnTo>
                  <a:lnTo>
                    <a:pt x="1111616" y="1486432"/>
                  </a:lnTo>
                  <a:lnTo>
                    <a:pt x="1111636" y="1486441"/>
                  </a:lnTo>
                  <a:lnTo>
                    <a:pt x="1111667" y="1486461"/>
                  </a:lnTo>
                  <a:lnTo>
                    <a:pt x="1111687" y="1486471"/>
                  </a:lnTo>
                  <a:lnTo>
                    <a:pt x="1111710" y="1486480"/>
                  </a:lnTo>
                  <a:lnTo>
                    <a:pt x="1111749" y="1486492"/>
                  </a:lnTo>
                  <a:lnTo>
                    <a:pt x="1111777" y="1486498"/>
                  </a:lnTo>
                  <a:lnTo>
                    <a:pt x="1111804" y="1486505"/>
                  </a:lnTo>
                  <a:lnTo>
                    <a:pt x="1111830" y="1486514"/>
                  </a:lnTo>
                  <a:lnTo>
                    <a:pt x="1111854" y="1486521"/>
                  </a:lnTo>
                  <a:lnTo>
                    <a:pt x="1111864" y="1486521"/>
                  </a:lnTo>
                  <a:lnTo>
                    <a:pt x="1111870" y="1486516"/>
                  </a:lnTo>
                  <a:lnTo>
                    <a:pt x="1111877" y="1486509"/>
                  </a:lnTo>
                  <a:lnTo>
                    <a:pt x="1111920" y="1486455"/>
                  </a:lnTo>
                  <a:lnTo>
                    <a:pt x="1111945" y="1486427"/>
                  </a:lnTo>
                  <a:lnTo>
                    <a:pt x="1111979" y="1486393"/>
                  </a:lnTo>
                  <a:lnTo>
                    <a:pt x="1112007" y="1486362"/>
                  </a:lnTo>
                  <a:lnTo>
                    <a:pt x="1112046" y="1486324"/>
                  </a:lnTo>
                  <a:lnTo>
                    <a:pt x="1112076" y="1486291"/>
                  </a:lnTo>
                  <a:lnTo>
                    <a:pt x="1112086" y="1486279"/>
                  </a:lnTo>
                  <a:lnTo>
                    <a:pt x="1112093" y="1486267"/>
                  </a:lnTo>
                  <a:lnTo>
                    <a:pt x="1112099" y="1486256"/>
                  </a:lnTo>
                  <a:lnTo>
                    <a:pt x="1112116" y="1486239"/>
                  </a:lnTo>
                  <a:lnTo>
                    <a:pt x="1112154" y="1486209"/>
                  </a:lnTo>
                  <a:lnTo>
                    <a:pt x="1112179" y="1486188"/>
                  </a:lnTo>
                  <a:lnTo>
                    <a:pt x="1112209" y="1486165"/>
                  </a:lnTo>
                  <a:lnTo>
                    <a:pt x="1112219" y="1486157"/>
                  </a:lnTo>
                  <a:lnTo>
                    <a:pt x="1112226" y="1486150"/>
                  </a:lnTo>
                  <a:lnTo>
                    <a:pt x="1112234" y="1486148"/>
                  </a:lnTo>
                  <a:lnTo>
                    <a:pt x="1112241" y="1486148"/>
                  </a:lnTo>
                  <a:lnTo>
                    <a:pt x="1112248" y="1486150"/>
                  </a:lnTo>
                  <a:lnTo>
                    <a:pt x="1112263" y="1486157"/>
                  </a:lnTo>
                  <a:lnTo>
                    <a:pt x="1112298" y="1486174"/>
                  </a:lnTo>
                  <a:lnTo>
                    <a:pt x="1112313" y="1486180"/>
                  </a:lnTo>
                  <a:lnTo>
                    <a:pt x="1112339" y="1486187"/>
                  </a:lnTo>
                  <a:lnTo>
                    <a:pt x="1112361" y="1486194"/>
                  </a:lnTo>
                  <a:lnTo>
                    <a:pt x="1112396" y="1486206"/>
                  </a:lnTo>
                  <a:lnTo>
                    <a:pt x="1112446" y="1486229"/>
                  </a:lnTo>
                  <a:lnTo>
                    <a:pt x="1112461" y="1486240"/>
                  </a:lnTo>
                  <a:lnTo>
                    <a:pt x="1112479" y="1486254"/>
                  </a:lnTo>
                  <a:lnTo>
                    <a:pt x="1112502" y="1486268"/>
                  </a:lnTo>
                  <a:lnTo>
                    <a:pt x="1112515" y="1486275"/>
                  </a:lnTo>
                  <a:lnTo>
                    <a:pt x="1112529" y="1486279"/>
                  </a:lnTo>
                  <a:lnTo>
                    <a:pt x="1112545" y="1486281"/>
                  </a:lnTo>
                  <a:lnTo>
                    <a:pt x="1112560" y="1486281"/>
                  </a:lnTo>
                  <a:lnTo>
                    <a:pt x="1112574" y="1486279"/>
                  </a:lnTo>
                  <a:lnTo>
                    <a:pt x="1112589" y="1486275"/>
                  </a:lnTo>
                  <a:lnTo>
                    <a:pt x="1112609" y="1486267"/>
                  </a:lnTo>
                  <a:lnTo>
                    <a:pt x="1112632" y="1486255"/>
                  </a:lnTo>
                  <a:lnTo>
                    <a:pt x="1112664" y="1486241"/>
                  </a:lnTo>
                  <a:lnTo>
                    <a:pt x="1112697" y="1486223"/>
                  </a:lnTo>
                  <a:lnTo>
                    <a:pt x="1112717" y="1486209"/>
                  </a:lnTo>
                  <a:lnTo>
                    <a:pt x="1112741" y="1486188"/>
                  </a:lnTo>
                  <a:lnTo>
                    <a:pt x="1112759" y="1486169"/>
                  </a:lnTo>
                  <a:lnTo>
                    <a:pt x="1112776" y="1486159"/>
                  </a:lnTo>
                  <a:lnTo>
                    <a:pt x="1112809" y="1486143"/>
                  </a:lnTo>
                  <a:lnTo>
                    <a:pt x="1112825" y="1486134"/>
                  </a:lnTo>
                  <a:lnTo>
                    <a:pt x="1112837" y="1486128"/>
                  </a:lnTo>
                  <a:lnTo>
                    <a:pt x="1112871" y="1486112"/>
                  </a:lnTo>
                  <a:lnTo>
                    <a:pt x="1112882" y="1486101"/>
                  </a:lnTo>
                  <a:lnTo>
                    <a:pt x="1112887" y="1486093"/>
                  </a:lnTo>
                  <a:lnTo>
                    <a:pt x="1112891" y="1486077"/>
                  </a:lnTo>
                  <a:lnTo>
                    <a:pt x="1112891" y="1486056"/>
                  </a:lnTo>
                  <a:lnTo>
                    <a:pt x="1112886" y="1486035"/>
                  </a:lnTo>
                  <a:lnTo>
                    <a:pt x="1112883" y="1486016"/>
                  </a:lnTo>
                  <a:lnTo>
                    <a:pt x="1112883" y="1485981"/>
                  </a:lnTo>
                  <a:lnTo>
                    <a:pt x="1112891" y="1485940"/>
                  </a:lnTo>
                  <a:lnTo>
                    <a:pt x="1112893" y="1485898"/>
                  </a:lnTo>
                  <a:lnTo>
                    <a:pt x="1112896" y="1485884"/>
                  </a:lnTo>
                  <a:lnTo>
                    <a:pt x="1112905" y="1485855"/>
                  </a:lnTo>
                  <a:lnTo>
                    <a:pt x="1112923" y="1485792"/>
                  </a:lnTo>
                  <a:lnTo>
                    <a:pt x="1112935" y="1485755"/>
                  </a:lnTo>
                  <a:lnTo>
                    <a:pt x="1112947" y="1485729"/>
                  </a:lnTo>
                  <a:lnTo>
                    <a:pt x="1112957" y="1485703"/>
                  </a:lnTo>
                  <a:lnTo>
                    <a:pt x="1112969" y="1485678"/>
                  </a:lnTo>
                  <a:lnTo>
                    <a:pt x="1112972" y="1485669"/>
                  </a:lnTo>
                  <a:lnTo>
                    <a:pt x="1112971" y="1485657"/>
                  </a:lnTo>
                  <a:lnTo>
                    <a:pt x="1112971" y="1485652"/>
                  </a:lnTo>
                  <a:lnTo>
                    <a:pt x="1112966" y="1485634"/>
                  </a:lnTo>
                  <a:lnTo>
                    <a:pt x="1112957" y="1485606"/>
                  </a:lnTo>
                  <a:lnTo>
                    <a:pt x="1112954" y="1485590"/>
                  </a:lnTo>
                  <a:lnTo>
                    <a:pt x="1112954" y="1485575"/>
                  </a:lnTo>
                  <a:lnTo>
                    <a:pt x="1112956" y="1485513"/>
                  </a:lnTo>
                  <a:lnTo>
                    <a:pt x="1112951" y="1485468"/>
                  </a:lnTo>
                  <a:lnTo>
                    <a:pt x="1112950" y="1485429"/>
                  </a:lnTo>
                  <a:lnTo>
                    <a:pt x="1112952" y="1485379"/>
                  </a:lnTo>
                  <a:lnTo>
                    <a:pt x="1112955" y="1485349"/>
                  </a:lnTo>
                  <a:lnTo>
                    <a:pt x="1112960" y="1485337"/>
                  </a:lnTo>
                  <a:lnTo>
                    <a:pt x="1112975" y="1485310"/>
                  </a:lnTo>
                  <a:lnTo>
                    <a:pt x="1112994" y="1485291"/>
                  </a:lnTo>
                  <a:lnTo>
                    <a:pt x="1113012" y="1485282"/>
                  </a:lnTo>
                  <a:lnTo>
                    <a:pt x="1113032" y="1485276"/>
                  </a:lnTo>
                  <a:lnTo>
                    <a:pt x="1113040" y="1485274"/>
                  </a:lnTo>
                  <a:lnTo>
                    <a:pt x="1113044" y="1485267"/>
                  </a:lnTo>
                  <a:lnTo>
                    <a:pt x="1113040" y="1485248"/>
                  </a:lnTo>
                  <a:lnTo>
                    <a:pt x="1113039" y="1485230"/>
                  </a:lnTo>
                  <a:lnTo>
                    <a:pt x="1113039" y="1485206"/>
                  </a:lnTo>
                  <a:lnTo>
                    <a:pt x="1113047" y="1485185"/>
                  </a:lnTo>
                  <a:lnTo>
                    <a:pt x="1113057" y="1485150"/>
                  </a:lnTo>
                  <a:lnTo>
                    <a:pt x="1113064" y="1485122"/>
                  </a:lnTo>
                  <a:lnTo>
                    <a:pt x="1113071" y="1485106"/>
                  </a:lnTo>
                  <a:lnTo>
                    <a:pt x="1113089" y="1485055"/>
                  </a:lnTo>
                  <a:lnTo>
                    <a:pt x="1113103" y="1485029"/>
                  </a:lnTo>
                  <a:lnTo>
                    <a:pt x="1113119" y="1485004"/>
                  </a:lnTo>
                  <a:lnTo>
                    <a:pt x="1113141" y="1484977"/>
                  </a:lnTo>
                  <a:lnTo>
                    <a:pt x="1113153" y="1484957"/>
                  </a:lnTo>
                  <a:lnTo>
                    <a:pt x="1113153" y="1484950"/>
                  </a:lnTo>
                  <a:lnTo>
                    <a:pt x="1113151" y="1484943"/>
                  </a:lnTo>
                  <a:lnTo>
                    <a:pt x="1113146" y="1484936"/>
                  </a:lnTo>
                  <a:lnTo>
                    <a:pt x="1113136" y="1484915"/>
                  </a:lnTo>
                  <a:lnTo>
                    <a:pt x="1113123" y="1484890"/>
                  </a:lnTo>
                  <a:lnTo>
                    <a:pt x="1113117" y="1484875"/>
                  </a:lnTo>
                  <a:lnTo>
                    <a:pt x="1113105" y="1484859"/>
                  </a:lnTo>
                  <a:lnTo>
                    <a:pt x="1113098" y="1484849"/>
                  </a:lnTo>
                  <a:lnTo>
                    <a:pt x="1113090" y="1484840"/>
                  </a:lnTo>
                  <a:lnTo>
                    <a:pt x="1113080" y="1484824"/>
                  </a:lnTo>
                  <a:lnTo>
                    <a:pt x="1113069" y="1484798"/>
                  </a:lnTo>
                  <a:lnTo>
                    <a:pt x="1113060" y="1484778"/>
                  </a:lnTo>
                  <a:lnTo>
                    <a:pt x="1113054" y="1484754"/>
                  </a:lnTo>
                  <a:lnTo>
                    <a:pt x="1113049" y="1484735"/>
                  </a:lnTo>
                  <a:lnTo>
                    <a:pt x="1113049" y="1484668"/>
                  </a:lnTo>
                  <a:lnTo>
                    <a:pt x="1113047" y="1484656"/>
                  </a:lnTo>
                  <a:lnTo>
                    <a:pt x="1113043" y="1484643"/>
                  </a:lnTo>
                  <a:lnTo>
                    <a:pt x="1113031" y="1484614"/>
                  </a:lnTo>
                  <a:lnTo>
                    <a:pt x="1113019" y="1484587"/>
                  </a:lnTo>
                  <a:lnTo>
                    <a:pt x="1113010" y="1484561"/>
                  </a:lnTo>
                  <a:lnTo>
                    <a:pt x="1113001" y="1484529"/>
                  </a:lnTo>
                  <a:lnTo>
                    <a:pt x="1112995" y="1484507"/>
                  </a:lnTo>
                  <a:lnTo>
                    <a:pt x="1112987" y="1484473"/>
                  </a:lnTo>
                  <a:lnTo>
                    <a:pt x="1112980" y="1484454"/>
                  </a:lnTo>
                  <a:lnTo>
                    <a:pt x="1112977" y="1484433"/>
                  </a:lnTo>
                  <a:lnTo>
                    <a:pt x="1112977" y="1484396"/>
                  </a:lnTo>
                  <a:lnTo>
                    <a:pt x="1112982" y="1484365"/>
                  </a:lnTo>
                  <a:lnTo>
                    <a:pt x="1112990" y="1484326"/>
                  </a:lnTo>
                  <a:lnTo>
                    <a:pt x="1112997" y="1484304"/>
                  </a:lnTo>
                  <a:lnTo>
                    <a:pt x="1113001" y="1484286"/>
                  </a:lnTo>
                  <a:lnTo>
                    <a:pt x="1113002" y="1484267"/>
                  </a:lnTo>
                  <a:lnTo>
                    <a:pt x="1112999" y="1484256"/>
                  </a:lnTo>
                  <a:lnTo>
                    <a:pt x="1112966" y="1484221"/>
                  </a:lnTo>
                  <a:lnTo>
                    <a:pt x="1112953" y="1484204"/>
                  </a:lnTo>
                  <a:lnTo>
                    <a:pt x="1112944" y="1484191"/>
                  </a:lnTo>
                  <a:lnTo>
                    <a:pt x="1112938" y="1484181"/>
                  </a:lnTo>
                  <a:lnTo>
                    <a:pt x="1112931" y="1484154"/>
                  </a:lnTo>
                  <a:lnTo>
                    <a:pt x="1112926" y="1484132"/>
                  </a:lnTo>
                  <a:lnTo>
                    <a:pt x="1112921" y="1484112"/>
                  </a:lnTo>
                  <a:lnTo>
                    <a:pt x="1112918" y="1484088"/>
                  </a:lnTo>
                  <a:lnTo>
                    <a:pt x="1112915" y="1484070"/>
                  </a:lnTo>
                  <a:lnTo>
                    <a:pt x="1112911" y="1484063"/>
                  </a:lnTo>
                  <a:lnTo>
                    <a:pt x="1112906" y="1484055"/>
                  </a:lnTo>
                  <a:lnTo>
                    <a:pt x="1112890" y="1484040"/>
                  </a:lnTo>
                  <a:lnTo>
                    <a:pt x="1112873" y="1484025"/>
                  </a:lnTo>
                  <a:lnTo>
                    <a:pt x="1112848" y="1484005"/>
                  </a:lnTo>
                  <a:lnTo>
                    <a:pt x="1112835" y="1483993"/>
                  </a:lnTo>
                  <a:lnTo>
                    <a:pt x="1112818" y="1483974"/>
                  </a:lnTo>
                  <a:lnTo>
                    <a:pt x="1112795" y="1483958"/>
                  </a:lnTo>
                  <a:lnTo>
                    <a:pt x="1112770" y="1483940"/>
                  </a:lnTo>
                  <a:lnTo>
                    <a:pt x="1112755" y="1483931"/>
                  </a:lnTo>
                  <a:lnTo>
                    <a:pt x="1112747" y="1483926"/>
                  </a:lnTo>
                  <a:lnTo>
                    <a:pt x="1112740" y="1483921"/>
                  </a:lnTo>
                  <a:lnTo>
                    <a:pt x="1112737" y="1483916"/>
                  </a:lnTo>
                  <a:lnTo>
                    <a:pt x="1112730" y="1483908"/>
                  </a:lnTo>
                  <a:lnTo>
                    <a:pt x="1112722" y="1483893"/>
                  </a:lnTo>
                  <a:lnTo>
                    <a:pt x="1112714" y="1483868"/>
                  </a:lnTo>
                  <a:lnTo>
                    <a:pt x="1112701" y="1483838"/>
                  </a:lnTo>
                  <a:lnTo>
                    <a:pt x="1112691" y="1483812"/>
                  </a:lnTo>
                  <a:lnTo>
                    <a:pt x="1112683" y="1483779"/>
                  </a:lnTo>
                  <a:lnTo>
                    <a:pt x="1112669" y="1483747"/>
                  </a:lnTo>
                  <a:lnTo>
                    <a:pt x="1112663" y="1483726"/>
                  </a:lnTo>
                  <a:lnTo>
                    <a:pt x="1112661" y="1483719"/>
                  </a:lnTo>
                  <a:lnTo>
                    <a:pt x="1112661" y="1483696"/>
                  </a:lnTo>
                  <a:lnTo>
                    <a:pt x="1112658" y="1483681"/>
                  </a:lnTo>
                  <a:lnTo>
                    <a:pt x="1112656" y="1483674"/>
                  </a:lnTo>
                  <a:lnTo>
                    <a:pt x="1112651" y="1483663"/>
                  </a:lnTo>
                  <a:lnTo>
                    <a:pt x="1112635" y="1483645"/>
                  </a:lnTo>
                  <a:lnTo>
                    <a:pt x="1112626" y="1483640"/>
                  </a:lnTo>
                  <a:lnTo>
                    <a:pt x="1112620" y="1483638"/>
                  </a:lnTo>
                  <a:lnTo>
                    <a:pt x="1112606" y="1483638"/>
                  </a:lnTo>
                  <a:lnTo>
                    <a:pt x="1112593" y="1483640"/>
                  </a:lnTo>
                  <a:lnTo>
                    <a:pt x="1112581" y="1483638"/>
                  </a:lnTo>
                  <a:lnTo>
                    <a:pt x="1112573" y="1483633"/>
                  </a:lnTo>
                  <a:lnTo>
                    <a:pt x="1112558" y="1483624"/>
                  </a:lnTo>
                  <a:lnTo>
                    <a:pt x="1112548" y="1483615"/>
                  </a:lnTo>
                  <a:lnTo>
                    <a:pt x="1112538" y="1483598"/>
                  </a:lnTo>
                  <a:lnTo>
                    <a:pt x="1112525" y="1483580"/>
                  </a:lnTo>
                  <a:lnTo>
                    <a:pt x="1112515" y="1483573"/>
                  </a:lnTo>
                  <a:lnTo>
                    <a:pt x="1112503" y="1483568"/>
                  </a:lnTo>
                  <a:lnTo>
                    <a:pt x="1112455" y="1483552"/>
                  </a:lnTo>
                  <a:lnTo>
                    <a:pt x="1112432" y="1483543"/>
                  </a:lnTo>
                  <a:lnTo>
                    <a:pt x="1112400" y="1483531"/>
                  </a:lnTo>
                  <a:lnTo>
                    <a:pt x="1112354" y="1483504"/>
                  </a:lnTo>
                  <a:lnTo>
                    <a:pt x="1112291" y="1483472"/>
                  </a:lnTo>
                  <a:lnTo>
                    <a:pt x="1112274" y="1483460"/>
                  </a:lnTo>
                  <a:lnTo>
                    <a:pt x="1112244" y="1483437"/>
                  </a:lnTo>
                  <a:lnTo>
                    <a:pt x="1112216" y="1483414"/>
                  </a:lnTo>
                  <a:lnTo>
                    <a:pt x="1112210" y="1483409"/>
                  </a:lnTo>
                  <a:lnTo>
                    <a:pt x="1112201" y="1483406"/>
                  </a:lnTo>
                  <a:lnTo>
                    <a:pt x="1112188" y="1483404"/>
                  </a:lnTo>
                  <a:lnTo>
                    <a:pt x="1112166" y="1483404"/>
                  </a:lnTo>
                  <a:lnTo>
                    <a:pt x="1112158" y="1483405"/>
                  </a:lnTo>
                  <a:lnTo>
                    <a:pt x="1112121" y="1483435"/>
                  </a:lnTo>
                  <a:lnTo>
                    <a:pt x="1112097" y="1483452"/>
                  </a:lnTo>
                  <a:lnTo>
                    <a:pt x="1112077" y="1483470"/>
                  </a:lnTo>
                  <a:lnTo>
                    <a:pt x="1112066" y="1483480"/>
                  </a:lnTo>
                  <a:lnTo>
                    <a:pt x="1112056" y="1483484"/>
                  </a:lnTo>
                  <a:lnTo>
                    <a:pt x="1112041" y="1483487"/>
                  </a:lnTo>
                  <a:lnTo>
                    <a:pt x="1112019" y="1483491"/>
                  </a:lnTo>
                  <a:lnTo>
                    <a:pt x="1111987" y="1483494"/>
                  </a:lnTo>
                  <a:lnTo>
                    <a:pt x="1111971" y="1483494"/>
                  </a:lnTo>
                  <a:lnTo>
                    <a:pt x="1111959" y="1483492"/>
                  </a:lnTo>
                  <a:lnTo>
                    <a:pt x="1111942" y="1483490"/>
                  </a:lnTo>
                  <a:lnTo>
                    <a:pt x="1111929" y="1483489"/>
                  </a:lnTo>
                  <a:lnTo>
                    <a:pt x="1111911" y="1483487"/>
                  </a:lnTo>
                  <a:lnTo>
                    <a:pt x="1111854" y="1483492"/>
                  </a:lnTo>
                  <a:lnTo>
                    <a:pt x="1111842" y="1483492"/>
                  </a:lnTo>
                  <a:lnTo>
                    <a:pt x="1111829" y="1483488"/>
                  </a:lnTo>
                  <a:lnTo>
                    <a:pt x="1111819" y="1483481"/>
                  </a:lnTo>
                  <a:lnTo>
                    <a:pt x="1111809" y="1483471"/>
                  </a:lnTo>
                  <a:lnTo>
                    <a:pt x="1111804" y="1483464"/>
                  </a:lnTo>
                  <a:lnTo>
                    <a:pt x="1111801" y="1483458"/>
                  </a:lnTo>
                  <a:lnTo>
                    <a:pt x="1111798" y="1483450"/>
                  </a:lnTo>
                  <a:lnTo>
                    <a:pt x="1111795" y="1483439"/>
                  </a:lnTo>
                  <a:lnTo>
                    <a:pt x="1111790" y="1483420"/>
                  </a:lnTo>
                  <a:lnTo>
                    <a:pt x="1111788" y="1483402"/>
                  </a:lnTo>
                  <a:lnTo>
                    <a:pt x="1111791" y="1483386"/>
                  </a:lnTo>
                  <a:lnTo>
                    <a:pt x="1111802" y="1483353"/>
                  </a:lnTo>
                  <a:lnTo>
                    <a:pt x="1111813" y="1483325"/>
                  </a:lnTo>
                  <a:lnTo>
                    <a:pt x="1111817" y="1483311"/>
                  </a:lnTo>
                  <a:lnTo>
                    <a:pt x="1111817" y="1483306"/>
                  </a:lnTo>
                  <a:lnTo>
                    <a:pt x="1111812" y="1483278"/>
                  </a:lnTo>
                  <a:lnTo>
                    <a:pt x="1111807" y="1483252"/>
                  </a:lnTo>
                  <a:lnTo>
                    <a:pt x="1111804" y="1483236"/>
                  </a:lnTo>
                  <a:lnTo>
                    <a:pt x="1111804" y="1483217"/>
                  </a:lnTo>
                  <a:lnTo>
                    <a:pt x="1111805" y="1483201"/>
                  </a:lnTo>
                  <a:lnTo>
                    <a:pt x="1111806" y="1483189"/>
                  </a:lnTo>
                  <a:lnTo>
                    <a:pt x="1111802" y="1483120"/>
                  </a:lnTo>
                  <a:lnTo>
                    <a:pt x="1111806" y="1483106"/>
                  </a:lnTo>
                  <a:lnTo>
                    <a:pt x="1111813" y="1483075"/>
                  </a:lnTo>
                  <a:lnTo>
                    <a:pt x="1111821" y="1483049"/>
                  </a:lnTo>
                  <a:lnTo>
                    <a:pt x="1111829" y="1483029"/>
                  </a:lnTo>
                  <a:lnTo>
                    <a:pt x="1111838" y="1483016"/>
                  </a:lnTo>
                  <a:lnTo>
                    <a:pt x="1111858" y="1482995"/>
                  </a:lnTo>
                  <a:lnTo>
                    <a:pt x="1111876" y="1482974"/>
                  </a:lnTo>
                  <a:lnTo>
                    <a:pt x="1111908" y="1482941"/>
                  </a:lnTo>
                  <a:lnTo>
                    <a:pt x="1111910" y="1482936"/>
                  </a:lnTo>
                  <a:lnTo>
                    <a:pt x="1111910" y="1482930"/>
                  </a:lnTo>
                  <a:lnTo>
                    <a:pt x="1111908" y="1482923"/>
                  </a:lnTo>
                  <a:lnTo>
                    <a:pt x="1111903" y="1482916"/>
                  </a:lnTo>
                  <a:lnTo>
                    <a:pt x="1111881" y="1482893"/>
                  </a:lnTo>
                  <a:lnTo>
                    <a:pt x="1111873" y="1482883"/>
                  </a:lnTo>
                  <a:lnTo>
                    <a:pt x="1111863" y="1482867"/>
                  </a:lnTo>
                  <a:lnTo>
                    <a:pt x="1111847" y="1482855"/>
                  </a:lnTo>
                  <a:lnTo>
                    <a:pt x="1111832" y="1482846"/>
                  </a:lnTo>
                  <a:lnTo>
                    <a:pt x="1111807" y="1482835"/>
                  </a:lnTo>
                  <a:lnTo>
                    <a:pt x="1111793" y="1482827"/>
                  </a:lnTo>
                  <a:lnTo>
                    <a:pt x="1111787" y="1482816"/>
                  </a:lnTo>
                  <a:lnTo>
                    <a:pt x="1111772" y="1482788"/>
                  </a:lnTo>
                  <a:lnTo>
                    <a:pt x="1111759" y="1482760"/>
                  </a:lnTo>
                  <a:lnTo>
                    <a:pt x="1111752" y="1482744"/>
                  </a:lnTo>
                  <a:lnTo>
                    <a:pt x="1111739" y="1482727"/>
                  </a:lnTo>
                  <a:lnTo>
                    <a:pt x="1111722" y="1482705"/>
                  </a:lnTo>
                  <a:lnTo>
                    <a:pt x="1111702" y="1482681"/>
                  </a:lnTo>
                  <a:lnTo>
                    <a:pt x="1111692" y="1482667"/>
                  </a:lnTo>
                  <a:lnTo>
                    <a:pt x="1111681" y="1482646"/>
                  </a:lnTo>
                  <a:lnTo>
                    <a:pt x="1111671" y="1482632"/>
                  </a:lnTo>
                  <a:lnTo>
                    <a:pt x="1111661" y="1482619"/>
                  </a:lnTo>
                  <a:lnTo>
                    <a:pt x="1111646" y="1482602"/>
                  </a:lnTo>
                  <a:lnTo>
                    <a:pt x="1111636" y="1482593"/>
                  </a:lnTo>
                  <a:lnTo>
                    <a:pt x="1111631" y="1482584"/>
                  </a:lnTo>
                  <a:lnTo>
                    <a:pt x="1111596" y="1482532"/>
                  </a:lnTo>
                  <a:lnTo>
                    <a:pt x="1111576" y="1482505"/>
                  </a:lnTo>
                  <a:lnTo>
                    <a:pt x="1111561" y="1482488"/>
                  </a:lnTo>
                  <a:lnTo>
                    <a:pt x="1111555" y="1482474"/>
                  </a:lnTo>
                  <a:lnTo>
                    <a:pt x="1111550" y="1482465"/>
                  </a:lnTo>
                  <a:lnTo>
                    <a:pt x="1111545" y="1482440"/>
                  </a:lnTo>
                  <a:lnTo>
                    <a:pt x="1111540" y="1482426"/>
                  </a:lnTo>
                  <a:lnTo>
                    <a:pt x="1111532" y="1482411"/>
                  </a:lnTo>
                  <a:lnTo>
                    <a:pt x="1111520" y="1482393"/>
                  </a:lnTo>
                  <a:lnTo>
                    <a:pt x="1111510" y="1482384"/>
                  </a:lnTo>
                  <a:lnTo>
                    <a:pt x="1111495" y="1482368"/>
                  </a:lnTo>
                  <a:lnTo>
                    <a:pt x="1111484" y="1482347"/>
                  </a:lnTo>
                  <a:lnTo>
                    <a:pt x="1111467" y="1482325"/>
                  </a:lnTo>
                  <a:lnTo>
                    <a:pt x="1111450" y="1482303"/>
                  </a:lnTo>
                  <a:lnTo>
                    <a:pt x="1111437" y="1482289"/>
                  </a:lnTo>
                  <a:lnTo>
                    <a:pt x="1111422" y="1482272"/>
                  </a:lnTo>
                  <a:lnTo>
                    <a:pt x="1111404" y="1482247"/>
                  </a:lnTo>
                  <a:lnTo>
                    <a:pt x="1111379" y="1482205"/>
                  </a:lnTo>
                  <a:lnTo>
                    <a:pt x="1111364" y="1482179"/>
                  </a:lnTo>
                  <a:lnTo>
                    <a:pt x="1111356" y="1482166"/>
                  </a:lnTo>
                  <a:lnTo>
                    <a:pt x="1111346" y="1482131"/>
                  </a:lnTo>
                  <a:lnTo>
                    <a:pt x="1111336" y="1482109"/>
                  </a:lnTo>
                  <a:lnTo>
                    <a:pt x="1111323" y="1482091"/>
                  </a:lnTo>
                  <a:lnTo>
                    <a:pt x="1111313" y="1482074"/>
                  </a:lnTo>
                  <a:lnTo>
                    <a:pt x="1111296" y="1482012"/>
                  </a:lnTo>
                  <a:lnTo>
                    <a:pt x="1111293" y="1481998"/>
                  </a:lnTo>
                  <a:lnTo>
                    <a:pt x="1111278" y="1481965"/>
                  </a:lnTo>
                  <a:lnTo>
                    <a:pt x="1111263" y="1481935"/>
                  </a:lnTo>
                  <a:lnTo>
                    <a:pt x="1111257" y="1481919"/>
                  </a:lnTo>
                  <a:lnTo>
                    <a:pt x="1111250" y="1481900"/>
                  </a:lnTo>
                  <a:lnTo>
                    <a:pt x="1111245" y="1481872"/>
                  </a:lnTo>
                  <a:lnTo>
                    <a:pt x="1111224" y="1481804"/>
                  </a:lnTo>
                  <a:lnTo>
                    <a:pt x="1111221" y="1481779"/>
                  </a:lnTo>
                  <a:lnTo>
                    <a:pt x="1111221" y="1481774"/>
                  </a:lnTo>
                  <a:lnTo>
                    <a:pt x="1111222" y="1481760"/>
                  </a:lnTo>
                  <a:lnTo>
                    <a:pt x="1111229" y="1481730"/>
                  </a:lnTo>
                  <a:lnTo>
                    <a:pt x="1111239" y="1481679"/>
                  </a:lnTo>
                  <a:lnTo>
                    <a:pt x="1111246" y="1481653"/>
                  </a:lnTo>
                  <a:lnTo>
                    <a:pt x="1111251" y="1481636"/>
                  </a:lnTo>
                  <a:lnTo>
                    <a:pt x="1111257" y="1481617"/>
                  </a:lnTo>
                  <a:lnTo>
                    <a:pt x="1111267" y="1481600"/>
                  </a:lnTo>
                  <a:lnTo>
                    <a:pt x="1111283" y="1481589"/>
                  </a:lnTo>
                  <a:lnTo>
                    <a:pt x="1111290" y="1481586"/>
                  </a:lnTo>
                  <a:lnTo>
                    <a:pt x="1111299" y="1481579"/>
                  </a:lnTo>
                  <a:lnTo>
                    <a:pt x="1111303" y="1481573"/>
                  </a:lnTo>
                  <a:lnTo>
                    <a:pt x="1111304" y="1481565"/>
                  </a:lnTo>
                  <a:lnTo>
                    <a:pt x="1111305" y="1481546"/>
                  </a:lnTo>
                  <a:lnTo>
                    <a:pt x="1111304" y="1481529"/>
                  </a:lnTo>
                  <a:lnTo>
                    <a:pt x="1111302" y="1481513"/>
                  </a:lnTo>
                  <a:lnTo>
                    <a:pt x="1111298" y="1481496"/>
                  </a:lnTo>
                  <a:lnTo>
                    <a:pt x="1111293" y="1481479"/>
                  </a:lnTo>
                  <a:lnTo>
                    <a:pt x="1111289" y="1481470"/>
                  </a:lnTo>
                  <a:lnTo>
                    <a:pt x="1111281" y="1481446"/>
                  </a:lnTo>
                  <a:lnTo>
                    <a:pt x="1111276" y="1481418"/>
                  </a:lnTo>
                  <a:lnTo>
                    <a:pt x="1111275" y="1481401"/>
                  </a:lnTo>
                  <a:lnTo>
                    <a:pt x="1111274" y="1481384"/>
                  </a:lnTo>
                  <a:lnTo>
                    <a:pt x="1111274" y="1481351"/>
                  </a:lnTo>
                  <a:lnTo>
                    <a:pt x="1111274" y="1481336"/>
                  </a:lnTo>
                  <a:lnTo>
                    <a:pt x="1111274" y="1481318"/>
                  </a:lnTo>
                  <a:lnTo>
                    <a:pt x="1111275" y="1481301"/>
                  </a:lnTo>
                  <a:lnTo>
                    <a:pt x="1111279" y="1481268"/>
                  </a:lnTo>
                  <a:lnTo>
                    <a:pt x="1111281" y="1481252"/>
                  </a:lnTo>
                  <a:lnTo>
                    <a:pt x="1111281" y="1481226"/>
                  </a:lnTo>
                  <a:lnTo>
                    <a:pt x="1111283" y="1481218"/>
                  </a:lnTo>
                  <a:lnTo>
                    <a:pt x="1111288" y="1481202"/>
                  </a:lnTo>
                  <a:lnTo>
                    <a:pt x="1111290" y="1481184"/>
                  </a:lnTo>
                  <a:lnTo>
                    <a:pt x="1111281" y="1481172"/>
                  </a:lnTo>
                  <a:lnTo>
                    <a:pt x="1111277" y="1481169"/>
                  </a:lnTo>
                  <a:lnTo>
                    <a:pt x="1111264" y="1481153"/>
                  </a:lnTo>
                  <a:lnTo>
                    <a:pt x="1111255" y="1481137"/>
                  </a:lnTo>
                  <a:lnTo>
                    <a:pt x="1111250" y="1481120"/>
                  </a:lnTo>
                  <a:lnTo>
                    <a:pt x="1111246" y="1481103"/>
                  </a:lnTo>
                  <a:lnTo>
                    <a:pt x="1111242" y="1481087"/>
                  </a:lnTo>
                  <a:lnTo>
                    <a:pt x="1111241" y="1481070"/>
                  </a:lnTo>
                  <a:lnTo>
                    <a:pt x="1111238" y="1481053"/>
                  </a:lnTo>
                  <a:lnTo>
                    <a:pt x="1111238" y="1481048"/>
                  </a:lnTo>
                  <a:lnTo>
                    <a:pt x="1111241" y="1481036"/>
                  </a:lnTo>
                  <a:lnTo>
                    <a:pt x="1111244" y="1481024"/>
                  </a:lnTo>
                  <a:lnTo>
                    <a:pt x="1111252" y="1481016"/>
                  </a:lnTo>
                  <a:lnTo>
                    <a:pt x="1111257" y="1480998"/>
                  </a:lnTo>
                  <a:lnTo>
                    <a:pt x="1111253" y="1480986"/>
                  </a:lnTo>
                  <a:lnTo>
                    <a:pt x="1111250" y="1480981"/>
                  </a:lnTo>
                  <a:lnTo>
                    <a:pt x="1111238" y="1480965"/>
                  </a:lnTo>
                  <a:lnTo>
                    <a:pt x="1111230" y="1480951"/>
                  </a:lnTo>
                  <a:lnTo>
                    <a:pt x="1111224" y="1480932"/>
                  </a:lnTo>
                  <a:lnTo>
                    <a:pt x="1111221" y="1480922"/>
                  </a:lnTo>
                  <a:lnTo>
                    <a:pt x="1111221" y="1480915"/>
                  </a:lnTo>
                  <a:lnTo>
                    <a:pt x="1111219" y="1480898"/>
                  </a:lnTo>
                  <a:lnTo>
                    <a:pt x="1111215" y="1480882"/>
                  </a:lnTo>
                  <a:lnTo>
                    <a:pt x="1111211" y="1480865"/>
                  </a:lnTo>
                  <a:lnTo>
                    <a:pt x="1111204" y="1480847"/>
                  </a:lnTo>
                  <a:lnTo>
                    <a:pt x="1111202" y="1480840"/>
                  </a:lnTo>
                  <a:lnTo>
                    <a:pt x="1111189" y="1480815"/>
                  </a:lnTo>
                  <a:lnTo>
                    <a:pt x="1111175" y="1480787"/>
                  </a:lnTo>
                  <a:lnTo>
                    <a:pt x="1111172" y="1480783"/>
                  </a:lnTo>
                  <a:lnTo>
                    <a:pt x="1111161" y="1480767"/>
                  </a:lnTo>
                  <a:lnTo>
                    <a:pt x="1111145" y="1480754"/>
                  </a:lnTo>
                  <a:lnTo>
                    <a:pt x="1111129" y="1480743"/>
                  </a:lnTo>
                  <a:lnTo>
                    <a:pt x="1111113" y="1480729"/>
                  </a:lnTo>
                  <a:lnTo>
                    <a:pt x="1111097" y="1480716"/>
                  </a:lnTo>
                  <a:lnTo>
                    <a:pt x="1111083" y="1480702"/>
                  </a:lnTo>
                  <a:lnTo>
                    <a:pt x="1111068" y="1480688"/>
                  </a:lnTo>
                  <a:lnTo>
                    <a:pt x="1111055" y="1480671"/>
                  </a:lnTo>
                  <a:lnTo>
                    <a:pt x="1111050" y="1480656"/>
                  </a:lnTo>
                  <a:lnTo>
                    <a:pt x="1111049" y="1480638"/>
                  </a:lnTo>
                  <a:lnTo>
                    <a:pt x="1111050" y="1480621"/>
                  </a:lnTo>
                  <a:lnTo>
                    <a:pt x="1111051" y="1480612"/>
                  </a:lnTo>
                  <a:lnTo>
                    <a:pt x="1111049" y="1480604"/>
                  </a:lnTo>
                  <a:lnTo>
                    <a:pt x="1111048" y="1480596"/>
                  </a:lnTo>
                  <a:lnTo>
                    <a:pt x="1111044" y="1480588"/>
                  </a:lnTo>
                  <a:lnTo>
                    <a:pt x="1111038" y="1480571"/>
                  </a:lnTo>
                  <a:lnTo>
                    <a:pt x="1111034" y="1480554"/>
                  </a:lnTo>
                  <a:lnTo>
                    <a:pt x="1111032" y="1480545"/>
                  </a:lnTo>
                  <a:lnTo>
                    <a:pt x="1111026" y="1480537"/>
                  </a:lnTo>
                  <a:lnTo>
                    <a:pt x="1111017" y="1480522"/>
                  </a:lnTo>
                  <a:lnTo>
                    <a:pt x="1111019" y="1480515"/>
                  </a:lnTo>
                  <a:lnTo>
                    <a:pt x="1111023" y="1480507"/>
                  </a:lnTo>
                  <a:lnTo>
                    <a:pt x="1111026" y="1480504"/>
                  </a:lnTo>
                  <a:lnTo>
                    <a:pt x="1111038" y="1480489"/>
                  </a:lnTo>
                  <a:lnTo>
                    <a:pt x="1111052" y="1480472"/>
                  </a:lnTo>
                  <a:lnTo>
                    <a:pt x="1111063" y="1480456"/>
                  </a:lnTo>
                  <a:lnTo>
                    <a:pt x="1111077" y="1480439"/>
                  </a:lnTo>
                  <a:lnTo>
                    <a:pt x="1111092" y="1480424"/>
                  </a:lnTo>
                  <a:lnTo>
                    <a:pt x="1111108" y="1480413"/>
                  </a:lnTo>
                  <a:lnTo>
                    <a:pt x="1111124" y="1480405"/>
                  </a:lnTo>
                  <a:lnTo>
                    <a:pt x="1111132" y="1480400"/>
                  </a:lnTo>
                  <a:lnTo>
                    <a:pt x="1111140" y="1480399"/>
                  </a:lnTo>
                  <a:lnTo>
                    <a:pt x="1111156" y="1480399"/>
                  </a:lnTo>
                  <a:lnTo>
                    <a:pt x="1111172" y="1480400"/>
                  </a:lnTo>
                  <a:lnTo>
                    <a:pt x="1111187" y="1480403"/>
                  </a:lnTo>
                  <a:lnTo>
                    <a:pt x="1111203" y="1480408"/>
                  </a:lnTo>
                  <a:lnTo>
                    <a:pt x="1111219" y="1480411"/>
                  </a:lnTo>
                  <a:lnTo>
                    <a:pt x="1111223" y="1480414"/>
                  </a:lnTo>
                  <a:lnTo>
                    <a:pt x="1111235" y="1480415"/>
                  </a:lnTo>
                  <a:lnTo>
                    <a:pt x="1111252" y="1480418"/>
                  </a:lnTo>
                  <a:lnTo>
                    <a:pt x="1111262" y="1480423"/>
                  </a:lnTo>
                  <a:lnTo>
                    <a:pt x="1111268" y="1480426"/>
                  </a:lnTo>
                  <a:lnTo>
                    <a:pt x="1111280" y="1480434"/>
                  </a:lnTo>
                  <a:lnTo>
                    <a:pt x="1111298" y="1480439"/>
                  </a:lnTo>
                  <a:lnTo>
                    <a:pt x="1111307" y="1480437"/>
                  </a:lnTo>
                  <a:lnTo>
                    <a:pt x="1111306" y="1480430"/>
                  </a:lnTo>
                  <a:lnTo>
                    <a:pt x="1111294" y="1480413"/>
                  </a:lnTo>
                  <a:lnTo>
                    <a:pt x="1111288" y="1480396"/>
                  </a:lnTo>
                  <a:lnTo>
                    <a:pt x="1111284" y="1480379"/>
                  </a:lnTo>
                  <a:lnTo>
                    <a:pt x="1111285" y="1480363"/>
                  </a:lnTo>
                  <a:lnTo>
                    <a:pt x="1111287" y="1480352"/>
                  </a:lnTo>
                  <a:lnTo>
                    <a:pt x="1111290" y="1480346"/>
                  </a:lnTo>
                  <a:lnTo>
                    <a:pt x="1111292" y="1480340"/>
                  </a:lnTo>
                  <a:lnTo>
                    <a:pt x="1111292" y="1480331"/>
                  </a:lnTo>
                  <a:lnTo>
                    <a:pt x="1111287" y="1480313"/>
                  </a:lnTo>
                  <a:lnTo>
                    <a:pt x="1111284" y="1480305"/>
                  </a:lnTo>
                  <a:lnTo>
                    <a:pt x="1111281" y="1480301"/>
                  </a:lnTo>
                  <a:lnTo>
                    <a:pt x="1111279" y="1480296"/>
                  </a:lnTo>
                  <a:lnTo>
                    <a:pt x="1111268" y="1480279"/>
                  </a:lnTo>
                  <a:lnTo>
                    <a:pt x="1111260" y="1480263"/>
                  </a:lnTo>
                  <a:lnTo>
                    <a:pt x="1111250" y="1480246"/>
                  </a:lnTo>
                  <a:lnTo>
                    <a:pt x="1111231" y="1480212"/>
                  </a:lnTo>
                  <a:lnTo>
                    <a:pt x="1111224" y="1480196"/>
                  </a:lnTo>
                  <a:lnTo>
                    <a:pt x="1111218" y="1480187"/>
                  </a:lnTo>
                  <a:lnTo>
                    <a:pt x="1111214" y="1480179"/>
                  </a:lnTo>
                  <a:lnTo>
                    <a:pt x="1111205" y="1480162"/>
                  </a:lnTo>
                  <a:lnTo>
                    <a:pt x="1111196" y="1480142"/>
                  </a:lnTo>
                  <a:lnTo>
                    <a:pt x="1111186" y="1480125"/>
                  </a:lnTo>
                  <a:lnTo>
                    <a:pt x="1111175" y="1480109"/>
                  </a:lnTo>
                  <a:lnTo>
                    <a:pt x="1111163" y="1480092"/>
                  </a:lnTo>
                  <a:lnTo>
                    <a:pt x="1111149" y="1480075"/>
                  </a:lnTo>
                  <a:lnTo>
                    <a:pt x="1111140" y="1480059"/>
                  </a:lnTo>
                  <a:lnTo>
                    <a:pt x="1111132" y="1480042"/>
                  </a:lnTo>
                  <a:lnTo>
                    <a:pt x="1111126" y="1480025"/>
                  </a:lnTo>
                  <a:lnTo>
                    <a:pt x="1111125" y="1480008"/>
                  </a:lnTo>
                  <a:lnTo>
                    <a:pt x="1111126" y="1479992"/>
                  </a:lnTo>
                  <a:lnTo>
                    <a:pt x="1111126" y="1479982"/>
                  </a:lnTo>
                  <a:lnTo>
                    <a:pt x="1111128" y="1479975"/>
                  </a:lnTo>
                  <a:lnTo>
                    <a:pt x="1111132" y="1479967"/>
                  </a:lnTo>
                  <a:lnTo>
                    <a:pt x="1111133" y="1479958"/>
                  </a:lnTo>
                  <a:lnTo>
                    <a:pt x="1111137" y="1479946"/>
                  </a:lnTo>
                  <a:lnTo>
                    <a:pt x="1111140" y="1479942"/>
                  </a:lnTo>
                  <a:lnTo>
                    <a:pt x="1111143" y="1479935"/>
                  </a:lnTo>
                  <a:lnTo>
                    <a:pt x="1111148" y="1479925"/>
                  </a:lnTo>
                  <a:lnTo>
                    <a:pt x="1111157" y="1479909"/>
                  </a:lnTo>
                  <a:lnTo>
                    <a:pt x="1111168" y="1479892"/>
                  </a:lnTo>
                  <a:lnTo>
                    <a:pt x="1111182" y="1479882"/>
                  </a:lnTo>
                  <a:lnTo>
                    <a:pt x="1111200" y="1479878"/>
                  </a:lnTo>
                  <a:lnTo>
                    <a:pt x="1111208" y="1479874"/>
                  </a:lnTo>
                  <a:lnTo>
                    <a:pt x="1111215" y="1479869"/>
                  </a:lnTo>
                  <a:lnTo>
                    <a:pt x="1111231" y="1479858"/>
                  </a:lnTo>
                  <a:lnTo>
                    <a:pt x="1111246" y="1479845"/>
                  </a:lnTo>
                  <a:lnTo>
                    <a:pt x="1111254" y="1479842"/>
                  </a:lnTo>
                  <a:lnTo>
                    <a:pt x="1111262" y="1479842"/>
                  </a:lnTo>
                  <a:lnTo>
                    <a:pt x="1111278" y="1479846"/>
                  </a:lnTo>
                  <a:lnTo>
                    <a:pt x="1111294" y="1479846"/>
                  </a:lnTo>
                  <a:lnTo>
                    <a:pt x="1111310" y="1479845"/>
                  </a:lnTo>
                  <a:lnTo>
                    <a:pt x="1111326" y="1479840"/>
                  </a:lnTo>
                  <a:lnTo>
                    <a:pt x="1111334" y="1479838"/>
                  </a:lnTo>
                  <a:lnTo>
                    <a:pt x="1111342" y="1479836"/>
                  </a:lnTo>
                  <a:lnTo>
                    <a:pt x="1111358" y="1479834"/>
                  </a:lnTo>
                  <a:lnTo>
                    <a:pt x="1111374" y="1479834"/>
                  </a:lnTo>
                  <a:lnTo>
                    <a:pt x="1111389" y="1479837"/>
                  </a:lnTo>
                  <a:lnTo>
                    <a:pt x="1111401" y="1479843"/>
                  </a:lnTo>
                  <a:lnTo>
                    <a:pt x="1111407" y="1479842"/>
                  </a:lnTo>
                  <a:lnTo>
                    <a:pt x="1111417" y="1479833"/>
                  </a:lnTo>
                  <a:lnTo>
                    <a:pt x="1111419" y="1479828"/>
                  </a:lnTo>
                  <a:lnTo>
                    <a:pt x="1111427" y="1479795"/>
                  </a:lnTo>
                  <a:lnTo>
                    <a:pt x="1111429" y="1479786"/>
                  </a:lnTo>
                  <a:lnTo>
                    <a:pt x="1111434" y="1479778"/>
                  </a:lnTo>
                  <a:lnTo>
                    <a:pt x="1111440" y="1479762"/>
                  </a:lnTo>
                  <a:lnTo>
                    <a:pt x="1111445" y="1479745"/>
                  </a:lnTo>
                  <a:lnTo>
                    <a:pt x="1111449" y="1479729"/>
                  </a:lnTo>
                  <a:lnTo>
                    <a:pt x="1111452" y="1479695"/>
                  </a:lnTo>
                  <a:lnTo>
                    <a:pt x="1111450" y="1479679"/>
                  </a:lnTo>
                  <a:lnTo>
                    <a:pt x="1111445" y="1479662"/>
                  </a:lnTo>
                  <a:lnTo>
                    <a:pt x="1111441" y="1479643"/>
                  </a:lnTo>
                  <a:lnTo>
                    <a:pt x="1111443" y="1479628"/>
                  </a:lnTo>
                  <a:lnTo>
                    <a:pt x="1111449" y="1479620"/>
                  </a:lnTo>
                  <a:lnTo>
                    <a:pt x="1111457" y="1479613"/>
                  </a:lnTo>
                  <a:lnTo>
                    <a:pt x="1111470" y="1479602"/>
                  </a:lnTo>
                  <a:lnTo>
                    <a:pt x="1111473" y="1479594"/>
                  </a:lnTo>
                  <a:lnTo>
                    <a:pt x="1111467" y="1479584"/>
                  </a:lnTo>
                  <a:lnTo>
                    <a:pt x="1111463" y="1479574"/>
                  </a:lnTo>
                  <a:lnTo>
                    <a:pt x="1111458" y="1479567"/>
                  </a:lnTo>
                  <a:lnTo>
                    <a:pt x="1111446" y="1479550"/>
                  </a:lnTo>
                  <a:lnTo>
                    <a:pt x="1111436" y="1479537"/>
                  </a:lnTo>
                  <a:lnTo>
                    <a:pt x="1111415" y="1479520"/>
                  </a:lnTo>
                  <a:lnTo>
                    <a:pt x="1111402" y="1479514"/>
                  </a:lnTo>
                  <a:lnTo>
                    <a:pt x="1111395" y="1479506"/>
                  </a:lnTo>
                  <a:lnTo>
                    <a:pt x="1111391" y="1479496"/>
                  </a:lnTo>
                  <a:lnTo>
                    <a:pt x="1111387" y="1479484"/>
                  </a:lnTo>
                  <a:lnTo>
                    <a:pt x="1111383" y="1479475"/>
                  </a:lnTo>
                  <a:lnTo>
                    <a:pt x="1111374" y="1479460"/>
                  </a:lnTo>
                  <a:lnTo>
                    <a:pt x="1111363" y="1479444"/>
                  </a:lnTo>
                  <a:lnTo>
                    <a:pt x="1111352" y="1479427"/>
                  </a:lnTo>
                  <a:lnTo>
                    <a:pt x="1111344" y="1479410"/>
                  </a:lnTo>
                  <a:lnTo>
                    <a:pt x="1111342" y="1479405"/>
                  </a:lnTo>
                  <a:lnTo>
                    <a:pt x="1111343" y="1479395"/>
                  </a:lnTo>
                  <a:lnTo>
                    <a:pt x="1111345" y="1479383"/>
                  </a:lnTo>
                  <a:lnTo>
                    <a:pt x="1111348" y="1479377"/>
                  </a:lnTo>
                  <a:lnTo>
                    <a:pt x="1111351" y="1479364"/>
                  </a:lnTo>
                  <a:lnTo>
                    <a:pt x="1111354" y="1479360"/>
                  </a:lnTo>
                  <a:lnTo>
                    <a:pt x="1111356" y="1479356"/>
                  </a:lnTo>
                  <a:lnTo>
                    <a:pt x="1111356" y="1479350"/>
                  </a:lnTo>
                  <a:lnTo>
                    <a:pt x="1111365" y="1479334"/>
                  </a:lnTo>
                  <a:lnTo>
                    <a:pt x="1111373" y="1479319"/>
                  </a:lnTo>
                  <a:lnTo>
                    <a:pt x="1111377" y="1479315"/>
                  </a:lnTo>
                  <a:lnTo>
                    <a:pt x="1111392" y="1479302"/>
                  </a:lnTo>
                  <a:lnTo>
                    <a:pt x="1111406" y="1479288"/>
                  </a:lnTo>
                  <a:lnTo>
                    <a:pt x="1111415" y="1479282"/>
                  </a:lnTo>
                  <a:lnTo>
                    <a:pt x="1111422" y="1479280"/>
                  </a:lnTo>
                  <a:lnTo>
                    <a:pt x="1111428" y="1479280"/>
                  </a:lnTo>
                  <a:lnTo>
                    <a:pt x="1111438" y="1479277"/>
                  </a:lnTo>
                  <a:lnTo>
                    <a:pt x="1111454" y="1479275"/>
                  </a:lnTo>
                  <a:lnTo>
                    <a:pt x="1111470" y="1479272"/>
                  </a:lnTo>
                  <a:lnTo>
                    <a:pt x="1111485" y="1479272"/>
                  </a:lnTo>
                  <a:lnTo>
                    <a:pt x="1111501" y="1479269"/>
                  </a:lnTo>
                  <a:lnTo>
                    <a:pt x="1111517" y="1479268"/>
                  </a:lnTo>
                  <a:lnTo>
                    <a:pt x="1111533" y="1479267"/>
                  </a:lnTo>
                  <a:lnTo>
                    <a:pt x="1111549" y="1479266"/>
                  </a:lnTo>
                  <a:lnTo>
                    <a:pt x="1111565" y="1479265"/>
                  </a:lnTo>
                  <a:lnTo>
                    <a:pt x="1111581" y="1479264"/>
                  </a:lnTo>
                  <a:lnTo>
                    <a:pt x="1111597" y="1479261"/>
                  </a:lnTo>
                  <a:lnTo>
                    <a:pt x="1111613" y="1479252"/>
                  </a:lnTo>
                  <a:lnTo>
                    <a:pt x="1111620" y="1479248"/>
                  </a:lnTo>
                  <a:lnTo>
                    <a:pt x="1111625" y="1479239"/>
                  </a:lnTo>
                  <a:lnTo>
                    <a:pt x="1111631" y="1479222"/>
                  </a:lnTo>
                  <a:lnTo>
                    <a:pt x="1111637" y="1479205"/>
                  </a:lnTo>
                  <a:lnTo>
                    <a:pt x="1111643" y="1479189"/>
                  </a:lnTo>
                  <a:lnTo>
                    <a:pt x="1111651" y="1479174"/>
                  </a:lnTo>
                  <a:lnTo>
                    <a:pt x="1111660" y="1479163"/>
                  </a:lnTo>
                  <a:lnTo>
                    <a:pt x="1111667" y="1479159"/>
                  </a:lnTo>
                  <a:lnTo>
                    <a:pt x="1111680" y="1479142"/>
                  </a:lnTo>
                  <a:lnTo>
                    <a:pt x="1111690" y="1479127"/>
                  </a:lnTo>
                  <a:lnTo>
                    <a:pt x="1111700" y="1479109"/>
                  </a:lnTo>
                  <a:lnTo>
                    <a:pt x="1111708" y="1479092"/>
                  </a:lnTo>
                  <a:lnTo>
                    <a:pt x="1111717" y="1479075"/>
                  </a:lnTo>
                  <a:lnTo>
                    <a:pt x="1111734" y="1479042"/>
                  </a:lnTo>
                  <a:lnTo>
                    <a:pt x="1111740" y="1479026"/>
                  </a:lnTo>
                  <a:lnTo>
                    <a:pt x="1111746" y="1479009"/>
                  </a:lnTo>
                  <a:lnTo>
                    <a:pt x="1111747" y="1478998"/>
                  </a:lnTo>
                  <a:lnTo>
                    <a:pt x="1111745" y="1478992"/>
                  </a:lnTo>
                  <a:lnTo>
                    <a:pt x="1111739" y="1478983"/>
                  </a:lnTo>
                  <a:lnTo>
                    <a:pt x="1111733" y="1478977"/>
                  </a:lnTo>
                  <a:lnTo>
                    <a:pt x="1111717" y="1478966"/>
                  </a:lnTo>
                  <a:lnTo>
                    <a:pt x="1111704" y="1478957"/>
                  </a:lnTo>
                  <a:lnTo>
                    <a:pt x="1111685" y="1478949"/>
                  </a:lnTo>
                  <a:lnTo>
                    <a:pt x="1111669" y="1478943"/>
                  </a:lnTo>
                  <a:lnTo>
                    <a:pt x="1111654" y="1478935"/>
                  </a:lnTo>
                  <a:lnTo>
                    <a:pt x="1111638" y="1478929"/>
                  </a:lnTo>
                  <a:lnTo>
                    <a:pt x="1111630" y="1478926"/>
                  </a:lnTo>
                  <a:lnTo>
                    <a:pt x="1111622" y="1478921"/>
                  </a:lnTo>
                  <a:lnTo>
                    <a:pt x="1111609" y="1478910"/>
                  </a:lnTo>
                  <a:lnTo>
                    <a:pt x="1111604" y="1478904"/>
                  </a:lnTo>
                  <a:lnTo>
                    <a:pt x="1111600" y="1478892"/>
                  </a:lnTo>
                  <a:lnTo>
                    <a:pt x="1111601" y="1478875"/>
                  </a:lnTo>
                  <a:lnTo>
                    <a:pt x="1111604" y="1478860"/>
                  </a:lnTo>
                  <a:lnTo>
                    <a:pt x="1111610" y="1478842"/>
                  </a:lnTo>
                  <a:lnTo>
                    <a:pt x="1111613" y="1478825"/>
                  </a:lnTo>
                  <a:lnTo>
                    <a:pt x="1111614" y="1478809"/>
                  </a:lnTo>
                  <a:lnTo>
                    <a:pt x="1111614" y="1478783"/>
                  </a:lnTo>
                  <a:lnTo>
                    <a:pt x="1111612" y="1478775"/>
                  </a:lnTo>
                  <a:lnTo>
                    <a:pt x="1111607" y="1478758"/>
                  </a:lnTo>
                  <a:lnTo>
                    <a:pt x="1111595" y="1478741"/>
                  </a:lnTo>
                  <a:lnTo>
                    <a:pt x="1111580" y="1478726"/>
                  </a:lnTo>
                  <a:lnTo>
                    <a:pt x="1111564" y="1478709"/>
                  </a:lnTo>
                  <a:lnTo>
                    <a:pt x="1111549" y="1478694"/>
                  </a:lnTo>
                  <a:lnTo>
                    <a:pt x="1111534" y="1478678"/>
                  </a:lnTo>
                  <a:lnTo>
                    <a:pt x="1111528" y="1478669"/>
                  </a:lnTo>
                  <a:lnTo>
                    <a:pt x="1111520" y="1478662"/>
                  </a:lnTo>
                  <a:lnTo>
                    <a:pt x="1111508" y="1478646"/>
                  </a:lnTo>
                  <a:lnTo>
                    <a:pt x="1111501" y="1478636"/>
                  </a:lnTo>
                  <a:lnTo>
                    <a:pt x="1111497" y="1478628"/>
                  </a:lnTo>
                  <a:lnTo>
                    <a:pt x="1111492" y="1478612"/>
                  </a:lnTo>
                  <a:lnTo>
                    <a:pt x="1111491" y="1478596"/>
                  </a:lnTo>
                  <a:lnTo>
                    <a:pt x="1111490" y="1478579"/>
                  </a:lnTo>
                  <a:lnTo>
                    <a:pt x="1111491" y="1478562"/>
                  </a:lnTo>
                  <a:lnTo>
                    <a:pt x="1111492" y="1478545"/>
                  </a:lnTo>
                  <a:lnTo>
                    <a:pt x="1111494" y="1478529"/>
                  </a:lnTo>
                  <a:lnTo>
                    <a:pt x="1111493" y="1478512"/>
                  </a:lnTo>
                  <a:lnTo>
                    <a:pt x="1111490" y="1478495"/>
                  </a:lnTo>
                  <a:lnTo>
                    <a:pt x="1111484" y="1478480"/>
                  </a:lnTo>
                  <a:lnTo>
                    <a:pt x="1111481" y="1478470"/>
                  </a:lnTo>
                  <a:lnTo>
                    <a:pt x="1111481" y="1478463"/>
                  </a:lnTo>
                  <a:lnTo>
                    <a:pt x="1111482" y="1478455"/>
                  </a:lnTo>
                  <a:lnTo>
                    <a:pt x="1111485" y="1478446"/>
                  </a:lnTo>
                  <a:lnTo>
                    <a:pt x="1111487" y="1478438"/>
                  </a:lnTo>
                  <a:lnTo>
                    <a:pt x="1111486" y="1478414"/>
                  </a:lnTo>
                  <a:lnTo>
                    <a:pt x="1111481" y="1478395"/>
                  </a:lnTo>
                  <a:lnTo>
                    <a:pt x="1111480" y="1478379"/>
                  </a:lnTo>
                  <a:lnTo>
                    <a:pt x="1111484" y="1478362"/>
                  </a:lnTo>
                  <a:lnTo>
                    <a:pt x="1111490" y="1478345"/>
                  </a:lnTo>
                  <a:lnTo>
                    <a:pt x="1111493" y="1478329"/>
                  </a:lnTo>
                  <a:lnTo>
                    <a:pt x="1111489" y="1478312"/>
                  </a:lnTo>
                  <a:lnTo>
                    <a:pt x="1111479" y="1478295"/>
                  </a:lnTo>
                  <a:lnTo>
                    <a:pt x="1111465" y="1478279"/>
                  </a:lnTo>
                  <a:lnTo>
                    <a:pt x="1111451" y="1478253"/>
                  </a:lnTo>
                  <a:lnTo>
                    <a:pt x="1111446" y="1478236"/>
                  </a:lnTo>
                  <a:lnTo>
                    <a:pt x="1111444" y="1478225"/>
                  </a:lnTo>
                  <a:lnTo>
                    <a:pt x="1111438" y="1478217"/>
                  </a:lnTo>
                  <a:lnTo>
                    <a:pt x="1111424" y="1478201"/>
                  </a:lnTo>
                  <a:lnTo>
                    <a:pt x="1111413" y="1478193"/>
                  </a:lnTo>
                  <a:lnTo>
                    <a:pt x="1111407" y="1478191"/>
                  </a:lnTo>
                  <a:lnTo>
                    <a:pt x="1111392" y="1478186"/>
                  </a:lnTo>
                  <a:lnTo>
                    <a:pt x="1111387" y="1478185"/>
                  </a:lnTo>
                  <a:lnTo>
                    <a:pt x="1111379" y="1478180"/>
                  </a:lnTo>
                  <a:lnTo>
                    <a:pt x="1111376" y="1478177"/>
                  </a:lnTo>
                  <a:lnTo>
                    <a:pt x="1111372" y="1478174"/>
                  </a:lnTo>
                  <a:lnTo>
                    <a:pt x="1111365" y="1478162"/>
                  </a:lnTo>
                  <a:lnTo>
                    <a:pt x="1111361" y="1478147"/>
                  </a:lnTo>
                  <a:lnTo>
                    <a:pt x="1111359" y="1478133"/>
                  </a:lnTo>
                  <a:lnTo>
                    <a:pt x="1111355" y="1478126"/>
                  </a:lnTo>
                  <a:lnTo>
                    <a:pt x="1111348" y="1478111"/>
                  </a:lnTo>
                  <a:lnTo>
                    <a:pt x="1111340" y="1478101"/>
                  </a:lnTo>
                  <a:lnTo>
                    <a:pt x="1111327" y="1478081"/>
                  </a:lnTo>
                  <a:lnTo>
                    <a:pt x="1111350" y="1478073"/>
                  </a:lnTo>
                  <a:lnTo>
                    <a:pt x="1111368" y="1478069"/>
                  </a:lnTo>
                  <a:lnTo>
                    <a:pt x="1111386" y="1478065"/>
                  </a:lnTo>
                  <a:lnTo>
                    <a:pt x="1111400" y="1478060"/>
                  </a:lnTo>
                  <a:lnTo>
                    <a:pt x="1111407" y="1478057"/>
                  </a:lnTo>
                  <a:lnTo>
                    <a:pt x="1111415" y="1478050"/>
                  </a:lnTo>
                  <a:lnTo>
                    <a:pt x="1111424" y="1478036"/>
                  </a:lnTo>
                  <a:lnTo>
                    <a:pt x="1111431" y="1478017"/>
                  </a:lnTo>
                  <a:lnTo>
                    <a:pt x="1111435" y="1478009"/>
                  </a:lnTo>
                  <a:lnTo>
                    <a:pt x="1111434" y="1478003"/>
                  </a:lnTo>
                  <a:lnTo>
                    <a:pt x="1111419" y="1478001"/>
                  </a:lnTo>
                  <a:lnTo>
                    <a:pt x="1111407" y="1478000"/>
                  </a:lnTo>
                  <a:lnTo>
                    <a:pt x="1111401" y="1477997"/>
                  </a:lnTo>
                  <a:lnTo>
                    <a:pt x="1111391" y="1477987"/>
                  </a:lnTo>
                  <a:lnTo>
                    <a:pt x="1111389" y="1477982"/>
                  </a:lnTo>
                  <a:lnTo>
                    <a:pt x="1111384" y="1477966"/>
                  </a:lnTo>
                  <a:lnTo>
                    <a:pt x="1111380" y="1477954"/>
                  </a:lnTo>
                  <a:lnTo>
                    <a:pt x="1111377" y="1477949"/>
                  </a:lnTo>
                  <a:lnTo>
                    <a:pt x="1111369" y="1477939"/>
                  </a:lnTo>
                  <a:lnTo>
                    <a:pt x="1111363" y="1477937"/>
                  </a:lnTo>
                  <a:lnTo>
                    <a:pt x="1111329" y="1477939"/>
                  </a:lnTo>
                  <a:lnTo>
                    <a:pt x="1111313" y="1477947"/>
                  </a:lnTo>
                  <a:lnTo>
                    <a:pt x="1111297" y="1477953"/>
                  </a:lnTo>
                  <a:lnTo>
                    <a:pt x="1111290" y="1477958"/>
                  </a:lnTo>
                  <a:lnTo>
                    <a:pt x="1111282" y="1477960"/>
                  </a:lnTo>
                  <a:lnTo>
                    <a:pt x="1111266" y="1477964"/>
                  </a:lnTo>
                  <a:lnTo>
                    <a:pt x="1111249" y="1477959"/>
                  </a:lnTo>
                  <a:lnTo>
                    <a:pt x="1111238" y="1477949"/>
                  </a:lnTo>
                  <a:lnTo>
                    <a:pt x="1111235" y="1477945"/>
                  </a:lnTo>
                  <a:lnTo>
                    <a:pt x="1111223" y="1477928"/>
                  </a:lnTo>
                  <a:lnTo>
                    <a:pt x="1111207" y="1477917"/>
                  </a:lnTo>
                  <a:lnTo>
                    <a:pt x="1111200" y="1477914"/>
                  </a:lnTo>
                  <a:lnTo>
                    <a:pt x="1111192" y="1477915"/>
                  </a:lnTo>
                  <a:lnTo>
                    <a:pt x="1111176" y="1477916"/>
                  </a:lnTo>
                  <a:lnTo>
                    <a:pt x="1111168" y="1477918"/>
                  </a:lnTo>
                  <a:lnTo>
                    <a:pt x="1111160" y="1477916"/>
                  </a:lnTo>
                  <a:lnTo>
                    <a:pt x="1111151" y="1477912"/>
                  </a:lnTo>
                  <a:lnTo>
                    <a:pt x="1111144" y="1477907"/>
                  </a:lnTo>
                  <a:lnTo>
                    <a:pt x="1111135" y="1477901"/>
                  </a:lnTo>
                  <a:lnTo>
                    <a:pt x="1111129" y="1477893"/>
                  </a:lnTo>
                  <a:lnTo>
                    <a:pt x="1111115" y="1477878"/>
                  </a:lnTo>
                  <a:lnTo>
                    <a:pt x="1111109" y="1477868"/>
                  </a:lnTo>
                  <a:lnTo>
                    <a:pt x="1111106" y="1477860"/>
                  </a:lnTo>
                  <a:lnTo>
                    <a:pt x="1111101" y="1477845"/>
                  </a:lnTo>
                  <a:lnTo>
                    <a:pt x="1111094" y="1477828"/>
                  </a:lnTo>
                  <a:lnTo>
                    <a:pt x="1111090" y="1477820"/>
                  </a:lnTo>
                  <a:lnTo>
                    <a:pt x="1111088" y="1477811"/>
                  </a:lnTo>
                  <a:lnTo>
                    <a:pt x="1111085" y="1477794"/>
                  </a:lnTo>
                  <a:lnTo>
                    <a:pt x="1111083" y="1477778"/>
                  </a:lnTo>
                  <a:lnTo>
                    <a:pt x="1111080" y="1477761"/>
                  </a:lnTo>
                  <a:lnTo>
                    <a:pt x="1111078" y="1477744"/>
                  </a:lnTo>
                  <a:lnTo>
                    <a:pt x="1111077" y="1477738"/>
                  </a:lnTo>
                  <a:lnTo>
                    <a:pt x="1111073" y="1477734"/>
                  </a:lnTo>
                  <a:lnTo>
                    <a:pt x="1111067" y="1477734"/>
                  </a:lnTo>
                  <a:lnTo>
                    <a:pt x="1111051" y="1477742"/>
                  </a:lnTo>
                  <a:lnTo>
                    <a:pt x="1111035" y="1477746"/>
                  </a:lnTo>
                  <a:lnTo>
                    <a:pt x="1111020" y="1477750"/>
                  </a:lnTo>
                  <a:lnTo>
                    <a:pt x="1111004" y="1477752"/>
                  </a:lnTo>
                  <a:lnTo>
                    <a:pt x="1110988" y="1477751"/>
                  </a:lnTo>
                  <a:lnTo>
                    <a:pt x="1110972" y="1477745"/>
                  </a:lnTo>
                  <a:lnTo>
                    <a:pt x="1110958" y="1477737"/>
                  </a:lnTo>
                  <a:lnTo>
                    <a:pt x="1110940" y="1477719"/>
                  </a:lnTo>
                  <a:lnTo>
                    <a:pt x="1110930" y="1477703"/>
                  </a:lnTo>
                  <a:lnTo>
                    <a:pt x="1110922" y="1477686"/>
                  </a:lnTo>
                  <a:lnTo>
                    <a:pt x="1110918" y="1477669"/>
                  </a:lnTo>
                  <a:lnTo>
                    <a:pt x="1110916" y="1477641"/>
                  </a:lnTo>
                  <a:lnTo>
                    <a:pt x="1110914" y="1477636"/>
                  </a:lnTo>
                  <a:lnTo>
                    <a:pt x="1110907" y="1477619"/>
                  </a:lnTo>
                  <a:lnTo>
                    <a:pt x="1110903" y="1477602"/>
                  </a:lnTo>
                  <a:lnTo>
                    <a:pt x="1110900" y="1477593"/>
                  </a:lnTo>
                  <a:lnTo>
                    <a:pt x="1110894" y="1477589"/>
                  </a:lnTo>
                  <a:lnTo>
                    <a:pt x="1110878" y="1477586"/>
                  </a:lnTo>
                  <a:lnTo>
                    <a:pt x="1110862" y="1477585"/>
                  </a:lnTo>
                  <a:lnTo>
                    <a:pt x="1110846" y="1477581"/>
                  </a:lnTo>
                  <a:lnTo>
                    <a:pt x="1110822" y="1477571"/>
                  </a:lnTo>
                  <a:lnTo>
                    <a:pt x="1110815" y="1477566"/>
                  </a:lnTo>
                  <a:lnTo>
                    <a:pt x="1110800" y="1477552"/>
                  </a:lnTo>
                  <a:lnTo>
                    <a:pt x="1110784" y="1477542"/>
                  </a:lnTo>
                  <a:lnTo>
                    <a:pt x="1110768" y="1477537"/>
                  </a:lnTo>
                  <a:lnTo>
                    <a:pt x="1110752" y="1477533"/>
                  </a:lnTo>
                  <a:lnTo>
                    <a:pt x="1110744" y="1477534"/>
                  </a:lnTo>
                  <a:lnTo>
                    <a:pt x="1110737" y="1477537"/>
                  </a:lnTo>
                  <a:lnTo>
                    <a:pt x="1110726" y="1477544"/>
                  </a:lnTo>
                  <a:lnTo>
                    <a:pt x="1110719" y="1477551"/>
                  </a:lnTo>
                  <a:lnTo>
                    <a:pt x="1110713" y="1477560"/>
                  </a:lnTo>
                  <a:lnTo>
                    <a:pt x="1110711" y="1477565"/>
                  </a:lnTo>
                  <a:lnTo>
                    <a:pt x="1110709" y="1477572"/>
                  </a:lnTo>
                  <a:lnTo>
                    <a:pt x="1110703" y="1477582"/>
                  </a:lnTo>
                  <a:lnTo>
                    <a:pt x="1110690" y="1477599"/>
                  </a:lnTo>
                  <a:lnTo>
                    <a:pt x="1110681" y="1477607"/>
                  </a:lnTo>
                  <a:lnTo>
                    <a:pt x="1110675" y="1477611"/>
                  </a:lnTo>
                  <a:lnTo>
                    <a:pt x="1110659" y="1477617"/>
                  </a:lnTo>
                  <a:lnTo>
                    <a:pt x="1110652" y="1477619"/>
                  </a:lnTo>
                  <a:lnTo>
                    <a:pt x="1110643" y="1477619"/>
                  </a:lnTo>
                  <a:lnTo>
                    <a:pt x="1110627" y="1477621"/>
                  </a:lnTo>
                  <a:lnTo>
                    <a:pt x="1110611" y="1477625"/>
                  </a:lnTo>
                  <a:lnTo>
                    <a:pt x="1110595" y="1477631"/>
                  </a:lnTo>
                  <a:lnTo>
                    <a:pt x="1110582" y="1477640"/>
                  </a:lnTo>
                  <a:lnTo>
                    <a:pt x="1110564" y="1477649"/>
                  </a:lnTo>
                  <a:lnTo>
                    <a:pt x="1110548" y="1477651"/>
                  </a:lnTo>
                  <a:lnTo>
                    <a:pt x="1110532" y="1477657"/>
                  </a:lnTo>
                  <a:lnTo>
                    <a:pt x="1110516" y="1477664"/>
                  </a:lnTo>
                  <a:lnTo>
                    <a:pt x="1110502" y="1477670"/>
                  </a:lnTo>
                  <a:lnTo>
                    <a:pt x="1110486" y="1477674"/>
                  </a:lnTo>
                  <a:lnTo>
                    <a:pt x="1110477" y="1477677"/>
                  </a:lnTo>
                  <a:lnTo>
                    <a:pt x="1110468" y="1477677"/>
                  </a:lnTo>
                  <a:lnTo>
                    <a:pt x="1110452" y="1477678"/>
                  </a:lnTo>
                  <a:lnTo>
                    <a:pt x="1110436" y="1477682"/>
                  </a:lnTo>
                  <a:lnTo>
                    <a:pt x="1110420" y="1477687"/>
                  </a:lnTo>
                  <a:lnTo>
                    <a:pt x="1110405" y="1477690"/>
                  </a:lnTo>
                  <a:lnTo>
                    <a:pt x="1110362" y="1477686"/>
                  </a:lnTo>
                  <a:lnTo>
                    <a:pt x="1110350" y="1477696"/>
                  </a:lnTo>
                  <a:lnTo>
                    <a:pt x="1110344" y="1477704"/>
                  </a:lnTo>
                  <a:lnTo>
                    <a:pt x="1110331" y="1477707"/>
                  </a:lnTo>
                  <a:lnTo>
                    <a:pt x="1110321" y="1477707"/>
                  </a:lnTo>
                  <a:lnTo>
                    <a:pt x="1110315" y="1477703"/>
                  </a:lnTo>
                  <a:lnTo>
                    <a:pt x="1110300" y="1477688"/>
                  </a:lnTo>
                  <a:lnTo>
                    <a:pt x="1110292" y="1477683"/>
                  </a:lnTo>
                  <a:lnTo>
                    <a:pt x="1110284" y="1477681"/>
                  </a:lnTo>
                  <a:lnTo>
                    <a:pt x="1110268" y="1477679"/>
                  </a:lnTo>
                  <a:lnTo>
                    <a:pt x="1110259" y="1477679"/>
                  </a:lnTo>
                  <a:lnTo>
                    <a:pt x="1110253" y="1477677"/>
                  </a:lnTo>
                  <a:lnTo>
                    <a:pt x="1110237" y="1477674"/>
                  </a:lnTo>
                  <a:lnTo>
                    <a:pt x="1110221" y="1477667"/>
                  </a:lnTo>
                  <a:lnTo>
                    <a:pt x="1110205" y="1477660"/>
                  </a:lnTo>
                  <a:lnTo>
                    <a:pt x="1110189" y="1477655"/>
                  </a:lnTo>
                  <a:lnTo>
                    <a:pt x="1110174" y="1477647"/>
                  </a:lnTo>
                  <a:lnTo>
                    <a:pt x="1110158" y="1477645"/>
                  </a:lnTo>
                  <a:lnTo>
                    <a:pt x="1110141" y="1477649"/>
                  </a:lnTo>
                  <a:lnTo>
                    <a:pt x="1110126" y="1477652"/>
                  </a:lnTo>
                  <a:lnTo>
                    <a:pt x="1110110" y="1477655"/>
                  </a:lnTo>
                  <a:lnTo>
                    <a:pt x="1110094" y="1477661"/>
                  </a:lnTo>
                  <a:lnTo>
                    <a:pt x="1110078" y="1477665"/>
                  </a:lnTo>
                  <a:lnTo>
                    <a:pt x="1110074" y="1477668"/>
                  </a:lnTo>
                  <a:lnTo>
                    <a:pt x="1110062" y="1477669"/>
                  </a:lnTo>
                  <a:lnTo>
                    <a:pt x="1110046" y="1477672"/>
                  </a:lnTo>
                  <a:lnTo>
                    <a:pt x="1110030" y="1477674"/>
                  </a:lnTo>
                  <a:lnTo>
                    <a:pt x="1110015" y="1477674"/>
                  </a:lnTo>
                  <a:lnTo>
                    <a:pt x="1109999" y="1477674"/>
                  </a:lnTo>
                  <a:lnTo>
                    <a:pt x="1109983" y="1477673"/>
                  </a:lnTo>
                  <a:lnTo>
                    <a:pt x="1109967" y="1477671"/>
                  </a:lnTo>
                  <a:lnTo>
                    <a:pt x="1109951" y="1477669"/>
                  </a:lnTo>
                  <a:lnTo>
                    <a:pt x="1109935" y="1477668"/>
                  </a:lnTo>
                  <a:lnTo>
                    <a:pt x="1109919" y="1477667"/>
                  </a:lnTo>
                  <a:lnTo>
                    <a:pt x="1109903" y="1477667"/>
                  </a:lnTo>
                  <a:lnTo>
                    <a:pt x="1109888" y="1477667"/>
                  </a:lnTo>
                  <a:lnTo>
                    <a:pt x="1109872" y="1477667"/>
                  </a:lnTo>
                  <a:lnTo>
                    <a:pt x="1109856" y="1477665"/>
                  </a:lnTo>
                  <a:lnTo>
                    <a:pt x="1109840" y="1477661"/>
                  </a:lnTo>
                  <a:lnTo>
                    <a:pt x="1109824" y="1477658"/>
                  </a:lnTo>
                  <a:lnTo>
                    <a:pt x="1109808" y="1477653"/>
                  </a:lnTo>
                  <a:lnTo>
                    <a:pt x="1109804" y="1477651"/>
                  </a:lnTo>
                  <a:lnTo>
                    <a:pt x="1109798" y="1477651"/>
                  </a:lnTo>
                  <a:lnTo>
                    <a:pt x="1109792" y="1477648"/>
                  </a:lnTo>
                  <a:lnTo>
                    <a:pt x="1109776" y="1477642"/>
                  </a:lnTo>
                  <a:lnTo>
                    <a:pt x="1109764" y="1477635"/>
                  </a:lnTo>
                  <a:lnTo>
                    <a:pt x="1109761" y="1477632"/>
                  </a:lnTo>
                  <a:lnTo>
                    <a:pt x="1109745" y="1477622"/>
                  </a:lnTo>
                  <a:lnTo>
                    <a:pt x="1109729" y="1477607"/>
                  </a:lnTo>
                  <a:lnTo>
                    <a:pt x="1109715" y="1477592"/>
                  </a:lnTo>
                  <a:lnTo>
                    <a:pt x="1109702" y="1477578"/>
                  </a:lnTo>
                  <a:lnTo>
                    <a:pt x="1109689" y="1477562"/>
                  </a:lnTo>
                  <a:lnTo>
                    <a:pt x="1109676" y="1477545"/>
                  </a:lnTo>
                  <a:lnTo>
                    <a:pt x="1109668" y="1477530"/>
                  </a:lnTo>
                  <a:lnTo>
                    <a:pt x="1109658" y="1477510"/>
                  </a:lnTo>
                  <a:lnTo>
                    <a:pt x="1109653" y="1477501"/>
                  </a:lnTo>
                  <a:lnTo>
                    <a:pt x="1109652" y="1477495"/>
                  </a:lnTo>
                  <a:lnTo>
                    <a:pt x="1109643" y="1477476"/>
                  </a:lnTo>
                  <a:lnTo>
                    <a:pt x="1109635" y="1477463"/>
                  </a:lnTo>
                  <a:lnTo>
                    <a:pt x="1109618" y="1477457"/>
                  </a:lnTo>
                  <a:lnTo>
                    <a:pt x="1109602" y="1477456"/>
                  </a:lnTo>
                  <a:lnTo>
                    <a:pt x="1109586" y="1477450"/>
                  </a:lnTo>
                  <a:lnTo>
                    <a:pt x="1109571" y="1477446"/>
                  </a:lnTo>
                  <a:lnTo>
                    <a:pt x="1109555" y="1477442"/>
                  </a:lnTo>
                  <a:lnTo>
                    <a:pt x="1109539" y="1477438"/>
                  </a:lnTo>
                  <a:lnTo>
                    <a:pt x="1109523" y="1477435"/>
                  </a:lnTo>
                  <a:lnTo>
                    <a:pt x="1109507" y="1477437"/>
                  </a:lnTo>
                  <a:lnTo>
                    <a:pt x="1109491" y="1477441"/>
                  </a:lnTo>
                  <a:lnTo>
                    <a:pt x="1109476" y="1477447"/>
                  </a:lnTo>
                  <a:lnTo>
                    <a:pt x="1109451" y="1477460"/>
                  </a:lnTo>
                  <a:lnTo>
                    <a:pt x="1109440" y="1477467"/>
                  </a:lnTo>
                  <a:lnTo>
                    <a:pt x="1109424" y="1477478"/>
                  </a:lnTo>
                  <a:lnTo>
                    <a:pt x="1109418" y="1477483"/>
                  </a:lnTo>
                  <a:lnTo>
                    <a:pt x="1109408" y="1477486"/>
                  </a:lnTo>
                  <a:lnTo>
                    <a:pt x="1109392" y="1477492"/>
                  </a:lnTo>
                  <a:lnTo>
                    <a:pt x="1109384" y="1477493"/>
                  </a:lnTo>
                  <a:lnTo>
                    <a:pt x="1109379" y="1477498"/>
                  </a:lnTo>
                  <a:lnTo>
                    <a:pt x="1109364" y="1477514"/>
                  </a:lnTo>
                  <a:lnTo>
                    <a:pt x="1109351" y="1477532"/>
                  </a:lnTo>
                  <a:lnTo>
                    <a:pt x="1109350" y="1477539"/>
                  </a:lnTo>
                  <a:lnTo>
                    <a:pt x="1109344" y="1477547"/>
                  </a:lnTo>
                  <a:lnTo>
                    <a:pt x="1109328" y="1477557"/>
                  </a:lnTo>
                  <a:lnTo>
                    <a:pt x="1109312" y="1477565"/>
                  </a:lnTo>
                  <a:lnTo>
                    <a:pt x="1109296" y="1477574"/>
                  </a:lnTo>
                  <a:lnTo>
                    <a:pt x="1109282" y="1477580"/>
                  </a:lnTo>
                  <a:lnTo>
                    <a:pt x="1109264" y="1477587"/>
                  </a:lnTo>
                  <a:lnTo>
                    <a:pt x="1109248" y="1477592"/>
                  </a:lnTo>
                  <a:lnTo>
                    <a:pt x="1109233" y="1477598"/>
                  </a:lnTo>
                  <a:lnTo>
                    <a:pt x="1109216" y="1477602"/>
                  </a:lnTo>
                  <a:lnTo>
                    <a:pt x="1109200" y="1477608"/>
                  </a:lnTo>
                  <a:lnTo>
                    <a:pt x="1109185" y="1477615"/>
                  </a:lnTo>
                  <a:lnTo>
                    <a:pt x="1109169" y="1477622"/>
                  </a:lnTo>
                  <a:lnTo>
                    <a:pt x="1109153" y="1477625"/>
                  </a:lnTo>
                  <a:lnTo>
                    <a:pt x="1109141" y="1477627"/>
                  </a:lnTo>
                  <a:lnTo>
                    <a:pt x="1109121" y="1477625"/>
                  </a:lnTo>
                  <a:lnTo>
                    <a:pt x="1109105" y="1477621"/>
                  </a:lnTo>
                  <a:lnTo>
                    <a:pt x="1109089" y="1477617"/>
                  </a:lnTo>
                  <a:lnTo>
                    <a:pt x="1109013" y="1477592"/>
                  </a:lnTo>
                  <a:lnTo>
                    <a:pt x="1109005" y="1477589"/>
                  </a:lnTo>
                  <a:lnTo>
                    <a:pt x="1108997" y="1477585"/>
                  </a:lnTo>
                  <a:lnTo>
                    <a:pt x="1108982" y="1477579"/>
                  </a:lnTo>
                  <a:lnTo>
                    <a:pt x="1108965" y="1477574"/>
                  </a:lnTo>
                  <a:lnTo>
                    <a:pt x="1108950" y="1477569"/>
                  </a:lnTo>
                  <a:lnTo>
                    <a:pt x="1108934" y="1477563"/>
                  </a:lnTo>
                  <a:lnTo>
                    <a:pt x="1108918" y="1477560"/>
                  </a:lnTo>
                  <a:lnTo>
                    <a:pt x="1108902" y="1477556"/>
                  </a:lnTo>
                  <a:lnTo>
                    <a:pt x="1108886" y="1477551"/>
                  </a:lnTo>
                  <a:lnTo>
                    <a:pt x="1108869" y="1477546"/>
                  </a:lnTo>
                  <a:lnTo>
                    <a:pt x="1108855" y="1477539"/>
                  </a:lnTo>
                  <a:lnTo>
                    <a:pt x="1108843" y="1477532"/>
                  </a:lnTo>
                  <a:lnTo>
                    <a:pt x="1108839" y="1477528"/>
                  </a:lnTo>
                  <a:lnTo>
                    <a:pt x="1108823" y="1477517"/>
                  </a:lnTo>
                  <a:lnTo>
                    <a:pt x="1108812" y="1477510"/>
                  </a:lnTo>
                  <a:lnTo>
                    <a:pt x="1108807" y="1477504"/>
                  </a:lnTo>
                  <a:lnTo>
                    <a:pt x="1108792" y="1477491"/>
                  </a:lnTo>
                  <a:lnTo>
                    <a:pt x="1108776" y="1477480"/>
                  </a:lnTo>
                  <a:lnTo>
                    <a:pt x="1108770" y="1477475"/>
                  </a:lnTo>
                  <a:lnTo>
                    <a:pt x="1108761" y="1477472"/>
                  </a:lnTo>
                  <a:lnTo>
                    <a:pt x="1108745" y="1477466"/>
                  </a:lnTo>
                  <a:lnTo>
                    <a:pt x="1108729" y="1477465"/>
                  </a:lnTo>
                  <a:lnTo>
                    <a:pt x="1108713" y="1477472"/>
                  </a:lnTo>
                  <a:lnTo>
                    <a:pt x="1108706" y="1477475"/>
                  </a:lnTo>
                  <a:lnTo>
                    <a:pt x="1108697" y="1477481"/>
                  </a:lnTo>
                  <a:lnTo>
                    <a:pt x="1108682" y="1477494"/>
                  </a:lnTo>
                  <a:lnTo>
                    <a:pt x="1108673" y="1477510"/>
                  </a:lnTo>
                  <a:lnTo>
                    <a:pt x="1108667" y="1477527"/>
                  </a:lnTo>
                  <a:lnTo>
                    <a:pt x="1108664" y="1477542"/>
                  </a:lnTo>
                  <a:lnTo>
                    <a:pt x="1108660" y="1477548"/>
                  </a:lnTo>
                  <a:lnTo>
                    <a:pt x="1108655" y="1477551"/>
                  </a:lnTo>
                  <a:lnTo>
                    <a:pt x="1108648" y="1477553"/>
                  </a:lnTo>
                  <a:lnTo>
                    <a:pt x="1108630" y="1477551"/>
                  </a:lnTo>
                  <a:lnTo>
                    <a:pt x="1108624" y="1477548"/>
                  </a:lnTo>
                  <a:lnTo>
                    <a:pt x="1108616" y="1477546"/>
                  </a:lnTo>
                  <a:lnTo>
                    <a:pt x="1108600" y="1477540"/>
                  </a:lnTo>
                  <a:lnTo>
                    <a:pt x="1108585" y="1477537"/>
                  </a:lnTo>
                  <a:lnTo>
                    <a:pt x="1108569" y="1477535"/>
                  </a:lnTo>
                  <a:lnTo>
                    <a:pt x="1108553" y="1477531"/>
                  </a:lnTo>
                  <a:lnTo>
                    <a:pt x="1108537" y="1477530"/>
                  </a:lnTo>
                  <a:lnTo>
                    <a:pt x="1108521" y="1477528"/>
                  </a:lnTo>
                  <a:lnTo>
                    <a:pt x="1108505" y="1477526"/>
                  </a:lnTo>
                  <a:lnTo>
                    <a:pt x="1108489" y="1477523"/>
                  </a:lnTo>
                  <a:lnTo>
                    <a:pt x="1108473" y="1477522"/>
                  </a:lnTo>
                  <a:lnTo>
                    <a:pt x="1108457" y="1477521"/>
                  </a:lnTo>
                  <a:lnTo>
                    <a:pt x="1108442" y="1477518"/>
                  </a:lnTo>
                  <a:lnTo>
                    <a:pt x="1108426" y="1477517"/>
                  </a:lnTo>
                  <a:lnTo>
                    <a:pt x="1108409" y="1477517"/>
                  </a:lnTo>
                  <a:lnTo>
                    <a:pt x="1108373" y="1477514"/>
                  </a:lnTo>
                  <a:lnTo>
                    <a:pt x="1108365" y="1477511"/>
                  </a:lnTo>
                  <a:lnTo>
                    <a:pt x="1108349" y="1477503"/>
                  </a:lnTo>
                  <a:lnTo>
                    <a:pt x="1108333" y="1477497"/>
                  </a:lnTo>
                  <a:lnTo>
                    <a:pt x="1108317" y="1477495"/>
                  </a:lnTo>
                  <a:lnTo>
                    <a:pt x="1108301" y="1477498"/>
                  </a:lnTo>
                  <a:lnTo>
                    <a:pt x="1108290" y="1477503"/>
                  </a:lnTo>
                  <a:lnTo>
                    <a:pt x="1108286" y="1477508"/>
                  </a:lnTo>
                  <a:lnTo>
                    <a:pt x="1108283" y="1477515"/>
                  </a:lnTo>
                  <a:lnTo>
                    <a:pt x="1108274" y="1477525"/>
                  </a:lnTo>
                  <a:lnTo>
                    <a:pt x="1108270" y="1477530"/>
                  </a:lnTo>
                  <a:lnTo>
                    <a:pt x="1108265" y="1477534"/>
                  </a:lnTo>
                  <a:lnTo>
                    <a:pt x="1108259" y="1477534"/>
                  </a:lnTo>
                  <a:lnTo>
                    <a:pt x="1108248" y="1477533"/>
                  </a:lnTo>
                  <a:lnTo>
                    <a:pt x="1108244" y="1477531"/>
                  </a:lnTo>
                  <a:lnTo>
                    <a:pt x="1108228" y="1477526"/>
                  </a:lnTo>
                  <a:lnTo>
                    <a:pt x="1108212" y="1477522"/>
                  </a:lnTo>
                  <a:lnTo>
                    <a:pt x="1108196" y="1477520"/>
                  </a:lnTo>
                  <a:lnTo>
                    <a:pt x="1108181" y="1477520"/>
                  </a:lnTo>
                  <a:lnTo>
                    <a:pt x="1108164" y="1477519"/>
                  </a:lnTo>
                  <a:lnTo>
                    <a:pt x="1108149" y="1477517"/>
                  </a:lnTo>
                  <a:lnTo>
                    <a:pt x="1108133" y="1477513"/>
                  </a:lnTo>
                  <a:lnTo>
                    <a:pt x="1108117" y="1477511"/>
                  </a:lnTo>
                  <a:lnTo>
                    <a:pt x="1108101" y="1477512"/>
                  </a:lnTo>
                  <a:lnTo>
                    <a:pt x="1108085" y="1477512"/>
                  </a:lnTo>
                  <a:lnTo>
                    <a:pt x="1108069" y="1477505"/>
                  </a:lnTo>
                  <a:lnTo>
                    <a:pt x="1108054" y="1477492"/>
                  </a:lnTo>
                  <a:lnTo>
                    <a:pt x="1108038" y="1477476"/>
                  </a:lnTo>
                  <a:lnTo>
                    <a:pt x="1108033" y="1477471"/>
                  </a:lnTo>
                  <a:lnTo>
                    <a:pt x="1108022" y="1477464"/>
                  </a:lnTo>
                  <a:lnTo>
                    <a:pt x="1108012" y="1477463"/>
                  </a:lnTo>
                  <a:lnTo>
                    <a:pt x="1108007" y="1477464"/>
                  </a:lnTo>
                  <a:lnTo>
                    <a:pt x="1107991" y="1477467"/>
                  </a:lnTo>
                  <a:lnTo>
                    <a:pt x="1107975" y="1477470"/>
                  </a:lnTo>
                  <a:lnTo>
                    <a:pt x="1107966" y="1477471"/>
                  </a:lnTo>
                  <a:lnTo>
                    <a:pt x="1107959" y="1477468"/>
                  </a:lnTo>
                  <a:lnTo>
                    <a:pt x="1107950" y="1477463"/>
                  </a:lnTo>
                  <a:lnTo>
                    <a:pt x="1107943" y="1477458"/>
                  </a:lnTo>
                  <a:lnTo>
                    <a:pt x="1107936" y="1477452"/>
                  </a:lnTo>
                  <a:lnTo>
                    <a:pt x="1107930" y="1477450"/>
                  </a:lnTo>
                  <a:lnTo>
                    <a:pt x="1107923" y="1477450"/>
                  </a:lnTo>
                  <a:lnTo>
                    <a:pt x="1107918" y="1477451"/>
                  </a:lnTo>
                  <a:lnTo>
                    <a:pt x="1107906" y="1477454"/>
                  </a:lnTo>
                  <a:lnTo>
                    <a:pt x="1107901" y="1477454"/>
                  </a:lnTo>
                  <a:lnTo>
                    <a:pt x="1107885" y="1477458"/>
                  </a:lnTo>
                  <a:lnTo>
                    <a:pt x="1107869" y="1477459"/>
                  </a:lnTo>
                  <a:lnTo>
                    <a:pt x="1107861" y="1477460"/>
                  </a:lnTo>
                  <a:lnTo>
                    <a:pt x="1107853" y="1477463"/>
                  </a:lnTo>
                  <a:lnTo>
                    <a:pt x="1107837" y="1477470"/>
                  </a:lnTo>
                  <a:lnTo>
                    <a:pt x="1107830" y="1477472"/>
                  </a:lnTo>
                  <a:lnTo>
                    <a:pt x="1107822" y="1477472"/>
                  </a:lnTo>
                  <a:lnTo>
                    <a:pt x="1107806" y="1477473"/>
                  </a:lnTo>
                  <a:lnTo>
                    <a:pt x="1107791" y="1477476"/>
                  </a:lnTo>
                  <a:lnTo>
                    <a:pt x="1107780" y="1477492"/>
                  </a:lnTo>
                  <a:lnTo>
                    <a:pt x="1107775" y="1477510"/>
                  </a:lnTo>
                  <a:lnTo>
                    <a:pt x="1107767" y="1477526"/>
                  </a:lnTo>
                  <a:lnTo>
                    <a:pt x="1107761" y="1477543"/>
                  </a:lnTo>
                  <a:lnTo>
                    <a:pt x="1107752" y="1477559"/>
                  </a:lnTo>
                  <a:lnTo>
                    <a:pt x="1107743" y="1477577"/>
                  </a:lnTo>
                  <a:lnTo>
                    <a:pt x="1107730" y="1477593"/>
                  </a:lnTo>
                  <a:lnTo>
                    <a:pt x="1107716" y="1477608"/>
                  </a:lnTo>
                  <a:lnTo>
                    <a:pt x="1107700" y="1477620"/>
                  </a:lnTo>
                  <a:lnTo>
                    <a:pt x="1107684" y="1477627"/>
                  </a:lnTo>
                  <a:lnTo>
                    <a:pt x="1107668" y="1477639"/>
                  </a:lnTo>
                  <a:lnTo>
                    <a:pt x="1107655" y="1477649"/>
                  </a:lnTo>
                  <a:lnTo>
                    <a:pt x="1107641" y="1477641"/>
                  </a:lnTo>
                  <a:lnTo>
                    <a:pt x="1107638" y="1477636"/>
                  </a:lnTo>
                  <a:lnTo>
                    <a:pt x="1107625" y="1477620"/>
                  </a:lnTo>
                  <a:lnTo>
                    <a:pt x="1107614" y="1477604"/>
                  </a:lnTo>
                  <a:lnTo>
                    <a:pt x="1107608" y="1477587"/>
                  </a:lnTo>
                  <a:lnTo>
                    <a:pt x="1107603" y="1477570"/>
                  </a:lnTo>
                  <a:lnTo>
                    <a:pt x="1107598" y="1477554"/>
                  </a:lnTo>
                  <a:lnTo>
                    <a:pt x="1107592" y="1477537"/>
                  </a:lnTo>
                  <a:lnTo>
                    <a:pt x="1107587" y="1477525"/>
                  </a:lnTo>
                  <a:lnTo>
                    <a:pt x="1107584" y="1477520"/>
                  </a:lnTo>
                  <a:lnTo>
                    <a:pt x="1107577" y="1477503"/>
                  </a:lnTo>
                  <a:lnTo>
                    <a:pt x="1107567" y="1477487"/>
                  </a:lnTo>
                  <a:lnTo>
                    <a:pt x="1107558" y="1477470"/>
                  </a:lnTo>
                  <a:lnTo>
                    <a:pt x="1107548" y="1477453"/>
                  </a:lnTo>
                  <a:lnTo>
                    <a:pt x="1107539" y="1477437"/>
                  </a:lnTo>
                  <a:lnTo>
                    <a:pt x="1107526" y="1477420"/>
                  </a:lnTo>
                  <a:lnTo>
                    <a:pt x="1107516" y="1477411"/>
                  </a:lnTo>
                  <a:lnTo>
                    <a:pt x="1107510" y="1477409"/>
                  </a:lnTo>
                  <a:lnTo>
                    <a:pt x="1107494" y="1477404"/>
                  </a:lnTo>
                  <a:lnTo>
                    <a:pt x="1107479" y="1477403"/>
                  </a:lnTo>
                  <a:lnTo>
                    <a:pt x="1107463" y="1477405"/>
                  </a:lnTo>
                  <a:lnTo>
                    <a:pt x="1107447" y="1477405"/>
                  </a:lnTo>
                  <a:lnTo>
                    <a:pt x="1107431" y="1477405"/>
                  </a:lnTo>
                  <a:lnTo>
                    <a:pt x="1107415" y="1477404"/>
                  </a:lnTo>
                  <a:lnTo>
                    <a:pt x="1107399" y="1477401"/>
                  </a:lnTo>
                  <a:lnTo>
                    <a:pt x="1107383" y="1477394"/>
                  </a:lnTo>
                  <a:lnTo>
                    <a:pt x="1107367" y="1477389"/>
                  </a:lnTo>
                  <a:lnTo>
                    <a:pt x="1107352" y="1477386"/>
                  </a:lnTo>
                  <a:lnTo>
                    <a:pt x="1107336" y="1477383"/>
                  </a:lnTo>
                  <a:lnTo>
                    <a:pt x="1107320" y="1477376"/>
                  </a:lnTo>
                  <a:lnTo>
                    <a:pt x="1107309" y="1477374"/>
                  </a:lnTo>
                  <a:lnTo>
                    <a:pt x="1107304" y="1477370"/>
                  </a:lnTo>
                  <a:lnTo>
                    <a:pt x="1107296" y="1477365"/>
                  </a:lnTo>
                  <a:lnTo>
                    <a:pt x="1107290" y="1477357"/>
                  </a:lnTo>
                  <a:lnTo>
                    <a:pt x="1107277" y="1477341"/>
                  </a:lnTo>
                  <a:lnTo>
                    <a:pt x="1107269" y="1477333"/>
                  </a:lnTo>
                  <a:lnTo>
                    <a:pt x="1107263" y="1477328"/>
                  </a:lnTo>
                  <a:lnTo>
                    <a:pt x="1107247" y="1477317"/>
                  </a:lnTo>
                  <a:lnTo>
                    <a:pt x="1107238" y="1477310"/>
                  </a:lnTo>
                  <a:lnTo>
                    <a:pt x="1107233" y="1477302"/>
                  </a:lnTo>
                  <a:lnTo>
                    <a:pt x="1107223" y="1477286"/>
                  </a:lnTo>
                  <a:lnTo>
                    <a:pt x="1107217" y="1477280"/>
                  </a:lnTo>
                  <a:lnTo>
                    <a:pt x="1107212" y="1477270"/>
                  </a:lnTo>
                  <a:lnTo>
                    <a:pt x="1107199" y="1477254"/>
                  </a:lnTo>
                  <a:lnTo>
                    <a:pt x="1107184" y="1477240"/>
                  </a:lnTo>
                  <a:lnTo>
                    <a:pt x="1107167" y="1477225"/>
                  </a:lnTo>
                  <a:lnTo>
                    <a:pt x="1107152" y="1477214"/>
                  </a:lnTo>
                  <a:lnTo>
                    <a:pt x="1107136" y="1477205"/>
                  </a:lnTo>
                  <a:lnTo>
                    <a:pt x="1107120" y="1477202"/>
                  </a:lnTo>
                  <a:lnTo>
                    <a:pt x="1107104" y="1477196"/>
                  </a:lnTo>
                  <a:lnTo>
                    <a:pt x="1107090" y="1477191"/>
                  </a:lnTo>
                  <a:lnTo>
                    <a:pt x="1107079" y="1477185"/>
                  </a:lnTo>
                  <a:lnTo>
                    <a:pt x="1107074" y="1477184"/>
                  </a:lnTo>
                  <a:lnTo>
                    <a:pt x="1107057" y="1477176"/>
                  </a:lnTo>
                  <a:lnTo>
                    <a:pt x="1107041" y="1477171"/>
                  </a:lnTo>
                  <a:lnTo>
                    <a:pt x="1107025" y="1477165"/>
                  </a:lnTo>
                  <a:lnTo>
                    <a:pt x="1107009" y="1477161"/>
                  </a:lnTo>
                  <a:lnTo>
                    <a:pt x="1106993" y="1477157"/>
                  </a:lnTo>
                  <a:lnTo>
                    <a:pt x="1106977" y="1477153"/>
                  </a:lnTo>
                  <a:lnTo>
                    <a:pt x="1106962" y="1477149"/>
                  </a:lnTo>
                  <a:lnTo>
                    <a:pt x="1106946" y="1477146"/>
                  </a:lnTo>
                  <a:lnTo>
                    <a:pt x="1106933" y="1477144"/>
                  </a:lnTo>
                  <a:lnTo>
                    <a:pt x="1106922" y="1477141"/>
                  </a:lnTo>
                  <a:lnTo>
                    <a:pt x="1106914" y="1477138"/>
                  </a:lnTo>
                  <a:lnTo>
                    <a:pt x="1106898" y="1477134"/>
                  </a:lnTo>
                  <a:lnTo>
                    <a:pt x="1106885" y="1477124"/>
                  </a:lnTo>
                  <a:lnTo>
                    <a:pt x="1106868" y="1477107"/>
                  </a:lnTo>
                  <a:lnTo>
                    <a:pt x="1106852" y="1477090"/>
                  </a:lnTo>
                  <a:lnTo>
                    <a:pt x="1106836" y="1477076"/>
                  </a:lnTo>
                  <a:lnTo>
                    <a:pt x="1106820" y="1477065"/>
                  </a:lnTo>
                  <a:lnTo>
                    <a:pt x="1106804" y="1477059"/>
                  </a:lnTo>
                  <a:lnTo>
                    <a:pt x="1106788" y="1477055"/>
                  </a:lnTo>
                  <a:lnTo>
                    <a:pt x="1106772" y="1477043"/>
                  </a:lnTo>
                  <a:lnTo>
                    <a:pt x="1106756" y="1477035"/>
                  </a:lnTo>
                  <a:lnTo>
                    <a:pt x="1106741" y="1477031"/>
                  </a:lnTo>
                  <a:lnTo>
                    <a:pt x="1106725" y="1477025"/>
                  </a:lnTo>
                  <a:lnTo>
                    <a:pt x="1106709" y="1477016"/>
                  </a:lnTo>
                  <a:lnTo>
                    <a:pt x="1106693" y="1477006"/>
                  </a:lnTo>
                  <a:lnTo>
                    <a:pt x="1106677" y="1476997"/>
                  </a:lnTo>
                  <a:lnTo>
                    <a:pt x="1106661" y="1476989"/>
                  </a:lnTo>
                  <a:lnTo>
                    <a:pt x="1106645" y="1476980"/>
                  </a:lnTo>
                  <a:lnTo>
                    <a:pt x="1106629" y="1476975"/>
                  </a:lnTo>
                  <a:lnTo>
                    <a:pt x="1106614" y="1476969"/>
                  </a:lnTo>
                  <a:lnTo>
                    <a:pt x="1106598" y="1476965"/>
                  </a:lnTo>
                  <a:lnTo>
                    <a:pt x="1106582" y="1476961"/>
                  </a:lnTo>
                  <a:lnTo>
                    <a:pt x="1106566" y="1476959"/>
                  </a:lnTo>
                  <a:lnTo>
                    <a:pt x="1106550" y="1476956"/>
                  </a:lnTo>
                  <a:lnTo>
                    <a:pt x="1106534" y="1476952"/>
                  </a:lnTo>
                  <a:lnTo>
                    <a:pt x="1106518" y="1476948"/>
                  </a:lnTo>
                  <a:lnTo>
                    <a:pt x="1106502" y="1476942"/>
                  </a:lnTo>
                  <a:lnTo>
                    <a:pt x="1106487" y="1476937"/>
                  </a:lnTo>
                  <a:lnTo>
                    <a:pt x="1106471" y="1476931"/>
                  </a:lnTo>
                  <a:lnTo>
                    <a:pt x="1106463" y="1476929"/>
                  </a:lnTo>
                  <a:lnTo>
                    <a:pt x="1106453" y="1476929"/>
                  </a:lnTo>
                  <a:lnTo>
                    <a:pt x="1106440" y="1476934"/>
                  </a:lnTo>
                  <a:lnTo>
                    <a:pt x="1106415" y="1476952"/>
                  </a:lnTo>
                  <a:lnTo>
                    <a:pt x="1106400" y="1476962"/>
                  </a:lnTo>
                  <a:lnTo>
                    <a:pt x="1106384" y="1476968"/>
                  </a:lnTo>
                  <a:lnTo>
                    <a:pt x="1106368" y="1476975"/>
                  </a:lnTo>
                  <a:lnTo>
                    <a:pt x="1106361" y="1476977"/>
                  </a:lnTo>
                  <a:lnTo>
                    <a:pt x="1106352" y="1476977"/>
                  </a:lnTo>
                  <a:lnTo>
                    <a:pt x="1106336" y="1476980"/>
                  </a:lnTo>
                  <a:lnTo>
                    <a:pt x="1106320" y="1476983"/>
                  </a:lnTo>
                  <a:lnTo>
                    <a:pt x="1106304" y="1476987"/>
                  </a:lnTo>
                  <a:lnTo>
                    <a:pt x="1106288" y="1476990"/>
                  </a:lnTo>
                  <a:lnTo>
                    <a:pt x="1106273" y="1476992"/>
                  </a:lnTo>
                  <a:lnTo>
                    <a:pt x="1106257" y="1476990"/>
                  </a:lnTo>
                  <a:lnTo>
                    <a:pt x="1106241" y="1476984"/>
                  </a:lnTo>
                  <a:lnTo>
                    <a:pt x="1106225" y="1476976"/>
                  </a:lnTo>
                  <a:lnTo>
                    <a:pt x="1106209" y="1476971"/>
                  </a:lnTo>
                  <a:lnTo>
                    <a:pt x="1106193" y="1476967"/>
                  </a:lnTo>
                  <a:lnTo>
                    <a:pt x="1106178" y="1476962"/>
                  </a:lnTo>
                  <a:lnTo>
                    <a:pt x="1106161" y="1476959"/>
                  </a:lnTo>
                  <a:lnTo>
                    <a:pt x="1106146" y="1476955"/>
                  </a:lnTo>
                  <a:lnTo>
                    <a:pt x="1106131" y="1476951"/>
                  </a:lnTo>
                  <a:lnTo>
                    <a:pt x="1106114" y="1476934"/>
                  </a:lnTo>
                  <a:lnTo>
                    <a:pt x="1106102" y="1476918"/>
                  </a:lnTo>
                  <a:lnTo>
                    <a:pt x="1106096" y="1476911"/>
                  </a:lnTo>
                  <a:lnTo>
                    <a:pt x="1106086" y="1476905"/>
                  </a:lnTo>
                  <a:lnTo>
                    <a:pt x="1106073" y="1476901"/>
                  </a:lnTo>
                  <a:lnTo>
                    <a:pt x="1106055" y="1476902"/>
                  </a:lnTo>
                  <a:lnTo>
                    <a:pt x="1106039" y="1476903"/>
                  </a:lnTo>
                  <a:lnTo>
                    <a:pt x="1106023" y="1476902"/>
                  </a:lnTo>
                  <a:lnTo>
                    <a:pt x="1106007" y="1476894"/>
                  </a:lnTo>
                  <a:lnTo>
                    <a:pt x="1105991" y="1476882"/>
                  </a:lnTo>
                  <a:lnTo>
                    <a:pt x="1105975" y="1476868"/>
                  </a:lnTo>
                  <a:lnTo>
                    <a:pt x="1105959" y="1476855"/>
                  </a:lnTo>
                  <a:lnTo>
                    <a:pt x="1105944" y="1476843"/>
                  </a:lnTo>
                  <a:lnTo>
                    <a:pt x="1105920" y="1476825"/>
                  </a:lnTo>
                  <a:lnTo>
                    <a:pt x="1105912" y="1476822"/>
                  </a:lnTo>
                  <a:lnTo>
                    <a:pt x="1105896" y="1476818"/>
                  </a:lnTo>
                  <a:lnTo>
                    <a:pt x="1105880" y="1476816"/>
                  </a:lnTo>
                  <a:lnTo>
                    <a:pt x="1105865" y="1476811"/>
                  </a:lnTo>
                  <a:lnTo>
                    <a:pt x="1105849" y="1476805"/>
                  </a:lnTo>
                  <a:lnTo>
                    <a:pt x="1105833" y="1476797"/>
                  </a:lnTo>
                  <a:lnTo>
                    <a:pt x="1105817" y="1476788"/>
                  </a:lnTo>
                  <a:lnTo>
                    <a:pt x="1105801" y="1476778"/>
                  </a:lnTo>
                  <a:lnTo>
                    <a:pt x="1105785" y="1476769"/>
                  </a:lnTo>
                  <a:lnTo>
                    <a:pt x="1105775" y="1476766"/>
                  </a:lnTo>
                  <a:lnTo>
                    <a:pt x="1105769" y="1476761"/>
                  </a:lnTo>
                  <a:lnTo>
                    <a:pt x="1105753" y="1476756"/>
                  </a:lnTo>
                  <a:lnTo>
                    <a:pt x="1105738" y="1476751"/>
                  </a:lnTo>
                  <a:lnTo>
                    <a:pt x="1105722" y="1476750"/>
                  </a:lnTo>
                  <a:lnTo>
                    <a:pt x="1105706" y="1476752"/>
                  </a:lnTo>
                  <a:lnTo>
                    <a:pt x="1105690" y="1476756"/>
                  </a:lnTo>
                  <a:lnTo>
                    <a:pt x="1105674" y="1476762"/>
                  </a:lnTo>
                  <a:lnTo>
                    <a:pt x="1105658" y="1476771"/>
                  </a:lnTo>
                  <a:lnTo>
                    <a:pt x="1105642" y="1476781"/>
                  </a:lnTo>
                  <a:lnTo>
                    <a:pt x="1105626" y="1476795"/>
                  </a:lnTo>
                  <a:lnTo>
                    <a:pt x="1105610" y="1476811"/>
                  </a:lnTo>
                  <a:lnTo>
                    <a:pt x="1105594" y="1476827"/>
                  </a:lnTo>
                  <a:lnTo>
                    <a:pt x="1105581" y="1476836"/>
                  </a:lnTo>
                  <a:lnTo>
                    <a:pt x="1105563" y="1476838"/>
                  </a:lnTo>
                  <a:lnTo>
                    <a:pt x="1105547" y="1476834"/>
                  </a:lnTo>
                  <a:lnTo>
                    <a:pt x="1105531" y="1476827"/>
                  </a:lnTo>
                  <a:lnTo>
                    <a:pt x="1105515" y="1476817"/>
                  </a:lnTo>
                  <a:lnTo>
                    <a:pt x="1105499" y="1476805"/>
                  </a:lnTo>
                  <a:lnTo>
                    <a:pt x="1105483" y="1476794"/>
                  </a:lnTo>
                  <a:lnTo>
                    <a:pt x="1105467" y="1476782"/>
                  </a:lnTo>
                  <a:lnTo>
                    <a:pt x="1105459" y="1476778"/>
                  </a:lnTo>
                  <a:lnTo>
                    <a:pt x="1105451" y="1476771"/>
                  </a:lnTo>
                  <a:lnTo>
                    <a:pt x="1105439" y="1476755"/>
                  </a:lnTo>
                  <a:lnTo>
                    <a:pt x="1105427" y="1476738"/>
                  </a:lnTo>
                  <a:lnTo>
                    <a:pt x="1105419" y="1476721"/>
                  </a:lnTo>
                  <a:lnTo>
                    <a:pt x="1105415" y="1476713"/>
                  </a:lnTo>
                  <a:lnTo>
                    <a:pt x="1105412" y="1476704"/>
                  </a:lnTo>
                  <a:lnTo>
                    <a:pt x="1105405" y="1476687"/>
                  </a:lnTo>
                  <a:lnTo>
                    <a:pt x="1105400" y="1476671"/>
                  </a:lnTo>
                  <a:lnTo>
                    <a:pt x="1105399" y="1476663"/>
                  </a:lnTo>
                  <a:lnTo>
                    <a:pt x="1105395" y="1476654"/>
                  </a:lnTo>
                  <a:lnTo>
                    <a:pt x="1105393" y="1476645"/>
                  </a:lnTo>
                  <a:lnTo>
                    <a:pt x="1105391" y="1476638"/>
                  </a:lnTo>
                  <a:lnTo>
                    <a:pt x="1105385" y="1476621"/>
                  </a:lnTo>
                  <a:lnTo>
                    <a:pt x="1105381" y="1476609"/>
                  </a:lnTo>
                  <a:lnTo>
                    <a:pt x="1105378" y="1476604"/>
                  </a:lnTo>
                  <a:lnTo>
                    <a:pt x="1105376" y="1476598"/>
                  </a:lnTo>
                  <a:lnTo>
                    <a:pt x="1105369" y="1476588"/>
                  </a:lnTo>
                  <a:lnTo>
                    <a:pt x="1105362" y="1476572"/>
                  </a:lnTo>
                  <a:lnTo>
                    <a:pt x="1105357" y="1476556"/>
                  </a:lnTo>
                  <a:lnTo>
                    <a:pt x="1105356" y="1476537"/>
                  </a:lnTo>
                  <a:lnTo>
                    <a:pt x="1105355" y="1476521"/>
                  </a:lnTo>
                  <a:lnTo>
                    <a:pt x="1105354" y="1476504"/>
                  </a:lnTo>
                  <a:lnTo>
                    <a:pt x="1105353" y="1476487"/>
                  </a:lnTo>
                  <a:lnTo>
                    <a:pt x="1105351" y="1476471"/>
                  </a:lnTo>
                  <a:lnTo>
                    <a:pt x="1105346" y="1476454"/>
                  </a:lnTo>
                  <a:lnTo>
                    <a:pt x="1105333" y="1476438"/>
                  </a:lnTo>
                  <a:lnTo>
                    <a:pt x="1105317" y="1476426"/>
                  </a:lnTo>
                  <a:lnTo>
                    <a:pt x="1105301" y="1476417"/>
                  </a:lnTo>
                  <a:lnTo>
                    <a:pt x="1105270" y="1476407"/>
                  </a:lnTo>
                  <a:lnTo>
                    <a:pt x="1105261" y="1476405"/>
                  </a:lnTo>
                  <a:lnTo>
                    <a:pt x="1105252" y="1476405"/>
                  </a:lnTo>
                  <a:lnTo>
                    <a:pt x="1105248" y="1476403"/>
                  </a:lnTo>
                  <a:lnTo>
                    <a:pt x="1105236" y="1476402"/>
                  </a:lnTo>
                  <a:lnTo>
                    <a:pt x="1105221" y="1476399"/>
                  </a:lnTo>
                  <a:lnTo>
                    <a:pt x="1105205" y="1476397"/>
                  </a:lnTo>
                  <a:lnTo>
                    <a:pt x="1105189" y="1476396"/>
                  </a:lnTo>
                  <a:lnTo>
                    <a:pt x="1105173" y="1476392"/>
                  </a:lnTo>
                  <a:lnTo>
                    <a:pt x="1105164" y="1476390"/>
                  </a:lnTo>
                  <a:lnTo>
                    <a:pt x="1105157" y="1476386"/>
                  </a:lnTo>
                  <a:lnTo>
                    <a:pt x="1105141" y="1476377"/>
                  </a:lnTo>
                  <a:lnTo>
                    <a:pt x="1105125" y="1476369"/>
                  </a:lnTo>
                  <a:lnTo>
                    <a:pt x="1105109" y="1476361"/>
                  </a:lnTo>
                  <a:lnTo>
                    <a:pt x="1105094" y="1476355"/>
                  </a:lnTo>
                  <a:lnTo>
                    <a:pt x="1105086" y="1476353"/>
                  </a:lnTo>
                  <a:lnTo>
                    <a:pt x="1105078" y="1476353"/>
                  </a:lnTo>
                  <a:lnTo>
                    <a:pt x="1105062" y="1476354"/>
                  </a:lnTo>
                  <a:lnTo>
                    <a:pt x="1105046" y="1476355"/>
                  </a:lnTo>
                  <a:lnTo>
                    <a:pt x="1105030" y="1476356"/>
                  </a:lnTo>
                  <a:lnTo>
                    <a:pt x="1105014" y="1476359"/>
                  </a:lnTo>
                  <a:lnTo>
                    <a:pt x="1104998" y="1476358"/>
                  </a:lnTo>
                  <a:lnTo>
                    <a:pt x="1104982" y="1476358"/>
                  </a:lnTo>
                  <a:lnTo>
                    <a:pt x="1104971" y="1476354"/>
                  </a:lnTo>
                  <a:lnTo>
                    <a:pt x="1104966" y="1476351"/>
                  </a:lnTo>
                  <a:lnTo>
                    <a:pt x="1104955" y="1476340"/>
                  </a:lnTo>
                  <a:lnTo>
                    <a:pt x="1104953" y="1476336"/>
                  </a:lnTo>
                  <a:lnTo>
                    <a:pt x="1104941" y="1476319"/>
                  </a:lnTo>
                  <a:lnTo>
                    <a:pt x="1104927" y="1476303"/>
                  </a:lnTo>
                  <a:lnTo>
                    <a:pt x="1104912" y="1476290"/>
                  </a:lnTo>
                  <a:lnTo>
                    <a:pt x="1104898" y="1476282"/>
                  </a:lnTo>
                  <a:lnTo>
                    <a:pt x="1104880" y="1476274"/>
                  </a:lnTo>
                  <a:lnTo>
                    <a:pt x="1104872" y="1476268"/>
                  </a:lnTo>
                  <a:lnTo>
                    <a:pt x="1104868" y="1476261"/>
                  </a:lnTo>
                  <a:lnTo>
                    <a:pt x="1104861" y="1476247"/>
                  </a:lnTo>
                  <a:lnTo>
                    <a:pt x="1104857" y="1476243"/>
                  </a:lnTo>
                  <a:lnTo>
                    <a:pt x="1104841" y="1476229"/>
                  </a:lnTo>
                  <a:lnTo>
                    <a:pt x="1104829" y="1476222"/>
                  </a:lnTo>
                  <a:lnTo>
                    <a:pt x="1104823" y="1476217"/>
                  </a:lnTo>
                  <a:lnTo>
                    <a:pt x="1104817" y="1476211"/>
                  </a:lnTo>
                  <a:lnTo>
                    <a:pt x="1104810" y="1476203"/>
                  </a:lnTo>
                  <a:lnTo>
                    <a:pt x="1104798" y="1476187"/>
                  </a:lnTo>
                  <a:lnTo>
                    <a:pt x="1104796" y="1476181"/>
                  </a:lnTo>
                  <a:lnTo>
                    <a:pt x="1104786" y="1476150"/>
                  </a:lnTo>
                  <a:lnTo>
                    <a:pt x="1104784" y="1476141"/>
                  </a:lnTo>
                  <a:lnTo>
                    <a:pt x="1104780" y="1476133"/>
                  </a:lnTo>
                  <a:lnTo>
                    <a:pt x="1104774" y="1476117"/>
                  </a:lnTo>
                  <a:lnTo>
                    <a:pt x="1104766" y="1476100"/>
                  </a:lnTo>
                  <a:lnTo>
                    <a:pt x="1104755" y="1476083"/>
                  </a:lnTo>
                  <a:lnTo>
                    <a:pt x="1104745" y="1476067"/>
                  </a:lnTo>
                  <a:lnTo>
                    <a:pt x="1104737" y="1476057"/>
                  </a:lnTo>
                  <a:lnTo>
                    <a:pt x="1104735" y="1476050"/>
                  </a:lnTo>
                  <a:lnTo>
                    <a:pt x="1104732" y="1476033"/>
                  </a:lnTo>
                  <a:lnTo>
                    <a:pt x="1104726" y="1476016"/>
                  </a:lnTo>
                  <a:lnTo>
                    <a:pt x="1104715" y="1476000"/>
                  </a:lnTo>
                  <a:lnTo>
                    <a:pt x="1104703" y="1475983"/>
                  </a:lnTo>
                  <a:lnTo>
                    <a:pt x="1104693" y="1475966"/>
                  </a:lnTo>
                  <a:lnTo>
                    <a:pt x="1104685" y="1475950"/>
                  </a:lnTo>
                  <a:lnTo>
                    <a:pt x="1104673" y="1475933"/>
                  </a:lnTo>
                  <a:lnTo>
                    <a:pt x="1104659" y="1475924"/>
                  </a:lnTo>
                  <a:lnTo>
                    <a:pt x="1104650" y="1475922"/>
                  </a:lnTo>
                  <a:lnTo>
                    <a:pt x="1104641" y="1475922"/>
                  </a:lnTo>
                  <a:lnTo>
                    <a:pt x="1104626" y="1475923"/>
                  </a:lnTo>
                  <a:lnTo>
                    <a:pt x="1104610" y="1475921"/>
                  </a:lnTo>
                  <a:lnTo>
                    <a:pt x="1104598" y="1475915"/>
                  </a:lnTo>
                  <a:lnTo>
                    <a:pt x="1104594" y="1475910"/>
                  </a:lnTo>
                  <a:lnTo>
                    <a:pt x="1104581" y="1475894"/>
                  </a:lnTo>
                  <a:lnTo>
                    <a:pt x="1104574" y="1475877"/>
                  </a:lnTo>
                  <a:lnTo>
                    <a:pt x="1104567" y="1475860"/>
                  </a:lnTo>
                  <a:lnTo>
                    <a:pt x="1104560" y="1475844"/>
                  </a:lnTo>
                  <a:lnTo>
                    <a:pt x="1104555" y="1475832"/>
                  </a:lnTo>
                  <a:lnTo>
                    <a:pt x="1104555" y="1475825"/>
                  </a:lnTo>
                  <a:lnTo>
                    <a:pt x="1104559" y="1475816"/>
                  </a:lnTo>
                  <a:lnTo>
                    <a:pt x="1104563" y="1475810"/>
                  </a:lnTo>
                  <a:lnTo>
                    <a:pt x="1104575" y="1475794"/>
                  </a:lnTo>
                  <a:lnTo>
                    <a:pt x="1104585" y="1475777"/>
                  </a:lnTo>
                  <a:lnTo>
                    <a:pt x="1104587" y="1475760"/>
                  </a:lnTo>
                  <a:lnTo>
                    <a:pt x="1104584" y="1475745"/>
                  </a:lnTo>
                  <a:lnTo>
                    <a:pt x="1104577" y="1475736"/>
                  </a:lnTo>
                  <a:lnTo>
                    <a:pt x="1104569" y="1475729"/>
                  </a:lnTo>
                  <a:lnTo>
                    <a:pt x="1104553" y="1475717"/>
                  </a:lnTo>
                  <a:lnTo>
                    <a:pt x="1104544" y="1475707"/>
                  </a:lnTo>
                  <a:lnTo>
                    <a:pt x="1104538" y="1475701"/>
                  </a:lnTo>
                  <a:lnTo>
                    <a:pt x="1104528" y="1475688"/>
                  </a:lnTo>
                  <a:lnTo>
                    <a:pt x="1104526" y="1475672"/>
                  </a:lnTo>
                  <a:lnTo>
                    <a:pt x="1104528" y="1475665"/>
                  </a:lnTo>
                  <a:lnTo>
                    <a:pt x="1104532" y="1475652"/>
                  </a:lnTo>
                  <a:lnTo>
                    <a:pt x="1104535" y="1475648"/>
                  </a:lnTo>
                  <a:lnTo>
                    <a:pt x="1104542" y="1475631"/>
                  </a:lnTo>
                  <a:lnTo>
                    <a:pt x="1104548" y="1475621"/>
                  </a:lnTo>
                  <a:lnTo>
                    <a:pt x="1104549" y="1475614"/>
                  </a:lnTo>
                  <a:lnTo>
                    <a:pt x="1104550" y="1475606"/>
                  </a:lnTo>
                  <a:lnTo>
                    <a:pt x="1104548" y="1475598"/>
                  </a:lnTo>
                  <a:lnTo>
                    <a:pt x="1104546" y="1475581"/>
                  </a:lnTo>
                  <a:lnTo>
                    <a:pt x="1104547" y="1475564"/>
                  </a:lnTo>
                  <a:lnTo>
                    <a:pt x="1104547" y="1475548"/>
                  </a:lnTo>
                  <a:lnTo>
                    <a:pt x="1104547" y="1475541"/>
                  </a:lnTo>
                  <a:lnTo>
                    <a:pt x="1104545" y="1475537"/>
                  </a:lnTo>
                  <a:lnTo>
                    <a:pt x="1104542" y="1475531"/>
                  </a:lnTo>
                  <a:lnTo>
                    <a:pt x="1104532" y="1475523"/>
                  </a:lnTo>
                  <a:lnTo>
                    <a:pt x="1104526" y="1475521"/>
                  </a:lnTo>
                  <a:lnTo>
                    <a:pt x="1104510" y="1475517"/>
                  </a:lnTo>
                  <a:lnTo>
                    <a:pt x="1104494" y="1475511"/>
                  </a:lnTo>
                  <a:lnTo>
                    <a:pt x="1104478" y="1475503"/>
                  </a:lnTo>
                  <a:lnTo>
                    <a:pt x="1104462" y="1475493"/>
                  </a:lnTo>
                  <a:lnTo>
                    <a:pt x="1104449" y="1475485"/>
                  </a:lnTo>
                  <a:lnTo>
                    <a:pt x="1104431" y="1475478"/>
                  </a:lnTo>
                  <a:lnTo>
                    <a:pt x="1104415" y="1475474"/>
                  </a:lnTo>
                  <a:lnTo>
                    <a:pt x="1104403" y="1475470"/>
                  </a:lnTo>
                  <a:lnTo>
                    <a:pt x="1104399" y="1475466"/>
                  </a:lnTo>
                  <a:lnTo>
                    <a:pt x="1104394" y="1475462"/>
                  </a:lnTo>
                  <a:lnTo>
                    <a:pt x="1104388" y="1475452"/>
                  </a:lnTo>
                  <a:lnTo>
                    <a:pt x="1104383" y="1475434"/>
                  </a:lnTo>
                  <a:lnTo>
                    <a:pt x="1104381" y="1475417"/>
                  </a:lnTo>
                  <a:lnTo>
                    <a:pt x="1104378" y="1475407"/>
                  </a:lnTo>
                  <a:lnTo>
                    <a:pt x="1104378" y="1475401"/>
                  </a:lnTo>
                  <a:lnTo>
                    <a:pt x="1104374" y="1475384"/>
                  </a:lnTo>
                  <a:lnTo>
                    <a:pt x="1104366" y="1475375"/>
                  </a:lnTo>
                  <a:lnTo>
                    <a:pt x="1104359" y="1475373"/>
                  </a:lnTo>
                  <a:lnTo>
                    <a:pt x="1104343" y="1475373"/>
                  </a:lnTo>
                  <a:lnTo>
                    <a:pt x="1104327" y="1475376"/>
                  </a:lnTo>
                  <a:lnTo>
                    <a:pt x="1104311" y="1475379"/>
                  </a:lnTo>
                  <a:lnTo>
                    <a:pt x="1104295" y="1475387"/>
                  </a:lnTo>
                  <a:lnTo>
                    <a:pt x="1104280" y="1475398"/>
                  </a:lnTo>
                  <a:lnTo>
                    <a:pt x="1104264" y="1475411"/>
                  </a:lnTo>
                  <a:lnTo>
                    <a:pt x="1104248" y="1475418"/>
                  </a:lnTo>
                  <a:lnTo>
                    <a:pt x="1104232" y="1475419"/>
                  </a:lnTo>
                  <a:lnTo>
                    <a:pt x="1104216" y="1475419"/>
                  </a:lnTo>
                  <a:lnTo>
                    <a:pt x="1104200" y="1475418"/>
                  </a:lnTo>
                  <a:lnTo>
                    <a:pt x="1104184" y="1475420"/>
                  </a:lnTo>
                  <a:lnTo>
                    <a:pt x="1104168" y="1475421"/>
                  </a:lnTo>
                  <a:lnTo>
                    <a:pt x="1104156" y="1475422"/>
                  </a:lnTo>
                  <a:lnTo>
                    <a:pt x="1104148" y="1475421"/>
                  </a:lnTo>
                  <a:lnTo>
                    <a:pt x="1104136" y="1475419"/>
                  </a:lnTo>
                  <a:lnTo>
                    <a:pt x="1104125" y="1475420"/>
                  </a:lnTo>
                  <a:lnTo>
                    <a:pt x="1104109" y="1475423"/>
                  </a:lnTo>
                  <a:lnTo>
                    <a:pt x="1104097" y="1475425"/>
                  </a:lnTo>
                  <a:lnTo>
                    <a:pt x="1104095" y="1475421"/>
                  </a:lnTo>
                  <a:lnTo>
                    <a:pt x="1104098" y="1475411"/>
                  </a:lnTo>
                  <a:lnTo>
                    <a:pt x="1104101" y="1475406"/>
                  </a:lnTo>
                  <a:lnTo>
                    <a:pt x="1104111" y="1475389"/>
                  </a:lnTo>
                  <a:lnTo>
                    <a:pt x="1104119" y="1475374"/>
                  </a:lnTo>
                  <a:lnTo>
                    <a:pt x="1104119" y="1475364"/>
                  </a:lnTo>
                  <a:lnTo>
                    <a:pt x="1104116" y="1475357"/>
                  </a:lnTo>
                  <a:lnTo>
                    <a:pt x="1104102" y="1475339"/>
                  </a:lnTo>
                  <a:lnTo>
                    <a:pt x="1104094" y="1475331"/>
                  </a:lnTo>
                  <a:lnTo>
                    <a:pt x="1104089" y="1475322"/>
                  </a:lnTo>
                  <a:lnTo>
                    <a:pt x="1104085" y="1475313"/>
                  </a:lnTo>
                  <a:lnTo>
                    <a:pt x="1104078" y="1475305"/>
                  </a:lnTo>
                  <a:lnTo>
                    <a:pt x="1104070" y="1475298"/>
                  </a:lnTo>
                  <a:lnTo>
                    <a:pt x="1104064" y="1475294"/>
                  </a:lnTo>
                  <a:lnTo>
                    <a:pt x="1104048" y="1475289"/>
                  </a:lnTo>
                  <a:lnTo>
                    <a:pt x="1104023" y="1475276"/>
                  </a:lnTo>
                  <a:lnTo>
                    <a:pt x="1104006" y="1475264"/>
                  </a:lnTo>
                  <a:lnTo>
                    <a:pt x="1103999" y="1475260"/>
                  </a:lnTo>
                  <a:lnTo>
                    <a:pt x="1103988" y="1475255"/>
                  </a:lnTo>
                  <a:lnTo>
                    <a:pt x="1103960" y="1475246"/>
                  </a:lnTo>
                  <a:lnTo>
                    <a:pt x="1103944" y="1475242"/>
                  </a:lnTo>
                  <a:lnTo>
                    <a:pt x="1103928" y="1475236"/>
                  </a:lnTo>
                  <a:lnTo>
                    <a:pt x="1103922" y="1475235"/>
                  </a:lnTo>
                  <a:lnTo>
                    <a:pt x="1103917" y="1475231"/>
                  </a:lnTo>
                  <a:lnTo>
                    <a:pt x="1103912" y="1475228"/>
                  </a:lnTo>
                  <a:lnTo>
                    <a:pt x="1103906" y="1475219"/>
                  </a:lnTo>
                  <a:lnTo>
                    <a:pt x="1103903" y="1475211"/>
                  </a:lnTo>
                  <a:lnTo>
                    <a:pt x="1103900" y="1475195"/>
                  </a:lnTo>
                  <a:lnTo>
                    <a:pt x="1103896" y="1475180"/>
                  </a:lnTo>
                  <a:lnTo>
                    <a:pt x="1103894" y="1475161"/>
                  </a:lnTo>
                  <a:lnTo>
                    <a:pt x="1103894" y="1475145"/>
                  </a:lnTo>
                  <a:lnTo>
                    <a:pt x="1103894" y="1475128"/>
                  </a:lnTo>
                  <a:lnTo>
                    <a:pt x="1103890" y="1475111"/>
                  </a:lnTo>
                  <a:lnTo>
                    <a:pt x="1103886" y="1475095"/>
                  </a:lnTo>
                  <a:lnTo>
                    <a:pt x="1103880" y="1475078"/>
                  </a:lnTo>
                  <a:lnTo>
                    <a:pt x="1103872" y="1475061"/>
                  </a:lnTo>
                  <a:lnTo>
                    <a:pt x="1103862" y="1475044"/>
                  </a:lnTo>
                  <a:lnTo>
                    <a:pt x="1103849" y="1475029"/>
                  </a:lnTo>
                  <a:lnTo>
                    <a:pt x="1103834" y="1475015"/>
                  </a:lnTo>
                  <a:lnTo>
                    <a:pt x="1103826" y="1475011"/>
                  </a:lnTo>
                  <a:lnTo>
                    <a:pt x="1103818" y="1475010"/>
                  </a:lnTo>
                  <a:lnTo>
                    <a:pt x="1103803" y="1475008"/>
                  </a:lnTo>
                  <a:lnTo>
                    <a:pt x="1103787" y="1475007"/>
                  </a:lnTo>
                  <a:lnTo>
                    <a:pt x="1103771" y="1475005"/>
                  </a:lnTo>
                  <a:lnTo>
                    <a:pt x="1103755" y="1475006"/>
                  </a:lnTo>
                  <a:lnTo>
                    <a:pt x="1103739" y="1475006"/>
                  </a:lnTo>
                  <a:lnTo>
                    <a:pt x="1103723" y="1475008"/>
                  </a:lnTo>
                  <a:lnTo>
                    <a:pt x="1103707" y="1475009"/>
                  </a:lnTo>
                  <a:lnTo>
                    <a:pt x="1103692" y="1475012"/>
                  </a:lnTo>
                  <a:lnTo>
                    <a:pt x="1103680" y="1475016"/>
                  </a:lnTo>
                  <a:lnTo>
                    <a:pt x="1103675" y="1475020"/>
                  </a:lnTo>
                  <a:lnTo>
                    <a:pt x="1103662" y="1475036"/>
                  </a:lnTo>
                  <a:lnTo>
                    <a:pt x="1103653" y="1475053"/>
                  </a:lnTo>
                  <a:lnTo>
                    <a:pt x="1103647" y="1475071"/>
                  </a:lnTo>
                  <a:lnTo>
                    <a:pt x="1103639" y="1475086"/>
                  </a:lnTo>
                  <a:lnTo>
                    <a:pt x="1103627" y="1475100"/>
                  </a:lnTo>
                  <a:lnTo>
                    <a:pt x="1103610" y="1475105"/>
                  </a:lnTo>
                  <a:lnTo>
                    <a:pt x="1103594" y="1475109"/>
                  </a:lnTo>
                  <a:lnTo>
                    <a:pt x="1103578" y="1475114"/>
                  </a:lnTo>
                  <a:lnTo>
                    <a:pt x="1103562" y="1475121"/>
                  </a:lnTo>
                  <a:lnTo>
                    <a:pt x="1103546" y="1475126"/>
                  </a:lnTo>
                  <a:lnTo>
                    <a:pt x="1103530" y="1475136"/>
                  </a:lnTo>
                  <a:lnTo>
                    <a:pt x="1103514" y="1475152"/>
                  </a:lnTo>
                  <a:lnTo>
                    <a:pt x="1103502" y="1475168"/>
                  </a:lnTo>
                  <a:lnTo>
                    <a:pt x="1103494" y="1475181"/>
                  </a:lnTo>
                  <a:lnTo>
                    <a:pt x="1103490" y="1475184"/>
                  </a:lnTo>
                  <a:lnTo>
                    <a:pt x="1103484" y="1475188"/>
                  </a:lnTo>
                  <a:lnTo>
                    <a:pt x="1103463" y="1475195"/>
                  </a:lnTo>
                  <a:lnTo>
                    <a:pt x="1103455" y="1475195"/>
                  </a:lnTo>
                  <a:lnTo>
                    <a:pt x="1103445" y="1475191"/>
                  </a:lnTo>
                  <a:lnTo>
                    <a:pt x="1103429" y="1475187"/>
                  </a:lnTo>
                  <a:lnTo>
                    <a:pt x="1103422" y="1475183"/>
                  </a:lnTo>
                  <a:lnTo>
                    <a:pt x="1103414" y="1475182"/>
                  </a:lnTo>
                  <a:lnTo>
                    <a:pt x="1103398" y="1475178"/>
                  </a:lnTo>
                  <a:lnTo>
                    <a:pt x="1103382" y="1475176"/>
                  </a:lnTo>
                  <a:lnTo>
                    <a:pt x="1103374" y="1475176"/>
                  </a:lnTo>
                  <a:lnTo>
                    <a:pt x="1103366" y="1475174"/>
                  </a:lnTo>
                  <a:lnTo>
                    <a:pt x="1103357" y="1475174"/>
                  </a:lnTo>
                  <a:lnTo>
                    <a:pt x="1103350" y="1475171"/>
                  </a:lnTo>
                  <a:lnTo>
                    <a:pt x="1103334" y="1475164"/>
                  </a:lnTo>
                  <a:lnTo>
                    <a:pt x="1103318" y="1475156"/>
                  </a:lnTo>
                  <a:lnTo>
                    <a:pt x="1103302" y="1475149"/>
                  </a:lnTo>
                  <a:lnTo>
                    <a:pt x="1103286" y="1475141"/>
                  </a:lnTo>
                  <a:lnTo>
                    <a:pt x="1103271" y="1475131"/>
                  </a:lnTo>
                  <a:lnTo>
                    <a:pt x="1103256" y="1475121"/>
                  </a:lnTo>
                  <a:lnTo>
                    <a:pt x="1103240" y="1475110"/>
                  </a:lnTo>
                  <a:lnTo>
                    <a:pt x="1103224" y="1475100"/>
                  </a:lnTo>
                  <a:lnTo>
                    <a:pt x="1103207" y="1475088"/>
                  </a:lnTo>
                  <a:lnTo>
                    <a:pt x="1103192" y="1475080"/>
                  </a:lnTo>
                  <a:lnTo>
                    <a:pt x="1103177" y="1475071"/>
                  </a:lnTo>
                  <a:lnTo>
                    <a:pt x="1103161" y="1475064"/>
                  </a:lnTo>
                  <a:lnTo>
                    <a:pt x="1103145" y="1475057"/>
                  </a:lnTo>
                  <a:lnTo>
                    <a:pt x="1103129" y="1475053"/>
                  </a:lnTo>
                  <a:lnTo>
                    <a:pt x="1103113" y="1475048"/>
                  </a:lnTo>
                  <a:lnTo>
                    <a:pt x="1103097" y="1475047"/>
                  </a:lnTo>
                  <a:lnTo>
                    <a:pt x="1103081" y="1475046"/>
                  </a:lnTo>
                  <a:lnTo>
                    <a:pt x="1103065" y="1475048"/>
                  </a:lnTo>
                  <a:lnTo>
                    <a:pt x="1103049" y="1475048"/>
                  </a:lnTo>
                  <a:lnTo>
                    <a:pt x="1103034" y="1475048"/>
                  </a:lnTo>
                  <a:lnTo>
                    <a:pt x="1103025" y="1475048"/>
                  </a:lnTo>
                  <a:lnTo>
                    <a:pt x="1103009" y="1475052"/>
                  </a:lnTo>
                  <a:lnTo>
                    <a:pt x="1102992" y="1475051"/>
                  </a:lnTo>
                  <a:lnTo>
                    <a:pt x="1102986" y="1475055"/>
                  </a:lnTo>
                  <a:lnTo>
                    <a:pt x="1102982" y="1475066"/>
                  </a:lnTo>
                  <a:lnTo>
                    <a:pt x="1102982" y="1475077"/>
                  </a:lnTo>
                  <a:lnTo>
                    <a:pt x="1102980" y="1475093"/>
                  </a:lnTo>
                  <a:lnTo>
                    <a:pt x="1102980" y="1475105"/>
                  </a:lnTo>
                  <a:lnTo>
                    <a:pt x="1102982" y="1475110"/>
                  </a:lnTo>
                  <a:lnTo>
                    <a:pt x="1102983" y="1475119"/>
                  </a:lnTo>
                  <a:lnTo>
                    <a:pt x="1102986" y="1475127"/>
                  </a:lnTo>
                  <a:lnTo>
                    <a:pt x="1102990" y="1475144"/>
                  </a:lnTo>
                  <a:lnTo>
                    <a:pt x="1102993" y="1475151"/>
                  </a:lnTo>
                  <a:lnTo>
                    <a:pt x="1102994" y="1475160"/>
                  </a:lnTo>
                  <a:lnTo>
                    <a:pt x="1102996" y="1475177"/>
                  </a:lnTo>
                  <a:lnTo>
                    <a:pt x="1102997" y="1475194"/>
                  </a:lnTo>
                  <a:lnTo>
                    <a:pt x="1102997" y="1475210"/>
                  </a:lnTo>
                  <a:lnTo>
                    <a:pt x="1102997" y="1475220"/>
                  </a:lnTo>
                  <a:lnTo>
                    <a:pt x="1102995" y="1475227"/>
                  </a:lnTo>
                  <a:lnTo>
                    <a:pt x="1102993" y="1475244"/>
                  </a:lnTo>
                  <a:lnTo>
                    <a:pt x="1102990" y="1475260"/>
                  </a:lnTo>
                  <a:lnTo>
                    <a:pt x="1102986" y="1475277"/>
                  </a:lnTo>
                  <a:lnTo>
                    <a:pt x="1102983" y="1475294"/>
                  </a:lnTo>
                  <a:lnTo>
                    <a:pt x="1102979" y="1475311"/>
                  </a:lnTo>
                  <a:lnTo>
                    <a:pt x="1102974" y="1475327"/>
                  </a:lnTo>
                  <a:lnTo>
                    <a:pt x="1102968" y="1475344"/>
                  </a:lnTo>
                  <a:lnTo>
                    <a:pt x="1102963" y="1475360"/>
                  </a:lnTo>
                  <a:lnTo>
                    <a:pt x="1102958" y="1475377"/>
                  </a:lnTo>
                  <a:lnTo>
                    <a:pt x="1102952" y="1475394"/>
                  </a:lnTo>
                  <a:lnTo>
                    <a:pt x="1102947" y="1475412"/>
                  </a:lnTo>
                  <a:lnTo>
                    <a:pt x="1102936" y="1475447"/>
                  </a:lnTo>
                  <a:lnTo>
                    <a:pt x="1102933" y="1475457"/>
                  </a:lnTo>
                  <a:lnTo>
                    <a:pt x="1102929" y="1475464"/>
                  </a:lnTo>
                  <a:lnTo>
                    <a:pt x="1102926" y="1475471"/>
                  </a:lnTo>
                  <a:lnTo>
                    <a:pt x="1102921" y="1475480"/>
                  </a:lnTo>
                  <a:lnTo>
                    <a:pt x="1102912" y="1475497"/>
                  </a:lnTo>
                  <a:lnTo>
                    <a:pt x="1102907" y="1475509"/>
                  </a:lnTo>
                  <a:lnTo>
                    <a:pt x="1102905" y="1475514"/>
                  </a:lnTo>
                  <a:lnTo>
                    <a:pt x="1102900" y="1475526"/>
                  </a:lnTo>
                  <a:lnTo>
                    <a:pt x="1102897" y="1475530"/>
                  </a:lnTo>
                  <a:lnTo>
                    <a:pt x="1102896" y="1475536"/>
                  </a:lnTo>
                  <a:lnTo>
                    <a:pt x="1102889" y="1475547"/>
                  </a:lnTo>
                  <a:lnTo>
                    <a:pt x="1102881" y="1475564"/>
                  </a:lnTo>
                  <a:lnTo>
                    <a:pt x="1102871" y="1475580"/>
                  </a:lnTo>
                  <a:lnTo>
                    <a:pt x="1102861" y="1475597"/>
                  </a:lnTo>
                  <a:lnTo>
                    <a:pt x="1102851" y="1475614"/>
                  </a:lnTo>
                  <a:lnTo>
                    <a:pt x="1102840" y="1475630"/>
                  </a:lnTo>
                  <a:lnTo>
                    <a:pt x="1102828" y="1475647"/>
                  </a:lnTo>
                  <a:lnTo>
                    <a:pt x="1102822" y="1475658"/>
                  </a:lnTo>
                  <a:lnTo>
                    <a:pt x="1102816" y="1475664"/>
                  </a:lnTo>
                  <a:lnTo>
                    <a:pt x="1102805" y="1475680"/>
                  </a:lnTo>
                  <a:lnTo>
                    <a:pt x="1102793" y="1475697"/>
                  </a:lnTo>
                  <a:lnTo>
                    <a:pt x="1102785" y="1475706"/>
                  </a:lnTo>
                  <a:lnTo>
                    <a:pt x="1102782" y="1475712"/>
                  </a:lnTo>
                  <a:lnTo>
                    <a:pt x="1102775" y="1475727"/>
                  </a:lnTo>
                  <a:lnTo>
                    <a:pt x="1102769" y="1475744"/>
                  </a:lnTo>
                  <a:lnTo>
                    <a:pt x="1102764" y="1475760"/>
                  </a:lnTo>
                  <a:lnTo>
                    <a:pt x="1102757" y="1475778"/>
                  </a:lnTo>
                  <a:lnTo>
                    <a:pt x="1102745" y="1475795"/>
                  </a:lnTo>
                  <a:lnTo>
                    <a:pt x="1102739" y="1475804"/>
                  </a:lnTo>
                  <a:lnTo>
                    <a:pt x="1102735" y="1475810"/>
                  </a:lnTo>
                  <a:lnTo>
                    <a:pt x="1102731" y="1475819"/>
                  </a:lnTo>
                  <a:lnTo>
                    <a:pt x="1102730" y="1475827"/>
                  </a:lnTo>
                  <a:lnTo>
                    <a:pt x="1102729" y="1475834"/>
                  </a:lnTo>
                  <a:lnTo>
                    <a:pt x="1102731" y="1475844"/>
                  </a:lnTo>
                  <a:lnTo>
                    <a:pt x="1102743" y="1475860"/>
                  </a:lnTo>
                  <a:lnTo>
                    <a:pt x="1102757" y="1475877"/>
                  </a:lnTo>
                  <a:lnTo>
                    <a:pt x="1102768" y="1475888"/>
                  </a:lnTo>
                  <a:lnTo>
                    <a:pt x="1102771" y="1475894"/>
                  </a:lnTo>
                  <a:lnTo>
                    <a:pt x="1102780" y="1475910"/>
                  </a:lnTo>
                  <a:lnTo>
                    <a:pt x="1102786" y="1475927"/>
                  </a:lnTo>
                  <a:lnTo>
                    <a:pt x="1102792" y="1475944"/>
                  </a:lnTo>
                  <a:lnTo>
                    <a:pt x="1102796" y="1475953"/>
                  </a:lnTo>
                  <a:lnTo>
                    <a:pt x="1102801" y="1475960"/>
                  </a:lnTo>
                  <a:lnTo>
                    <a:pt x="1102812" y="1475977"/>
                  </a:lnTo>
                  <a:lnTo>
                    <a:pt x="1102826" y="1475994"/>
                  </a:lnTo>
                  <a:lnTo>
                    <a:pt x="1102839" y="1476011"/>
                  </a:lnTo>
                  <a:lnTo>
                    <a:pt x="1102853" y="1476027"/>
                  </a:lnTo>
                  <a:lnTo>
                    <a:pt x="1102867" y="1476044"/>
                  </a:lnTo>
                  <a:lnTo>
                    <a:pt x="1102876" y="1476052"/>
                  </a:lnTo>
                  <a:lnTo>
                    <a:pt x="1102882" y="1476055"/>
                  </a:lnTo>
                  <a:lnTo>
                    <a:pt x="1102888" y="1476059"/>
                  </a:lnTo>
                  <a:lnTo>
                    <a:pt x="1102894" y="1476064"/>
                  </a:lnTo>
                  <a:lnTo>
                    <a:pt x="1102897" y="1476069"/>
                  </a:lnTo>
                  <a:lnTo>
                    <a:pt x="1102897" y="1476077"/>
                  </a:lnTo>
                  <a:lnTo>
                    <a:pt x="1102890" y="1476084"/>
                  </a:lnTo>
                  <a:lnTo>
                    <a:pt x="1102881" y="1476091"/>
                  </a:lnTo>
                  <a:lnTo>
                    <a:pt x="1102875" y="1476098"/>
                  </a:lnTo>
                  <a:lnTo>
                    <a:pt x="1102864" y="1476115"/>
                  </a:lnTo>
                  <a:lnTo>
                    <a:pt x="1102861" y="1476132"/>
                  </a:lnTo>
                  <a:lnTo>
                    <a:pt x="1102859" y="1476149"/>
                  </a:lnTo>
                  <a:lnTo>
                    <a:pt x="1102854" y="1476165"/>
                  </a:lnTo>
                  <a:lnTo>
                    <a:pt x="1102853" y="1476174"/>
                  </a:lnTo>
                  <a:lnTo>
                    <a:pt x="1102848" y="1476184"/>
                  </a:lnTo>
                  <a:lnTo>
                    <a:pt x="1102841" y="1476199"/>
                  </a:lnTo>
                  <a:lnTo>
                    <a:pt x="1102829" y="1476215"/>
                  </a:lnTo>
                  <a:lnTo>
                    <a:pt x="1102814" y="1476232"/>
                  </a:lnTo>
                  <a:lnTo>
                    <a:pt x="1102799" y="1476246"/>
                  </a:lnTo>
                  <a:lnTo>
                    <a:pt x="1102785" y="1476260"/>
                  </a:lnTo>
                  <a:lnTo>
                    <a:pt x="1102770" y="1476273"/>
                  </a:lnTo>
                  <a:lnTo>
                    <a:pt x="1102756" y="1476284"/>
                  </a:lnTo>
                  <a:lnTo>
                    <a:pt x="1102750" y="1476287"/>
                  </a:lnTo>
                  <a:lnTo>
                    <a:pt x="1102739" y="1476292"/>
                  </a:lnTo>
                  <a:lnTo>
                    <a:pt x="1102723" y="1476299"/>
                  </a:lnTo>
                  <a:lnTo>
                    <a:pt x="1102707" y="1476306"/>
                  </a:lnTo>
                  <a:lnTo>
                    <a:pt x="1102691" y="1476314"/>
                  </a:lnTo>
                  <a:lnTo>
                    <a:pt x="1102675" y="1476319"/>
                  </a:lnTo>
                  <a:lnTo>
                    <a:pt x="1102659" y="1476326"/>
                  </a:lnTo>
                  <a:lnTo>
                    <a:pt x="1102643" y="1476332"/>
                  </a:lnTo>
                  <a:lnTo>
                    <a:pt x="1102627" y="1476338"/>
                  </a:lnTo>
                  <a:lnTo>
                    <a:pt x="1102611" y="1476344"/>
                  </a:lnTo>
                  <a:lnTo>
                    <a:pt x="1102604" y="1476346"/>
                  </a:lnTo>
                  <a:lnTo>
                    <a:pt x="1102596" y="1476346"/>
                  </a:lnTo>
                  <a:lnTo>
                    <a:pt x="1102571" y="1476354"/>
                  </a:lnTo>
                  <a:lnTo>
                    <a:pt x="1102562" y="1476365"/>
                  </a:lnTo>
                  <a:lnTo>
                    <a:pt x="1102551" y="1476386"/>
                  </a:lnTo>
                  <a:lnTo>
                    <a:pt x="1102540" y="1476404"/>
                  </a:lnTo>
                  <a:lnTo>
                    <a:pt x="1102525" y="1476417"/>
                  </a:lnTo>
                  <a:lnTo>
                    <a:pt x="1102510" y="1476425"/>
                  </a:lnTo>
                  <a:lnTo>
                    <a:pt x="1102496" y="1476432"/>
                  </a:lnTo>
                  <a:lnTo>
                    <a:pt x="1102480" y="1476434"/>
                  </a:lnTo>
                  <a:lnTo>
                    <a:pt x="1102464" y="1476437"/>
                  </a:lnTo>
                  <a:lnTo>
                    <a:pt x="1102451" y="1476438"/>
                  </a:lnTo>
                  <a:lnTo>
                    <a:pt x="1102434" y="1476439"/>
                  </a:lnTo>
                  <a:lnTo>
                    <a:pt x="1102420" y="1476439"/>
                  </a:lnTo>
                  <a:lnTo>
                    <a:pt x="1102404" y="1476439"/>
                  </a:lnTo>
                  <a:lnTo>
                    <a:pt x="1102388" y="1476439"/>
                  </a:lnTo>
                  <a:lnTo>
                    <a:pt x="1102372" y="1476440"/>
                  </a:lnTo>
                  <a:lnTo>
                    <a:pt x="1102356" y="1476440"/>
                  </a:lnTo>
                  <a:lnTo>
                    <a:pt x="1102340" y="1476441"/>
                  </a:lnTo>
                  <a:lnTo>
                    <a:pt x="1102324" y="1476441"/>
                  </a:lnTo>
                  <a:lnTo>
                    <a:pt x="1102315" y="1476442"/>
                  </a:lnTo>
                  <a:lnTo>
                    <a:pt x="1102307" y="1476444"/>
                  </a:lnTo>
                  <a:lnTo>
                    <a:pt x="1102293" y="1476450"/>
                  </a:lnTo>
                  <a:lnTo>
                    <a:pt x="1102281" y="1476459"/>
                  </a:lnTo>
                  <a:lnTo>
                    <a:pt x="1102271" y="1476467"/>
                  </a:lnTo>
                  <a:lnTo>
                    <a:pt x="1102265" y="1476473"/>
                  </a:lnTo>
                  <a:lnTo>
                    <a:pt x="1102249" y="1476486"/>
                  </a:lnTo>
                  <a:lnTo>
                    <a:pt x="1102234" y="1476503"/>
                  </a:lnTo>
                  <a:lnTo>
                    <a:pt x="1102226" y="1476513"/>
                  </a:lnTo>
                  <a:lnTo>
                    <a:pt x="1102222" y="1476520"/>
                  </a:lnTo>
                  <a:lnTo>
                    <a:pt x="1102211" y="1476536"/>
                  </a:lnTo>
                  <a:lnTo>
                    <a:pt x="1102199" y="1476553"/>
                  </a:lnTo>
                  <a:lnTo>
                    <a:pt x="1102186" y="1476570"/>
                  </a:lnTo>
                  <a:lnTo>
                    <a:pt x="1102171" y="1476584"/>
                  </a:lnTo>
                  <a:lnTo>
                    <a:pt x="1102155" y="1476593"/>
                  </a:lnTo>
                  <a:lnTo>
                    <a:pt x="1102138" y="1476599"/>
                  </a:lnTo>
                  <a:lnTo>
                    <a:pt x="1102123" y="1476605"/>
                  </a:lnTo>
                  <a:lnTo>
                    <a:pt x="1102107" y="1476611"/>
                  </a:lnTo>
                  <a:lnTo>
                    <a:pt x="1102093" y="1476619"/>
                  </a:lnTo>
                  <a:lnTo>
                    <a:pt x="1102080" y="1476624"/>
                  </a:lnTo>
                  <a:lnTo>
                    <a:pt x="1102075" y="1476628"/>
                  </a:lnTo>
                  <a:lnTo>
                    <a:pt x="1102059" y="1476644"/>
                  </a:lnTo>
                  <a:lnTo>
                    <a:pt x="1102056" y="1476649"/>
                  </a:lnTo>
                  <a:lnTo>
                    <a:pt x="1102054" y="1476660"/>
                  </a:lnTo>
                  <a:lnTo>
                    <a:pt x="1102055" y="1476677"/>
                  </a:lnTo>
                  <a:lnTo>
                    <a:pt x="1102056" y="1476694"/>
                  </a:lnTo>
                  <a:lnTo>
                    <a:pt x="1102053" y="1476710"/>
                  </a:lnTo>
                  <a:lnTo>
                    <a:pt x="1102049" y="1476724"/>
                  </a:lnTo>
                  <a:lnTo>
                    <a:pt x="1102045" y="1476727"/>
                  </a:lnTo>
                  <a:lnTo>
                    <a:pt x="1102037" y="1476725"/>
                  </a:lnTo>
                  <a:lnTo>
                    <a:pt x="1102029" y="1476718"/>
                  </a:lnTo>
                  <a:lnTo>
                    <a:pt x="1102014" y="1476703"/>
                  </a:lnTo>
                  <a:lnTo>
                    <a:pt x="1102007" y="1476696"/>
                  </a:lnTo>
                  <a:lnTo>
                    <a:pt x="1101998" y="1476690"/>
                  </a:lnTo>
                  <a:lnTo>
                    <a:pt x="1101990" y="1476687"/>
                  </a:lnTo>
                  <a:lnTo>
                    <a:pt x="1101982" y="1476686"/>
                  </a:lnTo>
                  <a:lnTo>
                    <a:pt x="1101966" y="1476689"/>
                  </a:lnTo>
                  <a:lnTo>
                    <a:pt x="1101950" y="1476691"/>
                  </a:lnTo>
                  <a:lnTo>
                    <a:pt x="1101934" y="1476693"/>
                  </a:lnTo>
                  <a:lnTo>
                    <a:pt x="1101918" y="1476692"/>
                  </a:lnTo>
                  <a:lnTo>
                    <a:pt x="1101912" y="1476692"/>
                  </a:lnTo>
                  <a:lnTo>
                    <a:pt x="1101902" y="1476689"/>
                  </a:lnTo>
                  <a:lnTo>
                    <a:pt x="1101894" y="1476684"/>
                  </a:lnTo>
                  <a:lnTo>
                    <a:pt x="1101887" y="1476676"/>
                  </a:lnTo>
                  <a:lnTo>
                    <a:pt x="1101881" y="1476666"/>
                  </a:lnTo>
                  <a:lnTo>
                    <a:pt x="1101880" y="1476659"/>
                  </a:lnTo>
                  <a:lnTo>
                    <a:pt x="1101879" y="1476642"/>
                  </a:lnTo>
                  <a:lnTo>
                    <a:pt x="1101879" y="1476625"/>
                  </a:lnTo>
                  <a:lnTo>
                    <a:pt x="1101878" y="1476609"/>
                  </a:lnTo>
                  <a:lnTo>
                    <a:pt x="1101877" y="1476592"/>
                  </a:lnTo>
                  <a:lnTo>
                    <a:pt x="1101876" y="1476575"/>
                  </a:lnTo>
                  <a:lnTo>
                    <a:pt x="1101876" y="1476569"/>
                  </a:lnTo>
                  <a:lnTo>
                    <a:pt x="1101874" y="1476563"/>
                  </a:lnTo>
                  <a:lnTo>
                    <a:pt x="1101869" y="1476562"/>
                  </a:lnTo>
                  <a:lnTo>
                    <a:pt x="1101860" y="1476562"/>
                  </a:lnTo>
                  <a:lnTo>
                    <a:pt x="1101854" y="1476564"/>
                  </a:lnTo>
                  <a:lnTo>
                    <a:pt x="1101838" y="1476570"/>
                  </a:lnTo>
                  <a:lnTo>
                    <a:pt x="1101828" y="1476571"/>
                  </a:lnTo>
                  <a:lnTo>
                    <a:pt x="1101822" y="1476570"/>
                  </a:lnTo>
                  <a:lnTo>
                    <a:pt x="1101813" y="1476567"/>
                  </a:lnTo>
                  <a:lnTo>
                    <a:pt x="1101806" y="1476562"/>
                  </a:lnTo>
                  <a:lnTo>
                    <a:pt x="1101791" y="1476549"/>
                  </a:lnTo>
                  <a:lnTo>
                    <a:pt x="1101779" y="1476533"/>
                  </a:lnTo>
                  <a:lnTo>
                    <a:pt x="1101767" y="1476517"/>
                  </a:lnTo>
                  <a:lnTo>
                    <a:pt x="1101754" y="1476499"/>
                  </a:lnTo>
                  <a:lnTo>
                    <a:pt x="1101752" y="1476495"/>
                  </a:lnTo>
                  <a:lnTo>
                    <a:pt x="1101742" y="1476484"/>
                  </a:lnTo>
                  <a:lnTo>
                    <a:pt x="1101726" y="1476470"/>
                  </a:lnTo>
                  <a:lnTo>
                    <a:pt x="1101710" y="1476457"/>
                  </a:lnTo>
                  <a:lnTo>
                    <a:pt x="1101701" y="1476452"/>
                  </a:lnTo>
                  <a:lnTo>
                    <a:pt x="1101694" y="1476444"/>
                  </a:lnTo>
                  <a:lnTo>
                    <a:pt x="1101689" y="1476438"/>
                  </a:lnTo>
                  <a:lnTo>
                    <a:pt x="1101680" y="1476435"/>
                  </a:lnTo>
                  <a:lnTo>
                    <a:pt x="1101674" y="1476435"/>
                  </a:lnTo>
                  <a:lnTo>
                    <a:pt x="1101658" y="1476444"/>
                  </a:lnTo>
                  <a:lnTo>
                    <a:pt x="1101653" y="1476449"/>
                  </a:lnTo>
                  <a:lnTo>
                    <a:pt x="1101637" y="1476455"/>
                  </a:lnTo>
                  <a:lnTo>
                    <a:pt x="1101621" y="1476458"/>
                  </a:lnTo>
                  <a:lnTo>
                    <a:pt x="1101605" y="1476459"/>
                  </a:lnTo>
                  <a:lnTo>
                    <a:pt x="1101589" y="1476458"/>
                  </a:lnTo>
                  <a:lnTo>
                    <a:pt x="1101575" y="1476455"/>
                  </a:lnTo>
                  <a:lnTo>
                    <a:pt x="1101565" y="1476449"/>
                  </a:lnTo>
                  <a:lnTo>
                    <a:pt x="1101558" y="1476443"/>
                  </a:lnTo>
                  <a:lnTo>
                    <a:pt x="1101542" y="1476428"/>
                  </a:lnTo>
                  <a:lnTo>
                    <a:pt x="1101527" y="1476415"/>
                  </a:lnTo>
                  <a:lnTo>
                    <a:pt x="1101510" y="1476407"/>
                  </a:lnTo>
                  <a:lnTo>
                    <a:pt x="1101494" y="1476398"/>
                  </a:lnTo>
                  <a:lnTo>
                    <a:pt x="1101440" y="1476374"/>
                  </a:lnTo>
                  <a:lnTo>
                    <a:pt x="1101423" y="1476366"/>
                  </a:lnTo>
                  <a:lnTo>
                    <a:pt x="1101407" y="1476362"/>
                  </a:lnTo>
                  <a:lnTo>
                    <a:pt x="1101391" y="1476362"/>
                  </a:lnTo>
                  <a:lnTo>
                    <a:pt x="1101384" y="1476364"/>
                  </a:lnTo>
                  <a:lnTo>
                    <a:pt x="1101380" y="1476368"/>
                  </a:lnTo>
                  <a:lnTo>
                    <a:pt x="1101378" y="1476372"/>
                  </a:lnTo>
                  <a:lnTo>
                    <a:pt x="1101370" y="1476389"/>
                  </a:lnTo>
                  <a:lnTo>
                    <a:pt x="1101362" y="1476405"/>
                  </a:lnTo>
                  <a:lnTo>
                    <a:pt x="1101355" y="1476422"/>
                  </a:lnTo>
                  <a:lnTo>
                    <a:pt x="1101348" y="1476439"/>
                  </a:lnTo>
                  <a:lnTo>
                    <a:pt x="1101340" y="1476455"/>
                  </a:lnTo>
                  <a:lnTo>
                    <a:pt x="1101331" y="1476472"/>
                  </a:lnTo>
                  <a:lnTo>
                    <a:pt x="1101320" y="1476489"/>
                  </a:lnTo>
                  <a:lnTo>
                    <a:pt x="1101309" y="1476506"/>
                  </a:lnTo>
                  <a:lnTo>
                    <a:pt x="1101294" y="1476512"/>
                  </a:lnTo>
                  <a:lnTo>
                    <a:pt x="1101277" y="1476512"/>
                  </a:lnTo>
                  <a:lnTo>
                    <a:pt x="1101261" y="1476509"/>
                  </a:lnTo>
                  <a:lnTo>
                    <a:pt x="1101245" y="1476506"/>
                  </a:lnTo>
                  <a:lnTo>
                    <a:pt x="1101229" y="1476503"/>
                  </a:lnTo>
                  <a:lnTo>
                    <a:pt x="1101214" y="1476502"/>
                  </a:lnTo>
                  <a:lnTo>
                    <a:pt x="1101197" y="1476500"/>
                  </a:lnTo>
                  <a:lnTo>
                    <a:pt x="1101181" y="1476500"/>
                  </a:lnTo>
                  <a:lnTo>
                    <a:pt x="1101166" y="1476500"/>
                  </a:lnTo>
                  <a:lnTo>
                    <a:pt x="1101150" y="1476498"/>
                  </a:lnTo>
                  <a:lnTo>
                    <a:pt x="1101139" y="1476496"/>
                  </a:lnTo>
                  <a:lnTo>
                    <a:pt x="1101134" y="1476493"/>
                  </a:lnTo>
                  <a:lnTo>
                    <a:pt x="1101078" y="1476468"/>
                  </a:lnTo>
                  <a:lnTo>
                    <a:pt x="1101071" y="1476469"/>
                  </a:lnTo>
                  <a:lnTo>
                    <a:pt x="1101055" y="1476473"/>
                  </a:lnTo>
                  <a:lnTo>
                    <a:pt x="1101039" y="1476474"/>
                  </a:lnTo>
                  <a:lnTo>
                    <a:pt x="1101023" y="1476471"/>
                  </a:lnTo>
                  <a:lnTo>
                    <a:pt x="1101007" y="1476466"/>
                  </a:lnTo>
                  <a:lnTo>
                    <a:pt x="1100999" y="1476464"/>
                  </a:lnTo>
                  <a:lnTo>
                    <a:pt x="1100991" y="1476459"/>
                  </a:lnTo>
                  <a:lnTo>
                    <a:pt x="1100975" y="1476452"/>
                  </a:lnTo>
                  <a:lnTo>
                    <a:pt x="1100970" y="1476452"/>
                  </a:lnTo>
                  <a:lnTo>
                    <a:pt x="1100959" y="1476457"/>
                  </a:lnTo>
                  <a:lnTo>
                    <a:pt x="1100952" y="1476465"/>
                  </a:lnTo>
                  <a:lnTo>
                    <a:pt x="1100946" y="1476474"/>
                  </a:lnTo>
                  <a:lnTo>
                    <a:pt x="1100944" y="1476481"/>
                  </a:lnTo>
                  <a:lnTo>
                    <a:pt x="1100942" y="1476498"/>
                  </a:lnTo>
                  <a:lnTo>
                    <a:pt x="1100941" y="1476515"/>
                  </a:lnTo>
                  <a:lnTo>
                    <a:pt x="1100938" y="1476563"/>
                  </a:lnTo>
                  <a:lnTo>
                    <a:pt x="1100937" y="1476580"/>
                  </a:lnTo>
                  <a:lnTo>
                    <a:pt x="1100937" y="1476597"/>
                  </a:lnTo>
                  <a:lnTo>
                    <a:pt x="1100936" y="1476614"/>
                  </a:lnTo>
                  <a:lnTo>
                    <a:pt x="1100930" y="1476630"/>
                  </a:lnTo>
                  <a:lnTo>
                    <a:pt x="1100924" y="1476643"/>
                  </a:lnTo>
                  <a:lnTo>
                    <a:pt x="1100920" y="1476648"/>
                  </a:lnTo>
                  <a:lnTo>
                    <a:pt x="1100914" y="1476656"/>
                  </a:lnTo>
                  <a:lnTo>
                    <a:pt x="1100908" y="1476662"/>
                  </a:lnTo>
                  <a:lnTo>
                    <a:pt x="1100894" y="1476676"/>
                  </a:lnTo>
                  <a:lnTo>
                    <a:pt x="1100878" y="1476689"/>
                  </a:lnTo>
                  <a:lnTo>
                    <a:pt x="1100870" y="1476701"/>
                  </a:lnTo>
                  <a:lnTo>
                    <a:pt x="1100867" y="1476705"/>
                  </a:lnTo>
                  <a:lnTo>
                    <a:pt x="1100857" y="1476721"/>
                  </a:lnTo>
                  <a:lnTo>
                    <a:pt x="1100851" y="1476738"/>
                  </a:lnTo>
                  <a:lnTo>
                    <a:pt x="1100845" y="1476755"/>
                  </a:lnTo>
                  <a:lnTo>
                    <a:pt x="1100845" y="1476771"/>
                  </a:lnTo>
                  <a:lnTo>
                    <a:pt x="1100845" y="1476788"/>
                  </a:lnTo>
                  <a:lnTo>
                    <a:pt x="1100840" y="1476802"/>
                  </a:lnTo>
                  <a:lnTo>
                    <a:pt x="1100836" y="1476810"/>
                  </a:lnTo>
                  <a:lnTo>
                    <a:pt x="1100832" y="1476822"/>
                  </a:lnTo>
                  <a:lnTo>
                    <a:pt x="1100823" y="1476833"/>
                  </a:lnTo>
                  <a:lnTo>
                    <a:pt x="1100819" y="1476837"/>
                  </a:lnTo>
                  <a:lnTo>
                    <a:pt x="1100806" y="1476850"/>
                  </a:lnTo>
                  <a:lnTo>
                    <a:pt x="1100789" y="1476863"/>
                  </a:lnTo>
                  <a:lnTo>
                    <a:pt x="1100773" y="1476870"/>
                  </a:lnTo>
                  <a:lnTo>
                    <a:pt x="1100767" y="1476869"/>
                  </a:lnTo>
                  <a:lnTo>
                    <a:pt x="1100757" y="1476860"/>
                  </a:lnTo>
                  <a:lnTo>
                    <a:pt x="1100745" y="1476845"/>
                  </a:lnTo>
                  <a:lnTo>
                    <a:pt x="1100731" y="1476829"/>
                  </a:lnTo>
                  <a:lnTo>
                    <a:pt x="1100715" y="1476814"/>
                  </a:lnTo>
                  <a:lnTo>
                    <a:pt x="1100694" y="1476800"/>
                  </a:lnTo>
                  <a:lnTo>
                    <a:pt x="1100689" y="1476797"/>
                  </a:lnTo>
                  <a:lnTo>
                    <a:pt x="1100684" y="1476793"/>
                  </a:lnTo>
                  <a:lnTo>
                    <a:pt x="1100675" y="1476791"/>
                  </a:lnTo>
                  <a:lnTo>
                    <a:pt x="1100667" y="1476791"/>
                  </a:lnTo>
                  <a:lnTo>
                    <a:pt x="1100649" y="1476797"/>
                  </a:lnTo>
                  <a:lnTo>
                    <a:pt x="1100635" y="1476799"/>
                  </a:lnTo>
                  <a:lnTo>
                    <a:pt x="1100619" y="1476800"/>
                  </a:lnTo>
                  <a:lnTo>
                    <a:pt x="1100603" y="1476799"/>
                  </a:lnTo>
                  <a:lnTo>
                    <a:pt x="1100587" y="1476795"/>
                  </a:lnTo>
                  <a:lnTo>
                    <a:pt x="1100571" y="1476791"/>
                  </a:lnTo>
                  <a:lnTo>
                    <a:pt x="1100555" y="1476787"/>
                  </a:lnTo>
                  <a:lnTo>
                    <a:pt x="1100549" y="1476785"/>
                  </a:lnTo>
                  <a:lnTo>
                    <a:pt x="1100538" y="1476782"/>
                  </a:lnTo>
                  <a:lnTo>
                    <a:pt x="1100524" y="1476778"/>
                  </a:lnTo>
                  <a:lnTo>
                    <a:pt x="1100508" y="1476775"/>
                  </a:lnTo>
                  <a:lnTo>
                    <a:pt x="1100492" y="1476774"/>
                  </a:lnTo>
                  <a:lnTo>
                    <a:pt x="1100476" y="1476773"/>
                  </a:lnTo>
                  <a:lnTo>
                    <a:pt x="1100460" y="1476777"/>
                  </a:lnTo>
                  <a:lnTo>
                    <a:pt x="1100444" y="1476782"/>
                  </a:lnTo>
                  <a:lnTo>
                    <a:pt x="1100428" y="1476780"/>
                  </a:lnTo>
                  <a:lnTo>
                    <a:pt x="1100411" y="1476771"/>
                  </a:lnTo>
                  <a:lnTo>
                    <a:pt x="1100405" y="1476767"/>
                  </a:lnTo>
                  <a:lnTo>
                    <a:pt x="1100398" y="1476762"/>
                  </a:lnTo>
                  <a:lnTo>
                    <a:pt x="1100382" y="1476754"/>
                  </a:lnTo>
                  <a:lnTo>
                    <a:pt x="1100366" y="1476747"/>
                  </a:lnTo>
                  <a:lnTo>
                    <a:pt x="1100348" y="1476739"/>
                  </a:lnTo>
                  <a:lnTo>
                    <a:pt x="1100333" y="1476733"/>
                  </a:lnTo>
                  <a:lnTo>
                    <a:pt x="1100324" y="1476730"/>
                  </a:lnTo>
                  <a:lnTo>
                    <a:pt x="1100317" y="1476730"/>
                  </a:lnTo>
                  <a:lnTo>
                    <a:pt x="1100311" y="1476731"/>
                  </a:lnTo>
                  <a:lnTo>
                    <a:pt x="1100306" y="1476735"/>
                  </a:lnTo>
                  <a:lnTo>
                    <a:pt x="1100302" y="1476738"/>
                  </a:lnTo>
                  <a:lnTo>
                    <a:pt x="1100299" y="1476747"/>
                  </a:lnTo>
                  <a:lnTo>
                    <a:pt x="1100295" y="1476753"/>
                  </a:lnTo>
                  <a:lnTo>
                    <a:pt x="1100288" y="1476766"/>
                  </a:lnTo>
                  <a:lnTo>
                    <a:pt x="1100283" y="1476776"/>
                  </a:lnTo>
                  <a:lnTo>
                    <a:pt x="1100282" y="1476782"/>
                  </a:lnTo>
                  <a:lnTo>
                    <a:pt x="1100278" y="1476798"/>
                  </a:lnTo>
                  <a:lnTo>
                    <a:pt x="1100271" y="1476815"/>
                  </a:lnTo>
                  <a:lnTo>
                    <a:pt x="1100264" y="1476831"/>
                  </a:lnTo>
                  <a:lnTo>
                    <a:pt x="1100259" y="1476841"/>
                  </a:lnTo>
                  <a:lnTo>
                    <a:pt x="1100257" y="1476848"/>
                  </a:lnTo>
                  <a:lnTo>
                    <a:pt x="1100247" y="1476865"/>
                  </a:lnTo>
                  <a:lnTo>
                    <a:pt x="1100239" y="1476881"/>
                  </a:lnTo>
                  <a:lnTo>
                    <a:pt x="1100235" y="1476888"/>
                  </a:lnTo>
                  <a:lnTo>
                    <a:pt x="1100229" y="1476898"/>
                  </a:lnTo>
                  <a:lnTo>
                    <a:pt x="1100218" y="1476914"/>
                  </a:lnTo>
                  <a:lnTo>
                    <a:pt x="1100206" y="1476930"/>
                  </a:lnTo>
                  <a:lnTo>
                    <a:pt x="1100193" y="1476946"/>
                  </a:lnTo>
                  <a:lnTo>
                    <a:pt x="1100182" y="1476962"/>
                  </a:lnTo>
                  <a:lnTo>
                    <a:pt x="1100177" y="1476973"/>
                  </a:lnTo>
                  <a:lnTo>
                    <a:pt x="1100175" y="1476980"/>
                  </a:lnTo>
                  <a:lnTo>
                    <a:pt x="1100170" y="1476997"/>
                  </a:lnTo>
                  <a:lnTo>
                    <a:pt x="1100163" y="1477014"/>
                  </a:lnTo>
                  <a:lnTo>
                    <a:pt x="1100158" y="1477030"/>
                  </a:lnTo>
                  <a:lnTo>
                    <a:pt x="1100156" y="1477035"/>
                  </a:lnTo>
                  <a:lnTo>
                    <a:pt x="1100155" y="1477047"/>
                  </a:lnTo>
                  <a:lnTo>
                    <a:pt x="1100154" y="1477063"/>
                  </a:lnTo>
                  <a:lnTo>
                    <a:pt x="1100155" y="1477080"/>
                  </a:lnTo>
                  <a:lnTo>
                    <a:pt x="1100154" y="1477097"/>
                  </a:lnTo>
                  <a:lnTo>
                    <a:pt x="1100151" y="1477114"/>
                  </a:lnTo>
                  <a:lnTo>
                    <a:pt x="1100148" y="1477130"/>
                  </a:lnTo>
                  <a:lnTo>
                    <a:pt x="1100143" y="1477147"/>
                  </a:lnTo>
                  <a:lnTo>
                    <a:pt x="1100140" y="1477157"/>
                  </a:lnTo>
                  <a:lnTo>
                    <a:pt x="1100140" y="1477163"/>
                  </a:lnTo>
                  <a:lnTo>
                    <a:pt x="1100133" y="1477180"/>
                  </a:lnTo>
                  <a:lnTo>
                    <a:pt x="1100128" y="1477197"/>
                  </a:lnTo>
                  <a:lnTo>
                    <a:pt x="1100126" y="1477205"/>
                  </a:lnTo>
                  <a:lnTo>
                    <a:pt x="1100126" y="1477214"/>
                  </a:lnTo>
                  <a:lnTo>
                    <a:pt x="1100125" y="1477230"/>
                  </a:lnTo>
                  <a:lnTo>
                    <a:pt x="1100123" y="1477247"/>
                  </a:lnTo>
                  <a:lnTo>
                    <a:pt x="1100121" y="1477258"/>
                  </a:lnTo>
                  <a:lnTo>
                    <a:pt x="1100118" y="1477264"/>
                  </a:lnTo>
                  <a:lnTo>
                    <a:pt x="1100117" y="1477270"/>
                  </a:lnTo>
                  <a:lnTo>
                    <a:pt x="1100111" y="1477280"/>
                  </a:lnTo>
                  <a:lnTo>
                    <a:pt x="1100107" y="1477285"/>
                  </a:lnTo>
                  <a:lnTo>
                    <a:pt x="1100103" y="1477299"/>
                  </a:lnTo>
                  <a:lnTo>
                    <a:pt x="1100105" y="1477308"/>
                  </a:lnTo>
                  <a:lnTo>
                    <a:pt x="1100107" y="1477314"/>
                  </a:lnTo>
                  <a:lnTo>
                    <a:pt x="1100123" y="1477327"/>
                  </a:lnTo>
                  <a:lnTo>
                    <a:pt x="1100138" y="1477342"/>
                  </a:lnTo>
                  <a:lnTo>
                    <a:pt x="1100152" y="1477359"/>
                  </a:lnTo>
                  <a:lnTo>
                    <a:pt x="1100160" y="1477368"/>
                  </a:lnTo>
                  <a:lnTo>
                    <a:pt x="1100166" y="1477375"/>
                  </a:lnTo>
                  <a:lnTo>
                    <a:pt x="1100178" y="1477392"/>
                  </a:lnTo>
                  <a:lnTo>
                    <a:pt x="1100189" y="1477408"/>
                  </a:lnTo>
                  <a:lnTo>
                    <a:pt x="1100199" y="1477424"/>
                  </a:lnTo>
                  <a:lnTo>
                    <a:pt x="1100204" y="1477433"/>
                  </a:lnTo>
                  <a:lnTo>
                    <a:pt x="1100209" y="1477439"/>
                  </a:lnTo>
                  <a:lnTo>
                    <a:pt x="1100217" y="1477457"/>
                  </a:lnTo>
                  <a:lnTo>
                    <a:pt x="1100228" y="1477474"/>
                  </a:lnTo>
                  <a:lnTo>
                    <a:pt x="1100234" y="1477491"/>
                  </a:lnTo>
                  <a:lnTo>
                    <a:pt x="1100237" y="1477506"/>
                  </a:lnTo>
                  <a:lnTo>
                    <a:pt x="1100247" y="1477535"/>
                  </a:lnTo>
                  <a:lnTo>
                    <a:pt x="1100249" y="1477548"/>
                  </a:lnTo>
                  <a:lnTo>
                    <a:pt x="1100244" y="1477556"/>
                  </a:lnTo>
                  <a:lnTo>
                    <a:pt x="1100238" y="1477562"/>
                  </a:lnTo>
                  <a:lnTo>
                    <a:pt x="1100214" y="1477581"/>
                  </a:lnTo>
                  <a:lnTo>
                    <a:pt x="1100198" y="1477589"/>
                  </a:lnTo>
                  <a:lnTo>
                    <a:pt x="1100182" y="1477597"/>
                  </a:lnTo>
                  <a:lnTo>
                    <a:pt x="1100167" y="1477604"/>
                  </a:lnTo>
                  <a:lnTo>
                    <a:pt x="1100150" y="1477610"/>
                  </a:lnTo>
                  <a:lnTo>
                    <a:pt x="1100134" y="1477616"/>
                  </a:lnTo>
                  <a:lnTo>
                    <a:pt x="1100126" y="1477623"/>
                  </a:lnTo>
                  <a:lnTo>
                    <a:pt x="1100120" y="1477630"/>
                  </a:lnTo>
                  <a:lnTo>
                    <a:pt x="1100115" y="1477635"/>
                  </a:lnTo>
                  <a:lnTo>
                    <a:pt x="1100086" y="1477660"/>
                  </a:lnTo>
                  <a:lnTo>
                    <a:pt x="1100069" y="1477674"/>
                  </a:lnTo>
                  <a:lnTo>
                    <a:pt x="1100036" y="1477693"/>
                  </a:lnTo>
                  <a:lnTo>
                    <a:pt x="1099996" y="1477710"/>
                  </a:lnTo>
                  <a:lnTo>
                    <a:pt x="1099978" y="1477715"/>
                  </a:lnTo>
                  <a:lnTo>
                    <a:pt x="1099964" y="1477719"/>
                  </a:lnTo>
                  <a:lnTo>
                    <a:pt x="1099928" y="1477718"/>
                  </a:lnTo>
                  <a:lnTo>
                    <a:pt x="1099864" y="1477713"/>
                  </a:lnTo>
                  <a:lnTo>
                    <a:pt x="1099838" y="1477710"/>
                  </a:lnTo>
                  <a:lnTo>
                    <a:pt x="1099823" y="1477708"/>
                  </a:lnTo>
                  <a:lnTo>
                    <a:pt x="1099794" y="1477704"/>
                  </a:lnTo>
                  <a:lnTo>
                    <a:pt x="1099774" y="1477704"/>
                  </a:lnTo>
                  <a:lnTo>
                    <a:pt x="1099753" y="1477706"/>
                  </a:lnTo>
                  <a:lnTo>
                    <a:pt x="1099734" y="1477715"/>
                  </a:lnTo>
                  <a:lnTo>
                    <a:pt x="1099718" y="1477723"/>
                  </a:lnTo>
                  <a:lnTo>
                    <a:pt x="1099704" y="1477736"/>
                  </a:lnTo>
                  <a:lnTo>
                    <a:pt x="1099685" y="1477743"/>
                  </a:lnTo>
                  <a:lnTo>
                    <a:pt x="1099662" y="1477752"/>
                  </a:lnTo>
                  <a:lnTo>
                    <a:pt x="1099656" y="1477752"/>
                  </a:lnTo>
                  <a:lnTo>
                    <a:pt x="1099641" y="1477748"/>
                  </a:lnTo>
                  <a:lnTo>
                    <a:pt x="1099632" y="1477744"/>
                  </a:lnTo>
                  <a:lnTo>
                    <a:pt x="1099623" y="1477737"/>
                  </a:lnTo>
                  <a:lnTo>
                    <a:pt x="1099610" y="1477721"/>
                  </a:lnTo>
                  <a:lnTo>
                    <a:pt x="1099601" y="1477714"/>
                  </a:lnTo>
                  <a:lnTo>
                    <a:pt x="1099594" y="1477709"/>
                  </a:lnTo>
                  <a:lnTo>
                    <a:pt x="1099589" y="1477706"/>
                  </a:lnTo>
                  <a:lnTo>
                    <a:pt x="1099580" y="1477705"/>
                  </a:lnTo>
                  <a:lnTo>
                    <a:pt x="1099570" y="1477703"/>
                  </a:lnTo>
                  <a:lnTo>
                    <a:pt x="1099562" y="1477706"/>
                  </a:lnTo>
                  <a:lnTo>
                    <a:pt x="1099554" y="1477706"/>
                  </a:lnTo>
                  <a:lnTo>
                    <a:pt x="1099546" y="1477708"/>
                  </a:lnTo>
                  <a:lnTo>
                    <a:pt x="1099537" y="1477711"/>
                  </a:lnTo>
                  <a:lnTo>
                    <a:pt x="1099531" y="1477711"/>
                  </a:lnTo>
                  <a:lnTo>
                    <a:pt x="1099520" y="1477713"/>
                  </a:lnTo>
                  <a:lnTo>
                    <a:pt x="1099515" y="1477711"/>
                  </a:lnTo>
                  <a:lnTo>
                    <a:pt x="1099506" y="1477711"/>
                  </a:lnTo>
                  <a:lnTo>
                    <a:pt x="1099499" y="1477709"/>
                  </a:lnTo>
                  <a:lnTo>
                    <a:pt x="1099489" y="1477708"/>
                  </a:lnTo>
                  <a:lnTo>
                    <a:pt x="1099483" y="1477705"/>
                  </a:lnTo>
                  <a:lnTo>
                    <a:pt x="1099467" y="1477699"/>
                  </a:lnTo>
                  <a:lnTo>
                    <a:pt x="1099462" y="1477696"/>
                  </a:lnTo>
                  <a:lnTo>
                    <a:pt x="1099456" y="1477694"/>
                  </a:lnTo>
                  <a:lnTo>
                    <a:pt x="1099451" y="1477694"/>
                  </a:lnTo>
                  <a:lnTo>
                    <a:pt x="1099445" y="1477691"/>
                  </a:lnTo>
                  <a:lnTo>
                    <a:pt x="1099437" y="1477690"/>
                  </a:lnTo>
                  <a:lnTo>
                    <a:pt x="1099413" y="1477678"/>
                  </a:lnTo>
                  <a:lnTo>
                    <a:pt x="1099407" y="1477676"/>
                  </a:lnTo>
                  <a:lnTo>
                    <a:pt x="1099399" y="1477670"/>
                  </a:lnTo>
                  <a:lnTo>
                    <a:pt x="1099391" y="1477667"/>
                  </a:lnTo>
                  <a:lnTo>
                    <a:pt x="1099375" y="1477660"/>
                  </a:lnTo>
                  <a:lnTo>
                    <a:pt x="1099359" y="1477650"/>
                  </a:lnTo>
                  <a:lnTo>
                    <a:pt x="1099344" y="1477640"/>
                  </a:lnTo>
                  <a:lnTo>
                    <a:pt x="1099341" y="1477636"/>
                  </a:lnTo>
                  <a:lnTo>
                    <a:pt x="1099329" y="1477628"/>
                  </a:lnTo>
                  <a:lnTo>
                    <a:pt x="1099316" y="1477613"/>
                  </a:lnTo>
                  <a:lnTo>
                    <a:pt x="1099300" y="1477599"/>
                  </a:lnTo>
                  <a:lnTo>
                    <a:pt x="1099285" y="1477586"/>
                  </a:lnTo>
                  <a:lnTo>
                    <a:pt x="1099269" y="1477572"/>
                  </a:lnTo>
                  <a:lnTo>
                    <a:pt x="1099263" y="1477568"/>
                  </a:lnTo>
                  <a:lnTo>
                    <a:pt x="1099259" y="1477562"/>
                  </a:lnTo>
                  <a:lnTo>
                    <a:pt x="1099257" y="1477558"/>
                  </a:lnTo>
                  <a:lnTo>
                    <a:pt x="1099245" y="1477541"/>
                  </a:lnTo>
                  <a:lnTo>
                    <a:pt x="1099241" y="1477529"/>
                  </a:lnTo>
                  <a:lnTo>
                    <a:pt x="1099237" y="1477524"/>
                  </a:lnTo>
                  <a:lnTo>
                    <a:pt x="1099230" y="1477514"/>
                  </a:lnTo>
                  <a:lnTo>
                    <a:pt x="1099224" y="1477510"/>
                  </a:lnTo>
                  <a:lnTo>
                    <a:pt x="1099192" y="1477494"/>
                  </a:lnTo>
                  <a:lnTo>
                    <a:pt x="1099185" y="1477488"/>
                  </a:lnTo>
                  <a:lnTo>
                    <a:pt x="1099180" y="1477481"/>
                  </a:lnTo>
                  <a:lnTo>
                    <a:pt x="1099176" y="1477469"/>
                  </a:lnTo>
                  <a:lnTo>
                    <a:pt x="1099176" y="1477463"/>
                  </a:lnTo>
                  <a:lnTo>
                    <a:pt x="1099178" y="1477439"/>
                  </a:lnTo>
                  <a:lnTo>
                    <a:pt x="1099175" y="1477424"/>
                  </a:lnTo>
                  <a:lnTo>
                    <a:pt x="1099169" y="1477407"/>
                  </a:lnTo>
                  <a:lnTo>
                    <a:pt x="1099162" y="1477392"/>
                  </a:lnTo>
                  <a:lnTo>
                    <a:pt x="1099160" y="1477383"/>
                  </a:lnTo>
                  <a:lnTo>
                    <a:pt x="1099160" y="1477374"/>
                  </a:lnTo>
                  <a:lnTo>
                    <a:pt x="1099161" y="1477357"/>
                  </a:lnTo>
                  <a:lnTo>
                    <a:pt x="1099160" y="1477340"/>
                  </a:lnTo>
                  <a:lnTo>
                    <a:pt x="1099160" y="1477324"/>
                  </a:lnTo>
                  <a:lnTo>
                    <a:pt x="1099157" y="1477307"/>
                  </a:lnTo>
                  <a:lnTo>
                    <a:pt x="1099155" y="1477290"/>
                  </a:lnTo>
                  <a:lnTo>
                    <a:pt x="1099151" y="1477274"/>
                  </a:lnTo>
                  <a:lnTo>
                    <a:pt x="1099149" y="1477259"/>
                  </a:lnTo>
                  <a:lnTo>
                    <a:pt x="1099142" y="1477230"/>
                  </a:lnTo>
                  <a:lnTo>
                    <a:pt x="1099126" y="1477219"/>
                  </a:lnTo>
                  <a:lnTo>
                    <a:pt x="1099119" y="1477216"/>
                  </a:lnTo>
                  <a:lnTo>
                    <a:pt x="1099110" y="1477212"/>
                  </a:lnTo>
                  <a:lnTo>
                    <a:pt x="1099104" y="1477208"/>
                  </a:lnTo>
                  <a:lnTo>
                    <a:pt x="1099088" y="1477202"/>
                  </a:lnTo>
                  <a:lnTo>
                    <a:pt x="1099073" y="1477194"/>
                  </a:lnTo>
                  <a:lnTo>
                    <a:pt x="1099060" y="1477183"/>
                  </a:lnTo>
                  <a:lnTo>
                    <a:pt x="1099057" y="1477179"/>
                  </a:lnTo>
                  <a:lnTo>
                    <a:pt x="1099041" y="1477164"/>
                  </a:lnTo>
                  <a:lnTo>
                    <a:pt x="1099027" y="1477150"/>
                  </a:lnTo>
                  <a:lnTo>
                    <a:pt x="1099014" y="1477136"/>
                  </a:lnTo>
                  <a:lnTo>
                    <a:pt x="1098998" y="1477121"/>
                  </a:lnTo>
                  <a:lnTo>
                    <a:pt x="1098994" y="1477117"/>
                  </a:lnTo>
                  <a:lnTo>
                    <a:pt x="1098988" y="1477113"/>
                  </a:lnTo>
                  <a:lnTo>
                    <a:pt x="1098978" y="1477115"/>
                  </a:lnTo>
                  <a:lnTo>
                    <a:pt x="1098930" y="1477117"/>
                  </a:lnTo>
                  <a:lnTo>
                    <a:pt x="1098914" y="1477119"/>
                  </a:lnTo>
                  <a:lnTo>
                    <a:pt x="1098898" y="1477120"/>
                  </a:lnTo>
                  <a:lnTo>
                    <a:pt x="1098890" y="1477120"/>
                  </a:lnTo>
                  <a:lnTo>
                    <a:pt x="1098882" y="1477117"/>
                  </a:lnTo>
                  <a:lnTo>
                    <a:pt x="1098867" y="1477119"/>
                  </a:lnTo>
                  <a:lnTo>
                    <a:pt x="1098852" y="1477120"/>
                  </a:lnTo>
                  <a:lnTo>
                    <a:pt x="1098839" y="1477125"/>
                  </a:lnTo>
                  <a:lnTo>
                    <a:pt x="1098835" y="1477129"/>
                  </a:lnTo>
                  <a:lnTo>
                    <a:pt x="1098819" y="1477137"/>
                  </a:lnTo>
                  <a:lnTo>
                    <a:pt x="1098804" y="1477147"/>
                  </a:lnTo>
                  <a:lnTo>
                    <a:pt x="1098770" y="1477170"/>
                  </a:lnTo>
                  <a:lnTo>
                    <a:pt x="1098754" y="1477180"/>
                  </a:lnTo>
                  <a:lnTo>
                    <a:pt x="1098750" y="1477183"/>
                  </a:lnTo>
                  <a:lnTo>
                    <a:pt x="1098739" y="1477187"/>
                  </a:lnTo>
                  <a:lnTo>
                    <a:pt x="1098721" y="1477193"/>
                  </a:lnTo>
                  <a:lnTo>
                    <a:pt x="1098706" y="1477195"/>
                  </a:lnTo>
                  <a:lnTo>
                    <a:pt x="1098675" y="1477202"/>
                  </a:lnTo>
                  <a:lnTo>
                    <a:pt x="1098659" y="1477204"/>
                  </a:lnTo>
                  <a:lnTo>
                    <a:pt x="1098643" y="1477209"/>
                  </a:lnTo>
                  <a:lnTo>
                    <a:pt x="1098626" y="1477214"/>
                  </a:lnTo>
                  <a:lnTo>
                    <a:pt x="1098611" y="1477215"/>
                  </a:lnTo>
                  <a:lnTo>
                    <a:pt x="1098596" y="1477214"/>
                  </a:lnTo>
                  <a:lnTo>
                    <a:pt x="1098586" y="1477210"/>
                  </a:lnTo>
                  <a:lnTo>
                    <a:pt x="1098539" y="1477211"/>
                  </a:lnTo>
                  <a:lnTo>
                    <a:pt x="1098523" y="1477217"/>
                  </a:lnTo>
                  <a:lnTo>
                    <a:pt x="1098512" y="1477221"/>
                  </a:lnTo>
                  <a:lnTo>
                    <a:pt x="1098508" y="1477224"/>
                  </a:lnTo>
                  <a:lnTo>
                    <a:pt x="1098499" y="1477234"/>
                  </a:lnTo>
                  <a:lnTo>
                    <a:pt x="1098466" y="1477220"/>
                  </a:lnTo>
                  <a:lnTo>
                    <a:pt x="1098453" y="1477217"/>
                  </a:lnTo>
                  <a:lnTo>
                    <a:pt x="1098438" y="1477211"/>
                  </a:lnTo>
                  <a:lnTo>
                    <a:pt x="1098422" y="1477210"/>
                  </a:lnTo>
                  <a:lnTo>
                    <a:pt x="1098410" y="1477211"/>
                  </a:lnTo>
                  <a:lnTo>
                    <a:pt x="1098406" y="1477213"/>
                  </a:lnTo>
                  <a:lnTo>
                    <a:pt x="1098390" y="1477217"/>
                  </a:lnTo>
                  <a:lnTo>
                    <a:pt x="1098385" y="1477219"/>
                  </a:lnTo>
                  <a:lnTo>
                    <a:pt x="1098374" y="1477219"/>
                  </a:lnTo>
                  <a:lnTo>
                    <a:pt x="1098358" y="1477217"/>
                  </a:lnTo>
                  <a:lnTo>
                    <a:pt x="1098342" y="1477209"/>
                  </a:lnTo>
                  <a:lnTo>
                    <a:pt x="1098311" y="1477196"/>
                  </a:lnTo>
                  <a:lnTo>
                    <a:pt x="1098279" y="1477184"/>
                  </a:lnTo>
                  <a:lnTo>
                    <a:pt x="1098261" y="1477180"/>
                  </a:lnTo>
                  <a:lnTo>
                    <a:pt x="1098247" y="1477177"/>
                  </a:lnTo>
                  <a:lnTo>
                    <a:pt x="1098231" y="1477172"/>
                  </a:lnTo>
                  <a:lnTo>
                    <a:pt x="1098215" y="1477168"/>
                  </a:lnTo>
                  <a:lnTo>
                    <a:pt x="1098200" y="1477159"/>
                  </a:lnTo>
                  <a:lnTo>
                    <a:pt x="1098184" y="1477146"/>
                  </a:lnTo>
                  <a:lnTo>
                    <a:pt x="1098178" y="1477141"/>
                  </a:lnTo>
                  <a:lnTo>
                    <a:pt x="1098172" y="1477130"/>
                  </a:lnTo>
                  <a:lnTo>
                    <a:pt x="1098165" y="1477113"/>
                  </a:lnTo>
                  <a:lnTo>
                    <a:pt x="1098158" y="1477097"/>
                  </a:lnTo>
                  <a:lnTo>
                    <a:pt x="1098151" y="1477080"/>
                  </a:lnTo>
                  <a:lnTo>
                    <a:pt x="1098143" y="1477063"/>
                  </a:lnTo>
                  <a:lnTo>
                    <a:pt x="1098135" y="1477046"/>
                  </a:lnTo>
                  <a:lnTo>
                    <a:pt x="1098127" y="1477029"/>
                  </a:lnTo>
                  <a:lnTo>
                    <a:pt x="1098118" y="1477013"/>
                  </a:lnTo>
                  <a:lnTo>
                    <a:pt x="1098102" y="1476985"/>
                  </a:lnTo>
                  <a:lnTo>
                    <a:pt x="1098069" y="1476964"/>
                  </a:lnTo>
                  <a:lnTo>
                    <a:pt x="1098037" y="1476953"/>
                  </a:lnTo>
                  <a:lnTo>
                    <a:pt x="1098021" y="1476946"/>
                  </a:lnTo>
                  <a:lnTo>
                    <a:pt x="1098005" y="1476936"/>
                  </a:lnTo>
                  <a:lnTo>
                    <a:pt x="1097991" y="1476923"/>
                  </a:lnTo>
                  <a:lnTo>
                    <a:pt x="1097979" y="1476907"/>
                  </a:lnTo>
                  <a:lnTo>
                    <a:pt x="1097963" y="1476891"/>
                  </a:lnTo>
                  <a:lnTo>
                    <a:pt x="1097954" y="1476886"/>
                  </a:lnTo>
                  <a:lnTo>
                    <a:pt x="1097947" y="1476884"/>
                  </a:lnTo>
                  <a:lnTo>
                    <a:pt x="1097929" y="1476876"/>
                  </a:lnTo>
                  <a:lnTo>
                    <a:pt x="1097922" y="1476872"/>
                  </a:lnTo>
                  <a:lnTo>
                    <a:pt x="1097916" y="1476865"/>
                  </a:lnTo>
                  <a:lnTo>
                    <a:pt x="1097904" y="1476849"/>
                  </a:lnTo>
                  <a:lnTo>
                    <a:pt x="1097889" y="1476833"/>
                  </a:lnTo>
                  <a:lnTo>
                    <a:pt x="1097862" y="1476812"/>
                  </a:lnTo>
                  <a:lnTo>
                    <a:pt x="1097865" y="1476767"/>
                  </a:lnTo>
                  <a:lnTo>
                    <a:pt x="1097863" y="1476750"/>
                  </a:lnTo>
                  <a:lnTo>
                    <a:pt x="1097863" y="1476734"/>
                  </a:lnTo>
                  <a:lnTo>
                    <a:pt x="1097868" y="1476700"/>
                  </a:lnTo>
                  <a:lnTo>
                    <a:pt x="1097868" y="1476683"/>
                  </a:lnTo>
                  <a:lnTo>
                    <a:pt x="1097869" y="1476667"/>
                  </a:lnTo>
                  <a:lnTo>
                    <a:pt x="1097870" y="1476650"/>
                  </a:lnTo>
                  <a:lnTo>
                    <a:pt x="1097870" y="1476633"/>
                  </a:lnTo>
                  <a:lnTo>
                    <a:pt x="1097869" y="1476617"/>
                  </a:lnTo>
                  <a:lnTo>
                    <a:pt x="1097868" y="1476600"/>
                  </a:lnTo>
                  <a:lnTo>
                    <a:pt x="1097867" y="1476583"/>
                  </a:lnTo>
                  <a:lnTo>
                    <a:pt x="1097865" y="1476567"/>
                  </a:lnTo>
                  <a:lnTo>
                    <a:pt x="1097863" y="1476561"/>
                  </a:lnTo>
                  <a:lnTo>
                    <a:pt x="1097863" y="1476550"/>
                  </a:lnTo>
                  <a:lnTo>
                    <a:pt x="1097857" y="1476532"/>
                  </a:lnTo>
                  <a:lnTo>
                    <a:pt x="1097854" y="1476524"/>
                  </a:lnTo>
                  <a:lnTo>
                    <a:pt x="1097847" y="1476516"/>
                  </a:lnTo>
                  <a:lnTo>
                    <a:pt x="1097831" y="1476502"/>
                  </a:lnTo>
                  <a:lnTo>
                    <a:pt x="1097816" y="1476489"/>
                  </a:lnTo>
                  <a:lnTo>
                    <a:pt x="1097800" y="1476473"/>
                  </a:lnTo>
                  <a:lnTo>
                    <a:pt x="1097792" y="1476458"/>
                  </a:lnTo>
                  <a:lnTo>
                    <a:pt x="1097785" y="1476441"/>
                  </a:lnTo>
                  <a:lnTo>
                    <a:pt x="1097775" y="1476424"/>
                  </a:lnTo>
                  <a:lnTo>
                    <a:pt x="1097770" y="1476416"/>
                  </a:lnTo>
                  <a:lnTo>
                    <a:pt x="1097769" y="1476408"/>
                  </a:lnTo>
                  <a:lnTo>
                    <a:pt x="1097767" y="1476391"/>
                  </a:lnTo>
                  <a:lnTo>
                    <a:pt x="1097767" y="1476384"/>
                  </a:lnTo>
                  <a:lnTo>
                    <a:pt x="1097763" y="1476374"/>
                  </a:lnTo>
                  <a:lnTo>
                    <a:pt x="1097756" y="1476357"/>
                  </a:lnTo>
                  <a:lnTo>
                    <a:pt x="1097749" y="1476347"/>
                  </a:lnTo>
                  <a:lnTo>
                    <a:pt x="1097740" y="1476333"/>
                  </a:lnTo>
                  <a:lnTo>
                    <a:pt x="1097728" y="1476330"/>
                  </a:lnTo>
                  <a:lnTo>
                    <a:pt x="1097713" y="1476326"/>
                  </a:lnTo>
                  <a:lnTo>
                    <a:pt x="1097707" y="1476322"/>
                  </a:lnTo>
                  <a:lnTo>
                    <a:pt x="1097703" y="1476317"/>
                  </a:lnTo>
                  <a:lnTo>
                    <a:pt x="1097703" y="1476303"/>
                  </a:lnTo>
                  <a:lnTo>
                    <a:pt x="1097703" y="1476288"/>
                  </a:lnTo>
                  <a:lnTo>
                    <a:pt x="1097677" y="1476276"/>
                  </a:lnTo>
                  <a:lnTo>
                    <a:pt x="1097664" y="1476273"/>
                  </a:lnTo>
                  <a:lnTo>
                    <a:pt x="1097639" y="1476275"/>
                  </a:lnTo>
                  <a:lnTo>
                    <a:pt x="1097614" y="1476264"/>
                  </a:lnTo>
                  <a:lnTo>
                    <a:pt x="1097588" y="1476262"/>
                  </a:lnTo>
                  <a:lnTo>
                    <a:pt x="1097567" y="1476261"/>
                  </a:lnTo>
                  <a:lnTo>
                    <a:pt x="1097547" y="1476261"/>
                  </a:lnTo>
                  <a:lnTo>
                    <a:pt x="1097535" y="1476263"/>
                  </a:lnTo>
                  <a:lnTo>
                    <a:pt x="1097524" y="1476262"/>
                  </a:lnTo>
                  <a:lnTo>
                    <a:pt x="1097520" y="1476256"/>
                  </a:lnTo>
                  <a:lnTo>
                    <a:pt x="1097512" y="1476242"/>
                  </a:lnTo>
                  <a:lnTo>
                    <a:pt x="1097507" y="1476240"/>
                  </a:lnTo>
                  <a:lnTo>
                    <a:pt x="1097495" y="1476240"/>
                  </a:lnTo>
                  <a:lnTo>
                    <a:pt x="1097487" y="1476241"/>
                  </a:lnTo>
                  <a:lnTo>
                    <a:pt x="1097484" y="1476245"/>
                  </a:lnTo>
                  <a:lnTo>
                    <a:pt x="1097481" y="1476258"/>
                  </a:lnTo>
                  <a:lnTo>
                    <a:pt x="1097478" y="1476265"/>
                  </a:lnTo>
                  <a:lnTo>
                    <a:pt x="1097471" y="1476270"/>
                  </a:lnTo>
                  <a:lnTo>
                    <a:pt x="1097459" y="1476271"/>
                  </a:lnTo>
                  <a:lnTo>
                    <a:pt x="1097444" y="1476275"/>
                  </a:lnTo>
                  <a:lnTo>
                    <a:pt x="1097440" y="1476279"/>
                  </a:lnTo>
                  <a:lnTo>
                    <a:pt x="1097437" y="1476285"/>
                  </a:lnTo>
                  <a:lnTo>
                    <a:pt x="1097436" y="1476292"/>
                  </a:lnTo>
                  <a:lnTo>
                    <a:pt x="1097431" y="1476297"/>
                  </a:lnTo>
                  <a:lnTo>
                    <a:pt x="1097429" y="1476306"/>
                  </a:lnTo>
                  <a:lnTo>
                    <a:pt x="1097429" y="1476311"/>
                  </a:lnTo>
                  <a:lnTo>
                    <a:pt x="1097432" y="1476321"/>
                  </a:lnTo>
                  <a:lnTo>
                    <a:pt x="1097428" y="1476333"/>
                  </a:lnTo>
                  <a:lnTo>
                    <a:pt x="1097426" y="1476345"/>
                  </a:lnTo>
                  <a:lnTo>
                    <a:pt x="1097420" y="1476348"/>
                  </a:lnTo>
                  <a:lnTo>
                    <a:pt x="1097403" y="1476340"/>
                  </a:lnTo>
                  <a:lnTo>
                    <a:pt x="1097394" y="1476343"/>
                  </a:lnTo>
                  <a:lnTo>
                    <a:pt x="1097378" y="1476346"/>
                  </a:lnTo>
                  <a:lnTo>
                    <a:pt x="1097345" y="1476352"/>
                  </a:lnTo>
                  <a:lnTo>
                    <a:pt x="1097336" y="1476366"/>
                  </a:lnTo>
                  <a:lnTo>
                    <a:pt x="1097325" y="1476378"/>
                  </a:lnTo>
                  <a:lnTo>
                    <a:pt x="1097318" y="1476385"/>
                  </a:lnTo>
                  <a:lnTo>
                    <a:pt x="1097310" y="1476387"/>
                  </a:lnTo>
                  <a:lnTo>
                    <a:pt x="1097292" y="1476382"/>
                  </a:lnTo>
                  <a:lnTo>
                    <a:pt x="1097280" y="1476382"/>
                  </a:lnTo>
                  <a:lnTo>
                    <a:pt x="1097275" y="1476384"/>
                  </a:lnTo>
                  <a:lnTo>
                    <a:pt x="1097262" y="1476393"/>
                  </a:lnTo>
                  <a:lnTo>
                    <a:pt x="1097255" y="1476403"/>
                  </a:lnTo>
                  <a:lnTo>
                    <a:pt x="1097249" y="1476406"/>
                  </a:lnTo>
                  <a:lnTo>
                    <a:pt x="1097240" y="1476410"/>
                  </a:lnTo>
                  <a:lnTo>
                    <a:pt x="1097233" y="1476421"/>
                  </a:lnTo>
                  <a:lnTo>
                    <a:pt x="1097224" y="1476437"/>
                  </a:lnTo>
                  <a:lnTo>
                    <a:pt x="1097215" y="1476447"/>
                  </a:lnTo>
                  <a:lnTo>
                    <a:pt x="1097209" y="1476450"/>
                  </a:lnTo>
                  <a:lnTo>
                    <a:pt x="1097195" y="1476453"/>
                  </a:lnTo>
                  <a:lnTo>
                    <a:pt x="1097179" y="1476459"/>
                  </a:lnTo>
                  <a:lnTo>
                    <a:pt x="1097171" y="1476462"/>
                  </a:lnTo>
                  <a:lnTo>
                    <a:pt x="1097163" y="1476469"/>
                  </a:lnTo>
                  <a:lnTo>
                    <a:pt x="1097151" y="1476486"/>
                  </a:lnTo>
                  <a:lnTo>
                    <a:pt x="1097142" y="1476500"/>
                  </a:lnTo>
                  <a:lnTo>
                    <a:pt x="1097136" y="1476519"/>
                  </a:lnTo>
                  <a:lnTo>
                    <a:pt x="1097128" y="1476534"/>
                  </a:lnTo>
                  <a:lnTo>
                    <a:pt x="1097114" y="1476548"/>
                  </a:lnTo>
                  <a:lnTo>
                    <a:pt x="1097104" y="1476567"/>
                  </a:lnTo>
                  <a:lnTo>
                    <a:pt x="1097098" y="1476583"/>
                  </a:lnTo>
                  <a:lnTo>
                    <a:pt x="1097088" y="1476602"/>
                  </a:lnTo>
                  <a:lnTo>
                    <a:pt x="1097081" y="1476610"/>
                  </a:lnTo>
                  <a:lnTo>
                    <a:pt x="1097075" y="1476613"/>
                  </a:lnTo>
                  <a:lnTo>
                    <a:pt x="1097062" y="1476618"/>
                  </a:lnTo>
                  <a:lnTo>
                    <a:pt x="1097056" y="1476613"/>
                  </a:lnTo>
                  <a:lnTo>
                    <a:pt x="1097046" y="1476610"/>
                  </a:lnTo>
                  <a:lnTo>
                    <a:pt x="1097030" y="1476601"/>
                  </a:lnTo>
                  <a:lnTo>
                    <a:pt x="1097014" y="1476591"/>
                  </a:lnTo>
                  <a:lnTo>
                    <a:pt x="1096998" y="1476578"/>
                  </a:lnTo>
                  <a:lnTo>
                    <a:pt x="1096983" y="1476566"/>
                  </a:lnTo>
                  <a:lnTo>
                    <a:pt x="1096967" y="1476555"/>
                  </a:lnTo>
                  <a:lnTo>
                    <a:pt x="1096951" y="1476544"/>
                  </a:lnTo>
                  <a:lnTo>
                    <a:pt x="1096935" y="1476535"/>
                  </a:lnTo>
                  <a:lnTo>
                    <a:pt x="1096903" y="1476509"/>
                  </a:lnTo>
                  <a:lnTo>
                    <a:pt x="1096887" y="1476494"/>
                  </a:lnTo>
                  <a:lnTo>
                    <a:pt x="1096877" y="1476489"/>
                  </a:lnTo>
                  <a:lnTo>
                    <a:pt x="1096873" y="1476484"/>
                  </a:lnTo>
                  <a:lnTo>
                    <a:pt x="1096864" y="1476479"/>
                  </a:lnTo>
                  <a:lnTo>
                    <a:pt x="1096857" y="1476477"/>
                  </a:lnTo>
                  <a:lnTo>
                    <a:pt x="1096841" y="1476474"/>
                  </a:lnTo>
                  <a:lnTo>
                    <a:pt x="1096825" y="1476474"/>
                  </a:lnTo>
                  <a:lnTo>
                    <a:pt x="1096783" y="1476477"/>
                  </a:lnTo>
                  <a:lnTo>
                    <a:pt x="1096768" y="1476482"/>
                  </a:lnTo>
                  <a:lnTo>
                    <a:pt x="1096752" y="1476486"/>
                  </a:lnTo>
                  <a:lnTo>
                    <a:pt x="1096736" y="1476491"/>
                  </a:lnTo>
                  <a:lnTo>
                    <a:pt x="1096720" y="1476494"/>
                  </a:lnTo>
                  <a:lnTo>
                    <a:pt x="1096704" y="1476494"/>
                  </a:lnTo>
                  <a:lnTo>
                    <a:pt x="1096688" y="1476492"/>
                  </a:lnTo>
                  <a:lnTo>
                    <a:pt x="1096681" y="1476489"/>
                  </a:lnTo>
                  <a:lnTo>
                    <a:pt x="1096673" y="1476489"/>
                  </a:lnTo>
                  <a:lnTo>
                    <a:pt x="1096665" y="1476486"/>
                  </a:lnTo>
                  <a:lnTo>
                    <a:pt x="1096657" y="1476485"/>
                  </a:lnTo>
                  <a:lnTo>
                    <a:pt x="1096641" y="1476484"/>
                  </a:lnTo>
                  <a:lnTo>
                    <a:pt x="1096625" y="1476481"/>
                  </a:lnTo>
                  <a:lnTo>
                    <a:pt x="1096609" y="1476481"/>
                  </a:lnTo>
                  <a:lnTo>
                    <a:pt x="1096593" y="1476481"/>
                  </a:lnTo>
                  <a:lnTo>
                    <a:pt x="1096577" y="1476484"/>
                  </a:lnTo>
                  <a:lnTo>
                    <a:pt x="1096561" y="1476488"/>
                  </a:lnTo>
                  <a:lnTo>
                    <a:pt x="1096545" y="1476491"/>
                  </a:lnTo>
                  <a:lnTo>
                    <a:pt x="1096530" y="1476491"/>
                  </a:lnTo>
                  <a:lnTo>
                    <a:pt x="1096491" y="1476498"/>
                  </a:lnTo>
                  <a:lnTo>
                    <a:pt x="1096475" y="1476504"/>
                  </a:lnTo>
                  <a:lnTo>
                    <a:pt x="1096465" y="1476507"/>
                  </a:lnTo>
                  <a:lnTo>
                    <a:pt x="1096459" y="1476507"/>
                  </a:lnTo>
                  <a:lnTo>
                    <a:pt x="1096443" y="1476508"/>
                  </a:lnTo>
                  <a:lnTo>
                    <a:pt x="1096438" y="1476506"/>
                  </a:lnTo>
                  <a:lnTo>
                    <a:pt x="1096427" y="1476505"/>
                  </a:lnTo>
                  <a:lnTo>
                    <a:pt x="1096411" y="1476499"/>
                  </a:lnTo>
                  <a:lnTo>
                    <a:pt x="1096400" y="1476493"/>
                  </a:lnTo>
                  <a:lnTo>
                    <a:pt x="1096395" y="1476487"/>
                  </a:lnTo>
                  <a:lnTo>
                    <a:pt x="1096379" y="1476472"/>
                  </a:lnTo>
                  <a:lnTo>
                    <a:pt x="1096374" y="1476467"/>
                  </a:lnTo>
                  <a:lnTo>
                    <a:pt x="1096367" y="1476464"/>
                  </a:lnTo>
                  <a:lnTo>
                    <a:pt x="1096355" y="1476460"/>
                  </a:lnTo>
                  <a:lnTo>
                    <a:pt x="1096349" y="1476460"/>
                  </a:lnTo>
                  <a:lnTo>
                    <a:pt x="1096332" y="1476459"/>
                  </a:lnTo>
                  <a:lnTo>
                    <a:pt x="1096317" y="1476462"/>
                  </a:lnTo>
                  <a:lnTo>
                    <a:pt x="1096301" y="1476464"/>
                  </a:lnTo>
                  <a:lnTo>
                    <a:pt x="1096285" y="1476464"/>
                  </a:lnTo>
                  <a:lnTo>
                    <a:pt x="1096269" y="1476468"/>
                  </a:lnTo>
                  <a:lnTo>
                    <a:pt x="1096253" y="1476469"/>
                  </a:lnTo>
                  <a:lnTo>
                    <a:pt x="1096237" y="1476469"/>
                  </a:lnTo>
                  <a:lnTo>
                    <a:pt x="1096222" y="1476467"/>
                  </a:lnTo>
                  <a:lnTo>
                    <a:pt x="1096206" y="1476461"/>
                  </a:lnTo>
                  <a:lnTo>
                    <a:pt x="1096190" y="1476455"/>
                  </a:lnTo>
                  <a:lnTo>
                    <a:pt x="1096174" y="1476449"/>
                  </a:lnTo>
                  <a:lnTo>
                    <a:pt x="1096158" y="1476445"/>
                  </a:lnTo>
                  <a:lnTo>
                    <a:pt x="1096142" y="1476442"/>
                  </a:lnTo>
                  <a:lnTo>
                    <a:pt x="1096136" y="1476438"/>
                  </a:lnTo>
                  <a:lnTo>
                    <a:pt x="1096126" y="1476434"/>
                  </a:lnTo>
                  <a:lnTo>
                    <a:pt x="1096114" y="1476430"/>
                  </a:lnTo>
                  <a:lnTo>
                    <a:pt x="1096110" y="1476427"/>
                  </a:lnTo>
                  <a:lnTo>
                    <a:pt x="1096104" y="1476424"/>
                  </a:lnTo>
                  <a:lnTo>
                    <a:pt x="1096094" y="1476418"/>
                  </a:lnTo>
                  <a:lnTo>
                    <a:pt x="1096086" y="1476413"/>
                  </a:lnTo>
                  <a:lnTo>
                    <a:pt x="1096079" y="1476412"/>
                  </a:lnTo>
                  <a:lnTo>
                    <a:pt x="1096069" y="1476414"/>
                  </a:lnTo>
                  <a:lnTo>
                    <a:pt x="1096063" y="1476419"/>
                  </a:lnTo>
                  <a:lnTo>
                    <a:pt x="1096047" y="1476429"/>
                  </a:lnTo>
                  <a:lnTo>
                    <a:pt x="1096033" y="1476437"/>
                  </a:lnTo>
                  <a:lnTo>
                    <a:pt x="1096015" y="1476449"/>
                  </a:lnTo>
                  <a:lnTo>
                    <a:pt x="1096008" y="1476452"/>
                  </a:lnTo>
                  <a:lnTo>
                    <a:pt x="1095999" y="1476461"/>
                  </a:lnTo>
                  <a:lnTo>
                    <a:pt x="1095949" y="1476498"/>
                  </a:lnTo>
                  <a:lnTo>
                    <a:pt x="1095944" y="1476506"/>
                  </a:lnTo>
                  <a:lnTo>
                    <a:pt x="1095935" y="1476513"/>
                  </a:lnTo>
                  <a:lnTo>
                    <a:pt x="1095923" y="1476509"/>
                  </a:lnTo>
                  <a:lnTo>
                    <a:pt x="1095909" y="1476494"/>
                  </a:lnTo>
                  <a:lnTo>
                    <a:pt x="1095898" y="1476494"/>
                  </a:lnTo>
                  <a:lnTo>
                    <a:pt x="1095883" y="1476500"/>
                  </a:lnTo>
                  <a:lnTo>
                    <a:pt x="1095868" y="1476512"/>
                  </a:lnTo>
                  <a:lnTo>
                    <a:pt x="1095854" y="1476527"/>
                  </a:lnTo>
                  <a:lnTo>
                    <a:pt x="1095840" y="1476542"/>
                  </a:lnTo>
                  <a:lnTo>
                    <a:pt x="1095825" y="1476554"/>
                  </a:lnTo>
                  <a:lnTo>
                    <a:pt x="1095812" y="1476555"/>
                  </a:lnTo>
                  <a:lnTo>
                    <a:pt x="1095808" y="1476553"/>
                  </a:lnTo>
                  <a:lnTo>
                    <a:pt x="1095792" y="1476546"/>
                  </a:lnTo>
                  <a:lnTo>
                    <a:pt x="1095785" y="1476542"/>
                  </a:lnTo>
                  <a:lnTo>
                    <a:pt x="1095777" y="1476540"/>
                  </a:lnTo>
                  <a:lnTo>
                    <a:pt x="1095770" y="1476536"/>
                  </a:lnTo>
                  <a:lnTo>
                    <a:pt x="1095762" y="1476534"/>
                  </a:lnTo>
                  <a:lnTo>
                    <a:pt x="1095745" y="1476529"/>
                  </a:lnTo>
                  <a:lnTo>
                    <a:pt x="1095729" y="1476529"/>
                  </a:lnTo>
                  <a:lnTo>
                    <a:pt x="1095713" y="1476531"/>
                  </a:lnTo>
                  <a:lnTo>
                    <a:pt x="1095704" y="1476531"/>
                  </a:lnTo>
                  <a:lnTo>
                    <a:pt x="1095697" y="1476533"/>
                  </a:lnTo>
                  <a:lnTo>
                    <a:pt x="1095681" y="1476533"/>
                  </a:lnTo>
                  <a:lnTo>
                    <a:pt x="1095665" y="1476531"/>
                  </a:lnTo>
                  <a:lnTo>
                    <a:pt x="1095655" y="1476526"/>
                  </a:lnTo>
                  <a:lnTo>
                    <a:pt x="1095649" y="1476522"/>
                  </a:lnTo>
                  <a:lnTo>
                    <a:pt x="1095634" y="1476512"/>
                  </a:lnTo>
                  <a:lnTo>
                    <a:pt x="1095619" y="1476505"/>
                  </a:lnTo>
                  <a:lnTo>
                    <a:pt x="1095603" y="1476498"/>
                  </a:lnTo>
                  <a:lnTo>
                    <a:pt x="1095586" y="1476492"/>
                  </a:lnTo>
                  <a:lnTo>
                    <a:pt x="1095578" y="1476489"/>
                  </a:lnTo>
                  <a:lnTo>
                    <a:pt x="1095570" y="1476485"/>
                  </a:lnTo>
                  <a:lnTo>
                    <a:pt x="1095559" y="1476479"/>
                  </a:lnTo>
                  <a:lnTo>
                    <a:pt x="1095555" y="1476475"/>
                  </a:lnTo>
                  <a:lnTo>
                    <a:pt x="1095537" y="1476460"/>
                  </a:lnTo>
                  <a:lnTo>
                    <a:pt x="1095532" y="1476455"/>
                  </a:lnTo>
                  <a:lnTo>
                    <a:pt x="1095526" y="1476452"/>
                  </a:lnTo>
                  <a:lnTo>
                    <a:pt x="1095513" y="1476455"/>
                  </a:lnTo>
                  <a:lnTo>
                    <a:pt x="1095497" y="1476461"/>
                  </a:lnTo>
                  <a:lnTo>
                    <a:pt x="1095492" y="1476465"/>
                  </a:lnTo>
                  <a:lnTo>
                    <a:pt x="1095476" y="1476466"/>
                  </a:lnTo>
                  <a:lnTo>
                    <a:pt x="1095461" y="1476462"/>
                  </a:lnTo>
                  <a:lnTo>
                    <a:pt x="1095454" y="1476454"/>
                  </a:lnTo>
                  <a:lnTo>
                    <a:pt x="1095425" y="1476421"/>
                  </a:lnTo>
                  <a:lnTo>
                    <a:pt x="1095412" y="1476413"/>
                  </a:lnTo>
                  <a:lnTo>
                    <a:pt x="1095394" y="1476413"/>
                  </a:lnTo>
                  <a:lnTo>
                    <a:pt x="1095379" y="1476415"/>
                  </a:lnTo>
                  <a:lnTo>
                    <a:pt x="1095363" y="1476413"/>
                  </a:lnTo>
                  <a:lnTo>
                    <a:pt x="1095339" y="1476403"/>
                  </a:lnTo>
                  <a:lnTo>
                    <a:pt x="1095331" y="1476401"/>
                  </a:lnTo>
                  <a:lnTo>
                    <a:pt x="1095324" y="1476397"/>
                  </a:lnTo>
                  <a:lnTo>
                    <a:pt x="1095317" y="1476392"/>
                  </a:lnTo>
                  <a:lnTo>
                    <a:pt x="1095308" y="1476389"/>
                  </a:lnTo>
                  <a:lnTo>
                    <a:pt x="1095299" y="1476389"/>
                  </a:lnTo>
                  <a:lnTo>
                    <a:pt x="1095292" y="1476391"/>
                  </a:lnTo>
                  <a:lnTo>
                    <a:pt x="1095276" y="1476393"/>
                  </a:lnTo>
                  <a:lnTo>
                    <a:pt x="1095258" y="1476393"/>
                  </a:lnTo>
                  <a:lnTo>
                    <a:pt x="1095254" y="1476393"/>
                  </a:lnTo>
                  <a:lnTo>
                    <a:pt x="1095242" y="1476398"/>
                  </a:lnTo>
                  <a:lnTo>
                    <a:pt x="1095228" y="1476407"/>
                  </a:lnTo>
                  <a:lnTo>
                    <a:pt x="1095212" y="1476410"/>
                  </a:lnTo>
                  <a:lnTo>
                    <a:pt x="1095196" y="1476411"/>
                  </a:lnTo>
                  <a:lnTo>
                    <a:pt x="1095187" y="1476415"/>
                  </a:lnTo>
                  <a:lnTo>
                    <a:pt x="1095181" y="1476421"/>
                  </a:lnTo>
                  <a:lnTo>
                    <a:pt x="1095167" y="1476438"/>
                  </a:lnTo>
                  <a:lnTo>
                    <a:pt x="1095153" y="1476453"/>
                  </a:lnTo>
                  <a:lnTo>
                    <a:pt x="1095139" y="1476466"/>
                  </a:lnTo>
                  <a:lnTo>
                    <a:pt x="1095131" y="1476470"/>
                  </a:lnTo>
                  <a:lnTo>
                    <a:pt x="1095123" y="1476471"/>
                  </a:lnTo>
                  <a:lnTo>
                    <a:pt x="1095108" y="1476471"/>
                  </a:lnTo>
                  <a:lnTo>
                    <a:pt x="1095092" y="1476474"/>
                  </a:lnTo>
                  <a:lnTo>
                    <a:pt x="1095083" y="1476477"/>
                  </a:lnTo>
                  <a:lnTo>
                    <a:pt x="1095075" y="1476481"/>
                  </a:lnTo>
                  <a:lnTo>
                    <a:pt x="1095060" y="1476492"/>
                  </a:lnTo>
                  <a:lnTo>
                    <a:pt x="1095046" y="1476508"/>
                  </a:lnTo>
                  <a:lnTo>
                    <a:pt x="1095033" y="1476521"/>
                  </a:lnTo>
                  <a:lnTo>
                    <a:pt x="1095017" y="1476528"/>
                  </a:lnTo>
                  <a:lnTo>
                    <a:pt x="1095006" y="1476529"/>
                  </a:lnTo>
                  <a:lnTo>
                    <a:pt x="1095000" y="1476526"/>
                  </a:lnTo>
                  <a:lnTo>
                    <a:pt x="1094983" y="1476520"/>
                  </a:lnTo>
                  <a:lnTo>
                    <a:pt x="1094975" y="1476518"/>
                  </a:lnTo>
                  <a:lnTo>
                    <a:pt x="1094967" y="1476520"/>
                  </a:lnTo>
                  <a:lnTo>
                    <a:pt x="1094952" y="1476526"/>
                  </a:lnTo>
                  <a:lnTo>
                    <a:pt x="1094944" y="1476526"/>
                  </a:lnTo>
                  <a:lnTo>
                    <a:pt x="1094937" y="1476522"/>
                  </a:lnTo>
                  <a:lnTo>
                    <a:pt x="1094920" y="1476510"/>
                  </a:lnTo>
                  <a:lnTo>
                    <a:pt x="1094903" y="1476502"/>
                  </a:lnTo>
                  <a:lnTo>
                    <a:pt x="1094896" y="1476503"/>
                  </a:lnTo>
                  <a:lnTo>
                    <a:pt x="1094888" y="1476507"/>
                  </a:lnTo>
                  <a:lnTo>
                    <a:pt x="1094872" y="1476516"/>
                  </a:lnTo>
                  <a:lnTo>
                    <a:pt x="1094857" y="1476526"/>
                  </a:lnTo>
                  <a:lnTo>
                    <a:pt x="1094842" y="1476538"/>
                  </a:lnTo>
                  <a:lnTo>
                    <a:pt x="1094835" y="1476542"/>
                  </a:lnTo>
                  <a:lnTo>
                    <a:pt x="1094824" y="1476546"/>
                  </a:lnTo>
                  <a:lnTo>
                    <a:pt x="1094809" y="1476550"/>
                  </a:lnTo>
                  <a:lnTo>
                    <a:pt x="1094793" y="1476556"/>
                  </a:lnTo>
                  <a:lnTo>
                    <a:pt x="1094788" y="1476559"/>
                  </a:lnTo>
                  <a:lnTo>
                    <a:pt x="1094777" y="1476567"/>
                  </a:lnTo>
                  <a:lnTo>
                    <a:pt x="1094761" y="1476580"/>
                  </a:lnTo>
                  <a:lnTo>
                    <a:pt x="1094746" y="1476594"/>
                  </a:lnTo>
                  <a:lnTo>
                    <a:pt x="1094738" y="1476601"/>
                  </a:lnTo>
                  <a:lnTo>
                    <a:pt x="1094730" y="1476604"/>
                  </a:lnTo>
                  <a:lnTo>
                    <a:pt x="1094723" y="1476608"/>
                  </a:lnTo>
                  <a:lnTo>
                    <a:pt x="1094714" y="1476608"/>
                  </a:lnTo>
                  <a:lnTo>
                    <a:pt x="1094698" y="1476611"/>
                  </a:lnTo>
                  <a:lnTo>
                    <a:pt x="1094683" y="1476613"/>
                  </a:lnTo>
                  <a:lnTo>
                    <a:pt x="1094668" y="1476617"/>
                  </a:lnTo>
                  <a:lnTo>
                    <a:pt x="1094660" y="1476624"/>
                  </a:lnTo>
                  <a:lnTo>
                    <a:pt x="1094660" y="1476633"/>
                  </a:lnTo>
                  <a:lnTo>
                    <a:pt x="1094667" y="1476650"/>
                  </a:lnTo>
                  <a:lnTo>
                    <a:pt x="1094670" y="1476661"/>
                  </a:lnTo>
                  <a:lnTo>
                    <a:pt x="1094665" y="1476666"/>
                  </a:lnTo>
                  <a:lnTo>
                    <a:pt x="1094654" y="1476671"/>
                  </a:lnTo>
                  <a:lnTo>
                    <a:pt x="1094650" y="1476671"/>
                  </a:lnTo>
                  <a:lnTo>
                    <a:pt x="1094634" y="1476673"/>
                  </a:lnTo>
                  <a:lnTo>
                    <a:pt x="1094629" y="1476676"/>
                  </a:lnTo>
                  <a:lnTo>
                    <a:pt x="1094620" y="1476678"/>
                  </a:lnTo>
                  <a:lnTo>
                    <a:pt x="1094604" y="1476685"/>
                  </a:lnTo>
                  <a:lnTo>
                    <a:pt x="1094587" y="1476701"/>
                  </a:lnTo>
                  <a:lnTo>
                    <a:pt x="1094573" y="1476717"/>
                  </a:lnTo>
                  <a:lnTo>
                    <a:pt x="1094561" y="1476734"/>
                  </a:lnTo>
                  <a:lnTo>
                    <a:pt x="1094546" y="1476751"/>
                  </a:lnTo>
                  <a:lnTo>
                    <a:pt x="1094533" y="1476764"/>
                  </a:lnTo>
                  <a:lnTo>
                    <a:pt x="1094517" y="1476775"/>
                  </a:lnTo>
                  <a:lnTo>
                    <a:pt x="1094509" y="1476781"/>
                  </a:lnTo>
                  <a:lnTo>
                    <a:pt x="1094502" y="1476781"/>
                  </a:lnTo>
                  <a:lnTo>
                    <a:pt x="1094488" y="1476765"/>
                  </a:lnTo>
                  <a:lnTo>
                    <a:pt x="1094475" y="1476750"/>
                  </a:lnTo>
                  <a:lnTo>
                    <a:pt x="1094467" y="1476741"/>
                  </a:lnTo>
                  <a:lnTo>
                    <a:pt x="1094459" y="1476738"/>
                  </a:lnTo>
                  <a:lnTo>
                    <a:pt x="1094449" y="1476735"/>
                  </a:lnTo>
                  <a:lnTo>
                    <a:pt x="1094443" y="1476735"/>
                  </a:lnTo>
                  <a:lnTo>
                    <a:pt x="1094427" y="1476729"/>
                  </a:lnTo>
                  <a:lnTo>
                    <a:pt x="1094412" y="1476726"/>
                  </a:lnTo>
                  <a:lnTo>
                    <a:pt x="1094396" y="1476725"/>
                  </a:lnTo>
                  <a:lnTo>
                    <a:pt x="1094380" y="1476729"/>
                  </a:lnTo>
                  <a:lnTo>
                    <a:pt x="1094364" y="1476735"/>
                  </a:lnTo>
                  <a:lnTo>
                    <a:pt x="1094348" y="1476741"/>
                  </a:lnTo>
                  <a:lnTo>
                    <a:pt x="1094332" y="1476746"/>
                  </a:lnTo>
                  <a:lnTo>
                    <a:pt x="1094316" y="1476752"/>
                  </a:lnTo>
                  <a:lnTo>
                    <a:pt x="1094300" y="1476758"/>
                  </a:lnTo>
                  <a:lnTo>
                    <a:pt x="1094284" y="1476764"/>
                  </a:lnTo>
                  <a:lnTo>
                    <a:pt x="1094274" y="1476766"/>
                  </a:lnTo>
                  <a:lnTo>
                    <a:pt x="1094268" y="1476765"/>
                  </a:lnTo>
                  <a:lnTo>
                    <a:pt x="1094253" y="1476764"/>
                  </a:lnTo>
                  <a:lnTo>
                    <a:pt x="1094246" y="1476764"/>
                  </a:lnTo>
                  <a:lnTo>
                    <a:pt x="1094237" y="1476760"/>
                  </a:lnTo>
                  <a:lnTo>
                    <a:pt x="1094231" y="1476758"/>
                  </a:lnTo>
                  <a:lnTo>
                    <a:pt x="1094221" y="1476752"/>
                  </a:lnTo>
                  <a:lnTo>
                    <a:pt x="1094211" y="1476741"/>
                  </a:lnTo>
                  <a:lnTo>
                    <a:pt x="1094209" y="1476735"/>
                  </a:lnTo>
                  <a:lnTo>
                    <a:pt x="1094200" y="1476718"/>
                  </a:lnTo>
                  <a:lnTo>
                    <a:pt x="1094188" y="1476702"/>
                  </a:lnTo>
                  <a:lnTo>
                    <a:pt x="1094175" y="1476686"/>
                  </a:lnTo>
                  <a:lnTo>
                    <a:pt x="1094169" y="1476678"/>
                  </a:lnTo>
                  <a:lnTo>
                    <a:pt x="1094161" y="1476671"/>
                  </a:lnTo>
                  <a:lnTo>
                    <a:pt x="1094152" y="1476665"/>
                  </a:lnTo>
                  <a:lnTo>
                    <a:pt x="1094145" y="1476661"/>
                  </a:lnTo>
                  <a:lnTo>
                    <a:pt x="1094136" y="1476660"/>
                  </a:lnTo>
                  <a:lnTo>
                    <a:pt x="1094129" y="1476657"/>
                  </a:lnTo>
                  <a:lnTo>
                    <a:pt x="1094113" y="1476650"/>
                  </a:lnTo>
                  <a:lnTo>
                    <a:pt x="1094095" y="1476644"/>
                  </a:lnTo>
                  <a:lnTo>
                    <a:pt x="1094081" y="1476637"/>
                  </a:lnTo>
                  <a:lnTo>
                    <a:pt x="1094065" y="1476632"/>
                  </a:lnTo>
                  <a:lnTo>
                    <a:pt x="1094049" y="1476630"/>
                  </a:lnTo>
                  <a:lnTo>
                    <a:pt x="1094035" y="1476627"/>
                  </a:lnTo>
                  <a:lnTo>
                    <a:pt x="1094018" y="1476619"/>
                  </a:lnTo>
                  <a:lnTo>
                    <a:pt x="1094002" y="1476610"/>
                  </a:lnTo>
                  <a:lnTo>
                    <a:pt x="1093991" y="1476600"/>
                  </a:lnTo>
                  <a:lnTo>
                    <a:pt x="1093988" y="1476595"/>
                  </a:lnTo>
                  <a:lnTo>
                    <a:pt x="1093983" y="1476578"/>
                  </a:lnTo>
                  <a:lnTo>
                    <a:pt x="1093980" y="1476561"/>
                  </a:lnTo>
                  <a:lnTo>
                    <a:pt x="1093976" y="1476545"/>
                  </a:lnTo>
                  <a:lnTo>
                    <a:pt x="1093972" y="1476532"/>
                  </a:lnTo>
                  <a:lnTo>
                    <a:pt x="1093969" y="1476528"/>
                  </a:lnTo>
                  <a:lnTo>
                    <a:pt x="1093965" y="1476523"/>
                  </a:lnTo>
                  <a:lnTo>
                    <a:pt x="1093956" y="1476525"/>
                  </a:lnTo>
                  <a:lnTo>
                    <a:pt x="1093951" y="1476536"/>
                  </a:lnTo>
                  <a:lnTo>
                    <a:pt x="1093950" y="1476543"/>
                  </a:lnTo>
                  <a:lnTo>
                    <a:pt x="1093949" y="1476560"/>
                  </a:lnTo>
                  <a:lnTo>
                    <a:pt x="1093943" y="1476577"/>
                  </a:lnTo>
                  <a:lnTo>
                    <a:pt x="1093939" y="1476593"/>
                  </a:lnTo>
                  <a:lnTo>
                    <a:pt x="1093936" y="1476603"/>
                  </a:lnTo>
                  <a:lnTo>
                    <a:pt x="1093936" y="1476610"/>
                  </a:lnTo>
                  <a:lnTo>
                    <a:pt x="1093931" y="1476627"/>
                  </a:lnTo>
                  <a:lnTo>
                    <a:pt x="1093927" y="1476641"/>
                  </a:lnTo>
                  <a:lnTo>
                    <a:pt x="1093921" y="1476660"/>
                  </a:lnTo>
                  <a:lnTo>
                    <a:pt x="1093918" y="1476669"/>
                  </a:lnTo>
                  <a:lnTo>
                    <a:pt x="1093913" y="1476677"/>
                  </a:lnTo>
                  <a:lnTo>
                    <a:pt x="1093902" y="1476694"/>
                  </a:lnTo>
                  <a:lnTo>
                    <a:pt x="1093895" y="1476704"/>
                  </a:lnTo>
                  <a:lnTo>
                    <a:pt x="1093890" y="1476709"/>
                  </a:lnTo>
                  <a:lnTo>
                    <a:pt x="1093875" y="1476722"/>
                  </a:lnTo>
                  <a:lnTo>
                    <a:pt x="1093857" y="1476735"/>
                  </a:lnTo>
                  <a:lnTo>
                    <a:pt x="1093844" y="1476749"/>
                  </a:lnTo>
                  <a:lnTo>
                    <a:pt x="1093839" y="1476757"/>
                  </a:lnTo>
                  <a:lnTo>
                    <a:pt x="1093837" y="1476766"/>
                  </a:lnTo>
                  <a:lnTo>
                    <a:pt x="1093844" y="1476779"/>
                  </a:lnTo>
                  <a:lnTo>
                    <a:pt x="1093847" y="1476782"/>
                  </a:lnTo>
                  <a:lnTo>
                    <a:pt x="1093857" y="1476799"/>
                  </a:lnTo>
                  <a:lnTo>
                    <a:pt x="1093867" y="1476816"/>
                  </a:lnTo>
                  <a:lnTo>
                    <a:pt x="1093874" y="1476832"/>
                  </a:lnTo>
                  <a:lnTo>
                    <a:pt x="1093879" y="1476849"/>
                  </a:lnTo>
                  <a:lnTo>
                    <a:pt x="1093885" y="1476866"/>
                  </a:lnTo>
                  <a:lnTo>
                    <a:pt x="1093892" y="1476883"/>
                  </a:lnTo>
                  <a:lnTo>
                    <a:pt x="1093901" y="1476899"/>
                  </a:lnTo>
                  <a:lnTo>
                    <a:pt x="1093910" y="1476916"/>
                  </a:lnTo>
                  <a:lnTo>
                    <a:pt x="1093913" y="1476924"/>
                  </a:lnTo>
                  <a:lnTo>
                    <a:pt x="1093913" y="1476935"/>
                  </a:lnTo>
                  <a:lnTo>
                    <a:pt x="1093909" y="1476945"/>
                  </a:lnTo>
                  <a:lnTo>
                    <a:pt x="1093906" y="1476949"/>
                  </a:lnTo>
                  <a:lnTo>
                    <a:pt x="1093899" y="1476956"/>
                  </a:lnTo>
                  <a:lnTo>
                    <a:pt x="1093892" y="1476963"/>
                  </a:lnTo>
                  <a:lnTo>
                    <a:pt x="1093876" y="1476975"/>
                  </a:lnTo>
                  <a:lnTo>
                    <a:pt x="1093863" y="1476989"/>
                  </a:lnTo>
                  <a:lnTo>
                    <a:pt x="1093852" y="1477006"/>
                  </a:lnTo>
                  <a:lnTo>
                    <a:pt x="1093851" y="1477023"/>
                  </a:lnTo>
                  <a:lnTo>
                    <a:pt x="1093856" y="1477039"/>
                  </a:lnTo>
                  <a:lnTo>
                    <a:pt x="1093868" y="1477056"/>
                  </a:lnTo>
                  <a:lnTo>
                    <a:pt x="1093883" y="1477070"/>
                  </a:lnTo>
                  <a:lnTo>
                    <a:pt x="1093896" y="1477079"/>
                  </a:lnTo>
                  <a:lnTo>
                    <a:pt x="1093915" y="1477085"/>
                  </a:lnTo>
                  <a:lnTo>
                    <a:pt x="1093924" y="1477092"/>
                  </a:lnTo>
                  <a:lnTo>
                    <a:pt x="1093926" y="1477097"/>
                  </a:lnTo>
                  <a:lnTo>
                    <a:pt x="1093924" y="1477105"/>
                  </a:lnTo>
                  <a:lnTo>
                    <a:pt x="1093920" y="1477110"/>
                  </a:lnTo>
                  <a:lnTo>
                    <a:pt x="1093916" y="1477115"/>
                  </a:lnTo>
                  <a:lnTo>
                    <a:pt x="1093900" y="1477128"/>
                  </a:lnTo>
                  <a:lnTo>
                    <a:pt x="1093884" y="1477143"/>
                  </a:lnTo>
                  <a:lnTo>
                    <a:pt x="1093869" y="1477158"/>
                  </a:lnTo>
                  <a:lnTo>
                    <a:pt x="1093858" y="1477167"/>
                  </a:lnTo>
                  <a:lnTo>
                    <a:pt x="1093853" y="1477169"/>
                  </a:lnTo>
                  <a:lnTo>
                    <a:pt x="1093837" y="1477178"/>
                  </a:lnTo>
                  <a:lnTo>
                    <a:pt x="1093828" y="1477182"/>
                  </a:lnTo>
                  <a:lnTo>
                    <a:pt x="1093821" y="1477182"/>
                  </a:lnTo>
                  <a:lnTo>
                    <a:pt x="1093805" y="1477179"/>
                  </a:lnTo>
                  <a:lnTo>
                    <a:pt x="1093790" y="1477175"/>
                  </a:lnTo>
                  <a:lnTo>
                    <a:pt x="1093772" y="1477171"/>
                  </a:lnTo>
                  <a:lnTo>
                    <a:pt x="1093758" y="1477167"/>
                  </a:lnTo>
                  <a:lnTo>
                    <a:pt x="1093742" y="1477161"/>
                  </a:lnTo>
                  <a:lnTo>
                    <a:pt x="1093735" y="1477159"/>
                  </a:lnTo>
                  <a:lnTo>
                    <a:pt x="1093725" y="1477159"/>
                  </a:lnTo>
                  <a:lnTo>
                    <a:pt x="1093710" y="1477159"/>
                  </a:lnTo>
                  <a:lnTo>
                    <a:pt x="1093701" y="1477160"/>
                  </a:lnTo>
                  <a:lnTo>
                    <a:pt x="1093694" y="1477159"/>
                  </a:lnTo>
                  <a:lnTo>
                    <a:pt x="1093678" y="1477158"/>
                  </a:lnTo>
                  <a:lnTo>
                    <a:pt x="1093672" y="1477158"/>
                  </a:lnTo>
                  <a:lnTo>
                    <a:pt x="1093662" y="1477155"/>
                  </a:lnTo>
                  <a:lnTo>
                    <a:pt x="1093647" y="1477151"/>
                  </a:lnTo>
                  <a:lnTo>
                    <a:pt x="1093631" y="1477149"/>
                  </a:lnTo>
                  <a:lnTo>
                    <a:pt x="1093615" y="1477150"/>
                  </a:lnTo>
                  <a:lnTo>
                    <a:pt x="1093600" y="1477155"/>
                  </a:lnTo>
                  <a:lnTo>
                    <a:pt x="1093590" y="1477158"/>
                  </a:lnTo>
                  <a:lnTo>
                    <a:pt x="1093582" y="1477164"/>
                  </a:lnTo>
                  <a:lnTo>
                    <a:pt x="1093567" y="1477173"/>
                  </a:lnTo>
                  <a:lnTo>
                    <a:pt x="1093551" y="1477176"/>
                  </a:lnTo>
                  <a:lnTo>
                    <a:pt x="1093541" y="1477175"/>
                  </a:lnTo>
                  <a:lnTo>
                    <a:pt x="1093535" y="1477173"/>
                  </a:lnTo>
                  <a:lnTo>
                    <a:pt x="1093519" y="1477173"/>
                  </a:lnTo>
                  <a:lnTo>
                    <a:pt x="1093504" y="1477173"/>
                  </a:lnTo>
                  <a:lnTo>
                    <a:pt x="1093489" y="1477174"/>
                  </a:lnTo>
                  <a:lnTo>
                    <a:pt x="1093472" y="1477177"/>
                  </a:lnTo>
                  <a:lnTo>
                    <a:pt x="1093462" y="1477181"/>
                  </a:lnTo>
                  <a:lnTo>
                    <a:pt x="1093456" y="1477187"/>
                  </a:lnTo>
                  <a:lnTo>
                    <a:pt x="1093440" y="1477198"/>
                  </a:lnTo>
                  <a:lnTo>
                    <a:pt x="1093433" y="1477200"/>
                  </a:lnTo>
                  <a:lnTo>
                    <a:pt x="1093424" y="1477200"/>
                  </a:lnTo>
                  <a:lnTo>
                    <a:pt x="1093415" y="1477198"/>
                  </a:lnTo>
                  <a:lnTo>
                    <a:pt x="1093409" y="1477196"/>
                  </a:lnTo>
                  <a:lnTo>
                    <a:pt x="1093392" y="1477182"/>
                  </a:lnTo>
                  <a:lnTo>
                    <a:pt x="1093380" y="1477166"/>
                  </a:lnTo>
                  <a:lnTo>
                    <a:pt x="1093374" y="1477149"/>
                  </a:lnTo>
                  <a:lnTo>
                    <a:pt x="1093370" y="1477133"/>
                  </a:lnTo>
                  <a:lnTo>
                    <a:pt x="1093364" y="1477116"/>
                  </a:lnTo>
                  <a:lnTo>
                    <a:pt x="1093358" y="1477099"/>
                  </a:lnTo>
                  <a:lnTo>
                    <a:pt x="1093351" y="1477082"/>
                  </a:lnTo>
                  <a:lnTo>
                    <a:pt x="1093339" y="1477066"/>
                  </a:lnTo>
                  <a:lnTo>
                    <a:pt x="1093326" y="1477050"/>
                  </a:lnTo>
                  <a:lnTo>
                    <a:pt x="1093312" y="1477033"/>
                  </a:lnTo>
                  <a:lnTo>
                    <a:pt x="1093300" y="1477020"/>
                  </a:lnTo>
                  <a:lnTo>
                    <a:pt x="1093293" y="1477003"/>
                  </a:lnTo>
                  <a:lnTo>
                    <a:pt x="1093289" y="1476984"/>
                  </a:lnTo>
                  <a:lnTo>
                    <a:pt x="1093290" y="1476977"/>
                  </a:lnTo>
                  <a:lnTo>
                    <a:pt x="1093289" y="1476968"/>
                  </a:lnTo>
                  <a:lnTo>
                    <a:pt x="1093285" y="1476951"/>
                  </a:lnTo>
                  <a:lnTo>
                    <a:pt x="1093282" y="1476941"/>
                  </a:lnTo>
                  <a:lnTo>
                    <a:pt x="1093277" y="1476934"/>
                  </a:lnTo>
                  <a:lnTo>
                    <a:pt x="1093265" y="1476921"/>
                  </a:lnTo>
                  <a:lnTo>
                    <a:pt x="1093258" y="1476914"/>
                  </a:lnTo>
                  <a:lnTo>
                    <a:pt x="1093250" y="1476909"/>
                  </a:lnTo>
                  <a:lnTo>
                    <a:pt x="1093240" y="1476900"/>
                  </a:lnTo>
                  <a:lnTo>
                    <a:pt x="1093236" y="1476893"/>
                  </a:lnTo>
                  <a:lnTo>
                    <a:pt x="1093230" y="1476878"/>
                  </a:lnTo>
                  <a:lnTo>
                    <a:pt x="1093227" y="1476861"/>
                  </a:lnTo>
                  <a:lnTo>
                    <a:pt x="1093222" y="1476844"/>
                  </a:lnTo>
                  <a:lnTo>
                    <a:pt x="1093218" y="1476837"/>
                  </a:lnTo>
                  <a:lnTo>
                    <a:pt x="1093213" y="1476833"/>
                  </a:lnTo>
                  <a:lnTo>
                    <a:pt x="1093208" y="1476831"/>
                  </a:lnTo>
                  <a:lnTo>
                    <a:pt x="1093192" y="1476827"/>
                  </a:lnTo>
                  <a:lnTo>
                    <a:pt x="1093177" y="1476823"/>
                  </a:lnTo>
                  <a:lnTo>
                    <a:pt x="1093161" y="1476817"/>
                  </a:lnTo>
                  <a:lnTo>
                    <a:pt x="1093151" y="1476809"/>
                  </a:lnTo>
                  <a:lnTo>
                    <a:pt x="1093148" y="1476803"/>
                  </a:lnTo>
                  <a:lnTo>
                    <a:pt x="1093139" y="1476786"/>
                  </a:lnTo>
                  <a:lnTo>
                    <a:pt x="1093130" y="1476770"/>
                  </a:lnTo>
                  <a:lnTo>
                    <a:pt x="1093124" y="1476753"/>
                  </a:lnTo>
                  <a:lnTo>
                    <a:pt x="1093115" y="1476736"/>
                  </a:lnTo>
                  <a:lnTo>
                    <a:pt x="1093105" y="1476720"/>
                  </a:lnTo>
                  <a:lnTo>
                    <a:pt x="1093096" y="1476707"/>
                  </a:lnTo>
                  <a:lnTo>
                    <a:pt x="1093092" y="1476704"/>
                  </a:lnTo>
                  <a:lnTo>
                    <a:pt x="1093080" y="1476687"/>
                  </a:lnTo>
                  <a:lnTo>
                    <a:pt x="1093075" y="1476681"/>
                  </a:lnTo>
                  <a:lnTo>
                    <a:pt x="1093067" y="1476673"/>
                  </a:lnTo>
                  <a:lnTo>
                    <a:pt x="1093052" y="1476658"/>
                  </a:lnTo>
                  <a:lnTo>
                    <a:pt x="1093037" y="1476644"/>
                  </a:lnTo>
                  <a:lnTo>
                    <a:pt x="1093021" y="1476629"/>
                  </a:lnTo>
                  <a:lnTo>
                    <a:pt x="1093010" y="1476612"/>
                  </a:lnTo>
                  <a:lnTo>
                    <a:pt x="1093000" y="1476595"/>
                  </a:lnTo>
                  <a:lnTo>
                    <a:pt x="1092995" y="1476586"/>
                  </a:lnTo>
                  <a:lnTo>
                    <a:pt x="1092988" y="1476579"/>
                  </a:lnTo>
                  <a:lnTo>
                    <a:pt x="1092974" y="1476576"/>
                  </a:lnTo>
                  <a:lnTo>
                    <a:pt x="1092957" y="1476579"/>
                  </a:lnTo>
                  <a:lnTo>
                    <a:pt x="1092941" y="1476585"/>
                  </a:lnTo>
                  <a:lnTo>
                    <a:pt x="1092925" y="1476589"/>
                  </a:lnTo>
                  <a:lnTo>
                    <a:pt x="1092909" y="1476590"/>
                  </a:lnTo>
                  <a:lnTo>
                    <a:pt x="1092893" y="1476589"/>
                  </a:lnTo>
                  <a:lnTo>
                    <a:pt x="1092877" y="1476584"/>
                  </a:lnTo>
                  <a:lnTo>
                    <a:pt x="1092860" y="1476578"/>
                  </a:lnTo>
                  <a:lnTo>
                    <a:pt x="1092845" y="1476575"/>
                  </a:lnTo>
                  <a:lnTo>
                    <a:pt x="1092830" y="1476571"/>
                  </a:lnTo>
                  <a:lnTo>
                    <a:pt x="1092814" y="1476571"/>
                  </a:lnTo>
                  <a:lnTo>
                    <a:pt x="1092798" y="1476571"/>
                  </a:lnTo>
                  <a:lnTo>
                    <a:pt x="1092782" y="1476571"/>
                  </a:lnTo>
                  <a:lnTo>
                    <a:pt x="1092766" y="1476571"/>
                  </a:lnTo>
                  <a:lnTo>
                    <a:pt x="1092750" y="1476569"/>
                  </a:lnTo>
                  <a:lnTo>
                    <a:pt x="1092734" y="1476568"/>
                  </a:lnTo>
                  <a:lnTo>
                    <a:pt x="1092718" y="1476566"/>
                  </a:lnTo>
                  <a:lnTo>
                    <a:pt x="1092702" y="1476566"/>
                  </a:lnTo>
                  <a:lnTo>
                    <a:pt x="1092687" y="1476564"/>
                  </a:lnTo>
                  <a:lnTo>
                    <a:pt x="1092671" y="1476560"/>
                  </a:lnTo>
                  <a:lnTo>
                    <a:pt x="1092655" y="1476554"/>
                  </a:lnTo>
                  <a:lnTo>
                    <a:pt x="1092643" y="1476542"/>
                  </a:lnTo>
                  <a:lnTo>
                    <a:pt x="1092638" y="1476532"/>
                  </a:lnTo>
                  <a:lnTo>
                    <a:pt x="1092636" y="1476524"/>
                  </a:lnTo>
                  <a:lnTo>
                    <a:pt x="1092626" y="1476509"/>
                  </a:lnTo>
                  <a:lnTo>
                    <a:pt x="1092612" y="1476503"/>
                  </a:lnTo>
                  <a:lnTo>
                    <a:pt x="1092608" y="1476500"/>
                  </a:lnTo>
                  <a:lnTo>
                    <a:pt x="1092592" y="1476493"/>
                  </a:lnTo>
                  <a:lnTo>
                    <a:pt x="1092577" y="1476486"/>
                  </a:lnTo>
                  <a:lnTo>
                    <a:pt x="1092561" y="1476479"/>
                  </a:lnTo>
                  <a:lnTo>
                    <a:pt x="1092545" y="1476474"/>
                  </a:lnTo>
                  <a:lnTo>
                    <a:pt x="1092541" y="1476470"/>
                  </a:lnTo>
                  <a:lnTo>
                    <a:pt x="1092529" y="1476466"/>
                  </a:lnTo>
                  <a:lnTo>
                    <a:pt x="1092513" y="1476461"/>
                  </a:lnTo>
                  <a:lnTo>
                    <a:pt x="1092497" y="1476456"/>
                  </a:lnTo>
                  <a:lnTo>
                    <a:pt x="1092481" y="1476450"/>
                  </a:lnTo>
                  <a:lnTo>
                    <a:pt x="1092465" y="1476447"/>
                  </a:lnTo>
                  <a:lnTo>
                    <a:pt x="1092449" y="1476446"/>
                  </a:lnTo>
                  <a:lnTo>
                    <a:pt x="1092434" y="1476440"/>
                  </a:lnTo>
                  <a:lnTo>
                    <a:pt x="1092423" y="1476438"/>
                  </a:lnTo>
                  <a:lnTo>
                    <a:pt x="1092418" y="1476435"/>
                  </a:lnTo>
                  <a:lnTo>
                    <a:pt x="1092410" y="1476432"/>
                  </a:lnTo>
                  <a:lnTo>
                    <a:pt x="1092402" y="1476427"/>
                  </a:lnTo>
                  <a:lnTo>
                    <a:pt x="1092386" y="1476416"/>
                  </a:lnTo>
                  <a:lnTo>
                    <a:pt x="1092370" y="1476404"/>
                  </a:lnTo>
                  <a:lnTo>
                    <a:pt x="1092354" y="1476393"/>
                  </a:lnTo>
                  <a:lnTo>
                    <a:pt x="1092339" y="1476383"/>
                  </a:lnTo>
                  <a:lnTo>
                    <a:pt x="1092322" y="1476377"/>
                  </a:lnTo>
                  <a:lnTo>
                    <a:pt x="1092306" y="1476371"/>
                  </a:lnTo>
                  <a:lnTo>
                    <a:pt x="1092295" y="1476367"/>
                  </a:lnTo>
                  <a:lnTo>
                    <a:pt x="1092291" y="1476363"/>
                  </a:lnTo>
                  <a:lnTo>
                    <a:pt x="1092275" y="1476354"/>
                  </a:lnTo>
                  <a:lnTo>
                    <a:pt x="1092259" y="1476341"/>
                  </a:lnTo>
                  <a:lnTo>
                    <a:pt x="1092244" y="1476328"/>
                  </a:lnTo>
                  <a:lnTo>
                    <a:pt x="1092228" y="1476315"/>
                  </a:lnTo>
                  <a:lnTo>
                    <a:pt x="1092214" y="1476307"/>
                  </a:lnTo>
                  <a:lnTo>
                    <a:pt x="1092196" y="1476300"/>
                  </a:lnTo>
                  <a:lnTo>
                    <a:pt x="1092189" y="1476295"/>
                  </a:lnTo>
                  <a:lnTo>
                    <a:pt x="1092181" y="1476293"/>
                  </a:lnTo>
                  <a:lnTo>
                    <a:pt x="1092165" y="1476287"/>
                  </a:lnTo>
                  <a:lnTo>
                    <a:pt x="1092149" y="1476280"/>
                  </a:lnTo>
                  <a:lnTo>
                    <a:pt x="1092143" y="1476276"/>
                  </a:lnTo>
                  <a:lnTo>
                    <a:pt x="1092133" y="1476274"/>
                  </a:lnTo>
                  <a:lnTo>
                    <a:pt x="1092117" y="1476269"/>
                  </a:lnTo>
                  <a:lnTo>
                    <a:pt x="1092101" y="1476262"/>
                  </a:lnTo>
                  <a:lnTo>
                    <a:pt x="1092094" y="1476259"/>
                  </a:lnTo>
                  <a:lnTo>
                    <a:pt x="1092085" y="1476258"/>
                  </a:lnTo>
                  <a:lnTo>
                    <a:pt x="1092074" y="1476253"/>
                  </a:lnTo>
                  <a:lnTo>
                    <a:pt x="1092069" y="1476253"/>
                  </a:lnTo>
                  <a:lnTo>
                    <a:pt x="1092053" y="1476248"/>
                  </a:lnTo>
                  <a:lnTo>
                    <a:pt x="1092038" y="1476242"/>
                  </a:lnTo>
                  <a:lnTo>
                    <a:pt x="1092022" y="1476240"/>
                  </a:lnTo>
                  <a:lnTo>
                    <a:pt x="1092006" y="1476235"/>
                  </a:lnTo>
                  <a:lnTo>
                    <a:pt x="1091998" y="1476233"/>
                  </a:lnTo>
                  <a:lnTo>
                    <a:pt x="1091990" y="1476228"/>
                  </a:lnTo>
                  <a:lnTo>
                    <a:pt x="1091974" y="1476216"/>
                  </a:lnTo>
                  <a:lnTo>
                    <a:pt x="1091929" y="1476191"/>
                  </a:lnTo>
                  <a:lnTo>
                    <a:pt x="1091913" y="1476185"/>
                  </a:lnTo>
                  <a:lnTo>
                    <a:pt x="1091898" y="1476181"/>
                  </a:lnTo>
                  <a:lnTo>
                    <a:pt x="1091890" y="1476177"/>
                  </a:lnTo>
                  <a:lnTo>
                    <a:pt x="1091881" y="1476177"/>
                  </a:lnTo>
                  <a:lnTo>
                    <a:pt x="1091865" y="1476176"/>
                  </a:lnTo>
                  <a:lnTo>
                    <a:pt x="1091842" y="1476174"/>
                  </a:lnTo>
                  <a:lnTo>
                    <a:pt x="1091835" y="1476172"/>
                  </a:lnTo>
                  <a:lnTo>
                    <a:pt x="1091820" y="1476166"/>
                  </a:lnTo>
                  <a:lnTo>
                    <a:pt x="1091804" y="1476160"/>
                  </a:lnTo>
                  <a:lnTo>
                    <a:pt x="1091794" y="1476152"/>
                  </a:lnTo>
                  <a:lnTo>
                    <a:pt x="1091786" y="1476144"/>
                  </a:lnTo>
                  <a:lnTo>
                    <a:pt x="1091781" y="1476137"/>
                  </a:lnTo>
                  <a:lnTo>
                    <a:pt x="1091771" y="1476121"/>
                  </a:lnTo>
                  <a:lnTo>
                    <a:pt x="1091762" y="1476104"/>
                  </a:lnTo>
                  <a:lnTo>
                    <a:pt x="1091750" y="1476088"/>
                  </a:lnTo>
                  <a:lnTo>
                    <a:pt x="1091734" y="1476074"/>
                  </a:lnTo>
                  <a:lnTo>
                    <a:pt x="1091718" y="1476061"/>
                  </a:lnTo>
                  <a:lnTo>
                    <a:pt x="1091702" y="1476049"/>
                  </a:lnTo>
                  <a:lnTo>
                    <a:pt x="1091686" y="1476037"/>
                  </a:lnTo>
                  <a:lnTo>
                    <a:pt x="1091670" y="1476023"/>
                  </a:lnTo>
                  <a:lnTo>
                    <a:pt x="1091663" y="1476019"/>
                  </a:lnTo>
                  <a:lnTo>
                    <a:pt x="1091655" y="1476015"/>
                  </a:lnTo>
                  <a:lnTo>
                    <a:pt x="1091640" y="1476013"/>
                  </a:lnTo>
                  <a:lnTo>
                    <a:pt x="1091624" y="1476010"/>
                  </a:lnTo>
                  <a:lnTo>
                    <a:pt x="1091615" y="1476008"/>
                  </a:lnTo>
                  <a:lnTo>
                    <a:pt x="1091608" y="1476005"/>
                  </a:lnTo>
                  <a:lnTo>
                    <a:pt x="1091592" y="1476000"/>
                  </a:lnTo>
                  <a:lnTo>
                    <a:pt x="1091576" y="1475994"/>
                  </a:lnTo>
                  <a:lnTo>
                    <a:pt x="1091567" y="1475992"/>
                  </a:lnTo>
                  <a:lnTo>
                    <a:pt x="1091560" y="1475987"/>
                  </a:lnTo>
                  <a:lnTo>
                    <a:pt x="1091544" y="1475981"/>
                  </a:lnTo>
                  <a:lnTo>
                    <a:pt x="1091528" y="1475973"/>
                  </a:lnTo>
                  <a:lnTo>
                    <a:pt x="1091520" y="1475968"/>
                  </a:lnTo>
                  <a:lnTo>
                    <a:pt x="1091510" y="1475967"/>
                  </a:lnTo>
                  <a:lnTo>
                    <a:pt x="1091497" y="1475967"/>
                  </a:lnTo>
                  <a:lnTo>
                    <a:pt x="1091481" y="1475967"/>
                  </a:lnTo>
                  <a:lnTo>
                    <a:pt x="1091465" y="1475966"/>
                  </a:lnTo>
                  <a:lnTo>
                    <a:pt x="1091448" y="1475960"/>
                  </a:lnTo>
                  <a:lnTo>
                    <a:pt x="1091433" y="1475950"/>
                  </a:lnTo>
                  <a:lnTo>
                    <a:pt x="1091420" y="1475933"/>
                  </a:lnTo>
                  <a:lnTo>
                    <a:pt x="1091413" y="1475922"/>
                  </a:lnTo>
                  <a:lnTo>
                    <a:pt x="1091409" y="1475917"/>
                  </a:lnTo>
                  <a:lnTo>
                    <a:pt x="1091394" y="1475901"/>
                  </a:lnTo>
                  <a:lnTo>
                    <a:pt x="1091379" y="1475887"/>
                  </a:lnTo>
                  <a:lnTo>
                    <a:pt x="1091365" y="1475870"/>
                  </a:lnTo>
                  <a:lnTo>
                    <a:pt x="1091358" y="1475864"/>
                  </a:lnTo>
                  <a:lnTo>
                    <a:pt x="1091349" y="1475862"/>
                  </a:lnTo>
                  <a:lnTo>
                    <a:pt x="1091335" y="1475865"/>
                  </a:lnTo>
                  <a:lnTo>
                    <a:pt x="1091323" y="1475875"/>
                  </a:lnTo>
                  <a:lnTo>
                    <a:pt x="1091318" y="1475877"/>
                  </a:lnTo>
                  <a:lnTo>
                    <a:pt x="1091299" y="1475872"/>
                  </a:lnTo>
                  <a:lnTo>
                    <a:pt x="1091294" y="1475868"/>
                  </a:lnTo>
                  <a:lnTo>
                    <a:pt x="1091287" y="1475861"/>
                  </a:lnTo>
                  <a:lnTo>
                    <a:pt x="1091281" y="1475853"/>
                  </a:lnTo>
                  <a:lnTo>
                    <a:pt x="1091266" y="1475837"/>
                  </a:lnTo>
                  <a:lnTo>
                    <a:pt x="1091254" y="1475822"/>
                  </a:lnTo>
                  <a:lnTo>
                    <a:pt x="1091243" y="1475805"/>
                  </a:lnTo>
                  <a:lnTo>
                    <a:pt x="1091232" y="1475788"/>
                  </a:lnTo>
                  <a:lnTo>
                    <a:pt x="1091222" y="1475773"/>
                  </a:lnTo>
                  <a:lnTo>
                    <a:pt x="1091211" y="1475757"/>
                  </a:lnTo>
                  <a:lnTo>
                    <a:pt x="1091204" y="1475748"/>
                  </a:lnTo>
                  <a:lnTo>
                    <a:pt x="1091197" y="1475742"/>
                  </a:lnTo>
                  <a:lnTo>
                    <a:pt x="1091192" y="1475738"/>
                  </a:lnTo>
                  <a:lnTo>
                    <a:pt x="1091181" y="1475734"/>
                  </a:lnTo>
                  <a:lnTo>
                    <a:pt x="1091171" y="1475732"/>
                  </a:lnTo>
                  <a:lnTo>
                    <a:pt x="1091165" y="1475736"/>
                  </a:lnTo>
                  <a:lnTo>
                    <a:pt x="1091151" y="1475744"/>
                  </a:lnTo>
                  <a:lnTo>
                    <a:pt x="1091142" y="1475747"/>
                  </a:lnTo>
                  <a:lnTo>
                    <a:pt x="1091133" y="1475747"/>
                  </a:lnTo>
                  <a:lnTo>
                    <a:pt x="1091118" y="1475742"/>
                  </a:lnTo>
                  <a:lnTo>
                    <a:pt x="1091109" y="1475741"/>
                  </a:lnTo>
                  <a:lnTo>
                    <a:pt x="1091102" y="1475738"/>
                  </a:lnTo>
                  <a:lnTo>
                    <a:pt x="1091090" y="1475734"/>
                  </a:lnTo>
                  <a:lnTo>
                    <a:pt x="1091086" y="1475730"/>
                  </a:lnTo>
                  <a:lnTo>
                    <a:pt x="1091072" y="1475722"/>
                  </a:lnTo>
                  <a:lnTo>
                    <a:pt x="1091061" y="1475713"/>
                  </a:lnTo>
                  <a:lnTo>
                    <a:pt x="1091054" y="1475710"/>
                  </a:lnTo>
                  <a:lnTo>
                    <a:pt x="1091038" y="1475697"/>
                  </a:lnTo>
                  <a:lnTo>
                    <a:pt x="1091025" y="1475682"/>
                  </a:lnTo>
                  <a:lnTo>
                    <a:pt x="1091010" y="1475672"/>
                  </a:lnTo>
                  <a:lnTo>
                    <a:pt x="1091000" y="1475667"/>
                  </a:lnTo>
                  <a:lnTo>
                    <a:pt x="1090992" y="1475660"/>
                  </a:lnTo>
                  <a:lnTo>
                    <a:pt x="1090992" y="1475653"/>
                  </a:lnTo>
                  <a:lnTo>
                    <a:pt x="1090993" y="1475645"/>
                  </a:lnTo>
                  <a:lnTo>
                    <a:pt x="1090996" y="1475637"/>
                  </a:lnTo>
                  <a:lnTo>
                    <a:pt x="1090995" y="1475628"/>
                  </a:lnTo>
                  <a:lnTo>
                    <a:pt x="1090996" y="1475611"/>
                  </a:lnTo>
                  <a:lnTo>
                    <a:pt x="1090999" y="1475596"/>
                  </a:lnTo>
                  <a:lnTo>
                    <a:pt x="1091005" y="1475589"/>
                  </a:lnTo>
                  <a:lnTo>
                    <a:pt x="1091015" y="1475587"/>
                  </a:lnTo>
                  <a:lnTo>
                    <a:pt x="1091023" y="1475585"/>
                  </a:lnTo>
                  <a:lnTo>
                    <a:pt x="1091030" y="1475578"/>
                  </a:lnTo>
                  <a:lnTo>
                    <a:pt x="1091041" y="1475562"/>
                  </a:lnTo>
                  <a:lnTo>
                    <a:pt x="1091057" y="1475547"/>
                  </a:lnTo>
                  <a:lnTo>
                    <a:pt x="1091061" y="1475540"/>
                  </a:lnTo>
                  <a:lnTo>
                    <a:pt x="1091063" y="1475532"/>
                  </a:lnTo>
                  <a:lnTo>
                    <a:pt x="1091061" y="1475519"/>
                  </a:lnTo>
                  <a:lnTo>
                    <a:pt x="1091057" y="1475513"/>
                  </a:lnTo>
                  <a:lnTo>
                    <a:pt x="1091047" y="1475497"/>
                  </a:lnTo>
                  <a:lnTo>
                    <a:pt x="1091037" y="1475480"/>
                  </a:lnTo>
                  <a:lnTo>
                    <a:pt x="1091032" y="1475463"/>
                  </a:lnTo>
                  <a:lnTo>
                    <a:pt x="1091033" y="1475447"/>
                  </a:lnTo>
                  <a:lnTo>
                    <a:pt x="1091036" y="1475432"/>
                  </a:lnTo>
                  <a:lnTo>
                    <a:pt x="1091047" y="1475414"/>
                  </a:lnTo>
                  <a:lnTo>
                    <a:pt x="1091056" y="1475396"/>
                  </a:lnTo>
                  <a:lnTo>
                    <a:pt x="1091061" y="1475380"/>
                  </a:lnTo>
                  <a:lnTo>
                    <a:pt x="1091068" y="1475363"/>
                  </a:lnTo>
                  <a:lnTo>
                    <a:pt x="1091076" y="1475347"/>
                  </a:lnTo>
                  <a:lnTo>
                    <a:pt x="1091083" y="1475336"/>
                  </a:lnTo>
                  <a:lnTo>
                    <a:pt x="1091088" y="1475330"/>
                  </a:lnTo>
                  <a:lnTo>
                    <a:pt x="1091099" y="1475313"/>
                  </a:lnTo>
                  <a:lnTo>
                    <a:pt x="1091106" y="1475297"/>
                  </a:lnTo>
                  <a:lnTo>
                    <a:pt x="1091114" y="1475280"/>
                  </a:lnTo>
                  <a:lnTo>
                    <a:pt x="1091119" y="1475263"/>
                  </a:lnTo>
                  <a:lnTo>
                    <a:pt x="1091125" y="1475247"/>
                  </a:lnTo>
                  <a:lnTo>
                    <a:pt x="1091125" y="1475230"/>
                  </a:lnTo>
                  <a:lnTo>
                    <a:pt x="1091120" y="1475213"/>
                  </a:lnTo>
                  <a:lnTo>
                    <a:pt x="1091112" y="1475196"/>
                  </a:lnTo>
                  <a:lnTo>
                    <a:pt x="1091102" y="1475180"/>
                  </a:lnTo>
                  <a:lnTo>
                    <a:pt x="1091094" y="1475163"/>
                  </a:lnTo>
                  <a:lnTo>
                    <a:pt x="1091087" y="1475147"/>
                  </a:lnTo>
                  <a:lnTo>
                    <a:pt x="1091079" y="1475130"/>
                  </a:lnTo>
                  <a:lnTo>
                    <a:pt x="1091075" y="1475115"/>
                  </a:lnTo>
                  <a:lnTo>
                    <a:pt x="1091074" y="1475105"/>
                  </a:lnTo>
                  <a:lnTo>
                    <a:pt x="1091077" y="1475095"/>
                  </a:lnTo>
                  <a:lnTo>
                    <a:pt x="1091083" y="1475080"/>
                  </a:lnTo>
                  <a:lnTo>
                    <a:pt x="1091087" y="1475072"/>
                  </a:lnTo>
                  <a:lnTo>
                    <a:pt x="1091094" y="1475064"/>
                  </a:lnTo>
                  <a:lnTo>
                    <a:pt x="1091108" y="1475049"/>
                  </a:lnTo>
                  <a:lnTo>
                    <a:pt x="1091123" y="1475033"/>
                  </a:lnTo>
                  <a:lnTo>
                    <a:pt x="1091136" y="1475016"/>
                  </a:lnTo>
                  <a:lnTo>
                    <a:pt x="1091148" y="1475000"/>
                  </a:lnTo>
                  <a:lnTo>
                    <a:pt x="1091159" y="1474983"/>
                  </a:lnTo>
                  <a:lnTo>
                    <a:pt x="1091162" y="1474979"/>
                  </a:lnTo>
                  <a:lnTo>
                    <a:pt x="1091165" y="1474967"/>
                  </a:lnTo>
                  <a:lnTo>
                    <a:pt x="1091165" y="1474950"/>
                  </a:lnTo>
                  <a:lnTo>
                    <a:pt x="1091161" y="1474933"/>
                  </a:lnTo>
                  <a:lnTo>
                    <a:pt x="1091158" y="1474924"/>
                  </a:lnTo>
                  <a:lnTo>
                    <a:pt x="1091153" y="1474916"/>
                  </a:lnTo>
                  <a:lnTo>
                    <a:pt x="1091140" y="1474900"/>
                  </a:lnTo>
                  <a:lnTo>
                    <a:pt x="1091130" y="1474883"/>
                  </a:lnTo>
                  <a:lnTo>
                    <a:pt x="1091126" y="1474866"/>
                  </a:lnTo>
                  <a:lnTo>
                    <a:pt x="1091121" y="1474850"/>
                  </a:lnTo>
                  <a:lnTo>
                    <a:pt x="1091118" y="1474833"/>
                  </a:lnTo>
                  <a:lnTo>
                    <a:pt x="1091115" y="1474825"/>
                  </a:lnTo>
                  <a:lnTo>
                    <a:pt x="1091114" y="1474816"/>
                  </a:lnTo>
                  <a:lnTo>
                    <a:pt x="1091109" y="1474800"/>
                  </a:lnTo>
                  <a:lnTo>
                    <a:pt x="1091105" y="1474783"/>
                  </a:lnTo>
                  <a:lnTo>
                    <a:pt x="1091102" y="1474766"/>
                  </a:lnTo>
                  <a:lnTo>
                    <a:pt x="1091104" y="1474749"/>
                  </a:lnTo>
                  <a:lnTo>
                    <a:pt x="1091111" y="1474733"/>
                  </a:lnTo>
                  <a:lnTo>
                    <a:pt x="1091115" y="1474716"/>
                  </a:lnTo>
                  <a:lnTo>
                    <a:pt x="1091115" y="1474706"/>
                  </a:lnTo>
                  <a:lnTo>
                    <a:pt x="1091113" y="1474700"/>
                  </a:lnTo>
                  <a:lnTo>
                    <a:pt x="1091106" y="1474683"/>
                  </a:lnTo>
                  <a:lnTo>
                    <a:pt x="1091100" y="1474671"/>
                  </a:lnTo>
                  <a:lnTo>
                    <a:pt x="1091095" y="1474666"/>
                  </a:lnTo>
                  <a:lnTo>
                    <a:pt x="1091083" y="1474650"/>
                  </a:lnTo>
                  <a:lnTo>
                    <a:pt x="1091075" y="1474633"/>
                  </a:lnTo>
                  <a:lnTo>
                    <a:pt x="1091071" y="1474616"/>
                  </a:lnTo>
                  <a:lnTo>
                    <a:pt x="1091071" y="1474596"/>
                  </a:lnTo>
                  <a:lnTo>
                    <a:pt x="1091072" y="1474588"/>
                  </a:lnTo>
                  <a:lnTo>
                    <a:pt x="1091076" y="1474573"/>
                  </a:lnTo>
                  <a:lnTo>
                    <a:pt x="1091081" y="1474565"/>
                  </a:lnTo>
                  <a:lnTo>
                    <a:pt x="1091088" y="1474562"/>
                  </a:lnTo>
                  <a:lnTo>
                    <a:pt x="1091106" y="1474561"/>
                  </a:lnTo>
                  <a:lnTo>
                    <a:pt x="1091124" y="1474560"/>
                  </a:lnTo>
                  <a:lnTo>
                    <a:pt x="1091130" y="1474559"/>
                  </a:lnTo>
                  <a:lnTo>
                    <a:pt x="1091138" y="1474555"/>
                  </a:lnTo>
                  <a:lnTo>
                    <a:pt x="1091154" y="1474549"/>
                  </a:lnTo>
                  <a:lnTo>
                    <a:pt x="1091170" y="1474542"/>
                  </a:lnTo>
                  <a:lnTo>
                    <a:pt x="1091186" y="1474535"/>
                  </a:lnTo>
                  <a:lnTo>
                    <a:pt x="1091203" y="1474528"/>
                  </a:lnTo>
                  <a:lnTo>
                    <a:pt x="1091217" y="1474522"/>
                  </a:lnTo>
                  <a:lnTo>
                    <a:pt x="1091234" y="1474515"/>
                  </a:lnTo>
                  <a:lnTo>
                    <a:pt x="1091245" y="1474510"/>
                  </a:lnTo>
                  <a:lnTo>
                    <a:pt x="1091249" y="1474507"/>
                  </a:lnTo>
                  <a:lnTo>
                    <a:pt x="1091261" y="1474495"/>
                  </a:lnTo>
                  <a:lnTo>
                    <a:pt x="1091264" y="1474476"/>
                  </a:lnTo>
                  <a:lnTo>
                    <a:pt x="1091265" y="1474459"/>
                  </a:lnTo>
                  <a:lnTo>
                    <a:pt x="1091266" y="1474450"/>
                  </a:lnTo>
                  <a:lnTo>
                    <a:pt x="1091265" y="1474443"/>
                  </a:lnTo>
                  <a:lnTo>
                    <a:pt x="1091267" y="1474426"/>
                  </a:lnTo>
                  <a:lnTo>
                    <a:pt x="1091274" y="1474419"/>
                  </a:lnTo>
                  <a:lnTo>
                    <a:pt x="1091282" y="1474414"/>
                  </a:lnTo>
                  <a:lnTo>
                    <a:pt x="1091298" y="1474412"/>
                  </a:lnTo>
                  <a:lnTo>
                    <a:pt x="1091309" y="1474411"/>
                  </a:lnTo>
                  <a:lnTo>
                    <a:pt x="1091314" y="1474408"/>
                  </a:lnTo>
                  <a:lnTo>
                    <a:pt x="1091321" y="1474407"/>
                  </a:lnTo>
                  <a:lnTo>
                    <a:pt x="1091330" y="1474403"/>
                  </a:lnTo>
                  <a:lnTo>
                    <a:pt x="1091346" y="1474394"/>
                  </a:lnTo>
                  <a:lnTo>
                    <a:pt x="1091362" y="1474380"/>
                  </a:lnTo>
                  <a:lnTo>
                    <a:pt x="1091368" y="1474363"/>
                  </a:lnTo>
                  <a:lnTo>
                    <a:pt x="1091376" y="1474348"/>
                  </a:lnTo>
                  <a:lnTo>
                    <a:pt x="1091381" y="1474337"/>
                  </a:lnTo>
                  <a:lnTo>
                    <a:pt x="1091387" y="1474329"/>
                  </a:lnTo>
                  <a:lnTo>
                    <a:pt x="1091399" y="1474313"/>
                  </a:lnTo>
                  <a:lnTo>
                    <a:pt x="1091407" y="1474302"/>
                  </a:lnTo>
                  <a:lnTo>
                    <a:pt x="1091409" y="1474296"/>
                  </a:lnTo>
                  <a:lnTo>
                    <a:pt x="1091415" y="1474278"/>
                  </a:lnTo>
                  <a:lnTo>
                    <a:pt x="1091419" y="1474268"/>
                  </a:lnTo>
                  <a:lnTo>
                    <a:pt x="1091420" y="1474262"/>
                  </a:lnTo>
                  <a:lnTo>
                    <a:pt x="1091422" y="1474253"/>
                  </a:lnTo>
                  <a:lnTo>
                    <a:pt x="1091422" y="1474246"/>
                  </a:lnTo>
                  <a:lnTo>
                    <a:pt x="1091423" y="1474229"/>
                  </a:lnTo>
                  <a:lnTo>
                    <a:pt x="1091421" y="1474213"/>
                  </a:lnTo>
                  <a:lnTo>
                    <a:pt x="1091415" y="1474196"/>
                  </a:lnTo>
                  <a:lnTo>
                    <a:pt x="1091408" y="1474179"/>
                  </a:lnTo>
                  <a:lnTo>
                    <a:pt x="1091403" y="1474162"/>
                  </a:lnTo>
                  <a:lnTo>
                    <a:pt x="1091397" y="1474146"/>
                  </a:lnTo>
                  <a:lnTo>
                    <a:pt x="1091393" y="1474129"/>
                  </a:lnTo>
                  <a:lnTo>
                    <a:pt x="1091390" y="1474113"/>
                  </a:lnTo>
                  <a:lnTo>
                    <a:pt x="1091387" y="1474096"/>
                  </a:lnTo>
                  <a:lnTo>
                    <a:pt x="1091384" y="1474079"/>
                  </a:lnTo>
                  <a:lnTo>
                    <a:pt x="1091383" y="1474063"/>
                  </a:lnTo>
                  <a:lnTo>
                    <a:pt x="1091384" y="1474046"/>
                  </a:lnTo>
                  <a:lnTo>
                    <a:pt x="1091384" y="1474029"/>
                  </a:lnTo>
                  <a:lnTo>
                    <a:pt x="1091387" y="1474012"/>
                  </a:lnTo>
                  <a:lnTo>
                    <a:pt x="1091393" y="1473999"/>
                  </a:lnTo>
                  <a:lnTo>
                    <a:pt x="1091397" y="1473996"/>
                  </a:lnTo>
                  <a:lnTo>
                    <a:pt x="1091411" y="1473981"/>
                  </a:lnTo>
                  <a:lnTo>
                    <a:pt x="1091425" y="1473968"/>
                  </a:lnTo>
                  <a:lnTo>
                    <a:pt x="1091441" y="1473952"/>
                  </a:lnTo>
                  <a:lnTo>
                    <a:pt x="1091453" y="1473936"/>
                  </a:lnTo>
                  <a:lnTo>
                    <a:pt x="1091457" y="1473929"/>
                  </a:lnTo>
                  <a:lnTo>
                    <a:pt x="1091460" y="1473919"/>
                  </a:lnTo>
                  <a:lnTo>
                    <a:pt x="1091464" y="1473902"/>
                  </a:lnTo>
                  <a:lnTo>
                    <a:pt x="1091472" y="1473886"/>
                  </a:lnTo>
                  <a:lnTo>
                    <a:pt x="1091479" y="1473869"/>
                  </a:lnTo>
                  <a:lnTo>
                    <a:pt x="1091487" y="1473850"/>
                  </a:lnTo>
                  <a:lnTo>
                    <a:pt x="1091491" y="1473845"/>
                  </a:lnTo>
                  <a:lnTo>
                    <a:pt x="1091493" y="1473836"/>
                  </a:lnTo>
                  <a:lnTo>
                    <a:pt x="1091496" y="1473819"/>
                  </a:lnTo>
                  <a:lnTo>
                    <a:pt x="1091493" y="1473808"/>
                  </a:lnTo>
                  <a:lnTo>
                    <a:pt x="1091488" y="1473802"/>
                  </a:lnTo>
                  <a:lnTo>
                    <a:pt x="1091473" y="1473787"/>
                  </a:lnTo>
                  <a:lnTo>
                    <a:pt x="1091457" y="1473773"/>
                  </a:lnTo>
                  <a:lnTo>
                    <a:pt x="1091451" y="1473768"/>
                  </a:lnTo>
                  <a:lnTo>
                    <a:pt x="1091450" y="1473758"/>
                  </a:lnTo>
                  <a:lnTo>
                    <a:pt x="1091453" y="1473752"/>
                  </a:lnTo>
                  <a:lnTo>
                    <a:pt x="1091464" y="1473744"/>
                  </a:lnTo>
                  <a:lnTo>
                    <a:pt x="1091479" y="1473731"/>
                  </a:lnTo>
                  <a:lnTo>
                    <a:pt x="1091493" y="1473715"/>
                  </a:lnTo>
                  <a:lnTo>
                    <a:pt x="1091506" y="1473698"/>
                  </a:lnTo>
                  <a:lnTo>
                    <a:pt x="1091521" y="1473682"/>
                  </a:lnTo>
                  <a:lnTo>
                    <a:pt x="1091532" y="1473666"/>
                  </a:lnTo>
                  <a:lnTo>
                    <a:pt x="1091543" y="1473640"/>
                  </a:lnTo>
                  <a:lnTo>
                    <a:pt x="1091549" y="1473625"/>
                  </a:lnTo>
                  <a:lnTo>
                    <a:pt x="1091557" y="1473606"/>
                  </a:lnTo>
                  <a:lnTo>
                    <a:pt x="1091563" y="1473597"/>
                  </a:lnTo>
                  <a:lnTo>
                    <a:pt x="1091565" y="1473591"/>
                  </a:lnTo>
                  <a:lnTo>
                    <a:pt x="1091576" y="1473575"/>
                  </a:lnTo>
                  <a:lnTo>
                    <a:pt x="1091588" y="1473558"/>
                  </a:lnTo>
                  <a:lnTo>
                    <a:pt x="1091599" y="1473541"/>
                  </a:lnTo>
                  <a:lnTo>
                    <a:pt x="1091613" y="1473524"/>
                  </a:lnTo>
                  <a:lnTo>
                    <a:pt x="1091628" y="1473509"/>
                  </a:lnTo>
                  <a:lnTo>
                    <a:pt x="1091634" y="1473505"/>
                  </a:lnTo>
                  <a:lnTo>
                    <a:pt x="1091643" y="1473501"/>
                  </a:lnTo>
                  <a:lnTo>
                    <a:pt x="1091653" y="1473492"/>
                  </a:lnTo>
                  <a:lnTo>
                    <a:pt x="1091658" y="1473486"/>
                  </a:lnTo>
                  <a:lnTo>
                    <a:pt x="1091659" y="1473473"/>
                  </a:lnTo>
                  <a:lnTo>
                    <a:pt x="1091659" y="1473464"/>
                  </a:lnTo>
                  <a:lnTo>
                    <a:pt x="1091659" y="1473454"/>
                  </a:lnTo>
                  <a:lnTo>
                    <a:pt x="1091659" y="1473448"/>
                  </a:lnTo>
                  <a:lnTo>
                    <a:pt x="1091658" y="1473440"/>
                  </a:lnTo>
                  <a:lnTo>
                    <a:pt x="1091650" y="1473425"/>
                  </a:lnTo>
                  <a:lnTo>
                    <a:pt x="1091641" y="1473420"/>
                  </a:lnTo>
                  <a:lnTo>
                    <a:pt x="1091634" y="1473402"/>
                  </a:lnTo>
                  <a:lnTo>
                    <a:pt x="1091631" y="1473386"/>
                  </a:lnTo>
                  <a:lnTo>
                    <a:pt x="1091629" y="1473369"/>
                  </a:lnTo>
                  <a:lnTo>
                    <a:pt x="1091629" y="1473352"/>
                  </a:lnTo>
                  <a:lnTo>
                    <a:pt x="1091627" y="1473336"/>
                  </a:lnTo>
                  <a:lnTo>
                    <a:pt x="1091621" y="1473318"/>
                  </a:lnTo>
                  <a:lnTo>
                    <a:pt x="1091611" y="1473302"/>
                  </a:lnTo>
                  <a:lnTo>
                    <a:pt x="1091599" y="1473291"/>
                  </a:lnTo>
                  <a:lnTo>
                    <a:pt x="1091583" y="1473287"/>
                  </a:lnTo>
                  <a:lnTo>
                    <a:pt x="1091577" y="1473285"/>
                  </a:lnTo>
                  <a:lnTo>
                    <a:pt x="1091572" y="1473289"/>
                  </a:lnTo>
                  <a:lnTo>
                    <a:pt x="1091572" y="1473295"/>
                  </a:lnTo>
                  <a:lnTo>
                    <a:pt x="1091571" y="1473309"/>
                  </a:lnTo>
                  <a:lnTo>
                    <a:pt x="1091570" y="1473318"/>
                  </a:lnTo>
                  <a:lnTo>
                    <a:pt x="1091568" y="1473334"/>
                  </a:lnTo>
                  <a:lnTo>
                    <a:pt x="1091562" y="1473351"/>
                  </a:lnTo>
                  <a:lnTo>
                    <a:pt x="1091554" y="1473368"/>
                  </a:lnTo>
                  <a:lnTo>
                    <a:pt x="1091538" y="1473382"/>
                  </a:lnTo>
                  <a:lnTo>
                    <a:pt x="1091529" y="1473388"/>
                  </a:lnTo>
                  <a:lnTo>
                    <a:pt x="1091523" y="1473394"/>
                  </a:lnTo>
                  <a:lnTo>
                    <a:pt x="1091510" y="1473411"/>
                  </a:lnTo>
                  <a:lnTo>
                    <a:pt x="1091502" y="1473428"/>
                  </a:lnTo>
                  <a:lnTo>
                    <a:pt x="1091493" y="1473445"/>
                  </a:lnTo>
                  <a:lnTo>
                    <a:pt x="1091482" y="1473461"/>
                  </a:lnTo>
                  <a:lnTo>
                    <a:pt x="1091469" y="1473477"/>
                  </a:lnTo>
                  <a:lnTo>
                    <a:pt x="1091457" y="1473491"/>
                  </a:lnTo>
                  <a:lnTo>
                    <a:pt x="1091444" y="1473508"/>
                  </a:lnTo>
                  <a:lnTo>
                    <a:pt x="1091436" y="1473522"/>
                  </a:lnTo>
                  <a:lnTo>
                    <a:pt x="1091429" y="1473541"/>
                  </a:lnTo>
                  <a:lnTo>
                    <a:pt x="1091425" y="1473549"/>
                  </a:lnTo>
                  <a:lnTo>
                    <a:pt x="1091419" y="1473556"/>
                  </a:lnTo>
                  <a:lnTo>
                    <a:pt x="1091414" y="1473562"/>
                  </a:lnTo>
                  <a:lnTo>
                    <a:pt x="1091403" y="1473570"/>
                  </a:lnTo>
                  <a:lnTo>
                    <a:pt x="1091393" y="1473583"/>
                  </a:lnTo>
                  <a:lnTo>
                    <a:pt x="1091375" y="1473598"/>
                  </a:lnTo>
                  <a:lnTo>
                    <a:pt x="1091358" y="1473611"/>
                  </a:lnTo>
                  <a:lnTo>
                    <a:pt x="1091353" y="1473613"/>
                  </a:lnTo>
                  <a:lnTo>
                    <a:pt x="1091335" y="1473630"/>
                  </a:lnTo>
                  <a:lnTo>
                    <a:pt x="1091321" y="1473635"/>
                  </a:lnTo>
                  <a:lnTo>
                    <a:pt x="1091305" y="1473636"/>
                  </a:lnTo>
                  <a:lnTo>
                    <a:pt x="1091296" y="1473631"/>
                  </a:lnTo>
                  <a:lnTo>
                    <a:pt x="1091289" y="1473630"/>
                  </a:lnTo>
                  <a:lnTo>
                    <a:pt x="1091284" y="1473628"/>
                  </a:lnTo>
                  <a:lnTo>
                    <a:pt x="1091273" y="1473627"/>
                  </a:lnTo>
                  <a:lnTo>
                    <a:pt x="1091263" y="1473624"/>
                  </a:lnTo>
                  <a:lnTo>
                    <a:pt x="1091250" y="1473624"/>
                  </a:lnTo>
                  <a:lnTo>
                    <a:pt x="1091241" y="1473627"/>
                  </a:lnTo>
                  <a:lnTo>
                    <a:pt x="1091233" y="1473628"/>
                  </a:lnTo>
                  <a:lnTo>
                    <a:pt x="1091223" y="1473633"/>
                  </a:lnTo>
                  <a:lnTo>
                    <a:pt x="1091209" y="1473641"/>
                  </a:lnTo>
                  <a:lnTo>
                    <a:pt x="1091197" y="1473658"/>
                  </a:lnTo>
                  <a:lnTo>
                    <a:pt x="1091184" y="1473674"/>
                  </a:lnTo>
                  <a:lnTo>
                    <a:pt x="1091154" y="1473706"/>
                  </a:lnTo>
                  <a:lnTo>
                    <a:pt x="1091140" y="1473719"/>
                  </a:lnTo>
                  <a:lnTo>
                    <a:pt x="1091125" y="1473728"/>
                  </a:lnTo>
                  <a:lnTo>
                    <a:pt x="1091121" y="1473730"/>
                  </a:lnTo>
                  <a:lnTo>
                    <a:pt x="1091116" y="1473731"/>
                  </a:lnTo>
                  <a:lnTo>
                    <a:pt x="1091108" y="1473730"/>
                  </a:lnTo>
                  <a:lnTo>
                    <a:pt x="1091094" y="1473721"/>
                  </a:lnTo>
                  <a:lnTo>
                    <a:pt x="1091078" y="1473709"/>
                  </a:lnTo>
                  <a:lnTo>
                    <a:pt x="1091046" y="1473689"/>
                  </a:lnTo>
                  <a:lnTo>
                    <a:pt x="1091042" y="1473686"/>
                  </a:lnTo>
                  <a:lnTo>
                    <a:pt x="1091032" y="1473681"/>
                  </a:lnTo>
                  <a:lnTo>
                    <a:pt x="1091019" y="1473677"/>
                  </a:lnTo>
                  <a:lnTo>
                    <a:pt x="1091014" y="1473673"/>
                  </a:lnTo>
                  <a:lnTo>
                    <a:pt x="1090997" y="1473668"/>
                  </a:lnTo>
                  <a:lnTo>
                    <a:pt x="1090982" y="1473670"/>
                  </a:lnTo>
                  <a:lnTo>
                    <a:pt x="1090968" y="1473684"/>
                  </a:lnTo>
                  <a:lnTo>
                    <a:pt x="1090962" y="1473688"/>
                  </a:lnTo>
                  <a:lnTo>
                    <a:pt x="1090952" y="1473690"/>
                  </a:lnTo>
                  <a:lnTo>
                    <a:pt x="1090936" y="1473680"/>
                  </a:lnTo>
                  <a:lnTo>
                    <a:pt x="1090923" y="1473663"/>
                  </a:lnTo>
                  <a:lnTo>
                    <a:pt x="1090913" y="1473647"/>
                  </a:lnTo>
                  <a:lnTo>
                    <a:pt x="1090911" y="1473641"/>
                  </a:lnTo>
                  <a:lnTo>
                    <a:pt x="1090900" y="1473629"/>
                  </a:lnTo>
                  <a:lnTo>
                    <a:pt x="1090886" y="1473621"/>
                  </a:lnTo>
                  <a:lnTo>
                    <a:pt x="1090870" y="1473621"/>
                  </a:lnTo>
                  <a:lnTo>
                    <a:pt x="1090862" y="1473621"/>
                  </a:lnTo>
                  <a:lnTo>
                    <a:pt x="1090854" y="1473623"/>
                  </a:lnTo>
                  <a:lnTo>
                    <a:pt x="1090838" y="1473631"/>
                  </a:lnTo>
                  <a:lnTo>
                    <a:pt x="1090823" y="1473642"/>
                  </a:lnTo>
                  <a:lnTo>
                    <a:pt x="1090807" y="1473654"/>
                  </a:lnTo>
                  <a:lnTo>
                    <a:pt x="1090799" y="1473659"/>
                  </a:lnTo>
                  <a:lnTo>
                    <a:pt x="1090768" y="1473671"/>
                  </a:lnTo>
                  <a:lnTo>
                    <a:pt x="1090752" y="1473680"/>
                  </a:lnTo>
                  <a:lnTo>
                    <a:pt x="1090734" y="1473688"/>
                  </a:lnTo>
                  <a:lnTo>
                    <a:pt x="1090720" y="1473691"/>
                  </a:lnTo>
                  <a:lnTo>
                    <a:pt x="1090715" y="1473693"/>
                  </a:lnTo>
                  <a:lnTo>
                    <a:pt x="1090704" y="1473694"/>
                  </a:lnTo>
                  <a:lnTo>
                    <a:pt x="1090688" y="1473702"/>
                  </a:lnTo>
                  <a:lnTo>
                    <a:pt x="1090656" y="1473731"/>
                  </a:lnTo>
                  <a:lnTo>
                    <a:pt x="1090640" y="1473743"/>
                  </a:lnTo>
                  <a:lnTo>
                    <a:pt x="1090625" y="1473756"/>
                  </a:lnTo>
                  <a:lnTo>
                    <a:pt x="1090620" y="1473761"/>
                  </a:lnTo>
                  <a:lnTo>
                    <a:pt x="1090609" y="1473768"/>
                  </a:lnTo>
                  <a:lnTo>
                    <a:pt x="1090602" y="1473773"/>
                  </a:lnTo>
                  <a:lnTo>
                    <a:pt x="1090594" y="1473777"/>
                  </a:lnTo>
                  <a:lnTo>
                    <a:pt x="1090578" y="1473786"/>
                  </a:lnTo>
                  <a:lnTo>
                    <a:pt x="1090546" y="1473803"/>
                  </a:lnTo>
                  <a:lnTo>
                    <a:pt x="1090538" y="1473805"/>
                  </a:lnTo>
                  <a:lnTo>
                    <a:pt x="1090530" y="1473811"/>
                  </a:lnTo>
                  <a:lnTo>
                    <a:pt x="1090526" y="1473817"/>
                  </a:lnTo>
                  <a:lnTo>
                    <a:pt x="1090522" y="1473820"/>
                  </a:lnTo>
                  <a:lnTo>
                    <a:pt x="1090515" y="1473821"/>
                  </a:lnTo>
                  <a:lnTo>
                    <a:pt x="1090499" y="1473829"/>
                  </a:lnTo>
                  <a:lnTo>
                    <a:pt x="1090483" y="1473834"/>
                  </a:lnTo>
                  <a:lnTo>
                    <a:pt x="1090468" y="1473839"/>
                  </a:lnTo>
                  <a:lnTo>
                    <a:pt x="1090452" y="1473843"/>
                  </a:lnTo>
                  <a:lnTo>
                    <a:pt x="1090436" y="1473846"/>
                  </a:lnTo>
                  <a:lnTo>
                    <a:pt x="1090424" y="1473850"/>
                  </a:lnTo>
                  <a:lnTo>
                    <a:pt x="1090408" y="1473841"/>
                  </a:lnTo>
                  <a:lnTo>
                    <a:pt x="1090393" y="1473827"/>
                  </a:lnTo>
                  <a:lnTo>
                    <a:pt x="1090385" y="1473817"/>
                  </a:lnTo>
                  <a:lnTo>
                    <a:pt x="1090381" y="1473809"/>
                  </a:lnTo>
                  <a:lnTo>
                    <a:pt x="1090366" y="1473802"/>
                  </a:lnTo>
                  <a:lnTo>
                    <a:pt x="1090350" y="1473799"/>
                  </a:lnTo>
                  <a:lnTo>
                    <a:pt x="1090334" y="1473798"/>
                  </a:lnTo>
                  <a:lnTo>
                    <a:pt x="1090318" y="1473799"/>
                  </a:lnTo>
                  <a:lnTo>
                    <a:pt x="1090302" y="1473798"/>
                  </a:lnTo>
                  <a:lnTo>
                    <a:pt x="1090297" y="1473797"/>
                  </a:lnTo>
                  <a:lnTo>
                    <a:pt x="1090294" y="1473793"/>
                  </a:lnTo>
                  <a:lnTo>
                    <a:pt x="1090287" y="1473790"/>
                  </a:lnTo>
                  <a:lnTo>
                    <a:pt x="1090264" y="1473771"/>
                  </a:lnTo>
                  <a:lnTo>
                    <a:pt x="1090257" y="1473766"/>
                  </a:lnTo>
                  <a:lnTo>
                    <a:pt x="1090241" y="1473754"/>
                  </a:lnTo>
                  <a:lnTo>
                    <a:pt x="1090225" y="1473744"/>
                  </a:lnTo>
                  <a:lnTo>
                    <a:pt x="1090221" y="1473742"/>
                  </a:lnTo>
                  <a:lnTo>
                    <a:pt x="1090209" y="1473741"/>
                  </a:lnTo>
                  <a:lnTo>
                    <a:pt x="1090193" y="1473740"/>
                  </a:lnTo>
                  <a:lnTo>
                    <a:pt x="1090177" y="1473739"/>
                  </a:lnTo>
                  <a:lnTo>
                    <a:pt x="1090161" y="1473737"/>
                  </a:lnTo>
                  <a:lnTo>
                    <a:pt x="1090146" y="1473737"/>
                  </a:lnTo>
                  <a:lnTo>
                    <a:pt x="1090130" y="1473735"/>
                  </a:lnTo>
                  <a:lnTo>
                    <a:pt x="1090120" y="1473732"/>
                  </a:lnTo>
                  <a:lnTo>
                    <a:pt x="1090114" y="1473732"/>
                  </a:lnTo>
                  <a:lnTo>
                    <a:pt x="1090098" y="1473730"/>
                  </a:lnTo>
                  <a:lnTo>
                    <a:pt x="1090080" y="1473725"/>
                  </a:lnTo>
                  <a:lnTo>
                    <a:pt x="1090066" y="1473722"/>
                  </a:lnTo>
                  <a:lnTo>
                    <a:pt x="1090050" y="1473721"/>
                  </a:lnTo>
                  <a:lnTo>
                    <a:pt x="1090034" y="1473723"/>
                  </a:lnTo>
                  <a:lnTo>
                    <a:pt x="1090017" y="1473725"/>
                  </a:lnTo>
                  <a:lnTo>
                    <a:pt x="1090003" y="1473724"/>
                  </a:lnTo>
                  <a:lnTo>
                    <a:pt x="1089987" y="1473719"/>
                  </a:lnTo>
                  <a:lnTo>
                    <a:pt x="1089979" y="1473716"/>
                  </a:lnTo>
                  <a:lnTo>
                    <a:pt x="1089971" y="1473714"/>
                  </a:lnTo>
                  <a:lnTo>
                    <a:pt x="1089955" y="1473719"/>
                  </a:lnTo>
                  <a:lnTo>
                    <a:pt x="1089939" y="1473720"/>
                  </a:lnTo>
                  <a:lnTo>
                    <a:pt x="1089923" y="1473723"/>
                  </a:lnTo>
                  <a:lnTo>
                    <a:pt x="1089899" y="1473723"/>
                  </a:lnTo>
                  <a:lnTo>
                    <a:pt x="1089889" y="1473721"/>
                  </a:lnTo>
                  <a:lnTo>
                    <a:pt x="1089874" y="1473716"/>
                  </a:lnTo>
                  <a:lnTo>
                    <a:pt x="1089860" y="1473709"/>
                  </a:lnTo>
                  <a:lnTo>
                    <a:pt x="1089855" y="1473705"/>
                  </a:lnTo>
                  <a:lnTo>
                    <a:pt x="1089846" y="1473701"/>
                  </a:lnTo>
                  <a:lnTo>
                    <a:pt x="1089837" y="1473698"/>
                  </a:lnTo>
                  <a:lnTo>
                    <a:pt x="1089828" y="1473697"/>
                  </a:lnTo>
                  <a:lnTo>
                    <a:pt x="1089781" y="1473703"/>
                  </a:lnTo>
                  <a:lnTo>
                    <a:pt x="1089766" y="1473703"/>
                  </a:lnTo>
                  <a:lnTo>
                    <a:pt x="1089750" y="1473704"/>
                  </a:lnTo>
                  <a:lnTo>
                    <a:pt x="1089734" y="1473703"/>
                  </a:lnTo>
                  <a:lnTo>
                    <a:pt x="1089689" y="1473677"/>
                  </a:lnTo>
                  <a:lnTo>
                    <a:pt x="1089673" y="1473670"/>
                  </a:lnTo>
                  <a:lnTo>
                    <a:pt x="1089665" y="1473670"/>
                  </a:lnTo>
                  <a:lnTo>
                    <a:pt x="1089657" y="1473672"/>
                  </a:lnTo>
                  <a:lnTo>
                    <a:pt x="1089641" y="1473677"/>
                  </a:lnTo>
                  <a:lnTo>
                    <a:pt x="1089626" y="1473684"/>
                  </a:lnTo>
                  <a:lnTo>
                    <a:pt x="1089609" y="1473690"/>
                  </a:lnTo>
                  <a:lnTo>
                    <a:pt x="1089593" y="1473691"/>
                  </a:lnTo>
                  <a:lnTo>
                    <a:pt x="1089578" y="1473687"/>
                  </a:lnTo>
                  <a:lnTo>
                    <a:pt x="1089562" y="1473685"/>
                  </a:lnTo>
                  <a:lnTo>
                    <a:pt x="1089546" y="1473689"/>
                  </a:lnTo>
                  <a:lnTo>
                    <a:pt x="1089530" y="1473703"/>
                  </a:lnTo>
                  <a:lnTo>
                    <a:pt x="1089525" y="1473708"/>
                  </a:lnTo>
                  <a:lnTo>
                    <a:pt x="1089512" y="1473713"/>
                  </a:lnTo>
                  <a:lnTo>
                    <a:pt x="1089498" y="1473716"/>
                  </a:lnTo>
                  <a:lnTo>
                    <a:pt x="1089482" y="1473715"/>
                  </a:lnTo>
                  <a:lnTo>
                    <a:pt x="1089467" y="1473711"/>
                  </a:lnTo>
                  <a:lnTo>
                    <a:pt x="1089450" y="1473704"/>
                  </a:lnTo>
                  <a:lnTo>
                    <a:pt x="1089435" y="1473698"/>
                  </a:lnTo>
                  <a:lnTo>
                    <a:pt x="1089419" y="1473697"/>
                  </a:lnTo>
                  <a:lnTo>
                    <a:pt x="1089387" y="1473701"/>
                  </a:lnTo>
                  <a:lnTo>
                    <a:pt x="1089371" y="1473708"/>
                  </a:lnTo>
                  <a:lnTo>
                    <a:pt x="1089355" y="1473716"/>
                  </a:lnTo>
                  <a:lnTo>
                    <a:pt x="1089339" y="1473726"/>
                  </a:lnTo>
                  <a:lnTo>
                    <a:pt x="1089324" y="1473734"/>
                  </a:lnTo>
                  <a:lnTo>
                    <a:pt x="1089283" y="1473759"/>
                  </a:lnTo>
                  <a:lnTo>
                    <a:pt x="1089267" y="1473765"/>
                  </a:lnTo>
                  <a:lnTo>
                    <a:pt x="1089259" y="1473771"/>
                  </a:lnTo>
                  <a:lnTo>
                    <a:pt x="1089251" y="1473773"/>
                  </a:lnTo>
                  <a:lnTo>
                    <a:pt x="1089236" y="1473778"/>
                  </a:lnTo>
                  <a:lnTo>
                    <a:pt x="1089220" y="1473779"/>
                  </a:lnTo>
                  <a:lnTo>
                    <a:pt x="1089204" y="1473779"/>
                  </a:lnTo>
                  <a:lnTo>
                    <a:pt x="1089188" y="1473772"/>
                  </a:lnTo>
                  <a:lnTo>
                    <a:pt x="1089172" y="1473771"/>
                  </a:lnTo>
                  <a:lnTo>
                    <a:pt x="1089140" y="1473767"/>
                  </a:lnTo>
                  <a:lnTo>
                    <a:pt x="1089132" y="1473767"/>
                  </a:lnTo>
                  <a:lnTo>
                    <a:pt x="1089124" y="1473764"/>
                  </a:lnTo>
                  <a:lnTo>
                    <a:pt x="1089107" y="1473761"/>
                  </a:lnTo>
                  <a:lnTo>
                    <a:pt x="1089092" y="1473762"/>
                  </a:lnTo>
                  <a:lnTo>
                    <a:pt x="1089075" y="1473758"/>
                  </a:lnTo>
                  <a:lnTo>
                    <a:pt x="1089061" y="1473750"/>
                  </a:lnTo>
                  <a:lnTo>
                    <a:pt x="1089046" y="1473736"/>
                  </a:lnTo>
                  <a:lnTo>
                    <a:pt x="1089040" y="1473732"/>
                  </a:lnTo>
                  <a:lnTo>
                    <a:pt x="1089031" y="1473724"/>
                  </a:lnTo>
                  <a:lnTo>
                    <a:pt x="1089008" y="1473709"/>
                  </a:lnTo>
                  <a:lnTo>
                    <a:pt x="1088999" y="1473704"/>
                  </a:lnTo>
                  <a:lnTo>
                    <a:pt x="1088983" y="1473698"/>
                  </a:lnTo>
                  <a:lnTo>
                    <a:pt x="1088968" y="1473695"/>
                  </a:lnTo>
                  <a:lnTo>
                    <a:pt x="1088951" y="1473693"/>
                  </a:lnTo>
                  <a:lnTo>
                    <a:pt x="1088935" y="1473687"/>
                  </a:lnTo>
                  <a:lnTo>
                    <a:pt x="1088920" y="1473678"/>
                  </a:lnTo>
                  <a:lnTo>
                    <a:pt x="1088904" y="1473669"/>
                  </a:lnTo>
                  <a:lnTo>
                    <a:pt x="1088888" y="1473661"/>
                  </a:lnTo>
                  <a:lnTo>
                    <a:pt x="1088872" y="1473655"/>
                  </a:lnTo>
                  <a:lnTo>
                    <a:pt x="1088866" y="1473652"/>
                  </a:lnTo>
                  <a:lnTo>
                    <a:pt x="1088856" y="1473642"/>
                  </a:lnTo>
                  <a:lnTo>
                    <a:pt x="1088843" y="1473626"/>
                  </a:lnTo>
                  <a:lnTo>
                    <a:pt x="1088835" y="1473609"/>
                  </a:lnTo>
                  <a:lnTo>
                    <a:pt x="1088825" y="1473599"/>
                  </a:lnTo>
                  <a:lnTo>
                    <a:pt x="1088820" y="1473595"/>
                  </a:lnTo>
                  <a:lnTo>
                    <a:pt x="1088815" y="1473590"/>
                  </a:lnTo>
                  <a:lnTo>
                    <a:pt x="1088806" y="1473590"/>
                  </a:lnTo>
                  <a:lnTo>
                    <a:pt x="1088790" y="1473591"/>
                  </a:lnTo>
                  <a:lnTo>
                    <a:pt x="1088774" y="1473593"/>
                  </a:lnTo>
                  <a:lnTo>
                    <a:pt x="1088759" y="1473593"/>
                  </a:lnTo>
                  <a:lnTo>
                    <a:pt x="1088743" y="1473589"/>
                  </a:lnTo>
                  <a:lnTo>
                    <a:pt x="1088727" y="1473584"/>
                  </a:lnTo>
                  <a:lnTo>
                    <a:pt x="1088713" y="1473579"/>
                  </a:lnTo>
                  <a:lnTo>
                    <a:pt x="1088695" y="1473574"/>
                  </a:lnTo>
                  <a:lnTo>
                    <a:pt x="1088679" y="1473569"/>
                  </a:lnTo>
                  <a:lnTo>
                    <a:pt x="1088663" y="1473566"/>
                  </a:lnTo>
                  <a:lnTo>
                    <a:pt x="1088647" y="1473561"/>
                  </a:lnTo>
                  <a:lnTo>
                    <a:pt x="1088629" y="1473556"/>
                  </a:lnTo>
                  <a:lnTo>
                    <a:pt x="1088615" y="1473550"/>
                  </a:lnTo>
                  <a:lnTo>
                    <a:pt x="1088600" y="1473541"/>
                  </a:lnTo>
                  <a:lnTo>
                    <a:pt x="1088594" y="1473538"/>
                  </a:lnTo>
                  <a:lnTo>
                    <a:pt x="1088584" y="1473536"/>
                  </a:lnTo>
                  <a:lnTo>
                    <a:pt x="1088568" y="1473535"/>
                  </a:lnTo>
                  <a:lnTo>
                    <a:pt x="1088552" y="1473538"/>
                  </a:lnTo>
                  <a:lnTo>
                    <a:pt x="1088536" y="1473539"/>
                  </a:lnTo>
                  <a:lnTo>
                    <a:pt x="1088520" y="1473544"/>
                  </a:lnTo>
                  <a:lnTo>
                    <a:pt x="1088505" y="1473545"/>
                  </a:lnTo>
                  <a:lnTo>
                    <a:pt x="1088488" y="1473543"/>
                  </a:lnTo>
                  <a:lnTo>
                    <a:pt x="1088483" y="1473541"/>
                  </a:lnTo>
                  <a:lnTo>
                    <a:pt x="1088472" y="1473535"/>
                  </a:lnTo>
                  <a:lnTo>
                    <a:pt x="1088457" y="1473528"/>
                  </a:lnTo>
                  <a:lnTo>
                    <a:pt x="1088441" y="1473527"/>
                  </a:lnTo>
                  <a:lnTo>
                    <a:pt x="1088425" y="1473527"/>
                  </a:lnTo>
                  <a:lnTo>
                    <a:pt x="1088407" y="1473528"/>
                  </a:lnTo>
                  <a:lnTo>
                    <a:pt x="1088392" y="1473533"/>
                  </a:lnTo>
                  <a:lnTo>
                    <a:pt x="1088377" y="1473539"/>
                  </a:lnTo>
                  <a:lnTo>
                    <a:pt x="1088361" y="1473539"/>
                  </a:lnTo>
                  <a:lnTo>
                    <a:pt x="1088346" y="1473537"/>
                  </a:lnTo>
                  <a:lnTo>
                    <a:pt x="1088331" y="1473531"/>
                  </a:lnTo>
                  <a:lnTo>
                    <a:pt x="1088326" y="1473528"/>
                  </a:lnTo>
                  <a:lnTo>
                    <a:pt x="1088322" y="1473523"/>
                  </a:lnTo>
                  <a:lnTo>
                    <a:pt x="1088318" y="1473515"/>
                  </a:lnTo>
                  <a:lnTo>
                    <a:pt x="1088311" y="1473498"/>
                  </a:lnTo>
                  <a:lnTo>
                    <a:pt x="1088307" y="1473491"/>
                  </a:lnTo>
                  <a:lnTo>
                    <a:pt x="1088298" y="1473482"/>
                  </a:lnTo>
                  <a:lnTo>
                    <a:pt x="1088282" y="1473478"/>
                  </a:lnTo>
                  <a:lnTo>
                    <a:pt x="1088276" y="1473476"/>
                  </a:lnTo>
                  <a:lnTo>
                    <a:pt x="1088271" y="1473473"/>
                  </a:lnTo>
                  <a:lnTo>
                    <a:pt x="1088268" y="1473467"/>
                  </a:lnTo>
                  <a:lnTo>
                    <a:pt x="1088265" y="1473458"/>
                  </a:lnTo>
                  <a:lnTo>
                    <a:pt x="1088265" y="1473450"/>
                  </a:lnTo>
                  <a:lnTo>
                    <a:pt x="1088263" y="1473434"/>
                  </a:lnTo>
                  <a:lnTo>
                    <a:pt x="1088263" y="1473424"/>
                  </a:lnTo>
                  <a:lnTo>
                    <a:pt x="1088261" y="1473417"/>
                  </a:lnTo>
                  <a:lnTo>
                    <a:pt x="1088256" y="1473412"/>
                  </a:lnTo>
                  <a:lnTo>
                    <a:pt x="1088245" y="1473410"/>
                  </a:lnTo>
                  <a:lnTo>
                    <a:pt x="1088236" y="1473410"/>
                  </a:lnTo>
                  <a:lnTo>
                    <a:pt x="1088213" y="1473415"/>
                  </a:lnTo>
                  <a:lnTo>
                    <a:pt x="1088207" y="1473415"/>
                  </a:lnTo>
                  <a:lnTo>
                    <a:pt x="1088195" y="1473411"/>
                  </a:lnTo>
                  <a:lnTo>
                    <a:pt x="1088190" y="1473408"/>
                  </a:lnTo>
                  <a:lnTo>
                    <a:pt x="1088182" y="1473397"/>
                  </a:lnTo>
                  <a:lnTo>
                    <a:pt x="1088170" y="1473383"/>
                  </a:lnTo>
                  <a:lnTo>
                    <a:pt x="1088164" y="1473382"/>
                  </a:lnTo>
                  <a:lnTo>
                    <a:pt x="1088152" y="1473384"/>
                  </a:lnTo>
                  <a:lnTo>
                    <a:pt x="1088143" y="1473385"/>
                  </a:lnTo>
                  <a:lnTo>
                    <a:pt x="1088136" y="1473382"/>
                  </a:lnTo>
                  <a:lnTo>
                    <a:pt x="1088122" y="1473377"/>
                  </a:lnTo>
                  <a:lnTo>
                    <a:pt x="1088106" y="1473368"/>
                  </a:lnTo>
                  <a:lnTo>
                    <a:pt x="1088090" y="1473359"/>
                  </a:lnTo>
                  <a:lnTo>
                    <a:pt x="1088074" y="1473350"/>
                  </a:lnTo>
                  <a:lnTo>
                    <a:pt x="1088062" y="1473346"/>
                  </a:lnTo>
                  <a:lnTo>
                    <a:pt x="1088058" y="1473342"/>
                  </a:lnTo>
                  <a:lnTo>
                    <a:pt x="1088042" y="1473335"/>
                  </a:lnTo>
                  <a:lnTo>
                    <a:pt x="1088027" y="1473327"/>
                  </a:lnTo>
                  <a:lnTo>
                    <a:pt x="1087995" y="1473326"/>
                  </a:lnTo>
                  <a:lnTo>
                    <a:pt x="1087989" y="1473326"/>
                  </a:lnTo>
                  <a:lnTo>
                    <a:pt x="1087979" y="1473329"/>
                  </a:lnTo>
                  <a:lnTo>
                    <a:pt x="1087963" y="1473345"/>
                  </a:lnTo>
                  <a:lnTo>
                    <a:pt x="1087950" y="1473360"/>
                  </a:lnTo>
                  <a:lnTo>
                    <a:pt x="1087934" y="1473372"/>
                  </a:lnTo>
                  <a:lnTo>
                    <a:pt x="1087919" y="1473381"/>
                  </a:lnTo>
                  <a:lnTo>
                    <a:pt x="1087903" y="1473385"/>
                  </a:lnTo>
                  <a:lnTo>
                    <a:pt x="1087887" y="1473383"/>
                  </a:lnTo>
                  <a:lnTo>
                    <a:pt x="1087871" y="1473381"/>
                  </a:lnTo>
                  <a:lnTo>
                    <a:pt x="1087866" y="1473377"/>
                  </a:lnTo>
                  <a:lnTo>
                    <a:pt x="1087855" y="1473372"/>
                  </a:lnTo>
                  <a:lnTo>
                    <a:pt x="1087839" y="1473367"/>
                  </a:lnTo>
                  <a:lnTo>
                    <a:pt x="1087823" y="1473367"/>
                  </a:lnTo>
                  <a:lnTo>
                    <a:pt x="1087807" y="1473368"/>
                  </a:lnTo>
                  <a:lnTo>
                    <a:pt x="1087791" y="1473370"/>
                  </a:lnTo>
                  <a:lnTo>
                    <a:pt x="1087775" y="1473371"/>
                  </a:lnTo>
                  <a:lnTo>
                    <a:pt x="1087760" y="1473372"/>
                  </a:lnTo>
                  <a:lnTo>
                    <a:pt x="1087745" y="1473371"/>
                  </a:lnTo>
                  <a:lnTo>
                    <a:pt x="1087739" y="1473370"/>
                  </a:lnTo>
                  <a:lnTo>
                    <a:pt x="1087728" y="1473369"/>
                  </a:lnTo>
                  <a:lnTo>
                    <a:pt x="1087712" y="1473370"/>
                  </a:lnTo>
                  <a:lnTo>
                    <a:pt x="1087696" y="1473370"/>
                  </a:lnTo>
                  <a:lnTo>
                    <a:pt x="1087680" y="1473370"/>
                  </a:lnTo>
                  <a:lnTo>
                    <a:pt x="1087664" y="1473374"/>
                  </a:lnTo>
                  <a:lnTo>
                    <a:pt x="1087648" y="1473380"/>
                  </a:lnTo>
                  <a:lnTo>
                    <a:pt x="1087632" y="1473388"/>
                  </a:lnTo>
                  <a:lnTo>
                    <a:pt x="1087617" y="1473399"/>
                  </a:lnTo>
                  <a:lnTo>
                    <a:pt x="1087601" y="1473403"/>
                  </a:lnTo>
                  <a:lnTo>
                    <a:pt x="1087583" y="1473408"/>
                  </a:lnTo>
                  <a:lnTo>
                    <a:pt x="1087569" y="1473416"/>
                  </a:lnTo>
                  <a:lnTo>
                    <a:pt x="1087555" y="1473432"/>
                  </a:lnTo>
                  <a:lnTo>
                    <a:pt x="1087551" y="1473443"/>
                  </a:lnTo>
                  <a:lnTo>
                    <a:pt x="1087517" y="1473453"/>
                  </a:lnTo>
                  <a:lnTo>
                    <a:pt x="1087512" y="1473458"/>
                  </a:lnTo>
                  <a:lnTo>
                    <a:pt x="1087501" y="1473463"/>
                  </a:lnTo>
                  <a:lnTo>
                    <a:pt x="1087491" y="1473464"/>
                  </a:lnTo>
                  <a:lnTo>
                    <a:pt x="1087484" y="1473459"/>
                  </a:lnTo>
                  <a:lnTo>
                    <a:pt x="1087479" y="1473444"/>
                  </a:lnTo>
                  <a:lnTo>
                    <a:pt x="1087467" y="1473427"/>
                  </a:lnTo>
                  <a:lnTo>
                    <a:pt x="1087451" y="1473412"/>
                  </a:lnTo>
                  <a:lnTo>
                    <a:pt x="1087449" y="1473405"/>
                  </a:lnTo>
                  <a:lnTo>
                    <a:pt x="1087450" y="1473397"/>
                  </a:lnTo>
                  <a:lnTo>
                    <a:pt x="1087453" y="1473380"/>
                  </a:lnTo>
                  <a:lnTo>
                    <a:pt x="1087456" y="1473364"/>
                  </a:lnTo>
                  <a:lnTo>
                    <a:pt x="1087454" y="1473357"/>
                  </a:lnTo>
                  <a:lnTo>
                    <a:pt x="1087452" y="1473350"/>
                  </a:lnTo>
                  <a:lnTo>
                    <a:pt x="1087448" y="1473345"/>
                  </a:lnTo>
                  <a:lnTo>
                    <a:pt x="1087433" y="1473333"/>
                  </a:lnTo>
                  <a:lnTo>
                    <a:pt x="1087418" y="1473325"/>
                  </a:lnTo>
                  <a:lnTo>
                    <a:pt x="1087415" y="1473321"/>
                  </a:lnTo>
                  <a:lnTo>
                    <a:pt x="1087403" y="1473315"/>
                  </a:lnTo>
                  <a:lnTo>
                    <a:pt x="1087394" y="1473309"/>
                  </a:lnTo>
                  <a:lnTo>
                    <a:pt x="1087387" y="1473307"/>
                  </a:lnTo>
                  <a:lnTo>
                    <a:pt x="1087381" y="1473304"/>
                  </a:lnTo>
                  <a:lnTo>
                    <a:pt x="1087371" y="1473299"/>
                  </a:lnTo>
                  <a:lnTo>
                    <a:pt x="1087353" y="1473292"/>
                  </a:lnTo>
                  <a:lnTo>
                    <a:pt x="1087339" y="1473288"/>
                  </a:lnTo>
                  <a:lnTo>
                    <a:pt x="1087323" y="1473286"/>
                  </a:lnTo>
                  <a:lnTo>
                    <a:pt x="1087307" y="1473282"/>
                  </a:lnTo>
                  <a:lnTo>
                    <a:pt x="1087299" y="1473281"/>
                  </a:lnTo>
                  <a:lnTo>
                    <a:pt x="1087291" y="1473278"/>
                  </a:lnTo>
                  <a:lnTo>
                    <a:pt x="1087275" y="1473272"/>
                  </a:lnTo>
                  <a:lnTo>
                    <a:pt x="1087259" y="1473265"/>
                  </a:lnTo>
                  <a:lnTo>
                    <a:pt x="1087226" y="1473254"/>
                  </a:lnTo>
                  <a:lnTo>
                    <a:pt x="1087220" y="1473252"/>
                  </a:lnTo>
                  <a:lnTo>
                    <a:pt x="1087209" y="1473248"/>
                  </a:lnTo>
                  <a:lnTo>
                    <a:pt x="1087202" y="1473243"/>
                  </a:lnTo>
                  <a:lnTo>
                    <a:pt x="1087186" y="1473236"/>
                  </a:lnTo>
                  <a:lnTo>
                    <a:pt x="1087183" y="1473233"/>
                  </a:lnTo>
                  <a:lnTo>
                    <a:pt x="1087171" y="1473226"/>
                  </a:lnTo>
                  <a:lnTo>
                    <a:pt x="1087156" y="1473218"/>
                  </a:lnTo>
                  <a:lnTo>
                    <a:pt x="1087139" y="1473208"/>
                  </a:lnTo>
                  <a:lnTo>
                    <a:pt x="1087124" y="1473198"/>
                  </a:lnTo>
                  <a:lnTo>
                    <a:pt x="1087107" y="1473186"/>
                  </a:lnTo>
                  <a:lnTo>
                    <a:pt x="1087081" y="1473168"/>
                  </a:lnTo>
                  <a:lnTo>
                    <a:pt x="1087078" y="1473164"/>
                  </a:lnTo>
                  <a:lnTo>
                    <a:pt x="1087061" y="1473149"/>
                  </a:lnTo>
                  <a:lnTo>
                    <a:pt x="1087057" y="1473147"/>
                  </a:lnTo>
                  <a:lnTo>
                    <a:pt x="1087047" y="1473136"/>
                  </a:lnTo>
                  <a:lnTo>
                    <a:pt x="1087030" y="1473121"/>
                  </a:lnTo>
                  <a:lnTo>
                    <a:pt x="1087015" y="1473108"/>
                  </a:lnTo>
                  <a:lnTo>
                    <a:pt x="1087000" y="1473093"/>
                  </a:lnTo>
                  <a:lnTo>
                    <a:pt x="1086988" y="1473078"/>
                  </a:lnTo>
                  <a:lnTo>
                    <a:pt x="1086980" y="1473061"/>
                  </a:lnTo>
                  <a:lnTo>
                    <a:pt x="1086973" y="1473045"/>
                  </a:lnTo>
                  <a:lnTo>
                    <a:pt x="1086968" y="1473028"/>
                  </a:lnTo>
                  <a:lnTo>
                    <a:pt x="1086962" y="1473011"/>
                  </a:lnTo>
                  <a:lnTo>
                    <a:pt x="1086954" y="1472994"/>
                  </a:lnTo>
                  <a:lnTo>
                    <a:pt x="1086946" y="1472983"/>
                  </a:lnTo>
                  <a:lnTo>
                    <a:pt x="1086944" y="1472978"/>
                  </a:lnTo>
                  <a:lnTo>
                    <a:pt x="1086935" y="1472961"/>
                  </a:lnTo>
                  <a:lnTo>
                    <a:pt x="1086932" y="1472949"/>
                  </a:lnTo>
                  <a:lnTo>
                    <a:pt x="1086929" y="1472945"/>
                  </a:lnTo>
                  <a:lnTo>
                    <a:pt x="1086927" y="1472940"/>
                  </a:lnTo>
                  <a:lnTo>
                    <a:pt x="1086917" y="1472927"/>
                  </a:lnTo>
                  <a:lnTo>
                    <a:pt x="1086900" y="1472920"/>
                  </a:lnTo>
                  <a:lnTo>
                    <a:pt x="1086884" y="1472915"/>
                  </a:lnTo>
                  <a:lnTo>
                    <a:pt x="1086869" y="1472912"/>
                  </a:lnTo>
                  <a:lnTo>
                    <a:pt x="1086853" y="1472911"/>
                  </a:lnTo>
                  <a:lnTo>
                    <a:pt x="1086837" y="1472911"/>
                  </a:lnTo>
                  <a:lnTo>
                    <a:pt x="1086821" y="1472910"/>
                  </a:lnTo>
                  <a:lnTo>
                    <a:pt x="1086812" y="1472910"/>
                  </a:lnTo>
                  <a:lnTo>
                    <a:pt x="1086805" y="1472908"/>
                  </a:lnTo>
                  <a:lnTo>
                    <a:pt x="1086789" y="1472906"/>
                  </a:lnTo>
                  <a:lnTo>
                    <a:pt x="1086771" y="1472901"/>
                  </a:lnTo>
                  <a:lnTo>
                    <a:pt x="1086757" y="1472897"/>
                  </a:lnTo>
                  <a:lnTo>
                    <a:pt x="1086750" y="1472896"/>
                  </a:lnTo>
                  <a:lnTo>
                    <a:pt x="1086741" y="1472891"/>
                  </a:lnTo>
                  <a:lnTo>
                    <a:pt x="1086710" y="1472878"/>
                  </a:lnTo>
                  <a:lnTo>
                    <a:pt x="1086702" y="1472874"/>
                  </a:lnTo>
                  <a:lnTo>
                    <a:pt x="1086694" y="1472871"/>
                  </a:lnTo>
                  <a:lnTo>
                    <a:pt x="1086678" y="1472868"/>
                  </a:lnTo>
                  <a:lnTo>
                    <a:pt x="1086662" y="1472867"/>
                  </a:lnTo>
                  <a:lnTo>
                    <a:pt x="1086646" y="1472869"/>
                  </a:lnTo>
                  <a:lnTo>
                    <a:pt x="1086630" y="1472874"/>
                  </a:lnTo>
                  <a:lnTo>
                    <a:pt x="1086624" y="1472876"/>
                  </a:lnTo>
                  <a:lnTo>
                    <a:pt x="1086594" y="1472877"/>
                  </a:lnTo>
                  <a:lnTo>
                    <a:pt x="1086578" y="1472875"/>
                  </a:lnTo>
                  <a:lnTo>
                    <a:pt x="1086546" y="1472866"/>
                  </a:lnTo>
                  <a:lnTo>
                    <a:pt x="1086531" y="1472858"/>
                  </a:lnTo>
                  <a:lnTo>
                    <a:pt x="1086514" y="1472852"/>
                  </a:lnTo>
                  <a:lnTo>
                    <a:pt x="1086474" y="1472851"/>
                  </a:lnTo>
                  <a:lnTo>
                    <a:pt x="1086453" y="1472851"/>
                  </a:lnTo>
                  <a:lnTo>
                    <a:pt x="1086447" y="1472851"/>
                  </a:lnTo>
                  <a:lnTo>
                    <a:pt x="1086435" y="1472845"/>
                  </a:lnTo>
                  <a:lnTo>
                    <a:pt x="1086430" y="1472840"/>
                  </a:lnTo>
                  <a:lnTo>
                    <a:pt x="1086420" y="1472826"/>
                  </a:lnTo>
                  <a:lnTo>
                    <a:pt x="1086413" y="1472809"/>
                  </a:lnTo>
                  <a:lnTo>
                    <a:pt x="1086403" y="1472792"/>
                  </a:lnTo>
                  <a:lnTo>
                    <a:pt x="1086389" y="1472775"/>
                  </a:lnTo>
                  <a:lnTo>
                    <a:pt x="1086375" y="1472767"/>
                  </a:lnTo>
                  <a:lnTo>
                    <a:pt x="1086366" y="1472764"/>
                  </a:lnTo>
                  <a:lnTo>
                    <a:pt x="1086359" y="1472764"/>
                  </a:lnTo>
                  <a:lnTo>
                    <a:pt x="1086343" y="1472767"/>
                  </a:lnTo>
                  <a:lnTo>
                    <a:pt x="1086333" y="1472772"/>
                  </a:lnTo>
                  <a:lnTo>
                    <a:pt x="1086328" y="1472778"/>
                  </a:lnTo>
                  <a:lnTo>
                    <a:pt x="1086315" y="1472795"/>
                  </a:lnTo>
                  <a:lnTo>
                    <a:pt x="1086304" y="1472811"/>
                  </a:lnTo>
                  <a:lnTo>
                    <a:pt x="1086289" y="1472824"/>
                  </a:lnTo>
                  <a:lnTo>
                    <a:pt x="1086282" y="1472828"/>
                  </a:lnTo>
                  <a:lnTo>
                    <a:pt x="1086273" y="1472831"/>
                  </a:lnTo>
                  <a:lnTo>
                    <a:pt x="1086263" y="1472834"/>
                  </a:lnTo>
                  <a:lnTo>
                    <a:pt x="1086257" y="1472834"/>
                  </a:lnTo>
                  <a:lnTo>
                    <a:pt x="1086241" y="1472835"/>
                  </a:lnTo>
                  <a:lnTo>
                    <a:pt x="1086225" y="1472835"/>
                  </a:lnTo>
                  <a:lnTo>
                    <a:pt x="1086209" y="1472835"/>
                  </a:lnTo>
                  <a:lnTo>
                    <a:pt x="1086195" y="1472834"/>
                  </a:lnTo>
                  <a:lnTo>
                    <a:pt x="1086178" y="1472833"/>
                  </a:lnTo>
                  <a:lnTo>
                    <a:pt x="1086162" y="1472834"/>
                  </a:lnTo>
                  <a:lnTo>
                    <a:pt x="1086143" y="1472837"/>
                  </a:lnTo>
                  <a:lnTo>
                    <a:pt x="1086130" y="1472842"/>
                  </a:lnTo>
                  <a:lnTo>
                    <a:pt x="1086098" y="1472846"/>
                  </a:lnTo>
                  <a:lnTo>
                    <a:pt x="1086082" y="1472847"/>
                  </a:lnTo>
                  <a:lnTo>
                    <a:pt x="1086066" y="1472845"/>
                  </a:lnTo>
                  <a:lnTo>
                    <a:pt x="1086059" y="1472842"/>
                  </a:lnTo>
                  <a:lnTo>
                    <a:pt x="1086049" y="1472837"/>
                  </a:lnTo>
                  <a:lnTo>
                    <a:pt x="1086042" y="1472833"/>
                  </a:lnTo>
                  <a:lnTo>
                    <a:pt x="1086035" y="1472825"/>
                  </a:lnTo>
                  <a:lnTo>
                    <a:pt x="1086027" y="1472808"/>
                  </a:lnTo>
                  <a:lnTo>
                    <a:pt x="1086022" y="1472792"/>
                  </a:lnTo>
                  <a:lnTo>
                    <a:pt x="1086003" y="1472751"/>
                  </a:lnTo>
                  <a:lnTo>
                    <a:pt x="1085998" y="1472734"/>
                  </a:lnTo>
                  <a:lnTo>
                    <a:pt x="1085993" y="1472717"/>
                  </a:lnTo>
                  <a:lnTo>
                    <a:pt x="1085987" y="1472700"/>
                  </a:lnTo>
                  <a:lnTo>
                    <a:pt x="1085979" y="1472684"/>
                  </a:lnTo>
                  <a:lnTo>
                    <a:pt x="1085973" y="1472667"/>
                  </a:lnTo>
                  <a:lnTo>
                    <a:pt x="1085964" y="1472650"/>
                  </a:lnTo>
                  <a:lnTo>
                    <a:pt x="1085962" y="1472646"/>
                  </a:lnTo>
                  <a:lnTo>
                    <a:pt x="1085951" y="1472635"/>
                  </a:lnTo>
                  <a:lnTo>
                    <a:pt x="1085948" y="1472630"/>
                  </a:lnTo>
                  <a:lnTo>
                    <a:pt x="1085916" y="1472603"/>
                  </a:lnTo>
                  <a:lnTo>
                    <a:pt x="1085900" y="1472593"/>
                  </a:lnTo>
                  <a:lnTo>
                    <a:pt x="1085896" y="1472590"/>
                  </a:lnTo>
                  <a:lnTo>
                    <a:pt x="1085884" y="1472586"/>
                  </a:lnTo>
                  <a:lnTo>
                    <a:pt x="1085862" y="1472578"/>
                  </a:lnTo>
                  <a:lnTo>
                    <a:pt x="1085852" y="1472578"/>
                  </a:lnTo>
                  <a:lnTo>
                    <a:pt x="1085836" y="1472575"/>
                  </a:lnTo>
                  <a:lnTo>
                    <a:pt x="1085821" y="1472572"/>
                  </a:lnTo>
                  <a:lnTo>
                    <a:pt x="1085805" y="1472572"/>
                  </a:lnTo>
                  <a:lnTo>
                    <a:pt x="1085771" y="1472564"/>
                  </a:lnTo>
                  <a:lnTo>
                    <a:pt x="1085756" y="1472559"/>
                  </a:lnTo>
                  <a:lnTo>
                    <a:pt x="1085741" y="1472554"/>
                  </a:lnTo>
                  <a:lnTo>
                    <a:pt x="1085732" y="1472549"/>
                  </a:lnTo>
                  <a:lnTo>
                    <a:pt x="1085725" y="1472548"/>
                  </a:lnTo>
                  <a:lnTo>
                    <a:pt x="1085709" y="1472541"/>
                  </a:lnTo>
                  <a:lnTo>
                    <a:pt x="1085701" y="1472538"/>
                  </a:lnTo>
                  <a:lnTo>
                    <a:pt x="1085693" y="1472537"/>
                  </a:lnTo>
                  <a:lnTo>
                    <a:pt x="1085677" y="1472534"/>
                  </a:lnTo>
                  <a:lnTo>
                    <a:pt x="1085662" y="1472537"/>
                  </a:lnTo>
                  <a:lnTo>
                    <a:pt x="1085655" y="1472537"/>
                  </a:lnTo>
                  <a:lnTo>
                    <a:pt x="1085646" y="1472541"/>
                  </a:lnTo>
                  <a:lnTo>
                    <a:pt x="1085630" y="1472545"/>
                  </a:lnTo>
                  <a:lnTo>
                    <a:pt x="1085614" y="1472552"/>
                  </a:lnTo>
                  <a:lnTo>
                    <a:pt x="1085607" y="1472555"/>
                  </a:lnTo>
                  <a:lnTo>
                    <a:pt x="1085598" y="1472562"/>
                  </a:lnTo>
                  <a:lnTo>
                    <a:pt x="1085580" y="1472575"/>
                  </a:lnTo>
                  <a:lnTo>
                    <a:pt x="1085566" y="1472585"/>
                  </a:lnTo>
                  <a:lnTo>
                    <a:pt x="1085552" y="1472591"/>
                  </a:lnTo>
                  <a:lnTo>
                    <a:pt x="1085534" y="1472596"/>
                  </a:lnTo>
                  <a:lnTo>
                    <a:pt x="1085519" y="1472596"/>
                  </a:lnTo>
                  <a:lnTo>
                    <a:pt x="1085503" y="1472595"/>
                  </a:lnTo>
                  <a:lnTo>
                    <a:pt x="1085494" y="1472595"/>
                  </a:lnTo>
                  <a:lnTo>
                    <a:pt x="1085487" y="1472593"/>
                  </a:lnTo>
                  <a:lnTo>
                    <a:pt x="1085479" y="1472591"/>
                  </a:lnTo>
                  <a:lnTo>
                    <a:pt x="1085471" y="1472587"/>
                  </a:lnTo>
                  <a:lnTo>
                    <a:pt x="1085464" y="1472585"/>
                  </a:lnTo>
                  <a:lnTo>
                    <a:pt x="1085456" y="1472585"/>
                  </a:lnTo>
                  <a:lnTo>
                    <a:pt x="1085439" y="1472585"/>
                  </a:lnTo>
                  <a:lnTo>
                    <a:pt x="1085423" y="1472585"/>
                  </a:lnTo>
                  <a:lnTo>
                    <a:pt x="1085407" y="1472591"/>
                  </a:lnTo>
                  <a:lnTo>
                    <a:pt x="1085391" y="1472599"/>
                  </a:lnTo>
                  <a:lnTo>
                    <a:pt x="1085369" y="1472611"/>
                  </a:lnTo>
                  <a:lnTo>
                    <a:pt x="1085360" y="1472612"/>
                  </a:lnTo>
                  <a:lnTo>
                    <a:pt x="1085344" y="1472610"/>
                  </a:lnTo>
                  <a:lnTo>
                    <a:pt x="1085328" y="1472604"/>
                  </a:lnTo>
                  <a:lnTo>
                    <a:pt x="1085312" y="1472594"/>
                  </a:lnTo>
                  <a:lnTo>
                    <a:pt x="1085296" y="1472584"/>
                  </a:lnTo>
                  <a:lnTo>
                    <a:pt x="1085278" y="1472573"/>
                  </a:lnTo>
                  <a:lnTo>
                    <a:pt x="1085274" y="1472568"/>
                  </a:lnTo>
                  <a:lnTo>
                    <a:pt x="1085265" y="1472562"/>
                  </a:lnTo>
                  <a:lnTo>
                    <a:pt x="1085249" y="1472550"/>
                  </a:lnTo>
                  <a:lnTo>
                    <a:pt x="1085244" y="1472548"/>
                  </a:lnTo>
                  <a:lnTo>
                    <a:pt x="1085234" y="1472540"/>
                  </a:lnTo>
                  <a:lnTo>
                    <a:pt x="1085217" y="1472529"/>
                  </a:lnTo>
                  <a:lnTo>
                    <a:pt x="1085201" y="1472517"/>
                  </a:lnTo>
                  <a:lnTo>
                    <a:pt x="1085186" y="1472506"/>
                  </a:lnTo>
                  <a:lnTo>
                    <a:pt x="1085178" y="1472503"/>
                  </a:lnTo>
                  <a:lnTo>
                    <a:pt x="1085173" y="1472503"/>
                  </a:lnTo>
                  <a:lnTo>
                    <a:pt x="1085168" y="1472503"/>
                  </a:lnTo>
                  <a:lnTo>
                    <a:pt x="1085160" y="1472509"/>
                  </a:lnTo>
                  <a:lnTo>
                    <a:pt x="1085156" y="1472515"/>
                  </a:lnTo>
                  <a:lnTo>
                    <a:pt x="1085146" y="1472532"/>
                  </a:lnTo>
                  <a:lnTo>
                    <a:pt x="1085140" y="1472548"/>
                  </a:lnTo>
                  <a:lnTo>
                    <a:pt x="1085131" y="1472565"/>
                  </a:lnTo>
                  <a:lnTo>
                    <a:pt x="1085126" y="1472571"/>
                  </a:lnTo>
                  <a:lnTo>
                    <a:pt x="1085122" y="1472574"/>
                  </a:lnTo>
                  <a:lnTo>
                    <a:pt x="1085115" y="1472577"/>
                  </a:lnTo>
                  <a:lnTo>
                    <a:pt x="1085111" y="1472579"/>
                  </a:lnTo>
                  <a:lnTo>
                    <a:pt x="1085105" y="1472581"/>
                  </a:lnTo>
                  <a:lnTo>
                    <a:pt x="1085099" y="1472579"/>
                  </a:lnTo>
                  <a:lnTo>
                    <a:pt x="1085083" y="1472573"/>
                  </a:lnTo>
                  <a:lnTo>
                    <a:pt x="1085065" y="1472565"/>
                  </a:lnTo>
                  <a:lnTo>
                    <a:pt x="1085051" y="1472555"/>
                  </a:lnTo>
                  <a:lnTo>
                    <a:pt x="1085040" y="1472548"/>
                  </a:lnTo>
                  <a:lnTo>
                    <a:pt x="1085035" y="1472548"/>
                  </a:lnTo>
                  <a:lnTo>
                    <a:pt x="1085029" y="1472546"/>
                  </a:lnTo>
                  <a:lnTo>
                    <a:pt x="1085024" y="1472548"/>
                  </a:lnTo>
                  <a:lnTo>
                    <a:pt x="1085020" y="1472551"/>
                  </a:lnTo>
                  <a:lnTo>
                    <a:pt x="1085013" y="1472560"/>
                  </a:lnTo>
                  <a:lnTo>
                    <a:pt x="1085012" y="1472568"/>
                  </a:lnTo>
                  <a:lnTo>
                    <a:pt x="1085010" y="1472575"/>
                  </a:lnTo>
                  <a:lnTo>
                    <a:pt x="1085010" y="1472584"/>
                  </a:lnTo>
                  <a:lnTo>
                    <a:pt x="1085006" y="1472603"/>
                  </a:lnTo>
                  <a:lnTo>
                    <a:pt x="1085001" y="1472619"/>
                  </a:lnTo>
                  <a:lnTo>
                    <a:pt x="1085000" y="1472625"/>
                  </a:lnTo>
                  <a:lnTo>
                    <a:pt x="1084996" y="1472634"/>
                  </a:lnTo>
                  <a:lnTo>
                    <a:pt x="1084991" y="1472641"/>
                  </a:lnTo>
                  <a:lnTo>
                    <a:pt x="1084983" y="1472647"/>
                  </a:lnTo>
                  <a:lnTo>
                    <a:pt x="1084967" y="1472659"/>
                  </a:lnTo>
                  <a:lnTo>
                    <a:pt x="1084963" y="1472663"/>
                  </a:lnTo>
                  <a:lnTo>
                    <a:pt x="1084952" y="1472670"/>
                  </a:lnTo>
                  <a:lnTo>
                    <a:pt x="1084937" y="1472681"/>
                  </a:lnTo>
                  <a:lnTo>
                    <a:pt x="1084928" y="1472686"/>
                  </a:lnTo>
                  <a:lnTo>
                    <a:pt x="1084921" y="1472696"/>
                  </a:lnTo>
                  <a:lnTo>
                    <a:pt x="1084915" y="1472703"/>
                  </a:lnTo>
                  <a:lnTo>
                    <a:pt x="1084909" y="1472712"/>
                  </a:lnTo>
                  <a:lnTo>
                    <a:pt x="1084902" y="1472729"/>
                  </a:lnTo>
                  <a:lnTo>
                    <a:pt x="1084897" y="1472746"/>
                  </a:lnTo>
                  <a:lnTo>
                    <a:pt x="1084895" y="1472753"/>
                  </a:lnTo>
                  <a:lnTo>
                    <a:pt x="1084894" y="1472760"/>
                  </a:lnTo>
                  <a:lnTo>
                    <a:pt x="1084893" y="1472779"/>
                  </a:lnTo>
                  <a:lnTo>
                    <a:pt x="1084895" y="1472795"/>
                  </a:lnTo>
                  <a:lnTo>
                    <a:pt x="1084895" y="1472812"/>
                  </a:lnTo>
                  <a:lnTo>
                    <a:pt x="1084895" y="1472829"/>
                  </a:lnTo>
                  <a:lnTo>
                    <a:pt x="1084896" y="1472844"/>
                  </a:lnTo>
                  <a:lnTo>
                    <a:pt x="1084895" y="1472862"/>
                  </a:lnTo>
                  <a:lnTo>
                    <a:pt x="1084897" y="1472879"/>
                  </a:lnTo>
                  <a:lnTo>
                    <a:pt x="1084897" y="1472896"/>
                  </a:lnTo>
                  <a:lnTo>
                    <a:pt x="1084897" y="1472912"/>
                  </a:lnTo>
                  <a:lnTo>
                    <a:pt x="1084891" y="1472929"/>
                  </a:lnTo>
                  <a:lnTo>
                    <a:pt x="1084889" y="1472933"/>
                  </a:lnTo>
                  <a:lnTo>
                    <a:pt x="1084877" y="1472946"/>
                  </a:lnTo>
                  <a:lnTo>
                    <a:pt x="1084870" y="1472952"/>
                  </a:lnTo>
                  <a:lnTo>
                    <a:pt x="1084864" y="1472954"/>
                  </a:lnTo>
                  <a:lnTo>
                    <a:pt x="1084853" y="1472956"/>
                  </a:lnTo>
                  <a:lnTo>
                    <a:pt x="1084847" y="1472954"/>
                  </a:lnTo>
                  <a:lnTo>
                    <a:pt x="1084832" y="1472941"/>
                  </a:lnTo>
                  <a:lnTo>
                    <a:pt x="1084825" y="1472935"/>
                  </a:lnTo>
                  <a:lnTo>
                    <a:pt x="1084818" y="1472926"/>
                  </a:lnTo>
                  <a:lnTo>
                    <a:pt x="1084813" y="1472917"/>
                  </a:lnTo>
                  <a:lnTo>
                    <a:pt x="1084805" y="1472909"/>
                  </a:lnTo>
                  <a:lnTo>
                    <a:pt x="1084790" y="1472897"/>
                  </a:lnTo>
                  <a:lnTo>
                    <a:pt x="1084785" y="1472891"/>
                  </a:lnTo>
                  <a:lnTo>
                    <a:pt x="1084774" y="1472884"/>
                  </a:lnTo>
                  <a:lnTo>
                    <a:pt x="1084766" y="1472880"/>
                  </a:lnTo>
                  <a:lnTo>
                    <a:pt x="1084758" y="1472878"/>
                  </a:lnTo>
                  <a:lnTo>
                    <a:pt x="1084750" y="1472875"/>
                  </a:lnTo>
                  <a:lnTo>
                    <a:pt x="1084709" y="1472879"/>
                  </a:lnTo>
                  <a:lnTo>
                    <a:pt x="1084693" y="1472884"/>
                  </a:lnTo>
                  <a:lnTo>
                    <a:pt x="1084677" y="1472884"/>
                  </a:lnTo>
                  <a:lnTo>
                    <a:pt x="1084661" y="1472884"/>
                  </a:lnTo>
                  <a:lnTo>
                    <a:pt x="1084644" y="1472885"/>
                  </a:lnTo>
                  <a:lnTo>
                    <a:pt x="1084630" y="1472887"/>
                  </a:lnTo>
                  <a:lnTo>
                    <a:pt x="1084614" y="1472890"/>
                  </a:lnTo>
                  <a:lnTo>
                    <a:pt x="1084603" y="1472895"/>
                  </a:lnTo>
                  <a:lnTo>
                    <a:pt x="1084598" y="1472895"/>
                  </a:lnTo>
                  <a:lnTo>
                    <a:pt x="1084589" y="1472899"/>
                  </a:lnTo>
                  <a:lnTo>
                    <a:pt x="1084582" y="1472900"/>
                  </a:lnTo>
                  <a:lnTo>
                    <a:pt x="1084566" y="1472904"/>
                  </a:lnTo>
                  <a:lnTo>
                    <a:pt x="1084550" y="1472905"/>
                  </a:lnTo>
                  <a:lnTo>
                    <a:pt x="1084534" y="1472903"/>
                  </a:lnTo>
                  <a:lnTo>
                    <a:pt x="1084527" y="1472899"/>
                  </a:lnTo>
                  <a:lnTo>
                    <a:pt x="1084518" y="1472898"/>
                  </a:lnTo>
                  <a:lnTo>
                    <a:pt x="1084513" y="1472897"/>
                  </a:lnTo>
                  <a:lnTo>
                    <a:pt x="1084503" y="1472896"/>
                  </a:lnTo>
                  <a:lnTo>
                    <a:pt x="1084487" y="1472895"/>
                  </a:lnTo>
                  <a:lnTo>
                    <a:pt x="1084470" y="1472892"/>
                  </a:lnTo>
                  <a:lnTo>
                    <a:pt x="1084455" y="1472894"/>
                  </a:lnTo>
                  <a:lnTo>
                    <a:pt x="1084439" y="1472898"/>
                  </a:lnTo>
                  <a:lnTo>
                    <a:pt x="1084432" y="1472899"/>
                  </a:lnTo>
                  <a:lnTo>
                    <a:pt x="1084424" y="1472907"/>
                  </a:lnTo>
                  <a:lnTo>
                    <a:pt x="1084417" y="1472914"/>
                  </a:lnTo>
                  <a:lnTo>
                    <a:pt x="1084410" y="1472923"/>
                  </a:lnTo>
                  <a:lnTo>
                    <a:pt x="1084395" y="1472948"/>
                  </a:lnTo>
                  <a:lnTo>
                    <a:pt x="1084386" y="1472958"/>
                  </a:lnTo>
                  <a:lnTo>
                    <a:pt x="1084372" y="1472968"/>
                  </a:lnTo>
                  <a:lnTo>
                    <a:pt x="1084366" y="1472970"/>
                  </a:lnTo>
                  <a:lnTo>
                    <a:pt x="1084356" y="1472971"/>
                  </a:lnTo>
                  <a:lnTo>
                    <a:pt x="1084348" y="1472971"/>
                  </a:lnTo>
                  <a:lnTo>
                    <a:pt x="1084340" y="1472968"/>
                  </a:lnTo>
                  <a:lnTo>
                    <a:pt x="1084332" y="1472965"/>
                  </a:lnTo>
                  <a:lnTo>
                    <a:pt x="1084323" y="1472957"/>
                  </a:lnTo>
                  <a:lnTo>
                    <a:pt x="1084310" y="1472927"/>
                  </a:lnTo>
                  <a:lnTo>
                    <a:pt x="1084303" y="1472916"/>
                  </a:lnTo>
                  <a:lnTo>
                    <a:pt x="1084300" y="1472911"/>
                  </a:lnTo>
                  <a:lnTo>
                    <a:pt x="1084289" y="1472899"/>
                  </a:lnTo>
                  <a:lnTo>
                    <a:pt x="1084275" y="1472884"/>
                  </a:lnTo>
                  <a:lnTo>
                    <a:pt x="1084259" y="1472869"/>
                  </a:lnTo>
                  <a:lnTo>
                    <a:pt x="1084256" y="1472866"/>
                  </a:lnTo>
                  <a:lnTo>
                    <a:pt x="1084243" y="1472862"/>
                  </a:lnTo>
                  <a:lnTo>
                    <a:pt x="1084227" y="1472859"/>
                  </a:lnTo>
                  <a:lnTo>
                    <a:pt x="1084211" y="1472858"/>
                  </a:lnTo>
                  <a:lnTo>
                    <a:pt x="1084195" y="1472859"/>
                  </a:lnTo>
                  <a:lnTo>
                    <a:pt x="1084179" y="1472859"/>
                  </a:lnTo>
                  <a:lnTo>
                    <a:pt x="1084163" y="1472857"/>
                  </a:lnTo>
                  <a:lnTo>
                    <a:pt x="1084148" y="1472857"/>
                  </a:lnTo>
                  <a:lnTo>
                    <a:pt x="1084141" y="1472857"/>
                  </a:lnTo>
                  <a:lnTo>
                    <a:pt x="1084132" y="1472854"/>
                  </a:lnTo>
                  <a:lnTo>
                    <a:pt x="1084127" y="1472852"/>
                  </a:lnTo>
                  <a:lnTo>
                    <a:pt x="1084102" y="1472825"/>
                  </a:lnTo>
                  <a:lnTo>
                    <a:pt x="1084096" y="1472816"/>
                  </a:lnTo>
                  <a:lnTo>
                    <a:pt x="1084091" y="1472806"/>
                  </a:lnTo>
                  <a:lnTo>
                    <a:pt x="1084088" y="1472792"/>
                  </a:lnTo>
                  <a:lnTo>
                    <a:pt x="1084084" y="1472781"/>
                  </a:lnTo>
                  <a:lnTo>
                    <a:pt x="1084074" y="1472750"/>
                  </a:lnTo>
                  <a:lnTo>
                    <a:pt x="1084072" y="1472737"/>
                  </a:lnTo>
                  <a:lnTo>
                    <a:pt x="1084069" y="1472721"/>
                  </a:lnTo>
                  <a:lnTo>
                    <a:pt x="1084066" y="1472704"/>
                  </a:lnTo>
                  <a:lnTo>
                    <a:pt x="1084064" y="1472693"/>
                  </a:lnTo>
                  <a:lnTo>
                    <a:pt x="1084065" y="1472687"/>
                  </a:lnTo>
                  <a:lnTo>
                    <a:pt x="1084065" y="1472681"/>
                  </a:lnTo>
                  <a:lnTo>
                    <a:pt x="1084069" y="1472670"/>
                  </a:lnTo>
                  <a:lnTo>
                    <a:pt x="1084080" y="1472654"/>
                  </a:lnTo>
                  <a:lnTo>
                    <a:pt x="1084090" y="1472635"/>
                  </a:lnTo>
                  <a:lnTo>
                    <a:pt x="1084104" y="1472619"/>
                  </a:lnTo>
                  <a:lnTo>
                    <a:pt x="1084109" y="1472610"/>
                  </a:lnTo>
                  <a:lnTo>
                    <a:pt x="1084120" y="1472583"/>
                  </a:lnTo>
                  <a:lnTo>
                    <a:pt x="1084120" y="1472574"/>
                  </a:lnTo>
                  <a:lnTo>
                    <a:pt x="1084116" y="1472564"/>
                  </a:lnTo>
                  <a:lnTo>
                    <a:pt x="1084106" y="1472553"/>
                  </a:lnTo>
                  <a:lnTo>
                    <a:pt x="1084102" y="1472550"/>
                  </a:lnTo>
                  <a:lnTo>
                    <a:pt x="1084086" y="1472543"/>
                  </a:lnTo>
                  <a:lnTo>
                    <a:pt x="1084071" y="1472529"/>
                  </a:lnTo>
                  <a:lnTo>
                    <a:pt x="1084067" y="1472524"/>
                  </a:lnTo>
                  <a:lnTo>
                    <a:pt x="1084065" y="1472514"/>
                  </a:lnTo>
                  <a:lnTo>
                    <a:pt x="1084065" y="1472509"/>
                  </a:lnTo>
                  <a:lnTo>
                    <a:pt x="1084069" y="1472501"/>
                  </a:lnTo>
                  <a:lnTo>
                    <a:pt x="1084072" y="1472496"/>
                  </a:lnTo>
                  <a:lnTo>
                    <a:pt x="1084085" y="1472480"/>
                  </a:lnTo>
                  <a:lnTo>
                    <a:pt x="1084093" y="1472465"/>
                  </a:lnTo>
                  <a:lnTo>
                    <a:pt x="1084093" y="1472454"/>
                  </a:lnTo>
                  <a:lnTo>
                    <a:pt x="1084091" y="1472447"/>
                  </a:lnTo>
                  <a:lnTo>
                    <a:pt x="1084082" y="1472431"/>
                  </a:lnTo>
                  <a:lnTo>
                    <a:pt x="1084074" y="1472413"/>
                  </a:lnTo>
                  <a:lnTo>
                    <a:pt x="1084070" y="1472397"/>
                  </a:lnTo>
                  <a:lnTo>
                    <a:pt x="1084070" y="1472380"/>
                  </a:lnTo>
                  <a:lnTo>
                    <a:pt x="1084072" y="1472371"/>
                  </a:lnTo>
                  <a:lnTo>
                    <a:pt x="1084078" y="1472364"/>
                  </a:lnTo>
                  <a:lnTo>
                    <a:pt x="1084082" y="1472358"/>
                  </a:lnTo>
                  <a:lnTo>
                    <a:pt x="1084092" y="1472353"/>
                  </a:lnTo>
                  <a:lnTo>
                    <a:pt x="1084108" y="1472350"/>
                  </a:lnTo>
                  <a:lnTo>
                    <a:pt x="1084116" y="1472349"/>
                  </a:lnTo>
                  <a:lnTo>
                    <a:pt x="1084124" y="1472345"/>
                  </a:lnTo>
                  <a:lnTo>
                    <a:pt x="1084130" y="1472337"/>
                  </a:lnTo>
                  <a:lnTo>
                    <a:pt x="1084130" y="1472328"/>
                  </a:lnTo>
                  <a:lnTo>
                    <a:pt x="1084128" y="1472321"/>
                  </a:lnTo>
                  <a:lnTo>
                    <a:pt x="1084119" y="1472312"/>
                  </a:lnTo>
                  <a:lnTo>
                    <a:pt x="1084106" y="1472308"/>
                  </a:lnTo>
                  <a:lnTo>
                    <a:pt x="1084086" y="1472301"/>
                  </a:lnTo>
                  <a:lnTo>
                    <a:pt x="1084080" y="1472293"/>
                  </a:lnTo>
                  <a:lnTo>
                    <a:pt x="1084076" y="1472285"/>
                  </a:lnTo>
                  <a:lnTo>
                    <a:pt x="1084074" y="1472279"/>
                  </a:lnTo>
                  <a:lnTo>
                    <a:pt x="1084074" y="1472272"/>
                  </a:lnTo>
                  <a:lnTo>
                    <a:pt x="1084076" y="1472268"/>
                  </a:lnTo>
                  <a:lnTo>
                    <a:pt x="1084084" y="1472260"/>
                  </a:lnTo>
                  <a:lnTo>
                    <a:pt x="1084091" y="1472256"/>
                  </a:lnTo>
                  <a:lnTo>
                    <a:pt x="1084107" y="1472247"/>
                  </a:lnTo>
                  <a:lnTo>
                    <a:pt x="1084135" y="1472237"/>
                  </a:lnTo>
                  <a:lnTo>
                    <a:pt x="1084141" y="1472235"/>
                  </a:lnTo>
                  <a:lnTo>
                    <a:pt x="1084146" y="1472233"/>
                  </a:lnTo>
                  <a:lnTo>
                    <a:pt x="1084150" y="1472230"/>
                  </a:lnTo>
                  <a:lnTo>
                    <a:pt x="1084178" y="1472219"/>
                  </a:lnTo>
                  <a:lnTo>
                    <a:pt x="1084202" y="1472217"/>
                  </a:lnTo>
                  <a:lnTo>
                    <a:pt x="1084214" y="1472213"/>
                  </a:lnTo>
                  <a:lnTo>
                    <a:pt x="1084225" y="1472212"/>
                  </a:lnTo>
                  <a:lnTo>
                    <a:pt x="1084230" y="1472210"/>
                  </a:lnTo>
                  <a:lnTo>
                    <a:pt x="1084238" y="1472207"/>
                  </a:lnTo>
                  <a:lnTo>
                    <a:pt x="1084250" y="1472198"/>
                  </a:lnTo>
                  <a:lnTo>
                    <a:pt x="1084259" y="1472188"/>
                  </a:lnTo>
                  <a:lnTo>
                    <a:pt x="1084271" y="1472171"/>
                  </a:lnTo>
                  <a:lnTo>
                    <a:pt x="1084286" y="1472155"/>
                  </a:lnTo>
                  <a:lnTo>
                    <a:pt x="1084301" y="1472141"/>
                  </a:lnTo>
                  <a:lnTo>
                    <a:pt x="1084305" y="1472133"/>
                  </a:lnTo>
                  <a:lnTo>
                    <a:pt x="1084305" y="1472124"/>
                  </a:lnTo>
                  <a:lnTo>
                    <a:pt x="1084306" y="1472108"/>
                  </a:lnTo>
                  <a:lnTo>
                    <a:pt x="1084308" y="1472097"/>
                  </a:lnTo>
                  <a:lnTo>
                    <a:pt x="1084311" y="1472091"/>
                  </a:lnTo>
                  <a:lnTo>
                    <a:pt x="1084325" y="1472072"/>
                  </a:lnTo>
                  <a:lnTo>
                    <a:pt x="1084339" y="1472056"/>
                  </a:lnTo>
                  <a:lnTo>
                    <a:pt x="1084345" y="1472044"/>
                  </a:lnTo>
                  <a:lnTo>
                    <a:pt x="1084346" y="1472038"/>
                  </a:lnTo>
                  <a:lnTo>
                    <a:pt x="1084348" y="1472034"/>
                  </a:lnTo>
                  <a:lnTo>
                    <a:pt x="1084349" y="1472022"/>
                  </a:lnTo>
                  <a:lnTo>
                    <a:pt x="1084349" y="1472005"/>
                  </a:lnTo>
                  <a:lnTo>
                    <a:pt x="1084348" y="1471989"/>
                  </a:lnTo>
                  <a:lnTo>
                    <a:pt x="1084345" y="1471972"/>
                  </a:lnTo>
                  <a:lnTo>
                    <a:pt x="1084341" y="1471955"/>
                  </a:lnTo>
                  <a:lnTo>
                    <a:pt x="1084342" y="1471939"/>
                  </a:lnTo>
                  <a:lnTo>
                    <a:pt x="1084342" y="1471932"/>
                  </a:lnTo>
                  <a:lnTo>
                    <a:pt x="1084345" y="1471922"/>
                  </a:lnTo>
                  <a:lnTo>
                    <a:pt x="1084355" y="1471905"/>
                  </a:lnTo>
                  <a:lnTo>
                    <a:pt x="1084361" y="1471896"/>
                  </a:lnTo>
                  <a:lnTo>
                    <a:pt x="1084368" y="1471890"/>
                  </a:lnTo>
                  <a:lnTo>
                    <a:pt x="1084384" y="1471874"/>
                  </a:lnTo>
                  <a:lnTo>
                    <a:pt x="1084400" y="1471862"/>
                  </a:lnTo>
                  <a:lnTo>
                    <a:pt x="1084414" y="1471848"/>
                  </a:lnTo>
                  <a:lnTo>
                    <a:pt x="1084420" y="1471838"/>
                  </a:lnTo>
                  <a:lnTo>
                    <a:pt x="1084423" y="1471831"/>
                  </a:lnTo>
                  <a:lnTo>
                    <a:pt x="1084429" y="1471823"/>
                  </a:lnTo>
                  <a:lnTo>
                    <a:pt x="1084432" y="1471814"/>
                  </a:lnTo>
                  <a:lnTo>
                    <a:pt x="1084436" y="1471798"/>
                  </a:lnTo>
                  <a:lnTo>
                    <a:pt x="1084441" y="1471790"/>
                  </a:lnTo>
                  <a:lnTo>
                    <a:pt x="1084449" y="1471783"/>
                  </a:lnTo>
                  <a:lnTo>
                    <a:pt x="1084491" y="1471741"/>
                  </a:lnTo>
                  <a:lnTo>
                    <a:pt x="1084504" y="1471727"/>
                  </a:lnTo>
                  <a:lnTo>
                    <a:pt x="1084514" y="1471710"/>
                  </a:lnTo>
                  <a:lnTo>
                    <a:pt x="1084520" y="1471694"/>
                  </a:lnTo>
                  <a:lnTo>
                    <a:pt x="1084520" y="1471677"/>
                  </a:lnTo>
                  <a:lnTo>
                    <a:pt x="1084520" y="1471661"/>
                  </a:lnTo>
                  <a:lnTo>
                    <a:pt x="1084520" y="1471644"/>
                  </a:lnTo>
                  <a:lnTo>
                    <a:pt x="1084520" y="1471627"/>
                  </a:lnTo>
                  <a:lnTo>
                    <a:pt x="1084519" y="1471611"/>
                  </a:lnTo>
                  <a:lnTo>
                    <a:pt x="1084517" y="1471594"/>
                  </a:lnTo>
                  <a:lnTo>
                    <a:pt x="1084511" y="1471577"/>
                  </a:lnTo>
                  <a:lnTo>
                    <a:pt x="1084505" y="1471564"/>
                  </a:lnTo>
                  <a:lnTo>
                    <a:pt x="1084502" y="1471560"/>
                  </a:lnTo>
                  <a:lnTo>
                    <a:pt x="1084490" y="1471544"/>
                  </a:lnTo>
                  <a:lnTo>
                    <a:pt x="1084475" y="1471531"/>
                  </a:lnTo>
                  <a:lnTo>
                    <a:pt x="1084459" y="1471518"/>
                  </a:lnTo>
                  <a:lnTo>
                    <a:pt x="1084427" y="1471498"/>
                  </a:lnTo>
                  <a:lnTo>
                    <a:pt x="1084411" y="1471489"/>
                  </a:lnTo>
                  <a:lnTo>
                    <a:pt x="1084397" y="1471486"/>
                  </a:lnTo>
                  <a:lnTo>
                    <a:pt x="1084364" y="1471482"/>
                  </a:lnTo>
                  <a:lnTo>
                    <a:pt x="1084348" y="1471482"/>
                  </a:lnTo>
                  <a:lnTo>
                    <a:pt x="1084332" y="1471482"/>
                  </a:lnTo>
                  <a:lnTo>
                    <a:pt x="1084323" y="1471476"/>
                  </a:lnTo>
                  <a:lnTo>
                    <a:pt x="1084317" y="1471471"/>
                  </a:lnTo>
                  <a:lnTo>
                    <a:pt x="1084309" y="1471463"/>
                  </a:lnTo>
                  <a:lnTo>
                    <a:pt x="1084305" y="1471456"/>
                  </a:lnTo>
                  <a:lnTo>
                    <a:pt x="1084298" y="1471448"/>
                  </a:lnTo>
                  <a:lnTo>
                    <a:pt x="1084294" y="1471439"/>
                  </a:lnTo>
                  <a:lnTo>
                    <a:pt x="1084290" y="1471432"/>
                  </a:lnTo>
                  <a:lnTo>
                    <a:pt x="1084287" y="1471423"/>
                  </a:lnTo>
                  <a:lnTo>
                    <a:pt x="1084283" y="1471406"/>
                  </a:lnTo>
                  <a:lnTo>
                    <a:pt x="1084282" y="1471389"/>
                  </a:lnTo>
                  <a:lnTo>
                    <a:pt x="1084281" y="1471373"/>
                  </a:lnTo>
                  <a:lnTo>
                    <a:pt x="1084281" y="1471356"/>
                  </a:lnTo>
                  <a:lnTo>
                    <a:pt x="1084282" y="1471339"/>
                  </a:lnTo>
                  <a:lnTo>
                    <a:pt x="1084283" y="1471323"/>
                  </a:lnTo>
                  <a:lnTo>
                    <a:pt x="1084284" y="1471306"/>
                  </a:lnTo>
                  <a:lnTo>
                    <a:pt x="1084285" y="1471289"/>
                  </a:lnTo>
                  <a:lnTo>
                    <a:pt x="1084287" y="1471272"/>
                  </a:lnTo>
                  <a:lnTo>
                    <a:pt x="1084287" y="1471256"/>
                  </a:lnTo>
                  <a:lnTo>
                    <a:pt x="1084292" y="1471225"/>
                  </a:lnTo>
                  <a:lnTo>
                    <a:pt x="1084304" y="1471226"/>
                  </a:lnTo>
                  <a:lnTo>
                    <a:pt x="1084320" y="1471234"/>
                  </a:lnTo>
                  <a:lnTo>
                    <a:pt x="1084329" y="1471238"/>
                  </a:lnTo>
                  <a:lnTo>
                    <a:pt x="1084336" y="1471239"/>
                  </a:lnTo>
                  <a:lnTo>
                    <a:pt x="1084347" y="1471238"/>
                  </a:lnTo>
                  <a:lnTo>
                    <a:pt x="1084353" y="1471233"/>
                  </a:lnTo>
                  <a:lnTo>
                    <a:pt x="1084368" y="1471220"/>
                  </a:lnTo>
                  <a:lnTo>
                    <a:pt x="1084394" y="1471194"/>
                  </a:lnTo>
                  <a:lnTo>
                    <a:pt x="1084407" y="1471195"/>
                  </a:lnTo>
                  <a:lnTo>
                    <a:pt x="1084423" y="1471199"/>
                  </a:lnTo>
                  <a:lnTo>
                    <a:pt x="1084429" y="1471204"/>
                  </a:lnTo>
                  <a:lnTo>
                    <a:pt x="1084439" y="1471207"/>
                  </a:lnTo>
                  <a:lnTo>
                    <a:pt x="1084470" y="1471220"/>
                  </a:lnTo>
                  <a:lnTo>
                    <a:pt x="1084486" y="1471224"/>
                  </a:lnTo>
                  <a:lnTo>
                    <a:pt x="1084495" y="1471220"/>
                  </a:lnTo>
                  <a:lnTo>
                    <a:pt x="1084501" y="1471212"/>
                  </a:lnTo>
                  <a:lnTo>
                    <a:pt x="1084508" y="1471196"/>
                  </a:lnTo>
                  <a:lnTo>
                    <a:pt x="1084512" y="1471179"/>
                  </a:lnTo>
                  <a:lnTo>
                    <a:pt x="1084517" y="1471162"/>
                  </a:lnTo>
                  <a:lnTo>
                    <a:pt x="1084523" y="1471151"/>
                  </a:lnTo>
                  <a:lnTo>
                    <a:pt x="1084529" y="1471146"/>
                  </a:lnTo>
                  <a:lnTo>
                    <a:pt x="1084539" y="1471141"/>
                  </a:lnTo>
                  <a:lnTo>
                    <a:pt x="1084545" y="1471141"/>
                  </a:lnTo>
                  <a:lnTo>
                    <a:pt x="1084556" y="1471140"/>
                  </a:lnTo>
                  <a:lnTo>
                    <a:pt x="1084561" y="1471138"/>
                  </a:lnTo>
                  <a:lnTo>
                    <a:pt x="1084567" y="1471132"/>
                  </a:lnTo>
                  <a:lnTo>
                    <a:pt x="1084571" y="1471125"/>
                  </a:lnTo>
                  <a:lnTo>
                    <a:pt x="1084580" y="1471112"/>
                  </a:lnTo>
                  <a:lnTo>
                    <a:pt x="1084586" y="1471110"/>
                  </a:lnTo>
                  <a:lnTo>
                    <a:pt x="1084590" y="1471108"/>
                  </a:lnTo>
                  <a:lnTo>
                    <a:pt x="1084602" y="1471107"/>
                  </a:lnTo>
                  <a:lnTo>
                    <a:pt x="1084618" y="1471104"/>
                  </a:lnTo>
                  <a:lnTo>
                    <a:pt x="1084624" y="1471103"/>
                  </a:lnTo>
                  <a:lnTo>
                    <a:pt x="1084629" y="1471100"/>
                  </a:lnTo>
                  <a:lnTo>
                    <a:pt x="1084634" y="1471097"/>
                  </a:lnTo>
                  <a:lnTo>
                    <a:pt x="1084646" y="1471074"/>
                  </a:lnTo>
                  <a:lnTo>
                    <a:pt x="1084655" y="1471055"/>
                  </a:lnTo>
                  <a:lnTo>
                    <a:pt x="1084678" y="1471022"/>
                  </a:lnTo>
                  <a:lnTo>
                    <a:pt x="1084688" y="1471007"/>
                  </a:lnTo>
                  <a:lnTo>
                    <a:pt x="1084706" y="1470998"/>
                  </a:lnTo>
                  <a:lnTo>
                    <a:pt x="1084717" y="1470995"/>
                  </a:lnTo>
                  <a:lnTo>
                    <a:pt x="1084723" y="1470992"/>
                  </a:lnTo>
                  <a:lnTo>
                    <a:pt x="1084737" y="1470985"/>
                  </a:lnTo>
                  <a:lnTo>
                    <a:pt x="1084754" y="1470975"/>
                  </a:lnTo>
                  <a:lnTo>
                    <a:pt x="1084769" y="1470965"/>
                  </a:lnTo>
                  <a:lnTo>
                    <a:pt x="1084779" y="1470959"/>
                  </a:lnTo>
                  <a:lnTo>
                    <a:pt x="1084787" y="1470956"/>
                  </a:lnTo>
                  <a:lnTo>
                    <a:pt x="1084792" y="1470952"/>
                  </a:lnTo>
                  <a:lnTo>
                    <a:pt x="1084795" y="1470943"/>
                  </a:lnTo>
                  <a:lnTo>
                    <a:pt x="1084799" y="1470931"/>
                  </a:lnTo>
                  <a:lnTo>
                    <a:pt x="1084802" y="1470926"/>
                  </a:lnTo>
                  <a:lnTo>
                    <a:pt x="1084807" y="1470919"/>
                  </a:lnTo>
                  <a:lnTo>
                    <a:pt x="1084814" y="1470914"/>
                  </a:lnTo>
                  <a:lnTo>
                    <a:pt x="1084823" y="1470909"/>
                  </a:lnTo>
                  <a:lnTo>
                    <a:pt x="1084832" y="1470906"/>
                  </a:lnTo>
                  <a:lnTo>
                    <a:pt x="1084848" y="1470903"/>
                  </a:lnTo>
                  <a:lnTo>
                    <a:pt x="1084858" y="1470899"/>
                  </a:lnTo>
                  <a:lnTo>
                    <a:pt x="1084864" y="1470894"/>
                  </a:lnTo>
                  <a:lnTo>
                    <a:pt x="1084873" y="1470883"/>
                  </a:lnTo>
                  <a:lnTo>
                    <a:pt x="1084875" y="1470878"/>
                  </a:lnTo>
                  <a:lnTo>
                    <a:pt x="1084883" y="1470861"/>
                  </a:lnTo>
                  <a:lnTo>
                    <a:pt x="1084886" y="1470844"/>
                  </a:lnTo>
                  <a:lnTo>
                    <a:pt x="1084891" y="1470827"/>
                  </a:lnTo>
                  <a:lnTo>
                    <a:pt x="1084901" y="1470813"/>
                  </a:lnTo>
                  <a:lnTo>
                    <a:pt x="1084919" y="1470797"/>
                  </a:lnTo>
                  <a:lnTo>
                    <a:pt x="1084941" y="1470785"/>
                  </a:lnTo>
                  <a:lnTo>
                    <a:pt x="1084947" y="1470777"/>
                  </a:lnTo>
                  <a:lnTo>
                    <a:pt x="1084949" y="1470750"/>
                  </a:lnTo>
                  <a:lnTo>
                    <a:pt x="1084953" y="1470742"/>
                  </a:lnTo>
                  <a:lnTo>
                    <a:pt x="1084956" y="1470738"/>
                  </a:lnTo>
                  <a:lnTo>
                    <a:pt x="1084961" y="1470736"/>
                  </a:lnTo>
                  <a:lnTo>
                    <a:pt x="1084968" y="1470735"/>
                  </a:lnTo>
                  <a:lnTo>
                    <a:pt x="1084975" y="1470732"/>
                  </a:lnTo>
                  <a:lnTo>
                    <a:pt x="1084984" y="1470725"/>
                  </a:lnTo>
                  <a:lnTo>
                    <a:pt x="1084990" y="1470717"/>
                  </a:lnTo>
                  <a:lnTo>
                    <a:pt x="1084990" y="1470709"/>
                  </a:lnTo>
                  <a:lnTo>
                    <a:pt x="1084990" y="1470699"/>
                  </a:lnTo>
                  <a:lnTo>
                    <a:pt x="1084990" y="1470693"/>
                  </a:lnTo>
                  <a:lnTo>
                    <a:pt x="1084986" y="1470683"/>
                  </a:lnTo>
                  <a:lnTo>
                    <a:pt x="1084984" y="1470666"/>
                  </a:lnTo>
                  <a:lnTo>
                    <a:pt x="1084982" y="1470659"/>
                  </a:lnTo>
                  <a:lnTo>
                    <a:pt x="1084982" y="1470651"/>
                  </a:lnTo>
                  <a:lnTo>
                    <a:pt x="1084984" y="1470643"/>
                  </a:lnTo>
                  <a:lnTo>
                    <a:pt x="1084990" y="1470633"/>
                  </a:lnTo>
                  <a:lnTo>
                    <a:pt x="1084998" y="1470620"/>
                  </a:lnTo>
                  <a:lnTo>
                    <a:pt x="1085002" y="1470617"/>
                  </a:lnTo>
                  <a:lnTo>
                    <a:pt x="1085014" y="1470600"/>
                  </a:lnTo>
                  <a:lnTo>
                    <a:pt x="1085019" y="1470586"/>
                  </a:lnTo>
                  <a:lnTo>
                    <a:pt x="1085021" y="1470569"/>
                  </a:lnTo>
                  <a:lnTo>
                    <a:pt x="1085020" y="1470545"/>
                  </a:lnTo>
                  <a:lnTo>
                    <a:pt x="1085035" y="1470524"/>
                  </a:lnTo>
                  <a:lnTo>
                    <a:pt x="1085050" y="1470508"/>
                  </a:lnTo>
                  <a:lnTo>
                    <a:pt x="1085066" y="1470493"/>
                  </a:lnTo>
                  <a:lnTo>
                    <a:pt x="1085074" y="1470484"/>
                  </a:lnTo>
                  <a:lnTo>
                    <a:pt x="1085078" y="1470477"/>
                  </a:lnTo>
                  <a:lnTo>
                    <a:pt x="1085083" y="1470460"/>
                  </a:lnTo>
                  <a:lnTo>
                    <a:pt x="1085086" y="1470444"/>
                  </a:lnTo>
                  <a:lnTo>
                    <a:pt x="1085090" y="1470427"/>
                  </a:lnTo>
                  <a:lnTo>
                    <a:pt x="1085096" y="1470418"/>
                  </a:lnTo>
                  <a:lnTo>
                    <a:pt x="1085104" y="1470412"/>
                  </a:lnTo>
                  <a:lnTo>
                    <a:pt x="1085118" y="1470404"/>
                  </a:lnTo>
                  <a:lnTo>
                    <a:pt x="1085131" y="1470396"/>
                  </a:lnTo>
                  <a:lnTo>
                    <a:pt x="1085136" y="1470391"/>
                  </a:lnTo>
                  <a:lnTo>
                    <a:pt x="1085144" y="1470381"/>
                  </a:lnTo>
                  <a:lnTo>
                    <a:pt x="1085147" y="1470375"/>
                  </a:lnTo>
                  <a:lnTo>
                    <a:pt x="1085152" y="1470365"/>
                  </a:lnTo>
                  <a:lnTo>
                    <a:pt x="1085157" y="1470358"/>
                  </a:lnTo>
                  <a:lnTo>
                    <a:pt x="1085173" y="1470344"/>
                  </a:lnTo>
                  <a:lnTo>
                    <a:pt x="1085176" y="1470337"/>
                  </a:lnTo>
                  <a:lnTo>
                    <a:pt x="1085184" y="1470327"/>
                  </a:lnTo>
                  <a:lnTo>
                    <a:pt x="1085186" y="1470318"/>
                  </a:lnTo>
                  <a:lnTo>
                    <a:pt x="1085184" y="1470310"/>
                  </a:lnTo>
                  <a:lnTo>
                    <a:pt x="1085183" y="1470303"/>
                  </a:lnTo>
                  <a:lnTo>
                    <a:pt x="1085179" y="1470297"/>
                  </a:lnTo>
                  <a:lnTo>
                    <a:pt x="1085176" y="1470293"/>
                  </a:lnTo>
                  <a:lnTo>
                    <a:pt x="1085170" y="1470283"/>
                  </a:lnTo>
                  <a:lnTo>
                    <a:pt x="1085170" y="1470277"/>
                  </a:lnTo>
                  <a:lnTo>
                    <a:pt x="1085170" y="1470260"/>
                  </a:lnTo>
                  <a:lnTo>
                    <a:pt x="1085170" y="1470248"/>
                  </a:lnTo>
                  <a:lnTo>
                    <a:pt x="1085173" y="1470243"/>
                  </a:lnTo>
                  <a:lnTo>
                    <a:pt x="1085178" y="1470227"/>
                  </a:lnTo>
                  <a:lnTo>
                    <a:pt x="1085182" y="1470215"/>
                  </a:lnTo>
                  <a:lnTo>
                    <a:pt x="1085185" y="1470210"/>
                  </a:lnTo>
                  <a:lnTo>
                    <a:pt x="1085192" y="1470194"/>
                  </a:lnTo>
                  <a:lnTo>
                    <a:pt x="1085211" y="1470158"/>
                  </a:lnTo>
                  <a:lnTo>
                    <a:pt x="1085213" y="1470131"/>
                  </a:lnTo>
                  <a:lnTo>
                    <a:pt x="1085210" y="1470120"/>
                  </a:lnTo>
                  <a:lnTo>
                    <a:pt x="1085202" y="1470109"/>
                  </a:lnTo>
                  <a:lnTo>
                    <a:pt x="1085200" y="1470102"/>
                  </a:lnTo>
                  <a:lnTo>
                    <a:pt x="1085193" y="1470085"/>
                  </a:lnTo>
                  <a:lnTo>
                    <a:pt x="1085186" y="1470074"/>
                  </a:lnTo>
                  <a:lnTo>
                    <a:pt x="1085181" y="1470070"/>
                  </a:lnTo>
                  <a:lnTo>
                    <a:pt x="1085174" y="1470067"/>
                  </a:lnTo>
                  <a:lnTo>
                    <a:pt x="1085165" y="1470066"/>
                  </a:lnTo>
                  <a:lnTo>
                    <a:pt x="1085151" y="1470063"/>
                  </a:lnTo>
                  <a:lnTo>
                    <a:pt x="1085143" y="1470057"/>
                  </a:lnTo>
                  <a:lnTo>
                    <a:pt x="1085142" y="1470048"/>
                  </a:lnTo>
                  <a:lnTo>
                    <a:pt x="1085142" y="1470031"/>
                  </a:lnTo>
                  <a:lnTo>
                    <a:pt x="1085142" y="1470014"/>
                  </a:lnTo>
                  <a:lnTo>
                    <a:pt x="1085142" y="1469999"/>
                  </a:lnTo>
                  <a:lnTo>
                    <a:pt x="1085140" y="1469981"/>
                  </a:lnTo>
                  <a:lnTo>
                    <a:pt x="1085138" y="1469965"/>
                  </a:lnTo>
                  <a:lnTo>
                    <a:pt x="1085142" y="1469958"/>
                  </a:lnTo>
                  <a:lnTo>
                    <a:pt x="1085150" y="1469947"/>
                  </a:lnTo>
                  <a:lnTo>
                    <a:pt x="1085158" y="1469937"/>
                  </a:lnTo>
                  <a:lnTo>
                    <a:pt x="1085160" y="1469931"/>
                  </a:lnTo>
                  <a:lnTo>
                    <a:pt x="1085167" y="1469914"/>
                  </a:lnTo>
                  <a:lnTo>
                    <a:pt x="1085176" y="1469898"/>
                  </a:lnTo>
                  <a:lnTo>
                    <a:pt x="1085179" y="1469881"/>
                  </a:lnTo>
                  <a:lnTo>
                    <a:pt x="1085183" y="1469864"/>
                  </a:lnTo>
                  <a:lnTo>
                    <a:pt x="1085185" y="1469848"/>
                  </a:lnTo>
                  <a:lnTo>
                    <a:pt x="1085185" y="1469831"/>
                  </a:lnTo>
                  <a:lnTo>
                    <a:pt x="1085184" y="1469814"/>
                  </a:lnTo>
                  <a:lnTo>
                    <a:pt x="1085185" y="1469803"/>
                  </a:lnTo>
                  <a:lnTo>
                    <a:pt x="1085191" y="1469793"/>
                  </a:lnTo>
                  <a:lnTo>
                    <a:pt x="1085194" y="1469763"/>
                  </a:lnTo>
                  <a:lnTo>
                    <a:pt x="1085191" y="1469755"/>
                  </a:lnTo>
                  <a:lnTo>
                    <a:pt x="1085183" y="1469722"/>
                  </a:lnTo>
                  <a:lnTo>
                    <a:pt x="1085172" y="1469688"/>
                  </a:lnTo>
                  <a:lnTo>
                    <a:pt x="1085168" y="1469672"/>
                  </a:lnTo>
                  <a:lnTo>
                    <a:pt x="1085165" y="1469655"/>
                  </a:lnTo>
                  <a:lnTo>
                    <a:pt x="1085164" y="1469646"/>
                  </a:lnTo>
                  <a:lnTo>
                    <a:pt x="1085166" y="1469638"/>
                  </a:lnTo>
                  <a:lnTo>
                    <a:pt x="1085167" y="1469622"/>
                  </a:lnTo>
                  <a:lnTo>
                    <a:pt x="1085167" y="1469605"/>
                  </a:lnTo>
                  <a:lnTo>
                    <a:pt x="1085167" y="1469589"/>
                  </a:lnTo>
                  <a:lnTo>
                    <a:pt x="1085168" y="1469572"/>
                  </a:lnTo>
                  <a:lnTo>
                    <a:pt x="1085167" y="1469555"/>
                  </a:lnTo>
                  <a:lnTo>
                    <a:pt x="1085167" y="1469539"/>
                  </a:lnTo>
                  <a:lnTo>
                    <a:pt x="1085166" y="1469522"/>
                  </a:lnTo>
                  <a:lnTo>
                    <a:pt x="1085166" y="1469505"/>
                  </a:lnTo>
                  <a:lnTo>
                    <a:pt x="1085167" y="1469488"/>
                  </a:lnTo>
                  <a:lnTo>
                    <a:pt x="1085169" y="1469472"/>
                  </a:lnTo>
                  <a:lnTo>
                    <a:pt x="1085175" y="1469455"/>
                  </a:lnTo>
                  <a:lnTo>
                    <a:pt x="1085189" y="1469443"/>
                  </a:lnTo>
                  <a:lnTo>
                    <a:pt x="1085206" y="1469434"/>
                  </a:lnTo>
                  <a:lnTo>
                    <a:pt x="1085221" y="1469430"/>
                  </a:lnTo>
                  <a:lnTo>
                    <a:pt x="1085227" y="1469430"/>
                  </a:lnTo>
                  <a:lnTo>
                    <a:pt x="1085234" y="1469425"/>
                  </a:lnTo>
                  <a:lnTo>
                    <a:pt x="1085240" y="1469418"/>
                  </a:lnTo>
                  <a:lnTo>
                    <a:pt x="1085242" y="1469412"/>
                  </a:lnTo>
                  <a:lnTo>
                    <a:pt x="1085253" y="1469393"/>
                  </a:lnTo>
                  <a:lnTo>
                    <a:pt x="1085255" y="1469385"/>
                  </a:lnTo>
                  <a:lnTo>
                    <a:pt x="1085255" y="1469376"/>
                  </a:lnTo>
                  <a:lnTo>
                    <a:pt x="1085252" y="1469359"/>
                  </a:lnTo>
                  <a:lnTo>
                    <a:pt x="1085255" y="1469343"/>
                  </a:lnTo>
                  <a:lnTo>
                    <a:pt x="1085260" y="1469326"/>
                  </a:lnTo>
                  <a:lnTo>
                    <a:pt x="1085268" y="1469309"/>
                  </a:lnTo>
                  <a:lnTo>
                    <a:pt x="1085277" y="1469295"/>
                  </a:lnTo>
                  <a:lnTo>
                    <a:pt x="1085283" y="1469286"/>
                  </a:lnTo>
                  <a:lnTo>
                    <a:pt x="1085288" y="1469282"/>
                  </a:lnTo>
                  <a:lnTo>
                    <a:pt x="1085303" y="1469271"/>
                  </a:lnTo>
                  <a:lnTo>
                    <a:pt x="1085319" y="1469263"/>
                  </a:lnTo>
                  <a:lnTo>
                    <a:pt x="1085336" y="1469253"/>
                  </a:lnTo>
                  <a:lnTo>
                    <a:pt x="1085350" y="1469237"/>
                  </a:lnTo>
                  <a:lnTo>
                    <a:pt x="1085359" y="1469220"/>
                  </a:lnTo>
                  <a:lnTo>
                    <a:pt x="1085372" y="1469204"/>
                  </a:lnTo>
                  <a:lnTo>
                    <a:pt x="1085386" y="1469188"/>
                  </a:lnTo>
                  <a:lnTo>
                    <a:pt x="1085398" y="1469180"/>
                  </a:lnTo>
                  <a:lnTo>
                    <a:pt x="1085402" y="1469179"/>
                  </a:lnTo>
                  <a:lnTo>
                    <a:pt x="1085418" y="1469173"/>
                  </a:lnTo>
                  <a:lnTo>
                    <a:pt x="1085423" y="1469172"/>
                  </a:lnTo>
                  <a:lnTo>
                    <a:pt x="1085431" y="1469168"/>
                  </a:lnTo>
                  <a:lnTo>
                    <a:pt x="1085434" y="1469165"/>
                  </a:lnTo>
                  <a:lnTo>
                    <a:pt x="1085442" y="1469152"/>
                  </a:lnTo>
                  <a:lnTo>
                    <a:pt x="1085447" y="1469150"/>
                  </a:lnTo>
                  <a:lnTo>
                    <a:pt x="1085452" y="1469147"/>
                  </a:lnTo>
                  <a:lnTo>
                    <a:pt x="1085477" y="1469142"/>
                  </a:lnTo>
                  <a:lnTo>
                    <a:pt x="1085482" y="1469137"/>
                  </a:lnTo>
                  <a:lnTo>
                    <a:pt x="1085497" y="1469123"/>
                  </a:lnTo>
                  <a:lnTo>
                    <a:pt x="1085503" y="1469111"/>
                  </a:lnTo>
                  <a:lnTo>
                    <a:pt x="1085508" y="1469107"/>
                  </a:lnTo>
                  <a:lnTo>
                    <a:pt x="1085515" y="1469105"/>
                  </a:lnTo>
                  <a:lnTo>
                    <a:pt x="1085522" y="1469106"/>
                  </a:lnTo>
                  <a:lnTo>
                    <a:pt x="1085538" y="1469100"/>
                  </a:lnTo>
                  <a:lnTo>
                    <a:pt x="1085544" y="1469097"/>
                  </a:lnTo>
                  <a:lnTo>
                    <a:pt x="1085554" y="1469088"/>
                  </a:lnTo>
                  <a:lnTo>
                    <a:pt x="1085568" y="1469073"/>
                  </a:lnTo>
                  <a:lnTo>
                    <a:pt x="1085582" y="1469058"/>
                  </a:lnTo>
                  <a:lnTo>
                    <a:pt x="1085596" y="1469043"/>
                  </a:lnTo>
                  <a:lnTo>
                    <a:pt x="1085608" y="1469034"/>
                  </a:lnTo>
                  <a:lnTo>
                    <a:pt x="1085625" y="1469022"/>
                  </a:lnTo>
                  <a:lnTo>
                    <a:pt x="1085640" y="1469008"/>
                  </a:lnTo>
                  <a:lnTo>
                    <a:pt x="1085649" y="1468993"/>
                  </a:lnTo>
                  <a:lnTo>
                    <a:pt x="1085653" y="1468977"/>
                  </a:lnTo>
                  <a:lnTo>
                    <a:pt x="1085656" y="1468960"/>
                  </a:lnTo>
                  <a:lnTo>
                    <a:pt x="1085665" y="1468952"/>
                  </a:lnTo>
                  <a:lnTo>
                    <a:pt x="1085670" y="1468950"/>
                  </a:lnTo>
                  <a:lnTo>
                    <a:pt x="1085685" y="1468943"/>
                  </a:lnTo>
                  <a:lnTo>
                    <a:pt x="1085692" y="1468931"/>
                  </a:lnTo>
                  <a:lnTo>
                    <a:pt x="1085692" y="1468924"/>
                  </a:lnTo>
                  <a:lnTo>
                    <a:pt x="1085692" y="1468907"/>
                  </a:lnTo>
                  <a:lnTo>
                    <a:pt x="1085693" y="1468891"/>
                  </a:lnTo>
                  <a:lnTo>
                    <a:pt x="1085696" y="1468874"/>
                  </a:lnTo>
                  <a:lnTo>
                    <a:pt x="1085702" y="1468858"/>
                  </a:lnTo>
                  <a:lnTo>
                    <a:pt x="1085707" y="1468847"/>
                  </a:lnTo>
                  <a:lnTo>
                    <a:pt x="1085720" y="1468837"/>
                  </a:lnTo>
                  <a:lnTo>
                    <a:pt x="1085745" y="1468820"/>
                  </a:lnTo>
                  <a:lnTo>
                    <a:pt x="1085761" y="1468810"/>
                  </a:lnTo>
                  <a:lnTo>
                    <a:pt x="1085773" y="1468804"/>
                  </a:lnTo>
                  <a:lnTo>
                    <a:pt x="1085779" y="1468804"/>
                  </a:lnTo>
                  <a:lnTo>
                    <a:pt x="1085793" y="1468804"/>
                  </a:lnTo>
                  <a:lnTo>
                    <a:pt x="1085809" y="1468803"/>
                  </a:lnTo>
                  <a:lnTo>
                    <a:pt x="1085823" y="1468801"/>
                  </a:lnTo>
                  <a:lnTo>
                    <a:pt x="1085848" y="1468785"/>
                  </a:lnTo>
                  <a:lnTo>
                    <a:pt x="1085851" y="1468781"/>
                  </a:lnTo>
                  <a:lnTo>
                    <a:pt x="1085863" y="1468765"/>
                  </a:lnTo>
                  <a:lnTo>
                    <a:pt x="1085874" y="1468748"/>
                  </a:lnTo>
                  <a:lnTo>
                    <a:pt x="1085884" y="1468732"/>
                  </a:lnTo>
                  <a:lnTo>
                    <a:pt x="1085888" y="1468723"/>
                  </a:lnTo>
                  <a:lnTo>
                    <a:pt x="1085894" y="1468718"/>
                  </a:lnTo>
                  <a:lnTo>
                    <a:pt x="1085908" y="1468704"/>
                  </a:lnTo>
                  <a:lnTo>
                    <a:pt x="1085927" y="1468693"/>
                  </a:lnTo>
                  <a:lnTo>
                    <a:pt x="1085937" y="1468688"/>
                  </a:lnTo>
                  <a:lnTo>
                    <a:pt x="1085941" y="1468684"/>
                  </a:lnTo>
                  <a:lnTo>
                    <a:pt x="1085954" y="1468665"/>
                  </a:lnTo>
                  <a:lnTo>
                    <a:pt x="1085966" y="1468651"/>
                  </a:lnTo>
                  <a:lnTo>
                    <a:pt x="1085980" y="1468636"/>
                  </a:lnTo>
                  <a:lnTo>
                    <a:pt x="1086003" y="1468610"/>
                  </a:lnTo>
                  <a:lnTo>
                    <a:pt x="1086013" y="1468594"/>
                  </a:lnTo>
                  <a:lnTo>
                    <a:pt x="1086018" y="1468577"/>
                  </a:lnTo>
                  <a:lnTo>
                    <a:pt x="1086016" y="1468561"/>
                  </a:lnTo>
                  <a:lnTo>
                    <a:pt x="1086016" y="1468546"/>
                  </a:lnTo>
                  <a:lnTo>
                    <a:pt x="1086005" y="1468514"/>
                  </a:lnTo>
                  <a:lnTo>
                    <a:pt x="1086002" y="1468497"/>
                  </a:lnTo>
                  <a:lnTo>
                    <a:pt x="1085999" y="1468491"/>
                  </a:lnTo>
                  <a:lnTo>
                    <a:pt x="1085995" y="1468475"/>
                  </a:lnTo>
                  <a:lnTo>
                    <a:pt x="1085990" y="1468458"/>
                  </a:lnTo>
                  <a:lnTo>
                    <a:pt x="1085987" y="1468448"/>
                  </a:lnTo>
                  <a:lnTo>
                    <a:pt x="1085987" y="1468441"/>
                  </a:lnTo>
                  <a:lnTo>
                    <a:pt x="1085989" y="1468425"/>
                  </a:lnTo>
                  <a:lnTo>
                    <a:pt x="1085990" y="1468414"/>
                  </a:lnTo>
                  <a:lnTo>
                    <a:pt x="1085988" y="1468395"/>
                  </a:lnTo>
                  <a:lnTo>
                    <a:pt x="1085985" y="1468378"/>
                  </a:lnTo>
                  <a:lnTo>
                    <a:pt x="1085980" y="1468361"/>
                  </a:lnTo>
                  <a:lnTo>
                    <a:pt x="1085976" y="1468345"/>
                  </a:lnTo>
                  <a:lnTo>
                    <a:pt x="1085957" y="1468295"/>
                  </a:lnTo>
                  <a:lnTo>
                    <a:pt x="1085951" y="1468278"/>
                  </a:lnTo>
                  <a:lnTo>
                    <a:pt x="1085946" y="1468262"/>
                  </a:lnTo>
                  <a:lnTo>
                    <a:pt x="1085942" y="1468252"/>
                  </a:lnTo>
                  <a:lnTo>
                    <a:pt x="1085937" y="1468245"/>
                  </a:lnTo>
                  <a:lnTo>
                    <a:pt x="1085922" y="1468228"/>
                  </a:lnTo>
                  <a:lnTo>
                    <a:pt x="1085909" y="1468215"/>
                  </a:lnTo>
                  <a:lnTo>
                    <a:pt x="1085899" y="1468204"/>
                  </a:lnTo>
                  <a:lnTo>
                    <a:pt x="1085897" y="1468199"/>
                  </a:lnTo>
                  <a:lnTo>
                    <a:pt x="1085889" y="1468182"/>
                  </a:lnTo>
                  <a:lnTo>
                    <a:pt x="1085883" y="1468174"/>
                  </a:lnTo>
                  <a:lnTo>
                    <a:pt x="1085880" y="1468166"/>
                  </a:lnTo>
                  <a:lnTo>
                    <a:pt x="1085871" y="1468149"/>
                  </a:lnTo>
                  <a:lnTo>
                    <a:pt x="1085846" y="1468105"/>
                  </a:lnTo>
                  <a:lnTo>
                    <a:pt x="1085836" y="1468079"/>
                  </a:lnTo>
                  <a:lnTo>
                    <a:pt x="1085833" y="1468002"/>
                  </a:lnTo>
                  <a:lnTo>
                    <a:pt x="1085832" y="1467991"/>
                  </a:lnTo>
                  <a:lnTo>
                    <a:pt x="1085832" y="1467955"/>
                  </a:lnTo>
                  <a:lnTo>
                    <a:pt x="1085832" y="1467943"/>
                  </a:lnTo>
                  <a:lnTo>
                    <a:pt x="1085830" y="1467938"/>
                  </a:lnTo>
                  <a:lnTo>
                    <a:pt x="1085822" y="1467914"/>
                  </a:lnTo>
                  <a:lnTo>
                    <a:pt x="1085816" y="1467904"/>
                  </a:lnTo>
                  <a:lnTo>
                    <a:pt x="1085803" y="1467888"/>
                  </a:lnTo>
                  <a:lnTo>
                    <a:pt x="1085800" y="1467881"/>
                  </a:lnTo>
                  <a:lnTo>
                    <a:pt x="1085793" y="1467872"/>
                  </a:lnTo>
                  <a:lnTo>
                    <a:pt x="1085783" y="1467856"/>
                  </a:lnTo>
                  <a:lnTo>
                    <a:pt x="1085780" y="1467839"/>
                  </a:lnTo>
                  <a:lnTo>
                    <a:pt x="1085782" y="1467822"/>
                  </a:lnTo>
                  <a:lnTo>
                    <a:pt x="1085784" y="1467807"/>
                  </a:lnTo>
                  <a:lnTo>
                    <a:pt x="1085786" y="1467789"/>
                  </a:lnTo>
                  <a:lnTo>
                    <a:pt x="1085786" y="1467772"/>
                  </a:lnTo>
                  <a:lnTo>
                    <a:pt x="1085786" y="1467756"/>
                  </a:lnTo>
                  <a:lnTo>
                    <a:pt x="1085789" y="1467739"/>
                  </a:lnTo>
                  <a:lnTo>
                    <a:pt x="1085791" y="1467722"/>
                  </a:lnTo>
                  <a:lnTo>
                    <a:pt x="1085795" y="1467706"/>
                  </a:lnTo>
                  <a:lnTo>
                    <a:pt x="1085798" y="1467689"/>
                  </a:lnTo>
                  <a:lnTo>
                    <a:pt x="1085797" y="1467672"/>
                  </a:lnTo>
                  <a:lnTo>
                    <a:pt x="1085795" y="1467655"/>
                  </a:lnTo>
                  <a:lnTo>
                    <a:pt x="1085788" y="1467639"/>
                  </a:lnTo>
                  <a:lnTo>
                    <a:pt x="1085783" y="1467622"/>
                  </a:lnTo>
                  <a:lnTo>
                    <a:pt x="1085768" y="1467589"/>
                  </a:lnTo>
                  <a:lnTo>
                    <a:pt x="1085762" y="1467572"/>
                  </a:lnTo>
                  <a:lnTo>
                    <a:pt x="1085756" y="1467558"/>
                  </a:lnTo>
                  <a:lnTo>
                    <a:pt x="1085753" y="1467540"/>
                  </a:lnTo>
                  <a:lnTo>
                    <a:pt x="1085752" y="1467531"/>
                  </a:lnTo>
                  <a:lnTo>
                    <a:pt x="1085749" y="1467523"/>
                  </a:lnTo>
                  <a:lnTo>
                    <a:pt x="1085742" y="1467507"/>
                  </a:lnTo>
                  <a:lnTo>
                    <a:pt x="1085738" y="1467502"/>
                  </a:lnTo>
                  <a:lnTo>
                    <a:pt x="1085734" y="1467490"/>
                  </a:lnTo>
                  <a:lnTo>
                    <a:pt x="1085727" y="1467473"/>
                  </a:lnTo>
                  <a:lnTo>
                    <a:pt x="1085718" y="1467461"/>
                  </a:lnTo>
                  <a:lnTo>
                    <a:pt x="1085714" y="1467458"/>
                  </a:lnTo>
                  <a:lnTo>
                    <a:pt x="1085698" y="1467447"/>
                  </a:lnTo>
                  <a:lnTo>
                    <a:pt x="1085701" y="1467440"/>
                  </a:lnTo>
                  <a:lnTo>
                    <a:pt x="1085712" y="1467423"/>
                  </a:lnTo>
                  <a:lnTo>
                    <a:pt x="1085722" y="1467406"/>
                  </a:lnTo>
                  <a:lnTo>
                    <a:pt x="1085731" y="1467390"/>
                  </a:lnTo>
                  <a:lnTo>
                    <a:pt x="1085735" y="1467383"/>
                  </a:lnTo>
                  <a:lnTo>
                    <a:pt x="1085738" y="1467373"/>
                  </a:lnTo>
                  <a:lnTo>
                    <a:pt x="1085742" y="1467364"/>
                  </a:lnTo>
                  <a:lnTo>
                    <a:pt x="1085747" y="1467355"/>
                  </a:lnTo>
                  <a:lnTo>
                    <a:pt x="1085755" y="1467340"/>
                  </a:lnTo>
                  <a:lnTo>
                    <a:pt x="1085767" y="1467323"/>
                  </a:lnTo>
                  <a:lnTo>
                    <a:pt x="1085769" y="1467319"/>
                  </a:lnTo>
                  <a:lnTo>
                    <a:pt x="1085781" y="1467306"/>
                  </a:lnTo>
                  <a:lnTo>
                    <a:pt x="1085797" y="1467293"/>
                  </a:lnTo>
                  <a:lnTo>
                    <a:pt x="1085803" y="1467290"/>
                  </a:lnTo>
                  <a:lnTo>
                    <a:pt x="1085812" y="1467284"/>
                  </a:lnTo>
                  <a:lnTo>
                    <a:pt x="1085822" y="1467282"/>
                  </a:lnTo>
                  <a:lnTo>
                    <a:pt x="1085832" y="1467285"/>
                  </a:lnTo>
                  <a:lnTo>
                    <a:pt x="1085838" y="1467288"/>
                  </a:lnTo>
                  <a:lnTo>
                    <a:pt x="1085845" y="1467301"/>
                  </a:lnTo>
                  <a:lnTo>
                    <a:pt x="1085854" y="1467311"/>
                  </a:lnTo>
                  <a:lnTo>
                    <a:pt x="1085868" y="1467325"/>
                  </a:lnTo>
                  <a:lnTo>
                    <a:pt x="1085883" y="1467338"/>
                  </a:lnTo>
                  <a:lnTo>
                    <a:pt x="1085899" y="1467352"/>
                  </a:lnTo>
                  <a:lnTo>
                    <a:pt x="1085914" y="1467358"/>
                  </a:lnTo>
                  <a:lnTo>
                    <a:pt x="1085930" y="1467366"/>
                  </a:lnTo>
                  <a:lnTo>
                    <a:pt x="1085946" y="1467375"/>
                  </a:lnTo>
                  <a:lnTo>
                    <a:pt x="1085962" y="1467386"/>
                  </a:lnTo>
                  <a:lnTo>
                    <a:pt x="1085978" y="1467397"/>
                  </a:lnTo>
                  <a:lnTo>
                    <a:pt x="1085994" y="1467412"/>
                  </a:lnTo>
                  <a:lnTo>
                    <a:pt x="1086008" y="1467428"/>
                  </a:lnTo>
                  <a:lnTo>
                    <a:pt x="1086025" y="1467437"/>
                  </a:lnTo>
                  <a:lnTo>
                    <a:pt x="1086040" y="1467439"/>
                  </a:lnTo>
                  <a:lnTo>
                    <a:pt x="1086056" y="1467439"/>
                  </a:lnTo>
                  <a:lnTo>
                    <a:pt x="1086071" y="1467438"/>
                  </a:lnTo>
                  <a:lnTo>
                    <a:pt x="1086087" y="1467438"/>
                  </a:lnTo>
                  <a:lnTo>
                    <a:pt x="1086103" y="1467440"/>
                  </a:lnTo>
                  <a:lnTo>
                    <a:pt x="1086119" y="1467441"/>
                  </a:lnTo>
                  <a:lnTo>
                    <a:pt x="1086135" y="1467442"/>
                  </a:lnTo>
                  <a:lnTo>
                    <a:pt x="1086146" y="1467438"/>
                  </a:lnTo>
                  <a:lnTo>
                    <a:pt x="1086160" y="1467440"/>
                  </a:lnTo>
                  <a:lnTo>
                    <a:pt x="1086176" y="1467438"/>
                  </a:lnTo>
                  <a:lnTo>
                    <a:pt x="1086226" y="1467424"/>
                  </a:lnTo>
                  <a:lnTo>
                    <a:pt x="1086240" y="1467415"/>
                  </a:lnTo>
                  <a:lnTo>
                    <a:pt x="1086250" y="1467408"/>
                  </a:lnTo>
                  <a:lnTo>
                    <a:pt x="1086256" y="1467406"/>
                  </a:lnTo>
                  <a:lnTo>
                    <a:pt x="1086272" y="1467396"/>
                  </a:lnTo>
                  <a:lnTo>
                    <a:pt x="1086279" y="1467391"/>
                  </a:lnTo>
                  <a:lnTo>
                    <a:pt x="1086281" y="1467382"/>
                  </a:lnTo>
                  <a:lnTo>
                    <a:pt x="1086284" y="1467376"/>
                  </a:lnTo>
                  <a:lnTo>
                    <a:pt x="1086281" y="1467360"/>
                  </a:lnTo>
                  <a:lnTo>
                    <a:pt x="1086270" y="1467326"/>
                  </a:lnTo>
                  <a:lnTo>
                    <a:pt x="1086264" y="1467309"/>
                  </a:lnTo>
                  <a:lnTo>
                    <a:pt x="1086257" y="1467293"/>
                  </a:lnTo>
                  <a:lnTo>
                    <a:pt x="1086247" y="1467268"/>
                  </a:lnTo>
                  <a:lnTo>
                    <a:pt x="1086247" y="1467257"/>
                  </a:lnTo>
                  <a:lnTo>
                    <a:pt x="1086246" y="1467241"/>
                  </a:lnTo>
                  <a:lnTo>
                    <a:pt x="1086244" y="1467236"/>
                  </a:lnTo>
                  <a:lnTo>
                    <a:pt x="1086244" y="1467224"/>
                  </a:lnTo>
                  <a:lnTo>
                    <a:pt x="1086244" y="1467215"/>
                  </a:lnTo>
                  <a:lnTo>
                    <a:pt x="1086246" y="1467207"/>
                  </a:lnTo>
                  <a:lnTo>
                    <a:pt x="1086256" y="1467191"/>
                  </a:lnTo>
                  <a:lnTo>
                    <a:pt x="1086264" y="1467174"/>
                  </a:lnTo>
                  <a:lnTo>
                    <a:pt x="1086266" y="1467157"/>
                  </a:lnTo>
                  <a:lnTo>
                    <a:pt x="1086268" y="1467140"/>
                  </a:lnTo>
                  <a:lnTo>
                    <a:pt x="1086272" y="1467124"/>
                  </a:lnTo>
                  <a:lnTo>
                    <a:pt x="1086277" y="1467108"/>
                  </a:lnTo>
                  <a:lnTo>
                    <a:pt x="1086292" y="1467069"/>
                  </a:lnTo>
                  <a:lnTo>
                    <a:pt x="1086296" y="1467061"/>
                  </a:lnTo>
                  <a:lnTo>
                    <a:pt x="1086297" y="1467053"/>
                  </a:lnTo>
                  <a:lnTo>
                    <a:pt x="1086298" y="1467040"/>
                  </a:lnTo>
                  <a:lnTo>
                    <a:pt x="1086301" y="1467029"/>
                  </a:lnTo>
                  <a:lnTo>
                    <a:pt x="1086303" y="1467019"/>
                  </a:lnTo>
                  <a:lnTo>
                    <a:pt x="1086299" y="1467007"/>
                  </a:lnTo>
                  <a:lnTo>
                    <a:pt x="1086294" y="1466990"/>
                  </a:lnTo>
                  <a:lnTo>
                    <a:pt x="1086291" y="1466986"/>
                  </a:lnTo>
                  <a:lnTo>
                    <a:pt x="1086280" y="1466968"/>
                  </a:lnTo>
                  <a:lnTo>
                    <a:pt x="1086272" y="1466952"/>
                  </a:lnTo>
                  <a:lnTo>
                    <a:pt x="1086269" y="1466936"/>
                  </a:lnTo>
                  <a:lnTo>
                    <a:pt x="1086269" y="1466927"/>
                  </a:lnTo>
                  <a:lnTo>
                    <a:pt x="1086272" y="1466917"/>
                  </a:lnTo>
                  <a:lnTo>
                    <a:pt x="1086293" y="1466875"/>
                  </a:lnTo>
                  <a:lnTo>
                    <a:pt x="1086296" y="1466870"/>
                  </a:lnTo>
                  <a:lnTo>
                    <a:pt x="1086300" y="1466858"/>
                  </a:lnTo>
                  <a:lnTo>
                    <a:pt x="1086305" y="1466841"/>
                  </a:lnTo>
                  <a:lnTo>
                    <a:pt x="1086310" y="1466825"/>
                  </a:lnTo>
                  <a:lnTo>
                    <a:pt x="1086313" y="1466808"/>
                  </a:lnTo>
                  <a:lnTo>
                    <a:pt x="1086314" y="1466791"/>
                  </a:lnTo>
                  <a:lnTo>
                    <a:pt x="1086315" y="1466782"/>
                  </a:lnTo>
                  <a:lnTo>
                    <a:pt x="1086322" y="1466773"/>
                  </a:lnTo>
                  <a:lnTo>
                    <a:pt x="1086332" y="1466763"/>
                  </a:lnTo>
                  <a:lnTo>
                    <a:pt x="1086348" y="1466758"/>
                  </a:lnTo>
                  <a:lnTo>
                    <a:pt x="1086380" y="1466747"/>
                  </a:lnTo>
                  <a:lnTo>
                    <a:pt x="1086396" y="1466737"/>
                  </a:lnTo>
                  <a:lnTo>
                    <a:pt x="1086403" y="1466734"/>
                  </a:lnTo>
                  <a:lnTo>
                    <a:pt x="1086411" y="1466732"/>
                  </a:lnTo>
                  <a:lnTo>
                    <a:pt x="1086427" y="1466734"/>
                  </a:lnTo>
                  <a:lnTo>
                    <a:pt x="1086434" y="1466737"/>
                  </a:lnTo>
                  <a:lnTo>
                    <a:pt x="1086443" y="1466737"/>
                  </a:lnTo>
                  <a:lnTo>
                    <a:pt x="1086459" y="1466736"/>
                  </a:lnTo>
                  <a:lnTo>
                    <a:pt x="1086475" y="1466732"/>
                  </a:lnTo>
                  <a:lnTo>
                    <a:pt x="1086491" y="1466730"/>
                  </a:lnTo>
                  <a:lnTo>
                    <a:pt x="1086497" y="1466728"/>
                  </a:lnTo>
                  <a:lnTo>
                    <a:pt x="1086507" y="1466728"/>
                  </a:lnTo>
                  <a:lnTo>
                    <a:pt x="1086523" y="1466728"/>
                  </a:lnTo>
                  <a:lnTo>
                    <a:pt x="1086539" y="1466724"/>
                  </a:lnTo>
                  <a:lnTo>
                    <a:pt x="1086549" y="1466722"/>
                  </a:lnTo>
                  <a:lnTo>
                    <a:pt x="1086555" y="1466719"/>
                  </a:lnTo>
                  <a:lnTo>
                    <a:pt x="1086570" y="1466712"/>
                  </a:lnTo>
                  <a:lnTo>
                    <a:pt x="1086586" y="1466705"/>
                  </a:lnTo>
                  <a:lnTo>
                    <a:pt x="1086602" y="1466694"/>
                  </a:lnTo>
                  <a:lnTo>
                    <a:pt x="1086607" y="1466690"/>
                  </a:lnTo>
                  <a:lnTo>
                    <a:pt x="1086609" y="1466676"/>
                  </a:lnTo>
                  <a:lnTo>
                    <a:pt x="1086614" y="1466661"/>
                  </a:lnTo>
                  <a:lnTo>
                    <a:pt x="1086617" y="1466651"/>
                  </a:lnTo>
                  <a:lnTo>
                    <a:pt x="1086621" y="1466644"/>
                  </a:lnTo>
                  <a:lnTo>
                    <a:pt x="1086625" y="1466627"/>
                  </a:lnTo>
                  <a:lnTo>
                    <a:pt x="1086609" y="1466622"/>
                  </a:lnTo>
                  <a:lnTo>
                    <a:pt x="1086593" y="1466611"/>
                  </a:lnTo>
                  <a:lnTo>
                    <a:pt x="1086583" y="1466598"/>
                  </a:lnTo>
                  <a:lnTo>
                    <a:pt x="1086575" y="1466569"/>
                  </a:lnTo>
                  <a:lnTo>
                    <a:pt x="1086564" y="1466562"/>
                  </a:lnTo>
                  <a:lnTo>
                    <a:pt x="1086534" y="1466545"/>
                  </a:lnTo>
                  <a:lnTo>
                    <a:pt x="1086519" y="1466540"/>
                  </a:lnTo>
                  <a:lnTo>
                    <a:pt x="1086506" y="1466533"/>
                  </a:lnTo>
                  <a:lnTo>
                    <a:pt x="1086490" y="1466516"/>
                  </a:lnTo>
                  <a:lnTo>
                    <a:pt x="1086486" y="1466509"/>
                  </a:lnTo>
                  <a:lnTo>
                    <a:pt x="1086481" y="1466498"/>
                  </a:lnTo>
                  <a:lnTo>
                    <a:pt x="1086475" y="1466481"/>
                  </a:lnTo>
                  <a:lnTo>
                    <a:pt x="1086472" y="1466464"/>
                  </a:lnTo>
                  <a:lnTo>
                    <a:pt x="1086471" y="1466448"/>
                  </a:lnTo>
                  <a:lnTo>
                    <a:pt x="1086468" y="1466431"/>
                  </a:lnTo>
                  <a:lnTo>
                    <a:pt x="1086462" y="1466414"/>
                  </a:lnTo>
                  <a:lnTo>
                    <a:pt x="1086455" y="1466405"/>
                  </a:lnTo>
                  <a:lnTo>
                    <a:pt x="1086448" y="1466403"/>
                  </a:lnTo>
                  <a:lnTo>
                    <a:pt x="1086443" y="1466400"/>
                  </a:lnTo>
                  <a:lnTo>
                    <a:pt x="1086431" y="1466400"/>
                  </a:lnTo>
                  <a:lnTo>
                    <a:pt x="1086415" y="1466401"/>
                  </a:lnTo>
                  <a:lnTo>
                    <a:pt x="1086397" y="1466404"/>
                  </a:lnTo>
                  <a:lnTo>
                    <a:pt x="1086384" y="1466414"/>
                  </a:lnTo>
                  <a:lnTo>
                    <a:pt x="1086370" y="1466431"/>
                  </a:lnTo>
                  <a:lnTo>
                    <a:pt x="1086362" y="1466435"/>
                  </a:lnTo>
                  <a:lnTo>
                    <a:pt x="1086354" y="1466438"/>
                  </a:lnTo>
                  <a:lnTo>
                    <a:pt x="1086338" y="1466439"/>
                  </a:lnTo>
                  <a:lnTo>
                    <a:pt x="1086330" y="1466438"/>
                  </a:lnTo>
                  <a:lnTo>
                    <a:pt x="1086322" y="1466433"/>
                  </a:lnTo>
                  <a:lnTo>
                    <a:pt x="1086308" y="1466423"/>
                  </a:lnTo>
                  <a:lnTo>
                    <a:pt x="1086303" y="1466419"/>
                  </a:lnTo>
                  <a:lnTo>
                    <a:pt x="1086297" y="1466407"/>
                  </a:lnTo>
                  <a:lnTo>
                    <a:pt x="1086293" y="1466399"/>
                  </a:lnTo>
                  <a:lnTo>
                    <a:pt x="1086291" y="1466390"/>
                  </a:lnTo>
                  <a:lnTo>
                    <a:pt x="1086284" y="1466373"/>
                  </a:lnTo>
                  <a:lnTo>
                    <a:pt x="1086279" y="1466368"/>
                  </a:lnTo>
                  <a:lnTo>
                    <a:pt x="1086268" y="1466361"/>
                  </a:lnTo>
                  <a:lnTo>
                    <a:pt x="1086252" y="1466352"/>
                  </a:lnTo>
                  <a:lnTo>
                    <a:pt x="1086236" y="1466345"/>
                  </a:lnTo>
                  <a:lnTo>
                    <a:pt x="1086220" y="1466340"/>
                  </a:lnTo>
                  <a:lnTo>
                    <a:pt x="1086205" y="1466337"/>
                  </a:lnTo>
                  <a:lnTo>
                    <a:pt x="1086195" y="1466335"/>
                  </a:lnTo>
                  <a:lnTo>
                    <a:pt x="1086189" y="1466337"/>
                  </a:lnTo>
                  <a:lnTo>
                    <a:pt x="1086173" y="1466342"/>
                  </a:lnTo>
                  <a:lnTo>
                    <a:pt x="1086165" y="1466344"/>
                  </a:lnTo>
                  <a:lnTo>
                    <a:pt x="1086157" y="1466344"/>
                  </a:lnTo>
                  <a:lnTo>
                    <a:pt x="1086142" y="1466342"/>
                  </a:lnTo>
                  <a:lnTo>
                    <a:pt x="1086125" y="1466334"/>
                  </a:lnTo>
                  <a:lnTo>
                    <a:pt x="1086109" y="1466326"/>
                  </a:lnTo>
                  <a:lnTo>
                    <a:pt x="1086094" y="1466312"/>
                  </a:lnTo>
                  <a:lnTo>
                    <a:pt x="1086090" y="1466309"/>
                  </a:lnTo>
                  <a:lnTo>
                    <a:pt x="1086087" y="1466303"/>
                  </a:lnTo>
                  <a:lnTo>
                    <a:pt x="1086086" y="1466296"/>
                  </a:lnTo>
                  <a:lnTo>
                    <a:pt x="1086085" y="1466280"/>
                  </a:lnTo>
                  <a:lnTo>
                    <a:pt x="1086080" y="1466269"/>
                  </a:lnTo>
                  <a:lnTo>
                    <a:pt x="1086075" y="1466264"/>
                  </a:lnTo>
                  <a:lnTo>
                    <a:pt x="1086059" y="1466255"/>
                  </a:lnTo>
                  <a:lnTo>
                    <a:pt x="1086043" y="1466254"/>
                  </a:lnTo>
                  <a:lnTo>
                    <a:pt x="1086038" y="1466252"/>
                  </a:lnTo>
                  <a:lnTo>
                    <a:pt x="1086032" y="1466246"/>
                  </a:lnTo>
                  <a:lnTo>
                    <a:pt x="1086032" y="1466241"/>
                  </a:lnTo>
                  <a:lnTo>
                    <a:pt x="1086035" y="1466224"/>
                  </a:lnTo>
                  <a:lnTo>
                    <a:pt x="1086034" y="1466217"/>
                  </a:lnTo>
                  <a:lnTo>
                    <a:pt x="1086029" y="1466209"/>
                  </a:lnTo>
                  <a:lnTo>
                    <a:pt x="1086022" y="1466199"/>
                  </a:lnTo>
                  <a:lnTo>
                    <a:pt x="1086016" y="1466193"/>
                  </a:lnTo>
                  <a:lnTo>
                    <a:pt x="1086012" y="1466189"/>
                  </a:lnTo>
                  <a:lnTo>
                    <a:pt x="1086001" y="1466180"/>
                  </a:lnTo>
                  <a:lnTo>
                    <a:pt x="1085985" y="1466169"/>
                  </a:lnTo>
                  <a:lnTo>
                    <a:pt x="1085972" y="1466153"/>
                  </a:lnTo>
                  <a:lnTo>
                    <a:pt x="1085937" y="1466131"/>
                  </a:lnTo>
                  <a:lnTo>
                    <a:pt x="1085921" y="1466122"/>
                  </a:lnTo>
                  <a:lnTo>
                    <a:pt x="1085906" y="1466118"/>
                  </a:lnTo>
                  <a:lnTo>
                    <a:pt x="1085898" y="1466112"/>
                  </a:lnTo>
                  <a:lnTo>
                    <a:pt x="1085892" y="1466106"/>
                  </a:lnTo>
                  <a:lnTo>
                    <a:pt x="1085887" y="1466098"/>
                  </a:lnTo>
                  <a:lnTo>
                    <a:pt x="1085879" y="1466080"/>
                  </a:lnTo>
                  <a:lnTo>
                    <a:pt x="1085869" y="1466063"/>
                  </a:lnTo>
                  <a:lnTo>
                    <a:pt x="1085861" y="1466046"/>
                  </a:lnTo>
                  <a:lnTo>
                    <a:pt x="1085857" y="1466030"/>
                  </a:lnTo>
                  <a:lnTo>
                    <a:pt x="1085857" y="1466021"/>
                  </a:lnTo>
                  <a:lnTo>
                    <a:pt x="1085857" y="1466013"/>
                  </a:lnTo>
                  <a:lnTo>
                    <a:pt x="1085864" y="1465997"/>
                  </a:lnTo>
                  <a:lnTo>
                    <a:pt x="1085879" y="1465980"/>
                  </a:lnTo>
                  <a:lnTo>
                    <a:pt x="1085880" y="1465971"/>
                  </a:lnTo>
                  <a:lnTo>
                    <a:pt x="1085869" y="1465959"/>
                  </a:lnTo>
                  <a:lnTo>
                    <a:pt x="1085851" y="1465951"/>
                  </a:lnTo>
                  <a:lnTo>
                    <a:pt x="1085835" y="1465941"/>
                  </a:lnTo>
                  <a:lnTo>
                    <a:pt x="1085820" y="1465927"/>
                  </a:lnTo>
                  <a:lnTo>
                    <a:pt x="1085804" y="1465911"/>
                  </a:lnTo>
                  <a:lnTo>
                    <a:pt x="1085795" y="1465906"/>
                  </a:lnTo>
                  <a:lnTo>
                    <a:pt x="1085790" y="1465905"/>
                  </a:lnTo>
                  <a:lnTo>
                    <a:pt x="1085774" y="1465902"/>
                  </a:lnTo>
                  <a:lnTo>
                    <a:pt x="1085758" y="1465898"/>
                  </a:lnTo>
                  <a:lnTo>
                    <a:pt x="1085742" y="1465892"/>
                  </a:lnTo>
                  <a:lnTo>
                    <a:pt x="1085730" y="1465885"/>
                  </a:lnTo>
                  <a:lnTo>
                    <a:pt x="1085726" y="1465881"/>
                  </a:lnTo>
                  <a:lnTo>
                    <a:pt x="1085720" y="1465874"/>
                  </a:lnTo>
                  <a:lnTo>
                    <a:pt x="1085716" y="1465864"/>
                  </a:lnTo>
                  <a:lnTo>
                    <a:pt x="1085712" y="1465847"/>
                  </a:lnTo>
                  <a:lnTo>
                    <a:pt x="1085709" y="1465831"/>
                  </a:lnTo>
                  <a:lnTo>
                    <a:pt x="1085707" y="1465814"/>
                  </a:lnTo>
                  <a:lnTo>
                    <a:pt x="1085706" y="1465797"/>
                  </a:lnTo>
                  <a:lnTo>
                    <a:pt x="1085699" y="1465783"/>
                  </a:lnTo>
                  <a:lnTo>
                    <a:pt x="1085694" y="1465775"/>
                  </a:lnTo>
                  <a:lnTo>
                    <a:pt x="1085684" y="1465764"/>
                  </a:lnTo>
                  <a:lnTo>
                    <a:pt x="1085668" y="1465751"/>
                  </a:lnTo>
                  <a:lnTo>
                    <a:pt x="1085654" y="1465738"/>
                  </a:lnTo>
                  <a:lnTo>
                    <a:pt x="1085640" y="1465719"/>
                  </a:lnTo>
                  <a:lnTo>
                    <a:pt x="1085633" y="1465713"/>
                  </a:lnTo>
                  <a:lnTo>
                    <a:pt x="1085626" y="1465709"/>
                  </a:lnTo>
                  <a:lnTo>
                    <a:pt x="1085618" y="1465706"/>
                  </a:lnTo>
                  <a:lnTo>
                    <a:pt x="1085602" y="1465705"/>
                  </a:lnTo>
                  <a:lnTo>
                    <a:pt x="1085586" y="1465706"/>
                  </a:lnTo>
                  <a:lnTo>
                    <a:pt x="1085570" y="1465709"/>
                  </a:lnTo>
                  <a:lnTo>
                    <a:pt x="1085554" y="1465710"/>
                  </a:lnTo>
                  <a:lnTo>
                    <a:pt x="1085538" y="1465711"/>
                  </a:lnTo>
                  <a:lnTo>
                    <a:pt x="1085522" y="1465712"/>
                  </a:lnTo>
                  <a:lnTo>
                    <a:pt x="1085506" y="1465712"/>
                  </a:lnTo>
                  <a:lnTo>
                    <a:pt x="1085476" y="1465711"/>
                  </a:lnTo>
                  <a:lnTo>
                    <a:pt x="1085472" y="1465709"/>
                  </a:lnTo>
                  <a:lnTo>
                    <a:pt x="1085458" y="1465704"/>
                  </a:lnTo>
                  <a:lnTo>
                    <a:pt x="1085448" y="1465704"/>
                  </a:lnTo>
                  <a:lnTo>
                    <a:pt x="1085440" y="1465707"/>
                  </a:lnTo>
                  <a:lnTo>
                    <a:pt x="1085425" y="1465711"/>
                  </a:lnTo>
                  <a:lnTo>
                    <a:pt x="1085409" y="1465714"/>
                  </a:lnTo>
                  <a:lnTo>
                    <a:pt x="1085399" y="1465715"/>
                  </a:lnTo>
                  <a:lnTo>
                    <a:pt x="1085393" y="1465714"/>
                  </a:lnTo>
                  <a:lnTo>
                    <a:pt x="1085387" y="1465714"/>
                  </a:lnTo>
                  <a:lnTo>
                    <a:pt x="1085383" y="1465712"/>
                  </a:lnTo>
                  <a:lnTo>
                    <a:pt x="1085377" y="1465707"/>
                  </a:lnTo>
                  <a:lnTo>
                    <a:pt x="1085361" y="1465693"/>
                  </a:lnTo>
                  <a:lnTo>
                    <a:pt x="1085340" y="1465666"/>
                  </a:lnTo>
                  <a:lnTo>
                    <a:pt x="1085339" y="1465660"/>
                  </a:lnTo>
                  <a:lnTo>
                    <a:pt x="1085336" y="1465655"/>
                  </a:lnTo>
                  <a:lnTo>
                    <a:pt x="1085323" y="1465639"/>
                  </a:lnTo>
                  <a:lnTo>
                    <a:pt x="1085305" y="1465626"/>
                  </a:lnTo>
                  <a:lnTo>
                    <a:pt x="1085295" y="1465620"/>
                  </a:lnTo>
                  <a:lnTo>
                    <a:pt x="1085283" y="1465606"/>
                  </a:lnTo>
                  <a:lnTo>
                    <a:pt x="1085280" y="1465600"/>
                  </a:lnTo>
                  <a:lnTo>
                    <a:pt x="1085275" y="1465592"/>
                  </a:lnTo>
                  <a:lnTo>
                    <a:pt x="1085272" y="1465583"/>
                  </a:lnTo>
                  <a:lnTo>
                    <a:pt x="1085269" y="1465579"/>
                  </a:lnTo>
                  <a:lnTo>
                    <a:pt x="1085264" y="1465566"/>
                  </a:lnTo>
                  <a:lnTo>
                    <a:pt x="1085252" y="1465541"/>
                  </a:lnTo>
                  <a:lnTo>
                    <a:pt x="1085246" y="1465534"/>
                  </a:lnTo>
                  <a:lnTo>
                    <a:pt x="1085208" y="1465517"/>
                  </a:lnTo>
                  <a:lnTo>
                    <a:pt x="1085185" y="1465503"/>
                  </a:lnTo>
                  <a:lnTo>
                    <a:pt x="1085178" y="1465491"/>
                  </a:lnTo>
                  <a:lnTo>
                    <a:pt x="1085173" y="1465483"/>
                  </a:lnTo>
                  <a:lnTo>
                    <a:pt x="1085161" y="1465472"/>
                  </a:lnTo>
                  <a:lnTo>
                    <a:pt x="1085154" y="1465466"/>
                  </a:lnTo>
                  <a:lnTo>
                    <a:pt x="1085141" y="1465460"/>
                  </a:lnTo>
                  <a:lnTo>
                    <a:pt x="1085129" y="1465453"/>
                  </a:lnTo>
                  <a:lnTo>
                    <a:pt x="1085113" y="1465446"/>
                  </a:lnTo>
                  <a:lnTo>
                    <a:pt x="1085097" y="1465439"/>
                  </a:lnTo>
                  <a:lnTo>
                    <a:pt x="1085088" y="1465436"/>
                  </a:lnTo>
                  <a:lnTo>
                    <a:pt x="1085075" y="1465433"/>
                  </a:lnTo>
                  <a:lnTo>
                    <a:pt x="1085061" y="1465429"/>
                  </a:lnTo>
                  <a:lnTo>
                    <a:pt x="1085056" y="1465429"/>
                  </a:lnTo>
                  <a:lnTo>
                    <a:pt x="1085050" y="1465432"/>
                  </a:lnTo>
                  <a:lnTo>
                    <a:pt x="1085034" y="1465441"/>
                  </a:lnTo>
                  <a:lnTo>
                    <a:pt x="1085018" y="1465450"/>
                  </a:lnTo>
                  <a:lnTo>
                    <a:pt x="1085003" y="1465454"/>
                  </a:lnTo>
                  <a:lnTo>
                    <a:pt x="1084986" y="1465457"/>
                  </a:lnTo>
                  <a:lnTo>
                    <a:pt x="1084973" y="1465458"/>
                  </a:lnTo>
                  <a:lnTo>
                    <a:pt x="1084954" y="1465452"/>
                  </a:lnTo>
                  <a:lnTo>
                    <a:pt x="1084943" y="1465443"/>
                  </a:lnTo>
                  <a:lnTo>
                    <a:pt x="1084933" y="1465437"/>
                  </a:lnTo>
                  <a:lnTo>
                    <a:pt x="1084922" y="1465434"/>
                  </a:lnTo>
                  <a:lnTo>
                    <a:pt x="1084906" y="1465427"/>
                  </a:lnTo>
                  <a:lnTo>
                    <a:pt x="1084891" y="1465424"/>
                  </a:lnTo>
                  <a:lnTo>
                    <a:pt x="1084879" y="1465423"/>
                  </a:lnTo>
                  <a:lnTo>
                    <a:pt x="1084859" y="1465425"/>
                  </a:lnTo>
                  <a:lnTo>
                    <a:pt x="1084843" y="1465429"/>
                  </a:lnTo>
                  <a:lnTo>
                    <a:pt x="1084827" y="1465433"/>
                  </a:lnTo>
                  <a:lnTo>
                    <a:pt x="1084820" y="1465435"/>
                  </a:lnTo>
                  <a:lnTo>
                    <a:pt x="1084810" y="1465436"/>
                  </a:lnTo>
                  <a:lnTo>
                    <a:pt x="1084800" y="1465435"/>
                  </a:lnTo>
                  <a:lnTo>
                    <a:pt x="1084786" y="1465429"/>
                  </a:lnTo>
                  <a:lnTo>
                    <a:pt x="1084771" y="1465421"/>
                  </a:lnTo>
                  <a:lnTo>
                    <a:pt x="1084763" y="1465417"/>
                  </a:lnTo>
                  <a:lnTo>
                    <a:pt x="1084747" y="1465409"/>
                  </a:lnTo>
                  <a:lnTo>
                    <a:pt x="1084731" y="1465403"/>
                  </a:lnTo>
                  <a:lnTo>
                    <a:pt x="1084716" y="1465400"/>
                  </a:lnTo>
                  <a:lnTo>
                    <a:pt x="1084710" y="1465399"/>
                  </a:lnTo>
                  <a:lnTo>
                    <a:pt x="1084705" y="1465401"/>
                  </a:lnTo>
                  <a:lnTo>
                    <a:pt x="1084703" y="1465405"/>
                  </a:lnTo>
                  <a:lnTo>
                    <a:pt x="1084702" y="1465417"/>
                  </a:lnTo>
                  <a:lnTo>
                    <a:pt x="1084704" y="1465425"/>
                  </a:lnTo>
                  <a:lnTo>
                    <a:pt x="1084700" y="1465440"/>
                  </a:lnTo>
                  <a:lnTo>
                    <a:pt x="1084696" y="1465444"/>
                  </a:lnTo>
                  <a:lnTo>
                    <a:pt x="1084691" y="1465448"/>
                  </a:lnTo>
                  <a:lnTo>
                    <a:pt x="1084683" y="1465448"/>
                  </a:lnTo>
                  <a:lnTo>
                    <a:pt x="1084669" y="1465443"/>
                  </a:lnTo>
                  <a:lnTo>
                    <a:pt x="1084653" y="1465438"/>
                  </a:lnTo>
                  <a:lnTo>
                    <a:pt x="1084637" y="1465436"/>
                  </a:lnTo>
                  <a:lnTo>
                    <a:pt x="1084630" y="1465435"/>
                  </a:lnTo>
                  <a:lnTo>
                    <a:pt x="1084621" y="1465436"/>
                  </a:lnTo>
                  <a:lnTo>
                    <a:pt x="1084607" y="1465440"/>
                  </a:lnTo>
                  <a:lnTo>
                    <a:pt x="1084589" y="1465451"/>
                  </a:lnTo>
                  <a:lnTo>
                    <a:pt x="1084574" y="1465464"/>
                  </a:lnTo>
                  <a:lnTo>
                    <a:pt x="1084567" y="1465473"/>
                  </a:lnTo>
                  <a:lnTo>
                    <a:pt x="1084560" y="1465479"/>
                  </a:lnTo>
                  <a:lnTo>
                    <a:pt x="1084544" y="1465494"/>
                  </a:lnTo>
                  <a:lnTo>
                    <a:pt x="1084533" y="1465499"/>
                  </a:lnTo>
                  <a:lnTo>
                    <a:pt x="1084494" y="1465510"/>
                  </a:lnTo>
                  <a:lnTo>
                    <a:pt x="1084462" y="1465514"/>
                  </a:lnTo>
                  <a:lnTo>
                    <a:pt x="1084418" y="1465511"/>
                  </a:lnTo>
                  <a:lnTo>
                    <a:pt x="1084392" y="1465506"/>
                  </a:lnTo>
                  <a:lnTo>
                    <a:pt x="1084384" y="1465503"/>
                  </a:lnTo>
                  <a:lnTo>
                    <a:pt x="1084369" y="1465496"/>
                  </a:lnTo>
                  <a:lnTo>
                    <a:pt x="1084354" y="1465485"/>
                  </a:lnTo>
                  <a:lnTo>
                    <a:pt x="1084344" y="1465482"/>
                  </a:lnTo>
                  <a:lnTo>
                    <a:pt x="1084331" y="1465482"/>
                  </a:lnTo>
                  <a:lnTo>
                    <a:pt x="1084319" y="1465486"/>
                  </a:lnTo>
                  <a:lnTo>
                    <a:pt x="1084309" y="1465492"/>
                  </a:lnTo>
                  <a:lnTo>
                    <a:pt x="1084302" y="1465498"/>
                  </a:lnTo>
                  <a:lnTo>
                    <a:pt x="1084296" y="1465506"/>
                  </a:lnTo>
                  <a:lnTo>
                    <a:pt x="1084286" y="1465516"/>
                  </a:lnTo>
                  <a:lnTo>
                    <a:pt x="1084269" y="1465536"/>
                  </a:lnTo>
                  <a:lnTo>
                    <a:pt x="1084254" y="1465553"/>
                  </a:lnTo>
                  <a:lnTo>
                    <a:pt x="1084248" y="1465563"/>
                  </a:lnTo>
                  <a:lnTo>
                    <a:pt x="1084241" y="1465570"/>
                  </a:lnTo>
                  <a:lnTo>
                    <a:pt x="1084225" y="1465580"/>
                  </a:lnTo>
                  <a:lnTo>
                    <a:pt x="1084220" y="1465585"/>
                  </a:lnTo>
                  <a:lnTo>
                    <a:pt x="1084209" y="1465589"/>
                  </a:lnTo>
                  <a:lnTo>
                    <a:pt x="1084193" y="1465596"/>
                  </a:lnTo>
                  <a:lnTo>
                    <a:pt x="1084177" y="1465603"/>
                  </a:lnTo>
                  <a:lnTo>
                    <a:pt x="1084161" y="1465611"/>
                  </a:lnTo>
                  <a:lnTo>
                    <a:pt x="1084133" y="1465624"/>
                  </a:lnTo>
                  <a:lnTo>
                    <a:pt x="1084118" y="1465622"/>
                  </a:lnTo>
                  <a:lnTo>
                    <a:pt x="1084102" y="1465622"/>
                  </a:lnTo>
                  <a:lnTo>
                    <a:pt x="1084072" y="1465620"/>
                  </a:lnTo>
                  <a:lnTo>
                    <a:pt x="1084068" y="1465616"/>
                  </a:lnTo>
                  <a:lnTo>
                    <a:pt x="1084063" y="1465616"/>
                  </a:lnTo>
                  <a:lnTo>
                    <a:pt x="1084046" y="1465615"/>
                  </a:lnTo>
                  <a:lnTo>
                    <a:pt x="1084031" y="1465613"/>
                  </a:lnTo>
                  <a:lnTo>
                    <a:pt x="1084020" y="1465613"/>
                  </a:lnTo>
                  <a:lnTo>
                    <a:pt x="1084015" y="1465611"/>
                  </a:lnTo>
                  <a:lnTo>
                    <a:pt x="1083999" y="1465610"/>
                  </a:lnTo>
                  <a:lnTo>
                    <a:pt x="1083985" y="1465612"/>
                  </a:lnTo>
                  <a:lnTo>
                    <a:pt x="1083975" y="1465623"/>
                  </a:lnTo>
                  <a:lnTo>
                    <a:pt x="1083971" y="1465625"/>
                  </a:lnTo>
                  <a:lnTo>
                    <a:pt x="1083959" y="1465634"/>
                  </a:lnTo>
                  <a:lnTo>
                    <a:pt x="1083944" y="1465640"/>
                  </a:lnTo>
                  <a:lnTo>
                    <a:pt x="1083908" y="1465648"/>
                  </a:lnTo>
                  <a:lnTo>
                    <a:pt x="1083892" y="1465651"/>
                  </a:lnTo>
                  <a:lnTo>
                    <a:pt x="1083878" y="1465652"/>
                  </a:lnTo>
                  <a:lnTo>
                    <a:pt x="1083862" y="1465657"/>
                  </a:lnTo>
                  <a:lnTo>
                    <a:pt x="1083842" y="1465655"/>
                  </a:lnTo>
                  <a:lnTo>
                    <a:pt x="1083818" y="1465657"/>
                  </a:lnTo>
                  <a:lnTo>
                    <a:pt x="1083808" y="1465660"/>
                  </a:lnTo>
                  <a:lnTo>
                    <a:pt x="1083800" y="1465664"/>
                  </a:lnTo>
                  <a:lnTo>
                    <a:pt x="1083788" y="1465677"/>
                  </a:lnTo>
                  <a:lnTo>
                    <a:pt x="1083781" y="1465685"/>
                  </a:lnTo>
                  <a:lnTo>
                    <a:pt x="1083773" y="1465693"/>
                  </a:lnTo>
                  <a:lnTo>
                    <a:pt x="1083769" y="1465696"/>
                  </a:lnTo>
                  <a:lnTo>
                    <a:pt x="1083752" y="1465699"/>
                  </a:lnTo>
                  <a:lnTo>
                    <a:pt x="1083740" y="1465701"/>
                  </a:lnTo>
                  <a:lnTo>
                    <a:pt x="1083730" y="1465698"/>
                  </a:lnTo>
                  <a:lnTo>
                    <a:pt x="1083730" y="1465690"/>
                  </a:lnTo>
                  <a:lnTo>
                    <a:pt x="1083734" y="1465684"/>
                  </a:lnTo>
                  <a:lnTo>
                    <a:pt x="1083748" y="1465675"/>
                  </a:lnTo>
                  <a:lnTo>
                    <a:pt x="1083756" y="1465667"/>
                  </a:lnTo>
                  <a:lnTo>
                    <a:pt x="1083760" y="1465660"/>
                  </a:lnTo>
                  <a:lnTo>
                    <a:pt x="1083773" y="1465646"/>
                  </a:lnTo>
                  <a:lnTo>
                    <a:pt x="1083777" y="1465642"/>
                  </a:lnTo>
                  <a:lnTo>
                    <a:pt x="1083790" y="1465636"/>
                  </a:lnTo>
                  <a:lnTo>
                    <a:pt x="1083798" y="1465628"/>
                  </a:lnTo>
                  <a:lnTo>
                    <a:pt x="1083804" y="1465620"/>
                  </a:lnTo>
                  <a:lnTo>
                    <a:pt x="1083816" y="1465605"/>
                  </a:lnTo>
                  <a:lnTo>
                    <a:pt x="1083820" y="1465601"/>
                  </a:lnTo>
                  <a:lnTo>
                    <a:pt x="1083826" y="1465589"/>
                  </a:lnTo>
                  <a:lnTo>
                    <a:pt x="1083836" y="1465572"/>
                  </a:lnTo>
                  <a:lnTo>
                    <a:pt x="1083845" y="1465555"/>
                  </a:lnTo>
                  <a:lnTo>
                    <a:pt x="1083848" y="1465552"/>
                  </a:lnTo>
                  <a:lnTo>
                    <a:pt x="1083853" y="1465539"/>
                  </a:lnTo>
                  <a:lnTo>
                    <a:pt x="1083883" y="1465516"/>
                  </a:lnTo>
                  <a:lnTo>
                    <a:pt x="1083902" y="1465502"/>
                  </a:lnTo>
                  <a:lnTo>
                    <a:pt x="1083918" y="1465494"/>
                  </a:lnTo>
                  <a:lnTo>
                    <a:pt x="1083934" y="1465486"/>
                  </a:lnTo>
                  <a:lnTo>
                    <a:pt x="1083950" y="1465480"/>
                  </a:lnTo>
                  <a:lnTo>
                    <a:pt x="1083966" y="1465476"/>
                  </a:lnTo>
                  <a:lnTo>
                    <a:pt x="1083973" y="1465471"/>
                  </a:lnTo>
                  <a:lnTo>
                    <a:pt x="1083976" y="1465467"/>
                  </a:lnTo>
                  <a:lnTo>
                    <a:pt x="1083977" y="1465461"/>
                  </a:lnTo>
                  <a:lnTo>
                    <a:pt x="1083979" y="1465456"/>
                  </a:lnTo>
                  <a:lnTo>
                    <a:pt x="1083979" y="1465445"/>
                  </a:lnTo>
                  <a:lnTo>
                    <a:pt x="1083978" y="1465428"/>
                  </a:lnTo>
                  <a:lnTo>
                    <a:pt x="1083978" y="1465419"/>
                  </a:lnTo>
                  <a:lnTo>
                    <a:pt x="1083981" y="1465411"/>
                  </a:lnTo>
                  <a:lnTo>
                    <a:pt x="1083981" y="1465405"/>
                  </a:lnTo>
                  <a:lnTo>
                    <a:pt x="1083987" y="1465393"/>
                  </a:lnTo>
                  <a:lnTo>
                    <a:pt x="1083991" y="1465388"/>
                  </a:lnTo>
                  <a:lnTo>
                    <a:pt x="1083992" y="1465383"/>
                  </a:lnTo>
                  <a:lnTo>
                    <a:pt x="1083998" y="1465376"/>
                  </a:lnTo>
                  <a:lnTo>
                    <a:pt x="1084006" y="1465361"/>
                  </a:lnTo>
                  <a:lnTo>
                    <a:pt x="1084008" y="1465352"/>
                  </a:lnTo>
                  <a:lnTo>
                    <a:pt x="1084012" y="1465342"/>
                  </a:lnTo>
                  <a:lnTo>
                    <a:pt x="1084016" y="1465333"/>
                  </a:lnTo>
                  <a:lnTo>
                    <a:pt x="1084023" y="1465327"/>
                  </a:lnTo>
                  <a:lnTo>
                    <a:pt x="1084038" y="1465319"/>
                  </a:lnTo>
                  <a:lnTo>
                    <a:pt x="1084045" y="1465315"/>
                  </a:lnTo>
                  <a:lnTo>
                    <a:pt x="1084054" y="1465315"/>
                  </a:lnTo>
                  <a:lnTo>
                    <a:pt x="1084069" y="1465315"/>
                  </a:lnTo>
                  <a:lnTo>
                    <a:pt x="1084085" y="1465313"/>
                  </a:lnTo>
                  <a:lnTo>
                    <a:pt x="1084094" y="1465312"/>
                  </a:lnTo>
                  <a:lnTo>
                    <a:pt x="1084103" y="1465309"/>
                  </a:lnTo>
                  <a:lnTo>
                    <a:pt x="1084117" y="1465304"/>
                  </a:lnTo>
                  <a:lnTo>
                    <a:pt x="1084133" y="1465294"/>
                  </a:lnTo>
                  <a:lnTo>
                    <a:pt x="1084149" y="1465286"/>
                  </a:lnTo>
                  <a:lnTo>
                    <a:pt x="1084165" y="1465278"/>
                  </a:lnTo>
                  <a:lnTo>
                    <a:pt x="1084181" y="1465268"/>
                  </a:lnTo>
                  <a:lnTo>
                    <a:pt x="1084197" y="1465257"/>
                  </a:lnTo>
                  <a:lnTo>
                    <a:pt x="1084213" y="1465248"/>
                  </a:lnTo>
                  <a:lnTo>
                    <a:pt x="1084228" y="1465234"/>
                  </a:lnTo>
                  <a:lnTo>
                    <a:pt x="1084242" y="1465218"/>
                  </a:lnTo>
                  <a:lnTo>
                    <a:pt x="1084256" y="1465201"/>
                  </a:lnTo>
                  <a:lnTo>
                    <a:pt x="1084268" y="1465184"/>
                  </a:lnTo>
                  <a:lnTo>
                    <a:pt x="1084279" y="1465167"/>
                  </a:lnTo>
                  <a:lnTo>
                    <a:pt x="1084289" y="1465152"/>
                  </a:lnTo>
                  <a:lnTo>
                    <a:pt x="1084297" y="1465141"/>
                  </a:lnTo>
                  <a:lnTo>
                    <a:pt x="1084299" y="1465135"/>
                  </a:lnTo>
                  <a:lnTo>
                    <a:pt x="1084303" y="1465132"/>
                  </a:lnTo>
                  <a:lnTo>
                    <a:pt x="1084309" y="1465119"/>
                  </a:lnTo>
                  <a:lnTo>
                    <a:pt x="1084315" y="1465102"/>
                  </a:lnTo>
                  <a:lnTo>
                    <a:pt x="1084320" y="1465091"/>
                  </a:lnTo>
                  <a:lnTo>
                    <a:pt x="1084323" y="1465085"/>
                  </a:lnTo>
                  <a:lnTo>
                    <a:pt x="1084336" y="1465069"/>
                  </a:lnTo>
                  <a:lnTo>
                    <a:pt x="1084352" y="1465054"/>
                  </a:lnTo>
                  <a:lnTo>
                    <a:pt x="1084367" y="1465041"/>
                  </a:lnTo>
                  <a:lnTo>
                    <a:pt x="1084375" y="1465033"/>
                  </a:lnTo>
                  <a:lnTo>
                    <a:pt x="1084380" y="1465024"/>
                  </a:lnTo>
                  <a:lnTo>
                    <a:pt x="1084382" y="1465016"/>
                  </a:lnTo>
                  <a:lnTo>
                    <a:pt x="1084387" y="1465005"/>
                  </a:lnTo>
                  <a:lnTo>
                    <a:pt x="1084391" y="1464999"/>
                  </a:lnTo>
                  <a:lnTo>
                    <a:pt x="1084393" y="1464991"/>
                  </a:lnTo>
                  <a:lnTo>
                    <a:pt x="1084401" y="1464974"/>
                  </a:lnTo>
                  <a:lnTo>
                    <a:pt x="1084407" y="1464964"/>
                  </a:lnTo>
                  <a:lnTo>
                    <a:pt x="1084411" y="1464957"/>
                  </a:lnTo>
                  <a:lnTo>
                    <a:pt x="1084425" y="1464942"/>
                  </a:lnTo>
                  <a:lnTo>
                    <a:pt x="1084430" y="1464936"/>
                  </a:lnTo>
                  <a:lnTo>
                    <a:pt x="1084436" y="1464925"/>
                  </a:lnTo>
                  <a:lnTo>
                    <a:pt x="1084440" y="1464915"/>
                  </a:lnTo>
                  <a:lnTo>
                    <a:pt x="1084444" y="1464908"/>
                  </a:lnTo>
                  <a:lnTo>
                    <a:pt x="1084447" y="1464902"/>
                  </a:lnTo>
                  <a:lnTo>
                    <a:pt x="1084456" y="1464892"/>
                  </a:lnTo>
                  <a:lnTo>
                    <a:pt x="1084471" y="1464878"/>
                  </a:lnTo>
                  <a:lnTo>
                    <a:pt x="1084486" y="1464863"/>
                  </a:lnTo>
                  <a:lnTo>
                    <a:pt x="1084487" y="1464857"/>
                  </a:lnTo>
                  <a:lnTo>
                    <a:pt x="1084493" y="1464846"/>
                  </a:lnTo>
                  <a:lnTo>
                    <a:pt x="1084497" y="1464843"/>
                  </a:lnTo>
                  <a:lnTo>
                    <a:pt x="1084503" y="1464830"/>
                  </a:lnTo>
                  <a:lnTo>
                    <a:pt x="1084513" y="1464813"/>
                  </a:lnTo>
                  <a:lnTo>
                    <a:pt x="1084518" y="1464805"/>
                  </a:lnTo>
                  <a:lnTo>
                    <a:pt x="1084526" y="1464797"/>
                  </a:lnTo>
                  <a:lnTo>
                    <a:pt x="1084541" y="1464786"/>
                  </a:lnTo>
                  <a:lnTo>
                    <a:pt x="1084550" y="1464781"/>
                  </a:lnTo>
                  <a:lnTo>
                    <a:pt x="1084559" y="1464775"/>
                  </a:lnTo>
                  <a:lnTo>
                    <a:pt x="1084575" y="1464760"/>
                  </a:lnTo>
                  <a:lnTo>
                    <a:pt x="1084582" y="1464745"/>
                  </a:lnTo>
                  <a:lnTo>
                    <a:pt x="1084586" y="1464740"/>
                  </a:lnTo>
                  <a:lnTo>
                    <a:pt x="1084590" y="1464728"/>
                  </a:lnTo>
                  <a:lnTo>
                    <a:pt x="1084599" y="1464711"/>
                  </a:lnTo>
                  <a:lnTo>
                    <a:pt x="1084609" y="1464695"/>
                  </a:lnTo>
                  <a:lnTo>
                    <a:pt x="1084617" y="1464678"/>
                  </a:lnTo>
                  <a:lnTo>
                    <a:pt x="1084622" y="1464661"/>
                  </a:lnTo>
                  <a:lnTo>
                    <a:pt x="1084625" y="1464645"/>
                  </a:lnTo>
                  <a:lnTo>
                    <a:pt x="1084628" y="1464628"/>
                  </a:lnTo>
                  <a:lnTo>
                    <a:pt x="1084629" y="1464622"/>
                  </a:lnTo>
                  <a:lnTo>
                    <a:pt x="1084634" y="1464612"/>
                  </a:lnTo>
                  <a:lnTo>
                    <a:pt x="1084645" y="1464595"/>
                  </a:lnTo>
                  <a:lnTo>
                    <a:pt x="1084649" y="1464590"/>
                  </a:lnTo>
                  <a:lnTo>
                    <a:pt x="1084656" y="1464578"/>
                  </a:lnTo>
                  <a:lnTo>
                    <a:pt x="1084662" y="1464561"/>
                  </a:lnTo>
                  <a:lnTo>
                    <a:pt x="1084667" y="1464544"/>
                  </a:lnTo>
                  <a:lnTo>
                    <a:pt x="1084670" y="1464528"/>
                  </a:lnTo>
                  <a:lnTo>
                    <a:pt x="1084674" y="1464511"/>
                  </a:lnTo>
                  <a:lnTo>
                    <a:pt x="1084681" y="1464492"/>
                  </a:lnTo>
                  <a:lnTo>
                    <a:pt x="1084685" y="1464478"/>
                  </a:lnTo>
                  <a:lnTo>
                    <a:pt x="1084689" y="1464468"/>
                  </a:lnTo>
                  <a:lnTo>
                    <a:pt x="1084703" y="1464445"/>
                  </a:lnTo>
                  <a:lnTo>
                    <a:pt x="1084715" y="1464428"/>
                  </a:lnTo>
                  <a:lnTo>
                    <a:pt x="1084727" y="1464412"/>
                  </a:lnTo>
                  <a:lnTo>
                    <a:pt x="1084742" y="1464399"/>
                  </a:lnTo>
                  <a:lnTo>
                    <a:pt x="1084758" y="1464388"/>
                  </a:lnTo>
                  <a:lnTo>
                    <a:pt x="1084774" y="1464375"/>
                  </a:lnTo>
                  <a:lnTo>
                    <a:pt x="1084787" y="1464359"/>
                  </a:lnTo>
                  <a:lnTo>
                    <a:pt x="1084791" y="1464351"/>
                  </a:lnTo>
                  <a:lnTo>
                    <a:pt x="1084793" y="1464342"/>
                  </a:lnTo>
                  <a:lnTo>
                    <a:pt x="1084799" y="1464336"/>
                  </a:lnTo>
                  <a:lnTo>
                    <a:pt x="1084809" y="1464336"/>
                  </a:lnTo>
                  <a:lnTo>
                    <a:pt x="1084823" y="1464350"/>
                  </a:lnTo>
                  <a:lnTo>
                    <a:pt x="1084837" y="1464364"/>
                  </a:lnTo>
                  <a:lnTo>
                    <a:pt x="1084842" y="1464369"/>
                  </a:lnTo>
                  <a:lnTo>
                    <a:pt x="1084853" y="1464373"/>
                  </a:lnTo>
                  <a:lnTo>
                    <a:pt x="1084860" y="1464375"/>
                  </a:lnTo>
                  <a:lnTo>
                    <a:pt x="1084869" y="1464375"/>
                  </a:lnTo>
                  <a:lnTo>
                    <a:pt x="1084884" y="1464377"/>
                  </a:lnTo>
                  <a:lnTo>
                    <a:pt x="1084900" y="1464380"/>
                  </a:lnTo>
                  <a:lnTo>
                    <a:pt x="1084917" y="1464385"/>
                  </a:lnTo>
                  <a:lnTo>
                    <a:pt x="1084932" y="1464393"/>
                  </a:lnTo>
                  <a:lnTo>
                    <a:pt x="1084947" y="1464406"/>
                  </a:lnTo>
                  <a:lnTo>
                    <a:pt x="1084961" y="1464419"/>
                  </a:lnTo>
                  <a:lnTo>
                    <a:pt x="1084977" y="1464433"/>
                  </a:lnTo>
                  <a:lnTo>
                    <a:pt x="1084993" y="1464448"/>
                  </a:lnTo>
                  <a:lnTo>
                    <a:pt x="1085009" y="1464459"/>
                  </a:lnTo>
                  <a:lnTo>
                    <a:pt x="1085024" y="1464472"/>
                  </a:lnTo>
                  <a:lnTo>
                    <a:pt x="1085037" y="1464489"/>
                  </a:lnTo>
                  <a:lnTo>
                    <a:pt x="1085048" y="1464505"/>
                  </a:lnTo>
                  <a:lnTo>
                    <a:pt x="1085063" y="1464529"/>
                  </a:lnTo>
                  <a:lnTo>
                    <a:pt x="1085073" y="1464536"/>
                  </a:lnTo>
                  <a:lnTo>
                    <a:pt x="1085079" y="1464540"/>
                  </a:lnTo>
                  <a:lnTo>
                    <a:pt x="1085090" y="1464541"/>
                  </a:lnTo>
                  <a:lnTo>
                    <a:pt x="1085106" y="1464540"/>
                  </a:lnTo>
                  <a:lnTo>
                    <a:pt x="1085121" y="1464539"/>
                  </a:lnTo>
                  <a:lnTo>
                    <a:pt x="1085137" y="1464545"/>
                  </a:lnTo>
                  <a:lnTo>
                    <a:pt x="1085153" y="1464552"/>
                  </a:lnTo>
                  <a:lnTo>
                    <a:pt x="1085169" y="1464554"/>
                  </a:lnTo>
                  <a:lnTo>
                    <a:pt x="1085185" y="1464556"/>
                  </a:lnTo>
                  <a:lnTo>
                    <a:pt x="1085194" y="1464554"/>
                  </a:lnTo>
                  <a:lnTo>
                    <a:pt x="1085201" y="1464556"/>
                  </a:lnTo>
                  <a:lnTo>
                    <a:pt x="1085218" y="1464559"/>
                  </a:lnTo>
                  <a:lnTo>
                    <a:pt x="1085232" y="1464562"/>
                  </a:lnTo>
                  <a:lnTo>
                    <a:pt x="1085249" y="1464566"/>
                  </a:lnTo>
                  <a:lnTo>
                    <a:pt x="1085265" y="1464569"/>
                  </a:lnTo>
                  <a:lnTo>
                    <a:pt x="1085281" y="1464570"/>
                  </a:lnTo>
                  <a:lnTo>
                    <a:pt x="1085296" y="1464571"/>
                  </a:lnTo>
                  <a:lnTo>
                    <a:pt x="1085312" y="1464573"/>
                  </a:lnTo>
                  <a:lnTo>
                    <a:pt x="1085324" y="1464577"/>
                  </a:lnTo>
                  <a:lnTo>
                    <a:pt x="1085331" y="1464580"/>
                  </a:lnTo>
                  <a:lnTo>
                    <a:pt x="1085344" y="1464587"/>
                  </a:lnTo>
                  <a:lnTo>
                    <a:pt x="1085360" y="1464593"/>
                  </a:lnTo>
                  <a:lnTo>
                    <a:pt x="1085369" y="1464593"/>
                  </a:lnTo>
                  <a:lnTo>
                    <a:pt x="1085376" y="1464589"/>
                  </a:lnTo>
                  <a:lnTo>
                    <a:pt x="1085381" y="1464583"/>
                  </a:lnTo>
                  <a:lnTo>
                    <a:pt x="1085387" y="1464572"/>
                  </a:lnTo>
                  <a:lnTo>
                    <a:pt x="1085396" y="1464555"/>
                  </a:lnTo>
                  <a:lnTo>
                    <a:pt x="1085406" y="1464540"/>
                  </a:lnTo>
                  <a:lnTo>
                    <a:pt x="1085415" y="1464531"/>
                  </a:lnTo>
                  <a:lnTo>
                    <a:pt x="1085422" y="1464530"/>
                  </a:lnTo>
                  <a:lnTo>
                    <a:pt x="1085428" y="1464530"/>
                  </a:lnTo>
                  <a:lnTo>
                    <a:pt x="1085438" y="1464533"/>
                  </a:lnTo>
                  <a:lnTo>
                    <a:pt x="1085453" y="1464539"/>
                  </a:lnTo>
                  <a:lnTo>
                    <a:pt x="1085471" y="1464546"/>
                  </a:lnTo>
                  <a:lnTo>
                    <a:pt x="1085485" y="1464541"/>
                  </a:lnTo>
                  <a:lnTo>
                    <a:pt x="1085501" y="1464533"/>
                  </a:lnTo>
                  <a:lnTo>
                    <a:pt x="1085517" y="1464527"/>
                  </a:lnTo>
                  <a:lnTo>
                    <a:pt x="1085539" y="1464522"/>
                  </a:lnTo>
                  <a:lnTo>
                    <a:pt x="1085544" y="1464519"/>
                  </a:lnTo>
                  <a:lnTo>
                    <a:pt x="1085551" y="1464498"/>
                  </a:lnTo>
                  <a:lnTo>
                    <a:pt x="1085552" y="1464483"/>
                  </a:lnTo>
                  <a:lnTo>
                    <a:pt x="1085555" y="1464466"/>
                  </a:lnTo>
                  <a:lnTo>
                    <a:pt x="1085557" y="1464449"/>
                  </a:lnTo>
                  <a:lnTo>
                    <a:pt x="1085560" y="1464433"/>
                  </a:lnTo>
                  <a:lnTo>
                    <a:pt x="1085569" y="1464416"/>
                  </a:lnTo>
                  <a:lnTo>
                    <a:pt x="1085577" y="1464399"/>
                  </a:lnTo>
                  <a:lnTo>
                    <a:pt x="1085585" y="1464381"/>
                  </a:lnTo>
                  <a:lnTo>
                    <a:pt x="1085585" y="1464373"/>
                  </a:lnTo>
                  <a:lnTo>
                    <a:pt x="1085583" y="1464366"/>
                  </a:lnTo>
                  <a:lnTo>
                    <a:pt x="1085572" y="1464350"/>
                  </a:lnTo>
                  <a:lnTo>
                    <a:pt x="1085558" y="1464334"/>
                  </a:lnTo>
                  <a:lnTo>
                    <a:pt x="1085546" y="1464321"/>
                  </a:lnTo>
                  <a:lnTo>
                    <a:pt x="1085531" y="1464304"/>
                  </a:lnTo>
                  <a:lnTo>
                    <a:pt x="1085526" y="1464297"/>
                  </a:lnTo>
                  <a:lnTo>
                    <a:pt x="1085524" y="1464287"/>
                  </a:lnTo>
                  <a:lnTo>
                    <a:pt x="1085526" y="1464280"/>
                  </a:lnTo>
                  <a:lnTo>
                    <a:pt x="1085532" y="1464270"/>
                  </a:lnTo>
                  <a:lnTo>
                    <a:pt x="1085544" y="1464256"/>
                  </a:lnTo>
                  <a:lnTo>
                    <a:pt x="1085558" y="1464241"/>
                  </a:lnTo>
                  <a:lnTo>
                    <a:pt x="1085572" y="1464226"/>
                  </a:lnTo>
                  <a:lnTo>
                    <a:pt x="1085579" y="1464220"/>
                  </a:lnTo>
                  <a:lnTo>
                    <a:pt x="1085588" y="1464216"/>
                  </a:lnTo>
                  <a:lnTo>
                    <a:pt x="1085604" y="1464208"/>
                  </a:lnTo>
                  <a:lnTo>
                    <a:pt x="1085620" y="1464198"/>
                  </a:lnTo>
                  <a:lnTo>
                    <a:pt x="1085635" y="1464185"/>
                  </a:lnTo>
                  <a:lnTo>
                    <a:pt x="1085647" y="1464168"/>
                  </a:lnTo>
                  <a:lnTo>
                    <a:pt x="1085658" y="1464154"/>
                  </a:lnTo>
                  <a:lnTo>
                    <a:pt x="1085662" y="1464147"/>
                  </a:lnTo>
                  <a:lnTo>
                    <a:pt x="1085672" y="1464130"/>
                  </a:lnTo>
                  <a:lnTo>
                    <a:pt x="1085676" y="1464118"/>
                  </a:lnTo>
                  <a:lnTo>
                    <a:pt x="1085683" y="1464101"/>
                  </a:lnTo>
                  <a:lnTo>
                    <a:pt x="1085690" y="1464085"/>
                  </a:lnTo>
                  <a:lnTo>
                    <a:pt x="1085694" y="1464070"/>
                  </a:lnTo>
                  <a:lnTo>
                    <a:pt x="1085697" y="1464059"/>
                  </a:lnTo>
                  <a:lnTo>
                    <a:pt x="1085692" y="1464051"/>
                  </a:lnTo>
                  <a:lnTo>
                    <a:pt x="1085673" y="1464043"/>
                  </a:lnTo>
                  <a:lnTo>
                    <a:pt x="1085660" y="1464037"/>
                  </a:lnTo>
                  <a:lnTo>
                    <a:pt x="1085644" y="1464028"/>
                  </a:lnTo>
                  <a:lnTo>
                    <a:pt x="1085628" y="1464017"/>
                  </a:lnTo>
                  <a:lnTo>
                    <a:pt x="1085612" y="1464006"/>
                  </a:lnTo>
                  <a:lnTo>
                    <a:pt x="1085607" y="1463998"/>
                  </a:lnTo>
                  <a:lnTo>
                    <a:pt x="1085608" y="1463987"/>
                  </a:lnTo>
                  <a:lnTo>
                    <a:pt x="1085618" y="1463973"/>
                  </a:lnTo>
                  <a:lnTo>
                    <a:pt x="1085626" y="1463965"/>
                  </a:lnTo>
                  <a:lnTo>
                    <a:pt x="1085631" y="1463956"/>
                  </a:lnTo>
                  <a:lnTo>
                    <a:pt x="1085631" y="1463948"/>
                  </a:lnTo>
                  <a:lnTo>
                    <a:pt x="1085629" y="1463941"/>
                  </a:lnTo>
                  <a:lnTo>
                    <a:pt x="1085624" y="1463924"/>
                  </a:lnTo>
                  <a:lnTo>
                    <a:pt x="1085618" y="1463908"/>
                  </a:lnTo>
                  <a:lnTo>
                    <a:pt x="1085620" y="1463889"/>
                  </a:lnTo>
                  <a:lnTo>
                    <a:pt x="1085624" y="1463875"/>
                  </a:lnTo>
                  <a:lnTo>
                    <a:pt x="1085634" y="1463859"/>
                  </a:lnTo>
                  <a:lnTo>
                    <a:pt x="1085644" y="1463843"/>
                  </a:lnTo>
                  <a:lnTo>
                    <a:pt x="1085648" y="1463833"/>
                  </a:lnTo>
                  <a:lnTo>
                    <a:pt x="1085647" y="1463825"/>
                  </a:lnTo>
                  <a:lnTo>
                    <a:pt x="1085643" y="1463815"/>
                  </a:lnTo>
                  <a:lnTo>
                    <a:pt x="1085638" y="1463810"/>
                  </a:lnTo>
                  <a:lnTo>
                    <a:pt x="1085622" y="1463801"/>
                  </a:lnTo>
                  <a:lnTo>
                    <a:pt x="1085614" y="1463798"/>
                  </a:lnTo>
                  <a:lnTo>
                    <a:pt x="1085606" y="1463791"/>
                  </a:lnTo>
                  <a:lnTo>
                    <a:pt x="1085590" y="1463779"/>
                  </a:lnTo>
                  <a:lnTo>
                    <a:pt x="1085581" y="1463773"/>
                  </a:lnTo>
                  <a:lnTo>
                    <a:pt x="1085575" y="1463765"/>
                  </a:lnTo>
                  <a:lnTo>
                    <a:pt x="1085560" y="1463748"/>
                  </a:lnTo>
                  <a:lnTo>
                    <a:pt x="1085549" y="1463731"/>
                  </a:lnTo>
                  <a:lnTo>
                    <a:pt x="1085541" y="1463714"/>
                  </a:lnTo>
                  <a:lnTo>
                    <a:pt x="1085531" y="1463698"/>
                  </a:lnTo>
                  <a:lnTo>
                    <a:pt x="1085525" y="1463681"/>
                  </a:lnTo>
                  <a:lnTo>
                    <a:pt x="1085523" y="1463673"/>
                  </a:lnTo>
                  <a:lnTo>
                    <a:pt x="1085521" y="1463664"/>
                  </a:lnTo>
                  <a:lnTo>
                    <a:pt x="1085514" y="1463648"/>
                  </a:lnTo>
                  <a:lnTo>
                    <a:pt x="1085509" y="1463631"/>
                  </a:lnTo>
                  <a:lnTo>
                    <a:pt x="1085504" y="1463615"/>
                  </a:lnTo>
                  <a:lnTo>
                    <a:pt x="1085501" y="1463596"/>
                  </a:lnTo>
                  <a:lnTo>
                    <a:pt x="1085502" y="1463581"/>
                  </a:lnTo>
                  <a:lnTo>
                    <a:pt x="1085505" y="1463571"/>
                  </a:lnTo>
                  <a:lnTo>
                    <a:pt x="1085505" y="1463565"/>
                  </a:lnTo>
                  <a:lnTo>
                    <a:pt x="1085505" y="1463558"/>
                  </a:lnTo>
                  <a:lnTo>
                    <a:pt x="1085508" y="1463548"/>
                  </a:lnTo>
                  <a:lnTo>
                    <a:pt x="1085511" y="1463531"/>
                  </a:lnTo>
                  <a:lnTo>
                    <a:pt x="1085516" y="1463514"/>
                  </a:lnTo>
                  <a:lnTo>
                    <a:pt x="1085523" y="1463498"/>
                  </a:lnTo>
                  <a:lnTo>
                    <a:pt x="1085526" y="1463491"/>
                  </a:lnTo>
                  <a:lnTo>
                    <a:pt x="1085529" y="1463481"/>
                  </a:lnTo>
                  <a:lnTo>
                    <a:pt x="1085536" y="1463471"/>
                  </a:lnTo>
                  <a:lnTo>
                    <a:pt x="1085545" y="1463456"/>
                  </a:lnTo>
                  <a:lnTo>
                    <a:pt x="1085550" y="1463448"/>
                  </a:lnTo>
                  <a:lnTo>
                    <a:pt x="1085564" y="1463431"/>
                  </a:lnTo>
                  <a:lnTo>
                    <a:pt x="1085579" y="1463417"/>
                  </a:lnTo>
                  <a:lnTo>
                    <a:pt x="1085594" y="1463400"/>
                  </a:lnTo>
                  <a:lnTo>
                    <a:pt x="1085600" y="1463388"/>
                  </a:lnTo>
                  <a:lnTo>
                    <a:pt x="1085604" y="1463383"/>
                  </a:lnTo>
                  <a:lnTo>
                    <a:pt x="1085619" y="1463370"/>
                  </a:lnTo>
                  <a:lnTo>
                    <a:pt x="1085624" y="1463365"/>
                  </a:lnTo>
                  <a:lnTo>
                    <a:pt x="1085630" y="1463353"/>
                  </a:lnTo>
                  <a:lnTo>
                    <a:pt x="1085635" y="1463342"/>
                  </a:lnTo>
                  <a:lnTo>
                    <a:pt x="1085635" y="1463336"/>
                  </a:lnTo>
                  <a:lnTo>
                    <a:pt x="1085636" y="1463320"/>
                  </a:lnTo>
                  <a:lnTo>
                    <a:pt x="1085635" y="1463312"/>
                  </a:lnTo>
                  <a:lnTo>
                    <a:pt x="1085631" y="1463303"/>
                  </a:lnTo>
                  <a:lnTo>
                    <a:pt x="1085629" y="1463298"/>
                  </a:lnTo>
                  <a:lnTo>
                    <a:pt x="1085620" y="1463287"/>
                  </a:lnTo>
                  <a:lnTo>
                    <a:pt x="1085606" y="1463271"/>
                  </a:lnTo>
                  <a:lnTo>
                    <a:pt x="1085603" y="1463266"/>
                  </a:lnTo>
                  <a:lnTo>
                    <a:pt x="1085599" y="1463256"/>
                  </a:lnTo>
                  <a:lnTo>
                    <a:pt x="1085598" y="1463251"/>
                  </a:lnTo>
                  <a:lnTo>
                    <a:pt x="1085599" y="1463238"/>
                  </a:lnTo>
                  <a:lnTo>
                    <a:pt x="1085600" y="1463221"/>
                  </a:lnTo>
                  <a:lnTo>
                    <a:pt x="1085595" y="1463204"/>
                  </a:lnTo>
                  <a:lnTo>
                    <a:pt x="1085592" y="1463196"/>
                  </a:lnTo>
                  <a:lnTo>
                    <a:pt x="1085585" y="1463187"/>
                  </a:lnTo>
                  <a:lnTo>
                    <a:pt x="1085573" y="1463171"/>
                  </a:lnTo>
                  <a:lnTo>
                    <a:pt x="1085561" y="1463154"/>
                  </a:lnTo>
                  <a:lnTo>
                    <a:pt x="1085550" y="1463137"/>
                  </a:lnTo>
                  <a:lnTo>
                    <a:pt x="1085541" y="1463121"/>
                  </a:lnTo>
                  <a:lnTo>
                    <a:pt x="1085537" y="1463113"/>
                  </a:lnTo>
                  <a:lnTo>
                    <a:pt x="1085531" y="1463104"/>
                  </a:lnTo>
                  <a:lnTo>
                    <a:pt x="1085517" y="1463088"/>
                  </a:lnTo>
                  <a:lnTo>
                    <a:pt x="1085504" y="1463074"/>
                  </a:lnTo>
                  <a:lnTo>
                    <a:pt x="1085488" y="1463059"/>
                  </a:lnTo>
                  <a:lnTo>
                    <a:pt x="1085474" y="1463042"/>
                  </a:lnTo>
                  <a:lnTo>
                    <a:pt x="1085461" y="1463025"/>
                  </a:lnTo>
                  <a:lnTo>
                    <a:pt x="1085448" y="1463010"/>
                  </a:lnTo>
                  <a:lnTo>
                    <a:pt x="1085437" y="1462993"/>
                  </a:lnTo>
                  <a:lnTo>
                    <a:pt x="1085428" y="1462976"/>
                  </a:lnTo>
                  <a:lnTo>
                    <a:pt x="1085423" y="1462960"/>
                  </a:lnTo>
                  <a:lnTo>
                    <a:pt x="1085420" y="1462943"/>
                  </a:lnTo>
                  <a:lnTo>
                    <a:pt x="1085419" y="1462926"/>
                  </a:lnTo>
                  <a:lnTo>
                    <a:pt x="1085412" y="1462909"/>
                  </a:lnTo>
                  <a:lnTo>
                    <a:pt x="1085408" y="1462903"/>
                  </a:lnTo>
                  <a:lnTo>
                    <a:pt x="1085398" y="1462894"/>
                  </a:lnTo>
                  <a:lnTo>
                    <a:pt x="1085382" y="1462880"/>
                  </a:lnTo>
                  <a:lnTo>
                    <a:pt x="1085377" y="1462872"/>
                  </a:lnTo>
                  <a:lnTo>
                    <a:pt x="1085374" y="1462863"/>
                  </a:lnTo>
                  <a:lnTo>
                    <a:pt x="1085371" y="1462846"/>
                  </a:lnTo>
                  <a:lnTo>
                    <a:pt x="1085366" y="1462830"/>
                  </a:lnTo>
                  <a:lnTo>
                    <a:pt x="1085362" y="1462825"/>
                  </a:lnTo>
                  <a:lnTo>
                    <a:pt x="1085358" y="1462813"/>
                  </a:lnTo>
                  <a:lnTo>
                    <a:pt x="1085349" y="1462792"/>
                  </a:lnTo>
                  <a:lnTo>
                    <a:pt x="1085344" y="1462779"/>
                  </a:lnTo>
                  <a:lnTo>
                    <a:pt x="1085338" y="1462763"/>
                  </a:lnTo>
                  <a:lnTo>
                    <a:pt x="1085329" y="1462746"/>
                  </a:lnTo>
                  <a:lnTo>
                    <a:pt x="1085324" y="1462729"/>
                  </a:lnTo>
                  <a:lnTo>
                    <a:pt x="1085322" y="1462713"/>
                  </a:lnTo>
                  <a:lnTo>
                    <a:pt x="1085320" y="1462697"/>
                  </a:lnTo>
                  <a:lnTo>
                    <a:pt x="1085317" y="1462690"/>
                  </a:lnTo>
                  <a:lnTo>
                    <a:pt x="1085312" y="1462685"/>
                  </a:lnTo>
                  <a:lnTo>
                    <a:pt x="1085310" y="1462680"/>
                  </a:lnTo>
                  <a:lnTo>
                    <a:pt x="1085299" y="1462663"/>
                  </a:lnTo>
                  <a:lnTo>
                    <a:pt x="1085288" y="1462646"/>
                  </a:lnTo>
                  <a:lnTo>
                    <a:pt x="1085278" y="1462637"/>
                  </a:lnTo>
                  <a:lnTo>
                    <a:pt x="1085264" y="1462628"/>
                  </a:lnTo>
                  <a:lnTo>
                    <a:pt x="1085248" y="1462622"/>
                  </a:lnTo>
                  <a:lnTo>
                    <a:pt x="1085236" y="1462617"/>
                  </a:lnTo>
                  <a:lnTo>
                    <a:pt x="1085226" y="1462612"/>
                  </a:lnTo>
                  <a:lnTo>
                    <a:pt x="1085215" y="1462602"/>
                  </a:lnTo>
                  <a:lnTo>
                    <a:pt x="1085203" y="1462585"/>
                  </a:lnTo>
                  <a:lnTo>
                    <a:pt x="1085192" y="1462568"/>
                  </a:lnTo>
                  <a:lnTo>
                    <a:pt x="1085181" y="1462552"/>
                  </a:lnTo>
                  <a:lnTo>
                    <a:pt x="1085164" y="1462526"/>
                  </a:lnTo>
                  <a:lnTo>
                    <a:pt x="1085154" y="1462511"/>
                  </a:lnTo>
                  <a:lnTo>
                    <a:pt x="1085152" y="1462502"/>
                  </a:lnTo>
                  <a:lnTo>
                    <a:pt x="1085160" y="1462467"/>
                  </a:lnTo>
                  <a:lnTo>
                    <a:pt x="1085164" y="1462453"/>
                  </a:lnTo>
                  <a:lnTo>
                    <a:pt x="1085167" y="1462431"/>
                  </a:lnTo>
                  <a:lnTo>
                    <a:pt x="1085168" y="1462417"/>
                  </a:lnTo>
                  <a:lnTo>
                    <a:pt x="1085173" y="1462390"/>
                  </a:lnTo>
                  <a:lnTo>
                    <a:pt x="1085176" y="1462374"/>
                  </a:lnTo>
                  <a:lnTo>
                    <a:pt x="1085178" y="1462357"/>
                  </a:lnTo>
                  <a:lnTo>
                    <a:pt x="1085181" y="1462340"/>
                  </a:lnTo>
                  <a:lnTo>
                    <a:pt x="1085185" y="1462324"/>
                  </a:lnTo>
                  <a:lnTo>
                    <a:pt x="1085192" y="1462280"/>
                  </a:lnTo>
                  <a:lnTo>
                    <a:pt x="1085199" y="1462234"/>
                  </a:lnTo>
                  <a:lnTo>
                    <a:pt x="1085201" y="1462217"/>
                  </a:lnTo>
                  <a:lnTo>
                    <a:pt x="1085205" y="1462200"/>
                  </a:lnTo>
                  <a:lnTo>
                    <a:pt x="1085211" y="1462161"/>
                  </a:lnTo>
                  <a:lnTo>
                    <a:pt x="1085213" y="1462139"/>
                  </a:lnTo>
                  <a:lnTo>
                    <a:pt x="1085216" y="1462129"/>
                  </a:lnTo>
                  <a:lnTo>
                    <a:pt x="1085224" y="1462117"/>
                  </a:lnTo>
                  <a:lnTo>
                    <a:pt x="1085236" y="1462098"/>
                  </a:lnTo>
                  <a:lnTo>
                    <a:pt x="1085244" y="1462085"/>
                  </a:lnTo>
                  <a:lnTo>
                    <a:pt x="1085250" y="1462071"/>
                  </a:lnTo>
                  <a:lnTo>
                    <a:pt x="1085259" y="1462054"/>
                  </a:lnTo>
                  <a:lnTo>
                    <a:pt x="1085266" y="1462038"/>
                  </a:lnTo>
                  <a:lnTo>
                    <a:pt x="1085275" y="1462021"/>
                  </a:lnTo>
                  <a:lnTo>
                    <a:pt x="1085282" y="1462005"/>
                  </a:lnTo>
                  <a:lnTo>
                    <a:pt x="1085289" y="1461992"/>
                  </a:lnTo>
                  <a:lnTo>
                    <a:pt x="1085299" y="1461971"/>
                  </a:lnTo>
                  <a:lnTo>
                    <a:pt x="1085307" y="1461955"/>
                  </a:lnTo>
                  <a:lnTo>
                    <a:pt x="1085315" y="1461938"/>
                  </a:lnTo>
                  <a:lnTo>
                    <a:pt x="1085322" y="1461921"/>
                  </a:lnTo>
                  <a:lnTo>
                    <a:pt x="1085335" y="1461898"/>
                  </a:lnTo>
                  <a:lnTo>
                    <a:pt x="1085348" y="1461871"/>
                  </a:lnTo>
                  <a:lnTo>
                    <a:pt x="1085355" y="1461854"/>
                  </a:lnTo>
                  <a:lnTo>
                    <a:pt x="1085364" y="1461838"/>
                  </a:lnTo>
                  <a:lnTo>
                    <a:pt x="1085372" y="1461821"/>
                  </a:lnTo>
                  <a:lnTo>
                    <a:pt x="1085380" y="1461804"/>
                  </a:lnTo>
                  <a:lnTo>
                    <a:pt x="1085388" y="1461788"/>
                  </a:lnTo>
                  <a:lnTo>
                    <a:pt x="1085395" y="1461771"/>
                  </a:lnTo>
                  <a:lnTo>
                    <a:pt x="1085404" y="1461754"/>
                  </a:lnTo>
                  <a:lnTo>
                    <a:pt x="1085413" y="1461737"/>
                  </a:lnTo>
                  <a:lnTo>
                    <a:pt x="1085420" y="1461721"/>
                  </a:lnTo>
                  <a:lnTo>
                    <a:pt x="1085428" y="1461704"/>
                  </a:lnTo>
                  <a:lnTo>
                    <a:pt x="1085436" y="1461688"/>
                  </a:lnTo>
                  <a:lnTo>
                    <a:pt x="1085452" y="1461654"/>
                  </a:lnTo>
                  <a:lnTo>
                    <a:pt x="1085460" y="1461638"/>
                  </a:lnTo>
                  <a:lnTo>
                    <a:pt x="1085482" y="1461589"/>
                  </a:lnTo>
                  <a:lnTo>
                    <a:pt x="1085494" y="1461564"/>
                  </a:lnTo>
                  <a:lnTo>
                    <a:pt x="1085501" y="1461550"/>
                  </a:lnTo>
                  <a:lnTo>
                    <a:pt x="1085508" y="1461534"/>
                  </a:lnTo>
                  <a:lnTo>
                    <a:pt x="1085514" y="1461519"/>
                  </a:lnTo>
                  <a:lnTo>
                    <a:pt x="1085521" y="1461506"/>
                  </a:lnTo>
                  <a:lnTo>
                    <a:pt x="1085529" y="1461486"/>
                  </a:lnTo>
                  <a:lnTo>
                    <a:pt x="1085537" y="1461469"/>
                  </a:lnTo>
                  <a:lnTo>
                    <a:pt x="1085545" y="1461453"/>
                  </a:lnTo>
                  <a:lnTo>
                    <a:pt x="1085552" y="1461436"/>
                  </a:lnTo>
                  <a:lnTo>
                    <a:pt x="1085561" y="1461420"/>
                  </a:lnTo>
                  <a:lnTo>
                    <a:pt x="1085568" y="1461403"/>
                  </a:lnTo>
                  <a:lnTo>
                    <a:pt x="1085572" y="1461396"/>
                  </a:lnTo>
                  <a:lnTo>
                    <a:pt x="1085603" y="1461323"/>
                  </a:lnTo>
                  <a:lnTo>
                    <a:pt x="1085605" y="1461309"/>
                  </a:lnTo>
                  <a:lnTo>
                    <a:pt x="1085603" y="1461302"/>
                  </a:lnTo>
                  <a:lnTo>
                    <a:pt x="1085598" y="1461293"/>
                  </a:lnTo>
                  <a:lnTo>
                    <a:pt x="1085593" y="1461287"/>
                  </a:lnTo>
                  <a:lnTo>
                    <a:pt x="1085580" y="1461279"/>
                  </a:lnTo>
                  <a:lnTo>
                    <a:pt x="1085572" y="1461273"/>
                  </a:lnTo>
                  <a:lnTo>
                    <a:pt x="1085564" y="1461267"/>
                  </a:lnTo>
                  <a:lnTo>
                    <a:pt x="1085557" y="1461264"/>
                  </a:lnTo>
                  <a:lnTo>
                    <a:pt x="1085548" y="1461261"/>
                  </a:lnTo>
                  <a:lnTo>
                    <a:pt x="1085532" y="1461254"/>
                  </a:lnTo>
                  <a:lnTo>
                    <a:pt x="1085516" y="1461245"/>
                  </a:lnTo>
                  <a:lnTo>
                    <a:pt x="1085500" y="1461232"/>
                  </a:lnTo>
                  <a:lnTo>
                    <a:pt x="1085495" y="1461226"/>
                  </a:lnTo>
                  <a:lnTo>
                    <a:pt x="1085490" y="1461216"/>
                  </a:lnTo>
                  <a:lnTo>
                    <a:pt x="1085479" y="1461199"/>
                  </a:lnTo>
                  <a:lnTo>
                    <a:pt x="1085471" y="1461183"/>
                  </a:lnTo>
                  <a:lnTo>
                    <a:pt x="1085463" y="1461166"/>
                  </a:lnTo>
                  <a:lnTo>
                    <a:pt x="1085460" y="1461156"/>
                  </a:lnTo>
                  <a:lnTo>
                    <a:pt x="1085454" y="1461144"/>
                  </a:lnTo>
                  <a:lnTo>
                    <a:pt x="1085448" y="1461133"/>
                  </a:lnTo>
                  <a:lnTo>
                    <a:pt x="1085439" y="1461114"/>
                  </a:lnTo>
                  <a:lnTo>
                    <a:pt x="1085428" y="1461099"/>
                  </a:lnTo>
                  <a:lnTo>
                    <a:pt x="1085418" y="1461083"/>
                  </a:lnTo>
                  <a:lnTo>
                    <a:pt x="1085413" y="1461076"/>
                  </a:lnTo>
                  <a:lnTo>
                    <a:pt x="1085406" y="1461064"/>
                  </a:lnTo>
                  <a:lnTo>
                    <a:pt x="1085397" y="1461051"/>
                  </a:lnTo>
                  <a:lnTo>
                    <a:pt x="1085389" y="1461035"/>
                  </a:lnTo>
                  <a:lnTo>
                    <a:pt x="1085379" y="1461018"/>
                  </a:lnTo>
                  <a:lnTo>
                    <a:pt x="1085369" y="1461002"/>
                  </a:lnTo>
                  <a:lnTo>
                    <a:pt x="1085355" y="1460985"/>
                  </a:lnTo>
                  <a:lnTo>
                    <a:pt x="1085342" y="1460971"/>
                  </a:lnTo>
                  <a:lnTo>
                    <a:pt x="1085328" y="1460954"/>
                  </a:lnTo>
                  <a:lnTo>
                    <a:pt x="1085321" y="1460947"/>
                  </a:lnTo>
                  <a:lnTo>
                    <a:pt x="1085314" y="1460938"/>
                  </a:lnTo>
                  <a:lnTo>
                    <a:pt x="1085308" y="1460922"/>
                  </a:lnTo>
                  <a:lnTo>
                    <a:pt x="1085305" y="1460913"/>
                  </a:lnTo>
                  <a:lnTo>
                    <a:pt x="1085300" y="1460905"/>
                  </a:lnTo>
                  <a:lnTo>
                    <a:pt x="1085295" y="1460889"/>
                  </a:lnTo>
                  <a:lnTo>
                    <a:pt x="1085292" y="1460874"/>
                  </a:lnTo>
                  <a:lnTo>
                    <a:pt x="1085281" y="1460855"/>
                  </a:lnTo>
                  <a:lnTo>
                    <a:pt x="1085265" y="1460821"/>
                  </a:lnTo>
                  <a:lnTo>
                    <a:pt x="1085251" y="1460802"/>
                  </a:lnTo>
                  <a:lnTo>
                    <a:pt x="1085239" y="1460778"/>
                  </a:lnTo>
                  <a:lnTo>
                    <a:pt x="1085225" y="1460759"/>
                  </a:lnTo>
                  <a:lnTo>
                    <a:pt x="1085168" y="1460679"/>
                  </a:lnTo>
                  <a:lnTo>
                    <a:pt x="1085157" y="1460662"/>
                  </a:lnTo>
                  <a:lnTo>
                    <a:pt x="1085153" y="1460659"/>
                  </a:lnTo>
                  <a:lnTo>
                    <a:pt x="1085147" y="1460647"/>
                  </a:lnTo>
                  <a:lnTo>
                    <a:pt x="1085136" y="1460630"/>
                  </a:lnTo>
                  <a:lnTo>
                    <a:pt x="1085131" y="1460625"/>
                  </a:lnTo>
                  <a:lnTo>
                    <a:pt x="1085124" y="1460613"/>
                  </a:lnTo>
                  <a:lnTo>
                    <a:pt x="1085116" y="1460597"/>
                  </a:lnTo>
                  <a:lnTo>
                    <a:pt x="1085105" y="1460580"/>
                  </a:lnTo>
                  <a:lnTo>
                    <a:pt x="1085102" y="1460576"/>
                  </a:lnTo>
                  <a:lnTo>
                    <a:pt x="1085090" y="1460567"/>
                  </a:lnTo>
                  <a:lnTo>
                    <a:pt x="1085074" y="1460559"/>
                  </a:lnTo>
                  <a:lnTo>
                    <a:pt x="1085058" y="1460550"/>
                  </a:lnTo>
                  <a:lnTo>
                    <a:pt x="1085053" y="1460543"/>
                  </a:lnTo>
                  <a:lnTo>
                    <a:pt x="1085048" y="1460532"/>
                  </a:lnTo>
                  <a:lnTo>
                    <a:pt x="1085047" y="1460524"/>
                  </a:lnTo>
                  <a:lnTo>
                    <a:pt x="1085019" y="1460475"/>
                  </a:lnTo>
                  <a:lnTo>
                    <a:pt x="1085005" y="1460458"/>
                  </a:lnTo>
                  <a:lnTo>
                    <a:pt x="1084989" y="1460444"/>
                  </a:lnTo>
                  <a:lnTo>
                    <a:pt x="1084973" y="1460431"/>
                  </a:lnTo>
                  <a:lnTo>
                    <a:pt x="1084958" y="1460421"/>
                  </a:lnTo>
                  <a:lnTo>
                    <a:pt x="1084942" y="1460415"/>
                  </a:lnTo>
                  <a:lnTo>
                    <a:pt x="1084926" y="1460409"/>
                  </a:lnTo>
                  <a:lnTo>
                    <a:pt x="1084917" y="1460407"/>
                  </a:lnTo>
                  <a:lnTo>
                    <a:pt x="1084907" y="1460402"/>
                  </a:lnTo>
                  <a:lnTo>
                    <a:pt x="1084894" y="1460393"/>
                  </a:lnTo>
                  <a:lnTo>
                    <a:pt x="1084878" y="1460380"/>
                  </a:lnTo>
                  <a:lnTo>
                    <a:pt x="1084862" y="1460368"/>
                  </a:lnTo>
                  <a:lnTo>
                    <a:pt x="1084846" y="1460359"/>
                  </a:lnTo>
                  <a:lnTo>
                    <a:pt x="1084830" y="1460350"/>
                  </a:lnTo>
                  <a:lnTo>
                    <a:pt x="1084824" y="1460348"/>
                  </a:lnTo>
                  <a:lnTo>
                    <a:pt x="1084814" y="1460340"/>
                  </a:lnTo>
                  <a:lnTo>
                    <a:pt x="1084800" y="1460325"/>
                  </a:lnTo>
                  <a:lnTo>
                    <a:pt x="1084789" y="1460309"/>
                  </a:lnTo>
                  <a:lnTo>
                    <a:pt x="1084774" y="1460291"/>
                  </a:lnTo>
                  <a:lnTo>
                    <a:pt x="1084769" y="1460281"/>
                  </a:lnTo>
                  <a:lnTo>
                    <a:pt x="1084764" y="1460276"/>
                  </a:lnTo>
                  <a:lnTo>
                    <a:pt x="1084755" y="1460259"/>
                  </a:lnTo>
                  <a:lnTo>
                    <a:pt x="1084743" y="1460242"/>
                  </a:lnTo>
                  <a:lnTo>
                    <a:pt x="1084738" y="1460234"/>
                  </a:lnTo>
                  <a:lnTo>
                    <a:pt x="1084736" y="1460226"/>
                  </a:lnTo>
                  <a:lnTo>
                    <a:pt x="1084729" y="1460209"/>
                  </a:lnTo>
                  <a:lnTo>
                    <a:pt x="1084727" y="1460205"/>
                  </a:lnTo>
                  <a:lnTo>
                    <a:pt x="1084726" y="1460190"/>
                  </a:lnTo>
                  <a:lnTo>
                    <a:pt x="1084731" y="1460176"/>
                  </a:lnTo>
                  <a:lnTo>
                    <a:pt x="1084734" y="1460171"/>
                  </a:lnTo>
                  <a:lnTo>
                    <a:pt x="1084738" y="1460159"/>
                  </a:lnTo>
                  <a:lnTo>
                    <a:pt x="1084741" y="1460154"/>
                  </a:lnTo>
                  <a:lnTo>
                    <a:pt x="1084738" y="1460142"/>
                  </a:lnTo>
                  <a:lnTo>
                    <a:pt x="1084733" y="1460126"/>
                  </a:lnTo>
                  <a:lnTo>
                    <a:pt x="1084718" y="1460092"/>
                  </a:lnTo>
                  <a:lnTo>
                    <a:pt x="1084719" y="1460080"/>
                  </a:lnTo>
                  <a:lnTo>
                    <a:pt x="1084717" y="1460070"/>
                  </a:lnTo>
                  <a:lnTo>
                    <a:pt x="1084712" y="1460055"/>
                  </a:lnTo>
                  <a:lnTo>
                    <a:pt x="1084686" y="1460039"/>
                  </a:lnTo>
                  <a:lnTo>
                    <a:pt x="1084679" y="1460018"/>
                  </a:lnTo>
                  <a:lnTo>
                    <a:pt x="1084673" y="1460009"/>
                  </a:lnTo>
                  <a:lnTo>
                    <a:pt x="1084664" y="1460001"/>
                  </a:lnTo>
                  <a:lnTo>
                    <a:pt x="1084643" y="1459993"/>
                  </a:lnTo>
                  <a:lnTo>
                    <a:pt x="1084602" y="1459991"/>
                  </a:lnTo>
                  <a:lnTo>
                    <a:pt x="1084591" y="1459988"/>
                  </a:lnTo>
                  <a:lnTo>
                    <a:pt x="1084586" y="1459989"/>
                  </a:lnTo>
                  <a:lnTo>
                    <a:pt x="1084578" y="1459988"/>
                  </a:lnTo>
                  <a:lnTo>
                    <a:pt x="1084582" y="1459969"/>
                  </a:lnTo>
                  <a:lnTo>
                    <a:pt x="1084587" y="1459952"/>
                  </a:lnTo>
                  <a:lnTo>
                    <a:pt x="1084590" y="1459944"/>
                  </a:lnTo>
                  <a:lnTo>
                    <a:pt x="1084591" y="1459936"/>
                  </a:lnTo>
                  <a:lnTo>
                    <a:pt x="1084592" y="1459921"/>
                  </a:lnTo>
                  <a:lnTo>
                    <a:pt x="1084590" y="1459902"/>
                  </a:lnTo>
                  <a:lnTo>
                    <a:pt x="1084581" y="1459869"/>
                  </a:lnTo>
                  <a:lnTo>
                    <a:pt x="1084577" y="1459853"/>
                  </a:lnTo>
                  <a:lnTo>
                    <a:pt x="1084572" y="1459835"/>
                  </a:lnTo>
                  <a:lnTo>
                    <a:pt x="1084568" y="1459819"/>
                  </a:lnTo>
                  <a:lnTo>
                    <a:pt x="1084568" y="1459802"/>
                  </a:lnTo>
                  <a:lnTo>
                    <a:pt x="1084568" y="1459786"/>
                  </a:lnTo>
                  <a:lnTo>
                    <a:pt x="1084571" y="1459769"/>
                  </a:lnTo>
                  <a:lnTo>
                    <a:pt x="1084571" y="1459758"/>
                  </a:lnTo>
                  <a:lnTo>
                    <a:pt x="1084573" y="1459752"/>
                  </a:lnTo>
                  <a:lnTo>
                    <a:pt x="1084573" y="1459739"/>
                  </a:lnTo>
                  <a:lnTo>
                    <a:pt x="1084579" y="1459690"/>
                  </a:lnTo>
                  <a:lnTo>
                    <a:pt x="1084573" y="1459669"/>
                  </a:lnTo>
                  <a:lnTo>
                    <a:pt x="1084570" y="1459652"/>
                  </a:lnTo>
                  <a:lnTo>
                    <a:pt x="1084564" y="1459635"/>
                  </a:lnTo>
                  <a:lnTo>
                    <a:pt x="1084560" y="1459619"/>
                  </a:lnTo>
                  <a:lnTo>
                    <a:pt x="1084560" y="1459612"/>
                  </a:lnTo>
                  <a:lnTo>
                    <a:pt x="1084557" y="1459602"/>
                  </a:lnTo>
                  <a:lnTo>
                    <a:pt x="1084555" y="1459586"/>
                  </a:lnTo>
                  <a:lnTo>
                    <a:pt x="1084551" y="1459569"/>
                  </a:lnTo>
                  <a:lnTo>
                    <a:pt x="1084549" y="1459552"/>
                  </a:lnTo>
                  <a:lnTo>
                    <a:pt x="1084548" y="1459536"/>
                  </a:lnTo>
                  <a:lnTo>
                    <a:pt x="1084547" y="1459519"/>
                  </a:lnTo>
                  <a:lnTo>
                    <a:pt x="1084544" y="1459502"/>
                  </a:lnTo>
                  <a:lnTo>
                    <a:pt x="1084544" y="1459497"/>
                  </a:lnTo>
                  <a:lnTo>
                    <a:pt x="1084539" y="1459483"/>
                  </a:lnTo>
                  <a:lnTo>
                    <a:pt x="1084536" y="1459466"/>
                  </a:lnTo>
                  <a:lnTo>
                    <a:pt x="1084535" y="1459450"/>
                  </a:lnTo>
                  <a:lnTo>
                    <a:pt x="1084533" y="1459433"/>
                  </a:lnTo>
                  <a:lnTo>
                    <a:pt x="1084530" y="1459417"/>
                  </a:lnTo>
                  <a:lnTo>
                    <a:pt x="1084527" y="1459400"/>
                  </a:lnTo>
                  <a:lnTo>
                    <a:pt x="1084521" y="1459380"/>
                  </a:lnTo>
                  <a:lnTo>
                    <a:pt x="1084515" y="1459366"/>
                  </a:lnTo>
                  <a:lnTo>
                    <a:pt x="1084495" y="1459329"/>
                  </a:lnTo>
                  <a:lnTo>
                    <a:pt x="1084487" y="1459312"/>
                  </a:lnTo>
                  <a:lnTo>
                    <a:pt x="1084477" y="1459295"/>
                  </a:lnTo>
                  <a:lnTo>
                    <a:pt x="1084466" y="1459277"/>
                  </a:lnTo>
                  <a:lnTo>
                    <a:pt x="1084456" y="1459263"/>
                  </a:lnTo>
                  <a:lnTo>
                    <a:pt x="1084446" y="1459246"/>
                  </a:lnTo>
                  <a:lnTo>
                    <a:pt x="1084434" y="1459230"/>
                  </a:lnTo>
                  <a:lnTo>
                    <a:pt x="1084428" y="1459217"/>
                  </a:lnTo>
                  <a:lnTo>
                    <a:pt x="1084424" y="1459207"/>
                  </a:lnTo>
                  <a:lnTo>
                    <a:pt x="1084418" y="1459191"/>
                  </a:lnTo>
                  <a:lnTo>
                    <a:pt x="1084414" y="1459180"/>
                  </a:lnTo>
                  <a:lnTo>
                    <a:pt x="1084410" y="1459163"/>
                  </a:lnTo>
                  <a:lnTo>
                    <a:pt x="1084405" y="1459147"/>
                  </a:lnTo>
                  <a:lnTo>
                    <a:pt x="1084400" y="1459134"/>
                  </a:lnTo>
                  <a:lnTo>
                    <a:pt x="1084397" y="1459116"/>
                  </a:lnTo>
                  <a:lnTo>
                    <a:pt x="1084392" y="1459106"/>
                  </a:lnTo>
                  <a:lnTo>
                    <a:pt x="1084384" y="1459103"/>
                  </a:lnTo>
                  <a:lnTo>
                    <a:pt x="1084373" y="1459102"/>
                  </a:lnTo>
                  <a:lnTo>
                    <a:pt x="1084348" y="1459105"/>
                  </a:lnTo>
                  <a:lnTo>
                    <a:pt x="1084332" y="1459109"/>
                  </a:lnTo>
                  <a:lnTo>
                    <a:pt x="1084316" y="1459112"/>
                  </a:lnTo>
                  <a:lnTo>
                    <a:pt x="1084299" y="1459112"/>
                  </a:lnTo>
                  <a:lnTo>
                    <a:pt x="1084290" y="1459099"/>
                  </a:lnTo>
                  <a:lnTo>
                    <a:pt x="1084289" y="1459082"/>
                  </a:lnTo>
                  <a:lnTo>
                    <a:pt x="1084288" y="1459065"/>
                  </a:lnTo>
                  <a:lnTo>
                    <a:pt x="1084289" y="1459049"/>
                  </a:lnTo>
                  <a:lnTo>
                    <a:pt x="1084290" y="1459032"/>
                  </a:lnTo>
                  <a:lnTo>
                    <a:pt x="1084292" y="1459015"/>
                  </a:lnTo>
                  <a:lnTo>
                    <a:pt x="1084295" y="1458999"/>
                  </a:lnTo>
                  <a:lnTo>
                    <a:pt x="1084299" y="1458982"/>
                  </a:lnTo>
                  <a:lnTo>
                    <a:pt x="1084300" y="1458977"/>
                  </a:lnTo>
                  <a:lnTo>
                    <a:pt x="1084299" y="1458965"/>
                  </a:lnTo>
                  <a:lnTo>
                    <a:pt x="1084292" y="1458948"/>
                  </a:lnTo>
                  <a:lnTo>
                    <a:pt x="1084283" y="1458937"/>
                  </a:lnTo>
                  <a:lnTo>
                    <a:pt x="1084281" y="1458932"/>
                  </a:lnTo>
                  <a:lnTo>
                    <a:pt x="1084269" y="1458915"/>
                  </a:lnTo>
                  <a:lnTo>
                    <a:pt x="1084261" y="1458903"/>
                  </a:lnTo>
                  <a:lnTo>
                    <a:pt x="1084257" y="1458900"/>
                  </a:lnTo>
                  <a:lnTo>
                    <a:pt x="1084241" y="1458888"/>
                  </a:lnTo>
                  <a:lnTo>
                    <a:pt x="1084230" y="1458882"/>
                  </a:lnTo>
                  <a:lnTo>
                    <a:pt x="1084225" y="1458881"/>
                  </a:lnTo>
                  <a:lnTo>
                    <a:pt x="1084209" y="1458874"/>
                  </a:lnTo>
                  <a:lnTo>
                    <a:pt x="1084193" y="1458866"/>
                  </a:lnTo>
                  <a:lnTo>
                    <a:pt x="1084177" y="1458859"/>
                  </a:lnTo>
                  <a:lnTo>
                    <a:pt x="1084159" y="1458849"/>
                  </a:lnTo>
                  <a:lnTo>
                    <a:pt x="1084151" y="1458845"/>
                  </a:lnTo>
                  <a:lnTo>
                    <a:pt x="1084143" y="1458839"/>
                  </a:lnTo>
                  <a:lnTo>
                    <a:pt x="1084127" y="1458828"/>
                  </a:lnTo>
                  <a:lnTo>
                    <a:pt x="1084111" y="1458813"/>
                  </a:lnTo>
                  <a:lnTo>
                    <a:pt x="1084096" y="1458799"/>
                  </a:lnTo>
                  <a:lnTo>
                    <a:pt x="1084085" y="1458783"/>
                  </a:lnTo>
                  <a:lnTo>
                    <a:pt x="1084073" y="1458766"/>
                  </a:lnTo>
                  <a:lnTo>
                    <a:pt x="1084064" y="1458750"/>
                  </a:lnTo>
                  <a:lnTo>
                    <a:pt x="1084052" y="1458733"/>
                  </a:lnTo>
                  <a:lnTo>
                    <a:pt x="1084040" y="1458717"/>
                  </a:lnTo>
                  <a:lnTo>
                    <a:pt x="1084025" y="1458699"/>
                  </a:lnTo>
                  <a:lnTo>
                    <a:pt x="1084013" y="1458683"/>
                  </a:lnTo>
                  <a:lnTo>
                    <a:pt x="1084004" y="1458666"/>
                  </a:lnTo>
                  <a:lnTo>
                    <a:pt x="1083995" y="1458650"/>
                  </a:lnTo>
                  <a:lnTo>
                    <a:pt x="1083988" y="1458633"/>
                  </a:lnTo>
                  <a:lnTo>
                    <a:pt x="1083980" y="1458616"/>
                  </a:lnTo>
                  <a:lnTo>
                    <a:pt x="1083973" y="1458598"/>
                  </a:lnTo>
                  <a:lnTo>
                    <a:pt x="1083966" y="1458581"/>
                  </a:lnTo>
                  <a:lnTo>
                    <a:pt x="1083960" y="1458564"/>
                  </a:lnTo>
                  <a:lnTo>
                    <a:pt x="1083953" y="1458548"/>
                  </a:lnTo>
                  <a:lnTo>
                    <a:pt x="1083946" y="1458531"/>
                  </a:lnTo>
                  <a:lnTo>
                    <a:pt x="1083940" y="1458514"/>
                  </a:lnTo>
                  <a:lnTo>
                    <a:pt x="1083934" y="1458497"/>
                  </a:lnTo>
                  <a:lnTo>
                    <a:pt x="1083925" y="1458481"/>
                  </a:lnTo>
                  <a:lnTo>
                    <a:pt x="1083916" y="1458464"/>
                  </a:lnTo>
                  <a:lnTo>
                    <a:pt x="1083903" y="1458447"/>
                  </a:lnTo>
                  <a:lnTo>
                    <a:pt x="1083897" y="1458442"/>
                  </a:lnTo>
                  <a:lnTo>
                    <a:pt x="1083891" y="1458431"/>
                  </a:lnTo>
                  <a:lnTo>
                    <a:pt x="1083881" y="1458414"/>
                  </a:lnTo>
                  <a:lnTo>
                    <a:pt x="1083873" y="1458398"/>
                  </a:lnTo>
                  <a:lnTo>
                    <a:pt x="1083867" y="1458388"/>
                  </a:lnTo>
                  <a:lnTo>
                    <a:pt x="1083858" y="1458380"/>
                  </a:lnTo>
                  <a:lnTo>
                    <a:pt x="1083845" y="1458371"/>
                  </a:lnTo>
                  <a:lnTo>
                    <a:pt x="1083830" y="1458360"/>
                  </a:lnTo>
                  <a:lnTo>
                    <a:pt x="1083816" y="1458351"/>
                  </a:lnTo>
                  <a:lnTo>
                    <a:pt x="1083810" y="1458345"/>
                  </a:lnTo>
                  <a:lnTo>
                    <a:pt x="1083800" y="1458332"/>
                  </a:lnTo>
                  <a:lnTo>
                    <a:pt x="1083795" y="1458322"/>
                  </a:lnTo>
                  <a:lnTo>
                    <a:pt x="1083794" y="1458312"/>
                  </a:lnTo>
                  <a:lnTo>
                    <a:pt x="1083791" y="1458300"/>
                  </a:lnTo>
                  <a:lnTo>
                    <a:pt x="1083786" y="1458283"/>
                  </a:lnTo>
                  <a:lnTo>
                    <a:pt x="1083779" y="1458266"/>
                  </a:lnTo>
                  <a:lnTo>
                    <a:pt x="1083774" y="1458255"/>
                  </a:lnTo>
                  <a:lnTo>
                    <a:pt x="1083773" y="1458250"/>
                  </a:lnTo>
                  <a:lnTo>
                    <a:pt x="1083770" y="1458231"/>
                  </a:lnTo>
                  <a:lnTo>
                    <a:pt x="1083769" y="1458224"/>
                  </a:lnTo>
                  <a:lnTo>
                    <a:pt x="1083766" y="1458214"/>
                  </a:lnTo>
                  <a:lnTo>
                    <a:pt x="1083757" y="1458197"/>
                  </a:lnTo>
                  <a:lnTo>
                    <a:pt x="1083747" y="1458180"/>
                  </a:lnTo>
                  <a:lnTo>
                    <a:pt x="1083742" y="1458168"/>
                  </a:lnTo>
                  <a:lnTo>
                    <a:pt x="1083741" y="1458161"/>
                  </a:lnTo>
                  <a:lnTo>
                    <a:pt x="1083733" y="1458149"/>
                  </a:lnTo>
                  <a:lnTo>
                    <a:pt x="1083721" y="1458133"/>
                  </a:lnTo>
                  <a:lnTo>
                    <a:pt x="1083714" y="1458125"/>
                  </a:lnTo>
                  <a:lnTo>
                    <a:pt x="1083701" y="1458108"/>
                  </a:lnTo>
                  <a:lnTo>
                    <a:pt x="1083692" y="1458096"/>
                  </a:lnTo>
                  <a:lnTo>
                    <a:pt x="1083688" y="1458093"/>
                  </a:lnTo>
                  <a:lnTo>
                    <a:pt x="1083682" y="1458089"/>
                  </a:lnTo>
                  <a:lnTo>
                    <a:pt x="1083670" y="1458090"/>
                  </a:lnTo>
                  <a:lnTo>
                    <a:pt x="1083655" y="1458099"/>
                  </a:lnTo>
                  <a:lnTo>
                    <a:pt x="1083640" y="1458104"/>
                  </a:lnTo>
                  <a:lnTo>
                    <a:pt x="1083636" y="1458104"/>
                  </a:lnTo>
                  <a:lnTo>
                    <a:pt x="1083629" y="1458102"/>
                  </a:lnTo>
                  <a:lnTo>
                    <a:pt x="1083625" y="1458098"/>
                  </a:lnTo>
                  <a:lnTo>
                    <a:pt x="1083608" y="1458087"/>
                  </a:lnTo>
                  <a:lnTo>
                    <a:pt x="1083604" y="1458085"/>
                  </a:lnTo>
                  <a:lnTo>
                    <a:pt x="1083594" y="1458076"/>
                  </a:lnTo>
                  <a:lnTo>
                    <a:pt x="1083580" y="1458061"/>
                  </a:lnTo>
                  <a:lnTo>
                    <a:pt x="1083568" y="1458042"/>
                  </a:lnTo>
                  <a:lnTo>
                    <a:pt x="1083562" y="1458030"/>
                  </a:lnTo>
                  <a:lnTo>
                    <a:pt x="1083554" y="1458015"/>
                  </a:lnTo>
                  <a:lnTo>
                    <a:pt x="1083551" y="1458011"/>
                  </a:lnTo>
                  <a:lnTo>
                    <a:pt x="1083538" y="1458018"/>
                  </a:lnTo>
                  <a:lnTo>
                    <a:pt x="1083534" y="1458022"/>
                  </a:lnTo>
                  <a:lnTo>
                    <a:pt x="1083521" y="1458027"/>
                  </a:lnTo>
                  <a:lnTo>
                    <a:pt x="1083507" y="1458031"/>
                  </a:lnTo>
                  <a:lnTo>
                    <a:pt x="1083491" y="1458034"/>
                  </a:lnTo>
                  <a:lnTo>
                    <a:pt x="1083474" y="1458038"/>
                  </a:lnTo>
                  <a:lnTo>
                    <a:pt x="1083458" y="1458039"/>
                  </a:lnTo>
                  <a:lnTo>
                    <a:pt x="1083443" y="1458040"/>
                  </a:lnTo>
                  <a:lnTo>
                    <a:pt x="1083427" y="1458041"/>
                  </a:lnTo>
                  <a:lnTo>
                    <a:pt x="1083411" y="1458044"/>
                  </a:lnTo>
                  <a:lnTo>
                    <a:pt x="1083395" y="1458044"/>
                  </a:lnTo>
                  <a:lnTo>
                    <a:pt x="1083379" y="1458044"/>
                  </a:lnTo>
                  <a:lnTo>
                    <a:pt x="1083363" y="1458045"/>
                  </a:lnTo>
                  <a:lnTo>
                    <a:pt x="1083347" y="1458047"/>
                  </a:lnTo>
                  <a:lnTo>
                    <a:pt x="1083331" y="1458048"/>
                  </a:lnTo>
                  <a:lnTo>
                    <a:pt x="1083315" y="1458049"/>
                  </a:lnTo>
                  <a:lnTo>
                    <a:pt x="1083306" y="1458050"/>
                  </a:lnTo>
                  <a:lnTo>
                    <a:pt x="1083297" y="1458053"/>
                  </a:lnTo>
                  <a:lnTo>
                    <a:pt x="1083281" y="1458055"/>
                  </a:lnTo>
                  <a:lnTo>
                    <a:pt x="1083265" y="1458058"/>
                  </a:lnTo>
                  <a:lnTo>
                    <a:pt x="1083249" y="1458061"/>
                  </a:lnTo>
                  <a:lnTo>
                    <a:pt x="1083234" y="1458065"/>
                  </a:lnTo>
                  <a:lnTo>
                    <a:pt x="1083218" y="1458065"/>
                  </a:lnTo>
                  <a:lnTo>
                    <a:pt x="1083202" y="1458068"/>
                  </a:lnTo>
                  <a:lnTo>
                    <a:pt x="1083186" y="1458068"/>
                  </a:lnTo>
                  <a:lnTo>
                    <a:pt x="1083170" y="1458071"/>
                  </a:lnTo>
                  <a:lnTo>
                    <a:pt x="1083159" y="1458073"/>
                  </a:lnTo>
                  <a:lnTo>
                    <a:pt x="1083153" y="1458077"/>
                  </a:lnTo>
                  <a:lnTo>
                    <a:pt x="1083138" y="1458077"/>
                  </a:lnTo>
                  <a:lnTo>
                    <a:pt x="1083122" y="1458078"/>
                  </a:lnTo>
                  <a:lnTo>
                    <a:pt x="1083106" y="1458080"/>
                  </a:lnTo>
                  <a:lnTo>
                    <a:pt x="1083074" y="1458090"/>
                  </a:lnTo>
                  <a:lnTo>
                    <a:pt x="1083070" y="1458094"/>
                  </a:lnTo>
                  <a:lnTo>
                    <a:pt x="1083059" y="1458106"/>
                  </a:lnTo>
                  <a:lnTo>
                    <a:pt x="1083054" y="1458120"/>
                  </a:lnTo>
                  <a:lnTo>
                    <a:pt x="1083050" y="1458128"/>
                  </a:lnTo>
                  <a:lnTo>
                    <a:pt x="1083048" y="1458137"/>
                  </a:lnTo>
                  <a:lnTo>
                    <a:pt x="1083046" y="1458154"/>
                  </a:lnTo>
                  <a:lnTo>
                    <a:pt x="1083043" y="1458170"/>
                  </a:lnTo>
                  <a:lnTo>
                    <a:pt x="1083037" y="1458187"/>
                  </a:lnTo>
                  <a:lnTo>
                    <a:pt x="1083035" y="1458191"/>
                  </a:lnTo>
                  <a:lnTo>
                    <a:pt x="1083031" y="1458197"/>
                  </a:lnTo>
                  <a:lnTo>
                    <a:pt x="1083027" y="1458201"/>
                  </a:lnTo>
                  <a:lnTo>
                    <a:pt x="1083017" y="1458205"/>
                  </a:lnTo>
                  <a:lnTo>
                    <a:pt x="1083008" y="1458205"/>
                  </a:lnTo>
                  <a:lnTo>
                    <a:pt x="1082992" y="1458199"/>
                  </a:lnTo>
                  <a:lnTo>
                    <a:pt x="1082977" y="1458194"/>
                  </a:lnTo>
                  <a:lnTo>
                    <a:pt x="1082964" y="1458190"/>
                  </a:lnTo>
                  <a:lnTo>
                    <a:pt x="1082956" y="1458188"/>
                  </a:lnTo>
                  <a:lnTo>
                    <a:pt x="1082945" y="1458183"/>
                  </a:lnTo>
                  <a:lnTo>
                    <a:pt x="1082929" y="1458176"/>
                  </a:lnTo>
                  <a:lnTo>
                    <a:pt x="1082923" y="1458173"/>
                  </a:lnTo>
                  <a:lnTo>
                    <a:pt x="1082913" y="1458169"/>
                  </a:lnTo>
                  <a:lnTo>
                    <a:pt x="1082897" y="1458163"/>
                  </a:lnTo>
                  <a:lnTo>
                    <a:pt x="1082890" y="1458159"/>
                  </a:lnTo>
                  <a:lnTo>
                    <a:pt x="1082881" y="1458152"/>
                  </a:lnTo>
                  <a:lnTo>
                    <a:pt x="1082865" y="1458144"/>
                  </a:lnTo>
                  <a:lnTo>
                    <a:pt x="1082849" y="1458137"/>
                  </a:lnTo>
                  <a:lnTo>
                    <a:pt x="1082833" y="1458132"/>
                  </a:lnTo>
                  <a:lnTo>
                    <a:pt x="1082821" y="1458129"/>
                  </a:lnTo>
                  <a:lnTo>
                    <a:pt x="1082799" y="1458128"/>
                  </a:lnTo>
                  <a:lnTo>
                    <a:pt x="1082786" y="1458129"/>
                  </a:lnTo>
                  <a:lnTo>
                    <a:pt x="1082776" y="1458132"/>
                  </a:lnTo>
                  <a:lnTo>
                    <a:pt x="1082767" y="1458132"/>
                  </a:lnTo>
                  <a:lnTo>
                    <a:pt x="1082759" y="1458130"/>
                  </a:lnTo>
                  <a:lnTo>
                    <a:pt x="1082752" y="1458132"/>
                  </a:lnTo>
                  <a:lnTo>
                    <a:pt x="1082736" y="1458134"/>
                  </a:lnTo>
                  <a:lnTo>
                    <a:pt x="1082719" y="1458135"/>
                  </a:lnTo>
                  <a:lnTo>
                    <a:pt x="1082704" y="1458138"/>
                  </a:lnTo>
                  <a:lnTo>
                    <a:pt x="1082679" y="1458142"/>
                  </a:lnTo>
                  <a:lnTo>
                    <a:pt x="1082657" y="1458145"/>
                  </a:lnTo>
                  <a:lnTo>
                    <a:pt x="1082647" y="1458148"/>
                  </a:lnTo>
                  <a:lnTo>
                    <a:pt x="1082632" y="1458154"/>
                  </a:lnTo>
                  <a:lnTo>
                    <a:pt x="1082616" y="1458162"/>
                  </a:lnTo>
                  <a:lnTo>
                    <a:pt x="1082552" y="1458194"/>
                  </a:lnTo>
                  <a:lnTo>
                    <a:pt x="1082536" y="1458204"/>
                  </a:lnTo>
                  <a:lnTo>
                    <a:pt x="1082520" y="1458215"/>
                  </a:lnTo>
                  <a:lnTo>
                    <a:pt x="1082504" y="1458229"/>
                  </a:lnTo>
                  <a:lnTo>
                    <a:pt x="1082491" y="1458244"/>
                  </a:lnTo>
                  <a:lnTo>
                    <a:pt x="1082487" y="1458253"/>
                  </a:lnTo>
                  <a:lnTo>
                    <a:pt x="1082486" y="1458261"/>
                  </a:lnTo>
                  <a:lnTo>
                    <a:pt x="1082486" y="1458270"/>
                  </a:lnTo>
                  <a:lnTo>
                    <a:pt x="1082488" y="1458278"/>
                  </a:lnTo>
                  <a:lnTo>
                    <a:pt x="1082495" y="1458294"/>
                  </a:lnTo>
                  <a:lnTo>
                    <a:pt x="1082499" y="1458302"/>
                  </a:lnTo>
                  <a:lnTo>
                    <a:pt x="1082503" y="1458310"/>
                  </a:lnTo>
                  <a:lnTo>
                    <a:pt x="1082508" y="1458317"/>
                  </a:lnTo>
                  <a:lnTo>
                    <a:pt x="1082518" y="1458330"/>
                  </a:lnTo>
                  <a:lnTo>
                    <a:pt x="1082528" y="1458341"/>
                  </a:lnTo>
                  <a:lnTo>
                    <a:pt x="1082536" y="1458358"/>
                  </a:lnTo>
                  <a:lnTo>
                    <a:pt x="1082544" y="1458374"/>
                  </a:lnTo>
                  <a:lnTo>
                    <a:pt x="1082547" y="1458391"/>
                  </a:lnTo>
                  <a:lnTo>
                    <a:pt x="1082544" y="1458408"/>
                  </a:lnTo>
                  <a:lnTo>
                    <a:pt x="1082539" y="1458421"/>
                  </a:lnTo>
                  <a:lnTo>
                    <a:pt x="1082534" y="1458427"/>
                  </a:lnTo>
                  <a:lnTo>
                    <a:pt x="1082519" y="1458440"/>
                  </a:lnTo>
                  <a:lnTo>
                    <a:pt x="1082503" y="1458448"/>
                  </a:lnTo>
                  <a:lnTo>
                    <a:pt x="1082487" y="1458453"/>
                  </a:lnTo>
                  <a:lnTo>
                    <a:pt x="1082471" y="1458459"/>
                  </a:lnTo>
                  <a:lnTo>
                    <a:pt x="1082456" y="1458464"/>
                  </a:lnTo>
                  <a:lnTo>
                    <a:pt x="1082442" y="1458467"/>
                  </a:lnTo>
                  <a:lnTo>
                    <a:pt x="1082431" y="1458470"/>
                  </a:lnTo>
                  <a:lnTo>
                    <a:pt x="1082418" y="1458472"/>
                  </a:lnTo>
                  <a:lnTo>
                    <a:pt x="1082408" y="1458474"/>
                  </a:lnTo>
                  <a:lnTo>
                    <a:pt x="1082392" y="1458478"/>
                  </a:lnTo>
                  <a:lnTo>
                    <a:pt x="1082360" y="1458484"/>
                  </a:lnTo>
                  <a:lnTo>
                    <a:pt x="1082289" y="1458486"/>
                  </a:lnTo>
                  <a:lnTo>
                    <a:pt x="1082273" y="1458485"/>
                  </a:lnTo>
                  <a:lnTo>
                    <a:pt x="1082257" y="1458482"/>
                  </a:lnTo>
                  <a:lnTo>
                    <a:pt x="1082241" y="1458478"/>
                  </a:lnTo>
                  <a:lnTo>
                    <a:pt x="1082224" y="1458472"/>
                  </a:lnTo>
                  <a:lnTo>
                    <a:pt x="1082209" y="1458468"/>
                  </a:lnTo>
                  <a:lnTo>
                    <a:pt x="1082193" y="1458464"/>
                  </a:lnTo>
                  <a:lnTo>
                    <a:pt x="1082177" y="1458460"/>
                  </a:lnTo>
                  <a:lnTo>
                    <a:pt x="1082161" y="1458457"/>
                  </a:lnTo>
                  <a:lnTo>
                    <a:pt x="1082145" y="1458453"/>
                  </a:lnTo>
                  <a:lnTo>
                    <a:pt x="1082129" y="1458449"/>
                  </a:lnTo>
                  <a:lnTo>
                    <a:pt x="1082114" y="1458445"/>
                  </a:lnTo>
                  <a:lnTo>
                    <a:pt x="1082098" y="1458441"/>
                  </a:lnTo>
                  <a:lnTo>
                    <a:pt x="1082082" y="1458441"/>
                  </a:lnTo>
                  <a:lnTo>
                    <a:pt x="1082066" y="1458439"/>
                  </a:lnTo>
                  <a:lnTo>
                    <a:pt x="1082044" y="1458440"/>
                  </a:lnTo>
                  <a:lnTo>
                    <a:pt x="1082041" y="1458422"/>
                  </a:lnTo>
                  <a:lnTo>
                    <a:pt x="1082026" y="1458375"/>
                  </a:lnTo>
                  <a:lnTo>
                    <a:pt x="1082020" y="1458367"/>
                  </a:lnTo>
                  <a:lnTo>
                    <a:pt x="1082011" y="1458361"/>
                  </a:lnTo>
                  <a:lnTo>
                    <a:pt x="1082001" y="1458353"/>
                  </a:lnTo>
                  <a:lnTo>
                    <a:pt x="1081979" y="1458351"/>
                  </a:lnTo>
                  <a:lnTo>
                    <a:pt x="1081962" y="1458353"/>
                  </a:lnTo>
                  <a:lnTo>
                    <a:pt x="1081947" y="1458356"/>
                  </a:lnTo>
                  <a:lnTo>
                    <a:pt x="1081915" y="1458361"/>
                  </a:lnTo>
                  <a:lnTo>
                    <a:pt x="1081899" y="1458364"/>
                  </a:lnTo>
                  <a:lnTo>
                    <a:pt x="1081883" y="1458371"/>
                  </a:lnTo>
                  <a:lnTo>
                    <a:pt x="1081877" y="1458373"/>
                  </a:lnTo>
                  <a:lnTo>
                    <a:pt x="1081867" y="1458380"/>
                  </a:lnTo>
                  <a:lnTo>
                    <a:pt x="1081851" y="1458386"/>
                  </a:lnTo>
                  <a:lnTo>
                    <a:pt x="1081835" y="1458394"/>
                  </a:lnTo>
                  <a:lnTo>
                    <a:pt x="1081829" y="1458398"/>
                  </a:lnTo>
                  <a:lnTo>
                    <a:pt x="1081820" y="1458402"/>
                  </a:lnTo>
                  <a:lnTo>
                    <a:pt x="1081810" y="1458406"/>
                  </a:lnTo>
                  <a:lnTo>
                    <a:pt x="1081803" y="1458412"/>
                  </a:lnTo>
                  <a:lnTo>
                    <a:pt x="1081787" y="1458419"/>
                  </a:lnTo>
                  <a:lnTo>
                    <a:pt x="1081772" y="1458427"/>
                  </a:lnTo>
                  <a:lnTo>
                    <a:pt x="1081756" y="1458436"/>
                  </a:lnTo>
                  <a:lnTo>
                    <a:pt x="1081725" y="1458458"/>
                  </a:lnTo>
                  <a:lnTo>
                    <a:pt x="1081709" y="1458471"/>
                  </a:lnTo>
                  <a:lnTo>
                    <a:pt x="1081695" y="1458480"/>
                  </a:lnTo>
                  <a:lnTo>
                    <a:pt x="1081677" y="1458483"/>
                  </a:lnTo>
                  <a:lnTo>
                    <a:pt x="1081661" y="1458482"/>
                  </a:lnTo>
                  <a:lnTo>
                    <a:pt x="1081645" y="1458479"/>
                  </a:lnTo>
                  <a:lnTo>
                    <a:pt x="1081630" y="1458471"/>
                  </a:lnTo>
                  <a:lnTo>
                    <a:pt x="1081615" y="1458476"/>
                  </a:lnTo>
                  <a:lnTo>
                    <a:pt x="1081608" y="1458479"/>
                  </a:lnTo>
                  <a:lnTo>
                    <a:pt x="1081603" y="1458479"/>
                  </a:lnTo>
                  <a:lnTo>
                    <a:pt x="1081600" y="1458471"/>
                  </a:lnTo>
                  <a:lnTo>
                    <a:pt x="1081598" y="1458461"/>
                  </a:lnTo>
                  <a:lnTo>
                    <a:pt x="1081593" y="1458446"/>
                  </a:lnTo>
                  <a:lnTo>
                    <a:pt x="1081587" y="1458430"/>
                  </a:lnTo>
                  <a:lnTo>
                    <a:pt x="1081582" y="1458413"/>
                  </a:lnTo>
                  <a:lnTo>
                    <a:pt x="1081576" y="1458397"/>
                  </a:lnTo>
                  <a:lnTo>
                    <a:pt x="1081565" y="1458378"/>
                  </a:lnTo>
                  <a:lnTo>
                    <a:pt x="1081561" y="1458361"/>
                  </a:lnTo>
                  <a:lnTo>
                    <a:pt x="1081559" y="1458344"/>
                  </a:lnTo>
                  <a:lnTo>
                    <a:pt x="1081558" y="1458328"/>
                  </a:lnTo>
                  <a:lnTo>
                    <a:pt x="1081556" y="1458311"/>
                  </a:lnTo>
                  <a:lnTo>
                    <a:pt x="1081555" y="1458305"/>
                  </a:lnTo>
                  <a:lnTo>
                    <a:pt x="1081556" y="1458294"/>
                  </a:lnTo>
                  <a:lnTo>
                    <a:pt x="1081559" y="1458275"/>
                  </a:lnTo>
                  <a:lnTo>
                    <a:pt x="1081563" y="1458261"/>
                  </a:lnTo>
                  <a:lnTo>
                    <a:pt x="1081562" y="1458244"/>
                  </a:lnTo>
                  <a:lnTo>
                    <a:pt x="1081559" y="1458228"/>
                  </a:lnTo>
                  <a:lnTo>
                    <a:pt x="1081551" y="1458211"/>
                  </a:lnTo>
                  <a:lnTo>
                    <a:pt x="1081544" y="1458207"/>
                  </a:lnTo>
                  <a:lnTo>
                    <a:pt x="1081535" y="1458209"/>
                  </a:lnTo>
                  <a:lnTo>
                    <a:pt x="1081520" y="1458219"/>
                  </a:lnTo>
                  <a:lnTo>
                    <a:pt x="1081509" y="1458226"/>
                  </a:lnTo>
                  <a:lnTo>
                    <a:pt x="1081500" y="1458231"/>
                  </a:lnTo>
                  <a:lnTo>
                    <a:pt x="1081486" y="1458236"/>
                  </a:lnTo>
                  <a:lnTo>
                    <a:pt x="1081468" y="1458239"/>
                  </a:lnTo>
                  <a:lnTo>
                    <a:pt x="1081452" y="1458240"/>
                  </a:lnTo>
                  <a:lnTo>
                    <a:pt x="1081436" y="1458241"/>
                  </a:lnTo>
                  <a:lnTo>
                    <a:pt x="1081420" y="1458239"/>
                  </a:lnTo>
                  <a:lnTo>
                    <a:pt x="1081404" y="1458236"/>
                  </a:lnTo>
                  <a:lnTo>
                    <a:pt x="1081389" y="1458228"/>
                  </a:lnTo>
                  <a:lnTo>
                    <a:pt x="1081373" y="1458218"/>
                  </a:lnTo>
                  <a:lnTo>
                    <a:pt x="1081358" y="1458203"/>
                  </a:lnTo>
                  <a:lnTo>
                    <a:pt x="1081344" y="1458188"/>
                  </a:lnTo>
                  <a:lnTo>
                    <a:pt x="1081333" y="1458171"/>
                  </a:lnTo>
                  <a:lnTo>
                    <a:pt x="1081318" y="1458152"/>
                  </a:lnTo>
                  <a:lnTo>
                    <a:pt x="1081304" y="1458143"/>
                  </a:lnTo>
                  <a:lnTo>
                    <a:pt x="1081288" y="1458132"/>
                  </a:lnTo>
                  <a:lnTo>
                    <a:pt x="1081275" y="1458115"/>
                  </a:lnTo>
                  <a:lnTo>
                    <a:pt x="1081267" y="1458099"/>
                  </a:lnTo>
                  <a:lnTo>
                    <a:pt x="1081265" y="1458094"/>
                  </a:lnTo>
                  <a:lnTo>
                    <a:pt x="1081257" y="1458083"/>
                  </a:lnTo>
                  <a:lnTo>
                    <a:pt x="1081254" y="1458080"/>
                  </a:lnTo>
                  <a:lnTo>
                    <a:pt x="1081246" y="1458076"/>
                  </a:lnTo>
                  <a:lnTo>
                    <a:pt x="1081241" y="1458071"/>
                  </a:lnTo>
                  <a:lnTo>
                    <a:pt x="1081243" y="1458055"/>
                  </a:lnTo>
                  <a:lnTo>
                    <a:pt x="1081244" y="1458045"/>
                  </a:lnTo>
                  <a:lnTo>
                    <a:pt x="1081238" y="1458037"/>
                  </a:lnTo>
                  <a:lnTo>
                    <a:pt x="1081221" y="1458028"/>
                  </a:lnTo>
                  <a:lnTo>
                    <a:pt x="1081219" y="1458013"/>
                  </a:lnTo>
                  <a:lnTo>
                    <a:pt x="1081222" y="1458004"/>
                  </a:lnTo>
                  <a:lnTo>
                    <a:pt x="1081221" y="1457997"/>
                  </a:lnTo>
                  <a:lnTo>
                    <a:pt x="1081218" y="1457993"/>
                  </a:lnTo>
                  <a:lnTo>
                    <a:pt x="1081203" y="1457992"/>
                  </a:lnTo>
                  <a:lnTo>
                    <a:pt x="1081189" y="1457982"/>
                  </a:lnTo>
                  <a:lnTo>
                    <a:pt x="1081179" y="1457973"/>
                  </a:lnTo>
                  <a:lnTo>
                    <a:pt x="1081173" y="1457971"/>
                  </a:lnTo>
                  <a:lnTo>
                    <a:pt x="1081167" y="1457970"/>
                  </a:lnTo>
                  <a:lnTo>
                    <a:pt x="1081151" y="1457968"/>
                  </a:lnTo>
                  <a:lnTo>
                    <a:pt x="1081149" y="1457962"/>
                  </a:lnTo>
                  <a:lnTo>
                    <a:pt x="1081154" y="1457954"/>
                  </a:lnTo>
                  <a:lnTo>
                    <a:pt x="1081157" y="1457949"/>
                  </a:lnTo>
                  <a:lnTo>
                    <a:pt x="1081171" y="1457933"/>
                  </a:lnTo>
                  <a:lnTo>
                    <a:pt x="1081179" y="1457927"/>
                  </a:lnTo>
                  <a:lnTo>
                    <a:pt x="1081187" y="1457922"/>
                  </a:lnTo>
                  <a:lnTo>
                    <a:pt x="1081203" y="1457911"/>
                  </a:lnTo>
                  <a:lnTo>
                    <a:pt x="1081219" y="1457899"/>
                  </a:lnTo>
                  <a:lnTo>
                    <a:pt x="1081235" y="1457888"/>
                  </a:lnTo>
                  <a:lnTo>
                    <a:pt x="1081251" y="1457874"/>
                  </a:lnTo>
                  <a:lnTo>
                    <a:pt x="1081265" y="1457860"/>
                  </a:lnTo>
                  <a:lnTo>
                    <a:pt x="1081279" y="1457843"/>
                  </a:lnTo>
                  <a:lnTo>
                    <a:pt x="1081283" y="1457837"/>
                  </a:lnTo>
                  <a:lnTo>
                    <a:pt x="1081285" y="1457825"/>
                  </a:lnTo>
                  <a:lnTo>
                    <a:pt x="1081287" y="1457810"/>
                  </a:lnTo>
                  <a:lnTo>
                    <a:pt x="1081287" y="1457798"/>
                  </a:lnTo>
                  <a:lnTo>
                    <a:pt x="1081269" y="1457743"/>
                  </a:lnTo>
                  <a:lnTo>
                    <a:pt x="1081237" y="1457656"/>
                  </a:lnTo>
                  <a:lnTo>
                    <a:pt x="1081220" y="1457606"/>
                  </a:lnTo>
                  <a:lnTo>
                    <a:pt x="1081202" y="1457575"/>
                  </a:lnTo>
                  <a:lnTo>
                    <a:pt x="1081197" y="1457560"/>
                  </a:lnTo>
                  <a:lnTo>
                    <a:pt x="1081193" y="1457518"/>
                  </a:lnTo>
                  <a:lnTo>
                    <a:pt x="1081192" y="1457472"/>
                  </a:lnTo>
                  <a:lnTo>
                    <a:pt x="1081187" y="1457436"/>
                  </a:lnTo>
                  <a:lnTo>
                    <a:pt x="1081173" y="1457334"/>
                  </a:lnTo>
                  <a:lnTo>
                    <a:pt x="1081159" y="1457249"/>
                  </a:lnTo>
                  <a:lnTo>
                    <a:pt x="1081157" y="1457236"/>
                  </a:lnTo>
                  <a:lnTo>
                    <a:pt x="1081155" y="1457221"/>
                  </a:lnTo>
                  <a:lnTo>
                    <a:pt x="1081153" y="1457206"/>
                  </a:lnTo>
                  <a:lnTo>
                    <a:pt x="1081142" y="1457177"/>
                  </a:lnTo>
                  <a:lnTo>
                    <a:pt x="1081083" y="1457066"/>
                  </a:lnTo>
                  <a:lnTo>
                    <a:pt x="1081028" y="1456965"/>
                  </a:lnTo>
                  <a:lnTo>
                    <a:pt x="1081014" y="1456943"/>
                  </a:lnTo>
                  <a:lnTo>
                    <a:pt x="1081009" y="1456933"/>
                  </a:lnTo>
                  <a:lnTo>
                    <a:pt x="1081007" y="1456925"/>
                  </a:lnTo>
                  <a:lnTo>
                    <a:pt x="1080997" y="1456897"/>
                  </a:lnTo>
                  <a:lnTo>
                    <a:pt x="1080973" y="1456829"/>
                  </a:lnTo>
                  <a:lnTo>
                    <a:pt x="1080944" y="1456760"/>
                  </a:lnTo>
                  <a:lnTo>
                    <a:pt x="1080931" y="1456721"/>
                  </a:lnTo>
                  <a:lnTo>
                    <a:pt x="1080903" y="1456646"/>
                  </a:lnTo>
                  <a:lnTo>
                    <a:pt x="1080885" y="1456600"/>
                  </a:lnTo>
                  <a:lnTo>
                    <a:pt x="1080874" y="1456580"/>
                  </a:lnTo>
                  <a:lnTo>
                    <a:pt x="1080867" y="1456571"/>
                  </a:lnTo>
                  <a:lnTo>
                    <a:pt x="1080843" y="1456556"/>
                  </a:lnTo>
                  <a:lnTo>
                    <a:pt x="1080800" y="1456527"/>
                  </a:lnTo>
                  <a:lnTo>
                    <a:pt x="1080754" y="1456492"/>
                  </a:lnTo>
                  <a:lnTo>
                    <a:pt x="1080741" y="1456485"/>
                  </a:lnTo>
                  <a:lnTo>
                    <a:pt x="1080718" y="1456470"/>
                  </a:lnTo>
                  <a:lnTo>
                    <a:pt x="1080713" y="1456463"/>
                  </a:lnTo>
                  <a:lnTo>
                    <a:pt x="1080713" y="1456451"/>
                  </a:lnTo>
                  <a:lnTo>
                    <a:pt x="1080722" y="1456431"/>
                  </a:lnTo>
                  <a:lnTo>
                    <a:pt x="1080725" y="1456422"/>
                  </a:lnTo>
                  <a:lnTo>
                    <a:pt x="1080728" y="1456407"/>
                  </a:lnTo>
                  <a:lnTo>
                    <a:pt x="1080735" y="1456389"/>
                  </a:lnTo>
                  <a:lnTo>
                    <a:pt x="1080750" y="1456363"/>
                  </a:lnTo>
                  <a:lnTo>
                    <a:pt x="1080760" y="1456350"/>
                  </a:lnTo>
                  <a:lnTo>
                    <a:pt x="1080773" y="1456323"/>
                  </a:lnTo>
                  <a:lnTo>
                    <a:pt x="1080784" y="1456299"/>
                  </a:lnTo>
                  <a:lnTo>
                    <a:pt x="1080788" y="1456282"/>
                  </a:lnTo>
                  <a:lnTo>
                    <a:pt x="1080790" y="1456271"/>
                  </a:lnTo>
                  <a:lnTo>
                    <a:pt x="1080793" y="1456259"/>
                  </a:lnTo>
                  <a:lnTo>
                    <a:pt x="1080795" y="1456246"/>
                  </a:lnTo>
                  <a:lnTo>
                    <a:pt x="1080803" y="1456222"/>
                  </a:lnTo>
                  <a:lnTo>
                    <a:pt x="1080806" y="1456208"/>
                  </a:lnTo>
                  <a:lnTo>
                    <a:pt x="1080808" y="1456181"/>
                  </a:lnTo>
                  <a:lnTo>
                    <a:pt x="1080810" y="1456170"/>
                  </a:lnTo>
                  <a:lnTo>
                    <a:pt x="1080805" y="1456157"/>
                  </a:lnTo>
                  <a:lnTo>
                    <a:pt x="1080800" y="1456140"/>
                  </a:lnTo>
                  <a:lnTo>
                    <a:pt x="1080794" y="1456123"/>
                  </a:lnTo>
                  <a:lnTo>
                    <a:pt x="1080794" y="1456115"/>
                  </a:lnTo>
                  <a:lnTo>
                    <a:pt x="1080783" y="1456106"/>
                  </a:lnTo>
                  <a:lnTo>
                    <a:pt x="1080781" y="1456100"/>
                  </a:lnTo>
                  <a:lnTo>
                    <a:pt x="1080780" y="1456067"/>
                  </a:lnTo>
                  <a:lnTo>
                    <a:pt x="1080778" y="1456022"/>
                  </a:lnTo>
                  <a:lnTo>
                    <a:pt x="1080772" y="1456006"/>
                  </a:lnTo>
                  <a:lnTo>
                    <a:pt x="1080763" y="1455990"/>
                  </a:lnTo>
                  <a:lnTo>
                    <a:pt x="1080751" y="1455976"/>
                  </a:lnTo>
                  <a:lnTo>
                    <a:pt x="1080734" y="1455965"/>
                  </a:lnTo>
                  <a:lnTo>
                    <a:pt x="1080719" y="1455955"/>
                  </a:lnTo>
                  <a:lnTo>
                    <a:pt x="1080708" y="1455939"/>
                  </a:lnTo>
                  <a:lnTo>
                    <a:pt x="1080693" y="1455916"/>
                  </a:lnTo>
                  <a:lnTo>
                    <a:pt x="1080677" y="1455895"/>
                  </a:lnTo>
                  <a:lnTo>
                    <a:pt x="1080670" y="1455883"/>
                  </a:lnTo>
                  <a:lnTo>
                    <a:pt x="1080664" y="1455865"/>
                  </a:lnTo>
                  <a:lnTo>
                    <a:pt x="1080651" y="1455834"/>
                  </a:lnTo>
                  <a:lnTo>
                    <a:pt x="1080636" y="1455809"/>
                  </a:lnTo>
                  <a:lnTo>
                    <a:pt x="1080623" y="1455791"/>
                  </a:lnTo>
                  <a:lnTo>
                    <a:pt x="1080612" y="1455777"/>
                  </a:lnTo>
                  <a:lnTo>
                    <a:pt x="1080603" y="1455764"/>
                  </a:lnTo>
                  <a:lnTo>
                    <a:pt x="1080594" y="1455751"/>
                  </a:lnTo>
                  <a:lnTo>
                    <a:pt x="1080590" y="1455731"/>
                  </a:lnTo>
                  <a:lnTo>
                    <a:pt x="1080584" y="1455713"/>
                  </a:lnTo>
                  <a:lnTo>
                    <a:pt x="1080580" y="1455702"/>
                  </a:lnTo>
                  <a:lnTo>
                    <a:pt x="1080567" y="1455689"/>
                  </a:lnTo>
                  <a:lnTo>
                    <a:pt x="1080555" y="1455680"/>
                  </a:lnTo>
                  <a:lnTo>
                    <a:pt x="1080541" y="1455662"/>
                  </a:lnTo>
                  <a:lnTo>
                    <a:pt x="1080530" y="1455642"/>
                  </a:lnTo>
                  <a:lnTo>
                    <a:pt x="1080522" y="1455622"/>
                  </a:lnTo>
                  <a:lnTo>
                    <a:pt x="1080515" y="1455595"/>
                  </a:lnTo>
                  <a:lnTo>
                    <a:pt x="1080513" y="1455570"/>
                  </a:lnTo>
                  <a:lnTo>
                    <a:pt x="1080513" y="1455550"/>
                  </a:lnTo>
                  <a:lnTo>
                    <a:pt x="1080517" y="1455527"/>
                  </a:lnTo>
                  <a:lnTo>
                    <a:pt x="1080521" y="1455509"/>
                  </a:lnTo>
                  <a:lnTo>
                    <a:pt x="1080531" y="1455489"/>
                  </a:lnTo>
                  <a:lnTo>
                    <a:pt x="1080544" y="1455467"/>
                  </a:lnTo>
                  <a:lnTo>
                    <a:pt x="1080552" y="1455461"/>
                  </a:lnTo>
                  <a:lnTo>
                    <a:pt x="1080564" y="1455460"/>
                  </a:lnTo>
                  <a:lnTo>
                    <a:pt x="1080575" y="1455461"/>
                  </a:lnTo>
                  <a:lnTo>
                    <a:pt x="1080592" y="1455463"/>
                  </a:lnTo>
                  <a:lnTo>
                    <a:pt x="1080606" y="1455460"/>
                  </a:lnTo>
                  <a:lnTo>
                    <a:pt x="1080615" y="1455453"/>
                  </a:lnTo>
                  <a:lnTo>
                    <a:pt x="1080624" y="1455443"/>
                  </a:lnTo>
                  <a:lnTo>
                    <a:pt x="1080637" y="1455428"/>
                  </a:lnTo>
                  <a:lnTo>
                    <a:pt x="1080644" y="1455421"/>
                  </a:lnTo>
                  <a:lnTo>
                    <a:pt x="1080653" y="1455414"/>
                  </a:lnTo>
                  <a:lnTo>
                    <a:pt x="1080658" y="1455411"/>
                  </a:lnTo>
                  <a:lnTo>
                    <a:pt x="1080679" y="1455404"/>
                  </a:lnTo>
                  <a:lnTo>
                    <a:pt x="1080699" y="1455396"/>
                  </a:lnTo>
                  <a:lnTo>
                    <a:pt x="1080708" y="1455392"/>
                  </a:lnTo>
                  <a:lnTo>
                    <a:pt x="1080716" y="1455386"/>
                  </a:lnTo>
                  <a:lnTo>
                    <a:pt x="1080723" y="1455378"/>
                  </a:lnTo>
                  <a:lnTo>
                    <a:pt x="1080735" y="1455360"/>
                  </a:lnTo>
                  <a:lnTo>
                    <a:pt x="1080745" y="1455352"/>
                  </a:lnTo>
                  <a:lnTo>
                    <a:pt x="1080753" y="1455347"/>
                  </a:lnTo>
                  <a:lnTo>
                    <a:pt x="1080774" y="1455342"/>
                  </a:lnTo>
                  <a:lnTo>
                    <a:pt x="1080786" y="1455336"/>
                  </a:lnTo>
                  <a:lnTo>
                    <a:pt x="1080798" y="1455326"/>
                  </a:lnTo>
                  <a:lnTo>
                    <a:pt x="1080808" y="1455314"/>
                  </a:lnTo>
                  <a:lnTo>
                    <a:pt x="1080819" y="1455305"/>
                  </a:lnTo>
                  <a:lnTo>
                    <a:pt x="1080839" y="1455289"/>
                  </a:lnTo>
                  <a:lnTo>
                    <a:pt x="1080864" y="1455276"/>
                  </a:lnTo>
                  <a:lnTo>
                    <a:pt x="1080871" y="1455270"/>
                  </a:lnTo>
                  <a:lnTo>
                    <a:pt x="1080875" y="1455261"/>
                  </a:lnTo>
                  <a:lnTo>
                    <a:pt x="1080881" y="1455229"/>
                  </a:lnTo>
                  <a:lnTo>
                    <a:pt x="1080882" y="1455203"/>
                  </a:lnTo>
                  <a:lnTo>
                    <a:pt x="1080875" y="1455180"/>
                  </a:lnTo>
                  <a:lnTo>
                    <a:pt x="1080875" y="1455164"/>
                  </a:lnTo>
                  <a:lnTo>
                    <a:pt x="1080876" y="1455156"/>
                  </a:lnTo>
                  <a:lnTo>
                    <a:pt x="1080882" y="1455149"/>
                  </a:lnTo>
                  <a:lnTo>
                    <a:pt x="1080894" y="1455137"/>
                  </a:lnTo>
                  <a:lnTo>
                    <a:pt x="1080899" y="1455125"/>
                  </a:lnTo>
                  <a:lnTo>
                    <a:pt x="1080900" y="1455111"/>
                  </a:lnTo>
                  <a:lnTo>
                    <a:pt x="1080888" y="1455089"/>
                  </a:lnTo>
                  <a:lnTo>
                    <a:pt x="1080886" y="1455081"/>
                  </a:lnTo>
                  <a:lnTo>
                    <a:pt x="1080888" y="1455076"/>
                  </a:lnTo>
                  <a:lnTo>
                    <a:pt x="1080899" y="1455062"/>
                  </a:lnTo>
                  <a:lnTo>
                    <a:pt x="1080911" y="1455055"/>
                  </a:lnTo>
                  <a:lnTo>
                    <a:pt x="1080935" y="1455041"/>
                  </a:lnTo>
                  <a:lnTo>
                    <a:pt x="1080956" y="1455024"/>
                  </a:lnTo>
                  <a:lnTo>
                    <a:pt x="1080970" y="1455006"/>
                  </a:lnTo>
                  <a:lnTo>
                    <a:pt x="1080978" y="1454991"/>
                  </a:lnTo>
                  <a:lnTo>
                    <a:pt x="1080987" y="1454970"/>
                  </a:lnTo>
                  <a:lnTo>
                    <a:pt x="1080995" y="1454954"/>
                  </a:lnTo>
                  <a:lnTo>
                    <a:pt x="1081014" y="1454928"/>
                  </a:lnTo>
                  <a:lnTo>
                    <a:pt x="1081030" y="1454907"/>
                  </a:lnTo>
                  <a:lnTo>
                    <a:pt x="1081045" y="1454899"/>
                  </a:lnTo>
                  <a:lnTo>
                    <a:pt x="1081060" y="1454891"/>
                  </a:lnTo>
                  <a:lnTo>
                    <a:pt x="1081081" y="1454880"/>
                  </a:lnTo>
                  <a:lnTo>
                    <a:pt x="1081098" y="1454868"/>
                  </a:lnTo>
                  <a:lnTo>
                    <a:pt x="1081109" y="1454859"/>
                  </a:lnTo>
                  <a:lnTo>
                    <a:pt x="1081120" y="1454841"/>
                  </a:lnTo>
                  <a:lnTo>
                    <a:pt x="1081130" y="1454814"/>
                  </a:lnTo>
                  <a:lnTo>
                    <a:pt x="1081134" y="1454798"/>
                  </a:lnTo>
                  <a:lnTo>
                    <a:pt x="1081141" y="1454775"/>
                  </a:lnTo>
                  <a:lnTo>
                    <a:pt x="1081143" y="1454758"/>
                  </a:lnTo>
                  <a:lnTo>
                    <a:pt x="1081144" y="1454730"/>
                  </a:lnTo>
                  <a:lnTo>
                    <a:pt x="1081146" y="1454713"/>
                  </a:lnTo>
                  <a:lnTo>
                    <a:pt x="1081154" y="1454704"/>
                  </a:lnTo>
                  <a:lnTo>
                    <a:pt x="1081162" y="1454703"/>
                  </a:lnTo>
                  <a:lnTo>
                    <a:pt x="1081181" y="1454704"/>
                  </a:lnTo>
                  <a:lnTo>
                    <a:pt x="1081189" y="1454701"/>
                  </a:lnTo>
                  <a:lnTo>
                    <a:pt x="1081277" y="1454668"/>
                  </a:lnTo>
                  <a:lnTo>
                    <a:pt x="1081326" y="1454648"/>
                  </a:lnTo>
                  <a:lnTo>
                    <a:pt x="1081374" y="1454629"/>
                  </a:lnTo>
                  <a:lnTo>
                    <a:pt x="1081417" y="1454616"/>
                  </a:lnTo>
                  <a:lnTo>
                    <a:pt x="1081438" y="1454608"/>
                  </a:lnTo>
                  <a:lnTo>
                    <a:pt x="1081458" y="1454599"/>
                  </a:lnTo>
                  <a:lnTo>
                    <a:pt x="1081519" y="1454578"/>
                  </a:lnTo>
                  <a:lnTo>
                    <a:pt x="1081608" y="1454541"/>
                  </a:lnTo>
                  <a:lnTo>
                    <a:pt x="1081630" y="1454440"/>
                  </a:lnTo>
                  <a:lnTo>
                    <a:pt x="1081697" y="1454416"/>
                  </a:lnTo>
                  <a:lnTo>
                    <a:pt x="1081704" y="1454412"/>
                  </a:lnTo>
                  <a:lnTo>
                    <a:pt x="1081744" y="1454397"/>
                  </a:lnTo>
                  <a:lnTo>
                    <a:pt x="1081798" y="1454379"/>
                  </a:lnTo>
                  <a:lnTo>
                    <a:pt x="1081851" y="1454358"/>
                  </a:lnTo>
                  <a:lnTo>
                    <a:pt x="1081888" y="1454347"/>
                  </a:lnTo>
                  <a:lnTo>
                    <a:pt x="1081917" y="1454334"/>
                  </a:lnTo>
                  <a:lnTo>
                    <a:pt x="1081941" y="1454323"/>
                  </a:lnTo>
                  <a:lnTo>
                    <a:pt x="1081942" y="1454307"/>
                  </a:lnTo>
                  <a:lnTo>
                    <a:pt x="1081933" y="1454255"/>
                  </a:lnTo>
                  <a:lnTo>
                    <a:pt x="1081926" y="1454222"/>
                  </a:lnTo>
                  <a:lnTo>
                    <a:pt x="1081927" y="1454209"/>
                  </a:lnTo>
                  <a:lnTo>
                    <a:pt x="1081928" y="1454201"/>
                  </a:lnTo>
                  <a:lnTo>
                    <a:pt x="1081932" y="1454193"/>
                  </a:lnTo>
                  <a:lnTo>
                    <a:pt x="1081942" y="1454179"/>
                  </a:lnTo>
                  <a:lnTo>
                    <a:pt x="1081961" y="1454155"/>
                  </a:lnTo>
                  <a:lnTo>
                    <a:pt x="1081981" y="1454128"/>
                  </a:lnTo>
                  <a:lnTo>
                    <a:pt x="1081995" y="1454108"/>
                  </a:lnTo>
                  <a:lnTo>
                    <a:pt x="1082008" y="1454081"/>
                  </a:lnTo>
                  <a:lnTo>
                    <a:pt x="1082018" y="1454055"/>
                  </a:lnTo>
                  <a:lnTo>
                    <a:pt x="1082027" y="1454038"/>
                  </a:lnTo>
                  <a:lnTo>
                    <a:pt x="1082038" y="1454024"/>
                  </a:lnTo>
                  <a:lnTo>
                    <a:pt x="1082043" y="1454016"/>
                  </a:lnTo>
                  <a:lnTo>
                    <a:pt x="1082048" y="1453996"/>
                  </a:lnTo>
                  <a:lnTo>
                    <a:pt x="1082048" y="1453985"/>
                  </a:lnTo>
                  <a:lnTo>
                    <a:pt x="1082046" y="1453940"/>
                  </a:lnTo>
                  <a:lnTo>
                    <a:pt x="1082048" y="1453894"/>
                  </a:lnTo>
                  <a:lnTo>
                    <a:pt x="1082055" y="1453869"/>
                  </a:lnTo>
                  <a:lnTo>
                    <a:pt x="1082070" y="1453841"/>
                  </a:lnTo>
                  <a:lnTo>
                    <a:pt x="1082086" y="1453819"/>
                  </a:lnTo>
                  <a:lnTo>
                    <a:pt x="1082097" y="1453810"/>
                  </a:lnTo>
                  <a:lnTo>
                    <a:pt x="1082106" y="1453806"/>
                  </a:lnTo>
                  <a:lnTo>
                    <a:pt x="1082124" y="1453798"/>
                  </a:lnTo>
                  <a:lnTo>
                    <a:pt x="1082142" y="1453791"/>
                  </a:lnTo>
                  <a:lnTo>
                    <a:pt x="1082157" y="1453779"/>
                  </a:lnTo>
                  <a:lnTo>
                    <a:pt x="1082169" y="1453765"/>
                  </a:lnTo>
                  <a:lnTo>
                    <a:pt x="1082181" y="1453750"/>
                  </a:lnTo>
                  <a:lnTo>
                    <a:pt x="1082187" y="1453738"/>
                  </a:lnTo>
                  <a:lnTo>
                    <a:pt x="1082190" y="1453726"/>
                  </a:lnTo>
                  <a:lnTo>
                    <a:pt x="1082196" y="1453697"/>
                  </a:lnTo>
                  <a:lnTo>
                    <a:pt x="1082203" y="1453660"/>
                  </a:lnTo>
                  <a:lnTo>
                    <a:pt x="1082210" y="1453635"/>
                  </a:lnTo>
                  <a:lnTo>
                    <a:pt x="1082221" y="1453618"/>
                  </a:lnTo>
                  <a:lnTo>
                    <a:pt x="1082240" y="1453603"/>
                  </a:lnTo>
                  <a:lnTo>
                    <a:pt x="1082263" y="1453592"/>
                  </a:lnTo>
                  <a:lnTo>
                    <a:pt x="1082292" y="1453582"/>
                  </a:lnTo>
                  <a:lnTo>
                    <a:pt x="1082337" y="1453574"/>
                  </a:lnTo>
                  <a:lnTo>
                    <a:pt x="1082373" y="1453567"/>
                  </a:lnTo>
                  <a:lnTo>
                    <a:pt x="1082392" y="1453566"/>
                  </a:lnTo>
                  <a:lnTo>
                    <a:pt x="1082405" y="1453568"/>
                  </a:lnTo>
                  <a:lnTo>
                    <a:pt x="1082419" y="1453568"/>
                  </a:lnTo>
                  <a:lnTo>
                    <a:pt x="1082427" y="1453566"/>
                  </a:lnTo>
                  <a:lnTo>
                    <a:pt x="1082432" y="1453565"/>
                  </a:lnTo>
                  <a:lnTo>
                    <a:pt x="1082446" y="1453568"/>
                  </a:lnTo>
                  <a:lnTo>
                    <a:pt x="1082464" y="1453568"/>
                  </a:lnTo>
                  <a:lnTo>
                    <a:pt x="1082485" y="1453574"/>
                  </a:lnTo>
                  <a:lnTo>
                    <a:pt x="1082513" y="1453581"/>
                  </a:lnTo>
                  <a:lnTo>
                    <a:pt x="1082538" y="1453584"/>
                  </a:lnTo>
                  <a:lnTo>
                    <a:pt x="1082560" y="1453583"/>
                  </a:lnTo>
                  <a:lnTo>
                    <a:pt x="1082589" y="1453580"/>
                  </a:lnTo>
                  <a:lnTo>
                    <a:pt x="1082610" y="1453581"/>
                  </a:lnTo>
                  <a:lnTo>
                    <a:pt x="1082638" y="1453585"/>
                  </a:lnTo>
                  <a:lnTo>
                    <a:pt x="1082647" y="1453587"/>
                  </a:lnTo>
                  <a:lnTo>
                    <a:pt x="1082670" y="1453597"/>
                  </a:lnTo>
                  <a:lnTo>
                    <a:pt x="1082704" y="1453609"/>
                  </a:lnTo>
                  <a:lnTo>
                    <a:pt x="1082740" y="1453616"/>
                  </a:lnTo>
                  <a:lnTo>
                    <a:pt x="1082791" y="1453628"/>
                  </a:lnTo>
                  <a:lnTo>
                    <a:pt x="1082816" y="1453632"/>
                  </a:lnTo>
                  <a:lnTo>
                    <a:pt x="1082826" y="1453632"/>
                  </a:lnTo>
                  <a:lnTo>
                    <a:pt x="1082840" y="1453622"/>
                  </a:lnTo>
                  <a:lnTo>
                    <a:pt x="1082849" y="1453612"/>
                  </a:lnTo>
                  <a:lnTo>
                    <a:pt x="1082851" y="1453606"/>
                  </a:lnTo>
                  <a:lnTo>
                    <a:pt x="1082863" y="1453588"/>
                  </a:lnTo>
                  <a:lnTo>
                    <a:pt x="1082889" y="1453561"/>
                  </a:lnTo>
                  <a:lnTo>
                    <a:pt x="1082910" y="1453546"/>
                  </a:lnTo>
                  <a:lnTo>
                    <a:pt x="1082918" y="1453542"/>
                  </a:lnTo>
                  <a:lnTo>
                    <a:pt x="1082927" y="1453542"/>
                  </a:lnTo>
                  <a:lnTo>
                    <a:pt x="1082935" y="1453544"/>
                  </a:lnTo>
                  <a:lnTo>
                    <a:pt x="1082944" y="1453551"/>
                  </a:lnTo>
                  <a:lnTo>
                    <a:pt x="1082958" y="1453560"/>
                  </a:lnTo>
                  <a:lnTo>
                    <a:pt x="1082970" y="1453564"/>
                  </a:lnTo>
                  <a:lnTo>
                    <a:pt x="1082985" y="1453567"/>
                  </a:lnTo>
                  <a:lnTo>
                    <a:pt x="1082997" y="1453567"/>
                  </a:lnTo>
                  <a:lnTo>
                    <a:pt x="1083016" y="1453565"/>
                  </a:lnTo>
                  <a:lnTo>
                    <a:pt x="1083036" y="1453561"/>
                  </a:lnTo>
                  <a:lnTo>
                    <a:pt x="1083049" y="1453553"/>
                  </a:lnTo>
                  <a:lnTo>
                    <a:pt x="1083058" y="1453540"/>
                  </a:lnTo>
                  <a:lnTo>
                    <a:pt x="1083066" y="1453525"/>
                  </a:lnTo>
                  <a:lnTo>
                    <a:pt x="1083073" y="1453509"/>
                  </a:lnTo>
                  <a:lnTo>
                    <a:pt x="1083076" y="1453490"/>
                  </a:lnTo>
                  <a:lnTo>
                    <a:pt x="1083080" y="1453466"/>
                  </a:lnTo>
                  <a:lnTo>
                    <a:pt x="1083082" y="1453437"/>
                  </a:lnTo>
                  <a:lnTo>
                    <a:pt x="1083087" y="1453424"/>
                  </a:lnTo>
                  <a:lnTo>
                    <a:pt x="1083093" y="1453410"/>
                  </a:lnTo>
                  <a:lnTo>
                    <a:pt x="1083111" y="1453383"/>
                  </a:lnTo>
                  <a:lnTo>
                    <a:pt x="1083123" y="1453366"/>
                  </a:lnTo>
                  <a:lnTo>
                    <a:pt x="1083131" y="1453353"/>
                  </a:lnTo>
                  <a:lnTo>
                    <a:pt x="1083146" y="1453319"/>
                  </a:lnTo>
                  <a:lnTo>
                    <a:pt x="1083157" y="1453285"/>
                  </a:lnTo>
                  <a:lnTo>
                    <a:pt x="1083170" y="1453255"/>
                  </a:lnTo>
                  <a:lnTo>
                    <a:pt x="1083177" y="1453241"/>
                  </a:lnTo>
                  <a:lnTo>
                    <a:pt x="1083186" y="1453233"/>
                  </a:lnTo>
                  <a:lnTo>
                    <a:pt x="1083195" y="1453225"/>
                  </a:lnTo>
                  <a:lnTo>
                    <a:pt x="1083215" y="1453215"/>
                  </a:lnTo>
                  <a:lnTo>
                    <a:pt x="1083229" y="1453205"/>
                  </a:lnTo>
                  <a:lnTo>
                    <a:pt x="1083240" y="1453197"/>
                  </a:lnTo>
                  <a:lnTo>
                    <a:pt x="1083266" y="1453173"/>
                  </a:lnTo>
                  <a:lnTo>
                    <a:pt x="1083284" y="1453159"/>
                  </a:lnTo>
                  <a:lnTo>
                    <a:pt x="1083305" y="1453149"/>
                  </a:lnTo>
                  <a:lnTo>
                    <a:pt x="1083316" y="1453145"/>
                  </a:lnTo>
                  <a:lnTo>
                    <a:pt x="1083337" y="1453140"/>
                  </a:lnTo>
                  <a:lnTo>
                    <a:pt x="1083366" y="1453130"/>
                  </a:lnTo>
                  <a:lnTo>
                    <a:pt x="1083380" y="1453123"/>
                  </a:lnTo>
                  <a:lnTo>
                    <a:pt x="1083392" y="1453118"/>
                  </a:lnTo>
                  <a:lnTo>
                    <a:pt x="1083402" y="1453116"/>
                  </a:lnTo>
                  <a:lnTo>
                    <a:pt x="1083413" y="1453121"/>
                  </a:lnTo>
                  <a:lnTo>
                    <a:pt x="1083425" y="1453131"/>
                  </a:lnTo>
                  <a:lnTo>
                    <a:pt x="1083440" y="1453144"/>
                  </a:lnTo>
                  <a:lnTo>
                    <a:pt x="1083453" y="1453151"/>
                  </a:lnTo>
                  <a:lnTo>
                    <a:pt x="1083479" y="1453156"/>
                  </a:lnTo>
                  <a:lnTo>
                    <a:pt x="1083503" y="1453158"/>
                  </a:lnTo>
                  <a:lnTo>
                    <a:pt x="1083536" y="1453158"/>
                  </a:lnTo>
                  <a:lnTo>
                    <a:pt x="1083567" y="1453151"/>
                  </a:lnTo>
                  <a:lnTo>
                    <a:pt x="1083589" y="1453141"/>
                  </a:lnTo>
                  <a:lnTo>
                    <a:pt x="1083616" y="1453125"/>
                  </a:lnTo>
                  <a:lnTo>
                    <a:pt x="1083635" y="1453112"/>
                  </a:lnTo>
                  <a:lnTo>
                    <a:pt x="1083653" y="1453096"/>
                  </a:lnTo>
                  <a:lnTo>
                    <a:pt x="1083667" y="1453082"/>
                  </a:lnTo>
                  <a:lnTo>
                    <a:pt x="1083678" y="1453071"/>
                  </a:lnTo>
                  <a:lnTo>
                    <a:pt x="1083691" y="1453062"/>
                  </a:lnTo>
                  <a:lnTo>
                    <a:pt x="1083704" y="1453055"/>
                  </a:lnTo>
                  <a:lnTo>
                    <a:pt x="1083720" y="1453049"/>
                  </a:lnTo>
                  <a:lnTo>
                    <a:pt x="1083731" y="1453046"/>
                  </a:lnTo>
                  <a:lnTo>
                    <a:pt x="1083744" y="1453046"/>
                  </a:lnTo>
                  <a:lnTo>
                    <a:pt x="1083766" y="1453049"/>
                  </a:lnTo>
                  <a:lnTo>
                    <a:pt x="1083771" y="1453046"/>
                  </a:lnTo>
                  <a:lnTo>
                    <a:pt x="1083773" y="1453039"/>
                  </a:lnTo>
                  <a:lnTo>
                    <a:pt x="1083780" y="1453020"/>
                  </a:lnTo>
                  <a:lnTo>
                    <a:pt x="1083784" y="1452995"/>
                  </a:lnTo>
                  <a:lnTo>
                    <a:pt x="1083788" y="1452990"/>
                  </a:lnTo>
                  <a:lnTo>
                    <a:pt x="1083793" y="1452987"/>
                  </a:lnTo>
                  <a:lnTo>
                    <a:pt x="1083800" y="1452987"/>
                  </a:lnTo>
                  <a:lnTo>
                    <a:pt x="1083813" y="1452989"/>
                  </a:lnTo>
                  <a:lnTo>
                    <a:pt x="1083826" y="1452993"/>
                  </a:lnTo>
                  <a:lnTo>
                    <a:pt x="1083845" y="1452997"/>
                  </a:lnTo>
                  <a:lnTo>
                    <a:pt x="1083852" y="1452997"/>
                  </a:lnTo>
                  <a:lnTo>
                    <a:pt x="1083860" y="1452992"/>
                  </a:lnTo>
                  <a:lnTo>
                    <a:pt x="1083878" y="1452975"/>
                  </a:lnTo>
                  <a:lnTo>
                    <a:pt x="1083945" y="1452897"/>
                  </a:lnTo>
                  <a:lnTo>
                    <a:pt x="1083991" y="1452838"/>
                  </a:lnTo>
                  <a:lnTo>
                    <a:pt x="1084016" y="1452799"/>
                  </a:lnTo>
                  <a:lnTo>
                    <a:pt x="1084037" y="1452770"/>
                  </a:lnTo>
                  <a:lnTo>
                    <a:pt x="1084042" y="1452760"/>
                  </a:lnTo>
                  <a:lnTo>
                    <a:pt x="1084044" y="1452752"/>
                  </a:lnTo>
                  <a:lnTo>
                    <a:pt x="1084045" y="1452742"/>
                  </a:lnTo>
                  <a:lnTo>
                    <a:pt x="1084047" y="1452736"/>
                  </a:lnTo>
                  <a:lnTo>
                    <a:pt x="1084049" y="1452715"/>
                  </a:lnTo>
                  <a:lnTo>
                    <a:pt x="1084051" y="1452705"/>
                  </a:lnTo>
                  <a:lnTo>
                    <a:pt x="1084056" y="1452691"/>
                  </a:lnTo>
                  <a:lnTo>
                    <a:pt x="1084075" y="1452651"/>
                  </a:lnTo>
                  <a:lnTo>
                    <a:pt x="1084099" y="1452602"/>
                  </a:lnTo>
                  <a:lnTo>
                    <a:pt x="1084104" y="1452589"/>
                  </a:lnTo>
                  <a:lnTo>
                    <a:pt x="1084110" y="1452582"/>
                  </a:lnTo>
                  <a:lnTo>
                    <a:pt x="1084124" y="1452575"/>
                  </a:lnTo>
                  <a:lnTo>
                    <a:pt x="1084135" y="1452563"/>
                  </a:lnTo>
                  <a:lnTo>
                    <a:pt x="1084151" y="1452544"/>
                  </a:lnTo>
                  <a:lnTo>
                    <a:pt x="1084164" y="1452529"/>
                  </a:lnTo>
                  <a:lnTo>
                    <a:pt x="1084178" y="1452516"/>
                  </a:lnTo>
                  <a:lnTo>
                    <a:pt x="1084196" y="1452499"/>
                  </a:lnTo>
                  <a:lnTo>
                    <a:pt x="1084218" y="1452481"/>
                  </a:lnTo>
                  <a:lnTo>
                    <a:pt x="1084228" y="1452471"/>
                  </a:lnTo>
                  <a:lnTo>
                    <a:pt x="1084240" y="1452451"/>
                  </a:lnTo>
                  <a:lnTo>
                    <a:pt x="1084256" y="1452430"/>
                  </a:lnTo>
                  <a:lnTo>
                    <a:pt x="1084275" y="1452414"/>
                  </a:lnTo>
                  <a:lnTo>
                    <a:pt x="1084303" y="1452390"/>
                  </a:lnTo>
                  <a:lnTo>
                    <a:pt x="1084306" y="1452381"/>
                  </a:lnTo>
                  <a:lnTo>
                    <a:pt x="1084313" y="1452363"/>
                  </a:lnTo>
                  <a:lnTo>
                    <a:pt x="1084309" y="1452346"/>
                  </a:lnTo>
                  <a:lnTo>
                    <a:pt x="1084308" y="1452336"/>
                  </a:lnTo>
                  <a:lnTo>
                    <a:pt x="1084309" y="1452322"/>
                  </a:lnTo>
                  <a:lnTo>
                    <a:pt x="1084311" y="1452310"/>
                  </a:lnTo>
                  <a:lnTo>
                    <a:pt x="1084316" y="1452294"/>
                  </a:lnTo>
                  <a:lnTo>
                    <a:pt x="1084320" y="1452279"/>
                  </a:lnTo>
                  <a:lnTo>
                    <a:pt x="1084320" y="1452266"/>
                  </a:lnTo>
                  <a:lnTo>
                    <a:pt x="1084321" y="1452255"/>
                  </a:lnTo>
                  <a:lnTo>
                    <a:pt x="1084326" y="1452242"/>
                  </a:lnTo>
                  <a:lnTo>
                    <a:pt x="1084330" y="1452220"/>
                  </a:lnTo>
                  <a:lnTo>
                    <a:pt x="1084332" y="1452195"/>
                  </a:lnTo>
                  <a:lnTo>
                    <a:pt x="1084330" y="1452175"/>
                  </a:lnTo>
                  <a:lnTo>
                    <a:pt x="1084325" y="1452154"/>
                  </a:lnTo>
                  <a:lnTo>
                    <a:pt x="1084324" y="1452146"/>
                  </a:lnTo>
                  <a:lnTo>
                    <a:pt x="1084328" y="1452133"/>
                  </a:lnTo>
                  <a:lnTo>
                    <a:pt x="1084346" y="1452100"/>
                  </a:lnTo>
                  <a:lnTo>
                    <a:pt x="1084354" y="1452076"/>
                  </a:lnTo>
                  <a:lnTo>
                    <a:pt x="1084356" y="1452056"/>
                  </a:lnTo>
                  <a:lnTo>
                    <a:pt x="1084357" y="1452024"/>
                  </a:lnTo>
                  <a:lnTo>
                    <a:pt x="1084356" y="1452007"/>
                  </a:lnTo>
                  <a:lnTo>
                    <a:pt x="1084352" y="1451980"/>
                  </a:lnTo>
                  <a:lnTo>
                    <a:pt x="1084347" y="1451949"/>
                  </a:lnTo>
                  <a:lnTo>
                    <a:pt x="1084346" y="1451933"/>
                  </a:lnTo>
                  <a:lnTo>
                    <a:pt x="1084352" y="1451910"/>
                  </a:lnTo>
                  <a:lnTo>
                    <a:pt x="1084357" y="1451896"/>
                  </a:lnTo>
                  <a:lnTo>
                    <a:pt x="1084357" y="1451866"/>
                  </a:lnTo>
                  <a:lnTo>
                    <a:pt x="1084355" y="1451845"/>
                  </a:lnTo>
                  <a:lnTo>
                    <a:pt x="1084352" y="1451829"/>
                  </a:lnTo>
                  <a:lnTo>
                    <a:pt x="1084351" y="1451811"/>
                  </a:lnTo>
                  <a:lnTo>
                    <a:pt x="1084349" y="1451783"/>
                  </a:lnTo>
                  <a:lnTo>
                    <a:pt x="1084336" y="1451755"/>
                  </a:lnTo>
                  <a:lnTo>
                    <a:pt x="1084316" y="1451729"/>
                  </a:lnTo>
                  <a:lnTo>
                    <a:pt x="1084285" y="1451704"/>
                  </a:lnTo>
                  <a:lnTo>
                    <a:pt x="1084261" y="1451687"/>
                  </a:lnTo>
                  <a:lnTo>
                    <a:pt x="1084243" y="1451675"/>
                  </a:lnTo>
                  <a:lnTo>
                    <a:pt x="1084231" y="1451667"/>
                  </a:lnTo>
                  <a:lnTo>
                    <a:pt x="1084211" y="1451663"/>
                  </a:lnTo>
                  <a:lnTo>
                    <a:pt x="1084193" y="1451656"/>
                  </a:lnTo>
                  <a:lnTo>
                    <a:pt x="1084180" y="1451649"/>
                  </a:lnTo>
                  <a:lnTo>
                    <a:pt x="1084164" y="1451636"/>
                  </a:lnTo>
                  <a:lnTo>
                    <a:pt x="1084156" y="1451630"/>
                  </a:lnTo>
                  <a:lnTo>
                    <a:pt x="1084146" y="1451626"/>
                  </a:lnTo>
                  <a:lnTo>
                    <a:pt x="1084130" y="1451619"/>
                  </a:lnTo>
                  <a:lnTo>
                    <a:pt x="1084117" y="1451609"/>
                  </a:lnTo>
                  <a:lnTo>
                    <a:pt x="1084093" y="1451591"/>
                  </a:lnTo>
                  <a:lnTo>
                    <a:pt x="1084068" y="1451571"/>
                  </a:lnTo>
                  <a:lnTo>
                    <a:pt x="1084048" y="1451554"/>
                  </a:lnTo>
                  <a:lnTo>
                    <a:pt x="1084030" y="1451545"/>
                  </a:lnTo>
                  <a:lnTo>
                    <a:pt x="1084016" y="1451542"/>
                  </a:lnTo>
                  <a:lnTo>
                    <a:pt x="1083995" y="1451537"/>
                  </a:lnTo>
                  <a:lnTo>
                    <a:pt x="1083971" y="1451524"/>
                  </a:lnTo>
                  <a:lnTo>
                    <a:pt x="1083950" y="1451509"/>
                  </a:lnTo>
                  <a:lnTo>
                    <a:pt x="1083927" y="1451492"/>
                  </a:lnTo>
                  <a:lnTo>
                    <a:pt x="1083894" y="1451468"/>
                  </a:lnTo>
                  <a:lnTo>
                    <a:pt x="1083847" y="1451436"/>
                  </a:lnTo>
                  <a:lnTo>
                    <a:pt x="1083818" y="1451418"/>
                  </a:lnTo>
                  <a:lnTo>
                    <a:pt x="1083784" y="1451405"/>
                  </a:lnTo>
                  <a:lnTo>
                    <a:pt x="1083741" y="1451395"/>
                  </a:lnTo>
                  <a:lnTo>
                    <a:pt x="1083685" y="1451382"/>
                  </a:lnTo>
                  <a:lnTo>
                    <a:pt x="1083616" y="1451365"/>
                  </a:lnTo>
                  <a:lnTo>
                    <a:pt x="1083593" y="1451360"/>
                  </a:lnTo>
                  <a:lnTo>
                    <a:pt x="1083572" y="1451352"/>
                  </a:lnTo>
                  <a:lnTo>
                    <a:pt x="1083551" y="1451344"/>
                  </a:lnTo>
                  <a:lnTo>
                    <a:pt x="1083528" y="1451328"/>
                  </a:lnTo>
                  <a:lnTo>
                    <a:pt x="1083503" y="1451312"/>
                  </a:lnTo>
                  <a:lnTo>
                    <a:pt x="1083471" y="1451294"/>
                  </a:lnTo>
                  <a:lnTo>
                    <a:pt x="1083435" y="1451280"/>
                  </a:lnTo>
                  <a:lnTo>
                    <a:pt x="1083397" y="1451271"/>
                  </a:lnTo>
                  <a:lnTo>
                    <a:pt x="1083347" y="1451265"/>
                  </a:lnTo>
                  <a:lnTo>
                    <a:pt x="1083262" y="1451267"/>
                  </a:lnTo>
                  <a:lnTo>
                    <a:pt x="1083233" y="1451267"/>
                  </a:lnTo>
                  <a:lnTo>
                    <a:pt x="1083213" y="1451263"/>
                  </a:lnTo>
                  <a:lnTo>
                    <a:pt x="1083199" y="1451260"/>
                  </a:lnTo>
                  <a:lnTo>
                    <a:pt x="1083193" y="1451254"/>
                  </a:lnTo>
                  <a:lnTo>
                    <a:pt x="1083189" y="1451247"/>
                  </a:lnTo>
                  <a:lnTo>
                    <a:pt x="1083182" y="1451234"/>
                  </a:lnTo>
                  <a:lnTo>
                    <a:pt x="1083170" y="1451213"/>
                  </a:lnTo>
                  <a:lnTo>
                    <a:pt x="1083149" y="1451191"/>
                  </a:lnTo>
                  <a:lnTo>
                    <a:pt x="1083124" y="1451164"/>
                  </a:lnTo>
                  <a:lnTo>
                    <a:pt x="1083102" y="1451148"/>
                  </a:lnTo>
                  <a:lnTo>
                    <a:pt x="1083083" y="1451138"/>
                  </a:lnTo>
                  <a:lnTo>
                    <a:pt x="1083064" y="1451128"/>
                  </a:lnTo>
                  <a:lnTo>
                    <a:pt x="1083057" y="1451122"/>
                  </a:lnTo>
                  <a:lnTo>
                    <a:pt x="1083046" y="1451112"/>
                  </a:lnTo>
                  <a:lnTo>
                    <a:pt x="1083033" y="1451104"/>
                  </a:lnTo>
                  <a:lnTo>
                    <a:pt x="1083021" y="1451100"/>
                  </a:lnTo>
                  <a:lnTo>
                    <a:pt x="1083014" y="1451094"/>
                  </a:lnTo>
                  <a:lnTo>
                    <a:pt x="1083008" y="1451089"/>
                  </a:lnTo>
                  <a:lnTo>
                    <a:pt x="1082998" y="1451072"/>
                  </a:lnTo>
                  <a:lnTo>
                    <a:pt x="1082984" y="1451055"/>
                  </a:lnTo>
                  <a:lnTo>
                    <a:pt x="1082965" y="1451036"/>
                  </a:lnTo>
                  <a:lnTo>
                    <a:pt x="1082938" y="1451021"/>
                  </a:lnTo>
                  <a:lnTo>
                    <a:pt x="1082907" y="1451012"/>
                  </a:lnTo>
                  <a:lnTo>
                    <a:pt x="1082867" y="1451010"/>
                  </a:lnTo>
                  <a:lnTo>
                    <a:pt x="1082847" y="1451009"/>
                  </a:lnTo>
                  <a:lnTo>
                    <a:pt x="1082833" y="1451008"/>
                  </a:lnTo>
                  <a:lnTo>
                    <a:pt x="1082799" y="1450991"/>
                  </a:lnTo>
                  <a:lnTo>
                    <a:pt x="1082767" y="1450979"/>
                  </a:lnTo>
                  <a:lnTo>
                    <a:pt x="1082753" y="1450970"/>
                  </a:lnTo>
                  <a:lnTo>
                    <a:pt x="1082747" y="1450962"/>
                  </a:lnTo>
                  <a:lnTo>
                    <a:pt x="1082735" y="1450950"/>
                  </a:lnTo>
                  <a:lnTo>
                    <a:pt x="1082719" y="1450940"/>
                  </a:lnTo>
                  <a:lnTo>
                    <a:pt x="1082702" y="1450931"/>
                  </a:lnTo>
                  <a:lnTo>
                    <a:pt x="1082683" y="1450924"/>
                  </a:lnTo>
                  <a:lnTo>
                    <a:pt x="1082663" y="1450919"/>
                  </a:lnTo>
                  <a:lnTo>
                    <a:pt x="1082643" y="1450913"/>
                  </a:lnTo>
                  <a:lnTo>
                    <a:pt x="1082637" y="1450907"/>
                  </a:lnTo>
                  <a:lnTo>
                    <a:pt x="1082629" y="1450898"/>
                  </a:lnTo>
                  <a:lnTo>
                    <a:pt x="1082627" y="1450891"/>
                  </a:lnTo>
                  <a:lnTo>
                    <a:pt x="1082621" y="1450870"/>
                  </a:lnTo>
                  <a:lnTo>
                    <a:pt x="1082617" y="1450848"/>
                  </a:lnTo>
                  <a:lnTo>
                    <a:pt x="1082605" y="1450818"/>
                  </a:lnTo>
                  <a:lnTo>
                    <a:pt x="1082593" y="1450790"/>
                  </a:lnTo>
                  <a:lnTo>
                    <a:pt x="1082582" y="1450774"/>
                  </a:lnTo>
                  <a:lnTo>
                    <a:pt x="1082564" y="1450726"/>
                  </a:lnTo>
                  <a:lnTo>
                    <a:pt x="1082553" y="1450693"/>
                  </a:lnTo>
                  <a:lnTo>
                    <a:pt x="1082534" y="1450662"/>
                  </a:lnTo>
                  <a:lnTo>
                    <a:pt x="1082516" y="1450635"/>
                  </a:lnTo>
                  <a:lnTo>
                    <a:pt x="1082501" y="1450612"/>
                  </a:lnTo>
                  <a:lnTo>
                    <a:pt x="1082478" y="1450587"/>
                  </a:lnTo>
                  <a:lnTo>
                    <a:pt x="1082461" y="1450574"/>
                  </a:lnTo>
                  <a:lnTo>
                    <a:pt x="1082445" y="1450565"/>
                  </a:lnTo>
                  <a:lnTo>
                    <a:pt x="1082437" y="1450557"/>
                  </a:lnTo>
                  <a:lnTo>
                    <a:pt x="1082434" y="1450549"/>
                  </a:lnTo>
                  <a:lnTo>
                    <a:pt x="1082433" y="1450540"/>
                  </a:lnTo>
                  <a:lnTo>
                    <a:pt x="1082436" y="1450529"/>
                  </a:lnTo>
                  <a:lnTo>
                    <a:pt x="1082444" y="1450512"/>
                  </a:lnTo>
                  <a:lnTo>
                    <a:pt x="1082450" y="1450499"/>
                  </a:lnTo>
                  <a:lnTo>
                    <a:pt x="1082455" y="1450480"/>
                  </a:lnTo>
                  <a:lnTo>
                    <a:pt x="1082461" y="1450461"/>
                  </a:lnTo>
                  <a:lnTo>
                    <a:pt x="1082465" y="1450447"/>
                  </a:lnTo>
                  <a:lnTo>
                    <a:pt x="1082467" y="1450434"/>
                  </a:lnTo>
                  <a:lnTo>
                    <a:pt x="1082474" y="1450411"/>
                  </a:lnTo>
                  <a:lnTo>
                    <a:pt x="1082477" y="1450397"/>
                  </a:lnTo>
                  <a:lnTo>
                    <a:pt x="1082477" y="1450384"/>
                  </a:lnTo>
                  <a:lnTo>
                    <a:pt x="1082474" y="1450368"/>
                  </a:lnTo>
                  <a:lnTo>
                    <a:pt x="1082473" y="1450350"/>
                  </a:lnTo>
                  <a:lnTo>
                    <a:pt x="1082473" y="1450335"/>
                  </a:lnTo>
                  <a:lnTo>
                    <a:pt x="1082474" y="1450323"/>
                  </a:lnTo>
                  <a:lnTo>
                    <a:pt x="1082481" y="1450308"/>
                  </a:lnTo>
                  <a:lnTo>
                    <a:pt x="1082486" y="1450293"/>
                  </a:lnTo>
                  <a:lnTo>
                    <a:pt x="1082491" y="1450275"/>
                  </a:lnTo>
                  <a:lnTo>
                    <a:pt x="1082494" y="1450264"/>
                  </a:lnTo>
                  <a:lnTo>
                    <a:pt x="1082494" y="1450250"/>
                  </a:lnTo>
                  <a:lnTo>
                    <a:pt x="1082490" y="1450231"/>
                  </a:lnTo>
                  <a:lnTo>
                    <a:pt x="1082486" y="1450189"/>
                  </a:lnTo>
                  <a:lnTo>
                    <a:pt x="1082482" y="1450164"/>
                  </a:lnTo>
                  <a:lnTo>
                    <a:pt x="1082475" y="1450143"/>
                  </a:lnTo>
                  <a:lnTo>
                    <a:pt x="1082468" y="1450130"/>
                  </a:lnTo>
                  <a:lnTo>
                    <a:pt x="1082467" y="1450112"/>
                  </a:lnTo>
                  <a:lnTo>
                    <a:pt x="1082467" y="1450104"/>
                  </a:lnTo>
                  <a:lnTo>
                    <a:pt x="1082469" y="1450096"/>
                  </a:lnTo>
                  <a:lnTo>
                    <a:pt x="1082470" y="1450080"/>
                  </a:lnTo>
                  <a:lnTo>
                    <a:pt x="1082470" y="1450057"/>
                  </a:lnTo>
                  <a:lnTo>
                    <a:pt x="1082464" y="1450034"/>
                  </a:lnTo>
                  <a:lnTo>
                    <a:pt x="1082459" y="1450015"/>
                  </a:lnTo>
                  <a:lnTo>
                    <a:pt x="1082444" y="1449990"/>
                  </a:lnTo>
                  <a:lnTo>
                    <a:pt x="1082429" y="1449964"/>
                  </a:lnTo>
                  <a:lnTo>
                    <a:pt x="1082411" y="1449931"/>
                  </a:lnTo>
                  <a:lnTo>
                    <a:pt x="1082404" y="1449909"/>
                  </a:lnTo>
                  <a:lnTo>
                    <a:pt x="1082397" y="1449880"/>
                  </a:lnTo>
                  <a:lnTo>
                    <a:pt x="1082391" y="1449852"/>
                  </a:lnTo>
                  <a:lnTo>
                    <a:pt x="1082388" y="1449830"/>
                  </a:lnTo>
                  <a:lnTo>
                    <a:pt x="1082383" y="1449798"/>
                  </a:lnTo>
                  <a:lnTo>
                    <a:pt x="1082377" y="1449763"/>
                  </a:lnTo>
                  <a:lnTo>
                    <a:pt x="1082365" y="1449726"/>
                  </a:lnTo>
                  <a:lnTo>
                    <a:pt x="1082361" y="1449712"/>
                  </a:lnTo>
                  <a:lnTo>
                    <a:pt x="1082353" y="1449691"/>
                  </a:lnTo>
                  <a:lnTo>
                    <a:pt x="1082356" y="1449668"/>
                  </a:lnTo>
                  <a:lnTo>
                    <a:pt x="1082333" y="1449612"/>
                  </a:lnTo>
                  <a:lnTo>
                    <a:pt x="1082308" y="1449538"/>
                  </a:lnTo>
                  <a:lnTo>
                    <a:pt x="1082293" y="1449501"/>
                  </a:lnTo>
                  <a:lnTo>
                    <a:pt x="1082288" y="1449493"/>
                  </a:lnTo>
                  <a:lnTo>
                    <a:pt x="1082290" y="1449486"/>
                  </a:lnTo>
                  <a:lnTo>
                    <a:pt x="1082290" y="1449476"/>
                  </a:lnTo>
                  <a:lnTo>
                    <a:pt x="1082291" y="1449466"/>
                  </a:lnTo>
                  <a:lnTo>
                    <a:pt x="1082294" y="1449457"/>
                  </a:lnTo>
                  <a:lnTo>
                    <a:pt x="1082300" y="1449446"/>
                  </a:lnTo>
                  <a:lnTo>
                    <a:pt x="1082311" y="1449434"/>
                  </a:lnTo>
                  <a:lnTo>
                    <a:pt x="1082323" y="1449417"/>
                  </a:lnTo>
                  <a:lnTo>
                    <a:pt x="1082330" y="1449397"/>
                  </a:lnTo>
                  <a:lnTo>
                    <a:pt x="1082331" y="1449380"/>
                  </a:lnTo>
                  <a:lnTo>
                    <a:pt x="1082327" y="1449375"/>
                  </a:lnTo>
                  <a:lnTo>
                    <a:pt x="1082320" y="1449371"/>
                  </a:lnTo>
                  <a:lnTo>
                    <a:pt x="1082307" y="1449355"/>
                  </a:lnTo>
                  <a:lnTo>
                    <a:pt x="1082312" y="1449346"/>
                  </a:lnTo>
                  <a:lnTo>
                    <a:pt x="1082312" y="1449336"/>
                  </a:lnTo>
                  <a:lnTo>
                    <a:pt x="1082311" y="1449328"/>
                  </a:lnTo>
                  <a:lnTo>
                    <a:pt x="1082307" y="1449322"/>
                  </a:lnTo>
                  <a:lnTo>
                    <a:pt x="1082298" y="1449310"/>
                  </a:lnTo>
                  <a:lnTo>
                    <a:pt x="1082285" y="1449296"/>
                  </a:lnTo>
                  <a:lnTo>
                    <a:pt x="1082274" y="1449285"/>
                  </a:lnTo>
                  <a:lnTo>
                    <a:pt x="1082262" y="1449274"/>
                  </a:lnTo>
                  <a:lnTo>
                    <a:pt x="1082243" y="1449260"/>
                  </a:lnTo>
                  <a:lnTo>
                    <a:pt x="1082225" y="1449252"/>
                  </a:lnTo>
                  <a:lnTo>
                    <a:pt x="1082201" y="1449244"/>
                  </a:lnTo>
                  <a:lnTo>
                    <a:pt x="1082186" y="1449238"/>
                  </a:lnTo>
                  <a:lnTo>
                    <a:pt x="1082175" y="1449228"/>
                  </a:lnTo>
                  <a:lnTo>
                    <a:pt x="1082168" y="1449216"/>
                  </a:lnTo>
                  <a:lnTo>
                    <a:pt x="1082158" y="1449198"/>
                  </a:lnTo>
                  <a:lnTo>
                    <a:pt x="1082150" y="1449175"/>
                  </a:lnTo>
                  <a:lnTo>
                    <a:pt x="1082144" y="1449161"/>
                  </a:lnTo>
                  <a:lnTo>
                    <a:pt x="1082140" y="1449134"/>
                  </a:lnTo>
                  <a:lnTo>
                    <a:pt x="1082137" y="1449090"/>
                  </a:lnTo>
                  <a:lnTo>
                    <a:pt x="1082135" y="1449078"/>
                  </a:lnTo>
                  <a:lnTo>
                    <a:pt x="1082129" y="1449063"/>
                  </a:lnTo>
                  <a:lnTo>
                    <a:pt x="1082127" y="1449056"/>
                  </a:lnTo>
                  <a:lnTo>
                    <a:pt x="1082131" y="1449009"/>
                  </a:lnTo>
                  <a:lnTo>
                    <a:pt x="1082133" y="1448973"/>
                  </a:lnTo>
                  <a:lnTo>
                    <a:pt x="1082146" y="1448855"/>
                  </a:lnTo>
                  <a:lnTo>
                    <a:pt x="1082149" y="1448812"/>
                  </a:lnTo>
                  <a:lnTo>
                    <a:pt x="1082156" y="1448738"/>
                  </a:lnTo>
                  <a:lnTo>
                    <a:pt x="1082158" y="1448710"/>
                  </a:lnTo>
                  <a:lnTo>
                    <a:pt x="1082163" y="1448669"/>
                  </a:lnTo>
                  <a:lnTo>
                    <a:pt x="1082167" y="1448639"/>
                  </a:lnTo>
                  <a:lnTo>
                    <a:pt x="1082164" y="1448634"/>
                  </a:lnTo>
                  <a:lnTo>
                    <a:pt x="1082137" y="1448629"/>
                  </a:lnTo>
                  <a:lnTo>
                    <a:pt x="1082120" y="1448625"/>
                  </a:lnTo>
                  <a:lnTo>
                    <a:pt x="1082121" y="1448610"/>
                  </a:lnTo>
                  <a:lnTo>
                    <a:pt x="1082125" y="1448595"/>
                  </a:lnTo>
                  <a:lnTo>
                    <a:pt x="1082127" y="1448585"/>
                  </a:lnTo>
                  <a:lnTo>
                    <a:pt x="1082126" y="1448575"/>
                  </a:lnTo>
                  <a:lnTo>
                    <a:pt x="1082128" y="1448567"/>
                  </a:lnTo>
                  <a:lnTo>
                    <a:pt x="1082141" y="1448530"/>
                  </a:lnTo>
                  <a:lnTo>
                    <a:pt x="1082140" y="1448513"/>
                  </a:lnTo>
                  <a:lnTo>
                    <a:pt x="1082133" y="1448437"/>
                  </a:lnTo>
                  <a:lnTo>
                    <a:pt x="1082129" y="1448416"/>
                  </a:lnTo>
                  <a:lnTo>
                    <a:pt x="1082126" y="1448407"/>
                  </a:lnTo>
                  <a:lnTo>
                    <a:pt x="1082119" y="1448400"/>
                  </a:lnTo>
                  <a:lnTo>
                    <a:pt x="1082085" y="1448382"/>
                  </a:lnTo>
                  <a:lnTo>
                    <a:pt x="1082058" y="1448369"/>
                  </a:lnTo>
                  <a:lnTo>
                    <a:pt x="1082053" y="1448365"/>
                  </a:lnTo>
                  <a:lnTo>
                    <a:pt x="1082049" y="1448361"/>
                  </a:lnTo>
                  <a:lnTo>
                    <a:pt x="1082046" y="1448355"/>
                  </a:lnTo>
                  <a:lnTo>
                    <a:pt x="1082053" y="1448310"/>
                  </a:lnTo>
                  <a:lnTo>
                    <a:pt x="1082055" y="1448298"/>
                  </a:lnTo>
                  <a:lnTo>
                    <a:pt x="1082056" y="1448251"/>
                  </a:lnTo>
                  <a:lnTo>
                    <a:pt x="1082056" y="1448245"/>
                  </a:lnTo>
                  <a:lnTo>
                    <a:pt x="1082052" y="1448239"/>
                  </a:lnTo>
                  <a:lnTo>
                    <a:pt x="1082042" y="1448228"/>
                  </a:lnTo>
                  <a:lnTo>
                    <a:pt x="1082026" y="1448219"/>
                  </a:lnTo>
                  <a:lnTo>
                    <a:pt x="1082004" y="1448210"/>
                  </a:lnTo>
                  <a:lnTo>
                    <a:pt x="1081981" y="1448205"/>
                  </a:lnTo>
                  <a:lnTo>
                    <a:pt x="1081954" y="1448204"/>
                  </a:lnTo>
                  <a:lnTo>
                    <a:pt x="1081932" y="1448202"/>
                  </a:lnTo>
                  <a:lnTo>
                    <a:pt x="1081911" y="1448199"/>
                  </a:lnTo>
                  <a:lnTo>
                    <a:pt x="1081900" y="1448194"/>
                  </a:lnTo>
                  <a:lnTo>
                    <a:pt x="1081854" y="1448160"/>
                  </a:lnTo>
                  <a:lnTo>
                    <a:pt x="1081840" y="1448150"/>
                  </a:lnTo>
                  <a:lnTo>
                    <a:pt x="1081809" y="1448136"/>
                  </a:lnTo>
                  <a:lnTo>
                    <a:pt x="1081782" y="1448128"/>
                  </a:lnTo>
                  <a:lnTo>
                    <a:pt x="1081762" y="1448122"/>
                  </a:lnTo>
                  <a:lnTo>
                    <a:pt x="1081753" y="1448122"/>
                  </a:lnTo>
                  <a:lnTo>
                    <a:pt x="1081738" y="1448127"/>
                  </a:lnTo>
                  <a:lnTo>
                    <a:pt x="1081723" y="1448131"/>
                  </a:lnTo>
                  <a:lnTo>
                    <a:pt x="1081714" y="1448131"/>
                  </a:lnTo>
                  <a:lnTo>
                    <a:pt x="1081705" y="1448130"/>
                  </a:lnTo>
                  <a:lnTo>
                    <a:pt x="1081698" y="1448127"/>
                  </a:lnTo>
                  <a:lnTo>
                    <a:pt x="1081693" y="1448122"/>
                  </a:lnTo>
                  <a:lnTo>
                    <a:pt x="1081686" y="1448107"/>
                  </a:lnTo>
                  <a:lnTo>
                    <a:pt x="1081684" y="1448084"/>
                  </a:lnTo>
                  <a:lnTo>
                    <a:pt x="1081677" y="1448051"/>
                  </a:lnTo>
                  <a:lnTo>
                    <a:pt x="1081661" y="1448016"/>
                  </a:lnTo>
                  <a:lnTo>
                    <a:pt x="1081649" y="1448031"/>
                  </a:lnTo>
                  <a:lnTo>
                    <a:pt x="1081619" y="1448081"/>
                  </a:lnTo>
                  <a:lnTo>
                    <a:pt x="1081599" y="1448115"/>
                  </a:lnTo>
                  <a:lnTo>
                    <a:pt x="1081593" y="1448124"/>
                  </a:lnTo>
                  <a:lnTo>
                    <a:pt x="1081588" y="1448123"/>
                  </a:lnTo>
                  <a:lnTo>
                    <a:pt x="1081579" y="1448116"/>
                  </a:lnTo>
                  <a:lnTo>
                    <a:pt x="1081499" y="1448057"/>
                  </a:lnTo>
                  <a:lnTo>
                    <a:pt x="1081390" y="1447978"/>
                  </a:lnTo>
                  <a:lnTo>
                    <a:pt x="1081310" y="1447921"/>
                  </a:lnTo>
                  <a:lnTo>
                    <a:pt x="1081283" y="1447904"/>
                  </a:lnTo>
                  <a:lnTo>
                    <a:pt x="1081279" y="1447897"/>
                  </a:lnTo>
                  <a:lnTo>
                    <a:pt x="1081275" y="1447867"/>
                  </a:lnTo>
                  <a:lnTo>
                    <a:pt x="1081270" y="1447833"/>
                  </a:lnTo>
                  <a:lnTo>
                    <a:pt x="1081264" y="1447801"/>
                  </a:lnTo>
                  <a:lnTo>
                    <a:pt x="1081257" y="1447754"/>
                  </a:lnTo>
                  <a:lnTo>
                    <a:pt x="1081253" y="1447697"/>
                  </a:lnTo>
                  <a:lnTo>
                    <a:pt x="1081247" y="1447637"/>
                  </a:lnTo>
                  <a:lnTo>
                    <a:pt x="1081229" y="1447444"/>
                  </a:lnTo>
                  <a:lnTo>
                    <a:pt x="1081223" y="1447389"/>
                  </a:lnTo>
                  <a:lnTo>
                    <a:pt x="1081219" y="1447362"/>
                  </a:lnTo>
                  <a:lnTo>
                    <a:pt x="1081214" y="1447315"/>
                  </a:lnTo>
                  <a:lnTo>
                    <a:pt x="1081210" y="1447274"/>
                  </a:lnTo>
                  <a:lnTo>
                    <a:pt x="1081206" y="1447261"/>
                  </a:lnTo>
                  <a:lnTo>
                    <a:pt x="1081205" y="1447252"/>
                  </a:lnTo>
                  <a:lnTo>
                    <a:pt x="1081208" y="1447212"/>
                  </a:lnTo>
                  <a:lnTo>
                    <a:pt x="1081209" y="1447185"/>
                  </a:lnTo>
                  <a:lnTo>
                    <a:pt x="1081219" y="1447158"/>
                  </a:lnTo>
                  <a:lnTo>
                    <a:pt x="1081279" y="1447015"/>
                  </a:lnTo>
                  <a:lnTo>
                    <a:pt x="1081291" y="1446989"/>
                  </a:lnTo>
                  <a:lnTo>
                    <a:pt x="1081294" y="1446977"/>
                  </a:lnTo>
                  <a:lnTo>
                    <a:pt x="1081295" y="1446963"/>
                  </a:lnTo>
                  <a:lnTo>
                    <a:pt x="1081301" y="1446952"/>
                  </a:lnTo>
                  <a:lnTo>
                    <a:pt x="1081332" y="1446886"/>
                  </a:lnTo>
                  <a:lnTo>
                    <a:pt x="1081353" y="1446839"/>
                  </a:lnTo>
                  <a:lnTo>
                    <a:pt x="1081375" y="1446791"/>
                  </a:lnTo>
                  <a:lnTo>
                    <a:pt x="1081394" y="1446753"/>
                  </a:lnTo>
                  <a:lnTo>
                    <a:pt x="1081402" y="1446731"/>
                  </a:lnTo>
                  <a:lnTo>
                    <a:pt x="1081409" y="1446722"/>
                  </a:lnTo>
                  <a:lnTo>
                    <a:pt x="1081419" y="1446714"/>
                  </a:lnTo>
                  <a:lnTo>
                    <a:pt x="1081466" y="1446664"/>
                  </a:lnTo>
                  <a:lnTo>
                    <a:pt x="1081490" y="1446640"/>
                  </a:lnTo>
                  <a:lnTo>
                    <a:pt x="1081515" y="1446614"/>
                  </a:lnTo>
                  <a:lnTo>
                    <a:pt x="1081535" y="1446593"/>
                  </a:lnTo>
                  <a:lnTo>
                    <a:pt x="1081563" y="1446566"/>
                  </a:lnTo>
                  <a:lnTo>
                    <a:pt x="1081586" y="1446544"/>
                  </a:lnTo>
                  <a:lnTo>
                    <a:pt x="1081631" y="1446496"/>
                  </a:lnTo>
                  <a:lnTo>
                    <a:pt x="1081642" y="1446485"/>
                  </a:lnTo>
                  <a:lnTo>
                    <a:pt x="1081649" y="1446478"/>
                  </a:lnTo>
                  <a:lnTo>
                    <a:pt x="1081675" y="1446450"/>
                  </a:lnTo>
                  <a:lnTo>
                    <a:pt x="1081689" y="1446435"/>
                  </a:lnTo>
                  <a:lnTo>
                    <a:pt x="1081707" y="1446419"/>
                  </a:lnTo>
                  <a:lnTo>
                    <a:pt x="1081729" y="1446394"/>
                  </a:lnTo>
                  <a:lnTo>
                    <a:pt x="1081738" y="1446383"/>
                  </a:lnTo>
                  <a:lnTo>
                    <a:pt x="1081745" y="1446372"/>
                  </a:lnTo>
                  <a:lnTo>
                    <a:pt x="1081750" y="1446366"/>
                  </a:lnTo>
                  <a:lnTo>
                    <a:pt x="1081741" y="1446345"/>
                  </a:lnTo>
                  <a:lnTo>
                    <a:pt x="1081735" y="1446337"/>
                  </a:lnTo>
                  <a:lnTo>
                    <a:pt x="1081697" y="1446310"/>
                  </a:lnTo>
                  <a:lnTo>
                    <a:pt x="1081660" y="1446277"/>
                  </a:lnTo>
                  <a:lnTo>
                    <a:pt x="1081623" y="1446241"/>
                  </a:lnTo>
                  <a:lnTo>
                    <a:pt x="1081586" y="1446208"/>
                  </a:lnTo>
                  <a:lnTo>
                    <a:pt x="1081553" y="1446175"/>
                  </a:lnTo>
                  <a:lnTo>
                    <a:pt x="1081466" y="1446089"/>
                  </a:lnTo>
                  <a:lnTo>
                    <a:pt x="1081444" y="1446071"/>
                  </a:lnTo>
                  <a:lnTo>
                    <a:pt x="1081418" y="1446051"/>
                  </a:lnTo>
                  <a:lnTo>
                    <a:pt x="1081414" y="1446045"/>
                  </a:lnTo>
                  <a:lnTo>
                    <a:pt x="1081409" y="1446002"/>
                  </a:lnTo>
                  <a:lnTo>
                    <a:pt x="1081401" y="1445922"/>
                  </a:lnTo>
                  <a:lnTo>
                    <a:pt x="1081389" y="1445824"/>
                  </a:lnTo>
                  <a:lnTo>
                    <a:pt x="1081380" y="1445743"/>
                  </a:lnTo>
                  <a:lnTo>
                    <a:pt x="1081375" y="1445708"/>
                  </a:lnTo>
                  <a:lnTo>
                    <a:pt x="1081374" y="1445692"/>
                  </a:lnTo>
                  <a:lnTo>
                    <a:pt x="1081373" y="1445686"/>
                  </a:lnTo>
                  <a:lnTo>
                    <a:pt x="1081372" y="1445674"/>
                  </a:lnTo>
                  <a:lnTo>
                    <a:pt x="1081369" y="1445665"/>
                  </a:lnTo>
                  <a:lnTo>
                    <a:pt x="1081363" y="1445666"/>
                  </a:lnTo>
                  <a:lnTo>
                    <a:pt x="1081350" y="1445667"/>
                  </a:lnTo>
                  <a:lnTo>
                    <a:pt x="1081341" y="1445667"/>
                  </a:lnTo>
                  <a:lnTo>
                    <a:pt x="1081331" y="1445661"/>
                  </a:lnTo>
                  <a:lnTo>
                    <a:pt x="1081324" y="1445658"/>
                  </a:lnTo>
                  <a:lnTo>
                    <a:pt x="1081314" y="1445657"/>
                  </a:lnTo>
                  <a:lnTo>
                    <a:pt x="1081305" y="1445656"/>
                  </a:lnTo>
                  <a:lnTo>
                    <a:pt x="1081299" y="1445654"/>
                  </a:lnTo>
                  <a:lnTo>
                    <a:pt x="1081295" y="1445651"/>
                  </a:lnTo>
                  <a:lnTo>
                    <a:pt x="1081288" y="1445644"/>
                  </a:lnTo>
                  <a:lnTo>
                    <a:pt x="1081283" y="1445637"/>
                  </a:lnTo>
                  <a:lnTo>
                    <a:pt x="1081275" y="1445624"/>
                  </a:lnTo>
                  <a:lnTo>
                    <a:pt x="1081270" y="1445613"/>
                  </a:lnTo>
                  <a:lnTo>
                    <a:pt x="1081266" y="1445606"/>
                  </a:lnTo>
                  <a:lnTo>
                    <a:pt x="1081255" y="1445591"/>
                  </a:lnTo>
                  <a:lnTo>
                    <a:pt x="1081246" y="1445578"/>
                  </a:lnTo>
                  <a:lnTo>
                    <a:pt x="1081241" y="1445568"/>
                  </a:lnTo>
                  <a:lnTo>
                    <a:pt x="1081238" y="1445559"/>
                  </a:lnTo>
                  <a:lnTo>
                    <a:pt x="1081233" y="1445544"/>
                  </a:lnTo>
                  <a:lnTo>
                    <a:pt x="1081231" y="1445533"/>
                  </a:lnTo>
                  <a:lnTo>
                    <a:pt x="1081229" y="1445523"/>
                  </a:lnTo>
                  <a:lnTo>
                    <a:pt x="1081227" y="1445515"/>
                  </a:lnTo>
                  <a:lnTo>
                    <a:pt x="1081222" y="1445506"/>
                  </a:lnTo>
                  <a:lnTo>
                    <a:pt x="1081203" y="1445476"/>
                  </a:lnTo>
                  <a:lnTo>
                    <a:pt x="1081194" y="1445459"/>
                  </a:lnTo>
                  <a:lnTo>
                    <a:pt x="1081189" y="1445453"/>
                  </a:lnTo>
                  <a:lnTo>
                    <a:pt x="1081176" y="1445427"/>
                  </a:lnTo>
                  <a:lnTo>
                    <a:pt x="1081169" y="1445412"/>
                  </a:lnTo>
                  <a:lnTo>
                    <a:pt x="1081166" y="1445398"/>
                  </a:lnTo>
                  <a:lnTo>
                    <a:pt x="1081161" y="1445375"/>
                  </a:lnTo>
                  <a:lnTo>
                    <a:pt x="1081155" y="1445331"/>
                  </a:lnTo>
                  <a:lnTo>
                    <a:pt x="1081149" y="1445311"/>
                  </a:lnTo>
                  <a:lnTo>
                    <a:pt x="1081144" y="1445294"/>
                  </a:lnTo>
                  <a:lnTo>
                    <a:pt x="1081124" y="1445257"/>
                  </a:lnTo>
                  <a:lnTo>
                    <a:pt x="1081120" y="1445242"/>
                  </a:lnTo>
                  <a:lnTo>
                    <a:pt x="1081117" y="1445231"/>
                  </a:lnTo>
                  <a:lnTo>
                    <a:pt x="1081115" y="1445215"/>
                  </a:lnTo>
                  <a:lnTo>
                    <a:pt x="1081107" y="1445192"/>
                  </a:lnTo>
                  <a:lnTo>
                    <a:pt x="1081101" y="1445176"/>
                  </a:lnTo>
                  <a:lnTo>
                    <a:pt x="1081096" y="1445170"/>
                  </a:lnTo>
                  <a:lnTo>
                    <a:pt x="1081085" y="1445162"/>
                  </a:lnTo>
                  <a:lnTo>
                    <a:pt x="1081073" y="1445152"/>
                  </a:lnTo>
                  <a:lnTo>
                    <a:pt x="1081063" y="1445140"/>
                  </a:lnTo>
                  <a:lnTo>
                    <a:pt x="1081045" y="1445112"/>
                  </a:lnTo>
                  <a:lnTo>
                    <a:pt x="1081031" y="1445088"/>
                  </a:lnTo>
                  <a:lnTo>
                    <a:pt x="1081022" y="1445078"/>
                  </a:lnTo>
                  <a:lnTo>
                    <a:pt x="1081014" y="1445071"/>
                  </a:lnTo>
                  <a:lnTo>
                    <a:pt x="1081004" y="1445066"/>
                  </a:lnTo>
                  <a:lnTo>
                    <a:pt x="1080995" y="1445064"/>
                  </a:lnTo>
                  <a:lnTo>
                    <a:pt x="1080987" y="1445064"/>
                  </a:lnTo>
                  <a:lnTo>
                    <a:pt x="1080977" y="1445064"/>
                  </a:lnTo>
                  <a:lnTo>
                    <a:pt x="1080933" y="1445060"/>
                  </a:lnTo>
                  <a:lnTo>
                    <a:pt x="1080909" y="1445058"/>
                  </a:lnTo>
                  <a:lnTo>
                    <a:pt x="1080903" y="1445052"/>
                  </a:lnTo>
                  <a:lnTo>
                    <a:pt x="1080878" y="1445020"/>
                  </a:lnTo>
                  <a:lnTo>
                    <a:pt x="1080851" y="1444986"/>
                  </a:lnTo>
                  <a:lnTo>
                    <a:pt x="1080834" y="1444961"/>
                  </a:lnTo>
                  <a:lnTo>
                    <a:pt x="1080822" y="1444946"/>
                  </a:lnTo>
                  <a:lnTo>
                    <a:pt x="1080813" y="1444941"/>
                  </a:lnTo>
                  <a:lnTo>
                    <a:pt x="1080801" y="1444933"/>
                  </a:lnTo>
                  <a:lnTo>
                    <a:pt x="1080788" y="1444923"/>
                  </a:lnTo>
                  <a:lnTo>
                    <a:pt x="1080762" y="1444892"/>
                  </a:lnTo>
                  <a:lnTo>
                    <a:pt x="1080741" y="1444865"/>
                  </a:lnTo>
                  <a:lnTo>
                    <a:pt x="1080726" y="1444844"/>
                  </a:lnTo>
                  <a:lnTo>
                    <a:pt x="1080719" y="1444832"/>
                  </a:lnTo>
                  <a:lnTo>
                    <a:pt x="1080714" y="1444822"/>
                  </a:lnTo>
                  <a:lnTo>
                    <a:pt x="1080710" y="1444808"/>
                  </a:lnTo>
                  <a:lnTo>
                    <a:pt x="1080707" y="1444793"/>
                  </a:lnTo>
                  <a:lnTo>
                    <a:pt x="1080704" y="1444786"/>
                  </a:lnTo>
                  <a:lnTo>
                    <a:pt x="1080699" y="1444776"/>
                  </a:lnTo>
                  <a:lnTo>
                    <a:pt x="1080697" y="1444762"/>
                  </a:lnTo>
                  <a:lnTo>
                    <a:pt x="1080695" y="1444757"/>
                  </a:lnTo>
                  <a:lnTo>
                    <a:pt x="1080692" y="1444753"/>
                  </a:lnTo>
                  <a:lnTo>
                    <a:pt x="1080688" y="1444747"/>
                  </a:lnTo>
                  <a:lnTo>
                    <a:pt x="1080685" y="1444740"/>
                  </a:lnTo>
                  <a:lnTo>
                    <a:pt x="1080683" y="1444718"/>
                  </a:lnTo>
                  <a:lnTo>
                    <a:pt x="1080685" y="1444706"/>
                  </a:lnTo>
                  <a:lnTo>
                    <a:pt x="1080687" y="1444698"/>
                  </a:lnTo>
                  <a:lnTo>
                    <a:pt x="1080688" y="1444693"/>
                  </a:lnTo>
                  <a:lnTo>
                    <a:pt x="1080687" y="1444657"/>
                  </a:lnTo>
                  <a:lnTo>
                    <a:pt x="1080685" y="1444626"/>
                  </a:lnTo>
                  <a:lnTo>
                    <a:pt x="1080684" y="1444621"/>
                  </a:lnTo>
                  <a:lnTo>
                    <a:pt x="1080681" y="1444590"/>
                  </a:lnTo>
                  <a:lnTo>
                    <a:pt x="1080688" y="1444575"/>
                  </a:lnTo>
                  <a:lnTo>
                    <a:pt x="1080696" y="1444565"/>
                  </a:lnTo>
                  <a:lnTo>
                    <a:pt x="1080703" y="1444560"/>
                  </a:lnTo>
                  <a:lnTo>
                    <a:pt x="1080726" y="1444542"/>
                  </a:lnTo>
                  <a:lnTo>
                    <a:pt x="1080730" y="1444534"/>
                  </a:lnTo>
                  <a:lnTo>
                    <a:pt x="1080731" y="1444506"/>
                  </a:lnTo>
                  <a:lnTo>
                    <a:pt x="1080727" y="1444502"/>
                  </a:lnTo>
                  <a:lnTo>
                    <a:pt x="1080720" y="1444517"/>
                  </a:lnTo>
                  <a:lnTo>
                    <a:pt x="1080714" y="1444522"/>
                  </a:lnTo>
                  <a:lnTo>
                    <a:pt x="1080707" y="1444525"/>
                  </a:lnTo>
                  <a:lnTo>
                    <a:pt x="1080700" y="1444525"/>
                  </a:lnTo>
                  <a:lnTo>
                    <a:pt x="1080694" y="1444522"/>
                  </a:lnTo>
                  <a:lnTo>
                    <a:pt x="1080690" y="1444510"/>
                  </a:lnTo>
                  <a:lnTo>
                    <a:pt x="1080689" y="1444497"/>
                  </a:lnTo>
                  <a:lnTo>
                    <a:pt x="1080689" y="1444488"/>
                  </a:lnTo>
                  <a:lnTo>
                    <a:pt x="1080697" y="1444452"/>
                  </a:lnTo>
                  <a:lnTo>
                    <a:pt x="1080701" y="1444434"/>
                  </a:lnTo>
                  <a:lnTo>
                    <a:pt x="1080710" y="1444421"/>
                  </a:lnTo>
                  <a:lnTo>
                    <a:pt x="1080713" y="1444417"/>
                  </a:lnTo>
                  <a:lnTo>
                    <a:pt x="1080728" y="1444402"/>
                  </a:lnTo>
                  <a:lnTo>
                    <a:pt x="1080746" y="1444380"/>
                  </a:lnTo>
                  <a:lnTo>
                    <a:pt x="1080755" y="1444372"/>
                  </a:lnTo>
                  <a:lnTo>
                    <a:pt x="1080760" y="1444370"/>
                  </a:lnTo>
                  <a:lnTo>
                    <a:pt x="1080769" y="1444368"/>
                  </a:lnTo>
                  <a:lnTo>
                    <a:pt x="1080771" y="1444362"/>
                  </a:lnTo>
                  <a:lnTo>
                    <a:pt x="1080770" y="1444357"/>
                  </a:lnTo>
                  <a:lnTo>
                    <a:pt x="1080765" y="1444349"/>
                  </a:lnTo>
                  <a:lnTo>
                    <a:pt x="1080760" y="1444343"/>
                  </a:lnTo>
                  <a:lnTo>
                    <a:pt x="1080747" y="1444328"/>
                  </a:lnTo>
                  <a:lnTo>
                    <a:pt x="1080735" y="1444318"/>
                  </a:lnTo>
                  <a:lnTo>
                    <a:pt x="1080729" y="1444310"/>
                  </a:lnTo>
                  <a:lnTo>
                    <a:pt x="1080721" y="1444294"/>
                  </a:lnTo>
                  <a:lnTo>
                    <a:pt x="1080710" y="1444270"/>
                  </a:lnTo>
                  <a:lnTo>
                    <a:pt x="1080700" y="1444257"/>
                  </a:lnTo>
                  <a:lnTo>
                    <a:pt x="1080690" y="1444250"/>
                  </a:lnTo>
                  <a:lnTo>
                    <a:pt x="1080684" y="1444248"/>
                  </a:lnTo>
                  <a:lnTo>
                    <a:pt x="1080679" y="1444248"/>
                  </a:lnTo>
                  <a:lnTo>
                    <a:pt x="1080672" y="1444251"/>
                  </a:lnTo>
                  <a:lnTo>
                    <a:pt x="1080661" y="1444254"/>
                  </a:lnTo>
                  <a:lnTo>
                    <a:pt x="1080648" y="1444255"/>
                  </a:lnTo>
                  <a:lnTo>
                    <a:pt x="1080633" y="1444256"/>
                  </a:lnTo>
                  <a:lnTo>
                    <a:pt x="1080627" y="1444255"/>
                  </a:lnTo>
                  <a:lnTo>
                    <a:pt x="1080617" y="1444252"/>
                  </a:lnTo>
                  <a:lnTo>
                    <a:pt x="1080606" y="1444247"/>
                  </a:lnTo>
                  <a:lnTo>
                    <a:pt x="1080591" y="1444237"/>
                  </a:lnTo>
                  <a:lnTo>
                    <a:pt x="1080569" y="1444222"/>
                  </a:lnTo>
                  <a:lnTo>
                    <a:pt x="1080561" y="1444218"/>
                  </a:lnTo>
                  <a:lnTo>
                    <a:pt x="1080554" y="1444218"/>
                  </a:lnTo>
                  <a:lnTo>
                    <a:pt x="1080545" y="1444223"/>
                  </a:lnTo>
                  <a:lnTo>
                    <a:pt x="1080541" y="1444225"/>
                  </a:lnTo>
                  <a:lnTo>
                    <a:pt x="1080532" y="1444226"/>
                  </a:lnTo>
                  <a:lnTo>
                    <a:pt x="1080526" y="1444225"/>
                  </a:lnTo>
                  <a:lnTo>
                    <a:pt x="1080517" y="1444220"/>
                  </a:lnTo>
                  <a:lnTo>
                    <a:pt x="1080498" y="1444204"/>
                  </a:lnTo>
                  <a:lnTo>
                    <a:pt x="1080480" y="1444189"/>
                  </a:lnTo>
                  <a:lnTo>
                    <a:pt x="1080455" y="1444166"/>
                  </a:lnTo>
                  <a:lnTo>
                    <a:pt x="1080426" y="1444146"/>
                  </a:lnTo>
                  <a:lnTo>
                    <a:pt x="1080390" y="1444119"/>
                  </a:lnTo>
                  <a:lnTo>
                    <a:pt x="1080364" y="1444097"/>
                  </a:lnTo>
                  <a:lnTo>
                    <a:pt x="1080347" y="1444085"/>
                  </a:lnTo>
                  <a:lnTo>
                    <a:pt x="1080318" y="1444062"/>
                  </a:lnTo>
                  <a:lnTo>
                    <a:pt x="1080296" y="1444043"/>
                  </a:lnTo>
                  <a:lnTo>
                    <a:pt x="1080282" y="1444036"/>
                  </a:lnTo>
                  <a:lnTo>
                    <a:pt x="1080273" y="1444030"/>
                  </a:lnTo>
                  <a:lnTo>
                    <a:pt x="1080271" y="1444024"/>
                  </a:lnTo>
                  <a:lnTo>
                    <a:pt x="1080270" y="1444014"/>
                  </a:lnTo>
                  <a:lnTo>
                    <a:pt x="1080269" y="1443996"/>
                  </a:lnTo>
                  <a:lnTo>
                    <a:pt x="1080269" y="1443972"/>
                  </a:lnTo>
                  <a:lnTo>
                    <a:pt x="1080268" y="1443935"/>
                  </a:lnTo>
                  <a:lnTo>
                    <a:pt x="1080263" y="1443917"/>
                  </a:lnTo>
                  <a:lnTo>
                    <a:pt x="1080259" y="1443896"/>
                  </a:lnTo>
                  <a:lnTo>
                    <a:pt x="1080253" y="1443878"/>
                  </a:lnTo>
                  <a:lnTo>
                    <a:pt x="1080246" y="1443865"/>
                  </a:lnTo>
                  <a:lnTo>
                    <a:pt x="1080240" y="1443854"/>
                  </a:lnTo>
                  <a:lnTo>
                    <a:pt x="1080236" y="1443851"/>
                  </a:lnTo>
                  <a:lnTo>
                    <a:pt x="1080221" y="1443846"/>
                  </a:lnTo>
                  <a:lnTo>
                    <a:pt x="1080212" y="1443843"/>
                  </a:lnTo>
                  <a:lnTo>
                    <a:pt x="1080201" y="1443838"/>
                  </a:lnTo>
                  <a:lnTo>
                    <a:pt x="1080189" y="1443831"/>
                  </a:lnTo>
                  <a:lnTo>
                    <a:pt x="1080175" y="1443822"/>
                  </a:lnTo>
                  <a:lnTo>
                    <a:pt x="1080154" y="1443808"/>
                  </a:lnTo>
                  <a:lnTo>
                    <a:pt x="1080144" y="1443802"/>
                  </a:lnTo>
                  <a:lnTo>
                    <a:pt x="1080134" y="1443798"/>
                  </a:lnTo>
                  <a:lnTo>
                    <a:pt x="1080096" y="1443786"/>
                  </a:lnTo>
                  <a:lnTo>
                    <a:pt x="1080080" y="1443780"/>
                  </a:lnTo>
                  <a:lnTo>
                    <a:pt x="1080063" y="1443776"/>
                  </a:lnTo>
                  <a:lnTo>
                    <a:pt x="1080045" y="1443768"/>
                  </a:lnTo>
                  <a:lnTo>
                    <a:pt x="1080030" y="1443763"/>
                  </a:lnTo>
                  <a:lnTo>
                    <a:pt x="1080021" y="1443757"/>
                  </a:lnTo>
                  <a:lnTo>
                    <a:pt x="1080017" y="1443751"/>
                  </a:lnTo>
                  <a:lnTo>
                    <a:pt x="1080013" y="1443742"/>
                  </a:lnTo>
                  <a:lnTo>
                    <a:pt x="1080010" y="1443733"/>
                  </a:lnTo>
                  <a:lnTo>
                    <a:pt x="1080004" y="1443725"/>
                  </a:lnTo>
                  <a:lnTo>
                    <a:pt x="1079992" y="1443711"/>
                  </a:lnTo>
                  <a:lnTo>
                    <a:pt x="1079974" y="1443699"/>
                  </a:lnTo>
                  <a:lnTo>
                    <a:pt x="1079954" y="1443689"/>
                  </a:lnTo>
                  <a:lnTo>
                    <a:pt x="1079939" y="1443681"/>
                  </a:lnTo>
                  <a:lnTo>
                    <a:pt x="1079926" y="1443671"/>
                  </a:lnTo>
                  <a:lnTo>
                    <a:pt x="1079907" y="1443657"/>
                  </a:lnTo>
                  <a:lnTo>
                    <a:pt x="1079898" y="1443654"/>
                  </a:lnTo>
                  <a:lnTo>
                    <a:pt x="1079888" y="1443654"/>
                  </a:lnTo>
                  <a:lnTo>
                    <a:pt x="1079875" y="1443656"/>
                  </a:lnTo>
                  <a:lnTo>
                    <a:pt x="1079860" y="1443661"/>
                  </a:lnTo>
                  <a:lnTo>
                    <a:pt x="1079848" y="1443666"/>
                  </a:lnTo>
                  <a:lnTo>
                    <a:pt x="1079836" y="1443677"/>
                  </a:lnTo>
                  <a:lnTo>
                    <a:pt x="1079824" y="1443690"/>
                  </a:lnTo>
                  <a:lnTo>
                    <a:pt x="1079814" y="1443697"/>
                  </a:lnTo>
                  <a:lnTo>
                    <a:pt x="1079806" y="1443700"/>
                  </a:lnTo>
                  <a:lnTo>
                    <a:pt x="1079796" y="1443701"/>
                  </a:lnTo>
                  <a:lnTo>
                    <a:pt x="1079777" y="1443702"/>
                  </a:lnTo>
                  <a:lnTo>
                    <a:pt x="1079759" y="1443704"/>
                  </a:lnTo>
                  <a:lnTo>
                    <a:pt x="1079741" y="1443707"/>
                  </a:lnTo>
                  <a:lnTo>
                    <a:pt x="1079725" y="1443714"/>
                  </a:lnTo>
                  <a:lnTo>
                    <a:pt x="1079709" y="1443721"/>
                  </a:lnTo>
                  <a:lnTo>
                    <a:pt x="1079702" y="1443727"/>
                  </a:lnTo>
                  <a:lnTo>
                    <a:pt x="1079699" y="1443732"/>
                  </a:lnTo>
                  <a:lnTo>
                    <a:pt x="1079694" y="1443740"/>
                  </a:lnTo>
                  <a:lnTo>
                    <a:pt x="1079696" y="1443753"/>
                  </a:lnTo>
                  <a:lnTo>
                    <a:pt x="1079697" y="1443767"/>
                  </a:lnTo>
                  <a:lnTo>
                    <a:pt x="1079695" y="1443773"/>
                  </a:lnTo>
                  <a:lnTo>
                    <a:pt x="1079690" y="1443777"/>
                  </a:lnTo>
                  <a:lnTo>
                    <a:pt x="1079683" y="1443777"/>
                  </a:lnTo>
                  <a:lnTo>
                    <a:pt x="1079678" y="1443774"/>
                  </a:lnTo>
                  <a:lnTo>
                    <a:pt x="1079662" y="1443763"/>
                  </a:lnTo>
                  <a:lnTo>
                    <a:pt x="1079643" y="1443756"/>
                  </a:lnTo>
                  <a:lnTo>
                    <a:pt x="1079604" y="1443747"/>
                  </a:lnTo>
                  <a:lnTo>
                    <a:pt x="1079584" y="1443744"/>
                  </a:lnTo>
                  <a:lnTo>
                    <a:pt x="1079568" y="1443743"/>
                  </a:lnTo>
                  <a:lnTo>
                    <a:pt x="1079549" y="1443747"/>
                  </a:lnTo>
                  <a:lnTo>
                    <a:pt x="1079523" y="1443754"/>
                  </a:lnTo>
                  <a:lnTo>
                    <a:pt x="1079503" y="1443759"/>
                  </a:lnTo>
                  <a:lnTo>
                    <a:pt x="1079481" y="1443772"/>
                  </a:lnTo>
                  <a:lnTo>
                    <a:pt x="1079474" y="1443776"/>
                  </a:lnTo>
                  <a:lnTo>
                    <a:pt x="1079456" y="1443781"/>
                  </a:lnTo>
                  <a:lnTo>
                    <a:pt x="1079450" y="1443787"/>
                  </a:lnTo>
                  <a:lnTo>
                    <a:pt x="1079449" y="1443806"/>
                  </a:lnTo>
                  <a:lnTo>
                    <a:pt x="1079450" y="1443818"/>
                  </a:lnTo>
                  <a:lnTo>
                    <a:pt x="1079448" y="1443836"/>
                  </a:lnTo>
                  <a:lnTo>
                    <a:pt x="1079447" y="1443843"/>
                  </a:lnTo>
                  <a:lnTo>
                    <a:pt x="1079444" y="1443848"/>
                  </a:lnTo>
                  <a:lnTo>
                    <a:pt x="1079438" y="1443852"/>
                  </a:lnTo>
                  <a:lnTo>
                    <a:pt x="1079426" y="1443860"/>
                  </a:lnTo>
                  <a:lnTo>
                    <a:pt x="1079416" y="1443864"/>
                  </a:lnTo>
                  <a:lnTo>
                    <a:pt x="1079405" y="1443867"/>
                  </a:lnTo>
                  <a:lnTo>
                    <a:pt x="1079393" y="1443869"/>
                  </a:lnTo>
                  <a:lnTo>
                    <a:pt x="1079383" y="1443870"/>
                  </a:lnTo>
                  <a:lnTo>
                    <a:pt x="1079373" y="1443871"/>
                  </a:lnTo>
                  <a:lnTo>
                    <a:pt x="1079364" y="1443872"/>
                  </a:lnTo>
                  <a:lnTo>
                    <a:pt x="1079352" y="1443877"/>
                  </a:lnTo>
                  <a:lnTo>
                    <a:pt x="1079336" y="1443885"/>
                  </a:lnTo>
                  <a:lnTo>
                    <a:pt x="1079322" y="1443892"/>
                  </a:lnTo>
                  <a:lnTo>
                    <a:pt x="1079317" y="1443893"/>
                  </a:lnTo>
                  <a:lnTo>
                    <a:pt x="1079303" y="1443895"/>
                  </a:lnTo>
                  <a:lnTo>
                    <a:pt x="1079282" y="1443902"/>
                  </a:lnTo>
                  <a:lnTo>
                    <a:pt x="1079263" y="1443910"/>
                  </a:lnTo>
                  <a:lnTo>
                    <a:pt x="1079208" y="1443923"/>
                  </a:lnTo>
                  <a:lnTo>
                    <a:pt x="1079202" y="1443923"/>
                  </a:lnTo>
                  <a:lnTo>
                    <a:pt x="1079187" y="1443921"/>
                  </a:lnTo>
                  <a:lnTo>
                    <a:pt x="1079175" y="1443920"/>
                  </a:lnTo>
                  <a:lnTo>
                    <a:pt x="1079169" y="1443919"/>
                  </a:lnTo>
                  <a:lnTo>
                    <a:pt x="1079164" y="1443919"/>
                  </a:lnTo>
                  <a:lnTo>
                    <a:pt x="1079157" y="1443923"/>
                  </a:lnTo>
                  <a:lnTo>
                    <a:pt x="1079148" y="1443930"/>
                  </a:lnTo>
                  <a:lnTo>
                    <a:pt x="1079142" y="1443932"/>
                  </a:lnTo>
                  <a:lnTo>
                    <a:pt x="1079135" y="1443932"/>
                  </a:lnTo>
                  <a:lnTo>
                    <a:pt x="1079104" y="1443918"/>
                  </a:lnTo>
                  <a:lnTo>
                    <a:pt x="1079084" y="1443912"/>
                  </a:lnTo>
                  <a:lnTo>
                    <a:pt x="1079072" y="1443906"/>
                  </a:lnTo>
                  <a:lnTo>
                    <a:pt x="1079061" y="1443904"/>
                  </a:lnTo>
                  <a:lnTo>
                    <a:pt x="1079048" y="1443902"/>
                  </a:lnTo>
                  <a:lnTo>
                    <a:pt x="1079033" y="1443902"/>
                  </a:lnTo>
                  <a:lnTo>
                    <a:pt x="1079018" y="1443904"/>
                  </a:lnTo>
                  <a:lnTo>
                    <a:pt x="1079007" y="1443906"/>
                  </a:lnTo>
                  <a:lnTo>
                    <a:pt x="1078985" y="1443915"/>
                  </a:lnTo>
                  <a:lnTo>
                    <a:pt x="1078976" y="1443918"/>
                  </a:lnTo>
                  <a:lnTo>
                    <a:pt x="1078970" y="1443918"/>
                  </a:lnTo>
                  <a:lnTo>
                    <a:pt x="1078961" y="1443918"/>
                  </a:lnTo>
                  <a:lnTo>
                    <a:pt x="1078947" y="1443913"/>
                  </a:lnTo>
                  <a:lnTo>
                    <a:pt x="1078937" y="1443910"/>
                  </a:lnTo>
                  <a:lnTo>
                    <a:pt x="1078929" y="1443907"/>
                  </a:lnTo>
                  <a:lnTo>
                    <a:pt x="1078922" y="1443906"/>
                  </a:lnTo>
                  <a:lnTo>
                    <a:pt x="1078912" y="1443906"/>
                  </a:lnTo>
                  <a:lnTo>
                    <a:pt x="1078905" y="1443904"/>
                  </a:lnTo>
                  <a:lnTo>
                    <a:pt x="1078896" y="1443900"/>
                  </a:lnTo>
                  <a:lnTo>
                    <a:pt x="1078887" y="1443898"/>
                  </a:lnTo>
                  <a:lnTo>
                    <a:pt x="1078875" y="1443897"/>
                  </a:lnTo>
                  <a:lnTo>
                    <a:pt x="1078827" y="1443899"/>
                  </a:lnTo>
                  <a:lnTo>
                    <a:pt x="1078815" y="1443899"/>
                  </a:lnTo>
                  <a:lnTo>
                    <a:pt x="1078809" y="1443901"/>
                  </a:lnTo>
                  <a:lnTo>
                    <a:pt x="1078795" y="1443905"/>
                  </a:lnTo>
                  <a:lnTo>
                    <a:pt x="1078772" y="1443911"/>
                  </a:lnTo>
                  <a:lnTo>
                    <a:pt x="1078762" y="1443912"/>
                  </a:lnTo>
                  <a:lnTo>
                    <a:pt x="1078751" y="1443912"/>
                  </a:lnTo>
                  <a:lnTo>
                    <a:pt x="1078744" y="1443911"/>
                  </a:lnTo>
                  <a:lnTo>
                    <a:pt x="1078738" y="1443910"/>
                  </a:lnTo>
                  <a:lnTo>
                    <a:pt x="1078731" y="1443907"/>
                  </a:lnTo>
                  <a:lnTo>
                    <a:pt x="1078725" y="1443907"/>
                  </a:lnTo>
                  <a:lnTo>
                    <a:pt x="1078719" y="1443909"/>
                  </a:lnTo>
                  <a:lnTo>
                    <a:pt x="1078711" y="1443913"/>
                  </a:lnTo>
                  <a:lnTo>
                    <a:pt x="1078703" y="1443921"/>
                  </a:lnTo>
                  <a:lnTo>
                    <a:pt x="1078691" y="1443933"/>
                  </a:lnTo>
                  <a:lnTo>
                    <a:pt x="1078679" y="1443943"/>
                  </a:lnTo>
                  <a:lnTo>
                    <a:pt x="1078664" y="1443951"/>
                  </a:lnTo>
                  <a:lnTo>
                    <a:pt x="1078640" y="1443961"/>
                  </a:lnTo>
                  <a:lnTo>
                    <a:pt x="1078633" y="1443965"/>
                  </a:lnTo>
                  <a:lnTo>
                    <a:pt x="1078628" y="1443966"/>
                  </a:lnTo>
                  <a:lnTo>
                    <a:pt x="1078598" y="1443967"/>
                  </a:lnTo>
                  <a:lnTo>
                    <a:pt x="1078586" y="1443966"/>
                  </a:lnTo>
                  <a:lnTo>
                    <a:pt x="1078570" y="1443964"/>
                  </a:lnTo>
                  <a:lnTo>
                    <a:pt x="1078558" y="1443962"/>
                  </a:lnTo>
                  <a:lnTo>
                    <a:pt x="1078537" y="1443961"/>
                  </a:lnTo>
                  <a:lnTo>
                    <a:pt x="1078530" y="1443961"/>
                  </a:lnTo>
                  <a:lnTo>
                    <a:pt x="1078515" y="1443965"/>
                  </a:lnTo>
                  <a:lnTo>
                    <a:pt x="1078488" y="1443973"/>
                  </a:lnTo>
                  <a:lnTo>
                    <a:pt x="1078482" y="1443975"/>
                  </a:lnTo>
                  <a:lnTo>
                    <a:pt x="1078466" y="1443979"/>
                  </a:lnTo>
                  <a:lnTo>
                    <a:pt x="1078439" y="1443988"/>
                  </a:lnTo>
                  <a:lnTo>
                    <a:pt x="1078434" y="1443990"/>
                  </a:lnTo>
                  <a:lnTo>
                    <a:pt x="1078414" y="1443998"/>
                  </a:lnTo>
                  <a:lnTo>
                    <a:pt x="1078387" y="1444006"/>
                  </a:lnTo>
                  <a:lnTo>
                    <a:pt x="1078374" y="1444008"/>
                  </a:lnTo>
                  <a:lnTo>
                    <a:pt x="1078360" y="1444008"/>
                  </a:lnTo>
                  <a:lnTo>
                    <a:pt x="1078348" y="1444003"/>
                  </a:lnTo>
                  <a:lnTo>
                    <a:pt x="1078334" y="1443989"/>
                  </a:lnTo>
                  <a:lnTo>
                    <a:pt x="1078331" y="1443984"/>
                  </a:lnTo>
                  <a:lnTo>
                    <a:pt x="1078299" y="1443937"/>
                  </a:lnTo>
                  <a:lnTo>
                    <a:pt x="1078297" y="1443930"/>
                  </a:lnTo>
                  <a:lnTo>
                    <a:pt x="1078289" y="1443914"/>
                  </a:lnTo>
                  <a:lnTo>
                    <a:pt x="1078287" y="1443906"/>
                  </a:lnTo>
                  <a:lnTo>
                    <a:pt x="1078281" y="1443897"/>
                  </a:lnTo>
                  <a:lnTo>
                    <a:pt x="1078272" y="1443880"/>
                  </a:lnTo>
                  <a:lnTo>
                    <a:pt x="1078259" y="1443862"/>
                  </a:lnTo>
                  <a:lnTo>
                    <a:pt x="1078252" y="1443849"/>
                  </a:lnTo>
                  <a:lnTo>
                    <a:pt x="1078238" y="1443830"/>
                  </a:lnTo>
                  <a:lnTo>
                    <a:pt x="1078232" y="1443823"/>
                  </a:lnTo>
                  <a:lnTo>
                    <a:pt x="1078228" y="1443813"/>
                  </a:lnTo>
                  <a:lnTo>
                    <a:pt x="1078225" y="1443809"/>
                  </a:lnTo>
                  <a:lnTo>
                    <a:pt x="1078222" y="1443797"/>
                  </a:lnTo>
                  <a:lnTo>
                    <a:pt x="1078218" y="1443780"/>
                  </a:lnTo>
                  <a:lnTo>
                    <a:pt x="1078211" y="1443764"/>
                  </a:lnTo>
                  <a:lnTo>
                    <a:pt x="1078209" y="1443759"/>
                  </a:lnTo>
                  <a:lnTo>
                    <a:pt x="1078204" y="1443757"/>
                  </a:lnTo>
                  <a:lnTo>
                    <a:pt x="1078199" y="1443740"/>
                  </a:lnTo>
                  <a:lnTo>
                    <a:pt x="1078193" y="1443724"/>
                  </a:lnTo>
                  <a:lnTo>
                    <a:pt x="1078188" y="1443707"/>
                  </a:lnTo>
                  <a:lnTo>
                    <a:pt x="1078179" y="1443690"/>
                  </a:lnTo>
                  <a:lnTo>
                    <a:pt x="1078172" y="1443673"/>
                  </a:lnTo>
                  <a:lnTo>
                    <a:pt x="1078170" y="1443667"/>
                  </a:lnTo>
                  <a:lnTo>
                    <a:pt x="1078170" y="1443657"/>
                  </a:lnTo>
                  <a:lnTo>
                    <a:pt x="1078169" y="1443638"/>
                  </a:lnTo>
                  <a:lnTo>
                    <a:pt x="1078167" y="1443628"/>
                  </a:lnTo>
                  <a:lnTo>
                    <a:pt x="1078164" y="1443624"/>
                  </a:lnTo>
                  <a:lnTo>
                    <a:pt x="1078174" y="1443593"/>
                  </a:lnTo>
                  <a:lnTo>
                    <a:pt x="1078176" y="1443588"/>
                  </a:lnTo>
                  <a:lnTo>
                    <a:pt x="1078174" y="1443581"/>
                  </a:lnTo>
                  <a:lnTo>
                    <a:pt x="1078160" y="1443578"/>
                  </a:lnTo>
                  <a:lnTo>
                    <a:pt x="1078144" y="1443580"/>
                  </a:lnTo>
                  <a:lnTo>
                    <a:pt x="1078128" y="1443579"/>
                  </a:lnTo>
                  <a:lnTo>
                    <a:pt x="1078120" y="1443577"/>
                  </a:lnTo>
                  <a:lnTo>
                    <a:pt x="1078112" y="1443577"/>
                  </a:lnTo>
                  <a:lnTo>
                    <a:pt x="1078104" y="1443580"/>
                  </a:lnTo>
                  <a:lnTo>
                    <a:pt x="1078096" y="1443587"/>
                  </a:lnTo>
                  <a:lnTo>
                    <a:pt x="1078089" y="1443594"/>
                  </a:lnTo>
                  <a:lnTo>
                    <a:pt x="1078080" y="1443598"/>
                  </a:lnTo>
                  <a:lnTo>
                    <a:pt x="1078070" y="1443601"/>
                  </a:lnTo>
                  <a:lnTo>
                    <a:pt x="1078064" y="1443601"/>
                  </a:lnTo>
                  <a:lnTo>
                    <a:pt x="1078048" y="1443606"/>
                  </a:lnTo>
                  <a:lnTo>
                    <a:pt x="1078040" y="1443611"/>
                  </a:lnTo>
                  <a:lnTo>
                    <a:pt x="1078032" y="1443612"/>
                  </a:lnTo>
                  <a:lnTo>
                    <a:pt x="1078016" y="1443613"/>
                  </a:lnTo>
                  <a:lnTo>
                    <a:pt x="1078000" y="1443609"/>
                  </a:lnTo>
                  <a:lnTo>
                    <a:pt x="1077984" y="1443599"/>
                  </a:lnTo>
                  <a:lnTo>
                    <a:pt x="1077969" y="1443585"/>
                  </a:lnTo>
                  <a:lnTo>
                    <a:pt x="1077965" y="1443582"/>
                  </a:lnTo>
                  <a:lnTo>
                    <a:pt x="1077941" y="1443572"/>
                  </a:lnTo>
                  <a:lnTo>
                    <a:pt x="1077937" y="1443568"/>
                  </a:lnTo>
                  <a:lnTo>
                    <a:pt x="1077921" y="1443556"/>
                  </a:lnTo>
                  <a:lnTo>
                    <a:pt x="1077913" y="1443561"/>
                  </a:lnTo>
                  <a:lnTo>
                    <a:pt x="1077906" y="1443568"/>
                  </a:lnTo>
                  <a:lnTo>
                    <a:pt x="1077897" y="1443573"/>
                  </a:lnTo>
                  <a:lnTo>
                    <a:pt x="1077889" y="1443571"/>
                  </a:lnTo>
                  <a:lnTo>
                    <a:pt x="1077885" y="1443568"/>
                  </a:lnTo>
                  <a:lnTo>
                    <a:pt x="1077882" y="1443561"/>
                  </a:lnTo>
                  <a:lnTo>
                    <a:pt x="1077878" y="1443556"/>
                  </a:lnTo>
                  <a:lnTo>
                    <a:pt x="1077867" y="1443545"/>
                  </a:lnTo>
                  <a:lnTo>
                    <a:pt x="1077864" y="1443539"/>
                  </a:lnTo>
                  <a:lnTo>
                    <a:pt x="1077866" y="1443533"/>
                  </a:lnTo>
                  <a:lnTo>
                    <a:pt x="1077866" y="1443527"/>
                  </a:lnTo>
                  <a:lnTo>
                    <a:pt x="1077858" y="1443509"/>
                  </a:lnTo>
                  <a:lnTo>
                    <a:pt x="1077862" y="1443474"/>
                  </a:lnTo>
                  <a:lnTo>
                    <a:pt x="1077862" y="1443462"/>
                  </a:lnTo>
                  <a:lnTo>
                    <a:pt x="1077860" y="1443457"/>
                  </a:lnTo>
                  <a:lnTo>
                    <a:pt x="1077854" y="1443446"/>
                  </a:lnTo>
                  <a:lnTo>
                    <a:pt x="1077833" y="1443424"/>
                  </a:lnTo>
                  <a:lnTo>
                    <a:pt x="1077819" y="1443408"/>
                  </a:lnTo>
                  <a:lnTo>
                    <a:pt x="1077806" y="1443393"/>
                  </a:lnTo>
                  <a:lnTo>
                    <a:pt x="1077797" y="1443381"/>
                  </a:lnTo>
                  <a:lnTo>
                    <a:pt x="1077777" y="1443364"/>
                  </a:lnTo>
                  <a:lnTo>
                    <a:pt x="1077761" y="1443355"/>
                  </a:lnTo>
                  <a:lnTo>
                    <a:pt x="1077745" y="1443349"/>
                  </a:lnTo>
                  <a:lnTo>
                    <a:pt x="1077729" y="1443346"/>
                  </a:lnTo>
                  <a:lnTo>
                    <a:pt x="1077713" y="1443343"/>
                  </a:lnTo>
                  <a:lnTo>
                    <a:pt x="1077698" y="1443344"/>
                  </a:lnTo>
                  <a:lnTo>
                    <a:pt x="1077665" y="1443349"/>
                  </a:lnTo>
                  <a:lnTo>
                    <a:pt x="1077649" y="1443353"/>
                  </a:lnTo>
                  <a:lnTo>
                    <a:pt x="1077618" y="1443360"/>
                  </a:lnTo>
                  <a:lnTo>
                    <a:pt x="1077602" y="1443367"/>
                  </a:lnTo>
                  <a:lnTo>
                    <a:pt x="1077587" y="1443373"/>
                  </a:lnTo>
                  <a:lnTo>
                    <a:pt x="1077570" y="1443376"/>
                  </a:lnTo>
                  <a:lnTo>
                    <a:pt x="1077555" y="1443376"/>
                  </a:lnTo>
                  <a:lnTo>
                    <a:pt x="1077538" y="1443378"/>
                  </a:lnTo>
                  <a:lnTo>
                    <a:pt x="1077522" y="1443379"/>
                  </a:lnTo>
                  <a:lnTo>
                    <a:pt x="1077506" y="1443379"/>
                  </a:lnTo>
                  <a:lnTo>
                    <a:pt x="1077490" y="1443380"/>
                  </a:lnTo>
                  <a:lnTo>
                    <a:pt x="1077474" y="1443380"/>
                  </a:lnTo>
                  <a:lnTo>
                    <a:pt x="1077458" y="1443385"/>
                  </a:lnTo>
                  <a:lnTo>
                    <a:pt x="1077441" y="1443398"/>
                  </a:lnTo>
                  <a:lnTo>
                    <a:pt x="1077428" y="1443395"/>
                  </a:lnTo>
                  <a:lnTo>
                    <a:pt x="1077412" y="1443390"/>
                  </a:lnTo>
                  <a:lnTo>
                    <a:pt x="1077396" y="1443386"/>
                  </a:lnTo>
                  <a:lnTo>
                    <a:pt x="1077380" y="1443380"/>
                  </a:lnTo>
                  <a:lnTo>
                    <a:pt x="1077364" y="1443377"/>
                  </a:lnTo>
                  <a:lnTo>
                    <a:pt x="1077332" y="1443366"/>
                  </a:lnTo>
                  <a:lnTo>
                    <a:pt x="1077316" y="1443360"/>
                  </a:lnTo>
                  <a:lnTo>
                    <a:pt x="1077300" y="1443352"/>
                  </a:lnTo>
                  <a:lnTo>
                    <a:pt x="1077284" y="1443342"/>
                  </a:lnTo>
                  <a:lnTo>
                    <a:pt x="1077268" y="1443332"/>
                  </a:lnTo>
                  <a:lnTo>
                    <a:pt x="1077252" y="1443322"/>
                  </a:lnTo>
                  <a:lnTo>
                    <a:pt x="1077237" y="1443314"/>
                  </a:lnTo>
                  <a:lnTo>
                    <a:pt x="1077227" y="1443308"/>
                  </a:lnTo>
                  <a:lnTo>
                    <a:pt x="1077221" y="1443305"/>
                  </a:lnTo>
                  <a:lnTo>
                    <a:pt x="1077205" y="1443298"/>
                  </a:lnTo>
                  <a:lnTo>
                    <a:pt x="1077189" y="1443291"/>
                  </a:lnTo>
                  <a:lnTo>
                    <a:pt x="1077173" y="1443283"/>
                  </a:lnTo>
                  <a:lnTo>
                    <a:pt x="1077156" y="1443275"/>
                  </a:lnTo>
                  <a:lnTo>
                    <a:pt x="1077141" y="1443270"/>
                  </a:lnTo>
                  <a:lnTo>
                    <a:pt x="1077125" y="1443264"/>
                  </a:lnTo>
                  <a:lnTo>
                    <a:pt x="1077101" y="1443252"/>
                  </a:lnTo>
                  <a:lnTo>
                    <a:pt x="1077092" y="1443253"/>
                  </a:lnTo>
                  <a:lnTo>
                    <a:pt x="1077076" y="1443255"/>
                  </a:lnTo>
                  <a:lnTo>
                    <a:pt x="1077060" y="1443258"/>
                  </a:lnTo>
                  <a:lnTo>
                    <a:pt x="1077051" y="1443260"/>
                  </a:lnTo>
                  <a:lnTo>
                    <a:pt x="1077046" y="1443263"/>
                  </a:lnTo>
                  <a:lnTo>
                    <a:pt x="1077026" y="1443269"/>
                  </a:lnTo>
                  <a:lnTo>
                    <a:pt x="1077011" y="1443277"/>
                  </a:lnTo>
                  <a:lnTo>
                    <a:pt x="1076997" y="1443284"/>
                  </a:lnTo>
                  <a:lnTo>
                    <a:pt x="1076979" y="1443291"/>
                  </a:lnTo>
                  <a:lnTo>
                    <a:pt x="1076950" y="1443292"/>
                  </a:lnTo>
                  <a:lnTo>
                    <a:pt x="1076919" y="1443292"/>
                  </a:lnTo>
                  <a:lnTo>
                    <a:pt x="1076896" y="1443296"/>
                  </a:lnTo>
                  <a:lnTo>
                    <a:pt x="1076872" y="1443309"/>
                  </a:lnTo>
                  <a:lnTo>
                    <a:pt x="1076845" y="1443322"/>
                  </a:lnTo>
                  <a:lnTo>
                    <a:pt x="1076823" y="1443327"/>
                  </a:lnTo>
                  <a:lnTo>
                    <a:pt x="1076795" y="1443330"/>
                  </a:lnTo>
                  <a:lnTo>
                    <a:pt x="1076770" y="1443338"/>
                  </a:lnTo>
                  <a:lnTo>
                    <a:pt x="1076754" y="1443342"/>
                  </a:lnTo>
                  <a:lnTo>
                    <a:pt x="1076740" y="1443353"/>
                  </a:lnTo>
                  <a:lnTo>
                    <a:pt x="1076728" y="1443365"/>
                  </a:lnTo>
                  <a:lnTo>
                    <a:pt x="1076717" y="1443377"/>
                  </a:lnTo>
                  <a:lnTo>
                    <a:pt x="1076702" y="1443391"/>
                  </a:lnTo>
                  <a:lnTo>
                    <a:pt x="1076628" y="1443437"/>
                  </a:lnTo>
                  <a:lnTo>
                    <a:pt x="1076596" y="1443452"/>
                  </a:lnTo>
                  <a:lnTo>
                    <a:pt x="1076562" y="1443470"/>
                  </a:lnTo>
                  <a:lnTo>
                    <a:pt x="1076530" y="1443476"/>
                  </a:lnTo>
                  <a:lnTo>
                    <a:pt x="1076498" y="1443484"/>
                  </a:lnTo>
                  <a:lnTo>
                    <a:pt x="1076452" y="1443489"/>
                  </a:lnTo>
                  <a:lnTo>
                    <a:pt x="1076401" y="1443493"/>
                  </a:lnTo>
                  <a:lnTo>
                    <a:pt x="1076360" y="1443494"/>
                  </a:lnTo>
                  <a:lnTo>
                    <a:pt x="1076320" y="1443495"/>
                  </a:lnTo>
                  <a:lnTo>
                    <a:pt x="1076289" y="1443500"/>
                  </a:lnTo>
                  <a:lnTo>
                    <a:pt x="1076265" y="1443499"/>
                  </a:lnTo>
                  <a:lnTo>
                    <a:pt x="1076247" y="1443508"/>
                  </a:lnTo>
                  <a:lnTo>
                    <a:pt x="1076238" y="1443514"/>
                  </a:lnTo>
                  <a:lnTo>
                    <a:pt x="1076222" y="1443521"/>
                  </a:lnTo>
                  <a:lnTo>
                    <a:pt x="1076206" y="1443523"/>
                  </a:lnTo>
                  <a:lnTo>
                    <a:pt x="1076193" y="1443524"/>
                  </a:lnTo>
                  <a:lnTo>
                    <a:pt x="1076174" y="1443523"/>
                  </a:lnTo>
                  <a:lnTo>
                    <a:pt x="1076149" y="1443524"/>
                  </a:lnTo>
                  <a:lnTo>
                    <a:pt x="1076142" y="1443526"/>
                  </a:lnTo>
                  <a:lnTo>
                    <a:pt x="1076126" y="1443532"/>
                  </a:lnTo>
                  <a:lnTo>
                    <a:pt x="1076115" y="1443534"/>
                  </a:lnTo>
                  <a:lnTo>
                    <a:pt x="1076109" y="1443530"/>
                  </a:lnTo>
                  <a:lnTo>
                    <a:pt x="1076093" y="1443527"/>
                  </a:lnTo>
                  <a:lnTo>
                    <a:pt x="1076077" y="1443524"/>
                  </a:lnTo>
                  <a:lnTo>
                    <a:pt x="1076062" y="1443520"/>
                  </a:lnTo>
                  <a:lnTo>
                    <a:pt x="1076045" y="1443515"/>
                  </a:lnTo>
                  <a:lnTo>
                    <a:pt x="1076029" y="1443510"/>
                  </a:lnTo>
                  <a:lnTo>
                    <a:pt x="1076016" y="1443506"/>
                  </a:lnTo>
                  <a:lnTo>
                    <a:pt x="1075988" y="1443488"/>
                  </a:lnTo>
                  <a:lnTo>
                    <a:pt x="1075984" y="1443484"/>
                  </a:lnTo>
                  <a:lnTo>
                    <a:pt x="1075968" y="1443469"/>
                  </a:lnTo>
                  <a:lnTo>
                    <a:pt x="1075938" y="1443432"/>
                  </a:lnTo>
                  <a:lnTo>
                    <a:pt x="1075932" y="1443422"/>
                  </a:lnTo>
                  <a:lnTo>
                    <a:pt x="1075931" y="1443409"/>
                  </a:lnTo>
                  <a:lnTo>
                    <a:pt x="1075928" y="1443397"/>
                  </a:lnTo>
                  <a:lnTo>
                    <a:pt x="1075920" y="1443380"/>
                  </a:lnTo>
                  <a:lnTo>
                    <a:pt x="1075912" y="1443353"/>
                  </a:lnTo>
                  <a:lnTo>
                    <a:pt x="1075909" y="1443336"/>
                  </a:lnTo>
                  <a:lnTo>
                    <a:pt x="1075904" y="1443323"/>
                  </a:lnTo>
                  <a:lnTo>
                    <a:pt x="1075894" y="1443310"/>
                  </a:lnTo>
                  <a:lnTo>
                    <a:pt x="1075885" y="1443294"/>
                  </a:lnTo>
                  <a:lnTo>
                    <a:pt x="1075872" y="1443269"/>
                  </a:lnTo>
                  <a:lnTo>
                    <a:pt x="1075855" y="1443243"/>
                  </a:lnTo>
                  <a:lnTo>
                    <a:pt x="1075842" y="1443216"/>
                  </a:lnTo>
                  <a:lnTo>
                    <a:pt x="1075827" y="1443191"/>
                  </a:lnTo>
                  <a:lnTo>
                    <a:pt x="1075817" y="1443167"/>
                  </a:lnTo>
                  <a:lnTo>
                    <a:pt x="1075815" y="1443160"/>
                  </a:lnTo>
                  <a:lnTo>
                    <a:pt x="1075810" y="1443145"/>
                  </a:lnTo>
                  <a:lnTo>
                    <a:pt x="1075773" y="1443106"/>
                  </a:lnTo>
                  <a:lnTo>
                    <a:pt x="1075765" y="1443091"/>
                  </a:lnTo>
                  <a:lnTo>
                    <a:pt x="1075764" y="1443070"/>
                  </a:lnTo>
                  <a:lnTo>
                    <a:pt x="1075768" y="1443054"/>
                  </a:lnTo>
                  <a:lnTo>
                    <a:pt x="1075771" y="1443034"/>
                  </a:lnTo>
                  <a:lnTo>
                    <a:pt x="1075767" y="1443021"/>
                  </a:lnTo>
                  <a:lnTo>
                    <a:pt x="1075763" y="1443008"/>
                  </a:lnTo>
                  <a:lnTo>
                    <a:pt x="1075759" y="1442998"/>
                  </a:lnTo>
                  <a:lnTo>
                    <a:pt x="1075757" y="1442988"/>
                  </a:lnTo>
                  <a:lnTo>
                    <a:pt x="1075753" y="1442979"/>
                  </a:lnTo>
                  <a:lnTo>
                    <a:pt x="1075746" y="1442962"/>
                  </a:lnTo>
                  <a:lnTo>
                    <a:pt x="1075739" y="1442944"/>
                  </a:lnTo>
                  <a:lnTo>
                    <a:pt x="1075732" y="1442926"/>
                  </a:lnTo>
                  <a:lnTo>
                    <a:pt x="1075731" y="1442909"/>
                  </a:lnTo>
                  <a:lnTo>
                    <a:pt x="1075727" y="1442894"/>
                  </a:lnTo>
                  <a:lnTo>
                    <a:pt x="1075716" y="1442875"/>
                  </a:lnTo>
                  <a:lnTo>
                    <a:pt x="1075704" y="1442857"/>
                  </a:lnTo>
                  <a:lnTo>
                    <a:pt x="1075695" y="1442839"/>
                  </a:lnTo>
                  <a:lnTo>
                    <a:pt x="1075683" y="1442818"/>
                  </a:lnTo>
                  <a:lnTo>
                    <a:pt x="1075675" y="1442804"/>
                  </a:lnTo>
                  <a:lnTo>
                    <a:pt x="1075672" y="1442793"/>
                  </a:lnTo>
                  <a:lnTo>
                    <a:pt x="1075670" y="1442782"/>
                  </a:lnTo>
                  <a:lnTo>
                    <a:pt x="1075660" y="1442763"/>
                  </a:lnTo>
                  <a:lnTo>
                    <a:pt x="1075653" y="1442749"/>
                  </a:lnTo>
                  <a:lnTo>
                    <a:pt x="1075645" y="1442741"/>
                  </a:lnTo>
                  <a:lnTo>
                    <a:pt x="1075632" y="1442735"/>
                  </a:lnTo>
                  <a:lnTo>
                    <a:pt x="1075622" y="1442734"/>
                  </a:lnTo>
                  <a:lnTo>
                    <a:pt x="1075602" y="1442732"/>
                  </a:lnTo>
                  <a:lnTo>
                    <a:pt x="1075581" y="1442725"/>
                  </a:lnTo>
                  <a:lnTo>
                    <a:pt x="1075562" y="1442714"/>
                  </a:lnTo>
                  <a:lnTo>
                    <a:pt x="1075543" y="1442697"/>
                  </a:lnTo>
                  <a:lnTo>
                    <a:pt x="1075527" y="1442680"/>
                  </a:lnTo>
                  <a:lnTo>
                    <a:pt x="1075514" y="1442662"/>
                  </a:lnTo>
                  <a:lnTo>
                    <a:pt x="1075506" y="1442660"/>
                  </a:lnTo>
                  <a:lnTo>
                    <a:pt x="1075492" y="1442658"/>
                  </a:lnTo>
                  <a:lnTo>
                    <a:pt x="1075481" y="1442661"/>
                  </a:lnTo>
                  <a:lnTo>
                    <a:pt x="1075470" y="1442669"/>
                  </a:lnTo>
                  <a:lnTo>
                    <a:pt x="1075437" y="1442696"/>
                  </a:lnTo>
                  <a:lnTo>
                    <a:pt x="1075424" y="1442704"/>
                  </a:lnTo>
                  <a:lnTo>
                    <a:pt x="1075417" y="1442701"/>
                  </a:lnTo>
                  <a:lnTo>
                    <a:pt x="1075407" y="1442692"/>
                  </a:lnTo>
                  <a:lnTo>
                    <a:pt x="1075394" y="1442683"/>
                  </a:lnTo>
                  <a:lnTo>
                    <a:pt x="1075376" y="1442676"/>
                  </a:lnTo>
                  <a:lnTo>
                    <a:pt x="1075352" y="1442671"/>
                  </a:lnTo>
                  <a:lnTo>
                    <a:pt x="1075327" y="1442668"/>
                  </a:lnTo>
                  <a:lnTo>
                    <a:pt x="1075312" y="1442667"/>
                  </a:lnTo>
                  <a:lnTo>
                    <a:pt x="1075304" y="1442650"/>
                  </a:lnTo>
                  <a:lnTo>
                    <a:pt x="1075292" y="1442645"/>
                  </a:lnTo>
                  <a:lnTo>
                    <a:pt x="1075271" y="1442633"/>
                  </a:lnTo>
                  <a:lnTo>
                    <a:pt x="1075244" y="1442623"/>
                  </a:lnTo>
                  <a:lnTo>
                    <a:pt x="1075220" y="1442617"/>
                  </a:lnTo>
                  <a:lnTo>
                    <a:pt x="1075206" y="1442625"/>
                  </a:lnTo>
                  <a:lnTo>
                    <a:pt x="1075183" y="1442641"/>
                  </a:lnTo>
                  <a:lnTo>
                    <a:pt x="1075162" y="1442644"/>
                  </a:lnTo>
                  <a:lnTo>
                    <a:pt x="1075141" y="1442643"/>
                  </a:lnTo>
                  <a:lnTo>
                    <a:pt x="1075125" y="1442646"/>
                  </a:lnTo>
                  <a:lnTo>
                    <a:pt x="1075105" y="1442657"/>
                  </a:lnTo>
                  <a:lnTo>
                    <a:pt x="1075076" y="1442667"/>
                  </a:lnTo>
                  <a:lnTo>
                    <a:pt x="1075067" y="1442664"/>
                  </a:lnTo>
                  <a:lnTo>
                    <a:pt x="1075059" y="1442660"/>
                  </a:lnTo>
                  <a:lnTo>
                    <a:pt x="1075054" y="1442652"/>
                  </a:lnTo>
                  <a:lnTo>
                    <a:pt x="1075045" y="1442626"/>
                  </a:lnTo>
                  <a:lnTo>
                    <a:pt x="1075032" y="1442594"/>
                  </a:lnTo>
                  <a:lnTo>
                    <a:pt x="1075018" y="1442553"/>
                  </a:lnTo>
                  <a:lnTo>
                    <a:pt x="1075006" y="1442522"/>
                  </a:lnTo>
                  <a:lnTo>
                    <a:pt x="1075004" y="1442501"/>
                  </a:lnTo>
                  <a:lnTo>
                    <a:pt x="1075006" y="1442480"/>
                  </a:lnTo>
                  <a:lnTo>
                    <a:pt x="1075010" y="1442460"/>
                  </a:lnTo>
                  <a:lnTo>
                    <a:pt x="1075019" y="1442445"/>
                  </a:lnTo>
                  <a:lnTo>
                    <a:pt x="1075033" y="1442431"/>
                  </a:lnTo>
                  <a:lnTo>
                    <a:pt x="1075059" y="1442412"/>
                  </a:lnTo>
                  <a:lnTo>
                    <a:pt x="1075075" y="1442396"/>
                  </a:lnTo>
                  <a:lnTo>
                    <a:pt x="1075086" y="1442380"/>
                  </a:lnTo>
                  <a:lnTo>
                    <a:pt x="1075095" y="1442362"/>
                  </a:lnTo>
                  <a:lnTo>
                    <a:pt x="1075123" y="1442325"/>
                  </a:lnTo>
                  <a:lnTo>
                    <a:pt x="1075138" y="1442304"/>
                  </a:lnTo>
                  <a:lnTo>
                    <a:pt x="1075146" y="1442288"/>
                  </a:lnTo>
                  <a:lnTo>
                    <a:pt x="1075160" y="1442266"/>
                  </a:lnTo>
                  <a:lnTo>
                    <a:pt x="1075174" y="1442241"/>
                  </a:lnTo>
                  <a:lnTo>
                    <a:pt x="1075191" y="1442216"/>
                  </a:lnTo>
                  <a:lnTo>
                    <a:pt x="1075210" y="1442199"/>
                  </a:lnTo>
                  <a:lnTo>
                    <a:pt x="1075223" y="1442189"/>
                  </a:lnTo>
                  <a:lnTo>
                    <a:pt x="1075242" y="1442175"/>
                  </a:lnTo>
                  <a:lnTo>
                    <a:pt x="1075261" y="1442163"/>
                  </a:lnTo>
                  <a:lnTo>
                    <a:pt x="1075301" y="1442147"/>
                  </a:lnTo>
                  <a:lnTo>
                    <a:pt x="1075323" y="1442141"/>
                  </a:lnTo>
                  <a:lnTo>
                    <a:pt x="1075330" y="1442142"/>
                  </a:lnTo>
                  <a:lnTo>
                    <a:pt x="1075352" y="1442150"/>
                  </a:lnTo>
                  <a:lnTo>
                    <a:pt x="1075381" y="1442164"/>
                  </a:lnTo>
                  <a:lnTo>
                    <a:pt x="1075402" y="1442171"/>
                  </a:lnTo>
                  <a:lnTo>
                    <a:pt x="1075437" y="1442175"/>
                  </a:lnTo>
                  <a:lnTo>
                    <a:pt x="1075453" y="1442179"/>
                  </a:lnTo>
                  <a:lnTo>
                    <a:pt x="1075483" y="1442191"/>
                  </a:lnTo>
                  <a:lnTo>
                    <a:pt x="1075507" y="1442204"/>
                  </a:lnTo>
                  <a:lnTo>
                    <a:pt x="1075530" y="1442211"/>
                  </a:lnTo>
                  <a:lnTo>
                    <a:pt x="1075554" y="1442220"/>
                  </a:lnTo>
                  <a:lnTo>
                    <a:pt x="1075575" y="1442237"/>
                  </a:lnTo>
                  <a:lnTo>
                    <a:pt x="1075608" y="1442263"/>
                  </a:lnTo>
                  <a:lnTo>
                    <a:pt x="1075638" y="1442284"/>
                  </a:lnTo>
                  <a:lnTo>
                    <a:pt x="1075669" y="1442299"/>
                  </a:lnTo>
                  <a:lnTo>
                    <a:pt x="1075690" y="1442301"/>
                  </a:lnTo>
                  <a:lnTo>
                    <a:pt x="1075703" y="1442297"/>
                  </a:lnTo>
                  <a:lnTo>
                    <a:pt x="1075720" y="1442287"/>
                  </a:lnTo>
                  <a:lnTo>
                    <a:pt x="1075733" y="1442277"/>
                  </a:lnTo>
                  <a:lnTo>
                    <a:pt x="1075745" y="1442256"/>
                  </a:lnTo>
                  <a:lnTo>
                    <a:pt x="1075759" y="1442234"/>
                  </a:lnTo>
                  <a:lnTo>
                    <a:pt x="1075773" y="1442219"/>
                  </a:lnTo>
                  <a:lnTo>
                    <a:pt x="1075794" y="1442203"/>
                  </a:lnTo>
                  <a:lnTo>
                    <a:pt x="1075807" y="1442188"/>
                  </a:lnTo>
                  <a:lnTo>
                    <a:pt x="1075819" y="1442172"/>
                  </a:lnTo>
                  <a:lnTo>
                    <a:pt x="1075836" y="1442149"/>
                  </a:lnTo>
                  <a:lnTo>
                    <a:pt x="1075855" y="1442134"/>
                  </a:lnTo>
                  <a:lnTo>
                    <a:pt x="1075875" y="1442119"/>
                  </a:lnTo>
                  <a:lnTo>
                    <a:pt x="1075888" y="1442101"/>
                  </a:lnTo>
                  <a:lnTo>
                    <a:pt x="1075896" y="1442080"/>
                  </a:lnTo>
                  <a:lnTo>
                    <a:pt x="1075907" y="1442063"/>
                  </a:lnTo>
                  <a:lnTo>
                    <a:pt x="1075923" y="1442046"/>
                  </a:lnTo>
                  <a:lnTo>
                    <a:pt x="1075931" y="1442030"/>
                  </a:lnTo>
                  <a:lnTo>
                    <a:pt x="1075947" y="1442009"/>
                  </a:lnTo>
                  <a:lnTo>
                    <a:pt x="1075976" y="1441983"/>
                  </a:lnTo>
                  <a:lnTo>
                    <a:pt x="1075986" y="1441972"/>
                  </a:lnTo>
                  <a:lnTo>
                    <a:pt x="1075988" y="1441954"/>
                  </a:lnTo>
                  <a:lnTo>
                    <a:pt x="1075987" y="1441920"/>
                  </a:lnTo>
                  <a:lnTo>
                    <a:pt x="1075990" y="1441898"/>
                  </a:lnTo>
                  <a:lnTo>
                    <a:pt x="1075995" y="1441886"/>
                  </a:lnTo>
                  <a:lnTo>
                    <a:pt x="1075998" y="1441874"/>
                  </a:lnTo>
                  <a:lnTo>
                    <a:pt x="1076000" y="1441858"/>
                  </a:lnTo>
                  <a:lnTo>
                    <a:pt x="1076007" y="1441850"/>
                  </a:lnTo>
                  <a:lnTo>
                    <a:pt x="1076026" y="1441842"/>
                  </a:lnTo>
                  <a:lnTo>
                    <a:pt x="1076040" y="1441828"/>
                  </a:lnTo>
                  <a:lnTo>
                    <a:pt x="1076050" y="1441808"/>
                  </a:lnTo>
                  <a:lnTo>
                    <a:pt x="1076058" y="1441787"/>
                  </a:lnTo>
                  <a:lnTo>
                    <a:pt x="1076060" y="1441757"/>
                  </a:lnTo>
                  <a:lnTo>
                    <a:pt x="1076057" y="1441730"/>
                  </a:lnTo>
                  <a:lnTo>
                    <a:pt x="1076055" y="1441706"/>
                  </a:lnTo>
                  <a:lnTo>
                    <a:pt x="1076055" y="1441684"/>
                  </a:lnTo>
                  <a:lnTo>
                    <a:pt x="1076059" y="1441667"/>
                  </a:lnTo>
                  <a:lnTo>
                    <a:pt x="1076071" y="1441640"/>
                  </a:lnTo>
                  <a:lnTo>
                    <a:pt x="1076090" y="1441605"/>
                  </a:lnTo>
                  <a:lnTo>
                    <a:pt x="1076103" y="1441578"/>
                  </a:lnTo>
                  <a:lnTo>
                    <a:pt x="1076109" y="1441550"/>
                  </a:lnTo>
                  <a:lnTo>
                    <a:pt x="1076117" y="1441524"/>
                  </a:lnTo>
                  <a:lnTo>
                    <a:pt x="1076127" y="1441508"/>
                  </a:lnTo>
                  <a:lnTo>
                    <a:pt x="1076141" y="1441494"/>
                  </a:lnTo>
                  <a:lnTo>
                    <a:pt x="1076156" y="1441481"/>
                  </a:lnTo>
                  <a:lnTo>
                    <a:pt x="1076171" y="1441457"/>
                  </a:lnTo>
                  <a:lnTo>
                    <a:pt x="1076170" y="1441442"/>
                  </a:lnTo>
                  <a:lnTo>
                    <a:pt x="1076159" y="1441423"/>
                  </a:lnTo>
                  <a:lnTo>
                    <a:pt x="1076140" y="1441403"/>
                  </a:lnTo>
                  <a:lnTo>
                    <a:pt x="1076133" y="1441383"/>
                  </a:lnTo>
                  <a:lnTo>
                    <a:pt x="1076137" y="1441372"/>
                  </a:lnTo>
                  <a:lnTo>
                    <a:pt x="1076145" y="1441369"/>
                  </a:lnTo>
                  <a:lnTo>
                    <a:pt x="1076162" y="1441368"/>
                  </a:lnTo>
                  <a:lnTo>
                    <a:pt x="1076175" y="1441363"/>
                  </a:lnTo>
                  <a:lnTo>
                    <a:pt x="1076186" y="1441353"/>
                  </a:lnTo>
                  <a:lnTo>
                    <a:pt x="1076197" y="1441337"/>
                  </a:lnTo>
                  <a:lnTo>
                    <a:pt x="1076206" y="1441314"/>
                  </a:lnTo>
                  <a:lnTo>
                    <a:pt x="1076213" y="1441300"/>
                  </a:lnTo>
                  <a:lnTo>
                    <a:pt x="1076238" y="1441276"/>
                  </a:lnTo>
                  <a:lnTo>
                    <a:pt x="1076254" y="1441260"/>
                  </a:lnTo>
                  <a:lnTo>
                    <a:pt x="1076273" y="1441246"/>
                  </a:lnTo>
                  <a:lnTo>
                    <a:pt x="1076283" y="1441229"/>
                  </a:lnTo>
                  <a:lnTo>
                    <a:pt x="1076283" y="1441222"/>
                  </a:lnTo>
                  <a:lnTo>
                    <a:pt x="1076277" y="1441199"/>
                  </a:lnTo>
                  <a:lnTo>
                    <a:pt x="1076273" y="1441188"/>
                  </a:lnTo>
                  <a:lnTo>
                    <a:pt x="1076272" y="1441181"/>
                  </a:lnTo>
                  <a:lnTo>
                    <a:pt x="1076273" y="1441164"/>
                  </a:lnTo>
                  <a:lnTo>
                    <a:pt x="1076277" y="1441152"/>
                  </a:lnTo>
                  <a:lnTo>
                    <a:pt x="1076281" y="1441147"/>
                  </a:lnTo>
                  <a:lnTo>
                    <a:pt x="1076300" y="1441114"/>
                  </a:lnTo>
                  <a:lnTo>
                    <a:pt x="1076304" y="1441106"/>
                  </a:lnTo>
                  <a:lnTo>
                    <a:pt x="1076306" y="1441097"/>
                  </a:lnTo>
                  <a:lnTo>
                    <a:pt x="1076309" y="1441087"/>
                  </a:lnTo>
                  <a:lnTo>
                    <a:pt x="1076309" y="1441080"/>
                  </a:lnTo>
                  <a:lnTo>
                    <a:pt x="1076311" y="1441064"/>
                  </a:lnTo>
                  <a:lnTo>
                    <a:pt x="1076310" y="1441047"/>
                  </a:lnTo>
                  <a:lnTo>
                    <a:pt x="1076306" y="1441035"/>
                  </a:lnTo>
                  <a:lnTo>
                    <a:pt x="1076303" y="1441030"/>
                  </a:lnTo>
                  <a:lnTo>
                    <a:pt x="1076302" y="1441025"/>
                  </a:lnTo>
                  <a:lnTo>
                    <a:pt x="1076289" y="1440999"/>
                  </a:lnTo>
                  <a:lnTo>
                    <a:pt x="1076287" y="1440995"/>
                  </a:lnTo>
                  <a:lnTo>
                    <a:pt x="1076287" y="1440978"/>
                  </a:lnTo>
                  <a:lnTo>
                    <a:pt x="1076288" y="1440970"/>
                  </a:lnTo>
                  <a:lnTo>
                    <a:pt x="1076293" y="1440958"/>
                  </a:lnTo>
                  <a:lnTo>
                    <a:pt x="1076306" y="1440942"/>
                  </a:lnTo>
                  <a:lnTo>
                    <a:pt x="1076321" y="1440923"/>
                  </a:lnTo>
                  <a:lnTo>
                    <a:pt x="1076327" y="1440913"/>
                  </a:lnTo>
                  <a:lnTo>
                    <a:pt x="1076340" y="1440887"/>
                  </a:lnTo>
                  <a:lnTo>
                    <a:pt x="1076341" y="1440881"/>
                  </a:lnTo>
                  <a:lnTo>
                    <a:pt x="1076343" y="1440865"/>
                  </a:lnTo>
                  <a:lnTo>
                    <a:pt x="1076344" y="1440848"/>
                  </a:lnTo>
                  <a:lnTo>
                    <a:pt x="1076346" y="1440831"/>
                  </a:lnTo>
                  <a:lnTo>
                    <a:pt x="1076350" y="1440814"/>
                  </a:lnTo>
                  <a:lnTo>
                    <a:pt x="1076355" y="1440798"/>
                  </a:lnTo>
                  <a:lnTo>
                    <a:pt x="1076353" y="1440781"/>
                  </a:lnTo>
                  <a:lnTo>
                    <a:pt x="1076350" y="1440765"/>
                  </a:lnTo>
                  <a:lnTo>
                    <a:pt x="1076349" y="1440756"/>
                  </a:lnTo>
                  <a:lnTo>
                    <a:pt x="1076339" y="1440731"/>
                  </a:lnTo>
                  <a:lnTo>
                    <a:pt x="1076334" y="1440723"/>
                  </a:lnTo>
                  <a:lnTo>
                    <a:pt x="1076334" y="1440715"/>
                  </a:lnTo>
                  <a:lnTo>
                    <a:pt x="1076333" y="1440703"/>
                  </a:lnTo>
                  <a:lnTo>
                    <a:pt x="1076326" y="1440700"/>
                  </a:lnTo>
                  <a:lnTo>
                    <a:pt x="1076319" y="1440701"/>
                  </a:lnTo>
                  <a:lnTo>
                    <a:pt x="1076312" y="1440701"/>
                  </a:lnTo>
                  <a:lnTo>
                    <a:pt x="1076299" y="1440697"/>
                  </a:lnTo>
                  <a:lnTo>
                    <a:pt x="1076296" y="1440693"/>
                  </a:lnTo>
                  <a:lnTo>
                    <a:pt x="1076280" y="1440681"/>
                  </a:lnTo>
                  <a:lnTo>
                    <a:pt x="1076248" y="1440659"/>
                  </a:lnTo>
                  <a:lnTo>
                    <a:pt x="1076239" y="1440652"/>
                  </a:lnTo>
                  <a:lnTo>
                    <a:pt x="1076232" y="1440649"/>
                  </a:lnTo>
                  <a:lnTo>
                    <a:pt x="1076216" y="1440648"/>
                  </a:lnTo>
                  <a:lnTo>
                    <a:pt x="1076185" y="1440647"/>
                  </a:lnTo>
                  <a:lnTo>
                    <a:pt x="1076175" y="1440645"/>
                  </a:lnTo>
                  <a:lnTo>
                    <a:pt x="1076168" y="1440642"/>
                  </a:lnTo>
                  <a:lnTo>
                    <a:pt x="1076156" y="1440637"/>
                  </a:lnTo>
                  <a:lnTo>
                    <a:pt x="1076152" y="1440634"/>
                  </a:lnTo>
                  <a:lnTo>
                    <a:pt x="1076136" y="1440623"/>
                  </a:lnTo>
                  <a:lnTo>
                    <a:pt x="1076120" y="1440617"/>
                  </a:lnTo>
                  <a:lnTo>
                    <a:pt x="1076104" y="1440613"/>
                  </a:lnTo>
                  <a:lnTo>
                    <a:pt x="1076088" y="1440609"/>
                  </a:lnTo>
                  <a:lnTo>
                    <a:pt x="1076072" y="1440606"/>
                  </a:lnTo>
                  <a:lnTo>
                    <a:pt x="1076065" y="1440604"/>
                  </a:lnTo>
                  <a:lnTo>
                    <a:pt x="1076056" y="1440604"/>
                  </a:lnTo>
                  <a:lnTo>
                    <a:pt x="1076040" y="1440601"/>
                  </a:lnTo>
                  <a:lnTo>
                    <a:pt x="1076024" y="1440598"/>
                  </a:lnTo>
                  <a:lnTo>
                    <a:pt x="1076008" y="1440595"/>
                  </a:lnTo>
                  <a:lnTo>
                    <a:pt x="1075992" y="1440590"/>
                  </a:lnTo>
                  <a:lnTo>
                    <a:pt x="1075976" y="1440586"/>
                  </a:lnTo>
                  <a:lnTo>
                    <a:pt x="1075969" y="1440584"/>
                  </a:lnTo>
                  <a:lnTo>
                    <a:pt x="1075960" y="1440584"/>
                  </a:lnTo>
                  <a:lnTo>
                    <a:pt x="1075950" y="1440583"/>
                  </a:lnTo>
                  <a:lnTo>
                    <a:pt x="1075944" y="1440584"/>
                  </a:lnTo>
                  <a:lnTo>
                    <a:pt x="1075937" y="1440586"/>
                  </a:lnTo>
                  <a:lnTo>
                    <a:pt x="1075923" y="1440586"/>
                  </a:lnTo>
                  <a:lnTo>
                    <a:pt x="1075913" y="1440582"/>
                  </a:lnTo>
                  <a:lnTo>
                    <a:pt x="1075901" y="1440566"/>
                  </a:lnTo>
                  <a:lnTo>
                    <a:pt x="1075897" y="1440548"/>
                  </a:lnTo>
                  <a:lnTo>
                    <a:pt x="1075895" y="1440531"/>
                  </a:lnTo>
                  <a:lnTo>
                    <a:pt x="1075891" y="1440514"/>
                  </a:lnTo>
                  <a:lnTo>
                    <a:pt x="1075884" y="1440498"/>
                  </a:lnTo>
                  <a:lnTo>
                    <a:pt x="1075882" y="1440492"/>
                  </a:lnTo>
                  <a:lnTo>
                    <a:pt x="1075882" y="1440485"/>
                  </a:lnTo>
                  <a:lnTo>
                    <a:pt x="1075884" y="1440481"/>
                  </a:lnTo>
                  <a:lnTo>
                    <a:pt x="1075885" y="1440476"/>
                  </a:lnTo>
                  <a:lnTo>
                    <a:pt x="1075893" y="1440464"/>
                  </a:lnTo>
                  <a:lnTo>
                    <a:pt x="1075901" y="1440450"/>
                  </a:lnTo>
                  <a:lnTo>
                    <a:pt x="1075905" y="1440431"/>
                  </a:lnTo>
                  <a:lnTo>
                    <a:pt x="1075904" y="1440414"/>
                  </a:lnTo>
                  <a:lnTo>
                    <a:pt x="1075907" y="1440397"/>
                  </a:lnTo>
                  <a:lnTo>
                    <a:pt x="1075907" y="1440389"/>
                  </a:lnTo>
                  <a:lnTo>
                    <a:pt x="1075917" y="1440360"/>
                  </a:lnTo>
                  <a:lnTo>
                    <a:pt x="1075920" y="1440343"/>
                  </a:lnTo>
                  <a:lnTo>
                    <a:pt x="1075921" y="1440333"/>
                  </a:lnTo>
                  <a:lnTo>
                    <a:pt x="1075915" y="1440327"/>
                  </a:lnTo>
                  <a:lnTo>
                    <a:pt x="1075905" y="1440324"/>
                  </a:lnTo>
                  <a:lnTo>
                    <a:pt x="1075889" y="1440316"/>
                  </a:lnTo>
                  <a:lnTo>
                    <a:pt x="1075879" y="1440309"/>
                  </a:lnTo>
                  <a:lnTo>
                    <a:pt x="1075877" y="1440302"/>
                  </a:lnTo>
                  <a:lnTo>
                    <a:pt x="1075875" y="1440297"/>
                  </a:lnTo>
                  <a:lnTo>
                    <a:pt x="1075874" y="1440285"/>
                  </a:lnTo>
                  <a:lnTo>
                    <a:pt x="1075874" y="1440268"/>
                  </a:lnTo>
                  <a:lnTo>
                    <a:pt x="1075871" y="1440251"/>
                  </a:lnTo>
                  <a:lnTo>
                    <a:pt x="1075871" y="1440235"/>
                  </a:lnTo>
                  <a:lnTo>
                    <a:pt x="1075870" y="1440218"/>
                  </a:lnTo>
                  <a:lnTo>
                    <a:pt x="1075868" y="1440202"/>
                  </a:lnTo>
                  <a:lnTo>
                    <a:pt x="1075870" y="1440187"/>
                  </a:lnTo>
                  <a:lnTo>
                    <a:pt x="1075875" y="1440181"/>
                  </a:lnTo>
                  <a:lnTo>
                    <a:pt x="1075887" y="1440177"/>
                  </a:lnTo>
                  <a:lnTo>
                    <a:pt x="1075903" y="1440175"/>
                  </a:lnTo>
                  <a:lnTo>
                    <a:pt x="1075911" y="1440175"/>
                  </a:lnTo>
                  <a:lnTo>
                    <a:pt x="1075919" y="1440169"/>
                  </a:lnTo>
                  <a:lnTo>
                    <a:pt x="1075928" y="1440161"/>
                  </a:lnTo>
                  <a:lnTo>
                    <a:pt x="1075935" y="1440159"/>
                  </a:lnTo>
                  <a:lnTo>
                    <a:pt x="1075941" y="1440157"/>
                  </a:lnTo>
                  <a:lnTo>
                    <a:pt x="1075951" y="1440158"/>
                  </a:lnTo>
                  <a:lnTo>
                    <a:pt x="1075967" y="1440157"/>
                  </a:lnTo>
                  <a:lnTo>
                    <a:pt x="1075981" y="1440154"/>
                  </a:lnTo>
                  <a:lnTo>
                    <a:pt x="1075999" y="1440145"/>
                  </a:lnTo>
                  <a:lnTo>
                    <a:pt x="1076015" y="1440142"/>
                  </a:lnTo>
                  <a:lnTo>
                    <a:pt x="1076030" y="1440137"/>
                  </a:lnTo>
                  <a:lnTo>
                    <a:pt x="1076064" y="1440125"/>
                  </a:lnTo>
                  <a:lnTo>
                    <a:pt x="1076066" y="1440111"/>
                  </a:lnTo>
                  <a:lnTo>
                    <a:pt x="1076060" y="1440097"/>
                  </a:lnTo>
                  <a:lnTo>
                    <a:pt x="1076056" y="1440078"/>
                  </a:lnTo>
                  <a:lnTo>
                    <a:pt x="1076055" y="1440061"/>
                  </a:lnTo>
                  <a:lnTo>
                    <a:pt x="1076057" y="1440028"/>
                  </a:lnTo>
                  <a:lnTo>
                    <a:pt x="1076059" y="1440011"/>
                  </a:lnTo>
                  <a:lnTo>
                    <a:pt x="1076062" y="1439995"/>
                  </a:lnTo>
                  <a:lnTo>
                    <a:pt x="1076065" y="1439985"/>
                  </a:lnTo>
                  <a:lnTo>
                    <a:pt x="1076065" y="1439978"/>
                  </a:lnTo>
                  <a:lnTo>
                    <a:pt x="1076071" y="1439961"/>
                  </a:lnTo>
                  <a:lnTo>
                    <a:pt x="1076073" y="1439952"/>
                  </a:lnTo>
                  <a:lnTo>
                    <a:pt x="1076071" y="1439924"/>
                  </a:lnTo>
                  <a:lnTo>
                    <a:pt x="1076072" y="1439916"/>
                  </a:lnTo>
                  <a:lnTo>
                    <a:pt x="1076077" y="1439908"/>
                  </a:lnTo>
                  <a:lnTo>
                    <a:pt x="1076084" y="1439897"/>
                  </a:lnTo>
                  <a:lnTo>
                    <a:pt x="1076085" y="1439891"/>
                  </a:lnTo>
                  <a:lnTo>
                    <a:pt x="1076089" y="1439858"/>
                  </a:lnTo>
                  <a:lnTo>
                    <a:pt x="1076091" y="1439841"/>
                  </a:lnTo>
                  <a:lnTo>
                    <a:pt x="1076091" y="1439824"/>
                  </a:lnTo>
                  <a:lnTo>
                    <a:pt x="1076095" y="1439808"/>
                  </a:lnTo>
                  <a:lnTo>
                    <a:pt x="1076096" y="1439798"/>
                  </a:lnTo>
                  <a:lnTo>
                    <a:pt x="1076099" y="1439791"/>
                  </a:lnTo>
                  <a:lnTo>
                    <a:pt x="1076103" y="1439780"/>
                  </a:lnTo>
                  <a:lnTo>
                    <a:pt x="1076109" y="1439775"/>
                  </a:lnTo>
                  <a:lnTo>
                    <a:pt x="1076134" y="1439749"/>
                  </a:lnTo>
                  <a:lnTo>
                    <a:pt x="1076138" y="1439746"/>
                  </a:lnTo>
                  <a:lnTo>
                    <a:pt x="1076154" y="1439732"/>
                  </a:lnTo>
                  <a:lnTo>
                    <a:pt x="1076160" y="1439721"/>
                  </a:lnTo>
                  <a:lnTo>
                    <a:pt x="1076158" y="1439715"/>
                  </a:lnTo>
                  <a:lnTo>
                    <a:pt x="1076153" y="1439708"/>
                  </a:lnTo>
                  <a:lnTo>
                    <a:pt x="1076133" y="1439685"/>
                  </a:lnTo>
                  <a:lnTo>
                    <a:pt x="1076122" y="1439670"/>
                  </a:lnTo>
                  <a:lnTo>
                    <a:pt x="1076117" y="1439652"/>
                  </a:lnTo>
                  <a:lnTo>
                    <a:pt x="1076115" y="1439635"/>
                  </a:lnTo>
                  <a:lnTo>
                    <a:pt x="1076114" y="1439625"/>
                  </a:lnTo>
                  <a:lnTo>
                    <a:pt x="1076116" y="1439619"/>
                  </a:lnTo>
                  <a:lnTo>
                    <a:pt x="1076120" y="1439602"/>
                  </a:lnTo>
                  <a:lnTo>
                    <a:pt x="1076122" y="1439585"/>
                  </a:lnTo>
                  <a:lnTo>
                    <a:pt x="1076121" y="1439569"/>
                  </a:lnTo>
                  <a:lnTo>
                    <a:pt x="1076116" y="1439552"/>
                  </a:lnTo>
                  <a:lnTo>
                    <a:pt x="1076118" y="1439541"/>
                  </a:lnTo>
                  <a:lnTo>
                    <a:pt x="1076122" y="1439535"/>
                  </a:lnTo>
                  <a:lnTo>
                    <a:pt x="1076138" y="1439524"/>
                  </a:lnTo>
                  <a:lnTo>
                    <a:pt x="1076153" y="1439508"/>
                  </a:lnTo>
                  <a:lnTo>
                    <a:pt x="1076163" y="1439492"/>
                  </a:lnTo>
                  <a:lnTo>
                    <a:pt x="1076171" y="1439475"/>
                  </a:lnTo>
                  <a:lnTo>
                    <a:pt x="1076173" y="1439467"/>
                  </a:lnTo>
                  <a:lnTo>
                    <a:pt x="1076173" y="1439458"/>
                  </a:lnTo>
                  <a:lnTo>
                    <a:pt x="1076172" y="1439442"/>
                  </a:lnTo>
                  <a:lnTo>
                    <a:pt x="1076168" y="1439426"/>
                  </a:lnTo>
                  <a:lnTo>
                    <a:pt x="1076158" y="1439408"/>
                  </a:lnTo>
                  <a:lnTo>
                    <a:pt x="1076142" y="1439396"/>
                  </a:lnTo>
                  <a:lnTo>
                    <a:pt x="1076126" y="1439385"/>
                  </a:lnTo>
                  <a:lnTo>
                    <a:pt x="1076094" y="1439363"/>
                  </a:lnTo>
                  <a:lnTo>
                    <a:pt x="1076079" y="1439349"/>
                  </a:lnTo>
                  <a:lnTo>
                    <a:pt x="1076064" y="1439335"/>
                  </a:lnTo>
                  <a:lnTo>
                    <a:pt x="1076055" y="1439329"/>
                  </a:lnTo>
                  <a:lnTo>
                    <a:pt x="1076048" y="1439326"/>
                  </a:lnTo>
                  <a:lnTo>
                    <a:pt x="1076025" y="1439316"/>
                  </a:lnTo>
                  <a:lnTo>
                    <a:pt x="1076018" y="1439311"/>
                  </a:lnTo>
                  <a:lnTo>
                    <a:pt x="1076002" y="1439300"/>
                  </a:lnTo>
                  <a:lnTo>
                    <a:pt x="1075989" y="1439298"/>
                  </a:lnTo>
                  <a:lnTo>
                    <a:pt x="1075985" y="1439295"/>
                  </a:lnTo>
                  <a:lnTo>
                    <a:pt x="1075970" y="1439288"/>
                  </a:lnTo>
                  <a:lnTo>
                    <a:pt x="1075954" y="1439285"/>
                  </a:lnTo>
                  <a:lnTo>
                    <a:pt x="1075948" y="1439284"/>
                  </a:lnTo>
                  <a:lnTo>
                    <a:pt x="1075938" y="1439285"/>
                  </a:lnTo>
                  <a:lnTo>
                    <a:pt x="1075929" y="1439284"/>
                  </a:lnTo>
                  <a:lnTo>
                    <a:pt x="1075930" y="1439278"/>
                  </a:lnTo>
                  <a:lnTo>
                    <a:pt x="1075934" y="1439267"/>
                  </a:lnTo>
                  <a:lnTo>
                    <a:pt x="1075938" y="1439261"/>
                  </a:lnTo>
                  <a:lnTo>
                    <a:pt x="1075944" y="1439250"/>
                  </a:lnTo>
                  <a:lnTo>
                    <a:pt x="1075946" y="1439244"/>
                  </a:lnTo>
                  <a:lnTo>
                    <a:pt x="1075948" y="1439240"/>
                  </a:lnTo>
                  <a:lnTo>
                    <a:pt x="1075949" y="1439228"/>
                  </a:lnTo>
                  <a:lnTo>
                    <a:pt x="1075948" y="1439211"/>
                  </a:lnTo>
                  <a:lnTo>
                    <a:pt x="1075946" y="1439194"/>
                  </a:lnTo>
                  <a:lnTo>
                    <a:pt x="1075942" y="1439177"/>
                  </a:lnTo>
                  <a:lnTo>
                    <a:pt x="1075939" y="1439161"/>
                  </a:lnTo>
                  <a:lnTo>
                    <a:pt x="1075937" y="1439144"/>
                  </a:lnTo>
                  <a:lnTo>
                    <a:pt x="1075934" y="1439127"/>
                  </a:lnTo>
                  <a:lnTo>
                    <a:pt x="1075934" y="1439094"/>
                  </a:lnTo>
                  <a:lnTo>
                    <a:pt x="1075934" y="1439088"/>
                  </a:lnTo>
                  <a:lnTo>
                    <a:pt x="1075932" y="1439061"/>
                  </a:lnTo>
                  <a:lnTo>
                    <a:pt x="1075928" y="1439028"/>
                  </a:lnTo>
                  <a:lnTo>
                    <a:pt x="1075928" y="1439011"/>
                  </a:lnTo>
                  <a:lnTo>
                    <a:pt x="1075927" y="1438994"/>
                  </a:lnTo>
                  <a:lnTo>
                    <a:pt x="1075927" y="1438977"/>
                  </a:lnTo>
                  <a:lnTo>
                    <a:pt x="1075928" y="1438961"/>
                  </a:lnTo>
                  <a:lnTo>
                    <a:pt x="1075928" y="1438894"/>
                  </a:lnTo>
                  <a:lnTo>
                    <a:pt x="1075932" y="1438860"/>
                  </a:lnTo>
                  <a:lnTo>
                    <a:pt x="1075930" y="1438844"/>
                  </a:lnTo>
                  <a:lnTo>
                    <a:pt x="1075929" y="1438827"/>
                  </a:lnTo>
                  <a:lnTo>
                    <a:pt x="1075932" y="1438816"/>
                  </a:lnTo>
                  <a:lnTo>
                    <a:pt x="1075933" y="1438811"/>
                  </a:lnTo>
                  <a:lnTo>
                    <a:pt x="1075943" y="1438794"/>
                  </a:lnTo>
                  <a:lnTo>
                    <a:pt x="1075956" y="1438778"/>
                  </a:lnTo>
                  <a:lnTo>
                    <a:pt x="1075968" y="1438761"/>
                  </a:lnTo>
                  <a:lnTo>
                    <a:pt x="1075981" y="1438747"/>
                  </a:lnTo>
                  <a:lnTo>
                    <a:pt x="1075986" y="1438742"/>
                  </a:lnTo>
                  <a:lnTo>
                    <a:pt x="1075986" y="1438730"/>
                  </a:lnTo>
                  <a:lnTo>
                    <a:pt x="1075985" y="1438714"/>
                  </a:lnTo>
                  <a:lnTo>
                    <a:pt x="1075986" y="1438701"/>
                  </a:lnTo>
                  <a:lnTo>
                    <a:pt x="1075992" y="1438678"/>
                  </a:lnTo>
                  <a:lnTo>
                    <a:pt x="1075996" y="1438662"/>
                  </a:lnTo>
                  <a:lnTo>
                    <a:pt x="1075998" y="1438645"/>
                  </a:lnTo>
                  <a:lnTo>
                    <a:pt x="1075994" y="1438635"/>
                  </a:lnTo>
                  <a:lnTo>
                    <a:pt x="1075988" y="1438631"/>
                  </a:lnTo>
                  <a:lnTo>
                    <a:pt x="1075956" y="1438623"/>
                  </a:lnTo>
                  <a:lnTo>
                    <a:pt x="1075940" y="1438616"/>
                  </a:lnTo>
                  <a:lnTo>
                    <a:pt x="1075924" y="1438607"/>
                  </a:lnTo>
                  <a:lnTo>
                    <a:pt x="1075912" y="1438598"/>
                  </a:lnTo>
                  <a:lnTo>
                    <a:pt x="1075909" y="1438594"/>
                  </a:lnTo>
                  <a:lnTo>
                    <a:pt x="1075903" y="1438586"/>
                  </a:lnTo>
                  <a:lnTo>
                    <a:pt x="1075901" y="1438577"/>
                  </a:lnTo>
                  <a:lnTo>
                    <a:pt x="1075896" y="1438561"/>
                  </a:lnTo>
                  <a:lnTo>
                    <a:pt x="1075890" y="1438527"/>
                  </a:lnTo>
                  <a:lnTo>
                    <a:pt x="1075887" y="1438510"/>
                  </a:lnTo>
                  <a:lnTo>
                    <a:pt x="1075882" y="1438494"/>
                  </a:lnTo>
                  <a:lnTo>
                    <a:pt x="1075874" y="1438477"/>
                  </a:lnTo>
                  <a:lnTo>
                    <a:pt x="1075871" y="1438471"/>
                  </a:lnTo>
                  <a:lnTo>
                    <a:pt x="1075865" y="1438460"/>
                  </a:lnTo>
                  <a:lnTo>
                    <a:pt x="1075853" y="1438444"/>
                  </a:lnTo>
                  <a:lnTo>
                    <a:pt x="1075841" y="1438427"/>
                  </a:lnTo>
                  <a:lnTo>
                    <a:pt x="1075827" y="1438414"/>
                  </a:lnTo>
                  <a:lnTo>
                    <a:pt x="1075821" y="1438412"/>
                  </a:lnTo>
                  <a:lnTo>
                    <a:pt x="1075815" y="1438412"/>
                  </a:lnTo>
                  <a:lnTo>
                    <a:pt x="1075810" y="1438414"/>
                  </a:lnTo>
                  <a:lnTo>
                    <a:pt x="1075794" y="1438421"/>
                  </a:lnTo>
                  <a:lnTo>
                    <a:pt x="1075779" y="1438427"/>
                  </a:lnTo>
                  <a:lnTo>
                    <a:pt x="1075762" y="1438428"/>
                  </a:lnTo>
                  <a:lnTo>
                    <a:pt x="1075746" y="1438431"/>
                  </a:lnTo>
                  <a:lnTo>
                    <a:pt x="1075730" y="1438432"/>
                  </a:lnTo>
                  <a:lnTo>
                    <a:pt x="1075714" y="1438432"/>
                  </a:lnTo>
                  <a:lnTo>
                    <a:pt x="1075698" y="1438430"/>
                  </a:lnTo>
                  <a:lnTo>
                    <a:pt x="1075682" y="1438423"/>
                  </a:lnTo>
                  <a:lnTo>
                    <a:pt x="1075666" y="1438416"/>
                  </a:lnTo>
                  <a:lnTo>
                    <a:pt x="1075650" y="1438409"/>
                  </a:lnTo>
                  <a:lnTo>
                    <a:pt x="1075636" y="1438398"/>
                  </a:lnTo>
                  <a:lnTo>
                    <a:pt x="1075623" y="1438391"/>
                  </a:lnTo>
                  <a:lnTo>
                    <a:pt x="1075618" y="1438390"/>
                  </a:lnTo>
                  <a:lnTo>
                    <a:pt x="1075602" y="1438383"/>
                  </a:lnTo>
                  <a:lnTo>
                    <a:pt x="1075597" y="1438381"/>
                  </a:lnTo>
                  <a:lnTo>
                    <a:pt x="1075589" y="1438374"/>
                  </a:lnTo>
                  <a:lnTo>
                    <a:pt x="1075588" y="1438360"/>
                  </a:lnTo>
                  <a:lnTo>
                    <a:pt x="1075591" y="1438343"/>
                  </a:lnTo>
                  <a:lnTo>
                    <a:pt x="1075594" y="1438333"/>
                  </a:lnTo>
                  <a:lnTo>
                    <a:pt x="1075594" y="1438310"/>
                  </a:lnTo>
                  <a:lnTo>
                    <a:pt x="1075595" y="1438293"/>
                  </a:lnTo>
                  <a:lnTo>
                    <a:pt x="1075601" y="1438277"/>
                  </a:lnTo>
                  <a:lnTo>
                    <a:pt x="1075614" y="1438261"/>
                  </a:lnTo>
                  <a:lnTo>
                    <a:pt x="1075629" y="1438244"/>
                  </a:lnTo>
                  <a:lnTo>
                    <a:pt x="1075644" y="1438230"/>
                  </a:lnTo>
                  <a:lnTo>
                    <a:pt x="1075657" y="1438213"/>
                  </a:lnTo>
                  <a:lnTo>
                    <a:pt x="1075667" y="1438196"/>
                  </a:lnTo>
                  <a:lnTo>
                    <a:pt x="1075674" y="1438179"/>
                  </a:lnTo>
                  <a:lnTo>
                    <a:pt x="1075677" y="1438163"/>
                  </a:lnTo>
                  <a:lnTo>
                    <a:pt x="1075678" y="1438146"/>
                  </a:lnTo>
                  <a:lnTo>
                    <a:pt x="1075678" y="1438121"/>
                  </a:lnTo>
                  <a:lnTo>
                    <a:pt x="1075676" y="1438113"/>
                  </a:lnTo>
                  <a:lnTo>
                    <a:pt x="1075673" y="1438096"/>
                  </a:lnTo>
                  <a:lnTo>
                    <a:pt x="1075669" y="1438080"/>
                  </a:lnTo>
                  <a:lnTo>
                    <a:pt x="1075669" y="1438070"/>
                  </a:lnTo>
                  <a:lnTo>
                    <a:pt x="1075684" y="1438037"/>
                  </a:lnTo>
                  <a:lnTo>
                    <a:pt x="1075689" y="1438028"/>
                  </a:lnTo>
                  <a:lnTo>
                    <a:pt x="1075697" y="1438021"/>
                  </a:lnTo>
                  <a:lnTo>
                    <a:pt x="1075711" y="1438014"/>
                  </a:lnTo>
                  <a:lnTo>
                    <a:pt x="1075729" y="1438016"/>
                  </a:lnTo>
                  <a:lnTo>
                    <a:pt x="1075741" y="1438015"/>
                  </a:lnTo>
                  <a:lnTo>
                    <a:pt x="1075745" y="1438013"/>
                  </a:lnTo>
                  <a:lnTo>
                    <a:pt x="1075748" y="1438008"/>
                  </a:lnTo>
                  <a:lnTo>
                    <a:pt x="1075748" y="1437996"/>
                  </a:lnTo>
                  <a:lnTo>
                    <a:pt x="1075735" y="1437981"/>
                  </a:lnTo>
                  <a:lnTo>
                    <a:pt x="1075727" y="1437975"/>
                  </a:lnTo>
                  <a:lnTo>
                    <a:pt x="1075720" y="1437968"/>
                  </a:lnTo>
                  <a:lnTo>
                    <a:pt x="1075704" y="1437956"/>
                  </a:lnTo>
                  <a:lnTo>
                    <a:pt x="1075690" y="1437943"/>
                  </a:lnTo>
                  <a:lnTo>
                    <a:pt x="1075677" y="1437926"/>
                  </a:lnTo>
                  <a:lnTo>
                    <a:pt x="1075661" y="1437912"/>
                  </a:lnTo>
                  <a:lnTo>
                    <a:pt x="1075645" y="1437899"/>
                  </a:lnTo>
                  <a:lnTo>
                    <a:pt x="1075629" y="1437892"/>
                  </a:lnTo>
                  <a:lnTo>
                    <a:pt x="1075613" y="1437881"/>
                  </a:lnTo>
                  <a:lnTo>
                    <a:pt x="1075604" y="1437866"/>
                  </a:lnTo>
                  <a:lnTo>
                    <a:pt x="1075603" y="1437847"/>
                  </a:lnTo>
                  <a:lnTo>
                    <a:pt x="1075604" y="1437831"/>
                  </a:lnTo>
                  <a:lnTo>
                    <a:pt x="1075606" y="1437814"/>
                  </a:lnTo>
                  <a:lnTo>
                    <a:pt x="1075607" y="1437797"/>
                  </a:lnTo>
                  <a:lnTo>
                    <a:pt x="1075606" y="1437784"/>
                  </a:lnTo>
                  <a:lnTo>
                    <a:pt x="1075603" y="1437779"/>
                  </a:lnTo>
                  <a:lnTo>
                    <a:pt x="1075590" y="1437771"/>
                  </a:lnTo>
                  <a:lnTo>
                    <a:pt x="1075573" y="1437761"/>
                  </a:lnTo>
                  <a:lnTo>
                    <a:pt x="1075558" y="1437747"/>
                  </a:lnTo>
                  <a:lnTo>
                    <a:pt x="1075546" y="1437731"/>
                  </a:lnTo>
                  <a:lnTo>
                    <a:pt x="1075540" y="1437715"/>
                  </a:lnTo>
                  <a:lnTo>
                    <a:pt x="1075529" y="1437682"/>
                  </a:lnTo>
                  <a:lnTo>
                    <a:pt x="1075527" y="1437673"/>
                  </a:lnTo>
                  <a:lnTo>
                    <a:pt x="1075523" y="1437665"/>
                  </a:lnTo>
                  <a:lnTo>
                    <a:pt x="1075512" y="1437651"/>
                  </a:lnTo>
                  <a:lnTo>
                    <a:pt x="1075500" y="1437643"/>
                  </a:lnTo>
                  <a:lnTo>
                    <a:pt x="1075495" y="1437642"/>
                  </a:lnTo>
                  <a:lnTo>
                    <a:pt x="1075479" y="1437641"/>
                  </a:lnTo>
                  <a:lnTo>
                    <a:pt x="1075463" y="1437642"/>
                  </a:lnTo>
                  <a:lnTo>
                    <a:pt x="1075448" y="1437644"/>
                  </a:lnTo>
                  <a:lnTo>
                    <a:pt x="1075431" y="1437648"/>
                  </a:lnTo>
                  <a:lnTo>
                    <a:pt x="1075415" y="1437652"/>
                  </a:lnTo>
                  <a:lnTo>
                    <a:pt x="1075399" y="1437655"/>
                  </a:lnTo>
                  <a:lnTo>
                    <a:pt x="1075392" y="1437655"/>
                  </a:lnTo>
                  <a:lnTo>
                    <a:pt x="1075388" y="1437653"/>
                  </a:lnTo>
                  <a:lnTo>
                    <a:pt x="1075387" y="1437648"/>
                  </a:lnTo>
                  <a:lnTo>
                    <a:pt x="1075388" y="1437631"/>
                  </a:lnTo>
                  <a:lnTo>
                    <a:pt x="1075389" y="1437614"/>
                  </a:lnTo>
                  <a:lnTo>
                    <a:pt x="1075387" y="1437598"/>
                  </a:lnTo>
                  <a:lnTo>
                    <a:pt x="1075384" y="1437581"/>
                  </a:lnTo>
                  <a:lnTo>
                    <a:pt x="1075384" y="1437572"/>
                  </a:lnTo>
                  <a:lnTo>
                    <a:pt x="1075382" y="1437564"/>
                  </a:lnTo>
                  <a:lnTo>
                    <a:pt x="1075378" y="1437548"/>
                  </a:lnTo>
                  <a:lnTo>
                    <a:pt x="1075375" y="1437531"/>
                  </a:lnTo>
                  <a:lnTo>
                    <a:pt x="1075373" y="1437514"/>
                  </a:lnTo>
                  <a:lnTo>
                    <a:pt x="1075373" y="1437500"/>
                  </a:lnTo>
                  <a:lnTo>
                    <a:pt x="1075374" y="1437481"/>
                  </a:lnTo>
                  <a:lnTo>
                    <a:pt x="1075378" y="1437464"/>
                  </a:lnTo>
                  <a:lnTo>
                    <a:pt x="1075384" y="1437447"/>
                  </a:lnTo>
                  <a:lnTo>
                    <a:pt x="1075402" y="1437395"/>
                  </a:lnTo>
                  <a:lnTo>
                    <a:pt x="1075405" y="1437385"/>
                  </a:lnTo>
                  <a:lnTo>
                    <a:pt x="1075420" y="1437362"/>
                  </a:lnTo>
                  <a:lnTo>
                    <a:pt x="1075426" y="1437351"/>
                  </a:lnTo>
                  <a:lnTo>
                    <a:pt x="1075427" y="1437345"/>
                  </a:lnTo>
                  <a:lnTo>
                    <a:pt x="1075431" y="1437336"/>
                  </a:lnTo>
                  <a:lnTo>
                    <a:pt x="1075431" y="1437329"/>
                  </a:lnTo>
                  <a:lnTo>
                    <a:pt x="1075433" y="1437312"/>
                  </a:lnTo>
                  <a:lnTo>
                    <a:pt x="1075431" y="1437295"/>
                  </a:lnTo>
                  <a:lnTo>
                    <a:pt x="1075427" y="1437278"/>
                  </a:lnTo>
                  <a:lnTo>
                    <a:pt x="1075424" y="1437262"/>
                  </a:lnTo>
                  <a:lnTo>
                    <a:pt x="1075423" y="1437245"/>
                  </a:lnTo>
                  <a:lnTo>
                    <a:pt x="1075423" y="1437228"/>
                  </a:lnTo>
                  <a:lnTo>
                    <a:pt x="1075427" y="1437212"/>
                  </a:lnTo>
                  <a:lnTo>
                    <a:pt x="1075434" y="1437195"/>
                  </a:lnTo>
                  <a:lnTo>
                    <a:pt x="1075436" y="1437187"/>
                  </a:lnTo>
                  <a:lnTo>
                    <a:pt x="1075442" y="1437178"/>
                  </a:lnTo>
                  <a:lnTo>
                    <a:pt x="1075452" y="1437160"/>
                  </a:lnTo>
                  <a:lnTo>
                    <a:pt x="1075464" y="1437145"/>
                  </a:lnTo>
                  <a:lnTo>
                    <a:pt x="1075471" y="1437137"/>
                  </a:lnTo>
                  <a:lnTo>
                    <a:pt x="1075480" y="1437132"/>
                  </a:lnTo>
                  <a:lnTo>
                    <a:pt x="1075496" y="1437119"/>
                  </a:lnTo>
                  <a:lnTo>
                    <a:pt x="1075510" y="1437105"/>
                  </a:lnTo>
                  <a:lnTo>
                    <a:pt x="1075519" y="1437088"/>
                  </a:lnTo>
                  <a:lnTo>
                    <a:pt x="1075523" y="1437076"/>
                  </a:lnTo>
                  <a:lnTo>
                    <a:pt x="1075527" y="1437071"/>
                  </a:lnTo>
                  <a:lnTo>
                    <a:pt x="1075528" y="1437066"/>
                  </a:lnTo>
                  <a:lnTo>
                    <a:pt x="1075532" y="1437060"/>
                  </a:lnTo>
                  <a:lnTo>
                    <a:pt x="1075537" y="1437057"/>
                  </a:lnTo>
                  <a:lnTo>
                    <a:pt x="1075553" y="1437055"/>
                  </a:lnTo>
                  <a:lnTo>
                    <a:pt x="1075569" y="1437050"/>
                  </a:lnTo>
                  <a:lnTo>
                    <a:pt x="1075585" y="1437041"/>
                  </a:lnTo>
                  <a:lnTo>
                    <a:pt x="1075600" y="1437026"/>
                  </a:lnTo>
                  <a:lnTo>
                    <a:pt x="1075608" y="1437018"/>
                  </a:lnTo>
                  <a:lnTo>
                    <a:pt x="1075639" y="1437006"/>
                  </a:lnTo>
                  <a:lnTo>
                    <a:pt x="1075648" y="1437000"/>
                  </a:lnTo>
                  <a:lnTo>
                    <a:pt x="1075664" y="1436987"/>
                  </a:lnTo>
                  <a:lnTo>
                    <a:pt x="1075678" y="1436972"/>
                  </a:lnTo>
                  <a:lnTo>
                    <a:pt x="1075688" y="1436956"/>
                  </a:lnTo>
                  <a:lnTo>
                    <a:pt x="1075704" y="1436940"/>
                  </a:lnTo>
                  <a:lnTo>
                    <a:pt x="1075713" y="1436933"/>
                  </a:lnTo>
                  <a:lnTo>
                    <a:pt x="1075718" y="1436925"/>
                  </a:lnTo>
                  <a:lnTo>
                    <a:pt x="1075729" y="1436906"/>
                  </a:lnTo>
                  <a:lnTo>
                    <a:pt x="1075735" y="1436892"/>
                  </a:lnTo>
                  <a:lnTo>
                    <a:pt x="1075743" y="1436875"/>
                  </a:lnTo>
                  <a:lnTo>
                    <a:pt x="1075749" y="1436867"/>
                  </a:lnTo>
                  <a:lnTo>
                    <a:pt x="1075756" y="1436863"/>
                  </a:lnTo>
                  <a:lnTo>
                    <a:pt x="1075773" y="1436861"/>
                  </a:lnTo>
                  <a:lnTo>
                    <a:pt x="1075791" y="1436859"/>
                  </a:lnTo>
                  <a:lnTo>
                    <a:pt x="1075799" y="1436853"/>
                  </a:lnTo>
                  <a:lnTo>
                    <a:pt x="1075801" y="1436847"/>
                  </a:lnTo>
                  <a:lnTo>
                    <a:pt x="1075803" y="1436839"/>
                  </a:lnTo>
                  <a:lnTo>
                    <a:pt x="1075803" y="1436830"/>
                  </a:lnTo>
                  <a:lnTo>
                    <a:pt x="1075805" y="1436823"/>
                  </a:lnTo>
                  <a:lnTo>
                    <a:pt x="1075805" y="1436814"/>
                  </a:lnTo>
                  <a:lnTo>
                    <a:pt x="1075806" y="1436797"/>
                  </a:lnTo>
                  <a:lnTo>
                    <a:pt x="1075805" y="1436781"/>
                  </a:lnTo>
                  <a:lnTo>
                    <a:pt x="1075801" y="1436747"/>
                  </a:lnTo>
                  <a:lnTo>
                    <a:pt x="1075798" y="1436730"/>
                  </a:lnTo>
                  <a:lnTo>
                    <a:pt x="1075793" y="1436714"/>
                  </a:lnTo>
                  <a:lnTo>
                    <a:pt x="1075790" y="1436697"/>
                  </a:lnTo>
                  <a:lnTo>
                    <a:pt x="1075787" y="1436687"/>
                  </a:lnTo>
                  <a:lnTo>
                    <a:pt x="1075787" y="1436680"/>
                  </a:lnTo>
                  <a:lnTo>
                    <a:pt x="1075785" y="1436672"/>
                  </a:lnTo>
                  <a:lnTo>
                    <a:pt x="1075787" y="1436662"/>
                  </a:lnTo>
                  <a:lnTo>
                    <a:pt x="1075792" y="1436647"/>
                  </a:lnTo>
                  <a:lnTo>
                    <a:pt x="1075803" y="1436630"/>
                  </a:lnTo>
                  <a:lnTo>
                    <a:pt x="1075816" y="1436615"/>
                  </a:lnTo>
                  <a:lnTo>
                    <a:pt x="1075826" y="1436606"/>
                  </a:lnTo>
                  <a:lnTo>
                    <a:pt x="1075832" y="1436602"/>
                  </a:lnTo>
                  <a:lnTo>
                    <a:pt x="1075849" y="1436591"/>
                  </a:lnTo>
                  <a:lnTo>
                    <a:pt x="1075865" y="1436577"/>
                  </a:lnTo>
                  <a:lnTo>
                    <a:pt x="1075871" y="1436568"/>
                  </a:lnTo>
                  <a:lnTo>
                    <a:pt x="1075874" y="1436560"/>
                  </a:lnTo>
                  <a:lnTo>
                    <a:pt x="1075883" y="1436544"/>
                  </a:lnTo>
                  <a:lnTo>
                    <a:pt x="1075885" y="1436534"/>
                  </a:lnTo>
                  <a:lnTo>
                    <a:pt x="1075885" y="1436522"/>
                  </a:lnTo>
                  <a:lnTo>
                    <a:pt x="1075882" y="1436515"/>
                  </a:lnTo>
                  <a:lnTo>
                    <a:pt x="1075879" y="1436510"/>
                  </a:lnTo>
                  <a:lnTo>
                    <a:pt x="1075872" y="1436493"/>
                  </a:lnTo>
                  <a:lnTo>
                    <a:pt x="1075869" y="1436488"/>
                  </a:lnTo>
                  <a:lnTo>
                    <a:pt x="1075872" y="1436482"/>
                  </a:lnTo>
                  <a:lnTo>
                    <a:pt x="1075877" y="1436477"/>
                  </a:lnTo>
                  <a:lnTo>
                    <a:pt x="1075880" y="1436472"/>
                  </a:lnTo>
                  <a:lnTo>
                    <a:pt x="1075912" y="1436445"/>
                  </a:lnTo>
                  <a:lnTo>
                    <a:pt x="1075923" y="1436428"/>
                  </a:lnTo>
                  <a:lnTo>
                    <a:pt x="1075938" y="1436411"/>
                  </a:lnTo>
                  <a:lnTo>
                    <a:pt x="1075962" y="1436385"/>
                  </a:lnTo>
                  <a:lnTo>
                    <a:pt x="1075965" y="1436379"/>
                  </a:lnTo>
                  <a:lnTo>
                    <a:pt x="1075976" y="1436362"/>
                  </a:lnTo>
                  <a:lnTo>
                    <a:pt x="1075978" y="1436355"/>
                  </a:lnTo>
                  <a:lnTo>
                    <a:pt x="1075985" y="1436346"/>
                  </a:lnTo>
                  <a:lnTo>
                    <a:pt x="1075994" y="1436328"/>
                  </a:lnTo>
                  <a:lnTo>
                    <a:pt x="1076001" y="1436312"/>
                  </a:lnTo>
                  <a:lnTo>
                    <a:pt x="1076005" y="1436300"/>
                  </a:lnTo>
                  <a:lnTo>
                    <a:pt x="1076009" y="1436295"/>
                  </a:lnTo>
                  <a:lnTo>
                    <a:pt x="1076016" y="1436278"/>
                  </a:lnTo>
                  <a:lnTo>
                    <a:pt x="1076022" y="1436268"/>
                  </a:lnTo>
                  <a:lnTo>
                    <a:pt x="1076027" y="1436263"/>
                  </a:lnTo>
                  <a:lnTo>
                    <a:pt x="1076043" y="1436252"/>
                  </a:lnTo>
                  <a:lnTo>
                    <a:pt x="1076059" y="1436244"/>
                  </a:lnTo>
                  <a:lnTo>
                    <a:pt x="1076074" y="1436231"/>
                  </a:lnTo>
                  <a:lnTo>
                    <a:pt x="1076077" y="1436226"/>
                  </a:lnTo>
                  <a:lnTo>
                    <a:pt x="1076089" y="1436217"/>
                  </a:lnTo>
                  <a:lnTo>
                    <a:pt x="1076101" y="1436210"/>
                  </a:lnTo>
                  <a:lnTo>
                    <a:pt x="1076106" y="1436208"/>
                  </a:lnTo>
                  <a:lnTo>
                    <a:pt x="1076112" y="1436206"/>
                  </a:lnTo>
                  <a:lnTo>
                    <a:pt x="1076121" y="1436205"/>
                  </a:lnTo>
                  <a:lnTo>
                    <a:pt x="1076136" y="1436204"/>
                  </a:lnTo>
                  <a:lnTo>
                    <a:pt x="1076152" y="1436205"/>
                  </a:lnTo>
                  <a:lnTo>
                    <a:pt x="1076168" y="1436205"/>
                  </a:lnTo>
                  <a:lnTo>
                    <a:pt x="1076184" y="1436207"/>
                  </a:lnTo>
                  <a:lnTo>
                    <a:pt x="1076198" y="1436212"/>
                  </a:lnTo>
                  <a:lnTo>
                    <a:pt x="1076216" y="1436216"/>
                  </a:lnTo>
                  <a:lnTo>
                    <a:pt x="1076232" y="1436215"/>
                  </a:lnTo>
                  <a:lnTo>
                    <a:pt x="1076249" y="1436218"/>
                  </a:lnTo>
                  <a:lnTo>
                    <a:pt x="1076260" y="1436222"/>
                  </a:lnTo>
                  <a:lnTo>
                    <a:pt x="1076264" y="1436222"/>
                  </a:lnTo>
                  <a:lnTo>
                    <a:pt x="1076279" y="1436223"/>
                  </a:lnTo>
                  <a:lnTo>
                    <a:pt x="1076289" y="1436222"/>
                  </a:lnTo>
                  <a:lnTo>
                    <a:pt x="1076296" y="1436220"/>
                  </a:lnTo>
                  <a:lnTo>
                    <a:pt x="1076312" y="1436216"/>
                  </a:lnTo>
                  <a:lnTo>
                    <a:pt x="1076322" y="1436213"/>
                  </a:lnTo>
                  <a:lnTo>
                    <a:pt x="1076328" y="1436214"/>
                  </a:lnTo>
                  <a:lnTo>
                    <a:pt x="1076344" y="1436220"/>
                  </a:lnTo>
                  <a:lnTo>
                    <a:pt x="1076360" y="1436223"/>
                  </a:lnTo>
                  <a:lnTo>
                    <a:pt x="1076376" y="1436226"/>
                  </a:lnTo>
                  <a:lnTo>
                    <a:pt x="1076393" y="1436221"/>
                  </a:lnTo>
                  <a:lnTo>
                    <a:pt x="1076407" y="1436190"/>
                  </a:lnTo>
                  <a:lnTo>
                    <a:pt x="1076403" y="1436150"/>
                  </a:lnTo>
                  <a:lnTo>
                    <a:pt x="1076399" y="1436140"/>
                  </a:lnTo>
                  <a:lnTo>
                    <a:pt x="1076399" y="1436133"/>
                  </a:lnTo>
                  <a:lnTo>
                    <a:pt x="1076395" y="1436123"/>
                  </a:lnTo>
                  <a:lnTo>
                    <a:pt x="1076390" y="1436118"/>
                  </a:lnTo>
                  <a:lnTo>
                    <a:pt x="1076374" y="1436111"/>
                  </a:lnTo>
                  <a:lnTo>
                    <a:pt x="1076357" y="1436103"/>
                  </a:lnTo>
                  <a:lnTo>
                    <a:pt x="1076345" y="1436089"/>
                  </a:lnTo>
                  <a:lnTo>
                    <a:pt x="1076336" y="1436076"/>
                  </a:lnTo>
                  <a:lnTo>
                    <a:pt x="1076331" y="1436072"/>
                  </a:lnTo>
                  <a:lnTo>
                    <a:pt x="1076318" y="1436057"/>
                  </a:lnTo>
                  <a:lnTo>
                    <a:pt x="1076306" y="1436040"/>
                  </a:lnTo>
                  <a:lnTo>
                    <a:pt x="1076297" y="1436029"/>
                  </a:lnTo>
                  <a:lnTo>
                    <a:pt x="1076295" y="1436023"/>
                  </a:lnTo>
                  <a:lnTo>
                    <a:pt x="1076292" y="1436018"/>
                  </a:lnTo>
                  <a:lnTo>
                    <a:pt x="1076290" y="1436006"/>
                  </a:lnTo>
                  <a:lnTo>
                    <a:pt x="1076286" y="1435990"/>
                  </a:lnTo>
                  <a:lnTo>
                    <a:pt x="1076285" y="1435984"/>
                  </a:lnTo>
                  <a:lnTo>
                    <a:pt x="1076279" y="1435975"/>
                  </a:lnTo>
                  <a:lnTo>
                    <a:pt x="1076269" y="1435963"/>
                  </a:lnTo>
                  <a:lnTo>
                    <a:pt x="1076263" y="1435959"/>
                  </a:lnTo>
                  <a:lnTo>
                    <a:pt x="1076248" y="1435946"/>
                  </a:lnTo>
                  <a:lnTo>
                    <a:pt x="1076233" y="1435933"/>
                  </a:lnTo>
                  <a:lnTo>
                    <a:pt x="1076218" y="1435922"/>
                  </a:lnTo>
                  <a:lnTo>
                    <a:pt x="1076204" y="1435910"/>
                  </a:lnTo>
                  <a:lnTo>
                    <a:pt x="1076188" y="1435896"/>
                  </a:lnTo>
                  <a:lnTo>
                    <a:pt x="1076179" y="1435881"/>
                  </a:lnTo>
                  <a:lnTo>
                    <a:pt x="1076176" y="1435871"/>
                  </a:lnTo>
                  <a:lnTo>
                    <a:pt x="1076175" y="1435862"/>
                  </a:lnTo>
                  <a:lnTo>
                    <a:pt x="1076170" y="1435846"/>
                  </a:lnTo>
                  <a:lnTo>
                    <a:pt x="1076165" y="1435836"/>
                  </a:lnTo>
                  <a:lnTo>
                    <a:pt x="1076161" y="1435829"/>
                  </a:lnTo>
                  <a:lnTo>
                    <a:pt x="1076152" y="1435812"/>
                  </a:lnTo>
                  <a:lnTo>
                    <a:pt x="1076144" y="1435796"/>
                  </a:lnTo>
                  <a:lnTo>
                    <a:pt x="1076140" y="1435779"/>
                  </a:lnTo>
                  <a:lnTo>
                    <a:pt x="1076138" y="1435756"/>
                  </a:lnTo>
                  <a:lnTo>
                    <a:pt x="1076140" y="1435731"/>
                  </a:lnTo>
                  <a:lnTo>
                    <a:pt x="1076138" y="1435696"/>
                  </a:lnTo>
                  <a:lnTo>
                    <a:pt x="1076134" y="1435689"/>
                  </a:lnTo>
                  <a:lnTo>
                    <a:pt x="1076127" y="1435672"/>
                  </a:lnTo>
                  <a:lnTo>
                    <a:pt x="1076126" y="1435665"/>
                  </a:lnTo>
                  <a:lnTo>
                    <a:pt x="1076128" y="1435656"/>
                  </a:lnTo>
                  <a:lnTo>
                    <a:pt x="1076131" y="1435646"/>
                  </a:lnTo>
                  <a:lnTo>
                    <a:pt x="1076135" y="1435639"/>
                  </a:lnTo>
                  <a:lnTo>
                    <a:pt x="1076145" y="1435622"/>
                  </a:lnTo>
                  <a:lnTo>
                    <a:pt x="1076151" y="1435610"/>
                  </a:lnTo>
                  <a:lnTo>
                    <a:pt x="1076155" y="1435605"/>
                  </a:lnTo>
                  <a:lnTo>
                    <a:pt x="1076169" y="1435594"/>
                  </a:lnTo>
                  <a:lnTo>
                    <a:pt x="1076185" y="1435579"/>
                  </a:lnTo>
                  <a:lnTo>
                    <a:pt x="1076194" y="1435564"/>
                  </a:lnTo>
                  <a:lnTo>
                    <a:pt x="1076197" y="1435552"/>
                  </a:lnTo>
                  <a:lnTo>
                    <a:pt x="1076197" y="1435529"/>
                  </a:lnTo>
                  <a:lnTo>
                    <a:pt x="1076196" y="1435512"/>
                  </a:lnTo>
                  <a:lnTo>
                    <a:pt x="1076197" y="1435495"/>
                  </a:lnTo>
                  <a:lnTo>
                    <a:pt x="1076198" y="1435479"/>
                  </a:lnTo>
                  <a:lnTo>
                    <a:pt x="1076191" y="1435467"/>
                  </a:lnTo>
                  <a:lnTo>
                    <a:pt x="1076186" y="1435462"/>
                  </a:lnTo>
                  <a:lnTo>
                    <a:pt x="1076172" y="1435454"/>
                  </a:lnTo>
                  <a:lnTo>
                    <a:pt x="1076161" y="1435446"/>
                  </a:lnTo>
                  <a:lnTo>
                    <a:pt x="1076155" y="1435440"/>
                  </a:lnTo>
                  <a:lnTo>
                    <a:pt x="1076143" y="1435432"/>
                  </a:lnTo>
                  <a:lnTo>
                    <a:pt x="1076139" y="1435431"/>
                  </a:lnTo>
                  <a:lnTo>
                    <a:pt x="1076124" y="1435430"/>
                  </a:lnTo>
                  <a:lnTo>
                    <a:pt x="1076107" y="1435432"/>
                  </a:lnTo>
                  <a:lnTo>
                    <a:pt x="1076096" y="1435431"/>
                  </a:lnTo>
                  <a:lnTo>
                    <a:pt x="1076091" y="1435428"/>
                  </a:lnTo>
                  <a:lnTo>
                    <a:pt x="1076086" y="1435423"/>
                  </a:lnTo>
                  <a:lnTo>
                    <a:pt x="1076078" y="1435412"/>
                  </a:lnTo>
                  <a:lnTo>
                    <a:pt x="1076066" y="1435395"/>
                  </a:lnTo>
                  <a:lnTo>
                    <a:pt x="1076050" y="1435381"/>
                  </a:lnTo>
                  <a:lnTo>
                    <a:pt x="1076038" y="1435364"/>
                  </a:lnTo>
                  <a:lnTo>
                    <a:pt x="1076024" y="1435350"/>
                  </a:lnTo>
                  <a:lnTo>
                    <a:pt x="1076009" y="1435337"/>
                  </a:lnTo>
                  <a:lnTo>
                    <a:pt x="1076006" y="1435334"/>
                  </a:lnTo>
                  <a:lnTo>
                    <a:pt x="1075992" y="1435330"/>
                  </a:lnTo>
                  <a:lnTo>
                    <a:pt x="1075983" y="1435331"/>
                  </a:lnTo>
                  <a:lnTo>
                    <a:pt x="1075976" y="1435334"/>
                  </a:lnTo>
                  <a:lnTo>
                    <a:pt x="1075960" y="1435347"/>
                  </a:lnTo>
                  <a:lnTo>
                    <a:pt x="1075948" y="1435352"/>
                  </a:lnTo>
                  <a:lnTo>
                    <a:pt x="1075928" y="1435352"/>
                  </a:lnTo>
                  <a:lnTo>
                    <a:pt x="1075912" y="1435354"/>
                  </a:lnTo>
                  <a:lnTo>
                    <a:pt x="1075899" y="1435360"/>
                  </a:lnTo>
                  <a:lnTo>
                    <a:pt x="1075896" y="1435364"/>
                  </a:lnTo>
                  <a:lnTo>
                    <a:pt x="1075889" y="1435370"/>
                  </a:lnTo>
                  <a:lnTo>
                    <a:pt x="1075869" y="1435392"/>
                  </a:lnTo>
                  <a:lnTo>
                    <a:pt x="1075853" y="1435402"/>
                  </a:lnTo>
                  <a:lnTo>
                    <a:pt x="1075845" y="1435407"/>
                  </a:lnTo>
                  <a:lnTo>
                    <a:pt x="1075837" y="1435407"/>
                  </a:lnTo>
                  <a:lnTo>
                    <a:pt x="1075823" y="1435404"/>
                  </a:lnTo>
                  <a:lnTo>
                    <a:pt x="1075815" y="1435400"/>
                  </a:lnTo>
                  <a:lnTo>
                    <a:pt x="1075805" y="1435394"/>
                  </a:lnTo>
                  <a:lnTo>
                    <a:pt x="1075790" y="1435388"/>
                  </a:lnTo>
                  <a:lnTo>
                    <a:pt x="1075774" y="1435385"/>
                  </a:lnTo>
                  <a:lnTo>
                    <a:pt x="1075758" y="1435387"/>
                  </a:lnTo>
                  <a:lnTo>
                    <a:pt x="1075742" y="1435394"/>
                  </a:lnTo>
                  <a:lnTo>
                    <a:pt x="1075726" y="1435402"/>
                  </a:lnTo>
                  <a:lnTo>
                    <a:pt x="1075709" y="1435409"/>
                  </a:lnTo>
                  <a:lnTo>
                    <a:pt x="1075702" y="1435411"/>
                  </a:lnTo>
                  <a:lnTo>
                    <a:pt x="1075693" y="1435411"/>
                  </a:lnTo>
                  <a:lnTo>
                    <a:pt x="1075678" y="1435410"/>
                  </a:lnTo>
                  <a:lnTo>
                    <a:pt x="1075662" y="1435406"/>
                  </a:lnTo>
                  <a:lnTo>
                    <a:pt x="1075654" y="1435403"/>
                  </a:lnTo>
                  <a:lnTo>
                    <a:pt x="1075646" y="1435396"/>
                  </a:lnTo>
                  <a:lnTo>
                    <a:pt x="1075630" y="1435382"/>
                  </a:lnTo>
                  <a:lnTo>
                    <a:pt x="1075615" y="1435369"/>
                  </a:lnTo>
                  <a:lnTo>
                    <a:pt x="1075599" y="1435358"/>
                  </a:lnTo>
                  <a:lnTo>
                    <a:pt x="1075583" y="1435351"/>
                  </a:lnTo>
                  <a:lnTo>
                    <a:pt x="1075567" y="1435341"/>
                  </a:lnTo>
                  <a:lnTo>
                    <a:pt x="1075555" y="1435332"/>
                  </a:lnTo>
                  <a:lnTo>
                    <a:pt x="1075551" y="1435331"/>
                  </a:lnTo>
                  <a:lnTo>
                    <a:pt x="1075535" y="1435327"/>
                  </a:lnTo>
                  <a:lnTo>
                    <a:pt x="1075519" y="1435324"/>
                  </a:lnTo>
                  <a:lnTo>
                    <a:pt x="1075503" y="1435324"/>
                  </a:lnTo>
                  <a:lnTo>
                    <a:pt x="1075487" y="1435324"/>
                  </a:lnTo>
                  <a:lnTo>
                    <a:pt x="1075470" y="1435322"/>
                  </a:lnTo>
                  <a:lnTo>
                    <a:pt x="1075455" y="1435317"/>
                  </a:lnTo>
                  <a:lnTo>
                    <a:pt x="1075423" y="1435308"/>
                  </a:lnTo>
                  <a:lnTo>
                    <a:pt x="1075413" y="1435306"/>
                  </a:lnTo>
                  <a:lnTo>
                    <a:pt x="1075407" y="1435308"/>
                  </a:lnTo>
                  <a:lnTo>
                    <a:pt x="1075397" y="1435317"/>
                  </a:lnTo>
                  <a:lnTo>
                    <a:pt x="1075393" y="1435324"/>
                  </a:lnTo>
                  <a:lnTo>
                    <a:pt x="1075387" y="1435339"/>
                  </a:lnTo>
                  <a:lnTo>
                    <a:pt x="1075381" y="1435357"/>
                  </a:lnTo>
                  <a:lnTo>
                    <a:pt x="1075381" y="1435374"/>
                  </a:lnTo>
                  <a:lnTo>
                    <a:pt x="1075377" y="1435383"/>
                  </a:lnTo>
                  <a:lnTo>
                    <a:pt x="1075370" y="1435388"/>
                  </a:lnTo>
                  <a:lnTo>
                    <a:pt x="1075358" y="1435389"/>
                  </a:lnTo>
                  <a:lnTo>
                    <a:pt x="1075354" y="1435387"/>
                  </a:lnTo>
                  <a:lnTo>
                    <a:pt x="1075344" y="1435384"/>
                  </a:lnTo>
                  <a:lnTo>
                    <a:pt x="1075338" y="1435380"/>
                  </a:lnTo>
                  <a:lnTo>
                    <a:pt x="1075322" y="1435372"/>
                  </a:lnTo>
                  <a:lnTo>
                    <a:pt x="1075310" y="1435372"/>
                  </a:lnTo>
                  <a:lnTo>
                    <a:pt x="1075306" y="1435375"/>
                  </a:lnTo>
                  <a:lnTo>
                    <a:pt x="1075290" y="1435391"/>
                  </a:lnTo>
                  <a:lnTo>
                    <a:pt x="1075275" y="1435405"/>
                  </a:lnTo>
                  <a:lnTo>
                    <a:pt x="1075260" y="1435419"/>
                  </a:lnTo>
                  <a:lnTo>
                    <a:pt x="1075248" y="1435426"/>
                  </a:lnTo>
                  <a:lnTo>
                    <a:pt x="1075244" y="1435428"/>
                  </a:lnTo>
                  <a:lnTo>
                    <a:pt x="1075228" y="1435434"/>
                  </a:lnTo>
                  <a:lnTo>
                    <a:pt x="1075212" y="1435433"/>
                  </a:lnTo>
                  <a:lnTo>
                    <a:pt x="1075205" y="1435429"/>
                  </a:lnTo>
                  <a:lnTo>
                    <a:pt x="1075199" y="1435422"/>
                  </a:lnTo>
                  <a:lnTo>
                    <a:pt x="1075179" y="1435382"/>
                  </a:lnTo>
                  <a:lnTo>
                    <a:pt x="1075165" y="1435378"/>
                  </a:lnTo>
                  <a:lnTo>
                    <a:pt x="1075140" y="1435364"/>
                  </a:lnTo>
                  <a:lnTo>
                    <a:pt x="1075144" y="1435335"/>
                  </a:lnTo>
                  <a:lnTo>
                    <a:pt x="1075166" y="1435317"/>
                  </a:lnTo>
                  <a:lnTo>
                    <a:pt x="1075179" y="1435305"/>
                  </a:lnTo>
                  <a:lnTo>
                    <a:pt x="1075179" y="1435286"/>
                  </a:lnTo>
                  <a:lnTo>
                    <a:pt x="1075180" y="1435279"/>
                  </a:lnTo>
                  <a:lnTo>
                    <a:pt x="1075183" y="1435274"/>
                  </a:lnTo>
                  <a:lnTo>
                    <a:pt x="1075187" y="1435272"/>
                  </a:lnTo>
                  <a:lnTo>
                    <a:pt x="1075199" y="1435267"/>
                  </a:lnTo>
                  <a:lnTo>
                    <a:pt x="1075201" y="1435262"/>
                  </a:lnTo>
                  <a:lnTo>
                    <a:pt x="1075198" y="1435254"/>
                  </a:lnTo>
                  <a:lnTo>
                    <a:pt x="1075191" y="1435245"/>
                  </a:lnTo>
                  <a:lnTo>
                    <a:pt x="1075186" y="1435231"/>
                  </a:lnTo>
                  <a:lnTo>
                    <a:pt x="1075185" y="1435223"/>
                  </a:lnTo>
                  <a:lnTo>
                    <a:pt x="1075186" y="1435212"/>
                  </a:lnTo>
                  <a:lnTo>
                    <a:pt x="1075186" y="1435179"/>
                  </a:lnTo>
                  <a:lnTo>
                    <a:pt x="1075185" y="1435162"/>
                  </a:lnTo>
                  <a:lnTo>
                    <a:pt x="1075183" y="1435145"/>
                  </a:lnTo>
                  <a:lnTo>
                    <a:pt x="1075183" y="1435135"/>
                  </a:lnTo>
                  <a:lnTo>
                    <a:pt x="1075178" y="1435116"/>
                  </a:lnTo>
                  <a:lnTo>
                    <a:pt x="1075175" y="1435112"/>
                  </a:lnTo>
                  <a:lnTo>
                    <a:pt x="1075170" y="1435107"/>
                  </a:lnTo>
                  <a:lnTo>
                    <a:pt x="1075159" y="1435103"/>
                  </a:lnTo>
                  <a:lnTo>
                    <a:pt x="1075154" y="1435100"/>
                  </a:lnTo>
                  <a:lnTo>
                    <a:pt x="1075151" y="1435095"/>
                  </a:lnTo>
                  <a:lnTo>
                    <a:pt x="1075151" y="1435089"/>
                  </a:lnTo>
                  <a:lnTo>
                    <a:pt x="1075151" y="1435081"/>
                  </a:lnTo>
                  <a:lnTo>
                    <a:pt x="1075156" y="1435070"/>
                  </a:lnTo>
                  <a:lnTo>
                    <a:pt x="1075160" y="1435061"/>
                  </a:lnTo>
                  <a:lnTo>
                    <a:pt x="1075161" y="1435055"/>
                  </a:lnTo>
                  <a:lnTo>
                    <a:pt x="1075161" y="1435039"/>
                  </a:lnTo>
                  <a:lnTo>
                    <a:pt x="1075166" y="1435022"/>
                  </a:lnTo>
                  <a:lnTo>
                    <a:pt x="1075180" y="1435008"/>
                  </a:lnTo>
                  <a:lnTo>
                    <a:pt x="1075197" y="1434996"/>
                  </a:lnTo>
                  <a:lnTo>
                    <a:pt x="1075206" y="1434989"/>
                  </a:lnTo>
                  <a:lnTo>
                    <a:pt x="1075213" y="1434980"/>
                  </a:lnTo>
                  <a:lnTo>
                    <a:pt x="1075218" y="1434965"/>
                  </a:lnTo>
                  <a:lnTo>
                    <a:pt x="1075222" y="1434953"/>
                  </a:lnTo>
                  <a:lnTo>
                    <a:pt x="1075226" y="1434947"/>
                  </a:lnTo>
                  <a:lnTo>
                    <a:pt x="1075232" y="1434943"/>
                  </a:lnTo>
                  <a:lnTo>
                    <a:pt x="1075240" y="1434940"/>
                  </a:lnTo>
                  <a:lnTo>
                    <a:pt x="1075256" y="1434940"/>
                  </a:lnTo>
                  <a:lnTo>
                    <a:pt x="1075272" y="1434942"/>
                  </a:lnTo>
                  <a:lnTo>
                    <a:pt x="1075288" y="1434942"/>
                  </a:lnTo>
                  <a:lnTo>
                    <a:pt x="1075296" y="1434940"/>
                  </a:lnTo>
                  <a:lnTo>
                    <a:pt x="1075304" y="1434937"/>
                  </a:lnTo>
                  <a:lnTo>
                    <a:pt x="1075310" y="1434935"/>
                  </a:lnTo>
                  <a:lnTo>
                    <a:pt x="1075319" y="1434935"/>
                  </a:lnTo>
                  <a:lnTo>
                    <a:pt x="1075334" y="1434936"/>
                  </a:lnTo>
                  <a:lnTo>
                    <a:pt x="1075344" y="1434934"/>
                  </a:lnTo>
                  <a:lnTo>
                    <a:pt x="1075352" y="1434927"/>
                  </a:lnTo>
                  <a:lnTo>
                    <a:pt x="1075364" y="1434911"/>
                  </a:lnTo>
                  <a:lnTo>
                    <a:pt x="1075368" y="1434899"/>
                  </a:lnTo>
                  <a:lnTo>
                    <a:pt x="1075368" y="1434884"/>
                  </a:lnTo>
                  <a:lnTo>
                    <a:pt x="1075366" y="1434878"/>
                  </a:lnTo>
                  <a:lnTo>
                    <a:pt x="1075358" y="1434861"/>
                  </a:lnTo>
                  <a:lnTo>
                    <a:pt x="1075352" y="1434847"/>
                  </a:lnTo>
                  <a:lnTo>
                    <a:pt x="1075350" y="1434828"/>
                  </a:lnTo>
                  <a:lnTo>
                    <a:pt x="1075350" y="1434813"/>
                  </a:lnTo>
                  <a:lnTo>
                    <a:pt x="1075351" y="1434794"/>
                  </a:lnTo>
                  <a:lnTo>
                    <a:pt x="1075351" y="1434786"/>
                  </a:lnTo>
                  <a:lnTo>
                    <a:pt x="1075349" y="1434778"/>
                  </a:lnTo>
                  <a:lnTo>
                    <a:pt x="1075344" y="1434761"/>
                  </a:lnTo>
                  <a:lnTo>
                    <a:pt x="1075336" y="1434746"/>
                  </a:lnTo>
                  <a:lnTo>
                    <a:pt x="1075331" y="1434728"/>
                  </a:lnTo>
                  <a:lnTo>
                    <a:pt x="1075330" y="1434711"/>
                  </a:lnTo>
                  <a:lnTo>
                    <a:pt x="1075329" y="1434695"/>
                  </a:lnTo>
                  <a:lnTo>
                    <a:pt x="1075333" y="1434678"/>
                  </a:lnTo>
                  <a:lnTo>
                    <a:pt x="1075337" y="1434671"/>
                  </a:lnTo>
                  <a:lnTo>
                    <a:pt x="1075346" y="1434669"/>
                  </a:lnTo>
                  <a:lnTo>
                    <a:pt x="1075362" y="1434670"/>
                  </a:lnTo>
                  <a:lnTo>
                    <a:pt x="1075378" y="1434670"/>
                  </a:lnTo>
                  <a:lnTo>
                    <a:pt x="1075389" y="1434664"/>
                  </a:lnTo>
                  <a:lnTo>
                    <a:pt x="1075391" y="1434660"/>
                  </a:lnTo>
                  <a:lnTo>
                    <a:pt x="1075395" y="1434652"/>
                  </a:lnTo>
                  <a:lnTo>
                    <a:pt x="1075396" y="1434643"/>
                  </a:lnTo>
                  <a:lnTo>
                    <a:pt x="1075400" y="1434633"/>
                  </a:lnTo>
                  <a:lnTo>
                    <a:pt x="1075403" y="1434627"/>
                  </a:lnTo>
                  <a:lnTo>
                    <a:pt x="1075409" y="1434619"/>
                  </a:lnTo>
                  <a:lnTo>
                    <a:pt x="1075417" y="1434614"/>
                  </a:lnTo>
                  <a:lnTo>
                    <a:pt x="1075433" y="1434616"/>
                  </a:lnTo>
                  <a:lnTo>
                    <a:pt x="1075465" y="1434620"/>
                  </a:lnTo>
                  <a:lnTo>
                    <a:pt x="1075481" y="1434621"/>
                  </a:lnTo>
                  <a:lnTo>
                    <a:pt x="1075497" y="1434620"/>
                  </a:lnTo>
                  <a:lnTo>
                    <a:pt x="1075508" y="1434615"/>
                  </a:lnTo>
                  <a:lnTo>
                    <a:pt x="1075513" y="1434612"/>
                  </a:lnTo>
                  <a:lnTo>
                    <a:pt x="1075529" y="1434605"/>
                  </a:lnTo>
                  <a:lnTo>
                    <a:pt x="1075545" y="1434600"/>
                  </a:lnTo>
                  <a:lnTo>
                    <a:pt x="1075561" y="1434587"/>
                  </a:lnTo>
                  <a:lnTo>
                    <a:pt x="1075567" y="1434578"/>
                  </a:lnTo>
                  <a:lnTo>
                    <a:pt x="1075575" y="1434571"/>
                  </a:lnTo>
                  <a:lnTo>
                    <a:pt x="1075587" y="1434555"/>
                  </a:lnTo>
                  <a:lnTo>
                    <a:pt x="1075600" y="1434544"/>
                  </a:lnTo>
                  <a:lnTo>
                    <a:pt x="1075610" y="1434539"/>
                  </a:lnTo>
                  <a:lnTo>
                    <a:pt x="1075618" y="1434537"/>
                  </a:lnTo>
                  <a:lnTo>
                    <a:pt x="1075634" y="1434534"/>
                  </a:lnTo>
                  <a:lnTo>
                    <a:pt x="1075645" y="1434527"/>
                  </a:lnTo>
                  <a:lnTo>
                    <a:pt x="1075650" y="1434521"/>
                  </a:lnTo>
                  <a:lnTo>
                    <a:pt x="1075663" y="1434505"/>
                  </a:lnTo>
                  <a:lnTo>
                    <a:pt x="1075673" y="1434488"/>
                  </a:lnTo>
                  <a:lnTo>
                    <a:pt x="1075683" y="1434471"/>
                  </a:lnTo>
                  <a:lnTo>
                    <a:pt x="1075691" y="1434455"/>
                  </a:lnTo>
                  <a:lnTo>
                    <a:pt x="1075695" y="1434447"/>
                  </a:lnTo>
                  <a:lnTo>
                    <a:pt x="1075703" y="1434441"/>
                  </a:lnTo>
                  <a:lnTo>
                    <a:pt x="1075719" y="1434428"/>
                  </a:lnTo>
                  <a:lnTo>
                    <a:pt x="1075735" y="1434413"/>
                  </a:lnTo>
                  <a:lnTo>
                    <a:pt x="1075742" y="1434406"/>
                  </a:lnTo>
                  <a:lnTo>
                    <a:pt x="1075746" y="1434397"/>
                  </a:lnTo>
                  <a:lnTo>
                    <a:pt x="1075752" y="1434381"/>
                  </a:lnTo>
                  <a:lnTo>
                    <a:pt x="1075763" y="1434346"/>
                  </a:lnTo>
                  <a:lnTo>
                    <a:pt x="1075768" y="1434330"/>
                  </a:lnTo>
                  <a:lnTo>
                    <a:pt x="1075779" y="1434297"/>
                  </a:lnTo>
                  <a:lnTo>
                    <a:pt x="1075781" y="1434286"/>
                  </a:lnTo>
                  <a:lnTo>
                    <a:pt x="1075784" y="1434278"/>
                  </a:lnTo>
                  <a:lnTo>
                    <a:pt x="1075791" y="1434263"/>
                  </a:lnTo>
                  <a:lnTo>
                    <a:pt x="1075798" y="1434247"/>
                  </a:lnTo>
                  <a:lnTo>
                    <a:pt x="1075804" y="1434237"/>
                  </a:lnTo>
                  <a:lnTo>
                    <a:pt x="1075811" y="1434234"/>
                  </a:lnTo>
                  <a:lnTo>
                    <a:pt x="1075827" y="1434231"/>
                  </a:lnTo>
                  <a:lnTo>
                    <a:pt x="1075844" y="1434230"/>
                  </a:lnTo>
                  <a:lnTo>
                    <a:pt x="1075860" y="1434227"/>
                  </a:lnTo>
                  <a:lnTo>
                    <a:pt x="1075876" y="1434226"/>
                  </a:lnTo>
                  <a:lnTo>
                    <a:pt x="1075894" y="1434222"/>
                  </a:lnTo>
                  <a:lnTo>
                    <a:pt x="1075907" y="1434217"/>
                  </a:lnTo>
                  <a:lnTo>
                    <a:pt x="1075922" y="1434211"/>
                  </a:lnTo>
                  <a:lnTo>
                    <a:pt x="1075934" y="1434206"/>
                  </a:lnTo>
                  <a:lnTo>
                    <a:pt x="1075939" y="1434202"/>
                  </a:lnTo>
                  <a:lnTo>
                    <a:pt x="1075949" y="1434193"/>
                  </a:lnTo>
                  <a:lnTo>
                    <a:pt x="1075952" y="1434187"/>
                  </a:lnTo>
                  <a:lnTo>
                    <a:pt x="1075963" y="1434175"/>
                  </a:lnTo>
                  <a:lnTo>
                    <a:pt x="1075971" y="1434170"/>
                  </a:lnTo>
                  <a:lnTo>
                    <a:pt x="1075983" y="1434169"/>
                  </a:lnTo>
                  <a:lnTo>
                    <a:pt x="1075999" y="1434168"/>
                  </a:lnTo>
                  <a:lnTo>
                    <a:pt x="1076015" y="1434166"/>
                  </a:lnTo>
                  <a:lnTo>
                    <a:pt x="1076022" y="1434162"/>
                  </a:lnTo>
                  <a:lnTo>
                    <a:pt x="1076030" y="1434156"/>
                  </a:lnTo>
                  <a:lnTo>
                    <a:pt x="1076054" y="1434123"/>
                  </a:lnTo>
                  <a:lnTo>
                    <a:pt x="1076058" y="1434118"/>
                  </a:lnTo>
                  <a:lnTo>
                    <a:pt x="1076067" y="1434112"/>
                  </a:lnTo>
                  <a:lnTo>
                    <a:pt x="1076084" y="1434110"/>
                  </a:lnTo>
                  <a:lnTo>
                    <a:pt x="1076100" y="1434115"/>
                  </a:lnTo>
                  <a:lnTo>
                    <a:pt x="1076116" y="1434120"/>
                  </a:lnTo>
                  <a:lnTo>
                    <a:pt x="1076125" y="1434120"/>
                  </a:lnTo>
                  <a:lnTo>
                    <a:pt x="1076130" y="1434116"/>
                  </a:lnTo>
                  <a:lnTo>
                    <a:pt x="1076136" y="1434098"/>
                  </a:lnTo>
                  <a:lnTo>
                    <a:pt x="1076141" y="1434089"/>
                  </a:lnTo>
                  <a:lnTo>
                    <a:pt x="1076142" y="1434081"/>
                  </a:lnTo>
                  <a:lnTo>
                    <a:pt x="1076147" y="1434064"/>
                  </a:lnTo>
                  <a:lnTo>
                    <a:pt x="1076158" y="1434031"/>
                  </a:lnTo>
                  <a:lnTo>
                    <a:pt x="1076162" y="1434024"/>
                  </a:lnTo>
                  <a:lnTo>
                    <a:pt x="1076165" y="1434014"/>
                  </a:lnTo>
                  <a:lnTo>
                    <a:pt x="1076168" y="1433998"/>
                  </a:lnTo>
                  <a:lnTo>
                    <a:pt x="1076172" y="1433981"/>
                  </a:lnTo>
                  <a:lnTo>
                    <a:pt x="1076173" y="1433964"/>
                  </a:lnTo>
                  <a:lnTo>
                    <a:pt x="1076174" y="1433955"/>
                  </a:lnTo>
                  <a:lnTo>
                    <a:pt x="1076173" y="1433948"/>
                  </a:lnTo>
                  <a:lnTo>
                    <a:pt x="1076173" y="1433931"/>
                  </a:lnTo>
                  <a:lnTo>
                    <a:pt x="1076171" y="1433914"/>
                  </a:lnTo>
                  <a:lnTo>
                    <a:pt x="1076165" y="1433897"/>
                  </a:lnTo>
                  <a:lnTo>
                    <a:pt x="1076162" y="1433888"/>
                  </a:lnTo>
                  <a:lnTo>
                    <a:pt x="1076162" y="1433881"/>
                  </a:lnTo>
                  <a:lnTo>
                    <a:pt x="1076162" y="1433872"/>
                  </a:lnTo>
                  <a:lnTo>
                    <a:pt x="1076168" y="1433864"/>
                  </a:lnTo>
                  <a:lnTo>
                    <a:pt x="1076179" y="1433853"/>
                  </a:lnTo>
                  <a:lnTo>
                    <a:pt x="1076184" y="1433850"/>
                  </a:lnTo>
                  <a:lnTo>
                    <a:pt x="1076200" y="1433843"/>
                  </a:lnTo>
                  <a:lnTo>
                    <a:pt x="1076205" y="1433841"/>
                  </a:lnTo>
                  <a:lnTo>
                    <a:pt x="1076217" y="1433843"/>
                  </a:lnTo>
                  <a:lnTo>
                    <a:pt x="1076230" y="1433850"/>
                  </a:lnTo>
                  <a:lnTo>
                    <a:pt x="1076248" y="1433865"/>
                  </a:lnTo>
                  <a:lnTo>
                    <a:pt x="1076264" y="1433877"/>
                  </a:lnTo>
                  <a:lnTo>
                    <a:pt x="1076280" y="1433888"/>
                  </a:lnTo>
                  <a:lnTo>
                    <a:pt x="1076296" y="1433897"/>
                  </a:lnTo>
                  <a:lnTo>
                    <a:pt x="1076312" y="1433904"/>
                  </a:lnTo>
                  <a:lnTo>
                    <a:pt x="1076328" y="1433911"/>
                  </a:lnTo>
                  <a:lnTo>
                    <a:pt x="1076337" y="1433915"/>
                  </a:lnTo>
                  <a:lnTo>
                    <a:pt x="1076344" y="1433919"/>
                  </a:lnTo>
                  <a:lnTo>
                    <a:pt x="1076376" y="1433935"/>
                  </a:lnTo>
                  <a:lnTo>
                    <a:pt x="1076392" y="1433939"/>
                  </a:lnTo>
                  <a:lnTo>
                    <a:pt x="1076408" y="1433945"/>
                  </a:lnTo>
                  <a:lnTo>
                    <a:pt x="1076413" y="1433948"/>
                  </a:lnTo>
                  <a:lnTo>
                    <a:pt x="1076424" y="1433950"/>
                  </a:lnTo>
                  <a:lnTo>
                    <a:pt x="1076434" y="1433956"/>
                  </a:lnTo>
                  <a:lnTo>
                    <a:pt x="1076437" y="1433962"/>
                  </a:lnTo>
                  <a:lnTo>
                    <a:pt x="1076442" y="1433979"/>
                  </a:lnTo>
                  <a:lnTo>
                    <a:pt x="1076446" y="1433989"/>
                  </a:lnTo>
                  <a:lnTo>
                    <a:pt x="1076452" y="1433996"/>
                  </a:lnTo>
                  <a:lnTo>
                    <a:pt x="1076462" y="1434007"/>
                  </a:lnTo>
                  <a:lnTo>
                    <a:pt x="1076468" y="1434010"/>
                  </a:lnTo>
                  <a:lnTo>
                    <a:pt x="1076480" y="1434017"/>
                  </a:lnTo>
                  <a:lnTo>
                    <a:pt x="1076484" y="1434021"/>
                  </a:lnTo>
                  <a:lnTo>
                    <a:pt x="1076500" y="1434037"/>
                  </a:lnTo>
                  <a:lnTo>
                    <a:pt x="1076514" y="1434054"/>
                  </a:lnTo>
                  <a:lnTo>
                    <a:pt x="1076527" y="1434068"/>
                  </a:lnTo>
                  <a:lnTo>
                    <a:pt x="1076536" y="1434075"/>
                  </a:lnTo>
                  <a:lnTo>
                    <a:pt x="1076543" y="1434078"/>
                  </a:lnTo>
                  <a:lnTo>
                    <a:pt x="1076551" y="1434082"/>
                  </a:lnTo>
                  <a:lnTo>
                    <a:pt x="1076559" y="1434085"/>
                  </a:lnTo>
                  <a:lnTo>
                    <a:pt x="1076573" y="1434089"/>
                  </a:lnTo>
                  <a:lnTo>
                    <a:pt x="1076592" y="1434092"/>
                  </a:lnTo>
                  <a:lnTo>
                    <a:pt x="1076606" y="1434098"/>
                  </a:lnTo>
                  <a:lnTo>
                    <a:pt x="1076612" y="1434109"/>
                  </a:lnTo>
                  <a:lnTo>
                    <a:pt x="1076614" y="1434118"/>
                  </a:lnTo>
                  <a:lnTo>
                    <a:pt x="1076617" y="1434133"/>
                  </a:lnTo>
                  <a:lnTo>
                    <a:pt x="1076618" y="1434142"/>
                  </a:lnTo>
                  <a:lnTo>
                    <a:pt x="1076622" y="1434150"/>
                  </a:lnTo>
                  <a:lnTo>
                    <a:pt x="1076628" y="1434167"/>
                  </a:lnTo>
                  <a:lnTo>
                    <a:pt x="1076636" y="1434183"/>
                  </a:lnTo>
                  <a:lnTo>
                    <a:pt x="1076644" y="1434200"/>
                  </a:lnTo>
                  <a:lnTo>
                    <a:pt x="1076652" y="1434217"/>
                  </a:lnTo>
                  <a:lnTo>
                    <a:pt x="1076656" y="1434225"/>
                  </a:lnTo>
                  <a:lnTo>
                    <a:pt x="1076661" y="1434233"/>
                  </a:lnTo>
                  <a:lnTo>
                    <a:pt x="1076666" y="1434242"/>
                  </a:lnTo>
                  <a:lnTo>
                    <a:pt x="1076674" y="1434250"/>
                  </a:lnTo>
                  <a:lnTo>
                    <a:pt x="1076680" y="1434259"/>
                  </a:lnTo>
                  <a:lnTo>
                    <a:pt x="1076688" y="1434266"/>
                  </a:lnTo>
                  <a:lnTo>
                    <a:pt x="1076704" y="1434273"/>
                  </a:lnTo>
                  <a:lnTo>
                    <a:pt x="1076709" y="1434277"/>
                  </a:lnTo>
                  <a:lnTo>
                    <a:pt x="1076720" y="1434279"/>
                  </a:lnTo>
                  <a:lnTo>
                    <a:pt x="1076736" y="1434281"/>
                  </a:lnTo>
                  <a:lnTo>
                    <a:pt x="1076768" y="1434276"/>
                  </a:lnTo>
                  <a:lnTo>
                    <a:pt x="1076832" y="1434276"/>
                  </a:lnTo>
                  <a:lnTo>
                    <a:pt x="1076848" y="1434275"/>
                  </a:lnTo>
                  <a:lnTo>
                    <a:pt x="1076855" y="1434274"/>
                  </a:lnTo>
                  <a:lnTo>
                    <a:pt x="1076864" y="1434276"/>
                  </a:lnTo>
                  <a:lnTo>
                    <a:pt x="1076873" y="1434276"/>
                  </a:lnTo>
                  <a:lnTo>
                    <a:pt x="1076882" y="1434278"/>
                  </a:lnTo>
                  <a:lnTo>
                    <a:pt x="1076895" y="1434284"/>
                  </a:lnTo>
                  <a:lnTo>
                    <a:pt x="1076901" y="1434290"/>
                  </a:lnTo>
                  <a:lnTo>
                    <a:pt x="1076904" y="1434296"/>
                  </a:lnTo>
                  <a:lnTo>
                    <a:pt x="1076904" y="1434309"/>
                  </a:lnTo>
                  <a:lnTo>
                    <a:pt x="1076897" y="1434333"/>
                  </a:lnTo>
                  <a:lnTo>
                    <a:pt x="1076898" y="1434342"/>
                  </a:lnTo>
                  <a:lnTo>
                    <a:pt x="1076901" y="1434350"/>
                  </a:lnTo>
                  <a:lnTo>
                    <a:pt x="1076917" y="1434363"/>
                  </a:lnTo>
                  <a:lnTo>
                    <a:pt x="1076928" y="1434369"/>
                  </a:lnTo>
                  <a:lnTo>
                    <a:pt x="1076933" y="1434371"/>
                  </a:lnTo>
                  <a:lnTo>
                    <a:pt x="1076949" y="1434376"/>
                  </a:lnTo>
                  <a:lnTo>
                    <a:pt x="1076965" y="1434379"/>
                  </a:lnTo>
                  <a:lnTo>
                    <a:pt x="1076993" y="1434381"/>
                  </a:lnTo>
                  <a:lnTo>
                    <a:pt x="1076997" y="1434384"/>
                  </a:lnTo>
                  <a:lnTo>
                    <a:pt x="1077008" y="1434389"/>
                  </a:lnTo>
                  <a:lnTo>
                    <a:pt x="1077011" y="1434395"/>
                  </a:lnTo>
                  <a:lnTo>
                    <a:pt x="1077013" y="1434403"/>
                  </a:lnTo>
                  <a:lnTo>
                    <a:pt x="1077013" y="1434412"/>
                  </a:lnTo>
                  <a:lnTo>
                    <a:pt x="1077015" y="1434426"/>
                  </a:lnTo>
                  <a:lnTo>
                    <a:pt x="1077013" y="1434454"/>
                  </a:lnTo>
                  <a:lnTo>
                    <a:pt x="1077009" y="1434468"/>
                  </a:lnTo>
                  <a:lnTo>
                    <a:pt x="1077006" y="1434485"/>
                  </a:lnTo>
                  <a:lnTo>
                    <a:pt x="1077006" y="1434493"/>
                  </a:lnTo>
                  <a:lnTo>
                    <a:pt x="1077009" y="1434501"/>
                  </a:lnTo>
                  <a:lnTo>
                    <a:pt x="1077016" y="1434510"/>
                  </a:lnTo>
                  <a:lnTo>
                    <a:pt x="1077023" y="1434515"/>
                  </a:lnTo>
                  <a:lnTo>
                    <a:pt x="1077037" y="1434517"/>
                  </a:lnTo>
                  <a:lnTo>
                    <a:pt x="1077045" y="1434516"/>
                  </a:lnTo>
                  <a:lnTo>
                    <a:pt x="1077055" y="1434513"/>
                  </a:lnTo>
                  <a:lnTo>
                    <a:pt x="1077071" y="1434508"/>
                  </a:lnTo>
                  <a:lnTo>
                    <a:pt x="1077087" y="1434505"/>
                  </a:lnTo>
                  <a:lnTo>
                    <a:pt x="1077103" y="1434505"/>
                  </a:lnTo>
                  <a:lnTo>
                    <a:pt x="1077119" y="1434507"/>
                  </a:lnTo>
                  <a:lnTo>
                    <a:pt x="1077135" y="1434510"/>
                  </a:lnTo>
                  <a:lnTo>
                    <a:pt x="1077152" y="1434518"/>
                  </a:lnTo>
                  <a:lnTo>
                    <a:pt x="1077152" y="1434535"/>
                  </a:lnTo>
                  <a:lnTo>
                    <a:pt x="1077148" y="1434544"/>
                  </a:lnTo>
                  <a:lnTo>
                    <a:pt x="1077149" y="1434550"/>
                  </a:lnTo>
                  <a:lnTo>
                    <a:pt x="1077157" y="1434560"/>
                  </a:lnTo>
                  <a:lnTo>
                    <a:pt x="1077174" y="1434575"/>
                  </a:lnTo>
                  <a:lnTo>
                    <a:pt x="1077178" y="1434579"/>
                  </a:lnTo>
                  <a:lnTo>
                    <a:pt x="1077184" y="1434590"/>
                  </a:lnTo>
                  <a:lnTo>
                    <a:pt x="1077185" y="1434606"/>
                  </a:lnTo>
                  <a:lnTo>
                    <a:pt x="1077182" y="1434625"/>
                  </a:lnTo>
                  <a:lnTo>
                    <a:pt x="1077183" y="1434634"/>
                  </a:lnTo>
                  <a:lnTo>
                    <a:pt x="1077190" y="1434641"/>
                  </a:lnTo>
                  <a:lnTo>
                    <a:pt x="1077203" y="1434652"/>
                  </a:lnTo>
                  <a:lnTo>
                    <a:pt x="1077214" y="1434658"/>
                  </a:lnTo>
                  <a:lnTo>
                    <a:pt x="1077221" y="1434660"/>
                  </a:lnTo>
                  <a:lnTo>
                    <a:pt x="1077229" y="1434663"/>
                  </a:lnTo>
                  <a:lnTo>
                    <a:pt x="1077237" y="1434665"/>
                  </a:lnTo>
                  <a:lnTo>
                    <a:pt x="1077253" y="1434665"/>
                  </a:lnTo>
                  <a:lnTo>
                    <a:pt x="1077269" y="1434662"/>
                  </a:lnTo>
                  <a:lnTo>
                    <a:pt x="1077285" y="1434658"/>
                  </a:lnTo>
                  <a:lnTo>
                    <a:pt x="1077301" y="1434654"/>
                  </a:lnTo>
                  <a:lnTo>
                    <a:pt x="1077318" y="1434649"/>
                  </a:lnTo>
                  <a:lnTo>
                    <a:pt x="1077333" y="1434644"/>
                  </a:lnTo>
                  <a:lnTo>
                    <a:pt x="1077349" y="1434639"/>
                  </a:lnTo>
                  <a:lnTo>
                    <a:pt x="1077365" y="1434634"/>
                  </a:lnTo>
                  <a:lnTo>
                    <a:pt x="1077381" y="1434630"/>
                  </a:lnTo>
                  <a:lnTo>
                    <a:pt x="1077397" y="1434627"/>
                  </a:lnTo>
                  <a:lnTo>
                    <a:pt x="1077413" y="1434624"/>
                  </a:lnTo>
                  <a:lnTo>
                    <a:pt x="1077445" y="1434622"/>
                  </a:lnTo>
                  <a:lnTo>
                    <a:pt x="1077461" y="1434621"/>
                  </a:lnTo>
                  <a:lnTo>
                    <a:pt x="1077477" y="1434619"/>
                  </a:lnTo>
                  <a:lnTo>
                    <a:pt x="1077493" y="1434617"/>
                  </a:lnTo>
                  <a:lnTo>
                    <a:pt x="1077509" y="1434612"/>
                  </a:lnTo>
                  <a:lnTo>
                    <a:pt x="1077523" y="1434604"/>
                  </a:lnTo>
                  <a:lnTo>
                    <a:pt x="1077529" y="1434600"/>
                  </a:lnTo>
                  <a:lnTo>
                    <a:pt x="1077541" y="1434596"/>
                  </a:lnTo>
                  <a:lnTo>
                    <a:pt x="1077557" y="1434593"/>
                  </a:lnTo>
                  <a:lnTo>
                    <a:pt x="1077573" y="1434589"/>
                  </a:lnTo>
                  <a:lnTo>
                    <a:pt x="1077589" y="1434588"/>
                  </a:lnTo>
                  <a:lnTo>
                    <a:pt x="1077605" y="1434586"/>
                  </a:lnTo>
                  <a:lnTo>
                    <a:pt x="1077621" y="1434585"/>
                  </a:lnTo>
                  <a:lnTo>
                    <a:pt x="1077637" y="1434580"/>
                  </a:lnTo>
                  <a:lnTo>
                    <a:pt x="1077653" y="1434574"/>
                  </a:lnTo>
                  <a:lnTo>
                    <a:pt x="1077669" y="1434568"/>
                  </a:lnTo>
                  <a:lnTo>
                    <a:pt x="1077685" y="1434560"/>
                  </a:lnTo>
                  <a:lnTo>
                    <a:pt x="1077701" y="1434552"/>
                  </a:lnTo>
                  <a:lnTo>
                    <a:pt x="1077717" y="1434546"/>
                  </a:lnTo>
                  <a:lnTo>
                    <a:pt x="1077733" y="1434539"/>
                  </a:lnTo>
                  <a:lnTo>
                    <a:pt x="1077749" y="1434534"/>
                  </a:lnTo>
                  <a:lnTo>
                    <a:pt x="1077765" y="1434529"/>
                  </a:lnTo>
                  <a:lnTo>
                    <a:pt x="1077781" y="1434522"/>
                  </a:lnTo>
                  <a:lnTo>
                    <a:pt x="1077791" y="1434515"/>
                  </a:lnTo>
                  <a:lnTo>
                    <a:pt x="1077794" y="1434510"/>
                  </a:lnTo>
                  <a:lnTo>
                    <a:pt x="1077799" y="1434505"/>
                  </a:lnTo>
                  <a:lnTo>
                    <a:pt x="1077804" y="1434494"/>
                  </a:lnTo>
                  <a:lnTo>
                    <a:pt x="1077814" y="1434474"/>
                  </a:lnTo>
                  <a:lnTo>
                    <a:pt x="1077829" y="1434441"/>
                  </a:lnTo>
                  <a:lnTo>
                    <a:pt x="1077847" y="1434401"/>
                  </a:lnTo>
                  <a:lnTo>
                    <a:pt x="1077852" y="1434397"/>
                  </a:lnTo>
                  <a:lnTo>
                    <a:pt x="1077857" y="1434390"/>
                  </a:lnTo>
                  <a:lnTo>
                    <a:pt x="1077866" y="1434374"/>
                  </a:lnTo>
                  <a:lnTo>
                    <a:pt x="1077870" y="1434357"/>
                  </a:lnTo>
                  <a:lnTo>
                    <a:pt x="1077875" y="1434338"/>
                  </a:lnTo>
                  <a:lnTo>
                    <a:pt x="1077885" y="1434322"/>
                  </a:lnTo>
                  <a:lnTo>
                    <a:pt x="1077899" y="1434306"/>
                  </a:lnTo>
                  <a:lnTo>
                    <a:pt x="1077912" y="1434289"/>
                  </a:lnTo>
                  <a:lnTo>
                    <a:pt x="1077916" y="1434283"/>
                  </a:lnTo>
                  <a:lnTo>
                    <a:pt x="1077918" y="1434272"/>
                  </a:lnTo>
                  <a:lnTo>
                    <a:pt x="1077926" y="1434232"/>
                  </a:lnTo>
                  <a:lnTo>
                    <a:pt x="1077925" y="1434214"/>
                  </a:lnTo>
                  <a:lnTo>
                    <a:pt x="1077914" y="1434196"/>
                  </a:lnTo>
                  <a:lnTo>
                    <a:pt x="1077910" y="1434190"/>
                  </a:lnTo>
                  <a:lnTo>
                    <a:pt x="1077907" y="1434180"/>
                  </a:lnTo>
                  <a:lnTo>
                    <a:pt x="1077902" y="1434163"/>
                  </a:lnTo>
                  <a:lnTo>
                    <a:pt x="1077897" y="1434146"/>
                  </a:lnTo>
                  <a:lnTo>
                    <a:pt x="1077886" y="1434113"/>
                  </a:lnTo>
                  <a:lnTo>
                    <a:pt x="1077883" y="1434103"/>
                  </a:lnTo>
                  <a:lnTo>
                    <a:pt x="1077883" y="1434096"/>
                  </a:lnTo>
                  <a:lnTo>
                    <a:pt x="1077882" y="1434089"/>
                  </a:lnTo>
                  <a:lnTo>
                    <a:pt x="1077885" y="1434082"/>
                  </a:lnTo>
                  <a:lnTo>
                    <a:pt x="1077893" y="1434074"/>
                  </a:lnTo>
                  <a:lnTo>
                    <a:pt x="1077902" y="1434068"/>
                  </a:lnTo>
                  <a:lnTo>
                    <a:pt x="1077919" y="1434059"/>
                  </a:lnTo>
                  <a:lnTo>
                    <a:pt x="1077935" y="1434053"/>
                  </a:lnTo>
                  <a:lnTo>
                    <a:pt x="1077951" y="1434048"/>
                  </a:lnTo>
                  <a:lnTo>
                    <a:pt x="1077966" y="1434045"/>
                  </a:lnTo>
                  <a:lnTo>
                    <a:pt x="1077982" y="1434042"/>
                  </a:lnTo>
                  <a:lnTo>
                    <a:pt x="1077998" y="1434042"/>
                  </a:lnTo>
                  <a:lnTo>
                    <a:pt x="1078014" y="1434044"/>
                  </a:lnTo>
                  <a:lnTo>
                    <a:pt x="1078030" y="1434046"/>
                  </a:lnTo>
                  <a:lnTo>
                    <a:pt x="1078046" y="1434049"/>
                  </a:lnTo>
                  <a:lnTo>
                    <a:pt x="1078062" y="1434054"/>
                  </a:lnTo>
                  <a:lnTo>
                    <a:pt x="1078079" y="1434062"/>
                  </a:lnTo>
                  <a:lnTo>
                    <a:pt x="1078094" y="1434070"/>
                  </a:lnTo>
                  <a:lnTo>
                    <a:pt x="1078102" y="1434076"/>
                  </a:lnTo>
                  <a:lnTo>
                    <a:pt x="1078142" y="1434090"/>
                  </a:lnTo>
                  <a:lnTo>
                    <a:pt x="1078158" y="1434093"/>
                  </a:lnTo>
                  <a:lnTo>
                    <a:pt x="1078190" y="1434098"/>
                  </a:lnTo>
                  <a:lnTo>
                    <a:pt x="1078206" y="1434101"/>
                  </a:lnTo>
                  <a:lnTo>
                    <a:pt x="1078222" y="1434105"/>
                  </a:lnTo>
                  <a:lnTo>
                    <a:pt x="1078230" y="1434108"/>
                  </a:lnTo>
                  <a:lnTo>
                    <a:pt x="1078238" y="1434108"/>
                  </a:lnTo>
                  <a:lnTo>
                    <a:pt x="1078247" y="1434109"/>
                  </a:lnTo>
                  <a:lnTo>
                    <a:pt x="1078254" y="1434104"/>
                  </a:lnTo>
                  <a:lnTo>
                    <a:pt x="1078270" y="1434094"/>
                  </a:lnTo>
                  <a:lnTo>
                    <a:pt x="1078286" y="1434083"/>
                  </a:lnTo>
                  <a:lnTo>
                    <a:pt x="1078302" y="1434074"/>
                  </a:lnTo>
                  <a:lnTo>
                    <a:pt x="1078318" y="1434066"/>
                  </a:lnTo>
                  <a:lnTo>
                    <a:pt x="1078331" y="1434061"/>
                  </a:lnTo>
                  <a:lnTo>
                    <a:pt x="1078350" y="1434054"/>
                  </a:lnTo>
                  <a:lnTo>
                    <a:pt x="1078359" y="1434052"/>
                  </a:lnTo>
                  <a:lnTo>
                    <a:pt x="1078366" y="1434054"/>
                  </a:lnTo>
                  <a:lnTo>
                    <a:pt x="1078374" y="1434060"/>
                  </a:lnTo>
                  <a:lnTo>
                    <a:pt x="1078380" y="1434070"/>
                  </a:lnTo>
                  <a:lnTo>
                    <a:pt x="1078396" y="1434084"/>
                  </a:lnTo>
                  <a:lnTo>
                    <a:pt x="1078403" y="1434088"/>
                  </a:lnTo>
                  <a:lnTo>
                    <a:pt x="1078412" y="1434091"/>
                  </a:lnTo>
                  <a:lnTo>
                    <a:pt x="1078428" y="1434096"/>
                  </a:lnTo>
                  <a:lnTo>
                    <a:pt x="1078439" y="1434098"/>
                  </a:lnTo>
                  <a:lnTo>
                    <a:pt x="1078444" y="1434095"/>
                  </a:lnTo>
                  <a:lnTo>
                    <a:pt x="1078449" y="1434086"/>
                  </a:lnTo>
                  <a:lnTo>
                    <a:pt x="1078451" y="1434078"/>
                  </a:lnTo>
                  <a:lnTo>
                    <a:pt x="1078459" y="1434062"/>
                  </a:lnTo>
                  <a:lnTo>
                    <a:pt x="1078468" y="1434045"/>
                  </a:lnTo>
                  <a:lnTo>
                    <a:pt x="1078475" y="1434028"/>
                  </a:lnTo>
                  <a:lnTo>
                    <a:pt x="1078476" y="1434012"/>
                  </a:lnTo>
                  <a:lnTo>
                    <a:pt x="1078475" y="1433995"/>
                  </a:lnTo>
                  <a:lnTo>
                    <a:pt x="1078467" y="1433978"/>
                  </a:lnTo>
                  <a:lnTo>
                    <a:pt x="1078456" y="1433961"/>
                  </a:lnTo>
                  <a:lnTo>
                    <a:pt x="1078446" y="1433945"/>
                  </a:lnTo>
                  <a:lnTo>
                    <a:pt x="1078438" y="1433930"/>
                  </a:lnTo>
                  <a:lnTo>
                    <a:pt x="1078434" y="1433914"/>
                  </a:lnTo>
                  <a:lnTo>
                    <a:pt x="1078438" y="1433897"/>
                  </a:lnTo>
                  <a:lnTo>
                    <a:pt x="1078448" y="1433878"/>
                  </a:lnTo>
                  <a:lnTo>
                    <a:pt x="1078452" y="1433864"/>
                  </a:lnTo>
                  <a:lnTo>
                    <a:pt x="1078451" y="1433849"/>
                  </a:lnTo>
                  <a:lnTo>
                    <a:pt x="1078449" y="1433845"/>
                  </a:lnTo>
                  <a:lnTo>
                    <a:pt x="1078438" y="1433828"/>
                  </a:lnTo>
                  <a:lnTo>
                    <a:pt x="1078435" y="1433823"/>
                  </a:lnTo>
                  <a:lnTo>
                    <a:pt x="1078435" y="1433813"/>
                  </a:lnTo>
                  <a:lnTo>
                    <a:pt x="1078444" y="1433799"/>
                  </a:lnTo>
                  <a:lnTo>
                    <a:pt x="1078449" y="1433796"/>
                  </a:lnTo>
                  <a:lnTo>
                    <a:pt x="1078462" y="1433781"/>
                  </a:lnTo>
                  <a:lnTo>
                    <a:pt x="1078479" y="1433769"/>
                  </a:lnTo>
                  <a:lnTo>
                    <a:pt x="1078492" y="1433759"/>
                  </a:lnTo>
                  <a:lnTo>
                    <a:pt x="1078509" y="1433745"/>
                  </a:lnTo>
                  <a:lnTo>
                    <a:pt x="1078523" y="1433731"/>
                  </a:lnTo>
                  <a:lnTo>
                    <a:pt x="1078529" y="1433726"/>
                  </a:lnTo>
                  <a:lnTo>
                    <a:pt x="1078534" y="1433716"/>
                  </a:lnTo>
                  <a:lnTo>
                    <a:pt x="1078545" y="1433699"/>
                  </a:lnTo>
                  <a:lnTo>
                    <a:pt x="1078550" y="1433691"/>
                  </a:lnTo>
                  <a:lnTo>
                    <a:pt x="1078558" y="1433666"/>
                  </a:lnTo>
                  <a:lnTo>
                    <a:pt x="1078563" y="1433649"/>
                  </a:lnTo>
                  <a:lnTo>
                    <a:pt x="1078566" y="1433632"/>
                  </a:lnTo>
                  <a:lnTo>
                    <a:pt x="1078571" y="1433615"/>
                  </a:lnTo>
                  <a:lnTo>
                    <a:pt x="1078576" y="1433601"/>
                  </a:lnTo>
                  <a:lnTo>
                    <a:pt x="1078582" y="1433587"/>
                  </a:lnTo>
                  <a:lnTo>
                    <a:pt x="1078584" y="1433582"/>
                  </a:lnTo>
                  <a:lnTo>
                    <a:pt x="1078590" y="1433565"/>
                  </a:lnTo>
                  <a:lnTo>
                    <a:pt x="1078600" y="1433550"/>
                  </a:lnTo>
                  <a:lnTo>
                    <a:pt x="1078617" y="1433535"/>
                  </a:lnTo>
                  <a:lnTo>
                    <a:pt x="1078624" y="1433525"/>
                  </a:lnTo>
                  <a:lnTo>
                    <a:pt x="1078627" y="1433519"/>
                  </a:lnTo>
                  <a:lnTo>
                    <a:pt x="1078629" y="1433502"/>
                  </a:lnTo>
                  <a:lnTo>
                    <a:pt x="1078629" y="1433485"/>
                  </a:lnTo>
                  <a:lnTo>
                    <a:pt x="1078631" y="1433469"/>
                  </a:lnTo>
                  <a:lnTo>
                    <a:pt x="1078637" y="1433452"/>
                  </a:lnTo>
                  <a:lnTo>
                    <a:pt x="1078640" y="1433443"/>
                  </a:lnTo>
                  <a:lnTo>
                    <a:pt x="1078645" y="1433435"/>
                  </a:lnTo>
                  <a:lnTo>
                    <a:pt x="1078657" y="1433419"/>
                  </a:lnTo>
                  <a:lnTo>
                    <a:pt x="1078667" y="1433406"/>
                  </a:lnTo>
                  <a:lnTo>
                    <a:pt x="1078668" y="1433402"/>
                  </a:lnTo>
                  <a:lnTo>
                    <a:pt x="1078672" y="1433394"/>
                  </a:lnTo>
                  <a:lnTo>
                    <a:pt x="1078674" y="1433385"/>
                  </a:lnTo>
                  <a:lnTo>
                    <a:pt x="1078677" y="1433375"/>
                  </a:lnTo>
                  <a:lnTo>
                    <a:pt x="1078677" y="1433368"/>
                  </a:lnTo>
                  <a:lnTo>
                    <a:pt x="1078681" y="1433353"/>
                  </a:lnTo>
                  <a:lnTo>
                    <a:pt x="1078685" y="1433346"/>
                  </a:lnTo>
                  <a:lnTo>
                    <a:pt x="1078691" y="1433342"/>
                  </a:lnTo>
                  <a:lnTo>
                    <a:pt x="1078696" y="1433339"/>
                  </a:lnTo>
                  <a:lnTo>
                    <a:pt x="1078705" y="1433336"/>
                  </a:lnTo>
                  <a:lnTo>
                    <a:pt x="1078711" y="1433336"/>
                  </a:lnTo>
                  <a:lnTo>
                    <a:pt x="1078729" y="1433344"/>
                  </a:lnTo>
                  <a:lnTo>
                    <a:pt x="1078743" y="1433345"/>
                  </a:lnTo>
                  <a:lnTo>
                    <a:pt x="1078759" y="1433341"/>
                  </a:lnTo>
                  <a:lnTo>
                    <a:pt x="1078775" y="1433337"/>
                  </a:lnTo>
                  <a:lnTo>
                    <a:pt x="1078791" y="1433331"/>
                  </a:lnTo>
                  <a:lnTo>
                    <a:pt x="1078815" y="1433322"/>
                  </a:lnTo>
                  <a:lnTo>
                    <a:pt x="1078823" y="1433320"/>
                  </a:lnTo>
                  <a:lnTo>
                    <a:pt x="1078839" y="1433318"/>
                  </a:lnTo>
                  <a:lnTo>
                    <a:pt x="1078855" y="1433318"/>
                  </a:lnTo>
                  <a:lnTo>
                    <a:pt x="1078871" y="1433322"/>
                  </a:lnTo>
                  <a:lnTo>
                    <a:pt x="1078887" y="1433325"/>
                  </a:lnTo>
                  <a:lnTo>
                    <a:pt x="1078903" y="1433324"/>
                  </a:lnTo>
                  <a:lnTo>
                    <a:pt x="1078911" y="1433322"/>
                  </a:lnTo>
                  <a:lnTo>
                    <a:pt x="1078919" y="1433314"/>
                  </a:lnTo>
                  <a:lnTo>
                    <a:pt x="1078929" y="1433307"/>
                  </a:lnTo>
                  <a:lnTo>
                    <a:pt x="1078935" y="1433304"/>
                  </a:lnTo>
                  <a:lnTo>
                    <a:pt x="1078945" y="1433302"/>
                  </a:lnTo>
                  <a:lnTo>
                    <a:pt x="1078951" y="1433303"/>
                  </a:lnTo>
                  <a:lnTo>
                    <a:pt x="1078967" y="1433309"/>
                  </a:lnTo>
                  <a:lnTo>
                    <a:pt x="1078983" y="1433318"/>
                  </a:lnTo>
                  <a:lnTo>
                    <a:pt x="1078999" y="1433324"/>
                  </a:lnTo>
                  <a:lnTo>
                    <a:pt x="1079015" y="1433327"/>
                  </a:lnTo>
                  <a:lnTo>
                    <a:pt x="1079031" y="1433327"/>
                  </a:lnTo>
                  <a:lnTo>
                    <a:pt x="1079047" y="1433324"/>
                  </a:lnTo>
                  <a:lnTo>
                    <a:pt x="1079056" y="1433323"/>
                  </a:lnTo>
                  <a:lnTo>
                    <a:pt x="1079063" y="1433320"/>
                  </a:lnTo>
                  <a:lnTo>
                    <a:pt x="1079079" y="1433316"/>
                  </a:lnTo>
                  <a:lnTo>
                    <a:pt x="1079095" y="1433318"/>
                  </a:lnTo>
                  <a:lnTo>
                    <a:pt x="1079111" y="1433320"/>
                  </a:lnTo>
                  <a:lnTo>
                    <a:pt x="1079127" y="1433321"/>
                  </a:lnTo>
                  <a:lnTo>
                    <a:pt x="1079143" y="1433320"/>
                  </a:lnTo>
                  <a:lnTo>
                    <a:pt x="1079150" y="1433315"/>
                  </a:lnTo>
                  <a:lnTo>
                    <a:pt x="1079152" y="1433311"/>
                  </a:lnTo>
                  <a:lnTo>
                    <a:pt x="1079153" y="1433305"/>
                  </a:lnTo>
                  <a:lnTo>
                    <a:pt x="1079152" y="1433289"/>
                  </a:lnTo>
                  <a:lnTo>
                    <a:pt x="1079147" y="1433272"/>
                  </a:lnTo>
                  <a:lnTo>
                    <a:pt x="1079145" y="1433258"/>
                  </a:lnTo>
                  <a:lnTo>
                    <a:pt x="1079138" y="1433235"/>
                  </a:lnTo>
                  <a:lnTo>
                    <a:pt x="1079135" y="1433219"/>
                  </a:lnTo>
                  <a:lnTo>
                    <a:pt x="1079134" y="1433204"/>
                  </a:lnTo>
                  <a:lnTo>
                    <a:pt x="1079135" y="1433196"/>
                  </a:lnTo>
                  <a:lnTo>
                    <a:pt x="1079136" y="1433173"/>
                  </a:lnTo>
                  <a:lnTo>
                    <a:pt x="1079134" y="1433157"/>
                  </a:lnTo>
                  <a:lnTo>
                    <a:pt x="1079126" y="1433132"/>
                  </a:lnTo>
                  <a:lnTo>
                    <a:pt x="1079123" y="1433128"/>
                  </a:lnTo>
                  <a:lnTo>
                    <a:pt x="1079116" y="1433123"/>
                  </a:lnTo>
                  <a:lnTo>
                    <a:pt x="1079102" y="1433113"/>
                  </a:lnTo>
                  <a:lnTo>
                    <a:pt x="1079086" y="1433103"/>
                  </a:lnTo>
                  <a:lnTo>
                    <a:pt x="1079069" y="1433095"/>
                  </a:lnTo>
                  <a:lnTo>
                    <a:pt x="1079053" y="1433085"/>
                  </a:lnTo>
                  <a:lnTo>
                    <a:pt x="1079037" y="1433072"/>
                  </a:lnTo>
                  <a:lnTo>
                    <a:pt x="1079021" y="1433058"/>
                  </a:lnTo>
                  <a:lnTo>
                    <a:pt x="1079005" y="1433047"/>
                  </a:lnTo>
                  <a:lnTo>
                    <a:pt x="1078990" y="1433035"/>
                  </a:lnTo>
                  <a:lnTo>
                    <a:pt x="1078975" y="1433028"/>
                  </a:lnTo>
                  <a:lnTo>
                    <a:pt x="1078969" y="1433025"/>
                  </a:lnTo>
                  <a:lnTo>
                    <a:pt x="1078956" y="1433015"/>
                  </a:lnTo>
                  <a:lnTo>
                    <a:pt x="1078942" y="1433002"/>
                  </a:lnTo>
                  <a:lnTo>
                    <a:pt x="1078934" y="1432985"/>
                  </a:lnTo>
                  <a:lnTo>
                    <a:pt x="1078926" y="1432969"/>
                  </a:lnTo>
                  <a:lnTo>
                    <a:pt x="1078920" y="1432951"/>
                  </a:lnTo>
                  <a:lnTo>
                    <a:pt x="1078914" y="1432935"/>
                  </a:lnTo>
                  <a:lnTo>
                    <a:pt x="1078908" y="1432918"/>
                  </a:lnTo>
                  <a:lnTo>
                    <a:pt x="1078904" y="1432902"/>
                  </a:lnTo>
                  <a:lnTo>
                    <a:pt x="1078902" y="1432897"/>
                  </a:lnTo>
                  <a:lnTo>
                    <a:pt x="1078901" y="1432886"/>
                  </a:lnTo>
                  <a:lnTo>
                    <a:pt x="1078902" y="1432878"/>
                  </a:lnTo>
                  <a:lnTo>
                    <a:pt x="1078905" y="1432868"/>
                  </a:lnTo>
                  <a:lnTo>
                    <a:pt x="1078907" y="1432860"/>
                  </a:lnTo>
                  <a:lnTo>
                    <a:pt x="1078912" y="1432852"/>
                  </a:lnTo>
                  <a:lnTo>
                    <a:pt x="1078921" y="1432835"/>
                  </a:lnTo>
                  <a:lnTo>
                    <a:pt x="1078932" y="1432818"/>
                  </a:lnTo>
                  <a:lnTo>
                    <a:pt x="1078942" y="1432802"/>
                  </a:lnTo>
                  <a:lnTo>
                    <a:pt x="1078950" y="1432785"/>
                  </a:lnTo>
                  <a:lnTo>
                    <a:pt x="1078956" y="1432768"/>
                  </a:lnTo>
                  <a:lnTo>
                    <a:pt x="1078957" y="1432751"/>
                  </a:lnTo>
                  <a:lnTo>
                    <a:pt x="1078957" y="1432746"/>
                  </a:lnTo>
                  <a:lnTo>
                    <a:pt x="1078953" y="1432735"/>
                  </a:lnTo>
                  <a:lnTo>
                    <a:pt x="1078943" y="1432721"/>
                  </a:lnTo>
                  <a:lnTo>
                    <a:pt x="1078926" y="1432706"/>
                  </a:lnTo>
                  <a:lnTo>
                    <a:pt x="1078914" y="1432689"/>
                  </a:lnTo>
                  <a:lnTo>
                    <a:pt x="1078910" y="1432683"/>
                  </a:lnTo>
                  <a:lnTo>
                    <a:pt x="1078907" y="1432673"/>
                  </a:lnTo>
                  <a:lnTo>
                    <a:pt x="1078905" y="1432664"/>
                  </a:lnTo>
                  <a:lnTo>
                    <a:pt x="1078900" y="1432656"/>
                  </a:lnTo>
                  <a:lnTo>
                    <a:pt x="1078895" y="1432639"/>
                  </a:lnTo>
                  <a:lnTo>
                    <a:pt x="1078894" y="1432629"/>
                  </a:lnTo>
                  <a:lnTo>
                    <a:pt x="1078895" y="1432623"/>
                  </a:lnTo>
                  <a:lnTo>
                    <a:pt x="1078898" y="1432606"/>
                  </a:lnTo>
                  <a:lnTo>
                    <a:pt x="1078899" y="1432589"/>
                  </a:lnTo>
                  <a:lnTo>
                    <a:pt x="1078895" y="1432572"/>
                  </a:lnTo>
                  <a:lnTo>
                    <a:pt x="1078892" y="1432556"/>
                  </a:lnTo>
                  <a:lnTo>
                    <a:pt x="1078890" y="1432539"/>
                  </a:lnTo>
                  <a:lnTo>
                    <a:pt x="1078888" y="1432523"/>
                  </a:lnTo>
                  <a:lnTo>
                    <a:pt x="1078888" y="1432514"/>
                  </a:lnTo>
                  <a:lnTo>
                    <a:pt x="1078883" y="1432494"/>
                  </a:lnTo>
                  <a:lnTo>
                    <a:pt x="1078881" y="1432489"/>
                  </a:lnTo>
                  <a:lnTo>
                    <a:pt x="1078877" y="1432481"/>
                  </a:lnTo>
                  <a:lnTo>
                    <a:pt x="1078874" y="1432473"/>
                  </a:lnTo>
                  <a:lnTo>
                    <a:pt x="1078876" y="1432460"/>
                  </a:lnTo>
                  <a:lnTo>
                    <a:pt x="1078878" y="1432454"/>
                  </a:lnTo>
                  <a:lnTo>
                    <a:pt x="1078883" y="1432439"/>
                  </a:lnTo>
                  <a:lnTo>
                    <a:pt x="1078884" y="1432431"/>
                  </a:lnTo>
                  <a:lnTo>
                    <a:pt x="1078888" y="1432425"/>
                  </a:lnTo>
                  <a:lnTo>
                    <a:pt x="1078896" y="1432420"/>
                  </a:lnTo>
                  <a:lnTo>
                    <a:pt x="1078905" y="1432411"/>
                  </a:lnTo>
                  <a:lnTo>
                    <a:pt x="1078919" y="1432394"/>
                  </a:lnTo>
                  <a:lnTo>
                    <a:pt x="1078925" y="1432392"/>
                  </a:lnTo>
                  <a:lnTo>
                    <a:pt x="1078933" y="1432392"/>
                  </a:lnTo>
                  <a:lnTo>
                    <a:pt x="1078943" y="1432395"/>
                  </a:lnTo>
                  <a:lnTo>
                    <a:pt x="1078949" y="1432395"/>
                  </a:lnTo>
                  <a:lnTo>
                    <a:pt x="1078957" y="1432393"/>
                  </a:lnTo>
                  <a:lnTo>
                    <a:pt x="1078965" y="1432387"/>
                  </a:lnTo>
                  <a:lnTo>
                    <a:pt x="1078979" y="1432372"/>
                  </a:lnTo>
                  <a:lnTo>
                    <a:pt x="1078984" y="1432366"/>
                  </a:lnTo>
                  <a:lnTo>
                    <a:pt x="1078994" y="1432359"/>
                  </a:lnTo>
                  <a:lnTo>
                    <a:pt x="1079004" y="1432350"/>
                  </a:lnTo>
                  <a:lnTo>
                    <a:pt x="1079011" y="1432346"/>
                  </a:lnTo>
                  <a:lnTo>
                    <a:pt x="1079026" y="1432338"/>
                  </a:lnTo>
                  <a:lnTo>
                    <a:pt x="1079042" y="1432327"/>
                  </a:lnTo>
                  <a:lnTo>
                    <a:pt x="1079056" y="1432310"/>
                  </a:lnTo>
                  <a:lnTo>
                    <a:pt x="1079069" y="1432293"/>
                  </a:lnTo>
                  <a:lnTo>
                    <a:pt x="1079085" y="1432281"/>
                  </a:lnTo>
                  <a:lnTo>
                    <a:pt x="1079093" y="1432279"/>
                  </a:lnTo>
                  <a:lnTo>
                    <a:pt x="1079101" y="1432279"/>
                  </a:lnTo>
                  <a:lnTo>
                    <a:pt x="1079111" y="1432279"/>
                  </a:lnTo>
                  <a:lnTo>
                    <a:pt x="1079117" y="1432281"/>
                  </a:lnTo>
                  <a:lnTo>
                    <a:pt x="1079126" y="1432287"/>
                  </a:lnTo>
                  <a:lnTo>
                    <a:pt x="1079134" y="1432289"/>
                  </a:lnTo>
                  <a:lnTo>
                    <a:pt x="1079150" y="1432296"/>
                  </a:lnTo>
                  <a:lnTo>
                    <a:pt x="1079165" y="1432301"/>
                  </a:lnTo>
                  <a:lnTo>
                    <a:pt x="1079171" y="1432300"/>
                  </a:lnTo>
                  <a:lnTo>
                    <a:pt x="1079177" y="1432287"/>
                  </a:lnTo>
                  <a:lnTo>
                    <a:pt x="1079182" y="1432277"/>
                  </a:lnTo>
                  <a:lnTo>
                    <a:pt x="1079187" y="1432273"/>
                  </a:lnTo>
                  <a:lnTo>
                    <a:pt x="1079192" y="1432269"/>
                  </a:lnTo>
                  <a:lnTo>
                    <a:pt x="1079194" y="1432264"/>
                  </a:lnTo>
                  <a:lnTo>
                    <a:pt x="1079197" y="1432258"/>
                  </a:lnTo>
                  <a:lnTo>
                    <a:pt x="1079197" y="1432241"/>
                  </a:lnTo>
                  <a:lnTo>
                    <a:pt x="1079196" y="1432224"/>
                  </a:lnTo>
                  <a:lnTo>
                    <a:pt x="1079196" y="1432207"/>
                  </a:lnTo>
                  <a:lnTo>
                    <a:pt x="1079197" y="1432191"/>
                  </a:lnTo>
                  <a:lnTo>
                    <a:pt x="1079198" y="1432181"/>
                  </a:lnTo>
                  <a:lnTo>
                    <a:pt x="1079201" y="1432174"/>
                  </a:lnTo>
                  <a:lnTo>
                    <a:pt x="1079208" y="1432163"/>
                  </a:lnTo>
                  <a:lnTo>
                    <a:pt x="1079213" y="1432157"/>
                  </a:lnTo>
                  <a:lnTo>
                    <a:pt x="1079225" y="1432143"/>
                  </a:lnTo>
                  <a:lnTo>
                    <a:pt x="1079241" y="1432127"/>
                  </a:lnTo>
                  <a:lnTo>
                    <a:pt x="1079256" y="1432114"/>
                  </a:lnTo>
                  <a:lnTo>
                    <a:pt x="1079265" y="1432097"/>
                  </a:lnTo>
                  <a:lnTo>
                    <a:pt x="1079268" y="1432091"/>
                  </a:lnTo>
                  <a:lnTo>
                    <a:pt x="1079274" y="1432081"/>
                  </a:lnTo>
                  <a:lnTo>
                    <a:pt x="1079278" y="1432074"/>
                  </a:lnTo>
                  <a:lnTo>
                    <a:pt x="1079288" y="1432065"/>
                  </a:lnTo>
                  <a:lnTo>
                    <a:pt x="1079298" y="1432059"/>
                  </a:lnTo>
                  <a:lnTo>
                    <a:pt x="1079304" y="1432050"/>
                  </a:lnTo>
                  <a:lnTo>
                    <a:pt x="1079304" y="1432044"/>
                  </a:lnTo>
                  <a:lnTo>
                    <a:pt x="1079303" y="1432039"/>
                  </a:lnTo>
                  <a:lnTo>
                    <a:pt x="1079300" y="1432034"/>
                  </a:lnTo>
                  <a:lnTo>
                    <a:pt x="1079295" y="1432027"/>
                  </a:lnTo>
                  <a:lnTo>
                    <a:pt x="1079286" y="1432018"/>
                  </a:lnTo>
                  <a:lnTo>
                    <a:pt x="1079277" y="1432007"/>
                  </a:lnTo>
                  <a:lnTo>
                    <a:pt x="1079275" y="1432001"/>
                  </a:lnTo>
                  <a:lnTo>
                    <a:pt x="1079272" y="1431993"/>
                  </a:lnTo>
                  <a:lnTo>
                    <a:pt x="1079272" y="1431985"/>
                  </a:lnTo>
                  <a:lnTo>
                    <a:pt x="1079276" y="1431968"/>
                  </a:lnTo>
                  <a:lnTo>
                    <a:pt x="1079281" y="1431956"/>
                  </a:lnTo>
                  <a:lnTo>
                    <a:pt x="1079288" y="1431935"/>
                  </a:lnTo>
                  <a:lnTo>
                    <a:pt x="1079289" y="1431925"/>
                  </a:lnTo>
                  <a:lnTo>
                    <a:pt x="1079292" y="1431918"/>
                  </a:lnTo>
                  <a:lnTo>
                    <a:pt x="1079294" y="1431903"/>
                  </a:lnTo>
                  <a:lnTo>
                    <a:pt x="1079298" y="1431895"/>
                  </a:lnTo>
                  <a:lnTo>
                    <a:pt x="1079307" y="1431885"/>
                  </a:lnTo>
                  <a:lnTo>
                    <a:pt x="1079313" y="1431878"/>
                  </a:lnTo>
                  <a:lnTo>
                    <a:pt x="1079323" y="1431870"/>
                  </a:lnTo>
                  <a:lnTo>
                    <a:pt x="1079330" y="1431866"/>
                  </a:lnTo>
                  <a:lnTo>
                    <a:pt x="1079339" y="1431863"/>
                  </a:lnTo>
                  <a:lnTo>
                    <a:pt x="1079355" y="1431861"/>
                  </a:lnTo>
                  <a:lnTo>
                    <a:pt x="1079371" y="1431863"/>
                  </a:lnTo>
                  <a:lnTo>
                    <a:pt x="1079386" y="1431867"/>
                  </a:lnTo>
                  <a:lnTo>
                    <a:pt x="1079402" y="1431871"/>
                  </a:lnTo>
                  <a:lnTo>
                    <a:pt x="1079418" y="1431877"/>
                  </a:lnTo>
                  <a:lnTo>
                    <a:pt x="1079434" y="1431883"/>
                  </a:lnTo>
                  <a:lnTo>
                    <a:pt x="1079450" y="1431889"/>
                  </a:lnTo>
                  <a:lnTo>
                    <a:pt x="1079467" y="1431896"/>
                  </a:lnTo>
                  <a:lnTo>
                    <a:pt x="1079483" y="1431899"/>
                  </a:lnTo>
                  <a:lnTo>
                    <a:pt x="1079490" y="1431901"/>
                  </a:lnTo>
                  <a:lnTo>
                    <a:pt x="1079499" y="1431901"/>
                  </a:lnTo>
                  <a:lnTo>
                    <a:pt x="1079515" y="1431901"/>
                  </a:lnTo>
                  <a:lnTo>
                    <a:pt x="1079531" y="1431899"/>
                  </a:lnTo>
                  <a:lnTo>
                    <a:pt x="1079546" y="1431895"/>
                  </a:lnTo>
                  <a:lnTo>
                    <a:pt x="1079562" y="1431894"/>
                  </a:lnTo>
                  <a:lnTo>
                    <a:pt x="1079578" y="1431892"/>
                  </a:lnTo>
                  <a:lnTo>
                    <a:pt x="1079588" y="1431890"/>
                  </a:lnTo>
                  <a:lnTo>
                    <a:pt x="1079594" y="1431892"/>
                  </a:lnTo>
                  <a:lnTo>
                    <a:pt x="1079610" y="1431895"/>
                  </a:lnTo>
                  <a:lnTo>
                    <a:pt x="1079618" y="1431898"/>
                  </a:lnTo>
                  <a:lnTo>
                    <a:pt x="1079627" y="1431898"/>
                  </a:lnTo>
                  <a:lnTo>
                    <a:pt x="1079643" y="1431897"/>
                  </a:lnTo>
                  <a:lnTo>
                    <a:pt x="1079659" y="1431894"/>
                  </a:lnTo>
                  <a:lnTo>
                    <a:pt x="1079675" y="1431894"/>
                  </a:lnTo>
                  <a:lnTo>
                    <a:pt x="1079680" y="1431893"/>
                  </a:lnTo>
                  <a:lnTo>
                    <a:pt x="1079690" y="1431894"/>
                  </a:lnTo>
                  <a:lnTo>
                    <a:pt x="1079706" y="1431894"/>
                  </a:lnTo>
                  <a:lnTo>
                    <a:pt x="1079722" y="1431895"/>
                  </a:lnTo>
                  <a:lnTo>
                    <a:pt x="1079734" y="1431897"/>
                  </a:lnTo>
                  <a:lnTo>
                    <a:pt x="1079738" y="1431901"/>
                  </a:lnTo>
                  <a:lnTo>
                    <a:pt x="1079754" y="1431909"/>
                  </a:lnTo>
                  <a:lnTo>
                    <a:pt x="1079770" y="1431916"/>
                  </a:lnTo>
                  <a:lnTo>
                    <a:pt x="1079787" y="1431925"/>
                  </a:lnTo>
                  <a:lnTo>
                    <a:pt x="1079803" y="1431932"/>
                  </a:lnTo>
                  <a:lnTo>
                    <a:pt x="1079819" y="1431938"/>
                  </a:lnTo>
                  <a:lnTo>
                    <a:pt x="1079835" y="1431943"/>
                  </a:lnTo>
                  <a:lnTo>
                    <a:pt x="1079849" y="1431943"/>
                  </a:lnTo>
                  <a:lnTo>
                    <a:pt x="1079866" y="1431933"/>
                  </a:lnTo>
                  <a:lnTo>
                    <a:pt x="1079876" y="1431930"/>
                  </a:lnTo>
                  <a:lnTo>
                    <a:pt x="1079882" y="1431929"/>
                  </a:lnTo>
                  <a:lnTo>
                    <a:pt x="1079898" y="1431930"/>
                  </a:lnTo>
                  <a:lnTo>
                    <a:pt x="1079914" y="1431927"/>
                  </a:lnTo>
                  <a:lnTo>
                    <a:pt x="1079930" y="1431922"/>
                  </a:lnTo>
                  <a:lnTo>
                    <a:pt x="1079947" y="1431915"/>
                  </a:lnTo>
                  <a:lnTo>
                    <a:pt x="1079963" y="1431907"/>
                  </a:lnTo>
                  <a:lnTo>
                    <a:pt x="1079978" y="1431900"/>
                  </a:lnTo>
                  <a:lnTo>
                    <a:pt x="1079994" y="1431893"/>
                  </a:lnTo>
                  <a:lnTo>
                    <a:pt x="1080010" y="1431887"/>
                  </a:lnTo>
                  <a:lnTo>
                    <a:pt x="1080026" y="1431877"/>
                  </a:lnTo>
                  <a:lnTo>
                    <a:pt x="1080042" y="1431868"/>
                  </a:lnTo>
                  <a:lnTo>
                    <a:pt x="1080052" y="1431864"/>
                  </a:lnTo>
                  <a:lnTo>
                    <a:pt x="1080058" y="1431864"/>
                  </a:lnTo>
                  <a:lnTo>
                    <a:pt x="1080072" y="1431864"/>
                  </a:lnTo>
                  <a:lnTo>
                    <a:pt x="1080090" y="1431869"/>
                  </a:lnTo>
                  <a:lnTo>
                    <a:pt x="1080106" y="1431872"/>
                  </a:lnTo>
                  <a:lnTo>
                    <a:pt x="1080122" y="1431877"/>
                  </a:lnTo>
                  <a:lnTo>
                    <a:pt x="1080138" y="1431879"/>
                  </a:lnTo>
                  <a:lnTo>
                    <a:pt x="1080154" y="1431879"/>
                  </a:lnTo>
                  <a:lnTo>
                    <a:pt x="1080170" y="1431880"/>
                  </a:lnTo>
                  <a:lnTo>
                    <a:pt x="1080182" y="1431881"/>
                  </a:lnTo>
                  <a:lnTo>
                    <a:pt x="1080188" y="1431883"/>
                  </a:lnTo>
                  <a:lnTo>
                    <a:pt x="1080202" y="1431891"/>
                  </a:lnTo>
                  <a:lnTo>
                    <a:pt x="1080218" y="1431907"/>
                  </a:lnTo>
                  <a:lnTo>
                    <a:pt x="1080234" y="1431918"/>
                  </a:lnTo>
                  <a:lnTo>
                    <a:pt x="1080250" y="1431928"/>
                  </a:lnTo>
                  <a:lnTo>
                    <a:pt x="1080261" y="1431934"/>
                  </a:lnTo>
                  <a:lnTo>
                    <a:pt x="1080267" y="1431935"/>
                  </a:lnTo>
                  <a:lnTo>
                    <a:pt x="1080276" y="1431937"/>
                  </a:lnTo>
                  <a:lnTo>
                    <a:pt x="1080282" y="1431934"/>
                  </a:lnTo>
                  <a:lnTo>
                    <a:pt x="1080298" y="1431927"/>
                  </a:lnTo>
                  <a:lnTo>
                    <a:pt x="1080314" y="1431917"/>
                  </a:lnTo>
                  <a:lnTo>
                    <a:pt x="1080330" y="1431914"/>
                  </a:lnTo>
                  <a:lnTo>
                    <a:pt x="1080346" y="1431917"/>
                  </a:lnTo>
                  <a:lnTo>
                    <a:pt x="1080362" y="1431921"/>
                  </a:lnTo>
                  <a:lnTo>
                    <a:pt x="1080378" y="1431929"/>
                  </a:lnTo>
                  <a:lnTo>
                    <a:pt x="1080394" y="1431939"/>
                  </a:lnTo>
                  <a:lnTo>
                    <a:pt x="1080410" y="1431948"/>
                  </a:lnTo>
                  <a:lnTo>
                    <a:pt x="1080426" y="1431951"/>
                  </a:lnTo>
                  <a:lnTo>
                    <a:pt x="1080442" y="1431952"/>
                  </a:lnTo>
                  <a:lnTo>
                    <a:pt x="1080458" y="1431951"/>
                  </a:lnTo>
                  <a:lnTo>
                    <a:pt x="1080474" y="1431950"/>
                  </a:lnTo>
                  <a:lnTo>
                    <a:pt x="1080482" y="1431947"/>
                  </a:lnTo>
                  <a:lnTo>
                    <a:pt x="1080490" y="1431947"/>
                  </a:lnTo>
                  <a:lnTo>
                    <a:pt x="1080499" y="1431950"/>
                  </a:lnTo>
                  <a:lnTo>
                    <a:pt x="1080505" y="1431956"/>
                  </a:lnTo>
                  <a:lnTo>
                    <a:pt x="1080510" y="1431965"/>
                  </a:lnTo>
                  <a:lnTo>
                    <a:pt x="1080518" y="1431973"/>
                  </a:lnTo>
                  <a:lnTo>
                    <a:pt x="1080534" y="1431980"/>
                  </a:lnTo>
                  <a:lnTo>
                    <a:pt x="1080550" y="1431982"/>
                  </a:lnTo>
                  <a:lnTo>
                    <a:pt x="1080566" y="1431986"/>
                  </a:lnTo>
                  <a:lnTo>
                    <a:pt x="1080582" y="1431994"/>
                  </a:lnTo>
                  <a:lnTo>
                    <a:pt x="1080594" y="1431998"/>
                  </a:lnTo>
                  <a:lnTo>
                    <a:pt x="1080598" y="1431998"/>
                  </a:lnTo>
                  <a:lnTo>
                    <a:pt x="1080607" y="1431999"/>
                  </a:lnTo>
                  <a:lnTo>
                    <a:pt x="1080617" y="1432000"/>
                  </a:lnTo>
                  <a:lnTo>
                    <a:pt x="1080624" y="1431996"/>
                  </a:lnTo>
                  <a:lnTo>
                    <a:pt x="1080633" y="1431997"/>
                  </a:lnTo>
                  <a:lnTo>
                    <a:pt x="1080646" y="1431993"/>
                  </a:lnTo>
                  <a:lnTo>
                    <a:pt x="1080662" y="1431982"/>
                  </a:lnTo>
                  <a:lnTo>
                    <a:pt x="1080678" y="1431969"/>
                  </a:lnTo>
                  <a:lnTo>
                    <a:pt x="1080694" y="1431956"/>
                  </a:lnTo>
                  <a:lnTo>
                    <a:pt x="1080707" y="1431941"/>
                  </a:lnTo>
                  <a:lnTo>
                    <a:pt x="1080715" y="1431924"/>
                  </a:lnTo>
                  <a:lnTo>
                    <a:pt x="1080719" y="1431916"/>
                  </a:lnTo>
                  <a:lnTo>
                    <a:pt x="1080720" y="1431905"/>
                  </a:lnTo>
                  <a:lnTo>
                    <a:pt x="1080720" y="1431898"/>
                  </a:lnTo>
                  <a:lnTo>
                    <a:pt x="1080720" y="1431890"/>
                  </a:lnTo>
                  <a:lnTo>
                    <a:pt x="1080719" y="1431874"/>
                  </a:lnTo>
                  <a:lnTo>
                    <a:pt x="1080716" y="1431857"/>
                  </a:lnTo>
                  <a:lnTo>
                    <a:pt x="1080713" y="1431840"/>
                  </a:lnTo>
                  <a:lnTo>
                    <a:pt x="1080709" y="1431828"/>
                  </a:lnTo>
                  <a:lnTo>
                    <a:pt x="1080707" y="1431823"/>
                  </a:lnTo>
                  <a:lnTo>
                    <a:pt x="1080704" y="1431819"/>
                  </a:lnTo>
                  <a:lnTo>
                    <a:pt x="1080697" y="1431815"/>
                  </a:lnTo>
                  <a:lnTo>
                    <a:pt x="1080685" y="1431814"/>
                  </a:lnTo>
                  <a:lnTo>
                    <a:pt x="1080678" y="1431811"/>
                  </a:lnTo>
                  <a:lnTo>
                    <a:pt x="1080676" y="1431807"/>
                  </a:lnTo>
                  <a:lnTo>
                    <a:pt x="1080678" y="1431802"/>
                  </a:lnTo>
                  <a:lnTo>
                    <a:pt x="1080690" y="1431800"/>
                  </a:lnTo>
                  <a:lnTo>
                    <a:pt x="1080707" y="1431799"/>
                  </a:lnTo>
                  <a:lnTo>
                    <a:pt x="1080723" y="1431788"/>
                  </a:lnTo>
                  <a:lnTo>
                    <a:pt x="1080734" y="1431772"/>
                  </a:lnTo>
                  <a:lnTo>
                    <a:pt x="1080743" y="1431755"/>
                  </a:lnTo>
                  <a:lnTo>
                    <a:pt x="1080750" y="1431738"/>
                  </a:lnTo>
                  <a:lnTo>
                    <a:pt x="1080758" y="1431731"/>
                  </a:lnTo>
                  <a:lnTo>
                    <a:pt x="1080766" y="1431727"/>
                  </a:lnTo>
                  <a:lnTo>
                    <a:pt x="1080776" y="1431712"/>
                  </a:lnTo>
                  <a:lnTo>
                    <a:pt x="1080774" y="1431701"/>
                  </a:lnTo>
                  <a:lnTo>
                    <a:pt x="1080769" y="1431694"/>
                  </a:lnTo>
                  <a:lnTo>
                    <a:pt x="1080762" y="1431677"/>
                  </a:lnTo>
                  <a:lnTo>
                    <a:pt x="1080755" y="1431658"/>
                  </a:lnTo>
                  <a:lnTo>
                    <a:pt x="1080751" y="1431644"/>
                  </a:lnTo>
                  <a:lnTo>
                    <a:pt x="1080745" y="1431627"/>
                  </a:lnTo>
                  <a:lnTo>
                    <a:pt x="1080740" y="1431610"/>
                  </a:lnTo>
                  <a:lnTo>
                    <a:pt x="1080739" y="1431593"/>
                  </a:lnTo>
                  <a:lnTo>
                    <a:pt x="1080738" y="1431577"/>
                  </a:lnTo>
                  <a:lnTo>
                    <a:pt x="1080736" y="1431560"/>
                  </a:lnTo>
                  <a:lnTo>
                    <a:pt x="1080733" y="1431543"/>
                  </a:lnTo>
                  <a:lnTo>
                    <a:pt x="1080727" y="1431527"/>
                  </a:lnTo>
                  <a:lnTo>
                    <a:pt x="1080719" y="1431515"/>
                  </a:lnTo>
                  <a:lnTo>
                    <a:pt x="1080711" y="1431498"/>
                  </a:lnTo>
                  <a:lnTo>
                    <a:pt x="1080714" y="1431492"/>
                  </a:lnTo>
                  <a:lnTo>
                    <a:pt x="1080723" y="1431491"/>
                  </a:lnTo>
                  <a:lnTo>
                    <a:pt x="1080739" y="1431494"/>
                  </a:lnTo>
                  <a:lnTo>
                    <a:pt x="1080755" y="1431497"/>
                  </a:lnTo>
                  <a:lnTo>
                    <a:pt x="1080771" y="1431498"/>
                  </a:lnTo>
                  <a:lnTo>
                    <a:pt x="1080787" y="1431490"/>
                  </a:lnTo>
                  <a:lnTo>
                    <a:pt x="1080803" y="1431477"/>
                  </a:lnTo>
                  <a:lnTo>
                    <a:pt x="1080818" y="1431465"/>
                  </a:lnTo>
                  <a:lnTo>
                    <a:pt x="1080834" y="1431458"/>
                  </a:lnTo>
                  <a:lnTo>
                    <a:pt x="1080850" y="1431450"/>
                  </a:lnTo>
                  <a:lnTo>
                    <a:pt x="1080866" y="1431438"/>
                  </a:lnTo>
                  <a:lnTo>
                    <a:pt x="1080875" y="1431431"/>
                  </a:lnTo>
                  <a:lnTo>
                    <a:pt x="1080881" y="1431423"/>
                  </a:lnTo>
                  <a:lnTo>
                    <a:pt x="1080891" y="1431407"/>
                  </a:lnTo>
                  <a:lnTo>
                    <a:pt x="1080899" y="1431390"/>
                  </a:lnTo>
                  <a:lnTo>
                    <a:pt x="1080906" y="1431379"/>
                  </a:lnTo>
                  <a:lnTo>
                    <a:pt x="1080911" y="1431373"/>
                  </a:lnTo>
                  <a:lnTo>
                    <a:pt x="1080926" y="1431358"/>
                  </a:lnTo>
                  <a:lnTo>
                    <a:pt x="1080942" y="1431346"/>
                  </a:lnTo>
                  <a:lnTo>
                    <a:pt x="1080950" y="1431342"/>
                  </a:lnTo>
                  <a:lnTo>
                    <a:pt x="1080954" y="1431336"/>
                  </a:lnTo>
                  <a:lnTo>
                    <a:pt x="1080949" y="1431317"/>
                  </a:lnTo>
                  <a:lnTo>
                    <a:pt x="1080947" y="1431310"/>
                  </a:lnTo>
                  <a:lnTo>
                    <a:pt x="1080947" y="1431301"/>
                  </a:lnTo>
                  <a:lnTo>
                    <a:pt x="1080949" y="1431284"/>
                  </a:lnTo>
                  <a:lnTo>
                    <a:pt x="1080952" y="1431270"/>
                  </a:lnTo>
                  <a:lnTo>
                    <a:pt x="1080959" y="1431255"/>
                  </a:lnTo>
                  <a:lnTo>
                    <a:pt x="1080962" y="1431251"/>
                  </a:lnTo>
                  <a:lnTo>
                    <a:pt x="1080968" y="1431237"/>
                  </a:lnTo>
                  <a:lnTo>
                    <a:pt x="1080973" y="1431228"/>
                  </a:lnTo>
                  <a:lnTo>
                    <a:pt x="1080982" y="1431217"/>
                  </a:lnTo>
                  <a:lnTo>
                    <a:pt x="1080985" y="1431212"/>
                  </a:lnTo>
                  <a:lnTo>
                    <a:pt x="1080996" y="1431201"/>
                  </a:lnTo>
                  <a:lnTo>
                    <a:pt x="1081008" y="1431192"/>
                  </a:lnTo>
                  <a:lnTo>
                    <a:pt x="1081017" y="1431185"/>
                  </a:lnTo>
                  <a:lnTo>
                    <a:pt x="1081031" y="1431179"/>
                  </a:lnTo>
                  <a:lnTo>
                    <a:pt x="1081046" y="1431175"/>
                  </a:lnTo>
                  <a:lnTo>
                    <a:pt x="1081061" y="1431172"/>
                  </a:lnTo>
                  <a:lnTo>
                    <a:pt x="1081070" y="1431167"/>
                  </a:lnTo>
                  <a:lnTo>
                    <a:pt x="1081081" y="1431157"/>
                  </a:lnTo>
                  <a:lnTo>
                    <a:pt x="1081093" y="1431147"/>
                  </a:lnTo>
                  <a:lnTo>
                    <a:pt x="1081109" y="1431135"/>
                  </a:lnTo>
                  <a:lnTo>
                    <a:pt x="1081123" y="1431124"/>
                  </a:lnTo>
                  <a:lnTo>
                    <a:pt x="1081140" y="1431109"/>
                  </a:lnTo>
                  <a:lnTo>
                    <a:pt x="1081155" y="1431097"/>
                  </a:lnTo>
                  <a:lnTo>
                    <a:pt x="1081172" y="1431089"/>
                  </a:lnTo>
                  <a:lnTo>
                    <a:pt x="1081188" y="1431081"/>
                  </a:lnTo>
                  <a:lnTo>
                    <a:pt x="1081204" y="1431077"/>
                  </a:lnTo>
                  <a:lnTo>
                    <a:pt x="1081220" y="1431074"/>
                  </a:lnTo>
                  <a:lnTo>
                    <a:pt x="1081228" y="1431070"/>
                  </a:lnTo>
                  <a:lnTo>
                    <a:pt x="1081237" y="1431064"/>
                  </a:lnTo>
                  <a:lnTo>
                    <a:pt x="1081244" y="1431058"/>
                  </a:lnTo>
                  <a:lnTo>
                    <a:pt x="1081249" y="1431051"/>
                  </a:lnTo>
                  <a:lnTo>
                    <a:pt x="1081258" y="1431039"/>
                  </a:lnTo>
                  <a:lnTo>
                    <a:pt x="1081262" y="1431036"/>
                  </a:lnTo>
                  <a:lnTo>
                    <a:pt x="1081280" y="1431027"/>
                  </a:lnTo>
                  <a:lnTo>
                    <a:pt x="1081293" y="1431021"/>
                  </a:lnTo>
                  <a:lnTo>
                    <a:pt x="1081310" y="1431007"/>
                  </a:lnTo>
                  <a:lnTo>
                    <a:pt x="1081315" y="1430998"/>
                  </a:lnTo>
                  <a:lnTo>
                    <a:pt x="1081318" y="1430991"/>
                  </a:lnTo>
                  <a:lnTo>
                    <a:pt x="1081322" y="1430982"/>
                  </a:lnTo>
                  <a:lnTo>
                    <a:pt x="1081328" y="1430973"/>
                  </a:lnTo>
                  <a:lnTo>
                    <a:pt x="1081342" y="1430961"/>
                  </a:lnTo>
                  <a:lnTo>
                    <a:pt x="1081357" y="1430949"/>
                  </a:lnTo>
                  <a:lnTo>
                    <a:pt x="1081373" y="1430933"/>
                  </a:lnTo>
                  <a:lnTo>
                    <a:pt x="1081389" y="1430919"/>
                  </a:lnTo>
                  <a:lnTo>
                    <a:pt x="1081405" y="1430915"/>
                  </a:lnTo>
                  <a:lnTo>
                    <a:pt x="1081421" y="1430915"/>
                  </a:lnTo>
                  <a:lnTo>
                    <a:pt x="1081437" y="1430915"/>
                  </a:lnTo>
                  <a:lnTo>
                    <a:pt x="1081453" y="1430913"/>
                  </a:lnTo>
                  <a:lnTo>
                    <a:pt x="1081469" y="1430911"/>
                  </a:lnTo>
                  <a:lnTo>
                    <a:pt x="1081485" y="1430909"/>
                  </a:lnTo>
                  <a:lnTo>
                    <a:pt x="1081526" y="1430904"/>
                  </a:lnTo>
                  <a:lnTo>
                    <a:pt x="1081543" y="1430904"/>
                  </a:lnTo>
                  <a:lnTo>
                    <a:pt x="1081559" y="1430905"/>
                  </a:lnTo>
                  <a:lnTo>
                    <a:pt x="1081575" y="1430908"/>
                  </a:lnTo>
                  <a:lnTo>
                    <a:pt x="1081591" y="1430911"/>
                  </a:lnTo>
                  <a:lnTo>
                    <a:pt x="1081607" y="1430915"/>
                  </a:lnTo>
                  <a:lnTo>
                    <a:pt x="1081623" y="1430918"/>
                  </a:lnTo>
                  <a:lnTo>
                    <a:pt x="1081639" y="1430918"/>
                  </a:lnTo>
                  <a:lnTo>
                    <a:pt x="1081654" y="1430918"/>
                  </a:lnTo>
                  <a:lnTo>
                    <a:pt x="1081670" y="1430921"/>
                  </a:lnTo>
                  <a:lnTo>
                    <a:pt x="1081686" y="1430916"/>
                  </a:lnTo>
                  <a:lnTo>
                    <a:pt x="1081703" y="1430910"/>
                  </a:lnTo>
                  <a:lnTo>
                    <a:pt x="1081717" y="1430902"/>
                  </a:lnTo>
                  <a:lnTo>
                    <a:pt x="1081730" y="1430883"/>
                  </a:lnTo>
                  <a:lnTo>
                    <a:pt x="1081735" y="1430877"/>
                  </a:lnTo>
                  <a:lnTo>
                    <a:pt x="1081742" y="1430866"/>
                  </a:lnTo>
                  <a:lnTo>
                    <a:pt x="1081748" y="1430854"/>
                  </a:lnTo>
                  <a:lnTo>
                    <a:pt x="1081754" y="1430845"/>
                  </a:lnTo>
                  <a:lnTo>
                    <a:pt x="1081761" y="1430839"/>
                  </a:lnTo>
                  <a:lnTo>
                    <a:pt x="1081766" y="1430838"/>
                  </a:lnTo>
                  <a:lnTo>
                    <a:pt x="1081782" y="1430835"/>
                  </a:lnTo>
                  <a:lnTo>
                    <a:pt x="1081795" y="1430829"/>
                  </a:lnTo>
                  <a:lnTo>
                    <a:pt x="1081806" y="1430823"/>
                  </a:lnTo>
                  <a:lnTo>
                    <a:pt x="1081814" y="1430816"/>
                  </a:lnTo>
                  <a:lnTo>
                    <a:pt x="1081821" y="1430811"/>
                  </a:lnTo>
                  <a:lnTo>
                    <a:pt x="1081826" y="1430800"/>
                  </a:lnTo>
                  <a:lnTo>
                    <a:pt x="1081830" y="1430792"/>
                  </a:lnTo>
                  <a:lnTo>
                    <a:pt x="1081832" y="1430784"/>
                  </a:lnTo>
                  <a:lnTo>
                    <a:pt x="1081836" y="1430767"/>
                  </a:lnTo>
                  <a:lnTo>
                    <a:pt x="1081840" y="1430755"/>
                  </a:lnTo>
                  <a:lnTo>
                    <a:pt x="1081843" y="1430750"/>
                  </a:lnTo>
                  <a:lnTo>
                    <a:pt x="1081856" y="1430736"/>
                  </a:lnTo>
                  <a:lnTo>
                    <a:pt x="1081863" y="1430733"/>
                  </a:lnTo>
                  <a:lnTo>
                    <a:pt x="1081874" y="1430733"/>
                  </a:lnTo>
                  <a:lnTo>
                    <a:pt x="1081890" y="1430735"/>
                  </a:lnTo>
                  <a:lnTo>
                    <a:pt x="1081906" y="1430736"/>
                  </a:lnTo>
                  <a:lnTo>
                    <a:pt x="1081918" y="1430735"/>
                  </a:lnTo>
                  <a:lnTo>
                    <a:pt x="1081922" y="1430732"/>
                  </a:lnTo>
                  <a:lnTo>
                    <a:pt x="1081928" y="1430719"/>
                  </a:lnTo>
                  <a:lnTo>
                    <a:pt x="1081930" y="1430699"/>
                  </a:lnTo>
                  <a:lnTo>
                    <a:pt x="1081933" y="1430683"/>
                  </a:lnTo>
                  <a:lnTo>
                    <a:pt x="1081942" y="1430660"/>
                  </a:lnTo>
                  <a:lnTo>
                    <a:pt x="1081951" y="1430652"/>
                  </a:lnTo>
                  <a:lnTo>
                    <a:pt x="1081955" y="1430651"/>
                  </a:lnTo>
                  <a:lnTo>
                    <a:pt x="1081964" y="1430649"/>
                  </a:lnTo>
                  <a:lnTo>
                    <a:pt x="1081971" y="1430650"/>
                  </a:lnTo>
                  <a:lnTo>
                    <a:pt x="1081987" y="1430650"/>
                  </a:lnTo>
                  <a:lnTo>
                    <a:pt x="1082003" y="1430646"/>
                  </a:lnTo>
                  <a:lnTo>
                    <a:pt x="1082019" y="1430640"/>
                  </a:lnTo>
                  <a:lnTo>
                    <a:pt x="1082035" y="1430632"/>
                  </a:lnTo>
                  <a:lnTo>
                    <a:pt x="1082041" y="1430628"/>
                  </a:lnTo>
                  <a:lnTo>
                    <a:pt x="1082051" y="1430624"/>
                  </a:lnTo>
                  <a:lnTo>
                    <a:pt x="1082061" y="1430621"/>
                  </a:lnTo>
                  <a:lnTo>
                    <a:pt x="1082067" y="1430621"/>
                  </a:lnTo>
                  <a:lnTo>
                    <a:pt x="1082083" y="1430623"/>
                  </a:lnTo>
                  <a:lnTo>
                    <a:pt x="1082099" y="1430636"/>
                  </a:lnTo>
                  <a:lnTo>
                    <a:pt x="1082114" y="1430643"/>
                  </a:lnTo>
                  <a:lnTo>
                    <a:pt x="1082129" y="1430644"/>
                  </a:lnTo>
                  <a:lnTo>
                    <a:pt x="1082143" y="1430629"/>
                  </a:lnTo>
                  <a:lnTo>
                    <a:pt x="1082154" y="1430611"/>
                  </a:lnTo>
                  <a:lnTo>
                    <a:pt x="1082163" y="1430605"/>
                  </a:lnTo>
                  <a:lnTo>
                    <a:pt x="1082171" y="1430603"/>
                  </a:lnTo>
                  <a:lnTo>
                    <a:pt x="1082187" y="1430605"/>
                  </a:lnTo>
                  <a:lnTo>
                    <a:pt x="1082202" y="1430611"/>
                  </a:lnTo>
                  <a:lnTo>
                    <a:pt x="1082216" y="1430615"/>
                  </a:lnTo>
                  <a:lnTo>
                    <a:pt x="1082234" y="1430619"/>
                  </a:lnTo>
                  <a:lnTo>
                    <a:pt x="1082250" y="1430619"/>
                  </a:lnTo>
                  <a:lnTo>
                    <a:pt x="1082266" y="1430617"/>
                  </a:lnTo>
                  <a:lnTo>
                    <a:pt x="1082292" y="1430609"/>
                  </a:lnTo>
                  <a:lnTo>
                    <a:pt x="1082310" y="1430600"/>
                  </a:lnTo>
                  <a:lnTo>
                    <a:pt x="1082321" y="1430592"/>
                  </a:lnTo>
                  <a:lnTo>
                    <a:pt x="1082336" y="1430578"/>
                  </a:lnTo>
                  <a:lnTo>
                    <a:pt x="1082344" y="1430572"/>
                  </a:lnTo>
                  <a:lnTo>
                    <a:pt x="1082352" y="1430568"/>
                  </a:lnTo>
                  <a:lnTo>
                    <a:pt x="1082367" y="1430563"/>
                  </a:lnTo>
                  <a:lnTo>
                    <a:pt x="1082384" y="1430561"/>
                  </a:lnTo>
                  <a:lnTo>
                    <a:pt x="1082400" y="1430557"/>
                  </a:lnTo>
                  <a:lnTo>
                    <a:pt x="1082416" y="1430551"/>
                  </a:lnTo>
                  <a:lnTo>
                    <a:pt x="1082428" y="1430540"/>
                  </a:lnTo>
                  <a:lnTo>
                    <a:pt x="1082436" y="1430531"/>
                  </a:lnTo>
                  <a:lnTo>
                    <a:pt x="1082442" y="1430523"/>
                  </a:lnTo>
                  <a:lnTo>
                    <a:pt x="1082457" y="1430506"/>
                  </a:lnTo>
                  <a:lnTo>
                    <a:pt x="1082459" y="1430501"/>
                  </a:lnTo>
                  <a:lnTo>
                    <a:pt x="1082466" y="1430489"/>
                  </a:lnTo>
                  <a:lnTo>
                    <a:pt x="1082477" y="1430473"/>
                  </a:lnTo>
                  <a:lnTo>
                    <a:pt x="1082491" y="1430457"/>
                  </a:lnTo>
                  <a:lnTo>
                    <a:pt x="1082507" y="1430444"/>
                  </a:lnTo>
                  <a:lnTo>
                    <a:pt x="1082522" y="1430433"/>
                  </a:lnTo>
                  <a:lnTo>
                    <a:pt x="1082538" y="1430421"/>
                  </a:lnTo>
                  <a:lnTo>
                    <a:pt x="1082554" y="1430414"/>
                  </a:lnTo>
                  <a:lnTo>
                    <a:pt x="1082563" y="1430408"/>
                  </a:lnTo>
                  <a:lnTo>
                    <a:pt x="1082569" y="1430401"/>
                  </a:lnTo>
                  <a:lnTo>
                    <a:pt x="1082582" y="1430385"/>
                  </a:lnTo>
                  <a:lnTo>
                    <a:pt x="1082592" y="1430376"/>
                  </a:lnTo>
                  <a:lnTo>
                    <a:pt x="1082598" y="1430372"/>
                  </a:lnTo>
                  <a:lnTo>
                    <a:pt x="1082613" y="1430367"/>
                  </a:lnTo>
                  <a:lnTo>
                    <a:pt x="1082617" y="1430365"/>
                  </a:lnTo>
                  <a:lnTo>
                    <a:pt x="1082623" y="1430359"/>
                  </a:lnTo>
                  <a:lnTo>
                    <a:pt x="1082628" y="1430350"/>
                  </a:lnTo>
                  <a:lnTo>
                    <a:pt x="1082636" y="1430340"/>
                  </a:lnTo>
                  <a:lnTo>
                    <a:pt x="1082641" y="1430337"/>
                  </a:lnTo>
                  <a:lnTo>
                    <a:pt x="1082661" y="1430325"/>
                  </a:lnTo>
                  <a:lnTo>
                    <a:pt x="1082666" y="1430319"/>
                  </a:lnTo>
                  <a:lnTo>
                    <a:pt x="1082670" y="1430312"/>
                  </a:lnTo>
                  <a:lnTo>
                    <a:pt x="1082679" y="1430300"/>
                  </a:lnTo>
                  <a:lnTo>
                    <a:pt x="1082683" y="1430297"/>
                  </a:lnTo>
                  <a:lnTo>
                    <a:pt x="1082699" y="1430286"/>
                  </a:lnTo>
                  <a:lnTo>
                    <a:pt x="1082706" y="1430282"/>
                  </a:lnTo>
                  <a:lnTo>
                    <a:pt x="1082715" y="1430279"/>
                  </a:lnTo>
                  <a:lnTo>
                    <a:pt x="1082731" y="1430278"/>
                  </a:lnTo>
                  <a:lnTo>
                    <a:pt x="1082743" y="1430280"/>
                  </a:lnTo>
                  <a:lnTo>
                    <a:pt x="1082747" y="1430282"/>
                  </a:lnTo>
                  <a:lnTo>
                    <a:pt x="1082763" y="1430285"/>
                  </a:lnTo>
                  <a:lnTo>
                    <a:pt x="1082779" y="1430285"/>
                  </a:lnTo>
                  <a:lnTo>
                    <a:pt x="1082793" y="1430281"/>
                  </a:lnTo>
                  <a:lnTo>
                    <a:pt x="1082803" y="1430273"/>
                  </a:lnTo>
                  <a:lnTo>
                    <a:pt x="1082806" y="1430266"/>
                  </a:lnTo>
                  <a:lnTo>
                    <a:pt x="1082813" y="1430248"/>
                  </a:lnTo>
                  <a:lnTo>
                    <a:pt x="1082815" y="1430241"/>
                  </a:lnTo>
                  <a:lnTo>
                    <a:pt x="1082822" y="1430231"/>
                  </a:lnTo>
                  <a:lnTo>
                    <a:pt x="1082836" y="1430217"/>
                  </a:lnTo>
                  <a:lnTo>
                    <a:pt x="1082852" y="1430210"/>
                  </a:lnTo>
                  <a:lnTo>
                    <a:pt x="1082866" y="1430202"/>
                  </a:lnTo>
                  <a:lnTo>
                    <a:pt x="1082873" y="1430190"/>
                  </a:lnTo>
                  <a:lnTo>
                    <a:pt x="1082874" y="1430183"/>
                  </a:lnTo>
                  <a:lnTo>
                    <a:pt x="1082878" y="1430166"/>
                  </a:lnTo>
                  <a:lnTo>
                    <a:pt x="1082884" y="1430154"/>
                  </a:lnTo>
                  <a:lnTo>
                    <a:pt x="1082889" y="1430150"/>
                  </a:lnTo>
                  <a:lnTo>
                    <a:pt x="1082898" y="1430139"/>
                  </a:lnTo>
                  <a:lnTo>
                    <a:pt x="1082904" y="1430135"/>
                  </a:lnTo>
                  <a:lnTo>
                    <a:pt x="1082920" y="1430126"/>
                  </a:lnTo>
                  <a:lnTo>
                    <a:pt x="1082929" y="1430122"/>
                  </a:lnTo>
                  <a:lnTo>
                    <a:pt x="1082936" y="1430122"/>
                  </a:lnTo>
                  <a:lnTo>
                    <a:pt x="1082952" y="1430126"/>
                  </a:lnTo>
                  <a:lnTo>
                    <a:pt x="1082957" y="1430127"/>
                  </a:lnTo>
                  <a:lnTo>
                    <a:pt x="1082968" y="1430129"/>
                  </a:lnTo>
                  <a:lnTo>
                    <a:pt x="1082974" y="1430129"/>
                  </a:lnTo>
                  <a:lnTo>
                    <a:pt x="1082978" y="1430126"/>
                  </a:lnTo>
                  <a:lnTo>
                    <a:pt x="1082984" y="1430121"/>
                  </a:lnTo>
                  <a:lnTo>
                    <a:pt x="1082991" y="1430112"/>
                  </a:lnTo>
                  <a:lnTo>
                    <a:pt x="1082994" y="1430104"/>
                  </a:lnTo>
                  <a:lnTo>
                    <a:pt x="1083004" y="1430087"/>
                  </a:lnTo>
                  <a:lnTo>
                    <a:pt x="1083012" y="1430071"/>
                  </a:lnTo>
                  <a:lnTo>
                    <a:pt x="1083018" y="1430054"/>
                  </a:lnTo>
                  <a:lnTo>
                    <a:pt x="1083020" y="1430045"/>
                  </a:lnTo>
                  <a:lnTo>
                    <a:pt x="1083023" y="1430037"/>
                  </a:lnTo>
                  <a:lnTo>
                    <a:pt x="1083028" y="1430021"/>
                  </a:lnTo>
                  <a:lnTo>
                    <a:pt x="1083035" y="1430006"/>
                  </a:lnTo>
                  <a:lnTo>
                    <a:pt x="1083041" y="1429998"/>
                  </a:lnTo>
                  <a:lnTo>
                    <a:pt x="1083048" y="1429994"/>
                  </a:lnTo>
                  <a:lnTo>
                    <a:pt x="1083068" y="1429985"/>
                  </a:lnTo>
                  <a:lnTo>
                    <a:pt x="1083084" y="1429978"/>
                  </a:lnTo>
                  <a:lnTo>
                    <a:pt x="1083100" y="1429970"/>
                  </a:lnTo>
                  <a:lnTo>
                    <a:pt x="1083132" y="1429954"/>
                  </a:lnTo>
                  <a:lnTo>
                    <a:pt x="1083148" y="1429945"/>
                  </a:lnTo>
                  <a:lnTo>
                    <a:pt x="1083180" y="1429928"/>
                  </a:lnTo>
                  <a:lnTo>
                    <a:pt x="1083196" y="1429920"/>
                  </a:lnTo>
                  <a:lnTo>
                    <a:pt x="1083212" y="1429910"/>
                  </a:lnTo>
                  <a:lnTo>
                    <a:pt x="1083228" y="1429902"/>
                  </a:lnTo>
                  <a:lnTo>
                    <a:pt x="1083260" y="1429883"/>
                  </a:lnTo>
                  <a:lnTo>
                    <a:pt x="1083273" y="1429876"/>
                  </a:lnTo>
                  <a:lnTo>
                    <a:pt x="1083279" y="1429870"/>
                  </a:lnTo>
                  <a:lnTo>
                    <a:pt x="1083284" y="1429862"/>
                  </a:lnTo>
                  <a:lnTo>
                    <a:pt x="1083286" y="1429857"/>
                  </a:lnTo>
                  <a:lnTo>
                    <a:pt x="1083290" y="1429840"/>
                  </a:lnTo>
                  <a:lnTo>
                    <a:pt x="1083291" y="1429824"/>
                  </a:lnTo>
                  <a:lnTo>
                    <a:pt x="1083290" y="1429807"/>
                  </a:lnTo>
                  <a:lnTo>
                    <a:pt x="1083288" y="1429790"/>
                  </a:lnTo>
                  <a:lnTo>
                    <a:pt x="1083288" y="1429774"/>
                  </a:lnTo>
                  <a:lnTo>
                    <a:pt x="1083290" y="1429755"/>
                  </a:lnTo>
                  <a:lnTo>
                    <a:pt x="1083294" y="1429740"/>
                  </a:lnTo>
                  <a:lnTo>
                    <a:pt x="1083299" y="1429724"/>
                  </a:lnTo>
                  <a:lnTo>
                    <a:pt x="1083306" y="1429705"/>
                  </a:lnTo>
                  <a:lnTo>
                    <a:pt x="1083312" y="1429690"/>
                  </a:lnTo>
                  <a:lnTo>
                    <a:pt x="1083320" y="1429673"/>
                  </a:lnTo>
                  <a:lnTo>
                    <a:pt x="1083332" y="1429659"/>
                  </a:lnTo>
                  <a:lnTo>
                    <a:pt x="1083347" y="1429648"/>
                  </a:lnTo>
                  <a:lnTo>
                    <a:pt x="1083363" y="1429636"/>
                  </a:lnTo>
                  <a:lnTo>
                    <a:pt x="1083379" y="1429625"/>
                  </a:lnTo>
                  <a:lnTo>
                    <a:pt x="1083395" y="1429615"/>
                  </a:lnTo>
                  <a:lnTo>
                    <a:pt x="1083411" y="1429605"/>
                  </a:lnTo>
                  <a:lnTo>
                    <a:pt x="1083427" y="1429593"/>
                  </a:lnTo>
                  <a:lnTo>
                    <a:pt x="1083442" y="1429580"/>
                  </a:lnTo>
                  <a:lnTo>
                    <a:pt x="1083457" y="1429564"/>
                  </a:lnTo>
                  <a:lnTo>
                    <a:pt x="1083461" y="1429557"/>
                  </a:lnTo>
                  <a:lnTo>
                    <a:pt x="1083463" y="1429548"/>
                  </a:lnTo>
                  <a:lnTo>
                    <a:pt x="1083463" y="1429531"/>
                  </a:lnTo>
                  <a:lnTo>
                    <a:pt x="1083462" y="1429514"/>
                  </a:lnTo>
                  <a:lnTo>
                    <a:pt x="1083459" y="1429498"/>
                  </a:lnTo>
                  <a:lnTo>
                    <a:pt x="1083457" y="1429481"/>
                  </a:lnTo>
                  <a:lnTo>
                    <a:pt x="1083460" y="1429464"/>
                  </a:lnTo>
                  <a:lnTo>
                    <a:pt x="1083464" y="1429455"/>
                  </a:lnTo>
                  <a:lnTo>
                    <a:pt x="1083465" y="1429448"/>
                  </a:lnTo>
                  <a:lnTo>
                    <a:pt x="1083466" y="1429441"/>
                  </a:lnTo>
                  <a:lnTo>
                    <a:pt x="1083464" y="1429436"/>
                  </a:lnTo>
                  <a:lnTo>
                    <a:pt x="1083462" y="1429431"/>
                  </a:lnTo>
                  <a:lnTo>
                    <a:pt x="1083457" y="1429422"/>
                  </a:lnTo>
                  <a:lnTo>
                    <a:pt x="1083450" y="1429414"/>
                  </a:lnTo>
                  <a:lnTo>
                    <a:pt x="1083434" y="1429401"/>
                  </a:lnTo>
                  <a:lnTo>
                    <a:pt x="1083418" y="1429390"/>
                  </a:lnTo>
                  <a:lnTo>
                    <a:pt x="1083402" y="1429378"/>
                  </a:lnTo>
                  <a:lnTo>
                    <a:pt x="1083386" y="1429370"/>
                  </a:lnTo>
                  <a:lnTo>
                    <a:pt x="1083383" y="1429366"/>
                  </a:lnTo>
                  <a:lnTo>
                    <a:pt x="1083370" y="1429360"/>
                  </a:lnTo>
                  <a:lnTo>
                    <a:pt x="1083347" y="1429341"/>
                  </a:lnTo>
                  <a:lnTo>
                    <a:pt x="1083343" y="1429338"/>
                  </a:lnTo>
                  <a:lnTo>
                    <a:pt x="1083335" y="1429324"/>
                  </a:lnTo>
                  <a:lnTo>
                    <a:pt x="1083331" y="1429313"/>
                  </a:lnTo>
                  <a:lnTo>
                    <a:pt x="1083332" y="1429300"/>
                  </a:lnTo>
                  <a:lnTo>
                    <a:pt x="1083334" y="1429289"/>
                  </a:lnTo>
                  <a:lnTo>
                    <a:pt x="1083334" y="1429267"/>
                  </a:lnTo>
                  <a:lnTo>
                    <a:pt x="1083329" y="1429250"/>
                  </a:lnTo>
                  <a:lnTo>
                    <a:pt x="1083325" y="1429243"/>
                  </a:lnTo>
                  <a:lnTo>
                    <a:pt x="1083320" y="1429233"/>
                  </a:lnTo>
                  <a:lnTo>
                    <a:pt x="1083314" y="1429216"/>
                  </a:lnTo>
                  <a:lnTo>
                    <a:pt x="1083309" y="1429200"/>
                  </a:lnTo>
                  <a:lnTo>
                    <a:pt x="1083309" y="1429183"/>
                  </a:lnTo>
                  <a:lnTo>
                    <a:pt x="1083309" y="1429166"/>
                  </a:lnTo>
                  <a:lnTo>
                    <a:pt x="1083311" y="1429150"/>
                  </a:lnTo>
                  <a:lnTo>
                    <a:pt x="1083315" y="1429133"/>
                  </a:lnTo>
                  <a:lnTo>
                    <a:pt x="1083321" y="1429117"/>
                  </a:lnTo>
                  <a:lnTo>
                    <a:pt x="1083332" y="1429100"/>
                  </a:lnTo>
                  <a:lnTo>
                    <a:pt x="1083345" y="1429083"/>
                  </a:lnTo>
                  <a:lnTo>
                    <a:pt x="1083358" y="1429070"/>
                  </a:lnTo>
                  <a:lnTo>
                    <a:pt x="1083367" y="1429062"/>
                  </a:lnTo>
                  <a:lnTo>
                    <a:pt x="1083372" y="1429054"/>
                  </a:lnTo>
                  <a:lnTo>
                    <a:pt x="1083380" y="1429041"/>
                  </a:lnTo>
                  <a:lnTo>
                    <a:pt x="1083388" y="1429015"/>
                  </a:lnTo>
                  <a:lnTo>
                    <a:pt x="1083394" y="1429001"/>
                  </a:lnTo>
                  <a:lnTo>
                    <a:pt x="1083399" y="1428984"/>
                  </a:lnTo>
                  <a:lnTo>
                    <a:pt x="1083405" y="1428967"/>
                  </a:lnTo>
                  <a:lnTo>
                    <a:pt x="1083416" y="1428951"/>
                  </a:lnTo>
                  <a:lnTo>
                    <a:pt x="1083428" y="1428934"/>
                  </a:lnTo>
                  <a:lnTo>
                    <a:pt x="1083441" y="1428917"/>
                  </a:lnTo>
                  <a:lnTo>
                    <a:pt x="1083450" y="1428909"/>
                  </a:lnTo>
                  <a:lnTo>
                    <a:pt x="1083460" y="1428901"/>
                  </a:lnTo>
                  <a:lnTo>
                    <a:pt x="1083473" y="1428896"/>
                  </a:lnTo>
                  <a:lnTo>
                    <a:pt x="1083488" y="1428891"/>
                  </a:lnTo>
                  <a:lnTo>
                    <a:pt x="1083498" y="1428884"/>
                  </a:lnTo>
                  <a:lnTo>
                    <a:pt x="1083504" y="1428882"/>
                  </a:lnTo>
                  <a:lnTo>
                    <a:pt x="1083520" y="1428877"/>
                  </a:lnTo>
                  <a:lnTo>
                    <a:pt x="1083536" y="1428878"/>
                  </a:lnTo>
                  <a:lnTo>
                    <a:pt x="1083552" y="1428880"/>
                  </a:lnTo>
                  <a:lnTo>
                    <a:pt x="1083569" y="1428880"/>
                  </a:lnTo>
                  <a:lnTo>
                    <a:pt x="1083584" y="1428878"/>
                  </a:lnTo>
                  <a:lnTo>
                    <a:pt x="1083600" y="1428874"/>
                  </a:lnTo>
                  <a:lnTo>
                    <a:pt x="1083616" y="1428862"/>
                  </a:lnTo>
                  <a:lnTo>
                    <a:pt x="1083625" y="1428857"/>
                  </a:lnTo>
                  <a:lnTo>
                    <a:pt x="1083645" y="1428847"/>
                  </a:lnTo>
                  <a:lnTo>
                    <a:pt x="1083654" y="1428843"/>
                  </a:lnTo>
                  <a:lnTo>
                    <a:pt x="1083663" y="1428840"/>
                  </a:lnTo>
                  <a:lnTo>
                    <a:pt x="1083669" y="1428837"/>
                  </a:lnTo>
                  <a:lnTo>
                    <a:pt x="1083677" y="1428833"/>
                  </a:lnTo>
                  <a:lnTo>
                    <a:pt x="1083684" y="1428829"/>
                  </a:lnTo>
                  <a:lnTo>
                    <a:pt x="1083691" y="1428827"/>
                  </a:lnTo>
                  <a:lnTo>
                    <a:pt x="1083705" y="1428828"/>
                  </a:lnTo>
                  <a:lnTo>
                    <a:pt x="1083716" y="1428828"/>
                  </a:lnTo>
                  <a:lnTo>
                    <a:pt x="1083732" y="1428829"/>
                  </a:lnTo>
                  <a:lnTo>
                    <a:pt x="1083748" y="1428826"/>
                  </a:lnTo>
                  <a:lnTo>
                    <a:pt x="1083764" y="1428819"/>
                  </a:lnTo>
                  <a:lnTo>
                    <a:pt x="1083781" y="1428810"/>
                  </a:lnTo>
                  <a:lnTo>
                    <a:pt x="1083797" y="1428800"/>
                  </a:lnTo>
                  <a:lnTo>
                    <a:pt x="1083813" y="1428790"/>
                  </a:lnTo>
                  <a:lnTo>
                    <a:pt x="1083829" y="1428779"/>
                  </a:lnTo>
                  <a:lnTo>
                    <a:pt x="1083844" y="1428770"/>
                  </a:lnTo>
                  <a:lnTo>
                    <a:pt x="1083860" y="1428764"/>
                  </a:lnTo>
                  <a:lnTo>
                    <a:pt x="1083876" y="1428762"/>
                  </a:lnTo>
                  <a:lnTo>
                    <a:pt x="1083893" y="1428762"/>
                  </a:lnTo>
                  <a:lnTo>
                    <a:pt x="1083905" y="1428762"/>
                  </a:lnTo>
                  <a:lnTo>
                    <a:pt x="1083918" y="1428759"/>
                  </a:lnTo>
                  <a:lnTo>
                    <a:pt x="1083924" y="1428757"/>
                  </a:lnTo>
                  <a:lnTo>
                    <a:pt x="1083936" y="1428749"/>
                  </a:lnTo>
                  <a:lnTo>
                    <a:pt x="1083941" y="1428746"/>
                  </a:lnTo>
                  <a:lnTo>
                    <a:pt x="1083948" y="1428740"/>
                  </a:lnTo>
                  <a:lnTo>
                    <a:pt x="1083957" y="1428734"/>
                  </a:lnTo>
                  <a:lnTo>
                    <a:pt x="1083963" y="1428730"/>
                  </a:lnTo>
                  <a:lnTo>
                    <a:pt x="1083971" y="1428729"/>
                  </a:lnTo>
                  <a:lnTo>
                    <a:pt x="1083984" y="1428731"/>
                  </a:lnTo>
                  <a:lnTo>
                    <a:pt x="1083997" y="1428731"/>
                  </a:lnTo>
                  <a:lnTo>
                    <a:pt x="1084004" y="1428729"/>
                  </a:lnTo>
                  <a:lnTo>
                    <a:pt x="1084020" y="1428720"/>
                  </a:lnTo>
                  <a:lnTo>
                    <a:pt x="1084036" y="1428710"/>
                  </a:lnTo>
                  <a:lnTo>
                    <a:pt x="1084051" y="1428697"/>
                  </a:lnTo>
                  <a:lnTo>
                    <a:pt x="1084066" y="1428682"/>
                  </a:lnTo>
                  <a:lnTo>
                    <a:pt x="1084077" y="1428670"/>
                  </a:lnTo>
                  <a:lnTo>
                    <a:pt x="1084082" y="1428661"/>
                  </a:lnTo>
                  <a:lnTo>
                    <a:pt x="1084089" y="1428648"/>
                  </a:lnTo>
                  <a:lnTo>
                    <a:pt x="1084092" y="1428637"/>
                  </a:lnTo>
                  <a:lnTo>
                    <a:pt x="1084090" y="1428623"/>
                  </a:lnTo>
                  <a:lnTo>
                    <a:pt x="1084084" y="1428604"/>
                  </a:lnTo>
                  <a:lnTo>
                    <a:pt x="1084078" y="1428594"/>
                  </a:lnTo>
                  <a:lnTo>
                    <a:pt x="1084076" y="1428586"/>
                  </a:lnTo>
                  <a:lnTo>
                    <a:pt x="1084075" y="1428579"/>
                  </a:lnTo>
                  <a:lnTo>
                    <a:pt x="1084077" y="1428573"/>
                  </a:lnTo>
                  <a:lnTo>
                    <a:pt x="1084082" y="1428568"/>
                  </a:lnTo>
                  <a:lnTo>
                    <a:pt x="1084099" y="1428553"/>
                  </a:lnTo>
                  <a:lnTo>
                    <a:pt x="1084115" y="1428542"/>
                  </a:lnTo>
                  <a:lnTo>
                    <a:pt x="1084124" y="1428536"/>
                  </a:lnTo>
                  <a:lnTo>
                    <a:pt x="1084131" y="1428529"/>
                  </a:lnTo>
                  <a:lnTo>
                    <a:pt x="1084140" y="1428522"/>
                  </a:lnTo>
                  <a:lnTo>
                    <a:pt x="1084146" y="1428514"/>
                  </a:lnTo>
                  <a:lnTo>
                    <a:pt x="1084158" y="1428498"/>
                  </a:lnTo>
                  <a:lnTo>
                    <a:pt x="1084169" y="1428481"/>
                  </a:lnTo>
                  <a:lnTo>
                    <a:pt x="1084175" y="1428471"/>
                  </a:lnTo>
                  <a:lnTo>
                    <a:pt x="1084182" y="1428466"/>
                  </a:lnTo>
                  <a:lnTo>
                    <a:pt x="1084192" y="1428465"/>
                  </a:lnTo>
                  <a:lnTo>
                    <a:pt x="1084197" y="1428468"/>
                  </a:lnTo>
                  <a:lnTo>
                    <a:pt x="1084211" y="1428472"/>
                  </a:lnTo>
                  <a:lnTo>
                    <a:pt x="1084228" y="1428470"/>
                  </a:lnTo>
                  <a:lnTo>
                    <a:pt x="1084241" y="1428462"/>
                  </a:lnTo>
                  <a:lnTo>
                    <a:pt x="1084245" y="1428457"/>
                  </a:lnTo>
                  <a:lnTo>
                    <a:pt x="1084260" y="1428442"/>
                  </a:lnTo>
                  <a:lnTo>
                    <a:pt x="1084274" y="1428425"/>
                  </a:lnTo>
                  <a:lnTo>
                    <a:pt x="1084285" y="1428414"/>
                  </a:lnTo>
                  <a:lnTo>
                    <a:pt x="1084287" y="1428410"/>
                  </a:lnTo>
                  <a:lnTo>
                    <a:pt x="1084301" y="1428394"/>
                  </a:lnTo>
                  <a:lnTo>
                    <a:pt x="1084315" y="1428379"/>
                  </a:lnTo>
                  <a:lnTo>
                    <a:pt x="1084331" y="1428365"/>
                  </a:lnTo>
                  <a:lnTo>
                    <a:pt x="1084347" y="1428354"/>
                  </a:lnTo>
                  <a:lnTo>
                    <a:pt x="1084362" y="1428343"/>
                  </a:lnTo>
                  <a:lnTo>
                    <a:pt x="1084369" y="1428337"/>
                  </a:lnTo>
                  <a:lnTo>
                    <a:pt x="1084376" y="1428328"/>
                  </a:lnTo>
                  <a:lnTo>
                    <a:pt x="1084385" y="1428323"/>
                  </a:lnTo>
                  <a:lnTo>
                    <a:pt x="1084393" y="1428315"/>
                  </a:lnTo>
                  <a:lnTo>
                    <a:pt x="1084407" y="1428301"/>
                  </a:lnTo>
                  <a:lnTo>
                    <a:pt x="1084421" y="1428285"/>
                  </a:lnTo>
                  <a:lnTo>
                    <a:pt x="1084435" y="1428272"/>
                  </a:lnTo>
                  <a:lnTo>
                    <a:pt x="1084445" y="1428261"/>
                  </a:lnTo>
                  <a:lnTo>
                    <a:pt x="1084481" y="1428202"/>
                  </a:lnTo>
                  <a:lnTo>
                    <a:pt x="1084490" y="1428188"/>
                  </a:lnTo>
                  <a:lnTo>
                    <a:pt x="1084493" y="1428184"/>
                  </a:lnTo>
                  <a:lnTo>
                    <a:pt x="1084501" y="1428171"/>
                  </a:lnTo>
                  <a:lnTo>
                    <a:pt x="1084513" y="1428153"/>
                  </a:lnTo>
                  <a:lnTo>
                    <a:pt x="1084522" y="1428136"/>
                  </a:lnTo>
                  <a:lnTo>
                    <a:pt x="1084532" y="1428119"/>
                  </a:lnTo>
                  <a:lnTo>
                    <a:pt x="1084544" y="1428103"/>
                  </a:lnTo>
                  <a:lnTo>
                    <a:pt x="1084555" y="1428086"/>
                  </a:lnTo>
                  <a:lnTo>
                    <a:pt x="1084565" y="1428069"/>
                  </a:lnTo>
                  <a:lnTo>
                    <a:pt x="1084581" y="1428035"/>
                  </a:lnTo>
                  <a:lnTo>
                    <a:pt x="1084595" y="1428018"/>
                  </a:lnTo>
                  <a:lnTo>
                    <a:pt x="1084610" y="1428001"/>
                  </a:lnTo>
                  <a:lnTo>
                    <a:pt x="1084624" y="1427985"/>
                  </a:lnTo>
                  <a:lnTo>
                    <a:pt x="1084630" y="1427976"/>
                  </a:lnTo>
                  <a:lnTo>
                    <a:pt x="1084634" y="1427968"/>
                  </a:lnTo>
                  <a:lnTo>
                    <a:pt x="1084640" y="1427951"/>
                  </a:lnTo>
                  <a:lnTo>
                    <a:pt x="1084643" y="1427934"/>
                  </a:lnTo>
                  <a:lnTo>
                    <a:pt x="1084643" y="1427927"/>
                  </a:lnTo>
                  <a:lnTo>
                    <a:pt x="1084646" y="1427918"/>
                  </a:lnTo>
                  <a:lnTo>
                    <a:pt x="1084648" y="1427901"/>
                  </a:lnTo>
                  <a:lnTo>
                    <a:pt x="1084650" y="1427885"/>
                  </a:lnTo>
                  <a:lnTo>
                    <a:pt x="1084650" y="1427874"/>
                  </a:lnTo>
                  <a:lnTo>
                    <a:pt x="1084649" y="1427864"/>
                  </a:lnTo>
                  <a:lnTo>
                    <a:pt x="1084649" y="1427850"/>
                  </a:lnTo>
                  <a:lnTo>
                    <a:pt x="1084650" y="1427835"/>
                  </a:lnTo>
                  <a:lnTo>
                    <a:pt x="1084652" y="1427818"/>
                  </a:lnTo>
                  <a:lnTo>
                    <a:pt x="1084652" y="1427808"/>
                  </a:lnTo>
                  <a:lnTo>
                    <a:pt x="1084652" y="1427801"/>
                  </a:lnTo>
                  <a:lnTo>
                    <a:pt x="1084650" y="1427784"/>
                  </a:lnTo>
                  <a:lnTo>
                    <a:pt x="1084649" y="1427768"/>
                  </a:lnTo>
                  <a:lnTo>
                    <a:pt x="1084647" y="1427751"/>
                  </a:lnTo>
                  <a:lnTo>
                    <a:pt x="1084641" y="1427734"/>
                  </a:lnTo>
                  <a:lnTo>
                    <a:pt x="1084634" y="1427721"/>
                  </a:lnTo>
                  <a:lnTo>
                    <a:pt x="1084631" y="1427716"/>
                  </a:lnTo>
                  <a:lnTo>
                    <a:pt x="1084614" y="1427690"/>
                  </a:lnTo>
                  <a:lnTo>
                    <a:pt x="1084609" y="1427684"/>
                  </a:lnTo>
                  <a:lnTo>
                    <a:pt x="1084597" y="1427667"/>
                  </a:lnTo>
                  <a:lnTo>
                    <a:pt x="1084583" y="1427652"/>
                  </a:lnTo>
                  <a:lnTo>
                    <a:pt x="1084569" y="1427639"/>
                  </a:lnTo>
                  <a:lnTo>
                    <a:pt x="1084561" y="1427632"/>
                  </a:lnTo>
                  <a:lnTo>
                    <a:pt x="1084556" y="1427625"/>
                  </a:lnTo>
                  <a:lnTo>
                    <a:pt x="1084554" y="1427617"/>
                  </a:lnTo>
                  <a:lnTo>
                    <a:pt x="1084554" y="1427608"/>
                  </a:lnTo>
                  <a:lnTo>
                    <a:pt x="1084556" y="1427599"/>
                  </a:lnTo>
                  <a:lnTo>
                    <a:pt x="1084561" y="1427591"/>
                  </a:lnTo>
                  <a:lnTo>
                    <a:pt x="1084563" y="1427582"/>
                  </a:lnTo>
                  <a:lnTo>
                    <a:pt x="1084566" y="1427574"/>
                  </a:lnTo>
                  <a:lnTo>
                    <a:pt x="1084573" y="1427558"/>
                  </a:lnTo>
                  <a:lnTo>
                    <a:pt x="1084577" y="1427550"/>
                  </a:lnTo>
                  <a:lnTo>
                    <a:pt x="1084581" y="1427533"/>
                  </a:lnTo>
                  <a:lnTo>
                    <a:pt x="1084584" y="1427514"/>
                  </a:lnTo>
                  <a:lnTo>
                    <a:pt x="1084582" y="1427498"/>
                  </a:lnTo>
                  <a:lnTo>
                    <a:pt x="1084572" y="1427481"/>
                  </a:lnTo>
                  <a:lnTo>
                    <a:pt x="1084565" y="1427470"/>
                  </a:lnTo>
                  <a:lnTo>
                    <a:pt x="1084559" y="1427467"/>
                  </a:lnTo>
                  <a:lnTo>
                    <a:pt x="1084543" y="1427457"/>
                  </a:lnTo>
                  <a:lnTo>
                    <a:pt x="1084527" y="1427453"/>
                  </a:lnTo>
                  <a:lnTo>
                    <a:pt x="1084511" y="1427452"/>
                  </a:lnTo>
                  <a:lnTo>
                    <a:pt x="1084495" y="1427452"/>
                  </a:lnTo>
                  <a:lnTo>
                    <a:pt x="1084479" y="1427454"/>
                  </a:lnTo>
                  <a:lnTo>
                    <a:pt x="1084463" y="1427459"/>
                  </a:lnTo>
                  <a:lnTo>
                    <a:pt x="1084448" y="1427462"/>
                  </a:lnTo>
                  <a:lnTo>
                    <a:pt x="1084432" y="1427463"/>
                  </a:lnTo>
                  <a:lnTo>
                    <a:pt x="1084415" y="1427463"/>
                  </a:lnTo>
                  <a:lnTo>
                    <a:pt x="1084399" y="1427463"/>
                  </a:lnTo>
                  <a:lnTo>
                    <a:pt x="1084383" y="1427462"/>
                  </a:lnTo>
                  <a:lnTo>
                    <a:pt x="1084373" y="1427462"/>
                  </a:lnTo>
                  <a:lnTo>
                    <a:pt x="1084367" y="1427460"/>
                  </a:lnTo>
                  <a:lnTo>
                    <a:pt x="1084351" y="1427458"/>
                  </a:lnTo>
                  <a:lnTo>
                    <a:pt x="1084335" y="1427454"/>
                  </a:lnTo>
                  <a:lnTo>
                    <a:pt x="1084327" y="1427452"/>
                  </a:lnTo>
                  <a:lnTo>
                    <a:pt x="1084319" y="1427448"/>
                  </a:lnTo>
                  <a:lnTo>
                    <a:pt x="1084290" y="1427430"/>
                  </a:lnTo>
                  <a:lnTo>
                    <a:pt x="1084281" y="1427421"/>
                  </a:lnTo>
                  <a:lnTo>
                    <a:pt x="1084283" y="1427411"/>
                  </a:lnTo>
                  <a:lnTo>
                    <a:pt x="1084292" y="1427401"/>
                  </a:lnTo>
                  <a:lnTo>
                    <a:pt x="1084304" y="1427389"/>
                  </a:lnTo>
                  <a:lnTo>
                    <a:pt x="1084315" y="1427372"/>
                  </a:lnTo>
                  <a:lnTo>
                    <a:pt x="1084324" y="1427361"/>
                  </a:lnTo>
                  <a:lnTo>
                    <a:pt x="1084326" y="1427356"/>
                  </a:lnTo>
                  <a:lnTo>
                    <a:pt x="1084339" y="1427339"/>
                  </a:lnTo>
                  <a:lnTo>
                    <a:pt x="1084350" y="1427322"/>
                  </a:lnTo>
                  <a:lnTo>
                    <a:pt x="1084362" y="1427306"/>
                  </a:lnTo>
                  <a:lnTo>
                    <a:pt x="1084373" y="1427290"/>
                  </a:lnTo>
                  <a:lnTo>
                    <a:pt x="1084377" y="1427284"/>
                  </a:lnTo>
                  <a:lnTo>
                    <a:pt x="1084383" y="1427272"/>
                  </a:lnTo>
                  <a:lnTo>
                    <a:pt x="1084394" y="1427257"/>
                  </a:lnTo>
                  <a:lnTo>
                    <a:pt x="1084402" y="1427241"/>
                  </a:lnTo>
                  <a:lnTo>
                    <a:pt x="1084410" y="1427223"/>
                  </a:lnTo>
                  <a:lnTo>
                    <a:pt x="1084416" y="1427208"/>
                  </a:lnTo>
                  <a:lnTo>
                    <a:pt x="1084422" y="1427191"/>
                  </a:lnTo>
                  <a:lnTo>
                    <a:pt x="1084426" y="1427181"/>
                  </a:lnTo>
                  <a:lnTo>
                    <a:pt x="1084430" y="1427167"/>
                  </a:lnTo>
                  <a:lnTo>
                    <a:pt x="1084434" y="1427158"/>
                  </a:lnTo>
                  <a:lnTo>
                    <a:pt x="1084438" y="1427145"/>
                  </a:lnTo>
                  <a:lnTo>
                    <a:pt x="1084442" y="1427141"/>
                  </a:lnTo>
                  <a:lnTo>
                    <a:pt x="1084447" y="1427127"/>
                  </a:lnTo>
                  <a:lnTo>
                    <a:pt x="1084456" y="1427088"/>
                  </a:lnTo>
                  <a:lnTo>
                    <a:pt x="1084454" y="1427071"/>
                  </a:lnTo>
                  <a:lnTo>
                    <a:pt x="1084451" y="1427056"/>
                  </a:lnTo>
                  <a:lnTo>
                    <a:pt x="1084440" y="1427038"/>
                  </a:lnTo>
                  <a:lnTo>
                    <a:pt x="1084432" y="1427025"/>
                  </a:lnTo>
                  <a:lnTo>
                    <a:pt x="1084406" y="1427001"/>
                  </a:lnTo>
                  <a:lnTo>
                    <a:pt x="1084402" y="1426999"/>
                  </a:lnTo>
                  <a:lnTo>
                    <a:pt x="1084387" y="1426985"/>
                  </a:lnTo>
                  <a:lnTo>
                    <a:pt x="1084371" y="1426976"/>
                  </a:lnTo>
                  <a:lnTo>
                    <a:pt x="1084367" y="1426972"/>
                  </a:lnTo>
                  <a:lnTo>
                    <a:pt x="1084355" y="1426966"/>
                  </a:lnTo>
                  <a:lnTo>
                    <a:pt x="1084349" y="1426962"/>
                  </a:lnTo>
                  <a:lnTo>
                    <a:pt x="1084343" y="1426962"/>
                  </a:lnTo>
                  <a:lnTo>
                    <a:pt x="1084334" y="1426936"/>
                  </a:lnTo>
                  <a:lnTo>
                    <a:pt x="1084332" y="1426932"/>
                  </a:lnTo>
                  <a:lnTo>
                    <a:pt x="1084324" y="1426915"/>
                  </a:lnTo>
                  <a:lnTo>
                    <a:pt x="1084322" y="1426899"/>
                  </a:lnTo>
                  <a:lnTo>
                    <a:pt x="1084308" y="1426879"/>
                  </a:lnTo>
                  <a:lnTo>
                    <a:pt x="1084299" y="1426862"/>
                  </a:lnTo>
                  <a:lnTo>
                    <a:pt x="1084294" y="1426847"/>
                  </a:lnTo>
                  <a:lnTo>
                    <a:pt x="1084289" y="1426829"/>
                  </a:lnTo>
                  <a:lnTo>
                    <a:pt x="1084283" y="1426813"/>
                  </a:lnTo>
                  <a:lnTo>
                    <a:pt x="1084277" y="1426793"/>
                  </a:lnTo>
                  <a:lnTo>
                    <a:pt x="1084274" y="1426777"/>
                  </a:lnTo>
                  <a:lnTo>
                    <a:pt x="1084273" y="1426769"/>
                  </a:lnTo>
                  <a:lnTo>
                    <a:pt x="1084272" y="1426754"/>
                  </a:lnTo>
                  <a:lnTo>
                    <a:pt x="1084271" y="1426738"/>
                  </a:lnTo>
                  <a:lnTo>
                    <a:pt x="1084270" y="1426721"/>
                  </a:lnTo>
                  <a:lnTo>
                    <a:pt x="1084272" y="1426704"/>
                  </a:lnTo>
                  <a:lnTo>
                    <a:pt x="1084274" y="1426696"/>
                  </a:lnTo>
                  <a:lnTo>
                    <a:pt x="1084276" y="1426678"/>
                  </a:lnTo>
                  <a:lnTo>
                    <a:pt x="1084275" y="1426673"/>
                  </a:lnTo>
                  <a:lnTo>
                    <a:pt x="1084274" y="1426654"/>
                  </a:lnTo>
                  <a:lnTo>
                    <a:pt x="1084271" y="1426620"/>
                  </a:lnTo>
                  <a:lnTo>
                    <a:pt x="1084271" y="1426611"/>
                  </a:lnTo>
                  <a:lnTo>
                    <a:pt x="1084268" y="1426603"/>
                  </a:lnTo>
                  <a:lnTo>
                    <a:pt x="1084268" y="1426594"/>
                  </a:lnTo>
                  <a:lnTo>
                    <a:pt x="1084266" y="1426586"/>
                  </a:lnTo>
                  <a:lnTo>
                    <a:pt x="1084263" y="1426577"/>
                  </a:lnTo>
                  <a:lnTo>
                    <a:pt x="1084247" y="1426536"/>
                  </a:lnTo>
                  <a:lnTo>
                    <a:pt x="1084240" y="1426519"/>
                  </a:lnTo>
                  <a:lnTo>
                    <a:pt x="1084241" y="1426503"/>
                  </a:lnTo>
                  <a:lnTo>
                    <a:pt x="1084238" y="1426486"/>
                  </a:lnTo>
                  <a:lnTo>
                    <a:pt x="1084234" y="1426470"/>
                  </a:lnTo>
                  <a:lnTo>
                    <a:pt x="1084231" y="1426453"/>
                  </a:lnTo>
                  <a:lnTo>
                    <a:pt x="1084228" y="1426447"/>
                  </a:lnTo>
                  <a:lnTo>
                    <a:pt x="1084226" y="1426435"/>
                  </a:lnTo>
                  <a:lnTo>
                    <a:pt x="1084222" y="1426421"/>
                  </a:lnTo>
                  <a:lnTo>
                    <a:pt x="1084216" y="1426404"/>
                  </a:lnTo>
                  <a:lnTo>
                    <a:pt x="1084211" y="1426387"/>
                  </a:lnTo>
                  <a:lnTo>
                    <a:pt x="1084208" y="1426377"/>
                  </a:lnTo>
                  <a:lnTo>
                    <a:pt x="1084208" y="1426371"/>
                  </a:lnTo>
                  <a:lnTo>
                    <a:pt x="1084201" y="1426354"/>
                  </a:lnTo>
                  <a:lnTo>
                    <a:pt x="1084198" y="1426346"/>
                  </a:lnTo>
                  <a:lnTo>
                    <a:pt x="1084197" y="1426337"/>
                  </a:lnTo>
                  <a:lnTo>
                    <a:pt x="1084197" y="1426331"/>
                  </a:lnTo>
                  <a:lnTo>
                    <a:pt x="1084194" y="1426320"/>
                  </a:lnTo>
                  <a:lnTo>
                    <a:pt x="1084192" y="1426304"/>
                  </a:lnTo>
                  <a:lnTo>
                    <a:pt x="1084187" y="1426292"/>
                  </a:lnTo>
                  <a:lnTo>
                    <a:pt x="1084168" y="1426250"/>
                  </a:lnTo>
                  <a:lnTo>
                    <a:pt x="1084155" y="1426233"/>
                  </a:lnTo>
                  <a:lnTo>
                    <a:pt x="1084141" y="1426216"/>
                  </a:lnTo>
                  <a:lnTo>
                    <a:pt x="1084129" y="1426202"/>
                  </a:lnTo>
                  <a:lnTo>
                    <a:pt x="1084117" y="1426185"/>
                  </a:lnTo>
                  <a:lnTo>
                    <a:pt x="1084104" y="1426168"/>
                  </a:lnTo>
                  <a:lnTo>
                    <a:pt x="1084099" y="1426163"/>
                  </a:lnTo>
                  <a:lnTo>
                    <a:pt x="1084093" y="1426152"/>
                  </a:lnTo>
                  <a:lnTo>
                    <a:pt x="1084086" y="1426143"/>
                  </a:lnTo>
                  <a:lnTo>
                    <a:pt x="1084082" y="1426136"/>
                  </a:lnTo>
                  <a:lnTo>
                    <a:pt x="1084070" y="1426121"/>
                  </a:lnTo>
                  <a:lnTo>
                    <a:pt x="1084057" y="1426104"/>
                  </a:lnTo>
                  <a:lnTo>
                    <a:pt x="1084043" y="1426089"/>
                  </a:lnTo>
                  <a:lnTo>
                    <a:pt x="1084033" y="1426072"/>
                  </a:lnTo>
                  <a:lnTo>
                    <a:pt x="1084028" y="1426062"/>
                  </a:lnTo>
                  <a:lnTo>
                    <a:pt x="1084027" y="1426055"/>
                  </a:lnTo>
                  <a:lnTo>
                    <a:pt x="1084018" y="1426038"/>
                  </a:lnTo>
                  <a:lnTo>
                    <a:pt x="1084010" y="1426022"/>
                  </a:lnTo>
                  <a:lnTo>
                    <a:pt x="1084006" y="1426017"/>
                  </a:lnTo>
                  <a:lnTo>
                    <a:pt x="1084002" y="1426005"/>
                  </a:lnTo>
                  <a:lnTo>
                    <a:pt x="1083993" y="1425988"/>
                  </a:lnTo>
                  <a:lnTo>
                    <a:pt x="1083987" y="1425980"/>
                  </a:lnTo>
                  <a:lnTo>
                    <a:pt x="1083985" y="1425972"/>
                  </a:lnTo>
                  <a:lnTo>
                    <a:pt x="1083980" y="1425955"/>
                  </a:lnTo>
                  <a:lnTo>
                    <a:pt x="1083971" y="1425936"/>
                  </a:lnTo>
                  <a:lnTo>
                    <a:pt x="1083968" y="1425929"/>
                  </a:lnTo>
                  <a:lnTo>
                    <a:pt x="1083966" y="1425922"/>
                  </a:lnTo>
                  <a:lnTo>
                    <a:pt x="1083959" y="1425905"/>
                  </a:lnTo>
                  <a:lnTo>
                    <a:pt x="1083956" y="1425900"/>
                  </a:lnTo>
                  <a:lnTo>
                    <a:pt x="1083950" y="1425888"/>
                  </a:lnTo>
                  <a:lnTo>
                    <a:pt x="1083943" y="1425872"/>
                  </a:lnTo>
                  <a:lnTo>
                    <a:pt x="1083940" y="1425866"/>
                  </a:lnTo>
                  <a:lnTo>
                    <a:pt x="1083932" y="1425855"/>
                  </a:lnTo>
                  <a:lnTo>
                    <a:pt x="1083917" y="1425840"/>
                  </a:lnTo>
                  <a:lnTo>
                    <a:pt x="1083913" y="1425832"/>
                  </a:lnTo>
                  <a:lnTo>
                    <a:pt x="1083887" y="1425803"/>
                  </a:lnTo>
                  <a:lnTo>
                    <a:pt x="1083871" y="1425787"/>
                  </a:lnTo>
                  <a:lnTo>
                    <a:pt x="1083855" y="1425774"/>
                  </a:lnTo>
                  <a:lnTo>
                    <a:pt x="1083831" y="1425763"/>
                  </a:lnTo>
                  <a:lnTo>
                    <a:pt x="1083824" y="1425749"/>
                  </a:lnTo>
                  <a:lnTo>
                    <a:pt x="1083819" y="1425741"/>
                  </a:lnTo>
                  <a:lnTo>
                    <a:pt x="1083813" y="1425729"/>
                  </a:lnTo>
                  <a:lnTo>
                    <a:pt x="1083802" y="1425711"/>
                  </a:lnTo>
                  <a:lnTo>
                    <a:pt x="1083799" y="1425705"/>
                  </a:lnTo>
                  <a:lnTo>
                    <a:pt x="1083791" y="1425695"/>
                  </a:lnTo>
                  <a:lnTo>
                    <a:pt x="1083784" y="1425686"/>
                  </a:lnTo>
                  <a:lnTo>
                    <a:pt x="1083777" y="1425680"/>
                  </a:lnTo>
                  <a:lnTo>
                    <a:pt x="1083766" y="1425673"/>
                  </a:lnTo>
                  <a:lnTo>
                    <a:pt x="1083757" y="1425668"/>
                  </a:lnTo>
                  <a:lnTo>
                    <a:pt x="1083747" y="1425661"/>
                  </a:lnTo>
                  <a:lnTo>
                    <a:pt x="1083741" y="1425661"/>
                  </a:lnTo>
                  <a:lnTo>
                    <a:pt x="1083736" y="1425674"/>
                  </a:lnTo>
                  <a:lnTo>
                    <a:pt x="1083727" y="1425695"/>
                  </a:lnTo>
                  <a:lnTo>
                    <a:pt x="1083723" y="1425702"/>
                  </a:lnTo>
                  <a:lnTo>
                    <a:pt x="1083716" y="1425717"/>
                  </a:lnTo>
                  <a:lnTo>
                    <a:pt x="1083710" y="1425731"/>
                  </a:lnTo>
                  <a:lnTo>
                    <a:pt x="1083700" y="1425743"/>
                  </a:lnTo>
                  <a:lnTo>
                    <a:pt x="1083689" y="1425763"/>
                  </a:lnTo>
                  <a:lnTo>
                    <a:pt x="1083680" y="1425775"/>
                  </a:lnTo>
                  <a:lnTo>
                    <a:pt x="1083673" y="1425786"/>
                  </a:lnTo>
                  <a:lnTo>
                    <a:pt x="1083663" y="1425799"/>
                  </a:lnTo>
                  <a:lnTo>
                    <a:pt x="1083653" y="1425811"/>
                  </a:lnTo>
                  <a:lnTo>
                    <a:pt x="1083641" y="1425827"/>
                  </a:lnTo>
                  <a:lnTo>
                    <a:pt x="1083637" y="1425832"/>
                  </a:lnTo>
                  <a:lnTo>
                    <a:pt x="1083623" y="1425845"/>
                  </a:lnTo>
                  <a:lnTo>
                    <a:pt x="1083607" y="1425860"/>
                  </a:lnTo>
                  <a:lnTo>
                    <a:pt x="1083590" y="1425870"/>
                  </a:lnTo>
                  <a:lnTo>
                    <a:pt x="1083578" y="1425881"/>
                  </a:lnTo>
                  <a:lnTo>
                    <a:pt x="1083564" y="1425893"/>
                  </a:lnTo>
                  <a:lnTo>
                    <a:pt x="1083553" y="1425904"/>
                  </a:lnTo>
                  <a:lnTo>
                    <a:pt x="1083543" y="1425914"/>
                  </a:lnTo>
                  <a:lnTo>
                    <a:pt x="1083527" y="1425930"/>
                  </a:lnTo>
                  <a:lnTo>
                    <a:pt x="1083513" y="1425945"/>
                  </a:lnTo>
                  <a:lnTo>
                    <a:pt x="1083504" y="1425959"/>
                  </a:lnTo>
                  <a:lnTo>
                    <a:pt x="1083496" y="1425968"/>
                  </a:lnTo>
                  <a:lnTo>
                    <a:pt x="1083486" y="1425982"/>
                  </a:lnTo>
                  <a:lnTo>
                    <a:pt x="1083474" y="1425997"/>
                  </a:lnTo>
                  <a:lnTo>
                    <a:pt x="1083463" y="1426013"/>
                  </a:lnTo>
                  <a:lnTo>
                    <a:pt x="1083460" y="1426018"/>
                  </a:lnTo>
                  <a:lnTo>
                    <a:pt x="1083452" y="1426027"/>
                  </a:lnTo>
                  <a:lnTo>
                    <a:pt x="1083445" y="1426034"/>
                  </a:lnTo>
                  <a:lnTo>
                    <a:pt x="1083432" y="1426053"/>
                  </a:lnTo>
                  <a:lnTo>
                    <a:pt x="1083418" y="1426071"/>
                  </a:lnTo>
                  <a:lnTo>
                    <a:pt x="1083403" y="1426086"/>
                  </a:lnTo>
                  <a:lnTo>
                    <a:pt x="1083389" y="1426106"/>
                  </a:lnTo>
                  <a:lnTo>
                    <a:pt x="1083374" y="1426121"/>
                  </a:lnTo>
                  <a:lnTo>
                    <a:pt x="1083358" y="1426137"/>
                  </a:lnTo>
                  <a:lnTo>
                    <a:pt x="1083347" y="1426150"/>
                  </a:lnTo>
                  <a:lnTo>
                    <a:pt x="1083331" y="1426168"/>
                  </a:lnTo>
                  <a:lnTo>
                    <a:pt x="1083312" y="1426188"/>
                  </a:lnTo>
                  <a:lnTo>
                    <a:pt x="1083281" y="1426217"/>
                  </a:lnTo>
                  <a:lnTo>
                    <a:pt x="1083261" y="1426235"/>
                  </a:lnTo>
                  <a:lnTo>
                    <a:pt x="1083247" y="1426251"/>
                  </a:lnTo>
                  <a:lnTo>
                    <a:pt x="1083242" y="1426256"/>
                  </a:lnTo>
                  <a:lnTo>
                    <a:pt x="1083234" y="1426266"/>
                  </a:lnTo>
                  <a:lnTo>
                    <a:pt x="1083223" y="1426284"/>
                  </a:lnTo>
                  <a:lnTo>
                    <a:pt x="1083208" y="1426303"/>
                  </a:lnTo>
                  <a:lnTo>
                    <a:pt x="1083189" y="1426321"/>
                  </a:lnTo>
                  <a:lnTo>
                    <a:pt x="1083168" y="1426344"/>
                  </a:lnTo>
                  <a:lnTo>
                    <a:pt x="1083150" y="1426365"/>
                  </a:lnTo>
                  <a:lnTo>
                    <a:pt x="1083139" y="1426385"/>
                  </a:lnTo>
                  <a:lnTo>
                    <a:pt x="1083123" y="1426406"/>
                  </a:lnTo>
                  <a:lnTo>
                    <a:pt x="1083117" y="1426420"/>
                  </a:lnTo>
                  <a:lnTo>
                    <a:pt x="1083099" y="1426445"/>
                  </a:lnTo>
                  <a:lnTo>
                    <a:pt x="1083081" y="1426470"/>
                  </a:lnTo>
                  <a:lnTo>
                    <a:pt x="1083071" y="1426485"/>
                  </a:lnTo>
                  <a:lnTo>
                    <a:pt x="1083058" y="1426503"/>
                  </a:lnTo>
                  <a:lnTo>
                    <a:pt x="1083047" y="1426520"/>
                  </a:lnTo>
                  <a:lnTo>
                    <a:pt x="1083035" y="1426535"/>
                  </a:lnTo>
                  <a:lnTo>
                    <a:pt x="1083021" y="1426549"/>
                  </a:lnTo>
                  <a:lnTo>
                    <a:pt x="1083005" y="1426560"/>
                  </a:lnTo>
                  <a:lnTo>
                    <a:pt x="1082991" y="1426570"/>
                  </a:lnTo>
                  <a:lnTo>
                    <a:pt x="1082987" y="1426573"/>
                  </a:lnTo>
                  <a:lnTo>
                    <a:pt x="1082943" y="1426606"/>
                  </a:lnTo>
                  <a:lnTo>
                    <a:pt x="1082916" y="1426624"/>
                  </a:lnTo>
                  <a:lnTo>
                    <a:pt x="1082905" y="1426634"/>
                  </a:lnTo>
                  <a:lnTo>
                    <a:pt x="1082887" y="1426648"/>
                  </a:lnTo>
                  <a:lnTo>
                    <a:pt x="1082867" y="1426666"/>
                  </a:lnTo>
                  <a:lnTo>
                    <a:pt x="1082850" y="1426681"/>
                  </a:lnTo>
                  <a:lnTo>
                    <a:pt x="1082826" y="1426700"/>
                  </a:lnTo>
                  <a:lnTo>
                    <a:pt x="1082811" y="1426711"/>
                  </a:lnTo>
                  <a:lnTo>
                    <a:pt x="1082801" y="1426718"/>
                  </a:lnTo>
                  <a:lnTo>
                    <a:pt x="1082774" y="1426739"/>
                  </a:lnTo>
                  <a:lnTo>
                    <a:pt x="1082757" y="1426747"/>
                  </a:lnTo>
                  <a:lnTo>
                    <a:pt x="1082734" y="1426757"/>
                  </a:lnTo>
                  <a:lnTo>
                    <a:pt x="1082711" y="1426761"/>
                  </a:lnTo>
                  <a:lnTo>
                    <a:pt x="1082682" y="1426770"/>
                  </a:lnTo>
                  <a:lnTo>
                    <a:pt x="1082665" y="1426774"/>
                  </a:lnTo>
                  <a:lnTo>
                    <a:pt x="1082638" y="1426789"/>
                  </a:lnTo>
                  <a:lnTo>
                    <a:pt x="1082594" y="1426812"/>
                  </a:lnTo>
                  <a:lnTo>
                    <a:pt x="1082565" y="1426824"/>
                  </a:lnTo>
                  <a:lnTo>
                    <a:pt x="1082548" y="1426834"/>
                  </a:lnTo>
                  <a:lnTo>
                    <a:pt x="1082521" y="1426840"/>
                  </a:lnTo>
                  <a:lnTo>
                    <a:pt x="1082495" y="1426844"/>
                  </a:lnTo>
                  <a:lnTo>
                    <a:pt x="1082475" y="1426847"/>
                  </a:lnTo>
                  <a:lnTo>
                    <a:pt x="1082450" y="1426852"/>
                  </a:lnTo>
                  <a:lnTo>
                    <a:pt x="1082422" y="1426855"/>
                  </a:lnTo>
                  <a:lnTo>
                    <a:pt x="1082400" y="1426857"/>
                  </a:lnTo>
                  <a:lnTo>
                    <a:pt x="1082376" y="1426862"/>
                  </a:lnTo>
                  <a:lnTo>
                    <a:pt x="1082354" y="1426869"/>
                  </a:lnTo>
                  <a:lnTo>
                    <a:pt x="1082348" y="1426871"/>
                  </a:lnTo>
                  <a:lnTo>
                    <a:pt x="1082323" y="1426879"/>
                  </a:lnTo>
                  <a:lnTo>
                    <a:pt x="1082292" y="1426888"/>
                  </a:lnTo>
                  <a:lnTo>
                    <a:pt x="1082271" y="1426892"/>
                  </a:lnTo>
                  <a:lnTo>
                    <a:pt x="1082247" y="1426898"/>
                  </a:lnTo>
                  <a:lnTo>
                    <a:pt x="1082221" y="1426906"/>
                  </a:lnTo>
                  <a:lnTo>
                    <a:pt x="1082191" y="1426909"/>
                  </a:lnTo>
                  <a:lnTo>
                    <a:pt x="1082161" y="1426909"/>
                  </a:lnTo>
                  <a:lnTo>
                    <a:pt x="1082124" y="1426907"/>
                  </a:lnTo>
                  <a:lnTo>
                    <a:pt x="1082098" y="1426905"/>
                  </a:lnTo>
                  <a:lnTo>
                    <a:pt x="1082062" y="1426900"/>
                  </a:lnTo>
                  <a:lnTo>
                    <a:pt x="1082022" y="1426894"/>
                  </a:lnTo>
                  <a:lnTo>
                    <a:pt x="1081998" y="1426890"/>
                  </a:lnTo>
                  <a:lnTo>
                    <a:pt x="1081979" y="1426888"/>
                  </a:lnTo>
                  <a:lnTo>
                    <a:pt x="1081957" y="1426882"/>
                  </a:lnTo>
                  <a:lnTo>
                    <a:pt x="1081929" y="1426868"/>
                  </a:lnTo>
                  <a:lnTo>
                    <a:pt x="1081898" y="1426852"/>
                  </a:lnTo>
                  <a:lnTo>
                    <a:pt x="1081882" y="1426839"/>
                  </a:lnTo>
                  <a:lnTo>
                    <a:pt x="1081877" y="1426837"/>
                  </a:lnTo>
                  <a:lnTo>
                    <a:pt x="1081857" y="1426827"/>
                  </a:lnTo>
                  <a:lnTo>
                    <a:pt x="1081840" y="1426815"/>
                  </a:lnTo>
                  <a:lnTo>
                    <a:pt x="1081823" y="1426804"/>
                  </a:lnTo>
                  <a:lnTo>
                    <a:pt x="1081807" y="1426798"/>
                  </a:lnTo>
                  <a:lnTo>
                    <a:pt x="1081781" y="1426790"/>
                  </a:lnTo>
                  <a:lnTo>
                    <a:pt x="1081754" y="1426784"/>
                  </a:lnTo>
                  <a:lnTo>
                    <a:pt x="1081726" y="1426776"/>
                  </a:lnTo>
                  <a:lnTo>
                    <a:pt x="1081702" y="1426768"/>
                  </a:lnTo>
                  <a:lnTo>
                    <a:pt x="1081687" y="1426764"/>
                  </a:lnTo>
                  <a:lnTo>
                    <a:pt x="1081658" y="1426749"/>
                  </a:lnTo>
                  <a:lnTo>
                    <a:pt x="1081643" y="1426741"/>
                  </a:lnTo>
                  <a:lnTo>
                    <a:pt x="1081619" y="1426732"/>
                  </a:lnTo>
                  <a:lnTo>
                    <a:pt x="1081603" y="1426729"/>
                  </a:lnTo>
                  <a:lnTo>
                    <a:pt x="1081579" y="1426722"/>
                  </a:lnTo>
                  <a:lnTo>
                    <a:pt x="1081560" y="1426716"/>
                  </a:lnTo>
                  <a:lnTo>
                    <a:pt x="1081539" y="1426706"/>
                  </a:lnTo>
                  <a:lnTo>
                    <a:pt x="1081519" y="1426696"/>
                  </a:lnTo>
                  <a:lnTo>
                    <a:pt x="1081511" y="1426692"/>
                  </a:lnTo>
                  <a:lnTo>
                    <a:pt x="1081494" y="1426683"/>
                  </a:lnTo>
                  <a:lnTo>
                    <a:pt x="1081473" y="1426674"/>
                  </a:lnTo>
                  <a:lnTo>
                    <a:pt x="1081456" y="1426663"/>
                  </a:lnTo>
                  <a:lnTo>
                    <a:pt x="1081438" y="1426655"/>
                  </a:lnTo>
                  <a:lnTo>
                    <a:pt x="1081425" y="1426649"/>
                  </a:lnTo>
                  <a:lnTo>
                    <a:pt x="1081411" y="1426645"/>
                  </a:lnTo>
                  <a:lnTo>
                    <a:pt x="1081404" y="1426642"/>
                  </a:lnTo>
                  <a:lnTo>
                    <a:pt x="1081382" y="1426634"/>
                  </a:lnTo>
                  <a:lnTo>
                    <a:pt x="1081360" y="1426624"/>
                  </a:lnTo>
                  <a:lnTo>
                    <a:pt x="1081344" y="1426618"/>
                  </a:lnTo>
                  <a:lnTo>
                    <a:pt x="1081333" y="1426616"/>
                  </a:lnTo>
                  <a:lnTo>
                    <a:pt x="1081328" y="1426613"/>
                  </a:lnTo>
                  <a:lnTo>
                    <a:pt x="1081312" y="1426607"/>
                  </a:lnTo>
                  <a:lnTo>
                    <a:pt x="1081296" y="1426602"/>
                  </a:lnTo>
                  <a:lnTo>
                    <a:pt x="1081290" y="1426599"/>
                  </a:lnTo>
                  <a:lnTo>
                    <a:pt x="1081280" y="1426593"/>
                  </a:lnTo>
                  <a:lnTo>
                    <a:pt x="1081264" y="1426583"/>
                  </a:lnTo>
                  <a:lnTo>
                    <a:pt x="1081256" y="1426580"/>
                  </a:lnTo>
                  <a:lnTo>
                    <a:pt x="1081247" y="1426579"/>
                  </a:lnTo>
                  <a:lnTo>
                    <a:pt x="1081230" y="1426579"/>
                  </a:lnTo>
                  <a:lnTo>
                    <a:pt x="1081205" y="1426582"/>
                  </a:lnTo>
                  <a:lnTo>
                    <a:pt x="1081186" y="1426584"/>
                  </a:lnTo>
                  <a:lnTo>
                    <a:pt x="1081151" y="1426591"/>
                  </a:lnTo>
                  <a:lnTo>
                    <a:pt x="1081117" y="1426598"/>
                  </a:lnTo>
                  <a:lnTo>
                    <a:pt x="1081092" y="1426601"/>
                  </a:lnTo>
                  <a:lnTo>
                    <a:pt x="1081063" y="1426606"/>
                  </a:lnTo>
                  <a:lnTo>
                    <a:pt x="1081020" y="1426615"/>
                  </a:lnTo>
                  <a:lnTo>
                    <a:pt x="1080978" y="1426623"/>
                  </a:lnTo>
                  <a:lnTo>
                    <a:pt x="1080939" y="1426629"/>
                  </a:lnTo>
                  <a:lnTo>
                    <a:pt x="1080909" y="1426634"/>
                  </a:lnTo>
                  <a:lnTo>
                    <a:pt x="1080877" y="1426636"/>
                  </a:lnTo>
                  <a:lnTo>
                    <a:pt x="1080866" y="1426638"/>
                  </a:lnTo>
                  <a:lnTo>
                    <a:pt x="1080846" y="1426642"/>
                  </a:lnTo>
                  <a:lnTo>
                    <a:pt x="1080829" y="1426646"/>
                  </a:lnTo>
                  <a:lnTo>
                    <a:pt x="1080816" y="1426648"/>
                  </a:lnTo>
                  <a:lnTo>
                    <a:pt x="1080775" y="1426656"/>
                  </a:lnTo>
                  <a:lnTo>
                    <a:pt x="1080742" y="1426665"/>
                  </a:lnTo>
                  <a:lnTo>
                    <a:pt x="1080710" y="1426675"/>
                  </a:lnTo>
                  <a:lnTo>
                    <a:pt x="1080685" y="1426678"/>
                  </a:lnTo>
                  <a:lnTo>
                    <a:pt x="1080661" y="1426684"/>
                  </a:lnTo>
                  <a:lnTo>
                    <a:pt x="1080637" y="1426687"/>
                  </a:lnTo>
                  <a:lnTo>
                    <a:pt x="1080602" y="1426686"/>
                  </a:lnTo>
                  <a:lnTo>
                    <a:pt x="1080573" y="1426687"/>
                  </a:lnTo>
                  <a:lnTo>
                    <a:pt x="1080546" y="1426687"/>
                  </a:lnTo>
                  <a:lnTo>
                    <a:pt x="1080520" y="1426685"/>
                  </a:lnTo>
                  <a:lnTo>
                    <a:pt x="1080498" y="1426684"/>
                  </a:lnTo>
                  <a:lnTo>
                    <a:pt x="1080478" y="1426684"/>
                  </a:lnTo>
                  <a:lnTo>
                    <a:pt x="1080451" y="1426685"/>
                  </a:lnTo>
                  <a:lnTo>
                    <a:pt x="1080419" y="1426685"/>
                  </a:lnTo>
                  <a:lnTo>
                    <a:pt x="1080392" y="1426688"/>
                  </a:lnTo>
                  <a:lnTo>
                    <a:pt x="1080371" y="1426690"/>
                  </a:lnTo>
                  <a:lnTo>
                    <a:pt x="1080348" y="1426690"/>
                  </a:lnTo>
                  <a:lnTo>
                    <a:pt x="1080315" y="1426692"/>
                  </a:lnTo>
                  <a:lnTo>
                    <a:pt x="1080290" y="1426694"/>
                  </a:lnTo>
                  <a:lnTo>
                    <a:pt x="1080267" y="1426695"/>
                  </a:lnTo>
                  <a:lnTo>
                    <a:pt x="1080244" y="1426699"/>
                  </a:lnTo>
                  <a:lnTo>
                    <a:pt x="1080225" y="1426704"/>
                  </a:lnTo>
                  <a:lnTo>
                    <a:pt x="1080203" y="1426708"/>
                  </a:lnTo>
                  <a:lnTo>
                    <a:pt x="1080181" y="1426717"/>
                  </a:lnTo>
                  <a:lnTo>
                    <a:pt x="1080156" y="1426722"/>
                  </a:lnTo>
                  <a:lnTo>
                    <a:pt x="1080127" y="1426730"/>
                  </a:lnTo>
                  <a:lnTo>
                    <a:pt x="1080103" y="1426735"/>
                  </a:lnTo>
                  <a:lnTo>
                    <a:pt x="1080080" y="1426739"/>
                  </a:lnTo>
                  <a:lnTo>
                    <a:pt x="1080044" y="1426747"/>
                  </a:lnTo>
                  <a:lnTo>
                    <a:pt x="1080036" y="1426745"/>
                  </a:lnTo>
                  <a:lnTo>
                    <a:pt x="1080021" y="1426743"/>
                  </a:lnTo>
                  <a:lnTo>
                    <a:pt x="1080000" y="1426741"/>
                  </a:lnTo>
                  <a:lnTo>
                    <a:pt x="1079988" y="1426740"/>
                  </a:lnTo>
                  <a:lnTo>
                    <a:pt x="1079969" y="1426739"/>
                  </a:lnTo>
                  <a:lnTo>
                    <a:pt x="1079912" y="1426739"/>
                  </a:lnTo>
                  <a:lnTo>
                    <a:pt x="1079893" y="1426739"/>
                  </a:lnTo>
                  <a:lnTo>
                    <a:pt x="1079872" y="1426743"/>
                  </a:lnTo>
                  <a:lnTo>
                    <a:pt x="1079855" y="1426742"/>
                  </a:lnTo>
                  <a:lnTo>
                    <a:pt x="1079841" y="1426739"/>
                  </a:lnTo>
                  <a:lnTo>
                    <a:pt x="1079825" y="1426737"/>
                  </a:lnTo>
                  <a:lnTo>
                    <a:pt x="1079811" y="1426733"/>
                  </a:lnTo>
                  <a:lnTo>
                    <a:pt x="1079801" y="1426732"/>
                  </a:lnTo>
                  <a:lnTo>
                    <a:pt x="1079790" y="1426731"/>
                  </a:lnTo>
                  <a:lnTo>
                    <a:pt x="1079774" y="1426733"/>
                  </a:lnTo>
                  <a:lnTo>
                    <a:pt x="1079746" y="1426735"/>
                  </a:lnTo>
                  <a:lnTo>
                    <a:pt x="1079729" y="1426737"/>
                  </a:lnTo>
                  <a:lnTo>
                    <a:pt x="1079706" y="1426740"/>
                  </a:lnTo>
                  <a:lnTo>
                    <a:pt x="1079686" y="1426745"/>
                  </a:lnTo>
                  <a:lnTo>
                    <a:pt x="1079665" y="1426747"/>
                  </a:lnTo>
                  <a:lnTo>
                    <a:pt x="1079641" y="1426748"/>
                  </a:lnTo>
                  <a:lnTo>
                    <a:pt x="1079616" y="1426750"/>
                  </a:lnTo>
                  <a:lnTo>
                    <a:pt x="1079589" y="1426749"/>
                  </a:lnTo>
                  <a:lnTo>
                    <a:pt x="1079563" y="1426750"/>
                  </a:lnTo>
                  <a:lnTo>
                    <a:pt x="1079542" y="1426753"/>
                  </a:lnTo>
                  <a:lnTo>
                    <a:pt x="1079522" y="1426755"/>
                  </a:lnTo>
                  <a:lnTo>
                    <a:pt x="1079494" y="1426756"/>
                  </a:lnTo>
                  <a:lnTo>
                    <a:pt x="1079471" y="1426760"/>
                  </a:lnTo>
                  <a:lnTo>
                    <a:pt x="1079447" y="1426762"/>
                  </a:lnTo>
                  <a:lnTo>
                    <a:pt x="1079421" y="1426765"/>
                  </a:lnTo>
                  <a:lnTo>
                    <a:pt x="1079402" y="1426767"/>
                  </a:lnTo>
                  <a:lnTo>
                    <a:pt x="1079387" y="1426769"/>
                  </a:lnTo>
                  <a:lnTo>
                    <a:pt x="1079372" y="1426771"/>
                  </a:lnTo>
                  <a:lnTo>
                    <a:pt x="1079351" y="1426775"/>
                  </a:lnTo>
                  <a:lnTo>
                    <a:pt x="1079324" y="1426780"/>
                  </a:lnTo>
                  <a:lnTo>
                    <a:pt x="1079302" y="1426785"/>
                  </a:lnTo>
                  <a:lnTo>
                    <a:pt x="1079278" y="1426791"/>
                  </a:lnTo>
                  <a:lnTo>
                    <a:pt x="1079265" y="1426794"/>
                  </a:lnTo>
                  <a:lnTo>
                    <a:pt x="1079257" y="1426795"/>
                  </a:lnTo>
                  <a:lnTo>
                    <a:pt x="1079247" y="1426797"/>
                  </a:lnTo>
                  <a:lnTo>
                    <a:pt x="1079226" y="1426803"/>
                  </a:lnTo>
                  <a:lnTo>
                    <a:pt x="1079203" y="1426814"/>
                  </a:lnTo>
                  <a:lnTo>
                    <a:pt x="1079187" y="1426820"/>
                  </a:lnTo>
                  <a:lnTo>
                    <a:pt x="1079163" y="1426832"/>
                  </a:lnTo>
                  <a:lnTo>
                    <a:pt x="1079142" y="1426846"/>
                  </a:lnTo>
                  <a:lnTo>
                    <a:pt x="1079124" y="1426858"/>
                  </a:lnTo>
                  <a:lnTo>
                    <a:pt x="1079099" y="1426869"/>
                  </a:lnTo>
                  <a:lnTo>
                    <a:pt x="1079085" y="1426874"/>
                  </a:lnTo>
                  <a:lnTo>
                    <a:pt x="1079069" y="1426886"/>
                  </a:lnTo>
                  <a:lnTo>
                    <a:pt x="1079057" y="1426895"/>
                  </a:lnTo>
                  <a:lnTo>
                    <a:pt x="1079038" y="1426908"/>
                  </a:lnTo>
                  <a:lnTo>
                    <a:pt x="1079032" y="1426915"/>
                  </a:lnTo>
                  <a:lnTo>
                    <a:pt x="1079021" y="1426922"/>
                  </a:lnTo>
                  <a:lnTo>
                    <a:pt x="1079010" y="1426933"/>
                  </a:lnTo>
                  <a:lnTo>
                    <a:pt x="1078989" y="1426942"/>
                  </a:lnTo>
                  <a:lnTo>
                    <a:pt x="1078967" y="1426952"/>
                  </a:lnTo>
                  <a:lnTo>
                    <a:pt x="1078951" y="1426958"/>
                  </a:lnTo>
                  <a:lnTo>
                    <a:pt x="1078932" y="1426961"/>
                  </a:lnTo>
                  <a:lnTo>
                    <a:pt x="1078918" y="1426964"/>
                  </a:lnTo>
                  <a:lnTo>
                    <a:pt x="1078903" y="1426968"/>
                  </a:lnTo>
                  <a:lnTo>
                    <a:pt x="1078884" y="1426973"/>
                  </a:lnTo>
                  <a:lnTo>
                    <a:pt x="1078867" y="1426976"/>
                  </a:lnTo>
                  <a:lnTo>
                    <a:pt x="1078850" y="1426981"/>
                  </a:lnTo>
                  <a:lnTo>
                    <a:pt x="1078821" y="1426987"/>
                  </a:lnTo>
                  <a:lnTo>
                    <a:pt x="1078803" y="1426991"/>
                  </a:lnTo>
                  <a:lnTo>
                    <a:pt x="1078784" y="1426994"/>
                  </a:lnTo>
                  <a:lnTo>
                    <a:pt x="1078762" y="1426996"/>
                  </a:lnTo>
                  <a:lnTo>
                    <a:pt x="1078747" y="1426995"/>
                  </a:lnTo>
                  <a:lnTo>
                    <a:pt x="1078733" y="1426999"/>
                  </a:lnTo>
                  <a:lnTo>
                    <a:pt x="1078722" y="1427003"/>
                  </a:lnTo>
                  <a:lnTo>
                    <a:pt x="1078705" y="1427008"/>
                  </a:lnTo>
                  <a:lnTo>
                    <a:pt x="1078684" y="1427016"/>
                  </a:lnTo>
                  <a:lnTo>
                    <a:pt x="1078664" y="1427023"/>
                  </a:lnTo>
                  <a:lnTo>
                    <a:pt x="1078633" y="1427025"/>
                  </a:lnTo>
                  <a:lnTo>
                    <a:pt x="1078611" y="1427025"/>
                  </a:lnTo>
                  <a:lnTo>
                    <a:pt x="1078578" y="1427022"/>
                  </a:lnTo>
                  <a:lnTo>
                    <a:pt x="1078562" y="1427021"/>
                  </a:lnTo>
                  <a:lnTo>
                    <a:pt x="1078543" y="1427020"/>
                  </a:lnTo>
                  <a:lnTo>
                    <a:pt x="1078526" y="1427018"/>
                  </a:lnTo>
                  <a:lnTo>
                    <a:pt x="1078503" y="1427015"/>
                  </a:lnTo>
                  <a:lnTo>
                    <a:pt x="1078477" y="1427009"/>
                  </a:lnTo>
                  <a:lnTo>
                    <a:pt x="1078447" y="1427005"/>
                  </a:lnTo>
                  <a:lnTo>
                    <a:pt x="1078424" y="1426999"/>
                  </a:lnTo>
                  <a:lnTo>
                    <a:pt x="1078402" y="1426994"/>
                  </a:lnTo>
                  <a:lnTo>
                    <a:pt x="1078378" y="1426984"/>
                  </a:lnTo>
                  <a:lnTo>
                    <a:pt x="1078360" y="1426976"/>
                  </a:lnTo>
                  <a:lnTo>
                    <a:pt x="1078347" y="1426973"/>
                  </a:lnTo>
                  <a:lnTo>
                    <a:pt x="1078330" y="1426964"/>
                  </a:lnTo>
                  <a:lnTo>
                    <a:pt x="1078313" y="1426959"/>
                  </a:lnTo>
                  <a:lnTo>
                    <a:pt x="1078297" y="1426952"/>
                  </a:lnTo>
                  <a:lnTo>
                    <a:pt x="1078291" y="1426951"/>
                  </a:lnTo>
                  <a:lnTo>
                    <a:pt x="1078281" y="1426945"/>
                  </a:lnTo>
                  <a:lnTo>
                    <a:pt x="1078265" y="1426938"/>
                  </a:lnTo>
                  <a:lnTo>
                    <a:pt x="1078250" y="1426931"/>
                  </a:lnTo>
                  <a:lnTo>
                    <a:pt x="1078234" y="1426923"/>
                  </a:lnTo>
                  <a:lnTo>
                    <a:pt x="1078218" y="1426918"/>
                  </a:lnTo>
                  <a:lnTo>
                    <a:pt x="1078201" y="1426911"/>
                  </a:lnTo>
                  <a:lnTo>
                    <a:pt x="1078185" y="1426904"/>
                  </a:lnTo>
                  <a:lnTo>
                    <a:pt x="1078169" y="1426899"/>
                  </a:lnTo>
                  <a:lnTo>
                    <a:pt x="1078153" y="1426894"/>
                  </a:lnTo>
                  <a:lnTo>
                    <a:pt x="1078137" y="1426891"/>
                  </a:lnTo>
                  <a:lnTo>
                    <a:pt x="1078121" y="1426887"/>
                  </a:lnTo>
                  <a:lnTo>
                    <a:pt x="1078105" y="1426885"/>
                  </a:lnTo>
                  <a:lnTo>
                    <a:pt x="1078089" y="1426881"/>
                  </a:lnTo>
                  <a:lnTo>
                    <a:pt x="1078071" y="1426877"/>
                  </a:lnTo>
                  <a:lnTo>
                    <a:pt x="1078057" y="1426873"/>
                  </a:lnTo>
                  <a:lnTo>
                    <a:pt x="1078041" y="1426869"/>
                  </a:lnTo>
                  <a:lnTo>
                    <a:pt x="1078025" y="1426868"/>
                  </a:lnTo>
                  <a:lnTo>
                    <a:pt x="1078009" y="1426871"/>
                  </a:lnTo>
                  <a:lnTo>
                    <a:pt x="1077995" y="1426874"/>
                  </a:lnTo>
                  <a:lnTo>
                    <a:pt x="1077977" y="1426882"/>
                  </a:lnTo>
                  <a:lnTo>
                    <a:pt x="1077961" y="1426889"/>
                  </a:lnTo>
                  <a:lnTo>
                    <a:pt x="1077914" y="1426928"/>
                  </a:lnTo>
                  <a:lnTo>
                    <a:pt x="1077863" y="1426951"/>
                  </a:lnTo>
                  <a:lnTo>
                    <a:pt x="1077786" y="1426975"/>
                  </a:lnTo>
                  <a:lnTo>
                    <a:pt x="1077739" y="1426979"/>
                  </a:lnTo>
                  <a:lnTo>
                    <a:pt x="1077721" y="1426980"/>
                  </a:lnTo>
                  <a:lnTo>
                    <a:pt x="1077705" y="1426982"/>
                  </a:lnTo>
                  <a:lnTo>
                    <a:pt x="1077689" y="1426985"/>
                  </a:lnTo>
                  <a:lnTo>
                    <a:pt x="1077673" y="1426990"/>
                  </a:lnTo>
                  <a:lnTo>
                    <a:pt x="1077657" y="1426991"/>
                  </a:lnTo>
                  <a:lnTo>
                    <a:pt x="1077641" y="1426991"/>
                  </a:lnTo>
                  <a:lnTo>
                    <a:pt x="1077625" y="1426990"/>
                  </a:lnTo>
                  <a:lnTo>
                    <a:pt x="1077618" y="1426988"/>
                  </a:lnTo>
                  <a:lnTo>
                    <a:pt x="1077609" y="1426988"/>
                  </a:lnTo>
                  <a:lnTo>
                    <a:pt x="1077593" y="1426985"/>
                  </a:lnTo>
                  <a:lnTo>
                    <a:pt x="1077576" y="1426981"/>
                  </a:lnTo>
                  <a:lnTo>
                    <a:pt x="1077561" y="1426978"/>
                  </a:lnTo>
                  <a:lnTo>
                    <a:pt x="1077545" y="1426976"/>
                  </a:lnTo>
                  <a:lnTo>
                    <a:pt x="1077529" y="1426974"/>
                  </a:lnTo>
                  <a:lnTo>
                    <a:pt x="1077513" y="1426973"/>
                  </a:lnTo>
                  <a:lnTo>
                    <a:pt x="1077497" y="1426971"/>
                  </a:lnTo>
                  <a:lnTo>
                    <a:pt x="1077481" y="1426971"/>
                  </a:lnTo>
                  <a:lnTo>
                    <a:pt x="1077475" y="1426969"/>
                  </a:lnTo>
                  <a:lnTo>
                    <a:pt x="1077464" y="1426966"/>
                  </a:lnTo>
                  <a:lnTo>
                    <a:pt x="1077426" y="1426955"/>
                  </a:lnTo>
                  <a:lnTo>
                    <a:pt x="1077410" y="1426951"/>
                  </a:lnTo>
                  <a:lnTo>
                    <a:pt x="1077394" y="1426947"/>
                  </a:lnTo>
                  <a:lnTo>
                    <a:pt x="1077378" y="1426943"/>
                  </a:lnTo>
                  <a:lnTo>
                    <a:pt x="1077361" y="1426937"/>
                  </a:lnTo>
                  <a:lnTo>
                    <a:pt x="1077345" y="1426932"/>
                  </a:lnTo>
                  <a:lnTo>
                    <a:pt x="1077334" y="1426927"/>
                  </a:lnTo>
                  <a:lnTo>
                    <a:pt x="1077329" y="1426924"/>
                  </a:lnTo>
                  <a:lnTo>
                    <a:pt x="1077313" y="1426918"/>
                  </a:lnTo>
                  <a:lnTo>
                    <a:pt x="1077297" y="1426913"/>
                  </a:lnTo>
                  <a:lnTo>
                    <a:pt x="1077281" y="1426905"/>
                  </a:lnTo>
                  <a:lnTo>
                    <a:pt x="1077265" y="1426895"/>
                  </a:lnTo>
                  <a:lnTo>
                    <a:pt x="1077222" y="1426877"/>
                  </a:lnTo>
                  <a:lnTo>
                    <a:pt x="1077213" y="1426873"/>
                  </a:lnTo>
                  <a:lnTo>
                    <a:pt x="1077178" y="1426870"/>
                  </a:lnTo>
                  <a:lnTo>
                    <a:pt x="1077162" y="1426865"/>
                  </a:lnTo>
                  <a:lnTo>
                    <a:pt x="1077146" y="1426862"/>
                  </a:lnTo>
                  <a:lnTo>
                    <a:pt x="1077130" y="1426860"/>
                  </a:lnTo>
                  <a:lnTo>
                    <a:pt x="1077114" y="1426860"/>
                  </a:lnTo>
                  <a:lnTo>
                    <a:pt x="1077098" y="1426861"/>
                  </a:lnTo>
                  <a:lnTo>
                    <a:pt x="1077082" y="1426865"/>
                  </a:lnTo>
                  <a:lnTo>
                    <a:pt x="1077066" y="1426867"/>
                  </a:lnTo>
                  <a:lnTo>
                    <a:pt x="1077050" y="1426871"/>
                  </a:lnTo>
                  <a:lnTo>
                    <a:pt x="1077034" y="1426877"/>
                  </a:lnTo>
                  <a:lnTo>
                    <a:pt x="1077018" y="1426881"/>
                  </a:lnTo>
                  <a:lnTo>
                    <a:pt x="1077002" y="1426884"/>
                  </a:lnTo>
                  <a:lnTo>
                    <a:pt x="1076986" y="1426886"/>
                  </a:lnTo>
                  <a:lnTo>
                    <a:pt x="1076970" y="1426884"/>
                  </a:lnTo>
                  <a:lnTo>
                    <a:pt x="1076965" y="1426881"/>
                  </a:lnTo>
                  <a:lnTo>
                    <a:pt x="1076954" y="1426880"/>
                  </a:lnTo>
                  <a:lnTo>
                    <a:pt x="1076938" y="1426878"/>
                  </a:lnTo>
                  <a:lnTo>
                    <a:pt x="1076922" y="1426878"/>
                  </a:lnTo>
                  <a:lnTo>
                    <a:pt x="1076914" y="1426880"/>
                  </a:lnTo>
                  <a:lnTo>
                    <a:pt x="1076866" y="1426888"/>
                  </a:lnTo>
                  <a:lnTo>
                    <a:pt x="1076807" y="1426908"/>
                  </a:lnTo>
                  <a:lnTo>
                    <a:pt x="1076754" y="1426937"/>
                  </a:lnTo>
                  <a:lnTo>
                    <a:pt x="1076717" y="1426967"/>
                  </a:lnTo>
                  <a:lnTo>
                    <a:pt x="1076697" y="1426985"/>
                  </a:lnTo>
                  <a:lnTo>
                    <a:pt x="1076688" y="1426992"/>
                  </a:lnTo>
                  <a:lnTo>
                    <a:pt x="1076680" y="1426998"/>
                  </a:lnTo>
                  <a:lnTo>
                    <a:pt x="1076672" y="1427005"/>
                  </a:lnTo>
                  <a:lnTo>
                    <a:pt x="1076656" y="1427022"/>
                  </a:lnTo>
                  <a:lnTo>
                    <a:pt x="1076640" y="1427039"/>
                  </a:lnTo>
                  <a:lnTo>
                    <a:pt x="1076630" y="1427050"/>
                  </a:lnTo>
                  <a:lnTo>
                    <a:pt x="1076626" y="1427055"/>
                  </a:lnTo>
                  <a:lnTo>
                    <a:pt x="1076616" y="1427070"/>
                  </a:lnTo>
                  <a:lnTo>
                    <a:pt x="1076606" y="1427087"/>
                  </a:lnTo>
                  <a:lnTo>
                    <a:pt x="1076602" y="1427093"/>
                  </a:lnTo>
                  <a:lnTo>
                    <a:pt x="1076599" y="1427103"/>
                  </a:lnTo>
                  <a:lnTo>
                    <a:pt x="1076592" y="1427120"/>
                  </a:lnTo>
                  <a:lnTo>
                    <a:pt x="1076586" y="1427137"/>
                  </a:lnTo>
                  <a:lnTo>
                    <a:pt x="1076586" y="1427142"/>
                  </a:lnTo>
                  <a:lnTo>
                    <a:pt x="1076584" y="1427148"/>
                  </a:lnTo>
                  <a:lnTo>
                    <a:pt x="1076582" y="1427153"/>
                  </a:lnTo>
                  <a:lnTo>
                    <a:pt x="1076581" y="1427160"/>
                  </a:lnTo>
                  <a:lnTo>
                    <a:pt x="1076579" y="1427170"/>
                  </a:lnTo>
                  <a:lnTo>
                    <a:pt x="1076572" y="1427187"/>
                  </a:lnTo>
                  <a:lnTo>
                    <a:pt x="1076567" y="1427204"/>
                  </a:lnTo>
                  <a:lnTo>
                    <a:pt x="1076559" y="1427220"/>
                  </a:lnTo>
                  <a:lnTo>
                    <a:pt x="1076550" y="1427237"/>
                  </a:lnTo>
                  <a:lnTo>
                    <a:pt x="1076546" y="1427247"/>
                  </a:lnTo>
                  <a:lnTo>
                    <a:pt x="1076525" y="1427281"/>
                  </a:lnTo>
                  <a:lnTo>
                    <a:pt x="1076495" y="1427320"/>
                  </a:lnTo>
                  <a:lnTo>
                    <a:pt x="1076469" y="1427368"/>
                  </a:lnTo>
                  <a:lnTo>
                    <a:pt x="1076448" y="1427423"/>
                  </a:lnTo>
                  <a:lnTo>
                    <a:pt x="1076443" y="1427431"/>
                  </a:lnTo>
                  <a:lnTo>
                    <a:pt x="1076434" y="1427448"/>
                  </a:lnTo>
                  <a:lnTo>
                    <a:pt x="1076426" y="1427464"/>
                  </a:lnTo>
                  <a:lnTo>
                    <a:pt x="1076397" y="1427520"/>
                  </a:lnTo>
                  <a:lnTo>
                    <a:pt x="1076340" y="1427621"/>
                  </a:lnTo>
                  <a:lnTo>
                    <a:pt x="1076279" y="1427709"/>
                  </a:lnTo>
                  <a:lnTo>
                    <a:pt x="1076237" y="1427765"/>
                  </a:lnTo>
                  <a:lnTo>
                    <a:pt x="1076210" y="1427803"/>
                  </a:lnTo>
                  <a:lnTo>
                    <a:pt x="1076162" y="1427850"/>
                  </a:lnTo>
                  <a:lnTo>
                    <a:pt x="1076099" y="1427897"/>
                  </a:lnTo>
                  <a:lnTo>
                    <a:pt x="1076054" y="1427945"/>
                  </a:lnTo>
                  <a:lnTo>
                    <a:pt x="1076007" y="1427983"/>
                  </a:lnTo>
                  <a:lnTo>
                    <a:pt x="1075967" y="1427998"/>
                  </a:lnTo>
                  <a:lnTo>
                    <a:pt x="1075930" y="1428001"/>
                  </a:lnTo>
                  <a:lnTo>
                    <a:pt x="1075918" y="1427999"/>
                  </a:lnTo>
                  <a:lnTo>
                    <a:pt x="1075859" y="1427995"/>
                  </a:lnTo>
                  <a:lnTo>
                    <a:pt x="1075842" y="1427997"/>
                  </a:lnTo>
                  <a:lnTo>
                    <a:pt x="1075810" y="1428006"/>
                  </a:lnTo>
                  <a:lnTo>
                    <a:pt x="1075757" y="1428035"/>
                  </a:lnTo>
                  <a:lnTo>
                    <a:pt x="1075694" y="1428077"/>
                  </a:lnTo>
                  <a:lnTo>
                    <a:pt x="1075632" y="1428108"/>
                  </a:lnTo>
                  <a:lnTo>
                    <a:pt x="1075595" y="1428114"/>
                  </a:lnTo>
                  <a:lnTo>
                    <a:pt x="1075552" y="1428117"/>
                  </a:lnTo>
                  <a:lnTo>
                    <a:pt x="1075512" y="1428140"/>
                  </a:lnTo>
                  <a:lnTo>
                    <a:pt x="1075467" y="1428177"/>
                  </a:lnTo>
                  <a:lnTo>
                    <a:pt x="1075413" y="1428206"/>
                  </a:lnTo>
                  <a:lnTo>
                    <a:pt x="1075376" y="1428218"/>
                  </a:lnTo>
                  <a:lnTo>
                    <a:pt x="1075359" y="1428223"/>
                  </a:lnTo>
                  <a:lnTo>
                    <a:pt x="1075323" y="1428245"/>
                  </a:lnTo>
                  <a:lnTo>
                    <a:pt x="1075293" y="1428253"/>
                  </a:lnTo>
                  <a:lnTo>
                    <a:pt x="1075249" y="1428246"/>
                  </a:lnTo>
                  <a:lnTo>
                    <a:pt x="1075186" y="1428221"/>
                  </a:lnTo>
                  <a:lnTo>
                    <a:pt x="1075163" y="1428211"/>
                  </a:lnTo>
                  <a:lnTo>
                    <a:pt x="1075138" y="1428200"/>
                  </a:lnTo>
                  <a:lnTo>
                    <a:pt x="1075088" y="1428175"/>
                  </a:lnTo>
                  <a:lnTo>
                    <a:pt x="1075007" y="1428164"/>
                  </a:lnTo>
                  <a:lnTo>
                    <a:pt x="1074908" y="1428152"/>
                  </a:lnTo>
                  <a:lnTo>
                    <a:pt x="1074838" y="1428136"/>
                  </a:lnTo>
                  <a:lnTo>
                    <a:pt x="1074797" y="1428121"/>
                  </a:lnTo>
                  <a:lnTo>
                    <a:pt x="1074737" y="1428100"/>
                  </a:lnTo>
                  <a:lnTo>
                    <a:pt x="1074648" y="1428053"/>
                  </a:lnTo>
                  <a:lnTo>
                    <a:pt x="1074558" y="1428000"/>
                  </a:lnTo>
                  <a:lnTo>
                    <a:pt x="1074496" y="1427966"/>
                  </a:lnTo>
                  <a:lnTo>
                    <a:pt x="1074486" y="1427960"/>
                  </a:lnTo>
                  <a:lnTo>
                    <a:pt x="1074434" y="1427950"/>
                  </a:lnTo>
                  <a:lnTo>
                    <a:pt x="1074419" y="1427947"/>
                  </a:lnTo>
                  <a:lnTo>
                    <a:pt x="1074348" y="1427937"/>
                  </a:lnTo>
                  <a:lnTo>
                    <a:pt x="1074278" y="1427932"/>
                  </a:lnTo>
                  <a:lnTo>
                    <a:pt x="1074224" y="1427922"/>
                  </a:lnTo>
                  <a:lnTo>
                    <a:pt x="1074177" y="1427910"/>
                  </a:lnTo>
                  <a:lnTo>
                    <a:pt x="1074153" y="1427903"/>
                  </a:lnTo>
                  <a:lnTo>
                    <a:pt x="1074141" y="1427899"/>
                  </a:lnTo>
                  <a:lnTo>
                    <a:pt x="1074103" y="1427896"/>
                  </a:lnTo>
                  <a:lnTo>
                    <a:pt x="1074092" y="1427897"/>
                  </a:lnTo>
                  <a:lnTo>
                    <a:pt x="1074055" y="1427901"/>
                  </a:lnTo>
                  <a:lnTo>
                    <a:pt x="1073995" y="1427912"/>
                  </a:lnTo>
                  <a:lnTo>
                    <a:pt x="1073946" y="1427927"/>
                  </a:lnTo>
                  <a:lnTo>
                    <a:pt x="1073917" y="1427934"/>
                  </a:lnTo>
                  <a:lnTo>
                    <a:pt x="1073902" y="1427938"/>
                  </a:lnTo>
                  <a:lnTo>
                    <a:pt x="1073849" y="1427959"/>
                  </a:lnTo>
                  <a:lnTo>
                    <a:pt x="1073790" y="1427977"/>
                  </a:lnTo>
                  <a:lnTo>
                    <a:pt x="1073733" y="1428008"/>
                  </a:lnTo>
                  <a:lnTo>
                    <a:pt x="1073697" y="1428032"/>
                  </a:lnTo>
                  <a:lnTo>
                    <a:pt x="1073682" y="1428044"/>
                  </a:lnTo>
                  <a:lnTo>
                    <a:pt x="1073666" y="1428053"/>
                  </a:lnTo>
                  <a:lnTo>
                    <a:pt x="1073657" y="1428057"/>
                  </a:lnTo>
                  <a:lnTo>
                    <a:pt x="1073581" y="1428099"/>
                  </a:lnTo>
                  <a:lnTo>
                    <a:pt x="1073534" y="1428127"/>
                  </a:lnTo>
                  <a:lnTo>
                    <a:pt x="1073503" y="1428148"/>
                  </a:lnTo>
                  <a:lnTo>
                    <a:pt x="1073474" y="1428154"/>
                  </a:lnTo>
                  <a:lnTo>
                    <a:pt x="1073441" y="1428157"/>
                  </a:lnTo>
                  <a:lnTo>
                    <a:pt x="1073433" y="1428158"/>
                  </a:lnTo>
                  <a:lnTo>
                    <a:pt x="1073394" y="1428183"/>
                  </a:lnTo>
                  <a:lnTo>
                    <a:pt x="1073361" y="1428218"/>
                  </a:lnTo>
                  <a:lnTo>
                    <a:pt x="1073321" y="1428250"/>
                  </a:lnTo>
                  <a:lnTo>
                    <a:pt x="1073290" y="1428275"/>
                  </a:lnTo>
                  <a:lnTo>
                    <a:pt x="1073280" y="1428279"/>
                  </a:lnTo>
                  <a:lnTo>
                    <a:pt x="1073260" y="1428293"/>
                  </a:lnTo>
                  <a:lnTo>
                    <a:pt x="1073231" y="1428318"/>
                  </a:lnTo>
                  <a:lnTo>
                    <a:pt x="1073206" y="1428348"/>
                  </a:lnTo>
                  <a:lnTo>
                    <a:pt x="1073166" y="1428378"/>
                  </a:lnTo>
                  <a:lnTo>
                    <a:pt x="1073119" y="1428397"/>
                  </a:lnTo>
                  <a:lnTo>
                    <a:pt x="1073089" y="1428412"/>
                  </a:lnTo>
                  <a:lnTo>
                    <a:pt x="1073049" y="1428435"/>
                  </a:lnTo>
                  <a:lnTo>
                    <a:pt x="1073022" y="1428470"/>
                  </a:lnTo>
                  <a:lnTo>
                    <a:pt x="1073005" y="1428490"/>
                  </a:lnTo>
                  <a:lnTo>
                    <a:pt x="1072981" y="1428517"/>
                  </a:lnTo>
                  <a:lnTo>
                    <a:pt x="1072935" y="1428572"/>
                  </a:lnTo>
                  <a:lnTo>
                    <a:pt x="1072869" y="1428634"/>
                  </a:lnTo>
                  <a:lnTo>
                    <a:pt x="1072834" y="1428659"/>
                  </a:lnTo>
                  <a:lnTo>
                    <a:pt x="1072799" y="1428685"/>
                  </a:lnTo>
                  <a:lnTo>
                    <a:pt x="1072759" y="1428723"/>
                  </a:lnTo>
                  <a:lnTo>
                    <a:pt x="1072673" y="1428781"/>
                  </a:lnTo>
                  <a:lnTo>
                    <a:pt x="1072615" y="1428808"/>
                  </a:lnTo>
                  <a:lnTo>
                    <a:pt x="1072605" y="1428815"/>
                  </a:lnTo>
                  <a:lnTo>
                    <a:pt x="1072556" y="1428848"/>
                  </a:lnTo>
                  <a:lnTo>
                    <a:pt x="1072481" y="1428886"/>
                  </a:lnTo>
                  <a:lnTo>
                    <a:pt x="1072399" y="1428918"/>
                  </a:lnTo>
                  <a:lnTo>
                    <a:pt x="1072332" y="1428947"/>
                  </a:lnTo>
                  <a:lnTo>
                    <a:pt x="1072289" y="1428965"/>
                  </a:lnTo>
                  <a:lnTo>
                    <a:pt x="1072212" y="1428982"/>
                  </a:lnTo>
                  <a:lnTo>
                    <a:pt x="1072164" y="1428992"/>
                  </a:lnTo>
                  <a:lnTo>
                    <a:pt x="1072135" y="1429003"/>
                  </a:lnTo>
                  <a:lnTo>
                    <a:pt x="1072124" y="1429007"/>
                  </a:lnTo>
                  <a:lnTo>
                    <a:pt x="1072085" y="1429006"/>
                  </a:lnTo>
                  <a:lnTo>
                    <a:pt x="1072043" y="1429004"/>
                  </a:lnTo>
                  <a:lnTo>
                    <a:pt x="1071980" y="1429012"/>
                  </a:lnTo>
                  <a:lnTo>
                    <a:pt x="1071950" y="1429009"/>
                  </a:lnTo>
                  <a:lnTo>
                    <a:pt x="1071929" y="1429015"/>
                  </a:lnTo>
                  <a:lnTo>
                    <a:pt x="1071903" y="1429026"/>
                  </a:lnTo>
                  <a:lnTo>
                    <a:pt x="1071873" y="1429039"/>
                  </a:lnTo>
                  <a:lnTo>
                    <a:pt x="1071843" y="1429047"/>
                  </a:lnTo>
                  <a:lnTo>
                    <a:pt x="1071825" y="1429051"/>
                  </a:lnTo>
                  <a:lnTo>
                    <a:pt x="1071809" y="1429063"/>
                  </a:lnTo>
                  <a:lnTo>
                    <a:pt x="1071788" y="1429084"/>
                  </a:lnTo>
                  <a:lnTo>
                    <a:pt x="1071718" y="1429120"/>
                  </a:lnTo>
                  <a:lnTo>
                    <a:pt x="1071640" y="1429164"/>
                  </a:lnTo>
                  <a:lnTo>
                    <a:pt x="1071620" y="1429174"/>
                  </a:lnTo>
                  <a:lnTo>
                    <a:pt x="1071613" y="1429180"/>
                  </a:lnTo>
                  <a:lnTo>
                    <a:pt x="1071608" y="1429170"/>
                  </a:lnTo>
                  <a:lnTo>
                    <a:pt x="1071604" y="1429165"/>
                  </a:lnTo>
                  <a:lnTo>
                    <a:pt x="1071601" y="1429160"/>
                  </a:lnTo>
                  <a:lnTo>
                    <a:pt x="1071599" y="1429153"/>
                  </a:lnTo>
                  <a:lnTo>
                    <a:pt x="1071594" y="1429136"/>
                  </a:lnTo>
                  <a:lnTo>
                    <a:pt x="1071589" y="1429128"/>
                  </a:lnTo>
                  <a:lnTo>
                    <a:pt x="1071582" y="1429111"/>
                  </a:lnTo>
                  <a:lnTo>
                    <a:pt x="1071580" y="1429103"/>
                  </a:lnTo>
                  <a:lnTo>
                    <a:pt x="1071581" y="1429095"/>
                  </a:lnTo>
                  <a:lnTo>
                    <a:pt x="1071585" y="1429084"/>
                  </a:lnTo>
                  <a:lnTo>
                    <a:pt x="1071589" y="1429078"/>
                  </a:lnTo>
                  <a:lnTo>
                    <a:pt x="1071596" y="1429061"/>
                  </a:lnTo>
                  <a:lnTo>
                    <a:pt x="1071602" y="1429045"/>
                  </a:lnTo>
                  <a:lnTo>
                    <a:pt x="1071604" y="1429028"/>
                  </a:lnTo>
                  <a:lnTo>
                    <a:pt x="1071605" y="1429017"/>
                  </a:lnTo>
                  <a:lnTo>
                    <a:pt x="1071608" y="1429000"/>
                  </a:lnTo>
                  <a:lnTo>
                    <a:pt x="1071611" y="1428984"/>
                  </a:lnTo>
                  <a:lnTo>
                    <a:pt x="1071613" y="1428967"/>
                  </a:lnTo>
                  <a:lnTo>
                    <a:pt x="1071614" y="1428952"/>
                  </a:lnTo>
                  <a:lnTo>
                    <a:pt x="1071615" y="1428935"/>
                  </a:lnTo>
                  <a:lnTo>
                    <a:pt x="1071615" y="1428918"/>
                  </a:lnTo>
                  <a:lnTo>
                    <a:pt x="1071612" y="1428911"/>
                  </a:lnTo>
                  <a:lnTo>
                    <a:pt x="1071610" y="1428904"/>
                  </a:lnTo>
                  <a:lnTo>
                    <a:pt x="1071607" y="1428887"/>
                  </a:lnTo>
                  <a:lnTo>
                    <a:pt x="1071600" y="1428870"/>
                  </a:lnTo>
                  <a:lnTo>
                    <a:pt x="1071585" y="1428856"/>
                  </a:lnTo>
                  <a:lnTo>
                    <a:pt x="1071569" y="1428847"/>
                  </a:lnTo>
                  <a:lnTo>
                    <a:pt x="1071553" y="1428838"/>
                  </a:lnTo>
                  <a:lnTo>
                    <a:pt x="1071546" y="1428829"/>
                  </a:lnTo>
                  <a:lnTo>
                    <a:pt x="1071542" y="1428823"/>
                  </a:lnTo>
                  <a:lnTo>
                    <a:pt x="1071541" y="1428807"/>
                  </a:lnTo>
                  <a:lnTo>
                    <a:pt x="1071544" y="1428793"/>
                  </a:lnTo>
                  <a:lnTo>
                    <a:pt x="1071545" y="1428777"/>
                  </a:lnTo>
                  <a:lnTo>
                    <a:pt x="1071544" y="1428766"/>
                  </a:lnTo>
                  <a:lnTo>
                    <a:pt x="1071545" y="1428753"/>
                  </a:lnTo>
                  <a:lnTo>
                    <a:pt x="1071543" y="1428746"/>
                  </a:lnTo>
                  <a:lnTo>
                    <a:pt x="1071541" y="1428736"/>
                  </a:lnTo>
                  <a:lnTo>
                    <a:pt x="1071538" y="1428719"/>
                  </a:lnTo>
                  <a:lnTo>
                    <a:pt x="1071533" y="1428709"/>
                  </a:lnTo>
                  <a:lnTo>
                    <a:pt x="1071526" y="1428700"/>
                  </a:lnTo>
                  <a:lnTo>
                    <a:pt x="1071513" y="1428682"/>
                  </a:lnTo>
                  <a:lnTo>
                    <a:pt x="1071506" y="1428665"/>
                  </a:lnTo>
                  <a:lnTo>
                    <a:pt x="1071502" y="1428648"/>
                  </a:lnTo>
                  <a:lnTo>
                    <a:pt x="1071500" y="1428635"/>
                  </a:lnTo>
                  <a:lnTo>
                    <a:pt x="1071497" y="1428619"/>
                  </a:lnTo>
                  <a:lnTo>
                    <a:pt x="1071492" y="1428607"/>
                  </a:lnTo>
                  <a:lnTo>
                    <a:pt x="1071488" y="1428602"/>
                  </a:lnTo>
                  <a:lnTo>
                    <a:pt x="1071484" y="1428596"/>
                  </a:lnTo>
                  <a:lnTo>
                    <a:pt x="1071468" y="1428587"/>
                  </a:lnTo>
                  <a:lnTo>
                    <a:pt x="1071452" y="1428583"/>
                  </a:lnTo>
                  <a:lnTo>
                    <a:pt x="1071441" y="1428583"/>
                  </a:lnTo>
                  <a:lnTo>
                    <a:pt x="1071436" y="1428585"/>
                  </a:lnTo>
                  <a:lnTo>
                    <a:pt x="1071420" y="1428591"/>
                  </a:lnTo>
                  <a:lnTo>
                    <a:pt x="1071416" y="1428593"/>
                  </a:lnTo>
                  <a:lnTo>
                    <a:pt x="1071404" y="1428593"/>
                  </a:lnTo>
                  <a:lnTo>
                    <a:pt x="1071394" y="1428586"/>
                  </a:lnTo>
                  <a:lnTo>
                    <a:pt x="1071390" y="1428582"/>
                  </a:lnTo>
                  <a:lnTo>
                    <a:pt x="1071385" y="1428571"/>
                  </a:lnTo>
                  <a:lnTo>
                    <a:pt x="1071379" y="1428553"/>
                  </a:lnTo>
                  <a:lnTo>
                    <a:pt x="1071377" y="1428542"/>
                  </a:lnTo>
                  <a:lnTo>
                    <a:pt x="1071374" y="1428536"/>
                  </a:lnTo>
                  <a:lnTo>
                    <a:pt x="1071368" y="1428525"/>
                  </a:lnTo>
                  <a:lnTo>
                    <a:pt x="1071349" y="1428511"/>
                  </a:lnTo>
                  <a:lnTo>
                    <a:pt x="1071333" y="1428504"/>
                  </a:lnTo>
                  <a:lnTo>
                    <a:pt x="1071322" y="1428503"/>
                  </a:lnTo>
                  <a:lnTo>
                    <a:pt x="1071317" y="1428501"/>
                  </a:lnTo>
                  <a:lnTo>
                    <a:pt x="1071301" y="1428500"/>
                  </a:lnTo>
                  <a:lnTo>
                    <a:pt x="1071292" y="1428499"/>
                  </a:lnTo>
                  <a:lnTo>
                    <a:pt x="1071275" y="1428498"/>
                  </a:lnTo>
                  <a:lnTo>
                    <a:pt x="1071259" y="1428498"/>
                  </a:lnTo>
                  <a:lnTo>
                    <a:pt x="1071243" y="1428499"/>
                  </a:lnTo>
                  <a:lnTo>
                    <a:pt x="1071228" y="1428501"/>
                  </a:lnTo>
                  <a:lnTo>
                    <a:pt x="1071212" y="1428502"/>
                  </a:lnTo>
                  <a:lnTo>
                    <a:pt x="1071196" y="1428498"/>
                  </a:lnTo>
                  <a:lnTo>
                    <a:pt x="1071180" y="1428492"/>
                  </a:lnTo>
                  <a:lnTo>
                    <a:pt x="1071164" y="1428487"/>
                  </a:lnTo>
                  <a:lnTo>
                    <a:pt x="1071148" y="1428480"/>
                  </a:lnTo>
                  <a:lnTo>
                    <a:pt x="1071132" y="1428472"/>
                  </a:lnTo>
                  <a:lnTo>
                    <a:pt x="1071115" y="1428466"/>
                  </a:lnTo>
                  <a:lnTo>
                    <a:pt x="1071097" y="1428458"/>
                  </a:lnTo>
                  <a:lnTo>
                    <a:pt x="1071083" y="1428449"/>
                  </a:lnTo>
                  <a:lnTo>
                    <a:pt x="1071074" y="1428445"/>
                  </a:lnTo>
                  <a:lnTo>
                    <a:pt x="1071067" y="1428439"/>
                  </a:lnTo>
                  <a:lnTo>
                    <a:pt x="1071051" y="1428432"/>
                  </a:lnTo>
                  <a:lnTo>
                    <a:pt x="1071035" y="1428426"/>
                  </a:lnTo>
                  <a:lnTo>
                    <a:pt x="1071019" y="1428420"/>
                  </a:lnTo>
                  <a:lnTo>
                    <a:pt x="1071003" y="1428415"/>
                  </a:lnTo>
                  <a:lnTo>
                    <a:pt x="1070987" y="1428412"/>
                  </a:lnTo>
                  <a:lnTo>
                    <a:pt x="1070971" y="1428409"/>
                  </a:lnTo>
                  <a:lnTo>
                    <a:pt x="1070955" y="1428406"/>
                  </a:lnTo>
                  <a:lnTo>
                    <a:pt x="1070939" y="1428400"/>
                  </a:lnTo>
                  <a:lnTo>
                    <a:pt x="1070927" y="1428391"/>
                  </a:lnTo>
                  <a:lnTo>
                    <a:pt x="1070924" y="1428386"/>
                  </a:lnTo>
                  <a:lnTo>
                    <a:pt x="1070919" y="1428382"/>
                  </a:lnTo>
                  <a:lnTo>
                    <a:pt x="1070911" y="1428371"/>
                  </a:lnTo>
                  <a:lnTo>
                    <a:pt x="1070897" y="1428355"/>
                  </a:lnTo>
                  <a:lnTo>
                    <a:pt x="1070881" y="1428345"/>
                  </a:lnTo>
                  <a:lnTo>
                    <a:pt x="1070865" y="1428339"/>
                  </a:lnTo>
                  <a:lnTo>
                    <a:pt x="1070848" y="1428333"/>
                  </a:lnTo>
                  <a:lnTo>
                    <a:pt x="1070832" y="1428328"/>
                  </a:lnTo>
                  <a:lnTo>
                    <a:pt x="1070828" y="1428327"/>
                  </a:lnTo>
                  <a:lnTo>
                    <a:pt x="1070820" y="1428320"/>
                  </a:lnTo>
                  <a:lnTo>
                    <a:pt x="1070817" y="1428316"/>
                  </a:lnTo>
                  <a:lnTo>
                    <a:pt x="1070814" y="1428308"/>
                  </a:lnTo>
                  <a:lnTo>
                    <a:pt x="1070809" y="1428301"/>
                  </a:lnTo>
                  <a:lnTo>
                    <a:pt x="1070799" y="1428282"/>
                  </a:lnTo>
                  <a:lnTo>
                    <a:pt x="1070786" y="1428280"/>
                  </a:lnTo>
                  <a:lnTo>
                    <a:pt x="1070770" y="1428281"/>
                  </a:lnTo>
                  <a:lnTo>
                    <a:pt x="1070754" y="1428279"/>
                  </a:lnTo>
                  <a:lnTo>
                    <a:pt x="1070738" y="1428277"/>
                  </a:lnTo>
                  <a:lnTo>
                    <a:pt x="1070722" y="1428275"/>
                  </a:lnTo>
                  <a:lnTo>
                    <a:pt x="1070706" y="1428271"/>
                  </a:lnTo>
                  <a:lnTo>
                    <a:pt x="1070693" y="1428263"/>
                  </a:lnTo>
                  <a:lnTo>
                    <a:pt x="1070677" y="1428251"/>
                  </a:lnTo>
                  <a:lnTo>
                    <a:pt x="1070660" y="1428237"/>
                  </a:lnTo>
                  <a:lnTo>
                    <a:pt x="1070649" y="1428219"/>
                  </a:lnTo>
                  <a:lnTo>
                    <a:pt x="1070642" y="1428215"/>
                  </a:lnTo>
                  <a:lnTo>
                    <a:pt x="1070634" y="1428210"/>
                  </a:lnTo>
                  <a:lnTo>
                    <a:pt x="1070630" y="1428201"/>
                  </a:lnTo>
                  <a:lnTo>
                    <a:pt x="1070628" y="1428195"/>
                  </a:lnTo>
                  <a:lnTo>
                    <a:pt x="1070630" y="1428184"/>
                  </a:lnTo>
                  <a:lnTo>
                    <a:pt x="1070637" y="1428173"/>
                  </a:lnTo>
                  <a:lnTo>
                    <a:pt x="1070638" y="1428167"/>
                  </a:lnTo>
                  <a:lnTo>
                    <a:pt x="1070641" y="1428162"/>
                  </a:lnTo>
                  <a:lnTo>
                    <a:pt x="1070639" y="1428149"/>
                  </a:lnTo>
                  <a:lnTo>
                    <a:pt x="1070626" y="1428138"/>
                  </a:lnTo>
                  <a:lnTo>
                    <a:pt x="1070610" y="1428137"/>
                  </a:lnTo>
                  <a:lnTo>
                    <a:pt x="1070594" y="1428135"/>
                  </a:lnTo>
                  <a:lnTo>
                    <a:pt x="1070579" y="1428132"/>
                  </a:lnTo>
                  <a:lnTo>
                    <a:pt x="1070574" y="1428110"/>
                  </a:lnTo>
                  <a:lnTo>
                    <a:pt x="1070571" y="1428103"/>
                  </a:lnTo>
                  <a:lnTo>
                    <a:pt x="1070568" y="1428086"/>
                  </a:lnTo>
                  <a:lnTo>
                    <a:pt x="1070568" y="1428080"/>
                  </a:lnTo>
                  <a:lnTo>
                    <a:pt x="1070565" y="1428070"/>
                  </a:lnTo>
                  <a:lnTo>
                    <a:pt x="1070560" y="1428053"/>
                  </a:lnTo>
                  <a:lnTo>
                    <a:pt x="1070556" y="1428044"/>
                  </a:lnTo>
                  <a:lnTo>
                    <a:pt x="1070551" y="1428037"/>
                  </a:lnTo>
                  <a:lnTo>
                    <a:pt x="1070536" y="1428021"/>
                  </a:lnTo>
                  <a:lnTo>
                    <a:pt x="1070528" y="1428018"/>
                  </a:lnTo>
                  <a:lnTo>
                    <a:pt x="1070520" y="1428016"/>
                  </a:lnTo>
                  <a:lnTo>
                    <a:pt x="1070512" y="1428018"/>
                  </a:lnTo>
                  <a:lnTo>
                    <a:pt x="1070505" y="1428022"/>
                  </a:lnTo>
                  <a:lnTo>
                    <a:pt x="1070498" y="1428027"/>
                  </a:lnTo>
                  <a:lnTo>
                    <a:pt x="1070492" y="1428036"/>
                  </a:lnTo>
                  <a:lnTo>
                    <a:pt x="1070488" y="1428040"/>
                  </a:lnTo>
                  <a:lnTo>
                    <a:pt x="1070475" y="1428047"/>
                  </a:lnTo>
                  <a:lnTo>
                    <a:pt x="1070461" y="1428053"/>
                  </a:lnTo>
                  <a:lnTo>
                    <a:pt x="1070452" y="1428056"/>
                  </a:lnTo>
                  <a:lnTo>
                    <a:pt x="1070443" y="1428056"/>
                  </a:lnTo>
                  <a:lnTo>
                    <a:pt x="1070427" y="1428052"/>
                  </a:lnTo>
                  <a:lnTo>
                    <a:pt x="1070413" y="1428042"/>
                  </a:lnTo>
                  <a:lnTo>
                    <a:pt x="1070406" y="1428036"/>
                  </a:lnTo>
                  <a:lnTo>
                    <a:pt x="1070399" y="1428026"/>
                  </a:lnTo>
                  <a:lnTo>
                    <a:pt x="1070388" y="1428009"/>
                  </a:lnTo>
                  <a:lnTo>
                    <a:pt x="1070375" y="1427994"/>
                  </a:lnTo>
                  <a:lnTo>
                    <a:pt x="1070359" y="1427982"/>
                  </a:lnTo>
                  <a:lnTo>
                    <a:pt x="1070343" y="1427974"/>
                  </a:lnTo>
                  <a:lnTo>
                    <a:pt x="1070327" y="1427968"/>
                  </a:lnTo>
                  <a:lnTo>
                    <a:pt x="1070311" y="1427963"/>
                  </a:lnTo>
                  <a:lnTo>
                    <a:pt x="1070294" y="1427956"/>
                  </a:lnTo>
                  <a:lnTo>
                    <a:pt x="1070279" y="1427951"/>
                  </a:lnTo>
                  <a:lnTo>
                    <a:pt x="1070263" y="1427945"/>
                  </a:lnTo>
                  <a:lnTo>
                    <a:pt x="1070246" y="1427941"/>
                  </a:lnTo>
                  <a:lnTo>
                    <a:pt x="1070234" y="1427940"/>
                  </a:lnTo>
                  <a:lnTo>
                    <a:pt x="1070230" y="1427937"/>
                  </a:lnTo>
                  <a:lnTo>
                    <a:pt x="1070219" y="1427934"/>
                  </a:lnTo>
                  <a:lnTo>
                    <a:pt x="1070203" y="1427923"/>
                  </a:lnTo>
                  <a:lnTo>
                    <a:pt x="1070188" y="1427908"/>
                  </a:lnTo>
                  <a:lnTo>
                    <a:pt x="1070176" y="1427891"/>
                  </a:lnTo>
                  <a:lnTo>
                    <a:pt x="1070163" y="1427875"/>
                  </a:lnTo>
                  <a:lnTo>
                    <a:pt x="1070147" y="1427862"/>
                  </a:lnTo>
                  <a:lnTo>
                    <a:pt x="1070131" y="1427857"/>
                  </a:lnTo>
                  <a:lnTo>
                    <a:pt x="1070123" y="1427855"/>
                  </a:lnTo>
                  <a:lnTo>
                    <a:pt x="1070114" y="1427852"/>
                  </a:lnTo>
                  <a:lnTo>
                    <a:pt x="1070100" y="1427852"/>
                  </a:lnTo>
                  <a:lnTo>
                    <a:pt x="1070086" y="1427854"/>
                  </a:lnTo>
                  <a:lnTo>
                    <a:pt x="1070075" y="1427861"/>
                  </a:lnTo>
                  <a:lnTo>
                    <a:pt x="1070060" y="1427862"/>
                  </a:lnTo>
                  <a:lnTo>
                    <a:pt x="1070050" y="1427859"/>
                  </a:lnTo>
                  <a:lnTo>
                    <a:pt x="1070034" y="1427848"/>
                  </a:lnTo>
                  <a:lnTo>
                    <a:pt x="1070018" y="1427836"/>
                  </a:lnTo>
                  <a:lnTo>
                    <a:pt x="1070002" y="1427821"/>
                  </a:lnTo>
                  <a:lnTo>
                    <a:pt x="1069988" y="1427806"/>
                  </a:lnTo>
                  <a:lnTo>
                    <a:pt x="1069982" y="1427800"/>
                  </a:lnTo>
                  <a:lnTo>
                    <a:pt x="1069971" y="1427784"/>
                  </a:lnTo>
                  <a:lnTo>
                    <a:pt x="1069959" y="1427767"/>
                  </a:lnTo>
                  <a:lnTo>
                    <a:pt x="1069946" y="1427750"/>
                  </a:lnTo>
                  <a:lnTo>
                    <a:pt x="1069931" y="1427735"/>
                  </a:lnTo>
                  <a:lnTo>
                    <a:pt x="1069923" y="1427726"/>
                  </a:lnTo>
                  <a:lnTo>
                    <a:pt x="1069923" y="1427718"/>
                  </a:lnTo>
                  <a:lnTo>
                    <a:pt x="1069920" y="1427710"/>
                  </a:lnTo>
                  <a:lnTo>
                    <a:pt x="1069920" y="1427702"/>
                  </a:lnTo>
                  <a:lnTo>
                    <a:pt x="1069919" y="1427696"/>
                  </a:lnTo>
                  <a:lnTo>
                    <a:pt x="1069920" y="1427685"/>
                  </a:lnTo>
                  <a:lnTo>
                    <a:pt x="1069921" y="1427668"/>
                  </a:lnTo>
                  <a:lnTo>
                    <a:pt x="1069922" y="1427652"/>
                  </a:lnTo>
                  <a:lnTo>
                    <a:pt x="1069920" y="1427635"/>
                  </a:lnTo>
                  <a:lnTo>
                    <a:pt x="1069920" y="1427618"/>
                  </a:lnTo>
                  <a:lnTo>
                    <a:pt x="1069922" y="1427601"/>
                  </a:lnTo>
                  <a:lnTo>
                    <a:pt x="1069921" y="1427585"/>
                  </a:lnTo>
                  <a:lnTo>
                    <a:pt x="1069918" y="1427568"/>
                  </a:lnTo>
                  <a:lnTo>
                    <a:pt x="1069916" y="1427561"/>
                  </a:lnTo>
                  <a:lnTo>
                    <a:pt x="1069912" y="1427554"/>
                  </a:lnTo>
                  <a:lnTo>
                    <a:pt x="1069909" y="1427548"/>
                  </a:lnTo>
                  <a:lnTo>
                    <a:pt x="1069903" y="1427535"/>
                  </a:lnTo>
                  <a:lnTo>
                    <a:pt x="1069894" y="1427518"/>
                  </a:lnTo>
                  <a:lnTo>
                    <a:pt x="1069885" y="1427502"/>
                  </a:lnTo>
                  <a:lnTo>
                    <a:pt x="1069875" y="1427485"/>
                  </a:lnTo>
                  <a:lnTo>
                    <a:pt x="1069866" y="1427468"/>
                  </a:lnTo>
                  <a:lnTo>
                    <a:pt x="1069857" y="1427452"/>
                  </a:lnTo>
                  <a:lnTo>
                    <a:pt x="1069852" y="1427435"/>
                  </a:lnTo>
                  <a:lnTo>
                    <a:pt x="1069847" y="1427418"/>
                  </a:lnTo>
                  <a:lnTo>
                    <a:pt x="1069838" y="1427402"/>
                  </a:lnTo>
                  <a:lnTo>
                    <a:pt x="1069830" y="1427385"/>
                  </a:lnTo>
                  <a:lnTo>
                    <a:pt x="1069820" y="1427368"/>
                  </a:lnTo>
                  <a:lnTo>
                    <a:pt x="1069811" y="1427352"/>
                  </a:lnTo>
                  <a:lnTo>
                    <a:pt x="1069805" y="1427335"/>
                  </a:lnTo>
                  <a:lnTo>
                    <a:pt x="1069803" y="1427318"/>
                  </a:lnTo>
                  <a:lnTo>
                    <a:pt x="1069804" y="1427302"/>
                  </a:lnTo>
                  <a:lnTo>
                    <a:pt x="1069803" y="1427285"/>
                  </a:lnTo>
                  <a:lnTo>
                    <a:pt x="1069803" y="1427268"/>
                  </a:lnTo>
                  <a:lnTo>
                    <a:pt x="1069801" y="1427252"/>
                  </a:lnTo>
                  <a:lnTo>
                    <a:pt x="1069799" y="1427235"/>
                  </a:lnTo>
                  <a:lnTo>
                    <a:pt x="1069798" y="1427218"/>
                  </a:lnTo>
                  <a:lnTo>
                    <a:pt x="1069799" y="1427202"/>
                  </a:lnTo>
                  <a:lnTo>
                    <a:pt x="1069800" y="1427185"/>
                  </a:lnTo>
                  <a:lnTo>
                    <a:pt x="1069801" y="1427168"/>
                  </a:lnTo>
                  <a:lnTo>
                    <a:pt x="1069802" y="1427152"/>
                  </a:lnTo>
                  <a:lnTo>
                    <a:pt x="1069804" y="1427135"/>
                  </a:lnTo>
                  <a:lnTo>
                    <a:pt x="1069806" y="1427118"/>
                  </a:lnTo>
                  <a:lnTo>
                    <a:pt x="1069806" y="1427102"/>
                  </a:lnTo>
                  <a:lnTo>
                    <a:pt x="1069808" y="1427085"/>
                  </a:lnTo>
                  <a:lnTo>
                    <a:pt x="1069808" y="1427068"/>
                  </a:lnTo>
                  <a:lnTo>
                    <a:pt x="1069808" y="1427051"/>
                  </a:lnTo>
                  <a:lnTo>
                    <a:pt x="1069810" y="1427043"/>
                  </a:lnTo>
                  <a:lnTo>
                    <a:pt x="1069807" y="1427035"/>
                  </a:lnTo>
                  <a:lnTo>
                    <a:pt x="1069810" y="1427018"/>
                  </a:lnTo>
                  <a:lnTo>
                    <a:pt x="1069809" y="1427009"/>
                  </a:lnTo>
                  <a:lnTo>
                    <a:pt x="1069805" y="1426993"/>
                  </a:lnTo>
                  <a:lnTo>
                    <a:pt x="1069801" y="1426984"/>
                  </a:lnTo>
                  <a:lnTo>
                    <a:pt x="1069800" y="1426976"/>
                  </a:lnTo>
                  <a:lnTo>
                    <a:pt x="1069791" y="1426959"/>
                  </a:lnTo>
                  <a:lnTo>
                    <a:pt x="1069777" y="1426944"/>
                  </a:lnTo>
                  <a:lnTo>
                    <a:pt x="1069773" y="1426942"/>
                  </a:lnTo>
                  <a:lnTo>
                    <a:pt x="1069766" y="1426942"/>
                  </a:lnTo>
                  <a:lnTo>
                    <a:pt x="1069750" y="1426942"/>
                  </a:lnTo>
                  <a:lnTo>
                    <a:pt x="1069733" y="1426937"/>
                  </a:lnTo>
                  <a:lnTo>
                    <a:pt x="1069727" y="1426934"/>
                  </a:lnTo>
                  <a:lnTo>
                    <a:pt x="1069718" y="1426925"/>
                  </a:lnTo>
                  <a:lnTo>
                    <a:pt x="1069705" y="1426908"/>
                  </a:lnTo>
                  <a:lnTo>
                    <a:pt x="1069700" y="1426902"/>
                  </a:lnTo>
                  <a:lnTo>
                    <a:pt x="1069696" y="1426893"/>
                  </a:lnTo>
                  <a:lnTo>
                    <a:pt x="1069691" y="1426885"/>
                  </a:lnTo>
                  <a:lnTo>
                    <a:pt x="1069682" y="1426879"/>
                  </a:lnTo>
                  <a:lnTo>
                    <a:pt x="1069675" y="1426875"/>
                  </a:lnTo>
                  <a:lnTo>
                    <a:pt x="1069666" y="1426874"/>
                  </a:lnTo>
                  <a:lnTo>
                    <a:pt x="1069650" y="1426871"/>
                  </a:lnTo>
                  <a:lnTo>
                    <a:pt x="1069641" y="1426869"/>
                  </a:lnTo>
                  <a:lnTo>
                    <a:pt x="1069634" y="1426864"/>
                  </a:lnTo>
                  <a:lnTo>
                    <a:pt x="1069618" y="1426852"/>
                  </a:lnTo>
                  <a:lnTo>
                    <a:pt x="1069602" y="1426844"/>
                  </a:lnTo>
                  <a:lnTo>
                    <a:pt x="1069586" y="1426839"/>
                  </a:lnTo>
                  <a:lnTo>
                    <a:pt x="1069580" y="1426839"/>
                  </a:lnTo>
                  <a:lnTo>
                    <a:pt x="1069575" y="1426839"/>
                  </a:lnTo>
                  <a:lnTo>
                    <a:pt x="1069570" y="1426842"/>
                  </a:lnTo>
                  <a:lnTo>
                    <a:pt x="1069554" y="1426848"/>
                  </a:lnTo>
                  <a:lnTo>
                    <a:pt x="1069538" y="1426851"/>
                  </a:lnTo>
                  <a:lnTo>
                    <a:pt x="1069531" y="1426851"/>
                  </a:lnTo>
                  <a:lnTo>
                    <a:pt x="1069522" y="1426848"/>
                  </a:lnTo>
                  <a:lnTo>
                    <a:pt x="1069506" y="1426838"/>
                  </a:lnTo>
                  <a:lnTo>
                    <a:pt x="1069501" y="1426835"/>
                  </a:lnTo>
                  <a:lnTo>
                    <a:pt x="1069490" y="1426832"/>
                  </a:lnTo>
                  <a:lnTo>
                    <a:pt x="1069474" y="1426835"/>
                  </a:lnTo>
                  <a:lnTo>
                    <a:pt x="1069458" y="1426840"/>
                  </a:lnTo>
                  <a:lnTo>
                    <a:pt x="1069442" y="1426854"/>
                  </a:lnTo>
                  <a:lnTo>
                    <a:pt x="1069426" y="1426866"/>
                  </a:lnTo>
                  <a:lnTo>
                    <a:pt x="1069410" y="1426877"/>
                  </a:lnTo>
                  <a:lnTo>
                    <a:pt x="1069394" y="1426890"/>
                  </a:lnTo>
                  <a:lnTo>
                    <a:pt x="1069378" y="1426901"/>
                  </a:lnTo>
                  <a:lnTo>
                    <a:pt x="1069366" y="1426909"/>
                  </a:lnTo>
                  <a:lnTo>
                    <a:pt x="1069362" y="1426909"/>
                  </a:lnTo>
                  <a:lnTo>
                    <a:pt x="1069353" y="1426909"/>
                  </a:lnTo>
                  <a:lnTo>
                    <a:pt x="1069346" y="1426907"/>
                  </a:lnTo>
                  <a:lnTo>
                    <a:pt x="1069335" y="1426904"/>
                  </a:lnTo>
                  <a:lnTo>
                    <a:pt x="1069330" y="1426899"/>
                  </a:lnTo>
                  <a:lnTo>
                    <a:pt x="1069314" y="1426883"/>
                  </a:lnTo>
                  <a:lnTo>
                    <a:pt x="1069307" y="1426879"/>
                  </a:lnTo>
                  <a:lnTo>
                    <a:pt x="1069298" y="1426875"/>
                  </a:lnTo>
                  <a:lnTo>
                    <a:pt x="1069290" y="1426873"/>
                  </a:lnTo>
                  <a:lnTo>
                    <a:pt x="1069283" y="1426874"/>
                  </a:lnTo>
                  <a:lnTo>
                    <a:pt x="1069278" y="1426876"/>
                  </a:lnTo>
                  <a:lnTo>
                    <a:pt x="1069267" y="1426886"/>
                  </a:lnTo>
                  <a:lnTo>
                    <a:pt x="1069253" y="1426902"/>
                  </a:lnTo>
                  <a:lnTo>
                    <a:pt x="1069242" y="1426919"/>
                  </a:lnTo>
                  <a:lnTo>
                    <a:pt x="1069229" y="1426933"/>
                  </a:lnTo>
                  <a:lnTo>
                    <a:pt x="1069213" y="1426942"/>
                  </a:lnTo>
                  <a:lnTo>
                    <a:pt x="1069204" y="1426947"/>
                  </a:lnTo>
                  <a:lnTo>
                    <a:pt x="1069197" y="1426948"/>
                  </a:lnTo>
                  <a:lnTo>
                    <a:pt x="1069162" y="1426951"/>
                  </a:lnTo>
                  <a:lnTo>
                    <a:pt x="1069154" y="1426950"/>
                  </a:lnTo>
                  <a:lnTo>
                    <a:pt x="1069138" y="1426948"/>
                  </a:lnTo>
                  <a:lnTo>
                    <a:pt x="1069122" y="1426945"/>
                  </a:lnTo>
                  <a:lnTo>
                    <a:pt x="1069106" y="1426942"/>
                  </a:lnTo>
                  <a:lnTo>
                    <a:pt x="1069076" y="1426936"/>
                  </a:lnTo>
                  <a:lnTo>
                    <a:pt x="1069070" y="1426934"/>
                  </a:lnTo>
                  <a:lnTo>
                    <a:pt x="1069065" y="1426932"/>
                  </a:lnTo>
                  <a:lnTo>
                    <a:pt x="1069059" y="1426932"/>
                  </a:lnTo>
                  <a:lnTo>
                    <a:pt x="1069052" y="1426929"/>
                  </a:lnTo>
                  <a:lnTo>
                    <a:pt x="1069035" y="1426931"/>
                  </a:lnTo>
                  <a:lnTo>
                    <a:pt x="1069019" y="1426935"/>
                  </a:lnTo>
                  <a:lnTo>
                    <a:pt x="1069003" y="1426940"/>
                  </a:lnTo>
                  <a:lnTo>
                    <a:pt x="1068988" y="1426944"/>
                  </a:lnTo>
                  <a:lnTo>
                    <a:pt x="1068972" y="1426948"/>
                  </a:lnTo>
                  <a:lnTo>
                    <a:pt x="1068956" y="1426950"/>
                  </a:lnTo>
                  <a:lnTo>
                    <a:pt x="1068940" y="1426953"/>
                  </a:lnTo>
                  <a:lnTo>
                    <a:pt x="1068931" y="1426956"/>
                  </a:lnTo>
                  <a:lnTo>
                    <a:pt x="1068924" y="1426960"/>
                  </a:lnTo>
                  <a:lnTo>
                    <a:pt x="1068917" y="1426960"/>
                  </a:lnTo>
                  <a:lnTo>
                    <a:pt x="1068907" y="1426964"/>
                  </a:lnTo>
                  <a:lnTo>
                    <a:pt x="1068882" y="1426972"/>
                  </a:lnTo>
                  <a:lnTo>
                    <a:pt x="1068852" y="1426980"/>
                  </a:lnTo>
                  <a:lnTo>
                    <a:pt x="1068836" y="1426984"/>
                  </a:lnTo>
                  <a:lnTo>
                    <a:pt x="1068820" y="1426986"/>
                  </a:lnTo>
                  <a:lnTo>
                    <a:pt x="1068804" y="1426991"/>
                  </a:lnTo>
                  <a:lnTo>
                    <a:pt x="1068788" y="1426994"/>
                  </a:lnTo>
                  <a:lnTo>
                    <a:pt x="1068772" y="1426996"/>
                  </a:lnTo>
                  <a:lnTo>
                    <a:pt x="1068765" y="1426995"/>
                  </a:lnTo>
                  <a:lnTo>
                    <a:pt x="1068755" y="1426997"/>
                  </a:lnTo>
                  <a:lnTo>
                    <a:pt x="1068740" y="1427005"/>
                  </a:lnTo>
                  <a:lnTo>
                    <a:pt x="1068725" y="1427013"/>
                  </a:lnTo>
                  <a:lnTo>
                    <a:pt x="1068717" y="1427015"/>
                  </a:lnTo>
                  <a:lnTo>
                    <a:pt x="1068701" y="1427022"/>
                  </a:lnTo>
                  <a:lnTo>
                    <a:pt x="1068685" y="1427029"/>
                  </a:lnTo>
                  <a:lnTo>
                    <a:pt x="1068673" y="1427033"/>
                  </a:lnTo>
                  <a:lnTo>
                    <a:pt x="1068668" y="1427033"/>
                  </a:lnTo>
                  <a:lnTo>
                    <a:pt x="1068653" y="1427037"/>
                  </a:lnTo>
                  <a:lnTo>
                    <a:pt x="1068637" y="1427043"/>
                  </a:lnTo>
                  <a:lnTo>
                    <a:pt x="1068621" y="1427045"/>
                  </a:lnTo>
                  <a:lnTo>
                    <a:pt x="1068613" y="1427046"/>
                  </a:lnTo>
                  <a:lnTo>
                    <a:pt x="1068597" y="1427045"/>
                  </a:lnTo>
                  <a:lnTo>
                    <a:pt x="1068581" y="1427043"/>
                  </a:lnTo>
                  <a:lnTo>
                    <a:pt x="1068565" y="1427043"/>
                  </a:lnTo>
                  <a:lnTo>
                    <a:pt x="1068549" y="1427043"/>
                  </a:lnTo>
                  <a:lnTo>
                    <a:pt x="1068533" y="1427043"/>
                  </a:lnTo>
                  <a:lnTo>
                    <a:pt x="1068517" y="1427044"/>
                  </a:lnTo>
                  <a:lnTo>
                    <a:pt x="1068501" y="1427046"/>
                  </a:lnTo>
                  <a:lnTo>
                    <a:pt x="1068490" y="1427045"/>
                  </a:lnTo>
                  <a:lnTo>
                    <a:pt x="1068474" y="1427043"/>
                  </a:lnTo>
                  <a:lnTo>
                    <a:pt x="1068458" y="1427039"/>
                  </a:lnTo>
                  <a:lnTo>
                    <a:pt x="1068442" y="1427037"/>
                  </a:lnTo>
                  <a:lnTo>
                    <a:pt x="1068436" y="1427037"/>
                  </a:lnTo>
                  <a:lnTo>
                    <a:pt x="1068428" y="1427039"/>
                  </a:lnTo>
                  <a:lnTo>
                    <a:pt x="1068411" y="1427046"/>
                  </a:lnTo>
                  <a:lnTo>
                    <a:pt x="1068395" y="1427050"/>
                  </a:lnTo>
                  <a:lnTo>
                    <a:pt x="1068380" y="1427052"/>
                  </a:lnTo>
                  <a:lnTo>
                    <a:pt x="1068373" y="1427052"/>
                  </a:lnTo>
                  <a:lnTo>
                    <a:pt x="1068366" y="1427054"/>
                  </a:lnTo>
                  <a:lnTo>
                    <a:pt x="1068357" y="1427054"/>
                  </a:lnTo>
                  <a:lnTo>
                    <a:pt x="1068346" y="1427054"/>
                  </a:lnTo>
                  <a:lnTo>
                    <a:pt x="1068339" y="1427052"/>
                  </a:lnTo>
                  <a:lnTo>
                    <a:pt x="1068328" y="1427050"/>
                  </a:lnTo>
                  <a:lnTo>
                    <a:pt x="1068321" y="1427043"/>
                  </a:lnTo>
                  <a:lnTo>
                    <a:pt x="1068311" y="1427026"/>
                  </a:lnTo>
                  <a:lnTo>
                    <a:pt x="1068302" y="1427017"/>
                  </a:lnTo>
                  <a:lnTo>
                    <a:pt x="1068297" y="1427014"/>
                  </a:lnTo>
                  <a:lnTo>
                    <a:pt x="1068283" y="1427017"/>
                  </a:lnTo>
                  <a:lnTo>
                    <a:pt x="1068272" y="1427024"/>
                  </a:lnTo>
                  <a:lnTo>
                    <a:pt x="1068265" y="1427027"/>
                  </a:lnTo>
                  <a:lnTo>
                    <a:pt x="1068247" y="1427030"/>
                  </a:lnTo>
                  <a:lnTo>
                    <a:pt x="1068229" y="1427030"/>
                  </a:lnTo>
                  <a:lnTo>
                    <a:pt x="1068213" y="1427030"/>
                  </a:lnTo>
                  <a:lnTo>
                    <a:pt x="1068201" y="1427028"/>
                  </a:lnTo>
                  <a:lnTo>
                    <a:pt x="1068186" y="1427014"/>
                  </a:lnTo>
                  <a:lnTo>
                    <a:pt x="1068178" y="1427009"/>
                  </a:lnTo>
                  <a:lnTo>
                    <a:pt x="1068170" y="1427008"/>
                  </a:lnTo>
                  <a:lnTo>
                    <a:pt x="1068160" y="1427007"/>
                  </a:lnTo>
                  <a:lnTo>
                    <a:pt x="1068147" y="1427014"/>
                  </a:lnTo>
                  <a:lnTo>
                    <a:pt x="1068144" y="1427020"/>
                  </a:lnTo>
                  <a:lnTo>
                    <a:pt x="1068128" y="1427025"/>
                  </a:lnTo>
                  <a:lnTo>
                    <a:pt x="1068112" y="1427028"/>
                  </a:lnTo>
                  <a:lnTo>
                    <a:pt x="1068095" y="1427029"/>
                  </a:lnTo>
                  <a:lnTo>
                    <a:pt x="1068079" y="1427031"/>
                  </a:lnTo>
                  <a:lnTo>
                    <a:pt x="1068059" y="1427031"/>
                  </a:lnTo>
                  <a:lnTo>
                    <a:pt x="1068049" y="1427033"/>
                  </a:lnTo>
                  <a:lnTo>
                    <a:pt x="1068033" y="1427034"/>
                  </a:lnTo>
                  <a:lnTo>
                    <a:pt x="1068017" y="1427033"/>
                  </a:lnTo>
                  <a:lnTo>
                    <a:pt x="1068000" y="1427035"/>
                  </a:lnTo>
                  <a:lnTo>
                    <a:pt x="1067992" y="1427035"/>
                  </a:lnTo>
                  <a:lnTo>
                    <a:pt x="1067985" y="1427032"/>
                  </a:lnTo>
                  <a:lnTo>
                    <a:pt x="1067979" y="1427033"/>
                  </a:lnTo>
                  <a:lnTo>
                    <a:pt x="1067973" y="1427039"/>
                  </a:lnTo>
                  <a:lnTo>
                    <a:pt x="1067968" y="1427046"/>
                  </a:lnTo>
                  <a:lnTo>
                    <a:pt x="1067964" y="1427050"/>
                  </a:lnTo>
                  <a:lnTo>
                    <a:pt x="1067957" y="1427057"/>
                  </a:lnTo>
                  <a:lnTo>
                    <a:pt x="1067948" y="1427059"/>
                  </a:lnTo>
                  <a:lnTo>
                    <a:pt x="1067938" y="1427059"/>
                  </a:lnTo>
                  <a:lnTo>
                    <a:pt x="1067932" y="1427057"/>
                  </a:lnTo>
                  <a:lnTo>
                    <a:pt x="1067922" y="1427052"/>
                  </a:lnTo>
                  <a:lnTo>
                    <a:pt x="1067917" y="1427048"/>
                  </a:lnTo>
                  <a:lnTo>
                    <a:pt x="1067903" y="1427033"/>
                  </a:lnTo>
                  <a:lnTo>
                    <a:pt x="1067889" y="1427028"/>
                  </a:lnTo>
                  <a:lnTo>
                    <a:pt x="1067871" y="1427025"/>
                  </a:lnTo>
                  <a:lnTo>
                    <a:pt x="1067862" y="1427024"/>
                  </a:lnTo>
                  <a:lnTo>
                    <a:pt x="1067854" y="1427021"/>
                  </a:lnTo>
                  <a:lnTo>
                    <a:pt x="1067838" y="1427015"/>
                  </a:lnTo>
                  <a:lnTo>
                    <a:pt x="1067829" y="1427012"/>
                  </a:lnTo>
                  <a:lnTo>
                    <a:pt x="1067822" y="1427012"/>
                  </a:lnTo>
                  <a:lnTo>
                    <a:pt x="1067806" y="1427014"/>
                  </a:lnTo>
                  <a:lnTo>
                    <a:pt x="1067790" y="1427019"/>
                  </a:lnTo>
                  <a:lnTo>
                    <a:pt x="1067774" y="1427024"/>
                  </a:lnTo>
                  <a:lnTo>
                    <a:pt x="1067758" y="1427028"/>
                  </a:lnTo>
                  <a:lnTo>
                    <a:pt x="1067749" y="1427034"/>
                  </a:lnTo>
                  <a:lnTo>
                    <a:pt x="1067748" y="1427051"/>
                  </a:lnTo>
                  <a:lnTo>
                    <a:pt x="1067747" y="1427060"/>
                  </a:lnTo>
                  <a:lnTo>
                    <a:pt x="1067748" y="1427067"/>
                  </a:lnTo>
                  <a:lnTo>
                    <a:pt x="1067747" y="1427084"/>
                  </a:lnTo>
                  <a:lnTo>
                    <a:pt x="1067743" y="1427101"/>
                  </a:lnTo>
                  <a:lnTo>
                    <a:pt x="1067733" y="1427118"/>
                  </a:lnTo>
                  <a:lnTo>
                    <a:pt x="1067725" y="1427124"/>
                  </a:lnTo>
                  <a:lnTo>
                    <a:pt x="1067718" y="1427127"/>
                  </a:lnTo>
                  <a:lnTo>
                    <a:pt x="1067701" y="1427133"/>
                  </a:lnTo>
                  <a:lnTo>
                    <a:pt x="1067695" y="1427135"/>
                  </a:lnTo>
                  <a:lnTo>
                    <a:pt x="1067686" y="1427138"/>
                  </a:lnTo>
                  <a:lnTo>
                    <a:pt x="1067677" y="1427140"/>
                  </a:lnTo>
                  <a:lnTo>
                    <a:pt x="1067654" y="1427134"/>
                  </a:lnTo>
                  <a:lnTo>
                    <a:pt x="1067644" y="1427129"/>
                  </a:lnTo>
                  <a:lnTo>
                    <a:pt x="1067628" y="1427131"/>
                  </a:lnTo>
                  <a:lnTo>
                    <a:pt x="1067596" y="1427132"/>
                  </a:lnTo>
                  <a:lnTo>
                    <a:pt x="1067590" y="1427138"/>
                  </a:lnTo>
                  <a:lnTo>
                    <a:pt x="1067575" y="1427145"/>
                  </a:lnTo>
                  <a:lnTo>
                    <a:pt x="1067557" y="1427146"/>
                  </a:lnTo>
                  <a:lnTo>
                    <a:pt x="1067541" y="1427145"/>
                  </a:lnTo>
                  <a:lnTo>
                    <a:pt x="1067525" y="1427144"/>
                  </a:lnTo>
                  <a:lnTo>
                    <a:pt x="1067509" y="1427140"/>
                  </a:lnTo>
                  <a:lnTo>
                    <a:pt x="1067493" y="1427132"/>
                  </a:lnTo>
                  <a:lnTo>
                    <a:pt x="1067477" y="1427121"/>
                  </a:lnTo>
                  <a:lnTo>
                    <a:pt x="1067465" y="1427106"/>
                  </a:lnTo>
                  <a:lnTo>
                    <a:pt x="1067454" y="1427087"/>
                  </a:lnTo>
                  <a:lnTo>
                    <a:pt x="1067444" y="1427071"/>
                  </a:lnTo>
                  <a:lnTo>
                    <a:pt x="1067430" y="1427054"/>
                  </a:lnTo>
                  <a:lnTo>
                    <a:pt x="1067419" y="1427048"/>
                  </a:lnTo>
                  <a:lnTo>
                    <a:pt x="1067414" y="1427046"/>
                  </a:lnTo>
                  <a:lnTo>
                    <a:pt x="1067398" y="1427043"/>
                  </a:lnTo>
                  <a:lnTo>
                    <a:pt x="1067384" y="1427038"/>
                  </a:lnTo>
                  <a:lnTo>
                    <a:pt x="1067376" y="1427030"/>
                  </a:lnTo>
                  <a:lnTo>
                    <a:pt x="1067360" y="1427017"/>
                  </a:lnTo>
                  <a:lnTo>
                    <a:pt x="1067346" y="1427009"/>
                  </a:lnTo>
                  <a:lnTo>
                    <a:pt x="1067328" y="1427006"/>
                  </a:lnTo>
                  <a:lnTo>
                    <a:pt x="1067311" y="1427009"/>
                  </a:lnTo>
                  <a:lnTo>
                    <a:pt x="1067296" y="1427016"/>
                  </a:lnTo>
                  <a:lnTo>
                    <a:pt x="1067289" y="1427020"/>
                  </a:lnTo>
                  <a:lnTo>
                    <a:pt x="1067281" y="1427028"/>
                  </a:lnTo>
                  <a:lnTo>
                    <a:pt x="1067264" y="1427046"/>
                  </a:lnTo>
                  <a:lnTo>
                    <a:pt x="1067252" y="1427062"/>
                  </a:lnTo>
                  <a:lnTo>
                    <a:pt x="1067219" y="1427095"/>
                  </a:lnTo>
                  <a:lnTo>
                    <a:pt x="1067203" y="1427109"/>
                  </a:lnTo>
                  <a:lnTo>
                    <a:pt x="1067187" y="1427116"/>
                  </a:lnTo>
                  <a:lnTo>
                    <a:pt x="1067171" y="1427122"/>
                  </a:lnTo>
                  <a:lnTo>
                    <a:pt x="1067165" y="1427130"/>
                  </a:lnTo>
                  <a:lnTo>
                    <a:pt x="1067164" y="1427139"/>
                  </a:lnTo>
                  <a:lnTo>
                    <a:pt x="1067165" y="1427156"/>
                  </a:lnTo>
                  <a:lnTo>
                    <a:pt x="1067163" y="1427168"/>
                  </a:lnTo>
                  <a:lnTo>
                    <a:pt x="1067161" y="1427172"/>
                  </a:lnTo>
                  <a:lnTo>
                    <a:pt x="1067146" y="1427187"/>
                  </a:lnTo>
                  <a:lnTo>
                    <a:pt x="1067130" y="1427193"/>
                  </a:lnTo>
                  <a:lnTo>
                    <a:pt x="1067114" y="1427199"/>
                  </a:lnTo>
                  <a:lnTo>
                    <a:pt x="1067098" y="1427203"/>
                  </a:lnTo>
                  <a:lnTo>
                    <a:pt x="1067082" y="1427207"/>
                  </a:lnTo>
                  <a:lnTo>
                    <a:pt x="1067066" y="1427210"/>
                  </a:lnTo>
                  <a:lnTo>
                    <a:pt x="1067050" y="1427214"/>
                  </a:lnTo>
                  <a:lnTo>
                    <a:pt x="1067035" y="1427217"/>
                  </a:lnTo>
                  <a:lnTo>
                    <a:pt x="1067019" y="1427217"/>
                  </a:lnTo>
                  <a:lnTo>
                    <a:pt x="1067003" y="1427215"/>
                  </a:lnTo>
                  <a:lnTo>
                    <a:pt x="1066987" y="1427213"/>
                  </a:lnTo>
                  <a:lnTo>
                    <a:pt x="1066970" y="1427211"/>
                  </a:lnTo>
                  <a:lnTo>
                    <a:pt x="1066954" y="1427208"/>
                  </a:lnTo>
                  <a:lnTo>
                    <a:pt x="1066938" y="1427208"/>
                  </a:lnTo>
                  <a:lnTo>
                    <a:pt x="1066903" y="1427200"/>
                  </a:lnTo>
                  <a:lnTo>
                    <a:pt x="1066898" y="1427200"/>
                  </a:lnTo>
                  <a:lnTo>
                    <a:pt x="1066882" y="1427194"/>
                  </a:lnTo>
                  <a:lnTo>
                    <a:pt x="1066870" y="1427190"/>
                  </a:lnTo>
                  <a:lnTo>
                    <a:pt x="1066866" y="1427187"/>
                  </a:lnTo>
                  <a:lnTo>
                    <a:pt x="1066854" y="1427170"/>
                  </a:lnTo>
                  <a:lnTo>
                    <a:pt x="1066844" y="1427140"/>
                  </a:lnTo>
                  <a:lnTo>
                    <a:pt x="1066843" y="1427134"/>
                  </a:lnTo>
                  <a:lnTo>
                    <a:pt x="1066833" y="1427124"/>
                  </a:lnTo>
                  <a:lnTo>
                    <a:pt x="1066828" y="1427120"/>
                  </a:lnTo>
                  <a:lnTo>
                    <a:pt x="1066813" y="1427114"/>
                  </a:lnTo>
                  <a:lnTo>
                    <a:pt x="1066805" y="1427114"/>
                  </a:lnTo>
                  <a:lnTo>
                    <a:pt x="1066797" y="1427114"/>
                  </a:lnTo>
                  <a:lnTo>
                    <a:pt x="1066789" y="1427117"/>
                  </a:lnTo>
                  <a:lnTo>
                    <a:pt x="1066773" y="1427120"/>
                  </a:lnTo>
                  <a:lnTo>
                    <a:pt x="1066757" y="1427123"/>
                  </a:lnTo>
                  <a:lnTo>
                    <a:pt x="1066741" y="1427125"/>
                  </a:lnTo>
                  <a:lnTo>
                    <a:pt x="1066729" y="1427124"/>
                  </a:lnTo>
                  <a:lnTo>
                    <a:pt x="1066704" y="1427117"/>
                  </a:lnTo>
                  <a:lnTo>
                    <a:pt x="1066697" y="1427113"/>
                  </a:lnTo>
                  <a:lnTo>
                    <a:pt x="1066686" y="1427102"/>
                  </a:lnTo>
                  <a:lnTo>
                    <a:pt x="1066672" y="1427087"/>
                  </a:lnTo>
                  <a:lnTo>
                    <a:pt x="1066656" y="1427082"/>
                  </a:lnTo>
                  <a:lnTo>
                    <a:pt x="1066640" y="1427074"/>
                  </a:lnTo>
                  <a:lnTo>
                    <a:pt x="1066624" y="1427070"/>
                  </a:lnTo>
                  <a:lnTo>
                    <a:pt x="1066608" y="1427071"/>
                  </a:lnTo>
                  <a:lnTo>
                    <a:pt x="1066592" y="1427073"/>
                  </a:lnTo>
                  <a:lnTo>
                    <a:pt x="1066576" y="1427078"/>
                  </a:lnTo>
                  <a:lnTo>
                    <a:pt x="1066566" y="1427080"/>
                  </a:lnTo>
                  <a:lnTo>
                    <a:pt x="1066560" y="1427079"/>
                  </a:lnTo>
                  <a:lnTo>
                    <a:pt x="1066548" y="1427073"/>
                  </a:lnTo>
                  <a:lnTo>
                    <a:pt x="1066544" y="1427070"/>
                  </a:lnTo>
                  <a:lnTo>
                    <a:pt x="1066528" y="1427058"/>
                  </a:lnTo>
                  <a:lnTo>
                    <a:pt x="1066510" y="1427049"/>
                  </a:lnTo>
                  <a:lnTo>
                    <a:pt x="1066496" y="1427043"/>
                  </a:lnTo>
                  <a:lnTo>
                    <a:pt x="1066480" y="1427038"/>
                  </a:lnTo>
                  <a:lnTo>
                    <a:pt x="1066475" y="1427035"/>
                  </a:lnTo>
                  <a:lnTo>
                    <a:pt x="1066464" y="1427033"/>
                  </a:lnTo>
                  <a:lnTo>
                    <a:pt x="1066448" y="1427032"/>
                  </a:lnTo>
                  <a:lnTo>
                    <a:pt x="1066432" y="1427034"/>
                  </a:lnTo>
                  <a:lnTo>
                    <a:pt x="1066416" y="1427039"/>
                  </a:lnTo>
                  <a:lnTo>
                    <a:pt x="1066407" y="1427045"/>
                  </a:lnTo>
                  <a:lnTo>
                    <a:pt x="1066387" y="1427052"/>
                  </a:lnTo>
                  <a:lnTo>
                    <a:pt x="1066369" y="1427055"/>
                  </a:lnTo>
                  <a:lnTo>
                    <a:pt x="1066353" y="1427056"/>
                  </a:lnTo>
                  <a:lnTo>
                    <a:pt x="1066337" y="1427056"/>
                  </a:lnTo>
                  <a:lnTo>
                    <a:pt x="1066321" y="1427053"/>
                  </a:lnTo>
                  <a:lnTo>
                    <a:pt x="1066309" y="1427049"/>
                  </a:lnTo>
                  <a:lnTo>
                    <a:pt x="1066305" y="1427045"/>
                  </a:lnTo>
                  <a:lnTo>
                    <a:pt x="1066300" y="1427035"/>
                  </a:lnTo>
                  <a:lnTo>
                    <a:pt x="1066293" y="1427019"/>
                  </a:lnTo>
                  <a:lnTo>
                    <a:pt x="1066281" y="1427015"/>
                  </a:lnTo>
                  <a:lnTo>
                    <a:pt x="1066277" y="1427013"/>
                  </a:lnTo>
                  <a:lnTo>
                    <a:pt x="1066263" y="1427009"/>
                  </a:lnTo>
                  <a:lnTo>
                    <a:pt x="1066245" y="1427008"/>
                  </a:lnTo>
                  <a:lnTo>
                    <a:pt x="1066237" y="1427008"/>
                  </a:lnTo>
                  <a:lnTo>
                    <a:pt x="1066229" y="1427010"/>
                  </a:lnTo>
                  <a:lnTo>
                    <a:pt x="1066213" y="1427013"/>
                  </a:lnTo>
                  <a:lnTo>
                    <a:pt x="1066197" y="1427018"/>
                  </a:lnTo>
                  <a:lnTo>
                    <a:pt x="1066181" y="1427021"/>
                  </a:lnTo>
                  <a:lnTo>
                    <a:pt x="1066165" y="1427021"/>
                  </a:lnTo>
                  <a:lnTo>
                    <a:pt x="1066160" y="1427019"/>
                  </a:lnTo>
                  <a:lnTo>
                    <a:pt x="1066154" y="1427015"/>
                  </a:lnTo>
                  <a:lnTo>
                    <a:pt x="1066152" y="1427009"/>
                  </a:lnTo>
                  <a:lnTo>
                    <a:pt x="1066143" y="1426993"/>
                  </a:lnTo>
                  <a:lnTo>
                    <a:pt x="1066127" y="1426980"/>
                  </a:lnTo>
                  <a:lnTo>
                    <a:pt x="1066119" y="1426976"/>
                  </a:lnTo>
                  <a:lnTo>
                    <a:pt x="1066111" y="1426978"/>
                  </a:lnTo>
                  <a:lnTo>
                    <a:pt x="1066102" y="1426980"/>
                  </a:lnTo>
                  <a:lnTo>
                    <a:pt x="1066095" y="1426981"/>
                  </a:lnTo>
                  <a:lnTo>
                    <a:pt x="1066079" y="1426984"/>
                  </a:lnTo>
                  <a:lnTo>
                    <a:pt x="1066059" y="1426984"/>
                  </a:lnTo>
                  <a:lnTo>
                    <a:pt x="1066047" y="1426984"/>
                  </a:lnTo>
                  <a:lnTo>
                    <a:pt x="1066031" y="1426979"/>
                  </a:lnTo>
                  <a:lnTo>
                    <a:pt x="1066015" y="1426976"/>
                  </a:lnTo>
                  <a:lnTo>
                    <a:pt x="1065998" y="1426974"/>
                  </a:lnTo>
                  <a:lnTo>
                    <a:pt x="1065983" y="1426976"/>
                  </a:lnTo>
                  <a:lnTo>
                    <a:pt x="1065967" y="1426981"/>
                  </a:lnTo>
                  <a:lnTo>
                    <a:pt x="1065951" y="1426989"/>
                  </a:lnTo>
                  <a:lnTo>
                    <a:pt x="1065942" y="1426995"/>
                  </a:lnTo>
                  <a:lnTo>
                    <a:pt x="1065936" y="1427003"/>
                  </a:lnTo>
                  <a:lnTo>
                    <a:pt x="1065922" y="1427019"/>
                  </a:lnTo>
                  <a:lnTo>
                    <a:pt x="1065909" y="1427036"/>
                  </a:lnTo>
                  <a:lnTo>
                    <a:pt x="1065899" y="1427045"/>
                  </a:lnTo>
                  <a:lnTo>
                    <a:pt x="1065895" y="1427046"/>
                  </a:lnTo>
                  <a:lnTo>
                    <a:pt x="1065885" y="1427049"/>
                  </a:lnTo>
                  <a:lnTo>
                    <a:pt x="1065878" y="1427049"/>
                  </a:lnTo>
                  <a:lnTo>
                    <a:pt x="1065862" y="1427051"/>
                  </a:lnTo>
                  <a:lnTo>
                    <a:pt x="1065846" y="1427049"/>
                  </a:lnTo>
                  <a:lnTo>
                    <a:pt x="1065830" y="1427047"/>
                  </a:lnTo>
                  <a:lnTo>
                    <a:pt x="1065814" y="1427047"/>
                  </a:lnTo>
                  <a:lnTo>
                    <a:pt x="1065798" y="1427045"/>
                  </a:lnTo>
                  <a:lnTo>
                    <a:pt x="1065748" y="1427045"/>
                  </a:lnTo>
                  <a:lnTo>
                    <a:pt x="1065737" y="1427043"/>
                  </a:lnTo>
                  <a:lnTo>
                    <a:pt x="1065726" y="1427043"/>
                  </a:lnTo>
                  <a:lnTo>
                    <a:pt x="1065711" y="1427045"/>
                  </a:lnTo>
                  <a:lnTo>
                    <a:pt x="1065699" y="1427047"/>
                  </a:lnTo>
                  <a:lnTo>
                    <a:pt x="1065690" y="1427048"/>
                  </a:lnTo>
                  <a:lnTo>
                    <a:pt x="1065674" y="1427046"/>
                  </a:lnTo>
                  <a:lnTo>
                    <a:pt x="1065658" y="1427047"/>
                  </a:lnTo>
                  <a:lnTo>
                    <a:pt x="1065642" y="1427049"/>
                  </a:lnTo>
                  <a:lnTo>
                    <a:pt x="1065626" y="1427056"/>
                  </a:lnTo>
                  <a:lnTo>
                    <a:pt x="1065609" y="1427058"/>
                  </a:lnTo>
                  <a:lnTo>
                    <a:pt x="1065601" y="1427061"/>
                  </a:lnTo>
                  <a:lnTo>
                    <a:pt x="1065593" y="1427060"/>
                  </a:lnTo>
                  <a:lnTo>
                    <a:pt x="1065577" y="1427061"/>
                  </a:lnTo>
                  <a:lnTo>
                    <a:pt x="1065561" y="1427065"/>
                  </a:lnTo>
                  <a:lnTo>
                    <a:pt x="1065546" y="1427070"/>
                  </a:lnTo>
                  <a:lnTo>
                    <a:pt x="1065532" y="1427070"/>
                  </a:lnTo>
                  <a:lnTo>
                    <a:pt x="1065514" y="1427065"/>
                  </a:lnTo>
                  <a:lnTo>
                    <a:pt x="1065498" y="1427060"/>
                  </a:lnTo>
                  <a:lnTo>
                    <a:pt x="1065482" y="1427058"/>
                  </a:lnTo>
                  <a:lnTo>
                    <a:pt x="1065466" y="1427059"/>
                  </a:lnTo>
                  <a:lnTo>
                    <a:pt x="1065450" y="1427063"/>
                  </a:lnTo>
                  <a:lnTo>
                    <a:pt x="1065440" y="1427063"/>
                  </a:lnTo>
                  <a:lnTo>
                    <a:pt x="1065433" y="1427067"/>
                  </a:lnTo>
                  <a:lnTo>
                    <a:pt x="1065423" y="1427074"/>
                  </a:lnTo>
                  <a:lnTo>
                    <a:pt x="1065417" y="1427075"/>
                  </a:lnTo>
                  <a:lnTo>
                    <a:pt x="1065401" y="1427083"/>
                  </a:lnTo>
                  <a:lnTo>
                    <a:pt x="1065397" y="1427085"/>
                  </a:lnTo>
                  <a:lnTo>
                    <a:pt x="1065385" y="1427086"/>
                  </a:lnTo>
                  <a:lnTo>
                    <a:pt x="1065370" y="1427088"/>
                  </a:lnTo>
                  <a:lnTo>
                    <a:pt x="1065354" y="1427088"/>
                  </a:lnTo>
                  <a:lnTo>
                    <a:pt x="1065338" y="1427092"/>
                  </a:lnTo>
                  <a:lnTo>
                    <a:pt x="1065327" y="1427094"/>
                  </a:lnTo>
                  <a:lnTo>
                    <a:pt x="1065322" y="1427098"/>
                  </a:lnTo>
                  <a:lnTo>
                    <a:pt x="1065306" y="1427102"/>
                  </a:lnTo>
                  <a:lnTo>
                    <a:pt x="1065290" y="1427103"/>
                  </a:lnTo>
                  <a:lnTo>
                    <a:pt x="1065274" y="1427102"/>
                  </a:lnTo>
                  <a:lnTo>
                    <a:pt x="1065268" y="1427102"/>
                  </a:lnTo>
                  <a:lnTo>
                    <a:pt x="1065257" y="1427097"/>
                  </a:lnTo>
                  <a:lnTo>
                    <a:pt x="1065249" y="1427094"/>
                  </a:lnTo>
                  <a:lnTo>
                    <a:pt x="1065241" y="1427090"/>
                  </a:lnTo>
                  <a:lnTo>
                    <a:pt x="1065225" y="1427091"/>
                  </a:lnTo>
                  <a:lnTo>
                    <a:pt x="1065217" y="1427100"/>
                  </a:lnTo>
                  <a:lnTo>
                    <a:pt x="1065214" y="1427107"/>
                  </a:lnTo>
                  <a:lnTo>
                    <a:pt x="1065212" y="1427113"/>
                  </a:lnTo>
                  <a:lnTo>
                    <a:pt x="1065207" y="1427117"/>
                  </a:lnTo>
                  <a:lnTo>
                    <a:pt x="1065201" y="1427119"/>
                  </a:lnTo>
                  <a:lnTo>
                    <a:pt x="1065185" y="1427123"/>
                  </a:lnTo>
                  <a:lnTo>
                    <a:pt x="1065169" y="1427121"/>
                  </a:lnTo>
                  <a:lnTo>
                    <a:pt x="1065157" y="1427120"/>
                  </a:lnTo>
                  <a:lnTo>
                    <a:pt x="1065153" y="1427118"/>
                  </a:lnTo>
                  <a:lnTo>
                    <a:pt x="1065137" y="1427116"/>
                  </a:lnTo>
                  <a:lnTo>
                    <a:pt x="1065121" y="1427111"/>
                  </a:lnTo>
                  <a:lnTo>
                    <a:pt x="1065105" y="1427105"/>
                  </a:lnTo>
                  <a:lnTo>
                    <a:pt x="1065089" y="1427102"/>
                  </a:lnTo>
                  <a:lnTo>
                    <a:pt x="1065071" y="1427103"/>
                  </a:lnTo>
                  <a:lnTo>
                    <a:pt x="1065061" y="1427106"/>
                  </a:lnTo>
                  <a:lnTo>
                    <a:pt x="1065057" y="1427110"/>
                  </a:lnTo>
                  <a:lnTo>
                    <a:pt x="1065041" y="1427118"/>
                  </a:lnTo>
                  <a:lnTo>
                    <a:pt x="1065025" y="1427126"/>
                  </a:lnTo>
                  <a:lnTo>
                    <a:pt x="1065009" y="1427133"/>
                  </a:lnTo>
                  <a:lnTo>
                    <a:pt x="1064993" y="1427139"/>
                  </a:lnTo>
                  <a:lnTo>
                    <a:pt x="1064977" y="1427140"/>
                  </a:lnTo>
                  <a:lnTo>
                    <a:pt x="1064961" y="1427139"/>
                  </a:lnTo>
                  <a:lnTo>
                    <a:pt x="1064945" y="1427139"/>
                  </a:lnTo>
                  <a:lnTo>
                    <a:pt x="1064929" y="1427141"/>
                  </a:lnTo>
                  <a:lnTo>
                    <a:pt x="1064913" y="1427147"/>
                  </a:lnTo>
                  <a:lnTo>
                    <a:pt x="1064897" y="1427153"/>
                  </a:lnTo>
                  <a:lnTo>
                    <a:pt x="1064889" y="1427155"/>
                  </a:lnTo>
                  <a:lnTo>
                    <a:pt x="1064881" y="1427159"/>
                  </a:lnTo>
                  <a:lnTo>
                    <a:pt x="1064865" y="1427170"/>
                  </a:lnTo>
                  <a:lnTo>
                    <a:pt x="1064849" y="1427178"/>
                  </a:lnTo>
                  <a:lnTo>
                    <a:pt x="1064833" y="1427190"/>
                  </a:lnTo>
                  <a:lnTo>
                    <a:pt x="1064829" y="1427193"/>
                  </a:lnTo>
                  <a:lnTo>
                    <a:pt x="1064817" y="1427193"/>
                  </a:lnTo>
                  <a:lnTo>
                    <a:pt x="1064808" y="1427194"/>
                  </a:lnTo>
                  <a:lnTo>
                    <a:pt x="1064802" y="1427199"/>
                  </a:lnTo>
                  <a:lnTo>
                    <a:pt x="1064789" y="1427207"/>
                  </a:lnTo>
                  <a:lnTo>
                    <a:pt x="1064770" y="1427201"/>
                  </a:lnTo>
                  <a:lnTo>
                    <a:pt x="1064754" y="1427195"/>
                  </a:lnTo>
                  <a:lnTo>
                    <a:pt x="1064738" y="1427192"/>
                  </a:lnTo>
                  <a:lnTo>
                    <a:pt x="1064729" y="1427189"/>
                  </a:lnTo>
                  <a:lnTo>
                    <a:pt x="1064723" y="1427189"/>
                  </a:lnTo>
                  <a:lnTo>
                    <a:pt x="1064712" y="1427188"/>
                  </a:lnTo>
                  <a:lnTo>
                    <a:pt x="1064706" y="1427189"/>
                  </a:lnTo>
                  <a:lnTo>
                    <a:pt x="1064690" y="1427190"/>
                  </a:lnTo>
                  <a:lnTo>
                    <a:pt x="1064674" y="1427191"/>
                  </a:lnTo>
                  <a:lnTo>
                    <a:pt x="1064658" y="1427194"/>
                  </a:lnTo>
                  <a:lnTo>
                    <a:pt x="1064642" y="1427197"/>
                  </a:lnTo>
                  <a:lnTo>
                    <a:pt x="1064626" y="1427200"/>
                  </a:lnTo>
                  <a:lnTo>
                    <a:pt x="1064610" y="1427205"/>
                  </a:lnTo>
                  <a:lnTo>
                    <a:pt x="1064594" y="1427210"/>
                  </a:lnTo>
                  <a:lnTo>
                    <a:pt x="1064579" y="1427215"/>
                  </a:lnTo>
                  <a:lnTo>
                    <a:pt x="1064563" y="1427218"/>
                  </a:lnTo>
                  <a:lnTo>
                    <a:pt x="1064549" y="1427218"/>
                  </a:lnTo>
                  <a:lnTo>
                    <a:pt x="1064530" y="1427215"/>
                  </a:lnTo>
                  <a:lnTo>
                    <a:pt x="1064514" y="1427210"/>
                  </a:lnTo>
                  <a:lnTo>
                    <a:pt x="1064498" y="1427206"/>
                  </a:lnTo>
                  <a:lnTo>
                    <a:pt x="1064482" y="1427207"/>
                  </a:lnTo>
                  <a:lnTo>
                    <a:pt x="1064466" y="1427215"/>
                  </a:lnTo>
                  <a:lnTo>
                    <a:pt x="1064450" y="1427221"/>
                  </a:lnTo>
                  <a:lnTo>
                    <a:pt x="1064434" y="1427229"/>
                  </a:lnTo>
                  <a:lnTo>
                    <a:pt x="1064419" y="1427235"/>
                  </a:lnTo>
                  <a:lnTo>
                    <a:pt x="1064403" y="1427238"/>
                  </a:lnTo>
                  <a:lnTo>
                    <a:pt x="1064387" y="1427242"/>
                  </a:lnTo>
                  <a:lnTo>
                    <a:pt x="1064371" y="1427243"/>
                  </a:lnTo>
                  <a:lnTo>
                    <a:pt x="1064354" y="1427243"/>
                  </a:lnTo>
                  <a:lnTo>
                    <a:pt x="1064338" y="1427244"/>
                  </a:lnTo>
                  <a:lnTo>
                    <a:pt x="1064322" y="1427245"/>
                  </a:lnTo>
                  <a:lnTo>
                    <a:pt x="1064306" y="1427245"/>
                  </a:lnTo>
                  <a:lnTo>
                    <a:pt x="1064290" y="1427246"/>
                  </a:lnTo>
                  <a:lnTo>
                    <a:pt x="1064274" y="1427246"/>
                  </a:lnTo>
                  <a:lnTo>
                    <a:pt x="1064250" y="1427249"/>
                  </a:lnTo>
                  <a:lnTo>
                    <a:pt x="1064245" y="1427251"/>
                  </a:lnTo>
                  <a:lnTo>
                    <a:pt x="1064229" y="1427255"/>
                  </a:lnTo>
                  <a:lnTo>
                    <a:pt x="1064213" y="1427259"/>
                  </a:lnTo>
                  <a:lnTo>
                    <a:pt x="1064197" y="1427263"/>
                  </a:lnTo>
                  <a:lnTo>
                    <a:pt x="1064181" y="1427267"/>
                  </a:lnTo>
                  <a:lnTo>
                    <a:pt x="1064165" y="1427269"/>
                  </a:lnTo>
                  <a:lnTo>
                    <a:pt x="1064149" y="1427271"/>
                  </a:lnTo>
                  <a:lnTo>
                    <a:pt x="1064133" y="1427273"/>
                  </a:lnTo>
                  <a:lnTo>
                    <a:pt x="1064117" y="1427275"/>
                  </a:lnTo>
                  <a:lnTo>
                    <a:pt x="1064101" y="1427277"/>
                  </a:lnTo>
                  <a:lnTo>
                    <a:pt x="1064088" y="1427294"/>
                  </a:lnTo>
                  <a:lnTo>
                    <a:pt x="1064081" y="1427300"/>
                  </a:lnTo>
                  <a:lnTo>
                    <a:pt x="1064071" y="1427309"/>
                  </a:lnTo>
                  <a:lnTo>
                    <a:pt x="1064066" y="1427311"/>
                  </a:lnTo>
                  <a:lnTo>
                    <a:pt x="1064049" y="1427318"/>
                  </a:lnTo>
                  <a:lnTo>
                    <a:pt x="1064034" y="1427323"/>
                  </a:lnTo>
                  <a:lnTo>
                    <a:pt x="1064018" y="1427328"/>
                  </a:lnTo>
                  <a:lnTo>
                    <a:pt x="1064002" y="1427330"/>
                  </a:lnTo>
                  <a:lnTo>
                    <a:pt x="1063986" y="1427334"/>
                  </a:lnTo>
                  <a:lnTo>
                    <a:pt x="1063970" y="1427336"/>
                  </a:lnTo>
                  <a:lnTo>
                    <a:pt x="1063954" y="1427337"/>
                  </a:lnTo>
                  <a:lnTo>
                    <a:pt x="1063937" y="1427332"/>
                  </a:lnTo>
                  <a:lnTo>
                    <a:pt x="1063923" y="1427329"/>
                  </a:lnTo>
                  <a:lnTo>
                    <a:pt x="1063906" y="1427326"/>
                  </a:lnTo>
                  <a:lnTo>
                    <a:pt x="1063890" y="1427324"/>
                  </a:lnTo>
                  <a:lnTo>
                    <a:pt x="1063874" y="1427325"/>
                  </a:lnTo>
                  <a:lnTo>
                    <a:pt x="1063858" y="1427325"/>
                  </a:lnTo>
                  <a:lnTo>
                    <a:pt x="1063842" y="1427324"/>
                  </a:lnTo>
                  <a:lnTo>
                    <a:pt x="1063834" y="1427320"/>
                  </a:lnTo>
                  <a:lnTo>
                    <a:pt x="1063826" y="1427318"/>
                  </a:lnTo>
                  <a:lnTo>
                    <a:pt x="1063810" y="1427314"/>
                  </a:lnTo>
                  <a:lnTo>
                    <a:pt x="1063794" y="1427313"/>
                  </a:lnTo>
                  <a:lnTo>
                    <a:pt x="1063778" y="1427314"/>
                  </a:lnTo>
                  <a:lnTo>
                    <a:pt x="1063761" y="1427316"/>
                  </a:lnTo>
                  <a:lnTo>
                    <a:pt x="1063745" y="1427317"/>
                  </a:lnTo>
                  <a:lnTo>
                    <a:pt x="1063729" y="1427317"/>
                  </a:lnTo>
                  <a:lnTo>
                    <a:pt x="1063713" y="1427317"/>
                  </a:lnTo>
                  <a:lnTo>
                    <a:pt x="1063698" y="1427320"/>
                  </a:lnTo>
                  <a:lnTo>
                    <a:pt x="1063682" y="1427324"/>
                  </a:lnTo>
                  <a:lnTo>
                    <a:pt x="1063666" y="1427325"/>
                  </a:lnTo>
                  <a:lnTo>
                    <a:pt x="1063650" y="1427331"/>
                  </a:lnTo>
                  <a:lnTo>
                    <a:pt x="1063634" y="1427341"/>
                  </a:lnTo>
                  <a:lnTo>
                    <a:pt x="1063618" y="1427353"/>
                  </a:lnTo>
                  <a:lnTo>
                    <a:pt x="1063610" y="1427360"/>
                  </a:lnTo>
                  <a:lnTo>
                    <a:pt x="1063602" y="1427364"/>
                  </a:lnTo>
                  <a:lnTo>
                    <a:pt x="1063586" y="1427372"/>
                  </a:lnTo>
                  <a:lnTo>
                    <a:pt x="1063576" y="1427375"/>
                  </a:lnTo>
                  <a:lnTo>
                    <a:pt x="1063570" y="1427375"/>
                  </a:lnTo>
                  <a:lnTo>
                    <a:pt x="1063554" y="1427379"/>
                  </a:lnTo>
                  <a:lnTo>
                    <a:pt x="1063538" y="1427381"/>
                  </a:lnTo>
                  <a:lnTo>
                    <a:pt x="1063522" y="1427382"/>
                  </a:lnTo>
                  <a:lnTo>
                    <a:pt x="1063506" y="1427381"/>
                  </a:lnTo>
                  <a:lnTo>
                    <a:pt x="1063494" y="1427378"/>
                  </a:lnTo>
                  <a:lnTo>
                    <a:pt x="1063484" y="1427381"/>
                  </a:lnTo>
                  <a:lnTo>
                    <a:pt x="1063477" y="1427386"/>
                  </a:lnTo>
                  <a:lnTo>
                    <a:pt x="1063461" y="1427393"/>
                  </a:lnTo>
                  <a:lnTo>
                    <a:pt x="1063445" y="1427398"/>
                  </a:lnTo>
                  <a:lnTo>
                    <a:pt x="1063429" y="1427400"/>
                  </a:lnTo>
                  <a:lnTo>
                    <a:pt x="1063421" y="1427404"/>
                  </a:lnTo>
                  <a:lnTo>
                    <a:pt x="1063413" y="1427405"/>
                  </a:lnTo>
                  <a:lnTo>
                    <a:pt x="1063398" y="1427406"/>
                  </a:lnTo>
                  <a:lnTo>
                    <a:pt x="1063381" y="1427403"/>
                  </a:lnTo>
                  <a:lnTo>
                    <a:pt x="1063365" y="1427402"/>
                  </a:lnTo>
                  <a:lnTo>
                    <a:pt x="1063349" y="1427402"/>
                  </a:lnTo>
                  <a:lnTo>
                    <a:pt x="1063333" y="1427402"/>
                  </a:lnTo>
                  <a:lnTo>
                    <a:pt x="1063317" y="1427403"/>
                  </a:lnTo>
                  <a:lnTo>
                    <a:pt x="1063301" y="1427404"/>
                  </a:lnTo>
                  <a:lnTo>
                    <a:pt x="1063285" y="1427408"/>
                  </a:lnTo>
                  <a:lnTo>
                    <a:pt x="1063269" y="1427412"/>
                  </a:lnTo>
                  <a:lnTo>
                    <a:pt x="1063253" y="1427417"/>
                  </a:lnTo>
                  <a:lnTo>
                    <a:pt x="1063237" y="1427423"/>
                  </a:lnTo>
                  <a:lnTo>
                    <a:pt x="1063221" y="1427428"/>
                  </a:lnTo>
                  <a:lnTo>
                    <a:pt x="1063205" y="1427434"/>
                  </a:lnTo>
                  <a:lnTo>
                    <a:pt x="1063189" y="1427442"/>
                  </a:lnTo>
                  <a:lnTo>
                    <a:pt x="1063173" y="1427448"/>
                  </a:lnTo>
                  <a:lnTo>
                    <a:pt x="1063157" y="1427454"/>
                  </a:lnTo>
                  <a:lnTo>
                    <a:pt x="1063141" y="1427460"/>
                  </a:lnTo>
                  <a:lnTo>
                    <a:pt x="1063125" y="1427464"/>
                  </a:lnTo>
                  <a:lnTo>
                    <a:pt x="1063109" y="1427470"/>
                  </a:lnTo>
                  <a:lnTo>
                    <a:pt x="1063093" y="1427475"/>
                  </a:lnTo>
                  <a:lnTo>
                    <a:pt x="1063077" y="1427480"/>
                  </a:lnTo>
                  <a:lnTo>
                    <a:pt x="1063061" y="1427482"/>
                  </a:lnTo>
                  <a:lnTo>
                    <a:pt x="1063045" y="1427484"/>
                  </a:lnTo>
                  <a:lnTo>
                    <a:pt x="1063029" y="1427484"/>
                  </a:lnTo>
                  <a:lnTo>
                    <a:pt x="1063020" y="1427482"/>
                  </a:lnTo>
                  <a:lnTo>
                    <a:pt x="1063011" y="1427476"/>
                  </a:lnTo>
                  <a:lnTo>
                    <a:pt x="1063000" y="1427525"/>
                  </a:lnTo>
                  <a:lnTo>
                    <a:pt x="1062993" y="1427541"/>
                  </a:lnTo>
                  <a:lnTo>
                    <a:pt x="1062988" y="1427553"/>
                  </a:lnTo>
                  <a:lnTo>
                    <a:pt x="1062981" y="1427557"/>
                  </a:lnTo>
                  <a:lnTo>
                    <a:pt x="1062955" y="1427556"/>
                  </a:lnTo>
                  <a:lnTo>
                    <a:pt x="1062939" y="1427555"/>
                  </a:lnTo>
                  <a:lnTo>
                    <a:pt x="1062923" y="1427553"/>
                  </a:lnTo>
                  <a:lnTo>
                    <a:pt x="1062907" y="1427552"/>
                  </a:lnTo>
                  <a:lnTo>
                    <a:pt x="1062903" y="1427551"/>
                  </a:lnTo>
                  <a:lnTo>
                    <a:pt x="1062891" y="1427552"/>
                  </a:lnTo>
                  <a:lnTo>
                    <a:pt x="1062875" y="1427554"/>
                  </a:lnTo>
                  <a:lnTo>
                    <a:pt x="1062859" y="1427556"/>
                  </a:lnTo>
                  <a:lnTo>
                    <a:pt x="1062843" y="1427558"/>
                  </a:lnTo>
                  <a:lnTo>
                    <a:pt x="1062827" y="1427559"/>
                  </a:lnTo>
                  <a:lnTo>
                    <a:pt x="1062811" y="1427560"/>
                  </a:lnTo>
                  <a:lnTo>
                    <a:pt x="1062795" y="1427561"/>
                  </a:lnTo>
                  <a:lnTo>
                    <a:pt x="1062777" y="1427561"/>
                  </a:lnTo>
                  <a:lnTo>
                    <a:pt x="1062763" y="1427561"/>
                  </a:lnTo>
                  <a:lnTo>
                    <a:pt x="1062747" y="1427561"/>
                  </a:lnTo>
                  <a:lnTo>
                    <a:pt x="1062731" y="1427558"/>
                  </a:lnTo>
                  <a:lnTo>
                    <a:pt x="1062715" y="1427557"/>
                  </a:lnTo>
                  <a:lnTo>
                    <a:pt x="1062699" y="1427557"/>
                  </a:lnTo>
                  <a:lnTo>
                    <a:pt x="1062683" y="1427556"/>
                  </a:lnTo>
                  <a:lnTo>
                    <a:pt x="1062667" y="1427557"/>
                  </a:lnTo>
                  <a:lnTo>
                    <a:pt x="1062651" y="1427559"/>
                  </a:lnTo>
                  <a:lnTo>
                    <a:pt x="1062635" y="1427560"/>
                  </a:lnTo>
                  <a:lnTo>
                    <a:pt x="1062619" y="1427563"/>
                  </a:lnTo>
                  <a:lnTo>
                    <a:pt x="1062603" y="1427564"/>
                  </a:lnTo>
                  <a:lnTo>
                    <a:pt x="1062587" y="1427566"/>
                  </a:lnTo>
                  <a:lnTo>
                    <a:pt x="1062571" y="1427567"/>
                  </a:lnTo>
                  <a:lnTo>
                    <a:pt x="1062555" y="1427569"/>
                  </a:lnTo>
                  <a:lnTo>
                    <a:pt x="1062539" y="1427572"/>
                  </a:lnTo>
                  <a:lnTo>
                    <a:pt x="1062523" y="1427574"/>
                  </a:lnTo>
                  <a:lnTo>
                    <a:pt x="1062507" y="1427576"/>
                  </a:lnTo>
                  <a:lnTo>
                    <a:pt x="1062491" y="1427578"/>
                  </a:lnTo>
                  <a:lnTo>
                    <a:pt x="1062475" y="1427579"/>
                  </a:lnTo>
                  <a:lnTo>
                    <a:pt x="1062459" y="1427581"/>
                  </a:lnTo>
                  <a:lnTo>
                    <a:pt x="1062443" y="1427581"/>
                  </a:lnTo>
                  <a:lnTo>
                    <a:pt x="1062427" y="1427582"/>
                  </a:lnTo>
                  <a:lnTo>
                    <a:pt x="1062411" y="1427582"/>
                  </a:lnTo>
                  <a:lnTo>
                    <a:pt x="1062395" y="1427583"/>
                  </a:lnTo>
                  <a:lnTo>
                    <a:pt x="1062379" y="1427585"/>
                  </a:lnTo>
                  <a:lnTo>
                    <a:pt x="1062363" y="1427583"/>
                  </a:lnTo>
                  <a:lnTo>
                    <a:pt x="1062347" y="1427586"/>
                  </a:lnTo>
                  <a:lnTo>
                    <a:pt x="1062331" y="1427587"/>
                  </a:lnTo>
                  <a:lnTo>
                    <a:pt x="1062315" y="1427589"/>
                  </a:lnTo>
                  <a:lnTo>
                    <a:pt x="1062298" y="1427591"/>
                  </a:lnTo>
                  <a:lnTo>
                    <a:pt x="1062264" y="1427594"/>
                  </a:lnTo>
                  <a:lnTo>
                    <a:pt x="1062248" y="1427590"/>
                  </a:lnTo>
                  <a:lnTo>
                    <a:pt x="1062232" y="1427590"/>
                  </a:lnTo>
                  <a:lnTo>
                    <a:pt x="1062216" y="1427591"/>
                  </a:lnTo>
                  <a:lnTo>
                    <a:pt x="1062200" y="1427596"/>
                  </a:lnTo>
                  <a:lnTo>
                    <a:pt x="1062183" y="1427602"/>
                  </a:lnTo>
                  <a:lnTo>
                    <a:pt x="1062168" y="1427608"/>
                  </a:lnTo>
                  <a:lnTo>
                    <a:pt x="1062152" y="1427617"/>
                  </a:lnTo>
                  <a:lnTo>
                    <a:pt x="1062148" y="1427620"/>
                  </a:lnTo>
                  <a:lnTo>
                    <a:pt x="1062136" y="1427625"/>
                  </a:lnTo>
                  <a:lnTo>
                    <a:pt x="1062120" y="1427630"/>
                  </a:lnTo>
                  <a:lnTo>
                    <a:pt x="1062104" y="1427634"/>
                  </a:lnTo>
                  <a:lnTo>
                    <a:pt x="1062088" y="1427638"/>
                  </a:lnTo>
                  <a:lnTo>
                    <a:pt x="1062071" y="1427639"/>
                  </a:lnTo>
                  <a:lnTo>
                    <a:pt x="1062056" y="1427640"/>
                  </a:lnTo>
                  <a:lnTo>
                    <a:pt x="1062040" y="1427640"/>
                  </a:lnTo>
                  <a:lnTo>
                    <a:pt x="1062011" y="1427641"/>
                  </a:lnTo>
                  <a:lnTo>
                    <a:pt x="1061994" y="1427644"/>
                  </a:lnTo>
                  <a:lnTo>
                    <a:pt x="1061979" y="1427647"/>
                  </a:lnTo>
                  <a:lnTo>
                    <a:pt x="1061963" y="1427654"/>
                  </a:lnTo>
                  <a:lnTo>
                    <a:pt x="1061947" y="1427663"/>
                  </a:lnTo>
                  <a:lnTo>
                    <a:pt x="1061931" y="1427671"/>
                  </a:lnTo>
                  <a:lnTo>
                    <a:pt x="1061915" y="1427677"/>
                  </a:lnTo>
                  <a:lnTo>
                    <a:pt x="1061899" y="1427684"/>
                  </a:lnTo>
                  <a:lnTo>
                    <a:pt x="1061868" y="1427692"/>
                  </a:lnTo>
                  <a:lnTo>
                    <a:pt x="1061862" y="1427696"/>
                  </a:lnTo>
                  <a:lnTo>
                    <a:pt x="1061847" y="1427709"/>
                  </a:lnTo>
                  <a:lnTo>
                    <a:pt x="1061837" y="1427726"/>
                  </a:lnTo>
                  <a:lnTo>
                    <a:pt x="1061826" y="1427743"/>
                  </a:lnTo>
                  <a:lnTo>
                    <a:pt x="1061824" y="1427750"/>
                  </a:lnTo>
                  <a:lnTo>
                    <a:pt x="1061817" y="1427760"/>
                  </a:lnTo>
                  <a:lnTo>
                    <a:pt x="1061811" y="1427767"/>
                  </a:lnTo>
                  <a:lnTo>
                    <a:pt x="1061804" y="1427771"/>
                  </a:lnTo>
                  <a:lnTo>
                    <a:pt x="1061799" y="1427773"/>
                  </a:lnTo>
                  <a:lnTo>
                    <a:pt x="1061786" y="1427775"/>
                  </a:lnTo>
                  <a:lnTo>
                    <a:pt x="1061776" y="1427777"/>
                  </a:lnTo>
                  <a:lnTo>
                    <a:pt x="1061748" y="1427801"/>
                  </a:lnTo>
                  <a:lnTo>
                    <a:pt x="1061732" y="1427813"/>
                  </a:lnTo>
                  <a:lnTo>
                    <a:pt x="1061716" y="1427821"/>
                  </a:lnTo>
                  <a:lnTo>
                    <a:pt x="1061705" y="1427825"/>
                  </a:lnTo>
                  <a:lnTo>
                    <a:pt x="1061706" y="1427840"/>
                  </a:lnTo>
                  <a:lnTo>
                    <a:pt x="1061703" y="1427854"/>
                  </a:lnTo>
                  <a:lnTo>
                    <a:pt x="1061704" y="1427869"/>
                  </a:lnTo>
                  <a:lnTo>
                    <a:pt x="1061715" y="1427891"/>
                  </a:lnTo>
                  <a:lnTo>
                    <a:pt x="1061717" y="1427902"/>
                  </a:lnTo>
                  <a:lnTo>
                    <a:pt x="1061716" y="1427910"/>
                  </a:lnTo>
                  <a:lnTo>
                    <a:pt x="1061711" y="1427918"/>
                  </a:lnTo>
                  <a:lnTo>
                    <a:pt x="1061711" y="1427927"/>
                  </a:lnTo>
                  <a:lnTo>
                    <a:pt x="1061713" y="1427933"/>
                  </a:lnTo>
                  <a:lnTo>
                    <a:pt x="1061715" y="1427939"/>
                  </a:lnTo>
                  <a:lnTo>
                    <a:pt x="1061715" y="1427952"/>
                  </a:lnTo>
                  <a:lnTo>
                    <a:pt x="1061709" y="1427967"/>
                  </a:lnTo>
                  <a:lnTo>
                    <a:pt x="1061705" y="1427976"/>
                  </a:lnTo>
                  <a:lnTo>
                    <a:pt x="1061705" y="1427983"/>
                  </a:lnTo>
                  <a:lnTo>
                    <a:pt x="1061707" y="1427992"/>
                  </a:lnTo>
                  <a:lnTo>
                    <a:pt x="1061713" y="1428004"/>
                  </a:lnTo>
                  <a:lnTo>
                    <a:pt x="1061712" y="1428017"/>
                  </a:lnTo>
                  <a:lnTo>
                    <a:pt x="1061707" y="1428024"/>
                  </a:lnTo>
                  <a:lnTo>
                    <a:pt x="1061697" y="1428028"/>
                  </a:lnTo>
                  <a:lnTo>
                    <a:pt x="1061682" y="1428039"/>
                  </a:lnTo>
                  <a:lnTo>
                    <a:pt x="1061679" y="1428045"/>
                  </a:lnTo>
                  <a:lnTo>
                    <a:pt x="1061683" y="1428065"/>
                  </a:lnTo>
                  <a:lnTo>
                    <a:pt x="1061684" y="1428072"/>
                  </a:lnTo>
                  <a:lnTo>
                    <a:pt x="1061682" y="1428089"/>
                  </a:lnTo>
                  <a:lnTo>
                    <a:pt x="1061678" y="1428106"/>
                  </a:lnTo>
                  <a:lnTo>
                    <a:pt x="1061674" y="1428123"/>
                  </a:lnTo>
                  <a:lnTo>
                    <a:pt x="1061670" y="1428139"/>
                  </a:lnTo>
                  <a:lnTo>
                    <a:pt x="1061669" y="1428156"/>
                  </a:lnTo>
                  <a:lnTo>
                    <a:pt x="1061673" y="1428173"/>
                  </a:lnTo>
                  <a:lnTo>
                    <a:pt x="1061680" y="1428189"/>
                  </a:lnTo>
                  <a:lnTo>
                    <a:pt x="1061688" y="1428206"/>
                  </a:lnTo>
                  <a:lnTo>
                    <a:pt x="1061690" y="1428212"/>
                  </a:lnTo>
                  <a:lnTo>
                    <a:pt x="1061690" y="1428220"/>
                  </a:lnTo>
                  <a:lnTo>
                    <a:pt x="1061682" y="1428228"/>
                  </a:lnTo>
                  <a:lnTo>
                    <a:pt x="1061671" y="1428233"/>
                  </a:lnTo>
                  <a:lnTo>
                    <a:pt x="1061655" y="1428236"/>
                  </a:lnTo>
                  <a:lnTo>
                    <a:pt x="1061643" y="1428244"/>
                  </a:lnTo>
                  <a:lnTo>
                    <a:pt x="1061641" y="1428252"/>
                  </a:lnTo>
                  <a:lnTo>
                    <a:pt x="1061643" y="1428265"/>
                  </a:lnTo>
                  <a:lnTo>
                    <a:pt x="1061642" y="1428282"/>
                  </a:lnTo>
                  <a:lnTo>
                    <a:pt x="1061643" y="1428298"/>
                  </a:lnTo>
                  <a:lnTo>
                    <a:pt x="1061643" y="1428315"/>
                  </a:lnTo>
                  <a:lnTo>
                    <a:pt x="1061641" y="1428332"/>
                  </a:lnTo>
                  <a:lnTo>
                    <a:pt x="1061638" y="1428358"/>
                  </a:lnTo>
                  <a:lnTo>
                    <a:pt x="1061635" y="1428370"/>
                  </a:lnTo>
                  <a:lnTo>
                    <a:pt x="1061627" y="1428373"/>
                  </a:lnTo>
                  <a:lnTo>
                    <a:pt x="1061620" y="1428373"/>
                  </a:lnTo>
                  <a:lnTo>
                    <a:pt x="1061606" y="1428374"/>
                  </a:lnTo>
                  <a:lnTo>
                    <a:pt x="1061588" y="1428373"/>
                  </a:lnTo>
                  <a:lnTo>
                    <a:pt x="1061572" y="1428378"/>
                  </a:lnTo>
                  <a:lnTo>
                    <a:pt x="1061555" y="1428382"/>
                  </a:lnTo>
                  <a:lnTo>
                    <a:pt x="1061545" y="1428384"/>
                  </a:lnTo>
                  <a:lnTo>
                    <a:pt x="1061532" y="1428386"/>
                  </a:lnTo>
                  <a:lnTo>
                    <a:pt x="1061522" y="1428382"/>
                  </a:lnTo>
                  <a:lnTo>
                    <a:pt x="1061514" y="1428378"/>
                  </a:lnTo>
                  <a:lnTo>
                    <a:pt x="1061508" y="1428370"/>
                  </a:lnTo>
                  <a:lnTo>
                    <a:pt x="1061508" y="1428362"/>
                  </a:lnTo>
                  <a:lnTo>
                    <a:pt x="1061514" y="1428348"/>
                  </a:lnTo>
                  <a:lnTo>
                    <a:pt x="1061525" y="1428333"/>
                  </a:lnTo>
                  <a:lnTo>
                    <a:pt x="1061535" y="1428319"/>
                  </a:lnTo>
                  <a:lnTo>
                    <a:pt x="1061533" y="1428311"/>
                  </a:lnTo>
                  <a:lnTo>
                    <a:pt x="1061524" y="1428305"/>
                  </a:lnTo>
                  <a:lnTo>
                    <a:pt x="1061508" y="1428296"/>
                  </a:lnTo>
                  <a:lnTo>
                    <a:pt x="1061492" y="1428291"/>
                  </a:lnTo>
                  <a:lnTo>
                    <a:pt x="1061468" y="1428283"/>
                  </a:lnTo>
                  <a:lnTo>
                    <a:pt x="1061454" y="1428279"/>
                  </a:lnTo>
                  <a:lnTo>
                    <a:pt x="1061445" y="1428276"/>
                  </a:lnTo>
                  <a:lnTo>
                    <a:pt x="1061428" y="1428271"/>
                  </a:lnTo>
                  <a:lnTo>
                    <a:pt x="1061412" y="1428274"/>
                  </a:lnTo>
                  <a:lnTo>
                    <a:pt x="1061400" y="1428277"/>
                  </a:lnTo>
                  <a:lnTo>
                    <a:pt x="1061380" y="1428291"/>
                  </a:lnTo>
                  <a:lnTo>
                    <a:pt x="1061364" y="1428294"/>
                  </a:lnTo>
                  <a:lnTo>
                    <a:pt x="1061357" y="1428292"/>
                  </a:lnTo>
                  <a:lnTo>
                    <a:pt x="1061350" y="1428285"/>
                  </a:lnTo>
                  <a:lnTo>
                    <a:pt x="1061344" y="1428277"/>
                  </a:lnTo>
                  <a:lnTo>
                    <a:pt x="1061344" y="1428269"/>
                  </a:lnTo>
                  <a:lnTo>
                    <a:pt x="1061345" y="1428252"/>
                  </a:lnTo>
                  <a:lnTo>
                    <a:pt x="1061354" y="1428235"/>
                  </a:lnTo>
                  <a:lnTo>
                    <a:pt x="1061360" y="1428222"/>
                  </a:lnTo>
                  <a:lnTo>
                    <a:pt x="1061375" y="1428202"/>
                  </a:lnTo>
                  <a:lnTo>
                    <a:pt x="1061389" y="1428185"/>
                  </a:lnTo>
                  <a:lnTo>
                    <a:pt x="1061398" y="1428168"/>
                  </a:lnTo>
                  <a:lnTo>
                    <a:pt x="1061410" y="1428144"/>
                  </a:lnTo>
                  <a:lnTo>
                    <a:pt x="1061411" y="1428135"/>
                  </a:lnTo>
                  <a:lnTo>
                    <a:pt x="1061411" y="1428118"/>
                  </a:lnTo>
                  <a:lnTo>
                    <a:pt x="1061404" y="1428099"/>
                  </a:lnTo>
                  <a:lnTo>
                    <a:pt x="1061391" y="1428087"/>
                  </a:lnTo>
                  <a:lnTo>
                    <a:pt x="1061377" y="1428083"/>
                  </a:lnTo>
                  <a:lnTo>
                    <a:pt x="1061357" y="1428080"/>
                  </a:lnTo>
                  <a:lnTo>
                    <a:pt x="1061341" y="1428075"/>
                  </a:lnTo>
                  <a:lnTo>
                    <a:pt x="1061325" y="1428074"/>
                  </a:lnTo>
                  <a:lnTo>
                    <a:pt x="1061309" y="1428074"/>
                  </a:lnTo>
                  <a:lnTo>
                    <a:pt x="1061292" y="1428074"/>
                  </a:lnTo>
                  <a:lnTo>
                    <a:pt x="1061277" y="1428078"/>
                  </a:lnTo>
                  <a:lnTo>
                    <a:pt x="1061261" y="1428084"/>
                  </a:lnTo>
                  <a:lnTo>
                    <a:pt x="1061254" y="1428089"/>
                  </a:lnTo>
                  <a:lnTo>
                    <a:pt x="1061249" y="1428096"/>
                  </a:lnTo>
                  <a:lnTo>
                    <a:pt x="1061235" y="1428111"/>
                  </a:lnTo>
                  <a:lnTo>
                    <a:pt x="1061225" y="1428128"/>
                  </a:lnTo>
                  <a:lnTo>
                    <a:pt x="1061211" y="1428144"/>
                  </a:lnTo>
                  <a:lnTo>
                    <a:pt x="1061196" y="1428154"/>
                  </a:lnTo>
                  <a:lnTo>
                    <a:pt x="1061179" y="1428166"/>
                  </a:lnTo>
                  <a:lnTo>
                    <a:pt x="1061164" y="1428174"/>
                  </a:lnTo>
                  <a:lnTo>
                    <a:pt x="1061149" y="1428185"/>
                  </a:lnTo>
                  <a:lnTo>
                    <a:pt x="1061140" y="1428192"/>
                  </a:lnTo>
                  <a:lnTo>
                    <a:pt x="1061133" y="1428195"/>
                  </a:lnTo>
                  <a:lnTo>
                    <a:pt x="1061117" y="1428206"/>
                  </a:lnTo>
                  <a:lnTo>
                    <a:pt x="1061101" y="1428216"/>
                  </a:lnTo>
                  <a:lnTo>
                    <a:pt x="1061085" y="1428229"/>
                  </a:lnTo>
                  <a:lnTo>
                    <a:pt x="1061069" y="1428243"/>
                  </a:lnTo>
                  <a:lnTo>
                    <a:pt x="1061053" y="1428250"/>
                  </a:lnTo>
                  <a:lnTo>
                    <a:pt x="1061037" y="1428259"/>
                  </a:lnTo>
                  <a:lnTo>
                    <a:pt x="1061028" y="1428265"/>
                  </a:lnTo>
                  <a:lnTo>
                    <a:pt x="1061021" y="1428273"/>
                  </a:lnTo>
                  <a:lnTo>
                    <a:pt x="1061006" y="1428287"/>
                  </a:lnTo>
                  <a:lnTo>
                    <a:pt x="1060992" y="1428294"/>
                  </a:lnTo>
                  <a:lnTo>
                    <a:pt x="1060979" y="1428297"/>
                  </a:lnTo>
                  <a:lnTo>
                    <a:pt x="1060967" y="1428297"/>
                  </a:lnTo>
                  <a:lnTo>
                    <a:pt x="1060957" y="1428292"/>
                  </a:lnTo>
                  <a:lnTo>
                    <a:pt x="1060951" y="1428292"/>
                  </a:lnTo>
                  <a:lnTo>
                    <a:pt x="1060933" y="1428277"/>
                  </a:lnTo>
                  <a:lnTo>
                    <a:pt x="1060917" y="1428267"/>
                  </a:lnTo>
                  <a:lnTo>
                    <a:pt x="1060903" y="1428264"/>
                  </a:lnTo>
                  <a:lnTo>
                    <a:pt x="1060885" y="1428263"/>
                  </a:lnTo>
                  <a:lnTo>
                    <a:pt x="1060869" y="1428264"/>
                  </a:lnTo>
                  <a:lnTo>
                    <a:pt x="1060850" y="1428271"/>
                  </a:lnTo>
                  <a:lnTo>
                    <a:pt x="1060844" y="1428265"/>
                  </a:lnTo>
                  <a:lnTo>
                    <a:pt x="1060828" y="1428252"/>
                  </a:lnTo>
                  <a:lnTo>
                    <a:pt x="1060818" y="1428246"/>
                  </a:lnTo>
                  <a:lnTo>
                    <a:pt x="1060812" y="1428244"/>
                  </a:lnTo>
                  <a:lnTo>
                    <a:pt x="1060796" y="1428242"/>
                  </a:lnTo>
                  <a:lnTo>
                    <a:pt x="1060779" y="1428243"/>
                  </a:lnTo>
                  <a:lnTo>
                    <a:pt x="1060764" y="1428244"/>
                  </a:lnTo>
                  <a:lnTo>
                    <a:pt x="1060748" y="1428241"/>
                  </a:lnTo>
                  <a:lnTo>
                    <a:pt x="1060732" y="1428235"/>
                  </a:lnTo>
                  <a:lnTo>
                    <a:pt x="1060708" y="1428232"/>
                  </a:lnTo>
                  <a:lnTo>
                    <a:pt x="1060690" y="1428233"/>
                  </a:lnTo>
                  <a:lnTo>
                    <a:pt x="1060674" y="1428232"/>
                  </a:lnTo>
                  <a:lnTo>
                    <a:pt x="1060658" y="1428232"/>
                  </a:lnTo>
                  <a:lnTo>
                    <a:pt x="1060642" y="1428231"/>
                  </a:lnTo>
                  <a:lnTo>
                    <a:pt x="1060626" y="1428228"/>
                  </a:lnTo>
                  <a:lnTo>
                    <a:pt x="1060610" y="1428225"/>
                  </a:lnTo>
                  <a:lnTo>
                    <a:pt x="1060594" y="1428219"/>
                  </a:lnTo>
                  <a:lnTo>
                    <a:pt x="1060580" y="1428209"/>
                  </a:lnTo>
                  <a:lnTo>
                    <a:pt x="1060571" y="1428199"/>
                  </a:lnTo>
                  <a:lnTo>
                    <a:pt x="1060569" y="1428193"/>
                  </a:lnTo>
                  <a:lnTo>
                    <a:pt x="1060561" y="1428175"/>
                  </a:lnTo>
                  <a:lnTo>
                    <a:pt x="1060557" y="1428166"/>
                  </a:lnTo>
                  <a:lnTo>
                    <a:pt x="1060552" y="1428158"/>
                  </a:lnTo>
                  <a:lnTo>
                    <a:pt x="1060549" y="1428151"/>
                  </a:lnTo>
                  <a:lnTo>
                    <a:pt x="1060543" y="1428146"/>
                  </a:lnTo>
                  <a:lnTo>
                    <a:pt x="1060539" y="1428143"/>
                  </a:lnTo>
                  <a:lnTo>
                    <a:pt x="1060529" y="1428136"/>
                  </a:lnTo>
                  <a:lnTo>
                    <a:pt x="1060523" y="1428135"/>
                  </a:lnTo>
                  <a:lnTo>
                    <a:pt x="1060513" y="1428134"/>
                  </a:lnTo>
                  <a:lnTo>
                    <a:pt x="1060507" y="1428135"/>
                  </a:lnTo>
                  <a:lnTo>
                    <a:pt x="1060491" y="1428142"/>
                  </a:lnTo>
                  <a:lnTo>
                    <a:pt x="1060480" y="1428144"/>
                  </a:lnTo>
                  <a:lnTo>
                    <a:pt x="1060475" y="1428147"/>
                  </a:lnTo>
                  <a:lnTo>
                    <a:pt x="1060459" y="1428154"/>
                  </a:lnTo>
                  <a:lnTo>
                    <a:pt x="1060443" y="1428163"/>
                  </a:lnTo>
                  <a:lnTo>
                    <a:pt x="1060437" y="1428166"/>
                  </a:lnTo>
                  <a:lnTo>
                    <a:pt x="1060427" y="1428172"/>
                  </a:lnTo>
                  <a:lnTo>
                    <a:pt x="1060418" y="1428176"/>
                  </a:lnTo>
                  <a:lnTo>
                    <a:pt x="1060411" y="1428176"/>
                  </a:lnTo>
                  <a:lnTo>
                    <a:pt x="1060407" y="1428172"/>
                  </a:lnTo>
                  <a:lnTo>
                    <a:pt x="1060391" y="1428162"/>
                  </a:lnTo>
                  <a:lnTo>
                    <a:pt x="1060375" y="1428149"/>
                  </a:lnTo>
                  <a:lnTo>
                    <a:pt x="1060359" y="1428137"/>
                  </a:lnTo>
                  <a:lnTo>
                    <a:pt x="1060344" y="1428123"/>
                  </a:lnTo>
                  <a:lnTo>
                    <a:pt x="1060328" y="1428116"/>
                  </a:lnTo>
                  <a:lnTo>
                    <a:pt x="1060315" y="1428114"/>
                  </a:lnTo>
                  <a:lnTo>
                    <a:pt x="1060300" y="1428111"/>
                  </a:lnTo>
                  <a:lnTo>
                    <a:pt x="1060284" y="1428113"/>
                  </a:lnTo>
                  <a:lnTo>
                    <a:pt x="1060268" y="1428114"/>
                  </a:lnTo>
                  <a:lnTo>
                    <a:pt x="1060252" y="1428115"/>
                  </a:lnTo>
                  <a:lnTo>
                    <a:pt x="1060236" y="1428113"/>
                  </a:lnTo>
                  <a:lnTo>
                    <a:pt x="1060206" y="1428118"/>
                  </a:lnTo>
                  <a:lnTo>
                    <a:pt x="1060190" y="1428120"/>
                  </a:lnTo>
                  <a:lnTo>
                    <a:pt x="1060174" y="1428123"/>
                  </a:lnTo>
                  <a:lnTo>
                    <a:pt x="1060158" y="1428124"/>
                  </a:lnTo>
                  <a:lnTo>
                    <a:pt x="1060142" y="1428126"/>
                  </a:lnTo>
                  <a:lnTo>
                    <a:pt x="1060128" y="1428130"/>
                  </a:lnTo>
                  <a:lnTo>
                    <a:pt x="1060112" y="1428135"/>
                  </a:lnTo>
                  <a:lnTo>
                    <a:pt x="1060094" y="1428141"/>
                  </a:lnTo>
                  <a:lnTo>
                    <a:pt x="1060078" y="1428145"/>
                  </a:lnTo>
                  <a:lnTo>
                    <a:pt x="1060062" y="1428141"/>
                  </a:lnTo>
                  <a:lnTo>
                    <a:pt x="1060046" y="1428134"/>
                  </a:lnTo>
                  <a:lnTo>
                    <a:pt x="1060030" y="1428129"/>
                  </a:lnTo>
                  <a:lnTo>
                    <a:pt x="1060014" y="1428125"/>
                  </a:lnTo>
                  <a:lnTo>
                    <a:pt x="1059998" y="1428131"/>
                  </a:lnTo>
                  <a:lnTo>
                    <a:pt x="1059982" y="1428137"/>
                  </a:lnTo>
                  <a:lnTo>
                    <a:pt x="1059966" y="1428143"/>
                  </a:lnTo>
                  <a:lnTo>
                    <a:pt x="1059950" y="1428151"/>
                  </a:lnTo>
                  <a:lnTo>
                    <a:pt x="1059942" y="1428158"/>
                  </a:lnTo>
                  <a:lnTo>
                    <a:pt x="1059934" y="1428161"/>
                  </a:lnTo>
                  <a:lnTo>
                    <a:pt x="1059918" y="1428167"/>
                  </a:lnTo>
                  <a:lnTo>
                    <a:pt x="1059911" y="1428169"/>
                  </a:lnTo>
                  <a:lnTo>
                    <a:pt x="1059902" y="1428170"/>
                  </a:lnTo>
                  <a:lnTo>
                    <a:pt x="1059891" y="1428170"/>
                  </a:lnTo>
                  <a:lnTo>
                    <a:pt x="1059887" y="1428167"/>
                  </a:lnTo>
                  <a:lnTo>
                    <a:pt x="1059871" y="1428164"/>
                  </a:lnTo>
                  <a:lnTo>
                    <a:pt x="1059855" y="1428158"/>
                  </a:lnTo>
                  <a:lnTo>
                    <a:pt x="1059839" y="1428154"/>
                  </a:lnTo>
                  <a:lnTo>
                    <a:pt x="1059822" y="1428148"/>
                  </a:lnTo>
                  <a:lnTo>
                    <a:pt x="1059806" y="1428140"/>
                  </a:lnTo>
                  <a:lnTo>
                    <a:pt x="1059799" y="1428138"/>
                  </a:lnTo>
                  <a:lnTo>
                    <a:pt x="1059790" y="1428132"/>
                  </a:lnTo>
                  <a:lnTo>
                    <a:pt x="1059778" y="1428126"/>
                  </a:lnTo>
                  <a:lnTo>
                    <a:pt x="1059774" y="1428122"/>
                  </a:lnTo>
                  <a:lnTo>
                    <a:pt x="1059758" y="1428115"/>
                  </a:lnTo>
                  <a:lnTo>
                    <a:pt x="1059742" y="1428107"/>
                  </a:lnTo>
                  <a:lnTo>
                    <a:pt x="1059713" y="1428096"/>
                  </a:lnTo>
                  <a:lnTo>
                    <a:pt x="1059697" y="1428094"/>
                  </a:lnTo>
                  <a:lnTo>
                    <a:pt x="1059681" y="1428091"/>
                  </a:lnTo>
                  <a:lnTo>
                    <a:pt x="1059665" y="1428093"/>
                  </a:lnTo>
                  <a:lnTo>
                    <a:pt x="1059649" y="1428097"/>
                  </a:lnTo>
                  <a:lnTo>
                    <a:pt x="1059633" y="1428103"/>
                  </a:lnTo>
                  <a:lnTo>
                    <a:pt x="1059629" y="1428106"/>
                  </a:lnTo>
                  <a:lnTo>
                    <a:pt x="1059604" y="1428118"/>
                  </a:lnTo>
                  <a:lnTo>
                    <a:pt x="1059592" y="1428122"/>
                  </a:lnTo>
                  <a:lnTo>
                    <a:pt x="1059588" y="1428120"/>
                  </a:lnTo>
                  <a:lnTo>
                    <a:pt x="1059579" y="1428116"/>
                  </a:lnTo>
                  <a:lnTo>
                    <a:pt x="1059572" y="1428109"/>
                  </a:lnTo>
                  <a:lnTo>
                    <a:pt x="1059556" y="1428097"/>
                  </a:lnTo>
                  <a:lnTo>
                    <a:pt x="1059544" y="1428089"/>
                  </a:lnTo>
                  <a:lnTo>
                    <a:pt x="1059539" y="1428088"/>
                  </a:lnTo>
                  <a:lnTo>
                    <a:pt x="1059523" y="1428085"/>
                  </a:lnTo>
                  <a:lnTo>
                    <a:pt x="1059507" y="1428086"/>
                  </a:lnTo>
                  <a:lnTo>
                    <a:pt x="1059491" y="1428089"/>
                  </a:lnTo>
                  <a:lnTo>
                    <a:pt x="1059480" y="1428094"/>
                  </a:lnTo>
                  <a:lnTo>
                    <a:pt x="1059475" y="1428097"/>
                  </a:lnTo>
                  <a:lnTo>
                    <a:pt x="1059467" y="1428104"/>
                  </a:lnTo>
                  <a:lnTo>
                    <a:pt x="1059462" y="1428110"/>
                  </a:lnTo>
                  <a:lnTo>
                    <a:pt x="1059456" y="1428117"/>
                  </a:lnTo>
                  <a:lnTo>
                    <a:pt x="1059452" y="1428127"/>
                  </a:lnTo>
                  <a:lnTo>
                    <a:pt x="1059447" y="1428144"/>
                  </a:lnTo>
                  <a:lnTo>
                    <a:pt x="1059444" y="1428160"/>
                  </a:lnTo>
                  <a:lnTo>
                    <a:pt x="1059443" y="1428167"/>
                  </a:lnTo>
                  <a:lnTo>
                    <a:pt x="1059440" y="1428172"/>
                  </a:lnTo>
                  <a:lnTo>
                    <a:pt x="1059434" y="1428173"/>
                  </a:lnTo>
                  <a:lnTo>
                    <a:pt x="1059418" y="1428172"/>
                  </a:lnTo>
                  <a:lnTo>
                    <a:pt x="1059411" y="1428170"/>
                  </a:lnTo>
                  <a:lnTo>
                    <a:pt x="1059402" y="1428170"/>
                  </a:lnTo>
                  <a:lnTo>
                    <a:pt x="1059396" y="1428170"/>
                  </a:lnTo>
                  <a:lnTo>
                    <a:pt x="1059391" y="1428172"/>
                  </a:lnTo>
                  <a:lnTo>
                    <a:pt x="1059383" y="1428184"/>
                  </a:lnTo>
                  <a:lnTo>
                    <a:pt x="1059377" y="1428199"/>
                  </a:lnTo>
                  <a:lnTo>
                    <a:pt x="1059367" y="1428216"/>
                  </a:lnTo>
                  <a:lnTo>
                    <a:pt x="1059360" y="1428224"/>
                  </a:lnTo>
                  <a:lnTo>
                    <a:pt x="1059353" y="1428226"/>
                  </a:lnTo>
                  <a:lnTo>
                    <a:pt x="1059338" y="1428226"/>
                  </a:lnTo>
                  <a:lnTo>
                    <a:pt x="1059321" y="1428220"/>
                  </a:lnTo>
                  <a:lnTo>
                    <a:pt x="1059305" y="1428216"/>
                  </a:lnTo>
                  <a:lnTo>
                    <a:pt x="1059295" y="1428212"/>
                  </a:lnTo>
                  <a:lnTo>
                    <a:pt x="1059289" y="1428212"/>
                  </a:lnTo>
                  <a:lnTo>
                    <a:pt x="1059282" y="1428213"/>
                  </a:lnTo>
                  <a:lnTo>
                    <a:pt x="1059273" y="1428217"/>
                  </a:lnTo>
                  <a:lnTo>
                    <a:pt x="1059263" y="1428222"/>
                  </a:lnTo>
                  <a:lnTo>
                    <a:pt x="1059258" y="1428222"/>
                  </a:lnTo>
                  <a:lnTo>
                    <a:pt x="1059241" y="1428223"/>
                  </a:lnTo>
                  <a:lnTo>
                    <a:pt x="1059234" y="1428224"/>
                  </a:lnTo>
                  <a:lnTo>
                    <a:pt x="1059225" y="1428229"/>
                  </a:lnTo>
                  <a:lnTo>
                    <a:pt x="1059209" y="1428237"/>
                  </a:lnTo>
                  <a:lnTo>
                    <a:pt x="1059195" y="1428242"/>
                  </a:lnTo>
                  <a:lnTo>
                    <a:pt x="1059177" y="1428245"/>
                  </a:lnTo>
                  <a:lnTo>
                    <a:pt x="1059161" y="1428246"/>
                  </a:lnTo>
                  <a:lnTo>
                    <a:pt x="1059146" y="1428247"/>
                  </a:lnTo>
                  <a:lnTo>
                    <a:pt x="1059130" y="1428242"/>
                  </a:lnTo>
                  <a:lnTo>
                    <a:pt x="1059114" y="1428238"/>
                  </a:lnTo>
                  <a:lnTo>
                    <a:pt x="1059098" y="1428232"/>
                  </a:lnTo>
                  <a:lnTo>
                    <a:pt x="1059082" y="1428226"/>
                  </a:lnTo>
                  <a:lnTo>
                    <a:pt x="1059065" y="1428221"/>
                  </a:lnTo>
                  <a:lnTo>
                    <a:pt x="1059049" y="1428219"/>
                  </a:lnTo>
                  <a:lnTo>
                    <a:pt x="1059033" y="1428223"/>
                  </a:lnTo>
                  <a:lnTo>
                    <a:pt x="1059017" y="1428228"/>
                  </a:lnTo>
                  <a:lnTo>
                    <a:pt x="1059010" y="1428232"/>
                  </a:lnTo>
                  <a:lnTo>
                    <a:pt x="1059001" y="1428238"/>
                  </a:lnTo>
                  <a:lnTo>
                    <a:pt x="1058986" y="1428252"/>
                  </a:lnTo>
                  <a:lnTo>
                    <a:pt x="1058970" y="1428262"/>
                  </a:lnTo>
                  <a:lnTo>
                    <a:pt x="1058954" y="1428267"/>
                  </a:lnTo>
                  <a:lnTo>
                    <a:pt x="1058938" y="1428269"/>
                  </a:lnTo>
                  <a:lnTo>
                    <a:pt x="1058929" y="1428269"/>
                  </a:lnTo>
                  <a:lnTo>
                    <a:pt x="1058922" y="1428267"/>
                  </a:lnTo>
                  <a:lnTo>
                    <a:pt x="1058905" y="1428263"/>
                  </a:lnTo>
                  <a:lnTo>
                    <a:pt x="1058890" y="1428258"/>
                  </a:lnTo>
                  <a:lnTo>
                    <a:pt x="1058873" y="1428251"/>
                  </a:lnTo>
                  <a:lnTo>
                    <a:pt x="1058865" y="1428248"/>
                  </a:lnTo>
                  <a:lnTo>
                    <a:pt x="1058857" y="1428243"/>
                  </a:lnTo>
                  <a:lnTo>
                    <a:pt x="1058841" y="1428234"/>
                  </a:lnTo>
                  <a:lnTo>
                    <a:pt x="1058825" y="1428228"/>
                  </a:lnTo>
                  <a:lnTo>
                    <a:pt x="1058809" y="1428223"/>
                  </a:lnTo>
                  <a:lnTo>
                    <a:pt x="1058793" y="1428219"/>
                  </a:lnTo>
                  <a:lnTo>
                    <a:pt x="1058777" y="1428213"/>
                  </a:lnTo>
                  <a:lnTo>
                    <a:pt x="1058761" y="1428206"/>
                  </a:lnTo>
                  <a:lnTo>
                    <a:pt x="1058745" y="1428202"/>
                  </a:lnTo>
                  <a:lnTo>
                    <a:pt x="1058735" y="1428198"/>
                  </a:lnTo>
                  <a:lnTo>
                    <a:pt x="1058729" y="1428198"/>
                  </a:lnTo>
                  <a:lnTo>
                    <a:pt x="1058714" y="1428197"/>
                  </a:lnTo>
                  <a:lnTo>
                    <a:pt x="1058697" y="1428198"/>
                  </a:lnTo>
                  <a:lnTo>
                    <a:pt x="1058681" y="1428197"/>
                  </a:lnTo>
                  <a:lnTo>
                    <a:pt x="1058665" y="1428188"/>
                  </a:lnTo>
                  <a:lnTo>
                    <a:pt x="1058655" y="1428183"/>
                  </a:lnTo>
                  <a:lnTo>
                    <a:pt x="1058650" y="1428177"/>
                  </a:lnTo>
                  <a:lnTo>
                    <a:pt x="1058644" y="1428169"/>
                  </a:lnTo>
                  <a:lnTo>
                    <a:pt x="1058641" y="1428162"/>
                  </a:lnTo>
                  <a:lnTo>
                    <a:pt x="1058637" y="1428152"/>
                  </a:lnTo>
                  <a:lnTo>
                    <a:pt x="1058633" y="1428145"/>
                  </a:lnTo>
                  <a:lnTo>
                    <a:pt x="1058631" y="1428128"/>
                  </a:lnTo>
                  <a:lnTo>
                    <a:pt x="1058629" y="1428112"/>
                  </a:lnTo>
                  <a:lnTo>
                    <a:pt x="1058618" y="1428094"/>
                  </a:lnTo>
                  <a:lnTo>
                    <a:pt x="1058615" y="1428086"/>
                  </a:lnTo>
                  <a:lnTo>
                    <a:pt x="1058602" y="1428071"/>
                  </a:lnTo>
                  <a:lnTo>
                    <a:pt x="1058588" y="1428055"/>
                  </a:lnTo>
                  <a:lnTo>
                    <a:pt x="1058572" y="1428040"/>
                  </a:lnTo>
                  <a:lnTo>
                    <a:pt x="1058556" y="1428031"/>
                  </a:lnTo>
                  <a:lnTo>
                    <a:pt x="1058533" y="1428012"/>
                  </a:lnTo>
                  <a:lnTo>
                    <a:pt x="1058528" y="1428003"/>
                  </a:lnTo>
                  <a:lnTo>
                    <a:pt x="1058521" y="1427998"/>
                  </a:lnTo>
                  <a:lnTo>
                    <a:pt x="1058515" y="1427992"/>
                  </a:lnTo>
                  <a:lnTo>
                    <a:pt x="1058505" y="1427985"/>
                  </a:lnTo>
                  <a:lnTo>
                    <a:pt x="1058497" y="1427979"/>
                  </a:lnTo>
                  <a:lnTo>
                    <a:pt x="1058489" y="1427975"/>
                  </a:lnTo>
                  <a:lnTo>
                    <a:pt x="1058484" y="1427975"/>
                  </a:lnTo>
                  <a:lnTo>
                    <a:pt x="1058481" y="1427971"/>
                  </a:lnTo>
                  <a:lnTo>
                    <a:pt x="1058473" y="1427968"/>
                  </a:lnTo>
                  <a:lnTo>
                    <a:pt x="1058457" y="1427963"/>
                  </a:lnTo>
                  <a:lnTo>
                    <a:pt x="1058441" y="1427959"/>
                  </a:lnTo>
                  <a:lnTo>
                    <a:pt x="1058430" y="1427955"/>
                  </a:lnTo>
                  <a:lnTo>
                    <a:pt x="1058425" y="1427950"/>
                  </a:lnTo>
                  <a:lnTo>
                    <a:pt x="1058409" y="1427937"/>
                  </a:lnTo>
                  <a:lnTo>
                    <a:pt x="1058393" y="1427923"/>
                  </a:lnTo>
                  <a:lnTo>
                    <a:pt x="1058377" y="1427910"/>
                  </a:lnTo>
                  <a:lnTo>
                    <a:pt x="1058361" y="1427903"/>
                  </a:lnTo>
                  <a:lnTo>
                    <a:pt x="1058345" y="1427900"/>
                  </a:lnTo>
                  <a:lnTo>
                    <a:pt x="1058329" y="1427895"/>
                  </a:lnTo>
                  <a:lnTo>
                    <a:pt x="1058313" y="1427891"/>
                  </a:lnTo>
                  <a:lnTo>
                    <a:pt x="1058297" y="1427889"/>
                  </a:lnTo>
                  <a:lnTo>
                    <a:pt x="1058289" y="1427888"/>
                  </a:lnTo>
                  <a:lnTo>
                    <a:pt x="1058281" y="1427886"/>
                  </a:lnTo>
                  <a:lnTo>
                    <a:pt x="1058265" y="1427883"/>
                  </a:lnTo>
                  <a:lnTo>
                    <a:pt x="1058249" y="1427882"/>
                  </a:lnTo>
                  <a:lnTo>
                    <a:pt x="1058233" y="1427883"/>
                  </a:lnTo>
                  <a:lnTo>
                    <a:pt x="1058221" y="1427882"/>
                  </a:lnTo>
                  <a:lnTo>
                    <a:pt x="1058217" y="1427879"/>
                  </a:lnTo>
                  <a:lnTo>
                    <a:pt x="1058202" y="1427874"/>
                  </a:lnTo>
                  <a:lnTo>
                    <a:pt x="1058185" y="1427864"/>
                  </a:lnTo>
                  <a:lnTo>
                    <a:pt x="1058175" y="1427854"/>
                  </a:lnTo>
                  <a:lnTo>
                    <a:pt x="1058171" y="1427852"/>
                  </a:lnTo>
                  <a:lnTo>
                    <a:pt x="1058155" y="1427843"/>
                  </a:lnTo>
                  <a:lnTo>
                    <a:pt x="1058139" y="1427835"/>
                  </a:lnTo>
                  <a:lnTo>
                    <a:pt x="1058122" y="1427830"/>
                  </a:lnTo>
                  <a:lnTo>
                    <a:pt x="1058106" y="1427821"/>
                  </a:lnTo>
                  <a:lnTo>
                    <a:pt x="1058097" y="1427818"/>
                  </a:lnTo>
                  <a:lnTo>
                    <a:pt x="1058090" y="1427818"/>
                  </a:lnTo>
                  <a:lnTo>
                    <a:pt x="1058076" y="1427817"/>
                  </a:lnTo>
                  <a:lnTo>
                    <a:pt x="1058062" y="1427825"/>
                  </a:lnTo>
                  <a:lnTo>
                    <a:pt x="1058058" y="1427828"/>
                  </a:lnTo>
                  <a:lnTo>
                    <a:pt x="1058043" y="1427839"/>
                  </a:lnTo>
                  <a:lnTo>
                    <a:pt x="1058028" y="1427846"/>
                  </a:lnTo>
                  <a:lnTo>
                    <a:pt x="1058011" y="1427848"/>
                  </a:lnTo>
                  <a:lnTo>
                    <a:pt x="1057995" y="1427847"/>
                  </a:lnTo>
                  <a:lnTo>
                    <a:pt x="1057979" y="1427846"/>
                  </a:lnTo>
                  <a:lnTo>
                    <a:pt x="1057969" y="1427842"/>
                  </a:lnTo>
                  <a:lnTo>
                    <a:pt x="1057962" y="1427836"/>
                  </a:lnTo>
                  <a:lnTo>
                    <a:pt x="1057939" y="1427806"/>
                  </a:lnTo>
                  <a:lnTo>
                    <a:pt x="1057926" y="1427802"/>
                  </a:lnTo>
                  <a:lnTo>
                    <a:pt x="1057908" y="1427802"/>
                  </a:lnTo>
                  <a:lnTo>
                    <a:pt x="1057892" y="1427802"/>
                  </a:lnTo>
                  <a:lnTo>
                    <a:pt x="1057876" y="1427802"/>
                  </a:lnTo>
                  <a:lnTo>
                    <a:pt x="1057860" y="1427801"/>
                  </a:lnTo>
                  <a:lnTo>
                    <a:pt x="1057855" y="1427803"/>
                  </a:lnTo>
                  <a:lnTo>
                    <a:pt x="1057844" y="1427801"/>
                  </a:lnTo>
                  <a:lnTo>
                    <a:pt x="1057828" y="1427806"/>
                  </a:lnTo>
                  <a:lnTo>
                    <a:pt x="1057812" y="1427811"/>
                  </a:lnTo>
                  <a:lnTo>
                    <a:pt x="1057796" y="1427817"/>
                  </a:lnTo>
                  <a:lnTo>
                    <a:pt x="1057780" y="1427822"/>
                  </a:lnTo>
                  <a:lnTo>
                    <a:pt x="1057764" y="1427826"/>
                  </a:lnTo>
                  <a:lnTo>
                    <a:pt x="1057749" y="1427829"/>
                  </a:lnTo>
                  <a:lnTo>
                    <a:pt x="1057732" y="1427826"/>
                  </a:lnTo>
                  <a:lnTo>
                    <a:pt x="1057722" y="1427823"/>
                  </a:lnTo>
                  <a:lnTo>
                    <a:pt x="1057716" y="1427823"/>
                  </a:lnTo>
                  <a:lnTo>
                    <a:pt x="1057700" y="1427826"/>
                  </a:lnTo>
                  <a:lnTo>
                    <a:pt x="1057684" y="1427828"/>
                  </a:lnTo>
                  <a:lnTo>
                    <a:pt x="1057668" y="1427829"/>
                  </a:lnTo>
                  <a:lnTo>
                    <a:pt x="1057652" y="1427831"/>
                  </a:lnTo>
                  <a:lnTo>
                    <a:pt x="1057641" y="1427833"/>
                  </a:lnTo>
                  <a:lnTo>
                    <a:pt x="1057636" y="1427831"/>
                  </a:lnTo>
                  <a:lnTo>
                    <a:pt x="1057620" y="1427833"/>
                  </a:lnTo>
                  <a:lnTo>
                    <a:pt x="1057604" y="1427834"/>
                  </a:lnTo>
                  <a:lnTo>
                    <a:pt x="1057593" y="1427833"/>
                  </a:lnTo>
                  <a:lnTo>
                    <a:pt x="1057590" y="1427829"/>
                  </a:lnTo>
                  <a:lnTo>
                    <a:pt x="1057580" y="1427826"/>
                  </a:lnTo>
                  <a:lnTo>
                    <a:pt x="1057575" y="1427823"/>
                  </a:lnTo>
                  <a:lnTo>
                    <a:pt x="1057564" y="1427819"/>
                  </a:lnTo>
                  <a:lnTo>
                    <a:pt x="1057548" y="1427821"/>
                  </a:lnTo>
                  <a:lnTo>
                    <a:pt x="1057533" y="1427822"/>
                  </a:lnTo>
                  <a:lnTo>
                    <a:pt x="1057517" y="1427822"/>
                  </a:lnTo>
                  <a:lnTo>
                    <a:pt x="1057501" y="1427821"/>
                  </a:lnTo>
                  <a:lnTo>
                    <a:pt x="1057485" y="1427820"/>
                  </a:lnTo>
                  <a:lnTo>
                    <a:pt x="1057474" y="1427818"/>
                  </a:lnTo>
                  <a:lnTo>
                    <a:pt x="1057469" y="1427815"/>
                  </a:lnTo>
                  <a:lnTo>
                    <a:pt x="1057459" y="1427811"/>
                  </a:lnTo>
                  <a:lnTo>
                    <a:pt x="1057453" y="1427807"/>
                  </a:lnTo>
                  <a:lnTo>
                    <a:pt x="1057436" y="1427800"/>
                  </a:lnTo>
                  <a:lnTo>
                    <a:pt x="1057420" y="1427797"/>
                  </a:lnTo>
                  <a:lnTo>
                    <a:pt x="1057412" y="1427795"/>
                  </a:lnTo>
                  <a:lnTo>
                    <a:pt x="1057404" y="1427799"/>
                  </a:lnTo>
                  <a:lnTo>
                    <a:pt x="1057387" y="1427812"/>
                  </a:lnTo>
                  <a:lnTo>
                    <a:pt x="1057371" y="1427816"/>
                  </a:lnTo>
                  <a:lnTo>
                    <a:pt x="1057356" y="1427814"/>
                  </a:lnTo>
                  <a:lnTo>
                    <a:pt x="1057349" y="1427813"/>
                  </a:lnTo>
                  <a:lnTo>
                    <a:pt x="1057340" y="1427808"/>
                  </a:lnTo>
                  <a:lnTo>
                    <a:pt x="1057334" y="1427806"/>
                  </a:lnTo>
                  <a:lnTo>
                    <a:pt x="1057324" y="1427800"/>
                  </a:lnTo>
                  <a:lnTo>
                    <a:pt x="1057308" y="1427791"/>
                  </a:lnTo>
                  <a:lnTo>
                    <a:pt x="1057292" y="1427779"/>
                  </a:lnTo>
                  <a:lnTo>
                    <a:pt x="1057285" y="1427772"/>
                  </a:lnTo>
                  <a:lnTo>
                    <a:pt x="1057276" y="1427770"/>
                  </a:lnTo>
                  <a:lnTo>
                    <a:pt x="1057261" y="1427770"/>
                  </a:lnTo>
                  <a:lnTo>
                    <a:pt x="1057243" y="1427776"/>
                  </a:lnTo>
                  <a:lnTo>
                    <a:pt x="1057237" y="1427775"/>
                  </a:lnTo>
                  <a:lnTo>
                    <a:pt x="1057228" y="1427771"/>
                  </a:lnTo>
                  <a:lnTo>
                    <a:pt x="1057212" y="1427768"/>
                  </a:lnTo>
                  <a:lnTo>
                    <a:pt x="1057196" y="1427765"/>
                  </a:lnTo>
                  <a:lnTo>
                    <a:pt x="1057164" y="1427765"/>
                  </a:lnTo>
                  <a:lnTo>
                    <a:pt x="1057148" y="1427767"/>
                  </a:lnTo>
                  <a:lnTo>
                    <a:pt x="1057127" y="1427774"/>
                  </a:lnTo>
                  <a:lnTo>
                    <a:pt x="1057119" y="1427781"/>
                  </a:lnTo>
                  <a:lnTo>
                    <a:pt x="1057109" y="1427786"/>
                  </a:lnTo>
                  <a:lnTo>
                    <a:pt x="1057103" y="1427791"/>
                  </a:lnTo>
                  <a:lnTo>
                    <a:pt x="1057086" y="1427802"/>
                  </a:lnTo>
                  <a:lnTo>
                    <a:pt x="1057070" y="1427811"/>
                  </a:lnTo>
                  <a:lnTo>
                    <a:pt x="1057054" y="1427818"/>
                  </a:lnTo>
                  <a:lnTo>
                    <a:pt x="1057046" y="1427822"/>
                  </a:lnTo>
                  <a:lnTo>
                    <a:pt x="1057039" y="1427824"/>
                  </a:lnTo>
                  <a:lnTo>
                    <a:pt x="1057025" y="1427828"/>
                  </a:lnTo>
                  <a:lnTo>
                    <a:pt x="1057010" y="1427830"/>
                  </a:lnTo>
                  <a:lnTo>
                    <a:pt x="1056977" y="1427825"/>
                  </a:lnTo>
                  <a:lnTo>
                    <a:pt x="1056957" y="1427826"/>
                  </a:lnTo>
                  <a:lnTo>
                    <a:pt x="1056941" y="1427832"/>
                  </a:lnTo>
                  <a:lnTo>
                    <a:pt x="1056925" y="1427840"/>
                  </a:lnTo>
                  <a:lnTo>
                    <a:pt x="1056909" y="1427848"/>
                  </a:lnTo>
                  <a:lnTo>
                    <a:pt x="1056905" y="1427850"/>
                  </a:lnTo>
                  <a:lnTo>
                    <a:pt x="1056893" y="1427849"/>
                  </a:lnTo>
                  <a:lnTo>
                    <a:pt x="1056877" y="1427846"/>
                  </a:lnTo>
                  <a:lnTo>
                    <a:pt x="1056861" y="1427846"/>
                  </a:lnTo>
                  <a:lnTo>
                    <a:pt x="1056845" y="1427843"/>
                  </a:lnTo>
                  <a:lnTo>
                    <a:pt x="1056829" y="1427840"/>
                  </a:lnTo>
                  <a:lnTo>
                    <a:pt x="1056816" y="1427834"/>
                  </a:lnTo>
                  <a:lnTo>
                    <a:pt x="1056808" y="1427828"/>
                  </a:lnTo>
                  <a:lnTo>
                    <a:pt x="1056803" y="1427822"/>
                  </a:lnTo>
                  <a:lnTo>
                    <a:pt x="1056798" y="1427819"/>
                  </a:lnTo>
                  <a:lnTo>
                    <a:pt x="1056790" y="1427817"/>
                  </a:lnTo>
                  <a:lnTo>
                    <a:pt x="1056782" y="1427812"/>
                  </a:lnTo>
                  <a:lnTo>
                    <a:pt x="1056771" y="1427804"/>
                  </a:lnTo>
                  <a:lnTo>
                    <a:pt x="1056768" y="1427798"/>
                  </a:lnTo>
                  <a:lnTo>
                    <a:pt x="1056757" y="1427781"/>
                  </a:lnTo>
                  <a:lnTo>
                    <a:pt x="1056755" y="1427776"/>
                  </a:lnTo>
                  <a:lnTo>
                    <a:pt x="1056751" y="1427771"/>
                  </a:lnTo>
                  <a:lnTo>
                    <a:pt x="1056744" y="1427768"/>
                  </a:lnTo>
                  <a:lnTo>
                    <a:pt x="1056728" y="1427764"/>
                  </a:lnTo>
                  <a:lnTo>
                    <a:pt x="1056712" y="1427758"/>
                  </a:lnTo>
                  <a:lnTo>
                    <a:pt x="1056706" y="1427759"/>
                  </a:lnTo>
                  <a:lnTo>
                    <a:pt x="1056696" y="1427755"/>
                  </a:lnTo>
                  <a:lnTo>
                    <a:pt x="1056680" y="1427754"/>
                  </a:lnTo>
                  <a:lnTo>
                    <a:pt x="1056664" y="1427753"/>
                  </a:lnTo>
                  <a:lnTo>
                    <a:pt x="1056648" y="1427753"/>
                  </a:lnTo>
                  <a:lnTo>
                    <a:pt x="1056633" y="1427750"/>
                  </a:lnTo>
                  <a:lnTo>
                    <a:pt x="1056628" y="1427747"/>
                  </a:lnTo>
                  <a:lnTo>
                    <a:pt x="1056616" y="1427742"/>
                  </a:lnTo>
                  <a:lnTo>
                    <a:pt x="1056608" y="1427737"/>
                  </a:lnTo>
                  <a:lnTo>
                    <a:pt x="1056601" y="1427730"/>
                  </a:lnTo>
                  <a:lnTo>
                    <a:pt x="1056595" y="1427724"/>
                  </a:lnTo>
                  <a:lnTo>
                    <a:pt x="1056586" y="1427718"/>
                  </a:lnTo>
                  <a:lnTo>
                    <a:pt x="1056565" y="1427707"/>
                  </a:lnTo>
                  <a:lnTo>
                    <a:pt x="1056554" y="1427705"/>
                  </a:lnTo>
                  <a:lnTo>
                    <a:pt x="1056538" y="1427703"/>
                  </a:lnTo>
                  <a:lnTo>
                    <a:pt x="1056522" y="1427702"/>
                  </a:lnTo>
                  <a:lnTo>
                    <a:pt x="1056513" y="1427702"/>
                  </a:lnTo>
                  <a:lnTo>
                    <a:pt x="1056490" y="1427698"/>
                  </a:lnTo>
                  <a:lnTo>
                    <a:pt x="1056474" y="1427694"/>
                  </a:lnTo>
                  <a:lnTo>
                    <a:pt x="1056458" y="1427688"/>
                  </a:lnTo>
                  <a:lnTo>
                    <a:pt x="1056442" y="1427678"/>
                  </a:lnTo>
                  <a:lnTo>
                    <a:pt x="1056431" y="1427671"/>
                  </a:lnTo>
                  <a:lnTo>
                    <a:pt x="1056406" y="1427674"/>
                  </a:lnTo>
                  <a:lnTo>
                    <a:pt x="1056399" y="1427674"/>
                  </a:lnTo>
                  <a:lnTo>
                    <a:pt x="1056395" y="1427671"/>
                  </a:lnTo>
                  <a:lnTo>
                    <a:pt x="1056390" y="1427668"/>
                  </a:lnTo>
                  <a:lnTo>
                    <a:pt x="1056381" y="1427662"/>
                  </a:lnTo>
                  <a:lnTo>
                    <a:pt x="1056374" y="1427662"/>
                  </a:lnTo>
                  <a:lnTo>
                    <a:pt x="1056367" y="1427664"/>
                  </a:lnTo>
                  <a:lnTo>
                    <a:pt x="1056363" y="1427667"/>
                  </a:lnTo>
                  <a:lnTo>
                    <a:pt x="1056358" y="1427672"/>
                  </a:lnTo>
                  <a:lnTo>
                    <a:pt x="1056342" y="1427672"/>
                  </a:lnTo>
                  <a:lnTo>
                    <a:pt x="1056326" y="1427665"/>
                  </a:lnTo>
                  <a:lnTo>
                    <a:pt x="1056310" y="1427663"/>
                  </a:lnTo>
                  <a:lnTo>
                    <a:pt x="1056293" y="1427664"/>
                  </a:lnTo>
                  <a:lnTo>
                    <a:pt x="1056264" y="1427680"/>
                  </a:lnTo>
                  <a:lnTo>
                    <a:pt x="1056257" y="1427684"/>
                  </a:lnTo>
                  <a:lnTo>
                    <a:pt x="1056248" y="1427687"/>
                  </a:lnTo>
                  <a:lnTo>
                    <a:pt x="1056232" y="1427688"/>
                  </a:lnTo>
                  <a:lnTo>
                    <a:pt x="1056217" y="1427689"/>
                  </a:lnTo>
                  <a:lnTo>
                    <a:pt x="1056200" y="1427687"/>
                  </a:lnTo>
                  <a:lnTo>
                    <a:pt x="1056184" y="1427685"/>
                  </a:lnTo>
                  <a:lnTo>
                    <a:pt x="1056168" y="1427681"/>
                  </a:lnTo>
                  <a:lnTo>
                    <a:pt x="1056159" y="1427677"/>
                  </a:lnTo>
                  <a:lnTo>
                    <a:pt x="1056152" y="1427671"/>
                  </a:lnTo>
                  <a:lnTo>
                    <a:pt x="1056136" y="1427664"/>
                  </a:lnTo>
                  <a:lnTo>
                    <a:pt x="1056120" y="1427655"/>
                  </a:lnTo>
                  <a:lnTo>
                    <a:pt x="1056112" y="1427646"/>
                  </a:lnTo>
                  <a:lnTo>
                    <a:pt x="1056106" y="1427633"/>
                  </a:lnTo>
                  <a:lnTo>
                    <a:pt x="1056103" y="1427628"/>
                  </a:lnTo>
                  <a:lnTo>
                    <a:pt x="1056100" y="1427622"/>
                  </a:lnTo>
                  <a:lnTo>
                    <a:pt x="1056094" y="1427615"/>
                  </a:lnTo>
                  <a:lnTo>
                    <a:pt x="1056087" y="1427611"/>
                  </a:lnTo>
                  <a:lnTo>
                    <a:pt x="1056071" y="1427603"/>
                  </a:lnTo>
                  <a:lnTo>
                    <a:pt x="1056055" y="1427600"/>
                  </a:lnTo>
                  <a:lnTo>
                    <a:pt x="1056036" y="1427603"/>
                  </a:lnTo>
                  <a:lnTo>
                    <a:pt x="1056031" y="1427603"/>
                  </a:lnTo>
                  <a:lnTo>
                    <a:pt x="1056023" y="1427601"/>
                  </a:lnTo>
                  <a:lnTo>
                    <a:pt x="1056009" y="1427592"/>
                  </a:lnTo>
                  <a:lnTo>
                    <a:pt x="1055998" y="1427575"/>
                  </a:lnTo>
                  <a:lnTo>
                    <a:pt x="1055990" y="1427569"/>
                  </a:lnTo>
                  <a:lnTo>
                    <a:pt x="1055982" y="1427568"/>
                  </a:lnTo>
                  <a:lnTo>
                    <a:pt x="1055972" y="1427571"/>
                  </a:lnTo>
                  <a:lnTo>
                    <a:pt x="1055967" y="1427576"/>
                  </a:lnTo>
                  <a:lnTo>
                    <a:pt x="1055959" y="1427582"/>
                  </a:lnTo>
                  <a:lnTo>
                    <a:pt x="1055951" y="1427580"/>
                  </a:lnTo>
                  <a:lnTo>
                    <a:pt x="1055938" y="1427567"/>
                  </a:lnTo>
                  <a:lnTo>
                    <a:pt x="1055930" y="1427548"/>
                  </a:lnTo>
                  <a:lnTo>
                    <a:pt x="1055919" y="1427531"/>
                  </a:lnTo>
                  <a:lnTo>
                    <a:pt x="1055907" y="1427524"/>
                  </a:lnTo>
                  <a:lnTo>
                    <a:pt x="1055901" y="1427523"/>
                  </a:lnTo>
                  <a:lnTo>
                    <a:pt x="1055886" y="1427526"/>
                  </a:lnTo>
                  <a:lnTo>
                    <a:pt x="1055877" y="1427519"/>
                  </a:lnTo>
                  <a:lnTo>
                    <a:pt x="1055875" y="1427512"/>
                  </a:lnTo>
                  <a:lnTo>
                    <a:pt x="1055876" y="1427503"/>
                  </a:lnTo>
                  <a:lnTo>
                    <a:pt x="1055873" y="1427496"/>
                  </a:lnTo>
                  <a:lnTo>
                    <a:pt x="1055866" y="1427492"/>
                  </a:lnTo>
                  <a:lnTo>
                    <a:pt x="1055857" y="1427495"/>
                  </a:lnTo>
                  <a:lnTo>
                    <a:pt x="1055850" y="1427503"/>
                  </a:lnTo>
                  <a:lnTo>
                    <a:pt x="1055848" y="1427511"/>
                  </a:lnTo>
                  <a:lnTo>
                    <a:pt x="1055844" y="1427518"/>
                  </a:lnTo>
                  <a:lnTo>
                    <a:pt x="1055834" y="1427524"/>
                  </a:lnTo>
                  <a:lnTo>
                    <a:pt x="1055818" y="1427526"/>
                  </a:lnTo>
                  <a:lnTo>
                    <a:pt x="1055800" y="1427526"/>
                  </a:lnTo>
                  <a:lnTo>
                    <a:pt x="1055786" y="1427530"/>
                  </a:lnTo>
                  <a:lnTo>
                    <a:pt x="1055778" y="1427535"/>
                  </a:lnTo>
                  <a:lnTo>
                    <a:pt x="1055772" y="1427543"/>
                  </a:lnTo>
                  <a:lnTo>
                    <a:pt x="1055769" y="1427549"/>
                  </a:lnTo>
                  <a:lnTo>
                    <a:pt x="1055759" y="1427546"/>
                  </a:lnTo>
                  <a:lnTo>
                    <a:pt x="1055753" y="1427542"/>
                  </a:lnTo>
                  <a:lnTo>
                    <a:pt x="1055748" y="1427539"/>
                  </a:lnTo>
                  <a:lnTo>
                    <a:pt x="1055743" y="1427541"/>
                  </a:lnTo>
                  <a:lnTo>
                    <a:pt x="1055735" y="1427544"/>
                  </a:lnTo>
                  <a:lnTo>
                    <a:pt x="1055729" y="1427554"/>
                  </a:lnTo>
                  <a:lnTo>
                    <a:pt x="1055727" y="1427568"/>
                  </a:lnTo>
                  <a:lnTo>
                    <a:pt x="1055723" y="1427572"/>
                  </a:lnTo>
                  <a:lnTo>
                    <a:pt x="1055718" y="1427576"/>
                  </a:lnTo>
                  <a:lnTo>
                    <a:pt x="1055711" y="1427579"/>
                  </a:lnTo>
                  <a:lnTo>
                    <a:pt x="1055692" y="1427581"/>
                  </a:lnTo>
                  <a:lnTo>
                    <a:pt x="1055684" y="1427580"/>
                  </a:lnTo>
                  <a:lnTo>
                    <a:pt x="1055678" y="1427577"/>
                  </a:lnTo>
                  <a:lnTo>
                    <a:pt x="1055670" y="1427572"/>
                  </a:lnTo>
                  <a:lnTo>
                    <a:pt x="1055662" y="1427569"/>
                  </a:lnTo>
                  <a:lnTo>
                    <a:pt x="1055655" y="1427567"/>
                  </a:lnTo>
                  <a:lnTo>
                    <a:pt x="1055645" y="1427568"/>
                  </a:lnTo>
                  <a:lnTo>
                    <a:pt x="1055630" y="1427576"/>
                  </a:lnTo>
                  <a:lnTo>
                    <a:pt x="1055622" y="1427579"/>
                  </a:lnTo>
                  <a:lnTo>
                    <a:pt x="1055615" y="1427579"/>
                  </a:lnTo>
                  <a:lnTo>
                    <a:pt x="1055605" y="1427580"/>
                  </a:lnTo>
                  <a:lnTo>
                    <a:pt x="1055594" y="1427579"/>
                  </a:lnTo>
                  <a:lnTo>
                    <a:pt x="1055578" y="1427578"/>
                  </a:lnTo>
                  <a:lnTo>
                    <a:pt x="1055574" y="1427580"/>
                  </a:lnTo>
                  <a:lnTo>
                    <a:pt x="1055571" y="1427586"/>
                  </a:lnTo>
                  <a:lnTo>
                    <a:pt x="1055568" y="1427593"/>
                  </a:lnTo>
                  <a:lnTo>
                    <a:pt x="1055563" y="1427596"/>
                  </a:lnTo>
                  <a:lnTo>
                    <a:pt x="1055558" y="1427597"/>
                  </a:lnTo>
                  <a:lnTo>
                    <a:pt x="1055552" y="1427596"/>
                  </a:lnTo>
                  <a:lnTo>
                    <a:pt x="1055544" y="1427596"/>
                  </a:lnTo>
                  <a:lnTo>
                    <a:pt x="1055537" y="1427591"/>
                  </a:lnTo>
                  <a:lnTo>
                    <a:pt x="1055521" y="1427580"/>
                  </a:lnTo>
                  <a:lnTo>
                    <a:pt x="1055513" y="1427578"/>
                  </a:lnTo>
                  <a:lnTo>
                    <a:pt x="1055503" y="1427580"/>
                  </a:lnTo>
                  <a:lnTo>
                    <a:pt x="1055497" y="1427589"/>
                  </a:lnTo>
                  <a:lnTo>
                    <a:pt x="1055495" y="1427598"/>
                  </a:lnTo>
                  <a:lnTo>
                    <a:pt x="1055491" y="1427605"/>
                  </a:lnTo>
                  <a:lnTo>
                    <a:pt x="1055486" y="1427623"/>
                  </a:lnTo>
                  <a:lnTo>
                    <a:pt x="1055486" y="1427629"/>
                  </a:lnTo>
                  <a:lnTo>
                    <a:pt x="1055489" y="1427639"/>
                  </a:lnTo>
                  <a:lnTo>
                    <a:pt x="1055488" y="1427646"/>
                  </a:lnTo>
                  <a:lnTo>
                    <a:pt x="1055484" y="1427650"/>
                  </a:lnTo>
                  <a:lnTo>
                    <a:pt x="1055480" y="1427651"/>
                  </a:lnTo>
                  <a:lnTo>
                    <a:pt x="1055471" y="1427658"/>
                  </a:lnTo>
                  <a:lnTo>
                    <a:pt x="1055467" y="1427667"/>
                  </a:lnTo>
                  <a:lnTo>
                    <a:pt x="1055463" y="1427675"/>
                  </a:lnTo>
                  <a:lnTo>
                    <a:pt x="1055463" y="1427683"/>
                  </a:lnTo>
                  <a:lnTo>
                    <a:pt x="1055457" y="1427689"/>
                  </a:lnTo>
                  <a:lnTo>
                    <a:pt x="1055447" y="1427692"/>
                  </a:lnTo>
                  <a:lnTo>
                    <a:pt x="1055426" y="1427709"/>
                  </a:lnTo>
                  <a:lnTo>
                    <a:pt x="1055421" y="1427715"/>
                  </a:lnTo>
                  <a:lnTo>
                    <a:pt x="1055415" y="1427725"/>
                  </a:lnTo>
                  <a:lnTo>
                    <a:pt x="1055409" y="1427740"/>
                  </a:lnTo>
                  <a:lnTo>
                    <a:pt x="1055397" y="1427753"/>
                  </a:lnTo>
                  <a:lnTo>
                    <a:pt x="1055382" y="1427768"/>
                  </a:lnTo>
                  <a:lnTo>
                    <a:pt x="1055377" y="1427775"/>
                  </a:lnTo>
                  <a:lnTo>
                    <a:pt x="1055368" y="1427782"/>
                  </a:lnTo>
                  <a:lnTo>
                    <a:pt x="1055359" y="1427784"/>
                  </a:lnTo>
                  <a:lnTo>
                    <a:pt x="1055351" y="1427784"/>
                  </a:lnTo>
                  <a:lnTo>
                    <a:pt x="1055335" y="1427787"/>
                  </a:lnTo>
                  <a:lnTo>
                    <a:pt x="1055318" y="1427780"/>
                  </a:lnTo>
                  <a:lnTo>
                    <a:pt x="1055313" y="1427777"/>
                  </a:lnTo>
                  <a:lnTo>
                    <a:pt x="1055298" y="1427773"/>
                  </a:lnTo>
                  <a:lnTo>
                    <a:pt x="1055287" y="1427777"/>
                  </a:lnTo>
                  <a:lnTo>
                    <a:pt x="1055273" y="1427783"/>
                  </a:lnTo>
                  <a:lnTo>
                    <a:pt x="1055255" y="1427786"/>
                  </a:lnTo>
                  <a:lnTo>
                    <a:pt x="1055239" y="1427788"/>
                  </a:lnTo>
                  <a:lnTo>
                    <a:pt x="1055225" y="1427790"/>
                  </a:lnTo>
                  <a:lnTo>
                    <a:pt x="1055215" y="1427792"/>
                  </a:lnTo>
                  <a:lnTo>
                    <a:pt x="1055204" y="1427806"/>
                  </a:lnTo>
                  <a:lnTo>
                    <a:pt x="1055189" y="1427819"/>
                  </a:lnTo>
                  <a:lnTo>
                    <a:pt x="1055175" y="1427834"/>
                  </a:lnTo>
                  <a:lnTo>
                    <a:pt x="1055159" y="1427846"/>
                  </a:lnTo>
                  <a:lnTo>
                    <a:pt x="1055150" y="1427853"/>
                  </a:lnTo>
                  <a:lnTo>
                    <a:pt x="1055144" y="1427855"/>
                  </a:lnTo>
                  <a:lnTo>
                    <a:pt x="1055128" y="1427863"/>
                  </a:lnTo>
                  <a:lnTo>
                    <a:pt x="1055112" y="1427874"/>
                  </a:lnTo>
                  <a:lnTo>
                    <a:pt x="1055101" y="1427887"/>
                  </a:lnTo>
                  <a:lnTo>
                    <a:pt x="1055089" y="1427901"/>
                  </a:lnTo>
                  <a:lnTo>
                    <a:pt x="1055086" y="1427907"/>
                  </a:lnTo>
                  <a:lnTo>
                    <a:pt x="1055075" y="1427924"/>
                  </a:lnTo>
                  <a:lnTo>
                    <a:pt x="1055065" y="1427940"/>
                  </a:lnTo>
                  <a:lnTo>
                    <a:pt x="1055057" y="1427957"/>
                  </a:lnTo>
                  <a:lnTo>
                    <a:pt x="1055048" y="1427974"/>
                  </a:lnTo>
                  <a:lnTo>
                    <a:pt x="1055045" y="1427983"/>
                  </a:lnTo>
                  <a:lnTo>
                    <a:pt x="1055046" y="1427999"/>
                  </a:lnTo>
                  <a:lnTo>
                    <a:pt x="1055042" y="1428014"/>
                  </a:lnTo>
                  <a:lnTo>
                    <a:pt x="1055037" y="1428031"/>
                  </a:lnTo>
                  <a:lnTo>
                    <a:pt x="1055032" y="1428047"/>
                  </a:lnTo>
                  <a:lnTo>
                    <a:pt x="1055029" y="1428064"/>
                  </a:lnTo>
                  <a:lnTo>
                    <a:pt x="1055025" y="1428081"/>
                  </a:lnTo>
                  <a:lnTo>
                    <a:pt x="1055022" y="1428098"/>
                  </a:lnTo>
                  <a:lnTo>
                    <a:pt x="1055015" y="1428122"/>
                  </a:lnTo>
                  <a:lnTo>
                    <a:pt x="1055002" y="1428146"/>
                  </a:lnTo>
                  <a:lnTo>
                    <a:pt x="1054994" y="1428154"/>
                  </a:lnTo>
                  <a:lnTo>
                    <a:pt x="1054989" y="1428155"/>
                  </a:lnTo>
                  <a:lnTo>
                    <a:pt x="1054980" y="1428162"/>
                  </a:lnTo>
                  <a:lnTo>
                    <a:pt x="1054969" y="1428169"/>
                  </a:lnTo>
                  <a:lnTo>
                    <a:pt x="1054955" y="1428173"/>
                  </a:lnTo>
                  <a:lnTo>
                    <a:pt x="1054939" y="1428178"/>
                  </a:lnTo>
                  <a:lnTo>
                    <a:pt x="1054923" y="1428182"/>
                  </a:lnTo>
                  <a:lnTo>
                    <a:pt x="1054907" y="1428187"/>
                  </a:lnTo>
                  <a:lnTo>
                    <a:pt x="1054891" y="1428193"/>
                  </a:lnTo>
                  <a:lnTo>
                    <a:pt x="1054875" y="1428198"/>
                  </a:lnTo>
                  <a:lnTo>
                    <a:pt x="1054859" y="1428203"/>
                  </a:lnTo>
                  <a:lnTo>
                    <a:pt x="1054843" y="1428206"/>
                  </a:lnTo>
                  <a:lnTo>
                    <a:pt x="1054836" y="1428210"/>
                  </a:lnTo>
                  <a:lnTo>
                    <a:pt x="1054820" y="1428213"/>
                  </a:lnTo>
                  <a:lnTo>
                    <a:pt x="1054804" y="1428216"/>
                  </a:lnTo>
                  <a:lnTo>
                    <a:pt x="1054788" y="1428220"/>
                  </a:lnTo>
                  <a:lnTo>
                    <a:pt x="1054772" y="1428224"/>
                  </a:lnTo>
                  <a:lnTo>
                    <a:pt x="1054756" y="1428228"/>
                  </a:lnTo>
                  <a:lnTo>
                    <a:pt x="1054740" y="1428233"/>
                  </a:lnTo>
                  <a:lnTo>
                    <a:pt x="1054724" y="1428237"/>
                  </a:lnTo>
                  <a:lnTo>
                    <a:pt x="1054708" y="1428241"/>
                  </a:lnTo>
                  <a:lnTo>
                    <a:pt x="1054692" y="1428248"/>
                  </a:lnTo>
                  <a:lnTo>
                    <a:pt x="1054686" y="1428250"/>
                  </a:lnTo>
                  <a:lnTo>
                    <a:pt x="1054676" y="1428248"/>
                  </a:lnTo>
                  <a:lnTo>
                    <a:pt x="1054660" y="1428247"/>
                  </a:lnTo>
                  <a:lnTo>
                    <a:pt x="1054653" y="1428245"/>
                  </a:lnTo>
                  <a:lnTo>
                    <a:pt x="1054644" y="1428245"/>
                  </a:lnTo>
                  <a:lnTo>
                    <a:pt x="1054628" y="1428243"/>
                  </a:lnTo>
                  <a:lnTo>
                    <a:pt x="1054612" y="1428244"/>
                  </a:lnTo>
                  <a:lnTo>
                    <a:pt x="1054607" y="1428244"/>
                  </a:lnTo>
                  <a:lnTo>
                    <a:pt x="1054603" y="1428244"/>
                  </a:lnTo>
                  <a:lnTo>
                    <a:pt x="1054587" y="1428242"/>
                  </a:lnTo>
                  <a:lnTo>
                    <a:pt x="1054582" y="1428240"/>
                  </a:lnTo>
                  <a:lnTo>
                    <a:pt x="1054571" y="1428239"/>
                  </a:lnTo>
                  <a:lnTo>
                    <a:pt x="1054555" y="1428239"/>
                  </a:lnTo>
                  <a:lnTo>
                    <a:pt x="1054539" y="1428238"/>
                  </a:lnTo>
                  <a:lnTo>
                    <a:pt x="1054522" y="1428236"/>
                  </a:lnTo>
                  <a:lnTo>
                    <a:pt x="1054506" y="1428234"/>
                  </a:lnTo>
                  <a:lnTo>
                    <a:pt x="1054490" y="1428233"/>
                  </a:lnTo>
                  <a:lnTo>
                    <a:pt x="1054474" y="1428230"/>
                  </a:lnTo>
                  <a:lnTo>
                    <a:pt x="1054458" y="1428227"/>
                  </a:lnTo>
                  <a:lnTo>
                    <a:pt x="1054442" y="1428226"/>
                  </a:lnTo>
                  <a:lnTo>
                    <a:pt x="1054426" y="1428223"/>
                  </a:lnTo>
                  <a:lnTo>
                    <a:pt x="1054410" y="1428221"/>
                  </a:lnTo>
                  <a:lnTo>
                    <a:pt x="1054394" y="1428218"/>
                  </a:lnTo>
                  <a:lnTo>
                    <a:pt x="1054378" y="1428212"/>
                  </a:lnTo>
                  <a:lnTo>
                    <a:pt x="1054362" y="1428206"/>
                  </a:lnTo>
                  <a:lnTo>
                    <a:pt x="1054346" y="1428198"/>
                  </a:lnTo>
                  <a:lnTo>
                    <a:pt x="1054330" y="1428192"/>
                  </a:lnTo>
                  <a:lnTo>
                    <a:pt x="1054314" y="1428186"/>
                  </a:lnTo>
                  <a:lnTo>
                    <a:pt x="1054298" y="1428180"/>
                  </a:lnTo>
                  <a:lnTo>
                    <a:pt x="1054282" y="1428175"/>
                  </a:lnTo>
                  <a:lnTo>
                    <a:pt x="1054266" y="1428170"/>
                  </a:lnTo>
                  <a:lnTo>
                    <a:pt x="1054250" y="1428165"/>
                  </a:lnTo>
                  <a:lnTo>
                    <a:pt x="1054234" y="1428161"/>
                  </a:lnTo>
                  <a:lnTo>
                    <a:pt x="1054218" y="1428159"/>
                  </a:lnTo>
                  <a:lnTo>
                    <a:pt x="1054202" y="1428158"/>
                  </a:lnTo>
                  <a:lnTo>
                    <a:pt x="1054186" y="1428159"/>
                  </a:lnTo>
                  <a:lnTo>
                    <a:pt x="1054170" y="1428162"/>
                  </a:lnTo>
                  <a:lnTo>
                    <a:pt x="1054154" y="1428165"/>
                  </a:lnTo>
                  <a:lnTo>
                    <a:pt x="1054138" y="1428166"/>
                  </a:lnTo>
                  <a:lnTo>
                    <a:pt x="1054122" y="1428166"/>
                  </a:lnTo>
                  <a:lnTo>
                    <a:pt x="1054114" y="1428167"/>
                  </a:lnTo>
                  <a:lnTo>
                    <a:pt x="1054090" y="1428164"/>
                  </a:lnTo>
                  <a:lnTo>
                    <a:pt x="1054074" y="1428164"/>
                  </a:lnTo>
                  <a:lnTo>
                    <a:pt x="1054058" y="1428164"/>
                  </a:lnTo>
                  <a:lnTo>
                    <a:pt x="1054042" y="1428163"/>
                  </a:lnTo>
                  <a:lnTo>
                    <a:pt x="1054033" y="1428163"/>
                  </a:lnTo>
                  <a:lnTo>
                    <a:pt x="1054017" y="1428160"/>
                  </a:lnTo>
                  <a:lnTo>
                    <a:pt x="1054010" y="1428157"/>
                  </a:lnTo>
                  <a:lnTo>
                    <a:pt x="1053994" y="1428151"/>
                  </a:lnTo>
                  <a:lnTo>
                    <a:pt x="1053978" y="1428146"/>
                  </a:lnTo>
                  <a:lnTo>
                    <a:pt x="1053962" y="1428144"/>
                  </a:lnTo>
                  <a:lnTo>
                    <a:pt x="1053946" y="1428144"/>
                  </a:lnTo>
                  <a:lnTo>
                    <a:pt x="1053930" y="1428145"/>
                  </a:lnTo>
                  <a:lnTo>
                    <a:pt x="1053921" y="1428145"/>
                  </a:lnTo>
                  <a:lnTo>
                    <a:pt x="1053914" y="1428143"/>
                  </a:lnTo>
                  <a:lnTo>
                    <a:pt x="1053898" y="1428139"/>
                  </a:lnTo>
                  <a:lnTo>
                    <a:pt x="1053880" y="1428135"/>
                  </a:lnTo>
                  <a:lnTo>
                    <a:pt x="1053868" y="1428133"/>
                  </a:lnTo>
                  <a:lnTo>
                    <a:pt x="1053852" y="1428129"/>
                  </a:lnTo>
                  <a:lnTo>
                    <a:pt x="1053847" y="1428127"/>
                  </a:lnTo>
                  <a:lnTo>
                    <a:pt x="1053836" y="1428126"/>
                  </a:lnTo>
                  <a:lnTo>
                    <a:pt x="1053820" y="1428121"/>
                  </a:lnTo>
                  <a:lnTo>
                    <a:pt x="1053804" y="1428116"/>
                  </a:lnTo>
                  <a:lnTo>
                    <a:pt x="1053788" y="1428110"/>
                  </a:lnTo>
                  <a:lnTo>
                    <a:pt x="1053782" y="1428107"/>
                  </a:lnTo>
                  <a:lnTo>
                    <a:pt x="1053773" y="1428105"/>
                  </a:lnTo>
                  <a:lnTo>
                    <a:pt x="1053765" y="1428098"/>
                  </a:lnTo>
                  <a:lnTo>
                    <a:pt x="1053757" y="1428095"/>
                  </a:lnTo>
                  <a:lnTo>
                    <a:pt x="1053741" y="1428096"/>
                  </a:lnTo>
                  <a:lnTo>
                    <a:pt x="1053725" y="1428100"/>
                  </a:lnTo>
                  <a:lnTo>
                    <a:pt x="1053709" y="1428097"/>
                  </a:lnTo>
                  <a:lnTo>
                    <a:pt x="1053693" y="1428092"/>
                  </a:lnTo>
                  <a:lnTo>
                    <a:pt x="1053677" y="1428090"/>
                  </a:lnTo>
                  <a:lnTo>
                    <a:pt x="1053661" y="1428092"/>
                  </a:lnTo>
                  <a:lnTo>
                    <a:pt x="1053645" y="1428095"/>
                  </a:lnTo>
                  <a:lnTo>
                    <a:pt x="1053628" y="1428096"/>
                  </a:lnTo>
                  <a:lnTo>
                    <a:pt x="1053616" y="1428097"/>
                  </a:lnTo>
                  <a:lnTo>
                    <a:pt x="1053602" y="1428096"/>
                  </a:lnTo>
                  <a:lnTo>
                    <a:pt x="1053597" y="1428094"/>
                  </a:lnTo>
                  <a:lnTo>
                    <a:pt x="1053581" y="1428088"/>
                  </a:lnTo>
                  <a:lnTo>
                    <a:pt x="1053565" y="1428079"/>
                  </a:lnTo>
                  <a:lnTo>
                    <a:pt x="1053556" y="1428073"/>
                  </a:lnTo>
                  <a:lnTo>
                    <a:pt x="1053552" y="1428072"/>
                  </a:lnTo>
                  <a:lnTo>
                    <a:pt x="1053535" y="1428067"/>
                  </a:lnTo>
                  <a:lnTo>
                    <a:pt x="1053519" y="1428061"/>
                  </a:lnTo>
                  <a:lnTo>
                    <a:pt x="1053504" y="1428057"/>
                  </a:lnTo>
                  <a:lnTo>
                    <a:pt x="1053488" y="1428053"/>
                  </a:lnTo>
                  <a:lnTo>
                    <a:pt x="1053473" y="1428051"/>
                  </a:lnTo>
                  <a:lnTo>
                    <a:pt x="1053461" y="1428046"/>
                  </a:lnTo>
                  <a:lnTo>
                    <a:pt x="1053456" y="1428041"/>
                  </a:lnTo>
                  <a:lnTo>
                    <a:pt x="1053448" y="1428035"/>
                  </a:lnTo>
                  <a:lnTo>
                    <a:pt x="1053438" y="1428033"/>
                  </a:lnTo>
                  <a:lnTo>
                    <a:pt x="1053436" y="1428038"/>
                  </a:lnTo>
                  <a:lnTo>
                    <a:pt x="1053435" y="1428057"/>
                  </a:lnTo>
                  <a:lnTo>
                    <a:pt x="1053436" y="1428072"/>
                  </a:lnTo>
                  <a:lnTo>
                    <a:pt x="1053442" y="1428088"/>
                  </a:lnTo>
                  <a:lnTo>
                    <a:pt x="1053446" y="1428105"/>
                  </a:lnTo>
                  <a:lnTo>
                    <a:pt x="1053451" y="1428121"/>
                  </a:lnTo>
                  <a:lnTo>
                    <a:pt x="1053452" y="1428134"/>
                  </a:lnTo>
                  <a:lnTo>
                    <a:pt x="1053454" y="1428138"/>
                  </a:lnTo>
                  <a:lnTo>
                    <a:pt x="1053460" y="1428155"/>
                  </a:lnTo>
                  <a:lnTo>
                    <a:pt x="1053462" y="1428164"/>
                  </a:lnTo>
                  <a:lnTo>
                    <a:pt x="1053466" y="1428171"/>
                  </a:lnTo>
                  <a:lnTo>
                    <a:pt x="1053478" y="1428188"/>
                  </a:lnTo>
                  <a:lnTo>
                    <a:pt x="1053494" y="1428201"/>
                  </a:lnTo>
                  <a:lnTo>
                    <a:pt x="1053506" y="1428208"/>
                  </a:lnTo>
                  <a:lnTo>
                    <a:pt x="1053510" y="1428211"/>
                  </a:lnTo>
                  <a:lnTo>
                    <a:pt x="1053526" y="1428218"/>
                  </a:lnTo>
                  <a:lnTo>
                    <a:pt x="1053542" y="1428223"/>
                  </a:lnTo>
                  <a:lnTo>
                    <a:pt x="1053558" y="1428230"/>
                  </a:lnTo>
                  <a:lnTo>
                    <a:pt x="1053574" y="1428236"/>
                  </a:lnTo>
                  <a:lnTo>
                    <a:pt x="1053590" y="1428245"/>
                  </a:lnTo>
                  <a:lnTo>
                    <a:pt x="1053596" y="1428246"/>
                  </a:lnTo>
                  <a:lnTo>
                    <a:pt x="1053604" y="1428250"/>
                  </a:lnTo>
                  <a:lnTo>
                    <a:pt x="1053609" y="1428257"/>
                  </a:lnTo>
                  <a:lnTo>
                    <a:pt x="1053611" y="1428265"/>
                  </a:lnTo>
                  <a:lnTo>
                    <a:pt x="1053611" y="1428270"/>
                  </a:lnTo>
                  <a:lnTo>
                    <a:pt x="1053614" y="1428287"/>
                  </a:lnTo>
                  <a:lnTo>
                    <a:pt x="1053599" y="1428307"/>
                  </a:lnTo>
                  <a:lnTo>
                    <a:pt x="1053594" y="1428310"/>
                  </a:lnTo>
                  <a:lnTo>
                    <a:pt x="1053584" y="1428318"/>
                  </a:lnTo>
                  <a:lnTo>
                    <a:pt x="1053573" y="1428318"/>
                  </a:lnTo>
                  <a:lnTo>
                    <a:pt x="1053560" y="1428318"/>
                  </a:lnTo>
                  <a:lnTo>
                    <a:pt x="1053544" y="1428316"/>
                  </a:lnTo>
                  <a:lnTo>
                    <a:pt x="1053539" y="1428313"/>
                  </a:lnTo>
                  <a:lnTo>
                    <a:pt x="1053528" y="1428312"/>
                  </a:lnTo>
                  <a:lnTo>
                    <a:pt x="1053512" y="1428310"/>
                  </a:lnTo>
                  <a:lnTo>
                    <a:pt x="1053495" y="1428309"/>
                  </a:lnTo>
                  <a:lnTo>
                    <a:pt x="1053479" y="1428308"/>
                  </a:lnTo>
                  <a:lnTo>
                    <a:pt x="1053457" y="1428308"/>
                  </a:lnTo>
                  <a:lnTo>
                    <a:pt x="1053445" y="1428306"/>
                  </a:lnTo>
                  <a:lnTo>
                    <a:pt x="1053429" y="1428306"/>
                  </a:lnTo>
                  <a:lnTo>
                    <a:pt x="1053407" y="1428307"/>
                  </a:lnTo>
                  <a:lnTo>
                    <a:pt x="1053402" y="1428307"/>
                  </a:lnTo>
                  <a:lnTo>
                    <a:pt x="1053390" y="1428309"/>
                  </a:lnTo>
                  <a:lnTo>
                    <a:pt x="1053374" y="1428309"/>
                  </a:lnTo>
                  <a:lnTo>
                    <a:pt x="1053358" y="1428307"/>
                  </a:lnTo>
                  <a:lnTo>
                    <a:pt x="1053342" y="1428303"/>
                  </a:lnTo>
                  <a:lnTo>
                    <a:pt x="1053326" y="1428302"/>
                  </a:lnTo>
                  <a:lnTo>
                    <a:pt x="1053310" y="1428300"/>
                  </a:lnTo>
                  <a:lnTo>
                    <a:pt x="1053303" y="1428297"/>
                  </a:lnTo>
                  <a:lnTo>
                    <a:pt x="1053294" y="1428296"/>
                  </a:lnTo>
                  <a:lnTo>
                    <a:pt x="1053284" y="1428295"/>
                  </a:lnTo>
                  <a:lnTo>
                    <a:pt x="1053278" y="1428296"/>
                  </a:lnTo>
                  <a:lnTo>
                    <a:pt x="1053262" y="1428295"/>
                  </a:lnTo>
                  <a:lnTo>
                    <a:pt x="1053246" y="1428296"/>
                  </a:lnTo>
                  <a:lnTo>
                    <a:pt x="1053230" y="1428297"/>
                  </a:lnTo>
                  <a:lnTo>
                    <a:pt x="1053214" y="1428300"/>
                  </a:lnTo>
                  <a:lnTo>
                    <a:pt x="1053198" y="1428302"/>
                  </a:lnTo>
                  <a:lnTo>
                    <a:pt x="1053182" y="1428304"/>
                  </a:lnTo>
                  <a:lnTo>
                    <a:pt x="1053166" y="1428306"/>
                  </a:lnTo>
                  <a:lnTo>
                    <a:pt x="1053150" y="1428307"/>
                  </a:lnTo>
                  <a:lnTo>
                    <a:pt x="1053134" y="1428309"/>
                  </a:lnTo>
                  <a:lnTo>
                    <a:pt x="1053118" y="1428310"/>
                  </a:lnTo>
                  <a:lnTo>
                    <a:pt x="1053102" y="1428310"/>
                  </a:lnTo>
                  <a:lnTo>
                    <a:pt x="1053086" y="1428311"/>
                  </a:lnTo>
                  <a:lnTo>
                    <a:pt x="1053070" y="1428313"/>
                  </a:lnTo>
                  <a:lnTo>
                    <a:pt x="1053054" y="1428319"/>
                  </a:lnTo>
                  <a:lnTo>
                    <a:pt x="1053038" y="1428323"/>
                  </a:lnTo>
                  <a:lnTo>
                    <a:pt x="1053022" y="1428326"/>
                  </a:lnTo>
                  <a:lnTo>
                    <a:pt x="1053006" y="1428330"/>
                  </a:lnTo>
                  <a:lnTo>
                    <a:pt x="1052990" y="1428336"/>
                  </a:lnTo>
                  <a:lnTo>
                    <a:pt x="1052974" y="1428341"/>
                  </a:lnTo>
                  <a:lnTo>
                    <a:pt x="1052965" y="1428345"/>
                  </a:lnTo>
                  <a:lnTo>
                    <a:pt x="1052958" y="1428349"/>
                  </a:lnTo>
                  <a:lnTo>
                    <a:pt x="1052942" y="1428355"/>
                  </a:lnTo>
                  <a:lnTo>
                    <a:pt x="1052926" y="1428361"/>
                  </a:lnTo>
                  <a:lnTo>
                    <a:pt x="1052910" y="1428368"/>
                  </a:lnTo>
                  <a:lnTo>
                    <a:pt x="1052905" y="1428370"/>
                  </a:lnTo>
                  <a:lnTo>
                    <a:pt x="1052900" y="1428372"/>
                  </a:lnTo>
                  <a:lnTo>
                    <a:pt x="1052884" y="1428378"/>
                  </a:lnTo>
                  <a:lnTo>
                    <a:pt x="1052867" y="1428386"/>
                  </a:lnTo>
                  <a:lnTo>
                    <a:pt x="1052851" y="1428394"/>
                  </a:lnTo>
                  <a:lnTo>
                    <a:pt x="1052836" y="1428400"/>
                  </a:lnTo>
                  <a:lnTo>
                    <a:pt x="1052820" y="1428405"/>
                  </a:lnTo>
                  <a:lnTo>
                    <a:pt x="1052802" y="1428411"/>
                  </a:lnTo>
                  <a:lnTo>
                    <a:pt x="1052788" y="1428416"/>
                  </a:lnTo>
                  <a:lnTo>
                    <a:pt x="1052772" y="1428421"/>
                  </a:lnTo>
                  <a:lnTo>
                    <a:pt x="1052756" y="1428428"/>
                  </a:lnTo>
                  <a:lnTo>
                    <a:pt x="1052740" y="1428435"/>
                  </a:lnTo>
                  <a:lnTo>
                    <a:pt x="1052724" y="1428442"/>
                  </a:lnTo>
                  <a:lnTo>
                    <a:pt x="1052708" y="1428449"/>
                  </a:lnTo>
                  <a:lnTo>
                    <a:pt x="1052692" y="1428457"/>
                  </a:lnTo>
                  <a:lnTo>
                    <a:pt x="1052676" y="1428466"/>
                  </a:lnTo>
                  <a:lnTo>
                    <a:pt x="1052660" y="1428478"/>
                  </a:lnTo>
                  <a:lnTo>
                    <a:pt x="1052644" y="1428483"/>
                  </a:lnTo>
                  <a:lnTo>
                    <a:pt x="1052626" y="1428494"/>
                  </a:lnTo>
                  <a:lnTo>
                    <a:pt x="1052603" y="1428501"/>
                  </a:lnTo>
                  <a:lnTo>
                    <a:pt x="1052587" y="1428503"/>
                  </a:lnTo>
                  <a:lnTo>
                    <a:pt x="1052572" y="1428503"/>
                  </a:lnTo>
                  <a:lnTo>
                    <a:pt x="1052556" y="1428504"/>
                  </a:lnTo>
                  <a:lnTo>
                    <a:pt x="1052540" y="1428504"/>
                  </a:lnTo>
                  <a:lnTo>
                    <a:pt x="1052524" y="1428505"/>
                  </a:lnTo>
                  <a:lnTo>
                    <a:pt x="1052508" y="1428506"/>
                  </a:lnTo>
                  <a:lnTo>
                    <a:pt x="1052492" y="1428506"/>
                  </a:lnTo>
                  <a:lnTo>
                    <a:pt x="1052476" y="1428509"/>
                  </a:lnTo>
                  <a:lnTo>
                    <a:pt x="1052460" y="1428511"/>
                  </a:lnTo>
                  <a:lnTo>
                    <a:pt x="1052444" y="1428512"/>
                  </a:lnTo>
                  <a:lnTo>
                    <a:pt x="1052428" y="1428514"/>
                  </a:lnTo>
                  <a:lnTo>
                    <a:pt x="1052412" y="1428515"/>
                  </a:lnTo>
                  <a:lnTo>
                    <a:pt x="1052396" y="1428515"/>
                  </a:lnTo>
                  <a:lnTo>
                    <a:pt x="1052380" y="1428517"/>
                  </a:lnTo>
                  <a:lnTo>
                    <a:pt x="1052364" y="1428517"/>
                  </a:lnTo>
                  <a:lnTo>
                    <a:pt x="1052348" y="1428519"/>
                  </a:lnTo>
                  <a:lnTo>
                    <a:pt x="1052332" y="1428520"/>
                  </a:lnTo>
                  <a:lnTo>
                    <a:pt x="1052316" y="1428521"/>
                  </a:lnTo>
                  <a:lnTo>
                    <a:pt x="1052300" y="1428521"/>
                  </a:lnTo>
                  <a:lnTo>
                    <a:pt x="1052284" y="1428521"/>
                  </a:lnTo>
                  <a:lnTo>
                    <a:pt x="1052268" y="1428521"/>
                  </a:lnTo>
                  <a:lnTo>
                    <a:pt x="1052252" y="1428521"/>
                  </a:lnTo>
                  <a:lnTo>
                    <a:pt x="1052236" y="1428520"/>
                  </a:lnTo>
                  <a:lnTo>
                    <a:pt x="1052220" y="1428520"/>
                  </a:lnTo>
                  <a:lnTo>
                    <a:pt x="1052198" y="1428521"/>
                  </a:lnTo>
                  <a:lnTo>
                    <a:pt x="1052188" y="1428523"/>
                  </a:lnTo>
                  <a:lnTo>
                    <a:pt x="1052168" y="1428528"/>
                  </a:lnTo>
                  <a:lnTo>
                    <a:pt x="1052156" y="1428530"/>
                  </a:lnTo>
                  <a:lnTo>
                    <a:pt x="1052140" y="1428534"/>
                  </a:lnTo>
                  <a:lnTo>
                    <a:pt x="1052126" y="1428539"/>
                  </a:lnTo>
                  <a:lnTo>
                    <a:pt x="1052108" y="1428541"/>
                  </a:lnTo>
                  <a:lnTo>
                    <a:pt x="1052092" y="1428539"/>
                  </a:lnTo>
                  <a:lnTo>
                    <a:pt x="1052078" y="1428538"/>
                  </a:lnTo>
                  <a:lnTo>
                    <a:pt x="1052060" y="1428540"/>
                  </a:lnTo>
                  <a:lnTo>
                    <a:pt x="1052044" y="1428545"/>
                  </a:lnTo>
                  <a:lnTo>
                    <a:pt x="1052028" y="1428552"/>
                  </a:lnTo>
                  <a:lnTo>
                    <a:pt x="1052013" y="1428560"/>
                  </a:lnTo>
                  <a:lnTo>
                    <a:pt x="1051996" y="1428561"/>
                  </a:lnTo>
                  <a:lnTo>
                    <a:pt x="1051980" y="1428560"/>
                  </a:lnTo>
                  <a:lnTo>
                    <a:pt x="1051969" y="1428560"/>
                  </a:lnTo>
                  <a:lnTo>
                    <a:pt x="1051955" y="1428558"/>
                  </a:lnTo>
                  <a:lnTo>
                    <a:pt x="1051948" y="1428556"/>
                  </a:lnTo>
                  <a:lnTo>
                    <a:pt x="1051932" y="1428555"/>
                  </a:lnTo>
                  <a:lnTo>
                    <a:pt x="1051916" y="1428553"/>
                  </a:lnTo>
                  <a:lnTo>
                    <a:pt x="1051900" y="1428554"/>
                  </a:lnTo>
                  <a:lnTo>
                    <a:pt x="1051882" y="1428558"/>
                  </a:lnTo>
                  <a:lnTo>
                    <a:pt x="1051869" y="1428561"/>
                  </a:lnTo>
                  <a:lnTo>
                    <a:pt x="1051862" y="1428561"/>
                  </a:lnTo>
                  <a:lnTo>
                    <a:pt x="1051853" y="1428557"/>
                  </a:lnTo>
                  <a:lnTo>
                    <a:pt x="1051837" y="1428559"/>
                  </a:lnTo>
                  <a:lnTo>
                    <a:pt x="1051821" y="1428562"/>
                  </a:lnTo>
                  <a:lnTo>
                    <a:pt x="1051813" y="1428568"/>
                  </a:lnTo>
                  <a:lnTo>
                    <a:pt x="1051806" y="1428573"/>
                  </a:lnTo>
                  <a:lnTo>
                    <a:pt x="1051790" y="1428573"/>
                  </a:lnTo>
                  <a:lnTo>
                    <a:pt x="1051774" y="1428574"/>
                  </a:lnTo>
                  <a:lnTo>
                    <a:pt x="1051758" y="1428574"/>
                  </a:lnTo>
                  <a:lnTo>
                    <a:pt x="1051742" y="1428574"/>
                  </a:lnTo>
                  <a:lnTo>
                    <a:pt x="1051726" y="1428573"/>
                  </a:lnTo>
                  <a:lnTo>
                    <a:pt x="1051709" y="1428572"/>
                  </a:lnTo>
                  <a:lnTo>
                    <a:pt x="1051705" y="1428571"/>
                  </a:lnTo>
                  <a:lnTo>
                    <a:pt x="1051692" y="1428561"/>
                  </a:lnTo>
                  <a:lnTo>
                    <a:pt x="1051677" y="1428556"/>
                  </a:lnTo>
                  <a:lnTo>
                    <a:pt x="1051672" y="1428555"/>
                  </a:lnTo>
                  <a:lnTo>
                    <a:pt x="1051663" y="1428556"/>
                  </a:lnTo>
                  <a:lnTo>
                    <a:pt x="1051657" y="1428560"/>
                  </a:lnTo>
                  <a:lnTo>
                    <a:pt x="1051640" y="1428570"/>
                  </a:lnTo>
                  <a:lnTo>
                    <a:pt x="1051625" y="1428581"/>
                  </a:lnTo>
                  <a:lnTo>
                    <a:pt x="1051607" y="1428590"/>
                  </a:lnTo>
                  <a:lnTo>
                    <a:pt x="1051593" y="1428601"/>
                  </a:lnTo>
                  <a:lnTo>
                    <a:pt x="1051577" y="1428608"/>
                  </a:lnTo>
                  <a:lnTo>
                    <a:pt x="1051561" y="1428613"/>
                  </a:lnTo>
                  <a:lnTo>
                    <a:pt x="1051544" y="1428617"/>
                  </a:lnTo>
                  <a:lnTo>
                    <a:pt x="1051530" y="1428616"/>
                  </a:lnTo>
                  <a:lnTo>
                    <a:pt x="1051524" y="1428616"/>
                  </a:lnTo>
                  <a:lnTo>
                    <a:pt x="1051514" y="1428613"/>
                  </a:lnTo>
                  <a:lnTo>
                    <a:pt x="1051498" y="1428607"/>
                  </a:lnTo>
                  <a:lnTo>
                    <a:pt x="1051489" y="1428607"/>
                  </a:lnTo>
                  <a:lnTo>
                    <a:pt x="1051473" y="1428605"/>
                  </a:lnTo>
                  <a:lnTo>
                    <a:pt x="1051466" y="1428604"/>
                  </a:lnTo>
                  <a:lnTo>
                    <a:pt x="1051456" y="1428605"/>
                  </a:lnTo>
                  <a:lnTo>
                    <a:pt x="1051449" y="1428607"/>
                  </a:lnTo>
                  <a:lnTo>
                    <a:pt x="1051440" y="1428611"/>
                  </a:lnTo>
                  <a:lnTo>
                    <a:pt x="1051424" y="1428624"/>
                  </a:lnTo>
                  <a:lnTo>
                    <a:pt x="1051408" y="1428630"/>
                  </a:lnTo>
                  <a:lnTo>
                    <a:pt x="1051397" y="1428635"/>
                  </a:lnTo>
                  <a:lnTo>
                    <a:pt x="1051388" y="1428637"/>
                  </a:lnTo>
                  <a:lnTo>
                    <a:pt x="1051383" y="1428635"/>
                  </a:lnTo>
                  <a:lnTo>
                    <a:pt x="1051370" y="1428633"/>
                  </a:lnTo>
                  <a:lnTo>
                    <a:pt x="1051363" y="1428631"/>
                  </a:lnTo>
                  <a:lnTo>
                    <a:pt x="1051354" y="1428625"/>
                  </a:lnTo>
                  <a:lnTo>
                    <a:pt x="1051335" y="1428612"/>
                  </a:lnTo>
                  <a:lnTo>
                    <a:pt x="1051322" y="1428605"/>
                  </a:lnTo>
                  <a:lnTo>
                    <a:pt x="1051315" y="1428601"/>
                  </a:lnTo>
                  <a:lnTo>
                    <a:pt x="1051306" y="1428599"/>
                  </a:lnTo>
                  <a:lnTo>
                    <a:pt x="1051290" y="1428593"/>
                  </a:lnTo>
                  <a:lnTo>
                    <a:pt x="1051281" y="1428592"/>
                  </a:lnTo>
                  <a:lnTo>
                    <a:pt x="1051274" y="1428589"/>
                  </a:lnTo>
                  <a:lnTo>
                    <a:pt x="1051258" y="1428584"/>
                  </a:lnTo>
                  <a:lnTo>
                    <a:pt x="1051242" y="1428580"/>
                  </a:lnTo>
                  <a:lnTo>
                    <a:pt x="1051226" y="1428578"/>
                  </a:lnTo>
                  <a:lnTo>
                    <a:pt x="1051208" y="1428573"/>
                  </a:lnTo>
                  <a:lnTo>
                    <a:pt x="1051204" y="1428568"/>
                  </a:lnTo>
                  <a:lnTo>
                    <a:pt x="1051167" y="1428565"/>
                  </a:lnTo>
                  <a:lnTo>
                    <a:pt x="1051132" y="1428561"/>
                  </a:lnTo>
                  <a:lnTo>
                    <a:pt x="1051072" y="1428561"/>
                  </a:lnTo>
                  <a:lnTo>
                    <a:pt x="1051059" y="1428561"/>
                  </a:lnTo>
                  <a:lnTo>
                    <a:pt x="1051043" y="1428562"/>
                  </a:lnTo>
                  <a:lnTo>
                    <a:pt x="1050967" y="1428567"/>
                  </a:lnTo>
                  <a:lnTo>
                    <a:pt x="1050948" y="1428573"/>
                  </a:lnTo>
                  <a:lnTo>
                    <a:pt x="1050937" y="1428578"/>
                  </a:lnTo>
                  <a:lnTo>
                    <a:pt x="1050928" y="1428588"/>
                  </a:lnTo>
                  <a:lnTo>
                    <a:pt x="1050920" y="1428597"/>
                  </a:lnTo>
                  <a:lnTo>
                    <a:pt x="1050918" y="1428602"/>
                  </a:lnTo>
                  <a:lnTo>
                    <a:pt x="1050909" y="1428623"/>
                  </a:lnTo>
                  <a:lnTo>
                    <a:pt x="1050903" y="1428636"/>
                  </a:lnTo>
                  <a:lnTo>
                    <a:pt x="1050893" y="1428652"/>
                  </a:lnTo>
                  <a:lnTo>
                    <a:pt x="1050885" y="1428669"/>
                  </a:lnTo>
                  <a:lnTo>
                    <a:pt x="1050883" y="1428674"/>
                  </a:lnTo>
                  <a:lnTo>
                    <a:pt x="1050873" y="1428684"/>
                  </a:lnTo>
                  <a:lnTo>
                    <a:pt x="1050867" y="1428687"/>
                  </a:lnTo>
                  <a:lnTo>
                    <a:pt x="1050857" y="1428689"/>
                  </a:lnTo>
                  <a:lnTo>
                    <a:pt x="1050841" y="1428687"/>
                  </a:lnTo>
                  <a:lnTo>
                    <a:pt x="1050825" y="1428685"/>
                  </a:lnTo>
                  <a:lnTo>
                    <a:pt x="1050809" y="1428685"/>
                  </a:lnTo>
                  <a:lnTo>
                    <a:pt x="1050793" y="1428682"/>
                  </a:lnTo>
                  <a:lnTo>
                    <a:pt x="1050778" y="1428686"/>
                  </a:lnTo>
                  <a:lnTo>
                    <a:pt x="1050761" y="1428692"/>
                  </a:lnTo>
                  <a:lnTo>
                    <a:pt x="1050745" y="1428702"/>
                  </a:lnTo>
                  <a:lnTo>
                    <a:pt x="1050731" y="1428711"/>
                  </a:lnTo>
                  <a:lnTo>
                    <a:pt x="1050715" y="1428726"/>
                  </a:lnTo>
                  <a:lnTo>
                    <a:pt x="1050700" y="1428740"/>
                  </a:lnTo>
                  <a:lnTo>
                    <a:pt x="1050696" y="1428743"/>
                  </a:lnTo>
                  <a:lnTo>
                    <a:pt x="1050690" y="1428747"/>
                  </a:lnTo>
                  <a:lnTo>
                    <a:pt x="1050684" y="1428748"/>
                  </a:lnTo>
                  <a:lnTo>
                    <a:pt x="1050668" y="1428752"/>
                  </a:lnTo>
                  <a:lnTo>
                    <a:pt x="1050652" y="1428756"/>
                  </a:lnTo>
                  <a:lnTo>
                    <a:pt x="1050636" y="1428758"/>
                  </a:lnTo>
                  <a:lnTo>
                    <a:pt x="1050620" y="1428759"/>
                  </a:lnTo>
                  <a:lnTo>
                    <a:pt x="1050604" y="1428761"/>
                  </a:lnTo>
                  <a:lnTo>
                    <a:pt x="1050588" y="1428768"/>
                  </a:lnTo>
                  <a:lnTo>
                    <a:pt x="1050581" y="1428771"/>
                  </a:lnTo>
                  <a:lnTo>
                    <a:pt x="1050577" y="1428774"/>
                  </a:lnTo>
                  <a:lnTo>
                    <a:pt x="1050573" y="1428777"/>
                  </a:lnTo>
                  <a:lnTo>
                    <a:pt x="1050566" y="1428783"/>
                  </a:lnTo>
                  <a:lnTo>
                    <a:pt x="1050561" y="1428792"/>
                  </a:lnTo>
                  <a:lnTo>
                    <a:pt x="1050558" y="1428800"/>
                  </a:lnTo>
                  <a:lnTo>
                    <a:pt x="1050558" y="1428808"/>
                  </a:lnTo>
                  <a:lnTo>
                    <a:pt x="1050554" y="1428827"/>
                  </a:lnTo>
                  <a:lnTo>
                    <a:pt x="1050545" y="1428843"/>
                  </a:lnTo>
                  <a:lnTo>
                    <a:pt x="1050531" y="1428854"/>
                  </a:lnTo>
                  <a:lnTo>
                    <a:pt x="1050527" y="1428856"/>
                  </a:lnTo>
                  <a:lnTo>
                    <a:pt x="1050515" y="1428856"/>
                  </a:lnTo>
                  <a:lnTo>
                    <a:pt x="1050506" y="1428856"/>
                  </a:lnTo>
                  <a:lnTo>
                    <a:pt x="1050499" y="1428854"/>
                  </a:lnTo>
                  <a:lnTo>
                    <a:pt x="1050481" y="1428852"/>
                  </a:lnTo>
                  <a:lnTo>
                    <a:pt x="1050467" y="1428859"/>
                  </a:lnTo>
                  <a:lnTo>
                    <a:pt x="1050464" y="1428863"/>
                  </a:lnTo>
                  <a:lnTo>
                    <a:pt x="1050459" y="1428875"/>
                  </a:lnTo>
                  <a:lnTo>
                    <a:pt x="1050457" y="1428883"/>
                  </a:lnTo>
                  <a:lnTo>
                    <a:pt x="1050450" y="1428891"/>
                  </a:lnTo>
                  <a:lnTo>
                    <a:pt x="1050442" y="1428891"/>
                  </a:lnTo>
                  <a:lnTo>
                    <a:pt x="1050434" y="1428886"/>
                  </a:lnTo>
                  <a:lnTo>
                    <a:pt x="1050418" y="1428877"/>
                  </a:lnTo>
                  <a:lnTo>
                    <a:pt x="1050402" y="1428868"/>
                  </a:lnTo>
                  <a:lnTo>
                    <a:pt x="1050393" y="1428866"/>
                  </a:lnTo>
                  <a:lnTo>
                    <a:pt x="1050386" y="1428867"/>
                  </a:lnTo>
                  <a:lnTo>
                    <a:pt x="1050370" y="1428873"/>
                  </a:lnTo>
                  <a:lnTo>
                    <a:pt x="1050347" y="1428884"/>
                  </a:lnTo>
                  <a:lnTo>
                    <a:pt x="1050340" y="1428888"/>
                  </a:lnTo>
                  <a:lnTo>
                    <a:pt x="1050335" y="1428888"/>
                  </a:lnTo>
                  <a:lnTo>
                    <a:pt x="1050324" y="1428886"/>
                  </a:lnTo>
                  <a:lnTo>
                    <a:pt x="1050319" y="1428882"/>
                  </a:lnTo>
                  <a:lnTo>
                    <a:pt x="1050303" y="1428873"/>
                  </a:lnTo>
                  <a:lnTo>
                    <a:pt x="1050287" y="1428872"/>
                  </a:lnTo>
                  <a:lnTo>
                    <a:pt x="1050277" y="1428875"/>
                  </a:lnTo>
                  <a:lnTo>
                    <a:pt x="1050265" y="1428880"/>
                  </a:lnTo>
                  <a:lnTo>
                    <a:pt x="1050259" y="1428882"/>
                  </a:lnTo>
                  <a:lnTo>
                    <a:pt x="1050250" y="1428882"/>
                  </a:lnTo>
                  <a:lnTo>
                    <a:pt x="1050234" y="1428882"/>
                  </a:lnTo>
                  <a:lnTo>
                    <a:pt x="1050218" y="1428883"/>
                  </a:lnTo>
                  <a:lnTo>
                    <a:pt x="1050203" y="1428892"/>
                  </a:lnTo>
                  <a:lnTo>
                    <a:pt x="1050199" y="1428895"/>
                  </a:lnTo>
                  <a:lnTo>
                    <a:pt x="1050188" y="1428900"/>
                  </a:lnTo>
                  <a:lnTo>
                    <a:pt x="1050179" y="1428898"/>
                  </a:lnTo>
                  <a:lnTo>
                    <a:pt x="1050171" y="1428889"/>
                  </a:lnTo>
                  <a:lnTo>
                    <a:pt x="1050167" y="1428883"/>
                  </a:lnTo>
                  <a:lnTo>
                    <a:pt x="1050163" y="1428881"/>
                  </a:lnTo>
                  <a:lnTo>
                    <a:pt x="1050157" y="1428880"/>
                  </a:lnTo>
                  <a:lnTo>
                    <a:pt x="1050150" y="1428881"/>
                  </a:lnTo>
                  <a:lnTo>
                    <a:pt x="1050144" y="1428885"/>
                  </a:lnTo>
                  <a:lnTo>
                    <a:pt x="1050130" y="1428902"/>
                  </a:lnTo>
                  <a:lnTo>
                    <a:pt x="1050122" y="1428908"/>
                  </a:lnTo>
                  <a:lnTo>
                    <a:pt x="1050114" y="1428908"/>
                  </a:lnTo>
                  <a:lnTo>
                    <a:pt x="1050106" y="1428907"/>
                  </a:lnTo>
                  <a:lnTo>
                    <a:pt x="1050098" y="1428904"/>
                  </a:lnTo>
                  <a:lnTo>
                    <a:pt x="1050090" y="1428902"/>
                  </a:lnTo>
                  <a:lnTo>
                    <a:pt x="1050082" y="1428903"/>
                  </a:lnTo>
                  <a:lnTo>
                    <a:pt x="1050066" y="1428908"/>
                  </a:lnTo>
                  <a:lnTo>
                    <a:pt x="1050062" y="1428912"/>
                  </a:lnTo>
                  <a:lnTo>
                    <a:pt x="1050057" y="1428917"/>
                  </a:lnTo>
                  <a:lnTo>
                    <a:pt x="1050053" y="1428924"/>
                  </a:lnTo>
                  <a:lnTo>
                    <a:pt x="1050051" y="1428929"/>
                  </a:lnTo>
                  <a:lnTo>
                    <a:pt x="1050050" y="1428935"/>
                  </a:lnTo>
                  <a:lnTo>
                    <a:pt x="1050051" y="1428941"/>
                  </a:lnTo>
                  <a:lnTo>
                    <a:pt x="1050053" y="1428957"/>
                  </a:lnTo>
                  <a:lnTo>
                    <a:pt x="1050057" y="1428966"/>
                  </a:lnTo>
                  <a:lnTo>
                    <a:pt x="1050063" y="1428981"/>
                  </a:lnTo>
                  <a:lnTo>
                    <a:pt x="1050070" y="1428991"/>
                  </a:lnTo>
                  <a:lnTo>
                    <a:pt x="1050070" y="1428996"/>
                  </a:lnTo>
                  <a:lnTo>
                    <a:pt x="1050064" y="1429016"/>
                  </a:lnTo>
                  <a:lnTo>
                    <a:pt x="1050061" y="1429030"/>
                  </a:lnTo>
                  <a:lnTo>
                    <a:pt x="1050063" y="1429047"/>
                  </a:lnTo>
                  <a:lnTo>
                    <a:pt x="1050066" y="1429064"/>
                  </a:lnTo>
                  <a:lnTo>
                    <a:pt x="1050067" y="1429081"/>
                  </a:lnTo>
                  <a:lnTo>
                    <a:pt x="1050070" y="1429097"/>
                  </a:lnTo>
                  <a:lnTo>
                    <a:pt x="1050072" y="1429114"/>
                  </a:lnTo>
                  <a:lnTo>
                    <a:pt x="1050074" y="1429123"/>
                  </a:lnTo>
                  <a:lnTo>
                    <a:pt x="1050072" y="1429130"/>
                  </a:lnTo>
                  <a:lnTo>
                    <a:pt x="1050066" y="1429137"/>
                  </a:lnTo>
                  <a:lnTo>
                    <a:pt x="1050059" y="1429139"/>
                  </a:lnTo>
                  <a:lnTo>
                    <a:pt x="1050045" y="1429142"/>
                  </a:lnTo>
                  <a:lnTo>
                    <a:pt x="1050042" y="1429147"/>
                  </a:lnTo>
                  <a:lnTo>
                    <a:pt x="1050042" y="1429153"/>
                  </a:lnTo>
                  <a:lnTo>
                    <a:pt x="1050045" y="1429161"/>
                  </a:lnTo>
                  <a:lnTo>
                    <a:pt x="1050048" y="1429170"/>
                  </a:lnTo>
                  <a:lnTo>
                    <a:pt x="1050049" y="1429178"/>
                  </a:lnTo>
                  <a:lnTo>
                    <a:pt x="1050049" y="1429185"/>
                  </a:lnTo>
                  <a:lnTo>
                    <a:pt x="1050042" y="1429196"/>
                  </a:lnTo>
                  <a:lnTo>
                    <a:pt x="1050036" y="1429211"/>
                  </a:lnTo>
                  <a:lnTo>
                    <a:pt x="1050034" y="1429216"/>
                  </a:lnTo>
                  <a:lnTo>
                    <a:pt x="1050034" y="1429230"/>
                  </a:lnTo>
                  <a:lnTo>
                    <a:pt x="1050030" y="1429244"/>
                  </a:lnTo>
                  <a:lnTo>
                    <a:pt x="1050024" y="1429249"/>
                  </a:lnTo>
                  <a:lnTo>
                    <a:pt x="1050014" y="1429248"/>
                  </a:lnTo>
                  <a:lnTo>
                    <a:pt x="1049999" y="1429238"/>
                  </a:lnTo>
                  <a:lnTo>
                    <a:pt x="1049989" y="1429228"/>
                  </a:lnTo>
                  <a:lnTo>
                    <a:pt x="1049983" y="1429226"/>
                  </a:lnTo>
                  <a:lnTo>
                    <a:pt x="1049968" y="1429227"/>
                  </a:lnTo>
                  <a:lnTo>
                    <a:pt x="1049959" y="1429227"/>
                  </a:lnTo>
                  <a:lnTo>
                    <a:pt x="1049952" y="1429225"/>
                  </a:lnTo>
                  <a:lnTo>
                    <a:pt x="1049946" y="1429224"/>
                  </a:lnTo>
                  <a:lnTo>
                    <a:pt x="1049936" y="1429217"/>
                  </a:lnTo>
                  <a:lnTo>
                    <a:pt x="1049927" y="1429213"/>
                  </a:lnTo>
                  <a:lnTo>
                    <a:pt x="1049920" y="1429206"/>
                  </a:lnTo>
                  <a:lnTo>
                    <a:pt x="1049913" y="1429197"/>
                  </a:lnTo>
                  <a:lnTo>
                    <a:pt x="1049908" y="1429191"/>
                  </a:lnTo>
                  <a:lnTo>
                    <a:pt x="1049895" y="1429174"/>
                  </a:lnTo>
                  <a:lnTo>
                    <a:pt x="1049892" y="1429170"/>
                  </a:lnTo>
                  <a:lnTo>
                    <a:pt x="1049878" y="1429160"/>
                  </a:lnTo>
                  <a:lnTo>
                    <a:pt x="1049864" y="1429157"/>
                  </a:lnTo>
                  <a:lnTo>
                    <a:pt x="1049859" y="1429159"/>
                  </a:lnTo>
                  <a:lnTo>
                    <a:pt x="1049853" y="1429168"/>
                  </a:lnTo>
                  <a:lnTo>
                    <a:pt x="1049844" y="1429185"/>
                  </a:lnTo>
                  <a:lnTo>
                    <a:pt x="1049839" y="1429191"/>
                  </a:lnTo>
                  <a:lnTo>
                    <a:pt x="1049825" y="1429199"/>
                  </a:lnTo>
                  <a:lnTo>
                    <a:pt x="1049811" y="1429202"/>
                  </a:lnTo>
                  <a:lnTo>
                    <a:pt x="1049804" y="1429204"/>
                  </a:lnTo>
                  <a:lnTo>
                    <a:pt x="1049795" y="1429201"/>
                  </a:lnTo>
                  <a:lnTo>
                    <a:pt x="1049779" y="1429199"/>
                  </a:lnTo>
                  <a:lnTo>
                    <a:pt x="1049763" y="1429201"/>
                  </a:lnTo>
                  <a:lnTo>
                    <a:pt x="1049747" y="1429206"/>
                  </a:lnTo>
                  <a:lnTo>
                    <a:pt x="1049732" y="1429220"/>
                  </a:lnTo>
                  <a:lnTo>
                    <a:pt x="1049729" y="1429223"/>
                  </a:lnTo>
                  <a:lnTo>
                    <a:pt x="1049721" y="1429234"/>
                  </a:lnTo>
                  <a:lnTo>
                    <a:pt x="1049708" y="1429250"/>
                  </a:lnTo>
                  <a:lnTo>
                    <a:pt x="1049692" y="1429260"/>
                  </a:lnTo>
                  <a:lnTo>
                    <a:pt x="1049676" y="1429275"/>
                  </a:lnTo>
                  <a:lnTo>
                    <a:pt x="1049672" y="1429281"/>
                  </a:lnTo>
                  <a:lnTo>
                    <a:pt x="1049659" y="1429289"/>
                  </a:lnTo>
                  <a:lnTo>
                    <a:pt x="1049649" y="1429301"/>
                  </a:lnTo>
                  <a:lnTo>
                    <a:pt x="1049636" y="1429308"/>
                  </a:lnTo>
                  <a:lnTo>
                    <a:pt x="1049620" y="1429311"/>
                  </a:lnTo>
                  <a:lnTo>
                    <a:pt x="1049612" y="1429311"/>
                  </a:lnTo>
                  <a:lnTo>
                    <a:pt x="1049599" y="1429317"/>
                  </a:lnTo>
                  <a:lnTo>
                    <a:pt x="1049588" y="1429326"/>
                  </a:lnTo>
                  <a:lnTo>
                    <a:pt x="1049580" y="1429331"/>
                  </a:lnTo>
                  <a:lnTo>
                    <a:pt x="1049572" y="1429340"/>
                  </a:lnTo>
                  <a:lnTo>
                    <a:pt x="1049563" y="1429351"/>
                  </a:lnTo>
                  <a:lnTo>
                    <a:pt x="1049552" y="1429361"/>
                  </a:lnTo>
                  <a:lnTo>
                    <a:pt x="1049537" y="1429377"/>
                  </a:lnTo>
                  <a:lnTo>
                    <a:pt x="1049521" y="1429389"/>
                  </a:lnTo>
                  <a:lnTo>
                    <a:pt x="1049514" y="1429394"/>
                  </a:lnTo>
                  <a:lnTo>
                    <a:pt x="1049505" y="1429397"/>
                  </a:lnTo>
                  <a:lnTo>
                    <a:pt x="1049499" y="1429400"/>
                  </a:lnTo>
                  <a:lnTo>
                    <a:pt x="1049489" y="1429400"/>
                  </a:lnTo>
                  <a:lnTo>
                    <a:pt x="1049479" y="1429404"/>
                  </a:lnTo>
                  <a:lnTo>
                    <a:pt x="1049461" y="1429404"/>
                  </a:lnTo>
                  <a:lnTo>
                    <a:pt x="1049453" y="1429404"/>
                  </a:lnTo>
                  <a:lnTo>
                    <a:pt x="1049439" y="1429402"/>
                  </a:lnTo>
                  <a:lnTo>
                    <a:pt x="1049426" y="1429397"/>
                  </a:lnTo>
                  <a:lnTo>
                    <a:pt x="1049418" y="1429391"/>
                  </a:lnTo>
                  <a:lnTo>
                    <a:pt x="1049415" y="1429382"/>
                  </a:lnTo>
                  <a:lnTo>
                    <a:pt x="1049415" y="1429372"/>
                  </a:lnTo>
                  <a:lnTo>
                    <a:pt x="1049417" y="1429365"/>
                  </a:lnTo>
                  <a:lnTo>
                    <a:pt x="1049425" y="1429354"/>
                  </a:lnTo>
                  <a:lnTo>
                    <a:pt x="1049430" y="1429350"/>
                  </a:lnTo>
                  <a:lnTo>
                    <a:pt x="1049435" y="1429345"/>
                  </a:lnTo>
                  <a:lnTo>
                    <a:pt x="1049435" y="1429336"/>
                  </a:lnTo>
                  <a:lnTo>
                    <a:pt x="1049432" y="1429332"/>
                  </a:lnTo>
                  <a:lnTo>
                    <a:pt x="1049423" y="1429329"/>
                  </a:lnTo>
                  <a:lnTo>
                    <a:pt x="1049418" y="1429327"/>
                  </a:lnTo>
                  <a:lnTo>
                    <a:pt x="1049404" y="1429324"/>
                  </a:lnTo>
                  <a:lnTo>
                    <a:pt x="1049398" y="1429323"/>
                  </a:lnTo>
                  <a:lnTo>
                    <a:pt x="1049382" y="1429322"/>
                  </a:lnTo>
                  <a:lnTo>
                    <a:pt x="1049374" y="1429321"/>
                  </a:lnTo>
                  <a:lnTo>
                    <a:pt x="1049366" y="1429317"/>
                  </a:lnTo>
                  <a:lnTo>
                    <a:pt x="1049362" y="1429315"/>
                  </a:lnTo>
                  <a:lnTo>
                    <a:pt x="1049350" y="1429308"/>
                  </a:lnTo>
                  <a:lnTo>
                    <a:pt x="1049343" y="1429304"/>
                  </a:lnTo>
                  <a:lnTo>
                    <a:pt x="1049334" y="1429294"/>
                  </a:lnTo>
                  <a:lnTo>
                    <a:pt x="1049329" y="1429279"/>
                  </a:lnTo>
                  <a:lnTo>
                    <a:pt x="1049328" y="1429260"/>
                  </a:lnTo>
                  <a:lnTo>
                    <a:pt x="1049322" y="1429243"/>
                  </a:lnTo>
                  <a:lnTo>
                    <a:pt x="1049320" y="1429238"/>
                  </a:lnTo>
                  <a:lnTo>
                    <a:pt x="1049314" y="1429227"/>
                  </a:lnTo>
                  <a:lnTo>
                    <a:pt x="1049304" y="1429215"/>
                  </a:lnTo>
                  <a:lnTo>
                    <a:pt x="1049298" y="1429216"/>
                  </a:lnTo>
                  <a:lnTo>
                    <a:pt x="1049287" y="1429226"/>
                  </a:lnTo>
                  <a:lnTo>
                    <a:pt x="1049280" y="1429230"/>
                  </a:lnTo>
                  <a:lnTo>
                    <a:pt x="1049263" y="1429226"/>
                  </a:lnTo>
                  <a:lnTo>
                    <a:pt x="1049249" y="1429220"/>
                  </a:lnTo>
                  <a:lnTo>
                    <a:pt x="1049243" y="1429221"/>
                  </a:lnTo>
                  <a:lnTo>
                    <a:pt x="1049239" y="1429224"/>
                  </a:lnTo>
                  <a:lnTo>
                    <a:pt x="1049236" y="1429230"/>
                  </a:lnTo>
                  <a:lnTo>
                    <a:pt x="1049228" y="1429246"/>
                  </a:lnTo>
                  <a:lnTo>
                    <a:pt x="1049219" y="1429263"/>
                  </a:lnTo>
                  <a:lnTo>
                    <a:pt x="1049210" y="1429270"/>
                  </a:lnTo>
                  <a:lnTo>
                    <a:pt x="1049203" y="1429272"/>
                  </a:lnTo>
                  <a:lnTo>
                    <a:pt x="1049187" y="1429277"/>
                  </a:lnTo>
                  <a:lnTo>
                    <a:pt x="1049171" y="1429283"/>
                  </a:lnTo>
                  <a:lnTo>
                    <a:pt x="1049163" y="1429288"/>
                  </a:lnTo>
                  <a:lnTo>
                    <a:pt x="1049156" y="1429295"/>
                  </a:lnTo>
                  <a:lnTo>
                    <a:pt x="1049142" y="1429309"/>
                  </a:lnTo>
                  <a:lnTo>
                    <a:pt x="1049128" y="1429324"/>
                  </a:lnTo>
                  <a:lnTo>
                    <a:pt x="1049114" y="1429341"/>
                  </a:lnTo>
                  <a:lnTo>
                    <a:pt x="1049098" y="1429355"/>
                  </a:lnTo>
                  <a:lnTo>
                    <a:pt x="1049082" y="1429369"/>
                  </a:lnTo>
                  <a:lnTo>
                    <a:pt x="1049066" y="1429380"/>
                  </a:lnTo>
                  <a:lnTo>
                    <a:pt x="1049056" y="1429390"/>
                  </a:lnTo>
                  <a:lnTo>
                    <a:pt x="1049051" y="1429389"/>
                  </a:lnTo>
                  <a:lnTo>
                    <a:pt x="1049047" y="1429377"/>
                  </a:lnTo>
                  <a:lnTo>
                    <a:pt x="1049045" y="1429367"/>
                  </a:lnTo>
                  <a:lnTo>
                    <a:pt x="1049041" y="1429358"/>
                  </a:lnTo>
                  <a:lnTo>
                    <a:pt x="1049033" y="1429356"/>
                  </a:lnTo>
                  <a:lnTo>
                    <a:pt x="1049029" y="1429354"/>
                  </a:lnTo>
                  <a:lnTo>
                    <a:pt x="1049017" y="1429357"/>
                  </a:lnTo>
                  <a:lnTo>
                    <a:pt x="1049008" y="1429364"/>
                  </a:lnTo>
                  <a:lnTo>
                    <a:pt x="1049001" y="1429366"/>
                  </a:lnTo>
                  <a:lnTo>
                    <a:pt x="1048985" y="1429373"/>
                  </a:lnTo>
                  <a:lnTo>
                    <a:pt x="1048969" y="1429375"/>
                  </a:lnTo>
                  <a:lnTo>
                    <a:pt x="1048953" y="1429379"/>
                  </a:lnTo>
                  <a:lnTo>
                    <a:pt x="1048937" y="1429380"/>
                  </a:lnTo>
                  <a:lnTo>
                    <a:pt x="1048921" y="1429380"/>
                  </a:lnTo>
                  <a:lnTo>
                    <a:pt x="1048905" y="1429371"/>
                  </a:lnTo>
                  <a:lnTo>
                    <a:pt x="1048896" y="1429368"/>
                  </a:lnTo>
                  <a:lnTo>
                    <a:pt x="1048888" y="1429363"/>
                  </a:lnTo>
                  <a:lnTo>
                    <a:pt x="1048881" y="1429362"/>
                  </a:lnTo>
                  <a:lnTo>
                    <a:pt x="1048864" y="1429363"/>
                  </a:lnTo>
                  <a:lnTo>
                    <a:pt x="1048858" y="1429366"/>
                  </a:lnTo>
                  <a:lnTo>
                    <a:pt x="1048854" y="1429372"/>
                  </a:lnTo>
                  <a:lnTo>
                    <a:pt x="1048848" y="1429387"/>
                  </a:lnTo>
                  <a:lnTo>
                    <a:pt x="1048847" y="1429394"/>
                  </a:lnTo>
                  <a:lnTo>
                    <a:pt x="1048841" y="1429404"/>
                  </a:lnTo>
                  <a:lnTo>
                    <a:pt x="1048835" y="1429412"/>
                  </a:lnTo>
                  <a:lnTo>
                    <a:pt x="1048829" y="1429416"/>
                  </a:lnTo>
                  <a:lnTo>
                    <a:pt x="1048825" y="1429418"/>
                  </a:lnTo>
                  <a:lnTo>
                    <a:pt x="1048813" y="1429415"/>
                  </a:lnTo>
                  <a:lnTo>
                    <a:pt x="1048805" y="1429407"/>
                  </a:lnTo>
                  <a:lnTo>
                    <a:pt x="1048795" y="1429402"/>
                  </a:lnTo>
                  <a:lnTo>
                    <a:pt x="1048780" y="1429408"/>
                  </a:lnTo>
                  <a:lnTo>
                    <a:pt x="1048771" y="1429411"/>
                  </a:lnTo>
                  <a:lnTo>
                    <a:pt x="1048762" y="1429411"/>
                  </a:lnTo>
                  <a:lnTo>
                    <a:pt x="1048749" y="1429401"/>
                  </a:lnTo>
                  <a:lnTo>
                    <a:pt x="1048740" y="1429384"/>
                  </a:lnTo>
                  <a:lnTo>
                    <a:pt x="1048736" y="1429376"/>
                  </a:lnTo>
                  <a:lnTo>
                    <a:pt x="1048730" y="1429364"/>
                  </a:lnTo>
                  <a:lnTo>
                    <a:pt x="1048723" y="1429357"/>
                  </a:lnTo>
                  <a:lnTo>
                    <a:pt x="1048709" y="1429352"/>
                  </a:lnTo>
                  <a:lnTo>
                    <a:pt x="1048694" y="1429358"/>
                  </a:lnTo>
                  <a:lnTo>
                    <a:pt x="1048677" y="1429367"/>
                  </a:lnTo>
                  <a:lnTo>
                    <a:pt x="1048666" y="1429377"/>
                  </a:lnTo>
                  <a:lnTo>
                    <a:pt x="1048660" y="1429385"/>
                  </a:lnTo>
                  <a:lnTo>
                    <a:pt x="1048658" y="1429391"/>
                  </a:lnTo>
                  <a:lnTo>
                    <a:pt x="1048654" y="1429397"/>
                  </a:lnTo>
                  <a:lnTo>
                    <a:pt x="1048654" y="1429407"/>
                  </a:lnTo>
                  <a:lnTo>
                    <a:pt x="1048657" y="1429424"/>
                  </a:lnTo>
                  <a:lnTo>
                    <a:pt x="1048659" y="1429441"/>
                  </a:lnTo>
                  <a:lnTo>
                    <a:pt x="1048657" y="1429457"/>
                  </a:lnTo>
                  <a:lnTo>
                    <a:pt x="1048654" y="1429467"/>
                  </a:lnTo>
                  <a:lnTo>
                    <a:pt x="1048650" y="1429474"/>
                  </a:lnTo>
                  <a:lnTo>
                    <a:pt x="1048648" y="1429480"/>
                  </a:lnTo>
                  <a:lnTo>
                    <a:pt x="1048639" y="1429491"/>
                  </a:lnTo>
                  <a:lnTo>
                    <a:pt x="1048624" y="1429507"/>
                  </a:lnTo>
                  <a:lnTo>
                    <a:pt x="1048610" y="1429521"/>
                  </a:lnTo>
                  <a:lnTo>
                    <a:pt x="1048596" y="1429533"/>
                  </a:lnTo>
                  <a:lnTo>
                    <a:pt x="1048584" y="1429550"/>
                  </a:lnTo>
                  <a:lnTo>
                    <a:pt x="1048578" y="1429559"/>
                  </a:lnTo>
                  <a:lnTo>
                    <a:pt x="1048575" y="1429567"/>
                  </a:lnTo>
                  <a:lnTo>
                    <a:pt x="1048569" y="1429584"/>
                  </a:lnTo>
                  <a:lnTo>
                    <a:pt x="1048566" y="1429589"/>
                  </a:lnTo>
                  <a:lnTo>
                    <a:pt x="1048558" y="1429600"/>
                  </a:lnTo>
                  <a:lnTo>
                    <a:pt x="1048554" y="1429604"/>
                  </a:lnTo>
                  <a:lnTo>
                    <a:pt x="1048542" y="1429608"/>
                  </a:lnTo>
                  <a:lnTo>
                    <a:pt x="1048526" y="1429611"/>
                  </a:lnTo>
                  <a:lnTo>
                    <a:pt x="1048510" y="1429619"/>
                  </a:lnTo>
                  <a:lnTo>
                    <a:pt x="1048507" y="1429623"/>
                  </a:lnTo>
                  <a:lnTo>
                    <a:pt x="1048494" y="1429627"/>
                  </a:lnTo>
                  <a:lnTo>
                    <a:pt x="1048478" y="1429631"/>
                  </a:lnTo>
                  <a:lnTo>
                    <a:pt x="1048472" y="1429630"/>
                  </a:lnTo>
                  <a:lnTo>
                    <a:pt x="1048462" y="1429624"/>
                  </a:lnTo>
                  <a:lnTo>
                    <a:pt x="1048457" y="1429622"/>
                  </a:lnTo>
                  <a:lnTo>
                    <a:pt x="1048446" y="1429613"/>
                  </a:lnTo>
                  <a:lnTo>
                    <a:pt x="1048430" y="1429602"/>
                  </a:lnTo>
                  <a:lnTo>
                    <a:pt x="1048414" y="1429590"/>
                  </a:lnTo>
                  <a:lnTo>
                    <a:pt x="1048398" y="1429577"/>
                  </a:lnTo>
                  <a:lnTo>
                    <a:pt x="1048382" y="1429562"/>
                  </a:lnTo>
                  <a:lnTo>
                    <a:pt x="1048368" y="1429545"/>
                  </a:lnTo>
                  <a:lnTo>
                    <a:pt x="1048356" y="1429528"/>
                  </a:lnTo>
                  <a:lnTo>
                    <a:pt x="1048346" y="1429512"/>
                  </a:lnTo>
                  <a:lnTo>
                    <a:pt x="1048331" y="1429496"/>
                  </a:lnTo>
                  <a:lnTo>
                    <a:pt x="1048327" y="1429491"/>
                  </a:lnTo>
                  <a:lnTo>
                    <a:pt x="1048316" y="1429491"/>
                  </a:lnTo>
                  <a:lnTo>
                    <a:pt x="1048308" y="1429490"/>
                  </a:lnTo>
                  <a:lnTo>
                    <a:pt x="1048297" y="1429497"/>
                  </a:lnTo>
                  <a:lnTo>
                    <a:pt x="1048286" y="1429510"/>
                  </a:lnTo>
                  <a:lnTo>
                    <a:pt x="1048283" y="1429513"/>
                  </a:lnTo>
                  <a:lnTo>
                    <a:pt x="1048279" y="1429519"/>
                  </a:lnTo>
                  <a:lnTo>
                    <a:pt x="1048277" y="1429526"/>
                  </a:lnTo>
                  <a:lnTo>
                    <a:pt x="1048274" y="1429537"/>
                  </a:lnTo>
                  <a:lnTo>
                    <a:pt x="1048274" y="1429544"/>
                  </a:lnTo>
                  <a:lnTo>
                    <a:pt x="1048269" y="1429557"/>
                  </a:lnTo>
                  <a:lnTo>
                    <a:pt x="1048262" y="1429566"/>
                  </a:lnTo>
                  <a:lnTo>
                    <a:pt x="1048252" y="1429574"/>
                  </a:lnTo>
                  <a:lnTo>
                    <a:pt x="1048236" y="1429580"/>
                  </a:lnTo>
                  <a:lnTo>
                    <a:pt x="1048225" y="1429592"/>
                  </a:lnTo>
                  <a:lnTo>
                    <a:pt x="1048222" y="1429597"/>
                  </a:lnTo>
                  <a:lnTo>
                    <a:pt x="1048219" y="1429602"/>
                  </a:lnTo>
                  <a:lnTo>
                    <a:pt x="1048214" y="1429607"/>
                  </a:lnTo>
                  <a:lnTo>
                    <a:pt x="1048207" y="1429611"/>
                  </a:lnTo>
                  <a:lnTo>
                    <a:pt x="1048191" y="1429616"/>
                  </a:lnTo>
                  <a:lnTo>
                    <a:pt x="1048175" y="1429619"/>
                  </a:lnTo>
                  <a:lnTo>
                    <a:pt x="1048159" y="1429619"/>
                  </a:lnTo>
                  <a:lnTo>
                    <a:pt x="1048143" y="1429619"/>
                  </a:lnTo>
                  <a:lnTo>
                    <a:pt x="1048127" y="1429618"/>
                  </a:lnTo>
                  <a:lnTo>
                    <a:pt x="1048111" y="1429617"/>
                  </a:lnTo>
                  <a:lnTo>
                    <a:pt x="1048095" y="1429616"/>
                  </a:lnTo>
                  <a:lnTo>
                    <a:pt x="1048079" y="1429615"/>
                  </a:lnTo>
                  <a:lnTo>
                    <a:pt x="1048063" y="1429614"/>
                  </a:lnTo>
                  <a:lnTo>
                    <a:pt x="1048047" y="1429613"/>
                  </a:lnTo>
                  <a:lnTo>
                    <a:pt x="1048040" y="1429612"/>
                  </a:lnTo>
                  <a:lnTo>
                    <a:pt x="1048024" y="1429611"/>
                  </a:lnTo>
                  <a:lnTo>
                    <a:pt x="1048008" y="1429608"/>
                  </a:lnTo>
                  <a:lnTo>
                    <a:pt x="1048001" y="1429608"/>
                  </a:lnTo>
                  <a:lnTo>
                    <a:pt x="1047991" y="1429611"/>
                  </a:lnTo>
                  <a:lnTo>
                    <a:pt x="1047987" y="1429612"/>
                  </a:lnTo>
                  <a:lnTo>
                    <a:pt x="1047976" y="1429620"/>
                  </a:lnTo>
                  <a:lnTo>
                    <a:pt x="1047960" y="1429632"/>
                  </a:lnTo>
                  <a:lnTo>
                    <a:pt x="1047952" y="1429639"/>
                  </a:lnTo>
                  <a:lnTo>
                    <a:pt x="1047947" y="1429641"/>
                  </a:lnTo>
                  <a:lnTo>
                    <a:pt x="1047931" y="1429658"/>
                  </a:lnTo>
                  <a:lnTo>
                    <a:pt x="1047925" y="1429666"/>
                  </a:lnTo>
                  <a:lnTo>
                    <a:pt x="1047916" y="1429673"/>
                  </a:lnTo>
                  <a:lnTo>
                    <a:pt x="1047900" y="1429678"/>
                  </a:lnTo>
                  <a:lnTo>
                    <a:pt x="1047896" y="1429681"/>
                  </a:lnTo>
                  <a:lnTo>
                    <a:pt x="1047884" y="1429682"/>
                  </a:lnTo>
                  <a:lnTo>
                    <a:pt x="1047874" y="1429686"/>
                  </a:lnTo>
                  <a:lnTo>
                    <a:pt x="1047869" y="1429687"/>
                  </a:lnTo>
                  <a:lnTo>
                    <a:pt x="1047858" y="1429691"/>
                  </a:lnTo>
                  <a:lnTo>
                    <a:pt x="1047842" y="1429699"/>
                  </a:lnTo>
                  <a:lnTo>
                    <a:pt x="1047826" y="1429710"/>
                  </a:lnTo>
                  <a:lnTo>
                    <a:pt x="1047813" y="1429725"/>
                  </a:lnTo>
                  <a:lnTo>
                    <a:pt x="1047808" y="1429741"/>
                  </a:lnTo>
                  <a:lnTo>
                    <a:pt x="1047798" y="1429758"/>
                  </a:lnTo>
                  <a:lnTo>
                    <a:pt x="1047786" y="1429775"/>
                  </a:lnTo>
                  <a:lnTo>
                    <a:pt x="1047773" y="1429789"/>
                  </a:lnTo>
                  <a:lnTo>
                    <a:pt x="1047769" y="1429794"/>
                  </a:lnTo>
                  <a:lnTo>
                    <a:pt x="1047757" y="1429801"/>
                  </a:lnTo>
                  <a:lnTo>
                    <a:pt x="1047747" y="1429802"/>
                  </a:lnTo>
                  <a:lnTo>
                    <a:pt x="1047741" y="1429799"/>
                  </a:lnTo>
                  <a:lnTo>
                    <a:pt x="1047725" y="1429794"/>
                  </a:lnTo>
                  <a:lnTo>
                    <a:pt x="1047717" y="1429792"/>
                  </a:lnTo>
                  <a:lnTo>
                    <a:pt x="1047709" y="1429795"/>
                  </a:lnTo>
                  <a:lnTo>
                    <a:pt x="1047706" y="1429799"/>
                  </a:lnTo>
                  <a:lnTo>
                    <a:pt x="1047701" y="1429806"/>
                  </a:lnTo>
                  <a:lnTo>
                    <a:pt x="1047700" y="1429812"/>
                  </a:lnTo>
                  <a:lnTo>
                    <a:pt x="1047693" y="1429827"/>
                  </a:lnTo>
                  <a:lnTo>
                    <a:pt x="1047689" y="1429833"/>
                  </a:lnTo>
                  <a:lnTo>
                    <a:pt x="1047678" y="1429845"/>
                  </a:lnTo>
                  <a:lnTo>
                    <a:pt x="1047663" y="1429856"/>
                  </a:lnTo>
                  <a:lnTo>
                    <a:pt x="1047647" y="1429864"/>
                  </a:lnTo>
                  <a:lnTo>
                    <a:pt x="1047631" y="1429867"/>
                  </a:lnTo>
                  <a:lnTo>
                    <a:pt x="1047615" y="1429868"/>
                  </a:lnTo>
                  <a:lnTo>
                    <a:pt x="1047603" y="1429870"/>
                  </a:lnTo>
                  <a:lnTo>
                    <a:pt x="1047597" y="1429872"/>
                  </a:lnTo>
                  <a:lnTo>
                    <a:pt x="1047583" y="1429881"/>
                  </a:lnTo>
                  <a:lnTo>
                    <a:pt x="1047580" y="1429884"/>
                  </a:lnTo>
                  <a:lnTo>
                    <a:pt x="1047576" y="1429897"/>
                  </a:lnTo>
                  <a:lnTo>
                    <a:pt x="1047571" y="1429914"/>
                  </a:lnTo>
                  <a:lnTo>
                    <a:pt x="1047565" y="1429931"/>
                  </a:lnTo>
                  <a:lnTo>
                    <a:pt x="1047561" y="1429938"/>
                  </a:lnTo>
                  <a:lnTo>
                    <a:pt x="1047551" y="1429944"/>
                  </a:lnTo>
                  <a:lnTo>
                    <a:pt x="1047535" y="1429955"/>
                  </a:lnTo>
                  <a:lnTo>
                    <a:pt x="1047529" y="1429960"/>
                  </a:lnTo>
                  <a:lnTo>
                    <a:pt x="1047523" y="1429969"/>
                  </a:lnTo>
                  <a:lnTo>
                    <a:pt x="1047517" y="1429978"/>
                  </a:lnTo>
                  <a:lnTo>
                    <a:pt x="1047509" y="1429986"/>
                  </a:lnTo>
                  <a:lnTo>
                    <a:pt x="1047495" y="1429989"/>
                  </a:lnTo>
                  <a:lnTo>
                    <a:pt x="1047489" y="1429993"/>
                  </a:lnTo>
                  <a:lnTo>
                    <a:pt x="1047483" y="1429996"/>
                  </a:lnTo>
                  <a:lnTo>
                    <a:pt x="1047480" y="1430001"/>
                  </a:lnTo>
                  <a:lnTo>
                    <a:pt x="1047474" y="1430006"/>
                  </a:lnTo>
                  <a:lnTo>
                    <a:pt x="1047464" y="1430011"/>
                  </a:lnTo>
                  <a:lnTo>
                    <a:pt x="1047448" y="1430017"/>
                  </a:lnTo>
                  <a:lnTo>
                    <a:pt x="1047432" y="1430022"/>
                  </a:lnTo>
                  <a:lnTo>
                    <a:pt x="1047416" y="1430032"/>
                  </a:lnTo>
                  <a:lnTo>
                    <a:pt x="1047401" y="1430042"/>
                  </a:lnTo>
                  <a:lnTo>
                    <a:pt x="1047385" y="1430052"/>
                  </a:lnTo>
                  <a:lnTo>
                    <a:pt x="1047369" y="1430063"/>
                  </a:lnTo>
                  <a:lnTo>
                    <a:pt x="1047352" y="1430070"/>
                  </a:lnTo>
                  <a:lnTo>
                    <a:pt x="1047337" y="1430082"/>
                  </a:lnTo>
                  <a:lnTo>
                    <a:pt x="1047321" y="1430095"/>
                  </a:lnTo>
                  <a:lnTo>
                    <a:pt x="1047316" y="1430099"/>
                  </a:lnTo>
                  <a:lnTo>
                    <a:pt x="1047305" y="1430104"/>
                  </a:lnTo>
                  <a:lnTo>
                    <a:pt x="1047301" y="1430107"/>
                  </a:lnTo>
                  <a:lnTo>
                    <a:pt x="1047289" y="1430112"/>
                  </a:lnTo>
                  <a:lnTo>
                    <a:pt x="1047273" y="1430125"/>
                  </a:lnTo>
                  <a:lnTo>
                    <a:pt x="1047259" y="1430141"/>
                  </a:lnTo>
                  <a:lnTo>
                    <a:pt x="1047254" y="1430148"/>
                  </a:lnTo>
                  <a:lnTo>
                    <a:pt x="1047250" y="1430158"/>
                  </a:lnTo>
                  <a:lnTo>
                    <a:pt x="1047246" y="1430163"/>
                  </a:lnTo>
                  <a:lnTo>
                    <a:pt x="1047241" y="1430175"/>
                  </a:lnTo>
                  <a:lnTo>
                    <a:pt x="1047236" y="1430191"/>
                  </a:lnTo>
                  <a:lnTo>
                    <a:pt x="1047234" y="1430199"/>
                  </a:lnTo>
                  <a:lnTo>
                    <a:pt x="1047229" y="1430209"/>
                  </a:lnTo>
                  <a:lnTo>
                    <a:pt x="1047219" y="1430225"/>
                  </a:lnTo>
                  <a:lnTo>
                    <a:pt x="1047207" y="1430241"/>
                  </a:lnTo>
                  <a:lnTo>
                    <a:pt x="1047195" y="1430258"/>
                  </a:lnTo>
                  <a:lnTo>
                    <a:pt x="1047191" y="1430264"/>
                  </a:lnTo>
                  <a:lnTo>
                    <a:pt x="1047174" y="1430281"/>
                  </a:lnTo>
                  <a:lnTo>
                    <a:pt x="1047164" y="1430287"/>
                  </a:lnTo>
                  <a:lnTo>
                    <a:pt x="1047150" y="1430301"/>
                  </a:lnTo>
                  <a:lnTo>
                    <a:pt x="1047134" y="1430316"/>
                  </a:lnTo>
                  <a:lnTo>
                    <a:pt x="1047121" y="1430330"/>
                  </a:lnTo>
                  <a:lnTo>
                    <a:pt x="1047115" y="1430334"/>
                  </a:lnTo>
                  <a:lnTo>
                    <a:pt x="1047105" y="1430339"/>
                  </a:lnTo>
                  <a:lnTo>
                    <a:pt x="1047089" y="1430346"/>
                  </a:lnTo>
                  <a:lnTo>
                    <a:pt x="1047073" y="1430350"/>
                  </a:lnTo>
                  <a:lnTo>
                    <a:pt x="1047057" y="1430356"/>
                  </a:lnTo>
                  <a:lnTo>
                    <a:pt x="1047050" y="1430362"/>
                  </a:lnTo>
                  <a:lnTo>
                    <a:pt x="1047042" y="1430370"/>
                  </a:lnTo>
                  <a:lnTo>
                    <a:pt x="1047038" y="1430375"/>
                  </a:lnTo>
                  <a:lnTo>
                    <a:pt x="1047035" y="1430378"/>
                  </a:lnTo>
                  <a:lnTo>
                    <a:pt x="1047026" y="1430382"/>
                  </a:lnTo>
                  <a:lnTo>
                    <a:pt x="1047019" y="1430385"/>
                  </a:lnTo>
                  <a:lnTo>
                    <a:pt x="1047010" y="1430393"/>
                  </a:lnTo>
                  <a:lnTo>
                    <a:pt x="1047006" y="1430395"/>
                  </a:lnTo>
                  <a:lnTo>
                    <a:pt x="1046995" y="1430406"/>
                  </a:lnTo>
                  <a:lnTo>
                    <a:pt x="1046989" y="1430413"/>
                  </a:lnTo>
                  <a:lnTo>
                    <a:pt x="1046981" y="1430419"/>
                  </a:lnTo>
                  <a:lnTo>
                    <a:pt x="1046965" y="1430425"/>
                  </a:lnTo>
                  <a:lnTo>
                    <a:pt x="1046957" y="1430428"/>
                  </a:lnTo>
                  <a:lnTo>
                    <a:pt x="1046949" y="1430428"/>
                  </a:lnTo>
                  <a:lnTo>
                    <a:pt x="1046942" y="1430427"/>
                  </a:lnTo>
                  <a:lnTo>
                    <a:pt x="1046933" y="1430421"/>
                  </a:lnTo>
                  <a:lnTo>
                    <a:pt x="1046917" y="1430410"/>
                  </a:lnTo>
                  <a:lnTo>
                    <a:pt x="1046906" y="1430402"/>
                  </a:lnTo>
                  <a:lnTo>
                    <a:pt x="1046900" y="1430400"/>
                  </a:lnTo>
                  <a:lnTo>
                    <a:pt x="1046892" y="1430397"/>
                  </a:lnTo>
                  <a:lnTo>
                    <a:pt x="1046884" y="1430398"/>
                  </a:lnTo>
                  <a:lnTo>
                    <a:pt x="1046868" y="1430402"/>
                  </a:lnTo>
                  <a:lnTo>
                    <a:pt x="1046853" y="1430410"/>
                  </a:lnTo>
                  <a:lnTo>
                    <a:pt x="1046843" y="1430417"/>
                  </a:lnTo>
                  <a:lnTo>
                    <a:pt x="1046840" y="1430423"/>
                  </a:lnTo>
                  <a:lnTo>
                    <a:pt x="1046836" y="1430440"/>
                  </a:lnTo>
                  <a:lnTo>
                    <a:pt x="1046833" y="1430447"/>
                  </a:lnTo>
                  <a:lnTo>
                    <a:pt x="1046830" y="1430456"/>
                  </a:lnTo>
                  <a:lnTo>
                    <a:pt x="1046819" y="1430473"/>
                  </a:lnTo>
                  <a:lnTo>
                    <a:pt x="1046816" y="1430477"/>
                  </a:lnTo>
                  <a:lnTo>
                    <a:pt x="1046812" y="1430485"/>
                  </a:lnTo>
                  <a:lnTo>
                    <a:pt x="1046811" y="1430492"/>
                  </a:lnTo>
                  <a:lnTo>
                    <a:pt x="1046812" y="1430506"/>
                  </a:lnTo>
                  <a:lnTo>
                    <a:pt x="1046805" y="1430516"/>
                  </a:lnTo>
                  <a:lnTo>
                    <a:pt x="1046790" y="1430531"/>
                  </a:lnTo>
                  <a:lnTo>
                    <a:pt x="1046781" y="1430533"/>
                  </a:lnTo>
                  <a:lnTo>
                    <a:pt x="1046767" y="1430528"/>
                  </a:lnTo>
                  <a:lnTo>
                    <a:pt x="1046763" y="1430526"/>
                  </a:lnTo>
                  <a:lnTo>
                    <a:pt x="1046756" y="1430525"/>
                  </a:lnTo>
                  <a:lnTo>
                    <a:pt x="1046751" y="1430526"/>
                  </a:lnTo>
                  <a:lnTo>
                    <a:pt x="1046735" y="1430529"/>
                  </a:lnTo>
                  <a:lnTo>
                    <a:pt x="1046719" y="1430531"/>
                  </a:lnTo>
                  <a:lnTo>
                    <a:pt x="1046708" y="1430532"/>
                  </a:lnTo>
                  <a:lnTo>
                    <a:pt x="1046698" y="1430530"/>
                  </a:lnTo>
                  <a:lnTo>
                    <a:pt x="1046689" y="1430542"/>
                  </a:lnTo>
                  <a:lnTo>
                    <a:pt x="1046688" y="1430552"/>
                  </a:lnTo>
                  <a:lnTo>
                    <a:pt x="1046687" y="1430569"/>
                  </a:lnTo>
                  <a:lnTo>
                    <a:pt x="1046685" y="1430577"/>
                  </a:lnTo>
                  <a:lnTo>
                    <a:pt x="1046685" y="1430585"/>
                  </a:lnTo>
                  <a:lnTo>
                    <a:pt x="1046682" y="1430593"/>
                  </a:lnTo>
                  <a:lnTo>
                    <a:pt x="1046676" y="1430602"/>
                  </a:lnTo>
                  <a:lnTo>
                    <a:pt x="1046670" y="1430606"/>
                  </a:lnTo>
                  <a:lnTo>
                    <a:pt x="1046664" y="1430607"/>
                  </a:lnTo>
                  <a:lnTo>
                    <a:pt x="1046656" y="1430604"/>
                  </a:lnTo>
                  <a:lnTo>
                    <a:pt x="1046644" y="1430596"/>
                  </a:lnTo>
                  <a:lnTo>
                    <a:pt x="1046629" y="1430592"/>
                  </a:lnTo>
                  <a:lnTo>
                    <a:pt x="1046613" y="1430587"/>
                  </a:lnTo>
                  <a:lnTo>
                    <a:pt x="1046605" y="1430586"/>
                  </a:lnTo>
                  <a:lnTo>
                    <a:pt x="1046591" y="1430590"/>
                  </a:lnTo>
                  <a:lnTo>
                    <a:pt x="1046575" y="1430601"/>
                  </a:lnTo>
                  <a:lnTo>
                    <a:pt x="1046571" y="1430604"/>
                  </a:lnTo>
                  <a:lnTo>
                    <a:pt x="1046564" y="1430615"/>
                  </a:lnTo>
                  <a:lnTo>
                    <a:pt x="1046556" y="1430632"/>
                  </a:lnTo>
                  <a:lnTo>
                    <a:pt x="1046552" y="1430635"/>
                  </a:lnTo>
                  <a:lnTo>
                    <a:pt x="1046551" y="1430652"/>
                  </a:lnTo>
                  <a:lnTo>
                    <a:pt x="1046552" y="1430669"/>
                  </a:lnTo>
                  <a:lnTo>
                    <a:pt x="1046553" y="1430685"/>
                  </a:lnTo>
                  <a:lnTo>
                    <a:pt x="1046551" y="1430704"/>
                  </a:lnTo>
                  <a:lnTo>
                    <a:pt x="1046543" y="1430719"/>
                  </a:lnTo>
                  <a:lnTo>
                    <a:pt x="1046536" y="1430727"/>
                  </a:lnTo>
                  <a:lnTo>
                    <a:pt x="1046529" y="1430730"/>
                  </a:lnTo>
                  <a:lnTo>
                    <a:pt x="1046524" y="1430733"/>
                  </a:lnTo>
                  <a:lnTo>
                    <a:pt x="1046513" y="1430736"/>
                  </a:lnTo>
                  <a:lnTo>
                    <a:pt x="1046497" y="1430738"/>
                  </a:lnTo>
                  <a:lnTo>
                    <a:pt x="1046482" y="1430744"/>
                  </a:lnTo>
                  <a:lnTo>
                    <a:pt x="1046471" y="1430756"/>
                  </a:lnTo>
                  <a:lnTo>
                    <a:pt x="1046452" y="1430766"/>
                  </a:lnTo>
                  <a:lnTo>
                    <a:pt x="1046442" y="1430770"/>
                  </a:lnTo>
                  <a:lnTo>
                    <a:pt x="1046438" y="1430765"/>
                  </a:lnTo>
                  <a:lnTo>
                    <a:pt x="1046443" y="1430742"/>
                  </a:lnTo>
                  <a:lnTo>
                    <a:pt x="1046444" y="1430736"/>
                  </a:lnTo>
                  <a:lnTo>
                    <a:pt x="1046447" y="1430733"/>
                  </a:lnTo>
                  <a:lnTo>
                    <a:pt x="1046455" y="1430724"/>
                  </a:lnTo>
                  <a:lnTo>
                    <a:pt x="1046455" y="1430716"/>
                  </a:lnTo>
                  <a:lnTo>
                    <a:pt x="1046453" y="1430708"/>
                  </a:lnTo>
                  <a:lnTo>
                    <a:pt x="1046444" y="1430709"/>
                  </a:lnTo>
                  <a:lnTo>
                    <a:pt x="1046438" y="1430715"/>
                  </a:lnTo>
                  <a:lnTo>
                    <a:pt x="1046422" y="1430727"/>
                  </a:lnTo>
                  <a:lnTo>
                    <a:pt x="1046407" y="1430738"/>
                  </a:lnTo>
                  <a:lnTo>
                    <a:pt x="1046408" y="1430755"/>
                  </a:lnTo>
                  <a:lnTo>
                    <a:pt x="1046407" y="1430766"/>
                  </a:lnTo>
                  <a:lnTo>
                    <a:pt x="1046402" y="1430772"/>
                  </a:lnTo>
                  <a:lnTo>
                    <a:pt x="1046393" y="1430775"/>
                  </a:lnTo>
                  <a:lnTo>
                    <a:pt x="1046386" y="1430771"/>
                  </a:lnTo>
                  <a:lnTo>
                    <a:pt x="1046379" y="1430764"/>
                  </a:lnTo>
                  <a:lnTo>
                    <a:pt x="1046377" y="1430754"/>
                  </a:lnTo>
                  <a:lnTo>
                    <a:pt x="1046373" y="1430750"/>
                  </a:lnTo>
                  <a:lnTo>
                    <a:pt x="1046363" y="1430747"/>
                  </a:lnTo>
                  <a:lnTo>
                    <a:pt x="1046347" y="1430748"/>
                  </a:lnTo>
                  <a:lnTo>
                    <a:pt x="1046341" y="1430752"/>
                  </a:lnTo>
                  <a:lnTo>
                    <a:pt x="1046339" y="1430761"/>
                  </a:lnTo>
                  <a:lnTo>
                    <a:pt x="1046342" y="1430766"/>
                  </a:lnTo>
                  <a:lnTo>
                    <a:pt x="1046343" y="1430773"/>
                  </a:lnTo>
                  <a:lnTo>
                    <a:pt x="1046347" y="1430778"/>
                  </a:lnTo>
                  <a:lnTo>
                    <a:pt x="1046353" y="1430786"/>
                  </a:lnTo>
                  <a:lnTo>
                    <a:pt x="1046356" y="1430795"/>
                  </a:lnTo>
                  <a:lnTo>
                    <a:pt x="1046363" y="1430811"/>
                  </a:lnTo>
                  <a:lnTo>
                    <a:pt x="1046364" y="1430817"/>
                  </a:lnTo>
                  <a:lnTo>
                    <a:pt x="1046362" y="1430821"/>
                  </a:lnTo>
                  <a:lnTo>
                    <a:pt x="1046356" y="1430826"/>
                  </a:lnTo>
                  <a:lnTo>
                    <a:pt x="1046347" y="1430827"/>
                  </a:lnTo>
                  <a:lnTo>
                    <a:pt x="1046339" y="1430825"/>
                  </a:lnTo>
                  <a:lnTo>
                    <a:pt x="1046331" y="1430825"/>
                  </a:lnTo>
                  <a:lnTo>
                    <a:pt x="1046323" y="1430823"/>
                  </a:lnTo>
                  <a:lnTo>
                    <a:pt x="1046314" y="1430822"/>
                  </a:lnTo>
                  <a:lnTo>
                    <a:pt x="1046299" y="1430835"/>
                  </a:lnTo>
                  <a:lnTo>
                    <a:pt x="1046291" y="1430857"/>
                  </a:lnTo>
                  <a:lnTo>
                    <a:pt x="1046284" y="1430866"/>
                  </a:lnTo>
                  <a:lnTo>
                    <a:pt x="1046277" y="1430866"/>
                  </a:lnTo>
                  <a:lnTo>
                    <a:pt x="1046271" y="1430865"/>
                  </a:lnTo>
                  <a:lnTo>
                    <a:pt x="1046268" y="1430861"/>
                  </a:lnTo>
                  <a:lnTo>
                    <a:pt x="1046261" y="1430859"/>
                  </a:lnTo>
                  <a:lnTo>
                    <a:pt x="1046244" y="1430852"/>
                  </a:lnTo>
                  <a:lnTo>
                    <a:pt x="1046242" y="1430848"/>
                  </a:lnTo>
                  <a:lnTo>
                    <a:pt x="1046253" y="1430839"/>
                  </a:lnTo>
                  <a:lnTo>
                    <a:pt x="1046260" y="1430832"/>
                  </a:lnTo>
                  <a:lnTo>
                    <a:pt x="1046259" y="1430823"/>
                  </a:lnTo>
                  <a:lnTo>
                    <a:pt x="1046253" y="1430815"/>
                  </a:lnTo>
                  <a:lnTo>
                    <a:pt x="1046245" y="1430813"/>
                  </a:lnTo>
                  <a:lnTo>
                    <a:pt x="1046235" y="1430812"/>
                  </a:lnTo>
                  <a:lnTo>
                    <a:pt x="1046229" y="1430813"/>
                  </a:lnTo>
                  <a:lnTo>
                    <a:pt x="1046222" y="1430820"/>
                  </a:lnTo>
                  <a:lnTo>
                    <a:pt x="1046216" y="1430837"/>
                  </a:lnTo>
                  <a:lnTo>
                    <a:pt x="1046213" y="1430843"/>
                  </a:lnTo>
                  <a:lnTo>
                    <a:pt x="1046203" y="1430844"/>
                  </a:lnTo>
                  <a:lnTo>
                    <a:pt x="1046193" y="1430840"/>
                  </a:lnTo>
                  <a:lnTo>
                    <a:pt x="1046187" y="1430834"/>
                  </a:lnTo>
                  <a:lnTo>
                    <a:pt x="1046171" y="1430820"/>
                  </a:lnTo>
                  <a:lnTo>
                    <a:pt x="1046160" y="1430813"/>
                  </a:lnTo>
                  <a:lnTo>
                    <a:pt x="1046143" y="1430810"/>
                  </a:lnTo>
                  <a:lnTo>
                    <a:pt x="1046119" y="1430816"/>
                  </a:lnTo>
                  <a:lnTo>
                    <a:pt x="1046105" y="1430808"/>
                  </a:lnTo>
                  <a:lnTo>
                    <a:pt x="1046089" y="1430802"/>
                  </a:lnTo>
                  <a:lnTo>
                    <a:pt x="1046079" y="1430803"/>
                  </a:lnTo>
                  <a:lnTo>
                    <a:pt x="1046074" y="1430818"/>
                  </a:lnTo>
                  <a:lnTo>
                    <a:pt x="1046073" y="1430837"/>
                  </a:lnTo>
                  <a:lnTo>
                    <a:pt x="1046072" y="1430847"/>
                  </a:lnTo>
                  <a:lnTo>
                    <a:pt x="1046074" y="1430854"/>
                  </a:lnTo>
                  <a:lnTo>
                    <a:pt x="1046072" y="1430866"/>
                  </a:lnTo>
                  <a:lnTo>
                    <a:pt x="1046068" y="1430870"/>
                  </a:lnTo>
                  <a:lnTo>
                    <a:pt x="1046061" y="1430878"/>
                  </a:lnTo>
                  <a:lnTo>
                    <a:pt x="1046053" y="1430884"/>
                  </a:lnTo>
                  <a:lnTo>
                    <a:pt x="1046044" y="1430897"/>
                  </a:lnTo>
                  <a:lnTo>
                    <a:pt x="1046045" y="1430907"/>
                  </a:lnTo>
                  <a:lnTo>
                    <a:pt x="1046045" y="1430916"/>
                  </a:lnTo>
                  <a:lnTo>
                    <a:pt x="1046045" y="1430924"/>
                  </a:lnTo>
                  <a:lnTo>
                    <a:pt x="1046042" y="1430931"/>
                  </a:lnTo>
                  <a:lnTo>
                    <a:pt x="1046039" y="1430938"/>
                  </a:lnTo>
                  <a:lnTo>
                    <a:pt x="1046035" y="1430941"/>
                  </a:lnTo>
                  <a:lnTo>
                    <a:pt x="1046027" y="1430941"/>
                  </a:lnTo>
                  <a:lnTo>
                    <a:pt x="1046016" y="1430944"/>
                  </a:lnTo>
                  <a:lnTo>
                    <a:pt x="1046002" y="1430951"/>
                  </a:lnTo>
                  <a:lnTo>
                    <a:pt x="1045998" y="1430955"/>
                  </a:lnTo>
                  <a:lnTo>
                    <a:pt x="1045989" y="1430967"/>
                  </a:lnTo>
                  <a:lnTo>
                    <a:pt x="1045980" y="1430984"/>
                  </a:lnTo>
                  <a:lnTo>
                    <a:pt x="1045974" y="1431000"/>
                  </a:lnTo>
                  <a:lnTo>
                    <a:pt x="1045972" y="1431007"/>
                  </a:lnTo>
                  <a:lnTo>
                    <a:pt x="1045966" y="1431017"/>
                  </a:lnTo>
                  <a:lnTo>
                    <a:pt x="1045951" y="1431033"/>
                  </a:lnTo>
                  <a:lnTo>
                    <a:pt x="1045937" y="1431047"/>
                  </a:lnTo>
                  <a:lnTo>
                    <a:pt x="1045923" y="1431063"/>
                  </a:lnTo>
                  <a:lnTo>
                    <a:pt x="1045912" y="1431079"/>
                  </a:lnTo>
                  <a:lnTo>
                    <a:pt x="1045903" y="1431098"/>
                  </a:lnTo>
                  <a:lnTo>
                    <a:pt x="1045898" y="1431112"/>
                  </a:lnTo>
                  <a:lnTo>
                    <a:pt x="1045893" y="1431129"/>
                  </a:lnTo>
                  <a:lnTo>
                    <a:pt x="1045890" y="1431145"/>
                  </a:lnTo>
                  <a:lnTo>
                    <a:pt x="1045887" y="1431155"/>
                  </a:lnTo>
                  <a:lnTo>
                    <a:pt x="1045887" y="1431162"/>
                  </a:lnTo>
                  <a:lnTo>
                    <a:pt x="1045883" y="1431179"/>
                  </a:lnTo>
                  <a:lnTo>
                    <a:pt x="1045882" y="1431184"/>
                  </a:lnTo>
                  <a:lnTo>
                    <a:pt x="1045876" y="1431195"/>
                  </a:lnTo>
                  <a:lnTo>
                    <a:pt x="1045862" y="1431210"/>
                  </a:lnTo>
                  <a:lnTo>
                    <a:pt x="1045850" y="1431224"/>
                  </a:lnTo>
                  <a:lnTo>
                    <a:pt x="1045844" y="1431234"/>
                  </a:lnTo>
                  <a:lnTo>
                    <a:pt x="1045842" y="1431242"/>
                  </a:lnTo>
                  <a:lnTo>
                    <a:pt x="1045839" y="1431251"/>
                  </a:lnTo>
                  <a:lnTo>
                    <a:pt x="1045834" y="1431258"/>
                  </a:lnTo>
                  <a:lnTo>
                    <a:pt x="1045824" y="1431267"/>
                  </a:lnTo>
                  <a:lnTo>
                    <a:pt x="1045820" y="1431274"/>
                  </a:lnTo>
                  <a:lnTo>
                    <a:pt x="1045817" y="1431290"/>
                  </a:lnTo>
                  <a:lnTo>
                    <a:pt x="1045812" y="1431307"/>
                  </a:lnTo>
                  <a:lnTo>
                    <a:pt x="1045807" y="1431313"/>
                  </a:lnTo>
                  <a:lnTo>
                    <a:pt x="1045799" y="1431317"/>
                  </a:lnTo>
                  <a:lnTo>
                    <a:pt x="1045781" y="1431317"/>
                  </a:lnTo>
                  <a:lnTo>
                    <a:pt x="1045763" y="1431314"/>
                  </a:lnTo>
                  <a:lnTo>
                    <a:pt x="1045757" y="1431314"/>
                  </a:lnTo>
                  <a:lnTo>
                    <a:pt x="1045751" y="1431318"/>
                  </a:lnTo>
                  <a:lnTo>
                    <a:pt x="1045747" y="1431324"/>
                  </a:lnTo>
                  <a:lnTo>
                    <a:pt x="1045748" y="1431330"/>
                  </a:lnTo>
                  <a:lnTo>
                    <a:pt x="1045749" y="1431336"/>
                  </a:lnTo>
                  <a:lnTo>
                    <a:pt x="1045749" y="1431349"/>
                  </a:lnTo>
                  <a:lnTo>
                    <a:pt x="1045745" y="1431350"/>
                  </a:lnTo>
                  <a:lnTo>
                    <a:pt x="1045729" y="1431344"/>
                  </a:lnTo>
                  <a:lnTo>
                    <a:pt x="1045717" y="1431339"/>
                  </a:lnTo>
                  <a:lnTo>
                    <a:pt x="1045712" y="1431339"/>
                  </a:lnTo>
                  <a:lnTo>
                    <a:pt x="1045703" y="1431336"/>
                  </a:lnTo>
                  <a:lnTo>
                    <a:pt x="1045696" y="1431339"/>
                  </a:lnTo>
                  <a:lnTo>
                    <a:pt x="1045690" y="1431345"/>
                  </a:lnTo>
                  <a:lnTo>
                    <a:pt x="1045686" y="1431346"/>
                  </a:lnTo>
                  <a:lnTo>
                    <a:pt x="1045680" y="1431347"/>
                  </a:lnTo>
                  <a:lnTo>
                    <a:pt x="1045663" y="1431347"/>
                  </a:lnTo>
                  <a:lnTo>
                    <a:pt x="1045655" y="1431351"/>
                  </a:lnTo>
                  <a:lnTo>
                    <a:pt x="1045656" y="1431368"/>
                  </a:lnTo>
                  <a:lnTo>
                    <a:pt x="1045658" y="1431376"/>
                  </a:lnTo>
                  <a:lnTo>
                    <a:pt x="1045658" y="1431385"/>
                  </a:lnTo>
                  <a:lnTo>
                    <a:pt x="1045657" y="1431402"/>
                  </a:lnTo>
                  <a:lnTo>
                    <a:pt x="1045661" y="1431409"/>
                  </a:lnTo>
                  <a:lnTo>
                    <a:pt x="1045664" y="1431413"/>
                  </a:lnTo>
                  <a:lnTo>
                    <a:pt x="1045669" y="1431418"/>
                  </a:lnTo>
                  <a:lnTo>
                    <a:pt x="1045675" y="1431427"/>
                  </a:lnTo>
                  <a:lnTo>
                    <a:pt x="1045677" y="1431435"/>
                  </a:lnTo>
                  <a:lnTo>
                    <a:pt x="1045678" y="1431441"/>
                  </a:lnTo>
                  <a:lnTo>
                    <a:pt x="1045677" y="1431452"/>
                  </a:lnTo>
                  <a:lnTo>
                    <a:pt x="1045681" y="1431468"/>
                  </a:lnTo>
                  <a:lnTo>
                    <a:pt x="1045681" y="1431478"/>
                  </a:lnTo>
                  <a:lnTo>
                    <a:pt x="1045675" y="1431483"/>
                  </a:lnTo>
                  <a:lnTo>
                    <a:pt x="1045665" y="1431483"/>
                  </a:lnTo>
                  <a:lnTo>
                    <a:pt x="1045656" y="1431479"/>
                  </a:lnTo>
                  <a:lnTo>
                    <a:pt x="1045649" y="1431481"/>
                  </a:lnTo>
                  <a:lnTo>
                    <a:pt x="1045644" y="1431487"/>
                  </a:lnTo>
                  <a:lnTo>
                    <a:pt x="1045637" y="1431499"/>
                  </a:lnTo>
                  <a:lnTo>
                    <a:pt x="1045632" y="1431502"/>
                  </a:lnTo>
                  <a:lnTo>
                    <a:pt x="1045625" y="1431502"/>
                  </a:lnTo>
                  <a:lnTo>
                    <a:pt x="1045616" y="1431498"/>
                  </a:lnTo>
                  <a:lnTo>
                    <a:pt x="1045600" y="1431490"/>
                  </a:lnTo>
                  <a:lnTo>
                    <a:pt x="1045594" y="1431489"/>
                  </a:lnTo>
                  <a:lnTo>
                    <a:pt x="1045591" y="1431493"/>
                  </a:lnTo>
                  <a:lnTo>
                    <a:pt x="1045593" y="1431499"/>
                  </a:lnTo>
                  <a:lnTo>
                    <a:pt x="1045602" y="1431514"/>
                  </a:lnTo>
                  <a:lnTo>
                    <a:pt x="1045601" y="1431520"/>
                  </a:lnTo>
                  <a:lnTo>
                    <a:pt x="1045589" y="1431522"/>
                  </a:lnTo>
                  <a:lnTo>
                    <a:pt x="1045573" y="1431527"/>
                  </a:lnTo>
                  <a:lnTo>
                    <a:pt x="1045565" y="1431528"/>
                  </a:lnTo>
                  <a:lnTo>
                    <a:pt x="1045557" y="1431531"/>
                  </a:lnTo>
                  <a:lnTo>
                    <a:pt x="1045541" y="1431541"/>
                  </a:lnTo>
                  <a:lnTo>
                    <a:pt x="1045535" y="1431548"/>
                  </a:lnTo>
                  <a:lnTo>
                    <a:pt x="1045526" y="1431555"/>
                  </a:lnTo>
                  <a:lnTo>
                    <a:pt x="1045522" y="1431558"/>
                  </a:lnTo>
                  <a:lnTo>
                    <a:pt x="1045510" y="1431563"/>
                  </a:lnTo>
                  <a:lnTo>
                    <a:pt x="1045494" y="1431564"/>
                  </a:lnTo>
                  <a:lnTo>
                    <a:pt x="1045477" y="1431556"/>
                  </a:lnTo>
                  <a:lnTo>
                    <a:pt x="1045466" y="1431557"/>
                  </a:lnTo>
                  <a:lnTo>
                    <a:pt x="1045445" y="1431560"/>
                  </a:lnTo>
                  <a:lnTo>
                    <a:pt x="1045439" y="1431562"/>
                  </a:lnTo>
                  <a:lnTo>
                    <a:pt x="1045425" y="1431572"/>
                  </a:lnTo>
                  <a:lnTo>
                    <a:pt x="1045409" y="1431587"/>
                  </a:lnTo>
                  <a:lnTo>
                    <a:pt x="1045393" y="1431602"/>
                  </a:lnTo>
                  <a:lnTo>
                    <a:pt x="1045378" y="1431613"/>
                  </a:lnTo>
                  <a:lnTo>
                    <a:pt x="1045368" y="1431619"/>
                  </a:lnTo>
                  <a:lnTo>
                    <a:pt x="1045362" y="1431622"/>
                  </a:lnTo>
                  <a:lnTo>
                    <a:pt x="1045346" y="1431629"/>
                  </a:lnTo>
                  <a:lnTo>
                    <a:pt x="1045291" y="1431626"/>
                  </a:lnTo>
                  <a:lnTo>
                    <a:pt x="1045252" y="1431634"/>
                  </a:lnTo>
                  <a:lnTo>
                    <a:pt x="1045234" y="1431630"/>
                  </a:lnTo>
                  <a:lnTo>
                    <a:pt x="1045218" y="1431632"/>
                  </a:lnTo>
                  <a:lnTo>
                    <a:pt x="1045202" y="1431632"/>
                  </a:lnTo>
                  <a:lnTo>
                    <a:pt x="1045186" y="1431634"/>
                  </a:lnTo>
                  <a:lnTo>
                    <a:pt x="1045170" y="1431635"/>
                  </a:lnTo>
                  <a:lnTo>
                    <a:pt x="1045154" y="1431638"/>
                  </a:lnTo>
                  <a:lnTo>
                    <a:pt x="1045138" y="1431638"/>
                  </a:lnTo>
                  <a:lnTo>
                    <a:pt x="1045129" y="1431637"/>
                  </a:lnTo>
                  <a:lnTo>
                    <a:pt x="1045122" y="1431638"/>
                  </a:lnTo>
                  <a:lnTo>
                    <a:pt x="1045106" y="1431641"/>
                  </a:lnTo>
                  <a:lnTo>
                    <a:pt x="1045088" y="1431647"/>
                  </a:lnTo>
                  <a:lnTo>
                    <a:pt x="1045074" y="1431651"/>
                  </a:lnTo>
                  <a:lnTo>
                    <a:pt x="1045058" y="1431651"/>
                  </a:lnTo>
                  <a:lnTo>
                    <a:pt x="1045042" y="1431651"/>
                  </a:lnTo>
                  <a:lnTo>
                    <a:pt x="1045026" y="1431651"/>
                  </a:lnTo>
                  <a:lnTo>
                    <a:pt x="1045010" y="1431652"/>
                  </a:lnTo>
                  <a:lnTo>
                    <a:pt x="1044994" y="1431656"/>
                  </a:lnTo>
                  <a:lnTo>
                    <a:pt x="1044978" y="1431658"/>
                  </a:lnTo>
                  <a:lnTo>
                    <a:pt x="1044962" y="1431661"/>
                  </a:lnTo>
                  <a:lnTo>
                    <a:pt x="1044900" y="1431675"/>
                  </a:lnTo>
                  <a:lnTo>
                    <a:pt x="1044884" y="1431676"/>
                  </a:lnTo>
                  <a:lnTo>
                    <a:pt x="1044868" y="1431678"/>
                  </a:lnTo>
                  <a:lnTo>
                    <a:pt x="1044852" y="1431682"/>
                  </a:lnTo>
                  <a:lnTo>
                    <a:pt x="1044837" y="1431685"/>
                  </a:lnTo>
                  <a:lnTo>
                    <a:pt x="1044821" y="1431686"/>
                  </a:lnTo>
                  <a:lnTo>
                    <a:pt x="1044804" y="1431689"/>
                  </a:lnTo>
                  <a:lnTo>
                    <a:pt x="1044788" y="1431694"/>
                  </a:lnTo>
                  <a:lnTo>
                    <a:pt x="1044772" y="1431701"/>
                  </a:lnTo>
                  <a:lnTo>
                    <a:pt x="1044757" y="1431710"/>
                  </a:lnTo>
                  <a:lnTo>
                    <a:pt x="1044749" y="1431713"/>
                  </a:lnTo>
                  <a:lnTo>
                    <a:pt x="1044742" y="1431720"/>
                  </a:lnTo>
                  <a:lnTo>
                    <a:pt x="1044730" y="1431737"/>
                  </a:lnTo>
                  <a:lnTo>
                    <a:pt x="1044715" y="1431753"/>
                  </a:lnTo>
                  <a:lnTo>
                    <a:pt x="1044699" y="1431769"/>
                  </a:lnTo>
                  <a:lnTo>
                    <a:pt x="1044684" y="1431784"/>
                  </a:lnTo>
                  <a:lnTo>
                    <a:pt x="1044669" y="1431795"/>
                  </a:lnTo>
                  <a:lnTo>
                    <a:pt x="1044653" y="1431806"/>
                  </a:lnTo>
                  <a:lnTo>
                    <a:pt x="1044637" y="1431814"/>
                  </a:lnTo>
                  <a:lnTo>
                    <a:pt x="1044621" y="1431822"/>
                  </a:lnTo>
                  <a:lnTo>
                    <a:pt x="1044605" y="1431830"/>
                  </a:lnTo>
                  <a:lnTo>
                    <a:pt x="1044589" y="1431837"/>
                  </a:lnTo>
                  <a:lnTo>
                    <a:pt x="1044573" y="1431841"/>
                  </a:lnTo>
                  <a:lnTo>
                    <a:pt x="1044557" y="1431845"/>
                  </a:lnTo>
                  <a:lnTo>
                    <a:pt x="1044541" y="1431851"/>
                  </a:lnTo>
                  <a:lnTo>
                    <a:pt x="1044532" y="1431855"/>
                  </a:lnTo>
                  <a:lnTo>
                    <a:pt x="1044525" y="1431861"/>
                  </a:lnTo>
                  <a:lnTo>
                    <a:pt x="1044509" y="1431871"/>
                  </a:lnTo>
                  <a:lnTo>
                    <a:pt x="1044495" y="1431879"/>
                  </a:lnTo>
                  <a:lnTo>
                    <a:pt x="1044477" y="1431889"/>
                  </a:lnTo>
                  <a:lnTo>
                    <a:pt x="1044461" y="1431893"/>
                  </a:lnTo>
                  <a:lnTo>
                    <a:pt x="1044403" y="1431910"/>
                  </a:lnTo>
                  <a:lnTo>
                    <a:pt x="1044387" y="1431916"/>
                  </a:lnTo>
                  <a:lnTo>
                    <a:pt x="1044379" y="1431918"/>
                  </a:lnTo>
                  <a:lnTo>
                    <a:pt x="1044371" y="1431921"/>
                  </a:lnTo>
                  <a:lnTo>
                    <a:pt x="1044355" y="1431924"/>
                  </a:lnTo>
                  <a:lnTo>
                    <a:pt x="1044339" y="1431927"/>
                  </a:lnTo>
                  <a:lnTo>
                    <a:pt x="1044323" y="1431931"/>
                  </a:lnTo>
                  <a:lnTo>
                    <a:pt x="1044307" y="1431935"/>
                  </a:lnTo>
                  <a:lnTo>
                    <a:pt x="1044291" y="1431938"/>
                  </a:lnTo>
                  <a:lnTo>
                    <a:pt x="1044275" y="1431940"/>
                  </a:lnTo>
                  <a:lnTo>
                    <a:pt x="1044259" y="1431944"/>
                  </a:lnTo>
                  <a:lnTo>
                    <a:pt x="1044243" y="1431946"/>
                  </a:lnTo>
                  <a:lnTo>
                    <a:pt x="1044227" y="1431950"/>
                  </a:lnTo>
                  <a:lnTo>
                    <a:pt x="1044211" y="1431953"/>
                  </a:lnTo>
                  <a:lnTo>
                    <a:pt x="1044195" y="1431959"/>
                  </a:lnTo>
                  <a:lnTo>
                    <a:pt x="1044179" y="1431965"/>
                  </a:lnTo>
                  <a:lnTo>
                    <a:pt x="1044164" y="1431971"/>
                  </a:lnTo>
                  <a:lnTo>
                    <a:pt x="1044148" y="1431978"/>
                  </a:lnTo>
                  <a:lnTo>
                    <a:pt x="1044132" y="1431988"/>
                  </a:lnTo>
                  <a:lnTo>
                    <a:pt x="1044116" y="1432000"/>
                  </a:lnTo>
                  <a:lnTo>
                    <a:pt x="1044100" y="1432009"/>
                  </a:lnTo>
                  <a:lnTo>
                    <a:pt x="1044084" y="1432020"/>
                  </a:lnTo>
                  <a:lnTo>
                    <a:pt x="1044068" y="1432032"/>
                  </a:lnTo>
                  <a:lnTo>
                    <a:pt x="1044052" y="1432046"/>
                  </a:lnTo>
                  <a:lnTo>
                    <a:pt x="1044037" y="1432060"/>
                  </a:lnTo>
                  <a:lnTo>
                    <a:pt x="1044022" y="1432075"/>
                  </a:lnTo>
                  <a:lnTo>
                    <a:pt x="1044007" y="1432088"/>
                  </a:lnTo>
                  <a:lnTo>
                    <a:pt x="1043991" y="1432100"/>
                  </a:lnTo>
                  <a:lnTo>
                    <a:pt x="1043975" y="1432111"/>
                  </a:lnTo>
                  <a:lnTo>
                    <a:pt x="1043922" y="1432136"/>
                  </a:lnTo>
                  <a:lnTo>
                    <a:pt x="1043906" y="1432142"/>
                  </a:lnTo>
                  <a:lnTo>
                    <a:pt x="1043894" y="1432147"/>
                  </a:lnTo>
                  <a:lnTo>
                    <a:pt x="1043873" y="1432153"/>
                  </a:lnTo>
                  <a:lnTo>
                    <a:pt x="1043858" y="1432156"/>
                  </a:lnTo>
                  <a:lnTo>
                    <a:pt x="1043848" y="1432168"/>
                  </a:lnTo>
                  <a:lnTo>
                    <a:pt x="1043838" y="1432174"/>
                  </a:lnTo>
                  <a:lnTo>
                    <a:pt x="1043810" y="1432175"/>
                  </a:lnTo>
                  <a:lnTo>
                    <a:pt x="1043794" y="1432184"/>
                  </a:lnTo>
                  <a:lnTo>
                    <a:pt x="1043784" y="1432191"/>
                  </a:lnTo>
                  <a:lnTo>
                    <a:pt x="1043753" y="1432208"/>
                  </a:lnTo>
                  <a:lnTo>
                    <a:pt x="1043737" y="1432216"/>
                  </a:lnTo>
                  <a:lnTo>
                    <a:pt x="1043721" y="1432223"/>
                  </a:lnTo>
                  <a:lnTo>
                    <a:pt x="1043705" y="1432230"/>
                  </a:lnTo>
                  <a:lnTo>
                    <a:pt x="1043689" y="1432234"/>
                  </a:lnTo>
                  <a:lnTo>
                    <a:pt x="1043673" y="1432239"/>
                  </a:lnTo>
                  <a:lnTo>
                    <a:pt x="1043657" y="1432241"/>
                  </a:lnTo>
                  <a:lnTo>
                    <a:pt x="1043641" y="1432242"/>
                  </a:lnTo>
                  <a:lnTo>
                    <a:pt x="1043623" y="1432241"/>
                  </a:lnTo>
                  <a:lnTo>
                    <a:pt x="1043609" y="1432237"/>
                  </a:lnTo>
                  <a:lnTo>
                    <a:pt x="1043593" y="1432231"/>
                  </a:lnTo>
                  <a:lnTo>
                    <a:pt x="1043577" y="1432224"/>
                  </a:lnTo>
                  <a:lnTo>
                    <a:pt x="1043561" y="1432216"/>
                  </a:lnTo>
                  <a:lnTo>
                    <a:pt x="1043545" y="1432209"/>
                  </a:lnTo>
                  <a:lnTo>
                    <a:pt x="1043529" y="1432200"/>
                  </a:lnTo>
                  <a:lnTo>
                    <a:pt x="1043513" y="1432192"/>
                  </a:lnTo>
                  <a:lnTo>
                    <a:pt x="1043496" y="1432186"/>
                  </a:lnTo>
                  <a:lnTo>
                    <a:pt x="1043480" y="1432180"/>
                  </a:lnTo>
                  <a:lnTo>
                    <a:pt x="1043464" y="1432174"/>
                  </a:lnTo>
                  <a:lnTo>
                    <a:pt x="1043448" y="1432166"/>
                  </a:lnTo>
                  <a:lnTo>
                    <a:pt x="1043432" y="1432160"/>
                  </a:lnTo>
                  <a:lnTo>
                    <a:pt x="1043416" y="1432157"/>
                  </a:lnTo>
                  <a:lnTo>
                    <a:pt x="1043401" y="1432154"/>
                  </a:lnTo>
                  <a:lnTo>
                    <a:pt x="1043385" y="1432151"/>
                  </a:lnTo>
                  <a:lnTo>
                    <a:pt x="1043369" y="1432146"/>
                  </a:lnTo>
                  <a:lnTo>
                    <a:pt x="1043353" y="1432140"/>
                  </a:lnTo>
                  <a:lnTo>
                    <a:pt x="1043341" y="1432136"/>
                  </a:lnTo>
                  <a:lnTo>
                    <a:pt x="1043336" y="1432136"/>
                  </a:lnTo>
                  <a:lnTo>
                    <a:pt x="1043320" y="1432132"/>
                  </a:lnTo>
                  <a:lnTo>
                    <a:pt x="1043313" y="1432130"/>
                  </a:lnTo>
                  <a:lnTo>
                    <a:pt x="1043304" y="1432130"/>
                  </a:lnTo>
                  <a:lnTo>
                    <a:pt x="1043288" y="1432127"/>
                  </a:lnTo>
                  <a:lnTo>
                    <a:pt x="1043272" y="1432125"/>
                  </a:lnTo>
                  <a:lnTo>
                    <a:pt x="1043256" y="1432118"/>
                  </a:lnTo>
                  <a:lnTo>
                    <a:pt x="1043240" y="1432113"/>
                  </a:lnTo>
                  <a:lnTo>
                    <a:pt x="1043224" y="1432108"/>
                  </a:lnTo>
                  <a:lnTo>
                    <a:pt x="1043208" y="1432104"/>
                  </a:lnTo>
                  <a:lnTo>
                    <a:pt x="1043192" y="1432102"/>
                  </a:lnTo>
                  <a:lnTo>
                    <a:pt x="1043176" y="1432102"/>
                  </a:lnTo>
                  <a:lnTo>
                    <a:pt x="1043160" y="1432100"/>
                  </a:lnTo>
                  <a:lnTo>
                    <a:pt x="1043144" y="1432101"/>
                  </a:lnTo>
                  <a:lnTo>
                    <a:pt x="1043128" y="1432100"/>
                  </a:lnTo>
                  <a:lnTo>
                    <a:pt x="1043112" y="1432101"/>
                  </a:lnTo>
                  <a:lnTo>
                    <a:pt x="1043096" y="1432099"/>
                  </a:lnTo>
                  <a:lnTo>
                    <a:pt x="1043084" y="1432098"/>
                  </a:lnTo>
                  <a:lnTo>
                    <a:pt x="1043078" y="1432096"/>
                  </a:lnTo>
                  <a:lnTo>
                    <a:pt x="1043064" y="1432091"/>
                  </a:lnTo>
                  <a:lnTo>
                    <a:pt x="1043048" y="1432086"/>
                  </a:lnTo>
                  <a:lnTo>
                    <a:pt x="1043032" y="1432081"/>
                  </a:lnTo>
                  <a:lnTo>
                    <a:pt x="1043016" y="1432077"/>
                  </a:lnTo>
                  <a:lnTo>
                    <a:pt x="1043000" y="1432073"/>
                  </a:lnTo>
                  <a:lnTo>
                    <a:pt x="1042984" y="1432071"/>
                  </a:lnTo>
                  <a:lnTo>
                    <a:pt x="1042968" y="1432069"/>
                  </a:lnTo>
                  <a:lnTo>
                    <a:pt x="1042952" y="1432069"/>
                  </a:lnTo>
                  <a:lnTo>
                    <a:pt x="1042936" y="1432068"/>
                  </a:lnTo>
                  <a:lnTo>
                    <a:pt x="1042920" y="1432068"/>
                  </a:lnTo>
                  <a:lnTo>
                    <a:pt x="1042904" y="1432069"/>
                  </a:lnTo>
                  <a:lnTo>
                    <a:pt x="1042888" y="1432073"/>
                  </a:lnTo>
                  <a:lnTo>
                    <a:pt x="1042872" y="1432077"/>
                  </a:lnTo>
                  <a:lnTo>
                    <a:pt x="1042856" y="1432081"/>
                  </a:lnTo>
                  <a:lnTo>
                    <a:pt x="1042840" y="1432085"/>
                  </a:lnTo>
                  <a:lnTo>
                    <a:pt x="1042832" y="1432087"/>
                  </a:lnTo>
                  <a:lnTo>
                    <a:pt x="1042824" y="1432089"/>
                  </a:lnTo>
                  <a:lnTo>
                    <a:pt x="1042808" y="1432093"/>
                  </a:lnTo>
                  <a:lnTo>
                    <a:pt x="1042792" y="1432099"/>
                  </a:lnTo>
                  <a:lnTo>
                    <a:pt x="1042776" y="1432103"/>
                  </a:lnTo>
                  <a:lnTo>
                    <a:pt x="1042760" y="1432106"/>
                  </a:lnTo>
                  <a:lnTo>
                    <a:pt x="1042745" y="1432109"/>
                  </a:lnTo>
                  <a:lnTo>
                    <a:pt x="1042729" y="1432115"/>
                  </a:lnTo>
                  <a:lnTo>
                    <a:pt x="1042713" y="1432121"/>
                  </a:lnTo>
                  <a:lnTo>
                    <a:pt x="1042697" y="1432126"/>
                  </a:lnTo>
                  <a:lnTo>
                    <a:pt x="1042689" y="1432129"/>
                  </a:lnTo>
                  <a:lnTo>
                    <a:pt x="1042680" y="1432130"/>
                  </a:lnTo>
                  <a:lnTo>
                    <a:pt x="1042665" y="1432135"/>
                  </a:lnTo>
                  <a:lnTo>
                    <a:pt x="1042649" y="1432140"/>
                  </a:lnTo>
                  <a:lnTo>
                    <a:pt x="1042633" y="1432146"/>
                  </a:lnTo>
                  <a:lnTo>
                    <a:pt x="1042619" y="1432153"/>
                  </a:lnTo>
                  <a:lnTo>
                    <a:pt x="1042609" y="1432158"/>
                  </a:lnTo>
                  <a:lnTo>
                    <a:pt x="1042601" y="1432162"/>
                  </a:lnTo>
                  <a:lnTo>
                    <a:pt x="1042585" y="1432170"/>
                  </a:lnTo>
                  <a:lnTo>
                    <a:pt x="1042569" y="1432175"/>
                  </a:lnTo>
                  <a:lnTo>
                    <a:pt x="1042553" y="1432182"/>
                  </a:lnTo>
                  <a:lnTo>
                    <a:pt x="1042537" y="1432188"/>
                  </a:lnTo>
                  <a:lnTo>
                    <a:pt x="1042521" y="1432196"/>
                  </a:lnTo>
                  <a:lnTo>
                    <a:pt x="1042505" y="1432202"/>
                  </a:lnTo>
                  <a:lnTo>
                    <a:pt x="1042489" y="1432208"/>
                  </a:lnTo>
                  <a:lnTo>
                    <a:pt x="1042473" y="1432216"/>
                  </a:lnTo>
                  <a:lnTo>
                    <a:pt x="1042463" y="1432221"/>
                  </a:lnTo>
                  <a:lnTo>
                    <a:pt x="1042436" y="1432241"/>
                  </a:lnTo>
                  <a:lnTo>
                    <a:pt x="1042420" y="1432250"/>
                  </a:lnTo>
                  <a:lnTo>
                    <a:pt x="1042404" y="1432256"/>
                  </a:lnTo>
                  <a:lnTo>
                    <a:pt x="1042388" y="1432262"/>
                  </a:lnTo>
                  <a:lnTo>
                    <a:pt x="1042373" y="1432267"/>
                  </a:lnTo>
                  <a:lnTo>
                    <a:pt x="1042357" y="1432271"/>
                  </a:lnTo>
                  <a:lnTo>
                    <a:pt x="1042341" y="1432277"/>
                  </a:lnTo>
                  <a:lnTo>
                    <a:pt x="1042325" y="1432282"/>
                  </a:lnTo>
                  <a:lnTo>
                    <a:pt x="1042308" y="1432288"/>
                  </a:lnTo>
                  <a:lnTo>
                    <a:pt x="1042264" y="1432310"/>
                  </a:lnTo>
                  <a:lnTo>
                    <a:pt x="1042246" y="1432320"/>
                  </a:lnTo>
                  <a:lnTo>
                    <a:pt x="1042230" y="1432329"/>
                  </a:lnTo>
                  <a:lnTo>
                    <a:pt x="1042214" y="1432336"/>
                  </a:lnTo>
                  <a:lnTo>
                    <a:pt x="1042198" y="1432344"/>
                  </a:lnTo>
                  <a:lnTo>
                    <a:pt x="1042182" y="1432350"/>
                  </a:lnTo>
                  <a:lnTo>
                    <a:pt x="1042166" y="1432357"/>
                  </a:lnTo>
                  <a:lnTo>
                    <a:pt x="1042150" y="1432362"/>
                  </a:lnTo>
                  <a:lnTo>
                    <a:pt x="1042134" y="1432368"/>
                  </a:lnTo>
                  <a:lnTo>
                    <a:pt x="1042119" y="1432376"/>
                  </a:lnTo>
                  <a:lnTo>
                    <a:pt x="1042103" y="1432382"/>
                  </a:lnTo>
                  <a:lnTo>
                    <a:pt x="1042087" y="1432388"/>
                  </a:lnTo>
                  <a:lnTo>
                    <a:pt x="1042075" y="1432393"/>
                  </a:lnTo>
                  <a:lnTo>
                    <a:pt x="1042069" y="1432396"/>
                  </a:lnTo>
                  <a:lnTo>
                    <a:pt x="1042055" y="1432404"/>
                  </a:lnTo>
                  <a:lnTo>
                    <a:pt x="1042039" y="1432412"/>
                  </a:lnTo>
                  <a:lnTo>
                    <a:pt x="1042023" y="1432420"/>
                  </a:lnTo>
                  <a:lnTo>
                    <a:pt x="1042007" y="1432429"/>
                  </a:lnTo>
                  <a:lnTo>
                    <a:pt x="1041991" y="1432438"/>
                  </a:lnTo>
                  <a:lnTo>
                    <a:pt x="1041975" y="1432448"/>
                  </a:lnTo>
                  <a:lnTo>
                    <a:pt x="1041960" y="1432462"/>
                  </a:lnTo>
                  <a:lnTo>
                    <a:pt x="1041948" y="1432483"/>
                  </a:lnTo>
                  <a:lnTo>
                    <a:pt x="1041944" y="1432498"/>
                  </a:lnTo>
                  <a:lnTo>
                    <a:pt x="1041938" y="1432515"/>
                  </a:lnTo>
                  <a:lnTo>
                    <a:pt x="1041933" y="1432532"/>
                  </a:lnTo>
                  <a:lnTo>
                    <a:pt x="1041926" y="1432547"/>
                  </a:lnTo>
                  <a:lnTo>
                    <a:pt x="1041923" y="1432556"/>
                  </a:lnTo>
                  <a:lnTo>
                    <a:pt x="1041916" y="1432566"/>
                  </a:lnTo>
                  <a:lnTo>
                    <a:pt x="1041907" y="1432581"/>
                  </a:lnTo>
                  <a:lnTo>
                    <a:pt x="1041894" y="1432597"/>
                  </a:lnTo>
                  <a:lnTo>
                    <a:pt x="1041878" y="1432610"/>
                  </a:lnTo>
                  <a:lnTo>
                    <a:pt x="1041862" y="1432625"/>
                  </a:lnTo>
                  <a:lnTo>
                    <a:pt x="1041848" y="1432638"/>
                  </a:lnTo>
                  <a:lnTo>
                    <a:pt x="1041833" y="1432654"/>
                  </a:lnTo>
                  <a:lnTo>
                    <a:pt x="1041820" y="1432670"/>
                  </a:lnTo>
                  <a:lnTo>
                    <a:pt x="1041809" y="1432686"/>
                  </a:lnTo>
                  <a:lnTo>
                    <a:pt x="1041802" y="1432701"/>
                  </a:lnTo>
                  <a:lnTo>
                    <a:pt x="1041793" y="1432720"/>
                  </a:lnTo>
                  <a:lnTo>
                    <a:pt x="1041786" y="1432737"/>
                  </a:lnTo>
                  <a:lnTo>
                    <a:pt x="1041767" y="1432804"/>
                  </a:lnTo>
                  <a:lnTo>
                    <a:pt x="1041761" y="1432820"/>
                  </a:lnTo>
                  <a:lnTo>
                    <a:pt x="1041755" y="1432837"/>
                  </a:lnTo>
                  <a:lnTo>
                    <a:pt x="1041748" y="1432854"/>
                  </a:lnTo>
                  <a:lnTo>
                    <a:pt x="1041737" y="1432870"/>
                  </a:lnTo>
                  <a:lnTo>
                    <a:pt x="1041729" y="1432883"/>
                  </a:lnTo>
                  <a:lnTo>
                    <a:pt x="1041725" y="1432886"/>
                  </a:lnTo>
                  <a:lnTo>
                    <a:pt x="1041711" y="1432901"/>
                  </a:lnTo>
                  <a:lnTo>
                    <a:pt x="1041695" y="1432912"/>
                  </a:lnTo>
                  <a:lnTo>
                    <a:pt x="1041679" y="1432920"/>
                  </a:lnTo>
                  <a:lnTo>
                    <a:pt x="1041663" y="1432926"/>
                  </a:lnTo>
                  <a:lnTo>
                    <a:pt x="1041647" y="1432931"/>
                  </a:lnTo>
                  <a:lnTo>
                    <a:pt x="1041631" y="1432935"/>
                  </a:lnTo>
                  <a:lnTo>
                    <a:pt x="1041615" y="1432938"/>
                  </a:lnTo>
                  <a:lnTo>
                    <a:pt x="1041599" y="1432943"/>
                  </a:lnTo>
                  <a:lnTo>
                    <a:pt x="1041584" y="1432950"/>
                  </a:lnTo>
                  <a:lnTo>
                    <a:pt x="1041573" y="1432954"/>
                  </a:lnTo>
                  <a:lnTo>
                    <a:pt x="1041568" y="1432958"/>
                  </a:lnTo>
                  <a:lnTo>
                    <a:pt x="1041559" y="1432964"/>
                  </a:lnTo>
                  <a:lnTo>
                    <a:pt x="1041553" y="1432971"/>
                  </a:lnTo>
                  <a:lnTo>
                    <a:pt x="1041538" y="1432985"/>
                  </a:lnTo>
                  <a:lnTo>
                    <a:pt x="1041525" y="1433002"/>
                  </a:lnTo>
                  <a:lnTo>
                    <a:pt x="1041511" y="1433020"/>
                  </a:lnTo>
                  <a:lnTo>
                    <a:pt x="1041506" y="1433029"/>
                  </a:lnTo>
                  <a:lnTo>
                    <a:pt x="1041501" y="1433036"/>
                  </a:lnTo>
                  <a:lnTo>
                    <a:pt x="1041489" y="1433053"/>
                  </a:lnTo>
                  <a:lnTo>
                    <a:pt x="1041476" y="1433070"/>
                  </a:lnTo>
                  <a:lnTo>
                    <a:pt x="1041463" y="1433085"/>
                  </a:lnTo>
                  <a:lnTo>
                    <a:pt x="1041448" y="1433099"/>
                  </a:lnTo>
                  <a:lnTo>
                    <a:pt x="1041432" y="1433111"/>
                  </a:lnTo>
                  <a:lnTo>
                    <a:pt x="1041417" y="1433123"/>
                  </a:lnTo>
                  <a:lnTo>
                    <a:pt x="1041389" y="1433147"/>
                  </a:lnTo>
                  <a:lnTo>
                    <a:pt x="1041357" y="1433176"/>
                  </a:lnTo>
                  <a:lnTo>
                    <a:pt x="1041338" y="1433196"/>
                  </a:lnTo>
                  <a:lnTo>
                    <a:pt x="1041309" y="1433250"/>
                  </a:lnTo>
                  <a:lnTo>
                    <a:pt x="1041297" y="1433282"/>
                  </a:lnTo>
                  <a:lnTo>
                    <a:pt x="1041293" y="1433338"/>
                  </a:lnTo>
                  <a:lnTo>
                    <a:pt x="1041295" y="1433382"/>
                  </a:lnTo>
                  <a:lnTo>
                    <a:pt x="1041298" y="1433396"/>
                  </a:lnTo>
                  <a:lnTo>
                    <a:pt x="1041310" y="1433419"/>
                  </a:lnTo>
                  <a:lnTo>
                    <a:pt x="1041333" y="1433449"/>
                  </a:lnTo>
                  <a:lnTo>
                    <a:pt x="1041355" y="1433481"/>
                  </a:lnTo>
                  <a:lnTo>
                    <a:pt x="1041375" y="1433517"/>
                  </a:lnTo>
                  <a:lnTo>
                    <a:pt x="1041395" y="1433556"/>
                  </a:lnTo>
                  <a:lnTo>
                    <a:pt x="1041417" y="1433580"/>
                  </a:lnTo>
                  <a:lnTo>
                    <a:pt x="1041438" y="1433602"/>
                  </a:lnTo>
                  <a:lnTo>
                    <a:pt x="1041443" y="1433639"/>
                  </a:lnTo>
                  <a:lnTo>
                    <a:pt x="1041447" y="1433672"/>
                  </a:lnTo>
                  <a:lnTo>
                    <a:pt x="1041457" y="1433707"/>
                  </a:lnTo>
                  <a:lnTo>
                    <a:pt x="1041474" y="1433752"/>
                  </a:lnTo>
                  <a:lnTo>
                    <a:pt x="1041479" y="1433784"/>
                  </a:lnTo>
                  <a:lnTo>
                    <a:pt x="1041496" y="1433829"/>
                  </a:lnTo>
                  <a:lnTo>
                    <a:pt x="1041508" y="1433849"/>
                  </a:lnTo>
                  <a:lnTo>
                    <a:pt x="1041530" y="1433881"/>
                  </a:lnTo>
                  <a:lnTo>
                    <a:pt x="1041547" y="1433897"/>
                  </a:lnTo>
                  <a:lnTo>
                    <a:pt x="1041565" y="1433905"/>
                  </a:lnTo>
                  <a:lnTo>
                    <a:pt x="1041577" y="1433907"/>
                  </a:lnTo>
                  <a:lnTo>
                    <a:pt x="1041594" y="1433908"/>
                  </a:lnTo>
                  <a:lnTo>
                    <a:pt x="1041608" y="1433914"/>
                  </a:lnTo>
                  <a:lnTo>
                    <a:pt x="1041632" y="1433929"/>
                  </a:lnTo>
                  <a:lnTo>
                    <a:pt x="1041661" y="1433949"/>
                  </a:lnTo>
                  <a:lnTo>
                    <a:pt x="1041688" y="1433956"/>
                  </a:lnTo>
                  <a:lnTo>
                    <a:pt x="1041715" y="1433961"/>
                  </a:lnTo>
                  <a:lnTo>
                    <a:pt x="1041735" y="1433966"/>
                  </a:lnTo>
                  <a:lnTo>
                    <a:pt x="1041754" y="1433975"/>
                  </a:lnTo>
                  <a:lnTo>
                    <a:pt x="1041769" y="1433990"/>
                  </a:lnTo>
                  <a:lnTo>
                    <a:pt x="1041776" y="1433998"/>
                  </a:lnTo>
                  <a:lnTo>
                    <a:pt x="1041792" y="1433991"/>
                  </a:lnTo>
                  <a:lnTo>
                    <a:pt x="1041814" y="1433983"/>
                  </a:lnTo>
                  <a:lnTo>
                    <a:pt x="1041847" y="1433976"/>
                  </a:lnTo>
                  <a:lnTo>
                    <a:pt x="1041875" y="1433966"/>
                  </a:lnTo>
                  <a:lnTo>
                    <a:pt x="1041885" y="1433968"/>
                  </a:lnTo>
                  <a:lnTo>
                    <a:pt x="1041891" y="1433978"/>
                  </a:lnTo>
                  <a:lnTo>
                    <a:pt x="1041898" y="1434011"/>
                  </a:lnTo>
                  <a:lnTo>
                    <a:pt x="1041895" y="1434038"/>
                  </a:lnTo>
                  <a:lnTo>
                    <a:pt x="1041894" y="1434052"/>
                  </a:lnTo>
                  <a:lnTo>
                    <a:pt x="1041898" y="1434073"/>
                  </a:lnTo>
                  <a:lnTo>
                    <a:pt x="1041898" y="1434099"/>
                  </a:lnTo>
                  <a:lnTo>
                    <a:pt x="1041898" y="1434116"/>
                  </a:lnTo>
                  <a:lnTo>
                    <a:pt x="1041897" y="1434132"/>
                  </a:lnTo>
                  <a:lnTo>
                    <a:pt x="1041896" y="1434149"/>
                  </a:lnTo>
                  <a:lnTo>
                    <a:pt x="1041893" y="1434166"/>
                  </a:lnTo>
                  <a:lnTo>
                    <a:pt x="1041888" y="1434181"/>
                  </a:lnTo>
                  <a:lnTo>
                    <a:pt x="1041888" y="1434192"/>
                  </a:lnTo>
                  <a:lnTo>
                    <a:pt x="1041874" y="1434225"/>
                  </a:lnTo>
                  <a:lnTo>
                    <a:pt x="1041848" y="1434255"/>
                  </a:lnTo>
                  <a:lnTo>
                    <a:pt x="1041836" y="1434264"/>
                  </a:lnTo>
                  <a:lnTo>
                    <a:pt x="1041822" y="1434277"/>
                  </a:lnTo>
                  <a:lnTo>
                    <a:pt x="1041789" y="1434292"/>
                  </a:lnTo>
                  <a:lnTo>
                    <a:pt x="1041766" y="1434308"/>
                  </a:lnTo>
                  <a:lnTo>
                    <a:pt x="1041750" y="1434315"/>
                  </a:lnTo>
                  <a:lnTo>
                    <a:pt x="1041720" y="1434316"/>
                  </a:lnTo>
                  <a:lnTo>
                    <a:pt x="1041697" y="1434312"/>
                  </a:lnTo>
                  <a:lnTo>
                    <a:pt x="1041663" y="1434309"/>
                  </a:lnTo>
                  <a:lnTo>
                    <a:pt x="1041641" y="1434309"/>
                  </a:lnTo>
                  <a:lnTo>
                    <a:pt x="1041626" y="1434316"/>
                  </a:lnTo>
                  <a:lnTo>
                    <a:pt x="1041615" y="1434324"/>
                  </a:lnTo>
                  <a:lnTo>
                    <a:pt x="1041609" y="1434336"/>
                  </a:lnTo>
                  <a:lnTo>
                    <a:pt x="1041596" y="1434349"/>
                  </a:lnTo>
                  <a:lnTo>
                    <a:pt x="1041576" y="1434372"/>
                  </a:lnTo>
                  <a:lnTo>
                    <a:pt x="1041558" y="1434400"/>
                  </a:lnTo>
                  <a:lnTo>
                    <a:pt x="1041541" y="1434410"/>
                  </a:lnTo>
                  <a:lnTo>
                    <a:pt x="1041523" y="1434415"/>
                  </a:lnTo>
                  <a:lnTo>
                    <a:pt x="1041490" y="1434419"/>
                  </a:lnTo>
                  <a:lnTo>
                    <a:pt x="1041454" y="1434425"/>
                  </a:lnTo>
                  <a:lnTo>
                    <a:pt x="1041423" y="1434425"/>
                  </a:lnTo>
                  <a:lnTo>
                    <a:pt x="1041400" y="1434416"/>
                  </a:lnTo>
                  <a:lnTo>
                    <a:pt x="1041378" y="1434412"/>
                  </a:lnTo>
                  <a:lnTo>
                    <a:pt x="1041350" y="1434402"/>
                  </a:lnTo>
                  <a:lnTo>
                    <a:pt x="1041334" y="1434402"/>
                  </a:lnTo>
                  <a:lnTo>
                    <a:pt x="1041315" y="1434408"/>
                  </a:lnTo>
                  <a:lnTo>
                    <a:pt x="1041286" y="1434413"/>
                  </a:lnTo>
                  <a:lnTo>
                    <a:pt x="1041258" y="1434413"/>
                  </a:lnTo>
                  <a:lnTo>
                    <a:pt x="1041232" y="1434409"/>
                  </a:lnTo>
                  <a:lnTo>
                    <a:pt x="1041202" y="1434401"/>
                  </a:lnTo>
                  <a:lnTo>
                    <a:pt x="1041182" y="1434403"/>
                  </a:lnTo>
                  <a:lnTo>
                    <a:pt x="1041158" y="1434408"/>
                  </a:lnTo>
                  <a:lnTo>
                    <a:pt x="1041139" y="1434413"/>
                  </a:lnTo>
                  <a:lnTo>
                    <a:pt x="1041112" y="1434409"/>
                  </a:lnTo>
                  <a:lnTo>
                    <a:pt x="1041087" y="1434395"/>
                  </a:lnTo>
                  <a:lnTo>
                    <a:pt x="1041057" y="1434377"/>
                  </a:lnTo>
                  <a:lnTo>
                    <a:pt x="1041027" y="1434361"/>
                  </a:lnTo>
                  <a:lnTo>
                    <a:pt x="1040969" y="1434331"/>
                  </a:lnTo>
                  <a:lnTo>
                    <a:pt x="1040945" y="1434323"/>
                  </a:lnTo>
                  <a:lnTo>
                    <a:pt x="1040920" y="1434307"/>
                  </a:lnTo>
                  <a:lnTo>
                    <a:pt x="1040900" y="1434299"/>
                  </a:lnTo>
                  <a:lnTo>
                    <a:pt x="1040876" y="1434295"/>
                  </a:lnTo>
                  <a:lnTo>
                    <a:pt x="1040855" y="1434287"/>
                  </a:lnTo>
                  <a:lnTo>
                    <a:pt x="1040821" y="1434283"/>
                  </a:lnTo>
                  <a:lnTo>
                    <a:pt x="1040800" y="1434285"/>
                  </a:lnTo>
                  <a:lnTo>
                    <a:pt x="1040770" y="1434286"/>
                  </a:lnTo>
                  <a:lnTo>
                    <a:pt x="1040755" y="1434287"/>
                  </a:lnTo>
                  <a:lnTo>
                    <a:pt x="1040736" y="1434282"/>
                  </a:lnTo>
                  <a:lnTo>
                    <a:pt x="1040711" y="1434269"/>
                  </a:lnTo>
                  <a:lnTo>
                    <a:pt x="1040686" y="1434257"/>
                  </a:lnTo>
                  <a:lnTo>
                    <a:pt x="1040654" y="1434248"/>
                  </a:lnTo>
                  <a:lnTo>
                    <a:pt x="1040631" y="1434239"/>
                  </a:lnTo>
                  <a:lnTo>
                    <a:pt x="1040616" y="1434223"/>
                  </a:lnTo>
                  <a:lnTo>
                    <a:pt x="1040600" y="1434183"/>
                  </a:lnTo>
                  <a:lnTo>
                    <a:pt x="1040579" y="1434132"/>
                  </a:lnTo>
                  <a:lnTo>
                    <a:pt x="1040554" y="1434089"/>
                  </a:lnTo>
                  <a:lnTo>
                    <a:pt x="1040532" y="1434065"/>
                  </a:lnTo>
                  <a:lnTo>
                    <a:pt x="1040503" y="1434045"/>
                  </a:lnTo>
                  <a:lnTo>
                    <a:pt x="1040484" y="1434034"/>
                  </a:lnTo>
                  <a:lnTo>
                    <a:pt x="1040438" y="1434030"/>
                  </a:lnTo>
                  <a:lnTo>
                    <a:pt x="1040411" y="1434030"/>
                  </a:lnTo>
                  <a:lnTo>
                    <a:pt x="1040388" y="1434035"/>
                  </a:lnTo>
                  <a:lnTo>
                    <a:pt x="1040350" y="1434050"/>
                  </a:lnTo>
                  <a:lnTo>
                    <a:pt x="1040317" y="1434062"/>
                  </a:lnTo>
                  <a:lnTo>
                    <a:pt x="1040291" y="1434072"/>
                  </a:lnTo>
                  <a:lnTo>
                    <a:pt x="1040275" y="1434086"/>
                  </a:lnTo>
                  <a:lnTo>
                    <a:pt x="1040254" y="1434096"/>
                  </a:lnTo>
                  <a:lnTo>
                    <a:pt x="1040238" y="1434114"/>
                  </a:lnTo>
                  <a:lnTo>
                    <a:pt x="1040217" y="1434134"/>
                  </a:lnTo>
                  <a:lnTo>
                    <a:pt x="1040199" y="1434145"/>
                  </a:lnTo>
                  <a:lnTo>
                    <a:pt x="1040181" y="1434158"/>
                  </a:lnTo>
                  <a:lnTo>
                    <a:pt x="1040166" y="1434167"/>
                  </a:lnTo>
                  <a:lnTo>
                    <a:pt x="1040153" y="1434181"/>
                  </a:lnTo>
                  <a:lnTo>
                    <a:pt x="1040132" y="1434202"/>
                  </a:lnTo>
                  <a:lnTo>
                    <a:pt x="1040110" y="1434224"/>
                  </a:lnTo>
                  <a:lnTo>
                    <a:pt x="1040099" y="1434242"/>
                  </a:lnTo>
                  <a:lnTo>
                    <a:pt x="1040069" y="1434270"/>
                  </a:lnTo>
                  <a:lnTo>
                    <a:pt x="1040036" y="1434292"/>
                  </a:lnTo>
                  <a:lnTo>
                    <a:pt x="1040013" y="1434313"/>
                  </a:lnTo>
                  <a:lnTo>
                    <a:pt x="1039988" y="1434326"/>
                  </a:lnTo>
                  <a:lnTo>
                    <a:pt x="1039973" y="1434341"/>
                  </a:lnTo>
                  <a:lnTo>
                    <a:pt x="1039961" y="1434361"/>
                  </a:lnTo>
                  <a:lnTo>
                    <a:pt x="1039945" y="1434377"/>
                  </a:lnTo>
                  <a:lnTo>
                    <a:pt x="1039932" y="1434398"/>
                  </a:lnTo>
                  <a:lnTo>
                    <a:pt x="1039915" y="1434424"/>
                  </a:lnTo>
                  <a:lnTo>
                    <a:pt x="1039899" y="1434458"/>
                  </a:lnTo>
                  <a:lnTo>
                    <a:pt x="1039882" y="1434480"/>
                  </a:lnTo>
                  <a:lnTo>
                    <a:pt x="1039869" y="1434503"/>
                  </a:lnTo>
                  <a:lnTo>
                    <a:pt x="1039855" y="1434530"/>
                  </a:lnTo>
                  <a:lnTo>
                    <a:pt x="1039839" y="1434551"/>
                  </a:lnTo>
                  <a:lnTo>
                    <a:pt x="1039822" y="1434571"/>
                  </a:lnTo>
                  <a:lnTo>
                    <a:pt x="1039810" y="1434584"/>
                  </a:lnTo>
                  <a:lnTo>
                    <a:pt x="1039792" y="1434609"/>
                  </a:lnTo>
                  <a:lnTo>
                    <a:pt x="1039778" y="1434618"/>
                  </a:lnTo>
                  <a:lnTo>
                    <a:pt x="1039755" y="1434618"/>
                  </a:lnTo>
                  <a:lnTo>
                    <a:pt x="1039736" y="1434611"/>
                  </a:lnTo>
                  <a:lnTo>
                    <a:pt x="1039722" y="1434593"/>
                  </a:lnTo>
                  <a:lnTo>
                    <a:pt x="1039710" y="1434564"/>
                  </a:lnTo>
                  <a:lnTo>
                    <a:pt x="1039694" y="1434508"/>
                  </a:lnTo>
                  <a:lnTo>
                    <a:pt x="1039674" y="1434441"/>
                  </a:lnTo>
                  <a:lnTo>
                    <a:pt x="1039669" y="1434417"/>
                  </a:lnTo>
                  <a:lnTo>
                    <a:pt x="1039666" y="1434402"/>
                  </a:lnTo>
                  <a:lnTo>
                    <a:pt x="1039651" y="1434396"/>
                  </a:lnTo>
                  <a:lnTo>
                    <a:pt x="1039629" y="1434396"/>
                  </a:lnTo>
                  <a:lnTo>
                    <a:pt x="1039623" y="1434384"/>
                  </a:lnTo>
                  <a:lnTo>
                    <a:pt x="1039611" y="1434367"/>
                  </a:lnTo>
                  <a:lnTo>
                    <a:pt x="1039597" y="1434361"/>
                  </a:lnTo>
                  <a:lnTo>
                    <a:pt x="1039581" y="1434365"/>
                  </a:lnTo>
                  <a:lnTo>
                    <a:pt x="1039565" y="1434375"/>
                  </a:lnTo>
                  <a:lnTo>
                    <a:pt x="1039554" y="1434399"/>
                  </a:lnTo>
                  <a:lnTo>
                    <a:pt x="1039551" y="1434428"/>
                  </a:lnTo>
                  <a:lnTo>
                    <a:pt x="1039537" y="1434443"/>
                  </a:lnTo>
                  <a:lnTo>
                    <a:pt x="1039519" y="1434445"/>
                  </a:lnTo>
                  <a:lnTo>
                    <a:pt x="1039489" y="1434440"/>
                  </a:lnTo>
                  <a:lnTo>
                    <a:pt x="1039459" y="1434432"/>
                  </a:lnTo>
                  <a:lnTo>
                    <a:pt x="1039436" y="1434429"/>
                  </a:lnTo>
                  <a:lnTo>
                    <a:pt x="1039424" y="1434431"/>
                  </a:lnTo>
                  <a:lnTo>
                    <a:pt x="1039412" y="1434441"/>
                  </a:lnTo>
                  <a:lnTo>
                    <a:pt x="1039411" y="1434479"/>
                  </a:lnTo>
                  <a:lnTo>
                    <a:pt x="1039416" y="1434504"/>
                  </a:lnTo>
                  <a:lnTo>
                    <a:pt x="1039442" y="1434558"/>
                  </a:lnTo>
                  <a:lnTo>
                    <a:pt x="1039473" y="1434616"/>
                  </a:lnTo>
                  <a:lnTo>
                    <a:pt x="1039479" y="1434658"/>
                  </a:lnTo>
                  <a:lnTo>
                    <a:pt x="1039473" y="1434682"/>
                  </a:lnTo>
                  <a:lnTo>
                    <a:pt x="1039468" y="1434700"/>
                  </a:lnTo>
                  <a:lnTo>
                    <a:pt x="1039475" y="1434712"/>
                  </a:lnTo>
                  <a:lnTo>
                    <a:pt x="1039507" y="1434724"/>
                  </a:lnTo>
                  <a:lnTo>
                    <a:pt x="1039525" y="1434732"/>
                  </a:lnTo>
                  <a:lnTo>
                    <a:pt x="1039529" y="1434748"/>
                  </a:lnTo>
                  <a:lnTo>
                    <a:pt x="1039516" y="1434831"/>
                  </a:lnTo>
                  <a:lnTo>
                    <a:pt x="1039511" y="1434856"/>
                  </a:lnTo>
                  <a:lnTo>
                    <a:pt x="1039511" y="1434888"/>
                  </a:lnTo>
                  <a:lnTo>
                    <a:pt x="1039505" y="1434914"/>
                  </a:lnTo>
                  <a:lnTo>
                    <a:pt x="1039491" y="1434952"/>
                  </a:lnTo>
                  <a:lnTo>
                    <a:pt x="1039474" y="1434981"/>
                  </a:lnTo>
                  <a:lnTo>
                    <a:pt x="1039455" y="1434997"/>
                  </a:lnTo>
                  <a:lnTo>
                    <a:pt x="1039395" y="1435020"/>
                  </a:lnTo>
                  <a:lnTo>
                    <a:pt x="1039334" y="1435037"/>
                  </a:lnTo>
                  <a:lnTo>
                    <a:pt x="1039280" y="1435045"/>
                  </a:lnTo>
                  <a:lnTo>
                    <a:pt x="1039215" y="1435055"/>
                  </a:lnTo>
                  <a:lnTo>
                    <a:pt x="1039174" y="1435055"/>
                  </a:lnTo>
                  <a:lnTo>
                    <a:pt x="1039145" y="1435047"/>
                  </a:lnTo>
                  <a:lnTo>
                    <a:pt x="1039105" y="1435031"/>
                  </a:lnTo>
                  <a:lnTo>
                    <a:pt x="1039069" y="1435004"/>
                  </a:lnTo>
                  <a:lnTo>
                    <a:pt x="1039038" y="1434976"/>
                  </a:lnTo>
                  <a:lnTo>
                    <a:pt x="1039028" y="1434955"/>
                  </a:lnTo>
                  <a:lnTo>
                    <a:pt x="1039016" y="1434926"/>
                  </a:lnTo>
                  <a:lnTo>
                    <a:pt x="1039008" y="1434904"/>
                  </a:lnTo>
                  <a:lnTo>
                    <a:pt x="1038997" y="1434873"/>
                  </a:lnTo>
                  <a:lnTo>
                    <a:pt x="1038989" y="1434822"/>
                  </a:lnTo>
                  <a:lnTo>
                    <a:pt x="1038987" y="1434758"/>
                  </a:lnTo>
                  <a:lnTo>
                    <a:pt x="1038978" y="1434707"/>
                  </a:lnTo>
                  <a:lnTo>
                    <a:pt x="1038979" y="1434652"/>
                  </a:lnTo>
                  <a:lnTo>
                    <a:pt x="1038975" y="1434608"/>
                  </a:lnTo>
                  <a:lnTo>
                    <a:pt x="1038962" y="1434582"/>
                  </a:lnTo>
                  <a:lnTo>
                    <a:pt x="1038953" y="1434563"/>
                  </a:lnTo>
                  <a:lnTo>
                    <a:pt x="1038949" y="1434540"/>
                  </a:lnTo>
                  <a:lnTo>
                    <a:pt x="1038933" y="1434520"/>
                  </a:lnTo>
                  <a:lnTo>
                    <a:pt x="1038899" y="1434517"/>
                  </a:lnTo>
                  <a:lnTo>
                    <a:pt x="1038850" y="1434516"/>
                  </a:lnTo>
                  <a:lnTo>
                    <a:pt x="1038811" y="1434522"/>
                  </a:lnTo>
                  <a:lnTo>
                    <a:pt x="1038765" y="1434530"/>
                  </a:lnTo>
                  <a:lnTo>
                    <a:pt x="1038736" y="1434535"/>
                  </a:lnTo>
                  <a:lnTo>
                    <a:pt x="1038704" y="1434545"/>
                  </a:lnTo>
                  <a:lnTo>
                    <a:pt x="1038677" y="1434549"/>
                  </a:lnTo>
                  <a:lnTo>
                    <a:pt x="1038647" y="1434562"/>
                  </a:lnTo>
                  <a:lnTo>
                    <a:pt x="1038627" y="1434573"/>
                  </a:lnTo>
                  <a:lnTo>
                    <a:pt x="1038607" y="1434592"/>
                  </a:lnTo>
                  <a:lnTo>
                    <a:pt x="1038593" y="1434621"/>
                  </a:lnTo>
                  <a:lnTo>
                    <a:pt x="1038581" y="1434648"/>
                  </a:lnTo>
                  <a:lnTo>
                    <a:pt x="1038580" y="1434682"/>
                  </a:lnTo>
                  <a:lnTo>
                    <a:pt x="1038587" y="1434717"/>
                  </a:lnTo>
                  <a:lnTo>
                    <a:pt x="1038598" y="1434753"/>
                  </a:lnTo>
                  <a:lnTo>
                    <a:pt x="1038621" y="1434784"/>
                  </a:lnTo>
                  <a:lnTo>
                    <a:pt x="1038656" y="1434832"/>
                  </a:lnTo>
                  <a:lnTo>
                    <a:pt x="1038668" y="1434850"/>
                  </a:lnTo>
                  <a:lnTo>
                    <a:pt x="1038688" y="1434863"/>
                  </a:lnTo>
                  <a:lnTo>
                    <a:pt x="1038734" y="1434881"/>
                  </a:lnTo>
                  <a:lnTo>
                    <a:pt x="1038766" y="1434890"/>
                  </a:lnTo>
                  <a:lnTo>
                    <a:pt x="1038790" y="1434899"/>
                  </a:lnTo>
                  <a:lnTo>
                    <a:pt x="1038812" y="1434917"/>
                  </a:lnTo>
                  <a:lnTo>
                    <a:pt x="1038834" y="1434925"/>
                  </a:lnTo>
                  <a:lnTo>
                    <a:pt x="1038856" y="1434936"/>
                  </a:lnTo>
                  <a:lnTo>
                    <a:pt x="1038866" y="1434948"/>
                  </a:lnTo>
                  <a:lnTo>
                    <a:pt x="1038874" y="1434966"/>
                  </a:lnTo>
                  <a:lnTo>
                    <a:pt x="1038888" y="1434979"/>
                  </a:lnTo>
                  <a:lnTo>
                    <a:pt x="1038897" y="1434993"/>
                  </a:lnTo>
                  <a:lnTo>
                    <a:pt x="1038900" y="1435042"/>
                  </a:lnTo>
                  <a:lnTo>
                    <a:pt x="1038903" y="1435073"/>
                  </a:lnTo>
                  <a:lnTo>
                    <a:pt x="1038898" y="1435095"/>
                  </a:lnTo>
                  <a:lnTo>
                    <a:pt x="1038897" y="1435109"/>
                  </a:lnTo>
                  <a:lnTo>
                    <a:pt x="1038901" y="1435136"/>
                  </a:lnTo>
                  <a:lnTo>
                    <a:pt x="1038900" y="1435144"/>
                  </a:lnTo>
                  <a:lnTo>
                    <a:pt x="1038897" y="1435157"/>
                  </a:lnTo>
                  <a:lnTo>
                    <a:pt x="1038881" y="1435184"/>
                  </a:lnTo>
                  <a:lnTo>
                    <a:pt x="1038850" y="1435218"/>
                  </a:lnTo>
                  <a:lnTo>
                    <a:pt x="1038823" y="1435245"/>
                  </a:lnTo>
                  <a:lnTo>
                    <a:pt x="1038798" y="1435266"/>
                  </a:lnTo>
                  <a:lnTo>
                    <a:pt x="1038749" y="1435294"/>
                  </a:lnTo>
                  <a:lnTo>
                    <a:pt x="1038685" y="1435324"/>
                  </a:lnTo>
                  <a:lnTo>
                    <a:pt x="1038662" y="1435334"/>
                  </a:lnTo>
                  <a:lnTo>
                    <a:pt x="1038640" y="1435346"/>
                  </a:lnTo>
                  <a:lnTo>
                    <a:pt x="1038603" y="1435358"/>
                  </a:lnTo>
                  <a:lnTo>
                    <a:pt x="1038562" y="1435364"/>
                  </a:lnTo>
                  <a:lnTo>
                    <a:pt x="1038529" y="1435376"/>
                  </a:lnTo>
                  <a:lnTo>
                    <a:pt x="1038513" y="1435389"/>
                  </a:lnTo>
                  <a:lnTo>
                    <a:pt x="1038507" y="1435405"/>
                  </a:lnTo>
                  <a:lnTo>
                    <a:pt x="1038501" y="1435418"/>
                  </a:lnTo>
                  <a:lnTo>
                    <a:pt x="1038476" y="1435445"/>
                  </a:lnTo>
                  <a:lnTo>
                    <a:pt x="1038458" y="1435458"/>
                  </a:lnTo>
                  <a:lnTo>
                    <a:pt x="1038446" y="1435464"/>
                  </a:lnTo>
                  <a:lnTo>
                    <a:pt x="1038436" y="1435481"/>
                  </a:lnTo>
                  <a:lnTo>
                    <a:pt x="1038427" y="1435509"/>
                  </a:lnTo>
                  <a:lnTo>
                    <a:pt x="1038423" y="1435546"/>
                  </a:lnTo>
                  <a:lnTo>
                    <a:pt x="1038423" y="1435631"/>
                  </a:lnTo>
                  <a:lnTo>
                    <a:pt x="1038427" y="1435664"/>
                  </a:lnTo>
                  <a:lnTo>
                    <a:pt x="1038436" y="1435678"/>
                  </a:lnTo>
                  <a:lnTo>
                    <a:pt x="1038442" y="1435688"/>
                  </a:lnTo>
                  <a:lnTo>
                    <a:pt x="1038442" y="1435697"/>
                  </a:lnTo>
                  <a:lnTo>
                    <a:pt x="1038419" y="1435726"/>
                  </a:lnTo>
                  <a:lnTo>
                    <a:pt x="1038402" y="1435752"/>
                  </a:lnTo>
                  <a:lnTo>
                    <a:pt x="1038378" y="1435784"/>
                  </a:lnTo>
                  <a:lnTo>
                    <a:pt x="1038343" y="1435817"/>
                  </a:lnTo>
                  <a:lnTo>
                    <a:pt x="1038299" y="1435844"/>
                  </a:lnTo>
                  <a:lnTo>
                    <a:pt x="1038258" y="1435857"/>
                  </a:lnTo>
                  <a:lnTo>
                    <a:pt x="1038227" y="1435859"/>
                  </a:lnTo>
                  <a:lnTo>
                    <a:pt x="1038215" y="1435850"/>
                  </a:lnTo>
                  <a:lnTo>
                    <a:pt x="1038206" y="1435825"/>
                  </a:lnTo>
                  <a:lnTo>
                    <a:pt x="1038180" y="1435786"/>
                  </a:lnTo>
                  <a:lnTo>
                    <a:pt x="1038164" y="1435748"/>
                  </a:lnTo>
                  <a:lnTo>
                    <a:pt x="1038158" y="1435734"/>
                  </a:lnTo>
                  <a:lnTo>
                    <a:pt x="1038148" y="1435681"/>
                  </a:lnTo>
                  <a:lnTo>
                    <a:pt x="1038151" y="1435660"/>
                  </a:lnTo>
                  <a:lnTo>
                    <a:pt x="1038161" y="1435628"/>
                  </a:lnTo>
                  <a:lnTo>
                    <a:pt x="1038188" y="1435586"/>
                  </a:lnTo>
                  <a:lnTo>
                    <a:pt x="1038203" y="1435544"/>
                  </a:lnTo>
                  <a:lnTo>
                    <a:pt x="1038238" y="1435478"/>
                  </a:lnTo>
                  <a:lnTo>
                    <a:pt x="1038261" y="1435449"/>
                  </a:lnTo>
                  <a:lnTo>
                    <a:pt x="1038282" y="1435429"/>
                  </a:lnTo>
                  <a:lnTo>
                    <a:pt x="1038295" y="1435414"/>
                  </a:lnTo>
                  <a:lnTo>
                    <a:pt x="1038314" y="1435373"/>
                  </a:lnTo>
                  <a:lnTo>
                    <a:pt x="1038337" y="1435323"/>
                  </a:lnTo>
                  <a:lnTo>
                    <a:pt x="1038357" y="1435259"/>
                  </a:lnTo>
                  <a:lnTo>
                    <a:pt x="1038369" y="1435228"/>
                  </a:lnTo>
                  <a:lnTo>
                    <a:pt x="1038378" y="1435184"/>
                  </a:lnTo>
                  <a:lnTo>
                    <a:pt x="1038384" y="1435138"/>
                  </a:lnTo>
                  <a:lnTo>
                    <a:pt x="1038379" y="1435082"/>
                  </a:lnTo>
                  <a:lnTo>
                    <a:pt x="1038368" y="1435066"/>
                  </a:lnTo>
                  <a:lnTo>
                    <a:pt x="1038353" y="1435044"/>
                  </a:lnTo>
                  <a:lnTo>
                    <a:pt x="1038340" y="1435027"/>
                  </a:lnTo>
                  <a:lnTo>
                    <a:pt x="1038312" y="1435004"/>
                  </a:lnTo>
                  <a:lnTo>
                    <a:pt x="1038286" y="1434999"/>
                  </a:lnTo>
                  <a:lnTo>
                    <a:pt x="1038246" y="1435005"/>
                  </a:lnTo>
                  <a:lnTo>
                    <a:pt x="1038201" y="1435015"/>
                  </a:lnTo>
                  <a:lnTo>
                    <a:pt x="1038166" y="1435030"/>
                  </a:lnTo>
                  <a:lnTo>
                    <a:pt x="1038136" y="1435054"/>
                  </a:lnTo>
                  <a:lnTo>
                    <a:pt x="1038096" y="1435094"/>
                  </a:lnTo>
                  <a:lnTo>
                    <a:pt x="1038058" y="1435126"/>
                  </a:lnTo>
                  <a:lnTo>
                    <a:pt x="1038039" y="1435150"/>
                  </a:lnTo>
                  <a:lnTo>
                    <a:pt x="1038032" y="1435178"/>
                  </a:lnTo>
                  <a:lnTo>
                    <a:pt x="1038040" y="1435222"/>
                  </a:lnTo>
                  <a:lnTo>
                    <a:pt x="1038050" y="1435272"/>
                  </a:lnTo>
                  <a:lnTo>
                    <a:pt x="1038070" y="1435330"/>
                  </a:lnTo>
                  <a:lnTo>
                    <a:pt x="1038079" y="1435375"/>
                  </a:lnTo>
                  <a:lnTo>
                    <a:pt x="1038075" y="1435402"/>
                  </a:lnTo>
                  <a:lnTo>
                    <a:pt x="1038066" y="1435418"/>
                  </a:lnTo>
                  <a:lnTo>
                    <a:pt x="1038053" y="1435432"/>
                  </a:lnTo>
                  <a:lnTo>
                    <a:pt x="1038015" y="1435453"/>
                  </a:lnTo>
                  <a:lnTo>
                    <a:pt x="1037981" y="1435463"/>
                  </a:lnTo>
                  <a:lnTo>
                    <a:pt x="1037948" y="1435467"/>
                  </a:lnTo>
                  <a:lnTo>
                    <a:pt x="1037911" y="1435467"/>
                  </a:lnTo>
                  <a:lnTo>
                    <a:pt x="1037884" y="1435464"/>
                  </a:lnTo>
                  <a:lnTo>
                    <a:pt x="1037822" y="1435453"/>
                  </a:lnTo>
                  <a:lnTo>
                    <a:pt x="1037784" y="1435440"/>
                  </a:lnTo>
                  <a:lnTo>
                    <a:pt x="1037709" y="1435409"/>
                  </a:lnTo>
                  <a:lnTo>
                    <a:pt x="1037638" y="1435372"/>
                  </a:lnTo>
                  <a:lnTo>
                    <a:pt x="1037602" y="1435353"/>
                  </a:lnTo>
                  <a:lnTo>
                    <a:pt x="1037571" y="1435333"/>
                  </a:lnTo>
                  <a:lnTo>
                    <a:pt x="1037527" y="1435316"/>
                  </a:lnTo>
                  <a:lnTo>
                    <a:pt x="1037504" y="1435299"/>
                  </a:lnTo>
                  <a:lnTo>
                    <a:pt x="1037491" y="1435294"/>
                  </a:lnTo>
                  <a:lnTo>
                    <a:pt x="1037476" y="1435301"/>
                  </a:lnTo>
                  <a:lnTo>
                    <a:pt x="1037475" y="1435318"/>
                  </a:lnTo>
                  <a:lnTo>
                    <a:pt x="1037477" y="1435344"/>
                  </a:lnTo>
                  <a:lnTo>
                    <a:pt x="1037485" y="1435380"/>
                  </a:lnTo>
                  <a:lnTo>
                    <a:pt x="1037493" y="1435437"/>
                  </a:lnTo>
                  <a:lnTo>
                    <a:pt x="1037509" y="1435470"/>
                  </a:lnTo>
                  <a:lnTo>
                    <a:pt x="1037514" y="1435485"/>
                  </a:lnTo>
                  <a:lnTo>
                    <a:pt x="1037523" y="1435574"/>
                  </a:lnTo>
                  <a:lnTo>
                    <a:pt x="1037522" y="1435606"/>
                  </a:lnTo>
                  <a:lnTo>
                    <a:pt x="1037519" y="1435637"/>
                  </a:lnTo>
                  <a:lnTo>
                    <a:pt x="1037508" y="1435705"/>
                  </a:lnTo>
                  <a:lnTo>
                    <a:pt x="1037501" y="1435734"/>
                  </a:lnTo>
                  <a:lnTo>
                    <a:pt x="1037476" y="1435771"/>
                  </a:lnTo>
                  <a:lnTo>
                    <a:pt x="1037442" y="1435795"/>
                  </a:lnTo>
                  <a:lnTo>
                    <a:pt x="1037410" y="1435807"/>
                  </a:lnTo>
                  <a:lnTo>
                    <a:pt x="1037392" y="1435812"/>
                  </a:lnTo>
                  <a:lnTo>
                    <a:pt x="1037391" y="1435819"/>
                  </a:lnTo>
                  <a:lnTo>
                    <a:pt x="1037406" y="1435827"/>
                  </a:lnTo>
                  <a:lnTo>
                    <a:pt x="1037428" y="1435837"/>
                  </a:lnTo>
                  <a:lnTo>
                    <a:pt x="1037433" y="1435847"/>
                  </a:lnTo>
                  <a:lnTo>
                    <a:pt x="1037431" y="1435859"/>
                  </a:lnTo>
                  <a:lnTo>
                    <a:pt x="1037421" y="1435865"/>
                  </a:lnTo>
                  <a:lnTo>
                    <a:pt x="1037403" y="1435868"/>
                  </a:lnTo>
                  <a:lnTo>
                    <a:pt x="1037381" y="1435872"/>
                  </a:lnTo>
                  <a:lnTo>
                    <a:pt x="1037356" y="1435875"/>
                  </a:lnTo>
                  <a:lnTo>
                    <a:pt x="1037336" y="1435886"/>
                  </a:lnTo>
                  <a:lnTo>
                    <a:pt x="1037324" y="1435897"/>
                  </a:lnTo>
                  <a:lnTo>
                    <a:pt x="1037313" y="1435897"/>
                  </a:lnTo>
                  <a:lnTo>
                    <a:pt x="1037287" y="1435892"/>
                  </a:lnTo>
                  <a:lnTo>
                    <a:pt x="1037248" y="1435883"/>
                  </a:lnTo>
                  <a:lnTo>
                    <a:pt x="1037212" y="1435882"/>
                  </a:lnTo>
                  <a:lnTo>
                    <a:pt x="1037195" y="1435889"/>
                  </a:lnTo>
                  <a:lnTo>
                    <a:pt x="1037176" y="1435896"/>
                  </a:lnTo>
                  <a:lnTo>
                    <a:pt x="1037146" y="1435920"/>
                  </a:lnTo>
                  <a:lnTo>
                    <a:pt x="1037126" y="1435938"/>
                  </a:lnTo>
                  <a:lnTo>
                    <a:pt x="1037108" y="1435970"/>
                  </a:lnTo>
                  <a:lnTo>
                    <a:pt x="1037095" y="1436001"/>
                  </a:lnTo>
                  <a:lnTo>
                    <a:pt x="1037088" y="1436013"/>
                  </a:lnTo>
                  <a:lnTo>
                    <a:pt x="1037077" y="1436014"/>
                  </a:lnTo>
                  <a:lnTo>
                    <a:pt x="1037039" y="1436011"/>
                  </a:lnTo>
                  <a:lnTo>
                    <a:pt x="1037026" y="1436011"/>
                  </a:lnTo>
                  <a:lnTo>
                    <a:pt x="1037021" y="1436014"/>
                  </a:lnTo>
                  <a:lnTo>
                    <a:pt x="1037010" y="1436026"/>
                  </a:lnTo>
                  <a:lnTo>
                    <a:pt x="1037001" y="1436042"/>
                  </a:lnTo>
                  <a:lnTo>
                    <a:pt x="1036995" y="1436053"/>
                  </a:lnTo>
                  <a:lnTo>
                    <a:pt x="1036980" y="1436061"/>
                  </a:lnTo>
                  <a:lnTo>
                    <a:pt x="1036973" y="1436074"/>
                  </a:lnTo>
                  <a:lnTo>
                    <a:pt x="1036964" y="1436082"/>
                  </a:lnTo>
                  <a:lnTo>
                    <a:pt x="1036960" y="1436088"/>
                  </a:lnTo>
                  <a:lnTo>
                    <a:pt x="1036946" y="1436098"/>
                  </a:lnTo>
                  <a:lnTo>
                    <a:pt x="1036936" y="1436099"/>
                  </a:lnTo>
                  <a:lnTo>
                    <a:pt x="1036920" y="1436084"/>
                  </a:lnTo>
                  <a:lnTo>
                    <a:pt x="1036890" y="1436084"/>
                  </a:lnTo>
                  <a:lnTo>
                    <a:pt x="1036869" y="1436092"/>
                  </a:lnTo>
                  <a:lnTo>
                    <a:pt x="1036842" y="1436110"/>
                  </a:lnTo>
                  <a:lnTo>
                    <a:pt x="1036800" y="1436149"/>
                  </a:lnTo>
                  <a:lnTo>
                    <a:pt x="1036765" y="1436167"/>
                  </a:lnTo>
                  <a:lnTo>
                    <a:pt x="1036744" y="1436167"/>
                  </a:lnTo>
                  <a:lnTo>
                    <a:pt x="1036713" y="1436167"/>
                  </a:lnTo>
                  <a:lnTo>
                    <a:pt x="1036691" y="1436165"/>
                  </a:lnTo>
                  <a:lnTo>
                    <a:pt x="1036675" y="1436172"/>
                  </a:lnTo>
                  <a:lnTo>
                    <a:pt x="1036658" y="1436183"/>
                  </a:lnTo>
                  <a:lnTo>
                    <a:pt x="1036646" y="1436183"/>
                  </a:lnTo>
                  <a:lnTo>
                    <a:pt x="1036633" y="1436183"/>
                  </a:lnTo>
                  <a:lnTo>
                    <a:pt x="1036621" y="1436190"/>
                  </a:lnTo>
                  <a:lnTo>
                    <a:pt x="1036604" y="1436203"/>
                  </a:lnTo>
                  <a:lnTo>
                    <a:pt x="1036585" y="1436206"/>
                  </a:lnTo>
                  <a:lnTo>
                    <a:pt x="1036571" y="1436202"/>
                  </a:lnTo>
                  <a:lnTo>
                    <a:pt x="1036560" y="1436190"/>
                  </a:lnTo>
                  <a:lnTo>
                    <a:pt x="1036548" y="1436190"/>
                  </a:lnTo>
                  <a:lnTo>
                    <a:pt x="1036543" y="1436197"/>
                  </a:lnTo>
                  <a:lnTo>
                    <a:pt x="1036530" y="1436217"/>
                  </a:lnTo>
                  <a:lnTo>
                    <a:pt x="1036524" y="1436231"/>
                  </a:lnTo>
                  <a:lnTo>
                    <a:pt x="1036516" y="1436234"/>
                  </a:lnTo>
                  <a:lnTo>
                    <a:pt x="1036506" y="1436230"/>
                  </a:lnTo>
                  <a:lnTo>
                    <a:pt x="1036492" y="1436230"/>
                  </a:lnTo>
                  <a:lnTo>
                    <a:pt x="1036484" y="1436237"/>
                  </a:lnTo>
                  <a:lnTo>
                    <a:pt x="1036467" y="1436255"/>
                  </a:lnTo>
                  <a:lnTo>
                    <a:pt x="1036446" y="1436267"/>
                  </a:lnTo>
                  <a:lnTo>
                    <a:pt x="1036430" y="1436273"/>
                  </a:lnTo>
                  <a:lnTo>
                    <a:pt x="1036413" y="1436278"/>
                  </a:lnTo>
                  <a:lnTo>
                    <a:pt x="1036406" y="1436287"/>
                  </a:lnTo>
                  <a:lnTo>
                    <a:pt x="1036407" y="1436310"/>
                  </a:lnTo>
                  <a:lnTo>
                    <a:pt x="1036415" y="1436331"/>
                  </a:lnTo>
                  <a:lnTo>
                    <a:pt x="1036415" y="1436362"/>
                  </a:lnTo>
                  <a:lnTo>
                    <a:pt x="1036406" y="1436387"/>
                  </a:lnTo>
                  <a:lnTo>
                    <a:pt x="1036390" y="1436424"/>
                  </a:lnTo>
                  <a:lnTo>
                    <a:pt x="1036372" y="1436449"/>
                  </a:lnTo>
                  <a:lnTo>
                    <a:pt x="1036350" y="1436468"/>
                  </a:lnTo>
                  <a:lnTo>
                    <a:pt x="1036318" y="1436485"/>
                  </a:lnTo>
                  <a:lnTo>
                    <a:pt x="1036278" y="1436497"/>
                  </a:lnTo>
                  <a:lnTo>
                    <a:pt x="1036260" y="1436502"/>
                  </a:lnTo>
                  <a:lnTo>
                    <a:pt x="1036251" y="1436508"/>
                  </a:lnTo>
                  <a:lnTo>
                    <a:pt x="1036253" y="1436535"/>
                  </a:lnTo>
                  <a:lnTo>
                    <a:pt x="1036261" y="1436558"/>
                  </a:lnTo>
                  <a:lnTo>
                    <a:pt x="1036259" y="1436570"/>
                  </a:lnTo>
                  <a:lnTo>
                    <a:pt x="1036246" y="1436595"/>
                  </a:lnTo>
                  <a:lnTo>
                    <a:pt x="1036234" y="1436623"/>
                  </a:lnTo>
                  <a:lnTo>
                    <a:pt x="1036230" y="1436633"/>
                  </a:lnTo>
                  <a:lnTo>
                    <a:pt x="1036232" y="1436641"/>
                  </a:lnTo>
                  <a:lnTo>
                    <a:pt x="1036246" y="1436656"/>
                  </a:lnTo>
                  <a:lnTo>
                    <a:pt x="1036253" y="1436668"/>
                  </a:lnTo>
                  <a:lnTo>
                    <a:pt x="1036256" y="1436688"/>
                  </a:lnTo>
                  <a:lnTo>
                    <a:pt x="1036258" y="1436704"/>
                  </a:lnTo>
                  <a:lnTo>
                    <a:pt x="1036278" y="1436736"/>
                  </a:lnTo>
                  <a:lnTo>
                    <a:pt x="1036290" y="1436759"/>
                  </a:lnTo>
                  <a:lnTo>
                    <a:pt x="1036300" y="1436778"/>
                  </a:lnTo>
                  <a:lnTo>
                    <a:pt x="1036309" y="1436781"/>
                  </a:lnTo>
                  <a:lnTo>
                    <a:pt x="1036316" y="1436785"/>
                  </a:lnTo>
                  <a:lnTo>
                    <a:pt x="1036318" y="1436794"/>
                  </a:lnTo>
                  <a:lnTo>
                    <a:pt x="1036317" y="1436814"/>
                  </a:lnTo>
                  <a:lnTo>
                    <a:pt x="1036314" y="1436830"/>
                  </a:lnTo>
                  <a:lnTo>
                    <a:pt x="1036298" y="1436864"/>
                  </a:lnTo>
                  <a:lnTo>
                    <a:pt x="1036280" y="1436909"/>
                  </a:lnTo>
                  <a:lnTo>
                    <a:pt x="1036266" y="1436937"/>
                  </a:lnTo>
                  <a:lnTo>
                    <a:pt x="1036264" y="1436956"/>
                  </a:lnTo>
                  <a:lnTo>
                    <a:pt x="1036269" y="1436965"/>
                  </a:lnTo>
                  <a:lnTo>
                    <a:pt x="1036280" y="1436974"/>
                  </a:lnTo>
                  <a:lnTo>
                    <a:pt x="1036278" y="1436981"/>
                  </a:lnTo>
                  <a:lnTo>
                    <a:pt x="1036268" y="1436992"/>
                  </a:lnTo>
                  <a:lnTo>
                    <a:pt x="1036251" y="1436996"/>
                  </a:lnTo>
                  <a:lnTo>
                    <a:pt x="1036230" y="1437009"/>
                  </a:lnTo>
                  <a:lnTo>
                    <a:pt x="1036203" y="1437029"/>
                  </a:lnTo>
                  <a:lnTo>
                    <a:pt x="1036175" y="1437044"/>
                  </a:lnTo>
                  <a:lnTo>
                    <a:pt x="1036136" y="1437054"/>
                  </a:lnTo>
                  <a:lnTo>
                    <a:pt x="1036107" y="1437062"/>
                  </a:lnTo>
                  <a:lnTo>
                    <a:pt x="1036096" y="1437068"/>
                  </a:lnTo>
                  <a:lnTo>
                    <a:pt x="1036099" y="1437086"/>
                  </a:lnTo>
                  <a:lnTo>
                    <a:pt x="1036104" y="1437120"/>
                  </a:lnTo>
                  <a:lnTo>
                    <a:pt x="1036131" y="1437129"/>
                  </a:lnTo>
                  <a:lnTo>
                    <a:pt x="1036180" y="1437138"/>
                  </a:lnTo>
                  <a:lnTo>
                    <a:pt x="1036206" y="1437146"/>
                  </a:lnTo>
                  <a:lnTo>
                    <a:pt x="1036212" y="1437155"/>
                  </a:lnTo>
                  <a:lnTo>
                    <a:pt x="1036220" y="1437168"/>
                  </a:lnTo>
                  <a:lnTo>
                    <a:pt x="1036240" y="1437195"/>
                  </a:lnTo>
                  <a:lnTo>
                    <a:pt x="1036247" y="1437224"/>
                  </a:lnTo>
                  <a:lnTo>
                    <a:pt x="1036255" y="1437240"/>
                  </a:lnTo>
                  <a:lnTo>
                    <a:pt x="1036273" y="1437261"/>
                  </a:lnTo>
                  <a:lnTo>
                    <a:pt x="1036288" y="1437293"/>
                  </a:lnTo>
                  <a:lnTo>
                    <a:pt x="1036291" y="1437365"/>
                  </a:lnTo>
                  <a:lnTo>
                    <a:pt x="1036286" y="1437378"/>
                  </a:lnTo>
                  <a:lnTo>
                    <a:pt x="1036275" y="1437396"/>
                  </a:lnTo>
                  <a:lnTo>
                    <a:pt x="1036243" y="1437423"/>
                  </a:lnTo>
                  <a:lnTo>
                    <a:pt x="1036219" y="1437447"/>
                  </a:lnTo>
                  <a:lnTo>
                    <a:pt x="1036207" y="1437461"/>
                  </a:lnTo>
                  <a:lnTo>
                    <a:pt x="1036211" y="1437466"/>
                  </a:lnTo>
                  <a:lnTo>
                    <a:pt x="1036221" y="1437470"/>
                  </a:lnTo>
                  <a:lnTo>
                    <a:pt x="1036225" y="1437484"/>
                  </a:lnTo>
                  <a:lnTo>
                    <a:pt x="1036219" y="1437491"/>
                  </a:lnTo>
                  <a:lnTo>
                    <a:pt x="1036198" y="1437504"/>
                  </a:lnTo>
                  <a:lnTo>
                    <a:pt x="1036175" y="1437530"/>
                  </a:lnTo>
                  <a:lnTo>
                    <a:pt x="1036145" y="1437561"/>
                  </a:lnTo>
                  <a:lnTo>
                    <a:pt x="1036125" y="1437568"/>
                  </a:lnTo>
                  <a:lnTo>
                    <a:pt x="1036104" y="1437563"/>
                  </a:lnTo>
                  <a:lnTo>
                    <a:pt x="1036079" y="1437549"/>
                  </a:lnTo>
                  <a:lnTo>
                    <a:pt x="1036058" y="1437541"/>
                  </a:lnTo>
                  <a:lnTo>
                    <a:pt x="1036034" y="1437534"/>
                  </a:lnTo>
                  <a:lnTo>
                    <a:pt x="1036016" y="1437534"/>
                  </a:lnTo>
                  <a:lnTo>
                    <a:pt x="1036003" y="1437541"/>
                  </a:lnTo>
                  <a:lnTo>
                    <a:pt x="1035992" y="1437550"/>
                  </a:lnTo>
                  <a:lnTo>
                    <a:pt x="1035981" y="1437533"/>
                  </a:lnTo>
                  <a:lnTo>
                    <a:pt x="1035964" y="1437490"/>
                  </a:lnTo>
                  <a:lnTo>
                    <a:pt x="1035953" y="1437472"/>
                  </a:lnTo>
                  <a:lnTo>
                    <a:pt x="1035936" y="1437460"/>
                  </a:lnTo>
                  <a:lnTo>
                    <a:pt x="1035915" y="1437455"/>
                  </a:lnTo>
                  <a:lnTo>
                    <a:pt x="1035906" y="1437461"/>
                  </a:lnTo>
                  <a:lnTo>
                    <a:pt x="1035896" y="1437477"/>
                  </a:lnTo>
                  <a:lnTo>
                    <a:pt x="1035883" y="1437510"/>
                  </a:lnTo>
                  <a:lnTo>
                    <a:pt x="1035871" y="1437540"/>
                  </a:lnTo>
                  <a:lnTo>
                    <a:pt x="1035854" y="1437569"/>
                  </a:lnTo>
                  <a:lnTo>
                    <a:pt x="1035841" y="1437578"/>
                  </a:lnTo>
                  <a:lnTo>
                    <a:pt x="1035824" y="1437580"/>
                  </a:lnTo>
                  <a:lnTo>
                    <a:pt x="1035812" y="1437570"/>
                  </a:lnTo>
                  <a:lnTo>
                    <a:pt x="1035811" y="1437545"/>
                  </a:lnTo>
                  <a:lnTo>
                    <a:pt x="1035812" y="1437512"/>
                  </a:lnTo>
                  <a:lnTo>
                    <a:pt x="1035806" y="1437496"/>
                  </a:lnTo>
                  <a:lnTo>
                    <a:pt x="1035787" y="1437492"/>
                  </a:lnTo>
                  <a:lnTo>
                    <a:pt x="1035764" y="1437500"/>
                  </a:lnTo>
                  <a:lnTo>
                    <a:pt x="1035753" y="1437508"/>
                  </a:lnTo>
                  <a:lnTo>
                    <a:pt x="1035742" y="1437505"/>
                  </a:lnTo>
                  <a:lnTo>
                    <a:pt x="1035732" y="1437480"/>
                  </a:lnTo>
                  <a:lnTo>
                    <a:pt x="1035718" y="1437480"/>
                  </a:lnTo>
                  <a:lnTo>
                    <a:pt x="1035703" y="1437492"/>
                  </a:lnTo>
                  <a:lnTo>
                    <a:pt x="1035685" y="1437514"/>
                  </a:lnTo>
                  <a:lnTo>
                    <a:pt x="1035667" y="1437533"/>
                  </a:lnTo>
                  <a:lnTo>
                    <a:pt x="1035652" y="1437542"/>
                  </a:lnTo>
                  <a:lnTo>
                    <a:pt x="1035622" y="1437546"/>
                  </a:lnTo>
                  <a:lnTo>
                    <a:pt x="1035602" y="1437533"/>
                  </a:lnTo>
                  <a:lnTo>
                    <a:pt x="1035597" y="1437530"/>
                  </a:lnTo>
                  <a:lnTo>
                    <a:pt x="1035589" y="1437530"/>
                  </a:lnTo>
                  <a:lnTo>
                    <a:pt x="1035578" y="1437532"/>
                  </a:lnTo>
                  <a:lnTo>
                    <a:pt x="1035573" y="1437536"/>
                  </a:lnTo>
                  <a:lnTo>
                    <a:pt x="1035569" y="1437544"/>
                  </a:lnTo>
                  <a:lnTo>
                    <a:pt x="1035571" y="1437553"/>
                  </a:lnTo>
                  <a:lnTo>
                    <a:pt x="1035580" y="1437569"/>
                  </a:lnTo>
                  <a:lnTo>
                    <a:pt x="1035583" y="1437577"/>
                  </a:lnTo>
                  <a:lnTo>
                    <a:pt x="1035584" y="1437586"/>
                  </a:lnTo>
                  <a:lnTo>
                    <a:pt x="1035588" y="1437597"/>
                  </a:lnTo>
                  <a:lnTo>
                    <a:pt x="1035584" y="1437602"/>
                  </a:lnTo>
                  <a:lnTo>
                    <a:pt x="1035570" y="1437617"/>
                  </a:lnTo>
                  <a:lnTo>
                    <a:pt x="1035566" y="1437620"/>
                  </a:lnTo>
                  <a:lnTo>
                    <a:pt x="1035553" y="1437626"/>
                  </a:lnTo>
                  <a:lnTo>
                    <a:pt x="1035548" y="1437630"/>
                  </a:lnTo>
                  <a:lnTo>
                    <a:pt x="1035542" y="1437641"/>
                  </a:lnTo>
                  <a:lnTo>
                    <a:pt x="1035540" y="1437657"/>
                  </a:lnTo>
                  <a:lnTo>
                    <a:pt x="1035541" y="1437663"/>
                  </a:lnTo>
                  <a:lnTo>
                    <a:pt x="1035548" y="1437674"/>
                  </a:lnTo>
                  <a:lnTo>
                    <a:pt x="1035552" y="1437684"/>
                  </a:lnTo>
                  <a:lnTo>
                    <a:pt x="1035549" y="1437691"/>
                  </a:lnTo>
                  <a:lnTo>
                    <a:pt x="1035541" y="1437694"/>
                  </a:lnTo>
                  <a:lnTo>
                    <a:pt x="1035533" y="1437693"/>
                  </a:lnTo>
                  <a:lnTo>
                    <a:pt x="1035528" y="1437693"/>
                  </a:lnTo>
                  <a:lnTo>
                    <a:pt x="1035517" y="1437689"/>
                  </a:lnTo>
                  <a:lnTo>
                    <a:pt x="1035500" y="1437676"/>
                  </a:lnTo>
                  <a:lnTo>
                    <a:pt x="1035491" y="1437672"/>
                  </a:lnTo>
                  <a:lnTo>
                    <a:pt x="1035485" y="1437672"/>
                  </a:lnTo>
                  <a:lnTo>
                    <a:pt x="1035474" y="1437675"/>
                  </a:lnTo>
                  <a:lnTo>
                    <a:pt x="1035469" y="1437678"/>
                  </a:lnTo>
                  <a:lnTo>
                    <a:pt x="1035462" y="1437684"/>
                  </a:lnTo>
                  <a:lnTo>
                    <a:pt x="1035460" y="1437694"/>
                  </a:lnTo>
                  <a:lnTo>
                    <a:pt x="1035461" y="1437702"/>
                  </a:lnTo>
                  <a:lnTo>
                    <a:pt x="1035468" y="1437710"/>
                  </a:lnTo>
                  <a:lnTo>
                    <a:pt x="1035480" y="1437727"/>
                  </a:lnTo>
                  <a:lnTo>
                    <a:pt x="1035491" y="1437743"/>
                  </a:lnTo>
                  <a:lnTo>
                    <a:pt x="1035495" y="1437750"/>
                  </a:lnTo>
                  <a:lnTo>
                    <a:pt x="1035504" y="1437757"/>
                  </a:lnTo>
                  <a:lnTo>
                    <a:pt x="1035508" y="1437758"/>
                  </a:lnTo>
                  <a:lnTo>
                    <a:pt x="1035514" y="1437762"/>
                  </a:lnTo>
                  <a:lnTo>
                    <a:pt x="1035520" y="1437769"/>
                  </a:lnTo>
                  <a:lnTo>
                    <a:pt x="1035522" y="1437778"/>
                  </a:lnTo>
                  <a:lnTo>
                    <a:pt x="1035525" y="1437786"/>
                  </a:lnTo>
                  <a:lnTo>
                    <a:pt x="1035513" y="1437800"/>
                  </a:lnTo>
                  <a:lnTo>
                    <a:pt x="1035501" y="1437817"/>
                  </a:lnTo>
                  <a:lnTo>
                    <a:pt x="1035493" y="1437825"/>
                  </a:lnTo>
                  <a:lnTo>
                    <a:pt x="1035490" y="1437831"/>
                  </a:lnTo>
                  <a:lnTo>
                    <a:pt x="1035482" y="1437848"/>
                  </a:lnTo>
                  <a:lnTo>
                    <a:pt x="1035481" y="1437865"/>
                  </a:lnTo>
                  <a:lnTo>
                    <a:pt x="1035480" y="1437881"/>
                  </a:lnTo>
                  <a:lnTo>
                    <a:pt x="1035481" y="1437898"/>
                  </a:lnTo>
                  <a:lnTo>
                    <a:pt x="1035486" y="1437915"/>
                  </a:lnTo>
                  <a:lnTo>
                    <a:pt x="1035489" y="1437931"/>
                  </a:lnTo>
                  <a:lnTo>
                    <a:pt x="1035489" y="1437938"/>
                  </a:lnTo>
                  <a:lnTo>
                    <a:pt x="1035486" y="1437945"/>
                  </a:lnTo>
                  <a:lnTo>
                    <a:pt x="1035482" y="1437948"/>
                  </a:lnTo>
                  <a:lnTo>
                    <a:pt x="1035467" y="1437953"/>
                  </a:lnTo>
                  <a:lnTo>
                    <a:pt x="1035461" y="1437953"/>
                  </a:lnTo>
                  <a:lnTo>
                    <a:pt x="1035450" y="1437949"/>
                  </a:lnTo>
                  <a:lnTo>
                    <a:pt x="1035441" y="1437945"/>
                  </a:lnTo>
                  <a:lnTo>
                    <a:pt x="1035436" y="1437939"/>
                  </a:lnTo>
                  <a:lnTo>
                    <a:pt x="1035422" y="1437925"/>
                  </a:lnTo>
                  <a:lnTo>
                    <a:pt x="1035410" y="1437915"/>
                  </a:lnTo>
                  <a:lnTo>
                    <a:pt x="1035405" y="1437911"/>
                  </a:lnTo>
                  <a:lnTo>
                    <a:pt x="1035391" y="1437901"/>
                  </a:lnTo>
                  <a:lnTo>
                    <a:pt x="1035388" y="1437898"/>
                  </a:lnTo>
                  <a:lnTo>
                    <a:pt x="1035380" y="1437892"/>
                  </a:lnTo>
                  <a:lnTo>
                    <a:pt x="1035375" y="1437887"/>
                  </a:lnTo>
                  <a:lnTo>
                    <a:pt x="1035371" y="1437885"/>
                  </a:lnTo>
                  <a:lnTo>
                    <a:pt x="1035364" y="1437884"/>
                  </a:lnTo>
                  <a:lnTo>
                    <a:pt x="1035352" y="1437888"/>
                  </a:lnTo>
                  <a:lnTo>
                    <a:pt x="1035343" y="1437899"/>
                  </a:lnTo>
                  <a:lnTo>
                    <a:pt x="1035339" y="1437906"/>
                  </a:lnTo>
                  <a:lnTo>
                    <a:pt x="1035333" y="1437909"/>
                  </a:lnTo>
                  <a:lnTo>
                    <a:pt x="1035326" y="1437908"/>
                  </a:lnTo>
                  <a:lnTo>
                    <a:pt x="1035312" y="1437906"/>
                  </a:lnTo>
                  <a:lnTo>
                    <a:pt x="1035307" y="1437905"/>
                  </a:lnTo>
                  <a:lnTo>
                    <a:pt x="1035289" y="1437905"/>
                  </a:lnTo>
                  <a:lnTo>
                    <a:pt x="1035275" y="1437911"/>
                  </a:lnTo>
                  <a:lnTo>
                    <a:pt x="1035268" y="1437914"/>
                  </a:lnTo>
                  <a:lnTo>
                    <a:pt x="1035259" y="1437914"/>
                  </a:lnTo>
                  <a:lnTo>
                    <a:pt x="1035238" y="1437909"/>
                  </a:lnTo>
                  <a:lnTo>
                    <a:pt x="1035227" y="1437905"/>
                  </a:lnTo>
                  <a:lnTo>
                    <a:pt x="1035217" y="1437905"/>
                  </a:lnTo>
                  <a:lnTo>
                    <a:pt x="1035215" y="1437896"/>
                  </a:lnTo>
                  <a:lnTo>
                    <a:pt x="1035212" y="1437887"/>
                  </a:lnTo>
                  <a:lnTo>
                    <a:pt x="1035190" y="1437899"/>
                  </a:lnTo>
                  <a:lnTo>
                    <a:pt x="1035176" y="1437909"/>
                  </a:lnTo>
                  <a:lnTo>
                    <a:pt x="1035155" y="1437918"/>
                  </a:lnTo>
                  <a:lnTo>
                    <a:pt x="1035148" y="1437922"/>
                  </a:lnTo>
                  <a:lnTo>
                    <a:pt x="1035145" y="1437903"/>
                  </a:lnTo>
                  <a:lnTo>
                    <a:pt x="1035135" y="1437905"/>
                  </a:lnTo>
                  <a:lnTo>
                    <a:pt x="1035133" y="1437892"/>
                  </a:lnTo>
                  <a:lnTo>
                    <a:pt x="1035117" y="1437896"/>
                  </a:lnTo>
                  <a:lnTo>
                    <a:pt x="1035115" y="1437884"/>
                  </a:lnTo>
                  <a:lnTo>
                    <a:pt x="1035074" y="1437897"/>
                  </a:lnTo>
                  <a:lnTo>
                    <a:pt x="1035069" y="1437885"/>
                  </a:lnTo>
                  <a:lnTo>
                    <a:pt x="1035057" y="1437893"/>
                  </a:lnTo>
                  <a:lnTo>
                    <a:pt x="1035046" y="1437906"/>
                  </a:lnTo>
                  <a:lnTo>
                    <a:pt x="1035036" y="1437929"/>
                  </a:lnTo>
                  <a:lnTo>
                    <a:pt x="1035028" y="1437953"/>
                  </a:lnTo>
                  <a:lnTo>
                    <a:pt x="1035019" y="1437972"/>
                  </a:lnTo>
                  <a:lnTo>
                    <a:pt x="1035012" y="1437984"/>
                  </a:lnTo>
                  <a:lnTo>
                    <a:pt x="1034999" y="1437992"/>
                  </a:lnTo>
                  <a:lnTo>
                    <a:pt x="1034994" y="1437990"/>
                  </a:lnTo>
                  <a:lnTo>
                    <a:pt x="1034986" y="1438003"/>
                  </a:lnTo>
                  <a:lnTo>
                    <a:pt x="1034978" y="1438013"/>
                  </a:lnTo>
                  <a:lnTo>
                    <a:pt x="1034973" y="1438021"/>
                  </a:lnTo>
                  <a:lnTo>
                    <a:pt x="1034958" y="1438038"/>
                  </a:lnTo>
                  <a:lnTo>
                    <a:pt x="1034938" y="1438055"/>
                  </a:lnTo>
                  <a:lnTo>
                    <a:pt x="1034940" y="1438060"/>
                  </a:lnTo>
                  <a:lnTo>
                    <a:pt x="1034913" y="1438073"/>
                  </a:lnTo>
                  <a:lnTo>
                    <a:pt x="1034893" y="1438079"/>
                  </a:lnTo>
                  <a:lnTo>
                    <a:pt x="1034868" y="1438077"/>
                  </a:lnTo>
                  <a:lnTo>
                    <a:pt x="1034821" y="1438072"/>
                  </a:lnTo>
                  <a:lnTo>
                    <a:pt x="1034760" y="1438062"/>
                  </a:lnTo>
                  <a:lnTo>
                    <a:pt x="1034714" y="1438054"/>
                  </a:lnTo>
                  <a:lnTo>
                    <a:pt x="1034685" y="1438053"/>
                  </a:lnTo>
                  <a:lnTo>
                    <a:pt x="1034674" y="1438053"/>
                  </a:lnTo>
                  <a:lnTo>
                    <a:pt x="1034661" y="1438057"/>
                  </a:lnTo>
                  <a:lnTo>
                    <a:pt x="1034654" y="1438068"/>
                  </a:lnTo>
                  <a:lnTo>
                    <a:pt x="1034640" y="1438096"/>
                  </a:lnTo>
                  <a:lnTo>
                    <a:pt x="1034614" y="1438142"/>
                  </a:lnTo>
                  <a:lnTo>
                    <a:pt x="1034583" y="1438187"/>
                  </a:lnTo>
                  <a:lnTo>
                    <a:pt x="1034570" y="1438202"/>
                  </a:lnTo>
                  <a:lnTo>
                    <a:pt x="1034556" y="1438221"/>
                  </a:lnTo>
                  <a:lnTo>
                    <a:pt x="1034533" y="1438249"/>
                  </a:lnTo>
                  <a:lnTo>
                    <a:pt x="1034528" y="1438257"/>
                  </a:lnTo>
                  <a:lnTo>
                    <a:pt x="1034522" y="1438265"/>
                  </a:lnTo>
                  <a:lnTo>
                    <a:pt x="1034520" y="1438276"/>
                  </a:lnTo>
                  <a:lnTo>
                    <a:pt x="1034521" y="1438292"/>
                  </a:lnTo>
                  <a:lnTo>
                    <a:pt x="1034521" y="1438301"/>
                  </a:lnTo>
                  <a:lnTo>
                    <a:pt x="1034523" y="1438307"/>
                  </a:lnTo>
                  <a:lnTo>
                    <a:pt x="1034536" y="1438324"/>
                  </a:lnTo>
                  <a:lnTo>
                    <a:pt x="1034547" y="1438340"/>
                  </a:lnTo>
                  <a:lnTo>
                    <a:pt x="1034560" y="1438357"/>
                  </a:lnTo>
                  <a:lnTo>
                    <a:pt x="1034564" y="1438365"/>
                  </a:lnTo>
                  <a:lnTo>
                    <a:pt x="1034566" y="1438373"/>
                  </a:lnTo>
                  <a:lnTo>
                    <a:pt x="1034528" y="1438392"/>
                  </a:lnTo>
                  <a:lnTo>
                    <a:pt x="1034522" y="1438395"/>
                  </a:lnTo>
                  <a:lnTo>
                    <a:pt x="1034514" y="1438401"/>
                  </a:lnTo>
                  <a:lnTo>
                    <a:pt x="1034492" y="1438407"/>
                  </a:lnTo>
                  <a:lnTo>
                    <a:pt x="1034472" y="1438415"/>
                  </a:lnTo>
                  <a:lnTo>
                    <a:pt x="1034459" y="1438423"/>
                  </a:lnTo>
                  <a:lnTo>
                    <a:pt x="1034446" y="1438426"/>
                  </a:lnTo>
                  <a:lnTo>
                    <a:pt x="1034430" y="1438415"/>
                  </a:lnTo>
                  <a:lnTo>
                    <a:pt x="1034414" y="1438402"/>
                  </a:lnTo>
                  <a:lnTo>
                    <a:pt x="1034398" y="1438396"/>
                  </a:lnTo>
                  <a:lnTo>
                    <a:pt x="1034392" y="1438397"/>
                  </a:lnTo>
                  <a:lnTo>
                    <a:pt x="1034388" y="1438399"/>
                  </a:lnTo>
                  <a:lnTo>
                    <a:pt x="1034371" y="1438410"/>
                  </a:lnTo>
                  <a:lnTo>
                    <a:pt x="1034368" y="1438416"/>
                  </a:lnTo>
                  <a:lnTo>
                    <a:pt x="1034361" y="1438432"/>
                  </a:lnTo>
                  <a:lnTo>
                    <a:pt x="1034355" y="1438449"/>
                  </a:lnTo>
                  <a:lnTo>
                    <a:pt x="1034355" y="1438455"/>
                  </a:lnTo>
                  <a:lnTo>
                    <a:pt x="1034352" y="1438467"/>
                  </a:lnTo>
                  <a:lnTo>
                    <a:pt x="1034348" y="1438473"/>
                  </a:lnTo>
                  <a:lnTo>
                    <a:pt x="1034346" y="1438487"/>
                  </a:lnTo>
                  <a:lnTo>
                    <a:pt x="1034354" y="1438503"/>
                  </a:lnTo>
                  <a:lnTo>
                    <a:pt x="1034361" y="1438520"/>
                  </a:lnTo>
                  <a:lnTo>
                    <a:pt x="1034366" y="1438537"/>
                  </a:lnTo>
                  <a:lnTo>
                    <a:pt x="1034375" y="1438553"/>
                  </a:lnTo>
                  <a:lnTo>
                    <a:pt x="1034372" y="1438566"/>
                  </a:lnTo>
                  <a:lnTo>
                    <a:pt x="1034357" y="1438575"/>
                  </a:lnTo>
                  <a:lnTo>
                    <a:pt x="1034344" y="1438572"/>
                  </a:lnTo>
                  <a:lnTo>
                    <a:pt x="1034331" y="1438573"/>
                  </a:lnTo>
                  <a:lnTo>
                    <a:pt x="1034309" y="1438580"/>
                  </a:lnTo>
                  <a:lnTo>
                    <a:pt x="1034289" y="1438595"/>
                  </a:lnTo>
                  <a:lnTo>
                    <a:pt x="1034281" y="1438602"/>
                  </a:lnTo>
                  <a:lnTo>
                    <a:pt x="1034276" y="1438617"/>
                  </a:lnTo>
                  <a:lnTo>
                    <a:pt x="1034280" y="1438633"/>
                  </a:lnTo>
                  <a:lnTo>
                    <a:pt x="1034295" y="1438649"/>
                  </a:lnTo>
                  <a:lnTo>
                    <a:pt x="1034303" y="1438667"/>
                  </a:lnTo>
                  <a:lnTo>
                    <a:pt x="1034302" y="1438682"/>
                  </a:lnTo>
                  <a:lnTo>
                    <a:pt x="1034300" y="1438701"/>
                  </a:lnTo>
                  <a:lnTo>
                    <a:pt x="1034301" y="1438715"/>
                  </a:lnTo>
                  <a:lnTo>
                    <a:pt x="1034308" y="1438732"/>
                  </a:lnTo>
                  <a:lnTo>
                    <a:pt x="1034315" y="1438748"/>
                  </a:lnTo>
                  <a:lnTo>
                    <a:pt x="1034323" y="1438765"/>
                  </a:lnTo>
                  <a:lnTo>
                    <a:pt x="1034328" y="1438774"/>
                  </a:lnTo>
                  <a:lnTo>
                    <a:pt x="1034332" y="1438781"/>
                  </a:lnTo>
                  <a:lnTo>
                    <a:pt x="1034335" y="1438787"/>
                  </a:lnTo>
                  <a:lnTo>
                    <a:pt x="1034316" y="1438810"/>
                  </a:lnTo>
                  <a:lnTo>
                    <a:pt x="1034296" y="1438831"/>
                  </a:lnTo>
                  <a:lnTo>
                    <a:pt x="1034286" y="1438839"/>
                  </a:lnTo>
                  <a:lnTo>
                    <a:pt x="1034270" y="1438843"/>
                  </a:lnTo>
                  <a:lnTo>
                    <a:pt x="1034261" y="1438845"/>
                  </a:lnTo>
                  <a:lnTo>
                    <a:pt x="1034254" y="1438850"/>
                  </a:lnTo>
                  <a:lnTo>
                    <a:pt x="1034238" y="1438859"/>
                  </a:lnTo>
                  <a:lnTo>
                    <a:pt x="1034231" y="1438861"/>
                  </a:lnTo>
                  <a:lnTo>
                    <a:pt x="1034222" y="1438862"/>
                  </a:lnTo>
                  <a:lnTo>
                    <a:pt x="1034213" y="1438862"/>
                  </a:lnTo>
                  <a:lnTo>
                    <a:pt x="1034206" y="1438860"/>
                  </a:lnTo>
                  <a:lnTo>
                    <a:pt x="1034190" y="1438857"/>
                  </a:lnTo>
                  <a:lnTo>
                    <a:pt x="1034174" y="1438854"/>
                  </a:lnTo>
                  <a:lnTo>
                    <a:pt x="1034158" y="1438851"/>
                  </a:lnTo>
                  <a:lnTo>
                    <a:pt x="1034142" y="1438851"/>
                  </a:lnTo>
                  <a:lnTo>
                    <a:pt x="1034126" y="1438852"/>
                  </a:lnTo>
                  <a:lnTo>
                    <a:pt x="1034116" y="1438851"/>
                  </a:lnTo>
                  <a:lnTo>
                    <a:pt x="1034096" y="1438844"/>
                  </a:lnTo>
                  <a:lnTo>
                    <a:pt x="1034072" y="1438840"/>
                  </a:lnTo>
                  <a:lnTo>
                    <a:pt x="1034041" y="1438832"/>
                  </a:lnTo>
                  <a:lnTo>
                    <a:pt x="1034019" y="1438823"/>
                  </a:lnTo>
                  <a:lnTo>
                    <a:pt x="1033998" y="1438810"/>
                  </a:lnTo>
                  <a:lnTo>
                    <a:pt x="1033994" y="1438808"/>
                  </a:lnTo>
                  <a:lnTo>
                    <a:pt x="1033988" y="1438803"/>
                  </a:lnTo>
                  <a:lnTo>
                    <a:pt x="1033984" y="1438794"/>
                  </a:lnTo>
                  <a:lnTo>
                    <a:pt x="1033966" y="1438763"/>
                  </a:lnTo>
                  <a:lnTo>
                    <a:pt x="1033958" y="1438754"/>
                  </a:lnTo>
                  <a:lnTo>
                    <a:pt x="1033950" y="1438747"/>
                  </a:lnTo>
                  <a:lnTo>
                    <a:pt x="1033944" y="1438739"/>
                  </a:lnTo>
                  <a:lnTo>
                    <a:pt x="1033938" y="1438731"/>
                  </a:lnTo>
                  <a:lnTo>
                    <a:pt x="1033931" y="1438725"/>
                  </a:lnTo>
                  <a:lnTo>
                    <a:pt x="1033915" y="1438720"/>
                  </a:lnTo>
                  <a:lnTo>
                    <a:pt x="1033904" y="1438714"/>
                  </a:lnTo>
                  <a:lnTo>
                    <a:pt x="1033893" y="1438708"/>
                  </a:lnTo>
                  <a:lnTo>
                    <a:pt x="1033881" y="1438700"/>
                  </a:lnTo>
                  <a:lnTo>
                    <a:pt x="1033861" y="1438690"/>
                  </a:lnTo>
                  <a:lnTo>
                    <a:pt x="1033817" y="1438712"/>
                  </a:lnTo>
                  <a:lnTo>
                    <a:pt x="1033801" y="1438715"/>
                  </a:lnTo>
                  <a:lnTo>
                    <a:pt x="1033785" y="1438722"/>
                  </a:lnTo>
                  <a:lnTo>
                    <a:pt x="1033769" y="1438730"/>
                  </a:lnTo>
                  <a:lnTo>
                    <a:pt x="1033763" y="1438732"/>
                  </a:lnTo>
                  <a:lnTo>
                    <a:pt x="1033753" y="1438733"/>
                  </a:lnTo>
                  <a:lnTo>
                    <a:pt x="1033737" y="1438736"/>
                  </a:lnTo>
                  <a:lnTo>
                    <a:pt x="1033729" y="1438738"/>
                  </a:lnTo>
                  <a:lnTo>
                    <a:pt x="1033719" y="1438743"/>
                  </a:lnTo>
                  <a:lnTo>
                    <a:pt x="1033706" y="1438752"/>
                  </a:lnTo>
                  <a:lnTo>
                    <a:pt x="1033693" y="1438769"/>
                  </a:lnTo>
                  <a:lnTo>
                    <a:pt x="1033686" y="1438785"/>
                  </a:lnTo>
                  <a:lnTo>
                    <a:pt x="1033682" y="1438802"/>
                  </a:lnTo>
                  <a:lnTo>
                    <a:pt x="1033678" y="1438819"/>
                  </a:lnTo>
                  <a:lnTo>
                    <a:pt x="1033675" y="1438824"/>
                  </a:lnTo>
                  <a:lnTo>
                    <a:pt x="1033665" y="1438839"/>
                  </a:lnTo>
                  <a:lnTo>
                    <a:pt x="1033659" y="1438843"/>
                  </a:lnTo>
                  <a:lnTo>
                    <a:pt x="1033643" y="1438850"/>
                  </a:lnTo>
                  <a:lnTo>
                    <a:pt x="1033589" y="1438880"/>
                  </a:lnTo>
                  <a:lnTo>
                    <a:pt x="1033579" y="1438890"/>
                  </a:lnTo>
                  <a:lnTo>
                    <a:pt x="1033576" y="1438894"/>
                  </a:lnTo>
                  <a:lnTo>
                    <a:pt x="1033571" y="1438905"/>
                  </a:lnTo>
                  <a:lnTo>
                    <a:pt x="1033569" y="1438923"/>
                  </a:lnTo>
                  <a:lnTo>
                    <a:pt x="1033569" y="1438940"/>
                  </a:lnTo>
                  <a:lnTo>
                    <a:pt x="1033569" y="1438957"/>
                  </a:lnTo>
                  <a:lnTo>
                    <a:pt x="1033568" y="1438973"/>
                  </a:lnTo>
                  <a:lnTo>
                    <a:pt x="1033569" y="1438990"/>
                  </a:lnTo>
                  <a:lnTo>
                    <a:pt x="1033574" y="1439006"/>
                  </a:lnTo>
                  <a:lnTo>
                    <a:pt x="1033581" y="1439023"/>
                  </a:lnTo>
                  <a:lnTo>
                    <a:pt x="1033588" y="1439033"/>
                  </a:lnTo>
                  <a:lnTo>
                    <a:pt x="1033590" y="1439040"/>
                  </a:lnTo>
                  <a:lnTo>
                    <a:pt x="1033597" y="1439057"/>
                  </a:lnTo>
                  <a:lnTo>
                    <a:pt x="1033603" y="1439073"/>
                  </a:lnTo>
                  <a:lnTo>
                    <a:pt x="1033610" y="1439090"/>
                  </a:lnTo>
                  <a:lnTo>
                    <a:pt x="1033618" y="1439106"/>
                  </a:lnTo>
                  <a:lnTo>
                    <a:pt x="1033634" y="1439121"/>
                  </a:lnTo>
                  <a:lnTo>
                    <a:pt x="1033649" y="1439130"/>
                  </a:lnTo>
                  <a:lnTo>
                    <a:pt x="1033655" y="1439133"/>
                  </a:lnTo>
                  <a:lnTo>
                    <a:pt x="1033660" y="1439137"/>
                  </a:lnTo>
                  <a:lnTo>
                    <a:pt x="1033666" y="1439138"/>
                  </a:lnTo>
                  <a:lnTo>
                    <a:pt x="1033673" y="1439143"/>
                  </a:lnTo>
                  <a:lnTo>
                    <a:pt x="1033683" y="1439145"/>
                  </a:lnTo>
                  <a:lnTo>
                    <a:pt x="1033699" y="1439151"/>
                  </a:lnTo>
                  <a:lnTo>
                    <a:pt x="1033714" y="1439155"/>
                  </a:lnTo>
                  <a:lnTo>
                    <a:pt x="1033730" y="1439156"/>
                  </a:lnTo>
                  <a:lnTo>
                    <a:pt x="1033746" y="1439157"/>
                  </a:lnTo>
                  <a:lnTo>
                    <a:pt x="1033762" y="1439159"/>
                  </a:lnTo>
                  <a:lnTo>
                    <a:pt x="1033778" y="1439160"/>
                  </a:lnTo>
                  <a:lnTo>
                    <a:pt x="1033794" y="1439161"/>
                  </a:lnTo>
                  <a:lnTo>
                    <a:pt x="1033810" y="1439163"/>
                  </a:lnTo>
                  <a:lnTo>
                    <a:pt x="1033827" y="1439164"/>
                  </a:lnTo>
                  <a:lnTo>
                    <a:pt x="1033842" y="1439165"/>
                  </a:lnTo>
                  <a:lnTo>
                    <a:pt x="1033858" y="1439165"/>
                  </a:lnTo>
                  <a:lnTo>
                    <a:pt x="1033867" y="1439164"/>
                  </a:lnTo>
                  <a:lnTo>
                    <a:pt x="1033874" y="1439160"/>
                  </a:lnTo>
                  <a:lnTo>
                    <a:pt x="1033890" y="1439155"/>
                  </a:lnTo>
                  <a:lnTo>
                    <a:pt x="1033896" y="1439153"/>
                  </a:lnTo>
                  <a:lnTo>
                    <a:pt x="1033906" y="1439146"/>
                  </a:lnTo>
                  <a:lnTo>
                    <a:pt x="1033921" y="1439132"/>
                  </a:lnTo>
                  <a:lnTo>
                    <a:pt x="1033937" y="1439121"/>
                  </a:lnTo>
                  <a:lnTo>
                    <a:pt x="1033944" y="1439116"/>
                  </a:lnTo>
                  <a:lnTo>
                    <a:pt x="1033953" y="1439115"/>
                  </a:lnTo>
                  <a:lnTo>
                    <a:pt x="1033969" y="1439113"/>
                  </a:lnTo>
                  <a:lnTo>
                    <a:pt x="1033985" y="1439113"/>
                  </a:lnTo>
                  <a:lnTo>
                    <a:pt x="1034000" y="1439115"/>
                  </a:lnTo>
                  <a:lnTo>
                    <a:pt x="1034009" y="1439115"/>
                  </a:lnTo>
                  <a:lnTo>
                    <a:pt x="1034017" y="1439117"/>
                  </a:lnTo>
                  <a:lnTo>
                    <a:pt x="1034032" y="1439130"/>
                  </a:lnTo>
                  <a:lnTo>
                    <a:pt x="1034041" y="1439146"/>
                  </a:lnTo>
                  <a:lnTo>
                    <a:pt x="1034048" y="1439156"/>
                  </a:lnTo>
                  <a:lnTo>
                    <a:pt x="1034051" y="1439163"/>
                  </a:lnTo>
                  <a:lnTo>
                    <a:pt x="1034062" y="1439180"/>
                  </a:lnTo>
                  <a:lnTo>
                    <a:pt x="1034074" y="1439196"/>
                  </a:lnTo>
                  <a:lnTo>
                    <a:pt x="1034084" y="1439213"/>
                  </a:lnTo>
                  <a:lnTo>
                    <a:pt x="1034100" y="1439227"/>
                  </a:lnTo>
                  <a:lnTo>
                    <a:pt x="1034116" y="1439238"/>
                  </a:lnTo>
                  <a:lnTo>
                    <a:pt x="1034124" y="1439245"/>
                  </a:lnTo>
                  <a:lnTo>
                    <a:pt x="1034133" y="1439249"/>
                  </a:lnTo>
                  <a:lnTo>
                    <a:pt x="1034136" y="1439254"/>
                  </a:lnTo>
                  <a:lnTo>
                    <a:pt x="1034145" y="1439263"/>
                  </a:lnTo>
                  <a:lnTo>
                    <a:pt x="1034157" y="1439288"/>
                  </a:lnTo>
                  <a:lnTo>
                    <a:pt x="1034166" y="1439333"/>
                  </a:lnTo>
                  <a:lnTo>
                    <a:pt x="1034172" y="1439370"/>
                  </a:lnTo>
                  <a:lnTo>
                    <a:pt x="1034168" y="1439401"/>
                  </a:lnTo>
                  <a:lnTo>
                    <a:pt x="1034153" y="1439420"/>
                  </a:lnTo>
                  <a:lnTo>
                    <a:pt x="1034122" y="1439438"/>
                  </a:lnTo>
                  <a:lnTo>
                    <a:pt x="1034108" y="1439445"/>
                  </a:lnTo>
                  <a:lnTo>
                    <a:pt x="1034098" y="1439449"/>
                  </a:lnTo>
                  <a:lnTo>
                    <a:pt x="1034089" y="1439451"/>
                  </a:lnTo>
                  <a:lnTo>
                    <a:pt x="1034064" y="1439460"/>
                  </a:lnTo>
                  <a:lnTo>
                    <a:pt x="1034043" y="1439467"/>
                  </a:lnTo>
                  <a:lnTo>
                    <a:pt x="1034035" y="1439471"/>
                  </a:lnTo>
                  <a:lnTo>
                    <a:pt x="1034021" y="1439475"/>
                  </a:lnTo>
                  <a:lnTo>
                    <a:pt x="1033988" y="1439488"/>
                  </a:lnTo>
                  <a:lnTo>
                    <a:pt x="1033953" y="1439513"/>
                  </a:lnTo>
                  <a:lnTo>
                    <a:pt x="1033927" y="1439544"/>
                  </a:lnTo>
                  <a:lnTo>
                    <a:pt x="1033913" y="1439573"/>
                  </a:lnTo>
                  <a:lnTo>
                    <a:pt x="1033898" y="1439605"/>
                  </a:lnTo>
                  <a:lnTo>
                    <a:pt x="1033886" y="1439626"/>
                  </a:lnTo>
                  <a:lnTo>
                    <a:pt x="1033863" y="1439643"/>
                  </a:lnTo>
                  <a:lnTo>
                    <a:pt x="1033822" y="1439672"/>
                  </a:lnTo>
                  <a:lnTo>
                    <a:pt x="1033802" y="1439679"/>
                  </a:lnTo>
                  <a:lnTo>
                    <a:pt x="1033775" y="1439681"/>
                  </a:lnTo>
                  <a:lnTo>
                    <a:pt x="1033730" y="1439681"/>
                  </a:lnTo>
                  <a:lnTo>
                    <a:pt x="1033675" y="1439672"/>
                  </a:lnTo>
                  <a:lnTo>
                    <a:pt x="1033652" y="1439662"/>
                  </a:lnTo>
                  <a:lnTo>
                    <a:pt x="1033631" y="1439648"/>
                  </a:lnTo>
                  <a:lnTo>
                    <a:pt x="1033610" y="1439630"/>
                  </a:lnTo>
                  <a:lnTo>
                    <a:pt x="1033567" y="1439607"/>
                  </a:lnTo>
                  <a:lnTo>
                    <a:pt x="1033546" y="1439598"/>
                  </a:lnTo>
                  <a:lnTo>
                    <a:pt x="1033503" y="1439583"/>
                  </a:lnTo>
                  <a:lnTo>
                    <a:pt x="1033476" y="1439567"/>
                  </a:lnTo>
                  <a:lnTo>
                    <a:pt x="1033455" y="1439559"/>
                  </a:lnTo>
                  <a:lnTo>
                    <a:pt x="1033427" y="1439551"/>
                  </a:lnTo>
                  <a:lnTo>
                    <a:pt x="1033379" y="1439533"/>
                  </a:lnTo>
                  <a:lnTo>
                    <a:pt x="1033352" y="1439523"/>
                  </a:lnTo>
                  <a:lnTo>
                    <a:pt x="1033335" y="1439513"/>
                  </a:lnTo>
                  <a:lnTo>
                    <a:pt x="1033323" y="1439506"/>
                  </a:lnTo>
                  <a:lnTo>
                    <a:pt x="1033312" y="1439490"/>
                  </a:lnTo>
                  <a:lnTo>
                    <a:pt x="1033300" y="1439457"/>
                  </a:lnTo>
                  <a:lnTo>
                    <a:pt x="1033294" y="1439443"/>
                  </a:lnTo>
                  <a:lnTo>
                    <a:pt x="1033284" y="1439416"/>
                  </a:lnTo>
                  <a:lnTo>
                    <a:pt x="1033276" y="1439403"/>
                  </a:lnTo>
                  <a:lnTo>
                    <a:pt x="1033263" y="1439393"/>
                  </a:lnTo>
                  <a:lnTo>
                    <a:pt x="1033259" y="1439390"/>
                  </a:lnTo>
                  <a:lnTo>
                    <a:pt x="1033249" y="1439387"/>
                  </a:lnTo>
                  <a:lnTo>
                    <a:pt x="1033230" y="1439386"/>
                  </a:lnTo>
                  <a:lnTo>
                    <a:pt x="1033204" y="1439382"/>
                  </a:lnTo>
                  <a:lnTo>
                    <a:pt x="1033162" y="1439376"/>
                  </a:lnTo>
                  <a:lnTo>
                    <a:pt x="1033114" y="1439372"/>
                  </a:lnTo>
                  <a:lnTo>
                    <a:pt x="1033084" y="1439370"/>
                  </a:lnTo>
                  <a:lnTo>
                    <a:pt x="1033078" y="1439367"/>
                  </a:lnTo>
                  <a:lnTo>
                    <a:pt x="1033076" y="1439361"/>
                  </a:lnTo>
                  <a:lnTo>
                    <a:pt x="1033074" y="1439353"/>
                  </a:lnTo>
                  <a:lnTo>
                    <a:pt x="1033050" y="1439335"/>
                  </a:lnTo>
                  <a:lnTo>
                    <a:pt x="1033033" y="1439308"/>
                  </a:lnTo>
                  <a:lnTo>
                    <a:pt x="1033014" y="1439257"/>
                  </a:lnTo>
                  <a:lnTo>
                    <a:pt x="1033004" y="1439224"/>
                  </a:lnTo>
                  <a:lnTo>
                    <a:pt x="1033003" y="1439205"/>
                  </a:lnTo>
                  <a:lnTo>
                    <a:pt x="1033015" y="1439169"/>
                  </a:lnTo>
                  <a:lnTo>
                    <a:pt x="1033038" y="1439127"/>
                  </a:lnTo>
                  <a:lnTo>
                    <a:pt x="1033063" y="1439098"/>
                  </a:lnTo>
                  <a:lnTo>
                    <a:pt x="1033094" y="1439069"/>
                  </a:lnTo>
                  <a:lnTo>
                    <a:pt x="1033101" y="1439050"/>
                  </a:lnTo>
                  <a:lnTo>
                    <a:pt x="1033103" y="1439033"/>
                  </a:lnTo>
                  <a:lnTo>
                    <a:pt x="1033101" y="1439017"/>
                  </a:lnTo>
                  <a:lnTo>
                    <a:pt x="1033099" y="1439001"/>
                  </a:lnTo>
                  <a:lnTo>
                    <a:pt x="1033100" y="1438986"/>
                  </a:lnTo>
                  <a:lnTo>
                    <a:pt x="1033102" y="1438976"/>
                  </a:lnTo>
                  <a:lnTo>
                    <a:pt x="1033104" y="1438967"/>
                  </a:lnTo>
                  <a:lnTo>
                    <a:pt x="1033114" y="1438974"/>
                  </a:lnTo>
                  <a:lnTo>
                    <a:pt x="1033120" y="1438972"/>
                  </a:lnTo>
                  <a:lnTo>
                    <a:pt x="1033111" y="1438955"/>
                  </a:lnTo>
                  <a:lnTo>
                    <a:pt x="1033118" y="1438951"/>
                  </a:lnTo>
                  <a:lnTo>
                    <a:pt x="1033103" y="1438931"/>
                  </a:lnTo>
                  <a:lnTo>
                    <a:pt x="1033098" y="1438936"/>
                  </a:lnTo>
                  <a:lnTo>
                    <a:pt x="1033057" y="1438915"/>
                  </a:lnTo>
                  <a:lnTo>
                    <a:pt x="1033057" y="1438909"/>
                  </a:lnTo>
                  <a:lnTo>
                    <a:pt x="1033032" y="1438904"/>
                  </a:lnTo>
                  <a:lnTo>
                    <a:pt x="1033032" y="1438895"/>
                  </a:lnTo>
                  <a:lnTo>
                    <a:pt x="1033026" y="1438894"/>
                  </a:lnTo>
                  <a:lnTo>
                    <a:pt x="1033026" y="1438882"/>
                  </a:lnTo>
                  <a:lnTo>
                    <a:pt x="1033006" y="1438878"/>
                  </a:lnTo>
                  <a:lnTo>
                    <a:pt x="1032990" y="1438881"/>
                  </a:lnTo>
                  <a:lnTo>
                    <a:pt x="1032974" y="1438884"/>
                  </a:lnTo>
                  <a:lnTo>
                    <a:pt x="1032953" y="1438887"/>
                  </a:lnTo>
                  <a:lnTo>
                    <a:pt x="1032954" y="1438897"/>
                  </a:lnTo>
                  <a:lnTo>
                    <a:pt x="1032927" y="1438897"/>
                  </a:lnTo>
                  <a:lnTo>
                    <a:pt x="1032910" y="1438899"/>
                  </a:lnTo>
                  <a:lnTo>
                    <a:pt x="1032893" y="1438897"/>
                  </a:lnTo>
                  <a:lnTo>
                    <a:pt x="1032878" y="1438897"/>
                  </a:lnTo>
                  <a:lnTo>
                    <a:pt x="1032862" y="1438896"/>
                  </a:lnTo>
                  <a:lnTo>
                    <a:pt x="1032846" y="1438898"/>
                  </a:lnTo>
                  <a:lnTo>
                    <a:pt x="1032842" y="1438899"/>
                  </a:lnTo>
                  <a:lnTo>
                    <a:pt x="1032838" y="1438904"/>
                  </a:lnTo>
                  <a:lnTo>
                    <a:pt x="1032829" y="1438908"/>
                  </a:lnTo>
                  <a:lnTo>
                    <a:pt x="1032820" y="1438907"/>
                  </a:lnTo>
                  <a:lnTo>
                    <a:pt x="1032814" y="1438904"/>
                  </a:lnTo>
                  <a:lnTo>
                    <a:pt x="1032809" y="1438901"/>
                  </a:lnTo>
                  <a:lnTo>
                    <a:pt x="1032801" y="1438899"/>
                  </a:lnTo>
                  <a:lnTo>
                    <a:pt x="1032798" y="1438904"/>
                  </a:lnTo>
                  <a:lnTo>
                    <a:pt x="1032785" y="1438919"/>
                  </a:lnTo>
                  <a:lnTo>
                    <a:pt x="1032778" y="1438927"/>
                  </a:lnTo>
                  <a:lnTo>
                    <a:pt x="1032770" y="1438933"/>
                  </a:lnTo>
                  <a:lnTo>
                    <a:pt x="1032754" y="1438942"/>
                  </a:lnTo>
                  <a:lnTo>
                    <a:pt x="1032750" y="1438946"/>
                  </a:lnTo>
                  <a:lnTo>
                    <a:pt x="1032745" y="1438951"/>
                  </a:lnTo>
                  <a:lnTo>
                    <a:pt x="1032741" y="1438958"/>
                  </a:lnTo>
                  <a:lnTo>
                    <a:pt x="1032732" y="1438975"/>
                  </a:lnTo>
                  <a:lnTo>
                    <a:pt x="1032727" y="1438991"/>
                  </a:lnTo>
                  <a:lnTo>
                    <a:pt x="1032722" y="1438999"/>
                  </a:lnTo>
                  <a:lnTo>
                    <a:pt x="1032720" y="1439008"/>
                  </a:lnTo>
                  <a:lnTo>
                    <a:pt x="1032715" y="1439017"/>
                  </a:lnTo>
                  <a:lnTo>
                    <a:pt x="1032708" y="1439024"/>
                  </a:lnTo>
                  <a:lnTo>
                    <a:pt x="1032701" y="1439033"/>
                  </a:lnTo>
                  <a:lnTo>
                    <a:pt x="1032698" y="1439041"/>
                  </a:lnTo>
                  <a:lnTo>
                    <a:pt x="1032691" y="1439056"/>
                  </a:lnTo>
                  <a:lnTo>
                    <a:pt x="1032689" y="1439073"/>
                  </a:lnTo>
                  <a:lnTo>
                    <a:pt x="1032687" y="1439089"/>
                  </a:lnTo>
                  <a:lnTo>
                    <a:pt x="1032685" y="1439094"/>
                  </a:lnTo>
                  <a:lnTo>
                    <a:pt x="1032685" y="1439107"/>
                  </a:lnTo>
                  <a:lnTo>
                    <a:pt x="1032684" y="1439123"/>
                  </a:lnTo>
                  <a:lnTo>
                    <a:pt x="1032684" y="1439132"/>
                  </a:lnTo>
                  <a:lnTo>
                    <a:pt x="1032682" y="1439140"/>
                  </a:lnTo>
                  <a:lnTo>
                    <a:pt x="1032681" y="1439156"/>
                  </a:lnTo>
                  <a:lnTo>
                    <a:pt x="1032680" y="1439169"/>
                  </a:lnTo>
                  <a:lnTo>
                    <a:pt x="1032678" y="1439173"/>
                  </a:lnTo>
                  <a:lnTo>
                    <a:pt x="1032678" y="1439182"/>
                  </a:lnTo>
                  <a:lnTo>
                    <a:pt x="1032676" y="1439190"/>
                  </a:lnTo>
                  <a:lnTo>
                    <a:pt x="1032675" y="1439206"/>
                  </a:lnTo>
                  <a:lnTo>
                    <a:pt x="1032673" y="1439224"/>
                  </a:lnTo>
                  <a:lnTo>
                    <a:pt x="1032671" y="1439261"/>
                  </a:lnTo>
                  <a:lnTo>
                    <a:pt x="1032669" y="1439269"/>
                  </a:lnTo>
                  <a:lnTo>
                    <a:pt x="1032669" y="1439278"/>
                  </a:lnTo>
                  <a:lnTo>
                    <a:pt x="1032667" y="1439288"/>
                  </a:lnTo>
                  <a:lnTo>
                    <a:pt x="1032659" y="1439312"/>
                  </a:lnTo>
                  <a:lnTo>
                    <a:pt x="1032647" y="1439331"/>
                  </a:lnTo>
                  <a:lnTo>
                    <a:pt x="1032638" y="1439354"/>
                  </a:lnTo>
                  <a:lnTo>
                    <a:pt x="1032632" y="1439376"/>
                  </a:lnTo>
                  <a:lnTo>
                    <a:pt x="1032629" y="1439384"/>
                  </a:lnTo>
                  <a:lnTo>
                    <a:pt x="1032629" y="1439390"/>
                  </a:lnTo>
                  <a:lnTo>
                    <a:pt x="1032619" y="1439435"/>
                  </a:lnTo>
                  <a:lnTo>
                    <a:pt x="1032618" y="1439445"/>
                  </a:lnTo>
                  <a:lnTo>
                    <a:pt x="1032633" y="1439472"/>
                  </a:lnTo>
                  <a:lnTo>
                    <a:pt x="1032650" y="1439491"/>
                  </a:lnTo>
                  <a:lnTo>
                    <a:pt x="1032642" y="1439499"/>
                  </a:lnTo>
                  <a:lnTo>
                    <a:pt x="1032659" y="1439520"/>
                  </a:lnTo>
                  <a:lnTo>
                    <a:pt x="1032675" y="1439548"/>
                  </a:lnTo>
                  <a:lnTo>
                    <a:pt x="1032677" y="1439554"/>
                  </a:lnTo>
                  <a:lnTo>
                    <a:pt x="1032679" y="1439564"/>
                  </a:lnTo>
                  <a:lnTo>
                    <a:pt x="1032682" y="1439584"/>
                  </a:lnTo>
                  <a:lnTo>
                    <a:pt x="1032681" y="1439604"/>
                  </a:lnTo>
                  <a:lnTo>
                    <a:pt x="1032681" y="1439615"/>
                  </a:lnTo>
                  <a:lnTo>
                    <a:pt x="1032679" y="1439628"/>
                  </a:lnTo>
                  <a:lnTo>
                    <a:pt x="1032671" y="1439646"/>
                  </a:lnTo>
                  <a:lnTo>
                    <a:pt x="1032664" y="1439662"/>
                  </a:lnTo>
                  <a:lnTo>
                    <a:pt x="1032660" y="1439677"/>
                  </a:lnTo>
                  <a:lnTo>
                    <a:pt x="1032654" y="1439688"/>
                  </a:lnTo>
                  <a:lnTo>
                    <a:pt x="1032642" y="1439714"/>
                  </a:lnTo>
                  <a:lnTo>
                    <a:pt x="1032626" y="1439745"/>
                  </a:lnTo>
                  <a:lnTo>
                    <a:pt x="1032616" y="1439768"/>
                  </a:lnTo>
                  <a:lnTo>
                    <a:pt x="1032607" y="1439787"/>
                  </a:lnTo>
                  <a:lnTo>
                    <a:pt x="1032598" y="1439810"/>
                  </a:lnTo>
                  <a:lnTo>
                    <a:pt x="1032590" y="1439829"/>
                  </a:lnTo>
                  <a:lnTo>
                    <a:pt x="1032589" y="1439838"/>
                  </a:lnTo>
                  <a:lnTo>
                    <a:pt x="1032589" y="1439859"/>
                  </a:lnTo>
                  <a:lnTo>
                    <a:pt x="1032584" y="1439859"/>
                  </a:lnTo>
                  <a:lnTo>
                    <a:pt x="1032566" y="1439866"/>
                  </a:lnTo>
                  <a:lnTo>
                    <a:pt x="1032551" y="1439886"/>
                  </a:lnTo>
                  <a:lnTo>
                    <a:pt x="1032532" y="1439872"/>
                  </a:lnTo>
                  <a:lnTo>
                    <a:pt x="1032526" y="1439866"/>
                  </a:lnTo>
                  <a:lnTo>
                    <a:pt x="1032506" y="1439845"/>
                  </a:lnTo>
                  <a:lnTo>
                    <a:pt x="1032492" y="1439828"/>
                  </a:lnTo>
                  <a:lnTo>
                    <a:pt x="1032484" y="1439815"/>
                  </a:lnTo>
                  <a:lnTo>
                    <a:pt x="1032478" y="1439806"/>
                  </a:lnTo>
                  <a:lnTo>
                    <a:pt x="1032475" y="1439800"/>
                  </a:lnTo>
                  <a:lnTo>
                    <a:pt x="1032469" y="1439789"/>
                  </a:lnTo>
                  <a:lnTo>
                    <a:pt x="1032463" y="1439793"/>
                  </a:lnTo>
                  <a:lnTo>
                    <a:pt x="1032453" y="1439782"/>
                  </a:lnTo>
                  <a:lnTo>
                    <a:pt x="1032422" y="1439768"/>
                  </a:lnTo>
                  <a:lnTo>
                    <a:pt x="1032408" y="1439764"/>
                  </a:lnTo>
                  <a:lnTo>
                    <a:pt x="1032402" y="1439786"/>
                  </a:lnTo>
                  <a:lnTo>
                    <a:pt x="1032400" y="1439796"/>
                  </a:lnTo>
                  <a:lnTo>
                    <a:pt x="1032368" y="1439788"/>
                  </a:lnTo>
                  <a:lnTo>
                    <a:pt x="1032349" y="1439786"/>
                  </a:lnTo>
                  <a:lnTo>
                    <a:pt x="1032339" y="1439781"/>
                  </a:lnTo>
                  <a:lnTo>
                    <a:pt x="1032328" y="1439779"/>
                  </a:lnTo>
                  <a:lnTo>
                    <a:pt x="1032297" y="1439770"/>
                  </a:lnTo>
                  <a:lnTo>
                    <a:pt x="1032283" y="1439770"/>
                  </a:lnTo>
                  <a:lnTo>
                    <a:pt x="1032262" y="1439771"/>
                  </a:lnTo>
                  <a:lnTo>
                    <a:pt x="1032240" y="1439773"/>
                  </a:lnTo>
                  <a:lnTo>
                    <a:pt x="1032211" y="1439786"/>
                  </a:lnTo>
                  <a:lnTo>
                    <a:pt x="1032194" y="1439802"/>
                  </a:lnTo>
                  <a:lnTo>
                    <a:pt x="1032190" y="1439813"/>
                  </a:lnTo>
                  <a:lnTo>
                    <a:pt x="1032184" y="1439835"/>
                  </a:lnTo>
                  <a:lnTo>
                    <a:pt x="1032193" y="1439837"/>
                  </a:lnTo>
                  <a:lnTo>
                    <a:pt x="1032186" y="1439871"/>
                  </a:lnTo>
                  <a:lnTo>
                    <a:pt x="1032180" y="1439889"/>
                  </a:lnTo>
                  <a:lnTo>
                    <a:pt x="1032173" y="1439888"/>
                  </a:lnTo>
                  <a:lnTo>
                    <a:pt x="1032163" y="1439920"/>
                  </a:lnTo>
                  <a:lnTo>
                    <a:pt x="1032157" y="1439938"/>
                  </a:lnTo>
                  <a:lnTo>
                    <a:pt x="1032188" y="1439945"/>
                  </a:lnTo>
                  <a:lnTo>
                    <a:pt x="1032184" y="1439958"/>
                  </a:lnTo>
                  <a:lnTo>
                    <a:pt x="1032177" y="1439980"/>
                  </a:lnTo>
                  <a:lnTo>
                    <a:pt x="1032178" y="1440001"/>
                  </a:lnTo>
                  <a:lnTo>
                    <a:pt x="1032181" y="1440018"/>
                  </a:lnTo>
                  <a:lnTo>
                    <a:pt x="1032169" y="1440018"/>
                  </a:lnTo>
                  <a:lnTo>
                    <a:pt x="1032158" y="1440019"/>
                  </a:lnTo>
                  <a:lnTo>
                    <a:pt x="1032162" y="1440030"/>
                  </a:lnTo>
                  <a:lnTo>
                    <a:pt x="1032164" y="1440037"/>
                  </a:lnTo>
                  <a:lnTo>
                    <a:pt x="1032145" y="1440044"/>
                  </a:lnTo>
                  <a:lnTo>
                    <a:pt x="1032134" y="1440047"/>
                  </a:lnTo>
                  <a:lnTo>
                    <a:pt x="1032142" y="1440080"/>
                  </a:lnTo>
                  <a:lnTo>
                    <a:pt x="1032149" y="1440104"/>
                  </a:lnTo>
                  <a:lnTo>
                    <a:pt x="1032135" y="1440106"/>
                  </a:lnTo>
                  <a:lnTo>
                    <a:pt x="1032141" y="1440127"/>
                  </a:lnTo>
                  <a:lnTo>
                    <a:pt x="1032126" y="1440141"/>
                  </a:lnTo>
                  <a:lnTo>
                    <a:pt x="1032100" y="1440163"/>
                  </a:lnTo>
                  <a:lnTo>
                    <a:pt x="1032040" y="1440194"/>
                  </a:lnTo>
                  <a:lnTo>
                    <a:pt x="1032025" y="1440203"/>
                  </a:lnTo>
                  <a:lnTo>
                    <a:pt x="1032010" y="1440211"/>
                  </a:lnTo>
                  <a:lnTo>
                    <a:pt x="1031992" y="1440221"/>
                  </a:lnTo>
                  <a:lnTo>
                    <a:pt x="1031969" y="1440232"/>
                  </a:lnTo>
                  <a:lnTo>
                    <a:pt x="1031967" y="1440226"/>
                  </a:lnTo>
                  <a:lnTo>
                    <a:pt x="1031954" y="1440201"/>
                  </a:lnTo>
                  <a:lnTo>
                    <a:pt x="1031927" y="1440152"/>
                  </a:lnTo>
                  <a:lnTo>
                    <a:pt x="1031888" y="1440078"/>
                  </a:lnTo>
                  <a:lnTo>
                    <a:pt x="1031872" y="1440040"/>
                  </a:lnTo>
                  <a:lnTo>
                    <a:pt x="1031870" y="1440032"/>
                  </a:lnTo>
                  <a:lnTo>
                    <a:pt x="1031866" y="1440009"/>
                  </a:lnTo>
                  <a:lnTo>
                    <a:pt x="1031858" y="1439974"/>
                  </a:lnTo>
                  <a:lnTo>
                    <a:pt x="1031854" y="1439933"/>
                  </a:lnTo>
                  <a:lnTo>
                    <a:pt x="1031848" y="1439903"/>
                  </a:lnTo>
                  <a:lnTo>
                    <a:pt x="1031839" y="1439880"/>
                  </a:lnTo>
                  <a:lnTo>
                    <a:pt x="1031836" y="1439869"/>
                  </a:lnTo>
                  <a:lnTo>
                    <a:pt x="1031832" y="1439835"/>
                  </a:lnTo>
                  <a:lnTo>
                    <a:pt x="1031835" y="1439778"/>
                  </a:lnTo>
                  <a:lnTo>
                    <a:pt x="1031840" y="1439723"/>
                  </a:lnTo>
                  <a:lnTo>
                    <a:pt x="1031845" y="1439698"/>
                  </a:lnTo>
                  <a:lnTo>
                    <a:pt x="1031854" y="1439672"/>
                  </a:lnTo>
                  <a:lnTo>
                    <a:pt x="1031862" y="1439646"/>
                  </a:lnTo>
                  <a:lnTo>
                    <a:pt x="1031869" y="1439626"/>
                  </a:lnTo>
                  <a:lnTo>
                    <a:pt x="1031864" y="1439579"/>
                  </a:lnTo>
                  <a:lnTo>
                    <a:pt x="1031855" y="1439564"/>
                  </a:lnTo>
                  <a:lnTo>
                    <a:pt x="1031847" y="1439552"/>
                  </a:lnTo>
                  <a:lnTo>
                    <a:pt x="1031832" y="1439532"/>
                  </a:lnTo>
                  <a:lnTo>
                    <a:pt x="1031804" y="1439498"/>
                  </a:lnTo>
                  <a:lnTo>
                    <a:pt x="1031785" y="1439477"/>
                  </a:lnTo>
                  <a:lnTo>
                    <a:pt x="1031769" y="1439462"/>
                  </a:lnTo>
                  <a:lnTo>
                    <a:pt x="1031760" y="1439453"/>
                  </a:lnTo>
                  <a:lnTo>
                    <a:pt x="1031751" y="1439447"/>
                  </a:lnTo>
                  <a:lnTo>
                    <a:pt x="1031746" y="1439447"/>
                  </a:lnTo>
                  <a:lnTo>
                    <a:pt x="1031709" y="1439469"/>
                  </a:lnTo>
                  <a:lnTo>
                    <a:pt x="1031683" y="1439490"/>
                  </a:lnTo>
                  <a:lnTo>
                    <a:pt x="1031668" y="1439520"/>
                  </a:lnTo>
                  <a:lnTo>
                    <a:pt x="1031659" y="1439556"/>
                  </a:lnTo>
                  <a:lnTo>
                    <a:pt x="1031659" y="1439582"/>
                  </a:lnTo>
                  <a:lnTo>
                    <a:pt x="1031656" y="1439613"/>
                  </a:lnTo>
                  <a:lnTo>
                    <a:pt x="1031647" y="1439631"/>
                  </a:lnTo>
                  <a:lnTo>
                    <a:pt x="1031645" y="1439655"/>
                  </a:lnTo>
                  <a:lnTo>
                    <a:pt x="1031647" y="1439687"/>
                  </a:lnTo>
                  <a:lnTo>
                    <a:pt x="1031644" y="1439722"/>
                  </a:lnTo>
                  <a:lnTo>
                    <a:pt x="1031635" y="1439768"/>
                  </a:lnTo>
                  <a:lnTo>
                    <a:pt x="1031625" y="1439801"/>
                  </a:lnTo>
                  <a:lnTo>
                    <a:pt x="1031604" y="1439842"/>
                  </a:lnTo>
                  <a:lnTo>
                    <a:pt x="1031585" y="1439863"/>
                  </a:lnTo>
                  <a:lnTo>
                    <a:pt x="1031569" y="1439876"/>
                  </a:lnTo>
                  <a:lnTo>
                    <a:pt x="1031538" y="1439885"/>
                  </a:lnTo>
                  <a:lnTo>
                    <a:pt x="1031524" y="1439889"/>
                  </a:lnTo>
                  <a:lnTo>
                    <a:pt x="1031513" y="1439897"/>
                  </a:lnTo>
                  <a:lnTo>
                    <a:pt x="1031501" y="1439918"/>
                  </a:lnTo>
                  <a:lnTo>
                    <a:pt x="1031490" y="1439944"/>
                  </a:lnTo>
                  <a:lnTo>
                    <a:pt x="1031473" y="1439990"/>
                  </a:lnTo>
                  <a:lnTo>
                    <a:pt x="1031456" y="1440022"/>
                  </a:lnTo>
                  <a:lnTo>
                    <a:pt x="1031435" y="1440040"/>
                  </a:lnTo>
                  <a:lnTo>
                    <a:pt x="1031402" y="1440069"/>
                  </a:lnTo>
                  <a:lnTo>
                    <a:pt x="1031384" y="1440084"/>
                  </a:lnTo>
                  <a:lnTo>
                    <a:pt x="1031358" y="1440111"/>
                  </a:lnTo>
                  <a:lnTo>
                    <a:pt x="1031329" y="1440137"/>
                  </a:lnTo>
                  <a:lnTo>
                    <a:pt x="1031304" y="1440157"/>
                  </a:lnTo>
                  <a:lnTo>
                    <a:pt x="1031273" y="1440190"/>
                  </a:lnTo>
                  <a:lnTo>
                    <a:pt x="1031255" y="1440207"/>
                  </a:lnTo>
                  <a:lnTo>
                    <a:pt x="1031255" y="1440217"/>
                  </a:lnTo>
                  <a:lnTo>
                    <a:pt x="1031257" y="1440239"/>
                  </a:lnTo>
                  <a:lnTo>
                    <a:pt x="1031263" y="1440279"/>
                  </a:lnTo>
                  <a:lnTo>
                    <a:pt x="1031269" y="1440326"/>
                  </a:lnTo>
                  <a:lnTo>
                    <a:pt x="1031275" y="1440356"/>
                  </a:lnTo>
                  <a:lnTo>
                    <a:pt x="1031279" y="1440363"/>
                  </a:lnTo>
                  <a:lnTo>
                    <a:pt x="1031289" y="1440375"/>
                  </a:lnTo>
                  <a:lnTo>
                    <a:pt x="1031302" y="1440379"/>
                  </a:lnTo>
                  <a:lnTo>
                    <a:pt x="1031296" y="1440394"/>
                  </a:lnTo>
                  <a:lnTo>
                    <a:pt x="1031287" y="1440419"/>
                  </a:lnTo>
                  <a:lnTo>
                    <a:pt x="1031287" y="1440445"/>
                  </a:lnTo>
                  <a:lnTo>
                    <a:pt x="1031287" y="1440463"/>
                  </a:lnTo>
                  <a:lnTo>
                    <a:pt x="1031294" y="1440505"/>
                  </a:lnTo>
                  <a:lnTo>
                    <a:pt x="1031289" y="1440507"/>
                  </a:lnTo>
                  <a:lnTo>
                    <a:pt x="1031278" y="1440517"/>
                  </a:lnTo>
                  <a:lnTo>
                    <a:pt x="1031272" y="1440533"/>
                  </a:lnTo>
                  <a:lnTo>
                    <a:pt x="1031273" y="1440547"/>
                  </a:lnTo>
                  <a:lnTo>
                    <a:pt x="1031279" y="1440584"/>
                  </a:lnTo>
                  <a:lnTo>
                    <a:pt x="1031286" y="1440594"/>
                  </a:lnTo>
                  <a:lnTo>
                    <a:pt x="1031293" y="1440601"/>
                  </a:lnTo>
                  <a:lnTo>
                    <a:pt x="1031302" y="1440619"/>
                  </a:lnTo>
                  <a:lnTo>
                    <a:pt x="1031305" y="1440635"/>
                  </a:lnTo>
                  <a:lnTo>
                    <a:pt x="1031304" y="1440661"/>
                  </a:lnTo>
                  <a:lnTo>
                    <a:pt x="1031300" y="1440712"/>
                  </a:lnTo>
                  <a:lnTo>
                    <a:pt x="1031296" y="1440746"/>
                  </a:lnTo>
                  <a:lnTo>
                    <a:pt x="1031293" y="1440764"/>
                  </a:lnTo>
                  <a:lnTo>
                    <a:pt x="1031268" y="1440768"/>
                  </a:lnTo>
                  <a:lnTo>
                    <a:pt x="1031228" y="1440773"/>
                  </a:lnTo>
                  <a:lnTo>
                    <a:pt x="1031163" y="1440784"/>
                  </a:lnTo>
                  <a:lnTo>
                    <a:pt x="1031144" y="1440785"/>
                  </a:lnTo>
                  <a:lnTo>
                    <a:pt x="1031143" y="1440776"/>
                  </a:lnTo>
                  <a:lnTo>
                    <a:pt x="1031140" y="1440763"/>
                  </a:lnTo>
                  <a:lnTo>
                    <a:pt x="1031140" y="1440728"/>
                  </a:lnTo>
                  <a:lnTo>
                    <a:pt x="1031138" y="1440722"/>
                  </a:lnTo>
                  <a:lnTo>
                    <a:pt x="1031136" y="1440707"/>
                  </a:lnTo>
                  <a:lnTo>
                    <a:pt x="1031133" y="1440678"/>
                  </a:lnTo>
                  <a:lnTo>
                    <a:pt x="1031126" y="1440648"/>
                  </a:lnTo>
                  <a:lnTo>
                    <a:pt x="1031115" y="1440623"/>
                  </a:lnTo>
                  <a:lnTo>
                    <a:pt x="1031094" y="1440604"/>
                  </a:lnTo>
                  <a:lnTo>
                    <a:pt x="1031062" y="1440578"/>
                  </a:lnTo>
                  <a:lnTo>
                    <a:pt x="1031045" y="1440556"/>
                  </a:lnTo>
                  <a:lnTo>
                    <a:pt x="1031031" y="1440528"/>
                  </a:lnTo>
                  <a:lnTo>
                    <a:pt x="1031019" y="1440514"/>
                  </a:lnTo>
                  <a:lnTo>
                    <a:pt x="1031012" y="1440490"/>
                  </a:lnTo>
                  <a:lnTo>
                    <a:pt x="1031010" y="1440470"/>
                  </a:lnTo>
                  <a:lnTo>
                    <a:pt x="1030993" y="1440440"/>
                  </a:lnTo>
                  <a:lnTo>
                    <a:pt x="1030981" y="1440442"/>
                  </a:lnTo>
                  <a:lnTo>
                    <a:pt x="1030972" y="1440421"/>
                  </a:lnTo>
                  <a:lnTo>
                    <a:pt x="1030961" y="1440409"/>
                  </a:lnTo>
                  <a:lnTo>
                    <a:pt x="1030946" y="1440389"/>
                  </a:lnTo>
                  <a:lnTo>
                    <a:pt x="1030931" y="1440372"/>
                  </a:lnTo>
                  <a:lnTo>
                    <a:pt x="1030930" y="1440360"/>
                  </a:lnTo>
                  <a:lnTo>
                    <a:pt x="1030933" y="1440354"/>
                  </a:lnTo>
                  <a:lnTo>
                    <a:pt x="1030930" y="1440342"/>
                  </a:lnTo>
                  <a:lnTo>
                    <a:pt x="1030927" y="1440335"/>
                  </a:lnTo>
                  <a:lnTo>
                    <a:pt x="1030925" y="1440329"/>
                  </a:lnTo>
                  <a:lnTo>
                    <a:pt x="1030920" y="1440329"/>
                  </a:lnTo>
                  <a:lnTo>
                    <a:pt x="1030913" y="1440321"/>
                  </a:lnTo>
                  <a:lnTo>
                    <a:pt x="1030912" y="1440310"/>
                  </a:lnTo>
                  <a:lnTo>
                    <a:pt x="1030913" y="1440301"/>
                  </a:lnTo>
                  <a:lnTo>
                    <a:pt x="1030922" y="1440268"/>
                  </a:lnTo>
                  <a:lnTo>
                    <a:pt x="1030924" y="1440251"/>
                  </a:lnTo>
                  <a:lnTo>
                    <a:pt x="1030928" y="1440234"/>
                  </a:lnTo>
                  <a:lnTo>
                    <a:pt x="1030947" y="1440203"/>
                  </a:lnTo>
                  <a:lnTo>
                    <a:pt x="1030977" y="1440162"/>
                  </a:lnTo>
                  <a:lnTo>
                    <a:pt x="1030987" y="1440136"/>
                  </a:lnTo>
                  <a:lnTo>
                    <a:pt x="1030996" y="1440124"/>
                  </a:lnTo>
                  <a:lnTo>
                    <a:pt x="1031000" y="1440112"/>
                  </a:lnTo>
                  <a:lnTo>
                    <a:pt x="1030994" y="1440105"/>
                  </a:lnTo>
                  <a:lnTo>
                    <a:pt x="1030999" y="1440088"/>
                  </a:lnTo>
                  <a:lnTo>
                    <a:pt x="1031004" y="1440067"/>
                  </a:lnTo>
                  <a:lnTo>
                    <a:pt x="1031003" y="1440041"/>
                  </a:lnTo>
                  <a:lnTo>
                    <a:pt x="1031001" y="1440019"/>
                  </a:lnTo>
                  <a:lnTo>
                    <a:pt x="1030995" y="1439998"/>
                  </a:lnTo>
                  <a:lnTo>
                    <a:pt x="1030992" y="1439985"/>
                  </a:lnTo>
                  <a:lnTo>
                    <a:pt x="1030985" y="1439964"/>
                  </a:lnTo>
                  <a:lnTo>
                    <a:pt x="1030962" y="1439915"/>
                  </a:lnTo>
                  <a:lnTo>
                    <a:pt x="1030952" y="1439895"/>
                  </a:lnTo>
                  <a:lnTo>
                    <a:pt x="1030944" y="1439886"/>
                  </a:lnTo>
                  <a:lnTo>
                    <a:pt x="1030919" y="1439874"/>
                  </a:lnTo>
                  <a:lnTo>
                    <a:pt x="1030883" y="1439860"/>
                  </a:lnTo>
                  <a:lnTo>
                    <a:pt x="1030867" y="1439854"/>
                  </a:lnTo>
                  <a:lnTo>
                    <a:pt x="1030855" y="1439844"/>
                  </a:lnTo>
                  <a:lnTo>
                    <a:pt x="1030829" y="1439815"/>
                  </a:lnTo>
                  <a:lnTo>
                    <a:pt x="1030816" y="1439791"/>
                  </a:lnTo>
                  <a:lnTo>
                    <a:pt x="1030803" y="1439761"/>
                  </a:lnTo>
                  <a:lnTo>
                    <a:pt x="1030798" y="1439735"/>
                  </a:lnTo>
                  <a:lnTo>
                    <a:pt x="1030796" y="1439703"/>
                  </a:lnTo>
                  <a:lnTo>
                    <a:pt x="1030798" y="1439666"/>
                  </a:lnTo>
                  <a:lnTo>
                    <a:pt x="1030807" y="1439633"/>
                  </a:lnTo>
                  <a:lnTo>
                    <a:pt x="1030826" y="1439596"/>
                  </a:lnTo>
                  <a:lnTo>
                    <a:pt x="1030849" y="1439560"/>
                  </a:lnTo>
                  <a:lnTo>
                    <a:pt x="1030862" y="1439531"/>
                  </a:lnTo>
                  <a:lnTo>
                    <a:pt x="1030866" y="1439507"/>
                  </a:lnTo>
                  <a:lnTo>
                    <a:pt x="1030862" y="1439480"/>
                  </a:lnTo>
                  <a:lnTo>
                    <a:pt x="1030853" y="1439436"/>
                  </a:lnTo>
                  <a:lnTo>
                    <a:pt x="1030841" y="1439414"/>
                  </a:lnTo>
                  <a:lnTo>
                    <a:pt x="1030836" y="1439405"/>
                  </a:lnTo>
                  <a:lnTo>
                    <a:pt x="1030824" y="1439395"/>
                  </a:lnTo>
                  <a:lnTo>
                    <a:pt x="1030800" y="1439386"/>
                  </a:lnTo>
                  <a:lnTo>
                    <a:pt x="1030777" y="1439386"/>
                  </a:lnTo>
                  <a:lnTo>
                    <a:pt x="1030714" y="1439387"/>
                  </a:lnTo>
                  <a:lnTo>
                    <a:pt x="1030688" y="1439390"/>
                  </a:lnTo>
                  <a:lnTo>
                    <a:pt x="1030663" y="1439381"/>
                  </a:lnTo>
                  <a:lnTo>
                    <a:pt x="1030652" y="1439370"/>
                  </a:lnTo>
                  <a:lnTo>
                    <a:pt x="1030612" y="1439336"/>
                  </a:lnTo>
                  <a:lnTo>
                    <a:pt x="1030601" y="1439324"/>
                  </a:lnTo>
                  <a:lnTo>
                    <a:pt x="1030589" y="1439310"/>
                  </a:lnTo>
                  <a:lnTo>
                    <a:pt x="1030581" y="1439301"/>
                  </a:lnTo>
                  <a:lnTo>
                    <a:pt x="1030612" y="1439297"/>
                  </a:lnTo>
                  <a:lnTo>
                    <a:pt x="1030636" y="1439296"/>
                  </a:lnTo>
                  <a:lnTo>
                    <a:pt x="1030672" y="1439297"/>
                  </a:lnTo>
                  <a:lnTo>
                    <a:pt x="1030673" y="1439287"/>
                  </a:lnTo>
                  <a:lnTo>
                    <a:pt x="1030674" y="1439271"/>
                  </a:lnTo>
                  <a:lnTo>
                    <a:pt x="1030675" y="1439252"/>
                  </a:lnTo>
                  <a:lnTo>
                    <a:pt x="1030672" y="1439224"/>
                  </a:lnTo>
                  <a:lnTo>
                    <a:pt x="1030671" y="1439215"/>
                  </a:lnTo>
                  <a:lnTo>
                    <a:pt x="1030658" y="1439213"/>
                  </a:lnTo>
                  <a:lnTo>
                    <a:pt x="1030646" y="1439212"/>
                  </a:lnTo>
                  <a:lnTo>
                    <a:pt x="1030628" y="1439212"/>
                  </a:lnTo>
                  <a:lnTo>
                    <a:pt x="1030635" y="1439195"/>
                  </a:lnTo>
                  <a:lnTo>
                    <a:pt x="1030635" y="1439178"/>
                  </a:lnTo>
                  <a:lnTo>
                    <a:pt x="1030624" y="1439149"/>
                  </a:lnTo>
                  <a:lnTo>
                    <a:pt x="1030619" y="1439132"/>
                  </a:lnTo>
                  <a:lnTo>
                    <a:pt x="1030608" y="1439118"/>
                  </a:lnTo>
                  <a:lnTo>
                    <a:pt x="1030596" y="1439108"/>
                  </a:lnTo>
                  <a:lnTo>
                    <a:pt x="1030585" y="1439102"/>
                  </a:lnTo>
                  <a:lnTo>
                    <a:pt x="1030573" y="1439092"/>
                  </a:lnTo>
                  <a:lnTo>
                    <a:pt x="1030566" y="1439079"/>
                  </a:lnTo>
                  <a:lnTo>
                    <a:pt x="1030561" y="1439061"/>
                  </a:lnTo>
                  <a:lnTo>
                    <a:pt x="1030562" y="1439038"/>
                  </a:lnTo>
                  <a:lnTo>
                    <a:pt x="1030567" y="1439022"/>
                  </a:lnTo>
                  <a:lnTo>
                    <a:pt x="1030589" y="1438982"/>
                  </a:lnTo>
                  <a:lnTo>
                    <a:pt x="1030612" y="1438926"/>
                  </a:lnTo>
                  <a:lnTo>
                    <a:pt x="1030614" y="1438905"/>
                  </a:lnTo>
                  <a:lnTo>
                    <a:pt x="1030612" y="1438888"/>
                  </a:lnTo>
                  <a:lnTo>
                    <a:pt x="1030605" y="1438876"/>
                  </a:lnTo>
                  <a:lnTo>
                    <a:pt x="1030590" y="1438863"/>
                  </a:lnTo>
                  <a:lnTo>
                    <a:pt x="1030563" y="1438846"/>
                  </a:lnTo>
                  <a:lnTo>
                    <a:pt x="1030534" y="1438834"/>
                  </a:lnTo>
                  <a:lnTo>
                    <a:pt x="1030507" y="1438832"/>
                  </a:lnTo>
                  <a:lnTo>
                    <a:pt x="1030483" y="1438837"/>
                  </a:lnTo>
                  <a:lnTo>
                    <a:pt x="1030461" y="1438845"/>
                  </a:lnTo>
                  <a:lnTo>
                    <a:pt x="1030425" y="1438861"/>
                  </a:lnTo>
                  <a:lnTo>
                    <a:pt x="1030390" y="1438875"/>
                  </a:lnTo>
                  <a:lnTo>
                    <a:pt x="1030365" y="1438879"/>
                  </a:lnTo>
                  <a:lnTo>
                    <a:pt x="1030327" y="1438877"/>
                  </a:lnTo>
                  <a:lnTo>
                    <a:pt x="1030290" y="1438873"/>
                  </a:lnTo>
                  <a:lnTo>
                    <a:pt x="1030255" y="1438865"/>
                  </a:lnTo>
                  <a:lnTo>
                    <a:pt x="1030231" y="1438854"/>
                  </a:lnTo>
                  <a:lnTo>
                    <a:pt x="1030213" y="1438844"/>
                  </a:lnTo>
                  <a:lnTo>
                    <a:pt x="1030196" y="1438831"/>
                  </a:lnTo>
                  <a:lnTo>
                    <a:pt x="1030180" y="1438817"/>
                  </a:lnTo>
                  <a:lnTo>
                    <a:pt x="1030165" y="1438802"/>
                  </a:lnTo>
                  <a:lnTo>
                    <a:pt x="1030145" y="1438776"/>
                  </a:lnTo>
                  <a:lnTo>
                    <a:pt x="1030111" y="1438711"/>
                  </a:lnTo>
                  <a:lnTo>
                    <a:pt x="1030089" y="1438666"/>
                  </a:lnTo>
                  <a:lnTo>
                    <a:pt x="1030075" y="1438643"/>
                  </a:lnTo>
                  <a:lnTo>
                    <a:pt x="1030051" y="1438619"/>
                  </a:lnTo>
                  <a:lnTo>
                    <a:pt x="1030022" y="1438596"/>
                  </a:lnTo>
                  <a:lnTo>
                    <a:pt x="1030012" y="1438563"/>
                  </a:lnTo>
                  <a:lnTo>
                    <a:pt x="1030009" y="1438522"/>
                  </a:lnTo>
                  <a:lnTo>
                    <a:pt x="1029999" y="1438496"/>
                  </a:lnTo>
                  <a:lnTo>
                    <a:pt x="1029992" y="1438474"/>
                  </a:lnTo>
                  <a:lnTo>
                    <a:pt x="1029985" y="1438455"/>
                  </a:lnTo>
                  <a:lnTo>
                    <a:pt x="1029979" y="1438441"/>
                  </a:lnTo>
                  <a:lnTo>
                    <a:pt x="1029975" y="1438436"/>
                  </a:lnTo>
                  <a:lnTo>
                    <a:pt x="1029963" y="1438424"/>
                  </a:lnTo>
                  <a:lnTo>
                    <a:pt x="1029944" y="1438406"/>
                  </a:lnTo>
                  <a:lnTo>
                    <a:pt x="1029924" y="1438389"/>
                  </a:lnTo>
                  <a:lnTo>
                    <a:pt x="1029894" y="1438369"/>
                  </a:lnTo>
                  <a:lnTo>
                    <a:pt x="1029868" y="1438352"/>
                  </a:lnTo>
                  <a:lnTo>
                    <a:pt x="1029839" y="1438340"/>
                  </a:lnTo>
                  <a:lnTo>
                    <a:pt x="1029816" y="1438331"/>
                  </a:lnTo>
                  <a:lnTo>
                    <a:pt x="1029799" y="1438331"/>
                  </a:lnTo>
                  <a:lnTo>
                    <a:pt x="1029791" y="1438331"/>
                  </a:lnTo>
                  <a:lnTo>
                    <a:pt x="1029785" y="1438333"/>
                  </a:lnTo>
                  <a:lnTo>
                    <a:pt x="1029777" y="1438334"/>
                  </a:lnTo>
                  <a:lnTo>
                    <a:pt x="1029767" y="1438334"/>
                  </a:lnTo>
                  <a:lnTo>
                    <a:pt x="1029750" y="1438333"/>
                  </a:lnTo>
                  <a:lnTo>
                    <a:pt x="1029741" y="1438328"/>
                  </a:lnTo>
                  <a:lnTo>
                    <a:pt x="1029725" y="1438321"/>
                  </a:lnTo>
                  <a:lnTo>
                    <a:pt x="1029704" y="1438313"/>
                  </a:lnTo>
                  <a:lnTo>
                    <a:pt x="1029688" y="1438313"/>
                  </a:lnTo>
                  <a:lnTo>
                    <a:pt x="1029665" y="1438316"/>
                  </a:lnTo>
                  <a:lnTo>
                    <a:pt x="1029643" y="1438327"/>
                  </a:lnTo>
                  <a:lnTo>
                    <a:pt x="1029623" y="1438338"/>
                  </a:lnTo>
                  <a:lnTo>
                    <a:pt x="1029605" y="1438347"/>
                  </a:lnTo>
                  <a:lnTo>
                    <a:pt x="1029578" y="1438353"/>
                  </a:lnTo>
                  <a:lnTo>
                    <a:pt x="1029541" y="1438363"/>
                  </a:lnTo>
                  <a:lnTo>
                    <a:pt x="1029519" y="1438369"/>
                  </a:lnTo>
                  <a:lnTo>
                    <a:pt x="1029495" y="1438373"/>
                  </a:lnTo>
                  <a:lnTo>
                    <a:pt x="1029462" y="1438374"/>
                  </a:lnTo>
                  <a:lnTo>
                    <a:pt x="1029430" y="1438367"/>
                  </a:lnTo>
                  <a:lnTo>
                    <a:pt x="1029396" y="1438350"/>
                  </a:lnTo>
                  <a:lnTo>
                    <a:pt x="1029375" y="1438341"/>
                  </a:lnTo>
                  <a:lnTo>
                    <a:pt x="1029324" y="1438304"/>
                  </a:lnTo>
                  <a:lnTo>
                    <a:pt x="1029284" y="1438266"/>
                  </a:lnTo>
                  <a:lnTo>
                    <a:pt x="1029242" y="1438238"/>
                  </a:lnTo>
                  <a:lnTo>
                    <a:pt x="1029205" y="1438219"/>
                  </a:lnTo>
                  <a:lnTo>
                    <a:pt x="1029184" y="1438211"/>
                  </a:lnTo>
                  <a:lnTo>
                    <a:pt x="1029162" y="1438201"/>
                  </a:lnTo>
                  <a:lnTo>
                    <a:pt x="1029145" y="1438188"/>
                  </a:lnTo>
                  <a:lnTo>
                    <a:pt x="1029123" y="1438171"/>
                  </a:lnTo>
                  <a:lnTo>
                    <a:pt x="1029112" y="1438154"/>
                  </a:lnTo>
                  <a:lnTo>
                    <a:pt x="1029093" y="1438140"/>
                  </a:lnTo>
                  <a:lnTo>
                    <a:pt x="1029069" y="1438124"/>
                  </a:lnTo>
                  <a:lnTo>
                    <a:pt x="1029043" y="1438109"/>
                  </a:lnTo>
                  <a:lnTo>
                    <a:pt x="1029021" y="1438100"/>
                  </a:lnTo>
                  <a:lnTo>
                    <a:pt x="1029007" y="1438090"/>
                  </a:lnTo>
                  <a:lnTo>
                    <a:pt x="1028993" y="1438074"/>
                  </a:lnTo>
                  <a:lnTo>
                    <a:pt x="1028982" y="1438057"/>
                  </a:lnTo>
                  <a:lnTo>
                    <a:pt x="1028973" y="1438032"/>
                  </a:lnTo>
                  <a:lnTo>
                    <a:pt x="1028955" y="1438000"/>
                  </a:lnTo>
                  <a:lnTo>
                    <a:pt x="1028931" y="1437956"/>
                  </a:lnTo>
                  <a:lnTo>
                    <a:pt x="1028898" y="1437893"/>
                  </a:lnTo>
                  <a:lnTo>
                    <a:pt x="1028873" y="1437848"/>
                  </a:lnTo>
                  <a:lnTo>
                    <a:pt x="1028862" y="1437815"/>
                  </a:lnTo>
                  <a:lnTo>
                    <a:pt x="1028857" y="1437791"/>
                  </a:lnTo>
                  <a:lnTo>
                    <a:pt x="1028848" y="1437777"/>
                  </a:lnTo>
                  <a:lnTo>
                    <a:pt x="1028824" y="1437745"/>
                  </a:lnTo>
                  <a:lnTo>
                    <a:pt x="1028796" y="1437711"/>
                  </a:lnTo>
                  <a:lnTo>
                    <a:pt x="1028762" y="1437678"/>
                  </a:lnTo>
                  <a:lnTo>
                    <a:pt x="1028727" y="1437657"/>
                  </a:lnTo>
                  <a:lnTo>
                    <a:pt x="1028690" y="1437634"/>
                  </a:lnTo>
                  <a:lnTo>
                    <a:pt x="1028658" y="1437622"/>
                  </a:lnTo>
                  <a:lnTo>
                    <a:pt x="1028639" y="1437613"/>
                  </a:lnTo>
                  <a:lnTo>
                    <a:pt x="1028625" y="1437603"/>
                  </a:lnTo>
                  <a:lnTo>
                    <a:pt x="1028609" y="1437597"/>
                  </a:lnTo>
                  <a:lnTo>
                    <a:pt x="1028585" y="1437594"/>
                  </a:lnTo>
                  <a:lnTo>
                    <a:pt x="1028549" y="1437599"/>
                  </a:lnTo>
                  <a:lnTo>
                    <a:pt x="1028482" y="1437605"/>
                  </a:lnTo>
                  <a:lnTo>
                    <a:pt x="1028439" y="1437603"/>
                  </a:lnTo>
                  <a:lnTo>
                    <a:pt x="1028416" y="1437598"/>
                  </a:lnTo>
                  <a:lnTo>
                    <a:pt x="1028393" y="1437590"/>
                  </a:lnTo>
                  <a:lnTo>
                    <a:pt x="1028372" y="1437583"/>
                  </a:lnTo>
                  <a:lnTo>
                    <a:pt x="1028357" y="1437575"/>
                  </a:lnTo>
                  <a:lnTo>
                    <a:pt x="1028336" y="1437567"/>
                  </a:lnTo>
                  <a:lnTo>
                    <a:pt x="1028314" y="1437558"/>
                  </a:lnTo>
                  <a:lnTo>
                    <a:pt x="1028293" y="1437549"/>
                  </a:lnTo>
                  <a:lnTo>
                    <a:pt x="1028264" y="1437549"/>
                  </a:lnTo>
                  <a:lnTo>
                    <a:pt x="1028247" y="1437543"/>
                  </a:lnTo>
                  <a:lnTo>
                    <a:pt x="1028237" y="1437535"/>
                  </a:lnTo>
                  <a:lnTo>
                    <a:pt x="1028223" y="1437525"/>
                  </a:lnTo>
                  <a:lnTo>
                    <a:pt x="1028211" y="1437513"/>
                  </a:lnTo>
                  <a:lnTo>
                    <a:pt x="1028200" y="1437502"/>
                  </a:lnTo>
                  <a:lnTo>
                    <a:pt x="1028179" y="1437489"/>
                  </a:lnTo>
                  <a:lnTo>
                    <a:pt x="1028163" y="1437483"/>
                  </a:lnTo>
                  <a:lnTo>
                    <a:pt x="1028144" y="1437474"/>
                  </a:lnTo>
                  <a:lnTo>
                    <a:pt x="1028127" y="1437463"/>
                  </a:lnTo>
                  <a:lnTo>
                    <a:pt x="1028119" y="1437451"/>
                  </a:lnTo>
                  <a:lnTo>
                    <a:pt x="1028101" y="1437410"/>
                  </a:lnTo>
                  <a:lnTo>
                    <a:pt x="1028083" y="1437354"/>
                  </a:lnTo>
                  <a:lnTo>
                    <a:pt x="1028071" y="1437318"/>
                  </a:lnTo>
                  <a:lnTo>
                    <a:pt x="1028069" y="1437290"/>
                  </a:lnTo>
                  <a:lnTo>
                    <a:pt x="1028067" y="1437279"/>
                  </a:lnTo>
                  <a:lnTo>
                    <a:pt x="1028064" y="1437270"/>
                  </a:lnTo>
                  <a:lnTo>
                    <a:pt x="1028056" y="1437264"/>
                  </a:lnTo>
                  <a:lnTo>
                    <a:pt x="1028043" y="1437259"/>
                  </a:lnTo>
                  <a:lnTo>
                    <a:pt x="1028025" y="1437260"/>
                  </a:lnTo>
                  <a:lnTo>
                    <a:pt x="1027984" y="1437269"/>
                  </a:lnTo>
                  <a:lnTo>
                    <a:pt x="1027952" y="1437280"/>
                  </a:lnTo>
                  <a:lnTo>
                    <a:pt x="1027915" y="1437302"/>
                  </a:lnTo>
                  <a:lnTo>
                    <a:pt x="1027886" y="1437321"/>
                  </a:lnTo>
                  <a:lnTo>
                    <a:pt x="1027848" y="1437356"/>
                  </a:lnTo>
                  <a:lnTo>
                    <a:pt x="1027818" y="1437387"/>
                  </a:lnTo>
                  <a:lnTo>
                    <a:pt x="1027798" y="1437423"/>
                  </a:lnTo>
                  <a:lnTo>
                    <a:pt x="1027781" y="1437452"/>
                  </a:lnTo>
                  <a:lnTo>
                    <a:pt x="1027769" y="1437467"/>
                  </a:lnTo>
                  <a:lnTo>
                    <a:pt x="1027757" y="1437476"/>
                  </a:lnTo>
                  <a:lnTo>
                    <a:pt x="1027745" y="1437475"/>
                  </a:lnTo>
                  <a:lnTo>
                    <a:pt x="1027732" y="1437469"/>
                  </a:lnTo>
                  <a:lnTo>
                    <a:pt x="1027704" y="1437449"/>
                  </a:lnTo>
                  <a:lnTo>
                    <a:pt x="1027654" y="1437409"/>
                  </a:lnTo>
                  <a:lnTo>
                    <a:pt x="1027594" y="1437351"/>
                  </a:lnTo>
                  <a:lnTo>
                    <a:pt x="1027547" y="1437309"/>
                  </a:lnTo>
                  <a:lnTo>
                    <a:pt x="1027524" y="1437276"/>
                  </a:lnTo>
                  <a:lnTo>
                    <a:pt x="1027500" y="1437228"/>
                  </a:lnTo>
                  <a:lnTo>
                    <a:pt x="1027481" y="1437187"/>
                  </a:lnTo>
                  <a:lnTo>
                    <a:pt x="1027473" y="1437173"/>
                  </a:lnTo>
                  <a:lnTo>
                    <a:pt x="1027462" y="1437159"/>
                  </a:lnTo>
                  <a:lnTo>
                    <a:pt x="1027442" y="1437145"/>
                  </a:lnTo>
                  <a:lnTo>
                    <a:pt x="1027386" y="1437112"/>
                  </a:lnTo>
                  <a:lnTo>
                    <a:pt x="1027335" y="1437076"/>
                  </a:lnTo>
                  <a:lnTo>
                    <a:pt x="1027310" y="1437061"/>
                  </a:lnTo>
                  <a:lnTo>
                    <a:pt x="1027266" y="1437034"/>
                  </a:lnTo>
                  <a:lnTo>
                    <a:pt x="1027238" y="1437018"/>
                  </a:lnTo>
                  <a:lnTo>
                    <a:pt x="1027227" y="1437008"/>
                  </a:lnTo>
                  <a:lnTo>
                    <a:pt x="1027191" y="1436976"/>
                  </a:lnTo>
                  <a:lnTo>
                    <a:pt x="1027165" y="1436945"/>
                  </a:lnTo>
                  <a:lnTo>
                    <a:pt x="1027126" y="1436913"/>
                  </a:lnTo>
                  <a:lnTo>
                    <a:pt x="1027109" y="1436904"/>
                  </a:lnTo>
                  <a:lnTo>
                    <a:pt x="1027079" y="1436895"/>
                  </a:lnTo>
                  <a:lnTo>
                    <a:pt x="1027019" y="1436888"/>
                  </a:lnTo>
                  <a:lnTo>
                    <a:pt x="1026991" y="1436885"/>
                  </a:lnTo>
                  <a:lnTo>
                    <a:pt x="1026968" y="1436887"/>
                  </a:lnTo>
                  <a:lnTo>
                    <a:pt x="1026944" y="1436898"/>
                  </a:lnTo>
                  <a:lnTo>
                    <a:pt x="1026914" y="1436915"/>
                  </a:lnTo>
                  <a:lnTo>
                    <a:pt x="1026880" y="1436933"/>
                  </a:lnTo>
                  <a:lnTo>
                    <a:pt x="1026839" y="1436949"/>
                  </a:lnTo>
                  <a:lnTo>
                    <a:pt x="1026810" y="1436951"/>
                  </a:lnTo>
                  <a:lnTo>
                    <a:pt x="1026786" y="1436946"/>
                  </a:lnTo>
                  <a:lnTo>
                    <a:pt x="1026762" y="1436936"/>
                  </a:lnTo>
                  <a:lnTo>
                    <a:pt x="1026738" y="1436924"/>
                  </a:lnTo>
                  <a:lnTo>
                    <a:pt x="1026709" y="1436910"/>
                  </a:lnTo>
                  <a:lnTo>
                    <a:pt x="1026676" y="1436896"/>
                  </a:lnTo>
                  <a:lnTo>
                    <a:pt x="1026649" y="1436876"/>
                  </a:lnTo>
                  <a:lnTo>
                    <a:pt x="1026621" y="1436851"/>
                  </a:lnTo>
                  <a:lnTo>
                    <a:pt x="1026604" y="1436838"/>
                  </a:lnTo>
                  <a:lnTo>
                    <a:pt x="1026579" y="1436821"/>
                  </a:lnTo>
                  <a:lnTo>
                    <a:pt x="1026548" y="1436801"/>
                  </a:lnTo>
                  <a:lnTo>
                    <a:pt x="1026512" y="1436779"/>
                  </a:lnTo>
                  <a:lnTo>
                    <a:pt x="1026489" y="1436766"/>
                  </a:lnTo>
                  <a:lnTo>
                    <a:pt x="1026468" y="1436749"/>
                  </a:lnTo>
                  <a:lnTo>
                    <a:pt x="1026443" y="1436730"/>
                  </a:lnTo>
                  <a:lnTo>
                    <a:pt x="1026429" y="1436718"/>
                  </a:lnTo>
                  <a:lnTo>
                    <a:pt x="1026415" y="1436702"/>
                  </a:lnTo>
                  <a:lnTo>
                    <a:pt x="1026406" y="1436688"/>
                  </a:lnTo>
                  <a:lnTo>
                    <a:pt x="1026392" y="1436673"/>
                  </a:lnTo>
                  <a:lnTo>
                    <a:pt x="1026370" y="1436655"/>
                  </a:lnTo>
                  <a:lnTo>
                    <a:pt x="1026335" y="1436626"/>
                  </a:lnTo>
                  <a:lnTo>
                    <a:pt x="1026305" y="1436604"/>
                  </a:lnTo>
                  <a:lnTo>
                    <a:pt x="1026286" y="1436598"/>
                  </a:lnTo>
                  <a:lnTo>
                    <a:pt x="1026267" y="1436597"/>
                  </a:lnTo>
                  <a:lnTo>
                    <a:pt x="1026246" y="1436600"/>
                  </a:lnTo>
                  <a:lnTo>
                    <a:pt x="1026228" y="1436605"/>
                  </a:lnTo>
                  <a:lnTo>
                    <a:pt x="1026205" y="1436622"/>
                  </a:lnTo>
                  <a:lnTo>
                    <a:pt x="1026182" y="1436637"/>
                  </a:lnTo>
                  <a:lnTo>
                    <a:pt x="1026166" y="1436642"/>
                  </a:lnTo>
                  <a:lnTo>
                    <a:pt x="1026151" y="1436637"/>
                  </a:lnTo>
                  <a:lnTo>
                    <a:pt x="1026139" y="1436628"/>
                  </a:lnTo>
                  <a:lnTo>
                    <a:pt x="1026130" y="1436606"/>
                  </a:lnTo>
                  <a:lnTo>
                    <a:pt x="1026122" y="1436583"/>
                  </a:lnTo>
                  <a:lnTo>
                    <a:pt x="1026121" y="1436560"/>
                  </a:lnTo>
                  <a:lnTo>
                    <a:pt x="1026127" y="1436510"/>
                  </a:lnTo>
                  <a:lnTo>
                    <a:pt x="1026134" y="1436449"/>
                  </a:lnTo>
                  <a:lnTo>
                    <a:pt x="1026136" y="1436398"/>
                  </a:lnTo>
                  <a:lnTo>
                    <a:pt x="1026133" y="1436363"/>
                  </a:lnTo>
                  <a:lnTo>
                    <a:pt x="1026120" y="1436324"/>
                  </a:lnTo>
                  <a:lnTo>
                    <a:pt x="1026113" y="1436298"/>
                  </a:lnTo>
                  <a:lnTo>
                    <a:pt x="1026110" y="1436280"/>
                  </a:lnTo>
                  <a:lnTo>
                    <a:pt x="1026114" y="1436263"/>
                  </a:lnTo>
                  <a:lnTo>
                    <a:pt x="1026114" y="1436241"/>
                  </a:lnTo>
                  <a:lnTo>
                    <a:pt x="1026125" y="1436184"/>
                  </a:lnTo>
                  <a:lnTo>
                    <a:pt x="1026131" y="1436138"/>
                  </a:lnTo>
                  <a:lnTo>
                    <a:pt x="1026144" y="1436083"/>
                  </a:lnTo>
                  <a:lnTo>
                    <a:pt x="1026157" y="1436044"/>
                  </a:lnTo>
                  <a:lnTo>
                    <a:pt x="1026175" y="1436007"/>
                  </a:lnTo>
                  <a:lnTo>
                    <a:pt x="1026186" y="1435978"/>
                  </a:lnTo>
                  <a:lnTo>
                    <a:pt x="1026189" y="1435952"/>
                  </a:lnTo>
                  <a:lnTo>
                    <a:pt x="1026183" y="1435905"/>
                  </a:lnTo>
                  <a:lnTo>
                    <a:pt x="1026180" y="1435855"/>
                  </a:lnTo>
                  <a:lnTo>
                    <a:pt x="1026183" y="1435825"/>
                  </a:lnTo>
                  <a:lnTo>
                    <a:pt x="1026193" y="1435802"/>
                  </a:lnTo>
                  <a:lnTo>
                    <a:pt x="1026212" y="1435762"/>
                  </a:lnTo>
                  <a:lnTo>
                    <a:pt x="1026229" y="1435724"/>
                  </a:lnTo>
                  <a:lnTo>
                    <a:pt x="1026244" y="1435697"/>
                  </a:lnTo>
                  <a:lnTo>
                    <a:pt x="1026263" y="1435658"/>
                  </a:lnTo>
                  <a:lnTo>
                    <a:pt x="1026288" y="1435619"/>
                  </a:lnTo>
                  <a:lnTo>
                    <a:pt x="1026311" y="1435595"/>
                  </a:lnTo>
                  <a:lnTo>
                    <a:pt x="1026332" y="1435583"/>
                  </a:lnTo>
                  <a:lnTo>
                    <a:pt x="1026358" y="1435561"/>
                  </a:lnTo>
                  <a:lnTo>
                    <a:pt x="1026393" y="1435513"/>
                  </a:lnTo>
                  <a:lnTo>
                    <a:pt x="1026414" y="1435492"/>
                  </a:lnTo>
                  <a:lnTo>
                    <a:pt x="1026454" y="1435447"/>
                  </a:lnTo>
                  <a:lnTo>
                    <a:pt x="1026495" y="1435419"/>
                  </a:lnTo>
                  <a:lnTo>
                    <a:pt x="1026520" y="1435411"/>
                  </a:lnTo>
                  <a:lnTo>
                    <a:pt x="1026557" y="1435405"/>
                  </a:lnTo>
                  <a:lnTo>
                    <a:pt x="1026615" y="1435386"/>
                  </a:lnTo>
                  <a:lnTo>
                    <a:pt x="1026676" y="1435365"/>
                  </a:lnTo>
                  <a:lnTo>
                    <a:pt x="1026709" y="1435352"/>
                  </a:lnTo>
                  <a:lnTo>
                    <a:pt x="1026719" y="1435344"/>
                  </a:lnTo>
                  <a:lnTo>
                    <a:pt x="1026733" y="1435331"/>
                  </a:lnTo>
                  <a:lnTo>
                    <a:pt x="1026747" y="1435298"/>
                  </a:lnTo>
                  <a:lnTo>
                    <a:pt x="1026758" y="1435263"/>
                  </a:lnTo>
                  <a:lnTo>
                    <a:pt x="1026766" y="1435228"/>
                  </a:lnTo>
                  <a:lnTo>
                    <a:pt x="1026778" y="1435206"/>
                  </a:lnTo>
                  <a:lnTo>
                    <a:pt x="1026797" y="1435183"/>
                  </a:lnTo>
                  <a:lnTo>
                    <a:pt x="1026824" y="1435161"/>
                  </a:lnTo>
                  <a:lnTo>
                    <a:pt x="1026852" y="1435142"/>
                  </a:lnTo>
                  <a:lnTo>
                    <a:pt x="1026870" y="1435135"/>
                  </a:lnTo>
                  <a:lnTo>
                    <a:pt x="1026890" y="1435129"/>
                  </a:lnTo>
                  <a:lnTo>
                    <a:pt x="1026910" y="1435127"/>
                  </a:lnTo>
                  <a:lnTo>
                    <a:pt x="1026925" y="1435126"/>
                  </a:lnTo>
                  <a:lnTo>
                    <a:pt x="1026944" y="1435122"/>
                  </a:lnTo>
                  <a:lnTo>
                    <a:pt x="1026963" y="1435112"/>
                  </a:lnTo>
                  <a:lnTo>
                    <a:pt x="1026993" y="1435093"/>
                  </a:lnTo>
                  <a:lnTo>
                    <a:pt x="1027023" y="1435074"/>
                  </a:lnTo>
                  <a:lnTo>
                    <a:pt x="1027046" y="1435066"/>
                  </a:lnTo>
                  <a:lnTo>
                    <a:pt x="1027068" y="1435065"/>
                  </a:lnTo>
                  <a:lnTo>
                    <a:pt x="1027094" y="1435065"/>
                  </a:lnTo>
                  <a:lnTo>
                    <a:pt x="1027117" y="1435071"/>
                  </a:lnTo>
                  <a:lnTo>
                    <a:pt x="1027150" y="1435071"/>
                  </a:lnTo>
                  <a:lnTo>
                    <a:pt x="1027184" y="1435070"/>
                  </a:lnTo>
                  <a:lnTo>
                    <a:pt x="1027201" y="1435064"/>
                  </a:lnTo>
                  <a:lnTo>
                    <a:pt x="1027214" y="1435054"/>
                  </a:lnTo>
                  <a:lnTo>
                    <a:pt x="1027232" y="1435023"/>
                  </a:lnTo>
                  <a:lnTo>
                    <a:pt x="1027243" y="1434990"/>
                  </a:lnTo>
                  <a:lnTo>
                    <a:pt x="1027256" y="1434977"/>
                  </a:lnTo>
                  <a:lnTo>
                    <a:pt x="1027277" y="1434963"/>
                  </a:lnTo>
                  <a:lnTo>
                    <a:pt x="1027304" y="1434950"/>
                  </a:lnTo>
                  <a:lnTo>
                    <a:pt x="1027336" y="1434944"/>
                  </a:lnTo>
                  <a:lnTo>
                    <a:pt x="1027363" y="1434939"/>
                  </a:lnTo>
                  <a:lnTo>
                    <a:pt x="1027387" y="1434932"/>
                  </a:lnTo>
                  <a:lnTo>
                    <a:pt x="1027406" y="1434924"/>
                  </a:lnTo>
                  <a:lnTo>
                    <a:pt x="1027445" y="1434905"/>
                  </a:lnTo>
                  <a:lnTo>
                    <a:pt x="1027468" y="1434899"/>
                  </a:lnTo>
                  <a:lnTo>
                    <a:pt x="1027494" y="1434899"/>
                  </a:lnTo>
                  <a:lnTo>
                    <a:pt x="1027517" y="1434903"/>
                  </a:lnTo>
                  <a:lnTo>
                    <a:pt x="1027540" y="1434910"/>
                  </a:lnTo>
                  <a:lnTo>
                    <a:pt x="1027558" y="1434910"/>
                  </a:lnTo>
                  <a:lnTo>
                    <a:pt x="1027579" y="1434905"/>
                  </a:lnTo>
                  <a:lnTo>
                    <a:pt x="1027623" y="1434877"/>
                  </a:lnTo>
                  <a:lnTo>
                    <a:pt x="1027649" y="1434844"/>
                  </a:lnTo>
                  <a:lnTo>
                    <a:pt x="1027661" y="1434815"/>
                  </a:lnTo>
                  <a:lnTo>
                    <a:pt x="1027666" y="1434792"/>
                  </a:lnTo>
                  <a:lnTo>
                    <a:pt x="1027671" y="1434763"/>
                  </a:lnTo>
                  <a:lnTo>
                    <a:pt x="1027675" y="1434738"/>
                  </a:lnTo>
                  <a:lnTo>
                    <a:pt x="1027688" y="1434698"/>
                  </a:lnTo>
                  <a:lnTo>
                    <a:pt x="1027702" y="1434676"/>
                  </a:lnTo>
                  <a:lnTo>
                    <a:pt x="1027730" y="1434657"/>
                  </a:lnTo>
                  <a:lnTo>
                    <a:pt x="1027795" y="1434631"/>
                  </a:lnTo>
                  <a:lnTo>
                    <a:pt x="1027827" y="1434614"/>
                  </a:lnTo>
                  <a:lnTo>
                    <a:pt x="1027846" y="1434603"/>
                  </a:lnTo>
                  <a:lnTo>
                    <a:pt x="1027857" y="1434579"/>
                  </a:lnTo>
                  <a:lnTo>
                    <a:pt x="1027870" y="1434536"/>
                  </a:lnTo>
                  <a:lnTo>
                    <a:pt x="1027874" y="1434519"/>
                  </a:lnTo>
                  <a:lnTo>
                    <a:pt x="1027891" y="1434482"/>
                  </a:lnTo>
                  <a:lnTo>
                    <a:pt x="1027902" y="1434459"/>
                  </a:lnTo>
                  <a:lnTo>
                    <a:pt x="1027904" y="1434435"/>
                  </a:lnTo>
                  <a:lnTo>
                    <a:pt x="1027902" y="1434394"/>
                  </a:lnTo>
                  <a:lnTo>
                    <a:pt x="1027901" y="1434373"/>
                  </a:lnTo>
                  <a:lnTo>
                    <a:pt x="1027904" y="1434352"/>
                  </a:lnTo>
                  <a:lnTo>
                    <a:pt x="1027910" y="1434333"/>
                  </a:lnTo>
                  <a:lnTo>
                    <a:pt x="1027911" y="1434305"/>
                  </a:lnTo>
                  <a:lnTo>
                    <a:pt x="1027913" y="1434274"/>
                  </a:lnTo>
                  <a:lnTo>
                    <a:pt x="1027919" y="1434237"/>
                  </a:lnTo>
                  <a:lnTo>
                    <a:pt x="1027934" y="1434193"/>
                  </a:lnTo>
                  <a:lnTo>
                    <a:pt x="1027945" y="1434153"/>
                  </a:lnTo>
                  <a:lnTo>
                    <a:pt x="1027957" y="1434111"/>
                  </a:lnTo>
                  <a:lnTo>
                    <a:pt x="1027974" y="1434047"/>
                  </a:lnTo>
                  <a:lnTo>
                    <a:pt x="1027995" y="1433968"/>
                  </a:lnTo>
                  <a:lnTo>
                    <a:pt x="1028006" y="1433925"/>
                  </a:lnTo>
                  <a:lnTo>
                    <a:pt x="1028014" y="1433903"/>
                  </a:lnTo>
                  <a:lnTo>
                    <a:pt x="1028035" y="1433862"/>
                  </a:lnTo>
                  <a:lnTo>
                    <a:pt x="1028092" y="1433799"/>
                  </a:lnTo>
                  <a:lnTo>
                    <a:pt x="1028143" y="1433768"/>
                  </a:lnTo>
                  <a:lnTo>
                    <a:pt x="1028182" y="1433752"/>
                  </a:lnTo>
                  <a:lnTo>
                    <a:pt x="1028213" y="1433731"/>
                  </a:lnTo>
                  <a:lnTo>
                    <a:pt x="1028238" y="1433709"/>
                  </a:lnTo>
                  <a:lnTo>
                    <a:pt x="1028258" y="1433700"/>
                  </a:lnTo>
                  <a:lnTo>
                    <a:pt x="1028282" y="1433700"/>
                  </a:lnTo>
                  <a:lnTo>
                    <a:pt x="1028308" y="1433701"/>
                  </a:lnTo>
                  <a:lnTo>
                    <a:pt x="1028326" y="1433701"/>
                  </a:lnTo>
                  <a:lnTo>
                    <a:pt x="1028348" y="1433701"/>
                  </a:lnTo>
                  <a:lnTo>
                    <a:pt x="1028368" y="1433694"/>
                  </a:lnTo>
                  <a:lnTo>
                    <a:pt x="1028387" y="1433679"/>
                  </a:lnTo>
                  <a:lnTo>
                    <a:pt x="1028429" y="1433652"/>
                  </a:lnTo>
                  <a:lnTo>
                    <a:pt x="1028445" y="1433649"/>
                  </a:lnTo>
                  <a:lnTo>
                    <a:pt x="1028460" y="1433649"/>
                  </a:lnTo>
                  <a:lnTo>
                    <a:pt x="1028504" y="1433658"/>
                  </a:lnTo>
                  <a:lnTo>
                    <a:pt x="1028558" y="1433672"/>
                  </a:lnTo>
                  <a:lnTo>
                    <a:pt x="1028601" y="1433672"/>
                  </a:lnTo>
                  <a:lnTo>
                    <a:pt x="1028638" y="1433674"/>
                  </a:lnTo>
                  <a:lnTo>
                    <a:pt x="1028650" y="1433670"/>
                  </a:lnTo>
                  <a:lnTo>
                    <a:pt x="1028666" y="1433658"/>
                  </a:lnTo>
                  <a:lnTo>
                    <a:pt x="1028700" y="1433631"/>
                  </a:lnTo>
                  <a:lnTo>
                    <a:pt x="1028728" y="1433609"/>
                  </a:lnTo>
                  <a:lnTo>
                    <a:pt x="1028772" y="1433586"/>
                  </a:lnTo>
                  <a:lnTo>
                    <a:pt x="1028788" y="1433561"/>
                  </a:lnTo>
                  <a:lnTo>
                    <a:pt x="1028808" y="1433537"/>
                  </a:lnTo>
                  <a:lnTo>
                    <a:pt x="1028846" y="1433503"/>
                  </a:lnTo>
                  <a:lnTo>
                    <a:pt x="1028872" y="1433490"/>
                  </a:lnTo>
                  <a:lnTo>
                    <a:pt x="1028903" y="1433472"/>
                  </a:lnTo>
                  <a:lnTo>
                    <a:pt x="1028938" y="1433460"/>
                  </a:lnTo>
                  <a:lnTo>
                    <a:pt x="1028962" y="1433448"/>
                  </a:lnTo>
                  <a:lnTo>
                    <a:pt x="1028995" y="1433427"/>
                  </a:lnTo>
                  <a:lnTo>
                    <a:pt x="1029015" y="1433418"/>
                  </a:lnTo>
                  <a:lnTo>
                    <a:pt x="1029045" y="1433413"/>
                  </a:lnTo>
                  <a:lnTo>
                    <a:pt x="1029079" y="1433402"/>
                  </a:lnTo>
                  <a:lnTo>
                    <a:pt x="1029104" y="1433398"/>
                  </a:lnTo>
                  <a:lnTo>
                    <a:pt x="1029120" y="1433392"/>
                  </a:lnTo>
                  <a:lnTo>
                    <a:pt x="1029140" y="1433378"/>
                  </a:lnTo>
                  <a:lnTo>
                    <a:pt x="1029196" y="1433340"/>
                  </a:lnTo>
                  <a:lnTo>
                    <a:pt x="1029212" y="1433336"/>
                  </a:lnTo>
                  <a:lnTo>
                    <a:pt x="1029230" y="1433334"/>
                  </a:lnTo>
                  <a:lnTo>
                    <a:pt x="1029251" y="1433330"/>
                  </a:lnTo>
                  <a:lnTo>
                    <a:pt x="1029283" y="1433317"/>
                  </a:lnTo>
                  <a:lnTo>
                    <a:pt x="1029341" y="1433292"/>
                  </a:lnTo>
                  <a:lnTo>
                    <a:pt x="1029379" y="1433279"/>
                  </a:lnTo>
                  <a:lnTo>
                    <a:pt x="1029393" y="1433278"/>
                  </a:lnTo>
                  <a:lnTo>
                    <a:pt x="1029414" y="1433283"/>
                  </a:lnTo>
                  <a:lnTo>
                    <a:pt x="1029447" y="1433292"/>
                  </a:lnTo>
                  <a:lnTo>
                    <a:pt x="1029496" y="1433308"/>
                  </a:lnTo>
                  <a:lnTo>
                    <a:pt x="1029508" y="1433307"/>
                  </a:lnTo>
                  <a:lnTo>
                    <a:pt x="1029519" y="1433300"/>
                  </a:lnTo>
                  <a:lnTo>
                    <a:pt x="1029544" y="1433280"/>
                  </a:lnTo>
                  <a:lnTo>
                    <a:pt x="1029592" y="1433235"/>
                  </a:lnTo>
                  <a:lnTo>
                    <a:pt x="1029606" y="1433228"/>
                  </a:lnTo>
                  <a:lnTo>
                    <a:pt x="1029645" y="1433228"/>
                  </a:lnTo>
                  <a:lnTo>
                    <a:pt x="1029719" y="1433231"/>
                  </a:lnTo>
                  <a:lnTo>
                    <a:pt x="1029736" y="1433229"/>
                  </a:lnTo>
                  <a:lnTo>
                    <a:pt x="1029758" y="1433220"/>
                  </a:lnTo>
                  <a:lnTo>
                    <a:pt x="1029793" y="1433197"/>
                  </a:lnTo>
                  <a:lnTo>
                    <a:pt x="1029811" y="1433176"/>
                  </a:lnTo>
                  <a:lnTo>
                    <a:pt x="1029825" y="1433155"/>
                  </a:lnTo>
                  <a:lnTo>
                    <a:pt x="1029845" y="1433119"/>
                  </a:lnTo>
                  <a:lnTo>
                    <a:pt x="1029867" y="1433069"/>
                  </a:lnTo>
                  <a:lnTo>
                    <a:pt x="1029881" y="1433040"/>
                  </a:lnTo>
                  <a:lnTo>
                    <a:pt x="1029893" y="1433022"/>
                  </a:lnTo>
                  <a:lnTo>
                    <a:pt x="1029913" y="1433005"/>
                  </a:lnTo>
                  <a:lnTo>
                    <a:pt x="1029929" y="1432992"/>
                  </a:lnTo>
                  <a:lnTo>
                    <a:pt x="1029942" y="1432996"/>
                  </a:lnTo>
                  <a:lnTo>
                    <a:pt x="1029956" y="1433000"/>
                  </a:lnTo>
                  <a:lnTo>
                    <a:pt x="1029963" y="1433007"/>
                  </a:lnTo>
                  <a:lnTo>
                    <a:pt x="1029975" y="1432999"/>
                  </a:lnTo>
                  <a:lnTo>
                    <a:pt x="1029990" y="1432995"/>
                  </a:lnTo>
                  <a:lnTo>
                    <a:pt x="1030015" y="1432987"/>
                  </a:lnTo>
                  <a:lnTo>
                    <a:pt x="1030032" y="1432982"/>
                  </a:lnTo>
                  <a:lnTo>
                    <a:pt x="1030057" y="1432971"/>
                  </a:lnTo>
                  <a:lnTo>
                    <a:pt x="1030080" y="1432962"/>
                  </a:lnTo>
                  <a:lnTo>
                    <a:pt x="1030119" y="1432948"/>
                  </a:lnTo>
                  <a:lnTo>
                    <a:pt x="1030146" y="1432935"/>
                  </a:lnTo>
                  <a:lnTo>
                    <a:pt x="1030151" y="1432932"/>
                  </a:lnTo>
                  <a:lnTo>
                    <a:pt x="1030162" y="1432932"/>
                  </a:lnTo>
                  <a:lnTo>
                    <a:pt x="1030174" y="1432930"/>
                  </a:lnTo>
                  <a:lnTo>
                    <a:pt x="1030177" y="1432924"/>
                  </a:lnTo>
                  <a:lnTo>
                    <a:pt x="1030184" y="1432914"/>
                  </a:lnTo>
                  <a:lnTo>
                    <a:pt x="1030191" y="1432905"/>
                  </a:lnTo>
                  <a:lnTo>
                    <a:pt x="1030199" y="1432900"/>
                  </a:lnTo>
                  <a:lnTo>
                    <a:pt x="1030209" y="1432896"/>
                  </a:lnTo>
                  <a:lnTo>
                    <a:pt x="1030221" y="1432894"/>
                  </a:lnTo>
                  <a:lnTo>
                    <a:pt x="1030248" y="1432896"/>
                  </a:lnTo>
                  <a:lnTo>
                    <a:pt x="1030283" y="1432902"/>
                  </a:lnTo>
                  <a:lnTo>
                    <a:pt x="1030318" y="1432913"/>
                  </a:lnTo>
                  <a:lnTo>
                    <a:pt x="1030354" y="1432924"/>
                  </a:lnTo>
                  <a:lnTo>
                    <a:pt x="1030376" y="1432931"/>
                  </a:lnTo>
                  <a:lnTo>
                    <a:pt x="1030387" y="1432933"/>
                  </a:lnTo>
                  <a:lnTo>
                    <a:pt x="1030397" y="1432933"/>
                  </a:lnTo>
                  <a:lnTo>
                    <a:pt x="1030407" y="1432933"/>
                  </a:lnTo>
                  <a:lnTo>
                    <a:pt x="1030412" y="1432929"/>
                  </a:lnTo>
                  <a:lnTo>
                    <a:pt x="1030421" y="1432922"/>
                  </a:lnTo>
                  <a:lnTo>
                    <a:pt x="1030426" y="1432913"/>
                  </a:lnTo>
                  <a:lnTo>
                    <a:pt x="1030427" y="1432904"/>
                  </a:lnTo>
                  <a:lnTo>
                    <a:pt x="1030427" y="1432896"/>
                  </a:lnTo>
                  <a:lnTo>
                    <a:pt x="1030427" y="1432883"/>
                  </a:lnTo>
                  <a:lnTo>
                    <a:pt x="1030425" y="1432875"/>
                  </a:lnTo>
                  <a:lnTo>
                    <a:pt x="1030424" y="1432859"/>
                  </a:lnTo>
                  <a:lnTo>
                    <a:pt x="1030422" y="1432847"/>
                  </a:lnTo>
                  <a:lnTo>
                    <a:pt x="1030417" y="1432833"/>
                  </a:lnTo>
                  <a:lnTo>
                    <a:pt x="1030408" y="1432815"/>
                  </a:lnTo>
                  <a:lnTo>
                    <a:pt x="1030401" y="1432803"/>
                  </a:lnTo>
                  <a:lnTo>
                    <a:pt x="1030393" y="1432786"/>
                  </a:lnTo>
                  <a:lnTo>
                    <a:pt x="1030379" y="1432767"/>
                  </a:lnTo>
                  <a:lnTo>
                    <a:pt x="1030360" y="1432742"/>
                  </a:lnTo>
                  <a:lnTo>
                    <a:pt x="1030348" y="1432723"/>
                  </a:lnTo>
                  <a:lnTo>
                    <a:pt x="1030331" y="1432695"/>
                  </a:lnTo>
                  <a:lnTo>
                    <a:pt x="1030323" y="1432685"/>
                  </a:lnTo>
                  <a:lnTo>
                    <a:pt x="1030318" y="1432678"/>
                  </a:lnTo>
                  <a:lnTo>
                    <a:pt x="1030302" y="1432648"/>
                  </a:lnTo>
                  <a:lnTo>
                    <a:pt x="1030287" y="1432620"/>
                  </a:lnTo>
                  <a:lnTo>
                    <a:pt x="1030280" y="1432605"/>
                  </a:lnTo>
                  <a:lnTo>
                    <a:pt x="1030262" y="1432577"/>
                  </a:lnTo>
                  <a:lnTo>
                    <a:pt x="1030260" y="1432570"/>
                  </a:lnTo>
                  <a:lnTo>
                    <a:pt x="1030254" y="1432565"/>
                  </a:lnTo>
                  <a:lnTo>
                    <a:pt x="1030246" y="1432554"/>
                  </a:lnTo>
                  <a:lnTo>
                    <a:pt x="1030241" y="1432546"/>
                  </a:lnTo>
                  <a:lnTo>
                    <a:pt x="1030238" y="1432539"/>
                  </a:lnTo>
                  <a:lnTo>
                    <a:pt x="1030234" y="1432528"/>
                  </a:lnTo>
                  <a:lnTo>
                    <a:pt x="1030234" y="1432516"/>
                  </a:lnTo>
                  <a:lnTo>
                    <a:pt x="1030234" y="1432507"/>
                  </a:lnTo>
                  <a:lnTo>
                    <a:pt x="1030237" y="1432497"/>
                  </a:lnTo>
                  <a:lnTo>
                    <a:pt x="1030242" y="1432483"/>
                  </a:lnTo>
                  <a:lnTo>
                    <a:pt x="1030247" y="1432476"/>
                  </a:lnTo>
                  <a:lnTo>
                    <a:pt x="1030252" y="1432469"/>
                  </a:lnTo>
                  <a:lnTo>
                    <a:pt x="1030257" y="1432465"/>
                  </a:lnTo>
                  <a:lnTo>
                    <a:pt x="1030260" y="1432454"/>
                  </a:lnTo>
                  <a:lnTo>
                    <a:pt x="1030265" y="1432444"/>
                  </a:lnTo>
                  <a:lnTo>
                    <a:pt x="1030270" y="1432432"/>
                  </a:lnTo>
                  <a:lnTo>
                    <a:pt x="1030270" y="1432426"/>
                  </a:lnTo>
                  <a:lnTo>
                    <a:pt x="1030270" y="1432418"/>
                  </a:lnTo>
                  <a:lnTo>
                    <a:pt x="1030268" y="1432411"/>
                  </a:lnTo>
                  <a:lnTo>
                    <a:pt x="1030265" y="1432405"/>
                  </a:lnTo>
                  <a:lnTo>
                    <a:pt x="1030260" y="1432398"/>
                  </a:lnTo>
                  <a:lnTo>
                    <a:pt x="1030253" y="1432392"/>
                  </a:lnTo>
                  <a:lnTo>
                    <a:pt x="1030248" y="1432388"/>
                  </a:lnTo>
                  <a:lnTo>
                    <a:pt x="1030231" y="1432381"/>
                  </a:lnTo>
                  <a:lnTo>
                    <a:pt x="1030219" y="1432373"/>
                  </a:lnTo>
                  <a:lnTo>
                    <a:pt x="1030204" y="1432366"/>
                  </a:lnTo>
                  <a:lnTo>
                    <a:pt x="1030196" y="1432361"/>
                  </a:lnTo>
                  <a:lnTo>
                    <a:pt x="1030191" y="1432355"/>
                  </a:lnTo>
                  <a:lnTo>
                    <a:pt x="1030187" y="1432352"/>
                  </a:lnTo>
                  <a:lnTo>
                    <a:pt x="1030185" y="1432347"/>
                  </a:lnTo>
                  <a:lnTo>
                    <a:pt x="1030184" y="1432338"/>
                  </a:lnTo>
                  <a:lnTo>
                    <a:pt x="1030184" y="1432333"/>
                  </a:lnTo>
                  <a:lnTo>
                    <a:pt x="1030184" y="1432327"/>
                  </a:lnTo>
                  <a:lnTo>
                    <a:pt x="1030173" y="1432315"/>
                  </a:lnTo>
                  <a:lnTo>
                    <a:pt x="1030168" y="1432305"/>
                  </a:lnTo>
                  <a:lnTo>
                    <a:pt x="1030165" y="1432293"/>
                  </a:lnTo>
                  <a:lnTo>
                    <a:pt x="1030162" y="1432284"/>
                  </a:lnTo>
                  <a:lnTo>
                    <a:pt x="1030159" y="1432265"/>
                  </a:lnTo>
                  <a:lnTo>
                    <a:pt x="1030158" y="1432258"/>
                  </a:lnTo>
                  <a:lnTo>
                    <a:pt x="1030158" y="1432251"/>
                  </a:lnTo>
                  <a:lnTo>
                    <a:pt x="1030159" y="1432242"/>
                  </a:lnTo>
                  <a:lnTo>
                    <a:pt x="1030161" y="1432234"/>
                  </a:lnTo>
                  <a:lnTo>
                    <a:pt x="1030167" y="1432223"/>
                  </a:lnTo>
                  <a:lnTo>
                    <a:pt x="1030172" y="1432210"/>
                  </a:lnTo>
                  <a:lnTo>
                    <a:pt x="1030189" y="1432189"/>
                  </a:lnTo>
                  <a:lnTo>
                    <a:pt x="1030192" y="1432182"/>
                  </a:lnTo>
                  <a:lnTo>
                    <a:pt x="1030199" y="1432171"/>
                  </a:lnTo>
                  <a:lnTo>
                    <a:pt x="1030204" y="1432168"/>
                  </a:lnTo>
                  <a:lnTo>
                    <a:pt x="1030211" y="1432161"/>
                  </a:lnTo>
                  <a:lnTo>
                    <a:pt x="1030222" y="1432147"/>
                  </a:lnTo>
                  <a:lnTo>
                    <a:pt x="1030229" y="1432134"/>
                  </a:lnTo>
                  <a:lnTo>
                    <a:pt x="1030237" y="1432113"/>
                  </a:lnTo>
                  <a:lnTo>
                    <a:pt x="1030239" y="1432108"/>
                  </a:lnTo>
                  <a:lnTo>
                    <a:pt x="1030239" y="1432103"/>
                  </a:lnTo>
                  <a:lnTo>
                    <a:pt x="1030238" y="1432094"/>
                  </a:lnTo>
                  <a:lnTo>
                    <a:pt x="1030237" y="1432068"/>
                  </a:lnTo>
                  <a:lnTo>
                    <a:pt x="1030233" y="1432040"/>
                  </a:lnTo>
                  <a:lnTo>
                    <a:pt x="1030231" y="1432017"/>
                  </a:lnTo>
                  <a:lnTo>
                    <a:pt x="1030231" y="1432007"/>
                  </a:lnTo>
                  <a:lnTo>
                    <a:pt x="1030233" y="1432000"/>
                  </a:lnTo>
                  <a:lnTo>
                    <a:pt x="1030234" y="1431991"/>
                  </a:lnTo>
                  <a:lnTo>
                    <a:pt x="1030236" y="1431986"/>
                  </a:lnTo>
                  <a:lnTo>
                    <a:pt x="1030237" y="1431980"/>
                  </a:lnTo>
                  <a:lnTo>
                    <a:pt x="1030242" y="1431976"/>
                  </a:lnTo>
                  <a:lnTo>
                    <a:pt x="1030249" y="1431975"/>
                  </a:lnTo>
                  <a:lnTo>
                    <a:pt x="1030257" y="1431974"/>
                  </a:lnTo>
                  <a:lnTo>
                    <a:pt x="1030265" y="1431972"/>
                  </a:lnTo>
                  <a:lnTo>
                    <a:pt x="1030269" y="1431976"/>
                  </a:lnTo>
                  <a:lnTo>
                    <a:pt x="1030281" y="1431978"/>
                  </a:lnTo>
                  <a:lnTo>
                    <a:pt x="1030288" y="1431978"/>
                  </a:lnTo>
                  <a:lnTo>
                    <a:pt x="1030294" y="1431981"/>
                  </a:lnTo>
                  <a:lnTo>
                    <a:pt x="1030305" y="1431985"/>
                  </a:lnTo>
                  <a:lnTo>
                    <a:pt x="1030316" y="1431990"/>
                  </a:lnTo>
                  <a:lnTo>
                    <a:pt x="1030333" y="1432002"/>
                  </a:lnTo>
                  <a:lnTo>
                    <a:pt x="1030352" y="1432014"/>
                  </a:lnTo>
                  <a:lnTo>
                    <a:pt x="1030371" y="1432031"/>
                  </a:lnTo>
                  <a:lnTo>
                    <a:pt x="1030376" y="1432037"/>
                  </a:lnTo>
                  <a:lnTo>
                    <a:pt x="1030384" y="1432042"/>
                  </a:lnTo>
                  <a:lnTo>
                    <a:pt x="1030391" y="1432047"/>
                  </a:lnTo>
                  <a:lnTo>
                    <a:pt x="1030401" y="1432052"/>
                  </a:lnTo>
                  <a:lnTo>
                    <a:pt x="1030408" y="1432057"/>
                  </a:lnTo>
                  <a:lnTo>
                    <a:pt x="1030418" y="1432061"/>
                  </a:lnTo>
                  <a:lnTo>
                    <a:pt x="1030426" y="1432062"/>
                  </a:lnTo>
                  <a:lnTo>
                    <a:pt x="1030435" y="1432066"/>
                  </a:lnTo>
                  <a:lnTo>
                    <a:pt x="1030458" y="1432074"/>
                  </a:lnTo>
                  <a:lnTo>
                    <a:pt x="1030484" y="1432088"/>
                  </a:lnTo>
                  <a:lnTo>
                    <a:pt x="1030516" y="1432107"/>
                  </a:lnTo>
                  <a:lnTo>
                    <a:pt x="1030538" y="1432124"/>
                  </a:lnTo>
                  <a:lnTo>
                    <a:pt x="1030551" y="1432131"/>
                  </a:lnTo>
                  <a:lnTo>
                    <a:pt x="1030556" y="1432133"/>
                  </a:lnTo>
                  <a:lnTo>
                    <a:pt x="1030561" y="1432136"/>
                  </a:lnTo>
                  <a:lnTo>
                    <a:pt x="1030568" y="1432136"/>
                  </a:lnTo>
                  <a:lnTo>
                    <a:pt x="1030575" y="1432137"/>
                  </a:lnTo>
                  <a:lnTo>
                    <a:pt x="1030586" y="1432127"/>
                  </a:lnTo>
                  <a:lnTo>
                    <a:pt x="1030593" y="1432118"/>
                  </a:lnTo>
                  <a:lnTo>
                    <a:pt x="1030603" y="1432110"/>
                  </a:lnTo>
                  <a:lnTo>
                    <a:pt x="1030606" y="1432106"/>
                  </a:lnTo>
                  <a:lnTo>
                    <a:pt x="1030610" y="1432101"/>
                  </a:lnTo>
                  <a:lnTo>
                    <a:pt x="1030611" y="1432094"/>
                  </a:lnTo>
                  <a:lnTo>
                    <a:pt x="1030608" y="1432073"/>
                  </a:lnTo>
                  <a:lnTo>
                    <a:pt x="1030602" y="1432054"/>
                  </a:lnTo>
                  <a:lnTo>
                    <a:pt x="1030596" y="1432038"/>
                  </a:lnTo>
                  <a:lnTo>
                    <a:pt x="1030594" y="1432029"/>
                  </a:lnTo>
                  <a:lnTo>
                    <a:pt x="1030594" y="1432020"/>
                  </a:lnTo>
                  <a:lnTo>
                    <a:pt x="1030594" y="1432010"/>
                  </a:lnTo>
                  <a:lnTo>
                    <a:pt x="1030594" y="1432001"/>
                  </a:lnTo>
                  <a:lnTo>
                    <a:pt x="1030595" y="1431994"/>
                  </a:lnTo>
                  <a:lnTo>
                    <a:pt x="1030598" y="1431985"/>
                  </a:lnTo>
                  <a:lnTo>
                    <a:pt x="1030603" y="1431975"/>
                  </a:lnTo>
                  <a:lnTo>
                    <a:pt x="1030608" y="1431959"/>
                  </a:lnTo>
                  <a:lnTo>
                    <a:pt x="1030611" y="1431945"/>
                  </a:lnTo>
                  <a:lnTo>
                    <a:pt x="1030613" y="1431931"/>
                  </a:lnTo>
                  <a:lnTo>
                    <a:pt x="1030613" y="1431913"/>
                  </a:lnTo>
                  <a:lnTo>
                    <a:pt x="1030611" y="1431891"/>
                  </a:lnTo>
                  <a:lnTo>
                    <a:pt x="1030606" y="1431849"/>
                  </a:lnTo>
                  <a:lnTo>
                    <a:pt x="1030604" y="1431826"/>
                  </a:lnTo>
                  <a:lnTo>
                    <a:pt x="1030605" y="1431812"/>
                  </a:lnTo>
                  <a:lnTo>
                    <a:pt x="1030607" y="1431796"/>
                  </a:lnTo>
                  <a:lnTo>
                    <a:pt x="1030620" y="1431754"/>
                  </a:lnTo>
                  <a:lnTo>
                    <a:pt x="1030625" y="1431740"/>
                  </a:lnTo>
                  <a:lnTo>
                    <a:pt x="1030625" y="1431733"/>
                  </a:lnTo>
                  <a:lnTo>
                    <a:pt x="1030618" y="1431692"/>
                  </a:lnTo>
                  <a:lnTo>
                    <a:pt x="1030617" y="1431663"/>
                  </a:lnTo>
                  <a:lnTo>
                    <a:pt x="1030617" y="1431651"/>
                  </a:lnTo>
                  <a:lnTo>
                    <a:pt x="1030612" y="1431643"/>
                  </a:lnTo>
                  <a:lnTo>
                    <a:pt x="1030605" y="1431636"/>
                  </a:lnTo>
                  <a:lnTo>
                    <a:pt x="1030597" y="1431630"/>
                  </a:lnTo>
                  <a:lnTo>
                    <a:pt x="1030587" y="1431625"/>
                  </a:lnTo>
                  <a:lnTo>
                    <a:pt x="1030576" y="1431620"/>
                  </a:lnTo>
                  <a:lnTo>
                    <a:pt x="1030561" y="1431610"/>
                  </a:lnTo>
                  <a:lnTo>
                    <a:pt x="1030549" y="1431599"/>
                  </a:lnTo>
                  <a:lnTo>
                    <a:pt x="1030543" y="1431591"/>
                  </a:lnTo>
                  <a:lnTo>
                    <a:pt x="1030539" y="1431584"/>
                  </a:lnTo>
                  <a:lnTo>
                    <a:pt x="1030539" y="1431577"/>
                  </a:lnTo>
                  <a:lnTo>
                    <a:pt x="1030542" y="1431552"/>
                  </a:lnTo>
                  <a:lnTo>
                    <a:pt x="1030544" y="1431531"/>
                  </a:lnTo>
                  <a:lnTo>
                    <a:pt x="1030550" y="1431501"/>
                  </a:lnTo>
                  <a:lnTo>
                    <a:pt x="1030555" y="1431468"/>
                  </a:lnTo>
                  <a:lnTo>
                    <a:pt x="1030556" y="1431444"/>
                  </a:lnTo>
                  <a:lnTo>
                    <a:pt x="1030558" y="1431433"/>
                  </a:lnTo>
                  <a:lnTo>
                    <a:pt x="1030560" y="1431418"/>
                  </a:lnTo>
                  <a:lnTo>
                    <a:pt x="1030564" y="1431408"/>
                  </a:lnTo>
                  <a:lnTo>
                    <a:pt x="1030569" y="1431396"/>
                  </a:lnTo>
                  <a:lnTo>
                    <a:pt x="1030578" y="1431384"/>
                  </a:lnTo>
                  <a:lnTo>
                    <a:pt x="1030583" y="1431375"/>
                  </a:lnTo>
                  <a:lnTo>
                    <a:pt x="1030591" y="1431363"/>
                  </a:lnTo>
                  <a:lnTo>
                    <a:pt x="1030606" y="1431347"/>
                  </a:lnTo>
                  <a:lnTo>
                    <a:pt x="1030631" y="1431322"/>
                  </a:lnTo>
                  <a:lnTo>
                    <a:pt x="1030659" y="1431299"/>
                  </a:lnTo>
                  <a:lnTo>
                    <a:pt x="1030684" y="1431279"/>
                  </a:lnTo>
                  <a:lnTo>
                    <a:pt x="1030696" y="1431257"/>
                  </a:lnTo>
                  <a:lnTo>
                    <a:pt x="1030706" y="1431234"/>
                  </a:lnTo>
                  <a:lnTo>
                    <a:pt x="1030712" y="1431211"/>
                  </a:lnTo>
                  <a:lnTo>
                    <a:pt x="1030717" y="1431185"/>
                  </a:lnTo>
                  <a:lnTo>
                    <a:pt x="1030723" y="1431142"/>
                  </a:lnTo>
                  <a:lnTo>
                    <a:pt x="1030733" y="1431106"/>
                  </a:lnTo>
                  <a:lnTo>
                    <a:pt x="1030738" y="1431085"/>
                  </a:lnTo>
                  <a:lnTo>
                    <a:pt x="1030738" y="1431072"/>
                  </a:lnTo>
                  <a:lnTo>
                    <a:pt x="1030738" y="1431064"/>
                  </a:lnTo>
                  <a:lnTo>
                    <a:pt x="1030738" y="1431058"/>
                  </a:lnTo>
                  <a:lnTo>
                    <a:pt x="1030732" y="1431051"/>
                  </a:lnTo>
                  <a:lnTo>
                    <a:pt x="1030724" y="1431036"/>
                  </a:lnTo>
                  <a:lnTo>
                    <a:pt x="1030714" y="1431024"/>
                  </a:lnTo>
                  <a:lnTo>
                    <a:pt x="1030710" y="1431018"/>
                  </a:lnTo>
                  <a:lnTo>
                    <a:pt x="1030690" y="1430994"/>
                  </a:lnTo>
                  <a:lnTo>
                    <a:pt x="1030673" y="1430975"/>
                  </a:lnTo>
                  <a:lnTo>
                    <a:pt x="1030663" y="1430963"/>
                  </a:lnTo>
                  <a:lnTo>
                    <a:pt x="1030654" y="1430952"/>
                  </a:lnTo>
                  <a:lnTo>
                    <a:pt x="1030645" y="1430940"/>
                  </a:lnTo>
                  <a:lnTo>
                    <a:pt x="1030632" y="1430926"/>
                  </a:lnTo>
                  <a:lnTo>
                    <a:pt x="1030627" y="1430918"/>
                  </a:lnTo>
                  <a:lnTo>
                    <a:pt x="1030622" y="1430904"/>
                  </a:lnTo>
                  <a:lnTo>
                    <a:pt x="1030615" y="1430884"/>
                  </a:lnTo>
                  <a:lnTo>
                    <a:pt x="1030615" y="1430877"/>
                  </a:lnTo>
                  <a:lnTo>
                    <a:pt x="1030615" y="1430865"/>
                  </a:lnTo>
                  <a:lnTo>
                    <a:pt x="1030616" y="1430856"/>
                  </a:lnTo>
                  <a:lnTo>
                    <a:pt x="1030620" y="1430848"/>
                  </a:lnTo>
                  <a:lnTo>
                    <a:pt x="1030621" y="1430830"/>
                  </a:lnTo>
                  <a:lnTo>
                    <a:pt x="1030628" y="1430818"/>
                  </a:lnTo>
                  <a:lnTo>
                    <a:pt x="1030634" y="1430804"/>
                  </a:lnTo>
                  <a:lnTo>
                    <a:pt x="1030641" y="1430795"/>
                  </a:lnTo>
                  <a:lnTo>
                    <a:pt x="1030648" y="1430791"/>
                  </a:lnTo>
                  <a:lnTo>
                    <a:pt x="1030656" y="1430790"/>
                  </a:lnTo>
                  <a:lnTo>
                    <a:pt x="1030670" y="1430786"/>
                  </a:lnTo>
                  <a:lnTo>
                    <a:pt x="1030690" y="1430784"/>
                  </a:lnTo>
                  <a:lnTo>
                    <a:pt x="1030701" y="1430780"/>
                  </a:lnTo>
                  <a:lnTo>
                    <a:pt x="1030716" y="1430777"/>
                  </a:lnTo>
                  <a:lnTo>
                    <a:pt x="1030723" y="1430775"/>
                  </a:lnTo>
                  <a:lnTo>
                    <a:pt x="1030735" y="1430775"/>
                  </a:lnTo>
                  <a:lnTo>
                    <a:pt x="1030755" y="1430773"/>
                  </a:lnTo>
                  <a:lnTo>
                    <a:pt x="1030777" y="1430773"/>
                  </a:lnTo>
                  <a:lnTo>
                    <a:pt x="1030795" y="1430772"/>
                  </a:lnTo>
                  <a:lnTo>
                    <a:pt x="1030805" y="1430774"/>
                  </a:lnTo>
                  <a:lnTo>
                    <a:pt x="1030819" y="1430777"/>
                  </a:lnTo>
                  <a:lnTo>
                    <a:pt x="1030831" y="1430781"/>
                  </a:lnTo>
                  <a:lnTo>
                    <a:pt x="1030839" y="1430784"/>
                  </a:lnTo>
                  <a:lnTo>
                    <a:pt x="1030846" y="1430789"/>
                  </a:lnTo>
                  <a:lnTo>
                    <a:pt x="1030868" y="1430803"/>
                  </a:lnTo>
                  <a:lnTo>
                    <a:pt x="1030880" y="1430815"/>
                  </a:lnTo>
                  <a:lnTo>
                    <a:pt x="1030888" y="1430827"/>
                  </a:lnTo>
                  <a:lnTo>
                    <a:pt x="1030897" y="1430845"/>
                  </a:lnTo>
                  <a:lnTo>
                    <a:pt x="1030898" y="1430850"/>
                  </a:lnTo>
                  <a:lnTo>
                    <a:pt x="1030902" y="1430854"/>
                  </a:lnTo>
                  <a:lnTo>
                    <a:pt x="1030909" y="1430861"/>
                  </a:lnTo>
                  <a:lnTo>
                    <a:pt x="1030914" y="1430866"/>
                  </a:lnTo>
                  <a:lnTo>
                    <a:pt x="1030924" y="1430878"/>
                  </a:lnTo>
                  <a:lnTo>
                    <a:pt x="1030936" y="1430911"/>
                  </a:lnTo>
                  <a:lnTo>
                    <a:pt x="1030943" y="1430939"/>
                  </a:lnTo>
                  <a:lnTo>
                    <a:pt x="1030948" y="1430955"/>
                  </a:lnTo>
                  <a:lnTo>
                    <a:pt x="1030953" y="1430962"/>
                  </a:lnTo>
                  <a:lnTo>
                    <a:pt x="1030960" y="1430969"/>
                  </a:lnTo>
                  <a:lnTo>
                    <a:pt x="1030968" y="1430974"/>
                  </a:lnTo>
                  <a:lnTo>
                    <a:pt x="1030979" y="1430977"/>
                  </a:lnTo>
                  <a:lnTo>
                    <a:pt x="1030987" y="1430979"/>
                  </a:lnTo>
                  <a:lnTo>
                    <a:pt x="1031000" y="1430973"/>
                  </a:lnTo>
                  <a:lnTo>
                    <a:pt x="1031020" y="1430964"/>
                  </a:lnTo>
                  <a:lnTo>
                    <a:pt x="1031039" y="1430948"/>
                  </a:lnTo>
                  <a:lnTo>
                    <a:pt x="1031059" y="1430929"/>
                  </a:lnTo>
                  <a:lnTo>
                    <a:pt x="1031079" y="1430908"/>
                  </a:lnTo>
                  <a:lnTo>
                    <a:pt x="1031092" y="1430890"/>
                  </a:lnTo>
                  <a:lnTo>
                    <a:pt x="1031104" y="1430871"/>
                  </a:lnTo>
                  <a:lnTo>
                    <a:pt x="1031118" y="1430846"/>
                  </a:lnTo>
                  <a:lnTo>
                    <a:pt x="1031122" y="1430837"/>
                  </a:lnTo>
                  <a:lnTo>
                    <a:pt x="1031130" y="1430813"/>
                  </a:lnTo>
                  <a:lnTo>
                    <a:pt x="1031136" y="1430786"/>
                  </a:lnTo>
                  <a:lnTo>
                    <a:pt x="1031145" y="1430765"/>
                  </a:lnTo>
                  <a:lnTo>
                    <a:pt x="1031154" y="1430737"/>
                  </a:lnTo>
                  <a:lnTo>
                    <a:pt x="1031163" y="1430716"/>
                  </a:lnTo>
                  <a:lnTo>
                    <a:pt x="1031172" y="1430693"/>
                  </a:lnTo>
                  <a:lnTo>
                    <a:pt x="1031182" y="1430676"/>
                  </a:lnTo>
                  <a:lnTo>
                    <a:pt x="1031197" y="1430655"/>
                  </a:lnTo>
                  <a:lnTo>
                    <a:pt x="1031207" y="1430642"/>
                  </a:lnTo>
                  <a:lnTo>
                    <a:pt x="1031214" y="1430640"/>
                  </a:lnTo>
                  <a:lnTo>
                    <a:pt x="1031222" y="1430639"/>
                  </a:lnTo>
                  <a:lnTo>
                    <a:pt x="1031229" y="1430640"/>
                  </a:lnTo>
                  <a:lnTo>
                    <a:pt x="1031244" y="1430651"/>
                  </a:lnTo>
                  <a:lnTo>
                    <a:pt x="1031256" y="1430659"/>
                  </a:lnTo>
                  <a:lnTo>
                    <a:pt x="1031268" y="1430664"/>
                  </a:lnTo>
                  <a:lnTo>
                    <a:pt x="1031273" y="1430664"/>
                  </a:lnTo>
                  <a:lnTo>
                    <a:pt x="1031281" y="1430664"/>
                  </a:lnTo>
                  <a:lnTo>
                    <a:pt x="1031288" y="1430664"/>
                  </a:lnTo>
                  <a:lnTo>
                    <a:pt x="1031296" y="1430666"/>
                  </a:lnTo>
                  <a:lnTo>
                    <a:pt x="1031307" y="1430666"/>
                  </a:lnTo>
                  <a:lnTo>
                    <a:pt x="1031313" y="1430664"/>
                  </a:lnTo>
                  <a:lnTo>
                    <a:pt x="1031320" y="1430660"/>
                  </a:lnTo>
                  <a:lnTo>
                    <a:pt x="1031330" y="1430651"/>
                  </a:lnTo>
                  <a:lnTo>
                    <a:pt x="1031338" y="1430639"/>
                  </a:lnTo>
                  <a:lnTo>
                    <a:pt x="1031341" y="1430632"/>
                  </a:lnTo>
                  <a:lnTo>
                    <a:pt x="1031343" y="1430620"/>
                  </a:lnTo>
                  <a:lnTo>
                    <a:pt x="1031341" y="1430608"/>
                  </a:lnTo>
                  <a:lnTo>
                    <a:pt x="1031338" y="1430597"/>
                  </a:lnTo>
                  <a:lnTo>
                    <a:pt x="1031331" y="1430583"/>
                  </a:lnTo>
                  <a:lnTo>
                    <a:pt x="1031326" y="1430567"/>
                  </a:lnTo>
                  <a:lnTo>
                    <a:pt x="1031324" y="1430562"/>
                  </a:lnTo>
                  <a:lnTo>
                    <a:pt x="1031322" y="1430557"/>
                  </a:lnTo>
                  <a:lnTo>
                    <a:pt x="1031321" y="1430545"/>
                  </a:lnTo>
                  <a:lnTo>
                    <a:pt x="1031322" y="1430538"/>
                  </a:lnTo>
                  <a:lnTo>
                    <a:pt x="1031322" y="1430532"/>
                  </a:lnTo>
                  <a:lnTo>
                    <a:pt x="1031324" y="1430527"/>
                  </a:lnTo>
                  <a:lnTo>
                    <a:pt x="1031327" y="1430518"/>
                  </a:lnTo>
                  <a:lnTo>
                    <a:pt x="1031330" y="1430511"/>
                  </a:lnTo>
                  <a:lnTo>
                    <a:pt x="1031339" y="1430499"/>
                  </a:lnTo>
                  <a:lnTo>
                    <a:pt x="1031348" y="1430476"/>
                  </a:lnTo>
                  <a:lnTo>
                    <a:pt x="1031358" y="1430462"/>
                  </a:lnTo>
                  <a:lnTo>
                    <a:pt x="1031372" y="1430443"/>
                  </a:lnTo>
                  <a:lnTo>
                    <a:pt x="1031382" y="1430430"/>
                  </a:lnTo>
                  <a:lnTo>
                    <a:pt x="1031388" y="1430420"/>
                  </a:lnTo>
                  <a:lnTo>
                    <a:pt x="1031400" y="1430402"/>
                  </a:lnTo>
                  <a:lnTo>
                    <a:pt x="1031415" y="1430376"/>
                  </a:lnTo>
                  <a:lnTo>
                    <a:pt x="1031425" y="1430360"/>
                  </a:lnTo>
                  <a:lnTo>
                    <a:pt x="1031430" y="1430346"/>
                  </a:lnTo>
                  <a:lnTo>
                    <a:pt x="1031429" y="1430341"/>
                  </a:lnTo>
                  <a:lnTo>
                    <a:pt x="1031428" y="1430335"/>
                  </a:lnTo>
                  <a:lnTo>
                    <a:pt x="1031424" y="1430327"/>
                  </a:lnTo>
                  <a:lnTo>
                    <a:pt x="1031421" y="1430314"/>
                  </a:lnTo>
                  <a:lnTo>
                    <a:pt x="1031414" y="1430295"/>
                  </a:lnTo>
                  <a:lnTo>
                    <a:pt x="1031407" y="1430271"/>
                  </a:lnTo>
                  <a:lnTo>
                    <a:pt x="1031405" y="1430241"/>
                  </a:lnTo>
                  <a:lnTo>
                    <a:pt x="1031402" y="1430231"/>
                  </a:lnTo>
                  <a:lnTo>
                    <a:pt x="1031396" y="1430224"/>
                  </a:lnTo>
                  <a:lnTo>
                    <a:pt x="1031381" y="1430206"/>
                  </a:lnTo>
                  <a:lnTo>
                    <a:pt x="1031374" y="1430194"/>
                  </a:lnTo>
                  <a:lnTo>
                    <a:pt x="1031366" y="1430184"/>
                  </a:lnTo>
                  <a:lnTo>
                    <a:pt x="1031351" y="1430166"/>
                  </a:lnTo>
                  <a:lnTo>
                    <a:pt x="1031342" y="1430152"/>
                  </a:lnTo>
                  <a:lnTo>
                    <a:pt x="1031335" y="1430142"/>
                  </a:lnTo>
                  <a:lnTo>
                    <a:pt x="1031332" y="1430135"/>
                  </a:lnTo>
                  <a:lnTo>
                    <a:pt x="1031330" y="1430123"/>
                  </a:lnTo>
                  <a:lnTo>
                    <a:pt x="1031330" y="1430118"/>
                  </a:lnTo>
                  <a:lnTo>
                    <a:pt x="1031332" y="1430112"/>
                  </a:lnTo>
                  <a:lnTo>
                    <a:pt x="1031335" y="1430109"/>
                  </a:lnTo>
                  <a:lnTo>
                    <a:pt x="1031338" y="1430105"/>
                  </a:lnTo>
                  <a:lnTo>
                    <a:pt x="1031343" y="1430103"/>
                  </a:lnTo>
                  <a:lnTo>
                    <a:pt x="1031348" y="1430103"/>
                  </a:lnTo>
                  <a:lnTo>
                    <a:pt x="1031358" y="1430103"/>
                  </a:lnTo>
                  <a:lnTo>
                    <a:pt x="1031367" y="1430107"/>
                  </a:lnTo>
                  <a:lnTo>
                    <a:pt x="1031379" y="1430112"/>
                  </a:lnTo>
                  <a:lnTo>
                    <a:pt x="1031399" y="1430120"/>
                  </a:lnTo>
                  <a:lnTo>
                    <a:pt x="1031414" y="1430127"/>
                  </a:lnTo>
                  <a:lnTo>
                    <a:pt x="1031426" y="1430138"/>
                  </a:lnTo>
                  <a:lnTo>
                    <a:pt x="1031446" y="1430157"/>
                  </a:lnTo>
                  <a:lnTo>
                    <a:pt x="1031463" y="1430170"/>
                  </a:lnTo>
                  <a:lnTo>
                    <a:pt x="1031477" y="1430179"/>
                  </a:lnTo>
                  <a:lnTo>
                    <a:pt x="1031490" y="1430184"/>
                  </a:lnTo>
                  <a:lnTo>
                    <a:pt x="1031502" y="1430186"/>
                  </a:lnTo>
                  <a:lnTo>
                    <a:pt x="1031512" y="1430187"/>
                  </a:lnTo>
                  <a:lnTo>
                    <a:pt x="1031520" y="1430186"/>
                  </a:lnTo>
                  <a:lnTo>
                    <a:pt x="1031534" y="1430180"/>
                  </a:lnTo>
                  <a:lnTo>
                    <a:pt x="1031555" y="1430164"/>
                  </a:lnTo>
                  <a:lnTo>
                    <a:pt x="1031580" y="1430143"/>
                  </a:lnTo>
                  <a:lnTo>
                    <a:pt x="1031597" y="1430118"/>
                  </a:lnTo>
                  <a:lnTo>
                    <a:pt x="1031609" y="1430095"/>
                  </a:lnTo>
                  <a:lnTo>
                    <a:pt x="1031614" y="1430083"/>
                  </a:lnTo>
                  <a:lnTo>
                    <a:pt x="1031617" y="1430073"/>
                  </a:lnTo>
                  <a:lnTo>
                    <a:pt x="1031617" y="1430057"/>
                  </a:lnTo>
                  <a:lnTo>
                    <a:pt x="1031615" y="1430031"/>
                  </a:lnTo>
                  <a:lnTo>
                    <a:pt x="1031613" y="1430010"/>
                  </a:lnTo>
                  <a:lnTo>
                    <a:pt x="1031611" y="1429999"/>
                  </a:lnTo>
                  <a:lnTo>
                    <a:pt x="1031613" y="1429989"/>
                  </a:lnTo>
                  <a:lnTo>
                    <a:pt x="1031613" y="1429983"/>
                  </a:lnTo>
                  <a:lnTo>
                    <a:pt x="1031616" y="1429975"/>
                  </a:lnTo>
                  <a:lnTo>
                    <a:pt x="1031624" y="1429961"/>
                  </a:lnTo>
                  <a:lnTo>
                    <a:pt x="1031632" y="1429950"/>
                  </a:lnTo>
                  <a:lnTo>
                    <a:pt x="1031636" y="1429946"/>
                  </a:lnTo>
                  <a:lnTo>
                    <a:pt x="1031646" y="1429941"/>
                  </a:lnTo>
                  <a:lnTo>
                    <a:pt x="1031656" y="1429936"/>
                  </a:lnTo>
                  <a:lnTo>
                    <a:pt x="1031673" y="1429932"/>
                  </a:lnTo>
                  <a:lnTo>
                    <a:pt x="1031701" y="1429927"/>
                  </a:lnTo>
                  <a:lnTo>
                    <a:pt x="1031728" y="1429927"/>
                  </a:lnTo>
                  <a:lnTo>
                    <a:pt x="1031763" y="1429932"/>
                  </a:lnTo>
                  <a:lnTo>
                    <a:pt x="1031783" y="1429935"/>
                  </a:lnTo>
                  <a:lnTo>
                    <a:pt x="1031792" y="1429938"/>
                  </a:lnTo>
                  <a:lnTo>
                    <a:pt x="1031802" y="1429942"/>
                  </a:lnTo>
                  <a:lnTo>
                    <a:pt x="1031809" y="1429943"/>
                  </a:lnTo>
                  <a:lnTo>
                    <a:pt x="1031814" y="1429947"/>
                  </a:lnTo>
                  <a:lnTo>
                    <a:pt x="1031821" y="1429954"/>
                  </a:lnTo>
                  <a:lnTo>
                    <a:pt x="1031827" y="1429959"/>
                  </a:lnTo>
                  <a:lnTo>
                    <a:pt x="1031831" y="1429962"/>
                  </a:lnTo>
                  <a:lnTo>
                    <a:pt x="1031839" y="1429964"/>
                  </a:lnTo>
                  <a:lnTo>
                    <a:pt x="1031848" y="1429964"/>
                  </a:lnTo>
                  <a:lnTo>
                    <a:pt x="1031854" y="1429966"/>
                  </a:lnTo>
                  <a:lnTo>
                    <a:pt x="1031859" y="1429967"/>
                  </a:lnTo>
                  <a:lnTo>
                    <a:pt x="1031873" y="1429971"/>
                  </a:lnTo>
                  <a:lnTo>
                    <a:pt x="1031883" y="1429972"/>
                  </a:lnTo>
                  <a:lnTo>
                    <a:pt x="1031893" y="1429972"/>
                  </a:lnTo>
                  <a:lnTo>
                    <a:pt x="1031903" y="1429972"/>
                  </a:lnTo>
                  <a:lnTo>
                    <a:pt x="1031908" y="1429969"/>
                  </a:lnTo>
                  <a:lnTo>
                    <a:pt x="1031913" y="1429963"/>
                  </a:lnTo>
                  <a:lnTo>
                    <a:pt x="1031918" y="1429956"/>
                  </a:lnTo>
                  <a:lnTo>
                    <a:pt x="1031925" y="1429945"/>
                  </a:lnTo>
                  <a:lnTo>
                    <a:pt x="1031928" y="1429939"/>
                  </a:lnTo>
                  <a:lnTo>
                    <a:pt x="1031929" y="1429925"/>
                  </a:lnTo>
                  <a:lnTo>
                    <a:pt x="1031931" y="1429904"/>
                  </a:lnTo>
                  <a:lnTo>
                    <a:pt x="1031933" y="1429895"/>
                  </a:lnTo>
                  <a:lnTo>
                    <a:pt x="1031939" y="1429886"/>
                  </a:lnTo>
                  <a:lnTo>
                    <a:pt x="1031941" y="1429879"/>
                  </a:lnTo>
                  <a:lnTo>
                    <a:pt x="1031944" y="1429876"/>
                  </a:lnTo>
                  <a:lnTo>
                    <a:pt x="1031949" y="1429860"/>
                  </a:lnTo>
                  <a:lnTo>
                    <a:pt x="1031956" y="1429849"/>
                  </a:lnTo>
                  <a:lnTo>
                    <a:pt x="1031962" y="1429840"/>
                  </a:lnTo>
                  <a:lnTo>
                    <a:pt x="1031981" y="1429828"/>
                  </a:lnTo>
                  <a:lnTo>
                    <a:pt x="1032017" y="1429809"/>
                  </a:lnTo>
                  <a:lnTo>
                    <a:pt x="1032037" y="1429794"/>
                  </a:lnTo>
                  <a:lnTo>
                    <a:pt x="1032046" y="1429786"/>
                  </a:lnTo>
                  <a:lnTo>
                    <a:pt x="1032047" y="1429780"/>
                  </a:lnTo>
                  <a:lnTo>
                    <a:pt x="1032047" y="1429773"/>
                  </a:lnTo>
                  <a:lnTo>
                    <a:pt x="1032047" y="1429763"/>
                  </a:lnTo>
                  <a:lnTo>
                    <a:pt x="1032039" y="1429733"/>
                  </a:lnTo>
                  <a:lnTo>
                    <a:pt x="1032038" y="1429723"/>
                  </a:lnTo>
                  <a:lnTo>
                    <a:pt x="1032040" y="1429712"/>
                  </a:lnTo>
                  <a:lnTo>
                    <a:pt x="1032042" y="1429705"/>
                  </a:lnTo>
                  <a:lnTo>
                    <a:pt x="1032045" y="1429698"/>
                  </a:lnTo>
                  <a:lnTo>
                    <a:pt x="1032055" y="1429686"/>
                  </a:lnTo>
                  <a:lnTo>
                    <a:pt x="1032067" y="1429677"/>
                  </a:lnTo>
                  <a:lnTo>
                    <a:pt x="1032075" y="1429675"/>
                  </a:lnTo>
                  <a:lnTo>
                    <a:pt x="1032080" y="1429675"/>
                  </a:lnTo>
                  <a:lnTo>
                    <a:pt x="1032087" y="1429675"/>
                  </a:lnTo>
                  <a:lnTo>
                    <a:pt x="1032112" y="1429692"/>
                  </a:lnTo>
                  <a:lnTo>
                    <a:pt x="1032132" y="1429705"/>
                  </a:lnTo>
                  <a:lnTo>
                    <a:pt x="1032139" y="1429711"/>
                  </a:lnTo>
                  <a:lnTo>
                    <a:pt x="1032154" y="1429718"/>
                  </a:lnTo>
                  <a:lnTo>
                    <a:pt x="1032163" y="1429721"/>
                  </a:lnTo>
                  <a:lnTo>
                    <a:pt x="1032175" y="1429725"/>
                  </a:lnTo>
                  <a:lnTo>
                    <a:pt x="1032183" y="1429727"/>
                  </a:lnTo>
                  <a:lnTo>
                    <a:pt x="1032188" y="1429726"/>
                  </a:lnTo>
                  <a:lnTo>
                    <a:pt x="1032193" y="1429725"/>
                  </a:lnTo>
                  <a:lnTo>
                    <a:pt x="1032198" y="1429721"/>
                  </a:lnTo>
                  <a:lnTo>
                    <a:pt x="1032206" y="1429712"/>
                  </a:lnTo>
                  <a:lnTo>
                    <a:pt x="1032220" y="1429682"/>
                  </a:lnTo>
                  <a:lnTo>
                    <a:pt x="1032228" y="1429663"/>
                  </a:lnTo>
                  <a:lnTo>
                    <a:pt x="1032234" y="1429644"/>
                  </a:lnTo>
                  <a:lnTo>
                    <a:pt x="1032241" y="1429623"/>
                  </a:lnTo>
                  <a:lnTo>
                    <a:pt x="1032249" y="1429603"/>
                  </a:lnTo>
                  <a:lnTo>
                    <a:pt x="1032254" y="1429599"/>
                  </a:lnTo>
                  <a:lnTo>
                    <a:pt x="1032269" y="1429589"/>
                  </a:lnTo>
                  <a:lnTo>
                    <a:pt x="1032281" y="1429582"/>
                  </a:lnTo>
                  <a:lnTo>
                    <a:pt x="1032289" y="1429582"/>
                  </a:lnTo>
                  <a:lnTo>
                    <a:pt x="1032294" y="1429580"/>
                  </a:lnTo>
                  <a:lnTo>
                    <a:pt x="1032308" y="1429584"/>
                  </a:lnTo>
                  <a:lnTo>
                    <a:pt x="1032326" y="1429585"/>
                  </a:lnTo>
                  <a:lnTo>
                    <a:pt x="1032340" y="1429588"/>
                  </a:lnTo>
                  <a:lnTo>
                    <a:pt x="1032346" y="1429592"/>
                  </a:lnTo>
                  <a:lnTo>
                    <a:pt x="1032350" y="1429595"/>
                  </a:lnTo>
                  <a:lnTo>
                    <a:pt x="1032368" y="1429606"/>
                  </a:lnTo>
                  <a:lnTo>
                    <a:pt x="1032378" y="1429613"/>
                  </a:lnTo>
                  <a:lnTo>
                    <a:pt x="1032397" y="1429621"/>
                  </a:lnTo>
                  <a:lnTo>
                    <a:pt x="1032407" y="1429623"/>
                  </a:lnTo>
                  <a:lnTo>
                    <a:pt x="1032415" y="1429624"/>
                  </a:lnTo>
                  <a:lnTo>
                    <a:pt x="1032424" y="1429624"/>
                  </a:lnTo>
                  <a:lnTo>
                    <a:pt x="1032451" y="1429622"/>
                  </a:lnTo>
                  <a:lnTo>
                    <a:pt x="1032484" y="1429613"/>
                  </a:lnTo>
                  <a:lnTo>
                    <a:pt x="1032499" y="1429610"/>
                  </a:lnTo>
                  <a:lnTo>
                    <a:pt x="1032514" y="1429608"/>
                  </a:lnTo>
                  <a:lnTo>
                    <a:pt x="1032521" y="1429604"/>
                  </a:lnTo>
                  <a:lnTo>
                    <a:pt x="1032526" y="1429599"/>
                  </a:lnTo>
                  <a:lnTo>
                    <a:pt x="1032537" y="1429586"/>
                  </a:lnTo>
                  <a:lnTo>
                    <a:pt x="1032551" y="1429571"/>
                  </a:lnTo>
                  <a:lnTo>
                    <a:pt x="1032564" y="1429548"/>
                  </a:lnTo>
                  <a:lnTo>
                    <a:pt x="1032574" y="1429530"/>
                  </a:lnTo>
                  <a:lnTo>
                    <a:pt x="1032582" y="1429513"/>
                  </a:lnTo>
                  <a:lnTo>
                    <a:pt x="1032594" y="1429488"/>
                  </a:lnTo>
                  <a:lnTo>
                    <a:pt x="1032607" y="1429462"/>
                  </a:lnTo>
                  <a:lnTo>
                    <a:pt x="1032615" y="1429435"/>
                  </a:lnTo>
                  <a:lnTo>
                    <a:pt x="1032616" y="1429423"/>
                  </a:lnTo>
                  <a:lnTo>
                    <a:pt x="1032616" y="1429414"/>
                  </a:lnTo>
                  <a:lnTo>
                    <a:pt x="1032616" y="1429402"/>
                  </a:lnTo>
                  <a:lnTo>
                    <a:pt x="1032614" y="1429383"/>
                  </a:lnTo>
                  <a:lnTo>
                    <a:pt x="1032614" y="1429367"/>
                  </a:lnTo>
                  <a:lnTo>
                    <a:pt x="1032617" y="1429342"/>
                  </a:lnTo>
                  <a:lnTo>
                    <a:pt x="1032618" y="1429327"/>
                  </a:lnTo>
                  <a:lnTo>
                    <a:pt x="1032622" y="1429313"/>
                  </a:lnTo>
                  <a:lnTo>
                    <a:pt x="1032626" y="1429307"/>
                  </a:lnTo>
                  <a:lnTo>
                    <a:pt x="1032634" y="1429295"/>
                  </a:lnTo>
                  <a:lnTo>
                    <a:pt x="1032644" y="1429284"/>
                  </a:lnTo>
                  <a:lnTo>
                    <a:pt x="1032657" y="1429277"/>
                  </a:lnTo>
                  <a:lnTo>
                    <a:pt x="1032686" y="1429261"/>
                  </a:lnTo>
                  <a:lnTo>
                    <a:pt x="1032714" y="1429250"/>
                  </a:lnTo>
                  <a:lnTo>
                    <a:pt x="1032729" y="1429245"/>
                  </a:lnTo>
                  <a:lnTo>
                    <a:pt x="1032744" y="1429240"/>
                  </a:lnTo>
                  <a:lnTo>
                    <a:pt x="1032761" y="1429236"/>
                  </a:lnTo>
                  <a:lnTo>
                    <a:pt x="1032778" y="1429227"/>
                  </a:lnTo>
                  <a:lnTo>
                    <a:pt x="1032799" y="1429216"/>
                  </a:lnTo>
                  <a:lnTo>
                    <a:pt x="1032808" y="1429209"/>
                  </a:lnTo>
                  <a:lnTo>
                    <a:pt x="1032813" y="1429202"/>
                  </a:lnTo>
                  <a:lnTo>
                    <a:pt x="1032816" y="1429199"/>
                  </a:lnTo>
                  <a:lnTo>
                    <a:pt x="1032818" y="1429192"/>
                  </a:lnTo>
                  <a:lnTo>
                    <a:pt x="1032819" y="1429185"/>
                  </a:lnTo>
                  <a:lnTo>
                    <a:pt x="1032819" y="1429176"/>
                  </a:lnTo>
                  <a:lnTo>
                    <a:pt x="1032817" y="1429167"/>
                  </a:lnTo>
                  <a:lnTo>
                    <a:pt x="1032814" y="1429160"/>
                  </a:lnTo>
                  <a:lnTo>
                    <a:pt x="1032811" y="1429156"/>
                  </a:lnTo>
                  <a:lnTo>
                    <a:pt x="1032806" y="1429150"/>
                  </a:lnTo>
                  <a:lnTo>
                    <a:pt x="1032802" y="1429143"/>
                  </a:lnTo>
                  <a:lnTo>
                    <a:pt x="1032799" y="1429135"/>
                  </a:lnTo>
                  <a:lnTo>
                    <a:pt x="1032797" y="1429127"/>
                  </a:lnTo>
                  <a:lnTo>
                    <a:pt x="1032799" y="1429120"/>
                  </a:lnTo>
                  <a:lnTo>
                    <a:pt x="1032797" y="1429115"/>
                  </a:lnTo>
                  <a:lnTo>
                    <a:pt x="1032800" y="1429097"/>
                  </a:lnTo>
                  <a:lnTo>
                    <a:pt x="1032802" y="1429085"/>
                  </a:lnTo>
                  <a:lnTo>
                    <a:pt x="1032805" y="1429076"/>
                  </a:lnTo>
                  <a:lnTo>
                    <a:pt x="1032808" y="1429066"/>
                  </a:lnTo>
                  <a:lnTo>
                    <a:pt x="1032812" y="1429062"/>
                  </a:lnTo>
                  <a:lnTo>
                    <a:pt x="1032826" y="1429051"/>
                  </a:lnTo>
                  <a:lnTo>
                    <a:pt x="1032838" y="1429043"/>
                  </a:lnTo>
                  <a:lnTo>
                    <a:pt x="1032852" y="1429035"/>
                  </a:lnTo>
                  <a:lnTo>
                    <a:pt x="1032872" y="1429023"/>
                  </a:lnTo>
                  <a:lnTo>
                    <a:pt x="1032885" y="1429016"/>
                  </a:lnTo>
                  <a:lnTo>
                    <a:pt x="1032895" y="1429009"/>
                  </a:lnTo>
                  <a:lnTo>
                    <a:pt x="1032909" y="1428998"/>
                  </a:lnTo>
                  <a:lnTo>
                    <a:pt x="1032930" y="1428979"/>
                  </a:lnTo>
                  <a:lnTo>
                    <a:pt x="1032944" y="1428965"/>
                  </a:lnTo>
                  <a:lnTo>
                    <a:pt x="1032952" y="1428954"/>
                  </a:lnTo>
                  <a:lnTo>
                    <a:pt x="1032962" y="1428938"/>
                  </a:lnTo>
                  <a:lnTo>
                    <a:pt x="1032974" y="1428922"/>
                  </a:lnTo>
                  <a:lnTo>
                    <a:pt x="1032985" y="1428905"/>
                  </a:lnTo>
                  <a:lnTo>
                    <a:pt x="1032997" y="1428889"/>
                  </a:lnTo>
                  <a:lnTo>
                    <a:pt x="1033015" y="1428880"/>
                  </a:lnTo>
                  <a:lnTo>
                    <a:pt x="1033059" y="1428876"/>
                  </a:lnTo>
                  <a:lnTo>
                    <a:pt x="1033065" y="1428874"/>
                  </a:lnTo>
                  <a:lnTo>
                    <a:pt x="1033079" y="1428869"/>
                  </a:lnTo>
                  <a:lnTo>
                    <a:pt x="1033087" y="1428863"/>
                  </a:lnTo>
                  <a:lnTo>
                    <a:pt x="1033101" y="1428858"/>
                  </a:lnTo>
                  <a:lnTo>
                    <a:pt x="1033111" y="1428849"/>
                  </a:lnTo>
                  <a:lnTo>
                    <a:pt x="1033117" y="1428844"/>
                  </a:lnTo>
                  <a:lnTo>
                    <a:pt x="1033129" y="1428833"/>
                  </a:lnTo>
                  <a:lnTo>
                    <a:pt x="1033136" y="1428826"/>
                  </a:lnTo>
                  <a:lnTo>
                    <a:pt x="1033145" y="1428812"/>
                  </a:lnTo>
                  <a:lnTo>
                    <a:pt x="1033152" y="1428798"/>
                  </a:lnTo>
                  <a:lnTo>
                    <a:pt x="1033154" y="1428791"/>
                  </a:lnTo>
                  <a:lnTo>
                    <a:pt x="1033155" y="1428782"/>
                  </a:lnTo>
                  <a:lnTo>
                    <a:pt x="1033157" y="1428772"/>
                  </a:lnTo>
                  <a:lnTo>
                    <a:pt x="1033152" y="1428756"/>
                  </a:lnTo>
                  <a:lnTo>
                    <a:pt x="1033147" y="1428744"/>
                  </a:lnTo>
                  <a:lnTo>
                    <a:pt x="1033141" y="1428730"/>
                  </a:lnTo>
                  <a:lnTo>
                    <a:pt x="1033136" y="1428721"/>
                  </a:lnTo>
                  <a:lnTo>
                    <a:pt x="1033131" y="1428712"/>
                  </a:lnTo>
                  <a:lnTo>
                    <a:pt x="1033124" y="1428697"/>
                  </a:lnTo>
                  <a:lnTo>
                    <a:pt x="1033124" y="1428691"/>
                  </a:lnTo>
                  <a:lnTo>
                    <a:pt x="1033123" y="1428679"/>
                  </a:lnTo>
                  <a:lnTo>
                    <a:pt x="1033124" y="1428667"/>
                  </a:lnTo>
                  <a:lnTo>
                    <a:pt x="1033129" y="1428646"/>
                  </a:lnTo>
                  <a:lnTo>
                    <a:pt x="1033139" y="1428627"/>
                  </a:lnTo>
                  <a:lnTo>
                    <a:pt x="1033147" y="1428611"/>
                  </a:lnTo>
                  <a:lnTo>
                    <a:pt x="1033152" y="1428604"/>
                  </a:lnTo>
                  <a:lnTo>
                    <a:pt x="1033152" y="1428595"/>
                  </a:lnTo>
                  <a:lnTo>
                    <a:pt x="1033145" y="1428579"/>
                  </a:lnTo>
                  <a:lnTo>
                    <a:pt x="1033142" y="1428567"/>
                  </a:lnTo>
                  <a:lnTo>
                    <a:pt x="1033142" y="1428556"/>
                  </a:lnTo>
                  <a:lnTo>
                    <a:pt x="1033140" y="1428532"/>
                  </a:lnTo>
                  <a:lnTo>
                    <a:pt x="1033138" y="1428501"/>
                  </a:lnTo>
                  <a:lnTo>
                    <a:pt x="1033139" y="1428488"/>
                  </a:lnTo>
                  <a:lnTo>
                    <a:pt x="1033139" y="1428476"/>
                  </a:lnTo>
                  <a:lnTo>
                    <a:pt x="1033144" y="1428460"/>
                  </a:lnTo>
                  <a:lnTo>
                    <a:pt x="1033147" y="1428455"/>
                  </a:lnTo>
                  <a:lnTo>
                    <a:pt x="1033152" y="1428450"/>
                  </a:lnTo>
                  <a:lnTo>
                    <a:pt x="1033157" y="1428444"/>
                  </a:lnTo>
                  <a:lnTo>
                    <a:pt x="1033162" y="1428439"/>
                  </a:lnTo>
                  <a:lnTo>
                    <a:pt x="1033166" y="1428435"/>
                  </a:lnTo>
                  <a:lnTo>
                    <a:pt x="1033171" y="1428430"/>
                  </a:lnTo>
                  <a:lnTo>
                    <a:pt x="1033179" y="1428427"/>
                  </a:lnTo>
                  <a:lnTo>
                    <a:pt x="1033187" y="1428423"/>
                  </a:lnTo>
                  <a:lnTo>
                    <a:pt x="1033199" y="1428419"/>
                  </a:lnTo>
                  <a:lnTo>
                    <a:pt x="1033209" y="1428418"/>
                  </a:lnTo>
                  <a:lnTo>
                    <a:pt x="1033219" y="1428417"/>
                  </a:lnTo>
                  <a:lnTo>
                    <a:pt x="1033226" y="1428421"/>
                  </a:lnTo>
                  <a:lnTo>
                    <a:pt x="1033229" y="1428424"/>
                  </a:lnTo>
                  <a:lnTo>
                    <a:pt x="1033235" y="1428430"/>
                  </a:lnTo>
                  <a:lnTo>
                    <a:pt x="1033243" y="1428445"/>
                  </a:lnTo>
                  <a:lnTo>
                    <a:pt x="1033252" y="1428457"/>
                  </a:lnTo>
                  <a:lnTo>
                    <a:pt x="1033262" y="1428463"/>
                  </a:lnTo>
                  <a:lnTo>
                    <a:pt x="1033279" y="1428468"/>
                  </a:lnTo>
                  <a:lnTo>
                    <a:pt x="1033292" y="1428471"/>
                  </a:lnTo>
                  <a:lnTo>
                    <a:pt x="1033317" y="1428474"/>
                  </a:lnTo>
                  <a:lnTo>
                    <a:pt x="1033341" y="1428476"/>
                  </a:lnTo>
                  <a:lnTo>
                    <a:pt x="1033364" y="1428479"/>
                  </a:lnTo>
                  <a:lnTo>
                    <a:pt x="1033388" y="1428484"/>
                  </a:lnTo>
                  <a:lnTo>
                    <a:pt x="1033398" y="1428486"/>
                  </a:lnTo>
                  <a:lnTo>
                    <a:pt x="1033410" y="1428489"/>
                  </a:lnTo>
                  <a:lnTo>
                    <a:pt x="1033417" y="1428496"/>
                  </a:lnTo>
                  <a:lnTo>
                    <a:pt x="1033432" y="1428508"/>
                  </a:lnTo>
                  <a:lnTo>
                    <a:pt x="1033455" y="1428520"/>
                  </a:lnTo>
                  <a:lnTo>
                    <a:pt x="1033467" y="1428527"/>
                  </a:lnTo>
                  <a:lnTo>
                    <a:pt x="1033479" y="1428532"/>
                  </a:lnTo>
                  <a:lnTo>
                    <a:pt x="1033487" y="1428534"/>
                  </a:lnTo>
                  <a:lnTo>
                    <a:pt x="1033498" y="1428532"/>
                  </a:lnTo>
                  <a:lnTo>
                    <a:pt x="1033508" y="1428532"/>
                  </a:lnTo>
                  <a:lnTo>
                    <a:pt x="1033519" y="1428528"/>
                  </a:lnTo>
                  <a:lnTo>
                    <a:pt x="1033528" y="1428525"/>
                  </a:lnTo>
                  <a:lnTo>
                    <a:pt x="1033543" y="1428516"/>
                  </a:lnTo>
                  <a:lnTo>
                    <a:pt x="1033558" y="1428505"/>
                  </a:lnTo>
                  <a:lnTo>
                    <a:pt x="1033563" y="1428503"/>
                  </a:lnTo>
                  <a:lnTo>
                    <a:pt x="1033569" y="1428500"/>
                  </a:lnTo>
                  <a:lnTo>
                    <a:pt x="1033588" y="1428493"/>
                  </a:lnTo>
                  <a:lnTo>
                    <a:pt x="1033608" y="1428482"/>
                  </a:lnTo>
                  <a:lnTo>
                    <a:pt x="1033628" y="1428472"/>
                  </a:lnTo>
                  <a:lnTo>
                    <a:pt x="1033658" y="1428459"/>
                  </a:lnTo>
                  <a:lnTo>
                    <a:pt x="1033690" y="1428450"/>
                  </a:lnTo>
                  <a:lnTo>
                    <a:pt x="1033717" y="1428445"/>
                  </a:lnTo>
                  <a:lnTo>
                    <a:pt x="1033735" y="1428439"/>
                  </a:lnTo>
                  <a:lnTo>
                    <a:pt x="1033755" y="1428432"/>
                  </a:lnTo>
                  <a:lnTo>
                    <a:pt x="1033777" y="1428428"/>
                  </a:lnTo>
                  <a:lnTo>
                    <a:pt x="1033809" y="1428416"/>
                  </a:lnTo>
                  <a:lnTo>
                    <a:pt x="1033827" y="1428409"/>
                  </a:lnTo>
                  <a:lnTo>
                    <a:pt x="1033835" y="1428401"/>
                  </a:lnTo>
                  <a:lnTo>
                    <a:pt x="1033843" y="1428380"/>
                  </a:lnTo>
                  <a:lnTo>
                    <a:pt x="1033849" y="1428372"/>
                  </a:lnTo>
                  <a:lnTo>
                    <a:pt x="1033852" y="1428349"/>
                  </a:lnTo>
                  <a:lnTo>
                    <a:pt x="1033853" y="1428319"/>
                  </a:lnTo>
                  <a:lnTo>
                    <a:pt x="1033853" y="1428296"/>
                  </a:lnTo>
                  <a:lnTo>
                    <a:pt x="1033848" y="1428265"/>
                  </a:lnTo>
                  <a:lnTo>
                    <a:pt x="1033843" y="1428246"/>
                  </a:lnTo>
                  <a:lnTo>
                    <a:pt x="1033834" y="1428221"/>
                  </a:lnTo>
                  <a:lnTo>
                    <a:pt x="1033832" y="1428209"/>
                  </a:lnTo>
                  <a:lnTo>
                    <a:pt x="1033832" y="1428198"/>
                  </a:lnTo>
                  <a:lnTo>
                    <a:pt x="1033834" y="1428191"/>
                  </a:lnTo>
                  <a:lnTo>
                    <a:pt x="1033835" y="1428186"/>
                  </a:lnTo>
                  <a:lnTo>
                    <a:pt x="1033839" y="1428179"/>
                  </a:lnTo>
                  <a:lnTo>
                    <a:pt x="1033849" y="1428167"/>
                  </a:lnTo>
                  <a:lnTo>
                    <a:pt x="1033872" y="1428149"/>
                  </a:lnTo>
                  <a:lnTo>
                    <a:pt x="1033898" y="1428139"/>
                  </a:lnTo>
                  <a:lnTo>
                    <a:pt x="1033924" y="1428115"/>
                  </a:lnTo>
                  <a:lnTo>
                    <a:pt x="1033946" y="1428100"/>
                  </a:lnTo>
                  <a:lnTo>
                    <a:pt x="1033960" y="1428091"/>
                  </a:lnTo>
                  <a:lnTo>
                    <a:pt x="1033969" y="1428070"/>
                  </a:lnTo>
                  <a:lnTo>
                    <a:pt x="1033980" y="1428049"/>
                  </a:lnTo>
                  <a:lnTo>
                    <a:pt x="1033991" y="1428022"/>
                  </a:lnTo>
                  <a:lnTo>
                    <a:pt x="1034009" y="1427980"/>
                  </a:lnTo>
                  <a:lnTo>
                    <a:pt x="1034021" y="1427948"/>
                  </a:lnTo>
                  <a:lnTo>
                    <a:pt x="1034026" y="1427932"/>
                  </a:lnTo>
                  <a:lnTo>
                    <a:pt x="1034028" y="1427918"/>
                  </a:lnTo>
                  <a:lnTo>
                    <a:pt x="1034033" y="1427913"/>
                  </a:lnTo>
                  <a:lnTo>
                    <a:pt x="1034040" y="1427904"/>
                  </a:lnTo>
                  <a:lnTo>
                    <a:pt x="1034048" y="1427893"/>
                  </a:lnTo>
                  <a:lnTo>
                    <a:pt x="1034056" y="1427888"/>
                  </a:lnTo>
                  <a:lnTo>
                    <a:pt x="1034068" y="1427881"/>
                  </a:lnTo>
                  <a:lnTo>
                    <a:pt x="1034098" y="1427868"/>
                  </a:lnTo>
                  <a:lnTo>
                    <a:pt x="1034137" y="1427852"/>
                  </a:lnTo>
                  <a:lnTo>
                    <a:pt x="1034172" y="1427840"/>
                  </a:lnTo>
                  <a:lnTo>
                    <a:pt x="1034202" y="1427827"/>
                  </a:lnTo>
                  <a:lnTo>
                    <a:pt x="1034217" y="1427820"/>
                  </a:lnTo>
                  <a:lnTo>
                    <a:pt x="1034232" y="1427804"/>
                  </a:lnTo>
                  <a:lnTo>
                    <a:pt x="1034242" y="1427795"/>
                  </a:lnTo>
                  <a:lnTo>
                    <a:pt x="1034254" y="1427785"/>
                  </a:lnTo>
                  <a:lnTo>
                    <a:pt x="1034274" y="1427779"/>
                  </a:lnTo>
                  <a:lnTo>
                    <a:pt x="1034284" y="1427774"/>
                  </a:lnTo>
                  <a:lnTo>
                    <a:pt x="1034296" y="1427772"/>
                  </a:lnTo>
                  <a:lnTo>
                    <a:pt x="1034311" y="1427772"/>
                  </a:lnTo>
                  <a:lnTo>
                    <a:pt x="1034331" y="1427770"/>
                  </a:lnTo>
                  <a:lnTo>
                    <a:pt x="1034356" y="1427770"/>
                  </a:lnTo>
                  <a:lnTo>
                    <a:pt x="1034383" y="1427769"/>
                  </a:lnTo>
                  <a:lnTo>
                    <a:pt x="1034406" y="1427769"/>
                  </a:lnTo>
                  <a:lnTo>
                    <a:pt x="1034418" y="1427766"/>
                  </a:lnTo>
                  <a:lnTo>
                    <a:pt x="1034430" y="1427762"/>
                  </a:lnTo>
                  <a:lnTo>
                    <a:pt x="1034457" y="1427751"/>
                  </a:lnTo>
                  <a:lnTo>
                    <a:pt x="1034470" y="1427744"/>
                  </a:lnTo>
                  <a:lnTo>
                    <a:pt x="1034505" y="1427726"/>
                  </a:lnTo>
                  <a:lnTo>
                    <a:pt x="1034514" y="1427717"/>
                  </a:lnTo>
                  <a:lnTo>
                    <a:pt x="1034524" y="1427708"/>
                  </a:lnTo>
                  <a:lnTo>
                    <a:pt x="1034544" y="1427698"/>
                  </a:lnTo>
                  <a:lnTo>
                    <a:pt x="1034561" y="1427686"/>
                  </a:lnTo>
                  <a:lnTo>
                    <a:pt x="1034575" y="1427667"/>
                  </a:lnTo>
                  <a:lnTo>
                    <a:pt x="1034586" y="1427645"/>
                  </a:lnTo>
                  <a:lnTo>
                    <a:pt x="1034599" y="1427630"/>
                  </a:lnTo>
                  <a:lnTo>
                    <a:pt x="1034623" y="1427617"/>
                  </a:lnTo>
                  <a:lnTo>
                    <a:pt x="1034637" y="1427615"/>
                  </a:lnTo>
                  <a:lnTo>
                    <a:pt x="1034650" y="1427613"/>
                  </a:lnTo>
                  <a:lnTo>
                    <a:pt x="1034662" y="1427615"/>
                  </a:lnTo>
                  <a:lnTo>
                    <a:pt x="1034679" y="1427616"/>
                  </a:lnTo>
                  <a:lnTo>
                    <a:pt x="1034697" y="1427621"/>
                  </a:lnTo>
                  <a:lnTo>
                    <a:pt x="1034713" y="1427625"/>
                  </a:lnTo>
                  <a:lnTo>
                    <a:pt x="1034723" y="1427624"/>
                  </a:lnTo>
                  <a:lnTo>
                    <a:pt x="1034733" y="1427626"/>
                  </a:lnTo>
                  <a:lnTo>
                    <a:pt x="1034740" y="1427622"/>
                  </a:lnTo>
                  <a:lnTo>
                    <a:pt x="1034744" y="1427619"/>
                  </a:lnTo>
                  <a:lnTo>
                    <a:pt x="1034749" y="1427614"/>
                  </a:lnTo>
                  <a:lnTo>
                    <a:pt x="1034751" y="1427608"/>
                  </a:lnTo>
                  <a:lnTo>
                    <a:pt x="1034753" y="1427594"/>
                  </a:lnTo>
                  <a:lnTo>
                    <a:pt x="1034754" y="1427580"/>
                  </a:lnTo>
                  <a:lnTo>
                    <a:pt x="1034753" y="1427574"/>
                  </a:lnTo>
                  <a:lnTo>
                    <a:pt x="1034752" y="1427556"/>
                  </a:lnTo>
                  <a:lnTo>
                    <a:pt x="1034745" y="1427534"/>
                  </a:lnTo>
                  <a:lnTo>
                    <a:pt x="1034741" y="1427517"/>
                  </a:lnTo>
                  <a:lnTo>
                    <a:pt x="1034733" y="1427500"/>
                  </a:lnTo>
                  <a:lnTo>
                    <a:pt x="1034718" y="1427477"/>
                  </a:lnTo>
                  <a:lnTo>
                    <a:pt x="1034703" y="1427446"/>
                  </a:lnTo>
                  <a:lnTo>
                    <a:pt x="1034697" y="1427410"/>
                  </a:lnTo>
                  <a:lnTo>
                    <a:pt x="1034695" y="1427350"/>
                  </a:lnTo>
                  <a:lnTo>
                    <a:pt x="1034705" y="1427275"/>
                  </a:lnTo>
                  <a:lnTo>
                    <a:pt x="1034711" y="1427218"/>
                  </a:lnTo>
                  <a:lnTo>
                    <a:pt x="1034720" y="1427148"/>
                  </a:lnTo>
                  <a:lnTo>
                    <a:pt x="1034734" y="1427089"/>
                  </a:lnTo>
                  <a:lnTo>
                    <a:pt x="1034747" y="1427056"/>
                  </a:lnTo>
                  <a:lnTo>
                    <a:pt x="1034761" y="1427019"/>
                  </a:lnTo>
                  <a:lnTo>
                    <a:pt x="1034763" y="1426999"/>
                  </a:lnTo>
                  <a:lnTo>
                    <a:pt x="1034757" y="1426966"/>
                  </a:lnTo>
                  <a:lnTo>
                    <a:pt x="1034757" y="1426938"/>
                  </a:lnTo>
                  <a:lnTo>
                    <a:pt x="1034760" y="1426919"/>
                  </a:lnTo>
                  <a:lnTo>
                    <a:pt x="1034766" y="1426892"/>
                  </a:lnTo>
                  <a:lnTo>
                    <a:pt x="1034768" y="1426873"/>
                  </a:lnTo>
                  <a:lnTo>
                    <a:pt x="1034776" y="1426851"/>
                  </a:lnTo>
                  <a:lnTo>
                    <a:pt x="1034783" y="1426830"/>
                  </a:lnTo>
                  <a:lnTo>
                    <a:pt x="1034788" y="1426817"/>
                  </a:lnTo>
                  <a:lnTo>
                    <a:pt x="1034791" y="1426812"/>
                  </a:lnTo>
                  <a:lnTo>
                    <a:pt x="1034798" y="1426805"/>
                  </a:lnTo>
                  <a:lnTo>
                    <a:pt x="1034803" y="1426800"/>
                  </a:lnTo>
                  <a:lnTo>
                    <a:pt x="1034815" y="1426789"/>
                  </a:lnTo>
                  <a:lnTo>
                    <a:pt x="1034835" y="1426775"/>
                  </a:lnTo>
                  <a:lnTo>
                    <a:pt x="1034853" y="1426755"/>
                  </a:lnTo>
                  <a:lnTo>
                    <a:pt x="1034863" y="1426746"/>
                  </a:lnTo>
                  <a:lnTo>
                    <a:pt x="1034873" y="1426741"/>
                  </a:lnTo>
                  <a:lnTo>
                    <a:pt x="1034898" y="1426727"/>
                  </a:lnTo>
                  <a:lnTo>
                    <a:pt x="1034915" y="1426718"/>
                  </a:lnTo>
                  <a:lnTo>
                    <a:pt x="1034933" y="1426711"/>
                  </a:lnTo>
                  <a:lnTo>
                    <a:pt x="1034943" y="1426707"/>
                  </a:lnTo>
                  <a:lnTo>
                    <a:pt x="1034958" y="1426707"/>
                  </a:lnTo>
                  <a:lnTo>
                    <a:pt x="1034973" y="1426702"/>
                  </a:lnTo>
                  <a:lnTo>
                    <a:pt x="1034988" y="1426695"/>
                  </a:lnTo>
                  <a:lnTo>
                    <a:pt x="1035015" y="1426672"/>
                  </a:lnTo>
                  <a:lnTo>
                    <a:pt x="1035028" y="1426656"/>
                  </a:lnTo>
                  <a:lnTo>
                    <a:pt x="1035036" y="1426642"/>
                  </a:lnTo>
                  <a:lnTo>
                    <a:pt x="1035038" y="1426631"/>
                  </a:lnTo>
                  <a:lnTo>
                    <a:pt x="1035038" y="1426621"/>
                  </a:lnTo>
                  <a:lnTo>
                    <a:pt x="1035038" y="1426610"/>
                  </a:lnTo>
                  <a:lnTo>
                    <a:pt x="1035036" y="1426596"/>
                  </a:lnTo>
                  <a:lnTo>
                    <a:pt x="1035034" y="1426589"/>
                  </a:lnTo>
                  <a:lnTo>
                    <a:pt x="1035032" y="1426582"/>
                  </a:lnTo>
                  <a:lnTo>
                    <a:pt x="1035031" y="1426575"/>
                  </a:lnTo>
                  <a:lnTo>
                    <a:pt x="1035027" y="1426572"/>
                  </a:lnTo>
                  <a:lnTo>
                    <a:pt x="1035012" y="1426553"/>
                  </a:lnTo>
                  <a:lnTo>
                    <a:pt x="1035002" y="1426537"/>
                  </a:lnTo>
                  <a:lnTo>
                    <a:pt x="1034988" y="1426516"/>
                  </a:lnTo>
                  <a:lnTo>
                    <a:pt x="1034983" y="1426509"/>
                  </a:lnTo>
                  <a:lnTo>
                    <a:pt x="1034980" y="1426500"/>
                  </a:lnTo>
                  <a:lnTo>
                    <a:pt x="1034976" y="1426490"/>
                  </a:lnTo>
                  <a:lnTo>
                    <a:pt x="1034974" y="1426485"/>
                  </a:lnTo>
                  <a:lnTo>
                    <a:pt x="1034974" y="1426469"/>
                  </a:lnTo>
                  <a:lnTo>
                    <a:pt x="1034974" y="1426460"/>
                  </a:lnTo>
                  <a:lnTo>
                    <a:pt x="1034976" y="1426453"/>
                  </a:lnTo>
                  <a:lnTo>
                    <a:pt x="1034977" y="1426446"/>
                  </a:lnTo>
                  <a:lnTo>
                    <a:pt x="1034981" y="1426437"/>
                  </a:lnTo>
                  <a:lnTo>
                    <a:pt x="1034989" y="1426423"/>
                  </a:lnTo>
                  <a:lnTo>
                    <a:pt x="1034997" y="1426413"/>
                  </a:lnTo>
                  <a:lnTo>
                    <a:pt x="1035012" y="1426398"/>
                  </a:lnTo>
                  <a:lnTo>
                    <a:pt x="1035026" y="1426390"/>
                  </a:lnTo>
                  <a:lnTo>
                    <a:pt x="1035049" y="1426372"/>
                  </a:lnTo>
                  <a:lnTo>
                    <a:pt x="1035076" y="1426351"/>
                  </a:lnTo>
                  <a:lnTo>
                    <a:pt x="1035089" y="1426336"/>
                  </a:lnTo>
                  <a:lnTo>
                    <a:pt x="1035096" y="1426326"/>
                  </a:lnTo>
                  <a:lnTo>
                    <a:pt x="1035101" y="1426317"/>
                  </a:lnTo>
                  <a:lnTo>
                    <a:pt x="1035102" y="1426307"/>
                  </a:lnTo>
                  <a:lnTo>
                    <a:pt x="1035104" y="1426282"/>
                  </a:lnTo>
                  <a:lnTo>
                    <a:pt x="1035104" y="1426256"/>
                  </a:lnTo>
                  <a:lnTo>
                    <a:pt x="1035105" y="1426228"/>
                  </a:lnTo>
                  <a:lnTo>
                    <a:pt x="1035106" y="1426207"/>
                  </a:lnTo>
                  <a:lnTo>
                    <a:pt x="1035101" y="1426191"/>
                  </a:lnTo>
                  <a:lnTo>
                    <a:pt x="1035093" y="1426167"/>
                  </a:lnTo>
                  <a:lnTo>
                    <a:pt x="1035086" y="1426139"/>
                  </a:lnTo>
                  <a:lnTo>
                    <a:pt x="1035075" y="1426102"/>
                  </a:lnTo>
                  <a:lnTo>
                    <a:pt x="1035065" y="1426074"/>
                  </a:lnTo>
                  <a:lnTo>
                    <a:pt x="1035056" y="1426053"/>
                  </a:lnTo>
                  <a:lnTo>
                    <a:pt x="1035053" y="1426044"/>
                  </a:lnTo>
                  <a:lnTo>
                    <a:pt x="1035050" y="1426039"/>
                  </a:lnTo>
                  <a:lnTo>
                    <a:pt x="1035039" y="1426024"/>
                  </a:lnTo>
                  <a:lnTo>
                    <a:pt x="1035022" y="1425996"/>
                  </a:lnTo>
                  <a:lnTo>
                    <a:pt x="1035009" y="1425975"/>
                  </a:lnTo>
                  <a:lnTo>
                    <a:pt x="1034999" y="1425963"/>
                  </a:lnTo>
                  <a:lnTo>
                    <a:pt x="1034985" y="1425949"/>
                  </a:lnTo>
                  <a:lnTo>
                    <a:pt x="1034967" y="1425928"/>
                  </a:lnTo>
                  <a:lnTo>
                    <a:pt x="1034948" y="1425907"/>
                  </a:lnTo>
                  <a:lnTo>
                    <a:pt x="1034929" y="1425890"/>
                  </a:lnTo>
                  <a:lnTo>
                    <a:pt x="1034921" y="1425876"/>
                  </a:lnTo>
                  <a:lnTo>
                    <a:pt x="1034916" y="1425869"/>
                  </a:lnTo>
                  <a:lnTo>
                    <a:pt x="1034910" y="1425857"/>
                  </a:lnTo>
                  <a:lnTo>
                    <a:pt x="1034905" y="1425846"/>
                  </a:lnTo>
                  <a:lnTo>
                    <a:pt x="1034904" y="1425834"/>
                  </a:lnTo>
                  <a:lnTo>
                    <a:pt x="1034904" y="1425829"/>
                  </a:lnTo>
                  <a:lnTo>
                    <a:pt x="1034906" y="1425820"/>
                  </a:lnTo>
                  <a:lnTo>
                    <a:pt x="1034910" y="1425809"/>
                  </a:lnTo>
                  <a:lnTo>
                    <a:pt x="1034919" y="1425802"/>
                  </a:lnTo>
                  <a:lnTo>
                    <a:pt x="1034935" y="1425793"/>
                  </a:lnTo>
                  <a:lnTo>
                    <a:pt x="1034962" y="1425786"/>
                  </a:lnTo>
                  <a:lnTo>
                    <a:pt x="1034981" y="1425781"/>
                  </a:lnTo>
                  <a:lnTo>
                    <a:pt x="1034992" y="1425779"/>
                  </a:lnTo>
                  <a:lnTo>
                    <a:pt x="1034999" y="1425779"/>
                  </a:lnTo>
                  <a:lnTo>
                    <a:pt x="1035007" y="1425779"/>
                  </a:lnTo>
                  <a:lnTo>
                    <a:pt x="1035022" y="1425779"/>
                  </a:lnTo>
                  <a:lnTo>
                    <a:pt x="1035046" y="1425780"/>
                  </a:lnTo>
                  <a:lnTo>
                    <a:pt x="1035057" y="1425784"/>
                  </a:lnTo>
                  <a:lnTo>
                    <a:pt x="1035098" y="1425785"/>
                  </a:lnTo>
                  <a:lnTo>
                    <a:pt x="1035116" y="1425787"/>
                  </a:lnTo>
                  <a:lnTo>
                    <a:pt x="1035162" y="1425791"/>
                  </a:lnTo>
                  <a:lnTo>
                    <a:pt x="1035187" y="1425791"/>
                  </a:lnTo>
                  <a:lnTo>
                    <a:pt x="1035215" y="1425791"/>
                  </a:lnTo>
                  <a:lnTo>
                    <a:pt x="1035234" y="1425789"/>
                  </a:lnTo>
                  <a:lnTo>
                    <a:pt x="1035247" y="1425785"/>
                  </a:lnTo>
                  <a:lnTo>
                    <a:pt x="1035252" y="1425783"/>
                  </a:lnTo>
                  <a:lnTo>
                    <a:pt x="1035256" y="1425780"/>
                  </a:lnTo>
                  <a:lnTo>
                    <a:pt x="1035262" y="1425775"/>
                  </a:lnTo>
                  <a:lnTo>
                    <a:pt x="1035264" y="1425769"/>
                  </a:lnTo>
                  <a:lnTo>
                    <a:pt x="1035266" y="1425764"/>
                  </a:lnTo>
                  <a:lnTo>
                    <a:pt x="1035266" y="1425755"/>
                  </a:lnTo>
                  <a:lnTo>
                    <a:pt x="1035260" y="1425745"/>
                  </a:lnTo>
                  <a:lnTo>
                    <a:pt x="1035249" y="1425735"/>
                  </a:lnTo>
                  <a:lnTo>
                    <a:pt x="1035237" y="1425727"/>
                  </a:lnTo>
                  <a:lnTo>
                    <a:pt x="1035232" y="1425724"/>
                  </a:lnTo>
                  <a:lnTo>
                    <a:pt x="1035225" y="1425724"/>
                  </a:lnTo>
                  <a:lnTo>
                    <a:pt x="1035212" y="1425721"/>
                  </a:lnTo>
                  <a:lnTo>
                    <a:pt x="1035198" y="1425717"/>
                  </a:lnTo>
                  <a:lnTo>
                    <a:pt x="1035180" y="1425714"/>
                  </a:lnTo>
                  <a:lnTo>
                    <a:pt x="1035163" y="1425713"/>
                  </a:lnTo>
                  <a:lnTo>
                    <a:pt x="1035131" y="1425711"/>
                  </a:lnTo>
                  <a:lnTo>
                    <a:pt x="1035106" y="1425710"/>
                  </a:lnTo>
                  <a:lnTo>
                    <a:pt x="1035092" y="1425706"/>
                  </a:lnTo>
                  <a:lnTo>
                    <a:pt x="1035086" y="1425703"/>
                  </a:lnTo>
                  <a:lnTo>
                    <a:pt x="1035082" y="1425691"/>
                  </a:lnTo>
                  <a:lnTo>
                    <a:pt x="1035077" y="1425677"/>
                  </a:lnTo>
                  <a:lnTo>
                    <a:pt x="1035075" y="1425670"/>
                  </a:lnTo>
                  <a:lnTo>
                    <a:pt x="1035075" y="1425664"/>
                  </a:lnTo>
                  <a:lnTo>
                    <a:pt x="1035076" y="1425657"/>
                  </a:lnTo>
                  <a:lnTo>
                    <a:pt x="1035082" y="1425654"/>
                  </a:lnTo>
                  <a:lnTo>
                    <a:pt x="1035090" y="1425647"/>
                  </a:lnTo>
                  <a:lnTo>
                    <a:pt x="1035102" y="1425641"/>
                  </a:lnTo>
                  <a:lnTo>
                    <a:pt x="1035115" y="1425636"/>
                  </a:lnTo>
                  <a:lnTo>
                    <a:pt x="1035135" y="1425634"/>
                  </a:lnTo>
                  <a:lnTo>
                    <a:pt x="1035159" y="1425636"/>
                  </a:lnTo>
                  <a:lnTo>
                    <a:pt x="1035179" y="1425641"/>
                  </a:lnTo>
                  <a:lnTo>
                    <a:pt x="1035199" y="1425646"/>
                  </a:lnTo>
                  <a:lnTo>
                    <a:pt x="1035206" y="1425644"/>
                  </a:lnTo>
                  <a:lnTo>
                    <a:pt x="1035221" y="1425640"/>
                  </a:lnTo>
                  <a:lnTo>
                    <a:pt x="1035243" y="1425631"/>
                  </a:lnTo>
                  <a:lnTo>
                    <a:pt x="1035266" y="1425622"/>
                  </a:lnTo>
                  <a:lnTo>
                    <a:pt x="1035281" y="1425615"/>
                  </a:lnTo>
                  <a:lnTo>
                    <a:pt x="1035286" y="1425612"/>
                  </a:lnTo>
                  <a:lnTo>
                    <a:pt x="1035295" y="1425606"/>
                  </a:lnTo>
                  <a:lnTo>
                    <a:pt x="1035301" y="1425597"/>
                  </a:lnTo>
                  <a:lnTo>
                    <a:pt x="1035308" y="1425589"/>
                  </a:lnTo>
                  <a:lnTo>
                    <a:pt x="1035316" y="1425576"/>
                  </a:lnTo>
                  <a:lnTo>
                    <a:pt x="1035328" y="1425560"/>
                  </a:lnTo>
                  <a:lnTo>
                    <a:pt x="1035334" y="1425546"/>
                  </a:lnTo>
                  <a:lnTo>
                    <a:pt x="1035336" y="1425541"/>
                  </a:lnTo>
                  <a:lnTo>
                    <a:pt x="1035336" y="1425536"/>
                  </a:lnTo>
                  <a:lnTo>
                    <a:pt x="1035336" y="1425530"/>
                  </a:lnTo>
                  <a:lnTo>
                    <a:pt x="1035327" y="1425515"/>
                  </a:lnTo>
                  <a:lnTo>
                    <a:pt x="1035321" y="1425505"/>
                  </a:lnTo>
                  <a:lnTo>
                    <a:pt x="1035312" y="1425498"/>
                  </a:lnTo>
                  <a:lnTo>
                    <a:pt x="1035299" y="1425491"/>
                  </a:lnTo>
                  <a:lnTo>
                    <a:pt x="1035285" y="1425482"/>
                  </a:lnTo>
                  <a:lnTo>
                    <a:pt x="1035273" y="1425477"/>
                  </a:lnTo>
                  <a:lnTo>
                    <a:pt x="1035255" y="1425463"/>
                  </a:lnTo>
                  <a:lnTo>
                    <a:pt x="1035239" y="1425449"/>
                  </a:lnTo>
                  <a:lnTo>
                    <a:pt x="1035233" y="1425441"/>
                  </a:lnTo>
                  <a:lnTo>
                    <a:pt x="1035228" y="1425430"/>
                  </a:lnTo>
                  <a:lnTo>
                    <a:pt x="1035221" y="1425420"/>
                  </a:lnTo>
                  <a:lnTo>
                    <a:pt x="1035219" y="1425411"/>
                  </a:lnTo>
                  <a:lnTo>
                    <a:pt x="1035216" y="1425404"/>
                  </a:lnTo>
                  <a:lnTo>
                    <a:pt x="1035214" y="1425399"/>
                  </a:lnTo>
                  <a:lnTo>
                    <a:pt x="1035212" y="1425392"/>
                  </a:lnTo>
                  <a:lnTo>
                    <a:pt x="1035210" y="1425386"/>
                  </a:lnTo>
                  <a:lnTo>
                    <a:pt x="1035210" y="1425380"/>
                  </a:lnTo>
                  <a:lnTo>
                    <a:pt x="1035212" y="1425373"/>
                  </a:lnTo>
                  <a:lnTo>
                    <a:pt x="1035216" y="1425364"/>
                  </a:lnTo>
                  <a:lnTo>
                    <a:pt x="1035224" y="1425356"/>
                  </a:lnTo>
                  <a:lnTo>
                    <a:pt x="1035235" y="1425345"/>
                  </a:lnTo>
                  <a:lnTo>
                    <a:pt x="1035250" y="1425336"/>
                  </a:lnTo>
                  <a:lnTo>
                    <a:pt x="1035277" y="1425325"/>
                  </a:lnTo>
                  <a:lnTo>
                    <a:pt x="1035299" y="1425320"/>
                  </a:lnTo>
                  <a:lnTo>
                    <a:pt x="1035311" y="1425318"/>
                  </a:lnTo>
                  <a:lnTo>
                    <a:pt x="1035336" y="1425312"/>
                  </a:lnTo>
                  <a:lnTo>
                    <a:pt x="1035351" y="1425307"/>
                  </a:lnTo>
                  <a:lnTo>
                    <a:pt x="1035368" y="1425305"/>
                  </a:lnTo>
                  <a:lnTo>
                    <a:pt x="1035384" y="1425301"/>
                  </a:lnTo>
                  <a:lnTo>
                    <a:pt x="1035405" y="1425296"/>
                  </a:lnTo>
                  <a:lnTo>
                    <a:pt x="1035418" y="1425290"/>
                  </a:lnTo>
                  <a:lnTo>
                    <a:pt x="1035426" y="1425287"/>
                  </a:lnTo>
                  <a:lnTo>
                    <a:pt x="1035438" y="1425283"/>
                  </a:lnTo>
                  <a:lnTo>
                    <a:pt x="1035455" y="1425278"/>
                  </a:lnTo>
                  <a:lnTo>
                    <a:pt x="1035473" y="1425276"/>
                  </a:lnTo>
                  <a:lnTo>
                    <a:pt x="1035483" y="1425272"/>
                  </a:lnTo>
                  <a:lnTo>
                    <a:pt x="1035495" y="1425269"/>
                  </a:lnTo>
                  <a:lnTo>
                    <a:pt x="1035513" y="1425262"/>
                  </a:lnTo>
                  <a:lnTo>
                    <a:pt x="1035530" y="1425256"/>
                  </a:lnTo>
                  <a:lnTo>
                    <a:pt x="1035552" y="1425251"/>
                  </a:lnTo>
                  <a:lnTo>
                    <a:pt x="1035572" y="1425247"/>
                  </a:lnTo>
                  <a:lnTo>
                    <a:pt x="1035591" y="1425243"/>
                  </a:lnTo>
                  <a:lnTo>
                    <a:pt x="1035614" y="1425239"/>
                  </a:lnTo>
                  <a:lnTo>
                    <a:pt x="1035622" y="1425236"/>
                  </a:lnTo>
                  <a:lnTo>
                    <a:pt x="1035646" y="1425228"/>
                  </a:lnTo>
                  <a:lnTo>
                    <a:pt x="1035673" y="1425214"/>
                  </a:lnTo>
                  <a:lnTo>
                    <a:pt x="1035698" y="1425192"/>
                  </a:lnTo>
                  <a:lnTo>
                    <a:pt x="1035714" y="1425172"/>
                  </a:lnTo>
                  <a:lnTo>
                    <a:pt x="1035719" y="1425155"/>
                  </a:lnTo>
                  <a:lnTo>
                    <a:pt x="1035719" y="1425132"/>
                  </a:lnTo>
                  <a:lnTo>
                    <a:pt x="1035713" y="1425116"/>
                  </a:lnTo>
                  <a:lnTo>
                    <a:pt x="1035709" y="1425100"/>
                  </a:lnTo>
                  <a:lnTo>
                    <a:pt x="1035709" y="1425089"/>
                  </a:lnTo>
                  <a:lnTo>
                    <a:pt x="1035709" y="1425079"/>
                  </a:lnTo>
                  <a:lnTo>
                    <a:pt x="1035721" y="1425051"/>
                  </a:lnTo>
                  <a:lnTo>
                    <a:pt x="1035721" y="1425041"/>
                  </a:lnTo>
                  <a:lnTo>
                    <a:pt x="1035719" y="1425035"/>
                  </a:lnTo>
                  <a:lnTo>
                    <a:pt x="1035717" y="1425018"/>
                  </a:lnTo>
                  <a:lnTo>
                    <a:pt x="1035713" y="1425002"/>
                  </a:lnTo>
                  <a:lnTo>
                    <a:pt x="1035710" y="1424986"/>
                  </a:lnTo>
                  <a:lnTo>
                    <a:pt x="1035707" y="1424980"/>
                  </a:lnTo>
                  <a:lnTo>
                    <a:pt x="1035706" y="1424968"/>
                  </a:lnTo>
                  <a:lnTo>
                    <a:pt x="1035707" y="1424951"/>
                  </a:lnTo>
                  <a:lnTo>
                    <a:pt x="1035706" y="1424946"/>
                  </a:lnTo>
                  <a:lnTo>
                    <a:pt x="1035707" y="1424935"/>
                  </a:lnTo>
                  <a:lnTo>
                    <a:pt x="1035708" y="1424918"/>
                  </a:lnTo>
                  <a:lnTo>
                    <a:pt x="1035711" y="1424911"/>
                  </a:lnTo>
                  <a:lnTo>
                    <a:pt x="1035710" y="1424901"/>
                  </a:lnTo>
                  <a:lnTo>
                    <a:pt x="1035705" y="1424885"/>
                  </a:lnTo>
                  <a:lnTo>
                    <a:pt x="1035701" y="1424877"/>
                  </a:lnTo>
                  <a:lnTo>
                    <a:pt x="1035698" y="1424868"/>
                  </a:lnTo>
                  <a:lnTo>
                    <a:pt x="1035696" y="1424860"/>
                  </a:lnTo>
                  <a:lnTo>
                    <a:pt x="1035696" y="1424852"/>
                  </a:lnTo>
                  <a:lnTo>
                    <a:pt x="1035695" y="1424844"/>
                  </a:lnTo>
                  <a:lnTo>
                    <a:pt x="1035696" y="1424835"/>
                  </a:lnTo>
                  <a:lnTo>
                    <a:pt x="1035694" y="1424826"/>
                  </a:lnTo>
                  <a:lnTo>
                    <a:pt x="1035690" y="1424818"/>
                  </a:lnTo>
                  <a:lnTo>
                    <a:pt x="1035676" y="1424803"/>
                  </a:lnTo>
                  <a:lnTo>
                    <a:pt x="1035672" y="1424786"/>
                  </a:lnTo>
                  <a:lnTo>
                    <a:pt x="1035669" y="1424770"/>
                  </a:lnTo>
                  <a:lnTo>
                    <a:pt x="1035665" y="1424753"/>
                  </a:lnTo>
                  <a:lnTo>
                    <a:pt x="1035659" y="1424736"/>
                  </a:lnTo>
                  <a:lnTo>
                    <a:pt x="1035645" y="1424721"/>
                  </a:lnTo>
                  <a:lnTo>
                    <a:pt x="1035622" y="1424706"/>
                  </a:lnTo>
                  <a:lnTo>
                    <a:pt x="1035617" y="1424699"/>
                  </a:lnTo>
                  <a:lnTo>
                    <a:pt x="1035605" y="1424687"/>
                  </a:lnTo>
                  <a:lnTo>
                    <a:pt x="1035590" y="1424673"/>
                  </a:lnTo>
                  <a:lnTo>
                    <a:pt x="1035577" y="1424662"/>
                  </a:lnTo>
                  <a:lnTo>
                    <a:pt x="1035563" y="1424655"/>
                  </a:lnTo>
                  <a:lnTo>
                    <a:pt x="1035553" y="1424649"/>
                  </a:lnTo>
                  <a:lnTo>
                    <a:pt x="1035551" y="1424635"/>
                  </a:lnTo>
                  <a:lnTo>
                    <a:pt x="1035551" y="1424628"/>
                  </a:lnTo>
                  <a:lnTo>
                    <a:pt x="1035548" y="1424616"/>
                  </a:lnTo>
                  <a:lnTo>
                    <a:pt x="1035550" y="1424600"/>
                  </a:lnTo>
                  <a:lnTo>
                    <a:pt x="1035554" y="1424587"/>
                  </a:lnTo>
                  <a:lnTo>
                    <a:pt x="1035554" y="1424572"/>
                  </a:lnTo>
                  <a:lnTo>
                    <a:pt x="1035550" y="1424559"/>
                  </a:lnTo>
                  <a:lnTo>
                    <a:pt x="1035541" y="1424546"/>
                  </a:lnTo>
                  <a:lnTo>
                    <a:pt x="1035516" y="1424520"/>
                  </a:lnTo>
                  <a:lnTo>
                    <a:pt x="1035496" y="1424493"/>
                  </a:lnTo>
                  <a:lnTo>
                    <a:pt x="1035471" y="1424476"/>
                  </a:lnTo>
                  <a:lnTo>
                    <a:pt x="1035444" y="1424471"/>
                  </a:lnTo>
                  <a:lnTo>
                    <a:pt x="1035426" y="1424460"/>
                  </a:lnTo>
                  <a:lnTo>
                    <a:pt x="1035417" y="1424451"/>
                  </a:lnTo>
                  <a:lnTo>
                    <a:pt x="1035407" y="1424436"/>
                  </a:lnTo>
                  <a:lnTo>
                    <a:pt x="1035401" y="1424423"/>
                  </a:lnTo>
                  <a:lnTo>
                    <a:pt x="1035394" y="1424406"/>
                  </a:lnTo>
                  <a:lnTo>
                    <a:pt x="1035385" y="1424396"/>
                  </a:lnTo>
                  <a:lnTo>
                    <a:pt x="1035378" y="1424388"/>
                  </a:lnTo>
                  <a:lnTo>
                    <a:pt x="1035360" y="1424379"/>
                  </a:lnTo>
                  <a:lnTo>
                    <a:pt x="1035331" y="1424370"/>
                  </a:lnTo>
                  <a:lnTo>
                    <a:pt x="1035310" y="1424361"/>
                  </a:lnTo>
                  <a:lnTo>
                    <a:pt x="1035305" y="1424356"/>
                  </a:lnTo>
                  <a:lnTo>
                    <a:pt x="1035299" y="1424346"/>
                  </a:lnTo>
                  <a:lnTo>
                    <a:pt x="1035297" y="1424335"/>
                  </a:lnTo>
                  <a:lnTo>
                    <a:pt x="1035297" y="1424328"/>
                  </a:lnTo>
                  <a:lnTo>
                    <a:pt x="1035299" y="1424315"/>
                  </a:lnTo>
                  <a:lnTo>
                    <a:pt x="1035293" y="1424300"/>
                  </a:lnTo>
                  <a:lnTo>
                    <a:pt x="1035279" y="1424272"/>
                  </a:lnTo>
                  <a:lnTo>
                    <a:pt x="1035279" y="1424265"/>
                  </a:lnTo>
                  <a:lnTo>
                    <a:pt x="1035282" y="1424259"/>
                  </a:lnTo>
                  <a:lnTo>
                    <a:pt x="1035288" y="1424254"/>
                  </a:lnTo>
                  <a:lnTo>
                    <a:pt x="1035296" y="1424248"/>
                  </a:lnTo>
                  <a:lnTo>
                    <a:pt x="1035323" y="1424242"/>
                  </a:lnTo>
                  <a:lnTo>
                    <a:pt x="1035350" y="1424237"/>
                  </a:lnTo>
                  <a:lnTo>
                    <a:pt x="1035362" y="1424225"/>
                  </a:lnTo>
                  <a:lnTo>
                    <a:pt x="1035364" y="1424220"/>
                  </a:lnTo>
                  <a:lnTo>
                    <a:pt x="1035358" y="1424212"/>
                  </a:lnTo>
                  <a:lnTo>
                    <a:pt x="1035353" y="1424207"/>
                  </a:lnTo>
                  <a:lnTo>
                    <a:pt x="1035337" y="1424202"/>
                  </a:lnTo>
                  <a:lnTo>
                    <a:pt x="1035331" y="1424202"/>
                  </a:lnTo>
                  <a:lnTo>
                    <a:pt x="1035313" y="1424198"/>
                  </a:lnTo>
                  <a:lnTo>
                    <a:pt x="1035305" y="1424196"/>
                  </a:lnTo>
                  <a:lnTo>
                    <a:pt x="1035278" y="1424193"/>
                  </a:lnTo>
                  <a:lnTo>
                    <a:pt x="1035251" y="1424197"/>
                  </a:lnTo>
                  <a:lnTo>
                    <a:pt x="1035225" y="1424210"/>
                  </a:lnTo>
                  <a:lnTo>
                    <a:pt x="1035204" y="1424212"/>
                  </a:lnTo>
                  <a:lnTo>
                    <a:pt x="1035198" y="1424208"/>
                  </a:lnTo>
                  <a:lnTo>
                    <a:pt x="1035193" y="1424201"/>
                  </a:lnTo>
                  <a:lnTo>
                    <a:pt x="1035193" y="1424196"/>
                  </a:lnTo>
                  <a:lnTo>
                    <a:pt x="1035195" y="1424181"/>
                  </a:lnTo>
                  <a:lnTo>
                    <a:pt x="1035198" y="1424162"/>
                  </a:lnTo>
                  <a:lnTo>
                    <a:pt x="1035194" y="1424153"/>
                  </a:lnTo>
                  <a:lnTo>
                    <a:pt x="1035189" y="1424142"/>
                  </a:lnTo>
                  <a:lnTo>
                    <a:pt x="1035173" y="1424131"/>
                  </a:lnTo>
                  <a:lnTo>
                    <a:pt x="1035160" y="1424127"/>
                  </a:lnTo>
                  <a:lnTo>
                    <a:pt x="1035146" y="1424127"/>
                  </a:lnTo>
                  <a:lnTo>
                    <a:pt x="1035119" y="1424133"/>
                  </a:lnTo>
                  <a:lnTo>
                    <a:pt x="1035098" y="1424137"/>
                  </a:lnTo>
                  <a:lnTo>
                    <a:pt x="1035087" y="1424131"/>
                  </a:lnTo>
                  <a:lnTo>
                    <a:pt x="1035066" y="1424111"/>
                  </a:lnTo>
                  <a:lnTo>
                    <a:pt x="1035040" y="1424086"/>
                  </a:lnTo>
                  <a:lnTo>
                    <a:pt x="1035017" y="1424073"/>
                  </a:lnTo>
                  <a:lnTo>
                    <a:pt x="1035008" y="1424073"/>
                  </a:lnTo>
                  <a:lnTo>
                    <a:pt x="1034982" y="1424075"/>
                  </a:lnTo>
                  <a:lnTo>
                    <a:pt x="1034934" y="1424065"/>
                  </a:lnTo>
                  <a:lnTo>
                    <a:pt x="1034891" y="1424054"/>
                  </a:lnTo>
                  <a:lnTo>
                    <a:pt x="1034882" y="1424048"/>
                  </a:lnTo>
                  <a:lnTo>
                    <a:pt x="1034853" y="1424045"/>
                  </a:lnTo>
                  <a:lnTo>
                    <a:pt x="1034831" y="1424046"/>
                  </a:lnTo>
                  <a:lnTo>
                    <a:pt x="1034815" y="1424050"/>
                  </a:lnTo>
                  <a:lnTo>
                    <a:pt x="1034801" y="1424054"/>
                  </a:lnTo>
                  <a:lnTo>
                    <a:pt x="1034774" y="1424066"/>
                  </a:lnTo>
                  <a:lnTo>
                    <a:pt x="1034760" y="1424072"/>
                  </a:lnTo>
                  <a:lnTo>
                    <a:pt x="1034747" y="1424081"/>
                  </a:lnTo>
                  <a:lnTo>
                    <a:pt x="1034721" y="1424096"/>
                  </a:lnTo>
                  <a:lnTo>
                    <a:pt x="1034703" y="1424107"/>
                  </a:lnTo>
                  <a:lnTo>
                    <a:pt x="1034694" y="1424109"/>
                  </a:lnTo>
                  <a:lnTo>
                    <a:pt x="1034685" y="1424106"/>
                  </a:lnTo>
                  <a:lnTo>
                    <a:pt x="1034683" y="1424100"/>
                  </a:lnTo>
                  <a:lnTo>
                    <a:pt x="1034683" y="1424087"/>
                  </a:lnTo>
                  <a:lnTo>
                    <a:pt x="1034674" y="1424037"/>
                  </a:lnTo>
                  <a:lnTo>
                    <a:pt x="1034619" y="1423647"/>
                  </a:lnTo>
                  <a:lnTo>
                    <a:pt x="1034605" y="1423497"/>
                  </a:lnTo>
                  <a:lnTo>
                    <a:pt x="1034589" y="1423424"/>
                  </a:lnTo>
                  <a:lnTo>
                    <a:pt x="1034581" y="1423364"/>
                  </a:lnTo>
                  <a:lnTo>
                    <a:pt x="1034606" y="1423119"/>
                  </a:lnTo>
                  <a:lnTo>
                    <a:pt x="1034660" y="1422655"/>
                  </a:lnTo>
                  <a:lnTo>
                    <a:pt x="1034728" y="1422047"/>
                  </a:lnTo>
                  <a:lnTo>
                    <a:pt x="1034870" y="1421849"/>
                  </a:lnTo>
                  <a:lnTo>
                    <a:pt x="1035024" y="1421629"/>
                  </a:lnTo>
                  <a:lnTo>
                    <a:pt x="1035197" y="1421385"/>
                  </a:lnTo>
                  <a:lnTo>
                    <a:pt x="1035378" y="1421129"/>
                  </a:lnTo>
                  <a:lnTo>
                    <a:pt x="1035484" y="1421074"/>
                  </a:lnTo>
                  <a:lnTo>
                    <a:pt x="1035622" y="1420995"/>
                  </a:lnTo>
                  <a:lnTo>
                    <a:pt x="1035724" y="1420934"/>
                  </a:lnTo>
                  <a:lnTo>
                    <a:pt x="1035890" y="1420853"/>
                  </a:lnTo>
                  <a:lnTo>
                    <a:pt x="1035922" y="1420829"/>
                  </a:lnTo>
                  <a:lnTo>
                    <a:pt x="1035952" y="1420807"/>
                  </a:lnTo>
                  <a:lnTo>
                    <a:pt x="1036116" y="1420667"/>
                  </a:lnTo>
                  <a:lnTo>
                    <a:pt x="1036420" y="1420393"/>
                  </a:lnTo>
                  <a:lnTo>
                    <a:pt x="1036426" y="1420376"/>
                  </a:lnTo>
                  <a:lnTo>
                    <a:pt x="1036427" y="1420366"/>
                  </a:lnTo>
                  <a:lnTo>
                    <a:pt x="1036416" y="1420355"/>
                  </a:lnTo>
                  <a:lnTo>
                    <a:pt x="1036402" y="1420347"/>
                  </a:lnTo>
                  <a:lnTo>
                    <a:pt x="1036392" y="1420342"/>
                  </a:lnTo>
                  <a:lnTo>
                    <a:pt x="1036384" y="1420340"/>
                  </a:lnTo>
                  <a:lnTo>
                    <a:pt x="1036368" y="1420334"/>
                  </a:lnTo>
                  <a:lnTo>
                    <a:pt x="1036352" y="1420328"/>
                  </a:lnTo>
                  <a:lnTo>
                    <a:pt x="1036336" y="1420319"/>
                  </a:lnTo>
                  <a:lnTo>
                    <a:pt x="1036319" y="1420313"/>
                  </a:lnTo>
                  <a:lnTo>
                    <a:pt x="1036304" y="1420314"/>
                  </a:lnTo>
                  <a:lnTo>
                    <a:pt x="1036288" y="1420319"/>
                  </a:lnTo>
                  <a:lnTo>
                    <a:pt x="1036272" y="1420324"/>
                  </a:lnTo>
                  <a:lnTo>
                    <a:pt x="1036256" y="1420325"/>
                  </a:lnTo>
                  <a:lnTo>
                    <a:pt x="1036240" y="1420320"/>
                  </a:lnTo>
                  <a:lnTo>
                    <a:pt x="1036224" y="1420311"/>
                  </a:lnTo>
                  <a:lnTo>
                    <a:pt x="1036220" y="1420308"/>
                  </a:lnTo>
                  <a:lnTo>
                    <a:pt x="1036208" y="1420303"/>
                  </a:lnTo>
                  <a:lnTo>
                    <a:pt x="1036204" y="1420299"/>
                  </a:lnTo>
                  <a:lnTo>
                    <a:pt x="1036192" y="1420294"/>
                  </a:lnTo>
                  <a:lnTo>
                    <a:pt x="1036176" y="1420287"/>
                  </a:lnTo>
                  <a:lnTo>
                    <a:pt x="1036160" y="1420282"/>
                  </a:lnTo>
                  <a:lnTo>
                    <a:pt x="1036150" y="1420277"/>
                  </a:lnTo>
                  <a:lnTo>
                    <a:pt x="1036144" y="1420273"/>
                  </a:lnTo>
                  <a:lnTo>
                    <a:pt x="1036135" y="1420260"/>
                  </a:lnTo>
                  <a:lnTo>
                    <a:pt x="1036133" y="1420241"/>
                  </a:lnTo>
                  <a:lnTo>
                    <a:pt x="1036134" y="1420224"/>
                  </a:lnTo>
                  <a:lnTo>
                    <a:pt x="1036135" y="1420207"/>
                  </a:lnTo>
                  <a:lnTo>
                    <a:pt x="1036136" y="1420191"/>
                  </a:lnTo>
                  <a:lnTo>
                    <a:pt x="1036135" y="1420174"/>
                  </a:lnTo>
                  <a:lnTo>
                    <a:pt x="1036132" y="1420158"/>
                  </a:lnTo>
                  <a:lnTo>
                    <a:pt x="1036130" y="1420141"/>
                  </a:lnTo>
                  <a:lnTo>
                    <a:pt x="1036125" y="1420124"/>
                  </a:lnTo>
                  <a:lnTo>
                    <a:pt x="1036119" y="1420113"/>
                  </a:lnTo>
                  <a:lnTo>
                    <a:pt x="1036115" y="1420109"/>
                  </a:lnTo>
                  <a:lnTo>
                    <a:pt x="1036105" y="1420102"/>
                  </a:lnTo>
                  <a:lnTo>
                    <a:pt x="1036099" y="1420100"/>
                  </a:lnTo>
                  <a:lnTo>
                    <a:pt x="1036083" y="1420097"/>
                  </a:lnTo>
                  <a:lnTo>
                    <a:pt x="1036071" y="1420093"/>
                  </a:lnTo>
                  <a:lnTo>
                    <a:pt x="1036067" y="1420089"/>
                  </a:lnTo>
                  <a:lnTo>
                    <a:pt x="1036049" y="1420073"/>
                  </a:lnTo>
                  <a:lnTo>
                    <a:pt x="1036034" y="1420065"/>
                  </a:lnTo>
                  <a:lnTo>
                    <a:pt x="1036027" y="1420062"/>
                  </a:lnTo>
                  <a:lnTo>
                    <a:pt x="1036018" y="1420061"/>
                  </a:lnTo>
                  <a:lnTo>
                    <a:pt x="1036002" y="1420058"/>
                  </a:lnTo>
                  <a:lnTo>
                    <a:pt x="1035994" y="1420054"/>
                  </a:lnTo>
                  <a:lnTo>
                    <a:pt x="1035986" y="1420049"/>
                  </a:lnTo>
                  <a:lnTo>
                    <a:pt x="1035979" y="1420042"/>
                  </a:lnTo>
                  <a:lnTo>
                    <a:pt x="1035970" y="1420038"/>
                  </a:lnTo>
                  <a:lnTo>
                    <a:pt x="1035965" y="1420035"/>
                  </a:lnTo>
                  <a:lnTo>
                    <a:pt x="1035954" y="1420031"/>
                  </a:lnTo>
                  <a:lnTo>
                    <a:pt x="1035938" y="1420029"/>
                  </a:lnTo>
                  <a:lnTo>
                    <a:pt x="1035922" y="1420030"/>
                  </a:lnTo>
                  <a:lnTo>
                    <a:pt x="1035906" y="1420030"/>
                  </a:lnTo>
                  <a:lnTo>
                    <a:pt x="1035899" y="1420030"/>
                  </a:lnTo>
                  <a:lnTo>
                    <a:pt x="1035894" y="1420028"/>
                  </a:lnTo>
                  <a:lnTo>
                    <a:pt x="1035890" y="1420024"/>
                  </a:lnTo>
                  <a:lnTo>
                    <a:pt x="1035874" y="1420012"/>
                  </a:lnTo>
                  <a:lnTo>
                    <a:pt x="1035858" y="1420007"/>
                  </a:lnTo>
                  <a:lnTo>
                    <a:pt x="1035851" y="1420004"/>
                  </a:lnTo>
                  <a:lnTo>
                    <a:pt x="1035846" y="1419997"/>
                  </a:lnTo>
                  <a:lnTo>
                    <a:pt x="1035840" y="1419988"/>
                  </a:lnTo>
                  <a:lnTo>
                    <a:pt x="1035835" y="1419977"/>
                  </a:lnTo>
                  <a:lnTo>
                    <a:pt x="1035832" y="1419967"/>
                  </a:lnTo>
                  <a:lnTo>
                    <a:pt x="1035832" y="1419960"/>
                  </a:lnTo>
                  <a:lnTo>
                    <a:pt x="1035831" y="1419944"/>
                  </a:lnTo>
                  <a:lnTo>
                    <a:pt x="1035831" y="1419927"/>
                  </a:lnTo>
                  <a:lnTo>
                    <a:pt x="1035835" y="1419910"/>
                  </a:lnTo>
                  <a:lnTo>
                    <a:pt x="1035836" y="1419893"/>
                  </a:lnTo>
                  <a:lnTo>
                    <a:pt x="1035838" y="1419877"/>
                  </a:lnTo>
                  <a:lnTo>
                    <a:pt x="1035839" y="1419860"/>
                  </a:lnTo>
                  <a:lnTo>
                    <a:pt x="1035840" y="1419843"/>
                  </a:lnTo>
                  <a:lnTo>
                    <a:pt x="1035839" y="1419827"/>
                  </a:lnTo>
                  <a:lnTo>
                    <a:pt x="1035839" y="1419818"/>
                  </a:lnTo>
                  <a:lnTo>
                    <a:pt x="1035836" y="1419810"/>
                  </a:lnTo>
                  <a:lnTo>
                    <a:pt x="1035829" y="1419802"/>
                  </a:lnTo>
                  <a:lnTo>
                    <a:pt x="1035822" y="1419799"/>
                  </a:lnTo>
                  <a:lnTo>
                    <a:pt x="1035810" y="1419794"/>
                  </a:lnTo>
                  <a:lnTo>
                    <a:pt x="1035805" y="1419794"/>
                  </a:lnTo>
                  <a:lnTo>
                    <a:pt x="1035797" y="1419794"/>
                  </a:lnTo>
                  <a:lnTo>
                    <a:pt x="1035789" y="1419798"/>
                  </a:lnTo>
                  <a:lnTo>
                    <a:pt x="1035773" y="1419809"/>
                  </a:lnTo>
                  <a:lnTo>
                    <a:pt x="1035759" y="1419822"/>
                  </a:lnTo>
                  <a:lnTo>
                    <a:pt x="1035724" y="1419852"/>
                  </a:lnTo>
                  <a:lnTo>
                    <a:pt x="1035712" y="1419848"/>
                  </a:lnTo>
                  <a:lnTo>
                    <a:pt x="1035699" y="1419832"/>
                  </a:lnTo>
                  <a:lnTo>
                    <a:pt x="1035699" y="1419822"/>
                  </a:lnTo>
                  <a:lnTo>
                    <a:pt x="1035701" y="1419813"/>
                  </a:lnTo>
                  <a:lnTo>
                    <a:pt x="1035704" y="1419805"/>
                  </a:lnTo>
                  <a:lnTo>
                    <a:pt x="1035705" y="1419798"/>
                  </a:lnTo>
                  <a:lnTo>
                    <a:pt x="1035709" y="1419781"/>
                  </a:lnTo>
                  <a:lnTo>
                    <a:pt x="1035708" y="1419772"/>
                  </a:lnTo>
                  <a:lnTo>
                    <a:pt x="1035706" y="1419765"/>
                  </a:lnTo>
                  <a:lnTo>
                    <a:pt x="1035701" y="1419748"/>
                  </a:lnTo>
                  <a:lnTo>
                    <a:pt x="1035691" y="1419732"/>
                  </a:lnTo>
                  <a:lnTo>
                    <a:pt x="1035684" y="1419718"/>
                  </a:lnTo>
                  <a:lnTo>
                    <a:pt x="1035681" y="1419713"/>
                  </a:lnTo>
                  <a:lnTo>
                    <a:pt x="1035680" y="1419704"/>
                  </a:lnTo>
                  <a:lnTo>
                    <a:pt x="1035680" y="1419698"/>
                  </a:lnTo>
                  <a:lnTo>
                    <a:pt x="1035675" y="1419682"/>
                  </a:lnTo>
                  <a:lnTo>
                    <a:pt x="1035671" y="1419670"/>
                  </a:lnTo>
                  <a:lnTo>
                    <a:pt x="1035665" y="1419666"/>
                  </a:lnTo>
                  <a:lnTo>
                    <a:pt x="1035660" y="1419664"/>
                  </a:lnTo>
                  <a:lnTo>
                    <a:pt x="1035654" y="1419664"/>
                  </a:lnTo>
                  <a:lnTo>
                    <a:pt x="1035649" y="1419664"/>
                  </a:lnTo>
                  <a:lnTo>
                    <a:pt x="1035622" y="1419673"/>
                  </a:lnTo>
                  <a:lnTo>
                    <a:pt x="1035612" y="1419668"/>
                  </a:lnTo>
                  <a:lnTo>
                    <a:pt x="1035600" y="1419669"/>
                  </a:lnTo>
                  <a:lnTo>
                    <a:pt x="1035579" y="1419658"/>
                  </a:lnTo>
                  <a:lnTo>
                    <a:pt x="1035573" y="1419652"/>
                  </a:lnTo>
                  <a:lnTo>
                    <a:pt x="1035567" y="1419641"/>
                  </a:lnTo>
                  <a:lnTo>
                    <a:pt x="1035564" y="1419632"/>
                  </a:lnTo>
                  <a:lnTo>
                    <a:pt x="1035564" y="1419624"/>
                  </a:lnTo>
                  <a:lnTo>
                    <a:pt x="1035575" y="1419602"/>
                  </a:lnTo>
                  <a:lnTo>
                    <a:pt x="1035580" y="1419597"/>
                  </a:lnTo>
                  <a:lnTo>
                    <a:pt x="1035589" y="1419585"/>
                  </a:lnTo>
                  <a:lnTo>
                    <a:pt x="1035596" y="1419582"/>
                  </a:lnTo>
                  <a:lnTo>
                    <a:pt x="1035622" y="1419575"/>
                  </a:lnTo>
                  <a:lnTo>
                    <a:pt x="1035648" y="1419583"/>
                  </a:lnTo>
                  <a:lnTo>
                    <a:pt x="1035654" y="1419582"/>
                  </a:lnTo>
                  <a:lnTo>
                    <a:pt x="1035660" y="1419579"/>
                  </a:lnTo>
                  <a:lnTo>
                    <a:pt x="1035660" y="1419571"/>
                  </a:lnTo>
                  <a:lnTo>
                    <a:pt x="1035658" y="1419565"/>
                  </a:lnTo>
                  <a:lnTo>
                    <a:pt x="1035652" y="1419557"/>
                  </a:lnTo>
                  <a:lnTo>
                    <a:pt x="1035622" y="1419531"/>
                  </a:lnTo>
                  <a:lnTo>
                    <a:pt x="1035618" y="1419526"/>
                  </a:lnTo>
                  <a:lnTo>
                    <a:pt x="1035606" y="1419517"/>
                  </a:lnTo>
                  <a:lnTo>
                    <a:pt x="1035596" y="1419515"/>
                  </a:lnTo>
                  <a:lnTo>
                    <a:pt x="1035578" y="1419510"/>
                  </a:lnTo>
                  <a:lnTo>
                    <a:pt x="1035572" y="1419502"/>
                  </a:lnTo>
                  <a:lnTo>
                    <a:pt x="1035576" y="1419482"/>
                  </a:lnTo>
                  <a:lnTo>
                    <a:pt x="1035581" y="1419472"/>
                  </a:lnTo>
                  <a:lnTo>
                    <a:pt x="1035590" y="1419454"/>
                  </a:lnTo>
                  <a:lnTo>
                    <a:pt x="1035588" y="1419445"/>
                  </a:lnTo>
                  <a:lnTo>
                    <a:pt x="1035581" y="1419441"/>
                  </a:lnTo>
                  <a:lnTo>
                    <a:pt x="1035561" y="1419439"/>
                  </a:lnTo>
                  <a:lnTo>
                    <a:pt x="1035542" y="1419432"/>
                  </a:lnTo>
                  <a:lnTo>
                    <a:pt x="1035538" y="1419425"/>
                  </a:lnTo>
                  <a:lnTo>
                    <a:pt x="1035534" y="1419415"/>
                  </a:lnTo>
                  <a:lnTo>
                    <a:pt x="1035539" y="1419397"/>
                  </a:lnTo>
                  <a:lnTo>
                    <a:pt x="1035548" y="1419369"/>
                  </a:lnTo>
                  <a:lnTo>
                    <a:pt x="1035555" y="1419341"/>
                  </a:lnTo>
                  <a:lnTo>
                    <a:pt x="1035557" y="1419322"/>
                  </a:lnTo>
                  <a:lnTo>
                    <a:pt x="1035554" y="1419313"/>
                  </a:lnTo>
                  <a:lnTo>
                    <a:pt x="1035547" y="1419302"/>
                  </a:lnTo>
                  <a:lnTo>
                    <a:pt x="1035538" y="1419302"/>
                  </a:lnTo>
                  <a:lnTo>
                    <a:pt x="1035531" y="1419304"/>
                  </a:lnTo>
                  <a:lnTo>
                    <a:pt x="1035517" y="1419315"/>
                  </a:lnTo>
                  <a:lnTo>
                    <a:pt x="1035514" y="1419321"/>
                  </a:lnTo>
                  <a:lnTo>
                    <a:pt x="1035492" y="1419342"/>
                  </a:lnTo>
                  <a:lnTo>
                    <a:pt x="1035487" y="1419344"/>
                  </a:lnTo>
                  <a:lnTo>
                    <a:pt x="1035461" y="1419351"/>
                  </a:lnTo>
                  <a:lnTo>
                    <a:pt x="1035434" y="1419353"/>
                  </a:lnTo>
                  <a:lnTo>
                    <a:pt x="1035407" y="1419354"/>
                  </a:lnTo>
                  <a:lnTo>
                    <a:pt x="1035381" y="1419357"/>
                  </a:lnTo>
                  <a:lnTo>
                    <a:pt x="1035354" y="1419363"/>
                  </a:lnTo>
                  <a:lnTo>
                    <a:pt x="1035327" y="1419371"/>
                  </a:lnTo>
                  <a:lnTo>
                    <a:pt x="1035313" y="1419371"/>
                  </a:lnTo>
                  <a:lnTo>
                    <a:pt x="1035300" y="1419365"/>
                  </a:lnTo>
                  <a:lnTo>
                    <a:pt x="1035286" y="1419349"/>
                  </a:lnTo>
                  <a:lnTo>
                    <a:pt x="1035284" y="1419338"/>
                  </a:lnTo>
                  <a:lnTo>
                    <a:pt x="1035281" y="1419312"/>
                  </a:lnTo>
                  <a:lnTo>
                    <a:pt x="1035289" y="1419282"/>
                  </a:lnTo>
                  <a:lnTo>
                    <a:pt x="1035287" y="1419277"/>
                  </a:lnTo>
                  <a:lnTo>
                    <a:pt x="1035282" y="1419273"/>
                  </a:lnTo>
                  <a:lnTo>
                    <a:pt x="1035273" y="1419273"/>
                  </a:lnTo>
                  <a:lnTo>
                    <a:pt x="1035266" y="1419281"/>
                  </a:lnTo>
                  <a:lnTo>
                    <a:pt x="1035259" y="1419296"/>
                  </a:lnTo>
                  <a:lnTo>
                    <a:pt x="1035252" y="1419303"/>
                  </a:lnTo>
                  <a:lnTo>
                    <a:pt x="1035246" y="1419303"/>
                  </a:lnTo>
                  <a:lnTo>
                    <a:pt x="1035238" y="1419300"/>
                  </a:lnTo>
                  <a:lnTo>
                    <a:pt x="1035229" y="1419290"/>
                  </a:lnTo>
                  <a:lnTo>
                    <a:pt x="1035225" y="1419280"/>
                  </a:lnTo>
                  <a:lnTo>
                    <a:pt x="1035222" y="1419269"/>
                  </a:lnTo>
                  <a:lnTo>
                    <a:pt x="1035223" y="1419260"/>
                  </a:lnTo>
                  <a:lnTo>
                    <a:pt x="1035227" y="1419249"/>
                  </a:lnTo>
                  <a:lnTo>
                    <a:pt x="1035231" y="1419244"/>
                  </a:lnTo>
                  <a:lnTo>
                    <a:pt x="1035237" y="1419239"/>
                  </a:lnTo>
                  <a:lnTo>
                    <a:pt x="1035247" y="1419236"/>
                  </a:lnTo>
                  <a:lnTo>
                    <a:pt x="1035253" y="1419232"/>
                  </a:lnTo>
                  <a:lnTo>
                    <a:pt x="1035258" y="1419226"/>
                  </a:lnTo>
                  <a:lnTo>
                    <a:pt x="1035260" y="1419220"/>
                  </a:lnTo>
                  <a:lnTo>
                    <a:pt x="1035262" y="1419212"/>
                  </a:lnTo>
                  <a:lnTo>
                    <a:pt x="1035253" y="1419205"/>
                  </a:lnTo>
                  <a:lnTo>
                    <a:pt x="1035247" y="1419205"/>
                  </a:lnTo>
                  <a:lnTo>
                    <a:pt x="1035221" y="1419192"/>
                  </a:lnTo>
                  <a:lnTo>
                    <a:pt x="1035194" y="1419181"/>
                  </a:lnTo>
                  <a:lnTo>
                    <a:pt x="1035173" y="1419176"/>
                  </a:lnTo>
                  <a:lnTo>
                    <a:pt x="1035167" y="1419178"/>
                  </a:lnTo>
                  <a:lnTo>
                    <a:pt x="1035149" y="1419193"/>
                  </a:lnTo>
                  <a:lnTo>
                    <a:pt x="1035140" y="1419191"/>
                  </a:lnTo>
                  <a:lnTo>
                    <a:pt x="1035126" y="1419175"/>
                  </a:lnTo>
                  <a:lnTo>
                    <a:pt x="1035122" y="1419165"/>
                  </a:lnTo>
                  <a:lnTo>
                    <a:pt x="1035117" y="1419149"/>
                  </a:lnTo>
                  <a:lnTo>
                    <a:pt x="1035117" y="1419137"/>
                  </a:lnTo>
                  <a:lnTo>
                    <a:pt x="1035122" y="1419125"/>
                  </a:lnTo>
                  <a:lnTo>
                    <a:pt x="1035128" y="1419119"/>
                  </a:lnTo>
                  <a:lnTo>
                    <a:pt x="1035136" y="1419110"/>
                  </a:lnTo>
                  <a:lnTo>
                    <a:pt x="1035155" y="1419093"/>
                  </a:lnTo>
                  <a:lnTo>
                    <a:pt x="1035152" y="1419078"/>
                  </a:lnTo>
                  <a:lnTo>
                    <a:pt x="1035138" y="1419062"/>
                  </a:lnTo>
                  <a:lnTo>
                    <a:pt x="1035111" y="1419041"/>
                  </a:lnTo>
                  <a:lnTo>
                    <a:pt x="1035093" y="1419038"/>
                  </a:lnTo>
                  <a:lnTo>
                    <a:pt x="1035088" y="1419040"/>
                  </a:lnTo>
                  <a:lnTo>
                    <a:pt x="1035079" y="1419049"/>
                  </a:lnTo>
                  <a:lnTo>
                    <a:pt x="1035068" y="1419062"/>
                  </a:lnTo>
                  <a:lnTo>
                    <a:pt x="1035044" y="1419087"/>
                  </a:lnTo>
                  <a:lnTo>
                    <a:pt x="1035017" y="1419105"/>
                  </a:lnTo>
                  <a:lnTo>
                    <a:pt x="1035005" y="1419111"/>
                  </a:lnTo>
                  <a:lnTo>
                    <a:pt x="1034997" y="1419111"/>
                  </a:lnTo>
                  <a:lnTo>
                    <a:pt x="1034990" y="1419108"/>
                  </a:lnTo>
                  <a:lnTo>
                    <a:pt x="1034963" y="1419087"/>
                  </a:lnTo>
                  <a:lnTo>
                    <a:pt x="1034938" y="1419062"/>
                  </a:lnTo>
                  <a:lnTo>
                    <a:pt x="1034911" y="1419036"/>
                  </a:lnTo>
                  <a:lnTo>
                    <a:pt x="1034897" y="1419028"/>
                  </a:lnTo>
                  <a:lnTo>
                    <a:pt x="1034892" y="1419028"/>
                  </a:lnTo>
                  <a:lnTo>
                    <a:pt x="1034884" y="1419028"/>
                  </a:lnTo>
                  <a:lnTo>
                    <a:pt x="1034867" y="1419036"/>
                  </a:lnTo>
                  <a:lnTo>
                    <a:pt x="1034858" y="1419042"/>
                  </a:lnTo>
                  <a:lnTo>
                    <a:pt x="1034852" y="1419046"/>
                  </a:lnTo>
                  <a:lnTo>
                    <a:pt x="1034842" y="1419052"/>
                  </a:lnTo>
                  <a:lnTo>
                    <a:pt x="1034831" y="1419056"/>
                  </a:lnTo>
                  <a:lnTo>
                    <a:pt x="1034819" y="1419057"/>
                  </a:lnTo>
                  <a:lnTo>
                    <a:pt x="1034808" y="1419057"/>
                  </a:lnTo>
                  <a:lnTo>
                    <a:pt x="1034800" y="1419056"/>
                  </a:lnTo>
                  <a:lnTo>
                    <a:pt x="1034778" y="1419054"/>
                  </a:lnTo>
                  <a:lnTo>
                    <a:pt x="1034753" y="1419058"/>
                  </a:lnTo>
                  <a:lnTo>
                    <a:pt x="1034744" y="1419064"/>
                  </a:lnTo>
                  <a:lnTo>
                    <a:pt x="1034739" y="1419064"/>
                  </a:lnTo>
                  <a:lnTo>
                    <a:pt x="1034726" y="1419064"/>
                  </a:lnTo>
                  <a:lnTo>
                    <a:pt x="1034714" y="1419051"/>
                  </a:lnTo>
                  <a:lnTo>
                    <a:pt x="1034692" y="1419023"/>
                  </a:lnTo>
                  <a:lnTo>
                    <a:pt x="1034674" y="1419012"/>
                  </a:lnTo>
                  <a:lnTo>
                    <a:pt x="1034665" y="1419010"/>
                  </a:lnTo>
                  <a:lnTo>
                    <a:pt x="1034639" y="1419005"/>
                  </a:lnTo>
                  <a:lnTo>
                    <a:pt x="1034621" y="1418998"/>
                  </a:lnTo>
                  <a:lnTo>
                    <a:pt x="1034612" y="1418990"/>
                  </a:lnTo>
                  <a:lnTo>
                    <a:pt x="1034604" y="1418983"/>
                  </a:lnTo>
                  <a:lnTo>
                    <a:pt x="1034599" y="1418970"/>
                  </a:lnTo>
                  <a:lnTo>
                    <a:pt x="1034597" y="1418963"/>
                  </a:lnTo>
                  <a:lnTo>
                    <a:pt x="1034592" y="1418946"/>
                  </a:lnTo>
                  <a:lnTo>
                    <a:pt x="1034592" y="1418935"/>
                  </a:lnTo>
                  <a:lnTo>
                    <a:pt x="1034590" y="1418913"/>
                  </a:lnTo>
                  <a:lnTo>
                    <a:pt x="1034592" y="1418907"/>
                  </a:lnTo>
                  <a:lnTo>
                    <a:pt x="1034599" y="1418892"/>
                  </a:lnTo>
                  <a:lnTo>
                    <a:pt x="1034609" y="1418879"/>
                  </a:lnTo>
                  <a:lnTo>
                    <a:pt x="1034634" y="1418855"/>
                  </a:lnTo>
                  <a:lnTo>
                    <a:pt x="1034643" y="1418846"/>
                  </a:lnTo>
                  <a:lnTo>
                    <a:pt x="1034648" y="1418835"/>
                  </a:lnTo>
                  <a:lnTo>
                    <a:pt x="1034649" y="1418827"/>
                  </a:lnTo>
                  <a:lnTo>
                    <a:pt x="1034646" y="1418808"/>
                  </a:lnTo>
                  <a:lnTo>
                    <a:pt x="1034640" y="1418799"/>
                  </a:lnTo>
                  <a:lnTo>
                    <a:pt x="1034630" y="1418785"/>
                  </a:lnTo>
                  <a:lnTo>
                    <a:pt x="1034617" y="1418774"/>
                  </a:lnTo>
                  <a:lnTo>
                    <a:pt x="1034601" y="1418768"/>
                  </a:lnTo>
                  <a:lnTo>
                    <a:pt x="1034590" y="1418774"/>
                  </a:lnTo>
                  <a:lnTo>
                    <a:pt x="1034564" y="1418797"/>
                  </a:lnTo>
                  <a:lnTo>
                    <a:pt x="1034557" y="1418802"/>
                  </a:lnTo>
                  <a:lnTo>
                    <a:pt x="1034544" y="1418806"/>
                  </a:lnTo>
                  <a:lnTo>
                    <a:pt x="1034537" y="1418806"/>
                  </a:lnTo>
                  <a:lnTo>
                    <a:pt x="1034530" y="1418806"/>
                  </a:lnTo>
                  <a:lnTo>
                    <a:pt x="1034519" y="1418800"/>
                  </a:lnTo>
                  <a:lnTo>
                    <a:pt x="1034510" y="1418791"/>
                  </a:lnTo>
                  <a:lnTo>
                    <a:pt x="1034485" y="1418764"/>
                  </a:lnTo>
                  <a:lnTo>
                    <a:pt x="1034460" y="1418738"/>
                  </a:lnTo>
                  <a:lnTo>
                    <a:pt x="1034433" y="1418714"/>
                  </a:lnTo>
                  <a:lnTo>
                    <a:pt x="1034406" y="1418690"/>
                  </a:lnTo>
                  <a:lnTo>
                    <a:pt x="1034390" y="1418681"/>
                  </a:lnTo>
                  <a:lnTo>
                    <a:pt x="1034379" y="1418680"/>
                  </a:lnTo>
                  <a:lnTo>
                    <a:pt x="1034363" y="1418680"/>
                  </a:lnTo>
                  <a:lnTo>
                    <a:pt x="1034342" y="1418673"/>
                  </a:lnTo>
                  <a:lnTo>
                    <a:pt x="1034326" y="1418660"/>
                  </a:lnTo>
                  <a:lnTo>
                    <a:pt x="1034308" y="1418627"/>
                  </a:lnTo>
                  <a:lnTo>
                    <a:pt x="1034301" y="1418627"/>
                  </a:lnTo>
                  <a:lnTo>
                    <a:pt x="1034290" y="1418637"/>
                  </a:lnTo>
                  <a:lnTo>
                    <a:pt x="1034278" y="1418650"/>
                  </a:lnTo>
                  <a:lnTo>
                    <a:pt x="1034272" y="1418656"/>
                  </a:lnTo>
                  <a:lnTo>
                    <a:pt x="1034262" y="1418662"/>
                  </a:lnTo>
                  <a:lnTo>
                    <a:pt x="1034255" y="1418663"/>
                  </a:lnTo>
                  <a:lnTo>
                    <a:pt x="1034243" y="1418661"/>
                  </a:lnTo>
                  <a:lnTo>
                    <a:pt x="1034230" y="1418654"/>
                  </a:lnTo>
                  <a:lnTo>
                    <a:pt x="1034222" y="1418650"/>
                  </a:lnTo>
                  <a:lnTo>
                    <a:pt x="1034201" y="1418639"/>
                  </a:lnTo>
                  <a:lnTo>
                    <a:pt x="1034190" y="1418637"/>
                  </a:lnTo>
                  <a:lnTo>
                    <a:pt x="1034178" y="1418644"/>
                  </a:lnTo>
                  <a:lnTo>
                    <a:pt x="1034175" y="1418659"/>
                  </a:lnTo>
                  <a:lnTo>
                    <a:pt x="1034168" y="1418680"/>
                  </a:lnTo>
                  <a:lnTo>
                    <a:pt x="1034162" y="1418687"/>
                  </a:lnTo>
                  <a:lnTo>
                    <a:pt x="1034155" y="1418704"/>
                  </a:lnTo>
                  <a:lnTo>
                    <a:pt x="1034146" y="1418713"/>
                  </a:lnTo>
                  <a:lnTo>
                    <a:pt x="1034131" y="1418723"/>
                  </a:lnTo>
                  <a:lnTo>
                    <a:pt x="1034118" y="1418723"/>
                  </a:lnTo>
                  <a:lnTo>
                    <a:pt x="1034091" y="1418723"/>
                  </a:lnTo>
                  <a:lnTo>
                    <a:pt x="1034064" y="1418716"/>
                  </a:lnTo>
                  <a:lnTo>
                    <a:pt x="1034038" y="1418716"/>
                  </a:lnTo>
                  <a:lnTo>
                    <a:pt x="1034031" y="1418719"/>
                  </a:lnTo>
                  <a:lnTo>
                    <a:pt x="1034020" y="1418726"/>
                  </a:lnTo>
                  <a:lnTo>
                    <a:pt x="1034006" y="1418739"/>
                  </a:lnTo>
                  <a:lnTo>
                    <a:pt x="1033997" y="1418748"/>
                  </a:lnTo>
                  <a:lnTo>
                    <a:pt x="1033986" y="1418761"/>
                  </a:lnTo>
                  <a:lnTo>
                    <a:pt x="1033978" y="1418767"/>
                  </a:lnTo>
                  <a:lnTo>
                    <a:pt x="1033971" y="1418769"/>
                  </a:lnTo>
                  <a:lnTo>
                    <a:pt x="1033964" y="1418769"/>
                  </a:lnTo>
                  <a:lnTo>
                    <a:pt x="1033953" y="1418768"/>
                  </a:lnTo>
                  <a:lnTo>
                    <a:pt x="1033945" y="1418767"/>
                  </a:lnTo>
                  <a:lnTo>
                    <a:pt x="1033935" y="1418768"/>
                  </a:lnTo>
                  <a:lnTo>
                    <a:pt x="1033926" y="1418773"/>
                  </a:lnTo>
                  <a:lnTo>
                    <a:pt x="1033918" y="1418781"/>
                  </a:lnTo>
                  <a:lnTo>
                    <a:pt x="1033912" y="1418789"/>
                  </a:lnTo>
                  <a:lnTo>
                    <a:pt x="1033907" y="1418797"/>
                  </a:lnTo>
                  <a:lnTo>
                    <a:pt x="1033899" y="1418800"/>
                  </a:lnTo>
                  <a:lnTo>
                    <a:pt x="1033891" y="1418801"/>
                  </a:lnTo>
                  <a:lnTo>
                    <a:pt x="1033879" y="1418802"/>
                  </a:lnTo>
                  <a:lnTo>
                    <a:pt x="1033867" y="1418798"/>
                  </a:lnTo>
                  <a:lnTo>
                    <a:pt x="1033858" y="1418793"/>
                  </a:lnTo>
                  <a:lnTo>
                    <a:pt x="1033850" y="1418787"/>
                  </a:lnTo>
                  <a:lnTo>
                    <a:pt x="1033798" y="1418743"/>
                  </a:lnTo>
                  <a:lnTo>
                    <a:pt x="1033773" y="1418749"/>
                  </a:lnTo>
                  <a:lnTo>
                    <a:pt x="1033732" y="1418764"/>
                  </a:lnTo>
                  <a:lnTo>
                    <a:pt x="1033707" y="1418771"/>
                  </a:lnTo>
                  <a:lnTo>
                    <a:pt x="1033677" y="1418781"/>
                  </a:lnTo>
                  <a:lnTo>
                    <a:pt x="1033650" y="1418789"/>
                  </a:lnTo>
                  <a:lnTo>
                    <a:pt x="1033638" y="1418793"/>
                  </a:lnTo>
                  <a:lnTo>
                    <a:pt x="1033617" y="1418799"/>
                  </a:lnTo>
                  <a:lnTo>
                    <a:pt x="1033588" y="1418806"/>
                  </a:lnTo>
                  <a:lnTo>
                    <a:pt x="1033563" y="1418811"/>
                  </a:lnTo>
                  <a:lnTo>
                    <a:pt x="1033543" y="1418814"/>
                  </a:lnTo>
                  <a:lnTo>
                    <a:pt x="1033527" y="1418815"/>
                  </a:lnTo>
                  <a:lnTo>
                    <a:pt x="1033516" y="1418814"/>
                  </a:lnTo>
                  <a:lnTo>
                    <a:pt x="1033508" y="1418811"/>
                  </a:lnTo>
                  <a:lnTo>
                    <a:pt x="1033501" y="1418811"/>
                  </a:lnTo>
                  <a:lnTo>
                    <a:pt x="1033491" y="1418816"/>
                  </a:lnTo>
                  <a:lnTo>
                    <a:pt x="1033464" y="1418843"/>
                  </a:lnTo>
                  <a:lnTo>
                    <a:pt x="1033460" y="1418847"/>
                  </a:lnTo>
                  <a:lnTo>
                    <a:pt x="1033454" y="1418857"/>
                  </a:lnTo>
                  <a:lnTo>
                    <a:pt x="1033453" y="1418864"/>
                  </a:lnTo>
                  <a:lnTo>
                    <a:pt x="1033458" y="1418875"/>
                  </a:lnTo>
                  <a:lnTo>
                    <a:pt x="1033463" y="1418890"/>
                  </a:lnTo>
                  <a:lnTo>
                    <a:pt x="1033464" y="1418899"/>
                  </a:lnTo>
                  <a:lnTo>
                    <a:pt x="1033461" y="1418905"/>
                  </a:lnTo>
                  <a:lnTo>
                    <a:pt x="1033457" y="1418908"/>
                  </a:lnTo>
                  <a:lnTo>
                    <a:pt x="1033449" y="1418912"/>
                  </a:lnTo>
                  <a:lnTo>
                    <a:pt x="1033439" y="1418915"/>
                  </a:lnTo>
                  <a:lnTo>
                    <a:pt x="1033434" y="1418917"/>
                  </a:lnTo>
                  <a:lnTo>
                    <a:pt x="1033408" y="1418932"/>
                  </a:lnTo>
                  <a:lnTo>
                    <a:pt x="1033390" y="1418943"/>
                  </a:lnTo>
                  <a:lnTo>
                    <a:pt x="1033381" y="1418945"/>
                  </a:lnTo>
                  <a:lnTo>
                    <a:pt x="1033369" y="1418942"/>
                  </a:lnTo>
                  <a:lnTo>
                    <a:pt x="1033361" y="1418938"/>
                  </a:lnTo>
                  <a:lnTo>
                    <a:pt x="1033353" y="1418922"/>
                  </a:lnTo>
                  <a:lnTo>
                    <a:pt x="1033349" y="1418912"/>
                  </a:lnTo>
                  <a:lnTo>
                    <a:pt x="1033342" y="1418904"/>
                  </a:lnTo>
                  <a:lnTo>
                    <a:pt x="1033337" y="1418898"/>
                  </a:lnTo>
                  <a:lnTo>
                    <a:pt x="1033328" y="1418893"/>
                  </a:lnTo>
                  <a:lnTo>
                    <a:pt x="1033315" y="1418889"/>
                  </a:lnTo>
                  <a:lnTo>
                    <a:pt x="1033308" y="1418888"/>
                  </a:lnTo>
                  <a:lnTo>
                    <a:pt x="1033278" y="1418874"/>
                  </a:lnTo>
                  <a:lnTo>
                    <a:pt x="1033222" y="1418841"/>
                  </a:lnTo>
                  <a:lnTo>
                    <a:pt x="1033211" y="1418833"/>
                  </a:lnTo>
                  <a:lnTo>
                    <a:pt x="1033202" y="1418830"/>
                  </a:lnTo>
                  <a:lnTo>
                    <a:pt x="1033193" y="1418828"/>
                  </a:lnTo>
                  <a:lnTo>
                    <a:pt x="1033186" y="1418830"/>
                  </a:lnTo>
                  <a:lnTo>
                    <a:pt x="1033179" y="1418835"/>
                  </a:lnTo>
                  <a:lnTo>
                    <a:pt x="1033173" y="1418840"/>
                  </a:lnTo>
                  <a:lnTo>
                    <a:pt x="1033166" y="1418849"/>
                  </a:lnTo>
                  <a:lnTo>
                    <a:pt x="1033163" y="1418856"/>
                  </a:lnTo>
                  <a:lnTo>
                    <a:pt x="1033154" y="1418879"/>
                  </a:lnTo>
                  <a:lnTo>
                    <a:pt x="1033149" y="1418885"/>
                  </a:lnTo>
                  <a:lnTo>
                    <a:pt x="1033133" y="1418901"/>
                  </a:lnTo>
                  <a:lnTo>
                    <a:pt x="1033126" y="1418905"/>
                  </a:lnTo>
                  <a:lnTo>
                    <a:pt x="1033108" y="1418916"/>
                  </a:lnTo>
                  <a:lnTo>
                    <a:pt x="1033100" y="1418918"/>
                  </a:lnTo>
                  <a:lnTo>
                    <a:pt x="1033073" y="1418920"/>
                  </a:lnTo>
                  <a:lnTo>
                    <a:pt x="1033057" y="1418920"/>
                  </a:lnTo>
                  <a:lnTo>
                    <a:pt x="1033046" y="1418917"/>
                  </a:lnTo>
                  <a:lnTo>
                    <a:pt x="1033003" y="1418906"/>
                  </a:lnTo>
                  <a:lnTo>
                    <a:pt x="1032989" y="1418895"/>
                  </a:lnTo>
                  <a:lnTo>
                    <a:pt x="1032974" y="1418886"/>
                  </a:lnTo>
                  <a:lnTo>
                    <a:pt x="1032960" y="1418879"/>
                  </a:lnTo>
                  <a:lnTo>
                    <a:pt x="1032955" y="1418879"/>
                  </a:lnTo>
                  <a:lnTo>
                    <a:pt x="1032948" y="1418879"/>
                  </a:lnTo>
                  <a:lnTo>
                    <a:pt x="1032935" y="1418881"/>
                  </a:lnTo>
                  <a:lnTo>
                    <a:pt x="1032921" y="1418889"/>
                  </a:lnTo>
                  <a:lnTo>
                    <a:pt x="1032909" y="1418894"/>
                  </a:lnTo>
                  <a:lnTo>
                    <a:pt x="1032902" y="1418898"/>
                  </a:lnTo>
                  <a:lnTo>
                    <a:pt x="1032895" y="1418898"/>
                  </a:lnTo>
                  <a:lnTo>
                    <a:pt x="1032880" y="1418887"/>
                  </a:lnTo>
                  <a:lnTo>
                    <a:pt x="1032869" y="1418874"/>
                  </a:lnTo>
                  <a:lnTo>
                    <a:pt x="1032853" y="1418850"/>
                  </a:lnTo>
                  <a:lnTo>
                    <a:pt x="1032837" y="1418834"/>
                  </a:lnTo>
                  <a:lnTo>
                    <a:pt x="1032827" y="1418829"/>
                  </a:lnTo>
                  <a:lnTo>
                    <a:pt x="1032810" y="1418825"/>
                  </a:lnTo>
                  <a:lnTo>
                    <a:pt x="1032785" y="1418822"/>
                  </a:lnTo>
                  <a:lnTo>
                    <a:pt x="1032753" y="1418821"/>
                  </a:lnTo>
                  <a:lnTo>
                    <a:pt x="1032739" y="1418820"/>
                  </a:lnTo>
                  <a:lnTo>
                    <a:pt x="1032727" y="1418818"/>
                  </a:lnTo>
                  <a:lnTo>
                    <a:pt x="1032699" y="1418807"/>
                  </a:lnTo>
                  <a:lnTo>
                    <a:pt x="1032682" y="1418796"/>
                  </a:lnTo>
                  <a:lnTo>
                    <a:pt x="1032657" y="1418776"/>
                  </a:lnTo>
                  <a:lnTo>
                    <a:pt x="1032644" y="1418765"/>
                  </a:lnTo>
                  <a:lnTo>
                    <a:pt x="1032630" y="1418762"/>
                  </a:lnTo>
                  <a:lnTo>
                    <a:pt x="1032603" y="1418760"/>
                  </a:lnTo>
                  <a:lnTo>
                    <a:pt x="1032576" y="1418762"/>
                  </a:lnTo>
                  <a:lnTo>
                    <a:pt x="1032560" y="1418759"/>
                  </a:lnTo>
                  <a:lnTo>
                    <a:pt x="1032550" y="1418751"/>
                  </a:lnTo>
                  <a:lnTo>
                    <a:pt x="1032523" y="1418729"/>
                  </a:lnTo>
                  <a:lnTo>
                    <a:pt x="1032508" y="1418726"/>
                  </a:lnTo>
                  <a:lnTo>
                    <a:pt x="1032496" y="1418730"/>
                  </a:lnTo>
                  <a:lnTo>
                    <a:pt x="1032478" y="1418735"/>
                  </a:lnTo>
                  <a:lnTo>
                    <a:pt x="1032469" y="1418734"/>
                  </a:lnTo>
                  <a:lnTo>
                    <a:pt x="1032407" y="1418719"/>
                  </a:lnTo>
                  <a:lnTo>
                    <a:pt x="1032382" y="1418711"/>
                  </a:lnTo>
                  <a:lnTo>
                    <a:pt x="1032355" y="1418702"/>
                  </a:lnTo>
                  <a:lnTo>
                    <a:pt x="1032328" y="1418700"/>
                  </a:lnTo>
                  <a:lnTo>
                    <a:pt x="1032301" y="1418702"/>
                  </a:lnTo>
                  <a:lnTo>
                    <a:pt x="1032282" y="1418710"/>
                  </a:lnTo>
                  <a:lnTo>
                    <a:pt x="1032266" y="1418714"/>
                  </a:lnTo>
                  <a:lnTo>
                    <a:pt x="1032248" y="1418718"/>
                  </a:lnTo>
                  <a:lnTo>
                    <a:pt x="1032225" y="1418727"/>
                  </a:lnTo>
                  <a:lnTo>
                    <a:pt x="1032206" y="1418736"/>
                  </a:lnTo>
                  <a:lnTo>
                    <a:pt x="1032199" y="1418736"/>
                  </a:lnTo>
                  <a:lnTo>
                    <a:pt x="1032172" y="1418744"/>
                  </a:lnTo>
                  <a:lnTo>
                    <a:pt x="1032153" y="1418763"/>
                  </a:lnTo>
                  <a:lnTo>
                    <a:pt x="1032139" y="1418758"/>
                  </a:lnTo>
                  <a:lnTo>
                    <a:pt x="1032125" y="1418751"/>
                  </a:lnTo>
                  <a:lnTo>
                    <a:pt x="1032116" y="1418744"/>
                  </a:lnTo>
                  <a:lnTo>
                    <a:pt x="1032107" y="1418736"/>
                  </a:lnTo>
                  <a:lnTo>
                    <a:pt x="1032098" y="1418728"/>
                  </a:lnTo>
                  <a:lnTo>
                    <a:pt x="1032086" y="1418715"/>
                  </a:lnTo>
                  <a:lnTo>
                    <a:pt x="1032072" y="1418700"/>
                  </a:lnTo>
                  <a:lnTo>
                    <a:pt x="1032057" y="1418683"/>
                  </a:lnTo>
                  <a:lnTo>
                    <a:pt x="1032041" y="1418666"/>
                  </a:lnTo>
                  <a:lnTo>
                    <a:pt x="1032027" y="1418655"/>
                  </a:lnTo>
                  <a:lnTo>
                    <a:pt x="1032014" y="1418649"/>
                  </a:lnTo>
                  <a:lnTo>
                    <a:pt x="1032002" y="1418645"/>
                  </a:lnTo>
                  <a:lnTo>
                    <a:pt x="1031973" y="1418644"/>
                  </a:lnTo>
                  <a:lnTo>
                    <a:pt x="1031947" y="1418643"/>
                  </a:lnTo>
                  <a:lnTo>
                    <a:pt x="1031985" y="1418192"/>
                  </a:lnTo>
                  <a:lnTo>
                    <a:pt x="1031974" y="1418159"/>
                  </a:lnTo>
                  <a:lnTo>
                    <a:pt x="1031967" y="1418142"/>
                  </a:lnTo>
                  <a:lnTo>
                    <a:pt x="1031955" y="1418127"/>
                  </a:lnTo>
                  <a:lnTo>
                    <a:pt x="1031942" y="1418118"/>
                  </a:lnTo>
                  <a:lnTo>
                    <a:pt x="1031931" y="1418111"/>
                  </a:lnTo>
                  <a:lnTo>
                    <a:pt x="1031915" y="1418106"/>
                  </a:lnTo>
                  <a:lnTo>
                    <a:pt x="1031906" y="1418095"/>
                  </a:lnTo>
                  <a:lnTo>
                    <a:pt x="1031904" y="1418087"/>
                  </a:lnTo>
                  <a:lnTo>
                    <a:pt x="1031902" y="1418078"/>
                  </a:lnTo>
                  <a:lnTo>
                    <a:pt x="1031902" y="1418050"/>
                  </a:lnTo>
                  <a:lnTo>
                    <a:pt x="1031902" y="1418032"/>
                  </a:lnTo>
                  <a:lnTo>
                    <a:pt x="1031902" y="1418013"/>
                  </a:lnTo>
                  <a:lnTo>
                    <a:pt x="1031903" y="1418000"/>
                  </a:lnTo>
                  <a:lnTo>
                    <a:pt x="1031902" y="1417995"/>
                  </a:lnTo>
                  <a:lnTo>
                    <a:pt x="1031899" y="1417984"/>
                  </a:lnTo>
                  <a:lnTo>
                    <a:pt x="1031894" y="1417969"/>
                  </a:lnTo>
                  <a:lnTo>
                    <a:pt x="1031883" y="1417948"/>
                  </a:lnTo>
                  <a:lnTo>
                    <a:pt x="1031869" y="1417927"/>
                  </a:lnTo>
                  <a:lnTo>
                    <a:pt x="1031862" y="1417917"/>
                  </a:lnTo>
                  <a:lnTo>
                    <a:pt x="1031850" y="1417901"/>
                  </a:lnTo>
                  <a:lnTo>
                    <a:pt x="1031842" y="1417891"/>
                  </a:lnTo>
                  <a:lnTo>
                    <a:pt x="1031838" y="1417884"/>
                  </a:lnTo>
                  <a:lnTo>
                    <a:pt x="1031834" y="1417856"/>
                  </a:lnTo>
                  <a:lnTo>
                    <a:pt x="1031831" y="1417838"/>
                  </a:lnTo>
                  <a:lnTo>
                    <a:pt x="1031827" y="1417832"/>
                  </a:lnTo>
                  <a:lnTo>
                    <a:pt x="1031824" y="1417829"/>
                  </a:lnTo>
                  <a:lnTo>
                    <a:pt x="1031804" y="1417806"/>
                  </a:lnTo>
                  <a:lnTo>
                    <a:pt x="1031802" y="1417801"/>
                  </a:lnTo>
                  <a:lnTo>
                    <a:pt x="1031800" y="1417773"/>
                  </a:lnTo>
                  <a:lnTo>
                    <a:pt x="1031801" y="1417746"/>
                  </a:lnTo>
                  <a:lnTo>
                    <a:pt x="1031803" y="1417725"/>
                  </a:lnTo>
                  <a:lnTo>
                    <a:pt x="1031807" y="1417718"/>
                  </a:lnTo>
                  <a:lnTo>
                    <a:pt x="1031811" y="1417704"/>
                  </a:lnTo>
                  <a:lnTo>
                    <a:pt x="1031821" y="1417693"/>
                  </a:lnTo>
                  <a:lnTo>
                    <a:pt x="1031838" y="1417680"/>
                  </a:lnTo>
                  <a:lnTo>
                    <a:pt x="1031840" y="1417667"/>
                  </a:lnTo>
                  <a:lnTo>
                    <a:pt x="1031841" y="1417639"/>
                  </a:lnTo>
                  <a:lnTo>
                    <a:pt x="1031837" y="1417603"/>
                  </a:lnTo>
                  <a:lnTo>
                    <a:pt x="1031822" y="1417577"/>
                  </a:lnTo>
                  <a:lnTo>
                    <a:pt x="1031817" y="1417564"/>
                  </a:lnTo>
                  <a:lnTo>
                    <a:pt x="1031813" y="1417551"/>
                  </a:lnTo>
                  <a:lnTo>
                    <a:pt x="1031808" y="1417528"/>
                  </a:lnTo>
                  <a:lnTo>
                    <a:pt x="1031801" y="1417501"/>
                  </a:lnTo>
                  <a:lnTo>
                    <a:pt x="1031795" y="1417473"/>
                  </a:lnTo>
                  <a:lnTo>
                    <a:pt x="1031790" y="1417446"/>
                  </a:lnTo>
                  <a:lnTo>
                    <a:pt x="1031777" y="1417418"/>
                  </a:lnTo>
                  <a:lnTo>
                    <a:pt x="1031762" y="1417403"/>
                  </a:lnTo>
                  <a:lnTo>
                    <a:pt x="1031752" y="1417398"/>
                  </a:lnTo>
                  <a:lnTo>
                    <a:pt x="1031745" y="1417396"/>
                  </a:lnTo>
                  <a:lnTo>
                    <a:pt x="1031725" y="1417383"/>
                  </a:lnTo>
                  <a:lnTo>
                    <a:pt x="1031698" y="1417363"/>
                  </a:lnTo>
                  <a:lnTo>
                    <a:pt x="1031673" y="1417337"/>
                  </a:lnTo>
                  <a:lnTo>
                    <a:pt x="1031658" y="1417309"/>
                  </a:lnTo>
                  <a:lnTo>
                    <a:pt x="1031653" y="1417293"/>
                  </a:lnTo>
                  <a:lnTo>
                    <a:pt x="1031653" y="1417282"/>
                  </a:lnTo>
                  <a:lnTo>
                    <a:pt x="1031656" y="1417267"/>
                  </a:lnTo>
                  <a:lnTo>
                    <a:pt x="1031663" y="1417254"/>
                  </a:lnTo>
                  <a:lnTo>
                    <a:pt x="1031693" y="1417187"/>
                  </a:lnTo>
                  <a:lnTo>
                    <a:pt x="1031707" y="1417146"/>
                  </a:lnTo>
                  <a:lnTo>
                    <a:pt x="1031713" y="1417118"/>
                  </a:lnTo>
                  <a:lnTo>
                    <a:pt x="1031740" y="1417034"/>
                  </a:lnTo>
                  <a:lnTo>
                    <a:pt x="1031749" y="1417023"/>
                  </a:lnTo>
                  <a:lnTo>
                    <a:pt x="1031758" y="1417010"/>
                  </a:lnTo>
                  <a:lnTo>
                    <a:pt x="1031761" y="1416998"/>
                  </a:lnTo>
                  <a:lnTo>
                    <a:pt x="1031761" y="1416981"/>
                  </a:lnTo>
                  <a:lnTo>
                    <a:pt x="1031754" y="1416967"/>
                  </a:lnTo>
                  <a:lnTo>
                    <a:pt x="1031748" y="1416954"/>
                  </a:lnTo>
                  <a:lnTo>
                    <a:pt x="1031743" y="1416933"/>
                  </a:lnTo>
                  <a:lnTo>
                    <a:pt x="1031743" y="1416909"/>
                  </a:lnTo>
                  <a:lnTo>
                    <a:pt x="1031749" y="1416885"/>
                  </a:lnTo>
                  <a:lnTo>
                    <a:pt x="1031749" y="1416863"/>
                  </a:lnTo>
                  <a:lnTo>
                    <a:pt x="1031755" y="1416847"/>
                  </a:lnTo>
                  <a:lnTo>
                    <a:pt x="1031765" y="1416801"/>
                  </a:lnTo>
                  <a:lnTo>
                    <a:pt x="1031763" y="1416770"/>
                  </a:lnTo>
                  <a:lnTo>
                    <a:pt x="1031766" y="1416754"/>
                  </a:lnTo>
                  <a:lnTo>
                    <a:pt x="1031774" y="1416745"/>
                  </a:lnTo>
                  <a:lnTo>
                    <a:pt x="1031786" y="1416737"/>
                  </a:lnTo>
                  <a:lnTo>
                    <a:pt x="1031813" y="1416728"/>
                  </a:lnTo>
                  <a:lnTo>
                    <a:pt x="1031877" y="1416707"/>
                  </a:lnTo>
                  <a:lnTo>
                    <a:pt x="1031930" y="1416686"/>
                  </a:lnTo>
                  <a:lnTo>
                    <a:pt x="1031966" y="1416663"/>
                  </a:lnTo>
                  <a:lnTo>
                    <a:pt x="1031978" y="1416646"/>
                  </a:lnTo>
                  <a:lnTo>
                    <a:pt x="1031984" y="1416628"/>
                  </a:lnTo>
                  <a:lnTo>
                    <a:pt x="1031987" y="1416602"/>
                  </a:lnTo>
                  <a:lnTo>
                    <a:pt x="1031994" y="1416564"/>
                  </a:lnTo>
                  <a:lnTo>
                    <a:pt x="1032002" y="1416535"/>
                  </a:lnTo>
                  <a:lnTo>
                    <a:pt x="1032019" y="1416505"/>
                  </a:lnTo>
                  <a:lnTo>
                    <a:pt x="1032037" y="1416477"/>
                  </a:lnTo>
                  <a:lnTo>
                    <a:pt x="1032056" y="1416457"/>
                  </a:lnTo>
                  <a:lnTo>
                    <a:pt x="1032068" y="1416454"/>
                  </a:lnTo>
                  <a:lnTo>
                    <a:pt x="1032085" y="1416452"/>
                  </a:lnTo>
                  <a:lnTo>
                    <a:pt x="1032111" y="1416459"/>
                  </a:lnTo>
                  <a:lnTo>
                    <a:pt x="1032141" y="1416461"/>
                  </a:lnTo>
                  <a:lnTo>
                    <a:pt x="1032155" y="1416454"/>
                  </a:lnTo>
                  <a:lnTo>
                    <a:pt x="1032162" y="1416440"/>
                  </a:lnTo>
                  <a:lnTo>
                    <a:pt x="1032163" y="1416424"/>
                  </a:lnTo>
                  <a:lnTo>
                    <a:pt x="1032161" y="1416403"/>
                  </a:lnTo>
                  <a:lnTo>
                    <a:pt x="1032150" y="1416381"/>
                  </a:lnTo>
                  <a:lnTo>
                    <a:pt x="1032132" y="1416357"/>
                  </a:lnTo>
                  <a:lnTo>
                    <a:pt x="1032112" y="1416328"/>
                  </a:lnTo>
                  <a:lnTo>
                    <a:pt x="1032081" y="1416295"/>
                  </a:lnTo>
                  <a:lnTo>
                    <a:pt x="1032120" y="1416255"/>
                  </a:lnTo>
                  <a:lnTo>
                    <a:pt x="1032467" y="1416349"/>
                  </a:lnTo>
                  <a:lnTo>
                    <a:pt x="1032480" y="1416356"/>
                  </a:lnTo>
                  <a:lnTo>
                    <a:pt x="1032498" y="1416365"/>
                  </a:lnTo>
                  <a:lnTo>
                    <a:pt x="1032510" y="1416380"/>
                  </a:lnTo>
                  <a:lnTo>
                    <a:pt x="1032533" y="1416425"/>
                  </a:lnTo>
                  <a:lnTo>
                    <a:pt x="1032554" y="1416490"/>
                  </a:lnTo>
                  <a:lnTo>
                    <a:pt x="1032569" y="1416527"/>
                  </a:lnTo>
                  <a:lnTo>
                    <a:pt x="1032583" y="1416542"/>
                  </a:lnTo>
                  <a:lnTo>
                    <a:pt x="1032597" y="1416550"/>
                  </a:lnTo>
                  <a:lnTo>
                    <a:pt x="1032633" y="1416562"/>
                  </a:lnTo>
                  <a:lnTo>
                    <a:pt x="1032681" y="1416580"/>
                  </a:lnTo>
                  <a:lnTo>
                    <a:pt x="1032751" y="1416609"/>
                  </a:lnTo>
                  <a:lnTo>
                    <a:pt x="1032784" y="1416621"/>
                  </a:lnTo>
                  <a:lnTo>
                    <a:pt x="1032804" y="1416638"/>
                  </a:lnTo>
                  <a:lnTo>
                    <a:pt x="1032822" y="1416651"/>
                  </a:lnTo>
                  <a:lnTo>
                    <a:pt x="1032834" y="1416652"/>
                  </a:lnTo>
                  <a:lnTo>
                    <a:pt x="1032850" y="1416646"/>
                  </a:lnTo>
                  <a:lnTo>
                    <a:pt x="1032863" y="1416629"/>
                  </a:lnTo>
                  <a:lnTo>
                    <a:pt x="1032869" y="1416613"/>
                  </a:lnTo>
                  <a:lnTo>
                    <a:pt x="1032873" y="1416588"/>
                  </a:lnTo>
                  <a:lnTo>
                    <a:pt x="1032875" y="1416539"/>
                  </a:lnTo>
                  <a:lnTo>
                    <a:pt x="1032878" y="1416516"/>
                  </a:lnTo>
                  <a:lnTo>
                    <a:pt x="1032888" y="1416502"/>
                  </a:lnTo>
                  <a:lnTo>
                    <a:pt x="1032901" y="1416497"/>
                  </a:lnTo>
                  <a:lnTo>
                    <a:pt x="1032919" y="1416504"/>
                  </a:lnTo>
                  <a:lnTo>
                    <a:pt x="1032945" y="1416523"/>
                  </a:lnTo>
                  <a:lnTo>
                    <a:pt x="1032966" y="1416534"/>
                  </a:lnTo>
                  <a:lnTo>
                    <a:pt x="1032986" y="1416533"/>
                  </a:lnTo>
                  <a:lnTo>
                    <a:pt x="1032995" y="1416525"/>
                  </a:lnTo>
                  <a:lnTo>
                    <a:pt x="1033004" y="1416509"/>
                  </a:lnTo>
                  <a:lnTo>
                    <a:pt x="1033013" y="1416488"/>
                  </a:lnTo>
                  <a:lnTo>
                    <a:pt x="1033031" y="1416472"/>
                  </a:lnTo>
                  <a:lnTo>
                    <a:pt x="1033050" y="1416463"/>
                  </a:lnTo>
                  <a:lnTo>
                    <a:pt x="1033064" y="1416455"/>
                  </a:lnTo>
                  <a:lnTo>
                    <a:pt x="1033075" y="1416446"/>
                  </a:lnTo>
                  <a:lnTo>
                    <a:pt x="1033084" y="1416446"/>
                  </a:lnTo>
                  <a:lnTo>
                    <a:pt x="1033106" y="1416453"/>
                  </a:lnTo>
                  <a:lnTo>
                    <a:pt x="1033153" y="1416456"/>
                  </a:lnTo>
                  <a:lnTo>
                    <a:pt x="1033185" y="1416456"/>
                  </a:lnTo>
                  <a:lnTo>
                    <a:pt x="1033201" y="1416449"/>
                  </a:lnTo>
                  <a:lnTo>
                    <a:pt x="1033224" y="1416436"/>
                  </a:lnTo>
                  <a:lnTo>
                    <a:pt x="1033240" y="1416435"/>
                  </a:lnTo>
                  <a:lnTo>
                    <a:pt x="1033287" y="1416438"/>
                  </a:lnTo>
                  <a:lnTo>
                    <a:pt x="1033325" y="1416449"/>
                  </a:lnTo>
                  <a:lnTo>
                    <a:pt x="1033335" y="1416449"/>
                  </a:lnTo>
                  <a:lnTo>
                    <a:pt x="1033344" y="1416437"/>
                  </a:lnTo>
                  <a:lnTo>
                    <a:pt x="1033354" y="1416408"/>
                  </a:lnTo>
                  <a:lnTo>
                    <a:pt x="1033363" y="1416390"/>
                  </a:lnTo>
                  <a:lnTo>
                    <a:pt x="1033370" y="1416384"/>
                  </a:lnTo>
                  <a:lnTo>
                    <a:pt x="1033380" y="1416384"/>
                  </a:lnTo>
                  <a:lnTo>
                    <a:pt x="1033397" y="1416390"/>
                  </a:lnTo>
                  <a:lnTo>
                    <a:pt x="1033418" y="1416398"/>
                  </a:lnTo>
                  <a:lnTo>
                    <a:pt x="1033444" y="1416418"/>
                  </a:lnTo>
                  <a:lnTo>
                    <a:pt x="1033483" y="1416427"/>
                  </a:lnTo>
                  <a:lnTo>
                    <a:pt x="1033523" y="1416437"/>
                  </a:lnTo>
                  <a:lnTo>
                    <a:pt x="1033565" y="1416452"/>
                  </a:lnTo>
                  <a:lnTo>
                    <a:pt x="1033584" y="1416456"/>
                  </a:lnTo>
                  <a:lnTo>
                    <a:pt x="1033601" y="1416456"/>
                  </a:lnTo>
                  <a:lnTo>
                    <a:pt x="1033612" y="1416445"/>
                  </a:lnTo>
                  <a:lnTo>
                    <a:pt x="1033625" y="1416418"/>
                  </a:lnTo>
                  <a:lnTo>
                    <a:pt x="1033635" y="1416385"/>
                  </a:lnTo>
                  <a:lnTo>
                    <a:pt x="1033647" y="1416356"/>
                  </a:lnTo>
                  <a:lnTo>
                    <a:pt x="1033653" y="1416348"/>
                  </a:lnTo>
                  <a:lnTo>
                    <a:pt x="1033664" y="1416342"/>
                  </a:lnTo>
                  <a:lnTo>
                    <a:pt x="1033680" y="1416329"/>
                  </a:lnTo>
                  <a:lnTo>
                    <a:pt x="1033688" y="1416313"/>
                  </a:lnTo>
                  <a:lnTo>
                    <a:pt x="1033701" y="1416298"/>
                  </a:lnTo>
                  <a:lnTo>
                    <a:pt x="1033717" y="1416276"/>
                  </a:lnTo>
                  <a:lnTo>
                    <a:pt x="1033723" y="1416261"/>
                  </a:lnTo>
                  <a:lnTo>
                    <a:pt x="1033731" y="1416250"/>
                  </a:lnTo>
                  <a:lnTo>
                    <a:pt x="1033753" y="1416235"/>
                  </a:lnTo>
                  <a:lnTo>
                    <a:pt x="1033780" y="1416202"/>
                  </a:lnTo>
                  <a:lnTo>
                    <a:pt x="1033788" y="1416188"/>
                  </a:lnTo>
                  <a:lnTo>
                    <a:pt x="1033798" y="1416163"/>
                  </a:lnTo>
                  <a:lnTo>
                    <a:pt x="1033814" y="1416138"/>
                  </a:lnTo>
                  <a:lnTo>
                    <a:pt x="1033816" y="1416115"/>
                  </a:lnTo>
                  <a:lnTo>
                    <a:pt x="1033818" y="1416093"/>
                  </a:lnTo>
                  <a:lnTo>
                    <a:pt x="1033822" y="1416084"/>
                  </a:lnTo>
                  <a:lnTo>
                    <a:pt x="1033828" y="1416074"/>
                  </a:lnTo>
                  <a:lnTo>
                    <a:pt x="1033834" y="1416057"/>
                  </a:lnTo>
                  <a:lnTo>
                    <a:pt x="1033836" y="1416039"/>
                  </a:lnTo>
                  <a:lnTo>
                    <a:pt x="1033845" y="1416027"/>
                  </a:lnTo>
                  <a:lnTo>
                    <a:pt x="1033871" y="1416007"/>
                  </a:lnTo>
                  <a:lnTo>
                    <a:pt x="1033882" y="1415992"/>
                  </a:lnTo>
                  <a:lnTo>
                    <a:pt x="1033886" y="1415979"/>
                  </a:lnTo>
                  <a:lnTo>
                    <a:pt x="1033885" y="1415957"/>
                  </a:lnTo>
                  <a:lnTo>
                    <a:pt x="1033884" y="1415929"/>
                  </a:lnTo>
                  <a:lnTo>
                    <a:pt x="1033887" y="1415911"/>
                  </a:lnTo>
                  <a:lnTo>
                    <a:pt x="1033894" y="1415902"/>
                  </a:lnTo>
                  <a:lnTo>
                    <a:pt x="1033907" y="1415897"/>
                  </a:lnTo>
                  <a:lnTo>
                    <a:pt x="1033932" y="1415904"/>
                  </a:lnTo>
                  <a:lnTo>
                    <a:pt x="1033956" y="1415912"/>
                  </a:lnTo>
                  <a:lnTo>
                    <a:pt x="1033965" y="1415910"/>
                  </a:lnTo>
                  <a:lnTo>
                    <a:pt x="1033974" y="1415905"/>
                  </a:lnTo>
                  <a:lnTo>
                    <a:pt x="1033991" y="1415882"/>
                  </a:lnTo>
                  <a:lnTo>
                    <a:pt x="1034005" y="1415867"/>
                  </a:lnTo>
                  <a:lnTo>
                    <a:pt x="1034014" y="1415865"/>
                  </a:lnTo>
                  <a:lnTo>
                    <a:pt x="1034028" y="1415877"/>
                  </a:lnTo>
                  <a:lnTo>
                    <a:pt x="1034046" y="1415904"/>
                  </a:lnTo>
                  <a:lnTo>
                    <a:pt x="1034063" y="1415909"/>
                  </a:lnTo>
                  <a:lnTo>
                    <a:pt x="1034077" y="1415898"/>
                  </a:lnTo>
                  <a:lnTo>
                    <a:pt x="1034086" y="1415872"/>
                  </a:lnTo>
                  <a:lnTo>
                    <a:pt x="1034099" y="1415854"/>
                  </a:lnTo>
                  <a:lnTo>
                    <a:pt x="1034116" y="1415839"/>
                  </a:lnTo>
                  <a:lnTo>
                    <a:pt x="1034129" y="1415820"/>
                  </a:lnTo>
                  <a:lnTo>
                    <a:pt x="1034139" y="1415780"/>
                  </a:lnTo>
                  <a:lnTo>
                    <a:pt x="1034152" y="1415747"/>
                  </a:lnTo>
                  <a:lnTo>
                    <a:pt x="1034148" y="1415721"/>
                  </a:lnTo>
                  <a:lnTo>
                    <a:pt x="1034149" y="1415684"/>
                  </a:lnTo>
                  <a:lnTo>
                    <a:pt x="1034153" y="1415657"/>
                  </a:lnTo>
                  <a:lnTo>
                    <a:pt x="1034181" y="1415577"/>
                  </a:lnTo>
                  <a:lnTo>
                    <a:pt x="1034210" y="1415519"/>
                  </a:lnTo>
                  <a:lnTo>
                    <a:pt x="1034229" y="1415479"/>
                  </a:lnTo>
                  <a:lnTo>
                    <a:pt x="1034238" y="1415455"/>
                  </a:lnTo>
                  <a:lnTo>
                    <a:pt x="1034238" y="1415432"/>
                  </a:lnTo>
                  <a:lnTo>
                    <a:pt x="1034230" y="1415414"/>
                  </a:lnTo>
                  <a:lnTo>
                    <a:pt x="1034199" y="1415366"/>
                  </a:lnTo>
                  <a:lnTo>
                    <a:pt x="1034184" y="1415331"/>
                  </a:lnTo>
                  <a:lnTo>
                    <a:pt x="1034174" y="1415321"/>
                  </a:lnTo>
                  <a:lnTo>
                    <a:pt x="1034164" y="1415318"/>
                  </a:lnTo>
                  <a:lnTo>
                    <a:pt x="1034152" y="1415323"/>
                  </a:lnTo>
                  <a:lnTo>
                    <a:pt x="1034130" y="1415325"/>
                  </a:lnTo>
                  <a:lnTo>
                    <a:pt x="1034119" y="1415322"/>
                  </a:lnTo>
                  <a:lnTo>
                    <a:pt x="1034112" y="1415311"/>
                  </a:lnTo>
                  <a:lnTo>
                    <a:pt x="1034113" y="1415294"/>
                  </a:lnTo>
                  <a:lnTo>
                    <a:pt x="1034124" y="1415263"/>
                  </a:lnTo>
                  <a:lnTo>
                    <a:pt x="1034143" y="1415219"/>
                  </a:lnTo>
                  <a:lnTo>
                    <a:pt x="1034150" y="1415197"/>
                  </a:lnTo>
                  <a:lnTo>
                    <a:pt x="1034151" y="1415180"/>
                  </a:lnTo>
                  <a:lnTo>
                    <a:pt x="1034143" y="1415154"/>
                  </a:lnTo>
                  <a:lnTo>
                    <a:pt x="1034134" y="1415122"/>
                  </a:lnTo>
                  <a:lnTo>
                    <a:pt x="1034126" y="1415105"/>
                  </a:lnTo>
                  <a:lnTo>
                    <a:pt x="1034123" y="1415083"/>
                  </a:lnTo>
                  <a:lnTo>
                    <a:pt x="1034121" y="1415058"/>
                  </a:lnTo>
                  <a:lnTo>
                    <a:pt x="1034120" y="1415020"/>
                  </a:lnTo>
                  <a:lnTo>
                    <a:pt x="1034121" y="1414974"/>
                  </a:lnTo>
                  <a:lnTo>
                    <a:pt x="1034117" y="1414953"/>
                  </a:lnTo>
                  <a:lnTo>
                    <a:pt x="1034109" y="1414932"/>
                  </a:lnTo>
                  <a:lnTo>
                    <a:pt x="1034107" y="1414910"/>
                  </a:lnTo>
                  <a:lnTo>
                    <a:pt x="1034108" y="1414880"/>
                  </a:lnTo>
                  <a:lnTo>
                    <a:pt x="1034103" y="1414865"/>
                  </a:lnTo>
                  <a:lnTo>
                    <a:pt x="1034096" y="1414860"/>
                  </a:lnTo>
                  <a:lnTo>
                    <a:pt x="1034083" y="1414859"/>
                  </a:lnTo>
                  <a:lnTo>
                    <a:pt x="1034049" y="1414866"/>
                  </a:lnTo>
                  <a:lnTo>
                    <a:pt x="1034022" y="1414869"/>
                  </a:lnTo>
                  <a:lnTo>
                    <a:pt x="1033989" y="1414862"/>
                  </a:lnTo>
                  <a:lnTo>
                    <a:pt x="1033964" y="1414851"/>
                  </a:lnTo>
                  <a:lnTo>
                    <a:pt x="1033948" y="1414837"/>
                  </a:lnTo>
                  <a:lnTo>
                    <a:pt x="1033933" y="1414827"/>
                  </a:lnTo>
                  <a:lnTo>
                    <a:pt x="1033914" y="1414820"/>
                  </a:lnTo>
                  <a:lnTo>
                    <a:pt x="1033899" y="1414814"/>
                  </a:lnTo>
                  <a:lnTo>
                    <a:pt x="1033890" y="1414809"/>
                  </a:lnTo>
                  <a:lnTo>
                    <a:pt x="1033878" y="1414813"/>
                  </a:lnTo>
                  <a:lnTo>
                    <a:pt x="1033854" y="1414813"/>
                  </a:lnTo>
                  <a:lnTo>
                    <a:pt x="1033819" y="1414801"/>
                  </a:lnTo>
                  <a:lnTo>
                    <a:pt x="1033789" y="1414785"/>
                  </a:lnTo>
                  <a:lnTo>
                    <a:pt x="1033747" y="1414764"/>
                  </a:lnTo>
                  <a:lnTo>
                    <a:pt x="1033729" y="1414762"/>
                  </a:lnTo>
                  <a:lnTo>
                    <a:pt x="1033718" y="1414769"/>
                  </a:lnTo>
                  <a:lnTo>
                    <a:pt x="1033708" y="1414778"/>
                  </a:lnTo>
                  <a:lnTo>
                    <a:pt x="1033698" y="1414778"/>
                  </a:lnTo>
                  <a:lnTo>
                    <a:pt x="1033691" y="1414772"/>
                  </a:lnTo>
                  <a:lnTo>
                    <a:pt x="1033682" y="1414762"/>
                  </a:lnTo>
                  <a:lnTo>
                    <a:pt x="1033663" y="1414725"/>
                  </a:lnTo>
                  <a:lnTo>
                    <a:pt x="1033642" y="1414691"/>
                  </a:lnTo>
                  <a:lnTo>
                    <a:pt x="1033620" y="1414668"/>
                  </a:lnTo>
                  <a:lnTo>
                    <a:pt x="1033615" y="1414655"/>
                  </a:lnTo>
                  <a:lnTo>
                    <a:pt x="1033611" y="1414641"/>
                  </a:lnTo>
                  <a:lnTo>
                    <a:pt x="1033613" y="1414626"/>
                  </a:lnTo>
                  <a:lnTo>
                    <a:pt x="1033620" y="1414610"/>
                  </a:lnTo>
                  <a:lnTo>
                    <a:pt x="1033624" y="1414593"/>
                  </a:lnTo>
                  <a:lnTo>
                    <a:pt x="1033624" y="1414562"/>
                  </a:lnTo>
                  <a:lnTo>
                    <a:pt x="1033615" y="1414540"/>
                  </a:lnTo>
                  <a:lnTo>
                    <a:pt x="1033606" y="1414529"/>
                  </a:lnTo>
                  <a:lnTo>
                    <a:pt x="1033584" y="1414511"/>
                  </a:lnTo>
                  <a:lnTo>
                    <a:pt x="1033557" y="1414498"/>
                  </a:lnTo>
                  <a:lnTo>
                    <a:pt x="1033526" y="1414492"/>
                  </a:lnTo>
                  <a:lnTo>
                    <a:pt x="1033494" y="1414490"/>
                  </a:lnTo>
                  <a:lnTo>
                    <a:pt x="1033459" y="1414489"/>
                  </a:lnTo>
                  <a:lnTo>
                    <a:pt x="1033422" y="1414480"/>
                  </a:lnTo>
                  <a:lnTo>
                    <a:pt x="1033392" y="1414458"/>
                  </a:lnTo>
                  <a:lnTo>
                    <a:pt x="1033373" y="1414444"/>
                  </a:lnTo>
                  <a:lnTo>
                    <a:pt x="1033350" y="1414456"/>
                  </a:lnTo>
                  <a:lnTo>
                    <a:pt x="1033326" y="1414465"/>
                  </a:lnTo>
                  <a:lnTo>
                    <a:pt x="1033311" y="1414465"/>
                  </a:lnTo>
                  <a:lnTo>
                    <a:pt x="1033281" y="1414455"/>
                  </a:lnTo>
                  <a:lnTo>
                    <a:pt x="1033255" y="1414453"/>
                  </a:lnTo>
                  <a:lnTo>
                    <a:pt x="1033224" y="1414448"/>
                  </a:lnTo>
                  <a:lnTo>
                    <a:pt x="1033169" y="1414419"/>
                  </a:lnTo>
                  <a:lnTo>
                    <a:pt x="1033127" y="1414405"/>
                  </a:lnTo>
                  <a:lnTo>
                    <a:pt x="1033103" y="1414388"/>
                  </a:lnTo>
                  <a:lnTo>
                    <a:pt x="1033076" y="1414365"/>
                  </a:lnTo>
                  <a:lnTo>
                    <a:pt x="1033035" y="1414317"/>
                  </a:lnTo>
                  <a:lnTo>
                    <a:pt x="1033020" y="1414295"/>
                  </a:lnTo>
                  <a:lnTo>
                    <a:pt x="1033012" y="1414262"/>
                  </a:lnTo>
                  <a:lnTo>
                    <a:pt x="1033001" y="1414229"/>
                  </a:lnTo>
                  <a:lnTo>
                    <a:pt x="1032992" y="1414216"/>
                  </a:lnTo>
                  <a:lnTo>
                    <a:pt x="1032967" y="1414198"/>
                  </a:lnTo>
                  <a:lnTo>
                    <a:pt x="1032951" y="1414172"/>
                  </a:lnTo>
                  <a:lnTo>
                    <a:pt x="1032937" y="1414135"/>
                  </a:lnTo>
                  <a:lnTo>
                    <a:pt x="1032931" y="1414106"/>
                  </a:lnTo>
                  <a:lnTo>
                    <a:pt x="1032920" y="1414074"/>
                  </a:lnTo>
                  <a:lnTo>
                    <a:pt x="1032913" y="1414058"/>
                  </a:lnTo>
                  <a:lnTo>
                    <a:pt x="1032912" y="1414030"/>
                  </a:lnTo>
                  <a:lnTo>
                    <a:pt x="1032912" y="1414004"/>
                  </a:lnTo>
                  <a:lnTo>
                    <a:pt x="1032910" y="1413981"/>
                  </a:lnTo>
                  <a:lnTo>
                    <a:pt x="1032900" y="1413960"/>
                  </a:lnTo>
                  <a:lnTo>
                    <a:pt x="1032883" y="1413937"/>
                  </a:lnTo>
                  <a:lnTo>
                    <a:pt x="1032864" y="1413915"/>
                  </a:lnTo>
                  <a:lnTo>
                    <a:pt x="1032832" y="1413884"/>
                  </a:lnTo>
                  <a:lnTo>
                    <a:pt x="1032760" y="1413824"/>
                  </a:lnTo>
                  <a:lnTo>
                    <a:pt x="1032724" y="1413797"/>
                  </a:lnTo>
                  <a:lnTo>
                    <a:pt x="1032706" y="1413781"/>
                  </a:lnTo>
                  <a:lnTo>
                    <a:pt x="1032686" y="1413756"/>
                  </a:lnTo>
                  <a:lnTo>
                    <a:pt x="1032669" y="1413731"/>
                  </a:lnTo>
                  <a:lnTo>
                    <a:pt x="1032659" y="1413716"/>
                  </a:lnTo>
                  <a:lnTo>
                    <a:pt x="1032655" y="1413707"/>
                  </a:lnTo>
                  <a:lnTo>
                    <a:pt x="1032655" y="1413696"/>
                  </a:lnTo>
                  <a:lnTo>
                    <a:pt x="1032658" y="1413687"/>
                  </a:lnTo>
                  <a:lnTo>
                    <a:pt x="1032662" y="1413679"/>
                  </a:lnTo>
                  <a:lnTo>
                    <a:pt x="1032675" y="1413663"/>
                  </a:lnTo>
                  <a:lnTo>
                    <a:pt x="1032688" y="1413645"/>
                  </a:lnTo>
                  <a:lnTo>
                    <a:pt x="1032700" y="1413629"/>
                  </a:lnTo>
                  <a:lnTo>
                    <a:pt x="1032700" y="1413617"/>
                  </a:lnTo>
                  <a:lnTo>
                    <a:pt x="1032693" y="1413608"/>
                  </a:lnTo>
                  <a:lnTo>
                    <a:pt x="1032679" y="1413595"/>
                  </a:lnTo>
                  <a:lnTo>
                    <a:pt x="1032662" y="1413578"/>
                  </a:lnTo>
                  <a:lnTo>
                    <a:pt x="1032632" y="1413538"/>
                  </a:lnTo>
                  <a:lnTo>
                    <a:pt x="1032612" y="1413505"/>
                  </a:lnTo>
                  <a:lnTo>
                    <a:pt x="1032596" y="1413488"/>
                  </a:lnTo>
                  <a:lnTo>
                    <a:pt x="1032582" y="1413474"/>
                  </a:lnTo>
                  <a:lnTo>
                    <a:pt x="1032574" y="1413453"/>
                  </a:lnTo>
                  <a:lnTo>
                    <a:pt x="1032568" y="1413430"/>
                  </a:lnTo>
                  <a:lnTo>
                    <a:pt x="1032556" y="1413414"/>
                  </a:lnTo>
                  <a:lnTo>
                    <a:pt x="1032536" y="1413398"/>
                  </a:lnTo>
                  <a:lnTo>
                    <a:pt x="1032519" y="1413375"/>
                  </a:lnTo>
                  <a:lnTo>
                    <a:pt x="1032509" y="1413345"/>
                  </a:lnTo>
                  <a:lnTo>
                    <a:pt x="1032512" y="1413316"/>
                  </a:lnTo>
                  <a:lnTo>
                    <a:pt x="1032523" y="1413295"/>
                  </a:lnTo>
                  <a:lnTo>
                    <a:pt x="1032547" y="1413276"/>
                  </a:lnTo>
                  <a:lnTo>
                    <a:pt x="1032575" y="1413260"/>
                  </a:lnTo>
                  <a:lnTo>
                    <a:pt x="1032608" y="1413241"/>
                  </a:lnTo>
                  <a:lnTo>
                    <a:pt x="1032641" y="1413233"/>
                  </a:lnTo>
                  <a:lnTo>
                    <a:pt x="1032687" y="1413219"/>
                  </a:lnTo>
                  <a:lnTo>
                    <a:pt x="1032708" y="1413207"/>
                  </a:lnTo>
                  <a:lnTo>
                    <a:pt x="1032745" y="1413178"/>
                  </a:lnTo>
                  <a:lnTo>
                    <a:pt x="1032771" y="1413146"/>
                  </a:lnTo>
                  <a:lnTo>
                    <a:pt x="1032799" y="1413129"/>
                  </a:lnTo>
                  <a:lnTo>
                    <a:pt x="1032835" y="1413108"/>
                  </a:lnTo>
                  <a:lnTo>
                    <a:pt x="1032844" y="1413100"/>
                  </a:lnTo>
                  <a:lnTo>
                    <a:pt x="1032846" y="1413086"/>
                  </a:lnTo>
                  <a:lnTo>
                    <a:pt x="1032846" y="1413068"/>
                  </a:lnTo>
                  <a:lnTo>
                    <a:pt x="1032839" y="1413056"/>
                  </a:lnTo>
                  <a:lnTo>
                    <a:pt x="1032820" y="1413039"/>
                  </a:lnTo>
                  <a:lnTo>
                    <a:pt x="1032788" y="1413024"/>
                  </a:lnTo>
                  <a:lnTo>
                    <a:pt x="1032758" y="1413017"/>
                  </a:lnTo>
                  <a:lnTo>
                    <a:pt x="1032727" y="1413017"/>
                  </a:lnTo>
                  <a:lnTo>
                    <a:pt x="1032710" y="1413008"/>
                  </a:lnTo>
                  <a:lnTo>
                    <a:pt x="1032696" y="1412988"/>
                  </a:lnTo>
                  <a:lnTo>
                    <a:pt x="1032680" y="1412960"/>
                  </a:lnTo>
                  <a:lnTo>
                    <a:pt x="1032665" y="1412942"/>
                  </a:lnTo>
                  <a:lnTo>
                    <a:pt x="1032642" y="1412931"/>
                  </a:lnTo>
                  <a:lnTo>
                    <a:pt x="1032603" y="1412915"/>
                  </a:lnTo>
                  <a:lnTo>
                    <a:pt x="1032593" y="1412903"/>
                  </a:lnTo>
                  <a:lnTo>
                    <a:pt x="1032590" y="1412885"/>
                  </a:lnTo>
                  <a:lnTo>
                    <a:pt x="1032592" y="1412874"/>
                  </a:lnTo>
                  <a:lnTo>
                    <a:pt x="1032603" y="1412859"/>
                  </a:lnTo>
                  <a:lnTo>
                    <a:pt x="1032623" y="1412838"/>
                  </a:lnTo>
                  <a:lnTo>
                    <a:pt x="1032632" y="1412826"/>
                  </a:lnTo>
                  <a:lnTo>
                    <a:pt x="1032629" y="1412802"/>
                  </a:lnTo>
                  <a:lnTo>
                    <a:pt x="1032615" y="1412770"/>
                  </a:lnTo>
                  <a:lnTo>
                    <a:pt x="1032604" y="1412739"/>
                  </a:lnTo>
                  <a:lnTo>
                    <a:pt x="1032597" y="1412697"/>
                  </a:lnTo>
                  <a:lnTo>
                    <a:pt x="1032601" y="1412657"/>
                  </a:lnTo>
                  <a:lnTo>
                    <a:pt x="1032608" y="1412626"/>
                  </a:lnTo>
                  <a:lnTo>
                    <a:pt x="1032609" y="1412592"/>
                  </a:lnTo>
                  <a:lnTo>
                    <a:pt x="1032602" y="1412573"/>
                  </a:lnTo>
                  <a:lnTo>
                    <a:pt x="1032582" y="1412548"/>
                  </a:lnTo>
                  <a:lnTo>
                    <a:pt x="1032570" y="1412532"/>
                  </a:lnTo>
                  <a:lnTo>
                    <a:pt x="1032546" y="1412479"/>
                  </a:lnTo>
                  <a:lnTo>
                    <a:pt x="1032519" y="1412424"/>
                  </a:lnTo>
                  <a:lnTo>
                    <a:pt x="1032505" y="1412407"/>
                  </a:lnTo>
                  <a:lnTo>
                    <a:pt x="1032484" y="1412391"/>
                  </a:lnTo>
                  <a:lnTo>
                    <a:pt x="1032468" y="1412378"/>
                  </a:lnTo>
                  <a:lnTo>
                    <a:pt x="1032464" y="1412366"/>
                  </a:lnTo>
                  <a:lnTo>
                    <a:pt x="1032461" y="1412327"/>
                  </a:lnTo>
                  <a:lnTo>
                    <a:pt x="1032454" y="1412269"/>
                  </a:lnTo>
                  <a:lnTo>
                    <a:pt x="1032443" y="1412239"/>
                  </a:lnTo>
                  <a:lnTo>
                    <a:pt x="1032436" y="1412209"/>
                  </a:lnTo>
                  <a:lnTo>
                    <a:pt x="1032439" y="1412196"/>
                  </a:lnTo>
                  <a:lnTo>
                    <a:pt x="1032448" y="1412179"/>
                  </a:lnTo>
                  <a:lnTo>
                    <a:pt x="1032460" y="1412157"/>
                  </a:lnTo>
                  <a:lnTo>
                    <a:pt x="1032468" y="1412131"/>
                  </a:lnTo>
                  <a:lnTo>
                    <a:pt x="1032475" y="1412103"/>
                  </a:lnTo>
                  <a:lnTo>
                    <a:pt x="1032477" y="1412076"/>
                  </a:lnTo>
                  <a:lnTo>
                    <a:pt x="1032470" y="1412061"/>
                  </a:lnTo>
                  <a:lnTo>
                    <a:pt x="1032452" y="1412038"/>
                  </a:lnTo>
                  <a:lnTo>
                    <a:pt x="1032448" y="1412025"/>
                  </a:lnTo>
                  <a:lnTo>
                    <a:pt x="1032453" y="1412008"/>
                  </a:lnTo>
                  <a:lnTo>
                    <a:pt x="1032477" y="1411963"/>
                  </a:lnTo>
                  <a:lnTo>
                    <a:pt x="1032505" y="1411919"/>
                  </a:lnTo>
                  <a:lnTo>
                    <a:pt x="1032522" y="1411905"/>
                  </a:lnTo>
                  <a:lnTo>
                    <a:pt x="1032585" y="1411884"/>
                  </a:lnTo>
                  <a:lnTo>
                    <a:pt x="1032603" y="1411868"/>
                  </a:lnTo>
                  <a:lnTo>
                    <a:pt x="1032605" y="1411854"/>
                  </a:lnTo>
                  <a:lnTo>
                    <a:pt x="1032598" y="1411838"/>
                  </a:lnTo>
                  <a:lnTo>
                    <a:pt x="1032583" y="1411810"/>
                  </a:lnTo>
                  <a:lnTo>
                    <a:pt x="1032559" y="1411791"/>
                  </a:lnTo>
                  <a:lnTo>
                    <a:pt x="1032506" y="1411733"/>
                  </a:lnTo>
                  <a:lnTo>
                    <a:pt x="1032433" y="1411671"/>
                  </a:lnTo>
                  <a:lnTo>
                    <a:pt x="1032409" y="1411641"/>
                  </a:lnTo>
                  <a:lnTo>
                    <a:pt x="1032406" y="1411628"/>
                  </a:lnTo>
                  <a:lnTo>
                    <a:pt x="1032413" y="1411622"/>
                  </a:lnTo>
                  <a:lnTo>
                    <a:pt x="1032536" y="1411579"/>
                  </a:lnTo>
                  <a:lnTo>
                    <a:pt x="1032549" y="1411573"/>
                  </a:lnTo>
                  <a:lnTo>
                    <a:pt x="1032547" y="1411564"/>
                  </a:lnTo>
                  <a:lnTo>
                    <a:pt x="1032543" y="1411548"/>
                  </a:lnTo>
                  <a:lnTo>
                    <a:pt x="1032522" y="1411499"/>
                  </a:lnTo>
                  <a:lnTo>
                    <a:pt x="1032503" y="1411470"/>
                  </a:lnTo>
                  <a:lnTo>
                    <a:pt x="1032493" y="1411454"/>
                  </a:lnTo>
                  <a:lnTo>
                    <a:pt x="1032469" y="1411454"/>
                  </a:lnTo>
                  <a:lnTo>
                    <a:pt x="1032418" y="1411458"/>
                  </a:lnTo>
                  <a:lnTo>
                    <a:pt x="1032408" y="1411456"/>
                  </a:lnTo>
                  <a:lnTo>
                    <a:pt x="1032405" y="1411439"/>
                  </a:lnTo>
                  <a:lnTo>
                    <a:pt x="1032400" y="1411400"/>
                  </a:lnTo>
                  <a:lnTo>
                    <a:pt x="1032392" y="1411351"/>
                  </a:lnTo>
                  <a:lnTo>
                    <a:pt x="1032379" y="1411319"/>
                  </a:lnTo>
                  <a:lnTo>
                    <a:pt x="1032367" y="1411303"/>
                  </a:lnTo>
                  <a:lnTo>
                    <a:pt x="1032344" y="1411290"/>
                  </a:lnTo>
                  <a:lnTo>
                    <a:pt x="1032318" y="1411287"/>
                  </a:lnTo>
                  <a:lnTo>
                    <a:pt x="1032301" y="1411282"/>
                  </a:lnTo>
                  <a:lnTo>
                    <a:pt x="1032277" y="1411265"/>
                  </a:lnTo>
                  <a:lnTo>
                    <a:pt x="1032261" y="1411244"/>
                  </a:lnTo>
                  <a:lnTo>
                    <a:pt x="1032249" y="1411216"/>
                  </a:lnTo>
                  <a:lnTo>
                    <a:pt x="1032228" y="1411182"/>
                  </a:lnTo>
                  <a:lnTo>
                    <a:pt x="1032209" y="1411154"/>
                  </a:lnTo>
                  <a:lnTo>
                    <a:pt x="1032197" y="1411125"/>
                  </a:lnTo>
                  <a:lnTo>
                    <a:pt x="1032189" y="1411085"/>
                  </a:lnTo>
                  <a:lnTo>
                    <a:pt x="1032185" y="1411074"/>
                  </a:lnTo>
                  <a:lnTo>
                    <a:pt x="1032179" y="1411065"/>
                  </a:lnTo>
                  <a:lnTo>
                    <a:pt x="1032172" y="1411062"/>
                  </a:lnTo>
                  <a:lnTo>
                    <a:pt x="1032159" y="1411064"/>
                  </a:lnTo>
                  <a:lnTo>
                    <a:pt x="1032144" y="1411077"/>
                  </a:lnTo>
                  <a:lnTo>
                    <a:pt x="1032118" y="1411102"/>
                  </a:lnTo>
                  <a:lnTo>
                    <a:pt x="1032074" y="1411137"/>
                  </a:lnTo>
                  <a:lnTo>
                    <a:pt x="1032039" y="1411163"/>
                  </a:lnTo>
                  <a:lnTo>
                    <a:pt x="1032011" y="1411185"/>
                  </a:lnTo>
                  <a:lnTo>
                    <a:pt x="1031983" y="1411206"/>
                  </a:lnTo>
                  <a:lnTo>
                    <a:pt x="1031941" y="1411217"/>
                  </a:lnTo>
                  <a:lnTo>
                    <a:pt x="1031909" y="1411220"/>
                  </a:lnTo>
                  <a:lnTo>
                    <a:pt x="1031871" y="1411213"/>
                  </a:lnTo>
                  <a:lnTo>
                    <a:pt x="1031825" y="1411199"/>
                  </a:lnTo>
                  <a:lnTo>
                    <a:pt x="1031793" y="1411194"/>
                  </a:lnTo>
                  <a:lnTo>
                    <a:pt x="1031773" y="1411199"/>
                  </a:lnTo>
                  <a:lnTo>
                    <a:pt x="1031740" y="1411219"/>
                  </a:lnTo>
                  <a:lnTo>
                    <a:pt x="1031717" y="1411243"/>
                  </a:lnTo>
                  <a:lnTo>
                    <a:pt x="1031656" y="1411285"/>
                  </a:lnTo>
                  <a:lnTo>
                    <a:pt x="1031597" y="1411314"/>
                  </a:lnTo>
                  <a:lnTo>
                    <a:pt x="1031554" y="1411330"/>
                  </a:lnTo>
                  <a:lnTo>
                    <a:pt x="1031504" y="1411344"/>
                  </a:lnTo>
                  <a:lnTo>
                    <a:pt x="1031441" y="1411362"/>
                  </a:lnTo>
                  <a:lnTo>
                    <a:pt x="1031401" y="1411372"/>
                  </a:lnTo>
                  <a:lnTo>
                    <a:pt x="1031376" y="1411387"/>
                  </a:lnTo>
                  <a:lnTo>
                    <a:pt x="1031329" y="1411415"/>
                  </a:lnTo>
                  <a:lnTo>
                    <a:pt x="1031292" y="1411430"/>
                  </a:lnTo>
                  <a:lnTo>
                    <a:pt x="1031264" y="1411438"/>
                  </a:lnTo>
                  <a:lnTo>
                    <a:pt x="1031230" y="1411439"/>
                  </a:lnTo>
                  <a:lnTo>
                    <a:pt x="1031187" y="1411424"/>
                  </a:lnTo>
                  <a:lnTo>
                    <a:pt x="1031152" y="1411408"/>
                  </a:lnTo>
                  <a:lnTo>
                    <a:pt x="1031120" y="1411398"/>
                  </a:lnTo>
                  <a:lnTo>
                    <a:pt x="1031101" y="1411398"/>
                  </a:lnTo>
                  <a:lnTo>
                    <a:pt x="1031077" y="1411405"/>
                  </a:lnTo>
                  <a:lnTo>
                    <a:pt x="1031037" y="1411428"/>
                  </a:lnTo>
                  <a:lnTo>
                    <a:pt x="1030971" y="1411472"/>
                  </a:lnTo>
                  <a:lnTo>
                    <a:pt x="1030944" y="1411481"/>
                  </a:lnTo>
                  <a:lnTo>
                    <a:pt x="1030914" y="1411485"/>
                  </a:lnTo>
                  <a:lnTo>
                    <a:pt x="1030883" y="1411481"/>
                  </a:lnTo>
                  <a:lnTo>
                    <a:pt x="1030842" y="1411474"/>
                  </a:lnTo>
                  <a:lnTo>
                    <a:pt x="1030815" y="1411474"/>
                  </a:lnTo>
                  <a:lnTo>
                    <a:pt x="1030787" y="1411481"/>
                  </a:lnTo>
                  <a:lnTo>
                    <a:pt x="1030692" y="1411538"/>
                  </a:lnTo>
                  <a:lnTo>
                    <a:pt x="1030610" y="1411578"/>
                  </a:lnTo>
                  <a:lnTo>
                    <a:pt x="1030582" y="1411587"/>
                  </a:lnTo>
                  <a:lnTo>
                    <a:pt x="1030546" y="1411596"/>
                  </a:lnTo>
                  <a:lnTo>
                    <a:pt x="1030509" y="1411599"/>
                  </a:lnTo>
                  <a:lnTo>
                    <a:pt x="1030500" y="1411600"/>
                  </a:lnTo>
                  <a:lnTo>
                    <a:pt x="1030458" y="1411606"/>
                  </a:lnTo>
                  <a:lnTo>
                    <a:pt x="1030335" y="1411616"/>
                  </a:lnTo>
                  <a:lnTo>
                    <a:pt x="1030314" y="1411618"/>
                  </a:lnTo>
                  <a:lnTo>
                    <a:pt x="1030269" y="1411620"/>
                  </a:lnTo>
                  <a:lnTo>
                    <a:pt x="1030246" y="1411629"/>
                  </a:lnTo>
                  <a:lnTo>
                    <a:pt x="1030212" y="1411650"/>
                  </a:lnTo>
                  <a:lnTo>
                    <a:pt x="1030180" y="1411683"/>
                  </a:lnTo>
                  <a:lnTo>
                    <a:pt x="1030138" y="1411718"/>
                  </a:lnTo>
                  <a:lnTo>
                    <a:pt x="1030110" y="1411730"/>
                  </a:lnTo>
                  <a:lnTo>
                    <a:pt x="1030083" y="1411738"/>
                  </a:lnTo>
                  <a:lnTo>
                    <a:pt x="1030047" y="1411749"/>
                  </a:lnTo>
                  <a:lnTo>
                    <a:pt x="1029997" y="1411751"/>
                  </a:lnTo>
                  <a:lnTo>
                    <a:pt x="1029982" y="1411749"/>
                  </a:lnTo>
                  <a:lnTo>
                    <a:pt x="1029960" y="1411742"/>
                  </a:lnTo>
                  <a:lnTo>
                    <a:pt x="1029867" y="1411709"/>
                  </a:lnTo>
                  <a:lnTo>
                    <a:pt x="1029816" y="1411697"/>
                  </a:lnTo>
                  <a:lnTo>
                    <a:pt x="1029792" y="1411693"/>
                  </a:lnTo>
                  <a:lnTo>
                    <a:pt x="1029783" y="1411690"/>
                  </a:lnTo>
                  <a:lnTo>
                    <a:pt x="1029769" y="1411690"/>
                  </a:lnTo>
                  <a:lnTo>
                    <a:pt x="1029745" y="1411694"/>
                  </a:lnTo>
                  <a:lnTo>
                    <a:pt x="1029702" y="1411713"/>
                  </a:lnTo>
                  <a:lnTo>
                    <a:pt x="1029647" y="1411748"/>
                  </a:lnTo>
                  <a:lnTo>
                    <a:pt x="1029595" y="1411775"/>
                  </a:lnTo>
                  <a:lnTo>
                    <a:pt x="1029539" y="1411806"/>
                  </a:lnTo>
                  <a:lnTo>
                    <a:pt x="1029512" y="1411812"/>
                  </a:lnTo>
                  <a:lnTo>
                    <a:pt x="1029485" y="1411808"/>
                  </a:lnTo>
                  <a:lnTo>
                    <a:pt x="1029466" y="1411801"/>
                  </a:lnTo>
                  <a:lnTo>
                    <a:pt x="1029435" y="1411788"/>
                  </a:lnTo>
                  <a:lnTo>
                    <a:pt x="1029403" y="1411779"/>
                  </a:lnTo>
                  <a:lnTo>
                    <a:pt x="1029374" y="1411764"/>
                  </a:lnTo>
                  <a:lnTo>
                    <a:pt x="1029353" y="1411752"/>
                  </a:lnTo>
                  <a:lnTo>
                    <a:pt x="1029331" y="1411727"/>
                  </a:lnTo>
                  <a:lnTo>
                    <a:pt x="1029318" y="1411705"/>
                  </a:lnTo>
                  <a:lnTo>
                    <a:pt x="1029278" y="1411624"/>
                  </a:lnTo>
                  <a:lnTo>
                    <a:pt x="1029254" y="1411579"/>
                  </a:lnTo>
                  <a:lnTo>
                    <a:pt x="1029243" y="1411561"/>
                  </a:lnTo>
                  <a:lnTo>
                    <a:pt x="1029225" y="1411537"/>
                  </a:lnTo>
                  <a:lnTo>
                    <a:pt x="1029214" y="1411530"/>
                  </a:lnTo>
                  <a:lnTo>
                    <a:pt x="1029200" y="1411529"/>
                  </a:lnTo>
                  <a:lnTo>
                    <a:pt x="1029186" y="1411540"/>
                  </a:lnTo>
                  <a:lnTo>
                    <a:pt x="1029168" y="1411566"/>
                  </a:lnTo>
                  <a:lnTo>
                    <a:pt x="1029150" y="1411602"/>
                  </a:lnTo>
                  <a:lnTo>
                    <a:pt x="1029139" y="1411627"/>
                  </a:lnTo>
                  <a:lnTo>
                    <a:pt x="1029129" y="1411641"/>
                  </a:lnTo>
                  <a:lnTo>
                    <a:pt x="1029100" y="1411671"/>
                  </a:lnTo>
                  <a:lnTo>
                    <a:pt x="1029083" y="1411677"/>
                  </a:lnTo>
                  <a:lnTo>
                    <a:pt x="1029064" y="1411677"/>
                  </a:lnTo>
                  <a:lnTo>
                    <a:pt x="1029039" y="1411669"/>
                  </a:lnTo>
                  <a:lnTo>
                    <a:pt x="1029010" y="1411661"/>
                  </a:lnTo>
                  <a:lnTo>
                    <a:pt x="1028981" y="1411659"/>
                  </a:lnTo>
                  <a:lnTo>
                    <a:pt x="1028956" y="1411663"/>
                  </a:lnTo>
                  <a:lnTo>
                    <a:pt x="1028934" y="1411677"/>
                  </a:lnTo>
                  <a:lnTo>
                    <a:pt x="1028916" y="1411706"/>
                  </a:lnTo>
                  <a:lnTo>
                    <a:pt x="1028873" y="1411788"/>
                  </a:lnTo>
                  <a:lnTo>
                    <a:pt x="1028850" y="1411837"/>
                  </a:lnTo>
                  <a:lnTo>
                    <a:pt x="1028824" y="1411922"/>
                  </a:lnTo>
                  <a:lnTo>
                    <a:pt x="1028817" y="1411936"/>
                  </a:lnTo>
                  <a:lnTo>
                    <a:pt x="1028810" y="1411944"/>
                  </a:lnTo>
                  <a:lnTo>
                    <a:pt x="1028801" y="1411949"/>
                  </a:lnTo>
                  <a:lnTo>
                    <a:pt x="1028785" y="1411948"/>
                  </a:lnTo>
                  <a:lnTo>
                    <a:pt x="1028768" y="1411935"/>
                  </a:lnTo>
                  <a:lnTo>
                    <a:pt x="1028741" y="1411905"/>
                  </a:lnTo>
                  <a:lnTo>
                    <a:pt x="1028708" y="1411872"/>
                  </a:lnTo>
                  <a:lnTo>
                    <a:pt x="1028685" y="1411862"/>
                  </a:lnTo>
                  <a:lnTo>
                    <a:pt x="1028671" y="1411862"/>
                  </a:lnTo>
                  <a:lnTo>
                    <a:pt x="1028659" y="1411860"/>
                  </a:lnTo>
                  <a:lnTo>
                    <a:pt x="1028627" y="1411854"/>
                  </a:lnTo>
                  <a:lnTo>
                    <a:pt x="1028559" y="1411842"/>
                  </a:lnTo>
                  <a:lnTo>
                    <a:pt x="1028523" y="1411829"/>
                  </a:lnTo>
                  <a:lnTo>
                    <a:pt x="1028479" y="1411801"/>
                  </a:lnTo>
                  <a:lnTo>
                    <a:pt x="1028454" y="1411782"/>
                  </a:lnTo>
                  <a:lnTo>
                    <a:pt x="1028409" y="1411748"/>
                  </a:lnTo>
                  <a:lnTo>
                    <a:pt x="1028358" y="1411717"/>
                  </a:lnTo>
                  <a:lnTo>
                    <a:pt x="1028325" y="1411700"/>
                  </a:lnTo>
                  <a:lnTo>
                    <a:pt x="1028301" y="1411688"/>
                  </a:lnTo>
                  <a:lnTo>
                    <a:pt x="1028289" y="1411685"/>
                  </a:lnTo>
                  <a:lnTo>
                    <a:pt x="1028279" y="1411682"/>
                  </a:lnTo>
                  <a:lnTo>
                    <a:pt x="1028254" y="1411676"/>
                  </a:lnTo>
                  <a:lnTo>
                    <a:pt x="1028224" y="1411668"/>
                  </a:lnTo>
                  <a:lnTo>
                    <a:pt x="1028198" y="1411667"/>
                  </a:lnTo>
                  <a:lnTo>
                    <a:pt x="1028181" y="1411675"/>
                  </a:lnTo>
                  <a:lnTo>
                    <a:pt x="1028173" y="1411690"/>
                  </a:lnTo>
                  <a:lnTo>
                    <a:pt x="1028168" y="1411712"/>
                  </a:lnTo>
                  <a:lnTo>
                    <a:pt x="1028164" y="1411741"/>
                  </a:lnTo>
                  <a:lnTo>
                    <a:pt x="1028154" y="1411768"/>
                  </a:lnTo>
                  <a:lnTo>
                    <a:pt x="1028141" y="1411783"/>
                  </a:lnTo>
                  <a:lnTo>
                    <a:pt x="1028119" y="1411797"/>
                  </a:lnTo>
                  <a:lnTo>
                    <a:pt x="1028107" y="1411801"/>
                  </a:lnTo>
                  <a:lnTo>
                    <a:pt x="1028092" y="1411801"/>
                  </a:lnTo>
                  <a:lnTo>
                    <a:pt x="1028076" y="1411794"/>
                  </a:lnTo>
                  <a:lnTo>
                    <a:pt x="1028062" y="1411776"/>
                  </a:lnTo>
                  <a:lnTo>
                    <a:pt x="1028052" y="1411748"/>
                  </a:lnTo>
                  <a:lnTo>
                    <a:pt x="1028044" y="1411725"/>
                  </a:lnTo>
                  <a:lnTo>
                    <a:pt x="1028033" y="1411706"/>
                  </a:lnTo>
                  <a:lnTo>
                    <a:pt x="1028019" y="1411693"/>
                  </a:lnTo>
                  <a:lnTo>
                    <a:pt x="1028006" y="1411685"/>
                  </a:lnTo>
                  <a:lnTo>
                    <a:pt x="1027989" y="1411679"/>
                  </a:lnTo>
                  <a:lnTo>
                    <a:pt x="1027972" y="1411681"/>
                  </a:lnTo>
                  <a:lnTo>
                    <a:pt x="1027953" y="1411691"/>
                  </a:lnTo>
                  <a:lnTo>
                    <a:pt x="1027939" y="1411705"/>
                  </a:lnTo>
                  <a:lnTo>
                    <a:pt x="1027930" y="1411720"/>
                  </a:lnTo>
                  <a:lnTo>
                    <a:pt x="1027920" y="1411768"/>
                  </a:lnTo>
                  <a:lnTo>
                    <a:pt x="1027913" y="1411793"/>
                  </a:lnTo>
                  <a:lnTo>
                    <a:pt x="1027903" y="1411802"/>
                  </a:lnTo>
                  <a:lnTo>
                    <a:pt x="1027892" y="1411805"/>
                  </a:lnTo>
                  <a:lnTo>
                    <a:pt x="1027880" y="1411805"/>
                  </a:lnTo>
                  <a:lnTo>
                    <a:pt x="1027863" y="1411802"/>
                  </a:lnTo>
                  <a:lnTo>
                    <a:pt x="1027836" y="1411795"/>
                  </a:lnTo>
                  <a:lnTo>
                    <a:pt x="1027805" y="1411793"/>
                  </a:lnTo>
                  <a:lnTo>
                    <a:pt x="1027778" y="1411794"/>
                  </a:lnTo>
                  <a:lnTo>
                    <a:pt x="1027754" y="1411803"/>
                  </a:lnTo>
                  <a:lnTo>
                    <a:pt x="1027720" y="1411823"/>
                  </a:lnTo>
                  <a:lnTo>
                    <a:pt x="1027698" y="1411842"/>
                  </a:lnTo>
                  <a:lnTo>
                    <a:pt x="1027680" y="1411856"/>
                  </a:lnTo>
                  <a:lnTo>
                    <a:pt x="1027657" y="1411866"/>
                  </a:lnTo>
                  <a:lnTo>
                    <a:pt x="1027625" y="1411875"/>
                  </a:lnTo>
                  <a:lnTo>
                    <a:pt x="1027608" y="1411876"/>
                  </a:lnTo>
                  <a:lnTo>
                    <a:pt x="1027584" y="1411871"/>
                  </a:lnTo>
                  <a:lnTo>
                    <a:pt x="1027566" y="1411851"/>
                  </a:lnTo>
                  <a:lnTo>
                    <a:pt x="1027546" y="1411823"/>
                  </a:lnTo>
                  <a:lnTo>
                    <a:pt x="1027532" y="1411798"/>
                  </a:lnTo>
                  <a:lnTo>
                    <a:pt x="1027519" y="1411788"/>
                  </a:lnTo>
                  <a:lnTo>
                    <a:pt x="1027502" y="1411786"/>
                  </a:lnTo>
                  <a:lnTo>
                    <a:pt x="1027478" y="1411794"/>
                  </a:lnTo>
                  <a:lnTo>
                    <a:pt x="1027445" y="1411810"/>
                  </a:lnTo>
                  <a:lnTo>
                    <a:pt x="1027412" y="1411827"/>
                  </a:lnTo>
                  <a:lnTo>
                    <a:pt x="1027383" y="1411841"/>
                  </a:lnTo>
                  <a:lnTo>
                    <a:pt x="1027374" y="1411843"/>
                  </a:lnTo>
                  <a:lnTo>
                    <a:pt x="1027346" y="1411850"/>
                  </a:lnTo>
                  <a:lnTo>
                    <a:pt x="1027335" y="1411852"/>
                  </a:lnTo>
                  <a:lnTo>
                    <a:pt x="1027294" y="1411855"/>
                  </a:lnTo>
                  <a:lnTo>
                    <a:pt x="1027237" y="1411856"/>
                  </a:lnTo>
                  <a:lnTo>
                    <a:pt x="1027203" y="1411855"/>
                  </a:lnTo>
                  <a:lnTo>
                    <a:pt x="1027140" y="1411847"/>
                  </a:lnTo>
                  <a:lnTo>
                    <a:pt x="1027113" y="1411840"/>
                  </a:lnTo>
                  <a:lnTo>
                    <a:pt x="1027058" y="1411823"/>
                  </a:lnTo>
                  <a:lnTo>
                    <a:pt x="1027037" y="1411817"/>
                  </a:lnTo>
                  <a:lnTo>
                    <a:pt x="1026979" y="1411815"/>
                  </a:lnTo>
                  <a:lnTo>
                    <a:pt x="1026954" y="1411821"/>
                  </a:lnTo>
                  <a:lnTo>
                    <a:pt x="1026918" y="1411842"/>
                  </a:lnTo>
                  <a:lnTo>
                    <a:pt x="1026851" y="1411881"/>
                  </a:lnTo>
                  <a:lnTo>
                    <a:pt x="1026795" y="1411905"/>
                  </a:lnTo>
                  <a:lnTo>
                    <a:pt x="1026742" y="1411923"/>
                  </a:lnTo>
                  <a:lnTo>
                    <a:pt x="1026678" y="1411936"/>
                  </a:lnTo>
                  <a:lnTo>
                    <a:pt x="1026659" y="1411937"/>
                  </a:lnTo>
                  <a:lnTo>
                    <a:pt x="1026641" y="1411933"/>
                  </a:lnTo>
                  <a:lnTo>
                    <a:pt x="1026606" y="1411927"/>
                  </a:lnTo>
                  <a:lnTo>
                    <a:pt x="1026571" y="1411928"/>
                  </a:lnTo>
                  <a:lnTo>
                    <a:pt x="1026525" y="1411946"/>
                  </a:lnTo>
                  <a:lnTo>
                    <a:pt x="1026482" y="1411974"/>
                  </a:lnTo>
                  <a:lnTo>
                    <a:pt x="1026413" y="1412020"/>
                  </a:lnTo>
                  <a:lnTo>
                    <a:pt x="1026376" y="1412051"/>
                  </a:lnTo>
                  <a:lnTo>
                    <a:pt x="1026369" y="1412055"/>
                  </a:lnTo>
                  <a:lnTo>
                    <a:pt x="1026364" y="1412059"/>
                  </a:lnTo>
                  <a:lnTo>
                    <a:pt x="1026356" y="1412058"/>
                  </a:lnTo>
                  <a:lnTo>
                    <a:pt x="1026350" y="1412054"/>
                  </a:lnTo>
                  <a:lnTo>
                    <a:pt x="1026335" y="1412029"/>
                  </a:lnTo>
                  <a:lnTo>
                    <a:pt x="1026320" y="1412013"/>
                  </a:lnTo>
                  <a:lnTo>
                    <a:pt x="1026310" y="1412007"/>
                  </a:lnTo>
                  <a:lnTo>
                    <a:pt x="1026304" y="1412006"/>
                  </a:lnTo>
                  <a:lnTo>
                    <a:pt x="1026294" y="1412005"/>
                  </a:lnTo>
                  <a:lnTo>
                    <a:pt x="1026288" y="1412006"/>
                  </a:lnTo>
                  <a:lnTo>
                    <a:pt x="1026272" y="1412010"/>
                  </a:lnTo>
                  <a:lnTo>
                    <a:pt x="1026264" y="1412012"/>
                  </a:lnTo>
                  <a:lnTo>
                    <a:pt x="1026256" y="1412015"/>
                  </a:lnTo>
                  <a:lnTo>
                    <a:pt x="1026240" y="1412022"/>
                  </a:lnTo>
                  <a:lnTo>
                    <a:pt x="1026224" y="1412030"/>
                  </a:lnTo>
                  <a:lnTo>
                    <a:pt x="1026216" y="1412035"/>
                  </a:lnTo>
                  <a:lnTo>
                    <a:pt x="1026208" y="1412036"/>
                  </a:lnTo>
                  <a:lnTo>
                    <a:pt x="1026192" y="1412037"/>
                  </a:lnTo>
                  <a:lnTo>
                    <a:pt x="1026176" y="1412035"/>
                  </a:lnTo>
                  <a:lnTo>
                    <a:pt x="1026168" y="1412028"/>
                  </a:lnTo>
                  <a:lnTo>
                    <a:pt x="1026169" y="1412021"/>
                  </a:lnTo>
                  <a:lnTo>
                    <a:pt x="1026174" y="1412006"/>
                  </a:lnTo>
                  <a:lnTo>
                    <a:pt x="1026187" y="1411988"/>
                  </a:lnTo>
                  <a:lnTo>
                    <a:pt x="1026203" y="1411974"/>
                  </a:lnTo>
                  <a:lnTo>
                    <a:pt x="1026213" y="1411967"/>
                  </a:lnTo>
                  <a:lnTo>
                    <a:pt x="1026219" y="1411965"/>
                  </a:lnTo>
                  <a:lnTo>
                    <a:pt x="1026224" y="1411961"/>
                  </a:lnTo>
                  <a:lnTo>
                    <a:pt x="1026235" y="1411950"/>
                  </a:lnTo>
                  <a:lnTo>
                    <a:pt x="1026249" y="1411935"/>
                  </a:lnTo>
                  <a:lnTo>
                    <a:pt x="1026254" y="1411930"/>
                  </a:lnTo>
                  <a:lnTo>
                    <a:pt x="1026265" y="1411923"/>
                  </a:lnTo>
                  <a:lnTo>
                    <a:pt x="1026281" y="1411915"/>
                  </a:lnTo>
                  <a:lnTo>
                    <a:pt x="1026288" y="1411911"/>
                  </a:lnTo>
                  <a:lnTo>
                    <a:pt x="1026295" y="1411905"/>
                  </a:lnTo>
                  <a:lnTo>
                    <a:pt x="1026312" y="1411889"/>
                  </a:lnTo>
                  <a:lnTo>
                    <a:pt x="1026326" y="1411874"/>
                  </a:lnTo>
                  <a:lnTo>
                    <a:pt x="1026340" y="1411862"/>
                  </a:lnTo>
                  <a:lnTo>
                    <a:pt x="1026354" y="1411846"/>
                  </a:lnTo>
                  <a:lnTo>
                    <a:pt x="1026368" y="1411830"/>
                  </a:lnTo>
                  <a:lnTo>
                    <a:pt x="1026379" y="1411814"/>
                  </a:lnTo>
                  <a:lnTo>
                    <a:pt x="1026387" y="1411797"/>
                  </a:lnTo>
                  <a:lnTo>
                    <a:pt x="1026396" y="1411780"/>
                  </a:lnTo>
                  <a:lnTo>
                    <a:pt x="1026402" y="1411764"/>
                  </a:lnTo>
                  <a:lnTo>
                    <a:pt x="1026406" y="1411747"/>
                  </a:lnTo>
                  <a:lnTo>
                    <a:pt x="1026404" y="1411732"/>
                  </a:lnTo>
                  <a:lnTo>
                    <a:pt x="1026400" y="1411722"/>
                  </a:lnTo>
                  <a:lnTo>
                    <a:pt x="1026392" y="1411715"/>
                  </a:lnTo>
                  <a:lnTo>
                    <a:pt x="1026382" y="1411709"/>
                  </a:lnTo>
                  <a:lnTo>
                    <a:pt x="1026376" y="1411710"/>
                  </a:lnTo>
                  <a:lnTo>
                    <a:pt x="1026370" y="1411712"/>
                  </a:lnTo>
                  <a:lnTo>
                    <a:pt x="1026364" y="1411715"/>
                  </a:lnTo>
                  <a:lnTo>
                    <a:pt x="1026360" y="1411718"/>
                  </a:lnTo>
                  <a:lnTo>
                    <a:pt x="1026345" y="1411733"/>
                  </a:lnTo>
                  <a:lnTo>
                    <a:pt x="1026323" y="1411759"/>
                  </a:lnTo>
                  <a:lnTo>
                    <a:pt x="1026316" y="1411764"/>
                  </a:lnTo>
                  <a:lnTo>
                    <a:pt x="1026300" y="1411777"/>
                  </a:lnTo>
                  <a:lnTo>
                    <a:pt x="1026289" y="1411776"/>
                  </a:lnTo>
                  <a:lnTo>
                    <a:pt x="1026284" y="1411771"/>
                  </a:lnTo>
                  <a:lnTo>
                    <a:pt x="1026273" y="1411755"/>
                  </a:lnTo>
                  <a:lnTo>
                    <a:pt x="1026265" y="1411738"/>
                  </a:lnTo>
                  <a:lnTo>
                    <a:pt x="1026255" y="1411722"/>
                  </a:lnTo>
                  <a:lnTo>
                    <a:pt x="1026247" y="1411707"/>
                  </a:lnTo>
                  <a:lnTo>
                    <a:pt x="1026238" y="1411689"/>
                  </a:lnTo>
                  <a:lnTo>
                    <a:pt x="1026233" y="1411681"/>
                  </a:lnTo>
                  <a:lnTo>
                    <a:pt x="1026225" y="1411677"/>
                  </a:lnTo>
                  <a:lnTo>
                    <a:pt x="1026214" y="1411675"/>
                  </a:lnTo>
                  <a:lnTo>
                    <a:pt x="1026209" y="1411677"/>
                  </a:lnTo>
                  <a:lnTo>
                    <a:pt x="1026193" y="1411687"/>
                  </a:lnTo>
                  <a:lnTo>
                    <a:pt x="1026177" y="1411698"/>
                  </a:lnTo>
                  <a:lnTo>
                    <a:pt x="1026170" y="1411703"/>
                  </a:lnTo>
                  <a:lnTo>
                    <a:pt x="1026161" y="1411705"/>
                  </a:lnTo>
                  <a:lnTo>
                    <a:pt x="1026153" y="1411704"/>
                  </a:lnTo>
                  <a:lnTo>
                    <a:pt x="1026147" y="1411696"/>
                  </a:lnTo>
                  <a:lnTo>
                    <a:pt x="1026145" y="1411688"/>
                  </a:lnTo>
                  <a:lnTo>
                    <a:pt x="1026145" y="1411680"/>
                  </a:lnTo>
                  <a:lnTo>
                    <a:pt x="1026146" y="1411671"/>
                  </a:lnTo>
                  <a:lnTo>
                    <a:pt x="1026149" y="1411661"/>
                  </a:lnTo>
                  <a:lnTo>
                    <a:pt x="1026155" y="1411646"/>
                  </a:lnTo>
                  <a:lnTo>
                    <a:pt x="1026159" y="1411637"/>
                  </a:lnTo>
                  <a:lnTo>
                    <a:pt x="1026179" y="1411610"/>
                  </a:lnTo>
                  <a:lnTo>
                    <a:pt x="1026187" y="1411599"/>
                  </a:lnTo>
                  <a:lnTo>
                    <a:pt x="1026208" y="1411572"/>
                  </a:lnTo>
                  <a:lnTo>
                    <a:pt x="1026213" y="1411564"/>
                  </a:lnTo>
                  <a:lnTo>
                    <a:pt x="1026220" y="1411549"/>
                  </a:lnTo>
                  <a:lnTo>
                    <a:pt x="1026227" y="1411537"/>
                  </a:lnTo>
                  <a:lnTo>
                    <a:pt x="1026234" y="1411510"/>
                  </a:lnTo>
                  <a:lnTo>
                    <a:pt x="1026240" y="1411474"/>
                  </a:lnTo>
                  <a:lnTo>
                    <a:pt x="1026247" y="1411446"/>
                  </a:lnTo>
                  <a:lnTo>
                    <a:pt x="1026258" y="1411425"/>
                  </a:lnTo>
                  <a:lnTo>
                    <a:pt x="1026268" y="1411390"/>
                  </a:lnTo>
                  <a:lnTo>
                    <a:pt x="1026279" y="1411364"/>
                  </a:lnTo>
                  <a:lnTo>
                    <a:pt x="1026298" y="1411324"/>
                  </a:lnTo>
                  <a:lnTo>
                    <a:pt x="1026310" y="1411298"/>
                  </a:lnTo>
                  <a:lnTo>
                    <a:pt x="1026315" y="1411279"/>
                  </a:lnTo>
                  <a:lnTo>
                    <a:pt x="1026323" y="1411263"/>
                  </a:lnTo>
                  <a:lnTo>
                    <a:pt x="1026334" y="1411247"/>
                  </a:lnTo>
                  <a:lnTo>
                    <a:pt x="1026341" y="1411234"/>
                  </a:lnTo>
                  <a:lnTo>
                    <a:pt x="1026340" y="1411217"/>
                  </a:lnTo>
                  <a:lnTo>
                    <a:pt x="1026343" y="1411201"/>
                  </a:lnTo>
                  <a:lnTo>
                    <a:pt x="1026359" y="1411196"/>
                  </a:lnTo>
                  <a:lnTo>
                    <a:pt x="1026364" y="1411192"/>
                  </a:lnTo>
                  <a:lnTo>
                    <a:pt x="1026380" y="1411175"/>
                  </a:lnTo>
                  <a:lnTo>
                    <a:pt x="1026397" y="1411151"/>
                  </a:lnTo>
                  <a:lnTo>
                    <a:pt x="1026407" y="1411134"/>
                  </a:lnTo>
                  <a:lnTo>
                    <a:pt x="1026438" y="1411071"/>
                  </a:lnTo>
                  <a:lnTo>
                    <a:pt x="1026455" y="1411030"/>
                  </a:lnTo>
                  <a:lnTo>
                    <a:pt x="1026461" y="1411005"/>
                  </a:lnTo>
                  <a:lnTo>
                    <a:pt x="1026469" y="1410967"/>
                  </a:lnTo>
                  <a:lnTo>
                    <a:pt x="1026471" y="1410948"/>
                  </a:lnTo>
                  <a:lnTo>
                    <a:pt x="1026470" y="1410931"/>
                  </a:lnTo>
                  <a:lnTo>
                    <a:pt x="1026463" y="1410905"/>
                  </a:lnTo>
                  <a:lnTo>
                    <a:pt x="1026470" y="1410892"/>
                  </a:lnTo>
                  <a:lnTo>
                    <a:pt x="1026479" y="1410882"/>
                  </a:lnTo>
                  <a:lnTo>
                    <a:pt x="1026495" y="1410869"/>
                  </a:lnTo>
                  <a:lnTo>
                    <a:pt x="1026513" y="1410861"/>
                  </a:lnTo>
                  <a:lnTo>
                    <a:pt x="1026530" y="1410856"/>
                  </a:lnTo>
                  <a:lnTo>
                    <a:pt x="1026546" y="1410846"/>
                  </a:lnTo>
                  <a:lnTo>
                    <a:pt x="1026563" y="1410825"/>
                  </a:lnTo>
                  <a:lnTo>
                    <a:pt x="1026578" y="1410805"/>
                  </a:lnTo>
                  <a:lnTo>
                    <a:pt x="1026596" y="1410778"/>
                  </a:lnTo>
                  <a:lnTo>
                    <a:pt x="1026609" y="1410758"/>
                  </a:lnTo>
                  <a:lnTo>
                    <a:pt x="1026624" y="1410731"/>
                  </a:lnTo>
                  <a:lnTo>
                    <a:pt x="1026643" y="1410690"/>
                  </a:lnTo>
                  <a:lnTo>
                    <a:pt x="1026659" y="1410666"/>
                  </a:lnTo>
                  <a:lnTo>
                    <a:pt x="1026679" y="1410641"/>
                  </a:lnTo>
                  <a:lnTo>
                    <a:pt x="1026688" y="1410631"/>
                  </a:lnTo>
                  <a:lnTo>
                    <a:pt x="1026703" y="1410615"/>
                  </a:lnTo>
                  <a:lnTo>
                    <a:pt x="1026712" y="1410586"/>
                  </a:lnTo>
                  <a:lnTo>
                    <a:pt x="1026723" y="1410560"/>
                  </a:lnTo>
                  <a:lnTo>
                    <a:pt x="1026735" y="1410531"/>
                  </a:lnTo>
                  <a:lnTo>
                    <a:pt x="1026747" y="1410520"/>
                  </a:lnTo>
                  <a:lnTo>
                    <a:pt x="1026767" y="1410496"/>
                  </a:lnTo>
                  <a:lnTo>
                    <a:pt x="1026804" y="1410448"/>
                  </a:lnTo>
                  <a:lnTo>
                    <a:pt x="1026827" y="1410415"/>
                  </a:lnTo>
                  <a:lnTo>
                    <a:pt x="1026842" y="1410390"/>
                  </a:lnTo>
                  <a:lnTo>
                    <a:pt x="1026853" y="1410371"/>
                  </a:lnTo>
                  <a:lnTo>
                    <a:pt x="1026855" y="1410347"/>
                  </a:lnTo>
                  <a:lnTo>
                    <a:pt x="1026862" y="1410308"/>
                  </a:lnTo>
                  <a:lnTo>
                    <a:pt x="1026861" y="1410280"/>
                  </a:lnTo>
                  <a:lnTo>
                    <a:pt x="1026866" y="1410259"/>
                  </a:lnTo>
                  <a:lnTo>
                    <a:pt x="1026878" y="1410238"/>
                  </a:lnTo>
                  <a:lnTo>
                    <a:pt x="1026894" y="1410214"/>
                  </a:lnTo>
                  <a:lnTo>
                    <a:pt x="1026911" y="1410197"/>
                  </a:lnTo>
                  <a:lnTo>
                    <a:pt x="1026924" y="1410183"/>
                  </a:lnTo>
                  <a:lnTo>
                    <a:pt x="1026938" y="1410167"/>
                  </a:lnTo>
                  <a:lnTo>
                    <a:pt x="1026943" y="1410150"/>
                  </a:lnTo>
                  <a:lnTo>
                    <a:pt x="1026951" y="1410126"/>
                  </a:lnTo>
                  <a:lnTo>
                    <a:pt x="1026981" y="1410085"/>
                  </a:lnTo>
                  <a:lnTo>
                    <a:pt x="1026995" y="1410059"/>
                  </a:lnTo>
                  <a:lnTo>
                    <a:pt x="1027008" y="1410032"/>
                  </a:lnTo>
                  <a:lnTo>
                    <a:pt x="1027016" y="1410011"/>
                  </a:lnTo>
                  <a:lnTo>
                    <a:pt x="1027017" y="1409997"/>
                  </a:lnTo>
                  <a:lnTo>
                    <a:pt x="1027017" y="1409966"/>
                  </a:lnTo>
                  <a:lnTo>
                    <a:pt x="1027017" y="1409938"/>
                  </a:lnTo>
                  <a:lnTo>
                    <a:pt x="1027024" y="1409906"/>
                  </a:lnTo>
                  <a:lnTo>
                    <a:pt x="1027032" y="1409885"/>
                  </a:lnTo>
                  <a:lnTo>
                    <a:pt x="1027042" y="1409868"/>
                  </a:lnTo>
                  <a:lnTo>
                    <a:pt x="1027052" y="1409849"/>
                  </a:lnTo>
                  <a:lnTo>
                    <a:pt x="1027061" y="1409822"/>
                  </a:lnTo>
                  <a:lnTo>
                    <a:pt x="1027059" y="1409806"/>
                  </a:lnTo>
                  <a:lnTo>
                    <a:pt x="1027052" y="1409792"/>
                  </a:lnTo>
                  <a:lnTo>
                    <a:pt x="1027050" y="1409781"/>
                  </a:lnTo>
                  <a:lnTo>
                    <a:pt x="1027053" y="1409770"/>
                  </a:lnTo>
                  <a:lnTo>
                    <a:pt x="1027060" y="1409758"/>
                  </a:lnTo>
                  <a:lnTo>
                    <a:pt x="1027075" y="1409742"/>
                  </a:lnTo>
                  <a:lnTo>
                    <a:pt x="1027094" y="1409721"/>
                  </a:lnTo>
                  <a:lnTo>
                    <a:pt x="1027112" y="1409696"/>
                  </a:lnTo>
                  <a:lnTo>
                    <a:pt x="1027139" y="1409668"/>
                  </a:lnTo>
                  <a:lnTo>
                    <a:pt x="1027146" y="1409657"/>
                  </a:lnTo>
                  <a:lnTo>
                    <a:pt x="1027159" y="1409639"/>
                  </a:lnTo>
                  <a:lnTo>
                    <a:pt x="1027167" y="1409621"/>
                  </a:lnTo>
                  <a:lnTo>
                    <a:pt x="1027170" y="1409600"/>
                  </a:lnTo>
                  <a:lnTo>
                    <a:pt x="1027173" y="1409569"/>
                  </a:lnTo>
                  <a:lnTo>
                    <a:pt x="1027174" y="1409536"/>
                  </a:lnTo>
                  <a:lnTo>
                    <a:pt x="1027172" y="1409510"/>
                  </a:lnTo>
                  <a:lnTo>
                    <a:pt x="1027175" y="1409504"/>
                  </a:lnTo>
                  <a:lnTo>
                    <a:pt x="1027177" y="1409480"/>
                  </a:lnTo>
                  <a:lnTo>
                    <a:pt x="1027175" y="1409464"/>
                  </a:lnTo>
                  <a:lnTo>
                    <a:pt x="1027172" y="1409449"/>
                  </a:lnTo>
                  <a:lnTo>
                    <a:pt x="1027170" y="1409432"/>
                  </a:lnTo>
                  <a:lnTo>
                    <a:pt x="1027172" y="1409418"/>
                  </a:lnTo>
                  <a:lnTo>
                    <a:pt x="1027183" y="1409385"/>
                  </a:lnTo>
                  <a:lnTo>
                    <a:pt x="1027208" y="1409327"/>
                  </a:lnTo>
                  <a:lnTo>
                    <a:pt x="1027234" y="1409266"/>
                  </a:lnTo>
                  <a:lnTo>
                    <a:pt x="1027269" y="1409181"/>
                  </a:lnTo>
                  <a:lnTo>
                    <a:pt x="1027286" y="1409149"/>
                  </a:lnTo>
                  <a:lnTo>
                    <a:pt x="1027303" y="1409121"/>
                  </a:lnTo>
                  <a:lnTo>
                    <a:pt x="1027309" y="1409103"/>
                  </a:lnTo>
                  <a:lnTo>
                    <a:pt x="1027309" y="1409085"/>
                  </a:lnTo>
                  <a:lnTo>
                    <a:pt x="1027305" y="1409067"/>
                  </a:lnTo>
                  <a:lnTo>
                    <a:pt x="1027295" y="1409046"/>
                  </a:lnTo>
                  <a:lnTo>
                    <a:pt x="1027277" y="1409013"/>
                  </a:lnTo>
                  <a:lnTo>
                    <a:pt x="1027251" y="1408954"/>
                  </a:lnTo>
                  <a:lnTo>
                    <a:pt x="1027254" y="1408923"/>
                  </a:lnTo>
                  <a:lnTo>
                    <a:pt x="1027259" y="1408888"/>
                  </a:lnTo>
                  <a:lnTo>
                    <a:pt x="1027260" y="1408860"/>
                  </a:lnTo>
                  <a:lnTo>
                    <a:pt x="1027265" y="1408832"/>
                  </a:lnTo>
                  <a:lnTo>
                    <a:pt x="1027267" y="1408816"/>
                  </a:lnTo>
                  <a:lnTo>
                    <a:pt x="1027269" y="1408804"/>
                  </a:lnTo>
                  <a:lnTo>
                    <a:pt x="1027275" y="1408776"/>
                  </a:lnTo>
                  <a:lnTo>
                    <a:pt x="1027286" y="1408749"/>
                  </a:lnTo>
                  <a:lnTo>
                    <a:pt x="1027291" y="1408735"/>
                  </a:lnTo>
                  <a:lnTo>
                    <a:pt x="1027302" y="1408720"/>
                  </a:lnTo>
                  <a:lnTo>
                    <a:pt x="1027309" y="1408705"/>
                  </a:lnTo>
                  <a:lnTo>
                    <a:pt x="1027319" y="1408693"/>
                  </a:lnTo>
                  <a:lnTo>
                    <a:pt x="1027349" y="1408653"/>
                  </a:lnTo>
                  <a:lnTo>
                    <a:pt x="1027361" y="1408625"/>
                  </a:lnTo>
                  <a:lnTo>
                    <a:pt x="1027361" y="1408601"/>
                  </a:lnTo>
                  <a:lnTo>
                    <a:pt x="1027319" y="1408544"/>
                  </a:lnTo>
                  <a:lnTo>
                    <a:pt x="1027317" y="1408520"/>
                  </a:lnTo>
                  <a:lnTo>
                    <a:pt x="1027319" y="1408505"/>
                  </a:lnTo>
                  <a:lnTo>
                    <a:pt x="1027316" y="1408492"/>
                  </a:lnTo>
                  <a:lnTo>
                    <a:pt x="1027313" y="1408465"/>
                  </a:lnTo>
                  <a:lnTo>
                    <a:pt x="1027311" y="1408437"/>
                  </a:lnTo>
                  <a:lnTo>
                    <a:pt x="1027312" y="1408344"/>
                  </a:lnTo>
                  <a:lnTo>
                    <a:pt x="1027323" y="1408329"/>
                  </a:lnTo>
                  <a:lnTo>
                    <a:pt x="1027326" y="1408316"/>
                  </a:lnTo>
                  <a:lnTo>
                    <a:pt x="1027342" y="1408292"/>
                  </a:lnTo>
                  <a:lnTo>
                    <a:pt x="1027345" y="1408270"/>
                  </a:lnTo>
                  <a:lnTo>
                    <a:pt x="1027354" y="1408242"/>
                  </a:lnTo>
                  <a:lnTo>
                    <a:pt x="1027368" y="1408214"/>
                  </a:lnTo>
                  <a:lnTo>
                    <a:pt x="1027380" y="1408186"/>
                  </a:lnTo>
                  <a:lnTo>
                    <a:pt x="1027385" y="1408158"/>
                  </a:lnTo>
                  <a:lnTo>
                    <a:pt x="1027386" y="1408130"/>
                  </a:lnTo>
                  <a:lnTo>
                    <a:pt x="1027384" y="1408102"/>
                  </a:lnTo>
                  <a:lnTo>
                    <a:pt x="1027382" y="1408074"/>
                  </a:lnTo>
                  <a:lnTo>
                    <a:pt x="1027370" y="1408047"/>
                  </a:lnTo>
                  <a:lnTo>
                    <a:pt x="1027353" y="1408019"/>
                  </a:lnTo>
                  <a:lnTo>
                    <a:pt x="1027344" y="1407999"/>
                  </a:lnTo>
                  <a:lnTo>
                    <a:pt x="1027344" y="1407992"/>
                  </a:lnTo>
                  <a:lnTo>
                    <a:pt x="1027341" y="1407964"/>
                  </a:lnTo>
                  <a:lnTo>
                    <a:pt x="1027338" y="1407936"/>
                  </a:lnTo>
                  <a:lnTo>
                    <a:pt x="1027334" y="1407908"/>
                  </a:lnTo>
                  <a:lnTo>
                    <a:pt x="1027331" y="1407890"/>
                  </a:lnTo>
                  <a:lnTo>
                    <a:pt x="1027327" y="1407881"/>
                  </a:lnTo>
                  <a:lnTo>
                    <a:pt x="1027325" y="1407853"/>
                  </a:lnTo>
                  <a:lnTo>
                    <a:pt x="1027323" y="1407825"/>
                  </a:lnTo>
                  <a:lnTo>
                    <a:pt x="1027328" y="1407797"/>
                  </a:lnTo>
                  <a:lnTo>
                    <a:pt x="1027344" y="1407775"/>
                  </a:lnTo>
                  <a:lnTo>
                    <a:pt x="1027369" y="1407750"/>
                  </a:lnTo>
                  <a:lnTo>
                    <a:pt x="1027392" y="1407719"/>
                  </a:lnTo>
                  <a:lnTo>
                    <a:pt x="1027402" y="1407709"/>
                  </a:lnTo>
                  <a:lnTo>
                    <a:pt x="1027414" y="1407702"/>
                  </a:lnTo>
                  <a:lnTo>
                    <a:pt x="1027427" y="1407692"/>
                  </a:lnTo>
                  <a:lnTo>
                    <a:pt x="1027425" y="1407683"/>
                  </a:lnTo>
                  <a:lnTo>
                    <a:pt x="1027428" y="1407670"/>
                  </a:lnTo>
                  <a:lnTo>
                    <a:pt x="1027428" y="1407659"/>
                  </a:lnTo>
                  <a:lnTo>
                    <a:pt x="1027433" y="1407642"/>
                  </a:lnTo>
                  <a:lnTo>
                    <a:pt x="1027437" y="1407631"/>
                  </a:lnTo>
                  <a:lnTo>
                    <a:pt x="1027447" y="1407617"/>
                  </a:lnTo>
                  <a:lnTo>
                    <a:pt x="1027470" y="1407594"/>
                  </a:lnTo>
                  <a:lnTo>
                    <a:pt x="1027477" y="1407579"/>
                  </a:lnTo>
                  <a:lnTo>
                    <a:pt x="1027479" y="1407566"/>
                  </a:lnTo>
                  <a:lnTo>
                    <a:pt x="1027479" y="1407551"/>
                  </a:lnTo>
                  <a:lnTo>
                    <a:pt x="1027475" y="1407538"/>
                  </a:lnTo>
                  <a:lnTo>
                    <a:pt x="1027473" y="1407510"/>
                  </a:lnTo>
                  <a:lnTo>
                    <a:pt x="1027475" y="1407483"/>
                  </a:lnTo>
                  <a:lnTo>
                    <a:pt x="1027478" y="1407455"/>
                  </a:lnTo>
                  <a:lnTo>
                    <a:pt x="1027481" y="1407427"/>
                  </a:lnTo>
                  <a:lnTo>
                    <a:pt x="1027483" y="1407399"/>
                  </a:lnTo>
                  <a:lnTo>
                    <a:pt x="1027479" y="1407371"/>
                  </a:lnTo>
                  <a:lnTo>
                    <a:pt x="1027477" y="1407343"/>
                  </a:lnTo>
                  <a:lnTo>
                    <a:pt x="1027473" y="1407330"/>
                  </a:lnTo>
                  <a:lnTo>
                    <a:pt x="1027473" y="1407316"/>
                  </a:lnTo>
                  <a:lnTo>
                    <a:pt x="1027476" y="1407288"/>
                  </a:lnTo>
                  <a:lnTo>
                    <a:pt x="1027478" y="1407260"/>
                  </a:lnTo>
                  <a:lnTo>
                    <a:pt x="1027477" y="1407232"/>
                  </a:lnTo>
                  <a:lnTo>
                    <a:pt x="1027477" y="1407212"/>
                  </a:lnTo>
                  <a:lnTo>
                    <a:pt x="1027474" y="1407205"/>
                  </a:lnTo>
                  <a:lnTo>
                    <a:pt x="1027470" y="1407177"/>
                  </a:lnTo>
                  <a:lnTo>
                    <a:pt x="1027468" y="1407149"/>
                  </a:lnTo>
                  <a:lnTo>
                    <a:pt x="1027464" y="1407132"/>
                  </a:lnTo>
                  <a:lnTo>
                    <a:pt x="1027466" y="1407121"/>
                  </a:lnTo>
                  <a:lnTo>
                    <a:pt x="1027474" y="1407093"/>
                  </a:lnTo>
                  <a:lnTo>
                    <a:pt x="1027474" y="1407081"/>
                  </a:lnTo>
                  <a:lnTo>
                    <a:pt x="1027479" y="1407068"/>
                  </a:lnTo>
                  <a:lnTo>
                    <a:pt x="1027488" y="1407052"/>
                  </a:lnTo>
                  <a:lnTo>
                    <a:pt x="1027502" y="1407041"/>
                  </a:lnTo>
                  <a:lnTo>
                    <a:pt x="1027513" y="1407030"/>
                  </a:lnTo>
                  <a:lnTo>
                    <a:pt x="1027518" y="1407013"/>
                  </a:lnTo>
                  <a:lnTo>
                    <a:pt x="1027519" y="1406985"/>
                  </a:lnTo>
                  <a:lnTo>
                    <a:pt x="1027516" y="1406958"/>
                  </a:lnTo>
                  <a:lnTo>
                    <a:pt x="1027510" y="1406930"/>
                  </a:lnTo>
                  <a:lnTo>
                    <a:pt x="1027508" y="1406902"/>
                  </a:lnTo>
                  <a:lnTo>
                    <a:pt x="1027516" y="1406852"/>
                  </a:lnTo>
                  <a:lnTo>
                    <a:pt x="1027525" y="1406839"/>
                  </a:lnTo>
                  <a:lnTo>
                    <a:pt x="1027526" y="1406802"/>
                  </a:lnTo>
                  <a:lnTo>
                    <a:pt x="1027514" y="1406774"/>
                  </a:lnTo>
                  <a:lnTo>
                    <a:pt x="1027508" y="1406747"/>
                  </a:lnTo>
                  <a:lnTo>
                    <a:pt x="1027506" y="1406724"/>
                  </a:lnTo>
                  <a:lnTo>
                    <a:pt x="1027502" y="1406719"/>
                  </a:lnTo>
                  <a:lnTo>
                    <a:pt x="1027499" y="1406691"/>
                  </a:lnTo>
                  <a:lnTo>
                    <a:pt x="1027504" y="1406663"/>
                  </a:lnTo>
                  <a:lnTo>
                    <a:pt x="1027507" y="1406636"/>
                  </a:lnTo>
                  <a:lnTo>
                    <a:pt x="1027509" y="1406624"/>
                  </a:lnTo>
                  <a:lnTo>
                    <a:pt x="1027507" y="1406619"/>
                  </a:lnTo>
                  <a:lnTo>
                    <a:pt x="1027500" y="1406608"/>
                  </a:lnTo>
                  <a:lnTo>
                    <a:pt x="1027491" y="1406593"/>
                  </a:lnTo>
                  <a:lnTo>
                    <a:pt x="1027491" y="1406580"/>
                  </a:lnTo>
                  <a:lnTo>
                    <a:pt x="1027497" y="1406552"/>
                  </a:lnTo>
                  <a:lnTo>
                    <a:pt x="1027499" y="1406532"/>
                  </a:lnTo>
                  <a:lnTo>
                    <a:pt x="1027500" y="1406517"/>
                  </a:lnTo>
                  <a:lnTo>
                    <a:pt x="1027506" y="1406489"/>
                  </a:lnTo>
                  <a:lnTo>
                    <a:pt x="1027509" y="1406461"/>
                  </a:lnTo>
                  <a:lnTo>
                    <a:pt x="1027514" y="1406433"/>
                  </a:lnTo>
                  <a:lnTo>
                    <a:pt x="1027519" y="1406406"/>
                  </a:lnTo>
                  <a:lnTo>
                    <a:pt x="1027526" y="1406378"/>
                  </a:lnTo>
                  <a:lnTo>
                    <a:pt x="1027531" y="1406361"/>
                  </a:lnTo>
                  <a:lnTo>
                    <a:pt x="1027531" y="1406350"/>
                  </a:lnTo>
                  <a:lnTo>
                    <a:pt x="1027538" y="1406322"/>
                  </a:lnTo>
                  <a:lnTo>
                    <a:pt x="1027542" y="1406299"/>
                  </a:lnTo>
                  <a:lnTo>
                    <a:pt x="1027543" y="1406288"/>
                  </a:lnTo>
                  <a:lnTo>
                    <a:pt x="1027550" y="1406266"/>
                  </a:lnTo>
                  <a:lnTo>
                    <a:pt x="1027560" y="1406242"/>
                  </a:lnTo>
                  <a:lnTo>
                    <a:pt x="1027577" y="1406177"/>
                  </a:lnTo>
                  <a:lnTo>
                    <a:pt x="1027579" y="1406145"/>
                  </a:lnTo>
                  <a:lnTo>
                    <a:pt x="1027577" y="1406133"/>
                  </a:lnTo>
                  <a:lnTo>
                    <a:pt x="1027574" y="1406121"/>
                  </a:lnTo>
                  <a:lnTo>
                    <a:pt x="1027572" y="1406115"/>
                  </a:lnTo>
                  <a:lnTo>
                    <a:pt x="1027575" y="1406099"/>
                  </a:lnTo>
                  <a:lnTo>
                    <a:pt x="1027577" y="1406083"/>
                  </a:lnTo>
                  <a:lnTo>
                    <a:pt x="1027576" y="1406066"/>
                  </a:lnTo>
                  <a:lnTo>
                    <a:pt x="1027587" y="1406054"/>
                  </a:lnTo>
                  <a:lnTo>
                    <a:pt x="1027596" y="1406051"/>
                  </a:lnTo>
                  <a:lnTo>
                    <a:pt x="1027617" y="1406025"/>
                  </a:lnTo>
                  <a:lnTo>
                    <a:pt x="1027631" y="1405998"/>
                  </a:lnTo>
                  <a:lnTo>
                    <a:pt x="1027643" y="1405978"/>
                  </a:lnTo>
                  <a:lnTo>
                    <a:pt x="1027652" y="1405954"/>
                  </a:lnTo>
                  <a:lnTo>
                    <a:pt x="1027662" y="1405926"/>
                  </a:lnTo>
                  <a:lnTo>
                    <a:pt x="1027664" y="1405917"/>
                  </a:lnTo>
                  <a:lnTo>
                    <a:pt x="1027666" y="1405902"/>
                  </a:lnTo>
                  <a:lnTo>
                    <a:pt x="1027668" y="1405888"/>
                  </a:lnTo>
                  <a:lnTo>
                    <a:pt x="1027671" y="1405878"/>
                  </a:lnTo>
                  <a:lnTo>
                    <a:pt x="1027665" y="1405815"/>
                  </a:lnTo>
                  <a:lnTo>
                    <a:pt x="1027663" y="1405787"/>
                  </a:lnTo>
                  <a:lnTo>
                    <a:pt x="1027663" y="1405759"/>
                  </a:lnTo>
                  <a:lnTo>
                    <a:pt x="1027655" y="1405732"/>
                  </a:lnTo>
                  <a:lnTo>
                    <a:pt x="1027650" y="1405717"/>
                  </a:lnTo>
                  <a:lnTo>
                    <a:pt x="1027641" y="1405704"/>
                  </a:lnTo>
                  <a:lnTo>
                    <a:pt x="1027635" y="1405698"/>
                  </a:lnTo>
                  <a:lnTo>
                    <a:pt x="1027613" y="1405687"/>
                  </a:lnTo>
                  <a:lnTo>
                    <a:pt x="1027606" y="1405678"/>
                  </a:lnTo>
                  <a:lnTo>
                    <a:pt x="1027613" y="1405647"/>
                  </a:lnTo>
                  <a:lnTo>
                    <a:pt x="1027615" y="1405619"/>
                  </a:lnTo>
                  <a:lnTo>
                    <a:pt x="1027611" y="1405591"/>
                  </a:lnTo>
                  <a:lnTo>
                    <a:pt x="1027607" y="1405563"/>
                  </a:lnTo>
                  <a:lnTo>
                    <a:pt x="1027601" y="1405536"/>
                  </a:lnTo>
                  <a:lnTo>
                    <a:pt x="1027596" y="1405508"/>
                  </a:lnTo>
                  <a:lnTo>
                    <a:pt x="1027590" y="1405480"/>
                  </a:lnTo>
                  <a:lnTo>
                    <a:pt x="1027585" y="1405452"/>
                  </a:lnTo>
                  <a:lnTo>
                    <a:pt x="1027573" y="1405425"/>
                  </a:lnTo>
                  <a:lnTo>
                    <a:pt x="1027568" y="1405397"/>
                  </a:lnTo>
                  <a:lnTo>
                    <a:pt x="1027569" y="1405377"/>
                  </a:lnTo>
                  <a:lnTo>
                    <a:pt x="1027572" y="1405365"/>
                  </a:lnTo>
                  <a:lnTo>
                    <a:pt x="1027576" y="1405354"/>
                  </a:lnTo>
                  <a:lnTo>
                    <a:pt x="1027599" y="1405315"/>
                  </a:lnTo>
                  <a:lnTo>
                    <a:pt x="1027601" y="1405287"/>
                  </a:lnTo>
                  <a:lnTo>
                    <a:pt x="1027599" y="1405276"/>
                  </a:lnTo>
                  <a:lnTo>
                    <a:pt x="1027590" y="1405260"/>
                  </a:lnTo>
                  <a:lnTo>
                    <a:pt x="1027581" y="1405251"/>
                  </a:lnTo>
                  <a:lnTo>
                    <a:pt x="1027570" y="1405234"/>
                  </a:lnTo>
                  <a:lnTo>
                    <a:pt x="1027568" y="1405224"/>
                  </a:lnTo>
                  <a:lnTo>
                    <a:pt x="1027569" y="1405204"/>
                  </a:lnTo>
                  <a:lnTo>
                    <a:pt x="1027573" y="1405191"/>
                  </a:lnTo>
                  <a:lnTo>
                    <a:pt x="1027628" y="1405135"/>
                  </a:lnTo>
                  <a:lnTo>
                    <a:pt x="1027636" y="1405118"/>
                  </a:lnTo>
                  <a:lnTo>
                    <a:pt x="1027654" y="1405090"/>
                  </a:lnTo>
                  <a:lnTo>
                    <a:pt x="1027666" y="1405062"/>
                  </a:lnTo>
                  <a:lnTo>
                    <a:pt x="1027679" y="1405035"/>
                  </a:lnTo>
                  <a:lnTo>
                    <a:pt x="1027685" y="1405007"/>
                  </a:lnTo>
                  <a:lnTo>
                    <a:pt x="1027689" y="1404979"/>
                  </a:lnTo>
                  <a:lnTo>
                    <a:pt x="1027692" y="1404951"/>
                  </a:lnTo>
                  <a:lnTo>
                    <a:pt x="1027699" y="1404923"/>
                  </a:lnTo>
                  <a:lnTo>
                    <a:pt x="1027709" y="1404895"/>
                  </a:lnTo>
                  <a:lnTo>
                    <a:pt x="1027714" y="1404867"/>
                  </a:lnTo>
                  <a:lnTo>
                    <a:pt x="1027717" y="1404839"/>
                  </a:lnTo>
                  <a:lnTo>
                    <a:pt x="1027718" y="1404830"/>
                  </a:lnTo>
                  <a:lnTo>
                    <a:pt x="1027717" y="1404811"/>
                  </a:lnTo>
                  <a:lnTo>
                    <a:pt x="1027715" y="1404784"/>
                  </a:lnTo>
                  <a:lnTo>
                    <a:pt x="1027709" y="1404756"/>
                  </a:lnTo>
                  <a:lnTo>
                    <a:pt x="1027702" y="1404728"/>
                  </a:lnTo>
                  <a:lnTo>
                    <a:pt x="1027696" y="1404701"/>
                  </a:lnTo>
                  <a:lnTo>
                    <a:pt x="1027695" y="1404695"/>
                  </a:lnTo>
                  <a:lnTo>
                    <a:pt x="1027696" y="1404673"/>
                  </a:lnTo>
                  <a:lnTo>
                    <a:pt x="1027701" y="1404645"/>
                  </a:lnTo>
                  <a:lnTo>
                    <a:pt x="1027706" y="1404617"/>
                  </a:lnTo>
                  <a:lnTo>
                    <a:pt x="1027706" y="1404604"/>
                  </a:lnTo>
                  <a:lnTo>
                    <a:pt x="1027702" y="1404577"/>
                  </a:lnTo>
                  <a:lnTo>
                    <a:pt x="1027686" y="1404519"/>
                  </a:lnTo>
                  <a:lnTo>
                    <a:pt x="1027671" y="1404492"/>
                  </a:lnTo>
                  <a:lnTo>
                    <a:pt x="1027650" y="1404464"/>
                  </a:lnTo>
                  <a:lnTo>
                    <a:pt x="1027644" y="1404455"/>
                  </a:lnTo>
                  <a:lnTo>
                    <a:pt x="1027640" y="1404447"/>
                  </a:lnTo>
                  <a:lnTo>
                    <a:pt x="1027640" y="1404436"/>
                  </a:lnTo>
                  <a:lnTo>
                    <a:pt x="1027640" y="1404429"/>
                  </a:lnTo>
                  <a:lnTo>
                    <a:pt x="1027647" y="1404408"/>
                  </a:lnTo>
                  <a:lnTo>
                    <a:pt x="1027668" y="1404382"/>
                  </a:lnTo>
                  <a:lnTo>
                    <a:pt x="1027686" y="1404367"/>
                  </a:lnTo>
                  <a:lnTo>
                    <a:pt x="1027688" y="1404362"/>
                  </a:lnTo>
                  <a:lnTo>
                    <a:pt x="1027686" y="1404343"/>
                  </a:lnTo>
                  <a:lnTo>
                    <a:pt x="1027684" y="1404316"/>
                  </a:lnTo>
                  <a:lnTo>
                    <a:pt x="1027682" y="1404308"/>
                  </a:lnTo>
                  <a:lnTo>
                    <a:pt x="1027683" y="1404288"/>
                  </a:lnTo>
                  <a:lnTo>
                    <a:pt x="1027683" y="1404280"/>
                  </a:lnTo>
                  <a:lnTo>
                    <a:pt x="1027685" y="1404271"/>
                  </a:lnTo>
                  <a:lnTo>
                    <a:pt x="1027693" y="1404258"/>
                  </a:lnTo>
                  <a:lnTo>
                    <a:pt x="1027701" y="1404250"/>
                  </a:lnTo>
                  <a:lnTo>
                    <a:pt x="1027717" y="1404245"/>
                  </a:lnTo>
                  <a:lnTo>
                    <a:pt x="1027743" y="1404237"/>
                  </a:lnTo>
                  <a:lnTo>
                    <a:pt x="1027756" y="1404228"/>
                  </a:lnTo>
                  <a:lnTo>
                    <a:pt x="1027763" y="1404213"/>
                  </a:lnTo>
                  <a:lnTo>
                    <a:pt x="1027772" y="1404185"/>
                  </a:lnTo>
                  <a:lnTo>
                    <a:pt x="1027782" y="1404157"/>
                  </a:lnTo>
                  <a:lnTo>
                    <a:pt x="1027787" y="1404148"/>
                  </a:lnTo>
                  <a:lnTo>
                    <a:pt x="1027790" y="1404140"/>
                  </a:lnTo>
                  <a:lnTo>
                    <a:pt x="1027794" y="1404129"/>
                  </a:lnTo>
                  <a:lnTo>
                    <a:pt x="1027803" y="1404101"/>
                  </a:lnTo>
                  <a:lnTo>
                    <a:pt x="1027810" y="1404073"/>
                  </a:lnTo>
                  <a:lnTo>
                    <a:pt x="1027813" y="1404064"/>
                  </a:lnTo>
                  <a:lnTo>
                    <a:pt x="1027829" y="1404045"/>
                  </a:lnTo>
                  <a:lnTo>
                    <a:pt x="1027856" y="1404030"/>
                  </a:lnTo>
                  <a:lnTo>
                    <a:pt x="1027884" y="1404021"/>
                  </a:lnTo>
                  <a:lnTo>
                    <a:pt x="1027909" y="1404004"/>
                  </a:lnTo>
                  <a:lnTo>
                    <a:pt x="1027932" y="1403975"/>
                  </a:lnTo>
                  <a:lnTo>
                    <a:pt x="1027943" y="1403961"/>
                  </a:lnTo>
                  <a:lnTo>
                    <a:pt x="1027945" y="1403951"/>
                  </a:lnTo>
                  <a:lnTo>
                    <a:pt x="1027946" y="1403944"/>
                  </a:lnTo>
                  <a:lnTo>
                    <a:pt x="1027938" y="1403879"/>
                  </a:lnTo>
                  <a:lnTo>
                    <a:pt x="1027942" y="1403852"/>
                  </a:lnTo>
                  <a:lnTo>
                    <a:pt x="1027941" y="1403837"/>
                  </a:lnTo>
                  <a:lnTo>
                    <a:pt x="1027934" y="1403824"/>
                  </a:lnTo>
                  <a:lnTo>
                    <a:pt x="1027918" y="1403796"/>
                  </a:lnTo>
                  <a:lnTo>
                    <a:pt x="1027894" y="1403772"/>
                  </a:lnTo>
                  <a:lnTo>
                    <a:pt x="1027891" y="1403769"/>
                  </a:lnTo>
                  <a:lnTo>
                    <a:pt x="1027892" y="1403748"/>
                  </a:lnTo>
                  <a:lnTo>
                    <a:pt x="1027901" y="1403726"/>
                  </a:lnTo>
                  <a:lnTo>
                    <a:pt x="1027901" y="1403713"/>
                  </a:lnTo>
                  <a:lnTo>
                    <a:pt x="1027911" y="1403698"/>
                  </a:lnTo>
                  <a:lnTo>
                    <a:pt x="1027915" y="1403679"/>
                  </a:lnTo>
                  <a:lnTo>
                    <a:pt x="1027911" y="1403655"/>
                  </a:lnTo>
                  <a:lnTo>
                    <a:pt x="1027893" y="1403624"/>
                  </a:lnTo>
                  <a:lnTo>
                    <a:pt x="1027887" y="1403618"/>
                  </a:lnTo>
                  <a:lnTo>
                    <a:pt x="1027866" y="1403608"/>
                  </a:lnTo>
                  <a:lnTo>
                    <a:pt x="1027839" y="1403591"/>
                  </a:lnTo>
                  <a:lnTo>
                    <a:pt x="1027828" y="1403578"/>
                  </a:lnTo>
                  <a:lnTo>
                    <a:pt x="1027826" y="1403564"/>
                  </a:lnTo>
                  <a:lnTo>
                    <a:pt x="1027828" y="1403538"/>
                  </a:lnTo>
                  <a:lnTo>
                    <a:pt x="1027840" y="1403506"/>
                  </a:lnTo>
                  <a:lnTo>
                    <a:pt x="1027841" y="1403478"/>
                  </a:lnTo>
                  <a:lnTo>
                    <a:pt x="1027839" y="1403465"/>
                  </a:lnTo>
                  <a:lnTo>
                    <a:pt x="1027834" y="1403451"/>
                  </a:lnTo>
                  <a:lnTo>
                    <a:pt x="1027830" y="1403423"/>
                  </a:lnTo>
                  <a:lnTo>
                    <a:pt x="1027824" y="1403395"/>
                  </a:lnTo>
                  <a:lnTo>
                    <a:pt x="1027822" y="1403367"/>
                  </a:lnTo>
                  <a:lnTo>
                    <a:pt x="1027817" y="1403340"/>
                  </a:lnTo>
                  <a:lnTo>
                    <a:pt x="1027815" y="1403312"/>
                  </a:lnTo>
                  <a:lnTo>
                    <a:pt x="1027818" y="1403297"/>
                  </a:lnTo>
                  <a:lnTo>
                    <a:pt x="1027825" y="1403284"/>
                  </a:lnTo>
                  <a:lnTo>
                    <a:pt x="1027832" y="1403278"/>
                  </a:lnTo>
                  <a:lnTo>
                    <a:pt x="1027841" y="1403273"/>
                  </a:lnTo>
                  <a:lnTo>
                    <a:pt x="1027851" y="1403268"/>
                  </a:lnTo>
                  <a:lnTo>
                    <a:pt x="1027861" y="1403266"/>
                  </a:lnTo>
                  <a:lnTo>
                    <a:pt x="1027878" y="1403267"/>
                  </a:lnTo>
                  <a:lnTo>
                    <a:pt x="1027905" y="1403266"/>
                  </a:lnTo>
                  <a:lnTo>
                    <a:pt x="1027920" y="1403266"/>
                  </a:lnTo>
                  <a:lnTo>
                    <a:pt x="1027932" y="1403262"/>
                  </a:lnTo>
                  <a:lnTo>
                    <a:pt x="1027959" y="1403256"/>
                  </a:lnTo>
                  <a:lnTo>
                    <a:pt x="1027970" y="1403250"/>
                  </a:lnTo>
                  <a:lnTo>
                    <a:pt x="1027967" y="1403234"/>
                  </a:lnTo>
                  <a:lnTo>
                    <a:pt x="1027964" y="1403225"/>
                  </a:lnTo>
                  <a:lnTo>
                    <a:pt x="1027958" y="1403216"/>
                  </a:lnTo>
                  <a:lnTo>
                    <a:pt x="1027949" y="1403208"/>
                  </a:lnTo>
                  <a:lnTo>
                    <a:pt x="1027928" y="1403181"/>
                  </a:lnTo>
                  <a:lnTo>
                    <a:pt x="1027904" y="1403153"/>
                  </a:lnTo>
                  <a:lnTo>
                    <a:pt x="1027897" y="1403144"/>
                  </a:lnTo>
                  <a:lnTo>
                    <a:pt x="1027882" y="1403133"/>
                  </a:lnTo>
                  <a:lnTo>
                    <a:pt x="1027871" y="1403126"/>
                  </a:lnTo>
                  <a:lnTo>
                    <a:pt x="1027861" y="1403124"/>
                  </a:lnTo>
                  <a:lnTo>
                    <a:pt x="1027853" y="1403118"/>
                  </a:lnTo>
                  <a:lnTo>
                    <a:pt x="1027850" y="1403113"/>
                  </a:lnTo>
                  <a:lnTo>
                    <a:pt x="1027845" y="1403096"/>
                  </a:lnTo>
                  <a:lnTo>
                    <a:pt x="1027843" y="1403074"/>
                  </a:lnTo>
                  <a:lnTo>
                    <a:pt x="1027847" y="1403046"/>
                  </a:lnTo>
                  <a:lnTo>
                    <a:pt x="1027851" y="1403018"/>
                  </a:lnTo>
                  <a:lnTo>
                    <a:pt x="1027854" y="1402991"/>
                  </a:lnTo>
                  <a:lnTo>
                    <a:pt x="1027852" y="1402963"/>
                  </a:lnTo>
                  <a:lnTo>
                    <a:pt x="1027850" y="1402935"/>
                  </a:lnTo>
                  <a:lnTo>
                    <a:pt x="1027846" y="1402907"/>
                  </a:lnTo>
                  <a:lnTo>
                    <a:pt x="1027846" y="1402880"/>
                  </a:lnTo>
                  <a:lnTo>
                    <a:pt x="1027848" y="1402852"/>
                  </a:lnTo>
                  <a:lnTo>
                    <a:pt x="1027851" y="1402824"/>
                  </a:lnTo>
                  <a:lnTo>
                    <a:pt x="1027851" y="1402817"/>
                  </a:lnTo>
                  <a:lnTo>
                    <a:pt x="1027848" y="1402731"/>
                  </a:lnTo>
                  <a:lnTo>
                    <a:pt x="1027853" y="1402703"/>
                  </a:lnTo>
                  <a:lnTo>
                    <a:pt x="1027855" y="1402694"/>
                  </a:lnTo>
                  <a:lnTo>
                    <a:pt x="1027853" y="1402676"/>
                  </a:lnTo>
                  <a:lnTo>
                    <a:pt x="1027853" y="1402661"/>
                  </a:lnTo>
                  <a:lnTo>
                    <a:pt x="1027849" y="1402648"/>
                  </a:lnTo>
                  <a:lnTo>
                    <a:pt x="1027843" y="1402620"/>
                  </a:lnTo>
                  <a:lnTo>
                    <a:pt x="1027840" y="1402613"/>
                  </a:lnTo>
                  <a:lnTo>
                    <a:pt x="1027841" y="1402592"/>
                  </a:lnTo>
                  <a:lnTo>
                    <a:pt x="1027848" y="1402565"/>
                  </a:lnTo>
                  <a:lnTo>
                    <a:pt x="1027846" y="1402537"/>
                  </a:lnTo>
                  <a:lnTo>
                    <a:pt x="1027839" y="1402509"/>
                  </a:lnTo>
                  <a:lnTo>
                    <a:pt x="1027837" y="1402476"/>
                  </a:lnTo>
                  <a:lnTo>
                    <a:pt x="1027844" y="1402461"/>
                  </a:lnTo>
                  <a:lnTo>
                    <a:pt x="1027847" y="1402411"/>
                  </a:lnTo>
                  <a:lnTo>
                    <a:pt x="1027848" y="1402398"/>
                  </a:lnTo>
                  <a:lnTo>
                    <a:pt x="1027846" y="1402383"/>
                  </a:lnTo>
                  <a:lnTo>
                    <a:pt x="1027843" y="1402355"/>
                  </a:lnTo>
                  <a:lnTo>
                    <a:pt x="1027839" y="1402328"/>
                  </a:lnTo>
                  <a:lnTo>
                    <a:pt x="1027829" y="1402300"/>
                  </a:lnTo>
                  <a:lnTo>
                    <a:pt x="1027822" y="1402272"/>
                  </a:lnTo>
                  <a:lnTo>
                    <a:pt x="1027818" y="1402257"/>
                  </a:lnTo>
                  <a:lnTo>
                    <a:pt x="1027811" y="1402244"/>
                  </a:lnTo>
                  <a:lnTo>
                    <a:pt x="1027797" y="1402217"/>
                  </a:lnTo>
                  <a:lnTo>
                    <a:pt x="1027782" y="1402200"/>
                  </a:lnTo>
                  <a:lnTo>
                    <a:pt x="1027785" y="1402187"/>
                  </a:lnTo>
                  <a:lnTo>
                    <a:pt x="1027795" y="1402178"/>
                  </a:lnTo>
                  <a:lnTo>
                    <a:pt x="1027805" y="1402172"/>
                  </a:lnTo>
                  <a:lnTo>
                    <a:pt x="1027812" y="1402164"/>
                  </a:lnTo>
                  <a:lnTo>
                    <a:pt x="1027817" y="1402152"/>
                  </a:lnTo>
                  <a:lnTo>
                    <a:pt x="1027821" y="1402133"/>
                  </a:lnTo>
                  <a:lnTo>
                    <a:pt x="1027822" y="1402105"/>
                  </a:lnTo>
                  <a:lnTo>
                    <a:pt x="1027829" y="1402077"/>
                  </a:lnTo>
                  <a:lnTo>
                    <a:pt x="1027831" y="1402062"/>
                  </a:lnTo>
                  <a:lnTo>
                    <a:pt x="1027836" y="1402050"/>
                  </a:lnTo>
                  <a:lnTo>
                    <a:pt x="1027844" y="1402022"/>
                  </a:lnTo>
                  <a:lnTo>
                    <a:pt x="1027850" y="1401994"/>
                  </a:lnTo>
                  <a:lnTo>
                    <a:pt x="1027848" y="1401983"/>
                  </a:lnTo>
                  <a:lnTo>
                    <a:pt x="1027846" y="1401977"/>
                  </a:lnTo>
                  <a:lnTo>
                    <a:pt x="1027835" y="1401968"/>
                  </a:lnTo>
                  <a:lnTo>
                    <a:pt x="1027808" y="1401948"/>
                  </a:lnTo>
                  <a:lnTo>
                    <a:pt x="1027801" y="1401946"/>
                  </a:lnTo>
                  <a:lnTo>
                    <a:pt x="1027781" y="1401932"/>
                  </a:lnTo>
                  <a:lnTo>
                    <a:pt x="1027776" y="1401926"/>
                  </a:lnTo>
                  <a:lnTo>
                    <a:pt x="1027765" y="1401904"/>
                  </a:lnTo>
                  <a:lnTo>
                    <a:pt x="1027754" y="1401876"/>
                  </a:lnTo>
                  <a:lnTo>
                    <a:pt x="1027745" y="1401849"/>
                  </a:lnTo>
                  <a:lnTo>
                    <a:pt x="1027741" y="1401821"/>
                  </a:lnTo>
                  <a:lnTo>
                    <a:pt x="1027744" y="1401806"/>
                  </a:lnTo>
                  <a:lnTo>
                    <a:pt x="1027751" y="1401793"/>
                  </a:lnTo>
                  <a:lnTo>
                    <a:pt x="1027763" y="1401773"/>
                  </a:lnTo>
                  <a:lnTo>
                    <a:pt x="1027765" y="1401765"/>
                  </a:lnTo>
                  <a:lnTo>
                    <a:pt x="1027779" y="1401737"/>
                  </a:lnTo>
                  <a:lnTo>
                    <a:pt x="1027793" y="1401709"/>
                  </a:lnTo>
                  <a:lnTo>
                    <a:pt x="1027804" y="1401681"/>
                  </a:lnTo>
                  <a:lnTo>
                    <a:pt x="1027809" y="1401654"/>
                  </a:lnTo>
                  <a:lnTo>
                    <a:pt x="1027808" y="1401626"/>
                  </a:lnTo>
                  <a:lnTo>
                    <a:pt x="1027808" y="1401598"/>
                  </a:lnTo>
                  <a:lnTo>
                    <a:pt x="1027809" y="1401570"/>
                  </a:lnTo>
                  <a:lnTo>
                    <a:pt x="1027813" y="1401557"/>
                  </a:lnTo>
                  <a:lnTo>
                    <a:pt x="1027813" y="1401542"/>
                  </a:lnTo>
                  <a:lnTo>
                    <a:pt x="1027811" y="1401514"/>
                  </a:lnTo>
                  <a:lnTo>
                    <a:pt x="1027809" y="1401486"/>
                  </a:lnTo>
                  <a:lnTo>
                    <a:pt x="1027808" y="1401459"/>
                  </a:lnTo>
                  <a:lnTo>
                    <a:pt x="1027810" y="1401431"/>
                  </a:lnTo>
                  <a:lnTo>
                    <a:pt x="1027812" y="1401424"/>
                  </a:lnTo>
                  <a:lnTo>
                    <a:pt x="1027828" y="1401403"/>
                  </a:lnTo>
                  <a:lnTo>
                    <a:pt x="1027840" y="1401394"/>
                  </a:lnTo>
                  <a:lnTo>
                    <a:pt x="1027854" y="1401388"/>
                  </a:lnTo>
                  <a:lnTo>
                    <a:pt x="1027881" y="1401382"/>
                  </a:lnTo>
                  <a:lnTo>
                    <a:pt x="1027888" y="1401380"/>
                  </a:lnTo>
                  <a:lnTo>
                    <a:pt x="1027897" y="1401376"/>
                  </a:lnTo>
                  <a:lnTo>
                    <a:pt x="1027906" y="1401367"/>
                  </a:lnTo>
                  <a:lnTo>
                    <a:pt x="1027909" y="1401361"/>
                  </a:lnTo>
                  <a:lnTo>
                    <a:pt x="1027917" y="1401354"/>
                  </a:lnTo>
                  <a:lnTo>
                    <a:pt x="1027932" y="1401348"/>
                  </a:lnTo>
                  <a:lnTo>
                    <a:pt x="1027952" y="1401337"/>
                  </a:lnTo>
                  <a:lnTo>
                    <a:pt x="1028007" y="1401308"/>
                  </a:lnTo>
                  <a:lnTo>
                    <a:pt x="1028042" y="1401290"/>
                  </a:lnTo>
                  <a:lnTo>
                    <a:pt x="1028064" y="1401264"/>
                  </a:lnTo>
                  <a:lnTo>
                    <a:pt x="1028078" y="1401224"/>
                  </a:lnTo>
                  <a:lnTo>
                    <a:pt x="1028088" y="1401193"/>
                  </a:lnTo>
                  <a:lnTo>
                    <a:pt x="1028100" y="1401170"/>
                  </a:lnTo>
                  <a:lnTo>
                    <a:pt x="1028104" y="1401143"/>
                  </a:lnTo>
                  <a:lnTo>
                    <a:pt x="1028104" y="1401115"/>
                  </a:lnTo>
                  <a:lnTo>
                    <a:pt x="1028094" y="1401091"/>
                  </a:lnTo>
                  <a:lnTo>
                    <a:pt x="1028080" y="1401071"/>
                  </a:lnTo>
                  <a:lnTo>
                    <a:pt x="1028053" y="1401058"/>
                  </a:lnTo>
                  <a:lnTo>
                    <a:pt x="1028026" y="1401042"/>
                  </a:lnTo>
                  <a:lnTo>
                    <a:pt x="1027999" y="1401025"/>
                  </a:lnTo>
                  <a:lnTo>
                    <a:pt x="1027992" y="1401021"/>
                  </a:lnTo>
                  <a:lnTo>
                    <a:pt x="1027972" y="1401002"/>
                  </a:lnTo>
                  <a:lnTo>
                    <a:pt x="1027966" y="1400990"/>
                  </a:lnTo>
                  <a:lnTo>
                    <a:pt x="1027962" y="1400970"/>
                  </a:lnTo>
                  <a:lnTo>
                    <a:pt x="1027948" y="1400953"/>
                  </a:lnTo>
                  <a:lnTo>
                    <a:pt x="1027928" y="1400948"/>
                  </a:lnTo>
                  <a:lnTo>
                    <a:pt x="1027904" y="1400944"/>
                  </a:lnTo>
                  <a:lnTo>
                    <a:pt x="1027857" y="1400934"/>
                  </a:lnTo>
                  <a:lnTo>
                    <a:pt x="1027848" y="1400928"/>
                  </a:lnTo>
                  <a:lnTo>
                    <a:pt x="1027846" y="1400918"/>
                  </a:lnTo>
                  <a:lnTo>
                    <a:pt x="1027846" y="1400901"/>
                  </a:lnTo>
                  <a:lnTo>
                    <a:pt x="1027847" y="1400890"/>
                  </a:lnTo>
                  <a:lnTo>
                    <a:pt x="1027850" y="1400882"/>
                  </a:lnTo>
                  <a:lnTo>
                    <a:pt x="1027856" y="1400874"/>
                  </a:lnTo>
                  <a:lnTo>
                    <a:pt x="1027867" y="1400870"/>
                  </a:lnTo>
                  <a:lnTo>
                    <a:pt x="1027877" y="1400859"/>
                  </a:lnTo>
                  <a:lnTo>
                    <a:pt x="1027879" y="1400853"/>
                  </a:lnTo>
                  <a:lnTo>
                    <a:pt x="1027880" y="1400825"/>
                  </a:lnTo>
                  <a:lnTo>
                    <a:pt x="1027877" y="1400798"/>
                  </a:lnTo>
                  <a:lnTo>
                    <a:pt x="1027875" y="1400770"/>
                  </a:lnTo>
                  <a:lnTo>
                    <a:pt x="1027871" y="1400752"/>
                  </a:lnTo>
                  <a:lnTo>
                    <a:pt x="1027867" y="1400743"/>
                  </a:lnTo>
                  <a:lnTo>
                    <a:pt x="1027858" y="1400715"/>
                  </a:lnTo>
                  <a:lnTo>
                    <a:pt x="1027856" y="1400702"/>
                  </a:lnTo>
                  <a:lnTo>
                    <a:pt x="1027857" y="1400683"/>
                  </a:lnTo>
                  <a:lnTo>
                    <a:pt x="1027855" y="1400658"/>
                  </a:lnTo>
                  <a:lnTo>
                    <a:pt x="1027854" y="1400632"/>
                  </a:lnTo>
                  <a:lnTo>
                    <a:pt x="1027853" y="1400604"/>
                  </a:lnTo>
                  <a:lnTo>
                    <a:pt x="1027853" y="1400576"/>
                  </a:lnTo>
                  <a:lnTo>
                    <a:pt x="1027858" y="1400548"/>
                  </a:lnTo>
                  <a:lnTo>
                    <a:pt x="1027863" y="1400534"/>
                  </a:lnTo>
                  <a:lnTo>
                    <a:pt x="1027870" y="1400521"/>
                  </a:lnTo>
                  <a:lnTo>
                    <a:pt x="1027900" y="1400487"/>
                  </a:lnTo>
                  <a:lnTo>
                    <a:pt x="1027907" y="1400478"/>
                  </a:lnTo>
                  <a:lnTo>
                    <a:pt x="1027911" y="1400467"/>
                  </a:lnTo>
                  <a:lnTo>
                    <a:pt x="1027916" y="1400450"/>
                  </a:lnTo>
                  <a:lnTo>
                    <a:pt x="1027915" y="1400438"/>
                  </a:lnTo>
                  <a:lnTo>
                    <a:pt x="1027914" y="1400430"/>
                  </a:lnTo>
                  <a:lnTo>
                    <a:pt x="1027912" y="1400422"/>
                  </a:lnTo>
                  <a:lnTo>
                    <a:pt x="1027914" y="1400407"/>
                  </a:lnTo>
                  <a:lnTo>
                    <a:pt x="1027919" y="1400394"/>
                  </a:lnTo>
                  <a:lnTo>
                    <a:pt x="1027924" y="1400385"/>
                  </a:lnTo>
                  <a:lnTo>
                    <a:pt x="1027926" y="1400373"/>
                  </a:lnTo>
                  <a:lnTo>
                    <a:pt x="1027926" y="1400366"/>
                  </a:lnTo>
                  <a:lnTo>
                    <a:pt x="1027924" y="1400338"/>
                  </a:lnTo>
                  <a:lnTo>
                    <a:pt x="1027926" y="1400325"/>
                  </a:lnTo>
                  <a:lnTo>
                    <a:pt x="1027922" y="1400310"/>
                  </a:lnTo>
                  <a:lnTo>
                    <a:pt x="1027912" y="1400283"/>
                  </a:lnTo>
                  <a:lnTo>
                    <a:pt x="1027906" y="1400269"/>
                  </a:lnTo>
                  <a:lnTo>
                    <a:pt x="1027903" y="1400261"/>
                  </a:lnTo>
                  <a:lnTo>
                    <a:pt x="1027898" y="1400255"/>
                  </a:lnTo>
                  <a:lnTo>
                    <a:pt x="1027888" y="1400242"/>
                  </a:lnTo>
                  <a:lnTo>
                    <a:pt x="1027880" y="1400228"/>
                  </a:lnTo>
                  <a:lnTo>
                    <a:pt x="1027868" y="1400202"/>
                  </a:lnTo>
                  <a:lnTo>
                    <a:pt x="1027867" y="1400195"/>
                  </a:lnTo>
                  <a:lnTo>
                    <a:pt x="1027865" y="1400172"/>
                  </a:lnTo>
                  <a:lnTo>
                    <a:pt x="1027866" y="1400155"/>
                  </a:lnTo>
                  <a:lnTo>
                    <a:pt x="1027868" y="1400144"/>
                  </a:lnTo>
                  <a:lnTo>
                    <a:pt x="1027880" y="1400117"/>
                  </a:lnTo>
                  <a:lnTo>
                    <a:pt x="1027887" y="1400103"/>
                  </a:lnTo>
                  <a:lnTo>
                    <a:pt x="1027891" y="1400088"/>
                  </a:lnTo>
                  <a:lnTo>
                    <a:pt x="1027898" y="1400061"/>
                  </a:lnTo>
                  <a:lnTo>
                    <a:pt x="1027903" y="1400033"/>
                  </a:lnTo>
                  <a:lnTo>
                    <a:pt x="1027905" y="1400005"/>
                  </a:lnTo>
                  <a:lnTo>
                    <a:pt x="1027901" y="1399977"/>
                  </a:lnTo>
                  <a:lnTo>
                    <a:pt x="1027897" y="1399950"/>
                  </a:lnTo>
                  <a:lnTo>
                    <a:pt x="1027898" y="1399922"/>
                  </a:lnTo>
                  <a:lnTo>
                    <a:pt x="1027894" y="1399894"/>
                  </a:lnTo>
                  <a:lnTo>
                    <a:pt x="1027892" y="1399877"/>
                  </a:lnTo>
                  <a:lnTo>
                    <a:pt x="1027887" y="1399866"/>
                  </a:lnTo>
                  <a:lnTo>
                    <a:pt x="1027869" y="1399837"/>
                  </a:lnTo>
                  <a:lnTo>
                    <a:pt x="1027863" y="1399830"/>
                  </a:lnTo>
                  <a:lnTo>
                    <a:pt x="1027836" y="1399784"/>
                  </a:lnTo>
                  <a:lnTo>
                    <a:pt x="1027827" y="1399756"/>
                  </a:lnTo>
                  <a:lnTo>
                    <a:pt x="1027814" y="1399728"/>
                  </a:lnTo>
                  <a:lnTo>
                    <a:pt x="1027811" y="1399715"/>
                  </a:lnTo>
                  <a:lnTo>
                    <a:pt x="1027810" y="1399700"/>
                  </a:lnTo>
                  <a:lnTo>
                    <a:pt x="1027817" y="1399673"/>
                  </a:lnTo>
                  <a:lnTo>
                    <a:pt x="1027820" y="1399645"/>
                  </a:lnTo>
                  <a:lnTo>
                    <a:pt x="1027819" y="1399627"/>
                  </a:lnTo>
                  <a:lnTo>
                    <a:pt x="1027817" y="1399617"/>
                  </a:lnTo>
                  <a:lnTo>
                    <a:pt x="1027814" y="1399589"/>
                  </a:lnTo>
                  <a:lnTo>
                    <a:pt x="1027816" y="1399561"/>
                  </a:lnTo>
                  <a:lnTo>
                    <a:pt x="1027816" y="1399543"/>
                  </a:lnTo>
                  <a:lnTo>
                    <a:pt x="1027812" y="1399534"/>
                  </a:lnTo>
                  <a:lnTo>
                    <a:pt x="1027805" y="1399519"/>
                  </a:lnTo>
                  <a:lnTo>
                    <a:pt x="1027803" y="1399506"/>
                  </a:lnTo>
                  <a:lnTo>
                    <a:pt x="1027799" y="1399478"/>
                  </a:lnTo>
                  <a:lnTo>
                    <a:pt x="1027795" y="1399456"/>
                  </a:lnTo>
                  <a:lnTo>
                    <a:pt x="1027794" y="1399449"/>
                  </a:lnTo>
                  <a:lnTo>
                    <a:pt x="1027781" y="1399423"/>
                  </a:lnTo>
                  <a:lnTo>
                    <a:pt x="1027768" y="1399395"/>
                  </a:lnTo>
                  <a:lnTo>
                    <a:pt x="1027757" y="1399368"/>
                  </a:lnTo>
                  <a:lnTo>
                    <a:pt x="1027746" y="1399340"/>
                  </a:lnTo>
                  <a:lnTo>
                    <a:pt x="1027735" y="1399312"/>
                  </a:lnTo>
                  <a:lnTo>
                    <a:pt x="1027728" y="1399285"/>
                  </a:lnTo>
                  <a:lnTo>
                    <a:pt x="1027720" y="1399257"/>
                  </a:lnTo>
                  <a:lnTo>
                    <a:pt x="1027716" y="1399246"/>
                  </a:lnTo>
                  <a:lnTo>
                    <a:pt x="1027714" y="1399229"/>
                  </a:lnTo>
                  <a:lnTo>
                    <a:pt x="1027716" y="1399202"/>
                  </a:lnTo>
                  <a:lnTo>
                    <a:pt x="1027717" y="1399187"/>
                  </a:lnTo>
                  <a:lnTo>
                    <a:pt x="1027721" y="1399179"/>
                  </a:lnTo>
                  <a:lnTo>
                    <a:pt x="1027724" y="1399171"/>
                  </a:lnTo>
                  <a:lnTo>
                    <a:pt x="1027725" y="1399159"/>
                  </a:lnTo>
                  <a:lnTo>
                    <a:pt x="1027726" y="1399151"/>
                  </a:lnTo>
                  <a:lnTo>
                    <a:pt x="1027724" y="1399112"/>
                  </a:lnTo>
                  <a:lnTo>
                    <a:pt x="1027726" y="1399099"/>
                  </a:lnTo>
                  <a:lnTo>
                    <a:pt x="1027729" y="1399090"/>
                  </a:lnTo>
                  <a:lnTo>
                    <a:pt x="1027738" y="1399072"/>
                  </a:lnTo>
                  <a:lnTo>
                    <a:pt x="1027745" y="1399056"/>
                  </a:lnTo>
                  <a:lnTo>
                    <a:pt x="1027755" y="1399034"/>
                  </a:lnTo>
                  <a:lnTo>
                    <a:pt x="1027761" y="1399022"/>
                  </a:lnTo>
                  <a:lnTo>
                    <a:pt x="1027773" y="1399006"/>
                  </a:lnTo>
                  <a:lnTo>
                    <a:pt x="1027780" y="1398989"/>
                  </a:lnTo>
                  <a:lnTo>
                    <a:pt x="1027783" y="1398974"/>
                  </a:lnTo>
                  <a:lnTo>
                    <a:pt x="1027786" y="1398968"/>
                  </a:lnTo>
                  <a:lnTo>
                    <a:pt x="1027794" y="1398962"/>
                  </a:lnTo>
                  <a:lnTo>
                    <a:pt x="1027805" y="1398954"/>
                  </a:lnTo>
                  <a:lnTo>
                    <a:pt x="1027828" y="1398941"/>
                  </a:lnTo>
                  <a:lnTo>
                    <a:pt x="1027842" y="1398929"/>
                  </a:lnTo>
                  <a:lnTo>
                    <a:pt x="1027852" y="1398916"/>
                  </a:lnTo>
                  <a:lnTo>
                    <a:pt x="1027859" y="1398903"/>
                  </a:lnTo>
                  <a:lnTo>
                    <a:pt x="1027863" y="1398888"/>
                  </a:lnTo>
                  <a:lnTo>
                    <a:pt x="1027866" y="1398861"/>
                  </a:lnTo>
                  <a:lnTo>
                    <a:pt x="1027868" y="1398853"/>
                  </a:lnTo>
                  <a:lnTo>
                    <a:pt x="1027866" y="1398833"/>
                  </a:lnTo>
                  <a:lnTo>
                    <a:pt x="1027867" y="1398803"/>
                  </a:lnTo>
                  <a:lnTo>
                    <a:pt x="1027872" y="1398778"/>
                  </a:lnTo>
                  <a:lnTo>
                    <a:pt x="1027873" y="1398753"/>
                  </a:lnTo>
                  <a:lnTo>
                    <a:pt x="1027872" y="1398740"/>
                  </a:lnTo>
                  <a:lnTo>
                    <a:pt x="1027870" y="1398718"/>
                  </a:lnTo>
                  <a:lnTo>
                    <a:pt x="1027868" y="1398692"/>
                  </a:lnTo>
                  <a:lnTo>
                    <a:pt x="1027864" y="1398675"/>
                  </a:lnTo>
                  <a:lnTo>
                    <a:pt x="1027862" y="1398666"/>
                  </a:lnTo>
                  <a:lnTo>
                    <a:pt x="1027855" y="1398646"/>
                  </a:lnTo>
                  <a:lnTo>
                    <a:pt x="1027849" y="1398639"/>
                  </a:lnTo>
                  <a:lnTo>
                    <a:pt x="1027846" y="1398618"/>
                  </a:lnTo>
                  <a:lnTo>
                    <a:pt x="1027844" y="1398611"/>
                  </a:lnTo>
                  <a:lnTo>
                    <a:pt x="1027845" y="1398589"/>
                  </a:lnTo>
                  <a:lnTo>
                    <a:pt x="1027846" y="1398576"/>
                  </a:lnTo>
                  <a:lnTo>
                    <a:pt x="1027845" y="1398564"/>
                  </a:lnTo>
                  <a:lnTo>
                    <a:pt x="1027844" y="1398556"/>
                  </a:lnTo>
                  <a:lnTo>
                    <a:pt x="1027832" y="1398528"/>
                  </a:lnTo>
                  <a:lnTo>
                    <a:pt x="1027827" y="1398500"/>
                  </a:lnTo>
                  <a:lnTo>
                    <a:pt x="1027825" y="1398494"/>
                  </a:lnTo>
                  <a:lnTo>
                    <a:pt x="1027826" y="1398472"/>
                  </a:lnTo>
                  <a:lnTo>
                    <a:pt x="1027830" y="1398444"/>
                  </a:lnTo>
                  <a:lnTo>
                    <a:pt x="1027826" y="1398424"/>
                  </a:lnTo>
                  <a:lnTo>
                    <a:pt x="1027817" y="1398398"/>
                  </a:lnTo>
                  <a:lnTo>
                    <a:pt x="1027815" y="1398376"/>
                  </a:lnTo>
                  <a:lnTo>
                    <a:pt x="1027816" y="1398370"/>
                  </a:lnTo>
                  <a:lnTo>
                    <a:pt x="1027822" y="1398342"/>
                  </a:lnTo>
                  <a:lnTo>
                    <a:pt x="1027825" y="1398315"/>
                  </a:lnTo>
                  <a:lnTo>
                    <a:pt x="1027830" y="1398287"/>
                  </a:lnTo>
                  <a:lnTo>
                    <a:pt x="1027835" y="1398259"/>
                  </a:lnTo>
                  <a:lnTo>
                    <a:pt x="1027842" y="1398231"/>
                  </a:lnTo>
                  <a:lnTo>
                    <a:pt x="1027843" y="1398203"/>
                  </a:lnTo>
                  <a:lnTo>
                    <a:pt x="1027841" y="1398175"/>
                  </a:lnTo>
                  <a:lnTo>
                    <a:pt x="1027837" y="1398161"/>
                  </a:lnTo>
                  <a:lnTo>
                    <a:pt x="1027830" y="1398148"/>
                  </a:lnTo>
                  <a:lnTo>
                    <a:pt x="1027827" y="1398137"/>
                  </a:lnTo>
                  <a:lnTo>
                    <a:pt x="1027816" y="1398120"/>
                  </a:lnTo>
                  <a:lnTo>
                    <a:pt x="1027810" y="1398107"/>
                  </a:lnTo>
                  <a:lnTo>
                    <a:pt x="1027799" y="1398093"/>
                  </a:lnTo>
                  <a:lnTo>
                    <a:pt x="1027772" y="1398072"/>
                  </a:lnTo>
                  <a:lnTo>
                    <a:pt x="1027745" y="1398052"/>
                  </a:lnTo>
                  <a:lnTo>
                    <a:pt x="1027724" y="1398025"/>
                  </a:lnTo>
                  <a:lnTo>
                    <a:pt x="1027713" y="1397997"/>
                  </a:lnTo>
                  <a:lnTo>
                    <a:pt x="1027705" y="1397969"/>
                  </a:lnTo>
                  <a:lnTo>
                    <a:pt x="1027698" y="1397942"/>
                  </a:lnTo>
                  <a:lnTo>
                    <a:pt x="1027687" y="1397914"/>
                  </a:lnTo>
                  <a:lnTo>
                    <a:pt x="1027673" y="1397895"/>
                  </a:lnTo>
                  <a:lnTo>
                    <a:pt x="1027669" y="1397890"/>
                  </a:lnTo>
                  <a:lnTo>
                    <a:pt x="1027656" y="1397878"/>
                  </a:lnTo>
                  <a:lnTo>
                    <a:pt x="1027636" y="1397866"/>
                  </a:lnTo>
                  <a:lnTo>
                    <a:pt x="1027624" y="1397859"/>
                  </a:lnTo>
                  <a:lnTo>
                    <a:pt x="1027608" y="1397852"/>
                  </a:lnTo>
                  <a:lnTo>
                    <a:pt x="1027584" y="1397832"/>
                  </a:lnTo>
                  <a:lnTo>
                    <a:pt x="1027575" y="1397825"/>
                  </a:lnTo>
                  <a:lnTo>
                    <a:pt x="1027566" y="1397823"/>
                  </a:lnTo>
                  <a:lnTo>
                    <a:pt x="1027557" y="1397825"/>
                  </a:lnTo>
                  <a:lnTo>
                    <a:pt x="1027545" y="1397827"/>
                  </a:lnTo>
                  <a:lnTo>
                    <a:pt x="1027531" y="1397834"/>
                  </a:lnTo>
                  <a:lnTo>
                    <a:pt x="1027509" y="1397838"/>
                  </a:lnTo>
                  <a:lnTo>
                    <a:pt x="1027504" y="1397842"/>
                  </a:lnTo>
                  <a:lnTo>
                    <a:pt x="1027477" y="1397854"/>
                  </a:lnTo>
                  <a:lnTo>
                    <a:pt x="1027466" y="1397857"/>
                  </a:lnTo>
                  <a:lnTo>
                    <a:pt x="1027450" y="1397854"/>
                  </a:lnTo>
                  <a:lnTo>
                    <a:pt x="1027424" y="1397849"/>
                  </a:lnTo>
                  <a:lnTo>
                    <a:pt x="1027408" y="1397843"/>
                  </a:lnTo>
                  <a:lnTo>
                    <a:pt x="1027397" y="1397836"/>
                  </a:lnTo>
                  <a:lnTo>
                    <a:pt x="1027377" y="1397829"/>
                  </a:lnTo>
                  <a:lnTo>
                    <a:pt x="1027370" y="1397823"/>
                  </a:lnTo>
                  <a:lnTo>
                    <a:pt x="1027348" y="1397812"/>
                  </a:lnTo>
                  <a:lnTo>
                    <a:pt x="1027339" y="1397806"/>
                  </a:lnTo>
                  <a:lnTo>
                    <a:pt x="1027316" y="1397788"/>
                  </a:lnTo>
                  <a:lnTo>
                    <a:pt x="1027296" y="1397771"/>
                  </a:lnTo>
                  <a:lnTo>
                    <a:pt x="1027267" y="1397747"/>
                  </a:lnTo>
                  <a:lnTo>
                    <a:pt x="1027242" y="1397736"/>
                  </a:lnTo>
                  <a:lnTo>
                    <a:pt x="1027215" y="1397725"/>
                  </a:lnTo>
                  <a:lnTo>
                    <a:pt x="1027188" y="1397714"/>
                  </a:lnTo>
                  <a:lnTo>
                    <a:pt x="1027174" y="1397707"/>
                  </a:lnTo>
                  <a:lnTo>
                    <a:pt x="1027163" y="1397698"/>
                  </a:lnTo>
                  <a:lnTo>
                    <a:pt x="1027143" y="1397685"/>
                  </a:lnTo>
                  <a:lnTo>
                    <a:pt x="1027133" y="1397681"/>
                  </a:lnTo>
                  <a:lnTo>
                    <a:pt x="1027115" y="1397672"/>
                  </a:lnTo>
                  <a:lnTo>
                    <a:pt x="1027109" y="1397667"/>
                  </a:lnTo>
                  <a:lnTo>
                    <a:pt x="1027090" y="1397651"/>
                  </a:lnTo>
                  <a:lnTo>
                    <a:pt x="1027086" y="1397643"/>
                  </a:lnTo>
                  <a:lnTo>
                    <a:pt x="1027071" y="1397615"/>
                  </a:lnTo>
                  <a:lnTo>
                    <a:pt x="1027060" y="1397593"/>
                  </a:lnTo>
                  <a:lnTo>
                    <a:pt x="1027053" y="1397583"/>
                  </a:lnTo>
                  <a:lnTo>
                    <a:pt x="1027044" y="1397574"/>
                  </a:lnTo>
                  <a:lnTo>
                    <a:pt x="1027032" y="1397563"/>
                  </a:lnTo>
                  <a:lnTo>
                    <a:pt x="1027026" y="1397547"/>
                  </a:lnTo>
                  <a:lnTo>
                    <a:pt x="1027019" y="1397533"/>
                  </a:lnTo>
                  <a:lnTo>
                    <a:pt x="1027013" y="1397516"/>
                  </a:lnTo>
                  <a:lnTo>
                    <a:pt x="1027007" y="1397494"/>
                  </a:lnTo>
                  <a:lnTo>
                    <a:pt x="1027007" y="1397470"/>
                  </a:lnTo>
                  <a:lnTo>
                    <a:pt x="1027009" y="1397452"/>
                  </a:lnTo>
                  <a:lnTo>
                    <a:pt x="1027026" y="1397428"/>
                  </a:lnTo>
                  <a:lnTo>
                    <a:pt x="1027042" y="1397394"/>
                  </a:lnTo>
                  <a:lnTo>
                    <a:pt x="1027046" y="1397377"/>
                  </a:lnTo>
                  <a:lnTo>
                    <a:pt x="1027049" y="1397363"/>
                  </a:lnTo>
                  <a:lnTo>
                    <a:pt x="1027048" y="1397339"/>
                  </a:lnTo>
                  <a:lnTo>
                    <a:pt x="1027037" y="1397310"/>
                  </a:lnTo>
                  <a:lnTo>
                    <a:pt x="1027017" y="1397288"/>
                  </a:lnTo>
                  <a:lnTo>
                    <a:pt x="1027003" y="1397276"/>
                  </a:lnTo>
                  <a:lnTo>
                    <a:pt x="1026969" y="1397261"/>
                  </a:lnTo>
                  <a:lnTo>
                    <a:pt x="1026942" y="1397257"/>
                  </a:lnTo>
                  <a:lnTo>
                    <a:pt x="1026921" y="1397257"/>
                  </a:lnTo>
                  <a:lnTo>
                    <a:pt x="1026917" y="1397253"/>
                  </a:lnTo>
                  <a:lnTo>
                    <a:pt x="1026926" y="1397241"/>
                  </a:lnTo>
                  <a:lnTo>
                    <a:pt x="1026951" y="1397211"/>
                  </a:lnTo>
                  <a:lnTo>
                    <a:pt x="1026977" y="1397187"/>
                  </a:lnTo>
                  <a:lnTo>
                    <a:pt x="1027004" y="1397166"/>
                  </a:lnTo>
                  <a:lnTo>
                    <a:pt x="1027027" y="1397140"/>
                  </a:lnTo>
                  <a:lnTo>
                    <a:pt x="1027046" y="1397112"/>
                  </a:lnTo>
                  <a:lnTo>
                    <a:pt x="1027066" y="1397084"/>
                  </a:lnTo>
                  <a:lnTo>
                    <a:pt x="1027083" y="1397056"/>
                  </a:lnTo>
                  <a:lnTo>
                    <a:pt x="1027108" y="1397028"/>
                  </a:lnTo>
                  <a:lnTo>
                    <a:pt x="1027177" y="1396932"/>
                  </a:lnTo>
                  <a:lnTo>
                    <a:pt x="1027180" y="1396923"/>
                  </a:lnTo>
                  <a:lnTo>
                    <a:pt x="1027198" y="1396895"/>
                  </a:lnTo>
                  <a:lnTo>
                    <a:pt x="1027224" y="1396873"/>
                  </a:lnTo>
                  <a:lnTo>
                    <a:pt x="1027251" y="1396854"/>
                  </a:lnTo>
                  <a:lnTo>
                    <a:pt x="1027316" y="1396810"/>
                  </a:lnTo>
                  <a:lnTo>
                    <a:pt x="1027338" y="1396797"/>
                  </a:lnTo>
                  <a:lnTo>
                    <a:pt x="1027364" y="1396778"/>
                  </a:lnTo>
                  <a:lnTo>
                    <a:pt x="1027391" y="1396763"/>
                  </a:lnTo>
                  <a:lnTo>
                    <a:pt x="1027418" y="1396748"/>
                  </a:lnTo>
                  <a:lnTo>
                    <a:pt x="1027441" y="1396728"/>
                  </a:lnTo>
                  <a:lnTo>
                    <a:pt x="1027462" y="1396698"/>
                  </a:lnTo>
                  <a:lnTo>
                    <a:pt x="1027482" y="1396684"/>
                  </a:lnTo>
                  <a:lnTo>
                    <a:pt x="1027499" y="1396677"/>
                  </a:lnTo>
                  <a:lnTo>
                    <a:pt x="1027522" y="1396660"/>
                  </a:lnTo>
                  <a:lnTo>
                    <a:pt x="1027538" y="1396650"/>
                  </a:lnTo>
                  <a:lnTo>
                    <a:pt x="1027549" y="1396649"/>
                  </a:lnTo>
                  <a:lnTo>
                    <a:pt x="1027576" y="1396643"/>
                  </a:lnTo>
                  <a:lnTo>
                    <a:pt x="1027602" y="1396627"/>
                  </a:lnTo>
                  <a:lnTo>
                    <a:pt x="1027623" y="1396612"/>
                  </a:lnTo>
                  <a:lnTo>
                    <a:pt x="1027636" y="1396600"/>
                  </a:lnTo>
                  <a:lnTo>
                    <a:pt x="1027648" y="1396581"/>
                  </a:lnTo>
                  <a:lnTo>
                    <a:pt x="1027660" y="1396553"/>
                  </a:lnTo>
                  <a:lnTo>
                    <a:pt x="1027673" y="1396525"/>
                  </a:lnTo>
                  <a:lnTo>
                    <a:pt x="1027689" y="1396497"/>
                  </a:lnTo>
                  <a:lnTo>
                    <a:pt x="1027706" y="1396469"/>
                  </a:lnTo>
                  <a:lnTo>
                    <a:pt x="1027717" y="1396441"/>
                  </a:lnTo>
                  <a:lnTo>
                    <a:pt x="1027722" y="1396428"/>
                  </a:lnTo>
                  <a:lnTo>
                    <a:pt x="1027724" y="1396413"/>
                  </a:lnTo>
                  <a:lnTo>
                    <a:pt x="1027728" y="1396385"/>
                  </a:lnTo>
                  <a:lnTo>
                    <a:pt x="1027730" y="1396357"/>
                  </a:lnTo>
                  <a:lnTo>
                    <a:pt x="1027728" y="1396330"/>
                  </a:lnTo>
                  <a:lnTo>
                    <a:pt x="1027728" y="1396302"/>
                  </a:lnTo>
                  <a:lnTo>
                    <a:pt x="1027727" y="1396274"/>
                  </a:lnTo>
                  <a:lnTo>
                    <a:pt x="1027729" y="1396246"/>
                  </a:lnTo>
                  <a:lnTo>
                    <a:pt x="1027728" y="1396219"/>
                  </a:lnTo>
                  <a:lnTo>
                    <a:pt x="1027730" y="1396191"/>
                  </a:lnTo>
                  <a:lnTo>
                    <a:pt x="1027733" y="1396167"/>
                  </a:lnTo>
                  <a:lnTo>
                    <a:pt x="1027737" y="1396132"/>
                  </a:lnTo>
                  <a:lnTo>
                    <a:pt x="1027749" y="1396106"/>
                  </a:lnTo>
                  <a:lnTo>
                    <a:pt x="1027776" y="1396083"/>
                  </a:lnTo>
                  <a:lnTo>
                    <a:pt x="1027802" y="1396068"/>
                  </a:lnTo>
                  <a:lnTo>
                    <a:pt x="1027823" y="1396057"/>
                  </a:lnTo>
                  <a:lnTo>
                    <a:pt x="1027836" y="1396049"/>
                  </a:lnTo>
                  <a:lnTo>
                    <a:pt x="1027855" y="1396032"/>
                  </a:lnTo>
                  <a:lnTo>
                    <a:pt x="1027880" y="1396004"/>
                  </a:lnTo>
                  <a:lnTo>
                    <a:pt x="1027896" y="1395976"/>
                  </a:lnTo>
                  <a:lnTo>
                    <a:pt x="1027914" y="1395948"/>
                  </a:lnTo>
                  <a:lnTo>
                    <a:pt x="1027935" y="1395922"/>
                  </a:lnTo>
                  <a:lnTo>
                    <a:pt x="1027958" y="1395894"/>
                  </a:lnTo>
                  <a:lnTo>
                    <a:pt x="1027963" y="1395884"/>
                  </a:lnTo>
                  <a:lnTo>
                    <a:pt x="1027981" y="1395866"/>
                  </a:lnTo>
                  <a:lnTo>
                    <a:pt x="1028007" y="1395839"/>
                  </a:lnTo>
                  <a:lnTo>
                    <a:pt x="1028021" y="1395825"/>
                  </a:lnTo>
                  <a:lnTo>
                    <a:pt x="1028034" y="1395817"/>
                  </a:lnTo>
                  <a:lnTo>
                    <a:pt x="1028060" y="1395805"/>
                  </a:lnTo>
                  <a:lnTo>
                    <a:pt x="1028087" y="1395805"/>
                  </a:lnTo>
                  <a:lnTo>
                    <a:pt x="1028114" y="1395809"/>
                  </a:lnTo>
                  <a:lnTo>
                    <a:pt x="1028141" y="1395814"/>
                  </a:lnTo>
                  <a:lnTo>
                    <a:pt x="1028168" y="1395817"/>
                  </a:lnTo>
                  <a:lnTo>
                    <a:pt x="1028195" y="1395819"/>
                  </a:lnTo>
                  <a:lnTo>
                    <a:pt x="1028207" y="1395822"/>
                  </a:lnTo>
                  <a:lnTo>
                    <a:pt x="1028221" y="1395822"/>
                  </a:lnTo>
                  <a:lnTo>
                    <a:pt x="1028248" y="1395820"/>
                  </a:lnTo>
                  <a:lnTo>
                    <a:pt x="1028275" y="1395812"/>
                  </a:lnTo>
                  <a:lnTo>
                    <a:pt x="1028302" y="1395807"/>
                  </a:lnTo>
                  <a:lnTo>
                    <a:pt x="1028325" y="1395803"/>
                  </a:lnTo>
                  <a:lnTo>
                    <a:pt x="1028355" y="1395802"/>
                  </a:lnTo>
                  <a:lnTo>
                    <a:pt x="1028382" y="1395799"/>
                  </a:lnTo>
                  <a:lnTo>
                    <a:pt x="1028409" y="1395794"/>
                  </a:lnTo>
                  <a:lnTo>
                    <a:pt x="1028435" y="1395785"/>
                  </a:lnTo>
                  <a:lnTo>
                    <a:pt x="1028444" y="1395779"/>
                  </a:lnTo>
                  <a:lnTo>
                    <a:pt x="1028450" y="1395779"/>
                  </a:lnTo>
                  <a:lnTo>
                    <a:pt x="1028462" y="1395773"/>
                  </a:lnTo>
                  <a:lnTo>
                    <a:pt x="1028489" y="1395766"/>
                  </a:lnTo>
                  <a:lnTo>
                    <a:pt x="1028541" y="1395761"/>
                  </a:lnTo>
                  <a:lnTo>
                    <a:pt x="1028555" y="1395769"/>
                  </a:lnTo>
                  <a:lnTo>
                    <a:pt x="1028562" y="1395778"/>
                  </a:lnTo>
                  <a:lnTo>
                    <a:pt x="1028564" y="1395783"/>
                  </a:lnTo>
                  <a:lnTo>
                    <a:pt x="1028570" y="1395800"/>
                  </a:lnTo>
                  <a:lnTo>
                    <a:pt x="1028570" y="1395811"/>
                  </a:lnTo>
                  <a:lnTo>
                    <a:pt x="1028568" y="1395839"/>
                  </a:lnTo>
                  <a:lnTo>
                    <a:pt x="1028567" y="1395854"/>
                  </a:lnTo>
                  <a:lnTo>
                    <a:pt x="1028570" y="1395867"/>
                  </a:lnTo>
                  <a:lnTo>
                    <a:pt x="1028583" y="1395883"/>
                  </a:lnTo>
                  <a:lnTo>
                    <a:pt x="1028594" y="1395890"/>
                  </a:lnTo>
                  <a:lnTo>
                    <a:pt x="1028612" y="1395902"/>
                  </a:lnTo>
                  <a:lnTo>
                    <a:pt x="1028632" y="1395907"/>
                  </a:lnTo>
                  <a:lnTo>
                    <a:pt x="1028644" y="1395906"/>
                  </a:lnTo>
                  <a:lnTo>
                    <a:pt x="1028674" y="1395903"/>
                  </a:lnTo>
                  <a:lnTo>
                    <a:pt x="1028701" y="1395898"/>
                  </a:lnTo>
                  <a:lnTo>
                    <a:pt x="1028716" y="1395893"/>
                  </a:lnTo>
                  <a:lnTo>
                    <a:pt x="1028721" y="1395887"/>
                  </a:lnTo>
                  <a:lnTo>
                    <a:pt x="1028728" y="1395880"/>
                  </a:lnTo>
                  <a:lnTo>
                    <a:pt x="1028736" y="1395865"/>
                  </a:lnTo>
                  <a:lnTo>
                    <a:pt x="1028747" y="1395854"/>
                  </a:lnTo>
                  <a:lnTo>
                    <a:pt x="1028766" y="1395833"/>
                  </a:lnTo>
                  <a:lnTo>
                    <a:pt x="1028774" y="1395829"/>
                  </a:lnTo>
                  <a:lnTo>
                    <a:pt x="1028800" y="1395812"/>
                  </a:lnTo>
                  <a:lnTo>
                    <a:pt x="1028827" y="1395802"/>
                  </a:lnTo>
                  <a:lnTo>
                    <a:pt x="1028854" y="1395790"/>
                  </a:lnTo>
                  <a:lnTo>
                    <a:pt x="1028880" y="1395770"/>
                  </a:lnTo>
                  <a:lnTo>
                    <a:pt x="1028907" y="1395746"/>
                  </a:lnTo>
                  <a:lnTo>
                    <a:pt x="1028921" y="1395737"/>
                  </a:lnTo>
                  <a:lnTo>
                    <a:pt x="1028933" y="1395733"/>
                  </a:lnTo>
                  <a:lnTo>
                    <a:pt x="1028961" y="1395738"/>
                  </a:lnTo>
                  <a:lnTo>
                    <a:pt x="1028977" y="1395744"/>
                  </a:lnTo>
                  <a:lnTo>
                    <a:pt x="1028987" y="1395743"/>
                  </a:lnTo>
                  <a:lnTo>
                    <a:pt x="1029000" y="1395738"/>
                  </a:lnTo>
                  <a:lnTo>
                    <a:pt x="1029014" y="1395736"/>
                  </a:lnTo>
                  <a:lnTo>
                    <a:pt x="1029041" y="1395739"/>
                  </a:lnTo>
                  <a:lnTo>
                    <a:pt x="1029068" y="1395744"/>
                  </a:lnTo>
                  <a:lnTo>
                    <a:pt x="1029086" y="1395741"/>
                  </a:lnTo>
                  <a:lnTo>
                    <a:pt x="1029094" y="1395735"/>
                  </a:lnTo>
                  <a:lnTo>
                    <a:pt x="1029101" y="1395727"/>
                  </a:lnTo>
                  <a:lnTo>
                    <a:pt x="1029107" y="1395715"/>
                  </a:lnTo>
                  <a:lnTo>
                    <a:pt x="1029108" y="1395707"/>
                  </a:lnTo>
                  <a:lnTo>
                    <a:pt x="1029114" y="1395679"/>
                  </a:lnTo>
                  <a:lnTo>
                    <a:pt x="1029118" y="1395651"/>
                  </a:lnTo>
                  <a:lnTo>
                    <a:pt x="1029124" y="1395627"/>
                  </a:lnTo>
                  <a:lnTo>
                    <a:pt x="1029139" y="1395601"/>
                  </a:lnTo>
                  <a:lnTo>
                    <a:pt x="1029159" y="1395586"/>
                  </a:lnTo>
                  <a:lnTo>
                    <a:pt x="1029171" y="1395580"/>
                  </a:lnTo>
                  <a:lnTo>
                    <a:pt x="1029195" y="1395571"/>
                  </a:lnTo>
                  <a:lnTo>
                    <a:pt x="1029211" y="1395567"/>
                  </a:lnTo>
                  <a:lnTo>
                    <a:pt x="1029228" y="1395564"/>
                  </a:lnTo>
                  <a:lnTo>
                    <a:pt x="1029252" y="1395557"/>
                  </a:lnTo>
                  <a:lnTo>
                    <a:pt x="1029278" y="1395551"/>
                  </a:lnTo>
                  <a:lnTo>
                    <a:pt x="1029305" y="1395548"/>
                  </a:lnTo>
                  <a:lnTo>
                    <a:pt x="1029318" y="1395547"/>
                  </a:lnTo>
                  <a:lnTo>
                    <a:pt x="1029332" y="1395547"/>
                  </a:lnTo>
                  <a:lnTo>
                    <a:pt x="1029359" y="1395540"/>
                  </a:lnTo>
                  <a:lnTo>
                    <a:pt x="1029385" y="1395535"/>
                  </a:lnTo>
                  <a:lnTo>
                    <a:pt x="1029412" y="1395532"/>
                  </a:lnTo>
                  <a:lnTo>
                    <a:pt x="1029453" y="1395516"/>
                  </a:lnTo>
                  <a:lnTo>
                    <a:pt x="1029466" y="1395509"/>
                  </a:lnTo>
                  <a:lnTo>
                    <a:pt x="1029494" y="1395503"/>
                  </a:lnTo>
                  <a:lnTo>
                    <a:pt x="1029511" y="1395514"/>
                  </a:lnTo>
                  <a:lnTo>
                    <a:pt x="1029532" y="1395525"/>
                  </a:lnTo>
                  <a:lnTo>
                    <a:pt x="1029537" y="1395530"/>
                  </a:lnTo>
                  <a:lnTo>
                    <a:pt x="1029550" y="1395534"/>
                  </a:lnTo>
                  <a:lnTo>
                    <a:pt x="1029564" y="1395533"/>
                  </a:lnTo>
                  <a:lnTo>
                    <a:pt x="1029579" y="1395533"/>
                  </a:lnTo>
                  <a:lnTo>
                    <a:pt x="1029591" y="1395530"/>
                  </a:lnTo>
                  <a:lnTo>
                    <a:pt x="1029605" y="1395522"/>
                  </a:lnTo>
                  <a:lnTo>
                    <a:pt x="1029612" y="1395515"/>
                  </a:lnTo>
                  <a:lnTo>
                    <a:pt x="1029616" y="1395509"/>
                  </a:lnTo>
                  <a:lnTo>
                    <a:pt x="1029634" y="1395481"/>
                  </a:lnTo>
                  <a:lnTo>
                    <a:pt x="1029644" y="1395470"/>
                  </a:lnTo>
                  <a:lnTo>
                    <a:pt x="1029660" y="1395464"/>
                  </a:lnTo>
                  <a:lnTo>
                    <a:pt x="1029687" y="1395466"/>
                  </a:lnTo>
                  <a:lnTo>
                    <a:pt x="1029714" y="1395467"/>
                  </a:lnTo>
                  <a:lnTo>
                    <a:pt x="1029741" y="1395465"/>
                  </a:lnTo>
                  <a:lnTo>
                    <a:pt x="1029767" y="1395459"/>
                  </a:lnTo>
                  <a:lnTo>
                    <a:pt x="1029848" y="1395446"/>
                  </a:lnTo>
                  <a:lnTo>
                    <a:pt x="1029865" y="1395417"/>
                  </a:lnTo>
                  <a:lnTo>
                    <a:pt x="1029876" y="1395395"/>
                  </a:lnTo>
                  <a:lnTo>
                    <a:pt x="1029881" y="1395389"/>
                  </a:lnTo>
                  <a:lnTo>
                    <a:pt x="1029890" y="1395384"/>
                  </a:lnTo>
                  <a:lnTo>
                    <a:pt x="1029897" y="1395384"/>
                  </a:lnTo>
                  <a:lnTo>
                    <a:pt x="1029908" y="1395389"/>
                  </a:lnTo>
                  <a:lnTo>
                    <a:pt x="1029935" y="1395407"/>
                  </a:lnTo>
                  <a:lnTo>
                    <a:pt x="1029951" y="1395413"/>
                  </a:lnTo>
                  <a:lnTo>
                    <a:pt x="1029960" y="1395412"/>
                  </a:lnTo>
                  <a:lnTo>
                    <a:pt x="1029988" y="1395405"/>
                  </a:lnTo>
                  <a:lnTo>
                    <a:pt x="1030003" y="1395401"/>
                  </a:lnTo>
                  <a:lnTo>
                    <a:pt x="1030015" y="1395390"/>
                  </a:lnTo>
                  <a:lnTo>
                    <a:pt x="1030031" y="1395362"/>
                  </a:lnTo>
                  <a:lnTo>
                    <a:pt x="1030041" y="1395334"/>
                  </a:lnTo>
                  <a:lnTo>
                    <a:pt x="1030061" y="1395313"/>
                  </a:lnTo>
                  <a:lnTo>
                    <a:pt x="1030066" y="1395312"/>
                  </a:lnTo>
                  <a:lnTo>
                    <a:pt x="1030093" y="1395313"/>
                  </a:lnTo>
                  <a:lnTo>
                    <a:pt x="1030106" y="1395305"/>
                  </a:lnTo>
                  <a:lnTo>
                    <a:pt x="1030098" y="1395295"/>
                  </a:lnTo>
                  <a:lnTo>
                    <a:pt x="1030091" y="1395289"/>
                  </a:lnTo>
                  <a:lnTo>
                    <a:pt x="1030084" y="1395285"/>
                  </a:lnTo>
                  <a:lnTo>
                    <a:pt x="1030077" y="1395278"/>
                  </a:lnTo>
                  <a:lnTo>
                    <a:pt x="1030071" y="1395265"/>
                  </a:lnTo>
                  <a:lnTo>
                    <a:pt x="1030071" y="1395259"/>
                  </a:lnTo>
                  <a:lnTo>
                    <a:pt x="1030075" y="1395244"/>
                  </a:lnTo>
                  <a:lnTo>
                    <a:pt x="1030080" y="1395235"/>
                  </a:lnTo>
                  <a:lnTo>
                    <a:pt x="1030106" y="1395205"/>
                  </a:lnTo>
                  <a:lnTo>
                    <a:pt x="1030131" y="1395179"/>
                  </a:lnTo>
                  <a:lnTo>
                    <a:pt x="1030188" y="1395136"/>
                  </a:lnTo>
                  <a:lnTo>
                    <a:pt x="1030200" y="1395129"/>
                  </a:lnTo>
                  <a:lnTo>
                    <a:pt x="1030214" y="1395122"/>
                  </a:lnTo>
                  <a:lnTo>
                    <a:pt x="1030254" y="1395100"/>
                  </a:lnTo>
                  <a:lnTo>
                    <a:pt x="1030280" y="1395083"/>
                  </a:lnTo>
                  <a:lnTo>
                    <a:pt x="1030307" y="1395068"/>
                  </a:lnTo>
                  <a:lnTo>
                    <a:pt x="1030334" y="1395053"/>
                  </a:lnTo>
                  <a:lnTo>
                    <a:pt x="1030360" y="1395040"/>
                  </a:lnTo>
                  <a:lnTo>
                    <a:pt x="1030387" y="1395021"/>
                  </a:lnTo>
                  <a:lnTo>
                    <a:pt x="1030413" y="1395002"/>
                  </a:lnTo>
                  <a:lnTo>
                    <a:pt x="1030440" y="1394987"/>
                  </a:lnTo>
                  <a:lnTo>
                    <a:pt x="1030467" y="1394974"/>
                  </a:lnTo>
                  <a:lnTo>
                    <a:pt x="1030494" y="1394959"/>
                  </a:lnTo>
                  <a:lnTo>
                    <a:pt x="1030515" y="1394945"/>
                  </a:lnTo>
                  <a:lnTo>
                    <a:pt x="1030556" y="1394928"/>
                  </a:lnTo>
                  <a:lnTo>
                    <a:pt x="1030583" y="1394926"/>
                  </a:lnTo>
                  <a:lnTo>
                    <a:pt x="1030609" y="1394928"/>
                  </a:lnTo>
                  <a:lnTo>
                    <a:pt x="1030642" y="1394924"/>
                  </a:lnTo>
                  <a:lnTo>
                    <a:pt x="1030649" y="1394918"/>
                  </a:lnTo>
                  <a:lnTo>
                    <a:pt x="1030676" y="1394903"/>
                  </a:lnTo>
                  <a:lnTo>
                    <a:pt x="1030702" y="1394886"/>
                  </a:lnTo>
                  <a:lnTo>
                    <a:pt x="1030729" y="1394874"/>
                  </a:lnTo>
                  <a:lnTo>
                    <a:pt x="1030755" y="1394862"/>
                  </a:lnTo>
                  <a:lnTo>
                    <a:pt x="1030782" y="1394846"/>
                  </a:lnTo>
                  <a:lnTo>
                    <a:pt x="1030809" y="1394837"/>
                  </a:lnTo>
                  <a:lnTo>
                    <a:pt x="1030843" y="1394825"/>
                  </a:lnTo>
                  <a:lnTo>
                    <a:pt x="1030862" y="1394816"/>
                  </a:lnTo>
                  <a:lnTo>
                    <a:pt x="1030889" y="1394805"/>
                  </a:lnTo>
                  <a:lnTo>
                    <a:pt x="1030916" y="1394793"/>
                  </a:lnTo>
                  <a:lnTo>
                    <a:pt x="1030942" y="1394779"/>
                  </a:lnTo>
                  <a:lnTo>
                    <a:pt x="1030957" y="1394772"/>
                  </a:lnTo>
                  <a:lnTo>
                    <a:pt x="1030969" y="1394770"/>
                  </a:lnTo>
                  <a:lnTo>
                    <a:pt x="1030991" y="1394770"/>
                  </a:lnTo>
                  <a:lnTo>
                    <a:pt x="1030996" y="1394774"/>
                  </a:lnTo>
                  <a:lnTo>
                    <a:pt x="1031001" y="1394790"/>
                  </a:lnTo>
                  <a:lnTo>
                    <a:pt x="1031009" y="1394798"/>
                  </a:lnTo>
                  <a:lnTo>
                    <a:pt x="1031023" y="1394803"/>
                  </a:lnTo>
                  <a:lnTo>
                    <a:pt x="1031037" y="1394797"/>
                  </a:lnTo>
                  <a:lnTo>
                    <a:pt x="1031060" y="1394769"/>
                  </a:lnTo>
                  <a:lnTo>
                    <a:pt x="1031087" y="1394743"/>
                  </a:lnTo>
                  <a:lnTo>
                    <a:pt x="1031114" y="1394735"/>
                  </a:lnTo>
                  <a:lnTo>
                    <a:pt x="1031130" y="1394732"/>
                  </a:lnTo>
                  <a:lnTo>
                    <a:pt x="1031133" y="1394728"/>
                  </a:lnTo>
                  <a:lnTo>
                    <a:pt x="1031140" y="1394722"/>
                  </a:lnTo>
                  <a:lnTo>
                    <a:pt x="1031147" y="1394707"/>
                  </a:lnTo>
                  <a:lnTo>
                    <a:pt x="1031149" y="1394694"/>
                  </a:lnTo>
                  <a:lnTo>
                    <a:pt x="1031147" y="1394666"/>
                  </a:lnTo>
                  <a:lnTo>
                    <a:pt x="1031156" y="1394657"/>
                  </a:lnTo>
                  <a:lnTo>
                    <a:pt x="1031161" y="1394655"/>
                  </a:lnTo>
                  <a:lnTo>
                    <a:pt x="1031174" y="1394653"/>
                  </a:lnTo>
                  <a:lnTo>
                    <a:pt x="1031188" y="1394646"/>
                  </a:lnTo>
                  <a:lnTo>
                    <a:pt x="1031197" y="1394632"/>
                  </a:lnTo>
                  <a:lnTo>
                    <a:pt x="1031198" y="1394620"/>
                  </a:lnTo>
                  <a:lnTo>
                    <a:pt x="1031196" y="1394605"/>
                  </a:lnTo>
                  <a:lnTo>
                    <a:pt x="1031198" y="1394583"/>
                  </a:lnTo>
                  <a:lnTo>
                    <a:pt x="1031203" y="1394577"/>
                  </a:lnTo>
                  <a:lnTo>
                    <a:pt x="1031218" y="1394569"/>
                  </a:lnTo>
                  <a:lnTo>
                    <a:pt x="1031230" y="1394567"/>
                  </a:lnTo>
                  <a:lnTo>
                    <a:pt x="1031246" y="1394565"/>
                  </a:lnTo>
                  <a:lnTo>
                    <a:pt x="1031257" y="1394569"/>
                  </a:lnTo>
                  <a:lnTo>
                    <a:pt x="1031275" y="1394576"/>
                  </a:lnTo>
                  <a:lnTo>
                    <a:pt x="1031284" y="1394583"/>
                  </a:lnTo>
                  <a:lnTo>
                    <a:pt x="1031296" y="1394604"/>
                  </a:lnTo>
                  <a:lnTo>
                    <a:pt x="1031299" y="1394613"/>
                  </a:lnTo>
                  <a:lnTo>
                    <a:pt x="1031308" y="1394624"/>
                  </a:lnTo>
                  <a:lnTo>
                    <a:pt x="1031322" y="1394631"/>
                  </a:lnTo>
                  <a:lnTo>
                    <a:pt x="1031338" y="1394637"/>
                  </a:lnTo>
                  <a:lnTo>
                    <a:pt x="1031349" y="1394637"/>
                  </a:lnTo>
                  <a:lnTo>
                    <a:pt x="1031363" y="1394635"/>
                  </a:lnTo>
                  <a:lnTo>
                    <a:pt x="1031376" y="1394629"/>
                  </a:lnTo>
                  <a:lnTo>
                    <a:pt x="1031402" y="1394612"/>
                  </a:lnTo>
                  <a:lnTo>
                    <a:pt x="1031422" y="1394593"/>
                  </a:lnTo>
                  <a:lnTo>
                    <a:pt x="1031425" y="1394585"/>
                  </a:lnTo>
                  <a:lnTo>
                    <a:pt x="1031445" y="1394558"/>
                  </a:lnTo>
                  <a:lnTo>
                    <a:pt x="1031462" y="1394530"/>
                  </a:lnTo>
                  <a:lnTo>
                    <a:pt x="1031483" y="1394502"/>
                  </a:lnTo>
                  <a:lnTo>
                    <a:pt x="1031538" y="1394425"/>
                  </a:lnTo>
                  <a:lnTo>
                    <a:pt x="1031559" y="1394401"/>
                  </a:lnTo>
                  <a:lnTo>
                    <a:pt x="1031577" y="1394373"/>
                  </a:lnTo>
                  <a:lnTo>
                    <a:pt x="1031589" y="1394345"/>
                  </a:lnTo>
                  <a:lnTo>
                    <a:pt x="1031609" y="1394317"/>
                  </a:lnTo>
                  <a:lnTo>
                    <a:pt x="1031630" y="1394289"/>
                  </a:lnTo>
                  <a:lnTo>
                    <a:pt x="1031646" y="1394261"/>
                  </a:lnTo>
                  <a:lnTo>
                    <a:pt x="1031663" y="1394233"/>
                  </a:lnTo>
                  <a:lnTo>
                    <a:pt x="1031679" y="1394205"/>
                  </a:lnTo>
                  <a:lnTo>
                    <a:pt x="1031693" y="1394177"/>
                  </a:lnTo>
                  <a:lnTo>
                    <a:pt x="1031707" y="1394149"/>
                  </a:lnTo>
                  <a:lnTo>
                    <a:pt x="1031723" y="1394121"/>
                  </a:lnTo>
                  <a:lnTo>
                    <a:pt x="1031733" y="1394108"/>
                  </a:lnTo>
                  <a:lnTo>
                    <a:pt x="1031740" y="1394093"/>
                  </a:lnTo>
                  <a:lnTo>
                    <a:pt x="1031755" y="1394065"/>
                  </a:lnTo>
                  <a:lnTo>
                    <a:pt x="1031770" y="1394038"/>
                  </a:lnTo>
                  <a:lnTo>
                    <a:pt x="1031784" y="1394009"/>
                  </a:lnTo>
                  <a:lnTo>
                    <a:pt x="1031793" y="1393991"/>
                  </a:lnTo>
                  <a:lnTo>
                    <a:pt x="1031800" y="1393983"/>
                  </a:lnTo>
                  <a:lnTo>
                    <a:pt x="1031823" y="1393955"/>
                  </a:lnTo>
                  <a:lnTo>
                    <a:pt x="1031836" y="1393942"/>
                  </a:lnTo>
                  <a:lnTo>
                    <a:pt x="1031844" y="1393927"/>
                  </a:lnTo>
                  <a:lnTo>
                    <a:pt x="1031866" y="1393899"/>
                  </a:lnTo>
                  <a:lnTo>
                    <a:pt x="1031883" y="1393871"/>
                  </a:lnTo>
                  <a:lnTo>
                    <a:pt x="1031899" y="1393843"/>
                  </a:lnTo>
                  <a:lnTo>
                    <a:pt x="1031917" y="1393816"/>
                  </a:lnTo>
                  <a:lnTo>
                    <a:pt x="1031933" y="1393787"/>
                  </a:lnTo>
                  <a:lnTo>
                    <a:pt x="1031948" y="1393760"/>
                  </a:lnTo>
                  <a:lnTo>
                    <a:pt x="1031959" y="1393737"/>
                  </a:lnTo>
                  <a:lnTo>
                    <a:pt x="1031964" y="1393731"/>
                  </a:lnTo>
                  <a:lnTo>
                    <a:pt x="1031973" y="1393717"/>
                  </a:lnTo>
                  <a:lnTo>
                    <a:pt x="1031986" y="1393704"/>
                  </a:lnTo>
                  <a:lnTo>
                    <a:pt x="1032005" y="1393675"/>
                  </a:lnTo>
                  <a:lnTo>
                    <a:pt x="1032024" y="1393648"/>
                  </a:lnTo>
                  <a:lnTo>
                    <a:pt x="1032065" y="1393614"/>
                  </a:lnTo>
                  <a:lnTo>
                    <a:pt x="1032070" y="1393615"/>
                  </a:lnTo>
                  <a:lnTo>
                    <a:pt x="1032078" y="1393614"/>
                  </a:lnTo>
                  <a:lnTo>
                    <a:pt x="1032087" y="1393614"/>
                  </a:lnTo>
                  <a:lnTo>
                    <a:pt x="1032098" y="1393615"/>
                  </a:lnTo>
                  <a:lnTo>
                    <a:pt x="1032103" y="1393617"/>
                  </a:lnTo>
                  <a:lnTo>
                    <a:pt x="1032111" y="1393621"/>
                  </a:lnTo>
                  <a:lnTo>
                    <a:pt x="1032116" y="1393623"/>
                  </a:lnTo>
                  <a:lnTo>
                    <a:pt x="1032124" y="1393622"/>
                  </a:lnTo>
                  <a:lnTo>
                    <a:pt x="1032134" y="1393626"/>
                  </a:lnTo>
                  <a:lnTo>
                    <a:pt x="1032146" y="1393626"/>
                  </a:lnTo>
                  <a:lnTo>
                    <a:pt x="1032161" y="1393617"/>
                  </a:lnTo>
                  <a:lnTo>
                    <a:pt x="1032176" y="1393602"/>
                  </a:lnTo>
                  <a:lnTo>
                    <a:pt x="1032187" y="1393596"/>
                  </a:lnTo>
                  <a:lnTo>
                    <a:pt x="1032196" y="1393594"/>
                  </a:lnTo>
                  <a:lnTo>
                    <a:pt x="1032207" y="1393595"/>
                  </a:lnTo>
                  <a:lnTo>
                    <a:pt x="1032215" y="1393596"/>
                  </a:lnTo>
                  <a:lnTo>
                    <a:pt x="1032219" y="1393598"/>
                  </a:lnTo>
                  <a:lnTo>
                    <a:pt x="1032223" y="1393592"/>
                  </a:lnTo>
                  <a:lnTo>
                    <a:pt x="1032223" y="1393573"/>
                  </a:lnTo>
                  <a:lnTo>
                    <a:pt x="1032221" y="1393529"/>
                  </a:lnTo>
                  <a:lnTo>
                    <a:pt x="1032218" y="1393518"/>
                  </a:lnTo>
                  <a:lnTo>
                    <a:pt x="1032218" y="1393513"/>
                  </a:lnTo>
                  <a:lnTo>
                    <a:pt x="1032220" y="1393507"/>
                  </a:lnTo>
                  <a:lnTo>
                    <a:pt x="1032226" y="1393502"/>
                  </a:lnTo>
                  <a:lnTo>
                    <a:pt x="1032234" y="1393494"/>
                  </a:lnTo>
                  <a:lnTo>
                    <a:pt x="1032249" y="1393479"/>
                  </a:lnTo>
                  <a:lnTo>
                    <a:pt x="1032281" y="1393438"/>
                  </a:lnTo>
                  <a:lnTo>
                    <a:pt x="1032293" y="1393421"/>
                  </a:lnTo>
                  <a:lnTo>
                    <a:pt x="1032305" y="1393410"/>
                  </a:lnTo>
                  <a:lnTo>
                    <a:pt x="1032312" y="1393398"/>
                  </a:lnTo>
                  <a:lnTo>
                    <a:pt x="1032321" y="1393371"/>
                  </a:lnTo>
                  <a:lnTo>
                    <a:pt x="1032324" y="1393343"/>
                  </a:lnTo>
                  <a:lnTo>
                    <a:pt x="1032327" y="1393313"/>
                  </a:lnTo>
                  <a:lnTo>
                    <a:pt x="1032334" y="1393299"/>
                  </a:lnTo>
                  <a:lnTo>
                    <a:pt x="1032343" y="1393287"/>
                  </a:lnTo>
                  <a:lnTo>
                    <a:pt x="1032368" y="1393263"/>
                  </a:lnTo>
                  <a:lnTo>
                    <a:pt x="1032395" y="1393238"/>
                  </a:lnTo>
                  <a:lnTo>
                    <a:pt x="1032416" y="1393210"/>
                  </a:lnTo>
                  <a:lnTo>
                    <a:pt x="1032421" y="1393205"/>
                  </a:lnTo>
                  <a:lnTo>
                    <a:pt x="1032432" y="1393182"/>
                  </a:lnTo>
                  <a:lnTo>
                    <a:pt x="1032440" y="1393155"/>
                  </a:lnTo>
                  <a:lnTo>
                    <a:pt x="1032447" y="1393127"/>
                  </a:lnTo>
                  <a:lnTo>
                    <a:pt x="1032452" y="1393118"/>
                  </a:lnTo>
                  <a:lnTo>
                    <a:pt x="1032457" y="1393109"/>
                  </a:lnTo>
                  <a:lnTo>
                    <a:pt x="1032464" y="1393098"/>
                  </a:lnTo>
                  <a:lnTo>
                    <a:pt x="1032488" y="1393075"/>
                  </a:lnTo>
                  <a:lnTo>
                    <a:pt x="1032515" y="1393055"/>
                  </a:lnTo>
                  <a:lnTo>
                    <a:pt x="1032541" y="1393046"/>
                  </a:lnTo>
                  <a:lnTo>
                    <a:pt x="1032568" y="1393033"/>
                  </a:lnTo>
                  <a:lnTo>
                    <a:pt x="1032580" y="1393022"/>
                  </a:lnTo>
                  <a:lnTo>
                    <a:pt x="1032591" y="1393007"/>
                  </a:lnTo>
                  <a:lnTo>
                    <a:pt x="1032609" y="1392979"/>
                  </a:lnTo>
                  <a:lnTo>
                    <a:pt x="1032626" y="1392951"/>
                  </a:lnTo>
                  <a:lnTo>
                    <a:pt x="1032658" y="1392895"/>
                  </a:lnTo>
                  <a:lnTo>
                    <a:pt x="1032664" y="1392886"/>
                  </a:lnTo>
                  <a:lnTo>
                    <a:pt x="1032681" y="1392872"/>
                  </a:lnTo>
                  <a:lnTo>
                    <a:pt x="1032686" y="1392874"/>
                  </a:lnTo>
                  <a:lnTo>
                    <a:pt x="1032690" y="1392894"/>
                  </a:lnTo>
                  <a:lnTo>
                    <a:pt x="1032696" y="1392922"/>
                  </a:lnTo>
                  <a:lnTo>
                    <a:pt x="1032698" y="1392928"/>
                  </a:lnTo>
                  <a:lnTo>
                    <a:pt x="1032701" y="1392931"/>
                  </a:lnTo>
                  <a:lnTo>
                    <a:pt x="1032719" y="1392935"/>
                  </a:lnTo>
                  <a:lnTo>
                    <a:pt x="1032746" y="1392935"/>
                  </a:lnTo>
                  <a:lnTo>
                    <a:pt x="1032772" y="1392933"/>
                  </a:lnTo>
                  <a:lnTo>
                    <a:pt x="1032799" y="1392923"/>
                  </a:lnTo>
                  <a:lnTo>
                    <a:pt x="1032826" y="1392906"/>
                  </a:lnTo>
                  <a:lnTo>
                    <a:pt x="1032853" y="1392889"/>
                  </a:lnTo>
                  <a:lnTo>
                    <a:pt x="1032879" y="1392870"/>
                  </a:lnTo>
                  <a:lnTo>
                    <a:pt x="1032906" y="1392850"/>
                  </a:lnTo>
                  <a:lnTo>
                    <a:pt x="1032920" y="1392848"/>
                  </a:lnTo>
                  <a:lnTo>
                    <a:pt x="1032933" y="1392853"/>
                  </a:lnTo>
                  <a:lnTo>
                    <a:pt x="1032960" y="1392875"/>
                  </a:lnTo>
                  <a:lnTo>
                    <a:pt x="1032974" y="1392886"/>
                  </a:lnTo>
                  <a:lnTo>
                    <a:pt x="1032987" y="1392888"/>
                  </a:lnTo>
                  <a:lnTo>
                    <a:pt x="1033014" y="1392882"/>
                  </a:lnTo>
                  <a:lnTo>
                    <a:pt x="1033040" y="1392871"/>
                  </a:lnTo>
                  <a:lnTo>
                    <a:pt x="1033054" y="1392869"/>
                  </a:lnTo>
                  <a:lnTo>
                    <a:pt x="1033067" y="1392863"/>
                  </a:lnTo>
                  <a:lnTo>
                    <a:pt x="1033094" y="1392857"/>
                  </a:lnTo>
                  <a:lnTo>
                    <a:pt x="1033106" y="1392853"/>
                  </a:lnTo>
                  <a:lnTo>
                    <a:pt x="1033121" y="1392844"/>
                  </a:lnTo>
                  <a:lnTo>
                    <a:pt x="1033131" y="1392831"/>
                  </a:lnTo>
                  <a:lnTo>
                    <a:pt x="1033146" y="1392821"/>
                  </a:lnTo>
                  <a:lnTo>
                    <a:pt x="1033172" y="1392821"/>
                  </a:lnTo>
                  <a:lnTo>
                    <a:pt x="1033188" y="1392823"/>
                  </a:lnTo>
                  <a:lnTo>
                    <a:pt x="1033199" y="1392821"/>
                  </a:lnTo>
                  <a:lnTo>
                    <a:pt x="1033210" y="1392821"/>
                  </a:lnTo>
                  <a:lnTo>
                    <a:pt x="1033217" y="1392817"/>
                  </a:lnTo>
                  <a:lnTo>
                    <a:pt x="1033224" y="1392812"/>
                  </a:lnTo>
                  <a:lnTo>
                    <a:pt x="1033230" y="1392802"/>
                  </a:lnTo>
                  <a:lnTo>
                    <a:pt x="1033235" y="1392793"/>
                  </a:lnTo>
                  <a:lnTo>
                    <a:pt x="1033237" y="1392782"/>
                  </a:lnTo>
                  <a:lnTo>
                    <a:pt x="1033244" y="1392775"/>
                  </a:lnTo>
                  <a:lnTo>
                    <a:pt x="1033255" y="1392772"/>
                  </a:lnTo>
                  <a:lnTo>
                    <a:pt x="1033265" y="1392766"/>
                  </a:lnTo>
                  <a:lnTo>
                    <a:pt x="1033269" y="1392763"/>
                  </a:lnTo>
                  <a:lnTo>
                    <a:pt x="1033273" y="1392760"/>
                  </a:lnTo>
                  <a:lnTo>
                    <a:pt x="1033279" y="1392751"/>
                  </a:lnTo>
                  <a:lnTo>
                    <a:pt x="1033286" y="1392735"/>
                  </a:lnTo>
                  <a:lnTo>
                    <a:pt x="1033293" y="1392707"/>
                  </a:lnTo>
                  <a:lnTo>
                    <a:pt x="1033308" y="1392679"/>
                  </a:lnTo>
                  <a:lnTo>
                    <a:pt x="1033331" y="1392651"/>
                  </a:lnTo>
                  <a:lnTo>
                    <a:pt x="1033338" y="1392638"/>
                  </a:lnTo>
                  <a:lnTo>
                    <a:pt x="1033342" y="1392623"/>
                  </a:lnTo>
                  <a:lnTo>
                    <a:pt x="1033345" y="1392595"/>
                  </a:lnTo>
                  <a:lnTo>
                    <a:pt x="1033344" y="1392582"/>
                  </a:lnTo>
                  <a:lnTo>
                    <a:pt x="1033345" y="1392568"/>
                  </a:lnTo>
                  <a:lnTo>
                    <a:pt x="1033352" y="1392559"/>
                  </a:lnTo>
                  <a:lnTo>
                    <a:pt x="1033370" y="1392551"/>
                  </a:lnTo>
                  <a:lnTo>
                    <a:pt x="1033397" y="1392545"/>
                  </a:lnTo>
                  <a:lnTo>
                    <a:pt x="1033404" y="1392545"/>
                  </a:lnTo>
                  <a:lnTo>
                    <a:pt x="1033415" y="1392543"/>
                  </a:lnTo>
                  <a:lnTo>
                    <a:pt x="1033424" y="1392537"/>
                  </a:lnTo>
                  <a:lnTo>
                    <a:pt x="1033431" y="1392530"/>
                  </a:lnTo>
                  <a:lnTo>
                    <a:pt x="1033441" y="1392510"/>
                  </a:lnTo>
                  <a:lnTo>
                    <a:pt x="1033454" y="1392481"/>
                  </a:lnTo>
                  <a:lnTo>
                    <a:pt x="1033468" y="1392454"/>
                  </a:lnTo>
                  <a:lnTo>
                    <a:pt x="1033483" y="1392426"/>
                  </a:lnTo>
                  <a:lnTo>
                    <a:pt x="1033495" y="1392398"/>
                  </a:lnTo>
                  <a:lnTo>
                    <a:pt x="1033503" y="1392385"/>
                  </a:lnTo>
                  <a:lnTo>
                    <a:pt x="1033506" y="1392370"/>
                  </a:lnTo>
                  <a:lnTo>
                    <a:pt x="1033508" y="1392342"/>
                  </a:lnTo>
                  <a:lnTo>
                    <a:pt x="1033516" y="1392314"/>
                  </a:lnTo>
                  <a:lnTo>
                    <a:pt x="1033520" y="1392303"/>
                  </a:lnTo>
                  <a:lnTo>
                    <a:pt x="1033520" y="1392286"/>
                  </a:lnTo>
                  <a:lnTo>
                    <a:pt x="1033516" y="1392268"/>
                  </a:lnTo>
                  <a:lnTo>
                    <a:pt x="1033514" y="1392259"/>
                  </a:lnTo>
                  <a:lnTo>
                    <a:pt x="1033514" y="1392244"/>
                  </a:lnTo>
                  <a:lnTo>
                    <a:pt x="1033517" y="1392231"/>
                  </a:lnTo>
                  <a:lnTo>
                    <a:pt x="1033526" y="1392203"/>
                  </a:lnTo>
                  <a:lnTo>
                    <a:pt x="1033538" y="1392177"/>
                  </a:lnTo>
                  <a:lnTo>
                    <a:pt x="1033550" y="1392162"/>
                  </a:lnTo>
                  <a:lnTo>
                    <a:pt x="1033559" y="1392156"/>
                  </a:lnTo>
                  <a:lnTo>
                    <a:pt x="1033566" y="1392156"/>
                  </a:lnTo>
                  <a:lnTo>
                    <a:pt x="1033572" y="1392158"/>
                  </a:lnTo>
                  <a:lnTo>
                    <a:pt x="1033580" y="1392166"/>
                  </a:lnTo>
                  <a:lnTo>
                    <a:pt x="1033587" y="1392178"/>
                  </a:lnTo>
                  <a:lnTo>
                    <a:pt x="1033599" y="1392206"/>
                  </a:lnTo>
                  <a:lnTo>
                    <a:pt x="1033609" y="1392227"/>
                  </a:lnTo>
                  <a:lnTo>
                    <a:pt x="1033612" y="1392237"/>
                  </a:lnTo>
                  <a:lnTo>
                    <a:pt x="1033612" y="1392246"/>
                  </a:lnTo>
                  <a:lnTo>
                    <a:pt x="1033610" y="1392252"/>
                  </a:lnTo>
                  <a:lnTo>
                    <a:pt x="1033607" y="1392266"/>
                  </a:lnTo>
                  <a:lnTo>
                    <a:pt x="1033606" y="1392278"/>
                  </a:lnTo>
                  <a:lnTo>
                    <a:pt x="1033605" y="1392289"/>
                  </a:lnTo>
                  <a:lnTo>
                    <a:pt x="1033607" y="1392300"/>
                  </a:lnTo>
                  <a:lnTo>
                    <a:pt x="1033611" y="1392316"/>
                  </a:lnTo>
                  <a:lnTo>
                    <a:pt x="1033615" y="1392326"/>
                  </a:lnTo>
                  <a:lnTo>
                    <a:pt x="1033626" y="1392345"/>
                  </a:lnTo>
                  <a:lnTo>
                    <a:pt x="1033635" y="1392358"/>
                  </a:lnTo>
                  <a:lnTo>
                    <a:pt x="1033640" y="1392372"/>
                  </a:lnTo>
                  <a:lnTo>
                    <a:pt x="1033651" y="1392391"/>
                  </a:lnTo>
                  <a:lnTo>
                    <a:pt x="1033660" y="1392400"/>
                  </a:lnTo>
                  <a:lnTo>
                    <a:pt x="1033685" y="1392428"/>
                  </a:lnTo>
                  <a:lnTo>
                    <a:pt x="1033713" y="1392453"/>
                  </a:lnTo>
                  <a:lnTo>
                    <a:pt x="1033725" y="1392464"/>
                  </a:lnTo>
                  <a:lnTo>
                    <a:pt x="1033739" y="1392471"/>
                  </a:lnTo>
                  <a:lnTo>
                    <a:pt x="1033764" y="1392479"/>
                  </a:lnTo>
                  <a:lnTo>
                    <a:pt x="1033770" y="1392482"/>
                  </a:lnTo>
                  <a:lnTo>
                    <a:pt x="1033782" y="1392489"/>
                  </a:lnTo>
                  <a:lnTo>
                    <a:pt x="1033790" y="1392498"/>
                  </a:lnTo>
                  <a:lnTo>
                    <a:pt x="1033797" y="1392506"/>
                  </a:lnTo>
                  <a:lnTo>
                    <a:pt x="1033816" y="1392539"/>
                  </a:lnTo>
                  <a:lnTo>
                    <a:pt x="1033831" y="1392564"/>
                  </a:lnTo>
                  <a:lnTo>
                    <a:pt x="1033842" y="1392578"/>
                  </a:lnTo>
                  <a:lnTo>
                    <a:pt x="1033854" y="1392572"/>
                  </a:lnTo>
                  <a:lnTo>
                    <a:pt x="1033869" y="1392567"/>
                  </a:lnTo>
                  <a:lnTo>
                    <a:pt x="1033896" y="1392557"/>
                  </a:lnTo>
                  <a:lnTo>
                    <a:pt x="1033923" y="1392555"/>
                  </a:lnTo>
                  <a:lnTo>
                    <a:pt x="1033944" y="1392556"/>
                  </a:lnTo>
                  <a:lnTo>
                    <a:pt x="1033960" y="1392560"/>
                  </a:lnTo>
                  <a:lnTo>
                    <a:pt x="1033976" y="1392565"/>
                  </a:lnTo>
                  <a:lnTo>
                    <a:pt x="1034003" y="1392578"/>
                  </a:lnTo>
                  <a:lnTo>
                    <a:pt x="1034030" y="1392587"/>
                  </a:lnTo>
                  <a:lnTo>
                    <a:pt x="1034057" y="1392596"/>
                  </a:lnTo>
                  <a:lnTo>
                    <a:pt x="1034064" y="1392601"/>
                  </a:lnTo>
                  <a:lnTo>
                    <a:pt x="1034074" y="1392611"/>
                  </a:lnTo>
                  <a:lnTo>
                    <a:pt x="1034079" y="1392621"/>
                  </a:lnTo>
                  <a:lnTo>
                    <a:pt x="1034090" y="1392649"/>
                  </a:lnTo>
                  <a:lnTo>
                    <a:pt x="1034094" y="1392660"/>
                  </a:lnTo>
                  <a:lnTo>
                    <a:pt x="1034096" y="1392671"/>
                  </a:lnTo>
                  <a:lnTo>
                    <a:pt x="1034097" y="1392677"/>
                  </a:lnTo>
                  <a:lnTo>
                    <a:pt x="1034103" y="1392705"/>
                  </a:lnTo>
                  <a:lnTo>
                    <a:pt x="1034105" y="1392722"/>
                  </a:lnTo>
                  <a:lnTo>
                    <a:pt x="1034110" y="1392723"/>
                  </a:lnTo>
                  <a:lnTo>
                    <a:pt x="1034117" y="1392723"/>
                  </a:lnTo>
                  <a:lnTo>
                    <a:pt x="1034144" y="1392712"/>
                  </a:lnTo>
                  <a:lnTo>
                    <a:pt x="1034155" y="1392710"/>
                  </a:lnTo>
                  <a:lnTo>
                    <a:pt x="1034160" y="1392710"/>
                  </a:lnTo>
                  <a:lnTo>
                    <a:pt x="1034171" y="1392717"/>
                  </a:lnTo>
                  <a:lnTo>
                    <a:pt x="1034176" y="1392724"/>
                  </a:lnTo>
                  <a:lnTo>
                    <a:pt x="1034184" y="1392744"/>
                  </a:lnTo>
                  <a:lnTo>
                    <a:pt x="1034189" y="1392772"/>
                  </a:lnTo>
                  <a:lnTo>
                    <a:pt x="1034199" y="1392779"/>
                  </a:lnTo>
                  <a:lnTo>
                    <a:pt x="1034209" y="1392779"/>
                  </a:lnTo>
                  <a:lnTo>
                    <a:pt x="1034216" y="1392775"/>
                  </a:lnTo>
                  <a:lnTo>
                    <a:pt x="1034229" y="1392762"/>
                  </a:lnTo>
                  <a:lnTo>
                    <a:pt x="1034233" y="1392758"/>
                  </a:lnTo>
                  <a:lnTo>
                    <a:pt x="1034238" y="1392753"/>
                  </a:lnTo>
                  <a:lnTo>
                    <a:pt x="1034242" y="1392750"/>
                  </a:lnTo>
                  <a:lnTo>
                    <a:pt x="1034248" y="1392747"/>
                  </a:lnTo>
                  <a:lnTo>
                    <a:pt x="1034255" y="1392747"/>
                  </a:lnTo>
                  <a:lnTo>
                    <a:pt x="1034266" y="1392751"/>
                  </a:lnTo>
                  <a:lnTo>
                    <a:pt x="1034275" y="1392753"/>
                  </a:lnTo>
                  <a:lnTo>
                    <a:pt x="1034289" y="1392755"/>
                  </a:lnTo>
                  <a:lnTo>
                    <a:pt x="1034297" y="1392755"/>
                  </a:lnTo>
                  <a:lnTo>
                    <a:pt x="1034323" y="1392752"/>
                  </a:lnTo>
                  <a:lnTo>
                    <a:pt x="1034338" y="1392752"/>
                  </a:lnTo>
                  <a:lnTo>
                    <a:pt x="1034350" y="1392755"/>
                  </a:lnTo>
                  <a:lnTo>
                    <a:pt x="1034377" y="1392764"/>
                  </a:lnTo>
                  <a:lnTo>
                    <a:pt x="1034391" y="1392768"/>
                  </a:lnTo>
                  <a:lnTo>
                    <a:pt x="1034404" y="1392775"/>
                  </a:lnTo>
                  <a:lnTo>
                    <a:pt x="1034422" y="1392793"/>
                  </a:lnTo>
                  <a:lnTo>
                    <a:pt x="1034432" y="1392802"/>
                  </a:lnTo>
                  <a:lnTo>
                    <a:pt x="1034452" y="1392810"/>
                  </a:lnTo>
                  <a:lnTo>
                    <a:pt x="1034479" y="1392814"/>
                  </a:lnTo>
                  <a:lnTo>
                    <a:pt x="1034486" y="1392816"/>
                  </a:lnTo>
                  <a:lnTo>
                    <a:pt x="1034510" y="1392813"/>
                  </a:lnTo>
                  <a:lnTo>
                    <a:pt x="1034542" y="1392814"/>
                  </a:lnTo>
                  <a:lnTo>
                    <a:pt x="1034568" y="1392819"/>
                  </a:lnTo>
                  <a:lnTo>
                    <a:pt x="1034595" y="1392826"/>
                  </a:lnTo>
                  <a:lnTo>
                    <a:pt x="1034622" y="1392833"/>
                  </a:lnTo>
                  <a:lnTo>
                    <a:pt x="1034649" y="1392848"/>
                  </a:lnTo>
                  <a:lnTo>
                    <a:pt x="1034665" y="1392857"/>
                  </a:lnTo>
                  <a:lnTo>
                    <a:pt x="1034676" y="1392859"/>
                  </a:lnTo>
                  <a:lnTo>
                    <a:pt x="1034703" y="1392858"/>
                  </a:lnTo>
                  <a:lnTo>
                    <a:pt x="1034712" y="1392857"/>
                  </a:lnTo>
                  <a:lnTo>
                    <a:pt x="1034730" y="1392845"/>
                  </a:lnTo>
                  <a:lnTo>
                    <a:pt x="1034744" y="1392845"/>
                  </a:lnTo>
                  <a:lnTo>
                    <a:pt x="1034757" y="1392852"/>
                  </a:lnTo>
                  <a:lnTo>
                    <a:pt x="1034760" y="1392880"/>
                  </a:lnTo>
                  <a:lnTo>
                    <a:pt x="1034766" y="1392900"/>
                  </a:lnTo>
                  <a:lnTo>
                    <a:pt x="1034772" y="1392908"/>
                  </a:lnTo>
                  <a:lnTo>
                    <a:pt x="1034775" y="1392912"/>
                  </a:lnTo>
                  <a:lnTo>
                    <a:pt x="1034798" y="1392915"/>
                  </a:lnTo>
                  <a:lnTo>
                    <a:pt x="1034809" y="1392922"/>
                  </a:lnTo>
                  <a:lnTo>
                    <a:pt x="1034813" y="1392930"/>
                  </a:lnTo>
                  <a:lnTo>
                    <a:pt x="1034811" y="1392939"/>
                  </a:lnTo>
                  <a:lnTo>
                    <a:pt x="1034808" y="1392946"/>
                  </a:lnTo>
                  <a:lnTo>
                    <a:pt x="1034805" y="1392952"/>
                  </a:lnTo>
                  <a:lnTo>
                    <a:pt x="1034801" y="1392956"/>
                  </a:lnTo>
                  <a:lnTo>
                    <a:pt x="1034794" y="1392966"/>
                  </a:lnTo>
                  <a:lnTo>
                    <a:pt x="1034785" y="1392974"/>
                  </a:lnTo>
                  <a:lnTo>
                    <a:pt x="1034781" y="1392980"/>
                  </a:lnTo>
                  <a:lnTo>
                    <a:pt x="1034779" y="1392988"/>
                  </a:lnTo>
                  <a:lnTo>
                    <a:pt x="1034785" y="1393000"/>
                  </a:lnTo>
                  <a:lnTo>
                    <a:pt x="1034792" y="1393006"/>
                  </a:lnTo>
                  <a:lnTo>
                    <a:pt x="1034801" y="1393006"/>
                  </a:lnTo>
                  <a:lnTo>
                    <a:pt x="1034806" y="1393006"/>
                  </a:lnTo>
                  <a:lnTo>
                    <a:pt x="1034828" y="1392994"/>
                  </a:lnTo>
                  <a:lnTo>
                    <a:pt x="1034855" y="1392978"/>
                  </a:lnTo>
                  <a:lnTo>
                    <a:pt x="1034862" y="1392977"/>
                  </a:lnTo>
                  <a:lnTo>
                    <a:pt x="1034870" y="1392980"/>
                  </a:lnTo>
                  <a:lnTo>
                    <a:pt x="1034878" y="1392998"/>
                  </a:lnTo>
                  <a:lnTo>
                    <a:pt x="1034883" y="1393003"/>
                  </a:lnTo>
                  <a:lnTo>
                    <a:pt x="1034894" y="1393025"/>
                  </a:lnTo>
                  <a:lnTo>
                    <a:pt x="1034899" y="1393036"/>
                  </a:lnTo>
                  <a:lnTo>
                    <a:pt x="1034902" y="1393042"/>
                  </a:lnTo>
                  <a:lnTo>
                    <a:pt x="1034903" y="1393047"/>
                  </a:lnTo>
                  <a:lnTo>
                    <a:pt x="1034909" y="1393053"/>
                  </a:lnTo>
                  <a:lnTo>
                    <a:pt x="1034912" y="1393056"/>
                  </a:lnTo>
                  <a:lnTo>
                    <a:pt x="1034918" y="1393056"/>
                  </a:lnTo>
                  <a:lnTo>
                    <a:pt x="1034921" y="1393053"/>
                  </a:lnTo>
                  <a:lnTo>
                    <a:pt x="1034927" y="1393045"/>
                  </a:lnTo>
                  <a:lnTo>
                    <a:pt x="1034932" y="1393041"/>
                  </a:lnTo>
                  <a:lnTo>
                    <a:pt x="1034935" y="1393038"/>
                  </a:lnTo>
                  <a:lnTo>
                    <a:pt x="1034957" y="1393019"/>
                  </a:lnTo>
                  <a:lnTo>
                    <a:pt x="1034965" y="1393009"/>
                  </a:lnTo>
                  <a:lnTo>
                    <a:pt x="1034976" y="1392991"/>
                  </a:lnTo>
                  <a:lnTo>
                    <a:pt x="1034980" y="1392980"/>
                  </a:lnTo>
                  <a:lnTo>
                    <a:pt x="1034987" y="1392972"/>
                  </a:lnTo>
                  <a:lnTo>
                    <a:pt x="1034996" y="1392970"/>
                  </a:lnTo>
                  <a:lnTo>
                    <a:pt x="1035022" y="1392961"/>
                  </a:lnTo>
                  <a:lnTo>
                    <a:pt x="1035029" y="1392955"/>
                  </a:lnTo>
                  <a:lnTo>
                    <a:pt x="1035043" y="1392935"/>
                  </a:lnTo>
                  <a:lnTo>
                    <a:pt x="1035049" y="1392926"/>
                  </a:lnTo>
                  <a:lnTo>
                    <a:pt x="1035052" y="1392907"/>
                  </a:lnTo>
                  <a:lnTo>
                    <a:pt x="1035063" y="1392879"/>
                  </a:lnTo>
                  <a:lnTo>
                    <a:pt x="1035073" y="1392875"/>
                  </a:lnTo>
                  <a:lnTo>
                    <a:pt x="1035084" y="1392890"/>
                  </a:lnTo>
                  <a:lnTo>
                    <a:pt x="1035095" y="1392918"/>
                  </a:lnTo>
                  <a:lnTo>
                    <a:pt x="1035099" y="1392925"/>
                  </a:lnTo>
                  <a:lnTo>
                    <a:pt x="1035099" y="1392947"/>
                  </a:lnTo>
                  <a:lnTo>
                    <a:pt x="1035104" y="1392955"/>
                  </a:lnTo>
                  <a:lnTo>
                    <a:pt x="1035115" y="1392955"/>
                  </a:lnTo>
                  <a:lnTo>
                    <a:pt x="1035123" y="1392951"/>
                  </a:lnTo>
                  <a:lnTo>
                    <a:pt x="1035129" y="1392945"/>
                  </a:lnTo>
                  <a:lnTo>
                    <a:pt x="1035143" y="1392925"/>
                  </a:lnTo>
                  <a:lnTo>
                    <a:pt x="1035151" y="1392919"/>
                  </a:lnTo>
                  <a:lnTo>
                    <a:pt x="1035165" y="1392911"/>
                  </a:lnTo>
                  <a:lnTo>
                    <a:pt x="1035170" y="1392911"/>
                  </a:lnTo>
                  <a:lnTo>
                    <a:pt x="1035197" y="1392900"/>
                  </a:lnTo>
                  <a:lnTo>
                    <a:pt x="1035208" y="1392894"/>
                  </a:lnTo>
                  <a:lnTo>
                    <a:pt x="1035224" y="1392892"/>
                  </a:lnTo>
                  <a:lnTo>
                    <a:pt x="1035234" y="1392898"/>
                  </a:lnTo>
                  <a:lnTo>
                    <a:pt x="1035250" y="1392900"/>
                  </a:lnTo>
                  <a:lnTo>
                    <a:pt x="1035258" y="1392899"/>
                  </a:lnTo>
                  <a:lnTo>
                    <a:pt x="1035277" y="1392892"/>
                  </a:lnTo>
                  <a:lnTo>
                    <a:pt x="1035304" y="1392873"/>
                  </a:lnTo>
                  <a:lnTo>
                    <a:pt x="1035316" y="1392863"/>
                  </a:lnTo>
                  <a:lnTo>
                    <a:pt x="1035331" y="1392858"/>
                  </a:lnTo>
                  <a:lnTo>
                    <a:pt x="1035345" y="1392852"/>
                  </a:lnTo>
                  <a:lnTo>
                    <a:pt x="1035361" y="1392850"/>
                  </a:lnTo>
                  <a:lnTo>
                    <a:pt x="1035372" y="1392856"/>
                  </a:lnTo>
                  <a:lnTo>
                    <a:pt x="1035385" y="1392867"/>
                  </a:lnTo>
                  <a:lnTo>
                    <a:pt x="1035410" y="1392889"/>
                  </a:lnTo>
                  <a:lnTo>
                    <a:pt x="1035422" y="1392900"/>
                  </a:lnTo>
                  <a:lnTo>
                    <a:pt x="1035433" y="1392914"/>
                  </a:lnTo>
                  <a:lnTo>
                    <a:pt x="1035449" y="1392942"/>
                  </a:lnTo>
                  <a:lnTo>
                    <a:pt x="1035457" y="1392955"/>
                  </a:lnTo>
                  <a:lnTo>
                    <a:pt x="1035461" y="1392970"/>
                  </a:lnTo>
                  <a:lnTo>
                    <a:pt x="1035461" y="1392975"/>
                  </a:lnTo>
                  <a:lnTo>
                    <a:pt x="1035466" y="1392990"/>
                  </a:lnTo>
                  <a:lnTo>
                    <a:pt x="1035473" y="1392998"/>
                  </a:lnTo>
                  <a:lnTo>
                    <a:pt x="1035479" y="1393003"/>
                  </a:lnTo>
                  <a:lnTo>
                    <a:pt x="1035500" y="1393010"/>
                  </a:lnTo>
                  <a:lnTo>
                    <a:pt x="1035509" y="1393014"/>
                  </a:lnTo>
                  <a:lnTo>
                    <a:pt x="1035515" y="1393016"/>
                  </a:lnTo>
                  <a:lnTo>
                    <a:pt x="1035524" y="1393017"/>
                  </a:lnTo>
                  <a:lnTo>
                    <a:pt x="1035527" y="1393021"/>
                  </a:lnTo>
                  <a:lnTo>
                    <a:pt x="1035531" y="1393029"/>
                  </a:lnTo>
                  <a:lnTo>
                    <a:pt x="1035533" y="1393041"/>
                  </a:lnTo>
                  <a:lnTo>
                    <a:pt x="1035533" y="1393047"/>
                  </a:lnTo>
                  <a:lnTo>
                    <a:pt x="1035534" y="1393056"/>
                  </a:lnTo>
                  <a:lnTo>
                    <a:pt x="1035536" y="1393073"/>
                  </a:lnTo>
                  <a:lnTo>
                    <a:pt x="1035549" y="1393085"/>
                  </a:lnTo>
                  <a:lnTo>
                    <a:pt x="1035562" y="1393081"/>
                  </a:lnTo>
                  <a:lnTo>
                    <a:pt x="1035569" y="1393072"/>
                  </a:lnTo>
                  <a:lnTo>
                    <a:pt x="1035576" y="1393052"/>
                  </a:lnTo>
                  <a:lnTo>
                    <a:pt x="1035581" y="1393039"/>
                  </a:lnTo>
                  <a:lnTo>
                    <a:pt x="1035592" y="1393024"/>
                  </a:lnTo>
                  <a:lnTo>
                    <a:pt x="1035605" y="1393009"/>
                  </a:lnTo>
                  <a:lnTo>
                    <a:pt x="1035611" y="1393005"/>
                  </a:lnTo>
                  <a:lnTo>
                    <a:pt x="1035618" y="1393005"/>
                  </a:lnTo>
                  <a:lnTo>
                    <a:pt x="1035622" y="1393013"/>
                  </a:lnTo>
                  <a:lnTo>
                    <a:pt x="1035627" y="1393020"/>
                  </a:lnTo>
                  <a:lnTo>
                    <a:pt x="1035638" y="1393031"/>
                  </a:lnTo>
                  <a:lnTo>
                    <a:pt x="1035648" y="1393034"/>
                  </a:lnTo>
                  <a:lnTo>
                    <a:pt x="1035666" y="1393031"/>
                  </a:lnTo>
                  <a:lnTo>
                    <a:pt x="1035677" y="1393021"/>
                  </a:lnTo>
                  <a:lnTo>
                    <a:pt x="1035688" y="1393007"/>
                  </a:lnTo>
                  <a:lnTo>
                    <a:pt x="1035697" y="1392997"/>
                  </a:lnTo>
                  <a:lnTo>
                    <a:pt x="1035705" y="1392987"/>
                  </a:lnTo>
                  <a:lnTo>
                    <a:pt x="1035715" y="1392984"/>
                  </a:lnTo>
                  <a:lnTo>
                    <a:pt x="1035725" y="1392990"/>
                  </a:lnTo>
                  <a:lnTo>
                    <a:pt x="1035738" y="1393000"/>
                  </a:lnTo>
                  <a:lnTo>
                    <a:pt x="1035756" y="1393010"/>
                  </a:lnTo>
                  <a:lnTo>
                    <a:pt x="1035763" y="1393000"/>
                  </a:lnTo>
                  <a:lnTo>
                    <a:pt x="1035776" y="1392984"/>
                  </a:lnTo>
                  <a:lnTo>
                    <a:pt x="1035781" y="1392979"/>
                  </a:lnTo>
                  <a:lnTo>
                    <a:pt x="1035793" y="1392988"/>
                  </a:lnTo>
                  <a:lnTo>
                    <a:pt x="1035811" y="1393005"/>
                  </a:lnTo>
                  <a:lnTo>
                    <a:pt x="1035838" y="1393026"/>
                  </a:lnTo>
                  <a:lnTo>
                    <a:pt x="1035846" y="1393031"/>
                  </a:lnTo>
                  <a:lnTo>
                    <a:pt x="1035865" y="1393038"/>
                  </a:lnTo>
                  <a:lnTo>
                    <a:pt x="1035892" y="1393045"/>
                  </a:lnTo>
                  <a:lnTo>
                    <a:pt x="1035919" y="1393051"/>
                  </a:lnTo>
                  <a:lnTo>
                    <a:pt x="1035946" y="1393058"/>
                  </a:lnTo>
                  <a:lnTo>
                    <a:pt x="1035960" y="1393065"/>
                  </a:lnTo>
                  <a:lnTo>
                    <a:pt x="1035973" y="1393067"/>
                  </a:lnTo>
                  <a:lnTo>
                    <a:pt x="1035978" y="1393067"/>
                  </a:lnTo>
                  <a:lnTo>
                    <a:pt x="1036000" y="1393056"/>
                  </a:lnTo>
                  <a:lnTo>
                    <a:pt x="1036026" y="1393035"/>
                  </a:lnTo>
                  <a:lnTo>
                    <a:pt x="1036033" y="1393029"/>
                  </a:lnTo>
                  <a:lnTo>
                    <a:pt x="1036053" y="1393021"/>
                  </a:lnTo>
                  <a:lnTo>
                    <a:pt x="1036067" y="1393018"/>
                  </a:lnTo>
                  <a:lnTo>
                    <a:pt x="1036071" y="1393014"/>
                  </a:lnTo>
                  <a:lnTo>
                    <a:pt x="1036079" y="1393014"/>
                  </a:lnTo>
                  <a:lnTo>
                    <a:pt x="1036092" y="1393010"/>
                  </a:lnTo>
                  <a:lnTo>
                    <a:pt x="1036106" y="1393001"/>
                  </a:lnTo>
                  <a:lnTo>
                    <a:pt x="1036118" y="1392984"/>
                  </a:lnTo>
                  <a:lnTo>
                    <a:pt x="1036127" y="1392977"/>
                  </a:lnTo>
                  <a:lnTo>
                    <a:pt x="1036138" y="1392980"/>
                  </a:lnTo>
                  <a:lnTo>
                    <a:pt x="1036142" y="1392986"/>
                  </a:lnTo>
                  <a:lnTo>
                    <a:pt x="1036144" y="1392999"/>
                  </a:lnTo>
                  <a:lnTo>
                    <a:pt x="1036153" y="1393026"/>
                  </a:lnTo>
                  <a:lnTo>
                    <a:pt x="1036168" y="1393054"/>
                  </a:lnTo>
                  <a:lnTo>
                    <a:pt x="1036193" y="1393080"/>
                  </a:lnTo>
                  <a:lnTo>
                    <a:pt x="1036207" y="1393083"/>
                  </a:lnTo>
                  <a:lnTo>
                    <a:pt x="1036219" y="1393090"/>
                  </a:lnTo>
                  <a:lnTo>
                    <a:pt x="1036239" y="1393105"/>
                  </a:lnTo>
                  <a:lnTo>
                    <a:pt x="1036245" y="1393112"/>
                  </a:lnTo>
                  <a:lnTo>
                    <a:pt x="1036259" y="1393121"/>
                  </a:lnTo>
                  <a:lnTo>
                    <a:pt x="1036266" y="1393120"/>
                  </a:lnTo>
                  <a:lnTo>
                    <a:pt x="1036272" y="1393114"/>
                  </a:lnTo>
                  <a:lnTo>
                    <a:pt x="1036292" y="1393084"/>
                  </a:lnTo>
                  <a:lnTo>
                    <a:pt x="1036303" y="1393073"/>
                  </a:lnTo>
                  <a:lnTo>
                    <a:pt x="1036316" y="1393068"/>
                  </a:lnTo>
                  <a:lnTo>
                    <a:pt x="1036322" y="1393065"/>
                  </a:lnTo>
                  <a:lnTo>
                    <a:pt x="1036343" y="1393069"/>
                  </a:lnTo>
                  <a:lnTo>
                    <a:pt x="1036354" y="1393072"/>
                  </a:lnTo>
                  <a:lnTo>
                    <a:pt x="1036370" y="1393072"/>
                  </a:lnTo>
                  <a:lnTo>
                    <a:pt x="1036387" y="1393063"/>
                  </a:lnTo>
                  <a:lnTo>
                    <a:pt x="1036393" y="1393054"/>
                  </a:lnTo>
                  <a:lnTo>
                    <a:pt x="1036396" y="1393050"/>
                  </a:lnTo>
                  <a:lnTo>
                    <a:pt x="1036403" y="1393026"/>
                  </a:lnTo>
                  <a:lnTo>
                    <a:pt x="1036399" y="1392998"/>
                  </a:lnTo>
                  <a:lnTo>
                    <a:pt x="1036399" y="1392983"/>
                  </a:lnTo>
                  <a:lnTo>
                    <a:pt x="1036410" y="1392983"/>
                  </a:lnTo>
                  <a:lnTo>
                    <a:pt x="1036426" y="1392989"/>
                  </a:lnTo>
                  <a:lnTo>
                    <a:pt x="1036437" y="1392989"/>
                  </a:lnTo>
                  <a:lnTo>
                    <a:pt x="1036465" y="1392989"/>
                  </a:lnTo>
                  <a:lnTo>
                    <a:pt x="1036491" y="1392988"/>
                  </a:lnTo>
                  <a:lnTo>
                    <a:pt x="1036517" y="1392984"/>
                  </a:lnTo>
                  <a:lnTo>
                    <a:pt x="1036546" y="1392978"/>
                  </a:lnTo>
                  <a:lnTo>
                    <a:pt x="1036556" y="1392974"/>
                  </a:lnTo>
                  <a:lnTo>
                    <a:pt x="1036571" y="1392961"/>
                  </a:lnTo>
                  <a:lnTo>
                    <a:pt x="1036596" y="1392937"/>
                  </a:lnTo>
                  <a:lnTo>
                    <a:pt x="1036601" y="1392930"/>
                  </a:lnTo>
                  <a:lnTo>
                    <a:pt x="1036610" y="1392920"/>
                  </a:lnTo>
                  <a:lnTo>
                    <a:pt x="1036621" y="1392915"/>
                  </a:lnTo>
                  <a:lnTo>
                    <a:pt x="1036647" y="1392899"/>
                  </a:lnTo>
                  <a:lnTo>
                    <a:pt x="1036654" y="1392898"/>
                  </a:lnTo>
                  <a:lnTo>
                    <a:pt x="1036681" y="1392879"/>
                  </a:lnTo>
                  <a:lnTo>
                    <a:pt x="1036700" y="1392849"/>
                  </a:lnTo>
                  <a:lnTo>
                    <a:pt x="1036708" y="1392831"/>
                  </a:lnTo>
                  <a:lnTo>
                    <a:pt x="1036718" y="1392832"/>
                  </a:lnTo>
                  <a:lnTo>
                    <a:pt x="1036745" y="1392839"/>
                  </a:lnTo>
                  <a:lnTo>
                    <a:pt x="1036750" y="1392841"/>
                  </a:lnTo>
                  <a:lnTo>
                    <a:pt x="1036772" y="1392839"/>
                  </a:lnTo>
                  <a:lnTo>
                    <a:pt x="1036781" y="1392833"/>
                  </a:lnTo>
                  <a:lnTo>
                    <a:pt x="1036797" y="1392815"/>
                  </a:lnTo>
                  <a:lnTo>
                    <a:pt x="1036807" y="1392793"/>
                  </a:lnTo>
                  <a:lnTo>
                    <a:pt x="1036815" y="1392779"/>
                  </a:lnTo>
                  <a:lnTo>
                    <a:pt x="1036820" y="1392778"/>
                  </a:lnTo>
                  <a:lnTo>
                    <a:pt x="1036838" y="1392774"/>
                  </a:lnTo>
                  <a:lnTo>
                    <a:pt x="1036843" y="1392770"/>
                  </a:lnTo>
                  <a:lnTo>
                    <a:pt x="1036847" y="1392766"/>
                  </a:lnTo>
                  <a:lnTo>
                    <a:pt x="1036873" y="1392740"/>
                  </a:lnTo>
                  <a:lnTo>
                    <a:pt x="1036883" y="1392727"/>
                  </a:lnTo>
                  <a:lnTo>
                    <a:pt x="1036884" y="1392719"/>
                  </a:lnTo>
                  <a:lnTo>
                    <a:pt x="1036884" y="1392707"/>
                  </a:lnTo>
                  <a:lnTo>
                    <a:pt x="1036880" y="1392678"/>
                  </a:lnTo>
                  <a:lnTo>
                    <a:pt x="1036880" y="1392652"/>
                  </a:lnTo>
                  <a:lnTo>
                    <a:pt x="1036880" y="1392644"/>
                  </a:lnTo>
                  <a:lnTo>
                    <a:pt x="1036887" y="1392624"/>
                  </a:lnTo>
                  <a:lnTo>
                    <a:pt x="1036901" y="1392596"/>
                  </a:lnTo>
                  <a:lnTo>
                    <a:pt x="1036915" y="1392568"/>
                  </a:lnTo>
                  <a:lnTo>
                    <a:pt x="1036922" y="1392557"/>
                  </a:lnTo>
                  <a:lnTo>
                    <a:pt x="1036938" y="1392553"/>
                  </a:lnTo>
                  <a:lnTo>
                    <a:pt x="1036965" y="1392562"/>
                  </a:lnTo>
                  <a:lnTo>
                    <a:pt x="1036985" y="1392560"/>
                  </a:lnTo>
                  <a:lnTo>
                    <a:pt x="1036992" y="1392556"/>
                  </a:lnTo>
                  <a:lnTo>
                    <a:pt x="1036999" y="1392549"/>
                  </a:lnTo>
                  <a:lnTo>
                    <a:pt x="1036999" y="1392539"/>
                  </a:lnTo>
                  <a:lnTo>
                    <a:pt x="1036993" y="1392528"/>
                  </a:lnTo>
                  <a:lnTo>
                    <a:pt x="1036993" y="1392514"/>
                  </a:lnTo>
                  <a:lnTo>
                    <a:pt x="1036998" y="1392506"/>
                  </a:lnTo>
                  <a:lnTo>
                    <a:pt x="1037004" y="1392504"/>
                  </a:lnTo>
                  <a:lnTo>
                    <a:pt x="1037031" y="1392502"/>
                  </a:lnTo>
                  <a:lnTo>
                    <a:pt x="1037045" y="1392500"/>
                  </a:lnTo>
                  <a:lnTo>
                    <a:pt x="1037058" y="1392502"/>
                  </a:lnTo>
                  <a:lnTo>
                    <a:pt x="1037084" y="1392505"/>
                  </a:lnTo>
                  <a:lnTo>
                    <a:pt x="1037092" y="1392507"/>
                  </a:lnTo>
                  <a:lnTo>
                    <a:pt x="1037095" y="1392501"/>
                  </a:lnTo>
                  <a:lnTo>
                    <a:pt x="1037100" y="1392486"/>
                  </a:lnTo>
                  <a:lnTo>
                    <a:pt x="1037111" y="1392468"/>
                  </a:lnTo>
                  <a:lnTo>
                    <a:pt x="1037120" y="1392459"/>
                  </a:lnTo>
                  <a:lnTo>
                    <a:pt x="1037134" y="1392447"/>
                  </a:lnTo>
                  <a:lnTo>
                    <a:pt x="1037147" y="1392442"/>
                  </a:lnTo>
                  <a:lnTo>
                    <a:pt x="1037170" y="1392434"/>
                  </a:lnTo>
                  <a:lnTo>
                    <a:pt x="1037179" y="1392434"/>
                  </a:lnTo>
                  <a:lnTo>
                    <a:pt x="1037193" y="1392434"/>
                  </a:lnTo>
                  <a:lnTo>
                    <a:pt x="1037205" y="1392426"/>
                  </a:lnTo>
                  <a:lnTo>
                    <a:pt x="1037227" y="1392412"/>
                  </a:lnTo>
                  <a:lnTo>
                    <a:pt x="1037233" y="1392407"/>
                  </a:lnTo>
                  <a:lnTo>
                    <a:pt x="1037248" y="1392402"/>
                  </a:lnTo>
                  <a:lnTo>
                    <a:pt x="1037259" y="1392394"/>
                  </a:lnTo>
                  <a:lnTo>
                    <a:pt x="1037270" y="1392390"/>
                  </a:lnTo>
                  <a:lnTo>
                    <a:pt x="1037278" y="1392375"/>
                  </a:lnTo>
                  <a:lnTo>
                    <a:pt x="1037276" y="1392351"/>
                  </a:lnTo>
                  <a:lnTo>
                    <a:pt x="1037274" y="1392324"/>
                  </a:lnTo>
                  <a:lnTo>
                    <a:pt x="1037272" y="1392318"/>
                  </a:lnTo>
                  <a:lnTo>
                    <a:pt x="1037274" y="1392296"/>
                  </a:lnTo>
                  <a:lnTo>
                    <a:pt x="1037279" y="1392290"/>
                  </a:lnTo>
                  <a:lnTo>
                    <a:pt x="1037302" y="1392294"/>
                  </a:lnTo>
                  <a:lnTo>
                    <a:pt x="1037308" y="1392298"/>
                  </a:lnTo>
                  <a:lnTo>
                    <a:pt x="1037321" y="1392302"/>
                  </a:lnTo>
                  <a:lnTo>
                    <a:pt x="1037328" y="1392303"/>
                  </a:lnTo>
                  <a:lnTo>
                    <a:pt x="1037333" y="1392303"/>
                  </a:lnTo>
                  <a:lnTo>
                    <a:pt x="1037347" y="1392298"/>
                  </a:lnTo>
                  <a:lnTo>
                    <a:pt x="1037372" y="1392266"/>
                  </a:lnTo>
                  <a:lnTo>
                    <a:pt x="1037377" y="1392258"/>
                  </a:lnTo>
                  <a:lnTo>
                    <a:pt x="1037384" y="1392237"/>
                  </a:lnTo>
                  <a:lnTo>
                    <a:pt x="1037391" y="1392210"/>
                  </a:lnTo>
                  <a:lnTo>
                    <a:pt x="1037397" y="1392197"/>
                  </a:lnTo>
                  <a:lnTo>
                    <a:pt x="1037407" y="1392182"/>
                  </a:lnTo>
                  <a:lnTo>
                    <a:pt x="1037430" y="1392154"/>
                  </a:lnTo>
                  <a:lnTo>
                    <a:pt x="1037457" y="1392128"/>
                  </a:lnTo>
                  <a:lnTo>
                    <a:pt x="1037471" y="1392118"/>
                  </a:lnTo>
                  <a:lnTo>
                    <a:pt x="1037480" y="1392111"/>
                  </a:lnTo>
                  <a:lnTo>
                    <a:pt x="1037496" y="1392099"/>
                  </a:lnTo>
                  <a:lnTo>
                    <a:pt x="1037504" y="1392091"/>
                  </a:lnTo>
                  <a:lnTo>
                    <a:pt x="1037510" y="1392086"/>
                  </a:lnTo>
                  <a:lnTo>
                    <a:pt x="1037537" y="1392078"/>
                  </a:lnTo>
                  <a:lnTo>
                    <a:pt x="1037564" y="1392069"/>
                  </a:lnTo>
                  <a:lnTo>
                    <a:pt x="1037590" y="1392052"/>
                  </a:lnTo>
                  <a:lnTo>
                    <a:pt x="1037617" y="1392039"/>
                  </a:lnTo>
                  <a:lnTo>
                    <a:pt x="1037624" y="1392037"/>
                  </a:lnTo>
                  <a:lnTo>
                    <a:pt x="1037640" y="1392026"/>
                  </a:lnTo>
                  <a:lnTo>
                    <a:pt x="1037645" y="1392018"/>
                  </a:lnTo>
                  <a:lnTo>
                    <a:pt x="1037647" y="1392011"/>
                  </a:lnTo>
                  <a:lnTo>
                    <a:pt x="1037649" y="1391988"/>
                  </a:lnTo>
                  <a:lnTo>
                    <a:pt x="1037644" y="1391959"/>
                  </a:lnTo>
                  <a:lnTo>
                    <a:pt x="1037645" y="1391942"/>
                  </a:lnTo>
                  <a:lnTo>
                    <a:pt x="1037647" y="1391933"/>
                  </a:lnTo>
                  <a:lnTo>
                    <a:pt x="1037652" y="1391905"/>
                  </a:lnTo>
                  <a:lnTo>
                    <a:pt x="1037655" y="1391892"/>
                  </a:lnTo>
                  <a:lnTo>
                    <a:pt x="1037661" y="1391877"/>
                  </a:lnTo>
                  <a:lnTo>
                    <a:pt x="1037662" y="1391850"/>
                  </a:lnTo>
                  <a:lnTo>
                    <a:pt x="1037662" y="1391822"/>
                  </a:lnTo>
                  <a:lnTo>
                    <a:pt x="1037662" y="1391794"/>
                  </a:lnTo>
                  <a:lnTo>
                    <a:pt x="1037663" y="1391766"/>
                  </a:lnTo>
                  <a:lnTo>
                    <a:pt x="1037676" y="1391738"/>
                  </a:lnTo>
                  <a:lnTo>
                    <a:pt x="1037686" y="1391710"/>
                  </a:lnTo>
                  <a:lnTo>
                    <a:pt x="1037687" y="1391683"/>
                  </a:lnTo>
                  <a:lnTo>
                    <a:pt x="1037689" y="1391655"/>
                  </a:lnTo>
                  <a:lnTo>
                    <a:pt x="1037692" y="1391627"/>
                  </a:lnTo>
                  <a:lnTo>
                    <a:pt x="1037694" y="1391599"/>
                  </a:lnTo>
                  <a:lnTo>
                    <a:pt x="1037696" y="1391592"/>
                  </a:lnTo>
                  <a:lnTo>
                    <a:pt x="1037698" y="1391586"/>
                  </a:lnTo>
                  <a:lnTo>
                    <a:pt x="1037697" y="1391572"/>
                  </a:lnTo>
                  <a:lnTo>
                    <a:pt x="1037699" y="1391544"/>
                  </a:lnTo>
                  <a:lnTo>
                    <a:pt x="1037697" y="1391523"/>
                  </a:lnTo>
                  <a:lnTo>
                    <a:pt x="1037693" y="1391516"/>
                  </a:lnTo>
                  <a:lnTo>
                    <a:pt x="1037690" y="1391509"/>
                  </a:lnTo>
                  <a:lnTo>
                    <a:pt x="1037672" y="1391490"/>
                  </a:lnTo>
                  <a:lnTo>
                    <a:pt x="1037644" y="1391464"/>
                  </a:lnTo>
                  <a:lnTo>
                    <a:pt x="1037618" y="1391444"/>
                  </a:lnTo>
                  <a:lnTo>
                    <a:pt x="1037601" y="1391433"/>
                  </a:lnTo>
                  <a:lnTo>
                    <a:pt x="1037591" y="1391430"/>
                  </a:lnTo>
                  <a:lnTo>
                    <a:pt x="1037564" y="1391415"/>
                  </a:lnTo>
                  <a:lnTo>
                    <a:pt x="1037554" y="1391412"/>
                  </a:lnTo>
                  <a:lnTo>
                    <a:pt x="1037542" y="1391412"/>
                  </a:lnTo>
                  <a:lnTo>
                    <a:pt x="1037537" y="1391415"/>
                  </a:lnTo>
                  <a:lnTo>
                    <a:pt x="1037510" y="1391425"/>
                  </a:lnTo>
                  <a:lnTo>
                    <a:pt x="1037483" y="1391438"/>
                  </a:lnTo>
                  <a:lnTo>
                    <a:pt x="1037456" y="1391446"/>
                  </a:lnTo>
                  <a:lnTo>
                    <a:pt x="1037430" y="1391450"/>
                  </a:lnTo>
                  <a:lnTo>
                    <a:pt x="1037403" y="1391457"/>
                  </a:lnTo>
                  <a:lnTo>
                    <a:pt x="1037376" y="1391462"/>
                  </a:lnTo>
                  <a:lnTo>
                    <a:pt x="1037369" y="1391462"/>
                  </a:lnTo>
                  <a:lnTo>
                    <a:pt x="1037359" y="1391456"/>
                  </a:lnTo>
                  <a:lnTo>
                    <a:pt x="1037349" y="1391445"/>
                  </a:lnTo>
                  <a:lnTo>
                    <a:pt x="1037342" y="1391417"/>
                  </a:lnTo>
                  <a:lnTo>
                    <a:pt x="1037332" y="1391390"/>
                  </a:lnTo>
                  <a:lnTo>
                    <a:pt x="1037322" y="1391362"/>
                  </a:lnTo>
                  <a:lnTo>
                    <a:pt x="1037314" y="1391342"/>
                  </a:lnTo>
                  <a:lnTo>
                    <a:pt x="1037314" y="1391334"/>
                  </a:lnTo>
                  <a:lnTo>
                    <a:pt x="1037311" y="1391306"/>
                  </a:lnTo>
                  <a:lnTo>
                    <a:pt x="1037308" y="1391279"/>
                  </a:lnTo>
                  <a:lnTo>
                    <a:pt x="1037306" y="1391251"/>
                  </a:lnTo>
                  <a:lnTo>
                    <a:pt x="1037304" y="1391223"/>
                  </a:lnTo>
                  <a:lnTo>
                    <a:pt x="1037303" y="1391218"/>
                  </a:lnTo>
                  <a:lnTo>
                    <a:pt x="1037304" y="1391195"/>
                  </a:lnTo>
                  <a:lnTo>
                    <a:pt x="1037300" y="1391168"/>
                  </a:lnTo>
                  <a:lnTo>
                    <a:pt x="1037298" y="1391140"/>
                  </a:lnTo>
                  <a:lnTo>
                    <a:pt x="1037296" y="1391108"/>
                  </a:lnTo>
                  <a:lnTo>
                    <a:pt x="1037296" y="1391084"/>
                  </a:lnTo>
                  <a:lnTo>
                    <a:pt x="1037296" y="1391057"/>
                  </a:lnTo>
                  <a:lnTo>
                    <a:pt x="1037296" y="1391029"/>
                  </a:lnTo>
                  <a:lnTo>
                    <a:pt x="1037301" y="1391001"/>
                  </a:lnTo>
                  <a:lnTo>
                    <a:pt x="1037313" y="1390973"/>
                  </a:lnTo>
                  <a:lnTo>
                    <a:pt x="1037313" y="1390968"/>
                  </a:lnTo>
                  <a:lnTo>
                    <a:pt x="1037302" y="1390945"/>
                  </a:lnTo>
                  <a:lnTo>
                    <a:pt x="1037293" y="1390918"/>
                  </a:lnTo>
                  <a:lnTo>
                    <a:pt x="1037289" y="1390890"/>
                  </a:lnTo>
                  <a:lnTo>
                    <a:pt x="1037285" y="1390862"/>
                  </a:lnTo>
                  <a:lnTo>
                    <a:pt x="1037271" y="1390842"/>
                  </a:lnTo>
                  <a:lnTo>
                    <a:pt x="1037263" y="1390836"/>
                  </a:lnTo>
                  <a:lnTo>
                    <a:pt x="1037237" y="1390826"/>
                  </a:lnTo>
                  <a:lnTo>
                    <a:pt x="1037210" y="1390811"/>
                  </a:lnTo>
                  <a:lnTo>
                    <a:pt x="1037202" y="1390804"/>
                  </a:lnTo>
                  <a:lnTo>
                    <a:pt x="1037197" y="1390791"/>
                  </a:lnTo>
                  <a:lnTo>
                    <a:pt x="1037195" y="1390784"/>
                  </a:lnTo>
                  <a:lnTo>
                    <a:pt x="1037190" y="1390765"/>
                  </a:lnTo>
                  <a:lnTo>
                    <a:pt x="1037183" y="1390760"/>
                  </a:lnTo>
                  <a:lnTo>
                    <a:pt x="1037155" y="1390758"/>
                  </a:lnTo>
                  <a:lnTo>
                    <a:pt x="1037147" y="1390756"/>
                  </a:lnTo>
                  <a:lnTo>
                    <a:pt x="1037138" y="1390745"/>
                  </a:lnTo>
                  <a:lnTo>
                    <a:pt x="1037136" y="1390738"/>
                  </a:lnTo>
                  <a:lnTo>
                    <a:pt x="1037134" y="1390723"/>
                  </a:lnTo>
                  <a:lnTo>
                    <a:pt x="1037137" y="1390710"/>
                  </a:lnTo>
                  <a:lnTo>
                    <a:pt x="1037141" y="1390690"/>
                  </a:lnTo>
                  <a:lnTo>
                    <a:pt x="1037139" y="1390682"/>
                  </a:lnTo>
                  <a:lnTo>
                    <a:pt x="1037131" y="1390671"/>
                  </a:lnTo>
                  <a:lnTo>
                    <a:pt x="1037123" y="1390664"/>
                  </a:lnTo>
                  <a:lnTo>
                    <a:pt x="1037115" y="1390660"/>
                  </a:lnTo>
                  <a:lnTo>
                    <a:pt x="1037105" y="1390651"/>
                  </a:lnTo>
                  <a:lnTo>
                    <a:pt x="1037101" y="1390644"/>
                  </a:lnTo>
                  <a:lnTo>
                    <a:pt x="1037097" y="1390634"/>
                  </a:lnTo>
                  <a:lnTo>
                    <a:pt x="1037092" y="1390606"/>
                  </a:lnTo>
                  <a:lnTo>
                    <a:pt x="1037084" y="1390579"/>
                  </a:lnTo>
                  <a:lnTo>
                    <a:pt x="1037078" y="1390551"/>
                  </a:lnTo>
                  <a:lnTo>
                    <a:pt x="1037071" y="1390527"/>
                  </a:lnTo>
                  <a:lnTo>
                    <a:pt x="1037064" y="1390518"/>
                  </a:lnTo>
                  <a:lnTo>
                    <a:pt x="1037060" y="1390514"/>
                  </a:lnTo>
                  <a:lnTo>
                    <a:pt x="1037043" y="1390509"/>
                  </a:lnTo>
                  <a:lnTo>
                    <a:pt x="1037016" y="1390518"/>
                  </a:lnTo>
                  <a:lnTo>
                    <a:pt x="1036989" y="1390523"/>
                  </a:lnTo>
                  <a:lnTo>
                    <a:pt x="1036962" y="1390525"/>
                  </a:lnTo>
                  <a:lnTo>
                    <a:pt x="1036935" y="1390521"/>
                  </a:lnTo>
                  <a:lnTo>
                    <a:pt x="1036908" y="1390516"/>
                  </a:lnTo>
                  <a:lnTo>
                    <a:pt x="1036881" y="1390498"/>
                  </a:lnTo>
                  <a:lnTo>
                    <a:pt x="1036856" y="1390470"/>
                  </a:lnTo>
                  <a:lnTo>
                    <a:pt x="1036835" y="1390443"/>
                  </a:lnTo>
                  <a:lnTo>
                    <a:pt x="1036809" y="1390417"/>
                  </a:lnTo>
                  <a:lnTo>
                    <a:pt x="1036782" y="1390400"/>
                  </a:lnTo>
                  <a:lnTo>
                    <a:pt x="1036728" y="1390354"/>
                  </a:lnTo>
                  <a:lnTo>
                    <a:pt x="1036701" y="1390333"/>
                  </a:lnTo>
                  <a:lnTo>
                    <a:pt x="1036685" y="1390327"/>
                  </a:lnTo>
                  <a:lnTo>
                    <a:pt x="1036677" y="1390320"/>
                  </a:lnTo>
                  <a:lnTo>
                    <a:pt x="1036674" y="1390307"/>
                  </a:lnTo>
                  <a:lnTo>
                    <a:pt x="1036687" y="1390290"/>
                  </a:lnTo>
                  <a:lnTo>
                    <a:pt x="1036694" y="1390281"/>
                  </a:lnTo>
                  <a:lnTo>
                    <a:pt x="1036695" y="1390273"/>
                  </a:lnTo>
                  <a:lnTo>
                    <a:pt x="1036697" y="1390262"/>
                  </a:lnTo>
                  <a:lnTo>
                    <a:pt x="1036693" y="1390251"/>
                  </a:lnTo>
                  <a:lnTo>
                    <a:pt x="1036681" y="1390253"/>
                  </a:lnTo>
                  <a:lnTo>
                    <a:pt x="1036677" y="1390257"/>
                  </a:lnTo>
                  <a:lnTo>
                    <a:pt x="1036668" y="1390255"/>
                  </a:lnTo>
                  <a:lnTo>
                    <a:pt x="1036665" y="1390248"/>
                  </a:lnTo>
                  <a:lnTo>
                    <a:pt x="1036665" y="1390237"/>
                  </a:lnTo>
                  <a:lnTo>
                    <a:pt x="1036663" y="1390216"/>
                  </a:lnTo>
                  <a:lnTo>
                    <a:pt x="1036655" y="1390214"/>
                  </a:lnTo>
                  <a:lnTo>
                    <a:pt x="1036636" y="1390230"/>
                  </a:lnTo>
                  <a:lnTo>
                    <a:pt x="1036629" y="1390231"/>
                  </a:lnTo>
                  <a:lnTo>
                    <a:pt x="1036622" y="1390228"/>
                  </a:lnTo>
                  <a:lnTo>
                    <a:pt x="1036620" y="1390220"/>
                  </a:lnTo>
                  <a:lnTo>
                    <a:pt x="1036618" y="1390207"/>
                  </a:lnTo>
                  <a:lnTo>
                    <a:pt x="1036612" y="1390191"/>
                  </a:lnTo>
                  <a:lnTo>
                    <a:pt x="1036602" y="1390185"/>
                  </a:lnTo>
                  <a:lnTo>
                    <a:pt x="1036574" y="1390184"/>
                  </a:lnTo>
                  <a:lnTo>
                    <a:pt x="1036560" y="1390184"/>
                  </a:lnTo>
                  <a:lnTo>
                    <a:pt x="1036548" y="1390187"/>
                  </a:lnTo>
                  <a:lnTo>
                    <a:pt x="1036521" y="1390193"/>
                  </a:lnTo>
                  <a:lnTo>
                    <a:pt x="1036494" y="1390201"/>
                  </a:lnTo>
                  <a:lnTo>
                    <a:pt x="1036467" y="1390214"/>
                  </a:lnTo>
                  <a:lnTo>
                    <a:pt x="1036441" y="1390233"/>
                  </a:lnTo>
                  <a:lnTo>
                    <a:pt x="1036414" y="1390243"/>
                  </a:lnTo>
                  <a:lnTo>
                    <a:pt x="1036387" y="1390247"/>
                  </a:lnTo>
                  <a:lnTo>
                    <a:pt x="1036368" y="1390250"/>
                  </a:lnTo>
                  <a:lnTo>
                    <a:pt x="1036360" y="1390256"/>
                  </a:lnTo>
                  <a:lnTo>
                    <a:pt x="1036341" y="1390269"/>
                  </a:lnTo>
                  <a:lnTo>
                    <a:pt x="1036334" y="1390271"/>
                  </a:lnTo>
                  <a:lnTo>
                    <a:pt x="1036314" y="1390271"/>
                  </a:lnTo>
                  <a:lnTo>
                    <a:pt x="1036307" y="1390275"/>
                  </a:lnTo>
                  <a:lnTo>
                    <a:pt x="1036286" y="1390294"/>
                  </a:lnTo>
                  <a:lnTo>
                    <a:pt x="1036284" y="1390299"/>
                  </a:lnTo>
                  <a:lnTo>
                    <a:pt x="1036259" y="1390325"/>
                  </a:lnTo>
                  <a:lnTo>
                    <a:pt x="1036250" y="1390333"/>
                  </a:lnTo>
                  <a:lnTo>
                    <a:pt x="1036245" y="1390343"/>
                  </a:lnTo>
                  <a:lnTo>
                    <a:pt x="1036241" y="1390352"/>
                  </a:lnTo>
                  <a:lnTo>
                    <a:pt x="1036231" y="1390379"/>
                  </a:lnTo>
                  <a:lnTo>
                    <a:pt x="1036221" y="1390408"/>
                  </a:lnTo>
                  <a:lnTo>
                    <a:pt x="1036208" y="1390435"/>
                  </a:lnTo>
                  <a:lnTo>
                    <a:pt x="1036197" y="1390456"/>
                  </a:lnTo>
                  <a:lnTo>
                    <a:pt x="1036191" y="1390463"/>
                  </a:lnTo>
                  <a:lnTo>
                    <a:pt x="1036184" y="1390467"/>
                  </a:lnTo>
                  <a:lnTo>
                    <a:pt x="1036176" y="1390471"/>
                  </a:lnTo>
                  <a:lnTo>
                    <a:pt x="1036171" y="1390471"/>
                  </a:lnTo>
                  <a:lnTo>
                    <a:pt x="1036164" y="1390471"/>
                  </a:lnTo>
                  <a:lnTo>
                    <a:pt x="1036137" y="1390473"/>
                  </a:lnTo>
                  <a:lnTo>
                    <a:pt x="1036124" y="1390466"/>
                  </a:lnTo>
                  <a:lnTo>
                    <a:pt x="1036121" y="1390460"/>
                  </a:lnTo>
                  <a:lnTo>
                    <a:pt x="1036119" y="1390451"/>
                  </a:lnTo>
                  <a:lnTo>
                    <a:pt x="1036111" y="1390423"/>
                  </a:lnTo>
                  <a:lnTo>
                    <a:pt x="1036110" y="1390414"/>
                  </a:lnTo>
                  <a:lnTo>
                    <a:pt x="1036102" y="1390408"/>
                  </a:lnTo>
                  <a:lnTo>
                    <a:pt x="1036092" y="1390414"/>
                  </a:lnTo>
                  <a:lnTo>
                    <a:pt x="1036074" y="1390429"/>
                  </a:lnTo>
                  <a:lnTo>
                    <a:pt x="1036065" y="1390429"/>
                  </a:lnTo>
                  <a:lnTo>
                    <a:pt x="1036045" y="1390422"/>
                  </a:lnTo>
                  <a:lnTo>
                    <a:pt x="1036038" y="1390418"/>
                  </a:lnTo>
                  <a:lnTo>
                    <a:pt x="1036011" y="1390391"/>
                  </a:lnTo>
                  <a:lnTo>
                    <a:pt x="1036002" y="1390380"/>
                  </a:lnTo>
                  <a:lnTo>
                    <a:pt x="1035993" y="1390374"/>
                  </a:lnTo>
                  <a:lnTo>
                    <a:pt x="1035986" y="1390373"/>
                  </a:lnTo>
                  <a:lnTo>
                    <a:pt x="1035973" y="1390369"/>
                  </a:lnTo>
                  <a:lnTo>
                    <a:pt x="1035959" y="1390369"/>
                  </a:lnTo>
                  <a:lnTo>
                    <a:pt x="1035943" y="1390364"/>
                  </a:lnTo>
                  <a:lnTo>
                    <a:pt x="1035937" y="1390353"/>
                  </a:lnTo>
                  <a:lnTo>
                    <a:pt x="1035935" y="1390331"/>
                  </a:lnTo>
                  <a:lnTo>
                    <a:pt x="1035932" y="1390325"/>
                  </a:lnTo>
                  <a:lnTo>
                    <a:pt x="1035919" y="1390303"/>
                  </a:lnTo>
                  <a:lnTo>
                    <a:pt x="1035919" y="1390298"/>
                  </a:lnTo>
                  <a:lnTo>
                    <a:pt x="1035913" y="1390270"/>
                  </a:lnTo>
                  <a:lnTo>
                    <a:pt x="1035913" y="1390242"/>
                  </a:lnTo>
                  <a:lnTo>
                    <a:pt x="1035911" y="1390223"/>
                  </a:lnTo>
                  <a:lnTo>
                    <a:pt x="1035904" y="1390214"/>
                  </a:lnTo>
                  <a:lnTo>
                    <a:pt x="1035882" y="1390203"/>
                  </a:lnTo>
                  <a:lnTo>
                    <a:pt x="1035877" y="1390198"/>
                  </a:lnTo>
                  <a:lnTo>
                    <a:pt x="1035861" y="1390183"/>
                  </a:lnTo>
                  <a:lnTo>
                    <a:pt x="1035853" y="1390172"/>
                  </a:lnTo>
                  <a:lnTo>
                    <a:pt x="1035839" y="1390154"/>
                  </a:lnTo>
                  <a:lnTo>
                    <a:pt x="1035835" y="1390144"/>
                  </a:lnTo>
                  <a:lnTo>
                    <a:pt x="1035828" y="1390117"/>
                  </a:lnTo>
                  <a:lnTo>
                    <a:pt x="1035822" y="1390089"/>
                  </a:lnTo>
                  <a:lnTo>
                    <a:pt x="1035815" y="1390069"/>
                  </a:lnTo>
                  <a:lnTo>
                    <a:pt x="1035809" y="1390061"/>
                  </a:lnTo>
                  <a:lnTo>
                    <a:pt x="1035797" y="1390048"/>
                  </a:lnTo>
                  <a:lnTo>
                    <a:pt x="1035791" y="1390047"/>
                  </a:lnTo>
                  <a:lnTo>
                    <a:pt x="1035783" y="1390043"/>
                  </a:lnTo>
                  <a:lnTo>
                    <a:pt x="1035755" y="1390034"/>
                  </a:lnTo>
                  <a:lnTo>
                    <a:pt x="1035729" y="1390021"/>
                  </a:lnTo>
                  <a:lnTo>
                    <a:pt x="1035709" y="1390018"/>
                  </a:lnTo>
                  <a:lnTo>
                    <a:pt x="1035702" y="1390010"/>
                  </a:lnTo>
                  <a:lnTo>
                    <a:pt x="1035696" y="1390003"/>
                  </a:lnTo>
                  <a:lnTo>
                    <a:pt x="1035694" y="1389994"/>
                  </a:lnTo>
                  <a:lnTo>
                    <a:pt x="1035696" y="1389983"/>
                  </a:lnTo>
                  <a:lnTo>
                    <a:pt x="1035698" y="1389960"/>
                  </a:lnTo>
                  <a:lnTo>
                    <a:pt x="1035692" y="1389957"/>
                  </a:lnTo>
                  <a:lnTo>
                    <a:pt x="1035665" y="1389950"/>
                  </a:lnTo>
                  <a:lnTo>
                    <a:pt x="1035638" y="1389946"/>
                  </a:lnTo>
                  <a:lnTo>
                    <a:pt x="1035622" y="1389941"/>
                  </a:lnTo>
                  <a:lnTo>
                    <a:pt x="1035612" y="1389937"/>
                  </a:lnTo>
                  <a:lnTo>
                    <a:pt x="1035584" y="1389915"/>
                  </a:lnTo>
                  <a:lnTo>
                    <a:pt x="1035559" y="1389890"/>
                  </a:lnTo>
                  <a:lnTo>
                    <a:pt x="1035556" y="1389886"/>
                  </a:lnTo>
                  <a:lnTo>
                    <a:pt x="1035539" y="1389882"/>
                  </a:lnTo>
                  <a:lnTo>
                    <a:pt x="1035533" y="1389882"/>
                  </a:lnTo>
                  <a:lnTo>
                    <a:pt x="1035505" y="1389873"/>
                  </a:lnTo>
                  <a:lnTo>
                    <a:pt x="1035479" y="1389851"/>
                  </a:lnTo>
                  <a:lnTo>
                    <a:pt x="1035457" y="1389824"/>
                  </a:lnTo>
                  <a:lnTo>
                    <a:pt x="1035438" y="1389796"/>
                  </a:lnTo>
                  <a:lnTo>
                    <a:pt x="1035424" y="1389780"/>
                  </a:lnTo>
                  <a:lnTo>
                    <a:pt x="1035415" y="1389775"/>
                  </a:lnTo>
                  <a:lnTo>
                    <a:pt x="1035388" y="1389762"/>
                  </a:lnTo>
                  <a:lnTo>
                    <a:pt x="1035374" y="1389753"/>
                  </a:lnTo>
                  <a:lnTo>
                    <a:pt x="1035361" y="1389740"/>
                  </a:lnTo>
                  <a:lnTo>
                    <a:pt x="1035338" y="1389712"/>
                  </a:lnTo>
                  <a:lnTo>
                    <a:pt x="1035325" y="1389684"/>
                  </a:lnTo>
                  <a:lnTo>
                    <a:pt x="1035314" y="1389657"/>
                  </a:lnTo>
                  <a:lnTo>
                    <a:pt x="1035308" y="1389629"/>
                  </a:lnTo>
                  <a:lnTo>
                    <a:pt x="1035301" y="1389601"/>
                  </a:lnTo>
                  <a:lnTo>
                    <a:pt x="1035301" y="1389588"/>
                  </a:lnTo>
                  <a:lnTo>
                    <a:pt x="1035292" y="1389574"/>
                  </a:lnTo>
                  <a:lnTo>
                    <a:pt x="1035281" y="1389561"/>
                  </a:lnTo>
                  <a:lnTo>
                    <a:pt x="1035274" y="1389546"/>
                  </a:lnTo>
                  <a:lnTo>
                    <a:pt x="1035263" y="1389518"/>
                  </a:lnTo>
                  <a:lnTo>
                    <a:pt x="1035257" y="1389491"/>
                  </a:lnTo>
                  <a:lnTo>
                    <a:pt x="1035253" y="1389463"/>
                  </a:lnTo>
                  <a:lnTo>
                    <a:pt x="1035246" y="1389435"/>
                  </a:lnTo>
                  <a:lnTo>
                    <a:pt x="1035244" y="1389418"/>
                  </a:lnTo>
                  <a:lnTo>
                    <a:pt x="1035241" y="1389411"/>
                  </a:lnTo>
                  <a:lnTo>
                    <a:pt x="1035235" y="1389406"/>
                  </a:lnTo>
                  <a:lnTo>
                    <a:pt x="1035227" y="1389403"/>
                  </a:lnTo>
                  <a:lnTo>
                    <a:pt x="1035219" y="1389401"/>
                  </a:lnTo>
                  <a:lnTo>
                    <a:pt x="1035209" y="1389399"/>
                  </a:lnTo>
                  <a:lnTo>
                    <a:pt x="1035197" y="1389395"/>
                  </a:lnTo>
                  <a:lnTo>
                    <a:pt x="1035185" y="1389393"/>
                  </a:lnTo>
                  <a:lnTo>
                    <a:pt x="1035181" y="1389390"/>
                  </a:lnTo>
                  <a:lnTo>
                    <a:pt x="1035177" y="1389373"/>
                  </a:lnTo>
                  <a:lnTo>
                    <a:pt x="1035181" y="1389362"/>
                  </a:lnTo>
                  <a:lnTo>
                    <a:pt x="1035187" y="1389334"/>
                  </a:lnTo>
                  <a:lnTo>
                    <a:pt x="1035197" y="1389306"/>
                  </a:lnTo>
                  <a:lnTo>
                    <a:pt x="1035194" y="1389295"/>
                  </a:lnTo>
                  <a:lnTo>
                    <a:pt x="1035183" y="1389285"/>
                  </a:lnTo>
                  <a:lnTo>
                    <a:pt x="1035178" y="1389279"/>
                  </a:lnTo>
                  <a:lnTo>
                    <a:pt x="1035173" y="1389271"/>
                  </a:lnTo>
                  <a:lnTo>
                    <a:pt x="1035170" y="1389262"/>
                  </a:lnTo>
                  <a:lnTo>
                    <a:pt x="1035164" y="1389251"/>
                  </a:lnTo>
                  <a:lnTo>
                    <a:pt x="1035158" y="1389245"/>
                  </a:lnTo>
                  <a:lnTo>
                    <a:pt x="1035147" y="1389241"/>
                  </a:lnTo>
                  <a:lnTo>
                    <a:pt x="1035137" y="1389240"/>
                  </a:lnTo>
                  <a:lnTo>
                    <a:pt x="1035122" y="1389238"/>
                  </a:lnTo>
                  <a:lnTo>
                    <a:pt x="1035110" y="1389233"/>
                  </a:lnTo>
                  <a:lnTo>
                    <a:pt x="1035083" y="1389228"/>
                  </a:lnTo>
                  <a:lnTo>
                    <a:pt x="1035056" y="1389217"/>
                  </a:lnTo>
                  <a:lnTo>
                    <a:pt x="1035044" y="1389211"/>
                  </a:lnTo>
                  <a:lnTo>
                    <a:pt x="1035029" y="1389200"/>
                  </a:lnTo>
                  <a:lnTo>
                    <a:pt x="1035002" y="1389178"/>
                  </a:lnTo>
                  <a:lnTo>
                    <a:pt x="1034977" y="1389153"/>
                  </a:lnTo>
                  <a:lnTo>
                    <a:pt x="1034962" y="1389125"/>
                  </a:lnTo>
                  <a:lnTo>
                    <a:pt x="1034955" y="1389094"/>
                  </a:lnTo>
                  <a:lnTo>
                    <a:pt x="1034943" y="1389087"/>
                  </a:lnTo>
                  <a:lnTo>
                    <a:pt x="1034924" y="1389087"/>
                  </a:lnTo>
                  <a:lnTo>
                    <a:pt x="1034897" y="1389083"/>
                  </a:lnTo>
                  <a:lnTo>
                    <a:pt x="1034880" y="1389083"/>
                  </a:lnTo>
                  <a:lnTo>
                    <a:pt x="1034870" y="1389080"/>
                  </a:lnTo>
                  <a:lnTo>
                    <a:pt x="1034851" y="1389063"/>
                  </a:lnTo>
                  <a:lnTo>
                    <a:pt x="1034847" y="1389056"/>
                  </a:lnTo>
                  <a:lnTo>
                    <a:pt x="1034838" y="1389028"/>
                  </a:lnTo>
                  <a:lnTo>
                    <a:pt x="1034823" y="1389014"/>
                  </a:lnTo>
                  <a:lnTo>
                    <a:pt x="1034813" y="1389011"/>
                  </a:lnTo>
                  <a:lnTo>
                    <a:pt x="1034786" y="1389016"/>
                  </a:lnTo>
                  <a:lnTo>
                    <a:pt x="1034773" y="1389018"/>
                  </a:lnTo>
                  <a:lnTo>
                    <a:pt x="1034766" y="1389016"/>
                  </a:lnTo>
                  <a:lnTo>
                    <a:pt x="1034759" y="1389010"/>
                  </a:lnTo>
                  <a:lnTo>
                    <a:pt x="1034743" y="1388994"/>
                  </a:lnTo>
                  <a:lnTo>
                    <a:pt x="1034741" y="1388985"/>
                  </a:lnTo>
                  <a:lnTo>
                    <a:pt x="1034737" y="1388971"/>
                  </a:lnTo>
                  <a:lnTo>
                    <a:pt x="1034737" y="1388957"/>
                  </a:lnTo>
                  <a:lnTo>
                    <a:pt x="1034738" y="1388929"/>
                  </a:lnTo>
                  <a:lnTo>
                    <a:pt x="1034742" y="1388901"/>
                  </a:lnTo>
                  <a:lnTo>
                    <a:pt x="1034749" y="1388872"/>
                  </a:lnTo>
                  <a:lnTo>
                    <a:pt x="1034756" y="1388845"/>
                  </a:lnTo>
                  <a:lnTo>
                    <a:pt x="1034754" y="1388828"/>
                  </a:lnTo>
                  <a:lnTo>
                    <a:pt x="1034754" y="1388812"/>
                  </a:lnTo>
                  <a:lnTo>
                    <a:pt x="1034748" y="1388790"/>
                  </a:lnTo>
                  <a:lnTo>
                    <a:pt x="1034746" y="1388762"/>
                  </a:lnTo>
                  <a:lnTo>
                    <a:pt x="1034748" y="1388734"/>
                  </a:lnTo>
                  <a:lnTo>
                    <a:pt x="1034751" y="1388707"/>
                  </a:lnTo>
                  <a:lnTo>
                    <a:pt x="1034754" y="1388679"/>
                  </a:lnTo>
                  <a:lnTo>
                    <a:pt x="1034754" y="1388651"/>
                  </a:lnTo>
                  <a:lnTo>
                    <a:pt x="1034754" y="1388623"/>
                  </a:lnTo>
                  <a:lnTo>
                    <a:pt x="1034748" y="1388595"/>
                  </a:lnTo>
                  <a:lnTo>
                    <a:pt x="1034741" y="1388568"/>
                  </a:lnTo>
                  <a:lnTo>
                    <a:pt x="1034733" y="1388540"/>
                  </a:lnTo>
                  <a:lnTo>
                    <a:pt x="1034726" y="1388513"/>
                  </a:lnTo>
                  <a:lnTo>
                    <a:pt x="1034720" y="1388485"/>
                  </a:lnTo>
                  <a:lnTo>
                    <a:pt x="1034722" y="1388457"/>
                  </a:lnTo>
                  <a:lnTo>
                    <a:pt x="1034725" y="1388429"/>
                  </a:lnTo>
                  <a:lnTo>
                    <a:pt x="1034723" y="1388401"/>
                  </a:lnTo>
                  <a:lnTo>
                    <a:pt x="1034721" y="1388384"/>
                  </a:lnTo>
                  <a:lnTo>
                    <a:pt x="1034699" y="1388331"/>
                  </a:lnTo>
                  <a:lnTo>
                    <a:pt x="1034701" y="1388303"/>
                  </a:lnTo>
                  <a:lnTo>
                    <a:pt x="1034704" y="1388276"/>
                  </a:lnTo>
                  <a:lnTo>
                    <a:pt x="1034706" y="1388248"/>
                  </a:lnTo>
                  <a:lnTo>
                    <a:pt x="1034705" y="1388220"/>
                  </a:lnTo>
                  <a:lnTo>
                    <a:pt x="1034703" y="1388205"/>
                  </a:lnTo>
                  <a:lnTo>
                    <a:pt x="1034698" y="1388192"/>
                  </a:lnTo>
                  <a:lnTo>
                    <a:pt x="1034694" y="1388165"/>
                  </a:lnTo>
                  <a:lnTo>
                    <a:pt x="1034690" y="1388137"/>
                  </a:lnTo>
                  <a:lnTo>
                    <a:pt x="1034690" y="1388109"/>
                  </a:lnTo>
                  <a:lnTo>
                    <a:pt x="1034688" y="1388081"/>
                  </a:lnTo>
                  <a:lnTo>
                    <a:pt x="1034686" y="1388061"/>
                  </a:lnTo>
                  <a:lnTo>
                    <a:pt x="1034688" y="1388053"/>
                  </a:lnTo>
                  <a:lnTo>
                    <a:pt x="1034691" y="1388035"/>
                  </a:lnTo>
                  <a:lnTo>
                    <a:pt x="1034696" y="1388025"/>
                  </a:lnTo>
                  <a:lnTo>
                    <a:pt x="1034707" y="1388005"/>
                  </a:lnTo>
                  <a:lnTo>
                    <a:pt x="1034714" y="1387998"/>
                  </a:lnTo>
                  <a:lnTo>
                    <a:pt x="1034734" y="1387979"/>
                  </a:lnTo>
                  <a:lnTo>
                    <a:pt x="1034737" y="1387972"/>
                  </a:lnTo>
                  <a:lnTo>
                    <a:pt x="1034737" y="1387958"/>
                  </a:lnTo>
                  <a:lnTo>
                    <a:pt x="1034732" y="1387944"/>
                  </a:lnTo>
                  <a:lnTo>
                    <a:pt x="1034724" y="1387916"/>
                  </a:lnTo>
                  <a:lnTo>
                    <a:pt x="1034728" y="1387894"/>
                  </a:lnTo>
                  <a:lnTo>
                    <a:pt x="1034731" y="1387888"/>
                  </a:lnTo>
                  <a:lnTo>
                    <a:pt x="1034745" y="1387860"/>
                  </a:lnTo>
                  <a:lnTo>
                    <a:pt x="1034766" y="1387832"/>
                  </a:lnTo>
                  <a:lnTo>
                    <a:pt x="1034788" y="1387806"/>
                  </a:lnTo>
                  <a:lnTo>
                    <a:pt x="1034807" y="1387778"/>
                  </a:lnTo>
                  <a:lnTo>
                    <a:pt x="1034814" y="1387765"/>
                  </a:lnTo>
                  <a:lnTo>
                    <a:pt x="1034818" y="1387750"/>
                  </a:lnTo>
                  <a:lnTo>
                    <a:pt x="1034819" y="1387722"/>
                  </a:lnTo>
                  <a:lnTo>
                    <a:pt x="1034817" y="1387706"/>
                  </a:lnTo>
                  <a:lnTo>
                    <a:pt x="1034813" y="1387698"/>
                  </a:lnTo>
                  <a:lnTo>
                    <a:pt x="1034810" y="1387695"/>
                  </a:lnTo>
                  <a:lnTo>
                    <a:pt x="1034803" y="1387680"/>
                  </a:lnTo>
                  <a:lnTo>
                    <a:pt x="1034801" y="1387667"/>
                  </a:lnTo>
                  <a:lnTo>
                    <a:pt x="1034807" y="1387643"/>
                  </a:lnTo>
                  <a:lnTo>
                    <a:pt x="1034802" y="1387611"/>
                  </a:lnTo>
                  <a:lnTo>
                    <a:pt x="1034802" y="1387600"/>
                  </a:lnTo>
                  <a:lnTo>
                    <a:pt x="1034796" y="1387584"/>
                  </a:lnTo>
                  <a:lnTo>
                    <a:pt x="1034790" y="1387554"/>
                  </a:lnTo>
                  <a:lnTo>
                    <a:pt x="1034773" y="1387528"/>
                  </a:lnTo>
                  <a:lnTo>
                    <a:pt x="1034756" y="1387500"/>
                  </a:lnTo>
                  <a:lnTo>
                    <a:pt x="1034745" y="1387473"/>
                  </a:lnTo>
                  <a:lnTo>
                    <a:pt x="1034741" y="1387445"/>
                  </a:lnTo>
                  <a:lnTo>
                    <a:pt x="1034740" y="1387432"/>
                  </a:lnTo>
                  <a:lnTo>
                    <a:pt x="1034741" y="1387427"/>
                  </a:lnTo>
                  <a:lnTo>
                    <a:pt x="1034745" y="1387417"/>
                  </a:lnTo>
                  <a:lnTo>
                    <a:pt x="1034762" y="1387390"/>
                  </a:lnTo>
                  <a:lnTo>
                    <a:pt x="1034768" y="1387380"/>
                  </a:lnTo>
                  <a:lnTo>
                    <a:pt x="1034782" y="1387362"/>
                  </a:lnTo>
                  <a:lnTo>
                    <a:pt x="1034791" y="1387347"/>
                  </a:lnTo>
                  <a:lnTo>
                    <a:pt x="1034794" y="1387334"/>
                  </a:lnTo>
                  <a:lnTo>
                    <a:pt x="1034797" y="1387276"/>
                  </a:lnTo>
                  <a:lnTo>
                    <a:pt x="1034795" y="1387259"/>
                  </a:lnTo>
                  <a:lnTo>
                    <a:pt x="1034797" y="1387232"/>
                  </a:lnTo>
                  <a:lnTo>
                    <a:pt x="1034807" y="1387204"/>
                  </a:lnTo>
                  <a:lnTo>
                    <a:pt x="1034821" y="1387176"/>
                  </a:lnTo>
                  <a:lnTo>
                    <a:pt x="1034826" y="1387155"/>
                  </a:lnTo>
                  <a:lnTo>
                    <a:pt x="1034822" y="1387149"/>
                  </a:lnTo>
                  <a:lnTo>
                    <a:pt x="1034817" y="1387143"/>
                  </a:lnTo>
                  <a:lnTo>
                    <a:pt x="1034801" y="1387121"/>
                  </a:lnTo>
                  <a:lnTo>
                    <a:pt x="1034789" y="1387100"/>
                  </a:lnTo>
                  <a:lnTo>
                    <a:pt x="1034787" y="1387093"/>
                  </a:lnTo>
                  <a:lnTo>
                    <a:pt x="1034783" y="1387065"/>
                  </a:lnTo>
                  <a:lnTo>
                    <a:pt x="1034784" y="1387037"/>
                  </a:lnTo>
                  <a:lnTo>
                    <a:pt x="1034786" y="1387010"/>
                  </a:lnTo>
                  <a:lnTo>
                    <a:pt x="1034786" y="1386982"/>
                  </a:lnTo>
                  <a:lnTo>
                    <a:pt x="1034778" y="1386954"/>
                  </a:lnTo>
                  <a:lnTo>
                    <a:pt x="1034764" y="1386926"/>
                  </a:lnTo>
                  <a:lnTo>
                    <a:pt x="1034749" y="1386899"/>
                  </a:lnTo>
                  <a:lnTo>
                    <a:pt x="1034733" y="1386871"/>
                  </a:lnTo>
                  <a:lnTo>
                    <a:pt x="1034720" y="1386844"/>
                  </a:lnTo>
                  <a:lnTo>
                    <a:pt x="1034712" y="1386816"/>
                  </a:lnTo>
                  <a:lnTo>
                    <a:pt x="1034709" y="1386788"/>
                  </a:lnTo>
                  <a:lnTo>
                    <a:pt x="1034705" y="1386760"/>
                  </a:lnTo>
                  <a:lnTo>
                    <a:pt x="1034694" y="1386733"/>
                  </a:lnTo>
                  <a:lnTo>
                    <a:pt x="1034683" y="1386705"/>
                  </a:lnTo>
                  <a:lnTo>
                    <a:pt x="1034676" y="1386685"/>
                  </a:lnTo>
                  <a:lnTo>
                    <a:pt x="1034676" y="1386677"/>
                  </a:lnTo>
                  <a:lnTo>
                    <a:pt x="1034674" y="1386661"/>
                  </a:lnTo>
                  <a:lnTo>
                    <a:pt x="1034675" y="1386649"/>
                  </a:lnTo>
                  <a:lnTo>
                    <a:pt x="1034679" y="1386622"/>
                  </a:lnTo>
                  <a:lnTo>
                    <a:pt x="1034682" y="1386594"/>
                  </a:lnTo>
                  <a:lnTo>
                    <a:pt x="1034680" y="1386577"/>
                  </a:lnTo>
                  <a:lnTo>
                    <a:pt x="1034675" y="1386566"/>
                  </a:lnTo>
                  <a:lnTo>
                    <a:pt x="1034666" y="1386539"/>
                  </a:lnTo>
                  <a:lnTo>
                    <a:pt x="1034663" y="1386511"/>
                  </a:lnTo>
                  <a:lnTo>
                    <a:pt x="1034663" y="1386483"/>
                  </a:lnTo>
                  <a:lnTo>
                    <a:pt x="1034656" y="1386472"/>
                  </a:lnTo>
                  <a:lnTo>
                    <a:pt x="1034647" y="1386464"/>
                  </a:lnTo>
                  <a:lnTo>
                    <a:pt x="1034640" y="1386461"/>
                  </a:lnTo>
                  <a:lnTo>
                    <a:pt x="1034620" y="1386454"/>
                  </a:lnTo>
                  <a:lnTo>
                    <a:pt x="1034613" y="1386448"/>
                  </a:lnTo>
                  <a:lnTo>
                    <a:pt x="1034586" y="1386428"/>
                  </a:lnTo>
                  <a:lnTo>
                    <a:pt x="1034573" y="1386408"/>
                  </a:lnTo>
                  <a:lnTo>
                    <a:pt x="1034571" y="1386400"/>
                  </a:lnTo>
                  <a:lnTo>
                    <a:pt x="1034567" y="1386382"/>
                  </a:lnTo>
                  <a:lnTo>
                    <a:pt x="1034564" y="1386376"/>
                  </a:lnTo>
                  <a:lnTo>
                    <a:pt x="1034560" y="1386373"/>
                  </a:lnTo>
                  <a:lnTo>
                    <a:pt x="1034549" y="1386363"/>
                  </a:lnTo>
                  <a:lnTo>
                    <a:pt x="1034533" y="1386357"/>
                  </a:lnTo>
                  <a:lnTo>
                    <a:pt x="1034508" y="1386336"/>
                  </a:lnTo>
                  <a:lnTo>
                    <a:pt x="1034489" y="1386315"/>
                  </a:lnTo>
                  <a:lnTo>
                    <a:pt x="1034474" y="1386301"/>
                  </a:lnTo>
                  <a:lnTo>
                    <a:pt x="1034459" y="1386287"/>
                  </a:lnTo>
                  <a:lnTo>
                    <a:pt x="1034452" y="1386274"/>
                  </a:lnTo>
                  <a:lnTo>
                    <a:pt x="1034448" y="1386259"/>
                  </a:lnTo>
                  <a:lnTo>
                    <a:pt x="1034439" y="1386209"/>
                  </a:lnTo>
                  <a:lnTo>
                    <a:pt x="1034431" y="1386181"/>
                  </a:lnTo>
                  <a:lnTo>
                    <a:pt x="1034427" y="1386159"/>
                  </a:lnTo>
                  <a:lnTo>
                    <a:pt x="1034424" y="1386154"/>
                  </a:lnTo>
                  <a:lnTo>
                    <a:pt x="1034402" y="1386141"/>
                  </a:lnTo>
                  <a:lnTo>
                    <a:pt x="1034397" y="1386141"/>
                  </a:lnTo>
                  <a:lnTo>
                    <a:pt x="1034370" y="1386139"/>
                  </a:lnTo>
                  <a:lnTo>
                    <a:pt x="1034340" y="1386138"/>
                  </a:lnTo>
                  <a:lnTo>
                    <a:pt x="1034324" y="1386132"/>
                  </a:lnTo>
                  <a:lnTo>
                    <a:pt x="1034318" y="1386125"/>
                  </a:lnTo>
                  <a:lnTo>
                    <a:pt x="1034311" y="1386105"/>
                  </a:lnTo>
                  <a:lnTo>
                    <a:pt x="1034311" y="1386097"/>
                  </a:lnTo>
                  <a:lnTo>
                    <a:pt x="1034308" y="1386088"/>
                  </a:lnTo>
                  <a:lnTo>
                    <a:pt x="1034303" y="1386079"/>
                  </a:lnTo>
                  <a:lnTo>
                    <a:pt x="1034296" y="1386070"/>
                  </a:lnTo>
                  <a:lnTo>
                    <a:pt x="1034281" y="1386049"/>
                  </a:lnTo>
                  <a:lnTo>
                    <a:pt x="1034280" y="1386038"/>
                  </a:lnTo>
                  <a:lnTo>
                    <a:pt x="1034284" y="1386016"/>
                  </a:lnTo>
                  <a:lnTo>
                    <a:pt x="1034292" y="1386000"/>
                  </a:lnTo>
                  <a:lnTo>
                    <a:pt x="1034308" y="1385983"/>
                  </a:lnTo>
                  <a:lnTo>
                    <a:pt x="1034318" y="1385964"/>
                  </a:lnTo>
                  <a:lnTo>
                    <a:pt x="1034318" y="1385958"/>
                  </a:lnTo>
                  <a:lnTo>
                    <a:pt x="1034316" y="1385931"/>
                  </a:lnTo>
                  <a:lnTo>
                    <a:pt x="1034305" y="1385903"/>
                  </a:lnTo>
                  <a:lnTo>
                    <a:pt x="1034294" y="1385875"/>
                  </a:lnTo>
                  <a:lnTo>
                    <a:pt x="1034285" y="1385855"/>
                  </a:lnTo>
                  <a:lnTo>
                    <a:pt x="1034285" y="1385847"/>
                  </a:lnTo>
                  <a:lnTo>
                    <a:pt x="1034276" y="1385820"/>
                  </a:lnTo>
                  <a:lnTo>
                    <a:pt x="1034263" y="1385792"/>
                  </a:lnTo>
                  <a:lnTo>
                    <a:pt x="1034249" y="1385778"/>
                  </a:lnTo>
                  <a:lnTo>
                    <a:pt x="1034245" y="1385765"/>
                  </a:lnTo>
                  <a:lnTo>
                    <a:pt x="1034236" y="1385737"/>
                  </a:lnTo>
                  <a:lnTo>
                    <a:pt x="1034225" y="1385709"/>
                  </a:lnTo>
                  <a:lnTo>
                    <a:pt x="1034214" y="1385681"/>
                  </a:lnTo>
                  <a:lnTo>
                    <a:pt x="1034196" y="1385654"/>
                  </a:lnTo>
                  <a:lnTo>
                    <a:pt x="1034185" y="1385639"/>
                  </a:lnTo>
                  <a:lnTo>
                    <a:pt x="1034179" y="1385626"/>
                  </a:lnTo>
                  <a:lnTo>
                    <a:pt x="1034170" y="1385614"/>
                  </a:lnTo>
                  <a:lnTo>
                    <a:pt x="1034168" y="1385599"/>
                  </a:lnTo>
                  <a:lnTo>
                    <a:pt x="1034172" y="1385571"/>
                  </a:lnTo>
                  <a:lnTo>
                    <a:pt x="1034181" y="1385547"/>
                  </a:lnTo>
                  <a:lnTo>
                    <a:pt x="1034184" y="1385543"/>
                  </a:lnTo>
                  <a:lnTo>
                    <a:pt x="1034203" y="1385515"/>
                  </a:lnTo>
                  <a:lnTo>
                    <a:pt x="1034219" y="1385487"/>
                  </a:lnTo>
                  <a:lnTo>
                    <a:pt x="1034224" y="1385459"/>
                  </a:lnTo>
                  <a:lnTo>
                    <a:pt x="1034224" y="1385431"/>
                  </a:lnTo>
                  <a:lnTo>
                    <a:pt x="1034227" y="1385404"/>
                  </a:lnTo>
                  <a:lnTo>
                    <a:pt x="1034229" y="1385376"/>
                  </a:lnTo>
                  <a:lnTo>
                    <a:pt x="1034229" y="1385348"/>
                  </a:lnTo>
                  <a:lnTo>
                    <a:pt x="1034231" y="1385336"/>
                  </a:lnTo>
                  <a:lnTo>
                    <a:pt x="1034240" y="1385310"/>
                  </a:lnTo>
                  <a:lnTo>
                    <a:pt x="1034252" y="1385272"/>
                  </a:lnTo>
                  <a:lnTo>
                    <a:pt x="1034254" y="1385254"/>
                  </a:lnTo>
                  <a:lnTo>
                    <a:pt x="1034255" y="1385246"/>
                  </a:lnTo>
                  <a:lnTo>
                    <a:pt x="1034253" y="1385227"/>
                  </a:lnTo>
                  <a:lnTo>
                    <a:pt x="1034251" y="1385200"/>
                  </a:lnTo>
                  <a:lnTo>
                    <a:pt x="1034242" y="1385172"/>
                  </a:lnTo>
                  <a:lnTo>
                    <a:pt x="1034241" y="1385163"/>
                  </a:lnTo>
                  <a:lnTo>
                    <a:pt x="1034239" y="1385150"/>
                  </a:lnTo>
                  <a:lnTo>
                    <a:pt x="1034241" y="1385144"/>
                  </a:lnTo>
                  <a:lnTo>
                    <a:pt x="1034259" y="1385116"/>
                  </a:lnTo>
                  <a:lnTo>
                    <a:pt x="1034268" y="1385096"/>
                  </a:lnTo>
                  <a:lnTo>
                    <a:pt x="1034268" y="1385088"/>
                  </a:lnTo>
                  <a:lnTo>
                    <a:pt x="1034269" y="1385077"/>
                  </a:lnTo>
                  <a:lnTo>
                    <a:pt x="1034266" y="1385060"/>
                  </a:lnTo>
                  <a:lnTo>
                    <a:pt x="1034264" y="1385033"/>
                  </a:lnTo>
                  <a:lnTo>
                    <a:pt x="1034262" y="1385012"/>
                  </a:lnTo>
                  <a:lnTo>
                    <a:pt x="1034262" y="1385005"/>
                  </a:lnTo>
                  <a:lnTo>
                    <a:pt x="1034259" y="1384977"/>
                  </a:lnTo>
                  <a:lnTo>
                    <a:pt x="1034261" y="1384949"/>
                  </a:lnTo>
                  <a:lnTo>
                    <a:pt x="1034264" y="1384922"/>
                  </a:lnTo>
                  <a:lnTo>
                    <a:pt x="1034271" y="1384894"/>
                  </a:lnTo>
                  <a:lnTo>
                    <a:pt x="1034274" y="1384866"/>
                  </a:lnTo>
                  <a:lnTo>
                    <a:pt x="1034273" y="1384849"/>
                  </a:lnTo>
                  <a:lnTo>
                    <a:pt x="1034269" y="1384842"/>
                  </a:lnTo>
                  <a:lnTo>
                    <a:pt x="1034265" y="1384838"/>
                  </a:lnTo>
                  <a:lnTo>
                    <a:pt x="1034249" y="1384831"/>
                  </a:lnTo>
                  <a:lnTo>
                    <a:pt x="1034239" y="1384827"/>
                  </a:lnTo>
                  <a:lnTo>
                    <a:pt x="1034222" y="1384824"/>
                  </a:lnTo>
                  <a:lnTo>
                    <a:pt x="1034207" y="1384822"/>
                  </a:lnTo>
                  <a:lnTo>
                    <a:pt x="1034192" y="1384815"/>
                  </a:lnTo>
                  <a:lnTo>
                    <a:pt x="1034186" y="1384808"/>
                  </a:lnTo>
                  <a:lnTo>
                    <a:pt x="1034188" y="1384798"/>
                  </a:lnTo>
                  <a:lnTo>
                    <a:pt x="1034204" y="1384781"/>
                  </a:lnTo>
                  <a:lnTo>
                    <a:pt x="1034220" y="1384766"/>
                  </a:lnTo>
                  <a:lnTo>
                    <a:pt x="1034231" y="1384761"/>
                  </a:lnTo>
                  <a:lnTo>
                    <a:pt x="1034257" y="1384746"/>
                  </a:lnTo>
                  <a:lnTo>
                    <a:pt x="1034275" y="1384738"/>
                  </a:lnTo>
                  <a:lnTo>
                    <a:pt x="1034283" y="1384735"/>
                  </a:lnTo>
                  <a:lnTo>
                    <a:pt x="1034289" y="1384731"/>
                  </a:lnTo>
                  <a:lnTo>
                    <a:pt x="1034292" y="1384724"/>
                  </a:lnTo>
                  <a:lnTo>
                    <a:pt x="1034292" y="1384713"/>
                  </a:lnTo>
                  <a:lnTo>
                    <a:pt x="1034291" y="1384703"/>
                  </a:lnTo>
                  <a:lnTo>
                    <a:pt x="1034290" y="1384689"/>
                  </a:lnTo>
                  <a:lnTo>
                    <a:pt x="1034287" y="1384680"/>
                  </a:lnTo>
                  <a:lnTo>
                    <a:pt x="1034280" y="1384669"/>
                  </a:lnTo>
                  <a:lnTo>
                    <a:pt x="1034270" y="1384657"/>
                  </a:lnTo>
                  <a:lnTo>
                    <a:pt x="1034265" y="1384649"/>
                  </a:lnTo>
                  <a:lnTo>
                    <a:pt x="1034260" y="1384638"/>
                  </a:lnTo>
                  <a:lnTo>
                    <a:pt x="1034259" y="1384625"/>
                  </a:lnTo>
                  <a:lnTo>
                    <a:pt x="1034259" y="1384616"/>
                  </a:lnTo>
                  <a:lnTo>
                    <a:pt x="1034262" y="1384607"/>
                  </a:lnTo>
                  <a:lnTo>
                    <a:pt x="1034267" y="1384602"/>
                  </a:lnTo>
                  <a:lnTo>
                    <a:pt x="1034271" y="1384598"/>
                  </a:lnTo>
                  <a:lnTo>
                    <a:pt x="1034277" y="1384593"/>
                  </a:lnTo>
                  <a:lnTo>
                    <a:pt x="1034286" y="1384585"/>
                  </a:lnTo>
                  <a:lnTo>
                    <a:pt x="1034294" y="1384580"/>
                  </a:lnTo>
                  <a:lnTo>
                    <a:pt x="1034304" y="1384572"/>
                  </a:lnTo>
                  <a:lnTo>
                    <a:pt x="1034312" y="1384566"/>
                  </a:lnTo>
                  <a:lnTo>
                    <a:pt x="1034322" y="1384557"/>
                  </a:lnTo>
                  <a:lnTo>
                    <a:pt x="1034333" y="1384547"/>
                  </a:lnTo>
                  <a:lnTo>
                    <a:pt x="1034337" y="1384540"/>
                  </a:lnTo>
                  <a:lnTo>
                    <a:pt x="1034337" y="1384528"/>
                  </a:lnTo>
                  <a:lnTo>
                    <a:pt x="1034336" y="1384518"/>
                  </a:lnTo>
                  <a:lnTo>
                    <a:pt x="1034331" y="1384507"/>
                  </a:lnTo>
                  <a:lnTo>
                    <a:pt x="1034321" y="1384496"/>
                  </a:lnTo>
                  <a:lnTo>
                    <a:pt x="1034310" y="1384485"/>
                  </a:lnTo>
                  <a:lnTo>
                    <a:pt x="1034301" y="1384477"/>
                  </a:lnTo>
                  <a:lnTo>
                    <a:pt x="1034294" y="1384466"/>
                  </a:lnTo>
                  <a:lnTo>
                    <a:pt x="1034287" y="1384457"/>
                  </a:lnTo>
                  <a:lnTo>
                    <a:pt x="1034283" y="1384448"/>
                  </a:lnTo>
                  <a:lnTo>
                    <a:pt x="1034281" y="1384439"/>
                  </a:lnTo>
                  <a:lnTo>
                    <a:pt x="1034281" y="1384431"/>
                  </a:lnTo>
                  <a:lnTo>
                    <a:pt x="1034283" y="1384414"/>
                  </a:lnTo>
                  <a:lnTo>
                    <a:pt x="1034287" y="1384400"/>
                  </a:lnTo>
                  <a:lnTo>
                    <a:pt x="1034292" y="1384388"/>
                  </a:lnTo>
                  <a:lnTo>
                    <a:pt x="1034298" y="1384373"/>
                  </a:lnTo>
                  <a:lnTo>
                    <a:pt x="1034305" y="1384360"/>
                  </a:lnTo>
                  <a:lnTo>
                    <a:pt x="1034308" y="1384345"/>
                  </a:lnTo>
                  <a:lnTo>
                    <a:pt x="1034310" y="1384330"/>
                  </a:lnTo>
                  <a:lnTo>
                    <a:pt x="1034310" y="1384308"/>
                  </a:lnTo>
                  <a:lnTo>
                    <a:pt x="1034307" y="1384282"/>
                  </a:lnTo>
                  <a:lnTo>
                    <a:pt x="1034305" y="1384269"/>
                  </a:lnTo>
                  <a:lnTo>
                    <a:pt x="1034303" y="1384256"/>
                  </a:lnTo>
                  <a:lnTo>
                    <a:pt x="1034298" y="1384236"/>
                  </a:lnTo>
                  <a:lnTo>
                    <a:pt x="1034295" y="1384224"/>
                  </a:lnTo>
                  <a:lnTo>
                    <a:pt x="1034293" y="1384209"/>
                  </a:lnTo>
                  <a:lnTo>
                    <a:pt x="1034296" y="1384187"/>
                  </a:lnTo>
                  <a:lnTo>
                    <a:pt x="1034302" y="1384167"/>
                  </a:lnTo>
                  <a:lnTo>
                    <a:pt x="1034313" y="1384135"/>
                  </a:lnTo>
                  <a:lnTo>
                    <a:pt x="1034324" y="1384103"/>
                  </a:lnTo>
                  <a:lnTo>
                    <a:pt x="1034328" y="1384091"/>
                  </a:lnTo>
                  <a:lnTo>
                    <a:pt x="1034332" y="1384075"/>
                  </a:lnTo>
                  <a:lnTo>
                    <a:pt x="1034330" y="1384066"/>
                  </a:lnTo>
                  <a:lnTo>
                    <a:pt x="1034326" y="1384061"/>
                  </a:lnTo>
                  <a:lnTo>
                    <a:pt x="1034318" y="1384062"/>
                  </a:lnTo>
                  <a:lnTo>
                    <a:pt x="1034304" y="1384067"/>
                  </a:lnTo>
                  <a:lnTo>
                    <a:pt x="1034295" y="1384072"/>
                  </a:lnTo>
                  <a:lnTo>
                    <a:pt x="1034281" y="1384082"/>
                  </a:lnTo>
                  <a:lnTo>
                    <a:pt x="1034271" y="1384086"/>
                  </a:lnTo>
                  <a:lnTo>
                    <a:pt x="1034262" y="1384087"/>
                  </a:lnTo>
                  <a:lnTo>
                    <a:pt x="1034256" y="1384087"/>
                  </a:lnTo>
                  <a:lnTo>
                    <a:pt x="1034244" y="1384086"/>
                  </a:lnTo>
                  <a:lnTo>
                    <a:pt x="1034236" y="1384082"/>
                  </a:lnTo>
                  <a:lnTo>
                    <a:pt x="1034227" y="1384075"/>
                  </a:lnTo>
                  <a:lnTo>
                    <a:pt x="1034220" y="1384067"/>
                  </a:lnTo>
                  <a:lnTo>
                    <a:pt x="1034218" y="1384056"/>
                  </a:lnTo>
                  <a:lnTo>
                    <a:pt x="1034218" y="1384046"/>
                  </a:lnTo>
                  <a:lnTo>
                    <a:pt x="1034218" y="1384040"/>
                  </a:lnTo>
                  <a:lnTo>
                    <a:pt x="1034218" y="1384032"/>
                  </a:lnTo>
                  <a:lnTo>
                    <a:pt x="1034221" y="1384025"/>
                  </a:lnTo>
                  <a:lnTo>
                    <a:pt x="1034229" y="1384006"/>
                  </a:lnTo>
                  <a:lnTo>
                    <a:pt x="1034244" y="1383982"/>
                  </a:lnTo>
                  <a:lnTo>
                    <a:pt x="1034255" y="1383955"/>
                  </a:lnTo>
                  <a:lnTo>
                    <a:pt x="1034259" y="1383945"/>
                  </a:lnTo>
                  <a:lnTo>
                    <a:pt x="1034264" y="1383929"/>
                  </a:lnTo>
                  <a:lnTo>
                    <a:pt x="1034266" y="1383915"/>
                  </a:lnTo>
                  <a:lnTo>
                    <a:pt x="1034269" y="1383904"/>
                  </a:lnTo>
                  <a:lnTo>
                    <a:pt x="1034276" y="1383872"/>
                  </a:lnTo>
                  <a:lnTo>
                    <a:pt x="1034282" y="1383848"/>
                  </a:lnTo>
                  <a:lnTo>
                    <a:pt x="1034286" y="1383836"/>
                  </a:lnTo>
                  <a:lnTo>
                    <a:pt x="1034298" y="1383798"/>
                  </a:lnTo>
                  <a:lnTo>
                    <a:pt x="1034304" y="1383780"/>
                  </a:lnTo>
                  <a:lnTo>
                    <a:pt x="1034305" y="1383767"/>
                  </a:lnTo>
                  <a:lnTo>
                    <a:pt x="1034307" y="1383728"/>
                  </a:lnTo>
                  <a:lnTo>
                    <a:pt x="1034307" y="1383711"/>
                  </a:lnTo>
                  <a:lnTo>
                    <a:pt x="1034310" y="1383692"/>
                  </a:lnTo>
                  <a:lnTo>
                    <a:pt x="1034313" y="1383674"/>
                  </a:lnTo>
                  <a:lnTo>
                    <a:pt x="1034318" y="1383655"/>
                  </a:lnTo>
                  <a:lnTo>
                    <a:pt x="1034325" y="1383633"/>
                  </a:lnTo>
                  <a:lnTo>
                    <a:pt x="1034330" y="1383615"/>
                  </a:lnTo>
                  <a:lnTo>
                    <a:pt x="1034329" y="1383604"/>
                  </a:lnTo>
                  <a:lnTo>
                    <a:pt x="1034322" y="1383585"/>
                  </a:lnTo>
                  <a:lnTo>
                    <a:pt x="1034318" y="1383564"/>
                  </a:lnTo>
                  <a:lnTo>
                    <a:pt x="1034320" y="1383550"/>
                  </a:lnTo>
                  <a:lnTo>
                    <a:pt x="1034324" y="1383539"/>
                  </a:lnTo>
                  <a:lnTo>
                    <a:pt x="1034327" y="1383530"/>
                  </a:lnTo>
                  <a:lnTo>
                    <a:pt x="1034333" y="1383518"/>
                  </a:lnTo>
                  <a:lnTo>
                    <a:pt x="1034341" y="1383507"/>
                  </a:lnTo>
                  <a:lnTo>
                    <a:pt x="1034351" y="1383490"/>
                  </a:lnTo>
                  <a:lnTo>
                    <a:pt x="1034363" y="1383475"/>
                  </a:lnTo>
                  <a:lnTo>
                    <a:pt x="1034378" y="1383450"/>
                  </a:lnTo>
                  <a:lnTo>
                    <a:pt x="1034384" y="1383440"/>
                  </a:lnTo>
                  <a:lnTo>
                    <a:pt x="1034393" y="1383421"/>
                  </a:lnTo>
                  <a:lnTo>
                    <a:pt x="1034398" y="1383412"/>
                  </a:lnTo>
                  <a:lnTo>
                    <a:pt x="1034408" y="1383395"/>
                  </a:lnTo>
                  <a:lnTo>
                    <a:pt x="1034417" y="1383381"/>
                  </a:lnTo>
                  <a:lnTo>
                    <a:pt x="1034431" y="1383358"/>
                  </a:lnTo>
                  <a:lnTo>
                    <a:pt x="1034441" y="1383340"/>
                  </a:lnTo>
                  <a:lnTo>
                    <a:pt x="1034445" y="1383332"/>
                  </a:lnTo>
                  <a:lnTo>
                    <a:pt x="1034450" y="1383319"/>
                  </a:lnTo>
                  <a:lnTo>
                    <a:pt x="1034456" y="1383297"/>
                  </a:lnTo>
                  <a:lnTo>
                    <a:pt x="1034462" y="1383275"/>
                  </a:lnTo>
                  <a:lnTo>
                    <a:pt x="1034469" y="1383249"/>
                  </a:lnTo>
                  <a:lnTo>
                    <a:pt x="1034470" y="1383228"/>
                  </a:lnTo>
                  <a:lnTo>
                    <a:pt x="1034469" y="1383212"/>
                  </a:lnTo>
                  <a:lnTo>
                    <a:pt x="1034469" y="1383200"/>
                  </a:lnTo>
                  <a:lnTo>
                    <a:pt x="1034470" y="1383182"/>
                  </a:lnTo>
                  <a:lnTo>
                    <a:pt x="1034474" y="1383156"/>
                  </a:lnTo>
                  <a:lnTo>
                    <a:pt x="1034482" y="1383108"/>
                  </a:lnTo>
                  <a:lnTo>
                    <a:pt x="1034483" y="1383070"/>
                  </a:lnTo>
                  <a:lnTo>
                    <a:pt x="1034486" y="1383044"/>
                  </a:lnTo>
                  <a:lnTo>
                    <a:pt x="1034491" y="1383026"/>
                  </a:lnTo>
                  <a:lnTo>
                    <a:pt x="1034500" y="1383012"/>
                  </a:lnTo>
                  <a:lnTo>
                    <a:pt x="1034511" y="1382997"/>
                  </a:lnTo>
                  <a:lnTo>
                    <a:pt x="1034520" y="1382986"/>
                  </a:lnTo>
                  <a:lnTo>
                    <a:pt x="1034538" y="1382967"/>
                  </a:lnTo>
                  <a:lnTo>
                    <a:pt x="1034552" y="1382951"/>
                  </a:lnTo>
                  <a:lnTo>
                    <a:pt x="1034563" y="1382936"/>
                  </a:lnTo>
                  <a:lnTo>
                    <a:pt x="1034583" y="1382916"/>
                  </a:lnTo>
                  <a:lnTo>
                    <a:pt x="1034587" y="1382911"/>
                  </a:lnTo>
                  <a:lnTo>
                    <a:pt x="1034602" y="1382893"/>
                  </a:lnTo>
                  <a:lnTo>
                    <a:pt x="1034605" y="1382882"/>
                  </a:lnTo>
                  <a:lnTo>
                    <a:pt x="1034608" y="1382873"/>
                  </a:lnTo>
                  <a:lnTo>
                    <a:pt x="1034607" y="1382859"/>
                  </a:lnTo>
                  <a:lnTo>
                    <a:pt x="1034606" y="1382846"/>
                  </a:lnTo>
                  <a:lnTo>
                    <a:pt x="1034597" y="1382835"/>
                  </a:lnTo>
                  <a:lnTo>
                    <a:pt x="1034582" y="1382829"/>
                  </a:lnTo>
                  <a:lnTo>
                    <a:pt x="1034571" y="1382823"/>
                  </a:lnTo>
                  <a:lnTo>
                    <a:pt x="1034560" y="1382818"/>
                  </a:lnTo>
                  <a:lnTo>
                    <a:pt x="1034555" y="1382813"/>
                  </a:lnTo>
                  <a:lnTo>
                    <a:pt x="1034545" y="1382804"/>
                  </a:lnTo>
                  <a:lnTo>
                    <a:pt x="1034533" y="1382791"/>
                  </a:lnTo>
                  <a:lnTo>
                    <a:pt x="1034525" y="1382777"/>
                  </a:lnTo>
                  <a:lnTo>
                    <a:pt x="1034521" y="1382762"/>
                  </a:lnTo>
                  <a:lnTo>
                    <a:pt x="1034518" y="1382744"/>
                  </a:lnTo>
                  <a:lnTo>
                    <a:pt x="1034519" y="1382730"/>
                  </a:lnTo>
                  <a:lnTo>
                    <a:pt x="1034526" y="1382711"/>
                  </a:lnTo>
                  <a:lnTo>
                    <a:pt x="1034531" y="1382703"/>
                  </a:lnTo>
                  <a:lnTo>
                    <a:pt x="1034547" y="1382684"/>
                  </a:lnTo>
                  <a:lnTo>
                    <a:pt x="1034568" y="1382670"/>
                  </a:lnTo>
                  <a:lnTo>
                    <a:pt x="1034584" y="1382658"/>
                  </a:lnTo>
                  <a:lnTo>
                    <a:pt x="1034598" y="1382646"/>
                  </a:lnTo>
                  <a:lnTo>
                    <a:pt x="1034614" y="1382633"/>
                  </a:lnTo>
                  <a:lnTo>
                    <a:pt x="1034627" y="1382620"/>
                  </a:lnTo>
                  <a:lnTo>
                    <a:pt x="1034634" y="1382610"/>
                  </a:lnTo>
                  <a:lnTo>
                    <a:pt x="1034639" y="1382598"/>
                  </a:lnTo>
                  <a:lnTo>
                    <a:pt x="1034643" y="1382587"/>
                  </a:lnTo>
                  <a:lnTo>
                    <a:pt x="1034649" y="1382569"/>
                  </a:lnTo>
                  <a:lnTo>
                    <a:pt x="1034649" y="1382552"/>
                  </a:lnTo>
                  <a:lnTo>
                    <a:pt x="1034648" y="1382538"/>
                  </a:lnTo>
                  <a:lnTo>
                    <a:pt x="1034648" y="1382519"/>
                  </a:lnTo>
                  <a:lnTo>
                    <a:pt x="1034649" y="1382503"/>
                  </a:lnTo>
                  <a:lnTo>
                    <a:pt x="1034657" y="1382478"/>
                  </a:lnTo>
                  <a:lnTo>
                    <a:pt x="1034664" y="1382460"/>
                  </a:lnTo>
                  <a:lnTo>
                    <a:pt x="1034666" y="1382439"/>
                  </a:lnTo>
                  <a:lnTo>
                    <a:pt x="1034663" y="1382431"/>
                  </a:lnTo>
                  <a:lnTo>
                    <a:pt x="1034649" y="1382410"/>
                  </a:lnTo>
                  <a:lnTo>
                    <a:pt x="1034638" y="1382395"/>
                  </a:lnTo>
                  <a:lnTo>
                    <a:pt x="1034632" y="1382388"/>
                  </a:lnTo>
                  <a:lnTo>
                    <a:pt x="1034619" y="1382370"/>
                  </a:lnTo>
                  <a:lnTo>
                    <a:pt x="1034614" y="1382361"/>
                  </a:lnTo>
                  <a:lnTo>
                    <a:pt x="1034612" y="1382351"/>
                  </a:lnTo>
                  <a:lnTo>
                    <a:pt x="1034611" y="1382336"/>
                  </a:lnTo>
                  <a:lnTo>
                    <a:pt x="1034612" y="1382324"/>
                  </a:lnTo>
                  <a:lnTo>
                    <a:pt x="1034615" y="1382309"/>
                  </a:lnTo>
                  <a:lnTo>
                    <a:pt x="1034619" y="1382299"/>
                  </a:lnTo>
                  <a:lnTo>
                    <a:pt x="1034629" y="1382270"/>
                  </a:lnTo>
                  <a:lnTo>
                    <a:pt x="1034633" y="1382259"/>
                  </a:lnTo>
                  <a:lnTo>
                    <a:pt x="1034639" y="1382245"/>
                  </a:lnTo>
                  <a:lnTo>
                    <a:pt x="1034649" y="1382220"/>
                  </a:lnTo>
                  <a:lnTo>
                    <a:pt x="1034654" y="1382201"/>
                  </a:lnTo>
                  <a:lnTo>
                    <a:pt x="1034657" y="1382187"/>
                  </a:lnTo>
                  <a:lnTo>
                    <a:pt x="1034658" y="1382170"/>
                  </a:lnTo>
                  <a:lnTo>
                    <a:pt x="1034659" y="1382157"/>
                  </a:lnTo>
                  <a:lnTo>
                    <a:pt x="1034656" y="1382140"/>
                  </a:lnTo>
                  <a:lnTo>
                    <a:pt x="1034652" y="1382125"/>
                  </a:lnTo>
                  <a:lnTo>
                    <a:pt x="1034643" y="1382103"/>
                  </a:lnTo>
                  <a:lnTo>
                    <a:pt x="1034626" y="1382070"/>
                  </a:lnTo>
                  <a:lnTo>
                    <a:pt x="1034618" y="1382059"/>
                  </a:lnTo>
                  <a:lnTo>
                    <a:pt x="1034605" y="1382044"/>
                  </a:lnTo>
                  <a:lnTo>
                    <a:pt x="1034596" y="1382031"/>
                  </a:lnTo>
                  <a:lnTo>
                    <a:pt x="1034590" y="1382013"/>
                  </a:lnTo>
                  <a:lnTo>
                    <a:pt x="1034585" y="1381986"/>
                  </a:lnTo>
                  <a:lnTo>
                    <a:pt x="1034582" y="1381967"/>
                  </a:lnTo>
                  <a:lnTo>
                    <a:pt x="1034582" y="1381949"/>
                  </a:lnTo>
                  <a:lnTo>
                    <a:pt x="1034583" y="1381929"/>
                  </a:lnTo>
                  <a:lnTo>
                    <a:pt x="1034584" y="1381917"/>
                  </a:lnTo>
                  <a:lnTo>
                    <a:pt x="1034588" y="1381899"/>
                  </a:lnTo>
                  <a:lnTo>
                    <a:pt x="1034594" y="1381885"/>
                  </a:lnTo>
                  <a:lnTo>
                    <a:pt x="1034602" y="1381873"/>
                  </a:lnTo>
                  <a:lnTo>
                    <a:pt x="1034607" y="1381863"/>
                  </a:lnTo>
                  <a:lnTo>
                    <a:pt x="1034619" y="1381851"/>
                  </a:lnTo>
                  <a:lnTo>
                    <a:pt x="1034628" y="1381841"/>
                  </a:lnTo>
                  <a:lnTo>
                    <a:pt x="1034637" y="1381829"/>
                  </a:lnTo>
                  <a:lnTo>
                    <a:pt x="1034642" y="1381816"/>
                  </a:lnTo>
                  <a:lnTo>
                    <a:pt x="1034644" y="1381804"/>
                  </a:lnTo>
                  <a:lnTo>
                    <a:pt x="1034644" y="1381795"/>
                  </a:lnTo>
                  <a:lnTo>
                    <a:pt x="1034638" y="1381789"/>
                  </a:lnTo>
                  <a:lnTo>
                    <a:pt x="1034632" y="1381784"/>
                  </a:lnTo>
                  <a:lnTo>
                    <a:pt x="1034621" y="1381778"/>
                  </a:lnTo>
                  <a:lnTo>
                    <a:pt x="1034593" y="1381766"/>
                  </a:lnTo>
                  <a:lnTo>
                    <a:pt x="1034566" y="1381753"/>
                  </a:lnTo>
                  <a:lnTo>
                    <a:pt x="1034551" y="1381744"/>
                  </a:lnTo>
                  <a:lnTo>
                    <a:pt x="1034547" y="1381734"/>
                  </a:lnTo>
                  <a:lnTo>
                    <a:pt x="1034545" y="1381723"/>
                  </a:lnTo>
                  <a:lnTo>
                    <a:pt x="1034545" y="1381712"/>
                  </a:lnTo>
                  <a:lnTo>
                    <a:pt x="1034546" y="1381695"/>
                  </a:lnTo>
                  <a:lnTo>
                    <a:pt x="1034549" y="1381673"/>
                  </a:lnTo>
                  <a:lnTo>
                    <a:pt x="1034550" y="1381657"/>
                  </a:lnTo>
                  <a:lnTo>
                    <a:pt x="1034554" y="1381645"/>
                  </a:lnTo>
                  <a:lnTo>
                    <a:pt x="1034560" y="1381626"/>
                  </a:lnTo>
                  <a:lnTo>
                    <a:pt x="1034574" y="1381595"/>
                  </a:lnTo>
                  <a:lnTo>
                    <a:pt x="1034583" y="1381573"/>
                  </a:lnTo>
                  <a:lnTo>
                    <a:pt x="1034587" y="1381557"/>
                  </a:lnTo>
                  <a:lnTo>
                    <a:pt x="1034591" y="1381540"/>
                  </a:lnTo>
                  <a:lnTo>
                    <a:pt x="1034590" y="1381529"/>
                  </a:lnTo>
                  <a:lnTo>
                    <a:pt x="1034587" y="1381500"/>
                  </a:lnTo>
                  <a:lnTo>
                    <a:pt x="1034584" y="1381485"/>
                  </a:lnTo>
                  <a:lnTo>
                    <a:pt x="1034579" y="1381456"/>
                  </a:lnTo>
                  <a:lnTo>
                    <a:pt x="1034576" y="1381435"/>
                  </a:lnTo>
                  <a:lnTo>
                    <a:pt x="1034572" y="1381421"/>
                  </a:lnTo>
                  <a:lnTo>
                    <a:pt x="1034567" y="1381405"/>
                  </a:lnTo>
                  <a:lnTo>
                    <a:pt x="1034559" y="1381382"/>
                  </a:lnTo>
                  <a:lnTo>
                    <a:pt x="1034543" y="1381352"/>
                  </a:lnTo>
                  <a:lnTo>
                    <a:pt x="1034527" y="1381327"/>
                  </a:lnTo>
                  <a:lnTo>
                    <a:pt x="1034513" y="1381302"/>
                  </a:lnTo>
                  <a:lnTo>
                    <a:pt x="1034506" y="1381284"/>
                  </a:lnTo>
                  <a:lnTo>
                    <a:pt x="1034497" y="1381264"/>
                  </a:lnTo>
                  <a:lnTo>
                    <a:pt x="1034493" y="1381246"/>
                  </a:lnTo>
                  <a:lnTo>
                    <a:pt x="1034491" y="1381219"/>
                  </a:lnTo>
                  <a:lnTo>
                    <a:pt x="1034495" y="1381186"/>
                  </a:lnTo>
                  <a:lnTo>
                    <a:pt x="1034498" y="1381160"/>
                  </a:lnTo>
                  <a:lnTo>
                    <a:pt x="1034498" y="1381143"/>
                  </a:lnTo>
                  <a:lnTo>
                    <a:pt x="1034493" y="1381129"/>
                  </a:lnTo>
                  <a:lnTo>
                    <a:pt x="1034485" y="1381124"/>
                  </a:lnTo>
                  <a:lnTo>
                    <a:pt x="1034469" y="1381122"/>
                  </a:lnTo>
                  <a:lnTo>
                    <a:pt x="1034457" y="1381122"/>
                  </a:lnTo>
                  <a:lnTo>
                    <a:pt x="1034441" y="1381120"/>
                  </a:lnTo>
                  <a:lnTo>
                    <a:pt x="1034426" y="1381116"/>
                  </a:lnTo>
                  <a:lnTo>
                    <a:pt x="1034412" y="1381109"/>
                  </a:lnTo>
                  <a:lnTo>
                    <a:pt x="1034402" y="1381103"/>
                  </a:lnTo>
                  <a:lnTo>
                    <a:pt x="1034389" y="1381094"/>
                  </a:lnTo>
                  <a:lnTo>
                    <a:pt x="1034378" y="1381084"/>
                  </a:lnTo>
                  <a:lnTo>
                    <a:pt x="1034371" y="1381071"/>
                  </a:lnTo>
                  <a:lnTo>
                    <a:pt x="1034368" y="1381064"/>
                  </a:lnTo>
                  <a:lnTo>
                    <a:pt x="1034367" y="1381051"/>
                  </a:lnTo>
                  <a:lnTo>
                    <a:pt x="1034370" y="1381037"/>
                  </a:lnTo>
                  <a:lnTo>
                    <a:pt x="1034377" y="1381020"/>
                  </a:lnTo>
                  <a:lnTo>
                    <a:pt x="1034390" y="1381001"/>
                  </a:lnTo>
                  <a:lnTo>
                    <a:pt x="1034399" y="1380988"/>
                  </a:lnTo>
                  <a:lnTo>
                    <a:pt x="1034411" y="1380975"/>
                  </a:lnTo>
                  <a:lnTo>
                    <a:pt x="1034418" y="1380964"/>
                  </a:lnTo>
                  <a:lnTo>
                    <a:pt x="1034424" y="1380954"/>
                  </a:lnTo>
                  <a:lnTo>
                    <a:pt x="1034428" y="1380937"/>
                  </a:lnTo>
                  <a:lnTo>
                    <a:pt x="1034428" y="1380923"/>
                  </a:lnTo>
                  <a:lnTo>
                    <a:pt x="1034427" y="1380910"/>
                  </a:lnTo>
                  <a:lnTo>
                    <a:pt x="1034423" y="1380901"/>
                  </a:lnTo>
                  <a:lnTo>
                    <a:pt x="1034416" y="1380888"/>
                  </a:lnTo>
                  <a:lnTo>
                    <a:pt x="1034390" y="1380867"/>
                  </a:lnTo>
                  <a:lnTo>
                    <a:pt x="1034372" y="1380855"/>
                  </a:lnTo>
                  <a:lnTo>
                    <a:pt x="1034360" y="1380843"/>
                  </a:lnTo>
                  <a:lnTo>
                    <a:pt x="1034351" y="1380829"/>
                  </a:lnTo>
                  <a:lnTo>
                    <a:pt x="1034344" y="1380813"/>
                  </a:lnTo>
                  <a:lnTo>
                    <a:pt x="1034336" y="1380791"/>
                  </a:lnTo>
                  <a:lnTo>
                    <a:pt x="1034330" y="1380771"/>
                  </a:lnTo>
                  <a:lnTo>
                    <a:pt x="1034323" y="1380745"/>
                  </a:lnTo>
                  <a:lnTo>
                    <a:pt x="1034320" y="1380726"/>
                  </a:lnTo>
                  <a:lnTo>
                    <a:pt x="1034320" y="1380706"/>
                  </a:lnTo>
                  <a:lnTo>
                    <a:pt x="1034322" y="1380687"/>
                  </a:lnTo>
                  <a:lnTo>
                    <a:pt x="1034327" y="1380671"/>
                  </a:lnTo>
                  <a:lnTo>
                    <a:pt x="1034331" y="1380660"/>
                  </a:lnTo>
                  <a:lnTo>
                    <a:pt x="1034341" y="1380642"/>
                  </a:lnTo>
                  <a:lnTo>
                    <a:pt x="1034350" y="1380630"/>
                  </a:lnTo>
                  <a:lnTo>
                    <a:pt x="1034362" y="1380624"/>
                  </a:lnTo>
                  <a:lnTo>
                    <a:pt x="1034382" y="1380623"/>
                  </a:lnTo>
                  <a:lnTo>
                    <a:pt x="1034409" y="1380625"/>
                  </a:lnTo>
                  <a:lnTo>
                    <a:pt x="1034432" y="1380628"/>
                  </a:lnTo>
                  <a:lnTo>
                    <a:pt x="1034444" y="1380629"/>
                  </a:lnTo>
                  <a:lnTo>
                    <a:pt x="1034461" y="1380629"/>
                  </a:lnTo>
                  <a:lnTo>
                    <a:pt x="1034485" y="1380623"/>
                  </a:lnTo>
                  <a:lnTo>
                    <a:pt x="1034542" y="1380599"/>
                  </a:lnTo>
                  <a:lnTo>
                    <a:pt x="1034594" y="1380576"/>
                  </a:lnTo>
                  <a:lnTo>
                    <a:pt x="1034610" y="1380563"/>
                  </a:lnTo>
                  <a:lnTo>
                    <a:pt x="1034620" y="1380551"/>
                  </a:lnTo>
                  <a:lnTo>
                    <a:pt x="1034630" y="1380525"/>
                  </a:lnTo>
                  <a:lnTo>
                    <a:pt x="1034638" y="1380498"/>
                  </a:lnTo>
                  <a:lnTo>
                    <a:pt x="1034647" y="1380470"/>
                  </a:lnTo>
                  <a:lnTo>
                    <a:pt x="1034654" y="1380454"/>
                  </a:lnTo>
                  <a:lnTo>
                    <a:pt x="1034665" y="1380441"/>
                  </a:lnTo>
                  <a:lnTo>
                    <a:pt x="1034678" y="1380427"/>
                  </a:lnTo>
                  <a:lnTo>
                    <a:pt x="1034691" y="1380421"/>
                  </a:lnTo>
                  <a:lnTo>
                    <a:pt x="1034706" y="1380419"/>
                  </a:lnTo>
                  <a:lnTo>
                    <a:pt x="1034721" y="1380419"/>
                  </a:lnTo>
                  <a:lnTo>
                    <a:pt x="1034731" y="1380427"/>
                  </a:lnTo>
                  <a:lnTo>
                    <a:pt x="1034739" y="1380437"/>
                  </a:lnTo>
                  <a:lnTo>
                    <a:pt x="1034746" y="1380449"/>
                  </a:lnTo>
                  <a:lnTo>
                    <a:pt x="1034750" y="1380458"/>
                  </a:lnTo>
                  <a:lnTo>
                    <a:pt x="1034752" y="1380475"/>
                  </a:lnTo>
                  <a:lnTo>
                    <a:pt x="1034754" y="1380493"/>
                  </a:lnTo>
                  <a:lnTo>
                    <a:pt x="1034755" y="1380514"/>
                  </a:lnTo>
                  <a:lnTo>
                    <a:pt x="1034758" y="1380564"/>
                  </a:lnTo>
                  <a:lnTo>
                    <a:pt x="1034761" y="1380619"/>
                  </a:lnTo>
                  <a:lnTo>
                    <a:pt x="1034762" y="1380646"/>
                  </a:lnTo>
                  <a:lnTo>
                    <a:pt x="1034765" y="1380669"/>
                  </a:lnTo>
                  <a:lnTo>
                    <a:pt x="1034767" y="1380684"/>
                  </a:lnTo>
                  <a:lnTo>
                    <a:pt x="1034770" y="1380701"/>
                  </a:lnTo>
                  <a:lnTo>
                    <a:pt x="1034777" y="1380720"/>
                  </a:lnTo>
                  <a:lnTo>
                    <a:pt x="1034785" y="1380736"/>
                  </a:lnTo>
                  <a:lnTo>
                    <a:pt x="1034794" y="1380745"/>
                  </a:lnTo>
                  <a:lnTo>
                    <a:pt x="1034809" y="1380758"/>
                  </a:lnTo>
                  <a:lnTo>
                    <a:pt x="1034830" y="1380767"/>
                  </a:lnTo>
                  <a:lnTo>
                    <a:pt x="1034844" y="1380770"/>
                  </a:lnTo>
                  <a:lnTo>
                    <a:pt x="1034863" y="1380773"/>
                  </a:lnTo>
                  <a:lnTo>
                    <a:pt x="1034893" y="1380777"/>
                  </a:lnTo>
                  <a:lnTo>
                    <a:pt x="1034926" y="1380779"/>
                  </a:lnTo>
                  <a:lnTo>
                    <a:pt x="1034947" y="1380781"/>
                  </a:lnTo>
                  <a:lnTo>
                    <a:pt x="1034963" y="1380783"/>
                  </a:lnTo>
                  <a:lnTo>
                    <a:pt x="1034975" y="1380788"/>
                  </a:lnTo>
                  <a:lnTo>
                    <a:pt x="1034989" y="1380798"/>
                  </a:lnTo>
                  <a:lnTo>
                    <a:pt x="1034997" y="1380806"/>
                  </a:lnTo>
                  <a:lnTo>
                    <a:pt x="1035015" y="1380822"/>
                  </a:lnTo>
                  <a:lnTo>
                    <a:pt x="1035035" y="1380834"/>
                  </a:lnTo>
                  <a:lnTo>
                    <a:pt x="1035048" y="1380839"/>
                  </a:lnTo>
                  <a:lnTo>
                    <a:pt x="1035062" y="1380844"/>
                  </a:lnTo>
                  <a:lnTo>
                    <a:pt x="1035077" y="1380846"/>
                  </a:lnTo>
                  <a:lnTo>
                    <a:pt x="1035091" y="1380844"/>
                  </a:lnTo>
                  <a:lnTo>
                    <a:pt x="1035114" y="1380839"/>
                  </a:lnTo>
                  <a:lnTo>
                    <a:pt x="1035133" y="1380833"/>
                  </a:lnTo>
                  <a:lnTo>
                    <a:pt x="1035164" y="1380825"/>
                  </a:lnTo>
                  <a:lnTo>
                    <a:pt x="1035197" y="1380814"/>
                  </a:lnTo>
                  <a:lnTo>
                    <a:pt x="1035263" y="1380791"/>
                  </a:lnTo>
                  <a:lnTo>
                    <a:pt x="1035297" y="1380776"/>
                  </a:lnTo>
                  <a:lnTo>
                    <a:pt x="1035316" y="1380769"/>
                  </a:lnTo>
                  <a:lnTo>
                    <a:pt x="1035327" y="1380762"/>
                  </a:lnTo>
                  <a:lnTo>
                    <a:pt x="1035337" y="1380758"/>
                  </a:lnTo>
                  <a:lnTo>
                    <a:pt x="1035353" y="1380751"/>
                  </a:lnTo>
                  <a:lnTo>
                    <a:pt x="1035361" y="1380745"/>
                  </a:lnTo>
                  <a:lnTo>
                    <a:pt x="1035367" y="1380739"/>
                  </a:lnTo>
                  <a:lnTo>
                    <a:pt x="1035374" y="1380732"/>
                  </a:lnTo>
                  <a:lnTo>
                    <a:pt x="1035382" y="1380719"/>
                  </a:lnTo>
                  <a:lnTo>
                    <a:pt x="1035393" y="1380705"/>
                  </a:lnTo>
                  <a:lnTo>
                    <a:pt x="1035402" y="1380687"/>
                  </a:lnTo>
                  <a:lnTo>
                    <a:pt x="1035421" y="1380655"/>
                  </a:lnTo>
                  <a:lnTo>
                    <a:pt x="1035434" y="1380628"/>
                  </a:lnTo>
                  <a:lnTo>
                    <a:pt x="1035447" y="1380606"/>
                  </a:lnTo>
                  <a:lnTo>
                    <a:pt x="1035460" y="1380579"/>
                  </a:lnTo>
                  <a:lnTo>
                    <a:pt x="1035480" y="1380526"/>
                  </a:lnTo>
                  <a:lnTo>
                    <a:pt x="1035495" y="1380481"/>
                  </a:lnTo>
                  <a:lnTo>
                    <a:pt x="1035502" y="1380447"/>
                  </a:lnTo>
                  <a:lnTo>
                    <a:pt x="1035509" y="1380417"/>
                  </a:lnTo>
                  <a:lnTo>
                    <a:pt x="1035511" y="1380386"/>
                  </a:lnTo>
                  <a:lnTo>
                    <a:pt x="1035511" y="1380359"/>
                  </a:lnTo>
                  <a:lnTo>
                    <a:pt x="1035512" y="1380333"/>
                  </a:lnTo>
                  <a:lnTo>
                    <a:pt x="1035512" y="1380312"/>
                  </a:lnTo>
                  <a:lnTo>
                    <a:pt x="1035514" y="1380295"/>
                  </a:lnTo>
                  <a:lnTo>
                    <a:pt x="1035518" y="1380276"/>
                  </a:lnTo>
                  <a:lnTo>
                    <a:pt x="1035523" y="1380255"/>
                  </a:lnTo>
                  <a:lnTo>
                    <a:pt x="1035530" y="1380233"/>
                  </a:lnTo>
                  <a:lnTo>
                    <a:pt x="1035543" y="1380203"/>
                  </a:lnTo>
                  <a:lnTo>
                    <a:pt x="1035558" y="1380177"/>
                  </a:lnTo>
                  <a:lnTo>
                    <a:pt x="1035575" y="1380162"/>
                  </a:lnTo>
                  <a:lnTo>
                    <a:pt x="1035585" y="1380151"/>
                  </a:lnTo>
                  <a:lnTo>
                    <a:pt x="1035596" y="1380142"/>
                  </a:lnTo>
                  <a:lnTo>
                    <a:pt x="1035611" y="1380130"/>
                  </a:lnTo>
                  <a:lnTo>
                    <a:pt x="1035622" y="1380123"/>
                  </a:lnTo>
                  <a:lnTo>
                    <a:pt x="1035636" y="1380112"/>
                  </a:lnTo>
                  <a:lnTo>
                    <a:pt x="1035657" y="1380100"/>
                  </a:lnTo>
                  <a:lnTo>
                    <a:pt x="1035684" y="1380083"/>
                  </a:lnTo>
                  <a:lnTo>
                    <a:pt x="1035711" y="1380070"/>
                  </a:lnTo>
                  <a:lnTo>
                    <a:pt x="1035738" y="1380063"/>
                  </a:lnTo>
                  <a:lnTo>
                    <a:pt x="1035759" y="1380058"/>
                  </a:lnTo>
                  <a:lnTo>
                    <a:pt x="1035783" y="1380053"/>
                  </a:lnTo>
                  <a:lnTo>
                    <a:pt x="1035792" y="1380057"/>
                  </a:lnTo>
                  <a:lnTo>
                    <a:pt x="1035819" y="1380063"/>
                  </a:lnTo>
                  <a:lnTo>
                    <a:pt x="1035846" y="1380072"/>
                  </a:lnTo>
                  <a:lnTo>
                    <a:pt x="1035873" y="1380072"/>
                  </a:lnTo>
                  <a:lnTo>
                    <a:pt x="1035889" y="1380066"/>
                  </a:lnTo>
                  <a:lnTo>
                    <a:pt x="1035900" y="1380055"/>
                  </a:lnTo>
                  <a:lnTo>
                    <a:pt x="1035953" y="1379970"/>
                  </a:lnTo>
                  <a:lnTo>
                    <a:pt x="1035966" y="1379955"/>
                  </a:lnTo>
                  <a:lnTo>
                    <a:pt x="1035982" y="1379922"/>
                  </a:lnTo>
                  <a:lnTo>
                    <a:pt x="1035985" y="1379893"/>
                  </a:lnTo>
                  <a:lnTo>
                    <a:pt x="1035989" y="1379863"/>
                  </a:lnTo>
                  <a:lnTo>
                    <a:pt x="1035990" y="1379838"/>
                  </a:lnTo>
                  <a:lnTo>
                    <a:pt x="1035991" y="1379810"/>
                  </a:lnTo>
                  <a:lnTo>
                    <a:pt x="1035984" y="1379745"/>
                  </a:lnTo>
                  <a:lnTo>
                    <a:pt x="1035987" y="1379725"/>
                  </a:lnTo>
                  <a:lnTo>
                    <a:pt x="1035996" y="1379713"/>
                  </a:lnTo>
                  <a:lnTo>
                    <a:pt x="1036003" y="1379705"/>
                  </a:lnTo>
                  <a:lnTo>
                    <a:pt x="1036011" y="1379697"/>
                  </a:lnTo>
                  <a:lnTo>
                    <a:pt x="1036033" y="1379682"/>
                  </a:lnTo>
                  <a:lnTo>
                    <a:pt x="1036087" y="1379664"/>
                  </a:lnTo>
                  <a:lnTo>
                    <a:pt x="1036116" y="1379656"/>
                  </a:lnTo>
                  <a:lnTo>
                    <a:pt x="1036141" y="1379647"/>
                  </a:lnTo>
                  <a:lnTo>
                    <a:pt x="1036160" y="1379631"/>
                  </a:lnTo>
                  <a:lnTo>
                    <a:pt x="1036170" y="1379619"/>
                  </a:lnTo>
                  <a:lnTo>
                    <a:pt x="1036173" y="1379606"/>
                  </a:lnTo>
                  <a:lnTo>
                    <a:pt x="1036175" y="1379597"/>
                  </a:lnTo>
                  <a:lnTo>
                    <a:pt x="1036175" y="1379575"/>
                  </a:lnTo>
                  <a:lnTo>
                    <a:pt x="1036169" y="1379543"/>
                  </a:lnTo>
                  <a:lnTo>
                    <a:pt x="1036165" y="1379519"/>
                  </a:lnTo>
                  <a:lnTo>
                    <a:pt x="1036169" y="1379491"/>
                  </a:lnTo>
                  <a:lnTo>
                    <a:pt x="1036180" y="1379469"/>
                  </a:lnTo>
                  <a:lnTo>
                    <a:pt x="1036197" y="1379456"/>
                  </a:lnTo>
                  <a:lnTo>
                    <a:pt x="1036227" y="1379435"/>
                  </a:lnTo>
                  <a:lnTo>
                    <a:pt x="1036242" y="1379424"/>
                  </a:lnTo>
                  <a:lnTo>
                    <a:pt x="1036269" y="1379408"/>
                  </a:lnTo>
                  <a:lnTo>
                    <a:pt x="1036296" y="1379387"/>
                  </a:lnTo>
                  <a:lnTo>
                    <a:pt x="1036323" y="1379363"/>
                  </a:lnTo>
                  <a:lnTo>
                    <a:pt x="1036337" y="1379350"/>
                  </a:lnTo>
                  <a:lnTo>
                    <a:pt x="1036345" y="1379339"/>
                  </a:lnTo>
                  <a:lnTo>
                    <a:pt x="1036355" y="1379324"/>
                  </a:lnTo>
                  <a:lnTo>
                    <a:pt x="1036361" y="1379311"/>
                  </a:lnTo>
                  <a:lnTo>
                    <a:pt x="1036369" y="1379283"/>
                  </a:lnTo>
                  <a:lnTo>
                    <a:pt x="1036375" y="1379266"/>
                  </a:lnTo>
                  <a:lnTo>
                    <a:pt x="1036388" y="1379233"/>
                  </a:lnTo>
                  <a:lnTo>
                    <a:pt x="1036398" y="1379206"/>
                  </a:lnTo>
                  <a:lnTo>
                    <a:pt x="1036405" y="1379190"/>
                  </a:lnTo>
                  <a:lnTo>
                    <a:pt x="1036414" y="1379177"/>
                  </a:lnTo>
                  <a:lnTo>
                    <a:pt x="1036428" y="1379161"/>
                  </a:lnTo>
                  <a:lnTo>
                    <a:pt x="1036443" y="1379148"/>
                  </a:lnTo>
                  <a:lnTo>
                    <a:pt x="1036465" y="1379127"/>
                  </a:lnTo>
                  <a:lnTo>
                    <a:pt x="1036486" y="1379103"/>
                  </a:lnTo>
                  <a:lnTo>
                    <a:pt x="1036495" y="1379092"/>
                  </a:lnTo>
                  <a:lnTo>
                    <a:pt x="1036502" y="1379084"/>
                  </a:lnTo>
                  <a:lnTo>
                    <a:pt x="1036507" y="1379077"/>
                  </a:lnTo>
                  <a:lnTo>
                    <a:pt x="1036513" y="1379066"/>
                  </a:lnTo>
                  <a:lnTo>
                    <a:pt x="1036525" y="1379038"/>
                  </a:lnTo>
                  <a:lnTo>
                    <a:pt x="1036536" y="1379016"/>
                  </a:lnTo>
                  <a:lnTo>
                    <a:pt x="1036551" y="1378995"/>
                  </a:lnTo>
                  <a:lnTo>
                    <a:pt x="1036555" y="1378984"/>
                  </a:lnTo>
                  <a:lnTo>
                    <a:pt x="1036568" y="1378962"/>
                  </a:lnTo>
                  <a:lnTo>
                    <a:pt x="1036581" y="1378944"/>
                  </a:lnTo>
                  <a:lnTo>
                    <a:pt x="1036601" y="1378923"/>
                  </a:lnTo>
                  <a:lnTo>
                    <a:pt x="1036631" y="1378893"/>
                  </a:lnTo>
                  <a:lnTo>
                    <a:pt x="1036653" y="1378872"/>
                  </a:lnTo>
                  <a:lnTo>
                    <a:pt x="1036690" y="1378842"/>
                  </a:lnTo>
                  <a:lnTo>
                    <a:pt x="1036707" y="1378828"/>
                  </a:lnTo>
                  <a:lnTo>
                    <a:pt x="1036717" y="1378815"/>
                  </a:lnTo>
                  <a:lnTo>
                    <a:pt x="1036725" y="1378806"/>
                  </a:lnTo>
                  <a:lnTo>
                    <a:pt x="1036731" y="1378794"/>
                  </a:lnTo>
                  <a:lnTo>
                    <a:pt x="1036742" y="1378767"/>
                  </a:lnTo>
                  <a:lnTo>
                    <a:pt x="1036747" y="1378752"/>
                  </a:lnTo>
                  <a:lnTo>
                    <a:pt x="1036754" y="1378725"/>
                  </a:lnTo>
                  <a:lnTo>
                    <a:pt x="1036772" y="1378692"/>
                  </a:lnTo>
                  <a:lnTo>
                    <a:pt x="1036792" y="1378669"/>
                  </a:lnTo>
                  <a:lnTo>
                    <a:pt x="1036799" y="1378658"/>
                  </a:lnTo>
                  <a:lnTo>
                    <a:pt x="1036810" y="1378641"/>
                  </a:lnTo>
                  <a:lnTo>
                    <a:pt x="1036815" y="1378624"/>
                  </a:lnTo>
                  <a:lnTo>
                    <a:pt x="1036815" y="1378614"/>
                  </a:lnTo>
                  <a:lnTo>
                    <a:pt x="1036810" y="1378591"/>
                  </a:lnTo>
                  <a:lnTo>
                    <a:pt x="1036805" y="1378573"/>
                  </a:lnTo>
                  <a:lnTo>
                    <a:pt x="1036797" y="1378558"/>
                  </a:lnTo>
                  <a:lnTo>
                    <a:pt x="1036781" y="1378530"/>
                  </a:lnTo>
                  <a:lnTo>
                    <a:pt x="1036775" y="1378502"/>
                  </a:lnTo>
                  <a:lnTo>
                    <a:pt x="1036777" y="1378473"/>
                  </a:lnTo>
                  <a:lnTo>
                    <a:pt x="1036773" y="1378447"/>
                  </a:lnTo>
                  <a:lnTo>
                    <a:pt x="1036768" y="1378432"/>
                  </a:lnTo>
                  <a:lnTo>
                    <a:pt x="1036759" y="1378419"/>
                  </a:lnTo>
                  <a:lnTo>
                    <a:pt x="1036748" y="1378397"/>
                  </a:lnTo>
                  <a:lnTo>
                    <a:pt x="1036748" y="1378391"/>
                  </a:lnTo>
                  <a:lnTo>
                    <a:pt x="1036754" y="1378374"/>
                  </a:lnTo>
                  <a:lnTo>
                    <a:pt x="1036761" y="1378363"/>
                  </a:lnTo>
                  <a:lnTo>
                    <a:pt x="1036764" y="1378356"/>
                  </a:lnTo>
                  <a:lnTo>
                    <a:pt x="1036772" y="1378329"/>
                  </a:lnTo>
                  <a:lnTo>
                    <a:pt x="1036786" y="1378295"/>
                  </a:lnTo>
                  <a:lnTo>
                    <a:pt x="1036804" y="1378267"/>
                  </a:lnTo>
                  <a:lnTo>
                    <a:pt x="1036815" y="1378244"/>
                  </a:lnTo>
                  <a:lnTo>
                    <a:pt x="1036824" y="1378226"/>
                  </a:lnTo>
                  <a:lnTo>
                    <a:pt x="1036838" y="1378205"/>
                  </a:lnTo>
                  <a:lnTo>
                    <a:pt x="1036842" y="1378198"/>
                  </a:lnTo>
                  <a:lnTo>
                    <a:pt x="1036852" y="1378178"/>
                  </a:lnTo>
                  <a:lnTo>
                    <a:pt x="1036859" y="1378150"/>
                  </a:lnTo>
                  <a:lnTo>
                    <a:pt x="1036868" y="1378121"/>
                  </a:lnTo>
                  <a:lnTo>
                    <a:pt x="1036876" y="1378098"/>
                  </a:lnTo>
                  <a:lnTo>
                    <a:pt x="1036886" y="1378074"/>
                  </a:lnTo>
                  <a:lnTo>
                    <a:pt x="1036891" y="1378067"/>
                  </a:lnTo>
                  <a:lnTo>
                    <a:pt x="1036901" y="1378052"/>
                  </a:lnTo>
                  <a:lnTo>
                    <a:pt x="1036911" y="1378041"/>
                  </a:lnTo>
                  <a:lnTo>
                    <a:pt x="1036926" y="1378013"/>
                  </a:lnTo>
                  <a:lnTo>
                    <a:pt x="1036937" y="1377991"/>
                  </a:lnTo>
                  <a:lnTo>
                    <a:pt x="1036940" y="1377984"/>
                  </a:lnTo>
                  <a:lnTo>
                    <a:pt x="1036944" y="1377954"/>
                  </a:lnTo>
                  <a:lnTo>
                    <a:pt x="1036947" y="1377927"/>
                  </a:lnTo>
                  <a:lnTo>
                    <a:pt x="1036950" y="1377904"/>
                  </a:lnTo>
                  <a:lnTo>
                    <a:pt x="1036956" y="1377887"/>
                  </a:lnTo>
                  <a:lnTo>
                    <a:pt x="1036961" y="1377871"/>
                  </a:lnTo>
                  <a:lnTo>
                    <a:pt x="1036967" y="1377862"/>
                  </a:lnTo>
                  <a:lnTo>
                    <a:pt x="1036982" y="1377848"/>
                  </a:lnTo>
                  <a:lnTo>
                    <a:pt x="1037002" y="1377835"/>
                  </a:lnTo>
                  <a:lnTo>
                    <a:pt x="1037009" y="1377833"/>
                  </a:lnTo>
                  <a:lnTo>
                    <a:pt x="1037036" y="1377816"/>
                  </a:lnTo>
                  <a:lnTo>
                    <a:pt x="1037063" y="1377798"/>
                  </a:lnTo>
                  <a:lnTo>
                    <a:pt x="1037075" y="1377786"/>
                  </a:lnTo>
                  <a:lnTo>
                    <a:pt x="1037081" y="1377777"/>
                  </a:lnTo>
                  <a:lnTo>
                    <a:pt x="1037082" y="1377772"/>
                  </a:lnTo>
                  <a:lnTo>
                    <a:pt x="1037091" y="1377744"/>
                  </a:lnTo>
                  <a:lnTo>
                    <a:pt x="1037096" y="1377716"/>
                  </a:lnTo>
                  <a:lnTo>
                    <a:pt x="1037099" y="1377690"/>
                  </a:lnTo>
                  <a:lnTo>
                    <a:pt x="1037100" y="1377660"/>
                  </a:lnTo>
                  <a:lnTo>
                    <a:pt x="1037104" y="1377632"/>
                  </a:lnTo>
                  <a:lnTo>
                    <a:pt x="1037106" y="1377624"/>
                  </a:lnTo>
                  <a:lnTo>
                    <a:pt x="1037111" y="1377605"/>
                  </a:lnTo>
                  <a:lnTo>
                    <a:pt x="1037120" y="1377579"/>
                  </a:lnTo>
                  <a:lnTo>
                    <a:pt x="1037129" y="1377549"/>
                  </a:lnTo>
                  <a:lnTo>
                    <a:pt x="1037134" y="1377527"/>
                  </a:lnTo>
                  <a:lnTo>
                    <a:pt x="1037149" y="1377492"/>
                  </a:lnTo>
                  <a:lnTo>
                    <a:pt x="1037157" y="1377472"/>
                  </a:lnTo>
                  <a:lnTo>
                    <a:pt x="1037168" y="1377444"/>
                  </a:lnTo>
                  <a:lnTo>
                    <a:pt x="1037179" y="1377415"/>
                  </a:lnTo>
                  <a:lnTo>
                    <a:pt x="1037193" y="1377388"/>
                  </a:lnTo>
                  <a:lnTo>
                    <a:pt x="1037209" y="1377360"/>
                  </a:lnTo>
                  <a:lnTo>
                    <a:pt x="1037225" y="1377332"/>
                  </a:lnTo>
                  <a:lnTo>
                    <a:pt x="1037240" y="1377310"/>
                  </a:lnTo>
                  <a:lnTo>
                    <a:pt x="1037252" y="1377295"/>
                  </a:lnTo>
                  <a:lnTo>
                    <a:pt x="1037270" y="1377280"/>
                  </a:lnTo>
                  <a:lnTo>
                    <a:pt x="1037280" y="1377273"/>
                  </a:lnTo>
                  <a:lnTo>
                    <a:pt x="1037294" y="1377263"/>
                  </a:lnTo>
                  <a:lnTo>
                    <a:pt x="1037309" y="1377259"/>
                  </a:lnTo>
                  <a:lnTo>
                    <a:pt x="1037324" y="1377254"/>
                  </a:lnTo>
                  <a:lnTo>
                    <a:pt x="1037351" y="1377248"/>
                  </a:lnTo>
                  <a:lnTo>
                    <a:pt x="1037377" y="1377241"/>
                  </a:lnTo>
                  <a:lnTo>
                    <a:pt x="1037403" y="1377232"/>
                  </a:lnTo>
                  <a:lnTo>
                    <a:pt x="1037412" y="1377223"/>
                  </a:lnTo>
                  <a:lnTo>
                    <a:pt x="1037416" y="1377216"/>
                  </a:lnTo>
                  <a:lnTo>
                    <a:pt x="1037428" y="1377189"/>
                  </a:lnTo>
                  <a:lnTo>
                    <a:pt x="1037435" y="1377168"/>
                  </a:lnTo>
                  <a:lnTo>
                    <a:pt x="1037439" y="1377144"/>
                  </a:lnTo>
                  <a:lnTo>
                    <a:pt x="1037438" y="1377126"/>
                  </a:lnTo>
                  <a:lnTo>
                    <a:pt x="1037438" y="1377098"/>
                  </a:lnTo>
                  <a:lnTo>
                    <a:pt x="1037438" y="1377070"/>
                  </a:lnTo>
                  <a:lnTo>
                    <a:pt x="1037442" y="1377050"/>
                  </a:lnTo>
                  <a:lnTo>
                    <a:pt x="1037447" y="1377043"/>
                  </a:lnTo>
                  <a:lnTo>
                    <a:pt x="1037461" y="1377025"/>
                  </a:lnTo>
                  <a:lnTo>
                    <a:pt x="1037472" y="1377014"/>
                  </a:lnTo>
                  <a:lnTo>
                    <a:pt x="1037497" y="1376991"/>
                  </a:lnTo>
                  <a:lnTo>
                    <a:pt x="1037524" y="1376970"/>
                  </a:lnTo>
                  <a:lnTo>
                    <a:pt x="1037551" y="1376955"/>
                  </a:lnTo>
                  <a:lnTo>
                    <a:pt x="1037560" y="1376950"/>
                  </a:lnTo>
                  <a:lnTo>
                    <a:pt x="1037578" y="1376939"/>
                  </a:lnTo>
                  <a:lnTo>
                    <a:pt x="1037596" y="1376928"/>
                  </a:lnTo>
                  <a:lnTo>
                    <a:pt x="1037605" y="1376918"/>
                  </a:lnTo>
                  <a:lnTo>
                    <a:pt x="1037617" y="1376898"/>
                  </a:lnTo>
                  <a:lnTo>
                    <a:pt x="1037619" y="1376890"/>
                  </a:lnTo>
                  <a:lnTo>
                    <a:pt x="1037630" y="1376863"/>
                  </a:lnTo>
                  <a:lnTo>
                    <a:pt x="1037635" y="1376834"/>
                  </a:lnTo>
                  <a:lnTo>
                    <a:pt x="1037641" y="1376807"/>
                  </a:lnTo>
                  <a:lnTo>
                    <a:pt x="1037642" y="1376779"/>
                  </a:lnTo>
                  <a:lnTo>
                    <a:pt x="1037646" y="1376747"/>
                  </a:lnTo>
                  <a:lnTo>
                    <a:pt x="1037653" y="1376724"/>
                  </a:lnTo>
                  <a:lnTo>
                    <a:pt x="1037666" y="1376701"/>
                  </a:lnTo>
                  <a:lnTo>
                    <a:pt x="1037719" y="1376632"/>
                  </a:lnTo>
                  <a:lnTo>
                    <a:pt x="1037727" y="1376626"/>
                  </a:lnTo>
                  <a:lnTo>
                    <a:pt x="1037732" y="1376620"/>
                  </a:lnTo>
                  <a:lnTo>
                    <a:pt x="1037737" y="1376617"/>
                  </a:lnTo>
                  <a:lnTo>
                    <a:pt x="1037744" y="1376611"/>
                  </a:lnTo>
                  <a:lnTo>
                    <a:pt x="1037757" y="1376600"/>
                  </a:lnTo>
                  <a:lnTo>
                    <a:pt x="1037769" y="1376589"/>
                  </a:lnTo>
                  <a:lnTo>
                    <a:pt x="1037778" y="1376583"/>
                  </a:lnTo>
                  <a:lnTo>
                    <a:pt x="1037784" y="1376575"/>
                  </a:lnTo>
                  <a:lnTo>
                    <a:pt x="1037786" y="1376566"/>
                  </a:lnTo>
                  <a:lnTo>
                    <a:pt x="1037788" y="1376557"/>
                  </a:lnTo>
                  <a:lnTo>
                    <a:pt x="1037786" y="1376548"/>
                  </a:lnTo>
                  <a:lnTo>
                    <a:pt x="1037782" y="1376542"/>
                  </a:lnTo>
                  <a:lnTo>
                    <a:pt x="1037769" y="1376531"/>
                  </a:lnTo>
                  <a:lnTo>
                    <a:pt x="1037751" y="1376519"/>
                  </a:lnTo>
                  <a:lnTo>
                    <a:pt x="1037734" y="1376512"/>
                  </a:lnTo>
                  <a:lnTo>
                    <a:pt x="1037720" y="1376505"/>
                  </a:lnTo>
                  <a:lnTo>
                    <a:pt x="1037707" y="1376501"/>
                  </a:lnTo>
                  <a:lnTo>
                    <a:pt x="1037689" y="1376497"/>
                  </a:lnTo>
                  <a:lnTo>
                    <a:pt x="1037680" y="1376493"/>
                  </a:lnTo>
                  <a:lnTo>
                    <a:pt x="1037673" y="1376491"/>
                  </a:lnTo>
                  <a:lnTo>
                    <a:pt x="1037657" y="1376485"/>
                  </a:lnTo>
                  <a:lnTo>
                    <a:pt x="1037649" y="1376482"/>
                  </a:lnTo>
                  <a:lnTo>
                    <a:pt x="1037633" y="1376475"/>
                  </a:lnTo>
                  <a:lnTo>
                    <a:pt x="1037615" y="1376469"/>
                  </a:lnTo>
                  <a:lnTo>
                    <a:pt x="1037597" y="1376463"/>
                  </a:lnTo>
                  <a:lnTo>
                    <a:pt x="1037586" y="1376456"/>
                  </a:lnTo>
                  <a:lnTo>
                    <a:pt x="1037580" y="1376448"/>
                  </a:lnTo>
                  <a:lnTo>
                    <a:pt x="1037576" y="1376439"/>
                  </a:lnTo>
                  <a:lnTo>
                    <a:pt x="1037575" y="1376429"/>
                  </a:lnTo>
                  <a:lnTo>
                    <a:pt x="1037578" y="1376416"/>
                  </a:lnTo>
                  <a:lnTo>
                    <a:pt x="1037585" y="1376403"/>
                  </a:lnTo>
                  <a:lnTo>
                    <a:pt x="1037591" y="1376394"/>
                  </a:lnTo>
                  <a:lnTo>
                    <a:pt x="1037599" y="1376389"/>
                  </a:lnTo>
                  <a:lnTo>
                    <a:pt x="1037608" y="1376381"/>
                  </a:lnTo>
                  <a:lnTo>
                    <a:pt x="1037612" y="1376378"/>
                  </a:lnTo>
                  <a:lnTo>
                    <a:pt x="1037627" y="1376365"/>
                  </a:lnTo>
                  <a:lnTo>
                    <a:pt x="1037634" y="1376357"/>
                  </a:lnTo>
                  <a:lnTo>
                    <a:pt x="1037642" y="1376353"/>
                  </a:lnTo>
                  <a:lnTo>
                    <a:pt x="1037652" y="1376343"/>
                  </a:lnTo>
                  <a:lnTo>
                    <a:pt x="1037656" y="1376337"/>
                  </a:lnTo>
                  <a:lnTo>
                    <a:pt x="1037665" y="1376321"/>
                  </a:lnTo>
                  <a:lnTo>
                    <a:pt x="1037670" y="1376312"/>
                  </a:lnTo>
                  <a:lnTo>
                    <a:pt x="1037672" y="1376303"/>
                  </a:lnTo>
                  <a:lnTo>
                    <a:pt x="1037674" y="1376287"/>
                  </a:lnTo>
                  <a:lnTo>
                    <a:pt x="1037673" y="1376270"/>
                  </a:lnTo>
                  <a:lnTo>
                    <a:pt x="1037672" y="1376253"/>
                  </a:lnTo>
                  <a:lnTo>
                    <a:pt x="1037671" y="1376236"/>
                  </a:lnTo>
                  <a:lnTo>
                    <a:pt x="1037670" y="1376220"/>
                  </a:lnTo>
                  <a:lnTo>
                    <a:pt x="1037669" y="1376203"/>
                  </a:lnTo>
                  <a:lnTo>
                    <a:pt x="1037668" y="1376186"/>
                  </a:lnTo>
                  <a:lnTo>
                    <a:pt x="1037670" y="1376170"/>
                  </a:lnTo>
                  <a:lnTo>
                    <a:pt x="1037677" y="1376153"/>
                  </a:lnTo>
                  <a:lnTo>
                    <a:pt x="1037691" y="1376139"/>
                  </a:lnTo>
                  <a:lnTo>
                    <a:pt x="1037704" y="1376124"/>
                  </a:lnTo>
                  <a:lnTo>
                    <a:pt x="1037718" y="1376112"/>
                  </a:lnTo>
                  <a:lnTo>
                    <a:pt x="1037727" y="1376102"/>
                  </a:lnTo>
                  <a:lnTo>
                    <a:pt x="1037738" y="1376093"/>
                  </a:lnTo>
                  <a:lnTo>
                    <a:pt x="1037748" y="1376089"/>
                  </a:lnTo>
                  <a:lnTo>
                    <a:pt x="1037756" y="1376087"/>
                  </a:lnTo>
                  <a:lnTo>
                    <a:pt x="1037768" y="1376087"/>
                  </a:lnTo>
                  <a:lnTo>
                    <a:pt x="1037790" y="1376089"/>
                  </a:lnTo>
                  <a:lnTo>
                    <a:pt x="1037810" y="1376092"/>
                  </a:lnTo>
                  <a:lnTo>
                    <a:pt x="1037828" y="1376095"/>
                  </a:lnTo>
                  <a:lnTo>
                    <a:pt x="1037846" y="1376093"/>
                  </a:lnTo>
                  <a:lnTo>
                    <a:pt x="1037862" y="1376091"/>
                  </a:lnTo>
                  <a:lnTo>
                    <a:pt x="1037877" y="1376086"/>
                  </a:lnTo>
                  <a:lnTo>
                    <a:pt x="1037887" y="1376078"/>
                  </a:lnTo>
                  <a:lnTo>
                    <a:pt x="1037899" y="1376067"/>
                  </a:lnTo>
                  <a:lnTo>
                    <a:pt x="1037908" y="1376052"/>
                  </a:lnTo>
                  <a:lnTo>
                    <a:pt x="1037910" y="1376040"/>
                  </a:lnTo>
                  <a:lnTo>
                    <a:pt x="1037908" y="1376029"/>
                  </a:lnTo>
                  <a:lnTo>
                    <a:pt x="1037902" y="1376016"/>
                  </a:lnTo>
                  <a:lnTo>
                    <a:pt x="1037893" y="1376004"/>
                  </a:lnTo>
                  <a:lnTo>
                    <a:pt x="1037888" y="1375994"/>
                  </a:lnTo>
                  <a:lnTo>
                    <a:pt x="1037882" y="1375989"/>
                  </a:lnTo>
                  <a:lnTo>
                    <a:pt x="1037879" y="1375985"/>
                  </a:lnTo>
                  <a:lnTo>
                    <a:pt x="1037871" y="1375975"/>
                  </a:lnTo>
                  <a:lnTo>
                    <a:pt x="1037862" y="1375964"/>
                  </a:lnTo>
                  <a:lnTo>
                    <a:pt x="1037850" y="1375950"/>
                  </a:lnTo>
                  <a:lnTo>
                    <a:pt x="1037831" y="1375932"/>
                  </a:lnTo>
                  <a:lnTo>
                    <a:pt x="1037812" y="1375923"/>
                  </a:lnTo>
                  <a:lnTo>
                    <a:pt x="1037801" y="1375917"/>
                  </a:lnTo>
                  <a:lnTo>
                    <a:pt x="1037794" y="1375915"/>
                  </a:lnTo>
                  <a:lnTo>
                    <a:pt x="1037788" y="1375913"/>
                  </a:lnTo>
                  <a:lnTo>
                    <a:pt x="1037781" y="1375909"/>
                  </a:lnTo>
                  <a:lnTo>
                    <a:pt x="1037772" y="1375901"/>
                  </a:lnTo>
                  <a:lnTo>
                    <a:pt x="1037767" y="1375894"/>
                  </a:lnTo>
                  <a:lnTo>
                    <a:pt x="1037764" y="1375886"/>
                  </a:lnTo>
                  <a:lnTo>
                    <a:pt x="1037764" y="1375878"/>
                  </a:lnTo>
                  <a:lnTo>
                    <a:pt x="1037765" y="1375869"/>
                  </a:lnTo>
                  <a:lnTo>
                    <a:pt x="1037769" y="1375859"/>
                  </a:lnTo>
                  <a:lnTo>
                    <a:pt x="1037777" y="1375846"/>
                  </a:lnTo>
                  <a:lnTo>
                    <a:pt x="1037782" y="1375841"/>
                  </a:lnTo>
                  <a:lnTo>
                    <a:pt x="1037793" y="1375824"/>
                  </a:lnTo>
                  <a:lnTo>
                    <a:pt x="1037797" y="1375820"/>
                  </a:lnTo>
                  <a:lnTo>
                    <a:pt x="1037806" y="1375810"/>
                  </a:lnTo>
                  <a:lnTo>
                    <a:pt x="1037813" y="1375799"/>
                  </a:lnTo>
                  <a:lnTo>
                    <a:pt x="1037819" y="1375790"/>
                  </a:lnTo>
                  <a:lnTo>
                    <a:pt x="1037824" y="1375775"/>
                  </a:lnTo>
                  <a:lnTo>
                    <a:pt x="1037826" y="1375763"/>
                  </a:lnTo>
                  <a:lnTo>
                    <a:pt x="1037826" y="1375755"/>
                  </a:lnTo>
                  <a:lnTo>
                    <a:pt x="1037823" y="1375744"/>
                  </a:lnTo>
                  <a:lnTo>
                    <a:pt x="1037820" y="1375733"/>
                  </a:lnTo>
                  <a:lnTo>
                    <a:pt x="1037814" y="1375724"/>
                  </a:lnTo>
                  <a:lnTo>
                    <a:pt x="1037805" y="1375707"/>
                  </a:lnTo>
                  <a:lnTo>
                    <a:pt x="1037798" y="1375691"/>
                  </a:lnTo>
                  <a:lnTo>
                    <a:pt x="1037795" y="1375681"/>
                  </a:lnTo>
                  <a:lnTo>
                    <a:pt x="1037793" y="1375676"/>
                  </a:lnTo>
                  <a:lnTo>
                    <a:pt x="1037793" y="1375669"/>
                  </a:lnTo>
                  <a:lnTo>
                    <a:pt x="1037796" y="1375661"/>
                  </a:lnTo>
                  <a:lnTo>
                    <a:pt x="1037802" y="1375645"/>
                  </a:lnTo>
                  <a:lnTo>
                    <a:pt x="1037814" y="1375622"/>
                  </a:lnTo>
                  <a:lnTo>
                    <a:pt x="1037822" y="1375606"/>
                  </a:lnTo>
                  <a:lnTo>
                    <a:pt x="1037834" y="1375579"/>
                  </a:lnTo>
                  <a:lnTo>
                    <a:pt x="1037843" y="1375563"/>
                  </a:lnTo>
                  <a:lnTo>
                    <a:pt x="1037851" y="1375543"/>
                  </a:lnTo>
                  <a:lnTo>
                    <a:pt x="1037857" y="1375531"/>
                  </a:lnTo>
                  <a:lnTo>
                    <a:pt x="1037862" y="1375518"/>
                  </a:lnTo>
                  <a:lnTo>
                    <a:pt x="1037867" y="1375501"/>
                  </a:lnTo>
                  <a:lnTo>
                    <a:pt x="1037871" y="1375484"/>
                  </a:lnTo>
                  <a:lnTo>
                    <a:pt x="1037873" y="1375466"/>
                  </a:lnTo>
                  <a:lnTo>
                    <a:pt x="1037873" y="1375417"/>
                  </a:lnTo>
                  <a:lnTo>
                    <a:pt x="1037874" y="1375400"/>
                  </a:lnTo>
                  <a:lnTo>
                    <a:pt x="1037878" y="1375388"/>
                  </a:lnTo>
                  <a:lnTo>
                    <a:pt x="1037881" y="1375383"/>
                  </a:lnTo>
                  <a:lnTo>
                    <a:pt x="1037889" y="1375368"/>
                  </a:lnTo>
                  <a:lnTo>
                    <a:pt x="1037894" y="1375362"/>
                  </a:lnTo>
                  <a:lnTo>
                    <a:pt x="1037899" y="1375359"/>
                  </a:lnTo>
                  <a:lnTo>
                    <a:pt x="1037907" y="1375354"/>
                  </a:lnTo>
                  <a:lnTo>
                    <a:pt x="1037915" y="1375352"/>
                  </a:lnTo>
                  <a:lnTo>
                    <a:pt x="1037922" y="1375352"/>
                  </a:lnTo>
                  <a:lnTo>
                    <a:pt x="1037938" y="1375355"/>
                  </a:lnTo>
                  <a:lnTo>
                    <a:pt x="1037947" y="1375356"/>
                  </a:lnTo>
                  <a:lnTo>
                    <a:pt x="1037962" y="1375361"/>
                  </a:lnTo>
                  <a:lnTo>
                    <a:pt x="1037973" y="1375362"/>
                  </a:lnTo>
                  <a:lnTo>
                    <a:pt x="1037989" y="1375362"/>
                  </a:lnTo>
                  <a:lnTo>
                    <a:pt x="1038004" y="1375357"/>
                  </a:lnTo>
                  <a:lnTo>
                    <a:pt x="1038015" y="1375347"/>
                  </a:lnTo>
                  <a:lnTo>
                    <a:pt x="1038024" y="1375341"/>
                  </a:lnTo>
                  <a:lnTo>
                    <a:pt x="1038034" y="1375329"/>
                  </a:lnTo>
                  <a:lnTo>
                    <a:pt x="1038042" y="1375317"/>
                  </a:lnTo>
                  <a:lnTo>
                    <a:pt x="1038048" y="1375305"/>
                  </a:lnTo>
                  <a:lnTo>
                    <a:pt x="1038053" y="1375293"/>
                  </a:lnTo>
                  <a:lnTo>
                    <a:pt x="1038056" y="1375286"/>
                  </a:lnTo>
                  <a:lnTo>
                    <a:pt x="1038058" y="1375281"/>
                  </a:lnTo>
                  <a:lnTo>
                    <a:pt x="1038060" y="1375271"/>
                  </a:lnTo>
                  <a:lnTo>
                    <a:pt x="1038066" y="1375256"/>
                  </a:lnTo>
                  <a:lnTo>
                    <a:pt x="1038072" y="1375240"/>
                  </a:lnTo>
                  <a:lnTo>
                    <a:pt x="1038077" y="1375222"/>
                  </a:lnTo>
                  <a:lnTo>
                    <a:pt x="1038080" y="1375203"/>
                  </a:lnTo>
                  <a:lnTo>
                    <a:pt x="1038080" y="1375188"/>
                  </a:lnTo>
                  <a:lnTo>
                    <a:pt x="1038079" y="1375177"/>
                  </a:lnTo>
                  <a:lnTo>
                    <a:pt x="1038076" y="1375167"/>
                  </a:lnTo>
                  <a:lnTo>
                    <a:pt x="1038071" y="1375156"/>
                  </a:lnTo>
                  <a:lnTo>
                    <a:pt x="1038065" y="1375146"/>
                  </a:lnTo>
                  <a:lnTo>
                    <a:pt x="1038052" y="1375125"/>
                  </a:lnTo>
                  <a:lnTo>
                    <a:pt x="1038048" y="1375112"/>
                  </a:lnTo>
                  <a:lnTo>
                    <a:pt x="1038050" y="1375101"/>
                  </a:lnTo>
                  <a:lnTo>
                    <a:pt x="1038054" y="1375087"/>
                  </a:lnTo>
                  <a:lnTo>
                    <a:pt x="1038063" y="1375075"/>
                  </a:lnTo>
                  <a:lnTo>
                    <a:pt x="1038071" y="1375067"/>
                  </a:lnTo>
                  <a:lnTo>
                    <a:pt x="1038080" y="1375062"/>
                  </a:lnTo>
                  <a:lnTo>
                    <a:pt x="1038090" y="1375058"/>
                  </a:lnTo>
                  <a:lnTo>
                    <a:pt x="1038104" y="1375055"/>
                  </a:lnTo>
                  <a:lnTo>
                    <a:pt x="1038109" y="1375053"/>
                  </a:lnTo>
                  <a:lnTo>
                    <a:pt x="1038124" y="1375047"/>
                  </a:lnTo>
                  <a:lnTo>
                    <a:pt x="1038130" y="1375042"/>
                  </a:lnTo>
                  <a:lnTo>
                    <a:pt x="1038136" y="1375033"/>
                  </a:lnTo>
                  <a:lnTo>
                    <a:pt x="1038141" y="1375022"/>
                  </a:lnTo>
                  <a:lnTo>
                    <a:pt x="1038143" y="1375010"/>
                  </a:lnTo>
                  <a:lnTo>
                    <a:pt x="1038142" y="1375001"/>
                  </a:lnTo>
                  <a:lnTo>
                    <a:pt x="1038137" y="1374994"/>
                  </a:lnTo>
                  <a:lnTo>
                    <a:pt x="1038128" y="1374985"/>
                  </a:lnTo>
                  <a:lnTo>
                    <a:pt x="1038117" y="1374978"/>
                  </a:lnTo>
                  <a:lnTo>
                    <a:pt x="1038101" y="1374969"/>
                  </a:lnTo>
                  <a:lnTo>
                    <a:pt x="1038090" y="1374961"/>
                  </a:lnTo>
                  <a:lnTo>
                    <a:pt x="1038074" y="1374950"/>
                  </a:lnTo>
                  <a:lnTo>
                    <a:pt x="1038070" y="1374946"/>
                  </a:lnTo>
                  <a:lnTo>
                    <a:pt x="1038062" y="1374939"/>
                  </a:lnTo>
                  <a:lnTo>
                    <a:pt x="1038054" y="1374924"/>
                  </a:lnTo>
                  <a:lnTo>
                    <a:pt x="1038047" y="1374910"/>
                  </a:lnTo>
                  <a:lnTo>
                    <a:pt x="1038044" y="1374898"/>
                  </a:lnTo>
                  <a:lnTo>
                    <a:pt x="1038043" y="1374882"/>
                  </a:lnTo>
                  <a:lnTo>
                    <a:pt x="1038044" y="1374869"/>
                  </a:lnTo>
                  <a:lnTo>
                    <a:pt x="1038045" y="1374858"/>
                  </a:lnTo>
                  <a:lnTo>
                    <a:pt x="1038048" y="1374842"/>
                  </a:lnTo>
                  <a:lnTo>
                    <a:pt x="1038052" y="1374828"/>
                  </a:lnTo>
                  <a:lnTo>
                    <a:pt x="1038059" y="1374816"/>
                  </a:lnTo>
                  <a:lnTo>
                    <a:pt x="1038065" y="1374799"/>
                  </a:lnTo>
                  <a:lnTo>
                    <a:pt x="1038073" y="1374786"/>
                  </a:lnTo>
                  <a:lnTo>
                    <a:pt x="1038081" y="1374769"/>
                  </a:lnTo>
                  <a:lnTo>
                    <a:pt x="1038090" y="1374752"/>
                  </a:lnTo>
                  <a:lnTo>
                    <a:pt x="1038098" y="1374735"/>
                  </a:lnTo>
                  <a:lnTo>
                    <a:pt x="1038106" y="1374717"/>
                  </a:lnTo>
                  <a:lnTo>
                    <a:pt x="1038109" y="1374710"/>
                  </a:lnTo>
                  <a:lnTo>
                    <a:pt x="1038113" y="1374692"/>
                  </a:lnTo>
                  <a:lnTo>
                    <a:pt x="1038118" y="1374680"/>
                  </a:lnTo>
                  <a:lnTo>
                    <a:pt x="1038123" y="1374671"/>
                  </a:lnTo>
                  <a:lnTo>
                    <a:pt x="1038128" y="1374665"/>
                  </a:lnTo>
                  <a:lnTo>
                    <a:pt x="1038135" y="1374654"/>
                  </a:lnTo>
                  <a:lnTo>
                    <a:pt x="1038143" y="1374644"/>
                  </a:lnTo>
                  <a:lnTo>
                    <a:pt x="1038157" y="1374628"/>
                  </a:lnTo>
                  <a:lnTo>
                    <a:pt x="1038170" y="1374611"/>
                  </a:lnTo>
                  <a:lnTo>
                    <a:pt x="1038180" y="1374596"/>
                  </a:lnTo>
                  <a:lnTo>
                    <a:pt x="1038192" y="1374574"/>
                  </a:lnTo>
                  <a:lnTo>
                    <a:pt x="1038196" y="1374561"/>
                  </a:lnTo>
                  <a:lnTo>
                    <a:pt x="1038200" y="1374548"/>
                  </a:lnTo>
                  <a:lnTo>
                    <a:pt x="1038204" y="1374533"/>
                  </a:lnTo>
                  <a:lnTo>
                    <a:pt x="1038208" y="1374515"/>
                  </a:lnTo>
                  <a:lnTo>
                    <a:pt x="1038209" y="1374501"/>
                  </a:lnTo>
                  <a:lnTo>
                    <a:pt x="1038210" y="1374487"/>
                  </a:lnTo>
                  <a:lnTo>
                    <a:pt x="1038210" y="1374470"/>
                  </a:lnTo>
                  <a:lnTo>
                    <a:pt x="1038211" y="1374453"/>
                  </a:lnTo>
                  <a:lnTo>
                    <a:pt x="1038213" y="1374443"/>
                  </a:lnTo>
                  <a:lnTo>
                    <a:pt x="1038217" y="1374436"/>
                  </a:lnTo>
                  <a:lnTo>
                    <a:pt x="1038231" y="1374422"/>
                  </a:lnTo>
                  <a:lnTo>
                    <a:pt x="1038241" y="1374412"/>
                  </a:lnTo>
                  <a:lnTo>
                    <a:pt x="1038254" y="1374396"/>
                  </a:lnTo>
                  <a:lnTo>
                    <a:pt x="1038264" y="1374383"/>
                  </a:lnTo>
                  <a:lnTo>
                    <a:pt x="1038272" y="1374372"/>
                  </a:lnTo>
                  <a:lnTo>
                    <a:pt x="1038287" y="1374352"/>
                  </a:lnTo>
                  <a:lnTo>
                    <a:pt x="1038292" y="1374340"/>
                  </a:lnTo>
                  <a:lnTo>
                    <a:pt x="1038294" y="1374327"/>
                  </a:lnTo>
                  <a:lnTo>
                    <a:pt x="1038297" y="1374311"/>
                  </a:lnTo>
                  <a:lnTo>
                    <a:pt x="1038300" y="1374294"/>
                  </a:lnTo>
                  <a:lnTo>
                    <a:pt x="1038305" y="1374283"/>
                  </a:lnTo>
                  <a:lnTo>
                    <a:pt x="1038311" y="1374273"/>
                  </a:lnTo>
                  <a:lnTo>
                    <a:pt x="1038318" y="1374264"/>
                  </a:lnTo>
                  <a:lnTo>
                    <a:pt x="1038326" y="1374253"/>
                  </a:lnTo>
                  <a:lnTo>
                    <a:pt x="1038335" y="1374241"/>
                  </a:lnTo>
                  <a:lnTo>
                    <a:pt x="1038343" y="1374225"/>
                  </a:lnTo>
                  <a:lnTo>
                    <a:pt x="1038350" y="1374212"/>
                  </a:lnTo>
                  <a:lnTo>
                    <a:pt x="1038358" y="1374193"/>
                  </a:lnTo>
                  <a:lnTo>
                    <a:pt x="1038360" y="1374178"/>
                  </a:lnTo>
                  <a:lnTo>
                    <a:pt x="1038360" y="1374167"/>
                  </a:lnTo>
                  <a:lnTo>
                    <a:pt x="1038357" y="1374150"/>
                  </a:lnTo>
                  <a:lnTo>
                    <a:pt x="1038355" y="1374137"/>
                  </a:lnTo>
                  <a:lnTo>
                    <a:pt x="1038355" y="1374124"/>
                  </a:lnTo>
                  <a:lnTo>
                    <a:pt x="1038354" y="1374111"/>
                  </a:lnTo>
                  <a:lnTo>
                    <a:pt x="1038356" y="1374095"/>
                  </a:lnTo>
                  <a:lnTo>
                    <a:pt x="1038357" y="1374081"/>
                  </a:lnTo>
                  <a:lnTo>
                    <a:pt x="1038360" y="1374067"/>
                  </a:lnTo>
                  <a:lnTo>
                    <a:pt x="1038365" y="1374047"/>
                  </a:lnTo>
                  <a:lnTo>
                    <a:pt x="1038369" y="1374035"/>
                  </a:lnTo>
                  <a:lnTo>
                    <a:pt x="1038372" y="1374020"/>
                  </a:lnTo>
                  <a:lnTo>
                    <a:pt x="1038377" y="1374001"/>
                  </a:lnTo>
                  <a:lnTo>
                    <a:pt x="1038384" y="1373967"/>
                  </a:lnTo>
                  <a:lnTo>
                    <a:pt x="1038385" y="1373950"/>
                  </a:lnTo>
                  <a:lnTo>
                    <a:pt x="1038385" y="1373937"/>
                  </a:lnTo>
                  <a:lnTo>
                    <a:pt x="1038385" y="1373926"/>
                  </a:lnTo>
                  <a:lnTo>
                    <a:pt x="1038384" y="1373917"/>
                  </a:lnTo>
                  <a:lnTo>
                    <a:pt x="1038379" y="1373904"/>
                  </a:lnTo>
                  <a:lnTo>
                    <a:pt x="1038369" y="1373883"/>
                  </a:lnTo>
                  <a:lnTo>
                    <a:pt x="1038361" y="1373859"/>
                  </a:lnTo>
                  <a:lnTo>
                    <a:pt x="1038356" y="1373841"/>
                  </a:lnTo>
                  <a:lnTo>
                    <a:pt x="1038355" y="1373831"/>
                  </a:lnTo>
                  <a:lnTo>
                    <a:pt x="1038359" y="1373824"/>
                  </a:lnTo>
                  <a:lnTo>
                    <a:pt x="1038365" y="1373819"/>
                  </a:lnTo>
                  <a:lnTo>
                    <a:pt x="1038375" y="1373815"/>
                  </a:lnTo>
                  <a:lnTo>
                    <a:pt x="1038385" y="1373811"/>
                  </a:lnTo>
                  <a:lnTo>
                    <a:pt x="1038397" y="1373807"/>
                  </a:lnTo>
                  <a:lnTo>
                    <a:pt x="1038401" y="1373804"/>
                  </a:lnTo>
                  <a:lnTo>
                    <a:pt x="1038409" y="1373796"/>
                  </a:lnTo>
                  <a:lnTo>
                    <a:pt x="1038415" y="1373788"/>
                  </a:lnTo>
                  <a:lnTo>
                    <a:pt x="1038421" y="1373783"/>
                  </a:lnTo>
                  <a:lnTo>
                    <a:pt x="1038427" y="1373773"/>
                  </a:lnTo>
                  <a:lnTo>
                    <a:pt x="1038430" y="1373767"/>
                  </a:lnTo>
                  <a:lnTo>
                    <a:pt x="1038434" y="1373762"/>
                  </a:lnTo>
                  <a:lnTo>
                    <a:pt x="1038439" y="1373752"/>
                  </a:lnTo>
                  <a:lnTo>
                    <a:pt x="1038442" y="1373744"/>
                  </a:lnTo>
                  <a:lnTo>
                    <a:pt x="1038443" y="1373738"/>
                  </a:lnTo>
                  <a:lnTo>
                    <a:pt x="1038443" y="1373732"/>
                  </a:lnTo>
                  <a:lnTo>
                    <a:pt x="1038444" y="1373721"/>
                  </a:lnTo>
                  <a:lnTo>
                    <a:pt x="1038447" y="1373708"/>
                  </a:lnTo>
                  <a:lnTo>
                    <a:pt x="1038451" y="1373694"/>
                  </a:lnTo>
                  <a:lnTo>
                    <a:pt x="1038460" y="1373681"/>
                  </a:lnTo>
                  <a:lnTo>
                    <a:pt x="1038472" y="1373670"/>
                  </a:lnTo>
                  <a:lnTo>
                    <a:pt x="1038478" y="1373662"/>
                  </a:lnTo>
                  <a:lnTo>
                    <a:pt x="1038482" y="1373655"/>
                  </a:lnTo>
                  <a:lnTo>
                    <a:pt x="1038487" y="1373647"/>
                  </a:lnTo>
                  <a:lnTo>
                    <a:pt x="1038493" y="1373639"/>
                  </a:lnTo>
                  <a:lnTo>
                    <a:pt x="1038499" y="1373629"/>
                  </a:lnTo>
                  <a:lnTo>
                    <a:pt x="1038507" y="1373616"/>
                  </a:lnTo>
                  <a:lnTo>
                    <a:pt x="1038514" y="1373605"/>
                  </a:lnTo>
                  <a:lnTo>
                    <a:pt x="1038518" y="1373596"/>
                  </a:lnTo>
                  <a:lnTo>
                    <a:pt x="1038527" y="1373579"/>
                  </a:lnTo>
                  <a:lnTo>
                    <a:pt x="1038528" y="1373573"/>
                  </a:lnTo>
                  <a:lnTo>
                    <a:pt x="1038533" y="1373562"/>
                  </a:lnTo>
                  <a:lnTo>
                    <a:pt x="1038540" y="1373550"/>
                  </a:lnTo>
                  <a:lnTo>
                    <a:pt x="1038544" y="1373543"/>
                  </a:lnTo>
                  <a:lnTo>
                    <a:pt x="1038549" y="1373537"/>
                  </a:lnTo>
                  <a:lnTo>
                    <a:pt x="1038558" y="1373527"/>
                  </a:lnTo>
                  <a:lnTo>
                    <a:pt x="1038565" y="1373517"/>
                  </a:lnTo>
                  <a:lnTo>
                    <a:pt x="1038568" y="1373508"/>
                  </a:lnTo>
                  <a:lnTo>
                    <a:pt x="1038574" y="1373493"/>
                  </a:lnTo>
                  <a:lnTo>
                    <a:pt x="1038576" y="1373483"/>
                  </a:lnTo>
                  <a:lnTo>
                    <a:pt x="1038578" y="1373467"/>
                  </a:lnTo>
                  <a:lnTo>
                    <a:pt x="1038580" y="1373449"/>
                  </a:lnTo>
                  <a:lnTo>
                    <a:pt x="1038580" y="1373438"/>
                  </a:lnTo>
                  <a:lnTo>
                    <a:pt x="1038579" y="1373430"/>
                  </a:lnTo>
                  <a:lnTo>
                    <a:pt x="1038576" y="1373425"/>
                  </a:lnTo>
                  <a:lnTo>
                    <a:pt x="1038574" y="1373420"/>
                  </a:lnTo>
                  <a:lnTo>
                    <a:pt x="1038570" y="1373407"/>
                  </a:lnTo>
                  <a:lnTo>
                    <a:pt x="1038568" y="1373398"/>
                  </a:lnTo>
                  <a:lnTo>
                    <a:pt x="1038568" y="1373388"/>
                  </a:lnTo>
                  <a:lnTo>
                    <a:pt x="1038569" y="1373375"/>
                  </a:lnTo>
                  <a:lnTo>
                    <a:pt x="1038576" y="1373366"/>
                  </a:lnTo>
                  <a:lnTo>
                    <a:pt x="1038586" y="1373356"/>
                  </a:lnTo>
                  <a:lnTo>
                    <a:pt x="1038590" y="1373351"/>
                  </a:lnTo>
                  <a:lnTo>
                    <a:pt x="1038592" y="1373342"/>
                  </a:lnTo>
                  <a:lnTo>
                    <a:pt x="1038593" y="1373335"/>
                  </a:lnTo>
                  <a:lnTo>
                    <a:pt x="1038593" y="1373330"/>
                  </a:lnTo>
                  <a:lnTo>
                    <a:pt x="1038590" y="1373322"/>
                  </a:lnTo>
                  <a:lnTo>
                    <a:pt x="1038587" y="1373313"/>
                  </a:lnTo>
                  <a:lnTo>
                    <a:pt x="1038583" y="1373299"/>
                  </a:lnTo>
                  <a:lnTo>
                    <a:pt x="1038579" y="1373284"/>
                  </a:lnTo>
                  <a:lnTo>
                    <a:pt x="1038577" y="1373269"/>
                  </a:lnTo>
                  <a:lnTo>
                    <a:pt x="1038577" y="1373254"/>
                  </a:lnTo>
                  <a:lnTo>
                    <a:pt x="1038579" y="1373241"/>
                  </a:lnTo>
                  <a:lnTo>
                    <a:pt x="1038582" y="1373234"/>
                  </a:lnTo>
                  <a:lnTo>
                    <a:pt x="1038588" y="1373221"/>
                  </a:lnTo>
                  <a:lnTo>
                    <a:pt x="1038596" y="1373207"/>
                  </a:lnTo>
                  <a:lnTo>
                    <a:pt x="1038604" y="1373192"/>
                  </a:lnTo>
                  <a:lnTo>
                    <a:pt x="1038608" y="1373181"/>
                  </a:lnTo>
                  <a:lnTo>
                    <a:pt x="1038605" y="1373170"/>
                  </a:lnTo>
                  <a:lnTo>
                    <a:pt x="1038603" y="1373162"/>
                  </a:lnTo>
                  <a:lnTo>
                    <a:pt x="1038604" y="1373157"/>
                  </a:lnTo>
                  <a:lnTo>
                    <a:pt x="1038607" y="1373153"/>
                  </a:lnTo>
                  <a:lnTo>
                    <a:pt x="1038613" y="1373149"/>
                  </a:lnTo>
                  <a:lnTo>
                    <a:pt x="1038621" y="1373148"/>
                  </a:lnTo>
                  <a:lnTo>
                    <a:pt x="1038629" y="1373146"/>
                  </a:lnTo>
                  <a:lnTo>
                    <a:pt x="1038640" y="1373137"/>
                  </a:lnTo>
                  <a:lnTo>
                    <a:pt x="1038656" y="1373122"/>
                  </a:lnTo>
                  <a:lnTo>
                    <a:pt x="1038673" y="1373099"/>
                  </a:lnTo>
                  <a:lnTo>
                    <a:pt x="1038681" y="1373087"/>
                  </a:lnTo>
                  <a:lnTo>
                    <a:pt x="1038687" y="1373077"/>
                  </a:lnTo>
                  <a:lnTo>
                    <a:pt x="1038695" y="1373062"/>
                  </a:lnTo>
                  <a:lnTo>
                    <a:pt x="1038702" y="1373044"/>
                  </a:lnTo>
                  <a:lnTo>
                    <a:pt x="1038707" y="1373028"/>
                  </a:lnTo>
                  <a:lnTo>
                    <a:pt x="1038710" y="1373019"/>
                  </a:lnTo>
                  <a:lnTo>
                    <a:pt x="1038712" y="1373011"/>
                  </a:lnTo>
                  <a:lnTo>
                    <a:pt x="1038714" y="1373004"/>
                  </a:lnTo>
                  <a:lnTo>
                    <a:pt x="1038719" y="1372995"/>
                  </a:lnTo>
                  <a:lnTo>
                    <a:pt x="1038722" y="1372991"/>
                  </a:lnTo>
                  <a:lnTo>
                    <a:pt x="1038726" y="1372987"/>
                  </a:lnTo>
                  <a:lnTo>
                    <a:pt x="1038735" y="1372977"/>
                  </a:lnTo>
                  <a:lnTo>
                    <a:pt x="1038745" y="1372967"/>
                  </a:lnTo>
                  <a:lnTo>
                    <a:pt x="1038752" y="1372960"/>
                  </a:lnTo>
                  <a:lnTo>
                    <a:pt x="1038757" y="1372955"/>
                  </a:lnTo>
                  <a:lnTo>
                    <a:pt x="1038766" y="1372945"/>
                  </a:lnTo>
                  <a:lnTo>
                    <a:pt x="1038777" y="1372930"/>
                  </a:lnTo>
                  <a:lnTo>
                    <a:pt x="1038785" y="1372918"/>
                  </a:lnTo>
                  <a:lnTo>
                    <a:pt x="1038791" y="1372907"/>
                  </a:lnTo>
                  <a:lnTo>
                    <a:pt x="1038796" y="1372901"/>
                  </a:lnTo>
                  <a:lnTo>
                    <a:pt x="1038800" y="1372895"/>
                  </a:lnTo>
                  <a:lnTo>
                    <a:pt x="1038812" y="1372881"/>
                  </a:lnTo>
                  <a:lnTo>
                    <a:pt x="1038822" y="1372868"/>
                  </a:lnTo>
                  <a:lnTo>
                    <a:pt x="1038831" y="1372858"/>
                  </a:lnTo>
                  <a:lnTo>
                    <a:pt x="1038858" y="1372827"/>
                  </a:lnTo>
                  <a:lnTo>
                    <a:pt x="1038867" y="1372818"/>
                  </a:lnTo>
                  <a:lnTo>
                    <a:pt x="1038879" y="1372804"/>
                  </a:lnTo>
                  <a:lnTo>
                    <a:pt x="1038884" y="1372797"/>
                  </a:lnTo>
                  <a:lnTo>
                    <a:pt x="1038888" y="1372789"/>
                  </a:lnTo>
                  <a:lnTo>
                    <a:pt x="1038894" y="1372774"/>
                  </a:lnTo>
                  <a:lnTo>
                    <a:pt x="1038896" y="1372762"/>
                  </a:lnTo>
                  <a:lnTo>
                    <a:pt x="1038895" y="1372751"/>
                  </a:lnTo>
                  <a:lnTo>
                    <a:pt x="1038895" y="1372740"/>
                  </a:lnTo>
                  <a:lnTo>
                    <a:pt x="1038893" y="1372728"/>
                  </a:lnTo>
                  <a:lnTo>
                    <a:pt x="1038891" y="1372717"/>
                  </a:lnTo>
                  <a:lnTo>
                    <a:pt x="1038889" y="1372701"/>
                  </a:lnTo>
                  <a:lnTo>
                    <a:pt x="1038889" y="1372693"/>
                  </a:lnTo>
                  <a:lnTo>
                    <a:pt x="1038893" y="1372683"/>
                  </a:lnTo>
                  <a:lnTo>
                    <a:pt x="1038904" y="1372672"/>
                  </a:lnTo>
                  <a:lnTo>
                    <a:pt x="1038912" y="1372667"/>
                  </a:lnTo>
                  <a:lnTo>
                    <a:pt x="1038917" y="1372662"/>
                  </a:lnTo>
                  <a:lnTo>
                    <a:pt x="1038927" y="1372658"/>
                  </a:lnTo>
                  <a:lnTo>
                    <a:pt x="1038937" y="1372654"/>
                  </a:lnTo>
                  <a:lnTo>
                    <a:pt x="1038948" y="1372649"/>
                  </a:lnTo>
                  <a:lnTo>
                    <a:pt x="1038961" y="1372643"/>
                  </a:lnTo>
                  <a:lnTo>
                    <a:pt x="1038969" y="1372641"/>
                  </a:lnTo>
                  <a:lnTo>
                    <a:pt x="1038976" y="1372636"/>
                  </a:lnTo>
                  <a:lnTo>
                    <a:pt x="1038979" y="1372627"/>
                  </a:lnTo>
                  <a:lnTo>
                    <a:pt x="1038977" y="1372615"/>
                  </a:lnTo>
                  <a:lnTo>
                    <a:pt x="1038974" y="1372603"/>
                  </a:lnTo>
                  <a:lnTo>
                    <a:pt x="1038968" y="1372592"/>
                  </a:lnTo>
                  <a:lnTo>
                    <a:pt x="1038962" y="1372584"/>
                  </a:lnTo>
                  <a:lnTo>
                    <a:pt x="1038954" y="1372574"/>
                  </a:lnTo>
                  <a:lnTo>
                    <a:pt x="1038943" y="1372564"/>
                  </a:lnTo>
                  <a:lnTo>
                    <a:pt x="1038935" y="1372556"/>
                  </a:lnTo>
                  <a:lnTo>
                    <a:pt x="1038931" y="1372549"/>
                  </a:lnTo>
                  <a:lnTo>
                    <a:pt x="1038930" y="1372542"/>
                  </a:lnTo>
                  <a:lnTo>
                    <a:pt x="1038931" y="1372536"/>
                  </a:lnTo>
                  <a:lnTo>
                    <a:pt x="1038933" y="1372531"/>
                  </a:lnTo>
                  <a:lnTo>
                    <a:pt x="1038935" y="1372526"/>
                  </a:lnTo>
                  <a:lnTo>
                    <a:pt x="1038939" y="1372519"/>
                  </a:lnTo>
                  <a:lnTo>
                    <a:pt x="1038943" y="1372512"/>
                  </a:lnTo>
                  <a:lnTo>
                    <a:pt x="1038946" y="1372508"/>
                  </a:lnTo>
                  <a:lnTo>
                    <a:pt x="1038952" y="1372503"/>
                  </a:lnTo>
                  <a:lnTo>
                    <a:pt x="1038958" y="1372500"/>
                  </a:lnTo>
                  <a:lnTo>
                    <a:pt x="1038963" y="1372499"/>
                  </a:lnTo>
                  <a:lnTo>
                    <a:pt x="1038974" y="1372498"/>
                  </a:lnTo>
                  <a:lnTo>
                    <a:pt x="1038990" y="1372495"/>
                  </a:lnTo>
                  <a:lnTo>
                    <a:pt x="1039002" y="1372491"/>
                  </a:lnTo>
                  <a:lnTo>
                    <a:pt x="1039013" y="1372481"/>
                  </a:lnTo>
                  <a:lnTo>
                    <a:pt x="1039017" y="1372475"/>
                  </a:lnTo>
                  <a:lnTo>
                    <a:pt x="1039019" y="1372467"/>
                  </a:lnTo>
                  <a:lnTo>
                    <a:pt x="1039019" y="1372456"/>
                  </a:lnTo>
                  <a:lnTo>
                    <a:pt x="1039019" y="1372445"/>
                  </a:lnTo>
                  <a:lnTo>
                    <a:pt x="1039018" y="1372430"/>
                  </a:lnTo>
                  <a:lnTo>
                    <a:pt x="1039019" y="1372423"/>
                  </a:lnTo>
                  <a:lnTo>
                    <a:pt x="1039019" y="1372413"/>
                  </a:lnTo>
                  <a:lnTo>
                    <a:pt x="1039022" y="1372399"/>
                  </a:lnTo>
                  <a:lnTo>
                    <a:pt x="1039026" y="1372389"/>
                  </a:lnTo>
                  <a:lnTo>
                    <a:pt x="1039030" y="1372382"/>
                  </a:lnTo>
                  <a:lnTo>
                    <a:pt x="1039038" y="1372370"/>
                  </a:lnTo>
                  <a:lnTo>
                    <a:pt x="1039045" y="1372362"/>
                  </a:lnTo>
                  <a:lnTo>
                    <a:pt x="1039057" y="1372354"/>
                  </a:lnTo>
                  <a:lnTo>
                    <a:pt x="1039073" y="1372344"/>
                  </a:lnTo>
                  <a:lnTo>
                    <a:pt x="1039081" y="1372339"/>
                  </a:lnTo>
                  <a:lnTo>
                    <a:pt x="1039093" y="1372332"/>
                  </a:lnTo>
                  <a:lnTo>
                    <a:pt x="1039103" y="1372327"/>
                  </a:lnTo>
                  <a:lnTo>
                    <a:pt x="1039111" y="1372324"/>
                  </a:lnTo>
                  <a:lnTo>
                    <a:pt x="1039131" y="1372313"/>
                  </a:lnTo>
                  <a:lnTo>
                    <a:pt x="1039142" y="1372306"/>
                  </a:lnTo>
                  <a:lnTo>
                    <a:pt x="1039149" y="1372299"/>
                  </a:lnTo>
                  <a:lnTo>
                    <a:pt x="1039157" y="1372284"/>
                  </a:lnTo>
                  <a:lnTo>
                    <a:pt x="1039161" y="1372267"/>
                  </a:lnTo>
                  <a:lnTo>
                    <a:pt x="1039164" y="1372251"/>
                  </a:lnTo>
                  <a:lnTo>
                    <a:pt x="1039166" y="1372233"/>
                  </a:lnTo>
                  <a:lnTo>
                    <a:pt x="1039167" y="1372217"/>
                  </a:lnTo>
                  <a:lnTo>
                    <a:pt x="1039168" y="1372200"/>
                  </a:lnTo>
                  <a:lnTo>
                    <a:pt x="1039168" y="1372184"/>
                  </a:lnTo>
                  <a:lnTo>
                    <a:pt x="1039179" y="1372128"/>
                  </a:lnTo>
                  <a:lnTo>
                    <a:pt x="1039180" y="1372118"/>
                  </a:lnTo>
                  <a:lnTo>
                    <a:pt x="1039181" y="1372108"/>
                  </a:lnTo>
                  <a:lnTo>
                    <a:pt x="1039182" y="1372097"/>
                  </a:lnTo>
                  <a:lnTo>
                    <a:pt x="1039182" y="1372078"/>
                  </a:lnTo>
                  <a:lnTo>
                    <a:pt x="1039182" y="1372061"/>
                  </a:lnTo>
                  <a:lnTo>
                    <a:pt x="1039182" y="1372051"/>
                  </a:lnTo>
                  <a:lnTo>
                    <a:pt x="1039184" y="1372043"/>
                  </a:lnTo>
                  <a:lnTo>
                    <a:pt x="1039186" y="1372030"/>
                  </a:lnTo>
                  <a:lnTo>
                    <a:pt x="1039190" y="1372011"/>
                  </a:lnTo>
                  <a:lnTo>
                    <a:pt x="1039193" y="1371994"/>
                  </a:lnTo>
                  <a:lnTo>
                    <a:pt x="1039198" y="1371978"/>
                  </a:lnTo>
                  <a:lnTo>
                    <a:pt x="1039202" y="1371961"/>
                  </a:lnTo>
                  <a:lnTo>
                    <a:pt x="1039205" y="1371944"/>
                  </a:lnTo>
                  <a:lnTo>
                    <a:pt x="1039210" y="1371928"/>
                  </a:lnTo>
                  <a:lnTo>
                    <a:pt x="1039224" y="1371897"/>
                  </a:lnTo>
                  <a:lnTo>
                    <a:pt x="1039231" y="1371884"/>
                  </a:lnTo>
                  <a:lnTo>
                    <a:pt x="1039238" y="1371875"/>
                  </a:lnTo>
                  <a:lnTo>
                    <a:pt x="1039247" y="1371862"/>
                  </a:lnTo>
                  <a:lnTo>
                    <a:pt x="1039251" y="1371855"/>
                  </a:lnTo>
                  <a:lnTo>
                    <a:pt x="1039254" y="1371849"/>
                  </a:lnTo>
                  <a:lnTo>
                    <a:pt x="1039257" y="1371841"/>
                  </a:lnTo>
                  <a:lnTo>
                    <a:pt x="1039261" y="1371825"/>
                  </a:lnTo>
                  <a:lnTo>
                    <a:pt x="1039266" y="1371808"/>
                  </a:lnTo>
                  <a:lnTo>
                    <a:pt x="1039281" y="1371778"/>
                  </a:lnTo>
                  <a:lnTo>
                    <a:pt x="1039287" y="1371770"/>
                  </a:lnTo>
                  <a:lnTo>
                    <a:pt x="1039297" y="1371754"/>
                  </a:lnTo>
                  <a:lnTo>
                    <a:pt x="1039302" y="1371744"/>
                  </a:lnTo>
                  <a:lnTo>
                    <a:pt x="1039305" y="1371734"/>
                  </a:lnTo>
                  <a:lnTo>
                    <a:pt x="1039313" y="1371720"/>
                  </a:lnTo>
                  <a:lnTo>
                    <a:pt x="1039319" y="1371707"/>
                  </a:lnTo>
                  <a:lnTo>
                    <a:pt x="1039322" y="1371703"/>
                  </a:lnTo>
                  <a:lnTo>
                    <a:pt x="1039329" y="1371686"/>
                  </a:lnTo>
                  <a:lnTo>
                    <a:pt x="1039334" y="1371670"/>
                  </a:lnTo>
                  <a:lnTo>
                    <a:pt x="1039336" y="1371661"/>
                  </a:lnTo>
                  <a:lnTo>
                    <a:pt x="1039340" y="1371653"/>
                  </a:lnTo>
                  <a:lnTo>
                    <a:pt x="1039355" y="1371634"/>
                  </a:lnTo>
                  <a:lnTo>
                    <a:pt x="1039354" y="1371627"/>
                  </a:lnTo>
                  <a:lnTo>
                    <a:pt x="1039354" y="1371622"/>
                  </a:lnTo>
                  <a:lnTo>
                    <a:pt x="1039354" y="1371609"/>
                  </a:lnTo>
                  <a:lnTo>
                    <a:pt x="1039354" y="1371600"/>
                  </a:lnTo>
                  <a:lnTo>
                    <a:pt x="1039354" y="1371585"/>
                  </a:lnTo>
                  <a:lnTo>
                    <a:pt x="1039354" y="1371575"/>
                  </a:lnTo>
                  <a:lnTo>
                    <a:pt x="1039355" y="1371569"/>
                  </a:lnTo>
                  <a:lnTo>
                    <a:pt x="1039356" y="1371563"/>
                  </a:lnTo>
                  <a:lnTo>
                    <a:pt x="1039358" y="1371558"/>
                  </a:lnTo>
                  <a:lnTo>
                    <a:pt x="1039359" y="1371552"/>
                  </a:lnTo>
                  <a:lnTo>
                    <a:pt x="1039364" y="1371535"/>
                  </a:lnTo>
                  <a:lnTo>
                    <a:pt x="1039367" y="1371524"/>
                  </a:lnTo>
                  <a:lnTo>
                    <a:pt x="1039380" y="1371492"/>
                  </a:lnTo>
                  <a:lnTo>
                    <a:pt x="1039384" y="1371479"/>
                  </a:lnTo>
                  <a:lnTo>
                    <a:pt x="1039392" y="1371458"/>
                  </a:lnTo>
                  <a:lnTo>
                    <a:pt x="1039417" y="1371455"/>
                  </a:lnTo>
                  <a:lnTo>
                    <a:pt x="1039434" y="1371457"/>
                  </a:lnTo>
                  <a:lnTo>
                    <a:pt x="1039450" y="1371459"/>
                  </a:lnTo>
                  <a:lnTo>
                    <a:pt x="1039466" y="1371462"/>
                  </a:lnTo>
                  <a:lnTo>
                    <a:pt x="1039482" y="1371464"/>
                  </a:lnTo>
                  <a:lnTo>
                    <a:pt x="1039498" y="1371465"/>
                  </a:lnTo>
                  <a:lnTo>
                    <a:pt x="1039506" y="1371466"/>
                  </a:lnTo>
                  <a:lnTo>
                    <a:pt x="1039514" y="1371467"/>
                  </a:lnTo>
                  <a:lnTo>
                    <a:pt x="1039530" y="1371467"/>
                  </a:lnTo>
                  <a:lnTo>
                    <a:pt x="1039546" y="1371469"/>
                  </a:lnTo>
                  <a:lnTo>
                    <a:pt x="1039563" y="1371472"/>
                  </a:lnTo>
                  <a:lnTo>
                    <a:pt x="1039579" y="1371474"/>
                  </a:lnTo>
                  <a:lnTo>
                    <a:pt x="1039595" y="1371475"/>
                  </a:lnTo>
                  <a:lnTo>
                    <a:pt x="1039611" y="1371476"/>
                  </a:lnTo>
                  <a:lnTo>
                    <a:pt x="1039627" y="1371476"/>
                  </a:lnTo>
                  <a:lnTo>
                    <a:pt x="1039644" y="1371476"/>
                  </a:lnTo>
                  <a:lnTo>
                    <a:pt x="1039660" y="1371478"/>
                  </a:lnTo>
                  <a:lnTo>
                    <a:pt x="1039672" y="1371483"/>
                  </a:lnTo>
                  <a:lnTo>
                    <a:pt x="1039676" y="1371487"/>
                  </a:lnTo>
                  <a:lnTo>
                    <a:pt x="1039692" y="1371499"/>
                  </a:lnTo>
                  <a:lnTo>
                    <a:pt x="1039708" y="1371512"/>
                  </a:lnTo>
                  <a:lnTo>
                    <a:pt x="1039724" y="1371525"/>
                  </a:lnTo>
                  <a:lnTo>
                    <a:pt x="1039740" y="1371540"/>
                  </a:lnTo>
                  <a:lnTo>
                    <a:pt x="1039755" y="1371557"/>
                  </a:lnTo>
                  <a:lnTo>
                    <a:pt x="1039769" y="1371573"/>
                  </a:lnTo>
                  <a:lnTo>
                    <a:pt x="1039786" y="1371586"/>
                  </a:lnTo>
                  <a:lnTo>
                    <a:pt x="1039802" y="1371593"/>
                  </a:lnTo>
                  <a:lnTo>
                    <a:pt x="1039818" y="1371601"/>
                  </a:lnTo>
                  <a:lnTo>
                    <a:pt x="1039834" y="1371611"/>
                  </a:lnTo>
                  <a:lnTo>
                    <a:pt x="1039850" y="1371617"/>
                  </a:lnTo>
                  <a:lnTo>
                    <a:pt x="1039866" y="1371622"/>
                  </a:lnTo>
                  <a:lnTo>
                    <a:pt x="1039883" y="1371632"/>
                  </a:lnTo>
                  <a:lnTo>
                    <a:pt x="1039898" y="1371648"/>
                  </a:lnTo>
                  <a:lnTo>
                    <a:pt x="1039906" y="1371657"/>
                  </a:lnTo>
                  <a:lnTo>
                    <a:pt x="1039913" y="1371662"/>
                  </a:lnTo>
                  <a:lnTo>
                    <a:pt x="1039929" y="1371670"/>
                  </a:lnTo>
                  <a:lnTo>
                    <a:pt x="1039945" y="1371674"/>
                  </a:lnTo>
                  <a:lnTo>
                    <a:pt x="1039962" y="1371681"/>
                  </a:lnTo>
                  <a:lnTo>
                    <a:pt x="1039978" y="1371690"/>
                  </a:lnTo>
                  <a:lnTo>
                    <a:pt x="1039988" y="1371695"/>
                  </a:lnTo>
                  <a:lnTo>
                    <a:pt x="1039995" y="1371700"/>
                  </a:lnTo>
                  <a:lnTo>
                    <a:pt x="1040006" y="1371706"/>
                  </a:lnTo>
                  <a:lnTo>
                    <a:pt x="1040013" y="1371712"/>
                  </a:lnTo>
                  <a:lnTo>
                    <a:pt x="1040024" y="1371721"/>
                  </a:lnTo>
                  <a:lnTo>
                    <a:pt x="1040034" y="1371728"/>
                  </a:lnTo>
                  <a:lnTo>
                    <a:pt x="1040043" y="1371735"/>
                  </a:lnTo>
                  <a:lnTo>
                    <a:pt x="1040052" y="1371744"/>
                  </a:lnTo>
                  <a:lnTo>
                    <a:pt x="1040058" y="1371751"/>
                  </a:lnTo>
                  <a:lnTo>
                    <a:pt x="1040062" y="1371754"/>
                  </a:lnTo>
                  <a:lnTo>
                    <a:pt x="1040071" y="1371762"/>
                  </a:lnTo>
                  <a:lnTo>
                    <a:pt x="1040078" y="1371769"/>
                  </a:lnTo>
                  <a:lnTo>
                    <a:pt x="1040085" y="1371774"/>
                  </a:lnTo>
                  <a:lnTo>
                    <a:pt x="1040094" y="1371781"/>
                  </a:lnTo>
                  <a:lnTo>
                    <a:pt x="1040106" y="1371787"/>
                  </a:lnTo>
                  <a:lnTo>
                    <a:pt x="1040121" y="1371793"/>
                  </a:lnTo>
                  <a:lnTo>
                    <a:pt x="1040136" y="1371799"/>
                  </a:lnTo>
                  <a:lnTo>
                    <a:pt x="1040152" y="1371805"/>
                  </a:lnTo>
                  <a:lnTo>
                    <a:pt x="1040167" y="1371810"/>
                  </a:lnTo>
                  <a:lnTo>
                    <a:pt x="1040184" y="1371816"/>
                  </a:lnTo>
                  <a:lnTo>
                    <a:pt x="1040196" y="1371820"/>
                  </a:lnTo>
                  <a:lnTo>
                    <a:pt x="1040208" y="1371824"/>
                  </a:lnTo>
                  <a:lnTo>
                    <a:pt x="1040226" y="1371828"/>
                  </a:lnTo>
                  <a:lnTo>
                    <a:pt x="1040245" y="1371829"/>
                  </a:lnTo>
                  <a:lnTo>
                    <a:pt x="1040255" y="1371829"/>
                  </a:lnTo>
                  <a:lnTo>
                    <a:pt x="1040273" y="1371829"/>
                  </a:lnTo>
                  <a:lnTo>
                    <a:pt x="1040290" y="1371832"/>
                  </a:lnTo>
                  <a:lnTo>
                    <a:pt x="1040312" y="1371842"/>
                  </a:lnTo>
                  <a:lnTo>
                    <a:pt x="1040330" y="1371854"/>
                  </a:lnTo>
                  <a:lnTo>
                    <a:pt x="1040349" y="1371865"/>
                  </a:lnTo>
                  <a:lnTo>
                    <a:pt x="1040364" y="1371872"/>
                  </a:lnTo>
                  <a:lnTo>
                    <a:pt x="1040370" y="1371874"/>
                  </a:lnTo>
                  <a:lnTo>
                    <a:pt x="1040374" y="1371875"/>
                  </a:lnTo>
                  <a:lnTo>
                    <a:pt x="1040385" y="1371877"/>
                  </a:lnTo>
                  <a:lnTo>
                    <a:pt x="1040389" y="1371876"/>
                  </a:lnTo>
                  <a:lnTo>
                    <a:pt x="1040396" y="1371871"/>
                  </a:lnTo>
                  <a:lnTo>
                    <a:pt x="1040405" y="1371864"/>
                  </a:lnTo>
                  <a:lnTo>
                    <a:pt x="1040414" y="1371858"/>
                  </a:lnTo>
                  <a:lnTo>
                    <a:pt x="1040431" y="1371846"/>
                  </a:lnTo>
                  <a:lnTo>
                    <a:pt x="1040444" y="1371838"/>
                  </a:lnTo>
                  <a:lnTo>
                    <a:pt x="1040455" y="1371833"/>
                  </a:lnTo>
                  <a:lnTo>
                    <a:pt x="1040463" y="1371830"/>
                  </a:lnTo>
                  <a:lnTo>
                    <a:pt x="1040473" y="1371828"/>
                  </a:lnTo>
                  <a:lnTo>
                    <a:pt x="1040479" y="1371832"/>
                  </a:lnTo>
                  <a:lnTo>
                    <a:pt x="1040486" y="1371833"/>
                  </a:lnTo>
                  <a:lnTo>
                    <a:pt x="1040500" y="1371833"/>
                  </a:lnTo>
                  <a:lnTo>
                    <a:pt x="1040513" y="1371827"/>
                  </a:lnTo>
                  <a:lnTo>
                    <a:pt x="1040523" y="1371819"/>
                  </a:lnTo>
                  <a:lnTo>
                    <a:pt x="1040528" y="1371814"/>
                  </a:lnTo>
                  <a:lnTo>
                    <a:pt x="1040537" y="1371808"/>
                  </a:lnTo>
                  <a:lnTo>
                    <a:pt x="1040544" y="1371804"/>
                  </a:lnTo>
                  <a:lnTo>
                    <a:pt x="1040553" y="1371802"/>
                  </a:lnTo>
                  <a:lnTo>
                    <a:pt x="1040562" y="1371801"/>
                  </a:lnTo>
                  <a:lnTo>
                    <a:pt x="1040572" y="1371805"/>
                  </a:lnTo>
                  <a:lnTo>
                    <a:pt x="1040578" y="1371807"/>
                  </a:lnTo>
                  <a:lnTo>
                    <a:pt x="1040588" y="1371808"/>
                  </a:lnTo>
                  <a:lnTo>
                    <a:pt x="1040592" y="1371805"/>
                  </a:lnTo>
                  <a:lnTo>
                    <a:pt x="1040597" y="1371793"/>
                  </a:lnTo>
                  <a:lnTo>
                    <a:pt x="1040599" y="1371780"/>
                  </a:lnTo>
                  <a:lnTo>
                    <a:pt x="1040605" y="1371767"/>
                  </a:lnTo>
                  <a:lnTo>
                    <a:pt x="1040609" y="1371759"/>
                  </a:lnTo>
                  <a:lnTo>
                    <a:pt x="1040616" y="1371752"/>
                  </a:lnTo>
                  <a:lnTo>
                    <a:pt x="1040620" y="1371749"/>
                  </a:lnTo>
                  <a:lnTo>
                    <a:pt x="1040627" y="1371751"/>
                  </a:lnTo>
                  <a:lnTo>
                    <a:pt x="1040636" y="1371759"/>
                  </a:lnTo>
                  <a:lnTo>
                    <a:pt x="1040641" y="1371765"/>
                  </a:lnTo>
                  <a:lnTo>
                    <a:pt x="1040652" y="1371770"/>
                  </a:lnTo>
                  <a:lnTo>
                    <a:pt x="1040663" y="1371775"/>
                  </a:lnTo>
                  <a:lnTo>
                    <a:pt x="1040670" y="1371779"/>
                  </a:lnTo>
                  <a:lnTo>
                    <a:pt x="1040673" y="1371786"/>
                  </a:lnTo>
                  <a:lnTo>
                    <a:pt x="1040672" y="1371792"/>
                  </a:lnTo>
                  <a:lnTo>
                    <a:pt x="1040669" y="1371800"/>
                  </a:lnTo>
                  <a:lnTo>
                    <a:pt x="1040665" y="1371807"/>
                  </a:lnTo>
                  <a:lnTo>
                    <a:pt x="1040662" y="1371814"/>
                  </a:lnTo>
                  <a:lnTo>
                    <a:pt x="1040660" y="1371820"/>
                  </a:lnTo>
                  <a:lnTo>
                    <a:pt x="1040661" y="1371826"/>
                  </a:lnTo>
                  <a:lnTo>
                    <a:pt x="1040663" y="1371833"/>
                  </a:lnTo>
                  <a:lnTo>
                    <a:pt x="1040671" y="1371845"/>
                  </a:lnTo>
                  <a:lnTo>
                    <a:pt x="1040684" y="1371856"/>
                  </a:lnTo>
                  <a:lnTo>
                    <a:pt x="1040700" y="1371867"/>
                  </a:lnTo>
                  <a:lnTo>
                    <a:pt x="1040716" y="1371879"/>
                  </a:lnTo>
                  <a:lnTo>
                    <a:pt x="1040732" y="1371890"/>
                  </a:lnTo>
                  <a:lnTo>
                    <a:pt x="1040737" y="1371892"/>
                  </a:lnTo>
                  <a:lnTo>
                    <a:pt x="1040746" y="1371898"/>
                  </a:lnTo>
                  <a:lnTo>
                    <a:pt x="1040753" y="1371901"/>
                  </a:lnTo>
                  <a:lnTo>
                    <a:pt x="1040762" y="1371905"/>
                  </a:lnTo>
                  <a:lnTo>
                    <a:pt x="1040773" y="1371908"/>
                  </a:lnTo>
                  <a:lnTo>
                    <a:pt x="1040790" y="1371913"/>
                  </a:lnTo>
                  <a:lnTo>
                    <a:pt x="1040798" y="1371914"/>
                  </a:lnTo>
                  <a:lnTo>
                    <a:pt x="1040810" y="1371921"/>
                  </a:lnTo>
                  <a:lnTo>
                    <a:pt x="1040818" y="1371927"/>
                  </a:lnTo>
                  <a:lnTo>
                    <a:pt x="1040826" y="1371935"/>
                  </a:lnTo>
                  <a:lnTo>
                    <a:pt x="1040837" y="1371951"/>
                  </a:lnTo>
                  <a:lnTo>
                    <a:pt x="1040844" y="1371962"/>
                  </a:lnTo>
                  <a:lnTo>
                    <a:pt x="1040851" y="1371971"/>
                  </a:lnTo>
                  <a:lnTo>
                    <a:pt x="1040861" y="1371983"/>
                  </a:lnTo>
                  <a:lnTo>
                    <a:pt x="1040875" y="1371993"/>
                  </a:lnTo>
                  <a:lnTo>
                    <a:pt x="1040889" y="1371994"/>
                  </a:lnTo>
                  <a:lnTo>
                    <a:pt x="1040909" y="1371991"/>
                  </a:lnTo>
                  <a:lnTo>
                    <a:pt x="1040928" y="1371982"/>
                  </a:lnTo>
                  <a:lnTo>
                    <a:pt x="1040938" y="1371980"/>
                  </a:lnTo>
                  <a:lnTo>
                    <a:pt x="1040943" y="1371983"/>
                  </a:lnTo>
                  <a:lnTo>
                    <a:pt x="1040954" y="1371999"/>
                  </a:lnTo>
                  <a:lnTo>
                    <a:pt x="1040960" y="1372008"/>
                  </a:lnTo>
                  <a:lnTo>
                    <a:pt x="1040970" y="1372024"/>
                  </a:lnTo>
                  <a:lnTo>
                    <a:pt x="1040976" y="1372038"/>
                  </a:lnTo>
                  <a:lnTo>
                    <a:pt x="1040983" y="1372054"/>
                  </a:lnTo>
                  <a:lnTo>
                    <a:pt x="1040988" y="1372067"/>
                  </a:lnTo>
                  <a:lnTo>
                    <a:pt x="1040993" y="1372083"/>
                  </a:lnTo>
                  <a:lnTo>
                    <a:pt x="1040999" y="1372104"/>
                  </a:lnTo>
                  <a:lnTo>
                    <a:pt x="1041009" y="1372135"/>
                  </a:lnTo>
                  <a:lnTo>
                    <a:pt x="1041013" y="1372149"/>
                  </a:lnTo>
                  <a:lnTo>
                    <a:pt x="1041020" y="1372178"/>
                  </a:lnTo>
                  <a:lnTo>
                    <a:pt x="1041025" y="1372200"/>
                  </a:lnTo>
                  <a:lnTo>
                    <a:pt x="1041029" y="1372219"/>
                  </a:lnTo>
                  <a:lnTo>
                    <a:pt x="1041038" y="1372236"/>
                  </a:lnTo>
                  <a:lnTo>
                    <a:pt x="1041041" y="1372242"/>
                  </a:lnTo>
                  <a:lnTo>
                    <a:pt x="1041047" y="1372253"/>
                  </a:lnTo>
                  <a:lnTo>
                    <a:pt x="1041055" y="1372269"/>
                  </a:lnTo>
                  <a:lnTo>
                    <a:pt x="1041059" y="1372280"/>
                  </a:lnTo>
                  <a:lnTo>
                    <a:pt x="1041063" y="1372295"/>
                  </a:lnTo>
                  <a:lnTo>
                    <a:pt x="1041064" y="1372310"/>
                  </a:lnTo>
                  <a:lnTo>
                    <a:pt x="1041068" y="1372321"/>
                  </a:lnTo>
                  <a:lnTo>
                    <a:pt x="1041073" y="1372326"/>
                  </a:lnTo>
                  <a:lnTo>
                    <a:pt x="1041088" y="1372349"/>
                  </a:lnTo>
                  <a:lnTo>
                    <a:pt x="1041104" y="1372383"/>
                  </a:lnTo>
                  <a:lnTo>
                    <a:pt x="1041107" y="1372401"/>
                  </a:lnTo>
                  <a:lnTo>
                    <a:pt x="1041114" y="1372416"/>
                  </a:lnTo>
                  <a:lnTo>
                    <a:pt x="1041129" y="1372429"/>
                  </a:lnTo>
                  <a:lnTo>
                    <a:pt x="1041149" y="1372455"/>
                  </a:lnTo>
                  <a:lnTo>
                    <a:pt x="1041165" y="1372489"/>
                  </a:lnTo>
                  <a:lnTo>
                    <a:pt x="1041169" y="1372497"/>
                  </a:lnTo>
                  <a:lnTo>
                    <a:pt x="1041175" y="1372508"/>
                  </a:lnTo>
                  <a:lnTo>
                    <a:pt x="1041186" y="1372519"/>
                  </a:lnTo>
                  <a:lnTo>
                    <a:pt x="1041207" y="1372534"/>
                  </a:lnTo>
                  <a:lnTo>
                    <a:pt x="1041220" y="1372550"/>
                  </a:lnTo>
                  <a:lnTo>
                    <a:pt x="1041229" y="1372564"/>
                  </a:lnTo>
                  <a:lnTo>
                    <a:pt x="1041239" y="1372589"/>
                  </a:lnTo>
                  <a:lnTo>
                    <a:pt x="1041249" y="1372629"/>
                  </a:lnTo>
                  <a:lnTo>
                    <a:pt x="1041255" y="1372643"/>
                  </a:lnTo>
                  <a:lnTo>
                    <a:pt x="1041259" y="1372653"/>
                  </a:lnTo>
                  <a:lnTo>
                    <a:pt x="1041261" y="1372660"/>
                  </a:lnTo>
                  <a:lnTo>
                    <a:pt x="1041262" y="1372668"/>
                  </a:lnTo>
                  <a:lnTo>
                    <a:pt x="1041262" y="1372679"/>
                  </a:lnTo>
                  <a:lnTo>
                    <a:pt x="1041260" y="1372690"/>
                  </a:lnTo>
                  <a:lnTo>
                    <a:pt x="1041260" y="1372698"/>
                  </a:lnTo>
                  <a:lnTo>
                    <a:pt x="1041260" y="1372707"/>
                  </a:lnTo>
                  <a:lnTo>
                    <a:pt x="1041260" y="1372715"/>
                  </a:lnTo>
                  <a:lnTo>
                    <a:pt x="1041262" y="1372721"/>
                  </a:lnTo>
                  <a:lnTo>
                    <a:pt x="1041266" y="1372726"/>
                  </a:lnTo>
                  <a:lnTo>
                    <a:pt x="1041273" y="1372729"/>
                  </a:lnTo>
                  <a:lnTo>
                    <a:pt x="1041277" y="1372729"/>
                  </a:lnTo>
                  <a:lnTo>
                    <a:pt x="1041287" y="1372732"/>
                  </a:lnTo>
                  <a:lnTo>
                    <a:pt x="1041292" y="1372735"/>
                  </a:lnTo>
                  <a:lnTo>
                    <a:pt x="1041295" y="1372740"/>
                  </a:lnTo>
                  <a:lnTo>
                    <a:pt x="1041297" y="1372747"/>
                  </a:lnTo>
                  <a:lnTo>
                    <a:pt x="1041298" y="1372757"/>
                  </a:lnTo>
                  <a:lnTo>
                    <a:pt x="1041301" y="1372773"/>
                  </a:lnTo>
                  <a:lnTo>
                    <a:pt x="1041303" y="1372778"/>
                  </a:lnTo>
                  <a:lnTo>
                    <a:pt x="1041310" y="1372782"/>
                  </a:lnTo>
                  <a:lnTo>
                    <a:pt x="1041323" y="1372787"/>
                  </a:lnTo>
                  <a:lnTo>
                    <a:pt x="1041339" y="1372794"/>
                  </a:lnTo>
                  <a:lnTo>
                    <a:pt x="1041350" y="1372799"/>
                  </a:lnTo>
                  <a:lnTo>
                    <a:pt x="1041361" y="1372805"/>
                  </a:lnTo>
                  <a:lnTo>
                    <a:pt x="1041369" y="1372811"/>
                  </a:lnTo>
                  <a:lnTo>
                    <a:pt x="1041374" y="1372816"/>
                  </a:lnTo>
                  <a:lnTo>
                    <a:pt x="1041376" y="1372820"/>
                  </a:lnTo>
                  <a:lnTo>
                    <a:pt x="1041379" y="1372827"/>
                  </a:lnTo>
                  <a:lnTo>
                    <a:pt x="1041386" y="1372843"/>
                  </a:lnTo>
                  <a:lnTo>
                    <a:pt x="1041392" y="1372854"/>
                  </a:lnTo>
                  <a:lnTo>
                    <a:pt x="1041398" y="1372860"/>
                  </a:lnTo>
                  <a:lnTo>
                    <a:pt x="1041404" y="1372865"/>
                  </a:lnTo>
                  <a:lnTo>
                    <a:pt x="1041414" y="1372870"/>
                  </a:lnTo>
                  <a:lnTo>
                    <a:pt x="1041430" y="1372881"/>
                  </a:lnTo>
                  <a:lnTo>
                    <a:pt x="1041448" y="1372892"/>
                  </a:lnTo>
                  <a:lnTo>
                    <a:pt x="1041460" y="1372902"/>
                  </a:lnTo>
                  <a:lnTo>
                    <a:pt x="1041478" y="1372915"/>
                  </a:lnTo>
                  <a:lnTo>
                    <a:pt x="1041495" y="1372927"/>
                  </a:lnTo>
                  <a:lnTo>
                    <a:pt x="1041508" y="1372935"/>
                  </a:lnTo>
                  <a:lnTo>
                    <a:pt x="1041521" y="1372945"/>
                  </a:lnTo>
                  <a:lnTo>
                    <a:pt x="1041535" y="1372958"/>
                  </a:lnTo>
                  <a:lnTo>
                    <a:pt x="1041544" y="1372967"/>
                  </a:lnTo>
                  <a:lnTo>
                    <a:pt x="1041549" y="1372974"/>
                  </a:lnTo>
                  <a:lnTo>
                    <a:pt x="1041553" y="1372981"/>
                  </a:lnTo>
                  <a:lnTo>
                    <a:pt x="1041552" y="1372989"/>
                  </a:lnTo>
                  <a:lnTo>
                    <a:pt x="1041551" y="1372994"/>
                  </a:lnTo>
                  <a:lnTo>
                    <a:pt x="1041548" y="1373000"/>
                  </a:lnTo>
                  <a:lnTo>
                    <a:pt x="1041545" y="1373007"/>
                  </a:lnTo>
                  <a:lnTo>
                    <a:pt x="1041543" y="1373013"/>
                  </a:lnTo>
                  <a:lnTo>
                    <a:pt x="1041540" y="1373025"/>
                  </a:lnTo>
                  <a:lnTo>
                    <a:pt x="1041538" y="1373032"/>
                  </a:lnTo>
                  <a:lnTo>
                    <a:pt x="1041537" y="1373040"/>
                  </a:lnTo>
                  <a:lnTo>
                    <a:pt x="1041537" y="1373047"/>
                  </a:lnTo>
                  <a:lnTo>
                    <a:pt x="1041538" y="1373052"/>
                  </a:lnTo>
                  <a:lnTo>
                    <a:pt x="1041539" y="1373060"/>
                  </a:lnTo>
                  <a:lnTo>
                    <a:pt x="1041538" y="1373066"/>
                  </a:lnTo>
                  <a:lnTo>
                    <a:pt x="1041535" y="1373074"/>
                  </a:lnTo>
                  <a:lnTo>
                    <a:pt x="1041534" y="1373082"/>
                  </a:lnTo>
                  <a:lnTo>
                    <a:pt x="1041534" y="1373091"/>
                  </a:lnTo>
                  <a:lnTo>
                    <a:pt x="1041537" y="1373097"/>
                  </a:lnTo>
                  <a:lnTo>
                    <a:pt x="1041549" y="1373099"/>
                  </a:lnTo>
                  <a:lnTo>
                    <a:pt x="1041563" y="1373100"/>
                  </a:lnTo>
                  <a:lnTo>
                    <a:pt x="1041572" y="1373101"/>
                  </a:lnTo>
                  <a:lnTo>
                    <a:pt x="1041583" y="1373105"/>
                  </a:lnTo>
                  <a:lnTo>
                    <a:pt x="1041594" y="1373114"/>
                  </a:lnTo>
                  <a:lnTo>
                    <a:pt x="1041598" y="1373117"/>
                  </a:lnTo>
                  <a:lnTo>
                    <a:pt x="1041604" y="1373125"/>
                  </a:lnTo>
                  <a:lnTo>
                    <a:pt x="1041637" y="1373150"/>
                  </a:lnTo>
                  <a:lnTo>
                    <a:pt x="1041646" y="1373154"/>
                  </a:lnTo>
                  <a:lnTo>
                    <a:pt x="1041662" y="1373164"/>
                  </a:lnTo>
                  <a:lnTo>
                    <a:pt x="1041678" y="1373176"/>
                  </a:lnTo>
                  <a:lnTo>
                    <a:pt x="1041689" y="1373188"/>
                  </a:lnTo>
                  <a:lnTo>
                    <a:pt x="1041692" y="1373193"/>
                  </a:lnTo>
                  <a:lnTo>
                    <a:pt x="1041699" y="1373202"/>
                  </a:lnTo>
                  <a:lnTo>
                    <a:pt x="1041702" y="1373209"/>
                  </a:lnTo>
                  <a:lnTo>
                    <a:pt x="1041706" y="1373217"/>
                  </a:lnTo>
                  <a:lnTo>
                    <a:pt x="1041709" y="1373226"/>
                  </a:lnTo>
                  <a:lnTo>
                    <a:pt x="1041713" y="1373243"/>
                  </a:lnTo>
                  <a:lnTo>
                    <a:pt x="1041718" y="1373257"/>
                  </a:lnTo>
                  <a:lnTo>
                    <a:pt x="1041724" y="1373276"/>
                  </a:lnTo>
                  <a:lnTo>
                    <a:pt x="1041730" y="1373285"/>
                  </a:lnTo>
                  <a:lnTo>
                    <a:pt x="1041736" y="1373291"/>
                  </a:lnTo>
                  <a:lnTo>
                    <a:pt x="1041745" y="1373298"/>
                  </a:lnTo>
                  <a:lnTo>
                    <a:pt x="1041752" y="1373301"/>
                  </a:lnTo>
                  <a:lnTo>
                    <a:pt x="1041769" y="1373308"/>
                  </a:lnTo>
                  <a:lnTo>
                    <a:pt x="1041785" y="1373313"/>
                  </a:lnTo>
                  <a:lnTo>
                    <a:pt x="1041801" y="1373318"/>
                  </a:lnTo>
                  <a:lnTo>
                    <a:pt x="1041813" y="1373321"/>
                  </a:lnTo>
                  <a:lnTo>
                    <a:pt x="1041817" y="1373324"/>
                  </a:lnTo>
                  <a:lnTo>
                    <a:pt x="1041826" y="1373332"/>
                  </a:lnTo>
                  <a:lnTo>
                    <a:pt x="1041831" y="1373342"/>
                  </a:lnTo>
                  <a:lnTo>
                    <a:pt x="1041837" y="1373353"/>
                  </a:lnTo>
                  <a:lnTo>
                    <a:pt x="1041841" y="1373364"/>
                  </a:lnTo>
                  <a:lnTo>
                    <a:pt x="1041847" y="1373385"/>
                  </a:lnTo>
                  <a:lnTo>
                    <a:pt x="1041853" y="1373403"/>
                  </a:lnTo>
                  <a:lnTo>
                    <a:pt x="1041867" y="1373419"/>
                  </a:lnTo>
                  <a:lnTo>
                    <a:pt x="1041876" y="1373430"/>
                  </a:lnTo>
                  <a:lnTo>
                    <a:pt x="1041880" y="1373435"/>
                  </a:lnTo>
                  <a:lnTo>
                    <a:pt x="1041886" y="1373453"/>
                  </a:lnTo>
                  <a:lnTo>
                    <a:pt x="1041890" y="1373465"/>
                  </a:lnTo>
                  <a:lnTo>
                    <a:pt x="1041898" y="1373475"/>
                  </a:lnTo>
                  <a:lnTo>
                    <a:pt x="1041902" y="1373486"/>
                  </a:lnTo>
                  <a:lnTo>
                    <a:pt x="1041902" y="1373492"/>
                  </a:lnTo>
                  <a:lnTo>
                    <a:pt x="1041900" y="1373501"/>
                  </a:lnTo>
                  <a:lnTo>
                    <a:pt x="1041892" y="1373517"/>
                  </a:lnTo>
                  <a:lnTo>
                    <a:pt x="1041889" y="1373527"/>
                  </a:lnTo>
                  <a:lnTo>
                    <a:pt x="1041887" y="1373532"/>
                  </a:lnTo>
                  <a:lnTo>
                    <a:pt x="1041886" y="1373538"/>
                  </a:lnTo>
                  <a:lnTo>
                    <a:pt x="1041886" y="1373543"/>
                  </a:lnTo>
                  <a:lnTo>
                    <a:pt x="1041887" y="1373550"/>
                  </a:lnTo>
                  <a:lnTo>
                    <a:pt x="1041889" y="1373560"/>
                  </a:lnTo>
                  <a:lnTo>
                    <a:pt x="1041894" y="1373568"/>
                  </a:lnTo>
                  <a:lnTo>
                    <a:pt x="1041901" y="1373576"/>
                  </a:lnTo>
                  <a:lnTo>
                    <a:pt x="1041907" y="1373583"/>
                  </a:lnTo>
                  <a:lnTo>
                    <a:pt x="1041914" y="1373589"/>
                  </a:lnTo>
                  <a:lnTo>
                    <a:pt x="1041920" y="1373597"/>
                  </a:lnTo>
                  <a:lnTo>
                    <a:pt x="1041933" y="1373617"/>
                  </a:lnTo>
                  <a:lnTo>
                    <a:pt x="1041941" y="1373629"/>
                  </a:lnTo>
                  <a:lnTo>
                    <a:pt x="1041947" y="1373637"/>
                  </a:lnTo>
                  <a:lnTo>
                    <a:pt x="1041957" y="1373653"/>
                  </a:lnTo>
                  <a:lnTo>
                    <a:pt x="1041965" y="1373670"/>
                  </a:lnTo>
                  <a:lnTo>
                    <a:pt x="1041972" y="1373686"/>
                  </a:lnTo>
                  <a:lnTo>
                    <a:pt x="1041976" y="1373703"/>
                  </a:lnTo>
                  <a:lnTo>
                    <a:pt x="1041979" y="1373720"/>
                  </a:lnTo>
                  <a:lnTo>
                    <a:pt x="1041980" y="1373728"/>
                  </a:lnTo>
                  <a:lnTo>
                    <a:pt x="1041983" y="1373740"/>
                  </a:lnTo>
                  <a:lnTo>
                    <a:pt x="1041988" y="1373757"/>
                  </a:lnTo>
                  <a:lnTo>
                    <a:pt x="1041993" y="1373774"/>
                  </a:lnTo>
                  <a:lnTo>
                    <a:pt x="1041999" y="1373787"/>
                  </a:lnTo>
                  <a:lnTo>
                    <a:pt x="1042003" y="1373795"/>
                  </a:lnTo>
                  <a:lnTo>
                    <a:pt x="1042008" y="1373803"/>
                  </a:lnTo>
                  <a:lnTo>
                    <a:pt x="1042013" y="1373809"/>
                  </a:lnTo>
                  <a:lnTo>
                    <a:pt x="1042023" y="1373817"/>
                  </a:lnTo>
                  <a:lnTo>
                    <a:pt x="1042048" y="1373832"/>
                  </a:lnTo>
                  <a:lnTo>
                    <a:pt x="1042061" y="1373840"/>
                  </a:lnTo>
                  <a:lnTo>
                    <a:pt x="1042070" y="1373846"/>
                  </a:lnTo>
                  <a:lnTo>
                    <a:pt x="1042077" y="1373850"/>
                  </a:lnTo>
                  <a:lnTo>
                    <a:pt x="1042081" y="1373854"/>
                  </a:lnTo>
                  <a:lnTo>
                    <a:pt x="1042084" y="1373859"/>
                  </a:lnTo>
                  <a:lnTo>
                    <a:pt x="1042087" y="1373867"/>
                  </a:lnTo>
                  <a:lnTo>
                    <a:pt x="1042091" y="1373880"/>
                  </a:lnTo>
                  <a:lnTo>
                    <a:pt x="1042094" y="1373896"/>
                  </a:lnTo>
                  <a:lnTo>
                    <a:pt x="1042095" y="1373907"/>
                  </a:lnTo>
                  <a:lnTo>
                    <a:pt x="1042097" y="1373917"/>
                  </a:lnTo>
                  <a:lnTo>
                    <a:pt x="1042101" y="1373925"/>
                  </a:lnTo>
                  <a:lnTo>
                    <a:pt x="1042108" y="1373939"/>
                  </a:lnTo>
                  <a:lnTo>
                    <a:pt x="1042116" y="1373949"/>
                  </a:lnTo>
                  <a:lnTo>
                    <a:pt x="1042126" y="1373959"/>
                  </a:lnTo>
                  <a:lnTo>
                    <a:pt x="1042134" y="1373969"/>
                  </a:lnTo>
                  <a:lnTo>
                    <a:pt x="1042137" y="1373974"/>
                  </a:lnTo>
                  <a:lnTo>
                    <a:pt x="1042141" y="1373988"/>
                  </a:lnTo>
                  <a:lnTo>
                    <a:pt x="1042145" y="1374007"/>
                  </a:lnTo>
                  <a:lnTo>
                    <a:pt x="1042147" y="1374024"/>
                  </a:lnTo>
                  <a:lnTo>
                    <a:pt x="1042148" y="1374034"/>
                  </a:lnTo>
                  <a:lnTo>
                    <a:pt x="1042152" y="1374051"/>
                  </a:lnTo>
                  <a:lnTo>
                    <a:pt x="1042153" y="1374064"/>
                  </a:lnTo>
                  <a:lnTo>
                    <a:pt x="1042154" y="1374076"/>
                  </a:lnTo>
                  <a:lnTo>
                    <a:pt x="1042154" y="1374090"/>
                  </a:lnTo>
                  <a:lnTo>
                    <a:pt x="1042154" y="1374103"/>
                  </a:lnTo>
                  <a:lnTo>
                    <a:pt x="1042156" y="1374114"/>
                  </a:lnTo>
                  <a:lnTo>
                    <a:pt x="1042157" y="1374123"/>
                  </a:lnTo>
                  <a:lnTo>
                    <a:pt x="1042159" y="1374133"/>
                  </a:lnTo>
                  <a:lnTo>
                    <a:pt x="1042162" y="1374138"/>
                  </a:lnTo>
                  <a:lnTo>
                    <a:pt x="1042167" y="1374141"/>
                  </a:lnTo>
                  <a:lnTo>
                    <a:pt x="1042173" y="1374145"/>
                  </a:lnTo>
                  <a:lnTo>
                    <a:pt x="1042180" y="1374146"/>
                  </a:lnTo>
                  <a:lnTo>
                    <a:pt x="1042191" y="1374147"/>
                  </a:lnTo>
                  <a:lnTo>
                    <a:pt x="1042202" y="1374145"/>
                  </a:lnTo>
                  <a:lnTo>
                    <a:pt x="1042211" y="1374143"/>
                  </a:lnTo>
                  <a:lnTo>
                    <a:pt x="1042243" y="1374139"/>
                  </a:lnTo>
                  <a:lnTo>
                    <a:pt x="1042253" y="1374139"/>
                  </a:lnTo>
                  <a:lnTo>
                    <a:pt x="1042261" y="1374140"/>
                  </a:lnTo>
                  <a:lnTo>
                    <a:pt x="1042269" y="1374140"/>
                  </a:lnTo>
                  <a:lnTo>
                    <a:pt x="1042279" y="1374142"/>
                  </a:lnTo>
                  <a:lnTo>
                    <a:pt x="1042295" y="1374148"/>
                  </a:lnTo>
                  <a:lnTo>
                    <a:pt x="1042302" y="1374151"/>
                  </a:lnTo>
                  <a:lnTo>
                    <a:pt x="1042311" y="1374157"/>
                  </a:lnTo>
                  <a:lnTo>
                    <a:pt x="1042320" y="1374163"/>
                  </a:lnTo>
                  <a:lnTo>
                    <a:pt x="1042328" y="1374167"/>
                  </a:lnTo>
                  <a:lnTo>
                    <a:pt x="1042336" y="1374173"/>
                  </a:lnTo>
                  <a:lnTo>
                    <a:pt x="1042343" y="1374178"/>
                  </a:lnTo>
                  <a:lnTo>
                    <a:pt x="1042348" y="1374180"/>
                  </a:lnTo>
                  <a:lnTo>
                    <a:pt x="1042355" y="1374181"/>
                  </a:lnTo>
                  <a:lnTo>
                    <a:pt x="1042364" y="1374182"/>
                  </a:lnTo>
                  <a:lnTo>
                    <a:pt x="1042374" y="1374182"/>
                  </a:lnTo>
                  <a:lnTo>
                    <a:pt x="1042380" y="1374182"/>
                  </a:lnTo>
                  <a:lnTo>
                    <a:pt x="1042388" y="1374182"/>
                  </a:lnTo>
                  <a:lnTo>
                    <a:pt x="1042397" y="1374181"/>
                  </a:lnTo>
                  <a:lnTo>
                    <a:pt x="1042401" y="1374183"/>
                  </a:lnTo>
                  <a:lnTo>
                    <a:pt x="1042405" y="1374196"/>
                  </a:lnTo>
                  <a:lnTo>
                    <a:pt x="1042409" y="1374205"/>
                  </a:lnTo>
                  <a:lnTo>
                    <a:pt x="1042413" y="1374213"/>
                  </a:lnTo>
                  <a:lnTo>
                    <a:pt x="1042416" y="1374217"/>
                  </a:lnTo>
                  <a:lnTo>
                    <a:pt x="1042425" y="1374225"/>
                  </a:lnTo>
                  <a:lnTo>
                    <a:pt x="1042435" y="1374231"/>
                  </a:lnTo>
                  <a:lnTo>
                    <a:pt x="1042448" y="1374233"/>
                  </a:lnTo>
                  <a:lnTo>
                    <a:pt x="1042457" y="1374236"/>
                  </a:lnTo>
                  <a:lnTo>
                    <a:pt x="1042466" y="1374238"/>
                  </a:lnTo>
                  <a:lnTo>
                    <a:pt x="1042482" y="1374241"/>
                  </a:lnTo>
                  <a:lnTo>
                    <a:pt x="1042499" y="1374246"/>
                  </a:lnTo>
                  <a:lnTo>
                    <a:pt x="1042515" y="1374254"/>
                  </a:lnTo>
                  <a:lnTo>
                    <a:pt x="1042530" y="1374262"/>
                  </a:lnTo>
                  <a:lnTo>
                    <a:pt x="1042546" y="1374273"/>
                  </a:lnTo>
                  <a:lnTo>
                    <a:pt x="1042553" y="1374278"/>
                  </a:lnTo>
                  <a:lnTo>
                    <a:pt x="1042562" y="1374283"/>
                  </a:lnTo>
                  <a:lnTo>
                    <a:pt x="1042573" y="1374292"/>
                  </a:lnTo>
                  <a:lnTo>
                    <a:pt x="1042579" y="1374294"/>
                  </a:lnTo>
                  <a:lnTo>
                    <a:pt x="1042585" y="1374298"/>
                  </a:lnTo>
                  <a:lnTo>
                    <a:pt x="1042595" y="1374301"/>
                  </a:lnTo>
                  <a:lnTo>
                    <a:pt x="1042611" y="1374309"/>
                  </a:lnTo>
                  <a:lnTo>
                    <a:pt x="1042627" y="1374317"/>
                  </a:lnTo>
                  <a:lnTo>
                    <a:pt x="1042643" y="1374325"/>
                  </a:lnTo>
                  <a:lnTo>
                    <a:pt x="1042659" y="1374334"/>
                  </a:lnTo>
                  <a:lnTo>
                    <a:pt x="1042669" y="1374340"/>
                  </a:lnTo>
                  <a:lnTo>
                    <a:pt x="1042680" y="1374344"/>
                  </a:lnTo>
                  <a:lnTo>
                    <a:pt x="1042688" y="1374348"/>
                  </a:lnTo>
                  <a:lnTo>
                    <a:pt x="1042702" y="1374352"/>
                  </a:lnTo>
                  <a:lnTo>
                    <a:pt x="1042712" y="1374356"/>
                  </a:lnTo>
                  <a:lnTo>
                    <a:pt x="1042723" y="1374357"/>
                  </a:lnTo>
                  <a:lnTo>
                    <a:pt x="1042734" y="1374357"/>
                  </a:lnTo>
                  <a:lnTo>
                    <a:pt x="1042750" y="1374356"/>
                  </a:lnTo>
                  <a:lnTo>
                    <a:pt x="1042756" y="1374350"/>
                  </a:lnTo>
                  <a:lnTo>
                    <a:pt x="1042765" y="1374340"/>
                  </a:lnTo>
                  <a:lnTo>
                    <a:pt x="1042771" y="1374332"/>
                  </a:lnTo>
                  <a:lnTo>
                    <a:pt x="1042777" y="1374326"/>
                  </a:lnTo>
                  <a:lnTo>
                    <a:pt x="1042782" y="1374322"/>
                  </a:lnTo>
                  <a:lnTo>
                    <a:pt x="1042790" y="1374317"/>
                  </a:lnTo>
                  <a:lnTo>
                    <a:pt x="1042803" y="1374310"/>
                  </a:lnTo>
                  <a:lnTo>
                    <a:pt x="1042809" y="1374306"/>
                  </a:lnTo>
                  <a:lnTo>
                    <a:pt x="1042822" y="1374297"/>
                  </a:lnTo>
                  <a:lnTo>
                    <a:pt x="1042832" y="1374290"/>
                  </a:lnTo>
                  <a:lnTo>
                    <a:pt x="1042842" y="1374283"/>
                  </a:lnTo>
                  <a:lnTo>
                    <a:pt x="1042849" y="1374280"/>
                  </a:lnTo>
                  <a:lnTo>
                    <a:pt x="1042859" y="1374277"/>
                  </a:lnTo>
                  <a:lnTo>
                    <a:pt x="1042871" y="1374274"/>
                  </a:lnTo>
                  <a:lnTo>
                    <a:pt x="1042887" y="1374273"/>
                  </a:lnTo>
                  <a:lnTo>
                    <a:pt x="1042899" y="1374272"/>
                  </a:lnTo>
                  <a:lnTo>
                    <a:pt x="1042911" y="1374270"/>
                  </a:lnTo>
                  <a:lnTo>
                    <a:pt x="1042928" y="1374271"/>
                  </a:lnTo>
                  <a:lnTo>
                    <a:pt x="1042943" y="1374271"/>
                  </a:lnTo>
                  <a:lnTo>
                    <a:pt x="1042952" y="1374270"/>
                  </a:lnTo>
                  <a:lnTo>
                    <a:pt x="1042971" y="1374263"/>
                  </a:lnTo>
                  <a:lnTo>
                    <a:pt x="1042992" y="1374255"/>
                  </a:lnTo>
                  <a:lnTo>
                    <a:pt x="1043020" y="1374240"/>
                  </a:lnTo>
                  <a:lnTo>
                    <a:pt x="1043037" y="1374232"/>
                  </a:lnTo>
                  <a:lnTo>
                    <a:pt x="1043053" y="1374222"/>
                  </a:lnTo>
                  <a:lnTo>
                    <a:pt x="1043066" y="1374213"/>
                  </a:lnTo>
                  <a:lnTo>
                    <a:pt x="1043078" y="1374205"/>
                  </a:lnTo>
                  <a:lnTo>
                    <a:pt x="1043084" y="1374203"/>
                  </a:lnTo>
                  <a:lnTo>
                    <a:pt x="1043091" y="1374202"/>
                  </a:lnTo>
                  <a:lnTo>
                    <a:pt x="1043097" y="1374204"/>
                  </a:lnTo>
                  <a:lnTo>
                    <a:pt x="1043106" y="1374207"/>
                  </a:lnTo>
                  <a:lnTo>
                    <a:pt x="1043116" y="1374213"/>
                  </a:lnTo>
                  <a:lnTo>
                    <a:pt x="1043124" y="1374223"/>
                  </a:lnTo>
                  <a:lnTo>
                    <a:pt x="1043130" y="1374229"/>
                  </a:lnTo>
                  <a:lnTo>
                    <a:pt x="1043143" y="1374244"/>
                  </a:lnTo>
                  <a:lnTo>
                    <a:pt x="1043149" y="1374253"/>
                  </a:lnTo>
                  <a:lnTo>
                    <a:pt x="1043154" y="1374257"/>
                  </a:lnTo>
                  <a:lnTo>
                    <a:pt x="1043162" y="1374262"/>
                  </a:lnTo>
                  <a:lnTo>
                    <a:pt x="1043171" y="1374264"/>
                  </a:lnTo>
                  <a:lnTo>
                    <a:pt x="1043179" y="1374264"/>
                  </a:lnTo>
                  <a:lnTo>
                    <a:pt x="1043184" y="1374261"/>
                  </a:lnTo>
                  <a:lnTo>
                    <a:pt x="1043190" y="1374257"/>
                  </a:lnTo>
                  <a:lnTo>
                    <a:pt x="1043197" y="1374245"/>
                  </a:lnTo>
                  <a:lnTo>
                    <a:pt x="1043201" y="1374241"/>
                  </a:lnTo>
                  <a:lnTo>
                    <a:pt x="1043205" y="1374242"/>
                  </a:lnTo>
                  <a:lnTo>
                    <a:pt x="1043209" y="1374245"/>
                  </a:lnTo>
                  <a:lnTo>
                    <a:pt x="1043217" y="1374248"/>
                  </a:lnTo>
                  <a:lnTo>
                    <a:pt x="1043224" y="1374250"/>
                  </a:lnTo>
                  <a:lnTo>
                    <a:pt x="1043239" y="1374252"/>
                  </a:lnTo>
                  <a:lnTo>
                    <a:pt x="1043249" y="1374253"/>
                  </a:lnTo>
                  <a:lnTo>
                    <a:pt x="1043258" y="1374251"/>
                  </a:lnTo>
                  <a:lnTo>
                    <a:pt x="1043263" y="1374247"/>
                  </a:lnTo>
                  <a:lnTo>
                    <a:pt x="1043271" y="1374241"/>
                  </a:lnTo>
                  <a:lnTo>
                    <a:pt x="1043278" y="1374232"/>
                  </a:lnTo>
                  <a:lnTo>
                    <a:pt x="1043284" y="1374225"/>
                  </a:lnTo>
                  <a:lnTo>
                    <a:pt x="1043290" y="1374221"/>
                  </a:lnTo>
                  <a:lnTo>
                    <a:pt x="1043301" y="1374216"/>
                  </a:lnTo>
                  <a:lnTo>
                    <a:pt x="1043313" y="1374215"/>
                  </a:lnTo>
                  <a:lnTo>
                    <a:pt x="1043321" y="1374217"/>
                  </a:lnTo>
                  <a:lnTo>
                    <a:pt x="1043328" y="1374218"/>
                  </a:lnTo>
                  <a:lnTo>
                    <a:pt x="1043333" y="1374218"/>
                  </a:lnTo>
                  <a:lnTo>
                    <a:pt x="1043340" y="1374218"/>
                  </a:lnTo>
                  <a:lnTo>
                    <a:pt x="1043346" y="1374216"/>
                  </a:lnTo>
                  <a:lnTo>
                    <a:pt x="1043359" y="1374210"/>
                  </a:lnTo>
                  <a:lnTo>
                    <a:pt x="1043364" y="1374205"/>
                  </a:lnTo>
                  <a:lnTo>
                    <a:pt x="1043376" y="1374195"/>
                  </a:lnTo>
                  <a:lnTo>
                    <a:pt x="1043383" y="1374179"/>
                  </a:lnTo>
                  <a:lnTo>
                    <a:pt x="1043388" y="1374166"/>
                  </a:lnTo>
                  <a:lnTo>
                    <a:pt x="1043390" y="1374156"/>
                  </a:lnTo>
                  <a:lnTo>
                    <a:pt x="1043391" y="1374148"/>
                  </a:lnTo>
                  <a:lnTo>
                    <a:pt x="1043392" y="1374139"/>
                  </a:lnTo>
                  <a:lnTo>
                    <a:pt x="1043391" y="1374132"/>
                  </a:lnTo>
                  <a:lnTo>
                    <a:pt x="1043392" y="1374124"/>
                  </a:lnTo>
                  <a:lnTo>
                    <a:pt x="1043394" y="1374120"/>
                  </a:lnTo>
                  <a:lnTo>
                    <a:pt x="1043397" y="1374115"/>
                  </a:lnTo>
                  <a:lnTo>
                    <a:pt x="1043401" y="1374111"/>
                  </a:lnTo>
                  <a:lnTo>
                    <a:pt x="1043409" y="1374104"/>
                  </a:lnTo>
                  <a:lnTo>
                    <a:pt x="1043417" y="1374102"/>
                  </a:lnTo>
                  <a:lnTo>
                    <a:pt x="1043423" y="1374101"/>
                  </a:lnTo>
                  <a:lnTo>
                    <a:pt x="1043431" y="1374103"/>
                  </a:lnTo>
                  <a:lnTo>
                    <a:pt x="1043442" y="1374107"/>
                  </a:lnTo>
                  <a:lnTo>
                    <a:pt x="1043458" y="1374118"/>
                  </a:lnTo>
                  <a:lnTo>
                    <a:pt x="1043469" y="1374125"/>
                  </a:lnTo>
                  <a:lnTo>
                    <a:pt x="1043476" y="1374128"/>
                  </a:lnTo>
                  <a:lnTo>
                    <a:pt x="1043480" y="1374129"/>
                  </a:lnTo>
                  <a:lnTo>
                    <a:pt x="1043485" y="1374129"/>
                  </a:lnTo>
                  <a:lnTo>
                    <a:pt x="1043496" y="1374129"/>
                  </a:lnTo>
                  <a:lnTo>
                    <a:pt x="1043507" y="1374130"/>
                  </a:lnTo>
                  <a:lnTo>
                    <a:pt x="1043515" y="1374132"/>
                  </a:lnTo>
                  <a:lnTo>
                    <a:pt x="1043521" y="1374137"/>
                  </a:lnTo>
                  <a:lnTo>
                    <a:pt x="1043530" y="1374146"/>
                  </a:lnTo>
                  <a:lnTo>
                    <a:pt x="1043535" y="1374149"/>
                  </a:lnTo>
                  <a:lnTo>
                    <a:pt x="1043551" y="1374161"/>
                  </a:lnTo>
                  <a:lnTo>
                    <a:pt x="1043567" y="1374169"/>
                  </a:lnTo>
                  <a:lnTo>
                    <a:pt x="1043583" y="1374175"/>
                  </a:lnTo>
                  <a:lnTo>
                    <a:pt x="1043599" y="1374177"/>
                  </a:lnTo>
                  <a:lnTo>
                    <a:pt x="1043615" y="1374176"/>
                  </a:lnTo>
                  <a:lnTo>
                    <a:pt x="1043631" y="1374173"/>
                  </a:lnTo>
                  <a:lnTo>
                    <a:pt x="1043647" y="1374168"/>
                  </a:lnTo>
                  <a:lnTo>
                    <a:pt x="1043654" y="1374169"/>
                  </a:lnTo>
                  <a:lnTo>
                    <a:pt x="1043659" y="1374170"/>
                  </a:lnTo>
                  <a:lnTo>
                    <a:pt x="1043669" y="1374176"/>
                  </a:lnTo>
                  <a:lnTo>
                    <a:pt x="1043677" y="1374181"/>
                  </a:lnTo>
                  <a:lnTo>
                    <a:pt x="1043686" y="1374185"/>
                  </a:lnTo>
                  <a:lnTo>
                    <a:pt x="1043694" y="1374186"/>
                  </a:lnTo>
                  <a:lnTo>
                    <a:pt x="1043701" y="1374182"/>
                  </a:lnTo>
                  <a:lnTo>
                    <a:pt x="1043719" y="1374170"/>
                  </a:lnTo>
                  <a:lnTo>
                    <a:pt x="1043726" y="1374166"/>
                  </a:lnTo>
                  <a:lnTo>
                    <a:pt x="1043732" y="1374163"/>
                  </a:lnTo>
                  <a:lnTo>
                    <a:pt x="1043741" y="1374161"/>
                  </a:lnTo>
                  <a:lnTo>
                    <a:pt x="1043746" y="1374161"/>
                  </a:lnTo>
                  <a:lnTo>
                    <a:pt x="1043752" y="1374163"/>
                  </a:lnTo>
                  <a:lnTo>
                    <a:pt x="1043760" y="1374167"/>
                  </a:lnTo>
                  <a:lnTo>
                    <a:pt x="1043767" y="1374170"/>
                  </a:lnTo>
                  <a:lnTo>
                    <a:pt x="1043772" y="1374173"/>
                  </a:lnTo>
                  <a:lnTo>
                    <a:pt x="1043779" y="1374177"/>
                  </a:lnTo>
                  <a:lnTo>
                    <a:pt x="1043789" y="1374183"/>
                  </a:lnTo>
                  <a:lnTo>
                    <a:pt x="1043803" y="1374188"/>
                  </a:lnTo>
                  <a:lnTo>
                    <a:pt x="1043810" y="1374186"/>
                  </a:lnTo>
                  <a:lnTo>
                    <a:pt x="1043817" y="1374181"/>
                  </a:lnTo>
                  <a:lnTo>
                    <a:pt x="1043823" y="1374174"/>
                  </a:lnTo>
                  <a:lnTo>
                    <a:pt x="1043829" y="1374167"/>
                  </a:lnTo>
                  <a:lnTo>
                    <a:pt x="1043844" y="1374161"/>
                  </a:lnTo>
                  <a:lnTo>
                    <a:pt x="1043859" y="1374158"/>
                  </a:lnTo>
                  <a:lnTo>
                    <a:pt x="1043876" y="1374158"/>
                  </a:lnTo>
                  <a:lnTo>
                    <a:pt x="1043892" y="1374155"/>
                  </a:lnTo>
                  <a:lnTo>
                    <a:pt x="1043900" y="1374149"/>
                  </a:lnTo>
                  <a:lnTo>
                    <a:pt x="1043904" y="1374136"/>
                  </a:lnTo>
                  <a:lnTo>
                    <a:pt x="1043905" y="1374122"/>
                  </a:lnTo>
                  <a:lnTo>
                    <a:pt x="1043906" y="1374108"/>
                  </a:lnTo>
                  <a:lnTo>
                    <a:pt x="1043907" y="1374090"/>
                  </a:lnTo>
                  <a:lnTo>
                    <a:pt x="1043907" y="1374073"/>
                  </a:lnTo>
                  <a:lnTo>
                    <a:pt x="1043908" y="1374056"/>
                  </a:lnTo>
                  <a:lnTo>
                    <a:pt x="1043908" y="1374039"/>
                  </a:lnTo>
                  <a:lnTo>
                    <a:pt x="1043908" y="1374023"/>
                  </a:lnTo>
                  <a:lnTo>
                    <a:pt x="1043910" y="1374005"/>
                  </a:lnTo>
                  <a:lnTo>
                    <a:pt x="1043912" y="1373997"/>
                  </a:lnTo>
                  <a:lnTo>
                    <a:pt x="1043918" y="1373990"/>
                  </a:lnTo>
                  <a:lnTo>
                    <a:pt x="1043924" y="1373988"/>
                  </a:lnTo>
                  <a:lnTo>
                    <a:pt x="1043930" y="1373989"/>
                  </a:lnTo>
                  <a:lnTo>
                    <a:pt x="1043939" y="1373992"/>
                  </a:lnTo>
                  <a:lnTo>
                    <a:pt x="1043948" y="1373994"/>
                  </a:lnTo>
                  <a:lnTo>
                    <a:pt x="1043959" y="1373993"/>
                  </a:lnTo>
                  <a:lnTo>
                    <a:pt x="1043974" y="1373986"/>
                  </a:lnTo>
                  <a:lnTo>
                    <a:pt x="1043990" y="1373973"/>
                  </a:lnTo>
                  <a:lnTo>
                    <a:pt x="1044005" y="1373958"/>
                  </a:lnTo>
                  <a:lnTo>
                    <a:pt x="1044017" y="1373939"/>
                  </a:lnTo>
                  <a:lnTo>
                    <a:pt x="1044025" y="1373928"/>
                  </a:lnTo>
                  <a:lnTo>
                    <a:pt x="1044033" y="1373921"/>
                  </a:lnTo>
                  <a:lnTo>
                    <a:pt x="1044048" y="1373913"/>
                  </a:lnTo>
                  <a:lnTo>
                    <a:pt x="1044061" y="1373908"/>
                  </a:lnTo>
                  <a:lnTo>
                    <a:pt x="1044071" y="1373905"/>
                  </a:lnTo>
                  <a:lnTo>
                    <a:pt x="1044099" y="1373899"/>
                  </a:lnTo>
                  <a:lnTo>
                    <a:pt x="1044120" y="1373894"/>
                  </a:lnTo>
                  <a:lnTo>
                    <a:pt x="1044139" y="1373888"/>
                  </a:lnTo>
                  <a:lnTo>
                    <a:pt x="1044151" y="1373885"/>
                  </a:lnTo>
                  <a:lnTo>
                    <a:pt x="1044173" y="1373877"/>
                  </a:lnTo>
                  <a:lnTo>
                    <a:pt x="1044178" y="1373872"/>
                  </a:lnTo>
                  <a:lnTo>
                    <a:pt x="1044184" y="1373866"/>
                  </a:lnTo>
                  <a:lnTo>
                    <a:pt x="1044188" y="1373862"/>
                  </a:lnTo>
                  <a:lnTo>
                    <a:pt x="1044194" y="1373856"/>
                  </a:lnTo>
                  <a:lnTo>
                    <a:pt x="1044201" y="1373852"/>
                  </a:lnTo>
                  <a:lnTo>
                    <a:pt x="1044206" y="1373850"/>
                  </a:lnTo>
                  <a:lnTo>
                    <a:pt x="1044212" y="1373847"/>
                  </a:lnTo>
                  <a:lnTo>
                    <a:pt x="1044217" y="1373844"/>
                  </a:lnTo>
                  <a:lnTo>
                    <a:pt x="1044223" y="1373839"/>
                  </a:lnTo>
                  <a:lnTo>
                    <a:pt x="1044228" y="1373833"/>
                  </a:lnTo>
                  <a:lnTo>
                    <a:pt x="1044236" y="1373822"/>
                  </a:lnTo>
                  <a:lnTo>
                    <a:pt x="1044244" y="1373808"/>
                  </a:lnTo>
                  <a:lnTo>
                    <a:pt x="1044248" y="1373787"/>
                  </a:lnTo>
                  <a:lnTo>
                    <a:pt x="1044256" y="1373772"/>
                  </a:lnTo>
                  <a:lnTo>
                    <a:pt x="1044262" y="1373765"/>
                  </a:lnTo>
                  <a:lnTo>
                    <a:pt x="1044266" y="1373749"/>
                  </a:lnTo>
                  <a:lnTo>
                    <a:pt x="1044268" y="1373738"/>
                  </a:lnTo>
                  <a:lnTo>
                    <a:pt x="1044269" y="1373722"/>
                  </a:lnTo>
                  <a:lnTo>
                    <a:pt x="1044271" y="1373713"/>
                  </a:lnTo>
                  <a:lnTo>
                    <a:pt x="1044276" y="1373703"/>
                  </a:lnTo>
                  <a:lnTo>
                    <a:pt x="1044282" y="1373688"/>
                  </a:lnTo>
                  <a:lnTo>
                    <a:pt x="1044286" y="1373680"/>
                  </a:lnTo>
                  <a:lnTo>
                    <a:pt x="1044288" y="1373670"/>
                  </a:lnTo>
                  <a:lnTo>
                    <a:pt x="1044290" y="1373656"/>
                  </a:lnTo>
                  <a:lnTo>
                    <a:pt x="1044295" y="1373638"/>
                  </a:lnTo>
                  <a:lnTo>
                    <a:pt x="1044297" y="1373620"/>
                  </a:lnTo>
                  <a:lnTo>
                    <a:pt x="1044298" y="1373598"/>
                  </a:lnTo>
                  <a:lnTo>
                    <a:pt x="1044296" y="1373563"/>
                  </a:lnTo>
                  <a:lnTo>
                    <a:pt x="1044295" y="1373541"/>
                  </a:lnTo>
                  <a:lnTo>
                    <a:pt x="1044294" y="1373525"/>
                  </a:lnTo>
                  <a:lnTo>
                    <a:pt x="1044293" y="1373503"/>
                  </a:lnTo>
                  <a:lnTo>
                    <a:pt x="1044293" y="1373495"/>
                  </a:lnTo>
                  <a:lnTo>
                    <a:pt x="1044293" y="1373489"/>
                  </a:lnTo>
                  <a:lnTo>
                    <a:pt x="1044294" y="1373477"/>
                  </a:lnTo>
                  <a:lnTo>
                    <a:pt x="1044295" y="1373466"/>
                  </a:lnTo>
                  <a:lnTo>
                    <a:pt x="1044298" y="1373458"/>
                  </a:lnTo>
                  <a:lnTo>
                    <a:pt x="1044301" y="1373453"/>
                  </a:lnTo>
                  <a:lnTo>
                    <a:pt x="1044304" y="1373449"/>
                  </a:lnTo>
                  <a:lnTo>
                    <a:pt x="1044309" y="1373444"/>
                  </a:lnTo>
                  <a:lnTo>
                    <a:pt x="1044317" y="1373438"/>
                  </a:lnTo>
                  <a:lnTo>
                    <a:pt x="1044322" y="1373433"/>
                  </a:lnTo>
                  <a:lnTo>
                    <a:pt x="1044329" y="1373426"/>
                  </a:lnTo>
                  <a:lnTo>
                    <a:pt x="1044333" y="1373423"/>
                  </a:lnTo>
                  <a:lnTo>
                    <a:pt x="1044349" y="1373413"/>
                  </a:lnTo>
                  <a:lnTo>
                    <a:pt x="1044359" y="1373408"/>
                  </a:lnTo>
                  <a:lnTo>
                    <a:pt x="1044374" y="1373404"/>
                  </a:lnTo>
                  <a:lnTo>
                    <a:pt x="1044385" y="1373399"/>
                  </a:lnTo>
                  <a:lnTo>
                    <a:pt x="1044397" y="1373397"/>
                  </a:lnTo>
                  <a:lnTo>
                    <a:pt x="1044410" y="1373394"/>
                  </a:lnTo>
                  <a:lnTo>
                    <a:pt x="1044426" y="1373394"/>
                  </a:lnTo>
                  <a:lnTo>
                    <a:pt x="1044433" y="1373391"/>
                  </a:lnTo>
                  <a:lnTo>
                    <a:pt x="1044442" y="1373385"/>
                  </a:lnTo>
                  <a:lnTo>
                    <a:pt x="1044446" y="1373379"/>
                  </a:lnTo>
                  <a:lnTo>
                    <a:pt x="1044451" y="1373373"/>
                  </a:lnTo>
                  <a:lnTo>
                    <a:pt x="1044457" y="1373363"/>
                  </a:lnTo>
                  <a:lnTo>
                    <a:pt x="1044462" y="1373356"/>
                  </a:lnTo>
                  <a:lnTo>
                    <a:pt x="1044465" y="1373346"/>
                  </a:lnTo>
                  <a:lnTo>
                    <a:pt x="1044469" y="1373336"/>
                  </a:lnTo>
                  <a:lnTo>
                    <a:pt x="1044475" y="1373327"/>
                  </a:lnTo>
                  <a:lnTo>
                    <a:pt x="1044480" y="1373318"/>
                  </a:lnTo>
                  <a:lnTo>
                    <a:pt x="1044489" y="1373305"/>
                  </a:lnTo>
                  <a:lnTo>
                    <a:pt x="1044493" y="1373298"/>
                  </a:lnTo>
                  <a:lnTo>
                    <a:pt x="1044497" y="1373291"/>
                  </a:lnTo>
                  <a:lnTo>
                    <a:pt x="1044501" y="1373283"/>
                  </a:lnTo>
                  <a:lnTo>
                    <a:pt x="1044505" y="1373274"/>
                  </a:lnTo>
                  <a:lnTo>
                    <a:pt x="1044512" y="1373258"/>
                  </a:lnTo>
                  <a:lnTo>
                    <a:pt x="1044515" y="1373250"/>
                  </a:lnTo>
                  <a:lnTo>
                    <a:pt x="1044520" y="1373238"/>
                  </a:lnTo>
                  <a:lnTo>
                    <a:pt x="1044523" y="1373232"/>
                  </a:lnTo>
                  <a:lnTo>
                    <a:pt x="1044525" y="1373227"/>
                  </a:lnTo>
                  <a:lnTo>
                    <a:pt x="1044528" y="1373221"/>
                  </a:lnTo>
                  <a:lnTo>
                    <a:pt x="1044532" y="1373217"/>
                  </a:lnTo>
                  <a:lnTo>
                    <a:pt x="1044536" y="1373212"/>
                  </a:lnTo>
                  <a:lnTo>
                    <a:pt x="1044543" y="1373206"/>
                  </a:lnTo>
                  <a:lnTo>
                    <a:pt x="1044552" y="1373200"/>
                  </a:lnTo>
                  <a:lnTo>
                    <a:pt x="1044556" y="1373194"/>
                  </a:lnTo>
                  <a:lnTo>
                    <a:pt x="1044564" y="1373187"/>
                  </a:lnTo>
                  <a:lnTo>
                    <a:pt x="1044576" y="1373175"/>
                  </a:lnTo>
                  <a:lnTo>
                    <a:pt x="1044582" y="1373166"/>
                  </a:lnTo>
                  <a:lnTo>
                    <a:pt x="1044588" y="1373156"/>
                  </a:lnTo>
                  <a:lnTo>
                    <a:pt x="1044599" y="1373138"/>
                  </a:lnTo>
                  <a:lnTo>
                    <a:pt x="1044603" y="1373131"/>
                  </a:lnTo>
                  <a:lnTo>
                    <a:pt x="1044609" y="1373121"/>
                  </a:lnTo>
                  <a:lnTo>
                    <a:pt x="1044610" y="1373111"/>
                  </a:lnTo>
                  <a:lnTo>
                    <a:pt x="1044609" y="1373101"/>
                  </a:lnTo>
                  <a:lnTo>
                    <a:pt x="1044609" y="1373093"/>
                  </a:lnTo>
                  <a:lnTo>
                    <a:pt x="1044608" y="1373080"/>
                  </a:lnTo>
                  <a:lnTo>
                    <a:pt x="1044606" y="1373068"/>
                  </a:lnTo>
                  <a:lnTo>
                    <a:pt x="1044605" y="1373047"/>
                  </a:lnTo>
                  <a:lnTo>
                    <a:pt x="1044606" y="1373033"/>
                  </a:lnTo>
                  <a:lnTo>
                    <a:pt x="1044608" y="1373026"/>
                  </a:lnTo>
                  <a:lnTo>
                    <a:pt x="1044611" y="1373019"/>
                  </a:lnTo>
                  <a:lnTo>
                    <a:pt x="1044614" y="1373014"/>
                  </a:lnTo>
                  <a:lnTo>
                    <a:pt x="1044617" y="1373009"/>
                  </a:lnTo>
                  <a:lnTo>
                    <a:pt x="1044617" y="1373001"/>
                  </a:lnTo>
                  <a:lnTo>
                    <a:pt x="1044617" y="1372993"/>
                  </a:lnTo>
                  <a:lnTo>
                    <a:pt x="1044617" y="1372985"/>
                  </a:lnTo>
                  <a:lnTo>
                    <a:pt x="1044617" y="1372977"/>
                  </a:lnTo>
                  <a:lnTo>
                    <a:pt x="1044617" y="1372969"/>
                  </a:lnTo>
                  <a:lnTo>
                    <a:pt x="1044617" y="1372961"/>
                  </a:lnTo>
                  <a:lnTo>
                    <a:pt x="1044618" y="1372955"/>
                  </a:lnTo>
                  <a:lnTo>
                    <a:pt x="1044620" y="1372949"/>
                  </a:lnTo>
                  <a:lnTo>
                    <a:pt x="1044626" y="1372951"/>
                  </a:lnTo>
                  <a:lnTo>
                    <a:pt x="1044633" y="1372958"/>
                  </a:lnTo>
                  <a:lnTo>
                    <a:pt x="1044640" y="1372964"/>
                  </a:lnTo>
                  <a:lnTo>
                    <a:pt x="1044645" y="1372964"/>
                  </a:lnTo>
                  <a:lnTo>
                    <a:pt x="1044655" y="1372964"/>
                  </a:lnTo>
                  <a:lnTo>
                    <a:pt x="1044666" y="1372966"/>
                  </a:lnTo>
                  <a:lnTo>
                    <a:pt x="1044677" y="1372970"/>
                  </a:lnTo>
                  <a:lnTo>
                    <a:pt x="1044686" y="1372976"/>
                  </a:lnTo>
                  <a:lnTo>
                    <a:pt x="1044696" y="1372981"/>
                  </a:lnTo>
                  <a:lnTo>
                    <a:pt x="1044707" y="1372990"/>
                  </a:lnTo>
                  <a:lnTo>
                    <a:pt x="1044719" y="1373000"/>
                  </a:lnTo>
                  <a:lnTo>
                    <a:pt x="1044728" y="1373009"/>
                  </a:lnTo>
                  <a:lnTo>
                    <a:pt x="1044735" y="1373018"/>
                  </a:lnTo>
                  <a:lnTo>
                    <a:pt x="1044738" y="1373021"/>
                  </a:lnTo>
                  <a:lnTo>
                    <a:pt x="1044745" y="1373037"/>
                  </a:lnTo>
                  <a:lnTo>
                    <a:pt x="1044749" y="1373048"/>
                  </a:lnTo>
                  <a:lnTo>
                    <a:pt x="1044754" y="1373075"/>
                  </a:lnTo>
                  <a:lnTo>
                    <a:pt x="1044756" y="1373089"/>
                  </a:lnTo>
                  <a:lnTo>
                    <a:pt x="1044758" y="1373102"/>
                  </a:lnTo>
                  <a:lnTo>
                    <a:pt x="1044761" y="1373110"/>
                  </a:lnTo>
                  <a:lnTo>
                    <a:pt x="1044765" y="1373113"/>
                  </a:lnTo>
                  <a:lnTo>
                    <a:pt x="1044777" y="1373114"/>
                  </a:lnTo>
                  <a:lnTo>
                    <a:pt x="1044787" y="1373116"/>
                  </a:lnTo>
                  <a:lnTo>
                    <a:pt x="1044794" y="1373116"/>
                  </a:lnTo>
                  <a:lnTo>
                    <a:pt x="1044800" y="1373115"/>
                  </a:lnTo>
                  <a:lnTo>
                    <a:pt x="1044808" y="1373113"/>
                  </a:lnTo>
                  <a:lnTo>
                    <a:pt x="1044818" y="1373109"/>
                  </a:lnTo>
                  <a:lnTo>
                    <a:pt x="1044827" y="1373104"/>
                  </a:lnTo>
                  <a:lnTo>
                    <a:pt x="1044833" y="1373101"/>
                  </a:lnTo>
                  <a:lnTo>
                    <a:pt x="1044840" y="1373098"/>
                  </a:lnTo>
                  <a:lnTo>
                    <a:pt x="1044850" y="1373092"/>
                  </a:lnTo>
                  <a:lnTo>
                    <a:pt x="1044856" y="1373088"/>
                  </a:lnTo>
                  <a:lnTo>
                    <a:pt x="1044866" y="1373084"/>
                  </a:lnTo>
                  <a:lnTo>
                    <a:pt x="1044883" y="1373077"/>
                  </a:lnTo>
                  <a:lnTo>
                    <a:pt x="1044906" y="1373067"/>
                  </a:lnTo>
                  <a:lnTo>
                    <a:pt x="1044918" y="1373062"/>
                  </a:lnTo>
                  <a:lnTo>
                    <a:pt x="1044933" y="1373055"/>
                  </a:lnTo>
                  <a:lnTo>
                    <a:pt x="1044942" y="1373052"/>
                  </a:lnTo>
                  <a:lnTo>
                    <a:pt x="1044950" y="1373049"/>
                  </a:lnTo>
                  <a:lnTo>
                    <a:pt x="1044962" y="1373043"/>
                  </a:lnTo>
                  <a:lnTo>
                    <a:pt x="1044972" y="1373038"/>
                  </a:lnTo>
                  <a:lnTo>
                    <a:pt x="1044982" y="1373030"/>
                  </a:lnTo>
                  <a:lnTo>
                    <a:pt x="1044987" y="1373024"/>
                  </a:lnTo>
                  <a:lnTo>
                    <a:pt x="1044990" y="1373019"/>
                  </a:lnTo>
                  <a:lnTo>
                    <a:pt x="1044991" y="1373014"/>
                  </a:lnTo>
                  <a:lnTo>
                    <a:pt x="1044991" y="1373005"/>
                  </a:lnTo>
                  <a:lnTo>
                    <a:pt x="1044989" y="1372993"/>
                  </a:lnTo>
                  <a:lnTo>
                    <a:pt x="1044987" y="1372981"/>
                  </a:lnTo>
                  <a:lnTo>
                    <a:pt x="1044984" y="1372970"/>
                  </a:lnTo>
                  <a:lnTo>
                    <a:pt x="1044983" y="1372960"/>
                  </a:lnTo>
                  <a:lnTo>
                    <a:pt x="1044984" y="1372951"/>
                  </a:lnTo>
                  <a:lnTo>
                    <a:pt x="1044986" y="1372944"/>
                  </a:lnTo>
                  <a:lnTo>
                    <a:pt x="1044990" y="1372939"/>
                  </a:lnTo>
                  <a:lnTo>
                    <a:pt x="1044995" y="1372934"/>
                  </a:lnTo>
                  <a:lnTo>
                    <a:pt x="1044999" y="1372929"/>
                  </a:lnTo>
                  <a:lnTo>
                    <a:pt x="1045005" y="1372925"/>
                  </a:lnTo>
                  <a:lnTo>
                    <a:pt x="1045013" y="1372916"/>
                  </a:lnTo>
                  <a:lnTo>
                    <a:pt x="1045019" y="1372909"/>
                  </a:lnTo>
                  <a:lnTo>
                    <a:pt x="1045025" y="1372902"/>
                  </a:lnTo>
                  <a:lnTo>
                    <a:pt x="1045030" y="1372892"/>
                  </a:lnTo>
                  <a:lnTo>
                    <a:pt x="1045032" y="1372883"/>
                  </a:lnTo>
                  <a:lnTo>
                    <a:pt x="1045032" y="1372877"/>
                  </a:lnTo>
                  <a:lnTo>
                    <a:pt x="1045031" y="1372870"/>
                  </a:lnTo>
                  <a:lnTo>
                    <a:pt x="1045029" y="1372862"/>
                  </a:lnTo>
                  <a:lnTo>
                    <a:pt x="1045027" y="1372854"/>
                  </a:lnTo>
                  <a:lnTo>
                    <a:pt x="1045025" y="1372849"/>
                  </a:lnTo>
                  <a:lnTo>
                    <a:pt x="1045023" y="1372841"/>
                  </a:lnTo>
                  <a:lnTo>
                    <a:pt x="1045027" y="1372835"/>
                  </a:lnTo>
                  <a:lnTo>
                    <a:pt x="1045030" y="1372831"/>
                  </a:lnTo>
                  <a:lnTo>
                    <a:pt x="1045035" y="1372825"/>
                  </a:lnTo>
                  <a:lnTo>
                    <a:pt x="1045038" y="1372819"/>
                  </a:lnTo>
                  <a:lnTo>
                    <a:pt x="1045039" y="1372813"/>
                  </a:lnTo>
                  <a:lnTo>
                    <a:pt x="1045042" y="1372806"/>
                  </a:lnTo>
                  <a:lnTo>
                    <a:pt x="1045047" y="1372796"/>
                  </a:lnTo>
                  <a:lnTo>
                    <a:pt x="1045051" y="1372787"/>
                  </a:lnTo>
                  <a:lnTo>
                    <a:pt x="1045055" y="1372782"/>
                  </a:lnTo>
                  <a:lnTo>
                    <a:pt x="1045059" y="1372777"/>
                  </a:lnTo>
                  <a:lnTo>
                    <a:pt x="1045069" y="1372773"/>
                  </a:lnTo>
                  <a:lnTo>
                    <a:pt x="1045083" y="1372768"/>
                  </a:lnTo>
                  <a:lnTo>
                    <a:pt x="1045097" y="1372763"/>
                  </a:lnTo>
                  <a:lnTo>
                    <a:pt x="1045110" y="1372758"/>
                  </a:lnTo>
                  <a:lnTo>
                    <a:pt x="1045120" y="1372754"/>
                  </a:lnTo>
                  <a:lnTo>
                    <a:pt x="1045129" y="1372750"/>
                  </a:lnTo>
                  <a:lnTo>
                    <a:pt x="1045133" y="1372748"/>
                  </a:lnTo>
                  <a:lnTo>
                    <a:pt x="1045141" y="1372743"/>
                  </a:lnTo>
                  <a:lnTo>
                    <a:pt x="1045157" y="1372730"/>
                  </a:lnTo>
                  <a:lnTo>
                    <a:pt x="1045171" y="1372721"/>
                  </a:lnTo>
                  <a:lnTo>
                    <a:pt x="1045181" y="1372717"/>
                  </a:lnTo>
                  <a:lnTo>
                    <a:pt x="1045188" y="1372711"/>
                  </a:lnTo>
                  <a:lnTo>
                    <a:pt x="1045191" y="1372705"/>
                  </a:lnTo>
                  <a:lnTo>
                    <a:pt x="1045192" y="1372698"/>
                  </a:lnTo>
                  <a:lnTo>
                    <a:pt x="1045192" y="1372692"/>
                  </a:lnTo>
                  <a:lnTo>
                    <a:pt x="1045193" y="1372686"/>
                  </a:lnTo>
                  <a:lnTo>
                    <a:pt x="1045193" y="1372678"/>
                  </a:lnTo>
                  <a:lnTo>
                    <a:pt x="1045193" y="1372669"/>
                  </a:lnTo>
                  <a:lnTo>
                    <a:pt x="1045192" y="1372661"/>
                  </a:lnTo>
                  <a:lnTo>
                    <a:pt x="1045193" y="1372652"/>
                  </a:lnTo>
                  <a:lnTo>
                    <a:pt x="1045195" y="1372644"/>
                  </a:lnTo>
                  <a:lnTo>
                    <a:pt x="1045199" y="1372638"/>
                  </a:lnTo>
                  <a:lnTo>
                    <a:pt x="1045205" y="1372634"/>
                  </a:lnTo>
                  <a:lnTo>
                    <a:pt x="1045213" y="1372630"/>
                  </a:lnTo>
                  <a:lnTo>
                    <a:pt x="1045219" y="1372629"/>
                  </a:lnTo>
                  <a:lnTo>
                    <a:pt x="1045225" y="1372627"/>
                  </a:lnTo>
                  <a:lnTo>
                    <a:pt x="1045235" y="1372621"/>
                  </a:lnTo>
                  <a:lnTo>
                    <a:pt x="1045242" y="1372617"/>
                  </a:lnTo>
                  <a:lnTo>
                    <a:pt x="1045250" y="1372613"/>
                  </a:lnTo>
                  <a:lnTo>
                    <a:pt x="1045254" y="1372610"/>
                  </a:lnTo>
                  <a:lnTo>
                    <a:pt x="1045258" y="1372606"/>
                  </a:lnTo>
                  <a:lnTo>
                    <a:pt x="1045261" y="1372603"/>
                  </a:lnTo>
                  <a:lnTo>
                    <a:pt x="1045264" y="1372595"/>
                  </a:lnTo>
                  <a:lnTo>
                    <a:pt x="1045266" y="1372589"/>
                  </a:lnTo>
                  <a:lnTo>
                    <a:pt x="1045268" y="1372581"/>
                  </a:lnTo>
                  <a:lnTo>
                    <a:pt x="1045270" y="1372572"/>
                  </a:lnTo>
                  <a:lnTo>
                    <a:pt x="1045274" y="1372566"/>
                  </a:lnTo>
                  <a:lnTo>
                    <a:pt x="1045278" y="1372560"/>
                  </a:lnTo>
                  <a:lnTo>
                    <a:pt x="1045285" y="1372552"/>
                  </a:lnTo>
                  <a:lnTo>
                    <a:pt x="1045293" y="1372538"/>
                  </a:lnTo>
                  <a:lnTo>
                    <a:pt x="1045297" y="1372529"/>
                  </a:lnTo>
                  <a:lnTo>
                    <a:pt x="1045305" y="1372515"/>
                  </a:lnTo>
                  <a:lnTo>
                    <a:pt x="1045317" y="1372488"/>
                  </a:lnTo>
                  <a:lnTo>
                    <a:pt x="1045324" y="1372470"/>
                  </a:lnTo>
                  <a:lnTo>
                    <a:pt x="1045329" y="1372460"/>
                  </a:lnTo>
                  <a:lnTo>
                    <a:pt x="1045333" y="1372453"/>
                  </a:lnTo>
                  <a:lnTo>
                    <a:pt x="1045341" y="1372444"/>
                  </a:lnTo>
                  <a:lnTo>
                    <a:pt x="1045352" y="1372441"/>
                  </a:lnTo>
                  <a:lnTo>
                    <a:pt x="1045365" y="1372440"/>
                  </a:lnTo>
                  <a:lnTo>
                    <a:pt x="1045374" y="1372443"/>
                  </a:lnTo>
                  <a:lnTo>
                    <a:pt x="1045380" y="1372445"/>
                  </a:lnTo>
                  <a:lnTo>
                    <a:pt x="1045393" y="1372449"/>
                  </a:lnTo>
                  <a:lnTo>
                    <a:pt x="1045413" y="1372458"/>
                  </a:lnTo>
                  <a:lnTo>
                    <a:pt x="1045427" y="1372462"/>
                  </a:lnTo>
                  <a:lnTo>
                    <a:pt x="1045438" y="1372461"/>
                  </a:lnTo>
                  <a:lnTo>
                    <a:pt x="1045441" y="1372457"/>
                  </a:lnTo>
                  <a:lnTo>
                    <a:pt x="1045443" y="1372449"/>
                  </a:lnTo>
                  <a:lnTo>
                    <a:pt x="1045445" y="1372438"/>
                  </a:lnTo>
                  <a:lnTo>
                    <a:pt x="1045445" y="1372425"/>
                  </a:lnTo>
                  <a:lnTo>
                    <a:pt x="1045447" y="1372409"/>
                  </a:lnTo>
                  <a:lnTo>
                    <a:pt x="1045448" y="1372392"/>
                  </a:lnTo>
                  <a:lnTo>
                    <a:pt x="1045449" y="1372381"/>
                  </a:lnTo>
                  <a:lnTo>
                    <a:pt x="1045451" y="1372371"/>
                  </a:lnTo>
                  <a:lnTo>
                    <a:pt x="1045453" y="1372366"/>
                  </a:lnTo>
                  <a:lnTo>
                    <a:pt x="1045457" y="1372362"/>
                  </a:lnTo>
                  <a:lnTo>
                    <a:pt x="1045461" y="1372361"/>
                  </a:lnTo>
                  <a:lnTo>
                    <a:pt x="1045466" y="1372359"/>
                  </a:lnTo>
                  <a:lnTo>
                    <a:pt x="1045472" y="1372359"/>
                  </a:lnTo>
                  <a:lnTo>
                    <a:pt x="1045498" y="1372357"/>
                  </a:lnTo>
                  <a:lnTo>
                    <a:pt x="1045510" y="1372354"/>
                  </a:lnTo>
                  <a:lnTo>
                    <a:pt x="1045518" y="1372350"/>
                  </a:lnTo>
                  <a:lnTo>
                    <a:pt x="1045529" y="1372344"/>
                  </a:lnTo>
                  <a:lnTo>
                    <a:pt x="1045535" y="1372339"/>
                  </a:lnTo>
                  <a:lnTo>
                    <a:pt x="1045540" y="1372333"/>
                  </a:lnTo>
                  <a:lnTo>
                    <a:pt x="1045544" y="1372328"/>
                  </a:lnTo>
                  <a:lnTo>
                    <a:pt x="1045550" y="1372324"/>
                  </a:lnTo>
                  <a:lnTo>
                    <a:pt x="1045561" y="1372317"/>
                  </a:lnTo>
                  <a:lnTo>
                    <a:pt x="1045571" y="1372312"/>
                  </a:lnTo>
                  <a:lnTo>
                    <a:pt x="1045589" y="1372306"/>
                  </a:lnTo>
                  <a:lnTo>
                    <a:pt x="1045602" y="1372301"/>
                  </a:lnTo>
                  <a:lnTo>
                    <a:pt x="1045612" y="1372297"/>
                  </a:lnTo>
                  <a:lnTo>
                    <a:pt x="1045619" y="1372294"/>
                  </a:lnTo>
                  <a:lnTo>
                    <a:pt x="1045626" y="1372291"/>
                  </a:lnTo>
                  <a:lnTo>
                    <a:pt x="1045632" y="1372288"/>
                  </a:lnTo>
                  <a:lnTo>
                    <a:pt x="1045638" y="1372282"/>
                  </a:lnTo>
                  <a:lnTo>
                    <a:pt x="1045643" y="1372280"/>
                  </a:lnTo>
                  <a:lnTo>
                    <a:pt x="1045650" y="1372277"/>
                  </a:lnTo>
                  <a:lnTo>
                    <a:pt x="1045659" y="1372276"/>
                  </a:lnTo>
                  <a:lnTo>
                    <a:pt x="1045672" y="1372273"/>
                  </a:lnTo>
                  <a:lnTo>
                    <a:pt x="1045683" y="1372272"/>
                  </a:lnTo>
                  <a:lnTo>
                    <a:pt x="1045689" y="1372270"/>
                  </a:lnTo>
                  <a:lnTo>
                    <a:pt x="1045696" y="1372266"/>
                  </a:lnTo>
                  <a:lnTo>
                    <a:pt x="1045702" y="1372261"/>
                  </a:lnTo>
                  <a:lnTo>
                    <a:pt x="1045710" y="1372256"/>
                  </a:lnTo>
                  <a:lnTo>
                    <a:pt x="1045723" y="1372246"/>
                  </a:lnTo>
                  <a:lnTo>
                    <a:pt x="1045730" y="1372240"/>
                  </a:lnTo>
                  <a:lnTo>
                    <a:pt x="1045740" y="1372230"/>
                  </a:lnTo>
                  <a:lnTo>
                    <a:pt x="1045749" y="1372218"/>
                  </a:lnTo>
                  <a:lnTo>
                    <a:pt x="1045755" y="1372209"/>
                  </a:lnTo>
                  <a:lnTo>
                    <a:pt x="1045760" y="1372200"/>
                  </a:lnTo>
                  <a:lnTo>
                    <a:pt x="1045763" y="1372193"/>
                  </a:lnTo>
                  <a:lnTo>
                    <a:pt x="1045764" y="1372187"/>
                  </a:lnTo>
                  <a:lnTo>
                    <a:pt x="1045764" y="1372180"/>
                  </a:lnTo>
                  <a:lnTo>
                    <a:pt x="1045764" y="1372173"/>
                  </a:lnTo>
                  <a:lnTo>
                    <a:pt x="1045764" y="1372167"/>
                  </a:lnTo>
                  <a:lnTo>
                    <a:pt x="1045764" y="1372157"/>
                  </a:lnTo>
                  <a:lnTo>
                    <a:pt x="1045768" y="1372139"/>
                  </a:lnTo>
                  <a:lnTo>
                    <a:pt x="1045772" y="1372129"/>
                  </a:lnTo>
                  <a:lnTo>
                    <a:pt x="1045775" y="1372123"/>
                  </a:lnTo>
                  <a:lnTo>
                    <a:pt x="1045779" y="1372117"/>
                  </a:lnTo>
                  <a:lnTo>
                    <a:pt x="1045782" y="1372111"/>
                  </a:lnTo>
                  <a:lnTo>
                    <a:pt x="1045789" y="1372101"/>
                  </a:lnTo>
                  <a:lnTo>
                    <a:pt x="1045797" y="1372087"/>
                  </a:lnTo>
                  <a:lnTo>
                    <a:pt x="1045803" y="1372078"/>
                  </a:lnTo>
                  <a:lnTo>
                    <a:pt x="1045811" y="1372069"/>
                  </a:lnTo>
                  <a:lnTo>
                    <a:pt x="1045821" y="1372060"/>
                  </a:lnTo>
                  <a:lnTo>
                    <a:pt x="1045828" y="1372056"/>
                  </a:lnTo>
                  <a:lnTo>
                    <a:pt x="1045839" y="1372049"/>
                  </a:lnTo>
                  <a:lnTo>
                    <a:pt x="1045846" y="1372044"/>
                  </a:lnTo>
                  <a:lnTo>
                    <a:pt x="1045852" y="1372040"/>
                  </a:lnTo>
                  <a:lnTo>
                    <a:pt x="1045857" y="1372033"/>
                  </a:lnTo>
                  <a:lnTo>
                    <a:pt x="1045860" y="1372027"/>
                  </a:lnTo>
                  <a:lnTo>
                    <a:pt x="1045863" y="1372022"/>
                  </a:lnTo>
                  <a:lnTo>
                    <a:pt x="1045865" y="1372015"/>
                  </a:lnTo>
                  <a:lnTo>
                    <a:pt x="1045875" y="1371973"/>
                  </a:lnTo>
                  <a:lnTo>
                    <a:pt x="1045889" y="1371947"/>
                  </a:lnTo>
                  <a:lnTo>
                    <a:pt x="1045895" y="1371929"/>
                  </a:lnTo>
                  <a:lnTo>
                    <a:pt x="1045898" y="1371913"/>
                  </a:lnTo>
                  <a:lnTo>
                    <a:pt x="1045899" y="1371901"/>
                  </a:lnTo>
                  <a:lnTo>
                    <a:pt x="1045901" y="1371895"/>
                  </a:lnTo>
                  <a:lnTo>
                    <a:pt x="1045905" y="1371888"/>
                  </a:lnTo>
                  <a:lnTo>
                    <a:pt x="1045909" y="1371881"/>
                  </a:lnTo>
                  <a:lnTo>
                    <a:pt x="1045912" y="1371877"/>
                  </a:lnTo>
                  <a:lnTo>
                    <a:pt x="1045917" y="1371869"/>
                  </a:lnTo>
                  <a:lnTo>
                    <a:pt x="1045929" y="1371855"/>
                  </a:lnTo>
                  <a:lnTo>
                    <a:pt x="1045933" y="1371849"/>
                  </a:lnTo>
                  <a:lnTo>
                    <a:pt x="1045949" y="1371829"/>
                  </a:lnTo>
                  <a:lnTo>
                    <a:pt x="1045960" y="1371818"/>
                  </a:lnTo>
                  <a:lnTo>
                    <a:pt x="1045967" y="1371811"/>
                  </a:lnTo>
                  <a:lnTo>
                    <a:pt x="1045977" y="1371803"/>
                  </a:lnTo>
                  <a:lnTo>
                    <a:pt x="1045982" y="1371798"/>
                  </a:lnTo>
                  <a:lnTo>
                    <a:pt x="1045997" y="1371791"/>
                  </a:lnTo>
                  <a:lnTo>
                    <a:pt x="1046007" y="1371787"/>
                  </a:lnTo>
                  <a:lnTo>
                    <a:pt x="1046013" y="1371781"/>
                  </a:lnTo>
                  <a:lnTo>
                    <a:pt x="1046016" y="1371773"/>
                  </a:lnTo>
                  <a:lnTo>
                    <a:pt x="1046017" y="1371765"/>
                  </a:lnTo>
                  <a:lnTo>
                    <a:pt x="1046017" y="1371754"/>
                  </a:lnTo>
                  <a:lnTo>
                    <a:pt x="1046016" y="1371742"/>
                  </a:lnTo>
                  <a:lnTo>
                    <a:pt x="1046014" y="1371729"/>
                  </a:lnTo>
                  <a:lnTo>
                    <a:pt x="1046014" y="1371714"/>
                  </a:lnTo>
                  <a:lnTo>
                    <a:pt x="1046012" y="1371702"/>
                  </a:lnTo>
                  <a:lnTo>
                    <a:pt x="1046012" y="1371688"/>
                  </a:lnTo>
                  <a:lnTo>
                    <a:pt x="1046012" y="1371670"/>
                  </a:lnTo>
                  <a:lnTo>
                    <a:pt x="1046014" y="1371658"/>
                  </a:lnTo>
                  <a:lnTo>
                    <a:pt x="1046015" y="1371649"/>
                  </a:lnTo>
                  <a:lnTo>
                    <a:pt x="1046017" y="1371638"/>
                  </a:lnTo>
                  <a:lnTo>
                    <a:pt x="1046020" y="1371628"/>
                  </a:lnTo>
                  <a:lnTo>
                    <a:pt x="1046022" y="1371624"/>
                  </a:lnTo>
                  <a:lnTo>
                    <a:pt x="1046028" y="1371616"/>
                  </a:lnTo>
                  <a:lnTo>
                    <a:pt x="1046031" y="1371609"/>
                  </a:lnTo>
                  <a:lnTo>
                    <a:pt x="1046034" y="1371602"/>
                  </a:lnTo>
                  <a:lnTo>
                    <a:pt x="1046036" y="1371594"/>
                  </a:lnTo>
                  <a:lnTo>
                    <a:pt x="1046040" y="1371583"/>
                  </a:lnTo>
                  <a:lnTo>
                    <a:pt x="1046040" y="1371576"/>
                  </a:lnTo>
                  <a:lnTo>
                    <a:pt x="1046041" y="1371568"/>
                  </a:lnTo>
                  <a:lnTo>
                    <a:pt x="1046043" y="1371564"/>
                  </a:lnTo>
                  <a:lnTo>
                    <a:pt x="1046052" y="1371554"/>
                  </a:lnTo>
                  <a:lnTo>
                    <a:pt x="1046059" y="1371549"/>
                  </a:lnTo>
                  <a:lnTo>
                    <a:pt x="1046070" y="1371542"/>
                  </a:lnTo>
                  <a:lnTo>
                    <a:pt x="1046076" y="1371537"/>
                  </a:lnTo>
                  <a:lnTo>
                    <a:pt x="1046087" y="1371532"/>
                  </a:lnTo>
                  <a:lnTo>
                    <a:pt x="1046097" y="1371524"/>
                  </a:lnTo>
                  <a:lnTo>
                    <a:pt x="1046107" y="1371516"/>
                  </a:lnTo>
                  <a:lnTo>
                    <a:pt x="1046121" y="1371505"/>
                  </a:lnTo>
                  <a:lnTo>
                    <a:pt x="1046137" y="1371493"/>
                  </a:lnTo>
                  <a:lnTo>
                    <a:pt x="1046144" y="1371486"/>
                  </a:lnTo>
                  <a:lnTo>
                    <a:pt x="1046149" y="1371479"/>
                  </a:lnTo>
                  <a:lnTo>
                    <a:pt x="1046151" y="1371473"/>
                  </a:lnTo>
                  <a:lnTo>
                    <a:pt x="1046153" y="1371464"/>
                  </a:lnTo>
                  <a:lnTo>
                    <a:pt x="1046157" y="1371453"/>
                  </a:lnTo>
                  <a:lnTo>
                    <a:pt x="1046161" y="1371448"/>
                  </a:lnTo>
                  <a:lnTo>
                    <a:pt x="1046167" y="1371444"/>
                  </a:lnTo>
                  <a:lnTo>
                    <a:pt x="1046174" y="1371440"/>
                  </a:lnTo>
                  <a:lnTo>
                    <a:pt x="1046181" y="1371436"/>
                  </a:lnTo>
                  <a:lnTo>
                    <a:pt x="1046190" y="1371432"/>
                  </a:lnTo>
                  <a:lnTo>
                    <a:pt x="1046196" y="1371431"/>
                  </a:lnTo>
                  <a:lnTo>
                    <a:pt x="1046202" y="1371428"/>
                  </a:lnTo>
                  <a:lnTo>
                    <a:pt x="1046209" y="1371427"/>
                  </a:lnTo>
                  <a:lnTo>
                    <a:pt x="1046220" y="1371423"/>
                  </a:lnTo>
                  <a:lnTo>
                    <a:pt x="1046231" y="1371418"/>
                  </a:lnTo>
                  <a:lnTo>
                    <a:pt x="1046241" y="1371414"/>
                  </a:lnTo>
                  <a:lnTo>
                    <a:pt x="1046251" y="1371406"/>
                  </a:lnTo>
                  <a:lnTo>
                    <a:pt x="1046260" y="1371395"/>
                  </a:lnTo>
                  <a:lnTo>
                    <a:pt x="1046266" y="1371385"/>
                  </a:lnTo>
                  <a:lnTo>
                    <a:pt x="1046268" y="1371374"/>
                  </a:lnTo>
                  <a:lnTo>
                    <a:pt x="1046269" y="1371362"/>
                  </a:lnTo>
                  <a:lnTo>
                    <a:pt x="1046270" y="1371351"/>
                  </a:lnTo>
                  <a:lnTo>
                    <a:pt x="1046269" y="1371339"/>
                  </a:lnTo>
                  <a:lnTo>
                    <a:pt x="1046267" y="1371321"/>
                  </a:lnTo>
                  <a:lnTo>
                    <a:pt x="1046265" y="1371310"/>
                  </a:lnTo>
                  <a:lnTo>
                    <a:pt x="1046261" y="1371304"/>
                  </a:lnTo>
                  <a:lnTo>
                    <a:pt x="1046256" y="1371296"/>
                  </a:lnTo>
                  <a:lnTo>
                    <a:pt x="1046249" y="1371284"/>
                  </a:lnTo>
                  <a:lnTo>
                    <a:pt x="1046246" y="1371275"/>
                  </a:lnTo>
                  <a:lnTo>
                    <a:pt x="1046245" y="1371267"/>
                  </a:lnTo>
                  <a:lnTo>
                    <a:pt x="1046246" y="1371260"/>
                  </a:lnTo>
                  <a:lnTo>
                    <a:pt x="1046249" y="1371254"/>
                  </a:lnTo>
                  <a:lnTo>
                    <a:pt x="1046252" y="1371247"/>
                  </a:lnTo>
                  <a:lnTo>
                    <a:pt x="1046257" y="1371240"/>
                  </a:lnTo>
                  <a:lnTo>
                    <a:pt x="1046259" y="1371235"/>
                  </a:lnTo>
                  <a:lnTo>
                    <a:pt x="1046262" y="1371229"/>
                  </a:lnTo>
                  <a:lnTo>
                    <a:pt x="1046268" y="1371221"/>
                  </a:lnTo>
                  <a:lnTo>
                    <a:pt x="1046272" y="1371213"/>
                  </a:lnTo>
                  <a:lnTo>
                    <a:pt x="1046276" y="1371205"/>
                  </a:lnTo>
                  <a:lnTo>
                    <a:pt x="1046280" y="1371196"/>
                  </a:lnTo>
                  <a:lnTo>
                    <a:pt x="1046280" y="1371192"/>
                  </a:lnTo>
                  <a:lnTo>
                    <a:pt x="1046281" y="1371187"/>
                  </a:lnTo>
                  <a:lnTo>
                    <a:pt x="1046281" y="1371179"/>
                  </a:lnTo>
                  <a:lnTo>
                    <a:pt x="1046283" y="1371172"/>
                  </a:lnTo>
                  <a:lnTo>
                    <a:pt x="1046287" y="1371166"/>
                  </a:lnTo>
                  <a:lnTo>
                    <a:pt x="1046295" y="1371165"/>
                  </a:lnTo>
                  <a:lnTo>
                    <a:pt x="1046299" y="1371164"/>
                  </a:lnTo>
                  <a:lnTo>
                    <a:pt x="1046324" y="1371171"/>
                  </a:lnTo>
                  <a:lnTo>
                    <a:pt x="1046336" y="1371175"/>
                  </a:lnTo>
                  <a:lnTo>
                    <a:pt x="1046351" y="1371184"/>
                  </a:lnTo>
                  <a:lnTo>
                    <a:pt x="1046372" y="1371197"/>
                  </a:lnTo>
                  <a:lnTo>
                    <a:pt x="1046378" y="1371197"/>
                  </a:lnTo>
                  <a:lnTo>
                    <a:pt x="1046387" y="1371197"/>
                  </a:lnTo>
                  <a:lnTo>
                    <a:pt x="1046394" y="1371189"/>
                  </a:lnTo>
                  <a:lnTo>
                    <a:pt x="1046397" y="1371178"/>
                  </a:lnTo>
                  <a:lnTo>
                    <a:pt x="1046403" y="1371162"/>
                  </a:lnTo>
                  <a:lnTo>
                    <a:pt x="1046403" y="1371151"/>
                  </a:lnTo>
                  <a:lnTo>
                    <a:pt x="1046410" y="1371123"/>
                  </a:lnTo>
                  <a:lnTo>
                    <a:pt x="1046411" y="1371117"/>
                  </a:lnTo>
                  <a:lnTo>
                    <a:pt x="1046420" y="1371108"/>
                  </a:lnTo>
                  <a:lnTo>
                    <a:pt x="1046433" y="1371102"/>
                  </a:lnTo>
                  <a:lnTo>
                    <a:pt x="1046459" y="1371096"/>
                  </a:lnTo>
                  <a:lnTo>
                    <a:pt x="1046487" y="1371098"/>
                  </a:lnTo>
                  <a:lnTo>
                    <a:pt x="1046513" y="1371105"/>
                  </a:lnTo>
                  <a:lnTo>
                    <a:pt x="1046540" y="1371111"/>
                  </a:lnTo>
                  <a:lnTo>
                    <a:pt x="1046559" y="1371110"/>
                  </a:lnTo>
                  <a:lnTo>
                    <a:pt x="1046565" y="1371109"/>
                  </a:lnTo>
                  <a:lnTo>
                    <a:pt x="1046571" y="1371106"/>
                  </a:lnTo>
                  <a:lnTo>
                    <a:pt x="1046574" y="1371099"/>
                  </a:lnTo>
                  <a:lnTo>
                    <a:pt x="1046572" y="1371081"/>
                  </a:lnTo>
                  <a:lnTo>
                    <a:pt x="1046569" y="1371053"/>
                  </a:lnTo>
                  <a:lnTo>
                    <a:pt x="1046570" y="1371026"/>
                  </a:lnTo>
                  <a:lnTo>
                    <a:pt x="1046566" y="1370997"/>
                  </a:lnTo>
                  <a:lnTo>
                    <a:pt x="1046566" y="1370986"/>
                  </a:lnTo>
                  <a:lnTo>
                    <a:pt x="1046572" y="1370970"/>
                  </a:lnTo>
                  <a:lnTo>
                    <a:pt x="1046575" y="1370959"/>
                  </a:lnTo>
                  <a:lnTo>
                    <a:pt x="1046582" y="1370949"/>
                  </a:lnTo>
                  <a:lnTo>
                    <a:pt x="1046589" y="1370942"/>
                  </a:lnTo>
                  <a:lnTo>
                    <a:pt x="1046595" y="1370932"/>
                  </a:lnTo>
                  <a:lnTo>
                    <a:pt x="1046595" y="1370927"/>
                  </a:lnTo>
                  <a:lnTo>
                    <a:pt x="1046582" y="1370921"/>
                  </a:lnTo>
                  <a:lnTo>
                    <a:pt x="1046562" y="1370920"/>
                  </a:lnTo>
                  <a:lnTo>
                    <a:pt x="1046555" y="1370916"/>
                  </a:lnTo>
                  <a:lnTo>
                    <a:pt x="1046528" y="1370899"/>
                  </a:lnTo>
                  <a:lnTo>
                    <a:pt x="1046508" y="1370877"/>
                  </a:lnTo>
                  <a:lnTo>
                    <a:pt x="1046507" y="1370872"/>
                  </a:lnTo>
                  <a:lnTo>
                    <a:pt x="1046499" y="1370857"/>
                  </a:lnTo>
                  <a:lnTo>
                    <a:pt x="1046497" y="1370844"/>
                  </a:lnTo>
                  <a:lnTo>
                    <a:pt x="1046495" y="1370826"/>
                  </a:lnTo>
                  <a:lnTo>
                    <a:pt x="1046497" y="1370817"/>
                  </a:lnTo>
                  <a:lnTo>
                    <a:pt x="1046497" y="1370789"/>
                  </a:lnTo>
                  <a:lnTo>
                    <a:pt x="1046497" y="1370761"/>
                  </a:lnTo>
                  <a:lnTo>
                    <a:pt x="1046498" y="1370736"/>
                  </a:lnTo>
                  <a:lnTo>
                    <a:pt x="1046497" y="1370725"/>
                  </a:lnTo>
                  <a:lnTo>
                    <a:pt x="1046493" y="1370716"/>
                  </a:lnTo>
                  <a:lnTo>
                    <a:pt x="1046487" y="1370705"/>
                  </a:lnTo>
                  <a:lnTo>
                    <a:pt x="1046467" y="1370678"/>
                  </a:lnTo>
                  <a:lnTo>
                    <a:pt x="1046456" y="1370650"/>
                  </a:lnTo>
                  <a:lnTo>
                    <a:pt x="1046453" y="1370635"/>
                  </a:lnTo>
                  <a:lnTo>
                    <a:pt x="1046454" y="1370622"/>
                  </a:lnTo>
                  <a:lnTo>
                    <a:pt x="1046460" y="1370595"/>
                  </a:lnTo>
                  <a:lnTo>
                    <a:pt x="1046461" y="1370584"/>
                  </a:lnTo>
                  <a:lnTo>
                    <a:pt x="1046458" y="1370567"/>
                  </a:lnTo>
                  <a:lnTo>
                    <a:pt x="1046450" y="1370539"/>
                  </a:lnTo>
                  <a:lnTo>
                    <a:pt x="1046443" y="1370524"/>
                  </a:lnTo>
                  <a:lnTo>
                    <a:pt x="1046441" y="1370511"/>
                  </a:lnTo>
                  <a:lnTo>
                    <a:pt x="1046446" y="1370483"/>
                  </a:lnTo>
                  <a:lnTo>
                    <a:pt x="1046453" y="1370456"/>
                  </a:lnTo>
                  <a:lnTo>
                    <a:pt x="1046457" y="1370428"/>
                  </a:lnTo>
                  <a:lnTo>
                    <a:pt x="1046460" y="1370400"/>
                  </a:lnTo>
                  <a:lnTo>
                    <a:pt x="1046461" y="1370372"/>
                  </a:lnTo>
                  <a:lnTo>
                    <a:pt x="1046462" y="1370360"/>
                  </a:lnTo>
                  <a:lnTo>
                    <a:pt x="1046464" y="1370349"/>
                  </a:lnTo>
                  <a:lnTo>
                    <a:pt x="1046467" y="1370345"/>
                  </a:lnTo>
                  <a:lnTo>
                    <a:pt x="1046487" y="1370340"/>
                  </a:lnTo>
                  <a:lnTo>
                    <a:pt x="1046495" y="1370337"/>
                  </a:lnTo>
                  <a:lnTo>
                    <a:pt x="1046506" y="1370324"/>
                  </a:lnTo>
                  <a:lnTo>
                    <a:pt x="1046526" y="1370285"/>
                  </a:lnTo>
                  <a:lnTo>
                    <a:pt x="1046534" y="1370257"/>
                  </a:lnTo>
                  <a:lnTo>
                    <a:pt x="1046545" y="1370229"/>
                  </a:lnTo>
                  <a:lnTo>
                    <a:pt x="1046561" y="1370201"/>
                  </a:lnTo>
                  <a:lnTo>
                    <a:pt x="1046577" y="1370173"/>
                  </a:lnTo>
                  <a:lnTo>
                    <a:pt x="1046593" y="1370145"/>
                  </a:lnTo>
                  <a:lnTo>
                    <a:pt x="1046605" y="1370117"/>
                  </a:lnTo>
                  <a:lnTo>
                    <a:pt x="1046619" y="1370090"/>
                  </a:lnTo>
                  <a:lnTo>
                    <a:pt x="1046632" y="1370062"/>
                  </a:lnTo>
                  <a:lnTo>
                    <a:pt x="1046648" y="1370034"/>
                  </a:lnTo>
                  <a:lnTo>
                    <a:pt x="1046658" y="1370006"/>
                  </a:lnTo>
                  <a:lnTo>
                    <a:pt x="1046683" y="1369980"/>
                  </a:lnTo>
                  <a:lnTo>
                    <a:pt x="1046698" y="1369969"/>
                  </a:lnTo>
                  <a:lnTo>
                    <a:pt x="1046708" y="1369955"/>
                  </a:lnTo>
                  <a:lnTo>
                    <a:pt x="1046722" y="1369927"/>
                  </a:lnTo>
                  <a:lnTo>
                    <a:pt x="1046737" y="1369911"/>
                  </a:lnTo>
                  <a:lnTo>
                    <a:pt x="1046747" y="1369907"/>
                  </a:lnTo>
                  <a:lnTo>
                    <a:pt x="1046774" y="1369883"/>
                  </a:lnTo>
                  <a:lnTo>
                    <a:pt x="1046799" y="1369857"/>
                  </a:lnTo>
                  <a:lnTo>
                    <a:pt x="1046822" y="1369829"/>
                  </a:lnTo>
                  <a:lnTo>
                    <a:pt x="1046844" y="1369806"/>
                  </a:lnTo>
                  <a:lnTo>
                    <a:pt x="1046859" y="1369793"/>
                  </a:lnTo>
                  <a:lnTo>
                    <a:pt x="1046875" y="1369784"/>
                  </a:lnTo>
                  <a:lnTo>
                    <a:pt x="1046902" y="1369772"/>
                  </a:lnTo>
                  <a:lnTo>
                    <a:pt x="1046929" y="1369759"/>
                  </a:lnTo>
                  <a:lnTo>
                    <a:pt x="1046949" y="1369752"/>
                  </a:lnTo>
                  <a:lnTo>
                    <a:pt x="1046956" y="1369752"/>
                  </a:lnTo>
                  <a:lnTo>
                    <a:pt x="1046983" y="1369749"/>
                  </a:lnTo>
                  <a:lnTo>
                    <a:pt x="1047010" y="1369746"/>
                  </a:lnTo>
                  <a:lnTo>
                    <a:pt x="1047037" y="1369740"/>
                  </a:lnTo>
                  <a:lnTo>
                    <a:pt x="1047064" y="1369734"/>
                  </a:lnTo>
                  <a:lnTo>
                    <a:pt x="1047091" y="1369728"/>
                  </a:lnTo>
                  <a:lnTo>
                    <a:pt x="1047110" y="1369721"/>
                  </a:lnTo>
                  <a:lnTo>
                    <a:pt x="1047121" y="1369717"/>
                  </a:lnTo>
                  <a:lnTo>
                    <a:pt x="1047144" y="1369709"/>
                  </a:lnTo>
                  <a:lnTo>
                    <a:pt x="1047171" y="1369698"/>
                  </a:lnTo>
                  <a:lnTo>
                    <a:pt x="1047191" y="1369691"/>
                  </a:lnTo>
                  <a:lnTo>
                    <a:pt x="1047198" y="1369690"/>
                  </a:lnTo>
                  <a:lnTo>
                    <a:pt x="1047225" y="1369689"/>
                  </a:lnTo>
                  <a:lnTo>
                    <a:pt x="1047259" y="1369675"/>
                  </a:lnTo>
                  <a:lnTo>
                    <a:pt x="1047293" y="1369679"/>
                  </a:lnTo>
                  <a:lnTo>
                    <a:pt x="1047322" y="1369673"/>
                  </a:lnTo>
                  <a:lnTo>
                    <a:pt x="1047345" y="1369660"/>
                  </a:lnTo>
                  <a:lnTo>
                    <a:pt x="1047355" y="1369662"/>
                  </a:lnTo>
                  <a:lnTo>
                    <a:pt x="1047360" y="1369666"/>
                  </a:lnTo>
                  <a:lnTo>
                    <a:pt x="1047365" y="1369682"/>
                  </a:lnTo>
                  <a:lnTo>
                    <a:pt x="1047367" y="1369695"/>
                  </a:lnTo>
                  <a:lnTo>
                    <a:pt x="1047371" y="1369722"/>
                  </a:lnTo>
                  <a:lnTo>
                    <a:pt x="1047378" y="1369776"/>
                  </a:lnTo>
                  <a:lnTo>
                    <a:pt x="1047384" y="1369787"/>
                  </a:lnTo>
                  <a:lnTo>
                    <a:pt x="1047413" y="1369800"/>
                  </a:lnTo>
                  <a:lnTo>
                    <a:pt x="1047443" y="1369811"/>
                  </a:lnTo>
                  <a:lnTo>
                    <a:pt x="1047455" y="1369816"/>
                  </a:lnTo>
                  <a:lnTo>
                    <a:pt x="1047462" y="1369819"/>
                  </a:lnTo>
                  <a:lnTo>
                    <a:pt x="1047470" y="1369824"/>
                  </a:lnTo>
                  <a:lnTo>
                    <a:pt x="1047497" y="1369838"/>
                  </a:lnTo>
                  <a:lnTo>
                    <a:pt x="1047524" y="1369853"/>
                  </a:lnTo>
                  <a:lnTo>
                    <a:pt x="1047551" y="1369862"/>
                  </a:lnTo>
                  <a:lnTo>
                    <a:pt x="1047577" y="1369863"/>
                  </a:lnTo>
                  <a:lnTo>
                    <a:pt x="1047605" y="1369854"/>
                  </a:lnTo>
                  <a:lnTo>
                    <a:pt x="1047623" y="1369852"/>
                  </a:lnTo>
                  <a:lnTo>
                    <a:pt x="1047632" y="1369857"/>
                  </a:lnTo>
                  <a:lnTo>
                    <a:pt x="1047643" y="1369867"/>
                  </a:lnTo>
                  <a:lnTo>
                    <a:pt x="1047650" y="1369878"/>
                  </a:lnTo>
                  <a:lnTo>
                    <a:pt x="1047652" y="1369883"/>
                  </a:lnTo>
                  <a:lnTo>
                    <a:pt x="1047666" y="1369908"/>
                  </a:lnTo>
                  <a:lnTo>
                    <a:pt x="1047677" y="1369914"/>
                  </a:lnTo>
                  <a:lnTo>
                    <a:pt x="1047684" y="1369914"/>
                  </a:lnTo>
                  <a:lnTo>
                    <a:pt x="1047695" y="1369914"/>
                  </a:lnTo>
                  <a:lnTo>
                    <a:pt x="1047721" y="1369913"/>
                  </a:lnTo>
                  <a:lnTo>
                    <a:pt x="1047731" y="1369916"/>
                  </a:lnTo>
                  <a:lnTo>
                    <a:pt x="1047735" y="1369920"/>
                  </a:lnTo>
                  <a:lnTo>
                    <a:pt x="1047749" y="1369921"/>
                  </a:lnTo>
                  <a:lnTo>
                    <a:pt x="1047761" y="1369919"/>
                  </a:lnTo>
                  <a:lnTo>
                    <a:pt x="1047772" y="1369914"/>
                  </a:lnTo>
                  <a:lnTo>
                    <a:pt x="1047781" y="1369920"/>
                  </a:lnTo>
                  <a:lnTo>
                    <a:pt x="1047796" y="1369939"/>
                  </a:lnTo>
                  <a:lnTo>
                    <a:pt x="1047823" y="1369956"/>
                  </a:lnTo>
                  <a:lnTo>
                    <a:pt x="1047830" y="1369958"/>
                  </a:lnTo>
                  <a:lnTo>
                    <a:pt x="1047855" y="1369974"/>
                  </a:lnTo>
                  <a:lnTo>
                    <a:pt x="1047873" y="1369980"/>
                  </a:lnTo>
                  <a:lnTo>
                    <a:pt x="1047884" y="1369980"/>
                  </a:lnTo>
                  <a:lnTo>
                    <a:pt x="1047911" y="1369977"/>
                  </a:lnTo>
                  <a:lnTo>
                    <a:pt x="1047938" y="1369976"/>
                  </a:lnTo>
                  <a:lnTo>
                    <a:pt x="1047963" y="1369976"/>
                  </a:lnTo>
                  <a:lnTo>
                    <a:pt x="1047976" y="1369966"/>
                  </a:lnTo>
                  <a:lnTo>
                    <a:pt x="1047983" y="1369955"/>
                  </a:lnTo>
                  <a:lnTo>
                    <a:pt x="1047985" y="1369949"/>
                  </a:lnTo>
                  <a:lnTo>
                    <a:pt x="1047995" y="1369934"/>
                  </a:lnTo>
                  <a:lnTo>
                    <a:pt x="1048008" y="1369929"/>
                  </a:lnTo>
                  <a:lnTo>
                    <a:pt x="1048031" y="1369923"/>
                  </a:lnTo>
                  <a:lnTo>
                    <a:pt x="1048034" y="1369919"/>
                  </a:lnTo>
                  <a:lnTo>
                    <a:pt x="1048051" y="1369906"/>
                  </a:lnTo>
                  <a:lnTo>
                    <a:pt x="1048061" y="1369902"/>
                  </a:lnTo>
                  <a:lnTo>
                    <a:pt x="1048076" y="1369891"/>
                  </a:lnTo>
                  <a:lnTo>
                    <a:pt x="1048088" y="1369886"/>
                  </a:lnTo>
                  <a:lnTo>
                    <a:pt x="1048101" y="1369880"/>
                  </a:lnTo>
                  <a:lnTo>
                    <a:pt x="1048115" y="1369869"/>
                  </a:lnTo>
                  <a:lnTo>
                    <a:pt x="1048128" y="1369859"/>
                  </a:lnTo>
                  <a:lnTo>
                    <a:pt x="1048138" y="1369846"/>
                  </a:lnTo>
                  <a:lnTo>
                    <a:pt x="1048152" y="1369819"/>
                  </a:lnTo>
                  <a:lnTo>
                    <a:pt x="1048172" y="1369801"/>
                  </a:lnTo>
                  <a:lnTo>
                    <a:pt x="1048179" y="1369797"/>
                  </a:lnTo>
                  <a:lnTo>
                    <a:pt x="1048206" y="1369790"/>
                  </a:lnTo>
                  <a:lnTo>
                    <a:pt x="1048217" y="1369788"/>
                  </a:lnTo>
                  <a:lnTo>
                    <a:pt x="1048228" y="1369790"/>
                  </a:lnTo>
                  <a:lnTo>
                    <a:pt x="1048233" y="1369794"/>
                  </a:lnTo>
                  <a:lnTo>
                    <a:pt x="1048247" y="1369814"/>
                  </a:lnTo>
                  <a:lnTo>
                    <a:pt x="1048255" y="1369820"/>
                  </a:lnTo>
                  <a:lnTo>
                    <a:pt x="1048271" y="1369829"/>
                  </a:lnTo>
                  <a:lnTo>
                    <a:pt x="1048282" y="1369830"/>
                  </a:lnTo>
                  <a:lnTo>
                    <a:pt x="1048309" y="1369836"/>
                  </a:lnTo>
                  <a:lnTo>
                    <a:pt x="1048336" y="1369847"/>
                  </a:lnTo>
                  <a:lnTo>
                    <a:pt x="1048366" y="1369855"/>
                  </a:lnTo>
                  <a:lnTo>
                    <a:pt x="1048390" y="1369855"/>
                  </a:lnTo>
                  <a:lnTo>
                    <a:pt x="1048397" y="1369855"/>
                  </a:lnTo>
                  <a:lnTo>
                    <a:pt x="1048409" y="1369850"/>
                  </a:lnTo>
                  <a:lnTo>
                    <a:pt x="1048416" y="1369847"/>
                  </a:lnTo>
                  <a:lnTo>
                    <a:pt x="1048424" y="1369842"/>
                  </a:lnTo>
                  <a:lnTo>
                    <a:pt x="1048436" y="1369833"/>
                  </a:lnTo>
                  <a:lnTo>
                    <a:pt x="1048443" y="1369826"/>
                  </a:lnTo>
                  <a:lnTo>
                    <a:pt x="1048456" y="1369798"/>
                  </a:lnTo>
                  <a:lnTo>
                    <a:pt x="1048463" y="1369790"/>
                  </a:lnTo>
                  <a:lnTo>
                    <a:pt x="1048472" y="1369786"/>
                  </a:lnTo>
                  <a:lnTo>
                    <a:pt x="1048483" y="1369782"/>
                  </a:lnTo>
                  <a:lnTo>
                    <a:pt x="1048509" y="1369771"/>
                  </a:lnTo>
                  <a:lnTo>
                    <a:pt x="1048536" y="1369771"/>
                  </a:lnTo>
                  <a:lnTo>
                    <a:pt x="1048551" y="1369773"/>
                  </a:lnTo>
                  <a:lnTo>
                    <a:pt x="1048563" y="1369778"/>
                  </a:lnTo>
                  <a:lnTo>
                    <a:pt x="1048590" y="1369786"/>
                  </a:lnTo>
                  <a:lnTo>
                    <a:pt x="1048617" y="1369787"/>
                  </a:lnTo>
                  <a:lnTo>
                    <a:pt x="1048644" y="1369785"/>
                  </a:lnTo>
                  <a:lnTo>
                    <a:pt x="1048671" y="1369779"/>
                  </a:lnTo>
                  <a:lnTo>
                    <a:pt x="1048698" y="1369777"/>
                  </a:lnTo>
                  <a:lnTo>
                    <a:pt x="1048716" y="1369777"/>
                  </a:lnTo>
                  <a:lnTo>
                    <a:pt x="1048734" y="1369776"/>
                  </a:lnTo>
                  <a:lnTo>
                    <a:pt x="1048753" y="1369773"/>
                  </a:lnTo>
                  <a:lnTo>
                    <a:pt x="1048778" y="1369768"/>
                  </a:lnTo>
                  <a:lnTo>
                    <a:pt x="1048798" y="1369760"/>
                  </a:lnTo>
                  <a:lnTo>
                    <a:pt x="1048806" y="1369754"/>
                  </a:lnTo>
                  <a:lnTo>
                    <a:pt x="1048823" y="1369736"/>
                  </a:lnTo>
                  <a:lnTo>
                    <a:pt x="1048827" y="1369728"/>
                  </a:lnTo>
                  <a:lnTo>
                    <a:pt x="1048832" y="1369719"/>
                  </a:lnTo>
                  <a:lnTo>
                    <a:pt x="1048850" y="1369700"/>
                  </a:lnTo>
                  <a:lnTo>
                    <a:pt x="1048877" y="1369683"/>
                  </a:lnTo>
                  <a:lnTo>
                    <a:pt x="1048889" y="1369678"/>
                  </a:lnTo>
                  <a:lnTo>
                    <a:pt x="1048904" y="1369667"/>
                  </a:lnTo>
                  <a:lnTo>
                    <a:pt x="1048925" y="1369638"/>
                  </a:lnTo>
                  <a:lnTo>
                    <a:pt x="1048952" y="1369614"/>
                  </a:lnTo>
                  <a:lnTo>
                    <a:pt x="1048964" y="1369603"/>
                  </a:lnTo>
                  <a:lnTo>
                    <a:pt x="1048978" y="1369596"/>
                  </a:lnTo>
                  <a:lnTo>
                    <a:pt x="1048991" y="1369588"/>
                  </a:lnTo>
                  <a:lnTo>
                    <a:pt x="1049009" y="1369580"/>
                  </a:lnTo>
                  <a:lnTo>
                    <a:pt x="1049032" y="1369578"/>
                  </a:lnTo>
                  <a:lnTo>
                    <a:pt x="1049059" y="1369573"/>
                  </a:lnTo>
                  <a:lnTo>
                    <a:pt x="1049086" y="1369554"/>
                  </a:lnTo>
                  <a:lnTo>
                    <a:pt x="1049102" y="1369548"/>
                  </a:lnTo>
                  <a:lnTo>
                    <a:pt x="1049113" y="1369548"/>
                  </a:lnTo>
                  <a:lnTo>
                    <a:pt x="1049140" y="1369546"/>
                  </a:lnTo>
                  <a:lnTo>
                    <a:pt x="1049149" y="1369540"/>
                  </a:lnTo>
                  <a:lnTo>
                    <a:pt x="1049163" y="1369504"/>
                  </a:lnTo>
                  <a:lnTo>
                    <a:pt x="1049172" y="1369489"/>
                  </a:lnTo>
                  <a:lnTo>
                    <a:pt x="1049184" y="1369481"/>
                  </a:lnTo>
                  <a:lnTo>
                    <a:pt x="1049211" y="1369470"/>
                  </a:lnTo>
                  <a:lnTo>
                    <a:pt x="1049238" y="1369460"/>
                  </a:lnTo>
                  <a:lnTo>
                    <a:pt x="1049265" y="1369456"/>
                  </a:lnTo>
                  <a:lnTo>
                    <a:pt x="1049292" y="1369455"/>
                  </a:lnTo>
                  <a:lnTo>
                    <a:pt x="1049306" y="1369450"/>
                  </a:lnTo>
                  <a:lnTo>
                    <a:pt x="1049306" y="1369437"/>
                  </a:lnTo>
                  <a:lnTo>
                    <a:pt x="1049300" y="1369410"/>
                  </a:lnTo>
                  <a:lnTo>
                    <a:pt x="1049293" y="1369382"/>
                  </a:lnTo>
                  <a:lnTo>
                    <a:pt x="1049288" y="1369354"/>
                  </a:lnTo>
                  <a:lnTo>
                    <a:pt x="1049289" y="1369326"/>
                  </a:lnTo>
                  <a:lnTo>
                    <a:pt x="1049291" y="1369299"/>
                  </a:lnTo>
                  <a:lnTo>
                    <a:pt x="1049294" y="1369271"/>
                  </a:lnTo>
                  <a:lnTo>
                    <a:pt x="1049294" y="1369243"/>
                  </a:lnTo>
                  <a:lnTo>
                    <a:pt x="1049299" y="1369226"/>
                  </a:lnTo>
                  <a:lnTo>
                    <a:pt x="1049310" y="1369215"/>
                  </a:lnTo>
                  <a:lnTo>
                    <a:pt x="1049324" y="1369208"/>
                  </a:lnTo>
                  <a:lnTo>
                    <a:pt x="1049337" y="1369206"/>
                  </a:lnTo>
                  <a:lnTo>
                    <a:pt x="1049364" y="1369195"/>
                  </a:lnTo>
                  <a:lnTo>
                    <a:pt x="1049369" y="1369189"/>
                  </a:lnTo>
                  <a:lnTo>
                    <a:pt x="1049372" y="1369178"/>
                  </a:lnTo>
                  <a:lnTo>
                    <a:pt x="1049374" y="1369166"/>
                  </a:lnTo>
                  <a:lnTo>
                    <a:pt x="1049378" y="1369139"/>
                  </a:lnTo>
                  <a:lnTo>
                    <a:pt x="1049372" y="1369111"/>
                  </a:lnTo>
                  <a:lnTo>
                    <a:pt x="1049363" y="1369083"/>
                  </a:lnTo>
                  <a:lnTo>
                    <a:pt x="1049338" y="1369058"/>
                  </a:lnTo>
                  <a:lnTo>
                    <a:pt x="1049330" y="1369049"/>
                  </a:lnTo>
                  <a:lnTo>
                    <a:pt x="1049329" y="1369039"/>
                  </a:lnTo>
                  <a:lnTo>
                    <a:pt x="1049330" y="1369030"/>
                  </a:lnTo>
                  <a:lnTo>
                    <a:pt x="1049337" y="1369002"/>
                  </a:lnTo>
                  <a:lnTo>
                    <a:pt x="1049338" y="1368976"/>
                  </a:lnTo>
                  <a:lnTo>
                    <a:pt x="1049324" y="1368947"/>
                  </a:lnTo>
                  <a:lnTo>
                    <a:pt x="1049308" y="1368919"/>
                  </a:lnTo>
                  <a:lnTo>
                    <a:pt x="1049302" y="1368906"/>
                  </a:lnTo>
                  <a:lnTo>
                    <a:pt x="1049302" y="1368899"/>
                  </a:lnTo>
                  <a:lnTo>
                    <a:pt x="1049309" y="1368891"/>
                  </a:lnTo>
                  <a:lnTo>
                    <a:pt x="1049331" y="1368882"/>
                  </a:lnTo>
                  <a:lnTo>
                    <a:pt x="1049338" y="1368880"/>
                  </a:lnTo>
                  <a:lnTo>
                    <a:pt x="1049341" y="1368849"/>
                  </a:lnTo>
                  <a:lnTo>
                    <a:pt x="1049343" y="1368823"/>
                  </a:lnTo>
                  <a:lnTo>
                    <a:pt x="1049345" y="1368806"/>
                  </a:lnTo>
                  <a:lnTo>
                    <a:pt x="1049343" y="1368789"/>
                  </a:lnTo>
                  <a:lnTo>
                    <a:pt x="1049345" y="1368761"/>
                  </a:lnTo>
                  <a:lnTo>
                    <a:pt x="1049353" y="1368733"/>
                  </a:lnTo>
                  <a:lnTo>
                    <a:pt x="1049368" y="1368706"/>
                  </a:lnTo>
                  <a:lnTo>
                    <a:pt x="1049378" y="1368691"/>
                  </a:lnTo>
                  <a:lnTo>
                    <a:pt x="1049384" y="1368678"/>
                  </a:lnTo>
                  <a:lnTo>
                    <a:pt x="1049392" y="1368650"/>
                  </a:lnTo>
                  <a:lnTo>
                    <a:pt x="1049394" y="1368618"/>
                  </a:lnTo>
                  <a:lnTo>
                    <a:pt x="1049397" y="1368603"/>
                  </a:lnTo>
                  <a:lnTo>
                    <a:pt x="1049405" y="1368590"/>
                  </a:lnTo>
                  <a:lnTo>
                    <a:pt x="1049418" y="1368576"/>
                  </a:lnTo>
                  <a:lnTo>
                    <a:pt x="1049459" y="1368551"/>
                  </a:lnTo>
                  <a:lnTo>
                    <a:pt x="1049471" y="1368544"/>
                  </a:lnTo>
                  <a:lnTo>
                    <a:pt x="1049498" y="1368539"/>
                  </a:lnTo>
                  <a:lnTo>
                    <a:pt x="1049512" y="1368537"/>
                  </a:lnTo>
                  <a:lnTo>
                    <a:pt x="1049525" y="1368532"/>
                  </a:lnTo>
                  <a:lnTo>
                    <a:pt x="1049552" y="1368507"/>
                  </a:lnTo>
                  <a:lnTo>
                    <a:pt x="1049557" y="1368500"/>
                  </a:lnTo>
                  <a:lnTo>
                    <a:pt x="1049563" y="1368479"/>
                  </a:lnTo>
                  <a:lnTo>
                    <a:pt x="1049566" y="1368474"/>
                  </a:lnTo>
                  <a:lnTo>
                    <a:pt x="1049567" y="1368451"/>
                  </a:lnTo>
                  <a:lnTo>
                    <a:pt x="1049566" y="1368424"/>
                  </a:lnTo>
                  <a:lnTo>
                    <a:pt x="1049571" y="1368396"/>
                  </a:lnTo>
                  <a:lnTo>
                    <a:pt x="1049585" y="1368368"/>
                  </a:lnTo>
                  <a:lnTo>
                    <a:pt x="1049599" y="1368347"/>
                  </a:lnTo>
                  <a:lnTo>
                    <a:pt x="1049606" y="1368342"/>
                  </a:lnTo>
                  <a:lnTo>
                    <a:pt x="1049621" y="1368332"/>
                  </a:lnTo>
                  <a:lnTo>
                    <a:pt x="1049633" y="1368336"/>
                  </a:lnTo>
                  <a:lnTo>
                    <a:pt x="1049646" y="1368342"/>
                  </a:lnTo>
                  <a:lnTo>
                    <a:pt x="1049660" y="1368353"/>
                  </a:lnTo>
                  <a:lnTo>
                    <a:pt x="1049687" y="1368375"/>
                  </a:lnTo>
                  <a:lnTo>
                    <a:pt x="1049711" y="1368402"/>
                  </a:lnTo>
                  <a:lnTo>
                    <a:pt x="1049722" y="1368430"/>
                  </a:lnTo>
                  <a:lnTo>
                    <a:pt x="1049742" y="1368458"/>
                  </a:lnTo>
                  <a:lnTo>
                    <a:pt x="1049751" y="1368471"/>
                  </a:lnTo>
                  <a:lnTo>
                    <a:pt x="1049767" y="1368484"/>
                  </a:lnTo>
                  <a:lnTo>
                    <a:pt x="1049781" y="1368485"/>
                  </a:lnTo>
                  <a:lnTo>
                    <a:pt x="1049792" y="1368481"/>
                  </a:lnTo>
                  <a:lnTo>
                    <a:pt x="1049801" y="1368476"/>
                  </a:lnTo>
                  <a:lnTo>
                    <a:pt x="1049817" y="1368457"/>
                  </a:lnTo>
                  <a:lnTo>
                    <a:pt x="1049829" y="1368429"/>
                  </a:lnTo>
                  <a:lnTo>
                    <a:pt x="1049840" y="1368401"/>
                  </a:lnTo>
                  <a:lnTo>
                    <a:pt x="1049845" y="1368392"/>
                  </a:lnTo>
                  <a:lnTo>
                    <a:pt x="1049858" y="1368379"/>
                  </a:lnTo>
                  <a:lnTo>
                    <a:pt x="1049863" y="1368377"/>
                  </a:lnTo>
                  <a:lnTo>
                    <a:pt x="1049890" y="1368368"/>
                  </a:lnTo>
                  <a:lnTo>
                    <a:pt x="1049917" y="1368364"/>
                  </a:lnTo>
                  <a:lnTo>
                    <a:pt x="1049944" y="1368360"/>
                  </a:lnTo>
                  <a:lnTo>
                    <a:pt x="1049971" y="1368354"/>
                  </a:lnTo>
                  <a:lnTo>
                    <a:pt x="1049998" y="1368350"/>
                  </a:lnTo>
                  <a:lnTo>
                    <a:pt x="1050025" y="1368346"/>
                  </a:lnTo>
                  <a:lnTo>
                    <a:pt x="1050052" y="1368342"/>
                  </a:lnTo>
                  <a:lnTo>
                    <a:pt x="1050059" y="1368342"/>
                  </a:lnTo>
                  <a:lnTo>
                    <a:pt x="1050078" y="1368335"/>
                  </a:lnTo>
                  <a:lnTo>
                    <a:pt x="1050085" y="1368331"/>
                  </a:lnTo>
                  <a:lnTo>
                    <a:pt x="1050100" y="1368311"/>
                  </a:lnTo>
                  <a:lnTo>
                    <a:pt x="1050105" y="1368283"/>
                  </a:lnTo>
                  <a:lnTo>
                    <a:pt x="1050108" y="1368255"/>
                  </a:lnTo>
                  <a:lnTo>
                    <a:pt x="1050110" y="1368227"/>
                  </a:lnTo>
                  <a:lnTo>
                    <a:pt x="1050110" y="1368219"/>
                  </a:lnTo>
                  <a:lnTo>
                    <a:pt x="1050117" y="1368199"/>
                  </a:lnTo>
                  <a:lnTo>
                    <a:pt x="1050121" y="1368194"/>
                  </a:lnTo>
                  <a:lnTo>
                    <a:pt x="1050142" y="1368179"/>
                  </a:lnTo>
                  <a:lnTo>
                    <a:pt x="1050153" y="1368177"/>
                  </a:lnTo>
                  <a:lnTo>
                    <a:pt x="1050169" y="1368167"/>
                  </a:lnTo>
                  <a:lnTo>
                    <a:pt x="1050178" y="1368160"/>
                  </a:lnTo>
                  <a:lnTo>
                    <a:pt x="1050181" y="1368154"/>
                  </a:lnTo>
                  <a:lnTo>
                    <a:pt x="1050183" y="1368141"/>
                  </a:lnTo>
                  <a:lnTo>
                    <a:pt x="1050171" y="1368114"/>
                  </a:lnTo>
                  <a:lnTo>
                    <a:pt x="1050161" y="1368086"/>
                  </a:lnTo>
                  <a:lnTo>
                    <a:pt x="1050157" y="1368058"/>
                  </a:lnTo>
                  <a:lnTo>
                    <a:pt x="1050159" y="1368030"/>
                  </a:lnTo>
                  <a:lnTo>
                    <a:pt x="1050166" y="1368002"/>
                  </a:lnTo>
                  <a:lnTo>
                    <a:pt x="1050173" y="1367974"/>
                  </a:lnTo>
                  <a:lnTo>
                    <a:pt x="1050177" y="1367947"/>
                  </a:lnTo>
                  <a:lnTo>
                    <a:pt x="1050176" y="1367919"/>
                  </a:lnTo>
                  <a:lnTo>
                    <a:pt x="1050172" y="1367891"/>
                  </a:lnTo>
                  <a:lnTo>
                    <a:pt x="1050172" y="1367863"/>
                  </a:lnTo>
                  <a:lnTo>
                    <a:pt x="1050181" y="1367836"/>
                  </a:lnTo>
                  <a:lnTo>
                    <a:pt x="1050199" y="1367808"/>
                  </a:lnTo>
                  <a:lnTo>
                    <a:pt x="1050213" y="1367780"/>
                  </a:lnTo>
                  <a:lnTo>
                    <a:pt x="1050233" y="1367752"/>
                  </a:lnTo>
                  <a:lnTo>
                    <a:pt x="1050249" y="1367724"/>
                  </a:lnTo>
                  <a:lnTo>
                    <a:pt x="1050259" y="1367696"/>
                  </a:lnTo>
                  <a:lnTo>
                    <a:pt x="1050264" y="1367668"/>
                  </a:lnTo>
                  <a:lnTo>
                    <a:pt x="1050264" y="1367640"/>
                  </a:lnTo>
                  <a:lnTo>
                    <a:pt x="1050270" y="1367631"/>
                  </a:lnTo>
                  <a:lnTo>
                    <a:pt x="1050289" y="1367621"/>
                  </a:lnTo>
                  <a:lnTo>
                    <a:pt x="1050303" y="1367619"/>
                  </a:lnTo>
                  <a:lnTo>
                    <a:pt x="1050311" y="1367619"/>
                  </a:lnTo>
                  <a:lnTo>
                    <a:pt x="1050315" y="1367623"/>
                  </a:lnTo>
                  <a:lnTo>
                    <a:pt x="1050320" y="1367625"/>
                  </a:lnTo>
                  <a:lnTo>
                    <a:pt x="1050334" y="1367647"/>
                  </a:lnTo>
                  <a:lnTo>
                    <a:pt x="1050343" y="1367658"/>
                  </a:lnTo>
                  <a:lnTo>
                    <a:pt x="1050360" y="1367660"/>
                  </a:lnTo>
                  <a:lnTo>
                    <a:pt x="1050365" y="1367658"/>
                  </a:lnTo>
                  <a:lnTo>
                    <a:pt x="1050374" y="1367653"/>
                  </a:lnTo>
                  <a:lnTo>
                    <a:pt x="1050385" y="1367639"/>
                  </a:lnTo>
                  <a:lnTo>
                    <a:pt x="1050390" y="1367632"/>
                  </a:lnTo>
                  <a:lnTo>
                    <a:pt x="1050397" y="1367611"/>
                  </a:lnTo>
                  <a:lnTo>
                    <a:pt x="1050402" y="1367584"/>
                  </a:lnTo>
                  <a:lnTo>
                    <a:pt x="1050406" y="1367569"/>
                  </a:lnTo>
                  <a:lnTo>
                    <a:pt x="1050413" y="1367556"/>
                  </a:lnTo>
                  <a:lnTo>
                    <a:pt x="1050425" y="1367528"/>
                  </a:lnTo>
                  <a:lnTo>
                    <a:pt x="1050432" y="1367500"/>
                  </a:lnTo>
                  <a:lnTo>
                    <a:pt x="1050436" y="1367472"/>
                  </a:lnTo>
                  <a:lnTo>
                    <a:pt x="1050439" y="1367444"/>
                  </a:lnTo>
                  <a:lnTo>
                    <a:pt x="1050439" y="1367417"/>
                  </a:lnTo>
                  <a:lnTo>
                    <a:pt x="1050440" y="1367389"/>
                  </a:lnTo>
                  <a:lnTo>
                    <a:pt x="1050444" y="1367361"/>
                  </a:lnTo>
                  <a:lnTo>
                    <a:pt x="1050445" y="1367333"/>
                  </a:lnTo>
                  <a:lnTo>
                    <a:pt x="1050454" y="1367306"/>
                  </a:lnTo>
                  <a:lnTo>
                    <a:pt x="1050463" y="1367277"/>
                  </a:lnTo>
                  <a:lnTo>
                    <a:pt x="1050470" y="1367250"/>
                  </a:lnTo>
                  <a:lnTo>
                    <a:pt x="1050474" y="1367222"/>
                  </a:lnTo>
                  <a:lnTo>
                    <a:pt x="1050472" y="1367194"/>
                  </a:lnTo>
                  <a:lnTo>
                    <a:pt x="1050464" y="1367166"/>
                  </a:lnTo>
                  <a:lnTo>
                    <a:pt x="1050455" y="1367139"/>
                  </a:lnTo>
                  <a:lnTo>
                    <a:pt x="1050453" y="1367111"/>
                  </a:lnTo>
                  <a:lnTo>
                    <a:pt x="1050457" y="1367083"/>
                  </a:lnTo>
                  <a:lnTo>
                    <a:pt x="1050455" y="1367055"/>
                  </a:lnTo>
                  <a:lnTo>
                    <a:pt x="1050451" y="1367028"/>
                  </a:lnTo>
                  <a:lnTo>
                    <a:pt x="1050449" y="1367000"/>
                  </a:lnTo>
                  <a:lnTo>
                    <a:pt x="1050449" y="1366972"/>
                  </a:lnTo>
                  <a:lnTo>
                    <a:pt x="1050452" y="1366944"/>
                  </a:lnTo>
                  <a:lnTo>
                    <a:pt x="1050464" y="1366916"/>
                  </a:lnTo>
                  <a:lnTo>
                    <a:pt x="1050479" y="1366888"/>
                  </a:lnTo>
                  <a:lnTo>
                    <a:pt x="1050487" y="1366861"/>
                  </a:lnTo>
                  <a:lnTo>
                    <a:pt x="1050489" y="1366833"/>
                  </a:lnTo>
                  <a:lnTo>
                    <a:pt x="1050487" y="1366822"/>
                  </a:lnTo>
                  <a:lnTo>
                    <a:pt x="1050489" y="1366805"/>
                  </a:lnTo>
                  <a:lnTo>
                    <a:pt x="1050499" y="1366777"/>
                  </a:lnTo>
                  <a:lnTo>
                    <a:pt x="1050508" y="1366757"/>
                  </a:lnTo>
                  <a:lnTo>
                    <a:pt x="1050508" y="1366749"/>
                  </a:lnTo>
                  <a:lnTo>
                    <a:pt x="1050511" y="1366721"/>
                  </a:lnTo>
                  <a:lnTo>
                    <a:pt x="1050518" y="1366694"/>
                  </a:lnTo>
                  <a:lnTo>
                    <a:pt x="1050531" y="1366658"/>
                  </a:lnTo>
                  <a:lnTo>
                    <a:pt x="1050538" y="1366631"/>
                  </a:lnTo>
                  <a:lnTo>
                    <a:pt x="1050538" y="1366619"/>
                  </a:lnTo>
                  <a:lnTo>
                    <a:pt x="1050532" y="1366603"/>
                  </a:lnTo>
                  <a:lnTo>
                    <a:pt x="1050513" y="1366575"/>
                  </a:lnTo>
                  <a:lnTo>
                    <a:pt x="1050501" y="1366547"/>
                  </a:lnTo>
                  <a:lnTo>
                    <a:pt x="1050498" y="1366536"/>
                  </a:lnTo>
                  <a:lnTo>
                    <a:pt x="1050496" y="1366525"/>
                  </a:lnTo>
                  <a:lnTo>
                    <a:pt x="1050498" y="1366520"/>
                  </a:lnTo>
                  <a:lnTo>
                    <a:pt x="1050501" y="1366505"/>
                  </a:lnTo>
                  <a:lnTo>
                    <a:pt x="1050512" y="1366492"/>
                  </a:lnTo>
                  <a:lnTo>
                    <a:pt x="1050539" y="1366466"/>
                  </a:lnTo>
                  <a:lnTo>
                    <a:pt x="1050566" y="1366441"/>
                  </a:lnTo>
                  <a:lnTo>
                    <a:pt x="1050574" y="1366434"/>
                  </a:lnTo>
                  <a:lnTo>
                    <a:pt x="1050580" y="1366428"/>
                  </a:lnTo>
                  <a:lnTo>
                    <a:pt x="1050585" y="1366415"/>
                  </a:lnTo>
                  <a:lnTo>
                    <a:pt x="1050585" y="1366404"/>
                  </a:lnTo>
                  <a:lnTo>
                    <a:pt x="1050578" y="1366385"/>
                  </a:lnTo>
                  <a:lnTo>
                    <a:pt x="1050579" y="1366371"/>
                  </a:lnTo>
                  <a:lnTo>
                    <a:pt x="1050588" y="1366362"/>
                  </a:lnTo>
                  <a:lnTo>
                    <a:pt x="1050615" y="1366337"/>
                  </a:lnTo>
                  <a:lnTo>
                    <a:pt x="1050620" y="1366332"/>
                  </a:lnTo>
                  <a:lnTo>
                    <a:pt x="1050628" y="1366320"/>
                  </a:lnTo>
                  <a:lnTo>
                    <a:pt x="1050630" y="1366308"/>
                  </a:lnTo>
                  <a:lnTo>
                    <a:pt x="1050625" y="1366282"/>
                  </a:lnTo>
                  <a:lnTo>
                    <a:pt x="1050620" y="1366269"/>
                  </a:lnTo>
                  <a:lnTo>
                    <a:pt x="1050609" y="1366254"/>
                  </a:lnTo>
                  <a:lnTo>
                    <a:pt x="1050606" y="1366250"/>
                  </a:lnTo>
                  <a:lnTo>
                    <a:pt x="1050595" y="1366245"/>
                  </a:lnTo>
                  <a:lnTo>
                    <a:pt x="1050582" y="1366243"/>
                  </a:lnTo>
                  <a:lnTo>
                    <a:pt x="1050555" y="1366241"/>
                  </a:lnTo>
                  <a:lnTo>
                    <a:pt x="1050528" y="1366249"/>
                  </a:lnTo>
                  <a:lnTo>
                    <a:pt x="1050502" y="1366256"/>
                  </a:lnTo>
                  <a:lnTo>
                    <a:pt x="1050475" y="1366264"/>
                  </a:lnTo>
                  <a:lnTo>
                    <a:pt x="1050448" y="1366271"/>
                  </a:lnTo>
                  <a:lnTo>
                    <a:pt x="1050431" y="1366272"/>
                  </a:lnTo>
                  <a:lnTo>
                    <a:pt x="1050422" y="1366264"/>
                  </a:lnTo>
                  <a:lnTo>
                    <a:pt x="1050421" y="1366252"/>
                  </a:lnTo>
                  <a:lnTo>
                    <a:pt x="1050413" y="1366237"/>
                  </a:lnTo>
                  <a:lnTo>
                    <a:pt x="1050410" y="1366225"/>
                  </a:lnTo>
                  <a:lnTo>
                    <a:pt x="1050415" y="1366218"/>
                  </a:lnTo>
                  <a:lnTo>
                    <a:pt x="1050424" y="1366213"/>
                  </a:lnTo>
                  <a:lnTo>
                    <a:pt x="1050451" y="1366199"/>
                  </a:lnTo>
                  <a:lnTo>
                    <a:pt x="1050458" y="1366192"/>
                  </a:lnTo>
                  <a:lnTo>
                    <a:pt x="1050478" y="1366181"/>
                  </a:lnTo>
                  <a:lnTo>
                    <a:pt x="1050504" y="1366167"/>
                  </a:lnTo>
                  <a:lnTo>
                    <a:pt x="1050513" y="1366162"/>
                  </a:lnTo>
                  <a:lnTo>
                    <a:pt x="1050522" y="1366154"/>
                  </a:lnTo>
                  <a:lnTo>
                    <a:pt x="1050528" y="1366145"/>
                  </a:lnTo>
                  <a:lnTo>
                    <a:pt x="1050531" y="1366141"/>
                  </a:lnTo>
                  <a:lnTo>
                    <a:pt x="1050538" y="1366117"/>
                  </a:lnTo>
                  <a:lnTo>
                    <a:pt x="1050540" y="1366089"/>
                  </a:lnTo>
                  <a:lnTo>
                    <a:pt x="1050540" y="1366078"/>
                  </a:lnTo>
                  <a:lnTo>
                    <a:pt x="1050545" y="1366060"/>
                  </a:lnTo>
                  <a:lnTo>
                    <a:pt x="1050552" y="1366047"/>
                  </a:lnTo>
                  <a:lnTo>
                    <a:pt x="1050565" y="1366035"/>
                  </a:lnTo>
                  <a:lnTo>
                    <a:pt x="1050591" y="1366026"/>
                  </a:lnTo>
                  <a:lnTo>
                    <a:pt x="1050601" y="1366013"/>
                  </a:lnTo>
                  <a:lnTo>
                    <a:pt x="1050602" y="1365998"/>
                  </a:lnTo>
                  <a:lnTo>
                    <a:pt x="1050613" y="1365970"/>
                  </a:lnTo>
                  <a:lnTo>
                    <a:pt x="1050625" y="1365942"/>
                  </a:lnTo>
                  <a:lnTo>
                    <a:pt x="1050636" y="1365914"/>
                  </a:lnTo>
                  <a:lnTo>
                    <a:pt x="1050643" y="1365887"/>
                  </a:lnTo>
                  <a:lnTo>
                    <a:pt x="1050644" y="1365859"/>
                  </a:lnTo>
                  <a:lnTo>
                    <a:pt x="1050644" y="1365844"/>
                  </a:lnTo>
                  <a:lnTo>
                    <a:pt x="1050641" y="1365831"/>
                  </a:lnTo>
                  <a:lnTo>
                    <a:pt x="1050631" y="1365803"/>
                  </a:lnTo>
                  <a:lnTo>
                    <a:pt x="1050633" y="1365776"/>
                  </a:lnTo>
                  <a:lnTo>
                    <a:pt x="1050635" y="1365748"/>
                  </a:lnTo>
                  <a:lnTo>
                    <a:pt x="1050636" y="1365720"/>
                  </a:lnTo>
                  <a:lnTo>
                    <a:pt x="1050636" y="1365714"/>
                  </a:lnTo>
                  <a:lnTo>
                    <a:pt x="1050624" y="1365692"/>
                  </a:lnTo>
                  <a:lnTo>
                    <a:pt x="1050602" y="1365665"/>
                  </a:lnTo>
                  <a:lnTo>
                    <a:pt x="1050586" y="1365656"/>
                  </a:lnTo>
                  <a:lnTo>
                    <a:pt x="1050584" y="1365644"/>
                  </a:lnTo>
                  <a:lnTo>
                    <a:pt x="1050587" y="1365637"/>
                  </a:lnTo>
                  <a:lnTo>
                    <a:pt x="1050594" y="1365631"/>
                  </a:lnTo>
                  <a:lnTo>
                    <a:pt x="1050607" y="1365627"/>
                  </a:lnTo>
                  <a:lnTo>
                    <a:pt x="1050614" y="1365624"/>
                  </a:lnTo>
                  <a:lnTo>
                    <a:pt x="1050628" y="1365603"/>
                  </a:lnTo>
                  <a:lnTo>
                    <a:pt x="1050643" y="1365575"/>
                  </a:lnTo>
                  <a:lnTo>
                    <a:pt x="1050657" y="1365558"/>
                  </a:lnTo>
                  <a:lnTo>
                    <a:pt x="1050668" y="1365555"/>
                  </a:lnTo>
                  <a:lnTo>
                    <a:pt x="1050675" y="1365553"/>
                  </a:lnTo>
                  <a:lnTo>
                    <a:pt x="1050694" y="1365555"/>
                  </a:lnTo>
                  <a:lnTo>
                    <a:pt x="1050722" y="1365558"/>
                  </a:lnTo>
                  <a:lnTo>
                    <a:pt x="1050748" y="1365560"/>
                  </a:lnTo>
                  <a:lnTo>
                    <a:pt x="1050775" y="1365560"/>
                  </a:lnTo>
                  <a:lnTo>
                    <a:pt x="1050802" y="1365556"/>
                  </a:lnTo>
                  <a:lnTo>
                    <a:pt x="1050817" y="1365556"/>
                  </a:lnTo>
                  <a:lnTo>
                    <a:pt x="1050829" y="1365559"/>
                  </a:lnTo>
                  <a:lnTo>
                    <a:pt x="1050834" y="1365559"/>
                  </a:lnTo>
                  <a:lnTo>
                    <a:pt x="1050856" y="1365572"/>
                  </a:lnTo>
                  <a:lnTo>
                    <a:pt x="1050883" y="1365598"/>
                  </a:lnTo>
                  <a:lnTo>
                    <a:pt x="1050896" y="1365609"/>
                  </a:lnTo>
                  <a:lnTo>
                    <a:pt x="1050910" y="1365616"/>
                  </a:lnTo>
                  <a:lnTo>
                    <a:pt x="1050938" y="1365623"/>
                  </a:lnTo>
                  <a:lnTo>
                    <a:pt x="1050964" y="1365627"/>
                  </a:lnTo>
                  <a:lnTo>
                    <a:pt x="1050991" y="1365631"/>
                  </a:lnTo>
                  <a:lnTo>
                    <a:pt x="1050998" y="1365630"/>
                  </a:lnTo>
                  <a:lnTo>
                    <a:pt x="1051011" y="1365634"/>
                  </a:lnTo>
                  <a:lnTo>
                    <a:pt x="1051018" y="1365640"/>
                  </a:lnTo>
                  <a:lnTo>
                    <a:pt x="1051045" y="1365665"/>
                  </a:lnTo>
                  <a:lnTo>
                    <a:pt x="1051072" y="1365683"/>
                  </a:lnTo>
                  <a:lnTo>
                    <a:pt x="1051096" y="1365711"/>
                  </a:lnTo>
                  <a:lnTo>
                    <a:pt x="1051118" y="1365739"/>
                  </a:lnTo>
                  <a:lnTo>
                    <a:pt x="1051145" y="1365763"/>
                  </a:lnTo>
                  <a:lnTo>
                    <a:pt x="1051159" y="1365774"/>
                  </a:lnTo>
                  <a:lnTo>
                    <a:pt x="1051172" y="1365779"/>
                  </a:lnTo>
                  <a:lnTo>
                    <a:pt x="1051199" y="1365794"/>
                  </a:lnTo>
                  <a:lnTo>
                    <a:pt x="1051226" y="1365805"/>
                  </a:lnTo>
                  <a:lnTo>
                    <a:pt x="1051240" y="1365814"/>
                  </a:lnTo>
                  <a:lnTo>
                    <a:pt x="1051253" y="1365827"/>
                  </a:lnTo>
                  <a:lnTo>
                    <a:pt x="1051280" y="1365849"/>
                  </a:lnTo>
                  <a:lnTo>
                    <a:pt x="1051296" y="1365860"/>
                  </a:lnTo>
                  <a:lnTo>
                    <a:pt x="1051307" y="1365863"/>
                  </a:lnTo>
                  <a:lnTo>
                    <a:pt x="1051334" y="1365872"/>
                  </a:lnTo>
                  <a:lnTo>
                    <a:pt x="1051361" y="1365884"/>
                  </a:lnTo>
                  <a:lnTo>
                    <a:pt x="1051372" y="1365887"/>
                  </a:lnTo>
                  <a:lnTo>
                    <a:pt x="1051407" y="1365908"/>
                  </a:lnTo>
                  <a:lnTo>
                    <a:pt x="1051435" y="1365925"/>
                  </a:lnTo>
                  <a:lnTo>
                    <a:pt x="1051449" y="1365942"/>
                  </a:lnTo>
                  <a:lnTo>
                    <a:pt x="1051453" y="1365951"/>
                  </a:lnTo>
                  <a:lnTo>
                    <a:pt x="1051462" y="1365964"/>
                  </a:lnTo>
                  <a:lnTo>
                    <a:pt x="1051477" y="1365972"/>
                  </a:lnTo>
                  <a:lnTo>
                    <a:pt x="1051503" y="1365979"/>
                  </a:lnTo>
                  <a:lnTo>
                    <a:pt x="1051531" y="1365984"/>
                  </a:lnTo>
                  <a:lnTo>
                    <a:pt x="1051557" y="1365988"/>
                  </a:lnTo>
                  <a:lnTo>
                    <a:pt x="1051585" y="1365988"/>
                  </a:lnTo>
                  <a:lnTo>
                    <a:pt x="1051595" y="1365987"/>
                  </a:lnTo>
                  <a:lnTo>
                    <a:pt x="1051611" y="1365982"/>
                  </a:lnTo>
                  <a:lnTo>
                    <a:pt x="1051638" y="1365969"/>
                  </a:lnTo>
                  <a:lnTo>
                    <a:pt x="1051665" y="1365952"/>
                  </a:lnTo>
                  <a:lnTo>
                    <a:pt x="1051674" y="1365946"/>
                  </a:lnTo>
                  <a:lnTo>
                    <a:pt x="1051686" y="1365927"/>
                  </a:lnTo>
                  <a:lnTo>
                    <a:pt x="1051694" y="1365912"/>
                  </a:lnTo>
                  <a:lnTo>
                    <a:pt x="1051704" y="1365900"/>
                  </a:lnTo>
                  <a:lnTo>
                    <a:pt x="1051713" y="1365894"/>
                  </a:lnTo>
                  <a:lnTo>
                    <a:pt x="1051731" y="1365890"/>
                  </a:lnTo>
                  <a:lnTo>
                    <a:pt x="1051758" y="1365890"/>
                  </a:lnTo>
                  <a:lnTo>
                    <a:pt x="1051785" y="1365893"/>
                  </a:lnTo>
                  <a:lnTo>
                    <a:pt x="1051812" y="1365899"/>
                  </a:lnTo>
                  <a:lnTo>
                    <a:pt x="1051839" y="1365902"/>
                  </a:lnTo>
                  <a:lnTo>
                    <a:pt x="1051866" y="1365913"/>
                  </a:lnTo>
                  <a:lnTo>
                    <a:pt x="1051879" y="1365921"/>
                  </a:lnTo>
                  <a:lnTo>
                    <a:pt x="1051893" y="1365924"/>
                  </a:lnTo>
                  <a:lnTo>
                    <a:pt x="1051905" y="1365928"/>
                  </a:lnTo>
                  <a:lnTo>
                    <a:pt x="1051920" y="1365927"/>
                  </a:lnTo>
                  <a:lnTo>
                    <a:pt x="1051947" y="1365930"/>
                  </a:lnTo>
                  <a:lnTo>
                    <a:pt x="1051974" y="1365931"/>
                  </a:lnTo>
                  <a:lnTo>
                    <a:pt x="1052001" y="1365937"/>
                  </a:lnTo>
                  <a:lnTo>
                    <a:pt x="1052028" y="1365938"/>
                  </a:lnTo>
                  <a:lnTo>
                    <a:pt x="1052054" y="1365940"/>
                  </a:lnTo>
                  <a:lnTo>
                    <a:pt x="1052082" y="1365941"/>
                  </a:lnTo>
                  <a:lnTo>
                    <a:pt x="1052108" y="1365945"/>
                  </a:lnTo>
                  <a:lnTo>
                    <a:pt x="1052136" y="1365945"/>
                  </a:lnTo>
                  <a:lnTo>
                    <a:pt x="1052164" y="1365947"/>
                  </a:lnTo>
                  <a:lnTo>
                    <a:pt x="1052173" y="1365939"/>
                  </a:lnTo>
                  <a:lnTo>
                    <a:pt x="1052180" y="1365922"/>
                  </a:lnTo>
                  <a:lnTo>
                    <a:pt x="1052185" y="1365894"/>
                  </a:lnTo>
                  <a:lnTo>
                    <a:pt x="1052189" y="1365867"/>
                  </a:lnTo>
                  <a:lnTo>
                    <a:pt x="1052194" y="1365839"/>
                  </a:lnTo>
                  <a:lnTo>
                    <a:pt x="1052199" y="1365811"/>
                  </a:lnTo>
                  <a:lnTo>
                    <a:pt x="1052208" y="1365783"/>
                  </a:lnTo>
                  <a:lnTo>
                    <a:pt x="1052208" y="1365778"/>
                  </a:lnTo>
                  <a:lnTo>
                    <a:pt x="1052217" y="1365757"/>
                  </a:lnTo>
                  <a:lnTo>
                    <a:pt x="1052251" y="1365699"/>
                  </a:lnTo>
                  <a:lnTo>
                    <a:pt x="1052260" y="1365670"/>
                  </a:lnTo>
                  <a:lnTo>
                    <a:pt x="1052261" y="1365655"/>
                  </a:lnTo>
                  <a:lnTo>
                    <a:pt x="1052258" y="1365644"/>
                  </a:lnTo>
                  <a:lnTo>
                    <a:pt x="1052257" y="1365635"/>
                  </a:lnTo>
                  <a:lnTo>
                    <a:pt x="1052261" y="1365629"/>
                  </a:lnTo>
                  <a:lnTo>
                    <a:pt x="1052274" y="1365621"/>
                  </a:lnTo>
                  <a:lnTo>
                    <a:pt x="1052281" y="1365620"/>
                  </a:lnTo>
                  <a:lnTo>
                    <a:pt x="1052298" y="1365603"/>
                  </a:lnTo>
                  <a:lnTo>
                    <a:pt x="1052325" y="1365580"/>
                  </a:lnTo>
                  <a:lnTo>
                    <a:pt x="1052349" y="1365556"/>
                  </a:lnTo>
                  <a:lnTo>
                    <a:pt x="1052363" y="1365528"/>
                  </a:lnTo>
                  <a:lnTo>
                    <a:pt x="1052377" y="1365500"/>
                  </a:lnTo>
                  <a:lnTo>
                    <a:pt x="1052400" y="1365472"/>
                  </a:lnTo>
                  <a:lnTo>
                    <a:pt x="1052414" y="1365445"/>
                  </a:lnTo>
                  <a:lnTo>
                    <a:pt x="1052420" y="1365431"/>
                  </a:lnTo>
                  <a:lnTo>
                    <a:pt x="1052421" y="1365417"/>
                  </a:lnTo>
                  <a:lnTo>
                    <a:pt x="1052428" y="1365389"/>
                  </a:lnTo>
                  <a:lnTo>
                    <a:pt x="1052448" y="1365361"/>
                  </a:lnTo>
                  <a:lnTo>
                    <a:pt x="1052454" y="1365352"/>
                  </a:lnTo>
                  <a:lnTo>
                    <a:pt x="1052457" y="1365333"/>
                  </a:lnTo>
                  <a:lnTo>
                    <a:pt x="1052449" y="1365305"/>
                  </a:lnTo>
                  <a:lnTo>
                    <a:pt x="1052446" y="1365293"/>
                  </a:lnTo>
                  <a:lnTo>
                    <a:pt x="1052448" y="1365278"/>
                  </a:lnTo>
                  <a:lnTo>
                    <a:pt x="1052456" y="1365250"/>
                  </a:lnTo>
                  <a:lnTo>
                    <a:pt x="1052463" y="1365224"/>
                  </a:lnTo>
                  <a:lnTo>
                    <a:pt x="1052467" y="1365194"/>
                  </a:lnTo>
                  <a:lnTo>
                    <a:pt x="1052469" y="1365181"/>
                  </a:lnTo>
                  <a:lnTo>
                    <a:pt x="1052466" y="1365166"/>
                  </a:lnTo>
                  <a:lnTo>
                    <a:pt x="1052463" y="1365138"/>
                  </a:lnTo>
                  <a:lnTo>
                    <a:pt x="1052463" y="1365127"/>
                  </a:lnTo>
                  <a:lnTo>
                    <a:pt x="1052468" y="1365111"/>
                  </a:lnTo>
                  <a:lnTo>
                    <a:pt x="1052471" y="1365099"/>
                  </a:lnTo>
                  <a:lnTo>
                    <a:pt x="1052487" y="1365079"/>
                  </a:lnTo>
                  <a:lnTo>
                    <a:pt x="1052503" y="1365055"/>
                  </a:lnTo>
                  <a:lnTo>
                    <a:pt x="1052518" y="1365042"/>
                  </a:lnTo>
                  <a:lnTo>
                    <a:pt x="1052545" y="1365021"/>
                  </a:lnTo>
                  <a:lnTo>
                    <a:pt x="1052571" y="1365004"/>
                  </a:lnTo>
                  <a:lnTo>
                    <a:pt x="1052582" y="1364999"/>
                  </a:lnTo>
                  <a:lnTo>
                    <a:pt x="1052598" y="1364984"/>
                  </a:lnTo>
                  <a:lnTo>
                    <a:pt x="1052604" y="1364978"/>
                  </a:lnTo>
                  <a:lnTo>
                    <a:pt x="1052612" y="1364965"/>
                  </a:lnTo>
                  <a:lnTo>
                    <a:pt x="1052614" y="1364956"/>
                  </a:lnTo>
                  <a:lnTo>
                    <a:pt x="1052618" y="1364943"/>
                  </a:lnTo>
                  <a:lnTo>
                    <a:pt x="1052618" y="1364928"/>
                  </a:lnTo>
                  <a:lnTo>
                    <a:pt x="1052619" y="1364900"/>
                  </a:lnTo>
                  <a:lnTo>
                    <a:pt x="1052621" y="1364873"/>
                  </a:lnTo>
                  <a:lnTo>
                    <a:pt x="1052623" y="1364845"/>
                  </a:lnTo>
                  <a:lnTo>
                    <a:pt x="1052623" y="1364817"/>
                  </a:lnTo>
                  <a:lnTo>
                    <a:pt x="1052622" y="1364789"/>
                  </a:lnTo>
                  <a:lnTo>
                    <a:pt x="1052626" y="1364761"/>
                  </a:lnTo>
                  <a:lnTo>
                    <a:pt x="1052625" y="1364733"/>
                  </a:lnTo>
                  <a:lnTo>
                    <a:pt x="1052622" y="1364719"/>
                  </a:lnTo>
                  <a:lnTo>
                    <a:pt x="1052611" y="1364706"/>
                  </a:lnTo>
                  <a:lnTo>
                    <a:pt x="1052597" y="1364691"/>
                  </a:lnTo>
                  <a:lnTo>
                    <a:pt x="1052593" y="1364652"/>
                  </a:lnTo>
                  <a:lnTo>
                    <a:pt x="1052598" y="1364641"/>
                  </a:lnTo>
                  <a:lnTo>
                    <a:pt x="1052621" y="1364617"/>
                  </a:lnTo>
                  <a:lnTo>
                    <a:pt x="1052632" y="1364606"/>
                  </a:lnTo>
                  <a:lnTo>
                    <a:pt x="1052637" y="1364589"/>
                  </a:lnTo>
                  <a:lnTo>
                    <a:pt x="1052639" y="1364561"/>
                  </a:lnTo>
                  <a:lnTo>
                    <a:pt x="1052630" y="1364533"/>
                  </a:lnTo>
                  <a:lnTo>
                    <a:pt x="1052626" y="1364521"/>
                  </a:lnTo>
                  <a:lnTo>
                    <a:pt x="1052629" y="1364506"/>
                  </a:lnTo>
                  <a:lnTo>
                    <a:pt x="1052649" y="1364478"/>
                  </a:lnTo>
                  <a:lnTo>
                    <a:pt x="1052656" y="1364465"/>
                  </a:lnTo>
                  <a:lnTo>
                    <a:pt x="1052662" y="1364456"/>
                  </a:lnTo>
                  <a:lnTo>
                    <a:pt x="1052669" y="1364453"/>
                  </a:lnTo>
                  <a:lnTo>
                    <a:pt x="1052678" y="1364452"/>
                  </a:lnTo>
                  <a:lnTo>
                    <a:pt x="1052690" y="1364446"/>
                  </a:lnTo>
                  <a:lnTo>
                    <a:pt x="1052696" y="1364440"/>
                  </a:lnTo>
                  <a:lnTo>
                    <a:pt x="1052722" y="1364429"/>
                  </a:lnTo>
                  <a:lnTo>
                    <a:pt x="1052749" y="1364416"/>
                  </a:lnTo>
                  <a:lnTo>
                    <a:pt x="1052776" y="1364403"/>
                  </a:lnTo>
                  <a:lnTo>
                    <a:pt x="1052803" y="1364390"/>
                  </a:lnTo>
                  <a:lnTo>
                    <a:pt x="1052830" y="1364380"/>
                  </a:lnTo>
                  <a:lnTo>
                    <a:pt x="1052843" y="1364369"/>
                  </a:lnTo>
                  <a:lnTo>
                    <a:pt x="1052848" y="1364354"/>
                  </a:lnTo>
                  <a:lnTo>
                    <a:pt x="1052853" y="1364326"/>
                  </a:lnTo>
                  <a:lnTo>
                    <a:pt x="1052857" y="1364299"/>
                  </a:lnTo>
                  <a:lnTo>
                    <a:pt x="1052854" y="1364271"/>
                  </a:lnTo>
                  <a:lnTo>
                    <a:pt x="1052851" y="1364243"/>
                  </a:lnTo>
                  <a:lnTo>
                    <a:pt x="1052847" y="1364237"/>
                  </a:lnTo>
                  <a:lnTo>
                    <a:pt x="1052826" y="1364223"/>
                  </a:lnTo>
                  <a:lnTo>
                    <a:pt x="1052817" y="1364217"/>
                  </a:lnTo>
                  <a:lnTo>
                    <a:pt x="1052798" y="1364199"/>
                  </a:lnTo>
                  <a:lnTo>
                    <a:pt x="1052789" y="1364171"/>
                  </a:lnTo>
                  <a:lnTo>
                    <a:pt x="1052780" y="1364143"/>
                  </a:lnTo>
                  <a:lnTo>
                    <a:pt x="1052769" y="1364116"/>
                  </a:lnTo>
                  <a:lnTo>
                    <a:pt x="1052749" y="1364088"/>
                  </a:lnTo>
                  <a:lnTo>
                    <a:pt x="1052726" y="1364061"/>
                  </a:lnTo>
                  <a:lnTo>
                    <a:pt x="1052713" y="1364047"/>
                  </a:lnTo>
                  <a:lnTo>
                    <a:pt x="1052699" y="1364038"/>
                  </a:lnTo>
                  <a:lnTo>
                    <a:pt x="1052693" y="1364033"/>
                  </a:lnTo>
                  <a:lnTo>
                    <a:pt x="1052671" y="1364022"/>
                  </a:lnTo>
                  <a:lnTo>
                    <a:pt x="1052645" y="1364007"/>
                  </a:lnTo>
                  <a:lnTo>
                    <a:pt x="1052617" y="1363987"/>
                  </a:lnTo>
                  <a:lnTo>
                    <a:pt x="1052592" y="1363959"/>
                  </a:lnTo>
                  <a:lnTo>
                    <a:pt x="1052581" y="1363948"/>
                  </a:lnTo>
                  <a:lnTo>
                    <a:pt x="1052572" y="1363934"/>
                  </a:lnTo>
                  <a:lnTo>
                    <a:pt x="1052569" y="1363924"/>
                  </a:lnTo>
                  <a:lnTo>
                    <a:pt x="1052552" y="1363906"/>
                  </a:lnTo>
                  <a:lnTo>
                    <a:pt x="1052543" y="1363897"/>
                  </a:lnTo>
                  <a:lnTo>
                    <a:pt x="1052525" y="1363886"/>
                  </a:lnTo>
                  <a:lnTo>
                    <a:pt x="1052498" y="1363866"/>
                  </a:lnTo>
                  <a:lnTo>
                    <a:pt x="1052476" y="1363840"/>
                  </a:lnTo>
                  <a:lnTo>
                    <a:pt x="1052464" y="1363812"/>
                  </a:lnTo>
                  <a:lnTo>
                    <a:pt x="1052451" y="1363784"/>
                  </a:lnTo>
                  <a:lnTo>
                    <a:pt x="1052436" y="1363757"/>
                  </a:lnTo>
                  <a:lnTo>
                    <a:pt x="1052432" y="1363744"/>
                  </a:lnTo>
                  <a:lnTo>
                    <a:pt x="1052445" y="1363738"/>
                  </a:lnTo>
                  <a:lnTo>
                    <a:pt x="1052472" y="1363730"/>
                  </a:lnTo>
                  <a:lnTo>
                    <a:pt x="1052499" y="1363714"/>
                  </a:lnTo>
                  <a:lnTo>
                    <a:pt x="1052526" y="1363693"/>
                  </a:lnTo>
                  <a:lnTo>
                    <a:pt x="1052553" y="1363669"/>
                  </a:lnTo>
                  <a:lnTo>
                    <a:pt x="1052580" y="1363643"/>
                  </a:lnTo>
                  <a:lnTo>
                    <a:pt x="1052604" y="1363614"/>
                  </a:lnTo>
                  <a:lnTo>
                    <a:pt x="1052631" y="1363587"/>
                  </a:lnTo>
                  <a:lnTo>
                    <a:pt x="1052649" y="1363568"/>
                  </a:lnTo>
                  <a:lnTo>
                    <a:pt x="1052656" y="1363564"/>
                  </a:lnTo>
                  <a:lnTo>
                    <a:pt x="1052683" y="1363551"/>
                  </a:lnTo>
                  <a:lnTo>
                    <a:pt x="1052689" y="1363549"/>
                  </a:lnTo>
                  <a:lnTo>
                    <a:pt x="1052697" y="1363544"/>
                  </a:lnTo>
                  <a:lnTo>
                    <a:pt x="1052708" y="1363531"/>
                  </a:lnTo>
                  <a:lnTo>
                    <a:pt x="1052719" y="1363503"/>
                  </a:lnTo>
                  <a:lnTo>
                    <a:pt x="1052724" y="1363475"/>
                  </a:lnTo>
                  <a:lnTo>
                    <a:pt x="1052729" y="1363447"/>
                  </a:lnTo>
                  <a:lnTo>
                    <a:pt x="1052733" y="1363438"/>
                  </a:lnTo>
                  <a:lnTo>
                    <a:pt x="1052738" y="1363432"/>
                  </a:lnTo>
                  <a:lnTo>
                    <a:pt x="1052751" y="1363427"/>
                  </a:lnTo>
                  <a:lnTo>
                    <a:pt x="1052779" y="1363417"/>
                  </a:lnTo>
                  <a:lnTo>
                    <a:pt x="1052804" y="1363400"/>
                  </a:lnTo>
                  <a:lnTo>
                    <a:pt x="1052826" y="1363372"/>
                  </a:lnTo>
                  <a:lnTo>
                    <a:pt x="1052845" y="1363345"/>
                  </a:lnTo>
                  <a:lnTo>
                    <a:pt x="1052868" y="1363316"/>
                  </a:lnTo>
                  <a:lnTo>
                    <a:pt x="1052881" y="1363289"/>
                  </a:lnTo>
                  <a:lnTo>
                    <a:pt x="1052891" y="1363261"/>
                  </a:lnTo>
                  <a:lnTo>
                    <a:pt x="1052904" y="1363233"/>
                  </a:lnTo>
                  <a:lnTo>
                    <a:pt x="1052913" y="1363212"/>
                  </a:lnTo>
                  <a:lnTo>
                    <a:pt x="1052913" y="1363205"/>
                  </a:lnTo>
                  <a:lnTo>
                    <a:pt x="1052913" y="1363194"/>
                  </a:lnTo>
                  <a:lnTo>
                    <a:pt x="1052907" y="1363178"/>
                  </a:lnTo>
                  <a:lnTo>
                    <a:pt x="1052900" y="1363163"/>
                  </a:lnTo>
                  <a:lnTo>
                    <a:pt x="1052898" y="1363150"/>
                  </a:lnTo>
                  <a:lnTo>
                    <a:pt x="1052900" y="1363122"/>
                  </a:lnTo>
                  <a:lnTo>
                    <a:pt x="1052903" y="1363111"/>
                  </a:lnTo>
                  <a:lnTo>
                    <a:pt x="1052903" y="1363094"/>
                  </a:lnTo>
                  <a:lnTo>
                    <a:pt x="1052910" y="1363057"/>
                  </a:lnTo>
                  <a:lnTo>
                    <a:pt x="1052915" y="1363029"/>
                  </a:lnTo>
                  <a:lnTo>
                    <a:pt x="1052919" y="1363001"/>
                  </a:lnTo>
                  <a:lnTo>
                    <a:pt x="1052922" y="1362973"/>
                  </a:lnTo>
                  <a:lnTo>
                    <a:pt x="1052926" y="1362945"/>
                  </a:lnTo>
                  <a:lnTo>
                    <a:pt x="1052929" y="1362934"/>
                  </a:lnTo>
                  <a:lnTo>
                    <a:pt x="1052929" y="1362918"/>
                  </a:lnTo>
                  <a:lnTo>
                    <a:pt x="1052923" y="1362890"/>
                  </a:lnTo>
                  <a:lnTo>
                    <a:pt x="1052914" y="1362862"/>
                  </a:lnTo>
                  <a:lnTo>
                    <a:pt x="1052901" y="1362834"/>
                  </a:lnTo>
                  <a:lnTo>
                    <a:pt x="1052905" y="1362825"/>
                  </a:lnTo>
                  <a:lnTo>
                    <a:pt x="1052923" y="1362814"/>
                  </a:lnTo>
                  <a:lnTo>
                    <a:pt x="1052950" y="1362797"/>
                  </a:lnTo>
                  <a:lnTo>
                    <a:pt x="1052977" y="1362775"/>
                  </a:lnTo>
                  <a:lnTo>
                    <a:pt x="1053003" y="1362751"/>
                  </a:lnTo>
                  <a:lnTo>
                    <a:pt x="1053010" y="1362743"/>
                  </a:lnTo>
                  <a:lnTo>
                    <a:pt x="1053018" y="1362734"/>
                  </a:lnTo>
                  <a:lnTo>
                    <a:pt x="1053021" y="1362723"/>
                  </a:lnTo>
                  <a:lnTo>
                    <a:pt x="1053023" y="1362695"/>
                  </a:lnTo>
                  <a:lnTo>
                    <a:pt x="1053023" y="1362667"/>
                  </a:lnTo>
                  <a:lnTo>
                    <a:pt x="1053017" y="1362639"/>
                  </a:lnTo>
                  <a:lnTo>
                    <a:pt x="1053010" y="1362611"/>
                  </a:lnTo>
                  <a:lnTo>
                    <a:pt x="1052999" y="1362584"/>
                  </a:lnTo>
                  <a:lnTo>
                    <a:pt x="1052993" y="1362575"/>
                  </a:lnTo>
                  <a:lnTo>
                    <a:pt x="1052982" y="1362539"/>
                  </a:lnTo>
                  <a:lnTo>
                    <a:pt x="1052978" y="1362512"/>
                  </a:lnTo>
                  <a:lnTo>
                    <a:pt x="1052978" y="1362504"/>
                  </a:lnTo>
                  <a:lnTo>
                    <a:pt x="1052971" y="1362484"/>
                  </a:lnTo>
                  <a:lnTo>
                    <a:pt x="1052962" y="1362456"/>
                  </a:lnTo>
                  <a:lnTo>
                    <a:pt x="1052951" y="1362428"/>
                  </a:lnTo>
                  <a:lnTo>
                    <a:pt x="1052940" y="1362401"/>
                  </a:lnTo>
                  <a:lnTo>
                    <a:pt x="1052931" y="1362373"/>
                  </a:lnTo>
                  <a:lnTo>
                    <a:pt x="1052927" y="1362345"/>
                  </a:lnTo>
                  <a:lnTo>
                    <a:pt x="1052923" y="1362317"/>
                  </a:lnTo>
                  <a:lnTo>
                    <a:pt x="1052918" y="1362299"/>
                  </a:lnTo>
                  <a:lnTo>
                    <a:pt x="1052905" y="1362260"/>
                  </a:lnTo>
                  <a:lnTo>
                    <a:pt x="1052883" y="1362233"/>
                  </a:lnTo>
                  <a:lnTo>
                    <a:pt x="1052856" y="1362207"/>
                  </a:lnTo>
                  <a:lnTo>
                    <a:pt x="1052847" y="1362198"/>
                  </a:lnTo>
                  <a:lnTo>
                    <a:pt x="1052829" y="1362187"/>
                  </a:lnTo>
                  <a:lnTo>
                    <a:pt x="1052817" y="1362179"/>
                  </a:lnTo>
                  <a:lnTo>
                    <a:pt x="1052811" y="1362172"/>
                  </a:lnTo>
                  <a:lnTo>
                    <a:pt x="1052811" y="1362165"/>
                  </a:lnTo>
                  <a:lnTo>
                    <a:pt x="1052815" y="1362155"/>
                  </a:lnTo>
                  <a:lnTo>
                    <a:pt x="1052829" y="1362137"/>
                  </a:lnTo>
                  <a:lnTo>
                    <a:pt x="1052843" y="1362124"/>
                  </a:lnTo>
                  <a:lnTo>
                    <a:pt x="1052852" y="1362111"/>
                  </a:lnTo>
                  <a:lnTo>
                    <a:pt x="1052856" y="1362105"/>
                  </a:lnTo>
                  <a:lnTo>
                    <a:pt x="1052854" y="1362083"/>
                  </a:lnTo>
                  <a:lnTo>
                    <a:pt x="1052843" y="1362055"/>
                  </a:lnTo>
                  <a:lnTo>
                    <a:pt x="1052839" y="1362050"/>
                  </a:lnTo>
                  <a:lnTo>
                    <a:pt x="1052834" y="1362035"/>
                  </a:lnTo>
                  <a:lnTo>
                    <a:pt x="1052814" y="1361944"/>
                  </a:lnTo>
                  <a:lnTo>
                    <a:pt x="1052806" y="1361915"/>
                  </a:lnTo>
                  <a:lnTo>
                    <a:pt x="1052804" y="1361887"/>
                  </a:lnTo>
                  <a:lnTo>
                    <a:pt x="1052802" y="1361859"/>
                  </a:lnTo>
                  <a:lnTo>
                    <a:pt x="1052799" y="1361844"/>
                  </a:lnTo>
                  <a:lnTo>
                    <a:pt x="1052791" y="1361831"/>
                  </a:lnTo>
                  <a:lnTo>
                    <a:pt x="1052764" y="1361811"/>
                  </a:lnTo>
                  <a:lnTo>
                    <a:pt x="1052755" y="1361800"/>
                  </a:lnTo>
                  <a:lnTo>
                    <a:pt x="1052753" y="1361783"/>
                  </a:lnTo>
                  <a:lnTo>
                    <a:pt x="1052755" y="1361755"/>
                  </a:lnTo>
                  <a:lnTo>
                    <a:pt x="1052757" y="1361750"/>
                  </a:lnTo>
                  <a:lnTo>
                    <a:pt x="1052755" y="1361728"/>
                  </a:lnTo>
                  <a:lnTo>
                    <a:pt x="1052749" y="1361711"/>
                  </a:lnTo>
                  <a:lnTo>
                    <a:pt x="1052742" y="1361700"/>
                  </a:lnTo>
                  <a:lnTo>
                    <a:pt x="1052726" y="1361672"/>
                  </a:lnTo>
                  <a:lnTo>
                    <a:pt x="1052704" y="1361645"/>
                  </a:lnTo>
                  <a:lnTo>
                    <a:pt x="1052679" y="1361619"/>
                  </a:lnTo>
                  <a:lnTo>
                    <a:pt x="1052651" y="1361593"/>
                  </a:lnTo>
                  <a:lnTo>
                    <a:pt x="1052626" y="1361565"/>
                  </a:lnTo>
                  <a:lnTo>
                    <a:pt x="1052599" y="1361538"/>
                  </a:lnTo>
                  <a:lnTo>
                    <a:pt x="1052574" y="1361510"/>
                  </a:lnTo>
                  <a:lnTo>
                    <a:pt x="1052550" y="1361483"/>
                  </a:lnTo>
                  <a:lnTo>
                    <a:pt x="1052528" y="1361455"/>
                  </a:lnTo>
                  <a:lnTo>
                    <a:pt x="1052523" y="1361446"/>
                  </a:lnTo>
                  <a:lnTo>
                    <a:pt x="1052525" y="1361437"/>
                  </a:lnTo>
                  <a:lnTo>
                    <a:pt x="1052534" y="1361433"/>
                  </a:lnTo>
                  <a:lnTo>
                    <a:pt x="1052547" y="1361424"/>
                  </a:lnTo>
                  <a:lnTo>
                    <a:pt x="1052546" y="1361411"/>
                  </a:lnTo>
                  <a:lnTo>
                    <a:pt x="1052542" y="1361407"/>
                  </a:lnTo>
                  <a:lnTo>
                    <a:pt x="1052519" y="1361399"/>
                  </a:lnTo>
                  <a:lnTo>
                    <a:pt x="1052510" y="1361396"/>
                  </a:lnTo>
                  <a:lnTo>
                    <a:pt x="1052504" y="1361394"/>
                  </a:lnTo>
                  <a:lnTo>
                    <a:pt x="1052494" y="1361383"/>
                  </a:lnTo>
                  <a:lnTo>
                    <a:pt x="1052485" y="1361374"/>
                  </a:lnTo>
                  <a:lnTo>
                    <a:pt x="1052474" y="1361355"/>
                  </a:lnTo>
                  <a:lnTo>
                    <a:pt x="1052461" y="1361328"/>
                  </a:lnTo>
                  <a:lnTo>
                    <a:pt x="1052448" y="1361300"/>
                  </a:lnTo>
                  <a:lnTo>
                    <a:pt x="1052441" y="1361280"/>
                  </a:lnTo>
                  <a:lnTo>
                    <a:pt x="1052441" y="1361272"/>
                  </a:lnTo>
                  <a:lnTo>
                    <a:pt x="1052437" y="1361259"/>
                  </a:lnTo>
                  <a:lnTo>
                    <a:pt x="1052437" y="1361245"/>
                  </a:lnTo>
                  <a:lnTo>
                    <a:pt x="1052439" y="1361217"/>
                  </a:lnTo>
                  <a:lnTo>
                    <a:pt x="1052450" y="1361189"/>
                  </a:lnTo>
                  <a:lnTo>
                    <a:pt x="1052462" y="1361161"/>
                  </a:lnTo>
                  <a:lnTo>
                    <a:pt x="1052476" y="1361133"/>
                  </a:lnTo>
                  <a:lnTo>
                    <a:pt x="1052483" y="1361105"/>
                  </a:lnTo>
                  <a:lnTo>
                    <a:pt x="1052483" y="1361088"/>
                  </a:lnTo>
                  <a:lnTo>
                    <a:pt x="1052472" y="1361085"/>
                  </a:lnTo>
                  <a:lnTo>
                    <a:pt x="1052445" y="1361087"/>
                  </a:lnTo>
                  <a:lnTo>
                    <a:pt x="1052435" y="1361087"/>
                  </a:lnTo>
                  <a:lnTo>
                    <a:pt x="1052418" y="1361081"/>
                  </a:lnTo>
                  <a:lnTo>
                    <a:pt x="1052406" y="1361069"/>
                  </a:lnTo>
                  <a:lnTo>
                    <a:pt x="1052397" y="1361054"/>
                  </a:lnTo>
                  <a:lnTo>
                    <a:pt x="1052391" y="1361041"/>
                  </a:lnTo>
                  <a:lnTo>
                    <a:pt x="1052380" y="1361026"/>
                  </a:lnTo>
                  <a:lnTo>
                    <a:pt x="1052355" y="1361000"/>
                  </a:lnTo>
                  <a:lnTo>
                    <a:pt x="1052348" y="1360995"/>
                  </a:lnTo>
                  <a:lnTo>
                    <a:pt x="1052328" y="1360988"/>
                  </a:lnTo>
                  <a:lnTo>
                    <a:pt x="1052301" y="1360975"/>
                  </a:lnTo>
                  <a:lnTo>
                    <a:pt x="1052294" y="1360971"/>
                  </a:lnTo>
                  <a:lnTo>
                    <a:pt x="1052288" y="1360969"/>
                  </a:lnTo>
                  <a:lnTo>
                    <a:pt x="1052247" y="1360944"/>
                  </a:lnTo>
                  <a:lnTo>
                    <a:pt x="1052223" y="1360925"/>
                  </a:lnTo>
                  <a:lnTo>
                    <a:pt x="1052196" y="1360900"/>
                  </a:lnTo>
                  <a:lnTo>
                    <a:pt x="1052178" y="1360881"/>
                  </a:lnTo>
                  <a:lnTo>
                    <a:pt x="1052174" y="1360874"/>
                  </a:lnTo>
                  <a:lnTo>
                    <a:pt x="1052167" y="1360861"/>
                  </a:lnTo>
                  <a:lnTo>
                    <a:pt x="1052163" y="1360846"/>
                  </a:lnTo>
                  <a:lnTo>
                    <a:pt x="1052160" y="1360818"/>
                  </a:lnTo>
                  <a:lnTo>
                    <a:pt x="1052161" y="1360790"/>
                  </a:lnTo>
                  <a:lnTo>
                    <a:pt x="1052167" y="1360763"/>
                  </a:lnTo>
                  <a:lnTo>
                    <a:pt x="1052173" y="1360735"/>
                  </a:lnTo>
                  <a:lnTo>
                    <a:pt x="1052180" y="1360707"/>
                  </a:lnTo>
                  <a:lnTo>
                    <a:pt x="1052187" y="1360679"/>
                  </a:lnTo>
                  <a:lnTo>
                    <a:pt x="1052189" y="1360651"/>
                  </a:lnTo>
                  <a:lnTo>
                    <a:pt x="1052187" y="1360624"/>
                  </a:lnTo>
                  <a:lnTo>
                    <a:pt x="1052182" y="1360596"/>
                  </a:lnTo>
                  <a:lnTo>
                    <a:pt x="1052173" y="1360568"/>
                  </a:lnTo>
                  <a:lnTo>
                    <a:pt x="1052167" y="1360559"/>
                  </a:lnTo>
                  <a:lnTo>
                    <a:pt x="1052149" y="1360546"/>
                  </a:lnTo>
                  <a:lnTo>
                    <a:pt x="1052140" y="1360541"/>
                  </a:lnTo>
                  <a:lnTo>
                    <a:pt x="1052122" y="1360537"/>
                  </a:lnTo>
                  <a:lnTo>
                    <a:pt x="1052095" y="1360532"/>
                  </a:lnTo>
                  <a:lnTo>
                    <a:pt x="1052068" y="1360522"/>
                  </a:lnTo>
                  <a:lnTo>
                    <a:pt x="1052041" y="1360519"/>
                  </a:lnTo>
                  <a:lnTo>
                    <a:pt x="1052027" y="1360519"/>
                  </a:lnTo>
                  <a:lnTo>
                    <a:pt x="1052014" y="1360512"/>
                  </a:lnTo>
                  <a:lnTo>
                    <a:pt x="1052008" y="1360506"/>
                  </a:lnTo>
                  <a:lnTo>
                    <a:pt x="1051999" y="1360484"/>
                  </a:lnTo>
                  <a:lnTo>
                    <a:pt x="1051995" y="1360471"/>
                  </a:lnTo>
                  <a:lnTo>
                    <a:pt x="1051997" y="1360461"/>
                  </a:lnTo>
                  <a:lnTo>
                    <a:pt x="1051998" y="1360451"/>
                  </a:lnTo>
                  <a:lnTo>
                    <a:pt x="1052002" y="1360430"/>
                  </a:lnTo>
                  <a:lnTo>
                    <a:pt x="1052003" y="1360418"/>
                  </a:lnTo>
                  <a:lnTo>
                    <a:pt x="1052003" y="1360409"/>
                  </a:lnTo>
                  <a:lnTo>
                    <a:pt x="1051997" y="1360382"/>
                  </a:lnTo>
                  <a:lnTo>
                    <a:pt x="1051991" y="1360371"/>
                  </a:lnTo>
                  <a:lnTo>
                    <a:pt x="1051982" y="1360361"/>
                  </a:lnTo>
                  <a:lnTo>
                    <a:pt x="1051975" y="1360356"/>
                  </a:lnTo>
                  <a:lnTo>
                    <a:pt x="1051950" y="1360330"/>
                  </a:lnTo>
                  <a:lnTo>
                    <a:pt x="1051934" y="1360303"/>
                  </a:lnTo>
                  <a:lnTo>
                    <a:pt x="1051912" y="1360275"/>
                  </a:lnTo>
                  <a:lnTo>
                    <a:pt x="1051885" y="1360253"/>
                  </a:lnTo>
                  <a:lnTo>
                    <a:pt x="1051858" y="1360231"/>
                  </a:lnTo>
                  <a:lnTo>
                    <a:pt x="1051838" y="1360220"/>
                  </a:lnTo>
                  <a:lnTo>
                    <a:pt x="1051831" y="1360212"/>
                  </a:lnTo>
                  <a:lnTo>
                    <a:pt x="1051809" y="1360185"/>
                  </a:lnTo>
                  <a:lnTo>
                    <a:pt x="1051798" y="1360167"/>
                  </a:lnTo>
                  <a:lnTo>
                    <a:pt x="1051796" y="1360157"/>
                  </a:lnTo>
                  <a:lnTo>
                    <a:pt x="1051792" y="1360139"/>
                  </a:lnTo>
                  <a:lnTo>
                    <a:pt x="1051787" y="1360130"/>
                  </a:lnTo>
                  <a:lnTo>
                    <a:pt x="1051774" y="1360116"/>
                  </a:lnTo>
                  <a:lnTo>
                    <a:pt x="1051762" y="1360113"/>
                  </a:lnTo>
                  <a:lnTo>
                    <a:pt x="1051746" y="1360111"/>
                  </a:lnTo>
                  <a:lnTo>
                    <a:pt x="1051735" y="1360113"/>
                  </a:lnTo>
                  <a:lnTo>
                    <a:pt x="1051708" y="1360115"/>
                  </a:lnTo>
                  <a:lnTo>
                    <a:pt x="1051683" y="1360118"/>
                  </a:lnTo>
                  <a:lnTo>
                    <a:pt x="1051666" y="1360114"/>
                  </a:lnTo>
                  <a:lnTo>
                    <a:pt x="1051655" y="1360102"/>
                  </a:lnTo>
                  <a:lnTo>
                    <a:pt x="1051637" y="1360075"/>
                  </a:lnTo>
                  <a:lnTo>
                    <a:pt x="1051630" y="1360047"/>
                  </a:lnTo>
                  <a:lnTo>
                    <a:pt x="1051624" y="1360019"/>
                  </a:lnTo>
                  <a:lnTo>
                    <a:pt x="1051622" y="1359997"/>
                  </a:lnTo>
                  <a:lnTo>
                    <a:pt x="1051624" y="1359991"/>
                  </a:lnTo>
                  <a:lnTo>
                    <a:pt x="1051637" y="1359973"/>
                  </a:lnTo>
                  <a:lnTo>
                    <a:pt x="1051646" y="1359965"/>
                  </a:lnTo>
                  <a:lnTo>
                    <a:pt x="1051660" y="1359954"/>
                  </a:lnTo>
                  <a:lnTo>
                    <a:pt x="1051671" y="1359941"/>
                  </a:lnTo>
                  <a:lnTo>
                    <a:pt x="1051676" y="1359925"/>
                  </a:lnTo>
                  <a:lnTo>
                    <a:pt x="1051676" y="1359914"/>
                  </a:lnTo>
                  <a:lnTo>
                    <a:pt x="1051672" y="1359899"/>
                  </a:lnTo>
                  <a:lnTo>
                    <a:pt x="1051665" y="1359886"/>
                  </a:lnTo>
                  <a:lnTo>
                    <a:pt x="1051650" y="1359858"/>
                  </a:lnTo>
                  <a:lnTo>
                    <a:pt x="1051629" y="1359830"/>
                  </a:lnTo>
                  <a:lnTo>
                    <a:pt x="1051603" y="1359805"/>
                  </a:lnTo>
                  <a:lnTo>
                    <a:pt x="1051591" y="1359784"/>
                  </a:lnTo>
                  <a:lnTo>
                    <a:pt x="1051588" y="1359777"/>
                  </a:lnTo>
                  <a:lnTo>
                    <a:pt x="1051590" y="1359768"/>
                  </a:lnTo>
                  <a:lnTo>
                    <a:pt x="1051598" y="1359755"/>
                  </a:lnTo>
                  <a:lnTo>
                    <a:pt x="1051603" y="1359749"/>
                  </a:lnTo>
                  <a:lnTo>
                    <a:pt x="1051614" y="1359742"/>
                  </a:lnTo>
                  <a:lnTo>
                    <a:pt x="1051630" y="1359736"/>
                  </a:lnTo>
                  <a:lnTo>
                    <a:pt x="1051656" y="1359725"/>
                  </a:lnTo>
                  <a:lnTo>
                    <a:pt x="1051684" y="1359711"/>
                  </a:lnTo>
                  <a:lnTo>
                    <a:pt x="1051710" y="1359696"/>
                  </a:lnTo>
                  <a:lnTo>
                    <a:pt x="1051737" y="1359676"/>
                  </a:lnTo>
                  <a:lnTo>
                    <a:pt x="1051762" y="1359652"/>
                  </a:lnTo>
                  <a:lnTo>
                    <a:pt x="1051782" y="1359624"/>
                  </a:lnTo>
                  <a:lnTo>
                    <a:pt x="1051794" y="1359596"/>
                  </a:lnTo>
                  <a:lnTo>
                    <a:pt x="1051805" y="1359579"/>
                  </a:lnTo>
                  <a:lnTo>
                    <a:pt x="1051808" y="1359568"/>
                  </a:lnTo>
                  <a:lnTo>
                    <a:pt x="1051817" y="1359540"/>
                  </a:lnTo>
                  <a:lnTo>
                    <a:pt x="1051826" y="1359525"/>
                  </a:lnTo>
                  <a:lnTo>
                    <a:pt x="1051839" y="1359518"/>
                  </a:lnTo>
                  <a:lnTo>
                    <a:pt x="1051866" y="1359507"/>
                  </a:lnTo>
                  <a:lnTo>
                    <a:pt x="1051892" y="1359497"/>
                  </a:lnTo>
                  <a:lnTo>
                    <a:pt x="1051920" y="1359488"/>
                  </a:lnTo>
                  <a:lnTo>
                    <a:pt x="1051946" y="1359486"/>
                  </a:lnTo>
                  <a:lnTo>
                    <a:pt x="1051973" y="1359473"/>
                  </a:lnTo>
                  <a:lnTo>
                    <a:pt x="1052000" y="1359461"/>
                  </a:lnTo>
                  <a:lnTo>
                    <a:pt x="1052027" y="1359454"/>
                  </a:lnTo>
                  <a:lnTo>
                    <a:pt x="1052054" y="1359448"/>
                  </a:lnTo>
                  <a:lnTo>
                    <a:pt x="1052081" y="1359448"/>
                  </a:lnTo>
                  <a:lnTo>
                    <a:pt x="1052108" y="1359444"/>
                  </a:lnTo>
                  <a:lnTo>
                    <a:pt x="1052121" y="1359438"/>
                  </a:lnTo>
                  <a:lnTo>
                    <a:pt x="1052125" y="1359424"/>
                  </a:lnTo>
                  <a:lnTo>
                    <a:pt x="1052129" y="1359416"/>
                  </a:lnTo>
                  <a:lnTo>
                    <a:pt x="1052135" y="1359403"/>
                  </a:lnTo>
                  <a:lnTo>
                    <a:pt x="1052144" y="1359394"/>
                  </a:lnTo>
                  <a:lnTo>
                    <a:pt x="1052156" y="1359394"/>
                  </a:lnTo>
                  <a:lnTo>
                    <a:pt x="1052167" y="1359394"/>
                  </a:lnTo>
                  <a:lnTo>
                    <a:pt x="1052176" y="1359397"/>
                  </a:lnTo>
                  <a:lnTo>
                    <a:pt x="1052201" y="1359410"/>
                  </a:lnTo>
                  <a:lnTo>
                    <a:pt x="1052228" y="1359423"/>
                  </a:lnTo>
                  <a:lnTo>
                    <a:pt x="1052255" y="1359426"/>
                  </a:lnTo>
                  <a:lnTo>
                    <a:pt x="1052282" y="1359420"/>
                  </a:lnTo>
                  <a:lnTo>
                    <a:pt x="1052309" y="1359415"/>
                  </a:lnTo>
                  <a:lnTo>
                    <a:pt x="1052336" y="1359407"/>
                  </a:lnTo>
                  <a:lnTo>
                    <a:pt x="1052349" y="1359403"/>
                  </a:lnTo>
                  <a:lnTo>
                    <a:pt x="1052363" y="1359403"/>
                  </a:lnTo>
                  <a:lnTo>
                    <a:pt x="1052381" y="1359407"/>
                  </a:lnTo>
                  <a:lnTo>
                    <a:pt x="1052390" y="1359413"/>
                  </a:lnTo>
                  <a:lnTo>
                    <a:pt x="1052406" y="1359418"/>
                  </a:lnTo>
                  <a:lnTo>
                    <a:pt x="1052417" y="1359418"/>
                  </a:lnTo>
                  <a:lnTo>
                    <a:pt x="1052444" y="1359421"/>
                  </a:lnTo>
                  <a:lnTo>
                    <a:pt x="1052470" y="1359422"/>
                  </a:lnTo>
                  <a:lnTo>
                    <a:pt x="1052482" y="1359414"/>
                  </a:lnTo>
                  <a:lnTo>
                    <a:pt x="1052489" y="1359404"/>
                  </a:lnTo>
                  <a:lnTo>
                    <a:pt x="1052493" y="1359397"/>
                  </a:lnTo>
                  <a:lnTo>
                    <a:pt x="1052503" y="1359369"/>
                  </a:lnTo>
                  <a:lnTo>
                    <a:pt x="1052508" y="1359351"/>
                  </a:lnTo>
                  <a:lnTo>
                    <a:pt x="1052519" y="1359334"/>
                  </a:lnTo>
                  <a:lnTo>
                    <a:pt x="1052526" y="1359332"/>
                  </a:lnTo>
                  <a:lnTo>
                    <a:pt x="1052537" y="1359332"/>
                  </a:lnTo>
                  <a:lnTo>
                    <a:pt x="1052564" y="1359330"/>
                  </a:lnTo>
                  <a:lnTo>
                    <a:pt x="1052591" y="1359329"/>
                  </a:lnTo>
                  <a:lnTo>
                    <a:pt x="1052629" y="1359322"/>
                  </a:lnTo>
                  <a:lnTo>
                    <a:pt x="1052652" y="1359281"/>
                  </a:lnTo>
                  <a:lnTo>
                    <a:pt x="1052677" y="1359253"/>
                  </a:lnTo>
                  <a:lnTo>
                    <a:pt x="1052702" y="1359227"/>
                  </a:lnTo>
                  <a:lnTo>
                    <a:pt x="1052729" y="1359203"/>
                  </a:lnTo>
                  <a:lnTo>
                    <a:pt x="1052756" y="1359193"/>
                  </a:lnTo>
                  <a:lnTo>
                    <a:pt x="1052783" y="1359200"/>
                  </a:lnTo>
                  <a:lnTo>
                    <a:pt x="1052792" y="1359204"/>
                  </a:lnTo>
                  <a:lnTo>
                    <a:pt x="1052804" y="1359204"/>
                  </a:lnTo>
                  <a:lnTo>
                    <a:pt x="1052810" y="1359200"/>
                  </a:lnTo>
                  <a:lnTo>
                    <a:pt x="1052824" y="1359191"/>
                  </a:lnTo>
                  <a:lnTo>
                    <a:pt x="1052837" y="1359178"/>
                  </a:lnTo>
                  <a:lnTo>
                    <a:pt x="1052863" y="1359154"/>
                  </a:lnTo>
                  <a:lnTo>
                    <a:pt x="1052890" y="1359142"/>
                  </a:lnTo>
                  <a:lnTo>
                    <a:pt x="1052917" y="1359131"/>
                  </a:lnTo>
                  <a:lnTo>
                    <a:pt x="1052944" y="1359118"/>
                  </a:lnTo>
                  <a:lnTo>
                    <a:pt x="1052971" y="1359098"/>
                  </a:lnTo>
                  <a:lnTo>
                    <a:pt x="1052998" y="1359071"/>
                  </a:lnTo>
                  <a:lnTo>
                    <a:pt x="1053024" y="1359043"/>
                  </a:lnTo>
                  <a:lnTo>
                    <a:pt x="1053030" y="1359036"/>
                  </a:lnTo>
                  <a:lnTo>
                    <a:pt x="1053030" y="1359015"/>
                  </a:lnTo>
                  <a:lnTo>
                    <a:pt x="1053028" y="1359001"/>
                  </a:lnTo>
                  <a:lnTo>
                    <a:pt x="1053022" y="1358988"/>
                  </a:lnTo>
                  <a:lnTo>
                    <a:pt x="1053017" y="1358971"/>
                  </a:lnTo>
                  <a:lnTo>
                    <a:pt x="1053017" y="1358960"/>
                  </a:lnTo>
                  <a:lnTo>
                    <a:pt x="1053022" y="1358949"/>
                  </a:lnTo>
                  <a:lnTo>
                    <a:pt x="1053036" y="1358932"/>
                  </a:lnTo>
                  <a:lnTo>
                    <a:pt x="1053035" y="1358904"/>
                  </a:lnTo>
                  <a:lnTo>
                    <a:pt x="1053020" y="1358877"/>
                  </a:lnTo>
                  <a:lnTo>
                    <a:pt x="1053015" y="1358862"/>
                  </a:lnTo>
                  <a:lnTo>
                    <a:pt x="1053027" y="1358853"/>
                  </a:lnTo>
                  <a:lnTo>
                    <a:pt x="1053039" y="1358851"/>
                  </a:lnTo>
                  <a:lnTo>
                    <a:pt x="1053050" y="1358836"/>
                  </a:lnTo>
                  <a:lnTo>
                    <a:pt x="1053052" y="1358814"/>
                  </a:lnTo>
                  <a:lnTo>
                    <a:pt x="1053050" y="1358808"/>
                  </a:lnTo>
                  <a:lnTo>
                    <a:pt x="1053037" y="1358780"/>
                  </a:lnTo>
                  <a:lnTo>
                    <a:pt x="1053024" y="1358752"/>
                  </a:lnTo>
                  <a:lnTo>
                    <a:pt x="1053017" y="1358725"/>
                  </a:lnTo>
                  <a:lnTo>
                    <a:pt x="1053019" y="1358697"/>
                  </a:lnTo>
                  <a:lnTo>
                    <a:pt x="1053021" y="1358689"/>
                  </a:lnTo>
                  <a:lnTo>
                    <a:pt x="1053028" y="1358683"/>
                  </a:lnTo>
                  <a:lnTo>
                    <a:pt x="1053042" y="1358673"/>
                  </a:lnTo>
                  <a:lnTo>
                    <a:pt x="1053054" y="1358663"/>
                  </a:lnTo>
                  <a:lnTo>
                    <a:pt x="1053065" y="1358652"/>
                  </a:lnTo>
                  <a:lnTo>
                    <a:pt x="1053083" y="1358633"/>
                  </a:lnTo>
                  <a:lnTo>
                    <a:pt x="1053086" y="1358626"/>
                  </a:lnTo>
                  <a:lnTo>
                    <a:pt x="1053097" y="1358613"/>
                  </a:lnTo>
                  <a:lnTo>
                    <a:pt x="1053105" y="1358598"/>
                  </a:lnTo>
                  <a:lnTo>
                    <a:pt x="1053115" y="1358571"/>
                  </a:lnTo>
                  <a:lnTo>
                    <a:pt x="1053126" y="1358543"/>
                  </a:lnTo>
                  <a:lnTo>
                    <a:pt x="1053136" y="1358515"/>
                  </a:lnTo>
                  <a:lnTo>
                    <a:pt x="1053149" y="1358502"/>
                  </a:lnTo>
                  <a:lnTo>
                    <a:pt x="1053156" y="1358500"/>
                  </a:lnTo>
                  <a:lnTo>
                    <a:pt x="1053190" y="1358492"/>
                  </a:lnTo>
                  <a:lnTo>
                    <a:pt x="1053203" y="1358483"/>
                  </a:lnTo>
                  <a:lnTo>
                    <a:pt x="1053204" y="1358477"/>
                  </a:lnTo>
                  <a:lnTo>
                    <a:pt x="1053206" y="1358468"/>
                  </a:lnTo>
                  <a:lnTo>
                    <a:pt x="1053210" y="1358440"/>
                  </a:lnTo>
                  <a:lnTo>
                    <a:pt x="1053215" y="1358423"/>
                  </a:lnTo>
                  <a:lnTo>
                    <a:pt x="1053215" y="1358412"/>
                  </a:lnTo>
                  <a:lnTo>
                    <a:pt x="1053211" y="1358406"/>
                  </a:lnTo>
                  <a:lnTo>
                    <a:pt x="1053204" y="1358403"/>
                  </a:lnTo>
                  <a:lnTo>
                    <a:pt x="1053191" y="1358401"/>
                  </a:lnTo>
                  <a:lnTo>
                    <a:pt x="1053175" y="1358401"/>
                  </a:lnTo>
                  <a:lnTo>
                    <a:pt x="1053166" y="1358392"/>
                  </a:lnTo>
                  <a:lnTo>
                    <a:pt x="1053159" y="1358372"/>
                  </a:lnTo>
                  <a:lnTo>
                    <a:pt x="1053159" y="1358365"/>
                  </a:lnTo>
                  <a:lnTo>
                    <a:pt x="1053159" y="1358337"/>
                  </a:lnTo>
                  <a:lnTo>
                    <a:pt x="1053160" y="1358322"/>
                  </a:lnTo>
                  <a:lnTo>
                    <a:pt x="1053162" y="1358303"/>
                  </a:lnTo>
                  <a:lnTo>
                    <a:pt x="1053164" y="1358287"/>
                  </a:lnTo>
                  <a:lnTo>
                    <a:pt x="1053165" y="1358252"/>
                  </a:lnTo>
                  <a:lnTo>
                    <a:pt x="1053181" y="1358225"/>
                  </a:lnTo>
                  <a:lnTo>
                    <a:pt x="1053192" y="1358218"/>
                  </a:lnTo>
                  <a:lnTo>
                    <a:pt x="1053219" y="1358209"/>
                  </a:lnTo>
                  <a:lnTo>
                    <a:pt x="1053246" y="1358203"/>
                  </a:lnTo>
                  <a:lnTo>
                    <a:pt x="1053267" y="1358201"/>
                  </a:lnTo>
                  <a:lnTo>
                    <a:pt x="1053273" y="1358202"/>
                  </a:lnTo>
                  <a:lnTo>
                    <a:pt x="1053300" y="1358208"/>
                  </a:lnTo>
                  <a:lnTo>
                    <a:pt x="1053327" y="1358210"/>
                  </a:lnTo>
                  <a:lnTo>
                    <a:pt x="1053354" y="1358206"/>
                  </a:lnTo>
                  <a:lnTo>
                    <a:pt x="1053372" y="1358191"/>
                  </a:lnTo>
                  <a:lnTo>
                    <a:pt x="1053377" y="1358182"/>
                  </a:lnTo>
                  <a:lnTo>
                    <a:pt x="1053386" y="1358167"/>
                  </a:lnTo>
                  <a:lnTo>
                    <a:pt x="1053398" y="1358154"/>
                  </a:lnTo>
                  <a:lnTo>
                    <a:pt x="1053425" y="1358133"/>
                  </a:lnTo>
                  <a:lnTo>
                    <a:pt x="1053440" y="1358122"/>
                  </a:lnTo>
                  <a:lnTo>
                    <a:pt x="1053452" y="1358116"/>
                  </a:lnTo>
                  <a:lnTo>
                    <a:pt x="1053479" y="1358116"/>
                  </a:lnTo>
                  <a:lnTo>
                    <a:pt x="1053506" y="1358114"/>
                  </a:lnTo>
                  <a:lnTo>
                    <a:pt x="1053533" y="1358116"/>
                  </a:lnTo>
                  <a:lnTo>
                    <a:pt x="1053560" y="1358116"/>
                  </a:lnTo>
                  <a:lnTo>
                    <a:pt x="1053587" y="1358114"/>
                  </a:lnTo>
                  <a:lnTo>
                    <a:pt x="1053614" y="1358110"/>
                  </a:lnTo>
                  <a:lnTo>
                    <a:pt x="1053627" y="1358106"/>
                  </a:lnTo>
                  <a:lnTo>
                    <a:pt x="1053641" y="1358106"/>
                  </a:lnTo>
                  <a:lnTo>
                    <a:pt x="1053668" y="1358104"/>
                  </a:lnTo>
                  <a:lnTo>
                    <a:pt x="1053695" y="1358098"/>
                  </a:lnTo>
                  <a:lnTo>
                    <a:pt x="1053722" y="1358094"/>
                  </a:lnTo>
                  <a:lnTo>
                    <a:pt x="1053731" y="1358091"/>
                  </a:lnTo>
                  <a:lnTo>
                    <a:pt x="1053738" y="1358083"/>
                  </a:lnTo>
                  <a:lnTo>
                    <a:pt x="1053743" y="1358072"/>
                  </a:lnTo>
                  <a:lnTo>
                    <a:pt x="1053749" y="1358059"/>
                  </a:lnTo>
                  <a:lnTo>
                    <a:pt x="1053750" y="1358044"/>
                  </a:lnTo>
                  <a:lnTo>
                    <a:pt x="1053766" y="1357944"/>
                  </a:lnTo>
                  <a:lnTo>
                    <a:pt x="1053782" y="1357916"/>
                  </a:lnTo>
                  <a:lnTo>
                    <a:pt x="1053805" y="1357888"/>
                  </a:lnTo>
                  <a:lnTo>
                    <a:pt x="1053830" y="1357860"/>
                  </a:lnTo>
                  <a:lnTo>
                    <a:pt x="1053855" y="1357834"/>
                  </a:lnTo>
                  <a:lnTo>
                    <a:pt x="1053879" y="1357810"/>
                  </a:lnTo>
                  <a:lnTo>
                    <a:pt x="1053904" y="1357782"/>
                  </a:lnTo>
                  <a:lnTo>
                    <a:pt x="1053923" y="1357762"/>
                  </a:lnTo>
                  <a:lnTo>
                    <a:pt x="1053925" y="1357756"/>
                  </a:lnTo>
                  <a:lnTo>
                    <a:pt x="1053936" y="1357733"/>
                  </a:lnTo>
                  <a:lnTo>
                    <a:pt x="1053936" y="1357728"/>
                  </a:lnTo>
                  <a:lnTo>
                    <a:pt x="1053934" y="1357715"/>
                  </a:lnTo>
                  <a:lnTo>
                    <a:pt x="1053923" y="1357700"/>
                  </a:lnTo>
                  <a:lnTo>
                    <a:pt x="1053905" y="1357673"/>
                  </a:lnTo>
                  <a:lnTo>
                    <a:pt x="1053903" y="1357663"/>
                  </a:lnTo>
                  <a:lnTo>
                    <a:pt x="1053912" y="1357645"/>
                  </a:lnTo>
                  <a:lnTo>
                    <a:pt x="1053935" y="1357619"/>
                  </a:lnTo>
                  <a:lnTo>
                    <a:pt x="1053940" y="1357613"/>
                  </a:lnTo>
                  <a:lnTo>
                    <a:pt x="1053956" y="1357606"/>
                  </a:lnTo>
                  <a:lnTo>
                    <a:pt x="1053962" y="1357606"/>
                  </a:lnTo>
                  <a:lnTo>
                    <a:pt x="1053973" y="1357602"/>
                  </a:lnTo>
                  <a:lnTo>
                    <a:pt x="1053987" y="1357603"/>
                  </a:lnTo>
                  <a:lnTo>
                    <a:pt x="1054016" y="1357613"/>
                  </a:lnTo>
                  <a:lnTo>
                    <a:pt x="1054037" y="1357627"/>
                  </a:lnTo>
                  <a:lnTo>
                    <a:pt x="1054043" y="1357627"/>
                  </a:lnTo>
                  <a:lnTo>
                    <a:pt x="1054048" y="1357627"/>
                  </a:lnTo>
                  <a:lnTo>
                    <a:pt x="1054053" y="1357622"/>
                  </a:lnTo>
                  <a:lnTo>
                    <a:pt x="1054063" y="1357605"/>
                  </a:lnTo>
                  <a:lnTo>
                    <a:pt x="1054070" y="1357590"/>
                  </a:lnTo>
                  <a:lnTo>
                    <a:pt x="1054080" y="1357577"/>
                  </a:lnTo>
                  <a:lnTo>
                    <a:pt x="1054107" y="1357551"/>
                  </a:lnTo>
                  <a:lnTo>
                    <a:pt x="1054124" y="1357538"/>
                  </a:lnTo>
                  <a:lnTo>
                    <a:pt x="1054127" y="1357527"/>
                  </a:lnTo>
                  <a:lnTo>
                    <a:pt x="1054125" y="1357499"/>
                  </a:lnTo>
                  <a:lnTo>
                    <a:pt x="1054118" y="1357471"/>
                  </a:lnTo>
                  <a:lnTo>
                    <a:pt x="1054103" y="1357418"/>
                  </a:lnTo>
                  <a:lnTo>
                    <a:pt x="1054097" y="1357390"/>
                  </a:lnTo>
                  <a:lnTo>
                    <a:pt x="1054094" y="1357370"/>
                  </a:lnTo>
                  <a:lnTo>
                    <a:pt x="1054095" y="1357362"/>
                  </a:lnTo>
                  <a:lnTo>
                    <a:pt x="1054108" y="1357334"/>
                  </a:lnTo>
                  <a:lnTo>
                    <a:pt x="1054115" y="1357307"/>
                  </a:lnTo>
                  <a:lnTo>
                    <a:pt x="1054120" y="1357278"/>
                  </a:lnTo>
                  <a:lnTo>
                    <a:pt x="1054127" y="1357251"/>
                  </a:lnTo>
                  <a:lnTo>
                    <a:pt x="1054138" y="1357223"/>
                  </a:lnTo>
                  <a:lnTo>
                    <a:pt x="1054147" y="1357195"/>
                  </a:lnTo>
                  <a:lnTo>
                    <a:pt x="1054157" y="1357167"/>
                  </a:lnTo>
                  <a:lnTo>
                    <a:pt x="1054168" y="1357139"/>
                  </a:lnTo>
                  <a:lnTo>
                    <a:pt x="1054182" y="1357111"/>
                  </a:lnTo>
                  <a:lnTo>
                    <a:pt x="1054194" y="1357084"/>
                  </a:lnTo>
                  <a:lnTo>
                    <a:pt x="1054203" y="1357056"/>
                  </a:lnTo>
                  <a:lnTo>
                    <a:pt x="1054212" y="1357028"/>
                  </a:lnTo>
                  <a:lnTo>
                    <a:pt x="1054224" y="1357000"/>
                  </a:lnTo>
                  <a:lnTo>
                    <a:pt x="1054233" y="1356972"/>
                  </a:lnTo>
                  <a:lnTo>
                    <a:pt x="1054244" y="1356952"/>
                  </a:lnTo>
                  <a:lnTo>
                    <a:pt x="1054251" y="1356944"/>
                  </a:lnTo>
                  <a:lnTo>
                    <a:pt x="1054278" y="1356927"/>
                  </a:lnTo>
                  <a:lnTo>
                    <a:pt x="1054289" y="1356920"/>
                  </a:lnTo>
                  <a:lnTo>
                    <a:pt x="1054296" y="1356911"/>
                  </a:lnTo>
                  <a:lnTo>
                    <a:pt x="1054299" y="1356903"/>
                  </a:lnTo>
                  <a:lnTo>
                    <a:pt x="1054310" y="1356876"/>
                  </a:lnTo>
                  <a:lnTo>
                    <a:pt x="1054312" y="1356851"/>
                  </a:lnTo>
                  <a:lnTo>
                    <a:pt x="1054308" y="1356848"/>
                  </a:lnTo>
                  <a:lnTo>
                    <a:pt x="1054301" y="1356837"/>
                  </a:lnTo>
                  <a:lnTo>
                    <a:pt x="1054290" y="1356829"/>
                  </a:lnTo>
                  <a:lnTo>
                    <a:pt x="1054285" y="1356828"/>
                  </a:lnTo>
                  <a:lnTo>
                    <a:pt x="1054263" y="1356815"/>
                  </a:lnTo>
                  <a:lnTo>
                    <a:pt x="1054259" y="1356809"/>
                  </a:lnTo>
                  <a:lnTo>
                    <a:pt x="1054252" y="1356796"/>
                  </a:lnTo>
                  <a:lnTo>
                    <a:pt x="1054248" y="1356781"/>
                  </a:lnTo>
                  <a:lnTo>
                    <a:pt x="1054245" y="1356753"/>
                  </a:lnTo>
                  <a:lnTo>
                    <a:pt x="1054237" y="1356726"/>
                  </a:lnTo>
                  <a:lnTo>
                    <a:pt x="1054226" y="1356698"/>
                  </a:lnTo>
                  <a:lnTo>
                    <a:pt x="1054215" y="1356670"/>
                  </a:lnTo>
                  <a:lnTo>
                    <a:pt x="1054206" y="1356643"/>
                  </a:lnTo>
                  <a:lnTo>
                    <a:pt x="1054199" y="1356628"/>
                  </a:lnTo>
                  <a:lnTo>
                    <a:pt x="1054188" y="1356615"/>
                  </a:lnTo>
                  <a:lnTo>
                    <a:pt x="1054168" y="1356587"/>
                  </a:lnTo>
                  <a:lnTo>
                    <a:pt x="1054153" y="1356560"/>
                  </a:lnTo>
                  <a:lnTo>
                    <a:pt x="1054140" y="1356532"/>
                  </a:lnTo>
                  <a:lnTo>
                    <a:pt x="1054122" y="1356514"/>
                  </a:lnTo>
                  <a:lnTo>
                    <a:pt x="1054115" y="1356510"/>
                  </a:lnTo>
                  <a:lnTo>
                    <a:pt x="1054088" y="1356495"/>
                  </a:lnTo>
                  <a:lnTo>
                    <a:pt x="1054061" y="1356486"/>
                  </a:lnTo>
                  <a:lnTo>
                    <a:pt x="1054052" y="1356481"/>
                  </a:lnTo>
                  <a:lnTo>
                    <a:pt x="1054045" y="1356472"/>
                  </a:lnTo>
                  <a:lnTo>
                    <a:pt x="1054043" y="1356462"/>
                  </a:lnTo>
                  <a:lnTo>
                    <a:pt x="1054041" y="1356434"/>
                  </a:lnTo>
                  <a:lnTo>
                    <a:pt x="1054039" y="1356407"/>
                  </a:lnTo>
                  <a:lnTo>
                    <a:pt x="1054037" y="1356379"/>
                  </a:lnTo>
                  <a:lnTo>
                    <a:pt x="1054037" y="1356351"/>
                  </a:lnTo>
                  <a:lnTo>
                    <a:pt x="1054038" y="1356329"/>
                  </a:lnTo>
                  <a:lnTo>
                    <a:pt x="1054042" y="1356323"/>
                  </a:lnTo>
                  <a:lnTo>
                    <a:pt x="1054053" y="1356296"/>
                  </a:lnTo>
                  <a:lnTo>
                    <a:pt x="1054051" y="1356275"/>
                  </a:lnTo>
                  <a:lnTo>
                    <a:pt x="1054044" y="1356265"/>
                  </a:lnTo>
                  <a:lnTo>
                    <a:pt x="1054036" y="1356240"/>
                  </a:lnTo>
                  <a:lnTo>
                    <a:pt x="1054035" y="1356233"/>
                  </a:lnTo>
                  <a:lnTo>
                    <a:pt x="1054035" y="1356223"/>
                  </a:lnTo>
                  <a:lnTo>
                    <a:pt x="1054039" y="1356212"/>
                  </a:lnTo>
                  <a:lnTo>
                    <a:pt x="1054047" y="1356199"/>
                  </a:lnTo>
                  <a:lnTo>
                    <a:pt x="1054047" y="1356184"/>
                  </a:lnTo>
                  <a:lnTo>
                    <a:pt x="1054047" y="1356156"/>
                  </a:lnTo>
                  <a:lnTo>
                    <a:pt x="1054053" y="1356129"/>
                  </a:lnTo>
                  <a:lnTo>
                    <a:pt x="1054064" y="1356101"/>
                  </a:lnTo>
                  <a:lnTo>
                    <a:pt x="1054068" y="1356088"/>
                  </a:lnTo>
                  <a:lnTo>
                    <a:pt x="1054068" y="1356073"/>
                  </a:lnTo>
                  <a:lnTo>
                    <a:pt x="1054062" y="1356058"/>
                  </a:lnTo>
                  <a:lnTo>
                    <a:pt x="1054053" y="1356045"/>
                  </a:lnTo>
                  <a:lnTo>
                    <a:pt x="1054032" y="1356018"/>
                  </a:lnTo>
                  <a:lnTo>
                    <a:pt x="1054026" y="1356012"/>
                  </a:lnTo>
                  <a:lnTo>
                    <a:pt x="1054015" y="1355990"/>
                  </a:lnTo>
                  <a:lnTo>
                    <a:pt x="1054006" y="1355962"/>
                  </a:lnTo>
                  <a:lnTo>
                    <a:pt x="1054002" y="1355946"/>
                  </a:lnTo>
                  <a:lnTo>
                    <a:pt x="1054008" y="1355934"/>
                  </a:lnTo>
                  <a:lnTo>
                    <a:pt x="1054020" y="1355907"/>
                  </a:lnTo>
                  <a:lnTo>
                    <a:pt x="1054031" y="1355879"/>
                  </a:lnTo>
                  <a:lnTo>
                    <a:pt x="1054031" y="1355859"/>
                  </a:lnTo>
                  <a:lnTo>
                    <a:pt x="1054021" y="1355827"/>
                  </a:lnTo>
                  <a:lnTo>
                    <a:pt x="1054018" y="1355823"/>
                  </a:lnTo>
                  <a:lnTo>
                    <a:pt x="1054003" y="1355796"/>
                  </a:lnTo>
                  <a:lnTo>
                    <a:pt x="1053999" y="1355768"/>
                  </a:lnTo>
                  <a:lnTo>
                    <a:pt x="1053995" y="1355753"/>
                  </a:lnTo>
                  <a:lnTo>
                    <a:pt x="1053985" y="1355740"/>
                  </a:lnTo>
                  <a:lnTo>
                    <a:pt x="1053974" y="1355731"/>
                  </a:lnTo>
                  <a:lnTo>
                    <a:pt x="1053966" y="1355720"/>
                  </a:lnTo>
                  <a:lnTo>
                    <a:pt x="1053965" y="1355714"/>
                  </a:lnTo>
                  <a:lnTo>
                    <a:pt x="1053957" y="1355687"/>
                  </a:lnTo>
                  <a:lnTo>
                    <a:pt x="1053948" y="1355659"/>
                  </a:lnTo>
                  <a:lnTo>
                    <a:pt x="1053935" y="1355631"/>
                  </a:lnTo>
                  <a:lnTo>
                    <a:pt x="1053919" y="1355603"/>
                  </a:lnTo>
                  <a:lnTo>
                    <a:pt x="1053903" y="1355576"/>
                  </a:lnTo>
                  <a:lnTo>
                    <a:pt x="1053881" y="1355548"/>
                  </a:lnTo>
                  <a:lnTo>
                    <a:pt x="1053859" y="1355531"/>
                  </a:lnTo>
                  <a:lnTo>
                    <a:pt x="1053857" y="1355526"/>
                  </a:lnTo>
                  <a:lnTo>
                    <a:pt x="1053855" y="1355515"/>
                  </a:lnTo>
                  <a:lnTo>
                    <a:pt x="1053857" y="1355507"/>
                  </a:lnTo>
                  <a:lnTo>
                    <a:pt x="1053861" y="1355498"/>
                  </a:lnTo>
                  <a:lnTo>
                    <a:pt x="1053868" y="1355483"/>
                  </a:lnTo>
                  <a:lnTo>
                    <a:pt x="1053868" y="1355478"/>
                  </a:lnTo>
                  <a:lnTo>
                    <a:pt x="1053868" y="1355471"/>
                  </a:lnTo>
                  <a:lnTo>
                    <a:pt x="1053862" y="1355443"/>
                  </a:lnTo>
                  <a:lnTo>
                    <a:pt x="1053862" y="1355415"/>
                  </a:lnTo>
                  <a:lnTo>
                    <a:pt x="1053864" y="1355387"/>
                  </a:lnTo>
                  <a:lnTo>
                    <a:pt x="1053863" y="1355365"/>
                  </a:lnTo>
                  <a:lnTo>
                    <a:pt x="1053838" y="1355298"/>
                  </a:lnTo>
                  <a:lnTo>
                    <a:pt x="1053825" y="1355270"/>
                  </a:lnTo>
                  <a:lnTo>
                    <a:pt x="1053811" y="1355243"/>
                  </a:lnTo>
                  <a:lnTo>
                    <a:pt x="1053794" y="1355215"/>
                  </a:lnTo>
                  <a:lnTo>
                    <a:pt x="1053778" y="1355188"/>
                  </a:lnTo>
                  <a:lnTo>
                    <a:pt x="1053765" y="1355160"/>
                  </a:lnTo>
                  <a:lnTo>
                    <a:pt x="1053752" y="1355132"/>
                  </a:lnTo>
                  <a:lnTo>
                    <a:pt x="1053738" y="1355104"/>
                  </a:lnTo>
                  <a:lnTo>
                    <a:pt x="1053725" y="1355077"/>
                  </a:lnTo>
                  <a:lnTo>
                    <a:pt x="1053714" y="1355049"/>
                  </a:lnTo>
                  <a:lnTo>
                    <a:pt x="1053705" y="1355021"/>
                  </a:lnTo>
                  <a:lnTo>
                    <a:pt x="1053701" y="1355006"/>
                  </a:lnTo>
                  <a:lnTo>
                    <a:pt x="1053694" y="1354993"/>
                  </a:lnTo>
                  <a:lnTo>
                    <a:pt x="1053674" y="1354966"/>
                  </a:lnTo>
                  <a:lnTo>
                    <a:pt x="1053672" y="1354960"/>
                  </a:lnTo>
                  <a:lnTo>
                    <a:pt x="1053676" y="1354949"/>
                  </a:lnTo>
                  <a:lnTo>
                    <a:pt x="1053681" y="1354938"/>
                  </a:lnTo>
                  <a:lnTo>
                    <a:pt x="1053684" y="1354916"/>
                  </a:lnTo>
                  <a:lnTo>
                    <a:pt x="1053683" y="1354910"/>
                  </a:lnTo>
                  <a:lnTo>
                    <a:pt x="1053681" y="1354899"/>
                  </a:lnTo>
                  <a:lnTo>
                    <a:pt x="1053675" y="1354890"/>
                  </a:lnTo>
                  <a:lnTo>
                    <a:pt x="1053670" y="1354883"/>
                  </a:lnTo>
                  <a:lnTo>
                    <a:pt x="1053663" y="1354866"/>
                  </a:lnTo>
                  <a:lnTo>
                    <a:pt x="1053664" y="1354855"/>
                  </a:lnTo>
                  <a:lnTo>
                    <a:pt x="1053672" y="1354834"/>
                  </a:lnTo>
                  <a:lnTo>
                    <a:pt x="1053671" y="1354827"/>
                  </a:lnTo>
                  <a:lnTo>
                    <a:pt x="1053670" y="1354799"/>
                  </a:lnTo>
                  <a:lnTo>
                    <a:pt x="1053667" y="1354772"/>
                  </a:lnTo>
                  <a:lnTo>
                    <a:pt x="1053662" y="1354751"/>
                  </a:lnTo>
                  <a:lnTo>
                    <a:pt x="1053657" y="1354744"/>
                  </a:lnTo>
                  <a:lnTo>
                    <a:pt x="1053638" y="1354716"/>
                  </a:lnTo>
                  <a:lnTo>
                    <a:pt x="1053615" y="1354688"/>
                  </a:lnTo>
                  <a:lnTo>
                    <a:pt x="1053588" y="1354663"/>
                  </a:lnTo>
                  <a:lnTo>
                    <a:pt x="1053561" y="1354642"/>
                  </a:lnTo>
                  <a:lnTo>
                    <a:pt x="1053533" y="1354626"/>
                  </a:lnTo>
                  <a:lnTo>
                    <a:pt x="1053506" y="1354613"/>
                  </a:lnTo>
                  <a:lnTo>
                    <a:pt x="1053483" y="1354606"/>
                  </a:lnTo>
                  <a:lnTo>
                    <a:pt x="1053479" y="1354602"/>
                  </a:lnTo>
                  <a:lnTo>
                    <a:pt x="1053474" y="1354589"/>
                  </a:lnTo>
                  <a:lnTo>
                    <a:pt x="1053472" y="1354575"/>
                  </a:lnTo>
                  <a:lnTo>
                    <a:pt x="1053473" y="1354547"/>
                  </a:lnTo>
                  <a:lnTo>
                    <a:pt x="1053473" y="1354519"/>
                  </a:lnTo>
                  <a:lnTo>
                    <a:pt x="1053471" y="1354491"/>
                  </a:lnTo>
                  <a:lnTo>
                    <a:pt x="1053469" y="1354464"/>
                  </a:lnTo>
                  <a:lnTo>
                    <a:pt x="1053465" y="1354436"/>
                  </a:lnTo>
                  <a:lnTo>
                    <a:pt x="1053467" y="1354408"/>
                  </a:lnTo>
                  <a:lnTo>
                    <a:pt x="1053471" y="1354380"/>
                  </a:lnTo>
                  <a:lnTo>
                    <a:pt x="1053463" y="1354352"/>
                  </a:lnTo>
                  <a:lnTo>
                    <a:pt x="1053444" y="1354339"/>
                  </a:lnTo>
                  <a:lnTo>
                    <a:pt x="1053427" y="1354310"/>
                  </a:lnTo>
                  <a:lnTo>
                    <a:pt x="1053436" y="1354301"/>
                  </a:lnTo>
                  <a:lnTo>
                    <a:pt x="1053448" y="1354302"/>
                  </a:lnTo>
                  <a:lnTo>
                    <a:pt x="1053476" y="1354304"/>
                  </a:lnTo>
                  <a:lnTo>
                    <a:pt x="1053502" y="1354302"/>
                  </a:lnTo>
                  <a:lnTo>
                    <a:pt x="1053530" y="1354307"/>
                  </a:lnTo>
                  <a:lnTo>
                    <a:pt x="1053539" y="1354307"/>
                  </a:lnTo>
                  <a:lnTo>
                    <a:pt x="1053556" y="1354292"/>
                  </a:lnTo>
                  <a:lnTo>
                    <a:pt x="1053565" y="1354285"/>
                  </a:lnTo>
                  <a:lnTo>
                    <a:pt x="1053584" y="1354277"/>
                  </a:lnTo>
                  <a:lnTo>
                    <a:pt x="1053589" y="1354277"/>
                  </a:lnTo>
                  <a:lnTo>
                    <a:pt x="1053610" y="1354290"/>
                  </a:lnTo>
                  <a:lnTo>
                    <a:pt x="1053638" y="1354305"/>
                  </a:lnTo>
                  <a:lnTo>
                    <a:pt x="1053645" y="1354305"/>
                  </a:lnTo>
                  <a:lnTo>
                    <a:pt x="1053664" y="1354296"/>
                  </a:lnTo>
                  <a:lnTo>
                    <a:pt x="1053692" y="1354275"/>
                  </a:lnTo>
                  <a:lnTo>
                    <a:pt x="1053718" y="1354255"/>
                  </a:lnTo>
                  <a:lnTo>
                    <a:pt x="1053724" y="1354253"/>
                  </a:lnTo>
                  <a:lnTo>
                    <a:pt x="1053731" y="1354262"/>
                  </a:lnTo>
                  <a:lnTo>
                    <a:pt x="1053734" y="1354275"/>
                  </a:lnTo>
                  <a:lnTo>
                    <a:pt x="1053737" y="1354284"/>
                  </a:lnTo>
                  <a:lnTo>
                    <a:pt x="1053743" y="1354293"/>
                  </a:lnTo>
                  <a:lnTo>
                    <a:pt x="1053753" y="1354298"/>
                  </a:lnTo>
                  <a:lnTo>
                    <a:pt x="1053767" y="1354298"/>
                  </a:lnTo>
                  <a:lnTo>
                    <a:pt x="1053780" y="1354302"/>
                  </a:lnTo>
                  <a:lnTo>
                    <a:pt x="1053807" y="1354310"/>
                  </a:lnTo>
                  <a:lnTo>
                    <a:pt x="1053834" y="1354307"/>
                  </a:lnTo>
                  <a:lnTo>
                    <a:pt x="1053861" y="1354300"/>
                  </a:lnTo>
                  <a:lnTo>
                    <a:pt x="1053868" y="1354300"/>
                  </a:lnTo>
                  <a:lnTo>
                    <a:pt x="1053877" y="1354307"/>
                  </a:lnTo>
                  <a:lnTo>
                    <a:pt x="1053884" y="1354318"/>
                  </a:lnTo>
                  <a:lnTo>
                    <a:pt x="1053906" y="1354346"/>
                  </a:lnTo>
                  <a:lnTo>
                    <a:pt x="1053913" y="1354351"/>
                  </a:lnTo>
                  <a:lnTo>
                    <a:pt x="1053922" y="1354355"/>
                  </a:lnTo>
                  <a:lnTo>
                    <a:pt x="1053928" y="1354356"/>
                  </a:lnTo>
                  <a:lnTo>
                    <a:pt x="1053935" y="1354357"/>
                  </a:lnTo>
                  <a:lnTo>
                    <a:pt x="1053960" y="1354354"/>
                  </a:lnTo>
                  <a:lnTo>
                    <a:pt x="1053987" y="1354349"/>
                  </a:lnTo>
                  <a:lnTo>
                    <a:pt x="1053996" y="1354347"/>
                  </a:lnTo>
                  <a:lnTo>
                    <a:pt x="1054014" y="1354349"/>
                  </a:lnTo>
                  <a:lnTo>
                    <a:pt x="1054041" y="1354354"/>
                  </a:lnTo>
                  <a:lnTo>
                    <a:pt x="1054056" y="1354352"/>
                  </a:lnTo>
                  <a:lnTo>
                    <a:pt x="1054061" y="1354350"/>
                  </a:lnTo>
                  <a:lnTo>
                    <a:pt x="1054066" y="1354343"/>
                  </a:lnTo>
                  <a:lnTo>
                    <a:pt x="1054091" y="1354317"/>
                  </a:lnTo>
                  <a:lnTo>
                    <a:pt x="1054106" y="1354304"/>
                  </a:lnTo>
                  <a:lnTo>
                    <a:pt x="1054118" y="1354313"/>
                  </a:lnTo>
                  <a:lnTo>
                    <a:pt x="1054138" y="1354341"/>
                  </a:lnTo>
                  <a:lnTo>
                    <a:pt x="1054142" y="1354348"/>
                  </a:lnTo>
                  <a:lnTo>
                    <a:pt x="1054162" y="1354366"/>
                  </a:lnTo>
                  <a:lnTo>
                    <a:pt x="1054165" y="1354372"/>
                  </a:lnTo>
                  <a:lnTo>
                    <a:pt x="1054167" y="1354394"/>
                  </a:lnTo>
                  <a:lnTo>
                    <a:pt x="1054166" y="1354422"/>
                  </a:lnTo>
                  <a:lnTo>
                    <a:pt x="1054166" y="1354450"/>
                  </a:lnTo>
                  <a:lnTo>
                    <a:pt x="1054166" y="1354477"/>
                  </a:lnTo>
                  <a:lnTo>
                    <a:pt x="1054170" y="1354505"/>
                  </a:lnTo>
                  <a:lnTo>
                    <a:pt x="1054172" y="1354511"/>
                  </a:lnTo>
                  <a:lnTo>
                    <a:pt x="1054194" y="1354531"/>
                  </a:lnTo>
                  <a:lnTo>
                    <a:pt x="1054206" y="1354537"/>
                  </a:lnTo>
                  <a:lnTo>
                    <a:pt x="1054220" y="1354548"/>
                  </a:lnTo>
                  <a:lnTo>
                    <a:pt x="1054226" y="1354553"/>
                  </a:lnTo>
                  <a:lnTo>
                    <a:pt x="1054237" y="1354575"/>
                  </a:lnTo>
                  <a:lnTo>
                    <a:pt x="1054241" y="1354603"/>
                  </a:lnTo>
                  <a:lnTo>
                    <a:pt x="1054241" y="1354631"/>
                  </a:lnTo>
                  <a:lnTo>
                    <a:pt x="1054232" y="1354659"/>
                  </a:lnTo>
                  <a:lnTo>
                    <a:pt x="1054228" y="1354686"/>
                  </a:lnTo>
                  <a:lnTo>
                    <a:pt x="1054229" y="1354701"/>
                  </a:lnTo>
                  <a:lnTo>
                    <a:pt x="1054232" y="1354714"/>
                  </a:lnTo>
                  <a:lnTo>
                    <a:pt x="1054236" y="1354720"/>
                  </a:lnTo>
                  <a:lnTo>
                    <a:pt x="1054243" y="1354727"/>
                  </a:lnTo>
                  <a:lnTo>
                    <a:pt x="1054258" y="1354734"/>
                  </a:lnTo>
                  <a:lnTo>
                    <a:pt x="1054284" y="1354738"/>
                  </a:lnTo>
                  <a:lnTo>
                    <a:pt x="1054312" y="1354740"/>
                  </a:lnTo>
                  <a:lnTo>
                    <a:pt x="1054339" y="1354749"/>
                  </a:lnTo>
                  <a:lnTo>
                    <a:pt x="1054348" y="1354756"/>
                  </a:lnTo>
                  <a:lnTo>
                    <a:pt x="1054351" y="1354760"/>
                  </a:lnTo>
                  <a:lnTo>
                    <a:pt x="1054355" y="1354775"/>
                  </a:lnTo>
                  <a:lnTo>
                    <a:pt x="1054355" y="1354802"/>
                  </a:lnTo>
                  <a:lnTo>
                    <a:pt x="1054361" y="1354830"/>
                  </a:lnTo>
                  <a:lnTo>
                    <a:pt x="1054377" y="1354858"/>
                  </a:lnTo>
                  <a:lnTo>
                    <a:pt x="1054392" y="1354886"/>
                  </a:lnTo>
                  <a:lnTo>
                    <a:pt x="1054402" y="1354897"/>
                  </a:lnTo>
                  <a:lnTo>
                    <a:pt x="1054410" y="1354902"/>
                  </a:lnTo>
                  <a:lnTo>
                    <a:pt x="1054421" y="1354903"/>
                  </a:lnTo>
                  <a:lnTo>
                    <a:pt x="1054446" y="1354902"/>
                  </a:lnTo>
                  <a:lnTo>
                    <a:pt x="1054453" y="1354900"/>
                  </a:lnTo>
                  <a:lnTo>
                    <a:pt x="1054472" y="1354885"/>
                  </a:lnTo>
                  <a:lnTo>
                    <a:pt x="1054500" y="1354864"/>
                  </a:lnTo>
                  <a:lnTo>
                    <a:pt x="1054526" y="1354851"/>
                  </a:lnTo>
                  <a:lnTo>
                    <a:pt x="1054533" y="1354848"/>
                  </a:lnTo>
                  <a:lnTo>
                    <a:pt x="1054553" y="1354846"/>
                  </a:lnTo>
                  <a:lnTo>
                    <a:pt x="1054580" y="1354843"/>
                  </a:lnTo>
                  <a:lnTo>
                    <a:pt x="1054607" y="1354845"/>
                  </a:lnTo>
                  <a:lnTo>
                    <a:pt x="1054634" y="1354847"/>
                  </a:lnTo>
                  <a:lnTo>
                    <a:pt x="1054661" y="1354850"/>
                  </a:lnTo>
                  <a:lnTo>
                    <a:pt x="1054688" y="1354854"/>
                  </a:lnTo>
                  <a:lnTo>
                    <a:pt x="1054715" y="1354857"/>
                  </a:lnTo>
                  <a:lnTo>
                    <a:pt x="1054742" y="1354863"/>
                  </a:lnTo>
                  <a:lnTo>
                    <a:pt x="1054770" y="1354876"/>
                  </a:lnTo>
                  <a:lnTo>
                    <a:pt x="1054796" y="1354879"/>
                  </a:lnTo>
                  <a:lnTo>
                    <a:pt x="1054824" y="1354881"/>
                  </a:lnTo>
                  <a:lnTo>
                    <a:pt x="1054850" y="1354881"/>
                  </a:lnTo>
                  <a:lnTo>
                    <a:pt x="1054865" y="1354881"/>
                  </a:lnTo>
                  <a:lnTo>
                    <a:pt x="1054878" y="1354873"/>
                  </a:lnTo>
                  <a:lnTo>
                    <a:pt x="1054895" y="1354845"/>
                  </a:lnTo>
                  <a:lnTo>
                    <a:pt x="1054913" y="1354818"/>
                  </a:lnTo>
                  <a:lnTo>
                    <a:pt x="1054931" y="1354790"/>
                  </a:lnTo>
                  <a:lnTo>
                    <a:pt x="1054950" y="1354762"/>
                  </a:lnTo>
                  <a:lnTo>
                    <a:pt x="1054972" y="1354734"/>
                  </a:lnTo>
                  <a:lnTo>
                    <a:pt x="1054992" y="1354706"/>
                  </a:lnTo>
                  <a:lnTo>
                    <a:pt x="1055015" y="1354678"/>
                  </a:lnTo>
                  <a:lnTo>
                    <a:pt x="1055038" y="1354650"/>
                  </a:lnTo>
                  <a:lnTo>
                    <a:pt x="1055052" y="1354634"/>
                  </a:lnTo>
                  <a:lnTo>
                    <a:pt x="1055063" y="1354637"/>
                  </a:lnTo>
                  <a:lnTo>
                    <a:pt x="1055085" y="1354664"/>
                  </a:lnTo>
                  <a:lnTo>
                    <a:pt x="1055112" y="1354690"/>
                  </a:lnTo>
                  <a:lnTo>
                    <a:pt x="1055139" y="1354713"/>
                  </a:lnTo>
                  <a:lnTo>
                    <a:pt x="1055166" y="1354729"/>
                  </a:lnTo>
                  <a:lnTo>
                    <a:pt x="1055174" y="1354732"/>
                  </a:lnTo>
                  <a:lnTo>
                    <a:pt x="1055194" y="1354734"/>
                  </a:lnTo>
                  <a:lnTo>
                    <a:pt x="1055220" y="1354734"/>
                  </a:lnTo>
                  <a:lnTo>
                    <a:pt x="1055248" y="1354739"/>
                  </a:lnTo>
                  <a:lnTo>
                    <a:pt x="1055274" y="1354754"/>
                  </a:lnTo>
                  <a:lnTo>
                    <a:pt x="1055302" y="1354769"/>
                  </a:lnTo>
                  <a:lnTo>
                    <a:pt x="1055329" y="1354791"/>
                  </a:lnTo>
                  <a:lnTo>
                    <a:pt x="1055356" y="1354802"/>
                  </a:lnTo>
                  <a:lnTo>
                    <a:pt x="1055383" y="1354805"/>
                  </a:lnTo>
                  <a:lnTo>
                    <a:pt x="1055410" y="1354811"/>
                  </a:lnTo>
                  <a:lnTo>
                    <a:pt x="1055437" y="1354822"/>
                  </a:lnTo>
                  <a:lnTo>
                    <a:pt x="1055448" y="1354825"/>
                  </a:lnTo>
                  <a:lnTo>
                    <a:pt x="1055464" y="1354836"/>
                  </a:lnTo>
                  <a:lnTo>
                    <a:pt x="1055471" y="1354840"/>
                  </a:lnTo>
                  <a:lnTo>
                    <a:pt x="1055489" y="1354860"/>
                  </a:lnTo>
                  <a:lnTo>
                    <a:pt x="1055498" y="1354873"/>
                  </a:lnTo>
                  <a:lnTo>
                    <a:pt x="1055504" y="1354888"/>
                  </a:lnTo>
                  <a:lnTo>
                    <a:pt x="1055515" y="1354915"/>
                  </a:lnTo>
                  <a:lnTo>
                    <a:pt x="1055517" y="1354930"/>
                  </a:lnTo>
                  <a:lnTo>
                    <a:pt x="1055515" y="1354943"/>
                  </a:lnTo>
                  <a:lnTo>
                    <a:pt x="1055511" y="1354973"/>
                  </a:lnTo>
                  <a:lnTo>
                    <a:pt x="1055512" y="1354999"/>
                  </a:lnTo>
                  <a:lnTo>
                    <a:pt x="1055516" y="1355028"/>
                  </a:lnTo>
                  <a:lnTo>
                    <a:pt x="1055516" y="1355055"/>
                  </a:lnTo>
                  <a:lnTo>
                    <a:pt x="1055516" y="1355069"/>
                  </a:lnTo>
                  <a:lnTo>
                    <a:pt x="1055520" y="1355082"/>
                  </a:lnTo>
                  <a:lnTo>
                    <a:pt x="1055528" y="1355092"/>
                  </a:lnTo>
                  <a:lnTo>
                    <a:pt x="1055536" y="1355095"/>
                  </a:lnTo>
                  <a:lnTo>
                    <a:pt x="1055543" y="1355095"/>
                  </a:lnTo>
                  <a:lnTo>
                    <a:pt x="1055546" y="1355092"/>
                  </a:lnTo>
                  <a:lnTo>
                    <a:pt x="1055554" y="1355084"/>
                  </a:lnTo>
                  <a:lnTo>
                    <a:pt x="1055559" y="1355071"/>
                  </a:lnTo>
                  <a:lnTo>
                    <a:pt x="1055564" y="1355065"/>
                  </a:lnTo>
                  <a:lnTo>
                    <a:pt x="1055580" y="1355038"/>
                  </a:lnTo>
                  <a:lnTo>
                    <a:pt x="1055595" y="1355017"/>
                  </a:lnTo>
                  <a:lnTo>
                    <a:pt x="1055602" y="1355012"/>
                  </a:lnTo>
                  <a:lnTo>
                    <a:pt x="1055611" y="1355004"/>
                  </a:lnTo>
                  <a:lnTo>
                    <a:pt x="1055629" y="1354997"/>
                  </a:lnTo>
                  <a:lnTo>
                    <a:pt x="1055641" y="1354993"/>
                  </a:lnTo>
                  <a:lnTo>
                    <a:pt x="1055656" y="1354995"/>
                  </a:lnTo>
                  <a:lnTo>
                    <a:pt x="1055668" y="1355000"/>
                  </a:lnTo>
                  <a:lnTo>
                    <a:pt x="1055683" y="1355002"/>
                  </a:lnTo>
                  <a:lnTo>
                    <a:pt x="1055710" y="1355009"/>
                  </a:lnTo>
                  <a:lnTo>
                    <a:pt x="1055737" y="1355018"/>
                  </a:lnTo>
                  <a:lnTo>
                    <a:pt x="1055748" y="1355022"/>
                  </a:lnTo>
                  <a:lnTo>
                    <a:pt x="1055764" y="1355035"/>
                  </a:lnTo>
                  <a:lnTo>
                    <a:pt x="1055777" y="1355053"/>
                  </a:lnTo>
                  <a:lnTo>
                    <a:pt x="1055786" y="1355060"/>
                  </a:lnTo>
                  <a:lnTo>
                    <a:pt x="1055791" y="1355064"/>
                  </a:lnTo>
                  <a:lnTo>
                    <a:pt x="1055813" y="1355064"/>
                  </a:lnTo>
                  <a:lnTo>
                    <a:pt x="1055840" y="1355066"/>
                  </a:lnTo>
                  <a:lnTo>
                    <a:pt x="1055867" y="1355067"/>
                  </a:lnTo>
                  <a:lnTo>
                    <a:pt x="1055894" y="1355071"/>
                  </a:lnTo>
                  <a:lnTo>
                    <a:pt x="1055921" y="1355073"/>
                  </a:lnTo>
                  <a:lnTo>
                    <a:pt x="1055934" y="1355076"/>
                  </a:lnTo>
                  <a:lnTo>
                    <a:pt x="1055948" y="1355076"/>
                  </a:lnTo>
                  <a:lnTo>
                    <a:pt x="1055975" y="1355078"/>
                  </a:lnTo>
                  <a:lnTo>
                    <a:pt x="1056002" y="1355083"/>
                  </a:lnTo>
                  <a:lnTo>
                    <a:pt x="1056029" y="1355094"/>
                  </a:lnTo>
                  <a:lnTo>
                    <a:pt x="1056036" y="1355096"/>
                  </a:lnTo>
                  <a:lnTo>
                    <a:pt x="1056056" y="1355109"/>
                  </a:lnTo>
                  <a:lnTo>
                    <a:pt x="1056061" y="1355116"/>
                  </a:lnTo>
                  <a:lnTo>
                    <a:pt x="1056081" y="1355131"/>
                  </a:lnTo>
                  <a:lnTo>
                    <a:pt x="1056108" y="1355136"/>
                  </a:lnTo>
                  <a:lnTo>
                    <a:pt x="1056135" y="1355138"/>
                  </a:lnTo>
                  <a:lnTo>
                    <a:pt x="1056162" y="1355141"/>
                  </a:lnTo>
                  <a:lnTo>
                    <a:pt x="1056190" y="1355154"/>
                  </a:lnTo>
                  <a:lnTo>
                    <a:pt x="1056216" y="1355171"/>
                  </a:lnTo>
                  <a:lnTo>
                    <a:pt x="1056244" y="1355187"/>
                  </a:lnTo>
                  <a:lnTo>
                    <a:pt x="1056271" y="1355200"/>
                  </a:lnTo>
                  <a:lnTo>
                    <a:pt x="1056298" y="1355204"/>
                  </a:lnTo>
                  <a:lnTo>
                    <a:pt x="1056325" y="1355206"/>
                  </a:lnTo>
                  <a:lnTo>
                    <a:pt x="1056352" y="1355205"/>
                  </a:lnTo>
                  <a:lnTo>
                    <a:pt x="1056379" y="1355213"/>
                  </a:lnTo>
                  <a:lnTo>
                    <a:pt x="1056386" y="1355216"/>
                  </a:lnTo>
                  <a:lnTo>
                    <a:pt x="1056406" y="1355218"/>
                  </a:lnTo>
                  <a:lnTo>
                    <a:pt x="1056411" y="1355218"/>
                  </a:lnTo>
                  <a:lnTo>
                    <a:pt x="1056416" y="1355214"/>
                  </a:lnTo>
                  <a:lnTo>
                    <a:pt x="1056427" y="1355197"/>
                  </a:lnTo>
                  <a:lnTo>
                    <a:pt x="1056452" y="1355172"/>
                  </a:lnTo>
                  <a:lnTo>
                    <a:pt x="1056479" y="1355149"/>
                  </a:lnTo>
                  <a:lnTo>
                    <a:pt x="1056506" y="1355132"/>
                  </a:lnTo>
                  <a:lnTo>
                    <a:pt x="1056533" y="1355115"/>
                  </a:lnTo>
                  <a:lnTo>
                    <a:pt x="1056540" y="1355110"/>
                  </a:lnTo>
                  <a:lnTo>
                    <a:pt x="1056554" y="1355089"/>
                  </a:lnTo>
                  <a:lnTo>
                    <a:pt x="1056572" y="1355061"/>
                  </a:lnTo>
                  <a:lnTo>
                    <a:pt x="1056574" y="1355056"/>
                  </a:lnTo>
                  <a:lnTo>
                    <a:pt x="1056595" y="1355037"/>
                  </a:lnTo>
                  <a:lnTo>
                    <a:pt x="1056622" y="1355022"/>
                  </a:lnTo>
                  <a:lnTo>
                    <a:pt x="1056631" y="1355018"/>
                  </a:lnTo>
                  <a:lnTo>
                    <a:pt x="1056637" y="1355016"/>
                  </a:lnTo>
                  <a:lnTo>
                    <a:pt x="1056649" y="1355018"/>
                  </a:lnTo>
                  <a:lnTo>
                    <a:pt x="1056658" y="1355022"/>
                  </a:lnTo>
                  <a:lnTo>
                    <a:pt x="1056677" y="1355038"/>
                  </a:lnTo>
                  <a:lnTo>
                    <a:pt x="1056702" y="1355064"/>
                  </a:lnTo>
                  <a:lnTo>
                    <a:pt x="1056716" y="1355094"/>
                  </a:lnTo>
                  <a:lnTo>
                    <a:pt x="1056724" y="1355107"/>
                  </a:lnTo>
                  <a:lnTo>
                    <a:pt x="1056737" y="1355118"/>
                  </a:lnTo>
                  <a:lnTo>
                    <a:pt x="1056763" y="1355142"/>
                  </a:lnTo>
                  <a:lnTo>
                    <a:pt x="1056776" y="1355155"/>
                  </a:lnTo>
                  <a:lnTo>
                    <a:pt x="1056785" y="1355170"/>
                  </a:lnTo>
                  <a:lnTo>
                    <a:pt x="1056798" y="1355197"/>
                  </a:lnTo>
                  <a:lnTo>
                    <a:pt x="1056805" y="1355225"/>
                  </a:lnTo>
                  <a:lnTo>
                    <a:pt x="1056815" y="1355253"/>
                  </a:lnTo>
                  <a:lnTo>
                    <a:pt x="1056831" y="1355280"/>
                  </a:lnTo>
                  <a:lnTo>
                    <a:pt x="1056856" y="1355304"/>
                  </a:lnTo>
                  <a:lnTo>
                    <a:pt x="1056865" y="1355312"/>
                  </a:lnTo>
                  <a:lnTo>
                    <a:pt x="1056883" y="1355319"/>
                  </a:lnTo>
                  <a:lnTo>
                    <a:pt x="1056910" y="1355322"/>
                  </a:lnTo>
                  <a:lnTo>
                    <a:pt x="1056937" y="1355317"/>
                  </a:lnTo>
                  <a:lnTo>
                    <a:pt x="1056946" y="1355317"/>
                  </a:lnTo>
                  <a:lnTo>
                    <a:pt x="1056964" y="1355331"/>
                  </a:lnTo>
                  <a:lnTo>
                    <a:pt x="1056976" y="1355349"/>
                  </a:lnTo>
                  <a:lnTo>
                    <a:pt x="1056983" y="1355347"/>
                  </a:lnTo>
                  <a:lnTo>
                    <a:pt x="1056992" y="1355336"/>
                  </a:lnTo>
                  <a:lnTo>
                    <a:pt x="1056994" y="1355330"/>
                  </a:lnTo>
                  <a:lnTo>
                    <a:pt x="1056997" y="1355320"/>
                  </a:lnTo>
                  <a:lnTo>
                    <a:pt x="1056997" y="1355313"/>
                  </a:lnTo>
                  <a:lnTo>
                    <a:pt x="1057005" y="1355298"/>
                  </a:lnTo>
                  <a:lnTo>
                    <a:pt x="1057011" y="1355291"/>
                  </a:lnTo>
                  <a:lnTo>
                    <a:pt x="1057020" y="1355285"/>
                  </a:lnTo>
                  <a:lnTo>
                    <a:pt x="1057038" y="1355274"/>
                  </a:lnTo>
                  <a:lnTo>
                    <a:pt x="1057054" y="1355265"/>
                  </a:lnTo>
                  <a:lnTo>
                    <a:pt x="1057070" y="1355256"/>
                  </a:lnTo>
                  <a:lnTo>
                    <a:pt x="1057079" y="1355254"/>
                  </a:lnTo>
                  <a:lnTo>
                    <a:pt x="1057086" y="1355249"/>
                  </a:lnTo>
                  <a:lnTo>
                    <a:pt x="1057102" y="1355244"/>
                  </a:lnTo>
                  <a:lnTo>
                    <a:pt x="1057109" y="1355242"/>
                  </a:lnTo>
                  <a:lnTo>
                    <a:pt x="1057118" y="1355242"/>
                  </a:lnTo>
                  <a:lnTo>
                    <a:pt x="1057126" y="1355250"/>
                  </a:lnTo>
                  <a:lnTo>
                    <a:pt x="1057131" y="1355258"/>
                  </a:lnTo>
                  <a:lnTo>
                    <a:pt x="1057150" y="1355298"/>
                  </a:lnTo>
                  <a:lnTo>
                    <a:pt x="1057159" y="1355315"/>
                  </a:lnTo>
                  <a:lnTo>
                    <a:pt x="1057171" y="1355331"/>
                  </a:lnTo>
                  <a:lnTo>
                    <a:pt x="1057186" y="1355348"/>
                  </a:lnTo>
                  <a:lnTo>
                    <a:pt x="1057197" y="1355363"/>
                  </a:lnTo>
                  <a:lnTo>
                    <a:pt x="1057211" y="1355379"/>
                  </a:lnTo>
                  <a:lnTo>
                    <a:pt x="1057218" y="1355386"/>
                  </a:lnTo>
                  <a:lnTo>
                    <a:pt x="1057223" y="1355396"/>
                  </a:lnTo>
                  <a:lnTo>
                    <a:pt x="1057229" y="1355412"/>
                  </a:lnTo>
                  <a:lnTo>
                    <a:pt x="1057229" y="1355429"/>
                  </a:lnTo>
                  <a:lnTo>
                    <a:pt x="1057228" y="1355446"/>
                  </a:lnTo>
                  <a:lnTo>
                    <a:pt x="1057229" y="1355462"/>
                  </a:lnTo>
                  <a:lnTo>
                    <a:pt x="1057235" y="1355479"/>
                  </a:lnTo>
                  <a:lnTo>
                    <a:pt x="1057251" y="1355493"/>
                  </a:lnTo>
                  <a:lnTo>
                    <a:pt x="1057267" y="1355502"/>
                  </a:lnTo>
                  <a:lnTo>
                    <a:pt x="1057283" y="1355511"/>
                  </a:lnTo>
                  <a:lnTo>
                    <a:pt x="1057300" y="1355519"/>
                  </a:lnTo>
                  <a:lnTo>
                    <a:pt x="1057316" y="1355528"/>
                  </a:lnTo>
                  <a:lnTo>
                    <a:pt x="1057332" y="1355535"/>
                  </a:lnTo>
                  <a:lnTo>
                    <a:pt x="1057348" y="1355542"/>
                  </a:lnTo>
                  <a:lnTo>
                    <a:pt x="1057364" y="1355549"/>
                  </a:lnTo>
                  <a:lnTo>
                    <a:pt x="1057381" y="1355551"/>
                  </a:lnTo>
                  <a:lnTo>
                    <a:pt x="1057397" y="1355550"/>
                  </a:lnTo>
                  <a:lnTo>
                    <a:pt x="1057413" y="1355549"/>
                  </a:lnTo>
                  <a:lnTo>
                    <a:pt x="1057429" y="1355547"/>
                  </a:lnTo>
                  <a:lnTo>
                    <a:pt x="1057440" y="1355546"/>
                  </a:lnTo>
                  <a:lnTo>
                    <a:pt x="1057446" y="1355544"/>
                  </a:lnTo>
                  <a:lnTo>
                    <a:pt x="1057462" y="1355542"/>
                  </a:lnTo>
                  <a:lnTo>
                    <a:pt x="1057478" y="1355541"/>
                  </a:lnTo>
                  <a:lnTo>
                    <a:pt x="1057494" y="1355536"/>
                  </a:lnTo>
                  <a:lnTo>
                    <a:pt x="1057510" y="1355530"/>
                  </a:lnTo>
                  <a:lnTo>
                    <a:pt x="1057526" y="1355524"/>
                  </a:lnTo>
                  <a:lnTo>
                    <a:pt x="1057542" y="1355522"/>
                  </a:lnTo>
                  <a:lnTo>
                    <a:pt x="1057550" y="1355520"/>
                  </a:lnTo>
                  <a:lnTo>
                    <a:pt x="1057557" y="1355523"/>
                  </a:lnTo>
                  <a:lnTo>
                    <a:pt x="1057566" y="1355528"/>
                  </a:lnTo>
                  <a:lnTo>
                    <a:pt x="1057572" y="1355535"/>
                  </a:lnTo>
                  <a:lnTo>
                    <a:pt x="1057577" y="1355544"/>
                  </a:lnTo>
                  <a:lnTo>
                    <a:pt x="1057580" y="1355553"/>
                  </a:lnTo>
                  <a:lnTo>
                    <a:pt x="1057583" y="1355561"/>
                  </a:lnTo>
                  <a:lnTo>
                    <a:pt x="1057583" y="1355570"/>
                  </a:lnTo>
                  <a:lnTo>
                    <a:pt x="1057586" y="1355587"/>
                  </a:lnTo>
                  <a:lnTo>
                    <a:pt x="1057596" y="1355635"/>
                  </a:lnTo>
                  <a:lnTo>
                    <a:pt x="1057599" y="1355641"/>
                  </a:lnTo>
                  <a:lnTo>
                    <a:pt x="1057605" y="1355648"/>
                  </a:lnTo>
                  <a:lnTo>
                    <a:pt x="1057612" y="1355651"/>
                  </a:lnTo>
                  <a:lnTo>
                    <a:pt x="1057629" y="1355658"/>
                  </a:lnTo>
                  <a:lnTo>
                    <a:pt x="1057640" y="1355661"/>
                  </a:lnTo>
                  <a:lnTo>
                    <a:pt x="1057645" y="1355664"/>
                  </a:lnTo>
                  <a:lnTo>
                    <a:pt x="1057659" y="1355675"/>
                  </a:lnTo>
                  <a:lnTo>
                    <a:pt x="1057667" y="1355685"/>
                  </a:lnTo>
                  <a:lnTo>
                    <a:pt x="1057670" y="1355693"/>
                  </a:lnTo>
                  <a:lnTo>
                    <a:pt x="1057677" y="1355705"/>
                  </a:lnTo>
                  <a:lnTo>
                    <a:pt x="1057679" y="1355710"/>
                  </a:lnTo>
                  <a:lnTo>
                    <a:pt x="1057686" y="1355726"/>
                  </a:lnTo>
                  <a:lnTo>
                    <a:pt x="1057691" y="1355743"/>
                  </a:lnTo>
                  <a:lnTo>
                    <a:pt x="1057697" y="1355760"/>
                  </a:lnTo>
                  <a:lnTo>
                    <a:pt x="1057701" y="1355776"/>
                  </a:lnTo>
                  <a:lnTo>
                    <a:pt x="1057706" y="1355793"/>
                  </a:lnTo>
                  <a:lnTo>
                    <a:pt x="1057710" y="1355809"/>
                  </a:lnTo>
                  <a:lnTo>
                    <a:pt x="1057715" y="1355826"/>
                  </a:lnTo>
                  <a:lnTo>
                    <a:pt x="1057719" y="1355843"/>
                  </a:lnTo>
                  <a:lnTo>
                    <a:pt x="1057724" y="1355859"/>
                  </a:lnTo>
                  <a:lnTo>
                    <a:pt x="1057726" y="1355868"/>
                  </a:lnTo>
                  <a:lnTo>
                    <a:pt x="1057730" y="1355876"/>
                  </a:lnTo>
                  <a:lnTo>
                    <a:pt x="1057735" y="1355881"/>
                  </a:lnTo>
                  <a:lnTo>
                    <a:pt x="1057745" y="1355881"/>
                  </a:lnTo>
                  <a:lnTo>
                    <a:pt x="1057761" y="1355878"/>
                  </a:lnTo>
                  <a:lnTo>
                    <a:pt x="1057778" y="1355877"/>
                  </a:lnTo>
                  <a:lnTo>
                    <a:pt x="1057794" y="1355876"/>
                  </a:lnTo>
                  <a:lnTo>
                    <a:pt x="1057810" y="1355877"/>
                  </a:lnTo>
                  <a:lnTo>
                    <a:pt x="1057826" y="1355879"/>
                  </a:lnTo>
                  <a:lnTo>
                    <a:pt x="1057838" y="1355879"/>
                  </a:lnTo>
                  <a:lnTo>
                    <a:pt x="1057842" y="1355881"/>
                  </a:lnTo>
                  <a:lnTo>
                    <a:pt x="1057858" y="1355881"/>
                  </a:lnTo>
                  <a:lnTo>
                    <a:pt x="1057875" y="1355882"/>
                  </a:lnTo>
                  <a:lnTo>
                    <a:pt x="1057882" y="1355880"/>
                  </a:lnTo>
                  <a:lnTo>
                    <a:pt x="1057891" y="1355880"/>
                  </a:lnTo>
                  <a:lnTo>
                    <a:pt x="1057907" y="1355880"/>
                  </a:lnTo>
                  <a:lnTo>
                    <a:pt x="1057923" y="1355880"/>
                  </a:lnTo>
                  <a:lnTo>
                    <a:pt x="1057940" y="1355884"/>
                  </a:lnTo>
                  <a:lnTo>
                    <a:pt x="1057961" y="1355893"/>
                  </a:lnTo>
                  <a:lnTo>
                    <a:pt x="1057966" y="1355894"/>
                  </a:lnTo>
                  <a:lnTo>
                    <a:pt x="1057978" y="1355898"/>
                  </a:lnTo>
                  <a:lnTo>
                    <a:pt x="1057994" y="1355906"/>
                  </a:lnTo>
                  <a:lnTo>
                    <a:pt x="1058010" y="1355911"/>
                  </a:lnTo>
                  <a:lnTo>
                    <a:pt x="1058026" y="1355920"/>
                  </a:lnTo>
                  <a:lnTo>
                    <a:pt x="1058042" y="1355933"/>
                  </a:lnTo>
                  <a:lnTo>
                    <a:pt x="1058054" y="1355950"/>
                  </a:lnTo>
                  <a:lnTo>
                    <a:pt x="1058067" y="1355965"/>
                  </a:lnTo>
                  <a:lnTo>
                    <a:pt x="1058077" y="1355982"/>
                  </a:lnTo>
                  <a:lnTo>
                    <a:pt x="1058085" y="1355999"/>
                  </a:lnTo>
                  <a:lnTo>
                    <a:pt x="1058093" y="1356015"/>
                  </a:lnTo>
                  <a:lnTo>
                    <a:pt x="1058100" y="1356032"/>
                  </a:lnTo>
                  <a:lnTo>
                    <a:pt x="1058102" y="1356041"/>
                  </a:lnTo>
                  <a:lnTo>
                    <a:pt x="1058107" y="1356051"/>
                  </a:lnTo>
                  <a:lnTo>
                    <a:pt x="1058110" y="1356058"/>
                  </a:lnTo>
                  <a:lnTo>
                    <a:pt x="1058111" y="1356065"/>
                  </a:lnTo>
                  <a:lnTo>
                    <a:pt x="1058117" y="1356082"/>
                  </a:lnTo>
                  <a:lnTo>
                    <a:pt x="1058122" y="1356099"/>
                  </a:lnTo>
                  <a:lnTo>
                    <a:pt x="1058125" y="1356115"/>
                  </a:lnTo>
                  <a:lnTo>
                    <a:pt x="1058128" y="1356132"/>
                  </a:lnTo>
                  <a:lnTo>
                    <a:pt x="1058131" y="1356148"/>
                  </a:lnTo>
                  <a:lnTo>
                    <a:pt x="1058133" y="1356165"/>
                  </a:lnTo>
                  <a:lnTo>
                    <a:pt x="1058135" y="1356173"/>
                  </a:lnTo>
                  <a:lnTo>
                    <a:pt x="1058135" y="1356182"/>
                  </a:lnTo>
                  <a:lnTo>
                    <a:pt x="1058136" y="1356198"/>
                  </a:lnTo>
                  <a:lnTo>
                    <a:pt x="1058136" y="1356215"/>
                  </a:lnTo>
                  <a:lnTo>
                    <a:pt x="1058132" y="1356232"/>
                  </a:lnTo>
                  <a:lnTo>
                    <a:pt x="1058133" y="1356247"/>
                  </a:lnTo>
                  <a:lnTo>
                    <a:pt x="1058148" y="1356261"/>
                  </a:lnTo>
                  <a:lnTo>
                    <a:pt x="1058161" y="1356266"/>
                  </a:lnTo>
                  <a:lnTo>
                    <a:pt x="1058166" y="1356270"/>
                  </a:lnTo>
                  <a:lnTo>
                    <a:pt x="1058182" y="1356286"/>
                  </a:lnTo>
                  <a:lnTo>
                    <a:pt x="1058194" y="1356303"/>
                  </a:lnTo>
                  <a:lnTo>
                    <a:pt x="1058208" y="1356319"/>
                  </a:lnTo>
                  <a:lnTo>
                    <a:pt x="1058220" y="1356333"/>
                  </a:lnTo>
                  <a:lnTo>
                    <a:pt x="1058232" y="1356350"/>
                  </a:lnTo>
                  <a:lnTo>
                    <a:pt x="1058237" y="1356364"/>
                  </a:lnTo>
                  <a:lnTo>
                    <a:pt x="1058238" y="1356383"/>
                  </a:lnTo>
                  <a:lnTo>
                    <a:pt x="1058239" y="1356400"/>
                  </a:lnTo>
                  <a:lnTo>
                    <a:pt x="1058243" y="1356417"/>
                  </a:lnTo>
                  <a:lnTo>
                    <a:pt x="1058250" y="1356434"/>
                  </a:lnTo>
                  <a:lnTo>
                    <a:pt x="1058258" y="1356450"/>
                  </a:lnTo>
                  <a:lnTo>
                    <a:pt x="1058265" y="1356467"/>
                  </a:lnTo>
                  <a:lnTo>
                    <a:pt x="1058272" y="1356483"/>
                  </a:lnTo>
                  <a:lnTo>
                    <a:pt x="1058283" y="1356500"/>
                  </a:lnTo>
                  <a:lnTo>
                    <a:pt x="1058288" y="1356503"/>
                  </a:lnTo>
                  <a:lnTo>
                    <a:pt x="1058292" y="1356508"/>
                  </a:lnTo>
                  <a:lnTo>
                    <a:pt x="1058298" y="1356511"/>
                  </a:lnTo>
                  <a:lnTo>
                    <a:pt x="1058314" y="1356518"/>
                  </a:lnTo>
                  <a:lnTo>
                    <a:pt x="1058330" y="1356516"/>
                  </a:lnTo>
                  <a:lnTo>
                    <a:pt x="1058346" y="1356513"/>
                  </a:lnTo>
                  <a:lnTo>
                    <a:pt x="1058363" y="1356508"/>
                  </a:lnTo>
                  <a:lnTo>
                    <a:pt x="1058379" y="1356506"/>
                  </a:lnTo>
                  <a:lnTo>
                    <a:pt x="1058395" y="1356503"/>
                  </a:lnTo>
                  <a:lnTo>
                    <a:pt x="1058411" y="1356498"/>
                  </a:lnTo>
                  <a:lnTo>
                    <a:pt x="1058420" y="1356491"/>
                  </a:lnTo>
                  <a:lnTo>
                    <a:pt x="1058427" y="1356488"/>
                  </a:lnTo>
                  <a:lnTo>
                    <a:pt x="1058435" y="1356485"/>
                  </a:lnTo>
                  <a:lnTo>
                    <a:pt x="1058444" y="1356486"/>
                  </a:lnTo>
                  <a:lnTo>
                    <a:pt x="1058451" y="1356492"/>
                  </a:lnTo>
                  <a:lnTo>
                    <a:pt x="1058455" y="1356500"/>
                  </a:lnTo>
                  <a:lnTo>
                    <a:pt x="1058459" y="1356508"/>
                  </a:lnTo>
                  <a:lnTo>
                    <a:pt x="1058464" y="1356513"/>
                  </a:lnTo>
                  <a:lnTo>
                    <a:pt x="1058468" y="1356517"/>
                  </a:lnTo>
                  <a:lnTo>
                    <a:pt x="1058485" y="1356527"/>
                  </a:lnTo>
                  <a:lnTo>
                    <a:pt x="1058490" y="1356530"/>
                  </a:lnTo>
                  <a:lnTo>
                    <a:pt x="1058501" y="1356532"/>
                  </a:lnTo>
                  <a:lnTo>
                    <a:pt x="1058517" y="1356535"/>
                  </a:lnTo>
                  <a:lnTo>
                    <a:pt x="1058534" y="1356536"/>
                  </a:lnTo>
                  <a:lnTo>
                    <a:pt x="1058550" y="1356542"/>
                  </a:lnTo>
                  <a:lnTo>
                    <a:pt x="1058558" y="1356544"/>
                  </a:lnTo>
                  <a:lnTo>
                    <a:pt x="1058566" y="1356548"/>
                  </a:lnTo>
                  <a:lnTo>
                    <a:pt x="1058582" y="1356557"/>
                  </a:lnTo>
                  <a:lnTo>
                    <a:pt x="1058591" y="1356564"/>
                  </a:lnTo>
                  <a:lnTo>
                    <a:pt x="1058596" y="1356572"/>
                  </a:lnTo>
                  <a:lnTo>
                    <a:pt x="1058612" y="1356585"/>
                  </a:lnTo>
                  <a:lnTo>
                    <a:pt x="1058619" y="1356591"/>
                  </a:lnTo>
                  <a:lnTo>
                    <a:pt x="1058628" y="1356596"/>
                  </a:lnTo>
                  <a:lnTo>
                    <a:pt x="1058643" y="1356610"/>
                  </a:lnTo>
                  <a:lnTo>
                    <a:pt x="1058659" y="1356625"/>
                  </a:lnTo>
                  <a:lnTo>
                    <a:pt x="1058676" y="1356640"/>
                  </a:lnTo>
                  <a:lnTo>
                    <a:pt x="1058690" y="1356656"/>
                  </a:lnTo>
                  <a:lnTo>
                    <a:pt x="1058704" y="1356672"/>
                  </a:lnTo>
                  <a:lnTo>
                    <a:pt x="1058717" y="1356687"/>
                  </a:lnTo>
                  <a:lnTo>
                    <a:pt x="1058733" y="1356701"/>
                  </a:lnTo>
                  <a:lnTo>
                    <a:pt x="1058749" y="1356713"/>
                  </a:lnTo>
                  <a:lnTo>
                    <a:pt x="1058765" y="1356727"/>
                  </a:lnTo>
                  <a:lnTo>
                    <a:pt x="1058773" y="1356734"/>
                  </a:lnTo>
                  <a:lnTo>
                    <a:pt x="1058779" y="1356743"/>
                  </a:lnTo>
                  <a:lnTo>
                    <a:pt x="1058791" y="1356760"/>
                  </a:lnTo>
                  <a:lnTo>
                    <a:pt x="1058801" y="1356766"/>
                  </a:lnTo>
                  <a:lnTo>
                    <a:pt x="1058807" y="1356767"/>
                  </a:lnTo>
                  <a:lnTo>
                    <a:pt x="1058823" y="1356769"/>
                  </a:lnTo>
                  <a:lnTo>
                    <a:pt x="1058839" y="1356771"/>
                  </a:lnTo>
                  <a:lnTo>
                    <a:pt x="1058855" y="1356772"/>
                  </a:lnTo>
                  <a:lnTo>
                    <a:pt x="1058871" y="1356775"/>
                  </a:lnTo>
                  <a:lnTo>
                    <a:pt x="1058888" y="1356779"/>
                  </a:lnTo>
                  <a:lnTo>
                    <a:pt x="1058902" y="1356785"/>
                  </a:lnTo>
                  <a:lnTo>
                    <a:pt x="1058907" y="1356790"/>
                  </a:lnTo>
                  <a:lnTo>
                    <a:pt x="1058909" y="1356802"/>
                  </a:lnTo>
                  <a:lnTo>
                    <a:pt x="1058907" y="1356819"/>
                  </a:lnTo>
                  <a:lnTo>
                    <a:pt x="1058906" y="1356826"/>
                  </a:lnTo>
                  <a:lnTo>
                    <a:pt x="1058907" y="1356836"/>
                  </a:lnTo>
                  <a:lnTo>
                    <a:pt x="1058908" y="1356852"/>
                  </a:lnTo>
                  <a:lnTo>
                    <a:pt x="1058910" y="1356869"/>
                  </a:lnTo>
                  <a:lnTo>
                    <a:pt x="1058913" y="1356885"/>
                  </a:lnTo>
                  <a:lnTo>
                    <a:pt x="1058916" y="1356902"/>
                  </a:lnTo>
                  <a:lnTo>
                    <a:pt x="1058920" y="1356919"/>
                  </a:lnTo>
                  <a:lnTo>
                    <a:pt x="1058922" y="1356928"/>
                  </a:lnTo>
                  <a:lnTo>
                    <a:pt x="1058926" y="1356935"/>
                  </a:lnTo>
                  <a:lnTo>
                    <a:pt x="1058942" y="1356951"/>
                  </a:lnTo>
                  <a:lnTo>
                    <a:pt x="1058959" y="1356966"/>
                  </a:lnTo>
                  <a:lnTo>
                    <a:pt x="1058963" y="1356971"/>
                  </a:lnTo>
                  <a:lnTo>
                    <a:pt x="1058966" y="1356978"/>
                  </a:lnTo>
                  <a:lnTo>
                    <a:pt x="1058968" y="1356983"/>
                  </a:lnTo>
                  <a:lnTo>
                    <a:pt x="1058968" y="1357000"/>
                  </a:lnTo>
                  <a:lnTo>
                    <a:pt x="1058964" y="1357016"/>
                  </a:lnTo>
                  <a:lnTo>
                    <a:pt x="1058956" y="1357033"/>
                  </a:lnTo>
                  <a:lnTo>
                    <a:pt x="1058947" y="1357050"/>
                  </a:lnTo>
                  <a:lnTo>
                    <a:pt x="1058947" y="1357065"/>
                  </a:lnTo>
                  <a:lnTo>
                    <a:pt x="1058964" y="1357082"/>
                  </a:lnTo>
                  <a:lnTo>
                    <a:pt x="1058969" y="1357090"/>
                  </a:lnTo>
                  <a:lnTo>
                    <a:pt x="1058970" y="1357099"/>
                  </a:lnTo>
                  <a:lnTo>
                    <a:pt x="1058968" y="1357115"/>
                  </a:lnTo>
                  <a:lnTo>
                    <a:pt x="1058965" y="1357130"/>
                  </a:lnTo>
                  <a:lnTo>
                    <a:pt x="1058959" y="1357149"/>
                  </a:lnTo>
                  <a:lnTo>
                    <a:pt x="1058953" y="1357159"/>
                  </a:lnTo>
                  <a:lnTo>
                    <a:pt x="1058949" y="1357164"/>
                  </a:lnTo>
                  <a:lnTo>
                    <a:pt x="1058939" y="1357180"/>
                  </a:lnTo>
                  <a:lnTo>
                    <a:pt x="1058927" y="1357196"/>
                  </a:lnTo>
                  <a:lnTo>
                    <a:pt x="1058912" y="1357215"/>
                  </a:lnTo>
                  <a:lnTo>
                    <a:pt x="1058901" y="1357231"/>
                  </a:lnTo>
                  <a:lnTo>
                    <a:pt x="1058899" y="1357246"/>
                  </a:lnTo>
                  <a:lnTo>
                    <a:pt x="1058910" y="1357264"/>
                  </a:lnTo>
                  <a:lnTo>
                    <a:pt x="1058918" y="1357281"/>
                  </a:lnTo>
                  <a:lnTo>
                    <a:pt x="1058927" y="1357299"/>
                  </a:lnTo>
                  <a:lnTo>
                    <a:pt x="1058932" y="1357314"/>
                  </a:lnTo>
                  <a:lnTo>
                    <a:pt x="1058936" y="1357324"/>
                  </a:lnTo>
                  <a:lnTo>
                    <a:pt x="1058936" y="1357331"/>
                  </a:lnTo>
                  <a:lnTo>
                    <a:pt x="1058942" y="1357348"/>
                  </a:lnTo>
                  <a:lnTo>
                    <a:pt x="1058945" y="1357364"/>
                  </a:lnTo>
                  <a:lnTo>
                    <a:pt x="1058948" y="1357381"/>
                  </a:lnTo>
                  <a:lnTo>
                    <a:pt x="1058950" y="1357398"/>
                  </a:lnTo>
                  <a:lnTo>
                    <a:pt x="1058952" y="1357402"/>
                  </a:lnTo>
                  <a:lnTo>
                    <a:pt x="1058953" y="1357414"/>
                  </a:lnTo>
                  <a:lnTo>
                    <a:pt x="1058954" y="1357429"/>
                  </a:lnTo>
                  <a:lnTo>
                    <a:pt x="1058951" y="1357442"/>
                  </a:lnTo>
                  <a:lnTo>
                    <a:pt x="1058948" y="1357446"/>
                  </a:lnTo>
                  <a:lnTo>
                    <a:pt x="1058941" y="1357464"/>
                  </a:lnTo>
                  <a:lnTo>
                    <a:pt x="1058941" y="1357473"/>
                  </a:lnTo>
                  <a:lnTo>
                    <a:pt x="1058945" y="1357481"/>
                  </a:lnTo>
                  <a:lnTo>
                    <a:pt x="1058959" y="1357495"/>
                  </a:lnTo>
                  <a:lnTo>
                    <a:pt x="1058975" y="1357511"/>
                  </a:lnTo>
                  <a:lnTo>
                    <a:pt x="1058991" y="1357523"/>
                  </a:lnTo>
                  <a:lnTo>
                    <a:pt x="1059005" y="1357539"/>
                  </a:lnTo>
                  <a:lnTo>
                    <a:pt x="1059016" y="1357555"/>
                  </a:lnTo>
                  <a:lnTo>
                    <a:pt x="1059022" y="1357566"/>
                  </a:lnTo>
                  <a:lnTo>
                    <a:pt x="1059028" y="1357572"/>
                  </a:lnTo>
                  <a:lnTo>
                    <a:pt x="1059042" y="1357586"/>
                  </a:lnTo>
                  <a:lnTo>
                    <a:pt x="1059050" y="1357598"/>
                  </a:lnTo>
                  <a:lnTo>
                    <a:pt x="1059084" y="1357636"/>
                  </a:lnTo>
                  <a:lnTo>
                    <a:pt x="1059100" y="1357648"/>
                  </a:lnTo>
                  <a:lnTo>
                    <a:pt x="1059109" y="1357654"/>
                  </a:lnTo>
                  <a:lnTo>
                    <a:pt x="1059116" y="1357654"/>
                  </a:lnTo>
                  <a:lnTo>
                    <a:pt x="1059125" y="1357652"/>
                  </a:lnTo>
                  <a:lnTo>
                    <a:pt x="1059130" y="1357653"/>
                  </a:lnTo>
                  <a:lnTo>
                    <a:pt x="1059133" y="1357659"/>
                  </a:lnTo>
                  <a:lnTo>
                    <a:pt x="1059138" y="1357676"/>
                  </a:lnTo>
                  <a:lnTo>
                    <a:pt x="1059142" y="1357692"/>
                  </a:lnTo>
                  <a:lnTo>
                    <a:pt x="1059145" y="1357709"/>
                  </a:lnTo>
                  <a:lnTo>
                    <a:pt x="1059148" y="1357726"/>
                  </a:lnTo>
                  <a:lnTo>
                    <a:pt x="1059150" y="1357742"/>
                  </a:lnTo>
                  <a:lnTo>
                    <a:pt x="1059148" y="1357750"/>
                  </a:lnTo>
                  <a:lnTo>
                    <a:pt x="1059150" y="1357759"/>
                  </a:lnTo>
                  <a:lnTo>
                    <a:pt x="1059152" y="1357776"/>
                  </a:lnTo>
                  <a:lnTo>
                    <a:pt x="1059154" y="1357792"/>
                  </a:lnTo>
                  <a:lnTo>
                    <a:pt x="1059157" y="1357802"/>
                  </a:lnTo>
                  <a:lnTo>
                    <a:pt x="1059157" y="1357809"/>
                  </a:lnTo>
                  <a:lnTo>
                    <a:pt x="1059161" y="1357825"/>
                  </a:lnTo>
                  <a:lnTo>
                    <a:pt x="1059165" y="1357842"/>
                  </a:lnTo>
                  <a:lnTo>
                    <a:pt x="1059168" y="1357852"/>
                  </a:lnTo>
                  <a:lnTo>
                    <a:pt x="1059169" y="1357859"/>
                  </a:lnTo>
                  <a:lnTo>
                    <a:pt x="1059174" y="1357876"/>
                  </a:lnTo>
                  <a:lnTo>
                    <a:pt x="1059181" y="1357892"/>
                  </a:lnTo>
                  <a:lnTo>
                    <a:pt x="1059187" y="1357909"/>
                  </a:lnTo>
                  <a:lnTo>
                    <a:pt x="1059193" y="1357921"/>
                  </a:lnTo>
                  <a:lnTo>
                    <a:pt x="1059198" y="1357923"/>
                  </a:lnTo>
                  <a:lnTo>
                    <a:pt x="1059203" y="1357927"/>
                  </a:lnTo>
                  <a:lnTo>
                    <a:pt x="1059212" y="1357934"/>
                  </a:lnTo>
                  <a:lnTo>
                    <a:pt x="1059228" y="1357948"/>
                  </a:lnTo>
                  <a:lnTo>
                    <a:pt x="1059244" y="1357958"/>
                  </a:lnTo>
                  <a:lnTo>
                    <a:pt x="1059255" y="1357962"/>
                  </a:lnTo>
                  <a:lnTo>
                    <a:pt x="1059261" y="1357966"/>
                  </a:lnTo>
                  <a:lnTo>
                    <a:pt x="1059272" y="1357974"/>
                  </a:lnTo>
                  <a:lnTo>
                    <a:pt x="1059275" y="1357978"/>
                  </a:lnTo>
                  <a:lnTo>
                    <a:pt x="1059290" y="1357994"/>
                  </a:lnTo>
                  <a:lnTo>
                    <a:pt x="1059298" y="1358003"/>
                  </a:lnTo>
                  <a:lnTo>
                    <a:pt x="1059305" y="1358006"/>
                  </a:lnTo>
                  <a:lnTo>
                    <a:pt x="1059321" y="1358013"/>
                  </a:lnTo>
                  <a:lnTo>
                    <a:pt x="1059338" y="1358018"/>
                  </a:lnTo>
                  <a:lnTo>
                    <a:pt x="1059350" y="1358026"/>
                  </a:lnTo>
                  <a:lnTo>
                    <a:pt x="1059353" y="1358030"/>
                  </a:lnTo>
                  <a:lnTo>
                    <a:pt x="1059366" y="1358047"/>
                  </a:lnTo>
                  <a:lnTo>
                    <a:pt x="1059370" y="1358056"/>
                  </a:lnTo>
                  <a:lnTo>
                    <a:pt x="1059377" y="1358063"/>
                  </a:lnTo>
                  <a:lnTo>
                    <a:pt x="1059382" y="1358068"/>
                  </a:lnTo>
                  <a:lnTo>
                    <a:pt x="1059391" y="1358070"/>
                  </a:lnTo>
                  <a:lnTo>
                    <a:pt x="1059409" y="1358072"/>
                  </a:lnTo>
                  <a:lnTo>
                    <a:pt x="1059425" y="1358074"/>
                  </a:lnTo>
                  <a:lnTo>
                    <a:pt x="1059442" y="1358074"/>
                  </a:lnTo>
                  <a:lnTo>
                    <a:pt x="1059458" y="1358075"/>
                  </a:lnTo>
                  <a:lnTo>
                    <a:pt x="1059474" y="1358076"/>
                  </a:lnTo>
                  <a:lnTo>
                    <a:pt x="1059490" y="1358076"/>
                  </a:lnTo>
                  <a:lnTo>
                    <a:pt x="1059502" y="1358075"/>
                  </a:lnTo>
                  <a:lnTo>
                    <a:pt x="1059506" y="1358076"/>
                  </a:lnTo>
                  <a:lnTo>
                    <a:pt x="1059522" y="1358077"/>
                  </a:lnTo>
                  <a:lnTo>
                    <a:pt x="1059539" y="1358082"/>
                  </a:lnTo>
                  <a:lnTo>
                    <a:pt x="1059555" y="1358085"/>
                  </a:lnTo>
                  <a:lnTo>
                    <a:pt x="1059571" y="1358088"/>
                  </a:lnTo>
                  <a:lnTo>
                    <a:pt x="1059587" y="1358091"/>
                  </a:lnTo>
                  <a:lnTo>
                    <a:pt x="1059604" y="1358092"/>
                  </a:lnTo>
                  <a:lnTo>
                    <a:pt x="1059620" y="1358096"/>
                  </a:lnTo>
                  <a:lnTo>
                    <a:pt x="1059636" y="1358103"/>
                  </a:lnTo>
                  <a:lnTo>
                    <a:pt x="1059652" y="1358111"/>
                  </a:lnTo>
                  <a:lnTo>
                    <a:pt x="1059669" y="1358120"/>
                  </a:lnTo>
                  <a:lnTo>
                    <a:pt x="1059685" y="1358129"/>
                  </a:lnTo>
                  <a:lnTo>
                    <a:pt x="1059694" y="1358136"/>
                  </a:lnTo>
                  <a:lnTo>
                    <a:pt x="1059701" y="1358138"/>
                  </a:lnTo>
                  <a:lnTo>
                    <a:pt x="1059712" y="1358136"/>
                  </a:lnTo>
                  <a:lnTo>
                    <a:pt x="1059719" y="1358132"/>
                  </a:lnTo>
                  <a:lnTo>
                    <a:pt x="1059726" y="1358126"/>
                  </a:lnTo>
                  <a:lnTo>
                    <a:pt x="1059731" y="1358118"/>
                  </a:lnTo>
                  <a:lnTo>
                    <a:pt x="1059765" y="1358052"/>
                  </a:lnTo>
                  <a:lnTo>
                    <a:pt x="1059767" y="1358046"/>
                  </a:lnTo>
                  <a:lnTo>
                    <a:pt x="1059774" y="1358029"/>
                  </a:lnTo>
                  <a:lnTo>
                    <a:pt x="1059782" y="1358012"/>
                  </a:lnTo>
                  <a:lnTo>
                    <a:pt x="1059793" y="1357996"/>
                  </a:lnTo>
                  <a:lnTo>
                    <a:pt x="1059801" y="1357979"/>
                  </a:lnTo>
                  <a:lnTo>
                    <a:pt x="1059805" y="1357971"/>
                  </a:lnTo>
                  <a:lnTo>
                    <a:pt x="1059810" y="1357964"/>
                  </a:lnTo>
                  <a:lnTo>
                    <a:pt x="1059821" y="1357947"/>
                  </a:lnTo>
                  <a:lnTo>
                    <a:pt x="1059833" y="1357930"/>
                  </a:lnTo>
                  <a:lnTo>
                    <a:pt x="1059845" y="1357913"/>
                  </a:lnTo>
                  <a:lnTo>
                    <a:pt x="1059855" y="1357897"/>
                  </a:lnTo>
                  <a:lnTo>
                    <a:pt x="1059859" y="1357880"/>
                  </a:lnTo>
                  <a:lnTo>
                    <a:pt x="1059858" y="1357863"/>
                  </a:lnTo>
                  <a:lnTo>
                    <a:pt x="1059861" y="1357844"/>
                  </a:lnTo>
                  <a:lnTo>
                    <a:pt x="1059867" y="1357835"/>
                  </a:lnTo>
                  <a:lnTo>
                    <a:pt x="1059872" y="1357829"/>
                  </a:lnTo>
                  <a:lnTo>
                    <a:pt x="1059884" y="1357815"/>
                  </a:lnTo>
                  <a:lnTo>
                    <a:pt x="1059889" y="1357806"/>
                  </a:lnTo>
                  <a:lnTo>
                    <a:pt x="1059896" y="1357800"/>
                  </a:lnTo>
                  <a:lnTo>
                    <a:pt x="1059908" y="1357783"/>
                  </a:lnTo>
                  <a:lnTo>
                    <a:pt x="1059919" y="1357768"/>
                  </a:lnTo>
                  <a:lnTo>
                    <a:pt x="1059949" y="1357717"/>
                  </a:lnTo>
                  <a:lnTo>
                    <a:pt x="1059962" y="1357701"/>
                  </a:lnTo>
                  <a:lnTo>
                    <a:pt x="1059975" y="1357686"/>
                  </a:lnTo>
                  <a:lnTo>
                    <a:pt x="1059986" y="1357669"/>
                  </a:lnTo>
                  <a:lnTo>
                    <a:pt x="1059993" y="1357660"/>
                  </a:lnTo>
                  <a:lnTo>
                    <a:pt x="1059996" y="1357652"/>
                  </a:lnTo>
                  <a:lnTo>
                    <a:pt x="1059997" y="1357636"/>
                  </a:lnTo>
                  <a:lnTo>
                    <a:pt x="1059990" y="1357619"/>
                  </a:lnTo>
                  <a:lnTo>
                    <a:pt x="1059983" y="1357602"/>
                  </a:lnTo>
                  <a:lnTo>
                    <a:pt x="1059982" y="1357586"/>
                  </a:lnTo>
                  <a:lnTo>
                    <a:pt x="1059989" y="1357569"/>
                  </a:lnTo>
                  <a:lnTo>
                    <a:pt x="1059991" y="1357562"/>
                  </a:lnTo>
                  <a:lnTo>
                    <a:pt x="1060000" y="1357552"/>
                  </a:lnTo>
                  <a:lnTo>
                    <a:pt x="1060012" y="1357536"/>
                  </a:lnTo>
                  <a:lnTo>
                    <a:pt x="1060021" y="1357517"/>
                  </a:lnTo>
                  <a:lnTo>
                    <a:pt x="1060026" y="1357504"/>
                  </a:lnTo>
                  <a:lnTo>
                    <a:pt x="1060028" y="1357486"/>
                  </a:lnTo>
                  <a:lnTo>
                    <a:pt x="1060037" y="1357479"/>
                  </a:lnTo>
                  <a:lnTo>
                    <a:pt x="1060045" y="1357475"/>
                  </a:lnTo>
                  <a:lnTo>
                    <a:pt x="1060061" y="1357474"/>
                  </a:lnTo>
                  <a:lnTo>
                    <a:pt x="1060077" y="1357474"/>
                  </a:lnTo>
                  <a:lnTo>
                    <a:pt x="1060094" y="1357473"/>
                  </a:lnTo>
                  <a:lnTo>
                    <a:pt x="1060112" y="1357472"/>
                  </a:lnTo>
                  <a:lnTo>
                    <a:pt x="1060117" y="1357472"/>
                  </a:lnTo>
                  <a:lnTo>
                    <a:pt x="1060126" y="1357468"/>
                  </a:lnTo>
                  <a:lnTo>
                    <a:pt x="1060142" y="1357460"/>
                  </a:lnTo>
                  <a:lnTo>
                    <a:pt x="1060158" y="1357450"/>
                  </a:lnTo>
                  <a:lnTo>
                    <a:pt x="1060170" y="1357445"/>
                  </a:lnTo>
                  <a:lnTo>
                    <a:pt x="1060174" y="1357442"/>
                  </a:lnTo>
                  <a:lnTo>
                    <a:pt x="1060181" y="1357440"/>
                  </a:lnTo>
                  <a:lnTo>
                    <a:pt x="1060191" y="1357434"/>
                  </a:lnTo>
                  <a:lnTo>
                    <a:pt x="1060207" y="1357421"/>
                  </a:lnTo>
                  <a:lnTo>
                    <a:pt x="1060223" y="1357405"/>
                  </a:lnTo>
                  <a:lnTo>
                    <a:pt x="1060237" y="1357390"/>
                  </a:lnTo>
                  <a:lnTo>
                    <a:pt x="1060249" y="1357373"/>
                  </a:lnTo>
                  <a:lnTo>
                    <a:pt x="1060257" y="1357363"/>
                  </a:lnTo>
                  <a:lnTo>
                    <a:pt x="1060264" y="1357358"/>
                  </a:lnTo>
                  <a:lnTo>
                    <a:pt x="1060280" y="1357351"/>
                  </a:lnTo>
                  <a:lnTo>
                    <a:pt x="1060288" y="1357349"/>
                  </a:lnTo>
                  <a:lnTo>
                    <a:pt x="1060296" y="1357346"/>
                  </a:lnTo>
                  <a:lnTo>
                    <a:pt x="1060311" y="1357338"/>
                  </a:lnTo>
                  <a:lnTo>
                    <a:pt x="1060325" y="1357322"/>
                  </a:lnTo>
                  <a:lnTo>
                    <a:pt x="1060332" y="1357310"/>
                  </a:lnTo>
                  <a:lnTo>
                    <a:pt x="1060338" y="1357306"/>
                  </a:lnTo>
                  <a:lnTo>
                    <a:pt x="1060354" y="1357297"/>
                  </a:lnTo>
                  <a:lnTo>
                    <a:pt x="1060370" y="1357288"/>
                  </a:lnTo>
                  <a:lnTo>
                    <a:pt x="1060386" y="1357280"/>
                  </a:lnTo>
                  <a:lnTo>
                    <a:pt x="1060402" y="1357273"/>
                  </a:lnTo>
                  <a:lnTo>
                    <a:pt x="1060419" y="1357266"/>
                  </a:lnTo>
                  <a:lnTo>
                    <a:pt x="1060426" y="1357261"/>
                  </a:lnTo>
                  <a:lnTo>
                    <a:pt x="1060435" y="1357260"/>
                  </a:lnTo>
                  <a:lnTo>
                    <a:pt x="1060451" y="1357260"/>
                  </a:lnTo>
                  <a:lnTo>
                    <a:pt x="1060463" y="1357257"/>
                  </a:lnTo>
                  <a:lnTo>
                    <a:pt x="1060467" y="1357253"/>
                  </a:lnTo>
                  <a:lnTo>
                    <a:pt x="1060469" y="1357236"/>
                  </a:lnTo>
                  <a:lnTo>
                    <a:pt x="1060473" y="1357219"/>
                  </a:lnTo>
                  <a:lnTo>
                    <a:pt x="1060482" y="1357203"/>
                  </a:lnTo>
                  <a:lnTo>
                    <a:pt x="1060491" y="1357186"/>
                  </a:lnTo>
                  <a:lnTo>
                    <a:pt x="1060498" y="1357169"/>
                  </a:lnTo>
                  <a:lnTo>
                    <a:pt x="1060508" y="1357153"/>
                  </a:lnTo>
                  <a:lnTo>
                    <a:pt x="1060519" y="1357136"/>
                  </a:lnTo>
                  <a:lnTo>
                    <a:pt x="1060529" y="1357119"/>
                  </a:lnTo>
                  <a:lnTo>
                    <a:pt x="1060542" y="1357103"/>
                  </a:lnTo>
                  <a:lnTo>
                    <a:pt x="1060558" y="1357098"/>
                  </a:lnTo>
                  <a:lnTo>
                    <a:pt x="1060574" y="1357092"/>
                  </a:lnTo>
                  <a:lnTo>
                    <a:pt x="1060591" y="1357084"/>
                  </a:lnTo>
                  <a:lnTo>
                    <a:pt x="1060607" y="1357074"/>
                  </a:lnTo>
                  <a:lnTo>
                    <a:pt x="1060615" y="1357066"/>
                  </a:lnTo>
                  <a:lnTo>
                    <a:pt x="1060636" y="1357041"/>
                  </a:lnTo>
                  <a:lnTo>
                    <a:pt x="1060642" y="1357037"/>
                  </a:lnTo>
                  <a:lnTo>
                    <a:pt x="1060654" y="1357026"/>
                  </a:lnTo>
                  <a:lnTo>
                    <a:pt x="1060670" y="1357014"/>
                  </a:lnTo>
                  <a:lnTo>
                    <a:pt x="1060686" y="1357001"/>
                  </a:lnTo>
                  <a:lnTo>
                    <a:pt x="1060702" y="1356985"/>
                  </a:lnTo>
                  <a:lnTo>
                    <a:pt x="1060717" y="1356970"/>
                  </a:lnTo>
                  <a:lnTo>
                    <a:pt x="1060732" y="1356955"/>
                  </a:lnTo>
                  <a:lnTo>
                    <a:pt x="1060737" y="1356952"/>
                  </a:lnTo>
                  <a:lnTo>
                    <a:pt x="1060746" y="1356943"/>
                  </a:lnTo>
                  <a:lnTo>
                    <a:pt x="1060760" y="1356927"/>
                  </a:lnTo>
                  <a:lnTo>
                    <a:pt x="1060772" y="1356910"/>
                  </a:lnTo>
                  <a:lnTo>
                    <a:pt x="1060783" y="1356895"/>
                  </a:lnTo>
                  <a:lnTo>
                    <a:pt x="1060793" y="1356877"/>
                  </a:lnTo>
                  <a:lnTo>
                    <a:pt x="1060807" y="1356860"/>
                  </a:lnTo>
                  <a:lnTo>
                    <a:pt x="1060821" y="1356844"/>
                  </a:lnTo>
                  <a:lnTo>
                    <a:pt x="1060838" y="1356832"/>
                  </a:lnTo>
                  <a:lnTo>
                    <a:pt x="1060854" y="1356822"/>
                  </a:lnTo>
                  <a:lnTo>
                    <a:pt x="1060871" y="1356812"/>
                  </a:lnTo>
                  <a:lnTo>
                    <a:pt x="1060879" y="1356805"/>
                  </a:lnTo>
                  <a:lnTo>
                    <a:pt x="1060884" y="1356798"/>
                  </a:lnTo>
                  <a:lnTo>
                    <a:pt x="1060890" y="1356782"/>
                  </a:lnTo>
                  <a:lnTo>
                    <a:pt x="1060893" y="1356765"/>
                  </a:lnTo>
                  <a:lnTo>
                    <a:pt x="1060895" y="1356748"/>
                  </a:lnTo>
                  <a:lnTo>
                    <a:pt x="1060899" y="1356731"/>
                  </a:lnTo>
                  <a:lnTo>
                    <a:pt x="1060903" y="1356715"/>
                  </a:lnTo>
                  <a:lnTo>
                    <a:pt x="1060903" y="1356709"/>
                  </a:lnTo>
                  <a:lnTo>
                    <a:pt x="1060907" y="1356698"/>
                  </a:lnTo>
                  <a:lnTo>
                    <a:pt x="1060909" y="1356689"/>
                  </a:lnTo>
                  <a:lnTo>
                    <a:pt x="1060914" y="1356681"/>
                  </a:lnTo>
                  <a:lnTo>
                    <a:pt x="1060922" y="1356665"/>
                  </a:lnTo>
                  <a:lnTo>
                    <a:pt x="1060935" y="1356649"/>
                  </a:lnTo>
                  <a:lnTo>
                    <a:pt x="1060951" y="1356636"/>
                  </a:lnTo>
                  <a:lnTo>
                    <a:pt x="1060967" y="1356626"/>
                  </a:lnTo>
                  <a:lnTo>
                    <a:pt x="1060976" y="1356618"/>
                  </a:lnTo>
                  <a:lnTo>
                    <a:pt x="1060982" y="1356615"/>
                  </a:lnTo>
                  <a:lnTo>
                    <a:pt x="1060989" y="1356615"/>
                  </a:lnTo>
                  <a:lnTo>
                    <a:pt x="1061015" y="1356644"/>
                  </a:lnTo>
                  <a:lnTo>
                    <a:pt x="1061018" y="1356649"/>
                  </a:lnTo>
                  <a:lnTo>
                    <a:pt x="1061030" y="1356658"/>
                  </a:lnTo>
                  <a:lnTo>
                    <a:pt x="1061045" y="1356670"/>
                  </a:lnTo>
                  <a:lnTo>
                    <a:pt x="1061058" y="1356686"/>
                  </a:lnTo>
                  <a:lnTo>
                    <a:pt x="1061065" y="1356693"/>
                  </a:lnTo>
                  <a:lnTo>
                    <a:pt x="1061074" y="1356699"/>
                  </a:lnTo>
                  <a:lnTo>
                    <a:pt x="1061091" y="1356707"/>
                  </a:lnTo>
                  <a:lnTo>
                    <a:pt x="1061105" y="1356714"/>
                  </a:lnTo>
                  <a:lnTo>
                    <a:pt x="1061123" y="1356715"/>
                  </a:lnTo>
                  <a:lnTo>
                    <a:pt x="1061138" y="1356712"/>
                  </a:lnTo>
                  <a:lnTo>
                    <a:pt x="1061182" y="1356690"/>
                  </a:lnTo>
                  <a:lnTo>
                    <a:pt x="1061218" y="1356674"/>
                  </a:lnTo>
                  <a:lnTo>
                    <a:pt x="1061234" y="1356670"/>
                  </a:lnTo>
                  <a:lnTo>
                    <a:pt x="1061250" y="1356669"/>
                  </a:lnTo>
                  <a:lnTo>
                    <a:pt x="1061262" y="1356669"/>
                  </a:lnTo>
                  <a:lnTo>
                    <a:pt x="1061274" y="1356670"/>
                  </a:lnTo>
                  <a:lnTo>
                    <a:pt x="1061283" y="1356669"/>
                  </a:lnTo>
                  <a:lnTo>
                    <a:pt x="1061299" y="1356669"/>
                  </a:lnTo>
                  <a:lnTo>
                    <a:pt x="1061315" y="1356671"/>
                  </a:lnTo>
                  <a:lnTo>
                    <a:pt x="1061331" y="1356673"/>
                  </a:lnTo>
                  <a:lnTo>
                    <a:pt x="1061348" y="1356674"/>
                  </a:lnTo>
                  <a:lnTo>
                    <a:pt x="1061364" y="1356673"/>
                  </a:lnTo>
                  <a:lnTo>
                    <a:pt x="1061380" y="1356673"/>
                  </a:lnTo>
                  <a:lnTo>
                    <a:pt x="1061396" y="1356675"/>
                  </a:lnTo>
                  <a:lnTo>
                    <a:pt x="1061412" y="1356676"/>
                  </a:lnTo>
                  <a:lnTo>
                    <a:pt x="1061428" y="1356678"/>
                  </a:lnTo>
                  <a:lnTo>
                    <a:pt x="1061437" y="1356681"/>
                  </a:lnTo>
                  <a:lnTo>
                    <a:pt x="1061445" y="1356687"/>
                  </a:lnTo>
                  <a:lnTo>
                    <a:pt x="1061459" y="1356693"/>
                  </a:lnTo>
                  <a:lnTo>
                    <a:pt x="1061476" y="1356694"/>
                  </a:lnTo>
                  <a:lnTo>
                    <a:pt x="1061486" y="1356693"/>
                  </a:lnTo>
                  <a:lnTo>
                    <a:pt x="1061493" y="1356695"/>
                  </a:lnTo>
                  <a:lnTo>
                    <a:pt x="1061509" y="1356701"/>
                  </a:lnTo>
                  <a:lnTo>
                    <a:pt x="1061526" y="1356706"/>
                  </a:lnTo>
                  <a:lnTo>
                    <a:pt x="1061542" y="1356713"/>
                  </a:lnTo>
                  <a:lnTo>
                    <a:pt x="1061553" y="1356717"/>
                  </a:lnTo>
                  <a:lnTo>
                    <a:pt x="1061558" y="1356722"/>
                  </a:lnTo>
                  <a:lnTo>
                    <a:pt x="1061574" y="1356727"/>
                  </a:lnTo>
                  <a:lnTo>
                    <a:pt x="1061591" y="1356734"/>
                  </a:lnTo>
                  <a:lnTo>
                    <a:pt x="1061607" y="1356739"/>
                  </a:lnTo>
                  <a:lnTo>
                    <a:pt x="1061622" y="1356746"/>
                  </a:lnTo>
                  <a:lnTo>
                    <a:pt x="1061639" y="1356750"/>
                  </a:lnTo>
                  <a:lnTo>
                    <a:pt x="1061655" y="1356751"/>
                  </a:lnTo>
                  <a:lnTo>
                    <a:pt x="1061662" y="1356749"/>
                  </a:lnTo>
                  <a:lnTo>
                    <a:pt x="1061670" y="1356749"/>
                  </a:lnTo>
                  <a:lnTo>
                    <a:pt x="1061688" y="1356751"/>
                  </a:lnTo>
                  <a:lnTo>
                    <a:pt x="1061699" y="1356750"/>
                  </a:lnTo>
                  <a:lnTo>
                    <a:pt x="1061705" y="1356745"/>
                  </a:lnTo>
                  <a:lnTo>
                    <a:pt x="1061709" y="1356742"/>
                  </a:lnTo>
                  <a:lnTo>
                    <a:pt x="1061713" y="1356737"/>
                  </a:lnTo>
                  <a:lnTo>
                    <a:pt x="1061716" y="1356733"/>
                  </a:lnTo>
                  <a:lnTo>
                    <a:pt x="1061728" y="1356731"/>
                  </a:lnTo>
                  <a:lnTo>
                    <a:pt x="1061733" y="1356732"/>
                  </a:lnTo>
                  <a:lnTo>
                    <a:pt x="1061749" y="1356735"/>
                  </a:lnTo>
                  <a:lnTo>
                    <a:pt x="1061764" y="1356737"/>
                  </a:lnTo>
                  <a:lnTo>
                    <a:pt x="1061767" y="1356732"/>
                  </a:lnTo>
                  <a:lnTo>
                    <a:pt x="1061767" y="1356722"/>
                  </a:lnTo>
                  <a:lnTo>
                    <a:pt x="1061762" y="1356704"/>
                  </a:lnTo>
                  <a:lnTo>
                    <a:pt x="1061759" y="1356687"/>
                  </a:lnTo>
                  <a:lnTo>
                    <a:pt x="1061752" y="1356671"/>
                  </a:lnTo>
                  <a:lnTo>
                    <a:pt x="1061747" y="1356654"/>
                  </a:lnTo>
                  <a:lnTo>
                    <a:pt x="1061739" y="1356637"/>
                  </a:lnTo>
                  <a:lnTo>
                    <a:pt x="1061736" y="1356633"/>
                  </a:lnTo>
                  <a:lnTo>
                    <a:pt x="1061735" y="1356626"/>
                  </a:lnTo>
                  <a:lnTo>
                    <a:pt x="1061732" y="1356621"/>
                  </a:lnTo>
                  <a:lnTo>
                    <a:pt x="1061727" y="1356604"/>
                  </a:lnTo>
                  <a:lnTo>
                    <a:pt x="1061726" y="1356593"/>
                  </a:lnTo>
                  <a:lnTo>
                    <a:pt x="1061727" y="1356587"/>
                  </a:lnTo>
                  <a:lnTo>
                    <a:pt x="1061732" y="1356576"/>
                  </a:lnTo>
                  <a:lnTo>
                    <a:pt x="1061750" y="1356557"/>
                  </a:lnTo>
                  <a:lnTo>
                    <a:pt x="1061755" y="1356552"/>
                  </a:lnTo>
                  <a:lnTo>
                    <a:pt x="1061781" y="1356522"/>
                  </a:lnTo>
                  <a:lnTo>
                    <a:pt x="1061787" y="1356512"/>
                  </a:lnTo>
                  <a:lnTo>
                    <a:pt x="1061789" y="1356505"/>
                  </a:lnTo>
                  <a:lnTo>
                    <a:pt x="1061794" y="1356495"/>
                  </a:lnTo>
                  <a:lnTo>
                    <a:pt x="1061799" y="1356488"/>
                  </a:lnTo>
                  <a:lnTo>
                    <a:pt x="1061814" y="1356478"/>
                  </a:lnTo>
                  <a:lnTo>
                    <a:pt x="1061823" y="1356476"/>
                  </a:lnTo>
                  <a:lnTo>
                    <a:pt x="1061831" y="1356476"/>
                  </a:lnTo>
                  <a:lnTo>
                    <a:pt x="1061847" y="1356477"/>
                  </a:lnTo>
                  <a:lnTo>
                    <a:pt x="1061864" y="1356480"/>
                  </a:lnTo>
                  <a:lnTo>
                    <a:pt x="1061880" y="1356484"/>
                  </a:lnTo>
                  <a:lnTo>
                    <a:pt x="1061896" y="1356487"/>
                  </a:lnTo>
                  <a:lnTo>
                    <a:pt x="1061912" y="1356493"/>
                  </a:lnTo>
                  <a:lnTo>
                    <a:pt x="1061928" y="1356497"/>
                  </a:lnTo>
                  <a:lnTo>
                    <a:pt x="1061945" y="1356502"/>
                  </a:lnTo>
                  <a:lnTo>
                    <a:pt x="1061959" y="1356505"/>
                  </a:lnTo>
                  <a:lnTo>
                    <a:pt x="1061977" y="1356509"/>
                  </a:lnTo>
                  <a:lnTo>
                    <a:pt x="1061993" y="1356511"/>
                  </a:lnTo>
                  <a:lnTo>
                    <a:pt x="1062010" y="1356509"/>
                  </a:lnTo>
                  <a:lnTo>
                    <a:pt x="1062016" y="1356506"/>
                  </a:lnTo>
                  <a:lnTo>
                    <a:pt x="1062025" y="1356504"/>
                  </a:lnTo>
                  <a:lnTo>
                    <a:pt x="1062042" y="1356492"/>
                  </a:lnTo>
                  <a:lnTo>
                    <a:pt x="1062048" y="1356486"/>
                  </a:lnTo>
                  <a:lnTo>
                    <a:pt x="1062058" y="1356480"/>
                  </a:lnTo>
                  <a:lnTo>
                    <a:pt x="1062068" y="1356473"/>
                  </a:lnTo>
                  <a:lnTo>
                    <a:pt x="1062074" y="1356471"/>
                  </a:lnTo>
                  <a:lnTo>
                    <a:pt x="1062079" y="1356470"/>
                  </a:lnTo>
                  <a:lnTo>
                    <a:pt x="1062090" y="1356462"/>
                  </a:lnTo>
                  <a:lnTo>
                    <a:pt x="1062107" y="1356452"/>
                  </a:lnTo>
                  <a:lnTo>
                    <a:pt x="1062123" y="1356442"/>
                  </a:lnTo>
                  <a:lnTo>
                    <a:pt x="1062139" y="1356430"/>
                  </a:lnTo>
                  <a:lnTo>
                    <a:pt x="1062155" y="1356416"/>
                  </a:lnTo>
                  <a:lnTo>
                    <a:pt x="1062171" y="1356406"/>
                  </a:lnTo>
                  <a:lnTo>
                    <a:pt x="1062187" y="1356395"/>
                  </a:lnTo>
                  <a:lnTo>
                    <a:pt x="1062203" y="1356385"/>
                  </a:lnTo>
                  <a:lnTo>
                    <a:pt x="1062211" y="1356380"/>
                  </a:lnTo>
                  <a:lnTo>
                    <a:pt x="1062219" y="1356378"/>
                  </a:lnTo>
                  <a:lnTo>
                    <a:pt x="1062236" y="1356376"/>
                  </a:lnTo>
                  <a:lnTo>
                    <a:pt x="1062252" y="1356374"/>
                  </a:lnTo>
                  <a:lnTo>
                    <a:pt x="1062258" y="1356369"/>
                  </a:lnTo>
                  <a:lnTo>
                    <a:pt x="1062263" y="1356359"/>
                  </a:lnTo>
                  <a:lnTo>
                    <a:pt x="1062266" y="1356343"/>
                  </a:lnTo>
                  <a:lnTo>
                    <a:pt x="1062273" y="1356327"/>
                  </a:lnTo>
                  <a:lnTo>
                    <a:pt x="1062277" y="1356319"/>
                  </a:lnTo>
                  <a:lnTo>
                    <a:pt x="1062285" y="1356310"/>
                  </a:lnTo>
                  <a:lnTo>
                    <a:pt x="1062298" y="1356293"/>
                  </a:lnTo>
                  <a:lnTo>
                    <a:pt x="1062311" y="1356278"/>
                  </a:lnTo>
                  <a:lnTo>
                    <a:pt x="1062319" y="1356269"/>
                  </a:lnTo>
                  <a:lnTo>
                    <a:pt x="1062323" y="1356262"/>
                  </a:lnTo>
                  <a:lnTo>
                    <a:pt x="1062326" y="1356254"/>
                  </a:lnTo>
                  <a:lnTo>
                    <a:pt x="1062327" y="1356246"/>
                  </a:lnTo>
                  <a:lnTo>
                    <a:pt x="1062330" y="1356229"/>
                  </a:lnTo>
                  <a:lnTo>
                    <a:pt x="1062333" y="1356212"/>
                  </a:lnTo>
                  <a:lnTo>
                    <a:pt x="1062336" y="1356195"/>
                  </a:lnTo>
                  <a:lnTo>
                    <a:pt x="1062337" y="1356179"/>
                  </a:lnTo>
                  <a:lnTo>
                    <a:pt x="1062338" y="1356162"/>
                  </a:lnTo>
                  <a:lnTo>
                    <a:pt x="1062338" y="1356145"/>
                  </a:lnTo>
                  <a:lnTo>
                    <a:pt x="1062338" y="1356134"/>
                  </a:lnTo>
                  <a:lnTo>
                    <a:pt x="1062336" y="1356129"/>
                  </a:lnTo>
                  <a:lnTo>
                    <a:pt x="1062335" y="1356122"/>
                  </a:lnTo>
                  <a:lnTo>
                    <a:pt x="1062338" y="1356110"/>
                  </a:lnTo>
                  <a:lnTo>
                    <a:pt x="1062346" y="1356101"/>
                  </a:lnTo>
                  <a:lnTo>
                    <a:pt x="1062367" y="1356089"/>
                  </a:lnTo>
                  <a:lnTo>
                    <a:pt x="1062385" y="1356079"/>
                  </a:lnTo>
                  <a:lnTo>
                    <a:pt x="1062392" y="1356073"/>
                  </a:lnTo>
                  <a:lnTo>
                    <a:pt x="1062398" y="1356065"/>
                  </a:lnTo>
                  <a:lnTo>
                    <a:pt x="1062404" y="1356055"/>
                  </a:lnTo>
                  <a:lnTo>
                    <a:pt x="1062407" y="1356048"/>
                  </a:lnTo>
                  <a:lnTo>
                    <a:pt x="1062410" y="1356032"/>
                  </a:lnTo>
                  <a:lnTo>
                    <a:pt x="1062411" y="1356026"/>
                  </a:lnTo>
                  <a:lnTo>
                    <a:pt x="1062418" y="1356015"/>
                  </a:lnTo>
                  <a:lnTo>
                    <a:pt x="1062421" y="1356008"/>
                  </a:lnTo>
                  <a:lnTo>
                    <a:pt x="1062424" y="1355998"/>
                  </a:lnTo>
                  <a:lnTo>
                    <a:pt x="1062425" y="1355982"/>
                  </a:lnTo>
                  <a:lnTo>
                    <a:pt x="1062422" y="1355965"/>
                  </a:lnTo>
                  <a:lnTo>
                    <a:pt x="1062421" y="1355955"/>
                  </a:lnTo>
                  <a:lnTo>
                    <a:pt x="1062419" y="1355948"/>
                  </a:lnTo>
                  <a:lnTo>
                    <a:pt x="1062417" y="1355931"/>
                  </a:lnTo>
                  <a:lnTo>
                    <a:pt x="1062415" y="1355915"/>
                  </a:lnTo>
                  <a:lnTo>
                    <a:pt x="1062411" y="1355898"/>
                  </a:lnTo>
                  <a:lnTo>
                    <a:pt x="1062406" y="1355881"/>
                  </a:lnTo>
                  <a:lnTo>
                    <a:pt x="1062404" y="1355865"/>
                  </a:lnTo>
                  <a:lnTo>
                    <a:pt x="1062400" y="1355848"/>
                  </a:lnTo>
                  <a:lnTo>
                    <a:pt x="1062402" y="1355839"/>
                  </a:lnTo>
                  <a:lnTo>
                    <a:pt x="1062408" y="1355832"/>
                  </a:lnTo>
                  <a:lnTo>
                    <a:pt x="1062424" y="1355819"/>
                  </a:lnTo>
                  <a:lnTo>
                    <a:pt x="1062450" y="1355797"/>
                  </a:lnTo>
                  <a:lnTo>
                    <a:pt x="1062470" y="1355788"/>
                  </a:lnTo>
                  <a:lnTo>
                    <a:pt x="1062512" y="1355760"/>
                  </a:lnTo>
                  <a:lnTo>
                    <a:pt x="1062535" y="1355747"/>
                  </a:lnTo>
                  <a:lnTo>
                    <a:pt x="1062551" y="1355739"/>
                  </a:lnTo>
                  <a:lnTo>
                    <a:pt x="1062568" y="1355730"/>
                  </a:lnTo>
                  <a:lnTo>
                    <a:pt x="1062584" y="1355720"/>
                  </a:lnTo>
                  <a:lnTo>
                    <a:pt x="1062600" y="1355712"/>
                  </a:lnTo>
                  <a:lnTo>
                    <a:pt x="1062610" y="1355707"/>
                  </a:lnTo>
                  <a:lnTo>
                    <a:pt x="1062621" y="1355706"/>
                  </a:lnTo>
                  <a:lnTo>
                    <a:pt x="1062628" y="1355705"/>
                  </a:lnTo>
                  <a:lnTo>
                    <a:pt x="1062632" y="1355704"/>
                  </a:lnTo>
                  <a:lnTo>
                    <a:pt x="1062648" y="1355700"/>
                  </a:lnTo>
                  <a:lnTo>
                    <a:pt x="1062664" y="1355697"/>
                  </a:lnTo>
                  <a:lnTo>
                    <a:pt x="1062680" y="1355696"/>
                  </a:lnTo>
                  <a:lnTo>
                    <a:pt x="1062697" y="1355692"/>
                  </a:lnTo>
                  <a:lnTo>
                    <a:pt x="1062713" y="1355692"/>
                  </a:lnTo>
                  <a:lnTo>
                    <a:pt x="1062729" y="1355696"/>
                  </a:lnTo>
                  <a:lnTo>
                    <a:pt x="1062739" y="1355699"/>
                  </a:lnTo>
                  <a:lnTo>
                    <a:pt x="1062746" y="1355699"/>
                  </a:lnTo>
                  <a:lnTo>
                    <a:pt x="1062762" y="1355696"/>
                  </a:lnTo>
                  <a:lnTo>
                    <a:pt x="1062778" y="1355691"/>
                  </a:lnTo>
                  <a:lnTo>
                    <a:pt x="1062793" y="1355690"/>
                  </a:lnTo>
                  <a:lnTo>
                    <a:pt x="1062810" y="1355690"/>
                  </a:lnTo>
                  <a:lnTo>
                    <a:pt x="1062826" y="1355693"/>
                  </a:lnTo>
                  <a:lnTo>
                    <a:pt x="1062842" y="1355694"/>
                  </a:lnTo>
                  <a:lnTo>
                    <a:pt x="1062854" y="1355694"/>
                  </a:lnTo>
                  <a:lnTo>
                    <a:pt x="1062859" y="1355692"/>
                  </a:lnTo>
                  <a:lnTo>
                    <a:pt x="1062875" y="1355690"/>
                  </a:lnTo>
                  <a:lnTo>
                    <a:pt x="1062891" y="1355690"/>
                  </a:lnTo>
                  <a:lnTo>
                    <a:pt x="1062901" y="1355690"/>
                  </a:lnTo>
                  <a:lnTo>
                    <a:pt x="1062907" y="1355692"/>
                  </a:lnTo>
                  <a:lnTo>
                    <a:pt x="1062923" y="1355698"/>
                  </a:lnTo>
                  <a:lnTo>
                    <a:pt x="1062940" y="1355714"/>
                  </a:lnTo>
                  <a:lnTo>
                    <a:pt x="1062956" y="1355728"/>
                  </a:lnTo>
                  <a:lnTo>
                    <a:pt x="1062972" y="1355742"/>
                  </a:lnTo>
                  <a:lnTo>
                    <a:pt x="1062986" y="1355747"/>
                  </a:lnTo>
                  <a:lnTo>
                    <a:pt x="1062997" y="1355746"/>
                  </a:lnTo>
                  <a:lnTo>
                    <a:pt x="1063005" y="1355744"/>
                  </a:lnTo>
                  <a:lnTo>
                    <a:pt x="1063021" y="1355740"/>
                  </a:lnTo>
                  <a:lnTo>
                    <a:pt x="1063037" y="1355730"/>
                  </a:lnTo>
                  <a:lnTo>
                    <a:pt x="1063046" y="1355724"/>
                  </a:lnTo>
                  <a:lnTo>
                    <a:pt x="1063053" y="1355722"/>
                  </a:lnTo>
                  <a:lnTo>
                    <a:pt x="1063070" y="1355720"/>
                  </a:lnTo>
                  <a:lnTo>
                    <a:pt x="1063086" y="1355724"/>
                  </a:lnTo>
                  <a:lnTo>
                    <a:pt x="1063102" y="1355726"/>
                  </a:lnTo>
                  <a:lnTo>
                    <a:pt x="1063118" y="1355728"/>
                  </a:lnTo>
                  <a:lnTo>
                    <a:pt x="1063130" y="1355729"/>
                  </a:lnTo>
                  <a:lnTo>
                    <a:pt x="1063134" y="1355731"/>
                  </a:lnTo>
                  <a:lnTo>
                    <a:pt x="1063150" y="1355734"/>
                  </a:lnTo>
                  <a:lnTo>
                    <a:pt x="1063167" y="1355738"/>
                  </a:lnTo>
                  <a:lnTo>
                    <a:pt x="1063183" y="1355742"/>
                  </a:lnTo>
                  <a:lnTo>
                    <a:pt x="1063199" y="1355746"/>
                  </a:lnTo>
                  <a:lnTo>
                    <a:pt x="1063216" y="1355749"/>
                  </a:lnTo>
                  <a:lnTo>
                    <a:pt x="1063232" y="1355750"/>
                  </a:lnTo>
                  <a:lnTo>
                    <a:pt x="1063239" y="1355749"/>
                  </a:lnTo>
                  <a:lnTo>
                    <a:pt x="1063248" y="1355750"/>
                  </a:lnTo>
                  <a:lnTo>
                    <a:pt x="1063264" y="1355752"/>
                  </a:lnTo>
                  <a:lnTo>
                    <a:pt x="1063280" y="1355753"/>
                  </a:lnTo>
                  <a:lnTo>
                    <a:pt x="1063296" y="1355754"/>
                  </a:lnTo>
                  <a:lnTo>
                    <a:pt x="1063313" y="1355757"/>
                  </a:lnTo>
                  <a:lnTo>
                    <a:pt x="1063329" y="1355759"/>
                  </a:lnTo>
                  <a:lnTo>
                    <a:pt x="1063345" y="1355764"/>
                  </a:lnTo>
                  <a:lnTo>
                    <a:pt x="1063357" y="1355767"/>
                  </a:lnTo>
                  <a:lnTo>
                    <a:pt x="1063361" y="1355770"/>
                  </a:lnTo>
                  <a:lnTo>
                    <a:pt x="1063370" y="1355774"/>
                  </a:lnTo>
                  <a:lnTo>
                    <a:pt x="1063378" y="1355779"/>
                  </a:lnTo>
                  <a:lnTo>
                    <a:pt x="1063394" y="1355794"/>
                  </a:lnTo>
                  <a:lnTo>
                    <a:pt x="1063402" y="1355798"/>
                  </a:lnTo>
                  <a:lnTo>
                    <a:pt x="1063413" y="1355801"/>
                  </a:lnTo>
                  <a:lnTo>
                    <a:pt x="1063419" y="1355801"/>
                  </a:lnTo>
                  <a:lnTo>
                    <a:pt x="1063426" y="1355796"/>
                  </a:lnTo>
                  <a:lnTo>
                    <a:pt x="1063435" y="1355789"/>
                  </a:lnTo>
                  <a:lnTo>
                    <a:pt x="1063440" y="1355781"/>
                  </a:lnTo>
                  <a:lnTo>
                    <a:pt x="1063453" y="1355765"/>
                  </a:lnTo>
                  <a:lnTo>
                    <a:pt x="1063462" y="1355751"/>
                  </a:lnTo>
                  <a:lnTo>
                    <a:pt x="1063459" y="1355732"/>
                  </a:lnTo>
                  <a:lnTo>
                    <a:pt x="1063456" y="1355715"/>
                  </a:lnTo>
                  <a:lnTo>
                    <a:pt x="1063454" y="1355699"/>
                  </a:lnTo>
                  <a:lnTo>
                    <a:pt x="1063452" y="1355682"/>
                  </a:lnTo>
                  <a:lnTo>
                    <a:pt x="1063452" y="1355666"/>
                  </a:lnTo>
                  <a:lnTo>
                    <a:pt x="1063450" y="1355649"/>
                  </a:lnTo>
                  <a:lnTo>
                    <a:pt x="1063449" y="1355632"/>
                  </a:lnTo>
                  <a:lnTo>
                    <a:pt x="1063450" y="1355615"/>
                  </a:lnTo>
                  <a:lnTo>
                    <a:pt x="1063449" y="1355599"/>
                  </a:lnTo>
                  <a:lnTo>
                    <a:pt x="1063449" y="1355582"/>
                  </a:lnTo>
                  <a:lnTo>
                    <a:pt x="1063449" y="1355565"/>
                  </a:lnTo>
                  <a:lnTo>
                    <a:pt x="1063450" y="1355549"/>
                  </a:lnTo>
                  <a:lnTo>
                    <a:pt x="1063452" y="1355532"/>
                  </a:lnTo>
                  <a:lnTo>
                    <a:pt x="1063454" y="1355515"/>
                  </a:lnTo>
                  <a:lnTo>
                    <a:pt x="1063454" y="1355499"/>
                  </a:lnTo>
                  <a:lnTo>
                    <a:pt x="1063455" y="1355482"/>
                  </a:lnTo>
                  <a:lnTo>
                    <a:pt x="1063456" y="1355465"/>
                  </a:lnTo>
                  <a:lnTo>
                    <a:pt x="1063458" y="1355456"/>
                  </a:lnTo>
                  <a:lnTo>
                    <a:pt x="1063462" y="1355448"/>
                  </a:lnTo>
                  <a:lnTo>
                    <a:pt x="1063479" y="1355433"/>
                  </a:lnTo>
                  <a:lnTo>
                    <a:pt x="1063495" y="1355423"/>
                  </a:lnTo>
                  <a:lnTo>
                    <a:pt x="1063511" y="1355407"/>
                  </a:lnTo>
                  <a:lnTo>
                    <a:pt x="1063516" y="1355390"/>
                  </a:lnTo>
                  <a:lnTo>
                    <a:pt x="1063517" y="1355374"/>
                  </a:lnTo>
                  <a:lnTo>
                    <a:pt x="1063518" y="1355357"/>
                  </a:lnTo>
                  <a:lnTo>
                    <a:pt x="1063522" y="1355341"/>
                  </a:lnTo>
                  <a:lnTo>
                    <a:pt x="1063524" y="1355333"/>
                  </a:lnTo>
                  <a:lnTo>
                    <a:pt x="1063530" y="1355324"/>
                  </a:lnTo>
                  <a:lnTo>
                    <a:pt x="1063542" y="1355316"/>
                  </a:lnTo>
                  <a:lnTo>
                    <a:pt x="1063546" y="1355315"/>
                  </a:lnTo>
                  <a:lnTo>
                    <a:pt x="1063562" y="1355309"/>
                  </a:lnTo>
                  <a:lnTo>
                    <a:pt x="1063578" y="1355303"/>
                  </a:lnTo>
                  <a:lnTo>
                    <a:pt x="1063588" y="1355293"/>
                  </a:lnTo>
                  <a:lnTo>
                    <a:pt x="1063591" y="1355285"/>
                  </a:lnTo>
                  <a:lnTo>
                    <a:pt x="1063599" y="1355269"/>
                  </a:lnTo>
                  <a:lnTo>
                    <a:pt x="1063605" y="1355257"/>
                  </a:lnTo>
                  <a:lnTo>
                    <a:pt x="1063610" y="1355252"/>
                  </a:lnTo>
                  <a:lnTo>
                    <a:pt x="1063616" y="1355237"/>
                  </a:lnTo>
                  <a:lnTo>
                    <a:pt x="1063621" y="1355229"/>
                  </a:lnTo>
                  <a:lnTo>
                    <a:pt x="1063626" y="1355219"/>
                  </a:lnTo>
                  <a:lnTo>
                    <a:pt x="1063632" y="1355202"/>
                  </a:lnTo>
                  <a:lnTo>
                    <a:pt x="1063639" y="1355186"/>
                  </a:lnTo>
                  <a:lnTo>
                    <a:pt x="1063645" y="1355175"/>
                  </a:lnTo>
                  <a:lnTo>
                    <a:pt x="1063650" y="1355170"/>
                  </a:lnTo>
                  <a:lnTo>
                    <a:pt x="1063656" y="1355161"/>
                  </a:lnTo>
                  <a:lnTo>
                    <a:pt x="1063662" y="1355154"/>
                  </a:lnTo>
                  <a:lnTo>
                    <a:pt x="1063668" y="1355150"/>
                  </a:lnTo>
                  <a:lnTo>
                    <a:pt x="1063678" y="1355146"/>
                  </a:lnTo>
                  <a:lnTo>
                    <a:pt x="1063694" y="1355142"/>
                  </a:lnTo>
                  <a:lnTo>
                    <a:pt x="1063710" y="1355140"/>
                  </a:lnTo>
                  <a:lnTo>
                    <a:pt x="1063719" y="1355136"/>
                  </a:lnTo>
                  <a:lnTo>
                    <a:pt x="1063726" y="1355128"/>
                  </a:lnTo>
                  <a:lnTo>
                    <a:pt x="1063731" y="1355123"/>
                  </a:lnTo>
                  <a:lnTo>
                    <a:pt x="1063736" y="1355113"/>
                  </a:lnTo>
                  <a:lnTo>
                    <a:pt x="1063748" y="1355096"/>
                  </a:lnTo>
                  <a:lnTo>
                    <a:pt x="1063754" y="1355087"/>
                  </a:lnTo>
                  <a:lnTo>
                    <a:pt x="1063756" y="1355080"/>
                  </a:lnTo>
                  <a:lnTo>
                    <a:pt x="1063758" y="1355070"/>
                  </a:lnTo>
                  <a:lnTo>
                    <a:pt x="1063755" y="1355062"/>
                  </a:lnTo>
                  <a:lnTo>
                    <a:pt x="1063751" y="1355046"/>
                  </a:lnTo>
                  <a:lnTo>
                    <a:pt x="1063749" y="1355029"/>
                  </a:lnTo>
                  <a:lnTo>
                    <a:pt x="1063747" y="1355013"/>
                  </a:lnTo>
                  <a:lnTo>
                    <a:pt x="1063745" y="1354996"/>
                  </a:lnTo>
                  <a:lnTo>
                    <a:pt x="1063745" y="1354979"/>
                  </a:lnTo>
                  <a:lnTo>
                    <a:pt x="1063749" y="1354963"/>
                  </a:lnTo>
                  <a:lnTo>
                    <a:pt x="1063753" y="1354947"/>
                  </a:lnTo>
                  <a:lnTo>
                    <a:pt x="1063765" y="1354933"/>
                  </a:lnTo>
                  <a:lnTo>
                    <a:pt x="1063769" y="1354919"/>
                  </a:lnTo>
                  <a:lnTo>
                    <a:pt x="1063770" y="1354908"/>
                  </a:lnTo>
                  <a:lnTo>
                    <a:pt x="1063771" y="1354896"/>
                  </a:lnTo>
                  <a:lnTo>
                    <a:pt x="1063765" y="1354889"/>
                  </a:lnTo>
                  <a:lnTo>
                    <a:pt x="1063762" y="1354885"/>
                  </a:lnTo>
                  <a:lnTo>
                    <a:pt x="1063758" y="1354879"/>
                  </a:lnTo>
                  <a:lnTo>
                    <a:pt x="1063746" y="1354864"/>
                  </a:lnTo>
                  <a:lnTo>
                    <a:pt x="1063737" y="1354854"/>
                  </a:lnTo>
                  <a:lnTo>
                    <a:pt x="1063734" y="1354847"/>
                  </a:lnTo>
                  <a:lnTo>
                    <a:pt x="1063725" y="1354836"/>
                  </a:lnTo>
                  <a:lnTo>
                    <a:pt x="1063723" y="1354831"/>
                  </a:lnTo>
                  <a:lnTo>
                    <a:pt x="1063714" y="1354814"/>
                  </a:lnTo>
                  <a:lnTo>
                    <a:pt x="1063704" y="1354797"/>
                  </a:lnTo>
                  <a:lnTo>
                    <a:pt x="1063697" y="1354780"/>
                  </a:lnTo>
                  <a:lnTo>
                    <a:pt x="1063692" y="1354764"/>
                  </a:lnTo>
                  <a:lnTo>
                    <a:pt x="1063685" y="1354747"/>
                  </a:lnTo>
                  <a:lnTo>
                    <a:pt x="1063677" y="1354731"/>
                  </a:lnTo>
                  <a:lnTo>
                    <a:pt x="1063673" y="1354718"/>
                  </a:lnTo>
                  <a:lnTo>
                    <a:pt x="1063672" y="1354704"/>
                  </a:lnTo>
                  <a:lnTo>
                    <a:pt x="1063672" y="1354697"/>
                  </a:lnTo>
                  <a:lnTo>
                    <a:pt x="1063680" y="1354682"/>
                  </a:lnTo>
                  <a:lnTo>
                    <a:pt x="1063694" y="1354666"/>
                  </a:lnTo>
                  <a:lnTo>
                    <a:pt x="1063708" y="1354650"/>
                  </a:lnTo>
                  <a:lnTo>
                    <a:pt x="1063721" y="1354634"/>
                  </a:lnTo>
                  <a:lnTo>
                    <a:pt x="1063729" y="1354617"/>
                  </a:lnTo>
                  <a:lnTo>
                    <a:pt x="1063732" y="1354607"/>
                  </a:lnTo>
                  <a:lnTo>
                    <a:pt x="1063732" y="1354600"/>
                  </a:lnTo>
                  <a:lnTo>
                    <a:pt x="1063731" y="1354584"/>
                  </a:lnTo>
                  <a:lnTo>
                    <a:pt x="1063729" y="1354567"/>
                  </a:lnTo>
                  <a:lnTo>
                    <a:pt x="1063730" y="1354552"/>
                  </a:lnTo>
                  <a:lnTo>
                    <a:pt x="1063729" y="1354544"/>
                  </a:lnTo>
                  <a:lnTo>
                    <a:pt x="1063725" y="1354533"/>
                  </a:lnTo>
                  <a:lnTo>
                    <a:pt x="1063719" y="1354520"/>
                  </a:lnTo>
                  <a:lnTo>
                    <a:pt x="1063715" y="1354517"/>
                  </a:lnTo>
                  <a:lnTo>
                    <a:pt x="1063701" y="1354502"/>
                  </a:lnTo>
                  <a:lnTo>
                    <a:pt x="1063687" y="1354487"/>
                  </a:lnTo>
                  <a:lnTo>
                    <a:pt x="1063681" y="1354477"/>
                  </a:lnTo>
                  <a:lnTo>
                    <a:pt x="1063681" y="1354471"/>
                  </a:lnTo>
                  <a:lnTo>
                    <a:pt x="1063681" y="1354459"/>
                  </a:lnTo>
                  <a:lnTo>
                    <a:pt x="1063678" y="1354454"/>
                  </a:lnTo>
                  <a:lnTo>
                    <a:pt x="1063676" y="1354437"/>
                  </a:lnTo>
                  <a:lnTo>
                    <a:pt x="1063672" y="1354420"/>
                  </a:lnTo>
                  <a:lnTo>
                    <a:pt x="1063668" y="1354414"/>
                  </a:lnTo>
                  <a:lnTo>
                    <a:pt x="1063668" y="1354404"/>
                  </a:lnTo>
                  <a:lnTo>
                    <a:pt x="1063669" y="1354387"/>
                  </a:lnTo>
                  <a:lnTo>
                    <a:pt x="1063667" y="1354371"/>
                  </a:lnTo>
                  <a:lnTo>
                    <a:pt x="1063664" y="1354363"/>
                  </a:lnTo>
                  <a:lnTo>
                    <a:pt x="1063658" y="1354354"/>
                  </a:lnTo>
                  <a:lnTo>
                    <a:pt x="1063646" y="1354337"/>
                  </a:lnTo>
                  <a:lnTo>
                    <a:pt x="1063632" y="1354321"/>
                  </a:lnTo>
                  <a:lnTo>
                    <a:pt x="1063619" y="1354304"/>
                  </a:lnTo>
                  <a:lnTo>
                    <a:pt x="1063608" y="1354285"/>
                  </a:lnTo>
                  <a:lnTo>
                    <a:pt x="1063613" y="1354274"/>
                  </a:lnTo>
                  <a:lnTo>
                    <a:pt x="1063616" y="1354271"/>
                  </a:lnTo>
                  <a:lnTo>
                    <a:pt x="1063628" y="1354254"/>
                  </a:lnTo>
                  <a:lnTo>
                    <a:pt x="1063640" y="1354238"/>
                  </a:lnTo>
                  <a:lnTo>
                    <a:pt x="1063650" y="1354222"/>
                  </a:lnTo>
                  <a:lnTo>
                    <a:pt x="1063661" y="1354205"/>
                  </a:lnTo>
                  <a:lnTo>
                    <a:pt x="1063668" y="1354188"/>
                  </a:lnTo>
                  <a:lnTo>
                    <a:pt x="1063671" y="1354171"/>
                  </a:lnTo>
                  <a:lnTo>
                    <a:pt x="1063678" y="1354155"/>
                  </a:lnTo>
                  <a:lnTo>
                    <a:pt x="1063685" y="1354138"/>
                  </a:lnTo>
                  <a:lnTo>
                    <a:pt x="1063690" y="1354121"/>
                  </a:lnTo>
                  <a:lnTo>
                    <a:pt x="1063697" y="1354105"/>
                  </a:lnTo>
                  <a:lnTo>
                    <a:pt x="1063702" y="1354097"/>
                  </a:lnTo>
                  <a:lnTo>
                    <a:pt x="1063704" y="1354088"/>
                  </a:lnTo>
                  <a:lnTo>
                    <a:pt x="1063708" y="1354077"/>
                  </a:lnTo>
                  <a:lnTo>
                    <a:pt x="1063703" y="1354070"/>
                  </a:lnTo>
                  <a:lnTo>
                    <a:pt x="1063689" y="1354067"/>
                  </a:lnTo>
                  <a:lnTo>
                    <a:pt x="1063672" y="1354060"/>
                  </a:lnTo>
                  <a:lnTo>
                    <a:pt x="1063656" y="1354045"/>
                  </a:lnTo>
                  <a:lnTo>
                    <a:pt x="1063640" y="1354029"/>
                  </a:lnTo>
                  <a:lnTo>
                    <a:pt x="1063625" y="1354015"/>
                  </a:lnTo>
                  <a:lnTo>
                    <a:pt x="1063613" y="1354001"/>
                  </a:lnTo>
                  <a:lnTo>
                    <a:pt x="1063600" y="1353984"/>
                  </a:lnTo>
                  <a:lnTo>
                    <a:pt x="1063594" y="1353976"/>
                  </a:lnTo>
                  <a:lnTo>
                    <a:pt x="1063585" y="1353970"/>
                  </a:lnTo>
                  <a:lnTo>
                    <a:pt x="1063578" y="1353965"/>
                  </a:lnTo>
                  <a:lnTo>
                    <a:pt x="1063569" y="1353963"/>
                  </a:lnTo>
                  <a:lnTo>
                    <a:pt x="1063560" y="1353957"/>
                  </a:lnTo>
                  <a:lnTo>
                    <a:pt x="1063554" y="1353950"/>
                  </a:lnTo>
                  <a:lnTo>
                    <a:pt x="1063544" y="1353933"/>
                  </a:lnTo>
                  <a:lnTo>
                    <a:pt x="1063544" y="1353917"/>
                  </a:lnTo>
                  <a:lnTo>
                    <a:pt x="1063546" y="1353909"/>
                  </a:lnTo>
                  <a:lnTo>
                    <a:pt x="1063554" y="1353901"/>
                  </a:lnTo>
                  <a:lnTo>
                    <a:pt x="1063570" y="1353884"/>
                  </a:lnTo>
                  <a:lnTo>
                    <a:pt x="1063586" y="1353869"/>
                  </a:lnTo>
                  <a:lnTo>
                    <a:pt x="1063592" y="1353858"/>
                  </a:lnTo>
                  <a:lnTo>
                    <a:pt x="1063595" y="1353852"/>
                  </a:lnTo>
                  <a:lnTo>
                    <a:pt x="1063599" y="1353844"/>
                  </a:lnTo>
                  <a:lnTo>
                    <a:pt x="1063601" y="1353835"/>
                  </a:lnTo>
                  <a:lnTo>
                    <a:pt x="1063602" y="1353819"/>
                  </a:lnTo>
                  <a:lnTo>
                    <a:pt x="1063601" y="1353801"/>
                  </a:lnTo>
                  <a:lnTo>
                    <a:pt x="1063601" y="1353785"/>
                  </a:lnTo>
                  <a:lnTo>
                    <a:pt x="1063602" y="1353768"/>
                  </a:lnTo>
                  <a:lnTo>
                    <a:pt x="1063604" y="1353752"/>
                  </a:lnTo>
                  <a:lnTo>
                    <a:pt x="1063607" y="1353737"/>
                  </a:lnTo>
                  <a:lnTo>
                    <a:pt x="1063618" y="1353718"/>
                  </a:lnTo>
                  <a:lnTo>
                    <a:pt x="1063627" y="1353702"/>
                  </a:lnTo>
                  <a:lnTo>
                    <a:pt x="1063630" y="1353685"/>
                  </a:lnTo>
                  <a:lnTo>
                    <a:pt x="1063632" y="1353668"/>
                  </a:lnTo>
                  <a:lnTo>
                    <a:pt x="1063633" y="1353652"/>
                  </a:lnTo>
                  <a:lnTo>
                    <a:pt x="1063635" y="1353635"/>
                  </a:lnTo>
                  <a:lnTo>
                    <a:pt x="1063642" y="1353621"/>
                  </a:lnTo>
                  <a:lnTo>
                    <a:pt x="1063647" y="1353611"/>
                  </a:lnTo>
                  <a:lnTo>
                    <a:pt x="1063653" y="1353603"/>
                  </a:lnTo>
                  <a:lnTo>
                    <a:pt x="1063669" y="1353587"/>
                  </a:lnTo>
                  <a:lnTo>
                    <a:pt x="1063683" y="1353572"/>
                  </a:lnTo>
                  <a:lnTo>
                    <a:pt x="1063689" y="1353569"/>
                  </a:lnTo>
                  <a:lnTo>
                    <a:pt x="1063699" y="1353558"/>
                  </a:lnTo>
                  <a:lnTo>
                    <a:pt x="1063719" y="1353530"/>
                  </a:lnTo>
                  <a:lnTo>
                    <a:pt x="1063721" y="1353524"/>
                  </a:lnTo>
                  <a:lnTo>
                    <a:pt x="1063727" y="1353508"/>
                  </a:lnTo>
                  <a:lnTo>
                    <a:pt x="1063728" y="1353491"/>
                  </a:lnTo>
                  <a:lnTo>
                    <a:pt x="1063723" y="1353474"/>
                  </a:lnTo>
                  <a:lnTo>
                    <a:pt x="1063718" y="1353465"/>
                  </a:lnTo>
                  <a:lnTo>
                    <a:pt x="1063717" y="1353458"/>
                  </a:lnTo>
                  <a:lnTo>
                    <a:pt x="1063718" y="1353441"/>
                  </a:lnTo>
                  <a:lnTo>
                    <a:pt x="1063718" y="1353431"/>
                  </a:lnTo>
                  <a:lnTo>
                    <a:pt x="1063716" y="1353424"/>
                  </a:lnTo>
                  <a:lnTo>
                    <a:pt x="1063710" y="1353408"/>
                  </a:lnTo>
                  <a:lnTo>
                    <a:pt x="1063705" y="1353391"/>
                  </a:lnTo>
                  <a:lnTo>
                    <a:pt x="1063702" y="1353384"/>
                  </a:lnTo>
                  <a:lnTo>
                    <a:pt x="1063693" y="1353374"/>
                  </a:lnTo>
                  <a:lnTo>
                    <a:pt x="1063686" y="1353366"/>
                  </a:lnTo>
                  <a:lnTo>
                    <a:pt x="1063684" y="1353359"/>
                  </a:lnTo>
                  <a:lnTo>
                    <a:pt x="1063688" y="1353352"/>
                  </a:lnTo>
                  <a:lnTo>
                    <a:pt x="1063697" y="1353345"/>
                  </a:lnTo>
                  <a:lnTo>
                    <a:pt x="1063714" y="1353337"/>
                  </a:lnTo>
                  <a:lnTo>
                    <a:pt x="1063728" y="1353323"/>
                  </a:lnTo>
                  <a:lnTo>
                    <a:pt x="1063740" y="1353306"/>
                  </a:lnTo>
                  <a:lnTo>
                    <a:pt x="1063751" y="1353290"/>
                  </a:lnTo>
                  <a:lnTo>
                    <a:pt x="1063758" y="1353280"/>
                  </a:lnTo>
                  <a:lnTo>
                    <a:pt x="1063761" y="1353274"/>
                  </a:lnTo>
                  <a:lnTo>
                    <a:pt x="1063768" y="1353257"/>
                  </a:lnTo>
                  <a:lnTo>
                    <a:pt x="1063770" y="1353247"/>
                  </a:lnTo>
                  <a:lnTo>
                    <a:pt x="1063775" y="1353241"/>
                  </a:lnTo>
                  <a:lnTo>
                    <a:pt x="1063780" y="1353232"/>
                  </a:lnTo>
                  <a:lnTo>
                    <a:pt x="1063786" y="1353225"/>
                  </a:lnTo>
                  <a:lnTo>
                    <a:pt x="1063792" y="1353216"/>
                  </a:lnTo>
                  <a:lnTo>
                    <a:pt x="1063794" y="1353208"/>
                  </a:lnTo>
                  <a:lnTo>
                    <a:pt x="1063796" y="1353197"/>
                  </a:lnTo>
                  <a:lnTo>
                    <a:pt x="1063795" y="1353191"/>
                  </a:lnTo>
                  <a:lnTo>
                    <a:pt x="1063787" y="1353175"/>
                  </a:lnTo>
                  <a:lnTo>
                    <a:pt x="1063779" y="1353158"/>
                  </a:lnTo>
                  <a:lnTo>
                    <a:pt x="1063765" y="1353142"/>
                  </a:lnTo>
                  <a:lnTo>
                    <a:pt x="1063750" y="1353125"/>
                  </a:lnTo>
                  <a:lnTo>
                    <a:pt x="1063744" y="1353114"/>
                  </a:lnTo>
                  <a:lnTo>
                    <a:pt x="1063743" y="1353109"/>
                  </a:lnTo>
                  <a:lnTo>
                    <a:pt x="1063739" y="1353098"/>
                  </a:lnTo>
                  <a:lnTo>
                    <a:pt x="1063739" y="1353092"/>
                  </a:lnTo>
                  <a:lnTo>
                    <a:pt x="1063736" y="1353075"/>
                  </a:lnTo>
                  <a:lnTo>
                    <a:pt x="1063732" y="1353059"/>
                  </a:lnTo>
                  <a:lnTo>
                    <a:pt x="1063727" y="1353042"/>
                  </a:lnTo>
                  <a:lnTo>
                    <a:pt x="1063723" y="1353030"/>
                  </a:lnTo>
                  <a:lnTo>
                    <a:pt x="1063720" y="1353025"/>
                  </a:lnTo>
                  <a:lnTo>
                    <a:pt x="1063713" y="1353016"/>
                  </a:lnTo>
                  <a:lnTo>
                    <a:pt x="1063707" y="1353011"/>
                  </a:lnTo>
                  <a:lnTo>
                    <a:pt x="1063692" y="1352998"/>
                  </a:lnTo>
                  <a:lnTo>
                    <a:pt x="1063684" y="1352981"/>
                  </a:lnTo>
                  <a:lnTo>
                    <a:pt x="1063680" y="1352975"/>
                  </a:lnTo>
                  <a:lnTo>
                    <a:pt x="1063675" y="1352971"/>
                  </a:lnTo>
                  <a:lnTo>
                    <a:pt x="1063670" y="1352967"/>
                  </a:lnTo>
                  <a:lnTo>
                    <a:pt x="1063654" y="1352963"/>
                  </a:lnTo>
                  <a:lnTo>
                    <a:pt x="1063637" y="1352959"/>
                  </a:lnTo>
                  <a:lnTo>
                    <a:pt x="1063623" y="1352952"/>
                  </a:lnTo>
                  <a:lnTo>
                    <a:pt x="1063624" y="1352947"/>
                  </a:lnTo>
                  <a:lnTo>
                    <a:pt x="1063636" y="1352941"/>
                  </a:lnTo>
                  <a:lnTo>
                    <a:pt x="1063652" y="1352936"/>
                  </a:lnTo>
                  <a:lnTo>
                    <a:pt x="1063668" y="1352930"/>
                  </a:lnTo>
                  <a:lnTo>
                    <a:pt x="1063684" y="1352923"/>
                  </a:lnTo>
                  <a:lnTo>
                    <a:pt x="1063692" y="1352907"/>
                  </a:lnTo>
                  <a:lnTo>
                    <a:pt x="1063694" y="1352895"/>
                  </a:lnTo>
                  <a:lnTo>
                    <a:pt x="1063698" y="1352890"/>
                  </a:lnTo>
                  <a:lnTo>
                    <a:pt x="1063706" y="1352881"/>
                  </a:lnTo>
                  <a:lnTo>
                    <a:pt x="1063712" y="1352876"/>
                  </a:lnTo>
                  <a:lnTo>
                    <a:pt x="1063720" y="1352863"/>
                  </a:lnTo>
                  <a:lnTo>
                    <a:pt x="1063725" y="1352846"/>
                  </a:lnTo>
                  <a:lnTo>
                    <a:pt x="1063727" y="1352835"/>
                  </a:lnTo>
                  <a:lnTo>
                    <a:pt x="1063731" y="1352828"/>
                  </a:lnTo>
                  <a:lnTo>
                    <a:pt x="1063740" y="1352813"/>
                  </a:lnTo>
                  <a:lnTo>
                    <a:pt x="1063753" y="1352797"/>
                  </a:lnTo>
                  <a:lnTo>
                    <a:pt x="1063768" y="1352781"/>
                  </a:lnTo>
                  <a:lnTo>
                    <a:pt x="1063782" y="1352765"/>
                  </a:lnTo>
                  <a:lnTo>
                    <a:pt x="1063794" y="1352749"/>
                  </a:lnTo>
                  <a:lnTo>
                    <a:pt x="1063806" y="1352735"/>
                  </a:lnTo>
                  <a:lnTo>
                    <a:pt x="1063810" y="1352732"/>
                  </a:lnTo>
                  <a:lnTo>
                    <a:pt x="1063818" y="1352730"/>
                  </a:lnTo>
                  <a:lnTo>
                    <a:pt x="1063823" y="1352729"/>
                  </a:lnTo>
                  <a:lnTo>
                    <a:pt x="1063827" y="1352720"/>
                  </a:lnTo>
                  <a:lnTo>
                    <a:pt x="1063826" y="1352711"/>
                  </a:lnTo>
                  <a:lnTo>
                    <a:pt x="1063824" y="1352695"/>
                  </a:lnTo>
                  <a:lnTo>
                    <a:pt x="1063821" y="1352687"/>
                  </a:lnTo>
                  <a:lnTo>
                    <a:pt x="1063820" y="1352678"/>
                  </a:lnTo>
                  <a:lnTo>
                    <a:pt x="1063815" y="1352667"/>
                  </a:lnTo>
                  <a:lnTo>
                    <a:pt x="1063815" y="1352661"/>
                  </a:lnTo>
                  <a:lnTo>
                    <a:pt x="1063817" y="1352650"/>
                  </a:lnTo>
                  <a:lnTo>
                    <a:pt x="1063821" y="1352645"/>
                  </a:lnTo>
                  <a:lnTo>
                    <a:pt x="1063824" y="1352628"/>
                  </a:lnTo>
                  <a:lnTo>
                    <a:pt x="1063823" y="1352611"/>
                  </a:lnTo>
                  <a:lnTo>
                    <a:pt x="1063821" y="1352594"/>
                  </a:lnTo>
                  <a:lnTo>
                    <a:pt x="1063816" y="1352578"/>
                  </a:lnTo>
                  <a:lnTo>
                    <a:pt x="1063809" y="1352561"/>
                  </a:lnTo>
                  <a:lnTo>
                    <a:pt x="1063801" y="1352546"/>
                  </a:lnTo>
                  <a:lnTo>
                    <a:pt x="1063801" y="1352538"/>
                  </a:lnTo>
                  <a:lnTo>
                    <a:pt x="1063803" y="1352532"/>
                  </a:lnTo>
                  <a:lnTo>
                    <a:pt x="1063806" y="1352528"/>
                  </a:lnTo>
                  <a:lnTo>
                    <a:pt x="1063820" y="1352520"/>
                  </a:lnTo>
                  <a:lnTo>
                    <a:pt x="1063832" y="1352512"/>
                  </a:lnTo>
                  <a:lnTo>
                    <a:pt x="1063838" y="1352510"/>
                  </a:lnTo>
                  <a:lnTo>
                    <a:pt x="1063854" y="1352499"/>
                  </a:lnTo>
                  <a:lnTo>
                    <a:pt x="1063871" y="1352486"/>
                  </a:lnTo>
                  <a:lnTo>
                    <a:pt x="1063887" y="1352473"/>
                  </a:lnTo>
                  <a:lnTo>
                    <a:pt x="1063903" y="1352460"/>
                  </a:lnTo>
                  <a:lnTo>
                    <a:pt x="1063919" y="1352444"/>
                  </a:lnTo>
                  <a:lnTo>
                    <a:pt x="1063931" y="1352435"/>
                  </a:lnTo>
                  <a:lnTo>
                    <a:pt x="1063978" y="1352390"/>
                  </a:lnTo>
                  <a:lnTo>
                    <a:pt x="1063988" y="1352386"/>
                  </a:lnTo>
                  <a:lnTo>
                    <a:pt x="1063996" y="1352383"/>
                  </a:lnTo>
                  <a:lnTo>
                    <a:pt x="1064012" y="1352376"/>
                  </a:lnTo>
                  <a:lnTo>
                    <a:pt x="1064018" y="1352372"/>
                  </a:lnTo>
                  <a:lnTo>
                    <a:pt x="1064024" y="1352367"/>
                  </a:lnTo>
                  <a:lnTo>
                    <a:pt x="1064032" y="1352362"/>
                  </a:lnTo>
                  <a:lnTo>
                    <a:pt x="1064038" y="1352346"/>
                  </a:lnTo>
                  <a:lnTo>
                    <a:pt x="1064041" y="1352330"/>
                  </a:lnTo>
                  <a:lnTo>
                    <a:pt x="1064043" y="1352313"/>
                  </a:lnTo>
                  <a:lnTo>
                    <a:pt x="1064046" y="1352294"/>
                  </a:lnTo>
                  <a:lnTo>
                    <a:pt x="1064051" y="1352288"/>
                  </a:lnTo>
                  <a:lnTo>
                    <a:pt x="1064067" y="1352274"/>
                  </a:lnTo>
                  <a:lnTo>
                    <a:pt x="1064077" y="1352263"/>
                  </a:lnTo>
                  <a:lnTo>
                    <a:pt x="1064079" y="1352258"/>
                  </a:lnTo>
                  <a:lnTo>
                    <a:pt x="1064083" y="1352253"/>
                  </a:lnTo>
                  <a:lnTo>
                    <a:pt x="1064089" y="1352242"/>
                  </a:lnTo>
                  <a:lnTo>
                    <a:pt x="1064093" y="1352237"/>
                  </a:lnTo>
                  <a:lnTo>
                    <a:pt x="1064097" y="1352225"/>
                  </a:lnTo>
                  <a:lnTo>
                    <a:pt x="1064103" y="1352208"/>
                  </a:lnTo>
                  <a:lnTo>
                    <a:pt x="1064107" y="1352200"/>
                  </a:lnTo>
                  <a:lnTo>
                    <a:pt x="1064109" y="1352191"/>
                  </a:lnTo>
                  <a:lnTo>
                    <a:pt x="1064114" y="1352177"/>
                  </a:lnTo>
                  <a:lnTo>
                    <a:pt x="1064115" y="1352167"/>
                  </a:lnTo>
                  <a:lnTo>
                    <a:pt x="1064119" y="1352158"/>
                  </a:lnTo>
                  <a:lnTo>
                    <a:pt x="1064121" y="1352141"/>
                  </a:lnTo>
                  <a:lnTo>
                    <a:pt x="1064124" y="1352125"/>
                  </a:lnTo>
                  <a:lnTo>
                    <a:pt x="1064126" y="1352108"/>
                  </a:lnTo>
                  <a:lnTo>
                    <a:pt x="1064122" y="1352091"/>
                  </a:lnTo>
                  <a:lnTo>
                    <a:pt x="1064122" y="1352082"/>
                  </a:lnTo>
                  <a:lnTo>
                    <a:pt x="1064128" y="1352076"/>
                  </a:lnTo>
                  <a:lnTo>
                    <a:pt x="1064135" y="1352071"/>
                  </a:lnTo>
                  <a:lnTo>
                    <a:pt x="1064145" y="1352068"/>
                  </a:lnTo>
                  <a:lnTo>
                    <a:pt x="1064161" y="1352063"/>
                  </a:lnTo>
                  <a:lnTo>
                    <a:pt x="1064176" y="1352063"/>
                  </a:lnTo>
                  <a:lnTo>
                    <a:pt x="1064193" y="1352061"/>
                  </a:lnTo>
                  <a:lnTo>
                    <a:pt x="1064210" y="1352056"/>
                  </a:lnTo>
                  <a:lnTo>
                    <a:pt x="1064226" y="1352051"/>
                  </a:lnTo>
                  <a:lnTo>
                    <a:pt x="1064242" y="1352042"/>
                  </a:lnTo>
                  <a:lnTo>
                    <a:pt x="1064258" y="1352030"/>
                  </a:lnTo>
                  <a:lnTo>
                    <a:pt x="1064274" y="1352016"/>
                  </a:lnTo>
                  <a:lnTo>
                    <a:pt x="1064287" y="1351999"/>
                  </a:lnTo>
                  <a:lnTo>
                    <a:pt x="1064295" y="1351985"/>
                  </a:lnTo>
                  <a:lnTo>
                    <a:pt x="1064304" y="1351966"/>
                  </a:lnTo>
                  <a:lnTo>
                    <a:pt x="1064310" y="1351955"/>
                  </a:lnTo>
                  <a:lnTo>
                    <a:pt x="1064316" y="1351949"/>
                  </a:lnTo>
                  <a:lnTo>
                    <a:pt x="1064332" y="1351943"/>
                  </a:lnTo>
                  <a:lnTo>
                    <a:pt x="1064348" y="1351940"/>
                  </a:lnTo>
                  <a:lnTo>
                    <a:pt x="1064356" y="1351938"/>
                  </a:lnTo>
                  <a:lnTo>
                    <a:pt x="1064364" y="1351938"/>
                  </a:lnTo>
                  <a:lnTo>
                    <a:pt x="1064397" y="1351934"/>
                  </a:lnTo>
                  <a:lnTo>
                    <a:pt x="1064404" y="1351932"/>
                  </a:lnTo>
                  <a:lnTo>
                    <a:pt x="1064421" y="1351930"/>
                  </a:lnTo>
                  <a:lnTo>
                    <a:pt x="1064437" y="1351929"/>
                  </a:lnTo>
                  <a:lnTo>
                    <a:pt x="1064453" y="1351928"/>
                  </a:lnTo>
                  <a:lnTo>
                    <a:pt x="1064469" y="1351928"/>
                  </a:lnTo>
                  <a:lnTo>
                    <a:pt x="1064477" y="1351925"/>
                  </a:lnTo>
                  <a:lnTo>
                    <a:pt x="1064486" y="1351925"/>
                  </a:lnTo>
                  <a:lnTo>
                    <a:pt x="1064502" y="1351922"/>
                  </a:lnTo>
                  <a:lnTo>
                    <a:pt x="1064518" y="1351918"/>
                  </a:lnTo>
                  <a:lnTo>
                    <a:pt x="1064534" y="1351911"/>
                  </a:lnTo>
                  <a:lnTo>
                    <a:pt x="1064550" y="1351903"/>
                  </a:lnTo>
                  <a:lnTo>
                    <a:pt x="1064562" y="1351894"/>
                  </a:lnTo>
                  <a:lnTo>
                    <a:pt x="1064565" y="1351889"/>
                  </a:lnTo>
                  <a:lnTo>
                    <a:pt x="1064579" y="1351876"/>
                  </a:lnTo>
                  <a:lnTo>
                    <a:pt x="1064586" y="1351874"/>
                  </a:lnTo>
                  <a:lnTo>
                    <a:pt x="1064596" y="1351874"/>
                  </a:lnTo>
                  <a:lnTo>
                    <a:pt x="1064613" y="1351873"/>
                  </a:lnTo>
                  <a:lnTo>
                    <a:pt x="1064619" y="1351874"/>
                  </a:lnTo>
                  <a:lnTo>
                    <a:pt x="1064629" y="1351872"/>
                  </a:lnTo>
                  <a:lnTo>
                    <a:pt x="1064636" y="1351872"/>
                  </a:lnTo>
                  <a:lnTo>
                    <a:pt x="1064645" y="1351869"/>
                  </a:lnTo>
                  <a:lnTo>
                    <a:pt x="1064661" y="1351862"/>
                  </a:lnTo>
                  <a:lnTo>
                    <a:pt x="1064673" y="1351854"/>
                  </a:lnTo>
                  <a:lnTo>
                    <a:pt x="1064678" y="1351853"/>
                  </a:lnTo>
                  <a:lnTo>
                    <a:pt x="1064685" y="1351849"/>
                  </a:lnTo>
                  <a:lnTo>
                    <a:pt x="1064694" y="1351846"/>
                  </a:lnTo>
                  <a:lnTo>
                    <a:pt x="1064710" y="1351843"/>
                  </a:lnTo>
                  <a:lnTo>
                    <a:pt x="1064726" y="1351840"/>
                  </a:lnTo>
                  <a:lnTo>
                    <a:pt x="1064742" y="1351836"/>
                  </a:lnTo>
                  <a:lnTo>
                    <a:pt x="1064758" y="1351830"/>
                  </a:lnTo>
                  <a:lnTo>
                    <a:pt x="1064767" y="1351825"/>
                  </a:lnTo>
                  <a:lnTo>
                    <a:pt x="1064772" y="1351817"/>
                  </a:lnTo>
                  <a:lnTo>
                    <a:pt x="1064777" y="1351801"/>
                  </a:lnTo>
                  <a:lnTo>
                    <a:pt x="1064780" y="1351784"/>
                  </a:lnTo>
                  <a:lnTo>
                    <a:pt x="1064782" y="1351776"/>
                  </a:lnTo>
                  <a:lnTo>
                    <a:pt x="1064784" y="1351767"/>
                  </a:lnTo>
                  <a:lnTo>
                    <a:pt x="1064784" y="1351750"/>
                  </a:lnTo>
                  <a:lnTo>
                    <a:pt x="1064782" y="1351740"/>
                  </a:lnTo>
                  <a:lnTo>
                    <a:pt x="1064781" y="1351734"/>
                  </a:lnTo>
                  <a:lnTo>
                    <a:pt x="1064779" y="1351726"/>
                  </a:lnTo>
                  <a:lnTo>
                    <a:pt x="1064777" y="1351717"/>
                  </a:lnTo>
                  <a:lnTo>
                    <a:pt x="1064775" y="1351700"/>
                  </a:lnTo>
                  <a:lnTo>
                    <a:pt x="1064767" y="1351684"/>
                  </a:lnTo>
                  <a:lnTo>
                    <a:pt x="1064764" y="1351667"/>
                  </a:lnTo>
                  <a:lnTo>
                    <a:pt x="1064766" y="1351650"/>
                  </a:lnTo>
                  <a:lnTo>
                    <a:pt x="1064771" y="1351614"/>
                  </a:lnTo>
                  <a:lnTo>
                    <a:pt x="1064791" y="1351624"/>
                  </a:lnTo>
                  <a:lnTo>
                    <a:pt x="1064797" y="1351624"/>
                  </a:lnTo>
                  <a:lnTo>
                    <a:pt x="1064814" y="1351627"/>
                  </a:lnTo>
                  <a:lnTo>
                    <a:pt x="1064830" y="1351627"/>
                  </a:lnTo>
                  <a:lnTo>
                    <a:pt x="1064846" y="1351628"/>
                  </a:lnTo>
                  <a:lnTo>
                    <a:pt x="1064863" y="1351628"/>
                  </a:lnTo>
                  <a:lnTo>
                    <a:pt x="1064879" y="1351629"/>
                  </a:lnTo>
                  <a:lnTo>
                    <a:pt x="1064895" y="1351630"/>
                  </a:lnTo>
                  <a:lnTo>
                    <a:pt x="1064900" y="1351632"/>
                  </a:lnTo>
                  <a:lnTo>
                    <a:pt x="1064948" y="1351641"/>
                  </a:lnTo>
                  <a:lnTo>
                    <a:pt x="1064952" y="1351643"/>
                  </a:lnTo>
                  <a:lnTo>
                    <a:pt x="1064962" y="1351644"/>
                  </a:lnTo>
                  <a:lnTo>
                    <a:pt x="1064978" y="1351643"/>
                  </a:lnTo>
                  <a:lnTo>
                    <a:pt x="1064994" y="1351636"/>
                  </a:lnTo>
                  <a:lnTo>
                    <a:pt x="1065011" y="1351627"/>
                  </a:lnTo>
                  <a:lnTo>
                    <a:pt x="1065027" y="1351619"/>
                  </a:lnTo>
                  <a:lnTo>
                    <a:pt x="1065043" y="1351609"/>
                  </a:lnTo>
                  <a:lnTo>
                    <a:pt x="1065051" y="1351599"/>
                  </a:lnTo>
                  <a:lnTo>
                    <a:pt x="1065055" y="1351592"/>
                  </a:lnTo>
                  <a:lnTo>
                    <a:pt x="1065061" y="1351576"/>
                  </a:lnTo>
                  <a:lnTo>
                    <a:pt x="1065066" y="1351559"/>
                  </a:lnTo>
                  <a:lnTo>
                    <a:pt x="1065066" y="1351545"/>
                  </a:lnTo>
                  <a:lnTo>
                    <a:pt x="1065070" y="1351540"/>
                  </a:lnTo>
                  <a:lnTo>
                    <a:pt x="1065080" y="1351534"/>
                  </a:lnTo>
                  <a:lnTo>
                    <a:pt x="1065090" y="1351530"/>
                  </a:lnTo>
                  <a:lnTo>
                    <a:pt x="1065106" y="1351520"/>
                  </a:lnTo>
                  <a:lnTo>
                    <a:pt x="1065123" y="1351512"/>
                  </a:lnTo>
                  <a:lnTo>
                    <a:pt x="1065130" y="1351510"/>
                  </a:lnTo>
                  <a:lnTo>
                    <a:pt x="1065139" y="1351509"/>
                  </a:lnTo>
                  <a:lnTo>
                    <a:pt x="1065155" y="1351507"/>
                  </a:lnTo>
                  <a:lnTo>
                    <a:pt x="1065160" y="1351507"/>
                  </a:lnTo>
                  <a:lnTo>
                    <a:pt x="1065171" y="1351507"/>
                  </a:lnTo>
                  <a:lnTo>
                    <a:pt x="1065187" y="1351507"/>
                  </a:lnTo>
                  <a:lnTo>
                    <a:pt x="1065203" y="1351509"/>
                  </a:lnTo>
                  <a:lnTo>
                    <a:pt x="1065220" y="1351509"/>
                  </a:lnTo>
                  <a:lnTo>
                    <a:pt x="1065239" y="1351509"/>
                  </a:lnTo>
                  <a:lnTo>
                    <a:pt x="1065253" y="1351511"/>
                  </a:lnTo>
                  <a:lnTo>
                    <a:pt x="1065267" y="1351511"/>
                  </a:lnTo>
                  <a:lnTo>
                    <a:pt x="1065287" y="1351512"/>
                  </a:lnTo>
                  <a:lnTo>
                    <a:pt x="1065301" y="1351514"/>
                  </a:lnTo>
                  <a:lnTo>
                    <a:pt x="1065317" y="1351520"/>
                  </a:lnTo>
                  <a:lnTo>
                    <a:pt x="1065333" y="1351523"/>
                  </a:lnTo>
                  <a:lnTo>
                    <a:pt x="1065349" y="1351528"/>
                  </a:lnTo>
                  <a:lnTo>
                    <a:pt x="1065365" y="1351533"/>
                  </a:lnTo>
                  <a:lnTo>
                    <a:pt x="1065382" y="1351539"/>
                  </a:lnTo>
                  <a:lnTo>
                    <a:pt x="1065388" y="1351541"/>
                  </a:lnTo>
                  <a:lnTo>
                    <a:pt x="1065398" y="1351541"/>
                  </a:lnTo>
                  <a:lnTo>
                    <a:pt x="1065414" y="1351537"/>
                  </a:lnTo>
                  <a:lnTo>
                    <a:pt x="1065426" y="1351536"/>
                  </a:lnTo>
                  <a:lnTo>
                    <a:pt x="1065431" y="1351534"/>
                  </a:lnTo>
                  <a:lnTo>
                    <a:pt x="1065447" y="1351531"/>
                  </a:lnTo>
                  <a:lnTo>
                    <a:pt x="1065463" y="1351525"/>
                  </a:lnTo>
                  <a:lnTo>
                    <a:pt x="1065479" y="1351520"/>
                  </a:lnTo>
                  <a:lnTo>
                    <a:pt x="1065505" y="1351506"/>
                  </a:lnTo>
                  <a:lnTo>
                    <a:pt x="1065513" y="1351501"/>
                  </a:lnTo>
                  <a:lnTo>
                    <a:pt x="1065529" y="1351491"/>
                  </a:lnTo>
                  <a:lnTo>
                    <a:pt x="1065545" y="1351479"/>
                  </a:lnTo>
                  <a:lnTo>
                    <a:pt x="1065561" y="1351469"/>
                  </a:lnTo>
                  <a:lnTo>
                    <a:pt x="1065577" y="1351457"/>
                  </a:lnTo>
                  <a:lnTo>
                    <a:pt x="1065593" y="1351441"/>
                  </a:lnTo>
                  <a:lnTo>
                    <a:pt x="1065604" y="1351431"/>
                  </a:lnTo>
                  <a:lnTo>
                    <a:pt x="1065609" y="1351429"/>
                  </a:lnTo>
                  <a:lnTo>
                    <a:pt x="1065618" y="1351424"/>
                  </a:lnTo>
                  <a:lnTo>
                    <a:pt x="1065626" y="1351423"/>
                  </a:lnTo>
                  <a:lnTo>
                    <a:pt x="1065642" y="1351422"/>
                  </a:lnTo>
                  <a:lnTo>
                    <a:pt x="1065658" y="1351420"/>
                  </a:lnTo>
                  <a:lnTo>
                    <a:pt x="1065673" y="1351422"/>
                  </a:lnTo>
                  <a:lnTo>
                    <a:pt x="1065690" y="1351426"/>
                  </a:lnTo>
                  <a:lnTo>
                    <a:pt x="1065707" y="1351431"/>
                  </a:lnTo>
                  <a:lnTo>
                    <a:pt x="1065723" y="1351434"/>
                  </a:lnTo>
                  <a:lnTo>
                    <a:pt x="1065739" y="1351438"/>
                  </a:lnTo>
                  <a:lnTo>
                    <a:pt x="1065755" y="1351446"/>
                  </a:lnTo>
                  <a:lnTo>
                    <a:pt x="1065771" y="1351454"/>
                  </a:lnTo>
                  <a:lnTo>
                    <a:pt x="1065788" y="1351463"/>
                  </a:lnTo>
                  <a:lnTo>
                    <a:pt x="1065794" y="1351465"/>
                  </a:lnTo>
                  <a:lnTo>
                    <a:pt x="1065803" y="1351464"/>
                  </a:lnTo>
                  <a:lnTo>
                    <a:pt x="1065820" y="1351457"/>
                  </a:lnTo>
                  <a:lnTo>
                    <a:pt x="1065837" y="1351455"/>
                  </a:lnTo>
                  <a:lnTo>
                    <a:pt x="1065853" y="1351453"/>
                  </a:lnTo>
                  <a:lnTo>
                    <a:pt x="1065863" y="1351448"/>
                  </a:lnTo>
                  <a:lnTo>
                    <a:pt x="1065867" y="1351442"/>
                  </a:lnTo>
                  <a:lnTo>
                    <a:pt x="1065868" y="1351431"/>
                  </a:lnTo>
                  <a:lnTo>
                    <a:pt x="1065865" y="1351426"/>
                  </a:lnTo>
                  <a:lnTo>
                    <a:pt x="1065854" y="1351410"/>
                  </a:lnTo>
                  <a:lnTo>
                    <a:pt x="1065850" y="1351401"/>
                  </a:lnTo>
                  <a:lnTo>
                    <a:pt x="1065846" y="1351391"/>
                  </a:lnTo>
                  <a:lnTo>
                    <a:pt x="1065845" y="1351376"/>
                  </a:lnTo>
                  <a:lnTo>
                    <a:pt x="1065845" y="1351365"/>
                  </a:lnTo>
                  <a:lnTo>
                    <a:pt x="1065846" y="1351356"/>
                  </a:lnTo>
                  <a:lnTo>
                    <a:pt x="1065851" y="1351342"/>
                  </a:lnTo>
                  <a:lnTo>
                    <a:pt x="1065856" y="1351325"/>
                  </a:lnTo>
                  <a:lnTo>
                    <a:pt x="1065860" y="1351309"/>
                  </a:lnTo>
                  <a:lnTo>
                    <a:pt x="1065864" y="1351292"/>
                  </a:lnTo>
                  <a:lnTo>
                    <a:pt x="1065872" y="1351277"/>
                  </a:lnTo>
                  <a:lnTo>
                    <a:pt x="1065878" y="1351267"/>
                  </a:lnTo>
                  <a:lnTo>
                    <a:pt x="1065886" y="1351259"/>
                  </a:lnTo>
                  <a:lnTo>
                    <a:pt x="1065895" y="1351250"/>
                  </a:lnTo>
                  <a:lnTo>
                    <a:pt x="1065902" y="1351246"/>
                  </a:lnTo>
                  <a:lnTo>
                    <a:pt x="1065918" y="1351235"/>
                  </a:lnTo>
                  <a:lnTo>
                    <a:pt x="1065934" y="1351224"/>
                  </a:lnTo>
                  <a:lnTo>
                    <a:pt x="1065949" y="1351209"/>
                  </a:lnTo>
                  <a:lnTo>
                    <a:pt x="1065953" y="1351202"/>
                  </a:lnTo>
                  <a:lnTo>
                    <a:pt x="1065956" y="1351192"/>
                  </a:lnTo>
                  <a:lnTo>
                    <a:pt x="1065961" y="1351175"/>
                  </a:lnTo>
                  <a:lnTo>
                    <a:pt x="1065963" y="1351168"/>
                  </a:lnTo>
                  <a:lnTo>
                    <a:pt x="1065966" y="1351141"/>
                  </a:lnTo>
                  <a:lnTo>
                    <a:pt x="1065968" y="1351122"/>
                  </a:lnTo>
                  <a:lnTo>
                    <a:pt x="1065972" y="1351107"/>
                  </a:lnTo>
                  <a:lnTo>
                    <a:pt x="1065980" y="1351090"/>
                  </a:lnTo>
                  <a:lnTo>
                    <a:pt x="1065987" y="1351074"/>
                  </a:lnTo>
                  <a:lnTo>
                    <a:pt x="1065994" y="1351057"/>
                  </a:lnTo>
                  <a:lnTo>
                    <a:pt x="1065997" y="1351040"/>
                  </a:lnTo>
                  <a:lnTo>
                    <a:pt x="1065999" y="1351024"/>
                  </a:lnTo>
                  <a:lnTo>
                    <a:pt x="1065999" y="1351007"/>
                  </a:lnTo>
                  <a:lnTo>
                    <a:pt x="1066002" y="1350990"/>
                  </a:lnTo>
                  <a:lnTo>
                    <a:pt x="1066005" y="1350975"/>
                  </a:lnTo>
                  <a:lnTo>
                    <a:pt x="1066013" y="1350957"/>
                  </a:lnTo>
                  <a:lnTo>
                    <a:pt x="1066025" y="1350940"/>
                  </a:lnTo>
                  <a:lnTo>
                    <a:pt x="1066031" y="1350929"/>
                  </a:lnTo>
                  <a:lnTo>
                    <a:pt x="1066032" y="1350923"/>
                  </a:lnTo>
                  <a:lnTo>
                    <a:pt x="1066034" y="1350916"/>
                  </a:lnTo>
                  <a:lnTo>
                    <a:pt x="1066034" y="1350907"/>
                  </a:lnTo>
                  <a:lnTo>
                    <a:pt x="1066036" y="1350890"/>
                  </a:lnTo>
                  <a:lnTo>
                    <a:pt x="1066037" y="1350873"/>
                  </a:lnTo>
                  <a:lnTo>
                    <a:pt x="1066042" y="1350859"/>
                  </a:lnTo>
                  <a:lnTo>
                    <a:pt x="1066046" y="1350842"/>
                  </a:lnTo>
                  <a:lnTo>
                    <a:pt x="1066046" y="1350824"/>
                  </a:lnTo>
                  <a:lnTo>
                    <a:pt x="1066042" y="1350801"/>
                  </a:lnTo>
                  <a:lnTo>
                    <a:pt x="1066040" y="1350785"/>
                  </a:lnTo>
                  <a:lnTo>
                    <a:pt x="1066032" y="1350773"/>
                  </a:lnTo>
                  <a:lnTo>
                    <a:pt x="1066025" y="1350765"/>
                  </a:lnTo>
                  <a:lnTo>
                    <a:pt x="1066025" y="1350758"/>
                  </a:lnTo>
                  <a:lnTo>
                    <a:pt x="1066030" y="1350744"/>
                  </a:lnTo>
                  <a:lnTo>
                    <a:pt x="1066034" y="1350740"/>
                  </a:lnTo>
                  <a:lnTo>
                    <a:pt x="1066044" y="1350723"/>
                  </a:lnTo>
                  <a:lnTo>
                    <a:pt x="1066050" y="1350707"/>
                  </a:lnTo>
                  <a:lnTo>
                    <a:pt x="1066048" y="1350698"/>
                  </a:lnTo>
                  <a:lnTo>
                    <a:pt x="1066045" y="1350690"/>
                  </a:lnTo>
                  <a:lnTo>
                    <a:pt x="1066037" y="1350674"/>
                  </a:lnTo>
                  <a:lnTo>
                    <a:pt x="1066031" y="1350657"/>
                  </a:lnTo>
                  <a:lnTo>
                    <a:pt x="1066033" y="1350638"/>
                  </a:lnTo>
                  <a:lnTo>
                    <a:pt x="1066038" y="1350631"/>
                  </a:lnTo>
                  <a:lnTo>
                    <a:pt x="1066045" y="1350628"/>
                  </a:lnTo>
                  <a:lnTo>
                    <a:pt x="1066061" y="1350619"/>
                  </a:lnTo>
                  <a:lnTo>
                    <a:pt x="1066073" y="1350610"/>
                  </a:lnTo>
                  <a:lnTo>
                    <a:pt x="1066076" y="1350605"/>
                  </a:lnTo>
                  <a:lnTo>
                    <a:pt x="1066092" y="1350588"/>
                  </a:lnTo>
                  <a:lnTo>
                    <a:pt x="1066101" y="1350583"/>
                  </a:lnTo>
                  <a:lnTo>
                    <a:pt x="1066106" y="1350582"/>
                  </a:lnTo>
                  <a:lnTo>
                    <a:pt x="1066123" y="1350583"/>
                  </a:lnTo>
                  <a:lnTo>
                    <a:pt x="1066139" y="1350584"/>
                  </a:lnTo>
                  <a:lnTo>
                    <a:pt x="1066150" y="1350580"/>
                  </a:lnTo>
                  <a:lnTo>
                    <a:pt x="1066155" y="1350575"/>
                  </a:lnTo>
                  <a:lnTo>
                    <a:pt x="1066167" y="1350558"/>
                  </a:lnTo>
                  <a:lnTo>
                    <a:pt x="1066178" y="1350543"/>
                  </a:lnTo>
                  <a:lnTo>
                    <a:pt x="1066181" y="1350537"/>
                  </a:lnTo>
                  <a:lnTo>
                    <a:pt x="1066192" y="1350526"/>
                  </a:lnTo>
                  <a:lnTo>
                    <a:pt x="1066203" y="1350518"/>
                  </a:lnTo>
                  <a:lnTo>
                    <a:pt x="1066208" y="1350517"/>
                  </a:lnTo>
                  <a:lnTo>
                    <a:pt x="1066215" y="1350515"/>
                  </a:lnTo>
                  <a:lnTo>
                    <a:pt x="1066223" y="1350513"/>
                  </a:lnTo>
                  <a:lnTo>
                    <a:pt x="1066241" y="1350507"/>
                  </a:lnTo>
                  <a:lnTo>
                    <a:pt x="1066250" y="1350501"/>
                  </a:lnTo>
                  <a:lnTo>
                    <a:pt x="1066260" y="1350489"/>
                  </a:lnTo>
                  <a:lnTo>
                    <a:pt x="1066270" y="1350470"/>
                  </a:lnTo>
                  <a:lnTo>
                    <a:pt x="1066277" y="1350458"/>
                  </a:lnTo>
                  <a:lnTo>
                    <a:pt x="1066295" y="1350442"/>
                  </a:lnTo>
                  <a:lnTo>
                    <a:pt x="1066307" y="1350428"/>
                  </a:lnTo>
                  <a:lnTo>
                    <a:pt x="1066318" y="1350414"/>
                  </a:lnTo>
                  <a:lnTo>
                    <a:pt x="1066320" y="1350403"/>
                  </a:lnTo>
                  <a:lnTo>
                    <a:pt x="1066317" y="1350395"/>
                  </a:lnTo>
                  <a:lnTo>
                    <a:pt x="1066312" y="1350379"/>
                  </a:lnTo>
                  <a:lnTo>
                    <a:pt x="1066310" y="1350362"/>
                  </a:lnTo>
                  <a:lnTo>
                    <a:pt x="1066309" y="1350345"/>
                  </a:lnTo>
                  <a:lnTo>
                    <a:pt x="1066306" y="1350331"/>
                  </a:lnTo>
                  <a:lnTo>
                    <a:pt x="1066304" y="1350323"/>
                  </a:lnTo>
                  <a:lnTo>
                    <a:pt x="1066298" y="1350312"/>
                  </a:lnTo>
                  <a:lnTo>
                    <a:pt x="1066293" y="1350304"/>
                  </a:lnTo>
                  <a:lnTo>
                    <a:pt x="1066287" y="1350296"/>
                  </a:lnTo>
                  <a:lnTo>
                    <a:pt x="1066273" y="1350280"/>
                  </a:lnTo>
                  <a:lnTo>
                    <a:pt x="1066260" y="1350265"/>
                  </a:lnTo>
                  <a:lnTo>
                    <a:pt x="1066251" y="1350256"/>
                  </a:lnTo>
                  <a:lnTo>
                    <a:pt x="1066249" y="1350250"/>
                  </a:lnTo>
                  <a:lnTo>
                    <a:pt x="1066248" y="1350239"/>
                  </a:lnTo>
                  <a:lnTo>
                    <a:pt x="1066250" y="1350232"/>
                  </a:lnTo>
                  <a:lnTo>
                    <a:pt x="1066256" y="1350216"/>
                  </a:lnTo>
                  <a:lnTo>
                    <a:pt x="1066262" y="1350199"/>
                  </a:lnTo>
                  <a:lnTo>
                    <a:pt x="1066262" y="1350187"/>
                  </a:lnTo>
                  <a:lnTo>
                    <a:pt x="1066260" y="1350182"/>
                  </a:lnTo>
                  <a:lnTo>
                    <a:pt x="1066255" y="1350171"/>
                  </a:lnTo>
                  <a:lnTo>
                    <a:pt x="1066251" y="1350166"/>
                  </a:lnTo>
                  <a:lnTo>
                    <a:pt x="1066239" y="1350149"/>
                  </a:lnTo>
                  <a:lnTo>
                    <a:pt x="1066230" y="1350138"/>
                  </a:lnTo>
                  <a:lnTo>
                    <a:pt x="1066228" y="1350132"/>
                  </a:lnTo>
                  <a:lnTo>
                    <a:pt x="1066227" y="1350116"/>
                  </a:lnTo>
                  <a:lnTo>
                    <a:pt x="1066227" y="1350099"/>
                  </a:lnTo>
                  <a:lnTo>
                    <a:pt x="1066226" y="1350087"/>
                  </a:lnTo>
                  <a:lnTo>
                    <a:pt x="1066220" y="1350070"/>
                  </a:lnTo>
                  <a:lnTo>
                    <a:pt x="1066215" y="1350054"/>
                  </a:lnTo>
                  <a:lnTo>
                    <a:pt x="1066212" y="1350037"/>
                  </a:lnTo>
                  <a:lnTo>
                    <a:pt x="1066212" y="1350025"/>
                  </a:lnTo>
                  <a:lnTo>
                    <a:pt x="1066210" y="1350020"/>
                  </a:lnTo>
                  <a:lnTo>
                    <a:pt x="1066196" y="1350009"/>
                  </a:lnTo>
                  <a:lnTo>
                    <a:pt x="1066179" y="1350002"/>
                  </a:lnTo>
                  <a:lnTo>
                    <a:pt x="1066163" y="1349992"/>
                  </a:lnTo>
                  <a:lnTo>
                    <a:pt x="1066147" y="1349977"/>
                  </a:lnTo>
                  <a:lnTo>
                    <a:pt x="1066132" y="1349961"/>
                  </a:lnTo>
                  <a:lnTo>
                    <a:pt x="1066120" y="1349954"/>
                  </a:lnTo>
                  <a:lnTo>
                    <a:pt x="1066116" y="1349949"/>
                  </a:lnTo>
                  <a:lnTo>
                    <a:pt x="1066106" y="1349941"/>
                  </a:lnTo>
                  <a:lnTo>
                    <a:pt x="1066104" y="1349934"/>
                  </a:lnTo>
                  <a:lnTo>
                    <a:pt x="1066101" y="1349926"/>
                  </a:lnTo>
                  <a:lnTo>
                    <a:pt x="1066101" y="1349917"/>
                  </a:lnTo>
                  <a:lnTo>
                    <a:pt x="1066101" y="1349901"/>
                  </a:lnTo>
                  <a:lnTo>
                    <a:pt x="1066096" y="1349884"/>
                  </a:lnTo>
                  <a:lnTo>
                    <a:pt x="1066095" y="1349867"/>
                  </a:lnTo>
                  <a:lnTo>
                    <a:pt x="1066092" y="1349851"/>
                  </a:lnTo>
                  <a:lnTo>
                    <a:pt x="1066085" y="1349838"/>
                  </a:lnTo>
                  <a:lnTo>
                    <a:pt x="1066083" y="1349833"/>
                  </a:lnTo>
                  <a:lnTo>
                    <a:pt x="1066078" y="1349825"/>
                  </a:lnTo>
                  <a:lnTo>
                    <a:pt x="1066071" y="1349812"/>
                  </a:lnTo>
                  <a:lnTo>
                    <a:pt x="1066060" y="1349797"/>
                  </a:lnTo>
                  <a:lnTo>
                    <a:pt x="1066054" y="1349788"/>
                  </a:lnTo>
                  <a:lnTo>
                    <a:pt x="1066051" y="1349781"/>
                  </a:lnTo>
                  <a:lnTo>
                    <a:pt x="1066050" y="1349774"/>
                  </a:lnTo>
                  <a:lnTo>
                    <a:pt x="1066049" y="1349769"/>
                  </a:lnTo>
                  <a:lnTo>
                    <a:pt x="1066048" y="1349762"/>
                  </a:lnTo>
                  <a:lnTo>
                    <a:pt x="1066032" y="1349747"/>
                  </a:lnTo>
                  <a:lnTo>
                    <a:pt x="1066016" y="1349739"/>
                  </a:lnTo>
                  <a:lnTo>
                    <a:pt x="1065999" y="1349729"/>
                  </a:lnTo>
                  <a:lnTo>
                    <a:pt x="1065990" y="1349718"/>
                  </a:lnTo>
                  <a:lnTo>
                    <a:pt x="1065990" y="1349712"/>
                  </a:lnTo>
                  <a:lnTo>
                    <a:pt x="1065985" y="1349696"/>
                  </a:lnTo>
                  <a:lnTo>
                    <a:pt x="1065974" y="1349679"/>
                  </a:lnTo>
                  <a:lnTo>
                    <a:pt x="1065968" y="1349669"/>
                  </a:lnTo>
                  <a:lnTo>
                    <a:pt x="1065966" y="1349662"/>
                  </a:lnTo>
                  <a:lnTo>
                    <a:pt x="1065965" y="1349645"/>
                  </a:lnTo>
                  <a:lnTo>
                    <a:pt x="1065965" y="1349629"/>
                  </a:lnTo>
                  <a:lnTo>
                    <a:pt x="1065964" y="1349612"/>
                  </a:lnTo>
                  <a:lnTo>
                    <a:pt x="1065962" y="1349596"/>
                  </a:lnTo>
                  <a:lnTo>
                    <a:pt x="1065959" y="1349579"/>
                  </a:lnTo>
                  <a:lnTo>
                    <a:pt x="1065957" y="1349562"/>
                  </a:lnTo>
                  <a:lnTo>
                    <a:pt x="1065955" y="1349546"/>
                  </a:lnTo>
                  <a:lnTo>
                    <a:pt x="1065955" y="1349529"/>
                  </a:lnTo>
                  <a:lnTo>
                    <a:pt x="1065953" y="1349512"/>
                  </a:lnTo>
                  <a:lnTo>
                    <a:pt x="1065951" y="1349496"/>
                  </a:lnTo>
                  <a:lnTo>
                    <a:pt x="1065945" y="1349479"/>
                  </a:lnTo>
                  <a:lnTo>
                    <a:pt x="1065945" y="1349472"/>
                  </a:lnTo>
                  <a:lnTo>
                    <a:pt x="1065942" y="1349462"/>
                  </a:lnTo>
                  <a:lnTo>
                    <a:pt x="1065937" y="1349446"/>
                  </a:lnTo>
                  <a:lnTo>
                    <a:pt x="1065933" y="1349429"/>
                  </a:lnTo>
                  <a:lnTo>
                    <a:pt x="1065929" y="1349412"/>
                  </a:lnTo>
                  <a:lnTo>
                    <a:pt x="1065922" y="1349401"/>
                  </a:lnTo>
                  <a:lnTo>
                    <a:pt x="1065917" y="1349396"/>
                  </a:lnTo>
                  <a:lnTo>
                    <a:pt x="1065907" y="1349379"/>
                  </a:lnTo>
                  <a:lnTo>
                    <a:pt x="1065900" y="1349352"/>
                  </a:lnTo>
                  <a:lnTo>
                    <a:pt x="1065900" y="1349347"/>
                  </a:lnTo>
                  <a:lnTo>
                    <a:pt x="1065904" y="1349330"/>
                  </a:lnTo>
                  <a:lnTo>
                    <a:pt x="1065905" y="1349312"/>
                  </a:lnTo>
                  <a:lnTo>
                    <a:pt x="1065909" y="1349300"/>
                  </a:lnTo>
                  <a:lnTo>
                    <a:pt x="1065911" y="1349290"/>
                  </a:lnTo>
                  <a:lnTo>
                    <a:pt x="1065917" y="1349278"/>
                  </a:lnTo>
                  <a:lnTo>
                    <a:pt x="1065925" y="1349264"/>
                  </a:lnTo>
                  <a:lnTo>
                    <a:pt x="1065927" y="1349256"/>
                  </a:lnTo>
                  <a:lnTo>
                    <a:pt x="1065927" y="1349247"/>
                  </a:lnTo>
                  <a:lnTo>
                    <a:pt x="1065927" y="1349237"/>
                  </a:lnTo>
                  <a:lnTo>
                    <a:pt x="1065929" y="1349230"/>
                  </a:lnTo>
                  <a:lnTo>
                    <a:pt x="1065931" y="1349213"/>
                  </a:lnTo>
                  <a:lnTo>
                    <a:pt x="1065936" y="1349197"/>
                  </a:lnTo>
                  <a:lnTo>
                    <a:pt x="1065939" y="1349180"/>
                  </a:lnTo>
                  <a:lnTo>
                    <a:pt x="1065942" y="1349172"/>
                  </a:lnTo>
                  <a:lnTo>
                    <a:pt x="1065943" y="1349163"/>
                  </a:lnTo>
                  <a:lnTo>
                    <a:pt x="1065944" y="1349147"/>
                  </a:lnTo>
                  <a:lnTo>
                    <a:pt x="1065940" y="1349130"/>
                  </a:lnTo>
                  <a:lnTo>
                    <a:pt x="1065936" y="1349124"/>
                  </a:lnTo>
                  <a:lnTo>
                    <a:pt x="1065934" y="1349113"/>
                  </a:lnTo>
                  <a:lnTo>
                    <a:pt x="1065933" y="1349097"/>
                  </a:lnTo>
                  <a:lnTo>
                    <a:pt x="1065931" y="1349080"/>
                  </a:lnTo>
                  <a:lnTo>
                    <a:pt x="1065925" y="1349063"/>
                  </a:lnTo>
                  <a:lnTo>
                    <a:pt x="1065923" y="1349046"/>
                  </a:lnTo>
                  <a:lnTo>
                    <a:pt x="1065920" y="1349030"/>
                  </a:lnTo>
                  <a:lnTo>
                    <a:pt x="1065913" y="1348993"/>
                  </a:lnTo>
                  <a:lnTo>
                    <a:pt x="1065911" y="1348986"/>
                  </a:lnTo>
                  <a:lnTo>
                    <a:pt x="1065903" y="1348978"/>
                  </a:lnTo>
                  <a:lnTo>
                    <a:pt x="1065895" y="1348963"/>
                  </a:lnTo>
                  <a:lnTo>
                    <a:pt x="1065899" y="1348953"/>
                  </a:lnTo>
                  <a:lnTo>
                    <a:pt x="1065907" y="1348949"/>
                  </a:lnTo>
                  <a:lnTo>
                    <a:pt x="1065924" y="1348943"/>
                  </a:lnTo>
                  <a:lnTo>
                    <a:pt x="1065935" y="1348941"/>
                  </a:lnTo>
                  <a:lnTo>
                    <a:pt x="1065940" y="1348937"/>
                  </a:lnTo>
                  <a:lnTo>
                    <a:pt x="1065956" y="1348931"/>
                  </a:lnTo>
                  <a:lnTo>
                    <a:pt x="1065972" y="1348923"/>
                  </a:lnTo>
                  <a:lnTo>
                    <a:pt x="1065989" y="1348911"/>
                  </a:lnTo>
                  <a:lnTo>
                    <a:pt x="1066001" y="1348897"/>
                  </a:lnTo>
                  <a:lnTo>
                    <a:pt x="1066017" y="1348881"/>
                  </a:lnTo>
                  <a:lnTo>
                    <a:pt x="1066033" y="1348866"/>
                  </a:lnTo>
                  <a:lnTo>
                    <a:pt x="1066048" y="1348850"/>
                  </a:lnTo>
                  <a:lnTo>
                    <a:pt x="1066057" y="1348835"/>
                  </a:lnTo>
                  <a:lnTo>
                    <a:pt x="1066060" y="1348817"/>
                  </a:lnTo>
                  <a:lnTo>
                    <a:pt x="1066060" y="1348800"/>
                  </a:lnTo>
                  <a:lnTo>
                    <a:pt x="1066060" y="1348792"/>
                  </a:lnTo>
                  <a:lnTo>
                    <a:pt x="1066062" y="1348784"/>
                  </a:lnTo>
                  <a:lnTo>
                    <a:pt x="1066065" y="1348775"/>
                  </a:lnTo>
                  <a:lnTo>
                    <a:pt x="1066069" y="1348767"/>
                  </a:lnTo>
                  <a:lnTo>
                    <a:pt x="1066083" y="1348750"/>
                  </a:lnTo>
                  <a:lnTo>
                    <a:pt x="1066096" y="1348734"/>
                  </a:lnTo>
                  <a:lnTo>
                    <a:pt x="1066108" y="1348717"/>
                  </a:lnTo>
                  <a:lnTo>
                    <a:pt x="1066120" y="1348700"/>
                  </a:lnTo>
                  <a:lnTo>
                    <a:pt x="1066130" y="1348683"/>
                  </a:lnTo>
                  <a:lnTo>
                    <a:pt x="1066141" y="1348667"/>
                  </a:lnTo>
                  <a:lnTo>
                    <a:pt x="1066146" y="1348661"/>
                  </a:lnTo>
                  <a:lnTo>
                    <a:pt x="1066154" y="1348658"/>
                  </a:lnTo>
                  <a:lnTo>
                    <a:pt x="1066172" y="1348649"/>
                  </a:lnTo>
                  <a:lnTo>
                    <a:pt x="1066197" y="1348637"/>
                  </a:lnTo>
                  <a:lnTo>
                    <a:pt x="1066213" y="1348629"/>
                  </a:lnTo>
                  <a:lnTo>
                    <a:pt x="1066230" y="1348620"/>
                  </a:lnTo>
                  <a:lnTo>
                    <a:pt x="1066246" y="1348606"/>
                  </a:lnTo>
                  <a:lnTo>
                    <a:pt x="1066250" y="1348603"/>
                  </a:lnTo>
                  <a:lnTo>
                    <a:pt x="1066258" y="1348591"/>
                  </a:lnTo>
                  <a:lnTo>
                    <a:pt x="1066266" y="1348575"/>
                  </a:lnTo>
                  <a:lnTo>
                    <a:pt x="1066271" y="1348557"/>
                  </a:lnTo>
                  <a:lnTo>
                    <a:pt x="1066272" y="1348540"/>
                  </a:lnTo>
                  <a:lnTo>
                    <a:pt x="1066271" y="1348524"/>
                  </a:lnTo>
                  <a:lnTo>
                    <a:pt x="1066270" y="1348507"/>
                  </a:lnTo>
                  <a:lnTo>
                    <a:pt x="1066269" y="1348491"/>
                  </a:lnTo>
                  <a:lnTo>
                    <a:pt x="1066269" y="1348474"/>
                  </a:lnTo>
                  <a:lnTo>
                    <a:pt x="1066270" y="1348457"/>
                  </a:lnTo>
                  <a:lnTo>
                    <a:pt x="1066270" y="1348447"/>
                  </a:lnTo>
                  <a:lnTo>
                    <a:pt x="1066272" y="1348441"/>
                  </a:lnTo>
                  <a:lnTo>
                    <a:pt x="1066275" y="1348424"/>
                  </a:lnTo>
                  <a:lnTo>
                    <a:pt x="1066279" y="1348415"/>
                  </a:lnTo>
                  <a:lnTo>
                    <a:pt x="1066287" y="1348413"/>
                  </a:lnTo>
                  <a:lnTo>
                    <a:pt x="1066303" y="1348410"/>
                  </a:lnTo>
                  <a:lnTo>
                    <a:pt x="1066312" y="1348408"/>
                  </a:lnTo>
                  <a:lnTo>
                    <a:pt x="1066319" y="1348404"/>
                  </a:lnTo>
                  <a:lnTo>
                    <a:pt x="1066334" y="1348398"/>
                  </a:lnTo>
                  <a:lnTo>
                    <a:pt x="1066347" y="1348392"/>
                  </a:lnTo>
                  <a:lnTo>
                    <a:pt x="1066352" y="1348389"/>
                  </a:lnTo>
                  <a:lnTo>
                    <a:pt x="1066361" y="1348385"/>
                  </a:lnTo>
                  <a:lnTo>
                    <a:pt x="1066366" y="1348378"/>
                  </a:lnTo>
                  <a:lnTo>
                    <a:pt x="1066372" y="1348362"/>
                  </a:lnTo>
                  <a:lnTo>
                    <a:pt x="1066382" y="1348343"/>
                  </a:lnTo>
                  <a:lnTo>
                    <a:pt x="1066386" y="1348336"/>
                  </a:lnTo>
                  <a:lnTo>
                    <a:pt x="1066391" y="1348328"/>
                  </a:lnTo>
                  <a:lnTo>
                    <a:pt x="1066403" y="1348311"/>
                  </a:lnTo>
                  <a:lnTo>
                    <a:pt x="1066414" y="1348294"/>
                  </a:lnTo>
                  <a:lnTo>
                    <a:pt x="1066425" y="1348283"/>
                  </a:lnTo>
                  <a:lnTo>
                    <a:pt x="1066430" y="1348280"/>
                  </a:lnTo>
                  <a:lnTo>
                    <a:pt x="1066447" y="1348272"/>
                  </a:lnTo>
                  <a:lnTo>
                    <a:pt x="1066463" y="1348265"/>
                  </a:lnTo>
                  <a:lnTo>
                    <a:pt x="1066479" y="1348259"/>
                  </a:lnTo>
                  <a:lnTo>
                    <a:pt x="1066495" y="1348253"/>
                  </a:lnTo>
                  <a:lnTo>
                    <a:pt x="1066511" y="1348246"/>
                  </a:lnTo>
                  <a:lnTo>
                    <a:pt x="1066527" y="1348239"/>
                  </a:lnTo>
                  <a:lnTo>
                    <a:pt x="1066544" y="1348229"/>
                  </a:lnTo>
                  <a:lnTo>
                    <a:pt x="1066553" y="1348220"/>
                  </a:lnTo>
                  <a:lnTo>
                    <a:pt x="1066558" y="1348214"/>
                  </a:lnTo>
                  <a:lnTo>
                    <a:pt x="1066564" y="1348205"/>
                  </a:lnTo>
                  <a:lnTo>
                    <a:pt x="1066567" y="1348197"/>
                  </a:lnTo>
                  <a:lnTo>
                    <a:pt x="1066578" y="1348180"/>
                  </a:lnTo>
                  <a:lnTo>
                    <a:pt x="1066594" y="1348164"/>
                  </a:lnTo>
                  <a:lnTo>
                    <a:pt x="1066612" y="1348143"/>
                  </a:lnTo>
                  <a:lnTo>
                    <a:pt x="1066649" y="1348145"/>
                  </a:lnTo>
                  <a:lnTo>
                    <a:pt x="1066656" y="1348143"/>
                  </a:lnTo>
                  <a:lnTo>
                    <a:pt x="1066666" y="1348137"/>
                  </a:lnTo>
                  <a:lnTo>
                    <a:pt x="1066671" y="1348133"/>
                  </a:lnTo>
                  <a:lnTo>
                    <a:pt x="1066675" y="1348127"/>
                  </a:lnTo>
                  <a:lnTo>
                    <a:pt x="1066678" y="1348122"/>
                  </a:lnTo>
                  <a:lnTo>
                    <a:pt x="1066691" y="1348105"/>
                  </a:lnTo>
                  <a:lnTo>
                    <a:pt x="1066701" y="1348089"/>
                  </a:lnTo>
                  <a:lnTo>
                    <a:pt x="1066704" y="1348085"/>
                  </a:lnTo>
                  <a:lnTo>
                    <a:pt x="1066711" y="1348072"/>
                  </a:lnTo>
                  <a:lnTo>
                    <a:pt x="1066722" y="1348055"/>
                  </a:lnTo>
                  <a:lnTo>
                    <a:pt x="1066734" y="1348038"/>
                  </a:lnTo>
                  <a:lnTo>
                    <a:pt x="1066745" y="1348022"/>
                  </a:lnTo>
                  <a:lnTo>
                    <a:pt x="1066755" y="1348005"/>
                  </a:lnTo>
                  <a:lnTo>
                    <a:pt x="1066763" y="1347988"/>
                  </a:lnTo>
                  <a:lnTo>
                    <a:pt x="1066772" y="1347972"/>
                  </a:lnTo>
                  <a:lnTo>
                    <a:pt x="1066779" y="1347955"/>
                  </a:lnTo>
                  <a:lnTo>
                    <a:pt x="1066782" y="1347938"/>
                  </a:lnTo>
                  <a:lnTo>
                    <a:pt x="1066789" y="1347918"/>
                  </a:lnTo>
                  <a:lnTo>
                    <a:pt x="1066793" y="1347910"/>
                  </a:lnTo>
                  <a:lnTo>
                    <a:pt x="1066805" y="1347894"/>
                  </a:lnTo>
                  <a:lnTo>
                    <a:pt x="1066816" y="1347877"/>
                  </a:lnTo>
                  <a:lnTo>
                    <a:pt x="1066821" y="1347868"/>
                  </a:lnTo>
                  <a:lnTo>
                    <a:pt x="1066824" y="1347860"/>
                  </a:lnTo>
                  <a:lnTo>
                    <a:pt x="1066831" y="1347844"/>
                  </a:lnTo>
                  <a:lnTo>
                    <a:pt x="1066835" y="1347827"/>
                  </a:lnTo>
                  <a:lnTo>
                    <a:pt x="1066837" y="1347810"/>
                  </a:lnTo>
                  <a:lnTo>
                    <a:pt x="1066837" y="1347793"/>
                  </a:lnTo>
                  <a:lnTo>
                    <a:pt x="1066834" y="1347777"/>
                  </a:lnTo>
                  <a:lnTo>
                    <a:pt x="1066829" y="1347760"/>
                  </a:lnTo>
                  <a:lnTo>
                    <a:pt x="1066824" y="1347743"/>
                  </a:lnTo>
                  <a:lnTo>
                    <a:pt x="1066819" y="1347725"/>
                  </a:lnTo>
                  <a:lnTo>
                    <a:pt x="1066811" y="1347712"/>
                  </a:lnTo>
                  <a:lnTo>
                    <a:pt x="1066800" y="1347694"/>
                  </a:lnTo>
                  <a:lnTo>
                    <a:pt x="1066795" y="1347685"/>
                  </a:lnTo>
                  <a:lnTo>
                    <a:pt x="1066791" y="1347677"/>
                  </a:lnTo>
                  <a:lnTo>
                    <a:pt x="1066786" y="1347661"/>
                  </a:lnTo>
                  <a:lnTo>
                    <a:pt x="1066780" y="1347644"/>
                  </a:lnTo>
                  <a:lnTo>
                    <a:pt x="1066778" y="1347629"/>
                  </a:lnTo>
                  <a:lnTo>
                    <a:pt x="1066772" y="1347616"/>
                  </a:lnTo>
                  <a:lnTo>
                    <a:pt x="1066760" y="1347606"/>
                  </a:lnTo>
                  <a:lnTo>
                    <a:pt x="1066744" y="1347594"/>
                  </a:lnTo>
                  <a:lnTo>
                    <a:pt x="1066737" y="1347586"/>
                  </a:lnTo>
                  <a:lnTo>
                    <a:pt x="1066734" y="1347578"/>
                  </a:lnTo>
                  <a:lnTo>
                    <a:pt x="1066730" y="1347554"/>
                  </a:lnTo>
                  <a:lnTo>
                    <a:pt x="1066728" y="1347550"/>
                  </a:lnTo>
                  <a:lnTo>
                    <a:pt x="1066716" y="1347533"/>
                  </a:lnTo>
                  <a:lnTo>
                    <a:pt x="1066710" y="1347524"/>
                  </a:lnTo>
                  <a:lnTo>
                    <a:pt x="1066706" y="1347516"/>
                  </a:lnTo>
                  <a:lnTo>
                    <a:pt x="1066702" y="1347499"/>
                  </a:lnTo>
                  <a:lnTo>
                    <a:pt x="1066699" y="1347492"/>
                  </a:lnTo>
                  <a:lnTo>
                    <a:pt x="1066698" y="1347483"/>
                  </a:lnTo>
                  <a:lnTo>
                    <a:pt x="1066693" y="1347466"/>
                  </a:lnTo>
                  <a:lnTo>
                    <a:pt x="1066689" y="1347449"/>
                  </a:lnTo>
                  <a:lnTo>
                    <a:pt x="1066684" y="1347433"/>
                  </a:lnTo>
                  <a:lnTo>
                    <a:pt x="1066684" y="1347413"/>
                  </a:lnTo>
                  <a:lnTo>
                    <a:pt x="1066681" y="1347398"/>
                  </a:lnTo>
                  <a:lnTo>
                    <a:pt x="1066679" y="1347383"/>
                  </a:lnTo>
                  <a:lnTo>
                    <a:pt x="1066675" y="1347366"/>
                  </a:lnTo>
                  <a:lnTo>
                    <a:pt x="1066667" y="1347349"/>
                  </a:lnTo>
                  <a:lnTo>
                    <a:pt x="1066656" y="1347333"/>
                  </a:lnTo>
                  <a:lnTo>
                    <a:pt x="1066648" y="1347318"/>
                  </a:lnTo>
                  <a:lnTo>
                    <a:pt x="1066642" y="1347306"/>
                  </a:lnTo>
                  <a:lnTo>
                    <a:pt x="1066641" y="1347300"/>
                  </a:lnTo>
                  <a:lnTo>
                    <a:pt x="1066636" y="1347285"/>
                  </a:lnTo>
                  <a:lnTo>
                    <a:pt x="1066633" y="1347268"/>
                  </a:lnTo>
                  <a:lnTo>
                    <a:pt x="1066625" y="1347250"/>
                  </a:lnTo>
                  <a:lnTo>
                    <a:pt x="1066620" y="1347240"/>
                  </a:lnTo>
                  <a:lnTo>
                    <a:pt x="1066608" y="1347206"/>
                  </a:lnTo>
                  <a:lnTo>
                    <a:pt x="1066600" y="1347190"/>
                  </a:lnTo>
                  <a:lnTo>
                    <a:pt x="1066594" y="1347173"/>
                  </a:lnTo>
                  <a:lnTo>
                    <a:pt x="1066589" y="1347156"/>
                  </a:lnTo>
                  <a:lnTo>
                    <a:pt x="1066587" y="1347140"/>
                  </a:lnTo>
                  <a:lnTo>
                    <a:pt x="1066588" y="1347123"/>
                  </a:lnTo>
                  <a:lnTo>
                    <a:pt x="1066588" y="1347100"/>
                  </a:lnTo>
                  <a:lnTo>
                    <a:pt x="1066594" y="1347089"/>
                  </a:lnTo>
                  <a:lnTo>
                    <a:pt x="1066594" y="1347083"/>
                  </a:lnTo>
                  <a:lnTo>
                    <a:pt x="1066591" y="1347077"/>
                  </a:lnTo>
                  <a:lnTo>
                    <a:pt x="1066578" y="1347072"/>
                  </a:lnTo>
                  <a:lnTo>
                    <a:pt x="1066568" y="1347067"/>
                  </a:lnTo>
                  <a:lnTo>
                    <a:pt x="1066561" y="1347063"/>
                  </a:lnTo>
                  <a:lnTo>
                    <a:pt x="1066548" y="1347057"/>
                  </a:lnTo>
                  <a:lnTo>
                    <a:pt x="1066543" y="1347053"/>
                  </a:lnTo>
                  <a:lnTo>
                    <a:pt x="1066539" y="1347044"/>
                  </a:lnTo>
                  <a:lnTo>
                    <a:pt x="1066539" y="1347036"/>
                  </a:lnTo>
                  <a:lnTo>
                    <a:pt x="1066539" y="1347026"/>
                  </a:lnTo>
                  <a:lnTo>
                    <a:pt x="1066541" y="1347021"/>
                  </a:lnTo>
                  <a:lnTo>
                    <a:pt x="1066542" y="1347013"/>
                  </a:lnTo>
                  <a:lnTo>
                    <a:pt x="1066546" y="1347004"/>
                  </a:lnTo>
                  <a:lnTo>
                    <a:pt x="1066552" y="1346994"/>
                  </a:lnTo>
                  <a:lnTo>
                    <a:pt x="1066554" y="1346988"/>
                  </a:lnTo>
                  <a:lnTo>
                    <a:pt x="1066557" y="1346971"/>
                  </a:lnTo>
                  <a:lnTo>
                    <a:pt x="1066562" y="1346954"/>
                  </a:lnTo>
                  <a:lnTo>
                    <a:pt x="1066568" y="1346937"/>
                  </a:lnTo>
                  <a:lnTo>
                    <a:pt x="1066571" y="1346921"/>
                  </a:lnTo>
                  <a:lnTo>
                    <a:pt x="1066571" y="1346913"/>
                  </a:lnTo>
                  <a:lnTo>
                    <a:pt x="1066571" y="1346906"/>
                  </a:lnTo>
                  <a:lnTo>
                    <a:pt x="1066570" y="1346888"/>
                  </a:lnTo>
                  <a:lnTo>
                    <a:pt x="1066572" y="1346870"/>
                  </a:lnTo>
                  <a:lnTo>
                    <a:pt x="1066570" y="1346849"/>
                  </a:lnTo>
                  <a:lnTo>
                    <a:pt x="1066568" y="1346840"/>
                  </a:lnTo>
                  <a:lnTo>
                    <a:pt x="1066567" y="1346834"/>
                  </a:lnTo>
                  <a:lnTo>
                    <a:pt x="1066566" y="1346821"/>
                  </a:lnTo>
                  <a:lnTo>
                    <a:pt x="1066567" y="1346804"/>
                  </a:lnTo>
                  <a:lnTo>
                    <a:pt x="1066566" y="1346787"/>
                  </a:lnTo>
                  <a:lnTo>
                    <a:pt x="1066561" y="1346777"/>
                  </a:lnTo>
                  <a:lnTo>
                    <a:pt x="1066559" y="1346771"/>
                  </a:lnTo>
                  <a:lnTo>
                    <a:pt x="1066556" y="1346754"/>
                  </a:lnTo>
                  <a:lnTo>
                    <a:pt x="1066561" y="1346738"/>
                  </a:lnTo>
                  <a:lnTo>
                    <a:pt x="1066563" y="1346731"/>
                  </a:lnTo>
                  <a:lnTo>
                    <a:pt x="1066567" y="1346725"/>
                  </a:lnTo>
                  <a:lnTo>
                    <a:pt x="1066571" y="1346721"/>
                  </a:lnTo>
                  <a:lnTo>
                    <a:pt x="1066586" y="1346708"/>
                  </a:lnTo>
                  <a:lnTo>
                    <a:pt x="1066604" y="1346702"/>
                  </a:lnTo>
                  <a:lnTo>
                    <a:pt x="1066620" y="1346694"/>
                  </a:lnTo>
                  <a:lnTo>
                    <a:pt x="1066629" y="1346687"/>
                  </a:lnTo>
                  <a:lnTo>
                    <a:pt x="1066635" y="1346680"/>
                  </a:lnTo>
                  <a:lnTo>
                    <a:pt x="1066647" y="1346664"/>
                  </a:lnTo>
                  <a:lnTo>
                    <a:pt x="1066657" y="1346648"/>
                  </a:lnTo>
                  <a:lnTo>
                    <a:pt x="1066662" y="1346633"/>
                  </a:lnTo>
                  <a:lnTo>
                    <a:pt x="1066667" y="1346616"/>
                  </a:lnTo>
                  <a:lnTo>
                    <a:pt x="1066673" y="1346597"/>
                  </a:lnTo>
                  <a:lnTo>
                    <a:pt x="1066680" y="1346580"/>
                  </a:lnTo>
                  <a:lnTo>
                    <a:pt x="1066689" y="1346564"/>
                  </a:lnTo>
                  <a:lnTo>
                    <a:pt x="1066700" y="1346547"/>
                  </a:lnTo>
                  <a:lnTo>
                    <a:pt x="1066717" y="1346533"/>
                  </a:lnTo>
                  <a:lnTo>
                    <a:pt x="1066733" y="1346525"/>
                  </a:lnTo>
                  <a:lnTo>
                    <a:pt x="1066749" y="1346515"/>
                  </a:lnTo>
                  <a:lnTo>
                    <a:pt x="1066759" y="1346510"/>
                  </a:lnTo>
                  <a:lnTo>
                    <a:pt x="1066764" y="1346504"/>
                  </a:lnTo>
                  <a:lnTo>
                    <a:pt x="1066770" y="1346488"/>
                  </a:lnTo>
                  <a:lnTo>
                    <a:pt x="1066770" y="1346478"/>
                  </a:lnTo>
                  <a:lnTo>
                    <a:pt x="1066770" y="1346459"/>
                  </a:lnTo>
                  <a:lnTo>
                    <a:pt x="1066770" y="1346450"/>
                  </a:lnTo>
                  <a:lnTo>
                    <a:pt x="1066772" y="1346444"/>
                  </a:lnTo>
                  <a:lnTo>
                    <a:pt x="1066774" y="1346432"/>
                  </a:lnTo>
                  <a:lnTo>
                    <a:pt x="1066776" y="1346428"/>
                  </a:lnTo>
                  <a:lnTo>
                    <a:pt x="1066784" y="1346412"/>
                  </a:lnTo>
                  <a:lnTo>
                    <a:pt x="1066800" y="1346412"/>
                  </a:lnTo>
                  <a:lnTo>
                    <a:pt x="1066816" y="1346414"/>
                  </a:lnTo>
                  <a:lnTo>
                    <a:pt x="1066832" y="1346417"/>
                  </a:lnTo>
                  <a:lnTo>
                    <a:pt x="1066848" y="1346414"/>
                  </a:lnTo>
                  <a:lnTo>
                    <a:pt x="1066856" y="1346412"/>
                  </a:lnTo>
                  <a:lnTo>
                    <a:pt x="1066864" y="1346412"/>
                  </a:lnTo>
                  <a:lnTo>
                    <a:pt x="1066880" y="1346407"/>
                  </a:lnTo>
                  <a:lnTo>
                    <a:pt x="1066886" y="1346405"/>
                  </a:lnTo>
                  <a:lnTo>
                    <a:pt x="1066890" y="1346401"/>
                  </a:lnTo>
                  <a:lnTo>
                    <a:pt x="1066892" y="1346395"/>
                  </a:lnTo>
                  <a:lnTo>
                    <a:pt x="1066894" y="1346386"/>
                  </a:lnTo>
                  <a:lnTo>
                    <a:pt x="1066892" y="1346377"/>
                  </a:lnTo>
                  <a:lnTo>
                    <a:pt x="1066887" y="1346360"/>
                  </a:lnTo>
                  <a:lnTo>
                    <a:pt x="1066886" y="1346344"/>
                  </a:lnTo>
                  <a:lnTo>
                    <a:pt x="1066887" y="1346335"/>
                  </a:lnTo>
                  <a:lnTo>
                    <a:pt x="1066892" y="1346327"/>
                  </a:lnTo>
                  <a:lnTo>
                    <a:pt x="1066904" y="1346310"/>
                  </a:lnTo>
                  <a:lnTo>
                    <a:pt x="1066915" y="1346294"/>
                  </a:lnTo>
                  <a:lnTo>
                    <a:pt x="1066920" y="1346277"/>
                  </a:lnTo>
                  <a:lnTo>
                    <a:pt x="1066924" y="1346260"/>
                  </a:lnTo>
                  <a:lnTo>
                    <a:pt x="1066930" y="1346244"/>
                  </a:lnTo>
                  <a:lnTo>
                    <a:pt x="1066933" y="1346239"/>
                  </a:lnTo>
                  <a:lnTo>
                    <a:pt x="1066934" y="1346234"/>
                  </a:lnTo>
                  <a:lnTo>
                    <a:pt x="1066939" y="1346227"/>
                  </a:lnTo>
                  <a:lnTo>
                    <a:pt x="1066944" y="1346224"/>
                  </a:lnTo>
                  <a:lnTo>
                    <a:pt x="1066956" y="1346223"/>
                  </a:lnTo>
                  <a:lnTo>
                    <a:pt x="1066972" y="1346228"/>
                  </a:lnTo>
                  <a:lnTo>
                    <a:pt x="1066988" y="1346230"/>
                  </a:lnTo>
                  <a:lnTo>
                    <a:pt x="1067004" y="1346232"/>
                  </a:lnTo>
                  <a:lnTo>
                    <a:pt x="1067020" y="1346235"/>
                  </a:lnTo>
                  <a:lnTo>
                    <a:pt x="1067037" y="1346238"/>
                  </a:lnTo>
                  <a:lnTo>
                    <a:pt x="1067051" y="1346240"/>
                  </a:lnTo>
                  <a:lnTo>
                    <a:pt x="1067069" y="1346235"/>
                  </a:lnTo>
                  <a:lnTo>
                    <a:pt x="1067081" y="1346226"/>
                  </a:lnTo>
                  <a:lnTo>
                    <a:pt x="1067084" y="1346222"/>
                  </a:lnTo>
                  <a:lnTo>
                    <a:pt x="1067094" y="1346205"/>
                  </a:lnTo>
                  <a:lnTo>
                    <a:pt x="1067097" y="1346198"/>
                  </a:lnTo>
                  <a:lnTo>
                    <a:pt x="1067106" y="1346188"/>
                  </a:lnTo>
                  <a:lnTo>
                    <a:pt x="1067120" y="1346172"/>
                  </a:lnTo>
                  <a:lnTo>
                    <a:pt x="1067136" y="1346159"/>
                  </a:lnTo>
                  <a:lnTo>
                    <a:pt x="1067152" y="1346153"/>
                  </a:lnTo>
                  <a:lnTo>
                    <a:pt x="1067160" y="1346150"/>
                  </a:lnTo>
                  <a:lnTo>
                    <a:pt x="1067168" y="1346150"/>
                  </a:lnTo>
                  <a:lnTo>
                    <a:pt x="1067185" y="1346150"/>
                  </a:lnTo>
                  <a:lnTo>
                    <a:pt x="1067203" y="1346149"/>
                  </a:lnTo>
                  <a:lnTo>
                    <a:pt x="1067217" y="1346145"/>
                  </a:lnTo>
                  <a:lnTo>
                    <a:pt x="1067244" y="1346130"/>
                  </a:lnTo>
                  <a:lnTo>
                    <a:pt x="1067254" y="1346121"/>
                  </a:lnTo>
                  <a:lnTo>
                    <a:pt x="1067258" y="1346115"/>
                  </a:lnTo>
                  <a:lnTo>
                    <a:pt x="1067262" y="1346105"/>
                  </a:lnTo>
                  <a:lnTo>
                    <a:pt x="1067263" y="1346088"/>
                  </a:lnTo>
                  <a:lnTo>
                    <a:pt x="1067262" y="1346076"/>
                  </a:lnTo>
                  <a:lnTo>
                    <a:pt x="1067260" y="1346071"/>
                  </a:lnTo>
                  <a:lnTo>
                    <a:pt x="1067258" y="1346062"/>
                  </a:lnTo>
                  <a:lnTo>
                    <a:pt x="1067253" y="1346054"/>
                  </a:lnTo>
                  <a:lnTo>
                    <a:pt x="1067247" y="1346038"/>
                  </a:lnTo>
                  <a:lnTo>
                    <a:pt x="1067240" y="1346023"/>
                  </a:lnTo>
                  <a:lnTo>
                    <a:pt x="1067236" y="1346012"/>
                  </a:lnTo>
                  <a:lnTo>
                    <a:pt x="1067235" y="1346004"/>
                  </a:lnTo>
                  <a:lnTo>
                    <a:pt x="1067231" y="1345988"/>
                  </a:lnTo>
                  <a:lnTo>
                    <a:pt x="1067230" y="1345972"/>
                  </a:lnTo>
                  <a:lnTo>
                    <a:pt x="1067233" y="1345955"/>
                  </a:lnTo>
                  <a:lnTo>
                    <a:pt x="1067239" y="1345937"/>
                  </a:lnTo>
                  <a:lnTo>
                    <a:pt x="1067240" y="1345931"/>
                  </a:lnTo>
                  <a:lnTo>
                    <a:pt x="1067244" y="1345921"/>
                  </a:lnTo>
                  <a:lnTo>
                    <a:pt x="1067249" y="1345904"/>
                  </a:lnTo>
                  <a:lnTo>
                    <a:pt x="1067249" y="1345890"/>
                  </a:lnTo>
                  <a:lnTo>
                    <a:pt x="1067244" y="1345871"/>
                  </a:lnTo>
                  <a:lnTo>
                    <a:pt x="1067236" y="1345854"/>
                  </a:lnTo>
                  <a:lnTo>
                    <a:pt x="1067229" y="1345838"/>
                  </a:lnTo>
                  <a:lnTo>
                    <a:pt x="1067221" y="1345821"/>
                  </a:lnTo>
                  <a:lnTo>
                    <a:pt x="1067216" y="1345805"/>
                  </a:lnTo>
                  <a:lnTo>
                    <a:pt x="1067206" y="1345764"/>
                  </a:lnTo>
                  <a:lnTo>
                    <a:pt x="1067212" y="1345755"/>
                  </a:lnTo>
                  <a:lnTo>
                    <a:pt x="1067216" y="1345747"/>
                  </a:lnTo>
                  <a:lnTo>
                    <a:pt x="1067227" y="1345730"/>
                  </a:lnTo>
                  <a:lnTo>
                    <a:pt x="1067238" y="1345713"/>
                  </a:lnTo>
                  <a:lnTo>
                    <a:pt x="1067242" y="1345703"/>
                  </a:lnTo>
                  <a:lnTo>
                    <a:pt x="1067246" y="1345697"/>
                  </a:lnTo>
                  <a:lnTo>
                    <a:pt x="1067254" y="1345680"/>
                  </a:lnTo>
                  <a:lnTo>
                    <a:pt x="1067264" y="1345663"/>
                  </a:lnTo>
                  <a:lnTo>
                    <a:pt x="1067268" y="1345646"/>
                  </a:lnTo>
                  <a:lnTo>
                    <a:pt x="1067269" y="1345630"/>
                  </a:lnTo>
                  <a:lnTo>
                    <a:pt x="1067267" y="1345615"/>
                  </a:lnTo>
                  <a:lnTo>
                    <a:pt x="1067269" y="1345601"/>
                  </a:lnTo>
                  <a:lnTo>
                    <a:pt x="1067274" y="1345595"/>
                  </a:lnTo>
                  <a:lnTo>
                    <a:pt x="1067280" y="1345588"/>
                  </a:lnTo>
                  <a:lnTo>
                    <a:pt x="1067287" y="1345581"/>
                  </a:lnTo>
                  <a:lnTo>
                    <a:pt x="1067304" y="1345568"/>
                  </a:lnTo>
                  <a:lnTo>
                    <a:pt x="1067312" y="1345563"/>
                  </a:lnTo>
                  <a:lnTo>
                    <a:pt x="1067319" y="1345556"/>
                  </a:lnTo>
                  <a:lnTo>
                    <a:pt x="1067335" y="1345544"/>
                  </a:lnTo>
                  <a:lnTo>
                    <a:pt x="1067351" y="1345528"/>
                  </a:lnTo>
                  <a:lnTo>
                    <a:pt x="1067360" y="1345517"/>
                  </a:lnTo>
                  <a:lnTo>
                    <a:pt x="1067362" y="1345512"/>
                  </a:lnTo>
                  <a:lnTo>
                    <a:pt x="1067370" y="1345495"/>
                  </a:lnTo>
                  <a:lnTo>
                    <a:pt x="1067375" y="1345480"/>
                  </a:lnTo>
                  <a:lnTo>
                    <a:pt x="1067375" y="1345462"/>
                  </a:lnTo>
                  <a:lnTo>
                    <a:pt x="1067373" y="1345445"/>
                  </a:lnTo>
                  <a:lnTo>
                    <a:pt x="1067373" y="1345428"/>
                  </a:lnTo>
                  <a:lnTo>
                    <a:pt x="1067375" y="1345411"/>
                  </a:lnTo>
                  <a:lnTo>
                    <a:pt x="1067379" y="1345395"/>
                  </a:lnTo>
                  <a:lnTo>
                    <a:pt x="1067381" y="1345387"/>
                  </a:lnTo>
                  <a:lnTo>
                    <a:pt x="1067381" y="1345378"/>
                  </a:lnTo>
                  <a:lnTo>
                    <a:pt x="1067382" y="1345361"/>
                  </a:lnTo>
                  <a:lnTo>
                    <a:pt x="1067381" y="1345345"/>
                  </a:lnTo>
                  <a:lnTo>
                    <a:pt x="1067379" y="1345328"/>
                  </a:lnTo>
                  <a:lnTo>
                    <a:pt x="1067381" y="1345318"/>
                  </a:lnTo>
                  <a:lnTo>
                    <a:pt x="1067379" y="1345312"/>
                  </a:lnTo>
                  <a:lnTo>
                    <a:pt x="1067374" y="1345297"/>
                  </a:lnTo>
                  <a:lnTo>
                    <a:pt x="1067371" y="1345285"/>
                  </a:lnTo>
                  <a:lnTo>
                    <a:pt x="1067377" y="1345280"/>
                  </a:lnTo>
                  <a:lnTo>
                    <a:pt x="1067391" y="1345286"/>
                  </a:lnTo>
                  <a:lnTo>
                    <a:pt x="1067407" y="1345292"/>
                  </a:lnTo>
                  <a:lnTo>
                    <a:pt x="1067415" y="1345295"/>
                  </a:lnTo>
                  <a:lnTo>
                    <a:pt x="1067423" y="1345295"/>
                  </a:lnTo>
                  <a:lnTo>
                    <a:pt x="1067440" y="1345295"/>
                  </a:lnTo>
                  <a:lnTo>
                    <a:pt x="1067456" y="1345291"/>
                  </a:lnTo>
                  <a:lnTo>
                    <a:pt x="1067472" y="1345289"/>
                  </a:lnTo>
                  <a:lnTo>
                    <a:pt x="1067489" y="1345285"/>
                  </a:lnTo>
                  <a:lnTo>
                    <a:pt x="1067505" y="1345282"/>
                  </a:lnTo>
                  <a:lnTo>
                    <a:pt x="1067521" y="1345280"/>
                  </a:lnTo>
                  <a:lnTo>
                    <a:pt x="1067537" y="1345276"/>
                  </a:lnTo>
                  <a:lnTo>
                    <a:pt x="1067553" y="1345273"/>
                  </a:lnTo>
                  <a:lnTo>
                    <a:pt x="1067569" y="1345268"/>
                  </a:lnTo>
                  <a:lnTo>
                    <a:pt x="1067586" y="1345263"/>
                  </a:lnTo>
                  <a:lnTo>
                    <a:pt x="1067591" y="1345260"/>
                  </a:lnTo>
                  <a:lnTo>
                    <a:pt x="1067602" y="1345254"/>
                  </a:lnTo>
                  <a:lnTo>
                    <a:pt x="1067618" y="1345248"/>
                  </a:lnTo>
                  <a:lnTo>
                    <a:pt x="1067654" y="1345243"/>
                  </a:lnTo>
                  <a:lnTo>
                    <a:pt x="1067733" y="1345224"/>
                  </a:lnTo>
                  <a:lnTo>
                    <a:pt x="1067747" y="1345213"/>
                  </a:lnTo>
                  <a:lnTo>
                    <a:pt x="1067755" y="1345196"/>
                  </a:lnTo>
                  <a:lnTo>
                    <a:pt x="1067759" y="1345188"/>
                  </a:lnTo>
                  <a:lnTo>
                    <a:pt x="1067766" y="1345182"/>
                  </a:lnTo>
                  <a:lnTo>
                    <a:pt x="1067772" y="1345175"/>
                  </a:lnTo>
                  <a:lnTo>
                    <a:pt x="1067780" y="1345169"/>
                  </a:lnTo>
                  <a:lnTo>
                    <a:pt x="1067797" y="1345169"/>
                  </a:lnTo>
                  <a:lnTo>
                    <a:pt x="1067813" y="1345168"/>
                  </a:lnTo>
                  <a:lnTo>
                    <a:pt x="1067829" y="1345166"/>
                  </a:lnTo>
                  <a:lnTo>
                    <a:pt x="1067846" y="1345168"/>
                  </a:lnTo>
                  <a:lnTo>
                    <a:pt x="1067862" y="1345169"/>
                  </a:lnTo>
                  <a:lnTo>
                    <a:pt x="1067878" y="1345169"/>
                  </a:lnTo>
                  <a:lnTo>
                    <a:pt x="1067895" y="1345169"/>
                  </a:lnTo>
                  <a:lnTo>
                    <a:pt x="1067911" y="1345169"/>
                  </a:lnTo>
                  <a:lnTo>
                    <a:pt x="1067919" y="1345169"/>
                  </a:lnTo>
                  <a:lnTo>
                    <a:pt x="1067927" y="1345167"/>
                  </a:lnTo>
                  <a:lnTo>
                    <a:pt x="1067943" y="1345161"/>
                  </a:lnTo>
                  <a:lnTo>
                    <a:pt x="1067959" y="1345151"/>
                  </a:lnTo>
                  <a:lnTo>
                    <a:pt x="1067975" y="1345137"/>
                  </a:lnTo>
                  <a:lnTo>
                    <a:pt x="1068024" y="1345073"/>
                  </a:lnTo>
                  <a:lnTo>
                    <a:pt x="1068037" y="1345063"/>
                  </a:lnTo>
                  <a:lnTo>
                    <a:pt x="1068065" y="1345034"/>
                  </a:lnTo>
                  <a:lnTo>
                    <a:pt x="1068091" y="1345006"/>
                  </a:lnTo>
                  <a:lnTo>
                    <a:pt x="1068105" y="1344984"/>
                  </a:lnTo>
                  <a:lnTo>
                    <a:pt x="1068108" y="1344974"/>
                  </a:lnTo>
                  <a:lnTo>
                    <a:pt x="1068114" y="1344966"/>
                  </a:lnTo>
                  <a:lnTo>
                    <a:pt x="1068123" y="1344961"/>
                  </a:lnTo>
                  <a:lnTo>
                    <a:pt x="1068141" y="1344955"/>
                  </a:lnTo>
                  <a:lnTo>
                    <a:pt x="1068165" y="1344949"/>
                  </a:lnTo>
                  <a:lnTo>
                    <a:pt x="1068206" y="1344951"/>
                  </a:lnTo>
                  <a:lnTo>
                    <a:pt x="1068226" y="1344941"/>
                  </a:lnTo>
                  <a:lnTo>
                    <a:pt x="1068246" y="1344924"/>
                  </a:lnTo>
                  <a:lnTo>
                    <a:pt x="1068261" y="1344910"/>
                  </a:lnTo>
                  <a:lnTo>
                    <a:pt x="1068277" y="1344896"/>
                  </a:lnTo>
                  <a:lnTo>
                    <a:pt x="1068284" y="1344892"/>
                  </a:lnTo>
                  <a:lnTo>
                    <a:pt x="1068288" y="1344889"/>
                  </a:lnTo>
                  <a:lnTo>
                    <a:pt x="1068291" y="1344883"/>
                  </a:lnTo>
                  <a:lnTo>
                    <a:pt x="1068302" y="1344864"/>
                  </a:lnTo>
                  <a:lnTo>
                    <a:pt x="1068311" y="1344850"/>
                  </a:lnTo>
                  <a:lnTo>
                    <a:pt x="1068324" y="1344833"/>
                  </a:lnTo>
                  <a:lnTo>
                    <a:pt x="1068340" y="1344818"/>
                  </a:lnTo>
                  <a:lnTo>
                    <a:pt x="1068355" y="1344803"/>
                  </a:lnTo>
                  <a:lnTo>
                    <a:pt x="1068371" y="1344787"/>
                  </a:lnTo>
                  <a:lnTo>
                    <a:pt x="1068386" y="1344775"/>
                  </a:lnTo>
                  <a:lnTo>
                    <a:pt x="1068402" y="1344761"/>
                  </a:lnTo>
                  <a:lnTo>
                    <a:pt x="1068419" y="1344752"/>
                  </a:lnTo>
                  <a:lnTo>
                    <a:pt x="1068435" y="1344744"/>
                  </a:lnTo>
                  <a:lnTo>
                    <a:pt x="1068451" y="1344737"/>
                  </a:lnTo>
                  <a:lnTo>
                    <a:pt x="1068467" y="1344730"/>
                  </a:lnTo>
                  <a:lnTo>
                    <a:pt x="1068483" y="1344723"/>
                  </a:lnTo>
                  <a:lnTo>
                    <a:pt x="1068495" y="1344719"/>
                  </a:lnTo>
                  <a:lnTo>
                    <a:pt x="1068505" y="1344717"/>
                  </a:lnTo>
                  <a:lnTo>
                    <a:pt x="1068526" y="1344713"/>
                  </a:lnTo>
                  <a:lnTo>
                    <a:pt x="1068516" y="1344696"/>
                  </a:lnTo>
                  <a:lnTo>
                    <a:pt x="1068510" y="1344685"/>
                  </a:lnTo>
                  <a:lnTo>
                    <a:pt x="1068508" y="1344674"/>
                  </a:lnTo>
                  <a:lnTo>
                    <a:pt x="1068506" y="1344658"/>
                  </a:lnTo>
                  <a:lnTo>
                    <a:pt x="1068505" y="1344650"/>
                  </a:lnTo>
                  <a:lnTo>
                    <a:pt x="1068506" y="1344641"/>
                  </a:lnTo>
                  <a:lnTo>
                    <a:pt x="1068510" y="1344624"/>
                  </a:lnTo>
                  <a:lnTo>
                    <a:pt x="1068521" y="1344608"/>
                  </a:lnTo>
                  <a:lnTo>
                    <a:pt x="1068526" y="1344598"/>
                  </a:lnTo>
                  <a:lnTo>
                    <a:pt x="1068528" y="1344590"/>
                  </a:lnTo>
                  <a:lnTo>
                    <a:pt x="1068527" y="1344573"/>
                  </a:lnTo>
                  <a:lnTo>
                    <a:pt x="1068512" y="1344563"/>
                  </a:lnTo>
                  <a:lnTo>
                    <a:pt x="1068496" y="1344553"/>
                  </a:lnTo>
                  <a:lnTo>
                    <a:pt x="1068490" y="1344548"/>
                  </a:lnTo>
                  <a:lnTo>
                    <a:pt x="1068485" y="1344538"/>
                  </a:lnTo>
                  <a:lnTo>
                    <a:pt x="1068482" y="1344530"/>
                  </a:lnTo>
                  <a:lnTo>
                    <a:pt x="1068475" y="1344522"/>
                  </a:lnTo>
                  <a:lnTo>
                    <a:pt x="1068459" y="1344519"/>
                  </a:lnTo>
                  <a:lnTo>
                    <a:pt x="1068443" y="1344514"/>
                  </a:lnTo>
                  <a:lnTo>
                    <a:pt x="1068428" y="1344502"/>
                  </a:lnTo>
                  <a:lnTo>
                    <a:pt x="1068416" y="1344485"/>
                  </a:lnTo>
                  <a:lnTo>
                    <a:pt x="1068403" y="1344470"/>
                  </a:lnTo>
                  <a:lnTo>
                    <a:pt x="1068399" y="1344467"/>
                  </a:lnTo>
                  <a:lnTo>
                    <a:pt x="1068394" y="1344459"/>
                  </a:lnTo>
                  <a:lnTo>
                    <a:pt x="1068393" y="1344454"/>
                  </a:lnTo>
                  <a:lnTo>
                    <a:pt x="1068394" y="1344437"/>
                  </a:lnTo>
                  <a:lnTo>
                    <a:pt x="1068394" y="1344420"/>
                  </a:lnTo>
                  <a:lnTo>
                    <a:pt x="1068391" y="1344403"/>
                  </a:lnTo>
                  <a:lnTo>
                    <a:pt x="1068388" y="1344387"/>
                  </a:lnTo>
                  <a:lnTo>
                    <a:pt x="1068385" y="1344377"/>
                  </a:lnTo>
                  <a:lnTo>
                    <a:pt x="1068385" y="1344370"/>
                  </a:lnTo>
                  <a:lnTo>
                    <a:pt x="1068384" y="1344351"/>
                  </a:lnTo>
                  <a:lnTo>
                    <a:pt x="1068385" y="1344332"/>
                  </a:lnTo>
                  <a:lnTo>
                    <a:pt x="1068392" y="1344311"/>
                  </a:lnTo>
                  <a:lnTo>
                    <a:pt x="1068392" y="1344298"/>
                  </a:lnTo>
                  <a:lnTo>
                    <a:pt x="1068395" y="1344283"/>
                  </a:lnTo>
                  <a:lnTo>
                    <a:pt x="1068399" y="1344272"/>
                  </a:lnTo>
                  <a:lnTo>
                    <a:pt x="1068406" y="1344266"/>
                  </a:lnTo>
                  <a:lnTo>
                    <a:pt x="1068418" y="1344258"/>
                  </a:lnTo>
                  <a:lnTo>
                    <a:pt x="1068429" y="1344253"/>
                  </a:lnTo>
                  <a:lnTo>
                    <a:pt x="1068443" y="1344241"/>
                  </a:lnTo>
                  <a:lnTo>
                    <a:pt x="1068467" y="1344213"/>
                  </a:lnTo>
                  <a:lnTo>
                    <a:pt x="1068486" y="1344184"/>
                  </a:lnTo>
                  <a:lnTo>
                    <a:pt x="1068493" y="1344175"/>
                  </a:lnTo>
                  <a:lnTo>
                    <a:pt x="1068497" y="1344166"/>
                  </a:lnTo>
                  <a:lnTo>
                    <a:pt x="1068499" y="1344154"/>
                  </a:lnTo>
                  <a:lnTo>
                    <a:pt x="1068501" y="1344145"/>
                  </a:lnTo>
                  <a:lnTo>
                    <a:pt x="1068505" y="1344134"/>
                  </a:lnTo>
                  <a:lnTo>
                    <a:pt x="1068518" y="1344121"/>
                  </a:lnTo>
                  <a:lnTo>
                    <a:pt x="1068528" y="1344113"/>
                  </a:lnTo>
                  <a:lnTo>
                    <a:pt x="1068532" y="1344110"/>
                  </a:lnTo>
                  <a:lnTo>
                    <a:pt x="1068560" y="1344096"/>
                  </a:lnTo>
                  <a:lnTo>
                    <a:pt x="1068574" y="1344091"/>
                  </a:lnTo>
                  <a:lnTo>
                    <a:pt x="1068586" y="1344082"/>
                  </a:lnTo>
                  <a:lnTo>
                    <a:pt x="1068614" y="1344059"/>
                  </a:lnTo>
                  <a:lnTo>
                    <a:pt x="1068626" y="1344049"/>
                  </a:lnTo>
                  <a:lnTo>
                    <a:pt x="1068640" y="1344048"/>
                  </a:lnTo>
                  <a:lnTo>
                    <a:pt x="1068656" y="1344048"/>
                  </a:lnTo>
                  <a:lnTo>
                    <a:pt x="1068668" y="1344051"/>
                  </a:lnTo>
                  <a:lnTo>
                    <a:pt x="1068694" y="1344059"/>
                  </a:lnTo>
                  <a:lnTo>
                    <a:pt x="1068702" y="1344061"/>
                  </a:lnTo>
                  <a:lnTo>
                    <a:pt x="1068722" y="1344059"/>
                  </a:lnTo>
                  <a:lnTo>
                    <a:pt x="1068729" y="1344059"/>
                  </a:lnTo>
                  <a:lnTo>
                    <a:pt x="1068748" y="1344049"/>
                  </a:lnTo>
                  <a:lnTo>
                    <a:pt x="1068776" y="1344031"/>
                  </a:lnTo>
                  <a:lnTo>
                    <a:pt x="1068802" y="1344015"/>
                  </a:lnTo>
                  <a:lnTo>
                    <a:pt x="1068830" y="1344004"/>
                  </a:lnTo>
                  <a:lnTo>
                    <a:pt x="1068845" y="1343999"/>
                  </a:lnTo>
                  <a:lnTo>
                    <a:pt x="1068856" y="1343995"/>
                  </a:lnTo>
                  <a:lnTo>
                    <a:pt x="1068865" y="1343995"/>
                  </a:lnTo>
                  <a:lnTo>
                    <a:pt x="1068869" y="1343995"/>
                  </a:lnTo>
                  <a:lnTo>
                    <a:pt x="1068883" y="1343998"/>
                  </a:lnTo>
                  <a:lnTo>
                    <a:pt x="1068894" y="1344004"/>
                  </a:lnTo>
                  <a:lnTo>
                    <a:pt x="1068903" y="1344005"/>
                  </a:lnTo>
                  <a:lnTo>
                    <a:pt x="1068911" y="1344006"/>
                  </a:lnTo>
                  <a:lnTo>
                    <a:pt x="1068918" y="1344006"/>
                  </a:lnTo>
                  <a:lnTo>
                    <a:pt x="1068919" y="1344000"/>
                  </a:lnTo>
                  <a:lnTo>
                    <a:pt x="1068918" y="1343989"/>
                  </a:lnTo>
                  <a:lnTo>
                    <a:pt x="1068918" y="1343977"/>
                  </a:lnTo>
                  <a:lnTo>
                    <a:pt x="1068918" y="1343955"/>
                  </a:lnTo>
                  <a:lnTo>
                    <a:pt x="1068920" y="1343926"/>
                  </a:lnTo>
                  <a:lnTo>
                    <a:pt x="1068922" y="1343899"/>
                  </a:lnTo>
                  <a:lnTo>
                    <a:pt x="1068931" y="1343870"/>
                  </a:lnTo>
                  <a:lnTo>
                    <a:pt x="1068948" y="1343843"/>
                  </a:lnTo>
                  <a:lnTo>
                    <a:pt x="1068956" y="1343825"/>
                  </a:lnTo>
                  <a:lnTo>
                    <a:pt x="1068960" y="1343814"/>
                  </a:lnTo>
                  <a:lnTo>
                    <a:pt x="1068965" y="1343804"/>
                  </a:lnTo>
                  <a:lnTo>
                    <a:pt x="1068966" y="1343793"/>
                  </a:lnTo>
                  <a:lnTo>
                    <a:pt x="1068967" y="1343778"/>
                  </a:lnTo>
                  <a:lnTo>
                    <a:pt x="1068968" y="1343759"/>
                  </a:lnTo>
                  <a:lnTo>
                    <a:pt x="1068971" y="1343732"/>
                  </a:lnTo>
                  <a:lnTo>
                    <a:pt x="1068981" y="1343704"/>
                  </a:lnTo>
                  <a:lnTo>
                    <a:pt x="1068984" y="1343691"/>
                  </a:lnTo>
                  <a:lnTo>
                    <a:pt x="1068993" y="1343677"/>
                  </a:lnTo>
                  <a:lnTo>
                    <a:pt x="1068997" y="1343669"/>
                  </a:lnTo>
                  <a:lnTo>
                    <a:pt x="1069003" y="1343659"/>
                  </a:lnTo>
                  <a:lnTo>
                    <a:pt x="1069015" y="1343652"/>
                  </a:lnTo>
                  <a:lnTo>
                    <a:pt x="1069041" y="1343633"/>
                  </a:lnTo>
                  <a:lnTo>
                    <a:pt x="1069051" y="1343624"/>
                  </a:lnTo>
                  <a:lnTo>
                    <a:pt x="1069055" y="1343619"/>
                  </a:lnTo>
                  <a:lnTo>
                    <a:pt x="1069069" y="1343613"/>
                  </a:lnTo>
                  <a:lnTo>
                    <a:pt x="1069074" y="1343609"/>
                  </a:lnTo>
                  <a:lnTo>
                    <a:pt x="1069095" y="1343613"/>
                  </a:lnTo>
                  <a:lnTo>
                    <a:pt x="1069123" y="1343621"/>
                  </a:lnTo>
                  <a:lnTo>
                    <a:pt x="1069150" y="1343631"/>
                  </a:lnTo>
                  <a:lnTo>
                    <a:pt x="1069177" y="1343642"/>
                  </a:lnTo>
                  <a:lnTo>
                    <a:pt x="1069187" y="1343646"/>
                  </a:lnTo>
                  <a:lnTo>
                    <a:pt x="1069204" y="1343646"/>
                  </a:lnTo>
                  <a:lnTo>
                    <a:pt x="1069231" y="1343651"/>
                  </a:lnTo>
                  <a:lnTo>
                    <a:pt x="1069258" y="1343657"/>
                  </a:lnTo>
                  <a:lnTo>
                    <a:pt x="1069285" y="1343658"/>
                  </a:lnTo>
                  <a:lnTo>
                    <a:pt x="1069312" y="1343658"/>
                  </a:lnTo>
                  <a:lnTo>
                    <a:pt x="1069339" y="1343665"/>
                  </a:lnTo>
                  <a:lnTo>
                    <a:pt x="1069352" y="1343669"/>
                  </a:lnTo>
                  <a:lnTo>
                    <a:pt x="1069366" y="1343668"/>
                  </a:lnTo>
                  <a:lnTo>
                    <a:pt x="1069393" y="1343657"/>
                  </a:lnTo>
                  <a:lnTo>
                    <a:pt x="1069420" y="1343641"/>
                  </a:lnTo>
                  <a:lnTo>
                    <a:pt x="1069447" y="1343628"/>
                  </a:lnTo>
                  <a:lnTo>
                    <a:pt x="1069453" y="1343624"/>
                  </a:lnTo>
                  <a:lnTo>
                    <a:pt x="1069474" y="1343623"/>
                  </a:lnTo>
                  <a:lnTo>
                    <a:pt x="1069501" y="1343629"/>
                  </a:lnTo>
                  <a:lnTo>
                    <a:pt x="1069512" y="1343632"/>
                  </a:lnTo>
                  <a:lnTo>
                    <a:pt x="1069528" y="1343640"/>
                  </a:lnTo>
                  <a:lnTo>
                    <a:pt x="1069556" y="1343665"/>
                  </a:lnTo>
                  <a:lnTo>
                    <a:pt x="1069583" y="1343688"/>
                  </a:lnTo>
                  <a:lnTo>
                    <a:pt x="1069610" y="1343712"/>
                  </a:lnTo>
                  <a:lnTo>
                    <a:pt x="1069637" y="1343729"/>
                  </a:lnTo>
                  <a:lnTo>
                    <a:pt x="1069664" y="1343750"/>
                  </a:lnTo>
                  <a:lnTo>
                    <a:pt x="1069691" y="1343772"/>
                  </a:lnTo>
                  <a:lnTo>
                    <a:pt x="1069718" y="1343795"/>
                  </a:lnTo>
                  <a:lnTo>
                    <a:pt x="1069745" y="1343816"/>
                  </a:lnTo>
                  <a:lnTo>
                    <a:pt x="1069751" y="1343818"/>
                  </a:lnTo>
                  <a:lnTo>
                    <a:pt x="1069764" y="1343818"/>
                  </a:lnTo>
                  <a:lnTo>
                    <a:pt x="1069773" y="1343814"/>
                  </a:lnTo>
                  <a:lnTo>
                    <a:pt x="1069799" y="1343808"/>
                  </a:lnTo>
                  <a:lnTo>
                    <a:pt x="1069827" y="1343797"/>
                  </a:lnTo>
                  <a:lnTo>
                    <a:pt x="1069834" y="1343789"/>
                  </a:lnTo>
                  <a:lnTo>
                    <a:pt x="1069839" y="1343784"/>
                  </a:lnTo>
                  <a:lnTo>
                    <a:pt x="1069845" y="1343769"/>
                  </a:lnTo>
                  <a:lnTo>
                    <a:pt x="1069848" y="1343742"/>
                  </a:lnTo>
                  <a:lnTo>
                    <a:pt x="1069851" y="1343714"/>
                  </a:lnTo>
                  <a:lnTo>
                    <a:pt x="1069853" y="1343699"/>
                  </a:lnTo>
                  <a:lnTo>
                    <a:pt x="1069859" y="1343686"/>
                  </a:lnTo>
                  <a:lnTo>
                    <a:pt x="1069875" y="1343658"/>
                  </a:lnTo>
                  <a:lnTo>
                    <a:pt x="1069882" y="1343630"/>
                  </a:lnTo>
                  <a:lnTo>
                    <a:pt x="1069888" y="1343602"/>
                  </a:lnTo>
                  <a:lnTo>
                    <a:pt x="1069891" y="1343591"/>
                  </a:lnTo>
                  <a:lnTo>
                    <a:pt x="1069904" y="1343575"/>
                  </a:lnTo>
                  <a:lnTo>
                    <a:pt x="1069931" y="1343561"/>
                  </a:lnTo>
                  <a:lnTo>
                    <a:pt x="1069958" y="1343554"/>
                  </a:lnTo>
                  <a:lnTo>
                    <a:pt x="1069985" y="1343559"/>
                  </a:lnTo>
                  <a:lnTo>
                    <a:pt x="1070012" y="1343561"/>
                  </a:lnTo>
                  <a:lnTo>
                    <a:pt x="1070039" y="1343566"/>
                  </a:lnTo>
                  <a:lnTo>
                    <a:pt x="1070066" y="1343571"/>
                  </a:lnTo>
                  <a:lnTo>
                    <a:pt x="1070093" y="1343574"/>
                  </a:lnTo>
                  <a:lnTo>
                    <a:pt x="1070120" y="1343577"/>
                  </a:lnTo>
                  <a:lnTo>
                    <a:pt x="1070131" y="1343582"/>
                  </a:lnTo>
                  <a:lnTo>
                    <a:pt x="1070147" y="1343582"/>
                  </a:lnTo>
                  <a:lnTo>
                    <a:pt x="1070165" y="1343577"/>
                  </a:lnTo>
                  <a:lnTo>
                    <a:pt x="1070174" y="1343579"/>
                  </a:lnTo>
                  <a:lnTo>
                    <a:pt x="1070201" y="1343582"/>
                  </a:lnTo>
                  <a:lnTo>
                    <a:pt x="1070207" y="1343585"/>
                  </a:lnTo>
                  <a:lnTo>
                    <a:pt x="1070228" y="1343582"/>
                  </a:lnTo>
                  <a:lnTo>
                    <a:pt x="1070239" y="1343582"/>
                  </a:lnTo>
                  <a:lnTo>
                    <a:pt x="1070255" y="1343577"/>
                  </a:lnTo>
                  <a:lnTo>
                    <a:pt x="1070283" y="1343565"/>
                  </a:lnTo>
                  <a:lnTo>
                    <a:pt x="1070292" y="1343570"/>
                  </a:lnTo>
                  <a:lnTo>
                    <a:pt x="1070298" y="1343592"/>
                  </a:lnTo>
                  <a:lnTo>
                    <a:pt x="1070313" y="1343620"/>
                  </a:lnTo>
                  <a:lnTo>
                    <a:pt x="1070338" y="1343645"/>
                  </a:lnTo>
                  <a:lnTo>
                    <a:pt x="1070354" y="1343656"/>
                  </a:lnTo>
                  <a:lnTo>
                    <a:pt x="1070364" y="1343668"/>
                  </a:lnTo>
                  <a:lnTo>
                    <a:pt x="1070388" y="1343695"/>
                  </a:lnTo>
                  <a:lnTo>
                    <a:pt x="1070408" y="1343723"/>
                  </a:lnTo>
                  <a:lnTo>
                    <a:pt x="1070424" y="1343751"/>
                  </a:lnTo>
                  <a:lnTo>
                    <a:pt x="1070446" y="1343778"/>
                  </a:lnTo>
                  <a:lnTo>
                    <a:pt x="1070460" y="1343806"/>
                  </a:lnTo>
                  <a:lnTo>
                    <a:pt x="1070470" y="1343818"/>
                  </a:lnTo>
                  <a:lnTo>
                    <a:pt x="1070484" y="1343832"/>
                  </a:lnTo>
                  <a:lnTo>
                    <a:pt x="1070489" y="1343835"/>
                  </a:lnTo>
                  <a:lnTo>
                    <a:pt x="1070510" y="1343835"/>
                  </a:lnTo>
                  <a:lnTo>
                    <a:pt x="1070524" y="1343830"/>
                  </a:lnTo>
                  <a:lnTo>
                    <a:pt x="1070538" y="1343828"/>
                  </a:lnTo>
                  <a:lnTo>
                    <a:pt x="1070546" y="1343830"/>
                  </a:lnTo>
                  <a:lnTo>
                    <a:pt x="1070565" y="1343842"/>
                  </a:lnTo>
                  <a:lnTo>
                    <a:pt x="1070571" y="1343845"/>
                  </a:lnTo>
                  <a:lnTo>
                    <a:pt x="1070590" y="1343865"/>
                  </a:lnTo>
                  <a:lnTo>
                    <a:pt x="1070613" y="1343890"/>
                  </a:lnTo>
                  <a:lnTo>
                    <a:pt x="1070641" y="1343909"/>
                  </a:lnTo>
                  <a:lnTo>
                    <a:pt x="1070668" y="1343920"/>
                  </a:lnTo>
                  <a:lnTo>
                    <a:pt x="1070695" y="1343929"/>
                  </a:lnTo>
                  <a:lnTo>
                    <a:pt x="1070722" y="1343936"/>
                  </a:lnTo>
                  <a:lnTo>
                    <a:pt x="1070749" y="1343953"/>
                  </a:lnTo>
                  <a:lnTo>
                    <a:pt x="1070765" y="1343959"/>
                  </a:lnTo>
                  <a:lnTo>
                    <a:pt x="1070776" y="1343959"/>
                  </a:lnTo>
                  <a:lnTo>
                    <a:pt x="1070803" y="1343957"/>
                  </a:lnTo>
                  <a:lnTo>
                    <a:pt x="1070809" y="1343958"/>
                  </a:lnTo>
                  <a:lnTo>
                    <a:pt x="1070823" y="1343979"/>
                  </a:lnTo>
                  <a:lnTo>
                    <a:pt x="1070836" y="1344007"/>
                  </a:lnTo>
                  <a:lnTo>
                    <a:pt x="1070852" y="1344035"/>
                  </a:lnTo>
                  <a:lnTo>
                    <a:pt x="1070868" y="1344063"/>
                  </a:lnTo>
                  <a:lnTo>
                    <a:pt x="1070877" y="1344077"/>
                  </a:lnTo>
                  <a:lnTo>
                    <a:pt x="1070880" y="1344090"/>
                  </a:lnTo>
                  <a:lnTo>
                    <a:pt x="1070896" y="1344118"/>
                  </a:lnTo>
                  <a:lnTo>
                    <a:pt x="1070908" y="1344146"/>
                  </a:lnTo>
                  <a:lnTo>
                    <a:pt x="1070918" y="1344174"/>
                  </a:lnTo>
                  <a:lnTo>
                    <a:pt x="1070930" y="1344201"/>
                  </a:lnTo>
                  <a:lnTo>
                    <a:pt x="1070939" y="1344229"/>
                  </a:lnTo>
                  <a:lnTo>
                    <a:pt x="1070951" y="1344257"/>
                  </a:lnTo>
                  <a:lnTo>
                    <a:pt x="1070956" y="1344268"/>
                  </a:lnTo>
                  <a:lnTo>
                    <a:pt x="1070956" y="1344285"/>
                  </a:lnTo>
                  <a:lnTo>
                    <a:pt x="1070960" y="1344309"/>
                  </a:lnTo>
                  <a:lnTo>
                    <a:pt x="1070940" y="1344365"/>
                  </a:lnTo>
                  <a:lnTo>
                    <a:pt x="1070931" y="1344378"/>
                  </a:lnTo>
                  <a:lnTo>
                    <a:pt x="1070928" y="1344383"/>
                  </a:lnTo>
                  <a:lnTo>
                    <a:pt x="1070916" y="1344391"/>
                  </a:lnTo>
                  <a:lnTo>
                    <a:pt x="1070903" y="1344401"/>
                  </a:lnTo>
                  <a:lnTo>
                    <a:pt x="1070891" y="1344408"/>
                  </a:lnTo>
                  <a:lnTo>
                    <a:pt x="1070887" y="1344413"/>
                  </a:lnTo>
                  <a:lnTo>
                    <a:pt x="1070890" y="1344419"/>
                  </a:lnTo>
                  <a:lnTo>
                    <a:pt x="1070896" y="1344433"/>
                  </a:lnTo>
                  <a:lnTo>
                    <a:pt x="1070900" y="1344440"/>
                  </a:lnTo>
                  <a:lnTo>
                    <a:pt x="1070906" y="1344448"/>
                  </a:lnTo>
                  <a:lnTo>
                    <a:pt x="1070918" y="1344465"/>
                  </a:lnTo>
                  <a:lnTo>
                    <a:pt x="1070931" y="1344481"/>
                  </a:lnTo>
                  <a:lnTo>
                    <a:pt x="1070940" y="1344498"/>
                  </a:lnTo>
                  <a:lnTo>
                    <a:pt x="1070950" y="1344515"/>
                  </a:lnTo>
                  <a:lnTo>
                    <a:pt x="1070954" y="1344521"/>
                  </a:lnTo>
                  <a:lnTo>
                    <a:pt x="1070960" y="1344531"/>
                  </a:lnTo>
                  <a:lnTo>
                    <a:pt x="1070972" y="1344548"/>
                  </a:lnTo>
                  <a:lnTo>
                    <a:pt x="1070986" y="1344561"/>
                  </a:lnTo>
                  <a:lnTo>
                    <a:pt x="1071001" y="1344578"/>
                  </a:lnTo>
                  <a:lnTo>
                    <a:pt x="1071017" y="1344596"/>
                  </a:lnTo>
                  <a:lnTo>
                    <a:pt x="1071032" y="1344607"/>
                  </a:lnTo>
                  <a:lnTo>
                    <a:pt x="1071042" y="1344610"/>
                  </a:lnTo>
                  <a:lnTo>
                    <a:pt x="1071048" y="1344610"/>
                  </a:lnTo>
                  <a:lnTo>
                    <a:pt x="1071066" y="1344613"/>
                  </a:lnTo>
                  <a:lnTo>
                    <a:pt x="1071080" y="1344616"/>
                  </a:lnTo>
                  <a:lnTo>
                    <a:pt x="1071097" y="1344622"/>
                  </a:lnTo>
                  <a:lnTo>
                    <a:pt x="1071103" y="1344624"/>
                  </a:lnTo>
                  <a:lnTo>
                    <a:pt x="1071112" y="1344625"/>
                  </a:lnTo>
                  <a:lnTo>
                    <a:pt x="1071126" y="1344626"/>
                  </a:lnTo>
                  <a:lnTo>
                    <a:pt x="1071137" y="1344625"/>
                  </a:lnTo>
                  <a:lnTo>
                    <a:pt x="1071145" y="1344623"/>
                  </a:lnTo>
                  <a:lnTo>
                    <a:pt x="1071161" y="1344617"/>
                  </a:lnTo>
                  <a:lnTo>
                    <a:pt x="1071178" y="1344611"/>
                  </a:lnTo>
                  <a:lnTo>
                    <a:pt x="1071194" y="1344604"/>
                  </a:lnTo>
                  <a:lnTo>
                    <a:pt x="1071200" y="1344600"/>
                  </a:lnTo>
                  <a:lnTo>
                    <a:pt x="1071208" y="1344598"/>
                  </a:lnTo>
                  <a:lnTo>
                    <a:pt x="1071222" y="1344594"/>
                  </a:lnTo>
                  <a:lnTo>
                    <a:pt x="1071229" y="1344594"/>
                  </a:lnTo>
                  <a:lnTo>
                    <a:pt x="1071243" y="1344595"/>
                  </a:lnTo>
                  <a:lnTo>
                    <a:pt x="1071259" y="1344598"/>
                  </a:lnTo>
                  <a:lnTo>
                    <a:pt x="1071275" y="1344602"/>
                  </a:lnTo>
                  <a:lnTo>
                    <a:pt x="1071281" y="1344604"/>
                  </a:lnTo>
                  <a:lnTo>
                    <a:pt x="1071291" y="1344607"/>
                  </a:lnTo>
                  <a:lnTo>
                    <a:pt x="1071308" y="1344608"/>
                  </a:lnTo>
                  <a:lnTo>
                    <a:pt x="1071316" y="1344607"/>
                  </a:lnTo>
                  <a:lnTo>
                    <a:pt x="1071324" y="1344607"/>
                  </a:lnTo>
                  <a:lnTo>
                    <a:pt x="1071340" y="1344608"/>
                  </a:lnTo>
                  <a:lnTo>
                    <a:pt x="1071357" y="1344611"/>
                  </a:lnTo>
                  <a:lnTo>
                    <a:pt x="1071373" y="1344622"/>
                  </a:lnTo>
                  <a:lnTo>
                    <a:pt x="1071389" y="1344633"/>
                  </a:lnTo>
                  <a:lnTo>
                    <a:pt x="1071405" y="1344644"/>
                  </a:lnTo>
                  <a:lnTo>
                    <a:pt x="1071419" y="1344654"/>
                  </a:lnTo>
                  <a:lnTo>
                    <a:pt x="1071426" y="1344658"/>
                  </a:lnTo>
                  <a:lnTo>
                    <a:pt x="1071437" y="1344663"/>
                  </a:lnTo>
                  <a:lnTo>
                    <a:pt x="1071454" y="1344671"/>
                  </a:lnTo>
                  <a:lnTo>
                    <a:pt x="1071470" y="1344678"/>
                  </a:lnTo>
                  <a:lnTo>
                    <a:pt x="1071486" y="1344687"/>
                  </a:lnTo>
                  <a:lnTo>
                    <a:pt x="1071502" y="1344693"/>
                  </a:lnTo>
                  <a:lnTo>
                    <a:pt x="1071519" y="1344697"/>
                  </a:lnTo>
                  <a:lnTo>
                    <a:pt x="1071535" y="1344697"/>
                  </a:lnTo>
                  <a:lnTo>
                    <a:pt x="1071552" y="1344695"/>
                  </a:lnTo>
                  <a:lnTo>
                    <a:pt x="1071559" y="1344713"/>
                  </a:lnTo>
                  <a:lnTo>
                    <a:pt x="1071571" y="1344731"/>
                  </a:lnTo>
                  <a:lnTo>
                    <a:pt x="1071585" y="1344747"/>
                  </a:lnTo>
                  <a:lnTo>
                    <a:pt x="1071599" y="1344764"/>
                  </a:lnTo>
                  <a:lnTo>
                    <a:pt x="1071611" y="1344778"/>
                  </a:lnTo>
                  <a:lnTo>
                    <a:pt x="1071614" y="1344783"/>
                  </a:lnTo>
                  <a:lnTo>
                    <a:pt x="1071622" y="1344797"/>
                  </a:lnTo>
                  <a:lnTo>
                    <a:pt x="1071625" y="1344813"/>
                  </a:lnTo>
                  <a:lnTo>
                    <a:pt x="1071630" y="1344830"/>
                  </a:lnTo>
                  <a:lnTo>
                    <a:pt x="1071633" y="1344839"/>
                  </a:lnTo>
                  <a:lnTo>
                    <a:pt x="1071637" y="1344847"/>
                  </a:lnTo>
                  <a:lnTo>
                    <a:pt x="1071642" y="1344858"/>
                  </a:lnTo>
                  <a:lnTo>
                    <a:pt x="1071648" y="1344863"/>
                  </a:lnTo>
                  <a:lnTo>
                    <a:pt x="1071666" y="1344877"/>
                  </a:lnTo>
                  <a:lnTo>
                    <a:pt x="1071691" y="1344894"/>
                  </a:lnTo>
                  <a:lnTo>
                    <a:pt x="1071719" y="1344914"/>
                  </a:lnTo>
                  <a:lnTo>
                    <a:pt x="1071737" y="1344926"/>
                  </a:lnTo>
                  <a:lnTo>
                    <a:pt x="1071754" y="1344945"/>
                  </a:lnTo>
                  <a:lnTo>
                    <a:pt x="1071789" y="1344980"/>
                  </a:lnTo>
                  <a:lnTo>
                    <a:pt x="1071813" y="1345002"/>
                  </a:lnTo>
                  <a:lnTo>
                    <a:pt x="1071848" y="1345015"/>
                  </a:lnTo>
                  <a:lnTo>
                    <a:pt x="1071877" y="1345035"/>
                  </a:lnTo>
                  <a:lnTo>
                    <a:pt x="1071892" y="1345062"/>
                  </a:lnTo>
                  <a:lnTo>
                    <a:pt x="1071908" y="1345111"/>
                  </a:lnTo>
                  <a:lnTo>
                    <a:pt x="1071920" y="1345144"/>
                  </a:lnTo>
                  <a:lnTo>
                    <a:pt x="1071929" y="1345154"/>
                  </a:lnTo>
                  <a:lnTo>
                    <a:pt x="1071946" y="1345161"/>
                  </a:lnTo>
                  <a:lnTo>
                    <a:pt x="1071973" y="1345169"/>
                  </a:lnTo>
                  <a:lnTo>
                    <a:pt x="1071994" y="1345187"/>
                  </a:lnTo>
                  <a:lnTo>
                    <a:pt x="1072009" y="1345226"/>
                  </a:lnTo>
                  <a:lnTo>
                    <a:pt x="1072024" y="1345246"/>
                  </a:lnTo>
                  <a:lnTo>
                    <a:pt x="1072045" y="1345259"/>
                  </a:lnTo>
                  <a:lnTo>
                    <a:pt x="1072063" y="1345262"/>
                  </a:lnTo>
                  <a:lnTo>
                    <a:pt x="1072093" y="1345260"/>
                  </a:lnTo>
                  <a:lnTo>
                    <a:pt x="1072109" y="1345259"/>
                  </a:lnTo>
                  <a:lnTo>
                    <a:pt x="1072128" y="1345257"/>
                  </a:lnTo>
                  <a:lnTo>
                    <a:pt x="1072167" y="1345247"/>
                  </a:lnTo>
                  <a:lnTo>
                    <a:pt x="1072190" y="1345245"/>
                  </a:lnTo>
                  <a:lnTo>
                    <a:pt x="1072204" y="1345248"/>
                  </a:lnTo>
                  <a:lnTo>
                    <a:pt x="1072229" y="1345245"/>
                  </a:lnTo>
                  <a:lnTo>
                    <a:pt x="1072315" y="1345226"/>
                  </a:lnTo>
                  <a:lnTo>
                    <a:pt x="1072322" y="1345225"/>
                  </a:lnTo>
                  <a:lnTo>
                    <a:pt x="1072362" y="1345219"/>
                  </a:lnTo>
                  <a:lnTo>
                    <a:pt x="1072369" y="1345225"/>
                  </a:lnTo>
                  <a:lnTo>
                    <a:pt x="1072376" y="1345231"/>
                  </a:lnTo>
                  <a:lnTo>
                    <a:pt x="1072381" y="1345240"/>
                  </a:lnTo>
                  <a:lnTo>
                    <a:pt x="1072393" y="1345257"/>
                  </a:lnTo>
                  <a:lnTo>
                    <a:pt x="1072408" y="1345272"/>
                  </a:lnTo>
                  <a:lnTo>
                    <a:pt x="1072414" y="1345277"/>
                  </a:lnTo>
                  <a:lnTo>
                    <a:pt x="1072424" y="1345281"/>
                  </a:lnTo>
                  <a:lnTo>
                    <a:pt x="1072441" y="1345288"/>
                  </a:lnTo>
                  <a:lnTo>
                    <a:pt x="1072454" y="1345295"/>
                  </a:lnTo>
                  <a:lnTo>
                    <a:pt x="1072457" y="1345298"/>
                  </a:lnTo>
                  <a:lnTo>
                    <a:pt x="1072472" y="1345310"/>
                  </a:lnTo>
                  <a:lnTo>
                    <a:pt x="1072480" y="1345316"/>
                  </a:lnTo>
                  <a:lnTo>
                    <a:pt x="1072485" y="1345323"/>
                  </a:lnTo>
                  <a:lnTo>
                    <a:pt x="1072492" y="1345340"/>
                  </a:lnTo>
                  <a:lnTo>
                    <a:pt x="1072495" y="1345357"/>
                  </a:lnTo>
                  <a:lnTo>
                    <a:pt x="1072498" y="1345373"/>
                  </a:lnTo>
                  <a:lnTo>
                    <a:pt x="1072502" y="1345383"/>
                  </a:lnTo>
                  <a:lnTo>
                    <a:pt x="1072505" y="1345400"/>
                  </a:lnTo>
                  <a:lnTo>
                    <a:pt x="1072510" y="1345416"/>
                  </a:lnTo>
                  <a:lnTo>
                    <a:pt x="1072516" y="1345432"/>
                  </a:lnTo>
                  <a:lnTo>
                    <a:pt x="1072524" y="1345441"/>
                  </a:lnTo>
                  <a:lnTo>
                    <a:pt x="1072531" y="1345447"/>
                  </a:lnTo>
                  <a:lnTo>
                    <a:pt x="1072540" y="1345453"/>
                  </a:lnTo>
                  <a:lnTo>
                    <a:pt x="1072547" y="1345455"/>
                  </a:lnTo>
                  <a:lnTo>
                    <a:pt x="1072563" y="1345459"/>
                  </a:lnTo>
                  <a:lnTo>
                    <a:pt x="1072580" y="1345460"/>
                  </a:lnTo>
                  <a:lnTo>
                    <a:pt x="1072586" y="1345462"/>
                  </a:lnTo>
                  <a:lnTo>
                    <a:pt x="1072595" y="1345472"/>
                  </a:lnTo>
                  <a:lnTo>
                    <a:pt x="1072606" y="1345488"/>
                  </a:lnTo>
                  <a:lnTo>
                    <a:pt x="1072622" y="1345502"/>
                  </a:lnTo>
                  <a:lnTo>
                    <a:pt x="1072629" y="1345504"/>
                  </a:lnTo>
                  <a:lnTo>
                    <a:pt x="1072638" y="1345504"/>
                  </a:lnTo>
                  <a:lnTo>
                    <a:pt x="1072648" y="1345500"/>
                  </a:lnTo>
                  <a:lnTo>
                    <a:pt x="1072656" y="1345496"/>
                  </a:lnTo>
                  <a:lnTo>
                    <a:pt x="1072671" y="1345485"/>
                  </a:lnTo>
                  <a:lnTo>
                    <a:pt x="1072687" y="1345474"/>
                  </a:lnTo>
                  <a:lnTo>
                    <a:pt x="1072703" y="1345465"/>
                  </a:lnTo>
                  <a:lnTo>
                    <a:pt x="1072719" y="1345463"/>
                  </a:lnTo>
                  <a:lnTo>
                    <a:pt x="1072735" y="1345459"/>
                  </a:lnTo>
                  <a:lnTo>
                    <a:pt x="1072752" y="1345456"/>
                  </a:lnTo>
                  <a:lnTo>
                    <a:pt x="1072768" y="1345452"/>
                  </a:lnTo>
                  <a:lnTo>
                    <a:pt x="1072780" y="1345448"/>
                  </a:lnTo>
                  <a:lnTo>
                    <a:pt x="1072784" y="1345448"/>
                  </a:lnTo>
                  <a:lnTo>
                    <a:pt x="1072801" y="1345450"/>
                  </a:lnTo>
                  <a:lnTo>
                    <a:pt x="1072817" y="1345450"/>
                  </a:lnTo>
                  <a:lnTo>
                    <a:pt x="1072833" y="1345449"/>
                  </a:lnTo>
                  <a:lnTo>
                    <a:pt x="1072849" y="1345450"/>
                  </a:lnTo>
                  <a:lnTo>
                    <a:pt x="1072865" y="1345451"/>
                  </a:lnTo>
                  <a:lnTo>
                    <a:pt x="1072881" y="1345452"/>
                  </a:lnTo>
                  <a:lnTo>
                    <a:pt x="1072898" y="1345453"/>
                  </a:lnTo>
                  <a:lnTo>
                    <a:pt x="1072914" y="1345455"/>
                  </a:lnTo>
                  <a:lnTo>
                    <a:pt x="1072930" y="1345456"/>
                  </a:lnTo>
                  <a:lnTo>
                    <a:pt x="1072947" y="1345456"/>
                  </a:lnTo>
                  <a:lnTo>
                    <a:pt x="1072963" y="1345458"/>
                  </a:lnTo>
                  <a:lnTo>
                    <a:pt x="1072979" y="1345461"/>
                  </a:lnTo>
                  <a:lnTo>
                    <a:pt x="1072983" y="1345466"/>
                  </a:lnTo>
                  <a:lnTo>
                    <a:pt x="1072989" y="1345477"/>
                  </a:lnTo>
                  <a:lnTo>
                    <a:pt x="1073000" y="1345494"/>
                  </a:lnTo>
                  <a:lnTo>
                    <a:pt x="1073014" y="1345508"/>
                  </a:lnTo>
                  <a:lnTo>
                    <a:pt x="1073026" y="1345517"/>
                  </a:lnTo>
                  <a:lnTo>
                    <a:pt x="1073072" y="1345532"/>
                  </a:lnTo>
                  <a:lnTo>
                    <a:pt x="1073088" y="1345537"/>
                  </a:lnTo>
                  <a:lnTo>
                    <a:pt x="1073104" y="1345549"/>
                  </a:lnTo>
                  <a:lnTo>
                    <a:pt x="1073113" y="1345566"/>
                  </a:lnTo>
                  <a:lnTo>
                    <a:pt x="1073116" y="1345572"/>
                  </a:lnTo>
                  <a:lnTo>
                    <a:pt x="1073119" y="1345583"/>
                  </a:lnTo>
                  <a:lnTo>
                    <a:pt x="1073128" y="1345599"/>
                  </a:lnTo>
                  <a:lnTo>
                    <a:pt x="1073142" y="1345616"/>
                  </a:lnTo>
                  <a:lnTo>
                    <a:pt x="1073155" y="1345632"/>
                  </a:lnTo>
                  <a:lnTo>
                    <a:pt x="1073161" y="1345643"/>
                  </a:lnTo>
                  <a:lnTo>
                    <a:pt x="1073164" y="1345652"/>
                  </a:lnTo>
                  <a:lnTo>
                    <a:pt x="1073169" y="1345666"/>
                  </a:lnTo>
                  <a:lnTo>
                    <a:pt x="1073169" y="1345682"/>
                  </a:lnTo>
                  <a:lnTo>
                    <a:pt x="1073169" y="1345699"/>
                  </a:lnTo>
                  <a:lnTo>
                    <a:pt x="1073170" y="1345716"/>
                  </a:lnTo>
                  <a:lnTo>
                    <a:pt x="1073172" y="1345732"/>
                  </a:lnTo>
                  <a:lnTo>
                    <a:pt x="1073175" y="1345750"/>
                  </a:lnTo>
                  <a:lnTo>
                    <a:pt x="1073174" y="1345766"/>
                  </a:lnTo>
                  <a:lnTo>
                    <a:pt x="1073171" y="1345783"/>
                  </a:lnTo>
                  <a:lnTo>
                    <a:pt x="1073170" y="1345799"/>
                  </a:lnTo>
                  <a:lnTo>
                    <a:pt x="1073172" y="1345804"/>
                  </a:lnTo>
                  <a:lnTo>
                    <a:pt x="1073178" y="1345810"/>
                  </a:lnTo>
                  <a:lnTo>
                    <a:pt x="1073183" y="1345812"/>
                  </a:lnTo>
                  <a:lnTo>
                    <a:pt x="1073199" y="1345819"/>
                  </a:lnTo>
                  <a:lnTo>
                    <a:pt x="1073216" y="1345827"/>
                  </a:lnTo>
                  <a:lnTo>
                    <a:pt x="1073232" y="1345837"/>
                  </a:lnTo>
                  <a:lnTo>
                    <a:pt x="1073247" y="1345850"/>
                  </a:lnTo>
                  <a:lnTo>
                    <a:pt x="1073256" y="1345859"/>
                  </a:lnTo>
                  <a:lnTo>
                    <a:pt x="1073263" y="1345863"/>
                  </a:lnTo>
                  <a:lnTo>
                    <a:pt x="1073278" y="1345870"/>
                  </a:lnTo>
                  <a:lnTo>
                    <a:pt x="1073291" y="1345871"/>
                  </a:lnTo>
                  <a:lnTo>
                    <a:pt x="1073296" y="1345870"/>
                  </a:lnTo>
                  <a:lnTo>
                    <a:pt x="1073312" y="1345867"/>
                  </a:lnTo>
                  <a:lnTo>
                    <a:pt x="1073328" y="1345863"/>
                  </a:lnTo>
                  <a:lnTo>
                    <a:pt x="1073341" y="1345862"/>
                  </a:lnTo>
                  <a:lnTo>
                    <a:pt x="1073346" y="1345865"/>
                  </a:lnTo>
                  <a:lnTo>
                    <a:pt x="1073353" y="1345871"/>
                  </a:lnTo>
                  <a:lnTo>
                    <a:pt x="1073360" y="1345879"/>
                  </a:lnTo>
                  <a:lnTo>
                    <a:pt x="1073375" y="1345893"/>
                  </a:lnTo>
                  <a:lnTo>
                    <a:pt x="1073391" y="1345905"/>
                  </a:lnTo>
                  <a:lnTo>
                    <a:pt x="1073402" y="1345912"/>
                  </a:lnTo>
                  <a:lnTo>
                    <a:pt x="1073407" y="1345913"/>
                  </a:lnTo>
                  <a:lnTo>
                    <a:pt x="1073424" y="1345918"/>
                  </a:lnTo>
                  <a:lnTo>
                    <a:pt x="1073440" y="1345920"/>
                  </a:lnTo>
                  <a:lnTo>
                    <a:pt x="1073456" y="1345922"/>
                  </a:lnTo>
                  <a:lnTo>
                    <a:pt x="1073472" y="1345924"/>
                  </a:lnTo>
                  <a:lnTo>
                    <a:pt x="1073488" y="1345923"/>
                  </a:lnTo>
                  <a:lnTo>
                    <a:pt x="1073505" y="1345922"/>
                  </a:lnTo>
                  <a:lnTo>
                    <a:pt x="1073521" y="1345920"/>
                  </a:lnTo>
                  <a:lnTo>
                    <a:pt x="1073537" y="1345918"/>
                  </a:lnTo>
                  <a:lnTo>
                    <a:pt x="1073553" y="1345917"/>
                  </a:lnTo>
                  <a:lnTo>
                    <a:pt x="1073570" y="1345914"/>
                  </a:lnTo>
                  <a:lnTo>
                    <a:pt x="1073586" y="1345913"/>
                  </a:lnTo>
                  <a:lnTo>
                    <a:pt x="1073602" y="1345911"/>
                  </a:lnTo>
                  <a:lnTo>
                    <a:pt x="1073618" y="1345912"/>
                  </a:lnTo>
                  <a:lnTo>
                    <a:pt x="1073628" y="1345911"/>
                  </a:lnTo>
                  <a:lnTo>
                    <a:pt x="1073634" y="1345909"/>
                  </a:lnTo>
                  <a:lnTo>
                    <a:pt x="1073641" y="1345907"/>
                  </a:lnTo>
                  <a:lnTo>
                    <a:pt x="1073655" y="1345900"/>
                  </a:lnTo>
                  <a:lnTo>
                    <a:pt x="1073676" y="1345890"/>
                  </a:lnTo>
                  <a:lnTo>
                    <a:pt x="1073683" y="1345875"/>
                  </a:lnTo>
                  <a:lnTo>
                    <a:pt x="1073685" y="1345859"/>
                  </a:lnTo>
                  <a:lnTo>
                    <a:pt x="1073690" y="1345842"/>
                  </a:lnTo>
                  <a:lnTo>
                    <a:pt x="1073690" y="1345833"/>
                  </a:lnTo>
                  <a:lnTo>
                    <a:pt x="1073694" y="1345825"/>
                  </a:lnTo>
                  <a:lnTo>
                    <a:pt x="1073700" y="1345809"/>
                  </a:lnTo>
                  <a:lnTo>
                    <a:pt x="1073704" y="1345799"/>
                  </a:lnTo>
                  <a:lnTo>
                    <a:pt x="1073708" y="1345792"/>
                  </a:lnTo>
                  <a:lnTo>
                    <a:pt x="1073714" y="1345775"/>
                  </a:lnTo>
                  <a:lnTo>
                    <a:pt x="1073718" y="1345759"/>
                  </a:lnTo>
                  <a:lnTo>
                    <a:pt x="1073721" y="1345747"/>
                  </a:lnTo>
                  <a:lnTo>
                    <a:pt x="1073724" y="1345737"/>
                  </a:lnTo>
                  <a:lnTo>
                    <a:pt x="1073727" y="1345726"/>
                  </a:lnTo>
                  <a:lnTo>
                    <a:pt x="1073729" y="1345717"/>
                  </a:lnTo>
                  <a:lnTo>
                    <a:pt x="1073731" y="1345709"/>
                  </a:lnTo>
                  <a:lnTo>
                    <a:pt x="1073732" y="1345701"/>
                  </a:lnTo>
                  <a:lnTo>
                    <a:pt x="1073734" y="1345692"/>
                  </a:lnTo>
                  <a:lnTo>
                    <a:pt x="1073734" y="1345675"/>
                  </a:lnTo>
                  <a:lnTo>
                    <a:pt x="1073738" y="1345657"/>
                  </a:lnTo>
                  <a:lnTo>
                    <a:pt x="1073745" y="1345642"/>
                  </a:lnTo>
                  <a:lnTo>
                    <a:pt x="1073754" y="1345630"/>
                  </a:lnTo>
                  <a:lnTo>
                    <a:pt x="1073773" y="1345611"/>
                  </a:lnTo>
                  <a:lnTo>
                    <a:pt x="1073781" y="1345608"/>
                  </a:lnTo>
                  <a:lnTo>
                    <a:pt x="1073789" y="1345608"/>
                  </a:lnTo>
                  <a:lnTo>
                    <a:pt x="1073806" y="1345613"/>
                  </a:lnTo>
                  <a:lnTo>
                    <a:pt x="1073822" y="1345616"/>
                  </a:lnTo>
                  <a:lnTo>
                    <a:pt x="1073832" y="1345616"/>
                  </a:lnTo>
                  <a:lnTo>
                    <a:pt x="1073838" y="1345612"/>
                  </a:lnTo>
                  <a:lnTo>
                    <a:pt x="1073850" y="1345596"/>
                  </a:lnTo>
                  <a:lnTo>
                    <a:pt x="1073864" y="1345581"/>
                  </a:lnTo>
                  <a:lnTo>
                    <a:pt x="1073877" y="1345566"/>
                  </a:lnTo>
                  <a:lnTo>
                    <a:pt x="1073893" y="1345552"/>
                  </a:lnTo>
                  <a:lnTo>
                    <a:pt x="1073909" y="1345542"/>
                  </a:lnTo>
                  <a:lnTo>
                    <a:pt x="1073926" y="1345532"/>
                  </a:lnTo>
                  <a:lnTo>
                    <a:pt x="1073932" y="1345528"/>
                  </a:lnTo>
                  <a:lnTo>
                    <a:pt x="1073942" y="1345525"/>
                  </a:lnTo>
                  <a:lnTo>
                    <a:pt x="1073951" y="1345523"/>
                  </a:lnTo>
                  <a:lnTo>
                    <a:pt x="1073958" y="1345525"/>
                  </a:lnTo>
                  <a:lnTo>
                    <a:pt x="1073974" y="1345529"/>
                  </a:lnTo>
                  <a:lnTo>
                    <a:pt x="1073990" y="1345533"/>
                  </a:lnTo>
                  <a:lnTo>
                    <a:pt x="1074006" y="1345536"/>
                  </a:lnTo>
                  <a:lnTo>
                    <a:pt x="1074023" y="1345540"/>
                  </a:lnTo>
                  <a:lnTo>
                    <a:pt x="1074041" y="1345542"/>
                  </a:lnTo>
                  <a:lnTo>
                    <a:pt x="1074050" y="1345542"/>
                  </a:lnTo>
                  <a:lnTo>
                    <a:pt x="1074055" y="1345540"/>
                  </a:lnTo>
                  <a:lnTo>
                    <a:pt x="1074072" y="1345529"/>
                  </a:lnTo>
                  <a:lnTo>
                    <a:pt x="1074082" y="1345521"/>
                  </a:lnTo>
                  <a:lnTo>
                    <a:pt x="1074086" y="1345515"/>
                  </a:lnTo>
                  <a:lnTo>
                    <a:pt x="1074098" y="1345499"/>
                  </a:lnTo>
                  <a:lnTo>
                    <a:pt x="1074102" y="1345489"/>
                  </a:lnTo>
                  <a:lnTo>
                    <a:pt x="1074105" y="1345480"/>
                  </a:lnTo>
                  <a:lnTo>
                    <a:pt x="1074108" y="1345469"/>
                  </a:lnTo>
                  <a:lnTo>
                    <a:pt x="1074110" y="1345461"/>
                  </a:lnTo>
                  <a:lnTo>
                    <a:pt x="1074114" y="1345449"/>
                  </a:lnTo>
                  <a:lnTo>
                    <a:pt x="1074121" y="1345432"/>
                  </a:lnTo>
                  <a:lnTo>
                    <a:pt x="1074125" y="1345415"/>
                  </a:lnTo>
                  <a:lnTo>
                    <a:pt x="1074127" y="1345406"/>
                  </a:lnTo>
                  <a:lnTo>
                    <a:pt x="1074130" y="1345399"/>
                  </a:lnTo>
                  <a:lnTo>
                    <a:pt x="1074134" y="1345389"/>
                  </a:lnTo>
                  <a:lnTo>
                    <a:pt x="1074136" y="1345383"/>
                  </a:lnTo>
                  <a:lnTo>
                    <a:pt x="1074139" y="1345377"/>
                  </a:lnTo>
                  <a:lnTo>
                    <a:pt x="1074147" y="1345364"/>
                  </a:lnTo>
                  <a:lnTo>
                    <a:pt x="1074155" y="1345349"/>
                  </a:lnTo>
                  <a:lnTo>
                    <a:pt x="1074161" y="1345341"/>
                  </a:lnTo>
                  <a:lnTo>
                    <a:pt x="1074165" y="1345333"/>
                  </a:lnTo>
                  <a:lnTo>
                    <a:pt x="1074171" y="1345323"/>
                  </a:lnTo>
                  <a:lnTo>
                    <a:pt x="1074179" y="1345311"/>
                  </a:lnTo>
                  <a:lnTo>
                    <a:pt x="1074185" y="1345300"/>
                  </a:lnTo>
                  <a:lnTo>
                    <a:pt x="1074194" y="1345283"/>
                  </a:lnTo>
                  <a:lnTo>
                    <a:pt x="1074202" y="1345266"/>
                  </a:lnTo>
                  <a:lnTo>
                    <a:pt x="1074210" y="1345248"/>
                  </a:lnTo>
                  <a:lnTo>
                    <a:pt x="1074218" y="1345233"/>
                  </a:lnTo>
                  <a:lnTo>
                    <a:pt x="1074226" y="1345216"/>
                  </a:lnTo>
                  <a:lnTo>
                    <a:pt x="1074239" y="1345199"/>
                  </a:lnTo>
                  <a:lnTo>
                    <a:pt x="1074245" y="1345190"/>
                  </a:lnTo>
                  <a:lnTo>
                    <a:pt x="1074251" y="1345183"/>
                  </a:lnTo>
                  <a:lnTo>
                    <a:pt x="1074256" y="1345174"/>
                  </a:lnTo>
                  <a:lnTo>
                    <a:pt x="1074261" y="1345166"/>
                  </a:lnTo>
                  <a:lnTo>
                    <a:pt x="1074263" y="1345160"/>
                  </a:lnTo>
                  <a:lnTo>
                    <a:pt x="1074267" y="1345153"/>
                  </a:lnTo>
                  <a:lnTo>
                    <a:pt x="1074270" y="1345149"/>
                  </a:lnTo>
                  <a:lnTo>
                    <a:pt x="1074277" y="1345133"/>
                  </a:lnTo>
                  <a:lnTo>
                    <a:pt x="1074283" y="1345116"/>
                  </a:lnTo>
                  <a:lnTo>
                    <a:pt x="1074288" y="1345099"/>
                  </a:lnTo>
                  <a:lnTo>
                    <a:pt x="1074293" y="1345084"/>
                  </a:lnTo>
                  <a:lnTo>
                    <a:pt x="1074303" y="1345066"/>
                  </a:lnTo>
                  <a:lnTo>
                    <a:pt x="1074311" y="1345049"/>
                  </a:lnTo>
                  <a:lnTo>
                    <a:pt x="1074321" y="1345038"/>
                  </a:lnTo>
                  <a:lnTo>
                    <a:pt x="1074325" y="1345035"/>
                  </a:lnTo>
                  <a:lnTo>
                    <a:pt x="1074341" y="1345036"/>
                  </a:lnTo>
                  <a:lnTo>
                    <a:pt x="1074351" y="1345034"/>
                  </a:lnTo>
                  <a:lnTo>
                    <a:pt x="1074364" y="1345031"/>
                  </a:lnTo>
                  <a:lnTo>
                    <a:pt x="1074374" y="1345028"/>
                  </a:lnTo>
                  <a:lnTo>
                    <a:pt x="1074381" y="1345025"/>
                  </a:lnTo>
                  <a:lnTo>
                    <a:pt x="1074391" y="1345020"/>
                  </a:lnTo>
                  <a:lnTo>
                    <a:pt x="1074407" y="1345010"/>
                  </a:lnTo>
                  <a:lnTo>
                    <a:pt x="1074414" y="1345004"/>
                  </a:lnTo>
                  <a:lnTo>
                    <a:pt x="1074423" y="1344996"/>
                  </a:lnTo>
                  <a:lnTo>
                    <a:pt x="1074432" y="1344990"/>
                  </a:lnTo>
                  <a:lnTo>
                    <a:pt x="1074438" y="1344986"/>
                  </a:lnTo>
                  <a:lnTo>
                    <a:pt x="1074454" y="1344978"/>
                  </a:lnTo>
                  <a:lnTo>
                    <a:pt x="1074470" y="1344964"/>
                  </a:lnTo>
                  <a:lnTo>
                    <a:pt x="1074480" y="1344949"/>
                  </a:lnTo>
                  <a:lnTo>
                    <a:pt x="1074485" y="1344938"/>
                  </a:lnTo>
                  <a:lnTo>
                    <a:pt x="1074490" y="1344929"/>
                  </a:lnTo>
                  <a:lnTo>
                    <a:pt x="1074495" y="1344921"/>
                  </a:lnTo>
                  <a:lnTo>
                    <a:pt x="1074501" y="1344915"/>
                  </a:lnTo>
                  <a:lnTo>
                    <a:pt x="1074508" y="1344913"/>
                  </a:lnTo>
                  <a:lnTo>
                    <a:pt x="1074516" y="1344913"/>
                  </a:lnTo>
                  <a:lnTo>
                    <a:pt x="1074534" y="1344917"/>
                  </a:lnTo>
                  <a:lnTo>
                    <a:pt x="1074550" y="1344923"/>
                  </a:lnTo>
                  <a:lnTo>
                    <a:pt x="1074566" y="1344928"/>
                  </a:lnTo>
                  <a:lnTo>
                    <a:pt x="1074583" y="1344929"/>
                  </a:lnTo>
                  <a:lnTo>
                    <a:pt x="1074599" y="1344926"/>
                  </a:lnTo>
                  <a:lnTo>
                    <a:pt x="1074608" y="1344920"/>
                  </a:lnTo>
                  <a:lnTo>
                    <a:pt x="1074615" y="1344912"/>
                  </a:lnTo>
                  <a:lnTo>
                    <a:pt x="1074626" y="1344896"/>
                  </a:lnTo>
                  <a:lnTo>
                    <a:pt x="1074638" y="1344879"/>
                  </a:lnTo>
                  <a:lnTo>
                    <a:pt x="1074645" y="1344871"/>
                  </a:lnTo>
                  <a:lnTo>
                    <a:pt x="1074654" y="1344866"/>
                  </a:lnTo>
                  <a:lnTo>
                    <a:pt x="1074660" y="1344862"/>
                  </a:lnTo>
                  <a:lnTo>
                    <a:pt x="1074670" y="1344858"/>
                  </a:lnTo>
                  <a:lnTo>
                    <a:pt x="1074686" y="1344855"/>
                  </a:lnTo>
                  <a:lnTo>
                    <a:pt x="1074702" y="1344852"/>
                  </a:lnTo>
                  <a:lnTo>
                    <a:pt x="1074719" y="1344851"/>
                  </a:lnTo>
                  <a:lnTo>
                    <a:pt x="1074735" y="1344850"/>
                  </a:lnTo>
                  <a:lnTo>
                    <a:pt x="1074751" y="1344849"/>
                  </a:lnTo>
                  <a:lnTo>
                    <a:pt x="1074768" y="1344848"/>
                  </a:lnTo>
                  <a:lnTo>
                    <a:pt x="1074774" y="1344848"/>
                  </a:lnTo>
                  <a:lnTo>
                    <a:pt x="1074785" y="1344850"/>
                  </a:lnTo>
                  <a:lnTo>
                    <a:pt x="1074796" y="1344852"/>
                  </a:lnTo>
                  <a:lnTo>
                    <a:pt x="1074800" y="1344854"/>
                  </a:lnTo>
                  <a:lnTo>
                    <a:pt x="1074816" y="1344860"/>
                  </a:lnTo>
                  <a:lnTo>
                    <a:pt x="1074832" y="1344866"/>
                  </a:lnTo>
                  <a:lnTo>
                    <a:pt x="1074863" y="1344877"/>
                  </a:lnTo>
                  <a:lnTo>
                    <a:pt x="1074876" y="1344875"/>
                  </a:lnTo>
                  <a:lnTo>
                    <a:pt x="1074884" y="1344880"/>
                  </a:lnTo>
                  <a:lnTo>
                    <a:pt x="1074908" y="1344882"/>
                  </a:lnTo>
                  <a:lnTo>
                    <a:pt x="1074926" y="1344881"/>
                  </a:lnTo>
                  <a:lnTo>
                    <a:pt x="1074943" y="1344880"/>
                  </a:lnTo>
                  <a:lnTo>
                    <a:pt x="1074959" y="1344881"/>
                  </a:lnTo>
                  <a:lnTo>
                    <a:pt x="1074967" y="1344882"/>
                  </a:lnTo>
                  <a:lnTo>
                    <a:pt x="1074975" y="1344888"/>
                  </a:lnTo>
                  <a:lnTo>
                    <a:pt x="1074988" y="1344905"/>
                  </a:lnTo>
                  <a:lnTo>
                    <a:pt x="1075001" y="1344922"/>
                  </a:lnTo>
                  <a:lnTo>
                    <a:pt x="1075016" y="1344936"/>
                  </a:lnTo>
                  <a:lnTo>
                    <a:pt x="1075033" y="1344947"/>
                  </a:lnTo>
                  <a:lnTo>
                    <a:pt x="1075049" y="1344956"/>
                  </a:lnTo>
                  <a:lnTo>
                    <a:pt x="1075057" y="1344958"/>
                  </a:lnTo>
                  <a:lnTo>
                    <a:pt x="1075058" y="1344946"/>
                  </a:lnTo>
                  <a:lnTo>
                    <a:pt x="1075063" y="1344933"/>
                  </a:lnTo>
                  <a:lnTo>
                    <a:pt x="1075068" y="1344918"/>
                  </a:lnTo>
                  <a:lnTo>
                    <a:pt x="1075074" y="1344902"/>
                  </a:lnTo>
                  <a:lnTo>
                    <a:pt x="1075079" y="1344884"/>
                  </a:lnTo>
                  <a:lnTo>
                    <a:pt x="1075081" y="1344877"/>
                  </a:lnTo>
                  <a:lnTo>
                    <a:pt x="1075083" y="1344872"/>
                  </a:lnTo>
                  <a:lnTo>
                    <a:pt x="1075085" y="1344867"/>
                  </a:lnTo>
                  <a:lnTo>
                    <a:pt x="1075094" y="1344850"/>
                  </a:lnTo>
                  <a:lnTo>
                    <a:pt x="1075097" y="1344840"/>
                  </a:lnTo>
                  <a:lnTo>
                    <a:pt x="1075100" y="1344834"/>
                  </a:lnTo>
                  <a:lnTo>
                    <a:pt x="1075104" y="1344817"/>
                  </a:lnTo>
                  <a:lnTo>
                    <a:pt x="1075112" y="1344800"/>
                  </a:lnTo>
                  <a:lnTo>
                    <a:pt x="1075125" y="1344783"/>
                  </a:lnTo>
                  <a:lnTo>
                    <a:pt x="1075133" y="1344777"/>
                  </a:lnTo>
                  <a:lnTo>
                    <a:pt x="1075142" y="1344772"/>
                  </a:lnTo>
                  <a:lnTo>
                    <a:pt x="1075158" y="1344764"/>
                  </a:lnTo>
                  <a:lnTo>
                    <a:pt x="1075174" y="1344759"/>
                  </a:lnTo>
                  <a:lnTo>
                    <a:pt x="1075181" y="1344757"/>
                  </a:lnTo>
                  <a:lnTo>
                    <a:pt x="1075190" y="1344756"/>
                  </a:lnTo>
                  <a:lnTo>
                    <a:pt x="1075200" y="1344752"/>
                  </a:lnTo>
                  <a:lnTo>
                    <a:pt x="1075206" y="1344746"/>
                  </a:lnTo>
                  <a:lnTo>
                    <a:pt x="1075214" y="1344729"/>
                  </a:lnTo>
                  <a:lnTo>
                    <a:pt x="1075218" y="1344712"/>
                  </a:lnTo>
                  <a:lnTo>
                    <a:pt x="1075221" y="1344696"/>
                  </a:lnTo>
                  <a:lnTo>
                    <a:pt x="1075240" y="1344638"/>
                  </a:lnTo>
                  <a:lnTo>
                    <a:pt x="1075247" y="1344621"/>
                  </a:lnTo>
                  <a:lnTo>
                    <a:pt x="1075252" y="1344604"/>
                  </a:lnTo>
                  <a:lnTo>
                    <a:pt x="1075256" y="1344593"/>
                  </a:lnTo>
                  <a:lnTo>
                    <a:pt x="1075260" y="1344587"/>
                  </a:lnTo>
                  <a:lnTo>
                    <a:pt x="1075274" y="1344571"/>
                  </a:lnTo>
                  <a:lnTo>
                    <a:pt x="1075287" y="1344558"/>
                  </a:lnTo>
                  <a:lnTo>
                    <a:pt x="1075300" y="1344541"/>
                  </a:lnTo>
                  <a:lnTo>
                    <a:pt x="1075301" y="1344524"/>
                  </a:lnTo>
                  <a:lnTo>
                    <a:pt x="1075303" y="1344508"/>
                  </a:lnTo>
                  <a:lnTo>
                    <a:pt x="1075305" y="1344491"/>
                  </a:lnTo>
                  <a:lnTo>
                    <a:pt x="1075308" y="1344474"/>
                  </a:lnTo>
                  <a:lnTo>
                    <a:pt x="1075310" y="1344457"/>
                  </a:lnTo>
                  <a:lnTo>
                    <a:pt x="1075314" y="1344447"/>
                  </a:lnTo>
                  <a:lnTo>
                    <a:pt x="1075319" y="1344437"/>
                  </a:lnTo>
                  <a:lnTo>
                    <a:pt x="1075323" y="1344429"/>
                  </a:lnTo>
                  <a:lnTo>
                    <a:pt x="1075328" y="1344421"/>
                  </a:lnTo>
                  <a:lnTo>
                    <a:pt x="1075331" y="1344412"/>
                  </a:lnTo>
                  <a:lnTo>
                    <a:pt x="1075334" y="1344402"/>
                  </a:lnTo>
                  <a:lnTo>
                    <a:pt x="1075335" y="1344391"/>
                  </a:lnTo>
                  <a:lnTo>
                    <a:pt x="1075338" y="1344377"/>
                  </a:lnTo>
                  <a:lnTo>
                    <a:pt x="1075341" y="1344366"/>
                  </a:lnTo>
                  <a:lnTo>
                    <a:pt x="1075342" y="1344357"/>
                  </a:lnTo>
                  <a:lnTo>
                    <a:pt x="1075344" y="1344341"/>
                  </a:lnTo>
                  <a:lnTo>
                    <a:pt x="1075352" y="1344309"/>
                  </a:lnTo>
                  <a:lnTo>
                    <a:pt x="1075384" y="1344215"/>
                  </a:lnTo>
                  <a:lnTo>
                    <a:pt x="1075395" y="1344191"/>
                  </a:lnTo>
                  <a:lnTo>
                    <a:pt x="1075401" y="1344184"/>
                  </a:lnTo>
                  <a:lnTo>
                    <a:pt x="1075411" y="1344174"/>
                  </a:lnTo>
                  <a:lnTo>
                    <a:pt x="1075425" y="1344169"/>
                  </a:lnTo>
                  <a:lnTo>
                    <a:pt x="1075453" y="1344159"/>
                  </a:lnTo>
                  <a:lnTo>
                    <a:pt x="1075479" y="1344147"/>
                  </a:lnTo>
                  <a:lnTo>
                    <a:pt x="1075489" y="1344143"/>
                  </a:lnTo>
                  <a:lnTo>
                    <a:pt x="1075507" y="1344129"/>
                  </a:lnTo>
                  <a:lnTo>
                    <a:pt x="1075530" y="1344103"/>
                  </a:lnTo>
                  <a:lnTo>
                    <a:pt x="1075541" y="1344096"/>
                  </a:lnTo>
                  <a:lnTo>
                    <a:pt x="1075559" y="1344089"/>
                  </a:lnTo>
                  <a:lnTo>
                    <a:pt x="1075565" y="1344081"/>
                  </a:lnTo>
                  <a:lnTo>
                    <a:pt x="1075568" y="1344076"/>
                  </a:lnTo>
                  <a:lnTo>
                    <a:pt x="1075568" y="1344069"/>
                  </a:lnTo>
                  <a:lnTo>
                    <a:pt x="1075568" y="1344058"/>
                  </a:lnTo>
                  <a:lnTo>
                    <a:pt x="1075568" y="1344051"/>
                  </a:lnTo>
                  <a:lnTo>
                    <a:pt x="1075568" y="1344040"/>
                  </a:lnTo>
                  <a:lnTo>
                    <a:pt x="1075568" y="1344026"/>
                  </a:lnTo>
                  <a:lnTo>
                    <a:pt x="1075570" y="1344006"/>
                  </a:lnTo>
                  <a:lnTo>
                    <a:pt x="1075571" y="1343988"/>
                  </a:lnTo>
                  <a:lnTo>
                    <a:pt x="1075572" y="1343971"/>
                  </a:lnTo>
                  <a:lnTo>
                    <a:pt x="1075572" y="1343965"/>
                  </a:lnTo>
                  <a:lnTo>
                    <a:pt x="1075571" y="1343958"/>
                  </a:lnTo>
                  <a:lnTo>
                    <a:pt x="1075568" y="1343952"/>
                  </a:lnTo>
                  <a:lnTo>
                    <a:pt x="1075561" y="1343944"/>
                  </a:lnTo>
                  <a:lnTo>
                    <a:pt x="1075557" y="1343938"/>
                  </a:lnTo>
                  <a:lnTo>
                    <a:pt x="1075555" y="1343929"/>
                  </a:lnTo>
                  <a:lnTo>
                    <a:pt x="1075553" y="1343915"/>
                  </a:lnTo>
                  <a:lnTo>
                    <a:pt x="1075552" y="1343905"/>
                  </a:lnTo>
                  <a:lnTo>
                    <a:pt x="1075553" y="1343894"/>
                  </a:lnTo>
                  <a:lnTo>
                    <a:pt x="1075555" y="1343874"/>
                  </a:lnTo>
                  <a:lnTo>
                    <a:pt x="1075556" y="1343861"/>
                  </a:lnTo>
                  <a:lnTo>
                    <a:pt x="1075556" y="1343849"/>
                  </a:lnTo>
                  <a:lnTo>
                    <a:pt x="1075556" y="1343837"/>
                  </a:lnTo>
                  <a:lnTo>
                    <a:pt x="1075556" y="1343827"/>
                  </a:lnTo>
                  <a:lnTo>
                    <a:pt x="1075558" y="1343816"/>
                  </a:lnTo>
                  <a:lnTo>
                    <a:pt x="1075560" y="1343807"/>
                  </a:lnTo>
                  <a:lnTo>
                    <a:pt x="1075561" y="1343796"/>
                  </a:lnTo>
                  <a:lnTo>
                    <a:pt x="1075563" y="1343783"/>
                  </a:lnTo>
                  <a:lnTo>
                    <a:pt x="1075565" y="1343772"/>
                  </a:lnTo>
                  <a:lnTo>
                    <a:pt x="1075565" y="1343760"/>
                  </a:lnTo>
                  <a:lnTo>
                    <a:pt x="1075566" y="1343753"/>
                  </a:lnTo>
                  <a:lnTo>
                    <a:pt x="1075575" y="1343742"/>
                  </a:lnTo>
                  <a:lnTo>
                    <a:pt x="1075586" y="1343735"/>
                  </a:lnTo>
                  <a:lnTo>
                    <a:pt x="1075597" y="1343725"/>
                  </a:lnTo>
                  <a:lnTo>
                    <a:pt x="1075615" y="1343707"/>
                  </a:lnTo>
                  <a:lnTo>
                    <a:pt x="1075623" y="1343702"/>
                  </a:lnTo>
                  <a:lnTo>
                    <a:pt x="1075643" y="1343695"/>
                  </a:lnTo>
                  <a:lnTo>
                    <a:pt x="1075663" y="1343687"/>
                  </a:lnTo>
                  <a:lnTo>
                    <a:pt x="1075678" y="1343680"/>
                  </a:lnTo>
                  <a:lnTo>
                    <a:pt x="1075687" y="1343670"/>
                  </a:lnTo>
                  <a:lnTo>
                    <a:pt x="1075692" y="1343666"/>
                  </a:lnTo>
                  <a:lnTo>
                    <a:pt x="1075697" y="1343660"/>
                  </a:lnTo>
                  <a:lnTo>
                    <a:pt x="1075704" y="1343653"/>
                  </a:lnTo>
                  <a:lnTo>
                    <a:pt x="1075710" y="1343646"/>
                  </a:lnTo>
                  <a:lnTo>
                    <a:pt x="1075715" y="1343642"/>
                  </a:lnTo>
                  <a:lnTo>
                    <a:pt x="1075722" y="1343639"/>
                  </a:lnTo>
                  <a:lnTo>
                    <a:pt x="1075727" y="1343637"/>
                  </a:lnTo>
                  <a:lnTo>
                    <a:pt x="1075739" y="1343638"/>
                  </a:lnTo>
                  <a:lnTo>
                    <a:pt x="1075756" y="1343641"/>
                  </a:lnTo>
                  <a:lnTo>
                    <a:pt x="1075769" y="1343644"/>
                  </a:lnTo>
                  <a:lnTo>
                    <a:pt x="1075796" y="1343650"/>
                  </a:lnTo>
                  <a:lnTo>
                    <a:pt x="1075823" y="1343656"/>
                  </a:lnTo>
                  <a:lnTo>
                    <a:pt x="1075850" y="1343653"/>
                  </a:lnTo>
                  <a:lnTo>
                    <a:pt x="1075877" y="1343653"/>
                  </a:lnTo>
                  <a:lnTo>
                    <a:pt x="1075904" y="1343651"/>
                  </a:lnTo>
                  <a:lnTo>
                    <a:pt x="1075931" y="1343647"/>
                  </a:lnTo>
                  <a:lnTo>
                    <a:pt x="1075958" y="1343641"/>
                  </a:lnTo>
                  <a:lnTo>
                    <a:pt x="1075964" y="1343641"/>
                  </a:lnTo>
                  <a:lnTo>
                    <a:pt x="1075980" y="1343633"/>
                  </a:lnTo>
                  <a:lnTo>
                    <a:pt x="1075985" y="1343627"/>
                  </a:lnTo>
                  <a:lnTo>
                    <a:pt x="1076010" y="1343605"/>
                  </a:lnTo>
                  <a:lnTo>
                    <a:pt x="1076035" y="1343577"/>
                  </a:lnTo>
                  <a:lnTo>
                    <a:pt x="1076062" y="1343558"/>
                  </a:lnTo>
                  <a:lnTo>
                    <a:pt x="1076089" y="1343544"/>
                  </a:lnTo>
                  <a:lnTo>
                    <a:pt x="1076116" y="1343530"/>
                  </a:lnTo>
                  <a:lnTo>
                    <a:pt x="1076143" y="1343514"/>
                  </a:lnTo>
                  <a:lnTo>
                    <a:pt x="1076170" y="1343489"/>
                  </a:lnTo>
                  <a:lnTo>
                    <a:pt x="1076197" y="1343461"/>
                  </a:lnTo>
                  <a:lnTo>
                    <a:pt x="1076208" y="1343449"/>
                  </a:lnTo>
                  <a:lnTo>
                    <a:pt x="1076218" y="1343439"/>
                  </a:lnTo>
                  <a:lnTo>
                    <a:pt x="1076229" y="1343428"/>
                  </a:lnTo>
                  <a:lnTo>
                    <a:pt x="1076244" y="1343415"/>
                  </a:lnTo>
                  <a:lnTo>
                    <a:pt x="1076250" y="1343409"/>
                  </a:lnTo>
                  <a:lnTo>
                    <a:pt x="1076267" y="1343398"/>
                  </a:lnTo>
                  <a:lnTo>
                    <a:pt x="1076283" y="1343387"/>
                  </a:lnTo>
                  <a:lnTo>
                    <a:pt x="1076308" y="1343375"/>
                  </a:lnTo>
                  <a:lnTo>
                    <a:pt x="1076321" y="1343368"/>
                  </a:lnTo>
                  <a:lnTo>
                    <a:pt x="1076333" y="1343356"/>
                  </a:lnTo>
                  <a:lnTo>
                    <a:pt x="1076341" y="1343344"/>
                  </a:lnTo>
                  <a:lnTo>
                    <a:pt x="1076348" y="1343333"/>
                  </a:lnTo>
                  <a:lnTo>
                    <a:pt x="1076353" y="1343324"/>
                  </a:lnTo>
                  <a:lnTo>
                    <a:pt x="1076369" y="1343305"/>
                  </a:lnTo>
                  <a:lnTo>
                    <a:pt x="1076381" y="1343296"/>
                  </a:lnTo>
                  <a:lnTo>
                    <a:pt x="1076386" y="1343296"/>
                  </a:lnTo>
                  <a:lnTo>
                    <a:pt x="1076396" y="1343291"/>
                  </a:lnTo>
                  <a:lnTo>
                    <a:pt x="1076421" y="1343265"/>
                  </a:lnTo>
                  <a:lnTo>
                    <a:pt x="1076428" y="1343252"/>
                  </a:lnTo>
                  <a:lnTo>
                    <a:pt x="1076432" y="1343237"/>
                  </a:lnTo>
                  <a:lnTo>
                    <a:pt x="1076437" y="1343210"/>
                  </a:lnTo>
                  <a:lnTo>
                    <a:pt x="1076448" y="1343182"/>
                  </a:lnTo>
                  <a:lnTo>
                    <a:pt x="1076463" y="1343154"/>
                  </a:lnTo>
                  <a:lnTo>
                    <a:pt x="1076485" y="1343127"/>
                  </a:lnTo>
                  <a:lnTo>
                    <a:pt x="1076494" y="1343118"/>
                  </a:lnTo>
                  <a:lnTo>
                    <a:pt x="1076505" y="1343099"/>
                  </a:lnTo>
                  <a:lnTo>
                    <a:pt x="1076510" y="1343093"/>
                  </a:lnTo>
                  <a:lnTo>
                    <a:pt x="1076518" y="1343072"/>
                  </a:lnTo>
                  <a:lnTo>
                    <a:pt x="1076523" y="1343043"/>
                  </a:lnTo>
                  <a:lnTo>
                    <a:pt x="1076525" y="1343016"/>
                  </a:lnTo>
                  <a:lnTo>
                    <a:pt x="1076525" y="1343003"/>
                  </a:lnTo>
                  <a:lnTo>
                    <a:pt x="1076525" y="1342988"/>
                  </a:lnTo>
                  <a:lnTo>
                    <a:pt x="1076520" y="1342960"/>
                  </a:lnTo>
                  <a:lnTo>
                    <a:pt x="1076520" y="1342954"/>
                  </a:lnTo>
                  <a:lnTo>
                    <a:pt x="1076510" y="1342932"/>
                  </a:lnTo>
                  <a:lnTo>
                    <a:pt x="1076498" y="1342905"/>
                  </a:lnTo>
                  <a:lnTo>
                    <a:pt x="1076481" y="1342877"/>
                  </a:lnTo>
                  <a:lnTo>
                    <a:pt x="1076472" y="1342849"/>
                  </a:lnTo>
                  <a:lnTo>
                    <a:pt x="1076463" y="1342821"/>
                  </a:lnTo>
                  <a:lnTo>
                    <a:pt x="1076452" y="1342794"/>
                  </a:lnTo>
                  <a:lnTo>
                    <a:pt x="1076445" y="1342779"/>
                  </a:lnTo>
                  <a:lnTo>
                    <a:pt x="1076443" y="1342766"/>
                  </a:lnTo>
                  <a:lnTo>
                    <a:pt x="1076436" y="1342738"/>
                  </a:lnTo>
                  <a:lnTo>
                    <a:pt x="1076428" y="1342710"/>
                  </a:lnTo>
                  <a:lnTo>
                    <a:pt x="1076425" y="1342683"/>
                  </a:lnTo>
                  <a:lnTo>
                    <a:pt x="1076422" y="1342666"/>
                  </a:lnTo>
                  <a:lnTo>
                    <a:pt x="1076424" y="1342653"/>
                  </a:lnTo>
                  <a:lnTo>
                    <a:pt x="1076439" y="1342627"/>
                  </a:lnTo>
                  <a:lnTo>
                    <a:pt x="1076460" y="1342599"/>
                  </a:lnTo>
                  <a:lnTo>
                    <a:pt x="1076468" y="1342587"/>
                  </a:lnTo>
                  <a:lnTo>
                    <a:pt x="1076474" y="1342571"/>
                  </a:lnTo>
                  <a:lnTo>
                    <a:pt x="1076482" y="1342543"/>
                  </a:lnTo>
                  <a:lnTo>
                    <a:pt x="1076493" y="1342516"/>
                  </a:lnTo>
                  <a:lnTo>
                    <a:pt x="1076504" y="1342488"/>
                  </a:lnTo>
                  <a:lnTo>
                    <a:pt x="1076515" y="1342460"/>
                  </a:lnTo>
                  <a:lnTo>
                    <a:pt x="1076524" y="1342430"/>
                  </a:lnTo>
                  <a:lnTo>
                    <a:pt x="1076527" y="1342422"/>
                  </a:lnTo>
                  <a:lnTo>
                    <a:pt x="1076528" y="1342411"/>
                  </a:lnTo>
                  <a:lnTo>
                    <a:pt x="1076528" y="1342401"/>
                  </a:lnTo>
                  <a:lnTo>
                    <a:pt x="1076530" y="1342388"/>
                  </a:lnTo>
                  <a:lnTo>
                    <a:pt x="1076537" y="1342370"/>
                  </a:lnTo>
                  <a:lnTo>
                    <a:pt x="1076547" y="1342351"/>
                  </a:lnTo>
                  <a:lnTo>
                    <a:pt x="1076552" y="1342341"/>
                  </a:lnTo>
                  <a:lnTo>
                    <a:pt x="1076564" y="1342322"/>
                  </a:lnTo>
                  <a:lnTo>
                    <a:pt x="1076573" y="1342305"/>
                  </a:lnTo>
                  <a:lnTo>
                    <a:pt x="1076577" y="1342291"/>
                  </a:lnTo>
                  <a:lnTo>
                    <a:pt x="1076577" y="1342277"/>
                  </a:lnTo>
                  <a:lnTo>
                    <a:pt x="1076576" y="1342253"/>
                  </a:lnTo>
                  <a:lnTo>
                    <a:pt x="1076571" y="1342233"/>
                  </a:lnTo>
                  <a:lnTo>
                    <a:pt x="1076563" y="1342210"/>
                  </a:lnTo>
                  <a:lnTo>
                    <a:pt x="1076553" y="1342187"/>
                  </a:lnTo>
                  <a:lnTo>
                    <a:pt x="1076542" y="1342169"/>
                  </a:lnTo>
                  <a:lnTo>
                    <a:pt x="1076528" y="1342147"/>
                  </a:lnTo>
                  <a:lnTo>
                    <a:pt x="1076523" y="1342139"/>
                  </a:lnTo>
                  <a:lnTo>
                    <a:pt x="1076519" y="1342127"/>
                  </a:lnTo>
                  <a:lnTo>
                    <a:pt x="1076515" y="1342099"/>
                  </a:lnTo>
                  <a:lnTo>
                    <a:pt x="1076501" y="1342071"/>
                  </a:lnTo>
                  <a:lnTo>
                    <a:pt x="1076498" y="1342065"/>
                  </a:lnTo>
                  <a:lnTo>
                    <a:pt x="1076481" y="1342040"/>
                  </a:lnTo>
                  <a:lnTo>
                    <a:pt x="1076459" y="1342013"/>
                  </a:lnTo>
                  <a:lnTo>
                    <a:pt x="1076444" y="1341990"/>
                  </a:lnTo>
                  <a:lnTo>
                    <a:pt x="1076432" y="1341962"/>
                  </a:lnTo>
                  <a:lnTo>
                    <a:pt x="1076429" y="1341949"/>
                  </a:lnTo>
                  <a:lnTo>
                    <a:pt x="1076429" y="1341934"/>
                  </a:lnTo>
                  <a:lnTo>
                    <a:pt x="1076432" y="1341907"/>
                  </a:lnTo>
                  <a:lnTo>
                    <a:pt x="1076434" y="1341879"/>
                  </a:lnTo>
                  <a:lnTo>
                    <a:pt x="1076429" y="1341851"/>
                  </a:lnTo>
                  <a:lnTo>
                    <a:pt x="1076415" y="1341823"/>
                  </a:lnTo>
                  <a:lnTo>
                    <a:pt x="1076412" y="1341818"/>
                  </a:lnTo>
                  <a:lnTo>
                    <a:pt x="1076409" y="1341796"/>
                  </a:lnTo>
                  <a:lnTo>
                    <a:pt x="1076407" y="1341768"/>
                  </a:lnTo>
                  <a:lnTo>
                    <a:pt x="1076406" y="1341740"/>
                  </a:lnTo>
                  <a:lnTo>
                    <a:pt x="1076403" y="1341712"/>
                  </a:lnTo>
                  <a:lnTo>
                    <a:pt x="1076406" y="1341701"/>
                  </a:lnTo>
                  <a:lnTo>
                    <a:pt x="1076403" y="1341685"/>
                  </a:lnTo>
                  <a:lnTo>
                    <a:pt x="1076403" y="1341678"/>
                  </a:lnTo>
                  <a:lnTo>
                    <a:pt x="1076396" y="1341657"/>
                  </a:lnTo>
                  <a:lnTo>
                    <a:pt x="1076392" y="1341649"/>
                  </a:lnTo>
                  <a:lnTo>
                    <a:pt x="1076374" y="1341631"/>
                  </a:lnTo>
                  <a:lnTo>
                    <a:pt x="1076363" y="1341620"/>
                  </a:lnTo>
                  <a:lnTo>
                    <a:pt x="1076354" y="1341606"/>
                  </a:lnTo>
                  <a:lnTo>
                    <a:pt x="1076347" y="1341592"/>
                  </a:lnTo>
                  <a:lnTo>
                    <a:pt x="1076349" y="1341577"/>
                  </a:lnTo>
                  <a:lnTo>
                    <a:pt x="1076358" y="1341550"/>
                  </a:lnTo>
                  <a:lnTo>
                    <a:pt x="1076367" y="1341519"/>
                  </a:lnTo>
                  <a:lnTo>
                    <a:pt x="1076374" y="1341495"/>
                  </a:lnTo>
                  <a:lnTo>
                    <a:pt x="1076379" y="1341465"/>
                  </a:lnTo>
                  <a:lnTo>
                    <a:pt x="1076384" y="1341439"/>
                  </a:lnTo>
                  <a:lnTo>
                    <a:pt x="1076388" y="1341410"/>
                  </a:lnTo>
                  <a:lnTo>
                    <a:pt x="1076388" y="1341403"/>
                  </a:lnTo>
                  <a:lnTo>
                    <a:pt x="1076395" y="1341383"/>
                  </a:lnTo>
                  <a:lnTo>
                    <a:pt x="1076408" y="1341354"/>
                  </a:lnTo>
                  <a:lnTo>
                    <a:pt x="1076414" y="1341344"/>
                  </a:lnTo>
                  <a:lnTo>
                    <a:pt x="1076414" y="1341327"/>
                  </a:lnTo>
                  <a:lnTo>
                    <a:pt x="1076414" y="1341312"/>
                  </a:lnTo>
                  <a:lnTo>
                    <a:pt x="1076411" y="1341299"/>
                  </a:lnTo>
                  <a:lnTo>
                    <a:pt x="1076397" y="1341272"/>
                  </a:lnTo>
                  <a:lnTo>
                    <a:pt x="1076383" y="1341243"/>
                  </a:lnTo>
                  <a:lnTo>
                    <a:pt x="1076367" y="1341216"/>
                  </a:lnTo>
                  <a:lnTo>
                    <a:pt x="1076353" y="1341187"/>
                  </a:lnTo>
                  <a:lnTo>
                    <a:pt x="1076348" y="1341178"/>
                  </a:lnTo>
                  <a:lnTo>
                    <a:pt x="1076346" y="1341161"/>
                  </a:lnTo>
                  <a:lnTo>
                    <a:pt x="1076343" y="1341132"/>
                  </a:lnTo>
                  <a:lnTo>
                    <a:pt x="1076331" y="1341105"/>
                  </a:lnTo>
                  <a:lnTo>
                    <a:pt x="1076324" y="1341076"/>
                  </a:lnTo>
                  <a:lnTo>
                    <a:pt x="1076315" y="1341050"/>
                  </a:lnTo>
                  <a:lnTo>
                    <a:pt x="1076307" y="1341021"/>
                  </a:lnTo>
                  <a:lnTo>
                    <a:pt x="1076302" y="1340994"/>
                  </a:lnTo>
                  <a:lnTo>
                    <a:pt x="1076297" y="1340973"/>
                  </a:lnTo>
                  <a:lnTo>
                    <a:pt x="1076290" y="1340964"/>
                  </a:lnTo>
                  <a:lnTo>
                    <a:pt x="1076283" y="1340959"/>
                  </a:lnTo>
                  <a:lnTo>
                    <a:pt x="1076264" y="1340956"/>
                  </a:lnTo>
                  <a:lnTo>
                    <a:pt x="1076258" y="1340956"/>
                  </a:lnTo>
                  <a:lnTo>
                    <a:pt x="1076237" y="1340946"/>
                  </a:lnTo>
                  <a:lnTo>
                    <a:pt x="1076210" y="1340926"/>
                  </a:lnTo>
                  <a:lnTo>
                    <a:pt x="1076185" y="1340901"/>
                  </a:lnTo>
                  <a:lnTo>
                    <a:pt x="1076159" y="1340876"/>
                  </a:lnTo>
                  <a:lnTo>
                    <a:pt x="1076154" y="1340870"/>
                  </a:lnTo>
                  <a:lnTo>
                    <a:pt x="1076147" y="1340848"/>
                  </a:lnTo>
                  <a:lnTo>
                    <a:pt x="1076146" y="1340833"/>
                  </a:lnTo>
                  <a:lnTo>
                    <a:pt x="1076142" y="1340820"/>
                  </a:lnTo>
                  <a:lnTo>
                    <a:pt x="1076130" y="1340801"/>
                  </a:lnTo>
                  <a:lnTo>
                    <a:pt x="1076121" y="1340792"/>
                  </a:lnTo>
                  <a:lnTo>
                    <a:pt x="1076066" y="1340746"/>
                  </a:lnTo>
                  <a:lnTo>
                    <a:pt x="1076044" y="1340718"/>
                  </a:lnTo>
                  <a:lnTo>
                    <a:pt x="1076027" y="1340690"/>
                  </a:lnTo>
                  <a:lnTo>
                    <a:pt x="1076007" y="1340647"/>
                  </a:lnTo>
                  <a:lnTo>
                    <a:pt x="1075991" y="1340631"/>
                  </a:lnTo>
                  <a:lnTo>
                    <a:pt x="1075962" y="1340615"/>
                  </a:lnTo>
                  <a:lnTo>
                    <a:pt x="1075935" y="1340599"/>
                  </a:lnTo>
                  <a:lnTo>
                    <a:pt x="1075922" y="1340593"/>
                  </a:lnTo>
                  <a:lnTo>
                    <a:pt x="1075908" y="1340582"/>
                  </a:lnTo>
                  <a:lnTo>
                    <a:pt x="1075881" y="1340572"/>
                  </a:lnTo>
                  <a:lnTo>
                    <a:pt x="1075854" y="1340567"/>
                  </a:lnTo>
                  <a:lnTo>
                    <a:pt x="1075827" y="1340560"/>
                  </a:lnTo>
                  <a:lnTo>
                    <a:pt x="1075800" y="1340549"/>
                  </a:lnTo>
                  <a:lnTo>
                    <a:pt x="1075772" y="1340538"/>
                  </a:lnTo>
                  <a:lnTo>
                    <a:pt x="1075761" y="1340532"/>
                  </a:lnTo>
                  <a:lnTo>
                    <a:pt x="1075755" y="1340529"/>
                  </a:lnTo>
                  <a:lnTo>
                    <a:pt x="1075750" y="1340524"/>
                  </a:lnTo>
                  <a:lnTo>
                    <a:pt x="1075747" y="1340516"/>
                  </a:lnTo>
                  <a:lnTo>
                    <a:pt x="1075750" y="1340509"/>
                  </a:lnTo>
                  <a:lnTo>
                    <a:pt x="1075756" y="1340501"/>
                  </a:lnTo>
                  <a:lnTo>
                    <a:pt x="1075763" y="1340491"/>
                  </a:lnTo>
                  <a:lnTo>
                    <a:pt x="1075776" y="1340466"/>
                  </a:lnTo>
                  <a:lnTo>
                    <a:pt x="1075792" y="1340440"/>
                  </a:lnTo>
                  <a:lnTo>
                    <a:pt x="1075798" y="1340432"/>
                  </a:lnTo>
                  <a:lnTo>
                    <a:pt x="1075803" y="1340422"/>
                  </a:lnTo>
                  <a:lnTo>
                    <a:pt x="1075805" y="1340411"/>
                  </a:lnTo>
                  <a:lnTo>
                    <a:pt x="1075805" y="1340401"/>
                  </a:lnTo>
                  <a:lnTo>
                    <a:pt x="1075800" y="1340384"/>
                  </a:lnTo>
                  <a:lnTo>
                    <a:pt x="1075788" y="1340355"/>
                  </a:lnTo>
                  <a:lnTo>
                    <a:pt x="1075779" y="1340328"/>
                  </a:lnTo>
                  <a:lnTo>
                    <a:pt x="1075775" y="1340300"/>
                  </a:lnTo>
                  <a:lnTo>
                    <a:pt x="1075772" y="1340273"/>
                  </a:lnTo>
                  <a:lnTo>
                    <a:pt x="1075770" y="1340244"/>
                  </a:lnTo>
                  <a:lnTo>
                    <a:pt x="1075767" y="1340217"/>
                  </a:lnTo>
                  <a:lnTo>
                    <a:pt x="1075770" y="1340202"/>
                  </a:lnTo>
                  <a:lnTo>
                    <a:pt x="1075770" y="1340195"/>
                  </a:lnTo>
                  <a:lnTo>
                    <a:pt x="1075766" y="1340188"/>
                  </a:lnTo>
                  <a:lnTo>
                    <a:pt x="1075743" y="1340162"/>
                  </a:lnTo>
                  <a:lnTo>
                    <a:pt x="1075719" y="1340133"/>
                  </a:lnTo>
                  <a:lnTo>
                    <a:pt x="1075696" y="1340106"/>
                  </a:lnTo>
                  <a:lnTo>
                    <a:pt x="1075672" y="1340078"/>
                  </a:lnTo>
                  <a:lnTo>
                    <a:pt x="1075653" y="1340060"/>
                  </a:lnTo>
                  <a:lnTo>
                    <a:pt x="1075650" y="1340052"/>
                  </a:lnTo>
                  <a:lnTo>
                    <a:pt x="1075647" y="1340046"/>
                  </a:lnTo>
                  <a:lnTo>
                    <a:pt x="1075645" y="1340024"/>
                  </a:lnTo>
                  <a:lnTo>
                    <a:pt x="1075647" y="1339997"/>
                  </a:lnTo>
                  <a:lnTo>
                    <a:pt x="1075643" y="1339962"/>
                  </a:lnTo>
                  <a:lnTo>
                    <a:pt x="1075640" y="1339940"/>
                  </a:lnTo>
                  <a:lnTo>
                    <a:pt x="1075637" y="1339923"/>
                  </a:lnTo>
                  <a:lnTo>
                    <a:pt x="1075634" y="1339906"/>
                  </a:lnTo>
                  <a:lnTo>
                    <a:pt x="1075633" y="1339893"/>
                  </a:lnTo>
                  <a:lnTo>
                    <a:pt x="1075634" y="1339882"/>
                  </a:lnTo>
                  <a:lnTo>
                    <a:pt x="1075638" y="1339874"/>
                  </a:lnTo>
                  <a:lnTo>
                    <a:pt x="1075652" y="1339857"/>
                  </a:lnTo>
                  <a:lnTo>
                    <a:pt x="1075664" y="1339845"/>
                  </a:lnTo>
                  <a:lnTo>
                    <a:pt x="1075673" y="1339830"/>
                  </a:lnTo>
                  <a:lnTo>
                    <a:pt x="1075679" y="1339802"/>
                  </a:lnTo>
                  <a:lnTo>
                    <a:pt x="1075679" y="1339774"/>
                  </a:lnTo>
                  <a:lnTo>
                    <a:pt x="1075676" y="1339746"/>
                  </a:lnTo>
                  <a:lnTo>
                    <a:pt x="1075673" y="1339719"/>
                  </a:lnTo>
                  <a:lnTo>
                    <a:pt x="1075668" y="1339691"/>
                  </a:lnTo>
                  <a:lnTo>
                    <a:pt x="1075668" y="1339683"/>
                  </a:lnTo>
                  <a:lnTo>
                    <a:pt x="1075660" y="1339663"/>
                  </a:lnTo>
                  <a:lnTo>
                    <a:pt x="1075656" y="1339652"/>
                  </a:lnTo>
                  <a:lnTo>
                    <a:pt x="1075650" y="1339641"/>
                  </a:lnTo>
                  <a:lnTo>
                    <a:pt x="1075649" y="1339630"/>
                  </a:lnTo>
                  <a:lnTo>
                    <a:pt x="1075655" y="1339627"/>
                  </a:lnTo>
                  <a:lnTo>
                    <a:pt x="1075661" y="1339631"/>
                  </a:lnTo>
                  <a:lnTo>
                    <a:pt x="1075670" y="1339636"/>
                  </a:lnTo>
                  <a:lnTo>
                    <a:pt x="1075689" y="1339640"/>
                  </a:lnTo>
                  <a:lnTo>
                    <a:pt x="1075695" y="1339640"/>
                  </a:lnTo>
                  <a:lnTo>
                    <a:pt x="1075704" y="1339636"/>
                  </a:lnTo>
                  <a:lnTo>
                    <a:pt x="1075701" y="1339623"/>
                  </a:lnTo>
                  <a:lnTo>
                    <a:pt x="1075687" y="1339589"/>
                  </a:lnTo>
                  <a:lnTo>
                    <a:pt x="1075675" y="1339538"/>
                  </a:lnTo>
                  <a:lnTo>
                    <a:pt x="1075668" y="1339507"/>
                  </a:lnTo>
                  <a:lnTo>
                    <a:pt x="1075658" y="1339468"/>
                  </a:lnTo>
                  <a:lnTo>
                    <a:pt x="1075638" y="1339427"/>
                  </a:lnTo>
                  <a:lnTo>
                    <a:pt x="1075637" y="1339421"/>
                  </a:lnTo>
                  <a:lnTo>
                    <a:pt x="1075624" y="1339401"/>
                  </a:lnTo>
                  <a:lnTo>
                    <a:pt x="1075600" y="1339374"/>
                  </a:lnTo>
                  <a:lnTo>
                    <a:pt x="1075587" y="1339362"/>
                  </a:lnTo>
                  <a:lnTo>
                    <a:pt x="1075572" y="1339345"/>
                  </a:lnTo>
                  <a:lnTo>
                    <a:pt x="1075562" y="1339333"/>
                  </a:lnTo>
                  <a:lnTo>
                    <a:pt x="1075561" y="1339325"/>
                  </a:lnTo>
                  <a:lnTo>
                    <a:pt x="1075559" y="1339313"/>
                  </a:lnTo>
                  <a:lnTo>
                    <a:pt x="1075555" y="1339303"/>
                  </a:lnTo>
                  <a:lnTo>
                    <a:pt x="1075548" y="1339290"/>
                  </a:lnTo>
                  <a:lnTo>
                    <a:pt x="1075536" y="1339281"/>
                  </a:lnTo>
                  <a:lnTo>
                    <a:pt x="1075525" y="1339279"/>
                  </a:lnTo>
                  <a:lnTo>
                    <a:pt x="1075514" y="1339273"/>
                  </a:lnTo>
                  <a:lnTo>
                    <a:pt x="1075505" y="1339263"/>
                  </a:lnTo>
                  <a:lnTo>
                    <a:pt x="1075494" y="1339255"/>
                  </a:lnTo>
                  <a:lnTo>
                    <a:pt x="1075488" y="1339247"/>
                  </a:lnTo>
                  <a:lnTo>
                    <a:pt x="1075484" y="1339241"/>
                  </a:lnTo>
                  <a:lnTo>
                    <a:pt x="1075481" y="1339234"/>
                  </a:lnTo>
                  <a:lnTo>
                    <a:pt x="1075480" y="1339224"/>
                  </a:lnTo>
                  <a:lnTo>
                    <a:pt x="1075474" y="1339208"/>
                  </a:lnTo>
                  <a:lnTo>
                    <a:pt x="1075470" y="1339199"/>
                  </a:lnTo>
                  <a:lnTo>
                    <a:pt x="1075465" y="1339189"/>
                  </a:lnTo>
                  <a:lnTo>
                    <a:pt x="1075459" y="1339178"/>
                  </a:lnTo>
                  <a:lnTo>
                    <a:pt x="1075456" y="1339168"/>
                  </a:lnTo>
                  <a:lnTo>
                    <a:pt x="1075450" y="1339154"/>
                  </a:lnTo>
                  <a:lnTo>
                    <a:pt x="1075445" y="1339139"/>
                  </a:lnTo>
                  <a:lnTo>
                    <a:pt x="1075441" y="1339128"/>
                  </a:lnTo>
                  <a:lnTo>
                    <a:pt x="1075439" y="1339117"/>
                  </a:lnTo>
                  <a:lnTo>
                    <a:pt x="1075433" y="1339103"/>
                  </a:lnTo>
                  <a:lnTo>
                    <a:pt x="1075428" y="1339091"/>
                  </a:lnTo>
                  <a:lnTo>
                    <a:pt x="1075424" y="1339079"/>
                  </a:lnTo>
                  <a:lnTo>
                    <a:pt x="1075420" y="1339063"/>
                  </a:lnTo>
                  <a:lnTo>
                    <a:pt x="1075412" y="1339045"/>
                  </a:lnTo>
                  <a:lnTo>
                    <a:pt x="1075403" y="1339030"/>
                  </a:lnTo>
                  <a:lnTo>
                    <a:pt x="1075391" y="1339016"/>
                  </a:lnTo>
                  <a:lnTo>
                    <a:pt x="1075378" y="1339006"/>
                  </a:lnTo>
                  <a:lnTo>
                    <a:pt x="1075365" y="1338996"/>
                  </a:lnTo>
                  <a:lnTo>
                    <a:pt x="1075351" y="1338985"/>
                  </a:lnTo>
                  <a:lnTo>
                    <a:pt x="1075338" y="1338978"/>
                  </a:lnTo>
                  <a:lnTo>
                    <a:pt x="1075328" y="1338975"/>
                  </a:lnTo>
                  <a:lnTo>
                    <a:pt x="1075314" y="1338966"/>
                  </a:lnTo>
                  <a:lnTo>
                    <a:pt x="1075285" y="1338957"/>
                  </a:lnTo>
                  <a:lnTo>
                    <a:pt x="1075271" y="1338947"/>
                  </a:lnTo>
                  <a:lnTo>
                    <a:pt x="1075252" y="1338935"/>
                  </a:lnTo>
                  <a:lnTo>
                    <a:pt x="1075234" y="1338922"/>
                  </a:lnTo>
                  <a:lnTo>
                    <a:pt x="1075219" y="1338899"/>
                  </a:lnTo>
                  <a:lnTo>
                    <a:pt x="1075195" y="1338872"/>
                  </a:lnTo>
                  <a:lnTo>
                    <a:pt x="1075171" y="1338847"/>
                  </a:lnTo>
                  <a:lnTo>
                    <a:pt x="1075144" y="1338829"/>
                  </a:lnTo>
                  <a:lnTo>
                    <a:pt x="1075117" y="1338807"/>
                  </a:lnTo>
                  <a:lnTo>
                    <a:pt x="1075089" y="1338785"/>
                  </a:lnTo>
                  <a:lnTo>
                    <a:pt x="1075062" y="1338769"/>
                  </a:lnTo>
                  <a:lnTo>
                    <a:pt x="1075035" y="1338757"/>
                  </a:lnTo>
                  <a:lnTo>
                    <a:pt x="1075029" y="1338752"/>
                  </a:lnTo>
                  <a:lnTo>
                    <a:pt x="1075008" y="1338744"/>
                  </a:lnTo>
                  <a:lnTo>
                    <a:pt x="1074995" y="1338739"/>
                  </a:lnTo>
                  <a:lnTo>
                    <a:pt x="1074981" y="1338737"/>
                  </a:lnTo>
                  <a:lnTo>
                    <a:pt x="1074954" y="1338740"/>
                  </a:lnTo>
                  <a:lnTo>
                    <a:pt x="1074949" y="1338745"/>
                  </a:lnTo>
                  <a:lnTo>
                    <a:pt x="1074909" y="1338721"/>
                  </a:lnTo>
                  <a:lnTo>
                    <a:pt x="1074886" y="1338689"/>
                  </a:lnTo>
                  <a:lnTo>
                    <a:pt x="1074878" y="1338681"/>
                  </a:lnTo>
                  <a:lnTo>
                    <a:pt x="1074862" y="1338676"/>
                  </a:lnTo>
                  <a:lnTo>
                    <a:pt x="1074842" y="1338671"/>
                  </a:lnTo>
                  <a:lnTo>
                    <a:pt x="1074835" y="1338665"/>
                  </a:lnTo>
                  <a:lnTo>
                    <a:pt x="1074829" y="1338659"/>
                  </a:lnTo>
                  <a:lnTo>
                    <a:pt x="1074820" y="1338637"/>
                  </a:lnTo>
                  <a:lnTo>
                    <a:pt x="1074816" y="1338626"/>
                  </a:lnTo>
                  <a:lnTo>
                    <a:pt x="1074806" y="1338609"/>
                  </a:lnTo>
                  <a:lnTo>
                    <a:pt x="1074780" y="1338581"/>
                  </a:lnTo>
                  <a:lnTo>
                    <a:pt x="1074755" y="1338554"/>
                  </a:lnTo>
                  <a:lnTo>
                    <a:pt x="1074728" y="1338528"/>
                  </a:lnTo>
                  <a:lnTo>
                    <a:pt x="1074707" y="1338501"/>
                  </a:lnTo>
                  <a:lnTo>
                    <a:pt x="1074690" y="1338473"/>
                  </a:lnTo>
                  <a:lnTo>
                    <a:pt x="1074669" y="1338445"/>
                  </a:lnTo>
                  <a:lnTo>
                    <a:pt x="1074645" y="1338421"/>
                  </a:lnTo>
                  <a:lnTo>
                    <a:pt x="1074617" y="1338398"/>
                  </a:lnTo>
                  <a:lnTo>
                    <a:pt x="1074590" y="1338374"/>
                  </a:lnTo>
                  <a:lnTo>
                    <a:pt x="1074563" y="1338373"/>
                  </a:lnTo>
                  <a:lnTo>
                    <a:pt x="1074542" y="1338384"/>
                  </a:lnTo>
                  <a:lnTo>
                    <a:pt x="1074536" y="1338384"/>
                  </a:lnTo>
                  <a:lnTo>
                    <a:pt x="1074530" y="1338386"/>
                  </a:lnTo>
                  <a:lnTo>
                    <a:pt x="1074514" y="1338381"/>
                  </a:lnTo>
                  <a:lnTo>
                    <a:pt x="1074507" y="1338373"/>
                  </a:lnTo>
                  <a:lnTo>
                    <a:pt x="1074500" y="1338348"/>
                  </a:lnTo>
                  <a:lnTo>
                    <a:pt x="1074502" y="1338327"/>
                  </a:lnTo>
                  <a:lnTo>
                    <a:pt x="1074506" y="1338319"/>
                  </a:lnTo>
                  <a:lnTo>
                    <a:pt x="1074513" y="1338292"/>
                  </a:lnTo>
                  <a:lnTo>
                    <a:pt x="1074513" y="1338263"/>
                  </a:lnTo>
                  <a:lnTo>
                    <a:pt x="1074518" y="1338249"/>
                  </a:lnTo>
                  <a:lnTo>
                    <a:pt x="1074522" y="1338239"/>
                  </a:lnTo>
                  <a:lnTo>
                    <a:pt x="1074523" y="1338231"/>
                  </a:lnTo>
                  <a:lnTo>
                    <a:pt x="1074521" y="1338222"/>
                  </a:lnTo>
                  <a:lnTo>
                    <a:pt x="1074489" y="1338186"/>
                  </a:lnTo>
                  <a:lnTo>
                    <a:pt x="1074484" y="1338177"/>
                  </a:lnTo>
                  <a:lnTo>
                    <a:pt x="1074480" y="1338169"/>
                  </a:lnTo>
                  <a:lnTo>
                    <a:pt x="1074478" y="1338152"/>
                  </a:lnTo>
                  <a:lnTo>
                    <a:pt x="1074480" y="1338145"/>
                  </a:lnTo>
                  <a:lnTo>
                    <a:pt x="1074489" y="1338132"/>
                  </a:lnTo>
                  <a:lnTo>
                    <a:pt x="1074503" y="1338104"/>
                  </a:lnTo>
                  <a:lnTo>
                    <a:pt x="1074508" y="1338091"/>
                  </a:lnTo>
                  <a:lnTo>
                    <a:pt x="1074511" y="1338077"/>
                  </a:lnTo>
                  <a:lnTo>
                    <a:pt x="1074506" y="1338067"/>
                  </a:lnTo>
                  <a:lnTo>
                    <a:pt x="1074490" y="1338049"/>
                  </a:lnTo>
                  <a:lnTo>
                    <a:pt x="1074464" y="1338034"/>
                  </a:lnTo>
                  <a:lnTo>
                    <a:pt x="1074454" y="1338026"/>
                  </a:lnTo>
                  <a:lnTo>
                    <a:pt x="1074435" y="1338019"/>
                  </a:lnTo>
                  <a:lnTo>
                    <a:pt x="1074413" y="1338014"/>
                  </a:lnTo>
                  <a:lnTo>
                    <a:pt x="1074397" y="1338038"/>
                  </a:lnTo>
                  <a:lnTo>
                    <a:pt x="1074384" y="1338066"/>
                  </a:lnTo>
                  <a:lnTo>
                    <a:pt x="1074373" y="1338094"/>
                  </a:lnTo>
                  <a:lnTo>
                    <a:pt x="1074373" y="1338099"/>
                  </a:lnTo>
                  <a:lnTo>
                    <a:pt x="1074367" y="1338110"/>
                  </a:lnTo>
                  <a:lnTo>
                    <a:pt x="1074359" y="1338120"/>
                  </a:lnTo>
                  <a:lnTo>
                    <a:pt x="1074356" y="1338123"/>
                  </a:lnTo>
                  <a:lnTo>
                    <a:pt x="1074332" y="1338121"/>
                  </a:lnTo>
                  <a:lnTo>
                    <a:pt x="1074305" y="1338116"/>
                  </a:lnTo>
                  <a:lnTo>
                    <a:pt x="1074277" y="1338111"/>
                  </a:lnTo>
                  <a:lnTo>
                    <a:pt x="1074251" y="1338105"/>
                  </a:lnTo>
                  <a:lnTo>
                    <a:pt x="1074243" y="1338105"/>
                  </a:lnTo>
                  <a:lnTo>
                    <a:pt x="1074237" y="1338102"/>
                  </a:lnTo>
                  <a:lnTo>
                    <a:pt x="1074223" y="1338099"/>
                  </a:lnTo>
                  <a:lnTo>
                    <a:pt x="1074196" y="1338092"/>
                  </a:lnTo>
                  <a:lnTo>
                    <a:pt x="1074169" y="1338082"/>
                  </a:lnTo>
                  <a:lnTo>
                    <a:pt x="1074142" y="1338065"/>
                  </a:lnTo>
                  <a:lnTo>
                    <a:pt x="1074115" y="1338047"/>
                  </a:lnTo>
                  <a:lnTo>
                    <a:pt x="1074101" y="1338037"/>
                  </a:lnTo>
                  <a:lnTo>
                    <a:pt x="1074088" y="1338024"/>
                  </a:lnTo>
                  <a:lnTo>
                    <a:pt x="1074079" y="1338015"/>
                  </a:lnTo>
                  <a:lnTo>
                    <a:pt x="1074068" y="1337996"/>
                  </a:lnTo>
                  <a:lnTo>
                    <a:pt x="1074061" y="1337986"/>
                  </a:lnTo>
                  <a:lnTo>
                    <a:pt x="1074046" y="1337972"/>
                  </a:lnTo>
                  <a:lnTo>
                    <a:pt x="1074018" y="1337950"/>
                  </a:lnTo>
                  <a:lnTo>
                    <a:pt x="1073999" y="1337938"/>
                  </a:lnTo>
                  <a:lnTo>
                    <a:pt x="1073990" y="1337938"/>
                  </a:lnTo>
                  <a:lnTo>
                    <a:pt x="1073966" y="1337943"/>
                  </a:lnTo>
                  <a:lnTo>
                    <a:pt x="1073966" y="1337930"/>
                  </a:lnTo>
                  <a:lnTo>
                    <a:pt x="1073966" y="1337919"/>
                  </a:lnTo>
                  <a:lnTo>
                    <a:pt x="1073967" y="1337903"/>
                  </a:lnTo>
                  <a:lnTo>
                    <a:pt x="1073971" y="1337869"/>
                  </a:lnTo>
                  <a:lnTo>
                    <a:pt x="1073972" y="1337861"/>
                  </a:lnTo>
                  <a:lnTo>
                    <a:pt x="1073969" y="1337840"/>
                  </a:lnTo>
                  <a:lnTo>
                    <a:pt x="1073959" y="1337813"/>
                  </a:lnTo>
                  <a:lnTo>
                    <a:pt x="1073949" y="1337786"/>
                  </a:lnTo>
                  <a:lnTo>
                    <a:pt x="1073944" y="1337758"/>
                  </a:lnTo>
                  <a:lnTo>
                    <a:pt x="1073946" y="1337730"/>
                  </a:lnTo>
                  <a:lnTo>
                    <a:pt x="1073949" y="1337702"/>
                  </a:lnTo>
                  <a:lnTo>
                    <a:pt x="1073957" y="1337675"/>
                  </a:lnTo>
                  <a:lnTo>
                    <a:pt x="1073960" y="1337647"/>
                  </a:lnTo>
                  <a:lnTo>
                    <a:pt x="1073963" y="1337619"/>
                  </a:lnTo>
                  <a:lnTo>
                    <a:pt x="1073967" y="1337591"/>
                  </a:lnTo>
                  <a:lnTo>
                    <a:pt x="1073970" y="1337563"/>
                  </a:lnTo>
                  <a:lnTo>
                    <a:pt x="1073971" y="1337525"/>
                  </a:lnTo>
                  <a:lnTo>
                    <a:pt x="1073937" y="1337499"/>
                  </a:lnTo>
                  <a:lnTo>
                    <a:pt x="1073898" y="1337470"/>
                  </a:lnTo>
                  <a:lnTo>
                    <a:pt x="1073850" y="1337453"/>
                  </a:lnTo>
                  <a:lnTo>
                    <a:pt x="1073840" y="1337448"/>
                  </a:lnTo>
                  <a:lnTo>
                    <a:pt x="1073823" y="1337434"/>
                  </a:lnTo>
                  <a:lnTo>
                    <a:pt x="1073796" y="1337412"/>
                  </a:lnTo>
                  <a:lnTo>
                    <a:pt x="1073770" y="1337386"/>
                  </a:lnTo>
                  <a:lnTo>
                    <a:pt x="1073762" y="1337381"/>
                  </a:lnTo>
                  <a:lnTo>
                    <a:pt x="1073748" y="1337359"/>
                  </a:lnTo>
                  <a:lnTo>
                    <a:pt x="1073725" y="1337334"/>
                  </a:lnTo>
                  <a:lnTo>
                    <a:pt x="1073712" y="1337327"/>
                  </a:lnTo>
                  <a:lnTo>
                    <a:pt x="1073698" y="1337323"/>
                  </a:lnTo>
                  <a:lnTo>
                    <a:pt x="1073671" y="1337323"/>
                  </a:lnTo>
                  <a:lnTo>
                    <a:pt x="1073644" y="1337334"/>
                  </a:lnTo>
                  <a:lnTo>
                    <a:pt x="1073617" y="1337353"/>
                  </a:lnTo>
                  <a:lnTo>
                    <a:pt x="1073612" y="1337359"/>
                  </a:lnTo>
                  <a:lnTo>
                    <a:pt x="1073588" y="1337371"/>
                  </a:lnTo>
                  <a:lnTo>
                    <a:pt x="1073577" y="1337375"/>
                  </a:lnTo>
                  <a:lnTo>
                    <a:pt x="1073564" y="1337377"/>
                  </a:lnTo>
                  <a:lnTo>
                    <a:pt x="1073551" y="1337377"/>
                  </a:lnTo>
                  <a:lnTo>
                    <a:pt x="1073532" y="1337376"/>
                  </a:lnTo>
                  <a:lnTo>
                    <a:pt x="1073509" y="1337374"/>
                  </a:lnTo>
                  <a:lnTo>
                    <a:pt x="1073481" y="1337370"/>
                  </a:lnTo>
                  <a:lnTo>
                    <a:pt x="1073455" y="1337372"/>
                  </a:lnTo>
                  <a:lnTo>
                    <a:pt x="1073426" y="1337390"/>
                  </a:lnTo>
                  <a:lnTo>
                    <a:pt x="1073415" y="1337398"/>
                  </a:lnTo>
                  <a:lnTo>
                    <a:pt x="1073408" y="1337405"/>
                  </a:lnTo>
                  <a:lnTo>
                    <a:pt x="1073398" y="1337407"/>
                  </a:lnTo>
                  <a:lnTo>
                    <a:pt x="1073392" y="1337408"/>
                  </a:lnTo>
                  <a:lnTo>
                    <a:pt x="1073385" y="1337408"/>
                  </a:lnTo>
                  <a:lnTo>
                    <a:pt x="1073378" y="1337404"/>
                  </a:lnTo>
                  <a:lnTo>
                    <a:pt x="1073371" y="1337402"/>
                  </a:lnTo>
                  <a:lnTo>
                    <a:pt x="1073364" y="1337399"/>
                  </a:lnTo>
                  <a:lnTo>
                    <a:pt x="1073358" y="1337398"/>
                  </a:lnTo>
                  <a:lnTo>
                    <a:pt x="1073351" y="1337399"/>
                  </a:lnTo>
                  <a:lnTo>
                    <a:pt x="1073341" y="1337402"/>
                  </a:lnTo>
                  <a:lnTo>
                    <a:pt x="1073329" y="1337408"/>
                  </a:lnTo>
                  <a:lnTo>
                    <a:pt x="1073320" y="1337414"/>
                  </a:lnTo>
                  <a:lnTo>
                    <a:pt x="1073305" y="1337421"/>
                  </a:lnTo>
                  <a:lnTo>
                    <a:pt x="1073292" y="1337430"/>
                  </a:lnTo>
                  <a:lnTo>
                    <a:pt x="1073285" y="1337435"/>
                  </a:lnTo>
                  <a:lnTo>
                    <a:pt x="1073271" y="1337455"/>
                  </a:lnTo>
                  <a:lnTo>
                    <a:pt x="1073256" y="1337483"/>
                  </a:lnTo>
                  <a:lnTo>
                    <a:pt x="1073254" y="1337491"/>
                  </a:lnTo>
                  <a:lnTo>
                    <a:pt x="1073242" y="1337511"/>
                  </a:lnTo>
                  <a:lnTo>
                    <a:pt x="1073220" y="1337539"/>
                  </a:lnTo>
                  <a:lnTo>
                    <a:pt x="1073196" y="1337563"/>
                  </a:lnTo>
                  <a:lnTo>
                    <a:pt x="1073190" y="1337569"/>
                  </a:lnTo>
                  <a:lnTo>
                    <a:pt x="1073180" y="1337574"/>
                  </a:lnTo>
                  <a:lnTo>
                    <a:pt x="1073169" y="1337577"/>
                  </a:lnTo>
                  <a:lnTo>
                    <a:pt x="1073158" y="1337577"/>
                  </a:lnTo>
                  <a:lnTo>
                    <a:pt x="1073142" y="1337566"/>
                  </a:lnTo>
                  <a:lnTo>
                    <a:pt x="1073117" y="1337538"/>
                  </a:lnTo>
                  <a:lnTo>
                    <a:pt x="1073110" y="1337530"/>
                  </a:lnTo>
                  <a:lnTo>
                    <a:pt x="1073090" y="1337519"/>
                  </a:lnTo>
                  <a:lnTo>
                    <a:pt x="1073063" y="1337508"/>
                  </a:lnTo>
                  <a:lnTo>
                    <a:pt x="1073045" y="1337503"/>
                  </a:lnTo>
                  <a:lnTo>
                    <a:pt x="1073036" y="1337503"/>
                  </a:lnTo>
                  <a:lnTo>
                    <a:pt x="1073027" y="1337502"/>
                  </a:lnTo>
                  <a:lnTo>
                    <a:pt x="1073019" y="1337503"/>
                  </a:lnTo>
                  <a:lnTo>
                    <a:pt x="1073008" y="1337506"/>
                  </a:lnTo>
                  <a:lnTo>
                    <a:pt x="1072998" y="1337511"/>
                  </a:lnTo>
                  <a:lnTo>
                    <a:pt x="1072982" y="1337522"/>
                  </a:lnTo>
                  <a:lnTo>
                    <a:pt x="1072973" y="1337528"/>
                  </a:lnTo>
                  <a:lnTo>
                    <a:pt x="1072962" y="1337528"/>
                  </a:lnTo>
                  <a:lnTo>
                    <a:pt x="1072954" y="1337525"/>
                  </a:lnTo>
                  <a:lnTo>
                    <a:pt x="1072927" y="1337507"/>
                  </a:lnTo>
                  <a:lnTo>
                    <a:pt x="1072900" y="1337500"/>
                  </a:lnTo>
                  <a:lnTo>
                    <a:pt x="1072889" y="1337497"/>
                  </a:lnTo>
                  <a:lnTo>
                    <a:pt x="1072873" y="1337483"/>
                  </a:lnTo>
                  <a:lnTo>
                    <a:pt x="1072846" y="1337468"/>
                  </a:lnTo>
                  <a:lnTo>
                    <a:pt x="1072839" y="1337468"/>
                  </a:lnTo>
                  <a:lnTo>
                    <a:pt x="1072819" y="1337461"/>
                  </a:lnTo>
                  <a:lnTo>
                    <a:pt x="1072792" y="1337459"/>
                  </a:lnTo>
                  <a:lnTo>
                    <a:pt x="1072765" y="1337459"/>
                  </a:lnTo>
                  <a:lnTo>
                    <a:pt x="1072735" y="1337453"/>
                  </a:lnTo>
                  <a:lnTo>
                    <a:pt x="1072717" y="1337454"/>
                  </a:lnTo>
                  <a:lnTo>
                    <a:pt x="1072699" y="1337454"/>
                  </a:lnTo>
                  <a:lnTo>
                    <a:pt x="1072689" y="1337457"/>
                  </a:lnTo>
                  <a:lnTo>
                    <a:pt x="1072671" y="1337463"/>
                  </a:lnTo>
                  <a:lnTo>
                    <a:pt x="1072656" y="1337471"/>
                  </a:lnTo>
                  <a:lnTo>
                    <a:pt x="1072637" y="1337484"/>
                  </a:lnTo>
                  <a:lnTo>
                    <a:pt x="1072629" y="1337485"/>
                  </a:lnTo>
                  <a:lnTo>
                    <a:pt x="1072588" y="1337505"/>
                  </a:lnTo>
                  <a:lnTo>
                    <a:pt x="1072577" y="1337457"/>
                  </a:lnTo>
                  <a:lnTo>
                    <a:pt x="1072577" y="1337448"/>
                  </a:lnTo>
                  <a:lnTo>
                    <a:pt x="1072578" y="1337443"/>
                  </a:lnTo>
                  <a:lnTo>
                    <a:pt x="1072591" y="1337430"/>
                  </a:lnTo>
                  <a:lnTo>
                    <a:pt x="1072596" y="1337425"/>
                  </a:lnTo>
                  <a:lnTo>
                    <a:pt x="1072609" y="1337409"/>
                  </a:lnTo>
                  <a:lnTo>
                    <a:pt x="1072618" y="1337396"/>
                  </a:lnTo>
                  <a:lnTo>
                    <a:pt x="1072626" y="1337381"/>
                  </a:lnTo>
                  <a:lnTo>
                    <a:pt x="1072633" y="1337364"/>
                  </a:lnTo>
                  <a:lnTo>
                    <a:pt x="1072642" y="1337340"/>
                  </a:lnTo>
                  <a:lnTo>
                    <a:pt x="1072648" y="1337323"/>
                  </a:lnTo>
                  <a:lnTo>
                    <a:pt x="1072650" y="1337314"/>
                  </a:lnTo>
                  <a:lnTo>
                    <a:pt x="1072650" y="1337307"/>
                  </a:lnTo>
                  <a:lnTo>
                    <a:pt x="1072649" y="1337302"/>
                  </a:lnTo>
                  <a:lnTo>
                    <a:pt x="1072642" y="1337295"/>
                  </a:lnTo>
                  <a:lnTo>
                    <a:pt x="1072637" y="1337289"/>
                  </a:lnTo>
                  <a:lnTo>
                    <a:pt x="1072634" y="1337283"/>
                  </a:lnTo>
                  <a:lnTo>
                    <a:pt x="1072629" y="1337276"/>
                  </a:lnTo>
                  <a:lnTo>
                    <a:pt x="1072626" y="1337263"/>
                  </a:lnTo>
                  <a:lnTo>
                    <a:pt x="1072631" y="1337235"/>
                  </a:lnTo>
                  <a:lnTo>
                    <a:pt x="1072637" y="1337207"/>
                  </a:lnTo>
                  <a:lnTo>
                    <a:pt x="1072648" y="1337179"/>
                  </a:lnTo>
                  <a:lnTo>
                    <a:pt x="1072650" y="1337152"/>
                  </a:lnTo>
                  <a:lnTo>
                    <a:pt x="1072648" y="1337144"/>
                  </a:lnTo>
                  <a:lnTo>
                    <a:pt x="1072646" y="1337137"/>
                  </a:lnTo>
                  <a:lnTo>
                    <a:pt x="1072631" y="1337129"/>
                  </a:lnTo>
                  <a:lnTo>
                    <a:pt x="1072611" y="1337109"/>
                  </a:lnTo>
                  <a:lnTo>
                    <a:pt x="1072604" y="1337101"/>
                  </a:lnTo>
                  <a:lnTo>
                    <a:pt x="1072589" y="1337065"/>
                  </a:lnTo>
                  <a:lnTo>
                    <a:pt x="1072583" y="1337045"/>
                  </a:lnTo>
                  <a:lnTo>
                    <a:pt x="1072579" y="1337017"/>
                  </a:lnTo>
                  <a:lnTo>
                    <a:pt x="1072580" y="1337006"/>
                  </a:lnTo>
                  <a:lnTo>
                    <a:pt x="1072581" y="1336989"/>
                  </a:lnTo>
                  <a:lnTo>
                    <a:pt x="1072583" y="1336962"/>
                  </a:lnTo>
                  <a:lnTo>
                    <a:pt x="1072585" y="1336934"/>
                  </a:lnTo>
                  <a:lnTo>
                    <a:pt x="1072587" y="1336906"/>
                  </a:lnTo>
                  <a:lnTo>
                    <a:pt x="1072592" y="1336878"/>
                  </a:lnTo>
                  <a:lnTo>
                    <a:pt x="1072593" y="1336851"/>
                  </a:lnTo>
                  <a:lnTo>
                    <a:pt x="1072582" y="1336823"/>
                  </a:lnTo>
                  <a:lnTo>
                    <a:pt x="1072571" y="1336795"/>
                  </a:lnTo>
                  <a:lnTo>
                    <a:pt x="1072559" y="1336767"/>
                  </a:lnTo>
                  <a:lnTo>
                    <a:pt x="1072541" y="1336740"/>
                  </a:lnTo>
                  <a:lnTo>
                    <a:pt x="1072516" y="1336711"/>
                  </a:lnTo>
                  <a:lnTo>
                    <a:pt x="1072514" y="1336700"/>
                  </a:lnTo>
                  <a:lnTo>
                    <a:pt x="1072511" y="1336685"/>
                  </a:lnTo>
                  <a:lnTo>
                    <a:pt x="1072509" y="1336675"/>
                  </a:lnTo>
                  <a:lnTo>
                    <a:pt x="1072506" y="1336663"/>
                  </a:lnTo>
                  <a:lnTo>
                    <a:pt x="1072503" y="1336651"/>
                  </a:lnTo>
                  <a:lnTo>
                    <a:pt x="1072501" y="1336639"/>
                  </a:lnTo>
                  <a:lnTo>
                    <a:pt x="1072498" y="1336629"/>
                  </a:lnTo>
                  <a:lnTo>
                    <a:pt x="1072495" y="1336622"/>
                  </a:lnTo>
                  <a:lnTo>
                    <a:pt x="1072488" y="1336615"/>
                  </a:lnTo>
                  <a:lnTo>
                    <a:pt x="1072483" y="1336610"/>
                  </a:lnTo>
                  <a:lnTo>
                    <a:pt x="1072476" y="1336604"/>
                  </a:lnTo>
                  <a:lnTo>
                    <a:pt x="1072471" y="1336600"/>
                  </a:lnTo>
                  <a:lnTo>
                    <a:pt x="1072462" y="1336590"/>
                  </a:lnTo>
                  <a:lnTo>
                    <a:pt x="1072457" y="1336583"/>
                  </a:lnTo>
                  <a:lnTo>
                    <a:pt x="1072453" y="1336577"/>
                  </a:lnTo>
                  <a:lnTo>
                    <a:pt x="1072448" y="1336567"/>
                  </a:lnTo>
                  <a:lnTo>
                    <a:pt x="1072443" y="1336556"/>
                  </a:lnTo>
                  <a:lnTo>
                    <a:pt x="1072439" y="1336549"/>
                  </a:lnTo>
                  <a:lnTo>
                    <a:pt x="1072426" y="1336521"/>
                  </a:lnTo>
                  <a:lnTo>
                    <a:pt x="1072410" y="1336493"/>
                  </a:lnTo>
                  <a:lnTo>
                    <a:pt x="1072390" y="1336465"/>
                  </a:lnTo>
                  <a:lnTo>
                    <a:pt x="1072377" y="1336454"/>
                  </a:lnTo>
                  <a:lnTo>
                    <a:pt x="1072366" y="1336440"/>
                  </a:lnTo>
                  <a:lnTo>
                    <a:pt x="1072361" y="1336432"/>
                  </a:lnTo>
                  <a:lnTo>
                    <a:pt x="1072354" y="1336412"/>
                  </a:lnTo>
                  <a:lnTo>
                    <a:pt x="1072355" y="1336384"/>
                  </a:lnTo>
                  <a:lnTo>
                    <a:pt x="1072363" y="1336355"/>
                  </a:lnTo>
                  <a:lnTo>
                    <a:pt x="1072363" y="1336329"/>
                  </a:lnTo>
                  <a:lnTo>
                    <a:pt x="1072357" y="1336301"/>
                  </a:lnTo>
                  <a:lnTo>
                    <a:pt x="1072346" y="1336273"/>
                  </a:lnTo>
                  <a:lnTo>
                    <a:pt x="1072352" y="1336246"/>
                  </a:lnTo>
                  <a:lnTo>
                    <a:pt x="1072359" y="1336229"/>
                  </a:lnTo>
                  <a:lnTo>
                    <a:pt x="1072361" y="1336193"/>
                  </a:lnTo>
                  <a:lnTo>
                    <a:pt x="1072355" y="1336179"/>
                  </a:lnTo>
                  <a:lnTo>
                    <a:pt x="1072351" y="1336176"/>
                  </a:lnTo>
                  <a:lnTo>
                    <a:pt x="1072346" y="1336168"/>
                  </a:lnTo>
                  <a:lnTo>
                    <a:pt x="1072342" y="1336158"/>
                  </a:lnTo>
                  <a:lnTo>
                    <a:pt x="1072343" y="1336142"/>
                  </a:lnTo>
                  <a:lnTo>
                    <a:pt x="1072351" y="1336126"/>
                  </a:lnTo>
                  <a:lnTo>
                    <a:pt x="1072360" y="1336108"/>
                  </a:lnTo>
                  <a:lnTo>
                    <a:pt x="1072361" y="1336092"/>
                  </a:lnTo>
                  <a:lnTo>
                    <a:pt x="1072357" y="1336076"/>
                  </a:lnTo>
                  <a:lnTo>
                    <a:pt x="1072357" y="1336063"/>
                  </a:lnTo>
                  <a:lnTo>
                    <a:pt x="1072354" y="1336059"/>
                  </a:lnTo>
                  <a:lnTo>
                    <a:pt x="1072351" y="1336042"/>
                  </a:lnTo>
                  <a:lnTo>
                    <a:pt x="1072343" y="1336026"/>
                  </a:lnTo>
                  <a:lnTo>
                    <a:pt x="1072334" y="1336009"/>
                  </a:lnTo>
                  <a:lnTo>
                    <a:pt x="1072330" y="1336006"/>
                  </a:lnTo>
                  <a:lnTo>
                    <a:pt x="1072324" y="1335992"/>
                  </a:lnTo>
                  <a:lnTo>
                    <a:pt x="1072321" y="1335987"/>
                  </a:lnTo>
                  <a:lnTo>
                    <a:pt x="1072320" y="1335976"/>
                  </a:lnTo>
                  <a:lnTo>
                    <a:pt x="1072325" y="1335959"/>
                  </a:lnTo>
                  <a:lnTo>
                    <a:pt x="1072336" y="1335942"/>
                  </a:lnTo>
                  <a:lnTo>
                    <a:pt x="1072346" y="1335928"/>
                  </a:lnTo>
                  <a:lnTo>
                    <a:pt x="1072353" y="1335918"/>
                  </a:lnTo>
                  <a:lnTo>
                    <a:pt x="1072357" y="1335909"/>
                  </a:lnTo>
                  <a:lnTo>
                    <a:pt x="1072365" y="1335892"/>
                  </a:lnTo>
                  <a:lnTo>
                    <a:pt x="1072368" y="1335884"/>
                  </a:lnTo>
                  <a:lnTo>
                    <a:pt x="1072369" y="1335876"/>
                  </a:lnTo>
                  <a:lnTo>
                    <a:pt x="1072372" y="1335859"/>
                  </a:lnTo>
                  <a:lnTo>
                    <a:pt x="1072376" y="1335842"/>
                  </a:lnTo>
                  <a:lnTo>
                    <a:pt x="1072380" y="1335832"/>
                  </a:lnTo>
                  <a:lnTo>
                    <a:pt x="1072384" y="1335826"/>
                  </a:lnTo>
                  <a:lnTo>
                    <a:pt x="1072392" y="1335809"/>
                  </a:lnTo>
                  <a:lnTo>
                    <a:pt x="1072398" y="1335792"/>
                  </a:lnTo>
                  <a:lnTo>
                    <a:pt x="1072398" y="1335783"/>
                  </a:lnTo>
                  <a:lnTo>
                    <a:pt x="1072396" y="1335775"/>
                  </a:lnTo>
                  <a:lnTo>
                    <a:pt x="1072384" y="1335759"/>
                  </a:lnTo>
                  <a:lnTo>
                    <a:pt x="1072368" y="1335744"/>
                  </a:lnTo>
                  <a:lnTo>
                    <a:pt x="1072354" y="1335729"/>
                  </a:lnTo>
                  <a:lnTo>
                    <a:pt x="1072338" y="1335716"/>
                  </a:lnTo>
                  <a:lnTo>
                    <a:pt x="1072322" y="1335703"/>
                  </a:lnTo>
                  <a:lnTo>
                    <a:pt x="1072306" y="1335693"/>
                  </a:lnTo>
                  <a:lnTo>
                    <a:pt x="1072298" y="1335687"/>
                  </a:lnTo>
                  <a:lnTo>
                    <a:pt x="1072282" y="1335683"/>
                  </a:lnTo>
                  <a:lnTo>
                    <a:pt x="1072267" y="1335680"/>
                  </a:lnTo>
                  <a:lnTo>
                    <a:pt x="1072257" y="1335677"/>
                  </a:lnTo>
                  <a:lnTo>
                    <a:pt x="1072241" y="1335674"/>
                  </a:lnTo>
                  <a:lnTo>
                    <a:pt x="1072230" y="1335666"/>
                  </a:lnTo>
                  <a:lnTo>
                    <a:pt x="1072225" y="1335654"/>
                  </a:lnTo>
                  <a:lnTo>
                    <a:pt x="1072225" y="1335634"/>
                  </a:lnTo>
                  <a:lnTo>
                    <a:pt x="1072229" y="1335597"/>
                  </a:lnTo>
                  <a:lnTo>
                    <a:pt x="1072230" y="1335589"/>
                  </a:lnTo>
                  <a:lnTo>
                    <a:pt x="1072231" y="1335574"/>
                  </a:lnTo>
                  <a:lnTo>
                    <a:pt x="1072231" y="1335558"/>
                  </a:lnTo>
                  <a:lnTo>
                    <a:pt x="1072229" y="1335508"/>
                  </a:lnTo>
                  <a:lnTo>
                    <a:pt x="1072229" y="1335491"/>
                  </a:lnTo>
                  <a:lnTo>
                    <a:pt x="1072237" y="1335487"/>
                  </a:lnTo>
                  <a:lnTo>
                    <a:pt x="1072255" y="1335478"/>
                  </a:lnTo>
                  <a:lnTo>
                    <a:pt x="1072305" y="1335451"/>
                  </a:lnTo>
                  <a:lnTo>
                    <a:pt x="1072321" y="1335440"/>
                  </a:lnTo>
                  <a:lnTo>
                    <a:pt x="1072327" y="1335436"/>
                  </a:lnTo>
                  <a:lnTo>
                    <a:pt x="1072335" y="1335426"/>
                  </a:lnTo>
                  <a:lnTo>
                    <a:pt x="1072341" y="1335418"/>
                  </a:lnTo>
                  <a:lnTo>
                    <a:pt x="1072341" y="1335409"/>
                  </a:lnTo>
                  <a:lnTo>
                    <a:pt x="1072343" y="1335404"/>
                  </a:lnTo>
                  <a:lnTo>
                    <a:pt x="1072341" y="1335392"/>
                  </a:lnTo>
                  <a:lnTo>
                    <a:pt x="1072341" y="1335384"/>
                  </a:lnTo>
                  <a:lnTo>
                    <a:pt x="1072335" y="1335368"/>
                  </a:lnTo>
                  <a:lnTo>
                    <a:pt x="1072331" y="1335355"/>
                  </a:lnTo>
                  <a:lnTo>
                    <a:pt x="1072326" y="1335342"/>
                  </a:lnTo>
                  <a:lnTo>
                    <a:pt x="1072321" y="1335326"/>
                  </a:lnTo>
                  <a:lnTo>
                    <a:pt x="1072316" y="1335309"/>
                  </a:lnTo>
                  <a:lnTo>
                    <a:pt x="1072309" y="1335293"/>
                  </a:lnTo>
                  <a:lnTo>
                    <a:pt x="1072302" y="1335279"/>
                  </a:lnTo>
                  <a:lnTo>
                    <a:pt x="1072292" y="1335262"/>
                  </a:lnTo>
                  <a:lnTo>
                    <a:pt x="1072288" y="1335256"/>
                  </a:lnTo>
                  <a:lnTo>
                    <a:pt x="1072276" y="1335244"/>
                  </a:lnTo>
                  <a:lnTo>
                    <a:pt x="1072260" y="1335231"/>
                  </a:lnTo>
                  <a:lnTo>
                    <a:pt x="1072244" y="1335225"/>
                  </a:lnTo>
                  <a:lnTo>
                    <a:pt x="1072234" y="1335221"/>
                  </a:lnTo>
                  <a:lnTo>
                    <a:pt x="1072222" y="1335219"/>
                  </a:lnTo>
                  <a:lnTo>
                    <a:pt x="1072211" y="1335220"/>
                  </a:lnTo>
                  <a:lnTo>
                    <a:pt x="1072204" y="1335220"/>
                  </a:lnTo>
                  <a:lnTo>
                    <a:pt x="1072195" y="1335217"/>
                  </a:lnTo>
                  <a:lnTo>
                    <a:pt x="1072178" y="1335211"/>
                  </a:lnTo>
                  <a:lnTo>
                    <a:pt x="1072162" y="1335202"/>
                  </a:lnTo>
                  <a:lnTo>
                    <a:pt x="1072146" y="1335191"/>
                  </a:lnTo>
                  <a:lnTo>
                    <a:pt x="1072130" y="1335178"/>
                  </a:lnTo>
                  <a:lnTo>
                    <a:pt x="1072113" y="1335165"/>
                  </a:lnTo>
                  <a:lnTo>
                    <a:pt x="1072097" y="1335152"/>
                  </a:lnTo>
                  <a:lnTo>
                    <a:pt x="1072084" y="1335136"/>
                  </a:lnTo>
                  <a:lnTo>
                    <a:pt x="1072073" y="1335120"/>
                  </a:lnTo>
                  <a:lnTo>
                    <a:pt x="1072070" y="1335103"/>
                  </a:lnTo>
                  <a:lnTo>
                    <a:pt x="1072070" y="1335094"/>
                  </a:lnTo>
                  <a:lnTo>
                    <a:pt x="1072072" y="1335078"/>
                  </a:lnTo>
                  <a:lnTo>
                    <a:pt x="1072077" y="1335070"/>
                  </a:lnTo>
                  <a:lnTo>
                    <a:pt x="1072085" y="1335053"/>
                  </a:lnTo>
                  <a:lnTo>
                    <a:pt x="1072087" y="1335046"/>
                  </a:lnTo>
                  <a:lnTo>
                    <a:pt x="1072088" y="1335036"/>
                  </a:lnTo>
                  <a:lnTo>
                    <a:pt x="1072089" y="1335020"/>
                  </a:lnTo>
                  <a:lnTo>
                    <a:pt x="1072086" y="1335003"/>
                  </a:lnTo>
                  <a:lnTo>
                    <a:pt x="1072080" y="1334987"/>
                  </a:lnTo>
                  <a:lnTo>
                    <a:pt x="1072076" y="1334969"/>
                  </a:lnTo>
                  <a:lnTo>
                    <a:pt x="1072074" y="1334962"/>
                  </a:lnTo>
                  <a:lnTo>
                    <a:pt x="1072074" y="1334953"/>
                  </a:lnTo>
                  <a:lnTo>
                    <a:pt x="1072076" y="1334935"/>
                  </a:lnTo>
                  <a:lnTo>
                    <a:pt x="1072075" y="1334920"/>
                  </a:lnTo>
                  <a:lnTo>
                    <a:pt x="1072068" y="1334903"/>
                  </a:lnTo>
                  <a:lnTo>
                    <a:pt x="1072063" y="1334886"/>
                  </a:lnTo>
                  <a:lnTo>
                    <a:pt x="1072058" y="1334870"/>
                  </a:lnTo>
                  <a:lnTo>
                    <a:pt x="1072057" y="1334862"/>
                  </a:lnTo>
                  <a:lnTo>
                    <a:pt x="1072058" y="1334853"/>
                  </a:lnTo>
                  <a:lnTo>
                    <a:pt x="1072052" y="1334837"/>
                  </a:lnTo>
                  <a:lnTo>
                    <a:pt x="1072043" y="1334820"/>
                  </a:lnTo>
                  <a:lnTo>
                    <a:pt x="1072042" y="1334815"/>
                  </a:lnTo>
                  <a:lnTo>
                    <a:pt x="1072033" y="1334803"/>
                  </a:lnTo>
                  <a:lnTo>
                    <a:pt x="1072017" y="1334786"/>
                  </a:lnTo>
                  <a:lnTo>
                    <a:pt x="1072002" y="1334772"/>
                  </a:lnTo>
                  <a:lnTo>
                    <a:pt x="1071991" y="1334762"/>
                  </a:lnTo>
                  <a:lnTo>
                    <a:pt x="1071952" y="1334713"/>
                  </a:lnTo>
                  <a:lnTo>
                    <a:pt x="1071949" y="1334697"/>
                  </a:lnTo>
                  <a:lnTo>
                    <a:pt x="1071949" y="1334688"/>
                  </a:lnTo>
                  <a:lnTo>
                    <a:pt x="1071953" y="1334680"/>
                  </a:lnTo>
                  <a:lnTo>
                    <a:pt x="1071961" y="1334663"/>
                  </a:lnTo>
                  <a:lnTo>
                    <a:pt x="1071971" y="1334646"/>
                  </a:lnTo>
                  <a:lnTo>
                    <a:pt x="1071977" y="1334630"/>
                  </a:lnTo>
                  <a:lnTo>
                    <a:pt x="1071976" y="1334619"/>
                  </a:lnTo>
                  <a:lnTo>
                    <a:pt x="1071974" y="1334606"/>
                  </a:lnTo>
                  <a:lnTo>
                    <a:pt x="1071990" y="1334594"/>
                  </a:lnTo>
                  <a:lnTo>
                    <a:pt x="1072000" y="1334583"/>
                  </a:lnTo>
                  <a:lnTo>
                    <a:pt x="1072008" y="1334573"/>
                  </a:lnTo>
                  <a:lnTo>
                    <a:pt x="1072011" y="1334563"/>
                  </a:lnTo>
                  <a:lnTo>
                    <a:pt x="1072013" y="1334549"/>
                  </a:lnTo>
                  <a:lnTo>
                    <a:pt x="1072014" y="1334532"/>
                  </a:lnTo>
                  <a:lnTo>
                    <a:pt x="1072014" y="1334520"/>
                  </a:lnTo>
                  <a:lnTo>
                    <a:pt x="1072012" y="1334499"/>
                  </a:lnTo>
                  <a:lnTo>
                    <a:pt x="1072009" y="1334487"/>
                  </a:lnTo>
                  <a:lnTo>
                    <a:pt x="1072004" y="1334480"/>
                  </a:lnTo>
                  <a:lnTo>
                    <a:pt x="1072001" y="1334472"/>
                  </a:lnTo>
                  <a:lnTo>
                    <a:pt x="1071996" y="1334464"/>
                  </a:lnTo>
                  <a:lnTo>
                    <a:pt x="1071989" y="1334451"/>
                  </a:lnTo>
                  <a:lnTo>
                    <a:pt x="1071980" y="1334422"/>
                  </a:lnTo>
                  <a:lnTo>
                    <a:pt x="1071979" y="1334413"/>
                  </a:lnTo>
                  <a:lnTo>
                    <a:pt x="1071977" y="1334399"/>
                  </a:lnTo>
                  <a:lnTo>
                    <a:pt x="1071977" y="1334381"/>
                  </a:lnTo>
                  <a:lnTo>
                    <a:pt x="1071979" y="1334361"/>
                  </a:lnTo>
                  <a:lnTo>
                    <a:pt x="1071982" y="1334342"/>
                  </a:lnTo>
                  <a:lnTo>
                    <a:pt x="1071985" y="1334318"/>
                  </a:lnTo>
                  <a:lnTo>
                    <a:pt x="1071993" y="1334284"/>
                  </a:lnTo>
                  <a:lnTo>
                    <a:pt x="1071998" y="1334259"/>
                  </a:lnTo>
                  <a:lnTo>
                    <a:pt x="1072004" y="1334237"/>
                  </a:lnTo>
                  <a:lnTo>
                    <a:pt x="1072008" y="1334217"/>
                  </a:lnTo>
                  <a:lnTo>
                    <a:pt x="1072011" y="1334203"/>
                  </a:lnTo>
                  <a:lnTo>
                    <a:pt x="1072014" y="1334189"/>
                  </a:lnTo>
                  <a:lnTo>
                    <a:pt x="1072015" y="1334178"/>
                  </a:lnTo>
                  <a:lnTo>
                    <a:pt x="1072017" y="1334161"/>
                  </a:lnTo>
                  <a:lnTo>
                    <a:pt x="1072020" y="1334144"/>
                  </a:lnTo>
                  <a:lnTo>
                    <a:pt x="1072022" y="1334127"/>
                  </a:lnTo>
                  <a:lnTo>
                    <a:pt x="1072025" y="1334111"/>
                  </a:lnTo>
                  <a:lnTo>
                    <a:pt x="1072026" y="1334094"/>
                  </a:lnTo>
                  <a:lnTo>
                    <a:pt x="1072026" y="1334077"/>
                  </a:lnTo>
                  <a:lnTo>
                    <a:pt x="1072025" y="1334061"/>
                  </a:lnTo>
                  <a:lnTo>
                    <a:pt x="1072022" y="1334044"/>
                  </a:lnTo>
                  <a:lnTo>
                    <a:pt x="1072021" y="1334027"/>
                  </a:lnTo>
                  <a:lnTo>
                    <a:pt x="1072018" y="1334011"/>
                  </a:lnTo>
                  <a:lnTo>
                    <a:pt x="1072017" y="1334002"/>
                  </a:lnTo>
                  <a:lnTo>
                    <a:pt x="1072013" y="1333994"/>
                  </a:lnTo>
                  <a:lnTo>
                    <a:pt x="1072009" y="1333978"/>
                  </a:lnTo>
                  <a:lnTo>
                    <a:pt x="1072005" y="1333966"/>
                  </a:lnTo>
                  <a:lnTo>
                    <a:pt x="1072001" y="1333961"/>
                  </a:lnTo>
                  <a:lnTo>
                    <a:pt x="1071971" y="1333934"/>
                  </a:lnTo>
                  <a:lnTo>
                    <a:pt x="1071959" y="1333913"/>
                  </a:lnTo>
                  <a:lnTo>
                    <a:pt x="1071956" y="1333880"/>
                  </a:lnTo>
                  <a:lnTo>
                    <a:pt x="1071950" y="1333824"/>
                  </a:lnTo>
                  <a:lnTo>
                    <a:pt x="1071951" y="1333808"/>
                  </a:lnTo>
                  <a:lnTo>
                    <a:pt x="1071953" y="1333791"/>
                  </a:lnTo>
                  <a:lnTo>
                    <a:pt x="1071960" y="1333774"/>
                  </a:lnTo>
                  <a:lnTo>
                    <a:pt x="1071972" y="1333758"/>
                  </a:lnTo>
                  <a:lnTo>
                    <a:pt x="1071988" y="1333746"/>
                  </a:lnTo>
                  <a:lnTo>
                    <a:pt x="1072004" y="1333737"/>
                  </a:lnTo>
                  <a:lnTo>
                    <a:pt x="1072020" y="1333726"/>
                  </a:lnTo>
                  <a:lnTo>
                    <a:pt x="1072037" y="1333713"/>
                  </a:lnTo>
                  <a:lnTo>
                    <a:pt x="1072045" y="1333706"/>
                  </a:lnTo>
                  <a:lnTo>
                    <a:pt x="1072051" y="1333700"/>
                  </a:lnTo>
                  <a:lnTo>
                    <a:pt x="1072057" y="1333692"/>
                  </a:lnTo>
                  <a:lnTo>
                    <a:pt x="1072061" y="1333683"/>
                  </a:lnTo>
                  <a:lnTo>
                    <a:pt x="1072065" y="1333676"/>
                  </a:lnTo>
                  <a:lnTo>
                    <a:pt x="1072067" y="1333664"/>
                  </a:lnTo>
                  <a:lnTo>
                    <a:pt x="1072066" y="1333654"/>
                  </a:lnTo>
                  <a:lnTo>
                    <a:pt x="1072062" y="1333642"/>
                  </a:lnTo>
                  <a:lnTo>
                    <a:pt x="1072058" y="1333633"/>
                  </a:lnTo>
                  <a:lnTo>
                    <a:pt x="1072049" y="1333616"/>
                  </a:lnTo>
                  <a:lnTo>
                    <a:pt x="1072040" y="1333599"/>
                  </a:lnTo>
                  <a:lnTo>
                    <a:pt x="1072030" y="1333583"/>
                  </a:lnTo>
                  <a:lnTo>
                    <a:pt x="1072020" y="1333568"/>
                  </a:lnTo>
                  <a:lnTo>
                    <a:pt x="1072010" y="1333550"/>
                  </a:lnTo>
                  <a:lnTo>
                    <a:pt x="1072001" y="1333533"/>
                  </a:lnTo>
                  <a:lnTo>
                    <a:pt x="1071988" y="1333507"/>
                  </a:lnTo>
                  <a:lnTo>
                    <a:pt x="1071988" y="1333491"/>
                  </a:lnTo>
                  <a:lnTo>
                    <a:pt x="1071987" y="1333480"/>
                  </a:lnTo>
                  <a:lnTo>
                    <a:pt x="1071986" y="1333461"/>
                  </a:lnTo>
                  <a:lnTo>
                    <a:pt x="1071983" y="1333432"/>
                  </a:lnTo>
                  <a:lnTo>
                    <a:pt x="1071979" y="1333412"/>
                  </a:lnTo>
                  <a:lnTo>
                    <a:pt x="1071977" y="1333381"/>
                  </a:lnTo>
                  <a:lnTo>
                    <a:pt x="1071974" y="1333364"/>
                  </a:lnTo>
                  <a:lnTo>
                    <a:pt x="1071970" y="1333347"/>
                  </a:lnTo>
                  <a:lnTo>
                    <a:pt x="1071963" y="1333328"/>
                  </a:lnTo>
                  <a:lnTo>
                    <a:pt x="1071959" y="1333311"/>
                  </a:lnTo>
                  <a:lnTo>
                    <a:pt x="1071959" y="1333302"/>
                  </a:lnTo>
                  <a:lnTo>
                    <a:pt x="1071955" y="1333269"/>
                  </a:lnTo>
                  <a:lnTo>
                    <a:pt x="1071952" y="1333254"/>
                  </a:lnTo>
                  <a:lnTo>
                    <a:pt x="1071945" y="1333236"/>
                  </a:lnTo>
                  <a:lnTo>
                    <a:pt x="1071937" y="1333219"/>
                  </a:lnTo>
                  <a:lnTo>
                    <a:pt x="1071925" y="1333174"/>
                  </a:lnTo>
                  <a:lnTo>
                    <a:pt x="1071920" y="1333157"/>
                  </a:lnTo>
                  <a:lnTo>
                    <a:pt x="1071914" y="1333146"/>
                  </a:lnTo>
                  <a:lnTo>
                    <a:pt x="1071911" y="1333141"/>
                  </a:lnTo>
                  <a:lnTo>
                    <a:pt x="1071900" y="1333124"/>
                  </a:lnTo>
                  <a:lnTo>
                    <a:pt x="1071886" y="1333108"/>
                  </a:lnTo>
                  <a:lnTo>
                    <a:pt x="1071871" y="1333092"/>
                  </a:lnTo>
                  <a:lnTo>
                    <a:pt x="1071860" y="1333077"/>
                  </a:lnTo>
                  <a:lnTo>
                    <a:pt x="1071850" y="1333064"/>
                  </a:lnTo>
                  <a:lnTo>
                    <a:pt x="1071843" y="1333056"/>
                  </a:lnTo>
                  <a:lnTo>
                    <a:pt x="1071831" y="1333039"/>
                  </a:lnTo>
                  <a:lnTo>
                    <a:pt x="1071824" y="1333028"/>
                  </a:lnTo>
                  <a:lnTo>
                    <a:pt x="1071820" y="1333024"/>
                  </a:lnTo>
                  <a:lnTo>
                    <a:pt x="1071808" y="1333019"/>
                  </a:lnTo>
                  <a:lnTo>
                    <a:pt x="1071792" y="1333017"/>
                  </a:lnTo>
                  <a:lnTo>
                    <a:pt x="1071775" y="1333016"/>
                  </a:lnTo>
                  <a:lnTo>
                    <a:pt x="1071769" y="1333013"/>
                  </a:lnTo>
                  <a:lnTo>
                    <a:pt x="1071759" y="1333006"/>
                  </a:lnTo>
                  <a:lnTo>
                    <a:pt x="1071751" y="1332989"/>
                  </a:lnTo>
                  <a:lnTo>
                    <a:pt x="1071747" y="1332972"/>
                  </a:lnTo>
                  <a:lnTo>
                    <a:pt x="1071741" y="1332845"/>
                  </a:lnTo>
                  <a:lnTo>
                    <a:pt x="1071739" y="1332836"/>
                  </a:lnTo>
                  <a:lnTo>
                    <a:pt x="1071731" y="1332822"/>
                  </a:lnTo>
                  <a:lnTo>
                    <a:pt x="1071724" y="1332809"/>
                  </a:lnTo>
                  <a:lnTo>
                    <a:pt x="1071718" y="1332795"/>
                  </a:lnTo>
                  <a:lnTo>
                    <a:pt x="1071708" y="1332777"/>
                  </a:lnTo>
                  <a:lnTo>
                    <a:pt x="1071702" y="1332767"/>
                  </a:lnTo>
                  <a:lnTo>
                    <a:pt x="1071700" y="1332760"/>
                  </a:lnTo>
                  <a:lnTo>
                    <a:pt x="1071691" y="1332744"/>
                  </a:lnTo>
                  <a:lnTo>
                    <a:pt x="1071684" y="1332727"/>
                  </a:lnTo>
                  <a:lnTo>
                    <a:pt x="1071681" y="1332723"/>
                  </a:lnTo>
                  <a:lnTo>
                    <a:pt x="1071677" y="1332710"/>
                  </a:lnTo>
                  <a:lnTo>
                    <a:pt x="1071670" y="1332695"/>
                  </a:lnTo>
                  <a:lnTo>
                    <a:pt x="1071666" y="1332685"/>
                  </a:lnTo>
                  <a:lnTo>
                    <a:pt x="1071659" y="1332662"/>
                  </a:lnTo>
                  <a:lnTo>
                    <a:pt x="1071654" y="1332646"/>
                  </a:lnTo>
                  <a:lnTo>
                    <a:pt x="1071650" y="1332630"/>
                  </a:lnTo>
                  <a:lnTo>
                    <a:pt x="1071648" y="1332611"/>
                  </a:lnTo>
                  <a:lnTo>
                    <a:pt x="1071646" y="1332592"/>
                  </a:lnTo>
                  <a:lnTo>
                    <a:pt x="1071646" y="1332573"/>
                  </a:lnTo>
                  <a:lnTo>
                    <a:pt x="1071647" y="1332552"/>
                  </a:lnTo>
                  <a:lnTo>
                    <a:pt x="1071645" y="1332545"/>
                  </a:lnTo>
                  <a:lnTo>
                    <a:pt x="1071636" y="1332533"/>
                  </a:lnTo>
                  <a:lnTo>
                    <a:pt x="1071629" y="1332533"/>
                  </a:lnTo>
                  <a:lnTo>
                    <a:pt x="1071623" y="1332536"/>
                  </a:lnTo>
                  <a:lnTo>
                    <a:pt x="1071611" y="1332548"/>
                  </a:lnTo>
                  <a:lnTo>
                    <a:pt x="1071599" y="1332563"/>
                  </a:lnTo>
                  <a:lnTo>
                    <a:pt x="1071592" y="1332569"/>
                  </a:lnTo>
                  <a:lnTo>
                    <a:pt x="1071545" y="1332605"/>
                  </a:lnTo>
                  <a:lnTo>
                    <a:pt x="1071529" y="1332616"/>
                  </a:lnTo>
                  <a:lnTo>
                    <a:pt x="1071513" y="1332627"/>
                  </a:lnTo>
                  <a:lnTo>
                    <a:pt x="1071495" y="1332638"/>
                  </a:lnTo>
                  <a:lnTo>
                    <a:pt x="1071481" y="1332650"/>
                  </a:lnTo>
                  <a:lnTo>
                    <a:pt x="1071465" y="1332662"/>
                  </a:lnTo>
                  <a:lnTo>
                    <a:pt x="1071450" y="1332676"/>
                  </a:lnTo>
                  <a:lnTo>
                    <a:pt x="1071435" y="1332687"/>
                  </a:lnTo>
                  <a:lnTo>
                    <a:pt x="1071431" y="1332691"/>
                  </a:lnTo>
                  <a:lnTo>
                    <a:pt x="1071421" y="1332697"/>
                  </a:lnTo>
                  <a:lnTo>
                    <a:pt x="1071412" y="1332699"/>
                  </a:lnTo>
                  <a:lnTo>
                    <a:pt x="1071404" y="1332696"/>
                  </a:lnTo>
                  <a:lnTo>
                    <a:pt x="1071386" y="1332683"/>
                  </a:lnTo>
                  <a:lnTo>
                    <a:pt x="1071377" y="1332676"/>
                  </a:lnTo>
                  <a:lnTo>
                    <a:pt x="1071371" y="1332673"/>
                  </a:lnTo>
                  <a:lnTo>
                    <a:pt x="1071355" y="1332665"/>
                  </a:lnTo>
                  <a:lnTo>
                    <a:pt x="1071338" y="1332655"/>
                  </a:lnTo>
                  <a:lnTo>
                    <a:pt x="1071321" y="1332647"/>
                  </a:lnTo>
                  <a:lnTo>
                    <a:pt x="1071305" y="1332644"/>
                  </a:lnTo>
                  <a:lnTo>
                    <a:pt x="1071290" y="1332645"/>
                  </a:lnTo>
                  <a:lnTo>
                    <a:pt x="1071273" y="1332651"/>
                  </a:lnTo>
                  <a:lnTo>
                    <a:pt x="1071257" y="1332662"/>
                  </a:lnTo>
                  <a:lnTo>
                    <a:pt x="1071243" y="1332673"/>
                  </a:lnTo>
                  <a:lnTo>
                    <a:pt x="1071232" y="1332682"/>
                  </a:lnTo>
                  <a:lnTo>
                    <a:pt x="1071227" y="1332684"/>
                  </a:lnTo>
                  <a:lnTo>
                    <a:pt x="1071211" y="1332685"/>
                  </a:lnTo>
                  <a:lnTo>
                    <a:pt x="1071194" y="1332685"/>
                  </a:lnTo>
                  <a:lnTo>
                    <a:pt x="1071186" y="1332685"/>
                  </a:lnTo>
                  <a:lnTo>
                    <a:pt x="1071178" y="1332683"/>
                  </a:lnTo>
                  <a:lnTo>
                    <a:pt x="1071162" y="1332678"/>
                  </a:lnTo>
                  <a:lnTo>
                    <a:pt x="1071153" y="1332675"/>
                  </a:lnTo>
                  <a:lnTo>
                    <a:pt x="1071146" y="1332671"/>
                  </a:lnTo>
                  <a:lnTo>
                    <a:pt x="1071141" y="1332670"/>
                  </a:lnTo>
                  <a:lnTo>
                    <a:pt x="1071129" y="1332662"/>
                  </a:lnTo>
                  <a:lnTo>
                    <a:pt x="1071113" y="1332651"/>
                  </a:lnTo>
                  <a:lnTo>
                    <a:pt x="1071096" y="1332639"/>
                  </a:lnTo>
                  <a:lnTo>
                    <a:pt x="1071086" y="1332630"/>
                  </a:lnTo>
                  <a:lnTo>
                    <a:pt x="1071078" y="1332617"/>
                  </a:lnTo>
                  <a:lnTo>
                    <a:pt x="1071080" y="1332604"/>
                  </a:lnTo>
                  <a:lnTo>
                    <a:pt x="1071088" y="1332587"/>
                  </a:lnTo>
                  <a:lnTo>
                    <a:pt x="1071100" y="1332558"/>
                  </a:lnTo>
                  <a:lnTo>
                    <a:pt x="1071104" y="1332544"/>
                  </a:lnTo>
                  <a:lnTo>
                    <a:pt x="1071110" y="1332528"/>
                  </a:lnTo>
                  <a:lnTo>
                    <a:pt x="1071116" y="1332511"/>
                  </a:lnTo>
                  <a:lnTo>
                    <a:pt x="1071119" y="1332503"/>
                  </a:lnTo>
                  <a:lnTo>
                    <a:pt x="1071130" y="1332466"/>
                  </a:lnTo>
                  <a:lnTo>
                    <a:pt x="1071131" y="1332445"/>
                  </a:lnTo>
                  <a:lnTo>
                    <a:pt x="1071131" y="1332429"/>
                  </a:lnTo>
                  <a:lnTo>
                    <a:pt x="1071130" y="1332418"/>
                  </a:lnTo>
                  <a:lnTo>
                    <a:pt x="1071127" y="1332409"/>
                  </a:lnTo>
                  <a:lnTo>
                    <a:pt x="1071124" y="1332401"/>
                  </a:lnTo>
                  <a:lnTo>
                    <a:pt x="1071120" y="1332384"/>
                  </a:lnTo>
                  <a:lnTo>
                    <a:pt x="1071114" y="1332367"/>
                  </a:lnTo>
                  <a:lnTo>
                    <a:pt x="1071109" y="1332351"/>
                  </a:lnTo>
                  <a:lnTo>
                    <a:pt x="1071107" y="1332344"/>
                  </a:lnTo>
                  <a:lnTo>
                    <a:pt x="1071104" y="1332326"/>
                  </a:lnTo>
                  <a:lnTo>
                    <a:pt x="1071105" y="1332318"/>
                  </a:lnTo>
                  <a:lnTo>
                    <a:pt x="1071109" y="1332303"/>
                  </a:lnTo>
                  <a:lnTo>
                    <a:pt x="1071113" y="1332297"/>
                  </a:lnTo>
                  <a:lnTo>
                    <a:pt x="1071121" y="1332288"/>
                  </a:lnTo>
                  <a:lnTo>
                    <a:pt x="1071127" y="1332282"/>
                  </a:lnTo>
                  <a:lnTo>
                    <a:pt x="1071134" y="1332276"/>
                  </a:lnTo>
                  <a:lnTo>
                    <a:pt x="1071144" y="1332276"/>
                  </a:lnTo>
                  <a:lnTo>
                    <a:pt x="1071156" y="1332275"/>
                  </a:lnTo>
                  <a:lnTo>
                    <a:pt x="1071173" y="1332275"/>
                  </a:lnTo>
                  <a:lnTo>
                    <a:pt x="1071189" y="1332276"/>
                  </a:lnTo>
                  <a:lnTo>
                    <a:pt x="1071196" y="1332277"/>
                  </a:lnTo>
                  <a:lnTo>
                    <a:pt x="1071205" y="1332278"/>
                  </a:lnTo>
                  <a:lnTo>
                    <a:pt x="1071213" y="1332280"/>
                  </a:lnTo>
                  <a:lnTo>
                    <a:pt x="1071223" y="1332282"/>
                  </a:lnTo>
                  <a:lnTo>
                    <a:pt x="1071239" y="1332283"/>
                  </a:lnTo>
                  <a:lnTo>
                    <a:pt x="1071256" y="1332283"/>
                  </a:lnTo>
                  <a:lnTo>
                    <a:pt x="1071274" y="1332278"/>
                  </a:lnTo>
                  <a:lnTo>
                    <a:pt x="1071288" y="1332264"/>
                  </a:lnTo>
                  <a:lnTo>
                    <a:pt x="1071296" y="1332249"/>
                  </a:lnTo>
                  <a:lnTo>
                    <a:pt x="1071303" y="1332232"/>
                  </a:lnTo>
                  <a:lnTo>
                    <a:pt x="1071309" y="1332216"/>
                  </a:lnTo>
                  <a:lnTo>
                    <a:pt x="1071314" y="1332201"/>
                  </a:lnTo>
                  <a:lnTo>
                    <a:pt x="1071323" y="1332172"/>
                  </a:lnTo>
                  <a:lnTo>
                    <a:pt x="1071333" y="1332130"/>
                  </a:lnTo>
                  <a:lnTo>
                    <a:pt x="1071338" y="1332102"/>
                  </a:lnTo>
                  <a:lnTo>
                    <a:pt x="1071341" y="1332080"/>
                  </a:lnTo>
                  <a:lnTo>
                    <a:pt x="1071342" y="1332057"/>
                  </a:lnTo>
                  <a:lnTo>
                    <a:pt x="1071340" y="1332036"/>
                  </a:lnTo>
                  <a:lnTo>
                    <a:pt x="1071335" y="1332003"/>
                  </a:lnTo>
                  <a:lnTo>
                    <a:pt x="1071324" y="1331965"/>
                  </a:lnTo>
                  <a:lnTo>
                    <a:pt x="1071313" y="1331917"/>
                  </a:lnTo>
                  <a:lnTo>
                    <a:pt x="1071310" y="1331910"/>
                  </a:lnTo>
                  <a:lnTo>
                    <a:pt x="1071308" y="1331896"/>
                  </a:lnTo>
                  <a:lnTo>
                    <a:pt x="1071306" y="1331879"/>
                  </a:lnTo>
                  <a:lnTo>
                    <a:pt x="1071302" y="1331861"/>
                  </a:lnTo>
                  <a:lnTo>
                    <a:pt x="1071299" y="1331855"/>
                  </a:lnTo>
                  <a:lnTo>
                    <a:pt x="1071292" y="1331848"/>
                  </a:lnTo>
                  <a:lnTo>
                    <a:pt x="1071286" y="1331847"/>
                  </a:lnTo>
                  <a:lnTo>
                    <a:pt x="1071275" y="1331840"/>
                  </a:lnTo>
                  <a:lnTo>
                    <a:pt x="1071259" y="1331830"/>
                  </a:lnTo>
                  <a:lnTo>
                    <a:pt x="1071240" y="1331824"/>
                  </a:lnTo>
                  <a:lnTo>
                    <a:pt x="1071231" y="1331807"/>
                  </a:lnTo>
                  <a:lnTo>
                    <a:pt x="1071231" y="1331784"/>
                  </a:lnTo>
                  <a:lnTo>
                    <a:pt x="1071240" y="1331768"/>
                  </a:lnTo>
                  <a:lnTo>
                    <a:pt x="1071247" y="1331752"/>
                  </a:lnTo>
                  <a:lnTo>
                    <a:pt x="1071254" y="1331729"/>
                  </a:lnTo>
                  <a:lnTo>
                    <a:pt x="1071258" y="1331720"/>
                  </a:lnTo>
                  <a:lnTo>
                    <a:pt x="1071265" y="1331702"/>
                  </a:lnTo>
                  <a:lnTo>
                    <a:pt x="1071268" y="1331693"/>
                  </a:lnTo>
                  <a:lnTo>
                    <a:pt x="1071271" y="1331675"/>
                  </a:lnTo>
                  <a:lnTo>
                    <a:pt x="1071271" y="1331657"/>
                  </a:lnTo>
                  <a:lnTo>
                    <a:pt x="1071271" y="1331651"/>
                  </a:lnTo>
                  <a:lnTo>
                    <a:pt x="1071271" y="1331635"/>
                  </a:lnTo>
                  <a:lnTo>
                    <a:pt x="1071270" y="1331618"/>
                  </a:lnTo>
                  <a:lnTo>
                    <a:pt x="1071269" y="1331602"/>
                  </a:lnTo>
                  <a:lnTo>
                    <a:pt x="1071268" y="1331596"/>
                  </a:lnTo>
                  <a:lnTo>
                    <a:pt x="1071268" y="1331568"/>
                  </a:lnTo>
                  <a:lnTo>
                    <a:pt x="1071267" y="1331552"/>
                  </a:lnTo>
                  <a:lnTo>
                    <a:pt x="1071267" y="1331545"/>
                  </a:lnTo>
                  <a:lnTo>
                    <a:pt x="1071268" y="1331532"/>
                  </a:lnTo>
                  <a:lnTo>
                    <a:pt x="1071271" y="1331506"/>
                  </a:lnTo>
                  <a:lnTo>
                    <a:pt x="1071274" y="1331481"/>
                  </a:lnTo>
                  <a:lnTo>
                    <a:pt x="1071273" y="1331461"/>
                  </a:lnTo>
                  <a:lnTo>
                    <a:pt x="1071272" y="1331446"/>
                  </a:lnTo>
                  <a:lnTo>
                    <a:pt x="1071269" y="1331437"/>
                  </a:lnTo>
                  <a:lnTo>
                    <a:pt x="1071264" y="1331428"/>
                  </a:lnTo>
                  <a:lnTo>
                    <a:pt x="1071249" y="1331413"/>
                  </a:lnTo>
                  <a:lnTo>
                    <a:pt x="1071233" y="1331400"/>
                  </a:lnTo>
                  <a:lnTo>
                    <a:pt x="1071216" y="1331389"/>
                  </a:lnTo>
                  <a:lnTo>
                    <a:pt x="1071207" y="1331384"/>
                  </a:lnTo>
                  <a:lnTo>
                    <a:pt x="1071192" y="1331380"/>
                  </a:lnTo>
                  <a:lnTo>
                    <a:pt x="1071186" y="1331380"/>
                  </a:lnTo>
                  <a:lnTo>
                    <a:pt x="1071168" y="1331376"/>
                  </a:lnTo>
                  <a:lnTo>
                    <a:pt x="1071152" y="1331372"/>
                  </a:lnTo>
                  <a:lnTo>
                    <a:pt x="1071143" y="1331370"/>
                  </a:lnTo>
                  <a:lnTo>
                    <a:pt x="1071129" y="1331369"/>
                  </a:lnTo>
                  <a:lnTo>
                    <a:pt x="1071120" y="1331363"/>
                  </a:lnTo>
                  <a:lnTo>
                    <a:pt x="1071108" y="1331346"/>
                  </a:lnTo>
                  <a:lnTo>
                    <a:pt x="1071103" y="1331333"/>
                  </a:lnTo>
                  <a:lnTo>
                    <a:pt x="1071099" y="1331325"/>
                  </a:lnTo>
                  <a:lnTo>
                    <a:pt x="1071091" y="1331306"/>
                  </a:lnTo>
                  <a:lnTo>
                    <a:pt x="1071087" y="1331293"/>
                  </a:lnTo>
                  <a:lnTo>
                    <a:pt x="1071085" y="1331280"/>
                  </a:lnTo>
                  <a:lnTo>
                    <a:pt x="1071081" y="1331257"/>
                  </a:lnTo>
                  <a:lnTo>
                    <a:pt x="1071082" y="1331238"/>
                  </a:lnTo>
                  <a:lnTo>
                    <a:pt x="1071082" y="1331229"/>
                  </a:lnTo>
                  <a:lnTo>
                    <a:pt x="1071086" y="1331221"/>
                  </a:lnTo>
                  <a:lnTo>
                    <a:pt x="1071091" y="1331214"/>
                  </a:lnTo>
                  <a:lnTo>
                    <a:pt x="1071096" y="1331208"/>
                  </a:lnTo>
                  <a:lnTo>
                    <a:pt x="1071111" y="1331184"/>
                  </a:lnTo>
                  <a:lnTo>
                    <a:pt x="1071117" y="1331170"/>
                  </a:lnTo>
                  <a:lnTo>
                    <a:pt x="1071118" y="1331153"/>
                  </a:lnTo>
                  <a:lnTo>
                    <a:pt x="1071117" y="1331142"/>
                  </a:lnTo>
                  <a:lnTo>
                    <a:pt x="1071110" y="1331128"/>
                  </a:lnTo>
                  <a:lnTo>
                    <a:pt x="1071102" y="1331118"/>
                  </a:lnTo>
                  <a:lnTo>
                    <a:pt x="1071090" y="1331106"/>
                  </a:lnTo>
                  <a:lnTo>
                    <a:pt x="1071073" y="1331097"/>
                  </a:lnTo>
                  <a:lnTo>
                    <a:pt x="1071054" y="1331085"/>
                  </a:lnTo>
                  <a:lnTo>
                    <a:pt x="1071043" y="1331078"/>
                  </a:lnTo>
                  <a:lnTo>
                    <a:pt x="1071036" y="1331069"/>
                  </a:lnTo>
                  <a:lnTo>
                    <a:pt x="1071028" y="1331056"/>
                  </a:lnTo>
                  <a:lnTo>
                    <a:pt x="1071022" y="1331041"/>
                  </a:lnTo>
                  <a:lnTo>
                    <a:pt x="1071015" y="1331021"/>
                  </a:lnTo>
                  <a:lnTo>
                    <a:pt x="1071009" y="1330994"/>
                  </a:lnTo>
                  <a:lnTo>
                    <a:pt x="1071009" y="1330981"/>
                  </a:lnTo>
                  <a:lnTo>
                    <a:pt x="1071010" y="1330968"/>
                  </a:lnTo>
                  <a:lnTo>
                    <a:pt x="1071021" y="1330950"/>
                  </a:lnTo>
                  <a:lnTo>
                    <a:pt x="1071038" y="1330922"/>
                  </a:lnTo>
                  <a:lnTo>
                    <a:pt x="1071044" y="1330909"/>
                  </a:lnTo>
                  <a:lnTo>
                    <a:pt x="1071043" y="1330893"/>
                  </a:lnTo>
                  <a:lnTo>
                    <a:pt x="1071039" y="1330882"/>
                  </a:lnTo>
                  <a:lnTo>
                    <a:pt x="1071026" y="1330865"/>
                  </a:lnTo>
                  <a:lnTo>
                    <a:pt x="1071004" y="1330847"/>
                  </a:lnTo>
                  <a:lnTo>
                    <a:pt x="1070993" y="1330837"/>
                  </a:lnTo>
                  <a:lnTo>
                    <a:pt x="1070986" y="1330827"/>
                  </a:lnTo>
                  <a:lnTo>
                    <a:pt x="1070983" y="1330819"/>
                  </a:lnTo>
                  <a:lnTo>
                    <a:pt x="1070972" y="1330799"/>
                  </a:lnTo>
                  <a:lnTo>
                    <a:pt x="1070966" y="1330789"/>
                  </a:lnTo>
                  <a:lnTo>
                    <a:pt x="1070964" y="1330775"/>
                  </a:lnTo>
                  <a:lnTo>
                    <a:pt x="1070959" y="1330765"/>
                  </a:lnTo>
                  <a:lnTo>
                    <a:pt x="1070952" y="1330752"/>
                  </a:lnTo>
                  <a:lnTo>
                    <a:pt x="1070932" y="1330721"/>
                  </a:lnTo>
                  <a:lnTo>
                    <a:pt x="1070918" y="1330702"/>
                  </a:lnTo>
                  <a:lnTo>
                    <a:pt x="1070905" y="1330685"/>
                  </a:lnTo>
                  <a:lnTo>
                    <a:pt x="1070893" y="1330671"/>
                  </a:lnTo>
                  <a:lnTo>
                    <a:pt x="1070876" y="1330648"/>
                  </a:lnTo>
                  <a:lnTo>
                    <a:pt x="1070855" y="1330622"/>
                  </a:lnTo>
                  <a:lnTo>
                    <a:pt x="1070840" y="1330606"/>
                  </a:lnTo>
                  <a:lnTo>
                    <a:pt x="1070831" y="1330592"/>
                  </a:lnTo>
                  <a:lnTo>
                    <a:pt x="1070817" y="1330570"/>
                  </a:lnTo>
                  <a:lnTo>
                    <a:pt x="1070807" y="1330548"/>
                  </a:lnTo>
                  <a:lnTo>
                    <a:pt x="1070801" y="1330534"/>
                  </a:lnTo>
                  <a:lnTo>
                    <a:pt x="1070797" y="1330519"/>
                  </a:lnTo>
                  <a:lnTo>
                    <a:pt x="1070797" y="1330487"/>
                  </a:lnTo>
                  <a:lnTo>
                    <a:pt x="1070796" y="1330470"/>
                  </a:lnTo>
                  <a:lnTo>
                    <a:pt x="1070790" y="1330446"/>
                  </a:lnTo>
                  <a:lnTo>
                    <a:pt x="1070784" y="1330426"/>
                  </a:lnTo>
                  <a:lnTo>
                    <a:pt x="1070776" y="1330405"/>
                  </a:lnTo>
                  <a:lnTo>
                    <a:pt x="1070771" y="1330394"/>
                  </a:lnTo>
                  <a:lnTo>
                    <a:pt x="1070763" y="1330373"/>
                  </a:lnTo>
                  <a:lnTo>
                    <a:pt x="1070755" y="1330354"/>
                  </a:lnTo>
                  <a:lnTo>
                    <a:pt x="1070753" y="1330342"/>
                  </a:lnTo>
                  <a:lnTo>
                    <a:pt x="1070757" y="1330333"/>
                  </a:lnTo>
                  <a:lnTo>
                    <a:pt x="1070760" y="1330326"/>
                  </a:lnTo>
                  <a:lnTo>
                    <a:pt x="1070768" y="1330317"/>
                  </a:lnTo>
                  <a:lnTo>
                    <a:pt x="1070789" y="1330300"/>
                  </a:lnTo>
                  <a:lnTo>
                    <a:pt x="1070797" y="1330292"/>
                  </a:lnTo>
                  <a:lnTo>
                    <a:pt x="1070813" y="1330275"/>
                  </a:lnTo>
                  <a:lnTo>
                    <a:pt x="1070828" y="1330251"/>
                  </a:lnTo>
                  <a:lnTo>
                    <a:pt x="1070842" y="1330242"/>
                  </a:lnTo>
                  <a:lnTo>
                    <a:pt x="1070849" y="1330242"/>
                  </a:lnTo>
                  <a:lnTo>
                    <a:pt x="1070858" y="1330242"/>
                  </a:lnTo>
                  <a:lnTo>
                    <a:pt x="1070876" y="1330243"/>
                  </a:lnTo>
                  <a:lnTo>
                    <a:pt x="1070892" y="1330242"/>
                  </a:lnTo>
                  <a:lnTo>
                    <a:pt x="1070907" y="1330241"/>
                  </a:lnTo>
                  <a:lnTo>
                    <a:pt x="1070925" y="1330239"/>
                  </a:lnTo>
                  <a:lnTo>
                    <a:pt x="1070940" y="1330235"/>
                  </a:lnTo>
                  <a:lnTo>
                    <a:pt x="1070948" y="1330232"/>
                  </a:lnTo>
                  <a:lnTo>
                    <a:pt x="1070957" y="1330227"/>
                  </a:lnTo>
                  <a:lnTo>
                    <a:pt x="1070966" y="1330220"/>
                  </a:lnTo>
                  <a:lnTo>
                    <a:pt x="1070975" y="1330212"/>
                  </a:lnTo>
                  <a:lnTo>
                    <a:pt x="1070984" y="1330202"/>
                  </a:lnTo>
                  <a:lnTo>
                    <a:pt x="1070993" y="1330190"/>
                  </a:lnTo>
                  <a:lnTo>
                    <a:pt x="1070999" y="1330181"/>
                  </a:lnTo>
                  <a:lnTo>
                    <a:pt x="1071001" y="1330177"/>
                  </a:lnTo>
                  <a:lnTo>
                    <a:pt x="1071007" y="1330164"/>
                  </a:lnTo>
                  <a:lnTo>
                    <a:pt x="1071016" y="1330153"/>
                  </a:lnTo>
                  <a:lnTo>
                    <a:pt x="1071018" y="1330148"/>
                  </a:lnTo>
                  <a:lnTo>
                    <a:pt x="1071029" y="1330131"/>
                  </a:lnTo>
                  <a:lnTo>
                    <a:pt x="1071039" y="1330114"/>
                  </a:lnTo>
                  <a:lnTo>
                    <a:pt x="1071047" y="1330097"/>
                  </a:lnTo>
                  <a:lnTo>
                    <a:pt x="1071051" y="1330089"/>
                  </a:lnTo>
                  <a:lnTo>
                    <a:pt x="1071057" y="1330081"/>
                  </a:lnTo>
                  <a:lnTo>
                    <a:pt x="1071066" y="1330071"/>
                  </a:lnTo>
                  <a:lnTo>
                    <a:pt x="1071076" y="1330065"/>
                  </a:lnTo>
                  <a:lnTo>
                    <a:pt x="1071102" y="1330049"/>
                  </a:lnTo>
                  <a:lnTo>
                    <a:pt x="1071120" y="1330039"/>
                  </a:lnTo>
                  <a:lnTo>
                    <a:pt x="1071130" y="1330031"/>
                  </a:lnTo>
                  <a:lnTo>
                    <a:pt x="1071140" y="1330021"/>
                  </a:lnTo>
                  <a:lnTo>
                    <a:pt x="1071144" y="1330011"/>
                  </a:lnTo>
                  <a:lnTo>
                    <a:pt x="1071150" y="1329998"/>
                  </a:lnTo>
                  <a:lnTo>
                    <a:pt x="1071154" y="1329961"/>
                  </a:lnTo>
                  <a:lnTo>
                    <a:pt x="1071155" y="1329954"/>
                  </a:lnTo>
                  <a:lnTo>
                    <a:pt x="1071162" y="1329914"/>
                  </a:lnTo>
                  <a:lnTo>
                    <a:pt x="1071167" y="1329898"/>
                  </a:lnTo>
                  <a:lnTo>
                    <a:pt x="1071173" y="1329882"/>
                  </a:lnTo>
                  <a:lnTo>
                    <a:pt x="1071185" y="1329867"/>
                  </a:lnTo>
                  <a:lnTo>
                    <a:pt x="1071201" y="1329844"/>
                  </a:lnTo>
                  <a:lnTo>
                    <a:pt x="1071219" y="1329822"/>
                  </a:lnTo>
                  <a:lnTo>
                    <a:pt x="1071225" y="1329811"/>
                  </a:lnTo>
                  <a:lnTo>
                    <a:pt x="1071231" y="1329799"/>
                  </a:lnTo>
                  <a:lnTo>
                    <a:pt x="1071233" y="1329787"/>
                  </a:lnTo>
                  <a:lnTo>
                    <a:pt x="1071233" y="1329775"/>
                  </a:lnTo>
                  <a:lnTo>
                    <a:pt x="1071232" y="1329758"/>
                  </a:lnTo>
                  <a:lnTo>
                    <a:pt x="1071228" y="1329739"/>
                  </a:lnTo>
                  <a:lnTo>
                    <a:pt x="1071218" y="1329708"/>
                  </a:lnTo>
                  <a:lnTo>
                    <a:pt x="1071214" y="1329686"/>
                  </a:lnTo>
                  <a:lnTo>
                    <a:pt x="1071212" y="1329667"/>
                  </a:lnTo>
                  <a:lnTo>
                    <a:pt x="1071212" y="1329650"/>
                  </a:lnTo>
                  <a:lnTo>
                    <a:pt x="1071216" y="1329634"/>
                  </a:lnTo>
                  <a:lnTo>
                    <a:pt x="1071223" y="1329604"/>
                  </a:lnTo>
                  <a:lnTo>
                    <a:pt x="1071227" y="1329585"/>
                  </a:lnTo>
                  <a:lnTo>
                    <a:pt x="1071231" y="1329572"/>
                  </a:lnTo>
                  <a:lnTo>
                    <a:pt x="1071235" y="1329563"/>
                  </a:lnTo>
                  <a:lnTo>
                    <a:pt x="1071239" y="1329551"/>
                  </a:lnTo>
                  <a:lnTo>
                    <a:pt x="1071258" y="1329512"/>
                  </a:lnTo>
                  <a:lnTo>
                    <a:pt x="1071262" y="1329502"/>
                  </a:lnTo>
                  <a:lnTo>
                    <a:pt x="1071263" y="1329488"/>
                  </a:lnTo>
                  <a:lnTo>
                    <a:pt x="1071264" y="1329477"/>
                  </a:lnTo>
                  <a:lnTo>
                    <a:pt x="1071261" y="1329465"/>
                  </a:lnTo>
                  <a:lnTo>
                    <a:pt x="1071256" y="1329452"/>
                  </a:lnTo>
                  <a:lnTo>
                    <a:pt x="1071240" y="1329424"/>
                  </a:lnTo>
                  <a:lnTo>
                    <a:pt x="1071217" y="1329382"/>
                  </a:lnTo>
                  <a:lnTo>
                    <a:pt x="1071196" y="1329345"/>
                  </a:lnTo>
                  <a:lnTo>
                    <a:pt x="1071178" y="1329313"/>
                  </a:lnTo>
                  <a:lnTo>
                    <a:pt x="1071172" y="1329301"/>
                  </a:lnTo>
                  <a:lnTo>
                    <a:pt x="1071166" y="1329295"/>
                  </a:lnTo>
                  <a:lnTo>
                    <a:pt x="1071152" y="1329285"/>
                  </a:lnTo>
                  <a:lnTo>
                    <a:pt x="1071141" y="1329275"/>
                  </a:lnTo>
                  <a:lnTo>
                    <a:pt x="1071136" y="1329263"/>
                  </a:lnTo>
                  <a:lnTo>
                    <a:pt x="1071132" y="1329253"/>
                  </a:lnTo>
                  <a:lnTo>
                    <a:pt x="1071133" y="1329232"/>
                  </a:lnTo>
                  <a:lnTo>
                    <a:pt x="1071135" y="1329212"/>
                  </a:lnTo>
                  <a:lnTo>
                    <a:pt x="1071137" y="1329205"/>
                  </a:lnTo>
                  <a:lnTo>
                    <a:pt x="1071141" y="1329202"/>
                  </a:lnTo>
                  <a:lnTo>
                    <a:pt x="1071147" y="1329200"/>
                  </a:lnTo>
                  <a:lnTo>
                    <a:pt x="1071153" y="1329200"/>
                  </a:lnTo>
                  <a:lnTo>
                    <a:pt x="1071162" y="1329200"/>
                  </a:lnTo>
                  <a:lnTo>
                    <a:pt x="1071174" y="1329200"/>
                  </a:lnTo>
                  <a:lnTo>
                    <a:pt x="1071191" y="1329204"/>
                  </a:lnTo>
                  <a:lnTo>
                    <a:pt x="1071211" y="1329196"/>
                  </a:lnTo>
                  <a:lnTo>
                    <a:pt x="1071232" y="1329191"/>
                  </a:lnTo>
                  <a:lnTo>
                    <a:pt x="1071253" y="1329182"/>
                  </a:lnTo>
                  <a:lnTo>
                    <a:pt x="1071261" y="1329176"/>
                  </a:lnTo>
                  <a:lnTo>
                    <a:pt x="1071278" y="1329165"/>
                  </a:lnTo>
                  <a:lnTo>
                    <a:pt x="1071294" y="1329157"/>
                  </a:lnTo>
                  <a:lnTo>
                    <a:pt x="1071311" y="1329153"/>
                  </a:lnTo>
                  <a:lnTo>
                    <a:pt x="1071327" y="1329151"/>
                  </a:lnTo>
                  <a:lnTo>
                    <a:pt x="1071334" y="1329153"/>
                  </a:lnTo>
                  <a:lnTo>
                    <a:pt x="1071339" y="1329162"/>
                  </a:lnTo>
                  <a:lnTo>
                    <a:pt x="1071340" y="1329167"/>
                  </a:lnTo>
                  <a:lnTo>
                    <a:pt x="1071339" y="1329179"/>
                  </a:lnTo>
                  <a:lnTo>
                    <a:pt x="1071345" y="1329195"/>
                  </a:lnTo>
                  <a:lnTo>
                    <a:pt x="1071347" y="1329201"/>
                  </a:lnTo>
                  <a:lnTo>
                    <a:pt x="1071352" y="1329205"/>
                  </a:lnTo>
                  <a:lnTo>
                    <a:pt x="1071358" y="1329208"/>
                  </a:lnTo>
                  <a:lnTo>
                    <a:pt x="1071374" y="1329214"/>
                  </a:lnTo>
                  <a:lnTo>
                    <a:pt x="1071391" y="1329220"/>
                  </a:lnTo>
                  <a:lnTo>
                    <a:pt x="1071407" y="1329225"/>
                  </a:lnTo>
                  <a:lnTo>
                    <a:pt x="1071424" y="1329228"/>
                  </a:lnTo>
                  <a:lnTo>
                    <a:pt x="1071440" y="1329235"/>
                  </a:lnTo>
                  <a:lnTo>
                    <a:pt x="1071456" y="1329241"/>
                  </a:lnTo>
                  <a:lnTo>
                    <a:pt x="1071472" y="1329251"/>
                  </a:lnTo>
                  <a:lnTo>
                    <a:pt x="1071488" y="1329265"/>
                  </a:lnTo>
                  <a:lnTo>
                    <a:pt x="1071503" y="1329278"/>
                  </a:lnTo>
                  <a:lnTo>
                    <a:pt x="1071517" y="1329292"/>
                  </a:lnTo>
                  <a:lnTo>
                    <a:pt x="1071531" y="1329308"/>
                  </a:lnTo>
                  <a:lnTo>
                    <a:pt x="1071545" y="1329322"/>
                  </a:lnTo>
                  <a:lnTo>
                    <a:pt x="1071557" y="1329339"/>
                  </a:lnTo>
                  <a:lnTo>
                    <a:pt x="1071571" y="1329353"/>
                  </a:lnTo>
                  <a:lnTo>
                    <a:pt x="1071582" y="1329362"/>
                  </a:lnTo>
                  <a:lnTo>
                    <a:pt x="1071600" y="1329381"/>
                  </a:lnTo>
                  <a:lnTo>
                    <a:pt x="1071609" y="1329396"/>
                  </a:lnTo>
                  <a:lnTo>
                    <a:pt x="1071617" y="1329409"/>
                  </a:lnTo>
                  <a:lnTo>
                    <a:pt x="1071628" y="1329420"/>
                  </a:lnTo>
                  <a:lnTo>
                    <a:pt x="1071642" y="1329433"/>
                  </a:lnTo>
                  <a:lnTo>
                    <a:pt x="1071658" y="1329448"/>
                  </a:lnTo>
                  <a:lnTo>
                    <a:pt x="1071674" y="1329460"/>
                  </a:lnTo>
                  <a:lnTo>
                    <a:pt x="1071690" y="1329472"/>
                  </a:lnTo>
                  <a:lnTo>
                    <a:pt x="1071706" y="1329485"/>
                  </a:lnTo>
                  <a:lnTo>
                    <a:pt x="1071722" y="1329501"/>
                  </a:lnTo>
                  <a:lnTo>
                    <a:pt x="1071738" y="1329515"/>
                  </a:lnTo>
                  <a:lnTo>
                    <a:pt x="1071754" y="1329528"/>
                  </a:lnTo>
                  <a:lnTo>
                    <a:pt x="1071769" y="1329541"/>
                  </a:lnTo>
                  <a:lnTo>
                    <a:pt x="1071786" y="1329554"/>
                  </a:lnTo>
                  <a:lnTo>
                    <a:pt x="1071802" y="1329567"/>
                  </a:lnTo>
                  <a:lnTo>
                    <a:pt x="1071816" y="1329579"/>
                  </a:lnTo>
                  <a:lnTo>
                    <a:pt x="1071831" y="1329591"/>
                  </a:lnTo>
                  <a:lnTo>
                    <a:pt x="1071847" y="1329602"/>
                  </a:lnTo>
                  <a:lnTo>
                    <a:pt x="1071864" y="1329615"/>
                  </a:lnTo>
                  <a:lnTo>
                    <a:pt x="1071880" y="1329625"/>
                  </a:lnTo>
                  <a:lnTo>
                    <a:pt x="1071929" y="1329651"/>
                  </a:lnTo>
                  <a:lnTo>
                    <a:pt x="1071940" y="1329661"/>
                  </a:lnTo>
                  <a:lnTo>
                    <a:pt x="1071954" y="1329676"/>
                  </a:lnTo>
                  <a:lnTo>
                    <a:pt x="1071966" y="1329692"/>
                  </a:lnTo>
                  <a:lnTo>
                    <a:pt x="1071978" y="1329709"/>
                  </a:lnTo>
                  <a:lnTo>
                    <a:pt x="1071988" y="1329725"/>
                  </a:lnTo>
                  <a:lnTo>
                    <a:pt x="1071992" y="1329730"/>
                  </a:lnTo>
                  <a:lnTo>
                    <a:pt x="1071999" y="1329742"/>
                  </a:lnTo>
                  <a:lnTo>
                    <a:pt x="1072010" y="1329759"/>
                  </a:lnTo>
                  <a:lnTo>
                    <a:pt x="1072014" y="1329766"/>
                  </a:lnTo>
                  <a:lnTo>
                    <a:pt x="1072020" y="1329802"/>
                  </a:lnTo>
                  <a:lnTo>
                    <a:pt x="1072047" y="1329795"/>
                  </a:lnTo>
                  <a:lnTo>
                    <a:pt x="1072159" y="1329724"/>
                  </a:lnTo>
                  <a:lnTo>
                    <a:pt x="1072176" y="1329712"/>
                  </a:lnTo>
                  <a:lnTo>
                    <a:pt x="1072183" y="1329706"/>
                  </a:lnTo>
                  <a:lnTo>
                    <a:pt x="1072192" y="1329703"/>
                  </a:lnTo>
                  <a:lnTo>
                    <a:pt x="1072208" y="1329699"/>
                  </a:lnTo>
                  <a:lnTo>
                    <a:pt x="1072224" y="1329698"/>
                  </a:lnTo>
                  <a:lnTo>
                    <a:pt x="1072241" y="1329697"/>
                  </a:lnTo>
                  <a:lnTo>
                    <a:pt x="1072258" y="1329696"/>
                  </a:lnTo>
                  <a:lnTo>
                    <a:pt x="1072273" y="1329696"/>
                  </a:lnTo>
                  <a:lnTo>
                    <a:pt x="1072282" y="1329696"/>
                  </a:lnTo>
                  <a:lnTo>
                    <a:pt x="1072288" y="1329696"/>
                  </a:lnTo>
                  <a:lnTo>
                    <a:pt x="1072296" y="1329693"/>
                  </a:lnTo>
                  <a:lnTo>
                    <a:pt x="1072306" y="1329690"/>
                  </a:lnTo>
                  <a:lnTo>
                    <a:pt x="1072322" y="1329688"/>
                  </a:lnTo>
                  <a:lnTo>
                    <a:pt x="1072338" y="1329689"/>
                  </a:lnTo>
                  <a:lnTo>
                    <a:pt x="1072357" y="1329689"/>
                  </a:lnTo>
                  <a:lnTo>
                    <a:pt x="1072367" y="1329683"/>
                  </a:lnTo>
                  <a:lnTo>
                    <a:pt x="1072369" y="1329679"/>
                  </a:lnTo>
                  <a:lnTo>
                    <a:pt x="1072372" y="1329662"/>
                  </a:lnTo>
                  <a:lnTo>
                    <a:pt x="1072375" y="1329645"/>
                  </a:lnTo>
                  <a:lnTo>
                    <a:pt x="1072378" y="1329637"/>
                  </a:lnTo>
                  <a:lnTo>
                    <a:pt x="1072381" y="1329629"/>
                  </a:lnTo>
                  <a:lnTo>
                    <a:pt x="1072385" y="1329620"/>
                  </a:lnTo>
                  <a:lnTo>
                    <a:pt x="1072391" y="1329612"/>
                  </a:lnTo>
                  <a:lnTo>
                    <a:pt x="1072402" y="1329595"/>
                  </a:lnTo>
                  <a:lnTo>
                    <a:pt x="1072414" y="1329579"/>
                  </a:lnTo>
                  <a:lnTo>
                    <a:pt x="1072425" y="1329562"/>
                  </a:lnTo>
                  <a:lnTo>
                    <a:pt x="1072433" y="1329546"/>
                  </a:lnTo>
                  <a:lnTo>
                    <a:pt x="1072435" y="1329539"/>
                  </a:lnTo>
                  <a:lnTo>
                    <a:pt x="1072442" y="1329529"/>
                  </a:lnTo>
                  <a:lnTo>
                    <a:pt x="1072453" y="1329512"/>
                  </a:lnTo>
                  <a:lnTo>
                    <a:pt x="1072463" y="1329495"/>
                  </a:lnTo>
                  <a:lnTo>
                    <a:pt x="1072474" y="1329478"/>
                  </a:lnTo>
                  <a:lnTo>
                    <a:pt x="1072482" y="1329462"/>
                  </a:lnTo>
                  <a:lnTo>
                    <a:pt x="1072491" y="1329445"/>
                  </a:lnTo>
                  <a:lnTo>
                    <a:pt x="1072501" y="1329428"/>
                  </a:lnTo>
                  <a:lnTo>
                    <a:pt x="1072510" y="1329412"/>
                  </a:lnTo>
                  <a:lnTo>
                    <a:pt x="1072521" y="1329395"/>
                  </a:lnTo>
                  <a:lnTo>
                    <a:pt x="1072554" y="1329340"/>
                  </a:lnTo>
                  <a:lnTo>
                    <a:pt x="1072562" y="1329332"/>
                  </a:lnTo>
                  <a:lnTo>
                    <a:pt x="1072576" y="1329321"/>
                  </a:lnTo>
                  <a:lnTo>
                    <a:pt x="1072592" y="1329316"/>
                  </a:lnTo>
                  <a:lnTo>
                    <a:pt x="1072609" y="1329313"/>
                  </a:lnTo>
                  <a:lnTo>
                    <a:pt x="1072625" y="1329308"/>
                  </a:lnTo>
                  <a:lnTo>
                    <a:pt x="1072641" y="1329305"/>
                  </a:lnTo>
                  <a:lnTo>
                    <a:pt x="1072657" y="1329301"/>
                  </a:lnTo>
                  <a:lnTo>
                    <a:pt x="1072673" y="1329299"/>
                  </a:lnTo>
                  <a:lnTo>
                    <a:pt x="1072690" y="1329298"/>
                  </a:lnTo>
                  <a:lnTo>
                    <a:pt x="1072706" y="1329297"/>
                  </a:lnTo>
                  <a:lnTo>
                    <a:pt x="1072722" y="1329296"/>
                  </a:lnTo>
                  <a:lnTo>
                    <a:pt x="1072739" y="1329294"/>
                  </a:lnTo>
                  <a:lnTo>
                    <a:pt x="1072755" y="1329294"/>
                  </a:lnTo>
                  <a:lnTo>
                    <a:pt x="1072771" y="1329294"/>
                  </a:lnTo>
                  <a:lnTo>
                    <a:pt x="1072787" y="1329292"/>
                  </a:lnTo>
                  <a:lnTo>
                    <a:pt x="1072804" y="1329285"/>
                  </a:lnTo>
                  <a:lnTo>
                    <a:pt x="1072820" y="1329280"/>
                  </a:lnTo>
                  <a:lnTo>
                    <a:pt x="1072836" y="1329277"/>
                  </a:lnTo>
                  <a:lnTo>
                    <a:pt x="1072852" y="1329277"/>
                  </a:lnTo>
                  <a:lnTo>
                    <a:pt x="1072869" y="1329279"/>
                  </a:lnTo>
                  <a:lnTo>
                    <a:pt x="1072885" y="1329279"/>
                  </a:lnTo>
                  <a:lnTo>
                    <a:pt x="1072894" y="1329277"/>
                  </a:lnTo>
                  <a:lnTo>
                    <a:pt x="1072901" y="1329274"/>
                  </a:lnTo>
                  <a:lnTo>
                    <a:pt x="1072918" y="1329262"/>
                  </a:lnTo>
                  <a:lnTo>
                    <a:pt x="1072932" y="1329247"/>
                  </a:lnTo>
                  <a:lnTo>
                    <a:pt x="1072938" y="1329238"/>
                  </a:lnTo>
                  <a:lnTo>
                    <a:pt x="1072946" y="1329233"/>
                  </a:lnTo>
                  <a:lnTo>
                    <a:pt x="1072962" y="1329219"/>
                  </a:lnTo>
                  <a:lnTo>
                    <a:pt x="1072978" y="1329209"/>
                  </a:lnTo>
                  <a:lnTo>
                    <a:pt x="1072983" y="1329203"/>
                  </a:lnTo>
                  <a:lnTo>
                    <a:pt x="1072984" y="1329192"/>
                  </a:lnTo>
                  <a:lnTo>
                    <a:pt x="1072982" y="1329186"/>
                  </a:lnTo>
                  <a:lnTo>
                    <a:pt x="1072982" y="1329176"/>
                  </a:lnTo>
                  <a:lnTo>
                    <a:pt x="1072980" y="1329159"/>
                  </a:lnTo>
                  <a:lnTo>
                    <a:pt x="1072982" y="1329143"/>
                  </a:lnTo>
                  <a:lnTo>
                    <a:pt x="1072986" y="1329126"/>
                  </a:lnTo>
                  <a:lnTo>
                    <a:pt x="1072988" y="1329109"/>
                  </a:lnTo>
                  <a:lnTo>
                    <a:pt x="1072992" y="1329093"/>
                  </a:lnTo>
                  <a:lnTo>
                    <a:pt x="1072993" y="1329076"/>
                  </a:lnTo>
                  <a:lnTo>
                    <a:pt x="1072994" y="1329059"/>
                  </a:lnTo>
                  <a:lnTo>
                    <a:pt x="1072998" y="1329042"/>
                  </a:lnTo>
                  <a:lnTo>
                    <a:pt x="1072999" y="1329037"/>
                  </a:lnTo>
                  <a:lnTo>
                    <a:pt x="1073006" y="1329026"/>
                  </a:lnTo>
                  <a:lnTo>
                    <a:pt x="1073012" y="1329020"/>
                  </a:lnTo>
                  <a:lnTo>
                    <a:pt x="1073016" y="1329017"/>
                  </a:lnTo>
                  <a:lnTo>
                    <a:pt x="1073030" y="1329012"/>
                  </a:lnTo>
                  <a:lnTo>
                    <a:pt x="1073038" y="1329008"/>
                  </a:lnTo>
                  <a:lnTo>
                    <a:pt x="1073054" y="1329000"/>
                  </a:lnTo>
                  <a:lnTo>
                    <a:pt x="1073071" y="1328991"/>
                  </a:lnTo>
                  <a:lnTo>
                    <a:pt x="1073087" y="1328979"/>
                  </a:lnTo>
                  <a:lnTo>
                    <a:pt x="1073103" y="1328968"/>
                  </a:lnTo>
                  <a:lnTo>
                    <a:pt x="1073113" y="1328960"/>
                  </a:lnTo>
                  <a:lnTo>
                    <a:pt x="1073120" y="1328954"/>
                  </a:lnTo>
                  <a:lnTo>
                    <a:pt x="1073126" y="1328951"/>
                  </a:lnTo>
                  <a:lnTo>
                    <a:pt x="1073135" y="1328947"/>
                  </a:lnTo>
                  <a:lnTo>
                    <a:pt x="1073151" y="1328936"/>
                  </a:lnTo>
                  <a:lnTo>
                    <a:pt x="1073167" y="1328928"/>
                  </a:lnTo>
                  <a:lnTo>
                    <a:pt x="1073182" y="1328919"/>
                  </a:lnTo>
                  <a:lnTo>
                    <a:pt x="1073190" y="1328913"/>
                  </a:lnTo>
                  <a:lnTo>
                    <a:pt x="1073196" y="1328911"/>
                  </a:lnTo>
                  <a:lnTo>
                    <a:pt x="1073201" y="1328907"/>
                  </a:lnTo>
                  <a:lnTo>
                    <a:pt x="1073215" y="1328903"/>
                  </a:lnTo>
                  <a:lnTo>
                    <a:pt x="1073219" y="1328902"/>
                  </a:lnTo>
                  <a:lnTo>
                    <a:pt x="1073231" y="1328905"/>
                  </a:lnTo>
                  <a:lnTo>
                    <a:pt x="1073248" y="1328909"/>
                  </a:lnTo>
                  <a:lnTo>
                    <a:pt x="1073264" y="1328913"/>
                  </a:lnTo>
                  <a:lnTo>
                    <a:pt x="1073280" y="1328917"/>
                  </a:lnTo>
                  <a:lnTo>
                    <a:pt x="1073296" y="1328925"/>
                  </a:lnTo>
                  <a:lnTo>
                    <a:pt x="1073313" y="1328932"/>
                  </a:lnTo>
                  <a:lnTo>
                    <a:pt x="1073329" y="1328939"/>
                  </a:lnTo>
                  <a:lnTo>
                    <a:pt x="1073345" y="1328948"/>
                  </a:lnTo>
                  <a:lnTo>
                    <a:pt x="1073379" y="1328978"/>
                  </a:lnTo>
                  <a:lnTo>
                    <a:pt x="1073405" y="1328990"/>
                  </a:lnTo>
                  <a:lnTo>
                    <a:pt x="1073433" y="1329003"/>
                  </a:lnTo>
                  <a:lnTo>
                    <a:pt x="1073459" y="1329011"/>
                  </a:lnTo>
                  <a:lnTo>
                    <a:pt x="1073479" y="1329011"/>
                  </a:lnTo>
                  <a:lnTo>
                    <a:pt x="1073517" y="1329008"/>
                  </a:lnTo>
                  <a:lnTo>
                    <a:pt x="1073533" y="1329008"/>
                  </a:lnTo>
                  <a:lnTo>
                    <a:pt x="1073551" y="1329011"/>
                  </a:lnTo>
                  <a:lnTo>
                    <a:pt x="1073566" y="1329019"/>
                  </a:lnTo>
                  <a:lnTo>
                    <a:pt x="1073582" y="1329032"/>
                  </a:lnTo>
                  <a:lnTo>
                    <a:pt x="1073598" y="1329045"/>
                  </a:lnTo>
                  <a:lnTo>
                    <a:pt x="1073609" y="1329054"/>
                  </a:lnTo>
                  <a:lnTo>
                    <a:pt x="1073614" y="1329058"/>
                  </a:lnTo>
                  <a:lnTo>
                    <a:pt x="1073618" y="1329063"/>
                  </a:lnTo>
                  <a:lnTo>
                    <a:pt x="1073626" y="1329067"/>
                  </a:lnTo>
                  <a:lnTo>
                    <a:pt x="1073638" y="1329072"/>
                  </a:lnTo>
                  <a:lnTo>
                    <a:pt x="1073648" y="1329074"/>
                  </a:lnTo>
                  <a:lnTo>
                    <a:pt x="1073663" y="1329073"/>
                  </a:lnTo>
                  <a:lnTo>
                    <a:pt x="1073680" y="1329067"/>
                  </a:lnTo>
                  <a:lnTo>
                    <a:pt x="1073696" y="1329057"/>
                  </a:lnTo>
                  <a:lnTo>
                    <a:pt x="1073712" y="1329047"/>
                  </a:lnTo>
                  <a:lnTo>
                    <a:pt x="1073729" y="1329039"/>
                  </a:lnTo>
                  <a:lnTo>
                    <a:pt x="1073741" y="1329034"/>
                  </a:lnTo>
                  <a:lnTo>
                    <a:pt x="1073756" y="1329031"/>
                  </a:lnTo>
                  <a:lnTo>
                    <a:pt x="1073761" y="1329031"/>
                  </a:lnTo>
                  <a:lnTo>
                    <a:pt x="1073777" y="1329039"/>
                  </a:lnTo>
                  <a:lnTo>
                    <a:pt x="1073793" y="1329045"/>
                  </a:lnTo>
                  <a:lnTo>
                    <a:pt x="1073810" y="1329048"/>
                  </a:lnTo>
                  <a:lnTo>
                    <a:pt x="1073826" y="1329051"/>
                  </a:lnTo>
                  <a:lnTo>
                    <a:pt x="1073843" y="1329052"/>
                  </a:lnTo>
                  <a:lnTo>
                    <a:pt x="1073859" y="1329056"/>
                  </a:lnTo>
                  <a:lnTo>
                    <a:pt x="1073875" y="1329061"/>
                  </a:lnTo>
                  <a:lnTo>
                    <a:pt x="1073891" y="1329070"/>
                  </a:lnTo>
                  <a:lnTo>
                    <a:pt x="1073908" y="1329081"/>
                  </a:lnTo>
                  <a:lnTo>
                    <a:pt x="1073924" y="1329092"/>
                  </a:lnTo>
                  <a:lnTo>
                    <a:pt x="1073940" y="1329105"/>
                  </a:lnTo>
                  <a:lnTo>
                    <a:pt x="1073956" y="1329120"/>
                  </a:lnTo>
                  <a:lnTo>
                    <a:pt x="1073973" y="1329129"/>
                  </a:lnTo>
                  <a:lnTo>
                    <a:pt x="1073989" y="1329137"/>
                  </a:lnTo>
                  <a:lnTo>
                    <a:pt x="1074009" y="1329148"/>
                  </a:lnTo>
                  <a:lnTo>
                    <a:pt x="1074016" y="1329152"/>
                  </a:lnTo>
                  <a:lnTo>
                    <a:pt x="1074025" y="1329155"/>
                  </a:lnTo>
                  <a:lnTo>
                    <a:pt x="1074038" y="1329155"/>
                  </a:lnTo>
                  <a:lnTo>
                    <a:pt x="1074054" y="1329153"/>
                  </a:lnTo>
                  <a:lnTo>
                    <a:pt x="1074060" y="1329151"/>
                  </a:lnTo>
                  <a:lnTo>
                    <a:pt x="1074064" y="1329150"/>
                  </a:lnTo>
                  <a:lnTo>
                    <a:pt x="1074074" y="1329151"/>
                  </a:lnTo>
                  <a:lnTo>
                    <a:pt x="1074087" y="1329157"/>
                  </a:lnTo>
                  <a:lnTo>
                    <a:pt x="1074103" y="1329164"/>
                  </a:lnTo>
                  <a:lnTo>
                    <a:pt x="1074119" y="1329174"/>
                  </a:lnTo>
                  <a:lnTo>
                    <a:pt x="1074136" y="1329186"/>
                  </a:lnTo>
                  <a:lnTo>
                    <a:pt x="1074152" y="1329199"/>
                  </a:lnTo>
                  <a:lnTo>
                    <a:pt x="1074166" y="1329213"/>
                  </a:lnTo>
                  <a:lnTo>
                    <a:pt x="1074183" y="1329223"/>
                  </a:lnTo>
                  <a:lnTo>
                    <a:pt x="1074199" y="1329231"/>
                  </a:lnTo>
                  <a:lnTo>
                    <a:pt x="1074215" y="1329241"/>
                  </a:lnTo>
                  <a:lnTo>
                    <a:pt x="1074221" y="1329245"/>
                  </a:lnTo>
                  <a:lnTo>
                    <a:pt x="1074231" y="1329254"/>
                  </a:lnTo>
                  <a:lnTo>
                    <a:pt x="1074235" y="1329257"/>
                  </a:lnTo>
                  <a:lnTo>
                    <a:pt x="1074239" y="1329262"/>
                  </a:lnTo>
                  <a:lnTo>
                    <a:pt x="1074241" y="1329270"/>
                  </a:lnTo>
                  <a:lnTo>
                    <a:pt x="1074247" y="1329287"/>
                  </a:lnTo>
                  <a:lnTo>
                    <a:pt x="1074247" y="1329293"/>
                  </a:lnTo>
                  <a:lnTo>
                    <a:pt x="1074250" y="1329304"/>
                  </a:lnTo>
                  <a:lnTo>
                    <a:pt x="1074252" y="1329311"/>
                  </a:lnTo>
                  <a:lnTo>
                    <a:pt x="1074258" y="1329320"/>
                  </a:lnTo>
                  <a:lnTo>
                    <a:pt x="1074266" y="1329337"/>
                  </a:lnTo>
                  <a:lnTo>
                    <a:pt x="1074267" y="1329342"/>
                  </a:lnTo>
                  <a:lnTo>
                    <a:pt x="1074274" y="1329353"/>
                  </a:lnTo>
                  <a:lnTo>
                    <a:pt x="1074286" y="1329370"/>
                  </a:lnTo>
                  <a:lnTo>
                    <a:pt x="1074294" y="1329387"/>
                  </a:lnTo>
                  <a:lnTo>
                    <a:pt x="1074302" y="1329404"/>
                  </a:lnTo>
                  <a:lnTo>
                    <a:pt x="1074310" y="1329420"/>
                  </a:lnTo>
                  <a:lnTo>
                    <a:pt x="1074316" y="1329427"/>
                  </a:lnTo>
                  <a:lnTo>
                    <a:pt x="1074323" y="1329436"/>
                  </a:lnTo>
                  <a:lnTo>
                    <a:pt x="1074330" y="1329444"/>
                  </a:lnTo>
                  <a:lnTo>
                    <a:pt x="1074336" y="1329451"/>
                  </a:lnTo>
                  <a:lnTo>
                    <a:pt x="1074352" y="1329462"/>
                  </a:lnTo>
                  <a:lnTo>
                    <a:pt x="1074368" y="1329474"/>
                  </a:lnTo>
                  <a:lnTo>
                    <a:pt x="1074384" y="1329487"/>
                  </a:lnTo>
                  <a:lnTo>
                    <a:pt x="1074400" y="1329501"/>
                  </a:lnTo>
                  <a:lnTo>
                    <a:pt x="1074416" y="1329515"/>
                  </a:lnTo>
                  <a:lnTo>
                    <a:pt x="1074433" y="1329531"/>
                  </a:lnTo>
                  <a:lnTo>
                    <a:pt x="1074448" y="1329546"/>
                  </a:lnTo>
                  <a:lnTo>
                    <a:pt x="1074464" y="1329559"/>
                  </a:lnTo>
                  <a:lnTo>
                    <a:pt x="1074470" y="1329563"/>
                  </a:lnTo>
                  <a:lnTo>
                    <a:pt x="1074476" y="1329574"/>
                  </a:lnTo>
                  <a:lnTo>
                    <a:pt x="1074482" y="1329591"/>
                  </a:lnTo>
                  <a:lnTo>
                    <a:pt x="1074489" y="1329607"/>
                  </a:lnTo>
                  <a:lnTo>
                    <a:pt x="1074503" y="1329624"/>
                  </a:lnTo>
                  <a:lnTo>
                    <a:pt x="1074515" y="1329638"/>
                  </a:lnTo>
                  <a:lnTo>
                    <a:pt x="1074518" y="1329642"/>
                  </a:lnTo>
                  <a:lnTo>
                    <a:pt x="1074523" y="1329657"/>
                  </a:lnTo>
                  <a:lnTo>
                    <a:pt x="1074525" y="1329669"/>
                  </a:lnTo>
                  <a:lnTo>
                    <a:pt x="1074528" y="1329674"/>
                  </a:lnTo>
                  <a:lnTo>
                    <a:pt x="1074531" y="1329680"/>
                  </a:lnTo>
                  <a:lnTo>
                    <a:pt x="1074540" y="1329690"/>
                  </a:lnTo>
                  <a:lnTo>
                    <a:pt x="1074552" y="1329707"/>
                  </a:lnTo>
                  <a:lnTo>
                    <a:pt x="1074555" y="1329714"/>
                  </a:lnTo>
                  <a:lnTo>
                    <a:pt x="1074554" y="1329726"/>
                  </a:lnTo>
                  <a:lnTo>
                    <a:pt x="1074547" y="1329742"/>
                  </a:lnTo>
                  <a:lnTo>
                    <a:pt x="1074538" y="1329756"/>
                  </a:lnTo>
                  <a:lnTo>
                    <a:pt x="1074527" y="1329774"/>
                  </a:lnTo>
                  <a:lnTo>
                    <a:pt x="1074519" y="1329797"/>
                  </a:lnTo>
                  <a:lnTo>
                    <a:pt x="1074518" y="1329806"/>
                  </a:lnTo>
                  <a:lnTo>
                    <a:pt x="1074516" y="1329814"/>
                  </a:lnTo>
                  <a:lnTo>
                    <a:pt x="1074515" y="1329828"/>
                  </a:lnTo>
                  <a:lnTo>
                    <a:pt x="1074517" y="1329840"/>
                  </a:lnTo>
                  <a:lnTo>
                    <a:pt x="1074519" y="1329856"/>
                  </a:lnTo>
                  <a:lnTo>
                    <a:pt x="1074522" y="1329873"/>
                  </a:lnTo>
                  <a:lnTo>
                    <a:pt x="1074524" y="1329890"/>
                  </a:lnTo>
                  <a:lnTo>
                    <a:pt x="1074528" y="1329906"/>
                  </a:lnTo>
                  <a:lnTo>
                    <a:pt x="1074529" y="1329913"/>
                  </a:lnTo>
                  <a:lnTo>
                    <a:pt x="1074535" y="1329923"/>
                  </a:lnTo>
                  <a:lnTo>
                    <a:pt x="1074543" y="1329939"/>
                  </a:lnTo>
                  <a:lnTo>
                    <a:pt x="1074556" y="1329956"/>
                  </a:lnTo>
                  <a:lnTo>
                    <a:pt x="1074571" y="1329972"/>
                  </a:lnTo>
                  <a:lnTo>
                    <a:pt x="1074577" y="1329980"/>
                  </a:lnTo>
                  <a:lnTo>
                    <a:pt x="1074591" y="1329994"/>
                  </a:lnTo>
                  <a:lnTo>
                    <a:pt x="1074600" y="1330005"/>
                  </a:lnTo>
                  <a:lnTo>
                    <a:pt x="1074613" y="1330015"/>
                  </a:lnTo>
                  <a:lnTo>
                    <a:pt x="1074627" y="1330029"/>
                  </a:lnTo>
                  <a:lnTo>
                    <a:pt x="1074642" y="1330042"/>
                  </a:lnTo>
                  <a:lnTo>
                    <a:pt x="1074657" y="1330056"/>
                  </a:lnTo>
                  <a:lnTo>
                    <a:pt x="1074672" y="1330070"/>
                  </a:lnTo>
                  <a:lnTo>
                    <a:pt x="1074681" y="1330087"/>
                  </a:lnTo>
                  <a:lnTo>
                    <a:pt x="1074695" y="1330104"/>
                  </a:lnTo>
                  <a:lnTo>
                    <a:pt x="1074706" y="1330120"/>
                  </a:lnTo>
                  <a:lnTo>
                    <a:pt x="1074722" y="1330135"/>
                  </a:lnTo>
                  <a:lnTo>
                    <a:pt x="1074737" y="1330148"/>
                  </a:lnTo>
                  <a:lnTo>
                    <a:pt x="1074750" y="1330165"/>
                  </a:lnTo>
                  <a:lnTo>
                    <a:pt x="1074754" y="1330173"/>
                  </a:lnTo>
                  <a:lnTo>
                    <a:pt x="1074756" y="1330181"/>
                  </a:lnTo>
                  <a:lnTo>
                    <a:pt x="1074760" y="1330191"/>
                  </a:lnTo>
                  <a:lnTo>
                    <a:pt x="1074760" y="1330198"/>
                  </a:lnTo>
                  <a:lnTo>
                    <a:pt x="1074762" y="1330215"/>
                  </a:lnTo>
                  <a:lnTo>
                    <a:pt x="1074764" y="1330231"/>
                  </a:lnTo>
                  <a:lnTo>
                    <a:pt x="1074764" y="1330248"/>
                  </a:lnTo>
                  <a:lnTo>
                    <a:pt x="1074766" y="1330265"/>
                  </a:lnTo>
                  <a:lnTo>
                    <a:pt x="1074766" y="1330281"/>
                  </a:lnTo>
                  <a:lnTo>
                    <a:pt x="1074766" y="1330298"/>
                  </a:lnTo>
                  <a:lnTo>
                    <a:pt x="1074762" y="1330315"/>
                  </a:lnTo>
                  <a:lnTo>
                    <a:pt x="1074755" y="1330337"/>
                  </a:lnTo>
                  <a:lnTo>
                    <a:pt x="1074753" y="1330348"/>
                  </a:lnTo>
                  <a:lnTo>
                    <a:pt x="1074748" y="1330365"/>
                  </a:lnTo>
                  <a:lnTo>
                    <a:pt x="1074746" y="1330381"/>
                  </a:lnTo>
                  <a:lnTo>
                    <a:pt x="1074744" y="1330398"/>
                  </a:lnTo>
                  <a:lnTo>
                    <a:pt x="1074742" y="1330406"/>
                  </a:lnTo>
                  <a:lnTo>
                    <a:pt x="1074738" y="1330422"/>
                  </a:lnTo>
                  <a:lnTo>
                    <a:pt x="1074721" y="1330498"/>
                  </a:lnTo>
                  <a:lnTo>
                    <a:pt x="1074721" y="1330506"/>
                  </a:lnTo>
                  <a:lnTo>
                    <a:pt x="1074718" y="1330523"/>
                  </a:lnTo>
                  <a:lnTo>
                    <a:pt x="1074717" y="1330539"/>
                  </a:lnTo>
                  <a:lnTo>
                    <a:pt x="1074714" y="1330556"/>
                  </a:lnTo>
                  <a:lnTo>
                    <a:pt x="1074713" y="1330573"/>
                  </a:lnTo>
                  <a:lnTo>
                    <a:pt x="1074711" y="1330589"/>
                  </a:lnTo>
                  <a:lnTo>
                    <a:pt x="1074710" y="1330606"/>
                  </a:lnTo>
                  <a:lnTo>
                    <a:pt x="1074709" y="1330623"/>
                  </a:lnTo>
                  <a:lnTo>
                    <a:pt x="1074708" y="1330639"/>
                  </a:lnTo>
                  <a:lnTo>
                    <a:pt x="1074705" y="1330650"/>
                  </a:lnTo>
                  <a:lnTo>
                    <a:pt x="1074702" y="1330660"/>
                  </a:lnTo>
                  <a:lnTo>
                    <a:pt x="1074692" y="1330669"/>
                  </a:lnTo>
                  <a:lnTo>
                    <a:pt x="1074680" y="1330674"/>
                  </a:lnTo>
                  <a:lnTo>
                    <a:pt x="1074673" y="1330682"/>
                  </a:lnTo>
                  <a:lnTo>
                    <a:pt x="1074658" y="1330707"/>
                  </a:lnTo>
                  <a:lnTo>
                    <a:pt x="1074633" y="1330768"/>
                  </a:lnTo>
                  <a:lnTo>
                    <a:pt x="1074624" y="1330786"/>
                  </a:lnTo>
                  <a:lnTo>
                    <a:pt x="1074589" y="1330813"/>
                  </a:lnTo>
                  <a:lnTo>
                    <a:pt x="1074573" y="1330829"/>
                  </a:lnTo>
                  <a:lnTo>
                    <a:pt x="1074557" y="1330842"/>
                  </a:lnTo>
                  <a:lnTo>
                    <a:pt x="1074540" y="1330855"/>
                  </a:lnTo>
                  <a:lnTo>
                    <a:pt x="1074524" y="1330865"/>
                  </a:lnTo>
                  <a:lnTo>
                    <a:pt x="1074508" y="1330876"/>
                  </a:lnTo>
                  <a:lnTo>
                    <a:pt x="1074491" y="1330883"/>
                  </a:lnTo>
                  <a:lnTo>
                    <a:pt x="1074475" y="1330891"/>
                  </a:lnTo>
                  <a:lnTo>
                    <a:pt x="1074459" y="1330901"/>
                  </a:lnTo>
                  <a:lnTo>
                    <a:pt x="1074445" y="1330910"/>
                  </a:lnTo>
                  <a:lnTo>
                    <a:pt x="1074441" y="1330915"/>
                  </a:lnTo>
                  <a:lnTo>
                    <a:pt x="1074433" y="1330926"/>
                  </a:lnTo>
                  <a:lnTo>
                    <a:pt x="1074427" y="1330945"/>
                  </a:lnTo>
                  <a:lnTo>
                    <a:pt x="1074423" y="1330961"/>
                  </a:lnTo>
                  <a:lnTo>
                    <a:pt x="1074419" y="1330978"/>
                  </a:lnTo>
                  <a:lnTo>
                    <a:pt x="1074415" y="1330994"/>
                  </a:lnTo>
                  <a:lnTo>
                    <a:pt x="1074407" y="1331012"/>
                  </a:lnTo>
                  <a:lnTo>
                    <a:pt x="1074395" y="1331028"/>
                  </a:lnTo>
                  <a:lnTo>
                    <a:pt x="1074389" y="1331036"/>
                  </a:lnTo>
                  <a:lnTo>
                    <a:pt x="1074383" y="1331044"/>
                  </a:lnTo>
                  <a:lnTo>
                    <a:pt x="1074371" y="1331060"/>
                  </a:lnTo>
                  <a:lnTo>
                    <a:pt x="1074359" y="1331077"/>
                  </a:lnTo>
                  <a:lnTo>
                    <a:pt x="1074355" y="1331080"/>
                  </a:lnTo>
                  <a:lnTo>
                    <a:pt x="1074352" y="1331085"/>
                  </a:lnTo>
                  <a:lnTo>
                    <a:pt x="1074350" y="1331095"/>
                  </a:lnTo>
                  <a:lnTo>
                    <a:pt x="1074351" y="1331111"/>
                  </a:lnTo>
                  <a:lnTo>
                    <a:pt x="1074350" y="1331127"/>
                  </a:lnTo>
                  <a:lnTo>
                    <a:pt x="1074349" y="1331144"/>
                  </a:lnTo>
                  <a:lnTo>
                    <a:pt x="1074348" y="1331160"/>
                  </a:lnTo>
                  <a:lnTo>
                    <a:pt x="1074343" y="1331177"/>
                  </a:lnTo>
                  <a:lnTo>
                    <a:pt x="1074337" y="1331202"/>
                  </a:lnTo>
                  <a:lnTo>
                    <a:pt x="1074335" y="1331220"/>
                  </a:lnTo>
                  <a:lnTo>
                    <a:pt x="1074336" y="1331227"/>
                  </a:lnTo>
                  <a:lnTo>
                    <a:pt x="1074338" y="1331244"/>
                  </a:lnTo>
                  <a:lnTo>
                    <a:pt x="1074342" y="1331260"/>
                  </a:lnTo>
                  <a:lnTo>
                    <a:pt x="1074344" y="1331277"/>
                  </a:lnTo>
                  <a:lnTo>
                    <a:pt x="1074348" y="1331311"/>
                  </a:lnTo>
                  <a:lnTo>
                    <a:pt x="1074352" y="1331322"/>
                  </a:lnTo>
                  <a:lnTo>
                    <a:pt x="1074358" y="1331336"/>
                  </a:lnTo>
                  <a:lnTo>
                    <a:pt x="1074360" y="1331360"/>
                  </a:lnTo>
                  <a:lnTo>
                    <a:pt x="1074360" y="1331377"/>
                  </a:lnTo>
                  <a:lnTo>
                    <a:pt x="1074356" y="1331392"/>
                  </a:lnTo>
                  <a:lnTo>
                    <a:pt x="1074352" y="1331405"/>
                  </a:lnTo>
                  <a:lnTo>
                    <a:pt x="1074352" y="1331414"/>
                  </a:lnTo>
                  <a:lnTo>
                    <a:pt x="1074357" y="1331427"/>
                  </a:lnTo>
                  <a:lnTo>
                    <a:pt x="1074363" y="1331444"/>
                  </a:lnTo>
                  <a:lnTo>
                    <a:pt x="1074372" y="1331461"/>
                  </a:lnTo>
                  <a:lnTo>
                    <a:pt x="1074381" y="1331479"/>
                  </a:lnTo>
                  <a:lnTo>
                    <a:pt x="1074384" y="1331494"/>
                  </a:lnTo>
                  <a:lnTo>
                    <a:pt x="1074382" y="1331510"/>
                  </a:lnTo>
                  <a:lnTo>
                    <a:pt x="1074382" y="1331527"/>
                  </a:lnTo>
                  <a:lnTo>
                    <a:pt x="1074382" y="1331544"/>
                  </a:lnTo>
                  <a:lnTo>
                    <a:pt x="1074385" y="1331560"/>
                  </a:lnTo>
                  <a:lnTo>
                    <a:pt x="1074390" y="1331577"/>
                  </a:lnTo>
                  <a:lnTo>
                    <a:pt x="1074398" y="1331594"/>
                  </a:lnTo>
                  <a:lnTo>
                    <a:pt x="1074403" y="1331610"/>
                  </a:lnTo>
                  <a:lnTo>
                    <a:pt x="1074410" y="1331627"/>
                  </a:lnTo>
                  <a:lnTo>
                    <a:pt x="1074419" y="1331644"/>
                  </a:lnTo>
                  <a:lnTo>
                    <a:pt x="1074429" y="1331660"/>
                  </a:lnTo>
                  <a:lnTo>
                    <a:pt x="1074439" y="1331677"/>
                  </a:lnTo>
                  <a:lnTo>
                    <a:pt x="1074448" y="1331694"/>
                  </a:lnTo>
                  <a:lnTo>
                    <a:pt x="1074453" y="1331710"/>
                  </a:lnTo>
                  <a:lnTo>
                    <a:pt x="1074459" y="1331727"/>
                  </a:lnTo>
                  <a:lnTo>
                    <a:pt x="1074465" y="1331743"/>
                  </a:lnTo>
                  <a:lnTo>
                    <a:pt x="1074470" y="1331760"/>
                  </a:lnTo>
                  <a:lnTo>
                    <a:pt x="1074474" y="1331777"/>
                  </a:lnTo>
                  <a:lnTo>
                    <a:pt x="1074477" y="1331793"/>
                  </a:lnTo>
                  <a:lnTo>
                    <a:pt x="1074485" y="1331823"/>
                  </a:lnTo>
                  <a:lnTo>
                    <a:pt x="1074490" y="1331829"/>
                  </a:lnTo>
                  <a:lnTo>
                    <a:pt x="1074502" y="1331827"/>
                  </a:lnTo>
                  <a:lnTo>
                    <a:pt x="1074532" y="1331809"/>
                  </a:lnTo>
                  <a:lnTo>
                    <a:pt x="1074563" y="1331788"/>
                  </a:lnTo>
                  <a:lnTo>
                    <a:pt x="1074603" y="1331782"/>
                  </a:lnTo>
                  <a:lnTo>
                    <a:pt x="1074640" y="1331780"/>
                  </a:lnTo>
                  <a:lnTo>
                    <a:pt x="1074684" y="1331784"/>
                  </a:lnTo>
                  <a:lnTo>
                    <a:pt x="1074700" y="1331785"/>
                  </a:lnTo>
                  <a:lnTo>
                    <a:pt x="1074716" y="1331786"/>
                  </a:lnTo>
                  <a:lnTo>
                    <a:pt x="1074732" y="1331786"/>
                  </a:lnTo>
                  <a:lnTo>
                    <a:pt x="1074738" y="1331785"/>
                  </a:lnTo>
                  <a:lnTo>
                    <a:pt x="1074748" y="1331786"/>
                  </a:lnTo>
                  <a:lnTo>
                    <a:pt x="1074765" y="1331786"/>
                  </a:lnTo>
                  <a:lnTo>
                    <a:pt x="1074781" y="1331786"/>
                  </a:lnTo>
                  <a:lnTo>
                    <a:pt x="1074797" y="1331787"/>
                  </a:lnTo>
                  <a:lnTo>
                    <a:pt x="1074813" y="1331788"/>
                  </a:lnTo>
                  <a:lnTo>
                    <a:pt x="1074821" y="1331789"/>
                  </a:lnTo>
                  <a:lnTo>
                    <a:pt x="1074832" y="1331791"/>
                  </a:lnTo>
                  <a:lnTo>
                    <a:pt x="1074836" y="1331786"/>
                  </a:lnTo>
                  <a:lnTo>
                    <a:pt x="1074839" y="1331777"/>
                  </a:lnTo>
                  <a:lnTo>
                    <a:pt x="1074842" y="1331773"/>
                  </a:lnTo>
                  <a:lnTo>
                    <a:pt x="1074846" y="1331760"/>
                  </a:lnTo>
                  <a:lnTo>
                    <a:pt x="1074848" y="1331754"/>
                  </a:lnTo>
                  <a:lnTo>
                    <a:pt x="1074855" y="1331744"/>
                  </a:lnTo>
                  <a:lnTo>
                    <a:pt x="1074860" y="1331727"/>
                  </a:lnTo>
                  <a:lnTo>
                    <a:pt x="1074865" y="1331710"/>
                  </a:lnTo>
                  <a:lnTo>
                    <a:pt x="1074871" y="1331694"/>
                  </a:lnTo>
                  <a:lnTo>
                    <a:pt x="1074874" y="1331677"/>
                  </a:lnTo>
                  <a:lnTo>
                    <a:pt x="1074877" y="1331660"/>
                  </a:lnTo>
                  <a:lnTo>
                    <a:pt x="1074880" y="1331643"/>
                  </a:lnTo>
                  <a:lnTo>
                    <a:pt x="1074883" y="1331636"/>
                  </a:lnTo>
                  <a:lnTo>
                    <a:pt x="1074883" y="1331627"/>
                  </a:lnTo>
                  <a:lnTo>
                    <a:pt x="1074888" y="1331608"/>
                  </a:lnTo>
                  <a:lnTo>
                    <a:pt x="1074897" y="1331594"/>
                  </a:lnTo>
                  <a:lnTo>
                    <a:pt x="1074900" y="1331590"/>
                  </a:lnTo>
                  <a:lnTo>
                    <a:pt x="1074913" y="1331585"/>
                  </a:lnTo>
                  <a:lnTo>
                    <a:pt x="1074929" y="1331577"/>
                  </a:lnTo>
                  <a:lnTo>
                    <a:pt x="1074945" y="1331569"/>
                  </a:lnTo>
                  <a:lnTo>
                    <a:pt x="1074960" y="1331556"/>
                  </a:lnTo>
                  <a:lnTo>
                    <a:pt x="1074975" y="1331540"/>
                  </a:lnTo>
                  <a:lnTo>
                    <a:pt x="1074984" y="1331523"/>
                  </a:lnTo>
                  <a:lnTo>
                    <a:pt x="1074992" y="1331510"/>
                  </a:lnTo>
                  <a:lnTo>
                    <a:pt x="1074995" y="1331503"/>
                  </a:lnTo>
                  <a:lnTo>
                    <a:pt x="1075005" y="1331489"/>
                  </a:lnTo>
                  <a:lnTo>
                    <a:pt x="1075012" y="1331473"/>
                  </a:lnTo>
                  <a:lnTo>
                    <a:pt x="1075023" y="1331457"/>
                  </a:lnTo>
                  <a:lnTo>
                    <a:pt x="1075035" y="1331440"/>
                  </a:lnTo>
                  <a:lnTo>
                    <a:pt x="1075046" y="1331423"/>
                  </a:lnTo>
                  <a:lnTo>
                    <a:pt x="1075058" y="1331408"/>
                  </a:lnTo>
                  <a:lnTo>
                    <a:pt x="1075073" y="1331392"/>
                  </a:lnTo>
                  <a:lnTo>
                    <a:pt x="1075078" y="1331387"/>
                  </a:lnTo>
                  <a:lnTo>
                    <a:pt x="1075089" y="1331383"/>
                  </a:lnTo>
                  <a:lnTo>
                    <a:pt x="1075105" y="1331383"/>
                  </a:lnTo>
                  <a:lnTo>
                    <a:pt x="1075122" y="1331382"/>
                  </a:lnTo>
                  <a:lnTo>
                    <a:pt x="1075138" y="1331382"/>
                  </a:lnTo>
                  <a:lnTo>
                    <a:pt x="1075154" y="1331385"/>
                  </a:lnTo>
                  <a:lnTo>
                    <a:pt x="1075168" y="1331393"/>
                  </a:lnTo>
                  <a:lnTo>
                    <a:pt x="1075172" y="1331396"/>
                  </a:lnTo>
                  <a:lnTo>
                    <a:pt x="1075183" y="1331403"/>
                  </a:lnTo>
                  <a:lnTo>
                    <a:pt x="1075192" y="1331410"/>
                  </a:lnTo>
                  <a:lnTo>
                    <a:pt x="1075197" y="1331411"/>
                  </a:lnTo>
                  <a:lnTo>
                    <a:pt x="1075209" y="1331414"/>
                  </a:lnTo>
                  <a:lnTo>
                    <a:pt x="1075223" y="1331415"/>
                  </a:lnTo>
                  <a:lnTo>
                    <a:pt x="1075239" y="1331413"/>
                  </a:lnTo>
                  <a:lnTo>
                    <a:pt x="1075257" y="1331409"/>
                  </a:lnTo>
                  <a:lnTo>
                    <a:pt x="1075268" y="1331408"/>
                  </a:lnTo>
                  <a:lnTo>
                    <a:pt x="1075285" y="1331407"/>
                  </a:lnTo>
                  <a:lnTo>
                    <a:pt x="1075301" y="1331407"/>
                  </a:lnTo>
                  <a:lnTo>
                    <a:pt x="1075317" y="1331406"/>
                  </a:lnTo>
                  <a:lnTo>
                    <a:pt x="1075322" y="1331401"/>
                  </a:lnTo>
                  <a:lnTo>
                    <a:pt x="1075325" y="1331395"/>
                  </a:lnTo>
                  <a:lnTo>
                    <a:pt x="1075334" y="1331382"/>
                  </a:lnTo>
                  <a:lnTo>
                    <a:pt x="1075365" y="1331328"/>
                  </a:lnTo>
                  <a:lnTo>
                    <a:pt x="1075394" y="1331273"/>
                  </a:lnTo>
                  <a:lnTo>
                    <a:pt x="1075399" y="1331266"/>
                  </a:lnTo>
                  <a:lnTo>
                    <a:pt x="1075407" y="1331254"/>
                  </a:lnTo>
                  <a:lnTo>
                    <a:pt x="1075424" y="1331232"/>
                  </a:lnTo>
                  <a:lnTo>
                    <a:pt x="1075446" y="1331197"/>
                  </a:lnTo>
                  <a:lnTo>
                    <a:pt x="1075458" y="1331184"/>
                  </a:lnTo>
                  <a:lnTo>
                    <a:pt x="1075479" y="1331169"/>
                  </a:lnTo>
                  <a:lnTo>
                    <a:pt x="1075495" y="1331161"/>
                  </a:lnTo>
                  <a:lnTo>
                    <a:pt x="1075512" y="1331154"/>
                  </a:lnTo>
                  <a:lnTo>
                    <a:pt x="1075528" y="1331150"/>
                  </a:lnTo>
                  <a:lnTo>
                    <a:pt x="1075544" y="1331147"/>
                  </a:lnTo>
                  <a:lnTo>
                    <a:pt x="1075560" y="1331146"/>
                  </a:lnTo>
                  <a:lnTo>
                    <a:pt x="1075576" y="1331145"/>
                  </a:lnTo>
                  <a:lnTo>
                    <a:pt x="1075593" y="1331145"/>
                  </a:lnTo>
                  <a:lnTo>
                    <a:pt x="1075609" y="1331146"/>
                  </a:lnTo>
                  <a:lnTo>
                    <a:pt x="1075626" y="1331148"/>
                  </a:lnTo>
                  <a:lnTo>
                    <a:pt x="1075642" y="1331147"/>
                  </a:lnTo>
                  <a:lnTo>
                    <a:pt x="1075649" y="1331146"/>
                  </a:lnTo>
                  <a:lnTo>
                    <a:pt x="1075657" y="1331141"/>
                  </a:lnTo>
                  <a:lnTo>
                    <a:pt x="1075657" y="1331132"/>
                  </a:lnTo>
                  <a:lnTo>
                    <a:pt x="1075658" y="1331123"/>
                  </a:lnTo>
                  <a:lnTo>
                    <a:pt x="1075659" y="1331106"/>
                  </a:lnTo>
                  <a:lnTo>
                    <a:pt x="1075662" y="1331095"/>
                  </a:lnTo>
                  <a:lnTo>
                    <a:pt x="1075663" y="1331089"/>
                  </a:lnTo>
                  <a:lnTo>
                    <a:pt x="1075666" y="1331073"/>
                  </a:lnTo>
                  <a:lnTo>
                    <a:pt x="1075671" y="1331056"/>
                  </a:lnTo>
                  <a:lnTo>
                    <a:pt x="1075675" y="1331044"/>
                  </a:lnTo>
                  <a:lnTo>
                    <a:pt x="1075678" y="1331039"/>
                  </a:lnTo>
                  <a:lnTo>
                    <a:pt x="1075680" y="1331033"/>
                  </a:lnTo>
                  <a:lnTo>
                    <a:pt x="1075687" y="1331023"/>
                  </a:lnTo>
                  <a:lnTo>
                    <a:pt x="1075703" y="1331006"/>
                  </a:lnTo>
                  <a:lnTo>
                    <a:pt x="1075712" y="1330987"/>
                  </a:lnTo>
                  <a:lnTo>
                    <a:pt x="1075717" y="1330968"/>
                  </a:lnTo>
                  <a:lnTo>
                    <a:pt x="1075719" y="1330953"/>
                  </a:lnTo>
                  <a:lnTo>
                    <a:pt x="1075722" y="1330934"/>
                  </a:lnTo>
                  <a:lnTo>
                    <a:pt x="1075722" y="1330917"/>
                  </a:lnTo>
                  <a:lnTo>
                    <a:pt x="1075721" y="1330900"/>
                  </a:lnTo>
                  <a:lnTo>
                    <a:pt x="1075722" y="1330881"/>
                  </a:lnTo>
                  <a:lnTo>
                    <a:pt x="1075725" y="1330865"/>
                  </a:lnTo>
                  <a:lnTo>
                    <a:pt x="1075726" y="1330852"/>
                  </a:lnTo>
                  <a:lnTo>
                    <a:pt x="1075728" y="1330846"/>
                  </a:lnTo>
                  <a:lnTo>
                    <a:pt x="1075737" y="1330831"/>
                  </a:lnTo>
                  <a:lnTo>
                    <a:pt x="1075748" y="1330815"/>
                  </a:lnTo>
                  <a:lnTo>
                    <a:pt x="1075759" y="1330798"/>
                  </a:lnTo>
                  <a:lnTo>
                    <a:pt x="1075773" y="1330781"/>
                  </a:lnTo>
                  <a:lnTo>
                    <a:pt x="1075787" y="1330763"/>
                  </a:lnTo>
                  <a:lnTo>
                    <a:pt x="1075798" y="1330749"/>
                  </a:lnTo>
                  <a:lnTo>
                    <a:pt x="1075813" y="1330732"/>
                  </a:lnTo>
                  <a:lnTo>
                    <a:pt x="1075826" y="1330716"/>
                  </a:lnTo>
                  <a:lnTo>
                    <a:pt x="1075840" y="1330701"/>
                  </a:lnTo>
                  <a:lnTo>
                    <a:pt x="1075854" y="1330687"/>
                  </a:lnTo>
                  <a:lnTo>
                    <a:pt x="1075870" y="1330671"/>
                  </a:lnTo>
                  <a:lnTo>
                    <a:pt x="1075885" y="1330655"/>
                  </a:lnTo>
                  <a:lnTo>
                    <a:pt x="1075900" y="1330642"/>
                  </a:lnTo>
                  <a:lnTo>
                    <a:pt x="1075906" y="1330638"/>
                  </a:lnTo>
                  <a:lnTo>
                    <a:pt x="1075920" y="1330639"/>
                  </a:lnTo>
                  <a:lnTo>
                    <a:pt x="1075944" y="1330642"/>
                  </a:lnTo>
                  <a:lnTo>
                    <a:pt x="1075965" y="1330644"/>
                  </a:lnTo>
                  <a:lnTo>
                    <a:pt x="1075981" y="1330646"/>
                  </a:lnTo>
                  <a:lnTo>
                    <a:pt x="1075998" y="1330647"/>
                  </a:lnTo>
                  <a:lnTo>
                    <a:pt x="1076014" y="1330645"/>
                  </a:lnTo>
                  <a:lnTo>
                    <a:pt x="1076030" y="1330644"/>
                  </a:lnTo>
                  <a:lnTo>
                    <a:pt x="1076036" y="1330644"/>
                  </a:lnTo>
                  <a:lnTo>
                    <a:pt x="1076046" y="1330647"/>
                  </a:lnTo>
                  <a:lnTo>
                    <a:pt x="1076053" y="1330648"/>
                  </a:lnTo>
                  <a:lnTo>
                    <a:pt x="1076062" y="1330654"/>
                  </a:lnTo>
                  <a:lnTo>
                    <a:pt x="1076079" y="1330661"/>
                  </a:lnTo>
                  <a:lnTo>
                    <a:pt x="1076089" y="1330665"/>
                  </a:lnTo>
                  <a:lnTo>
                    <a:pt x="1076095" y="1330670"/>
                  </a:lnTo>
                  <a:lnTo>
                    <a:pt x="1076111" y="1330682"/>
                  </a:lnTo>
                  <a:lnTo>
                    <a:pt x="1076128" y="1330693"/>
                  </a:lnTo>
                  <a:lnTo>
                    <a:pt x="1076145" y="1330703"/>
                  </a:lnTo>
                  <a:lnTo>
                    <a:pt x="1076159" y="1330709"/>
                  </a:lnTo>
                  <a:lnTo>
                    <a:pt x="1076172" y="1330716"/>
                  </a:lnTo>
                  <a:lnTo>
                    <a:pt x="1076177" y="1330718"/>
                  </a:lnTo>
                  <a:lnTo>
                    <a:pt x="1076192" y="1330723"/>
                  </a:lnTo>
                  <a:lnTo>
                    <a:pt x="1076208" y="1330726"/>
                  </a:lnTo>
                  <a:lnTo>
                    <a:pt x="1076219" y="1330725"/>
                  </a:lnTo>
                  <a:lnTo>
                    <a:pt x="1076224" y="1330720"/>
                  </a:lnTo>
                  <a:lnTo>
                    <a:pt x="1076233" y="1330704"/>
                  </a:lnTo>
                  <a:lnTo>
                    <a:pt x="1076241" y="1330687"/>
                  </a:lnTo>
                  <a:lnTo>
                    <a:pt x="1076249" y="1330670"/>
                  </a:lnTo>
                  <a:lnTo>
                    <a:pt x="1076257" y="1330653"/>
                  </a:lnTo>
                  <a:lnTo>
                    <a:pt x="1076268" y="1330635"/>
                  </a:lnTo>
                  <a:lnTo>
                    <a:pt x="1076276" y="1330620"/>
                  </a:lnTo>
                  <a:lnTo>
                    <a:pt x="1076284" y="1330603"/>
                  </a:lnTo>
                  <a:lnTo>
                    <a:pt x="1076290" y="1330587"/>
                  </a:lnTo>
                  <a:lnTo>
                    <a:pt x="1076295" y="1330570"/>
                  </a:lnTo>
                  <a:lnTo>
                    <a:pt x="1076297" y="1330549"/>
                  </a:lnTo>
                  <a:lnTo>
                    <a:pt x="1076300" y="1330531"/>
                  </a:lnTo>
                  <a:lnTo>
                    <a:pt x="1076306" y="1330500"/>
                  </a:lnTo>
                  <a:lnTo>
                    <a:pt x="1076311" y="1330483"/>
                  </a:lnTo>
                  <a:lnTo>
                    <a:pt x="1076317" y="1330471"/>
                  </a:lnTo>
                  <a:lnTo>
                    <a:pt x="1076325" y="1330456"/>
                  </a:lnTo>
                  <a:lnTo>
                    <a:pt x="1076334" y="1330443"/>
                  </a:lnTo>
                  <a:lnTo>
                    <a:pt x="1076340" y="1330436"/>
                  </a:lnTo>
                  <a:lnTo>
                    <a:pt x="1076346" y="1330429"/>
                  </a:lnTo>
                  <a:lnTo>
                    <a:pt x="1076371" y="1330407"/>
                  </a:lnTo>
                  <a:lnTo>
                    <a:pt x="1076379" y="1330402"/>
                  </a:lnTo>
                  <a:lnTo>
                    <a:pt x="1076387" y="1330400"/>
                  </a:lnTo>
                  <a:lnTo>
                    <a:pt x="1076403" y="1330397"/>
                  </a:lnTo>
                  <a:lnTo>
                    <a:pt x="1076420" y="1330397"/>
                  </a:lnTo>
                  <a:lnTo>
                    <a:pt x="1076436" y="1330392"/>
                  </a:lnTo>
                  <a:lnTo>
                    <a:pt x="1076453" y="1330383"/>
                  </a:lnTo>
                  <a:lnTo>
                    <a:pt x="1076469" y="1330374"/>
                  </a:lnTo>
                  <a:lnTo>
                    <a:pt x="1076485" y="1330364"/>
                  </a:lnTo>
                  <a:lnTo>
                    <a:pt x="1076494" y="1330360"/>
                  </a:lnTo>
                  <a:lnTo>
                    <a:pt x="1076501" y="1330358"/>
                  </a:lnTo>
                  <a:lnTo>
                    <a:pt x="1076517" y="1330356"/>
                  </a:lnTo>
                  <a:lnTo>
                    <a:pt x="1076534" y="1330357"/>
                  </a:lnTo>
                  <a:lnTo>
                    <a:pt x="1076550" y="1330357"/>
                  </a:lnTo>
                  <a:lnTo>
                    <a:pt x="1076559" y="1330357"/>
                  </a:lnTo>
                  <a:lnTo>
                    <a:pt x="1076566" y="1330355"/>
                  </a:lnTo>
                  <a:lnTo>
                    <a:pt x="1076583" y="1330349"/>
                  </a:lnTo>
                  <a:lnTo>
                    <a:pt x="1076599" y="1330340"/>
                  </a:lnTo>
                  <a:lnTo>
                    <a:pt x="1076615" y="1330329"/>
                  </a:lnTo>
                  <a:lnTo>
                    <a:pt x="1076630" y="1330314"/>
                  </a:lnTo>
                  <a:lnTo>
                    <a:pt x="1076644" y="1330298"/>
                  </a:lnTo>
                  <a:lnTo>
                    <a:pt x="1076649" y="1330295"/>
                  </a:lnTo>
                  <a:lnTo>
                    <a:pt x="1076657" y="1330283"/>
                  </a:lnTo>
                  <a:lnTo>
                    <a:pt x="1076669" y="1330267"/>
                  </a:lnTo>
                  <a:lnTo>
                    <a:pt x="1076680" y="1330250"/>
                  </a:lnTo>
                  <a:lnTo>
                    <a:pt x="1076688" y="1330233"/>
                  </a:lnTo>
                  <a:lnTo>
                    <a:pt x="1076695" y="1330217"/>
                  </a:lnTo>
                  <a:lnTo>
                    <a:pt x="1076705" y="1330200"/>
                  </a:lnTo>
                  <a:lnTo>
                    <a:pt x="1076719" y="1330186"/>
                  </a:lnTo>
                  <a:lnTo>
                    <a:pt x="1076734" y="1330171"/>
                  </a:lnTo>
                  <a:lnTo>
                    <a:pt x="1076748" y="1330157"/>
                  </a:lnTo>
                  <a:lnTo>
                    <a:pt x="1076757" y="1330145"/>
                  </a:lnTo>
                  <a:lnTo>
                    <a:pt x="1076759" y="1330140"/>
                  </a:lnTo>
                  <a:lnTo>
                    <a:pt x="1076765" y="1330123"/>
                  </a:lnTo>
                  <a:lnTo>
                    <a:pt x="1076770" y="1330113"/>
                  </a:lnTo>
                  <a:lnTo>
                    <a:pt x="1076775" y="1330107"/>
                  </a:lnTo>
                  <a:lnTo>
                    <a:pt x="1076786" y="1330090"/>
                  </a:lnTo>
                  <a:lnTo>
                    <a:pt x="1076794" y="1330082"/>
                  </a:lnTo>
                  <a:lnTo>
                    <a:pt x="1076802" y="1330077"/>
                  </a:lnTo>
                  <a:lnTo>
                    <a:pt x="1076805" y="1330073"/>
                  </a:lnTo>
                  <a:lnTo>
                    <a:pt x="1076818" y="1330066"/>
                  </a:lnTo>
                  <a:lnTo>
                    <a:pt x="1076835" y="1330059"/>
                  </a:lnTo>
                  <a:lnTo>
                    <a:pt x="1076844" y="1330053"/>
                  </a:lnTo>
                  <a:lnTo>
                    <a:pt x="1076852" y="1330048"/>
                  </a:lnTo>
                  <a:lnTo>
                    <a:pt x="1076863" y="1330037"/>
                  </a:lnTo>
                  <a:lnTo>
                    <a:pt x="1076872" y="1330021"/>
                  </a:lnTo>
                  <a:lnTo>
                    <a:pt x="1076875" y="1330016"/>
                  </a:lnTo>
                  <a:lnTo>
                    <a:pt x="1076886" y="1330005"/>
                  </a:lnTo>
                  <a:lnTo>
                    <a:pt x="1076902" y="1329992"/>
                  </a:lnTo>
                  <a:lnTo>
                    <a:pt x="1076918" y="1329981"/>
                  </a:lnTo>
                  <a:lnTo>
                    <a:pt x="1076934" y="1329971"/>
                  </a:lnTo>
                  <a:lnTo>
                    <a:pt x="1076990" y="1329947"/>
                  </a:lnTo>
                  <a:lnTo>
                    <a:pt x="1077006" y="1329940"/>
                  </a:lnTo>
                  <a:lnTo>
                    <a:pt x="1077018" y="1329934"/>
                  </a:lnTo>
                  <a:lnTo>
                    <a:pt x="1077024" y="1329928"/>
                  </a:lnTo>
                  <a:lnTo>
                    <a:pt x="1077034" y="1329914"/>
                  </a:lnTo>
                  <a:lnTo>
                    <a:pt x="1077040" y="1329897"/>
                  </a:lnTo>
                  <a:lnTo>
                    <a:pt x="1077040" y="1329880"/>
                  </a:lnTo>
                  <a:lnTo>
                    <a:pt x="1077037" y="1329864"/>
                  </a:lnTo>
                  <a:lnTo>
                    <a:pt x="1077034" y="1329857"/>
                  </a:lnTo>
                  <a:lnTo>
                    <a:pt x="1077028" y="1329847"/>
                  </a:lnTo>
                  <a:lnTo>
                    <a:pt x="1077016" y="1329831"/>
                  </a:lnTo>
                  <a:lnTo>
                    <a:pt x="1077001" y="1329817"/>
                  </a:lnTo>
                  <a:lnTo>
                    <a:pt x="1076985" y="1329800"/>
                  </a:lnTo>
                  <a:lnTo>
                    <a:pt x="1076974" y="1329785"/>
                  </a:lnTo>
                  <a:lnTo>
                    <a:pt x="1076970" y="1329778"/>
                  </a:lnTo>
                  <a:lnTo>
                    <a:pt x="1076965" y="1329767"/>
                  </a:lnTo>
                  <a:lnTo>
                    <a:pt x="1076963" y="1329763"/>
                  </a:lnTo>
                  <a:lnTo>
                    <a:pt x="1076962" y="1329751"/>
                  </a:lnTo>
                  <a:lnTo>
                    <a:pt x="1076963" y="1329734"/>
                  </a:lnTo>
                  <a:lnTo>
                    <a:pt x="1076964" y="1329717"/>
                  </a:lnTo>
                  <a:lnTo>
                    <a:pt x="1076962" y="1329701"/>
                  </a:lnTo>
                  <a:lnTo>
                    <a:pt x="1076959" y="1329684"/>
                  </a:lnTo>
                  <a:lnTo>
                    <a:pt x="1076957" y="1329667"/>
                  </a:lnTo>
                  <a:lnTo>
                    <a:pt x="1076957" y="1329650"/>
                  </a:lnTo>
                  <a:lnTo>
                    <a:pt x="1076955" y="1329634"/>
                  </a:lnTo>
                  <a:lnTo>
                    <a:pt x="1076953" y="1329617"/>
                  </a:lnTo>
                  <a:lnTo>
                    <a:pt x="1076952" y="1329601"/>
                  </a:lnTo>
                  <a:lnTo>
                    <a:pt x="1076953" y="1329595"/>
                  </a:lnTo>
                  <a:lnTo>
                    <a:pt x="1076957" y="1329576"/>
                  </a:lnTo>
                  <a:lnTo>
                    <a:pt x="1076960" y="1329558"/>
                  </a:lnTo>
                  <a:lnTo>
                    <a:pt x="1076962" y="1329539"/>
                  </a:lnTo>
                  <a:lnTo>
                    <a:pt x="1076962" y="1329526"/>
                  </a:lnTo>
                  <a:lnTo>
                    <a:pt x="1076957" y="1329505"/>
                  </a:lnTo>
                  <a:lnTo>
                    <a:pt x="1076955" y="1329496"/>
                  </a:lnTo>
                  <a:lnTo>
                    <a:pt x="1076947" y="1329484"/>
                  </a:lnTo>
                  <a:lnTo>
                    <a:pt x="1076939" y="1329467"/>
                  </a:lnTo>
                  <a:lnTo>
                    <a:pt x="1076929" y="1329450"/>
                  </a:lnTo>
                  <a:lnTo>
                    <a:pt x="1076921" y="1329434"/>
                  </a:lnTo>
                  <a:lnTo>
                    <a:pt x="1076913" y="1329417"/>
                  </a:lnTo>
                  <a:lnTo>
                    <a:pt x="1076905" y="1329401"/>
                  </a:lnTo>
                  <a:lnTo>
                    <a:pt x="1076898" y="1329384"/>
                  </a:lnTo>
                  <a:lnTo>
                    <a:pt x="1076892" y="1329370"/>
                  </a:lnTo>
                  <a:lnTo>
                    <a:pt x="1076883" y="1329350"/>
                  </a:lnTo>
                  <a:lnTo>
                    <a:pt x="1076876" y="1329334"/>
                  </a:lnTo>
                  <a:lnTo>
                    <a:pt x="1076866" y="1329317"/>
                  </a:lnTo>
                  <a:lnTo>
                    <a:pt x="1076857" y="1329301"/>
                  </a:lnTo>
                  <a:lnTo>
                    <a:pt x="1076849" y="1329282"/>
                  </a:lnTo>
                  <a:lnTo>
                    <a:pt x="1076838" y="1329251"/>
                  </a:lnTo>
                  <a:lnTo>
                    <a:pt x="1076825" y="1329234"/>
                  </a:lnTo>
                  <a:lnTo>
                    <a:pt x="1076810" y="1329218"/>
                  </a:lnTo>
                  <a:lnTo>
                    <a:pt x="1076794" y="1329203"/>
                  </a:lnTo>
                  <a:lnTo>
                    <a:pt x="1076780" y="1329191"/>
                  </a:lnTo>
                  <a:lnTo>
                    <a:pt x="1076777" y="1329187"/>
                  </a:lnTo>
                  <a:lnTo>
                    <a:pt x="1076763" y="1329179"/>
                  </a:lnTo>
                  <a:lnTo>
                    <a:pt x="1076759" y="1329175"/>
                  </a:lnTo>
                  <a:lnTo>
                    <a:pt x="1076747" y="1329172"/>
                  </a:lnTo>
                  <a:lnTo>
                    <a:pt x="1076731" y="1329169"/>
                  </a:lnTo>
                  <a:lnTo>
                    <a:pt x="1076715" y="1329172"/>
                  </a:lnTo>
                  <a:lnTo>
                    <a:pt x="1076708" y="1329175"/>
                  </a:lnTo>
                  <a:lnTo>
                    <a:pt x="1076698" y="1329177"/>
                  </a:lnTo>
                  <a:lnTo>
                    <a:pt x="1076682" y="1329178"/>
                  </a:lnTo>
                  <a:lnTo>
                    <a:pt x="1076666" y="1329179"/>
                  </a:lnTo>
                  <a:lnTo>
                    <a:pt x="1076649" y="1329180"/>
                  </a:lnTo>
                  <a:lnTo>
                    <a:pt x="1076633" y="1329181"/>
                  </a:lnTo>
                  <a:lnTo>
                    <a:pt x="1076617" y="1329179"/>
                  </a:lnTo>
                  <a:lnTo>
                    <a:pt x="1076601" y="1329175"/>
                  </a:lnTo>
                  <a:lnTo>
                    <a:pt x="1076594" y="1329170"/>
                  </a:lnTo>
                  <a:lnTo>
                    <a:pt x="1076586" y="1329160"/>
                  </a:lnTo>
                  <a:lnTo>
                    <a:pt x="1076580" y="1329151"/>
                  </a:lnTo>
                  <a:lnTo>
                    <a:pt x="1076578" y="1329143"/>
                  </a:lnTo>
                  <a:lnTo>
                    <a:pt x="1076568" y="1329127"/>
                  </a:lnTo>
                  <a:lnTo>
                    <a:pt x="1076557" y="1329110"/>
                  </a:lnTo>
                  <a:lnTo>
                    <a:pt x="1076546" y="1329095"/>
                  </a:lnTo>
                  <a:lnTo>
                    <a:pt x="1076541" y="1329078"/>
                  </a:lnTo>
                  <a:lnTo>
                    <a:pt x="1076536" y="1329061"/>
                  </a:lnTo>
                  <a:lnTo>
                    <a:pt x="1076534" y="1329048"/>
                  </a:lnTo>
                  <a:lnTo>
                    <a:pt x="1076534" y="1328957"/>
                  </a:lnTo>
                  <a:lnTo>
                    <a:pt x="1076536" y="1328951"/>
                  </a:lnTo>
                  <a:lnTo>
                    <a:pt x="1076537" y="1328939"/>
                  </a:lnTo>
                  <a:lnTo>
                    <a:pt x="1076543" y="1328916"/>
                  </a:lnTo>
                  <a:lnTo>
                    <a:pt x="1076546" y="1328906"/>
                  </a:lnTo>
                  <a:lnTo>
                    <a:pt x="1076550" y="1328889"/>
                  </a:lnTo>
                  <a:lnTo>
                    <a:pt x="1076553" y="1328882"/>
                  </a:lnTo>
                  <a:lnTo>
                    <a:pt x="1076555" y="1328872"/>
                  </a:lnTo>
                  <a:lnTo>
                    <a:pt x="1076555" y="1328854"/>
                  </a:lnTo>
                  <a:lnTo>
                    <a:pt x="1076549" y="1328836"/>
                  </a:lnTo>
                  <a:lnTo>
                    <a:pt x="1076541" y="1328822"/>
                  </a:lnTo>
                  <a:lnTo>
                    <a:pt x="1076532" y="1328805"/>
                  </a:lnTo>
                  <a:lnTo>
                    <a:pt x="1076527" y="1328798"/>
                  </a:lnTo>
                  <a:lnTo>
                    <a:pt x="1076525" y="1328789"/>
                  </a:lnTo>
                  <a:lnTo>
                    <a:pt x="1076524" y="1328772"/>
                  </a:lnTo>
                  <a:lnTo>
                    <a:pt x="1076527" y="1328756"/>
                  </a:lnTo>
                  <a:lnTo>
                    <a:pt x="1076534" y="1328739"/>
                  </a:lnTo>
                  <a:lnTo>
                    <a:pt x="1076539" y="1328722"/>
                  </a:lnTo>
                  <a:lnTo>
                    <a:pt x="1076545" y="1328706"/>
                  </a:lnTo>
                  <a:lnTo>
                    <a:pt x="1076555" y="1328687"/>
                  </a:lnTo>
                  <a:lnTo>
                    <a:pt x="1076563" y="1328672"/>
                  </a:lnTo>
                  <a:lnTo>
                    <a:pt x="1076571" y="1328656"/>
                  </a:lnTo>
                  <a:lnTo>
                    <a:pt x="1076579" y="1328639"/>
                  </a:lnTo>
                  <a:lnTo>
                    <a:pt x="1076588" y="1328622"/>
                  </a:lnTo>
                  <a:lnTo>
                    <a:pt x="1076594" y="1328605"/>
                  </a:lnTo>
                  <a:lnTo>
                    <a:pt x="1076602" y="1328589"/>
                  </a:lnTo>
                  <a:lnTo>
                    <a:pt x="1076613" y="1328573"/>
                  </a:lnTo>
                  <a:lnTo>
                    <a:pt x="1076628" y="1328556"/>
                  </a:lnTo>
                  <a:lnTo>
                    <a:pt x="1076641" y="1328542"/>
                  </a:lnTo>
                  <a:lnTo>
                    <a:pt x="1076655" y="1328527"/>
                  </a:lnTo>
                  <a:lnTo>
                    <a:pt x="1076677" y="1328502"/>
                  </a:lnTo>
                  <a:lnTo>
                    <a:pt x="1076681" y="1328498"/>
                  </a:lnTo>
                  <a:lnTo>
                    <a:pt x="1076688" y="1328481"/>
                  </a:lnTo>
                  <a:lnTo>
                    <a:pt x="1076695" y="1328467"/>
                  </a:lnTo>
                  <a:lnTo>
                    <a:pt x="1076699" y="1328463"/>
                  </a:lnTo>
                  <a:lnTo>
                    <a:pt x="1076714" y="1328457"/>
                  </a:lnTo>
                  <a:lnTo>
                    <a:pt x="1076731" y="1328453"/>
                  </a:lnTo>
                  <a:lnTo>
                    <a:pt x="1076747" y="1328451"/>
                  </a:lnTo>
                  <a:lnTo>
                    <a:pt x="1076763" y="1328448"/>
                  </a:lnTo>
                  <a:lnTo>
                    <a:pt x="1076779" y="1328446"/>
                  </a:lnTo>
                  <a:lnTo>
                    <a:pt x="1076786" y="1328446"/>
                  </a:lnTo>
                  <a:lnTo>
                    <a:pt x="1076798" y="1328443"/>
                  </a:lnTo>
                  <a:lnTo>
                    <a:pt x="1076812" y="1328437"/>
                  </a:lnTo>
                  <a:lnTo>
                    <a:pt x="1076828" y="1328431"/>
                  </a:lnTo>
                  <a:lnTo>
                    <a:pt x="1076844" y="1328425"/>
                  </a:lnTo>
                  <a:lnTo>
                    <a:pt x="1076861" y="1328419"/>
                  </a:lnTo>
                  <a:lnTo>
                    <a:pt x="1076869" y="1328419"/>
                  </a:lnTo>
                  <a:lnTo>
                    <a:pt x="1076877" y="1328417"/>
                  </a:lnTo>
                  <a:lnTo>
                    <a:pt x="1076893" y="1328415"/>
                  </a:lnTo>
                  <a:lnTo>
                    <a:pt x="1076910" y="1328413"/>
                  </a:lnTo>
                  <a:lnTo>
                    <a:pt x="1076926" y="1328417"/>
                  </a:lnTo>
                  <a:lnTo>
                    <a:pt x="1076944" y="1328423"/>
                  </a:lnTo>
                  <a:lnTo>
                    <a:pt x="1076958" y="1328429"/>
                  </a:lnTo>
                  <a:lnTo>
                    <a:pt x="1076975" y="1328435"/>
                  </a:lnTo>
                  <a:lnTo>
                    <a:pt x="1076982" y="1328438"/>
                  </a:lnTo>
                  <a:lnTo>
                    <a:pt x="1076991" y="1328439"/>
                  </a:lnTo>
                  <a:lnTo>
                    <a:pt x="1077007" y="1328443"/>
                  </a:lnTo>
                  <a:lnTo>
                    <a:pt x="1077024" y="1328446"/>
                  </a:lnTo>
                  <a:lnTo>
                    <a:pt x="1077040" y="1328448"/>
                  </a:lnTo>
                  <a:lnTo>
                    <a:pt x="1077056" y="1328448"/>
                  </a:lnTo>
                  <a:lnTo>
                    <a:pt x="1077072" y="1328448"/>
                  </a:lnTo>
                  <a:lnTo>
                    <a:pt x="1077089" y="1328445"/>
                  </a:lnTo>
                  <a:lnTo>
                    <a:pt x="1077105" y="1328443"/>
                  </a:lnTo>
                  <a:lnTo>
                    <a:pt x="1077121" y="1328442"/>
                  </a:lnTo>
                  <a:lnTo>
                    <a:pt x="1077137" y="1328442"/>
                  </a:lnTo>
                  <a:lnTo>
                    <a:pt x="1077154" y="1328439"/>
                  </a:lnTo>
                  <a:lnTo>
                    <a:pt x="1077170" y="1328432"/>
                  </a:lnTo>
                  <a:lnTo>
                    <a:pt x="1077175" y="1328430"/>
                  </a:lnTo>
                  <a:lnTo>
                    <a:pt x="1077185" y="1328421"/>
                  </a:lnTo>
                  <a:lnTo>
                    <a:pt x="1077197" y="1328404"/>
                  </a:lnTo>
                  <a:lnTo>
                    <a:pt x="1077208" y="1328386"/>
                  </a:lnTo>
                  <a:lnTo>
                    <a:pt x="1077223" y="1328376"/>
                  </a:lnTo>
                  <a:lnTo>
                    <a:pt x="1077239" y="1328371"/>
                  </a:lnTo>
                  <a:lnTo>
                    <a:pt x="1077309" y="1328336"/>
                  </a:lnTo>
                  <a:lnTo>
                    <a:pt x="1077315" y="1328327"/>
                  </a:lnTo>
                  <a:lnTo>
                    <a:pt x="1077315" y="1328316"/>
                  </a:lnTo>
                  <a:lnTo>
                    <a:pt x="1077317" y="1328308"/>
                  </a:lnTo>
                  <a:lnTo>
                    <a:pt x="1077321" y="1328292"/>
                  </a:lnTo>
                  <a:lnTo>
                    <a:pt x="1077327" y="1328275"/>
                  </a:lnTo>
                  <a:lnTo>
                    <a:pt x="1077337" y="1328258"/>
                  </a:lnTo>
                  <a:lnTo>
                    <a:pt x="1077347" y="1328241"/>
                  </a:lnTo>
                  <a:lnTo>
                    <a:pt x="1077357" y="1328225"/>
                  </a:lnTo>
                  <a:lnTo>
                    <a:pt x="1077364" y="1328215"/>
                  </a:lnTo>
                  <a:lnTo>
                    <a:pt x="1077368" y="1328207"/>
                  </a:lnTo>
                  <a:lnTo>
                    <a:pt x="1077375" y="1328193"/>
                  </a:lnTo>
                  <a:lnTo>
                    <a:pt x="1077381" y="1328176"/>
                  </a:lnTo>
                  <a:lnTo>
                    <a:pt x="1077390" y="1328150"/>
                  </a:lnTo>
                  <a:lnTo>
                    <a:pt x="1077401" y="1328139"/>
                  </a:lnTo>
                  <a:lnTo>
                    <a:pt x="1077414" y="1328123"/>
                  </a:lnTo>
                  <a:lnTo>
                    <a:pt x="1077427" y="1328108"/>
                  </a:lnTo>
                  <a:lnTo>
                    <a:pt x="1077441" y="1328093"/>
                  </a:lnTo>
                  <a:lnTo>
                    <a:pt x="1077457" y="1328078"/>
                  </a:lnTo>
                  <a:lnTo>
                    <a:pt x="1077473" y="1328062"/>
                  </a:lnTo>
                  <a:lnTo>
                    <a:pt x="1077490" y="1328046"/>
                  </a:lnTo>
                  <a:lnTo>
                    <a:pt x="1077496" y="1328038"/>
                  </a:lnTo>
                  <a:lnTo>
                    <a:pt x="1077499" y="1328030"/>
                  </a:lnTo>
                  <a:lnTo>
                    <a:pt x="1077504" y="1328025"/>
                  </a:lnTo>
                  <a:lnTo>
                    <a:pt x="1077508" y="1328013"/>
                  </a:lnTo>
                  <a:lnTo>
                    <a:pt x="1077510" y="1328005"/>
                  </a:lnTo>
                  <a:lnTo>
                    <a:pt x="1077510" y="1327997"/>
                  </a:lnTo>
                  <a:lnTo>
                    <a:pt x="1077512" y="1327989"/>
                  </a:lnTo>
                  <a:lnTo>
                    <a:pt x="1077512" y="1327980"/>
                  </a:lnTo>
                  <a:lnTo>
                    <a:pt x="1077513" y="1327963"/>
                  </a:lnTo>
                  <a:lnTo>
                    <a:pt x="1077512" y="1327947"/>
                  </a:lnTo>
                  <a:lnTo>
                    <a:pt x="1077512" y="1327930"/>
                  </a:lnTo>
                  <a:lnTo>
                    <a:pt x="1077510" y="1327922"/>
                  </a:lnTo>
                  <a:lnTo>
                    <a:pt x="1077510" y="1327913"/>
                  </a:lnTo>
                  <a:lnTo>
                    <a:pt x="1077508" y="1327896"/>
                  </a:lnTo>
                  <a:lnTo>
                    <a:pt x="1077505" y="1327889"/>
                  </a:lnTo>
                  <a:lnTo>
                    <a:pt x="1077505" y="1327880"/>
                  </a:lnTo>
                  <a:lnTo>
                    <a:pt x="1077503" y="1327863"/>
                  </a:lnTo>
                  <a:lnTo>
                    <a:pt x="1077503" y="1327847"/>
                  </a:lnTo>
                  <a:lnTo>
                    <a:pt x="1077503" y="1327830"/>
                  </a:lnTo>
                  <a:lnTo>
                    <a:pt x="1077505" y="1327813"/>
                  </a:lnTo>
                  <a:lnTo>
                    <a:pt x="1077505" y="1327805"/>
                  </a:lnTo>
                  <a:lnTo>
                    <a:pt x="1077509" y="1327797"/>
                  </a:lnTo>
                  <a:lnTo>
                    <a:pt x="1077511" y="1327790"/>
                  </a:lnTo>
                  <a:lnTo>
                    <a:pt x="1077517" y="1327780"/>
                  </a:lnTo>
                  <a:lnTo>
                    <a:pt x="1077529" y="1327763"/>
                  </a:lnTo>
                  <a:lnTo>
                    <a:pt x="1077541" y="1327747"/>
                  </a:lnTo>
                  <a:lnTo>
                    <a:pt x="1077554" y="1327730"/>
                  </a:lnTo>
                  <a:lnTo>
                    <a:pt x="1077565" y="1327713"/>
                  </a:lnTo>
                  <a:lnTo>
                    <a:pt x="1077577" y="1327696"/>
                  </a:lnTo>
                  <a:lnTo>
                    <a:pt x="1077589" y="1327680"/>
                  </a:lnTo>
                  <a:lnTo>
                    <a:pt x="1077597" y="1327663"/>
                  </a:lnTo>
                  <a:lnTo>
                    <a:pt x="1077604" y="1327653"/>
                  </a:lnTo>
                  <a:lnTo>
                    <a:pt x="1077606" y="1327646"/>
                  </a:lnTo>
                  <a:lnTo>
                    <a:pt x="1077611" y="1327633"/>
                  </a:lnTo>
                  <a:lnTo>
                    <a:pt x="1077622" y="1327589"/>
                  </a:lnTo>
                  <a:lnTo>
                    <a:pt x="1077625" y="1327573"/>
                  </a:lnTo>
                  <a:lnTo>
                    <a:pt x="1077629" y="1327556"/>
                  </a:lnTo>
                  <a:lnTo>
                    <a:pt x="1077631" y="1327540"/>
                  </a:lnTo>
                  <a:lnTo>
                    <a:pt x="1077633" y="1327523"/>
                  </a:lnTo>
                  <a:lnTo>
                    <a:pt x="1077633" y="1327506"/>
                  </a:lnTo>
                  <a:lnTo>
                    <a:pt x="1077631" y="1327487"/>
                  </a:lnTo>
                  <a:lnTo>
                    <a:pt x="1077629" y="1327480"/>
                  </a:lnTo>
                  <a:lnTo>
                    <a:pt x="1077629" y="1327473"/>
                  </a:lnTo>
                  <a:lnTo>
                    <a:pt x="1077627" y="1327456"/>
                  </a:lnTo>
                  <a:lnTo>
                    <a:pt x="1077625" y="1327436"/>
                  </a:lnTo>
                  <a:lnTo>
                    <a:pt x="1077623" y="1327426"/>
                  </a:lnTo>
                  <a:lnTo>
                    <a:pt x="1077625" y="1327410"/>
                  </a:lnTo>
                  <a:lnTo>
                    <a:pt x="1077627" y="1327395"/>
                  </a:lnTo>
                  <a:lnTo>
                    <a:pt x="1077636" y="1327341"/>
                  </a:lnTo>
                  <a:lnTo>
                    <a:pt x="1077642" y="1327312"/>
                  </a:lnTo>
                  <a:lnTo>
                    <a:pt x="1077647" y="1327290"/>
                  </a:lnTo>
                  <a:lnTo>
                    <a:pt x="1077661" y="1327269"/>
                  </a:lnTo>
                  <a:lnTo>
                    <a:pt x="1077666" y="1327258"/>
                  </a:lnTo>
                  <a:lnTo>
                    <a:pt x="1077675" y="1327242"/>
                  </a:lnTo>
                  <a:lnTo>
                    <a:pt x="1077684" y="1327225"/>
                  </a:lnTo>
                  <a:lnTo>
                    <a:pt x="1077693" y="1327208"/>
                  </a:lnTo>
                  <a:lnTo>
                    <a:pt x="1077701" y="1327191"/>
                  </a:lnTo>
                  <a:lnTo>
                    <a:pt x="1077709" y="1327175"/>
                  </a:lnTo>
                  <a:lnTo>
                    <a:pt x="1077719" y="1327158"/>
                  </a:lnTo>
                  <a:lnTo>
                    <a:pt x="1077727" y="1327142"/>
                  </a:lnTo>
                  <a:lnTo>
                    <a:pt x="1077735" y="1327125"/>
                  </a:lnTo>
                  <a:lnTo>
                    <a:pt x="1077743" y="1327108"/>
                  </a:lnTo>
                  <a:lnTo>
                    <a:pt x="1077749" y="1327092"/>
                  </a:lnTo>
                  <a:lnTo>
                    <a:pt x="1077753" y="1327082"/>
                  </a:lnTo>
                  <a:lnTo>
                    <a:pt x="1077762" y="1327056"/>
                  </a:lnTo>
                  <a:lnTo>
                    <a:pt x="1077750" y="1327043"/>
                  </a:lnTo>
                  <a:lnTo>
                    <a:pt x="1077741" y="1327029"/>
                  </a:lnTo>
                  <a:lnTo>
                    <a:pt x="1077732" y="1327013"/>
                  </a:lnTo>
                  <a:lnTo>
                    <a:pt x="1077728" y="1327006"/>
                  </a:lnTo>
                  <a:lnTo>
                    <a:pt x="1077718" y="1326990"/>
                  </a:lnTo>
                  <a:lnTo>
                    <a:pt x="1077702" y="1326969"/>
                  </a:lnTo>
                  <a:lnTo>
                    <a:pt x="1077692" y="1326956"/>
                  </a:lnTo>
                  <a:lnTo>
                    <a:pt x="1077676" y="1326942"/>
                  </a:lnTo>
                  <a:lnTo>
                    <a:pt x="1077660" y="1326927"/>
                  </a:lnTo>
                  <a:lnTo>
                    <a:pt x="1077644" y="1326913"/>
                  </a:lnTo>
                  <a:lnTo>
                    <a:pt x="1077630" y="1326897"/>
                  </a:lnTo>
                  <a:lnTo>
                    <a:pt x="1077615" y="1326882"/>
                  </a:lnTo>
                  <a:lnTo>
                    <a:pt x="1077600" y="1326865"/>
                  </a:lnTo>
                  <a:lnTo>
                    <a:pt x="1077584" y="1326852"/>
                  </a:lnTo>
                  <a:lnTo>
                    <a:pt x="1077569" y="1326837"/>
                  </a:lnTo>
                  <a:lnTo>
                    <a:pt x="1077553" y="1326823"/>
                  </a:lnTo>
                  <a:lnTo>
                    <a:pt x="1077538" y="1326808"/>
                  </a:lnTo>
                  <a:lnTo>
                    <a:pt x="1077523" y="1326793"/>
                  </a:lnTo>
                  <a:lnTo>
                    <a:pt x="1077509" y="1326777"/>
                  </a:lnTo>
                  <a:lnTo>
                    <a:pt x="1077495" y="1326761"/>
                  </a:lnTo>
                  <a:lnTo>
                    <a:pt x="1077481" y="1326744"/>
                  </a:lnTo>
                  <a:lnTo>
                    <a:pt x="1077467" y="1326729"/>
                  </a:lnTo>
                  <a:lnTo>
                    <a:pt x="1077453" y="1326712"/>
                  </a:lnTo>
                  <a:lnTo>
                    <a:pt x="1077440" y="1326695"/>
                  </a:lnTo>
                  <a:lnTo>
                    <a:pt x="1077428" y="1326679"/>
                  </a:lnTo>
                  <a:lnTo>
                    <a:pt x="1077415" y="1326662"/>
                  </a:lnTo>
                  <a:lnTo>
                    <a:pt x="1077412" y="1326656"/>
                  </a:lnTo>
                  <a:lnTo>
                    <a:pt x="1077401" y="1326646"/>
                  </a:lnTo>
                  <a:lnTo>
                    <a:pt x="1077386" y="1326632"/>
                  </a:lnTo>
                  <a:lnTo>
                    <a:pt x="1077370" y="1326620"/>
                  </a:lnTo>
                  <a:lnTo>
                    <a:pt x="1077353" y="1326607"/>
                  </a:lnTo>
                  <a:lnTo>
                    <a:pt x="1077338" y="1326592"/>
                  </a:lnTo>
                  <a:lnTo>
                    <a:pt x="1077326" y="1326576"/>
                  </a:lnTo>
                  <a:lnTo>
                    <a:pt x="1077315" y="1326559"/>
                  </a:lnTo>
                  <a:lnTo>
                    <a:pt x="1077305" y="1326542"/>
                  </a:lnTo>
                  <a:lnTo>
                    <a:pt x="1077296" y="1326525"/>
                  </a:lnTo>
                  <a:lnTo>
                    <a:pt x="1077290" y="1326511"/>
                  </a:lnTo>
                  <a:lnTo>
                    <a:pt x="1077281" y="1326489"/>
                  </a:lnTo>
                  <a:lnTo>
                    <a:pt x="1077278" y="1326476"/>
                  </a:lnTo>
                  <a:lnTo>
                    <a:pt x="1077274" y="1326460"/>
                  </a:lnTo>
                  <a:lnTo>
                    <a:pt x="1077267" y="1326441"/>
                  </a:lnTo>
                  <a:lnTo>
                    <a:pt x="1077263" y="1326426"/>
                  </a:lnTo>
                  <a:lnTo>
                    <a:pt x="1077258" y="1326409"/>
                  </a:lnTo>
                  <a:lnTo>
                    <a:pt x="1077254" y="1326392"/>
                  </a:lnTo>
                  <a:lnTo>
                    <a:pt x="1077250" y="1326375"/>
                  </a:lnTo>
                  <a:lnTo>
                    <a:pt x="1077246" y="1326359"/>
                  </a:lnTo>
                  <a:lnTo>
                    <a:pt x="1077245" y="1326342"/>
                  </a:lnTo>
                  <a:lnTo>
                    <a:pt x="1077246" y="1326326"/>
                  </a:lnTo>
                  <a:lnTo>
                    <a:pt x="1077247" y="1326309"/>
                  </a:lnTo>
                  <a:lnTo>
                    <a:pt x="1077247" y="1326292"/>
                  </a:lnTo>
                  <a:lnTo>
                    <a:pt x="1077247" y="1326282"/>
                  </a:lnTo>
                  <a:lnTo>
                    <a:pt x="1077250" y="1326276"/>
                  </a:lnTo>
                  <a:lnTo>
                    <a:pt x="1077250" y="1326259"/>
                  </a:lnTo>
                  <a:lnTo>
                    <a:pt x="1077250" y="1326249"/>
                  </a:lnTo>
                  <a:lnTo>
                    <a:pt x="1077253" y="1326242"/>
                  </a:lnTo>
                  <a:lnTo>
                    <a:pt x="1077254" y="1326226"/>
                  </a:lnTo>
                  <a:lnTo>
                    <a:pt x="1077254" y="1326216"/>
                  </a:lnTo>
                  <a:lnTo>
                    <a:pt x="1077256" y="1326209"/>
                  </a:lnTo>
                  <a:lnTo>
                    <a:pt x="1077257" y="1326192"/>
                  </a:lnTo>
                  <a:lnTo>
                    <a:pt x="1077257" y="1326175"/>
                  </a:lnTo>
                  <a:lnTo>
                    <a:pt x="1077258" y="1326159"/>
                  </a:lnTo>
                  <a:lnTo>
                    <a:pt x="1077259" y="1326142"/>
                  </a:lnTo>
                  <a:lnTo>
                    <a:pt x="1077261" y="1326134"/>
                  </a:lnTo>
                  <a:lnTo>
                    <a:pt x="1077261" y="1326126"/>
                  </a:lnTo>
                  <a:lnTo>
                    <a:pt x="1077262" y="1326109"/>
                  </a:lnTo>
                  <a:lnTo>
                    <a:pt x="1077264" y="1326092"/>
                  </a:lnTo>
                  <a:lnTo>
                    <a:pt x="1077265" y="1326076"/>
                  </a:lnTo>
                  <a:lnTo>
                    <a:pt x="1077268" y="1326059"/>
                  </a:lnTo>
                  <a:lnTo>
                    <a:pt x="1077270" y="1326042"/>
                  </a:lnTo>
                  <a:lnTo>
                    <a:pt x="1077274" y="1326025"/>
                  </a:lnTo>
                  <a:lnTo>
                    <a:pt x="1077280" y="1326009"/>
                  </a:lnTo>
                  <a:lnTo>
                    <a:pt x="1077286" y="1325992"/>
                  </a:lnTo>
                  <a:lnTo>
                    <a:pt x="1077294" y="1325975"/>
                  </a:lnTo>
                  <a:lnTo>
                    <a:pt x="1077301" y="1325959"/>
                  </a:lnTo>
                  <a:lnTo>
                    <a:pt x="1077305" y="1325944"/>
                  </a:lnTo>
                  <a:lnTo>
                    <a:pt x="1077308" y="1325928"/>
                  </a:lnTo>
                  <a:lnTo>
                    <a:pt x="1077303" y="1325909"/>
                  </a:lnTo>
                  <a:lnTo>
                    <a:pt x="1077299" y="1325897"/>
                  </a:lnTo>
                  <a:lnTo>
                    <a:pt x="1077295" y="1325892"/>
                  </a:lnTo>
                  <a:lnTo>
                    <a:pt x="1077294" y="1325887"/>
                  </a:lnTo>
                  <a:lnTo>
                    <a:pt x="1077287" y="1325876"/>
                  </a:lnTo>
                  <a:lnTo>
                    <a:pt x="1077275" y="1325859"/>
                  </a:lnTo>
                  <a:lnTo>
                    <a:pt x="1077262" y="1325843"/>
                  </a:lnTo>
                  <a:lnTo>
                    <a:pt x="1077245" y="1325827"/>
                  </a:lnTo>
                  <a:lnTo>
                    <a:pt x="1077232" y="1325810"/>
                  </a:lnTo>
                  <a:lnTo>
                    <a:pt x="1077217" y="1325793"/>
                  </a:lnTo>
                  <a:lnTo>
                    <a:pt x="1077204" y="1325776"/>
                  </a:lnTo>
                  <a:lnTo>
                    <a:pt x="1077192" y="1325760"/>
                  </a:lnTo>
                  <a:lnTo>
                    <a:pt x="1077182" y="1325743"/>
                  </a:lnTo>
                  <a:lnTo>
                    <a:pt x="1077171" y="1325727"/>
                  </a:lnTo>
                  <a:lnTo>
                    <a:pt x="1077146" y="1325682"/>
                  </a:lnTo>
                  <a:lnTo>
                    <a:pt x="1077138" y="1325665"/>
                  </a:lnTo>
                  <a:lnTo>
                    <a:pt x="1077130" y="1325649"/>
                  </a:lnTo>
                  <a:lnTo>
                    <a:pt x="1077124" y="1325632"/>
                  </a:lnTo>
                  <a:lnTo>
                    <a:pt x="1077118" y="1325616"/>
                  </a:lnTo>
                  <a:lnTo>
                    <a:pt x="1077112" y="1325599"/>
                  </a:lnTo>
                  <a:lnTo>
                    <a:pt x="1077107" y="1325582"/>
                  </a:lnTo>
                  <a:lnTo>
                    <a:pt x="1077102" y="1325566"/>
                  </a:lnTo>
                  <a:lnTo>
                    <a:pt x="1077094" y="1325549"/>
                  </a:lnTo>
                  <a:lnTo>
                    <a:pt x="1077087" y="1325533"/>
                  </a:lnTo>
                  <a:lnTo>
                    <a:pt x="1077079" y="1325516"/>
                  </a:lnTo>
                  <a:lnTo>
                    <a:pt x="1077066" y="1325499"/>
                  </a:lnTo>
                  <a:lnTo>
                    <a:pt x="1077059" y="1325491"/>
                  </a:lnTo>
                  <a:lnTo>
                    <a:pt x="1077050" y="1325484"/>
                  </a:lnTo>
                  <a:lnTo>
                    <a:pt x="1077034" y="1325474"/>
                  </a:lnTo>
                  <a:lnTo>
                    <a:pt x="1077030" y="1325469"/>
                  </a:lnTo>
                  <a:lnTo>
                    <a:pt x="1077018" y="1325463"/>
                  </a:lnTo>
                  <a:lnTo>
                    <a:pt x="1077001" y="1325455"/>
                  </a:lnTo>
                  <a:lnTo>
                    <a:pt x="1076985" y="1325447"/>
                  </a:lnTo>
                  <a:lnTo>
                    <a:pt x="1076969" y="1325440"/>
                  </a:lnTo>
                  <a:lnTo>
                    <a:pt x="1076953" y="1325434"/>
                  </a:lnTo>
                  <a:lnTo>
                    <a:pt x="1076936" y="1325426"/>
                  </a:lnTo>
                  <a:lnTo>
                    <a:pt x="1076930" y="1325424"/>
                  </a:lnTo>
                  <a:lnTo>
                    <a:pt x="1076920" y="1325417"/>
                  </a:lnTo>
                  <a:lnTo>
                    <a:pt x="1076904" y="1325405"/>
                  </a:lnTo>
                  <a:lnTo>
                    <a:pt x="1076891" y="1325391"/>
                  </a:lnTo>
                  <a:lnTo>
                    <a:pt x="1076876" y="1325365"/>
                  </a:lnTo>
                  <a:lnTo>
                    <a:pt x="1076867" y="1325350"/>
                  </a:lnTo>
                  <a:lnTo>
                    <a:pt x="1076858" y="1325333"/>
                  </a:lnTo>
                  <a:lnTo>
                    <a:pt x="1076848" y="1325316"/>
                  </a:lnTo>
                  <a:lnTo>
                    <a:pt x="1076838" y="1325299"/>
                  </a:lnTo>
                  <a:lnTo>
                    <a:pt x="1076827" y="1325283"/>
                  </a:lnTo>
                  <a:lnTo>
                    <a:pt x="1076818" y="1325266"/>
                  </a:lnTo>
                  <a:lnTo>
                    <a:pt x="1076808" y="1325250"/>
                  </a:lnTo>
                  <a:lnTo>
                    <a:pt x="1076799" y="1325233"/>
                  </a:lnTo>
                  <a:lnTo>
                    <a:pt x="1076795" y="1325216"/>
                  </a:lnTo>
                  <a:lnTo>
                    <a:pt x="1076791" y="1325200"/>
                  </a:lnTo>
                  <a:lnTo>
                    <a:pt x="1076788" y="1325190"/>
                  </a:lnTo>
                  <a:lnTo>
                    <a:pt x="1076788" y="1325183"/>
                  </a:lnTo>
                  <a:lnTo>
                    <a:pt x="1076786" y="1325176"/>
                  </a:lnTo>
                  <a:lnTo>
                    <a:pt x="1076765" y="1325038"/>
                  </a:lnTo>
                  <a:lnTo>
                    <a:pt x="1076762" y="1325022"/>
                  </a:lnTo>
                  <a:lnTo>
                    <a:pt x="1076761" y="1325005"/>
                  </a:lnTo>
                  <a:lnTo>
                    <a:pt x="1076758" y="1324988"/>
                  </a:lnTo>
                  <a:lnTo>
                    <a:pt x="1076756" y="1324972"/>
                  </a:lnTo>
                  <a:lnTo>
                    <a:pt x="1076756" y="1324955"/>
                  </a:lnTo>
                  <a:lnTo>
                    <a:pt x="1076755" y="1324939"/>
                  </a:lnTo>
                  <a:lnTo>
                    <a:pt x="1076754" y="1324922"/>
                  </a:lnTo>
                  <a:lnTo>
                    <a:pt x="1076753" y="1324905"/>
                  </a:lnTo>
                  <a:lnTo>
                    <a:pt x="1076753" y="1324889"/>
                  </a:lnTo>
                  <a:lnTo>
                    <a:pt x="1076752" y="1324872"/>
                  </a:lnTo>
                  <a:lnTo>
                    <a:pt x="1076750" y="1324855"/>
                  </a:lnTo>
                  <a:lnTo>
                    <a:pt x="1076744" y="1324838"/>
                  </a:lnTo>
                  <a:lnTo>
                    <a:pt x="1076740" y="1324832"/>
                  </a:lnTo>
                  <a:lnTo>
                    <a:pt x="1076730" y="1324824"/>
                  </a:lnTo>
                  <a:lnTo>
                    <a:pt x="1076714" y="1324810"/>
                  </a:lnTo>
                  <a:lnTo>
                    <a:pt x="1076698" y="1324796"/>
                  </a:lnTo>
                  <a:lnTo>
                    <a:pt x="1076683" y="1324782"/>
                  </a:lnTo>
                  <a:lnTo>
                    <a:pt x="1076668" y="1324768"/>
                  </a:lnTo>
                  <a:lnTo>
                    <a:pt x="1076659" y="1324761"/>
                  </a:lnTo>
                  <a:lnTo>
                    <a:pt x="1076654" y="1324754"/>
                  </a:lnTo>
                  <a:lnTo>
                    <a:pt x="1076637" y="1324742"/>
                  </a:lnTo>
                  <a:lnTo>
                    <a:pt x="1076621" y="1324737"/>
                  </a:lnTo>
                  <a:lnTo>
                    <a:pt x="1076605" y="1324732"/>
                  </a:lnTo>
                  <a:lnTo>
                    <a:pt x="1076596" y="1324731"/>
                  </a:lnTo>
                  <a:lnTo>
                    <a:pt x="1076565" y="1324721"/>
                  </a:lnTo>
                  <a:lnTo>
                    <a:pt x="1076547" y="1324711"/>
                  </a:lnTo>
                  <a:lnTo>
                    <a:pt x="1076531" y="1324699"/>
                  </a:lnTo>
                  <a:lnTo>
                    <a:pt x="1076518" y="1324682"/>
                  </a:lnTo>
                  <a:lnTo>
                    <a:pt x="1076510" y="1324667"/>
                  </a:lnTo>
                  <a:lnTo>
                    <a:pt x="1076507" y="1324658"/>
                  </a:lnTo>
                  <a:lnTo>
                    <a:pt x="1076506" y="1324649"/>
                  </a:lnTo>
                  <a:lnTo>
                    <a:pt x="1076502" y="1324632"/>
                  </a:lnTo>
                  <a:lnTo>
                    <a:pt x="1076499" y="1324616"/>
                  </a:lnTo>
                  <a:lnTo>
                    <a:pt x="1076496" y="1324599"/>
                  </a:lnTo>
                  <a:lnTo>
                    <a:pt x="1076493" y="1324583"/>
                  </a:lnTo>
                  <a:lnTo>
                    <a:pt x="1076488" y="1324566"/>
                  </a:lnTo>
                  <a:lnTo>
                    <a:pt x="1076483" y="1324549"/>
                  </a:lnTo>
                  <a:lnTo>
                    <a:pt x="1076477" y="1324532"/>
                  </a:lnTo>
                  <a:lnTo>
                    <a:pt x="1076470" y="1324516"/>
                  </a:lnTo>
                  <a:lnTo>
                    <a:pt x="1076463" y="1324499"/>
                  </a:lnTo>
                  <a:lnTo>
                    <a:pt x="1076458" y="1324488"/>
                  </a:lnTo>
                  <a:lnTo>
                    <a:pt x="1076450" y="1324475"/>
                  </a:lnTo>
                  <a:lnTo>
                    <a:pt x="1076440" y="1324474"/>
                  </a:lnTo>
                  <a:lnTo>
                    <a:pt x="1076434" y="1324475"/>
                  </a:lnTo>
                  <a:lnTo>
                    <a:pt x="1076423" y="1324476"/>
                  </a:lnTo>
                  <a:lnTo>
                    <a:pt x="1076409" y="1324480"/>
                  </a:lnTo>
                  <a:lnTo>
                    <a:pt x="1076391" y="1324484"/>
                  </a:lnTo>
                  <a:lnTo>
                    <a:pt x="1076374" y="1324484"/>
                  </a:lnTo>
                  <a:lnTo>
                    <a:pt x="1076358" y="1324483"/>
                  </a:lnTo>
                  <a:lnTo>
                    <a:pt x="1076341" y="1324480"/>
                  </a:lnTo>
                  <a:lnTo>
                    <a:pt x="1076332" y="1324479"/>
                  </a:lnTo>
                  <a:lnTo>
                    <a:pt x="1076325" y="1324477"/>
                  </a:lnTo>
                  <a:lnTo>
                    <a:pt x="1076309" y="1324475"/>
                  </a:lnTo>
                  <a:lnTo>
                    <a:pt x="1076293" y="1324471"/>
                  </a:lnTo>
                  <a:lnTo>
                    <a:pt x="1076283" y="1324470"/>
                  </a:lnTo>
                  <a:lnTo>
                    <a:pt x="1076276" y="1324466"/>
                  </a:lnTo>
                  <a:lnTo>
                    <a:pt x="1076268" y="1324464"/>
                  </a:lnTo>
                  <a:lnTo>
                    <a:pt x="1076260" y="1324460"/>
                  </a:lnTo>
                  <a:lnTo>
                    <a:pt x="1076244" y="1324452"/>
                  </a:lnTo>
                  <a:lnTo>
                    <a:pt x="1076228" y="1324443"/>
                  </a:lnTo>
                  <a:lnTo>
                    <a:pt x="1076211" y="1324433"/>
                  </a:lnTo>
                  <a:lnTo>
                    <a:pt x="1076195" y="1324422"/>
                  </a:lnTo>
                  <a:lnTo>
                    <a:pt x="1076178" y="1324407"/>
                  </a:lnTo>
                  <a:lnTo>
                    <a:pt x="1076162" y="1324391"/>
                  </a:lnTo>
                  <a:lnTo>
                    <a:pt x="1076143" y="1324374"/>
                  </a:lnTo>
                  <a:lnTo>
                    <a:pt x="1076129" y="1324362"/>
                  </a:lnTo>
                  <a:lnTo>
                    <a:pt x="1076123" y="1324355"/>
                  </a:lnTo>
                  <a:lnTo>
                    <a:pt x="1076118" y="1324363"/>
                  </a:lnTo>
                  <a:lnTo>
                    <a:pt x="1076105" y="1324380"/>
                  </a:lnTo>
                  <a:lnTo>
                    <a:pt x="1076092" y="1324397"/>
                  </a:lnTo>
                  <a:lnTo>
                    <a:pt x="1076079" y="1324413"/>
                  </a:lnTo>
                  <a:lnTo>
                    <a:pt x="1076067" y="1324430"/>
                  </a:lnTo>
                  <a:lnTo>
                    <a:pt x="1076061" y="1324439"/>
                  </a:lnTo>
                  <a:lnTo>
                    <a:pt x="1076045" y="1324462"/>
                  </a:lnTo>
                  <a:lnTo>
                    <a:pt x="1076034" y="1324479"/>
                  </a:lnTo>
                  <a:lnTo>
                    <a:pt x="1076023" y="1324496"/>
                  </a:lnTo>
                  <a:lnTo>
                    <a:pt x="1076014" y="1324512"/>
                  </a:lnTo>
                  <a:lnTo>
                    <a:pt x="1076008" y="1324525"/>
                  </a:lnTo>
                  <a:lnTo>
                    <a:pt x="1076005" y="1324546"/>
                  </a:lnTo>
                  <a:lnTo>
                    <a:pt x="1076000" y="1324562"/>
                  </a:lnTo>
                  <a:lnTo>
                    <a:pt x="1075982" y="1324608"/>
                  </a:lnTo>
                  <a:lnTo>
                    <a:pt x="1075973" y="1324630"/>
                  </a:lnTo>
                  <a:lnTo>
                    <a:pt x="1075964" y="1324646"/>
                  </a:lnTo>
                  <a:lnTo>
                    <a:pt x="1075951" y="1324669"/>
                  </a:lnTo>
                  <a:lnTo>
                    <a:pt x="1075942" y="1324681"/>
                  </a:lnTo>
                  <a:lnTo>
                    <a:pt x="1075933" y="1324695"/>
                  </a:lnTo>
                  <a:lnTo>
                    <a:pt x="1075922" y="1324712"/>
                  </a:lnTo>
                  <a:lnTo>
                    <a:pt x="1075909" y="1324728"/>
                  </a:lnTo>
                  <a:lnTo>
                    <a:pt x="1075896" y="1324745"/>
                  </a:lnTo>
                  <a:lnTo>
                    <a:pt x="1075882" y="1324759"/>
                  </a:lnTo>
                  <a:lnTo>
                    <a:pt x="1075867" y="1324774"/>
                  </a:lnTo>
                  <a:lnTo>
                    <a:pt x="1075851" y="1324791"/>
                  </a:lnTo>
                  <a:lnTo>
                    <a:pt x="1075837" y="1324806"/>
                  </a:lnTo>
                  <a:lnTo>
                    <a:pt x="1075823" y="1324821"/>
                  </a:lnTo>
                  <a:lnTo>
                    <a:pt x="1075818" y="1324823"/>
                  </a:lnTo>
                  <a:lnTo>
                    <a:pt x="1075811" y="1324814"/>
                  </a:lnTo>
                  <a:lnTo>
                    <a:pt x="1075804" y="1324797"/>
                  </a:lnTo>
                  <a:lnTo>
                    <a:pt x="1075794" y="1324781"/>
                  </a:lnTo>
                  <a:lnTo>
                    <a:pt x="1075784" y="1324764"/>
                  </a:lnTo>
                  <a:lnTo>
                    <a:pt x="1075769" y="1324750"/>
                  </a:lnTo>
                  <a:lnTo>
                    <a:pt x="1075753" y="1324737"/>
                  </a:lnTo>
                  <a:lnTo>
                    <a:pt x="1075736" y="1324729"/>
                  </a:lnTo>
                  <a:lnTo>
                    <a:pt x="1075720" y="1324720"/>
                  </a:lnTo>
                  <a:lnTo>
                    <a:pt x="1075714" y="1324717"/>
                  </a:lnTo>
                  <a:lnTo>
                    <a:pt x="1075705" y="1324712"/>
                  </a:lnTo>
                  <a:lnTo>
                    <a:pt x="1075700" y="1324709"/>
                  </a:lnTo>
                  <a:lnTo>
                    <a:pt x="1075688" y="1324702"/>
                  </a:lnTo>
                  <a:lnTo>
                    <a:pt x="1075671" y="1324693"/>
                  </a:lnTo>
                  <a:lnTo>
                    <a:pt x="1075655" y="1324683"/>
                  </a:lnTo>
                  <a:lnTo>
                    <a:pt x="1075638" y="1324671"/>
                  </a:lnTo>
                  <a:lnTo>
                    <a:pt x="1075630" y="1324666"/>
                  </a:lnTo>
                  <a:lnTo>
                    <a:pt x="1075622" y="1324658"/>
                  </a:lnTo>
                  <a:lnTo>
                    <a:pt x="1075616" y="1324653"/>
                  </a:lnTo>
                  <a:lnTo>
                    <a:pt x="1075608" y="1324645"/>
                  </a:lnTo>
                  <a:lnTo>
                    <a:pt x="1075597" y="1324628"/>
                  </a:lnTo>
                  <a:lnTo>
                    <a:pt x="1075582" y="1324614"/>
                  </a:lnTo>
                  <a:lnTo>
                    <a:pt x="1075565" y="1324599"/>
                  </a:lnTo>
                  <a:lnTo>
                    <a:pt x="1075549" y="1324587"/>
                  </a:lnTo>
                  <a:lnTo>
                    <a:pt x="1075535" y="1324581"/>
                  </a:lnTo>
                  <a:lnTo>
                    <a:pt x="1075517" y="1324577"/>
                  </a:lnTo>
                  <a:lnTo>
                    <a:pt x="1075500" y="1324576"/>
                  </a:lnTo>
                  <a:lnTo>
                    <a:pt x="1075484" y="1324575"/>
                  </a:lnTo>
                  <a:lnTo>
                    <a:pt x="1075468" y="1324574"/>
                  </a:lnTo>
                  <a:lnTo>
                    <a:pt x="1075447" y="1324573"/>
                  </a:lnTo>
                  <a:lnTo>
                    <a:pt x="1075433" y="1324568"/>
                  </a:lnTo>
                  <a:lnTo>
                    <a:pt x="1075417" y="1324557"/>
                  </a:lnTo>
                  <a:lnTo>
                    <a:pt x="1075409" y="1324551"/>
                  </a:lnTo>
                  <a:lnTo>
                    <a:pt x="1075400" y="1324546"/>
                  </a:lnTo>
                  <a:lnTo>
                    <a:pt x="1075392" y="1324540"/>
                  </a:lnTo>
                  <a:lnTo>
                    <a:pt x="1075384" y="1324536"/>
                  </a:lnTo>
                  <a:lnTo>
                    <a:pt x="1075368" y="1324528"/>
                  </a:lnTo>
                  <a:lnTo>
                    <a:pt x="1075352" y="1324521"/>
                  </a:lnTo>
                  <a:lnTo>
                    <a:pt x="1075335" y="1324515"/>
                  </a:lnTo>
                  <a:lnTo>
                    <a:pt x="1075319" y="1324511"/>
                  </a:lnTo>
                  <a:lnTo>
                    <a:pt x="1075302" y="1324504"/>
                  </a:lnTo>
                  <a:lnTo>
                    <a:pt x="1075291" y="1324500"/>
                  </a:lnTo>
                  <a:lnTo>
                    <a:pt x="1075286" y="1324497"/>
                  </a:lnTo>
                  <a:lnTo>
                    <a:pt x="1075270" y="1324490"/>
                  </a:lnTo>
                  <a:lnTo>
                    <a:pt x="1075254" y="1324483"/>
                  </a:lnTo>
                  <a:lnTo>
                    <a:pt x="1075237" y="1324477"/>
                  </a:lnTo>
                  <a:lnTo>
                    <a:pt x="1075221" y="1324472"/>
                  </a:lnTo>
                  <a:lnTo>
                    <a:pt x="1075205" y="1324470"/>
                  </a:lnTo>
                  <a:lnTo>
                    <a:pt x="1075189" y="1324469"/>
                  </a:lnTo>
                  <a:lnTo>
                    <a:pt x="1075172" y="1324470"/>
                  </a:lnTo>
                  <a:lnTo>
                    <a:pt x="1075156" y="1324472"/>
                  </a:lnTo>
                  <a:lnTo>
                    <a:pt x="1075139" y="1324473"/>
                  </a:lnTo>
                  <a:lnTo>
                    <a:pt x="1075123" y="1324477"/>
                  </a:lnTo>
                  <a:lnTo>
                    <a:pt x="1075107" y="1324478"/>
                  </a:lnTo>
                  <a:lnTo>
                    <a:pt x="1075095" y="1324478"/>
                  </a:lnTo>
                  <a:lnTo>
                    <a:pt x="1075091" y="1324476"/>
                  </a:lnTo>
                  <a:lnTo>
                    <a:pt x="1075074" y="1324476"/>
                  </a:lnTo>
                  <a:lnTo>
                    <a:pt x="1075058" y="1324475"/>
                  </a:lnTo>
                  <a:lnTo>
                    <a:pt x="1075042" y="1324471"/>
                  </a:lnTo>
                  <a:lnTo>
                    <a:pt x="1075027" y="1324466"/>
                  </a:lnTo>
                  <a:lnTo>
                    <a:pt x="1075024" y="1324461"/>
                  </a:lnTo>
                  <a:lnTo>
                    <a:pt x="1075020" y="1324456"/>
                  </a:lnTo>
                  <a:lnTo>
                    <a:pt x="1075019" y="1324447"/>
                  </a:lnTo>
                  <a:lnTo>
                    <a:pt x="1075018" y="1324428"/>
                  </a:lnTo>
                  <a:lnTo>
                    <a:pt x="1075016" y="1324412"/>
                  </a:lnTo>
                  <a:lnTo>
                    <a:pt x="1075014" y="1324395"/>
                  </a:lnTo>
                  <a:lnTo>
                    <a:pt x="1075012" y="1324378"/>
                  </a:lnTo>
                  <a:lnTo>
                    <a:pt x="1075012" y="1324362"/>
                  </a:lnTo>
                  <a:lnTo>
                    <a:pt x="1075013" y="1324345"/>
                  </a:lnTo>
                  <a:lnTo>
                    <a:pt x="1075015" y="1324329"/>
                  </a:lnTo>
                  <a:lnTo>
                    <a:pt x="1075021" y="1324312"/>
                  </a:lnTo>
                  <a:lnTo>
                    <a:pt x="1075030" y="1324295"/>
                  </a:lnTo>
                  <a:lnTo>
                    <a:pt x="1075040" y="1324278"/>
                  </a:lnTo>
                  <a:lnTo>
                    <a:pt x="1075049" y="1324261"/>
                  </a:lnTo>
                  <a:lnTo>
                    <a:pt x="1075061" y="1324243"/>
                  </a:lnTo>
                  <a:lnTo>
                    <a:pt x="1075073" y="1324226"/>
                  </a:lnTo>
                  <a:lnTo>
                    <a:pt x="1075086" y="1324209"/>
                  </a:lnTo>
                  <a:lnTo>
                    <a:pt x="1075094" y="1324198"/>
                  </a:lnTo>
                  <a:lnTo>
                    <a:pt x="1075102" y="1324188"/>
                  </a:lnTo>
                  <a:lnTo>
                    <a:pt x="1075109" y="1324177"/>
                  </a:lnTo>
                  <a:lnTo>
                    <a:pt x="1075121" y="1324158"/>
                  </a:lnTo>
                  <a:lnTo>
                    <a:pt x="1075129" y="1324142"/>
                  </a:lnTo>
                  <a:lnTo>
                    <a:pt x="1075141" y="1324122"/>
                  </a:lnTo>
                  <a:lnTo>
                    <a:pt x="1075152" y="1324106"/>
                  </a:lnTo>
                  <a:lnTo>
                    <a:pt x="1075158" y="1324093"/>
                  </a:lnTo>
                  <a:lnTo>
                    <a:pt x="1075160" y="1324089"/>
                  </a:lnTo>
                  <a:lnTo>
                    <a:pt x="1075168" y="1324072"/>
                  </a:lnTo>
                  <a:lnTo>
                    <a:pt x="1075174" y="1324055"/>
                  </a:lnTo>
                  <a:lnTo>
                    <a:pt x="1075187" y="1324028"/>
                  </a:lnTo>
                  <a:lnTo>
                    <a:pt x="1075197" y="1324011"/>
                  </a:lnTo>
                  <a:lnTo>
                    <a:pt x="1075209" y="1323994"/>
                  </a:lnTo>
                  <a:lnTo>
                    <a:pt x="1075220" y="1323979"/>
                  </a:lnTo>
                  <a:lnTo>
                    <a:pt x="1075234" y="1323962"/>
                  </a:lnTo>
                  <a:lnTo>
                    <a:pt x="1075247" y="1323946"/>
                  </a:lnTo>
                  <a:lnTo>
                    <a:pt x="1075264" y="1323930"/>
                  </a:lnTo>
                  <a:lnTo>
                    <a:pt x="1075280" y="1323915"/>
                  </a:lnTo>
                  <a:lnTo>
                    <a:pt x="1075294" y="1323901"/>
                  </a:lnTo>
                  <a:lnTo>
                    <a:pt x="1075303" y="1323890"/>
                  </a:lnTo>
                  <a:lnTo>
                    <a:pt x="1075306" y="1323884"/>
                  </a:lnTo>
                  <a:lnTo>
                    <a:pt x="1075312" y="1323867"/>
                  </a:lnTo>
                  <a:lnTo>
                    <a:pt x="1075313" y="1323851"/>
                  </a:lnTo>
                  <a:lnTo>
                    <a:pt x="1075313" y="1323834"/>
                  </a:lnTo>
                  <a:lnTo>
                    <a:pt x="1075312" y="1323814"/>
                  </a:lnTo>
                  <a:lnTo>
                    <a:pt x="1075310" y="1323797"/>
                  </a:lnTo>
                  <a:lnTo>
                    <a:pt x="1075307" y="1323781"/>
                  </a:lnTo>
                  <a:lnTo>
                    <a:pt x="1075304" y="1323764"/>
                  </a:lnTo>
                  <a:lnTo>
                    <a:pt x="1075303" y="1323747"/>
                  </a:lnTo>
                  <a:lnTo>
                    <a:pt x="1075306" y="1323731"/>
                  </a:lnTo>
                  <a:lnTo>
                    <a:pt x="1075309" y="1323714"/>
                  </a:lnTo>
                  <a:lnTo>
                    <a:pt x="1075313" y="1323697"/>
                  </a:lnTo>
                  <a:lnTo>
                    <a:pt x="1075314" y="1323681"/>
                  </a:lnTo>
                  <a:lnTo>
                    <a:pt x="1075316" y="1323663"/>
                  </a:lnTo>
                  <a:lnTo>
                    <a:pt x="1075319" y="1323652"/>
                  </a:lnTo>
                  <a:lnTo>
                    <a:pt x="1075324" y="1323629"/>
                  </a:lnTo>
                  <a:lnTo>
                    <a:pt x="1075326" y="1323617"/>
                  </a:lnTo>
                  <a:lnTo>
                    <a:pt x="1075323" y="1323595"/>
                  </a:lnTo>
                  <a:lnTo>
                    <a:pt x="1075322" y="1323577"/>
                  </a:lnTo>
                  <a:lnTo>
                    <a:pt x="1075324" y="1323568"/>
                  </a:lnTo>
                  <a:lnTo>
                    <a:pt x="1075327" y="1323562"/>
                  </a:lnTo>
                  <a:lnTo>
                    <a:pt x="1075333" y="1323545"/>
                  </a:lnTo>
                  <a:lnTo>
                    <a:pt x="1075338" y="1323528"/>
                  </a:lnTo>
                  <a:lnTo>
                    <a:pt x="1075343" y="1323519"/>
                  </a:lnTo>
                  <a:lnTo>
                    <a:pt x="1075345" y="1323511"/>
                  </a:lnTo>
                  <a:lnTo>
                    <a:pt x="1075345" y="1323492"/>
                  </a:lnTo>
                  <a:lnTo>
                    <a:pt x="1075345" y="1323475"/>
                  </a:lnTo>
                  <a:lnTo>
                    <a:pt x="1075343" y="1323458"/>
                  </a:lnTo>
                  <a:lnTo>
                    <a:pt x="1075341" y="1323441"/>
                  </a:lnTo>
                  <a:lnTo>
                    <a:pt x="1075339" y="1323425"/>
                  </a:lnTo>
                  <a:lnTo>
                    <a:pt x="1075336" y="1323408"/>
                  </a:lnTo>
                  <a:lnTo>
                    <a:pt x="1075335" y="1323392"/>
                  </a:lnTo>
                  <a:lnTo>
                    <a:pt x="1075334" y="1323375"/>
                  </a:lnTo>
                  <a:lnTo>
                    <a:pt x="1075332" y="1323357"/>
                  </a:lnTo>
                  <a:lnTo>
                    <a:pt x="1075335" y="1323342"/>
                  </a:lnTo>
                  <a:lnTo>
                    <a:pt x="1075337" y="1323327"/>
                  </a:lnTo>
                  <a:lnTo>
                    <a:pt x="1075339" y="1323321"/>
                  </a:lnTo>
                  <a:lnTo>
                    <a:pt x="1075342" y="1323314"/>
                  </a:lnTo>
                  <a:lnTo>
                    <a:pt x="1075346" y="1323306"/>
                  </a:lnTo>
                  <a:lnTo>
                    <a:pt x="1075352" y="1323289"/>
                  </a:lnTo>
                  <a:lnTo>
                    <a:pt x="1075356" y="1323272"/>
                  </a:lnTo>
                  <a:lnTo>
                    <a:pt x="1075358" y="1323262"/>
                  </a:lnTo>
                  <a:lnTo>
                    <a:pt x="1075362" y="1323256"/>
                  </a:lnTo>
                  <a:lnTo>
                    <a:pt x="1075366" y="1323237"/>
                  </a:lnTo>
                  <a:lnTo>
                    <a:pt x="1075369" y="1323223"/>
                  </a:lnTo>
                  <a:lnTo>
                    <a:pt x="1075372" y="1323206"/>
                  </a:lnTo>
                  <a:lnTo>
                    <a:pt x="1075374" y="1323189"/>
                  </a:lnTo>
                  <a:lnTo>
                    <a:pt x="1075374" y="1323178"/>
                  </a:lnTo>
                  <a:lnTo>
                    <a:pt x="1075376" y="1323169"/>
                  </a:lnTo>
                  <a:lnTo>
                    <a:pt x="1075381" y="1323153"/>
                  </a:lnTo>
                  <a:lnTo>
                    <a:pt x="1075385" y="1323136"/>
                  </a:lnTo>
                  <a:lnTo>
                    <a:pt x="1075386" y="1323119"/>
                  </a:lnTo>
                  <a:lnTo>
                    <a:pt x="1075383" y="1323103"/>
                  </a:lnTo>
                  <a:lnTo>
                    <a:pt x="1075378" y="1323086"/>
                  </a:lnTo>
                  <a:lnTo>
                    <a:pt x="1075376" y="1323069"/>
                  </a:lnTo>
                  <a:lnTo>
                    <a:pt x="1075375" y="1323052"/>
                  </a:lnTo>
                  <a:lnTo>
                    <a:pt x="1075374" y="1323036"/>
                  </a:lnTo>
                  <a:lnTo>
                    <a:pt x="1075370" y="1323019"/>
                  </a:lnTo>
                  <a:lnTo>
                    <a:pt x="1075363" y="1323002"/>
                  </a:lnTo>
                  <a:lnTo>
                    <a:pt x="1075354" y="1322984"/>
                  </a:lnTo>
                  <a:lnTo>
                    <a:pt x="1075344" y="1322967"/>
                  </a:lnTo>
                  <a:lnTo>
                    <a:pt x="1075334" y="1322950"/>
                  </a:lnTo>
                  <a:lnTo>
                    <a:pt x="1075323" y="1322934"/>
                  </a:lnTo>
                  <a:lnTo>
                    <a:pt x="1075314" y="1322917"/>
                  </a:lnTo>
                  <a:lnTo>
                    <a:pt x="1075305" y="1322900"/>
                  </a:lnTo>
                  <a:lnTo>
                    <a:pt x="1075297" y="1322881"/>
                  </a:lnTo>
                  <a:lnTo>
                    <a:pt x="1075291" y="1322864"/>
                  </a:lnTo>
                  <a:lnTo>
                    <a:pt x="1075286" y="1322847"/>
                  </a:lnTo>
                  <a:lnTo>
                    <a:pt x="1075282" y="1322830"/>
                  </a:lnTo>
                  <a:lnTo>
                    <a:pt x="1075278" y="1322821"/>
                  </a:lnTo>
                  <a:lnTo>
                    <a:pt x="1075273" y="1322814"/>
                  </a:lnTo>
                  <a:lnTo>
                    <a:pt x="1075261" y="1322798"/>
                  </a:lnTo>
                  <a:lnTo>
                    <a:pt x="1075254" y="1322789"/>
                  </a:lnTo>
                  <a:lnTo>
                    <a:pt x="1075251" y="1322782"/>
                  </a:lnTo>
                  <a:lnTo>
                    <a:pt x="1075248" y="1322767"/>
                  </a:lnTo>
                  <a:lnTo>
                    <a:pt x="1075241" y="1322752"/>
                  </a:lnTo>
                  <a:lnTo>
                    <a:pt x="1075234" y="1322736"/>
                  </a:lnTo>
                  <a:lnTo>
                    <a:pt x="1075227" y="1322719"/>
                  </a:lnTo>
                  <a:lnTo>
                    <a:pt x="1075220" y="1322704"/>
                  </a:lnTo>
                  <a:lnTo>
                    <a:pt x="1075218" y="1322686"/>
                  </a:lnTo>
                  <a:lnTo>
                    <a:pt x="1075217" y="1322671"/>
                  </a:lnTo>
                  <a:lnTo>
                    <a:pt x="1075218" y="1322655"/>
                  </a:lnTo>
                  <a:lnTo>
                    <a:pt x="1075197" y="1322649"/>
                  </a:lnTo>
                  <a:lnTo>
                    <a:pt x="1075214" y="1322640"/>
                  </a:lnTo>
                  <a:lnTo>
                    <a:pt x="1075222" y="1322631"/>
                  </a:lnTo>
                  <a:lnTo>
                    <a:pt x="1075224" y="1322624"/>
                  </a:lnTo>
                  <a:lnTo>
                    <a:pt x="1075228" y="1322607"/>
                  </a:lnTo>
                  <a:lnTo>
                    <a:pt x="1075235" y="1322591"/>
                  </a:lnTo>
                  <a:lnTo>
                    <a:pt x="1075244" y="1322570"/>
                  </a:lnTo>
                  <a:lnTo>
                    <a:pt x="1075252" y="1322554"/>
                  </a:lnTo>
                  <a:lnTo>
                    <a:pt x="1075262" y="1322537"/>
                  </a:lnTo>
                  <a:lnTo>
                    <a:pt x="1075266" y="1322533"/>
                  </a:lnTo>
                  <a:lnTo>
                    <a:pt x="1075273" y="1322520"/>
                  </a:lnTo>
                  <a:lnTo>
                    <a:pt x="1075280" y="1322504"/>
                  </a:lnTo>
                  <a:lnTo>
                    <a:pt x="1075284" y="1322487"/>
                  </a:lnTo>
                  <a:lnTo>
                    <a:pt x="1075288" y="1322471"/>
                  </a:lnTo>
                  <a:lnTo>
                    <a:pt x="1075291" y="1322453"/>
                  </a:lnTo>
                  <a:lnTo>
                    <a:pt x="1075293" y="1322437"/>
                  </a:lnTo>
                  <a:lnTo>
                    <a:pt x="1075292" y="1322425"/>
                  </a:lnTo>
                  <a:lnTo>
                    <a:pt x="1075290" y="1322420"/>
                  </a:lnTo>
                  <a:lnTo>
                    <a:pt x="1075285" y="1322405"/>
                  </a:lnTo>
                  <a:lnTo>
                    <a:pt x="1075279" y="1322387"/>
                  </a:lnTo>
                  <a:lnTo>
                    <a:pt x="1075277" y="1322370"/>
                  </a:lnTo>
                  <a:lnTo>
                    <a:pt x="1075276" y="1322354"/>
                  </a:lnTo>
                  <a:lnTo>
                    <a:pt x="1075276" y="1322337"/>
                  </a:lnTo>
                  <a:lnTo>
                    <a:pt x="1075276" y="1322318"/>
                  </a:lnTo>
                  <a:lnTo>
                    <a:pt x="1075277" y="1322301"/>
                  </a:lnTo>
                  <a:lnTo>
                    <a:pt x="1075281" y="1322290"/>
                  </a:lnTo>
                  <a:lnTo>
                    <a:pt x="1075285" y="1322285"/>
                  </a:lnTo>
                  <a:lnTo>
                    <a:pt x="1075299" y="1322268"/>
                  </a:lnTo>
                  <a:lnTo>
                    <a:pt x="1075314" y="1322253"/>
                  </a:lnTo>
                  <a:lnTo>
                    <a:pt x="1075328" y="1322237"/>
                  </a:lnTo>
                  <a:lnTo>
                    <a:pt x="1075342" y="1322218"/>
                  </a:lnTo>
                  <a:lnTo>
                    <a:pt x="1075356" y="1322200"/>
                  </a:lnTo>
                  <a:lnTo>
                    <a:pt x="1075372" y="1322185"/>
                  </a:lnTo>
                  <a:lnTo>
                    <a:pt x="1075389" y="1322171"/>
                  </a:lnTo>
                  <a:lnTo>
                    <a:pt x="1075403" y="1322154"/>
                  </a:lnTo>
                  <a:lnTo>
                    <a:pt x="1075417" y="1322138"/>
                  </a:lnTo>
                  <a:lnTo>
                    <a:pt x="1075430" y="1322122"/>
                  </a:lnTo>
                  <a:lnTo>
                    <a:pt x="1075445" y="1322109"/>
                  </a:lnTo>
                  <a:lnTo>
                    <a:pt x="1075460" y="1322096"/>
                  </a:lnTo>
                  <a:lnTo>
                    <a:pt x="1075476" y="1322081"/>
                  </a:lnTo>
                  <a:lnTo>
                    <a:pt x="1075492" y="1322065"/>
                  </a:lnTo>
                  <a:lnTo>
                    <a:pt x="1075506" y="1322049"/>
                  </a:lnTo>
                  <a:lnTo>
                    <a:pt x="1075520" y="1322033"/>
                  </a:lnTo>
                  <a:lnTo>
                    <a:pt x="1075532" y="1322014"/>
                  </a:lnTo>
                  <a:lnTo>
                    <a:pt x="1075540" y="1321997"/>
                  </a:lnTo>
                  <a:lnTo>
                    <a:pt x="1075546" y="1321981"/>
                  </a:lnTo>
                  <a:lnTo>
                    <a:pt x="1075551" y="1321964"/>
                  </a:lnTo>
                  <a:lnTo>
                    <a:pt x="1075557" y="1321947"/>
                  </a:lnTo>
                  <a:lnTo>
                    <a:pt x="1075564" y="1321931"/>
                  </a:lnTo>
                  <a:lnTo>
                    <a:pt x="1075567" y="1321914"/>
                  </a:lnTo>
                  <a:lnTo>
                    <a:pt x="1075569" y="1321897"/>
                  </a:lnTo>
                  <a:lnTo>
                    <a:pt x="1075570" y="1321883"/>
                  </a:lnTo>
                  <a:lnTo>
                    <a:pt x="1075572" y="1321877"/>
                  </a:lnTo>
                  <a:lnTo>
                    <a:pt x="1075573" y="1321865"/>
                  </a:lnTo>
                  <a:lnTo>
                    <a:pt x="1075576" y="1321861"/>
                  </a:lnTo>
                  <a:lnTo>
                    <a:pt x="1075579" y="1321844"/>
                  </a:lnTo>
                  <a:lnTo>
                    <a:pt x="1075585" y="1321827"/>
                  </a:lnTo>
                  <a:lnTo>
                    <a:pt x="1075592" y="1321810"/>
                  </a:lnTo>
                  <a:lnTo>
                    <a:pt x="1075605" y="1321779"/>
                  </a:lnTo>
                  <a:lnTo>
                    <a:pt x="1075610" y="1321767"/>
                  </a:lnTo>
                  <a:lnTo>
                    <a:pt x="1075609" y="1321757"/>
                  </a:lnTo>
                  <a:lnTo>
                    <a:pt x="1075600" y="1321741"/>
                  </a:lnTo>
                  <a:lnTo>
                    <a:pt x="1075592" y="1321729"/>
                  </a:lnTo>
                  <a:lnTo>
                    <a:pt x="1075583" y="1321717"/>
                  </a:lnTo>
                  <a:lnTo>
                    <a:pt x="1075580" y="1321708"/>
                  </a:lnTo>
                  <a:lnTo>
                    <a:pt x="1075574" y="1321696"/>
                  </a:lnTo>
                  <a:lnTo>
                    <a:pt x="1075569" y="1321685"/>
                  </a:lnTo>
                  <a:lnTo>
                    <a:pt x="1075565" y="1321677"/>
                  </a:lnTo>
                  <a:lnTo>
                    <a:pt x="1075559" y="1321668"/>
                  </a:lnTo>
                  <a:lnTo>
                    <a:pt x="1075557" y="1321663"/>
                  </a:lnTo>
                  <a:lnTo>
                    <a:pt x="1075550" y="1321646"/>
                  </a:lnTo>
                  <a:lnTo>
                    <a:pt x="1075541" y="1321629"/>
                  </a:lnTo>
                  <a:lnTo>
                    <a:pt x="1075532" y="1321612"/>
                  </a:lnTo>
                  <a:lnTo>
                    <a:pt x="1075525" y="1321596"/>
                  </a:lnTo>
                  <a:lnTo>
                    <a:pt x="1075513" y="1321576"/>
                  </a:lnTo>
                  <a:lnTo>
                    <a:pt x="1075502" y="1321557"/>
                  </a:lnTo>
                  <a:lnTo>
                    <a:pt x="1075496" y="1321544"/>
                  </a:lnTo>
                  <a:lnTo>
                    <a:pt x="1075491" y="1321533"/>
                  </a:lnTo>
                  <a:lnTo>
                    <a:pt x="1075489" y="1321524"/>
                  </a:lnTo>
                  <a:lnTo>
                    <a:pt x="1075484" y="1321507"/>
                  </a:lnTo>
                  <a:lnTo>
                    <a:pt x="1075479" y="1321491"/>
                  </a:lnTo>
                  <a:lnTo>
                    <a:pt x="1075476" y="1321481"/>
                  </a:lnTo>
                  <a:lnTo>
                    <a:pt x="1075475" y="1321470"/>
                  </a:lnTo>
                  <a:lnTo>
                    <a:pt x="1075476" y="1321462"/>
                  </a:lnTo>
                  <a:lnTo>
                    <a:pt x="1075478" y="1321457"/>
                  </a:lnTo>
                  <a:lnTo>
                    <a:pt x="1075479" y="1321441"/>
                  </a:lnTo>
                  <a:lnTo>
                    <a:pt x="1075477" y="1321424"/>
                  </a:lnTo>
                  <a:lnTo>
                    <a:pt x="1075476" y="1321407"/>
                  </a:lnTo>
                  <a:lnTo>
                    <a:pt x="1075474" y="1321391"/>
                  </a:lnTo>
                  <a:lnTo>
                    <a:pt x="1075472" y="1321379"/>
                  </a:lnTo>
                  <a:lnTo>
                    <a:pt x="1075471" y="1321374"/>
                  </a:lnTo>
                  <a:lnTo>
                    <a:pt x="1075468" y="1321357"/>
                  </a:lnTo>
                  <a:lnTo>
                    <a:pt x="1075463" y="1321341"/>
                  </a:lnTo>
                  <a:lnTo>
                    <a:pt x="1075459" y="1321333"/>
                  </a:lnTo>
                  <a:lnTo>
                    <a:pt x="1075453" y="1321324"/>
                  </a:lnTo>
                  <a:lnTo>
                    <a:pt x="1075437" y="1321308"/>
                  </a:lnTo>
                  <a:lnTo>
                    <a:pt x="1075421" y="1321293"/>
                  </a:lnTo>
                  <a:lnTo>
                    <a:pt x="1075409" y="1321278"/>
                  </a:lnTo>
                  <a:lnTo>
                    <a:pt x="1075405" y="1321269"/>
                  </a:lnTo>
                  <a:lnTo>
                    <a:pt x="1075404" y="1321260"/>
                  </a:lnTo>
                  <a:lnTo>
                    <a:pt x="1075405" y="1321240"/>
                  </a:lnTo>
                  <a:lnTo>
                    <a:pt x="1075407" y="1321221"/>
                  </a:lnTo>
                  <a:lnTo>
                    <a:pt x="1075411" y="1321191"/>
                  </a:lnTo>
                  <a:lnTo>
                    <a:pt x="1075415" y="1321171"/>
                  </a:lnTo>
                  <a:lnTo>
                    <a:pt x="1075419" y="1321154"/>
                  </a:lnTo>
                  <a:lnTo>
                    <a:pt x="1075422" y="1321137"/>
                  </a:lnTo>
                  <a:lnTo>
                    <a:pt x="1075424" y="1321121"/>
                  </a:lnTo>
                  <a:lnTo>
                    <a:pt x="1075428" y="1321104"/>
                  </a:lnTo>
                  <a:lnTo>
                    <a:pt x="1075429" y="1321097"/>
                  </a:lnTo>
                  <a:lnTo>
                    <a:pt x="1075433" y="1321093"/>
                  </a:lnTo>
                  <a:lnTo>
                    <a:pt x="1075437" y="1321091"/>
                  </a:lnTo>
                  <a:lnTo>
                    <a:pt x="1075442" y="1321093"/>
                  </a:lnTo>
                  <a:lnTo>
                    <a:pt x="1075454" y="1321103"/>
                  </a:lnTo>
                  <a:lnTo>
                    <a:pt x="1075473" y="1321118"/>
                  </a:lnTo>
                  <a:lnTo>
                    <a:pt x="1075506" y="1321136"/>
                  </a:lnTo>
                  <a:lnTo>
                    <a:pt x="1075514" y="1321148"/>
                  </a:lnTo>
                  <a:lnTo>
                    <a:pt x="1075520" y="1321156"/>
                  </a:lnTo>
                  <a:lnTo>
                    <a:pt x="1075526" y="1321144"/>
                  </a:lnTo>
                  <a:lnTo>
                    <a:pt x="1075531" y="1321133"/>
                  </a:lnTo>
                  <a:lnTo>
                    <a:pt x="1075547" y="1321114"/>
                  </a:lnTo>
                  <a:lnTo>
                    <a:pt x="1075561" y="1321097"/>
                  </a:lnTo>
                  <a:lnTo>
                    <a:pt x="1075574" y="1321080"/>
                  </a:lnTo>
                  <a:lnTo>
                    <a:pt x="1075587" y="1321064"/>
                  </a:lnTo>
                  <a:lnTo>
                    <a:pt x="1075600" y="1321047"/>
                  </a:lnTo>
                  <a:lnTo>
                    <a:pt x="1075613" y="1321030"/>
                  </a:lnTo>
                  <a:lnTo>
                    <a:pt x="1075629" y="1321016"/>
                  </a:lnTo>
                  <a:lnTo>
                    <a:pt x="1075645" y="1321001"/>
                  </a:lnTo>
                  <a:lnTo>
                    <a:pt x="1075660" y="1320989"/>
                  </a:lnTo>
                  <a:lnTo>
                    <a:pt x="1075676" y="1320974"/>
                  </a:lnTo>
                  <a:lnTo>
                    <a:pt x="1075680" y="1320972"/>
                  </a:lnTo>
                  <a:lnTo>
                    <a:pt x="1075691" y="1320961"/>
                  </a:lnTo>
                  <a:lnTo>
                    <a:pt x="1075709" y="1320947"/>
                  </a:lnTo>
                  <a:lnTo>
                    <a:pt x="1075728" y="1320931"/>
                  </a:lnTo>
                  <a:lnTo>
                    <a:pt x="1075744" y="1320918"/>
                  </a:lnTo>
                  <a:lnTo>
                    <a:pt x="1075759" y="1320904"/>
                  </a:lnTo>
                  <a:lnTo>
                    <a:pt x="1075776" y="1320891"/>
                  </a:lnTo>
                  <a:lnTo>
                    <a:pt x="1075792" y="1320880"/>
                  </a:lnTo>
                  <a:lnTo>
                    <a:pt x="1075800" y="1320874"/>
                  </a:lnTo>
                  <a:lnTo>
                    <a:pt x="1075808" y="1320871"/>
                  </a:lnTo>
                  <a:lnTo>
                    <a:pt x="1075824" y="1320863"/>
                  </a:lnTo>
                  <a:lnTo>
                    <a:pt x="1075841" y="1320855"/>
                  </a:lnTo>
                  <a:lnTo>
                    <a:pt x="1075857" y="1320847"/>
                  </a:lnTo>
                  <a:lnTo>
                    <a:pt x="1075873" y="1320839"/>
                  </a:lnTo>
                  <a:lnTo>
                    <a:pt x="1075889" y="1320828"/>
                  </a:lnTo>
                  <a:lnTo>
                    <a:pt x="1075905" y="1320815"/>
                  </a:lnTo>
                  <a:lnTo>
                    <a:pt x="1075921" y="1320803"/>
                  </a:lnTo>
                  <a:lnTo>
                    <a:pt x="1075937" y="1320792"/>
                  </a:lnTo>
                  <a:lnTo>
                    <a:pt x="1075953" y="1320783"/>
                  </a:lnTo>
                  <a:lnTo>
                    <a:pt x="1075970" y="1320771"/>
                  </a:lnTo>
                  <a:lnTo>
                    <a:pt x="1075986" y="1320763"/>
                  </a:lnTo>
                  <a:lnTo>
                    <a:pt x="1076002" y="1320758"/>
                  </a:lnTo>
                  <a:lnTo>
                    <a:pt x="1076012" y="1320755"/>
                  </a:lnTo>
                  <a:lnTo>
                    <a:pt x="1076019" y="1320750"/>
                  </a:lnTo>
                  <a:lnTo>
                    <a:pt x="1076035" y="1320737"/>
                  </a:lnTo>
                  <a:lnTo>
                    <a:pt x="1076051" y="1320724"/>
                  </a:lnTo>
                  <a:lnTo>
                    <a:pt x="1076067" y="1320715"/>
                  </a:lnTo>
                  <a:lnTo>
                    <a:pt x="1076084" y="1320703"/>
                  </a:lnTo>
                  <a:lnTo>
                    <a:pt x="1076099" y="1320691"/>
                  </a:lnTo>
                  <a:lnTo>
                    <a:pt x="1076115" y="1320678"/>
                  </a:lnTo>
                  <a:lnTo>
                    <a:pt x="1076130" y="1320663"/>
                  </a:lnTo>
                  <a:lnTo>
                    <a:pt x="1076145" y="1320648"/>
                  </a:lnTo>
                  <a:lnTo>
                    <a:pt x="1076160" y="1320634"/>
                  </a:lnTo>
                  <a:lnTo>
                    <a:pt x="1076177" y="1320614"/>
                  </a:lnTo>
                  <a:lnTo>
                    <a:pt x="1076188" y="1320598"/>
                  </a:lnTo>
                  <a:lnTo>
                    <a:pt x="1076193" y="1320589"/>
                  </a:lnTo>
                  <a:lnTo>
                    <a:pt x="1076205" y="1320577"/>
                  </a:lnTo>
                  <a:lnTo>
                    <a:pt x="1076219" y="1320563"/>
                  </a:lnTo>
                  <a:lnTo>
                    <a:pt x="1076233" y="1320548"/>
                  </a:lnTo>
                  <a:lnTo>
                    <a:pt x="1076250" y="1320532"/>
                  </a:lnTo>
                  <a:lnTo>
                    <a:pt x="1076262" y="1320520"/>
                  </a:lnTo>
                  <a:lnTo>
                    <a:pt x="1076266" y="1320517"/>
                  </a:lnTo>
                  <a:lnTo>
                    <a:pt x="1076282" y="1320507"/>
                  </a:lnTo>
                  <a:lnTo>
                    <a:pt x="1076310" y="1320499"/>
                  </a:lnTo>
                  <a:lnTo>
                    <a:pt x="1076327" y="1320499"/>
                  </a:lnTo>
                  <a:lnTo>
                    <a:pt x="1076343" y="1320499"/>
                  </a:lnTo>
                  <a:lnTo>
                    <a:pt x="1076359" y="1320496"/>
                  </a:lnTo>
                  <a:lnTo>
                    <a:pt x="1076375" y="1320492"/>
                  </a:lnTo>
                  <a:lnTo>
                    <a:pt x="1076392" y="1320489"/>
                  </a:lnTo>
                  <a:lnTo>
                    <a:pt x="1076401" y="1320486"/>
                  </a:lnTo>
                  <a:lnTo>
                    <a:pt x="1076408" y="1320486"/>
                  </a:lnTo>
                  <a:lnTo>
                    <a:pt x="1076424" y="1320479"/>
                  </a:lnTo>
                  <a:lnTo>
                    <a:pt x="1076436" y="1320470"/>
                  </a:lnTo>
                  <a:lnTo>
                    <a:pt x="1076439" y="1320466"/>
                  </a:lnTo>
                  <a:lnTo>
                    <a:pt x="1076449" y="1320456"/>
                  </a:lnTo>
                  <a:lnTo>
                    <a:pt x="1076455" y="1320450"/>
                  </a:lnTo>
                  <a:lnTo>
                    <a:pt x="1076467" y="1320435"/>
                  </a:lnTo>
                  <a:lnTo>
                    <a:pt x="1076481" y="1320417"/>
                  </a:lnTo>
                  <a:lnTo>
                    <a:pt x="1076493" y="1320399"/>
                  </a:lnTo>
                  <a:lnTo>
                    <a:pt x="1076505" y="1320383"/>
                  </a:lnTo>
                  <a:lnTo>
                    <a:pt x="1076512" y="1320375"/>
                  </a:lnTo>
                  <a:lnTo>
                    <a:pt x="1076520" y="1320369"/>
                  </a:lnTo>
                  <a:lnTo>
                    <a:pt x="1076536" y="1320357"/>
                  </a:lnTo>
                  <a:lnTo>
                    <a:pt x="1076550" y="1320343"/>
                  </a:lnTo>
                  <a:lnTo>
                    <a:pt x="1076557" y="1320335"/>
                  </a:lnTo>
                  <a:lnTo>
                    <a:pt x="1076561" y="1320327"/>
                  </a:lnTo>
                  <a:lnTo>
                    <a:pt x="1076564" y="1320319"/>
                  </a:lnTo>
                  <a:lnTo>
                    <a:pt x="1076564" y="1320310"/>
                  </a:lnTo>
                  <a:lnTo>
                    <a:pt x="1076564" y="1320293"/>
                  </a:lnTo>
                  <a:lnTo>
                    <a:pt x="1076565" y="1320276"/>
                  </a:lnTo>
                  <a:lnTo>
                    <a:pt x="1076566" y="1320270"/>
                  </a:lnTo>
                  <a:lnTo>
                    <a:pt x="1076569" y="1320260"/>
                  </a:lnTo>
                  <a:lnTo>
                    <a:pt x="1076571" y="1320243"/>
                  </a:lnTo>
                  <a:lnTo>
                    <a:pt x="1076567" y="1320226"/>
                  </a:lnTo>
                  <a:lnTo>
                    <a:pt x="1076567" y="1320216"/>
                  </a:lnTo>
                  <a:lnTo>
                    <a:pt x="1076565" y="1320210"/>
                  </a:lnTo>
                  <a:lnTo>
                    <a:pt x="1076565" y="1320193"/>
                  </a:lnTo>
                  <a:lnTo>
                    <a:pt x="1076570" y="1320177"/>
                  </a:lnTo>
                  <a:lnTo>
                    <a:pt x="1076582" y="1320160"/>
                  </a:lnTo>
                  <a:lnTo>
                    <a:pt x="1076595" y="1320143"/>
                  </a:lnTo>
                  <a:lnTo>
                    <a:pt x="1076609" y="1320127"/>
                  </a:lnTo>
                  <a:lnTo>
                    <a:pt x="1076624" y="1320114"/>
                  </a:lnTo>
                  <a:lnTo>
                    <a:pt x="1076639" y="1320099"/>
                  </a:lnTo>
                  <a:lnTo>
                    <a:pt x="1076660" y="1320069"/>
                  </a:lnTo>
                  <a:lnTo>
                    <a:pt x="1076667" y="1320063"/>
                  </a:lnTo>
                  <a:lnTo>
                    <a:pt x="1076704" y="1320030"/>
                  </a:lnTo>
                  <a:lnTo>
                    <a:pt x="1076733" y="1320012"/>
                  </a:lnTo>
                  <a:lnTo>
                    <a:pt x="1076757" y="1320001"/>
                  </a:lnTo>
                  <a:lnTo>
                    <a:pt x="1076780" y="1319992"/>
                  </a:lnTo>
                  <a:lnTo>
                    <a:pt x="1076797" y="1319986"/>
                  </a:lnTo>
                  <a:lnTo>
                    <a:pt x="1076808" y="1319976"/>
                  </a:lnTo>
                  <a:lnTo>
                    <a:pt x="1076829" y="1319961"/>
                  </a:lnTo>
                  <a:lnTo>
                    <a:pt x="1076842" y="1319951"/>
                  </a:lnTo>
                  <a:lnTo>
                    <a:pt x="1076848" y="1319944"/>
                  </a:lnTo>
                  <a:lnTo>
                    <a:pt x="1076852" y="1319937"/>
                  </a:lnTo>
                  <a:lnTo>
                    <a:pt x="1076850" y="1319929"/>
                  </a:lnTo>
                  <a:lnTo>
                    <a:pt x="1076844" y="1319921"/>
                  </a:lnTo>
                  <a:lnTo>
                    <a:pt x="1076834" y="1319908"/>
                  </a:lnTo>
                  <a:lnTo>
                    <a:pt x="1076828" y="1319885"/>
                  </a:lnTo>
                  <a:lnTo>
                    <a:pt x="1076829" y="1319872"/>
                  </a:lnTo>
                  <a:lnTo>
                    <a:pt x="1076842" y="1319847"/>
                  </a:lnTo>
                  <a:lnTo>
                    <a:pt x="1076858" y="1319821"/>
                  </a:lnTo>
                  <a:lnTo>
                    <a:pt x="1076874" y="1319807"/>
                  </a:lnTo>
                  <a:lnTo>
                    <a:pt x="1076885" y="1319799"/>
                  </a:lnTo>
                  <a:lnTo>
                    <a:pt x="1076903" y="1319776"/>
                  </a:lnTo>
                  <a:lnTo>
                    <a:pt x="1076932" y="1319736"/>
                  </a:lnTo>
                  <a:lnTo>
                    <a:pt x="1076946" y="1319720"/>
                  </a:lnTo>
                  <a:lnTo>
                    <a:pt x="1076986" y="1319697"/>
                  </a:lnTo>
                  <a:lnTo>
                    <a:pt x="1077018" y="1319687"/>
                  </a:lnTo>
                  <a:lnTo>
                    <a:pt x="1077051" y="1319681"/>
                  </a:lnTo>
                  <a:lnTo>
                    <a:pt x="1077082" y="1319678"/>
                  </a:lnTo>
                  <a:lnTo>
                    <a:pt x="1077112" y="1319673"/>
                  </a:lnTo>
                  <a:lnTo>
                    <a:pt x="1077129" y="1319670"/>
                  </a:lnTo>
                  <a:lnTo>
                    <a:pt x="1077145" y="1319668"/>
                  </a:lnTo>
                  <a:lnTo>
                    <a:pt x="1077160" y="1319667"/>
                  </a:lnTo>
                  <a:lnTo>
                    <a:pt x="1077166" y="1319664"/>
                  </a:lnTo>
                  <a:lnTo>
                    <a:pt x="1077171" y="1319660"/>
                  </a:lnTo>
                  <a:lnTo>
                    <a:pt x="1077180" y="1319649"/>
                  </a:lnTo>
                  <a:lnTo>
                    <a:pt x="1077188" y="1319632"/>
                  </a:lnTo>
                  <a:lnTo>
                    <a:pt x="1077192" y="1319620"/>
                  </a:lnTo>
                  <a:lnTo>
                    <a:pt x="1077199" y="1319602"/>
                  </a:lnTo>
                  <a:lnTo>
                    <a:pt x="1077204" y="1319576"/>
                  </a:lnTo>
                  <a:lnTo>
                    <a:pt x="1077206" y="1319559"/>
                  </a:lnTo>
                  <a:lnTo>
                    <a:pt x="1077213" y="1319538"/>
                  </a:lnTo>
                  <a:lnTo>
                    <a:pt x="1077226" y="1319511"/>
                  </a:lnTo>
                  <a:lnTo>
                    <a:pt x="1077242" y="1319496"/>
                  </a:lnTo>
                  <a:lnTo>
                    <a:pt x="1077254" y="1319477"/>
                  </a:lnTo>
                  <a:lnTo>
                    <a:pt x="1077270" y="1319454"/>
                  </a:lnTo>
                  <a:lnTo>
                    <a:pt x="1077279" y="1319438"/>
                  </a:lnTo>
                  <a:lnTo>
                    <a:pt x="1077292" y="1319414"/>
                  </a:lnTo>
                  <a:lnTo>
                    <a:pt x="1077306" y="1319390"/>
                  </a:lnTo>
                  <a:lnTo>
                    <a:pt x="1077321" y="1319371"/>
                  </a:lnTo>
                  <a:lnTo>
                    <a:pt x="1077356" y="1319336"/>
                  </a:lnTo>
                  <a:lnTo>
                    <a:pt x="1077360" y="1319332"/>
                  </a:lnTo>
                  <a:lnTo>
                    <a:pt x="1077373" y="1319317"/>
                  </a:lnTo>
                  <a:lnTo>
                    <a:pt x="1077384" y="1319306"/>
                  </a:lnTo>
                  <a:lnTo>
                    <a:pt x="1077397" y="1319293"/>
                  </a:lnTo>
                  <a:lnTo>
                    <a:pt x="1077408" y="1319283"/>
                  </a:lnTo>
                  <a:lnTo>
                    <a:pt x="1077421" y="1319268"/>
                  </a:lnTo>
                  <a:lnTo>
                    <a:pt x="1077426" y="1319263"/>
                  </a:lnTo>
                  <a:lnTo>
                    <a:pt x="1077438" y="1319247"/>
                  </a:lnTo>
                  <a:lnTo>
                    <a:pt x="1077443" y="1319241"/>
                  </a:lnTo>
                  <a:lnTo>
                    <a:pt x="1077460" y="1319228"/>
                  </a:lnTo>
                  <a:lnTo>
                    <a:pt x="1077487" y="1319213"/>
                  </a:lnTo>
                  <a:lnTo>
                    <a:pt x="1077511" y="1319206"/>
                  </a:lnTo>
                  <a:lnTo>
                    <a:pt x="1077550" y="1319192"/>
                  </a:lnTo>
                  <a:lnTo>
                    <a:pt x="1077584" y="1319177"/>
                  </a:lnTo>
                  <a:lnTo>
                    <a:pt x="1077604" y="1319154"/>
                  </a:lnTo>
                  <a:lnTo>
                    <a:pt x="1077620" y="1319127"/>
                  </a:lnTo>
                  <a:lnTo>
                    <a:pt x="1077625" y="1319106"/>
                  </a:lnTo>
                  <a:lnTo>
                    <a:pt x="1077629" y="1319073"/>
                  </a:lnTo>
                  <a:lnTo>
                    <a:pt x="1077627" y="1319056"/>
                  </a:lnTo>
                  <a:lnTo>
                    <a:pt x="1077622" y="1319040"/>
                  </a:lnTo>
                  <a:lnTo>
                    <a:pt x="1077622" y="1319026"/>
                  </a:lnTo>
                  <a:lnTo>
                    <a:pt x="1077626" y="1319010"/>
                  </a:lnTo>
                  <a:lnTo>
                    <a:pt x="1077629" y="1318996"/>
                  </a:lnTo>
                  <a:lnTo>
                    <a:pt x="1077629" y="1318987"/>
                  </a:lnTo>
                  <a:lnTo>
                    <a:pt x="1077628" y="1318977"/>
                  </a:lnTo>
                  <a:lnTo>
                    <a:pt x="1077621" y="1318961"/>
                  </a:lnTo>
                  <a:lnTo>
                    <a:pt x="1077615" y="1318954"/>
                  </a:lnTo>
                  <a:lnTo>
                    <a:pt x="1077599" y="1318935"/>
                  </a:lnTo>
                  <a:lnTo>
                    <a:pt x="1077580" y="1318913"/>
                  </a:lnTo>
                  <a:lnTo>
                    <a:pt x="1077556" y="1318885"/>
                  </a:lnTo>
                  <a:lnTo>
                    <a:pt x="1077516" y="1318842"/>
                  </a:lnTo>
                  <a:lnTo>
                    <a:pt x="1077510" y="1318836"/>
                  </a:lnTo>
                  <a:lnTo>
                    <a:pt x="1077505" y="1318829"/>
                  </a:lnTo>
                  <a:lnTo>
                    <a:pt x="1077502" y="1318822"/>
                  </a:lnTo>
                  <a:lnTo>
                    <a:pt x="1077496" y="1318811"/>
                  </a:lnTo>
                  <a:lnTo>
                    <a:pt x="1077493" y="1318790"/>
                  </a:lnTo>
                  <a:lnTo>
                    <a:pt x="1077497" y="1318765"/>
                  </a:lnTo>
                  <a:lnTo>
                    <a:pt x="1077505" y="1318753"/>
                  </a:lnTo>
                  <a:lnTo>
                    <a:pt x="1077505" y="1318743"/>
                  </a:lnTo>
                  <a:lnTo>
                    <a:pt x="1077503" y="1318722"/>
                  </a:lnTo>
                  <a:lnTo>
                    <a:pt x="1077502" y="1318669"/>
                  </a:lnTo>
                  <a:lnTo>
                    <a:pt x="1077498" y="1318656"/>
                  </a:lnTo>
                  <a:lnTo>
                    <a:pt x="1077485" y="1318642"/>
                  </a:lnTo>
                  <a:lnTo>
                    <a:pt x="1077460" y="1318609"/>
                  </a:lnTo>
                  <a:lnTo>
                    <a:pt x="1077442" y="1318578"/>
                  </a:lnTo>
                  <a:lnTo>
                    <a:pt x="1077426" y="1318537"/>
                  </a:lnTo>
                  <a:lnTo>
                    <a:pt x="1077414" y="1318500"/>
                  </a:lnTo>
                  <a:lnTo>
                    <a:pt x="1077412" y="1318473"/>
                  </a:lnTo>
                  <a:lnTo>
                    <a:pt x="1077416" y="1318457"/>
                  </a:lnTo>
                  <a:lnTo>
                    <a:pt x="1077414" y="1318439"/>
                  </a:lnTo>
                  <a:lnTo>
                    <a:pt x="1077408" y="1318419"/>
                  </a:lnTo>
                  <a:lnTo>
                    <a:pt x="1077402" y="1318388"/>
                  </a:lnTo>
                  <a:lnTo>
                    <a:pt x="1077392" y="1318356"/>
                  </a:lnTo>
                  <a:lnTo>
                    <a:pt x="1077387" y="1318333"/>
                  </a:lnTo>
                  <a:lnTo>
                    <a:pt x="1077383" y="1318305"/>
                  </a:lnTo>
                  <a:lnTo>
                    <a:pt x="1077378" y="1318282"/>
                  </a:lnTo>
                  <a:lnTo>
                    <a:pt x="1077373" y="1318269"/>
                  </a:lnTo>
                  <a:lnTo>
                    <a:pt x="1077364" y="1318251"/>
                  </a:lnTo>
                  <a:lnTo>
                    <a:pt x="1077360" y="1318238"/>
                  </a:lnTo>
                  <a:lnTo>
                    <a:pt x="1077353" y="1318220"/>
                  </a:lnTo>
                  <a:lnTo>
                    <a:pt x="1077349" y="1318202"/>
                  </a:lnTo>
                  <a:lnTo>
                    <a:pt x="1077348" y="1318193"/>
                  </a:lnTo>
                  <a:lnTo>
                    <a:pt x="1077349" y="1318185"/>
                  </a:lnTo>
                  <a:lnTo>
                    <a:pt x="1077351" y="1318180"/>
                  </a:lnTo>
                  <a:lnTo>
                    <a:pt x="1077359" y="1318166"/>
                  </a:lnTo>
                  <a:lnTo>
                    <a:pt x="1077376" y="1318146"/>
                  </a:lnTo>
                  <a:lnTo>
                    <a:pt x="1077387" y="1318131"/>
                  </a:lnTo>
                  <a:lnTo>
                    <a:pt x="1077407" y="1318109"/>
                  </a:lnTo>
                  <a:lnTo>
                    <a:pt x="1077416" y="1318084"/>
                  </a:lnTo>
                  <a:lnTo>
                    <a:pt x="1077433" y="1318062"/>
                  </a:lnTo>
                  <a:lnTo>
                    <a:pt x="1077463" y="1318035"/>
                  </a:lnTo>
                  <a:lnTo>
                    <a:pt x="1077493" y="1318009"/>
                  </a:lnTo>
                  <a:lnTo>
                    <a:pt x="1077500" y="1318002"/>
                  </a:lnTo>
                  <a:lnTo>
                    <a:pt x="1077503" y="1317993"/>
                  </a:lnTo>
                  <a:lnTo>
                    <a:pt x="1077503" y="1317986"/>
                  </a:lnTo>
                  <a:lnTo>
                    <a:pt x="1077502" y="1317973"/>
                  </a:lnTo>
                  <a:lnTo>
                    <a:pt x="1077500" y="1317964"/>
                  </a:lnTo>
                  <a:lnTo>
                    <a:pt x="1077493" y="1317942"/>
                  </a:lnTo>
                  <a:lnTo>
                    <a:pt x="1077479" y="1317913"/>
                  </a:lnTo>
                  <a:lnTo>
                    <a:pt x="1077458" y="1317871"/>
                  </a:lnTo>
                  <a:lnTo>
                    <a:pt x="1077456" y="1317862"/>
                  </a:lnTo>
                  <a:lnTo>
                    <a:pt x="1077460" y="1317853"/>
                  </a:lnTo>
                  <a:lnTo>
                    <a:pt x="1077470" y="1317843"/>
                  </a:lnTo>
                  <a:lnTo>
                    <a:pt x="1077489" y="1317811"/>
                  </a:lnTo>
                  <a:lnTo>
                    <a:pt x="1077512" y="1317758"/>
                  </a:lnTo>
                  <a:lnTo>
                    <a:pt x="1077532" y="1317703"/>
                  </a:lnTo>
                  <a:lnTo>
                    <a:pt x="1077544" y="1317656"/>
                  </a:lnTo>
                  <a:lnTo>
                    <a:pt x="1077549" y="1317639"/>
                  </a:lnTo>
                  <a:lnTo>
                    <a:pt x="1077554" y="1317616"/>
                  </a:lnTo>
                  <a:lnTo>
                    <a:pt x="1077556" y="1317603"/>
                  </a:lnTo>
                  <a:lnTo>
                    <a:pt x="1077560" y="1317588"/>
                  </a:lnTo>
                  <a:lnTo>
                    <a:pt x="1077560" y="1317582"/>
                  </a:lnTo>
                  <a:lnTo>
                    <a:pt x="1077564" y="1317579"/>
                  </a:lnTo>
                  <a:lnTo>
                    <a:pt x="1077570" y="1317577"/>
                  </a:lnTo>
                  <a:lnTo>
                    <a:pt x="1077578" y="1317577"/>
                  </a:lnTo>
                  <a:lnTo>
                    <a:pt x="1077597" y="1317578"/>
                  </a:lnTo>
                  <a:lnTo>
                    <a:pt x="1077619" y="1317575"/>
                  </a:lnTo>
                  <a:lnTo>
                    <a:pt x="1077662" y="1317568"/>
                  </a:lnTo>
                  <a:lnTo>
                    <a:pt x="1077699" y="1317551"/>
                  </a:lnTo>
                  <a:lnTo>
                    <a:pt x="1077762" y="1317521"/>
                  </a:lnTo>
                  <a:lnTo>
                    <a:pt x="1077783" y="1317512"/>
                  </a:lnTo>
                  <a:lnTo>
                    <a:pt x="1077792" y="1317509"/>
                  </a:lnTo>
                  <a:lnTo>
                    <a:pt x="1077812" y="1317505"/>
                  </a:lnTo>
                  <a:lnTo>
                    <a:pt x="1077842" y="1317500"/>
                  </a:lnTo>
                  <a:lnTo>
                    <a:pt x="1077853" y="1317496"/>
                  </a:lnTo>
                  <a:lnTo>
                    <a:pt x="1077872" y="1317487"/>
                  </a:lnTo>
                  <a:lnTo>
                    <a:pt x="1077900" y="1317474"/>
                  </a:lnTo>
                  <a:lnTo>
                    <a:pt x="1077935" y="1317460"/>
                  </a:lnTo>
                  <a:lnTo>
                    <a:pt x="1077949" y="1317449"/>
                  </a:lnTo>
                  <a:lnTo>
                    <a:pt x="1077959" y="1317439"/>
                  </a:lnTo>
                  <a:lnTo>
                    <a:pt x="1077968" y="1317431"/>
                  </a:lnTo>
                  <a:lnTo>
                    <a:pt x="1077972" y="1317423"/>
                  </a:lnTo>
                  <a:lnTo>
                    <a:pt x="1077979" y="1317409"/>
                  </a:lnTo>
                  <a:lnTo>
                    <a:pt x="1077987" y="1317387"/>
                  </a:lnTo>
                  <a:lnTo>
                    <a:pt x="1077991" y="1317367"/>
                  </a:lnTo>
                  <a:lnTo>
                    <a:pt x="1077996" y="1317352"/>
                  </a:lnTo>
                  <a:lnTo>
                    <a:pt x="1077997" y="1317326"/>
                  </a:lnTo>
                  <a:lnTo>
                    <a:pt x="1078008" y="1317286"/>
                  </a:lnTo>
                  <a:lnTo>
                    <a:pt x="1078020" y="1317231"/>
                  </a:lnTo>
                  <a:lnTo>
                    <a:pt x="1078025" y="1317202"/>
                  </a:lnTo>
                  <a:lnTo>
                    <a:pt x="1078025" y="1317175"/>
                  </a:lnTo>
                  <a:lnTo>
                    <a:pt x="1078021" y="1317137"/>
                  </a:lnTo>
                  <a:lnTo>
                    <a:pt x="1078023" y="1317118"/>
                  </a:lnTo>
                  <a:lnTo>
                    <a:pt x="1078033" y="1317091"/>
                  </a:lnTo>
                  <a:lnTo>
                    <a:pt x="1078049" y="1317059"/>
                  </a:lnTo>
                  <a:lnTo>
                    <a:pt x="1078065" y="1317044"/>
                  </a:lnTo>
                  <a:lnTo>
                    <a:pt x="1078071" y="1317037"/>
                  </a:lnTo>
                  <a:lnTo>
                    <a:pt x="1078074" y="1317028"/>
                  </a:lnTo>
                  <a:lnTo>
                    <a:pt x="1078076" y="1317020"/>
                  </a:lnTo>
                  <a:lnTo>
                    <a:pt x="1078076" y="1317011"/>
                  </a:lnTo>
                  <a:lnTo>
                    <a:pt x="1078075" y="1317003"/>
                  </a:lnTo>
                  <a:lnTo>
                    <a:pt x="1078068" y="1316984"/>
                  </a:lnTo>
                  <a:lnTo>
                    <a:pt x="1078061" y="1316968"/>
                  </a:lnTo>
                  <a:lnTo>
                    <a:pt x="1078044" y="1316914"/>
                  </a:lnTo>
                  <a:lnTo>
                    <a:pt x="1078026" y="1316840"/>
                  </a:lnTo>
                  <a:lnTo>
                    <a:pt x="1078019" y="1316787"/>
                  </a:lnTo>
                  <a:lnTo>
                    <a:pt x="1078007" y="1316733"/>
                  </a:lnTo>
                  <a:lnTo>
                    <a:pt x="1078002" y="1316705"/>
                  </a:lnTo>
                  <a:lnTo>
                    <a:pt x="1077999" y="1316677"/>
                  </a:lnTo>
                  <a:lnTo>
                    <a:pt x="1077998" y="1316630"/>
                  </a:lnTo>
                  <a:lnTo>
                    <a:pt x="1077999" y="1316607"/>
                  </a:lnTo>
                  <a:lnTo>
                    <a:pt x="1078004" y="1316590"/>
                  </a:lnTo>
                  <a:lnTo>
                    <a:pt x="1078020" y="1316561"/>
                  </a:lnTo>
                  <a:lnTo>
                    <a:pt x="1078035" y="1316525"/>
                  </a:lnTo>
                  <a:lnTo>
                    <a:pt x="1078038" y="1316506"/>
                  </a:lnTo>
                  <a:lnTo>
                    <a:pt x="1078046" y="1316490"/>
                  </a:lnTo>
                  <a:lnTo>
                    <a:pt x="1078066" y="1316466"/>
                  </a:lnTo>
                  <a:lnTo>
                    <a:pt x="1078106" y="1316441"/>
                  </a:lnTo>
                  <a:lnTo>
                    <a:pt x="1078134" y="1316423"/>
                  </a:lnTo>
                  <a:lnTo>
                    <a:pt x="1078156" y="1316401"/>
                  </a:lnTo>
                  <a:lnTo>
                    <a:pt x="1078168" y="1316384"/>
                  </a:lnTo>
                  <a:lnTo>
                    <a:pt x="1078191" y="1316366"/>
                  </a:lnTo>
                  <a:lnTo>
                    <a:pt x="1078216" y="1316353"/>
                  </a:lnTo>
                  <a:lnTo>
                    <a:pt x="1078236" y="1316344"/>
                  </a:lnTo>
                  <a:lnTo>
                    <a:pt x="1078248" y="1316334"/>
                  </a:lnTo>
                  <a:lnTo>
                    <a:pt x="1078253" y="1316328"/>
                  </a:lnTo>
                  <a:lnTo>
                    <a:pt x="1078248" y="1316317"/>
                  </a:lnTo>
                  <a:lnTo>
                    <a:pt x="1078214" y="1316284"/>
                  </a:lnTo>
                  <a:lnTo>
                    <a:pt x="1078196" y="1316264"/>
                  </a:lnTo>
                  <a:lnTo>
                    <a:pt x="1078169" y="1316226"/>
                  </a:lnTo>
                  <a:lnTo>
                    <a:pt x="1078152" y="1316201"/>
                  </a:lnTo>
                  <a:lnTo>
                    <a:pt x="1078142" y="1316179"/>
                  </a:lnTo>
                  <a:lnTo>
                    <a:pt x="1078130" y="1316140"/>
                  </a:lnTo>
                  <a:lnTo>
                    <a:pt x="1078121" y="1316097"/>
                  </a:lnTo>
                  <a:lnTo>
                    <a:pt x="1078123" y="1316051"/>
                  </a:lnTo>
                  <a:lnTo>
                    <a:pt x="1078127" y="1316022"/>
                  </a:lnTo>
                  <a:lnTo>
                    <a:pt x="1078125" y="1315995"/>
                  </a:lnTo>
                  <a:lnTo>
                    <a:pt x="1078126" y="1315977"/>
                  </a:lnTo>
                  <a:lnTo>
                    <a:pt x="1078133" y="1315952"/>
                  </a:lnTo>
                  <a:lnTo>
                    <a:pt x="1078135" y="1315925"/>
                  </a:lnTo>
                  <a:lnTo>
                    <a:pt x="1078133" y="1315894"/>
                  </a:lnTo>
                  <a:lnTo>
                    <a:pt x="1078137" y="1315874"/>
                  </a:lnTo>
                  <a:lnTo>
                    <a:pt x="1078151" y="1315858"/>
                  </a:lnTo>
                  <a:lnTo>
                    <a:pt x="1078192" y="1315834"/>
                  </a:lnTo>
                  <a:lnTo>
                    <a:pt x="1078231" y="1315804"/>
                  </a:lnTo>
                  <a:lnTo>
                    <a:pt x="1078300" y="1315763"/>
                  </a:lnTo>
                  <a:lnTo>
                    <a:pt x="1078322" y="1315742"/>
                  </a:lnTo>
                  <a:lnTo>
                    <a:pt x="1078331" y="1315728"/>
                  </a:lnTo>
                  <a:lnTo>
                    <a:pt x="1078339" y="1315715"/>
                  </a:lnTo>
                  <a:lnTo>
                    <a:pt x="1078341" y="1315693"/>
                  </a:lnTo>
                  <a:lnTo>
                    <a:pt x="1078334" y="1315655"/>
                  </a:lnTo>
                  <a:lnTo>
                    <a:pt x="1078336" y="1315633"/>
                  </a:lnTo>
                  <a:lnTo>
                    <a:pt x="1078348" y="1315606"/>
                  </a:lnTo>
                  <a:lnTo>
                    <a:pt x="1078368" y="1315563"/>
                  </a:lnTo>
                  <a:lnTo>
                    <a:pt x="1078372" y="1315538"/>
                  </a:lnTo>
                  <a:lnTo>
                    <a:pt x="1078368" y="1315520"/>
                  </a:lnTo>
                  <a:lnTo>
                    <a:pt x="1078355" y="1315497"/>
                  </a:lnTo>
                  <a:lnTo>
                    <a:pt x="1078331" y="1315475"/>
                  </a:lnTo>
                  <a:lnTo>
                    <a:pt x="1078308" y="1315454"/>
                  </a:lnTo>
                  <a:lnTo>
                    <a:pt x="1078292" y="1315437"/>
                  </a:lnTo>
                  <a:lnTo>
                    <a:pt x="1078279" y="1315418"/>
                  </a:lnTo>
                  <a:lnTo>
                    <a:pt x="1078265" y="1315403"/>
                  </a:lnTo>
                  <a:lnTo>
                    <a:pt x="1078233" y="1315378"/>
                  </a:lnTo>
                  <a:lnTo>
                    <a:pt x="1078165" y="1315337"/>
                  </a:lnTo>
                  <a:lnTo>
                    <a:pt x="1078146" y="1315322"/>
                  </a:lnTo>
                  <a:lnTo>
                    <a:pt x="1078130" y="1315304"/>
                  </a:lnTo>
                  <a:lnTo>
                    <a:pt x="1078106" y="1315284"/>
                  </a:lnTo>
                  <a:lnTo>
                    <a:pt x="1078092" y="1315271"/>
                  </a:lnTo>
                  <a:lnTo>
                    <a:pt x="1078079" y="1315261"/>
                  </a:lnTo>
                  <a:lnTo>
                    <a:pt x="1078063" y="1315245"/>
                  </a:lnTo>
                  <a:lnTo>
                    <a:pt x="1078048" y="1315226"/>
                  </a:lnTo>
                  <a:lnTo>
                    <a:pt x="1078027" y="1315205"/>
                  </a:lnTo>
                  <a:lnTo>
                    <a:pt x="1078012" y="1315192"/>
                  </a:lnTo>
                  <a:lnTo>
                    <a:pt x="1077996" y="1315173"/>
                  </a:lnTo>
                  <a:lnTo>
                    <a:pt x="1077976" y="1315129"/>
                  </a:lnTo>
                  <a:lnTo>
                    <a:pt x="1077959" y="1315080"/>
                  </a:lnTo>
                  <a:lnTo>
                    <a:pt x="1077948" y="1315040"/>
                  </a:lnTo>
                  <a:lnTo>
                    <a:pt x="1077928" y="1314986"/>
                  </a:lnTo>
                  <a:lnTo>
                    <a:pt x="1077923" y="1314960"/>
                  </a:lnTo>
                  <a:lnTo>
                    <a:pt x="1077921" y="1314940"/>
                  </a:lnTo>
                  <a:lnTo>
                    <a:pt x="1077923" y="1314932"/>
                  </a:lnTo>
                  <a:lnTo>
                    <a:pt x="1077928" y="1314922"/>
                  </a:lnTo>
                  <a:lnTo>
                    <a:pt x="1077934" y="1314914"/>
                  </a:lnTo>
                  <a:lnTo>
                    <a:pt x="1077948" y="1314900"/>
                  </a:lnTo>
                  <a:lnTo>
                    <a:pt x="1077954" y="1314895"/>
                  </a:lnTo>
                  <a:lnTo>
                    <a:pt x="1077992" y="1314860"/>
                  </a:lnTo>
                  <a:lnTo>
                    <a:pt x="1078013" y="1314837"/>
                  </a:lnTo>
                  <a:lnTo>
                    <a:pt x="1078026" y="1314813"/>
                  </a:lnTo>
                  <a:lnTo>
                    <a:pt x="1078062" y="1314744"/>
                  </a:lnTo>
                  <a:lnTo>
                    <a:pt x="1078085" y="1314705"/>
                  </a:lnTo>
                  <a:lnTo>
                    <a:pt x="1078103" y="1314664"/>
                  </a:lnTo>
                  <a:lnTo>
                    <a:pt x="1078115" y="1314635"/>
                  </a:lnTo>
                  <a:lnTo>
                    <a:pt x="1078124" y="1314611"/>
                  </a:lnTo>
                  <a:lnTo>
                    <a:pt x="1078143" y="1314588"/>
                  </a:lnTo>
                  <a:lnTo>
                    <a:pt x="1078162" y="1314563"/>
                  </a:lnTo>
                  <a:lnTo>
                    <a:pt x="1078168" y="1314557"/>
                  </a:lnTo>
                  <a:lnTo>
                    <a:pt x="1078179" y="1314545"/>
                  </a:lnTo>
                  <a:lnTo>
                    <a:pt x="1078185" y="1314538"/>
                  </a:lnTo>
                  <a:lnTo>
                    <a:pt x="1078188" y="1314528"/>
                  </a:lnTo>
                  <a:lnTo>
                    <a:pt x="1078190" y="1314512"/>
                  </a:lnTo>
                  <a:lnTo>
                    <a:pt x="1078188" y="1314495"/>
                  </a:lnTo>
                  <a:lnTo>
                    <a:pt x="1078185" y="1314490"/>
                  </a:lnTo>
                  <a:lnTo>
                    <a:pt x="1078173" y="1314439"/>
                  </a:lnTo>
                  <a:lnTo>
                    <a:pt x="1078146" y="1314337"/>
                  </a:lnTo>
                  <a:lnTo>
                    <a:pt x="1078138" y="1314288"/>
                  </a:lnTo>
                  <a:lnTo>
                    <a:pt x="1078133" y="1314235"/>
                  </a:lnTo>
                  <a:lnTo>
                    <a:pt x="1078127" y="1314181"/>
                  </a:lnTo>
                  <a:lnTo>
                    <a:pt x="1078120" y="1314149"/>
                  </a:lnTo>
                  <a:lnTo>
                    <a:pt x="1078120" y="1314134"/>
                  </a:lnTo>
                  <a:lnTo>
                    <a:pt x="1078124" y="1314116"/>
                  </a:lnTo>
                  <a:lnTo>
                    <a:pt x="1078124" y="1314096"/>
                  </a:lnTo>
                  <a:lnTo>
                    <a:pt x="1078120" y="1314081"/>
                  </a:lnTo>
                  <a:lnTo>
                    <a:pt x="1078119" y="1314067"/>
                  </a:lnTo>
                  <a:lnTo>
                    <a:pt x="1078123" y="1314053"/>
                  </a:lnTo>
                  <a:lnTo>
                    <a:pt x="1078129" y="1314035"/>
                  </a:lnTo>
                  <a:lnTo>
                    <a:pt x="1078145" y="1314011"/>
                  </a:lnTo>
                  <a:lnTo>
                    <a:pt x="1078168" y="1313983"/>
                  </a:lnTo>
                  <a:lnTo>
                    <a:pt x="1078172" y="1313972"/>
                  </a:lnTo>
                  <a:lnTo>
                    <a:pt x="1078171" y="1313954"/>
                  </a:lnTo>
                  <a:lnTo>
                    <a:pt x="1078165" y="1313913"/>
                  </a:lnTo>
                  <a:lnTo>
                    <a:pt x="1078162" y="1313884"/>
                  </a:lnTo>
                  <a:lnTo>
                    <a:pt x="1078168" y="1313861"/>
                  </a:lnTo>
                  <a:lnTo>
                    <a:pt x="1078177" y="1313831"/>
                  </a:lnTo>
                  <a:lnTo>
                    <a:pt x="1078193" y="1313801"/>
                  </a:lnTo>
                  <a:lnTo>
                    <a:pt x="1078216" y="1313758"/>
                  </a:lnTo>
                  <a:lnTo>
                    <a:pt x="1078225" y="1313724"/>
                  </a:lnTo>
                  <a:lnTo>
                    <a:pt x="1078236" y="1313666"/>
                  </a:lnTo>
                  <a:lnTo>
                    <a:pt x="1078245" y="1313634"/>
                  </a:lnTo>
                  <a:lnTo>
                    <a:pt x="1078264" y="1313596"/>
                  </a:lnTo>
                  <a:lnTo>
                    <a:pt x="1078280" y="1313573"/>
                  </a:lnTo>
                  <a:lnTo>
                    <a:pt x="1078291" y="1313554"/>
                  </a:lnTo>
                  <a:lnTo>
                    <a:pt x="1078299" y="1313530"/>
                  </a:lnTo>
                  <a:lnTo>
                    <a:pt x="1078311" y="1313507"/>
                  </a:lnTo>
                  <a:lnTo>
                    <a:pt x="1078331" y="1313489"/>
                  </a:lnTo>
                  <a:lnTo>
                    <a:pt x="1078354" y="1313471"/>
                  </a:lnTo>
                  <a:lnTo>
                    <a:pt x="1078363" y="1313457"/>
                  </a:lnTo>
                  <a:lnTo>
                    <a:pt x="1078368" y="1313441"/>
                  </a:lnTo>
                  <a:lnTo>
                    <a:pt x="1078367" y="1313424"/>
                  </a:lnTo>
                  <a:lnTo>
                    <a:pt x="1078360" y="1313386"/>
                  </a:lnTo>
                  <a:lnTo>
                    <a:pt x="1078362" y="1313363"/>
                  </a:lnTo>
                  <a:lnTo>
                    <a:pt x="1078364" y="1313336"/>
                  </a:lnTo>
                  <a:lnTo>
                    <a:pt x="1078360" y="1313320"/>
                  </a:lnTo>
                  <a:lnTo>
                    <a:pt x="1078358" y="1313287"/>
                  </a:lnTo>
                  <a:lnTo>
                    <a:pt x="1078356" y="1313261"/>
                  </a:lnTo>
                  <a:lnTo>
                    <a:pt x="1078350" y="1313231"/>
                  </a:lnTo>
                  <a:lnTo>
                    <a:pt x="1078340" y="1313195"/>
                  </a:lnTo>
                  <a:lnTo>
                    <a:pt x="1078331" y="1313175"/>
                  </a:lnTo>
                  <a:lnTo>
                    <a:pt x="1078321" y="1313154"/>
                  </a:lnTo>
                  <a:lnTo>
                    <a:pt x="1078317" y="1313128"/>
                  </a:lnTo>
                  <a:lnTo>
                    <a:pt x="1078311" y="1313112"/>
                  </a:lnTo>
                  <a:lnTo>
                    <a:pt x="1078303" y="1313069"/>
                  </a:lnTo>
                  <a:lnTo>
                    <a:pt x="1078305" y="1313021"/>
                  </a:lnTo>
                  <a:lnTo>
                    <a:pt x="1078310" y="1312986"/>
                  </a:lnTo>
                  <a:lnTo>
                    <a:pt x="1078322" y="1312963"/>
                  </a:lnTo>
                  <a:lnTo>
                    <a:pt x="1078327" y="1312942"/>
                  </a:lnTo>
                  <a:lnTo>
                    <a:pt x="1078331" y="1312930"/>
                  </a:lnTo>
                  <a:lnTo>
                    <a:pt x="1078352" y="1312877"/>
                  </a:lnTo>
                  <a:lnTo>
                    <a:pt x="1078368" y="1312844"/>
                  </a:lnTo>
                  <a:lnTo>
                    <a:pt x="1078378" y="1312815"/>
                  </a:lnTo>
                  <a:lnTo>
                    <a:pt x="1078387" y="1312787"/>
                  </a:lnTo>
                  <a:lnTo>
                    <a:pt x="1078387" y="1312774"/>
                  </a:lnTo>
                  <a:lnTo>
                    <a:pt x="1078383" y="1312757"/>
                  </a:lnTo>
                  <a:lnTo>
                    <a:pt x="1078382" y="1312726"/>
                  </a:lnTo>
                  <a:lnTo>
                    <a:pt x="1078387" y="1312697"/>
                  </a:lnTo>
                  <a:lnTo>
                    <a:pt x="1078397" y="1312673"/>
                  </a:lnTo>
                  <a:lnTo>
                    <a:pt x="1078403" y="1312654"/>
                  </a:lnTo>
                  <a:lnTo>
                    <a:pt x="1078408" y="1312626"/>
                  </a:lnTo>
                  <a:lnTo>
                    <a:pt x="1078420" y="1312599"/>
                  </a:lnTo>
                  <a:lnTo>
                    <a:pt x="1078434" y="1312562"/>
                  </a:lnTo>
                  <a:lnTo>
                    <a:pt x="1078451" y="1312530"/>
                  </a:lnTo>
                  <a:lnTo>
                    <a:pt x="1078485" y="1312499"/>
                  </a:lnTo>
                  <a:lnTo>
                    <a:pt x="1078498" y="1312488"/>
                  </a:lnTo>
                  <a:lnTo>
                    <a:pt x="1078507" y="1312459"/>
                  </a:lnTo>
                  <a:lnTo>
                    <a:pt x="1078512" y="1312430"/>
                  </a:lnTo>
                  <a:lnTo>
                    <a:pt x="1078517" y="1312397"/>
                  </a:lnTo>
                  <a:lnTo>
                    <a:pt x="1078525" y="1312370"/>
                  </a:lnTo>
                  <a:lnTo>
                    <a:pt x="1078532" y="1312356"/>
                  </a:lnTo>
                  <a:lnTo>
                    <a:pt x="1078538" y="1312343"/>
                  </a:lnTo>
                  <a:lnTo>
                    <a:pt x="1078541" y="1312329"/>
                  </a:lnTo>
                  <a:lnTo>
                    <a:pt x="1078551" y="1312308"/>
                  </a:lnTo>
                  <a:lnTo>
                    <a:pt x="1078559" y="1312292"/>
                  </a:lnTo>
                  <a:lnTo>
                    <a:pt x="1078561" y="1312270"/>
                  </a:lnTo>
                  <a:lnTo>
                    <a:pt x="1078567" y="1312235"/>
                  </a:lnTo>
                  <a:lnTo>
                    <a:pt x="1078575" y="1312202"/>
                  </a:lnTo>
                  <a:lnTo>
                    <a:pt x="1078580" y="1312180"/>
                  </a:lnTo>
                  <a:lnTo>
                    <a:pt x="1078583" y="1312125"/>
                  </a:lnTo>
                  <a:lnTo>
                    <a:pt x="1078585" y="1312114"/>
                  </a:lnTo>
                  <a:lnTo>
                    <a:pt x="1078595" y="1312097"/>
                  </a:lnTo>
                  <a:lnTo>
                    <a:pt x="1078609" y="1312071"/>
                  </a:lnTo>
                  <a:lnTo>
                    <a:pt x="1078615" y="1312030"/>
                  </a:lnTo>
                  <a:lnTo>
                    <a:pt x="1078616" y="1311989"/>
                  </a:lnTo>
                  <a:lnTo>
                    <a:pt x="1078613" y="1311977"/>
                  </a:lnTo>
                  <a:lnTo>
                    <a:pt x="1078613" y="1311968"/>
                  </a:lnTo>
                  <a:lnTo>
                    <a:pt x="1078615" y="1311959"/>
                  </a:lnTo>
                  <a:lnTo>
                    <a:pt x="1078619" y="1311951"/>
                  </a:lnTo>
                  <a:lnTo>
                    <a:pt x="1078620" y="1311943"/>
                  </a:lnTo>
                  <a:lnTo>
                    <a:pt x="1078618" y="1311935"/>
                  </a:lnTo>
                  <a:lnTo>
                    <a:pt x="1078611" y="1311926"/>
                  </a:lnTo>
                  <a:lnTo>
                    <a:pt x="1078599" y="1311914"/>
                  </a:lnTo>
                  <a:lnTo>
                    <a:pt x="1078590" y="1311898"/>
                  </a:lnTo>
                  <a:lnTo>
                    <a:pt x="1078582" y="1311883"/>
                  </a:lnTo>
                  <a:lnTo>
                    <a:pt x="1078571" y="1311863"/>
                  </a:lnTo>
                  <a:lnTo>
                    <a:pt x="1078565" y="1311852"/>
                  </a:lnTo>
                  <a:lnTo>
                    <a:pt x="1078558" y="1311843"/>
                  </a:lnTo>
                  <a:lnTo>
                    <a:pt x="1078550" y="1311827"/>
                  </a:lnTo>
                  <a:lnTo>
                    <a:pt x="1078538" y="1311813"/>
                  </a:lnTo>
                  <a:lnTo>
                    <a:pt x="1078529" y="1311809"/>
                  </a:lnTo>
                  <a:lnTo>
                    <a:pt x="1078518" y="1311800"/>
                  </a:lnTo>
                  <a:lnTo>
                    <a:pt x="1078509" y="1311790"/>
                  </a:lnTo>
                  <a:lnTo>
                    <a:pt x="1078504" y="1311781"/>
                  </a:lnTo>
                  <a:lnTo>
                    <a:pt x="1078499" y="1311770"/>
                  </a:lnTo>
                  <a:lnTo>
                    <a:pt x="1078491" y="1311752"/>
                  </a:lnTo>
                  <a:lnTo>
                    <a:pt x="1078482" y="1311739"/>
                  </a:lnTo>
                  <a:lnTo>
                    <a:pt x="1078467" y="1311721"/>
                  </a:lnTo>
                  <a:lnTo>
                    <a:pt x="1078451" y="1311705"/>
                  </a:lnTo>
                  <a:lnTo>
                    <a:pt x="1078439" y="1311693"/>
                  </a:lnTo>
                  <a:lnTo>
                    <a:pt x="1078425" y="1311680"/>
                  </a:lnTo>
                  <a:lnTo>
                    <a:pt x="1078408" y="1311664"/>
                  </a:lnTo>
                  <a:lnTo>
                    <a:pt x="1078400" y="1311655"/>
                  </a:lnTo>
                  <a:lnTo>
                    <a:pt x="1078388" y="1311644"/>
                  </a:lnTo>
                  <a:lnTo>
                    <a:pt x="1078379" y="1311634"/>
                  </a:lnTo>
                  <a:lnTo>
                    <a:pt x="1078364" y="1311615"/>
                  </a:lnTo>
                  <a:lnTo>
                    <a:pt x="1078349" y="1311601"/>
                  </a:lnTo>
                  <a:lnTo>
                    <a:pt x="1078337" y="1311587"/>
                  </a:lnTo>
                  <a:lnTo>
                    <a:pt x="1078331" y="1311577"/>
                  </a:lnTo>
                  <a:lnTo>
                    <a:pt x="1078320" y="1311570"/>
                  </a:lnTo>
                  <a:lnTo>
                    <a:pt x="1078303" y="1311559"/>
                  </a:lnTo>
                  <a:lnTo>
                    <a:pt x="1078287" y="1311545"/>
                  </a:lnTo>
                  <a:lnTo>
                    <a:pt x="1078271" y="1311532"/>
                  </a:lnTo>
                  <a:lnTo>
                    <a:pt x="1078261" y="1311525"/>
                  </a:lnTo>
                  <a:lnTo>
                    <a:pt x="1078255" y="1311519"/>
                  </a:lnTo>
                  <a:lnTo>
                    <a:pt x="1078250" y="1311514"/>
                  </a:lnTo>
                  <a:lnTo>
                    <a:pt x="1078250" y="1311503"/>
                  </a:lnTo>
                  <a:lnTo>
                    <a:pt x="1078253" y="1311495"/>
                  </a:lnTo>
                  <a:lnTo>
                    <a:pt x="1078257" y="1311482"/>
                  </a:lnTo>
                  <a:lnTo>
                    <a:pt x="1078263" y="1311468"/>
                  </a:lnTo>
                  <a:lnTo>
                    <a:pt x="1078269" y="1311446"/>
                  </a:lnTo>
                  <a:lnTo>
                    <a:pt x="1078276" y="1311432"/>
                  </a:lnTo>
                  <a:lnTo>
                    <a:pt x="1078280" y="1311424"/>
                  </a:lnTo>
                  <a:lnTo>
                    <a:pt x="1078282" y="1311419"/>
                  </a:lnTo>
                  <a:lnTo>
                    <a:pt x="1078285" y="1311412"/>
                  </a:lnTo>
                  <a:lnTo>
                    <a:pt x="1078287" y="1311398"/>
                  </a:lnTo>
                  <a:lnTo>
                    <a:pt x="1078292" y="1311382"/>
                  </a:lnTo>
                  <a:lnTo>
                    <a:pt x="1078294" y="1311365"/>
                  </a:lnTo>
                  <a:lnTo>
                    <a:pt x="1078297" y="1311323"/>
                  </a:lnTo>
                  <a:lnTo>
                    <a:pt x="1078297" y="1311310"/>
                  </a:lnTo>
                  <a:lnTo>
                    <a:pt x="1078296" y="1311296"/>
                  </a:lnTo>
                  <a:lnTo>
                    <a:pt x="1078294" y="1311276"/>
                  </a:lnTo>
                  <a:lnTo>
                    <a:pt x="1078295" y="1311265"/>
                  </a:lnTo>
                  <a:lnTo>
                    <a:pt x="1078299" y="1311248"/>
                  </a:lnTo>
                  <a:lnTo>
                    <a:pt x="1078301" y="1311240"/>
                  </a:lnTo>
                  <a:lnTo>
                    <a:pt x="1078304" y="1311232"/>
                  </a:lnTo>
                  <a:lnTo>
                    <a:pt x="1078307" y="1311225"/>
                  </a:lnTo>
                  <a:lnTo>
                    <a:pt x="1078320" y="1311214"/>
                  </a:lnTo>
                  <a:lnTo>
                    <a:pt x="1078331" y="1311205"/>
                  </a:lnTo>
                  <a:lnTo>
                    <a:pt x="1078339" y="1311200"/>
                  </a:lnTo>
                  <a:lnTo>
                    <a:pt x="1078353" y="1311189"/>
                  </a:lnTo>
                  <a:lnTo>
                    <a:pt x="1078368" y="1311179"/>
                  </a:lnTo>
                  <a:lnTo>
                    <a:pt x="1078377" y="1311172"/>
                  </a:lnTo>
                  <a:lnTo>
                    <a:pt x="1078385" y="1311166"/>
                  </a:lnTo>
                  <a:lnTo>
                    <a:pt x="1078400" y="1311148"/>
                  </a:lnTo>
                  <a:lnTo>
                    <a:pt x="1078412" y="1311134"/>
                  </a:lnTo>
                  <a:lnTo>
                    <a:pt x="1078426" y="1311117"/>
                  </a:lnTo>
                  <a:lnTo>
                    <a:pt x="1078432" y="1311112"/>
                  </a:lnTo>
                  <a:lnTo>
                    <a:pt x="1078436" y="1311109"/>
                  </a:lnTo>
                  <a:lnTo>
                    <a:pt x="1078437" y="1311100"/>
                  </a:lnTo>
                  <a:lnTo>
                    <a:pt x="1078438" y="1311090"/>
                  </a:lnTo>
                  <a:lnTo>
                    <a:pt x="1078442" y="1311067"/>
                  </a:lnTo>
                  <a:lnTo>
                    <a:pt x="1078444" y="1311052"/>
                  </a:lnTo>
                  <a:lnTo>
                    <a:pt x="1078446" y="1311040"/>
                  </a:lnTo>
                  <a:lnTo>
                    <a:pt x="1078448" y="1311022"/>
                  </a:lnTo>
                  <a:lnTo>
                    <a:pt x="1078449" y="1311008"/>
                  </a:lnTo>
                  <a:lnTo>
                    <a:pt x="1078450" y="1310993"/>
                  </a:lnTo>
                  <a:lnTo>
                    <a:pt x="1078451" y="1310982"/>
                  </a:lnTo>
                  <a:lnTo>
                    <a:pt x="1078453" y="1310971"/>
                  </a:lnTo>
                  <a:lnTo>
                    <a:pt x="1078456" y="1310954"/>
                  </a:lnTo>
                  <a:lnTo>
                    <a:pt x="1078459" y="1310940"/>
                  </a:lnTo>
                  <a:lnTo>
                    <a:pt x="1078461" y="1310928"/>
                  </a:lnTo>
                  <a:lnTo>
                    <a:pt x="1078463" y="1310916"/>
                  </a:lnTo>
                  <a:lnTo>
                    <a:pt x="1078465" y="1310902"/>
                  </a:lnTo>
                  <a:lnTo>
                    <a:pt x="1078467" y="1310885"/>
                  </a:lnTo>
                  <a:lnTo>
                    <a:pt x="1078468" y="1310865"/>
                  </a:lnTo>
                  <a:lnTo>
                    <a:pt x="1078469" y="1310854"/>
                  </a:lnTo>
                  <a:lnTo>
                    <a:pt x="1078469" y="1310838"/>
                  </a:lnTo>
                  <a:lnTo>
                    <a:pt x="1078469" y="1310824"/>
                  </a:lnTo>
                  <a:lnTo>
                    <a:pt x="1078466" y="1310805"/>
                  </a:lnTo>
                  <a:lnTo>
                    <a:pt x="1078465" y="1310794"/>
                  </a:lnTo>
                  <a:lnTo>
                    <a:pt x="1078464" y="1310780"/>
                  </a:lnTo>
                  <a:lnTo>
                    <a:pt x="1078467" y="1310774"/>
                  </a:lnTo>
                  <a:lnTo>
                    <a:pt x="1078473" y="1310766"/>
                  </a:lnTo>
                  <a:lnTo>
                    <a:pt x="1078477" y="1310759"/>
                  </a:lnTo>
                  <a:lnTo>
                    <a:pt x="1078482" y="1310748"/>
                  </a:lnTo>
                  <a:lnTo>
                    <a:pt x="1078485" y="1310742"/>
                  </a:lnTo>
                  <a:lnTo>
                    <a:pt x="1078490" y="1310729"/>
                  </a:lnTo>
                  <a:lnTo>
                    <a:pt x="1078492" y="1310719"/>
                  </a:lnTo>
                  <a:lnTo>
                    <a:pt x="1078493" y="1310708"/>
                  </a:lnTo>
                  <a:lnTo>
                    <a:pt x="1078495" y="1310695"/>
                  </a:lnTo>
                  <a:lnTo>
                    <a:pt x="1078499" y="1310683"/>
                  </a:lnTo>
                  <a:lnTo>
                    <a:pt x="1078504" y="1310675"/>
                  </a:lnTo>
                  <a:lnTo>
                    <a:pt x="1078511" y="1310660"/>
                  </a:lnTo>
                  <a:lnTo>
                    <a:pt x="1078513" y="1310648"/>
                  </a:lnTo>
                  <a:lnTo>
                    <a:pt x="1078514" y="1310634"/>
                  </a:lnTo>
                  <a:lnTo>
                    <a:pt x="1078514" y="1310626"/>
                  </a:lnTo>
                  <a:lnTo>
                    <a:pt x="1078514" y="1310618"/>
                  </a:lnTo>
                  <a:lnTo>
                    <a:pt x="1078513" y="1310604"/>
                  </a:lnTo>
                  <a:lnTo>
                    <a:pt x="1078511" y="1310593"/>
                  </a:lnTo>
                  <a:lnTo>
                    <a:pt x="1078509" y="1310583"/>
                  </a:lnTo>
                  <a:lnTo>
                    <a:pt x="1078505" y="1310555"/>
                  </a:lnTo>
                  <a:lnTo>
                    <a:pt x="1078505" y="1310544"/>
                  </a:lnTo>
                  <a:lnTo>
                    <a:pt x="1078507" y="1310531"/>
                  </a:lnTo>
                  <a:lnTo>
                    <a:pt x="1078507" y="1310517"/>
                  </a:lnTo>
                  <a:lnTo>
                    <a:pt x="1078506" y="1310506"/>
                  </a:lnTo>
                  <a:lnTo>
                    <a:pt x="1078504" y="1310498"/>
                  </a:lnTo>
                  <a:lnTo>
                    <a:pt x="1078503" y="1310482"/>
                  </a:lnTo>
                  <a:lnTo>
                    <a:pt x="1078501" y="1310469"/>
                  </a:lnTo>
                  <a:lnTo>
                    <a:pt x="1078499" y="1310450"/>
                  </a:lnTo>
                  <a:lnTo>
                    <a:pt x="1078497" y="1310430"/>
                  </a:lnTo>
                  <a:lnTo>
                    <a:pt x="1078494" y="1310418"/>
                  </a:lnTo>
                  <a:lnTo>
                    <a:pt x="1078491" y="1310409"/>
                  </a:lnTo>
                  <a:lnTo>
                    <a:pt x="1078487" y="1310392"/>
                  </a:lnTo>
                  <a:lnTo>
                    <a:pt x="1078484" y="1310379"/>
                  </a:lnTo>
                  <a:lnTo>
                    <a:pt x="1078477" y="1310364"/>
                  </a:lnTo>
                  <a:lnTo>
                    <a:pt x="1078471" y="1310348"/>
                  </a:lnTo>
                  <a:lnTo>
                    <a:pt x="1078462" y="1310331"/>
                  </a:lnTo>
                  <a:lnTo>
                    <a:pt x="1078454" y="1310316"/>
                  </a:lnTo>
                  <a:lnTo>
                    <a:pt x="1078446" y="1310301"/>
                  </a:lnTo>
                  <a:lnTo>
                    <a:pt x="1078437" y="1310279"/>
                  </a:lnTo>
                  <a:lnTo>
                    <a:pt x="1078426" y="1310261"/>
                  </a:lnTo>
                  <a:lnTo>
                    <a:pt x="1078414" y="1310243"/>
                  </a:lnTo>
                  <a:lnTo>
                    <a:pt x="1078412" y="1310234"/>
                  </a:lnTo>
                  <a:lnTo>
                    <a:pt x="1078410" y="1310213"/>
                  </a:lnTo>
                  <a:lnTo>
                    <a:pt x="1078407" y="1310193"/>
                  </a:lnTo>
                  <a:lnTo>
                    <a:pt x="1078405" y="1310175"/>
                  </a:lnTo>
                  <a:lnTo>
                    <a:pt x="1078406" y="1310168"/>
                  </a:lnTo>
                  <a:lnTo>
                    <a:pt x="1078413" y="1310160"/>
                  </a:lnTo>
                  <a:lnTo>
                    <a:pt x="1078433" y="1310134"/>
                  </a:lnTo>
                  <a:lnTo>
                    <a:pt x="1078445" y="1310120"/>
                  </a:lnTo>
                  <a:lnTo>
                    <a:pt x="1078452" y="1310109"/>
                  </a:lnTo>
                  <a:lnTo>
                    <a:pt x="1078460" y="1310097"/>
                  </a:lnTo>
                  <a:lnTo>
                    <a:pt x="1078464" y="1310089"/>
                  </a:lnTo>
                  <a:lnTo>
                    <a:pt x="1078472" y="1310076"/>
                  </a:lnTo>
                  <a:lnTo>
                    <a:pt x="1078479" y="1310063"/>
                  </a:lnTo>
                  <a:lnTo>
                    <a:pt x="1078485" y="1310053"/>
                  </a:lnTo>
                  <a:lnTo>
                    <a:pt x="1078491" y="1310041"/>
                  </a:lnTo>
                  <a:lnTo>
                    <a:pt x="1078498" y="1310025"/>
                  </a:lnTo>
                  <a:lnTo>
                    <a:pt x="1078506" y="1310012"/>
                  </a:lnTo>
                  <a:lnTo>
                    <a:pt x="1078510" y="1310005"/>
                  </a:lnTo>
                  <a:lnTo>
                    <a:pt x="1078514" y="1309997"/>
                  </a:lnTo>
                  <a:lnTo>
                    <a:pt x="1078516" y="1309992"/>
                  </a:lnTo>
                  <a:lnTo>
                    <a:pt x="1078522" y="1309981"/>
                  </a:lnTo>
                  <a:lnTo>
                    <a:pt x="1078527" y="1309969"/>
                  </a:lnTo>
                  <a:lnTo>
                    <a:pt x="1078529" y="1309963"/>
                  </a:lnTo>
                  <a:lnTo>
                    <a:pt x="1078532" y="1309957"/>
                  </a:lnTo>
                  <a:lnTo>
                    <a:pt x="1078536" y="1309948"/>
                  </a:lnTo>
                  <a:lnTo>
                    <a:pt x="1078542" y="1309932"/>
                  </a:lnTo>
                  <a:lnTo>
                    <a:pt x="1078546" y="1309919"/>
                  </a:lnTo>
                  <a:lnTo>
                    <a:pt x="1078552" y="1309900"/>
                  </a:lnTo>
                  <a:lnTo>
                    <a:pt x="1078554" y="1309889"/>
                  </a:lnTo>
                  <a:lnTo>
                    <a:pt x="1078556" y="1309876"/>
                  </a:lnTo>
                  <a:lnTo>
                    <a:pt x="1078554" y="1309860"/>
                  </a:lnTo>
                  <a:lnTo>
                    <a:pt x="1078551" y="1309843"/>
                  </a:lnTo>
                  <a:lnTo>
                    <a:pt x="1078546" y="1309817"/>
                  </a:lnTo>
                  <a:lnTo>
                    <a:pt x="1078544" y="1309802"/>
                  </a:lnTo>
                  <a:lnTo>
                    <a:pt x="1078543" y="1309786"/>
                  </a:lnTo>
                  <a:lnTo>
                    <a:pt x="1078542" y="1309774"/>
                  </a:lnTo>
                  <a:lnTo>
                    <a:pt x="1078541" y="1309763"/>
                  </a:lnTo>
                  <a:lnTo>
                    <a:pt x="1078538" y="1309750"/>
                  </a:lnTo>
                  <a:lnTo>
                    <a:pt x="1078536" y="1309739"/>
                  </a:lnTo>
                  <a:lnTo>
                    <a:pt x="1078533" y="1309727"/>
                  </a:lnTo>
                  <a:lnTo>
                    <a:pt x="1078529" y="1309708"/>
                  </a:lnTo>
                  <a:lnTo>
                    <a:pt x="1078524" y="1309689"/>
                  </a:lnTo>
                  <a:lnTo>
                    <a:pt x="1078521" y="1309679"/>
                  </a:lnTo>
                  <a:lnTo>
                    <a:pt x="1078519" y="1309656"/>
                  </a:lnTo>
                  <a:lnTo>
                    <a:pt x="1078517" y="1309645"/>
                  </a:lnTo>
                  <a:lnTo>
                    <a:pt x="1078514" y="1309631"/>
                  </a:lnTo>
                  <a:lnTo>
                    <a:pt x="1078514" y="1309620"/>
                  </a:lnTo>
                  <a:lnTo>
                    <a:pt x="1078515" y="1309611"/>
                  </a:lnTo>
                  <a:lnTo>
                    <a:pt x="1078518" y="1309590"/>
                  </a:lnTo>
                  <a:lnTo>
                    <a:pt x="1078519" y="1309573"/>
                  </a:lnTo>
                  <a:lnTo>
                    <a:pt x="1078521" y="1309553"/>
                  </a:lnTo>
                  <a:lnTo>
                    <a:pt x="1078522" y="1309535"/>
                  </a:lnTo>
                  <a:lnTo>
                    <a:pt x="1078523" y="1309521"/>
                  </a:lnTo>
                  <a:lnTo>
                    <a:pt x="1078524" y="1309504"/>
                  </a:lnTo>
                  <a:lnTo>
                    <a:pt x="1078525" y="1309485"/>
                  </a:lnTo>
                  <a:lnTo>
                    <a:pt x="1078527" y="1309466"/>
                  </a:lnTo>
                  <a:lnTo>
                    <a:pt x="1078528" y="1309452"/>
                  </a:lnTo>
                  <a:lnTo>
                    <a:pt x="1078531" y="1309437"/>
                  </a:lnTo>
                  <a:lnTo>
                    <a:pt x="1078532" y="1309423"/>
                  </a:lnTo>
                  <a:lnTo>
                    <a:pt x="1078531" y="1309406"/>
                  </a:lnTo>
                  <a:lnTo>
                    <a:pt x="1078530" y="1309390"/>
                  </a:lnTo>
                  <a:lnTo>
                    <a:pt x="1078527" y="1309374"/>
                  </a:lnTo>
                  <a:lnTo>
                    <a:pt x="1078524" y="1309356"/>
                  </a:lnTo>
                  <a:lnTo>
                    <a:pt x="1078515" y="1309334"/>
                  </a:lnTo>
                  <a:lnTo>
                    <a:pt x="1078509" y="1309322"/>
                  </a:lnTo>
                  <a:lnTo>
                    <a:pt x="1078510" y="1309311"/>
                  </a:lnTo>
                  <a:lnTo>
                    <a:pt x="1078511" y="1309299"/>
                  </a:lnTo>
                  <a:lnTo>
                    <a:pt x="1078512" y="1309283"/>
                  </a:lnTo>
                  <a:lnTo>
                    <a:pt x="1078513" y="1309272"/>
                  </a:lnTo>
                  <a:lnTo>
                    <a:pt x="1078512" y="1309259"/>
                  </a:lnTo>
                  <a:lnTo>
                    <a:pt x="1078512" y="1309249"/>
                  </a:lnTo>
                  <a:lnTo>
                    <a:pt x="1078512" y="1309237"/>
                  </a:lnTo>
                  <a:lnTo>
                    <a:pt x="1078514" y="1309221"/>
                  </a:lnTo>
                  <a:lnTo>
                    <a:pt x="1078514" y="1309213"/>
                  </a:lnTo>
                  <a:lnTo>
                    <a:pt x="1078514" y="1309204"/>
                  </a:lnTo>
                  <a:lnTo>
                    <a:pt x="1078513" y="1309196"/>
                  </a:lnTo>
                  <a:lnTo>
                    <a:pt x="1078508" y="1309189"/>
                  </a:lnTo>
                  <a:lnTo>
                    <a:pt x="1078505" y="1309183"/>
                  </a:lnTo>
                  <a:lnTo>
                    <a:pt x="1078500" y="1309177"/>
                  </a:lnTo>
                  <a:lnTo>
                    <a:pt x="1078494" y="1309169"/>
                  </a:lnTo>
                  <a:lnTo>
                    <a:pt x="1078489" y="1309158"/>
                  </a:lnTo>
                  <a:lnTo>
                    <a:pt x="1078486" y="1309143"/>
                  </a:lnTo>
                  <a:lnTo>
                    <a:pt x="1078485" y="1309129"/>
                  </a:lnTo>
                  <a:lnTo>
                    <a:pt x="1078484" y="1309114"/>
                  </a:lnTo>
                  <a:lnTo>
                    <a:pt x="1078480" y="1309082"/>
                  </a:lnTo>
                  <a:lnTo>
                    <a:pt x="1078481" y="1309064"/>
                  </a:lnTo>
                  <a:lnTo>
                    <a:pt x="1078484" y="1309035"/>
                  </a:lnTo>
                  <a:lnTo>
                    <a:pt x="1078483" y="1309019"/>
                  </a:lnTo>
                  <a:lnTo>
                    <a:pt x="1078485" y="1308999"/>
                  </a:lnTo>
                  <a:lnTo>
                    <a:pt x="1078483" y="1308985"/>
                  </a:lnTo>
                  <a:lnTo>
                    <a:pt x="1078482" y="1308974"/>
                  </a:lnTo>
                  <a:lnTo>
                    <a:pt x="1078480" y="1308962"/>
                  </a:lnTo>
                  <a:lnTo>
                    <a:pt x="1078479" y="1308934"/>
                  </a:lnTo>
                  <a:lnTo>
                    <a:pt x="1078480" y="1308915"/>
                  </a:lnTo>
                  <a:lnTo>
                    <a:pt x="1078477" y="1308897"/>
                  </a:lnTo>
                  <a:lnTo>
                    <a:pt x="1078471" y="1308879"/>
                  </a:lnTo>
                  <a:lnTo>
                    <a:pt x="1078466" y="1308862"/>
                  </a:lnTo>
                  <a:lnTo>
                    <a:pt x="1078465" y="1308855"/>
                  </a:lnTo>
                  <a:lnTo>
                    <a:pt x="1078468" y="1308850"/>
                  </a:lnTo>
                  <a:lnTo>
                    <a:pt x="1078475" y="1308839"/>
                  </a:lnTo>
                  <a:lnTo>
                    <a:pt x="1078481" y="1308828"/>
                  </a:lnTo>
                  <a:lnTo>
                    <a:pt x="1078485" y="1308820"/>
                  </a:lnTo>
                  <a:lnTo>
                    <a:pt x="1078493" y="1308808"/>
                  </a:lnTo>
                  <a:lnTo>
                    <a:pt x="1078502" y="1308796"/>
                  </a:lnTo>
                  <a:lnTo>
                    <a:pt x="1078510" y="1308784"/>
                  </a:lnTo>
                  <a:lnTo>
                    <a:pt x="1078523" y="1308766"/>
                  </a:lnTo>
                  <a:lnTo>
                    <a:pt x="1078527" y="1308760"/>
                  </a:lnTo>
                  <a:lnTo>
                    <a:pt x="1078531" y="1308752"/>
                  </a:lnTo>
                  <a:lnTo>
                    <a:pt x="1078535" y="1308744"/>
                  </a:lnTo>
                  <a:lnTo>
                    <a:pt x="1078541" y="1308731"/>
                  </a:lnTo>
                  <a:lnTo>
                    <a:pt x="1078547" y="1308712"/>
                  </a:lnTo>
                  <a:lnTo>
                    <a:pt x="1078553" y="1308696"/>
                  </a:lnTo>
                  <a:lnTo>
                    <a:pt x="1078558" y="1308677"/>
                  </a:lnTo>
                  <a:lnTo>
                    <a:pt x="1078565" y="1308655"/>
                  </a:lnTo>
                  <a:lnTo>
                    <a:pt x="1078572" y="1308639"/>
                  </a:lnTo>
                  <a:lnTo>
                    <a:pt x="1078577" y="1308628"/>
                  </a:lnTo>
                  <a:lnTo>
                    <a:pt x="1078587" y="1308609"/>
                  </a:lnTo>
                  <a:lnTo>
                    <a:pt x="1078596" y="1308591"/>
                  </a:lnTo>
                  <a:lnTo>
                    <a:pt x="1078607" y="1308578"/>
                  </a:lnTo>
                  <a:lnTo>
                    <a:pt x="1078619" y="1308561"/>
                  </a:lnTo>
                  <a:lnTo>
                    <a:pt x="1078631" y="1308546"/>
                  </a:lnTo>
                  <a:lnTo>
                    <a:pt x="1078636" y="1308540"/>
                  </a:lnTo>
                  <a:lnTo>
                    <a:pt x="1078644" y="1308532"/>
                  </a:lnTo>
                  <a:lnTo>
                    <a:pt x="1078651" y="1308522"/>
                  </a:lnTo>
                  <a:lnTo>
                    <a:pt x="1078657" y="1308513"/>
                  </a:lnTo>
                  <a:lnTo>
                    <a:pt x="1078663" y="1308504"/>
                  </a:lnTo>
                  <a:lnTo>
                    <a:pt x="1078670" y="1308496"/>
                  </a:lnTo>
                  <a:lnTo>
                    <a:pt x="1078683" y="1308478"/>
                  </a:lnTo>
                  <a:lnTo>
                    <a:pt x="1078696" y="1308462"/>
                  </a:lnTo>
                  <a:lnTo>
                    <a:pt x="1078710" y="1308446"/>
                  </a:lnTo>
                  <a:lnTo>
                    <a:pt x="1078725" y="1308430"/>
                  </a:lnTo>
                  <a:lnTo>
                    <a:pt x="1078741" y="1308415"/>
                  </a:lnTo>
                  <a:lnTo>
                    <a:pt x="1078751" y="1308405"/>
                  </a:lnTo>
                  <a:lnTo>
                    <a:pt x="1078757" y="1308403"/>
                  </a:lnTo>
                  <a:lnTo>
                    <a:pt x="1078773" y="1308398"/>
                  </a:lnTo>
                  <a:lnTo>
                    <a:pt x="1078789" y="1308396"/>
                  </a:lnTo>
                  <a:lnTo>
                    <a:pt x="1078807" y="1308396"/>
                  </a:lnTo>
                  <a:lnTo>
                    <a:pt x="1078811" y="1308397"/>
                  </a:lnTo>
                  <a:lnTo>
                    <a:pt x="1078827" y="1308401"/>
                  </a:lnTo>
                  <a:lnTo>
                    <a:pt x="1078848" y="1308407"/>
                  </a:lnTo>
                  <a:lnTo>
                    <a:pt x="1078866" y="1308415"/>
                  </a:lnTo>
                  <a:lnTo>
                    <a:pt x="1078890" y="1308425"/>
                  </a:lnTo>
                  <a:lnTo>
                    <a:pt x="1078900" y="1308426"/>
                  </a:lnTo>
                  <a:lnTo>
                    <a:pt x="1078927" y="1308425"/>
                  </a:lnTo>
                  <a:lnTo>
                    <a:pt x="1078952" y="1308423"/>
                  </a:lnTo>
                  <a:lnTo>
                    <a:pt x="1078975" y="1308417"/>
                  </a:lnTo>
                  <a:lnTo>
                    <a:pt x="1078991" y="1308414"/>
                  </a:lnTo>
                  <a:lnTo>
                    <a:pt x="1078996" y="1308412"/>
                  </a:lnTo>
                  <a:lnTo>
                    <a:pt x="1079016" y="1308408"/>
                  </a:lnTo>
                  <a:lnTo>
                    <a:pt x="1079037" y="1308406"/>
                  </a:lnTo>
                  <a:lnTo>
                    <a:pt x="1079065" y="1308403"/>
                  </a:lnTo>
                  <a:lnTo>
                    <a:pt x="1079076" y="1308402"/>
                  </a:lnTo>
                  <a:lnTo>
                    <a:pt x="1079087" y="1308400"/>
                  </a:lnTo>
                  <a:lnTo>
                    <a:pt x="1079093" y="1308398"/>
                  </a:lnTo>
                  <a:lnTo>
                    <a:pt x="1079101" y="1308396"/>
                  </a:lnTo>
                  <a:lnTo>
                    <a:pt x="1079104" y="1308387"/>
                  </a:lnTo>
                  <a:lnTo>
                    <a:pt x="1079108" y="1308374"/>
                  </a:lnTo>
                  <a:lnTo>
                    <a:pt x="1079112" y="1308363"/>
                  </a:lnTo>
                  <a:lnTo>
                    <a:pt x="1079117" y="1308353"/>
                  </a:lnTo>
                  <a:lnTo>
                    <a:pt x="1079123" y="1308339"/>
                  </a:lnTo>
                  <a:lnTo>
                    <a:pt x="1079126" y="1308331"/>
                  </a:lnTo>
                  <a:lnTo>
                    <a:pt x="1079129" y="1308321"/>
                  </a:lnTo>
                  <a:lnTo>
                    <a:pt x="1079132" y="1308310"/>
                  </a:lnTo>
                  <a:lnTo>
                    <a:pt x="1079134" y="1308296"/>
                  </a:lnTo>
                  <a:lnTo>
                    <a:pt x="1079136" y="1308281"/>
                  </a:lnTo>
                  <a:lnTo>
                    <a:pt x="1079139" y="1308264"/>
                  </a:lnTo>
                  <a:lnTo>
                    <a:pt x="1079142" y="1308254"/>
                  </a:lnTo>
                  <a:lnTo>
                    <a:pt x="1079144" y="1308248"/>
                  </a:lnTo>
                  <a:lnTo>
                    <a:pt x="1079150" y="1308229"/>
                  </a:lnTo>
                  <a:lnTo>
                    <a:pt x="1079155" y="1308215"/>
                  </a:lnTo>
                  <a:lnTo>
                    <a:pt x="1079162" y="1308196"/>
                  </a:lnTo>
                  <a:lnTo>
                    <a:pt x="1079168" y="1308184"/>
                  </a:lnTo>
                  <a:lnTo>
                    <a:pt x="1079176" y="1308168"/>
                  </a:lnTo>
                  <a:lnTo>
                    <a:pt x="1079184" y="1308151"/>
                  </a:lnTo>
                  <a:lnTo>
                    <a:pt x="1079193" y="1308136"/>
                  </a:lnTo>
                  <a:lnTo>
                    <a:pt x="1079202" y="1308119"/>
                  </a:lnTo>
                  <a:lnTo>
                    <a:pt x="1079210" y="1308103"/>
                  </a:lnTo>
                  <a:lnTo>
                    <a:pt x="1079224" y="1308080"/>
                  </a:lnTo>
                  <a:lnTo>
                    <a:pt x="1079250" y="1308041"/>
                  </a:lnTo>
                  <a:lnTo>
                    <a:pt x="1079262" y="1308025"/>
                  </a:lnTo>
                  <a:lnTo>
                    <a:pt x="1079266" y="1308021"/>
                  </a:lnTo>
                  <a:lnTo>
                    <a:pt x="1079269" y="1308017"/>
                  </a:lnTo>
                  <a:lnTo>
                    <a:pt x="1079277" y="1308006"/>
                  </a:lnTo>
                  <a:lnTo>
                    <a:pt x="1079283" y="1307992"/>
                  </a:lnTo>
                  <a:lnTo>
                    <a:pt x="1079296" y="1307972"/>
                  </a:lnTo>
                  <a:lnTo>
                    <a:pt x="1079304" y="1307958"/>
                  </a:lnTo>
                  <a:lnTo>
                    <a:pt x="1079311" y="1307942"/>
                  </a:lnTo>
                  <a:lnTo>
                    <a:pt x="1079322" y="1307921"/>
                  </a:lnTo>
                  <a:lnTo>
                    <a:pt x="1079331" y="1307905"/>
                  </a:lnTo>
                  <a:lnTo>
                    <a:pt x="1079337" y="1307895"/>
                  </a:lnTo>
                  <a:lnTo>
                    <a:pt x="1079341" y="1307885"/>
                  </a:lnTo>
                  <a:lnTo>
                    <a:pt x="1079344" y="1307874"/>
                  </a:lnTo>
                  <a:lnTo>
                    <a:pt x="1079348" y="1307860"/>
                  </a:lnTo>
                  <a:lnTo>
                    <a:pt x="1079351" y="1307848"/>
                  </a:lnTo>
                  <a:lnTo>
                    <a:pt x="1079353" y="1307838"/>
                  </a:lnTo>
                  <a:lnTo>
                    <a:pt x="1079354" y="1307824"/>
                  </a:lnTo>
                  <a:lnTo>
                    <a:pt x="1079356" y="1307801"/>
                  </a:lnTo>
                  <a:lnTo>
                    <a:pt x="1079356" y="1307791"/>
                  </a:lnTo>
                  <a:lnTo>
                    <a:pt x="1079356" y="1307776"/>
                  </a:lnTo>
                  <a:lnTo>
                    <a:pt x="1079359" y="1307762"/>
                  </a:lnTo>
                  <a:lnTo>
                    <a:pt x="1079364" y="1307752"/>
                  </a:lnTo>
                  <a:lnTo>
                    <a:pt x="1079370" y="1307738"/>
                  </a:lnTo>
                  <a:lnTo>
                    <a:pt x="1079374" y="1307721"/>
                  </a:lnTo>
                  <a:lnTo>
                    <a:pt x="1079376" y="1307707"/>
                  </a:lnTo>
                  <a:lnTo>
                    <a:pt x="1079378" y="1307696"/>
                  </a:lnTo>
                  <a:lnTo>
                    <a:pt x="1079380" y="1307682"/>
                  </a:lnTo>
                  <a:lnTo>
                    <a:pt x="1079383" y="1307668"/>
                  </a:lnTo>
                  <a:lnTo>
                    <a:pt x="1079387" y="1307659"/>
                  </a:lnTo>
                  <a:lnTo>
                    <a:pt x="1079391" y="1307647"/>
                  </a:lnTo>
                  <a:lnTo>
                    <a:pt x="1079394" y="1307639"/>
                  </a:lnTo>
                  <a:lnTo>
                    <a:pt x="1079398" y="1307628"/>
                  </a:lnTo>
                  <a:lnTo>
                    <a:pt x="1079403" y="1307618"/>
                  </a:lnTo>
                  <a:lnTo>
                    <a:pt x="1079408" y="1307607"/>
                  </a:lnTo>
                  <a:lnTo>
                    <a:pt x="1079413" y="1307597"/>
                  </a:lnTo>
                  <a:lnTo>
                    <a:pt x="1079417" y="1307582"/>
                  </a:lnTo>
                  <a:lnTo>
                    <a:pt x="1079419" y="1307567"/>
                  </a:lnTo>
                  <a:lnTo>
                    <a:pt x="1079425" y="1307544"/>
                  </a:lnTo>
                  <a:lnTo>
                    <a:pt x="1079428" y="1307534"/>
                  </a:lnTo>
                  <a:lnTo>
                    <a:pt x="1079429" y="1307525"/>
                  </a:lnTo>
                  <a:lnTo>
                    <a:pt x="1079435" y="1307514"/>
                  </a:lnTo>
                  <a:lnTo>
                    <a:pt x="1079442" y="1307499"/>
                  </a:lnTo>
                  <a:lnTo>
                    <a:pt x="1079449" y="1307485"/>
                  </a:lnTo>
                  <a:lnTo>
                    <a:pt x="1079460" y="1307462"/>
                  </a:lnTo>
                  <a:lnTo>
                    <a:pt x="1079477" y="1307429"/>
                  </a:lnTo>
                  <a:lnTo>
                    <a:pt x="1079489" y="1307407"/>
                  </a:lnTo>
                  <a:lnTo>
                    <a:pt x="1079497" y="1307384"/>
                  </a:lnTo>
                  <a:lnTo>
                    <a:pt x="1079507" y="1307354"/>
                  </a:lnTo>
                  <a:lnTo>
                    <a:pt x="1079514" y="1307333"/>
                  </a:lnTo>
                  <a:lnTo>
                    <a:pt x="1079520" y="1307315"/>
                  </a:lnTo>
                  <a:lnTo>
                    <a:pt x="1079525" y="1307304"/>
                  </a:lnTo>
                  <a:lnTo>
                    <a:pt x="1079531" y="1307290"/>
                  </a:lnTo>
                  <a:lnTo>
                    <a:pt x="1079534" y="1307276"/>
                  </a:lnTo>
                  <a:lnTo>
                    <a:pt x="1079538" y="1307259"/>
                  </a:lnTo>
                  <a:lnTo>
                    <a:pt x="1079543" y="1307240"/>
                  </a:lnTo>
                  <a:lnTo>
                    <a:pt x="1079546" y="1307224"/>
                  </a:lnTo>
                  <a:lnTo>
                    <a:pt x="1079552" y="1307207"/>
                  </a:lnTo>
                  <a:lnTo>
                    <a:pt x="1079554" y="1307199"/>
                  </a:lnTo>
                  <a:lnTo>
                    <a:pt x="1079558" y="1307190"/>
                  </a:lnTo>
                  <a:lnTo>
                    <a:pt x="1079565" y="1307174"/>
                  </a:lnTo>
                  <a:lnTo>
                    <a:pt x="1079567" y="1307167"/>
                  </a:lnTo>
                  <a:lnTo>
                    <a:pt x="1079572" y="1307155"/>
                  </a:lnTo>
                  <a:lnTo>
                    <a:pt x="1079580" y="1307141"/>
                  </a:lnTo>
                  <a:lnTo>
                    <a:pt x="1079586" y="1307123"/>
                  </a:lnTo>
                  <a:lnTo>
                    <a:pt x="1079589" y="1307110"/>
                  </a:lnTo>
                  <a:lnTo>
                    <a:pt x="1079593" y="1307095"/>
                  </a:lnTo>
                  <a:lnTo>
                    <a:pt x="1079596" y="1307088"/>
                  </a:lnTo>
                  <a:lnTo>
                    <a:pt x="1079602" y="1307071"/>
                  </a:lnTo>
                  <a:lnTo>
                    <a:pt x="1079610" y="1307055"/>
                  </a:lnTo>
                  <a:lnTo>
                    <a:pt x="1079616" y="1307038"/>
                  </a:lnTo>
                  <a:lnTo>
                    <a:pt x="1079625" y="1307019"/>
                  </a:lnTo>
                  <a:lnTo>
                    <a:pt x="1079629" y="1307014"/>
                  </a:lnTo>
                  <a:lnTo>
                    <a:pt x="1079632" y="1307006"/>
                  </a:lnTo>
                  <a:lnTo>
                    <a:pt x="1079642" y="1306989"/>
                  </a:lnTo>
                  <a:lnTo>
                    <a:pt x="1079652" y="1306972"/>
                  </a:lnTo>
                  <a:lnTo>
                    <a:pt x="1079657" y="1306966"/>
                  </a:lnTo>
                  <a:lnTo>
                    <a:pt x="1079665" y="1306954"/>
                  </a:lnTo>
                  <a:lnTo>
                    <a:pt x="1079671" y="1306946"/>
                  </a:lnTo>
                  <a:lnTo>
                    <a:pt x="1079676" y="1306938"/>
                  </a:lnTo>
                  <a:lnTo>
                    <a:pt x="1079677" y="1306933"/>
                  </a:lnTo>
                  <a:lnTo>
                    <a:pt x="1079674" y="1306924"/>
                  </a:lnTo>
                  <a:lnTo>
                    <a:pt x="1079671" y="1306919"/>
                  </a:lnTo>
                  <a:lnTo>
                    <a:pt x="1079667" y="1306912"/>
                  </a:lnTo>
                  <a:lnTo>
                    <a:pt x="1079664" y="1306901"/>
                  </a:lnTo>
                  <a:lnTo>
                    <a:pt x="1079660" y="1306891"/>
                  </a:lnTo>
                  <a:lnTo>
                    <a:pt x="1079653" y="1306874"/>
                  </a:lnTo>
                  <a:lnTo>
                    <a:pt x="1079645" y="1306857"/>
                  </a:lnTo>
                  <a:lnTo>
                    <a:pt x="1079636" y="1306840"/>
                  </a:lnTo>
                  <a:lnTo>
                    <a:pt x="1079628" y="1306824"/>
                  </a:lnTo>
                  <a:lnTo>
                    <a:pt x="1079625" y="1306816"/>
                  </a:lnTo>
                  <a:lnTo>
                    <a:pt x="1079624" y="1306807"/>
                  </a:lnTo>
                  <a:lnTo>
                    <a:pt x="1079617" y="1306790"/>
                  </a:lnTo>
                  <a:lnTo>
                    <a:pt x="1079611" y="1306773"/>
                  </a:lnTo>
                  <a:lnTo>
                    <a:pt x="1079607" y="1306766"/>
                  </a:lnTo>
                  <a:lnTo>
                    <a:pt x="1079604" y="1306756"/>
                  </a:lnTo>
                  <a:lnTo>
                    <a:pt x="1079598" y="1306741"/>
                  </a:lnTo>
                  <a:lnTo>
                    <a:pt x="1079594" y="1306730"/>
                  </a:lnTo>
                  <a:lnTo>
                    <a:pt x="1079585" y="1306715"/>
                  </a:lnTo>
                  <a:lnTo>
                    <a:pt x="1079576" y="1306703"/>
                  </a:lnTo>
                  <a:lnTo>
                    <a:pt x="1079560" y="1306688"/>
                  </a:lnTo>
                  <a:lnTo>
                    <a:pt x="1079554" y="1306675"/>
                  </a:lnTo>
                  <a:lnTo>
                    <a:pt x="1079551" y="1306664"/>
                  </a:lnTo>
                  <a:lnTo>
                    <a:pt x="1079548" y="1306651"/>
                  </a:lnTo>
                  <a:lnTo>
                    <a:pt x="1079542" y="1306638"/>
                  </a:lnTo>
                  <a:lnTo>
                    <a:pt x="1079538" y="1306628"/>
                  </a:lnTo>
                  <a:lnTo>
                    <a:pt x="1079533" y="1306617"/>
                  </a:lnTo>
                  <a:lnTo>
                    <a:pt x="1079526" y="1306604"/>
                  </a:lnTo>
                  <a:lnTo>
                    <a:pt x="1079519" y="1306593"/>
                  </a:lnTo>
                  <a:lnTo>
                    <a:pt x="1079511" y="1306578"/>
                  </a:lnTo>
                  <a:lnTo>
                    <a:pt x="1079504" y="1306560"/>
                  </a:lnTo>
                  <a:lnTo>
                    <a:pt x="1079495" y="1306543"/>
                  </a:lnTo>
                  <a:lnTo>
                    <a:pt x="1079493" y="1306535"/>
                  </a:lnTo>
                  <a:lnTo>
                    <a:pt x="1079491" y="1306529"/>
                  </a:lnTo>
                  <a:lnTo>
                    <a:pt x="1079491" y="1306521"/>
                  </a:lnTo>
                  <a:lnTo>
                    <a:pt x="1079490" y="1306511"/>
                  </a:lnTo>
                  <a:lnTo>
                    <a:pt x="1079490" y="1306490"/>
                  </a:lnTo>
                  <a:lnTo>
                    <a:pt x="1079487" y="1306474"/>
                  </a:lnTo>
                  <a:lnTo>
                    <a:pt x="1079483" y="1306457"/>
                  </a:lnTo>
                  <a:lnTo>
                    <a:pt x="1079483" y="1306452"/>
                  </a:lnTo>
                  <a:lnTo>
                    <a:pt x="1079480" y="1306441"/>
                  </a:lnTo>
                  <a:lnTo>
                    <a:pt x="1079474" y="1306418"/>
                  </a:lnTo>
                  <a:lnTo>
                    <a:pt x="1079474" y="1306411"/>
                  </a:lnTo>
                  <a:lnTo>
                    <a:pt x="1079472" y="1306398"/>
                  </a:lnTo>
                  <a:lnTo>
                    <a:pt x="1079471" y="1306377"/>
                  </a:lnTo>
                  <a:lnTo>
                    <a:pt x="1079471" y="1306359"/>
                  </a:lnTo>
                  <a:lnTo>
                    <a:pt x="1079468" y="1306340"/>
                  </a:lnTo>
                  <a:lnTo>
                    <a:pt x="1079467" y="1306315"/>
                  </a:lnTo>
                  <a:lnTo>
                    <a:pt x="1079466" y="1306297"/>
                  </a:lnTo>
                  <a:lnTo>
                    <a:pt x="1079467" y="1306290"/>
                  </a:lnTo>
                  <a:lnTo>
                    <a:pt x="1079478" y="1306278"/>
                  </a:lnTo>
                  <a:lnTo>
                    <a:pt x="1079489" y="1306269"/>
                  </a:lnTo>
                  <a:lnTo>
                    <a:pt x="1079508" y="1306256"/>
                  </a:lnTo>
                  <a:lnTo>
                    <a:pt x="1079523" y="1306246"/>
                  </a:lnTo>
                  <a:lnTo>
                    <a:pt x="1079536" y="1306239"/>
                  </a:lnTo>
                  <a:lnTo>
                    <a:pt x="1079542" y="1306236"/>
                  </a:lnTo>
                  <a:lnTo>
                    <a:pt x="1079557" y="1306225"/>
                  </a:lnTo>
                  <a:lnTo>
                    <a:pt x="1079568" y="1306212"/>
                  </a:lnTo>
                  <a:lnTo>
                    <a:pt x="1079582" y="1306196"/>
                  </a:lnTo>
                  <a:lnTo>
                    <a:pt x="1079588" y="1306188"/>
                  </a:lnTo>
                  <a:lnTo>
                    <a:pt x="1079592" y="1306181"/>
                  </a:lnTo>
                  <a:lnTo>
                    <a:pt x="1079606" y="1306164"/>
                  </a:lnTo>
                  <a:lnTo>
                    <a:pt x="1079621" y="1306148"/>
                  </a:lnTo>
                  <a:lnTo>
                    <a:pt x="1079633" y="1306138"/>
                  </a:lnTo>
                  <a:lnTo>
                    <a:pt x="1079647" y="1306123"/>
                  </a:lnTo>
                  <a:lnTo>
                    <a:pt x="1079650" y="1306113"/>
                  </a:lnTo>
                  <a:lnTo>
                    <a:pt x="1079653" y="1306095"/>
                  </a:lnTo>
                  <a:lnTo>
                    <a:pt x="1079658" y="1306079"/>
                  </a:lnTo>
                  <a:lnTo>
                    <a:pt x="1079663" y="1306071"/>
                  </a:lnTo>
                  <a:lnTo>
                    <a:pt x="1079668" y="1306059"/>
                  </a:lnTo>
                  <a:lnTo>
                    <a:pt x="1079666" y="1306050"/>
                  </a:lnTo>
                  <a:lnTo>
                    <a:pt x="1079660" y="1306040"/>
                  </a:lnTo>
                  <a:lnTo>
                    <a:pt x="1079654" y="1306027"/>
                  </a:lnTo>
                  <a:lnTo>
                    <a:pt x="1079644" y="1306012"/>
                  </a:lnTo>
                  <a:lnTo>
                    <a:pt x="1079636" y="1305992"/>
                  </a:lnTo>
                  <a:lnTo>
                    <a:pt x="1079628" y="1305979"/>
                  </a:lnTo>
                  <a:lnTo>
                    <a:pt x="1079620" y="1305961"/>
                  </a:lnTo>
                  <a:lnTo>
                    <a:pt x="1079610" y="1305940"/>
                  </a:lnTo>
                  <a:lnTo>
                    <a:pt x="1079608" y="1305926"/>
                  </a:lnTo>
                  <a:lnTo>
                    <a:pt x="1079608" y="1305908"/>
                  </a:lnTo>
                  <a:lnTo>
                    <a:pt x="1079606" y="1305895"/>
                  </a:lnTo>
                  <a:lnTo>
                    <a:pt x="1079602" y="1305884"/>
                  </a:lnTo>
                  <a:lnTo>
                    <a:pt x="1079600" y="1305875"/>
                  </a:lnTo>
                  <a:lnTo>
                    <a:pt x="1079597" y="1305865"/>
                  </a:lnTo>
                  <a:lnTo>
                    <a:pt x="1079595" y="1305858"/>
                  </a:lnTo>
                  <a:lnTo>
                    <a:pt x="1079590" y="1305842"/>
                  </a:lnTo>
                  <a:lnTo>
                    <a:pt x="1079587" y="1305834"/>
                  </a:lnTo>
                  <a:lnTo>
                    <a:pt x="1079582" y="1305821"/>
                  </a:lnTo>
                  <a:lnTo>
                    <a:pt x="1079578" y="1305811"/>
                  </a:lnTo>
                  <a:lnTo>
                    <a:pt x="1079568" y="1305797"/>
                  </a:lnTo>
                  <a:lnTo>
                    <a:pt x="1079561" y="1305790"/>
                  </a:lnTo>
                  <a:lnTo>
                    <a:pt x="1079541" y="1305769"/>
                  </a:lnTo>
                  <a:lnTo>
                    <a:pt x="1079523" y="1305751"/>
                  </a:lnTo>
                  <a:lnTo>
                    <a:pt x="1079509" y="1305738"/>
                  </a:lnTo>
                  <a:lnTo>
                    <a:pt x="1079495" y="1305724"/>
                  </a:lnTo>
                  <a:lnTo>
                    <a:pt x="1079488" y="1305719"/>
                  </a:lnTo>
                  <a:lnTo>
                    <a:pt x="1079482" y="1305714"/>
                  </a:lnTo>
                  <a:lnTo>
                    <a:pt x="1079479" y="1305706"/>
                  </a:lnTo>
                  <a:lnTo>
                    <a:pt x="1079474" y="1305688"/>
                  </a:lnTo>
                  <a:lnTo>
                    <a:pt x="1079469" y="1305675"/>
                  </a:lnTo>
                  <a:lnTo>
                    <a:pt x="1079463" y="1305661"/>
                  </a:lnTo>
                  <a:lnTo>
                    <a:pt x="1079455" y="1305645"/>
                  </a:lnTo>
                  <a:lnTo>
                    <a:pt x="1079451" y="1305632"/>
                  </a:lnTo>
                  <a:lnTo>
                    <a:pt x="1079446" y="1305617"/>
                  </a:lnTo>
                  <a:lnTo>
                    <a:pt x="1079443" y="1305604"/>
                  </a:lnTo>
                  <a:lnTo>
                    <a:pt x="1079440" y="1305598"/>
                  </a:lnTo>
                  <a:lnTo>
                    <a:pt x="1079436" y="1305589"/>
                  </a:lnTo>
                  <a:lnTo>
                    <a:pt x="1079431" y="1305578"/>
                  </a:lnTo>
                  <a:lnTo>
                    <a:pt x="1079426" y="1305565"/>
                  </a:lnTo>
                  <a:lnTo>
                    <a:pt x="1079421" y="1305551"/>
                  </a:lnTo>
                  <a:lnTo>
                    <a:pt x="1079417" y="1305536"/>
                  </a:lnTo>
                  <a:lnTo>
                    <a:pt x="1079416" y="1305524"/>
                  </a:lnTo>
                  <a:lnTo>
                    <a:pt x="1079415" y="1305517"/>
                  </a:lnTo>
                  <a:lnTo>
                    <a:pt x="1079414" y="1305510"/>
                  </a:lnTo>
                  <a:lnTo>
                    <a:pt x="1079410" y="1305505"/>
                  </a:lnTo>
                  <a:lnTo>
                    <a:pt x="1079403" y="1305493"/>
                  </a:lnTo>
                  <a:lnTo>
                    <a:pt x="1079397" y="1305489"/>
                  </a:lnTo>
                  <a:lnTo>
                    <a:pt x="1079381" y="1305474"/>
                  </a:lnTo>
                  <a:lnTo>
                    <a:pt x="1079365" y="1305459"/>
                  </a:lnTo>
                  <a:lnTo>
                    <a:pt x="1079348" y="1305444"/>
                  </a:lnTo>
                  <a:lnTo>
                    <a:pt x="1079331" y="1305430"/>
                  </a:lnTo>
                  <a:lnTo>
                    <a:pt x="1079318" y="1305420"/>
                  </a:lnTo>
                  <a:lnTo>
                    <a:pt x="1079307" y="1305404"/>
                  </a:lnTo>
                  <a:lnTo>
                    <a:pt x="1079293" y="1305389"/>
                  </a:lnTo>
                  <a:lnTo>
                    <a:pt x="1079281" y="1305378"/>
                  </a:lnTo>
                  <a:lnTo>
                    <a:pt x="1079272" y="1305369"/>
                  </a:lnTo>
                  <a:lnTo>
                    <a:pt x="1079263" y="1305358"/>
                  </a:lnTo>
                  <a:lnTo>
                    <a:pt x="1079253" y="1305347"/>
                  </a:lnTo>
                  <a:lnTo>
                    <a:pt x="1079240" y="1305340"/>
                  </a:lnTo>
                  <a:lnTo>
                    <a:pt x="1079225" y="1305332"/>
                  </a:lnTo>
                  <a:lnTo>
                    <a:pt x="1079213" y="1305326"/>
                  </a:lnTo>
                  <a:lnTo>
                    <a:pt x="1079206" y="1305321"/>
                  </a:lnTo>
                  <a:lnTo>
                    <a:pt x="1079196" y="1305315"/>
                  </a:lnTo>
                  <a:lnTo>
                    <a:pt x="1079197" y="1305306"/>
                  </a:lnTo>
                  <a:lnTo>
                    <a:pt x="1079200" y="1305286"/>
                  </a:lnTo>
                  <a:lnTo>
                    <a:pt x="1079201" y="1305269"/>
                  </a:lnTo>
                  <a:lnTo>
                    <a:pt x="1079202" y="1305257"/>
                  </a:lnTo>
                  <a:lnTo>
                    <a:pt x="1079200" y="1305241"/>
                  </a:lnTo>
                  <a:lnTo>
                    <a:pt x="1079199" y="1305223"/>
                  </a:lnTo>
                  <a:lnTo>
                    <a:pt x="1079200" y="1305208"/>
                  </a:lnTo>
                  <a:lnTo>
                    <a:pt x="1079197" y="1305188"/>
                  </a:lnTo>
                  <a:lnTo>
                    <a:pt x="1079194" y="1305176"/>
                  </a:lnTo>
                  <a:lnTo>
                    <a:pt x="1079190" y="1305167"/>
                  </a:lnTo>
                  <a:lnTo>
                    <a:pt x="1079187" y="1305158"/>
                  </a:lnTo>
                  <a:lnTo>
                    <a:pt x="1079186" y="1305150"/>
                  </a:lnTo>
                  <a:lnTo>
                    <a:pt x="1079185" y="1305139"/>
                  </a:lnTo>
                  <a:lnTo>
                    <a:pt x="1079187" y="1305118"/>
                  </a:lnTo>
                  <a:lnTo>
                    <a:pt x="1079187" y="1305096"/>
                  </a:lnTo>
                  <a:lnTo>
                    <a:pt x="1079187" y="1305081"/>
                  </a:lnTo>
                  <a:lnTo>
                    <a:pt x="1079188" y="1305068"/>
                  </a:lnTo>
                  <a:lnTo>
                    <a:pt x="1079189" y="1305049"/>
                  </a:lnTo>
                  <a:lnTo>
                    <a:pt x="1079188" y="1305035"/>
                  </a:lnTo>
                  <a:lnTo>
                    <a:pt x="1079187" y="1305026"/>
                  </a:lnTo>
                  <a:lnTo>
                    <a:pt x="1079184" y="1305015"/>
                  </a:lnTo>
                  <a:lnTo>
                    <a:pt x="1079180" y="1305003"/>
                  </a:lnTo>
                  <a:lnTo>
                    <a:pt x="1079178" y="1304994"/>
                  </a:lnTo>
                  <a:lnTo>
                    <a:pt x="1079176" y="1304981"/>
                  </a:lnTo>
                  <a:lnTo>
                    <a:pt x="1079173" y="1304967"/>
                  </a:lnTo>
                  <a:lnTo>
                    <a:pt x="1079171" y="1304956"/>
                  </a:lnTo>
                  <a:lnTo>
                    <a:pt x="1079170" y="1304949"/>
                  </a:lnTo>
                  <a:lnTo>
                    <a:pt x="1079165" y="1304934"/>
                  </a:lnTo>
                  <a:lnTo>
                    <a:pt x="1079162" y="1304925"/>
                  </a:lnTo>
                  <a:lnTo>
                    <a:pt x="1079156" y="1304910"/>
                  </a:lnTo>
                  <a:lnTo>
                    <a:pt x="1079148" y="1304890"/>
                  </a:lnTo>
                  <a:lnTo>
                    <a:pt x="1079145" y="1304881"/>
                  </a:lnTo>
                  <a:lnTo>
                    <a:pt x="1079139" y="1304856"/>
                  </a:lnTo>
                  <a:lnTo>
                    <a:pt x="1079136" y="1304849"/>
                  </a:lnTo>
                  <a:lnTo>
                    <a:pt x="1079132" y="1304838"/>
                  </a:lnTo>
                  <a:lnTo>
                    <a:pt x="1079127" y="1304827"/>
                  </a:lnTo>
                  <a:lnTo>
                    <a:pt x="1079120" y="1304816"/>
                  </a:lnTo>
                  <a:lnTo>
                    <a:pt x="1079109" y="1304801"/>
                  </a:lnTo>
                  <a:lnTo>
                    <a:pt x="1079100" y="1304789"/>
                  </a:lnTo>
                  <a:lnTo>
                    <a:pt x="1079089" y="1304776"/>
                  </a:lnTo>
                  <a:lnTo>
                    <a:pt x="1079086" y="1304769"/>
                  </a:lnTo>
                  <a:lnTo>
                    <a:pt x="1079085" y="1304760"/>
                  </a:lnTo>
                  <a:lnTo>
                    <a:pt x="1079083" y="1304751"/>
                  </a:lnTo>
                  <a:lnTo>
                    <a:pt x="1079083" y="1304734"/>
                  </a:lnTo>
                  <a:lnTo>
                    <a:pt x="1079084" y="1304713"/>
                  </a:lnTo>
                  <a:lnTo>
                    <a:pt x="1079086" y="1304697"/>
                  </a:lnTo>
                  <a:lnTo>
                    <a:pt x="1079087" y="1304685"/>
                  </a:lnTo>
                  <a:lnTo>
                    <a:pt x="1079088" y="1304676"/>
                  </a:lnTo>
                  <a:lnTo>
                    <a:pt x="1079089" y="1304665"/>
                  </a:lnTo>
                  <a:lnTo>
                    <a:pt x="1079091" y="1304652"/>
                  </a:lnTo>
                  <a:lnTo>
                    <a:pt x="1079093" y="1304636"/>
                  </a:lnTo>
                  <a:lnTo>
                    <a:pt x="1079095" y="1304626"/>
                  </a:lnTo>
                  <a:lnTo>
                    <a:pt x="1079095" y="1304616"/>
                  </a:lnTo>
                  <a:lnTo>
                    <a:pt x="1079082" y="1304603"/>
                  </a:lnTo>
                  <a:lnTo>
                    <a:pt x="1079076" y="1304599"/>
                  </a:lnTo>
                  <a:lnTo>
                    <a:pt x="1079058" y="1304585"/>
                  </a:lnTo>
                  <a:lnTo>
                    <a:pt x="1079040" y="1304570"/>
                  </a:lnTo>
                  <a:lnTo>
                    <a:pt x="1079018" y="1304550"/>
                  </a:lnTo>
                  <a:lnTo>
                    <a:pt x="1078999" y="1304531"/>
                  </a:lnTo>
                  <a:lnTo>
                    <a:pt x="1078995" y="1304522"/>
                  </a:lnTo>
                  <a:lnTo>
                    <a:pt x="1078991" y="1304511"/>
                  </a:lnTo>
                  <a:lnTo>
                    <a:pt x="1078991" y="1304503"/>
                  </a:lnTo>
                  <a:lnTo>
                    <a:pt x="1078993" y="1304484"/>
                  </a:lnTo>
                  <a:lnTo>
                    <a:pt x="1078994" y="1304454"/>
                  </a:lnTo>
                  <a:lnTo>
                    <a:pt x="1078993" y="1304442"/>
                  </a:lnTo>
                  <a:lnTo>
                    <a:pt x="1078991" y="1304432"/>
                  </a:lnTo>
                  <a:lnTo>
                    <a:pt x="1078987" y="1304421"/>
                  </a:lnTo>
                  <a:lnTo>
                    <a:pt x="1078984" y="1304409"/>
                  </a:lnTo>
                  <a:lnTo>
                    <a:pt x="1078982" y="1304400"/>
                  </a:lnTo>
                  <a:lnTo>
                    <a:pt x="1078980" y="1304384"/>
                  </a:lnTo>
                  <a:lnTo>
                    <a:pt x="1078979" y="1304363"/>
                  </a:lnTo>
                  <a:lnTo>
                    <a:pt x="1078979" y="1304355"/>
                  </a:lnTo>
                  <a:lnTo>
                    <a:pt x="1078980" y="1304344"/>
                  </a:lnTo>
                  <a:lnTo>
                    <a:pt x="1078981" y="1304339"/>
                  </a:lnTo>
                  <a:lnTo>
                    <a:pt x="1078982" y="1304326"/>
                  </a:lnTo>
                  <a:lnTo>
                    <a:pt x="1078981" y="1304310"/>
                  </a:lnTo>
                  <a:lnTo>
                    <a:pt x="1078979" y="1304293"/>
                  </a:lnTo>
                  <a:lnTo>
                    <a:pt x="1078978" y="1304281"/>
                  </a:lnTo>
                  <a:lnTo>
                    <a:pt x="1078976" y="1304274"/>
                  </a:lnTo>
                  <a:lnTo>
                    <a:pt x="1078973" y="1304268"/>
                  </a:lnTo>
                  <a:lnTo>
                    <a:pt x="1078967" y="1304263"/>
                  </a:lnTo>
                  <a:lnTo>
                    <a:pt x="1078959" y="1304256"/>
                  </a:lnTo>
                  <a:lnTo>
                    <a:pt x="1078949" y="1304249"/>
                  </a:lnTo>
                  <a:lnTo>
                    <a:pt x="1078933" y="1304234"/>
                  </a:lnTo>
                  <a:lnTo>
                    <a:pt x="1078925" y="1304227"/>
                  </a:lnTo>
                  <a:lnTo>
                    <a:pt x="1078918" y="1304221"/>
                  </a:lnTo>
                  <a:lnTo>
                    <a:pt x="1078910" y="1304214"/>
                  </a:lnTo>
                  <a:lnTo>
                    <a:pt x="1078901" y="1304207"/>
                  </a:lnTo>
                  <a:lnTo>
                    <a:pt x="1078896" y="1304200"/>
                  </a:lnTo>
                  <a:lnTo>
                    <a:pt x="1078893" y="1304192"/>
                  </a:lnTo>
                  <a:lnTo>
                    <a:pt x="1078888" y="1304180"/>
                  </a:lnTo>
                  <a:lnTo>
                    <a:pt x="1078886" y="1304169"/>
                  </a:lnTo>
                  <a:lnTo>
                    <a:pt x="1078884" y="1304163"/>
                  </a:lnTo>
                  <a:lnTo>
                    <a:pt x="1078882" y="1304154"/>
                  </a:lnTo>
                  <a:lnTo>
                    <a:pt x="1078880" y="1304147"/>
                  </a:lnTo>
                  <a:lnTo>
                    <a:pt x="1078876" y="1304136"/>
                  </a:lnTo>
                  <a:lnTo>
                    <a:pt x="1078873" y="1304127"/>
                  </a:lnTo>
                  <a:lnTo>
                    <a:pt x="1078869" y="1304112"/>
                  </a:lnTo>
                  <a:lnTo>
                    <a:pt x="1078865" y="1304098"/>
                  </a:lnTo>
                  <a:lnTo>
                    <a:pt x="1078861" y="1304083"/>
                  </a:lnTo>
                  <a:lnTo>
                    <a:pt x="1078856" y="1304062"/>
                  </a:lnTo>
                  <a:lnTo>
                    <a:pt x="1078853" y="1304049"/>
                  </a:lnTo>
                  <a:lnTo>
                    <a:pt x="1078851" y="1304041"/>
                  </a:lnTo>
                  <a:lnTo>
                    <a:pt x="1078847" y="1304030"/>
                  </a:lnTo>
                  <a:lnTo>
                    <a:pt x="1078846" y="1304021"/>
                  </a:lnTo>
                  <a:lnTo>
                    <a:pt x="1078844" y="1304009"/>
                  </a:lnTo>
                  <a:lnTo>
                    <a:pt x="1078842" y="1304001"/>
                  </a:lnTo>
                  <a:lnTo>
                    <a:pt x="1078838" y="1303984"/>
                  </a:lnTo>
                  <a:lnTo>
                    <a:pt x="1078834" y="1303972"/>
                  </a:lnTo>
                  <a:lnTo>
                    <a:pt x="1078830" y="1303951"/>
                  </a:lnTo>
                  <a:lnTo>
                    <a:pt x="1078825" y="1303935"/>
                  </a:lnTo>
                  <a:lnTo>
                    <a:pt x="1078822" y="1303922"/>
                  </a:lnTo>
                  <a:lnTo>
                    <a:pt x="1078816" y="1303909"/>
                  </a:lnTo>
                  <a:lnTo>
                    <a:pt x="1078819" y="1303902"/>
                  </a:lnTo>
                  <a:lnTo>
                    <a:pt x="1078827" y="1303893"/>
                  </a:lnTo>
                  <a:lnTo>
                    <a:pt x="1078839" y="1303877"/>
                  </a:lnTo>
                  <a:lnTo>
                    <a:pt x="1078853" y="1303860"/>
                  </a:lnTo>
                  <a:lnTo>
                    <a:pt x="1078859" y="1303851"/>
                  </a:lnTo>
                  <a:lnTo>
                    <a:pt x="1078863" y="1303843"/>
                  </a:lnTo>
                  <a:lnTo>
                    <a:pt x="1078869" y="1303827"/>
                  </a:lnTo>
                  <a:lnTo>
                    <a:pt x="1078871" y="1303821"/>
                  </a:lnTo>
                  <a:lnTo>
                    <a:pt x="1078881" y="1303808"/>
                  </a:lnTo>
                  <a:lnTo>
                    <a:pt x="1078895" y="1303792"/>
                  </a:lnTo>
                  <a:lnTo>
                    <a:pt x="1078910" y="1303778"/>
                  </a:lnTo>
                  <a:lnTo>
                    <a:pt x="1078926" y="1303763"/>
                  </a:lnTo>
                  <a:lnTo>
                    <a:pt x="1078940" y="1303750"/>
                  </a:lnTo>
                  <a:lnTo>
                    <a:pt x="1078956" y="1303739"/>
                  </a:lnTo>
                  <a:lnTo>
                    <a:pt x="1078974" y="1303728"/>
                  </a:lnTo>
                  <a:lnTo>
                    <a:pt x="1078982" y="1303721"/>
                  </a:lnTo>
                  <a:lnTo>
                    <a:pt x="1079005" y="1303706"/>
                  </a:lnTo>
                  <a:lnTo>
                    <a:pt x="1079021" y="1303697"/>
                  </a:lnTo>
                  <a:lnTo>
                    <a:pt x="1079065" y="1303683"/>
                  </a:lnTo>
                  <a:lnTo>
                    <a:pt x="1079069" y="1303679"/>
                  </a:lnTo>
                  <a:lnTo>
                    <a:pt x="1079076" y="1303676"/>
                  </a:lnTo>
                  <a:lnTo>
                    <a:pt x="1079085" y="1303670"/>
                  </a:lnTo>
                  <a:lnTo>
                    <a:pt x="1079093" y="1303663"/>
                  </a:lnTo>
                  <a:lnTo>
                    <a:pt x="1079096" y="1303657"/>
                  </a:lnTo>
                  <a:lnTo>
                    <a:pt x="1079091" y="1303649"/>
                  </a:lnTo>
                  <a:lnTo>
                    <a:pt x="1079080" y="1303634"/>
                  </a:lnTo>
                  <a:lnTo>
                    <a:pt x="1079069" y="1303617"/>
                  </a:lnTo>
                  <a:lnTo>
                    <a:pt x="1079065" y="1303601"/>
                  </a:lnTo>
                  <a:lnTo>
                    <a:pt x="1079060" y="1303584"/>
                  </a:lnTo>
                  <a:lnTo>
                    <a:pt x="1079058" y="1303567"/>
                  </a:lnTo>
                  <a:lnTo>
                    <a:pt x="1079056" y="1303559"/>
                  </a:lnTo>
                  <a:lnTo>
                    <a:pt x="1079054" y="1303551"/>
                  </a:lnTo>
                  <a:lnTo>
                    <a:pt x="1079051" y="1303534"/>
                  </a:lnTo>
                  <a:lnTo>
                    <a:pt x="1079047" y="1303522"/>
                  </a:lnTo>
                  <a:lnTo>
                    <a:pt x="1079044" y="1303517"/>
                  </a:lnTo>
                  <a:lnTo>
                    <a:pt x="1079034" y="1303500"/>
                  </a:lnTo>
                  <a:lnTo>
                    <a:pt x="1079028" y="1303488"/>
                  </a:lnTo>
                  <a:lnTo>
                    <a:pt x="1079025" y="1303484"/>
                  </a:lnTo>
                  <a:lnTo>
                    <a:pt x="1079016" y="1303467"/>
                  </a:lnTo>
                  <a:lnTo>
                    <a:pt x="1079010" y="1303451"/>
                  </a:lnTo>
                  <a:lnTo>
                    <a:pt x="1079003" y="1303438"/>
                  </a:lnTo>
                  <a:lnTo>
                    <a:pt x="1078999" y="1303434"/>
                  </a:lnTo>
                  <a:lnTo>
                    <a:pt x="1078991" y="1303417"/>
                  </a:lnTo>
                  <a:lnTo>
                    <a:pt x="1078986" y="1303401"/>
                  </a:lnTo>
                  <a:lnTo>
                    <a:pt x="1078981" y="1303383"/>
                  </a:lnTo>
                  <a:lnTo>
                    <a:pt x="1078977" y="1303364"/>
                  </a:lnTo>
                  <a:lnTo>
                    <a:pt x="1078976" y="1303350"/>
                  </a:lnTo>
                  <a:lnTo>
                    <a:pt x="1078971" y="1303334"/>
                  </a:lnTo>
                  <a:lnTo>
                    <a:pt x="1078966" y="1303319"/>
                  </a:lnTo>
                  <a:lnTo>
                    <a:pt x="1078963" y="1303301"/>
                  </a:lnTo>
                  <a:lnTo>
                    <a:pt x="1078962" y="1303284"/>
                  </a:lnTo>
                  <a:lnTo>
                    <a:pt x="1078963" y="1303267"/>
                  </a:lnTo>
                  <a:lnTo>
                    <a:pt x="1078964" y="1303251"/>
                  </a:lnTo>
                  <a:lnTo>
                    <a:pt x="1078967" y="1303234"/>
                  </a:lnTo>
                  <a:lnTo>
                    <a:pt x="1078975" y="1303217"/>
                  </a:lnTo>
                  <a:lnTo>
                    <a:pt x="1078983" y="1303201"/>
                  </a:lnTo>
                  <a:lnTo>
                    <a:pt x="1078986" y="1303196"/>
                  </a:lnTo>
                  <a:lnTo>
                    <a:pt x="1078989" y="1303192"/>
                  </a:lnTo>
                  <a:lnTo>
                    <a:pt x="1078996" y="1303184"/>
                  </a:lnTo>
                  <a:lnTo>
                    <a:pt x="1079009" y="1303168"/>
                  </a:lnTo>
                  <a:lnTo>
                    <a:pt x="1079024" y="1303152"/>
                  </a:lnTo>
                  <a:lnTo>
                    <a:pt x="1079035" y="1303135"/>
                  </a:lnTo>
                  <a:lnTo>
                    <a:pt x="1079046" y="1303118"/>
                  </a:lnTo>
                  <a:lnTo>
                    <a:pt x="1079062" y="1303103"/>
                  </a:lnTo>
                  <a:lnTo>
                    <a:pt x="1079077" y="1303090"/>
                  </a:lnTo>
                  <a:lnTo>
                    <a:pt x="1079092" y="1303076"/>
                  </a:lnTo>
                  <a:lnTo>
                    <a:pt x="1079105" y="1303061"/>
                  </a:lnTo>
                  <a:lnTo>
                    <a:pt x="1079116" y="1303043"/>
                  </a:lnTo>
                  <a:lnTo>
                    <a:pt x="1079128" y="1303027"/>
                  </a:lnTo>
                  <a:lnTo>
                    <a:pt x="1079140" y="1303010"/>
                  </a:lnTo>
                  <a:lnTo>
                    <a:pt x="1079150" y="1302994"/>
                  </a:lnTo>
                  <a:lnTo>
                    <a:pt x="1079159" y="1302977"/>
                  </a:lnTo>
                  <a:lnTo>
                    <a:pt x="1079193" y="1302907"/>
                  </a:lnTo>
                  <a:lnTo>
                    <a:pt x="1079194" y="1302899"/>
                  </a:lnTo>
                  <a:lnTo>
                    <a:pt x="1079199" y="1302882"/>
                  </a:lnTo>
                  <a:lnTo>
                    <a:pt x="1079201" y="1302866"/>
                  </a:lnTo>
                  <a:lnTo>
                    <a:pt x="1079202" y="1302849"/>
                  </a:lnTo>
                  <a:lnTo>
                    <a:pt x="1079203" y="1302830"/>
                  </a:lnTo>
                  <a:lnTo>
                    <a:pt x="1079202" y="1302819"/>
                  </a:lnTo>
                  <a:lnTo>
                    <a:pt x="1079198" y="1302799"/>
                  </a:lnTo>
                  <a:lnTo>
                    <a:pt x="1079196" y="1302783"/>
                  </a:lnTo>
                  <a:lnTo>
                    <a:pt x="1079194" y="1302765"/>
                  </a:lnTo>
                  <a:lnTo>
                    <a:pt x="1079194" y="1302749"/>
                  </a:lnTo>
                  <a:lnTo>
                    <a:pt x="1079192" y="1302732"/>
                  </a:lnTo>
                  <a:lnTo>
                    <a:pt x="1079191" y="1302716"/>
                  </a:lnTo>
                  <a:lnTo>
                    <a:pt x="1079190" y="1302699"/>
                  </a:lnTo>
                  <a:lnTo>
                    <a:pt x="1079190" y="1302682"/>
                  </a:lnTo>
                  <a:lnTo>
                    <a:pt x="1079192" y="1302666"/>
                  </a:lnTo>
                  <a:lnTo>
                    <a:pt x="1079192" y="1302649"/>
                  </a:lnTo>
                  <a:lnTo>
                    <a:pt x="1079192" y="1302632"/>
                  </a:lnTo>
                  <a:lnTo>
                    <a:pt x="1079192" y="1302625"/>
                  </a:lnTo>
                  <a:lnTo>
                    <a:pt x="1079188" y="1302618"/>
                  </a:lnTo>
                  <a:lnTo>
                    <a:pt x="1079170" y="1302604"/>
                  </a:lnTo>
                  <a:lnTo>
                    <a:pt x="1079164" y="1302599"/>
                  </a:lnTo>
                  <a:lnTo>
                    <a:pt x="1079153" y="1302594"/>
                  </a:lnTo>
                  <a:lnTo>
                    <a:pt x="1079137" y="1302594"/>
                  </a:lnTo>
                  <a:lnTo>
                    <a:pt x="1079127" y="1302594"/>
                  </a:lnTo>
                  <a:lnTo>
                    <a:pt x="1079121" y="1302591"/>
                  </a:lnTo>
                  <a:lnTo>
                    <a:pt x="1079104" y="1302586"/>
                  </a:lnTo>
                  <a:lnTo>
                    <a:pt x="1079088" y="1302580"/>
                  </a:lnTo>
                  <a:lnTo>
                    <a:pt x="1079071" y="1302578"/>
                  </a:lnTo>
                  <a:lnTo>
                    <a:pt x="1079055" y="1302580"/>
                  </a:lnTo>
                  <a:lnTo>
                    <a:pt x="1079039" y="1302582"/>
                  </a:lnTo>
                  <a:lnTo>
                    <a:pt x="1079022" y="1302584"/>
                  </a:lnTo>
                  <a:lnTo>
                    <a:pt x="1079006" y="1302587"/>
                  </a:lnTo>
                  <a:lnTo>
                    <a:pt x="1078990" y="1302592"/>
                  </a:lnTo>
                  <a:lnTo>
                    <a:pt x="1078974" y="1302597"/>
                  </a:lnTo>
                  <a:lnTo>
                    <a:pt x="1078957" y="1302604"/>
                  </a:lnTo>
                  <a:lnTo>
                    <a:pt x="1078941" y="1302608"/>
                  </a:lnTo>
                  <a:lnTo>
                    <a:pt x="1078924" y="1302609"/>
                  </a:lnTo>
                  <a:lnTo>
                    <a:pt x="1078915" y="1302611"/>
                  </a:lnTo>
                  <a:lnTo>
                    <a:pt x="1078908" y="1302609"/>
                  </a:lnTo>
                  <a:lnTo>
                    <a:pt x="1078902" y="1302611"/>
                  </a:lnTo>
                  <a:lnTo>
                    <a:pt x="1078892" y="1302609"/>
                  </a:lnTo>
                  <a:lnTo>
                    <a:pt x="1078875" y="1302611"/>
                  </a:lnTo>
                  <a:lnTo>
                    <a:pt x="1078859" y="1302611"/>
                  </a:lnTo>
                  <a:lnTo>
                    <a:pt x="1078843" y="1302612"/>
                  </a:lnTo>
                  <a:lnTo>
                    <a:pt x="1078835" y="1302614"/>
                  </a:lnTo>
                  <a:lnTo>
                    <a:pt x="1078826" y="1302614"/>
                  </a:lnTo>
                  <a:lnTo>
                    <a:pt x="1078814" y="1302615"/>
                  </a:lnTo>
                  <a:lnTo>
                    <a:pt x="1078810" y="1302614"/>
                  </a:lnTo>
                  <a:lnTo>
                    <a:pt x="1078794" y="1302614"/>
                  </a:lnTo>
                  <a:lnTo>
                    <a:pt x="1078777" y="1302611"/>
                  </a:lnTo>
                  <a:lnTo>
                    <a:pt x="1078768" y="1302610"/>
                  </a:lnTo>
                  <a:lnTo>
                    <a:pt x="1078761" y="1302607"/>
                  </a:lnTo>
                  <a:lnTo>
                    <a:pt x="1078754" y="1302602"/>
                  </a:lnTo>
                  <a:lnTo>
                    <a:pt x="1078744" y="1302599"/>
                  </a:lnTo>
                  <a:lnTo>
                    <a:pt x="1078728" y="1302595"/>
                  </a:lnTo>
                  <a:lnTo>
                    <a:pt x="1078712" y="1302589"/>
                  </a:lnTo>
                  <a:lnTo>
                    <a:pt x="1078697" y="1302583"/>
                  </a:lnTo>
                  <a:lnTo>
                    <a:pt x="1078679" y="1302577"/>
                  </a:lnTo>
                  <a:lnTo>
                    <a:pt x="1078663" y="1302576"/>
                  </a:lnTo>
                  <a:lnTo>
                    <a:pt x="1078647" y="1302573"/>
                  </a:lnTo>
                  <a:lnTo>
                    <a:pt x="1078632" y="1302570"/>
                  </a:lnTo>
                  <a:lnTo>
                    <a:pt x="1078620" y="1302567"/>
                  </a:lnTo>
                  <a:lnTo>
                    <a:pt x="1078613" y="1302564"/>
                  </a:lnTo>
                  <a:lnTo>
                    <a:pt x="1078597" y="1302558"/>
                  </a:lnTo>
                  <a:lnTo>
                    <a:pt x="1078585" y="1302554"/>
                  </a:lnTo>
                  <a:lnTo>
                    <a:pt x="1078581" y="1302550"/>
                  </a:lnTo>
                  <a:lnTo>
                    <a:pt x="1078573" y="1302548"/>
                  </a:lnTo>
                  <a:lnTo>
                    <a:pt x="1078565" y="1302542"/>
                  </a:lnTo>
                  <a:lnTo>
                    <a:pt x="1078548" y="1302531"/>
                  </a:lnTo>
                  <a:lnTo>
                    <a:pt x="1078532" y="1302516"/>
                  </a:lnTo>
                  <a:lnTo>
                    <a:pt x="1078519" y="1302500"/>
                  </a:lnTo>
                  <a:lnTo>
                    <a:pt x="1078507" y="1302484"/>
                  </a:lnTo>
                  <a:lnTo>
                    <a:pt x="1078495" y="1302467"/>
                  </a:lnTo>
                  <a:lnTo>
                    <a:pt x="1078484" y="1302450"/>
                  </a:lnTo>
                  <a:lnTo>
                    <a:pt x="1078472" y="1302433"/>
                  </a:lnTo>
                  <a:lnTo>
                    <a:pt x="1078460" y="1302417"/>
                  </a:lnTo>
                  <a:lnTo>
                    <a:pt x="1078447" y="1302400"/>
                  </a:lnTo>
                  <a:lnTo>
                    <a:pt x="1078433" y="1302384"/>
                  </a:lnTo>
                  <a:lnTo>
                    <a:pt x="1078417" y="1302368"/>
                  </a:lnTo>
                  <a:lnTo>
                    <a:pt x="1078401" y="1302355"/>
                  </a:lnTo>
                  <a:lnTo>
                    <a:pt x="1078384" y="1302340"/>
                  </a:lnTo>
                  <a:lnTo>
                    <a:pt x="1078368" y="1302329"/>
                  </a:lnTo>
                  <a:lnTo>
                    <a:pt x="1078357" y="1302323"/>
                  </a:lnTo>
                  <a:lnTo>
                    <a:pt x="1078352" y="1302322"/>
                  </a:lnTo>
                  <a:lnTo>
                    <a:pt x="1078335" y="1302320"/>
                  </a:lnTo>
                  <a:lnTo>
                    <a:pt x="1078331" y="1302321"/>
                  </a:lnTo>
                  <a:lnTo>
                    <a:pt x="1078319" y="1302322"/>
                  </a:lnTo>
                  <a:lnTo>
                    <a:pt x="1078303" y="1302323"/>
                  </a:lnTo>
                  <a:lnTo>
                    <a:pt x="1078286" y="1302320"/>
                  </a:lnTo>
                  <a:lnTo>
                    <a:pt x="1078277" y="1302317"/>
                  </a:lnTo>
                  <a:lnTo>
                    <a:pt x="1078270" y="1302312"/>
                  </a:lnTo>
                  <a:lnTo>
                    <a:pt x="1078255" y="1302296"/>
                  </a:lnTo>
                  <a:lnTo>
                    <a:pt x="1078250" y="1302295"/>
                  </a:lnTo>
                  <a:lnTo>
                    <a:pt x="1078246" y="1302295"/>
                  </a:lnTo>
                  <a:lnTo>
                    <a:pt x="1078239" y="1302295"/>
                  </a:lnTo>
                  <a:lnTo>
                    <a:pt x="1078223" y="1302293"/>
                  </a:lnTo>
                  <a:lnTo>
                    <a:pt x="1078213" y="1302284"/>
                  </a:lnTo>
                  <a:lnTo>
                    <a:pt x="1078212" y="1302279"/>
                  </a:lnTo>
                  <a:lnTo>
                    <a:pt x="1078211" y="1302263"/>
                  </a:lnTo>
                  <a:lnTo>
                    <a:pt x="1078212" y="1302245"/>
                  </a:lnTo>
                  <a:lnTo>
                    <a:pt x="1078211" y="1302229"/>
                  </a:lnTo>
                  <a:lnTo>
                    <a:pt x="1078210" y="1302212"/>
                  </a:lnTo>
                  <a:lnTo>
                    <a:pt x="1078209" y="1302195"/>
                  </a:lnTo>
                  <a:lnTo>
                    <a:pt x="1078203" y="1302178"/>
                  </a:lnTo>
                  <a:lnTo>
                    <a:pt x="1078196" y="1302162"/>
                  </a:lnTo>
                  <a:lnTo>
                    <a:pt x="1078187" y="1302145"/>
                  </a:lnTo>
                  <a:lnTo>
                    <a:pt x="1078176" y="1302129"/>
                  </a:lnTo>
                  <a:lnTo>
                    <a:pt x="1078169" y="1302118"/>
                  </a:lnTo>
                  <a:lnTo>
                    <a:pt x="1078168" y="1302112"/>
                  </a:lnTo>
                  <a:lnTo>
                    <a:pt x="1078166" y="1302095"/>
                  </a:lnTo>
                  <a:lnTo>
                    <a:pt x="1078166" y="1302079"/>
                  </a:lnTo>
                  <a:lnTo>
                    <a:pt x="1078166" y="1302062"/>
                  </a:lnTo>
                  <a:lnTo>
                    <a:pt x="1078167" y="1302045"/>
                  </a:lnTo>
                  <a:lnTo>
                    <a:pt x="1078170" y="1302028"/>
                  </a:lnTo>
                  <a:lnTo>
                    <a:pt x="1078171" y="1302012"/>
                  </a:lnTo>
                  <a:lnTo>
                    <a:pt x="1078178" y="1301960"/>
                  </a:lnTo>
                  <a:lnTo>
                    <a:pt x="1078176" y="1301943"/>
                  </a:lnTo>
                  <a:lnTo>
                    <a:pt x="1078176" y="1301926"/>
                  </a:lnTo>
                  <a:lnTo>
                    <a:pt x="1078175" y="1301910"/>
                  </a:lnTo>
                  <a:lnTo>
                    <a:pt x="1078172" y="1301893"/>
                  </a:lnTo>
                  <a:lnTo>
                    <a:pt x="1078169" y="1301885"/>
                  </a:lnTo>
                  <a:lnTo>
                    <a:pt x="1078162" y="1301878"/>
                  </a:lnTo>
                  <a:lnTo>
                    <a:pt x="1078149" y="1301869"/>
                  </a:lnTo>
                  <a:lnTo>
                    <a:pt x="1078146" y="1301864"/>
                  </a:lnTo>
                  <a:lnTo>
                    <a:pt x="1078139" y="1301847"/>
                  </a:lnTo>
                  <a:lnTo>
                    <a:pt x="1078140" y="1301831"/>
                  </a:lnTo>
                  <a:lnTo>
                    <a:pt x="1078140" y="1301814"/>
                  </a:lnTo>
                  <a:lnTo>
                    <a:pt x="1078136" y="1301797"/>
                  </a:lnTo>
                  <a:lnTo>
                    <a:pt x="1078128" y="1301781"/>
                  </a:lnTo>
                  <a:lnTo>
                    <a:pt x="1078124" y="1301776"/>
                  </a:lnTo>
                  <a:lnTo>
                    <a:pt x="1078118" y="1301764"/>
                  </a:lnTo>
                  <a:lnTo>
                    <a:pt x="1078114" y="1301748"/>
                  </a:lnTo>
                  <a:lnTo>
                    <a:pt x="1078113" y="1301731"/>
                  </a:lnTo>
                  <a:lnTo>
                    <a:pt x="1078112" y="1301721"/>
                  </a:lnTo>
                  <a:lnTo>
                    <a:pt x="1078107" y="1301715"/>
                  </a:lnTo>
                  <a:lnTo>
                    <a:pt x="1078100" y="1301709"/>
                  </a:lnTo>
                  <a:lnTo>
                    <a:pt x="1078091" y="1301704"/>
                  </a:lnTo>
                  <a:lnTo>
                    <a:pt x="1078075" y="1301695"/>
                  </a:lnTo>
                  <a:lnTo>
                    <a:pt x="1078058" y="1301691"/>
                  </a:lnTo>
                  <a:lnTo>
                    <a:pt x="1078042" y="1301686"/>
                  </a:lnTo>
                  <a:lnTo>
                    <a:pt x="1078031" y="1301676"/>
                  </a:lnTo>
                  <a:lnTo>
                    <a:pt x="1078029" y="1301669"/>
                  </a:lnTo>
                  <a:lnTo>
                    <a:pt x="1078031" y="1301658"/>
                  </a:lnTo>
                  <a:lnTo>
                    <a:pt x="1078032" y="1301649"/>
                  </a:lnTo>
                  <a:lnTo>
                    <a:pt x="1078035" y="1301640"/>
                  </a:lnTo>
                  <a:lnTo>
                    <a:pt x="1078040" y="1301623"/>
                  </a:lnTo>
                  <a:lnTo>
                    <a:pt x="1078043" y="1301606"/>
                  </a:lnTo>
                  <a:lnTo>
                    <a:pt x="1078046" y="1301590"/>
                  </a:lnTo>
                  <a:lnTo>
                    <a:pt x="1078048" y="1301582"/>
                  </a:lnTo>
                  <a:lnTo>
                    <a:pt x="1078057" y="1301493"/>
                  </a:lnTo>
                  <a:lnTo>
                    <a:pt x="1078059" y="1301476"/>
                  </a:lnTo>
                  <a:lnTo>
                    <a:pt x="1078060" y="1301460"/>
                  </a:lnTo>
                  <a:lnTo>
                    <a:pt x="1078062" y="1301443"/>
                  </a:lnTo>
                  <a:lnTo>
                    <a:pt x="1078063" y="1301427"/>
                  </a:lnTo>
                  <a:lnTo>
                    <a:pt x="1078063" y="1301410"/>
                  </a:lnTo>
                  <a:lnTo>
                    <a:pt x="1078062" y="1301393"/>
                  </a:lnTo>
                  <a:lnTo>
                    <a:pt x="1078063" y="1301376"/>
                  </a:lnTo>
                  <a:lnTo>
                    <a:pt x="1078067" y="1301360"/>
                  </a:lnTo>
                  <a:lnTo>
                    <a:pt x="1078072" y="1301350"/>
                  </a:lnTo>
                  <a:lnTo>
                    <a:pt x="1078077" y="1301343"/>
                  </a:lnTo>
                  <a:lnTo>
                    <a:pt x="1078094" y="1301328"/>
                  </a:lnTo>
                  <a:lnTo>
                    <a:pt x="1078102" y="1301318"/>
                  </a:lnTo>
                  <a:lnTo>
                    <a:pt x="1078104" y="1301313"/>
                  </a:lnTo>
                  <a:lnTo>
                    <a:pt x="1078110" y="1301302"/>
                  </a:lnTo>
                  <a:lnTo>
                    <a:pt x="1078115" y="1301296"/>
                  </a:lnTo>
                  <a:lnTo>
                    <a:pt x="1078132" y="1301284"/>
                  </a:lnTo>
                  <a:lnTo>
                    <a:pt x="1078148" y="1301271"/>
                  </a:lnTo>
                  <a:lnTo>
                    <a:pt x="1078158" y="1301254"/>
                  </a:lnTo>
                  <a:lnTo>
                    <a:pt x="1078165" y="1301242"/>
                  </a:lnTo>
                  <a:lnTo>
                    <a:pt x="1078168" y="1301236"/>
                  </a:lnTo>
                  <a:lnTo>
                    <a:pt x="1078171" y="1301231"/>
                  </a:lnTo>
                  <a:lnTo>
                    <a:pt x="1078174" y="1301221"/>
                  </a:lnTo>
                  <a:lnTo>
                    <a:pt x="1078176" y="1301213"/>
                  </a:lnTo>
                  <a:lnTo>
                    <a:pt x="1078176" y="1301204"/>
                  </a:lnTo>
                  <a:lnTo>
                    <a:pt x="1078177" y="1301187"/>
                  </a:lnTo>
                  <a:lnTo>
                    <a:pt x="1078177" y="1301175"/>
                  </a:lnTo>
                  <a:lnTo>
                    <a:pt x="1078179" y="1301170"/>
                  </a:lnTo>
                  <a:lnTo>
                    <a:pt x="1078184" y="1301154"/>
                  </a:lnTo>
                  <a:lnTo>
                    <a:pt x="1078194" y="1301137"/>
                  </a:lnTo>
                  <a:lnTo>
                    <a:pt x="1078202" y="1301120"/>
                  </a:lnTo>
                  <a:lnTo>
                    <a:pt x="1078210" y="1301104"/>
                  </a:lnTo>
                  <a:lnTo>
                    <a:pt x="1078213" y="1301087"/>
                  </a:lnTo>
                  <a:lnTo>
                    <a:pt x="1078216" y="1301069"/>
                  </a:lnTo>
                  <a:lnTo>
                    <a:pt x="1078223" y="1301052"/>
                  </a:lnTo>
                  <a:lnTo>
                    <a:pt x="1078226" y="1301048"/>
                  </a:lnTo>
                  <a:lnTo>
                    <a:pt x="1078228" y="1301039"/>
                  </a:lnTo>
                  <a:lnTo>
                    <a:pt x="1078234" y="1301023"/>
                  </a:lnTo>
                  <a:lnTo>
                    <a:pt x="1078238" y="1301008"/>
                  </a:lnTo>
                  <a:lnTo>
                    <a:pt x="1078239" y="1300989"/>
                  </a:lnTo>
                  <a:lnTo>
                    <a:pt x="1078239" y="1300972"/>
                  </a:lnTo>
                  <a:lnTo>
                    <a:pt x="1078239" y="1300956"/>
                  </a:lnTo>
                  <a:lnTo>
                    <a:pt x="1078242" y="1300939"/>
                  </a:lnTo>
                  <a:lnTo>
                    <a:pt x="1078245" y="1300921"/>
                  </a:lnTo>
                  <a:lnTo>
                    <a:pt x="1078248" y="1300914"/>
                  </a:lnTo>
                  <a:lnTo>
                    <a:pt x="1078248" y="1300908"/>
                  </a:lnTo>
                  <a:lnTo>
                    <a:pt x="1078251" y="1300878"/>
                  </a:lnTo>
                  <a:lnTo>
                    <a:pt x="1078252" y="1300861"/>
                  </a:lnTo>
                  <a:lnTo>
                    <a:pt x="1078254" y="1300845"/>
                  </a:lnTo>
                  <a:lnTo>
                    <a:pt x="1078255" y="1300828"/>
                  </a:lnTo>
                  <a:lnTo>
                    <a:pt x="1078260" y="1300810"/>
                  </a:lnTo>
                  <a:lnTo>
                    <a:pt x="1078264" y="1300803"/>
                  </a:lnTo>
                  <a:lnTo>
                    <a:pt x="1078269" y="1300795"/>
                  </a:lnTo>
                  <a:lnTo>
                    <a:pt x="1078272" y="1300791"/>
                  </a:lnTo>
                  <a:lnTo>
                    <a:pt x="1078278" y="1300779"/>
                  </a:lnTo>
                  <a:lnTo>
                    <a:pt x="1078288" y="1300762"/>
                  </a:lnTo>
                  <a:lnTo>
                    <a:pt x="1078298" y="1300746"/>
                  </a:lnTo>
                  <a:lnTo>
                    <a:pt x="1078300" y="1300739"/>
                  </a:lnTo>
                  <a:lnTo>
                    <a:pt x="1078306" y="1300729"/>
                  </a:lnTo>
                  <a:lnTo>
                    <a:pt x="1078316" y="1300712"/>
                  </a:lnTo>
                  <a:lnTo>
                    <a:pt x="1078325" y="1300696"/>
                  </a:lnTo>
                  <a:lnTo>
                    <a:pt x="1078331" y="1300686"/>
                  </a:lnTo>
                  <a:lnTo>
                    <a:pt x="1078334" y="1300682"/>
                  </a:lnTo>
                  <a:lnTo>
                    <a:pt x="1078350" y="1300666"/>
                  </a:lnTo>
                  <a:lnTo>
                    <a:pt x="1078365" y="1300653"/>
                  </a:lnTo>
                  <a:lnTo>
                    <a:pt x="1078380" y="1300642"/>
                  </a:lnTo>
                  <a:lnTo>
                    <a:pt x="1078396" y="1300630"/>
                  </a:lnTo>
                  <a:lnTo>
                    <a:pt x="1078413" y="1300621"/>
                  </a:lnTo>
                  <a:lnTo>
                    <a:pt x="1078419" y="1300616"/>
                  </a:lnTo>
                  <a:lnTo>
                    <a:pt x="1078441" y="1300605"/>
                  </a:lnTo>
                  <a:lnTo>
                    <a:pt x="1078462" y="1300593"/>
                  </a:lnTo>
                  <a:lnTo>
                    <a:pt x="1078478" y="1300580"/>
                  </a:lnTo>
                  <a:lnTo>
                    <a:pt x="1078485" y="1300576"/>
                  </a:lnTo>
                  <a:lnTo>
                    <a:pt x="1078500" y="1300567"/>
                  </a:lnTo>
                  <a:lnTo>
                    <a:pt x="1078490" y="1300554"/>
                  </a:lnTo>
                  <a:lnTo>
                    <a:pt x="1078484" y="1300539"/>
                  </a:lnTo>
                  <a:lnTo>
                    <a:pt x="1078481" y="1300520"/>
                  </a:lnTo>
                  <a:lnTo>
                    <a:pt x="1078477" y="1300504"/>
                  </a:lnTo>
                  <a:lnTo>
                    <a:pt x="1078473" y="1300487"/>
                  </a:lnTo>
                  <a:lnTo>
                    <a:pt x="1078471" y="1300470"/>
                  </a:lnTo>
                  <a:lnTo>
                    <a:pt x="1078469" y="1300454"/>
                  </a:lnTo>
                  <a:lnTo>
                    <a:pt x="1078463" y="1300437"/>
                  </a:lnTo>
                  <a:lnTo>
                    <a:pt x="1078453" y="1300420"/>
                  </a:lnTo>
                  <a:lnTo>
                    <a:pt x="1078445" y="1300404"/>
                  </a:lnTo>
                  <a:lnTo>
                    <a:pt x="1078436" y="1300387"/>
                  </a:lnTo>
                  <a:lnTo>
                    <a:pt x="1078431" y="1300373"/>
                  </a:lnTo>
                  <a:lnTo>
                    <a:pt x="1078431" y="1300354"/>
                  </a:lnTo>
                  <a:lnTo>
                    <a:pt x="1078432" y="1300337"/>
                  </a:lnTo>
                  <a:lnTo>
                    <a:pt x="1078431" y="1300320"/>
                  </a:lnTo>
                  <a:lnTo>
                    <a:pt x="1078429" y="1300308"/>
                  </a:lnTo>
                  <a:lnTo>
                    <a:pt x="1078427" y="1300304"/>
                  </a:lnTo>
                  <a:lnTo>
                    <a:pt x="1078425" y="1300287"/>
                  </a:lnTo>
                  <a:lnTo>
                    <a:pt x="1078423" y="1300271"/>
                  </a:lnTo>
                  <a:lnTo>
                    <a:pt x="1078422" y="1300254"/>
                  </a:lnTo>
                  <a:lnTo>
                    <a:pt x="1078422" y="1300237"/>
                  </a:lnTo>
                  <a:lnTo>
                    <a:pt x="1078423" y="1300220"/>
                  </a:lnTo>
                  <a:lnTo>
                    <a:pt x="1078426" y="1300204"/>
                  </a:lnTo>
                  <a:lnTo>
                    <a:pt x="1078430" y="1300187"/>
                  </a:lnTo>
                  <a:lnTo>
                    <a:pt x="1078434" y="1300170"/>
                  </a:lnTo>
                  <a:lnTo>
                    <a:pt x="1078437" y="1300154"/>
                  </a:lnTo>
                  <a:lnTo>
                    <a:pt x="1078438" y="1300144"/>
                  </a:lnTo>
                  <a:lnTo>
                    <a:pt x="1078441" y="1300137"/>
                  </a:lnTo>
                  <a:lnTo>
                    <a:pt x="1078450" y="1300120"/>
                  </a:lnTo>
                  <a:lnTo>
                    <a:pt x="1078454" y="1300111"/>
                  </a:lnTo>
                  <a:lnTo>
                    <a:pt x="1078461" y="1300104"/>
                  </a:lnTo>
                  <a:lnTo>
                    <a:pt x="1078470" y="1300087"/>
                  </a:lnTo>
                  <a:lnTo>
                    <a:pt x="1078475" y="1300080"/>
                  </a:lnTo>
                  <a:lnTo>
                    <a:pt x="1078478" y="1300070"/>
                  </a:lnTo>
                  <a:lnTo>
                    <a:pt x="1078482" y="1300060"/>
                  </a:lnTo>
                  <a:lnTo>
                    <a:pt x="1078488" y="1300053"/>
                  </a:lnTo>
                  <a:lnTo>
                    <a:pt x="1078491" y="1300046"/>
                  </a:lnTo>
                  <a:lnTo>
                    <a:pt x="1078497" y="1300038"/>
                  </a:lnTo>
                  <a:lnTo>
                    <a:pt x="1078504" y="1300025"/>
                  </a:lnTo>
                  <a:lnTo>
                    <a:pt x="1078507" y="1300018"/>
                  </a:lnTo>
                  <a:lnTo>
                    <a:pt x="1078514" y="1300004"/>
                  </a:lnTo>
                  <a:lnTo>
                    <a:pt x="1078523" y="1299988"/>
                  </a:lnTo>
                  <a:lnTo>
                    <a:pt x="1078537" y="1299972"/>
                  </a:lnTo>
                  <a:lnTo>
                    <a:pt x="1078551" y="1299959"/>
                  </a:lnTo>
                  <a:lnTo>
                    <a:pt x="1078562" y="1299956"/>
                  </a:lnTo>
                  <a:lnTo>
                    <a:pt x="1078569" y="1299953"/>
                  </a:lnTo>
                  <a:lnTo>
                    <a:pt x="1078580" y="1299953"/>
                  </a:lnTo>
                  <a:lnTo>
                    <a:pt x="1078579" y="1299925"/>
                  </a:lnTo>
                  <a:lnTo>
                    <a:pt x="1078577" y="1299911"/>
                  </a:lnTo>
                  <a:lnTo>
                    <a:pt x="1078577" y="1299894"/>
                  </a:lnTo>
                  <a:lnTo>
                    <a:pt x="1078578" y="1299878"/>
                  </a:lnTo>
                  <a:lnTo>
                    <a:pt x="1078577" y="1299861"/>
                  </a:lnTo>
                  <a:lnTo>
                    <a:pt x="1078576" y="1299845"/>
                  </a:lnTo>
                  <a:lnTo>
                    <a:pt x="1078576" y="1299828"/>
                  </a:lnTo>
                  <a:lnTo>
                    <a:pt x="1078575" y="1299811"/>
                  </a:lnTo>
                  <a:lnTo>
                    <a:pt x="1078573" y="1299794"/>
                  </a:lnTo>
                  <a:lnTo>
                    <a:pt x="1078573" y="1299778"/>
                  </a:lnTo>
                  <a:lnTo>
                    <a:pt x="1078572" y="1299761"/>
                  </a:lnTo>
                  <a:lnTo>
                    <a:pt x="1078572" y="1299744"/>
                  </a:lnTo>
                  <a:lnTo>
                    <a:pt x="1078571" y="1299728"/>
                  </a:lnTo>
                  <a:lnTo>
                    <a:pt x="1078571" y="1299711"/>
                  </a:lnTo>
                  <a:lnTo>
                    <a:pt x="1078571" y="1299694"/>
                  </a:lnTo>
                  <a:lnTo>
                    <a:pt x="1078572" y="1299678"/>
                  </a:lnTo>
                  <a:lnTo>
                    <a:pt x="1078568" y="1299661"/>
                  </a:lnTo>
                  <a:lnTo>
                    <a:pt x="1078567" y="1299645"/>
                  </a:lnTo>
                  <a:lnTo>
                    <a:pt x="1078568" y="1299628"/>
                  </a:lnTo>
                  <a:lnTo>
                    <a:pt x="1078568" y="1299611"/>
                  </a:lnTo>
                  <a:lnTo>
                    <a:pt x="1078568" y="1299594"/>
                  </a:lnTo>
                  <a:lnTo>
                    <a:pt x="1078570" y="1299578"/>
                  </a:lnTo>
                  <a:lnTo>
                    <a:pt x="1078572" y="1299561"/>
                  </a:lnTo>
                  <a:lnTo>
                    <a:pt x="1078574" y="1299544"/>
                  </a:lnTo>
                  <a:lnTo>
                    <a:pt x="1078577" y="1299528"/>
                  </a:lnTo>
                  <a:lnTo>
                    <a:pt x="1078578" y="1299511"/>
                  </a:lnTo>
                  <a:lnTo>
                    <a:pt x="1078580" y="1299494"/>
                  </a:lnTo>
                  <a:lnTo>
                    <a:pt x="1078582" y="1299478"/>
                  </a:lnTo>
                  <a:lnTo>
                    <a:pt x="1078583" y="1299461"/>
                  </a:lnTo>
                  <a:lnTo>
                    <a:pt x="1078584" y="1299444"/>
                  </a:lnTo>
                  <a:lnTo>
                    <a:pt x="1078586" y="1299428"/>
                  </a:lnTo>
                  <a:lnTo>
                    <a:pt x="1078590" y="1299411"/>
                  </a:lnTo>
                  <a:lnTo>
                    <a:pt x="1078590" y="1299404"/>
                  </a:lnTo>
                  <a:lnTo>
                    <a:pt x="1078594" y="1299394"/>
                  </a:lnTo>
                  <a:lnTo>
                    <a:pt x="1078596" y="1299378"/>
                  </a:lnTo>
                  <a:lnTo>
                    <a:pt x="1078597" y="1299361"/>
                  </a:lnTo>
                  <a:lnTo>
                    <a:pt x="1078597" y="1299344"/>
                  </a:lnTo>
                  <a:lnTo>
                    <a:pt x="1078596" y="1299328"/>
                  </a:lnTo>
                  <a:lnTo>
                    <a:pt x="1078596" y="1299311"/>
                  </a:lnTo>
                  <a:lnTo>
                    <a:pt x="1078596" y="1299294"/>
                  </a:lnTo>
                  <a:lnTo>
                    <a:pt x="1078594" y="1299277"/>
                  </a:lnTo>
                  <a:lnTo>
                    <a:pt x="1078592" y="1299261"/>
                  </a:lnTo>
                  <a:lnTo>
                    <a:pt x="1078590" y="1299244"/>
                  </a:lnTo>
                  <a:lnTo>
                    <a:pt x="1078586" y="1299228"/>
                  </a:lnTo>
                  <a:lnTo>
                    <a:pt x="1078586" y="1299211"/>
                  </a:lnTo>
                  <a:lnTo>
                    <a:pt x="1078584" y="1299194"/>
                  </a:lnTo>
                  <a:lnTo>
                    <a:pt x="1078581" y="1299176"/>
                  </a:lnTo>
                  <a:lnTo>
                    <a:pt x="1078579" y="1299161"/>
                  </a:lnTo>
                  <a:lnTo>
                    <a:pt x="1078579" y="1299154"/>
                  </a:lnTo>
                  <a:lnTo>
                    <a:pt x="1078578" y="1299142"/>
                  </a:lnTo>
                  <a:lnTo>
                    <a:pt x="1078579" y="1299123"/>
                  </a:lnTo>
                  <a:lnTo>
                    <a:pt x="1078579" y="1299109"/>
                  </a:lnTo>
                  <a:lnTo>
                    <a:pt x="1078580" y="1299084"/>
                  </a:lnTo>
                  <a:lnTo>
                    <a:pt x="1078584" y="1299076"/>
                  </a:lnTo>
                  <a:lnTo>
                    <a:pt x="1078599" y="1299072"/>
                  </a:lnTo>
                  <a:lnTo>
                    <a:pt x="1078616" y="1299066"/>
                  </a:lnTo>
                  <a:lnTo>
                    <a:pt x="1078632" y="1299061"/>
                  </a:lnTo>
                  <a:lnTo>
                    <a:pt x="1078648" y="1299054"/>
                  </a:lnTo>
                  <a:lnTo>
                    <a:pt x="1078665" y="1299044"/>
                  </a:lnTo>
                  <a:lnTo>
                    <a:pt x="1078681" y="1299032"/>
                  </a:lnTo>
                  <a:lnTo>
                    <a:pt x="1078692" y="1299017"/>
                  </a:lnTo>
                  <a:lnTo>
                    <a:pt x="1078695" y="1299009"/>
                  </a:lnTo>
                  <a:lnTo>
                    <a:pt x="1078696" y="1299003"/>
                  </a:lnTo>
                  <a:lnTo>
                    <a:pt x="1078699" y="1298982"/>
                  </a:lnTo>
                  <a:lnTo>
                    <a:pt x="1078701" y="1298971"/>
                  </a:lnTo>
                  <a:lnTo>
                    <a:pt x="1078702" y="1298964"/>
                  </a:lnTo>
                  <a:lnTo>
                    <a:pt x="1078704" y="1298947"/>
                  </a:lnTo>
                  <a:lnTo>
                    <a:pt x="1078707" y="1298928"/>
                  </a:lnTo>
                  <a:lnTo>
                    <a:pt x="1078708" y="1298915"/>
                  </a:lnTo>
                  <a:lnTo>
                    <a:pt x="1078708" y="1298898"/>
                  </a:lnTo>
                  <a:lnTo>
                    <a:pt x="1078709" y="1298882"/>
                  </a:lnTo>
                  <a:lnTo>
                    <a:pt x="1078710" y="1298865"/>
                  </a:lnTo>
                  <a:lnTo>
                    <a:pt x="1078711" y="1298848"/>
                  </a:lnTo>
                  <a:lnTo>
                    <a:pt x="1078710" y="1298829"/>
                  </a:lnTo>
                  <a:lnTo>
                    <a:pt x="1078709" y="1298817"/>
                  </a:lnTo>
                  <a:lnTo>
                    <a:pt x="1078708" y="1298811"/>
                  </a:lnTo>
                  <a:lnTo>
                    <a:pt x="1078704" y="1298798"/>
                  </a:lnTo>
                  <a:lnTo>
                    <a:pt x="1078697" y="1298781"/>
                  </a:lnTo>
                  <a:lnTo>
                    <a:pt x="1078690" y="1298765"/>
                  </a:lnTo>
                  <a:lnTo>
                    <a:pt x="1078682" y="1298748"/>
                  </a:lnTo>
                  <a:lnTo>
                    <a:pt x="1078677" y="1298732"/>
                  </a:lnTo>
                  <a:lnTo>
                    <a:pt x="1078675" y="1298715"/>
                  </a:lnTo>
                  <a:lnTo>
                    <a:pt x="1078676" y="1298674"/>
                  </a:lnTo>
                  <a:lnTo>
                    <a:pt x="1078678" y="1298657"/>
                  </a:lnTo>
                  <a:lnTo>
                    <a:pt x="1078682" y="1298641"/>
                  </a:lnTo>
                  <a:lnTo>
                    <a:pt x="1078683" y="1298626"/>
                  </a:lnTo>
                  <a:lnTo>
                    <a:pt x="1078686" y="1298607"/>
                  </a:lnTo>
                  <a:lnTo>
                    <a:pt x="1078689" y="1298591"/>
                  </a:lnTo>
                  <a:lnTo>
                    <a:pt x="1078693" y="1298574"/>
                  </a:lnTo>
                  <a:lnTo>
                    <a:pt x="1078696" y="1298557"/>
                  </a:lnTo>
                  <a:lnTo>
                    <a:pt x="1078700" y="1298540"/>
                  </a:lnTo>
                  <a:lnTo>
                    <a:pt x="1078704" y="1298528"/>
                  </a:lnTo>
                  <a:lnTo>
                    <a:pt x="1078706" y="1298521"/>
                  </a:lnTo>
                  <a:lnTo>
                    <a:pt x="1078712" y="1298509"/>
                  </a:lnTo>
                  <a:lnTo>
                    <a:pt x="1078712" y="1298503"/>
                  </a:lnTo>
                  <a:lnTo>
                    <a:pt x="1078709" y="1298498"/>
                  </a:lnTo>
                  <a:lnTo>
                    <a:pt x="1078704" y="1298491"/>
                  </a:lnTo>
                  <a:lnTo>
                    <a:pt x="1078693" y="1298474"/>
                  </a:lnTo>
                  <a:lnTo>
                    <a:pt x="1078680" y="1298457"/>
                  </a:lnTo>
                  <a:lnTo>
                    <a:pt x="1078667" y="1298444"/>
                  </a:lnTo>
                  <a:lnTo>
                    <a:pt x="1078658" y="1298432"/>
                  </a:lnTo>
                  <a:lnTo>
                    <a:pt x="1078657" y="1298424"/>
                  </a:lnTo>
                  <a:lnTo>
                    <a:pt x="1078655" y="1298408"/>
                  </a:lnTo>
                  <a:lnTo>
                    <a:pt x="1078656" y="1298392"/>
                  </a:lnTo>
                  <a:lnTo>
                    <a:pt x="1078656" y="1298383"/>
                  </a:lnTo>
                  <a:lnTo>
                    <a:pt x="1078658" y="1298375"/>
                  </a:lnTo>
                  <a:lnTo>
                    <a:pt x="1078661" y="1298358"/>
                  </a:lnTo>
                  <a:lnTo>
                    <a:pt x="1078663" y="1298342"/>
                  </a:lnTo>
                  <a:lnTo>
                    <a:pt x="1078665" y="1298325"/>
                  </a:lnTo>
                  <a:lnTo>
                    <a:pt x="1078667" y="1298308"/>
                  </a:lnTo>
                  <a:lnTo>
                    <a:pt x="1078668" y="1298296"/>
                  </a:lnTo>
                  <a:lnTo>
                    <a:pt x="1078667" y="1298287"/>
                  </a:lnTo>
                  <a:lnTo>
                    <a:pt x="1078666" y="1298273"/>
                  </a:lnTo>
                  <a:lnTo>
                    <a:pt x="1078665" y="1298260"/>
                  </a:lnTo>
                  <a:lnTo>
                    <a:pt x="1078661" y="1298245"/>
                  </a:lnTo>
                  <a:lnTo>
                    <a:pt x="1078657" y="1298225"/>
                  </a:lnTo>
                  <a:lnTo>
                    <a:pt x="1078655" y="1298204"/>
                  </a:lnTo>
                  <a:lnTo>
                    <a:pt x="1078656" y="1298183"/>
                  </a:lnTo>
                  <a:lnTo>
                    <a:pt x="1078659" y="1298175"/>
                  </a:lnTo>
                  <a:lnTo>
                    <a:pt x="1078669" y="1298158"/>
                  </a:lnTo>
                  <a:lnTo>
                    <a:pt x="1078675" y="1298145"/>
                  </a:lnTo>
                  <a:lnTo>
                    <a:pt x="1078678" y="1298141"/>
                  </a:lnTo>
                  <a:lnTo>
                    <a:pt x="1078689" y="1298125"/>
                  </a:lnTo>
                  <a:lnTo>
                    <a:pt x="1078696" y="1298116"/>
                  </a:lnTo>
                  <a:lnTo>
                    <a:pt x="1078703" y="1298109"/>
                  </a:lnTo>
                  <a:lnTo>
                    <a:pt x="1078719" y="1298095"/>
                  </a:lnTo>
                  <a:lnTo>
                    <a:pt x="1078727" y="1298083"/>
                  </a:lnTo>
                  <a:lnTo>
                    <a:pt x="1078725" y="1298072"/>
                  </a:lnTo>
                  <a:lnTo>
                    <a:pt x="1078723" y="1298055"/>
                  </a:lnTo>
                  <a:lnTo>
                    <a:pt x="1078723" y="1298040"/>
                  </a:lnTo>
                  <a:lnTo>
                    <a:pt x="1078721" y="1298019"/>
                  </a:lnTo>
                  <a:lnTo>
                    <a:pt x="1078724" y="1298006"/>
                  </a:lnTo>
                  <a:lnTo>
                    <a:pt x="1078732" y="1297991"/>
                  </a:lnTo>
                  <a:lnTo>
                    <a:pt x="1078736" y="1297980"/>
                  </a:lnTo>
                  <a:lnTo>
                    <a:pt x="1078738" y="1297970"/>
                  </a:lnTo>
                  <a:lnTo>
                    <a:pt x="1078742" y="1297949"/>
                  </a:lnTo>
                  <a:lnTo>
                    <a:pt x="1078741" y="1297934"/>
                  </a:lnTo>
                  <a:lnTo>
                    <a:pt x="1078738" y="1297926"/>
                  </a:lnTo>
                  <a:lnTo>
                    <a:pt x="1078733" y="1297908"/>
                  </a:lnTo>
                  <a:lnTo>
                    <a:pt x="1078728" y="1297890"/>
                  </a:lnTo>
                  <a:lnTo>
                    <a:pt x="1078725" y="1297880"/>
                  </a:lnTo>
                  <a:lnTo>
                    <a:pt x="1078723" y="1297858"/>
                  </a:lnTo>
                  <a:lnTo>
                    <a:pt x="1078723" y="1297841"/>
                  </a:lnTo>
                  <a:lnTo>
                    <a:pt x="1078725" y="1297823"/>
                  </a:lnTo>
                  <a:lnTo>
                    <a:pt x="1078726" y="1297811"/>
                  </a:lnTo>
                  <a:lnTo>
                    <a:pt x="1078727" y="1297787"/>
                  </a:lnTo>
                  <a:lnTo>
                    <a:pt x="1078732" y="1297776"/>
                  </a:lnTo>
                  <a:lnTo>
                    <a:pt x="1078737" y="1297757"/>
                  </a:lnTo>
                  <a:lnTo>
                    <a:pt x="1078745" y="1297735"/>
                  </a:lnTo>
                  <a:lnTo>
                    <a:pt x="1078751" y="1297720"/>
                  </a:lnTo>
                  <a:lnTo>
                    <a:pt x="1078762" y="1297695"/>
                  </a:lnTo>
                  <a:lnTo>
                    <a:pt x="1078767" y="1297682"/>
                  </a:lnTo>
                  <a:lnTo>
                    <a:pt x="1078770" y="1297677"/>
                  </a:lnTo>
                  <a:lnTo>
                    <a:pt x="1078772" y="1297671"/>
                  </a:lnTo>
                  <a:lnTo>
                    <a:pt x="1078777" y="1297661"/>
                  </a:lnTo>
                  <a:lnTo>
                    <a:pt x="1078792" y="1297646"/>
                  </a:lnTo>
                  <a:lnTo>
                    <a:pt x="1078809" y="1297634"/>
                  </a:lnTo>
                  <a:lnTo>
                    <a:pt x="1078820" y="1297623"/>
                  </a:lnTo>
                  <a:lnTo>
                    <a:pt x="1078818" y="1297614"/>
                  </a:lnTo>
                  <a:lnTo>
                    <a:pt x="1078814" y="1297607"/>
                  </a:lnTo>
                  <a:lnTo>
                    <a:pt x="1078811" y="1297598"/>
                  </a:lnTo>
                  <a:lnTo>
                    <a:pt x="1078811" y="1297581"/>
                  </a:lnTo>
                  <a:lnTo>
                    <a:pt x="1078811" y="1297572"/>
                  </a:lnTo>
                  <a:lnTo>
                    <a:pt x="1078813" y="1297564"/>
                  </a:lnTo>
                  <a:lnTo>
                    <a:pt x="1078817" y="1297548"/>
                  </a:lnTo>
                  <a:lnTo>
                    <a:pt x="1078819" y="1297531"/>
                  </a:lnTo>
                  <a:lnTo>
                    <a:pt x="1078820" y="1297513"/>
                  </a:lnTo>
                  <a:lnTo>
                    <a:pt x="1078820" y="1297498"/>
                  </a:lnTo>
                  <a:lnTo>
                    <a:pt x="1078819" y="1297481"/>
                  </a:lnTo>
                  <a:lnTo>
                    <a:pt x="1078821" y="1297465"/>
                  </a:lnTo>
                  <a:lnTo>
                    <a:pt x="1078822" y="1297447"/>
                  </a:lnTo>
                  <a:lnTo>
                    <a:pt x="1078827" y="1297431"/>
                  </a:lnTo>
                  <a:lnTo>
                    <a:pt x="1078827" y="1297423"/>
                  </a:lnTo>
                  <a:lnTo>
                    <a:pt x="1078830" y="1297414"/>
                  </a:lnTo>
                  <a:lnTo>
                    <a:pt x="1078833" y="1297398"/>
                  </a:lnTo>
                  <a:lnTo>
                    <a:pt x="1078837" y="1297389"/>
                  </a:lnTo>
                  <a:lnTo>
                    <a:pt x="1078839" y="1297381"/>
                  </a:lnTo>
                  <a:lnTo>
                    <a:pt x="1078844" y="1297364"/>
                  </a:lnTo>
                  <a:lnTo>
                    <a:pt x="1078847" y="1297348"/>
                  </a:lnTo>
                  <a:lnTo>
                    <a:pt x="1078847" y="1297339"/>
                  </a:lnTo>
                  <a:lnTo>
                    <a:pt x="1078845" y="1297331"/>
                  </a:lnTo>
                  <a:lnTo>
                    <a:pt x="1078844" y="1297322"/>
                  </a:lnTo>
                  <a:lnTo>
                    <a:pt x="1078841" y="1297314"/>
                  </a:lnTo>
                  <a:lnTo>
                    <a:pt x="1078830" y="1297299"/>
                  </a:lnTo>
                  <a:lnTo>
                    <a:pt x="1078813" y="1297283"/>
                  </a:lnTo>
                  <a:lnTo>
                    <a:pt x="1078798" y="1297271"/>
                  </a:lnTo>
                  <a:lnTo>
                    <a:pt x="1078782" y="1297259"/>
                  </a:lnTo>
                  <a:lnTo>
                    <a:pt x="1078765" y="1297247"/>
                  </a:lnTo>
                  <a:lnTo>
                    <a:pt x="1078758" y="1297242"/>
                  </a:lnTo>
                  <a:lnTo>
                    <a:pt x="1078752" y="1297239"/>
                  </a:lnTo>
                  <a:lnTo>
                    <a:pt x="1078751" y="1297233"/>
                  </a:lnTo>
                  <a:lnTo>
                    <a:pt x="1078750" y="1297217"/>
                  </a:lnTo>
                  <a:lnTo>
                    <a:pt x="1078750" y="1297200"/>
                  </a:lnTo>
                  <a:lnTo>
                    <a:pt x="1078748" y="1297183"/>
                  </a:lnTo>
                  <a:lnTo>
                    <a:pt x="1078745" y="1297167"/>
                  </a:lnTo>
                  <a:lnTo>
                    <a:pt x="1078745" y="1297150"/>
                  </a:lnTo>
                  <a:lnTo>
                    <a:pt x="1078746" y="1297133"/>
                  </a:lnTo>
                  <a:lnTo>
                    <a:pt x="1078747" y="1297117"/>
                  </a:lnTo>
                  <a:lnTo>
                    <a:pt x="1078747" y="1297100"/>
                  </a:lnTo>
                  <a:lnTo>
                    <a:pt x="1078746" y="1297083"/>
                  </a:lnTo>
                  <a:lnTo>
                    <a:pt x="1078745" y="1297067"/>
                  </a:lnTo>
                  <a:lnTo>
                    <a:pt x="1078746" y="1297050"/>
                  </a:lnTo>
                  <a:lnTo>
                    <a:pt x="1078747" y="1297033"/>
                  </a:lnTo>
                  <a:lnTo>
                    <a:pt x="1078747" y="1297017"/>
                  </a:lnTo>
                  <a:lnTo>
                    <a:pt x="1078747" y="1297000"/>
                  </a:lnTo>
                  <a:lnTo>
                    <a:pt x="1078744" y="1296943"/>
                  </a:lnTo>
                  <a:lnTo>
                    <a:pt x="1078731" y="1296926"/>
                  </a:lnTo>
                  <a:lnTo>
                    <a:pt x="1078720" y="1296909"/>
                  </a:lnTo>
                  <a:lnTo>
                    <a:pt x="1078717" y="1296902"/>
                  </a:lnTo>
                  <a:lnTo>
                    <a:pt x="1078700" y="1296870"/>
                  </a:lnTo>
                  <a:lnTo>
                    <a:pt x="1078695" y="1296854"/>
                  </a:lnTo>
                  <a:lnTo>
                    <a:pt x="1078689" y="1296836"/>
                  </a:lnTo>
                  <a:lnTo>
                    <a:pt x="1078680" y="1296820"/>
                  </a:lnTo>
                  <a:lnTo>
                    <a:pt x="1078668" y="1296803"/>
                  </a:lnTo>
                  <a:lnTo>
                    <a:pt x="1078655" y="1296787"/>
                  </a:lnTo>
                  <a:lnTo>
                    <a:pt x="1078642" y="1296770"/>
                  </a:lnTo>
                  <a:lnTo>
                    <a:pt x="1078626" y="1296753"/>
                  </a:lnTo>
                  <a:lnTo>
                    <a:pt x="1078611" y="1296737"/>
                  </a:lnTo>
                  <a:lnTo>
                    <a:pt x="1078595" y="1296725"/>
                  </a:lnTo>
                  <a:lnTo>
                    <a:pt x="1078579" y="1296717"/>
                  </a:lnTo>
                  <a:lnTo>
                    <a:pt x="1078562" y="1296709"/>
                  </a:lnTo>
                  <a:lnTo>
                    <a:pt x="1078546" y="1296702"/>
                  </a:lnTo>
                  <a:lnTo>
                    <a:pt x="1078534" y="1296694"/>
                  </a:lnTo>
                  <a:lnTo>
                    <a:pt x="1078531" y="1296689"/>
                  </a:lnTo>
                  <a:lnTo>
                    <a:pt x="1078527" y="1296682"/>
                  </a:lnTo>
                  <a:lnTo>
                    <a:pt x="1078524" y="1296677"/>
                  </a:lnTo>
                  <a:lnTo>
                    <a:pt x="1078523" y="1296672"/>
                  </a:lnTo>
                  <a:lnTo>
                    <a:pt x="1078519" y="1296655"/>
                  </a:lnTo>
                  <a:lnTo>
                    <a:pt x="1078515" y="1296631"/>
                  </a:lnTo>
                  <a:lnTo>
                    <a:pt x="1078513" y="1296619"/>
                  </a:lnTo>
                  <a:lnTo>
                    <a:pt x="1078510" y="1296611"/>
                  </a:lnTo>
                  <a:lnTo>
                    <a:pt x="1078505" y="1296601"/>
                  </a:lnTo>
                  <a:lnTo>
                    <a:pt x="1078498" y="1296589"/>
                  </a:lnTo>
                  <a:lnTo>
                    <a:pt x="1078494" y="1296584"/>
                  </a:lnTo>
                  <a:lnTo>
                    <a:pt x="1078492" y="1296578"/>
                  </a:lnTo>
                  <a:lnTo>
                    <a:pt x="1078489" y="1296573"/>
                  </a:lnTo>
                  <a:lnTo>
                    <a:pt x="1078483" y="1296556"/>
                  </a:lnTo>
                  <a:lnTo>
                    <a:pt x="1078476" y="1296527"/>
                  </a:lnTo>
                  <a:lnTo>
                    <a:pt x="1078474" y="1296520"/>
                  </a:lnTo>
                  <a:lnTo>
                    <a:pt x="1078468" y="1296510"/>
                  </a:lnTo>
                  <a:lnTo>
                    <a:pt x="1078465" y="1296506"/>
                  </a:lnTo>
                  <a:lnTo>
                    <a:pt x="1078458" y="1296489"/>
                  </a:lnTo>
                  <a:lnTo>
                    <a:pt x="1078447" y="1296467"/>
                  </a:lnTo>
                  <a:lnTo>
                    <a:pt x="1078439" y="1296439"/>
                  </a:lnTo>
                  <a:lnTo>
                    <a:pt x="1078432" y="1296423"/>
                  </a:lnTo>
                  <a:lnTo>
                    <a:pt x="1078425" y="1296406"/>
                  </a:lnTo>
                  <a:lnTo>
                    <a:pt x="1078420" y="1296389"/>
                  </a:lnTo>
                  <a:lnTo>
                    <a:pt x="1078412" y="1296373"/>
                  </a:lnTo>
                  <a:lnTo>
                    <a:pt x="1078405" y="1296356"/>
                  </a:lnTo>
                  <a:lnTo>
                    <a:pt x="1078397" y="1296340"/>
                  </a:lnTo>
                  <a:lnTo>
                    <a:pt x="1078384" y="1296324"/>
                  </a:lnTo>
                  <a:lnTo>
                    <a:pt x="1078374" y="1296308"/>
                  </a:lnTo>
                  <a:lnTo>
                    <a:pt x="1078370" y="1296301"/>
                  </a:lnTo>
                  <a:lnTo>
                    <a:pt x="1078366" y="1296291"/>
                  </a:lnTo>
                  <a:lnTo>
                    <a:pt x="1078360" y="1296274"/>
                  </a:lnTo>
                  <a:lnTo>
                    <a:pt x="1078357" y="1296266"/>
                  </a:lnTo>
                  <a:lnTo>
                    <a:pt x="1078357" y="1296257"/>
                  </a:lnTo>
                  <a:lnTo>
                    <a:pt x="1078360" y="1296240"/>
                  </a:lnTo>
                  <a:lnTo>
                    <a:pt x="1078358" y="1296224"/>
                  </a:lnTo>
                  <a:lnTo>
                    <a:pt x="1078356" y="1296207"/>
                  </a:lnTo>
                  <a:lnTo>
                    <a:pt x="1078355" y="1296190"/>
                  </a:lnTo>
                  <a:lnTo>
                    <a:pt x="1078353" y="1296174"/>
                  </a:lnTo>
                  <a:lnTo>
                    <a:pt x="1078353" y="1296164"/>
                  </a:lnTo>
                  <a:lnTo>
                    <a:pt x="1078350" y="1296157"/>
                  </a:lnTo>
                  <a:lnTo>
                    <a:pt x="1078347" y="1296141"/>
                  </a:lnTo>
                  <a:lnTo>
                    <a:pt x="1078341" y="1296124"/>
                  </a:lnTo>
                  <a:lnTo>
                    <a:pt x="1078331" y="1296098"/>
                  </a:lnTo>
                  <a:lnTo>
                    <a:pt x="1078329" y="1296093"/>
                  </a:lnTo>
                  <a:lnTo>
                    <a:pt x="1078326" y="1296089"/>
                  </a:lnTo>
                  <a:lnTo>
                    <a:pt x="1078317" y="1296072"/>
                  </a:lnTo>
                  <a:lnTo>
                    <a:pt x="1078312" y="1296067"/>
                  </a:lnTo>
                  <a:lnTo>
                    <a:pt x="1078307" y="1296054"/>
                  </a:lnTo>
                  <a:lnTo>
                    <a:pt x="1078299" y="1296021"/>
                  </a:lnTo>
                  <a:lnTo>
                    <a:pt x="1078293" y="1296009"/>
                  </a:lnTo>
                  <a:lnTo>
                    <a:pt x="1078288" y="1296005"/>
                  </a:lnTo>
                  <a:lnTo>
                    <a:pt x="1078277" y="1295995"/>
                  </a:lnTo>
                  <a:lnTo>
                    <a:pt x="1078272" y="1295993"/>
                  </a:lnTo>
                  <a:lnTo>
                    <a:pt x="1078255" y="1295985"/>
                  </a:lnTo>
                  <a:lnTo>
                    <a:pt x="1078236" y="1295973"/>
                  </a:lnTo>
                  <a:lnTo>
                    <a:pt x="1078222" y="1295967"/>
                  </a:lnTo>
                  <a:lnTo>
                    <a:pt x="1078206" y="1295961"/>
                  </a:lnTo>
                  <a:lnTo>
                    <a:pt x="1078190" y="1295956"/>
                  </a:lnTo>
                  <a:lnTo>
                    <a:pt x="1078174" y="1295948"/>
                  </a:lnTo>
                  <a:lnTo>
                    <a:pt x="1078157" y="1295937"/>
                  </a:lnTo>
                  <a:lnTo>
                    <a:pt x="1078141" y="1295925"/>
                  </a:lnTo>
                  <a:lnTo>
                    <a:pt x="1078125" y="1295909"/>
                  </a:lnTo>
                  <a:lnTo>
                    <a:pt x="1078108" y="1295890"/>
                  </a:lnTo>
                  <a:lnTo>
                    <a:pt x="1078090" y="1295875"/>
                  </a:lnTo>
                  <a:lnTo>
                    <a:pt x="1078083" y="1295868"/>
                  </a:lnTo>
                  <a:lnTo>
                    <a:pt x="1078076" y="1295860"/>
                  </a:lnTo>
                  <a:lnTo>
                    <a:pt x="1078065" y="1295840"/>
                  </a:lnTo>
                  <a:lnTo>
                    <a:pt x="1078065" y="1295828"/>
                  </a:lnTo>
                  <a:lnTo>
                    <a:pt x="1078053" y="1295784"/>
                  </a:lnTo>
                  <a:lnTo>
                    <a:pt x="1078048" y="1295769"/>
                  </a:lnTo>
                  <a:lnTo>
                    <a:pt x="1078042" y="1295753"/>
                  </a:lnTo>
                  <a:lnTo>
                    <a:pt x="1078038" y="1295744"/>
                  </a:lnTo>
                  <a:lnTo>
                    <a:pt x="1078031" y="1295736"/>
                  </a:lnTo>
                  <a:lnTo>
                    <a:pt x="1078015" y="1295724"/>
                  </a:lnTo>
                  <a:lnTo>
                    <a:pt x="1077996" y="1295706"/>
                  </a:lnTo>
                  <a:lnTo>
                    <a:pt x="1077983" y="1295690"/>
                  </a:lnTo>
                  <a:lnTo>
                    <a:pt x="1077972" y="1295673"/>
                  </a:lnTo>
                  <a:lnTo>
                    <a:pt x="1077957" y="1295659"/>
                  </a:lnTo>
                  <a:lnTo>
                    <a:pt x="1077941" y="1295645"/>
                  </a:lnTo>
                  <a:lnTo>
                    <a:pt x="1077933" y="1295638"/>
                  </a:lnTo>
                  <a:lnTo>
                    <a:pt x="1077927" y="1295631"/>
                  </a:lnTo>
                  <a:lnTo>
                    <a:pt x="1077910" y="1295611"/>
                  </a:lnTo>
                  <a:lnTo>
                    <a:pt x="1077893" y="1295594"/>
                  </a:lnTo>
                  <a:lnTo>
                    <a:pt x="1077877" y="1295580"/>
                  </a:lnTo>
                  <a:lnTo>
                    <a:pt x="1077860" y="1295566"/>
                  </a:lnTo>
                  <a:lnTo>
                    <a:pt x="1077851" y="1295559"/>
                  </a:lnTo>
                  <a:lnTo>
                    <a:pt x="1077835" y="1295548"/>
                  </a:lnTo>
                  <a:lnTo>
                    <a:pt x="1077821" y="1295537"/>
                  </a:lnTo>
                  <a:lnTo>
                    <a:pt x="1077809" y="1295525"/>
                  </a:lnTo>
                  <a:lnTo>
                    <a:pt x="1077799" y="1295504"/>
                  </a:lnTo>
                  <a:lnTo>
                    <a:pt x="1077794" y="1295489"/>
                  </a:lnTo>
                  <a:lnTo>
                    <a:pt x="1077791" y="1295484"/>
                  </a:lnTo>
                  <a:lnTo>
                    <a:pt x="1077781" y="1295471"/>
                  </a:lnTo>
                  <a:lnTo>
                    <a:pt x="1077773" y="1295461"/>
                  </a:lnTo>
                  <a:lnTo>
                    <a:pt x="1077768" y="1295455"/>
                  </a:lnTo>
                  <a:lnTo>
                    <a:pt x="1077753" y="1295435"/>
                  </a:lnTo>
                  <a:lnTo>
                    <a:pt x="1077741" y="1295418"/>
                  </a:lnTo>
                  <a:lnTo>
                    <a:pt x="1077731" y="1295401"/>
                  </a:lnTo>
                  <a:lnTo>
                    <a:pt x="1077726" y="1295375"/>
                  </a:lnTo>
                  <a:lnTo>
                    <a:pt x="1077720" y="1295356"/>
                  </a:lnTo>
                  <a:lnTo>
                    <a:pt x="1077707" y="1295326"/>
                  </a:lnTo>
                  <a:lnTo>
                    <a:pt x="1077697" y="1295309"/>
                  </a:lnTo>
                  <a:lnTo>
                    <a:pt x="1077679" y="1295289"/>
                  </a:lnTo>
                  <a:lnTo>
                    <a:pt x="1077675" y="1295286"/>
                  </a:lnTo>
                  <a:lnTo>
                    <a:pt x="1077671" y="1295279"/>
                  </a:lnTo>
                  <a:lnTo>
                    <a:pt x="1077670" y="1295272"/>
                  </a:lnTo>
                  <a:lnTo>
                    <a:pt x="1077667" y="1295256"/>
                  </a:lnTo>
                  <a:lnTo>
                    <a:pt x="1077667" y="1295239"/>
                  </a:lnTo>
                  <a:lnTo>
                    <a:pt x="1077664" y="1295217"/>
                  </a:lnTo>
                  <a:lnTo>
                    <a:pt x="1077658" y="1295195"/>
                  </a:lnTo>
                  <a:lnTo>
                    <a:pt x="1077654" y="1295176"/>
                  </a:lnTo>
                  <a:lnTo>
                    <a:pt x="1077651" y="1295164"/>
                  </a:lnTo>
                  <a:lnTo>
                    <a:pt x="1077648" y="1295152"/>
                  </a:lnTo>
                  <a:lnTo>
                    <a:pt x="1077646" y="1295143"/>
                  </a:lnTo>
                  <a:lnTo>
                    <a:pt x="1077639" y="1295127"/>
                  </a:lnTo>
                  <a:lnTo>
                    <a:pt x="1077632" y="1295110"/>
                  </a:lnTo>
                  <a:lnTo>
                    <a:pt x="1077622" y="1295090"/>
                  </a:lnTo>
                  <a:lnTo>
                    <a:pt x="1077614" y="1295073"/>
                  </a:lnTo>
                  <a:lnTo>
                    <a:pt x="1077605" y="1295057"/>
                  </a:lnTo>
                  <a:lnTo>
                    <a:pt x="1077596" y="1295035"/>
                  </a:lnTo>
                  <a:lnTo>
                    <a:pt x="1077591" y="1295024"/>
                  </a:lnTo>
                  <a:lnTo>
                    <a:pt x="1077585" y="1295006"/>
                  </a:lnTo>
                  <a:lnTo>
                    <a:pt x="1077577" y="1294985"/>
                  </a:lnTo>
                  <a:lnTo>
                    <a:pt x="1077571" y="1294968"/>
                  </a:lnTo>
                  <a:lnTo>
                    <a:pt x="1077562" y="1294951"/>
                  </a:lnTo>
                  <a:lnTo>
                    <a:pt x="1077555" y="1294935"/>
                  </a:lnTo>
                  <a:lnTo>
                    <a:pt x="1077546" y="1294915"/>
                  </a:lnTo>
                  <a:lnTo>
                    <a:pt x="1077541" y="1294898"/>
                  </a:lnTo>
                  <a:lnTo>
                    <a:pt x="1077533" y="1294873"/>
                  </a:lnTo>
                  <a:lnTo>
                    <a:pt x="1077528" y="1294864"/>
                  </a:lnTo>
                  <a:lnTo>
                    <a:pt x="1077527" y="1294856"/>
                  </a:lnTo>
                  <a:lnTo>
                    <a:pt x="1077519" y="1294827"/>
                  </a:lnTo>
                  <a:lnTo>
                    <a:pt x="1077515" y="1294818"/>
                  </a:lnTo>
                  <a:lnTo>
                    <a:pt x="1077499" y="1294801"/>
                  </a:lnTo>
                  <a:lnTo>
                    <a:pt x="1077495" y="1294794"/>
                  </a:lnTo>
                  <a:lnTo>
                    <a:pt x="1077495" y="1294786"/>
                  </a:lnTo>
                  <a:lnTo>
                    <a:pt x="1077496" y="1294778"/>
                  </a:lnTo>
                  <a:lnTo>
                    <a:pt x="1077499" y="1294772"/>
                  </a:lnTo>
                  <a:lnTo>
                    <a:pt x="1077503" y="1294766"/>
                  </a:lnTo>
                  <a:lnTo>
                    <a:pt x="1077511" y="1294756"/>
                  </a:lnTo>
                  <a:lnTo>
                    <a:pt x="1077519" y="1294748"/>
                  </a:lnTo>
                  <a:lnTo>
                    <a:pt x="1077538" y="1294726"/>
                  </a:lnTo>
                  <a:lnTo>
                    <a:pt x="1077552" y="1294709"/>
                  </a:lnTo>
                  <a:lnTo>
                    <a:pt x="1077569" y="1294690"/>
                  </a:lnTo>
                  <a:lnTo>
                    <a:pt x="1077583" y="1294675"/>
                  </a:lnTo>
                  <a:lnTo>
                    <a:pt x="1077595" y="1294658"/>
                  </a:lnTo>
                  <a:lnTo>
                    <a:pt x="1077604" y="1294645"/>
                  </a:lnTo>
                  <a:lnTo>
                    <a:pt x="1077609" y="1294641"/>
                  </a:lnTo>
                  <a:lnTo>
                    <a:pt x="1077645" y="1294599"/>
                  </a:lnTo>
                  <a:lnTo>
                    <a:pt x="1077657" y="1294567"/>
                  </a:lnTo>
                  <a:lnTo>
                    <a:pt x="1077661" y="1294559"/>
                  </a:lnTo>
                  <a:lnTo>
                    <a:pt x="1077671" y="1294546"/>
                  </a:lnTo>
                  <a:lnTo>
                    <a:pt x="1077691" y="1294525"/>
                  </a:lnTo>
                  <a:lnTo>
                    <a:pt x="1077696" y="1294521"/>
                  </a:lnTo>
                  <a:lnTo>
                    <a:pt x="1077708" y="1294496"/>
                  </a:lnTo>
                  <a:lnTo>
                    <a:pt x="1077710" y="1294490"/>
                  </a:lnTo>
                  <a:lnTo>
                    <a:pt x="1077718" y="1294479"/>
                  </a:lnTo>
                  <a:lnTo>
                    <a:pt x="1077735" y="1294468"/>
                  </a:lnTo>
                  <a:lnTo>
                    <a:pt x="1077793" y="1294426"/>
                  </a:lnTo>
                  <a:lnTo>
                    <a:pt x="1077808" y="1294410"/>
                  </a:lnTo>
                  <a:lnTo>
                    <a:pt x="1077821" y="1294393"/>
                  </a:lnTo>
                  <a:lnTo>
                    <a:pt x="1077834" y="1294378"/>
                  </a:lnTo>
                  <a:lnTo>
                    <a:pt x="1077845" y="1294358"/>
                  </a:lnTo>
                  <a:lnTo>
                    <a:pt x="1077855" y="1294342"/>
                  </a:lnTo>
                  <a:lnTo>
                    <a:pt x="1077864" y="1294319"/>
                  </a:lnTo>
                  <a:lnTo>
                    <a:pt x="1077868" y="1294304"/>
                  </a:lnTo>
                  <a:lnTo>
                    <a:pt x="1077870" y="1294297"/>
                  </a:lnTo>
                  <a:lnTo>
                    <a:pt x="1077870" y="1294287"/>
                  </a:lnTo>
                  <a:lnTo>
                    <a:pt x="1077867" y="1294269"/>
                  </a:lnTo>
                  <a:lnTo>
                    <a:pt x="1077867" y="1294254"/>
                  </a:lnTo>
                  <a:lnTo>
                    <a:pt x="1077885" y="1294241"/>
                  </a:lnTo>
                  <a:lnTo>
                    <a:pt x="1077900" y="1294230"/>
                  </a:lnTo>
                  <a:lnTo>
                    <a:pt x="1077917" y="1294219"/>
                  </a:lnTo>
                  <a:lnTo>
                    <a:pt x="1077933" y="1294212"/>
                  </a:lnTo>
                  <a:lnTo>
                    <a:pt x="1077955" y="1294198"/>
                  </a:lnTo>
                  <a:lnTo>
                    <a:pt x="1077971" y="1294186"/>
                  </a:lnTo>
                  <a:lnTo>
                    <a:pt x="1077986" y="1294170"/>
                  </a:lnTo>
                  <a:lnTo>
                    <a:pt x="1078000" y="1294155"/>
                  </a:lnTo>
                  <a:lnTo>
                    <a:pt x="1078014" y="1294138"/>
                  </a:lnTo>
                  <a:lnTo>
                    <a:pt x="1078028" y="1294121"/>
                  </a:lnTo>
                  <a:lnTo>
                    <a:pt x="1078041" y="1294105"/>
                  </a:lnTo>
                  <a:lnTo>
                    <a:pt x="1078054" y="1294089"/>
                  </a:lnTo>
                  <a:lnTo>
                    <a:pt x="1078067" y="1294072"/>
                  </a:lnTo>
                  <a:lnTo>
                    <a:pt x="1078082" y="1294057"/>
                  </a:lnTo>
                  <a:lnTo>
                    <a:pt x="1078090" y="1294049"/>
                  </a:lnTo>
                  <a:lnTo>
                    <a:pt x="1078095" y="1294042"/>
                  </a:lnTo>
                  <a:lnTo>
                    <a:pt x="1078102" y="1294033"/>
                  </a:lnTo>
                  <a:lnTo>
                    <a:pt x="1078108" y="1294026"/>
                  </a:lnTo>
                  <a:lnTo>
                    <a:pt x="1078120" y="1294013"/>
                  </a:lnTo>
                  <a:lnTo>
                    <a:pt x="1078130" y="1293999"/>
                  </a:lnTo>
                  <a:lnTo>
                    <a:pt x="1078136" y="1293990"/>
                  </a:lnTo>
                  <a:lnTo>
                    <a:pt x="1078146" y="1293975"/>
                  </a:lnTo>
                  <a:lnTo>
                    <a:pt x="1078153" y="1293970"/>
                  </a:lnTo>
                  <a:lnTo>
                    <a:pt x="1078169" y="1293961"/>
                  </a:lnTo>
                  <a:lnTo>
                    <a:pt x="1078186" y="1293956"/>
                  </a:lnTo>
                  <a:lnTo>
                    <a:pt x="1078202" y="1293952"/>
                  </a:lnTo>
                  <a:lnTo>
                    <a:pt x="1078218" y="1293946"/>
                  </a:lnTo>
                  <a:lnTo>
                    <a:pt x="1078240" y="1293941"/>
                  </a:lnTo>
                  <a:lnTo>
                    <a:pt x="1078257" y="1293937"/>
                  </a:lnTo>
                  <a:lnTo>
                    <a:pt x="1078273" y="1293933"/>
                  </a:lnTo>
                  <a:lnTo>
                    <a:pt x="1078294" y="1293929"/>
                  </a:lnTo>
                  <a:lnTo>
                    <a:pt x="1078310" y="1293927"/>
                  </a:lnTo>
                  <a:lnTo>
                    <a:pt x="1078329" y="1293926"/>
                  </a:lnTo>
                  <a:lnTo>
                    <a:pt x="1078343" y="1293926"/>
                  </a:lnTo>
                  <a:lnTo>
                    <a:pt x="1078362" y="1293927"/>
                  </a:lnTo>
                  <a:lnTo>
                    <a:pt x="1078379" y="1293928"/>
                  </a:lnTo>
                  <a:lnTo>
                    <a:pt x="1078398" y="1293931"/>
                  </a:lnTo>
                  <a:lnTo>
                    <a:pt x="1078414" y="1293935"/>
                  </a:lnTo>
                  <a:lnTo>
                    <a:pt x="1078423" y="1293935"/>
                  </a:lnTo>
                  <a:lnTo>
                    <a:pt x="1078429" y="1293932"/>
                  </a:lnTo>
                  <a:lnTo>
                    <a:pt x="1078431" y="1293914"/>
                  </a:lnTo>
                  <a:lnTo>
                    <a:pt x="1078431" y="1293905"/>
                  </a:lnTo>
                  <a:lnTo>
                    <a:pt x="1078434" y="1293897"/>
                  </a:lnTo>
                  <a:lnTo>
                    <a:pt x="1078436" y="1293881"/>
                  </a:lnTo>
                  <a:lnTo>
                    <a:pt x="1078440" y="1293871"/>
                  </a:lnTo>
                  <a:lnTo>
                    <a:pt x="1078441" y="1293864"/>
                  </a:lnTo>
                  <a:lnTo>
                    <a:pt x="1078446" y="1293847"/>
                  </a:lnTo>
                  <a:lnTo>
                    <a:pt x="1078450" y="1293842"/>
                  </a:lnTo>
                  <a:lnTo>
                    <a:pt x="1078452" y="1293830"/>
                  </a:lnTo>
                  <a:lnTo>
                    <a:pt x="1078455" y="1293822"/>
                  </a:lnTo>
                  <a:lnTo>
                    <a:pt x="1078456" y="1293814"/>
                  </a:lnTo>
                  <a:lnTo>
                    <a:pt x="1078460" y="1293797"/>
                  </a:lnTo>
                  <a:lnTo>
                    <a:pt x="1078464" y="1293780"/>
                  </a:lnTo>
                  <a:lnTo>
                    <a:pt x="1078470" y="1293764"/>
                  </a:lnTo>
                  <a:lnTo>
                    <a:pt x="1078487" y="1293727"/>
                  </a:lnTo>
                  <a:lnTo>
                    <a:pt x="1078495" y="1293708"/>
                  </a:lnTo>
                  <a:lnTo>
                    <a:pt x="1078503" y="1293694"/>
                  </a:lnTo>
                  <a:lnTo>
                    <a:pt x="1078514" y="1293677"/>
                  </a:lnTo>
                  <a:lnTo>
                    <a:pt x="1078528" y="1293661"/>
                  </a:lnTo>
                  <a:lnTo>
                    <a:pt x="1078544" y="1293649"/>
                  </a:lnTo>
                  <a:lnTo>
                    <a:pt x="1078561" y="1293636"/>
                  </a:lnTo>
                  <a:lnTo>
                    <a:pt x="1078577" y="1293621"/>
                  </a:lnTo>
                  <a:lnTo>
                    <a:pt x="1078588" y="1293607"/>
                  </a:lnTo>
                  <a:lnTo>
                    <a:pt x="1078593" y="1293601"/>
                  </a:lnTo>
                  <a:lnTo>
                    <a:pt x="1078607" y="1293560"/>
                  </a:lnTo>
                  <a:lnTo>
                    <a:pt x="1078613" y="1293542"/>
                  </a:lnTo>
                  <a:lnTo>
                    <a:pt x="1078616" y="1293527"/>
                  </a:lnTo>
                  <a:lnTo>
                    <a:pt x="1078619" y="1293510"/>
                  </a:lnTo>
                  <a:lnTo>
                    <a:pt x="1078620" y="1293493"/>
                  </a:lnTo>
                  <a:lnTo>
                    <a:pt x="1078622" y="1293476"/>
                  </a:lnTo>
                  <a:lnTo>
                    <a:pt x="1078626" y="1293460"/>
                  </a:lnTo>
                  <a:lnTo>
                    <a:pt x="1078633" y="1293442"/>
                  </a:lnTo>
                  <a:lnTo>
                    <a:pt x="1078636" y="1293434"/>
                  </a:lnTo>
                  <a:lnTo>
                    <a:pt x="1078636" y="1293426"/>
                  </a:lnTo>
                  <a:lnTo>
                    <a:pt x="1078645" y="1293381"/>
                  </a:lnTo>
                  <a:lnTo>
                    <a:pt x="1078648" y="1293373"/>
                  </a:lnTo>
                  <a:lnTo>
                    <a:pt x="1078648" y="1293364"/>
                  </a:lnTo>
                  <a:lnTo>
                    <a:pt x="1078652" y="1293348"/>
                  </a:lnTo>
                  <a:lnTo>
                    <a:pt x="1078653" y="1293331"/>
                  </a:lnTo>
                  <a:lnTo>
                    <a:pt x="1078653" y="1293314"/>
                  </a:lnTo>
                  <a:lnTo>
                    <a:pt x="1078652" y="1293298"/>
                  </a:lnTo>
                  <a:lnTo>
                    <a:pt x="1078647" y="1293281"/>
                  </a:lnTo>
                  <a:lnTo>
                    <a:pt x="1078647" y="1293275"/>
                  </a:lnTo>
                  <a:lnTo>
                    <a:pt x="1078643" y="1293264"/>
                  </a:lnTo>
                  <a:lnTo>
                    <a:pt x="1078642" y="1293258"/>
                  </a:lnTo>
                  <a:lnTo>
                    <a:pt x="1078623" y="1293214"/>
                  </a:lnTo>
                  <a:lnTo>
                    <a:pt x="1078615" y="1293198"/>
                  </a:lnTo>
                  <a:lnTo>
                    <a:pt x="1078611" y="1293181"/>
                  </a:lnTo>
                  <a:lnTo>
                    <a:pt x="1078609" y="1293164"/>
                  </a:lnTo>
                  <a:lnTo>
                    <a:pt x="1078605" y="1293148"/>
                  </a:lnTo>
                  <a:lnTo>
                    <a:pt x="1078603" y="1293140"/>
                  </a:lnTo>
                  <a:lnTo>
                    <a:pt x="1078599" y="1293131"/>
                  </a:lnTo>
                  <a:lnTo>
                    <a:pt x="1078593" y="1293114"/>
                  </a:lnTo>
                  <a:lnTo>
                    <a:pt x="1078589" y="1293098"/>
                  </a:lnTo>
                  <a:lnTo>
                    <a:pt x="1078584" y="1293081"/>
                  </a:lnTo>
                  <a:lnTo>
                    <a:pt x="1078580" y="1293064"/>
                  </a:lnTo>
                  <a:lnTo>
                    <a:pt x="1078576" y="1293048"/>
                  </a:lnTo>
                  <a:lnTo>
                    <a:pt x="1078568" y="1293031"/>
                  </a:lnTo>
                  <a:lnTo>
                    <a:pt x="1078560" y="1293014"/>
                  </a:lnTo>
                  <a:lnTo>
                    <a:pt x="1078556" y="1292998"/>
                  </a:lnTo>
                  <a:lnTo>
                    <a:pt x="1078554" y="1292981"/>
                  </a:lnTo>
                  <a:lnTo>
                    <a:pt x="1078550" y="1292965"/>
                  </a:lnTo>
                  <a:lnTo>
                    <a:pt x="1078548" y="1292957"/>
                  </a:lnTo>
                  <a:lnTo>
                    <a:pt x="1078548" y="1292948"/>
                  </a:lnTo>
                  <a:lnTo>
                    <a:pt x="1078547" y="1292931"/>
                  </a:lnTo>
                  <a:lnTo>
                    <a:pt x="1078544" y="1292914"/>
                  </a:lnTo>
                  <a:lnTo>
                    <a:pt x="1078543" y="1292898"/>
                  </a:lnTo>
                  <a:lnTo>
                    <a:pt x="1078543" y="1292881"/>
                  </a:lnTo>
                  <a:lnTo>
                    <a:pt x="1078544" y="1292864"/>
                  </a:lnTo>
                  <a:lnTo>
                    <a:pt x="1078546" y="1292848"/>
                  </a:lnTo>
                  <a:lnTo>
                    <a:pt x="1078546" y="1292831"/>
                  </a:lnTo>
                  <a:lnTo>
                    <a:pt x="1078547" y="1292815"/>
                  </a:lnTo>
                  <a:lnTo>
                    <a:pt x="1078548" y="1292798"/>
                  </a:lnTo>
                  <a:lnTo>
                    <a:pt x="1078549" y="1292781"/>
                  </a:lnTo>
                  <a:lnTo>
                    <a:pt x="1078552" y="1292764"/>
                  </a:lnTo>
                  <a:lnTo>
                    <a:pt x="1078555" y="1292748"/>
                  </a:lnTo>
                  <a:lnTo>
                    <a:pt x="1078555" y="1292731"/>
                  </a:lnTo>
                  <a:lnTo>
                    <a:pt x="1078554" y="1292714"/>
                  </a:lnTo>
                  <a:lnTo>
                    <a:pt x="1078553" y="1292698"/>
                  </a:lnTo>
                  <a:lnTo>
                    <a:pt x="1078552" y="1292680"/>
                  </a:lnTo>
                  <a:lnTo>
                    <a:pt x="1078552" y="1292664"/>
                  </a:lnTo>
                  <a:lnTo>
                    <a:pt x="1078555" y="1292648"/>
                  </a:lnTo>
                  <a:lnTo>
                    <a:pt x="1078555" y="1292631"/>
                  </a:lnTo>
                  <a:lnTo>
                    <a:pt x="1078555" y="1292614"/>
                  </a:lnTo>
                  <a:lnTo>
                    <a:pt x="1078555" y="1292597"/>
                  </a:lnTo>
                  <a:lnTo>
                    <a:pt x="1078551" y="1292581"/>
                  </a:lnTo>
                  <a:lnTo>
                    <a:pt x="1078548" y="1292564"/>
                  </a:lnTo>
                  <a:lnTo>
                    <a:pt x="1078541" y="1292548"/>
                  </a:lnTo>
                  <a:lnTo>
                    <a:pt x="1078531" y="1292531"/>
                  </a:lnTo>
                  <a:lnTo>
                    <a:pt x="1078518" y="1292515"/>
                  </a:lnTo>
                  <a:lnTo>
                    <a:pt x="1078505" y="1292502"/>
                  </a:lnTo>
                  <a:lnTo>
                    <a:pt x="1078489" y="1292488"/>
                  </a:lnTo>
                  <a:lnTo>
                    <a:pt x="1078482" y="1292480"/>
                  </a:lnTo>
                  <a:lnTo>
                    <a:pt x="1078478" y="1292471"/>
                  </a:lnTo>
                  <a:lnTo>
                    <a:pt x="1078474" y="1292461"/>
                  </a:lnTo>
                  <a:lnTo>
                    <a:pt x="1078474" y="1292455"/>
                  </a:lnTo>
                  <a:lnTo>
                    <a:pt x="1078476" y="1292444"/>
                  </a:lnTo>
                  <a:lnTo>
                    <a:pt x="1078480" y="1292421"/>
                  </a:lnTo>
                  <a:lnTo>
                    <a:pt x="1078484" y="1292404"/>
                  </a:lnTo>
                  <a:lnTo>
                    <a:pt x="1078487" y="1292385"/>
                  </a:lnTo>
                  <a:lnTo>
                    <a:pt x="1078486" y="1292371"/>
                  </a:lnTo>
                  <a:lnTo>
                    <a:pt x="1078487" y="1292352"/>
                  </a:lnTo>
                  <a:lnTo>
                    <a:pt x="1078492" y="1292338"/>
                  </a:lnTo>
                  <a:lnTo>
                    <a:pt x="1078493" y="1292331"/>
                  </a:lnTo>
                  <a:lnTo>
                    <a:pt x="1078498" y="1292319"/>
                  </a:lnTo>
                  <a:lnTo>
                    <a:pt x="1078504" y="1292304"/>
                  </a:lnTo>
                  <a:lnTo>
                    <a:pt x="1078506" y="1292297"/>
                  </a:lnTo>
                  <a:lnTo>
                    <a:pt x="1078506" y="1292288"/>
                  </a:lnTo>
                  <a:lnTo>
                    <a:pt x="1078504" y="1292271"/>
                  </a:lnTo>
                  <a:lnTo>
                    <a:pt x="1078497" y="1292254"/>
                  </a:lnTo>
                  <a:lnTo>
                    <a:pt x="1078489" y="1292222"/>
                  </a:lnTo>
                  <a:lnTo>
                    <a:pt x="1078487" y="1292206"/>
                  </a:lnTo>
                  <a:lnTo>
                    <a:pt x="1078486" y="1292189"/>
                  </a:lnTo>
                  <a:lnTo>
                    <a:pt x="1078479" y="1292172"/>
                  </a:lnTo>
                  <a:lnTo>
                    <a:pt x="1078469" y="1292155"/>
                  </a:lnTo>
                  <a:lnTo>
                    <a:pt x="1078457" y="1292139"/>
                  </a:lnTo>
                  <a:lnTo>
                    <a:pt x="1078445" y="1292122"/>
                  </a:lnTo>
                  <a:lnTo>
                    <a:pt x="1078437" y="1292105"/>
                  </a:lnTo>
                  <a:lnTo>
                    <a:pt x="1078430" y="1292089"/>
                  </a:lnTo>
                  <a:lnTo>
                    <a:pt x="1078425" y="1292072"/>
                  </a:lnTo>
                  <a:lnTo>
                    <a:pt x="1078423" y="1292068"/>
                  </a:lnTo>
                  <a:lnTo>
                    <a:pt x="1078422" y="1292062"/>
                  </a:lnTo>
                  <a:lnTo>
                    <a:pt x="1078423" y="1292056"/>
                  </a:lnTo>
                  <a:lnTo>
                    <a:pt x="1078428" y="1292039"/>
                  </a:lnTo>
                  <a:lnTo>
                    <a:pt x="1078439" y="1292022"/>
                  </a:lnTo>
                  <a:lnTo>
                    <a:pt x="1078457" y="1292006"/>
                  </a:lnTo>
                  <a:lnTo>
                    <a:pt x="1078473" y="1291992"/>
                  </a:lnTo>
                  <a:lnTo>
                    <a:pt x="1078481" y="1291968"/>
                  </a:lnTo>
                  <a:lnTo>
                    <a:pt x="1078483" y="1291952"/>
                  </a:lnTo>
                  <a:lnTo>
                    <a:pt x="1078482" y="1291940"/>
                  </a:lnTo>
                  <a:lnTo>
                    <a:pt x="1078479" y="1291923"/>
                  </a:lnTo>
                  <a:lnTo>
                    <a:pt x="1078469" y="1291908"/>
                  </a:lnTo>
                  <a:lnTo>
                    <a:pt x="1078458" y="1291891"/>
                  </a:lnTo>
                  <a:lnTo>
                    <a:pt x="1078444" y="1291873"/>
                  </a:lnTo>
                  <a:lnTo>
                    <a:pt x="1078438" y="1291858"/>
                  </a:lnTo>
                  <a:lnTo>
                    <a:pt x="1078439" y="1291841"/>
                  </a:lnTo>
                  <a:lnTo>
                    <a:pt x="1078441" y="1291825"/>
                  </a:lnTo>
                  <a:lnTo>
                    <a:pt x="1078442" y="1291807"/>
                  </a:lnTo>
                  <a:lnTo>
                    <a:pt x="1078442" y="1291791"/>
                  </a:lnTo>
                  <a:lnTo>
                    <a:pt x="1078441" y="1291774"/>
                  </a:lnTo>
                  <a:lnTo>
                    <a:pt x="1078442" y="1291762"/>
                  </a:lnTo>
                  <a:lnTo>
                    <a:pt x="1078430" y="1291732"/>
                  </a:lnTo>
                  <a:lnTo>
                    <a:pt x="1078413" y="1291703"/>
                  </a:lnTo>
                  <a:lnTo>
                    <a:pt x="1078404" y="1291687"/>
                  </a:lnTo>
                  <a:lnTo>
                    <a:pt x="1078394" y="1291670"/>
                  </a:lnTo>
                  <a:lnTo>
                    <a:pt x="1078386" y="1291653"/>
                  </a:lnTo>
                  <a:lnTo>
                    <a:pt x="1078382" y="1291644"/>
                  </a:lnTo>
                  <a:lnTo>
                    <a:pt x="1078381" y="1291636"/>
                  </a:lnTo>
                  <a:lnTo>
                    <a:pt x="1078379" y="1291629"/>
                  </a:lnTo>
                  <a:lnTo>
                    <a:pt x="1078379" y="1291620"/>
                  </a:lnTo>
                  <a:lnTo>
                    <a:pt x="1078382" y="1291603"/>
                  </a:lnTo>
                  <a:lnTo>
                    <a:pt x="1078386" y="1291587"/>
                  </a:lnTo>
                  <a:lnTo>
                    <a:pt x="1078391" y="1291570"/>
                  </a:lnTo>
                  <a:lnTo>
                    <a:pt x="1078394" y="1291553"/>
                  </a:lnTo>
                  <a:lnTo>
                    <a:pt x="1078398" y="1291534"/>
                  </a:lnTo>
                  <a:lnTo>
                    <a:pt x="1078403" y="1291520"/>
                  </a:lnTo>
                  <a:lnTo>
                    <a:pt x="1078406" y="1291503"/>
                  </a:lnTo>
                  <a:lnTo>
                    <a:pt x="1078411" y="1291486"/>
                  </a:lnTo>
                  <a:lnTo>
                    <a:pt x="1078417" y="1291470"/>
                  </a:lnTo>
                  <a:lnTo>
                    <a:pt x="1078422" y="1291453"/>
                  </a:lnTo>
                  <a:lnTo>
                    <a:pt x="1078429" y="1291436"/>
                  </a:lnTo>
                  <a:lnTo>
                    <a:pt x="1078431" y="1291428"/>
                  </a:lnTo>
                  <a:lnTo>
                    <a:pt x="1078435" y="1291420"/>
                  </a:lnTo>
                  <a:lnTo>
                    <a:pt x="1078436" y="1291413"/>
                  </a:lnTo>
                  <a:lnTo>
                    <a:pt x="1078450" y="1291376"/>
                  </a:lnTo>
                  <a:lnTo>
                    <a:pt x="1078457" y="1291360"/>
                  </a:lnTo>
                  <a:lnTo>
                    <a:pt x="1078458" y="1291343"/>
                  </a:lnTo>
                  <a:lnTo>
                    <a:pt x="1078456" y="1291337"/>
                  </a:lnTo>
                  <a:lnTo>
                    <a:pt x="1078452" y="1291332"/>
                  </a:lnTo>
                  <a:lnTo>
                    <a:pt x="1078447" y="1291327"/>
                  </a:lnTo>
                  <a:lnTo>
                    <a:pt x="1078431" y="1291317"/>
                  </a:lnTo>
                  <a:lnTo>
                    <a:pt x="1078414" y="1291310"/>
                  </a:lnTo>
                  <a:lnTo>
                    <a:pt x="1078399" y="1291303"/>
                  </a:lnTo>
                  <a:lnTo>
                    <a:pt x="1078381" y="1291294"/>
                  </a:lnTo>
                  <a:lnTo>
                    <a:pt x="1078365" y="1291286"/>
                  </a:lnTo>
                  <a:lnTo>
                    <a:pt x="1078349" y="1291276"/>
                  </a:lnTo>
                  <a:lnTo>
                    <a:pt x="1078331" y="1291262"/>
                  </a:lnTo>
                  <a:lnTo>
                    <a:pt x="1078307" y="1291242"/>
                  </a:lnTo>
                  <a:lnTo>
                    <a:pt x="1078265" y="1291207"/>
                  </a:lnTo>
                  <a:lnTo>
                    <a:pt x="1078253" y="1291196"/>
                  </a:lnTo>
                  <a:lnTo>
                    <a:pt x="1078237" y="1291179"/>
                  </a:lnTo>
                  <a:lnTo>
                    <a:pt x="1078223" y="1291163"/>
                  </a:lnTo>
                  <a:lnTo>
                    <a:pt x="1078209" y="1291147"/>
                  </a:lnTo>
                  <a:lnTo>
                    <a:pt x="1078194" y="1291131"/>
                  </a:lnTo>
                  <a:lnTo>
                    <a:pt x="1078181" y="1291114"/>
                  </a:lnTo>
                  <a:lnTo>
                    <a:pt x="1078168" y="1291100"/>
                  </a:lnTo>
                  <a:lnTo>
                    <a:pt x="1078156" y="1291083"/>
                  </a:lnTo>
                  <a:lnTo>
                    <a:pt x="1078142" y="1291066"/>
                  </a:lnTo>
                  <a:lnTo>
                    <a:pt x="1078133" y="1291052"/>
                  </a:lnTo>
                  <a:lnTo>
                    <a:pt x="1078124" y="1291035"/>
                  </a:lnTo>
                  <a:lnTo>
                    <a:pt x="1078117" y="1291018"/>
                  </a:lnTo>
                  <a:lnTo>
                    <a:pt x="1078109" y="1291001"/>
                  </a:lnTo>
                  <a:lnTo>
                    <a:pt x="1078102" y="1290988"/>
                  </a:lnTo>
                  <a:lnTo>
                    <a:pt x="1078095" y="1290968"/>
                  </a:lnTo>
                  <a:lnTo>
                    <a:pt x="1078089" y="1290951"/>
                  </a:lnTo>
                  <a:lnTo>
                    <a:pt x="1078083" y="1290935"/>
                  </a:lnTo>
                  <a:lnTo>
                    <a:pt x="1078078" y="1290918"/>
                  </a:lnTo>
                  <a:lnTo>
                    <a:pt x="1078075" y="1290910"/>
                  </a:lnTo>
                  <a:lnTo>
                    <a:pt x="1078071" y="1290898"/>
                  </a:lnTo>
                  <a:lnTo>
                    <a:pt x="1078069" y="1290885"/>
                  </a:lnTo>
                  <a:lnTo>
                    <a:pt x="1078064" y="1290868"/>
                  </a:lnTo>
                  <a:lnTo>
                    <a:pt x="1078062" y="1290851"/>
                  </a:lnTo>
                  <a:lnTo>
                    <a:pt x="1078062" y="1290835"/>
                  </a:lnTo>
                  <a:lnTo>
                    <a:pt x="1078064" y="1290826"/>
                  </a:lnTo>
                  <a:lnTo>
                    <a:pt x="1078068" y="1290818"/>
                  </a:lnTo>
                  <a:lnTo>
                    <a:pt x="1078076" y="1290801"/>
                  </a:lnTo>
                  <a:lnTo>
                    <a:pt x="1078084" y="1290785"/>
                  </a:lnTo>
                  <a:lnTo>
                    <a:pt x="1078093" y="1290768"/>
                  </a:lnTo>
                  <a:lnTo>
                    <a:pt x="1078102" y="1290751"/>
                  </a:lnTo>
                  <a:lnTo>
                    <a:pt x="1078108" y="1290735"/>
                  </a:lnTo>
                  <a:lnTo>
                    <a:pt x="1078111" y="1290718"/>
                  </a:lnTo>
                  <a:lnTo>
                    <a:pt x="1078113" y="1290702"/>
                  </a:lnTo>
                  <a:lnTo>
                    <a:pt x="1078115" y="1290684"/>
                  </a:lnTo>
                  <a:lnTo>
                    <a:pt x="1078118" y="1290668"/>
                  </a:lnTo>
                  <a:lnTo>
                    <a:pt x="1078120" y="1290651"/>
                  </a:lnTo>
                  <a:lnTo>
                    <a:pt x="1078123" y="1290635"/>
                  </a:lnTo>
                  <a:lnTo>
                    <a:pt x="1078125" y="1290618"/>
                  </a:lnTo>
                  <a:lnTo>
                    <a:pt x="1078129" y="1290601"/>
                  </a:lnTo>
                  <a:lnTo>
                    <a:pt x="1078131" y="1290585"/>
                  </a:lnTo>
                  <a:lnTo>
                    <a:pt x="1078132" y="1290568"/>
                  </a:lnTo>
                  <a:lnTo>
                    <a:pt x="1078133" y="1290559"/>
                  </a:lnTo>
                  <a:lnTo>
                    <a:pt x="1078134" y="1290535"/>
                  </a:lnTo>
                  <a:lnTo>
                    <a:pt x="1078135" y="1290518"/>
                  </a:lnTo>
                  <a:lnTo>
                    <a:pt x="1078136" y="1290501"/>
                  </a:lnTo>
                  <a:lnTo>
                    <a:pt x="1078139" y="1290484"/>
                  </a:lnTo>
                  <a:lnTo>
                    <a:pt x="1078142" y="1290468"/>
                  </a:lnTo>
                  <a:lnTo>
                    <a:pt x="1078149" y="1290444"/>
                  </a:lnTo>
                  <a:lnTo>
                    <a:pt x="1078152" y="1290435"/>
                  </a:lnTo>
                  <a:lnTo>
                    <a:pt x="1078155" y="1290427"/>
                  </a:lnTo>
                  <a:lnTo>
                    <a:pt x="1078159" y="1290415"/>
                  </a:lnTo>
                  <a:lnTo>
                    <a:pt x="1078163" y="1290397"/>
                  </a:lnTo>
                  <a:lnTo>
                    <a:pt x="1078165" y="1290392"/>
                  </a:lnTo>
                  <a:lnTo>
                    <a:pt x="1078167" y="1290382"/>
                  </a:lnTo>
                  <a:lnTo>
                    <a:pt x="1078165" y="1290368"/>
                  </a:lnTo>
                  <a:lnTo>
                    <a:pt x="1078162" y="1290351"/>
                  </a:lnTo>
                  <a:lnTo>
                    <a:pt x="1078161" y="1290342"/>
                  </a:lnTo>
                  <a:lnTo>
                    <a:pt x="1078158" y="1290334"/>
                  </a:lnTo>
                  <a:lnTo>
                    <a:pt x="1078156" y="1290323"/>
                  </a:lnTo>
                  <a:lnTo>
                    <a:pt x="1078152" y="1290318"/>
                  </a:lnTo>
                  <a:lnTo>
                    <a:pt x="1078150" y="1290311"/>
                  </a:lnTo>
                  <a:lnTo>
                    <a:pt x="1078144" y="1290301"/>
                  </a:lnTo>
                  <a:lnTo>
                    <a:pt x="1078132" y="1290284"/>
                  </a:lnTo>
                  <a:lnTo>
                    <a:pt x="1078120" y="1290268"/>
                  </a:lnTo>
                  <a:lnTo>
                    <a:pt x="1078110" y="1290251"/>
                  </a:lnTo>
                  <a:lnTo>
                    <a:pt x="1078101" y="1290236"/>
                  </a:lnTo>
                  <a:lnTo>
                    <a:pt x="1078080" y="1290201"/>
                  </a:lnTo>
                  <a:lnTo>
                    <a:pt x="1078073" y="1290184"/>
                  </a:lnTo>
                  <a:lnTo>
                    <a:pt x="1078069" y="1290168"/>
                  </a:lnTo>
                  <a:lnTo>
                    <a:pt x="1078068" y="1290151"/>
                  </a:lnTo>
                  <a:lnTo>
                    <a:pt x="1078068" y="1290135"/>
                  </a:lnTo>
                  <a:lnTo>
                    <a:pt x="1078067" y="1290118"/>
                  </a:lnTo>
                  <a:lnTo>
                    <a:pt x="1078068" y="1290101"/>
                  </a:lnTo>
                  <a:lnTo>
                    <a:pt x="1078069" y="1290096"/>
                  </a:lnTo>
                  <a:lnTo>
                    <a:pt x="1078068" y="1290085"/>
                  </a:lnTo>
                  <a:lnTo>
                    <a:pt x="1078067" y="1290068"/>
                  </a:lnTo>
                  <a:lnTo>
                    <a:pt x="1078051" y="1290027"/>
                  </a:lnTo>
                  <a:lnTo>
                    <a:pt x="1078047" y="1290019"/>
                  </a:lnTo>
                  <a:lnTo>
                    <a:pt x="1078045" y="1290010"/>
                  </a:lnTo>
                  <a:lnTo>
                    <a:pt x="1078042" y="1290003"/>
                  </a:lnTo>
                  <a:lnTo>
                    <a:pt x="1078042" y="1289994"/>
                  </a:lnTo>
                  <a:lnTo>
                    <a:pt x="1078042" y="1289977"/>
                  </a:lnTo>
                  <a:lnTo>
                    <a:pt x="1078047" y="1289956"/>
                  </a:lnTo>
                  <a:lnTo>
                    <a:pt x="1078058" y="1289931"/>
                  </a:lnTo>
                  <a:lnTo>
                    <a:pt x="1078060" y="1289920"/>
                  </a:lnTo>
                  <a:lnTo>
                    <a:pt x="1078059" y="1289912"/>
                  </a:lnTo>
                  <a:lnTo>
                    <a:pt x="1078053" y="1289906"/>
                  </a:lnTo>
                  <a:lnTo>
                    <a:pt x="1078037" y="1289894"/>
                  </a:lnTo>
                  <a:lnTo>
                    <a:pt x="1078020" y="1289883"/>
                  </a:lnTo>
                  <a:lnTo>
                    <a:pt x="1078004" y="1289871"/>
                  </a:lnTo>
                  <a:lnTo>
                    <a:pt x="1077988" y="1289861"/>
                  </a:lnTo>
                  <a:lnTo>
                    <a:pt x="1077971" y="1289850"/>
                  </a:lnTo>
                  <a:lnTo>
                    <a:pt x="1077955" y="1289837"/>
                  </a:lnTo>
                  <a:lnTo>
                    <a:pt x="1077939" y="1289822"/>
                  </a:lnTo>
                  <a:lnTo>
                    <a:pt x="1077923" y="1289814"/>
                  </a:lnTo>
                  <a:lnTo>
                    <a:pt x="1077907" y="1289806"/>
                  </a:lnTo>
                  <a:lnTo>
                    <a:pt x="1077894" y="1289799"/>
                  </a:lnTo>
                  <a:lnTo>
                    <a:pt x="1077890" y="1289796"/>
                  </a:lnTo>
                  <a:lnTo>
                    <a:pt x="1077882" y="1289779"/>
                  </a:lnTo>
                  <a:lnTo>
                    <a:pt x="1077875" y="1289763"/>
                  </a:lnTo>
                  <a:lnTo>
                    <a:pt x="1077866" y="1289746"/>
                  </a:lnTo>
                  <a:lnTo>
                    <a:pt x="1077860" y="1289731"/>
                  </a:lnTo>
                  <a:lnTo>
                    <a:pt x="1077853" y="1289713"/>
                  </a:lnTo>
                  <a:lnTo>
                    <a:pt x="1077848" y="1289705"/>
                  </a:lnTo>
                  <a:lnTo>
                    <a:pt x="1077843" y="1289692"/>
                  </a:lnTo>
                  <a:lnTo>
                    <a:pt x="1077839" y="1289680"/>
                  </a:lnTo>
                  <a:lnTo>
                    <a:pt x="1077831" y="1289659"/>
                  </a:lnTo>
                  <a:lnTo>
                    <a:pt x="1077827" y="1289644"/>
                  </a:lnTo>
                  <a:lnTo>
                    <a:pt x="1077822" y="1289625"/>
                  </a:lnTo>
                  <a:lnTo>
                    <a:pt x="1077821" y="1289605"/>
                  </a:lnTo>
                  <a:lnTo>
                    <a:pt x="1077819" y="1289588"/>
                  </a:lnTo>
                  <a:lnTo>
                    <a:pt x="1077815" y="1289571"/>
                  </a:lnTo>
                  <a:lnTo>
                    <a:pt x="1077814" y="1289562"/>
                  </a:lnTo>
                  <a:lnTo>
                    <a:pt x="1077812" y="1289552"/>
                  </a:lnTo>
                  <a:lnTo>
                    <a:pt x="1077810" y="1289534"/>
                  </a:lnTo>
                  <a:lnTo>
                    <a:pt x="1077807" y="1289513"/>
                  </a:lnTo>
                  <a:lnTo>
                    <a:pt x="1077804" y="1289496"/>
                  </a:lnTo>
                  <a:lnTo>
                    <a:pt x="1077804" y="1289485"/>
                  </a:lnTo>
                  <a:lnTo>
                    <a:pt x="1077802" y="1289472"/>
                  </a:lnTo>
                  <a:lnTo>
                    <a:pt x="1077801" y="1289460"/>
                  </a:lnTo>
                  <a:lnTo>
                    <a:pt x="1077798" y="1289437"/>
                  </a:lnTo>
                  <a:lnTo>
                    <a:pt x="1077797" y="1289419"/>
                  </a:lnTo>
                  <a:lnTo>
                    <a:pt x="1077793" y="1289408"/>
                  </a:lnTo>
                  <a:lnTo>
                    <a:pt x="1077789" y="1289392"/>
                  </a:lnTo>
                  <a:lnTo>
                    <a:pt x="1077784" y="1289375"/>
                  </a:lnTo>
                  <a:lnTo>
                    <a:pt x="1077778" y="1289351"/>
                  </a:lnTo>
                  <a:lnTo>
                    <a:pt x="1077774" y="1289335"/>
                  </a:lnTo>
                  <a:lnTo>
                    <a:pt x="1077771" y="1289318"/>
                  </a:lnTo>
                  <a:lnTo>
                    <a:pt x="1077771" y="1289309"/>
                  </a:lnTo>
                  <a:lnTo>
                    <a:pt x="1077769" y="1289302"/>
                  </a:lnTo>
                  <a:lnTo>
                    <a:pt x="1077767" y="1289285"/>
                  </a:lnTo>
                  <a:lnTo>
                    <a:pt x="1077766" y="1289268"/>
                  </a:lnTo>
                  <a:lnTo>
                    <a:pt x="1077766" y="1289260"/>
                  </a:lnTo>
                  <a:lnTo>
                    <a:pt x="1077764" y="1289252"/>
                  </a:lnTo>
                  <a:lnTo>
                    <a:pt x="1077761" y="1289235"/>
                  </a:lnTo>
                  <a:lnTo>
                    <a:pt x="1077760" y="1289199"/>
                  </a:lnTo>
                  <a:lnTo>
                    <a:pt x="1077761" y="1289183"/>
                  </a:lnTo>
                  <a:lnTo>
                    <a:pt x="1077761" y="1289166"/>
                  </a:lnTo>
                  <a:lnTo>
                    <a:pt x="1077761" y="1289149"/>
                  </a:lnTo>
                  <a:lnTo>
                    <a:pt x="1077760" y="1289133"/>
                  </a:lnTo>
                  <a:lnTo>
                    <a:pt x="1077760" y="1289116"/>
                  </a:lnTo>
                  <a:lnTo>
                    <a:pt x="1077760" y="1289099"/>
                  </a:lnTo>
                  <a:lnTo>
                    <a:pt x="1077760" y="1289083"/>
                  </a:lnTo>
                  <a:lnTo>
                    <a:pt x="1077760" y="1289074"/>
                  </a:lnTo>
                  <a:lnTo>
                    <a:pt x="1077762" y="1289066"/>
                  </a:lnTo>
                  <a:lnTo>
                    <a:pt x="1077767" y="1289050"/>
                  </a:lnTo>
                  <a:lnTo>
                    <a:pt x="1077771" y="1289044"/>
                  </a:lnTo>
                  <a:lnTo>
                    <a:pt x="1077776" y="1289033"/>
                  </a:lnTo>
                  <a:lnTo>
                    <a:pt x="1077788" y="1289014"/>
                  </a:lnTo>
                  <a:lnTo>
                    <a:pt x="1077799" y="1288997"/>
                  </a:lnTo>
                  <a:lnTo>
                    <a:pt x="1077811" y="1288980"/>
                  </a:lnTo>
                  <a:lnTo>
                    <a:pt x="1077818" y="1288968"/>
                  </a:lnTo>
                  <a:lnTo>
                    <a:pt x="1077822" y="1288962"/>
                  </a:lnTo>
                  <a:lnTo>
                    <a:pt x="1077824" y="1288957"/>
                  </a:lnTo>
                  <a:lnTo>
                    <a:pt x="1077827" y="1288947"/>
                  </a:lnTo>
                  <a:lnTo>
                    <a:pt x="1077830" y="1288939"/>
                  </a:lnTo>
                  <a:lnTo>
                    <a:pt x="1077835" y="1288930"/>
                  </a:lnTo>
                  <a:lnTo>
                    <a:pt x="1077842" y="1288917"/>
                  </a:lnTo>
                  <a:lnTo>
                    <a:pt x="1077846" y="1288906"/>
                  </a:lnTo>
                  <a:lnTo>
                    <a:pt x="1077848" y="1288897"/>
                  </a:lnTo>
                  <a:lnTo>
                    <a:pt x="1077854" y="1288881"/>
                  </a:lnTo>
                  <a:lnTo>
                    <a:pt x="1077858" y="1288870"/>
                  </a:lnTo>
                  <a:lnTo>
                    <a:pt x="1077858" y="1288863"/>
                  </a:lnTo>
                  <a:lnTo>
                    <a:pt x="1077863" y="1288847"/>
                  </a:lnTo>
                  <a:lnTo>
                    <a:pt x="1077868" y="1288830"/>
                  </a:lnTo>
                  <a:lnTo>
                    <a:pt x="1077872" y="1288814"/>
                  </a:lnTo>
                  <a:lnTo>
                    <a:pt x="1077874" y="1288797"/>
                  </a:lnTo>
                  <a:lnTo>
                    <a:pt x="1077875" y="1288780"/>
                  </a:lnTo>
                  <a:lnTo>
                    <a:pt x="1077875" y="1288764"/>
                  </a:lnTo>
                  <a:lnTo>
                    <a:pt x="1077874" y="1288747"/>
                  </a:lnTo>
                  <a:lnTo>
                    <a:pt x="1077875" y="1288730"/>
                  </a:lnTo>
                  <a:lnTo>
                    <a:pt x="1077879" y="1288714"/>
                  </a:lnTo>
                  <a:lnTo>
                    <a:pt x="1077888" y="1288697"/>
                  </a:lnTo>
                  <a:lnTo>
                    <a:pt x="1077899" y="1288680"/>
                  </a:lnTo>
                  <a:lnTo>
                    <a:pt x="1077901" y="1288675"/>
                  </a:lnTo>
                  <a:lnTo>
                    <a:pt x="1077910" y="1288663"/>
                  </a:lnTo>
                  <a:lnTo>
                    <a:pt x="1077922" y="1288647"/>
                  </a:lnTo>
                  <a:lnTo>
                    <a:pt x="1077935" y="1288630"/>
                  </a:lnTo>
                  <a:lnTo>
                    <a:pt x="1077948" y="1288613"/>
                  </a:lnTo>
                  <a:lnTo>
                    <a:pt x="1077952" y="1288606"/>
                  </a:lnTo>
                  <a:lnTo>
                    <a:pt x="1077953" y="1288598"/>
                  </a:lnTo>
                  <a:lnTo>
                    <a:pt x="1077955" y="1288581"/>
                  </a:lnTo>
                  <a:lnTo>
                    <a:pt x="1077955" y="1288564"/>
                  </a:lnTo>
                  <a:lnTo>
                    <a:pt x="1077957" y="1288548"/>
                  </a:lnTo>
                  <a:lnTo>
                    <a:pt x="1077955" y="1288531"/>
                  </a:lnTo>
                  <a:lnTo>
                    <a:pt x="1077953" y="1288515"/>
                  </a:lnTo>
                  <a:lnTo>
                    <a:pt x="1077951" y="1288498"/>
                  </a:lnTo>
                  <a:lnTo>
                    <a:pt x="1077952" y="1288481"/>
                  </a:lnTo>
                  <a:lnTo>
                    <a:pt x="1077953" y="1288465"/>
                  </a:lnTo>
                  <a:lnTo>
                    <a:pt x="1077955" y="1288448"/>
                  </a:lnTo>
                  <a:lnTo>
                    <a:pt x="1077957" y="1288431"/>
                  </a:lnTo>
                  <a:lnTo>
                    <a:pt x="1077962" y="1288414"/>
                  </a:lnTo>
                  <a:lnTo>
                    <a:pt x="1077965" y="1288398"/>
                  </a:lnTo>
                  <a:lnTo>
                    <a:pt x="1077967" y="1288381"/>
                  </a:lnTo>
                  <a:lnTo>
                    <a:pt x="1077967" y="1288372"/>
                  </a:lnTo>
                  <a:lnTo>
                    <a:pt x="1077969" y="1288364"/>
                  </a:lnTo>
                  <a:lnTo>
                    <a:pt x="1077972" y="1288348"/>
                  </a:lnTo>
                  <a:lnTo>
                    <a:pt x="1077975" y="1288331"/>
                  </a:lnTo>
                  <a:lnTo>
                    <a:pt x="1077978" y="1288314"/>
                  </a:lnTo>
                  <a:lnTo>
                    <a:pt x="1077980" y="1288298"/>
                  </a:lnTo>
                  <a:lnTo>
                    <a:pt x="1077983" y="1288281"/>
                  </a:lnTo>
                  <a:lnTo>
                    <a:pt x="1077986" y="1288264"/>
                  </a:lnTo>
                  <a:lnTo>
                    <a:pt x="1077989" y="1288248"/>
                  </a:lnTo>
                  <a:lnTo>
                    <a:pt x="1077993" y="1288231"/>
                  </a:lnTo>
                  <a:lnTo>
                    <a:pt x="1077994" y="1288214"/>
                  </a:lnTo>
                  <a:lnTo>
                    <a:pt x="1077996" y="1288198"/>
                  </a:lnTo>
                  <a:lnTo>
                    <a:pt x="1078000" y="1288151"/>
                  </a:lnTo>
                  <a:lnTo>
                    <a:pt x="1078003" y="1288134"/>
                  </a:lnTo>
                  <a:lnTo>
                    <a:pt x="1078005" y="1288118"/>
                  </a:lnTo>
                  <a:lnTo>
                    <a:pt x="1078005" y="1288111"/>
                  </a:lnTo>
                  <a:lnTo>
                    <a:pt x="1078007" y="1288102"/>
                  </a:lnTo>
                  <a:lnTo>
                    <a:pt x="1078010" y="1288084"/>
                  </a:lnTo>
                  <a:lnTo>
                    <a:pt x="1078015" y="1288068"/>
                  </a:lnTo>
                  <a:lnTo>
                    <a:pt x="1078020" y="1288051"/>
                  </a:lnTo>
                  <a:lnTo>
                    <a:pt x="1078026" y="1288034"/>
                  </a:lnTo>
                  <a:lnTo>
                    <a:pt x="1078034" y="1288016"/>
                  </a:lnTo>
                  <a:lnTo>
                    <a:pt x="1078038" y="1288003"/>
                  </a:lnTo>
                  <a:lnTo>
                    <a:pt x="1078037" y="1287996"/>
                  </a:lnTo>
                  <a:lnTo>
                    <a:pt x="1078030" y="1287984"/>
                  </a:lnTo>
                  <a:lnTo>
                    <a:pt x="1078013" y="1287967"/>
                  </a:lnTo>
                  <a:lnTo>
                    <a:pt x="1078004" y="1287957"/>
                  </a:lnTo>
                  <a:lnTo>
                    <a:pt x="1078001" y="1287951"/>
                  </a:lnTo>
                  <a:lnTo>
                    <a:pt x="1077996" y="1287943"/>
                  </a:lnTo>
                  <a:lnTo>
                    <a:pt x="1077992" y="1287934"/>
                  </a:lnTo>
                  <a:lnTo>
                    <a:pt x="1077984" y="1287918"/>
                  </a:lnTo>
                  <a:lnTo>
                    <a:pt x="1077975" y="1287901"/>
                  </a:lnTo>
                  <a:lnTo>
                    <a:pt x="1077965" y="1287884"/>
                  </a:lnTo>
                  <a:lnTo>
                    <a:pt x="1077955" y="1287868"/>
                  </a:lnTo>
                  <a:lnTo>
                    <a:pt x="1077947" y="1287851"/>
                  </a:lnTo>
                  <a:lnTo>
                    <a:pt x="1077933" y="1287815"/>
                  </a:lnTo>
                  <a:lnTo>
                    <a:pt x="1077932" y="1287809"/>
                  </a:lnTo>
                  <a:lnTo>
                    <a:pt x="1077927" y="1287800"/>
                  </a:lnTo>
                  <a:lnTo>
                    <a:pt x="1077923" y="1287794"/>
                  </a:lnTo>
                  <a:lnTo>
                    <a:pt x="1077906" y="1287778"/>
                  </a:lnTo>
                  <a:lnTo>
                    <a:pt x="1077890" y="1287769"/>
                  </a:lnTo>
                  <a:lnTo>
                    <a:pt x="1077873" y="1287757"/>
                  </a:lnTo>
                  <a:lnTo>
                    <a:pt x="1077865" y="1287748"/>
                  </a:lnTo>
                  <a:lnTo>
                    <a:pt x="1077861" y="1287741"/>
                  </a:lnTo>
                  <a:lnTo>
                    <a:pt x="1077844" y="1287725"/>
                  </a:lnTo>
                  <a:lnTo>
                    <a:pt x="1077828" y="1287711"/>
                  </a:lnTo>
                  <a:lnTo>
                    <a:pt x="1077811" y="1287702"/>
                  </a:lnTo>
                  <a:lnTo>
                    <a:pt x="1077795" y="1287697"/>
                  </a:lnTo>
                  <a:lnTo>
                    <a:pt x="1077772" y="1287692"/>
                  </a:lnTo>
                  <a:lnTo>
                    <a:pt x="1077762" y="1287692"/>
                  </a:lnTo>
                  <a:lnTo>
                    <a:pt x="1077746" y="1287690"/>
                  </a:lnTo>
                  <a:lnTo>
                    <a:pt x="1077730" y="1287688"/>
                  </a:lnTo>
                  <a:lnTo>
                    <a:pt x="1077713" y="1287687"/>
                  </a:lnTo>
                  <a:lnTo>
                    <a:pt x="1077697" y="1287685"/>
                  </a:lnTo>
                  <a:lnTo>
                    <a:pt x="1077680" y="1287682"/>
                  </a:lnTo>
                  <a:lnTo>
                    <a:pt x="1077664" y="1287682"/>
                  </a:lnTo>
                  <a:lnTo>
                    <a:pt x="1077657" y="1287680"/>
                  </a:lnTo>
                  <a:lnTo>
                    <a:pt x="1077650" y="1287672"/>
                  </a:lnTo>
                  <a:lnTo>
                    <a:pt x="1077648" y="1287666"/>
                  </a:lnTo>
                  <a:lnTo>
                    <a:pt x="1077644" y="1287655"/>
                  </a:lnTo>
                  <a:lnTo>
                    <a:pt x="1077640" y="1287638"/>
                  </a:lnTo>
                  <a:lnTo>
                    <a:pt x="1077637" y="1287622"/>
                  </a:lnTo>
                  <a:lnTo>
                    <a:pt x="1077634" y="1287605"/>
                  </a:lnTo>
                  <a:lnTo>
                    <a:pt x="1077633" y="1287597"/>
                  </a:lnTo>
                  <a:lnTo>
                    <a:pt x="1077629" y="1287586"/>
                  </a:lnTo>
                  <a:lnTo>
                    <a:pt x="1077627" y="1287576"/>
                  </a:lnTo>
                  <a:lnTo>
                    <a:pt x="1077624" y="1287564"/>
                  </a:lnTo>
                  <a:lnTo>
                    <a:pt x="1077621" y="1287549"/>
                  </a:lnTo>
                  <a:lnTo>
                    <a:pt x="1077617" y="1287536"/>
                  </a:lnTo>
                  <a:lnTo>
                    <a:pt x="1077612" y="1287522"/>
                  </a:lnTo>
                  <a:lnTo>
                    <a:pt x="1077607" y="1287507"/>
                  </a:lnTo>
                  <a:lnTo>
                    <a:pt x="1077604" y="1287500"/>
                  </a:lnTo>
                  <a:lnTo>
                    <a:pt x="1077602" y="1287495"/>
                  </a:lnTo>
                  <a:lnTo>
                    <a:pt x="1077600" y="1287487"/>
                  </a:lnTo>
                  <a:lnTo>
                    <a:pt x="1077610" y="1287472"/>
                  </a:lnTo>
                  <a:lnTo>
                    <a:pt x="1077622" y="1287455"/>
                  </a:lnTo>
                  <a:lnTo>
                    <a:pt x="1077637" y="1287438"/>
                  </a:lnTo>
                  <a:lnTo>
                    <a:pt x="1077653" y="1287425"/>
                  </a:lnTo>
                  <a:lnTo>
                    <a:pt x="1077670" y="1287413"/>
                  </a:lnTo>
                  <a:lnTo>
                    <a:pt x="1077684" y="1287400"/>
                  </a:lnTo>
                  <a:lnTo>
                    <a:pt x="1077689" y="1287397"/>
                  </a:lnTo>
                  <a:lnTo>
                    <a:pt x="1077703" y="1287385"/>
                  </a:lnTo>
                  <a:lnTo>
                    <a:pt x="1077709" y="1287380"/>
                  </a:lnTo>
                  <a:lnTo>
                    <a:pt x="1077717" y="1287371"/>
                  </a:lnTo>
                  <a:lnTo>
                    <a:pt x="1077730" y="1287357"/>
                  </a:lnTo>
                  <a:lnTo>
                    <a:pt x="1077740" y="1287340"/>
                  </a:lnTo>
                  <a:lnTo>
                    <a:pt x="1077764" y="1287308"/>
                  </a:lnTo>
                  <a:lnTo>
                    <a:pt x="1077779" y="1287292"/>
                  </a:lnTo>
                  <a:lnTo>
                    <a:pt x="1077792" y="1287278"/>
                  </a:lnTo>
                  <a:lnTo>
                    <a:pt x="1077808" y="1287263"/>
                  </a:lnTo>
                  <a:lnTo>
                    <a:pt x="1077824" y="1287251"/>
                  </a:lnTo>
                  <a:lnTo>
                    <a:pt x="1077840" y="1287238"/>
                  </a:lnTo>
                  <a:lnTo>
                    <a:pt x="1077848" y="1287232"/>
                  </a:lnTo>
                  <a:lnTo>
                    <a:pt x="1077854" y="1287227"/>
                  </a:lnTo>
                  <a:lnTo>
                    <a:pt x="1077871" y="1287213"/>
                  </a:lnTo>
                  <a:lnTo>
                    <a:pt x="1077883" y="1287206"/>
                  </a:lnTo>
                  <a:lnTo>
                    <a:pt x="1077887" y="1287203"/>
                  </a:lnTo>
                  <a:lnTo>
                    <a:pt x="1077903" y="1287192"/>
                  </a:lnTo>
                  <a:lnTo>
                    <a:pt x="1077910" y="1287188"/>
                  </a:lnTo>
                  <a:lnTo>
                    <a:pt x="1077920" y="1287183"/>
                  </a:lnTo>
                  <a:lnTo>
                    <a:pt x="1077936" y="1287172"/>
                  </a:lnTo>
                  <a:lnTo>
                    <a:pt x="1077952" y="1287159"/>
                  </a:lnTo>
                  <a:lnTo>
                    <a:pt x="1077969" y="1287148"/>
                  </a:lnTo>
                  <a:lnTo>
                    <a:pt x="1077979" y="1287140"/>
                  </a:lnTo>
                  <a:lnTo>
                    <a:pt x="1077987" y="1287133"/>
                  </a:lnTo>
                  <a:lnTo>
                    <a:pt x="1077992" y="1287126"/>
                  </a:lnTo>
                  <a:lnTo>
                    <a:pt x="1077997" y="1287117"/>
                  </a:lnTo>
                  <a:lnTo>
                    <a:pt x="1078001" y="1287108"/>
                  </a:lnTo>
                  <a:lnTo>
                    <a:pt x="1078003" y="1287098"/>
                  </a:lnTo>
                  <a:lnTo>
                    <a:pt x="1078007" y="1287084"/>
                  </a:lnTo>
                  <a:lnTo>
                    <a:pt x="1078012" y="1287067"/>
                  </a:lnTo>
                  <a:lnTo>
                    <a:pt x="1078014" y="1287051"/>
                  </a:lnTo>
                  <a:lnTo>
                    <a:pt x="1078013" y="1287045"/>
                  </a:lnTo>
                  <a:lnTo>
                    <a:pt x="1078016" y="1287038"/>
                  </a:lnTo>
                  <a:lnTo>
                    <a:pt x="1078020" y="1287026"/>
                  </a:lnTo>
                  <a:lnTo>
                    <a:pt x="1078024" y="1287017"/>
                  </a:lnTo>
                  <a:lnTo>
                    <a:pt x="1078027" y="1287009"/>
                  </a:lnTo>
                  <a:lnTo>
                    <a:pt x="1078029" y="1287004"/>
                  </a:lnTo>
                  <a:lnTo>
                    <a:pt x="1078032" y="1286999"/>
                  </a:lnTo>
                  <a:lnTo>
                    <a:pt x="1078035" y="1286995"/>
                  </a:lnTo>
                  <a:lnTo>
                    <a:pt x="1078042" y="1286985"/>
                  </a:lnTo>
                  <a:lnTo>
                    <a:pt x="1078052" y="1286971"/>
                  </a:lnTo>
                  <a:lnTo>
                    <a:pt x="1078057" y="1286966"/>
                  </a:lnTo>
                  <a:lnTo>
                    <a:pt x="1078071" y="1286969"/>
                  </a:lnTo>
                  <a:lnTo>
                    <a:pt x="1078083" y="1286970"/>
                  </a:lnTo>
                  <a:lnTo>
                    <a:pt x="1078095" y="1286968"/>
                  </a:lnTo>
                  <a:lnTo>
                    <a:pt x="1078106" y="1286964"/>
                  </a:lnTo>
                  <a:lnTo>
                    <a:pt x="1078123" y="1286955"/>
                  </a:lnTo>
                  <a:lnTo>
                    <a:pt x="1078129" y="1286952"/>
                  </a:lnTo>
                  <a:lnTo>
                    <a:pt x="1078134" y="1286949"/>
                  </a:lnTo>
                  <a:lnTo>
                    <a:pt x="1078139" y="1286946"/>
                  </a:lnTo>
                  <a:lnTo>
                    <a:pt x="1078155" y="1286936"/>
                  </a:lnTo>
                  <a:lnTo>
                    <a:pt x="1078172" y="1286925"/>
                  </a:lnTo>
                  <a:lnTo>
                    <a:pt x="1078180" y="1286919"/>
                  </a:lnTo>
                  <a:lnTo>
                    <a:pt x="1078188" y="1286917"/>
                  </a:lnTo>
                  <a:lnTo>
                    <a:pt x="1078204" y="1286913"/>
                  </a:lnTo>
                  <a:lnTo>
                    <a:pt x="1078221" y="1286910"/>
                  </a:lnTo>
                  <a:lnTo>
                    <a:pt x="1078237" y="1286908"/>
                  </a:lnTo>
                  <a:lnTo>
                    <a:pt x="1078253" y="1286907"/>
                  </a:lnTo>
                  <a:lnTo>
                    <a:pt x="1078270" y="1286903"/>
                  </a:lnTo>
                  <a:lnTo>
                    <a:pt x="1078287" y="1286901"/>
                  </a:lnTo>
                  <a:lnTo>
                    <a:pt x="1078303" y="1286897"/>
                  </a:lnTo>
                  <a:lnTo>
                    <a:pt x="1078319" y="1286892"/>
                  </a:lnTo>
                  <a:lnTo>
                    <a:pt x="1078331" y="1286890"/>
                  </a:lnTo>
                  <a:lnTo>
                    <a:pt x="1078336" y="1286889"/>
                  </a:lnTo>
                  <a:lnTo>
                    <a:pt x="1078352" y="1286886"/>
                  </a:lnTo>
                  <a:lnTo>
                    <a:pt x="1078368" y="1286883"/>
                  </a:lnTo>
                  <a:lnTo>
                    <a:pt x="1078385" y="1286879"/>
                  </a:lnTo>
                  <a:lnTo>
                    <a:pt x="1078401" y="1286873"/>
                  </a:lnTo>
                  <a:lnTo>
                    <a:pt x="1078411" y="1286870"/>
                  </a:lnTo>
                  <a:lnTo>
                    <a:pt x="1078417" y="1286865"/>
                  </a:lnTo>
                  <a:lnTo>
                    <a:pt x="1078434" y="1286854"/>
                  </a:lnTo>
                  <a:lnTo>
                    <a:pt x="1078450" y="1286843"/>
                  </a:lnTo>
                  <a:lnTo>
                    <a:pt x="1078467" y="1286836"/>
                  </a:lnTo>
                  <a:lnTo>
                    <a:pt x="1078485" y="1286831"/>
                  </a:lnTo>
                  <a:lnTo>
                    <a:pt x="1078500" y="1286826"/>
                  </a:lnTo>
                  <a:lnTo>
                    <a:pt x="1078516" y="1286822"/>
                  </a:lnTo>
                  <a:lnTo>
                    <a:pt x="1078522" y="1286821"/>
                  </a:lnTo>
                  <a:lnTo>
                    <a:pt x="1078531" y="1286816"/>
                  </a:lnTo>
                  <a:lnTo>
                    <a:pt x="1078587" y="1286789"/>
                  </a:lnTo>
                  <a:lnTo>
                    <a:pt x="1078603" y="1286784"/>
                  </a:lnTo>
                  <a:lnTo>
                    <a:pt x="1078619" y="1286778"/>
                  </a:lnTo>
                  <a:lnTo>
                    <a:pt x="1078636" y="1286774"/>
                  </a:lnTo>
                  <a:lnTo>
                    <a:pt x="1078653" y="1286766"/>
                  </a:lnTo>
                  <a:lnTo>
                    <a:pt x="1078669" y="1286760"/>
                  </a:lnTo>
                  <a:lnTo>
                    <a:pt x="1078685" y="1286754"/>
                  </a:lnTo>
                  <a:lnTo>
                    <a:pt x="1078702" y="1286748"/>
                  </a:lnTo>
                  <a:lnTo>
                    <a:pt x="1078710" y="1286746"/>
                  </a:lnTo>
                  <a:lnTo>
                    <a:pt x="1078718" y="1286741"/>
                  </a:lnTo>
                  <a:lnTo>
                    <a:pt x="1078734" y="1286736"/>
                  </a:lnTo>
                  <a:lnTo>
                    <a:pt x="1078751" y="1286729"/>
                  </a:lnTo>
                  <a:lnTo>
                    <a:pt x="1078767" y="1286725"/>
                  </a:lnTo>
                  <a:lnTo>
                    <a:pt x="1078783" y="1286719"/>
                  </a:lnTo>
                  <a:lnTo>
                    <a:pt x="1078800" y="1286713"/>
                  </a:lnTo>
                  <a:lnTo>
                    <a:pt x="1078816" y="1286710"/>
                  </a:lnTo>
                  <a:lnTo>
                    <a:pt x="1078833" y="1286707"/>
                  </a:lnTo>
                  <a:lnTo>
                    <a:pt x="1078849" y="1286704"/>
                  </a:lnTo>
                  <a:lnTo>
                    <a:pt x="1078866" y="1286701"/>
                  </a:lnTo>
                  <a:lnTo>
                    <a:pt x="1078883" y="1286697"/>
                  </a:lnTo>
                  <a:lnTo>
                    <a:pt x="1078885" y="1286682"/>
                  </a:lnTo>
                  <a:lnTo>
                    <a:pt x="1078884" y="1286665"/>
                  </a:lnTo>
                  <a:lnTo>
                    <a:pt x="1078885" y="1286649"/>
                  </a:lnTo>
                  <a:lnTo>
                    <a:pt x="1078887" y="1286632"/>
                  </a:lnTo>
                  <a:lnTo>
                    <a:pt x="1078889" y="1286615"/>
                  </a:lnTo>
                  <a:lnTo>
                    <a:pt x="1078892" y="1286599"/>
                  </a:lnTo>
                  <a:lnTo>
                    <a:pt x="1078892" y="1286582"/>
                  </a:lnTo>
                  <a:lnTo>
                    <a:pt x="1078889" y="1286566"/>
                  </a:lnTo>
                  <a:lnTo>
                    <a:pt x="1078887" y="1286535"/>
                  </a:lnTo>
                  <a:lnTo>
                    <a:pt x="1078887" y="1286511"/>
                  </a:lnTo>
                  <a:lnTo>
                    <a:pt x="1078892" y="1286471"/>
                  </a:lnTo>
                  <a:lnTo>
                    <a:pt x="1078892" y="1286454"/>
                  </a:lnTo>
                  <a:lnTo>
                    <a:pt x="1078890" y="1286438"/>
                  </a:lnTo>
                  <a:lnTo>
                    <a:pt x="1078887" y="1286428"/>
                  </a:lnTo>
                  <a:lnTo>
                    <a:pt x="1078887" y="1286421"/>
                  </a:lnTo>
                  <a:lnTo>
                    <a:pt x="1078887" y="1286412"/>
                  </a:lnTo>
                  <a:lnTo>
                    <a:pt x="1078889" y="1286405"/>
                  </a:lnTo>
                  <a:lnTo>
                    <a:pt x="1078893" y="1286392"/>
                  </a:lnTo>
                  <a:lnTo>
                    <a:pt x="1078894" y="1286387"/>
                  </a:lnTo>
                  <a:lnTo>
                    <a:pt x="1078900" y="1286371"/>
                  </a:lnTo>
                  <a:lnTo>
                    <a:pt x="1078909" y="1286352"/>
                  </a:lnTo>
                  <a:lnTo>
                    <a:pt x="1078915" y="1286345"/>
                  </a:lnTo>
                  <a:lnTo>
                    <a:pt x="1078920" y="1286339"/>
                  </a:lnTo>
                  <a:lnTo>
                    <a:pt x="1078927" y="1286331"/>
                  </a:lnTo>
                  <a:lnTo>
                    <a:pt x="1078936" y="1286324"/>
                  </a:lnTo>
                  <a:lnTo>
                    <a:pt x="1078951" y="1286311"/>
                  </a:lnTo>
                  <a:lnTo>
                    <a:pt x="1078964" y="1286291"/>
                  </a:lnTo>
                  <a:lnTo>
                    <a:pt x="1078970" y="1286278"/>
                  </a:lnTo>
                  <a:lnTo>
                    <a:pt x="1078970" y="1286268"/>
                  </a:lnTo>
                  <a:lnTo>
                    <a:pt x="1078968" y="1286261"/>
                  </a:lnTo>
                  <a:lnTo>
                    <a:pt x="1078965" y="1286257"/>
                  </a:lnTo>
                  <a:lnTo>
                    <a:pt x="1078964" y="1286244"/>
                  </a:lnTo>
                  <a:lnTo>
                    <a:pt x="1078958" y="1286228"/>
                  </a:lnTo>
                  <a:lnTo>
                    <a:pt x="1078951" y="1286211"/>
                  </a:lnTo>
                  <a:lnTo>
                    <a:pt x="1078949" y="1286202"/>
                  </a:lnTo>
                  <a:lnTo>
                    <a:pt x="1078944" y="1286194"/>
                  </a:lnTo>
                  <a:lnTo>
                    <a:pt x="1078939" y="1286177"/>
                  </a:lnTo>
                  <a:lnTo>
                    <a:pt x="1078939" y="1286161"/>
                  </a:lnTo>
                  <a:lnTo>
                    <a:pt x="1078939" y="1286144"/>
                  </a:lnTo>
                  <a:lnTo>
                    <a:pt x="1078939" y="1286127"/>
                  </a:lnTo>
                  <a:lnTo>
                    <a:pt x="1078937" y="1286111"/>
                  </a:lnTo>
                  <a:lnTo>
                    <a:pt x="1078933" y="1286094"/>
                  </a:lnTo>
                  <a:lnTo>
                    <a:pt x="1078934" y="1286078"/>
                  </a:lnTo>
                  <a:lnTo>
                    <a:pt x="1078935" y="1286071"/>
                  </a:lnTo>
                  <a:lnTo>
                    <a:pt x="1078939" y="1286061"/>
                  </a:lnTo>
                  <a:lnTo>
                    <a:pt x="1078944" y="1286042"/>
                  </a:lnTo>
                  <a:lnTo>
                    <a:pt x="1078948" y="1286027"/>
                  </a:lnTo>
                  <a:lnTo>
                    <a:pt x="1078955" y="1286011"/>
                  </a:lnTo>
                  <a:lnTo>
                    <a:pt x="1078970" y="1285995"/>
                  </a:lnTo>
                  <a:lnTo>
                    <a:pt x="1078976" y="1285990"/>
                  </a:lnTo>
                  <a:lnTo>
                    <a:pt x="1078982" y="1285979"/>
                  </a:lnTo>
                  <a:lnTo>
                    <a:pt x="1078991" y="1285962"/>
                  </a:lnTo>
                  <a:lnTo>
                    <a:pt x="1078996" y="1285945"/>
                  </a:lnTo>
                  <a:lnTo>
                    <a:pt x="1078998" y="1285928"/>
                  </a:lnTo>
                  <a:lnTo>
                    <a:pt x="1078997" y="1285914"/>
                  </a:lnTo>
                  <a:lnTo>
                    <a:pt x="1079000" y="1285895"/>
                  </a:lnTo>
                  <a:lnTo>
                    <a:pt x="1079000" y="1285888"/>
                  </a:lnTo>
                  <a:lnTo>
                    <a:pt x="1079003" y="1285878"/>
                  </a:lnTo>
                  <a:lnTo>
                    <a:pt x="1079008" y="1285862"/>
                  </a:lnTo>
                  <a:lnTo>
                    <a:pt x="1079016" y="1285836"/>
                  </a:lnTo>
                  <a:lnTo>
                    <a:pt x="1079022" y="1285819"/>
                  </a:lnTo>
                  <a:lnTo>
                    <a:pt x="1079030" y="1285803"/>
                  </a:lnTo>
                  <a:lnTo>
                    <a:pt x="1079032" y="1285794"/>
                  </a:lnTo>
                  <a:lnTo>
                    <a:pt x="1079036" y="1285786"/>
                  </a:lnTo>
                  <a:lnTo>
                    <a:pt x="1079043" y="1285769"/>
                  </a:lnTo>
                  <a:lnTo>
                    <a:pt x="1079051" y="1285753"/>
                  </a:lnTo>
                  <a:lnTo>
                    <a:pt x="1079055" y="1285742"/>
                  </a:lnTo>
                  <a:lnTo>
                    <a:pt x="1079058" y="1285733"/>
                  </a:lnTo>
                  <a:lnTo>
                    <a:pt x="1079068" y="1285719"/>
                  </a:lnTo>
                  <a:lnTo>
                    <a:pt x="1079076" y="1285710"/>
                  </a:lnTo>
                  <a:lnTo>
                    <a:pt x="1079079" y="1285704"/>
                  </a:lnTo>
                  <a:lnTo>
                    <a:pt x="1079082" y="1285696"/>
                  </a:lnTo>
                  <a:lnTo>
                    <a:pt x="1079081" y="1285687"/>
                  </a:lnTo>
                  <a:lnTo>
                    <a:pt x="1079076" y="1285670"/>
                  </a:lnTo>
                  <a:lnTo>
                    <a:pt x="1079069" y="1285654"/>
                  </a:lnTo>
                  <a:lnTo>
                    <a:pt x="1079062" y="1285637"/>
                  </a:lnTo>
                  <a:lnTo>
                    <a:pt x="1079058" y="1285621"/>
                  </a:lnTo>
                  <a:lnTo>
                    <a:pt x="1079055" y="1285604"/>
                  </a:lnTo>
                  <a:lnTo>
                    <a:pt x="1079055" y="1285587"/>
                  </a:lnTo>
                  <a:lnTo>
                    <a:pt x="1079053" y="1285571"/>
                  </a:lnTo>
                  <a:lnTo>
                    <a:pt x="1079051" y="1285566"/>
                  </a:lnTo>
                  <a:lnTo>
                    <a:pt x="1079047" y="1285557"/>
                  </a:lnTo>
                  <a:lnTo>
                    <a:pt x="1079033" y="1285539"/>
                  </a:lnTo>
                  <a:lnTo>
                    <a:pt x="1079020" y="1285526"/>
                  </a:lnTo>
                  <a:lnTo>
                    <a:pt x="1079003" y="1285517"/>
                  </a:lnTo>
                  <a:lnTo>
                    <a:pt x="1078987" y="1285508"/>
                  </a:lnTo>
                  <a:lnTo>
                    <a:pt x="1078970" y="1285496"/>
                  </a:lnTo>
                  <a:lnTo>
                    <a:pt x="1078963" y="1285489"/>
                  </a:lnTo>
                  <a:lnTo>
                    <a:pt x="1078959" y="1285483"/>
                  </a:lnTo>
                  <a:lnTo>
                    <a:pt x="1078965" y="1285464"/>
                  </a:lnTo>
                  <a:lnTo>
                    <a:pt x="1078968" y="1285454"/>
                  </a:lnTo>
                  <a:lnTo>
                    <a:pt x="1078973" y="1285447"/>
                  </a:lnTo>
                  <a:lnTo>
                    <a:pt x="1078981" y="1285430"/>
                  </a:lnTo>
                  <a:lnTo>
                    <a:pt x="1078988" y="1285414"/>
                  </a:lnTo>
                  <a:lnTo>
                    <a:pt x="1078989" y="1285397"/>
                  </a:lnTo>
                  <a:lnTo>
                    <a:pt x="1078991" y="1285380"/>
                  </a:lnTo>
                  <a:lnTo>
                    <a:pt x="1078996" y="1285364"/>
                  </a:lnTo>
                  <a:lnTo>
                    <a:pt x="1079002" y="1285347"/>
                  </a:lnTo>
                  <a:lnTo>
                    <a:pt x="1079007" y="1285331"/>
                  </a:lnTo>
                  <a:lnTo>
                    <a:pt x="1079013" y="1285312"/>
                  </a:lnTo>
                  <a:lnTo>
                    <a:pt x="1079018" y="1285297"/>
                  </a:lnTo>
                  <a:lnTo>
                    <a:pt x="1079023" y="1285280"/>
                  </a:lnTo>
                  <a:lnTo>
                    <a:pt x="1079028" y="1285264"/>
                  </a:lnTo>
                  <a:lnTo>
                    <a:pt x="1079028" y="1285247"/>
                  </a:lnTo>
                  <a:lnTo>
                    <a:pt x="1079028" y="1285230"/>
                  </a:lnTo>
                  <a:lnTo>
                    <a:pt x="1079011" y="1285175"/>
                  </a:lnTo>
                  <a:lnTo>
                    <a:pt x="1079005" y="1285158"/>
                  </a:lnTo>
                  <a:lnTo>
                    <a:pt x="1078998" y="1285142"/>
                  </a:lnTo>
                  <a:lnTo>
                    <a:pt x="1078997" y="1285133"/>
                  </a:lnTo>
                  <a:lnTo>
                    <a:pt x="1078994" y="1285125"/>
                  </a:lnTo>
                  <a:lnTo>
                    <a:pt x="1078992" y="1285118"/>
                  </a:lnTo>
                  <a:lnTo>
                    <a:pt x="1078982" y="1285109"/>
                  </a:lnTo>
                  <a:lnTo>
                    <a:pt x="1078965" y="1285101"/>
                  </a:lnTo>
                  <a:lnTo>
                    <a:pt x="1078958" y="1285097"/>
                  </a:lnTo>
                  <a:lnTo>
                    <a:pt x="1078949" y="1285095"/>
                  </a:lnTo>
                  <a:lnTo>
                    <a:pt x="1078932" y="1285088"/>
                  </a:lnTo>
                  <a:lnTo>
                    <a:pt x="1078916" y="1285083"/>
                  </a:lnTo>
                  <a:lnTo>
                    <a:pt x="1078900" y="1285078"/>
                  </a:lnTo>
                  <a:lnTo>
                    <a:pt x="1078894" y="1285077"/>
                  </a:lnTo>
                  <a:lnTo>
                    <a:pt x="1078883" y="1285070"/>
                  </a:lnTo>
                  <a:lnTo>
                    <a:pt x="1078867" y="1285062"/>
                  </a:lnTo>
                  <a:lnTo>
                    <a:pt x="1078850" y="1285053"/>
                  </a:lnTo>
                  <a:lnTo>
                    <a:pt x="1078842" y="1285046"/>
                  </a:lnTo>
                  <a:lnTo>
                    <a:pt x="1078834" y="1285043"/>
                  </a:lnTo>
                  <a:lnTo>
                    <a:pt x="1078818" y="1285034"/>
                  </a:lnTo>
                  <a:lnTo>
                    <a:pt x="1078801" y="1285026"/>
                  </a:lnTo>
                  <a:lnTo>
                    <a:pt x="1078785" y="1285016"/>
                  </a:lnTo>
                  <a:lnTo>
                    <a:pt x="1078768" y="1285008"/>
                  </a:lnTo>
                  <a:lnTo>
                    <a:pt x="1078752" y="1284998"/>
                  </a:lnTo>
                  <a:lnTo>
                    <a:pt x="1078735" y="1284986"/>
                  </a:lnTo>
                  <a:lnTo>
                    <a:pt x="1078719" y="1284974"/>
                  </a:lnTo>
                  <a:lnTo>
                    <a:pt x="1078704" y="1284962"/>
                  </a:lnTo>
                  <a:lnTo>
                    <a:pt x="1078687" y="1284949"/>
                  </a:lnTo>
                  <a:lnTo>
                    <a:pt x="1078680" y="1284941"/>
                  </a:lnTo>
                  <a:lnTo>
                    <a:pt x="1078674" y="1284932"/>
                  </a:lnTo>
                  <a:lnTo>
                    <a:pt x="1078663" y="1284916"/>
                  </a:lnTo>
                  <a:lnTo>
                    <a:pt x="1078651" y="1284901"/>
                  </a:lnTo>
                  <a:lnTo>
                    <a:pt x="1078642" y="1284891"/>
                  </a:lnTo>
                  <a:lnTo>
                    <a:pt x="1078638" y="1284883"/>
                  </a:lnTo>
                  <a:lnTo>
                    <a:pt x="1078635" y="1284868"/>
                  </a:lnTo>
                  <a:lnTo>
                    <a:pt x="1078628" y="1284851"/>
                  </a:lnTo>
                  <a:lnTo>
                    <a:pt x="1078618" y="1284834"/>
                  </a:lnTo>
                  <a:lnTo>
                    <a:pt x="1078602" y="1284819"/>
                  </a:lnTo>
                  <a:lnTo>
                    <a:pt x="1078585" y="1284809"/>
                  </a:lnTo>
                  <a:lnTo>
                    <a:pt x="1078569" y="1284800"/>
                  </a:lnTo>
                  <a:lnTo>
                    <a:pt x="1078552" y="1284789"/>
                  </a:lnTo>
                  <a:lnTo>
                    <a:pt x="1078545" y="1284784"/>
                  </a:lnTo>
                  <a:lnTo>
                    <a:pt x="1078537" y="1284774"/>
                  </a:lnTo>
                  <a:lnTo>
                    <a:pt x="1078522" y="1284759"/>
                  </a:lnTo>
                  <a:lnTo>
                    <a:pt x="1078510" y="1284743"/>
                  </a:lnTo>
                  <a:lnTo>
                    <a:pt x="1078498" y="1284727"/>
                  </a:lnTo>
                  <a:lnTo>
                    <a:pt x="1078493" y="1284719"/>
                  </a:lnTo>
                  <a:lnTo>
                    <a:pt x="1078486" y="1284711"/>
                  </a:lnTo>
                  <a:lnTo>
                    <a:pt x="1078469" y="1284699"/>
                  </a:lnTo>
                  <a:lnTo>
                    <a:pt x="1078453" y="1284689"/>
                  </a:lnTo>
                  <a:lnTo>
                    <a:pt x="1078435" y="1284679"/>
                  </a:lnTo>
                  <a:lnTo>
                    <a:pt x="1078420" y="1284669"/>
                  </a:lnTo>
                  <a:lnTo>
                    <a:pt x="1078404" y="1284659"/>
                  </a:lnTo>
                  <a:lnTo>
                    <a:pt x="1078389" y="1284648"/>
                  </a:lnTo>
                  <a:lnTo>
                    <a:pt x="1078377" y="1284629"/>
                  </a:lnTo>
                  <a:lnTo>
                    <a:pt x="1078347" y="1284586"/>
                  </a:lnTo>
                  <a:lnTo>
                    <a:pt x="1078335" y="1284571"/>
                  </a:lnTo>
                  <a:lnTo>
                    <a:pt x="1078330" y="1284556"/>
                  </a:lnTo>
                  <a:lnTo>
                    <a:pt x="1078325" y="1284537"/>
                  </a:lnTo>
                  <a:lnTo>
                    <a:pt x="1078321" y="1284528"/>
                  </a:lnTo>
                  <a:lnTo>
                    <a:pt x="1078321" y="1284521"/>
                  </a:lnTo>
                  <a:lnTo>
                    <a:pt x="1078319" y="1284504"/>
                  </a:lnTo>
                  <a:lnTo>
                    <a:pt x="1078315" y="1284485"/>
                  </a:lnTo>
                  <a:lnTo>
                    <a:pt x="1078306" y="1284470"/>
                  </a:lnTo>
                  <a:lnTo>
                    <a:pt x="1078293" y="1284454"/>
                  </a:lnTo>
                  <a:lnTo>
                    <a:pt x="1078282" y="1284437"/>
                  </a:lnTo>
                  <a:lnTo>
                    <a:pt x="1078276" y="1284421"/>
                  </a:lnTo>
                  <a:lnTo>
                    <a:pt x="1078270" y="1284404"/>
                  </a:lnTo>
                  <a:lnTo>
                    <a:pt x="1078266" y="1284394"/>
                  </a:lnTo>
                  <a:lnTo>
                    <a:pt x="1078260" y="1284385"/>
                  </a:lnTo>
                  <a:lnTo>
                    <a:pt x="1078246" y="1284371"/>
                  </a:lnTo>
                  <a:lnTo>
                    <a:pt x="1078232" y="1284354"/>
                  </a:lnTo>
                  <a:lnTo>
                    <a:pt x="1078218" y="1284338"/>
                  </a:lnTo>
                  <a:lnTo>
                    <a:pt x="1078205" y="1284322"/>
                  </a:lnTo>
                  <a:lnTo>
                    <a:pt x="1078199" y="1284305"/>
                  </a:lnTo>
                  <a:lnTo>
                    <a:pt x="1078189" y="1284281"/>
                  </a:lnTo>
                  <a:lnTo>
                    <a:pt x="1078182" y="1284269"/>
                  </a:lnTo>
                  <a:lnTo>
                    <a:pt x="1078179" y="1284265"/>
                  </a:lnTo>
                  <a:lnTo>
                    <a:pt x="1078168" y="1284262"/>
                  </a:lnTo>
                  <a:lnTo>
                    <a:pt x="1078163" y="1284261"/>
                  </a:lnTo>
                  <a:lnTo>
                    <a:pt x="1078158" y="1284256"/>
                  </a:lnTo>
                  <a:lnTo>
                    <a:pt x="1078152" y="1284252"/>
                  </a:lnTo>
                  <a:lnTo>
                    <a:pt x="1078146" y="1284242"/>
                  </a:lnTo>
                  <a:lnTo>
                    <a:pt x="1078134" y="1284225"/>
                  </a:lnTo>
                  <a:lnTo>
                    <a:pt x="1078117" y="1284215"/>
                  </a:lnTo>
                  <a:lnTo>
                    <a:pt x="1078110" y="1284211"/>
                  </a:lnTo>
                  <a:lnTo>
                    <a:pt x="1078101" y="1284207"/>
                  </a:lnTo>
                  <a:lnTo>
                    <a:pt x="1078084" y="1284203"/>
                  </a:lnTo>
                  <a:lnTo>
                    <a:pt x="1078068" y="1284197"/>
                  </a:lnTo>
                  <a:lnTo>
                    <a:pt x="1078051" y="1284189"/>
                  </a:lnTo>
                  <a:lnTo>
                    <a:pt x="1078035" y="1284179"/>
                  </a:lnTo>
                  <a:lnTo>
                    <a:pt x="1078019" y="1284168"/>
                  </a:lnTo>
                  <a:lnTo>
                    <a:pt x="1078012" y="1284162"/>
                  </a:lnTo>
                  <a:lnTo>
                    <a:pt x="1078002" y="1284158"/>
                  </a:lnTo>
                  <a:lnTo>
                    <a:pt x="1077992" y="1284154"/>
                  </a:lnTo>
                  <a:lnTo>
                    <a:pt x="1077986" y="1284150"/>
                  </a:lnTo>
                  <a:lnTo>
                    <a:pt x="1077969" y="1284142"/>
                  </a:lnTo>
                  <a:lnTo>
                    <a:pt x="1077953" y="1284132"/>
                  </a:lnTo>
                  <a:lnTo>
                    <a:pt x="1077936" y="1284119"/>
                  </a:lnTo>
                  <a:lnTo>
                    <a:pt x="1077921" y="1284110"/>
                  </a:lnTo>
                  <a:lnTo>
                    <a:pt x="1077905" y="1284105"/>
                  </a:lnTo>
                  <a:lnTo>
                    <a:pt x="1077888" y="1284102"/>
                  </a:lnTo>
                  <a:lnTo>
                    <a:pt x="1077879" y="1284102"/>
                  </a:lnTo>
                  <a:lnTo>
                    <a:pt x="1077872" y="1284102"/>
                  </a:lnTo>
                  <a:lnTo>
                    <a:pt x="1077856" y="1284106"/>
                  </a:lnTo>
                  <a:lnTo>
                    <a:pt x="1077839" y="1284109"/>
                  </a:lnTo>
                  <a:lnTo>
                    <a:pt x="1077823" y="1284113"/>
                  </a:lnTo>
                  <a:lnTo>
                    <a:pt x="1077806" y="1284119"/>
                  </a:lnTo>
                  <a:lnTo>
                    <a:pt x="1077790" y="1284126"/>
                  </a:lnTo>
                  <a:lnTo>
                    <a:pt x="1077774" y="1284133"/>
                  </a:lnTo>
                  <a:lnTo>
                    <a:pt x="1077761" y="1284140"/>
                  </a:lnTo>
                  <a:lnTo>
                    <a:pt x="1077741" y="1284150"/>
                  </a:lnTo>
                  <a:lnTo>
                    <a:pt x="1077725" y="1284159"/>
                  </a:lnTo>
                  <a:lnTo>
                    <a:pt x="1077708" y="1284167"/>
                  </a:lnTo>
                  <a:lnTo>
                    <a:pt x="1077692" y="1284177"/>
                  </a:lnTo>
                  <a:lnTo>
                    <a:pt x="1077675" y="1284185"/>
                  </a:lnTo>
                  <a:lnTo>
                    <a:pt x="1077659" y="1284190"/>
                  </a:lnTo>
                  <a:lnTo>
                    <a:pt x="1077642" y="1284196"/>
                  </a:lnTo>
                  <a:lnTo>
                    <a:pt x="1077626" y="1284208"/>
                  </a:lnTo>
                  <a:lnTo>
                    <a:pt x="1077610" y="1284221"/>
                  </a:lnTo>
                  <a:lnTo>
                    <a:pt x="1077593" y="1284232"/>
                  </a:lnTo>
                  <a:lnTo>
                    <a:pt x="1077587" y="1284237"/>
                  </a:lnTo>
                  <a:lnTo>
                    <a:pt x="1077577" y="1284240"/>
                  </a:lnTo>
                  <a:lnTo>
                    <a:pt x="1077573" y="1284243"/>
                  </a:lnTo>
                  <a:lnTo>
                    <a:pt x="1077562" y="1284248"/>
                  </a:lnTo>
                  <a:lnTo>
                    <a:pt x="1077544" y="1284254"/>
                  </a:lnTo>
                  <a:lnTo>
                    <a:pt x="1077528" y="1284264"/>
                  </a:lnTo>
                  <a:lnTo>
                    <a:pt x="1077512" y="1284276"/>
                  </a:lnTo>
                  <a:lnTo>
                    <a:pt x="1077495" y="1284289"/>
                  </a:lnTo>
                  <a:lnTo>
                    <a:pt x="1077479" y="1284298"/>
                  </a:lnTo>
                  <a:lnTo>
                    <a:pt x="1077462" y="1284303"/>
                  </a:lnTo>
                  <a:lnTo>
                    <a:pt x="1077458" y="1284305"/>
                  </a:lnTo>
                  <a:lnTo>
                    <a:pt x="1077446" y="1284303"/>
                  </a:lnTo>
                  <a:lnTo>
                    <a:pt x="1077429" y="1284306"/>
                  </a:lnTo>
                  <a:lnTo>
                    <a:pt x="1077413" y="1284310"/>
                  </a:lnTo>
                  <a:lnTo>
                    <a:pt x="1077397" y="1284314"/>
                  </a:lnTo>
                  <a:lnTo>
                    <a:pt x="1077391" y="1284314"/>
                  </a:lnTo>
                  <a:lnTo>
                    <a:pt x="1077386" y="1284315"/>
                  </a:lnTo>
                  <a:lnTo>
                    <a:pt x="1077380" y="1284316"/>
                  </a:lnTo>
                  <a:lnTo>
                    <a:pt x="1077364" y="1284318"/>
                  </a:lnTo>
                  <a:lnTo>
                    <a:pt x="1077348" y="1284321"/>
                  </a:lnTo>
                  <a:lnTo>
                    <a:pt x="1077331" y="1284327"/>
                  </a:lnTo>
                  <a:lnTo>
                    <a:pt x="1077315" y="1284332"/>
                  </a:lnTo>
                  <a:lnTo>
                    <a:pt x="1077298" y="1284334"/>
                  </a:lnTo>
                  <a:lnTo>
                    <a:pt x="1077281" y="1284332"/>
                  </a:lnTo>
                  <a:lnTo>
                    <a:pt x="1077265" y="1284326"/>
                  </a:lnTo>
                  <a:lnTo>
                    <a:pt x="1077259" y="1284324"/>
                  </a:lnTo>
                  <a:lnTo>
                    <a:pt x="1077249" y="1284317"/>
                  </a:lnTo>
                  <a:lnTo>
                    <a:pt x="1077233" y="1284309"/>
                  </a:lnTo>
                  <a:lnTo>
                    <a:pt x="1077226" y="1284307"/>
                  </a:lnTo>
                  <a:lnTo>
                    <a:pt x="1077218" y="1284304"/>
                  </a:lnTo>
                  <a:lnTo>
                    <a:pt x="1077200" y="1284296"/>
                  </a:lnTo>
                  <a:lnTo>
                    <a:pt x="1077184" y="1284287"/>
                  </a:lnTo>
                  <a:lnTo>
                    <a:pt x="1077167" y="1284279"/>
                  </a:lnTo>
                  <a:lnTo>
                    <a:pt x="1077162" y="1284275"/>
                  </a:lnTo>
                  <a:lnTo>
                    <a:pt x="1077150" y="1284271"/>
                  </a:lnTo>
                  <a:lnTo>
                    <a:pt x="1077142" y="1284268"/>
                  </a:lnTo>
                  <a:lnTo>
                    <a:pt x="1077134" y="1284266"/>
                  </a:lnTo>
                  <a:lnTo>
                    <a:pt x="1077118" y="1284261"/>
                  </a:lnTo>
                  <a:lnTo>
                    <a:pt x="1077101" y="1284254"/>
                  </a:lnTo>
                  <a:lnTo>
                    <a:pt x="1077085" y="1284248"/>
                  </a:lnTo>
                  <a:lnTo>
                    <a:pt x="1077069" y="1284243"/>
                  </a:lnTo>
                  <a:lnTo>
                    <a:pt x="1077052" y="1284238"/>
                  </a:lnTo>
                  <a:lnTo>
                    <a:pt x="1077040" y="1284234"/>
                  </a:lnTo>
                  <a:lnTo>
                    <a:pt x="1077027" y="1284230"/>
                  </a:lnTo>
                  <a:lnTo>
                    <a:pt x="1077019" y="1284226"/>
                  </a:lnTo>
                  <a:lnTo>
                    <a:pt x="1077003" y="1284218"/>
                  </a:lnTo>
                  <a:lnTo>
                    <a:pt x="1076986" y="1284210"/>
                  </a:lnTo>
                  <a:lnTo>
                    <a:pt x="1076970" y="1284200"/>
                  </a:lnTo>
                  <a:lnTo>
                    <a:pt x="1076952" y="1284186"/>
                  </a:lnTo>
                  <a:lnTo>
                    <a:pt x="1076946" y="1284179"/>
                  </a:lnTo>
                  <a:lnTo>
                    <a:pt x="1076943" y="1284171"/>
                  </a:lnTo>
                  <a:lnTo>
                    <a:pt x="1076935" y="1284154"/>
                  </a:lnTo>
                  <a:lnTo>
                    <a:pt x="1076929" y="1284138"/>
                  </a:lnTo>
                  <a:lnTo>
                    <a:pt x="1076925" y="1284121"/>
                  </a:lnTo>
                  <a:lnTo>
                    <a:pt x="1076921" y="1284105"/>
                  </a:lnTo>
                  <a:lnTo>
                    <a:pt x="1076918" y="1284088"/>
                  </a:lnTo>
                  <a:lnTo>
                    <a:pt x="1076918" y="1284079"/>
                  </a:lnTo>
                  <a:lnTo>
                    <a:pt x="1076916" y="1284071"/>
                  </a:lnTo>
                  <a:lnTo>
                    <a:pt x="1076914" y="1284055"/>
                  </a:lnTo>
                  <a:lnTo>
                    <a:pt x="1076910" y="1284038"/>
                  </a:lnTo>
                  <a:lnTo>
                    <a:pt x="1076907" y="1284031"/>
                  </a:lnTo>
                  <a:lnTo>
                    <a:pt x="1076900" y="1284020"/>
                  </a:lnTo>
                  <a:lnTo>
                    <a:pt x="1076895" y="1284018"/>
                  </a:lnTo>
                  <a:lnTo>
                    <a:pt x="1076885" y="1284020"/>
                  </a:lnTo>
                  <a:lnTo>
                    <a:pt x="1076876" y="1284022"/>
                  </a:lnTo>
                  <a:lnTo>
                    <a:pt x="1076864" y="1284024"/>
                  </a:lnTo>
                  <a:lnTo>
                    <a:pt x="1076848" y="1284022"/>
                  </a:lnTo>
                  <a:lnTo>
                    <a:pt x="1076835" y="1284007"/>
                  </a:lnTo>
                  <a:lnTo>
                    <a:pt x="1076821" y="1283986"/>
                  </a:lnTo>
                  <a:lnTo>
                    <a:pt x="1076814" y="1283975"/>
                  </a:lnTo>
                  <a:lnTo>
                    <a:pt x="1076788" y="1283959"/>
                  </a:lnTo>
                  <a:lnTo>
                    <a:pt x="1076740" y="1283895"/>
                  </a:lnTo>
                  <a:lnTo>
                    <a:pt x="1076733" y="1283881"/>
                  </a:lnTo>
                  <a:lnTo>
                    <a:pt x="1076728" y="1283867"/>
                  </a:lnTo>
                  <a:lnTo>
                    <a:pt x="1076724" y="1283860"/>
                  </a:lnTo>
                  <a:lnTo>
                    <a:pt x="1076722" y="1283848"/>
                  </a:lnTo>
                  <a:lnTo>
                    <a:pt x="1076719" y="1283832"/>
                  </a:lnTo>
                  <a:lnTo>
                    <a:pt x="1076715" y="1283815"/>
                  </a:lnTo>
                  <a:lnTo>
                    <a:pt x="1076712" y="1283798"/>
                  </a:lnTo>
                  <a:lnTo>
                    <a:pt x="1076707" y="1283782"/>
                  </a:lnTo>
                  <a:lnTo>
                    <a:pt x="1076702" y="1283765"/>
                  </a:lnTo>
                  <a:lnTo>
                    <a:pt x="1076700" y="1283758"/>
                  </a:lnTo>
                  <a:lnTo>
                    <a:pt x="1076700" y="1283748"/>
                  </a:lnTo>
                  <a:lnTo>
                    <a:pt x="1076698" y="1283731"/>
                  </a:lnTo>
                  <a:lnTo>
                    <a:pt x="1076700" y="1283715"/>
                  </a:lnTo>
                  <a:lnTo>
                    <a:pt x="1076701" y="1283698"/>
                  </a:lnTo>
                  <a:lnTo>
                    <a:pt x="1076704" y="1283681"/>
                  </a:lnTo>
                  <a:lnTo>
                    <a:pt x="1076709" y="1283665"/>
                  </a:lnTo>
                  <a:lnTo>
                    <a:pt x="1076716" y="1283646"/>
                  </a:lnTo>
                  <a:lnTo>
                    <a:pt x="1076724" y="1283611"/>
                  </a:lnTo>
                  <a:lnTo>
                    <a:pt x="1076723" y="1283595"/>
                  </a:lnTo>
                  <a:lnTo>
                    <a:pt x="1076726" y="1283578"/>
                  </a:lnTo>
                  <a:lnTo>
                    <a:pt x="1076731" y="1283562"/>
                  </a:lnTo>
                  <a:lnTo>
                    <a:pt x="1076733" y="1283553"/>
                  </a:lnTo>
                  <a:lnTo>
                    <a:pt x="1076738" y="1283545"/>
                  </a:lnTo>
                  <a:lnTo>
                    <a:pt x="1076743" y="1283528"/>
                  </a:lnTo>
                  <a:lnTo>
                    <a:pt x="1076750" y="1283512"/>
                  </a:lnTo>
                  <a:lnTo>
                    <a:pt x="1076761" y="1283495"/>
                  </a:lnTo>
                  <a:lnTo>
                    <a:pt x="1076767" y="1283478"/>
                  </a:lnTo>
                  <a:lnTo>
                    <a:pt x="1076771" y="1283470"/>
                  </a:lnTo>
                  <a:lnTo>
                    <a:pt x="1076774" y="1283461"/>
                  </a:lnTo>
                  <a:lnTo>
                    <a:pt x="1076783" y="1283445"/>
                  </a:lnTo>
                  <a:lnTo>
                    <a:pt x="1076791" y="1283428"/>
                  </a:lnTo>
                  <a:lnTo>
                    <a:pt x="1076798" y="1283411"/>
                  </a:lnTo>
                  <a:lnTo>
                    <a:pt x="1076801" y="1283395"/>
                  </a:lnTo>
                  <a:lnTo>
                    <a:pt x="1076801" y="1283388"/>
                  </a:lnTo>
                  <a:lnTo>
                    <a:pt x="1076797" y="1283378"/>
                  </a:lnTo>
                  <a:lnTo>
                    <a:pt x="1076794" y="1283361"/>
                  </a:lnTo>
                  <a:lnTo>
                    <a:pt x="1076791" y="1283345"/>
                  </a:lnTo>
                  <a:lnTo>
                    <a:pt x="1076790" y="1283328"/>
                  </a:lnTo>
                  <a:lnTo>
                    <a:pt x="1076790" y="1283319"/>
                  </a:lnTo>
                  <a:lnTo>
                    <a:pt x="1076792" y="1283311"/>
                  </a:lnTo>
                  <a:lnTo>
                    <a:pt x="1076795" y="1283294"/>
                  </a:lnTo>
                  <a:lnTo>
                    <a:pt x="1076793" y="1283275"/>
                  </a:lnTo>
                  <a:lnTo>
                    <a:pt x="1076796" y="1283258"/>
                  </a:lnTo>
                  <a:lnTo>
                    <a:pt x="1076799" y="1283245"/>
                  </a:lnTo>
                  <a:lnTo>
                    <a:pt x="1076803" y="1283239"/>
                  </a:lnTo>
                  <a:lnTo>
                    <a:pt x="1076814" y="1283227"/>
                  </a:lnTo>
                  <a:lnTo>
                    <a:pt x="1076828" y="1283213"/>
                  </a:lnTo>
                  <a:lnTo>
                    <a:pt x="1076836" y="1283197"/>
                  </a:lnTo>
                  <a:lnTo>
                    <a:pt x="1076840" y="1283191"/>
                  </a:lnTo>
                  <a:lnTo>
                    <a:pt x="1076842" y="1283180"/>
                  </a:lnTo>
                  <a:lnTo>
                    <a:pt x="1076843" y="1283164"/>
                  </a:lnTo>
                  <a:lnTo>
                    <a:pt x="1076843" y="1283157"/>
                  </a:lnTo>
                  <a:lnTo>
                    <a:pt x="1076841" y="1283151"/>
                  </a:lnTo>
                  <a:lnTo>
                    <a:pt x="1076836" y="1283147"/>
                  </a:lnTo>
                  <a:lnTo>
                    <a:pt x="1076822" y="1283132"/>
                  </a:lnTo>
                  <a:lnTo>
                    <a:pt x="1076818" y="1283128"/>
                  </a:lnTo>
                  <a:lnTo>
                    <a:pt x="1076812" y="1283120"/>
                  </a:lnTo>
                  <a:lnTo>
                    <a:pt x="1076811" y="1283116"/>
                  </a:lnTo>
                  <a:lnTo>
                    <a:pt x="1076808" y="1283111"/>
                  </a:lnTo>
                  <a:lnTo>
                    <a:pt x="1076805" y="1283099"/>
                  </a:lnTo>
                  <a:lnTo>
                    <a:pt x="1076800" y="1283082"/>
                  </a:lnTo>
                  <a:lnTo>
                    <a:pt x="1076799" y="1283077"/>
                  </a:lnTo>
                  <a:lnTo>
                    <a:pt x="1076792" y="1283066"/>
                  </a:lnTo>
                  <a:lnTo>
                    <a:pt x="1076780" y="1283050"/>
                  </a:lnTo>
                  <a:lnTo>
                    <a:pt x="1076778" y="1283043"/>
                  </a:lnTo>
                  <a:lnTo>
                    <a:pt x="1076780" y="1283033"/>
                  </a:lnTo>
                  <a:lnTo>
                    <a:pt x="1076780" y="1283017"/>
                  </a:lnTo>
                  <a:lnTo>
                    <a:pt x="1076780" y="1283000"/>
                  </a:lnTo>
                  <a:lnTo>
                    <a:pt x="1076783" y="1282991"/>
                  </a:lnTo>
                  <a:lnTo>
                    <a:pt x="1076783" y="1282981"/>
                  </a:lnTo>
                  <a:lnTo>
                    <a:pt x="1076778" y="1282967"/>
                  </a:lnTo>
                  <a:lnTo>
                    <a:pt x="1076772" y="1282957"/>
                  </a:lnTo>
                  <a:lnTo>
                    <a:pt x="1076769" y="1282950"/>
                  </a:lnTo>
                  <a:lnTo>
                    <a:pt x="1076766" y="1282934"/>
                  </a:lnTo>
                  <a:lnTo>
                    <a:pt x="1076762" y="1282917"/>
                  </a:lnTo>
                  <a:lnTo>
                    <a:pt x="1076758" y="1282900"/>
                  </a:lnTo>
                  <a:lnTo>
                    <a:pt x="1076758" y="1282893"/>
                  </a:lnTo>
                  <a:lnTo>
                    <a:pt x="1076755" y="1282883"/>
                  </a:lnTo>
                  <a:lnTo>
                    <a:pt x="1076752" y="1282867"/>
                  </a:lnTo>
                  <a:lnTo>
                    <a:pt x="1076752" y="1282861"/>
                  </a:lnTo>
                  <a:lnTo>
                    <a:pt x="1076753" y="1282838"/>
                  </a:lnTo>
                  <a:lnTo>
                    <a:pt x="1076751" y="1282830"/>
                  </a:lnTo>
                  <a:lnTo>
                    <a:pt x="1076744" y="1282824"/>
                  </a:lnTo>
                  <a:lnTo>
                    <a:pt x="1076733" y="1282819"/>
                  </a:lnTo>
                  <a:lnTo>
                    <a:pt x="1076717" y="1282809"/>
                  </a:lnTo>
                  <a:lnTo>
                    <a:pt x="1076700" y="1282800"/>
                  </a:lnTo>
                  <a:lnTo>
                    <a:pt x="1076683" y="1282792"/>
                  </a:lnTo>
                  <a:lnTo>
                    <a:pt x="1076667" y="1282782"/>
                  </a:lnTo>
                  <a:lnTo>
                    <a:pt x="1076653" y="1282767"/>
                  </a:lnTo>
                  <a:lnTo>
                    <a:pt x="1076641" y="1282751"/>
                  </a:lnTo>
                  <a:lnTo>
                    <a:pt x="1076629" y="1282734"/>
                  </a:lnTo>
                  <a:lnTo>
                    <a:pt x="1076622" y="1282722"/>
                  </a:lnTo>
                  <a:lnTo>
                    <a:pt x="1076622" y="1282715"/>
                  </a:lnTo>
                  <a:lnTo>
                    <a:pt x="1076623" y="1282700"/>
                  </a:lnTo>
                  <a:lnTo>
                    <a:pt x="1076628" y="1282684"/>
                  </a:lnTo>
                  <a:lnTo>
                    <a:pt x="1076628" y="1282668"/>
                  </a:lnTo>
                  <a:lnTo>
                    <a:pt x="1076627" y="1282650"/>
                  </a:lnTo>
                  <a:lnTo>
                    <a:pt x="1076624" y="1282634"/>
                  </a:lnTo>
                  <a:lnTo>
                    <a:pt x="1076625" y="1282623"/>
                  </a:lnTo>
                  <a:lnTo>
                    <a:pt x="1076626" y="1282617"/>
                  </a:lnTo>
                  <a:lnTo>
                    <a:pt x="1076628" y="1282600"/>
                  </a:lnTo>
                  <a:lnTo>
                    <a:pt x="1076628" y="1282584"/>
                  </a:lnTo>
                  <a:lnTo>
                    <a:pt x="1076628" y="1282575"/>
                  </a:lnTo>
                  <a:lnTo>
                    <a:pt x="1076626" y="1282567"/>
                  </a:lnTo>
                  <a:lnTo>
                    <a:pt x="1076623" y="1282559"/>
                  </a:lnTo>
                  <a:lnTo>
                    <a:pt x="1076622" y="1282550"/>
                  </a:lnTo>
                  <a:lnTo>
                    <a:pt x="1076618" y="1282534"/>
                  </a:lnTo>
                  <a:lnTo>
                    <a:pt x="1076616" y="1282517"/>
                  </a:lnTo>
                  <a:lnTo>
                    <a:pt x="1076617" y="1282500"/>
                  </a:lnTo>
                  <a:lnTo>
                    <a:pt x="1076617" y="1282484"/>
                  </a:lnTo>
                  <a:lnTo>
                    <a:pt x="1076616" y="1282467"/>
                  </a:lnTo>
                  <a:lnTo>
                    <a:pt x="1076616" y="1282459"/>
                  </a:lnTo>
                  <a:lnTo>
                    <a:pt x="1076611" y="1282450"/>
                  </a:lnTo>
                  <a:lnTo>
                    <a:pt x="1076606" y="1282442"/>
                  </a:lnTo>
                  <a:lnTo>
                    <a:pt x="1076605" y="1282434"/>
                  </a:lnTo>
                  <a:lnTo>
                    <a:pt x="1076602" y="1282424"/>
                  </a:lnTo>
                  <a:lnTo>
                    <a:pt x="1076602" y="1282417"/>
                  </a:lnTo>
                  <a:lnTo>
                    <a:pt x="1076597" y="1282401"/>
                  </a:lnTo>
                  <a:lnTo>
                    <a:pt x="1076595" y="1282384"/>
                  </a:lnTo>
                  <a:lnTo>
                    <a:pt x="1076593" y="1282367"/>
                  </a:lnTo>
                  <a:lnTo>
                    <a:pt x="1076593" y="1282360"/>
                  </a:lnTo>
                  <a:lnTo>
                    <a:pt x="1076596" y="1282350"/>
                  </a:lnTo>
                  <a:lnTo>
                    <a:pt x="1076601" y="1282333"/>
                  </a:lnTo>
                  <a:lnTo>
                    <a:pt x="1076605" y="1282313"/>
                  </a:lnTo>
                  <a:lnTo>
                    <a:pt x="1076607" y="1282300"/>
                  </a:lnTo>
                  <a:lnTo>
                    <a:pt x="1076607" y="1282289"/>
                  </a:lnTo>
                  <a:lnTo>
                    <a:pt x="1076607" y="1282280"/>
                  </a:lnTo>
                  <a:lnTo>
                    <a:pt x="1076613" y="1282273"/>
                  </a:lnTo>
                  <a:lnTo>
                    <a:pt x="1076618" y="1282267"/>
                  </a:lnTo>
                  <a:lnTo>
                    <a:pt x="1076632" y="1282250"/>
                  </a:lnTo>
                  <a:lnTo>
                    <a:pt x="1076639" y="1282235"/>
                  </a:lnTo>
                  <a:lnTo>
                    <a:pt x="1076651" y="1282218"/>
                  </a:lnTo>
                  <a:lnTo>
                    <a:pt x="1076660" y="1282201"/>
                  </a:lnTo>
                  <a:lnTo>
                    <a:pt x="1076670" y="1282185"/>
                  </a:lnTo>
                  <a:lnTo>
                    <a:pt x="1076687" y="1282152"/>
                  </a:lnTo>
                  <a:lnTo>
                    <a:pt x="1076698" y="1282136"/>
                  </a:lnTo>
                  <a:lnTo>
                    <a:pt x="1076712" y="1282120"/>
                  </a:lnTo>
                  <a:lnTo>
                    <a:pt x="1076726" y="1282105"/>
                  </a:lnTo>
                  <a:lnTo>
                    <a:pt x="1076740" y="1282089"/>
                  </a:lnTo>
                  <a:lnTo>
                    <a:pt x="1076752" y="1282072"/>
                  </a:lnTo>
                  <a:lnTo>
                    <a:pt x="1076764" y="1282055"/>
                  </a:lnTo>
                  <a:lnTo>
                    <a:pt x="1076767" y="1282050"/>
                  </a:lnTo>
                  <a:lnTo>
                    <a:pt x="1076769" y="1282024"/>
                  </a:lnTo>
                  <a:lnTo>
                    <a:pt x="1076768" y="1282019"/>
                  </a:lnTo>
                  <a:lnTo>
                    <a:pt x="1076767" y="1282002"/>
                  </a:lnTo>
                  <a:lnTo>
                    <a:pt x="1076765" y="1281985"/>
                  </a:lnTo>
                  <a:lnTo>
                    <a:pt x="1076762" y="1281969"/>
                  </a:lnTo>
                  <a:lnTo>
                    <a:pt x="1076762" y="1281963"/>
                  </a:lnTo>
                  <a:lnTo>
                    <a:pt x="1076762" y="1281952"/>
                  </a:lnTo>
                  <a:lnTo>
                    <a:pt x="1076758" y="1281936"/>
                  </a:lnTo>
                  <a:lnTo>
                    <a:pt x="1076752" y="1281919"/>
                  </a:lnTo>
                  <a:lnTo>
                    <a:pt x="1076747" y="1281902"/>
                  </a:lnTo>
                  <a:lnTo>
                    <a:pt x="1076746" y="1281895"/>
                  </a:lnTo>
                  <a:lnTo>
                    <a:pt x="1076742" y="1281887"/>
                  </a:lnTo>
                  <a:lnTo>
                    <a:pt x="1076742" y="1281877"/>
                  </a:lnTo>
                  <a:lnTo>
                    <a:pt x="1076750" y="1281852"/>
                  </a:lnTo>
                  <a:lnTo>
                    <a:pt x="1076750" y="1281842"/>
                  </a:lnTo>
                  <a:lnTo>
                    <a:pt x="1076750" y="1281833"/>
                  </a:lnTo>
                  <a:lnTo>
                    <a:pt x="1076748" y="1281825"/>
                  </a:lnTo>
                  <a:lnTo>
                    <a:pt x="1076744" y="1281809"/>
                  </a:lnTo>
                  <a:lnTo>
                    <a:pt x="1076738" y="1281792"/>
                  </a:lnTo>
                  <a:lnTo>
                    <a:pt x="1076731" y="1281775"/>
                  </a:lnTo>
                  <a:lnTo>
                    <a:pt x="1076728" y="1281759"/>
                  </a:lnTo>
                  <a:lnTo>
                    <a:pt x="1076725" y="1281742"/>
                  </a:lnTo>
                  <a:lnTo>
                    <a:pt x="1076725" y="1281737"/>
                  </a:lnTo>
                  <a:lnTo>
                    <a:pt x="1076721" y="1281726"/>
                  </a:lnTo>
                  <a:lnTo>
                    <a:pt x="1076716" y="1281709"/>
                  </a:lnTo>
                  <a:lnTo>
                    <a:pt x="1076714" y="1281701"/>
                  </a:lnTo>
                  <a:lnTo>
                    <a:pt x="1076714" y="1281692"/>
                  </a:lnTo>
                  <a:lnTo>
                    <a:pt x="1076714" y="1281684"/>
                  </a:lnTo>
                  <a:lnTo>
                    <a:pt x="1076714" y="1281676"/>
                  </a:lnTo>
                  <a:lnTo>
                    <a:pt x="1076713" y="1281659"/>
                  </a:lnTo>
                  <a:lnTo>
                    <a:pt x="1076707" y="1281642"/>
                  </a:lnTo>
                  <a:lnTo>
                    <a:pt x="1076701" y="1281625"/>
                  </a:lnTo>
                  <a:lnTo>
                    <a:pt x="1076697" y="1281617"/>
                  </a:lnTo>
                  <a:lnTo>
                    <a:pt x="1076697" y="1281609"/>
                  </a:lnTo>
                  <a:lnTo>
                    <a:pt x="1076693" y="1281592"/>
                  </a:lnTo>
                  <a:lnTo>
                    <a:pt x="1076692" y="1281586"/>
                  </a:lnTo>
                  <a:lnTo>
                    <a:pt x="1076686" y="1281576"/>
                  </a:lnTo>
                  <a:lnTo>
                    <a:pt x="1076683" y="1281571"/>
                  </a:lnTo>
                  <a:lnTo>
                    <a:pt x="1076671" y="1281563"/>
                  </a:lnTo>
                  <a:lnTo>
                    <a:pt x="1076656" y="1281554"/>
                  </a:lnTo>
                  <a:lnTo>
                    <a:pt x="1076640" y="1281533"/>
                  </a:lnTo>
                  <a:lnTo>
                    <a:pt x="1076635" y="1281526"/>
                  </a:lnTo>
                  <a:lnTo>
                    <a:pt x="1076631" y="1281517"/>
                  </a:lnTo>
                  <a:lnTo>
                    <a:pt x="1076627" y="1281500"/>
                  </a:lnTo>
                  <a:lnTo>
                    <a:pt x="1076627" y="1281494"/>
                  </a:lnTo>
                  <a:lnTo>
                    <a:pt x="1076624" y="1281483"/>
                  </a:lnTo>
                  <a:lnTo>
                    <a:pt x="1076618" y="1281467"/>
                  </a:lnTo>
                  <a:lnTo>
                    <a:pt x="1076613" y="1281450"/>
                  </a:lnTo>
                  <a:lnTo>
                    <a:pt x="1076609" y="1281426"/>
                  </a:lnTo>
                  <a:lnTo>
                    <a:pt x="1076604" y="1281416"/>
                  </a:lnTo>
                  <a:lnTo>
                    <a:pt x="1076593" y="1281390"/>
                  </a:lnTo>
                  <a:lnTo>
                    <a:pt x="1076588" y="1281386"/>
                  </a:lnTo>
                  <a:lnTo>
                    <a:pt x="1076582" y="1281374"/>
                  </a:lnTo>
                  <a:lnTo>
                    <a:pt x="1076572" y="1281357"/>
                  </a:lnTo>
                  <a:lnTo>
                    <a:pt x="1076568" y="1281340"/>
                  </a:lnTo>
                  <a:lnTo>
                    <a:pt x="1076561" y="1281323"/>
                  </a:lnTo>
                  <a:lnTo>
                    <a:pt x="1076558" y="1281317"/>
                  </a:lnTo>
                  <a:lnTo>
                    <a:pt x="1076555" y="1281307"/>
                  </a:lnTo>
                  <a:lnTo>
                    <a:pt x="1076553" y="1281290"/>
                  </a:lnTo>
                  <a:lnTo>
                    <a:pt x="1076553" y="1281274"/>
                  </a:lnTo>
                  <a:lnTo>
                    <a:pt x="1076555" y="1281257"/>
                  </a:lnTo>
                  <a:lnTo>
                    <a:pt x="1076558" y="1281240"/>
                  </a:lnTo>
                  <a:lnTo>
                    <a:pt x="1076562" y="1281224"/>
                  </a:lnTo>
                  <a:lnTo>
                    <a:pt x="1076564" y="1281207"/>
                  </a:lnTo>
                  <a:lnTo>
                    <a:pt x="1076564" y="1281190"/>
                  </a:lnTo>
                  <a:lnTo>
                    <a:pt x="1076567" y="1281173"/>
                  </a:lnTo>
                  <a:lnTo>
                    <a:pt x="1076572" y="1281157"/>
                  </a:lnTo>
                  <a:lnTo>
                    <a:pt x="1076575" y="1281140"/>
                  </a:lnTo>
                  <a:lnTo>
                    <a:pt x="1076574" y="1281123"/>
                  </a:lnTo>
                  <a:lnTo>
                    <a:pt x="1076571" y="1281107"/>
                  </a:lnTo>
                  <a:lnTo>
                    <a:pt x="1076570" y="1281095"/>
                  </a:lnTo>
                  <a:lnTo>
                    <a:pt x="1076568" y="1281090"/>
                  </a:lnTo>
                  <a:lnTo>
                    <a:pt x="1076563" y="1281074"/>
                  </a:lnTo>
                  <a:lnTo>
                    <a:pt x="1076558" y="1281058"/>
                  </a:lnTo>
                  <a:lnTo>
                    <a:pt x="1076558" y="1281051"/>
                  </a:lnTo>
                  <a:lnTo>
                    <a:pt x="1076564" y="1281039"/>
                  </a:lnTo>
                  <a:lnTo>
                    <a:pt x="1076572" y="1281024"/>
                  </a:lnTo>
                  <a:lnTo>
                    <a:pt x="1076579" y="1281007"/>
                  </a:lnTo>
                  <a:lnTo>
                    <a:pt x="1076585" y="1280992"/>
                  </a:lnTo>
                  <a:lnTo>
                    <a:pt x="1076586" y="1280986"/>
                  </a:lnTo>
                  <a:lnTo>
                    <a:pt x="1076592" y="1280973"/>
                  </a:lnTo>
                  <a:lnTo>
                    <a:pt x="1076597" y="1280965"/>
                  </a:lnTo>
                  <a:lnTo>
                    <a:pt x="1076604" y="1280958"/>
                  </a:lnTo>
                  <a:lnTo>
                    <a:pt x="1076620" y="1280941"/>
                  </a:lnTo>
                  <a:lnTo>
                    <a:pt x="1076636" y="1280930"/>
                  </a:lnTo>
                  <a:lnTo>
                    <a:pt x="1076653" y="1280920"/>
                  </a:lnTo>
                  <a:lnTo>
                    <a:pt x="1076669" y="1280911"/>
                  </a:lnTo>
                  <a:lnTo>
                    <a:pt x="1076686" y="1280902"/>
                  </a:lnTo>
                  <a:lnTo>
                    <a:pt x="1076702" y="1280894"/>
                  </a:lnTo>
                  <a:lnTo>
                    <a:pt x="1076719" y="1280883"/>
                  </a:lnTo>
                  <a:lnTo>
                    <a:pt x="1076735" y="1280873"/>
                  </a:lnTo>
                  <a:lnTo>
                    <a:pt x="1076751" y="1280865"/>
                  </a:lnTo>
                  <a:lnTo>
                    <a:pt x="1076758" y="1280859"/>
                  </a:lnTo>
                  <a:lnTo>
                    <a:pt x="1076758" y="1280843"/>
                  </a:lnTo>
                  <a:lnTo>
                    <a:pt x="1076753" y="1280805"/>
                  </a:lnTo>
                  <a:lnTo>
                    <a:pt x="1076748" y="1280789"/>
                  </a:lnTo>
                  <a:lnTo>
                    <a:pt x="1076739" y="1280772"/>
                  </a:lnTo>
                  <a:lnTo>
                    <a:pt x="1076730" y="1280743"/>
                  </a:lnTo>
                  <a:lnTo>
                    <a:pt x="1076728" y="1280738"/>
                  </a:lnTo>
                  <a:lnTo>
                    <a:pt x="1076728" y="1280730"/>
                  </a:lnTo>
                  <a:lnTo>
                    <a:pt x="1076726" y="1280713"/>
                  </a:lnTo>
                  <a:lnTo>
                    <a:pt x="1076723" y="1280697"/>
                  </a:lnTo>
                  <a:lnTo>
                    <a:pt x="1076717" y="1280680"/>
                  </a:lnTo>
                  <a:lnTo>
                    <a:pt x="1076704" y="1280663"/>
                  </a:lnTo>
                  <a:lnTo>
                    <a:pt x="1076691" y="1280646"/>
                  </a:lnTo>
                  <a:lnTo>
                    <a:pt x="1076688" y="1280642"/>
                  </a:lnTo>
                  <a:lnTo>
                    <a:pt x="1076683" y="1280630"/>
                  </a:lnTo>
                  <a:lnTo>
                    <a:pt x="1076676" y="1280613"/>
                  </a:lnTo>
                  <a:lnTo>
                    <a:pt x="1076668" y="1280596"/>
                  </a:lnTo>
                  <a:lnTo>
                    <a:pt x="1076658" y="1280580"/>
                  </a:lnTo>
                  <a:lnTo>
                    <a:pt x="1076648" y="1280563"/>
                  </a:lnTo>
                  <a:lnTo>
                    <a:pt x="1076641" y="1280547"/>
                  </a:lnTo>
                  <a:lnTo>
                    <a:pt x="1076633" y="1280530"/>
                  </a:lnTo>
                  <a:lnTo>
                    <a:pt x="1076621" y="1280513"/>
                  </a:lnTo>
                  <a:lnTo>
                    <a:pt x="1076606" y="1280499"/>
                  </a:lnTo>
                  <a:lnTo>
                    <a:pt x="1076591" y="1280485"/>
                  </a:lnTo>
                  <a:lnTo>
                    <a:pt x="1076583" y="1280479"/>
                  </a:lnTo>
                  <a:lnTo>
                    <a:pt x="1076576" y="1280469"/>
                  </a:lnTo>
                  <a:lnTo>
                    <a:pt x="1076582" y="1280454"/>
                  </a:lnTo>
                  <a:lnTo>
                    <a:pt x="1076588" y="1280436"/>
                  </a:lnTo>
                  <a:lnTo>
                    <a:pt x="1076593" y="1280420"/>
                  </a:lnTo>
                  <a:lnTo>
                    <a:pt x="1076596" y="1280410"/>
                  </a:lnTo>
                  <a:lnTo>
                    <a:pt x="1076596" y="1280403"/>
                  </a:lnTo>
                  <a:lnTo>
                    <a:pt x="1076596" y="1280387"/>
                  </a:lnTo>
                  <a:lnTo>
                    <a:pt x="1076595" y="1280370"/>
                  </a:lnTo>
                  <a:lnTo>
                    <a:pt x="1076598" y="1280353"/>
                  </a:lnTo>
                  <a:lnTo>
                    <a:pt x="1076605" y="1280337"/>
                  </a:lnTo>
                  <a:lnTo>
                    <a:pt x="1076609" y="1280327"/>
                  </a:lnTo>
                  <a:lnTo>
                    <a:pt x="1076613" y="1280320"/>
                  </a:lnTo>
                  <a:lnTo>
                    <a:pt x="1076621" y="1280303"/>
                  </a:lnTo>
                  <a:lnTo>
                    <a:pt x="1076631" y="1280287"/>
                  </a:lnTo>
                  <a:lnTo>
                    <a:pt x="1076634" y="1280270"/>
                  </a:lnTo>
                  <a:lnTo>
                    <a:pt x="1076637" y="1280262"/>
                  </a:lnTo>
                  <a:lnTo>
                    <a:pt x="1076638" y="1280253"/>
                  </a:lnTo>
                  <a:lnTo>
                    <a:pt x="1076647" y="1280236"/>
                  </a:lnTo>
                  <a:lnTo>
                    <a:pt x="1076650" y="1280230"/>
                  </a:lnTo>
                  <a:lnTo>
                    <a:pt x="1076658" y="1280218"/>
                  </a:lnTo>
                  <a:lnTo>
                    <a:pt x="1076667" y="1280203"/>
                  </a:lnTo>
                  <a:lnTo>
                    <a:pt x="1076673" y="1280192"/>
                  </a:lnTo>
                  <a:lnTo>
                    <a:pt x="1076675" y="1280186"/>
                  </a:lnTo>
                  <a:lnTo>
                    <a:pt x="1076672" y="1280177"/>
                  </a:lnTo>
                  <a:lnTo>
                    <a:pt x="1076670" y="1280170"/>
                  </a:lnTo>
                  <a:lnTo>
                    <a:pt x="1076665" y="1280153"/>
                  </a:lnTo>
                  <a:lnTo>
                    <a:pt x="1076660" y="1280137"/>
                  </a:lnTo>
                  <a:lnTo>
                    <a:pt x="1076657" y="1280128"/>
                  </a:lnTo>
                  <a:lnTo>
                    <a:pt x="1076654" y="1280120"/>
                  </a:lnTo>
                  <a:lnTo>
                    <a:pt x="1076648" y="1280103"/>
                  </a:lnTo>
                  <a:lnTo>
                    <a:pt x="1076641" y="1280086"/>
                  </a:lnTo>
                  <a:lnTo>
                    <a:pt x="1076635" y="1280070"/>
                  </a:lnTo>
                  <a:lnTo>
                    <a:pt x="1076627" y="1280053"/>
                  </a:lnTo>
                  <a:lnTo>
                    <a:pt x="1076622" y="1280036"/>
                  </a:lnTo>
                  <a:lnTo>
                    <a:pt x="1076621" y="1280020"/>
                  </a:lnTo>
                  <a:lnTo>
                    <a:pt x="1076620" y="1280003"/>
                  </a:lnTo>
                  <a:lnTo>
                    <a:pt x="1076620" y="1279987"/>
                  </a:lnTo>
                  <a:lnTo>
                    <a:pt x="1076616" y="1279970"/>
                  </a:lnTo>
                  <a:lnTo>
                    <a:pt x="1076610" y="1279953"/>
                  </a:lnTo>
                  <a:lnTo>
                    <a:pt x="1076606" y="1279936"/>
                  </a:lnTo>
                  <a:lnTo>
                    <a:pt x="1076601" y="1279920"/>
                  </a:lnTo>
                  <a:lnTo>
                    <a:pt x="1076593" y="1279903"/>
                  </a:lnTo>
                  <a:lnTo>
                    <a:pt x="1076584" y="1279887"/>
                  </a:lnTo>
                  <a:lnTo>
                    <a:pt x="1076574" y="1279870"/>
                  </a:lnTo>
                  <a:lnTo>
                    <a:pt x="1076566" y="1279853"/>
                  </a:lnTo>
                  <a:lnTo>
                    <a:pt x="1076562" y="1279847"/>
                  </a:lnTo>
                  <a:lnTo>
                    <a:pt x="1076559" y="1279837"/>
                  </a:lnTo>
                  <a:lnTo>
                    <a:pt x="1076552" y="1279823"/>
                  </a:lnTo>
                  <a:lnTo>
                    <a:pt x="1076551" y="1279818"/>
                  </a:lnTo>
                  <a:lnTo>
                    <a:pt x="1076533" y="1279790"/>
                  </a:lnTo>
                  <a:lnTo>
                    <a:pt x="1076517" y="1279775"/>
                  </a:lnTo>
                  <a:lnTo>
                    <a:pt x="1076500" y="1279761"/>
                  </a:lnTo>
                  <a:lnTo>
                    <a:pt x="1076484" y="1279751"/>
                  </a:lnTo>
                  <a:lnTo>
                    <a:pt x="1076471" y="1279745"/>
                  </a:lnTo>
                  <a:lnTo>
                    <a:pt x="1076465" y="1279741"/>
                  </a:lnTo>
                  <a:lnTo>
                    <a:pt x="1076460" y="1279737"/>
                  </a:lnTo>
                  <a:lnTo>
                    <a:pt x="1076456" y="1279732"/>
                  </a:lnTo>
                  <a:lnTo>
                    <a:pt x="1076455" y="1279719"/>
                  </a:lnTo>
                  <a:lnTo>
                    <a:pt x="1076453" y="1279701"/>
                  </a:lnTo>
                  <a:lnTo>
                    <a:pt x="1076453" y="1279695"/>
                  </a:lnTo>
                  <a:lnTo>
                    <a:pt x="1076450" y="1279685"/>
                  </a:lnTo>
                  <a:lnTo>
                    <a:pt x="1076443" y="1279667"/>
                  </a:lnTo>
                  <a:lnTo>
                    <a:pt x="1076443" y="1279619"/>
                  </a:lnTo>
                  <a:lnTo>
                    <a:pt x="1076445" y="1279602"/>
                  </a:lnTo>
                  <a:lnTo>
                    <a:pt x="1076448" y="1279583"/>
                  </a:lnTo>
                  <a:lnTo>
                    <a:pt x="1076452" y="1279569"/>
                  </a:lnTo>
                  <a:lnTo>
                    <a:pt x="1076457" y="1279552"/>
                  </a:lnTo>
                  <a:lnTo>
                    <a:pt x="1076461" y="1279535"/>
                  </a:lnTo>
                  <a:lnTo>
                    <a:pt x="1076461" y="1279519"/>
                  </a:lnTo>
                  <a:lnTo>
                    <a:pt x="1076458" y="1279502"/>
                  </a:lnTo>
                  <a:lnTo>
                    <a:pt x="1076453" y="1279485"/>
                  </a:lnTo>
                  <a:lnTo>
                    <a:pt x="1076451" y="1279479"/>
                  </a:lnTo>
                  <a:lnTo>
                    <a:pt x="1076450" y="1279469"/>
                  </a:lnTo>
                  <a:lnTo>
                    <a:pt x="1076452" y="1279463"/>
                  </a:lnTo>
                  <a:lnTo>
                    <a:pt x="1076450" y="1279452"/>
                  </a:lnTo>
                  <a:lnTo>
                    <a:pt x="1076450" y="1279436"/>
                  </a:lnTo>
                  <a:lnTo>
                    <a:pt x="1076450" y="1279419"/>
                  </a:lnTo>
                  <a:lnTo>
                    <a:pt x="1076454" y="1279402"/>
                  </a:lnTo>
                  <a:lnTo>
                    <a:pt x="1076458" y="1279385"/>
                  </a:lnTo>
                  <a:lnTo>
                    <a:pt x="1076459" y="1279369"/>
                  </a:lnTo>
                  <a:lnTo>
                    <a:pt x="1076462" y="1279352"/>
                  </a:lnTo>
                  <a:lnTo>
                    <a:pt x="1076470" y="1279335"/>
                  </a:lnTo>
                  <a:lnTo>
                    <a:pt x="1076472" y="1279327"/>
                  </a:lnTo>
                  <a:lnTo>
                    <a:pt x="1076478" y="1279317"/>
                  </a:lnTo>
                  <a:lnTo>
                    <a:pt x="1076484" y="1279302"/>
                  </a:lnTo>
                  <a:lnTo>
                    <a:pt x="1076492" y="1279285"/>
                  </a:lnTo>
                  <a:lnTo>
                    <a:pt x="1076498" y="1279269"/>
                  </a:lnTo>
                  <a:lnTo>
                    <a:pt x="1076503" y="1279252"/>
                  </a:lnTo>
                  <a:lnTo>
                    <a:pt x="1076502" y="1279236"/>
                  </a:lnTo>
                  <a:lnTo>
                    <a:pt x="1076496" y="1279218"/>
                  </a:lnTo>
                  <a:lnTo>
                    <a:pt x="1076495" y="1279212"/>
                  </a:lnTo>
                  <a:lnTo>
                    <a:pt x="1076490" y="1279202"/>
                  </a:lnTo>
                  <a:lnTo>
                    <a:pt x="1076488" y="1279197"/>
                  </a:lnTo>
                  <a:lnTo>
                    <a:pt x="1076467" y="1279156"/>
                  </a:lnTo>
                  <a:lnTo>
                    <a:pt x="1076462" y="1279139"/>
                  </a:lnTo>
                  <a:lnTo>
                    <a:pt x="1076458" y="1279133"/>
                  </a:lnTo>
                  <a:lnTo>
                    <a:pt x="1076456" y="1279122"/>
                  </a:lnTo>
                  <a:lnTo>
                    <a:pt x="1076454" y="1279107"/>
                  </a:lnTo>
                  <a:lnTo>
                    <a:pt x="1076452" y="1279093"/>
                  </a:lnTo>
                  <a:lnTo>
                    <a:pt x="1076450" y="1279089"/>
                  </a:lnTo>
                  <a:lnTo>
                    <a:pt x="1076443" y="1279072"/>
                  </a:lnTo>
                  <a:lnTo>
                    <a:pt x="1076440" y="1279062"/>
                  </a:lnTo>
                  <a:lnTo>
                    <a:pt x="1076435" y="1279055"/>
                  </a:lnTo>
                  <a:lnTo>
                    <a:pt x="1076429" y="1279039"/>
                  </a:lnTo>
                  <a:lnTo>
                    <a:pt x="1076425" y="1279032"/>
                  </a:lnTo>
                  <a:lnTo>
                    <a:pt x="1076421" y="1279022"/>
                  </a:lnTo>
                  <a:lnTo>
                    <a:pt x="1076413" y="1279006"/>
                  </a:lnTo>
                  <a:lnTo>
                    <a:pt x="1076406" y="1278989"/>
                  </a:lnTo>
                  <a:lnTo>
                    <a:pt x="1076398" y="1278972"/>
                  </a:lnTo>
                  <a:lnTo>
                    <a:pt x="1076389" y="1278955"/>
                  </a:lnTo>
                  <a:lnTo>
                    <a:pt x="1076384" y="1278939"/>
                  </a:lnTo>
                  <a:lnTo>
                    <a:pt x="1076378" y="1278922"/>
                  </a:lnTo>
                  <a:lnTo>
                    <a:pt x="1076376" y="1278916"/>
                  </a:lnTo>
                  <a:lnTo>
                    <a:pt x="1076376" y="1278905"/>
                  </a:lnTo>
                  <a:lnTo>
                    <a:pt x="1076374" y="1278889"/>
                  </a:lnTo>
                  <a:lnTo>
                    <a:pt x="1076372" y="1278872"/>
                  </a:lnTo>
                  <a:lnTo>
                    <a:pt x="1076372" y="1278856"/>
                  </a:lnTo>
                  <a:lnTo>
                    <a:pt x="1076374" y="1278839"/>
                  </a:lnTo>
                  <a:lnTo>
                    <a:pt x="1076374" y="1278822"/>
                  </a:lnTo>
                  <a:lnTo>
                    <a:pt x="1076372" y="1278806"/>
                  </a:lnTo>
                  <a:lnTo>
                    <a:pt x="1076371" y="1278789"/>
                  </a:lnTo>
                  <a:lnTo>
                    <a:pt x="1076367" y="1278772"/>
                  </a:lnTo>
                  <a:lnTo>
                    <a:pt x="1076364" y="1278755"/>
                  </a:lnTo>
                  <a:lnTo>
                    <a:pt x="1076359" y="1278739"/>
                  </a:lnTo>
                  <a:lnTo>
                    <a:pt x="1076356" y="1278729"/>
                  </a:lnTo>
                  <a:lnTo>
                    <a:pt x="1076351" y="1278722"/>
                  </a:lnTo>
                  <a:lnTo>
                    <a:pt x="1076338" y="1278706"/>
                  </a:lnTo>
                  <a:lnTo>
                    <a:pt x="1076334" y="1278701"/>
                  </a:lnTo>
                  <a:lnTo>
                    <a:pt x="1076329" y="1278696"/>
                  </a:lnTo>
                  <a:lnTo>
                    <a:pt x="1076327" y="1278689"/>
                  </a:lnTo>
                  <a:lnTo>
                    <a:pt x="1076324" y="1278672"/>
                  </a:lnTo>
                  <a:lnTo>
                    <a:pt x="1076318" y="1278656"/>
                  </a:lnTo>
                  <a:lnTo>
                    <a:pt x="1076313" y="1278637"/>
                  </a:lnTo>
                  <a:lnTo>
                    <a:pt x="1076308" y="1278622"/>
                  </a:lnTo>
                  <a:lnTo>
                    <a:pt x="1076302" y="1278605"/>
                  </a:lnTo>
                  <a:lnTo>
                    <a:pt x="1076298" y="1278597"/>
                  </a:lnTo>
                  <a:lnTo>
                    <a:pt x="1076296" y="1278589"/>
                  </a:lnTo>
                  <a:lnTo>
                    <a:pt x="1076294" y="1278579"/>
                  </a:lnTo>
                  <a:lnTo>
                    <a:pt x="1076295" y="1278572"/>
                  </a:lnTo>
                  <a:lnTo>
                    <a:pt x="1076295" y="1278556"/>
                  </a:lnTo>
                  <a:lnTo>
                    <a:pt x="1076295" y="1278539"/>
                  </a:lnTo>
                  <a:lnTo>
                    <a:pt x="1076294" y="1278522"/>
                  </a:lnTo>
                  <a:lnTo>
                    <a:pt x="1076293" y="1278506"/>
                  </a:lnTo>
                  <a:lnTo>
                    <a:pt x="1076290" y="1278489"/>
                  </a:lnTo>
                  <a:lnTo>
                    <a:pt x="1076285" y="1278473"/>
                  </a:lnTo>
                  <a:lnTo>
                    <a:pt x="1076280" y="1278462"/>
                  </a:lnTo>
                  <a:lnTo>
                    <a:pt x="1076273" y="1278455"/>
                  </a:lnTo>
                  <a:lnTo>
                    <a:pt x="1076257" y="1278445"/>
                  </a:lnTo>
                  <a:lnTo>
                    <a:pt x="1076240" y="1278437"/>
                  </a:lnTo>
                  <a:lnTo>
                    <a:pt x="1076222" y="1278429"/>
                  </a:lnTo>
                  <a:lnTo>
                    <a:pt x="1076207" y="1278425"/>
                  </a:lnTo>
                  <a:lnTo>
                    <a:pt x="1076191" y="1278419"/>
                  </a:lnTo>
                  <a:lnTo>
                    <a:pt x="1076174" y="1278412"/>
                  </a:lnTo>
                  <a:lnTo>
                    <a:pt x="1076158" y="1278406"/>
                  </a:lnTo>
                  <a:lnTo>
                    <a:pt x="1076142" y="1278398"/>
                  </a:lnTo>
                  <a:lnTo>
                    <a:pt x="1076125" y="1278387"/>
                  </a:lnTo>
                  <a:lnTo>
                    <a:pt x="1076109" y="1278376"/>
                  </a:lnTo>
                  <a:lnTo>
                    <a:pt x="1076092" y="1278367"/>
                  </a:lnTo>
                  <a:lnTo>
                    <a:pt x="1076075" y="1278356"/>
                  </a:lnTo>
                  <a:lnTo>
                    <a:pt x="1076068" y="1278347"/>
                  </a:lnTo>
                  <a:lnTo>
                    <a:pt x="1076066" y="1278340"/>
                  </a:lnTo>
                  <a:lnTo>
                    <a:pt x="1076059" y="1278324"/>
                  </a:lnTo>
                  <a:lnTo>
                    <a:pt x="1076054" y="1278315"/>
                  </a:lnTo>
                  <a:lnTo>
                    <a:pt x="1076046" y="1278307"/>
                  </a:lnTo>
                  <a:lnTo>
                    <a:pt x="1076032" y="1278292"/>
                  </a:lnTo>
                  <a:lnTo>
                    <a:pt x="1076018" y="1278276"/>
                  </a:lnTo>
                  <a:lnTo>
                    <a:pt x="1076001" y="1278262"/>
                  </a:lnTo>
                  <a:lnTo>
                    <a:pt x="1075986" y="1278247"/>
                  </a:lnTo>
                  <a:lnTo>
                    <a:pt x="1075975" y="1278233"/>
                  </a:lnTo>
                  <a:lnTo>
                    <a:pt x="1075961" y="1278216"/>
                  </a:lnTo>
                  <a:lnTo>
                    <a:pt x="1075947" y="1278201"/>
                  </a:lnTo>
                  <a:lnTo>
                    <a:pt x="1075943" y="1278196"/>
                  </a:lnTo>
                  <a:lnTo>
                    <a:pt x="1075936" y="1278184"/>
                  </a:lnTo>
                  <a:lnTo>
                    <a:pt x="1075926" y="1278169"/>
                  </a:lnTo>
                  <a:lnTo>
                    <a:pt x="1075914" y="1278152"/>
                  </a:lnTo>
                  <a:lnTo>
                    <a:pt x="1075903" y="1278135"/>
                  </a:lnTo>
                  <a:lnTo>
                    <a:pt x="1075893" y="1278119"/>
                  </a:lnTo>
                  <a:lnTo>
                    <a:pt x="1075880" y="1278102"/>
                  </a:lnTo>
                  <a:lnTo>
                    <a:pt x="1075864" y="1278087"/>
                  </a:lnTo>
                  <a:lnTo>
                    <a:pt x="1075847" y="1278072"/>
                  </a:lnTo>
                  <a:lnTo>
                    <a:pt x="1075845" y="1278057"/>
                  </a:lnTo>
                  <a:lnTo>
                    <a:pt x="1075845" y="1278040"/>
                  </a:lnTo>
                  <a:lnTo>
                    <a:pt x="1075846" y="1278023"/>
                  </a:lnTo>
                  <a:lnTo>
                    <a:pt x="1075846" y="1278007"/>
                  </a:lnTo>
                  <a:lnTo>
                    <a:pt x="1075846" y="1277990"/>
                  </a:lnTo>
                  <a:lnTo>
                    <a:pt x="1075846" y="1277973"/>
                  </a:lnTo>
                  <a:lnTo>
                    <a:pt x="1075844" y="1277956"/>
                  </a:lnTo>
                  <a:lnTo>
                    <a:pt x="1075840" y="1277940"/>
                  </a:lnTo>
                  <a:lnTo>
                    <a:pt x="1075841" y="1277934"/>
                  </a:lnTo>
                  <a:lnTo>
                    <a:pt x="1075849" y="1277925"/>
                  </a:lnTo>
                  <a:lnTo>
                    <a:pt x="1075862" y="1277911"/>
                  </a:lnTo>
                  <a:lnTo>
                    <a:pt x="1075896" y="1277878"/>
                  </a:lnTo>
                  <a:lnTo>
                    <a:pt x="1075941" y="1277853"/>
                  </a:lnTo>
                  <a:lnTo>
                    <a:pt x="1075957" y="1277845"/>
                  </a:lnTo>
                  <a:lnTo>
                    <a:pt x="1075977" y="1277836"/>
                  </a:lnTo>
                  <a:lnTo>
                    <a:pt x="1075990" y="1277824"/>
                  </a:lnTo>
                  <a:lnTo>
                    <a:pt x="1075994" y="1277816"/>
                  </a:lnTo>
                  <a:lnTo>
                    <a:pt x="1075994" y="1277807"/>
                  </a:lnTo>
                  <a:lnTo>
                    <a:pt x="1075996" y="1277791"/>
                  </a:lnTo>
                  <a:lnTo>
                    <a:pt x="1075998" y="1277774"/>
                  </a:lnTo>
                  <a:lnTo>
                    <a:pt x="1075999" y="1277757"/>
                  </a:lnTo>
                  <a:lnTo>
                    <a:pt x="1075999" y="1277751"/>
                  </a:lnTo>
                  <a:lnTo>
                    <a:pt x="1076002" y="1277739"/>
                  </a:lnTo>
                  <a:lnTo>
                    <a:pt x="1076006" y="1277724"/>
                  </a:lnTo>
                  <a:lnTo>
                    <a:pt x="1076008" y="1277716"/>
                  </a:lnTo>
                  <a:lnTo>
                    <a:pt x="1076012" y="1277707"/>
                  </a:lnTo>
                  <a:lnTo>
                    <a:pt x="1076018" y="1277690"/>
                  </a:lnTo>
                  <a:lnTo>
                    <a:pt x="1076024" y="1277674"/>
                  </a:lnTo>
                  <a:lnTo>
                    <a:pt x="1076023" y="1277657"/>
                  </a:lnTo>
                  <a:lnTo>
                    <a:pt x="1076018" y="1277645"/>
                  </a:lnTo>
                  <a:lnTo>
                    <a:pt x="1076015" y="1277641"/>
                  </a:lnTo>
                  <a:lnTo>
                    <a:pt x="1076005" y="1277624"/>
                  </a:lnTo>
                  <a:lnTo>
                    <a:pt x="1076000" y="1277616"/>
                  </a:lnTo>
                  <a:lnTo>
                    <a:pt x="1075996" y="1277607"/>
                  </a:lnTo>
                  <a:lnTo>
                    <a:pt x="1075992" y="1277596"/>
                  </a:lnTo>
                  <a:lnTo>
                    <a:pt x="1075992" y="1277591"/>
                  </a:lnTo>
                  <a:lnTo>
                    <a:pt x="1075988" y="1277574"/>
                  </a:lnTo>
                  <a:lnTo>
                    <a:pt x="1075988" y="1277557"/>
                  </a:lnTo>
                  <a:lnTo>
                    <a:pt x="1075991" y="1277541"/>
                  </a:lnTo>
                  <a:lnTo>
                    <a:pt x="1075993" y="1277524"/>
                  </a:lnTo>
                  <a:lnTo>
                    <a:pt x="1075996" y="1277507"/>
                  </a:lnTo>
                  <a:lnTo>
                    <a:pt x="1075999" y="1277490"/>
                  </a:lnTo>
                  <a:lnTo>
                    <a:pt x="1076001" y="1277472"/>
                  </a:lnTo>
                  <a:lnTo>
                    <a:pt x="1076000" y="1277457"/>
                  </a:lnTo>
                  <a:lnTo>
                    <a:pt x="1076000" y="1277441"/>
                  </a:lnTo>
                  <a:lnTo>
                    <a:pt x="1076005" y="1277424"/>
                  </a:lnTo>
                  <a:lnTo>
                    <a:pt x="1076010" y="1277407"/>
                  </a:lnTo>
                  <a:lnTo>
                    <a:pt x="1076019" y="1277391"/>
                  </a:lnTo>
                  <a:lnTo>
                    <a:pt x="1076021" y="1277383"/>
                  </a:lnTo>
                  <a:lnTo>
                    <a:pt x="1076026" y="1277374"/>
                  </a:lnTo>
                  <a:lnTo>
                    <a:pt x="1076035" y="1277357"/>
                  </a:lnTo>
                  <a:lnTo>
                    <a:pt x="1076042" y="1277339"/>
                  </a:lnTo>
                  <a:lnTo>
                    <a:pt x="1076048" y="1277330"/>
                  </a:lnTo>
                  <a:lnTo>
                    <a:pt x="1076055" y="1277326"/>
                  </a:lnTo>
                  <a:lnTo>
                    <a:pt x="1076067" y="1277318"/>
                  </a:lnTo>
                  <a:lnTo>
                    <a:pt x="1076071" y="1277317"/>
                  </a:lnTo>
                  <a:lnTo>
                    <a:pt x="1076079" y="1277313"/>
                  </a:lnTo>
                  <a:lnTo>
                    <a:pt x="1076088" y="1277310"/>
                  </a:lnTo>
                  <a:lnTo>
                    <a:pt x="1076104" y="1277304"/>
                  </a:lnTo>
                  <a:lnTo>
                    <a:pt x="1076120" y="1277295"/>
                  </a:lnTo>
                  <a:lnTo>
                    <a:pt x="1076129" y="1277290"/>
                  </a:lnTo>
                  <a:lnTo>
                    <a:pt x="1076137" y="1277284"/>
                  </a:lnTo>
                  <a:lnTo>
                    <a:pt x="1076151" y="1277271"/>
                  </a:lnTo>
                  <a:lnTo>
                    <a:pt x="1076164" y="1277255"/>
                  </a:lnTo>
                  <a:lnTo>
                    <a:pt x="1076177" y="1277239"/>
                  </a:lnTo>
                  <a:lnTo>
                    <a:pt x="1076191" y="1277222"/>
                  </a:lnTo>
                  <a:lnTo>
                    <a:pt x="1076200" y="1277212"/>
                  </a:lnTo>
                  <a:lnTo>
                    <a:pt x="1076206" y="1277210"/>
                  </a:lnTo>
                  <a:lnTo>
                    <a:pt x="1076211" y="1277208"/>
                  </a:lnTo>
                  <a:lnTo>
                    <a:pt x="1076228" y="1277204"/>
                  </a:lnTo>
                  <a:lnTo>
                    <a:pt x="1076240" y="1277203"/>
                  </a:lnTo>
                  <a:lnTo>
                    <a:pt x="1076256" y="1277201"/>
                  </a:lnTo>
                  <a:lnTo>
                    <a:pt x="1076272" y="1277198"/>
                  </a:lnTo>
                  <a:lnTo>
                    <a:pt x="1076289" y="1277195"/>
                  </a:lnTo>
                  <a:lnTo>
                    <a:pt x="1076305" y="1277195"/>
                  </a:lnTo>
                  <a:lnTo>
                    <a:pt x="1076322" y="1277195"/>
                  </a:lnTo>
                  <a:lnTo>
                    <a:pt x="1076338" y="1277195"/>
                  </a:lnTo>
                  <a:lnTo>
                    <a:pt x="1076343" y="1277194"/>
                  </a:lnTo>
                  <a:lnTo>
                    <a:pt x="1076354" y="1277195"/>
                  </a:lnTo>
                  <a:lnTo>
                    <a:pt x="1076371" y="1277194"/>
                  </a:lnTo>
                  <a:lnTo>
                    <a:pt x="1076387" y="1277193"/>
                  </a:lnTo>
                  <a:lnTo>
                    <a:pt x="1076405" y="1277190"/>
                  </a:lnTo>
                  <a:lnTo>
                    <a:pt x="1076410" y="1277174"/>
                  </a:lnTo>
                  <a:lnTo>
                    <a:pt x="1076413" y="1277157"/>
                  </a:lnTo>
                  <a:lnTo>
                    <a:pt x="1076419" y="1277141"/>
                  </a:lnTo>
                  <a:lnTo>
                    <a:pt x="1076425" y="1277124"/>
                  </a:lnTo>
                  <a:lnTo>
                    <a:pt x="1076429" y="1277114"/>
                  </a:lnTo>
                  <a:lnTo>
                    <a:pt x="1076434" y="1277105"/>
                  </a:lnTo>
                  <a:lnTo>
                    <a:pt x="1076442" y="1277090"/>
                  </a:lnTo>
                  <a:lnTo>
                    <a:pt x="1076453" y="1277074"/>
                  </a:lnTo>
                  <a:lnTo>
                    <a:pt x="1076463" y="1277057"/>
                  </a:lnTo>
                  <a:lnTo>
                    <a:pt x="1076477" y="1277043"/>
                  </a:lnTo>
                  <a:lnTo>
                    <a:pt x="1076490" y="1277026"/>
                  </a:lnTo>
                  <a:lnTo>
                    <a:pt x="1076505" y="1277010"/>
                  </a:lnTo>
                  <a:lnTo>
                    <a:pt x="1076516" y="1277001"/>
                  </a:lnTo>
                  <a:lnTo>
                    <a:pt x="1076522" y="1276999"/>
                  </a:lnTo>
                  <a:lnTo>
                    <a:pt x="1076526" y="1276996"/>
                  </a:lnTo>
                  <a:lnTo>
                    <a:pt x="1076531" y="1276994"/>
                  </a:lnTo>
                  <a:lnTo>
                    <a:pt x="1076538" y="1276993"/>
                  </a:lnTo>
                  <a:lnTo>
                    <a:pt x="1076554" y="1276993"/>
                  </a:lnTo>
                  <a:lnTo>
                    <a:pt x="1076571" y="1276993"/>
                  </a:lnTo>
                  <a:lnTo>
                    <a:pt x="1076587" y="1276996"/>
                  </a:lnTo>
                  <a:lnTo>
                    <a:pt x="1076604" y="1276996"/>
                  </a:lnTo>
                  <a:lnTo>
                    <a:pt x="1076620" y="1276995"/>
                  </a:lnTo>
                  <a:lnTo>
                    <a:pt x="1076637" y="1276993"/>
                  </a:lnTo>
                  <a:lnTo>
                    <a:pt x="1076653" y="1276990"/>
                  </a:lnTo>
                  <a:lnTo>
                    <a:pt x="1076680" y="1276984"/>
                  </a:lnTo>
                  <a:lnTo>
                    <a:pt x="1076692" y="1276986"/>
                  </a:lnTo>
                  <a:lnTo>
                    <a:pt x="1076709" y="1276986"/>
                  </a:lnTo>
                  <a:lnTo>
                    <a:pt x="1076725" y="1276986"/>
                  </a:lnTo>
                  <a:lnTo>
                    <a:pt x="1076741" y="1276986"/>
                  </a:lnTo>
                  <a:lnTo>
                    <a:pt x="1076758" y="1276986"/>
                  </a:lnTo>
                  <a:lnTo>
                    <a:pt x="1076775" y="1276984"/>
                  </a:lnTo>
                  <a:lnTo>
                    <a:pt x="1076791" y="1276984"/>
                  </a:lnTo>
                  <a:lnTo>
                    <a:pt x="1076807" y="1276985"/>
                  </a:lnTo>
                  <a:lnTo>
                    <a:pt x="1076824" y="1276988"/>
                  </a:lnTo>
                  <a:lnTo>
                    <a:pt x="1076840" y="1276991"/>
                  </a:lnTo>
                  <a:lnTo>
                    <a:pt x="1076856" y="1276990"/>
                  </a:lnTo>
                  <a:lnTo>
                    <a:pt x="1076866" y="1276990"/>
                  </a:lnTo>
                  <a:lnTo>
                    <a:pt x="1076873" y="1276987"/>
                  </a:lnTo>
                  <a:lnTo>
                    <a:pt x="1076881" y="1276986"/>
                  </a:lnTo>
                  <a:lnTo>
                    <a:pt x="1076889" y="1276982"/>
                  </a:lnTo>
                  <a:lnTo>
                    <a:pt x="1076906" y="1276977"/>
                  </a:lnTo>
                  <a:lnTo>
                    <a:pt x="1076922" y="1276973"/>
                  </a:lnTo>
                  <a:lnTo>
                    <a:pt x="1076939" y="1276968"/>
                  </a:lnTo>
                  <a:lnTo>
                    <a:pt x="1076955" y="1276964"/>
                  </a:lnTo>
                  <a:lnTo>
                    <a:pt x="1076972" y="1276961"/>
                  </a:lnTo>
                  <a:lnTo>
                    <a:pt x="1076988" y="1276956"/>
                  </a:lnTo>
                  <a:lnTo>
                    <a:pt x="1077004" y="1276950"/>
                  </a:lnTo>
                  <a:lnTo>
                    <a:pt x="1077012" y="1276948"/>
                  </a:lnTo>
                  <a:lnTo>
                    <a:pt x="1077021" y="1276944"/>
                  </a:lnTo>
                  <a:lnTo>
                    <a:pt x="1077037" y="1276938"/>
                  </a:lnTo>
                  <a:lnTo>
                    <a:pt x="1077053" y="1276931"/>
                  </a:lnTo>
                  <a:lnTo>
                    <a:pt x="1077070" y="1276924"/>
                  </a:lnTo>
                  <a:lnTo>
                    <a:pt x="1077087" y="1276917"/>
                  </a:lnTo>
                  <a:lnTo>
                    <a:pt x="1077103" y="1276909"/>
                  </a:lnTo>
                  <a:lnTo>
                    <a:pt x="1077119" y="1276902"/>
                  </a:lnTo>
                  <a:lnTo>
                    <a:pt x="1077136" y="1276897"/>
                  </a:lnTo>
                  <a:lnTo>
                    <a:pt x="1077154" y="1276889"/>
                  </a:lnTo>
                  <a:lnTo>
                    <a:pt x="1077164" y="1276886"/>
                  </a:lnTo>
                  <a:lnTo>
                    <a:pt x="1077179" y="1276877"/>
                  </a:lnTo>
                  <a:lnTo>
                    <a:pt x="1077182" y="1276859"/>
                  </a:lnTo>
                  <a:lnTo>
                    <a:pt x="1077180" y="1276842"/>
                  </a:lnTo>
                  <a:lnTo>
                    <a:pt x="1077179" y="1276825"/>
                  </a:lnTo>
                  <a:lnTo>
                    <a:pt x="1077178" y="1276809"/>
                  </a:lnTo>
                  <a:lnTo>
                    <a:pt x="1077178" y="1276802"/>
                  </a:lnTo>
                  <a:lnTo>
                    <a:pt x="1077182" y="1276792"/>
                  </a:lnTo>
                  <a:lnTo>
                    <a:pt x="1077188" y="1276775"/>
                  </a:lnTo>
                  <a:lnTo>
                    <a:pt x="1077197" y="1276757"/>
                  </a:lnTo>
                  <a:lnTo>
                    <a:pt x="1077203" y="1276742"/>
                  </a:lnTo>
                  <a:lnTo>
                    <a:pt x="1077208" y="1276725"/>
                  </a:lnTo>
                  <a:lnTo>
                    <a:pt x="1077212" y="1276709"/>
                  </a:lnTo>
                  <a:lnTo>
                    <a:pt x="1077212" y="1276692"/>
                  </a:lnTo>
                  <a:lnTo>
                    <a:pt x="1077212" y="1276675"/>
                  </a:lnTo>
                  <a:lnTo>
                    <a:pt x="1077208" y="1276659"/>
                  </a:lnTo>
                  <a:lnTo>
                    <a:pt x="1077208" y="1276650"/>
                  </a:lnTo>
                  <a:lnTo>
                    <a:pt x="1077205" y="1276642"/>
                  </a:lnTo>
                  <a:lnTo>
                    <a:pt x="1077200" y="1276625"/>
                  </a:lnTo>
                  <a:lnTo>
                    <a:pt x="1077193" y="1276609"/>
                  </a:lnTo>
                  <a:lnTo>
                    <a:pt x="1077190" y="1276599"/>
                  </a:lnTo>
                  <a:lnTo>
                    <a:pt x="1077185" y="1276590"/>
                  </a:lnTo>
                  <a:lnTo>
                    <a:pt x="1077175" y="1276575"/>
                  </a:lnTo>
                  <a:lnTo>
                    <a:pt x="1077139" y="1276516"/>
                  </a:lnTo>
                  <a:lnTo>
                    <a:pt x="1077126" y="1276501"/>
                  </a:lnTo>
                  <a:lnTo>
                    <a:pt x="1077109" y="1276482"/>
                  </a:lnTo>
                  <a:lnTo>
                    <a:pt x="1077093" y="1276467"/>
                  </a:lnTo>
                  <a:lnTo>
                    <a:pt x="1077076" y="1276451"/>
                  </a:lnTo>
                  <a:lnTo>
                    <a:pt x="1077059" y="1276438"/>
                  </a:lnTo>
                  <a:lnTo>
                    <a:pt x="1077043" y="1276426"/>
                  </a:lnTo>
                  <a:lnTo>
                    <a:pt x="1077026" y="1276415"/>
                  </a:lnTo>
                  <a:lnTo>
                    <a:pt x="1077010" y="1276403"/>
                  </a:lnTo>
                  <a:lnTo>
                    <a:pt x="1076993" y="1276393"/>
                  </a:lnTo>
                  <a:lnTo>
                    <a:pt x="1076977" y="1276385"/>
                  </a:lnTo>
                  <a:lnTo>
                    <a:pt x="1076972" y="1276383"/>
                  </a:lnTo>
                  <a:lnTo>
                    <a:pt x="1076960" y="1276376"/>
                  </a:lnTo>
                  <a:lnTo>
                    <a:pt x="1076944" y="1276368"/>
                  </a:lnTo>
                  <a:lnTo>
                    <a:pt x="1076928" y="1276362"/>
                  </a:lnTo>
                  <a:lnTo>
                    <a:pt x="1076911" y="1276359"/>
                  </a:lnTo>
                  <a:lnTo>
                    <a:pt x="1076918" y="1276353"/>
                  </a:lnTo>
                  <a:lnTo>
                    <a:pt x="1076932" y="1276346"/>
                  </a:lnTo>
                  <a:lnTo>
                    <a:pt x="1076942" y="1276342"/>
                  </a:lnTo>
                  <a:lnTo>
                    <a:pt x="1076950" y="1276337"/>
                  </a:lnTo>
                  <a:lnTo>
                    <a:pt x="1076967" y="1276328"/>
                  </a:lnTo>
                  <a:lnTo>
                    <a:pt x="1076983" y="1276316"/>
                  </a:lnTo>
                  <a:lnTo>
                    <a:pt x="1076996" y="1276300"/>
                  </a:lnTo>
                  <a:lnTo>
                    <a:pt x="1077011" y="1276284"/>
                  </a:lnTo>
                  <a:lnTo>
                    <a:pt x="1077020" y="1276267"/>
                  </a:lnTo>
                  <a:lnTo>
                    <a:pt x="1077029" y="1276250"/>
                  </a:lnTo>
                  <a:lnTo>
                    <a:pt x="1077043" y="1276234"/>
                  </a:lnTo>
                  <a:lnTo>
                    <a:pt x="1077057" y="1276220"/>
                  </a:lnTo>
                  <a:lnTo>
                    <a:pt x="1077075" y="1276203"/>
                  </a:lnTo>
                  <a:lnTo>
                    <a:pt x="1077089" y="1276189"/>
                  </a:lnTo>
                  <a:lnTo>
                    <a:pt x="1077094" y="1276182"/>
                  </a:lnTo>
                  <a:lnTo>
                    <a:pt x="1077100" y="1276172"/>
                  </a:lnTo>
                  <a:lnTo>
                    <a:pt x="1077103" y="1276161"/>
                  </a:lnTo>
                  <a:lnTo>
                    <a:pt x="1077104" y="1276156"/>
                  </a:lnTo>
                  <a:lnTo>
                    <a:pt x="1077106" y="1276144"/>
                  </a:lnTo>
                  <a:lnTo>
                    <a:pt x="1077110" y="1276139"/>
                  </a:lnTo>
                  <a:lnTo>
                    <a:pt x="1077118" y="1276122"/>
                  </a:lnTo>
                  <a:lnTo>
                    <a:pt x="1077122" y="1276114"/>
                  </a:lnTo>
                  <a:lnTo>
                    <a:pt x="1077123" y="1276109"/>
                  </a:lnTo>
                  <a:lnTo>
                    <a:pt x="1077126" y="1276105"/>
                  </a:lnTo>
                  <a:lnTo>
                    <a:pt x="1077136" y="1276089"/>
                  </a:lnTo>
                  <a:lnTo>
                    <a:pt x="1077147" y="1276072"/>
                  </a:lnTo>
                  <a:lnTo>
                    <a:pt x="1077157" y="1276055"/>
                  </a:lnTo>
                  <a:lnTo>
                    <a:pt x="1077164" y="1276039"/>
                  </a:lnTo>
                  <a:lnTo>
                    <a:pt x="1077171" y="1276022"/>
                  </a:lnTo>
                  <a:lnTo>
                    <a:pt x="1077176" y="1276005"/>
                  </a:lnTo>
                  <a:lnTo>
                    <a:pt x="1077183" y="1275989"/>
                  </a:lnTo>
                  <a:lnTo>
                    <a:pt x="1077188" y="1275972"/>
                  </a:lnTo>
                  <a:lnTo>
                    <a:pt x="1077194" y="1275955"/>
                  </a:lnTo>
                  <a:lnTo>
                    <a:pt x="1077197" y="1275938"/>
                  </a:lnTo>
                  <a:lnTo>
                    <a:pt x="1077200" y="1275931"/>
                  </a:lnTo>
                  <a:lnTo>
                    <a:pt x="1077201" y="1275922"/>
                  </a:lnTo>
                  <a:lnTo>
                    <a:pt x="1077206" y="1275904"/>
                  </a:lnTo>
                  <a:lnTo>
                    <a:pt x="1077209" y="1275888"/>
                  </a:lnTo>
                  <a:lnTo>
                    <a:pt x="1077212" y="1275872"/>
                  </a:lnTo>
                  <a:lnTo>
                    <a:pt x="1077214" y="1275862"/>
                  </a:lnTo>
                  <a:lnTo>
                    <a:pt x="1077218" y="1275856"/>
                  </a:lnTo>
                  <a:lnTo>
                    <a:pt x="1077223" y="1275853"/>
                  </a:lnTo>
                  <a:lnTo>
                    <a:pt x="1077236" y="1275847"/>
                  </a:lnTo>
                  <a:lnTo>
                    <a:pt x="1077253" y="1275842"/>
                  </a:lnTo>
                  <a:lnTo>
                    <a:pt x="1077267" y="1275837"/>
                  </a:lnTo>
                  <a:lnTo>
                    <a:pt x="1077286" y="1275834"/>
                  </a:lnTo>
                  <a:lnTo>
                    <a:pt x="1077302" y="1275833"/>
                  </a:lnTo>
                  <a:lnTo>
                    <a:pt x="1077320" y="1275835"/>
                  </a:lnTo>
                  <a:lnTo>
                    <a:pt x="1077335" y="1275843"/>
                  </a:lnTo>
                  <a:lnTo>
                    <a:pt x="1077351" y="1275851"/>
                  </a:lnTo>
                  <a:lnTo>
                    <a:pt x="1077368" y="1275861"/>
                  </a:lnTo>
                  <a:lnTo>
                    <a:pt x="1077384" y="1275871"/>
                  </a:lnTo>
                  <a:lnTo>
                    <a:pt x="1077401" y="1275880"/>
                  </a:lnTo>
                  <a:lnTo>
                    <a:pt x="1077410" y="1275886"/>
                  </a:lnTo>
                  <a:lnTo>
                    <a:pt x="1077416" y="1275889"/>
                  </a:lnTo>
                  <a:lnTo>
                    <a:pt x="1077425" y="1275890"/>
                  </a:lnTo>
                  <a:lnTo>
                    <a:pt x="1077431" y="1275881"/>
                  </a:lnTo>
                  <a:lnTo>
                    <a:pt x="1077443" y="1275866"/>
                  </a:lnTo>
                  <a:lnTo>
                    <a:pt x="1077460" y="1275850"/>
                  </a:lnTo>
                  <a:lnTo>
                    <a:pt x="1077476" y="1275834"/>
                  </a:lnTo>
                  <a:lnTo>
                    <a:pt x="1077483" y="1275824"/>
                  </a:lnTo>
                  <a:lnTo>
                    <a:pt x="1077486" y="1275817"/>
                  </a:lnTo>
                  <a:lnTo>
                    <a:pt x="1077495" y="1275800"/>
                  </a:lnTo>
                  <a:lnTo>
                    <a:pt x="1077498" y="1275797"/>
                  </a:lnTo>
                  <a:lnTo>
                    <a:pt x="1077505" y="1275783"/>
                  </a:lnTo>
                  <a:lnTo>
                    <a:pt x="1077507" y="1275767"/>
                  </a:lnTo>
                  <a:lnTo>
                    <a:pt x="1077504" y="1275750"/>
                  </a:lnTo>
                  <a:lnTo>
                    <a:pt x="1077500" y="1275733"/>
                  </a:lnTo>
                  <a:lnTo>
                    <a:pt x="1077498" y="1275717"/>
                  </a:lnTo>
                  <a:lnTo>
                    <a:pt x="1077494" y="1275700"/>
                  </a:lnTo>
                  <a:lnTo>
                    <a:pt x="1077489" y="1275683"/>
                  </a:lnTo>
                  <a:lnTo>
                    <a:pt x="1077487" y="1275667"/>
                  </a:lnTo>
                  <a:lnTo>
                    <a:pt x="1077486" y="1275650"/>
                  </a:lnTo>
                  <a:lnTo>
                    <a:pt x="1077486" y="1275641"/>
                  </a:lnTo>
                  <a:lnTo>
                    <a:pt x="1077488" y="1275634"/>
                  </a:lnTo>
                  <a:lnTo>
                    <a:pt x="1077487" y="1275615"/>
                  </a:lnTo>
                  <a:lnTo>
                    <a:pt x="1077472" y="1275612"/>
                  </a:lnTo>
                  <a:lnTo>
                    <a:pt x="1077468" y="1275614"/>
                  </a:lnTo>
                  <a:lnTo>
                    <a:pt x="1077456" y="1275612"/>
                  </a:lnTo>
                  <a:lnTo>
                    <a:pt x="1077452" y="1275614"/>
                  </a:lnTo>
                  <a:lnTo>
                    <a:pt x="1077439" y="1275614"/>
                  </a:lnTo>
                  <a:lnTo>
                    <a:pt x="1077429" y="1275613"/>
                  </a:lnTo>
                  <a:lnTo>
                    <a:pt x="1077423" y="1275612"/>
                  </a:lnTo>
                  <a:lnTo>
                    <a:pt x="1077407" y="1275608"/>
                  </a:lnTo>
                  <a:lnTo>
                    <a:pt x="1077399" y="1275606"/>
                  </a:lnTo>
                  <a:lnTo>
                    <a:pt x="1077377" y="1275595"/>
                  </a:lnTo>
                  <a:lnTo>
                    <a:pt x="1077360" y="1275583"/>
                  </a:lnTo>
                  <a:lnTo>
                    <a:pt x="1077345" y="1275569"/>
                  </a:lnTo>
                  <a:lnTo>
                    <a:pt x="1077328" y="1275554"/>
                  </a:lnTo>
                  <a:lnTo>
                    <a:pt x="1077311" y="1275540"/>
                  </a:lnTo>
                  <a:lnTo>
                    <a:pt x="1077295" y="1275536"/>
                  </a:lnTo>
                  <a:lnTo>
                    <a:pt x="1077278" y="1275534"/>
                  </a:lnTo>
                  <a:lnTo>
                    <a:pt x="1077262" y="1275532"/>
                  </a:lnTo>
                  <a:lnTo>
                    <a:pt x="1077246" y="1275530"/>
                  </a:lnTo>
                  <a:lnTo>
                    <a:pt x="1077229" y="1275526"/>
                  </a:lnTo>
                  <a:lnTo>
                    <a:pt x="1077212" y="1275522"/>
                  </a:lnTo>
                  <a:lnTo>
                    <a:pt x="1077196" y="1275518"/>
                  </a:lnTo>
                  <a:lnTo>
                    <a:pt x="1077180" y="1275517"/>
                  </a:lnTo>
                  <a:lnTo>
                    <a:pt x="1077163" y="1275513"/>
                  </a:lnTo>
                  <a:lnTo>
                    <a:pt x="1077147" y="1275503"/>
                  </a:lnTo>
                  <a:lnTo>
                    <a:pt x="1077130" y="1275493"/>
                  </a:lnTo>
                  <a:lnTo>
                    <a:pt x="1077114" y="1275482"/>
                  </a:lnTo>
                  <a:lnTo>
                    <a:pt x="1077107" y="1275479"/>
                  </a:lnTo>
                  <a:lnTo>
                    <a:pt x="1077098" y="1275471"/>
                  </a:lnTo>
                  <a:lnTo>
                    <a:pt x="1077083" y="1275460"/>
                  </a:lnTo>
                  <a:lnTo>
                    <a:pt x="1077067" y="1275451"/>
                  </a:lnTo>
                  <a:lnTo>
                    <a:pt x="1077056" y="1275446"/>
                  </a:lnTo>
                  <a:lnTo>
                    <a:pt x="1077051" y="1275441"/>
                  </a:lnTo>
                  <a:lnTo>
                    <a:pt x="1077039" y="1275424"/>
                  </a:lnTo>
                  <a:lnTo>
                    <a:pt x="1077036" y="1275417"/>
                  </a:lnTo>
                  <a:lnTo>
                    <a:pt x="1077031" y="1275408"/>
                  </a:lnTo>
                  <a:lnTo>
                    <a:pt x="1077031" y="1275401"/>
                  </a:lnTo>
                  <a:lnTo>
                    <a:pt x="1077025" y="1275391"/>
                  </a:lnTo>
                  <a:lnTo>
                    <a:pt x="1077017" y="1275374"/>
                  </a:lnTo>
                  <a:lnTo>
                    <a:pt x="1077004" y="1275358"/>
                  </a:lnTo>
                  <a:lnTo>
                    <a:pt x="1076988" y="1275342"/>
                  </a:lnTo>
                  <a:lnTo>
                    <a:pt x="1076971" y="1275332"/>
                  </a:lnTo>
                  <a:lnTo>
                    <a:pt x="1076955" y="1275321"/>
                  </a:lnTo>
                  <a:lnTo>
                    <a:pt x="1076938" y="1275308"/>
                  </a:lnTo>
                  <a:lnTo>
                    <a:pt x="1076923" y="1275292"/>
                  </a:lnTo>
                  <a:lnTo>
                    <a:pt x="1076910" y="1275280"/>
                  </a:lnTo>
                  <a:lnTo>
                    <a:pt x="1076894" y="1275265"/>
                  </a:lnTo>
                  <a:lnTo>
                    <a:pt x="1076880" y="1275248"/>
                  </a:lnTo>
                  <a:lnTo>
                    <a:pt x="1076870" y="1275231"/>
                  </a:lnTo>
                  <a:lnTo>
                    <a:pt x="1076864" y="1275222"/>
                  </a:lnTo>
                  <a:lnTo>
                    <a:pt x="1076860" y="1275215"/>
                  </a:lnTo>
                  <a:lnTo>
                    <a:pt x="1076846" y="1275200"/>
                  </a:lnTo>
                  <a:lnTo>
                    <a:pt x="1076839" y="1275193"/>
                  </a:lnTo>
                  <a:lnTo>
                    <a:pt x="1076833" y="1275186"/>
                  </a:lnTo>
                  <a:lnTo>
                    <a:pt x="1076831" y="1275177"/>
                  </a:lnTo>
                  <a:lnTo>
                    <a:pt x="1076832" y="1275167"/>
                  </a:lnTo>
                  <a:lnTo>
                    <a:pt x="1076830" y="1275150"/>
                  </a:lnTo>
                  <a:lnTo>
                    <a:pt x="1076829" y="1275134"/>
                  </a:lnTo>
                  <a:lnTo>
                    <a:pt x="1076829" y="1275117"/>
                  </a:lnTo>
                  <a:lnTo>
                    <a:pt x="1076835" y="1275100"/>
                  </a:lnTo>
                  <a:lnTo>
                    <a:pt x="1076842" y="1275084"/>
                  </a:lnTo>
                  <a:lnTo>
                    <a:pt x="1076853" y="1275067"/>
                  </a:lnTo>
                  <a:lnTo>
                    <a:pt x="1076862" y="1275050"/>
                  </a:lnTo>
                  <a:lnTo>
                    <a:pt x="1076868" y="1275033"/>
                  </a:lnTo>
                  <a:lnTo>
                    <a:pt x="1076874" y="1275024"/>
                  </a:lnTo>
                  <a:lnTo>
                    <a:pt x="1076881" y="1275017"/>
                  </a:lnTo>
                  <a:lnTo>
                    <a:pt x="1076890" y="1275000"/>
                  </a:lnTo>
                  <a:lnTo>
                    <a:pt x="1076896" y="1274992"/>
                  </a:lnTo>
                  <a:lnTo>
                    <a:pt x="1076902" y="1274983"/>
                  </a:lnTo>
                  <a:lnTo>
                    <a:pt x="1076913" y="1274967"/>
                  </a:lnTo>
                  <a:lnTo>
                    <a:pt x="1076923" y="1274950"/>
                  </a:lnTo>
                  <a:lnTo>
                    <a:pt x="1076933" y="1274931"/>
                  </a:lnTo>
                  <a:lnTo>
                    <a:pt x="1076941" y="1274915"/>
                  </a:lnTo>
                  <a:lnTo>
                    <a:pt x="1076947" y="1274898"/>
                  </a:lnTo>
                  <a:lnTo>
                    <a:pt x="1076953" y="1274881"/>
                  </a:lnTo>
                  <a:lnTo>
                    <a:pt x="1076956" y="1274874"/>
                  </a:lnTo>
                  <a:lnTo>
                    <a:pt x="1076957" y="1274864"/>
                  </a:lnTo>
                  <a:lnTo>
                    <a:pt x="1076956" y="1274848"/>
                  </a:lnTo>
                  <a:lnTo>
                    <a:pt x="1076951" y="1274831"/>
                  </a:lnTo>
                  <a:lnTo>
                    <a:pt x="1076947" y="1274822"/>
                  </a:lnTo>
                  <a:lnTo>
                    <a:pt x="1076946" y="1274814"/>
                  </a:lnTo>
                  <a:lnTo>
                    <a:pt x="1076939" y="1274798"/>
                  </a:lnTo>
                  <a:lnTo>
                    <a:pt x="1076930" y="1274781"/>
                  </a:lnTo>
                  <a:lnTo>
                    <a:pt x="1076923" y="1274765"/>
                  </a:lnTo>
                  <a:lnTo>
                    <a:pt x="1076918" y="1274748"/>
                  </a:lnTo>
                  <a:lnTo>
                    <a:pt x="1076917" y="1274731"/>
                  </a:lnTo>
                  <a:lnTo>
                    <a:pt x="1076920" y="1274714"/>
                  </a:lnTo>
                  <a:lnTo>
                    <a:pt x="1076918" y="1274698"/>
                  </a:lnTo>
                  <a:lnTo>
                    <a:pt x="1076917" y="1274691"/>
                  </a:lnTo>
                  <a:lnTo>
                    <a:pt x="1076919" y="1274681"/>
                  </a:lnTo>
                  <a:lnTo>
                    <a:pt x="1076922" y="1274664"/>
                  </a:lnTo>
                  <a:lnTo>
                    <a:pt x="1076926" y="1274650"/>
                  </a:lnTo>
                  <a:lnTo>
                    <a:pt x="1076928" y="1274631"/>
                  </a:lnTo>
                  <a:lnTo>
                    <a:pt x="1076930" y="1274615"/>
                  </a:lnTo>
                  <a:lnTo>
                    <a:pt x="1076932" y="1274596"/>
                  </a:lnTo>
                  <a:lnTo>
                    <a:pt x="1076932" y="1274579"/>
                  </a:lnTo>
                  <a:lnTo>
                    <a:pt x="1076931" y="1274562"/>
                  </a:lnTo>
                  <a:lnTo>
                    <a:pt x="1076930" y="1274545"/>
                  </a:lnTo>
                  <a:lnTo>
                    <a:pt x="1076928" y="1274529"/>
                  </a:lnTo>
                  <a:lnTo>
                    <a:pt x="1076926" y="1274512"/>
                  </a:lnTo>
                  <a:lnTo>
                    <a:pt x="1076926" y="1274496"/>
                  </a:lnTo>
                  <a:lnTo>
                    <a:pt x="1076928" y="1274479"/>
                  </a:lnTo>
                  <a:lnTo>
                    <a:pt x="1076928" y="1274472"/>
                  </a:lnTo>
                  <a:lnTo>
                    <a:pt x="1076931" y="1274462"/>
                  </a:lnTo>
                  <a:lnTo>
                    <a:pt x="1076933" y="1274453"/>
                  </a:lnTo>
                  <a:lnTo>
                    <a:pt x="1076940" y="1274446"/>
                  </a:lnTo>
                  <a:lnTo>
                    <a:pt x="1076945" y="1274436"/>
                  </a:lnTo>
                  <a:lnTo>
                    <a:pt x="1076952" y="1274429"/>
                  </a:lnTo>
                  <a:lnTo>
                    <a:pt x="1076965" y="1274413"/>
                  </a:lnTo>
                  <a:lnTo>
                    <a:pt x="1076980" y="1274397"/>
                  </a:lnTo>
                  <a:lnTo>
                    <a:pt x="1076995" y="1274382"/>
                  </a:lnTo>
                  <a:lnTo>
                    <a:pt x="1077011" y="1274368"/>
                  </a:lnTo>
                  <a:lnTo>
                    <a:pt x="1077027" y="1274355"/>
                  </a:lnTo>
                  <a:lnTo>
                    <a:pt x="1077043" y="1274344"/>
                  </a:lnTo>
                  <a:lnTo>
                    <a:pt x="1077051" y="1274339"/>
                  </a:lnTo>
                  <a:lnTo>
                    <a:pt x="1077060" y="1274335"/>
                  </a:lnTo>
                  <a:lnTo>
                    <a:pt x="1077063" y="1274332"/>
                  </a:lnTo>
                  <a:lnTo>
                    <a:pt x="1077076" y="1274325"/>
                  </a:lnTo>
                  <a:lnTo>
                    <a:pt x="1077119" y="1274305"/>
                  </a:lnTo>
                  <a:lnTo>
                    <a:pt x="1077165" y="1274279"/>
                  </a:lnTo>
                  <a:lnTo>
                    <a:pt x="1077171" y="1274279"/>
                  </a:lnTo>
                  <a:lnTo>
                    <a:pt x="1077181" y="1274276"/>
                  </a:lnTo>
                  <a:lnTo>
                    <a:pt x="1077198" y="1274271"/>
                  </a:lnTo>
                  <a:lnTo>
                    <a:pt x="1077214" y="1274268"/>
                  </a:lnTo>
                  <a:lnTo>
                    <a:pt x="1077231" y="1274266"/>
                  </a:lnTo>
                  <a:lnTo>
                    <a:pt x="1077247" y="1274266"/>
                  </a:lnTo>
                  <a:lnTo>
                    <a:pt x="1077264" y="1274267"/>
                  </a:lnTo>
                  <a:lnTo>
                    <a:pt x="1077280" y="1274274"/>
                  </a:lnTo>
                  <a:lnTo>
                    <a:pt x="1077290" y="1274278"/>
                  </a:lnTo>
                  <a:lnTo>
                    <a:pt x="1077305" y="1274269"/>
                  </a:lnTo>
                  <a:lnTo>
                    <a:pt x="1077314" y="1274260"/>
                  </a:lnTo>
                  <a:lnTo>
                    <a:pt x="1077317" y="1274241"/>
                  </a:lnTo>
                  <a:lnTo>
                    <a:pt x="1077316" y="1274225"/>
                  </a:lnTo>
                  <a:lnTo>
                    <a:pt x="1077315" y="1274208"/>
                  </a:lnTo>
                  <a:lnTo>
                    <a:pt x="1077315" y="1274201"/>
                  </a:lnTo>
                  <a:lnTo>
                    <a:pt x="1077312" y="1274191"/>
                  </a:lnTo>
                  <a:lnTo>
                    <a:pt x="1077309" y="1274174"/>
                  </a:lnTo>
                  <a:lnTo>
                    <a:pt x="1077318" y="1274159"/>
                  </a:lnTo>
                  <a:lnTo>
                    <a:pt x="1077334" y="1274140"/>
                  </a:lnTo>
                  <a:lnTo>
                    <a:pt x="1077346" y="1274124"/>
                  </a:lnTo>
                  <a:lnTo>
                    <a:pt x="1077352" y="1274117"/>
                  </a:lnTo>
                  <a:lnTo>
                    <a:pt x="1077354" y="1274109"/>
                  </a:lnTo>
                  <a:lnTo>
                    <a:pt x="1077359" y="1274090"/>
                  </a:lnTo>
                  <a:lnTo>
                    <a:pt x="1077361" y="1274082"/>
                  </a:lnTo>
                  <a:lnTo>
                    <a:pt x="1077365" y="1274075"/>
                  </a:lnTo>
                  <a:lnTo>
                    <a:pt x="1077371" y="1274070"/>
                  </a:lnTo>
                  <a:lnTo>
                    <a:pt x="1077381" y="1274067"/>
                  </a:lnTo>
                  <a:lnTo>
                    <a:pt x="1077398" y="1274063"/>
                  </a:lnTo>
                  <a:lnTo>
                    <a:pt x="1077407" y="1274063"/>
                  </a:lnTo>
                  <a:lnTo>
                    <a:pt x="1077414" y="1274061"/>
                  </a:lnTo>
                  <a:lnTo>
                    <a:pt x="1077418" y="1274059"/>
                  </a:lnTo>
                  <a:lnTo>
                    <a:pt x="1077431" y="1274046"/>
                  </a:lnTo>
                  <a:lnTo>
                    <a:pt x="1077442" y="1274031"/>
                  </a:lnTo>
                  <a:lnTo>
                    <a:pt x="1077446" y="1274022"/>
                  </a:lnTo>
                  <a:lnTo>
                    <a:pt x="1077450" y="1274014"/>
                  </a:lnTo>
                  <a:lnTo>
                    <a:pt x="1077477" y="1273969"/>
                  </a:lnTo>
                  <a:lnTo>
                    <a:pt x="1077493" y="1273955"/>
                  </a:lnTo>
                  <a:lnTo>
                    <a:pt x="1077504" y="1273943"/>
                  </a:lnTo>
                  <a:lnTo>
                    <a:pt x="1077507" y="1273939"/>
                  </a:lnTo>
                  <a:lnTo>
                    <a:pt x="1077514" y="1273920"/>
                  </a:lnTo>
                  <a:lnTo>
                    <a:pt x="1077516" y="1273903"/>
                  </a:lnTo>
                  <a:lnTo>
                    <a:pt x="1077517" y="1273886"/>
                  </a:lnTo>
                  <a:lnTo>
                    <a:pt x="1077516" y="1273870"/>
                  </a:lnTo>
                  <a:lnTo>
                    <a:pt x="1077515" y="1273851"/>
                  </a:lnTo>
                  <a:lnTo>
                    <a:pt x="1077521" y="1273836"/>
                  </a:lnTo>
                  <a:lnTo>
                    <a:pt x="1077528" y="1273828"/>
                  </a:lnTo>
                  <a:lnTo>
                    <a:pt x="1077535" y="1273822"/>
                  </a:lnTo>
                  <a:lnTo>
                    <a:pt x="1077552" y="1273809"/>
                  </a:lnTo>
                  <a:lnTo>
                    <a:pt x="1077568" y="1273796"/>
                  </a:lnTo>
                  <a:lnTo>
                    <a:pt x="1077585" y="1273787"/>
                  </a:lnTo>
                  <a:lnTo>
                    <a:pt x="1077601" y="1273778"/>
                  </a:lnTo>
                  <a:lnTo>
                    <a:pt x="1077615" y="1273763"/>
                  </a:lnTo>
                  <a:lnTo>
                    <a:pt x="1077626" y="1273746"/>
                  </a:lnTo>
                  <a:lnTo>
                    <a:pt x="1077630" y="1273738"/>
                  </a:lnTo>
                  <a:lnTo>
                    <a:pt x="1077633" y="1273730"/>
                  </a:lnTo>
                  <a:lnTo>
                    <a:pt x="1077633" y="1273721"/>
                  </a:lnTo>
                  <a:lnTo>
                    <a:pt x="1077633" y="1273713"/>
                  </a:lnTo>
                  <a:lnTo>
                    <a:pt x="1077632" y="1273696"/>
                  </a:lnTo>
                  <a:lnTo>
                    <a:pt x="1077632" y="1273679"/>
                  </a:lnTo>
                  <a:lnTo>
                    <a:pt x="1077636" y="1273663"/>
                  </a:lnTo>
                  <a:lnTo>
                    <a:pt x="1077635" y="1273646"/>
                  </a:lnTo>
                  <a:lnTo>
                    <a:pt x="1077634" y="1273629"/>
                  </a:lnTo>
                  <a:lnTo>
                    <a:pt x="1077632" y="1273613"/>
                  </a:lnTo>
                  <a:lnTo>
                    <a:pt x="1077632" y="1273593"/>
                  </a:lnTo>
                  <a:lnTo>
                    <a:pt x="1077632" y="1273577"/>
                  </a:lnTo>
                  <a:lnTo>
                    <a:pt x="1077633" y="1273558"/>
                  </a:lnTo>
                  <a:lnTo>
                    <a:pt x="1077632" y="1273544"/>
                  </a:lnTo>
                  <a:lnTo>
                    <a:pt x="1077628" y="1273527"/>
                  </a:lnTo>
                  <a:lnTo>
                    <a:pt x="1077622" y="1273510"/>
                  </a:lnTo>
                  <a:lnTo>
                    <a:pt x="1077618" y="1273494"/>
                  </a:lnTo>
                  <a:lnTo>
                    <a:pt x="1077618" y="1273477"/>
                  </a:lnTo>
                  <a:lnTo>
                    <a:pt x="1077625" y="1273461"/>
                  </a:lnTo>
                  <a:lnTo>
                    <a:pt x="1077626" y="1273455"/>
                  </a:lnTo>
                  <a:lnTo>
                    <a:pt x="1077625" y="1273444"/>
                  </a:lnTo>
                  <a:lnTo>
                    <a:pt x="1077623" y="1273437"/>
                  </a:lnTo>
                  <a:lnTo>
                    <a:pt x="1077618" y="1273427"/>
                  </a:lnTo>
                  <a:lnTo>
                    <a:pt x="1077617" y="1273421"/>
                  </a:lnTo>
                  <a:lnTo>
                    <a:pt x="1077616" y="1273411"/>
                  </a:lnTo>
                  <a:lnTo>
                    <a:pt x="1077618" y="1273392"/>
                  </a:lnTo>
                  <a:lnTo>
                    <a:pt x="1077618" y="1273377"/>
                  </a:lnTo>
                  <a:lnTo>
                    <a:pt x="1077612" y="1273364"/>
                  </a:lnTo>
                  <a:lnTo>
                    <a:pt x="1077585" y="1273313"/>
                  </a:lnTo>
                  <a:lnTo>
                    <a:pt x="1077586" y="1273298"/>
                  </a:lnTo>
                  <a:lnTo>
                    <a:pt x="1077591" y="1273292"/>
                  </a:lnTo>
                  <a:lnTo>
                    <a:pt x="1077591" y="1273279"/>
                  </a:lnTo>
                  <a:lnTo>
                    <a:pt x="1077591" y="1273263"/>
                  </a:lnTo>
                  <a:lnTo>
                    <a:pt x="1077588" y="1273246"/>
                  </a:lnTo>
                  <a:lnTo>
                    <a:pt x="1077588" y="1273237"/>
                  </a:lnTo>
                  <a:lnTo>
                    <a:pt x="1077590" y="1273230"/>
                  </a:lnTo>
                  <a:lnTo>
                    <a:pt x="1077593" y="1273222"/>
                  </a:lnTo>
                  <a:lnTo>
                    <a:pt x="1077594" y="1273212"/>
                  </a:lnTo>
                  <a:lnTo>
                    <a:pt x="1077592" y="1273196"/>
                  </a:lnTo>
                  <a:lnTo>
                    <a:pt x="1077588" y="1273176"/>
                  </a:lnTo>
                  <a:lnTo>
                    <a:pt x="1077584" y="1273159"/>
                  </a:lnTo>
                  <a:lnTo>
                    <a:pt x="1077581" y="1273143"/>
                  </a:lnTo>
                  <a:lnTo>
                    <a:pt x="1077578" y="1273126"/>
                  </a:lnTo>
                  <a:lnTo>
                    <a:pt x="1077579" y="1273109"/>
                  </a:lnTo>
                  <a:lnTo>
                    <a:pt x="1077582" y="1273092"/>
                  </a:lnTo>
                  <a:lnTo>
                    <a:pt x="1077593" y="1273076"/>
                  </a:lnTo>
                  <a:lnTo>
                    <a:pt x="1077598" y="1273068"/>
                  </a:lnTo>
                  <a:lnTo>
                    <a:pt x="1077606" y="1273063"/>
                  </a:lnTo>
                  <a:lnTo>
                    <a:pt x="1077621" y="1273048"/>
                  </a:lnTo>
                  <a:lnTo>
                    <a:pt x="1077637" y="1273035"/>
                  </a:lnTo>
                  <a:lnTo>
                    <a:pt x="1077642" y="1273029"/>
                  </a:lnTo>
                  <a:lnTo>
                    <a:pt x="1077647" y="1273026"/>
                  </a:lnTo>
                  <a:lnTo>
                    <a:pt x="1077650" y="1273020"/>
                  </a:lnTo>
                  <a:lnTo>
                    <a:pt x="1077665" y="1273006"/>
                  </a:lnTo>
                  <a:lnTo>
                    <a:pt x="1077679" y="1272989"/>
                  </a:lnTo>
                  <a:lnTo>
                    <a:pt x="1077683" y="1272986"/>
                  </a:lnTo>
                  <a:lnTo>
                    <a:pt x="1077687" y="1272980"/>
                  </a:lnTo>
                  <a:lnTo>
                    <a:pt x="1077689" y="1272973"/>
                  </a:lnTo>
                  <a:lnTo>
                    <a:pt x="1077693" y="1272960"/>
                  </a:lnTo>
                  <a:lnTo>
                    <a:pt x="1077693" y="1272954"/>
                  </a:lnTo>
                  <a:lnTo>
                    <a:pt x="1077693" y="1272937"/>
                  </a:lnTo>
                  <a:lnTo>
                    <a:pt x="1077695" y="1272920"/>
                  </a:lnTo>
                  <a:lnTo>
                    <a:pt x="1077693" y="1272915"/>
                  </a:lnTo>
                  <a:lnTo>
                    <a:pt x="1077697" y="1272903"/>
                  </a:lnTo>
                  <a:lnTo>
                    <a:pt x="1077701" y="1272887"/>
                  </a:lnTo>
                  <a:lnTo>
                    <a:pt x="1077708" y="1272870"/>
                  </a:lnTo>
                  <a:lnTo>
                    <a:pt x="1077713" y="1272853"/>
                  </a:lnTo>
                  <a:lnTo>
                    <a:pt x="1077718" y="1272837"/>
                  </a:lnTo>
                  <a:lnTo>
                    <a:pt x="1077722" y="1272830"/>
                  </a:lnTo>
                  <a:lnTo>
                    <a:pt x="1077722" y="1272820"/>
                  </a:lnTo>
                  <a:lnTo>
                    <a:pt x="1077724" y="1272804"/>
                  </a:lnTo>
                  <a:lnTo>
                    <a:pt x="1077726" y="1272787"/>
                  </a:lnTo>
                  <a:lnTo>
                    <a:pt x="1077727" y="1272770"/>
                  </a:lnTo>
                  <a:lnTo>
                    <a:pt x="1077728" y="1272753"/>
                  </a:lnTo>
                  <a:lnTo>
                    <a:pt x="1077728" y="1272736"/>
                  </a:lnTo>
                  <a:lnTo>
                    <a:pt x="1077728" y="1272720"/>
                  </a:lnTo>
                  <a:lnTo>
                    <a:pt x="1077723" y="1272682"/>
                  </a:lnTo>
                  <a:lnTo>
                    <a:pt x="1077723" y="1272664"/>
                  </a:lnTo>
                  <a:lnTo>
                    <a:pt x="1077731" y="1272649"/>
                  </a:lnTo>
                  <a:lnTo>
                    <a:pt x="1077739" y="1272639"/>
                  </a:lnTo>
                  <a:lnTo>
                    <a:pt x="1077747" y="1272632"/>
                  </a:lnTo>
                  <a:lnTo>
                    <a:pt x="1077754" y="1272626"/>
                  </a:lnTo>
                  <a:lnTo>
                    <a:pt x="1077760" y="1272618"/>
                  </a:lnTo>
                  <a:lnTo>
                    <a:pt x="1077766" y="1272601"/>
                  </a:lnTo>
                  <a:lnTo>
                    <a:pt x="1077767" y="1272592"/>
                  </a:lnTo>
                  <a:lnTo>
                    <a:pt x="1077770" y="1272584"/>
                  </a:lnTo>
                  <a:lnTo>
                    <a:pt x="1077773" y="1272575"/>
                  </a:lnTo>
                  <a:lnTo>
                    <a:pt x="1077777" y="1272568"/>
                  </a:lnTo>
                  <a:lnTo>
                    <a:pt x="1077782" y="1272551"/>
                  </a:lnTo>
                  <a:lnTo>
                    <a:pt x="1077784" y="1272534"/>
                  </a:lnTo>
                  <a:lnTo>
                    <a:pt x="1077785" y="1272516"/>
                  </a:lnTo>
                  <a:lnTo>
                    <a:pt x="1077790" y="1272499"/>
                  </a:lnTo>
                  <a:lnTo>
                    <a:pt x="1077799" y="1272484"/>
                  </a:lnTo>
                  <a:lnTo>
                    <a:pt x="1077808" y="1272468"/>
                  </a:lnTo>
                  <a:lnTo>
                    <a:pt x="1077818" y="1272451"/>
                  </a:lnTo>
                  <a:lnTo>
                    <a:pt x="1077823" y="1272446"/>
                  </a:lnTo>
                  <a:lnTo>
                    <a:pt x="1077830" y="1272434"/>
                  </a:lnTo>
                  <a:lnTo>
                    <a:pt x="1077834" y="1272427"/>
                  </a:lnTo>
                  <a:lnTo>
                    <a:pt x="1077840" y="1272417"/>
                  </a:lnTo>
                  <a:lnTo>
                    <a:pt x="1077847" y="1272401"/>
                  </a:lnTo>
                  <a:lnTo>
                    <a:pt x="1077852" y="1272378"/>
                  </a:lnTo>
                  <a:lnTo>
                    <a:pt x="1077853" y="1272364"/>
                  </a:lnTo>
                  <a:lnTo>
                    <a:pt x="1077852" y="1272347"/>
                  </a:lnTo>
                  <a:lnTo>
                    <a:pt x="1077851" y="1272340"/>
                  </a:lnTo>
                  <a:lnTo>
                    <a:pt x="1077852" y="1272331"/>
                  </a:lnTo>
                  <a:lnTo>
                    <a:pt x="1077850" y="1272312"/>
                  </a:lnTo>
                  <a:lnTo>
                    <a:pt x="1077849" y="1272303"/>
                  </a:lnTo>
                  <a:lnTo>
                    <a:pt x="1077850" y="1272295"/>
                  </a:lnTo>
                  <a:lnTo>
                    <a:pt x="1077851" y="1272279"/>
                  </a:lnTo>
                  <a:lnTo>
                    <a:pt x="1077853" y="1272262"/>
                  </a:lnTo>
                  <a:lnTo>
                    <a:pt x="1077860" y="1272245"/>
                  </a:lnTo>
                  <a:lnTo>
                    <a:pt x="1077865" y="1272229"/>
                  </a:lnTo>
                  <a:lnTo>
                    <a:pt x="1077868" y="1272212"/>
                  </a:lnTo>
                  <a:lnTo>
                    <a:pt x="1077870" y="1272195"/>
                  </a:lnTo>
                  <a:lnTo>
                    <a:pt x="1077873" y="1272178"/>
                  </a:lnTo>
                  <a:lnTo>
                    <a:pt x="1077876" y="1272162"/>
                  </a:lnTo>
                  <a:lnTo>
                    <a:pt x="1077879" y="1272154"/>
                  </a:lnTo>
                  <a:lnTo>
                    <a:pt x="1077880" y="1272145"/>
                  </a:lnTo>
                  <a:lnTo>
                    <a:pt x="1077886" y="1272130"/>
                  </a:lnTo>
                  <a:lnTo>
                    <a:pt x="1077887" y="1272124"/>
                  </a:lnTo>
                  <a:lnTo>
                    <a:pt x="1077891" y="1272112"/>
                  </a:lnTo>
                  <a:lnTo>
                    <a:pt x="1077892" y="1272103"/>
                  </a:lnTo>
                  <a:lnTo>
                    <a:pt x="1077896" y="1272095"/>
                  </a:lnTo>
                  <a:lnTo>
                    <a:pt x="1077899" y="1272075"/>
                  </a:lnTo>
                  <a:lnTo>
                    <a:pt x="1077901" y="1272067"/>
                  </a:lnTo>
                  <a:lnTo>
                    <a:pt x="1077900" y="1272060"/>
                  </a:lnTo>
                  <a:lnTo>
                    <a:pt x="1077884" y="1272053"/>
                  </a:lnTo>
                  <a:lnTo>
                    <a:pt x="1077875" y="1272053"/>
                  </a:lnTo>
                  <a:lnTo>
                    <a:pt x="1077867" y="1272051"/>
                  </a:lnTo>
                  <a:lnTo>
                    <a:pt x="1077854" y="1272045"/>
                  </a:lnTo>
                  <a:lnTo>
                    <a:pt x="1077849" y="1272041"/>
                  </a:lnTo>
                  <a:lnTo>
                    <a:pt x="1077848" y="1272033"/>
                  </a:lnTo>
                  <a:lnTo>
                    <a:pt x="1077850" y="1272026"/>
                  </a:lnTo>
                  <a:lnTo>
                    <a:pt x="1077854" y="1272010"/>
                  </a:lnTo>
                  <a:lnTo>
                    <a:pt x="1077852" y="1271991"/>
                  </a:lnTo>
                  <a:lnTo>
                    <a:pt x="1077849" y="1271974"/>
                  </a:lnTo>
                  <a:lnTo>
                    <a:pt x="1077845" y="1271958"/>
                  </a:lnTo>
                  <a:lnTo>
                    <a:pt x="1077842" y="1271941"/>
                  </a:lnTo>
                  <a:lnTo>
                    <a:pt x="1077839" y="1271936"/>
                  </a:lnTo>
                  <a:lnTo>
                    <a:pt x="1077838" y="1271924"/>
                  </a:lnTo>
                  <a:lnTo>
                    <a:pt x="1077839" y="1271907"/>
                  </a:lnTo>
                  <a:lnTo>
                    <a:pt x="1077845" y="1271891"/>
                  </a:lnTo>
                  <a:lnTo>
                    <a:pt x="1077845" y="1271885"/>
                  </a:lnTo>
                  <a:lnTo>
                    <a:pt x="1077852" y="1271874"/>
                  </a:lnTo>
                  <a:lnTo>
                    <a:pt x="1077859" y="1271866"/>
                  </a:lnTo>
                  <a:lnTo>
                    <a:pt x="1077868" y="1271859"/>
                  </a:lnTo>
                  <a:lnTo>
                    <a:pt x="1077882" y="1271849"/>
                  </a:lnTo>
                  <a:lnTo>
                    <a:pt x="1077896" y="1271831"/>
                  </a:lnTo>
                  <a:lnTo>
                    <a:pt x="1077906" y="1271814"/>
                  </a:lnTo>
                  <a:lnTo>
                    <a:pt x="1077909" y="1271810"/>
                  </a:lnTo>
                  <a:lnTo>
                    <a:pt x="1077914" y="1271797"/>
                  </a:lnTo>
                  <a:lnTo>
                    <a:pt x="1077919" y="1271781"/>
                  </a:lnTo>
                  <a:lnTo>
                    <a:pt x="1077921" y="1271776"/>
                  </a:lnTo>
                  <a:lnTo>
                    <a:pt x="1077922" y="1271764"/>
                  </a:lnTo>
                  <a:lnTo>
                    <a:pt x="1077927" y="1271747"/>
                  </a:lnTo>
                  <a:lnTo>
                    <a:pt x="1077928" y="1271731"/>
                  </a:lnTo>
                  <a:lnTo>
                    <a:pt x="1077930" y="1271714"/>
                  </a:lnTo>
                  <a:lnTo>
                    <a:pt x="1077931" y="1271697"/>
                  </a:lnTo>
                  <a:lnTo>
                    <a:pt x="1077930" y="1271680"/>
                  </a:lnTo>
                  <a:lnTo>
                    <a:pt x="1077929" y="1271661"/>
                  </a:lnTo>
                  <a:lnTo>
                    <a:pt x="1077928" y="1271644"/>
                  </a:lnTo>
                  <a:lnTo>
                    <a:pt x="1077924" y="1271625"/>
                  </a:lnTo>
                  <a:lnTo>
                    <a:pt x="1077922" y="1271608"/>
                  </a:lnTo>
                  <a:lnTo>
                    <a:pt x="1077919" y="1271587"/>
                  </a:lnTo>
                  <a:lnTo>
                    <a:pt x="1077909" y="1271576"/>
                  </a:lnTo>
                  <a:lnTo>
                    <a:pt x="1077891" y="1271565"/>
                  </a:lnTo>
                  <a:lnTo>
                    <a:pt x="1077875" y="1271555"/>
                  </a:lnTo>
                  <a:lnTo>
                    <a:pt x="1077858" y="1271546"/>
                  </a:lnTo>
                  <a:lnTo>
                    <a:pt x="1077842" y="1271538"/>
                  </a:lnTo>
                  <a:lnTo>
                    <a:pt x="1077833" y="1271532"/>
                  </a:lnTo>
                  <a:lnTo>
                    <a:pt x="1077825" y="1271525"/>
                  </a:lnTo>
                  <a:lnTo>
                    <a:pt x="1077819" y="1271518"/>
                  </a:lnTo>
                  <a:lnTo>
                    <a:pt x="1077815" y="1271508"/>
                  </a:lnTo>
                  <a:lnTo>
                    <a:pt x="1077807" y="1271491"/>
                  </a:lnTo>
                  <a:lnTo>
                    <a:pt x="1077802" y="1271486"/>
                  </a:lnTo>
                  <a:lnTo>
                    <a:pt x="1077793" y="1271483"/>
                  </a:lnTo>
                  <a:lnTo>
                    <a:pt x="1077787" y="1271479"/>
                  </a:lnTo>
                  <a:lnTo>
                    <a:pt x="1077777" y="1271474"/>
                  </a:lnTo>
                  <a:lnTo>
                    <a:pt x="1077762" y="1271464"/>
                  </a:lnTo>
                  <a:lnTo>
                    <a:pt x="1077746" y="1271442"/>
                  </a:lnTo>
                  <a:lnTo>
                    <a:pt x="1077736" y="1271427"/>
                  </a:lnTo>
                  <a:lnTo>
                    <a:pt x="1077728" y="1271417"/>
                  </a:lnTo>
                  <a:lnTo>
                    <a:pt x="1077723" y="1271413"/>
                  </a:lnTo>
                  <a:lnTo>
                    <a:pt x="1077707" y="1271399"/>
                  </a:lnTo>
                  <a:lnTo>
                    <a:pt x="1077695" y="1271390"/>
                  </a:lnTo>
                  <a:lnTo>
                    <a:pt x="1077675" y="1271372"/>
                  </a:lnTo>
                  <a:lnTo>
                    <a:pt x="1077663" y="1271356"/>
                  </a:lnTo>
                  <a:lnTo>
                    <a:pt x="1077646" y="1271343"/>
                  </a:lnTo>
                  <a:lnTo>
                    <a:pt x="1077630" y="1271333"/>
                  </a:lnTo>
                  <a:lnTo>
                    <a:pt x="1077626" y="1271329"/>
                  </a:lnTo>
                  <a:lnTo>
                    <a:pt x="1077620" y="1271319"/>
                  </a:lnTo>
                  <a:lnTo>
                    <a:pt x="1077614" y="1271314"/>
                  </a:lnTo>
                  <a:lnTo>
                    <a:pt x="1077604" y="1271305"/>
                  </a:lnTo>
                  <a:lnTo>
                    <a:pt x="1077594" y="1271301"/>
                  </a:lnTo>
                  <a:lnTo>
                    <a:pt x="1077588" y="1271296"/>
                  </a:lnTo>
                  <a:lnTo>
                    <a:pt x="1077581" y="1271292"/>
                  </a:lnTo>
                  <a:lnTo>
                    <a:pt x="1077572" y="1271280"/>
                  </a:lnTo>
                  <a:lnTo>
                    <a:pt x="1077565" y="1271264"/>
                  </a:lnTo>
                  <a:lnTo>
                    <a:pt x="1077566" y="1271249"/>
                  </a:lnTo>
                  <a:lnTo>
                    <a:pt x="1077569" y="1271232"/>
                  </a:lnTo>
                  <a:lnTo>
                    <a:pt x="1077575" y="1271215"/>
                  </a:lnTo>
                  <a:lnTo>
                    <a:pt x="1077575" y="1271199"/>
                  </a:lnTo>
                  <a:lnTo>
                    <a:pt x="1077571" y="1271182"/>
                  </a:lnTo>
                  <a:lnTo>
                    <a:pt x="1077569" y="1271173"/>
                  </a:lnTo>
                  <a:lnTo>
                    <a:pt x="1077565" y="1271165"/>
                  </a:lnTo>
                  <a:lnTo>
                    <a:pt x="1077558" y="1271148"/>
                  </a:lnTo>
                  <a:lnTo>
                    <a:pt x="1077558" y="1271132"/>
                  </a:lnTo>
                  <a:lnTo>
                    <a:pt x="1077558" y="1271115"/>
                  </a:lnTo>
                  <a:lnTo>
                    <a:pt x="1077558" y="1271106"/>
                  </a:lnTo>
                  <a:lnTo>
                    <a:pt x="1077556" y="1271099"/>
                  </a:lnTo>
                  <a:lnTo>
                    <a:pt x="1077554" y="1271079"/>
                  </a:lnTo>
                  <a:lnTo>
                    <a:pt x="1077554" y="1271074"/>
                  </a:lnTo>
                  <a:lnTo>
                    <a:pt x="1077555" y="1271068"/>
                  </a:lnTo>
                  <a:lnTo>
                    <a:pt x="1077557" y="1271063"/>
                  </a:lnTo>
                  <a:lnTo>
                    <a:pt x="1077561" y="1271054"/>
                  </a:lnTo>
                  <a:lnTo>
                    <a:pt x="1077559" y="1271045"/>
                  </a:lnTo>
                  <a:lnTo>
                    <a:pt x="1077558" y="1271036"/>
                  </a:lnTo>
                  <a:lnTo>
                    <a:pt x="1077561" y="1271024"/>
                  </a:lnTo>
                  <a:lnTo>
                    <a:pt x="1077561" y="1271013"/>
                  </a:lnTo>
                  <a:lnTo>
                    <a:pt x="1077558" y="1271004"/>
                  </a:lnTo>
                  <a:lnTo>
                    <a:pt x="1077557" y="1270996"/>
                  </a:lnTo>
                  <a:lnTo>
                    <a:pt x="1077558" y="1270980"/>
                  </a:lnTo>
                  <a:lnTo>
                    <a:pt x="1077561" y="1270963"/>
                  </a:lnTo>
                  <a:lnTo>
                    <a:pt x="1077562" y="1270946"/>
                  </a:lnTo>
                  <a:lnTo>
                    <a:pt x="1077558" y="1270930"/>
                  </a:lnTo>
                  <a:lnTo>
                    <a:pt x="1077554" y="1270913"/>
                  </a:lnTo>
                  <a:lnTo>
                    <a:pt x="1077552" y="1270905"/>
                  </a:lnTo>
                  <a:lnTo>
                    <a:pt x="1077553" y="1270896"/>
                  </a:lnTo>
                  <a:lnTo>
                    <a:pt x="1077558" y="1270880"/>
                  </a:lnTo>
                  <a:lnTo>
                    <a:pt x="1077563" y="1270863"/>
                  </a:lnTo>
                  <a:lnTo>
                    <a:pt x="1077572" y="1270846"/>
                  </a:lnTo>
                  <a:lnTo>
                    <a:pt x="1077585" y="1270830"/>
                  </a:lnTo>
                  <a:lnTo>
                    <a:pt x="1077597" y="1270813"/>
                  </a:lnTo>
                  <a:lnTo>
                    <a:pt x="1077611" y="1270796"/>
                  </a:lnTo>
                  <a:lnTo>
                    <a:pt x="1077624" y="1270779"/>
                  </a:lnTo>
                  <a:lnTo>
                    <a:pt x="1077637" y="1270764"/>
                  </a:lnTo>
                  <a:lnTo>
                    <a:pt x="1077651" y="1270747"/>
                  </a:lnTo>
                  <a:lnTo>
                    <a:pt x="1077664" y="1270731"/>
                  </a:lnTo>
                  <a:lnTo>
                    <a:pt x="1077674" y="1270715"/>
                  </a:lnTo>
                  <a:lnTo>
                    <a:pt x="1077678" y="1270707"/>
                  </a:lnTo>
                  <a:lnTo>
                    <a:pt x="1077683" y="1270697"/>
                  </a:lnTo>
                  <a:lnTo>
                    <a:pt x="1077694" y="1270680"/>
                  </a:lnTo>
                  <a:lnTo>
                    <a:pt x="1077698" y="1270669"/>
                  </a:lnTo>
                  <a:lnTo>
                    <a:pt x="1077698" y="1270664"/>
                  </a:lnTo>
                  <a:lnTo>
                    <a:pt x="1077695" y="1270652"/>
                  </a:lnTo>
                  <a:lnTo>
                    <a:pt x="1077692" y="1270644"/>
                  </a:lnTo>
                  <a:lnTo>
                    <a:pt x="1077683" y="1270631"/>
                  </a:lnTo>
                  <a:lnTo>
                    <a:pt x="1077681" y="1270625"/>
                  </a:lnTo>
                  <a:lnTo>
                    <a:pt x="1077672" y="1270614"/>
                  </a:lnTo>
                  <a:lnTo>
                    <a:pt x="1077667" y="1270608"/>
                  </a:lnTo>
                  <a:lnTo>
                    <a:pt x="1077657" y="1270603"/>
                  </a:lnTo>
                  <a:lnTo>
                    <a:pt x="1077635" y="1270596"/>
                  </a:lnTo>
                  <a:lnTo>
                    <a:pt x="1077613" y="1270592"/>
                  </a:lnTo>
                  <a:lnTo>
                    <a:pt x="1077550" y="1270585"/>
                  </a:lnTo>
                  <a:lnTo>
                    <a:pt x="1077534" y="1270584"/>
                  </a:lnTo>
                  <a:lnTo>
                    <a:pt x="1077517" y="1270583"/>
                  </a:lnTo>
                  <a:lnTo>
                    <a:pt x="1077501" y="1270581"/>
                  </a:lnTo>
                  <a:lnTo>
                    <a:pt x="1077491" y="1270578"/>
                  </a:lnTo>
                  <a:lnTo>
                    <a:pt x="1077485" y="1270578"/>
                  </a:lnTo>
                  <a:lnTo>
                    <a:pt x="1077468" y="1270574"/>
                  </a:lnTo>
                  <a:lnTo>
                    <a:pt x="1077452" y="1270572"/>
                  </a:lnTo>
                  <a:lnTo>
                    <a:pt x="1077433" y="1270566"/>
                  </a:lnTo>
                  <a:lnTo>
                    <a:pt x="1077425" y="1270562"/>
                  </a:lnTo>
                  <a:lnTo>
                    <a:pt x="1077418" y="1270558"/>
                  </a:lnTo>
                  <a:lnTo>
                    <a:pt x="1077409" y="1270555"/>
                  </a:lnTo>
                  <a:lnTo>
                    <a:pt x="1077403" y="1270555"/>
                  </a:lnTo>
                  <a:lnTo>
                    <a:pt x="1077386" y="1270553"/>
                  </a:lnTo>
                  <a:lnTo>
                    <a:pt x="1077369" y="1270555"/>
                  </a:lnTo>
                  <a:lnTo>
                    <a:pt x="1077353" y="1270557"/>
                  </a:lnTo>
                  <a:lnTo>
                    <a:pt x="1077336" y="1270558"/>
                  </a:lnTo>
                  <a:lnTo>
                    <a:pt x="1077315" y="1270564"/>
                  </a:lnTo>
                  <a:lnTo>
                    <a:pt x="1077307" y="1270564"/>
                  </a:lnTo>
                  <a:lnTo>
                    <a:pt x="1077295" y="1270562"/>
                  </a:lnTo>
                  <a:lnTo>
                    <a:pt x="1077287" y="1270560"/>
                  </a:lnTo>
                  <a:lnTo>
                    <a:pt x="1077271" y="1270559"/>
                  </a:lnTo>
                  <a:lnTo>
                    <a:pt x="1077254" y="1270557"/>
                  </a:lnTo>
                  <a:lnTo>
                    <a:pt x="1077248" y="1270555"/>
                  </a:lnTo>
                  <a:lnTo>
                    <a:pt x="1077237" y="1270554"/>
                  </a:lnTo>
                  <a:lnTo>
                    <a:pt x="1077221" y="1270555"/>
                  </a:lnTo>
                  <a:lnTo>
                    <a:pt x="1077205" y="1270556"/>
                  </a:lnTo>
                  <a:lnTo>
                    <a:pt x="1077188" y="1270557"/>
                  </a:lnTo>
                  <a:lnTo>
                    <a:pt x="1077172" y="1270554"/>
                  </a:lnTo>
                  <a:lnTo>
                    <a:pt x="1077149" y="1270548"/>
                  </a:lnTo>
                  <a:lnTo>
                    <a:pt x="1077140" y="1270547"/>
                  </a:lnTo>
                  <a:lnTo>
                    <a:pt x="1077123" y="1270548"/>
                  </a:lnTo>
                  <a:lnTo>
                    <a:pt x="1077114" y="1270548"/>
                  </a:lnTo>
                  <a:lnTo>
                    <a:pt x="1077101" y="1270546"/>
                  </a:lnTo>
                  <a:lnTo>
                    <a:pt x="1077094" y="1270542"/>
                  </a:lnTo>
                  <a:lnTo>
                    <a:pt x="1077089" y="1270537"/>
                  </a:lnTo>
                  <a:lnTo>
                    <a:pt x="1077073" y="1270527"/>
                  </a:lnTo>
                  <a:lnTo>
                    <a:pt x="1077057" y="1270522"/>
                  </a:lnTo>
                  <a:lnTo>
                    <a:pt x="1077040" y="1270519"/>
                  </a:lnTo>
                  <a:lnTo>
                    <a:pt x="1077023" y="1270512"/>
                  </a:lnTo>
                  <a:lnTo>
                    <a:pt x="1077006" y="1270508"/>
                  </a:lnTo>
                  <a:lnTo>
                    <a:pt x="1076991" y="1270504"/>
                  </a:lnTo>
                  <a:lnTo>
                    <a:pt x="1076975" y="1270499"/>
                  </a:lnTo>
                  <a:lnTo>
                    <a:pt x="1076958" y="1270492"/>
                  </a:lnTo>
                  <a:lnTo>
                    <a:pt x="1076942" y="1270484"/>
                  </a:lnTo>
                  <a:lnTo>
                    <a:pt x="1076925" y="1270479"/>
                  </a:lnTo>
                  <a:lnTo>
                    <a:pt x="1076909" y="1270474"/>
                  </a:lnTo>
                  <a:lnTo>
                    <a:pt x="1076892" y="1270470"/>
                  </a:lnTo>
                  <a:lnTo>
                    <a:pt x="1076876" y="1270464"/>
                  </a:lnTo>
                  <a:lnTo>
                    <a:pt x="1076867" y="1270456"/>
                  </a:lnTo>
                  <a:lnTo>
                    <a:pt x="1076866" y="1270450"/>
                  </a:lnTo>
                  <a:lnTo>
                    <a:pt x="1076865" y="1270432"/>
                  </a:lnTo>
                  <a:lnTo>
                    <a:pt x="1076861" y="1270416"/>
                  </a:lnTo>
                  <a:lnTo>
                    <a:pt x="1076855" y="1270399"/>
                  </a:lnTo>
                  <a:lnTo>
                    <a:pt x="1076849" y="1270384"/>
                  </a:lnTo>
                  <a:lnTo>
                    <a:pt x="1076847" y="1270378"/>
                  </a:lnTo>
                  <a:lnTo>
                    <a:pt x="1076843" y="1270366"/>
                  </a:lnTo>
                  <a:lnTo>
                    <a:pt x="1076837" y="1270349"/>
                  </a:lnTo>
                  <a:lnTo>
                    <a:pt x="1076828" y="1270332"/>
                  </a:lnTo>
                  <a:lnTo>
                    <a:pt x="1076818" y="1270316"/>
                  </a:lnTo>
                  <a:lnTo>
                    <a:pt x="1076810" y="1270299"/>
                  </a:lnTo>
                  <a:lnTo>
                    <a:pt x="1076802" y="1270282"/>
                  </a:lnTo>
                  <a:lnTo>
                    <a:pt x="1076796" y="1270266"/>
                  </a:lnTo>
                  <a:lnTo>
                    <a:pt x="1076795" y="1270258"/>
                  </a:lnTo>
                  <a:lnTo>
                    <a:pt x="1076791" y="1270249"/>
                  </a:lnTo>
                  <a:lnTo>
                    <a:pt x="1076789" y="1270244"/>
                  </a:lnTo>
                  <a:lnTo>
                    <a:pt x="1076780" y="1270233"/>
                  </a:lnTo>
                  <a:lnTo>
                    <a:pt x="1076766" y="1270219"/>
                  </a:lnTo>
                  <a:lnTo>
                    <a:pt x="1076749" y="1270209"/>
                  </a:lnTo>
                  <a:lnTo>
                    <a:pt x="1076733" y="1270200"/>
                  </a:lnTo>
                  <a:lnTo>
                    <a:pt x="1076726" y="1270197"/>
                  </a:lnTo>
                  <a:lnTo>
                    <a:pt x="1076716" y="1270188"/>
                  </a:lnTo>
                  <a:lnTo>
                    <a:pt x="1076711" y="1270182"/>
                  </a:lnTo>
                  <a:lnTo>
                    <a:pt x="1076704" y="1270172"/>
                  </a:lnTo>
                  <a:lnTo>
                    <a:pt x="1076698" y="1270155"/>
                  </a:lnTo>
                  <a:lnTo>
                    <a:pt x="1076695" y="1270146"/>
                  </a:lnTo>
                  <a:lnTo>
                    <a:pt x="1076693" y="1270141"/>
                  </a:lnTo>
                  <a:lnTo>
                    <a:pt x="1076688" y="1270133"/>
                  </a:lnTo>
                  <a:lnTo>
                    <a:pt x="1076683" y="1270130"/>
                  </a:lnTo>
                  <a:lnTo>
                    <a:pt x="1076674" y="1270125"/>
                  </a:lnTo>
                  <a:lnTo>
                    <a:pt x="1076658" y="1270114"/>
                  </a:lnTo>
                  <a:lnTo>
                    <a:pt x="1076653" y="1270110"/>
                  </a:lnTo>
                  <a:lnTo>
                    <a:pt x="1076644" y="1270105"/>
                  </a:lnTo>
                  <a:lnTo>
                    <a:pt x="1076639" y="1270102"/>
                  </a:lnTo>
                  <a:lnTo>
                    <a:pt x="1076633" y="1270101"/>
                  </a:lnTo>
                  <a:lnTo>
                    <a:pt x="1076625" y="1270102"/>
                  </a:lnTo>
                  <a:lnTo>
                    <a:pt x="1076609" y="1270102"/>
                  </a:lnTo>
                  <a:lnTo>
                    <a:pt x="1076592" y="1270101"/>
                  </a:lnTo>
                  <a:lnTo>
                    <a:pt x="1076576" y="1270090"/>
                  </a:lnTo>
                  <a:lnTo>
                    <a:pt x="1076559" y="1270075"/>
                  </a:lnTo>
                  <a:lnTo>
                    <a:pt x="1076548" y="1270067"/>
                  </a:lnTo>
                  <a:lnTo>
                    <a:pt x="1076537" y="1270062"/>
                  </a:lnTo>
                  <a:lnTo>
                    <a:pt x="1076527" y="1270059"/>
                  </a:lnTo>
                  <a:lnTo>
                    <a:pt x="1076505" y="1270052"/>
                  </a:lnTo>
                  <a:lnTo>
                    <a:pt x="1076493" y="1270051"/>
                  </a:lnTo>
                  <a:lnTo>
                    <a:pt x="1076475" y="1270047"/>
                  </a:lnTo>
                  <a:lnTo>
                    <a:pt x="1076462" y="1270034"/>
                  </a:lnTo>
                  <a:lnTo>
                    <a:pt x="1076455" y="1270018"/>
                  </a:lnTo>
                  <a:lnTo>
                    <a:pt x="1076450" y="1270001"/>
                  </a:lnTo>
                  <a:lnTo>
                    <a:pt x="1076452" y="1269987"/>
                  </a:lnTo>
                  <a:lnTo>
                    <a:pt x="1076452" y="1269976"/>
                  </a:lnTo>
                  <a:lnTo>
                    <a:pt x="1076448" y="1269971"/>
                  </a:lnTo>
                  <a:lnTo>
                    <a:pt x="1076437" y="1269965"/>
                  </a:lnTo>
                  <a:lnTo>
                    <a:pt x="1076427" y="1269957"/>
                  </a:lnTo>
                  <a:lnTo>
                    <a:pt x="1076416" y="1269939"/>
                  </a:lnTo>
                  <a:lnTo>
                    <a:pt x="1076410" y="1269933"/>
                  </a:lnTo>
                  <a:lnTo>
                    <a:pt x="1076401" y="1269930"/>
                  </a:lnTo>
                  <a:lnTo>
                    <a:pt x="1076384" y="1269919"/>
                  </a:lnTo>
                  <a:lnTo>
                    <a:pt x="1076375" y="1269903"/>
                  </a:lnTo>
                  <a:lnTo>
                    <a:pt x="1076367" y="1269887"/>
                  </a:lnTo>
                  <a:lnTo>
                    <a:pt x="1076362" y="1269877"/>
                  </a:lnTo>
                  <a:lnTo>
                    <a:pt x="1076361" y="1269870"/>
                  </a:lnTo>
                  <a:lnTo>
                    <a:pt x="1076357" y="1269857"/>
                  </a:lnTo>
                  <a:lnTo>
                    <a:pt x="1076355" y="1269848"/>
                  </a:lnTo>
                  <a:lnTo>
                    <a:pt x="1076353" y="1269838"/>
                  </a:lnTo>
                  <a:lnTo>
                    <a:pt x="1076350" y="1269831"/>
                  </a:lnTo>
                  <a:lnTo>
                    <a:pt x="1076345" y="1269823"/>
                  </a:lnTo>
                  <a:lnTo>
                    <a:pt x="1076342" y="1269817"/>
                  </a:lnTo>
                  <a:lnTo>
                    <a:pt x="1076340" y="1269811"/>
                  </a:lnTo>
                  <a:lnTo>
                    <a:pt x="1076338" y="1269804"/>
                  </a:lnTo>
                  <a:lnTo>
                    <a:pt x="1076332" y="1269787"/>
                  </a:lnTo>
                  <a:lnTo>
                    <a:pt x="1076327" y="1269770"/>
                  </a:lnTo>
                  <a:lnTo>
                    <a:pt x="1076323" y="1269758"/>
                  </a:lnTo>
                  <a:lnTo>
                    <a:pt x="1076319" y="1269753"/>
                  </a:lnTo>
                  <a:lnTo>
                    <a:pt x="1076316" y="1269748"/>
                  </a:lnTo>
                  <a:lnTo>
                    <a:pt x="1076305" y="1269739"/>
                  </a:lnTo>
                  <a:lnTo>
                    <a:pt x="1076301" y="1269737"/>
                  </a:lnTo>
                  <a:lnTo>
                    <a:pt x="1076295" y="1269734"/>
                  </a:lnTo>
                  <a:lnTo>
                    <a:pt x="1076291" y="1269727"/>
                  </a:lnTo>
                  <a:lnTo>
                    <a:pt x="1076287" y="1269717"/>
                  </a:lnTo>
                  <a:lnTo>
                    <a:pt x="1076287" y="1269711"/>
                  </a:lnTo>
                  <a:lnTo>
                    <a:pt x="1076289" y="1269693"/>
                  </a:lnTo>
                  <a:lnTo>
                    <a:pt x="1076289" y="1269687"/>
                  </a:lnTo>
                  <a:lnTo>
                    <a:pt x="1076285" y="1269677"/>
                  </a:lnTo>
                  <a:lnTo>
                    <a:pt x="1076282" y="1269660"/>
                  </a:lnTo>
                  <a:lnTo>
                    <a:pt x="1076282" y="1269644"/>
                  </a:lnTo>
                  <a:lnTo>
                    <a:pt x="1076277" y="1269627"/>
                  </a:lnTo>
                  <a:lnTo>
                    <a:pt x="1076274" y="1269619"/>
                  </a:lnTo>
                  <a:lnTo>
                    <a:pt x="1076273" y="1269610"/>
                  </a:lnTo>
                  <a:lnTo>
                    <a:pt x="1076273" y="1269594"/>
                  </a:lnTo>
                  <a:lnTo>
                    <a:pt x="1076266" y="1269577"/>
                  </a:lnTo>
                  <a:lnTo>
                    <a:pt x="1076262" y="1269560"/>
                  </a:lnTo>
                  <a:lnTo>
                    <a:pt x="1076263" y="1269543"/>
                  </a:lnTo>
                  <a:lnTo>
                    <a:pt x="1076262" y="1269527"/>
                  </a:lnTo>
                  <a:lnTo>
                    <a:pt x="1076262" y="1269520"/>
                  </a:lnTo>
                  <a:lnTo>
                    <a:pt x="1076258" y="1269510"/>
                  </a:lnTo>
                  <a:lnTo>
                    <a:pt x="1076256" y="1269502"/>
                  </a:lnTo>
                  <a:lnTo>
                    <a:pt x="1076256" y="1269494"/>
                  </a:lnTo>
                  <a:lnTo>
                    <a:pt x="1076258" y="1269477"/>
                  </a:lnTo>
                  <a:lnTo>
                    <a:pt x="1076260" y="1269469"/>
                  </a:lnTo>
                  <a:lnTo>
                    <a:pt x="1076260" y="1269458"/>
                  </a:lnTo>
                  <a:lnTo>
                    <a:pt x="1076256" y="1269444"/>
                  </a:lnTo>
                  <a:lnTo>
                    <a:pt x="1076252" y="1269436"/>
                  </a:lnTo>
                  <a:lnTo>
                    <a:pt x="1076250" y="1269427"/>
                  </a:lnTo>
                  <a:lnTo>
                    <a:pt x="1076244" y="1269410"/>
                  </a:lnTo>
                  <a:lnTo>
                    <a:pt x="1076239" y="1269390"/>
                  </a:lnTo>
                  <a:lnTo>
                    <a:pt x="1076234" y="1269377"/>
                  </a:lnTo>
                  <a:lnTo>
                    <a:pt x="1076230" y="1269371"/>
                  </a:lnTo>
                  <a:lnTo>
                    <a:pt x="1076221" y="1269360"/>
                  </a:lnTo>
                  <a:lnTo>
                    <a:pt x="1076212" y="1269349"/>
                  </a:lnTo>
                  <a:lnTo>
                    <a:pt x="1076210" y="1269344"/>
                  </a:lnTo>
                  <a:lnTo>
                    <a:pt x="1076204" y="1269327"/>
                  </a:lnTo>
                  <a:lnTo>
                    <a:pt x="1076201" y="1269310"/>
                  </a:lnTo>
                  <a:lnTo>
                    <a:pt x="1076201" y="1269302"/>
                  </a:lnTo>
                  <a:lnTo>
                    <a:pt x="1076199" y="1269292"/>
                  </a:lnTo>
                  <a:lnTo>
                    <a:pt x="1076194" y="1269277"/>
                  </a:lnTo>
                  <a:lnTo>
                    <a:pt x="1076182" y="1269261"/>
                  </a:lnTo>
                  <a:lnTo>
                    <a:pt x="1076177" y="1269251"/>
                  </a:lnTo>
                  <a:lnTo>
                    <a:pt x="1076171" y="1269242"/>
                  </a:lnTo>
                  <a:lnTo>
                    <a:pt x="1076164" y="1269227"/>
                  </a:lnTo>
                  <a:lnTo>
                    <a:pt x="1076158" y="1269210"/>
                  </a:lnTo>
                  <a:lnTo>
                    <a:pt x="1076152" y="1269194"/>
                  </a:lnTo>
                  <a:lnTo>
                    <a:pt x="1076145" y="1269177"/>
                  </a:lnTo>
                  <a:lnTo>
                    <a:pt x="1076144" y="1269169"/>
                  </a:lnTo>
                  <a:lnTo>
                    <a:pt x="1076145" y="1269159"/>
                  </a:lnTo>
                  <a:lnTo>
                    <a:pt x="1076157" y="1269146"/>
                  </a:lnTo>
                  <a:lnTo>
                    <a:pt x="1076172" y="1269129"/>
                  </a:lnTo>
                  <a:lnTo>
                    <a:pt x="1076186" y="1269113"/>
                  </a:lnTo>
                  <a:lnTo>
                    <a:pt x="1076200" y="1269096"/>
                  </a:lnTo>
                  <a:lnTo>
                    <a:pt x="1076214" y="1269079"/>
                  </a:lnTo>
                  <a:lnTo>
                    <a:pt x="1076230" y="1269066"/>
                  </a:lnTo>
                  <a:lnTo>
                    <a:pt x="1076246" y="1269055"/>
                  </a:lnTo>
                  <a:lnTo>
                    <a:pt x="1076263" y="1269048"/>
                  </a:lnTo>
                  <a:lnTo>
                    <a:pt x="1076279" y="1269042"/>
                  </a:lnTo>
                  <a:lnTo>
                    <a:pt x="1076296" y="1269040"/>
                  </a:lnTo>
                  <a:lnTo>
                    <a:pt x="1076312" y="1269034"/>
                  </a:lnTo>
                  <a:lnTo>
                    <a:pt x="1076319" y="1269032"/>
                  </a:lnTo>
                  <a:lnTo>
                    <a:pt x="1076324" y="1269030"/>
                  </a:lnTo>
                  <a:lnTo>
                    <a:pt x="1076326" y="1269025"/>
                  </a:lnTo>
                  <a:lnTo>
                    <a:pt x="1076331" y="1269007"/>
                  </a:lnTo>
                  <a:lnTo>
                    <a:pt x="1076332" y="1268990"/>
                  </a:lnTo>
                  <a:lnTo>
                    <a:pt x="1076332" y="1268973"/>
                  </a:lnTo>
                  <a:lnTo>
                    <a:pt x="1076332" y="1268957"/>
                  </a:lnTo>
                  <a:lnTo>
                    <a:pt x="1076331" y="1268940"/>
                  </a:lnTo>
                  <a:lnTo>
                    <a:pt x="1076326" y="1268923"/>
                  </a:lnTo>
                  <a:lnTo>
                    <a:pt x="1076324" y="1268907"/>
                  </a:lnTo>
                  <a:lnTo>
                    <a:pt x="1076321" y="1268890"/>
                  </a:lnTo>
                  <a:lnTo>
                    <a:pt x="1076323" y="1268873"/>
                  </a:lnTo>
                  <a:lnTo>
                    <a:pt x="1076326" y="1268857"/>
                  </a:lnTo>
                  <a:lnTo>
                    <a:pt x="1076326" y="1268848"/>
                  </a:lnTo>
                  <a:lnTo>
                    <a:pt x="1076328" y="1268840"/>
                  </a:lnTo>
                  <a:lnTo>
                    <a:pt x="1076329" y="1268823"/>
                  </a:lnTo>
                  <a:lnTo>
                    <a:pt x="1076327" y="1268806"/>
                  </a:lnTo>
                  <a:lnTo>
                    <a:pt x="1076325" y="1268790"/>
                  </a:lnTo>
                  <a:lnTo>
                    <a:pt x="1076324" y="1268773"/>
                  </a:lnTo>
                  <a:lnTo>
                    <a:pt x="1076323" y="1268757"/>
                  </a:lnTo>
                  <a:lnTo>
                    <a:pt x="1076321" y="1268740"/>
                  </a:lnTo>
                  <a:lnTo>
                    <a:pt x="1076321" y="1268723"/>
                  </a:lnTo>
                  <a:lnTo>
                    <a:pt x="1076320" y="1268707"/>
                  </a:lnTo>
                  <a:lnTo>
                    <a:pt x="1076323" y="1268690"/>
                  </a:lnTo>
                  <a:lnTo>
                    <a:pt x="1076327" y="1268673"/>
                  </a:lnTo>
                  <a:lnTo>
                    <a:pt x="1076331" y="1268656"/>
                  </a:lnTo>
                  <a:lnTo>
                    <a:pt x="1076332" y="1268640"/>
                  </a:lnTo>
                  <a:lnTo>
                    <a:pt x="1076333" y="1268623"/>
                  </a:lnTo>
                  <a:lnTo>
                    <a:pt x="1076334" y="1268607"/>
                  </a:lnTo>
                  <a:lnTo>
                    <a:pt x="1076336" y="1268590"/>
                  </a:lnTo>
                  <a:lnTo>
                    <a:pt x="1076343" y="1268573"/>
                  </a:lnTo>
                  <a:lnTo>
                    <a:pt x="1076348" y="1268557"/>
                  </a:lnTo>
                  <a:lnTo>
                    <a:pt x="1076353" y="1268540"/>
                  </a:lnTo>
                  <a:lnTo>
                    <a:pt x="1076354" y="1268523"/>
                  </a:lnTo>
                  <a:lnTo>
                    <a:pt x="1076353" y="1268505"/>
                  </a:lnTo>
                  <a:lnTo>
                    <a:pt x="1076346" y="1268487"/>
                  </a:lnTo>
                  <a:lnTo>
                    <a:pt x="1076336" y="1268473"/>
                  </a:lnTo>
                  <a:lnTo>
                    <a:pt x="1076323" y="1268456"/>
                  </a:lnTo>
                  <a:lnTo>
                    <a:pt x="1076320" y="1268451"/>
                  </a:lnTo>
                  <a:lnTo>
                    <a:pt x="1076318" y="1268440"/>
                  </a:lnTo>
                  <a:lnTo>
                    <a:pt x="1076320" y="1268423"/>
                  </a:lnTo>
                  <a:lnTo>
                    <a:pt x="1076318" y="1268404"/>
                  </a:lnTo>
                  <a:lnTo>
                    <a:pt x="1076314" y="1268388"/>
                  </a:lnTo>
                  <a:lnTo>
                    <a:pt x="1076308" y="1268373"/>
                  </a:lnTo>
                  <a:lnTo>
                    <a:pt x="1076305" y="1268357"/>
                  </a:lnTo>
                  <a:lnTo>
                    <a:pt x="1076303" y="1268338"/>
                  </a:lnTo>
                  <a:lnTo>
                    <a:pt x="1076303" y="1268328"/>
                  </a:lnTo>
                  <a:lnTo>
                    <a:pt x="1076303" y="1268317"/>
                  </a:lnTo>
                  <a:lnTo>
                    <a:pt x="1076302" y="1268312"/>
                  </a:lnTo>
                  <a:lnTo>
                    <a:pt x="1076299" y="1268306"/>
                  </a:lnTo>
                  <a:lnTo>
                    <a:pt x="1076295" y="1268299"/>
                  </a:lnTo>
                  <a:lnTo>
                    <a:pt x="1076290" y="1268291"/>
                  </a:lnTo>
                  <a:lnTo>
                    <a:pt x="1076286" y="1268282"/>
                  </a:lnTo>
                  <a:lnTo>
                    <a:pt x="1076282" y="1268273"/>
                  </a:lnTo>
                  <a:lnTo>
                    <a:pt x="1076279" y="1268267"/>
                  </a:lnTo>
                  <a:lnTo>
                    <a:pt x="1076278" y="1268257"/>
                  </a:lnTo>
                  <a:lnTo>
                    <a:pt x="1076277" y="1268249"/>
                  </a:lnTo>
                  <a:lnTo>
                    <a:pt x="1076273" y="1268244"/>
                  </a:lnTo>
                  <a:lnTo>
                    <a:pt x="1076266" y="1268235"/>
                  </a:lnTo>
                  <a:lnTo>
                    <a:pt x="1076259" y="1268227"/>
                  </a:lnTo>
                  <a:lnTo>
                    <a:pt x="1076246" y="1268211"/>
                  </a:lnTo>
                  <a:lnTo>
                    <a:pt x="1076238" y="1268206"/>
                  </a:lnTo>
                  <a:lnTo>
                    <a:pt x="1076230" y="1268197"/>
                  </a:lnTo>
                  <a:lnTo>
                    <a:pt x="1076215" y="1268183"/>
                  </a:lnTo>
                  <a:lnTo>
                    <a:pt x="1076214" y="1268177"/>
                  </a:lnTo>
                  <a:lnTo>
                    <a:pt x="1076220" y="1268165"/>
                  </a:lnTo>
                  <a:lnTo>
                    <a:pt x="1076226" y="1268154"/>
                  </a:lnTo>
                  <a:lnTo>
                    <a:pt x="1076231" y="1268144"/>
                  </a:lnTo>
                  <a:lnTo>
                    <a:pt x="1076235" y="1268137"/>
                  </a:lnTo>
                  <a:lnTo>
                    <a:pt x="1076236" y="1268125"/>
                  </a:lnTo>
                  <a:lnTo>
                    <a:pt x="1076237" y="1268112"/>
                  </a:lnTo>
                  <a:lnTo>
                    <a:pt x="1076237" y="1268102"/>
                  </a:lnTo>
                  <a:lnTo>
                    <a:pt x="1076234" y="1268086"/>
                  </a:lnTo>
                  <a:lnTo>
                    <a:pt x="1076229" y="1268071"/>
                  </a:lnTo>
                  <a:lnTo>
                    <a:pt x="1076222" y="1268055"/>
                  </a:lnTo>
                  <a:lnTo>
                    <a:pt x="1076220" y="1268050"/>
                  </a:lnTo>
                  <a:lnTo>
                    <a:pt x="1076212" y="1268034"/>
                  </a:lnTo>
                  <a:lnTo>
                    <a:pt x="1076204" y="1268022"/>
                  </a:lnTo>
                  <a:lnTo>
                    <a:pt x="1076203" y="1268012"/>
                  </a:lnTo>
                  <a:lnTo>
                    <a:pt x="1076203" y="1268005"/>
                  </a:lnTo>
                  <a:lnTo>
                    <a:pt x="1076206" y="1267995"/>
                  </a:lnTo>
                  <a:lnTo>
                    <a:pt x="1076209" y="1267985"/>
                  </a:lnTo>
                  <a:lnTo>
                    <a:pt x="1076213" y="1267971"/>
                  </a:lnTo>
                  <a:lnTo>
                    <a:pt x="1076214" y="1267962"/>
                  </a:lnTo>
                  <a:lnTo>
                    <a:pt x="1076214" y="1267952"/>
                  </a:lnTo>
                  <a:lnTo>
                    <a:pt x="1076213" y="1267943"/>
                  </a:lnTo>
                  <a:lnTo>
                    <a:pt x="1076214" y="1267934"/>
                  </a:lnTo>
                  <a:lnTo>
                    <a:pt x="1076216" y="1267916"/>
                  </a:lnTo>
                  <a:lnTo>
                    <a:pt x="1076220" y="1267902"/>
                  </a:lnTo>
                  <a:lnTo>
                    <a:pt x="1076226" y="1267886"/>
                  </a:lnTo>
                  <a:lnTo>
                    <a:pt x="1076235" y="1267869"/>
                  </a:lnTo>
                  <a:lnTo>
                    <a:pt x="1076246" y="1267853"/>
                  </a:lnTo>
                  <a:lnTo>
                    <a:pt x="1076260" y="1267837"/>
                  </a:lnTo>
                  <a:lnTo>
                    <a:pt x="1076264" y="1267829"/>
                  </a:lnTo>
                  <a:lnTo>
                    <a:pt x="1076263" y="1267823"/>
                  </a:lnTo>
                  <a:lnTo>
                    <a:pt x="1076259" y="1267805"/>
                  </a:lnTo>
                  <a:lnTo>
                    <a:pt x="1076257" y="1267790"/>
                  </a:lnTo>
                  <a:lnTo>
                    <a:pt x="1076253" y="1267781"/>
                  </a:lnTo>
                  <a:lnTo>
                    <a:pt x="1076248" y="1267769"/>
                  </a:lnTo>
                  <a:lnTo>
                    <a:pt x="1076248" y="1267762"/>
                  </a:lnTo>
                  <a:lnTo>
                    <a:pt x="1076248" y="1267754"/>
                  </a:lnTo>
                  <a:lnTo>
                    <a:pt x="1076248" y="1267745"/>
                  </a:lnTo>
                  <a:lnTo>
                    <a:pt x="1076250" y="1267737"/>
                  </a:lnTo>
                  <a:lnTo>
                    <a:pt x="1076253" y="1267729"/>
                  </a:lnTo>
                  <a:lnTo>
                    <a:pt x="1076259" y="1267719"/>
                  </a:lnTo>
                  <a:lnTo>
                    <a:pt x="1076263" y="1267712"/>
                  </a:lnTo>
                  <a:lnTo>
                    <a:pt x="1076267" y="1267701"/>
                  </a:lnTo>
                  <a:lnTo>
                    <a:pt x="1076267" y="1267691"/>
                  </a:lnTo>
                  <a:lnTo>
                    <a:pt x="1076267" y="1267674"/>
                  </a:lnTo>
                  <a:lnTo>
                    <a:pt x="1076266" y="1267665"/>
                  </a:lnTo>
                  <a:lnTo>
                    <a:pt x="1076265" y="1267655"/>
                  </a:lnTo>
                  <a:lnTo>
                    <a:pt x="1076265" y="1267646"/>
                  </a:lnTo>
                  <a:lnTo>
                    <a:pt x="1076267" y="1267637"/>
                  </a:lnTo>
                  <a:lnTo>
                    <a:pt x="1076268" y="1267623"/>
                  </a:lnTo>
                  <a:lnTo>
                    <a:pt x="1076270" y="1267601"/>
                  </a:lnTo>
                  <a:lnTo>
                    <a:pt x="1076270" y="1267592"/>
                  </a:lnTo>
                  <a:lnTo>
                    <a:pt x="1076269" y="1267586"/>
                  </a:lnTo>
                  <a:lnTo>
                    <a:pt x="1076263" y="1267577"/>
                  </a:lnTo>
                  <a:lnTo>
                    <a:pt x="1076259" y="1267575"/>
                  </a:lnTo>
                  <a:lnTo>
                    <a:pt x="1076244" y="1267558"/>
                  </a:lnTo>
                  <a:lnTo>
                    <a:pt x="1076233" y="1267541"/>
                  </a:lnTo>
                  <a:lnTo>
                    <a:pt x="1076229" y="1267532"/>
                  </a:lnTo>
                  <a:lnTo>
                    <a:pt x="1076224" y="1267524"/>
                  </a:lnTo>
                  <a:lnTo>
                    <a:pt x="1076216" y="1267513"/>
                  </a:lnTo>
                  <a:lnTo>
                    <a:pt x="1076211" y="1267509"/>
                  </a:lnTo>
                  <a:lnTo>
                    <a:pt x="1076194" y="1267502"/>
                  </a:lnTo>
                  <a:lnTo>
                    <a:pt x="1076178" y="1267498"/>
                  </a:lnTo>
                  <a:lnTo>
                    <a:pt x="1076162" y="1267496"/>
                  </a:lnTo>
                  <a:lnTo>
                    <a:pt x="1076145" y="1267493"/>
                  </a:lnTo>
                  <a:lnTo>
                    <a:pt x="1076129" y="1267489"/>
                  </a:lnTo>
                  <a:lnTo>
                    <a:pt x="1076112" y="1267485"/>
                  </a:lnTo>
                  <a:lnTo>
                    <a:pt x="1076096" y="1267480"/>
                  </a:lnTo>
                  <a:lnTo>
                    <a:pt x="1076079" y="1267473"/>
                  </a:lnTo>
                  <a:lnTo>
                    <a:pt x="1076063" y="1267463"/>
                  </a:lnTo>
                  <a:lnTo>
                    <a:pt x="1076047" y="1267448"/>
                  </a:lnTo>
                  <a:lnTo>
                    <a:pt x="1076032" y="1267435"/>
                  </a:lnTo>
                  <a:lnTo>
                    <a:pt x="1076017" y="1267419"/>
                  </a:lnTo>
                  <a:lnTo>
                    <a:pt x="1076000" y="1267405"/>
                  </a:lnTo>
                  <a:lnTo>
                    <a:pt x="1075984" y="1267395"/>
                  </a:lnTo>
                  <a:lnTo>
                    <a:pt x="1075968" y="1267383"/>
                  </a:lnTo>
                  <a:lnTo>
                    <a:pt x="1075952" y="1267371"/>
                  </a:lnTo>
                  <a:lnTo>
                    <a:pt x="1075945" y="1267365"/>
                  </a:lnTo>
                  <a:lnTo>
                    <a:pt x="1075913" y="1267327"/>
                  </a:lnTo>
                  <a:lnTo>
                    <a:pt x="1075907" y="1267317"/>
                  </a:lnTo>
                  <a:lnTo>
                    <a:pt x="1075905" y="1267311"/>
                  </a:lnTo>
                  <a:lnTo>
                    <a:pt x="1075898" y="1267294"/>
                  </a:lnTo>
                  <a:lnTo>
                    <a:pt x="1075898" y="1267286"/>
                  </a:lnTo>
                  <a:lnTo>
                    <a:pt x="1075884" y="1267267"/>
                  </a:lnTo>
                  <a:lnTo>
                    <a:pt x="1075874" y="1267262"/>
                  </a:lnTo>
                  <a:lnTo>
                    <a:pt x="1075866" y="1267257"/>
                  </a:lnTo>
                  <a:lnTo>
                    <a:pt x="1075854" y="1267242"/>
                  </a:lnTo>
                  <a:lnTo>
                    <a:pt x="1075853" y="1267237"/>
                  </a:lnTo>
                  <a:lnTo>
                    <a:pt x="1075855" y="1267220"/>
                  </a:lnTo>
                  <a:lnTo>
                    <a:pt x="1075856" y="1267194"/>
                  </a:lnTo>
                  <a:lnTo>
                    <a:pt x="1075843" y="1267195"/>
                  </a:lnTo>
                  <a:lnTo>
                    <a:pt x="1075838" y="1267196"/>
                  </a:lnTo>
                  <a:lnTo>
                    <a:pt x="1075833" y="1267196"/>
                  </a:lnTo>
                  <a:lnTo>
                    <a:pt x="1075821" y="1267196"/>
                  </a:lnTo>
                  <a:lnTo>
                    <a:pt x="1075805" y="1267195"/>
                  </a:lnTo>
                  <a:lnTo>
                    <a:pt x="1075788" y="1267194"/>
                  </a:lnTo>
                  <a:lnTo>
                    <a:pt x="1075772" y="1267192"/>
                  </a:lnTo>
                  <a:lnTo>
                    <a:pt x="1075755" y="1267182"/>
                  </a:lnTo>
                  <a:lnTo>
                    <a:pt x="1075740" y="1267169"/>
                  </a:lnTo>
                  <a:lnTo>
                    <a:pt x="1075723" y="1267157"/>
                  </a:lnTo>
                  <a:lnTo>
                    <a:pt x="1075715" y="1267150"/>
                  </a:lnTo>
                  <a:lnTo>
                    <a:pt x="1075709" y="1267141"/>
                  </a:lnTo>
                  <a:lnTo>
                    <a:pt x="1075703" y="1267128"/>
                  </a:lnTo>
                  <a:lnTo>
                    <a:pt x="1075700" y="1267122"/>
                  </a:lnTo>
                  <a:lnTo>
                    <a:pt x="1075687" y="1267108"/>
                  </a:lnTo>
                  <a:lnTo>
                    <a:pt x="1075671" y="1267095"/>
                  </a:lnTo>
                  <a:lnTo>
                    <a:pt x="1075655" y="1267080"/>
                  </a:lnTo>
                  <a:lnTo>
                    <a:pt x="1075638" y="1267069"/>
                  </a:lnTo>
                  <a:lnTo>
                    <a:pt x="1075628" y="1267060"/>
                  </a:lnTo>
                  <a:lnTo>
                    <a:pt x="1075626" y="1267053"/>
                  </a:lnTo>
                  <a:lnTo>
                    <a:pt x="1075629" y="1267043"/>
                  </a:lnTo>
                  <a:lnTo>
                    <a:pt x="1075631" y="1267036"/>
                  </a:lnTo>
                  <a:lnTo>
                    <a:pt x="1075633" y="1267026"/>
                  </a:lnTo>
                  <a:lnTo>
                    <a:pt x="1075633" y="1267019"/>
                  </a:lnTo>
                  <a:lnTo>
                    <a:pt x="1075627" y="1267011"/>
                  </a:lnTo>
                  <a:lnTo>
                    <a:pt x="1075624" y="1267001"/>
                  </a:lnTo>
                  <a:lnTo>
                    <a:pt x="1075620" y="1266991"/>
                  </a:lnTo>
                  <a:lnTo>
                    <a:pt x="1075618" y="1266980"/>
                  </a:lnTo>
                  <a:lnTo>
                    <a:pt x="1075619" y="1266968"/>
                  </a:lnTo>
                  <a:lnTo>
                    <a:pt x="1075617" y="1266956"/>
                  </a:lnTo>
                  <a:lnTo>
                    <a:pt x="1075614" y="1266945"/>
                  </a:lnTo>
                  <a:lnTo>
                    <a:pt x="1075611" y="1266935"/>
                  </a:lnTo>
                  <a:lnTo>
                    <a:pt x="1075609" y="1266926"/>
                  </a:lnTo>
                  <a:lnTo>
                    <a:pt x="1075608" y="1266914"/>
                  </a:lnTo>
                  <a:lnTo>
                    <a:pt x="1075609" y="1266897"/>
                  </a:lnTo>
                  <a:lnTo>
                    <a:pt x="1075610" y="1266886"/>
                  </a:lnTo>
                  <a:lnTo>
                    <a:pt x="1075610" y="1266872"/>
                  </a:lnTo>
                  <a:lnTo>
                    <a:pt x="1075609" y="1266862"/>
                  </a:lnTo>
                  <a:lnTo>
                    <a:pt x="1075611" y="1266851"/>
                  </a:lnTo>
                  <a:lnTo>
                    <a:pt x="1075612" y="1266841"/>
                  </a:lnTo>
                  <a:lnTo>
                    <a:pt x="1075613" y="1266835"/>
                  </a:lnTo>
                  <a:lnTo>
                    <a:pt x="1075607" y="1266822"/>
                  </a:lnTo>
                  <a:lnTo>
                    <a:pt x="1075598" y="1266806"/>
                  </a:lnTo>
                  <a:lnTo>
                    <a:pt x="1075591" y="1266789"/>
                  </a:lnTo>
                  <a:lnTo>
                    <a:pt x="1075587" y="1266781"/>
                  </a:lnTo>
                  <a:lnTo>
                    <a:pt x="1075586" y="1266773"/>
                  </a:lnTo>
                  <a:lnTo>
                    <a:pt x="1075585" y="1266756"/>
                  </a:lnTo>
                  <a:lnTo>
                    <a:pt x="1075587" y="1266739"/>
                  </a:lnTo>
                  <a:lnTo>
                    <a:pt x="1075595" y="1266663"/>
                  </a:lnTo>
                  <a:lnTo>
                    <a:pt x="1075606" y="1266645"/>
                  </a:lnTo>
                  <a:lnTo>
                    <a:pt x="1075621" y="1266630"/>
                  </a:lnTo>
                  <a:lnTo>
                    <a:pt x="1075637" y="1266620"/>
                  </a:lnTo>
                  <a:lnTo>
                    <a:pt x="1075655" y="1266612"/>
                  </a:lnTo>
                  <a:lnTo>
                    <a:pt x="1075670" y="1266607"/>
                  </a:lnTo>
                  <a:lnTo>
                    <a:pt x="1075687" y="1266601"/>
                  </a:lnTo>
                  <a:lnTo>
                    <a:pt x="1075703" y="1266597"/>
                  </a:lnTo>
                  <a:lnTo>
                    <a:pt x="1075720" y="1266589"/>
                  </a:lnTo>
                  <a:lnTo>
                    <a:pt x="1075736" y="1266579"/>
                  </a:lnTo>
                  <a:lnTo>
                    <a:pt x="1075752" y="1266566"/>
                  </a:lnTo>
                  <a:lnTo>
                    <a:pt x="1075769" y="1266551"/>
                  </a:lnTo>
                  <a:lnTo>
                    <a:pt x="1075774" y="1266545"/>
                  </a:lnTo>
                  <a:lnTo>
                    <a:pt x="1075781" y="1266535"/>
                  </a:lnTo>
                  <a:lnTo>
                    <a:pt x="1075783" y="1266523"/>
                  </a:lnTo>
                  <a:lnTo>
                    <a:pt x="1075780" y="1266518"/>
                  </a:lnTo>
                  <a:lnTo>
                    <a:pt x="1075771" y="1266501"/>
                  </a:lnTo>
                  <a:lnTo>
                    <a:pt x="1075761" y="1266484"/>
                  </a:lnTo>
                  <a:lnTo>
                    <a:pt x="1075754" y="1266468"/>
                  </a:lnTo>
                  <a:lnTo>
                    <a:pt x="1075746" y="1266451"/>
                  </a:lnTo>
                  <a:lnTo>
                    <a:pt x="1075726" y="1266399"/>
                  </a:lnTo>
                  <a:lnTo>
                    <a:pt x="1075719" y="1266382"/>
                  </a:lnTo>
                  <a:lnTo>
                    <a:pt x="1075715" y="1266366"/>
                  </a:lnTo>
                  <a:lnTo>
                    <a:pt x="1075715" y="1266359"/>
                  </a:lnTo>
                  <a:lnTo>
                    <a:pt x="1075711" y="1266349"/>
                  </a:lnTo>
                  <a:lnTo>
                    <a:pt x="1075706" y="1266332"/>
                  </a:lnTo>
                  <a:lnTo>
                    <a:pt x="1075700" y="1266315"/>
                  </a:lnTo>
                  <a:lnTo>
                    <a:pt x="1075697" y="1266299"/>
                  </a:lnTo>
                  <a:lnTo>
                    <a:pt x="1075693" y="1266282"/>
                  </a:lnTo>
                  <a:lnTo>
                    <a:pt x="1075688" y="1266266"/>
                  </a:lnTo>
                  <a:lnTo>
                    <a:pt x="1075686" y="1266249"/>
                  </a:lnTo>
                  <a:lnTo>
                    <a:pt x="1075683" y="1266238"/>
                  </a:lnTo>
                  <a:lnTo>
                    <a:pt x="1075681" y="1266232"/>
                  </a:lnTo>
                  <a:lnTo>
                    <a:pt x="1075677" y="1266221"/>
                  </a:lnTo>
                  <a:lnTo>
                    <a:pt x="1075675" y="1266211"/>
                  </a:lnTo>
                  <a:lnTo>
                    <a:pt x="1075674" y="1266205"/>
                  </a:lnTo>
                  <a:lnTo>
                    <a:pt x="1075672" y="1266198"/>
                  </a:lnTo>
                  <a:lnTo>
                    <a:pt x="1075669" y="1266190"/>
                  </a:lnTo>
                  <a:lnTo>
                    <a:pt x="1075666" y="1266182"/>
                  </a:lnTo>
                  <a:lnTo>
                    <a:pt x="1075662" y="1266165"/>
                  </a:lnTo>
                  <a:lnTo>
                    <a:pt x="1075662" y="1266149"/>
                  </a:lnTo>
                  <a:lnTo>
                    <a:pt x="1075662" y="1266132"/>
                  </a:lnTo>
                  <a:lnTo>
                    <a:pt x="1075661" y="1266116"/>
                  </a:lnTo>
                  <a:lnTo>
                    <a:pt x="1075664" y="1266099"/>
                  </a:lnTo>
                  <a:lnTo>
                    <a:pt x="1075664" y="1266082"/>
                  </a:lnTo>
                  <a:lnTo>
                    <a:pt x="1075668" y="1266066"/>
                  </a:lnTo>
                  <a:lnTo>
                    <a:pt x="1075671" y="1266049"/>
                  </a:lnTo>
                  <a:lnTo>
                    <a:pt x="1075676" y="1266032"/>
                  </a:lnTo>
                  <a:lnTo>
                    <a:pt x="1075682" y="1266015"/>
                  </a:lnTo>
                  <a:lnTo>
                    <a:pt x="1075690" y="1265999"/>
                  </a:lnTo>
                  <a:lnTo>
                    <a:pt x="1075696" y="1265982"/>
                  </a:lnTo>
                  <a:lnTo>
                    <a:pt x="1075703" y="1265967"/>
                  </a:lnTo>
                  <a:lnTo>
                    <a:pt x="1075712" y="1265949"/>
                  </a:lnTo>
                  <a:lnTo>
                    <a:pt x="1075722" y="1265932"/>
                  </a:lnTo>
                  <a:lnTo>
                    <a:pt x="1075734" y="1265915"/>
                  </a:lnTo>
                  <a:lnTo>
                    <a:pt x="1075745" y="1265899"/>
                  </a:lnTo>
                  <a:lnTo>
                    <a:pt x="1075755" y="1265882"/>
                  </a:lnTo>
                  <a:lnTo>
                    <a:pt x="1075769" y="1265866"/>
                  </a:lnTo>
                  <a:lnTo>
                    <a:pt x="1075786" y="1265858"/>
                  </a:lnTo>
                  <a:lnTo>
                    <a:pt x="1075803" y="1265855"/>
                  </a:lnTo>
                  <a:lnTo>
                    <a:pt x="1075819" y="1265852"/>
                  </a:lnTo>
                  <a:lnTo>
                    <a:pt x="1075835" y="1265847"/>
                  </a:lnTo>
                  <a:lnTo>
                    <a:pt x="1075852" y="1265841"/>
                  </a:lnTo>
                  <a:lnTo>
                    <a:pt x="1075868" y="1265834"/>
                  </a:lnTo>
                  <a:lnTo>
                    <a:pt x="1075885" y="1265828"/>
                  </a:lnTo>
                  <a:lnTo>
                    <a:pt x="1075901" y="1265825"/>
                  </a:lnTo>
                  <a:lnTo>
                    <a:pt x="1075917" y="1265824"/>
                  </a:lnTo>
                  <a:lnTo>
                    <a:pt x="1075984" y="1265810"/>
                  </a:lnTo>
                  <a:lnTo>
                    <a:pt x="1075996" y="1265810"/>
                  </a:lnTo>
                  <a:lnTo>
                    <a:pt x="1076008" y="1265810"/>
                  </a:lnTo>
                  <a:lnTo>
                    <a:pt x="1076020" y="1265809"/>
                  </a:lnTo>
                  <a:lnTo>
                    <a:pt x="1076034" y="1265812"/>
                  </a:lnTo>
                  <a:lnTo>
                    <a:pt x="1076047" y="1265815"/>
                  </a:lnTo>
                  <a:lnTo>
                    <a:pt x="1076057" y="1265818"/>
                  </a:lnTo>
                  <a:lnTo>
                    <a:pt x="1076066" y="1265822"/>
                  </a:lnTo>
                  <a:lnTo>
                    <a:pt x="1076078" y="1265826"/>
                  </a:lnTo>
                  <a:lnTo>
                    <a:pt x="1076088" y="1265831"/>
                  </a:lnTo>
                  <a:lnTo>
                    <a:pt x="1076099" y="1265839"/>
                  </a:lnTo>
                  <a:lnTo>
                    <a:pt x="1076111" y="1265845"/>
                  </a:lnTo>
                  <a:lnTo>
                    <a:pt x="1076124" y="1265850"/>
                  </a:lnTo>
                  <a:lnTo>
                    <a:pt x="1076140" y="1265851"/>
                  </a:lnTo>
                  <a:lnTo>
                    <a:pt x="1076156" y="1265853"/>
                  </a:lnTo>
                  <a:lnTo>
                    <a:pt x="1076171" y="1265851"/>
                  </a:lnTo>
                  <a:lnTo>
                    <a:pt x="1076177" y="1265850"/>
                  </a:lnTo>
                  <a:lnTo>
                    <a:pt x="1076189" y="1265845"/>
                  </a:lnTo>
                  <a:lnTo>
                    <a:pt x="1076204" y="1265838"/>
                  </a:lnTo>
                  <a:lnTo>
                    <a:pt x="1076215" y="1265833"/>
                  </a:lnTo>
                  <a:lnTo>
                    <a:pt x="1076231" y="1265825"/>
                  </a:lnTo>
                  <a:lnTo>
                    <a:pt x="1076248" y="1265818"/>
                  </a:lnTo>
                  <a:lnTo>
                    <a:pt x="1076265" y="1265807"/>
                  </a:lnTo>
                  <a:lnTo>
                    <a:pt x="1076281" y="1265797"/>
                  </a:lnTo>
                  <a:lnTo>
                    <a:pt x="1076298" y="1265783"/>
                  </a:lnTo>
                  <a:lnTo>
                    <a:pt x="1076307" y="1265768"/>
                  </a:lnTo>
                  <a:lnTo>
                    <a:pt x="1076310" y="1265752"/>
                  </a:lnTo>
                  <a:lnTo>
                    <a:pt x="1076312" y="1265744"/>
                  </a:lnTo>
                  <a:lnTo>
                    <a:pt x="1076312" y="1265735"/>
                  </a:lnTo>
                  <a:lnTo>
                    <a:pt x="1076315" y="1265718"/>
                  </a:lnTo>
                  <a:lnTo>
                    <a:pt x="1076315" y="1265702"/>
                  </a:lnTo>
                  <a:lnTo>
                    <a:pt x="1076315" y="1265685"/>
                  </a:lnTo>
                  <a:lnTo>
                    <a:pt x="1076317" y="1265669"/>
                  </a:lnTo>
                  <a:lnTo>
                    <a:pt x="1076317" y="1265652"/>
                  </a:lnTo>
                  <a:lnTo>
                    <a:pt x="1076315" y="1265635"/>
                  </a:lnTo>
                  <a:lnTo>
                    <a:pt x="1076314" y="1265618"/>
                  </a:lnTo>
                  <a:lnTo>
                    <a:pt x="1076312" y="1265602"/>
                  </a:lnTo>
                  <a:lnTo>
                    <a:pt x="1076311" y="1265585"/>
                  </a:lnTo>
                  <a:lnTo>
                    <a:pt x="1076309" y="1265568"/>
                  </a:lnTo>
                  <a:lnTo>
                    <a:pt x="1076306" y="1265552"/>
                  </a:lnTo>
                  <a:lnTo>
                    <a:pt x="1076305" y="1265543"/>
                  </a:lnTo>
                  <a:lnTo>
                    <a:pt x="1076302" y="1265534"/>
                  </a:lnTo>
                  <a:lnTo>
                    <a:pt x="1076297" y="1265521"/>
                  </a:lnTo>
                  <a:lnTo>
                    <a:pt x="1076295" y="1265513"/>
                  </a:lnTo>
                  <a:lnTo>
                    <a:pt x="1076293" y="1265502"/>
                  </a:lnTo>
                  <a:lnTo>
                    <a:pt x="1076291" y="1265486"/>
                  </a:lnTo>
                  <a:lnTo>
                    <a:pt x="1076292" y="1265476"/>
                  </a:lnTo>
                  <a:lnTo>
                    <a:pt x="1076296" y="1265457"/>
                  </a:lnTo>
                  <a:lnTo>
                    <a:pt x="1076303" y="1265441"/>
                  </a:lnTo>
                  <a:lnTo>
                    <a:pt x="1076310" y="1265424"/>
                  </a:lnTo>
                  <a:lnTo>
                    <a:pt x="1076315" y="1265407"/>
                  </a:lnTo>
                  <a:lnTo>
                    <a:pt x="1076317" y="1265402"/>
                  </a:lnTo>
                  <a:lnTo>
                    <a:pt x="1076317" y="1265391"/>
                  </a:lnTo>
                  <a:lnTo>
                    <a:pt x="1076317" y="1265374"/>
                  </a:lnTo>
                  <a:lnTo>
                    <a:pt x="1076317" y="1265357"/>
                  </a:lnTo>
                  <a:lnTo>
                    <a:pt x="1076319" y="1265340"/>
                  </a:lnTo>
                  <a:lnTo>
                    <a:pt x="1076322" y="1265324"/>
                  </a:lnTo>
                  <a:lnTo>
                    <a:pt x="1076324" y="1265307"/>
                  </a:lnTo>
                  <a:lnTo>
                    <a:pt x="1076327" y="1265291"/>
                  </a:lnTo>
                  <a:lnTo>
                    <a:pt x="1076330" y="1265274"/>
                  </a:lnTo>
                  <a:lnTo>
                    <a:pt x="1076333" y="1265257"/>
                  </a:lnTo>
                  <a:lnTo>
                    <a:pt x="1076333" y="1265249"/>
                  </a:lnTo>
                  <a:lnTo>
                    <a:pt x="1076336" y="1265241"/>
                  </a:lnTo>
                  <a:lnTo>
                    <a:pt x="1076338" y="1265224"/>
                  </a:lnTo>
                  <a:lnTo>
                    <a:pt x="1076343" y="1265207"/>
                  </a:lnTo>
                  <a:lnTo>
                    <a:pt x="1076353" y="1265163"/>
                  </a:lnTo>
                  <a:lnTo>
                    <a:pt x="1076355" y="1265154"/>
                  </a:lnTo>
                  <a:lnTo>
                    <a:pt x="1076350" y="1265147"/>
                  </a:lnTo>
                  <a:lnTo>
                    <a:pt x="1076338" y="1265130"/>
                  </a:lnTo>
                  <a:lnTo>
                    <a:pt x="1076313" y="1265102"/>
                  </a:lnTo>
                  <a:lnTo>
                    <a:pt x="1076301" y="1265087"/>
                  </a:lnTo>
                  <a:lnTo>
                    <a:pt x="1076294" y="1265075"/>
                  </a:lnTo>
                  <a:lnTo>
                    <a:pt x="1076282" y="1265058"/>
                  </a:lnTo>
                  <a:lnTo>
                    <a:pt x="1076269" y="1265044"/>
                  </a:lnTo>
                  <a:lnTo>
                    <a:pt x="1076265" y="1265040"/>
                  </a:lnTo>
                  <a:lnTo>
                    <a:pt x="1076255" y="1265028"/>
                  </a:lnTo>
                  <a:lnTo>
                    <a:pt x="1076241" y="1265016"/>
                  </a:lnTo>
                  <a:lnTo>
                    <a:pt x="1076223" y="1265002"/>
                  </a:lnTo>
                  <a:lnTo>
                    <a:pt x="1076214" y="1264995"/>
                  </a:lnTo>
                  <a:lnTo>
                    <a:pt x="1076204" y="1264985"/>
                  </a:lnTo>
                  <a:lnTo>
                    <a:pt x="1076195" y="1264978"/>
                  </a:lnTo>
                  <a:lnTo>
                    <a:pt x="1076187" y="1264972"/>
                  </a:lnTo>
                  <a:lnTo>
                    <a:pt x="1076182" y="1264969"/>
                  </a:lnTo>
                  <a:lnTo>
                    <a:pt x="1076175" y="1264967"/>
                  </a:lnTo>
                  <a:lnTo>
                    <a:pt x="1076167" y="1264963"/>
                  </a:lnTo>
                  <a:lnTo>
                    <a:pt x="1076161" y="1264962"/>
                  </a:lnTo>
                  <a:lnTo>
                    <a:pt x="1076155" y="1264955"/>
                  </a:lnTo>
                  <a:lnTo>
                    <a:pt x="1076145" y="1264946"/>
                  </a:lnTo>
                  <a:lnTo>
                    <a:pt x="1076134" y="1264934"/>
                  </a:lnTo>
                  <a:lnTo>
                    <a:pt x="1076122" y="1264920"/>
                  </a:lnTo>
                  <a:lnTo>
                    <a:pt x="1076116" y="1264913"/>
                  </a:lnTo>
                  <a:lnTo>
                    <a:pt x="1076101" y="1264899"/>
                  </a:lnTo>
                  <a:lnTo>
                    <a:pt x="1076085" y="1264882"/>
                  </a:lnTo>
                  <a:lnTo>
                    <a:pt x="1076069" y="1264870"/>
                  </a:lnTo>
                  <a:lnTo>
                    <a:pt x="1076052" y="1264861"/>
                  </a:lnTo>
                  <a:lnTo>
                    <a:pt x="1076036" y="1264852"/>
                  </a:lnTo>
                  <a:lnTo>
                    <a:pt x="1076030" y="1264849"/>
                  </a:lnTo>
                  <a:lnTo>
                    <a:pt x="1076020" y="1264840"/>
                  </a:lnTo>
                  <a:lnTo>
                    <a:pt x="1076016" y="1264832"/>
                  </a:lnTo>
                  <a:lnTo>
                    <a:pt x="1076015" y="1264824"/>
                  </a:lnTo>
                  <a:lnTo>
                    <a:pt x="1076013" y="1264807"/>
                  </a:lnTo>
                  <a:lnTo>
                    <a:pt x="1076012" y="1264790"/>
                  </a:lnTo>
                  <a:lnTo>
                    <a:pt x="1076009" y="1264773"/>
                  </a:lnTo>
                  <a:lnTo>
                    <a:pt x="1076007" y="1264767"/>
                  </a:lnTo>
                  <a:lnTo>
                    <a:pt x="1076007" y="1264757"/>
                  </a:lnTo>
                  <a:lnTo>
                    <a:pt x="1076004" y="1264740"/>
                  </a:lnTo>
                  <a:lnTo>
                    <a:pt x="1076002" y="1264723"/>
                  </a:lnTo>
                  <a:lnTo>
                    <a:pt x="1076002" y="1264715"/>
                  </a:lnTo>
                  <a:lnTo>
                    <a:pt x="1075999" y="1264707"/>
                  </a:lnTo>
                  <a:lnTo>
                    <a:pt x="1075996" y="1264699"/>
                  </a:lnTo>
                  <a:lnTo>
                    <a:pt x="1075995" y="1264690"/>
                  </a:lnTo>
                  <a:lnTo>
                    <a:pt x="1075991" y="1264674"/>
                  </a:lnTo>
                  <a:lnTo>
                    <a:pt x="1075991" y="1264657"/>
                  </a:lnTo>
                  <a:lnTo>
                    <a:pt x="1075987" y="1264640"/>
                  </a:lnTo>
                  <a:lnTo>
                    <a:pt x="1075984" y="1264624"/>
                  </a:lnTo>
                  <a:lnTo>
                    <a:pt x="1075984" y="1264617"/>
                  </a:lnTo>
                  <a:lnTo>
                    <a:pt x="1075981" y="1264607"/>
                  </a:lnTo>
                  <a:lnTo>
                    <a:pt x="1075977" y="1264604"/>
                  </a:lnTo>
                  <a:lnTo>
                    <a:pt x="1075964" y="1264598"/>
                  </a:lnTo>
                  <a:lnTo>
                    <a:pt x="1075948" y="1264590"/>
                  </a:lnTo>
                  <a:lnTo>
                    <a:pt x="1075931" y="1264580"/>
                  </a:lnTo>
                  <a:lnTo>
                    <a:pt x="1075915" y="1264567"/>
                  </a:lnTo>
                  <a:lnTo>
                    <a:pt x="1075903" y="1264556"/>
                  </a:lnTo>
                  <a:lnTo>
                    <a:pt x="1075900" y="1264550"/>
                  </a:lnTo>
                  <a:lnTo>
                    <a:pt x="1075888" y="1264534"/>
                  </a:lnTo>
                  <a:lnTo>
                    <a:pt x="1075877" y="1264517"/>
                  </a:lnTo>
                  <a:lnTo>
                    <a:pt x="1075866" y="1264501"/>
                  </a:lnTo>
                  <a:lnTo>
                    <a:pt x="1075853" y="1264485"/>
                  </a:lnTo>
                  <a:lnTo>
                    <a:pt x="1075836" y="1264471"/>
                  </a:lnTo>
                  <a:lnTo>
                    <a:pt x="1075820" y="1264458"/>
                  </a:lnTo>
                  <a:lnTo>
                    <a:pt x="1075803" y="1264446"/>
                  </a:lnTo>
                  <a:lnTo>
                    <a:pt x="1075787" y="1264434"/>
                  </a:lnTo>
                  <a:lnTo>
                    <a:pt x="1075770" y="1264423"/>
                  </a:lnTo>
                  <a:lnTo>
                    <a:pt x="1075754" y="1264412"/>
                  </a:lnTo>
                  <a:lnTo>
                    <a:pt x="1075750" y="1264409"/>
                  </a:lnTo>
                  <a:lnTo>
                    <a:pt x="1075738" y="1264399"/>
                  </a:lnTo>
                  <a:lnTo>
                    <a:pt x="1075735" y="1264390"/>
                  </a:lnTo>
                  <a:lnTo>
                    <a:pt x="1075735" y="1264382"/>
                  </a:lnTo>
                  <a:lnTo>
                    <a:pt x="1075735" y="1264365"/>
                  </a:lnTo>
                  <a:lnTo>
                    <a:pt x="1075737" y="1264349"/>
                  </a:lnTo>
                  <a:lnTo>
                    <a:pt x="1075738" y="1264332"/>
                  </a:lnTo>
                  <a:lnTo>
                    <a:pt x="1075736" y="1264315"/>
                  </a:lnTo>
                  <a:lnTo>
                    <a:pt x="1075730" y="1264298"/>
                  </a:lnTo>
                  <a:lnTo>
                    <a:pt x="1075725" y="1264282"/>
                  </a:lnTo>
                  <a:lnTo>
                    <a:pt x="1075716" y="1264265"/>
                  </a:lnTo>
                  <a:lnTo>
                    <a:pt x="1075707" y="1264250"/>
                  </a:lnTo>
                  <a:lnTo>
                    <a:pt x="1075694" y="1264233"/>
                  </a:lnTo>
                  <a:lnTo>
                    <a:pt x="1075680" y="1264218"/>
                  </a:lnTo>
                  <a:lnTo>
                    <a:pt x="1075663" y="1264203"/>
                  </a:lnTo>
                  <a:lnTo>
                    <a:pt x="1075657" y="1264197"/>
                  </a:lnTo>
                  <a:lnTo>
                    <a:pt x="1075648" y="1264191"/>
                  </a:lnTo>
                  <a:lnTo>
                    <a:pt x="1075632" y="1264180"/>
                  </a:lnTo>
                  <a:lnTo>
                    <a:pt x="1075615" y="1264169"/>
                  </a:lnTo>
                  <a:lnTo>
                    <a:pt x="1075600" y="1264156"/>
                  </a:lnTo>
                  <a:lnTo>
                    <a:pt x="1075585" y="1264140"/>
                  </a:lnTo>
                  <a:lnTo>
                    <a:pt x="1075572" y="1264124"/>
                  </a:lnTo>
                  <a:lnTo>
                    <a:pt x="1075559" y="1264108"/>
                  </a:lnTo>
                  <a:lnTo>
                    <a:pt x="1075547" y="1264091"/>
                  </a:lnTo>
                  <a:lnTo>
                    <a:pt x="1075534" y="1264076"/>
                  </a:lnTo>
                  <a:lnTo>
                    <a:pt x="1075529" y="1264067"/>
                  </a:lnTo>
                  <a:lnTo>
                    <a:pt x="1075530" y="1264059"/>
                  </a:lnTo>
                  <a:lnTo>
                    <a:pt x="1075538" y="1264042"/>
                  </a:lnTo>
                  <a:lnTo>
                    <a:pt x="1075543" y="1264025"/>
                  </a:lnTo>
                  <a:lnTo>
                    <a:pt x="1075544" y="1264009"/>
                  </a:lnTo>
                  <a:lnTo>
                    <a:pt x="1075546" y="1263992"/>
                  </a:lnTo>
                  <a:lnTo>
                    <a:pt x="1075546" y="1263976"/>
                  </a:lnTo>
                  <a:lnTo>
                    <a:pt x="1075549" y="1263959"/>
                  </a:lnTo>
                  <a:lnTo>
                    <a:pt x="1075553" y="1263942"/>
                  </a:lnTo>
                  <a:lnTo>
                    <a:pt x="1075556" y="1263926"/>
                  </a:lnTo>
                  <a:lnTo>
                    <a:pt x="1075558" y="1263921"/>
                  </a:lnTo>
                  <a:lnTo>
                    <a:pt x="1075560" y="1263909"/>
                  </a:lnTo>
                  <a:lnTo>
                    <a:pt x="1075560" y="1263892"/>
                  </a:lnTo>
                  <a:lnTo>
                    <a:pt x="1075563" y="1263876"/>
                  </a:lnTo>
                  <a:lnTo>
                    <a:pt x="1075565" y="1263859"/>
                  </a:lnTo>
                  <a:lnTo>
                    <a:pt x="1075569" y="1263842"/>
                  </a:lnTo>
                  <a:lnTo>
                    <a:pt x="1075576" y="1263825"/>
                  </a:lnTo>
                  <a:lnTo>
                    <a:pt x="1075591" y="1263809"/>
                  </a:lnTo>
                  <a:lnTo>
                    <a:pt x="1075608" y="1263800"/>
                  </a:lnTo>
                  <a:lnTo>
                    <a:pt x="1075624" y="1263789"/>
                  </a:lnTo>
                  <a:lnTo>
                    <a:pt x="1075639" y="1263774"/>
                  </a:lnTo>
                  <a:lnTo>
                    <a:pt x="1075647" y="1263767"/>
                  </a:lnTo>
                  <a:lnTo>
                    <a:pt x="1075653" y="1263757"/>
                  </a:lnTo>
                  <a:lnTo>
                    <a:pt x="1075657" y="1263750"/>
                  </a:lnTo>
                  <a:lnTo>
                    <a:pt x="1075659" y="1263741"/>
                  </a:lnTo>
                  <a:lnTo>
                    <a:pt x="1075662" y="1263733"/>
                  </a:lnTo>
                  <a:lnTo>
                    <a:pt x="1075663" y="1263724"/>
                  </a:lnTo>
                  <a:lnTo>
                    <a:pt x="1075665" y="1263707"/>
                  </a:lnTo>
                  <a:lnTo>
                    <a:pt x="1075665" y="1263691"/>
                  </a:lnTo>
                  <a:lnTo>
                    <a:pt x="1075668" y="1263674"/>
                  </a:lnTo>
                  <a:lnTo>
                    <a:pt x="1075669" y="1263668"/>
                  </a:lnTo>
                  <a:lnTo>
                    <a:pt x="1075674" y="1263658"/>
                  </a:lnTo>
                  <a:lnTo>
                    <a:pt x="1075687" y="1263642"/>
                  </a:lnTo>
                  <a:lnTo>
                    <a:pt x="1075704" y="1263626"/>
                  </a:lnTo>
                  <a:lnTo>
                    <a:pt x="1075719" y="1263614"/>
                  </a:lnTo>
                  <a:lnTo>
                    <a:pt x="1075760" y="1263588"/>
                  </a:lnTo>
                  <a:lnTo>
                    <a:pt x="1075763" y="1263583"/>
                  </a:lnTo>
                  <a:lnTo>
                    <a:pt x="1075758" y="1263574"/>
                  </a:lnTo>
                  <a:lnTo>
                    <a:pt x="1075745" y="1263541"/>
                  </a:lnTo>
                  <a:lnTo>
                    <a:pt x="1075742" y="1263523"/>
                  </a:lnTo>
                  <a:lnTo>
                    <a:pt x="1075737" y="1263505"/>
                  </a:lnTo>
                  <a:lnTo>
                    <a:pt x="1075734" y="1263494"/>
                  </a:lnTo>
                  <a:lnTo>
                    <a:pt x="1075732" y="1263477"/>
                  </a:lnTo>
                  <a:lnTo>
                    <a:pt x="1075733" y="1263463"/>
                  </a:lnTo>
                  <a:lnTo>
                    <a:pt x="1075735" y="1263450"/>
                  </a:lnTo>
                  <a:lnTo>
                    <a:pt x="1075738" y="1263443"/>
                  </a:lnTo>
                  <a:lnTo>
                    <a:pt x="1075752" y="1263428"/>
                  </a:lnTo>
                  <a:lnTo>
                    <a:pt x="1075768" y="1263413"/>
                  </a:lnTo>
                  <a:lnTo>
                    <a:pt x="1075782" y="1263400"/>
                  </a:lnTo>
                  <a:lnTo>
                    <a:pt x="1075787" y="1263394"/>
                  </a:lnTo>
                  <a:lnTo>
                    <a:pt x="1075793" y="1263383"/>
                  </a:lnTo>
                  <a:lnTo>
                    <a:pt x="1075803" y="1263369"/>
                  </a:lnTo>
                  <a:lnTo>
                    <a:pt x="1075809" y="1263362"/>
                  </a:lnTo>
                  <a:lnTo>
                    <a:pt x="1075813" y="1263351"/>
                  </a:lnTo>
                  <a:lnTo>
                    <a:pt x="1075820" y="1263334"/>
                  </a:lnTo>
                  <a:lnTo>
                    <a:pt x="1075824" y="1263317"/>
                  </a:lnTo>
                  <a:lnTo>
                    <a:pt x="1075827" y="1263301"/>
                  </a:lnTo>
                  <a:lnTo>
                    <a:pt x="1075832" y="1263284"/>
                  </a:lnTo>
                  <a:lnTo>
                    <a:pt x="1075833" y="1263268"/>
                  </a:lnTo>
                  <a:lnTo>
                    <a:pt x="1075834" y="1263251"/>
                  </a:lnTo>
                  <a:lnTo>
                    <a:pt x="1075836" y="1263234"/>
                  </a:lnTo>
                  <a:lnTo>
                    <a:pt x="1075839" y="1263217"/>
                  </a:lnTo>
                  <a:lnTo>
                    <a:pt x="1075844" y="1263206"/>
                  </a:lnTo>
                  <a:lnTo>
                    <a:pt x="1075848" y="1263201"/>
                  </a:lnTo>
                  <a:lnTo>
                    <a:pt x="1075860" y="1263184"/>
                  </a:lnTo>
                  <a:lnTo>
                    <a:pt x="1075866" y="1263175"/>
                  </a:lnTo>
                  <a:lnTo>
                    <a:pt x="1075873" y="1263165"/>
                  </a:lnTo>
                  <a:lnTo>
                    <a:pt x="1075889" y="1263152"/>
                  </a:lnTo>
                  <a:lnTo>
                    <a:pt x="1075905" y="1263133"/>
                  </a:lnTo>
                  <a:lnTo>
                    <a:pt x="1075905" y="1263126"/>
                  </a:lnTo>
                  <a:lnTo>
                    <a:pt x="1075901" y="1263119"/>
                  </a:lnTo>
                  <a:lnTo>
                    <a:pt x="1075897" y="1263111"/>
                  </a:lnTo>
                  <a:lnTo>
                    <a:pt x="1075882" y="1263075"/>
                  </a:lnTo>
                  <a:lnTo>
                    <a:pt x="1075877" y="1263061"/>
                  </a:lnTo>
                  <a:lnTo>
                    <a:pt x="1075871" y="1263044"/>
                  </a:lnTo>
                  <a:lnTo>
                    <a:pt x="1075862" y="1263027"/>
                  </a:lnTo>
                  <a:lnTo>
                    <a:pt x="1075853" y="1263012"/>
                  </a:lnTo>
                  <a:lnTo>
                    <a:pt x="1075848" y="1263005"/>
                  </a:lnTo>
                  <a:lnTo>
                    <a:pt x="1075839" y="1262994"/>
                  </a:lnTo>
                  <a:lnTo>
                    <a:pt x="1075826" y="1262977"/>
                  </a:lnTo>
                  <a:lnTo>
                    <a:pt x="1075812" y="1262962"/>
                  </a:lnTo>
                  <a:lnTo>
                    <a:pt x="1075796" y="1262945"/>
                  </a:lnTo>
                  <a:lnTo>
                    <a:pt x="1075779" y="1262930"/>
                  </a:lnTo>
                  <a:lnTo>
                    <a:pt x="1075763" y="1262915"/>
                  </a:lnTo>
                  <a:lnTo>
                    <a:pt x="1075748" y="1262899"/>
                  </a:lnTo>
                  <a:lnTo>
                    <a:pt x="1075741" y="1262889"/>
                  </a:lnTo>
                  <a:lnTo>
                    <a:pt x="1075743" y="1262882"/>
                  </a:lnTo>
                  <a:lnTo>
                    <a:pt x="1075749" y="1262865"/>
                  </a:lnTo>
                  <a:lnTo>
                    <a:pt x="1075754" y="1262850"/>
                  </a:lnTo>
                  <a:lnTo>
                    <a:pt x="1075760" y="1262832"/>
                  </a:lnTo>
                  <a:lnTo>
                    <a:pt x="1075766" y="1262815"/>
                  </a:lnTo>
                  <a:lnTo>
                    <a:pt x="1075773" y="1262799"/>
                  </a:lnTo>
                  <a:lnTo>
                    <a:pt x="1075779" y="1262782"/>
                  </a:lnTo>
                  <a:lnTo>
                    <a:pt x="1075785" y="1262765"/>
                  </a:lnTo>
                  <a:lnTo>
                    <a:pt x="1075791" y="1262749"/>
                  </a:lnTo>
                  <a:lnTo>
                    <a:pt x="1075800" y="1262732"/>
                  </a:lnTo>
                  <a:lnTo>
                    <a:pt x="1075811" y="1262717"/>
                  </a:lnTo>
                  <a:lnTo>
                    <a:pt x="1075822" y="1262698"/>
                  </a:lnTo>
                  <a:lnTo>
                    <a:pt x="1075831" y="1262682"/>
                  </a:lnTo>
                  <a:lnTo>
                    <a:pt x="1075839" y="1262665"/>
                  </a:lnTo>
                  <a:lnTo>
                    <a:pt x="1075850" y="1262646"/>
                  </a:lnTo>
                  <a:lnTo>
                    <a:pt x="1075859" y="1262632"/>
                  </a:lnTo>
                  <a:lnTo>
                    <a:pt x="1075888" y="1262599"/>
                  </a:lnTo>
                  <a:lnTo>
                    <a:pt x="1075904" y="1262585"/>
                  </a:lnTo>
                  <a:lnTo>
                    <a:pt x="1075920" y="1262572"/>
                  </a:lnTo>
                  <a:lnTo>
                    <a:pt x="1075937" y="1262560"/>
                  </a:lnTo>
                  <a:lnTo>
                    <a:pt x="1075944" y="1262555"/>
                  </a:lnTo>
                  <a:lnTo>
                    <a:pt x="1075953" y="1262551"/>
                  </a:lnTo>
                  <a:lnTo>
                    <a:pt x="1075970" y="1262543"/>
                  </a:lnTo>
                  <a:lnTo>
                    <a:pt x="1075986" y="1262538"/>
                  </a:lnTo>
                  <a:lnTo>
                    <a:pt x="1076002" y="1262539"/>
                  </a:lnTo>
                  <a:lnTo>
                    <a:pt x="1076019" y="1262541"/>
                  </a:lnTo>
                  <a:lnTo>
                    <a:pt x="1076036" y="1262542"/>
                  </a:lnTo>
                  <a:lnTo>
                    <a:pt x="1076043" y="1262545"/>
                  </a:lnTo>
                  <a:lnTo>
                    <a:pt x="1076052" y="1262545"/>
                  </a:lnTo>
                  <a:lnTo>
                    <a:pt x="1076069" y="1262550"/>
                  </a:lnTo>
                  <a:lnTo>
                    <a:pt x="1076085" y="1262557"/>
                  </a:lnTo>
                  <a:lnTo>
                    <a:pt x="1076100" y="1262567"/>
                  </a:lnTo>
                  <a:lnTo>
                    <a:pt x="1076105" y="1262570"/>
                  </a:lnTo>
                  <a:lnTo>
                    <a:pt x="1076118" y="1262576"/>
                  </a:lnTo>
                  <a:lnTo>
                    <a:pt x="1076134" y="1262584"/>
                  </a:lnTo>
                  <a:lnTo>
                    <a:pt x="1076151" y="1262590"/>
                  </a:lnTo>
                  <a:lnTo>
                    <a:pt x="1076167" y="1262593"/>
                  </a:lnTo>
                  <a:lnTo>
                    <a:pt x="1076184" y="1262595"/>
                  </a:lnTo>
                  <a:lnTo>
                    <a:pt x="1076200" y="1262596"/>
                  </a:lnTo>
                  <a:lnTo>
                    <a:pt x="1076217" y="1262596"/>
                  </a:lnTo>
                  <a:lnTo>
                    <a:pt x="1076233" y="1262596"/>
                  </a:lnTo>
                  <a:lnTo>
                    <a:pt x="1076250" y="1262593"/>
                  </a:lnTo>
                  <a:lnTo>
                    <a:pt x="1076266" y="1262590"/>
                  </a:lnTo>
                  <a:lnTo>
                    <a:pt x="1076283" y="1262584"/>
                  </a:lnTo>
                  <a:lnTo>
                    <a:pt x="1076299" y="1262577"/>
                  </a:lnTo>
                  <a:lnTo>
                    <a:pt x="1076315" y="1262571"/>
                  </a:lnTo>
                  <a:lnTo>
                    <a:pt x="1076332" y="1262567"/>
                  </a:lnTo>
                  <a:lnTo>
                    <a:pt x="1076348" y="1262566"/>
                  </a:lnTo>
                  <a:lnTo>
                    <a:pt x="1076360" y="1262561"/>
                  </a:lnTo>
                  <a:lnTo>
                    <a:pt x="1076365" y="1262558"/>
                  </a:lnTo>
                  <a:lnTo>
                    <a:pt x="1076379" y="1262544"/>
                  </a:lnTo>
                  <a:lnTo>
                    <a:pt x="1076392" y="1262529"/>
                  </a:lnTo>
                  <a:lnTo>
                    <a:pt x="1076401" y="1262516"/>
                  </a:lnTo>
                  <a:lnTo>
                    <a:pt x="1076403" y="1262511"/>
                  </a:lnTo>
                  <a:lnTo>
                    <a:pt x="1076405" y="1262503"/>
                  </a:lnTo>
                  <a:lnTo>
                    <a:pt x="1076405" y="1262493"/>
                  </a:lnTo>
                  <a:lnTo>
                    <a:pt x="1076402" y="1262477"/>
                  </a:lnTo>
                  <a:lnTo>
                    <a:pt x="1076401" y="1262460"/>
                  </a:lnTo>
                  <a:lnTo>
                    <a:pt x="1076401" y="1262444"/>
                  </a:lnTo>
                  <a:lnTo>
                    <a:pt x="1076398" y="1262427"/>
                  </a:lnTo>
                  <a:lnTo>
                    <a:pt x="1076395" y="1262410"/>
                  </a:lnTo>
                  <a:lnTo>
                    <a:pt x="1076379" y="1262320"/>
                  </a:lnTo>
                  <a:lnTo>
                    <a:pt x="1076370" y="1262284"/>
                  </a:lnTo>
                  <a:lnTo>
                    <a:pt x="1076365" y="1262267"/>
                  </a:lnTo>
                  <a:lnTo>
                    <a:pt x="1076360" y="1262250"/>
                  </a:lnTo>
                  <a:lnTo>
                    <a:pt x="1076352" y="1262234"/>
                  </a:lnTo>
                  <a:lnTo>
                    <a:pt x="1076347" y="1262217"/>
                  </a:lnTo>
                  <a:lnTo>
                    <a:pt x="1076342" y="1262207"/>
                  </a:lnTo>
                  <a:lnTo>
                    <a:pt x="1076339" y="1262184"/>
                  </a:lnTo>
                  <a:lnTo>
                    <a:pt x="1076333" y="1262167"/>
                  </a:lnTo>
                  <a:lnTo>
                    <a:pt x="1076330" y="1262159"/>
                  </a:lnTo>
                  <a:lnTo>
                    <a:pt x="1076329" y="1262151"/>
                  </a:lnTo>
                  <a:lnTo>
                    <a:pt x="1076324" y="1262134"/>
                  </a:lnTo>
                  <a:lnTo>
                    <a:pt x="1076321" y="1262117"/>
                  </a:lnTo>
                  <a:lnTo>
                    <a:pt x="1076319" y="1262100"/>
                  </a:lnTo>
                  <a:lnTo>
                    <a:pt x="1076316" y="1262084"/>
                  </a:lnTo>
                  <a:lnTo>
                    <a:pt x="1076314" y="1262067"/>
                  </a:lnTo>
                  <a:lnTo>
                    <a:pt x="1076314" y="1262057"/>
                  </a:lnTo>
                  <a:lnTo>
                    <a:pt x="1076312" y="1262050"/>
                  </a:lnTo>
                  <a:lnTo>
                    <a:pt x="1076305" y="1262034"/>
                  </a:lnTo>
                  <a:lnTo>
                    <a:pt x="1076298" y="1262015"/>
                  </a:lnTo>
                  <a:lnTo>
                    <a:pt x="1076291" y="1262001"/>
                  </a:lnTo>
                  <a:lnTo>
                    <a:pt x="1076287" y="1261986"/>
                  </a:lnTo>
                  <a:lnTo>
                    <a:pt x="1076281" y="1261967"/>
                  </a:lnTo>
                  <a:lnTo>
                    <a:pt x="1076280" y="1261958"/>
                  </a:lnTo>
                  <a:lnTo>
                    <a:pt x="1076252" y="1261893"/>
                  </a:lnTo>
                  <a:lnTo>
                    <a:pt x="1076248" y="1261888"/>
                  </a:lnTo>
                  <a:lnTo>
                    <a:pt x="1076240" y="1261872"/>
                  </a:lnTo>
                  <a:lnTo>
                    <a:pt x="1076230" y="1261855"/>
                  </a:lnTo>
                  <a:lnTo>
                    <a:pt x="1076221" y="1261838"/>
                  </a:lnTo>
                  <a:lnTo>
                    <a:pt x="1076209" y="1261822"/>
                  </a:lnTo>
                  <a:lnTo>
                    <a:pt x="1076199" y="1261805"/>
                  </a:lnTo>
                  <a:lnTo>
                    <a:pt x="1076195" y="1261789"/>
                  </a:lnTo>
                  <a:lnTo>
                    <a:pt x="1076191" y="1261772"/>
                  </a:lnTo>
                  <a:lnTo>
                    <a:pt x="1076186" y="1261755"/>
                  </a:lnTo>
                  <a:lnTo>
                    <a:pt x="1076182" y="1261739"/>
                  </a:lnTo>
                  <a:lnTo>
                    <a:pt x="1076178" y="1261722"/>
                  </a:lnTo>
                  <a:lnTo>
                    <a:pt x="1076172" y="1261707"/>
                  </a:lnTo>
                  <a:lnTo>
                    <a:pt x="1076164" y="1261689"/>
                  </a:lnTo>
                  <a:lnTo>
                    <a:pt x="1076155" y="1261672"/>
                  </a:lnTo>
                  <a:lnTo>
                    <a:pt x="1076146" y="1261655"/>
                  </a:lnTo>
                  <a:lnTo>
                    <a:pt x="1076141" y="1261640"/>
                  </a:lnTo>
                  <a:lnTo>
                    <a:pt x="1076141" y="1261634"/>
                  </a:lnTo>
                  <a:lnTo>
                    <a:pt x="1076139" y="1261629"/>
                  </a:lnTo>
                  <a:lnTo>
                    <a:pt x="1076137" y="1261623"/>
                  </a:lnTo>
                  <a:lnTo>
                    <a:pt x="1076136" y="1261618"/>
                  </a:lnTo>
                  <a:lnTo>
                    <a:pt x="1076133" y="1261606"/>
                  </a:lnTo>
                  <a:lnTo>
                    <a:pt x="1076131" y="1261589"/>
                  </a:lnTo>
                  <a:lnTo>
                    <a:pt x="1076132" y="1261572"/>
                  </a:lnTo>
                  <a:lnTo>
                    <a:pt x="1076133" y="1261555"/>
                  </a:lnTo>
                  <a:lnTo>
                    <a:pt x="1076155" y="1261474"/>
                  </a:lnTo>
                  <a:lnTo>
                    <a:pt x="1076158" y="1261458"/>
                  </a:lnTo>
                  <a:lnTo>
                    <a:pt x="1076161" y="1261441"/>
                  </a:lnTo>
                  <a:lnTo>
                    <a:pt x="1076163" y="1261424"/>
                  </a:lnTo>
                  <a:lnTo>
                    <a:pt x="1076163" y="1261408"/>
                  </a:lnTo>
                  <a:lnTo>
                    <a:pt x="1076165" y="1261391"/>
                  </a:lnTo>
                  <a:lnTo>
                    <a:pt x="1076165" y="1261374"/>
                  </a:lnTo>
                  <a:lnTo>
                    <a:pt x="1076163" y="1261357"/>
                  </a:lnTo>
                  <a:lnTo>
                    <a:pt x="1076163" y="1261341"/>
                  </a:lnTo>
                  <a:lnTo>
                    <a:pt x="1076162" y="1261324"/>
                  </a:lnTo>
                  <a:lnTo>
                    <a:pt x="1076161" y="1261307"/>
                  </a:lnTo>
                  <a:lnTo>
                    <a:pt x="1076158" y="1261291"/>
                  </a:lnTo>
                  <a:lnTo>
                    <a:pt x="1076156" y="1261274"/>
                  </a:lnTo>
                  <a:lnTo>
                    <a:pt x="1076153" y="1261259"/>
                  </a:lnTo>
                  <a:lnTo>
                    <a:pt x="1076151" y="1261241"/>
                  </a:lnTo>
                  <a:lnTo>
                    <a:pt x="1076149" y="1261224"/>
                  </a:lnTo>
                  <a:lnTo>
                    <a:pt x="1076147" y="1261208"/>
                  </a:lnTo>
                  <a:lnTo>
                    <a:pt x="1076146" y="1261191"/>
                  </a:lnTo>
                  <a:lnTo>
                    <a:pt x="1076142" y="1261174"/>
                  </a:lnTo>
                  <a:lnTo>
                    <a:pt x="1076140" y="1261163"/>
                  </a:lnTo>
                  <a:lnTo>
                    <a:pt x="1076142" y="1261157"/>
                  </a:lnTo>
                  <a:lnTo>
                    <a:pt x="1076149" y="1261148"/>
                  </a:lnTo>
                  <a:lnTo>
                    <a:pt x="1076155" y="1261142"/>
                  </a:lnTo>
                  <a:lnTo>
                    <a:pt x="1076168" y="1261128"/>
                  </a:lnTo>
                  <a:lnTo>
                    <a:pt x="1076182" y="1261112"/>
                  </a:lnTo>
                  <a:lnTo>
                    <a:pt x="1076195" y="1261099"/>
                  </a:lnTo>
                  <a:lnTo>
                    <a:pt x="1076208" y="1261088"/>
                  </a:lnTo>
                  <a:lnTo>
                    <a:pt x="1076227" y="1261068"/>
                  </a:lnTo>
                  <a:lnTo>
                    <a:pt x="1076234" y="1261056"/>
                  </a:lnTo>
                  <a:lnTo>
                    <a:pt x="1076236" y="1261050"/>
                  </a:lnTo>
                  <a:lnTo>
                    <a:pt x="1076248" y="1261030"/>
                  </a:lnTo>
                  <a:lnTo>
                    <a:pt x="1076262" y="1261014"/>
                  </a:lnTo>
                  <a:lnTo>
                    <a:pt x="1076274" y="1261000"/>
                  </a:lnTo>
                  <a:lnTo>
                    <a:pt x="1076282" y="1260991"/>
                  </a:lnTo>
                  <a:lnTo>
                    <a:pt x="1076286" y="1260986"/>
                  </a:lnTo>
                  <a:lnTo>
                    <a:pt x="1076298" y="1260974"/>
                  </a:lnTo>
                  <a:lnTo>
                    <a:pt x="1076308" y="1260964"/>
                  </a:lnTo>
                  <a:lnTo>
                    <a:pt x="1076314" y="1260956"/>
                  </a:lnTo>
                  <a:lnTo>
                    <a:pt x="1076328" y="1260940"/>
                  </a:lnTo>
                  <a:lnTo>
                    <a:pt x="1076331" y="1260933"/>
                  </a:lnTo>
                  <a:lnTo>
                    <a:pt x="1076334" y="1260924"/>
                  </a:lnTo>
                  <a:lnTo>
                    <a:pt x="1076343" y="1260909"/>
                  </a:lnTo>
                  <a:lnTo>
                    <a:pt x="1076348" y="1260902"/>
                  </a:lnTo>
                  <a:lnTo>
                    <a:pt x="1076357" y="1260892"/>
                  </a:lnTo>
                  <a:lnTo>
                    <a:pt x="1076365" y="1260883"/>
                  </a:lnTo>
                  <a:lnTo>
                    <a:pt x="1076372" y="1260876"/>
                  </a:lnTo>
                  <a:lnTo>
                    <a:pt x="1076384" y="1260866"/>
                  </a:lnTo>
                  <a:lnTo>
                    <a:pt x="1076401" y="1260855"/>
                  </a:lnTo>
                  <a:lnTo>
                    <a:pt x="1076417" y="1260843"/>
                  </a:lnTo>
                  <a:lnTo>
                    <a:pt x="1076434" y="1260830"/>
                  </a:lnTo>
                  <a:lnTo>
                    <a:pt x="1076450" y="1260818"/>
                  </a:lnTo>
                  <a:lnTo>
                    <a:pt x="1076467" y="1260805"/>
                  </a:lnTo>
                  <a:lnTo>
                    <a:pt x="1076476" y="1260796"/>
                  </a:lnTo>
                  <a:lnTo>
                    <a:pt x="1076483" y="1260785"/>
                  </a:lnTo>
                  <a:lnTo>
                    <a:pt x="1076488" y="1260776"/>
                  </a:lnTo>
                  <a:lnTo>
                    <a:pt x="1076491" y="1260767"/>
                  </a:lnTo>
                  <a:lnTo>
                    <a:pt x="1076494" y="1260759"/>
                  </a:lnTo>
                  <a:lnTo>
                    <a:pt x="1076496" y="1260749"/>
                  </a:lnTo>
                  <a:lnTo>
                    <a:pt x="1076498" y="1260742"/>
                  </a:lnTo>
                  <a:lnTo>
                    <a:pt x="1076504" y="1260723"/>
                  </a:lnTo>
                  <a:lnTo>
                    <a:pt x="1076505" y="1260714"/>
                  </a:lnTo>
                  <a:lnTo>
                    <a:pt x="1076505" y="1260707"/>
                  </a:lnTo>
                  <a:lnTo>
                    <a:pt x="1076504" y="1260697"/>
                  </a:lnTo>
                  <a:lnTo>
                    <a:pt x="1076501" y="1260692"/>
                  </a:lnTo>
                  <a:lnTo>
                    <a:pt x="1076497" y="1260685"/>
                  </a:lnTo>
                  <a:lnTo>
                    <a:pt x="1076491" y="1260676"/>
                  </a:lnTo>
                  <a:lnTo>
                    <a:pt x="1076483" y="1260659"/>
                  </a:lnTo>
                  <a:lnTo>
                    <a:pt x="1076473" y="1260642"/>
                  </a:lnTo>
                  <a:lnTo>
                    <a:pt x="1076462" y="1260626"/>
                  </a:lnTo>
                  <a:lnTo>
                    <a:pt x="1076454" y="1260609"/>
                  </a:lnTo>
                  <a:lnTo>
                    <a:pt x="1076444" y="1260592"/>
                  </a:lnTo>
                  <a:lnTo>
                    <a:pt x="1076437" y="1260576"/>
                  </a:lnTo>
                  <a:lnTo>
                    <a:pt x="1076430" y="1260559"/>
                  </a:lnTo>
                  <a:lnTo>
                    <a:pt x="1076424" y="1260542"/>
                  </a:lnTo>
                  <a:lnTo>
                    <a:pt x="1076419" y="1260526"/>
                  </a:lnTo>
                  <a:lnTo>
                    <a:pt x="1076413" y="1260509"/>
                  </a:lnTo>
                  <a:lnTo>
                    <a:pt x="1076406" y="1260492"/>
                  </a:lnTo>
                  <a:lnTo>
                    <a:pt x="1076402" y="1260483"/>
                  </a:lnTo>
                  <a:lnTo>
                    <a:pt x="1076401" y="1260476"/>
                  </a:lnTo>
                  <a:lnTo>
                    <a:pt x="1076396" y="1260459"/>
                  </a:lnTo>
                  <a:lnTo>
                    <a:pt x="1076388" y="1260442"/>
                  </a:lnTo>
                  <a:lnTo>
                    <a:pt x="1076384" y="1260439"/>
                  </a:lnTo>
                  <a:lnTo>
                    <a:pt x="1076378" y="1260426"/>
                  </a:lnTo>
                  <a:lnTo>
                    <a:pt x="1076367" y="1260409"/>
                  </a:lnTo>
                  <a:lnTo>
                    <a:pt x="1076358" y="1260393"/>
                  </a:lnTo>
                  <a:lnTo>
                    <a:pt x="1076351" y="1260376"/>
                  </a:lnTo>
                  <a:lnTo>
                    <a:pt x="1076343" y="1260359"/>
                  </a:lnTo>
                  <a:lnTo>
                    <a:pt x="1076335" y="1260348"/>
                  </a:lnTo>
                  <a:lnTo>
                    <a:pt x="1076330" y="1260346"/>
                  </a:lnTo>
                  <a:lnTo>
                    <a:pt x="1076316" y="1260339"/>
                  </a:lnTo>
                  <a:lnTo>
                    <a:pt x="1076298" y="1260338"/>
                  </a:lnTo>
                  <a:lnTo>
                    <a:pt x="1076281" y="1260339"/>
                  </a:lnTo>
                  <a:lnTo>
                    <a:pt x="1076264" y="1260344"/>
                  </a:lnTo>
                  <a:lnTo>
                    <a:pt x="1076248" y="1260347"/>
                  </a:lnTo>
                  <a:lnTo>
                    <a:pt x="1076231" y="1260350"/>
                  </a:lnTo>
                  <a:lnTo>
                    <a:pt x="1076215" y="1260354"/>
                  </a:lnTo>
                  <a:lnTo>
                    <a:pt x="1076199" y="1260358"/>
                  </a:lnTo>
                  <a:lnTo>
                    <a:pt x="1076182" y="1260360"/>
                  </a:lnTo>
                  <a:lnTo>
                    <a:pt x="1076166" y="1260363"/>
                  </a:lnTo>
                  <a:lnTo>
                    <a:pt x="1076157" y="1260363"/>
                  </a:lnTo>
                  <a:lnTo>
                    <a:pt x="1076149" y="1260366"/>
                  </a:lnTo>
                  <a:lnTo>
                    <a:pt x="1076133" y="1260372"/>
                  </a:lnTo>
                  <a:lnTo>
                    <a:pt x="1076116" y="1260379"/>
                  </a:lnTo>
                  <a:lnTo>
                    <a:pt x="1076100" y="1260387"/>
                  </a:lnTo>
                  <a:lnTo>
                    <a:pt x="1076083" y="1260395"/>
                  </a:lnTo>
                  <a:lnTo>
                    <a:pt x="1076067" y="1260401"/>
                  </a:lnTo>
                  <a:lnTo>
                    <a:pt x="1076050" y="1260406"/>
                  </a:lnTo>
                  <a:lnTo>
                    <a:pt x="1076034" y="1260414"/>
                  </a:lnTo>
                  <a:lnTo>
                    <a:pt x="1076018" y="1260419"/>
                  </a:lnTo>
                  <a:lnTo>
                    <a:pt x="1076001" y="1260422"/>
                  </a:lnTo>
                  <a:lnTo>
                    <a:pt x="1075989" y="1260424"/>
                  </a:lnTo>
                  <a:lnTo>
                    <a:pt x="1075985" y="1260422"/>
                  </a:lnTo>
                  <a:lnTo>
                    <a:pt x="1075968" y="1260421"/>
                  </a:lnTo>
                  <a:lnTo>
                    <a:pt x="1075954" y="1260417"/>
                  </a:lnTo>
                  <a:lnTo>
                    <a:pt x="1075944" y="1260415"/>
                  </a:lnTo>
                  <a:lnTo>
                    <a:pt x="1075935" y="1260415"/>
                  </a:lnTo>
                  <a:lnTo>
                    <a:pt x="1075918" y="1260415"/>
                  </a:lnTo>
                  <a:lnTo>
                    <a:pt x="1075902" y="1260415"/>
                  </a:lnTo>
                  <a:lnTo>
                    <a:pt x="1075886" y="1260412"/>
                  </a:lnTo>
                  <a:lnTo>
                    <a:pt x="1075839" y="1260393"/>
                  </a:lnTo>
                  <a:lnTo>
                    <a:pt x="1075830" y="1260387"/>
                  </a:lnTo>
                  <a:lnTo>
                    <a:pt x="1075813" y="1260380"/>
                  </a:lnTo>
                  <a:lnTo>
                    <a:pt x="1075796" y="1260372"/>
                  </a:lnTo>
                  <a:lnTo>
                    <a:pt x="1075780" y="1260367"/>
                  </a:lnTo>
                  <a:lnTo>
                    <a:pt x="1075770" y="1260364"/>
                  </a:lnTo>
                  <a:lnTo>
                    <a:pt x="1075764" y="1260364"/>
                  </a:lnTo>
                  <a:lnTo>
                    <a:pt x="1075747" y="1260362"/>
                  </a:lnTo>
                  <a:lnTo>
                    <a:pt x="1075738" y="1260361"/>
                  </a:lnTo>
                  <a:lnTo>
                    <a:pt x="1075731" y="1260357"/>
                  </a:lnTo>
                  <a:lnTo>
                    <a:pt x="1075714" y="1260349"/>
                  </a:lnTo>
                  <a:lnTo>
                    <a:pt x="1075698" y="1260337"/>
                  </a:lnTo>
                  <a:lnTo>
                    <a:pt x="1075681" y="1260324"/>
                  </a:lnTo>
                  <a:lnTo>
                    <a:pt x="1075665" y="1260311"/>
                  </a:lnTo>
                  <a:lnTo>
                    <a:pt x="1075649" y="1260295"/>
                  </a:lnTo>
                  <a:lnTo>
                    <a:pt x="1075636" y="1260279"/>
                  </a:lnTo>
                  <a:lnTo>
                    <a:pt x="1075625" y="1260262"/>
                  </a:lnTo>
                  <a:lnTo>
                    <a:pt x="1075613" y="1260246"/>
                  </a:lnTo>
                  <a:lnTo>
                    <a:pt x="1075598" y="1260230"/>
                  </a:lnTo>
                  <a:lnTo>
                    <a:pt x="1075582" y="1260214"/>
                  </a:lnTo>
                  <a:lnTo>
                    <a:pt x="1075565" y="1260203"/>
                  </a:lnTo>
                  <a:lnTo>
                    <a:pt x="1075549" y="1260190"/>
                  </a:lnTo>
                  <a:lnTo>
                    <a:pt x="1075536" y="1260179"/>
                  </a:lnTo>
                  <a:lnTo>
                    <a:pt x="1075525" y="1260170"/>
                  </a:lnTo>
                  <a:lnTo>
                    <a:pt x="1075521" y="1260160"/>
                  </a:lnTo>
                  <a:lnTo>
                    <a:pt x="1075516" y="1260149"/>
                  </a:lnTo>
                  <a:lnTo>
                    <a:pt x="1075514" y="1260144"/>
                  </a:lnTo>
                  <a:lnTo>
                    <a:pt x="1075508" y="1260128"/>
                  </a:lnTo>
                  <a:lnTo>
                    <a:pt x="1075502" y="1260113"/>
                  </a:lnTo>
                  <a:lnTo>
                    <a:pt x="1075494" y="1260101"/>
                  </a:lnTo>
                  <a:lnTo>
                    <a:pt x="1075482" y="1260087"/>
                  </a:lnTo>
                  <a:lnTo>
                    <a:pt x="1075474" y="1260081"/>
                  </a:lnTo>
                  <a:lnTo>
                    <a:pt x="1075467" y="1260072"/>
                  </a:lnTo>
                  <a:lnTo>
                    <a:pt x="1075463" y="1260065"/>
                  </a:lnTo>
                  <a:lnTo>
                    <a:pt x="1075453" y="1260048"/>
                  </a:lnTo>
                  <a:lnTo>
                    <a:pt x="1075438" y="1260030"/>
                  </a:lnTo>
                  <a:lnTo>
                    <a:pt x="1075430" y="1260019"/>
                  </a:lnTo>
                  <a:lnTo>
                    <a:pt x="1075417" y="1260004"/>
                  </a:lnTo>
                  <a:lnTo>
                    <a:pt x="1075412" y="1259998"/>
                  </a:lnTo>
                  <a:lnTo>
                    <a:pt x="1075396" y="1259982"/>
                  </a:lnTo>
                  <a:lnTo>
                    <a:pt x="1075382" y="1259966"/>
                  </a:lnTo>
                  <a:lnTo>
                    <a:pt x="1075373" y="1259955"/>
                  </a:lnTo>
                  <a:lnTo>
                    <a:pt x="1075368" y="1259946"/>
                  </a:lnTo>
                  <a:lnTo>
                    <a:pt x="1075359" y="1259933"/>
                  </a:lnTo>
                  <a:lnTo>
                    <a:pt x="1075355" y="1259927"/>
                  </a:lnTo>
                  <a:lnTo>
                    <a:pt x="1075353" y="1259901"/>
                  </a:lnTo>
                  <a:lnTo>
                    <a:pt x="1075349" y="1259884"/>
                  </a:lnTo>
                  <a:lnTo>
                    <a:pt x="1075343" y="1259868"/>
                  </a:lnTo>
                  <a:lnTo>
                    <a:pt x="1075334" y="1259850"/>
                  </a:lnTo>
                  <a:lnTo>
                    <a:pt x="1075332" y="1259843"/>
                  </a:lnTo>
                  <a:lnTo>
                    <a:pt x="1075329" y="1259837"/>
                  </a:lnTo>
                  <a:lnTo>
                    <a:pt x="1075327" y="1259832"/>
                  </a:lnTo>
                  <a:lnTo>
                    <a:pt x="1075324" y="1259823"/>
                  </a:lnTo>
                  <a:lnTo>
                    <a:pt x="1075322" y="1259815"/>
                  </a:lnTo>
                  <a:lnTo>
                    <a:pt x="1075318" y="1259806"/>
                  </a:lnTo>
                  <a:lnTo>
                    <a:pt x="1075315" y="1259801"/>
                  </a:lnTo>
                  <a:lnTo>
                    <a:pt x="1075308" y="1259784"/>
                  </a:lnTo>
                  <a:lnTo>
                    <a:pt x="1075304" y="1259767"/>
                  </a:lnTo>
                  <a:lnTo>
                    <a:pt x="1075303" y="1259751"/>
                  </a:lnTo>
                  <a:lnTo>
                    <a:pt x="1075304" y="1259734"/>
                  </a:lnTo>
                  <a:lnTo>
                    <a:pt x="1075305" y="1259723"/>
                  </a:lnTo>
                  <a:lnTo>
                    <a:pt x="1075304" y="1259718"/>
                  </a:lnTo>
                  <a:lnTo>
                    <a:pt x="1075302" y="1259701"/>
                  </a:lnTo>
                  <a:lnTo>
                    <a:pt x="1075296" y="1259684"/>
                  </a:lnTo>
                  <a:lnTo>
                    <a:pt x="1075293" y="1259670"/>
                  </a:lnTo>
                  <a:lnTo>
                    <a:pt x="1075290" y="1259661"/>
                  </a:lnTo>
                  <a:lnTo>
                    <a:pt x="1075288" y="1259657"/>
                  </a:lnTo>
                  <a:lnTo>
                    <a:pt x="1075286" y="1259652"/>
                  </a:lnTo>
                  <a:lnTo>
                    <a:pt x="1075281" y="1259644"/>
                  </a:lnTo>
                  <a:lnTo>
                    <a:pt x="1075274" y="1259632"/>
                  </a:lnTo>
                  <a:lnTo>
                    <a:pt x="1075264" y="1259618"/>
                  </a:lnTo>
                  <a:lnTo>
                    <a:pt x="1075249" y="1259600"/>
                  </a:lnTo>
                  <a:lnTo>
                    <a:pt x="1075234" y="1259585"/>
                  </a:lnTo>
                  <a:lnTo>
                    <a:pt x="1075217" y="1259566"/>
                  </a:lnTo>
                  <a:lnTo>
                    <a:pt x="1075212" y="1259560"/>
                  </a:lnTo>
                  <a:lnTo>
                    <a:pt x="1075208" y="1259555"/>
                  </a:lnTo>
                  <a:lnTo>
                    <a:pt x="1075202" y="1259549"/>
                  </a:lnTo>
                  <a:lnTo>
                    <a:pt x="1075197" y="1259540"/>
                  </a:lnTo>
                  <a:lnTo>
                    <a:pt x="1075185" y="1259519"/>
                  </a:lnTo>
                  <a:lnTo>
                    <a:pt x="1075175" y="1259504"/>
                  </a:lnTo>
                  <a:lnTo>
                    <a:pt x="1075164" y="1259488"/>
                  </a:lnTo>
                  <a:lnTo>
                    <a:pt x="1075160" y="1259482"/>
                  </a:lnTo>
                  <a:lnTo>
                    <a:pt x="1075155" y="1259471"/>
                  </a:lnTo>
                  <a:lnTo>
                    <a:pt x="1075148" y="1259455"/>
                  </a:lnTo>
                  <a:lnTo>
                    <a:pt x="1075143" y="1259438"/>
                  </a:lnTo>
                  <a:lnTo>
                    <a:pt x="1075137" y="1259421"/>
                  </a:lnTo>
                  <a:lnTo>
                    <a:pt x="1075132" y="1259404"/>
                  </a:lnTo>
                  <a:lnTo>
                    <a:pt x="1075127" y="1259385"/>
                  </a:lnTo>
                  <a:lnTo>
                    <a:pt x="1075121" y="1259369"/>
                  </a:lnTo>
                  <a:lnTo>
                    <a:pt x="1075119" y="1259360"/>
                  </a:lnTo>
                  <a:lnTo>
                    <a:pt x="1075115" y="1259351"/>
                  </a:lnTo>
                  <a:lnTo>
                    <a:pt x="1075109" y="1259344"/>
                  </a:lnTo>
                  <a:lnTo>
                    <a:pt x="1075104" y="1259341"/>
                  </a:lnTo>
                  <a:lnTo>
                    <a:pt x="1075097" y="1259337"/>
                  </a:lnTo>
                  <a:lnTo>
                    <a:pt x="1075080" y="1259326"/>
                  </a:lnTo>
                  <a:lnTo>
                    <a:pt x="1075064" y="1259316"/>
                  </a:lnTo>
                  <a:lnTo>
                    <a:pt x="1075054" y="1259311"/>
                  </a:lnTo>
                  <a:lnTo>
                    <a:pt x="1075047" y="1259306"/>
                  </a:lnTo>
                  <a:lnTo>
                    <a:pt x="1075036" y="1259299"/>
                  </a:lnTo>
                  <a:lnTo>
                    <a:pt x="1075031" y="1259293"/>
                  </a:lnTo>
                  <a:lnTo>
                    <a:pt x="1075014" y="1259284"/>
                  </a:lnTo>
                  <a:lnTo>
                    <a:pt x="1074997" y="1259274"/>
                  </a:lnTo>
                  <a:lnTo>
                    <a:pt x="1074981" y="1259264"/>
                  </a:lnTo>
                  <a:lnTo>
                    <a:pt x="1074964" y="1259252"/>
                  </a:lnTo>
                  <a:lnTo>
                    <a:pt x="1074948" y="1259243"/>
                  </a:lnTo>
                  <a:lnTo>
                    <a:pt x="1074932" y="1259233"/>
                  </a:lnTo>
                  <a:lnTo>
                    <a:pt x="1074913" y="1259222"/>
                  </a:lnTo>
                  <a:lnTo>
                    <a:pt x="1074896" y="1259213"/>
                  </a:lnTo>
                  <a:lnTo>
                    <a:pt x="1074880" y="1259205"/>
                  </a:lnTo>
                  <a:lnTo>
                    <a:pt x="1074864" y="1259197"/>
                  </a:lnTo>
                  <a:lnTo>
                    <a:pt x="1074847" y="1259190"/>
                  </a:lnTo>
                  <a:lnTo>
                    <a:pt x="1074834" y="1259183"/>
                  </a:lnTo>
                  <a:lnTo>
                    <a:pt x="1074812" y="1259178"/>
                  </a:lnTo>
                  <a:lnTo>
                    <a:pt x="1074795" y="1259175"/>
                  </a:lnTo>
                  <a:lnTo>
                    <a:pt x="1074779" y="1259174"/>
                  </a:lnTo>
                  <a:lnTo>
                    <a:pt x="1074762" y="1259170"/>
                  </a:lnTo>
                  <a:lnTo>
                    <a:pt x="1074741" y="1259164"/>
                  </a:lnTo>
                  <a:lnTo>
                    <a:pt x="1074727" y="1259160"/>
                  </a:lnTo>
                  <a:lnTo>
                    <a:pt x="1074709" y="1259156"/>
                  </a:lnTo>
                  <a:lnTo>
                    <a:pt x="1074694" y="1259152"/>
                  </a:lnTo>
                  <a:lnTo>
                    <a:pt x="1074657" y="1259154"/>
                  </a:lnTo>
                  <a:lnTo>
                    <a:pt x="1074584" y="1259187"/>
                  </a:lnTo>
                  <a:lnTo>
                    <a:pt x="1074568" y="1259195"/>
                  </a:lnTo>
                  <a:lnTo>
                    <a:pt x="1074551" y="1259204"/>
                  </a:lnTo>
                  <a:lnTo>
                    <a:pt x="1074538" y="1259209"/>
                  </a:lnTo>
                  <a:lnTo>
                    <a:pt x="1074527" y="1259215"/>
                  </a:lnTo>
                  <a:lnTo>
                    <a:pt x="1074517" y="1259218"/>
                  </a:lnTo>
                  <a:lnTo>
                    <a:pt x="1074497" y="1259227"/>
                  </a:lnTo>
                  <a:lnTo>
                    <a:pt x="1074487" y="1259233"/>
                  </a:lnTo>
                  <a:lnTo>
                    <a:pt x="1074468" y="1259244"/>
                  </a:lnTo>
                  <a:lnTo>
                    <a:pt x="1074452" y="1259252"/>
                  </a:lnTo>
                  <a:lnTo>
                    <a:pt x="1074442" y="1259261"/>
                  </a:lnTo>
                  <a:lnTo>
                    <a:pt x="1074423" y="1259275"/>
                  </a:lnTo>
                  <a:lnTo>
                    <a:pt x="1074405" y="1259307"/>
                  </a:lnTo>
                  <a:lnTo>
                    <a:pt x="1074379" y="1259329"/>
                  </a:lnTo>
                  <a:lnTo>
                    <a:pt x="1074369" y="1259340"/>
                  </a:lnTo>
                  <a:lnTo>
                    <a:pt x="1074364" y="1259351"/>
                  </a:lnTo>
                  <a:lnTo>
                    <a:pt x="1074359" y="1259358"/>
                  </a:lnTo>
                  <a:lnTo>
                    <a:pt x="1074353" y="1259367"/>
                  </a:lnTo>
                  <a:lnTo>
                    <a:pt x="1074347" y="1259373"/>
                  </a:lnTo>
                  <a:lnTo>
                    <a:pt x="1074340" y="1259377"/>
                  </a:lnTo>
                  <a:lnTo>
                    <a:pt x="1074334" y="1259383"/>
                  </a:lnTo>
                  <a:lnTo>
                    <a:pt x="1074328" y="1259388"/>
                  </a:lnTo>
                  <a:lnTo>
                    <a:pt x="1074317" y="1259398"/>
                  </a:lnTo>
                  <a:lnTo>
                    <a:pt x="1074306" y="1259413"/>
                  </a:lnTo>
                  <a:lnTo>
                    <a:pt x="1074295" y="1259430"/>
                  </a:lnTo>
                  <a:lnTo>
                    <a:pt x="1074283" y="1259442"/>
                  </a:lnTo>
                  <a:lnTo>
                    <a:pt x="1074270" y="1259453"/>
                  </a:lnTo>
                  <a:lnTo>
                    <a:pt x="1074264" y="1259460"/>
                  </a:lnTo>
                  <a:lnTo>
                    <a:pt x="1074257" y="1259480"/>
                  </a:lnTo>
                  <a:lnTo>
                    <a:pt x="1074247" y="1259492"/>
                  </a:lnTo>
                  <a:lnTo>
                    <a:pt x="1074236" y="1259505"/>
                  </a:lnTo>
                  <a:lnTo>
                    <a:pt x="1074232" y="1259516"/>
                  </a:lnTo>
                  <a:lnTo>
                    <a:pt x="1074228" y="1259526"/>
                  </a:lnTo>
                  <a:lnTo>
                    <a:pt x="1074227" y="1259534"/>
                  </a:lnTo>
                  <a:lnTo>
                    <a:pt x="1074227" y="1259544"/>
                  </a:lnTo>
                  <a:lnTo>
                    <a:pt x="1074227" y="1259556"/>
                  </a:lnTo>
                  <a:lnTo>
                    <a:pt x="1074226" y="1259568"/>
                  </a:lnTo>
                  <a:lnTo>
                    <a:pt x="1074223" y="1259580"/>
                  </a:lnTo>
                  <a:lnTo>
                    <a:pt x="1074220" y="1259588"/>
                  </a:lnTo>
                  <a:lnTo>
                    <a:pt x="1074218" y="1259597"/>
                  </a:lnTo>
                  <a:lnTo>
                    <a:pt x="1074215" y="1259614"/>
                  </a:lnTo>
                  <a:lnTo>
                    <a:pt x="1074210" y="1259630"/>
                  </a:lnTo>
                  <a:lnTo>
                    <a:pt x="1074204" y="1259647"/>
                  </a:lnTo>
                  <a:lnTo>
                    <a:pt x="1074201" y="1259655"/>
                  </a:lnTo>
                  <a:lnTo>
                    <a:pt x="1074194" y="1259664"/>
                  </a:lnTo>
                  <a:lnTo>
                    <a:pt x="1074177" y="1259675"/>
                  </a:lnTo>
                  <a:lnTo>
                    <a:pt x="1074170" y="1259687"/>
                  </a:lnTo>
                  <a:lnTo>
                    <a:pt x="1074168" y="1259691"/>
                  </a:lnTo>
                  <a:lnTo>
                    <a:pt x="1074163" y="1259700"/>
                  </a:lnTo>
                  <a:lnTo>
                    <a:pt x="1074161" y="1259711"/>
                  </a:lnTo>
                  <a:lnTo>
                    <a:pt x="1074158" y="1259720"/>
                  </a:lnTo>
                  <a:lnTo>
                    <a:pt x="1074159" y="1259730"/>
                  </a:lnTo>
                  <a:lnTo>
                    <a:pt x="1074162" y="1259739"/>
                  </a:lnTo>
                  <a:lnTo>
                    <a:pt x="1074165" y="1259747"/>
                  </a:lnTo>
                  <a:lnTo>
                    <a:pt x="1074164" y="1259760"/>
                  </a:lnTo>
                  <a:lnTo>
                    <a:pt x="1074163" y="1259775"/>
                  </a:lnTo>
                  <a:lnTo>
                    <a:pt x="1074163" y="1259794"/>
                  </a:lnTo>
                  <a:lnTo>
                    <a:pt x="1074165" y="1259815"/>
                  </a:lnTo>
                  <a:lnTo>
                    <a:pt x="1074170" y="1259825"/>
                  </a:lnTo>
                  <a:lnTo>
                    <a:pt x="1074175" y="1259837"/>
                  </a:lnTo>
                  <a:lnTo>
                    <a:pt x="1074179" y="1259855"/>
                  </a:lnTo>
                  <a:lnTo>
                    <a:pt x="1074182" y="1259875"/>
                  </a:lnTo>
                  <a:lnTo>
                    <a:pt x="1074183" y="1259885"/>
                  </a:lnTo>
                  <a:lnTo>
                    <a:pt x="1074176" y="1259901"/>
                  </a:lnTo>
                  <a:lnTo>
                    <a:pt x="1074171" y="1259919"/>
                  </a:lnTo>
                  <a:lnTo>
                    <a:pt x="1074166" y="1259939"/>
                  </a:lnTo>
                  <a:lnTo>
                    <a:pt x="1074162" y="1259954"/>
                  </a:lnTo>
                  <a:lnTo>
                    <a:pt x="1074159" y="1259969"/>
                  </a:lnTo>
                  <a:lnTo>
                    <a:pt x="1074156" y="1259981"/>
                  </a:lnTo>
                  <a:lnTo>
                    <a:pt x="1074152" y="1259994"/>
                  </a:lnTo>
                  <a:lnTo>
                    <a:pt x="1074145" y="1260010"/>
                  </a:lnTo>
                  <a:lnTo>
                    <a:pt x="1074136" y="1260025"/>
                  </a:lnTo>
                  <a:lnTo>
                    <a:pt x="1074123" y="1260040"/>
                  </a:lnTo>
                  <a:lnTo>
                    <a:pt x="1074113" y="1260056"/>
                  </a:lnTo>
                  <a:lnTo>
                    <a:pt x="1074093" y="1260074"/>
                  </a:lnTo>
                  <a:lnTo>
                    <a:pt x="1074080" y="1260087"/>
                  </a:lnTo>
                  <a:lnTo>
                    <a:pt x="1074069" y="1260100"/>
                  </a:lnTo>
                  <a:lnTo>
                    <a:pt x="1074050" y="1260116"/>
                  </a:lnTo>
                  <a:lnTo>
                    <a:pt x="1074035" y="1260126"/>
                  </a:lnTo>
                  <a:lnTo>
                    <a:pt x="1074021" y="1260138"/>
                  </a:lnTo>
                  <a:lnTo>
                    <a:pt x="1074008" y="1260150"/>
                  </a:lnTo>
                  <a:lnTo>
                    <a:pt x="1073998" y="1260157"/>
                  </a:lnTo>
                  <a:lnTo>
                    <a:pt x="1073986" y="1260168"/>
                  </a:lnTo>
                  <a:lnTo>
                    <a:pt x="1073976" y="1260178"/>
                  </a:lnTo>
                  <a:lnTo>
                    <a:pt x="1073960" y="1260191"/>
                  </a:lnTo>
                  <a:lnTo>
                    <a:pt x="1073952" y="1260197"/>
                  </a:lnTo>
                  <a:lnTo>
                    <a:pt x="1073943" y="1260200"/>
                  </a:lnTo>
                  <a:lnTo>
                    <a:pt x="1073927" y="1260206"/>
                  </a:lnTo>
                  <a:lnTo>
                    <a:pt x="1073910" y="1260207"/>
                  </a:lnTo>
                  <a:lnTo>
                    <a:pt x="1073903" y="1260204"/>
                  </a:lnTo>
                  <a:lnTo>
                    <a:pt x="1073894" y="1260197"/>
                  </a:lnTo>
                  <a:lnTo>
                    <a:pt x="1073877" y="1260181"/>
                  </a:lnTo>
                  <a:lnTo>
                    <a:pt x="1073864" y="1260166"/>
                  </a:lnTo>
                  <a:lnTo>
                    <a:pt x="1073850" y="1260150"/>
                  </a:lnTo>
                  <a:lnTo>
                    <a:pt x="1073838" y="1260138"/>
                  </a:lnTo>
                  <a:lnTo>
                    <a:pt x="1073809" y="1260132"/>
                  </a:lnTo>
                  <a:lnTo>
                    <a:pt x="1073793" y="1260133"/>
                  </a:lnTo>
                  <a:lnTo>
                    <a:pt x="1073780" y="1260128"/>
                  </a:lnTo>
                  <a:lnTo>
                    <a:pt x="1073776" y="1260125"/>
                  </a:lnTo>
                  <a:lnTo>
                    <a:pt x="1073760" y="1260109"/>
                  </a:lnTo>
                  <a:lnTo>
                    <a:pt x="1073749" y="1260093"/>
                  </a:lnTo>
                  <a:lnTo>
                    <a:pt x="1073737" y="1260076"/>
                  </a:lnTo>
                  <a:lnTo>
                    <a:pt x="1073730" y="1260066"/>
                  </a:lnTo>
                  <a:lnTo>
                    <a:pt x="1073723" y="1260062"/>
                  </a:lnTo>
                  <a:lnTo>
                    <a:pt x="1073707" y="1260058"/>
                  </a:lnTo>
                  <a:lnTo>
                    <a:pt x="1073690" y="1260058"/>
                  </a:lnTo>
                  <a:lnTo>
                    <a:pt x="1073674" y="1260055"/>
                  </a:lnTo>
                  <a:lnTo>
                    <a:pt x="1073659" y="1260051"/>
                  </a:lnTo>
                  <a:lnTo>
                    <a:pt x="1073641" y="1260049"/>
                  </a:lnTo>
                  <a:lnTo>
                    <a:pt x="1073625" y="1260046"/>
                  </a:lnTo>
                  <a:lnTo>
                    <a:pt x="1073608" y="1260043"/>
                  </a:lnTo>
                  <a:lnTo>
                    <a:pt x="1073591" y="1260038"/>
                  </a:lnTo>
                  <a:lnTo>
                    <a:pt x="1073575" y="1260024"/>
                  </a:lnTo>
                  <a:lnTo>
                    <a:pt x="1073562" y="1260009"/>
                  </a:lnTo>
                  <a:lnTo>
                    <a:pt x="1073552" y="1259998"/>
                  </a:lnTo>
                  <a:lnTo>
                    <a:pt x="1073546" y="1259995"/>
                  </a:lnTo>
                  <a:lnTo>
                    <a:pt x="1073536" y="1259988"/>
                  </a:lnTo>
                  <a:lnTo>
                    <a:pt x="1073530" y="1259985"/>
                  </a:lnTo>
                  <a:lnTo>
                    <a:pt x="1073515" y="1259979"/>
                  </a:lnTo>
                  <a:lnTo>
                    <a:pt x="1073497" y="1259969"/>
                  </a:lnTo>
                  <a:lnTo>
                    <a:pt x="1073487" y="1259961"/>
                  </a:lnTo>
                  <a:lnTo>
                    <a:pt x="1073480" y="1259959"/>
                  </a:lnTo>
                  <a:lnTo>
                    <a:pt x="1073465" y="1259948"/>
                  </a:lnTo>
                  <a:lnTo>
                    <a:pt x="1073448" y="1259937"/>
                  </a:lnTo>
                  <a:lnTo>
                    <a:pt x="1073432" y="1259925"/>
                  </a:lnTo>
                  <a:lnTo>
                    <a:pt x="1073415" y="1259914"/>
                  </a:lnTo>
                  <a:lnTo>
                    <a:pt x="1073399" y="1259903"/>
                  </a:lnTo>
                  <a:lnTo>
                    <a:pt x="1073382" y="1259892"/>
                  </a:lnTo>
                  <a:lnTo>
                    <a:pt x="1073366" y="1259883"/>
                  </a:lnTo>
                  <a:lnTo>
                    <a:pt x="1073349" y="1259875"/>
                  </a:lnTo>
                  <a:lnTo>
                    <a:pt x="1073333" y="1259867"/>
                  </a:lnTo>
                  <a:lnTo>
                    <a:pt x="1073316" y="1259862"/>
                  </a:lnTo>
                  <a:lnTo>
                    <a:pt x="1073300" y="1259854"/>
                  </a:lnTo>
                  <a:lnTo>
                    <a:pt x="1073291" y="1259850"/>
                  </a:lnTo>
                  <a:lnTo>
                    <a:pt x="1073277" y="1259843"/>
                  </a:lnTo>
                  <a:lnTo>
                    <a:pt x="1073267" y="1259839"/>
                  </a:lnTo>
                  <a:lnTo>
                    <a:pt x="1073253" y="1259837"/>
                  </a:lnTo>
                  <a:lnTo>
                    <a:pt x="1073234" y="1259833"/>
                  </a:lnTo>
                  <a:lnTo>
                    <a:pt x="1073217" y="1259830"/>
                  </a:lnTo>
                  <a:lnTo>
                    <a:pt x="1073201" y="1259828"/>
                  </a:lnTo>
                  <a:lnTo>
                    <a:pt x="1073184" y="1259825"/>
                  </a:lnTo>
                  <a:lnTo>
                    <a:pt x="1073168" y="1259822"/>
                  </a:lnTo>
                  <a:lnTo>
                    <a:pt x="1073152" y="1259820"/>
                  </a:lnTo>
                  <a:lnTo>
                    <a:pt x="1073133" y="1259817"/>
                  </a:lnTo>
                  <a:lnTo>
                    <a:pt x="1073124" y="1259815"/>
                  </a:lnTo>
                  <a:lnTo>
                    <a:pt x="1073109" y="1259813"/>
                  </a:lnTo>
                  <a:lnTo>
                    <a:pt x="1073097" y="1259810"/>
                  </a:lnTo>
                  <a:lnTo>
                    <a:pt x="1073085" y="1259808"/>
                  </a:lnTo>
                  <a:lnTo>
                    <a:pt x="1073069" y="1259803"/>
                  </a:lnTo>
                  <a:lnTo>
                    <a:pt x="1073052" y="1259796"/>
                  </a:lnTo>
                  <a:lnTo>
                    <a:pt x="1073036" y="1259789"/>
                  </a:lnTo>
                  <a:lnTo>
                    <a:pt x="1073020" y="1259780"/>
                  </a:lnTo>
                  <a:lnTo>
                    <a:pt x="1073010" y="1259776"/>
                  </a:lnTo>
                  <a:lnTo>
                    <a:pt x="1073003" y="1259773"/>
                  </a:lnTo>
                  <a:lnTo>
                    <a:pt x="1072987" y="1259764"/>
                  </a:lnTo>
                  <a:lnTo>
                    <a:pt x="1072970" y="1259755"/>
                  </a:lnTo>
                  <a:lnTo>
                    <a:pt x="1072953" y="1259745"/>
                  </a:lnTo>
                  <a:lnTo>
                    <a:pt x="1072942" y="1259736"/>
                  </a:lnTo>
                  <a:lnTo>
                    <a:pt x="1072937" y="1259734"/>
                  </a:lnTo>
                  <a:lnTo>
                    <a:pt x="1072920" y="1259724"/>
                  </a:lnTo>
                  <a:lnTo>
                    <a:pt x="1072914" y="1259722"/>
                  </a:lnTo>
                  <a:lnTo>
                    <a:pt x="1072904" y="1259715"/>
                  </a:lnTo>
                  <a:lnTo>
                    <a:pt x="1072887" y="1259707"/>
                  </a:lnTo>
                  <a:lnTo>
                    <a:pt x="1072871" y="1259699"/>
                  </a:lnTo>
                  <a:lnTo>
                    <a:pt x="1072854" y="1259690"/>
                  </a:lnTo>
                  <a:lnTo>
                    <a:pt x="1072845" y="1259686"/>
                  </a:lnTo>
                  <a:lnTo>
                    <a:pt x="1072838" y="1259680"/>
                  </a:lnTo>
                  <a:lnTo>
                    <a:pt x="1072829" y="1259674"/>
                  </a:lnTo>
                  <a:lnTo>
                    <a:pt x="1072822" y="1259672"/>
                  </a:lnTo>
                  <a:lnTo>
                    <a:pt x="1072807" y="1259666"/>
                  </a:lnTo>
                  <a:lnTo>
                    <a:pt x="1072797" y="1259663"/>
                  </a:lnTo>
                  <a:lnTo>
                    <a:pt x="1072785" y="1259662"/>
                  </a:lnTo>
                  <a:lnTo>
                    <a:pt x="1072770" y="1259664"/>
                  </a:lnTo>
                  <a:lnTo>
                    <a:pt x="1072754" y="1259666"/>
                  </a:lnTo>
                  <a:lnTo>
                    <a:pt x="1072732" y="1259676"/>
                  </a:lnTo>
                  <a:lnTo>
                    <a:pt x="1072707" y="1259687"/>
                  </a:lnTo>
                  <a:lnTo>
                    <a:pt x="1072691" y="1259695"/>
                  </a:lnTo>
                  <a:lnTo>
                    <a:pt x="1072674" y="1259701"/>
                  </a:lnTo>
                  <a:lnTo>
                    <a:pt x="1072665" y="1259705"/>
                  </a:lnTo>
                  <a:lnTo>
                    <a:pt x="1072658" y="1259709"/>
                  </a:lnTo>
                  <a:lnTo>
                    <a:pt x="1072641" y="1259716"/>
                  </a:lnTo>
                  <a:lnTo>
                    <a:pt x="1072622" y="1259721"/>
                  </a:lnTo>
                  <a:lnTo>
                    <a:pt x="1072609" y="1259727"/>
                  </a:lnTo>
                  <a:lnTo>
                    <a:pt x="1072596" y="1259729"/>
                  </a:lnTo>
                  <a:lnTo>
                    <a:pt x="1072585" y="1259730"/>
                  </a:lnTo>
                  <a:lnTo>
                    <a:pt x="1072539" y="1259723"/>
                  </a:lnTo>
                  <a:lnTo>
                    <a:pt x="1072527" y="1259719"/>
                  </a:lnTo>
                  <a:lnTo>
                    <a:pt x="1072518" y="1259713"/>
                  </a:lnTo>
                  <a:lnTo>
                    <a:pt x="1072512" y="1259711"/>
                  </a:lnTo>
                  <a:lnTo>
                    <a:pt x="1072495" y="1259706"/>
                  </a:lnTo>
                  <a:lnTo>
                    <a:pt x="1072479" y="1259708"/>
                  </a:lnTo>
                  <a:lnTo>
                    <a:pt x="1072462" y="1259710"/>
                  </a:lnTo>
                  <a:lnTo>
                    <a:pt x="1072446" y="1259710"/>
                  </a:lnTo>
                  <a:lnTo>
                    <a:pt x="1072429" y="1259709"/>
                  </a:lnTo>
                  <a:lnTo>
                    <a:pt x="1072413" y="1259704"/>
                  </a:lnTo>
                  <a:lnTo>
                    <a:pt x="1072396" y="1259698"/>
                  </a:lnTo>
                  <a:lnTo>
                    <a:pt x="1072380" y="1259690"/>
                  </a:lnTo>
                  <a:lnTo>
                    <a:pt x="1072364" y="1259679"/>
                  </a:lnTo>
                  <a:lnTo>
                    <a:pt x="1072347" y="1259667"/>
                  </a:lnTo>
                  <a:lnTo>
                    <a:pt x="1072330" y="1259654"/>
                  </a:lnTo>
                  <a:lnTo>
                    <a:pt x="1072315" y="1259639"/>
                  </a:lnTo>
                  <a:lnTo>
                    <a:pt x="1072299" y="1259625"/>
                  </a:lnTo>
                  <a:lnTo>
                    <a:pt x="1072283" y="1259613"/>
                  </a:lnTo>
                  <a:lnTo>
                    <a:pt x="1072266" y="1259600"/>
                  </a:lnTo>
                  <a:lnTo>
                    <a:pt x="1072250" y="1259587"/>
                  </a:lnTo>
                  <a:lnTo>
                    <a:pt x="1072233" y="1259571"/>
                  </a:lnTo>
                  <a:lnTo>
                    <a:pt x="1072219" y="1259556"/>
                  </a:lnTo>
                  <a:lnTo>
                    <a:pt x="1072205" y="1259542"/>
                  </a:lnTo>
                  <a:lnTo>
                    <a:pt x="1072199" y="1259541"/>
                  </a:lnTo>
                  <a:lnTo>
                    <a:pt x="1072193" y="1259542"/>
                  </a:lnTo>
                  <a:lnTo>
                    <a:pt x="1072188" y="1259544"/>
                  </a:lnTo>
                  <a:lnTo>
                    <a:pt x="1072172" y="1259549"/>
                  </a:lnTo>
                  <a:lnTo>
                    <a:pt x="1072156" y="1259553"/>
                  </a:lnTo>
                  <a:lnTo>
                    <a:pt x="1072148" y="1259555"/>
                  </a:lnTo>
                  <a:lnTo>
                    <a:pt x="1072139" y="1259555"/>
                  </a:lnTo>
                  <a:lnTo>
                    <a:pt x="1072122" y="1259559"/>
                  </a:lnTo>
                  <a:lnTo>
                    <a:pt x="1072106" y="1259561"/>
                  </a:lnTo>
                  <a:lnTo>
                    <a:pt x="1072089" y="1259565"/>
                  </a:lnTo>
                  <a:lnTo>
                    <a:pt x="1072073" y="1259568"/>
                  </a:lnTo>
                  <a:lnTo>
                    <a:pt x="1072057" y="1259573"/>
                  </a:lnTo>
                  <a:lnTo>
                    <a:pt x="1072040" y="1259579"/>
                  </a:lnTo>
                  <a:lnTo>
                    <a:pt x="1072024" y="1259586"/>
                  </a:lnTo>
                  <a:lnTo>
                    <a:pt x="1072007" y="1259591"/>
                  </a:lnTo>
                  <a:lnTo>
                    <a:pt x="1071991" y="1259598"/>
                  </a:lnTo>
                  <a:lnTo>
                    <a:pt x="1071974" y="1259604"/>
                  </a:lnTo>
                  <a:lnTo>
                    <a:pt x="1071958" y="1259611"/>
                  </a:lnTo>
                  <a:lnTo>
                    <a:pt x="1071941" y="1259617"/>
                  </a:lnTo>
                  <a:lnTo>
                    <a:pt x="1071925" y="1259624"/>
                  </a:lnTo>
                  <a:lnTo>
                    <a:pt x="1071913" y="1259628"/>
                  </a:lnTo>
                  <a:lnTo>
                    <a:pt x="1071892" y="1259642"/>
                  </a:lnTo>
                  <a:lnTo>
                    <a:pt x="1071876" y="1259653"/>
                  </a:lnTo>
                  <a:lnTo>
                    <a:pt x="1071867" y="1259659"/>
                  </a:lnTo>
                  <a:lnTo>
                    <a:pt x="1071860" y="1259665"/>
                  </a:lnTo>
                  <a:lnTo>
                    <a:pt x="1071846" y="1259681"/>
                  </a:lnTo>
                  <a:lnTo>
                    <a:pt x="1071829" y="1259693"/>
                  </a:lnTo>
                  <a:lnTo>
                    <a:pt x="1071815" y="1259708"/>
                  </a:lnTo>
                  <a:lnTo>
                    <a:pt x="1071801" y="1259723"/>
                  </a:lnTo>
                  <a:lnTo>
                    <a:pt x="1071790" y="1259740"/>
                  </a:lnTo>
                  <a:lnTo>
                    <a:pt x="1071784" y="1259751"/>
                  </a:lnTo>
                  <a:lnTo>
                    <a:pt x="1071782" y="1259756"/>
                  </a:lnTo>
                  <a:lnTo>
                    <a:pt x="1071778" y="1259771"/>
                  </a:lnTo>
                  <a:lnTo>
                    <a:pt x="1071776" y="1259790"/>
                  </a:lnTo>
                  <a:lnTo>
                    <a:pt x="1071777" y="1259807"/>
                  </a:lnTo>
                  <a:lnTo>
                    <a:pt x="1071778" y="1259823"/>
                  </a:lnTo>
                  <a:lnTo>
                    <a:pt x="1071781" y="1259840"/>
                  </a:lnTo>
                  <a:lnTo>
                    <a:pt x="1071785" y="1259857"/>
                  </a:lnTo>
                  <a:lnTo>
                    <a:pt x="1071789" y="1259871"/>
                  </a:lnTo>
                  <a:lnTo>
                    <a:pt x="1071794" y="1259894"/>
                  </a:lnTo>
                  <a:lnTo>
                    <a:pt x="1071799" y="1259906"/>
                  </a:lnTo>
                  <a:lnTo>
                    <a:pt x="1071805" y="1259923"/>
                  </a:lnTo>
                  <a:lnTo>
                    <a:pt x="1071807" y="1259931"/>
                  </a:lnTo>
                  <a:lnTo>
                    <a:pt x="1071810" y="1259940"/>
                  </a:lnTo>
                  <a:lnTo>
                    <a:pt x="1071820" y="1259957"/>
                  </a:lnTo>
                  <a:lnTo>
                    <a:pt x="1071827" y="1259972"/>
                  </a:lnTo>
                  <a:lnTo>
                    <a:pt x="1071820" y="1259986"/>
                  </a:lnTo>
                  <a:lnTo>
                    <a:pt x="1071816" y="1259990"/>
                  </a:lnTo>
                  <a:lnTo>
                    <a:pt x="1071810" y="1259996"/>
                  </a:lnTo>
                  <a:lnTo>
                    <a:pt x="1071800" y="1260002"/>
                  </a:lnTo>
                  <a:lnTo>
                    <a:pt x="1071785" y="1260015"/>
                  </a:lnTo>
                  <a:lnTo>
                    <a:pt x="1071776" y="1260029"/>
                  </a:lnTo>
                  <a:lnTo>
                    <a:pt x="1071759" y="1260046"/>
                  </a:lnTo>
                  <a:lnTo>
                    <a:pt x="1071744" y="1260061"/>
                  </a:lnTo>
                  <a:lnTo>
                    <a:pt x="1071731" y="1260074"/>
                  </a:lnTo>
                  <a:lnTo>
                    <a:pt x="1071711" y="1260083"/>
                  </a:lnTo>
                  <a:lnTo>
                    <a:pt x="1071694" y="1260089"/>
                  </a:lnTo>
                  <a:lnTo>
                    <a:pt x="1071678" y="1260096"/>
                  </a:lnTo>
                  <a:lnTo>
                    <a:pt x="1071662" y="1260102"/>
                  </a:lnTo>
                  <a:lnTo>
                    <a:pt x="1071647" y="1260107"/>
                  </a:lnTo>
                  <a:lnTo>
                    <a:pt x="1071629" y="1260110"/>
                  </a:lnTo>
                  <a:lnTo>
                    <a:pt x="1071619" y="1260114"/>
                  </a:lnTo>
                  <a:lnTo>
                    <a:pt x="1071612" y="1260118"/>
                  </a:lnTo>
                  <a:lnTo>
                    <a:pt x="1071596" y="1260128"/>
                  </a:lnTo>
                  <a:lnTo>
                    <a:pt x="1071580" y="1260137"/>
                  </a:lnTo>
                  <a:lnTo>
                    <a:pt x="1071563" y="1260147"/>
                  </a:lnTo>
                  <a:lnTo>
                    <a:pt x="1071546" y="1260154"/>
                  </a:lnTo>
                  <a:lnTo>
                    <a:pt x="1071530" y="1260160"/>
                  </a:lnTo>
                  <a:lnTo>
                    <a:pt x="1071513" y="1260163"/>
                  </a:lnTo>
                  <a:lnTo>
                    <a:pt x="1071497" y="1260163"/>
                  </a:lnTo>
                  <a:lnTo>
                    <a:pt x="1071488" y="1260162"/>
                  </a:lnTo>
                  <a:lnTo>
                    <a:pt x="1071481" y="1260159"/>
                  </a:lnTo>
                  <a:lnTo>
                    <a:pt x="1071464" y="1260151"/>
                  </a:lnTo>
                  <a:lnTo>
                    <a:pt x="1071448" y="1260142"/>
                  </a:lnTo>
                  <a:lnTo>
                    <a:pt x="1071431" y="1260137"/>
                  </a:lnTo>
                  <a:lnTo>
                    <a:pt x="1071415" y="1260135"/>
                  </a:lnTo>
                  <a:lnTo>
                    <a:pt x="1071407" y="1260132"/>
                  </a:lnTo>
                  <a:lnTo>
                    <a:pt x="1071398" y="1260132"/>
                  </a:lnTo>
                  <a:lnTo>
                    <a:pt x="1071388" y="1260128"/>
                  </a:lnTo>
                  <a:lnTo>
                    <a:pt x="1071381" y="1260123"/>
                  </a:lnTo>
                  <a:lnTo>
                    <a:pt x="1071374" y="1260111"/>
                  </a:lnTo>
                  <a:lnTo>
                    <a:pt x="1071368" y="1260108"/>
                  </a:lnTo>
                  <a:lnTo>
                    <a:pt x="1071352" y="1260098"/>
                  </a:lnTo>
                  <a:lnTo>
                    <a:pt x="1071336" y="1260085"/>
                  </a:lnTo>
                  <a:lnTo>
                    <a:pt x="1071323" y="1260070"/>
                  </a:lnTo>
                  <a:lnTo>
                    <a:pt x="1071310" y="1260054"/>
                  </a:lnTo>
                  <a:lnTo>
                    <a:pt x="1071305" y="1260045"/>
                  </a:lnTo>
                  <a:lnTo>
                    <a:pt x="1071297" y="1260037"/>
                  </a:lnTo>
                  <a:lnTo>
                    <a:pt x="1071281" y="1260021"/>
                  </a:lnTo>
                  <a:lnTo>
                    <a:pt x="1071266" y="1260006"/>
                  </a:lnTo>
                  <a:lnTo>
                    <a:pt x="1071253" y="1259990"/>
                  </a:lnTo>
                  <a:lnTo>
                    <a:pt x="1071244" y="1259978"/>
                  </a:lnTo>
                  <a:lnTo>
                    <a:pt x="1071231" y="1259956"/>
                  </a:lnTo>
                  <a:lnTo>
                    <a:pt x="1071217" y="1259939"/>
                  </a:lnTo>
                  <a:lnTo>
                    <a:pt x="1071202" y="1259924"/>
                  </a:lnTo>
                  <a:lnTo>
                    <a:pt x="1071194" y="1259918"/>
                  </a:lnTo>
                  <a:lnTo>
                    <a:pt x="1071188" y="1259910"/>
                  </a:lnTo>
                  <a:lnTo>
                    <a:pt x="1071190" y="1259894"/>
                  </a:lnTo>
                  <a:lnTo>
                    <a:pt x="1071196" y="1259878"/>
                  </a:lnTo>
                  <a:lnTo>
                    <a:pt x="1071211" y="1259848"/>
                  </a:lnTo>
                  <a:lnTo>
                    <a:pt x="1071217" y="1259834"/>
                  </a:lnTo>
                  <a:lnTo>
                    <a:pt x="1071235" y="1259793"/>
                  </a:lnTo>
                  <a:lnTo>
                    <a:pt x="1071238" y="1259786"/>
                  </a:lnTo>
                  <a:lnTo>
                    <a:pt x="1071241" y="1259776"/>
                  </a:lnTo>
                  <a:lnTo>
                    <a:pt x="1071246" y="1259758"/>
                  </a:lnTo>
                  <a:lnTo>
                    <a:pt x="1071250" y="1259750"/>
                  </a:lnTo>
                  <a:lnTo>
                    <a:pt x="1071253" y="1259742"/>
                  </a:lnTo>
                  <a:lnTo>
                    <a:pt x="1071255" y="1259734"/>
                  </a:lnTo>
                  <a:lnTo>
                    <a:pt x="1071263" y="1259696"/>
                  </a:lnTo>
                  <a:lnTo>
                    <a:pt x="1071263" y="1259679"/>
                  </a:lnTo>
                  <a:lnTo>
                    <a:pt x="1071263" y="1259663"/>
                  </a:lnTo>
                  <a:lnTo>
                    <a:pt x="1071264" y="1259646"/>
                  </a:lnTo>
                  <a:lnTo>
                    <a:pt x="1071265" y="1259637"/>
                  </a:lnTo>
                  <a:lnTo>
                    <a:pt x="1071262" y="1259529"/>
                  </a:lnTo>
                  <a:lnTo>
                    <a:pt x="1071260" y="1259513"/>
                  </a:lnTo>
                  <a:lnTo>
                    <a:pt x="1071257" y="1259495"/>
                  </a:lnTo>
                  <a:lnTo>
                    <a:pt x="1071255" y="1259489"/>
                  </a:lnTo>
                  <a:lnTo>
                    <a:pt x="1071256" y="1259481"/>
                  </a:lnTo>
                  <a:lnTo>
                    <a:pt x="1071267" y="1259463"/>
                  </a:lnTo>
                  <a:lnTo>
                    <a:pt x="1071275" y="1259446"/>
                  </a:lnTo>
                  <a:lnTo>
                    <a:pt x="1071278" y="1259437"/>
                  </a:lnTo>
                  <a:lnTo>
                    <a:pt x="1071282" y="1259419"/>
                  </a:lnTo>
                  <a:lnTo>
                    <a:pt x="1071285" y="1259411"/>
                  </a:lnTo>
                  <a:lnTo>
                    <a:pt x="1071293" y="1259396"/>
                  </a:lnTo>
                  <a:lnTo>
                    <a:pt x="1071296" y="1259379"/>
                  </a:lnTo>
                  <a:lnTo>
                    <a:pt x="1071297" y="1259371"/>
                  </a:lnTo>
                  <a:lnTo>
                    <a:pt x="1071302" y="1259359"/>
                  </a:lnTo>
                  <a:lnTo>
                    <a:pt x="1071310" y="1259342"/>
                  </a:lnTo>
                  <a:lnTo>
                    <a:pt x="1071317" y="1259330"/>
                  </a:lnTo>
                  <a:lnTo>
                    <a:pt x="1071332" y="1259310"/>
                  </a:lnTo>
                  <a:lnTo>
                    <a:pt x="1071339" y="1259298"/>
                  </a:lnTo>
                  <a:lnTo>
                    <a:pt x="1071339" y="1259292"/>
                  </a:lnTo>
                  <a:lnTo>
                    <a:pt x="1071346" y="1259269"/>
                  </a:lnTo>
                  <a:lnTo>
                    <a:pt x="1071346" y="1259253"/>
                  </a:lnTo>
                  <a:lnTo>
                    <a:pt x="1071347" y="1259242"/>
                  </a:lnTo>
                  <a:lnTo>
                    <a:pt x="1071358" y="1259224"/>
                  </a:lnTo>
                  <a:lnTo>
                    <a:pt x="1071366" y="1259210"/>
                  </a:lnTo>
                  <a:lnTo>
                    <a:pt x="1071370" y="1259191"/>
                  </a:lnTo>
                  <a:lnTo>
                    <a:pt x="1071371" y="1259175"/>
                  </a:lnTo>
                  <a:lnTo>
                    <a:pt x="1071371" y="1259158"/>
                  </a:lnTo>
                  <a:lnTo>
                    <a:pt x="1071370" y="1259141"/>
                  </a:lnTo>
                  <a:lnTo>
                    <a:pt x="1071367" y="1259124"/>
                  </a:lnTo>
                  <a:lnTo>
                    <a:pt x="1071365" y="1259108"/>
                  </a:lnTo>
                  <a:lnTo>
                    <a:pt x="1071362" y="1259091"/>
                  </a:lnTo>
                  <a:lnTo>
                    <a:pt x="1071359" y="1259074"/>
                  </a:lnTo>
                  <a:lnTo>
                    <a:pt x="1071355" y="1259058"/>
                  </a:lnTo>
                  <a:lnTo>
                    <a:pt x="1071349" y="1259041"/>
                  </a:lnTo>
                  <a:lnTo>
                    <a:pt x="1071341" y="1259025"/>
                  </a:lnTo>
                  <a:lnTo>
                    <a:pt x="1071328" y="1259008"/>
                  </a:lnTo>
                  <a:lnTo>
                    <a:pt x="1071312" y="1258995"/>
                  </a:lnTo>
                  <a:lnTo>
                    <a:pt x="1071294" y="1258978"/>
                  </a:lnTo>
                  <a:lnTo>
                    <a:pt x="1071282" y="1258968"/>
                  </a:lnTo>
                  <a:lnTo>
                    <a:pt x="1071274" y="1258957"/>
                  </a:lnTo>
                  <a:lnTo>
                    <a:pt x="1071269" y="1258949"/>
                  </a:lnTo>
                  <a:lnTo>
                    <a:pt x="1071266" y="1258945"/>
                  </a:lnTo>
                  <a:lnTo>
                    <a:pt x="1071255" y="1258930"/>
                  </a:lnTo>
                  <a:lnTo>
                    <a:pt x="1071240" y="1258915"/>
                  </a:lnTo>
                  <a:lnTo>
                    <a:pt x="1071226" y="1258898"/>
                  </a:lnTo>
                  <a:lnTo>
                    <a:pt x="1071210" y="1258882"/>
                  </a:lnTo>
                  <a:lnTo>
                    <a:pt x="1071196" y="1258865"/>
                  </a:lnTo>
                  <a:lnTo>
                    <a:pt x="1071185" y="1258848"/>
                  </a:lnTo>
                  <a:lnTo>
                    <a:pt x="1071176" y="1258832"/>
                  </a:lnTo>
                  <a:lnTo>
                    <a:pt x="1071169" y="1258815"/>
                  </a:lnTo>
                  <a:lnTo>
                    <a:pt x="1071167" y="1258809"/>
                  </a:lnTo>
                  <a:lnTo>
                    <a:pt x="1071161" y="1258800"/>
                  </a:lnTo>
                  <a:lnTo>
                    <a:pt x="1071146" y="1258783"/>
                  </a:lnTo>
                  <a:lnTo>
                    <a:pt x="1071141" y="1258773"/>
                  </a:lnTo>
                  <a:lnTo>
                    <a:pt x="1071138" y="1258766"/>
                  </a:lnTo>
                  <a:lnTo>
                    <a:pt x="1071133" y="1258755"/>
                  </a:lnTo>
                  <a:lnTo>
                    <a:pt x="1071129" y="1258750"/>
                  </a:lnTo>
                  <a:lnTo>
                    <a:pt x="1071112" y="1258735"/>
                  </a:lnTo>
                  <a:lnTo>
                    <a:pt x="1071096" y="1258721"/>
                  </a:lnTo>
                  <a:lnTo>
                    <a:pt x="1071091" y="1258712"/>
                  </a:lnTo>
                  <a:lnTo>
                    <a:pt x="1071093" y="1258704"/>
                  </a:lnTo>
                  <a:lnTo>
                    <a:pt x="1071095" y="1258687"/>
                  </a:lnTo>
                  <a:lnTo>
                    <a:pt x="1071092" y="1258672"/>
                  </a:lnTo>
                  <a:lnTo>
                    <a:pt x="1071092" y="1258664"/>
                  </a:lnTo>
                  <a:lnTo>
                    <a:pt x="1071094" y="1258651"/>
                  </a:lnTo>
                  <a:lnTo>
                    <a:pt x="1071098" y="1258637"/>
                  </a:lnTo>
                  <a:lnTo>
                    <a:pt x="1071097" y="1258627"/>
                  </a:lnTo>
                  <a:lnTo>
                    <a:pt x="1071095" y="1258621"/>
                  </a:lnTo>
                  <a:lnTo>
                    <a:pt x="1071088" y="1258604"/>
                  </a:lnTo>
                  <a:lnTo>
                    <a:pt x="1071085" y="1258596"/>
                  </a:lnTo>
                  <a:lnTo>
                    <a:pt x="1071086" y="1258587"/>
                  </a:lnTo>
                  <a:lnTo>
                    <a:pt x="1071086" y="1258573"/>
                  </a:lnTo>
                  <a:lnTo>
                    <a:pt x="1071085" y="1258554"/>
                  </a:lnTo>
                  <a:lnTo>
                    <a:pt x="1071082" y="1258539"/>
                  </a:lnTo>
                  <a:lnTo>
                    <a:pt x="1071078" y="1258521"/>
                  </a:lnTo>
                  <a:lnTo>
                    <a:pt x="1071080" y="1258504"/>
                  </a:lnTo>
                  <a:lnTo>
                    <a:pt x="1071081" y="1258487"/>
                  </a:lnTo>
                  <a:lnTo>
                    <a:pt x="1071081" y="1258471"/>
                  </a:lnTo>
                  <a:lnTo>
                    <a:pt x="1071078" y="1258454"/>
                  </a:lnTo>
                  <a:lnTo>
                    <a:pt x="1071076" y="1258437"/>
                  </a:lnTo>
                  <a:lnTo>
                    <a:pt x="1071073" y="1258421"/>
                  </a:lnTo>
                  <a:lnTo>
                    <a:pt x="1071070" y="1258404"/>
                  </a:lnTo>
                  <a:lnTo>
                    <a:pt x="1071065" y="1258388"/>
                  </a:lnTo>
                  <a:lnTo>
                    <a:pt x="1071062" y="1258371"/>
                  </a:lnTo>
                  <a:lnTo>
                    <a:pt x="1071058" y="1258354"/>
                  </a:lnTo>
                  <a:lnTo>
                    <a:pt x="1071056" y="1258337"/>
                  </a:lnTo>
                  <a:lnTo>
                    <a:pt x="1071054" y="1258321"/>
                  </a:lnTo>
                  <a:lnTo>
                    <a:pt x="1071051" y="1258304"/>
                  </a:lnTo>
                  <a:lnTo>
                    <a:pt x="1071048" y="1258288"/>
                  </a:lnTo>
                  <a:lnTo>
                    <a:pt x="1071044" y="1258272"/>
                  </a:lnTo>
                  <a:lnTo>
                    <a:pt x="1071040" y="1258267"/>
                  </a:lnTo>
                  <a:lnTo>
                    <a:pt x="1071036" y="1258263"/>
                  </a:lnTo>
                  <a:lnTo>
                    <a:pt x="1071026" y="1258259"/>
                  </a:lnTo>
                  <a:lnTo>
                    <a:pt x="1070973" y="1258239"/>
                  </a:lnTo>
                  <a:lnTo>
                    <a:pt x="1070950" y="1258227"/>
                  </a:lnTo>
                  <a:lnTo>
                    <a:pt x="1070934" y="1258217"/>
                  </a:lnTo>
                  <a:lnTo>
                    <a:pt x="1070917" y="1258208"/>
                  </a:lnTo>
                  <a:lnTo>
                    <a:pt x="1070905" y="1258201"/>
                  </a:lnTo>
                  <a:lnTo>
                    <a:pt x="1070900" y="1258197"/>
                  </a:lnTo>
                  <a:lnTo>
                    <a:pt x="1070891" y="1258187"/>
                  </a:lnTo>
                  <a:lnTo>
                    <a:pt x="1070890" y="1258181"/>
                  </a:lnTo>
                  <a:lnTo>
                    <a:pt x="1070892" y="1258165"/>
                  </a:lnTo>
                  <a:lnTo>
                    <a:pt x="1070893" y="1258148"/>
                  </a:lnTo>
                  <a:lnTo>
                    <a:pt x="1070892" y="1258131"/>
                  </a:lnTo>
                  <a:lnTo>
                    <a:pt x="1070889" y="1258124"/>
                  </a:lnTo>
                  <a:lnTo>
                    <a:pt x="1070884" y="1258115"/>
                  </a:lnTo>
                  <a:lnTo>
                    <a:pt x="1070867" y="1258100"/>
                  </a:lnTo>
                  <a:lnTo>
                    <a:pt x="1070855" y="1258086"/>
                  </a:lnTo>
                  <a:lnTo>
                    <a:pt x="1070853" y="1258068"/>
                  </a:lnTo>
                  <a:lnTo>
                    <a:pt x="1070852" y="1258061"/>
                  </a:lnTo>
                  <a:lnTo>
                    <a:pt x="1070851" y="1258051"/>
                  </a:lnTo>
                  <a:lnTo>
                    <a:pt x="1070843" y="1258035"/>
                  </a:lnTo>
                  <a:lnTo>
                    <a:pt x="1070828" y="1258018"/>
                  </a:lnTo>
                  <a:lnTo>
                    <a:pt x="1070812" y="1258003"/>
                  </a:lnTo>
                  <a:lnTo>
                    <a:pt x="1070798" y="1257987"/>
                  </a:lnTo>
                  <a:lnTo>
                    <a:pt x="1070791" y="1257978"/>
                  </a:lnTo>
                  <a:lnTo>
                    <a:pt x="1070788" y="1257970"/>
                  </a:lnTo>
                  <a:lnTo>
                    <a:pt x="1070785" y="1257965"/>
                  </a:lnTo>
                  <a:lnTo>
                    <a:pt x="1070782" y="1257954"/>
                  </a:lnTo>
                  <a:lnTo>
                    <a:pt x="1070777" y="1257937"/>
                  </a:lnTo>
                  <a:lnTo>
                    <a:pt x="1070762" y="1257921"/>
                  </a:lnTo>
                  <a:lnTo>
                    <a:pt x="1070756" y="1257910"/>
                  </a:lnTo>
                  <a:lnTo>
                    <a:pt x="1070755" y="1257904"/>
                  </a:lnTo>
                  <a:lnTo>
                    <a:pt x="1070755" y="1257895"/>
                  </a:lnTo>
                  <a:lnTo>
                    <a:pt x="1070752" y="1257887"/>
                  </a:lnTo>
                  <a:lnTo>
                    <a:pt x="1070746" y="1257871"/>
                  </a:lnTo>
                  <a:lnTo>
                    <a:pt x="1070741" y="1257862"/>
                  </a:lnTo>
                  <a:lnTo>
                    <a:pt x="1070740" y="1257854"/>
                  </a:lnTo>
                  <a:lnTo>
                    <a:pt x="1070737" y="1257846"/>
                  </a:lnTo>
                  <a:lnTo>
                    <a:pt x="1070736" y="1257837"/>
                  </a:lnTo>
                  <a:lnTo>
                    <a:pt x="1070731" y="1257820"/>
                  </a:lnTo>
                  <a:lnTo>
                    <a:pt x="1070730" y="1257808"/>
                  </a:lnTo>
                  <a:lnTo>
                    <a:pt x="1070728" y="1257804"/>
                  </a:lnTo>
                  <a:lnTo>
                    <a:pt x="1070725" y="1257787"/>
                  </a:lnTo>
                  <a:lnTo>
                    <a:pt x="1070721" y="1257771"/>
                  </a:lnTo>
                  <a:lnTo>
                    <a:pt x="1070716" y="1257754"/>
                  </a:lnTo>
                  <a:lnTo>
                    <a:pt x="1070710" y="1257737"/>
                  </a:lnTo>
                  <a:lnTo>
                    <a:pt x="1070705" y="1257725"/>
                  </a:lnTo>
                  <a:lnTo>
                    <a:pt x="1070702" y="1257717"/>
                  </a:lnTo>
                  <a:lnTo>
                    <a:pt x="1070695" y="1257704"/>
                  </a:lnTo>
                  <a:lnTo>
                    <a:pt x="1070692" y="1257696"/>
                  </a:lnTo>
                  <a:lnTo>
                    <a:pt x="1070691" y="1257687"/>
                  </a:lnTo>
                  <a:lnTo>
                    <a:pt x="1070688" y="1257668"/>
                  </a:lnTo>
                  <a:lnTo>
                    <a:pt x="1070686" y="1257654"/>
                  </a:lnTo>
                  <a:lnTo>
                    <a:pt x="1070679" y="1257637"/>
                  </a:lnTo>
                  <a:lnTo>
                    <a:pt x="1070674" y="1257625"/>
                  </a:lnTo>
                  <a:lnTo>
                    <a:pt x="1070672" y="1257621"/>
                  </a:lnTo>
                  <a:lnTo>
                    <a:pt x="1070669" y="1257614"/>
                  </a:lnTo>
                  <a:lnTo>
                    <a:pt x="1070666" y="1257604"/>
                  </a:lnTo>
                  <a:lnTo>
                    <a:pt x="1070663" y="1257588"/>
                  </a:lnTo>
                  <a:lnTo>
                    <a:pt x="1070663" y="1257571"/>
                  </a:lnTo>
                  <a:lnTo>
                    <a:pt x="1070661" y="1257554"/>
                  </a:lnTo>
                  <a:lnTo>
                    <a:pt x="1070658" y="1257539"/>
                  </a:lnTo>
                  <a:lnTo>
                    <a:pt x="1070651" y="1257521"/>
                  </a:lnTo>
                  <a:lnTo>
                    <a:pt x="1070646" y="1257503"/>
                  </a:lnTo>
                  <a:lnTo>
                    <a:pt x="1070643" y="1257485"/>
                  </a:lnTo>
                  <a:lnTo>
                    <a:pt x="1070642" y="1257476"/>
                  </a:lnTo>
                  <a:lnTo>
                    <a:pt x="1070640" y="1257469"/>
                  </a:lnTo>
                  <a:lnTo>
                    <a:pt x="1070636" y="1257462"/>
                  </a:lnTo>
                  <a:lnTo>
                    <a:pt x="1070632" y="1257457"/>
                  </a:lnTo>
                  <a:lnTo>
                    <a:pt x="1070628" y="1257452"/>
                  </a:lnTo>
                  <a:lnTo>
                    <a:pt x="1070627" y="1257429"/>
                  </a:lnTo>
                  <a:lnTo>
                    <a:pt x="1070627" y="1257421"/>
                  </a:lnTo>
                  <a:lnTo>
                    <a:pt x="1070625" y="1257412"/>
                  </a:lnTo>
                  <a:lnTo>
                    <a:pt x="1070623" y="1257404"/>
                  </a:lnTo>
                  <a:lnTo>
                    <a:pt x="1070620" y="1257385"/>
                  </a:lnTo>
                  <a:lnTo>
                    <a:pt x="1070618" y="1257375"/>
                  </a:lnTo>
                  <a:lnTo>
                    <a:pt x="1070613" y="1257366"/>
                  </a:lnTo>
                  <a:lnTo>
                    <a:pt x="1070607" y="1257359"/>
                  </a:lnTo>
                  <a:lnTo>
                    <a:pt x="1070600" y="1257352"/>
                  </a:lnTo>
                  <a:lnTo>
                    <a:pt x="1070598" y="1257348"/>
                  </a:lnTo>
                  <a:lnTo>
                    <a:pt x="1070591" y="1257336"/>
                  </a:lnTo>
                  <a:lnTo>
                    <a:pt x="1070583" y="1257320"/>
                  </a:lnTo>
                  <a:lnTo>
                    <a:pt x="1070580" y="1257314"/>
                  </a:lnTo>
                  <a:lnTo>
                    <a:pt x="1070574" y="1257307"/>
                  </a:lnTo>
                  <a:lnTo>
                    <a:pt x="1070572" y="1257303"/>
                  </a:lnTo>
                  <a:lnTo>
                    <a:pt x="1070570" y="1257297"/>
                  </a:lnTo>
                  <a:lnTo>
                    <a:pt x="1070567" y="1257288"/>
                  </a:lnTo>
                  <a:lnTo>
                    <a:pt x="1070557" y="1257276"/>
                  </a:lnTo>
                  <a:lnTo>
                    <a:pt x="1070552" y="1257269"/>
                  </a:lnTo>
                  <a:lnTo>
                    <a:pt x="1070547" y="1257259"/>
                  </a:lnTo>
                  <a:lnTo>
                    <a:pt x="1070542" y="1257245"/>
                  </a:lnTo>
                  <a:lnTo>
                    <a:pt x="1070539" y="1257236"/>
                  </a:lnTo>
                  <a:lnTo>
                    <a:pt x="1070536" y="1257227"/>
                  </a:lnTo>
                  <a:lnTo>
                    <a:pt x="1070532" y="1257217"/>
                  </a:lnTo>
                  <a:lnTo>
                    <a:pt x="1070527" y="1257204"/>
                  </a:lnTo>
                  <a:lnTo>
                    <a:pt x="1070519" y="1257188"/>
                  </a:lnTo>
                  <a:lnTo>
                    <a:pt x="1070510" y="1257171"/>
                  </a:lnTo>
                  <a:lnTo>
                    <a:pt x="1070506" y="1257165"/>
                  </a:lnTo>
                  <a:lnTo>
                    <a:pt x="1070501" y="1257155"/>
                  </a:lnTo>
                  <a:lnTo>
                    <a:pt x="1070498" y="1257138"/>
                  </a:lnTo>
                  <a:lnTo>
                    <a:pt x="1070495" y="1257128"/>
                  </a:lnTo>
                  <a:lnTo>
                    <a:pt x="1070495" y="1257121"/>
                  </a:lnTo>
                  <a:lnTo>
                    <a:pt x="1070492" y="1257099"/>
                  </a:lnTo>
                  <a:lnTo>
                    <a:pt x="1070489" y="1257088"/>
                  </a:lnTo>
                  <a:lnTo>
                    <a:pt x="1070484" y="1257062"/>
                  </a:lnTo>
                  <a:lnTo>
                    <a:pt x="1070481" y="1257052"/>
                  </a:lnTo>
                  <a:lnTo>
                    <a:pt x="1070478" y="1257040"/>
                  </a:lnTo>
                  <a:lnTo>
                    <a:pt x="1070475" y="1257026"/>
                  </a:lnTo>
                  <a:lnTo>
                    <a:pt x="1070473" y="1257008"/>
                  </a:lnTo>
                  <a:lnTo>
                    <a:pt x="1070472" y="1256992"/>
                  </a:lnTo>
                  <a:lnTo>
                    <a:pt x="1070472" y="1256971"/>
                  </a:lnTo>
                  <a:lnTo>
                    <a:pt x="1070473" y="1256955"/>
                  </a:lnTo>
                  <a:lnTo>
                    <a:pt x="1070472" y="1256938"/>
                  </a:lnTo>
                  <a:lnTo>
                    <a:pt x="1070471" y="1256927"/>
                  </a:lnTo>
                  <a:lnTo>
                    <a:pt x="1070466" y="1256921"/>
                  </a:lnTo>
                  <a:lnTo>
                    <a:pt x="1070452" y="1256907"/>
                  </a:lnTo>
                  <a:lnTo>
                    <a:pt x="1070446" y="1256898"/>
                  </a:lnTo>
                  <a:lnTo>
                    <a:pt x="1070442" y="1256890"/>
                  </a:lnTo>
                  <a:lnTo>
                    <a:pt x="1070436" y="1256873"/>
                  </a:lnTo>
                  <a:lnTo>
                    <a:pt x="1070432" y="1256865"/>
                  </a:lnTo>
                  <a:lnTo>
                    <a:pt x="1070430" y="1256858"/>
                  </a:lnTo>
                  <a:lnTo>
                    <a:pt x="1070429" y="1256839"/>
                  </a:lnTo>
                  <a:lnTo>
                    <a:pt x="1070426" y="1256825"/>
                  </a:lnTo>
                  <a:lnTo>
                    <a:pt x="1070422" y="1256811"/>
                  </a:lnTo>
                  <a:lnTo>
                    <a:pt x="1070418" y="1256790"/>
                  </a:lnTo>
                  <a:lnTo>
                    <a:pt x="1070412" y="1256773"/>
                  </a:lnTo>
                  <a:lnTo>
                    <a:pt x="1070409" y="1256757"/>
                  </a:lnTo>
                  <a:lnTo>
                    <a:pt x="1070407" y="1256749"/>
                  </a:lnTo>
                  <a:lnTo>
                    <a:pt x="1070407" y="1256740"/>
                  </a:lnTo>
                  <a:lnTo>
                    <a:pt x="1070406" y="1256723"/>
                  </a:lnTo>
                  <a:lnTo>
                    <a:pt x="1070402" y="1256716"/>
                  </a:lnTo>
                  <a:lnTo>
                    <a:pt x="1070401" y="1256707"/>
                  </a:lnTo>
                  <a:lnTo>
                    <a:pt x="1070396" y="1256690"/>
                  </a:lnTo>
                  <a:lnTo>
                    <a:pt x="1070393" y="1256674"/>
                  </a:lnTo>
                  <a:lnTo>
                    <a:pt x="1070390" y="1256657"/>
                  </a:lnTo>
                  <a:lnTo>
                    <a:pt x="1070383" y="1256640"/>
                  </a:lnTo>
                  <a:lnTo>
                    <a:pt x="1070378" y="1256623"/>
                  </a:lnTo>
                  <a:lnTo>
                    <a:pt x="1070373" y="1256612"/>
                  </a:lnTo>
                  <a:lnTo>
                    <a:pt x="1070370" y="1256607"/>
                  </a:lnTo>
                  <a:lnTo>
                    <a:pt x="1070345" y="1256565"/>
                  </a:lnTo>
                  <a:lnTo>
                    <a:pt x="1070340" y="1256557"/>
                  </a:lnTo>
                  <a:lnTo>
                    <a:pt x="1070329" y="1256541"/>
                  </a:lnTo>
                  <a:lnTo>
                    <a:pt x="1070314" y="1256526"/>
                  </a:lnTo>
                  <a:lnTo>
                    <a:pt x="1070300" y="1256509"/>
                  </a:lnTo>
                  <a:lnTo>
                    <a:pt x="1070287" y="1256495"/>
                  </a:lnTo>
                  <a:lnTo>
                    <a:pt x="1070273" y="1256479"/>
                  </a:lnTo>
                  <a:lnTo>
                    <a:pt x="1070261" y="1256462"/>
                  </a:lnTo>
                  <a:lnTo>
                    <a:pt x="1070254" y="1256452"/>
                  </a:lnTo>
                  <a:lnTo>
                    <a:pt x="1070242" y="1256428"/>
                  </a:lnTo>
                  <a:lnTo>
                    <a:pt x="1070228" y="1256412"/>
                  </a:lnTo>
                  <a:lnTo>
                    <a:pt x="1070214" y="1256396"/>
                  </a:lnTo>
                  <a:lnTo>
                    <a:pt x="1070198" y="1256381"/>
                  </a:lnTo>
                  <a:lnTo>
                    <a:pt x="1070183" y="1256366"/>
                  </a:lnTo>
                  <a:lnTo>
                    <a:pt x="1070170" y="1256353"/>
                  </a:lnTo>
                  <a:lnTo>
                    <a:pt x="1070164" y="1256348"/>
                  </a:lnTo>
                  <a:lnTo>
                    <a:pt x="1070135" y="1256331"/>
                  </a:lnTo>
                  <a:lnTo>
                    <a:pt x="1070118" y="1256317"/>
                  </a:lnTo>
                  <a:lnTo>
                    <a:pt x="1070102" y="1256304"/>
                  </a:lnTo>
                  <a:lnTo>
                    <a:pt x="1070088" y="1256294"/>
                  </a:lnTo>
                  <a:lnTo>
                    <a:pt x="1070069" y="1256282"/>
                  </a:lnTo>
                  <a:lnTo>
                    <a:pt x="1070052" y="1256275"/>
                  </a:lnTo>
                  <a:lnTo>
                    <a:pt x="1070036" y="1256266"/>
                  </a:lnTo>
                  <a:lnTo>
                    <a:pt x="1070019" y="1256259"/>
                  </a:lnTo>
                  <a:lnTo>
                    <a:pt x="1070002" y="1256254"/>
                  </a:lnTo>
                  <a:lnTo>
                    <a:pt x="1069997" y="1256252"/>
                  </a:lnTo>
                  <a:lnTo>
                    <a:pt x="1069990" y="1256251"/>
                  </a:lnTo>
                  <a:lnTo>
                    <a:pt x="1069982" y="1256253"/>
                  </a:lnTo>
                  <a:lnTo>
                    <a:pt x="1069969" y="1256255"/>
                  </a:lnTo>
                  <a:lnTo>
                    <a:pt x="1069953" y="1256260"/>
                  </a:lnTo>
                  <a:lnTo>
                    <a:pt x="1069937" y="1256265"/>
                  </a:lnTo>
                  <a:lnTo>
                    <a:pt x="1069920" y="1256267"/>
                  </a:lnTo>
                  <a:lnTo>
                    <a:pt x="1069900" y="1256269"/>
                  </a:lnTo>
                  <a:lnTo>
                    <a:pt x="1069891" y="1256271"/>
                  </a:lnTo>
                  <a:lnTo>
                    <a:pt x="1069872" y="1256275"/>
                  </a:lnTo>
                  <a:lnTo>
                    <a:pt x="1069854" y="1256283"/>
                  </a:lnTo>
                  <a:lnTo>
                    <a:pt x="1069847" y="1256286"/>
                  </a:lnTo>
                  <a:lnTo>
                    <a:pt x="1069838" y="1256293"/>
                  </a:lnTo>
                  <a:lnTo>
                    <a:pt x="1069821" y="1256306"/>
                  </a:lnTo>
                  <a:lnTo>
                    <a:pt x="1069813" y="1256314"/>
                  </a:lnTo>
                  <a:lnTo>
                    <a:pt x="1069807" y="1256322"/>
                  </a:lnTo>
                  <a:lnTo>
                    <a:pt x="1069798" y="1256332"/>
                  </a:lnTo>
                  <a:lnTo>
                    <a:pt x="1069795" y="1256339"/>
                  </a:lnTo>
                  <a:lnTo>
                    <a:pt x="1069785" y="1256356"/>
                  </a:lnTo>
                  <a:lnTo>
                    <a:pt x="1069779" y="1256372"/>
                  </a:lnTo>
                  <a:lnTo>
                    <a:pt x="1069771" y="1256389"/>
                  </a:lnTo>
                  <a:lnTo>
                    <a:pt x="1069764" y="1256406"/>
                  </a:lnTo>
                  <a:lnTo>
                    <a:pt x="1069759" y="1256422"/>
                  </a:lnTo>
                  <a:lnTo>
                    <a:pt x="1069755" y="1256440"/>
                  </a:lnTo>
                  <a:lnTo>
                    <a:pt x="1069756" y="1256450"/>
                  </a:lnTo>
                  <a:lnTo>
                    <a:pt x="1069757" y="1256458"/>
                  </a:lnTo>
                  <a:lnTo>
                    <a:pt x="1069757" y="1256473"/>
                  </a:lnTo>
                  <a:lnTo>
                    <a:pt x="1069758" y="1256489"/>
                  </a:lnTo>
                  <a:lnTo>
                    <a:pt x="1069760" y="1256506"/>
                  </a:lnTo>
                  <a:lnTo>
                    <a:pt x="1069762" y="1256522"/>
                  </a:lnTo>
                  <a:lnTo>
                    <a:pt x="1069763" y="1256532"/>
                  </a:lnTo>
                  <a:lnTo>
                    <a:pt x="1069762" y="1256539"/>
                  </a:lnTo>
                  <a:lnTo>
                    <a:pt x="1069762" y="1256556"/>
                  </a:lnTo>
                  <a:lnTo>
                    <a:pt x="1069761" y="1256568"/>
                  </a:lnTo>
                  <a:lnTo>
                    <a:pt x="1069759" y="1256572"/>
                  </a:lnTo>
                  <a:lnTo>
                    <a:pt x="1069755" y="1256579"/>
                  </a:lnTo>
                  <a:lnTo>
                    <a:pt x="1069750" y="1256585"/>
                  </a:lnTo>
                  <a:lnTo>
                    <a:pt x="1069746" y="1256587"/>
                  </a:lnTo>
                  <a:lnTo>
                    <a:pt x="1069729" y="1256598"/>
                  </a:lnTo>
                  <a:lnTo>
                    <a:pt x="1069712" y="1256609"/>
                  </a:lnTo>
                  <a:lnTo>
                    <a:pt x="1069696" y="1256620"/>
                  </a:lnTo>
                  <a:lnTo>
                    <a:pt x="1069680" y="1256634"/>
                  </a:lnTo>
                  <a:lnTo>
                    <a:pt x="1069663" y="1256646"/>
                  </a:lnTo>
                  <a:lnTo>
                    <a:pt x="1069647" y="1256658"/>
                  </a:lnTo>
                  <a:lnTo>
                    <a:pt x="1069639" y="1256663"/>
                  </a:lnTo>
                  <a:lnTo>
                    <a:pt x="1069632" y="1256664"/>
                  </a:lnTo>
                  <a:lnTo>
                    <a:pt x="1069626" y="1256663"/>
                  </a:lnTo>
                  <a:lnTo>
                    <a:pt x="1069614" y="1256659"/>
                  </a:lnTo>
                  <a:lnTo>
                    <a:pt x="1069597" y="1256654"/>
                  </a:lnTo>
                  <a:lnTo>
                    <a:pt x="1069585" y="1256651"/>
                  </a:lnTo>
                  <a:lnTo>
                    <a:pt x="1069578" y="1256652"/>
                  </a:lnTo>
                  <a:lnTo>
                    <a:pt x="1069573" y="1256654"/>
                  </a:lnTo>
                  <a:lnTo>
                    <a:pt x="1069567" y="1256657"/>
                  </a:lnTo>
                  <a:lnTo>
                    <a:pt x="1069561" y="1256661"/>
                  </a:lnTo>
                  <a:lnTo>
                    <a:pt x="1069557" y="1256663"/>
                  </a:lnTo>
                  <a:lnTo>
                    <a:pt x="1069545" y="1256669"/>
                  </a:lnTo>
                  <a:lnTo>
                    <a:pt x="1069531" y="1256679"/>
                  </a:lnTo>
                  <a:lnTo>
                    <a:pt x="1069522" y="1256684"/>
                  </a:lnTo>
                  <a:lnTo>
                    <a:pt x="1069515" y="1256688"/>
                  </a:lnTo>
                  <a:lnTo>
                    <a:pt x="1069510" y="1256689"/>
                  </a:lnTo>
                  <a:lnTo>
                    <a:pt x="1069504" y="1256689"/>
                  </a:lnTo>
                  <a:lnTo>
                    <a:pt x="1069498" y="1256690"/>
                  </a:lnTo>
                  <a:lnTo>
                    <a:pt x="1069482" y="1256692"/>
                  </a:lnTo>
                  <a:lnTo>
                    <a:pt x="1069466" y="1256694"/>
                  </a:lnTo>
                  <a:lnTo>
                    <a:pt x="1069449" y="1256695"/>
                  </a:lnTo>
                  <a:lnTo>
                    <a:pt x="1069443" y="1256696"/>
                  </a:lnTo>
                  <a:lnTo>
                    <a:pt x="1069439" y="1256698"/>
                  </a:lnTo>
                  <a:lnTo>
                    <a:pt x="1069433" y="1256701"/>
                  </a:lnTo>
                  <a:lnTo>
                    <a:pt x="1069420" y="1256707"/>
                  </a:lnTo>
                  <a:lnTo>
                    <a:pt x="1069406" y="1256711"/>
                  </a:lnTo>
                  <a:lnTo>
                    <a:pt x="1069380" y="1256721"/>
                  </a:lnTo>
                  <a:lnTo>
                    <a:pt x="1069365" y="1256728"/>
                  </a:lnTo>
                  <a:lnTo>
                    <a:pt x="1069346" y="1256735"/>
                  </a:lnTo>
                  <a:lnTo>
                    <a:pt x="1069330" y="1256741"/>
                  </a:lnTo>
                  <a:lnTo>
                    <a:pt x="1069316" y="1256748"/>
                  </a:lnTo>
                  <a:lnTo>
                    <a:pt x="1069302" y="1256754"/>
                  </a:lnTo>
                  <a:lnTo>
                    <a:pt x="1069283" y="1256763"/>
                  </a:lnTo>
                  <a:lnTo>
                    <a:pt x="1069268" y="1256770"/>
                  </a:lnTo>
                  <a:lnTo>
                    <a:pt x="1069252" y="1256774"/>
                  </a:lnTo>
                  <a:lnTo>
                    <a:pt x="1069246" y="1256778"/>
                  </a:lnTo>
                  <a:lnTo>
                    <a:pt x="1069243" y="1256782"/>
                  </a:lnTo>
                  <a:lnTo>
                    <a:pt x="1069243" y="1256789"/>
                  </a:lnTo>
                  <a:lnTo>
                    <a:pt x="1069242" y="1256805"/>
                  </a:lnTo>
                  <a:lnTo>
                    <a:pt x="1069241" y="1256822"/>
                  </a:lnTo>
                  <a:lnTo>
                    <a:pt x="1069240" y="1256831"/>
                  </a:lnTo>
                  <a:lnTo>
                    <a:pt x="1069236" y="1256839"/>
                  </a:lnTo>
                  <a:lnTo>
                    <a:pt x="1069232" y="1256856"/>
                  </a:lnTo>
                  <a:lnTo>
                    <a:pt x="1069228" y="1256872"/>
                  </a:lnTo>
                  <a:lnTo>
                    <a:pt x="1069226" y="1256889"/>
                  </a:lnTo>
                  <a:lnTo>
                    <a:pt x="1069224" y="1256905"/>
                  </a:lnTo>
                  <a:lnTo>
                    <a:pt x="1069221" y="1256922"/>
                  </a:lnTo>
                  <a:lnTo>
                    <a:pt x="1069218" y="1256939"/>
                  </a:lnTo>
                  <a:lnTo>
                    <a:pt x="1069216" y="1256955"/>
                  </a:lnTo>
                  <a:lnTo>
                    <a:pt x="1069210" y="1256969"/>
                  </a:lnTo>
                  <a:lnTo>
                    <a:pt x="1069207" y="1256974"/>
                  </a:lnTo>
                  <a:lnTo>
                    <a:pt x="1069195" y="1256988"/>
                  </a:lnTo>
                  <a:lnTo>
                    <a:pt x="1069190" y="1256998"/>
                  </a:lnTo>
                  <a:lnTo>
                    <a:pt x="1069188" y="1257004"/>
                  </a:lnTo>
                  <a:lnTo>
                    <a:pt x="1069190" y="1257021"/>
                  </a:lnTo>
                  <a:lnTo>
                    <a:pt x="1069191" y="1257038"/>
                  </a:lnTo>
                  <a:lnTo>
                    <a:pt x="1069191" y="1257046"/>
                  </a:lnTo>
                  <a:lnTo>
                    <a:pt x="1069191" y="1257054"/>
                  </a:lnTo>
                  <a:lnTo>
                    <a:pt x="1069191" y="1257071"/>
                  </a:lnTo>
                  <a:lnTo>
                    <a:pt x="1069191" y="1257088"/>
                  </a:lnTo>
                  <a:lnTo>
                    <a:pt x="1069191" y="1257105"/>
                  </a:lnTo>
                  <a:lnTo>
                    <a:pt x="1069189" y="1257121"/>
                  </a:lnTo>
                  <a:lnTo>
                    <a:pt x="1069189" y="1257138"/>
                  </a:lnTo>
                  <a:lnTo>
                    <a:pt x="1069194" y="1257155"/>
                  </a:lnTo>
                  <a:lnTo>
                    <a:pt x="1069196" y="1257164"/>
                  </a:lnTo>
                  <a:lnTo>
                    <a:pt x="1069200" y="1257171"/>
                  </a:lnTo>
                  <a:lnTo>
                    <a:pt x="1069206" y="1257188"/>
                  </a:lnTo>
                  <a:lnTo>
                    <a:pt x="1069213" y="1257205"/>
                  </a:lnTo>
                  <a:lnTo>
                    <a:pt x="1069217" y="1257219"/>
                  </a:lnTo>
                  <a:lnTo>
                    <a:pt x="1069218" y="1257228"/>
                  </a:lnTo>
                  <a:lnTo>
                    <a:pt x="1069217" y="1257238"/>
                  </a:lnTo>
                  <a:lnTo>
                    <a:pt x="1069217" y="1257255"/>
                  </a:lnTo>
                  <a:lnTo>
                    <a:pt x="1069214" y="1257271"/>
                  </a:lnTo>
                  <a:lnTo>
                    <a:pt x="1069211" y="1257288"/>
                  </a:lnTo>
                  <a:lnTo>
                    <a:pt x="1069211" y="1257305"/>
                  </a:lnTo>
                  <a:lnTo>
                    <a:pt x="1069210" y="1257321"/>
                  </a:lnTo>
                  <a:lnTo>
                    <a:pt x="1069209" y="1257338"/>
                  </a:lnTo>
                  <a:lnTo>
                    <a:pt x="1069207" y="1257355"/>
                  </a:lnTo>
                  <a:lnTo>
                    <a:pt x="1069206" y="1257371"/>
                  </a:lnTo>
                  <a:lnTo>
                    <a:pt x="1069205" y="1257388"/>
                  </a:lnTo>
                  <a:lnTo>
                    <a:pt x="1069204" y="1257405"/>
                  </a:lnTo>
                  <a:lnTo>
                    <a:pt x="1069202" y="1257421"/>
                  </a:lnTo>
                  <a:lnTo>
                    <a:pt x="1069200" y="1257438"/>
                  </a:lnTo>
                  <a:lnTo>
                    <a:pt x="1069198" y="1257455"/>
                  </a:lnTo>
                  <a:lnTo>
                    <a:pt x="1069194" y="1257469"/>
                  </a:lnTo>
                  <a:lnTo>
                    <a:pt x="1069188" y="1257488"/>
                  </a:lnTo>
                  <a:lnTo>
                    <a:pt x="1069180" y="1257495"/>
                  </a:lnTo>
                  <a:lnTo>
                    <a:pt x="1069173" y="1257496"/>
                  </a:lnTo>
                  <a:lnTo>
                    <a:pt x="1069149" y="1257499"/>
                  </a:lnTo>
                  <a:lnTo>
                    <a:pt x="1069139" y="1257500"/>
                  </a:lnTo>
                  <a:lnTo>
                    <a:pt x="1069119" y="1257502"/>
                  </a:lnTo>
                  <a:lnTo>
                    <a:pt x="1069093" y="1257502"/>
                  </a:lnTo>
                  <a:lnTo>
                    <a:pt x="1069050" y="1257505"/>
                  </a:lnTo>
                  <a:lnTo>
                    <a:pt x="1069012" y="1257510"/>
                  </a:lnTo>
                  <a:lnTo>
                    <a:pt x="1069002" y="1257512"/>
                  </a:lnTo>
                  <a:lnTo>
                    <a:pt x="1068985" y="1257518"/>
                  </a:lnTo>
                  <a:lnTo>
                    <a:pt x="1068975" y="1257521"/>
                  </a:lnTo>
                  <a:lnTo>
                    <a:pt x="1068966" y="1257525"/>
                  </a:lnTo>
                  <a:lnTo>
                    <a:pt x="1068951" y="1257533"/>
                  </a:lnTo>
                  <a:lnTo>
                    <a:pt x="1068934" y="1257541"/>
                  </a:lnTo>
                  <a:lnTo>
                    <a:pt x="1068914" y="1257547"/>
                  </a:lnTo>
                  <a:lnTo>
                    <a:pt x="1068899" y="1257552"/>
                  </a:lnTo>
                  <a:lnTo>
                    <a:pt x="1068891" y="1257556"/>
                  </a:lnTo>
                  <a:lnTo>
                    <a:pt x="1068869" y="1257562"/>
                  </a:lnTo>
                  <a:lnTo>
                    <a:pt x="1068851" y="1257566"/>
                  </a:lnTo>
                  <a:lnTo>
                    <a:pt x="1068837" y="1257567"/>
                  </a:lnTo>
                  <a:lnTo>
                    <a:pt x="1068821" y="1257569"/>
                  </a:lnTo>
                  <a:lnTo>
                    <a:pt x="1068813" y="1257567"/>
                  </a:lnTo>
                  <a:lnTo>
                    <a:pt x="1068804" y="1257564"/>
                  </a:lnTo>
                  <a:lnTo>
                    <a:pt x="1068796" y="1257561"/>
                  </a:lnTo>
                  <a:lnTo>
                    <a:pt x="1068793" y="1257557"/>
                  </a:lnTo>
                  <a:lnTo>
                    <a:pt x="1068787" y="1257552"/>
                  </a:lnTo>
                  <a:lnTo>
                    <a:pt x="1068774" y="1257535"/>
                  </a:lnTo>
                  <a:lnTo>
                    <a:pt x="1068762" y="1257518"/>
                  </a:lnTo>
                  <a:lnTo>
                    <a:pt x="1068748" y="1257503"/>
                  </a:lnTo>
                  <a:lnTo>
                    <a:pt x="1068732" y="1257489"/>
                  </a:lnTo>
                  <a:lnTo>
                    <a:pt x="1068724" y="1257482"/>
                  </a:lnTo>
                  <a:lnTo>
                    <a:pt x="1068716" y="1257477"/>
                  </a:lnTo>
                  <a:lnTo>
                    <a:pt x="1068693" y="1257461"/>
                  </a:lnTo>
                  <a:lnTo>
                    <a:pt x="1068683" y="1257454"/>
                  </a:lnTo>
                  <a:lnTo>
                    <a:pt x="1068671" y="1257444"/>
                  </a:lnTo>
                  <a:lnTo>
                    <a:pt x="1068650" y="1257429"/>
                  </a:lnTo>
                  <a:lnTo>
                    <a:pt x="1068635" y="1257417"/>
                  </a:lnTo>
                  <a:lnTo>
                    <a:pt x="1068621" y="1257404"/>
                  </a:lnTo>
                  <a:lnTo>
                    <a:pt x="1068598" y="1257381"/>
                  </a:lnTo>
                  <a:lnTo>
                    <a:pt x="1068590" y="1257373"/>
                  </a:lnTo>
                  <a:lnTo>
                    <a:pt x="1068577" y="1257356"/>
                  </a:lnTo>
                  <a:lnTo>
                    <a:pt x="1068563" y="1257338"/>
                  </a:lnTo>
                  <a:lnTo>
                    <a:pt x="1068552" y="1257322"/>
                  </a:lnTo>
                  <a:lnTo>
                    <a:pt x="1068543" y="1257311"/>
                  </a:lnTo>
                  <a:lnTo>
                    <a:pt x="1068523" y="1257290"/>
                  </a:lnTo>
                  <a:lnTo>
                    <a:pt x="1068513" y="1257278"/>
                  </a:lnTo>
                  <a:lnTo>
                    <a:pt x="1068497" y="1257266"/>
                  </a:lnTo>
                  <a:lnTo>
                    <a:pt x="1068488" y="1257261"/>
                  </a:lnTo>
                  <a:lnTo>
                    <a:pt x="1068479" y="1257257"/>
                  </a:lnTo>
                  <a:lnTo>
                    <a:pt x="1068473" y="1257258"/>
                  </a:lnTo>
                  <a:lnTo>
                    <a:pt x="1068456" y="1257261"/>
                  </a:lnTo>
                  <a:lnTo>
                    <a:pt x="1068440" y="1257266"/>
                  </a:lnTo>
                  <a:lnTo>
                    <a:pt x="1068424" y="1257273"/>
                  </a:lnTo>
                  <a:lnTo>
                    <a:pt x="1068415" y="1257274"/>
                  </a:lnTo>
                  <a:lnTo>
                    <a:pt x="1068402" y="1257276"/>
                  </a:lnTo>
                  <a:lnTo>
                    <a:pt x="1068390" y="1257277"/>
                  </a:lnTo>
                  <a:lnTo>
                    <a:pt x="1068374" y="1257282"/>
                  </a:lnTo>
                  <a:lnTo>
                    <a:pt x="1068358" y="1257283"/>
                  </a:lnTo>
                  <a:lnTo>
                    <a:pt x="1068341" y="1257287"/>
                  </a:lnTo>
                  <a:lnTo>
                    <a:pt x="1068332" y="1257287"/>
                  </a:lnTo>
                  <a:lnTo>
                    <a:pt x="1068325" y="1257289"/>
                  </a:lnTo>
                  <a:lnTo>
                    <a:pt x="1068308" y="1257291"/>
                  </a:lnTo>
                  <a:lnTo>
                    <a:pt x="1068292" y="1257295"/>
                  </a:lnTo>
                  <a:lnTo>
                    <a:pt x="1068275" y="1257298"/>
                  </a:lnTo>
                  <a:lnTo>
                    <a:pt x="1068262" y="1257299"/>
                  </a:lnTo>
                  <a:lnTo>
                    <a:pt x="1068248" y="1257301"/>
                  </a:lnTo>
                  <a:lnTo>
                    <a:pt x="1068225" y="1257304"/>
                  </a:lnTo>
                  <a:lnTo>
                    <a:pt x="1068181" y="1257310"/>
                  </a:lnTo>
                  <a:lnTo>
                    <a:pt x="1068131" y="1257304"/>
                  </a:lnTo>
                  <a:lnTo>
                    <a:pt x="1068091" y="1257296"/>
                  </a:lnTo>
                  <a:lnTo>
                    <a:pt x="1068073" y="1257289"/>
                  </a:lnTo>
                  <a:lnTo>
                    <a:pt x="1068054" y="1257282"/>
                  </a:lnTo>
                  <a:lnTo>
                    <a:pt x="1068046" y="1257280"/>
                  </a:lnTo>
                  <a:lnTo>
                    <a:pt x="1068041" y="1257279"/>
                  </a:lnTo>
                  <a:lnTo>
                    <a:pt x="1068034" y="1257276"/>
                  </a:lnTo>
                  <a:lnTo>
                    <a:pt x="1068024" y="1257271"/>
                  </a:lnTo>
                  <a:lnTo>
                    <a:pt x="1068007" y="1257265"/>
                  </a:lnTo>
                  <a:lnTo>
                    <a:pt x="1067990" y="1257256"/>
                  </a:lnTo>
                  <a:lnTo>
                    <a:pt x="1067974" y="1257247"/>
                  </a:lnTo>
                  <a:lnTo>
                    <a:pt x="1067969" y="1257239"/>
                  </a:lnTo>
                  <a:lnTo>
                    <a:pt x="1067976" y="1257223"/>
                  </a:lnTo>
                  <a:lnTo>
                    <a:pt x="1067977" y="1257205"/>
                  </a:lnTo>
                  <a:lnTo>
                    <a:pt x="1067974" y="1257188"/>
                  </a:lnTo>
                  <a:lnTo>
                    <a:pt x="1067977" y="1257172"/>
                  </a:lnTo>
                  <a:lnTo>
                    <a:pt x="1067978" y="1257156"/>
                  </a:lnTo>
                  <a:lnTo>
                    <a:pt x="1067978" y="1257139"/>
                  </a:lnTo>
                  <a:lnTo>
                    <a:pt x="1067969" y="1257123"/>
                  </a:lnTo>
                  <a:lnTo>
                    <a:pt x="1067960" y="1257106"/>
                  </a:lnTo>
                  <a:lnTo>
                    <a:pt x="1067951" y="1257089"/>
                  </a:lnTo>
                  <a:lnTo>
                    <a:pt x="1067947" y="1257073"/>
                  </a:lnTo>
                  <a:lnTo>
                    <a:pt x="1067944" y="1257056"/>
                  </a:lnTo>
                  <a:lnTo>
                    <a:pt x="1067942" y="1257039"/>
                  </a:lnTo>
                  <a:lnTo>
                    <a:pt x="1067939" y="1257022"/>
                  </a:lnTo>
                  <a:lnTo>
                    <a:pt x="1067939" y="1257012"/>
                  </a:lnTo>
                  <a:lnTo>
                    <a:pt x="1067937" y="1257006"/>
                  </a:lnTo>
                  <a:lnTo>
                    <a:pt x="1067932" y="1256989"/>
                  </a:lnTo>
                  <a:lnTo>
                    <a:pt x="1067924" y="1256973"/>
                  </a:lnTo>
                  <a:lnTo>
                    <a:pt x="1067916" y="1256956"/>
                  </a:lnTo>
                  <a:lnTo>
                    <a:pt x="1067911" y="1256950"/>
                  </a:lnTo>
                  <a:lnTo>
                    <a:pt x="1067908" y="1256939"/>
                  </a:lnTo>
                  <a:lnTo>
                    <a:pt x="1067895" y="1256907"/>
                  </a:lnTo>
                  <a:lnTo>
                    <a:pt x="1067885" y="1256903"/>
                  </a:lnTo>
                  <a:lnTo>
                    <a:pt x="1067866" y="1256904"/>
                  </a:lnTo>
                  <a:lnTo>
                    <a:pt x="1067850" y="1256903"/>
                  </a:lnTo>
                  <a:lnTo>
                    <a:pt x="1067833" y="1256903"/>
                  </a:lnTo>
                  <a:lnTo>
                    <a:pt x="1067816" y="1256904"/>
                  </a:lnTo>
                  <a:lnTo>
                    <a:pt x="1067800" y="1256904"/>
                  </a:lnTo>
                  <a:lnTo>
                    <a:pt x="1067783" y="1256905"/>
                  </a:lnTo>
                  <a:lnTo>
                    <a:pt x="1067767" y="1256908"/>
                  </a:lnTo>
                  <a:lnTo>
                    <a:pt x="1067751" y="1256909"/>
                  </a:lnTo>
                  <a:lnTo>
                    <a:pt x="1067715" y="1256907"/>
                  </a:lnTo>
                  <a:lnTo>
                    <a:pt x="1067654" y="1256909"/>
                  </a:lnTo>
                  <a:lnTo>
                    <a:pt x="1067644" y="1256909"/>
                  </a:lnTo>
                  <a:lnTo>
                    <a:pt x="1067639" y="1256909"/>
                  </a:lnTo>
                  <a:lnTo>
                    <a:pt x="1067629" y="1256909"/>
                  </a:lnTo>
                  <a:lnTo>
                    <a:pt x="1067622" y="1256910"/>
                  </a:lnTo>
                  <a:lnTo>
                    <a:pt x="1067606" y="1256909"/>
                  </a:lnTo>
                  <a:lnTo>
                    <a:pt x="1067596" y="1256908"/>
                  </a:lnTo>
                  <a:lnTo>
                    <a:pt x="1067588" y="1256908"/>
                  </a:lnTo>
                  <a:lnTo>
                    <a:pt x="1067576" y="1256907"/>
                  </a:lnTo>
                  <a:lnTo>
                    <a:pt x="1067557" y="1256904"/>
                  </a:lnTo>
                  <a:lnTo>
                    <a:pt x="1067540" y="1256900"/>
                  </a:lnTo>
                  <a:lnTo>
                    <a:pt x="1067524" y="1256894"/>
                  </a:lnTo>
                  <a:lnTo>
                    <a:pt x="1067507" y="1256888"/>
                  </a:lnTo>
                  <a:lnTo>
                    <a:pt x="1067491" y="1256884"/>
                  </a:lnTo>
                  <a:lnTo>
                    <a:pt x="1067473" y="1256880"/>
                  </a:lnTo>
                  <a:lnTo>
                    <a:pt x="1067457" y="1256877"/>
                  </a:lnTo>
                  <a:lnTo>
                    <a:pt x="1067441" y="1256871"/>
                  </a:lnTo>
                  <a:lnTo>
                    <a:pt x="1067425" y="1256861"/>
                  </a:lnTo>
                  <a:lnTo>
                    <a:pt x="1067408" y="1256849"/>
                  </a:lnTo>
                  <a:lnTo>
                    <a:pt x="1067392" y="1256835"/>
                  </a:lnTo>
                  <a:lnTo>
                    <a:pt x="1067382" y="1256829"/>
                  </a:lnTo>
                  <a:lnTo>
                    <a:pt x="1067355" y="1256818"/>
                  </a:lnTo>
                  <a:lnTo>
                    <a:pt x="1067350" y="1256816"/>
                  </a:lnTo>
                  <a:lnTo>
                    <a:pt x="1067339" y="1256810"/>
                  </a:lnTo>
                  <a:lnTo>
                    <a:pt x="1067333" y="1256806"/>
                  </a:lnTo>
                  <a:lnTo>
                    <a:pt x="1067329" y="1256803"/>
                  </a:lnTo>
                  <a:lnTo>
                    <a:pt x="1067318" y="1256797"/>
                  </a:lnTo>
                  <a:lnTo>
                    <a:pt x="1067302" y="1256783"/>
                  </a:lnTo>
                  <a:lnTo>
                    <a:pt x="1067286" y="1256769"/>
                  </a:lnTo>
                  <a:lnTo>
                    <a:pt x="1067278" y="1256763"/>
                  </a:lnTo>
                  <a:lnTo>
                    <a:pt x="1067269" y="1256758"/>
                  </a:lnTo>
                  <a:lnTo>
                    <a:pt x="1067254" y="1256752"/>
                  </a:lnTo>
                  <a:lnTo>
                    <a:pt x="1067243" y="1256748"/>
                  </a:lnTo>
                  <a:lnTo>
                    <a:pt x="1067236" y="1256748"/>
                  </a:lnTo>
                  <a:lnTo>
                    <a:pt x="1067220" y="1256751"/>
                  </a:lnTo>
                  <a:lnTo>
                    <a:pt x="1067203" y="1256759"/>
                  </a:lnTo>
                  <a:lnTo>
                    <a:pt x="1067190" y="1256763"/>
                  </a:lnTo>
                  <a:lnTo>
                    <a:pt x="1067179" y="1256768"/>
                  </a:lnTo>
                  <a:lnTo>
                    <a:pt x="1067164" y="1256773"/>
                  </a:lnTo>
                  <a:lnTo>
                    <a:pt x="1067151" y="1256784"/>
                  </a:lnTo>
                  <a:lnTo>
                    <a:pt x="1067144" y="1256792"/>
                  </a:lnTo>
                  <a:lnTo>
                    <a:pt x="1067138" y="1256799"/>
                  </a:lnTo>
                  <a:lnTo>
                    <a:pt x="1067130" y="1256807"/>
                  </a:lnTo>
                  <a:lnTo>
                    <a:pt x="1067118" y="1256818"/>
                  </a:lnTo>
                  <a:lnTo>
                    <a:pt x="1067099" y="1256834"/>
                  </a:lnTo>
                  <a:lnTo>
                    <a:pt x="1067087" y="1256841"/>
                  </a:lnTo>
                  <a:lnTo>
                    <a:pt x="1067078" y="1256848"/>
                  </a:lnTo>
                  <a:lnTo>
                    <a:pt x="1067061" y="1256865"/>
                  </a:lnTo>
                  <a:lnTo>
                    <a:pt x="1067055" y="1256871"/>
                  </a:lnTo>
                  <a:lnTo>
                    <a:pt x="1067044" y="1256877"/>
                  </a:lnTo>
                  <a:lnTo>
                    <a:pt x="1067032" y="1256878"/>
                  </a:lnTo>
                  <a:lnTo>
                    <a:pt x="1067028" y="1256877"/>
                  </a:lnTo>
                  <a:lnTo>
                    <a:pt x="1067011" y="1256873"/>
                  </a:lnTo>
                  <a:lnTo>
                    <a:pt x="1066995" y="1256868"/>
                  </a:lnTo>
                  <a:lnTo>
                    <a:pt x="1066978" y="1256860"/>
                  </a:lnTo>
                  <a:lnTo>
                    <a:pt x="1066962" y="1256853"/>
                  </a:lnTo>
                  <a:lnTo>
                    <a:pt x="1066945" y="1256844"/>
                  </a:lnTo>
                  <a:lnTo>
                    <a:pt x="1066929" y="1256832"/>
                  </a:lnTo>
                  <a:lnTo>
                    <a:pt x="1066912" y="1256823"/>
                  </a:lnTo>
                  <a:lnTo>
                    <a:pt x="1066896" y="1256815"/>
                  </a:lnTo>
                  <a:lnTo>
                    <a:pt x="1066879" y="1256808"/>
                  </a:lnTo>
                  <a:lnTo>
                    <a:pt x="1066863" y="1256803"/>
                  </a:lnTo>
                  <a:lnTo>
                    <a:pt x="1066846" y="1256800"/>
                  </a:lnTo>
                  <a:lnTo>
                    <a:pt x="1066830" y="1256799"/>
                  </a:lnTo>
                  <a:lnTo>
                    <a:pt x="1066813" y="1256802"/>
                  </a:lnTo>
                  <a:lnTo>
                    <a:pt x="1066797" y="1256806"/>
                  </a:lnTo>
                  <a:lnTo>
                    <a:pt x="1066780" y="1256809"/>
                  </a:lnTo>
                  <a:lnTo>
                    <a:pt x="1066764" y="1256812"/>
                  </a:lnTo>
                  <a:lnTo>
                    <a:pt x="1066748" y="1256816"/>
                  </a:lnTo>
                  <a:lnTo>
                    <a:pt x="1066731" y="1256820"/>
                  </a:lnTo>
                  <a:lnTo>
                    <a:pt x="1066714" y="1256826"/>
                  </a:lnTo>
                  <a:lnTo>
                    <a:pt x="1066698" y="1256831"/>
                  </a:lnTo>
                  <a:lnTo>
                    <a:pt x="1066681" y="1256833"/>
                  </a:lnTo>
                  <a:lnTo>
                    <a:pt x="1066665" y="1256835"/>
                  </a:lnTo>
                  <a:lnTo>
                    <a:pt x="1066649" y="1256837"/>
                  </a:lnTo>
                  <a:lnTo>
                    <a:pt x="1066632" y="1256837"/>
                  </a:lnTo>
                  <a:lnTo>
                    <a:pt x="1066614" y="1256838"/>
                  </a:lnTo>
                  <a:lnTo>
                    <a:pt x="1066602" y="1256837"/>
                  </a:lnTo>
                  <a:lnTo>
                    <a:pt x="1066593" y="1256831"/>
                  </a:lnTo>
                  <a:lnTo>
                    <a:pt x="1066583" y="1256823"/>
                  </a:lnTo>
                  <a:lnTo>
                    <a:pt x="1066567" y="1256816"/>
                  </a:lnTo>
                  <a:lnTo>
                    <a:pt x="1066547" y="1256804"/>
                  </a:lnTo>
                  <a:lnTo>
                    <a:pt x="1066532" y="1256793"/>
                  </a:lnTo>
                  <a:lnTo>
                    <a:pt x="1066518" y="1256782"/>
                  </a:lnTo>
                  <a:lnTo>
                    <a:pt x="1066505" y="1256775"/>
                  </a:lnTo>
                  <a:lnTo>
                    <a:pt x="1066490" y="1256767"/>
                  </a:lnTo>
                  <a:lnTo>
                    <a:pt x="1066481" y="1256759"/>
                  </a:lnTo>
                  <a:lnTo>
                    <a:pt x="1066467" y="1256755"/>
                  </a:lnTo>
                  <a:lnTo>
                    <a:pt x="1066455" y="1256748"/>
                  </a:lnTo>
                  <a:lnTo>
                    <a:pt x="1066450" y="1256744"/>
                  </a:lnTo>
                  <a:lnTo>
                    <a:pt x="1066434" y="1256731"/>
                  </a:lnTo>
                  <a:lnTo>
                    <a:pt x="1066430" y="1256726"/>
                  </a:lnTo>
                  <a:lnTo>
                    <a:pt x="1066417" y="1256719"/>
                  </a:lnTo>
                  <a:lnTo>
                    <a:pt x="1066401" y="1256709"/>
                  </a:lnTo>
                  <a:lnTo>
                    <a:pt x="1066384" y="1256697"/>
                  </a:lnTo>
                  <a:lnTo>
                    <a:pt x="1066370" y="1256682"/>
                  </a:lnTo>
                  <a:lnTo>
                    <a:pt x="1066361" y="1256670"/>
                  </a:lnTo>
                  <a:lnTo>
                    <a:pt x="1066355" y="1256661"/>
                  </a:lnTo>
                  <a:lnTo>
                    <a:pt x="1066350" y="1256654"/>
                  </a:lnTo>
                  <a:lnTo>
                    <a:pt x="1066344" y="1256649"/>
                  </a:lnTo>
                  <a:lnTo>
                    <a:pt x="1066329" y="1256636"/>
                  </a:lnTo>
                  <a:lnTo>
                    <a:pt x="1066316" y="1256627"/>
                  </a:lnTo>
                  <a:lnTo>
                    <a:pt x="1066311" y="1256627"/>
                  </a:lnTo>
                  <a:lnTo>
                    <a:pt x="1066295" y="1256620"/>
                  </a:lnTo>
                  <a:lnTo>
                    <a:pt x="1066278" y="1256612"/>
                  </a:lnTo>
                  <a:lnTo>
                    <a:pt x="1066269" y="1256608"/>
                  </a:lnTo>
                  <a:lnTo>
                    <a:pt x="1066261" y="1256601"/>
                  </a:lnTo>
                  <a:lnTo>
                    <a:pt x="1066245" y="1256588"/>
                  </a:lnTo>
                  <a:lnTo>
                    <a:pt x="1066230" y="1256576"/>
                  </a:lnTo>
                  <a:lnTo>
                    <a:pt x="1066215" y="1256559"/>
                  </a:lnTo>
                  <a:lnTo>
                    <a:pt x="1066206" y="1256545"/>
                  </a:lnTo>
                  <a:lnTo>
                    <a:pt x="1066201" y="1256537"/>
                  </a:lnTo>
                  <a:lnTo>
                    <a:pt x="1066197" y="1256526"/>
                  </a:lnTo>
                  <a:lnTo>
                    <a:pt x="1066188" y="1256509"/>
                  </a:lnTo>
                  <a:lnTo>
                    <a:pt x="1066179" y="1256492"/>
                  </a:lnTo>
                  <a:lnTo>
                    <a:pt x="1066173" y="1256476"/>
                  </a:lnTo>
                  <a:lnTo>
                    <a:pt x="1066168" y="1256459"/>
                  </a:lnTo>
                  <a:lnTo>
                    <a:pt x="1066162" y="1256443"/>
                  </a:lnTo>
                  <a:lnTo>
                    <a:pt x="1066156" y="1256426"/>
                  </a:lnTo>
                  <a:lnTo>
                    <a:pt x="1066151" y="1256417"/>
                  </a:lnTo>
                  <a:lnTo>
                    <a:pt x="1066144" y="1256409"/>
                  </a:lnTo>
                  <a:lnTo>
                    <a:pt x="1066136" y="1256403"/>
                  </a:lnTo>
                  <a:lnTo>
                    <a:pt x="1066128" y="1256399"/>
                  </a:lnTo>
                  <a:lnTo>
                    <a:pt x="1066111" y="1256385"/>
                  </a:lnTo>
                  <a:lnTo>
                    <a:pt x="1066097" y="1256371"/>
                  </a:lnTo>
                  <a:lnTo>
                    <a:pt x="1066080" y="1256355"/>
                  </a:lnTo>
                  <a:lnTo>
                    <a:pt x="1066066" y="1256340"/>
                  </a:lnTo>
                  <a:lnTo>
                    <a:pt x="1066058" y="1256328"/>
                  </a:lnTo>
                  <a:lnTo>
                    <a:pt x="1066056" y="1256322"/>
                  </a:lnTo>
                  <a:lnTo>
                    <a:pt x="1066054" y="1256313"/>
                  </a:lnTo>
                  <a:lnTo>
                    <a:pt x="1066053" y="1256307"/>
                  </a:lnTo>
                  <a:lnTo>
                    <a:pt x="1066052" y="1256290"/>
                  </a:lnTo>
                  <a:lnTo>
                    <a:pt x="1066051" y="1256273"/>
                  </a:lnTo>
                  <a:lnTo>
                    <a:pt x="1066045" y="1256256"/>
                  </a:lnTo>
                  <a:lnTo>
                    <a:pt x="1066038" y="1256240"/>
                  </a:lnTo>
                  <a:lnTo>
                    <a:pt x="1066033" y="1256223"/>
                  </a:lnTo>
                  <a:lnTo>
                    <a:pt x="1066029" y="1256213"/>
                  </a:lnTo>
                  <a:lnTo>
                    <a:pt x="1066025" y="1256207"/>
                  </a:lnTo>
                  <a:lnTo>
                    <a:pt x="1066020" y="1256198"/>
                  </a:lnTo>
                  <a:lnTo>
                    <a:pt x="1066014" y="1256190"/>
                  </a:lnTo>
                  <a:lnTo>
                    <a:pt x="1066003" y="1256173"/>
                  </a:lnTo>
                  <a:lnTo>
                    <a:pt x="1065998" y="1256157"/>
                  </a:lnTo>
                  <a:lnTo>
                    <a:pt x="1065998" y="1256140"/>
                  </a:lnTo>
                  <a:lnTo>
                    <a:pt x="1065998" y="1256131"/>
                  </a:lnTo>
                  <a:lnTo>
                    <a:pt x="1065995" y="1256124"/>
                  </a:lnTo>
                  <a:lnTo>
                    <a:pt x="1065986" y="1256107"/>
                  </a:lnTo>
                  <a:lnTo>
                    <a:pt x="1065981" y="1256098"/>
                  </a:lnTo>
                  <a:lnTo>
                    <a:pt x="1065978" y="1256090"/>
                  </a:lnTo>
                  <a:lnTo>
                    <a:pt x="1065970" y="1256080"/>
                  </a:lnTo>
                  <a:lnTo>
                    <a:pt x="1065965" y="1256073"/>
                  </a:lnTo>
                  <a:lnTo>
                    <a:pt x="1065963" y="1256065"/>
                  </a:lnTo>
                  <a:lnTo>
                    <a:pt x="1065961" y="1256059"/>
                  </a:lnTo>
                  <a:lnTo>
                    <a:pt x="1065954" y="1256042"/>
                  </a:lnTo>
                  <a:lnTo>
                    <a:pt x="1065948" y="1256026"/>
                  </a:lnTo>
                  <a:lnTo>
                    <a:pt x="1065941" y="1256009"/>
                  </a:lnTo>
                  <a:lnTo>
                    <a:pt x="1065935" y="1255993"/>
                  </a:lnTo>
                  <a:lnTo>
                    <a:pt x="1065925" y="1255976"/>
                  </a:lnTo>
                  <a:lnTo>
                    <a:pt x="1065915" y="1255965"/>
                  </a:lnTo>
                  <a:lnTo>
                    <a:pt x="1065912" y="1255961"/>
                  </a:lnTo>
                  <a:lnTo>
                    <a:pt x="1065909" y="1255955"/>
                  </a:lnTo>
                  <a:lnTo>
                    <a:pt x="1065907" y="1255948"/>
                  </a:lnTo>
                  <a:lnTo>
                    <a:pt x="1065904" y="1255943"/>
                  </a:lnTo>
                  <a:lnTo>
                    <a:pt x="1065895" y="1255926"/>
                  </a:lnTo>
                  <a:lnTo>
                    <a:pt x="1065887" y="1255909"/>
                  </a:lnTo>
                  <a:lnTo>
                    <a:pt x="1065883" y="1255893"/>
                  </a:lnTo>
                  <a:lnTo>
                    <a:pt x="1065879" y="1255876"/>
                  </a:lnTo>
                  <a:lnTo>
                    <a:pt x="1065876" y="1255859"/>
                  </a:lnTo>
                  <a:lnTo>
                    <a:pt x="1065874" y="1255848"/>
                  </a:lnTo>
                  <a:lnTo>
                    <a:pt x="1065870" y="1255843"/>
                  </a:lnTo>
                  <a:lnTo>
                    <a:pt x="1065868" y="1255837"/>
                  </a:lnTo>
                  <a:lnTo>
                    <a:pt x="1065863" y="1255832"/>
                  </a:lnTo>
                  <a:lnTo>
                    <a:pt x="1065857" y="1255827"/>
                  </a:lnTo>
                  <a:lnTo>
                    <a:pt x="1065840" y="1255815"/>
                  </a:lnTo>
                  <a:lnTo>
                    <a:pt x="1065824" y="1255803"/>
                  </a:lnTo>
                  <a:lnTo>
                    <a:pt x="1065807" y="1255792"/>
                  </a:lnTo>
                  <a:lnTo>
                    <a:pt x="1065791" y="1255782"/>
                  </a:lnTo>
                  <a:lnTo>
                    <a:pt x="1065775" y="1255778"/>
                  </a:lnTo>
                  <a:lnTo>
                    <a:pt x="1065758" y="1255775"/>
                  </a:lnTo>
                  <a:lnTo>
                    <a:pt x="1065742" y="1255775"/>
                  </a:lnTo>
                  <a:lnTo>
                    <a:pt x="1065725" y="1255772"/>
                  </a:lnTo>
                  <a:lnTo>
                    <a:pt x="1065708" y="1255770"/>
                  </a:lnTo>
                  <a:lnTo>
                    <a:pt x="1065697" y="1255768"/>
                  </a:lnTo>
                  <a:lnTo>
                    <a:pt x="1065692" y="1255765"/>
                  </a:lnTo>
                  <a:lnTo>
                    <a:pt x="1065675" y="1255757"/>
                  </a:lnTo>
                  <a:lnTo>
                    <a:pt x="1065659" y="1255748"/>
                  </a:lnTo>
                  <a:lnTo>
                    <a:pt x="1065617" y="1255725"/>
                  </a:lnTo>
                  <a:lnTo>
                    <a:pt x="1065601" y="1255715"/>
                  </a:lnTo>
                  <a:lnTo>
                    <a:pt x="1065584" y="1255698"/>
                  </a:lnTo>
                  <a:lnTo>
                    <a:pt x="1065569" y="1255683"/>
                  </a:lnTo>
                  <a:lnTo>
                    <a:pt x="1065555" y="1255667"/>
                  </a:lnTo>
                  <a:lnTo>
                    <a:pt x="1065538" y="1255651"/>
                  </a:lnTo>
                  <a:lnTo>
                    <a:pt x="1065525" y="1255635"/>
                  </a:lnTo>
                  <a:lnTo>
                    <a:pt x="1065511" y="1255620"/>
                  </a:lnTo>
                  <a:lnTo>
                    <a:pt x="1065497" y="1255606"/>
                  </a:lnTo>
                  <a:lnTo>
                    <a:pt x="1065482" y="1255590"/>
                  </a:lnTo>
                  <a:lnTo>
                    <a:pt x="1065468" y="1255575"/>
                  </a:lnTo>
                  <a:lnTo>
                    <a:pt x="1065455" y="1255559"/>
                  </a:lnTo>
                  <a:lnTo>
                    <a:pt x="1065441" y="1255544"/>
                  </a:lnTo>
                  <a:lnTo>
                    <a:pt x="1065434" y="1255529"/>
                  </a:lnTo>
                  <a:lnTo>
                    <a:pt x="1065425" y="1255514"/>
                  </a:lnTo>
                  <a:lnTo>
                    <a:pt x="1065420" y="1255512"/>
                  </a:lnTo>
                  <a:lnTo>
                    <a:pt x="1065402" y="1255505"/>
                  </a:lnTo>
                  <a:lnTo>
                    <a:pt x="1065385" y="1255496"/>
                  </a:lnTo>
                  <a:lnTo>
                    <a:pt x="1065369" y="1255486"/>
                  </a:lnTo>
                  <a:lnTo>
                    <a:pt x="1065352" y="1255475"/>
                  </a:lnTo>
                  <a:lnTo>
                    <a:pt x="1065336" y="1255463"/>
                  </a:lnTo>
                  <a:lnTo>
                    <a:pt x="1065319" y="1255448"/>
                  </a:lnTo>
                  <a:lnTo>
                    <a:pt x="1065310" y="1255424"/>
                  </a:lnTo>
                  <a:lnTo>
                    <a:pt x="1065307" y="1255420"/>
                  </a:lnTo>
                  <a:lnTo>
                    <a:pt x="1065299" y="1255404"/>
                  </a:lnTo>
                  <a:lnTo>
                    <a:pt x="1065283" y="1255370"/>
                  </a:lnTo>
                  <a:lnTo>
                    <a:pt x="1065280" y="1255363"/>
                  </a:lnTo>
                  <a:lnTo>
                    <a:pt x="1065277" y="1255357"/>
                  </a:lnTo>
                  <a:lnTo>
                    <a:pt x="1065273" y="1255352"/>
                  </a:lnTo>
                  <a:lnTo>
                    <a:pt x="1065269" y="1255348"/>
                  </a:lnTo>
                  <a:lnTo>
                    <a:pt x="1065263" y="1255346"/>
                  </a:lnTo>
                  <a:lnTo>
                    <a:pt x="1065186" y="1255338"/>
                  </a:lnTo>
                  <a:lnTo>
                    <a:pt x="1065104" y="1255336"/>
                  </a:lnTo>
                  <a:lnTo>
                    <a:pt x="1065096" y="1255337"/>
                  </a:lnTo>
                  <a:lnTo>
                    <a:pt x="1065067" y="1255343"/>
                  </a:lnTo>
                  <a:lnTo>
                    <a:pt x="1065019" y="1255364"/>
                  </a:lnTo>
                  <a:lnTo>
                    <a:pt x="1065005" y="1255371"/>
                  </a:lnTo>
                  <a:lnTo>
                    <a:pt x="1064983" y="1255385"/>
                  </a:lnTo>
                  <a:lnTo>
                    <a:pt x="1064930" y="1255424"/>
                  </a:lnTo>
                  <a:lnTo>
                    <a:pt x="1064908" y="1255438"/>
                  </a:lnTo>
                  <a:lnTo>
                    <a:pt x="1064891" y="1255446"/>
                  </a:lnTo>
                  <a:lnTo>
                    <a:pt x="1064869" y="1255451"/>
                  </a:lnTo>
                  <a:lnTo>
                    <a:pt x="1064853" y="1255454"/>
                  </a:lnTo>
                  <a:lnTo>
                    <a:pt x="1064836" y="1255456"/>
                  </a:lnTo>
                  <a:lnTo>
                    <a:pt x="1064820" y="1255457"/>
                  </a:lnTo>
                  <a:lnTo>
                    <a:pt x="1064804" y="1255457"/>
                  </a:lnTo>
                  <a:lnTo>
                    <a:pt x="1064787" y="1255453"/>
                  </a:lnTo>
                  <a:lnTo>
                    <a:pt x="1064781" y="1255452"/>
                  </a:lnTo>
                  <a:lnTo>
                    <a:pt x="1064778" y="1255449"/>
                  </a:lnTo>
                  <a:lnTo>
                    <a:pt x="1064770" y="1255447"/>
                  </a:lnTo>
                  <a:lnTo>
                    <a:pt x="1064758" y="1255446"/>
                  </a:lnTo>
                  <a:lnTo>
                    <a:pt x="1064752" y="1255448"/>
                  </a:lnTo>
                  <a:lnTo>
                    <a:pt x="1064743" y="1255454"/>
                  </a:lnTo>
                  <a:lnTo>
                    <a:pt x="1064740" y="1255461"/>
                  </a:lnTo>
                  <a:lnTo>
                    <a:pt x="1064740" y="1255475"/>
                  </a:lnTo>
                  <a:lnTo>
                    <a:pt x="1064742" y="1255494"/>
                  </a:lnTo>
                  <a:lnTo>
                    <a:pt x="1064745" y="1255511"/>
                  </a:lnTo>
                  <a:lnTo>
                    <a:pt x="1064747" y="1255528"/>
                  </a:lnTo>
                  <a:lnTo>
                    <a:pt x="1064747" y="1255545"/>
                  </a:lnTo>
                  <a:lnTo>
                    <a:pt x="1064748" y="1255561"/>
                  </a:lnTo>
                  <a:lnTo>
                    <a:pt x="1064748" y="1255578"/>
                  </a:lnTo>
                  <a:lnTo>
                    <a:pt x="1064747" y="1255595"/>
                  </a:lnTo>
                  <a:lnTo>
                    <a:pt x="1064746" y="1255611"/>
                  </a:lnTo>
                  <a:lnTo>
                    <a:pt x="1064744" y="1255628"/>
                  </a:lnTo>
                  <a:lnTo>
                    <a:pt x="1064743" y="1255636"/>
                  </a:lnTo>
                  <a:lnTo>
                    <a:pt x="1064742" y="1255645"/>
                  </a:lnTo>
                  <a:lnTo>
                    <a:pt x="1064736" y="1255661"/>
                  </a:lnTo>
                  <a:lnTo>
                    <a:pt x="1064728" y="1255678"/>
                  </a:lnTo>
                  <a:lnTo>
                    <a:pt x="1064722" y="1255691"/>
                  </a:lnTo>
                  <a:lnTo>
                    <a:pt x="1064716" y="1255702"/>
                  </a:lnTo>
                  <a:lnTo>
                    <a:pt x="1064691" y="1255747"/>
                  </a:lnTo>
                  <a:lnTo>
                    <a:pt x="1064686" y="1255759"/>
                  </a:lnTo>
                  <a:lnTo>
                    <a:pt x="1064683" y="1255764"/>
                  </a:lnTo>
                  <a:lnTo>
                    <a:pt x="1064682" y="1255770"/>
                  </a:lnTo>
                  <a:lnTo>
                    <a:pt x="1064678" y="1255780"/>
                  </a:lnTo>
                  <a:lnTo>
                    <a:pt x="1064673" y="1255797"/>
                  </a:lnTo>
                  <a:lnTo>
                    <a:pt x="1064669" y="1255814"/>
                  </a:lnTo>
                  <a:lnTo>
                    <a:pt x="1064663" y="1255830"/>
                  </a:lnTo>
                  <a:lnTo>
                    <a:pt x="1064661" y="1255846"/>
                  </a:lnTo>
                  <a:lnTo>
                    <a:pt x="1064660" y="1255854"/>
                  </a:lnTo>
                  <a:lnTo>
                    <a:pt x="1064660" y="1255862"/>
                  </a:lnTo>
                  <a:lnTo>
                    <a:pt x="1064661" y="1255869"/>
                  </a:lnTo>
                  <a:lnTo>
                    <a:pt x="1064661" y="1255881"/>
                  </a:lnTo>
                  <a:lnTo>
                    <a:pt x="1064666" y="1255897"/>
                  </a:lnTo>
                  <a:lnTo>
                    <a:pt x="1064670" y="1255908"/>
                  </a:lnTo>
                  <a:lnTo>
                    <a:pt x="1064672" y="1255914"/>
                  </a:lnTo>
                  <a:lnTo>
                    <a:pt x="1064675" y="1255923"/>
                  </a:lnTo>
                  <a:lnTo>
                    <a:pt x="1064679" y="1255930"/>
                  </a:lnTo>
                  <a:lnTo>
                    <a:pt x="1064685" y="1255947"/>
                  </a:lnTo>
                  <a:lnTo>
                    <a:pt x="1064686" y="1255961"/>
                  </a:lnTo>
                  <a:lnTo>
                    <a:pt x="1064689" y="1255970"/>
                  </a:lnTo>
                  <a:lnTo>
                    <a:pt x="1064692" y="1255978"/>
                  </a:lnTo>
                  <a:lnTo>
                    <a:pt x="1064695" y="1255984"/>
                  </a:lnTo>
                  <a:lnTo>
                    <a:pt x="1064705" y="1255997"/>
                  </a:lnTo>
                  <a:lnTo>
                    <a:pt x="1064709" y="1256003"/>
                  </a:lnTo>
                  <a:lnTo>
                    <a:pt x="1064718" y="1256009"/>
                  </a:lnTo>
                  <a:lnTo>
                    <a:pt x="1064737" y="1256018"/>
                  </a:lnTo>
                  <a:lnTo>
                    <a:pt x="1064746" y="1256028"/>
                  </a:lnTo>
                  <a:lnTo>
                    <a:pt x="1064749" y="1256033"/>
                  </a:lnTo>
                  <a:lnTo>
                    <a:pt x="1064758" y="1256050"/>
                  </a:lnTo>
                  <a:lnTo>
                    <a:pt x="1064766" y="1256067"/>
                  </a:lnTo>
                  <a:lnTo>
                    <a:pt x="1064797" y="1256115"/>
                  </a:lnTo>
                  <a:lnTo>
                    <a:pt x="1064804" y="1256131"/>
                  </a:lnTo>
                  <a:lnTo>
                    <a:pt x="1064807" y="1256140"/>
                  </a:lnTo>
                  <a:lnTo>
                    <a:pt x="1064813" y="1256148"/>
                  </a:lnTo>
                  <a:lnTo>
                    <a:pt x="1064816" y="1256154"/>
                  </a:lnTo>
                  <a:lnTo>
                    <a:pt x="1064822" y="1256164"/>
                  </a:lnTo>
                  <a:lnTo>
                    <a:pt x="1064828" y="1256181"/>
                  </a:lnTo>
                  <a:lnTo>
                    <a:pt x="1064836" y="1256198"/>
                  </a:lnTo>
                  <a:lnTo>
                    <a:pt x="1064838" y="1256202"/>
                  </a:lnTo>
                  <a:lnTo>
                    <a:pt x="1064841" y="1256206"/>
                  </a:lnTo>
                  <a:lnTo>
                    <a:pt x="1064845" y="1256214"/>
                  </a:lnTo>
                  <a:lnTo>
                    <a:pt x="1064853" y="1256231"/>
                  </a:lnTo>
                  <a:lnTo>
                    <a:pt x="1064861" y="1256245"/>
                  </a:lnTo>
                  <a:lnTo>
                    <a:pt x="1064865" y="1256255"/>
                  </a:lnTo>
                  <a:lnTo>
                    <a:pt x="1064866" y="1256264"/>
                  </a:lnTo>
                  <a:lnTo>
                    <a:pt x="1064867" y="1256281"/>
                  </a:lnTo>
                  <a:lnTo>
                    <a:pt x="1064865" y="1256298"/>
                  </a:lnTo>
                  <a:lnTo>
                    <a:pt x="1064862" y="1256314"/>
                  </a:lnTo>
                  <a:lnTo>
                    <a:pt x="1064861" y="1256320"/>
                  </a:lnTo>
                  <a:lnTo>
                    <a:pt x="1064859" y="1256331"/>
                  </a:lnTo>
                  <a:lnTo>
                    <a:pt x="1064855" y="1256347"/>
                  </a:lnTo>
                  <a:lnTo>
                    <a:pt x="1064849" y="1256364"/>
                  </a:lnTo>
                  <a:lnTo>
                    <a:pt x="1064845" y="1256379"/>
                  </a:lnTo>
                  <a:lnTo>
                    <a:pt x="1064842" y="1256385"/>
                  </a:lnTo>
                  <a:lnTo>
                    <a:pt x="1064839" y="1256392"/>
                  </a:lnTo>
                  <a:lnTo>
                    <a:pt x="1064835" y="1256403"/>
                  </a:lnTo>
                  <a:lnTo>
                    <a:pt x="1064833" y="1256414"/>
                  </a:lnTo>
                  <a:lnTo>
                    <a:pt x="1064827" y="1256431"/>
                  </a:lnTo>
                  <a:lnTo>
                    <a:pt x="1064825" y="1256438"/>
                  </a:lnTo>
                  <a:lnTo>
                    <a:pt x="1064822" y="1256448"/>
                  </a:lnTo>
                  <a:lnTo>
                    <a:pt x="1064818" y="1256459"/>
                  </a:lnTo>
                  <a:lnTo>
                    <a:pt x="1064815" y="1256468"/>
                  </a:lnTo>
                  <a:lnTo>
                    <a:pt x="1064812" y="1256481"/>
                  </a:lnTo>
                  <a:lnTo>
                    <a:pt x="1064811" y="1256489"/>
                  </a:lnTo>
                  <a:lnTo>
                    <a:pt x="1064808" y="1256498"/>
                  </a:lnTo>
                  <a:lnTo>
                    <a:pt x="1064802" y="1256515"/>
                  </a:lnTo>
                  <a:lnTo>
                    <a:pt x="1064799" y="1256524"/>
                  </a:lnTo>
                  <a:lnTo>
                    <a:pt x="1064797" y="1256531"/>
                  </a:lnTo>
                  <a:lnTo>
                    <a:pt x="1064793" y="1256548"/>
                  </a:lnTo>
                  <a:lnTo>
                    <a:pt x="1064791" y="1256556"/>
                  </a:lnTo>
                  <a:lnTo>
                    <a:pt x="1064791" y="1256564"/>
                  </a:lnTo>
                  <a:lnTo>
                    <a:pt x="1064791" y="1256581"/>
                  </a:lnTo>
                  <a:lnTo>
                    <a:pt x="1064791" y="1256598"/>
                  </a:lnTo>
                  <a:lnTo>
                    <a:pt x="1064793" y="1256607"/>
                  </a:lnTo>
                  <a:lnTo>
                    <a:pt x="1064800" y="1256615"/>
                  </a:lnTo>
                  <a:lnTo>
                    <a:pt x="1064816" y="1256630"/>
                  </a:lnTo>
                  <a:lnTo>
                    <a:pt x="1064833" y="1256644"/>
                  </a:lnTo>
                  <a:lnTo>
                    <a:pt x="1064848" y="1256659"/>
                  </a:lnTo>
                  <a:lnTo>
                    <a:pt x="1064862" y="1256674"/>
                  </a:lnTo>
                  <a:lnTo>
                    <a:pt x="1064874" y="1256691"/>
                  </a:lnTo>
                  <a:lnTo>
                    <a:pt x="1064881" y="1256702"/>
                  </a:lnTo>
                  <a:lnTo>
                    <a:pt x="1064885" y="1256707"/>
                  </a:lnTo>
                  <a:lnTo>
                    <a:pt x="1064895" y="1256724"/>
                  </a:lnTo>
                  <a:lnTo>
                    <a:pt x="1064905" y="1256741"/>
                  </a:lnTo>
                  <a:lnTo>
                    <a:pt x="1064914" y="1256757"/>
                  </a:lnTo>
                  <a:lnTo>
                    <a:pt x="1064920" y="1256766"/>
                  </a:lnTo>
                  <a:lnTo>
                    <a:pt x="1064924" y="1256774"/>
                  </a:lnTo>
                  <a:lnTo>
                    <a:pt x="1064934" y="1256790"/>
                  </a:lnTo>
                  <a:lnTo>
                    <a:pt x="1064951" y="1256820"/>
                  </a:lnTo>
                  <a:lnTo>
                    <a:pt x="1064963" y="1256837"/>
                  </a:lnTo>
                  <a:lnTo>
                    <a:pt x="1064975" y="1256850"/>
                  </a:lnTo>
                  <a:lnTo>
                    <a:pt x="1064979" y="1256856"/>
                  </a:lnTo>
                  <a:lnTo>
                    <a:pt x="1064982" y="1256861"/>
                  </a:lnTo>
                  <a:lnTo>
                    <a:pt x="1064989" y="1256867"/>
                  </a:lnTo>
                  <a:lnTo>
                    <a:pt x="1065003" y="1256884"/>
                  </a:lnTo>
                  <a:lnTo>
                    <a:pt x="1065016" y="1256900"/>
                  </a:lnTo>
                  <a:lnTo>
                    <a:pt x="1065028" y="1256917"/>
                  </a:lnTo>
                  <a:lnTo>
                    <a:pt x="1065032" y="1256928"/>
                  </a:lnTo>
                  <a:lnTo>
                    <a:pt x="1065035" y="1256935"/>
                  </a:lnTo>
                  <a:lnTo>
                    <a:pt x="1065039" y="1256946"/>
                  </a:lnTo>
                  <a:lnTo>
                    <a:pt x="1065040" y="1256953"/>
                  </a:lnTo>
                  <a:lnTo>
                    <a:pt x="1065042" y="1256967"/>
                  </a:lnTo>
                  <a:lnTo>
                    <a:pt x="1065043" y="1256983"/>
                  </a:lnTo>
                  <a:lnTo>
                    <a:pt x="1065043" y="1256993"/>
                  </a:lnTo>
                  <a:lnTo>
                    <a:pt x="1065040" y="1257002"/>
                  </a:lnTo>
                  <a:lnTo>
                    <a:pt x="1065040" y="1257017"/>
                  </a:lnTo>
                  <a:lnTo>
                    <a:pt x="1065038" y="1257034"/>
                  </a:lnTo>
                  <a:lnTo>
                    <a:pt x="1065038" y="1257050"/>
                  </a:lnTo>
                  <a:lnTo>
                    <a:pt x="1065036" y="1257067"/>
                  </a:lnTo>
                  <a:lnTo>
                    <a:pt x="1065034" y="1257083"/>
                  </a:lnTo>
                  <a:lnTo>
                    <a:pt x="1065033" y="1257100"/>
                  </a:lnTo>
                  <a:lnTo>
                    <a:pt x="1065032" y="1257117"/>
                  </a:lnTo>
                  <a:lnTo>
                    <a:pt x="1065030" y="1257133"/>
                  </a:lnTo>
                  <a:lnTo>
                    <a:pt x="1065029" y="1257150"/>
                  </a:lnTo>
                  <a:lnTo>
                    <a:pt x="1065028" y="1257167"/>
                  </a:lnTo>
                  <a:lnTo>
                    <a:pt x="1065028" y="1257184"/>
                  </a:lnTo>
                  <a:lnTo>
                    <a:pt x="1065030" y="1257200"/>
                  </a:lnTo>
                  <a:lnTo>
                    <a:pt x="1065032" y="1257212"/>
                  </a:lnTo>
                  <a:lnTo>
                    <a:pt x="1065033" y="1257217"/>
                  </a:lnTo>
                  <a:lnTo>
                    <a:pt x="1065038" y="1257233"/>
                  </a:lnTo>
                  <a:lnTo>
                    <a:pt x="1065041" y="1257250"/>
                  </a:lnTo>
                  <a:lnTo>
                    <a:pt x="1065045" y="1257267"/>
                  </a:lnTo>
                  <a:lnTo>
                    <a:pt x="1065047" y="1257282"/>
                  </a:lnTo>
                  <a:lnTo>
                    <a:pt x="1065049" y="1257291"/>
                  </a:lnTo>
                  <a:lnTo>
                    <a:pt x="1065049" y="1257300"/>
                  </a:lnTo>
                  <a:lnTo>
                    <a:pt x="1065049" y="1257312"/>
                  </a:lnTo>
                  <a:lnTo>
                    <a:pt x="1065046" y="1257317"/>
                  </a:lnTo>
                  <a:lnTo>
                    <a:pt x="1065033" y="1257337"/>
                  </a:lnTo>
                  <a:lnTo>
                    <a:pt x="1065026" y="1257350"/>
                  </a:lnTo>
                  <a:lnTo>
                    <a:pt x="1065020" y="1257357"/>
                  </a:lnTo>
                  <a:lnTo>
                    <a:pt x="1065016" y="1257365"/>
                  </a:lnTo>
                  <a:lnTo>
                    <a:pt x="1065007" y="1257384"/>
                  </a:lnTo>
                  <a:lnTo>
                    <a:pt x="1064972" y="1257445"/>
                  </a:lnTo>
                  <a:lnTo>
                    <a:pt x="1064963" y="1257462"/>
                  </a:lnTo>
                  <a:lnTo>
                    <a:pt x="1064955" y="1257480"/>
                  </a:lnTo>
                  <a:lnTo>
                    <a:pt x="1064948" y="1257495"/>
                  </a:lnTo>
                  <a:lnTo>
                    <a:pt x="1064939" y="1257512"/>
                  </a:lnTo>
                  <a:lnTo>
                    <a:pt x="1064922" y="1257535"/>
                  </a:lnTo>
                  <a:lnTo>
                    <a:pt x="1064912" y="1257544"/>
                  </a:lnTo>
                  <a:lnTo>
                    <a:pt x="1064898" y="1257556"/>
                  </a:lnTo>
                  <a:lnTo>
                    <a:pt x="1064889" y="1257564"/>
                  </a:lnTo>
                  <a:lnTo>
                    <a:pt x="1064880" y="1257570"/>
                  </a:lnTo>
                  <a:lnTo>
                    <a:pt x="1064863" y="1257583"/>
                  </a:lnTo>
                  <a:lnTo>
                    <a:pt x="1064858" y="1257586"/>
                  </a:lnTo>
                  <a:lnTo>
                    <a:pt x="1064847" y="1257594"/>
                  </a:lnTo>
                  <a:lnTo>
                    <a:pt x="1064833" y="1257609"/>
                  </a:lnTo>
                  <a:lnTo>
                    <a:pt x="1064818" y="1257624"/>
                  </a:lnTo>
                  <a:lnTo>
                    <a:pt x="1064806" y="1257641"/>
                  </a:lnTo>
                  <a:lnTo>
                    <a:pt x="1064792" y="1257658"/>
                  </a:lnTo>
                  <a:lnTo>
                    <a:pt x="1064779" y="1257675"/>
                  </a:lnTo>
                  <a:lnTo>
                    <a:pt x="1064767" y="1257693"/>
                  </a:lnTo>
                  <a:lnTo>
                    <a:pt x="1064763" y="1257700"/>
                  </a:lnTo>
                  <a:lnTo>
                    <a:pt x="1064757" y="1257708"/>
                  </a:lnTo>
                  <a:lnTo>
                    <a:pt x="1064752" y="1257720"/>
                  </a:lnTo>
                  <a:lnTo>
                    <a:pt x="1064751" y="1257727"/>
                  </a:lnTo>
                  <a:lnTo>
                    <a:pt x="1064749" y="1257738"/>
                  </a:lnTo>
                  <a:lnTo>
                    <a:pt x="1064742" y="1257788"/>
                  </a:lnTo>
                  <a:lnTo>
                    <a:pt x="1064722" y="1257824"/>
                  </a:lnTo>
                  <a:lnTo>
                    <a:pt x="1064717" y="1257840"/>
                  </a:lnTo>
                  <a:lnTo>
                    <a:pt x="1064713" y="1257849"/>
                  </a:lnTo>
                  <a:lnTo>
                    <a:pt x="1064712" y="1257857"/>
                  </a:lnTo>
                  <a:lnTo>
                    <a:pt x="1064710" y="1257862"/>
                  </a:lnTo>
                  <a:lnTo>
                    <a:pt x="1064708" y="1257867"/>
                  </a:lnTo>
                  <a:lnTo>
                    <a:pt x="1064705" y="1257874"/>
                  </a:lnTo>
                  <a:lnTo>
                    <a:pt x="1064697" y="1257891"/>
                  </a:lnTo>
                  <a:lnTo>
                    <a:pt x="1064684" y="1257908"/>
                  </a:lnTo>
                  <a:lnTo>
                    <a:pt x="1064672" y="1257919"/>
                  </a:lnTo>
                  <a:lnTo>
                    <a:pt x="1064666" y="1257922"/>
                  </a:lnTo>
                  <a:lnTo>
                    <a:pt x="1064647" y="1257931"/>
                  </a:lnTo>
                  <a:lnTo>
                    <a:pt x="1064643" y="1257938"/>
                  </a:lnTo>
                  <a:lnTo>
                    <a:pt x="1064643" y="1257945"/>
                  </a:lnTo>
                  <a:lnTo>
                    <a:pt x="1064643" y="1257954"/>
                  </a:lnTo>
                  <a:lnTo>
                    <a:pt x="1064640" y="1257962"/>
                  </a:lnTo>
                  <a:lnTo>
                    <a:pt x="1064636" y="1257965"/>
                  </a:lnTo>
                  <a:lnTo>
                    <a:pt x="1064633" y="1257970"/>
                  </a:lnTo>
                  <a:lnTo>
                    <a:pt x="1064635" y="1257975"/>
                  </a:lnTo>
                  <a:lnTo>
                    <a:pt x="1064641" y="1257981"/>
                  </a:lnTo>
                  <a:lnTo>
                    <a:pt x="1064655" y="1257997"/>
                  </a:lnTo>
                  <a:lnTo>
                    <a:pt x="1064669" y="1258014"/>
                  </a:lnTo>
                  <a:lnTo>
                    <a:pt x="1064683" y="1258031"/>
                  </a:lnTo>
                  <a:lnTo>
                    <a:pt x="1064696" y="1258045"/>
                  </a:lnTo>
                  <a:lnTo>
                    <a:pt x="1064712" y="1258061"/>
                  </a:lnTo>
                  <a:lnTo>
                    <a:pt x="1064727" y="1258074"/>
                  </a:lnTo>
                  <a:lnTo>
                    <a:pt x="1064744" y="1258086"/>
                  </a:lnTo>
                  <a:lnTo>
                    <a:pt x="1064761" y="1258096"/>
                  </a:lnTo>
                  <a:lnTo>
                    <a:pt x="1064773" y="1258108"/>
                  </a:lnTo>
                  <a:lnTo>
                    <a:pt x="1064778" y="1258115"/>
                  </a:lnTo>
                  <a:lnTo>
                    <a:pt x="1064787" y="1258129"/>
                  </a:lnTo>
                  <a:lnTo>
                    <a:pt x="1064795" y="1258142"/>
                  </a:lnTo>
                  <a:lnTo>
                    <a:pt x="1064798" y="1258146"/>
                  </a:lnTo>
                  <a:lnTo>
                    <a:pt x="1064802" y="1258154"/>
                  </a:lnTo>
                  <a:lnTo>
                    <a:pt x="1064806" y="1258162"/>
                  </a:lnTo>
                  <a:lnTo>
                    <a:pt x="1064811" y="1258173"/>
                  </a:lnTo>
                  <a:lnTo>
                    <a:pt x="1064814" y="1258179"/>
                  </a:lnTo>
                  <a:lnTo>
                    <a:pt x="1064815" y="1258186"/>
                  </a:lnTo>
                  <a:lnTo>
                    <a:pt x="1064814" y="1258201"/>
                  </a:lnTo>
                  <a:lnTo>
                    <a:pt x="1064813" y="1258212"/>
                  </a:lnTo>
                  <a:lnTo>
                    <a:pt x="1064811" y="1258229"/>
                  </a:lnTo>
                  <a:lnTo>
                    <a:pt x="1064806" y="1258246"/>
                  </a:lnTo>
                  <a:lnTo>
                    <a:pt x="1064802" y="1258262"/>
                  </a:lnTo>
                  <a:lnTo>
                    <a:pt x="1064801" y="1258270"/>
                  </a:lnTo>
                  <a:lnTo>
                    <a:pt x="1064797" y="1258279"/>
                  </a:lnTo>
                  <a:lnTo>
                    <a:pt x="1064795" y="1258296"/>
                  </a:lnTo>
                  <a:lnTo>
                    <a:pt x="1064797" y="1258306"/>
                  </a:lnTo>
                  <a:lnTo>
                    <a:pt x="1064801" y="1258313"/>
                  </a:lnTo>
                  <a:lnTo>
                    <a:pt x="1064812" y="1258328"/>
                  </a:lnTo>
                  <a:lnTo>
                    <a:pt x="1064823" y="1258344"/>
                  </a:lnTo>
                  <a:lnTo>
                    <a:pt x="1064823" y="1258361"/>
                  </a:lnTo>
                  <a:lnTo>
                    <a:pt x="1064822" y="1258378"/>
                  </a:lnTo>
                  <a:lnTo>
                    <a:pt x="1064820" y="1258395"/>
                  </a:lnTo>
                  <a:lnTo>
                    <a:pt x="1064818" y="1258411"/>
                  </a:lnTo>
                  <a:lnTo>
                    <a:pt x="1064817" y="1258428"/>
                  </a:lnTo>
                  <a:lnTo>
                    <a:pt x="1064815" y="1258445"/>
                  </a:lnTo>
                  <a:lnTo>
                    <a:pt x="1064809" y="1258465"/>
                  </a:lnTo>
                  <a:lnTo>
                    <a:pt x="1064796" y="1258476"/>
                  </a:lnTo>
                  <a:lnTo>
                    <a:pt x="1064780" y="1258490"/>
                  </a:lnTo>
                  <a:lnTo>
                    <a:pt x="1064775" y="1258496"/>
                  </a:lnTo>
                  <a:lnTo>
                    <a:pt x="1064772" y="1258509"/>
                  </a:lnTo>
                  <a:lnTo>
                    <a:pt x="1064772" y="1258515"/>
                  </a:lnTo>
                  <a:lnTo>
                    <a:pt x="1064771" y="1258522"/>
                  </a:lnTo>
                  <a:lnTo>
                    <a:pt x="1064769" y="1258535"/>
                  </a:lnTo>
                  <a:lnTo>
                    <a:pt x="1064766" y="1258550"/>
                  </a:lnTo>
                  <a:lnTo>
                    <a:pt x="1064762" y="1258563"/>
                  </a:lnTo>
                  <a:lnTo>
                    <a:pt x="1064758" y="1258577"/>
                  </a:lnTo>
                  <a:lnTo>
                    <a:pt x="1064752" y="1258589"/>
                  </a:lnTo>
                  <a:lnTo>
                    <a:pt x="1064745" y="1258597"/>
                  </a:lnTo>
                  <a:lnTo>
                    <a:pt x="1064735" y="1258606"/>
                  </a:lnTo>
                  <a:lnTo>
                    <a:pt x="1064728" y="1258617"/>
                  </a:lnTo>
                  <a:lnTo>
                    <a:pt x="1064724" y="1258628"/>
                  </a:lnTo>
                  <a:lnTo>
                    <a:pt x="1064724" y="1258637"/>
                  </a:lnTo>
                  <a:lnTo>
                    <a:pt x="1064722" y="1258649"/>
                  </a:lnTo>
                  <a:lnTo>
                    <a:pt x="1064718" y="1258666"/>
                  </a:lnTo>
                  <a:lnTo>
                    <a:pt x="1064705" y="1258682"/>
                  </a:lnTo>
                  <a:lnTo>
                    <a:pt x="1064691" y="1258698"/>
                  </a:lnTo>
                  <a:lnTo>
                    <a:pt x="1064687" y="1258706"/>
                  </a:lnTo>
                  <a:lnTo>
                    <a:pt x="1064682" y="1258720"/>
                  </a:lnTo>
                  <a:lnTo>
                    <a:pt x="1064669" y="1258740"/>
                  </a:lnTo>
                  <a:lnTo>
                    <a:pt x="1064658" y="1258762"/>
                  </a:lnTo>
                  <a:lnTo>
                    <a:pt x="1064653" y="1258772"/>
                  </a:lnTo>
                  <a:lnTo>
                    <a:pt x="1064641" y="1258793"/>
                  </a:lnTo>
                  <a:lnTo>
                    <a:pt x="1064638" y="1258800"/>
                  </a:lnTo>
                  <a:lnTo>
                    <a:pt x="1064629" y="1258810"/>
                  </a:lnTo>
                  <a:lnTo>
                    <a:pt x="1064616" y="1258825"/>
                  </a:lnTo>
                  <a:lnTo>
                    <a:pt x="1064613" y="1258830"/>
                  </a:lnTo>
                  <a:lnTo>
                    <a:pt x="1064612" y="1258837"/>
                  </a:lnTo>
                  <a:lnTo>
                    <a:pt x="1064613" y="1258846"/>
                  </a:lnTo>
                  <a:lnTo>
                    <a:pt x="1064613" y="1258860"/>
                  </a:lnTo>
                  <a:lnTo>
                    <a:pt x="1064616" y="1258876"/>
                  </a:lnTo>
                  <a:lnTo>
                    <a:pt x="1064617" y="1258894"/>
                  </a:lnTo>
                  <a:lnTo>
                    <a:pt x="1064616" y="1258909"/>
                  </a:lnTo>
                  <a:lnTo>
                    <a:pt x="1064616" y="1258924"/>
                  </a:lnTo>
                  <a:lnTo>
                    <a:pt x="1064618" y="1258942"/>
                  </a:lnTo>
                  <a:lnTo>
                    <a:pt x="1064617" y="1258963"/>
                  </a:lnTo>
                  <a:lnTo>
                    <a:pt x="1064618" y="1258972"/>
                  </a:lnTo>
                  <a:lnTo>
                    <a:pt x="1064620" y="1258980"/>
                  </a:lnTo>
                  <a:lnTo>
                    <a:pt x="1064629" y="1258987"/>
                  </a:lnTo>
                  <a:lnTo>
                    <a:pt x="1064638" y="1258993"/>
                  </a:lnTo>
                  <a:lnTo>
                    <a:pt x="1064655" y="1259005"/>
                  </a:lnTo>
                  <a:lnTo>
                    <a:pt x="1064661" y="1259008"/>
                  </a:lnTo>
                  <a:lnTo>
                    <a:pt x="1064666" y="1259021"/>
                  </a:lnTo>
                  <a:lnTo>
                    <a:pt x="1064670" y="1259030"/>
                  </a:lnTo>
                  <a:lnTo>
                    <a:pt x="1064672" y="1259038"/>
                  </a:lnTo>
                  <a:lnTo>
                    <a:pt x="1064676" y="1259054"/>
                  </a:lnTo>
                  <a:lnTo>
                    <a:pt x="1064682" y="1259071"/>
                  </a:lnTo>
                  <a:lnTo>
                    <a:pt x="1064686" y="1259082"/>
                  </a:lnTo>
                  <a:lnTo>
                    <a:pt x="1064690" y="1259087"/>
                  </a:lnTo>
                  <a:lnTo>
                    <a:pt x="1064695" y="1259095"/>
                  </a:lnTo>
                  <a:lnTo>
                    <a:pt x="1064698" y="1259105"/>
                  </a:lnTo>
                  <a:lnTo>
                    <a:pt x="1064710" y="1259133"/>
                  </a:lnTo>
                  <a:lnTo>
                    <a:pt x="1064723" y="1259149"/>
                  </a:lnTo>
                  <a:lnTo>
                    <a:pt x="1064736" y="1259164"/>
                  </a:lnTo>
                  <a:lnTo>
                    <a:pt x="1064740" y="1259171"/>
                  </a:lnTo>
                  <a:lnTo>
                    <a:pt x="1064742" y="1259177"/>
                  </a:lnTo>
                  <a:lnTo>
                    <a:pt x="1064741" y="1259183"/>
                  </a:lnTo>
                  <a:lnTo>
                    <a:pt x="1064740" y="1259200"/>
                  </a:lnTo>
                  <a:lnTo>
                    <a:pt x="1064740" y="1259216"/>
                  </a:lnTo>
                  <a:lnTo>
                    <a:pt x="1064745" y="1259233"/>
                  </a:lnTo>
                  <a:lnTo>
                    <a:pt x="1064749" y="1259250"/>
                  </a:lnTo>
                  <a:lnTo>
                    <a:pt x="1064752" y="1259266"/>
                  </a:lnTo>
                  <a:lnTo>
                    <a:pt x="1064758" y="1259285"/>
                  </a:lnTo>
                  <a:lnTo>
                    <a:pt x="1064763" y="1259301"/>
                  </a:lnTo>
                  <a:lnTo>
                    <a:pt x="1064771" y="1259312"/>
                  </a:lnTo>
                  <a:lnTo>
                    <a:pt x="1064777" y="1259322"/>
                  </a:lnTo>
                  <a:lnTo>
                    <a:pt x="1064783" y="1259331"/>
                  </a:lnTo>
                  <a:lnTo>
                    <a:pt x="1064789" y="1259344"/>
                  </a:lnTo>
                  <a:lnTo>
                    <a:pt x="1064788" y="1259362"/>
                  </a:lnTo>
                  <a:lnTo>
                    <a:pt x="1064787" y="1259371"/>
                  </a:lnTo>
                  <a:lnTo>
                    <a:pt x="1064785" y="1259383"/>
                  </a:lnTo>
                  <a:lnTo>
                    <a:pt x="1064784" y="1259392"/>
                  </a:lnTo>
                  <a:lnTo>
                    <a:pt x="1064781" y="1259402"/>
                  </a:lnTo>
                  <a:lnTo>
                    <a:pt x="1064779" y="1259418"/>
                  </a:lnTo>
                  <a:lnTo>
                    <a:pt x="1064777" y="1259435"/>
                  </a:lnTo>
                  <a:lnTo>
                    <a:pt x="1064776" y="1259452"/>
                  </a:lnTo>
                  <a:lnTo>
                    <a:pt x="1064778" y="1259468"/>
                  </a:lnTo>
                  <a:lnTo>
                    <a:pt x="1064779" y="1259485"/>
                  </a:lnTo>
                  <a:lnTo>
                    <a:pt x="1064779" y="1259502"/>
                  </a:lnTo>
                  <a:lnTo>
                    <a:pt x="1064780" y="1259518"/>
                  </a:lnTo>
                  <a:lnTo>
                    <a:pt x="1064782" y="1259535"/>
                  </a:lnTo>
                  <a:lnTo>
                    <a:pt x="1064784" y="1259552"/>
                  </a:lnTo>
                  <a:lnTo>
                    <a:pt x="1064785" y="1259568"/>
                  </a:lnTo>
                  <a:lnTo>
                    <a:pt x="1064786" y="1259585"/>
                  </a:lnTo>
                  <a:lnTo>
                    <a:pt x="1064786" y="1259602"/>
                  </a:lnTo>
                  <a:lnTo>
                    <a:pt x="1064787" y="1259618"/>
                  </a:lnTo>
                  <a:lnTo>
                    <a:pt x="1064788" y="1259635"/>
                  </a:lnTo>
                  <a:lnTo>
                    <a:pt x="1064788" y="1259651"/>
                  </a:lnTo>
                  <a:lnTo>
                    <a:pt x="1064789" y="1259682"/>
                  </a:lnTo>
                  <a:lnTo>
                    <a:pt x="1064792" y="1259695"/>
                  </a:lnTo>
                  <a:lnTo>
                    <a:pt x="1064793" y="1259702"/>
                  </a:lnTo>
                  <a:lnTo>
                    <a:pt x="1064794" y="1259713"/>
                  </a:lnTo>
                  <a:lnTo>
                    <a:pt x="1064795" y="1259731"/>
                  </a:lnTo>
                  <a:lnTo>
                    <a:pt x="1064798" y="1259749"/>
                  </a:lnTo>
                  <a:lnTo>
                    <a:pt x="1064800" y="1259781"/>
                  </a:lnTo>
                  <a:lnTo>
                    <a:pt x="1064804" y="1259801"/>
                  </a:lnTo>
                  <a:lnTo>
                    <a:pt x="1064807" y="1259820"/>
                  </a:lnTo>
                  <a:lnTo>
                    <a:pt x="1064808" y="1259835"/>
                  </a:lnTo>
                  <a:lnTo>
                    <a:pt x="1064811" y="1259851"/>
                  </a:lnTo>
                  <a:lnTo>
                    <a:pt x="1064812" y="1259861"/>
                  </a:lnTo>
                  <a:lnTo>
                    <a:pt x="1064814" y="1259878"/>
                  </a:lnTo>
                  <a:lnTo>
                    <a:pt x="1064816" y="1259895"/>
                  </a:lnTo>
                  <a:lnTo>
                    <a:pt x="1064817" y="1259902"/>
                  </a:lnTo>
                  <a:lnTo>
                    <a:pt x="1064817" y="1259911"/>
                  </a:lnTo>
                  <a:lnTo>
                    <a:pt x="1064820" y="1259935"/>
                  </a:lnTo>
                  <a:lnTo>
                    <a:pt x="1064821" y="1259968"/>
                  </a:lnTo>
                  <a:lnTo>
                    <a:pt x="1064822" y="1259984"/>
                  </a:lnTo>
                  <a:lnTo>
                    <a:pt x="1064825" y="1260000"/>
                  </a:lnTo>
                  <a:lnTo>
                    <a:pt x="1064826" y="1260007"/>
                  </a:lnTo>
                  <a:lnTo>
                    <a:pt x="1064827" y="1260021"/>
                  </a:lnTo>
                  <a:lnTo>
                    <a:pt x="1064829" y="1260026"/>
                  </a:lnTo>
                  <a:lnTo>
                    <a:pt x="1064834" y="1260039"/>
                  </a:lnTo>
                  <a:lnTo>
                    <a:pt x="1064834" y="1260054"/>
                  </a:lnTo>
                  <a:lnTo>
                    <a:pt x="1064829" y="1260067"/>
                  </a:lnTo>
                  <a:lnTo>
                    <a:pt x="1064827" y="1260075"/>
                  </a:lnTo>
                  <a:lnTo>
                    <a:pt x="1064824" y="1260084"/>
                  </a:lnTo>
                  <a:lnTo>
                    <a:pt x="1064821" y="1260095"/>
                  </a:lnTo>
                  <a:lnTo>
                    <a:pt x="1064820" y="1260102"/>
                  </a:lnTo>
                  <a:lnTo>
                    <a:pt x="1064817" y="1260114"/>
                  </a:lnTo>
                  <a:lnTo>
                    <a:pt x="1064815" y="1260124"/>
                  </a:lnTo>
                  <a:lnTo>
                    <a:pt x="1064809" y="1260141"/>
                  </a:lnTo>
                  <a:lnTo>
                    <a:pt x="1064802" y="1260161"/>
                  </a:lnTo>
                  <a:lnTo>
                    <a:pt x="1064797" y="1260175"/>
                  </a:lnTo>
                  <a:lnTo>
                    <a:pt x="1064791" y="1260183"/>
                  </a:lnTo>
                  <a:lnTo>
                    <a:pt x="1064783" y="1260194"/>
                  </a:lnTo>
                  <a:lnTo>
                    <a:pt x="1064774" y="1260209"/>
                  </a:lnTo>
                  <a:lnTo>
                    <a:pt x="1064762" y="1260226"/>
                  </a:lnTo>
                  <a:lnTo>
                    <a:pt x="1064754" y="1260243"/>
                  </a:lnTo>
                  <a:lnTo>
                    <a:pt x="1064736" y="1260297"/>
                  </a:lnTo>
                  <a:lnTo>
                    <a:pt x="1064733" y="1260311"/>
                  </a:lnTo>
                  <a:lnTo>
                    <a:pt x="1064731" y="1260322"/>
                  </a:lnTo>
                  <a:lnTo>
                    <a:pt x="1064734" y="1260342"/>
                  </a:lnTo>
                  <a:lnTo>
                    <a:pt x="1064740" y="1260359"/>
                  </a:lnTo>
                  <a:lnTo>
                    <a:pt x="1064745" y="1260370"/>
                  </a:lnTo>
                  <a:lnTo>
                    <a:pt x="1064748" y="1260375"/>
                  </a:lnTo>
                  <a:lnTo>
                    <a:pt x="1064750" y="1260384"/>
                  </a:lnTo>
                  <a:lnTo>
                    <a:pt x="1064746" y="1260400"/>
                  </a:lnTo>
                  <a:lnTo>
                    <a:pt x="1064742" y="1260426"/>
                  </a:lnTo>
                  <a:lnTo>
                    <a:pt x="1064740" y="1260447"/>
                  </a:lnTo>
                  <a:lnTo>
                    <a:pt x="1064742" y="1260472"/>
                  </a:lnTo>
                  <a:lnTo>
                    <a:pt x="1064746" y="1260489"/>
                  </a:lnTo>
                  <a:lnTo>
                    <a:pt x="1064749" y="1260501"/>
                  </a:lnTo>
                  <a:lnTo>
                    <a:pt x="1064749" y="1260506"/>
                  </a:lnTo>
                  <a:lnTo>
                    <a:pt x="1064747" y="1260511"/>
                  </a:lnTo>
                  <a:lnTo>
                    <a:pt x="1064741" y="1260523"/>
                  </a:lnTo>
                  <a:lnTo>
                    <a:pt x="1064725" y="1260540"/>
                  </a:lnTo>
                  <a:lnTo>
                    <a:pt x="1064711" y="1260557"/>
                  </a:lnTo>
                  <a:lnTo>
                    <a:pt x="1064708" y="1260563"/>
                  </a:lnTo>
                  <a:lnTo>
                    <a:pt x="1064699" y="1260575"/>
                  </a:lnTo>
                  <a:lnTo>
                    <a:pt x="1064693" y="1260595"/>
                  </a:lnTo>
                  <a:lnTo>
                    <a:pt x="1064692" y="1260609"/>
                  </a:lnTo>
                  <a:lnTo>
                    <a:pt x="1064691" y="1260627"/>
                  </a:lnTo>
                  <a:lnTo>
                    <a:pt x="1064690" y="1260640"/>
                  </a:lnTo>
                  <a:lnTo>
                    <a:pt x="1064691" y="1260657"/>
                  </a:lnTo>
                  <a:lnTo>
                    <a:pt x="1064688" y="1260665"/>
                  </a:lnTo>
                  <a:lnTo>
                    <a:pt x="1064677" y="1260687"/>
                  </a:lnTo>
                  <a:lnTo>
                    <a:pt x="1064673" y="1260703"/>
                  </a:lnTo>
                  <a:lnTo>
                    <a:pt x="1064671" y="1260729"/>
                  </a:lnTo>
                  <a:lnTo>
                    <a:pt x="1064670" y="1260739"/>
                  </a:lnTo>
                  <a:lnTo>
                    <a:pt x="1064665" y="1260758"/>
                  </a:lnTo>
                  <a:lnTo>
                    <a:pt x="1064661" y="1260777"/>
                  </a:lnTo>
                  <a:lnTo>
                    <a:pt x="1064657" y="1260795"/>
                  </a:lnTo>
                  <a:lnTo>
                    <a:pt x="1064657" y="1260806"/>
                  </a:lnTo>
                  <a:lnTo>
                    <a:pt x="1064659" y="1260815"/>
                  </a:lnTo>
                  <a:lnTo>
                    <a:pt x="1064658" y="1260830"/>
                  </a:lnTo>
                  <a:lnTo>
                    <a:pt x="1064654" y="1260844"/>
                  </a:lnTo>
                  <a:lnTo>
                    <a:pt x="1064651" y="1260865"/>
                  </a:lnTo>
                  <a:lnTo>
                    <a:pt x="1064647" y="1260881"/>
                  </a:lnTo>
                  <a:lnTo>
                    <a:pt x="1064645" y="1260891"/>
                  </a:lnTo>
                  <a:lnTo>
                    <a:pt x="1064637" y="1260906"/>
                  </a:lnTo>
                  <a:lnTo>
                    <a:pt x="1064630" y="1260922"/>
                  </a:lnTo>
                  <a:lnTo>
                    <a:pt x="1064624" y="1260934"/>
                  </a:lnTo>
                  <a:lnTo>
                    <a:pt x="1064616" y="1260949"/>
                  </a:lnTo>
                  <a:lnTo>
                    <a:pt x="1064604" y="1260976"/>
                  </a:lnTo>
                  <a:lnTo>
                    <a:pt x="1064596" y="1260984"/>
                  </a:lnTo>
                  <a:lnTo>
                    <a:pt x="1064584" y="1260994"/>
                  </a:lnTo>
                  <a:lnTo>
                    <a:pt x="1064570" y="1261002"/>
                  </a:lnTo>
                  <a:lnTo>
                    <a:pt x="1064567" y="1261005"/>
                  </a:lnTo>
                  <a:lnTo>
                    <a:pt x="1064552" y="1261011"/>
                  </a:lnTo>
                  <a:lnTo>
                    <a:pt x="1064538" y="1261018"/>
                  </a:lnTo>
                  <a:lnTo>
                    <a:pt x="1064527" y="1261025"/>
                  </a:lnTo>
                  <a:lnTo>
                    <a:pt x="1064504" y="1261040"/>
                  </a:lnTo>
                  <a:lnTo>
                    <a:pt x="1064484" y="1261044"/>
                  </a:lnTo>
                  <a:lnTo>
                    <a:pt x="1064466" y="1261051"/>
                  </a:lnTo>
                  <a:lnTo>
                    <a:pt x="1064461" y="1261054"/>
                  </a:lnTo>
                  <a:lnTo>
                    <a:pt x="1064445" y="1261060"/>
                  </a:lnTo>
                  <a:lnTo>
                    <a:pt x="1064427" y="1261069"/>
                  </a:lnTo>
                  <a:lnTo>
                    <a:pt x="1064412" y="1261077"/>
                  </a:lnTo>
                  <a:lnTo>
                    <a:pt x="1064374" y="1261090"/>
                  </a:lnTo>
                  <a:lnTo>
                    <a:pt x="1064360" y="1261097"/>
                  </a:lnTo>
                  <a:lnTo>
                    <a:pt x="1064346" y="1261102"/>
                  </a:lnTo>
                  <a:lnTo>
                    <a:pt x="1064329" y="1261100"/>
                  </a:lnTo>
                  <a:lnTo>
                    <a:pt x="1064313" y="1261097"/>
                  </a:lnTo>
                  <a:lnTo>
                    <a:pt x="1064296" y="1261092"/>
                  </a:lnTo>
                  <a:lnTo>
                    <a:pt x="1064280" y="1261085"/>
                  </a:lnTo>
                  <a:lnTo>
                    <a:pt x="1064263" y="1261081"/>
                  </a:lnTo>
                  <a:lnTo>
                    <a:pt x="1064247" y="1261077"/>
                  </a:lnTo>
                  <a:lnTo>
                    <a:pt x="1064230" y="1261070"/>
                  </a:lnTo>
                  <a:lnTo>
                    <a:pt x="1064214" y="1261062"/>
                  </a:lnTo>
                  <a:lnTo>
                    <a:pt x="1064199" y="1261057"/>
                  </a:lnTo>
                  <a:lnTo>
                    <a:pt x="1064194" y="1261053"/>
                  </a:lnTo>
                  <a:lnTo>
                    <a:pt x="1064188" y="1261052"/>
                  </a:lnTo>
                  <a:lnTo>
                    <a:pt x="1064183" y="1261052"/>
                  </a:lnTo>
                  <a:lnTo>
                    <a:pt x="1064176" y="1261054"/>
                  </a:lnTo>
                  <a:lnTo>
                    <a:pt x="1064171" y="1261059"/>
                  </a:lnTo>
                  <a:lnTo>
                    <a:pt x="1064159" y="1261072"/>
                  </a:lnTo>
                  <a:lnTo>
                    <a:pt x="1064154" y="1261076"/>
                  </a:lnTo>
                  <a:lnTo>
                    <a:pt x="1064143" y="1261084"/>
                  </a:lnTo>
                  <a:lnTo>
                    <a:pt x="1064120" y="1261097"/>
                  </a:lnTo>
                  <a:lnTo>
                    <a:pt x="1064103" y="1261103"/>
                  </a:lnTo>
                  <a:lnTo>
                    <a:pt x="1064091" y="1261106"/>
                  </a:lnTo>
                  <a:lnTo>
                    <a:pt x="1064078" y="1261106"/>
                  </a:lnTo>
                  <a:lnTo>
                    <a:pt x="1064055" y="1261109"/>
                  </a:lnTo>
                  <a:lnTo>
                    <a:pt x="1064024" y="1261119"/>
                  </a:lnTo>
                  <a:lnTo>
                    <a:pt x="1063982" y="1261133"/>
                  </a:lnTo>
                  <a:lnTo>
                    <a:pt x="1063963" y="1261137"/>
                  </a:lnTo>
                  <a:lnTo>
                    <a:pt x="1063930" y="1261141"/>
                  </a:lnTo>
                  <a:lnTo>
                    <a:pt x="1063914" y="1261143"/>
                  </a:lnTo>
                  <a:lnTo>
                    <a:pt x="1063898" y="1261144"/>
                  </a:lnTo>
                  <a:lnTo>
                    <a:pt x="1063881" y="1261144"/>
                  </a:lnTo>
                  <a:lnTo>
                    <a:pt x="1063865" y="1261143"/>
                  </a:lnTo>
                  <a:lnTo>
                    <a:pt x="1063852" y="1261144"/>
                  </a:lnTo>
                  <a:lnTo>
                    <a:pt x="1063840" y="1261143"/>
                  </a:lnTo>
                  <a:lnTo>
                    <a:pt x="1063833" y="1261146"/>
                  </a:lnTo>
                  <a:lnTo>
                    <a:pt x="1063818" y="1261158"/>
                  </a:lnTo>
                  <a:lnTo>
                    <a:pt x="1063815" y="1261162"/>
                  </a:lnTo>
                  <a:lnTo>
                    <a:pt x="1063799" y="1261174"/>
                  </a:lnTo>
                  <a:lnTo>
                    <a:pt x="1063784" y="1261187"/>
                  </a:lnTo>
                  <a:lnTo>
                    <a:pt x="1063770" y="1261200"/>
                  </a:lnTo>
                  <a:lnTo>
                    <a:pt x="1063755" y="1261213"/>
                  </a:lnTo>
                  <a:lnTo>
                    <a:pt x="1063742" y="1261230"/>
                  </a:lnTo>
                  <a:lnTo>
                    <a:pt x="1063730" y="1261247"/>
                  </a:lnTo>
                  <a:lnTo>
                    <a:pt x="1063718" y="1261263"/>
                  </a:lnTo>
                  <a:lnTo>
                    <a:pt x="1063703" y="1261277"/>
                  </a:lnTo>
                  <a:lnTo>
                    <a:pt x="1063693" y="1261282"/>
                  </a:lnTo>
                  <a:lnTo>
                    <a:pt x="1063685" y="1261285"/>
                  </a:lnTo>
                  <a:lnTo>
                    <a:pt x="1063677" y="1261288"/>
                  </a:lnTo>
                  <a:lnTo>
                    <a:pt x="1063669" y="1261294"/>
                  </a:lnTo>
                  <a:lnTo>
                    <a:pt x="1063653" y="1261307"/>
                  </a:lnTo>
                  <a:lnTo>
                    <a:pt x="1063638" y="1261321"/>
                  </a:lnTo>
                  <a:lnTo>
                    <a:pt x="1063625" y="1261331"/>
                  </a:lnTo>
                  <a:lnTo>
                    <a:pt x="1063614" y="1261339"/>
                  </a:lnTo>
                  <a:lnTo>
                    <a:pt x="1063603" y="1261348"/>
                  </a:lnTo>
                  <a:lnTo>
                    <a:pt x="1063588" y="1261365"/>
                  </a:lnTo>
                  <a:lnTo>
                    <a:pt x="1063576" y="1261377"/>
                  </a:lnTo>
                  <a:lnTo>
                    <a:pt x="1063566" y="1261381"/>
                  </a:lnTo>
                  <a:lnTo>
                    <a:pt x="1063557" y="1261381"/>
                  </a:lnTo>
                  <a:lnTo>
                    <a:pt x="1063541" y="1261380"/>
                  </a:lnTo>
                  <a:lnTo>
                    <a:pt x="1063526" y="1261384"/>
                  </a:lnTo>
                  <a:lnTo>
                    <a:pt x="1063518" y="1261390"/>
                  </a:lnTo>
                  <a:lnTo>
                    <a:pt x="1063513" y="1261396"/>
                  </a:lnTo>
                  <a:lnTo>
                    <a:pt x="1063511" y="1261400"/>
                  </a:lnTo>
                  <a:lnTo>
                    <a:pt x="1063501" y="1261417"/>
                  </a:lnTo>
                  <a:lnTo>
                    <a:pt x="1063487" y="1261433"/>
                  </a:lnTo>
                  <a:lnTo>
                    <a:pt x="1063474" y="1261450"/>
                  </a:lnTo>
                  <a:lnTo>
                    <a:pt x="1063462" y="1261460"/>
                  </a:lnTo>
                  <a:lnTo>
                    <a:pt x="1063458" y="1261462"/>
                  </a:lnTo>
                  <a:lnTo>
                    <a:pt x="1063442" y="1261463"/>
                  </a:lnTo>
                  <a:lnTo>
                    <a:pt x="1063433" y="1261463"/>
                  </a:lnTo>
                  <a:lnTo>
                    <a:pt x="1063425" y="1261463"/>
                  </a:lnTo>
                  <a:lnTo>
                    <a:pt x="1063415" y="1261464"/>
                  </a:lnTo>
                  <a:lnTo>
                    <a:pt x="1063410" y="1261471"/>
                  </a:lnTo>
                  <a:lnTo>
                    <a:pt x="1063408" y="1261487"/>
                  </a:lnTo>
                  <a:lnTo>
                    <a:pt x="1063409" y="1261501"/>
                  </a:lnTo>
                  <a:lnTo>
                    <a:pt x="1063406" y="1261523"/>
                  </a:lnTo>
                  <a:lnTo>
                    <a:pt x="1063402" y="1261529"/>
                  </a:lnTo>
                  <a:lnTo>
                    <a:pt x="1063393" y="1261538"/>
                  </a:lnTo>
                  <a:lnTo>
                    <a:pt x="1063381" y="1261545"/>
                  </a:lnTo>
                  <a:lnTo>
                    <a:pt x="1063372" y="1261557"/>
                  </a:lnTo>
                  <a:lnTo>
                    <a:pt x="1063370" y="1261569"/>
                  </a:lnTo>
                  <a:lnTo>
                    <a:pt x="1063367" y="1261587"/>
                  </a:lnTo>
                  <a:lnTo>
                    <a:pt x="1063364" y="1261603"/>
                  </a:lnTo>
                  <a:lnTo>
                    <a:pt x="1063364" y="1261607"/>
                  </a:lnTo>
                  <a:lnTo>
                    <a:pt x="1063362" y="1261616"/>
                  </a:lnTo>
                  <a:lnTo>
                    <a:pt x="1063362" y="1261626"/>
                  </a:lnTo>
                  <a:lnTo>
                    <a:pt x="1063364" y="1261633"/>
                  </a:lnTo>
                  <a:lnTo>
                    <a:pt x="1063370" y="1261658"/>
                  </a:lnTo>
                  <a:lnTo>
                    <a:pt x="1063370" y="1261679"/>
                  </a:lnTo>
                  <a:lnTo>
                    <a:pt x="1063366" y="1261696"/>
                  </a:lnTo>
                  <a:lnTo>
                    <a:pt x="1063363" y="1261714"/>
                  </a:lnTo>
                  <a:lnTo>
                    <a:pt x="1063359" y="1261725"/>
                  </a:lnTo>
                  <a:lnTo>
                    <a:pt x="1063350" y="1261737"/>
                  </a:lnTo>
                  <a:lnTo>
                    <a:pt x="1063344" y="1261746"/>
                  </a:lnTo>
                  <a:lnTo>
                    <a:pt x="1063335" y="1261754"/>
                  </a:lnTo>
                  <a:lnTo>
                    <a:pt x="1063328" y="1261762"/>
                  </a:lnTo>
                  <a:lnTo>
                    <a:pt x="1063321" y="1261769"/>
                  </a:lnTo>
                  <a:lnTo>
                    <a:pt x="1063315" y="1261775"/>
                  </a:lnTo>
                  <a:lnTo>
                    <a:pt x="1063311" y="1261779"/>
                  </a:lnTo>
                  <a:lnTo>
                    <a:pt x="1063311" y="1261788"/>
                  </a:lnTo>
                  <a:lnTo>
                    <a:pt x="1063315" y="1261797"/>
                  </a:lnTo>
                  <a:lnTo>
                    <a:pt x="1063319" y="1261807"/>
                  </a:lnTo>
                  <a:lnTo>
                    <a:pt x="1063320" y="1261818"/>
                  </a:lnTo>
                  <a:lnTo>
                    <a:pt x="1063318" y="1261832"/>
                  </a:lnTo>
                  <a:lnTo>
                    <a:pt x="1063308" y="1261852"/>
                  </a:lnTo>
                  <a:lnTo>
                    <a:pt x="1063300" y="1261871"/>
                  </a:lnTo>
                  <a:lnTo>
                    <a:pt x="1063294" y="1261884"/>
                  </a:lnTo>
                  <a:lnTo>
                    <a:pt x="1063285" y="1261902"/>
                  </a:lnTo>
                  <a:lnTo>
                    <a:pt x="1063277" y="1261914"/>
                  </a:lnTo>
                  <a:lnTo>
                    <a:pt x="1063263" y="1261929"/>
                  </a:lnTo>
                  <a:lnTo>
                    <a:pt x="1063241" y="1261948"/>
                  </a:lnTo>
                  <a:lnTo>
                    <a:pt x="1063224" y="1261959"/>
                  </a:lnTo>
                  <a:lnTo>
                    <a:pt x="1063205" y="1261972"/>
                  </a:lnTo>
                  <a:lnTo>
                    <a:pt x="1063188" y="1261982"/>
                  </a:lnTo>
                  <a:lnTo>
                    <a:pt x="1063180" y="1261990"/>
                  </a:lnTo>
                  <a:lnTo>
                    <a:pt x="1063175" y="1261994"/>
                  </a:lnTo>
                  <a:lnTo>
                    <a:pt x="1063165" y="1262004"/>
                  </a:lnTo>
                  <a:lnTo>
                    <a:pt x="1063154" y="1262016"/>
                  </a:lnTo>
                  <a:lnTo>
                    <a:pt x="1063147" y="1262031"/>
                  </a:lnTo>
                  <a:lnTo>
                    <a:pt x="1063142" y="1262050"/>
                  </a:lnTo>
                  <a:lnTo>
                    <a:pt x="1063143" y="1262066"/>
                  </a:lnTo>
                  <a:lnTo>
                    <a:pt x="1063147" y="1262078"/>
                  </a:lnTo>
                  <a:lnTo>
                    <a:pt x="1063150" y="1262089"/>
                  </a:lnTo>
                  <a:lnTo>
                    <a:pt x="1063154" y="1262101"/>
                  </a:lnTo>
                  <a:lnTo>
                    <a:pt x="1063157" y="1262118"/>
                  </a:lnTo>
                  <a:lnTo>
                    <a:pt x="1063160" y="1262134"/>
                  </a:lnTo>
                  <a:lnTo>
                    <a:pt x="1063161" y="1262151"/>
                  </a:lnTo>
                  <a:lnTo>
                    <a:pt x="1063163" y="1262167"/>
                  </a:lnTo>
                  <a:lnTo>
                    <a:pt x="1063163" y="1262182"/>
                  </a:lnTo>
                  <a:lnTo>
                    <a:pt x="1063165" y="1262195"/>
                  </a:lnTo>
                  <a:lnTo>
                    <a:pt x="1063164" y="1262209"/>
                  </a:lnTo>
                  <a:lnTo>
                    <a:pt x="1063162" y="1262222"/>
                  </a:lnTo>
                  <a:lnTo>
                    <a:pt x="1063160" y="1262229"/>
                  </a:lnTo>
                  <a:lnTo>
                    <a:pt x="1063157" y="1262234"/>
                  </a:lnTo>
                  <a:lnTo>
                    <a:pt x="1063153" y="1262237"/>
                  </a:lnTo>
                  <a:lnTo>
                    <a:pt x="1063141" y="1262242"/>
                  </a:lnTo>
                  <a:lnTo>
                    <a:pt x="1063134" y="1262248"/>
                  </a:lnTo>
                  <a:lnTo>
                    <a:pt x="1063124" y="1262257"/>
                  </a:lnTo>
                  <a:lnTo>
                    <a:pt x="1063120" y="1262265"/>
                  </a:lnTo>
                  <a:lnTo>
                    <a:pt x="1063114" y="1262279"/>
                  </a:lnTo>
                  <a:lnTo>
                    <a:pt x="1063112" y="1262292"/>
                  </a:lnTo>
                  <a:lnTo>
                    <a:pt x="1063109" y="1262310"/>
                  </a:lnTo>
                  <a:lnTo>
                    <a:pt x="1063104" y="1262327"/>
                  </a:lnTo>
                  <a:lnTo>
                    <a:pt x="1063095" y="1262361"/>
                  </a:lnTo>
                  <a:lnTo>
                    <a:pt x="1063087" y="1262378"/>
                  </a:lnTo>
                  <a:lnTo>
                    <a:pt x="1063078" y="1262399"/>
                  </a:lnTo>
                  <a:lnTo>
                    <a:pt x="1063069" y="1262417"/>
                  </a:lnTo>
                  <a:lnTo>
                    <a:pt x="1063064" y="1262424"/>
                  </a:lnTo>
                  <a:lnTo>
                    <a:pt x="1063058" y="1262436"/>
                  </a:lnTo>
                  <a:lnTo>
                    <a:pt x="1063049" y="1262450"/>
                  </a:lnTo>
                  <a:lnTo>
                    <a:pt x="1063042" y="1262458"/>
                  </a:lnTo>
                  <a:lnTo>
                    <a:pt x="1063035" y="1262467"/>
                  </a:lnTo>
                  <a:lnTo>
                    <a:pt x="1063022" y="1262483"/>
                  </a:lnTo>
                  <a:lnTo>
                    <a:pt x="1063012" y="1262495"/>
                  </a:lnTo>
                  <a:lnTo>
                    <a:pt x="1062997" y="1262509"/>
                  </a:lnTo>
                  <a:lnTo>
                    <a:pt x="1062987" y="1262517"/>
                  </a:lnTo>
                  <a:lnTo>
                    <a:pt x="1062981" y="1262529"/>
                  </a:lnTo>
                  <a:lnTo>
                    <a:pt x="1062974" y="1262547"/>
                  </a:lnTo>
                  <a:lnTo>
                    <a:pt x="1062969" y="1262563"/>
                  </a:lnTo>
                  <a:lnTo>
                    <a:pt x="1062966" y="1262568"/>
                  </a:lnTo>
                  <a:lnTo>
                    <a:pt x="1062960" y="1262577"/>
                  </a:lnTo>
                  <a:lnTo>
                    <a:pt x="1062948" y="1262588"/>
                  </a:lnTo>
                  <a:lnTo>
                    <a:pt x="1062932" y="1262602"/>
                  </a:lnTo>
                  <a:lnTo>
                    <a:pt x="1062919" y="1262610"/>
                  </a:lnTo>
                  <a:lnTo>
                    <a:pt x="1062909" y="1262615"/>
                  </a:lnTo>
                  <a:lnTo>
                    <a:pt x="1062896" y="1262620"/>
                  </a:lnTo>
                  <a:lnTo>
                    <a:pt x="1062888" y="1262622"/>
                  </a:lnTo>
                  <a:lnTo>
                    <a:pt x="1062869" y="1262624"/>
                  </a:lnTo>
                  <a:lnTo>
                    <a:pt x="1062859" y="1262627"/>
                  </a:lnTo>
                  <a:lnTo>
                    <a:pt x="1062837" y="1262631"/>
                  </a:lnTo>
                  <a:lnTo>
                    <a:pt x="1062820" y="1262637"/>
                  </a:lnTo>
                  <a:lnTo>
                    <a:pt x="1062809" y="1262639"/>
                  </a:lnTo>
                  <a:lnTo>
                    <a:pt x="1062800" y="1262642"/>
                  </a:lnTo>
                  <a:lnTo>
                    <a:pt x="1062792" y="1262645"/>
                  </a:lnTo>
                  <a:lnTo>
                    <a:pt x="1062774" y="1262654"/>
                  </a:lnTo>
                  <a:lnTo>
                    <a:pt x="1062756" y="1262669"/>
                  </a:lnTo>
                  <a:lnTo>
                    <a:pt x="1062741" y="1262680"/>
                  </a:lnTo>
                  <a:lnTo>
                    <a:pt x="1062728" y="1262693"/>
                  </a:lnTo>
                  <a:lnTo>
                    <a:pt x="1062714" y="1262707"/>
                  </a:lnTo>
                  <a:lnTo>
                    <a:pt x="1062700" y="1262717"/>
                  </a:lnTo>
                  <a:lnTo>
                    <a:pt x="1062693" y="1262723"/>
                  </a:lnTo>
                  <a:lnTo>
                    <a:pt x="1062689" y="1262726"/>
                  </a:lnTo>
                  <a:lnTo>
                    <a:pt x="1062681" y="1262727"/>
                  </a:lnTo>
                  <a:lnTo>
                    <a:pt x="1062676" y="1262727"/>
                  </a:lnTo>
                  <a:lnTo>
                    <a:pt x="1062670" y="1262732"/>
                  </a:lnTo>
                  <a:lnTo>
                    <a:pt x="1062659" y="1262748"/>
                  </a:lnTo>
                  <a:lnTo>
                    <a:pt x="1062653" y="1262761"/>
                  </a:lnTo>
                  <a:lnTo>
                    <a:pt x="1062649" y="1262771"/>
                  </a:lnTo>
                  <a:lnTo>
                    <a:pt x="1062646" y="1262790"/>
                  </a:lnTo>
                  <a:lnTo>
                    <a:pt x="1062641" y="1262795"/>
                  </a:lnTo>
                  <a:lnTo>
                    <a:pt x="1062635" y="1262799"/>
                  </a:lnTo>
                  <a:lnTo>
                    <a:pt x="1062614" y="1262808"/>
                  </a:lnTo>
                  <a:lnTo>
                    <a:pt x="1062597" y="1262818"/>
                  </a:lnTo>
                  <a:lnTo>
                    <a:pt x="1062569" y="1262831"/>
                  </a:lnTo>
                  <a:lnTo>
                    <a:pt x="1062531" y="1262848"/>
                  </a:lnTo>
                  <a:lnTo>
                    <a:pt x="1062503" y="1262863"/>
                  </a:lnTo>
                  <a:lnTo>
                    <a:pt x="1062475" y="1262873"/>
                  </a:lnTo>
                  <a:lnTo>
                    <a:pt x="1062465" y="1262881"/>
                  </a:lnTo>
                  <a:lnTo>
                    <a:pt x="1062455" y="1262888"/>
                  </a:lnTo>
                  <a:lnTo>
                    <a:pt x="1062440" y="1262903"/>
                  </a:lnTo>
                  <a:lnTo>
                    <a:pt x="1062429" y="1262918"/>
                  </a:lnTo>
                  <a:lnTo>
                    <a:pt x="1062423" y="1262929"/>
                  </a:lnTo>
                  <a:lnTo>
                    <a:pt x="1062410" y="1262945"/>
                  </a:lnTo>
                  <a:lnTo>
                    <a:pt x="1062399" y="1262960"/>
                  </a:lnTo>
                  <a:lnTo>
                    <a:pt x="1062383" y="1262978"/>
                  </a:lnTo>
                  <a:lnTo>
                    <a:pt x="1062369" y="1262994"/>
                  </a:lnTo>
                  <a:lnTo>
                    <a:pt x="1062360" y="1263004"/>
                  </a:lnTo>
                  <a:lnTo>
                    <a:pt x="1062354" y="1263013"/>
                  </a:lnTo>
                  <a:lnTo>
                    <a:pt x="1062342" y="1263011"/>
                  </a:lnTo>
                  <a:lnTo>
                    <a:pt x="1062313" y="1263005"/>
                  </a:lnTo>
                  <a:lnTo>
                    <a:pt x="1062255" y="1262991"/>
                  </a:lnTo>
                  <a:lnTo>
                    <a:pt x="1062234" y="1262991"/>
                  </a:lnTo>
                  <a:lnTo>
                    <a:pt x="1062222" y="1262990"/>
                  </a:lnTo>
                  <a:lnTo>
                    <a:pt x="1062209" y="1262989"/>
                  </a:lnTo>
                  <a:lnTo>
                    <a:pt x="1062194" y="1262988"/>
                  </a:lnTo>
                  <a:lnTo>
                    <a:pt x="1062182" y="1262988"/>
                  </a:lnTo>
                  <a:lnTo>
                    <a:pt x="1062161" y="1262989"/>
                  </a:lnTo>
                  <a:lnTo>
                    <a:pt x="1062142" y="1262991"/>
                  </a:lnTo>
                  <a:lnTo>
                    <a:pt x="1062137" y="1262996"/>
                  </a:lnTo>
                  <a:lnTo>
                    <a:pt x="1062127" y="1263003"/>
                  </a:lnTo>
                  <a:lnTo>
                    <a:pt x="1062109" y="1263011"/>
                  </a:lnTo>
                  <a:lnTo>
                    <a:pt x="1062094" y="1263013"/>
                  </a:lnTo>
                  <a:lnTo>
                    <a:pt x="1062082" y="1263013"/>
                  </a:lnTo>
                  <a:lnTo>
                    <a:pt x="1062071" y="1263013"/>
                  </a:lnTo>
                  <a:lnTo>
                    <a:pt x="1062050" y="1263012"/>
                  </a:lnTo>
                  <a:lnTo>
                    <a:pt x="1062036" y="1263009"/>
                  </a:lnTo>
                  <a:lnTo>
                    <a:pt x="1062020" y="1263006"/>
                  </a:lnTo>
                  <a:lnTo>
                    <a:pt x="1062003" y="1263002"/>
                  </a:lnTo>
                  <a:lnTo>
                    <a:pt x="1061988" y="1262991"/>
                  </a:lnTo>
                  <a:lnTo>
                    <a:pt x="1061979" y="1262988"/>
                  </a:lnTo>
                  <a:lnTo>
                    <a:pt x="1061970" y="1262984"/>
                  </a:lnTo>
                  <a:lnTo>
                    <a:pt x="1061962" y="1262984"/>
                  </a:lnTo>
                  <a:lnTo>
                    <a:pt x="1061951" y="1262985"/>
                  </a:lnTo>
                  <a:lnTo>
                    <a:pt x="1061938" y="1262984"/>
                  </a:lnTo>
                  <a:lnTo>
                    <a:pt x="1061929" y="1262984"/>
                  </a:lnTo>
                  <a:lnTo>
                    <a:pt x="1061921" y="1262982"/>
                  </a:lnTo>
                  <a:lnTo>
                    <a:pt x="1061905" y="1262976"/>
                  </a:lnTo>
                  <a:lnTo>
                    <a:pt x="1061899" y="1262973"/>
                  </a:lnTo>
                  <a:lnTo>
                    <a:pt x="1061888" y="1262968"/>
                  </a:lnTo>
                  <a:lnTo>
                    <a:pt x="1061872" y="1262958"/>
                  </a:lnTo>
                  <a:lnTo>
                    <a:pt x="1061857" y="1262942"/>
                  </a:lnTo>
                  <a:lnTo>
                    <a:pt x="1061845" y="1262925"/>
                  </a:lnTo>
                  <a:lnTo>
                    <a:pt x="1061840" y="1262917"/>
                  </a:lnTo>
                  <a:lnTo>
                    <a:pt x="1061837" y="1262909"/>
                  </a:lnTo>
                  <a:lnTo>
                    <a:pt x="1061825" y="1262892"/>
                  </a:lnTo>
                  <a:lnTo>
                    <a:pt x="1061820" y="1262884"/>
                  </a:lnTo>
                  <a:lnTo>
                    <a:pt x="1061811" y="1262876"/>
                  </a:lnTo>
                  <a:lnTo>
                    <a:pt x="1061794" y="1262862"/>
                  </a:lnTo>
                  <a:lnTo>
                    <a:pt x="1061778" y="1262853"/>
                  </a:lnTo>
                  <a:lnTo>
                    <a:pt x="1061761" y="1262841"/>
                  </a:lnTo>
                  <a:lnTo>
                    <a:pt x="1061745" y="1262828"/>
                  </a:lnTo>
                  <a:lnTo>
                    <a:pt x="1061728" y="1262814"/>
                  </a:lnTo>
                  <a:lnTo>
                    <a:pt x="1061696" y="1262786"/>
                  </a:lnTo>
                  <a:lnTo>
                    <a:pt x="1061683" y="1262780"/>
                  </a:lnTo>
                  <a:lnTo>
                    <a:pt x="1061678" y="1262778"/>
                  </a:lnTo>
                  <a:lnTo>
                    <a:pt x="1061673" y="1262778"/>
                  </a:lnTo>
                  <a:lnTo>
                    <a:pt x="1061663" y="1262781"/>
                  </a:lnTo>
                  <a:lnTo>
                    <a:pt x="1061647" y="1262788"/>
                  </a:lnTo>
                  <a:lnTo>
                    <a:pt x="1061631" y="1262793"/>
                  </a:lnTo>
                  <a:lnTo>
                    <a:pt x="1061614" y="1262799"/>
                  </a:lnTo>
                  <a:lnTo>
                    <a:pt x="1061607" y="1262801"/>
                  </a:lnTo>
                  <a:lnTo>
                    <a:pt x="1061598" y="1262801"/>
                  </a:lnTo>
                  <a:lnTo>
                    <a:pt x="1061590" y="1262799"/>
                  </a:lnTo>
                  <a:lnTo>
                    <a:pt x="1061581" y="1262795"/>
                  </a:lnTo>
                  <a:lnTo>
                    <a:pt x="1061564" y="1262787"/>
                  </a:lnTo>
                  <a:lnTo>
                    <a:pt x="1061548" y="1262777"/>
                  </a:lnTo>
                  <a:lnTo>
                    <a:pt x="1061532" y="1262767"/>
                  </a:lnTo>
                  <a:lnTo>
                    <a:pt x="1061515" y="1262757"/>
                  </a:lnTo>
                  <a:lnTo>
                    <a:pt x="1061499" y="1262748"/>
                  </a:lnTo>
                  <a:lnTo>
                    <a:pt x="1061482" y="1262741"/>
                  </a:lnTo>
                  <a:lnTo>
                    <a:pt x="1061467" y="1262734"/>
                  </a:lnTo>
                  <a:lnTo>
                    <a:pt x="1061452" y="1262730"/>
                  </a:lnTo>
                  <a:lnTo>
                    <a:pt x="1061445" y="1262726"/>
                  </a:lnTo>
                  <a:lnTo>
                    <a:pt x="1061430" y="1262721"/>
                  </a:lnTo>
                  <a:lnTo>
                    <a:pt x="1061407" y="1262715"/>
                  </a:lnTo>
                  <a:lnTo>
                    <a:pt x="1061385" y="1262709"/>
                  </a:lnTo>
                  <a:lnTo>
                    <a:pt x="1061366" y="1262703"/>
                  </a:lnTo>
                  <a:lnTo>
                    <a:pt x="1061345" y="1262698"/>
                  </a:lnTo>
                  <a:lnTo>
                    <a:pt x="1061335" y="1262698"/>
                  </a:lnTo>
                  <a:lnTo>
                    <a:pt x="1061326" y="1262700"/>
                  </a:lnTo>
                  <a:lnTo>
                    <a:pt x="1061315" y="1262701"/>
                  </a:lnTo>
                  <a:lnTo>
                    <a:pt x="1061309" y="1262702"/>
                  </a:lnTo>
                  <a:lnTo>
                    <a:pt x="1061291" y="1262709"/>
                  </a:lnTo>
                  <a:lnTo>
                    <a:pt x="1061276" y="1262715"/>
                  </a:lnTo>
                  <a:lnTo>
                    <a:pt x="1061258" y="1262721"/>
                  </a:lnTo>
                  <a:lnTo>
                    <a:pt x="1061252" y="1262723"/>
                  </a:lnTo>
                  <a:lnTo>
                    <a:pt x="1061223" y="1262721"/>
                  </a:lnTo>
                  <a:lnTo>
                    <a:pt x="1061204" y="1262723"/>
                  </a:lnTo>
                  <a:lnTo>
                    <a:pt x="1061189" y="1262727"/>
                  </a:lnTo>
                  <a:lnTo>
                    <a:pt x="1061170" y="1262733"/>
                  </a:lnTo>
                  <a:lnTo>
                    <a:pt x="1061162" y="1262734"/>
                  </a:lnTo>
                  <a:lnTo>
                    <a:pt x="1061157" y="1262738"/>
                  </a:lnTo>
                  <a:lnTo>
                    <a:pt x="1061146" y="1262745"/>
                  </a:lnTo>
                  <a:lnTo>
                    <a:pt x="1061122" y="1262762"/>
                  </a:lnTo>
                  <a:lnTo>
                    <a:pt x="1061101" y="1262778"/>
                  </a:lnTo>
                  <a:lnTo>
                    <a:pt x="1061084" y="1262790"/>
                  </a:lnTo>
                  <a:lnTo>
                    <a:pt x="1061077" y="1262796"/>
                  </a:lnTo>
                  <a:lnTo>
                    <a:pt x="1061071" y="1262799"/>
                  </a:lnTo>
                  <a:lnTo>
                    <a:pt x="1061064" y="1262804"/>
                  </a:lnTo>
                  <a:lnTo>
                    <a:pt x="1061055" y="1262812"/>
                  </a:lnTo>
                  <a:lnTo>
                    <a:pt x="1061048" y="1262821"/>
                  </a:lnTo>
                  <a:lnTo>
                    <a:pt x="1061040" y="1262833"/>
                  </a:lnTo>
                  <a:lnTo>
                    <a:pt x="1061030" y="1262850"/>
                  </a:lnTo>
                  <a:lnTo>
                    <a:pt x="1061019" y="1262869"/>
                  </a:lnTo>
                  <a:lnTo>
                    <a:pt x="1061007" y="1262876"/>
                  </a:lnTo>
                  <a:lnTo>
                    <a:pt x="1061000" y="1262877"/>
                  </a:lnTo>
                  <a:lnTo>
                    <a:pt x="1060996" y="1262878"/>
                  </a:lnTo>
                  <a:lnTo>
                    <a:pt x="1060984" y="1262879"/>
                  </a:lnTo>
                  <a:lnTo>
                    <a:pt x="1060969" y="1262880"/>
                  </a:lnTo>
                  <a:lnTo>
                    <a:pt x="1060956" y="1262880"/>
                  </a:lnTo>
                  <a:lnTo>
                    <a:pt x="1060939" y="1262887"/>
                  </a:lnTo>
                  <a:lnTo>
                    <a:pt x="1060927" y="1262893"/>
                  </a:lnTo>
                  <a:lnTo>
                    <a:pt x="1060911" y="1262901"/>
                  </a:lnTo>
                  <a:lnTo>
                    <a:pt x="1060904" y="1262906"/>
                  </a:lnTo>
                  <a:lnTo>
                    <a:pt x="1060891" y="1262908"/>
                  </a:lnTo>
                  <a:lnTo>
                    <a:pt x="1060873" y="1262911"/>
                  </a:lnTo>
                  <a:lnTo>
                    <a:pt x="1060858" y="1262916"/>
                  </a:lnTo>
                  <a:lnTo>
                    <a:pt x="1060834" y="1262919"/>
                  </a:lnTo>
                  <a:lnTo>
                    <a:pt x="1060823" y="1262922"/>
                  </a:lnTo>
                  <a:lnTo>
                    <a:pt x="1060816" y="1262922"/>
                  </a:lnTo>
                  <a:lnTo>
                    <a:pt x="1060794" y="1262923"/>
                  </a:lnTo>
                  <a:lnTo>
                    <a:pt x="1060771" y="1262923"/>
                  </a:lnTo>
                  <a:lnTo>
                    <a:pt x="1060759" y="1262923"/>
                  </a:lnTo>
                  <a:lnTo>
                    <a:pt x="1060754" y="1262923"/>
                  </a:lnTo>
                  <a:lnTo>
                    <a:pt x="1060737" y="1262923"/>
                  </a:lnTo>
                  <a:lnTo>
                    <a:pt x="1060721" y="1262926"/>
                  </a:lnTo>
                  <a:lnTo>
                    <a:pt x="1060712" y="1262925"/>
                  </a:lnTo>
                  <a:lnTo>
                    <a:pt x="1060705" y="1262926"/>
                  </a:lnTo>
                  <a:lnTo>
                    <a:pt x="1060688" y="1262927"/>
                  </a:lnTo>
                  <a:lnTo>
                    <a:pt x="1060672" y="1262927"/>
                  </a:lnTo>
                  <a:lnTo>
                    <a:pt x="1060655" y="1262925"/>
                  </a:lnTo>
                  <a:lnTo>
                    <a:pt x="1060639" y="1262917"/>
                  </a:lnTo>
                  <a:lnTo>
                    <a:pt x="1060630" y="1262912"/>
                  </a:lnTo>
                  <a:lnTo>
                    <a:pt x="1060623" y="1262905"/>
                  </a:lnTo>
                  <a:lnTo>
                    <a:pt x="1060611" y="1262889"/>
                  </a:lnTo>
                  <a:lnTo>
                    <a:pt x="1060601" y="1262873"/>
                  </a:lnTo>
                  <a:lnTo>
                    <a:pt x="1060594" y="1262861"/>
                  </a:lnTo>
                  <a:lnTo>
                    <a:pt x="1060589" y="1262855"/>
                  </a:lnTo>
                  <a:lnTo>
                    <a:pt x="1060576" y="1262841"/>
                  </a:lnTo>
                  <a:lnTo>
                    <a:pt x="1060567" y="1262831"/>
                  </a:lnTo>
                  <a:lnTo>
                    <a:pt x="1060564" y="1262824"/>
                  </a:lnTo>
                  <a:lnTo>
                    <a:pt x="1060555" y="1262809"/>
                  </a:lnTo>
                  <a:lnTo>
                    <a:pt x="1060545" y="1262794"/>
                  </a:lnTo>
                  <a:lnTo>
                    <a:pt x="1060539" y="1262783"/>
                  </a:lnTo>
                  <a:lnTo>
                    <a:pt x="1060531" y="1262776"/>
                  </a:lnTo>
                  <a:lnTo>
                    <a:pt x="1060515" y="1262765"/>
                  </a:lnTo>
                  <a:lnTo>
                    <a:pt x="1060498" y="1262757"/>
                  </a:lnTo>
                  <a:lnTo>
                    <a:pt x="1060482" y="1262751"/>
                  </a:lnTo>
                  <a:lnTo>
                    <a:pt x="1060471" y="1262744"/>
                  </a:lnTo>
                  <a:lnTo>
                    <a:pt x="1060465" y="1262738"/>
                  </a:lnTo>
                  <a:lnTo>
                    <a:pt x="1060449" y="1262724"/>
                  </a:lnTo>
                  <a:lnTo>
                    <a:pt x="1060435" y="1262707"/>
                  </a:lnTo>
                  <a:lnTo>
                    <a:pt x="1060431" y="1262696"/>
                  </a:lnTo>
                  <a:lnTo>
                    <a:pt x="1060419" y="1262678"/>
                  </a:lnTo>
                  <a:lnTo>
                    <a:pt x="1060410" y="1262663"/>
                  </a:lnTo>
                  <a:lnTo>
                    <a:pt x="1060403" y="1262650"/>
                  </a:lnTo>
                  <a:lnTo>
                    <a:pt x="1060403" y="1262645"/>
                  </a:lnTo>
                  <a:lnTo>
                    <a:pt x="1060395" y="1262628"/>
                  </a:lnTo>
                  <a:lnTo>
                    <a:pt x="1060386" y="1262617"/>
                  </a:lnTo>
                  <a:lnTo>
                    <a:pt x="1060375" y="1262608"/>
                  </a:lnTo>
                  <a:lnTo>
                    <a:pt x="1060362" y="1262601"/>
                  </a:lnTo>
                  <a:lnTo>
                    <a:pt x="1060358" y="1262597"/>
                  </a:lnTo>
                  <a:lnTo>
                    <a:pt x="1060353" y="1262591"/>
                  </a:lnTo>
                  <a:lnTo>
                    <a:pt x="1060343" y="1262583"/>
                  </a:lnTo>
                  <a:lnTo>
                    <a:pt x="1060334" y="1262576"/>
                  </a:lnTo>
                  <a:lnTo>
                    <a:pt x="1060319" y="1262569"/>
                  </a:lnTo>
                  <a:lnTo>
                    <a:pt x="1060300" y="1262565"/>
                  </a:lnTo>
                  <a:lnTo>
                    <a:pt x="1060282" y="1262564"/>
                  </a:lnTo>
                  <a:lnTo>
                    <a:pt x="1060271" y="1262564"/>
                  </a:lnTo>
                  <a:lnTo>
                    <a:pt x="1060266" y="1262561"/>
                  </a:lnTo>
                  <a:lnTo>
                    <a:pt x="1060250" y="1262549"/>
                  </a:lnTo>
                  <a:lnTo>
                    <a:pt x="1060244" y="1262544"/>
                  </a:lnTo>
                  <a:lnTo>
                    <a:pt x="1060237" y="1262535"/>
                  </a:lnTo>
                  <a:lnTo>
                    <a:pt x="1060229" y="1262527"/>
                  </a:lnTo>
                  <a:lnTo>
                    <a:pt x="1060222" y="1262526"/>
                  </a:lnTo>
                  <a:lnTo>
                    <a:pt x="1060201" y="1262521"/>
                  </a:lnTo>
                  <a:lnTo>
                    <a:pt x="1060186" y="1262518"/>
                  </a:lnTo>
                  <a:lnTo>
                    <a:pt x="1060167" y="1262512"/>
                  </a:lnTo>
                  <a:lnTo>
                    <a:pt x="1060149" y="1262504"/>
                  </a:lnTo>
                  <a:lnTo>
                    <a:pt x="1060121" y="1262494"/>
                  </a:lnTo>
                  <a:lnTo>
                    <a:pt x="1060111" y="1262489"/>
                  </a:lnTo>
                  <a:lnTo>
                    <a:pt x="1060094" y="1262484"/>
                  </a:lnTo>
                  <a:lnTo>
                    <a:pt x="1060078" y="1262479"/>
                  </a:lnTo>
                  <a:lnTo>
                    <a:pt x="1060068" y="1262477"/>
                  </a:lnTo>
                  <a:lnTo>
                    <a:pt x="1060036" y="1262464"/>
                  </a:lnTo>
                  <a:lnTo>
                    <a:pt x="1060019" y="1262456"/>
                  </a:lnTo>
                  <a:lnTo>
                    <a:pt x="1060003" y="1262449"/>
                  </a:lnTo>
                  <a:lnTo>
                    <a:pt x="1059985" y="1262437"/>
                  </a:lnTo>
                  <a:lnTo>
                    <a:pt x="1059978" y="1262433"/>
                  </a:lnTo>
                  <a:lnTo>
                    <a:pt x="1059969" y="1262430"/>
                  </a:lnTo>
                  <a:lnTo>
                    <a:pt x="1059962" y="1262426"/>
                  </a:lnTo>
                  <a:lnTo>
                    <a:pt x="1059953" y="1262423"/>
                  </a:lnTo>
                  <a:lnTo>
                    <a:pt x="1059941" y="1262420"/>
                  </a:lnTo>
                  <a:lnTo>
                    <a:pt x="1059927" y="1262417"/>
                  </a:lnTo>
                  <a:lnTo>
                    <a:pt x="1059916" y="1262417"/>
                  </a:lnTo>
                  <a:lnTo>
                    <a:pt x="1059903" y="1262417"/>
                  </a:lnTo>
                  <a:lnTo>
                    <a:pt x="1059887" y="1262416"/>
                  </a:lnTo>
                  <a:lnTo>
                    <a:pt x="1059871" y="1262416"/>
                  </a:lnTo>
                  <a:lnTo>
                    <a:pt x="1059854" y="1262416"/>
                  </a:lnTo>
                  <a:lnTo>
                    <a:pt x="1059838" y="1262416"/>
                  </a:lnTo>
                  <a:lnTo>
                    <a:pt x="1059831" y="1262414"/>
                  </a:lnTo>
                  <a:lnTo>
                    <a:pt x="1059824" y="1262408"/>
                  </a:lnTo>
                  <a:lnTo>
                    <a:pt x="1059820" y="1262403"/>
                  </a:lnTo>
                  <a:lnTo>
                    <a:pt x="1059819" y="1262398"/>
                  </a:lnTo>
                  <a:lnTo>
                    <a:pt x="1059820" y="1262387"/>
                  </a:lnTo>
                  <a:lnTo>
                    <a:pt x="1059819" y="1262370"/>
                  </a:lnTo>
                  <a:lnTo>
                    <a:pt x="1059819" y="1262357"/>
                  </a:lnTo>
                  <a:lnTo>
                    <a:pt x="1059818" y="1262347"/>
                  </a:lnTo>
                  <a:lnTo>
                    <a:pt x="1059817" y="1262333"/>
                  </a:lnTo>
                  <a:lnTo>
                    <a:pt x="1059816" y="1262321"/>
                  </a:lnTo>
                  <a:lnTo>
                    <a:pt x="1059819" y="1262312"/>
                  </a:lnTo>
                  <a:lnTo>
                    <a:pt x="1059828" y="1262300"/>
                  </a:lnTo>
                  <a:lnTo>
                    <a:pt x="1059831" y="1262293"/>
                  </a:lnTo>
                  <a:lnTo>
                    <a:pt x="1059826" y="1262281"/>
                  </a:lnTo>
                  <a:lnTo>
                    <a:pt x="1059823" y="1262271"/>
                  </a:lnTo>
                  <a:lnTo>
                    <a:pt x="1059823" y="1262259"/>
                  </a:lnTo>
                  <a:lnTo>
                    <a:pt x="1059819" y="1262248"/>
                  </a:lnTo>
                  <a:lnTo>
                    <a:pt x="1059816" y="1262240"/>
                  </a:lnTo>
                  <a:lnTo>
                    <a:pt x="1059812" y="1262229"/>
                  </a:lnTo>
                  <a:lnTo>
                    <a:pt x="1059809" y="1262217"/>
                  </a:lnTo>
                  <a:lnTo>
                    <a:pt x="1059808" y="1262207"/>
                  </a:lnTo>
                  <a:lnTo>
                    <a:pt x="1059806" y="1262199"/>
                  </a:lnTo>
                  <a:lnTo>
                    <a:pt x="1059804" y="1262186"/>
                  </a:lnTo>
                  <a:lnTo>
                    <a:pt x="1059805" y="1262174"/>
                  </a:lnTo>
                  <a:lnTo>
                    <a:pt x="1059808" y="1262165"/>
                  </a:lnTo>
                  <a:lnTo>
                    <a:pt x="1059812" y="1262153"/>
                  </a:lnTo>
                  <a:lnTo>
                    <a:pt x="1059819" y="1262136"/>
                  </a:lnTo>
                  <a:lnTo>
                    <a:pt x="1059825" y="1262119"/>
                  </a:lnTo>
                  <a:lnTo>
                    <a:pt x="1059830" y="1262107"/>
                  </a:lnTo>
                  <a:lnTo>
                    <a:pt x="1059833" y="1262103"/>
                  </a:lnTo>
                  <a:lnTo>
                    <a:pt x="1059840" y="1262086"/>
                  </a:lnTo>
                  <a:lnTo>
                    <a:pt x="1059849" y="1262069"/>
                  </a:lnTo>
                  <a:lnTo>
                    <a:pt x="1059859" y="1262053"/>
                  </a:lnTo>
                  <a:lnTo>
                    <a:pt x="1059868" y="1262036"/>
                  </a:lnTo>
                  <a:lnTo>
                    <a:pt x="1059878" y="1262019"/>
                  </a:lnTo>
                  <a:lnTo>
                    <a:pt x="1059886" y="1262003"/>
                  </a:lnTo>
                  <a:lnTo>
                    <a:pt x="1059894" y="1261986"/>
                  </a:lnTo>
                  <a:lnTo>
                    <a:pt x="1059899" y="1261969"/>
                  </a:lnTo>
                  <a:lnTo>
                    <a:pt x="1059902" y="1261959"/>
                  </a:lnTo>
                  <a:lnTo>
                    <a:pt x="1059902" y="1261952"/>
                  </a:lnTo>
                  <a:lnTo>
                    <a:pt x="1059901" y="1261942"/>
                  </a:lnTo>
                  <a:lnTo>
                    <a:pt x="1059898" y="1261936"/>
                  </a:lnTo>
                  <a:lnTo>
                    <a:pt x="1059883" y="1261913"/>
                  </a:lnTo>
                  <a:lnTo>
                    <a:pt x="1059877" y="1261905"/>
                  </a:lnTo>
                  <a:lnTo>
                    <a:pt x="1059871" y="1261899"/>
                  </a:lnTo>
                  <a:lnTo>
                    <a:pt x="1059865" y="1261890"/>
                  </a:lnTo>
                  <a:lnTo>
                    <a:pt x="1059866" y="1261880"/>
                  </a:lnTo>
                  <a:lnTo>
                    <a:pt x="1059867" y="1261867"/>
                  </a:lnTo>
                  <a:lnTo>
                    <a:pt x="1059868" y="1261849"/>
                  </a:lnTo>
                  <a:lnTo>
                    <a:pt x="1059869" y="1261833"/>
                  </a:lnTo>
                  <a:lnTo>
                    <a:pt x="1059869" y="1261816"/>
                  </a:lnTo>
                  <a:lnTo>
                    <a:pt x="1059868" y="1261800"/>
                  </a:lnTo>
                  <a:lnTo>
                    <a:pt x="1059866" y="1261786"/>
                  </a:lnTo>
                  <a:lnTo>
                    <a:pt x="1059855" y="1261752"/>
                  </a:lnTo>
                  <a:lnTo>
                    <a:pt x="1059846" y="1261735"/>
                  </a:lnTo>
                  <a:lnTo>
                    <a:pt x="1059835" y="1261718"/>
                  </a:lnTo>
                  <a:lnTo>
                    <a:pt x="1059826" y="1261702"/>
                  </a:lnTo>
                  <a:lnTo>
                    <a:pt x="1059823" y="1261695"/>
                  </a:lnTo>
                  <a:lnTo>
                    <a:pt x="1059817" y="1261689"/>
                  </a:lnTo>
                  <a:lnTo>
                    <a:pt x="1059813" y="1261686"/>
                  </a:lnTo>
                  <a:lnTo>
                    <a:pt x="1059797" y="1261676"/>
                  </a:lnTo>
                  <a:lnTo>
                    <a:pt x="1059787" y="1261671"/>
                  </a:lnTo>
                  <a:lnTo>
                    <a:pt x="1059781" y="1261664"/>
                  </a:lnTo>
                  <a:lnTo>
                    <a:pt x="1059774" y="1261655"/>
                  </a:lnTo>
                  <a:lnTo>
                    <a:pt x="1059771" y="1261648"/>
                  </a:lnTo>
                  <a:lnTo>
                    <a:pt x="1059766" y="1261635"/>
                  </a:lnTo>
                  <a:lnTo>
                    <a:pt x="1059763" y="1261628"/>
                  </a:lnTo>
                  <a:lnTo>
                    <a:pt x="1059756" y="1261614"/>
                  </a:lnTo>
                  <a:lnTo>
                    <a:pt x="1059749" y="1261605"/>
                  </a:lnTo>
                  <a:lnTo>
                    <a:pt x="1059746" y="1261596"/>
                  </a:lnTo>
                  <a:lnTo>
                    <a:pt x="1059745" y="1261590"/>
                  </a:lnTo>
                  <a:lnTo>
                    <a:pt x="1059744" y="1261580"/>
                  </a:lnTo>
                  <a:lnTo>
                    <a:pt x="1059742" y="1261565"/>
                  </a:lnTo>
                  <a:lnTo>
                    <a:pt x="1059739" y="1261559"/>
                  </a:lnTo>
                  <a:lnTo>
                    <a:pt x="1059733" y="1261555"/>
                  </a:lnTo>
                  <a:lnTo>
                    <a:pt x="1059727" y="1261553"/>
                  </a:lnTo>
                  <a:lnTo>
                    <a:pt x="1059721" y="1261548"/>
                  </a:lnTo>
                  <a:lnTo>
                    <a:pt x="1059715" y="1261542"/>
                  </a:lnTo>
                  <a:lnTo>
                    <a:pt x="1059710" y="1261532"/>
                  </a:lnTo>
                  <a:lnTo>
                    <a:pt x="1059700" y="1261516"/>
                  </a:lnTo>
                  <a:lnTo>
                    <a:pt x="1059692" y="1261499"/>
                  </a:lnTo>
                  <a:lnTo>
                    <a:pt x="1059683" y="1261485"/>
                  </a:lnTo>
                  <a:lnTo>
                    <a:pt x="1059664" y="1261480"/>
                  </a:lnTo>
                  <a:lnTo>
                    <a:pt x="1059648" y="1261477"/>
                  </a:lnTo>
                  <a:lnTo>
                    <a:pt x="1059636" y="1261470"/>
                  </a:lnTo>
                  <a:lnTo>
                    <a:pt x="1059615" y="1261457"/>
                  </a:lnTo>
                  <a:lnTo>
                    <a:pt x="1059603" y="1261446"/>
                  </a:lnTo>
                  <a:lnTo>
                    <a:pt x="1059600" y="1261442"/>
                  </a:lnTo>
                  <a:lnTo>
                    <a:pt x="1059595" y="1261434"/>
                  </a:lnTo>
                  <a:lnTo>
                    <a:pt x="1059593" y="1261428"/>
                  </a:lnTo>
                  <a:lnTo>
                    <a:pt x="1059593" y="1261421"/>
                  </a:lnTo>
                  <a:lnTo>
                    <a:pt x="1059591" y="1261409"/>
                  </a:lnTo>
                  <a:lnTo>
                    <a:pt x="1059583" y="1261400"/>
                  </a:lnTo>
                  <a:lnTo>
                    <a:pt x="1059570" y="1261393"/>
                  </a:lnTo>
                  <a:lnTo>
                    <a:pt x="1059561" y="1261388"/>
                  </a:lnTo>
                  <a:lnTo>
                    <a:pt x="1059552" y="1261382"/>
                  </a:lnTo>
                  <a:lnTo>
                    <a:pt x="1059545" y="1261374"/>
                  </a:lnTo>
                  <a:lnTo>
                    <a:pt x="1059533" y="1261358"/>
                  </a:lnTo>
                  <a:lnTo>
                    <a:pt x="1059525" y="1261347"/>
                  </a:lnTo>
                  <a:lnTo>
                    <a:pt x="1059519" y="1261343"/>
                  </a:lnTo>
                  <a:lnTo>
                    <a:pt x="1059502" y="1261333"/>
                  </a:lnTo>
                  <a:lnTo>
                    <a:pt x="1059486" y="1261320"/>
                  </a:lnTo>
                  <a:lnTo>
                    <a:pt x="1059482" y="1261317"/>
                  </a:lnTo>
                  <a:lnTo>
                    <a:pt x="1059472" y="1261305"/>
                  </a:lnTo>
                  <a:lnTo>
                    <a:pt x="1059466" y="1261294"/>
                  </a:lnTo>
                  <a:lnTo>
                    <a:pt x="1059465" y="1261288"/>
                  </a:lnTo>
                  <a:lnTo>
                    <a:pt x="1059465" y="1261281"/>
                  </a:lnTo>
                  <a:lnTo>
                    <a:pt x="1059467" y="1261263"/>
                  </a:lnTo>
                  <a:lnTo>
                    <a:pt x="1059468" y="1261256"/>
                  </a:lnTo>
                  <a:lnTo>
                    <a:pt x="1059461" y="1261247"/>
                  </a:lnTo>
                  <a:lnTo>
                    <a:pt x="1059458" y="1261242"/>
                  </a:lnTo>
                  <a:lnTo>
                    <a:pt x="1059453" y="1261238"/>
                  </a:lnTo>
                  <a:lnTo>
                    <a:pt x="1059441" y="1261222"/>
                  </a:lnTo>
                  <a:lnTo>
                    <a:pt x="1059431" y="1261205"/>
                  </a:lnTo>
                  <a:lnTo>
                    <a:pt x="1059429" y="1261198"/>
                  </a:lnTo>
                  <a:lnTo>
                    <a:pt x="1059430" y="1261189"/>
                  </a:lnTo>
                  <a:lnTo>
                    <a:pt x="1059434" y="1261172"/>
                  </a:lnTo>
                  <a:lnTo>
                    <a:pt x="1059436" y="1261164"/>
                  </a:lnTo>
                  <a:lnTo>
                    <a:pt x="1059436" y="1261155"/>
                  </a:lnTo>
                  <a:lnTo>
                    <a:pt x="1059436" y="1261138"/>
                  </a:lnTo>
                  <a:lnTo>
                    <a:pt x="1059436" y="1261122"/>
                  </a:lnTo>
                  <a:lnTo>
                    <a:pt x="1059436" y="1261105"/>
                  </a:lnTo>
                  <a:lnTo>
                    <a:pt x="1059438" y="1261088"/>
                  </a:lnTo>
                  <a:lnTo>
                    <a:pt x="1059444" y="1261071"/>
                  </a:lnTo>
                  <a:lnTo>
                    <a:pt x="1059444" y="1261059"/>
                  </a:lnTo>
                  <a:lnTo>
                    <a:pt x="1059439" y="1261035"/>
                  </a:lnTo>
                  <a:lnTo>
                    <a:pt x="1059436" y="1261018"/>
                  </a:lnTo>
                  <a:lnTo>
                    <a:pt x="1059434" y="1261013"/>
                  </a:lnTo>
                  <a:lnTo>
                    <a:pt x="1059433" y="1261006"/>
                  </a:lnTo>
                  <a:lnTo>
                    <a:pt x="1059431" y="1260999"/>
                  </a:lnTo>
                  <a:lnTo>
                    <a:pt x="1059431" y="1260992"/>
                  </a:lnTo>
                  <a:lnTo>
                    <a:pt x="1059433" y="1260977"/>
                  </a:lnTo>
                  <a:lnTo>
                    <a:pt x="1059435" y="1260963"/>
                  </a:lnTo>
                  <a:lnTo>
                    <a:pt x="1059436" y="1260950"/>
                  </a:lnTo>
                  <a:lnTo>
                    <a:pt x="1059426" y="1260929"/>
                  </a:lnTo>
                  <a:lnTo>
                    <a:pt x="1059424" y="1260918"/>
                  </a:lnTo>
                  <a:lnTo>
                    <a:pt x="1059424" y="1260909"/>
                  </a:lnTo>
                  <a:lnTo>
                    <a:pt x="1059423" y="1260900"/>
                  </a:lnTo>
                  <a:lnTo>
                    <a:pt x="1059422" y="1260885"/>
                  </a:lnTo>
                  <a:lnTo>
                    <a:pt x="1059421" y="1260870"/>
                  </a:lnTo>
                  <a:lnTo>
                    <a:pt x="1059421" y="1260847"/>
                  </a:lnTo>
                  <a:lnTo>
                    <a:pt x="1059421" y="1260813"/>
                  </a:lnTo>
                  <a:lnTo>
                    <a:pt x="1059420" y="1260802"/>
                  </a:lnTo>
                  <a:lnTo>
                    <a:pt x="1059420" y="1260784"/>
                  </a:lnTo>
                  <a:lnTo>
                    <a:pt x="1059421" y="1260777"/>
                  </a:lnTo>
                  <a:lnTo>
                    <a:pt x="1059421" y="1260769"/>
                  </a:lnTo>
                  <a:lnTo>
                    <a:pt x="1059419" y="1260752"/>
                  </a:lnTo>
                  <a:lnTo>
                    <a:pt x="1059416" y="1260737"/>
                  </a:lnTo>
                  <a:lnTo>
                    <a:pt x="1059416" y="1260732"/>
                  </a:lnTo>
                  <a:lnTo>
                    <a:pt x="1059413" y="1260717"/>
                  </a:lnTo>
                  <a:lnTo>
                    <a:pt x="1059405" y="1260704"/>
                  </a:lnTo>
                  <a:lnTo>
                    <a:pt x="1059401" y="1260692"/>
                  </a:lnTo>
                  <a:lnTo>
                    <a:pt x="1059400" y="1260682"/>
                  </a:lnTo>
                  <a:lnTo>
                    <a:pt x="1059397" y="1260668"/>
                  </a:lnTo>
                  <a:lnTo>
                    <a:pt x="1059397" y="1260652"/>
                  </a:lnTo>
                  <a:lnTo>
                    <a:pt x="1059397" y="1260635"/>
                  </a:lnTo>
                  <a:lnTo>
                    <a:pt x="1059397" y="1260618"/>
                  </a:lnTo>
                  <a:lnTo>
                    <a:pt x="1059397" y="1260602"/>
                  </a:lnTo>
                  <a:lnTo>
                    <a:pt x="1059396" y="1260585"/>
                  </a:lnTo>
                  <a:lnTo>
                    <a:pt x="1059395" y="1260568"/>
                  </a:lnTo>
                  <a:lnTo>
                    <a:pt x="1059392" y="1260527"/>
                  </a:lnTo>
                  <a:lnTo>
                    <a:pt x="1059391" y="1260510"/>
                  </a:lnTo>
                  <a:lnTo>
                    <a:pt x="1059392" y="1260494"/>
                  </a:lnTo>
                  <a:lnTo>
                    <a:pt x="1059391" y="1260477"/>
                  </a:lnTo>
                  <a:lnTo>
                    <a:pt x="1059386" y="1260461"/>
                  </a:lnTo>
                  <a:lnTo>
                    <a:pt x="1059379" y="1260446"/>
                  </a:lnTo>
                  <a:lnTo>
                    <a:pt x="1059377" y="1260439"/>
                  </a:lnTo>
                  <a:lnTo>
                    <a:pt x="1059376" y="1260427"/>
                  </a:lnTo>
                  <a:lnTo>
                    <a:pt x="1059374" y="1260415"/>
                  </a:lnTo>
                  <a:lnTo>
                    <a:pt x="1059374" y="1260401"/>
                  </a:lnTo>
                  <a:lnTo>
                    <a:pt x="1059375" y="1260389"/>
                  </a:lnTo>
                  <a:lnTo>
                    <a:pt x="1059376" y="1260365"/>
                  </a:lnTo>
                  <a:lnTo>
                    <a:pt x="1059379" y="1260355"/>
                  </a:lnTo>
                  <a:lnTo>
                    <a:pt x="1059388" y="1260343"/>
                  </a:lnTo>
                  <a:lnTo>
                    <a:pt x="1059399" y="1260325"/>
                  </a:lnTo>
                  <a:lnTo>
                    <a:pt x="1059408" y="1260311"/>
                  </a:lnTo>
                  <a:lnTo>
                    <a:pt x="1059423" y="1260291"/>
                  </a:lnTo>
                  <a:lnTo>
                    <a:pt x="1059433" y="1260282"/>
                  </a:lnTo>
                  <a:lnTo>
                    <a:pt x="1059439" y="1260274"/>
                  </a:lnTo>
                  <a:lnTo>
                    <a:pt x="1059448" y="1260255"/>
                  </a:lnTo>
                  <a:lnTo>
                    <a:pt x="1059452" y="1260240"/>
                  </a:lnTo>
                  <a:lnTo>
                    <a:pt x="1059456" y="1260229"/>
                  </a:lnTo>
                  <a:lnTo>
                    <a:pt x="1059457" y="1260219"/>
                  </a:lnTo>
                  <a:lnTo>
                    <a:pt x="1059455" y="1260202"/>
                  </a:lnTo>
                  <a:lnTo>
                    <a:pt x="1059457" y="1260191"/>
                  </a:lnTo>
                  <a:lnTo>
                    <a:pt x="1059457" y="1260178"/>
                  </a:lnTo>
                  <a:lnTo>
                    <a:pt x="1059458" y="1260168"/>
                  </a:lnTo>
                  <a:lnTo>
                    <a:pt x="1059463" y="1260162"/>
                  </a:lnTo>
                  <a:lnTo>
                    <a:pt x="1059475" y="1260149"/>
                  </a:lnTo>
                  <a:lnTo>
                    <a:pt x="1059483" y="1260136"/>
                  </a:lnTo>
                  <a:lnTo>
                    <a:pt x="1059487" y="1260129"/>
                  </a:lnTo>
                  <a:lnTo>
                    <a:pt x="1059490" y="1260118"/>
                  </a:lnTo>
                  <a:lnTo>
                    <a:pt x="1059497" y="1260100"/>
                  </a:lnTo>
                  <a:lnTo>
                    <a:pt x="1059502" y="1260083"/>
                  </a:lnTo>
                  <a:lnTo>
                    <a:pt x="1059505" y="1260065"/>
                  </a:lnTo>
                  <a:lnTo>
                    <a:pt x="1059505" y="1260050"/>
                  </a:lnTo>
                  <a:lnTo>
                    <a:pt x="1059504" y="1260033"/>
                  </a:lnTo>
                  <a:lnTo>
                    <a:pt x="1059502" y="1260025"/>
                  </a:lnTo>
                  <a:lnTo>
                    <a:pt x="1059501" y="1260017"/>
                  </a:lnTo>
                  <a:lnTo>
                    <a:pt x="1059497" y="1260000"/>
                  </a:lnTo>
                  <a:lnTo>
                    <a:pt x="1059491" y="1259983"/>
                  </a:lnTo>
                  <a:lnTo>
                    <a:pt x="1059481" y="1259951"/>
                  </a:lnTo>
                  <a:lnTo>
                    <a:pt x="1059475" y="1259935"/>
                  </a:lnTo>
                  <a:lnTo>
                    <a:pt x="1059470" y="1259927"/>
                  </a:lnTo>
                  <a:lnTo>
                    <a:pt x="1059468" y="1259919"/>
                  </a:lnTo>
                  <a:lnTo>
                    <a:pt x="1059465" y="1259910"/>
                  </a:lnTo>
                  <a:lnTo>
                    <a:pt x="1059461" y="1259900"/>
                  </a:lnTo>
                  <a:lnTo>
                    <a:pt x="1059461" y="1259895"/>
                  </a:lnTo>
                  <a:lnTo>
                    <a:pt x="1059467" y="1259884"/>
                  </a:lnTo>
                  <a:lnTo>
                    <a:pt x="1059477" y="1259868"/>
                  </a:lnTo>
                  <a:lnTo>
                    <a:pt x="1059484" y="1259851"/>
                  </a:lnTo>
                  <a:lnTo>
                    <a:pt x="1059492" y="1259834"/>
                  </a:lnTo>
                  <a:lnTo>
                    <a:pt x="1059493" y="1259827"/>
                  </a:lnTo>
                  <a:lnTo>
                    <a:pt x="1059497" y="1259817"/>
                  </a:lnTo>
                  <a:lnTo>
                    <a:pt x="1059501" y="1259802"/>
                  </a:lnTo>
                  <a:lnTo>
                    <a:pt x="1059503" y="1259791"/>
                  </a:lnTo>
                  <a:lnTo>
                    <a:pt x="1059504" y="1259784"/>
                  </a:lnTo>
                  <a:lnTo>
                    <a:pt x="1059505" y="1259768"/>
                  </a:lnTo>
                  <a:lnTo>
                    <a:pt x="1059504" y="1259751"/>
                  </a:lnTo>
                  <a:lnTo>
                    <a:pt x="1059502" y="1259734"/>
                  </a:lnTo>
                  <a:lnTo>
                    <a:pt x="1059497" y="1259718"/>
                  </a:lnTo>
                  <a:lnTo>
                    <a:pt x="1059488" y="1259701"/>
                  </a:lnTo>
                  <a:lnTo>
                    <a:pt x="1059478" y="1259684"/>
                  </a:lnTo>
                  <a:lnTo>
                    <a:pt x="1059470" y="1259668"/>
                  </a:lnTo>
                  <a:lnTo>
                    <a:pt x="1059465" y="1259656"/>
                  </a:lnTo>
                  <a:lnTo>
                    <a:pt x="1059463" y="1259648"/>
                  </a:lnTo>
                  <a:lnTo>
                    <a:pt x="1059459" y="1259635"/>
                  </a:lnTo>
                  <a:lnTo>
                    <a:pt x="1059456" y="1259618"/>
                  </a:lnTo>
                  <a:lnTo>
                    <a:pt x="1059454" y="1259601"/>
                  </a:lnTo>
                  <a:lnTo>
                    <a:pt x="1059456" y="1259594"/>
                  </a:lnTo>
                  <a:lnTo>
                    <a:pt x="1059463" y="1259573"/>
                  </a:lnTo>
                  <a:lnTo>
                    <a:pt x="1059466" y="1259568"/>
                  </a:lnTo>
                  <a:lnTo>
                    <a:pt x="1059474" y="1259551"/>
                  </a:lnTo>
                  <a:lnTo>
                    <a:pt x="1059482" y="1259534"/>
                  </a:lnTo>
                  <a:lnTo>
                    <a:pt x="1059492" y="1259518"/>
                  </a:lnTo>
                  <a:lnTo>
                    <a:pt x="1059499" y="1259501"/>
                  </a:lnTo>
                  <a:lnTo>
                    <a:pt x="1059503" y="1259494"/>
                  </a:lnTo>
                  <a:lnTo>
                    <a:pt x="1059506" y="1259484"/>
                  </a:lnTo>
                  <a:lnTo>
                    <a:pt x="1059512" y="1259468"/>
                  </a:lnTo>
                  <a:lnTo>
                    <a:pt x="1059515" y="1259451"/>
                  </a:lnTo>
                  <a:lnTo>
                    <a:pt x="1059520" y="1259434"/>
                  </a:lnTo>
                  <a:lnTo>
                    <a:pt x="1059520" y="1259425"/>
                  </a:lnTo>
                  <a:lnTo>
                    <a:pt x="1059522" y="1259418"/>
                  </a:lnTo>
                  <a:lnTo>
                    <a:pt x="1059526" y="1259401"/>
                  </a:lnTo>
                  <a:lnTo>
                    <a:pt x="1059534" y="1259384"/>
                  </a:lnTo>
                  <a:lnTo>
                    <a:pt x="1059542" y="1259367"/>
                  </a:lnTo>
                  <a:lnTo>
                    <a:pt x="1059548" y="1259351"/>
                  </a:lnTo>
                  <a:lnTo>
                    <a:pt x="1059548" y="1259334"/>
                  </a:lnTo>
                  <a:lnTo>
                    <a:pt x="1059548" y="1259317"/>
                  </a:lnTo>
                  <a:lnTo>
                    <a:pt x="1059546" y="1259301"/>
                  </a:lnTo>
                  <a:lnTo>
                    <a:pt x="1059545" y="1259283"/>
                  </a:lnTo>
                  <a:lnTo>
                    <a:pt x="1059539" y="1259248"/>
                  </a:lnTo>
                  <a:lnTo>
                    <a:pt x="1059537" y="1259244"/>
                  </a:lnTo>
                  <a:lnTo>
                    <a:pt x="1059530" y="1259234"/>
                  </a:lnTo>
                  <a:lnTo>
                    <a:pt x="1059523" y="1259227"/>
                  </a:lnTo>
                  <a:lnTo>
                    <a:pt x="1059514" y="1259221"/>
                  </a:lnTo>
                  <a:lnTo>
                    <a:pt x="1059497" y="1259211"/>
                  </a:lnTo>
                  <a:lnTo>
                    <a:pt x="1059477" y="1259192"/>
                  </a:lnTo>
                  <a:lnTo>
                    <a:pt x="1059466" y="1259182"/>
                  </a:lnTo>
                  <a:lnTo>
                    <a:pt x="1059454" y="1259169"/>
                  </a:lnTo>
                  <a:lnTo>
                    <a:pt x="1059446" y="1259157"/>
                  </a:lnTo>
                  <a:lnTo>
                    <a:pt x="1059444" y="1259151"/>
                  </a:lnTo>
                  <a:lnTo>
                    <a:pt x="1059440" y="1259143"/>
                  </a:lnTo>
                  <a:lnTo>
                    <a:pt x="1059437" y="1259135"/>
                  </a:lnTo>
                  <a:lnTo>
                    <a:pt x="1059434" y="1259128"/>
                  </a:lnTo>
                  <a:lnTo>
                    <a:pt x="1059432" y="1259119"/>
                  </a:lnTo>
                  <a:lnTo>
                    <a:pt x="1059424" y="1259104"/>
                  </a:lnTo>
                  <a:lnTo>
                    <a:pt x="1059417" y="1259085"/>
                  </a:lnTo>
                  <a:lnTo>
                    <a:pt x="1059413" y="1259068"/>
                  </a:lnTo>
                  <a:lnTo>
                    <a:pt x="1059410" y="1259061"/>
                  </a:lnTo>
                  <a:lnTo>
                    <a:pt x="1059404" y="1259055"/>
                  </a:lnTo>
                  <a:lnTo>
                    <a:pt x="1059401" y="1259051"/>
                  </a:lnTo>
                  <a:lnTo>
                    <a:pt x="1059386" y="1259038"/>
                  </a:lnTo>
                  <a:lnTo>
                    <a:pt x="1059378" y="1259025"/>
                  </a:lnTo>
                  <a:lnTo>
                    <a:pt x="1059374" y="1259020"/>
                  </a:lnTo>
                  <a:lnTo>
                    <a:pt x="1059369" y="1259013"/>
                  </a:lnTo>
                  <a:lnTo>
                    <a:pt x="1059365" y="1259006"/>
                  </a:lnTo>
                  <a:lnTo>
                    <a:pt x="1059355" y="1258991"/>
                  </a:lnTo>
                  <a:lnTo>
                    <a:pt x="1059340" y="1258974"/>
                  </a:lnTo>
                  <a:lnTo>
                    <a:pt x="1059326" y="1258959"/>
                  </a:lnTo>
                  <a:lnTo>
                    <a:pt x="1059311" y="1258943"/>
                  </a:lnTo>
                  <a:lnTo>
                    <a:pt x="1059298" y="1258928"/>
                  </a:lnTo>
                  <a:lnTo>
                    <a:pt x="1059292" y="1258920"/>
                  </a:lnTo>
                  <a:lnTo>
                    <a:pt x="1059279" y="1258895"/>
                  </a:lnTo>
                  <a:lnTo>
                    <a:pt x="1059274" y="1258880"/>
                  </a:lnTo>
                  <a:lnTo>
                    <a:pt x="1059271" y="1258875"/>
                  </a:lnTo>
                  <a:lnTo>
                    <a:pt x="1059267" y="1258866"/>
                  </a:lnTo>
                  <a:lnTo>
                    <a:pt x="1059260" y="1258851"/>
                  </a:lnTo>
                  <a:lnTo>
                    <a:pt x="1059253" y="1258834"/>
                  </a:lnTo>
                  <a:lnTo>
                    <a:pt x="1059246" y="1258818"/>
                  </a:lnTo>
                  <a:lnTo>
                    <a:pt x="1059238" y="1258801"/>
                  </a:lnTo>
                  <a:lnTo>
                    <a:pt x="1059229" y="1258785"/>
                  </a:lnTo>
                  <a:lnTo>
                    <a:pt x="1059221" y="1258768"/>
                  </a:lnTo>
                  <a:lnTo>
                    <a:pt x="1059217" y="1258759"/>
                  </a:lnTo>
                  <a:lnTo>
                    <a:pt x="1059213" y="1258749"/>
                  </a:lnTo>
                  <a:lnTo>
                    <a:pt x="1059209" y="1258736"/>
                  </a:lnTo>
                  <a:lnTo>
                    <a:pt x="1059206" y="1258718"/>
                  </a:lnTo>
                  <a:lnTo>
                    <a:pt x="1059203" y="1258703"/>
                  </a:lnTo>
                  <a:lnTo>
                    <a:pt x="1059199" y="1258686"/>
                  </a:lnTo>
                  <a:lnTo>
                    <a:pt x="1059197" y="1258664"/>
                  </a:lnTo>
                  <a:lnTo>
                    <a:pt x="1059195" y="1258651"/>
                  </a:lnTo>
                  <a:lnTo>
                    <a:pt x="1059194" y="1258635"/>
                  </a:lnTo>
                  <a:lnTo>
                    <a:pt x="1059194" y="1258628"/>
                  </a:lnTo>
                  <a:lnTo>
                    <a:pt x="1059191" y="1258618"/>
                  </a:lnTo>
                  <a:lnTo>
                    <a:pt x="1059185" y="1258601"/>
                  </a:lnTo>
                  <a:lnTo>
                    <a:pt x="1059184" y="1258596"/>
                  </a:lnTo>
                  <a:lnTo>
                    <a:pt x="1059172" y="1258566"/>
                  </a:lnTo>
                  <a:lnTo>
                    <a:pt x="1059162" y="1258531"/>
                  </a:lnTo>
                  <a:lnTo>
                    <a:pt x="1059158" y="1258507"/>
                  </a:lnTo>
                  <a:lnTo>
                    <a:pt x="1059156" y="1258501"/>
                  </a:lnTo>
                  <a:lnTo>
                    <a:pt x="1059156" y="1258484"/>
                  </a:lnTo>
                  <a:lnTo>
                    <a:pt x="1059156" y="1258473"/>
                  </a:lnTo>
                  <a:lnTo>
                    <a:pt x="1059153" y="1258467"/>
                  </a:lnTo>
                  <a:lnTo>
                    <a:pt x="1059146" y="1258451"/>
                  </a:lnTo>
                  <a:lnTo>
                    <a:pt x="1059138" y="1258434"/>
                  </a:lnTo>
                  <a:lnTo>
                    <a:pt x="1059136" y="1258419"/>
                  </a:lnTo>
                  <a:lnTo>
                    <a:pt x="1059134" y="1258411"/>
                  </a:lnTo>
                  <a:lnTo>
                    <a:pt x="1059130" y="1258401"/>
                  </a:lnTo>
                  <a:lnTo>
                    <a:pt x="1059128" y="1258393"/>
                  </a:lnTo>
                  <a:lnTo>
                    <a:pt x="1059128" y="1258384"/>
                  </a:lnTo>
                  <a:lnTo>
                    <a:pt x="1059127" y="1258367"/>
                  </a:lnTo>
                  <a:lnTo>
                    <a:pt x="1059126" y="1258351"/>
                  </a:lnTo>
                  <a:lnTo>
                    <a:pt x="1059125" y="1258334"/>
                  </a:lnTo>
                  <a:lnTo>
                    <a:pt x="1059124" y="1258317"/>
                  </a:lnTo>
                  <a:lnTo>
                    <a:pt x="1059123" y="1258301"/>
                  </a:lnTo>
                  <a:lnTo>
                    <a:pt x="1059121" y="1258284"/>
                  </a:lnTo>
                  <a:lnTo>
                    <a:pt x="1059119" y="1258268"/>
                  </a:lnTo>
                  <a:lnTo>
                    <a:pt x="1059119" y="1258251"/>
                  </a:lnTo>
                  <a:lnTo>
                    <a:pt x="1059118" y="1258234"/>
                  </a:lnTo>
                  <a:lnTo>
                    <a:pt x="1059117" y="1258217"/>
                  </a:lnTo>
                  <a:lnTo>
                    <a:pt x="1059117" y="1258201"/>
                  </a:lnTo>
                  <a:lnTo>
                    <a:pt x="1059117" y="1258188"/>
                  </a:lnTo>
                  <a:lnTo>
                    <a:pt x="1059112" y="1258175"/>
                  </a:lnTo>
                  <a:lnTo>
                    <a:pt x="1059106" y="1258159"/>
                  </a:lnTo>
                  <a:lnTo>
                    <a:pt x="1059104" y="1258142"/>
                  </a:lnTo>
                  <a:lnTo>
                    <a:pt x="1059100" y="1258123"/>
                  </a:lnTo>
                  <a:lnTo>
                    <a:pt x="1059096" y="1258109"/>
                  </a:lnTo>
                  <a:lnTo>
                    <a:pt x="1059088" y="1258092"/>
                  </a:lnTo>
                  <a:lnTo>
                    <a:pt x="1059082" y="1258075"/>
                  </a:lnTo>
                  <a:lnTo>
                    <a:pt x="1059079" y="1258060"/>
                  </a:lnTo>
                  <a:lnTo>
                    <a:pt x="1059080" y="1258042"/>
                  </a:lnTo>
                  <a:lnTo>
                    <a:pt x="1059079" y="1258025"/>
                  </a:lnTo>
                  <a:lnTo>
                    <a:pt x="1059079" y="1258009"/>
                  </a:lnTo>
                  <a:lnTo>
                    <a:pt x="1059079" y="1258002"/>
                  </a:lnTo>
                  <a:lnTo>
                    <a:pt x="1059076" y="1257986"/>
                  </a:lnTo>
                  <a:lnTo>
                    <a:pt x="1059070" y="1257971"/>
                  </a:lnTo>
                  <a:lnTo>
                    <a:pt x="1059058" y="1257944"/>
                  </a:lnTo>
                  <a:lnTo>
                    <a:pt x="1059048" y="1257925"/>
                  </a:lnTo>
                  <a:lnTo>
                    <a:pt x="1059043" y="1257909"/>
                  </a:lnTo>
                  <a:lnTo>
                    <a:pt x="1059036" y="1257892"/>
                  </a:lnTo>
                  <a:lnTo>
                    <a:pt x="1059028" y="1257876"/>
                  </a:lnTo>
                  <a:lnTo>
                    <a:pt x="1059024" y="1257869"/>
                  </a:lnTo>
                  <a:lnTo>
                    <a:pt x="1059023" y="1257861"/>
                  </a:lnTo>
                  <a:lnTo>
                    <a:pt x="1059025" y="1257842"/>
                  </a:lnTo>
                  <a:lnTo>
                    <a:pt x="1059027" y="1257826"/>
                  </a:lnTo>
                  <a:lnTo>
                    <a:pt x="1059031" y="1257806"/>
                  </a:lnTo>
                  <a:lnTo>
                    <a:pt x="1059034" y="1257788"/>
                  </a:lnTo>
                  <a:lnTo>
                    <a:pt x="1059043" y="1257743"/>
                  </a:lnTo>
                  <a:lnTo>
                    <a:pt x="1059049" y="1257682"/>
                  </a:lnTo>
                  <a:lnTo>
                    <a:pt x="1059048" y="1257676"/>
                  </a:lnTo>
                  <a:lnTo>
                    <a:pt x="1059049" y="1257669"/>
                  </a:lnTo>
                  <a:lnTo>
                    <a:pt x="1059051" y="1257652"/>
                  </a:lnTo>
                  <a:lnTo>
                    <a:pt x="1059052" y="1257632"/>
                  </a:lnTo>
                  <a:lnTo>
                    <a:pt x="1059052" y="1257626"/>
                  </a:lnTo>
                  <a:lnTo>
                    <a:pt x="1059051" y="1257609"/>
                  </a:lnTo>
                  <a:lnTo>
                    <a:pt x="1059051" y="1257601"/>
                  </a:lnTo>
                  <a:lnTo>
                    <a:pt x="1059054" y="1257592"/>
                  </a:lnTo>
                  <a:lnTo>
                    <a:pt x="1059056" y="1257581"/>
                  </a:lnTo>
                  <a:lnTo>
                    <a:pt x="1059060" y="1257575"/>
                  </a:lnTo>
                  <a:lnTo>
                    <a:pt x="1059067" y="1257560"/>
                  </a:lnTo>
                  <a:lnTo>
                    <a:pt x="1059075" y="1257542"/>
                  </a:lnTo>
                  <a:lnTo>
                    <a:pt x="1059078" y="1257532"/>
                  </a:lnTo>
                  <a:lnTo>
                    <a:pt x="1059078" y="1257525"/>
                  </a:lnTo>
                  <a:lnTo>
                    <a:pt x="1059077" y="1257509"/>
                  </a:lnTo>
                  <a:lnTo>
                    <a:pt x="1059072" y="1257494"/>
                  </a:lnTo>
                  <a:lnTo>
                    <a:pt x="1059071" y="1257481"/>
                  </a:lnTo>
                  <a:lnTo>
                    <a:pt x="1059072" y="1257474"/>
                  </a:lnTo>
                  <a:lnTo>
                    <a:pt x="1059082" y="1257448"/>
                  </a:lnTo>
                  <a:lnTo>
                    <a:pt x="1059088" y="1257431"/>
                  </a:lnTo>
                  <a:lnTo>
                    <a:pt x="1059095" y="1257414"/>
                  </a:lnTo>
                  <a:lnTo>
                    <a:pt x="1059102" y="1257398"/>
                  </a:lnTo>
                  <a:lnTo>
                    <a:pt x="1059106" y="1257385"/>
                  </a:lnTo>
                  <a:lnTo>
                    <a:pt x="1059109" y="1257381"/>
                  </a:lnTo>
                  <a:lnTo>
                    <a:pt x="1059121" y="1257364"/>
                  </a:lnTo>
                  <a:lnTo>
                    <a:pt x="1059132" y="1257355"/>
                  </a:lnTo>
                  <a:lnTo>
                    <a:pt x="1059138" y="1257353"/>
                  </a:lnTo>
                  <a:lnTo>
                    <a:pt x="1059145" y="1257348"/>
                  </a:lnTo>
                  <a:lnTo>
                    <a:pt x="1059154" y="1257346"/>
                  </a:lnTo>
                  <a:lnTo>
                    <a:pt x="1059171" y="1257340"/>
                  </a:lnTo>
                  <a:lnTo>
                    <a:pt x="1059187" y="1257334"/>
                  </a:lnTo>
                  <a:lnTo>
                    <a:pt x="1059193" y="1257330"/>
                  </a:lnTo>
                  <a:lnTo>
                    <a:pt x="1059199" y="1257320"/>
                  </a:lnTo>
                  <a:lnTo>
                    <a:pt x="1059205" y="1257302"/>
                  </a:lnTo>
                  <a:lnTo>
                    <a:pt x="1059215" y="1257286"/>
                  </a:lnTo>
                  <a:lnTo>
                    <a:pt x="1059216" y="1257270"/>
                  </a:lnTo>
                  <a:lnTo>
                    <a:pt x="1059214" y="1257259"/>
                  </a:lnTo>
                  <a:lnTo>
                    <a:pt x="1059213" y="1257251"/>
                  </a:lnTo>
                  <a:lnTo>
                    <a:pt x="1059211" y="1257243"/>
                  </a:lnTo>
                  <a:lnTo>
                    <a:pt x="1059207" y="1257238"/>
                  </a:lnTo>
                  <a:lnTo>
                    <a:pt x="1059200" y="1257227"/>
                  </a:lnTo>
                  <a:lnTo>
                    <a:pt x="1059191" y="1257216"/>
                  </a:lnTo>
                  <a:lnTo>
                    <a:pt x="1059188" y="1257211"/>
                  </a:lnTo>
                  <a:lnTo>
                    <a:pt x="1059185" y="1257207"/>
                  </a:lnTo>
                  <a:lnTo>
                    <a:pt x="1059184" y="1257186"/>
                  </a:lnTo>
                  <a:lnTo>
                    <a:pt x="1059183" y="1257169"/>
                  </a:lnTo>
                  <a:lnTo>
                    <a:pt x="1059182" y="1257153"/>
                  </a:lnTo>
                  <a:lnTo>
                    <a:pt x="1059182" y="1257146"/>
                  </a:lnTo>
                  <a:lnTo>
                    <a:pt x="1059178" y="1257136"/>
                  </a:lnTo>
                  <a:lnTo>
                    <a:pt x="1059174" y="1257124"/>
                  </a:lnTo>
                  <a:lnTo>
                    <a:pt x="1059170" y="1257119"/>
                  </a:lnTo>
                  <a:lnTo>
                    <a:pt x="1059160" y="1257104"/>
                  </a:lnTo>
                  <a:lnTo>
                    <a:pt x="1059153" y="1257093"/>
                  </a:lnTo>
                  <a:lnTo>
                    <a:pt x="1059147" y="1257089"/>
                  </a:lnTo>
                  <a:lnTo>
                    <a:pt x="1059142" y="1257083"/>
                  </a:lnTo>
                  <a:lnTo>
                    <a:pt x="1059141" y="1257077"/>
                  </a:lnTo>
                  <a:lnTo>
                    <a:pt x="1059141" y="1257072"/>
                  </a:lnTo>
                  <a:lnTo>
                    <a:pt x="1059138" y="1257061"/>
                  </a:lnTo>
                  <a:lnTo>
                    <a:pt x="1059135" y="1257048"/>
                  </a:lnTo>
                  <a:lnTo>
                    <a:pt x="1059123" y="1257040"/>
                  </a:lnTo>
                  <a:lnTo>
                    <a:pt x="1059111" y="1257032"/>
                  </a:lnTo>
                  <a:lnTo>
                    <a:pt x="1059105" y="1257029"/>
                  </a:lnTo>
                  <a:lnTo>
                    <a:pt x="1059095" y="1257021"/>
                  </a:lnTo>
                  <a:lnTo>
                    <a:pt x="1059091" y="1257015"/>
                  </a:lnTo>
                  <a:lnTo>
                    <a:pt x="1059088" y="1257011"/>
                  </a:lnTo>
                  <a:lnTo>
                    <a:pt x="1059082" y="1257006"/>
                  </a:lnTo>
                  <a:lnTo>
                    <a:pt x="1059069" y="1256998"/>
                  </a:lnTo>
                  <a:lnTo>
                    <a:pt x="1059059" y="1256993"/>
                  </a:lnTo>
                  <a:lnTo>
                    <a:pt x="1059042" y="1256985"/>
                  </a:lnTo>
                  <a:lnTo>
                    <a:pt x="1059024" y="1256977"/>
                  </a:lnTo>
                  <a:lnTo>
                    <a:pt x="1059000" y="1256963"/>
                  </a:lnTo>
                  <a:lnTo>
                    <a:pt x="1058981" y="1256944"/>
                  </a:lnTo>
                  <a:lnTo>
                    <a:pt x="1058970" y="1256930"/>
                  </a:lnTo>
                  <a:lnTo>
                    <a:pt x="1058953" y="1256920"/>
                  </a:lnTo>
                  <a:lnTo>
                    <a:pt x="1058944" y="1256915"/>
                  </a:lnTo>
                  <a:lnTo>
                    <a:pt x="1058935" y="1256914"/>
                  </a:lnTo>
                  <a:lnTo>
                    <a:pt x="1058928" y="1256913"/>
                  </a:lnTo>
                  <a:lnTo>
                    <a:pt x="1058921" y="1256909"/>
                  </a:lnTo>
                  <a:lnTo>
                    <a:pt x="1058905" y="1256902"/>
                  </a:lnTo>
                  <a:lnTo>
                    <a:pt x="1058895" y="1256900"/>
                  </a:lnTo>
                  <a:lnTo>
                    <a:pt x="1058884" y="1256899"/>
                  </a:lnTo>
                  <a:lnTo>
                    <a:pt x="1058866" y="1256900"/>
                  </a:lnTo>
                  <a:lnTo>
                    <a:pt x="1058848" y="1256901"/>
                  </a:lnTo>
                  <a:lnTo>
                    <a:pt x="1058836" y="1256902"/>
                  </a:lnTo>
                  <a:lnTo>
                    <a:pt x="1058820" y="1256904"/>
                  </a:lnTo>
                  <a:lnTo>
                    <a:pt x="1058803" y="1256906"/>
                  </a:lnTo>
                  <a:lnTo>
                    <a:pt x="1058799" y="1256908"/>
                  </a:lnTo>
                  <a:lnTo>
                    <a:pt x="1058791" y="1256908"/>
                  </a:lnTo>
                  <a:lnTo>
                    <a:pt x="1058763" y="1256913"/>
                  </a:lnTo>
                  <a:lnTo>
                    <a:pt x="1058746" y="1256912"/>
                  </a:lnTo>
                  <a:lnTo>
                    <a:pt x="1058732" y="1256914"/>
                  </a:lnTo>
                  <a:lnTo>
                    <a:pt x="1058726" y="1256917"/>
                  </a:lnTo>
                  <a:lnTo>
                    <a:pt x="1058703" y="1256923"/>
                  </a:lnTo>
                  <a:lnTo>
                    <a:pt x="1058688" y="1256924"/>
                  </a:lnTo>
                  <a:lnTo>
                    <a:pt x="1058671" y="1256925"/>
                  </a:lnTo>
                  <a:lnTo>
                    <a:pt x="1058655" y="1256927"/>
                  </a:lnTo>
                  <a:lnTo>
                    <a:pt x="1058638" y="1256926"/>
                  </a:lnTo>
                  <a:lnTo>
                    <a:pt x="1058622" y="1256926"/>
                  </a:lnTo>
                  <a:lnTo>
                    <a:pt x="1058605" y="1256926"/>
                  </a:lnTo>
                  <a:lnTo>
                    <a:pt x="1058589" y="1256925"/>
                  </a:lnTo>
                  <a:lnTo>
                    <a:pt x="1058582" y="1256925"/>
                  </a:lnTo>
                  <a:lnTo>
                    <a:pt x="1058577" y="1256923"/>
                  </a:lnTo>
                  <a:lnTo>
                    <a:pt x="1058572" y="1256919"/>
                  </a:lnTo>
                  <a:lnTo>
                    <a:pt x="1058568" y="1256912"/>
                  </a:lnTo>
                  <a:lnTo>
                    <a:pt x="1058566" y="1256903"/>
                  </a:lnTo>
                  <a:lnTo>
                    <a:pt x="1058566" y="1256886"/>
                  </a:lnTo>
                  <a:lnTo>
                    <a:pt x="1058570" y="1256869"/>
                  </a:lnTo>
                  <a:lnTo>
                    <a:pt x="1058575" y="1256853"/>
                  </a:lnTo>
                  <a:lnTo>
                    <a:pt x="1058575" y="1256845"/>
                  </a:lnTo>
                  <a:lnTo>
                    <a:pt x="1058573" y="1256835"/>
                  </a:lnTo>
                  <a:lnTo>
                    <a:pt x="1058569" y="1256818"/>
                  </a:lnTo>
                  <a:lnTo>
                    <a:pt x="1058562" y="1256802"/>
                  </a:lnTo>
                  <a:lnTo>
                    <a:pt x="1058554" y="1256784"/>
                  </a:lnTo>
                  <a:lnTo>
                    <a:pt x="1058547" y="1256776"/>
                  </a:lnTo>
                  <a:lnTo>
                    <a:pt x="1058541" y="1256768"/>
                  </a:lnTo>
                  <a:lnTo>
                    <a:pt x="1058535" y="1256764"/>
                  </a:lnTo>
                  <a:lnTo>
                    <a:pt x="1058528" y="1256755"/>
                  </a:lnTo>
                  <a:lnTo>
                    <a:pt x="1058527" y="1256748"/>
                  </a:lnTo>
                  <a:lnTo>
                    <a:pt x="1058525" y="1256739"/>
                  </a:lnTo>
                  <a:lnTo>
                    <a:pt x="1058524" y="1256723"/>
                  </a:lnTo>
                  <a:lnTo>
                    <a:pt x="1058524" y="1256708"/>
                  </a:lnTo>
                  <a:lnTo>
                    <a:pt x="1058523" y="1256696"/>
                  </a:lnTo>
                  <a:lnTo>
                    <a:pt x="1058519" y="1256687"/>
                  </a:lnTo>
                  <a:lnTo>
                    <a:pt x="1058512" y="1256680"/>
                  </a:lnTo>
                  <a:lnTo>
                    <a:pt x="1058504" y="1256667"/>
                  </a:lnTo>
                  <a:lnTo>
                    <a:pt x="1058502" y="1256657"/>
                  </a:lnTo>
                  <a:lnTo>
                    <a:pt x="1058497" y="1256641"/>
                  </a:lnTo>
                  <a:lnTo>
                    <a:pt x="1058494" y="1256636"/>
                  </a:lnTo>
                  <a:lnTo>
                    <a:pt x="1058486" y="1256628"/>
                  </a:lnTo>
                  <a:lnTo>
                    <a:pt x="1058479" y="1256618"/>
                  </a:lnTo>
                  <a:lnTo>
                    <a:pt x="1058468" y="1256607"/>
                  </a:lnTo>
                  <a:lnTo>
                    <a:pt x="1058460" y="1256595"/>
                  </a:lnTo>
                  <a:lnTo>
                    <a:pt x="1058453" y="1256587"/>
                  </a:lnTo>
                  <a:lnTo>
                    <a:pt x="1058452" y="1256575"/>
                  </a:lnTo>
                  <a:lnTo>
                    <a:pt x="1058452" y="1256568"/>
                  </a:lnTo>
                  <a:lnTo>
                    <a:pt x="1058452" y="1256559"/>
                  </a:lnTo>
                  <a:lnTo>
                    <a:pt x="1058452" y="1256543"/>
                  </a:lnTo>
                  <a:lnTo>
                    <a:pt x="1058455" y="1256527"/>
                  </a:lnTo>
                  <a:lnTo>
                    <a:pt x="1058456" y="1256510"/>
                  </a:lnTo>
                  <a:lnTo>
                    <a:pt x="1058459" y="1256493"/>
                  </a:lnTo>
                  <a:lnTo>
                    <a:pt x="1058461" y="1256476"/>
                  </a:lnTo>
                  <a:lnTo>
                    <a:pt x="1058465" y="1256460"/>
                  </a:lnTo>
                  <a:lnTo>
                    <a:pt x="1058467" y="1256443"/>
                  </a:lnTo>
                  <a:lnTo>
                    <a:pt x="1058470" y="1256426"/>
                  </a:lnTo>
                  <a:lnTo>
                    <a:pt x="1058472" y="1256419"/>
                  </a:lnTo>
                  <a:lnTo>
                    <a:pt x="1058474" y="1256410"/>
                  </a:lnTo>
                  <a:lnTo>
                    <a:pt x="1058476" y="1256405"/>
                  </a:lnTo>
                  <a:lnTo>
                    <a:pt x="1058477" y="1256389"/>
                  </a:lnTo>
                  <a:lnTo>
                    <a:pt x="1058479" y="1256370"/>
                  </a:lnTo>
                  <a:lnTo>
                    <a:pt x="1058480" y="1256358"/>
                  </a:lnTo>
                  <a:lnTo>
                    <a:pt x="1058479" y="1256344"/>
                  </a:lnTo>
                  <a:lnTo>
                    <a:pt x="1058475" y="1256327"/>
                  </a:lnTo>
                  <a:lnTo>
                    <a:pt x="1058470" y="1256313"/>
                  </a:lnTo>
                  <a:lnTo>
                    <a:pt x="1058465" y="1256300"/>
                  </a:lnTo>
                  <a:lnTo>
                    <a:pt x="1058459" y="1256286"/>
                  </a:lnTo>
                  <a:lnTo>
                    <a:pt x="1058449" y="1256251"/>
                  </a:lnTo>
                  <a:lnTo>
                    <a:pt x="1058449" y="1256232"/>
                  </a:lnTo>
                  <a:lnTo>
                    <a:pt x="1058451" y="1256216"/>
                  </a:lnTo>
                  <a:lnTo>
                    <a:pt x="1058454" y="1256199"/>
                  </a:lnTo>
                  <a:lnTo>
                    <a:pt x="1058454" y="1256193"/>
                  </a:lnTo>
                  <a:lnTo>
                    <a:pt x="1058458" y="1256182"/>
                  </a:lnTo>
                  <a:lnTo>
                    <a:pt x="1058461" y="1256167"/>
                  </a:lnTo>
                  <a:lnTo>
                    <a:pt x="1058467" y="1256150"/>
                  </a:lnTo>
                  <a:lnTo>
                    <a:pt x="1058473" y="1256136"/>
                  </a:lnTo>
                  <a:lnTo>
                    <a:pt x="1058480" y="1256115"/>
                  </a:lnTo>
                  <a:lnTo>
                    <a:pt x="1058481" y="1256097"/>
                  </a:lnTo>
                  <a:lnTo>
                    <a:pt x="1058480" y="1256081"/>
                  </a:lnTo>
                  <a:lnTo>
                    <a:pt x="1058478" y="1256056"/>
                  </a:lnTo>
                  <a:lnTo>
                    <a:pt x="1058478" y="1256040"/>
                  </a:lnTo>
                  <a:lnTo>
                    <a:pt x="1058476" y="1256032"/>
                  </a:lnTo>
                  <a:lnTo>
                    <a:pt x="1058474" y="1256015"/>
                  </a:lnTo>
                  <a:lnTo>
                    <a:pt x="1058471" y="1255999"/>
                  </a:lnTo>
                  <a:lnTo>
                    <a:pt x="1058469" y="1255982"/>
                  </a:lnTo>
                  <a:lnTo>
                    <a:pt x="1058466" y="1255963"/>
                  </a:lnTo>
                  <a:lnTo>
                    <a:pt x="1058461" y="1255949"/>
                  </a:lnTo>
                  <a:lnTo>
                    <a:pt x="1058450" y="1255920"/>
                  </a:lnTo>
                  <a:lnTo>
                    <a:pt x="1058445" y="1255910"/>
                  </a:lnTo>
                  <a:lnTo>
                    <a:pt x="1058432" y="1255893"/>
                  </a:lnTo>
                  <a:lnTo>
                    <a:pt x="1058417" y="1255880"/>
                  </a:lnTo>
                  <a:lnTo>
                    <a:pt x="1058403" y="1255866"/>
                  </a:lnTo>
                  <a:lnTo>
                    <a:pt x="1058388" y="1255850"/>
                  </a:lnTo>
                  <a:lnTo>
                    <a:pt x="1058376" y="1255834"/>
                  </a:lnTo>
                  <a:lnTo>
                    <a:pt x="1058367" y="1255822"/>
                  </a:lnTo>
                  <a:lnTo>
                    <a:pt x="1058365" y="1255817"/>
                  </a:lnTo>
                  <a:lnTo>
                    <a:pt x="1058353" y="1255799"/>
                  </a:lnTo>
                  <a:lnTo>
                    <a:pt x="1058343" y="1255777"/>
                  </a:lnTo>
                  <a:lnTo>
                    <a:pt x="1058332" y="1255758"/>
                  </a:lnTo>
                  <a:lnTo>
                    <a:pt x="1058325" y="1255751"/>
                  </a:lnTo>
                  <a:lnTo>
                    <a:pt x="1058310" y="1255738"/>
                  </a:lnTo>
                  <a:lnTo>
                    <a:pt x="1058300" y="1255730"/>
                  </a:lnTo>
                  <a:lnTo>
                    <a:pt x="1058289" y="1255720"/>
                  </a:lnTo>
                  <a:lnTo>
                    <a:pt x="1058281" y="1255715"/>
                  </a:lnTo>
                  <a:lnTo>
                    <a:pt x="1058275" y="1255711"/>
                  </a:lnTo>
                  <a:lnTo>
                    <a:pt x="1058264" y="1255706"/>
                  </a:lnTo>
                  <a:lnTo>
                    <a:pt x="1058253" y="1255702"/>
                  </a:lnTo>
                  <a:lnTo>
                    <a:pt x="1058247" y="1255700"/>
                  </a:lnTo>
                  <a:lnTo>
                    <a:pt x="1058242" y="1255697"/>
                  </a:lnTo>
                  <a:lnTo>
                    <a:pt x="1058233" y="1255692"/>
                  </a:lnTo>
                  <a:lnTo>
                    <a:pt x="1058225" y="1255685"/>
                  </a:lnTo>
                  <a:lnTo>
                    <a:pt x="1058222" y="1255679"/>
                  </a:lnTo>
                  <a:lnTo>
                    <a:pt x="1058219" y="1255668"/>
                  </a:lnTo>
                  <a:lnTo>
                    <a:pt x="1058216" y="1255658"/>
                  </a:lnTo>
                  <a:lnTo>
                    <a:pt x="1058215" y="1255653"/>
                  </a:lnTo>
                  <a:lnTo>
                    <a:pt x="1058213" y="1255648"/>
                  </a:lnTo>
                  <a:lnTo>
                    <a:pt x="1058206" y="1255641"/>
                  </a:lnTo>
                  <a:lnTo>
                    <a:pt x="1058200" y="1255636"/>
                  </a:lnTo>
                  <a:lnTo>
                    <a:pt x="1058192" y="1255630"/>
                  </a:lnTo>
                  <a:lnTo>
                    <a:pt x="1058184" y="1255626"/>
                  </a:lnTo>
                  <a:lnTo>
                    <a:pt x="1058181" y="1255618"/>
                  </a:lnTo>
                  <a:lnTo>
                    <a:pt x="1058184" y="1255609"/>
                  </a:lnTo>
                  <a:lnTo>
                    <a:pt x="1058192" y="1255592"/>
                  </a:lnTo>
                  <a:lnTo>
                    <a:pt x="1058201" y="1255576"/>
                  </a:lnTo>
                  <a:lnTo>
                    <a:pt x="1058202" y="1255570"/>
                  </a:lnTo>
                  <a:lnTo>
                    <a:pt x="1058205" y="1255561"/>
                  </a:lnTo>
                  <a:lnTo>
                    <a:pt x="1058208" y="1255551"/>
                  </a:lnTo>
                  <a:lnTo>
                    <a:pt x="1058208" y="1255543"/>
                  </a:lnTo>
                  <a:lnTo>
                    <a:pt x="1058208" y="1255533"/>
                  </a:lnTo>
                  <a:lnTo>
                    <a:pt x="1058204" y="1255529"/>
                  </a:lnTo>
                  <a:lnTo>
                    <a:pt x="1058191" y="1255532"/>
                  </a:lnTo>
                  <a:lnTo>
                    <a:pt x="1058173" y="1255531"/>
                  </a:lnTo>
                  <a:lnTo>
                    <a:pt x="1058161" y="1255531"/>
                  </a:lnTo>
                  <a:lnTo>
                    <a:pt x="1058137" y="1255530"/>
                  </a:lnTo>
                  <a:lnTo>
                    <a:pt x="1058111" y="1255529"/>
                  </a:lnTo>
                  <a:lnTo>
                    <a:pt x="1058096" y="1255532"/>
                  </a:lnTo>
                  <a:lnTo>
                    <a:pt x="1058083" y="1255538"/>
                  </a:lnTo>
                  <a:lnTo>
                    <a:pt x="1058075" y="1255546"/>
                  </a:lnTo>
                  <a:lnTo>
                    <a:pt x="1058066" y="1255553"/>
                  </a:lnTo>
                  <a:lnTo>
                    <a:pt x="1058050" y="1255562"/>
                  </a:lnTo>
                  <a:lnTo>
                    <a:pt x="1058034" y="1255572"/>
                  </a:lnTo>
                  <a:lnTo>
                    <a:pt x="1058017" y="1255583"/>
                  </a:lnTo>
                  <a:lnTo>
                    <a:pt x="1058001" y="1255596"/>
                  </a:lnTo>
                  <a:lnTo>
                    <a:pt x="1057984" y="1255610"/>
                  </a:lnTo>
                  <a:lnTo>
                    <a:pt x="1057969" y="1255625"/>
                  </a:lnTo>
                  <a:lnTo>
                    <a:pt x="1057954" y="1255639"/>
                  </a:lnTo>
                  <a:lnTo>
                    <a:pt x="1057937" y="1255651"/>
                  </a:lnTo>
                  <a:lnTo>
                    <a:pt x="1057921" y="1255660"/>
                  </a:lnTo>
                  <a:lnTo>
                    <a:pt x="1057908" y="1255665"/>
                  </a:lnTo>
                  <a:lnTo>
                    <a:pt x="1057900" y="1255668"/>
                  </a:lnTo>
                  <a:lnTo>
                    <a:pt x="1057888" y="1255673"/>
                  </a:lnTo>
                  <a:lnTo>
                    <a:pt x="1057876" y="1255678"/>
                  </a:lnTo>
                  <a:lnTo>
                    <a:pt x="1057870" y="1255678"/>
                  </a:lnTo>
                  <a:lnTo>
                    <a:pt x="1057864" y="1255679"/>
                  </a:lnTo>
                  <a:lnTo>
                    <a:pt x="1057855" y="1255679"/>
                  </a:lnTo>
                  <a:lnTo>
                    <a:pt x="1057842" y="1255675"/>
                  </a:lnTo>
                  <a:lnTo>
                    <a:pt x="1057828" y="1255670"/>
                  </a:lnTo>
                  <a:lnTo>
                    <a:pt x="1057821" y="1255670"/>
                  </a:lnTo>
                  <a:lnTo>
                    <a:pt x="1057787" y="1255673"/>
                  </a:lnTo>
                  <a:lnTo>
                    <a:pt x="1057756" y="1255679"/>
                  </a:lnTo>
                  <a:lnTo>
                    <a:pt x="1057736" y="1255688"/>
                  </a:lnTo>
                  <a:lnTo>
                    <a:pt x="1057723" y="1255691"/>
                  </a:lnTo>
                  <a:lnTo>
                    <a:pt x="1057714" y="1255694"/>
                  </a:lnTo>
                  <a:lnTo>
                    <a:pt x="1057707" y="1255694"/>
                  </a:lnTo>
                  <a:lnTo>
                    <a:pt x="1057690" y="1255698"/>
                  </a:lnTo>
                  <a:lnTo>
                    <a:pt x="1057674" y="1255697"/>
                  </a:lnTo>
                  <a:lnTo>
                    <a:pt x="1057667" y="1255694"/>
                  </a:lnTo>
                  <a:lnTo>
                    <a:pt x="1057662" y="1255688"/>
                  </a:lnTo>
                  <a:lnTo>
                    <a:pt x="1057658" y="1255684"/>
                  </a:lnTo>
                  <a:lnTo>
                    <a:pt x="1057652" y="1255676"/>
                  </a:lnTo>
                  <a:lnTo>
                    <a:pt x="1057647" y="1255667"/>
                  </a:lnTo>
                  <a:lnTo>
                    <a:pt x="1057644" y="1255659"/>
                  </a:lnTo>
                  <a:lnTo>
                    <a:pt x="1057643" y="1255650"/>
                  </a:lnTo>
                  <a:lnTo>
                    <a:pt x="1057640" y="1255636"/>
                  </a:lnTo>
                  <a:lnTo>
                    <a:pt x="1057639" y="1255577"/>
                  </a:lnTo>
                  <a:lnTo>
                    <a:pt x="1057621" y="1255490"/>
                  </a:lnTo>
                  <a:lnTo>
                    <a:pt x="1057633" y="1255426"/>
                  </a:lnTo>
                  <a:lnTo>
                    <a:pt x="1057635" y="1255419"/>
                  </a:lnTo>
                  <a:lnTo>
                    <a:pt x="1057628" y="1255351"/>
                  </a:lnTo>
                  <a:lnTo>
                    <a:pt x="1057613" y="1255259"/>
                  </a:lnTo>
                  <a:lnTo>
                    <a:pt x="1057609" y="1255243"/>
                  </a:lnTo>
                  <a:lnTo>
                    <a:pt x="1057582" y="1255164"/>
                  </a:lnTo>
                  <a:lnTo>
                    <a:pt x="1057577" y="1255140"/>
                  </a:lnTo>
                  <a:lnTo>
                    <a:pt x="1057572" y="1255109"/>
                  </a:lnTo>
                  <a:lnTo>
                    <a:pt x="1057569" y="1255055"/>
                  </a:lnTo>
                  <a:lnTo>
                    <a:pt x="1057567" y="1255050"/>
                  </a:lnTo>
                  <a:lnTo>
                    <a:pt x="1057566" y="1255045"/>
                  </a:lnTo>
                  <a:lnTo>
                    <a:pt x="1057563" y="1255041"/>
                  </a:lnTo>
                  <a:lnTo>
                    <a:pt x="1057559" y="1255036"/>
                  </a:lnTo>
                  <a:lnTo>
                    <a:pt x="1057553" y="1255031"/>
                  </a:lnTo>
                  <a:lnTo>
                    <a:pt x="1057549" y="1255027"/>
                  </a:lnTo>
                  <a:lnTo>
                    <a:pt x="1057544" y="1255023"/>
                  </a:lnTo>
                  <a:lnTo>
                    <a:pt x="1057538" y="1255020"/>
                  </a:lnTo>
                  <a:lnTo>
                    <a:pt x="1057496" y="1254999"/>
                  </a:lnTo>
                  <a:lnTo>
                    <a:pt x="1057492" y="1254996"/>
                  </a:lnTo>
                  <a:lnTo>
                    <a:pt x="1057488" y="1254994"/>
                  </a:lnTo>
                  <a:lnTo>
                    <a:pt x="1057460" y="1254974"/>
                  </a:lnTo>
                  <a:lnTo>
                    <a:pt x="1057452" y="1254965"/>
                  </a:lnTo>
                  <a:lnTo>
                    <a:pt x="1057444" y="1254954"/>
                  </a:lnTo>
                  <a:lnTo>
                    <a:pt x="1057440" y="1254948"/>
                  </a:lnTo>
                  <a:lnTo>
                    <a:pt x="1057438" y="1254942"/>
                  </a:lnTo>
                  <a:lnTo>
                    <a:pt x="1057436" y="1254935"/>
                  </a:lnTo>
                  <a:lnTo>
                    <a:pt x="1057435" y="1254928"/>
                  </a:lnTo>
                  <a:lnTo>
                    <a:pt x="1057435" y="1254922"/>
                  </a:lnTo>
                  <a:lnTo>
                    <a:pt x="1057437" y="1254904"/>
                  </a:lnTo>
                  <a:lnTo>
                    <a:pt x="1057438" y="1254897"/>
                  </a:lnTo>
                  <a:lnTo>
                    <a:pt x="1057438" y="1254891"/>
                  </a:lnTo>
                  <a:lnTo>
                    <a:pt x="1057437" y="1254875"/>
                  </a:lnTo>
                  <a:lnTo>
                    <a:pt x="1057435" y="1254867"/>
                  </a:lnTo>
                  <a:lnTo>
                    <a:pt x="1057432" y="1254860"/>
                  </a:lnTo>
                  <a:lnTo>
                    <a:pt x="1057428" y="1254852"/>
                  </a:lnTo>
                  <a:lnTo>
                    <a:pt x="1057419" y="1254836"/>
                  </a:lnTo>
                  <a:lnTo>
                    <a:pt x="1057414" y="1254829"/>
                  </a:lnTo>
                  <a:lnTo>
                    <a:pt x="1057404" y="1254816"/>
                  </a:lnTo>
                  <a:lnTo>
                    <a:pt x="1057399" y="1254810"/>
                  </a:lnTo>
                  <a:lnTo>
                    <a:pt x="1057394" y="1254806"/>
                  </a:lnTo>
                  <a:lnTo>
                    <a:pt x="1057390" y="1254803"/>
                  </a:lnTo>
                  <a:lnTo>
                    <a:pt x="1057387" y="1254800"/>
                  </a:lnTo>
                  <a:lnTo>
                    <a:pt x="1057382" y="1254796"/>
                  </a:lnTo>
                  <a:lnTo>
                    <a:pt x="1057376" y="1254793"/>
                  </a:lnTo>
                  <a:lnTo>
                    <a:pt x="1057370" y="1254790"/>
                  </a:lnTo>
                  <a:lnTo>
                    <a:pt x="1057365" y="1254787"/>
                  </a:lnTo>
                  <a:lnTo>
                    <a:pt x="1057338" y="1254777"/>
                  </a:lnTo>
                  <a:lnTo>
                    <a:pt x="1057298" y="1254765"/>
                  </a:lnTo>
                  <a:lnTo>
                    <a:pt x="1057270" y="1254753"/>
                  </a:lnTo>
                  <a:lnTo>
                    <a:pt x="1057264" y="1254750"/>
                  </a:lnTo>
                  <a:lnTo>
                    <a:pt x="1057216" y="1254723"/>
                  </a:lnTo>
                  <a:lnTo>
                    <a:pt x="1057188" y="1254707"/>
                  </a:lnTo>
                  <a:lnTo>
                    <a:pt x="1057182" y="1254705"/>
                  </a:lnTo>
                  <a:lnTo>
                    <a:pt x="1057176" y="1254704"/>
                  </a:lnTo>
                  <a:lnTo>
                    <a:pt x="1057172" y="1254703"/>
                  </a:lnTo>
                  <a:lnTo>
                    <a:pt x="1057131" y="1254698"/>
                  </a:lnTo>
                  <a:lnTo>
                    <a:pt x="1057118" y="1254695"/>
                  </a:lnTo>
                  <a:lnTo>
                    <a:pt x="1057093" y="1254686"/>
                  </a:lnTo>
                  <a:lnTo>
                    <a:pt x="1057080" y="1254680"/>
                  </a:lnTo>
                  <a:lnTo>
                    <a:pt x="1057076" y="1254677"/>
                  </a:lnTo>
                  <a:lnTo>
                    <a:pt x="1057070" y="1254673"/>
                  </a:lnTo>
                  <a:lnTo>
                    <a:pt x="1057045" y="1254651"/>
                  </a:lnTo>
                  <a:lnTo>
                    <a:pt x="1057040" y="1254648"/>
                  </a:lnTo>
                  <a:lnTo>
                    <a:pt x="1056976" y="1254623"/>
                  </a:lnTo>
                  <a:lnTo>
                    <a:pt x="1056934" y="1254595"/>
                  </a:lnTo>
                  <a:lnTo>
                    <a:pt x="1056901" y="1254570"/>
                  </a:lnTo>
                  <a:lnTo>
                    <a:pt x="1056874" y="1254538"/>
                  </a:lnTo>
                  <a:lnTo>
                    <a:pt x="1056846" y="1254502"/>
                  </a:lnTo>
                  <a:lnTo>
                    <a:pt x="1056815" y="1254448"/>
                  </a:lnTo>
                  <a:lnTo>
                    <a:pt x="1056782" y="1254415"/>
                  </a:lnTo>
                  <a:lnTo>
                    <a:pt x="1056751" y="1254388"/>
                  </a:lnTo>
                  <a:lnTo>
                    <a:pt x="1056728" y="1254375"/>
                  </a:lnTo>
                  <a:lnTo>
                    <a:pt x="1056703" y="1254368"/>
                  </a:lnTo>
                  <a:lnTo>
                    <a:pt x="1056682" y="1254361"/>
                  </a:lnTo>
                  <a:lnTo>
                    <a:pt x="1056664" y="1254345"/>
                  </a:lnTo>
                  <a:lnTo>
                    <a:pt x="1056641" y="1254317"/>
                  </a:lnTo>
                  <a:lnTo>
                    <a:pt x="1056624" y="1254302"/>
                  </a:lnTo>
                  <a:lnTo>
                    <a:pt x="1056601" y="1254287"/>
                  </a:lnTo>
                  <a:lnTo>
                    <a:pt x="1056574" y="1254275"/>
                  </a:lnTo>
                  <a:lnTo>
                    <a:pt x="1056537" y="1254260"/>
                  </a:lnTo>
                  <a:lnTo>
                    <a:pt x="1056494" y="1254248"/>
                  </a:lnTo>
                  <a:lnTo>
                    <a:pt x="1056450" y="1254221"/>
                  </a:lnTo>
                  <a:lnTo>
                    <a:pt x="1056419" y="1254195"/>
                  </a:lnTo>
                  <a:lnTo>
                    <a:pt x="1056403" y="1254186"/>
                  </a:lnTo>
                  <a:lnTo>
                    <a:pt x="1056390" y="1254184"/>
                  </a:lnTo>
                  <a:lnTo>
                    <a:pt x="1056367" y="1254182"/>
                  </a:lnTo>
                  <a:lnTo>
                    <a:pt x="1056348" y="1254176"/>
                  </a:lnTo>
                  <a:lnTo>
                    <a:pt x="1056327" y="1254155"/>
                  </a:lnTo>
                  <a:lnTo>
                    <a:pt x="1056285" y="1254134"/>
                  </a:lnTo>
                  <a:lnTo>
                    <a:pt x="1056265" y="1254124"/>
                  </a:lnTo>
                  <a:lnTo>
                    <a:pt x="1056256" y="1254117"/>
                  </a:lnTo>
                  <a:lnTo>
                    <a:pt x="1056255" y="1254110"/>
                  </a:lnTo>
                  <a:lnTo>
                    <a:pt x="1056259" y="1254095"/>
                  </a:lnTo>
                  <a:lnTo>
                    <a:pt x="1056291" y="1254068"/>
                  </a:lnTo>
                  <a:lnTo>
                    <a:pt x="1056328" y="1254044"/>
                  </a:lnTo>
                  <a:lnTo>
                    <a:pt x="1056366" y="1254024"/>
                  </a:lnTo>
                  <a:lnTo>
                    <a:pt x="1056385" y="1254006"/>
                  </a:lnTo>
                  <a:lnTo>
                    <a:pt x="1056391" y="1253986"/>
                  </a:lnTo>
                  <a:lnTo>
                    <a:pt x="1056387" y="1253966"/>
                  </a:lnTo>
                  <a:lnTo>
                    <a:pt x="1056368" y="1253937"/>
                  </a:lnTo>
                  <a:lnTo>
                    <a:pt x="1056356" y="1253922"/>
                  </a:lnTo>
                  <a:lnTo>
                    <a:pt x="1056356" y="1253907"/>
                  </a:lnTo>
                  <a:lnTo>
                    <a:pt x="1056368" y="1253883"/>
                  </a:lnTo>
                  <a:lnTo>
                    <a:pt x="1056372" y="1253863"/>
                  </a:lnTo>
                  <a:lnTo>
                    <a:pt x="1056377" y="1253835"/>
                  </a:lnTo>
                  <a:lnTo>
                    <a:pt x="1056370" y="1253808"/>
                  </a:lnTo>
                  <a:lnTo>
                    <a:pt x="1056348" y="1253786"/>
                  </a:lnTo>
                  <a:lnTo>
                    <a:pt x="1056325" y="1253755"/>
                  </a:lnTo>
                  <a:lnTo>
                    <a:pt x="1056298" y="1253732"/>
                  </a:lnTo>
                  <a:lnTo>
                    <a:pt x="1056268" y="1253710"/>
                  </a:lnTo>
                  <a:lnTo>
                    <a:pt x="1056261" y="1253696"/>
                  </a:lnTo>
                  <a:lnTo>
                    <a:pt x="1056260" y="1253676"/>
                  </a:lnTo>
                  <a:lnTo>
                    <a:pt x="1056268" y="1253616"/>
                  </a:lnTo>
                  <a:lnTo>
                    <a:pt x="1056285" y="1253543"/>
                  </a:lnTo>
                  <a:lnTo>
                    <a:pt x="1056297" y="1253502"/>
                  </a:lnTo>
                  <a:lnTo>
                    <a:pt x="1056306" y="1253478"/>
                  </a:lnTo>
                  <a:lnTo>
                    <a:pt x="1056309" y="1253468"/>
                  </a:lnTo>
                  <a:lnTo>
                    <a:pt x="1056304" y="1253462"/>
                  </a:lnTo>
                  <a:lnTo>
                    <a:pt x="1056296" y="1253452"/>
                  </a:lnTo>
                  <a:lnTo>
                    <a:pt x="1056265" y="1253427"/>
                  </a:lnTo>
                  <a:lnTo>
                    <a:pt x="1056234" y="1253399"/>
                  </a:lnTo>
                  <a:lnTo>
                    <a:pt x="1056207" y="1253370"/>
                  </a:lnTo>
                  <a:lnTo>
                    <a:pt x="1056191" y="1253347"/>
                  </a:lnTo>
                  <a:lnTo>
                    <a:pt x="1056170" y="1253334"/>
                  </a:lnTo>
                  <a:lnTo>
                    <a:pt x="1056128" y="1253314"/>
                  </a:lnTo>
                  <a:lnTo>
                    <a:pt x="1056099" y="1253303"/>
                  </a:lnTo>
                  <a:lnTo>
                    <a:pt x="1056081" y="1253290"/>
                  </a:lnTo>
                  <a:lnTo>
                    <a:pt x="1056071" y="1253276"/>
                  </a:lnTo>
                  <a:lnTo>
                    <a:pt x="1056066" y="1253251"/>
                  </a:lnTo>
                  <a:lnTo>
                    <a:pt x="1056051" y="1253228"/>
                  </a:lnTo>
                  <a:lnTo>
                    <a:pt x="1056033" y="1253217"/>
                  </a:lnTo>
                  <a:lnTo>
                    <a:pt x="1056019" y="1253206"/>
                  </a:lnTo>
                  <a:lnTo>
                    <a:pt x="1056001" y="1253187"/>
                  </a:lnTo>
                  <a:lnTo>
                    <a:pt x="1055965" y="1253167"/>
                  </a:lnTo>
                  <a:lnTo>
                    <a:pt x="1055926" y="1253151"/>
                  </a:lnTo>
                  <a:lnTo>
                    <a:pt x="1055878" y="1253142"/>
                  </a:lnTo>
                  <a:lnTo>
                    <a:pt x="1055850" y="1253138"/>
                  </a:lnTo>
                  <a:lnTo>
                    <a:pt x="1055821" y="1253136"/>
                  </a:lnTo>
                  <a:lnTo>
                    <a:pt x="1055808" y="1253135"/>
                  </a:lnTo>
                  <a:lnTo>
                    <a:pt x="1055803" y="1253135"/>
                  </a:lnTo>
                  <a:lnTo>
                    <a:pt x="1055798" y="1253131"/>
                  </a:lnTo>
                  <a:lnTo>
                    <a:pt x="1055798" y="1253095"/>
                  </a:lnTo>
                  <a:lnTo>
                    <a:pt x="1055794" y="1253030"/>
                  </a:lnTo>
                  <a:lnTo>
                    <a:pt x="1055796" y="1253012"/>
                  </a:lnTo>
                  <a:lnTo>
                    <a:pt x="1055801" y="1253005"/>
                  </a:lnTo>
                  <a:lnTo>
                    <a:pt x="1055824" y="1252996"/>
                  </a:lnTo>
                  <a:lnTo>
                    <a:pt x="1055839" y="1252988"/>
                  </a:lnTo>
                  <a:lnTo>
                    <a:pt x="1055850" y="1252974"/>
                  </a:lnTo>
                  <a:lnTo>
                    <a:pt x="1055853" y="1252949"/>
                  </a:lnTo>
                  <a:lnTo>
                    <a:pt x="1055842" y="1252923"/>
                  </a:lnTo>
                  <a:lnTo>
                    <a:pt x="1055838" y="1252910"/>
                  </a:lnTo>
                  <a:lnTo>
                    <a:pt x="1055840" y="1252903"/>
                  </a:lnTo>
                  <a:lnTo>
                    <a:pt x="1055844" y="1252890"/>
                  </a:lnTo>
                  <a:lnTo>
                    <a:pt x="1055857" y="1252875"/>
                  </a:lnTo>
                  <a:lnTo>
                    <a:pt x="1055879" y="1252857"/>
                  </a:lnTo>
                  <a:lnTo>
                    <a:pt x="1055913" y="1252836"/>
                  </a:lnTo>
                  <a:lnTo>
                    <a:pt x="1055923" y="1252825"/>
                  </a:lnTo>
                  <a:lnTo>
                    <a:pt x="1055927" y="1252821"/>
                  </a:lnTo>
                  <a:lnTo>
                    <a:pt x="1055932" y="1252815"/>
                  </a:lnTo>
                  <a:lnTo>
                    <a:pt x="1055934" y="1252809"/>
                  </a:lnTo>
                  <a:lnTo>
                    <a:pt x="1055942" y="1252790"/>
                  </a:lnTo>
                  <a:lnTo>
                    <a:pt x="1055953" y="1252775"/>
                  </a:lnTo>
                  <a:lnTo>
                    <a:pt x="1055960" y="1252768"/>
                  </a:lnTo>
                  <a:lnTo>
                    <a:pt x="1055965" y="1252760"/>
                  </a:lnTo>
                  <a:lnTo>
                    <a:pt x="1055970" y="1252753"/>
                  </a:lnTo>
                  <a:lnTo>
                    <a:pt x="1055976" y="1252743"/>
                  </a:lnTo>
                  <a:lnTo>
                    <a:pt x="1055980" y="1252735"/>
                  </a:lnTo>
                  <a:lnTo>
                    <a:pt x="1055980" y="1252726"/>
                  </a:lnTo>
                  <a:lnTo>
                    <a:pt x="1055979" y="1252710"/>
                  </a:lnTo>
                  <a:lnTo>
                    <a:pt x="1055979" y="1252693"/>
                  </a:lnTo>
                  <a:lnTo>
                    <a:pt x="1055978" y="1252676"/>
                  </a:lnTo>
                  <a:lnTo>
                    <a:pt x="1055985" y="1252648"/>
                  </a:lnTo>
                  <a:lnTo>
                    <a:pt x="1055981" y="1252640"/>
                  </a:lnTo>
                  <a:lnTo>
                    <a:pt x="1055978" y="1252635"/>
                  </a:lnTo>
                  <a:lnTo>
                    <a:pt x="1055968" y="1252626"/>
                  </a:lnTo>
                  <a:lnTo>
                    <a:pt x="1055953" y="1252612"/>
                  </a:lnTo>
                  <a:lnTo>
                    <a:pt x="1055939" y="1252595"/>
                  </a:lnTo>
                  <a:lnTo>
                    <a:pt x="1055925" y="1252580"/>
                  </a:lnTo>
                  <a:lnTo>
                    <a:pt x="1055910" y="1252566"/>
                  </a:lnTo>
                  <a:lnTo>
                    <a:pt x="1055894" y="1252553"/>
                  </a:lnTo>
                  <a:lnTo>
                    <a:pt x="1055877" y="1252541"/>
                  </a:lnTo>
                  <a:lnTo>
                    <a:pt x="1055871" y="1252538"/>
                  </a:lnTo>
                  <a:lnTo>
                    <a:pt x="1055865" y="1252534"/>
                  </a:lnTo>
                  <a:lnTo>
                    <a:pt x="1055858" y="1252531"/>
                  </a:lnTo>
                  <a:lnTo>
                    <a:pt x="1055864" y="1252526"/>
                  </a:lnTo>
                  <a:lnTo>
                    <a:pt x="1055868" y="1252523"/>
                  </a:lnTo>
                  <a:lnTo>
                    <a:pt x="1055874" y="1252517"/>
                  </a:lnTo>
                  <a:lnTo>
                    <a:pt x="1055879" y="1252513"/>
                  </a:lnTo>
                  <a:lnTo>
                    <a:pt x="1055893" y="1252504"/>
                  </a:lnTo>
                  <a:lnTo>
                    <a:pt x="1055910" y="1252489"/>
                  </a:lnTo>
                  <a:lnTo>
                    <a:pt x="1055923" y="1252474"/>
                  </a:lnTo>
                  <a:lnTo>
                    <a:pt x="1055937" y="1252459"/>
                  </a:lnTo>
                  <a:lnTo>
                    <a:pt x="1055943" y="1252453"/>
                  </a:lnTo>
                  <a:lnTo>
                    <a:pt x="1055954" y="1252446"/>
                  </a:lnTo>
                  <a:lnTo>
                    <a:pt x="1055970" y="1252437"/>
                  </a:lnTo>
                  <a:lnTo>
                    <a:pt x="1055986" y="1252430"/>
                  </a:lnTo>
                  <a:lnTo>
                    <a:pt x="1055991" y="1252429"/>
                  </a:lnTo>
                  <a:lnTo>
                    <a:pt x="1056002" y="1252422"/>
                  </a:lnTo>
                  <a:lnTo>
                    <a:pt x="1056018" y="1252405"/>
                  </a:lnTo>
                  <a:lnTo>
                    <a:pt x="1056033" y="1252389"/>
                  </a:lnTo>
                  <a:lnTo>
                    <a:pt x="1056048" y="1252379"/>
                  </a:lnTo>
                  <a:lnTo>
                    <a:pt x="1056057" y="1252372"/>
                  </a:lnTo>
                  <a:lnTo>
                    <a:pt x="1056064" y="1252370"/>
                  </a:lnTo>
                  <a:lnTo>
                    <a:pt x="1056081" y="1252363"/>
                  </a:lnTo>
                  <a:lnTo>
                    <a:pt x="1056097" y="1252355"/>
                  </a:lnTo>
                  <a:lnTo>
                    <a:pt x="1056114" y="1252351"/>
                  </a:lnTo>
                  <a:lnTo>
                    <a:pt x="1056172" y="1252338"/>
                  </a:lnTo>
                  <a:lnTo>
                    <a:pt x="1056176" y="1252336"/>
                  </a:lnTo>
                  <a:lnTo>
                    <a:pt x="1056193" y="1252328"/>
                  </a:lnTo>
                  <a:lnTo>
                    <a:pt x="1056197" y="1252326"/>
                  </a:lnTo>
                  <a:lnTo>
                    <a:pt x="1056206" y="1252314"/>
                  </a:lnTo>
                  <a:lnTo>
                    <a:pt x="1056209" y="1252303"/>
                  </a:lnTo>
                  <a:lnTo>
                    <a:pt x="1056209" y="1252297"/>
                  </a:lnTo>
                  <a:lnTo>
                    <a:pt x="1056209" y="1252280"/>
                  </a:lnTo>
                  <a:lnTo>
                    <a:pt x="1056209" y="1252264"/>
                  </a:lnTo>
                  <a:lnTo>
                    <a:pt x="1056211" y="1252247"/>
                  </a:lnTo>
                  <a:lnTo>
                    <a:pt x="1056213" y="1252228"/>
                  </a:lnTo>
                  <a:lnTo>
                    <a:pt x="1056217" y="1252213"/>
                  </a:lnTo>
                  <a:lnTo>
                    <a:pt x="1056221" y="1252197"/>
                  </a:lnTo>
                  <a:lnTo>
                    <a:pt x="1056225" y="1252182"/>
                  </a:lnTo>
                  <a:lnTo>
                    <a:pt x="1056230" y="1252172"/>
                  </a:lnTo>
                  <a:lnTo>
                    <a:pt x="1056233" y="1252163"/>
                  </a:lnTo>
                  <a:lnTo>
                    <a:pt x="1056242" y="1252147"/>
                  </a:lnTo>
                  <a:lnTo>
                    <a:pt x="1056247" y="1252138"/>
                  </a:lnTo>
                  <a:lnTo>
                    <a:pt x="1056254" y="1252131"/>
                  </a:lnTo>
                  <a:lnTo>
                    <a:pt x="1056260" y="1252125"/>
                  </a:lnTo>
                  <a:lnTo>
                    <a:pt x="1056271" y="1252120"/>
                  </a:lnTo>
                  <a:lnTo>
                    <a:pt x="1056279" y="1252120"/>
                  </a:lnTo>
                  <a:lnTo>
                    <a:pt x="1056287" y="1252122"/>
                  </a:lnTo>
                  <a:lnTo>
                    <a:pt x="1056304" y="1252127"/>
                  </a:lnTo>
                  <a:lnTo>
                    <a:pt x="1056320" y="1252133"/>
                  </a:lnTo>
                  <a:lnTo>
                    <a:pt x="1056337" y="1252144"/>
                  </a:lnTo>
                  <a:lnTo>
                    <a:pt x="1056343" y="1252148"/>
                  </a:lnTo>
                  <a:lnTo>
                    <a:pt x="1056353" y="1252150"/>
                  </a:lnTo>
                  <a:lnTo>
                    <a:pt x="1056370" y="1252154"/>
                  </a:lnTo>
                  <a:lnTo>
                    <a:pt x="1056386" y="1252159"/>
                  </a:lnTo>
                  <a:lnTo>
                    <a:pt x="1056403" y="1252161"/>
                  </a:lnTo>
                  <a:lnTo>
                    <a:pt x="1056420" y="1252164"/>
                  </a:lnTo>
                  <a:lnTo>
                    <a:pt x="1056436" y="1252164"/>
                  </a:lnTo>
                  <a:lnTo>
                    <a:pt x="1056443" y="1252164"/>
                  </a:lnTo>
                  <a:lnTo>
                    <a:pt x="1056452" y="1252161"/>
                  </a:lnTo>
                  <a:lnTo>
                    <a:pt x="1056458" y="1252161"/>
                  </a:lnTo>
                  <a:lnTo>
                    <a:pt x="1056468" y="1252153"/>
                  </a:lnTo>
                  <a:lnTo>
                    <a:pt x="1056482" y="1252137"/>
                  </a:lnTo>
                  <a:lnTo>
                    <a:pt x="1056499" y="1252124"/>
                  </a:lnTo>
                  <a:lnTo>
                    <a:pt x="1056505" y="1252120"/>
                  </a:lnTo>
                  <a:lnTo>
                    <a:pt x="1056515" y="1252112"/>
                  </a:lnTo>
                  <a:lnTo>
                    <a:pt x="1056531" y="1252098"/>
                  </a:lnTo>
                  <a:lnTo>
                    <a:pt x="1056548" y="1252087"/>
                  </a:lnTo>
                  <a:lnTo>
                    <a:pt x="1056564" y="1252075"/>
                  </a:lnTo>
                  <a:lnTo>
                    <a:pt x="1056581" y="1252061"/>
                  </a:lnTo>
                  <a:lnTo>
                    <a:pt x="1056593" y="1252053"/>
                  </a:lnTo>
                  <a:lnTo>
                    <a:pt x="1056597" y="1252052"/>
                  </a:lnTo>
                  <a:lnTo>
                    <a:pt x="1056600" y="1252049"/>
                  </a:lnTo>
                  <a:lnTo>
                    <a:pt x="1056613" y="1252043"/>
                  </a:lnTo>
                  <a:lnTo>
                    <a:pt x="1056630" y="1252035"/>
                  </a:lnTo>
                  <a:lnTo>
                    <a:pt x="1056647" y="1252029"/>
                  </a:lnTo>
                  <a:lnTo>
                    <a:pt x="1056657" y="1252024"/>
                  </a:lnTo>
                  <a:lnTo>
                    <a:pt x="1056663" y="1252019"/>
                  </a:lnTo>
                  <a:lnTo>
                    <a:pt x="1056679" y="1252010"/>
                  </a:lnTo>
                  <a:lnTo>
                    <a:pt x="1056701" y="1251995"/>
                  </a:lnTo>
                  <a:lnTo>
                    <a:pt x="1056712" y="1251990"/>
                  </a:lnTo>
                  <a:lnTo>
                    <a:pt x="1056720" y="1251989"/>
                  </a:lnTo>
                  <a:lnTo>
                    <a:pt x="1056741" y="1251987"/>
                  </a:lnTo>
                  <a:lnTo>
                    <a:pt x="1056761" y="1251991"/>
                  </a:lnTo>
                  <a:lnTo>
                    <a:pt x="1056774" y="1251994"/>
                  </a:lnTo>
                  <a:lnTo>
                    <a:pt x="1056776" y="1251981"/>
                  </a:lnTo>
                  <a:lnTo>
                    <a:pt x="1056778" y="1251971"/>
                  </a:lnTo>
                  <a:lnTo>
                    <a:pt x="1056781" y="1251961"/>
                  </a:lnTo>
                  <a:lnTo>
                    <a:pt x="1056783" y="1251953"/>
                  </a:lnTo>
                  <a:lnTo>
                    <a:pt x="1056783" y="1251944"/>
                  </a:lnTo>
                  <a:lnTo>
                    <a:pt x="1056786" y="1251940"/>
                  </a:lnTo>
                  <a:lnTo>
                    <a:pt x="1056787" y="1251928"/>
                  </a:lnTo>
                  <a:lnTo>
                    <a:pt x="1056787" y="1251911"/>
                  </a:lnTo>
                  <a:lnTo>
                    <a:pt x="1056787" y="1251904"/>
                  </a:lnTo>
                  <a:lnTo>
                    <a:pt x="1056791" y="1251894"/>
                  </a:lnTo>
                  <a:lnTo>
                    <a:pt x="1056794" y="1251878"/>
                  </a:lnTo>
                  <a:lnTo>
                    <a:pt x="1056801" y="1251861"/>
                  </a:lnTo>
                  <a:lnTo>
                    <a:pt x="1056803" y="1251844"/>
                  </a:lnTo>
                  <a:lnTo>
                    <a:pt x="1056803" y="1251835"/>
                  </a:lnTo>
                  <a:lnTo>
                    <a:pt x="1056800" y="1251827"/>
                  </a:lnTo>
                  <a:lnTo>
                    <a:pt x="1056800" y="1251815"/>
                  </a:lnTo>
                  <a:lnTo>
                    <a:pt x="1056798" y="1251811"/>
                  </a:lnTo>
                  <a:lnTo>
                    <a:pt x="1056793" y="1251794"/>
                  </a:lnTo>
                  <a:lnTo>
                    <a:pt x="1056790" y="1251786"/>
                  </a:lnTo>
                  <a:lnTo>
                    <a:pt x="1056789" y="1251777"/>
                  </a:lnTo>
                  <a:lnTo>
                    <a:pt x="1056792" y="1251761"/>
                  </a:lnTo>
                  <a:lnTo>
                    <a:pt x="1056800" y="1251744"/>
                  </a:lnTo>
                  <a:lnTo>
                    <a:pt x="1056808" y="1251730"/>
                  </a:lnTo>
                  <a:lnTo>
                    <a:pt x="1056814" y="1251716"/>
                  </a:lnTo>
                  <a:lnTo>
                    <a:pt x="1056816" y="1251711"/>
                  </a:lnTo>
                  <a:lnTo>
                    <a:pt x="1056817" y="1251694"/>
                  </a:lnTo>
                  <a:lnTo>
                    <a:pt x="1056812" y="1251678"/>
                  </a:lnTo>
                  <a:lnTo>
                    <a:pt x="1056804" y="1251665"/>
                  </a:lnTo>
                  <a:lnTo>
                    <a:pt x="1056802" y="1251661"/>
                  </a:lnTo>
                  <a:lnTo>
                    <a:pt x="1056798" y="1251656"/>
                  </a:lnTo>
                  <a:lnTo>
                    <a:pt x="1056792" y="1251644"/>
                  </a:lnTo>
                  <a:lnTo>
                    <a:pt x="1056781" y="1251627"/>
                  </a:lnTo>
                  <a:lnTo>
                    <a:pt x="1056771" y="1251611"/>
                  </a:lnTo>
                  <a:lnTo>
                    <a:pt x="1056767" y="1251601"/>
                  </a:lnTo>
                  <a:lnTo>
                    <a:pt x="1056761" y="1251594"/>
                  </a:lnTo>
                  <a:lnTo>
                    <a:pt x="1056755" y="1251583"/>
                  </a:lnTo>
                  <a:lnTo>
                    <a:pt x="1056749" y="1251578"/>
                  </a:lnTo>
                  <a:lnTo>
                    <a:pt x="1056735" y="1251562"/>
                  </a:lnTo>
                  <a:lnTo>
                    <a:pt x="1056722" y="1251548"/>
                  </a:lnTo>
                  <a:lnTo>
                    <a:pt x="1056712" y="1251532"/>
                  </a:lnTo>
                  <a:lnTo>
                    <a:pt x="1056701" y="1251515"/>
                  </a:lnTo>
                  <a:lnTo>
                    <a:pt x="1056690" y="1251498"/>
                  </a:lnTo>
                  <a:lnTo>
                    <a:pt x="1056688" y="1251490"/>
                  </a:lnTo>
                  <a:lnTo>
                    <a:pt x="1056689" y="1251482"/>
                  </a:lnTo>
                  <a:lnTo>
                    <a:pt x="1056690" y="1251474"/>
                  </a:lnTo>
                  <a:lnTo>
                    <a:pt x="1056690" y="1251459"/>
                  </a:lnTo>
                  <a:lnTo>
                    <a:pt x="1056689" y="1251444"/>
                  </a:lnTo>
                  <a:lnTo>
                    <a:pt x="1056686" y="1251432"/>
                  </a:lnTo>
                  <a:lnTo>
                    <a:pt x="1056682" y="1251425"/>
                  </a:lnTo>
                  <a:lnTo>
                    <a:pt x="1056677" y="1251419"/>
                  </a:lnTo>
                  <a:lnTo>
                    <a:pt x="1056672" y="1251417"/>
                  </a:lnTo>
                  <a:lnTo>
                    <a:pt x="1056661" y="1251412"/>
                  </a:lnTo>
                  <a:lnTo>
                    <a:pt x="1056593" y="1251387"/>
                  </a:lnTo>
                  <a:lnTo>
                    <a:pt x="1056576" y="1251380"/>
                  </a:lnTo>
                  <a:lnTo>
                    <a:pt x="1056560" y="1251373"/>
                  </a:lnTo>
                  <a:lnTo>
                    <a:pt x="1056544" y="1251368"/>
                  </a:lnTo>
                  <a:lnTo>
                    <a:pt x="1056527" y="1251361"/>
                  </a:lnTo>
                  <a:lnTo>
                    <a:pt x="1056510" y="1251357"/>
                  </a:lnTo>
                  <a:lnTo>
                    <a:pt x="1056494" y="1251349"/>
                  </a:lnTo>
                  <a:lnTo>
                    <a:pt x="1056477" y="1251344"/>
                  </a:lnTo>
                  <a:lnTo>
                    <a:pt x="1056470" y="1251342"/>
                  </a:lnTo>
                  <a:lnTo>
                    <a:pt x="1056462" y="1251336"/>
                  </a:lnTo>
                  <a:lnTo>
                    <a:pt x="1056445" y="1251323"/>
                  </a:lnTo>
                  <a:lnTo>
                    <a:pt x="1056429" y="1251312"/>
                  </a:lnTo>
                  <a:lnTo>
                    <a:pt x="1056417" y="1251302"/>
                  </a:lnTo>
                  <a:lnTo>
                    <a:pt x="1056412" y="1251300"/>
                  </a:lnTo>
                  <a:lnTo>
                    <a:pt x="1056396" y="1251292"/>
                  </a:lnTo>
                  <a:lnTo>
                    <a:pt x="1056379" y="1251283"/>
                  </a:lnTo>
                  <a:lnTo>
                    <a:pt x="1056362" y="1251276"/>
                  </a:lnTo>
                  <a:lnTo>
                    <a:pt x="1056346" y="1251266"/>
                  </a:lnTo>
                  <a:lnTo>
                    <a:pt x="1056330" y="1251253"/>
                  </a:lnTo>
                  <a:lnTo>
                    <a:pt x="1056316" y="1251236"/>
                  </a:lnTo>
                  <a:lnTo>
                    <a:pt x="1056302" y="1251219"/>
                  </a:lnTo>
                  <a:lnTo>
                    <a:pt x="1056298" y="1251215"/>
                  </a:lnTo>
                  <a:lnTo>
                    <a:pt x="1056290" y="1251212"/>
                  </a:lnTo>
                  <a:lnTo>
                    <a:pt x="1056286" y="1251211"/>
                  </a:lnTo>
                  <a:lnTo>
                    <a:pt x="1056269" y="1251206"/>
                  </a:lnTo>
                  <a:lnTo>
                    <a:pt x="1056253" y="1251203"/>
                  </a:lnTo>
                  <a:lnTo>
                    <a:pt x="1056236" y="1251201"/>
                  </a:lnTo>
                  <a:lnTo>
                    <a:pt x="1056224" y="1251201"/>
                  </a:lnTo>
                  <a:lnTo>
                    <a:pt x="1056220" y="1251199"/>
                  </a:lnTo>
                  <a:lnTo>
                    <a:pt x="1056204" y="1251194"/>
                  </a:lnTo>
                  <a:lnTo>
                    <a:pt x="1056187" y="1251188"/>
                  </a:lnTo>
                  <a:lnTo>
                    <a:pt x="1056170" y="1251182"/>
                  </a:lnTo>
                  <a:lnTo>
                    <a:pt x="1056154" y="1251179"/>
                  </a:lnTo>
                  <a:lnTo>
                    <a:pt x="1056146" y="1251179"/>
                  </a:lnTo>
                  <a:lnTo>
                    <a:pt x="1056137" y="1251176"/>
                  </a:lnTo>
                  <a:lnTo>
                    <a:pt x="1056121" y="1251175"/>
                  </a:lnTo>
                  <a:lnTo>
                    <a:pt x="1056104" y="1251173"/>
                  </a:lnTo>
                  <a:lnTo>
                    <a:pt x="1056088" y="1251171"/>
                  </a:lnTo>
                  <a:lnTo>
                    <a:pt x="1056071" y="1251170"/>
                  </a:lnTo>
                  <a:lnTo>
                    <a:pt x="1056055" y="1251166"/>
                  </a:lnTo>
                  <a:lnTo>
                    <a:pt x="1056038" y="1251162"/>
                  </a:lnTo>
                  <a:lnTo>
                    <a:pt x="1056021" y="1251160"/>
                  </a:lnTo>
                  <a:lnTo>
                    <a:pt x="1056005" y="1251156"/>
                  </a:lnTo>
                  <a:lnTo>
                    <a:pt x="1055988" y="1251154"/>
                  </a:lnTo>
                  <a:lnTo>
                    <a:pt x="1055972" y="1251150"/>
                  </a:lnTo>
                  <a:lnTo>
                    <a:pt x="1055955" y="1251147"/>
                  </a:lnTo>
                  <a:lnTo>
                    <a:pt x="1055939" y="1251146"/>
                  </a:lnTo>
                  <a:lnTo>
                    <a:pt x="1055928" y="1251144"/>
                  </a:lnTo>
                  <a:lnTo>
                    <a:pt x="1055922" y="1251138"/>
                  </a:lnTo>
                  <a:lnTo>
                    <a:pt x="1055910" y="1251122"/>
                  </a:lnTo>
                  <a:lnTo>
                    <a:pt x="1055896" y="1251105"/>
                  </a:lnTo>
                  <a:lnTo>
                    <a:pt x="1055884" y="1251089"/>
                  </a:lnTo>
                  <a:lnTo>
                    <a:pt x="1055879" y="1251074"/>
                  </a:lnTo>
                  <a:lnTo>
                    <a:pt x="1055873" y="1251056"/>
                  </a:lnTo>
                  <a:lnTo>
                    <a:pt x="1055870" y="1251039"/>
                  </a:lnTo>
                  <a:lnTo>
                    <a:pt x="1055868" y="1251031"/>
                  </a:lnTo>
                  <a:lnTo>
                    <a:pt x="1055868" y="1251022"/>
                  </a:lnTo>
                  <a:lnTo>
                    <a:pt x="1055865" y="1251005"/>
                  </a:lnTo>
                  <a:lnTo>
                    <a:pt x="1055859" y="1250989"/>
                  </a:lnTo>
                  <a:lnTo>
                    <a:pt x="1055852" y="1250976"/>
                  </a:lnTo>
                  <a:lnTo>
                    <a:pt x="1055849" y="1250972"/>
                  </a:lnTo>
                  <a:lnTo>
                    <a:pt x="1055836" y="1250956"/>
                  </a:lnTo>
                  <a:lnTo>
                    <a:pt x="1055825" y="1250939"/>
                  </a:lnTo>
                  <a:lnTo>
                    <a:pt x="1055819" y="1250923"/>
                  </a:lnTo>
                  <a:lnTo>
                    <a:pt x="1055813" y="1250906"/>
                  </a:lnTo>
                  <a:lnTo>
                    <a:pt x="1055807" y="1250889"/>
                  </a:lnTo>
                  <a:lnTo>
                    <a:pt x="1055799" y="1250877"/>
                  </a:lnTo>
                  <a:lnTo>
                    <a:pt x="1055794" y="1250874"/>
                  </a:lnTo>
                  <a:lnTo>
                    <a:pt x="1055778" y="1250860"/>
                  </a:lnTo>
                  <a:lnTo>
                    <a:pt x="1055761" y="1250854"/>
                  </a:lnTo>
                  <a:lnTo>
                    <a:pt x="1055744" y="1250846"/>
                  </a:lnTo>
                  <a:lnTo>
                    <a:pt x="1055728" y="1250833"/>
                  </a:lnTo>
                  <a:lnTo>
                    <a:pt x="1055713" y="1250820"/>
                  </a:lnTo>
                  <a:lnTo>
                    <a:pt x="1055697" y="1250804"/>
                  </a:lnTo>
                  <a:lnTo>
                    <a:pt x="1055650" y="1250754"/>
                  </a:lnTo>
                  <a:lnTo>
                    <a:pt x="1055647" y="1250743"/>
                  </a:lnTo>
                  <a:lnTo>
                    <a:pt x="1055643" y="1250736"/>
                  </a:lnTo>
                  <a:lnTo>
                    <a:pt x="1055635" y="1250719"/>
                  </a:lnTo>
                  <a:lnTo>
                    <a:pt x="1055626" y="1250702"/>
                  </a:lnTo>
                  <a:lnTo>
                    <a:pt x="1055622" y="1250686"/>
                  </a:lnTo>
                  <a:lnTo>
                    <a:pt x="1055621" y="1250669"/>
                  </a:lnTo>
                  <a:lnTo>
                    <a:pt x="1055623" y="1250653"/>
                  </a:lnTo>
                  <a:lnTo>
                    <a:pt x="1055623" y="1250636"/>
                  </a:lnTo>
                  <a:lnTo>
                    <a:pt x="1055620" y="1250619"/>
                  </a:lnTo>
                  <a:lnTo>
                    <a:pt x="1055614" y="1250603"/>
                  </a:lnTo>
                  <a:lnTo>
                    <a:pt x="1055605" y="1250586"/>
                  </a:lnTo>
                  <a:lnTo>
                    <a:pt x="1055597" y="1250569"/>
                  </a:lnTo>
                  <a:lnTo>
                    <a:pt x="1055587" y="1250553"/>
                  </a:lnTo>
                  <a:lnTo>
                    <a:pt x="1055584" y="1250545"/>
                  </a:lnTo>
                  <a:lnTo>
                    <a:pt x="1055583" y="1250536"/>
                  </a:lnTo>
                  <a:lnTo>
                    <a:pt x="1055585" y="1250519"/>
                  </a:lnTo>
                  <a:lnTo>
                    <a:pt x="1055591" y="1250503"/>
                  </a:lnTo>
                  <a:lnTo>
                    <a:pt x="1055598" y="1250486"/>
                  </a:lnTo>
                  <a:lnTo>
                    <a:pt x="1055603" y="1250477"/>
                  </a:lnTo>
                  <a:lnTo>
                    <a:pt x="1055603" y="1250469"/>
                  </a:lnTo>
                  <a:lnTo>
                    <a:pt x="1055608" y="1250455"/>
                  </a:lnTo>
                  <a:lnTo>
                    <a:pt x="1055613" y="1250438"/>
                  </a:lnTo>
                  <a:lnTo>
                    <a:pt x="1055616" y="1250419"/>
                  </a:lnTo>
                  <a:lnTo>
                    <a:pt x="1055621" y="1250404"/>
                  </a:lnTo>
                  <a:lnTo>
                    <a:pt x="1055632" y="1250385"/>
                  </a:lnTo>
                  <a:lnTo>
                    <a:pt x="1055637" y="1250378"/>
                  </a:lnTo>
                  <a:lnTo>
                    <a:pt x="1055640" y="1250372"/>
                  </a:lnTo>
                  <a:lnTo>
                    <a:pt x="1055653" y="1250356"/>
                  </a:lnTo>
                  <a:lnTo>
                    <a:pt x="1055665" y="1250339"/>
                  </a:lnTo>
                  <a:lnTo>
                    <a:pt x="1055679" y="1250323"/>
                  </a:lnTo>
                  <a:lnTo>
                    <a:pt x="1055686" y="1250315"/>
                  </a:lnTo>
                  <a:lnTo>
                    <a:pt x="1055694" y="1250306"/>
                  </a:lnTo>
                  <a:lnTo>
                    <a:pt x="1055687" y="1250298"/>
                  </a:lnTo>
                  <a:lnTo>
                    <a:pt x="1055684" y="1250294"/>
                  </a:lnTo>
                  <a:lnTo>
                    <a:pt x="1055681" y="1250290"/>
                  </a:lnTo>
                  <a:lnTo>
                    <a:pt x="1055671" y="1250273"/>
                  </a:lnTo>
                  <a:lnTo>
                    <a:pt x="1055656" y="1250257"/>
                  </a:lnTo>
                  <a:lnTo>
                    <a:pt x="1055650" y="1250240"/>
                  </a:lnTo>
                  <a:lnTo>
                    <a:pt x="1055652" y="1250223"/>
                  </a:lnTo>
                  <a:lnTo>
                    <a:pt x="1055650" y="1250207"/>
                  </a:lnTo>
                  <a:lnTo>
                    <a:pt x="1055650" y="1250201"/>
                  </a:lnTo>
                  <a:lnTo>
                    <a:pt x="1055629" y="1250114"/>
                  </a:lnTo>
                  <a:lnTo>
                    <a:pt x="1055629" y="1250108"/>
                  </a:lnTo>
                  <a:lnTo>
                    <a:pt x="1055624" y="1250096"/>
                  </a:lnTo>
                  <a:lnTo>
                    <a:pt x="1055621" y="1250091"/>
                  </a:lnTo>
                  <a:lnTo>
                    <a:pt x="1055614" y="1250075"/>
                  </a:lnTo>
                  <a:lnTo>
                    <a:pt x="1055611" y="1250067"/>
                  </a:lnTo>
                  <a:lnTo>
                    <a:pt x="1055610" y="1250058"/>
                  </a:lnTo>
                  <a:lnTo>
                    <a:pt x="1055608" y="1250042"/>
                  </a:lnTo>
                  <a:lnTo>
                    <a:pt x="1055611" y="1250023"/>
                  </a:lnTo>
                  <a:lnTo>
                    <a:pt x="1055622" y="1250008"/>
                  </a:lnTo>
                  <a:lnTo>
                    <a:pt x="1055629" y="1249992"/>
                  </a:lnTo>
                  <a:lnTo>
                    <a:pt x="1055638" y="1249974"/>
                  </a:lnTo>
                  <a:lnTo>
                    <a:pt x="1055641" y="1249958"/>
                  </a:lnTo>
                  <a:lnTo>
                    <a:pt x="1055643" y="1249941"/>
                  </a:lnTo>
                  <a:lnTo>
                    <a:pt x="1055645" y="1249924"/>
                  </a:lnTo>
                  <a:lnTo>
                    <a:pt x="1055646" y="1249914"/>
                  </a:lnTo>
                  <a:lnTo>
                    <a:pt x="1055650" y="1249908"/>
                  </a:lnTo>
                  <a:lnTo>
                    <a:pt x="1055656" y="1249891"/>
                  </a:lnTo>
                  <a:lnTo>
                    <a:pt x="1055658" y="1249875"/>
                  </a:lnTo>
                  <a:lnTo>
                    <a:pt x="1055658" y="1249858"/>
                  </a:lnTo>
                  <a:lnTo>
                    <a:pt x="1055659" y="1249841"/>
                  </a:lnTo>
                  <a:lnTo>
                    <a:pt x="1055666" y="1249825"/>
                  </a:lnTo>
                  <a:lnTo>
                    <a:pt x="1055676" y="1249811"/>
                  </a:lnTo>
                  <a:lnTo>
                    <a:pt x="1055688" y="1249792"/>
                  </a:lnTo>
                  <a:lnTo>
                    <a:pt x="1055701" y="1249774"/>
                  </a:lnTo>
                  <a:lnTo>
                    <a:pt x="1055709" y="1249759"/>
                  </a:lnTo>
                  <a:lnTo>
                    <a:pt x="1055716" y="1249744"/>
                  </a:lnTo>
                  <a:lnTo>
                    <a:pt x="1055722" y="1249731"/>
                  </a:lnTo>
                  <a:lnTo>
                    <a:pt x="1055723" y="1249725"/>
                  </a:lnTo>
                  <a:lnTo>
                    <a:pt x="1055726" y="1249708"/>
                  </a:lnTo>
                  <a:lnTo>
                    <a:pt x="1055729" y="1249693"/>
                  </a:lnTo>
                  <a:lnTo>
                    <a:pt x="1055732" y="1249675"/>
                  </a:lnTo>
                  <a:lnTo>
                    <a:pt x="1055735" y="1249658"/>
                  </a:lnTo>
                  <a:lnTo>
                    <a:pt x="1055739" y="1249650"/>
                  </a:lnTo>
                  <a:lnTo>
                    <a:pt x="1055740" y="1249642"/>
                  </a:lnTo>
                  <a:lnTo>
                    <a:pt x="1055740" y="1249632"/>
                  </a:lnTo>
                  <a:lnTo>
                    <a:pt x="1055742" y="1249625"/>
                  </a:lnTo>
                  <a:lnTo>
                    <a:pt x="1055746" y="1249617"/>
                  </a:lnTo>
                  <a:lnTo>
                    <a:pt x="1055752" y="1249608"/>
                  </a:lnTo>
                  <a:lnTo>
                    <a:pt x="1055763" y="1249593"/>
                  </a:lnTo>
                  <a:lnTo>
                    <a:pt x="1055768" y="1249582"/>
                  </a:lnTo>
                  <a:lnTo>
                    <a:pt x="1055770" y="1249575"/>
                  </a:lnTo>
                  <a:lnTo>
                    <a:pt x="1055771" y="1249567"/>
                  </a:lnTo>
                  <a:lnTo>
                    <a:pt x="1055770" y="1249558"/>
                  </a:lnTo>
                  <a:lnTo>
                    <a:pt x="1055764" y="1249541"/>
                  </a:lnTo>
                  <a:lnTo>
                    <a:pt x="1055764" y="1249531"/>
                  </a:lnTo>
                  <a:lnTo>
                    <a:pt x="1055773" y="1249479"/>
                  </a:lnTo>
                  <a:lnTo>
                    <a:pt x="1055776" y="1249473"/>
                  </a:lnTo>
                  <a:lnTo>
                    <a:pt x="1055778" y="1249463"/>
                  </a:lnTo>
                  <a:lnTo>
                    <a:pt x="1055781" y="1249457"/>
                  </a:lnTo>
                  <a:lnTo>
                    <a:pt x="1055783" y="1249448"/>
                  </a:lnTo>
                  <a:lnTo>
                    <a:pt x="1055788" y="1249440"/>
                  </a:lnTo>
                  <a:lnTo>
                    <a:pt x="1055790" y="1249423"/>
                  </a:lnTo>
                  <a:lnTo>
                    <a:pt x="1055788" y="1249407"/>
                  </a:lnTo>
                  <a:lnTo>
                    <a:pt x="1055784" y="1249390"/>
                  </a:lnTo>
                  <a:lnTo>
                    <a:pt x="1055784" y="1249382"/>
                  </a:lnTo>
                  <a:lnTo>
                    <a:pt x="1055789" y="1249374"/>
                  </a:lnTo>
                  <a:lnTo>
                    <a:pt x="1055803" y="1249358"/>
                  </a:lnTo>
                  <a:lnTo>
                    <a:pt x="1055818" y="1249342"/>
                  </a:lnTo>
                  <a:lnTo>
                    <a:pt x="1055824" y="1249333"/>
                  </a:lnTo>
                  <a:lnTo>
                    <a:pt x="1055832" y="1249327"/>
                  </a:lnTo>
                  <a:lnTo>
                    <a:pt x="1055846" y="1249310"/>
                  </a:lnTo>
                  <a:lnTo>
                    <a:pt x="1055859" y="1249293"/>
                  </a:lnTo>
                  <a:lnTo>
                    <a:pt x="1055872" y="1249277"/>
                  </a:lnTo>
                  <a:lnTo>
                    <a:pt x="1055886" y="1249262"/>
                  </a:lnTo>
                  <a:lnTo>
                    <a:pt x="1055897" y="1249245"/>
                  </a:lnTo>
                  <a:lnTo>
                    <a:pt x="1055907" y="1249228"/>
                  </a:lnTo>
                  <a:lnTo>
                    <a:pt x="1055916" y="1249211"/>
                  </a:lnTo>
                  <a:lnTo>
                    <a:pt x="1055927" y="1249195"/>
                  </a:lnTo>
                  <a:lnTo>
                    <a:pt x="1055939" y="1249178"/>
                  </a:lnTo>
                  <a:lnTo>
                    <a:pt x="1055947" y="1249169"/>
                  </a:lnTo>
                  <a:lnTo>
                    <a:pt x="1055951" y="1249163"/>
                  </a:lnTo>
                  <a:lnTo>
                    <a:pt x="1055954" y="1249159"/>
                  </a:lnTo>
                  <a:lnTo>
                    <a:pt x="1055961" y="1249146"/>
                  </a:lnTo>
                  <a:lnTo>
                    <a:pt x="1055971" y="1249129"/>
                  </a:lnTo>
                  <a:lnTo>
                    <a:pt x="1055977" y="1249114"/>
                  </a:lnTo>
                  <a:lnTo>
                    <a:pt x="1055979" y="1249109"/>
                  </a:lnTo>
                  <a:lnTo>
                    <a:pt x="1055980" y="1249097"/>
                  </a:lnTo>
                  <a:lnTo>
                    <a:pt x="1055979" y="1249081"/>
                  </a:lnTo>
                  <a:lnTo>
                    <a:pt x="1055976" y="1249074"/>
                  </a:lnTo>
                  <a:lnTo>
                    <a:pt x="1055972" y="1249064"/>
                  </a:lnTo>
                  <a:lnTo>
                    <a:pt x="1055967" y="1249054"/>
                  </a:lnTo>
                  <a:lnTo>
                    <a:pt x="1055956" y="1249041"/>
                  </a:lnTo>
                  <a:lnTo>
                    <a:pt x="1055948" y="1249029"/>
                  </a:lnTo>
                  <a:lnTo>
                    <a:pt x="1055940" y="1249013"/>
                  </a:lnTo>
                  <a:lnTo>
                    <a:pt x="1055936" y="1248994"/>
                  </a:lnTo>
                  <a:lnTo>
                    <a:pt x="1055931" y="1248979"/>
                  </a:lnTo>
                  <a:lnTo>
                    <a:pt x="1055927" y="1248962"/>
                  </a:lnTo>
                  <a:lnTo>
                    <a:pt x="1055925" y="1248946"/>
                  </a:lnTo>
                  <a:lnTo>
                    <a:pt x="1055924" y="1248934"/>
                  </a:lnTo>
                  <a:lnTo>
                    <a:pt x="1055922" y="1248929"/>
                  </a:lnTo>
                  <a:lnTo>
                    <a:pt x="1055916" y="1248913"/>
                  </a:lnTo>
                  <a:lnTo>
                    <a:pt x="1055908" y="1248896"/>
                  </a:lnTo>
                  <a:lnTo>
                    <a:pt x="1055904" y="1248890"/>
                  </a:lnTo>
                  <a:lnTo>
                    <a:pt x="1055886" y="1248841"/>
                  </a:lnTo>
                  <a:lnTo>
                    <a:pt x="1055885" y="1248831"/>
                  </a:lnTo>
                  <a:lnTo>
                    <a:pt x="1055886" y="1248814"/>
                  </a:lnTo>
                  <a:lnTo>
                    <a:pt x="1055887" y="1248797"/>
                  </a:lnTo>
                  <a:lnTo>
                    <a:pt x="1055889" y="1248789"/>
                  </a:lnTo>
                  <a:lnTo>
                    <a:pt x="1055890" y="1248779"/>
                  </a:lnTo>
                  <a:lnTo>
                    <a:pt x="1055891" y="1248773"/>
                  </a:lnTo>
                  <a:lnTo>
                    <a:pt x="1055891" y="1248764"/>
                  </a:lnTo>
                  <a:lnTo>
                    <a:pt x="1055891" y="1248747"/>
                  </a:lnTo>
                  <a:lnTo>
                    <a:pt x="1055890" y="1248737"/>
                  </a:lnTo>
                  <a:lnTo>
                    <a:pt x="1055891" y="1248730"/>
                  </a:lnTo>
                  <a:lnTo>
                    <a:pt x="1055887" y="1248714"/>
                  </a:lnTo>
                  <a:lnTo>
                    <a:pt x="1055885" y="1248706"/>
                  </a:lnTo>
                  <a:lnTo>
                    <a:pt x="1055885" y="1248697"/>
                  </a:lnTo>
                  <a:lnTo>
                    <a:pt x="1055884" y="1248680"/>
                  </a:lnTo>
                  <a:lnTo>
                    <a:pt x="1055882" y="1248664"/>
                  </a:lnTo>
                  <a:lnTo>
                    <a:pt x="1055881" y="1248649"/>
                  </a:lnTo>
                  <a:lnTo>
                    <a:pt x="1055880" y="1248631"/>
                  </a:lnTo>
                  <a:lnTo>
                    <a:pt x="1055882" y="1248614"/>
                  </a:lnTo>
                  <a:lnTo>
                    <a:pt x="1055884" y="1248597"/>
                  </a:lnTo>
                  <a:lnTo>
                    <a:pt x="1055888" y="1248581"/>
                  </a:lnTo>
                  <a:lnTo>
                    <a:pt x="1055889" y="1248568"/>
                  </a:lnTo>
                  <a:lnTo>
                    <a:pt x="1055891" y="1248557"/>
                  </a:lnTo>
                  <a:lnTo>
                    <a:pt x="1055894" y="1248547"/>
                  </a:lnTo>
                  <a:lnTo>
                    <a:pt x="1055903" y="1248534"/>
                  </a:lnTo>
                  <a:lnTo>
                    <a:pt x="1055908" y="1248521"/>
                  </a:lnTo>
                  <a:lnTo>
                    <a:pt x="1055912" y="1248504"/>
                  </a:lnTo>
                  <a:lnTo>
                    <a:pt x="1055913" y="1248498"/>
                  </a:lnTo>
                  <a:lnTo>
                    <a:pt x="1055918" y="1248480"/>
                  </a:lnTo>
                  <a:lnTo>
                    <a:pt x="1055920" y="1248463"/>
                  </a:lnTo>
                  <a:lnTo>
                    <a:pt x="1055923" y="1248450"/>
                  </a:lnTo>
                  <a:lnTo>
                    <a:pt x="1055922" y="1248430"/>
                  </a:lnTo>
                  <a:lnTo>
                    <a:pt x="1055923" y="1248414"/>
                  </a:lnTo>
                  <a:lnTo>
                    <a:pt x="1055922" y="1248407"/>
                  </a:lnTo>
                  <a:lnTo>
                    <a:pt x="1055924" y="1248397"/>
                  </a:lnTo>
                  <a:lnTo>
                    <a:pt x="1055925" y="1248380"/>
                  </a:lnTo>
                  <a:lnTo>
                    <a:pt x="1055925" y="1248363"/>
                  </a:lnTo>
                  <a:lnTo>
                    <a:pt x="1055926" y="1248347"/>
                  </a:lnTo>
                  <a:lnTo>
                    <a:pt x="1055921" y="1248330"/>
                  </a:lnTo>
                  <a:lnTo>
                    <a:pt x="1055919" y="1248322"/>
                  </a:lnTo>
                  <a:lnTo>
                    <a:pt x="1055915" y="1248313"/>
                  </a:lnTo>
                  <a:lnTo>
                    <a:pt x="1055908" y="1248303"/>
                  </a:lnTo>
                  <a:lnTo>
                    <a:pt x="1055903" y="1248297"/>
                  </a:lnTo>
                  <a:lnTo>
                    <a:pt x="1055887" y="1248281"/>
                  </a:lnTo>
                  <a:lnTo>
                    <a:pt x="1055870" y="1248268"/>
                  </a:lnTo>
                  <a:lnTo>
                    <a:pt x="1055855" y="1248254"/>
                  </a:lnTo>
                  <a:lnTo>
                    <a:pt x="1055842" y="1248240"/>
                  </a:lnTo>
                  <a:lnTo>
                    <a:pt x="1055834" y="1248229"/>
                  </a:lnTo>
                  <a:lnTo>
                    <a:pt x="1055828" y="1248220"/>
                  </a:lnTo>
                  <a:lnTo>
                    <a:pt x="1055822" y="1248216"/>
                  </a:lnTo>
                  <a:lnTo>
                    <a:pt x="1055813" y="1248212"/>
                  </a:lnTo>
                  <a:lnTo>
                    <a:pt x="1055804" y="1248211"/>
                  </a:lnTo>
                  <a:lnTo>
                    <a:pt x="1055795" y="1248212"/>
                  </a:lnTo>
                  <a:lnTo>
                    <a:pt x="1055779" y="1248216"/>
                  </a:lnTo>
                  <a:lnTo>
                    <a:pt x="1055762" y="1248219"/>
                  </a:lnTo>
                  <a:lnTo>
                    <a:pt x="1055746" y="1248225"/>
                  </a:lnTo>
                  <a:lnTo>
                    <a:pt x="1055729" y="1248229"/>
                  </a:lnTo>
                  <a:lnTo>
                    <a:pt x="1055714" y="1248234"/>
                  </a:lnTo>
                  <a:lnTo>
                    <a:pt x="1055708" y="1248235"/>
                  </a:lnTo>
                  <a:lnTo>
                    <a:pt x="1055696" y="1248239"/>
                  </a:lnTo>
                  <a:lnTo>
                    <a:pt x="1055679" y="1248245"/>
                  </a:lnTo>
                  <a:lnTo>
                    <a:pt x="1055663" y="1248251"/>
                  </a:lnTo>
                  <a:lnTo>
                    <a:pt x="1055647" y="1248256"/>
                  </a:lnTo>
                  <a:lnTo>
                    <a:pt x="1055631" y="1248260"/>
                  </a:lnTo>
                  <a:lnTo>
                    <a:pt x="1055614" y="1248264"/>
                  </a:lnTo>
                  <a:lnTo>
                    <a:pt x="1055597" y="1248265"/>
                  </a:lnTo>
                  <a:lnTo>
                    <a:pt x="1055581" y="1248267"/>
                  </a:lnTo>
                  <a:lnTo>
                    <a:pt x="1055564" y="1248273"/>
                  </a:lnTo>
                  <a:lnTo>
                    <a:pt x="1055548" y="1248279"/>
                  </a:lnTo>
                  <a:lnTo>
                    <a:pt x="1055531" y="1248286"/>
                  </a:lnTo>
                  <a:lnTo>
                    <a:pt x="1055523" y="1248291"/>
                  </a:lnTo>
                  <a:lnTo>
                    <a:pt x="1055515" y="1248292"/>
                  </a:lnTo>
                  <a:lnTo>
                    <a:pt x="1055499" y="1248296"/>
                  </a:lnTo>
                  <a:lnTo>
                    <a:pt x="1055482" y="1248299"/>
                  </a:lnTo>
                  <a:lnTo>
                    <a:pt x="1055465" y="1248298"/>
                  </a:lnTo>
                  <a:lnTo>
                    <a:pt x="1055449" y="1248298"/>
                  </a:lnTo>
                  <a:lnTo>
                    <a:pt x="1055439" y="1248298"/>
                  </a:lnTo>
                  <a:lnTo>
                    <a:pt x="1055432" y="1248296"/>
                  </a:lnTo>
                  <a:lnTo>
                    <a:pt x="1055416" y="1248295"/>
                  </a:lnTo>
                  <a:lnTo>
                    <a:pt x="1055399" y="1248292"/>
                  </a:lnTo>
                  <a:lnTo>
                    <a:pt x="1055383" y="1248286"/>
                  </a:lnTo>
                  <a:lnTo>
                    <a:pt x="1055366" y="1248277"/>
                  </a:lnTo>
                  <a:lnTo>
                    <a:pt x="1055350" y="1248266"/>
                  </a:lnTo>
                  <a:lnTo>
                    <a:pt x="1055268" y="1248206"/>
                  </a:lnTo>
                  <a:lnTo>
                    <a:pt x="1055261" y="1248200"/>
                  </a:lnTo>
                  <a:lnTo>
                    <a:pt x="1055256" y="1248194"/>
                  </a:lnTo>
                  <a:lnTo>
                    <a:pt x="1055248" y="1248186"/>
                  </a:lnTo>
                  <a:lnTo>
                    <a:pt x="1055240" y="1248184"/>
                  </a:lnTo>
                  <a:lnTo>
                    <a:pt x="1055232" y="1248180"/>
                  </a:lnTo>
                  <a:lnTo>
                    <a:pt x="1055223" y="1248179"/>
                  </a:lnTo>
                  <a:lnTo>
                    <a:pt x="1055207" y="1248177"/>
                  </a:lnTo>
                  <a:lnTo>
                    <a:pt x="1055195" y="1248174"/>
                  </a:lnTo>
                  <a:lnTo>
                    <a:pt x="1055191" y="1248170"/>
                  </a:lnTo>
                  <a:lnTo>
                    <a:pt x="1055174" y="1248164"/>
                  </a:lnTo>
                  <a:lnTo>
                    <a:pt x="1055164" y="1248160"/>
                  </a:lnTo>
                  <a:lnTo>
                    <a:pt x="1055157" y="1248154"/>
                  </a:lnTo>
                  <a:lnTo>
                    <a:pt x="1055151" y="1248148"/>
                  </a:lnTo>
                  <a:lnTo>
                    <a:pt x="1055145" y="1248141"/>
                  </a:lnTo>
                  <a:lnTo>
                    <a:pt x="1055133" y="1248124"/>
                  </a:lnTo>
                  <a:lnTo>
                    <a:pt x="1055121" y="1248107"/>
                  </a:lnTo>
                  <a:lnTo>
                    <a:pt x="1055111" y="1248091"/>
                  </a:lnTo>
                  <a:lnTo>
                    <a:pt x="1055095" y="1248076"/>
                  </a:lnTo>
                  <a:lnTo>
                    <a:pt x="1055078" y="1248062"/>
                  </a:lnTo>
                  <a:lnTo>
                    <a:pt x="1055062" y="1248049"/>
                  </a:lnTo>
                  <a:lnTo>
                    <a:pt x="1055045" y="1248036"/>
                  </a:lnTo>
                  <a:lnTo>
                    <a:pt x="1055029" y="1248021"/>
                  </a:lnTo>
                  <a:lnTo>
                    <a:pt x="1055013" y="1248004"/>
                  </a:lnTo>
                  <a:lnTo>
                    <a:pt x="1054999" y="1247988"/>
                  </a:lnTo>
                  <a:lnTo>
                    <a:pt x="1054982" y="1247973"/>
                  </a:lnTo>
                  <a:lnTo>
                    <a:pt x="1054965" y="1247961"/>
                  </a:lnTo>
                  <a:lnTo>
                    <a:pt x="1054955" y="1247952"/>
                  </a:lnTo>
                  <a:lnTo>
                    <a:pt x="1054951" y="1247945"/>
                  </a:lnTo>
                  <a:lnTo>
                    <a:pt x="1054946" y="1247937"/>
                  </a:lnTo>
                  <a:lnTo>
                    <a:pt x="1054939" y="1247930"/>
                  </a:lnTo>
                  <a:lnTo>
                    <a:pt x="1054924" y="1247915"/>
                  </a:lnTo>
                  <a:lnTo>
                    <a:pt x="1054910" y="1247898"/>
                  </a:lnTo>
                  <a:lnTo>
                    <a:pt x="1054895" y="1247882"/>
                  </a:lnTo>
                  <a:lnTo>
                    <a:pt x="1054878" y="1247872"/>
                  </a:lnTo>
                  <a:lnTo>
                    <a:pt x="1054869" y="1247865"/>
                  </a:lnTo>
                  <a:lnTo>
                    <a:pt x="1054862" y="1247862"/>
                  </a:lnTo>
                  <a:lnTo>
                    <a:pt x="1054845" y="1247853"/>
                  </a:lnTo>
                  <a:lnTo>
                    <a:pt x="1054838" y="1247849"/>
                  </a:lnTo>
                  <a:lnTo>
                    <a:pt x="1054829" y="1247842"/>
                  </a:lnTo>
                  <a:lnTo>
                    <a:pt x="1054813" y="1247827"/>
                  </a:lnTo>
                  <a:lnTo>
                    <a:pt x="1054799" y="1247813"/>
                  </a:lnTo>
                  <a:lnTo>
                    <a:pt x="1054790" y="1247806"/>
                  </a:lnTo>
                  <a:lnTo>
                    <a:pt x="1054782" y="1247800"/>
                  </a:lnTo>
                  <a:lnTo>
                    <a:pt x="1054773" y="1247793"/>
                  </a:lnTo>
                  <a:lnTo>
                    <a:pt x="1054765" y="1247790"/>
                  </a:lnTo>
                  <a:lnTo>
                    <a:pt x="1054748" y="1247782"/>
                  </a:lnTo>
                  <a:lnTo>
                    <a:pt x="1054732" y="1247778"/>
                  </a:lnTo>
                  <a:lnTo>
                    <a:pt x="1054722" y="1247775"/>
                  </a:lnTo>
                  <a:lnTo>
                    <a:pt x="1054715" y="1247770"/>
                  </a:lnTo>
                  <a:lnTo>
                    <a:pt x="1054699" y="1247759"/>
                  </a:lnTo>
                  <a:lnTo>
                    <a:pt x="1054684" y="1247744"/>
                  </a:lnTo>
                  <a:lnTo>
                    <a:pt x="1054669" y="1247727"/>
                  </a:lnTo>
                  <a:lnTo>
                    <a:pt x="1054661" y="1247719"/>
                  </a:lnTo>
                  <a:lnTo>
                    <a:pt x="1054652" y="1247714"/>
                  </a:lnTo>
                  <a:lnTo>
                    <a:pt x="1054636" y="1247703"/>
                  </a:lnTo>
                  <a:lnTo>
                    <a:pt x="1054619" y="1247694"/>
                  </a:lnTo>
                  <a:lnTo>
                    <a:pt x="1054603" y="1247686"/>
                  </a:lnTo>
                  <a:lnTo>
                    <a:pt x="1054588" y="1247678"/>
                  </a:lnTo>
                  <a:lnTo>
                    <a:pt x="1054570" y="1247670"/>
                  </a:lnTo>
                  <a:lnTo>
                    <a:pt x="1054553" y="1247665"/>
                  </a:lnTo>
                  <a:lnTo>
                    <a:pt x="1054541" y="1247657"/>
                  </a:lnTo>
                  <a:lnTo>
                    <a:pt x="1054537" y="1247656"/>
                  </a:lnTo>
                  <a:lnTo>
                    <a:pt x="1054524" y="1247648"/>
                  </a:lnTo>
                  <a:lnTo>
                    <a:pt x="1054520" y="1247647"/>
                  </a:lnTo>
                  <a:lnTo>
                    <a:pt x="1054503" y="1247636"/>
                  </a:lnTo>
                  <a:lnTo>
                    <a:pt x="1054487" y="1247629"/>
                  </a:lnTo>
                  <a:lnTo>
                    <a:pt x="1054473" y="1247623"/>
                  </a:lnTo>
                  <a:lnTo>
                    <a:pt x="1054470" y="1247620"/>
                  </a:lnTo>
                  <a:lnTo>
                    <a:pt x="1054453" y="1247613"/>
                  </a:lnTo>
                  <a:lnTo>
                    <a:pt x="1054437" y="1247605"/>
                  </a:lnTo>
                  <a:lnTo>
                    <a:pt x="1054420" y="1247597"/>
                  </a:lnTo>
                  <a:lnTo>
                    <a:pt x="1054404" y="1247588"/>
                  </a:lnTo>
                  <a:lnTo>
                    <a:pt x="1054395" y="1247585"/>
                  </a:lnTo>
                  <a:lnTo>
                    <a:pt x="1054390" y="1247580"/>
                  </a:lnTo>
                  <a:lnTo>
                    <a:pt x="1054384" y="1247574"/>
                  </a:lnTo>
                  <a:lnTo>
                    <a:pt x="1054377" y="1247567"/>
                  </a:lnTo>
                  <a:lnTo>
                    <a:pt x="1054375" y="1247562"/>
                  </a:lnTo>
                  <a:lnTo>
                    <a:pt x="1054367" y="1247552"/>
                  </a:lnTo>
                  <a:lnTo>
                    <a:pt x="1054363" y="1247548"/>
                  </a:lnTo>
                  <a:lnTo>
                    <a:pt x="1054348" y="1247533"/>
                  </a:lnTo>
                  <a:lnTo>
                    <a:pt x="1054332" y="1247519"/>
                  </a:lnTo>
                  <a:lnTo>
                    <a:pt x="1054315" y="1247504"/>
                  </a:lnTo>
                  <a:lnTo>
                    <a:pt x="1054306" y="1247495"/>
                  </a:lnTo>
                  <a:lnTo>
                    <a:pt x="1054299" y="1247491"/>
                  </a:lnTo>
                  <a:lnTo>
                    <a:pt x="1054282" y="1247484"/>
                  </a:lnTo>
                  <a:lnTo>
                    <a:pt x="1054265" y="1247478"/>
                  </a:lnTo>
                  <a:lnTo>
                    <a:pt x="1054249" y="1247474"/>
                  </a:lnTo>
                  <a:lnTo>
                    <a:pt x="1054231" y="1247469"/>
                  </a:lnTo>
                  <a:lnTo>
                    <a:pt x="1054148" y="1247449"/>
                  </a:lnTo>
                  <a:lnTo>
                    <a:pt x="1054131" y="1247444"/>
                  </a:lnTo>
                  <a:lnTo>
                    <a:pt x="1054114" y="1247441"/>
                  </a:lnTo>
                  <a:lnTo>
                    <a:pt x="1054106" y="1247436"/>
                  </a:lnTo>
                  <a:lnTo>
                    <a:pt x="1054099" y="1247429"/>
                  </a:lnTo>
                  <a:lnTo>
                    <a:pt x="1054053" y="1247344"/>
                  </a:lnTo>
                  <a:lnTo>
                    <a:pt x="1054042" y="1247321"/>
                  </a:lnTo>
                  <a:lnTo>
                    <a:pt x="1054031" y="1247312"/>
                  </a:lnTo>
                  <a:lnTo>
                    <a:pt x="1054026" y="1247309"/>
                  </a:lnTo>
                  <a:lnTo>
                    <a:pt x="1054018" y="1247306"/>
                  </a:lnTo>
                  <a:lnTo>
                    <a:pt x="1054009" y="1247305"/>
                  </a:lnTo>
                  <a:lnTo>
                    <a:pt x="1054004" y="1247304"/>
                  </a:lnTo>
                  <a:lnTo>
                    <a:pt x="1053993" y="1247307"/>
                  </a:lnTo>
                  <a:lnTo>
                    <a:pt x="1053976" y="1247310"/>
                  </a:lnTo>
                  <a:lnTo>
                    <a:pt x="1053960" y="1247311"/>
                  </a:lnTo>
                  <a:lnTo>
                    <a:pt x="1053943" y="1247309"/>
                  </a:lnTo>
                  <a:lnTo>
                    <a:pt x="1053933" y="1247306"/>
                  </a:lnTo>
                  <a:lnTo>
                    <a:pt x="1053926" y="1247301"/>
                  </a:lnTo>
                  <a:lnTo>
                    <a:pt x="1053910" y="1247287"/>
                  </a:lnTo>
                  <a:lnTo>
                    <a:pt x="1053893" y="1247272"/>
                  </a:lnTo>
                  <a:lnTo>
                    <a:pt x="1053877" y="1247255"/>
                  </a:lnTo>
                  <a:lnTo>
                    <a:pt x="1053860" y="1247246"/>
                  </a:lnTo>
                  <a:lnTo>
                    <a:pt x="1053842" y="1247237"/>
                  </a:lnTo>
                  <a:lnTo>
                    <a:pt x="1053818" y="1247231"/>
                  </a:lnTo>
                  <a:lnTo>
                    <a:pt x="1053813" y="1247226"/>
                  </a:lnTo>
                  <a:lnTo>
                    <a:pt x="1053810" y="1247216"/>
                  </a:lnTo>
                  <a:lnTo>
                    <a:pt x="1053806" y="1247199"/>
                  </a:lnTo>
                  <a:lnTo>
                    <a:pt x="1053799" y="1247140"/>
                  </a:lnTo>
                  <a:lnTo>
                    <a:pt x="1053801" y="1247115"/>
                  </a:lnTo>
                  <a:lnTo>
                    <a:pt x="1053796" y="1247090"/>
                  </a:lnTo>
                  <a:lnTo>
                    <a:pt x="1053781" y="1247070"/>
                  </a:lnTo>
                  <a:lnTo>
                    <a:pt x="1053764" y="1247046"/>
                  </a:lnTo>
                  <a:lnTo>
                    <a:pt x="1053743" y="1247005"/>
                  </a:lnTo>
                  <a:lnTo>
                    <a:pt x="1053736" y="1246983"/>
                  </a:lnTo>
                  <a:lnTo>
                    <a:pt x="1053728" y="1246961"/>
                  </a:lnTo>
                  <a:lnTo>
                    <a:pt x="1053722" y="1246950"/>
                  </a:lnTo>
                  <a:lnTo>
                    <a:pt x="1053713" y="1246943"/>
                  </a:lnTo>
                  <a:lnTo>
                    <a:pt x="1053705" y="1246935"/>
                  </a:lnTo>
                  <a:lnTo>
                    <a:pt x="1053691" y="1246921"/>
                  </a:lnTo>
                  <a:lnTo>
                    <a:pt x="1053685" y="1246913"/>
                  </a:lnTo>
                  <a:lnTo>
                    <a:pt x="1053686" y="1246907"/>
                  </a:lnTo>
                  <a:lnTo>
                    <a:pt x="1053691" y="1246899"/>
                  </a:lnTo>
                  <a:lnTo>
                    <a:pt x="1053706" y="1246873"/>
                  </a:lnTo>
                  <a:lnTo>
                    <a:pt x="1053712" y="1246856"/>
                  </a:lnTo>
                  <a:lnTo>
                    <a:pt x="1053716" y="1246844"/>
                  </a:lnTo>
                  <a:lnTo>
                    <a:pt x="1053716" y="1246834"/>
                  </a:lnTo>
                  <a:lnTo>
                    <a:pt x="1053713" y="1246803"/>
                  </a:lnTo>
                  <a:lnTo>
                    <a:pt x="1053709" y="1246783"/>
                  </a:lnTo>
                  <a:lnTo>
                    <a:pt x="1053709" y="1246774"/>
                  </a:lnTo>
                  <a:lnTo>
                    <a:pt x="1053704" y="1246749"/>
                  </a:lnTo>
                  <a:lnTo>
                    <a:pt x="1053695" y="1246733"/>
                  </a:lnTo>
                  <a:lnTo>
                    <a:pt x="1053681" y="1246708"/>
                  </a:lnTo>
                  <a:lnTo>
                    <a:pt x="1053666" y="1246676"/>
                  </a:lnTo>
                  <a:lnTo>
                    <a:pt x="1053656" y="1246656"/>
                  </a:lnTo>
                  <a:lnTo>
                    <a:pt x="1053655" y="1246647"/>
                  </a:lnTo>
                  <a:lnTo>
                    <a:pt x="1053657" y="1246639"/>
                  </a:lnTo>
                  <a:lnTo>
                    <a:pt x="1053658" y="1246631"/>
                  </a:lnTo>
                  <a:lnTo>
                    <a:pt x="1053662" y="1246622"/>
                  </a:lnTo>
                  <a:lnTo>
                    <a:pt x="1053663" y="1246607"/>
                  </a:lnTo>
                  <a:lnTo>
                    <a:pt x="1053661" y="1246597"/>
                  </a:lnTo>
                  <a:lnTo>
                    <a:pt x="1053659" y="1246588"/>
                  </a:lnTo>
                  <a:lnTo>
                    <a:pt x="1053652" y="1246576"/>
                  </a:lnTo>
                  <a:lnTo>
                    <a:pt x="1053632" y="1246552"/>
                  </a:lnTo>
                  <a:lnTo>
                    <a:pt x="1053615" y="1246516"/>
                  </a:lnTo>
                  <a:lnTo>
                    <a:pt x="1053594" y="1246487"/>
                  </a:lnTo>
                  <a:lnTo>
                    <a:pt x="1053579" y="1246465"/>
                  </a:lnTo>
                  <a:lnTo>
                    <a:pt x="1053563" y="1246418"/>
                  </a:lnTo>
                  <a:lnTo>
                    <a:pt x="1053549" y="1246393"/>
                  </a:lnTo>
                  <a:lnTo>
                    <a:pt x="1053552" y="1246386"/>
                  </a:lnTo>
                  <a:lnTo>
                    <a:pt x="1053560" y="1246376"/>
                  </a:lnTo>
                  <a:lnTo>
                    <a:pt x="1053585" y="1246350"/>
                  </a:lnTo>
                  <a:lnTo>
                    <a:pt x="1053605" y="1246320"/>
                  </a:lnTo>
                  <a:lnTo>
                    <a:pt x="1053617" y="1246306"/>
                  </a:lnTo>
                  <a:lnTo>
                    <a:pt x="1053621" y="1246296"/>
                  </a:lnTo>
                  <a:lnTo>
                    <a:pt x="1053627" y="1246281"/>
                  </a:lnTo>
                  <a:lnTo>
                    <a:pt x="1053638" y="1246268"/>
                  </a:lnTo>
                  <a:lnTo>
                    <a:pt x="1053645" y="1246262"/>
                  </a:lnTo>
                  <a:lnTo>
                    <a:pt x="1053689" y="1246242"/>
                  </a:lnTo>
                  <a:lnTo>
                    <a:pt x="1053718" y="1246227"/>
                  </a:lnTo>
                  <a:lnTo>
                    <a:pt x="1053751" y="1246200"/>
                  </a:lnTo>
                  <a:lnTo>
                    <a:pt x="1053775" y="1246182"/>
                  </a:lnTo>
                  <a:lnTo>
                    <a:pt x="1053794" y="1246160"/>
                  </a:lnTo>
                  <a:lnTo>
                    <a:pt x="1053815" y="1246134"/>
                  </a:lnTo>
                  <a:lnTo>
                    <a:pt x="1053828" y="1246122"/>
                  </a:lnTo>
                  <a:lnTo>
                    <a:pt x="1053834" y="1246116"/>
                  </a:lnTo>
                  <a:lnTo>
                    <a:pt x="1053835" y="1246111"/>
                  </a:lnTo>
                  <a:lnTo>
                    <a:pt x="1053827" y="1246089"/>
                  </a:lnTo>
                  <a:lnTo>
                    <a:pt x="1053822" y="1246072"/>
                  </a:lnTo>
                  <a:lnTo>
                    <a:pt x="1053816" y="1246056"/>
                  </a:lnTo>
                  <a:lnTo>
                    <a:pt x="1053803" y="1246026"/>
                  </a:lnTo>
                  <a:lnTo>
                    <a:pt x="1053793" y="1246002"/>
                  </a:lnTo>
                  <a:lnTo>
                    <a:pt x="1053767" y="1245952"/>
                  </a:lnTo>
                  <a:lnTo>
                    <a:pt x="1053759" y="1245933"/>
                  </a:lnTo>
                  <a:lnTo>
                    <a:pt x="1053758" y="1245921"/>
                  </a:lnTo>
                  <a:lnTo>
                    <a:pt x="1053759" y="1245913"/>
                  </a:lnTo>
                  <a:lnTo>
                    <a:pt x="1053761" y="1245905"/>
                  </a:lnTo>
                  <a:lnTo>
                    <a:pt x="1053789" y="1245868"/>
                  </a:lnTo>
                  <a:lnTo>
                    <a:pt x="1053801" y="1245844"/>
                  </a:lnTo>
                  <a:lnTo>
                    <a:pt x="1053812" y="1245807"/>
                  </a:lnTo>
                  <a:lnTo>
                    <a:pt x="1053823" y="1245772"/>
                  </a:lnTo>
                  <a:lnTo>
                    <a:pt x="1053832" y="1245759"/>
                  </a:lnTo>
                  <a:lnTo>
                    <a:pt x="1053847" y="1245746"/>
                  </a:lnTo>
                  <a:lnTo>
                    <a:pt x="1053863" y="1245737"/>
                  </a:lnTo>
                  <a:lnTo>
                    <a:pt x="1053882" y="1245731"/>
                  </a:lnTo>
                  <a:lnTo>
                    <a:pt x="1053900" y="1245725"/>
                  </a:lnTo>
                  <a:lnTo>
                    <a:pt x="1053915" y="1245721"/>
                  </a:lnTo>
                  <a:lnTo>
                    <a:pt x="1053931" y="1245717"/>
                  </a:lnTo>
                  <a:lnTo>
                    <a:pt x="1053948" y="1245714"/>
                  </a:lnTo>
                  <a:lnTo>
                    <a:pt x="1053965" y="1245713"/>
                  </a:lnTo>
                  <a:lnTo>
                    <a:pt x="1053979" y="1245712"/>
                  </a:lnTo>
                  <a:lnTo>
                    <a:pt x="1054012" y="1245710"/>
                  </a:lnTo>
                  <a:lnTo>
                    <a:pt x="1054013" y="1245692"/>
                  </a:lnTo>
                  <a:lnTo>
                    <a:pt x="1054008" y="1245647"/>
                  </a:lnTo>
                  <a:lnTo>
                    <a:pt x="1054006" y="1245620"/>
                  </a:lnTo>
                  <a:lnTo>
                    <a:pt x="1053999" y="1245586"/>
                  </a:lnTo>
                  <a:lnTo>
                    <a:pt x="1053995" y="1245541"/>
                  </a:lnTo>
                  <a:lnTo>
                    <a:pt x="1053996" y="1245519"/>
                  </a:lnTo>
                  <a:lnTo>
                    <a:pt x="1053997" y="1245508"/>
                  </a:lnTo>
                  <a:lnTo>
                    <a:pt x="1054003" y="1245492"/>
                  </a:lnTo>
                  <a:lnTo>
                    <a:pt x="1054013" y="1245477"/>
                  </a:lnTo>
                  <a:lnTo>
                    <a:pt x="1054025" y="1245463"/>
                  </a:lnTo>
                  <a:lnTo>
                    <a:pt x="1054028" y="1245455"/>
                  </a:lnTo>
                  <a:lnTo>
                    <a:pt x="1054028" y="1245447"/>
                  </a:lnTo>
                  <a:lnTo>
                    <a:pt x="1054028" y="1245436"/>
                  </a:lnTo>
                  <a:lnTo>
                    <a:pt x="1054031" y="1245426"/>
                  </a:lnTo>
                  <a:lnTo>
                    <a:pt x="1054040" y="1245413"/>
                  </a:lnTo>
                  <a:lnTo>
                    <a:pt x="1054047" y="1245401"/>
                  </a:lnTo>
                  <a:lnTo>
                    <a:pt x="1054051" y="1245396"/>
                  </a:lnTo>
                  <a:lnTo>
                    <a:pt x="1054054" y="1245389"/>
                  </a:lnTo>
                  <a:lnTo>
                    <a:pt x="1054055" y="1245381"/>
                  </a:lnTo>
                  <a:lnTo>
                    <a:pt x="1054061" y="1245354"/>
                  </a:lnTo>
                  <a:lnTo>
                    <a:pt x="1054064" y="1245339"/>
                  </a:lnTo>
                  <a:lnTo>
                    <a:pt x="1054067" y="1245329"/>
                  </a:lnTo>
                  <a:lnTo>
                    <a:pt x="1054070" y="1245324"/>
                  </a:lnTo>
                  <a:lnTo>
                    <a:pt x="1054078" y="1245322"/>
                  </a:lnTo>
                  <a:lnTo>
                    <a:pt x="1054086" y="1245322"/>
                  </a:lnTo>
                  <a:lnTo>
                    <a:pt x="1054103" y="1245323"/>
                  </a:lnTo>
                  <a:lnTo>
                    <a:pt x="1054119" y="1245321"/>
                  </a:lnTo>
                  <a:lnTo>
                    <a:pt x="1054136" y="1245323"/>
                  </a:lnTo>
                  <a:lnTo>
                    <a:pt x="1054152" y="1245325"/>
                  </a:lnTo>
                  <a:lnTo>
                    <a:pt x="1054169" y="1245324"/>
                  </a:lnTo>
                  <a:lnTo>
                    <a:pt x="1054186" y="1245324"/>
                  </a:lnTo>
                  <a:lnTo>
                    <a:pt x="1054202" y="1245324"/>
                  </a:lnTo>
                  <a:lnTo>
                    <a:pt x="1054211" y="1245323"/>
                  </a:lnTo>
                  <a:lnTo>
                    <a:pt x="1054219" y="1245324"/>
                  </a:lnTo>
                  <a:lnTo>
                    <a:pt x="1054235" y="1245326"/>
                  </a:lnTo>
                  <a:lnTo>
                    <a:pt x="1054252" y="1245328"/>
                  </a:lnTo>
                  <a:lnTo>
                    <a:pt x="1054268" y="1245332"/>
                  </a:lnTo>
                  <a:lnTo>
                    <a:pt x="1054285" y="1245335"/>
                  </a:lnTo>
                  <a:lnTo>
                    <a:pt x="1054301" y="1245337"/>
                  </a:lnTo>
                  <a:lnTo>
                    <a:pt x="1054318" y="1245340"/>
                  </a:lnTo>
                  <a:lnTo>
                    <a:pt x="1054332" y="1245343"/>
                  </a:lnTo>
                  <a:lnTo>
                    <a:pt x="1054374" y="1245352"/>
                  </a:lnTo>
                  <a:lnTo>
                    <a:pt x="1054384" y="1245355"/>
                  </a:lnTo>
                  <a:lnTo>
                    <a:pt x="1054390" y="1245355"/>
                  </a:lnTo>
                  <a:lnTo>
                    <a:pt x="1054406" y="1245354"/>
                  </a:lnTo>
                  <a:lnTo>
                    <a:pt x="1054423" y="1245352"/>
                  </a:lnTo>
                  <a:lnTo>
                    <a:pt x="1054431" y="1245351"/>
                  </a:lnTo>
                  <a:lnTo>
                    <a:pt x="1054439" y="1245347"/>
                  </a:lnTo>
                  <a:lnTo>
                    <a:pt x="1054455" y="1245339"/>
                  </a:lnTo>
                  <a:lnTo>
                    <a:pt x="1054472" y="1245333"/>
                  </a:lnTo>
                  <a:lnTo>
                    <a:pt x="1054488" y="1245326"/>
                  </a:lnTo>
                  <a:lnTo>
                    <a:pt x="1054496" y="1245322"/>
                  </a:lnTo>
                  <a:lnTo>
                    <a:pt x="1054505" y="1245321"/>
                  </a:lnTo>
                  <a:lnTo>
                    <a:pt x="1054521" y="1245322"/>
                  </a:lnTo>
                  <a:lnTo>
                    <a:pt x="1054538" y="1245320"/>
                  </a:lnTo>
                  <a:lnTo>
                    <a:pt x="1054554" y="1245318"/>
                  </a:lnTo>
                  <a:lnTo>
                    <a:pt x="1054571" y="1245320"/>
                  </a:lnTo>
                  <a:lnTo>
                    <a:pt x="1054588" y="1245318"/>
                  </a:lnTo>
                  <a:lnTo>
                    <a:pt x="1054604" y="1245317"/>
                  </a:lnTo>
                  <a:lnTo>
                    <a:pt x="1054621" y="1245315"/>
                  </a:lnTo>
                  <a:lnTo>
                    <a:pt x="1054639" y="1245315"/>
                  </a:lnTo>
                  <a:lnTo>
                    <a:pt x="1054652" y="1245313"/>
                  </a:lnTo>
                  <a:lnTo>
                    <a:pt x="1054670" y="1245313"/>
                  </a:lnTo>
                  <a:lnTo>
                    <a:pt x="1054684" y="1245314"/>
                  </a:lnTo>
                  <a:lnTo>
                    <a:pt x="1054703" y="1245317"/>
                  </a:lnTo>
                  <a:lnTo>
                    <a:pt x="1054711" y="1245320"/>
                  </a:lnTo>
                  <a:lnTo>
                    <a:pt x="1054728" y="1245326"/>
                  </a:lnTo>
                  <a:lnTo>
                    <a:pt x="1054750" y="1245329"/>
                  </a:lnTo>
                  <a:lnTo>
                    <a:pt x="1054769" y="1245331"/>
                  </a:lnTo>
                  <a:lnTo>
                    <a:pt x="1054791" y="1245332"/>
                  </a:lnTo>
                  <a:lnTo>
                    <a:pt x="1054800" y="1245333"/>
                  </a:lnTo>
                  <a:lnTo>
                    <a:pt x="1054804" y="1245333"/>
                  </a:lnTo>
                  <a:lnTo>
                    <a:pt x="1054808" y="1245329"/>
                  </a:lnTo>
                  <a:lnTo>
                    <a:pt x="1054812" y="1245319"/>
                  </a:lnTo>
                  <a:lnTo>
                    <a:pt x="1054822" y="1245299"/>
                  </a:lnTo>
                  <a:lnTo>
                    <a:pt x="1054834" y="1245284"/>
                  </a:lnTo>
                  <a:lnTo>
                    <a:pt x="1054841" y="1245274"/>
                  </a:lnTo>
                  <a:lnTo>
                    <a:pt x="1054846" y="1245266"/>
                  </a:lnTo>
                  <a:lnTo>
                    <a:pt x="1054850" y="1245260"/>
                  </a:lnTo>
                  <a:lnTo>
                    <a:pt x="1054856" y="1245256"/>
                  </a:lnTo>
                  <a:lnTo>
                    <a:pt x="1054865" y="1245254"/>
                  </a:lnTo>
                  <a:lnTo>
                    <a:pt x="1054889" y="1245250"/>
                  </a:lnTo>
                  <a:lnTo>
                    <a:pt x="1054906" y="1245245"/>
                  </a:lnTo>
                  <a:lnTo>
                    <a:pt x="1054917" y="1245238"/>
                  </a:lnTo>
                  <a:lnTo>
                    <a:pt x="1054927" y="1245225"/>
                  </a:lnTo>
                  <a:lnTo>
                    <a:pt x="1054929" y="1245214"/>
                  </a:lnTo>
                  <a:lnTo>
                    <a:pt x="1054929" y="1245207"/>
                  </a:lnTo>
                  <a:lnTo>
                    <a:pt x="1054929" y="1245202"/>
                  </a:lnTo>
                  <a:lnTo>
                    <a:pt x="1054921" y="1245185"/>
                  </a:lnTo>
                  <a:lnTo>
                    <a:pt x="1054917" y="1245180"/>
                  </a:lnTo>
                  <a:lnTo>
                    <a:pt x="1054910" y="1245163"/>
                  </a:lnTo>
                  <a:lnTo>
                    <a:pt x="1054907" y="1245146"/>
                  </a:lnTo>
                  <a:lnTo>
                    <a:pt x="1054910" y="1245130"/>
                  </a:lnTo>
                  <a:lnTo>
                    <a:pt x="1054915" y="1245120"/>
                  </a:lnTo>
                  <a:lnTo>
                    <a:pt x="1054917" y="1245113"/>
                  </a:lnTo>
                  <a:lnTo>
                    <a:pt x="1054917" y="1245096"/>
                  </a:lnTo>
                  <a:lnTo>
                    <a:pt x="1054927" y="1245084"/>
                  </a:lnTo>
                  <a:lnTo>
                    <a:pt x="1054930" y="1245079"/>
                  </a:lnTo>
                  <a:lnTo>
                    <a:pt x="1054931" y="1245070"/>
                  </a:lnTo>
                  <a:lnTo>
                    <a:pt x="1054929" y="1245063"/>
                  </a:lnTo>
                  <a:lnTo>
                    <a:pt x="1054925" y="1245046"/>
                  </a:lnTo>
                  <a:lnTo>
                    <a:pt x="1054921" y="1245036"/>
                  </a:lnTo>
                  <a:lnTo>
                    <a:pt x="1054921" y="1245029"/>
                  </a:lnTo>
                  <a:lnTo>
                    <a:pt x="1054916" y="1245013"/>
                  </a:lnTo>
                  <a:lnTo>
                    <a:pt x="1054911" y="1244996"/>
                  </a:lnTo>
                  <a:lnTo>
                    <a:pt x="1054909" y="1244980"/>
                  </a:lnTo>
                  <a:lnTo>
                    <a:pt x="1054906" y="1244963"/>
                  </a:lnTo>
                  <a:lnTo>
                    <a:pt x="1054904" y="1244953"/>
                  </a:lnTo>
                  <a:lnTo>
                    <a:pt x="1054883" y="1244904"/>
                  </a:lnTo>
                  <a:lnTo>
                    <a:pt x="1054878" y="1244896"/>
                  </a:lnTo>
                  <a:lnTo>
                    <a:pt x="1054877" y="1244888"/>
                  </a:lnTo>
                  <a:lnTo>
                    <a:pt x="1054877" y="1244879"/>
                  </a:lnTo>
                  <a:lnTo>
                    <a:pt x="1054881" y="1244871"/>
                  </a:lnTo>
                  <a:lnTo>
                    <a:pt x="1054884" y="1244861"/>
                  </a:lnTo>
                  <a:lnTo>
                    <a:pt x="1054887" y="1244853"/>
                  </a:lnTo>
                  <a:lnTo>
                    <a:pt x="1054895" y="1244838"/>
                  </a:lnTo>
                  <a:lnTo>
                    <a:pt x="1054905" y="1244821"/>
                  </a:lnTo>
                  <a:lnTo>
                    <a:pt x="1054911" y="1244804"/>
                  </a:lnTo>
                  <a:lnTo>
                    <a:pt x="1054915" y="1244787"/>
                  </a:lnTo>
                  <a:lnTo>
                    <a:pt x="1054917" y="1244770"/>
                  </a:lnTo>
                  <a:lnTo>
                    <a:pt x="1054922" y="1244752"/>
                  </a:lnTo>
                  <a:lnTo>
                    <a:pt x="1054930" y="1244740"/>
                  </a:lnTo>
                  <a:lnTo>
                    <a:pt x="1054948" y="1244725"/>
                  </a:lnTo>
                  <a:lnTo>
                    <a:pt x="1054964" y="1244712"/>
                  </a:lnTo>
                  <a:lnTo>
                    <a:pt x="1054974" y="1244707"/>
                  </a:lnTo>
                  <a:lnTo>
                    <a:pt x="1054980" y="1244700"/>
                  </a:lnTo>
                  <a:lnTo>
                    <a:pt x="1054986" y="1244685"/>
                  </a:lnTo>
                  <a:lnTo>
                    <a:pt x="1054988" y="1244675"/>
                  </a:lnTo>
                  <a:lnTo>
                    <a:pt x="1054994" y="1244667"/>
                  </a:lnTo>
                  <a:lnTo>
                    <a:pt x="1054997" y="1244663"/>
                  </a:lnTo>
                  <a:lnTo>
                    <a:pt x="1055000" y="1244659"/>
                  </a:lnTo>
                  <a:lnTo>
                    <a:pt x="1055003" y="1244651"/>
                  </a:lnTo>
                  <a:lnTo>
                    <a:pt x="1055009" y="1244635"/>
                  </a:lnTo>
                  <a:lnTo>
                    <a:pt x="1055018" y="1244612"/>
                  </a:lnTo>
                  <a:lnTo>
                    <a:pt x="1055031" y="1244573"/>
                  </a:lnTo>
                  <a:lnTo>
                    <a:pt x="1055032" y="1244566"/>
                  </a:lnTo>
                  <a:lnTo>
                    <a:pt x="1055038" y="1244550"/>
                  </a:lnTo>
                  <a:lnTo>
                    <a:pt x="1055043" y="1244539"/>
                  </a:lnTo>
                  <a:lnTo>
                    <a:pt x="1055047" y="1244533"/>
                  </a:lnTo>
                  <a:lnTo>
                    <a:pt x="1055063" y="1244518"/>
                  </a:lnTo>
                  <a:lnTo>
                    <a:pt x="1055071" y="1244508"/>
                  </a:lnTo>
                  <a:lnTo>
                    <a:pt x="1055072" y="1244502"/>
                  </a:lnTo>
                  <a:lnTo>
                    <a:pt x="1055076" y="1244485"/>
                  </a:lnTo>
                  <a:lnTo>
                    <a:pt x="1055079" y="1244468"/>
                  </a:lnTo>
                  <a:lnTo>
                    <a:pt x="1055082" y="1244452"/>
                  </a:lnTo>
                  <a:lnTo>
                    <a:pt x="1055082" y="1244440"/>
                  </a:lnTo>
                  <a:lnTo>
                    <a:pt x="1055079" y="1244434"/>
                  </a:lnTo>
                  <a:lnTo>
                    <a:pt x="1055071" y="1244428"/>
                  </a:lnTo>
                  <a:lnTo>
                    <a:pt x="1055064" y="1244426"/>
                  </a:lnTo>
                  <a:lnTo>
                    <a:pt x="1055048" y="1244420"/>
                  </a:lnTo>
                  <a:lnTo>
                    <a:pt x="1055031" y="1244411"/>
                  </a:lnTo>
                  <a:lnTo>
                    <a:pt x="1055015" y="1244395"/>
                  </a:lnTo>
                  <a:lnTo>
                    <a:pt x="1055010" y="1244385"/>
                  </a:lnTo>
                  <a:lnTo>
                    <a:pt x="1055009" y="1244379"/>
                  </a:lnTo>
                  <a:lnTo>
                    <a:pt x="1055006" y="1244371"/>
                  </a:lnTo>
                  <a:lnTo>
                    <a:pt x="1055006" y="1244362"/>
                  </a:lnTo>
                  <a:lnTo>
                    <a:pt x="1055005" y="1244347"/>
                  </a:lnTo>
                  <a:lnTo>
                    <a:pt x="1055001" y="1244338"/>
                  </a:lnTo>
                  <a:lnTo>
                    <a:pt x="1054994" y="1244329"/>
                  </a:lnTo>
                  <a:lnTo>
                    <a:pt x="1054977" y="1244317"/>
                  </a:lnTo>
                  <a:lnTo>
                    <a:pt x="1054961" y="1244305"/>
                  </a:lnTo>
                  <a:lnTo>
                    <a:pt x="1054947" y="1244292"/>
                  </a:lnTo>
                  <a:lnTo>
                    <a:pt x="1054932" y="1244278"/>
                  </a:lnTo>
                  <a:lnTo>
                    <a:pt x="1054922" y="1244268"/>
                  </a:lnTo>
                  <a:lnTo>
                    <a:pt x="1054919" y="1244262"/>
                  </a:lnTo>
                  <a:lnTo>
                    <a:pt x="1054911" y="1244245"/>
                  </a:lnTo>
                  <a:lnTo>
                    <a:pt x="1054906" y="1244229"/>
                  </a:lnTo>
                  <a:lnTo>
                    <a:pt x="1054904" y="1244212"/>
                  </a:lnTo>
                  <a:lnTo>
                    <a:pt x="1054903" y="1244195"/>
                  </a:lnTo>
                  <a:lnTo>
                    <a:pt x="1054899" y="1244178"/>
                  </a:lnTo>
                  <a:lnTo>
                    <a:pt x="1054894" y="1244162"/>
                  </a:lnTo>
                  <a:lnTo>
                    <a:pt x="1054888" y="1244145"/>
                  </a:lnTo>
                  <a:lnTo>
                    <a:pt x="1054883" y="1244131"/>
                  </a:lnTo>
                  <a:lnTo>
                    <a:pt x="1054878" y="1244112"/>
                  </a:lnTo>
                  <a:lnTo>
                    <a:pt x="1054874" y="1244095"/>
                  </a:lnTo>
                  <a:lnTo>
                    <a:pt x="1054871" y="1244079"/>
                  </a:lnTo>
                  <a:lnTo>
                    <a:pt x="1054873" y="1244062"/>
                  </a:lnTo>
                  <a:lnTo>
                    <a:pt x="1054888" y="1244031"/>
                  </a:lnTo>
                  <a:lnTo>
                    <a:pt x="1054894" y="1244024"/>
                  </a:lnTo>
                  <a:lnTo>
                    <a:pt x="1054900" y="1244014"/>
                  </a:lnTo>
                  <a:lnTo>
                    <a:pt x="1054905" y="1244005"/>
                  </a:lnTo>
                  <a:lnTo>
                    <a:pt x="1054907" y="1243997"/>
                  </a:lnTo>
                  <a:lnTo>
                    <a:pt x="1054912" y="1243985"/>
                  </a:lnTo>
                  <a:lnTo>
                    <a:pt x="1054915" y="1243980"/>
                  </a:lnTo>
                  <a:lnTo>
                    <a:pt x="1054917" y="1243974"/>
                  </a:lnTo>
                  <a:lnTo>
                    <a:pt x="1054922" y="1243964"/>
                  </a:lnTo>
                  <a:lnTo>
                    <a:pt x="1054929" y="1243947"/>
                  </a:lnTo>
                  <a:lnTo>
                    <a:pt x="1054932" y="1243937"/>
                  </a:lnTo>
                  <a:lnTo>
                    <a:pt x="1054932" y="1243930"/>
                  </a:lnTo>
                  <a:lnTo>
                    <a:pt x="1054931" y="1243913"/>
                  </a:lnTo>
                  <a:lnTo>
                    <a:pt x="1054931" y="1243907"/>
                  </a:lnTo>
                  <a:lnTo>
                    <a:pt x="1054933" y="1243893"/>
                  </a:lnTo>
                  <a:lnTo>
                    <a:pt x="1054936" y="1243877"/>
                  </a:lnTo>
                  <a:lnTo>
                    <a:pt x="1054940" y="1243859"/>
                  </a:lnTo>
                  <a:lnTo>
                    <a:pt x="1054940" y="1243853"/>
                  </a:lnTo>
                  <a:lnTo>
                    <a:pt x="1054937" y="1243847"/>
                  </a:lnTo>
                  <a:lnTo>
                    <a:pt x="1054929" y="1243839"/>
                  </a:lnTo>
                  <a:lnTo>
                    <a:pt x="1054921" y="1243835"/>
                  </a:lnTo>
                  <a:lnTo>
                    <a:pt x="1054913" y="1243829"/>
                  </a:lnTo>
                  <a:lnTo>
                    <a:pt x="1054908" y="1243822"/>
                  </a:lnTo>
                  <a:lnTo>
                    <a:pt x="1054902" y="1243811"/>
                  </a:lnTo>
                  <a:lnTo>
                    <a:pt x="1054895" y="1243794"/>
                  </a:lnTo>
                  <a:lnTo>
                    <a:pt x="1054890" y="1243783"/>
                  </a:lnTo>
                  <a:lnTo>
                    <a:pt x="1054887" y="1243775"/>
                  </a:lnTo>
                  <a:lnTo>
                    <a:pt x="1054886" y="1243758"/>
                  </a:lnTo>
                  <a:lnTo>
                    <a:pt x="1054884" y="1243750"/>
                  </a:lnTo>
                  <a:lnTo>
                    <a:pt x="1054854" y="1243688"/>
                  </a:lnTo>
                  <a:lnTo>
                    <a:pt x="1054843" y="1243661"/>
                  </a:lnTo>
                  <a:lnTo>
                    <a:pt x="1054835" y="1243643"/>
                  </a:lnTo>
                  <a:lnTo>
                    <a:pt x="1054815" y="1243607"/>
                  </a:lnTo>
                  <a:lnTo>
                    <a:pt x="1054806" y="1243589"/>
                  </a:lnTo>
                  <a:lnTo>
                    <a:pt x="1054795" y="1243563"/>
                  </a:lnTo>
                  <a:lnTo>
                    <a:pt x="1054794" y="1243557"/>
                  </a:lnTo>
                  <a:lnTo>
                    <a:pt x="1054789" y="1243540"/>
                  </a:lnTo>
                  <a:lnTo>
                    <a:pt x="1054784" y="1243530"/>
                  </a:lnTo>
                  <a:lnTo>
                    <a:pt x="1054777" y="1243511"/>
                  </a:lnTo>
                  <a:lnTo>
                    <a:pt x="1054774" y="1243507"/>
                  </a:lnTo>
                  <a:lnTo>
                    <a:pt x="1054767" y="1243491"/>
                  </a:lnTo>
                  <a:lnTo>
                    <a:pt x="1054762" y="1243474"/>
                  </a:lnTo>
                  <a:lnTo>
                    <a:pt x="1054762" y="1243457"/>
                  </a:lnTo>
                  <a:lnTo>
                    <a:pt x="1054761" y="1243440"/>
                  </a:lnTo>
                  <a:lnTo>
                    <a:pt x="1054765" y="1243425"/>
                  </a:lnTo>
                  <a:lnTo>
                    <a:pt x="1054767" y="1243404"/>
                  </a:lnTo>
                  <a:lnTo>
                    <a:pt x="1054768" y="1243397"/>
                  </a:lnTo>
                  <a:lnTo>
                    <a:pt x="1054763" y="1243390"/>
                  </a:lnTo>
                  <a:lnTo>
                    <a:pt x="1054756" y="1243383"/>
                  </a:lnTo>
                  <a:lnTo>
                    <a:pt x="1054751" y="1243373"/>
                  </a:lnTo>
                  <a:lnTo>
                    <a:pt x="1054748" y="1243367"/>
                  </a:lnTo>
                  <a:lnTo>
                    <a:pt x="1054735" y="1243361"/>
                  </a:lnTo>
                  <a:lnTo>
                    <a:pt x="1054714" y="1243348"/>
                  </a:lnTo>
                  <a:lnTo>
                    <a:pt x="1054707" y="1243342"/>
                  </a:lnTo>
                  <a:lnTo>
                    <a:pt x="1054701" y="1243333"/>
                  </a:lnTo>
                  <a:lnTo>
                    <a:pt x="1054691" y="1243316"/>
                  </a:lnTo>
                  <a:lnTo>
                    <a:pt x="1054682" y="1243300"/>
                  </a:lnTo>
                  <a:lnTo>
                    <a:pt x="1054672" y="1243283"/>
                  </a:lnTo>
                  <a:lnTo>
                    <a:pt x="1054664" y="1243267"/>
                  </a:lnTo>
                  <a:lnTo>
                    <a:pt x="1054646" y="1243224"/>
                  </a:lnTo>
                  <a:lnTo>
                    <a:pt x="1054642" y="1243214"/>
                  </a:lnTo>
                  <a:lnTo>
                    <a:pt x="1054638" y="1243197"/>
                  </a:lnTo>
                  <a:lnTo>
                    <a:pt x="1054631" y="1243180"/>
                  </a:lnTo>
                  <a:lnTo>
                    <a:pt x="1054626" y="1243163"/>
                  </a:lnTo>
                  <a:lnTo>
                    <a:pt x="1054622" y="1243147"/>
                  </a:lnTo>
                  <a:lnTo>
                    <a:pt x="1054619" y="1243139"/>
                  </a:lnTo>
                  <a:lnTo>
                    <a:pt x="1054619" y="1243130"/>
                  </a:lnTo>
                  <a:lnTo>
                    <a:pt x="1054621" y="1243124"/>
                  </a:lnTo>
                  <a:lnTo>
                    <a:pt x="1054624" y="1243116"/>
                  </a:lnTo>
                  <a:lnTo>
                    <a:pt x="1054625" y="1243097"/>
                  </a:lnTo>
                  <a:lnTo>
                    <a:pt x="1054623" y="1243080"/>
                  </a:lnTo>
                  <a:lnTo>
                    <a:pt x="1054619" y="1243066"/>
                  </a:lnTo>
                  <a:lnTo>
                    <a:pt x="1054618" y="1243047"/>
                  </a:lnTo>
                  <a:lnTo>
                    <a:pt x="1054616" y="1243030"/>
                  </a:lnTo>
                  <a:lnTo>
                    <a:pt x="1054614" y="1243013"/>
                  </a:lnTo>
                  <a:lnTo>
                    <a:pt x="1054612" y="1242997"/>
                  </a:lnTo>
                  <a:lnTo>
                    <a:pt x="1054612" y="1242980"/>
                  </a:lnTo>
                  <a:lnTo>
                    <a:pt x="1054613" y="1242964"/>
                  </a:lnTo>
                  <a:lnTo>
                    <a:pt x="1054616" y="1242953"/>
                  </a:lnTo>
                  <a:lnTo>
                    <a:pt x="1054616" y="1242947"/>
                  </a:lnTo>
                  <a:lnTo>
                    <a:pt x="1054611" y="1242937"/>
                  </a:lnTo>
                  <a:lnTo>
                    <a:pt x="1054604" y="1242930"/>
                  </a:lnTo>
                  <a:lnTo>
                    <a:pt x="1054591" y="1242914"/>
                  </a:lnTo>
                  <a:lnTo>
                    <a:pt x="1054585" y="1242905"/>
                  </a:lnTo>
                  <a:lnTo>
                    <a:pt x="1054577" y="1242897"/>
                  </a:lnTo>
                  <a:lnTo>
                    <a:pt x="1054573" y="1242891"/>
                  </a:lnTo>
                  <a:lnTo>
                    <a:pt x="1054571" y="1242879"/>
                  </a:lnTo>
                  <a:lnTo>
                    <a:pt x="1054575" y="1242861"/>
                  </a:lnTo>
                  <a:lnTo>
                    <a:pt x="1054576" y="1242845"/>
                  </a:lnTo>
                  <a:lnTo>
                    <a:pt x="1054576" y="1242839"/>
                  </a:lnTo>
                  <a:lnTo>
                    <a:pt x="1054572" y="1242822"/>
                  </a:lnTo>
                  <a:lnTo>
                    <a:pt x="1054564" y="1242796"/>
                  </a:lnTo>
                  <a:lnTo>
                    <a:pt x="1054560" y="1242779"/>
                  </a:lnTo>
                  <a:lnTo>
                    <a:pt x="1054555" y="1242766"/>
                  </a:lnTo>
                  <a:lnTo>
                    <a:pt x="1054547" y="1242756"/>
                  </a:lnTo>
                  <a:lnTo>
                    <a:pt x="1054535" y="1242742"/>
                  </a:lnTo>
                  <a:lnTo>
                    <a:pt x="1054521" y="1242728"/>
                  </a:lnTo>
                  <a:lnTo>
                    <a:pt x="1054490" y="1242701"/>
                  </a:lnTo>
                  <a:lnTo>
                    <a:pt x="1054463" y="1242685"/>
                  </a:lnTo>
                  <a:lnTo>
                    <a:pt x="1054458" y="1242679"/>
                  </a:lnTo>
                  <a:lnTo>
                    <a:pt x="1054439" y="1242667"/>
                  </a:lnTo>
                  <a:lnTo>
                    <a:pt x="1054420" y="1242647"/>
                  </a:lnTo>
                  <a:lnTo>
                    <a:pt x="1054416" y="1242642"/>
                  </a:lnTo>
                  <a:lnTo>
                    <a:pt x="1054414" y="1242637"/>
                  </a:lnTo>
                  <a:lnTo>
                    <a:pt x="1054413" y="1242628"/>
                  </a:lnTo>
                  <a:lnTo>
                    <a:pt x="1054413" y="1242620"/>
                  </a:lnTo>
                  <a:lnTo>
                    <a:pt x="1054414" y="1242613"/>
                  </a:lnTo>
                  <a:lnTo>
                    <a:pt x="1054414" y="1242608"/>
                  </a:lnTo>
                  <a:lnTo>
                    <a:pt x="1054412" y="1242599"/>
                  </a:lnTo>
                  <a:lnTo>
                    <a:pt x="1054412" y="1242585"/>
                  </a:lnTo>
                  <a:lnTo>
                    <a:pt x="1054405" y="1242558"/>
                  </a:lnTo>
                  <a:lnTo>
                    <a:pt x="1054388" y="1242531"/>
                  </a:lnTo>
                  <a:lnTo>
                    <a:pt x="1054369" y="1242508"/>
                  </a:lnTo>
                  <a:lnTo>
                    <a:pt x="1054370" y="1242500"/>
                  </a:lnTo>
                  <a:lnTo>
                    <a:pt x="1054377" y="1242491"/>
                  </a:lnTo>
                  <a:lnTo>
                    <a:pt x="1054383" y="1242484"/>
                  </a:lnTo>
                  <a:lnTo>
                    <a:pt x="1054390" y="1242467"/>
                  </a:lnTo>
                  <a:lnTo>
                    <a:pt x="1054388" y="1242456"/>
                  </a:lnTo>
                  <a:lnTo>
                    <a:pt x="1054383" y="1242433"/>
                  </a:lnTo>
                  <a:lnTo>
                    <a:pt x="1054379" y="1242417"/>
                  </a:lnTo>
                  <a:lnTo>
                    <a:pt x="1054379" y="1242406"/>
                  </a:lnTo>
                  <a:lnTo>
                    <a:pt x="1054378" y="1242399"/>
                  </a:lnTo>
                  <a:lnTo>
                    <a:pt x="1054380" y="1242391"/>
                  </a:lnTo>
                  <a:lnTo>
                    <a:pt x="1054385" y="1242374"/>
                  </a:lnTo>
                  <a:lnTo>
                    <a:pt x="1054392" y="1242357"/>
                  </a:lnTo>
                  <a:lnTo>
                    <a:pt x="1054397" y="1242343"/>
                  </a:lnTo>
                  <a:lnTo>
                    <a:pt x="1054398" y="1242324"/>
                  </a:lnTo>
                  <a:lnTo>
                    <a:pt x="1054399" y="1242318"/>
                  </a:lnTo>
                  <a:lnTo>
                    <a:pt x="1054397" y="1242288"/>
                  </a:lnTo>
                  <a:lnTo>
                    <a:pt x="1054395" y="1242278"/>
                  </a:lnTo>
                  <a:lnTo>
                    <a:pt x="1054395" y="1242269"/>
                  </a:lnTo>
                  <a:lnTo>
                    <a:pt x="1054393" y="1242263"/>
                  </a:lnTo>
                  <a:lnTo>
                    <a:pt x="1054390" y="1242248"/>
                  </a:lnTo>
                  <a:lnTo>
                    <a:pt x="1054388" y="1242225"/>
                  </a:lnTo>
                  <a:lnTo>
                    <a:pt x="1054385" y="1242201"/>
                  </a:lnTo>
                  <a:lnTo>
                    <a:pt x="1054379" y="1242161"/>
                  </a:lnTo>
                  <a:lnTo>
                    <a:pt x="1054378" y="1242151"/>
                  </a:lnTo>
                  <a:lnTo>
                    <a:pt x="1054376" y="1242145"/>
                  </a:lnTo>
                  <a:lnTo>
                    <a:pt x="1054375" y="1242135"/>
                  </a:lnTo>
                  <a:lnTo>
                    <a:pt x="1054373" y="1242122"/>
                  </a:lnTo>
                  <a:lnTo>
                    <a:pt x="1054369" y="1242116"/>
                  </a:lnTo>
                  <a:lnTo>
                    <a:pt x="1054362" y="1242106"/>
                  </a:lnTo>
                  <a:lnTo>
                    <a:pt x="1054359" y="1242099"/>
                  </a:lnTo>
                  <a:lnTo>
                    <a:pt x="1054354" y="1242087"/>
                  </a:lnTo>
                  <a:lnTo>
                    <a:pt x="1054338" y="1242059"/>
                  </a:lnTo>
                  <a:lnTo>
                    <a:pt x="1054328" y="1242051"/>
                  </a:lnTo>
                  <a:lnTo>
                    <a:pt x="1054323" y="1242048"/>
                  </a:lnTo>
                  <a:lnTo>
                    <a:pt x="1054314" y="1242044"/>
                  </a:lnTo>
                  <a:lnTo>
                    <a:pt x="1054306" y="1242040"/>
                  </a:lnTo>
                  <a:lnTo>
                    <a:pt x="1054294" y="1242037"/>
                  </a:lnTo>
                  <a:lnTo>
                    <a:pt x="1054285" y="1242044"/>
                  </a:lnTo>
                  <a:lnTo>
                    <a:pt x="1054280" y="1242047"/>
                  </a:lnTo>
                  <a:lnTo>
                    <a:pt x="1054275" y="1242053"/>
                  </a:lnTo>
                  <a:lnTo>
                    <a:pt x="1054268" y="1242054"/>
                  </a:lnTo>
                  <a:lnTo>
                    <a:pt x="1054247" y="1242052"/>
                  </a:lnTo>
                  <a:lnTo>
                    <a:pt x="1054228" y="1242052"/>
                  </a:lnTo>
                  <a:lnTo>
                    <a:pt x="1054208" y="1242040"/>
                  </a:lnTo>
                  <a:lnTo>
                    <a:pt x="1054201" y="1242034"/>
                  </a:lnTo>
                  <a:lnTo>
                    <a:pt x="1054191" y="1242030"/>
                  </a:lnTo>
                  <a:lnTo>
                    <a:pt x="1054175" y="1242030"/>
                  </a:lnTo>
                  <a:lnTo>
                    <a:pt x="1054158" y="1242031"/>
                  </a:lnTo>
                  <a:lnTo>
                    <a:pt x="1054142" y="1242034"/>
                  </a:lnTo>
                  <a:lnTo>
                    <a:pt x="1054125" y="1242037"/>
                  </a:lnTo>
                  <a:lnTo>
                    <a:pt x="1054108" y="1242040"/>
                  </a:lnTo>
                  <a:lnTo>
                    <a:pt x="1054092" y="1242045"/>
                  </a:lnTo>
                  <a:lnTo>
                    <a:pt x="1054075" y="1242048"/>
                  </a:lnTo>
                  <a:lnTo>
                    <a:pt x="1054060" y="1242049"/>
                  </a:lnTo>
                  <a:lnTo>
                    <a:pt x="1054050" y="1242048"/>
                  </a:lnTo>
                  <a:lnTo>
                    <a:pt x="1054042" y="1242046"/>
                  </a:lnTo>
                  <a:lnTo>
                    <a:pt x="1054026" y="1242044"/>
                  </a:lnTo>
                  <a:lnTo>
                    <a:pt x="1054010" y="1242044"/>
                  </a:lnTo>
                  <a:lnTo>
                    <a:pt x="1053993" y="1242046"/>
                  </a:lnTo>
                  <a:lnTo>
                    <a:pt x="1053980" y="1242049"/>
                  </a:lnTo>
                  <a:lnTo>
                    <a:pt x="1053959" y="1242057"/>
                  </a:lnTo>
                  <a:lnTo>
                    <a:pt x="1053948" y="1242062"/>
                  </a:lnTo>
                  <a:lnTo>
                    <a:pt x="1053918" y="1242080"/>
                  </a:lnTo>
                  <a:lnTo>
                    <a:pt x="1053888" y="1242085"/>
                  </a:lnTo>
                  <a:lnTo>
                    <a:pt x="1053876" y="1242085"/>
                  </a:lnTo>
                  <a:lnTo>
                    <a:pt x="1053861" y="1242085"/>
                  </a:lnTo>
                  <a:lnTo>
                    <a:pt x="1053844" y="1242086"/>
                  </a:lnTo>
                  <a:lnTo>
                    <a:pt x="1053828" y="1242088"/>
                  </a:lnTo>
                  <a:lnTo>
                    <a:pt x="1053811" y="1242088"/>
                  </a:lnTo>
                  <a:lnTo>
                    <a:pt x="1053795" y="1242087"/>
                  </a:lnTo>
                  <a:lnTo>
                    <a:pt x="1053778" y="1242085"/>
                  </a:lnTo>
                  <a:lnTo>
                    <a:pt x="1053769" y="1242084"/>
                  </a:lnTo>
                  <a:lnTo>
                    <a:pt x="1053762" y="1242080"/>
                  </a:lnTo>
                  <a:lnTo>
                    <a:pt x="1053752" y="1242073"/>
                  </a:lnTo>
                  <a:lnTo>
                    <a:pt x="1053747" y="1242064"/>
                  </a:lnTo>
                  <a:lnTo>
                    <a:pt x="1053742" y="1242055"/>
                  </a:lnTo>
                  <a:lnTo>
                    <a:pt x="1053737" y="1242051"/>
                  </a:lnTo>
                  <a:lnTo>
                    <a:pt x="1053729" y="1242048"/>
                  </a:lnTo>
                  <a:lnTo>
                    <a:pt x="1053722" y="1242045"/>
                  </a:lnTo>
                  <a:lnTo>
                    <a:pt x="1053711" y="1242040"/>
                  </a:lnTo>
                  <a:lnTo>
                    <a:pt x="1053697" y="1242039"/>
                  </a:lnTo>
                  <a:lnTo>
                    <a:pt x="1053686" y="1242042"/>
                  </a:lnTo>
                  <a:lnTo>
                    <a:pt x="1053676" y="1242048"/>
                  </a:lnTo>
                  <a:lnTo>
                    <a:pt x="1053666" y="1242054"/>
                  </a:lnTo>
                  <a:lnTo>
                    <a:pt x="1053628" y="1242081"/>
                  </a:lnTo>
                  <a:lnTo>
                    <a:pt x="1053612" y="1242096"/>
                  </a:lnTo>
                  <a:lnTo>
                    <a:pt x="1053590" y="1242115"/>
                  </a:lnTo>
                  <a:lnTo>
                    <a:pt x="1053562" y="1242131"/>
                  </a:lnTo>
                  <a:lnTo>
                    <a:pt x="1053531" y="1242149"/>
                  </a:lnTo>
                  <a:lnTo>
                    <a:pt x="1053496" y="1242166"/>
                  </a:lnTo>
                  <a:lnTo>
                    <a:pt x="1053465" y="1242178"/>
                  </a:lnTo>
                  <a:lnTo>
                    <a:pt x="1053441" y="1242183"/>
                  </a:lnTo>
                  <a:lnTo>
                    <a:pt x="1053431" y="1242181"/>
                  </a:lnTo>
                  <a:lnTo>
                    <a:pt x="1053422" y="1242174"/>
                  </a:lnTo>
                  <a:lnTo>
                    <a:pt x="1053404" y="1242167"/>
                  </a:lnTo>
                  <a:lnTo>
                    <a:pt x="1053392" y="1242156"/>
                  </a:lnTo>
                  <a:lnTo>
                    <a:pt x="1053379" y="1242145"/>
                  </a:lnTo>
                  <a:lnTo>
                    <a:pt x="1053355" y="1242130"/>
                  </a:lnTo>
                  <a:lnTo>
                    <a:pt x="1053342" y="1242126"/>
                  </a:lnTo>
                  <a:lnTo>
                    <a:pt x="1053332" y="1242123"/>
                  </a:lnTo>
                  <a:lnTo>
                    <a:pt x="1053324" y="1242124"/>
                  </a:lnTo>
                  <a:lnTo>
                    <a:pt x="1053307" y="1242125"/>
                  </a:lnTo>
                  <a:lnTo>
                    <a:pt x="1053290" y="1242128"/>
                  </a:lnTo>
                  <a:lnTo>
                    <a:pt x="1053274" y="1242130"/>
                  </a:lnTo>
                  <a:lnTo>
                    <a:pt x="1053257" y="1242133"/>
                  </a:lnTo>
                  <a:lnTo>
                    <a:pt x="1053241" y="1242135"/>
                  </a:lnTo>
                  <a:lnTo>
                    <a:pt x="1053224" y="1242136"/>
                  </a:lnTo>
                  <a:lnTo>
                    <a:pt x="1053208" y="1242135"/>
                  </a:lnTo>
                  <a:lnTo>
                    <a:pt x="1053191" y="1242136"/>
                  </a:lnTo>
                  <a:lnTo>
                    <a:pt x="1053175" y="1242138"/>
                  </a:lnTo>
                  <a:lnTo>
                    <a:pt x="1053158" y="1242141"/>
                  </a:lnTo>
                  <a:lnTo>
                    <a:pt x="1053146" y="1242146"/>
                  </a:lnTo>
                  <a:lnTo>
                    <a:pt x="1053141" y="1242149"/>
                  </a:lnTo>
                  <a:lnTo>
                    <a:pt x="1053127" y="1242156"/>
                  </a:lnTo>
                  <a:lnTo>
                    <a:pt x="1053116" y="1242156"/>
                  </a:lnTo>
                  <a:lnTo>
                    <a:pt x="1053108" y="1242151"/>
                  </a:lnTo>
                  <a:lnTo>
                    <a:pt x="1053101" y="1242149"/>
                  </a:lnTo>
                  <a:lnTo>
                    <a:pt x="1053092" y="1242149"/>
                  </a:lnTo>
                  <a:lnTo>
                    <a:pt x="1053075" y="1242151"/>
                  </a:lnTo>
                  <a:lnTo>
                    <a:pt x="1053059" y="1242151"/>
                  </a:lnTo>
                  <a:lnTo>
                    <a:pt x="1053052" y="1242151"/>
                  </a:lnTo>
                  <a:lnTo>
                    <a:pt x="1053042" y="1242147"/>
                  </a:lnTo>
                  <a:lnTo>
                    <a:pt x="1053026" y="1242144"/>
                  </a:lnTo>
                  <a:lnTo>
                    <a:pt x="1053009" y="1242142"/>
                  </a:lnTo>
                  <a:lnTo>
                    <a:pt x="1052993" y="1242138"/>
                  </a:lnTo>
                  <a:lnTo>
                    <a:pt x="1052976" y="1242130"/>
                  </a:lnTo>
                  <a:lnTo>
                    <a:pt x="1052959" y="1242123"/>
                  </a:lnTo>
                  <a:lnTo>
                    <a:pt x="1052949" y="1242118"/>
                  </a:lnTo>
                  <a:lnTo>
                    <a:pt x="1052943" y="1242117"/>
                  </a:lnTo>
                  <a:lnTo>
                    <a:pt x="1052933" y="1242114"/>
                  </a:lnTo>
                  <a:lnTo>
                    <a:pt x="1052927" y="1242113"/>
                  </a:lnTo>
                  <a:lnTo>
                    <a:pt x="1052922" y="1242113"/>
                  </a:lnTo>
                  <a:lnTo>
                    <a:pt x="1052916" y="1242109"/>
                  </a:lnTo>
                  <a:lnTo>
                    <a:pt x="1052912" y="1242104"/>
                  </a:lnTo>
                  <a:lnTo>
                    <a:pt x="1052906" y="1242099"/>
                  </a:lnTo>
                  <a:lnTo>
                    <a:pt x="1052889" y="1242080"/>
                  </a:lnTo>
                  <a:lnTo>
                    <a:pt x="1052872" y="1242064"/>
                  </a:lnTo>
                  <a:lnTo>
                    <a:pt x="1052857" y="1242045"/>
                  </a:lnTo>
                  <a:lnTo>
                    <a:pt x="1052845" y="1242027"/>
                  </a:lnTo>
                  <a:lnTo>
                    <a:pt x="1052843" y="1242018"/>
                  </a:lnTo>
                  <a:lnTo>
                    <a:pt x="1052835" y="1242005"/>
                  </a:lnTo>
                  <a:lnTo>
                    <a:pt x="1052824" y="1241993"/>
                  </a:lnTo>
                  <a:lnTo>
                    <a:pt x="1052807" y="1241977"/>
                  </a:lnTo>
                  <a:lnTo>
                    <a:pt x="1052793" y="1241961"/>
                  </a:lnTo>
                  <a:lnTo>
                    <a:pt x="1052779" y="1241947"/>
                  </a:lnTo>
                  <a:lnTo>
                    <a:pt x="1052764" y="1241931"/>
                  </a:lnTo>
                  <a:lnTo>
                    <a:pt x="1052748" y="1241916"/>
                  </a:lnTo>
                  <a:lnTo>
                    <a:pt x="1052732" y="1241903"/>
                  </a:lnTo>
                  <a:lnTo>
                    <a:pt x="1052718" y="1241888"/>
                  </a:lnTo>
                  <a:lnTo>
                    <a:pt x="1052706" y="1241873"/>
                  </a:lnTo>
                  <a:lnTo>
                    <a:pt x="1052693" y="1241859"/>
                  </a:lnTo>
                  <a:lnTo>
                    <a:pt x="1052678" y="1241842"/>
                  </a:lnTo>
                  <a:lnTo>
                    <a:pt x="1052662" y="1241828"/>
                  </a:lnTo>
                  <a:lnTo>
                    <a:pt x="1052646" y="1241818"/>
                  </a:lnTo>
                  <a:lnTo>
                    <a:pt x="1052629" y="1241809"/>
                  </a:lnTo>
                  <a:lnTo>
                    <a:pt x="1052612" y="1241802"/>
                  </a:lnTo>
                  <a:lnTo>
                    <a:pt x="1052596" y="1241796"/>
                  </a:lnTo>
                  <a:lnTo>
                    <a:pt x="1052585" y="1241786"/>
                  </a:lnTo>
                  <a:lnTo>
                    <a:pt x="1052583" y="1241780"/>
                  </a:lnTo>
                  <a:lnTo>
                    <a:pt x="1052578" y="1241764"/>
                  </a:lnTo>
                  <a:lnTo>
                    <a:pt x="1052573" y="1241752"/>
                  </a:lnTo>
                  <a:lnTo>
                    <a:pt x="1052570" y="1241747"/>
                  </a:lnTo>
                  <a:lnTo>
                    <a:pt x="1052566" y="1241741"/>
                  </a:lnTo>
                  <a:lnTo>
                    <a:pt x="1052560" y="1241736"/>
                  </a:lnTo>
                  <a:lnTo>
                    <a:pt x="1052555" y="1241733"/>
                  </a:lnTo>
                  <a:lnTo>
                    <a:pt x="1052526" y="1241718"/>
                  </a:lnTo>
                  <a:lnTo>
                    <a:pt x="1052522" y="1241714"/>
                  </a:lnTo>
                  <a:lnTo>
                    <a:pt x="1052501" y="1241687"/>
                  </a:lnTo>
                  <a:lnTo>
                    <a:pt x="1052454" y="1241635"/>
                  </a:lnTo>
                  <a:lnTo>
                    <a:pt x="1052435" y="1241613"/>
                  </a:lnTo>
                  <a:lnTo>
                    <a:pt x="1052408" y="1241582"/>
                  </a:lnTo>
                  <a:lnTo>
                    <a:pt x="1052399" y="1241568"/>
                  </a:lnTo>
                  <a:lnTo>
                    <a:pt x="1052398" y="1241562"/>
                  </a:lnTo>
                  <a:lnTo>
                    <a:pt x="1052399" y="1241549"/>
                  </a:lnTo>
                  <a:lnTo>
                    <a:pt x="1052397" y="1241541"/>
                  </a:lnTo>
                  <a:lnTo>
                    <a:pt x="1052392" y="1241531"/>
                  </a:lnTo>
                  <a:lnTo>
                    <a:pt x="1052384" y="1241523"/>
                  </a:lnTo>
                  <a:lnTo>
                    <a:pt x="1052380" y="1241518"/>
                  </a:lnTo>
                  <a:lnTo>
                    <a:pt x="1052368" y="1241502"/>
                  </a:lnTo>
                  <a:lnTo>
                    <a:pt x="1052357" y="1241485"/>
                  </a:lnTo>
                  <a:lnTo>
                    <a:pt x="1052346" y="1241469"/>
                  </a:lnTo>
                  <a:lnTo>
                    <a:pt x="1052336" y="1241452"/>
                  </a:lnTo>
                  <a:lnTo>
                    <a:pt x="1052333" y="1241447"/>
                  </a:lnTo>
                  <a:lnTo>
                    <a:pt x="1052325" y="1241436"/>
                  </a:lnTo>
                  <a:lnTo>
                    <a:pt x="1052309" y="1241420"/>
                  </a:lnTo>
                  <a:lnTo>
                    <a:pt x="1052300" y="1241415"/>
                  </a:lnTo>
                  <a:lnTo>
                    <a:pt x="1052292" y="1241412"/>
                  </a:lnTo>
                  <a:lnTo>
                    <a:pt x="1052285" y="1241408"/>
                  </a:lnTo>
                  <a:lnTo>
                    <a:pt x="1052283" y="1241386"/>
                  </a:lnTo>
                  <a:lnTo>
                    <a:pt x="1052289" y="1241377"/>
                  </a:lnTo>
                  <a:lnTo>
                    <a:pt x="1052296" y="1241369"/>
                  </a:lnTo>
                  <a:lnTo>
                    <a:pt x="1052299" y="1241353"/>
                  </a:lnTo>
                  <a:lnTo>
                    <a:pt x="1052299" y="1241343"/>
                  </a:lnTo>
                  <a:lnTo>
                    <a:pt x="1052290" y="1241328"/>
                  </a:lnTo>
                  <a:lnTo>
                    <a:pt x="1052291" y="1241322"/>
                  </a:lnTo>
                  <a:lnTo>
                    <a:pt x="1052297" y="1241313"/>
                  </a:lnTo>
                  <a:lnTo>
                    <a:pt x="1052305" y="1241305"/>
                  </a:lnTo>
                  <a:lnTo>
                    <a:pt x="1052314" y="1241293"/>
                  </a:lnTo>
                  <a:lnTo>
                    <a:pt x="1052319" y="1241276"/>
                  </a:lnTo>
                  <a:lnTo>
                    <a:pt x="1052320" y="1241268"/>
                  </a:lnTo>
                  <a:lnTo>
                    <a:pt x="1052317" y="1241252"/>
                  </a:lnTo>
                  <a:lnTo>
                    <a:pt x="1052309" y="1241234"/>
                  </a:lnTo>
                  <a:lnTo>
                    <a:pt x="1052304" y="1241225"/>
                  </a:lnTo>
                  <a:lnTo>
                    <a:pt x="1052291" y="1241208"/>
                  </a:lnTo>
                  <a:lnTo>
                    <a:pt x="1052278" y="1241190"/>
                  </a:lnTo>
                  <a:lnTo>
                    <a:pt x="1052264" y="1241168"/>
                  </a:lnTo>
                  <a:lnTo>
                    <a:pt x="1052252" y="1241144"/>
                  </a:lnTo>
                  <a:lnTo>
                    <a:pt x="1052233" y="1241093"/>
                  </a:lnTo>
                  <a:lnTo>
                    <a:pt x="1052219" y="1241056"/>
                  </a:lnTo>
                  <a:lnTo>
                    <a:pt x="1052206" y="1241021"/>
                  </a:lnTo>
                  <a:lnTo>
                    <a:pt x="1052199" y="1241005"/>
                  </a:lnTo>
                  <a:lnTo>
                    <a:pt x="1052195" y="1240996"/>
                  </a:lnTo>
                  <a:lnTo>
                    <a:pt x="1052195" y="1240990"/>
                  </a:lnTo>
                  <a:lnTo>
                    <a:pt x="1052191" y="1240965"/>
                  </a:lnTo>
                  <a:lnTo>
                    <a:pt x="1052191" y="1240919"/>
                  </a:lnTo>
                  <a:lnTo>
                    <a:pt x="1052190" y="1240905"/>
                  </a:lnTo>
                  <a:lnTo>
                    <a:pt x="1052189" y="1240886"/>
                  </a:lnTo>
                  <a:lnTo>
                    <a:pt x="1052195" y="1240837"/>
                  </a:lnTo>
                  <a:lnTo>
                    <a:pt x="1052196" y="1240826"/>
                  </a:lnTo>
                  <a:lnTo>
                    <a:pt x="1052192" y="1240807"/>
                  </a:lnTo>
                  <a:lnTo>
                    <a:pt x="1052189" y="1240798"/>
                  </a:lnTo>
                  <a:lnTo>
                    <a:pt x="1052181" y="1240781"/>
                  </a:lnTo>
                  <a:lnTo>
                    <a:pt x="1052161" y="1240758"/>
                  </a:lnTo>
                  <a:lnTo>
                    <a:pt x="1052149" y="1240748"/>
                  </a:lnTo>
                  <a:lnTo>
                    <a:pt x="1052144" y="1240743"/>
                  </a:lnTo>
                  <a:lnTo>
                    <a:pt x="1052138" y="1240725"/>
                  </a:lnTo>
                  <a:lnTo>
                    <a:pt x="1052130" y="1240695"/>
                  </a:lnTo>
                  <a:lnTo>
                    <a:pt x="1052121" y="1240664"/>
                  </a:lnTo>
                  <a:lnTo>
                    <a:pt x="1052121" y="1240650"/>
                  </a:lnTo>
                  <a:lnTo>
                    <a:pt x="1052119" y="1240635"/>
                  </a:lnTo>
                  <a:lnTo>
                    <a:pt x="1052127" y="1240619"/>
                  </a:lnTo>
                  <a:lnTo>
                    <a:pt x="1052143" y="1240579"/>
                  </a:lnTo>
                  <a:lnTo>
                    <a:pt x="1052145" y="1240559"/>
                  </a:lnTo>
                  <a:lnTo>
                    <a:pt x="1052145" y="1240522"/>
                  </a:lnTo>
                  <a:lnTo>
                    <a:pt x="1052142" y="1240505"/>
                  </a:lnTo>
                  <a:lnTo>
                    <a:pt x="1052138" y="1240500"/>
                  </a:lnTo>
                  <a:lnTo>
                    <a:pt x="1052137" y="1240495"/>
                  </a:lnTo>
                  <a:lnTo>
                    <a:pt x="1052133" y="1240485"/>
                  </a:lnTo>
                  <a:lnTo>
                    <a:pt x="1052131" y="1240468"/>
                  </a:lnTo>
                  <a:lnTo>
                    <a:pt x="1052132" y="1240452"/>
                  </a:lnTo>
                  <a:lnTo>
                    <a:pt x="1052131" y="1240435"/>
                  </a:lnTo>
                  <a:lnTo>
                    <a:pt x="1052131" y="1240418"/>
                  </a:lnTo>
                  <a:lnTo>
                    <a:pt x="1052131" y="1240401"/>
                  </a:lnTo>
                  <a:lnTo>
                    <a:pt x="1052134" y="1240385"/>
                  </a:lnTo>
                  <a:lnTo>
                    <a:pt x="1052137" y="1240368"/>
                  </a:lnTo>
                  <a:lnTo>
                    <a:pt x="1052143" y="1240351"/>
                  </a:lnTo>
                  <a:lnTo>
                    <a:pt x="1052144" y="1240343"/>
                  </a:lnTo>
                  <a:lnTo>
                    <a:pt x="1052147" y="1240335"/>
                  </a:lnTo>
                  <a:lnTo>
                    <a:pt x="1052152" y="1240329"/>
                  </a:lnTo>
                  <a:lnTo>
                    <a:pt x="1052156" y="1240321"/>
                  </a:lnTo>
                  <a:lnTo>
                    <a:pt x="1052150" y="1240302"/>
                  </a:lnTo>
                  <a:lnTo>
                    <a:pt x="1052144" y="1240286"/>
                  </a:lnTo>
                  <a:lnTo>
                    <a:pt x="1052142" y="1240269"/>
                  </a:lnTo>
                  <a:lnTo>
                    <a:pt x="1052139" y="1240254"/>
                  </a:lnTo>
                  <a:lnTo>
                    <a:pt x="1052134" y="1240236"/>
                  </a:lnTo>
                  <a:lnTo>
                    <a:pt x="1052136" y="1240228"/>
                  </a:lnTo>
                  <a:lnTo>
                    <a:pt x="1052136" y="1240217"/>
                  </a:lnTo>
                  <a:lnTo>
                    <a:pt x="1052139" y="1240205"/>
                  </a:lnTo>
                  <a:lnTo>
                    <a:pt x="1052137" y="1240192"/>
                  </a:lnTo>
                  <a:lnTo>
                    <a:pt x="1052133" y="1240181"/>
                  </a:lnTo>
                  <a:lnTo>
                    <a:pt x="1052128" y="1240164"/>
                  </a:lnTo>
                  <a:lnTo>
                    <a:pt x="1052120" y="1240153"/>
                  </a:lnTo>
                  <a:lnTo>
                    <a:pt x="1052112" y="1240136"/>
                  </a:lnTo>
                  <a:lnTo>
                    <a:pt x="1052104" y="1240117"/>
                  </a:lnTo>
                  <a:lnTo>
                    <a:pt x="1052087" y="1240105"/>
                  </a:lnTo>
                  <a:lnTo>
                    <a:pt x="1052070" y="1240100"/>
                  </a:lnTo>
                  <a:lnTo>
                    <a:pt x="1052052" y="1240098"/>
                  </a:lnTo>
                  <a:lnTo>
                    <a:pt x="1052038" y="1240088"/>
                  </a:lnTo>
                  <a:lnTo>
                    <a:pt x="1052031" y="1240082"/>
                  </a:lnTo>
                  <a:lnTo>
                    <a:pt x="1052025" y="1240076"/>
                  </a:lnTo>
                  <a:lnTo>
                    <a:pt x="1052020" y="1240069"/>
                  </a:lnTo>
                  <a:lnTo>
                    <a:pt x="1052009" y="1240052"/>
                  </a:lnTo>
                  <a:lnTo>
                    <a:pt x="1051998" y="1240037"/>
                  </a:lnTo>
                  <a:lnTo>
                    <a:pt x="1051986" y="1240020"/>
                  </a:lnTo>
                  <a:lnTo>
                    <a:pt x="1051970" y="1240006"/>
                  </a:lnTo>
                  <a:lnTo>
                    <a:pt x="1051964" y="1239999"/>
                  </a:lnTo>
                  <a:lnTo>
                    <a:pt x="1051959" y="1239991"/>
                  </a:lnTo>
                  <a:lnTo>
                    <a:pt x="1051956" y="1239972"/>
                  </a:lnTo>
                  <a:lnTo>
                    <a:pt x="1051954" y="1239959"/>
                  </a:lnTo>
                  <a:lnTo>
                    <a:pt x="1051953" y="1239950"/>
                  </a:lnTo>
                  <a:lnTo>
                    <a:pt x="1051953" y="1239935"/>
                  </a:lnTo>
                  <a:lnTo>
                    <a:pt x="1051951" y="1239922"/>
                  </a:lnTo>
                  <a:lnTo>
                    <a:pt x="1051948" y="1239906"/>
                  </a:lnTo>
                  <a:lnTo>
                    <a:pt x="1051945" y="1239894"/>
                  </a:lnTo>
                  <a:lnTo>
                    <a:pt x="1051942" y="1239873"/>
                  </a:lnTo>
                  <a:lnTo>
                    <a:pt x="1051943" y="1239856"/>
                  </a:lnTo>
                  <a:lnTo>
                    <a:pt x="1051946" y="1239845"/>
                  </a:lnTo>
                  <a:lnTo>
                    <a:pt x="1051948" y="1239840"/>
                  </a:lnTo>
                  <a:lnTo>
                    <a:pt x="1051955" y="1239823"/>
                  </a:lnTo>
                  <a:lnTo>
                    <a:pt x="1051956" y="1239806"/>
                  </a:lnTo>
                  <a:lnTo>
                    <a:pt x="1051957" y="1239789"/>
                  </a:lnTo>
                  <a:lnTo>
                    <a:pt x="1051960" y="1239773"/>
                  </a:lnTo>
                  <a:lnTo>
                    <a:pt x="1051963" y="1239756"/>
                  </a:lnTo>
                  <a:lnTo>
                    <a:pt x="1051964" y="1239739"/>
                  </a:lnTo>
                  <a:lnTo>
                    <a:pt x="1051966" y="1239724"/>
                  </a:lnTo>
                  <a:lnTo>
                    <a:pt x="1051967" y="1239718"/>
                  </a:lnTo>
                  <a:lnTo>
                    <a:pt x="1051970" y="1239713"/>
                  </a:lnTo>
                  <a:lnTo>
                    <a:pt x="1051970" y="1239706"/>
                  </a:lnTo>
                  <a:lnTo>
                    <a:pt x="1051976" y="1239689"/>
                  </a:lnTo>
                  <a:lnTo>
                    <a:pt x="1051976" y="1239683"/>
                  </a:lnTo>
                  <a:lnTo>
                    <a:pt x="1051979" y="1239673"/>
                  </a:lnTo>
                  <a:lnTo>
                    <a:pt x="1051980" y="1239656"/>
                  </a:lnTo>
                  <a:lnTo>
                    <a:pt x="1051980" y="1239639"/>
                  </a:lnTo>
                  <a:lnTo>
                    <a:pt x="1051982" y="1239622"/>
                  </a:lnTo>
                  <a:lnTo>
                    <a:pt x="1051982" y="1239616"/>
                  </a:lnTo>
                  <a:lnTo>
                    <a:pt x="1051986" y="1239607"/>
                  </a:lnTo>
                  <a:lnTo>
                    <a:pt x="1051995" y="1239589"/>
                  </a:lnTo>
                  <a:lnTo>
                    <a:pt x="1052006" y="1239572"/>
                  </a:lnTo>
                  <a:lnTo>
                    <a:pt x="1052009" y="1239566"/>
                  </a:lnTo>
                  <a:lnTo>
                    <a:pt x="1052015" y="1239558"/>
                  </a:lnTo>
                  <a:lnTo>
                    <a:pt x="1052017" y="1239539"/>
                  </a:lnTo>
                  <a:lnTo>
                    <a:pt x="1052019" y="1239524"/>
                  </a:lnTo>
                  <a:lnTo>
                    <a:pt x="1052021" y="1239513"/>
                  </a:lnTo>
                  <a:lnTo>
                    <a:pt x="1052022" y="1239505"/>
                  </a:lnTo>
                  <a:lnTo>
                    <a:pt x="1052025" y="1239490"/>
                  </a:lnTo>
                  <a:lnTo>
                    <a:pt x="1052031" y="1239475"/>
                  </a:lnTo>
                  <a:lnTo>
                    <a:pt x="1052042" y="1239467"/>
                  </a:lnTo>
                  <a:lnTo>
                    <a:pt x="1052048" y="1239463"/>
                  </a:lnTo>
                  <a:lnTo>
                    <a:pt x="1052054" y="1239460"/>
                  </a:lnTo>
                  <a:lnTo>
                    <a:pt x="1052065" y="1239456"/>
                  </a:lnTo>
                  <a:lnTo>
                    <a:pt x="1052081" y="1239458"/>
                  </a:lnTo>
                  <a:lnTo>
                    <a:pt x="1052098" y="1239460"/>
                  </a:lnTo>
                  <a:lnTo>
                    <a:pt x="1052121" y="1239460"/>
                  </a:lnTo>
                  <a:lnTo>
                    <a:pt x="1052137" y="1239457"/>
                  </a:lnTo>
                  <a:lnTo>
                    <a:pt x="1052156" y="1239454"/>
                  </a:lnTo>
                  <a:lnTo>
                    <a:pt x="1052166" y="1239451"/>
                  </a:lnTo>
                  <a:lnTo>
                    <a:pt x="1052180" y="1239447"/>
                  </a:lnTo>
                  <a:lnTo>
                    <a:pt x="1052197" y="1239444"/>
                  </a:lnTo>
                  <a:lnTo>
                    <a:pt x="1052213" y="1239442"/>
                  </a:lnTo>
                  <a:lnTo>
                    <a:pt x="1052230" y="1239439"/>
                  </a:lnTo>
                  <a:lnTo>
                    <a:pt x="1052246" y="1239434"/>
                  </a:lnTo>
                  <a:lnTo>
                    <a:pt x="1052263" y="1239430"/>
                  </a:lnTo>
                  <a:lnTo>
                    <a:pt x="1052279" y="1239425"/>
                  </a:lnTo>
                  <a:lnTo>
                    <a:pt x="1052296" y="1239418"/>
                  </a:lnTo>
                  <a:lnTo>
                    <a:pt x="1052308" y="1239414"/>
                  </a:lnTo>
                  <a:lnTo>
                    <a:pt x="1052313" y="1239410"/>
                  </a:lnTo>
                  <a:lnTo>
                    <a:pt x="1052330" y="1239401"/>
                  </a:lnTo>
                  <a:lnTo>
                    <a:pt x="1052341" y="1239393"/>
                  </a:lnTo>
                  <a:lnTo>
                    <a:pt x="1052343" y="1239389"/>
                  </a:lnTo>
                  <a:lnTo>
                    <a:pt x="1052339" y="1239372"/>
                  </a:lnTo>
                  <a:lnTo>
                    <a:pt x="1052339" y="1239357"/>
                  </a:lnTo>
                  <a:lnTo>
                    <a:pt x="1052326" y="1239339"/>
                  </a:lnTo>
                  <a:lnTo>
                    <a:pt x="1052311" y="1239325"/>
                  </a:lnTo>
                  <a:lnTo>
                    <a:pt x="1052296" y="1239310"/>
                  </a:lnTo>
                  <a:lnTo>
                    <a:pt x="1052278" y="1239293"/>
                  </a:lnTo>
                  <a:lnTo>
                    <a:pt x="1052258" y="1239272"/>
                  </a:lnTo>
                  <a:lnTo>
                    <a:pt x="1052255" y="1239265"/>
                  </a:lnTo>
                  <a:lnTo>
                    <a:pt x="1052178" y="1239242"/>
                  </a:lnTo>
                  <a:lnTo>
                    <a:pt x="1052324" y="1238792"/>
                  </a:lnTo>
                  <a:lnTo>
                    <a:pt x="1052397" y="1238261"/>
                  </a:lnTo>
                  <a:lnTo>
                    <a:pt x="1052339" y="1237665"/>
                  </a:lnTo>
                  <a:lnTo>
                    <a:pt x="1052292" y="1237283"/>
                  </a:lnTo>
                  <a:lnTo>
                    <a:pt x="1052332" y="1237020"/>
                  </a:lnTo>
                  <a:lnTo>
                    <a:pt x="1052550" y="1236627"/>
                  </a:lnTo>
                  <a:lnTo>
                    <a:pt x="1052666" y="1236427"/>
                  </a:lnTo>
                  <a:lnTo>
                    <a:pt x="1052679" y="1236418"/>
                  </a:lnTo>
                  <a:lnTo>
                    <a:pt x="1052881" y="1235976"/>
                  </a:lnTo>
                  <a:lnTo>
                    <a:pt x="1052981" y="1235624"/>
                  </a:lnTo>
                  <a:lnTo>
                    <a:pt x="1053096" y="1235064"/>
                  </a:lnTo>
                  <a:lnTo>
                    <a:pt x="1053075" y="1234497"/>
                  </a:lnTo>
                  <a:lnTo>
                    <a:pt x="1052991" y="1234121"/>
                  </a:lnTo>
                  <a:lnTo>
                    <a:pt x="1052891" y="1233900"/>
                  </a:lnTo>
                  <a:lnTo>
                    <a:pt x="1052842" y="1233833"/>
                  </a:lnTo>
                  <a:lnTo>
                    <a:pt x="1052665" y="1233411"/>
                  </a:lnTo>
                  <a:lnTo>
                    <a:pt x="1052550" y="1233011"/>
                  </a:lnTo>
                  <a:lnTo>
                    <a:pt x="1052379" y="1232680"/>
                  </a:lnTo>
                  <a:lnTo>
                    <a:pt x="1052367" y="1232669"/>
                  </a:lnTo>
                  <a:lnTo>
                    <a:pt x="1052261" y="1232492"/>
                  </a:lnTo>
                  <a:lnTo>
                    <a:pt x="1052087" y="1232266"/>
                  </a:lnTo>
                  <a:lnTo>
                    <a:pt x="1051922" y="1231961"/>
                  </a:lnTo>
                  <a:lnTo>
                    <a:pt x="1051922" y="1231878"/>
                  </a:lnTo>
                  <a:lnTo>
                    <a:pt x="1051901" y="1231823"/>
                  </a:lnTo>
                  <a:lnTo>
                    <a:pt x="1051683" y="1231568"/>
                  </a:lnTo>
                  <a:lnTo>
                    <a:pt x="1051283" y="1231323"/>
                  </a:lnTo>
                  <a:lnTo>
                    <a:pt x="1050978" y="1231204"/>
                  </a:lnTo>
                  <a:lnTo>
                    <a:pt x="1050779" y="1231162"/>
                  </a:lnTo>
                  <a:lnTo>
                    <a:pt x="1050605" y="1231138"/>
                  </a:lnTo>
                  <a:lnTo>
                    <a:pt x="1050484" y="1231067"/>
                  </a:lnTo>
                  <a:lnTo>
                    <a:pt x="1050348" y="1230816"/>
                  </a:lnTo>
                  <a:lnTo>
                    <a:pt x="1050258" y="1230381"/>
                  </a:lnTo>
                  <a:lnTo>
                    <a:pt x="1050180" y="1229850"/>
                  </a:lnTo>
                  <a:lnTo>
                    <a:pt x="1050081" y="1229640"/>
                  </a:lnTo>
                  <a:lnTo>
                    <a:pt x="1049870" y="1229492"/>
                  </a:lnTo>
                  <a:lnTo>
                    <a:pt x="1049533" y="1229360"/>
                  </a:lnTo>
                  <a:lnTo>
                    <a:pt x="1049139" y="1229384"/>
                  </a:lnTo>
                  <a:lnTo>
                    <a:pt x="1048635" y="1229426"/>
                  </a:lnTo>
                  <a:lnTo>
                    <a:pt x="1048522" y="1229523"/>
                  </a:lnTo>
                  <a:lnTo>
                    <a:pt x="1048479" y="1229656"/>
                  </a:lnTo>
                  <a:lnTo>
                    <a:pt x="1048472" y="1229874"/>
                  </a:lnTo>
                  <a:lnTo>
                    <a:pt x="1048346" y="1230058"/>
                  </a:lnTo>
                  <a:lnTo>
                    <a:pt x="1048041" y="1230112"/>
                  </a:lnTo>
                  <a:lnTo>
                    <a:pt x="1047746" y="1230076"/>
                  </a:lnTo>
                  <a:lnTo>
                    <a:pt x="1047608" y="1230032"/>
                  </a:lnTo>
                  <a:lnTo>
                    <a:pt x="1047505" y="1229999"/>
                  </a:lnTo>
                  <a:lnTo>
                    <a:pt x="1047179" y="1229772"/>
                  </a:lnTo>
                  <a:lnTo>
                    <a:pt x="1046795" y="1229354"/>
                  </a:lnTo>
                  <a:lnTo>
                    <a:pt x="1046648" y="1229026"/>
                  </a:lnTo>
                  <a:lnTo>
                    <a:pt x="1046659" y="1228656"/>
                  </a:lnTo>
                  <a:lnTo>
                    <a:pt x="1046811" y="1228179"/>
                  </a:lnTo>
                  <a:lnTo>
                    <a:pt x="1046817" y="1228142"/>
                  </a:lnTo>
                  <a:lnTo>
                    <a:pt x="1046948" y="1227756"/>
                  </a:lnTo>
                  <a:lnTo>
                    <a:pt x="1047142" y="1227284"/>
                  </a:lnTo>
                  <a:lnTo>
                    <a:pt x="1047158" y="1226998"/>
                  </a:lnTo>
                  <a:lnTo>
                    <a:pt x="1047084" y="1226670"/>
                  </a:lnTo>
                  <a:lnTo>
                    <a:pt x="1046832" y="1226276"/>
                  </a:lnTo>
                  <a:lnTo>
                    <a:pt x="1046580" y="1225990"/>
                  </a:lnTo>
                  <a:lnTo>
                    <a:pt x="1046333" y="1225721"/>
                  </a:lnTo>
                  <a:lnTo>
                    <a:pt x="1045939" y="1225232"/>
                  </a:lnTo>
                  <a:lnTo>
                    <a:pt x="1045602" y="1225065"/>
                  </a:lnTo>
                  <a:lnTo>
                    <a:pt x="1045192" y="1225011"/>
                  </a:lnTo>
                  <a:lnTo>
                    <a:pt x="1044746" y="1224904"/>
                  </a:lnTo>
                  <a:lnTo>
                    <a:pt x="1044420" y="1224755"/>
                  </a:lnTo>
                  <a:lnTo>
                    <a:pt x="1044273" y="1224546"/>
                  </a:lnTo>
                  <a:lnTo>
                    <a:pt x="1044312" y="1224403"/>
                  </a:lnTo>
                  <a:lnTo>
                    <a:pt x="1044506" y="1224308"/>
                  </a:lnTo>
                  <a:lnTo>
                    <a:pt x="1044583" y="1224051"/>
                  </a:lnTo>
                  <a:lnTo>
                    <a:pt x="1044740" y="1223926"/>
                  </a:lnTo>
                  <a:lnTo>
                    <a:pt x="1044730" y="1223800"/>
                  </a:lnTo>
                  <a:lnTo>
                    <a:pt x="1044462" y="1223556"/>
                  </a:lnTo>
                  <a:lnTo>
                    <a:pt x="1044378" y="1223499"/>
                  </a:lnTo>
                  <a:lnTo>
                    <a:pt x="1044273" y="1223512"/>
                  </a:lnTo>
                  <a:lnTo>
                    <a:pt x="1044109" y="1223500"/>
                  </a:lnTo>
                  <a:lnTo>
                    <a:pt x="1043890" y="1223385"/>
                  </a:lnTo>
                  <a:lnTo>
                    <a:pt x="1043827" y="1223317"/>
                  </a:lnTo>
                  <a:lnTo>
                    <a:pt x="1043611" y="1222876"/>
                  </a:lnTo>
                  <a:lnTo>
                    <a:pt x="1043248" y="1222631"/>
                  </a:lnTo>
                  <a:lnTo>
                    <a:pt x="1042969" y="1222255"/>
                  </a:lnTo>
                  <a:lnTo>
                    <a:pt x="1042707" y="1221802"/>
                  </a:lnTo>
                  <a:lnTo>
                    <a:pt x="1042560" y="1221635"/>
                  </a:lnTo>
                  <a:lnTo>
                    <a:pt x="1042323" y="1221504"/>
                  </a:lnTo>
                  <a:lnTo>
                    <a:pt x="1041887" y="1221510"/>
                  </a:lnTo>
                  <a:lnTo>
                    <a:pt x="1041516" y="1221518"/>
                  </a:lnTo>
                  <a:lnTo>
                    <a:pt x="1041498" y="1221526"/>
                  </a:lnTo>
                  <a:lnTo>
                    <a:pt x="1041228" y="1221522"/>
                  </a:lnTo>
                  <a:lnTo>
                    <a:pt x="1040888" y="1221569"/>
                  </a:lnTo>
                  <a:lnTo>
                    <a:pt x="1040515" y="1221742"/>
                  </a:lnTo>
                  <a:lnTo>
                    <a:pt x="1040100" y="1222064"/>
                  </a:lnTo>
                  <a:lnTo>
                    <a:pt x="1039822" y="1222386"/>
                  </a:lnTo>
                  <a:lnTo>
                    <a:pt x="1039738" y="1222780"/>
                  </a:lnTo>
                  <a:lnTo>
                    <a:pt x="1039738" y="1223168"/>
                  </a:lnTo>
                  <a:lnTo>
                    <a:pt x="1039669" y="1223246"/>
                  </a:lnTo>
                  <a:lnTo>
                    <a:pt x="1039412" y="1223269"/>
                  </a:lnTo>
                  <a:lnTo>
                    <a:pt x="1039130" y="1223223"/>
                  </a:lnTo>
                  <a:lnTo>
                    <a:pt x="1038770" y="1223125"/>
                  </a:lnTo>
                  <a:lnTo>
                    <a:pt x="1038479" y="1223106"/>
                  </a:lnTo>
                  <a:lnTo>
                    <a:pt x="1038019" y="1223275"/>
                  </a:lnTo>
                  <a:lnTo>
                    <a:pt x="1037678" y="1223275"/>
                  </a:lnTo>
                  <a:lnTo>
                    <a:pt x="1037530" y="1223138"/>
                  </a:lnTo>
                  <a:lnTo>
                    <a:pt x="1037310" y="1222416"/>
                  </a:lnTo>
                  <a:lnTo>
                    <a:pt x="1037115" y="1221850"/>
                  </a:lnTo>
                  <a:lnTo>
                    <a:pt x="1036954" y="1221590"/>
                  </a:lnTo>
                  <a:lnTo>
                    <a:pt x="1036595" y="1221128"/>
                  </a:lnTo>
                  <a:lnTo>
                    <a:pt x="1036259" y="1220847"/>
                  </a:lnTo>
                  <a:lnTo>
                    <a:pt x="1036075" y="1220853"/>
                  </a:lnTo>
                  <a:lnTo>
                    <a:pt x="1035807" y="1220919"/>
                  </a:lnTo>
                  <a:lnTo>
                    <a:pt x="1035581" y="1220806"/>
                  </a:lnTo>
                  <a:lnTo>
                    <a:pt x="1035502" y="1220656"/>
                  </a:lnTo>
                  <a:lnTo>
                    <a:pt x="1035423" y="1220352"/>
                  </a:lnTo>
                  <a:lnTo>
                    <a:pt x="1035276" y="1220090"/>
                  </a:lnTo>
                  <a:lnTo>
                    <a:pt x="1035187" y="1219941"/>
                  </a:lnTo>
                  <a:lnTo>
                    <a:pt x="1035208" y="1219624"/>
                  </a:lnTo>
                  <a:lnTo>
                    <a:pt x="1035215" y="1219611"/>
                  </a:lnTo>
                  <a:lnTo>
                    <a:pt x="1035307" y="1219445"/>
                  </a:lnTo>
                  <a:lnTo>
                    <a:pt x="1035334" y="1219296"/>
                  </a:lnTo>
                  <a:lnTo>
                    <a:pt x="1035331" y="1219269"/>
                  </a:lnTo>
                  <a:lnTo>
                    <a:pt x="1035223" y="1219076"/>
                  </a:lnTo>
                  <a:lnTo>
                    <a:pt x="1035024" y="1218867"/>
                  </a:lnTo>
                  <a:lnTo>
                    <a:pt x="1035008" y="1218580"/>
                  </a:lnTo>
                  <a:lnTo>
                    <a:pt x="1035039" y="1218270"/>
                  </a:lnTo>
                  <a:lnTo>
                    <a:pt x="1035181" y="1217882"/>
                  </a:lnTo>
                  <a:lnTo>
                    <a:pt x="1035166" y="1217608"/>
                  </a:lnTo>
                  <a:lnTo>
                    <a:pt x="1035055" y="1217417"/>
                  </a:lnTo>
                  <a:lnTo>
                    <a:pt x="1035050" y="1217071"/>
                  </a:lnTo>
                  <a:lnTo>
                    <a:pt x="1035073" y="1216732"/>
                  </a:lnTo>
                  <a:lnTo>
                    <a:pt x="1035063" y="1216712"/>
                  </a:lnTo>
                  <a:lnTo>
                    <a:pt x="1035076" y="1216451"/>
                  </a:lnTo>
                  <a:lnTo>
                    <a:pt x="1034750" y="1216039"/>
                  </a:lnTo>
                  <a:lnTo>
                    <a:pt x="1034530" y="1215603"/>
                  </a:lnTo>
                  <a:lnTo>
                    <a:pt x="1034351" y="1215251"/>
                  </a:lnTo>
                  <a:lnTo>
                    <a:pt x="1033904" y="1214953"/>
                  </a:lnTo>
                  <a:lnTo>
                    <a:pt x="1033332" y="1214864"/>
                  </a:lnTo>
                  <a:lnTo>
                    <a:pt x="1033132" y="1214732"/>
                  </a:lnTo>
                  <a:lnTo>
                    <a:pt x="1033085" y="1214488"/>
                  </a:lnTo>
                  <a:lnTo>
                    <a:pt x="1033071" y="1214336"/>
                  </a:lnTo>
                  <a:lnTo>
                    <a:pt x="1033086" y="1214287"/>
                  </a:lnTo>
                  <a:lnTo>
                    <a:pt x="1033085" y="1214281"/>
                  </a:lnTo>
                  <a:lnTo>
                    <a:pt x="1033003" y="1214152"/>
                  </a:lnTo>
                  <a:lnTo>
                    <a:pt x="1032906" y="1213999"/>
                  </a:lnTo>
                  <a:lnTo>
                    <a:pt x="1032554" y="1213945"/>
                  </a:lnTo>
                  <a:lnTo>
                    <a:pt x="1032291" y="1213927"/>
                  </a:lnTo>
                  <a:lnTo>
                    <a:pt x="1032144" y="1213778"/>
                  </a:lnTo>
                  <a:lnTo>
                    <a:pt x="1032054" y="1213599"/>
                  </a:lnTo>
                  <a:lnTo>
                    <a:pt x="1031981" y="1213378"/>
                  </a:lnTo>
                  <a:lnTo>
                    <a:pt x="1031850" y="1213342"/>
                  </a:lnTo>
                  <a:lnTo>
                    <a:pt x="1031639" y="1213348"/>
                  </a:lnTo>
                  <a:lnTo>
                    <a:pt x="1031019" y="1213359"/>
                  </a:lnTo>
                  <a:lnTo>
                    <a:pt x="1030903" y="1213330"/>
                  </a:lnTo>
                  <a:lnTo>
                    <a:pt x="1030714" y="1213336"/>
                  </a:lnTo>
                  <a:lnTo>
                    <a:pt x="1030515" y="1213623"/>
                  </a:lnTo>
                  <a:lnTo>
                    <a:pt x="1030389" y="1213891"/>
                  </a:lnTo>
                  <a:lnTo>
                    <a:pt x="1030248" y="1214110"/>
                  </a:lnTo>
                  <a:lnTo>
                    <a:pt x="1030021" y="1214148"/>
                  </a:lnTo>
                  <a:lnTo>
                    <a:pt x="1029600" y="1214166"/>
                  </a:lnTo>
                  <a:lnTo>
                    <a:pt x="1029311" y="1214136"/>
                  </a:lnTo>
                  <a:lnTo>
                    <a:pt x="1029175" y="1214064"/>
                  </a:lnTo>
                  <a:lnTo>
                    <a:pt x="1029143" y="1213933"/>
                  </a:lnTo>
                  <a:lnTo>
                    <a:pt x="1029164" y="1213724"/>
                  </a:lnTo>
                  <a:lnTo>
                    <a:pt x="1029127" y="1213486"/>
                  </a:lnTo>
                  <a:lnTo>
                    <a:pt x="1028985" y="1213271"/>
                  </a:lnTo>
                  <a:lnTo>
                    <a:pt x="1028665" y="1212931"/>
                  </a:lnTo>
                  <a:lnTo>
                    <a:pt x="1028428" y="1212794"/>
                  </a:lnTo>
                  <a:lnTo>
                    <a:pt x="1028208" y="1212783"/>
                  </a:lnTo>
                  <a:lnTo>
                    <a:pt x="1027929" y="1212895"/>
                  </a:lnTo>
                  <a:lnTo>
                    <a:pt x="1027656" y="1213187"/>
                  </a:lnTo>
                  <a:lnTo>
                    <a:pt x="1027377" y="1213629"/>
                  </a:lnTo>
                  <a:lnTo>
                    <a:pt x="1027151" y="1213748"/>
                  </a:lnTo>
                  <a:lnTo>
                    <a:pt x="1026852" y="1213939"/>
                  </a:lnTo>
                  <a:lnTo>
                    <a:pt x="1026694" y="1214231"/>
                  </a:lnTo>
                  <a:lnTo>
                    <a:pt x="1026563" y="1214470"/>
                  </a:lnTo>
                  <a:lnTo>
                    <a:pt x="1026048" y="1214846"/>
                  </a:lnTo>
                  <a:lnTo>
                    <a:pt x="1025790" y="1215114"/>
                  </a:lnTo>
                  <a:lnTo>
                    <a:pt x="1025714" y="1215149"/>
                  </a:lnTo>
                  <a:lnTo>
                    <a:pt x="1025689" y="1215141"/>
                  </a:lnTo>
                  <a:lnTo>
                    <a:pt x="1025638" y="1215174"/>
                  </a:lnTo>
                  <a:lnTo>
                    <a:pt x="1025422" y="1215174"/>
                  </a:lnTo>
                  <a:lnTo>
                    <a:pt x="1025291" y="1215216"/>
                  </a:lnTo>
                  <a:lnTo>
                    <a:pt x="1025239" y="1215341"/>
                  </a:lnTo>
                  <a:lnTo>
                    <a:pt x="1025249" y="1215592"/>
                  </a:lnTo>
                  <a:lnTo>
                    <a:pt x="1025244" y="1216122"/>
                  </a:lnTo>
                  <a:lnTo>
                    <a:pt x="1025281" y="1216510"/>
                  </a:lnTo>
                  <a:lnTo>
                    <a:pt x="1025281" y="1216627"/>
                  </a:lnTo>
                  <a:lnTo>
                    <a:pt x="1025323" y="1216803"/>
                  </a:lnTo>
                  <a:lnTo>
                    <a:pt x="1025517" y="1217083"/>
                  </a:lnTo>
                  <a:lnTo>
                    <a:pt x="1025733" y="1217298"/>
                  </a:lnTo>
                  <a:lnTo>
                    <a:pt x="1025843" y="1217507"/>
                  </a:lnTo>
                  <a:lnTo>
                    <a:pt x="1025848" y="1217656"/>
                  </a:lnTo>
                  <a:lnTo>
                    <a:pt x="1025806" y="1217787"/>
                  </a:lnTo>
                  <a:lnTo>
                    <a:pt x="1025701" y="1217954"/>
                  </a:lnTo>
                  <a:lnTo>
                    <a:pt x="1025496" y="1218145"/>
                  </a:lnTo>
                  <a:lnTo>
                    <a:pt x="1025128" y="1218294"/>
                  </a:lnTo>
                  <a:lnTo>
                    <a:pt x="1024950" y="1218431"/>
                  </a:lnTo>
                  <a:lnTo>
                    <a:pt x="1024898" y="1218567"/>
                  </a:lnTo>
                  <a:lnTo>
                    <a:pt x="1024941" y="1218730"/>
                  </a:lnTo>
                  <a:lnTo>
                    <a:pt x="1025124" y="1218906"/>
                  </a:lnTo>
                  <a:lnTo>
                    <a:pt x="1025139" y="1218920"/>
                  </a:lnTo>
                  <a:lnTo>
                    <a:pt x="1025233" y="1219111"/>
                  </a:lnTo>
                  <a:lnTo>
                    <a:pt x="1025233" y="1219278"/>
                  </a:lnTo>
                  <a:lnTo>
                    <a:pt x="1025207" y="1219487"/>
                  </a:lnTo>
                  <a:lnTo>
                    <a:pt x="1025097" y="1219785"/>
                  </a:lnTo>
                  <a:lnTo>
                    <a:pt x="1024889" y="1219988"/>
                  </a:lnTo>
                  <a:lnTo>
                    <a:pt x="1024639" y="1220149"/>
                  </a:lnTo>
                  <a:lnTo>
                    <a:pt x="1024398" y="1220322"/>
                  </a:lnTo>
                  <a:lnTo>
                    <a:pt x="1024230" y="1220525"/>
                  </a:lnTo>
                  <a:lnTo>
                    <a:pt x="1024177" y="1220728"/>
                  </a:lnTo>
                  <a:lnTo>
                    <a:pt x="1024272" y="1221080"/>
                  </a:lnTo>
                  <a:lnTo>
                    <a:pt x="1024361" y="1221301"/>
                  </a:lnTo>
                  <a:lnTo>
                    <a:pt x="1024513" y="1221504"/>
                  </a:lnTo>
                  <a:lnTo>
                    <a:pt x="1024603" y="1221694"/>
                  </a:lnTo>
                  <a:lnTo>
                    <a:pt x="1024597" y="1221867"/>
                  </a:lnTo>
                  <a:lnTo>
                    <a:pt x="1024566" y="1222118"/>
                  </a:lnTo>
                  <a:lnTo>
                    <a:pt x="1024608" y="1222345"/>
                  </a:lnTo>
                  <a:lnTo>
                    <a:pt x="1024680" y="1222457"/>
                  </a:lnTo>
                  <a:lnTo>
                    <a:pt x="1024799" y="1222510"/>
                  </a:lnTo>
                  <a:lnTo>
                    <a:pt x="1024821" y="1222522"/>
                  </a:lnTo>
                  <a:lnTo>
                    <a:pt x="1025039" y="1222691"/>
                  </a:lnTo>
                  <a:lnTo>
                    <a:pt x="1025354" y="1222858"/>
                  </a:lnTo>
                  <a:lnTo>
                    <a:pt x="1025596" y="1223007"/>
                  </a:lnTo>
                  <a:lnTo>
                    <a:pt x="1025743" y="1223228"/>
                  </a:lnTo>
                  <a:lnTo>
                    <a:pt x="1025743" y="1223359"/>
                  </a:lnTo>
                  <a:lnTo>
                    <a:pt x="1025638" y="1223615"/>
                  </a:lnTo>
                  <a:lnTo>
                    <a:pt x="1025428" y="1223848"/>
                  </a:lnTo>
                  <a:lnTo>
                    <a:pt x="1025233" y="1223938"/>
                  </a:lnTo>
                  <a:lnTo>
                    <a:pt x="1024844" y="1223950"/>
                  </a:lnTo>
                  <a:lnTo>
                    <a:pt x="1024456" y="1223950"/>
                  </a:lnTo>
                  <a:lnTo>
                    <a:pt x="1024166" y="1224045"/>
                  </a:lnTo>
                  <a:lnTo>
                    <a:pt x="1023925" y="1224117"/>
                  </a:lnTo>
                  <a:lnTo>
                    <a:pt x="1023699" y="1224266"/>
                  </a:lnTo>
                  <a:lnTo>
                    <a:pt x="1023594" y="1224457"/>
                  </a:lnTo>
                  <a:lnTo>
                    <a:pt x="1023599" y="1224719"/>
                  </a:lnTo>
                  <a:lnTo>
                    <a:pt x="1023767" y="1225005"/>
                  </a:lnTo>
                  <a:lnTo>
                    <a:pt x="1023962" y="1225340"/>
                  </a:lnTo>
                  <a:lnTo>
                    <a:pt x="1024093" y="1225507"/>
                  </a:lnTo>
                  <a:lnTo>
                    <a:pt x="1024077" y="1225608"/>
                  </a:lnTo>
                  <a:lnTo>
                    <a:pt x="1023851" y="1225721"/>
                  </a:lnTo>
                  <a:lnTo>
                    <a:pt x="1023746" y="1225835"/>
                  </a:lnTo>
                  <a:lnTo>
                    <a:pt x="1023447" y="1226103"/>
                  </a:lnTo>
                  <a:lnTo>
                    <a:pt x="1023231" y="1226103"/>
                  </a:lnTo>
                  <a:lnTo>
                    <a:pt x="1022963" y="1225978"/>
                  </a:lnTo>
                  <a:lnTo>
                    <a:pt x="1022674" y="1225799"/>
                  </a:lnTo>
                  <a:lnTo>
                    <a:pt x="1022254" y="1225381"/>
                  </a:lnTo>
                  <a:lnTo>
                    <a:pt x="1022012" y="1225125"/>
                  </a:lnTo>
                  <a:lnTo>
                    <a:pt x="1021966" y="1225074"/>
                  </a:lnTo>
                  <a:lnTo>
                    <a:pt x="1021676" y="1224928"/>
                  </a:lnTo>
                  <a:lnTo>
                    <a:pt x="1021544" y="1224910"/>
                  </a:lnTo>
                  <a:lnTo>
                    <a:pt x="1021334" y="1225029"/>
                  </a:lnTo>
                  <a:lnTo>
                    <a:pt x="1021076" y="1225238"/>
                  </a:lnTo>
                  <a:lnTo>
                    <a:pt x="1020798" y="1225536"/>
                  </a:lnTo>
                  <a:lnTo>
                    <a:pt x="1020719" y="1225739"/>
                  </a:lnTo>
                  <a:lnTo>
                    <a:pt x="1020730" y="1225918"/>
                  </a:lnTo>
                  <a:lnTo>
                    <a:pt x="1020753" y="1225961"/>
                  </a:lnTo>
                  <a:lnTo>
                    <a:pt x="1020779" y="1226052"/>
                  </a:lnTo>
                  <a:lnTo>
                    <a:pt x="1020939" y="1226275"/>
                  </a:lnTo>
                  <a:lnTo>
                    <a:pt x="1021045" y="1226479"/>
                  </a:lnTo>
                  <a:lnTo>
                    <a:pt x="1021166" y="1226718"/>
                  </a:lnTo>
                  <a:lnTo>
                    <a:pt x="1021266" y="1226956"/>
                  </a:lnTo>
                  <a:lnTo>
                    <a:pt x="1021155" y="1227153"/>
                  </a:lnTo>
                  <a:lnTo>
                    <a:pt x="1020966" y="1227290"/>
                  </a:lnTo>
                  <a:lnTo>
                    <a:pt x="1020425" y="1227523"/>
                  </a:lnTo>
                  <a:lnTo>
                    <a:pt x="1019910" y="1227738"/>
                  </a:lnTo>
                  <a:lnTo>
                    <a:pt x="1019594" y="1227744"/>
                  </a:lnTo>
                  <a:lnTo>
                    <a:pt x="1019432" y="1227612"/>
                  </a:lnTo>
                  <a:lnTo>
                    <a:pt x="1019127" y="1227565"/>
                  </a:lnTo>
                  <a:lnTo>
                    <a:pt x="1018885" y="1227553"/>
                  </a:lnTo>
                  <a:lnTo>
                    <a:pt x="1018638" y="1227654"/>
                  </a:lnTo>
                  <a:lnTo>
                    <a:pt x="1018533" y="1227839"/>
                  </a:lnTo>
                  <a:lnTo>
                    <a:pt x="1018444" y="1228102"/>
                  </a:lnTo>
                  <a:lnTo>
                    <a:pt x="1018428" y="1228549"/>
                  </a:lnTo>
                  <a:lnTo>
                    <a:pt x="1018402" y="1228788"/>
                  </a:lnTo>
                  <a:lnTo>
                    <a:pt x="1018470" y="1229038"/>
                  </a:lnTo>
                  <a:lnTo>
                    <a:pt x="1018722" y="1229223"/>
                  </a:lnTo>
                  <a:lnTo>
                    <a:pt x="1018980" y="1229414"/>
                  </a:lnTo>
                  <a:lnTo>
                    <a:pt x="1019027" y="1229575"/>
                  </a:lnTo>
                  <a:lnTo>
                    <a:pt x="1019011" y="1229879"/>
                  </a:lnTo>
                  <a:lnTo>
                    <a:pt x="1018941" y="1230270"/>
                  </a:lnTo>
                  <a:lnTo>
                    <a:pt x="1018880" y="1230481"/>
                  </a:lnTo>
                  <a:lnTo>
                    <a:pt x="1018863" y="1230675"/>
                  </a:lnTo>
                  <a:lnTo>
                    <a:pt x="1018858" y="1230910"/>
                  </a:lnTo>
                  <a:lnTo>
                    <a:pt x="1018902" y="1231201"/>
                  </a:lnTo>
                  <a:lnTo>
                    <a:pt x="1018860" y="1231414"/>
                  </a:lnTo>
                  <a:lnTo>
                    <a:pt x="1018712" y="1231594"/>
                  </a:lnTo>
                  <a:lnTo>
                    <a:pt x="1018442" y="1231989"/>
                  </a:lnTo>
                  <a:lnTo>
                    <a:pt x="1017885" y="1232164"/>
                  </a:lnTo>
                  <a:lnTo>
                    <a:pt x="1017668" y="1232283"/>
                  </a:lnTo>
                  <a:lnTo>
                    <a:pt x="1017617" y="1232386"/>
                  </a:lnTo>
                  <a:lnTo>
                    <a:pt x="1017587" y="1232488"/>
                  </a:lnTo>
                  <a:lnTo>
                    <a:pt x="1017643" y="1232632"/>
                  </a:lnTo>
                  <a:lnTo>
                    <a:pt x="1017709" y="1232771"/>
                  </a:lnTo>
                  <a:lnTo>
                    <a:pt x="1018048" y="1233089"/>
                  </a:lnTo>
                  <a:lnTo>
                    <a:pt x="1018251" y="1233289"/>
                  </a:lnTo>
                  <a:lnTo>
                    <a:pt x="1018278" y="1233510"/>
                  </a:lnTo>
                  <a:lnTo>
                    <a:pt x="1018248" y="1233741"/>
                  </a:lnTo>
                  <a:lnTo>
                    <a:pt x="1018222" y="1233795"/>
                  </a:lnTo>
                  <a:lnTo>
                    <a:pt x="1018012" y="1233950"/>
                  </a:lnTo>
                  <a:lnTo>
                    <a:pt x="1017692" y="1234166"/>
                  </a:lnTo>
                  <a:lnTo>
                    <a:pt x="1017129" y="1234543"/>
                  </a:lnTo>
                  <a:lnTo>
                    <a:pt x="1016843" y="1234753"/>
                  </a:lnTo>
                  <a:lnTo>
                    <a:pt x="1016726" y="1234994"/>
                  </a:lnTo>
                  <a:lnTo>
                    <a:pt x="1016680" y="1235249"/>
                  </a:lnTo>
                  <a:lnTo>
                    <a:pt x="1016682" y="1235786"/>
                  </a:lnTo>
                  <a:lnTo>
                    <a:pt x="1016726" y="1236005"/>
                  </a:lnTo>
                  <a:lnTo>
                    <a:pt x="1016792" y="1236168"/>
                  </a:lnTo>
                  <a:lnTo>
                    <a:pt x="1016963" y="1236326"/>
                  </a:lnTo>
                  <a:lnTo>
                    <a:pt x="1017282" y="1236437"/>
                  </a:lnTo>
                  <a:lnTo>
                    <a:pt x="1017678" y="1236412"/>
                  </a:lnTo>
                  <a:lnTo>
                    <a:pt x="1018099" y="1236329"/>
                  </a:lnTo>
                  <a:lnTo>
                    <a:pt x="1018431" y="1236270"/>
                  </a:lnTo>
                  <a:lnTo>
                    <a:pt x="1018892" y="1236149"/>
                  </a:lnTo>
                  <a:lnTo>
                    <a:pt x="1019399" y="1236041"/>
                  </a:lnTo>
                  <a:lnTo>
                    <a:pt x="1019638" y="1235999"/>
                  </a:lnTo>
                  <a:lnTo>
                    <a:pt x="1019699" y="1236043"/>
                  </a:lnTo>
                  <a:lnTo>
                    <a:pt x="1019726" y="1236107"/>
                  </a:lnTo>
                  <a:lnTo>
                    <a:pt x="1019732" y="1236149"/>
                  </a:lnTo>
                  <a:lnTo>
                    <a:pt x="1019691" y="1236319"/>
                  </a:lnTo>
                  <a:lnTo>
                    <a:pt x="1019685" y="1236328"/>
                  </a:lnTo>
                  <a:lnTo>
                    <a:pt x="1019673" y="1236381"/>
                  </a:lnTo>
                  <a:lnTo>
                    <a:pt x="1019573" y="1236639"/>
                  </a:lnTo>
                  <a:lnTo>
                    <a:pt x="1019507" y="1236893"/>
                  </a:lnTo>
                  <a:lnTo>
                    <a:pt x="1019497" y="1237115"/>
                  </a:lnTo>
                  <a:lnTo>
                    <a:pt x="1019560" y="1237311"/>
                  </a:lnTo>
                  <a:lnTo>
                    <a:pt x="1019648" y="1237467"/>
                  </a:lnTo>
                  <a:lnTo>
                    <a:pt x="1019775" y="1237619"/>
                  </a:lnTo>
                  <a:lnTo>
                    <a:pt x="1019902" y="1237671"/>
                  </a:lnTo>
                  <a:lnTo>
                    <a:pt x="1020146" y="1237713"/>
                  </a:lnTo>
                  <a:lnTo>
                    <a:pt x="1020290" y="1237685"/>
                  </a:lnTo>
                  <a:lnTo>
                    <a:pt x="1020419" y="1237713"/>
                  </a:lnTo>
                  <a:lnTo>
                    <a:pt x="1020597" y="1237799"/>
                  </a:lnTo>
                  <a:lnTo>
                    <a:pt x="1020897" y="1238067"/>
                  </a:lnTo>
                  <a:lnTo>
                    <a:pt x="1021031" y="1238197"/>
                  </a:lnTo>
                  <a:lnTo>
                    <a:pt x="1021116" y="1238369"/>
                  </a:lnTo>
                  <a:lnTo>
                    <a:pt x="1021126" y="1238532"/>
                  </a:lnTo>
                  <a:lnTo>
                    <a:pt x="1021092" y="1238671"/>
                  </a:lnTo>
                  <a:lnTo>
                    <a:pt x="1020992" y="1238823"/>
                  </a:lnTo>
                  <a:lnTo>
                    <a:pt x="1020741" y="1239061"/>
                  </a:lnTo>
                  <a:lnTo>
                    <a:pt x="1020611" y="1239217"/>
                  </a:lnTo>
                  <a:lnTo>
                    <a:pt x="1020555" y="1239265"/>
                  </a:lnTo>
                  <a:lnTo>
                    <a:pt x="1020424" y="1239340"/>
                  </a:lnTo>
                  <a:lnTo>
                    <a:pt x="1020267" y="1239451"/>
                  </a:lnTo>
                  <a:lnTo>
                    <a:pt x="1020222" y="1239516"/>
                  </a:lnTo>
                  <a:lnTo>
                    <a:pt x="1020178" y="1239645"/>
                  </a:lnTo>
                  <a:lnTo>
                    <a:pt x="1020124" y="1239796"/>
                  </a:lnTo>
                  <a:lnTo>
                    <a:pt x="1020124" y="1239849"/>
                  </a:lnTo>
                  <a:lnTo>
                    <a:pt x="1020126" y="1239938"/>
                  </a:lnTo>
                  <a:lnTo>
                    <a:pt x="1020090" y="1240021"/>
                  </a:lnTo>
                  <a:lnTo>
                    <a:pt x="1019957" y="1240257"/>
                  </a:lnTo>
                  <a:lnTo>
                    <a:pt x="1019875" y="1240355"/>
                  </a:lnTo>
                  <a:lnTo>
                    <a:pt x="1019820" y="1240471"/>
                  </a:lnTo>
                  <a:lnTo>
                    <a:pt x="1019799" y="1240526"/>
                  </a:lnTo>
                  <a:lnTo>
                    <a:pt x="1019701" y="1240764"/>
                  </a:lnTo>
                  <a:lnTo>
                    <a:pt x="1019675" y="1240881"/>
                  </a:lnTo>
                  <a:lnTo>
                    <a:pt x="1019660" y="1240996"/>
                  </a:lnTo>
                  <a:lnTo>
                    <a:pt x="1019634" y="1241254"/>
                  </a:lnTo>
                  <a:lnTo>
                    <a:pt x="1019643" y="1241399"/>
                  </a:lnTo>
                  <a:lnTo>
                    <a:pt x="1019682" y="1241629"/>
                  </a:lnTo>
                  <a:lnTo>
                    <a:pt x="1019680" y="1241692"/>
                  </a:lnTo>
                  <a:lnTo>
                    <a:pt x="1019672" y="1241813"/>
                  </a:lnTo>
                  <a:lnTo>
                    <a:pt x="1019651" y="1241902"/>
                  </a:lnTo>
                  <a:lnTo>
                    <a:pt x="1019573" y="1242075"/>
                  </a:lnTo>
                  <a:lnTo>
                    <a:pt x="1019513" y="1242234"/>
                  </a:lnTo>
                  <a:lnTo>
                    <a:pt x="1019501" y="1242296"/>
                  </a:lnTo>
                  <a:lnTo>
                    <a:pt x="1019504" y="1242494"/>
                  </a:lnTo>
                  <a:lnTo>
                    <a:pt x="1019531" y="1242595"/>
                  </a:lnTo>
                  <a:lnTo>
                    <a:pt x="1019561" y="1242652"/>
                  </a:lnTo>
                  <a:lnTo>
                    <a:pt x="1019657" y="1242747"/>
                  </a:lnTo>
                  <a:lnTo>
                    <a:pt x="1019746" y="1242806"/>
                  </a:lnTo>
                  <a:lnTo>
                    <a:pt x="1019978" y="1242933"/>
                  </a:lnTo>
                  <a:lnTo>
                    <a:pt x="1020088" y="1242977"/>
                  </a:lnTo>
                  <a:lnTo>
                    <a:pt x="1020193" y="1243019"/>
                  </a:lnTo>
                  <a:lnTo>
                    <a:pt x="1020246" y="1243052"/>
                  </a:lnTo>
                  <a:lnTo>
                    <a:pt x="1020270" y="1243077"/>
                  </a:lnTo>
                  <a:lnTo>
                    <a:pt x="1020287" y="1243128"/>
                  </a:lnTo>
                  <a:lnTo>
                    <a:pt x="1020278" y="1243149"/>
                  </a:lnTo>
                  <a:lnTo>
                    <a:pt x="1020245" y="1243197"/>
                  </a:lnTo>
                  <a:lnTo>
                    <a:pt x="1020151" y="1243250"/>
                  </a:lnTo>
                  <a:lnTo>
                    <a:pt x="1019959" y="1243356"/>
                  </a:lnTo>
                  <a:lnTo>
                    <a:pt x="1019831" y="1243436"/>
                  </a:lnTo>
                  <a:lnTo>
                    <a:pt x="1019666" y="1243522"/>
                  </a:lnTo>
                  <a:lnTo>
                    <a:pt x="1019518" y="1243577"/>
                  </a:lnTo>
                  <a:lnTo>
                    <a:pt x="1019503" y="1243584"/>
                  </a:lnTo>
                  <a:lnTo>
                    <a:pt x="1019445" y="1243610"/>
                  </a:lnTo>
                  <a:lnTo>
                    <a:pt x="1019431" y="1243638"/>
                  </a:lnTo>
                  <a:lnTo>
                    <a:pt x="1019435" y="1243672"/>
                  </a:lnTo>
                  <a:lnTo>
                    <a:pt x="1019467" y="1243738"/>
                  </a:lnTo>
                  <a:lnTo>
                    <a:pt x="1019604" y="1243923"/>
                  </a:lnTo>
                  <a:lnTo>
                    <a:pt x="1019722" y="1244110"/>
                  </a:lnTo>
                  <a:lnTo>
                    <a:pt x="1019792" y="1244211"/>
                  </a:lnTo>
                  <a:lnTo>
                    <a:pt x="1019931" y="1244391"/>
                  </a:lnTo>
                  <a:lnTo>
                    <a:pt x="1019985" y="1244489"/>
                  </a:lnTo>
                  <a:lnTo>
                    <a:pt x="1020051" y="1244662"/>
                  </a:lnTo>
                  <a:lnTo>
                    <a:pt x="1020057" y="1244759"/>
                  </a:lnTo>
                  <a:lnTo>
                    <a:pt x="1020033" y="1244825"/>
                  </a:lnTo>
                  <a:lnTo>
                    <a:pt x="1019991" y="1244899"/>
                  </a:lnTo>
                  <a:lnTo>
                    <a:pt x="1019857" y="1245019"/>
                  </a:lnTo>
                  <a:lnTo>
                    <a:pt x="1019739" y="1245110"/>
                  </a:lnTo>
                  <a:lnTo>
                    <a:pt x="1019662" y="1245148"/>
                  </a:lnTo>
                  <a:lnTo>
                    <a:pt x="1019534" y="1245196"/>
                  </a:lnTo>
                  <a:lnTo>
                    <a:pt x="1019352" y="1245274"/>
                  </a:lnTo>
                  <a:lnTo>
                    <a:pt x="1019249" y="1245323"/>
                  </a:lnTo>
                  <a:lnTo>
                    <a:pt x="1019113" y="1245329"/>
                  </a:lnTo>
                  <a:lnTo>
                    <a:pt x="1018960" y="1245321"/>
                  </a:lnTo>
                  <a:lnTo>
                    <a:pt x="1018837" y="1245308"/>
                  </a:lnTo>
                  <a:lnTo>
                    <a:pt x="1018758" y="1245240"/>
                  </a:lnTo>
                  <a:lnTo>
                    <a:pt x="1018651" y="1245129"/>
                  </a:lnTo>
                  <a:lnTo>
                    <a:pt x="1018512" y="1245051"/>
                  </a:lnTo>
                  <a:lnTo>
                    <a:pt x="1018321" y="1244978"/>
                  </a:lnTo>
                  <a:lnTo>
                    <a:pt x="1018183" y="1244953"/>
                  </a:lnTo>
                  <a:lnTo>
                    <a:pt x="1017948" y="1244953"/>
                  </a:lnTo>
                  <a:lnTo>
                    <a:pt x="1017746" y="1244991"/>
                  </a:lnTo>
                  <a:lnTo>
                    <a:pt x="1017646" y="1244993"/>
                  </a:lnTo>
                  <a:lnTo>
                    <a:pt x="1017526" y="1244988"/>
                  </a:lnTo>
                  <a:lnTo>
                    <a:pt x="1017460" y="1244948"/>
                  </a:lnTo>
                  <a:lnTo>
                    <a:pt x="1017416" y="1244897"/>
                  </a:lnTo>
                  <a:lnTo>
                    <a:pt x="1017406" y="1244853"/>
                  </a:lnTo>
                  <a:lnTo>
                    <a:pt x="1017404" y="1244842"/>
                  </a:lnTo>
                  <a:lnTo>
                    <a:pt x="1017417" y="1244717"/>
                  </a:lnTo>
                  <a:lnTo>
                    <a:pt x="1017419" y="1244697"/>
                  </a:lnTo>
                  <a:lnTo>
                    <a:pt x="1017439" y="1244514"/>
                  </a:lnTo>
                  <a:lnTo>
                    <a:pt x="1017451" y="1244373"/>
                  </a:lnTo>
                  <a:lnTo>
                    <a:pt x="1017418" y="1244188"/>
                  </a:lnTo>
                  <a:lnTo>
                    <a:pt x="1017357" y="1244038"/>
                  </a:lnTo>
                  <a:lnTo>
                    <a:pt x="1017236" y="1243888"/>
                  </a:lnTo>
                  <a:lnTo>
                    <a:pt x="1017093" y="1243767"/>
                  </a:lnTo>
                  <a:lnTo>
                    <a:pt x="1017009" y="1243636"/>
                  </a:lnTo>
                  <a:lnTo>
                    <a:pt x="1016953" y="1243490"/>
                  </a:lnTo>
                  <a:lnTo>
                    <a:pt x="1016884" y="1243380"/>
                  </a:lnTo>
                  <a:lnTo>
                    <a:pt x="1016815" y="1243338"/>
                  </a:lnTo>
                  <a:lnTo>
                    <a:pt x="1016706" y="1243325"/>
                  </a:lnTo>
                  <a:lnTo>
                    <a:pt x="1016547" y="1243353"/>
                  </a:lnTo>
                  <a:lnTo>
                    <a:pt x="1016273" y="1243442"/>
                  </a:lnTo>
                  <a:lnTo>
                    <a:pt x="1016211" y="1243464"/>
                  </a:lnTo>
                  <a:lnTo>
                    <a:pt x="1015840" y="1243597"/>
                  </a:lnTo>
                  <a:lnTo>
                    <a:pt x="1015591" y="1243711"/>
                  </a:lnTo>
                  <a:lnTo>
                    <a:pt x="1015480" y="1243782"/>
                  </a:lnTo>
                  <a:lnTo>
                    <a:pt x="1015376" y="1243871"/>
                  </a:lnTo>
                  <a:lnTo>
                    <a:pt x="1015245" y="1243950"/>
                  </a:lnTo>
                  <a:lnTo>
                    <a:pt x="1015202" y="1243970"/>
                  </a:lnTo>
                  <a:lnTo>
                    <a:pt x="1015149" y="1243992"/>
                  </a:lnTo>
                  <a:lnTo>
                    <a:pt x="1015013" y="1244013"/>
                  </a:lnTo>
                  <a:lnTo>
                    <a:pt x="1014889" y="1244084"/>
                  </a:lnTo>
                  <a:lnTo>
                    <a:pt x="1014694" y="1244226"/>
                  </a:lnTo>
                  <a:lnTo>
                    <a:pt x="1014601" y="1244265"/>
                  </a:lnTo>
                  <a:lnTo>
                    <a:pt x="1014478" y="1244323"/>
                  </a:lnTo>
                  <a:lnTo>
                    <a:pt x="1014364" y="1244378"/>
                  </a:lnTo>
                  <a:lnTo>
                    <a:pt x="1014314" y="1244410"/>
                  </a:lnTo>
                  <a:lnTo>
                    <a:pt x="1014267" y="1244441"/>
                  </a:lnTo>
                  <a:lnTo>
                    <a:pt x="1014187" y="1244521"/>
                  </a:lnTo>
                  <a:lnTo>
                    <a:pt x="1014117" y="1244598"/>
                  </a:lnTo>
                  <a:lnTo>
                    <a:pt x="1014043" y="1244697"/>
                  </a:lnTo>
                  <a:lnTo>
                    <a:pt x="1013988" y="1244731"/>
                  </a:lnTo>
                  <a:lnTo>
                    <a:pt x="1013851" y="1244860"/>
                  </a:lnTo>
                  <a:lnTo>
                    <a:pt x="1013773" y="1244946"/>
                  </a:lnTo>
                  <a:lnTo>
                    <a:pt x="1013690" y="1245051"/>
                  </a:lnTo>
                  <a:lnTo>
                    <a:pt x="1013615" y="1245112"/>
                  </a:lnTo>
                  <a:lnTo>
                    <a:pt x="1013530" y="1245179"/>
                  </a:lnTo>
                  <a:lnTo>
                    <a:pt x="1013440" y="1245336"/>
                  </a:lnTo>
                  <a:lnTo>
                    <a:pt x="1013411" y="1245398"/>
                  </a:lnTo>
                  <a:lnTo>
                    <a:pt x="1013358" y="1245472"/>
                  </a:lnTo>
                  <a:lnTo>
                    <a:pt x="1013351" y="1245481"/>
                  </a:lnTo>
                  <a:lnTo>
                    <a:pt x="1013296" y="1245535"/>
                  </a:lnTo>
                  <a:lnTo>
                    <a:pt x="1013186" y="1245632"/>
                  </a:lnTo>
                  <a:lnTo>
                    <a:pt x="1013102" y="1245711"/>
                  </a:lnTo>
                  <a:lnTo>
                    <a:pt x="1013008" y="1245779"/>
                  </a:lnTo>
                  <a:lnTo>
                    <a:pt x="1012902" y="1245865"/>
                  </a:lnTo>
                  <a:lnTo>
                    <a:pt x="1012887" y="1245877"/>
                  </a:lnTo>
                  <a:lnTo>
                    <a:pt x="1012773" y="1245970"/>
                  </a:lnTo>
                  <a:lnTo>
                    <a:pt x="1012717" y="1246013"/>
                  </a:lnTo>
                  <a:lnTo>
                    <a:pt x="1012671" y="1246048"/>
                  </a:lnTo>
                  <a:lnTo>
                    <a:pt x="1012569" y="1246124"/>
                  </a:lnTo>
                  <a:lnTo>
                    <a:pt x="1012505" y="1246175"/>
                  </a:lnTo>
                  <a:lnTo>
                    <a:pt x="1012438" y="1246227"/>
                  </a:lnTo>
                  <a:lnTo>
                    <a:pt x="1012356" y="1246304"/>
                  </a:lnTo>
                  <a:lnTo>
                    <a:pt x="1012260" y="1246413"/>
                  </a:lnTo>
                  <a:lnTo>
                    <a:pt x="1012179" y="1246519"/>
                  </a:lnTo>
                  <a:lnTo>
                    <a:pt x="1012134" y="1246573"/>
                  </a:lnTo>
                  <a:lnTo>
                    <a:pt x="1012023" y="1246707"/>
                  </a:lnTo>
                  <a:lnTo>
                    <a:pt x="1011965" y="1246772"/>
                  </a:lnTo>
                  <a:lnTo>
                    <a:pt x="1011860" y="1246936"/>
                  </a:lnTo>
                  <a:lnTo>
                    <a:pt x="1011789" y="1247046"/>
                  </a:lnTo>
                  <a:lnTo>
                    <a:pt x="1011652" y="1247278"/>
                  </a:lnTo>
                  <a:lnTo>
                    <a:pt x="1011617" y="1247337"/>
                  </a:lnTo>
                  <a:lnTo>
                    <a:pt x="1011611" y="1247346"/>
                  </a:lnTo>
                  <a:lnTo>
                    <a:pt x="1011601" y="1247364"/>
                  </a:lnTo>
                  <a:lnTo>
                    <a:pt x="1011567" y="1247408"/>
                  </a:lnTo>
                  <a:lnTo>
                    <a:pt x="1011542" y="1247432"/>
                  </a:lnTo>
                  <a:lnTo>
                    <a:pt x="1011411" y="1247476"/>
                  </a:lnTo>
                  <a:lnTo>
                    <a:pt x="1011309" y="1247497"/>
                  </a:lnTo>
                  <a:lnTo>
                    <a:pt x="1011240" y="1247510"/>
                  </a:lnTo>
                  <a:lnTo>
                    <a:pt x="1011138" y="1247569"/>
                  </a:lnTo>
                  <a:lnTo>
                    <a:pt x="1011095" y="1247607"/>
                  </a:lnTo>
                  <a:lnTo>
                    <a:pt x="1010980" y="1247667"/>
                  </a:lnTo>
                  <a:lnTo>
                    <a:pt x="1010916" y="1247789"/>
                  </a:lnTo>
                  <a:lnTo>
                    <a:pt x="1010879" y="1247956"/>
                  </a:lnTo>
                  <a:lnTo>
                    <a:pt x="1010789" y="1248206"/>
                  </a:lnTo>
                  <a:lnTo>
                    <a:pt x="1010724" y="1248307"/>
                  </a:lnTo>
                  <a:lnTo>
                    <a:pt x="1010664" y="1248359"/>
                  </a:lnTo>
                  <a:lnTo>
                    <a:pt x="1010580" y="1248418"/>
                  </a:lnTo>
                  <a:lnTo>
                    <a:pt x="1010473" y="1248477"/>
                  </a:lnTo>
                  <a:lnTo>
                    <a:pt x="1010313" y="1248547"/>
                  </a:lnTo>
                  <a:lnTo>
                    <a:pt x="1010228" y="1248569"/>
                  </a:lnTo>
                  <a:lnTo>
                    <a:pt x="1010051" y="1248589"/>
                  </a:lnTo>
                  <a:lnTo>
                    <a:pt x="1009941" y="1248627"/>
                  </a:lnTo>
                  <a:lnTo>
                    <a:pt x="1009855" y="1248649"/>
                  </a:lnTo>
                  <a:lnTo>
                    <a:pt x="1009607" y="1248712"/>
                  </a:lnTo>
                  <a:lnTo>
                    <a:pt x="1009510" y="1248775"/>
                  </a:lnTo>
                  <a:lnTo>
                    <a:pt x="1009458" y="1248829"/>
                  </a:lnTo>
                  <a:lnTo>
                    <a:pt x="1009415" y="1248886"/>
                  </a:lnTo>
                  <a:lnTo>
                    <a:pt x="1009391" y="1248946"/>
                  </a:lnTo>
                  <a:lnTo>
                    <a:pt x="1009383" y="1249023"/>
                  </a:lnTo>
                  <a:lnTo>
                    <a:pt x="1009368" y="1249126"/>
                  </a:lnTo>
                  <a:lnTo>
                    <a:pt x="1009357" y="1249249"/>
                  </a:lnTo>
                  <a:lnTo>
                    <a:pt x="1009333" y="1249270"/>
                  </a:lnTo>
                  <a:lnTo>
                    <a:pt x="1009183" y="1249381"/>
                  </a:lnTo>
                  <a:lnTo>
                    <a:pt x="1009057" y="1249462"/>
                  </a:lnTo>
                  <a:lnTo>
                    <a:pt x="1008986" y="1249503"/>
                  </a:lnTo>
                  <a:lnTo>
                    <a:pt x="1008768" y="1249558"/>
                  </a:lnTo>
                  <a:lnTo>
                    <a:pt x="1008668" y="1249578"/>
                  </a:lnTo>
                  <a:lnTo>
                    <a:pt x="1008410" y="1249625"/>
                  </a:lnTo>
                  <a:lnTo>
                    <a:pt x="1008251" y="1249693"/>
                  </a:lnTo>
                  <a:lnTo>
                    <a:pt x="1008161" y="1249738"/>
                  </a:lnTo>
                  <a:lnTo>
                    <a:pt x="1007989" y="1249779"/>
                  </a:lnTo>
                  <a:lnTo>
                    <a:pt x="1007814" y="1249864"/>
                  </a:lnTo>
                  <a:lnTo>
                    <a:pt x="1007776" y="1249908"/>
                  </a:lnTo>
                  <a:lnTo>
                    <a:pt x="1007752" y="1249968"/>
                  </a:lnTo>
                  <a:lnTo>
                    <a:pt x="1007746" y="1250082"/>
                  </a:lnTo>
                  <a:lnTo>
                    <a:pt x="1007759" y="1250246"/>
                  </a:lnTo>
                  <a:lnTo>
                    <a:pt x="1007802" y="1250522"/>
                  </a:lnTo>
                  <a:lnTo>
                    <a:pt x="1007809" y="1250664"/>
                  </a:lnTo>
                  <a:lnTo>
                    <a:pt x="1007811" y="1250921"/>
                  </a:lnTo>
                  <a:lnTo>
                    <a:pt x="1007812" y="1251087"/>
                  </a:lnTo>
                  <a:lnTo>
                    <a:pt x="1007821" y="1251174"/>
                  </a:lnTo>
                  <a:lnTo>
                    <a:pt x="1007844" y="1251413"/>
                  </a:lnTo>
                  <a:lnTo>
                    <a:pt x="1007831" y="1251520"/>
                  </a:lnTo>
                  <a:lnTo>
                    <a:pt x="1007779" y="1251624"/>
                  </a:lnTo>
                  <a:lnTo>
                    <a:pt x="1007685" y="1251742"/>
                  </a:lnTo>
                  <a:lnTo>
                    <a:pt x="1007604" y="1251841"/>
                  </a:lnTo>
                  <a:lnTo>
                    <a:pt x="1007505" y="1251902"/>
                  </a:lnTo>
                  <a:lnTo>
                    <a:pt x="1007567" y="1251742"/>
                  </a:lnTo>
                  <a:lnTo>
                    <a:pt x="1007585" y="1251647"/>
                  </a:lnTo>
                  <a:lnTo>
                    <a:pt x="1007579" y="1251550"/>
                  </a:lnTo>
                  <a:lnTo>
                    <a:pt x="1007539" y="1251416"/>
                  </a:lnTo>
                  <a:lnTo>
                    <a:pt x="1007508" y="1251326"/>
                  </a:lnTo>
                  <a:lnTo>
                    <a:pt x="1007313" y="1250913"/>
                  </a:lnTo>
                  <a:lnTo>
                    <a:pt x="1007273" y="1250807"/>
                  </a:lnTo>
                  <a:lnTo>
                    <a:pt x="1007212" y="1250628"/>
                  </a:lnTo>
                  <a:lnTo>
                    <a:pt x="1007178" y="1250553"/>
                  </a:lnTo>
                  <a:lnTo>
                    <a:pt x="1007118" y="1250445"/>
                  </a:lnTo>
                  <a:lnTo>
                    <a:pt x="1007086" y="1250341"/>
                  </a:lnTo>
                  <a:lnTo>
                    <a:pt x="1007030" y="1250195"/>
                  </a:lnTo>
                  <a:lnTo>
                    <a:pt x="1006996" y="1250087"/>
                  </a:lnTo>
                  <a:lnTo>
                    <a:pt x="1006980" y="1250018"/>
                  </a:lnTo>
                  <a:lnTo>
                    <a:pt x="1006963" y="1249942"/>
                  </a:lnTo>
                  <a:lnTo>
                    <a:pt x="1006937" y="1249856"/>
                  </a:lnTo>
                  <a:lnTo>
                    <a:pt x="1006918" y="1249798"/>
                  </a:lnTo>
                  <a:lnTo>
                    <a:pt x="1006875" y="1249703"/>
                  </a:lnTo>
                  <a:lnTo>
                    <a:pt x="1006821" y="1249595"/>
                  </a:lnTo>
                  <a:lnTo>
                    <a:pt x="1006678" y="1249378"/>
                  </a:lnTo>
                  <a:lnTo>
                    <a:pt x="1006655" y="1249337"/>
                  </a:lnTo>
                  <a:lnTo>
                    <a:pt x="1006612" y="1249270"/>
                  </a:lnTo>
                  <a:lnTo>
                    <a:pt x="1006556" y="1249200"/>
                  </a:lnTo>
                  <a:lnTo>
                    <a:pt x="1006463" y="1249092"/>
                  </a:lnTo>
                  <a:lnTo>
                    <a:pt x="1006407" y="1249042"/>
                  </a:lnTo>
                  <a:lnTo>
                    <a:pt x="1006326" y="1248990"/>
                  </a:lnTo>
                  <a:lnTo>
                    <a:pt x="1006237" y="1248933"/>
                  </a:lnTo>
                  <a:lnTo>
                    <a:pt x="1006154" y="1248858"/>
                  </a:lnTo>
                  <a:lnTo>
                    <a:pt x="1006096" y="1248811"/>
                  </a:lnTo>
                  <a:lnTo>
                    <a:pt x="1006076" y="1248795"/>
                  </a:lnTo>
                  <a:lnTo>
                    <a:pt x="1005978" y="1248736"/>
                  </a:lnTo>
                  <a:lnTo>
                    <a:pt x="1005893" y="1248644"/>
                  </a:lnTo>
                  <a:lnTo>
                    <a:pt x="1005806" y="1248536"/>
                  </a:lnTo>
                  <a:lnTo>
                    <a:pt x="1005757" y="1248443"/>
                  </a:lnTo>
                  <a:lnTo>
                    <a:pt x="1005704" y="1248334"/>
                  </a:lnTo>
                  <a:lnTo>
                    <a:pt x="1005683" y="1248265"/>
                  </a:lnTo>
                  <a:lnTo>
                    <a:pt x="1005677" y="1248204"/>
                  </a:lnTo>
                  <a:lnTo>
                    <a:pt x="1005685" y="1248121"/>
                  </a:lnTo>
                  <a:lnTo>
                    <a:pt x="1005707" y="1248053"/>
                  </a:lnTo>
                  <a:lnTo>
                    <a:pt x="1005723" y="1247975"/>
                  </a:lnTo>
                  <a:lnTo>
                    <a:pt x="1005717" y="1247945"/>
                  </a:lnTo>
                  <a:lnTo>
                    <a:pt x="1005703" y="1247936"/>
                  </a:lnTo>
                  <a:lnTo>
                    <a:pt x="1005652" y="1247928"/>
                  </a:lnTo>
                  <a:lnTo>
                    <a:pt x="1005492" y="1247913"/>
                  </a:lnTo>
                  <a:lnTo>
                    <a:pt x="1005336" y="1247911"/>
                  </a:lnTo>
                  <a:lnTo>
                    <a:pt x="1005239" y="1247932"/>
                  </a:lnTo>
                  <a:lnTo>
                    <a:pt x="1005161" y="1247978"/>
                  </a:lnTo>
                  <a:lnTo>
                    <a:pt x="1005096" y="1248038"/>
                  </a:lnTo>
                  <a:lnTo>
                    <a:pt x="1005049" y="1248119"/>
                  </a:lnTo>
                  <a:lnTo>
                    <a:pt x="1005010" y="1248203"/>
                  </a:lnTo>
                  <a:lnTo>
                    <a:pt x="1004957" y="1248266"/>
                  </a:lnTo>
                  <a:lnTo>
                    <a:pt x="1004890" y="1248340"/>
                  </a:lnTo>
                  <a:lnTo>
                    <a:pt x="1004838" y="1248375"/>
                  </a:lnTo>
                  <a:lnTo>
                    <a:pt x="1004777" y="1248400"/>
                  </a:lnTo>
                  <a:lnTo>
                    <a:pt x="1004725" y="1248404"/>
                  </a:lnTo>
                  <a:lnTo>
                    <a:pt x="1004694" y="1248402"/>
                  </a:lnTo>
                  <a:lnTo>
                    <a:pt x="1004631" y="1248389"/>
                  </a:lnTo>
                  <a:lnTo>
                    <a:pt x="1004575" y="1248349"/>
                  </a:lnTo>
                  <a:lnTo>
                    <a:pt x="1004498" y="1248273"/>
                  </a:lnTo>
                  <a:lnTo>
                    <a:pt x="1004438" y="1248232"/>
                  </a:lnTo>
                  <a:lnTo>
                    <a:pt x="1004400" y="1248211"/>
                  </a:lnTo>
                  <a:lnTo>
                    <a:pt x="1004349" y="1248191"/>
                  </a:lnTo>
                  <a:lnTo>
                    <a:pt x="1004299" y="1248189"/>
                  </a:lnTo>
                  <a:lnTo>
                    <a:pt x="1004260" y="1248192"/>
                  </a:lnTo>
                  <a:lnTo>
                    <a:pt x="1004201" y="1248223"/>
                  </a:lnTo>
                  <a:lnTo>
                    <a:pt x="1004118" y="1248292"/>
                  </a:lnTo>
                  <a:lnTo>
                    <a:pt x="1004052" y="1248341"/>
                  </a:lnTo>
                  <a:lnTo>
                    <a:pt x="1003902" y="1248425"/>
                  </a:lnTo>
                  <a:lnTo>
                    <a:pt x="1003854" y="1248462"/>
                  </a:lnTo>
                  <a:lnTo>
                    <a:pt x="1003750" y="1248518"/>
                  </a:lnTo>
                  <a:lnTo>
                    <a:pt x="1003655" y="1248538"/>
                  </a:lnTo>
                  <a:lnTo>
                    <a:pt x="1003637" y="1248538"/>
                  </a:lnTo>
                  <a:lnTo>
                    <a:pt x="1003595" y="1248539"/>
                  </a:lnTo>
                  <a:lnTo>
                    <a:pt x="1003591" y="1248538"/>
                  </a:lnTo>
                  <a:lnTo>
                    <a:pt x="1003506" y="1248515"/>
                  </a:lnTo>
                  <a:lnTo>
                    <a:pt x="1003451" y="1248480"/>
                  </a:lnTo>
                  <a:lnTo>
                    <a:pt x="1003407" y="1248424"/>
                  </a:lnTo>
                  <a:lnTo>
                    <a:pt x="1003345" y="1248291"/>
                  </a:lnTo>
                  <a:lnTo>
                    <a:pt x="1003304" y="1248141"/>
                  </a:lnTo>
                  <a:lnTo>
                    <a:pt x="1003263" y="1248005"/>
                  </a:lnTo>
                  <a:lnTo>
                    <a:pt x="1003180" y="1247857"/>
                  </a:lnTo>
                  <a:lnTo>
                    <a:pt x="1003071" y="1247709"/>
                  </a:lnTo>
                  <a:lnTo>
                    <a:pt x="1002977" y="1247614"/>
                  </a:lnTo>
                  <a:lnTo>
                    <a:pt x="1002846" y="1247460"/>
                  </a:lnTo>
                  <a:lnTo>
                    <a:pt x="1002784" y="1247351"/>
                  </a:lnTo>
                  <a:lnTo>
                    <a:pt x="1002782" y="1247346"/>
                  </a:lnTo>
                  <a:lnTo>
                    <a:pt x="1002778" y="1247338"/>
                  </a:lnTo>
                  <a:lnTo>
                    <a:pt x="1002747" y="1247280"/>
                  </a:lnTo>
                  <a:lnTo>
                    <a:pt x="1002745" y="1247228"/>
                  </a:lnTo>
                  <a:lnTo>
                    <a:pt x="1002734" y="1247087"/>
                  </a:lnTo>
                  <a:lnTo>
                    <a:pt x="1002720" y="1247015"/>
                  </a:lnTo>
                  <a:lnTo>
                    <a:pt x="1002631" y="1246859"/>
                  </a:lnTo>
                  <a:lnTo>
                    <a:pt x="1002526" y="1246663"/>
                  </a:lnTo>
                  <a:lnTo>
                    <a:pt x="1002433" y="1246495"/>
                  </a:lnTo>
                  <a:lnTo>
                    <a:pt x="1002282" y="1246236"/>
                  </a:lnTo>
                  <a:lnTo>
                    <a:pt x="1002188" y="1246116"/>
                  </a:lnTo>
                  <a:lnTo>
                    <a:pt x="1002127" y="1246039"/>
                  </a:lnTo>
                  <a:lnTo>
                    <a:pt x="1002053" y="1245972"/>
                  </a:lnTo>
                  <a:lnTo>
                    <a:pt x="1001955" y="1245910"/>
                  </a:lnTo>
                  <a:lnTo>
                    <a:pt x="1001844" y="1245863"/>
                  </a:lnTo>
                  <a:lnTo>
                    <a:pt x="1001710" y="1245829"/>
                  </a:lnTo>
                  <a:lnTo>
                    <a:pt x="1001628" y="1245811"/>
                  </a:lnTo>
                  <a:lnTo>
                    <a:pt x="1001455" y="1245758"/>
                  </a:lnTo>
                  <a:lnTo>
                    <a:pt x="1001292" y="1245684"/>
                  </a:lnTo>
                  <a:lnTo>
                    <a:pt x="1001152" y="1245612"/>
                  </a:lnTo>
                  <a:lnTo>
                    <a:pt x="1001065" y="1245570"/>
                  </a:lnTo>
                  <a:lnTo>
                    <a:pt x="1001006" y="1245542"/>
                  </a:lnTo>
                  <a:lnTo>
                    <a:pt x="1000924" y="1245493"/>
                  </a:lnTo>
                  <a:lnTo>
                    <a:pt x="1000884" y="1245462"/>
                  </a:lnTo>
                  <a:lnTo>
                    <a:pt x="1000848" y="1245427"/>
                  </a:lnTo>
                  <a:lnTo>
                    <a:pt x="1000800" y="1245361"/>
                  </a:lnTo>
                  <a:lnTo>
                    <a:pt x="1000739" y="1245280"/>
                  </a:lnTo>
                  <a:lnTo>
                    <a:pt x="1000670" y="1245225"/>
                  </a:lnTo>
                  <a:lnTo>
                    <a:pt x="1000620" y="1245191"/>
                  </a:lnTo>
                  <a:lnTo>
                    <a:pt x="1000560" y="1245163"/>
                  </a:lnTo>
                  <a:lnTo>
                    <a:pt x="1000506" y="1245148"/>
                  </a:lnTo>
                  <a:lnTo>
                    <a:pt x="1000401" y="1245133"/>
                  </a:lnTo>
                  <a:lnTo>
                    <a:pt x="1000314" y="1245105"/>
                  </a:lnTo>
                  <a:lnTo>
                    <a:pt x="1000175" y="1245052"/>
                  </a:lnTo>
                  <a:lnTo>
                    <a:pt x="1000095" y="1245017"/>
                  </a:lnTo>
                  <a:lnTo>
                    <a:pt x="1000067" y="1245010"/>
                  </a:lnTo>
                  <a:lnTo>
                    <a:pt x="1000026" y="1245009"/>
                  </a:lnTo>
                  <a:lnTo>
                    <a:pt x="999981" y="1245016"/>
                  </a:lnTo>
                  <a:lnTo>
                    <a:pt x="999955" y="1245015"/>
                  </a:lnTo>
                  <a:lnTo>
                    <a:pt x="999916" y="1245011"/>
                  </a:lnTo>
                  <a:lnTo>
                    <a:pt x="999878" y="1245001"/>
                  </a:lnTo>
                  <a:lnTo>
                    <a:pt x="999790" y="1244958"/>
                  </a:lnTo>
                  <a:lnTo>
                    <a:pt x="999733" y="1244936"/>
                  </a:lnTo>
                  <a:lnTo>
                    <a:pt x="999706" y="1244931"/>
                  </a:lnTo>
                  <a:lnTo>
                    <a:pt x="999606" y="1244942"/>
                  </a:lnTo>
                  <a:lnTo>
                    <a:pt x="999562" y="1244955"/>
                  </a:lnTo>
                  <a:lnTo>
                    <a:pt x="999478" y="1244993"/>
                  </a:lnTo>
                  <a:lnTo>
                    <a:pt x="999428" y="1245006"/>
                  </a:lnTo>
                  <a:lnTo>
                    <a:pt x="999348" y="1245016"/>
                  </a:lnTo>
                  <a:lnTo>
                    <a:pt x="999272" y="1245017"/>
                  </a:lnTo>
                  <a:lnTo>
                    <a:pt x="999180" y="1245017"/>
                  </a:lnTo>
                  <a:lnTo>
                    <a:pt x="999125" y="1245024"/>
                  </a:lnTo>
                  <a:lnTo>
                    <a:pt x="999002" y="1245047"/>
                  </a:lnTo>
                  <a:lnTo>
                    <a:pt x="998940" y="1245075"/>
                  </a:lnTo>
                  <a:lnTo>
                    <a:pt x="998875" y="1245118"/>
                  </a:lnTo>
                  <a:lnTo>
                    <a:pt x="998820" y="1245173"/>
                  </a:lnTo>
                  <a:lnTo>
                    <a:pt x="998731" y="1245282"/>
                  </a:lnTo>
                  <a:lnTo>
                    <a:pt x="998682" y="1245326"/>
                  </a:lnTo>
                  <a:lnTo>
                    <a:pt x="998640" y="1245353"/>
                  </a:lnTo>
                  <a:lnTo>
                    <a:pt x="998588" y="1245371"/>
                  </a:lnTo>
                  <a:lnTo>
                    <a:pt x="998538" y="1245379"/>
                  </a:lnTo>
                  <a:lnTo>
                    <a:pt x="998492" y="1245376"/>
                  </a:lnTo>
                  <a:lnTo>
                    <a:pt x="998453" y="1245359"/>
                  </a:lnTo>
                  <a:lnTo>
                    <a:pt x="998303" y="1245294"/>
                  </a:lnTo>
                  <a:lnTo>
                    <a:pt x="998240" y="1245256"/>
                  </a:lnTo>
                  <a:lnTo>
                    <a:pt x="998178" y="1245233"/>
                  </a:lnTo>
                  <a:lnTo>
                    <a:pt x="998085" y="1245234"/>
                  </a:lnTo>
                  <a:lnTo>
                    <a:pt x="997951" y="1245247"/>
                  </a:lnTo>
                  <a:lnTo>
                    <a:pt x="997893" y="1245264"/>
                  </a:lnTo>
                  <a:lnTo>
                    <a:pt x="997770" y="1245290"/>
                  </a:lnTo>
                  <a:lnTo>
                    <a:pt x="997695" y="1245298"/>
                  </a:lnTo>
                  <a:lnTo>
                    <a:pt x="997583" y="1245278"/>
                  </a:lnTo>
                  <a:lnTo>
                    <a:pt x="997445" y="1245241"/>
                  </a:lnTo>
                  <a:lnTo>
                    <a:pt x="997349" y="1245205"/>
                  </a:lnTo>
                  <a:lnTo>
                    <a:pt x="997221" y="1245133"/>
                  </a:lnTo>
                  <a:lnTo>
                    <a:pt x="997108" y="1245050"/>
                  </a:lnTo>
                  <a:lnTo>
                    <a:pt x="997013" y="1244946"/>
                  </a:lnTo>
                  <a:lnTo>
                    <a:pt x="996897" y="1244842"/>
                  </a:lnTo>
                  <a:lnTo>
                    <a:pt x="996772" y="1244740"/>
                  </a:lnTo>
                  <a:lnTo>
                    <a:pt x="996688" y="1244682"/>
                  </a:lnTo>
                  <a:lnTo>
                    <a:pt x="996616" y="1244640"/>
                  </a:lnTo>
                  <a:lnTo>
                    <a:pt x="996475" y="1244590"/>
                  </a:lnTo>
                  <a:lnTo>
                    <a:pt x="996358" y="1244530"/>
                  </a:lnTo>
                  <a:lnTo>
                    <a:pt x="996284" y="1244491"/>
                  </a:lnTo>
                  <a:lnTo>
                    <a:pt x="996202" y="1244481"/>
                  </a:lnTo>
                  <a:lnTo>
                    <a:pt x="996120" y="1244480"/>
                  </a:lnTo>
                  <a:lnTo>
                    <a:pt x="996017" y="1244487"/>
                  </a:lnTo>
                  <a:lnTo>
                    <a:pt x="995974" y="1244488"/>
                  </a:lnTo>
                  <a:lnTo>
                    <a:pt x="995919" y="1244468"/>
                  </a:lnTo>
                  <a:lnTo>
                    <a:pt x="995880" y="1244428"/>
                  </a:lnTo>
                  <a:lnTo>
                    <a:pt x="995804" y="1244274"/>
                  </a:lnTo>
                  <a:lnTo>
                    <a:pt x="995772" y="1244206"/>
                  </a:lnTo>
                  <a:lnTo>
                    <a:pt x="995685" y="1244036"/>
                  </a:lnTo>
                  <a:lnTo>
                    <a:pt x="995603" y="1243914"/>
                  </a:lnTo>
                  <a:lnTo>
                    <a:pt x="995527" y="1243817"/>
                  </a:lnTo>
                  <a:lnTo>
                    <a:pt x="995373" y="1243702"/>
                  </a:lnTo>
                  <a:lnTo>
                    <a:pt x="995266" y="1243661"/>
                  </a:lnTo>
                  <a:lnTo>
                    <a:pt x="995206" y="1243627"/>
                  </a:lnTo>
                  <a:lnTo>
                    <a:pt x="995160" y="1243583"/>
                  </a:lnTo>
                  <a:lnTo>
                    <a:pt x="995141" y="1243542"/>
                  </a:lnTo>
                  <a:lnTo>
                    <a:pt x="995130" y="1243482"/>
                  </a:lnTo>
                  <a:lnTo>
                    <a:pt x="995106" y="1243345"/>
                  </a:lnTo>
                  <a:lnTo>
                    <a:pt x="995098" y="1243253"/>
                  </a:lnTo>
                  <a:lnTo>
                    <a:pt x="995063" y="1243118"/>
                  </a:lnTo>
                  <a:lnTo>
                    <a:pt x="995030" y="1242950"/>
                  </a:lnTo>
                  <a:lnTo>
                    <a:pt x="994999" y="1242876"/>
                  </a:lnTo>
                  <a:lnTo>
                    <a:pt x="994936" y="1242785"/>
                  </a:lnTo>
                  <a:lnTo>
                    <a:pt x="994864" y="1242737"/>
                  </a:lnTo>
                  <a:lnTo>
                    <a:pt x="994712" y="1242670"/>
                  </a:lnTo>
                  <a:lnTo>
                    <a:pt x="994535" y="1242629"/>
                  </a:lnTo>
                  <a:lnTo>
                    <a:pt x="994350" y="1242593"/>
                  </a:lnTo>
                  <a:lnTo>
                    <a:pt x="994054" y="1242547"/>
                  </a:lnTo>
                  <a:lnTo>
                    <a:pt x="993886" y="1242549"/>
                  </a:lnTo>
                  <a:lnTo>
                    <a:pt x="993755" y="1242555"/>
                  </a:lnTo>
                  <a:lnTo>
                    <a:pt x="993672" y="1242548"/>
                  </a:lnTo>
                  <a:lnTo>
                    <a:pt x="993598" y="1242517"/>
                  </a:lnTo>
                  <a:lnTo>
                    <a:pt x="993469" y="1242437"/>
                  </a:lnTo>
                  <a:lnTo>
                    <a:pt x="993341" y="1242352"/>
                  </a:lnTo>
                  <a:lnTo>
                    <a:pt x="993231" y="1242235"/>
                  </a:lnTo>
                  <a:lnTo>
                    <a:pt x="993123" y="1242104"/>
                  </a:lnTo>
                  <a:lnTo>
                    <a:pt x="993030" y="1241979"/>
                  </a:lnTo>
                  <a:lnTo>
                    <a:pt x="992960" y="1241917"/>
                  </a:lnTo>
                  <a:lnTo>
                    <a:pt x="992916" y="1241878"/>
                  </a:lnTo>
                  <a:lnTo>
                    <a:pt x="992822" y="1241844"/>
                  </a:lnTo>
                  <a:lnTo>
                    <a:pt x="992659" y="1241790"/>
                  </a:lnTo>
                  <a:lnTo>
                    <a:pt x="992438" y="1241765"/>
                  </a:lnTo>
                  <a:lnTo>
                    <a:pt x="992279" y="1241733"/>
                  </a:lnTo>
                  <a:lnTo>
                    <a:pt x="992098" y="1241691"/>
                  </a:lnTo>
                  <a:lnTo>
                    <a:pt x="991998" y="1241649"/>
                  </a:lnTo>
                  <a:lnTo>
                    <a:pt x="991839" y="1241578"/>
                  </a:lnTo>
                  <a:lnTo>
                    <a:pt x="991738" y="1241505"/>
                  </a:lnTo>
                  <a:lnTo>
                    <a:pt x="991660" y="1241412"/>
                  </a:lnTo>
                  <a:lnTo>
                    <a:pt x="991607" y="1241349"/>
                  </a:lnTo>
                  <a:lnTo>
                    <a:pt x="991532" y="1241283"/>
                  </a:lnTo>
                  <a:lnTo>
                    <a:pt x="991486" y="1241254"/>
                  </a:lnTo>
                  <a:lnTo>
                    <a:pt x="991379" y="1241207"/>
                  </a:lnTo>
                  <a:lnTo>
                    <a:pt x="991269" y="1241155"/>
                  </a:lnTo>
                  <a:lnTo>
                    <a:pt x="991204" y="1241142"/>
                  </a:lnTo>
                  <a:lnTo>
                    <a:pt x="991137" y="1241148"/>
                  </a:lnTo>
                  <a:lnTo>
                    <a:pt x="990972" y="1241296"/>
                  </a:lnTo>
                  <a:lnTo>
                    <a:pt x="990884" y="1241364"/>
                  </a:lnTo>
                  <a:lnTo>
                    <a:pt x="990854" y="1241389"/>
                  </a:lnTo>
                  <a:lnTo>
                    <a:pt x="990799" y="1241422"/>
                  </a:lnTo>
                  <a:lnTo>
                    <a:pt x="990702" y="1241466"/>
                  </a:lnTo>
                  <a:lnTo>
                    <a:pt x="990590" y="1241523"/>
                  </a:lnTo>
                  <a:lnTo>
                    <a:pt x="990484" y="1241556"/>
                  </a:lnTo>
                  <a:lnTo>
                    <a:pt x="990385" y="1241570"/>
                  </a:lnTo>
                  <a:lnTo>
                    <a:pt x="990258" y="1241556"/>
                  </a:lnTo>
                  <a:lnTo>
                    <a:pt x="990118" y="1241534"/>
                  </a:lnTo>
                  <a:lnTo>
                    <a:pt x="990020" y="1241511"/>
                  </a:lnTo>
                  <a:lnTo>
                    <a:pt x="989922" y="1241445"/>
                  </a:lnTo>
                  <a:lnTo>
                    <a:pt x="989826" y="1241327"/>
                  </a:lnTo>
                  <a:lnTo>
                    <a:pt x="989759" y="1241240"/>
                  </a:lnTo>
                  <a:lnTo>
                    <a:pt x="989714" y="1241196"/>
                  </a:lnTo>
                  <a:lnTo>
                    <a:pt x="989648" y="1241129"/>
                  </a:lnTo>
                  <a:lnTo>
                    <a:pt x="989587" y="1241089"/>
                  </a:lnTo>
                  <a:lnTo>
                    <a:pt x="989461" y="1241008"/>
                  </a:lnTo>
                  <a:lnTo>
                    <a:pt x="989350" y="1240956"/>
                  </a:lnTo>
                  <a:lnTo>
                    <a:pt x="989252" y="1240896"/>
                  </a:lnTo>
                  <a:lnTo>
                    <a:pt x="989178" y="1240828"/>
                  </a:lnTo>
                  <a:lnTo>
                    <a:pt x="989125" y="1240778"/>
                  </a:lnTo>
                  <a:lnTo>
                    <a:pt x="989073" y="1240704"/>
                  </a:lnTo>
                  <a:lnTo>
                    <a:pt x="988964" y="1240576"/>
                  </a:lnTo>
                  <a:lnTo>
                    <a:pt x="988857" y="1240443"/>
                  </a:lnTo>
                  <a:lnTo>
                    <a:pt x="988800" y="1240341"/>
                  </a:lnTo>
                  <a:lnTo>
                    <a:pt x="988746" y="1240246"/>
                  </a:lnTo>
                  <a:lnTo>
                    <a:pt x="988714" y="1240160"/>
                  </a:lnTo>
                  <a:lnTo>
                    <a:pt x="988655" y="1240018"/>
                  </a:lnTo>
                  <a:lnTo>
                    <a:pt x="988612" y="1239896"/>
                  </a:lnTo>
                  <a:lnTo>
                    <a:pt x="988557" y="1239816"/>
                  </a:lnTo>
                  <a:lnTo>
                    <a:pt x="988530" y="1239791"/>
                  </a:lnTo>
                  <a:lnTo>
                    <a:pt x="988433" y="1239739"/>
                  </a:lnTo>
                  <a:lnTo>
                    <a:pt x="988302" y="1239692"/>
                  </a:lnTo>
                  <a:lnTo>
                    <a:pt x="988230" y="1239649"/>
                  </a:lnTo>
                  <a:lnTo>
                    <a:pt x="988165" y="1239590"/>
                  </a:lnTo>
                  <a:lnTo>
                    <a:pt x="988140" y="1239558"/>
                  </a:lnTo>
                  <a:lnTo>
                    <a:pt x="988059" y="1239382"/>
                  </a:lnTo>
                  <a:lnTo>
                    <a:pt x="988018" y="1239299"/>
                  </a:lnTo>
                  <a:lnTo>
                    <a:pt x="987998" y="1239265"/>
                  </a:lnTo>
                  <a:lnTo>
                    <a:pt x="988080" y="1239240"/>
                  </a:lnTo>
                  <a:lnTo>
                    <a:pt x="988044" y="1239010"/>
                  </a:lnTo>
                  <a:lnTo>
                    <a:pt x="987955" y="1238632"/>
                  </a:lnTo>
                  <a:lnTo>
                    <a:pt x="987833" y="1238281"/>
                  </a:lnTo>
                  <a:lnTo>
                    <a:pt x="987589" y="1237856"/>
                  </a:lnTo>
                  <a:lnTo>
                    <a:pt x="987264" y="1237543"/>
                  </a:lnTo>
                  <a:lnTo>
                    <a:pt x="986800" y="1237127"/>
                  </a:lnTo>
                  <a:lnTo>
                    <a:pt x="986564" y="1237026"/>
                  </a:lnTo>
                  <a:lnTo>
                    <a:pt x="986239" y="1237007"/>
                  </a:lnTo>
                  <a:lnTo>
                    <a:pt x="986012" y="1236915"/>
                  </a:lnTo>
                  <a:lnTo>
                    <a:pt x="985833" y="1236740"/>
                  </a:lnTo>
                  <a:lnTo>
                    <a:pt x="985735" y="1236361"/>
                  </a:lnTo>
                  <a:lnTo>
                    <a:pt x="985532" y="1236177"/>
                  </a:lnTo>
                  <a:lnTo>
                    <a:pt x="985304" y="1236066"/>
                  </a:lnTo>
                  <a:lnTo>
                    <a:pt x="984955" y="1236038"/>
                  </a:lnTo>
                  <a:lnTo>
                    <a:pt x="984472" y="1236071"/>
                  </a:lnTo>
                  <a:lnTo>
                    <a:pt x="984404" y="1236023"/>
                  </a:lnTo>
                  <a:lnTo>
                    <a:pt x="984388" y="1236022"/>
                  </a:lnTo>
                  <a:lnTo>
                    <a:pt x="984266" y="1235832"/>
                  </a:lnTo>
                  <a:lnTo>
                    <a:pt x="984118" y="1235620"/>
                  </a:lnTo>
                  <a:lnTo>
                    <a:pt x="983944" y="1235547"/>
                  </a:lnTo>
                  <a:lnTo>
                    <a:pt x="983882" y="1235532"/>
                  </a:lnTo>
                  <a:lnTo>
                    <a:pt x="983629" y="1235474"/>
                  </a:lnTo>
                  <a:lnTo>
                    <a:pt x="983561" y="1235467"/>
                  </a:lnTo>
                  <a:lnTo>
                    <a:pt x="983392" y="1235477"/>
                  </a:lnTo>
                  <a:lnTo>
                    <a:pt x="983373" y="1235485"/>
                  </a:lnTo>
                  <a:lnTo>
                    <a:pt x="983256" y="1235430"/>
                  </a:lnTo>
                  <a:lnTo>
                    <a:pt x="983043" y="1235379"/>
                  </a:lnTo>
                  <a:lnTo>
                    <a:pt x="982986" y="1235397"/>
                  </a:lnTo>
                  <a:lnTo>
                    <a:pt x="982882" y="1235430"/>
                  </a:lnTo>
                  <a:lnTo>
                    <a:pt x="982618" y="1235664"/>
                  </a:lnTo>
                  <a:lnTo>
                    <a:pt x="982393" y="1235985"/>
                  </a:lnTo>
                  <a:lnTo>
                    <a:pt x="982347" y="1235891"/>
                  </a:lnTo>
                  <a:lnTo>
                    <a:pt x="982286" y="1235789"/>
                  </a:lnTo>
                  <a:lnTo>
                    <a:pt x="982168" y="1235628"/>
                  </a:lnTo>
                  <a:lnTo>
                    <a:pt x="982042" y="1235465"/>
                  </a:lnTo>
                  <a:lnTo>
                    <a:pt x="981666" y="1234540"/>
                  </a:lnTo>
                  <a:lnTo>
                    <a:pt x="981657" y="1234391"/>
                  </a:lnTo>
                  <a:lnTo>
                    <a:pt x="981608" y="1233894"/>
                  </a:lnTo>
                  <a:lnTo>
                    <a:pt x="981543" y="1233589"/>
                  </a:lnTo>
                  <a:lnTo>
                    <a:pt x="981324" y="1233266"/>
                  </a:lnTo>
                  <a:lnTo>
                    <a:pt x="980925" y="1232528"/>
                  </a:lnTo>
                  <a:lnTo>
                    <a:pt x="980356" y="1231863"/>
                  </a:lnTo>
                  <a:lnTo>
                    <a:pt x="980144" y="1231713"/>
                  </a:lnTo>
                  <a:lnTo>
                    <a:pt x="979952" y="1231621"/>
                  </a:lnTo>
                  <a:lnTo>
                    <a:pt x="979366" y="1231399"/>
                  </a:lnTo>
                  <a:lnTo>
                    <a:pt x="979234" y="1231374"/>
                  </a:lnTo>
                  <a:lnTo>
                    <a:pt x="978812" y="1231411"/>
                  </a:lnTo>
                  <a:lnTo>
                    <a:pt x="978429" y="1231559"/>
                  </a:lnTo>
                  <a:lnTo>
                    <a:pt x="978055" y="1231734"/>
                  </a:lnTo>
                  <a:lnTo>
                    <a:pt x="977836" y="1231836"/>
                  </a:lnTo>
                  <a:lnTo>
                    <a:pt x="977823" y="1231871"/>
                  </a:lnTo>
                  <a:lnTo>
                    <a:pt x="977774" y="1231922"/>
                  </a:lnTo>
                  <a:lnTo>
                    <a:pt x="977753" y="1232020"/>
                  </a:lnTo>
                  <a:lnTo>
                    <a:pt x="977762" y="1232138"/>
                  </a:lnTo>
                  <a:lnTo>
                    <a:pt x="977961" y="1232541"/>
                  </a:lnTo>
                  <a:lnTo>
                    <a:pt x="977991" y="1232667"/>
                  </a:lnTo>
                  <a:lnTo>
                    <a:pt x="977966" y="1232814"/>
                  </a:lnTo>
                  <a:lnTo>
                    <a:pt x="977885" y="1233091"/>
                  </a:lnTo>
                  <a:lnTo>
                    <a:pt x="977779" y="1233220"/>
                  </a:lnTo>
                  <a:lnTo>
                    <a:pt x="977194" y="1233266"/>
                  </a:lnTo>
                  <a:lnTo>
                    <a:pt x="976551" y="1233266"/>
                  </a:lnTo>
                  <a:lnTo>
                    <a:pt x="976202" y="1233192"/>
                  </a:lnTo>
                  <a:lnTo>
                    <a:pt x="976062" y="1233122"/>
                  </a:lnTo>
                  <a:lnTo>
                    <a:pt x="975855" y="1232984"/>
                  </a:lnTo>
                  <a:lnTo>
                    <a:pt x="975714" y="1232920"/>
                  </a:lnTo>
                  <a:lnTo>
                    <a:pt x="975401" y="1232879"/>
                  </a:lnTo>
                  <a:lnTo>
                    <a:pt x="975129" y="1232892"/>
                  </a:lnTo>
                  <a:lnTo>
                    <a:pt x="974906" y="1232853"/>
                  </a:lnTo>
                  <a:lnTo>
                    <a:pt x="974527" y="1232700"/>
                  </a:lnTo>
                  <a:lnTo>
                    <a:pt x="974240" y="1232522"/>
                  </a:lnTo>
                  <a:lnTo>
                    <a:pt x="974041" y="1232431"/>
                  </a:lnTo>
                  <a:lnTo>
                    <a:pt x="973842" y="1232383"/>
                  </a:lnTo>
                  <a:lnTo>
                    <a:pt x="973572" y="1232281"/>
                  </a:lnTo>
                  <a:lnTo>
                    <a:pt x="973470" y="1232143"/>
                  </a:lnTo>
                  <a:lnTo>
                    <a:pt x="973348" y="1231876"/>
                  </a:lnTo>
                  <a:lnTo>
                    <a:pt x="973187" y="1231172"/>
                  </a:lnTo>
                  <a:lnTo>
                    <a:pt x="973190" y="1231147"/>
                  </a:lnTo>
                  <a:lnTo>
                    <a:pt x="973080" y="1230867"/>
                  </a:lnTo>
                  <a:lnTo>
                    <a:pt x="972909" y="1230239"/>
                  </a:lnTo>
                  <a:lnTo>
                    <a:pt x="972926" y="1229445"/>
                  </a:lnTo>
                  <a:lnTo>
                    <a:pt x="972958" y="1228772"/>
                  </a:lnTo>
                  <a:lnTo>
                    <a:pt x="972730" y="1228310"/>
                  </a:lnTo>
                  <a:lnTo>
                    <a:pt x="972487" y="1228024"/>
                  </a:lnTo>
                  <a:lnTo>
                    <a:pt x="972349" y="1227999"/>
                  </a:lnTo>
                  <a:lnTo>
                    <a:pt x="972256" y="1228005"/>
                  </a:lnTo>
                  <a:lnTo>
                    <a:pt x="971309" y="1227964"/>
                  </a:lnTo>
                  <a:lnTo>
                    <a:pt x="970652" y="1228049"/>
                  </a:lnTo>
                  <a:lnTo>
                    <a:pt x="970473" y="1228095"/>
                  </a:lnTo>
                  <a:lnTo>
                    <a:pt x="970159" y="1228226"/>
                  </a:lnTo>
                  <a:lnTo>
                    <a:pt x="970002" y="1228341"/>
                  </a:lnTo>
                  <a:lnTo>
                    <a:pt x="969649" y="1228485"/>
                  </a:lnTo>
                  <a:lnTo>
                    <a:pt x="969178" y="1228624"/>
                  </a:lnTo>
                  <a:lnTo>
                    <a:pt x="968162" y="1228716"/>
                  </a:lnTo>
                  <a:lnTo>
                    <a:pt x="967560" y="1228818"/>
                  </a:lnTo>
                  <a:lnTo>
                    <a:pt x="966690" y="1228864"/>
                  </a:lnTo>
                  <a:lnTo>
                    <a:pt x="966048" y="1228864"/>
                  </a:lnTo>
                  <a:lnTo>
                    <a:pt x="966033" y="1228862"/>
                  </a:lnTo>
                  <a:lnTo>
                    <a:pt x="965835" y="1228809"/>
                  </a:lnTo>
                  <a:lnTo>
                    <a:pt x="965479" y="1228781"/>
                  </a:lnTo>
                  <a:lnTo>
                    <a:pt x="965040" y="1228790"/>
                  </a:lnTo>
                  <a:lnTo>
                    <a:pt x="964780" y="1228845"/>
                  </a:lnTo>
                  <a:lnTo>
                    <a:pt x="964519" y="1229011"/>
                  </a:lnTo>
                  <a:lnTo>
                    <a:pt x="964194" y="1229399"/>
                  </a:lnTo>
                  <a:lnTo>
                    <a:pt x="963820" y="1229621"/>
                  </a:lnTo>
                  <a:lnTo>
                    <a:pt x="963479" y="1229722"/>
                  </a:lnTo>
                  <a:lnTo>
                    <a:pt x="962706" y="1229768"/>
                  </a:lnTo>
                  <a:lnTo>
                    <a:pt x="961763" y="1229805"/>
                  </a:lnTo>
                  <a:lnTo>
                    <a:pt x="960883" y="1229606"/>
                  </a:lnTo>
                  <a:lnTo>
                    <a:pt x="960790" y="1229645"/>
                  </a:lnTo>
                  <a:lnTo>
                    <a:pt x="960763" y="1229659"/>
                  </a:lnTo>
                  <a:lnTo>
                    <a:pt x="960687" y="1229691"/>
                  </a:lnTo>
                  <a:lnTo>
                    <a:pt x="960630" y="1229695"/>
                  </a:lnTo>
                  <a:lnTo>
                    <a:pt x="960553" y="1229684"/>
                  </a:lnTo>
                  <a:lnTo>
                    <a:pt x="960428" y="1229660"/>
                  </a:lnTo>
                  <a:lnTo>
                    <a:pt x="960216" y="1229599"/>
                  </a:lnTo>
                  <a:lnTo>
                    <a:pt x="960056" y="1229521"/>
                  </a:lnTo>
                  <a:lnTo>
                    <a:pt x="960002" y="1229485"/>
                  </a:lnTo>
                  <a:lnTo>
                    <a:pt x="959959" y="1229429"/>
                  </a:lnTo>
                  <a:lnTo>
                    <a:pt x="959882" y="1229302"/>
                  </a:lnTo>
                  <a:lnTo>
                    <a:pt x="959769" y="1229112"/>
                  </a:lnTo>
                  <a:lnTo>
                    <a:pt x="959721" y="1229074"/>
                  </a:lnTo>
                  <a:lnTo>
                    <a:pt x="959617" y="1229039"/>
                  </a:lnTo>
                  <a:lnTo>
                    <a:pt x="959497" y="1228983"/>
                  </a:lnTo>
                  <a:lnTo>
                    <a:pt x="959390" y="1228900"/>
                  </a:lnTo>
                  <a:lnTo>
                    <a:pt x="959353" y="1228844"/>
                  </a:lnTo>
                  <a:lnTo>
                    <a:pt x="959330" y="1228746"/>
                  </a:lnTo>
                  <a:lnTo>
                    <a:pt x="959274" y="1228603"/>
                  </a:lnTo>
                  <a:lnTo>
                    <a:pt x="959230" y="1228526"/>
                  </a:lnTo>
                  <a:lnTo>
                    <a:pt x="959167" y="1228451"/>
                  </a:lnTo>
                  <a:lnTo>
                    <a:pt x="959075" y="1228377"/>
                  </a:lnTo>
                  <a:lnTo>
                    <a:pt x="958980" y="1228277"/>
                  </a:lnTo>
                  <a:lnTo>
                    <a:pt x="958782" y="1228067"/>
                  </a:lnTo>
                  <a:lnTo>
                    <a:pt x="958632" y="1227918"/>
                  </a:lnTo>
                  <a:lnTo>
                    <a:pt x="958439" y="1227736"/>
                  </a:lnTo>
                  <a:lnTo>
                    <a:pt x="958370" y="1227691"/>
                  </a:lnTo>
                  <a:lnTo>
                    <a:pt x="958225" y="1227660"/>
                  </a:lnTo>
                  <a:lnTo>
                    <a:pt x="958035" y="1227623"/>
                  </a:lnTo>
                  <a:lnTo>
                    <a:pt x="957808" y="1227608"/>
                  </a:lnTo>
                  <a:lnTo>
                    <a:pt x="957634" y="1227583"/>
                  </a:lnTo>
                  <a:lnTo>
                    <a:pt x="957462" y="1227580"/>
                  </a:lnTo>
                  <a:lnTo>
                    <a:pt x="957290" y="1227584"/>
                  </a:lnTo>
                  <a:lnTo>
                    <a:pt x="957127" y="1227585"/>
                  </a:lnTo>
                  <a:lnTo>
                    <a:pt x="957063" y="1227572"/>
                  </a:lnTo>
                  <a:lnTo>
                    <a:pt x="956993" y="1227526"/>
                  </a:lnTo>
                  <a:lnTo>
                    <a:pt x="956915" y="1227461"/>
                  </a:lnTo>
                  <a:lnTo>
                    <a:pt x="956830" y="1227342"/>
                  </a:lnTo>
                  <a:lnTo>
                    <a:pt x="956772" y="1227229"/>
                  </a:lnTo>
                  <a:lnTo>
                    <a:pt x="956707" y="1227056"/>
                  </a:lnTo>
                  <a:lnTo>
                    <a:pt x="956672" y="1226837"/>
                  </a:lnTo>
                  <a:lnTo>
                    <a:pt x="956647" y="1226651"/>
                  </a:lnTo>
                  <a:lnTo>
                    <a:pt x="956629" y="1226452"/>
                  </a:lnTo>
                  <a:lnTo>
                    <a:pt x="956616" y="1226311"/>
                  </a:lnTo>
                  <a:lnTo>
                    <a:pt x="956601" y="1226235"/>
                  </a:lnTo>
                  <a:lnTo>
                    <a:pt x="956610" y="1226106"/>
                  </a:lnTo>
                  <a:lnTo>
                    <a:pt x="956624" y="1225897"/>
                  </a:lnTo>
                  <a:lnTo>
                    <a:pt x="956613" y="1225779"/>
                  </a:lnTo>
                  <a:lnTo>
                    <a:pt x="956574" y="1225675"/>
                  </a:lnTo>
                  <a:lnTo>
                    <a:pt x="956519" y="1225591"/>
                  </a:lnTo>
                  <a:lnTo>
                    <a:pt x="956469" y="1225533"/>
                  </a:lnTo>
                  <a:lnTo>
                    <a:pt x="956374" y="1225484"/>
                  </a:lnTo>
                  <a:lnTo>
                    <a:pt x="956239" y="1225428"/>
                  </a:lnTo>
                  <a:lnTo>
                    <a:pt x="956016" y="1225350"/>
                  </a:lnTo>
                  <a:lnTo>
                    <a:pt x="955909" y="1225286"/>
                  </a:lnTo>
                  <a:lnTo>
                    <a:pt x="955841" y="1225222"/>
                  </a:lnTo>
                  <a:lnTo>
                    <a:pt x="955754" y="1225090"/>
                  </a:lnTo>
                  <a:lnTo>
                    <a:pt x="955693" y="1224951"/>
                  </a:lnTo>
                  <a:lnTo>
                    <a:pt x="955641" y="1224883"/>
                  </a:lnTo>
                  <a:lnTo>
                    <a:pt x="955572" y="1224803"/>
                  </a:lnTo>
                  <a:lnTo>
                    <a:pt x="955497" y="1224736"/>
                  </a:lnTo>
                  <a:lnTo>
                    <a:pt x="955409" y="1224708"/>
                  </a:lnTo>
                  <a:lnTo>
                    <a:pt x="955355" y="1224707"/>
                  </a:lnTo>
                  <a:lnTo>
                    <a:pt x="955242" y="1224738"/>
                  </a:lnTo>
                  <a:lnTo>
                    <a:pt x="955121" y="1224807"/>
                  </a:lnTo>
                  <a:lnTo>
                    <a:pt x="955022" y="1224891"/>
                  </a:lnTo>
                  <a:lnTo>
                    <a:pt x="954876" y="1224960"/>
                  </a:lnTo>
                  <a:lnTo>
                    <a:pt x="954738" y="1225068"/>
                  </a:lnTo>
                  <a:lnTo>
                    <a:pt x="954616" y="1225172"/>
                  </a:lnTo>
                  <a:lnTo>
                    <a:pt x="954528" y="1225215"/>
                  </a:lnTo>
                  <a:lnTo>
                    <a:pt x="954485" y="1225226"/>
                  </a:lnTo>
                  <a:lnTo>
                    <a:pt x="954379" y="1225194"/>
                  </a:lnTo>
                  <a:lnTo>
                    <a:pt x="954088" y="1225073"/>
                  </a:lnTo>
                  <a:lnTo>
                    <a:pt x="953794" y="1224991"/>
                  </a:lnTo>
                  <a:lnTo>
                    <a:pt x="953525" y="1224904"/>
                  </a:lnTo>
                  <a:lnTo>
                    <a:pt x="953370" y="1224880"/>
                  </a:lnTo>
                  <a:lnTo>
                    <a:pt x="953284" y="1224908"/>
                  </a:lnTo>
                  <a:lnTo>
                    <a:pt x="953150" y="1225015"/>
                  </a:lnTo>
                  <a:lnTo>
                    <a:pt x="952983" y="1225161"/>
                  </a:lnTo>
                  <a:lnTo>
                    <a:pt x="952841" y="1225282"/>
                  </a:lnTo>
                  <a:lnTo>
                    <a:pt x="952719" y="1225378"/>
                  </a:lnTo>
                  <a:lnTo>
                    <a:pt x="952652" y="1225429"/>
                  </a:lnTo>
                  <a:lnTo>
                    <a:pt x="952506" y="1225522"/>
                  </a:lnTo>
                  <a:lnTo>
                    <a:pt x="952367" y="1225631"/>
                  </a:lnTo>
                  <a:lnTo>
                    <a:pt x="952231" y="1225725"/>
                  </a:lnTo>
                  <a:lnTo>
                    <a:pt x="952101" y="1225861"/>
                  </a:lnTo>
                  <a:lnTo>
                    <a:pt x="952010" y="1225948"/>
                  </a:lnTo>
                  <a:lnTo>
                    <a:pt x="951928" y="1226027"/>
                  </a:lnTo>
                  <a:lnTo>
                    <a:pt x="951814" y="1226109"/>
                  </a:lnTo>
                  <a:lnTo>
                    <a:pt x="951732" y="1226152"/>
                  </a:lnTo>
                  <a:lnTo>
                    <a:pt x="951650" y="1226159"/>
                  </a:lnTo>
                  <a:lnTo>
                    <a:pt x="951544" y="1226157"/>
                  </a:lnTo>
                  <a:lnTo>
                    <a:pt x="951472" y="1226140"/>
                  </a:lnTo>
                  <a:lnTo>
                    <a:pt x="951355" y="1226086"/>
                  </a:lnTo>
                  <a:lnTo>
                    <a:pt x="951249" y="1226048"/>
                  </a:lnTo>
                  <a:lnTo>
                    <a:pt x="951108" y="1225952"/>
                  </a:lnTo>
                  <a:lnTo>
                    <a:pt x="950986" y="1225862"/>
                  </a:lnTo>
                  <a:lnTo>
                    <a:pt x="950896" y="1225787"/>
                  </a:lnTo>
                  <a:lnTo>
                    <a:pt x="950803" y="1225740"/>
                  </a:lnTo>
                  <a:lnTo>
                    <a:pt x="950725" y="1225717"/>
                  </a:lnTo>
                  <a:lnTo>
                    <a:pt x="950623" y="1225723"/>
                  </a:lnTo>
                  <a:lnTo>
                    <a:pt x="950497" y="1225767"/>
                  </a:lnTo>
                  <a:lnTo>
                    <a:pt x="950316" y="1225813"/>
                  </a:lnTo>
                  <a:lnTo>
                    <a:pt x="950250" y="1225831"/>
                  </a:lnTo>
                  <a:lnTo>
                    <a:pt x="950206" y="1225842"/>
                  </a:lnTo>
                  <a:lnTo>
                    <a:pt x="950202" y="1225843"/>
                  </a:lnTo>
                  <a:lnTo>
                    <a:pt x="950128" y="1225852"/>
                  </a:lnTo>
                  <a:lnTo>
                    <a:pt x="949962" y="1225844"/>
                  </a:lnTo>
                  <a:lnTo>
                    <a:pt x="949810" y="1225831"/>
                  </a:lnTo>
                  <a:lnTo>
                    <a:pt x="949688" y="1225808"/>
                  </a:lnTo>
                  <a:lnTo>
                    <a:pt x="949576" y="1225807"/>
                  </a:lnTo>
                  <a:lnTo>
                    <a:pt x="949481" y="1225828"/>
                  </a:lnTo>
                  <a:lnTo>
                    <a:pt x="949355" y="1225901"/>
                  </a:lnTo>
                  <a:lnTo>
                    <a:pt x="949234" y="1226001"/>
                  </a:lnTo>
                  <a:lnTo>
                    <a:pt x="949170" y="1226035"/>
                  </a:lnTo>
                  <a:lnTo>
                    <a:pt x="948979" y="1226164"/>
                  </a:lnTo>
                  <a:lnTo>
                    <a:pt x="948840" y="1226219"/>
                  </a:lnTo>
                  <a:lnTo>
                    <a:pt x="948646" y="1226295"/>
                  </a:lnTo>
                  <a:lnTo>
                    <a:pt x="948375" y="1226380"/>
                  </a:lnTo>
                  <a:lnTo>
                    <a:pt x="948242" y="1226451"/>
                  </a:lnTo>
                  <a:lnTo>
                    <a:pt x="948097" y="1226511"/>
                  </a:lnTo>
                  <a:lnTo>
                    <a:pt x="948003" y="1226546"/>
                  </a:lnTo>
                  <a:lnTo>
                    <a:pt x="947868" y="1226582"/>
                  </a:lnTo>
                  <a:lnTo>
                    <a:pt x="947823" y="1226587"/>
                  </a:lnTo>
                  <a:lnTo>
                    <a:pt x="947740" y="1226598"/>
                  </a:lnTo>
                  <a:lnTo>
                    <a:pt x="947701" y="1226603"/>
                  </a:lnTo>
                  <a:lnTo>
                    <a:pt x="947547" y="1226610"/>
                  </a:lnTo>
                  <a:lnTo>
                    <a:pt x="947406" y="1226620"/>
                  </a:lnTo>
                  <a:lnTo>
                    <a:pt x="947395" y="1226624"/>
                  </a:lnTo>
                  <a:lnTo>
                    <a:pt x="947192" y="1226666"/>
                  </a:lnTo>
                  <a:lnTo>
                    <a:pt x="947084" y="1226697"/>
                  </a:lnTo>
                  <a:lnTo>
                    <a:pt x="946971" y="1226747"/>
                  </a:lnTo>
                  <a:lnTo>
                    <a:pt x="946856" y="1226804"/>
                  </a:lnTo>
                  <a:lnTo>
                    <a:pt x="946733" y="1226866"/>
                  </a:lnTo>
                  <a:lnTo>
                    <a:pt x="946612" y="1226924"/>
                  </a:lnTo>
                  <a:lnTo>
                    <a:pt x="946465" y="1226999"/>
                  </a:lnTo>
                  <a:lnTo>
                    <a:pt x="946311" y="1227099"/>
                  </a:lnTo>
                  <a:lnTo>
                    <a:pt x="946194" y="1227180"/>
                  </a:lnTo>
                  <a:lnTo>
                    <a:pt x="946080" y="1227262"/>
                  </a:lnTo>
                  <a:lnTo>
                    <a:pt x="945992" y="1227334"/>
                  </a:lnTo>
                  <a:lnTo>
                    <a:pt x="945877" y="1227420"/>
                  </a:lnTo>
                  <a:lnTo>
                    <a:pt x="945724" y="1227547"/>
                  </a:lnTo>
                  <a:lnTo>
                    <a:pt x="945599" y="1227638"/>
                  </a:lnTo>
                  <a:lnTo>
                    <a:pt x="945515" y="1227695"/>
                  </a:lnTo>
                  <a:lnTo>
                    <a:pt x="945375" y="1227776"/>
                  </a:lnTo>
                  <a:lnTo>
                    <a:pt x="945266" y="1227846"/>
                  </a:lnTo>
                  <a:lnTo>
                    <a:pt x="945133" y="1227936"/>
                  </a:lnTo>
                  <a:lnTo>
                    <a:pt x="945017" y="1228033"/>
                  </a:lnTo>
                  <a:lnTo>
                    <a:pt x="944903" y="1228104"/>
                  </a:lnTo>
                  <a:lnTo>
                    <a:pt x="944758" y="1228195"/>
                  </a:lnTo>
                  <a:lnTo>
                    <a:pt x="944632" y="1228262"/>
                  </a:lnTo>
                  <a:lnTo>
                    <a:pt x="944525" y="1228326"/>
                  </a:lnTo>
                  <a:lnTo>
                    <a:pt x="944408" y="1228393"/>
                  </a:lnTo>
                  <a:lnTo>
                    <a:pt x="944177" y="1228544"/>
                  </a:lnTo>
                  <a:lnTo>
                    <a:pt x="943983" y="1228638"/>
                  </a:lnTo>
                  <a:lnTo>
                    <a:pt x="943696" y="1228773"/>
                  </a:lnTo>
                  <a:lnTo>
                    <a:pt x="943562" y="1228841"/>
                  </a:lnTo>
                  <a:lnTo>
                    <a:pt x="943477" y="1228891"/>
                  </a:lnTo>
                  <a:lnTo>
                    <a:pt x="943299" y="1228988"/>
                  </a:lnTo>
                  <a:lnTo>
                    <a:pt x="943129" y="1229087"/>
                  </a:lnTo>
                  <a:lnTo>
                    <a:pt x="942960" y="1229180"/>
                  </a:lnTo>
                  <a:lnTo>
                    <a:pt x="942800" y="1229282"/>
                  </a:lnTo>
                  <a:lnTo>
                    <a:pt x="942617" y="1229356"/>
                  </a:lnTo>
                  <a:lnTo>
                    <a:pt x="942579" y="1229372"/>
                  </a:lnTo>
                  <a:lnTo>
                    <a:pt x="942525" y="1229392"/>
                  </a:lnTo>
                  <a:lnTo>
                    <a:pt x="942431" y="1229435"/>
                  </a:lnTo>
                  <a:lnTo>
                    <a:pt x="942283" y="1229523"/>
                  </a:lnTo>
                  <a:lnTo>
                    <a:pt x="942156" y="1229588"/>
                  </a:lnTo>
                  <a:lnTo>
                    <a:pt x="941837" y="1229779"/>
                  </a:lnTo>
                  <a:lnTo>
                    <a:pt x="941663" y="1229888"/>
                  </a:lnTo>
                  <a:lnTo>
                    <a:pt x="941467" y="1230007"/>
                  </a:lnTo>
                  <a:lnTo>
                    <a:pt x="941111" y="1230153"/>
                  </a:lnTo>
                  <a:lnTo>
                    <a:pt x="941054" y="1230174"/>
                  </a:lnTo>
                  <a:lnTo>
                    <a:pt x="940929" y="1230222"/>
                  </a:lnTo>
                  <a:lnTo>
                    <a:pt x="940828" y="1230266"/>
                  </a:lnTo>
                  <a:lnTo>
                    <a:pt x="940686" y="1230311"/>
                  </a:lnTo>
                  <a:lnTo>
                    <a:pt x="940488" y="1230380"/>
                  </a:lnTo>
                  <a:lnTo>
                    <a:pt x="940392" y="1230416"/>
                  </a:lnTo>
                  <a:lnTo>
                    <a:pt x="940255" y="1230444"/>
                  </a:lnTo>
                  <a:lnTo>
                    <a:pt x="940117" y="1230468"/>
                  </a:lnTo>
                  <a:lnTo>
                    <a:pt x="939955" y="1230494"/>
                  </a:lnTo>
                  <a:lnTo>
                    <a:pt x="939798" y="1230521"/>
                  </a:lnTo>
                  <a:lnTo>
                    <a:pt x="939789" y="1230522"/>
                  </a:lnTo>
                  <a:lnTo>
                    <a:pt x="939733" y="1230527"/>
                  </a:lnTo>
                  <a:lnTo>
                    <a:pt x="939666" y="1230545"/>
                  </a:lnTo>
                  <a:lnTo>
                    <a:pt x="939607" y="1230580"/>
                  </a:lnTo>
                  <a:lnTo>
                    <a:pt x="939532" y="1230643"/>
                  </a:lnTo>
                  <a:lnTo>
                    <a:pt x="939397" y="1230651"/>
                  </a:lnTo>
                  <a:lnTo>
                    <a:pt x="939251" y="1230647"/>
                  </a:lnTo>
                  <a:lnTo>
                    <a:pt x="939221" y="1230651"/>
                  </a:lnTo>
                  <a:lnTo>
                    <a:pt x="939096" y="1230698"/>
                  </a:lnTo>
                  <a:lnTo>
                    <a:pt x="938905" y="1230768"/>
                  </a:lnTo>
                  <a:lnTo>
                    <a:pt x="938766" y="1230821"/>
                  </a:lnTo>
                  <a:lnTo>
                    <a:pt x="938379" y="1230934"/>
                  </a:lnTo>
                  <a:lnTo>
                    <a:pt x="938118" y="1231004"/>
                  </a:lnTo>
                  <a:lnTo>
                    <a:pt x="937810" y="1231084"/>
                  </a:lnTo>
                  <a:lnTo>
                    <a:pt x="937630" y="1231113"/>
                  </a:lnTo>
                  <a:lnTo>
                    <a:pt x="937415" y="1231135"/>
                  </a:lnTo>
                  <a:lnTo>
                    <a:pt x="937281" y="1231140"/>
                  </a:lnTo>
                  <a:lnTo>
                    <a:pt x="937180" y="1231136"/>
                  </a:lnTo>
                  <a:lnTo>
                    <a:pt x="937049" y="1231147"/>
                  </a:lnTo>
                  <a:lnTo>
                    <a:pt x="936899" y="1231188"/>
                  </a:lnTo>
                  <a:lnTo>
                    <a:pt x="936707" y="1231286"/>
                  </a:lnTo>
                  <a:lnTo>
                    <a:pt x="936624" y="1231337"/>
                  </a:lnTo>
                  <a:lnTo>
                    <a:pt x="936466" y="1231432"/>
                  </a:lnTo>
                  <a:lnTo>
                    <a:pt x="936344" y="1231531"/>
                  </a:lnTo>
                  <a:lnTo>
                    <a:pt x="936184" y="1231659"/>
                  </a:lnTo>
                  <a:lnTo>
                    <a:pt x="936138" y="1231691"/>
                  </a:lnTo>
                  <a:lnTo>
                    <a:pt x="936065" y="1231742"/>
                  </a:lnTo>
                  <a:lnTo>
                    <a:pt x="935968" y="1231794"/>
                  </a:lnTo>
                  <a:lnTo>
                    <a:pt x="935728" y="1231873"/>
                  </a:lnTo>
                  <a:lnTo>
                    <a:pt x="935512" y="1231933"/>
                  </a:lnTo>
                  <a:lnTo>
                    <a:pt x="935365" y="1231978"/>
                  </a:lnTo>
                  <a:lnTo>
                    <a:pt x="935300" y="1232012"/>
                  </a:lnTo>
                  <a:lnTo>
                    <a:pt x="935230" y="1232073"/>
                  </a:lnTo>
                  <a:lnTo>
                    <a:pt x="935066" y="1232254"/>
                  </a:lnTo>
                  <a:lnTo>
                    <a:pt x="934901" y="1232426"/>
                  </a:lnTo>
                  <a:lnTo>
                    <a:pt x="934774" y="1232535"/>
                  </a:lnTo>
                  <a:lnTo>
                    <a:pt x="934684" y="1232598"/>
                  </a:lnTo>
                  <a:lnTo>
                    <a:pt x="934540" y="1232686"/>
                  </a:lnTo>
                  <a:lnTo>
                    <a:pt x="934433" y="1232816"/>
                  </a:lnTo>
                  <a:lnTo>
                    <a:pt x="934332" y="1232973"/>
                  </a:lnTo>
                  <a:lnTo>
                    <a:pt x="934201" y="1233209"/>
                  </a:lnTo>
                  <a:lnTo>
                    <a:pt x="934088" y="1233445"/>
                  </a:lnTo>
                  <a:lnTo>
                    <a:pt x="933949" y="1233772"/>
                  </a:lnTo>
                  <a:lnTo>
                    <a:pt x="933874" y="1233981"/>
                  </a:lnTo>
                  <a:lnTo>
                    <a:pt x="933841" y="1234091"/>
                  </a:lnTo>
                  <a:lnTo>
                    <a:pt x="933812" y="1234208"/>
                  </a:lnTo>
                  <a:lnTo>
                    <a:pt x="933807" y="1234290"/>
                  </a:lnTo>
                  <a:lnTo>
                    <a:pt x="933791" y="1234485"/>
                  </a:lnTo>
                  <a:lnTo>
                    <a:pt x="933762" y="1234708"/>
                  </a:lnTo>
                  <a:lnTo>
                    <a:pt x="933734" y="1234869"/>
                  </a:lnTo>
                  <a:lnTo>
                    <a:pt x="933687" y="1235041"/>
                  </a:lnTo>
                  <a:lnTo>
                    <a:pt x="933599" y="1235206"/>
                  </a:lnTo>
                  <a:lnTo>
                    <a:pt x="933517" y="1235409"/>
                  </a:lnTo>
                  <a:lnTo>
                    <a:pt x="933429" y="1235571"/>
                  </a:lnTo>
                  <a:lnTo>
                    <a:pt x="933331" y="1235790"/>
                  </a:lnTo>
                  <a:lnTo>
                    <a:pt x="933281" y="1235902"/>
                  </a:lnTo>
                  <a:lnTo>
                    <a:pt x="933259" y="1235969"/>
                  </a:lnTo>
                  <a:lnTo>
                    <a:pt x="933252" y="1236028"/>
                  </a:lnTo>
                  <a:lnTo>
                    <a:pt x="933273" y="1236201"/>
                  </a:lnTo>
                  <a:lnTo>
                    <a:pt x="933306" y="1236312"/>
                  </a:lnTo>
                  <a:lnTo>
                    <a:pt x="933323" y="1236384"/>
                  </a:lnTo>
                  <a:lnTo>
                    <a:pt x="933315" y="1236516"/>
                  </a:lnTo>
                  <a:lnTo>
                    <a:pt x="933293" y="1236669"/>
                  </a:lnTo>
                  <a:lnTo>
                    <a:pt x="933246" y="1236816"/>
                  </a:lnTo>
                  <a:lnTo>
                    <a:pt x="933155" y="1237031"/>
                  </a:lnTo>
                  <a:lnTo>
                    <a:pt x="933050" y="1237256"/>
                  </a:lnTo>
                  <a:lnTo>
                    <a:pt x="932962" y="1237421"/>
                  </a:lnTo>
                  <a:lnTo>
                    <a:pt x="932887" y="1237537"/>
                  </a:lnTo>
                  <a:lnTo>
                    <a:pt x="932687" y="1237761"/>
                  </a:lnTo>
                  <a:lnTo>
                    <a:pt x="932544" y="1237880"/>
                  </a:lnTo>
                  <a:lnTo>
                    <a:pt x="932361" y="1238018"/>
                  </a:lnTo>
                  <a:lnTo>
                    <a:pt x="932151" y="1238137"/>
                  </a:lnTo>
                  <a:lnTo>
                    <a:pt x="932041" y="1238200"/>
                  </a:lnTo>
                  <a:lnTo>
                    <a:pt x="931921" y="1238228"/>
                  </a:lnTo>
                  <a:lnTo>
                    <a:pt x="931805" y="1238278"/>
                  </a:lnTo>
                  <a:lnTo>
                    <a:pt x="931715" y="1238342"/>
                  </a:lnTo>
                  <a:lnTo>
                    <a:pt x="931585" y="1238442"/>
                  </a:lnTo>
                  <a:lnTo>
                    <a:pt x="931500" y="1238533"/>
                  </a:lnTo>
                  <a:lnTo>
                    <a:pt x="931408" y="1238657"/>
                  </a:lnTo>
                  <a:lnTo>
                    <a:pt x="931293" y="1238857"/>
                  </a:lnTo>
                  <a:lnTo>
                    <a:pt x="931181" y="1239046"/>
                  </a:lnTo>
                  <a:lnTo>
                    <a:pt x="931117" y="1239146"/>
                  </a:lnTo>
                  <a:lnTo>
                    <a:pt x="931053" y="1239265"/>
                  </a:lnTo>
                  <a:lnTo>
                    <a:pt x="930951" y="1239381"/>
                  </a:lnTo>
                  <a:lnTo>
                    <a:pt x="930847" y="1239499"/>
                  </a:lnTo>
                  <a:lnTo>
                    <a:pt x="930792" y="1239572"/>
                  </a:lnTo>
                  <a:lnTo>
                    <a:pt x="930773" y="1239614"/>
                  </a:lnTo>
                  <a:lnTo>
                    <a:pt x="930700" y="1239704"/>
                  </a:lnTo>
                  <a:lnTo>
                    <a:pt x="930594" y="1239846"/>
                  </a:lnTo>
                  <a:lnTo>
                    <a:pt x="930525" y="1239957"/>
                  </a:lnTo>
                  <a:lnTo>
                    <a:pt x="930454" y="1240053"/>
                  </a:lnTo>
                  <a:lnTo>
                    <a:pt x="930362" y="1240266"/>
                  </a:lnTo>
                  <a:lnTo>
                    <a:pt x="930265" y="1240395"/>
                  </a:lnTo>
                  <a:lnTo>
                    <a:pt x="930117" y="1240580"/>
                  </a:lnTo>
                  <a:lnTo>
                    <a:pt x="930113" y="1240585"/>
                  </a:lnTo>
                  <a:lnTo>
                    <a:pt x="930041" y="1240679"/>
                  </a:lnTo>
                  <a:lnTo>
                    <a:pt x="929968" y="1240805"/>
                  </a:lnTo>
                  <a:lnTo>
                    <a:pt x="929917" y="1240930"/>
                  </a:lnTo>
                  <a:lnTo>
                    <a:pt x="929835" y="1241104"/>
                  </a:lnTo>
                  <a:lnTo>
                    <a:pt x="929766" y="1241244"/>
                  </a:lnTo>
                  <a:lnTo>
                    <a:pt x="929718" y="1241366"/>
                  </a:lnTo>
                  <a:lnTo>
                    <a:pt x="929637" y="1241547"/>
                  </a:lnTo>
                  <a:lnTo>
                    <a:pt x="929569" y="1241643"/>
                  </a:lnTo>
                  <a:lnTo>
                    <a:pt x="929501" y="1241722"/>
                  </a:lnTo>
                  <a:lnTo>
                    <a:pt x="929439" y="1241803"/>
                  </a:lnTo>
                  <a:lnTo>
                    <a:pt x="929355" y="1241897"/>
                  </a:lnTo>
                  <a:lnTo>
                    <a:pt x="929251" y="1242021"/>
                  </a:lnTo>
                  <a:lnTo>
                    <a:pt x="929136" y="1242161"/>
                  </a:lnTo>
                  <a:lnTo>
                    <a:pt x="929072" y="1242266"/>
                  </a:lnTo>
                  <a:lnTo>
                    <a:pt x="928950" y="1242454"/>
                  </a:lnTo>
                  <a:lnTo>
                    <a:pt x="928923" y="1242486"/>
                  </a:lnTo>
                  <a:lnTo>
                    <a:pt x="928897" y="1242517"/>
                  </a:lnTo>
                  <a:lnTo>
                    <a:pt x="928860" y="1242562"/>
                  </a:lnTo>
                  <a:lnTo>
                    <a:pt x="928852" y="1242571"/>
                  </a:lnTo>
                  <a:lnTo>
                    <a:pt x="928745" y="1242709"/>
                  </a:lnTo>
                  <a:lnTo>
                    <a:pt x="928671" y="1242817"/>
                  </a:lnTo>
                  <a:lnTo>
                    <a:pt x="928540" y="1242982"/>
                  </a:lnTo>
                  <a:lnTo>
                    <a:pt x="928473" y="1243052"/>
                  </a:lnTo>
                  <a:lnTo>
                    <a:pt x="928382" y="1243145"/>
                  </a:lnTo>
                  <a:lnTo>
                    <a:pt x="928216" y="1243253"/>
                  </a:lnTo>
                  <a:lnTo>
                    <a:pt x="928028" y="1243350"/>
                  </a:lnTo>
                  <a:lnTo>
                    <a:pt x="927821" y="1243465"/>
                  </a:lnTo>
                  <a:lnTo>
                    <a:pt x="927718" y="1243533"/>
                  </a:lnTo>
                  <a:lnTo>
                    <a:pt x="927635" y="1243566"/>
                  </a:lnTo>
                  <a:lnTo>
                    <a:pt x="927607" y="1243575"/>
                  </a:lnTo>
                  <a:lnTo>
                    <a:pt x="927495" y="1243611"/>
                  </a:lnTo>
                  <a:lnTo>
                    <a:pt x="927340" y="1243679"/>
                  </a:lnTo>
                  <a:lnTo>
                    <a:pt x="927181" y="1243728"/>
                  </a:lnTo>
                  <a:lnTo>
                    <a:pt x="927047" y="1243789"/>
                  </a:lnTo>
                  <a:lnTo>
                    <a:pt x="926906" y="1243872"/>
                  </a:lnTo>
                  <a:lnTo>
                    <a:pt x="926779" y="1243918"/>
                  </a:lnTo>
                  <a:lnTo>
                    <a:pt x="926567" y="1243996"/>
                  </a:lnTo>
                  <a:lnTo>
                    <a:pt x="926413" y="1244040"/>
                  </a:lnTo>
                  <a:lnTo>
                    <a:pt x="926247" y="1244069"/>
                  </a:lnTo>
                  <a:lnTo>
                    <a:pt x="926140" y="1244114"/>
                  </a:lnTo>
                  <a:lnTo>
                    <a:pt x="925989" y="1244183"/>
                  </a:lnTo>
                  <a:lnTo>
                    <a:pt x="925782" y="1244264"/>
                  </a:lnTo>
                  <a:lnTo>
                    <a:pt x="925608" y="1244351"/>
                  </a:lnTo>
                  <a:lnTo>
                    <a:pt x="925600" y="1244355"/>
                  </a:lnTo>
                  <a:lnTo>
                    <a:pt x="925452" y="1244416"/>
                  </a:lnTo>
                  <a:lnTo>
                    <a:pt x="925348" y="1244459"/>
                  </a:lnTo>
                  <a:lnTo>
                    <a:pt x="925184" y="1244553"/>
                  </a:lnTo>
                  <a:lnTo>
                    <a:pt x="925046" y="1244652"/>
                  </a:lnTo>
                  <a:lnTo>
                    <a:pt x="924784" y="1244798"/>
                  </a:lnTo>
                  <a:lnTo>
                    <a:pt x="924514" y="1244937"/>
                  </a:lnTo>
                  <a:lnTo>
                    <a:pt x="924377" y="1245032"/>
                  </a:lnTo>
                  <a:lnTo>
                    <a:pt x="924218" y="1245123"/>
                  </a:lnTo>
                  <a:lnTo>
                    <a:pt x="923994" y="1245242"/>
                  </a:lnTo>
                  <a:lnTo>
                    <a:pt x="923625" y="1245456"/>
                  </a:lnTo>
                  <a:lnTo>
                    <a:pt x="923430" y="1245588"/>
                  </a:lnTo>
                  <a:lnTo>
                    <a:pt x="923195" y="1245726"/>
                  </a:lnTo>
                  <a:lnTo>
                    <a:pt x="922789" y="1245960"/>
                  </a:lnTo>
                  <a:lnTo>
                    <a:pt x="922649" y="1246036"/>
                  </a:lnTo>
                  <a:lnTo>
                    <a:pt x="922531" y="1246086"/>
                  </a:lnTo>
                  <a:lnTo>
                    <a:pt x="922382" y="1246132"/>
                  </a:lnTo>
                  <a:lnTo>
                    <a:pt x="922161" y="1246256"/>
                  </a:lnTo>
                  <a:lnTo>
                    <a:pt x="921992" y="1246378"/>
                  </a:lnTo>
                  <a:lnTo>
                    <a:pt x="921818" y="1246467"/>
                  </a:lnTo>
                  <a:lnTo>
                    <a:pt x="921623" y="1246608"/>
                  </a:lnTo>
                  <a:lnTo>
                    <a:pt x="921532" y="1246662"/>
                  </a:lnTo>
                  <a:lnTo>
                    <a:pt x="921261" y="1246802"/>
                  </a:lnTo>
                  <a:lnTo>
                    <a:pt x="921117" y="1246861"/>
                  </a:lnTo>
                  <a:lnTo>
                    <a:pt x="920987" y="1246909"/>
                  </a:lnTo>
                  <a:lnTo>
                    <a:pt x="920725" y="1247020"/>
                  </a:lnTo>
                  <a:lnTo>
                    <a:pt x="920554" y="1247073"/>
                  </a:lnTo>
                  <a:lnTo>
                    <a:pt x="920398" y="1247101"/>
                  </a:lnTo>
                  <a:lnTo>
                    <a:pt x="920236" y="1247135"/>
                  </a:lnTo>
                  <a:lnTo>
                    <a:pt x="920120" y="1247192"/>
                  </a:lnTo>
                  <a:lnTo>
                    <a:pt x="919924" y="1247267"/>
                  </a:lnTo>
                  <a:lnTo>
                    <a:pt x="919887" y="1247283"/>
                  </a:lnTo>
                  <a:lnTo>
                    <a:pt x="919806" y="1247317"/>
                  </a:lnTo>
                  <a:lnTo>
                    <a:pt x="919714" y="1247337"/>
                  </a:lnTo>
                  <a:lnTo>
                    <a:pt x="919697" y="1247341"/>
                  </a:lnTo>
                  <a:lnTo>
                    <a:pt x="919670" y="1247346"/>
                  </a:lnTo>
                  <a:lnTo>
                    <a:pt x="919528" y="1247373"/>
                  </a:lnTo>
                  <a:lnTo>
                    <a:pt x="919357" y="1247408"/>
                  </a:lnTo>
                  <a:lnTo>
                    <a:pt x="919208" y="1247437"/>
                  </a:lnTo>
                  <a:lnTo>
                    <a:pt x="919124" y="1247439"/>
                  </a:lnTo>
                  <a:lnTo>
                    <a:pt x="919006" y="1247445"/>
                  </a:lnTo>
                  <a:lnTo>
                    <a:pt x="918898" y="1247462"/>
                  </a:lnTo>
                  <a:lnTo>
                    <a:pt x="918869" y="1247469"/>
                  </a:lnTo>
                  <a:lnTo>
                    <a:pt x="918685" y="1247513"/>
                  </a:lnTo>
                  <a:lnTo>
                    <a:pt x="918502" y="1247562"/>
                  </a:lnTo>
                  <a:lnTo>
                    <a:pt x="918363" y="1247614"/>
                  </a:lnTo>
                  <a:lnTo>
                    <a:pt x="918317" y="1247631"/>
                  </a:lnTo>
                  <a:lnTo>
                    <a:pt x="918248" y="1247670"/>
                  </a:lnTo>
                  <a:lnTo>
                    <a:pt x="918220" y="1247690"/>
                  </a:lnTo>
                  <a:lnTo>
                    <a:pt x="918208" y="1247698"/>
                  </a:lnTo>
                  <a:lnTo>
                    <a:pt x="918176" y="1247719"/>
                  </a:lnTo>
                  <a:lnTo>
                    <a:pt x="918143" y="1247727"/>
                  </a:lnTo>
                  <a:lnTo>
                    <a:pt x="918109" y="1247749"/>
                  </a:lnTo>
                  <a:lnTo>
                    <a:pt x="918073" y="1247782"/>
                  </a:lnTo>
                  <a:lnTo>
                    <a:pt x="918047" y="1247842"/>
                  </a:lnTo>
                  <a:lnTo>
                    <a:pt x="918019" y="1247928"/>
                  </a:lnTo>
                  <a:lnTo>
                    <a:pt x="918000" y="1247961"/>
                  </a:lnTo>
                  <a:lnTo>
                    <a:pt x="917967" y="1247987"/>
                  </a:lnTo>
                  <a:lnTo>
                    <a:pt x="917917" y="1248010"/>
                  </a:lnTo>
                  <a:lnTo>
                    <a:pt x="917863" y="1248034"/>
                  </a:lnTo>
                  <a:lnTo>
                    <a:pt x="917806" y="1248081"/>
                  </a:lnTo>
                  <a:lnTo>
                    <a:pt x="917627" y="1248233"/>
                  </a:lnTo>
                  <a:lnTo>
                    <a:pt x="917539" y="1248312"/>
                  </a:lnTo>
                  <a:lnTo>
                    <a:pt x="917497" y="1248350"/>
                  </a:lnTo>
                  <a:lnTo>
                    <a:pt x="917348" y="1248438"/>
                  </a:lnTo>
                  <a:lnTo>
                    <a:pt x="917299" y="1248462"/>
                  </a:lnTo>
                  <a:lnTo>
                    <a:pt x="917191" y="1248482"/>
                  </a:lnTo>
                  <a:lnTo>
                    <a:pt x="917060" y="1248500"/>
                  </a:lnTo>
                  <a:lnTo>
                    <a:pt x="916974" y="1248514"/>
                  </a:lnTo>
                  <a:lnTo>
                    <a:pt x="916897" y="1248537"/>
                  </a:lnTo>
                  <a:lnTo>
                    <a:pt x="916791" y="1248571"/>
                  </a:lnTo>
                  <a:lnTo>
                    <a:pt x="916707" y="1248596"/>
                  </a:lnTo>
                  <a:lnTo>
                    <a:pt x="916641" y="1248631"/>
                  </a:lnTo>
                  <a:lnTo>
                    <a:pt x="916583" y="1248662"/>
                  </a:lnTo>
                  <a:lnTo>
                    <a:pt x="916518" y="1248677"/>
                  </a:lnTo>
                  <a:lnTo>
                    <a:pt x="916331" y="1248716"/>
                  </a:lnTo>
                  <a:lnTo>
                    <a:pt x="916217" y="1248733"/>
                  </a:lnTo>
                  <a:lnTo>
                    <a:pt x="916115" y="1248766"/>
                  </a:lnTo>
                  <a:lnTo>
                    <a:pt x="916036" y="1248773"/>
                  </a:lnTo>
                  <a:lnTo>
                    <a:pt x="915894" y="1248768"/>
                  </a:lnTo>
                  <a:lnTo>
                    <a:pt x="915831" y="1248753"/>
                  </a:lnTo>
                  <a:lnTo>
                    <a:pt x="915789" y="1248720"/>
                  </a:lnTo>
                  <a:lnTo>
                    <a:pt x="915711" y="1248706"/>
                  </a:lnTo>
                  <a:lnTo>
                    <a:pt x="915666" y="1248704"/>
                  </a:lnTo>
                  <a:lnTo>
                    <a:pt x="915627" y="1248702"/>
                  </a:lnTo>
                  <a:lnTo>
                    <a:pt x="915582" y="1248709"/>
                  </a:lnTo>
                  <a:lnTo>
                    <a:pt x="915553" y="1248720"/>
                  </a:lnTo>
                  <a:lnTo>
                    <a:pt x="915499" y="1248762"/>
                  </a:lnTo>
                  <a:lnTo>
                    <a:pt x="915393" y="1248847"/>
                  </a:lnTo>
                  <a:lnTo>
                    <a:pt x="915305" y="1248907"/>
                  </a:lnTo>
                  <a:lnTo>
                    <a:pt x="915272" y="1248918"/>
                  </a:lnTo>
                  <a:lnTo>
                    <a:pt x="915237" y="1248921"/>
                  </a:lnTo>
                  <a:lnTo>
                    <a:pt x="915210" y="1248916"/>
                  </a:lnTo>
                  <a:lnTo>
                    <a:pt x="915150" y="1248902"/>
                  </a:lnTo>
                  <a:lnTo>
                    <a:pt x="915034" y="1248853"/>
                  </a:lnTo>
                  <a:lnTo>
                    <a:pt x="914977" y="1248833"/>
                  </a:lnTo>
                  <a:lnTo>
                    <a:pt x="914922" y="1248822"/>
                  </a:lnTo>
                  <a:lnTo>
                    <a:pt x="914885" y="1248832"/>
                  </a:lnTo>
                  <a:lnTo>
                    <a:pt x="914814" y="1248853"/>
                  </a:lnTo>
                  <a:lnTo>
                    <a:pt x="914801" y="1248865"/>
                  </a:lnTo>
                  <a:lnTo>
                    <a:pt x="914737" y="1248920"/>
                  </a:lnTo>
                  <a:lnTo>
                    <a:pt x="914699" y="1248977"/>
                  </a:lnTo>
                  <a:lnTo>
                    <a:pt x="914654" y="1249051"/>
                  </a:lnTo>
                  <a:lnTo>
                    <a:pt x="914639" y="1249114"/>
                  </a:lnTo>
                  <a:lnTo>
                    <a:pt x="914617" y="1249185"/>
                  </a:lnTo>
                  <a:lnTo>
                    <a:pt x="914611" y="1249257"/>
                  </a:lnTo>
                  <a:lnTo>
                    <a:pt x="914616" y="1249352"/>
                  </a:lnTo>
                  <a:lnTo>
                    <a:pt x="914618" y="1249420"/>
                  </a:lnTo>
                  <a:lnTo>
                    <a:pt x="914609" y="1249471"/>
                  </a:lnTo>
                  <a:lnTo>
                    <a:pt x="914585" y="1249520"/>
                  </a:lnTo>
                  <a:lnTo>
                    <a:pt x="914558" y="1249558"/>
                  </a:lnTo>
                  <a:lnTo>
                    <a:pt x="914500" y="1249594"/>
                  </a:lnTo>
                  <a:lnTo>
                    <a:pt x="914444" y="1249615"/>
                  </a:lnTo>
                  <a:lnTo>
                    <a:pt x="914293" y="1249638"/>
                  </a:lnTo>
                  <a:lnTo>
                    <a:pt x="914174" y="1249667"/>
                  </a:lnTo>
                  <a:lnTo>
                    <a:pt x="914128" y="1249690"/>
                  </a:lnTo>
                  <a:lnTo>
                    <a:pt x="914079" y="1249740"/>
                  </a:lnTo>
                  <a:lnTo>
                    <a:pt x="914034" y="1249777"/>
                  </a:lnTo>
                  <a:lnTo>
                    <a:pt x="913980" y="1249818"/>
                  </a:lnTo>
                  <a:lnTo>
                    <a:pt x="913925" y="1249831"/>
                  </a:lnTo>
                  <a:lnTo>
                    <a:pt x="913901" y="1249832"/>
                  </a:lnTo>
                  <a:lnTo>
                    <a:pt x="913798" y="1249817"/>
                  </a:lnTo>
                  <a:lnTo>
                    <a:pt x="913702" y="1249787"/>
                  </a:lnTo>
                  <a:lnTo>
                    <a:pt x="913615" y="1249770"/>
                  </a:lnTo>
                  <a:lnTo>
                    <a:pt x="913485" y="1249744"/>
                  </a:lnTo>
                  <a:lnTo>
                    <a:pt x="913375" y="1249743"/>
                  </a:lnTo>
                  <a:lnTo>
                    <a:pt x="913049" y="1249716"/>
                  </a:lnTo>
                  <a:lnTo>
                    <a:pt x="912913" y="1249715"/>
                  </a:lnTo>
                  <a:lnTo>
                    <a:pt x="912844" y="1249700"/>
                  </a:lnTo>
                  <a:lnTo>
                    <a:pt x="912764" y="1249691"/>
                  </a:lnTo>
                  <a:lnTo>
                    <a:pt x="912657" y="1249682"/>
                  </a:lnTo>
                  <a:lnTo>
                    <a:pt x="912569" y="1249663"/>
                  </a:lnTo>
                  <a:lnTo>
                    <a:pt x="912496" y="1249642"/>
                  </a:lnTo>
                  <a:lnTo>
                    <a:pt x="912409" y="1249611"/>
                  </a:lnTo>
                  <a:lnTo>
                    <a:pt x="912353" y="1249585"/>
                  </a:lnTo>
                  <a:lnTo>
                    <a:pt x="912208" y="1249538"/>
                  </a:lnTo>
                  <a:lnTo>
                    <a:pt x="912106" y="1249521"/>
                  </a:lnTo>
                  <a:lnTo>
                    <a:pt x="912013" y="1249502"/>
                  </a:lnTo>
                  <a:lnTo>
                    <a:pt x="911867" y="1249491"/>
                  </a:lnTo>
                  <a:lnTo>
                    <a:pt x="911786" y="1249488"/>
                  </a:lnTo>
                  <a:lnTo>
                    <a:pt x="911651" y="1249498"/>
                  </a:lnTo>
                  <a:lnTo>
                    <a:pt x="911481" y="1249499"/>
                  </a:lnTo>
                  <a:lnTo>
                    <a:pt x="911343" y="1249498"/>
                  </a:lnTo>
                  <a:lnTo>
                    <a:pt x="911153" y="1249501"/>
                  </a:lnTo>
                  <a:lnTo>
                    <a:pt x="911043" y="1249504"/>
                  </a:lnTo>
                  <a:lnTo>
                    <a:pt x="910968" y="1249504"/>
                  </a:lnTo>
                  <a:lnTo>
                    <a:pt x="910850" y="1249489"/>
                  </a:lnTo>
                  <a:lnTo>
                    <a:pt x="910733" y="1249485"/>
                  </a:lnTo>
                  <a:lnTo>
                    <a:pt x="910677" y="1249481"/>
                  </a:lnTo>
                  <a:lnTo>
                    <a:pt x="910599" y="1249486"/>
                  </a:lnTo>
                  <a:lnTo>
                    <a:pt x="910552" y="1249497"/>
                  </a:lnTo>
                  <a:lnTo>
                    <a:pt x="910543" y="1249500"/>
                  </a:lnTo>
                  <a:lnTo>
                    <a:pt x="910524" y="1249508"/>
                  </a:lnTo>
                  <a:lnTo>
                    <a:pt x="910486" y="1249548"/>
                  </a:lnTo>
                  <a:lnTo>
                    <a:pt x="910443" y="1249626"/>
                  </a:lnTo>
                  <a:lnTo>
                    <a:pt x="910412" y="1249684"/>
                  </a:lnTo>
                  <a:lnTo>
                    <a:pt x="910371" y="1249739"/>
                  </a:lnTo>
                  <a:lnTo>
                    <a:pt x="910325" y="1249781"/>
                  </a:lnTo>
                  <a:lnTo>
                    <a:pt x="910279" y="1249809"/>
                  </a:lnTo>
                  <a:lnTo>
                    <a:pt x="910255" y="1249823"/>
                  </a:lnTo>
                  <a:lnTo>
                    <a:pt x="910219" y="1249845"/>
                  </a:lnTo>
                  <a:lnTo>
                    <a:pt x="910172" y="1249861"/>
                  </a:lnTo>
                  <a:lnTo>
                    <a:pt x="910112" y="1249872"/>
                  </a:lnTo>
                  <a:lnTo>
                    <a:pt x="910024" y="1249870"/>
                  </a:lnTo>
                  <a:lnTo>
                    <a:pt x="909901" y="1249854"/>
                  </a:lnTo>
                  <a:lnTo>
                    <a:pt x="909835" y="1249837"/>
                  </a:lnTo>
                  <a:lnTo>
                    <a:pt x="909783" y="1249829"/>
                  </a:lnTo>
                  <a:lnTo>
                    <a:pt x="909742" y="1249830"/>
                  </a:lnTo>
                  <a:lnTo>
                    <a:pt x="909690" y="1249838"/>
                  </a:lnTo>
                  <a:lnTo>
                    <a:pt x="909614" y="1249850"/>
                  </a:lnTo>
                  <a:lnTo>
                    <a:pt x="909565" y="1249862"/>
                  </a:lnTo>
                  <a:lnTo>
                    <a:pt x="909481" y="1249887"/>
                  </a:lnTo>
                  <a:lnTo>
                    <a:pt x="909375" y="1249912"/>
                  </a:lnTo>
                  <a:lnTo>
                    <a:pt x="909294" y="1249932"/>
                  </a:lnTo>
                  <a:lnTo>
                    <a:pt x="909192" y="1249968"/>
                  </a:lnTo>
                  <a:lnTo>
                    <a:pt x="909133" y="1249992"/>
                  </a:lnTo>
                  <a:lnTo>
                    <a:pt x="909071" y="1250036"/>
                  </a:lnTo>
                  <a:lnTo>
                    <a:pt x="909019" y="1250092"/>
                  </a:lnTo>
                  <a:lnTo>
                    <a:pt x="908956" y="1250140"/>
                  </a:lnTo>
                  <a:lnTo>
                    <a:pt x="908892" y="1250189"/>
                  </a:lnTo>
                  <a:lnTo>
                    <a:pt x="908798" y="1250230"/>
                  </a:lnTo>
                  <a:lnTo>
                    <a:pt x="908719" y="1250265"/>
                  </a:lnTo>
                  <a:lnTo>
                    <a:pt x="908694" y="1250271"/>
                  </a:lnTo>
                  <a:lnTo>
                    <a:pt x="908662" y="1250265"/>
                  </a:lnTo>
                  <a:lnTo>
                    <a:pt x="908586" y="1250239"/>
                  </a:lnTo>
                  <a:lnTo>
                    <a:pt x="908454" y="1250198"/>
                  </a:lnTo>
                  <a:lnTo>
                    <a:pt x="908360" y="1250155"/>
                  </a:lnTo>
                  <a:lnTo>
                    <a:pt x="908229" y="1250075"/>
                  </a:lnTo>
                  <a:lnTo>
                    <a:pt x="908113" y="1250007"/>
                  </a:lnTo>
                  <a:lnTo>
                    <a:pt x="907979" y="1249950"/>
                  </a:lnTo>
                  <a:lnTo>
                    <a:pt x="907899" y="1249915"/>
                  </a:lnTo>
                  <a:lnTo>
                    <a:pt x="907824" y="1249903"/>
                  </a:lnTo>
                  <a:lnTo>
                    <a:pt x="907763" y="1249903"/>
                  </a:lnTo>
                  <a:lnTo>
                    <a:pt x="907693" y="1249902"/>
                  </a:lnTo>
                  <a:lnTo>
                    <a:pt x="907626" y="1249906"/>
                  </a:lnTo>
                  <a:lnTo>
                    <a:pt x="907603" y="1249905"/>
                  </a:lnTo>
                  <a:lnTo>
                    <a:pt x="907598" y="1249904"/>
                  </a:lnTo>
                  <a:lnTo>
                    <a:pt x="907543" y="1249844"/>
                  </a:lnTo>
                  <a:lnTo>
                    <a:pt x="907536" y="1249837"/>
                  </a:lnTo>
                  <a:lnTo>
                    <a:pt x="907517" y="1249801"/>
                  </a:lnTo>
                  <a:lnTo>
                    <a:pt x="907498" y="1249779"/>
                  </a:lnTo>
                  <a:lnTo>
                    <a:pt x="907481" y="1249759"/>
                  </a:lnTo>
                  <a:lnTo>
                    <a:pt x="907461" y="1249710"/>
                  </a:lnTo>
                  <a:lnTo>
                    <a:pt x="907446" y="1249665"/>
                  </a:lnTo>
                  <a:lnTo>
                    <a:pt x="907448" y="1249585"/>
                  </a:lnTo>
                  <a:lnTo>
                    <a:pt x="907469" y="1249487"/>
                  </a:lnTo>
                  <a:lnTo>
                    <a:pt x="907498" y="1249415"/>
                  </a:lnTo>
                  <a:lnTo>
                    <a:pt x="907512" y="1249383"/>
                  </a:lnTo>
                  <a:lnTo>
                    <a:pt x="907543" y="1249328"/>
                  </a:lnTo>
                  <a:lnTo>
                    <a:pt x="907590" y="1249243"/>
                  </a:lnTo>
                  <a:lnTo>
                    <a:pt x="907607" y="1249181"/>
                  </a:lnTo>
                  <a:lnTo>
                    <a:pt x="907608" y="1249101"/>
                  </a:lnTo>
                  <a:lnTo>
                    <a:pt x="907588" y="1249065"/>
                  </a:lnTo>
                  <a:lnTo>
                    <a:pt x="907557" y="1249033"/>
                  </a:lnTo>
                  <a:lnTo>
                    <a:pt x="907543" y="1249028"/>
                  </a:lnTo>
                  <a:lnTo>
                    <a:pt x="907498" y="1249014"/>
                  </a:lnTo>
                  <a:lnTo>
                    <a:pt x="907470" y="1249006"/>
                  </a:lnTo>
                  <a:lnTo>
                    <a:pt x="907332" y="1248970"/>
                  </a:lnTo>
                  <a:lnTo>
                    <a:pt x="907201" y="1248964"/>
                  </a:lnTo>
                  <a:lnTo>
                    <a:pt x="906921" y="1248937"/>
                  </a:lnTo>
                  <a:lnTo>
                    <a:pt x="906834" y="1248922"/>
                  </a:lnTo>
                  <a:lnTo>
                    <a:pt x="906652" y="1248893"/>
                  </a:lnTo>
                  <a:lnTo>
                    <a:pt x="906583" y="1248891"/>
                  </a:lnTo>
                  <a:lnTo>
                    <a:pt x="906495" y="1248897"/>
                  </a:lnTo>
                  <a:lnTo>
                    <a:pt x="906302" y="1248869"/>
                  </a:lnTo>
                  <a:lnTo>
                    <a:pt x="906173" y="1248859"/>
                  </a:lnTo>
                  <a:lnTo>
                    <a:pt x="906039" y="1248845"/>
                  </a:lnTo>
                  <a:lnTo>
                    <a:pt x="905974" y="1248844"/>
                  </a:lnTo>
                  <a:lnTo>
                    <a:pt x="905905" y="1248849"/>
                  </a:lnTo>
                  <a:lnTo>
                    <a:pt x="905835" y="1248866"/>
                  </a:lnTo>
                  <a:lnTo>
                    <a:pt x="905603" y="1248942"/>
                  </a:lnTo>
                  <a:lnTo>
                    <a:pt x="905514" y="1248977"/>
                  </a:lnTo>
                  <a:lnTo>
                    <a:pt x="905429" y="1249024"/>
                  </a:lnTo>
                  <a:lnTo>
                    <a:pt x="905347" y="1249093"/>
                  </a:lnTo>
                  <a:lnTo>
                    <a:pt x="905256" y="1249158"/>
                  </a:lnTo>
                  <a:lnTo>
                    <a:pt x="905165" y="1249225"/>
                  </a:lnTo>
                  <a:lnTo>
                    <a:pt x="905005" y="1249325"/>
                  </a:lnTo>
                  <a:lnTo>
                    <a:pt x="904919" y="1249372"/>
                  </a:lnTo>
                  <a:lnTo>
                    <a:pt x="904870" y="1249409"/>
                  </a:lnTo>
                  <a:lnTo>
                    <a:pt x="904838" y="1249446"/>
                  </a:lnTo>
                  <a:lnTo>
                    <a:pt x="904829" y="1249479"/>
                  </a:lnTo>
                  <a:lnTo>
                    <a:pt x="904823" y="1249551"/>
                  </a:lnTo>
                  <a:lnTo>
                    <a:pt x="904829" y="1249613"/>
                  </a:lnTo>
                  <a:lnTo>
                    <a:pt x="904887" y="1249707"/>
                  </a:lnTo>
                  <a:lnTo>
                    <a:pt x="904907" y="1249771"/>
                  </a:lnTo>
                  <a:lnTo>
                    <a:pt x="904905" y="1249819"/>
                  </a:lnTo>
                  <a:lnTo>
                    <a:pt x="904871" y="1249923"/>
                  </a:lnTo>
                  <a:lnTo>
                    <a:pt x="904822" y="1250046"/>
                  </a:lnTo>
                  <a:lnTo>
                    <a:pt x="904769" y="1250153"/>
                  </a:lnTo>
                  <a:lnTo>
                    <a:pt x="904641" y="1250300"/>
                  </a:lnTo>
                  <a:lnTo>
                    <a:pt x="904567" y="1250349"/>
                  </a:lnTo>
                  <a:lnTo>
                    <a:pt x="904553" y="1250353"/>
                  </a:lnTo>
                  <a:lnTo>
                    <a:pt x="904492" y="1250374"/>
                  </a:lnTo>
                  <a:lnTo>
                    <a:pt x="904446" y="1250371"/>
                  </a:lnTo>
                  <a:lnTo>
                    <a:pt x="904393" y="1250353"/>
                  </a:lnTo>
                  <a:lnTo>
                    <a:pt x="904306" y="1250289"/>
                  </a:lnTo>
                  <a:lnTo>
                    <a:pt x="904232" y="1250265"/>
                  </a:lnTo>
                  <a:lnTo>
                    <a:pt x="904192" y="1250259"/>
                  </a:lnTo>
                  <a:lnTo>
                    <a:pt x="904151" y="1250262"/>
                  </a:lnTo>
                  <a:lnTo>
                    <a:pt x="904102" y="1250279"/>
                  </a:lnTo>
                  <a:lnTo>
                    <a:pt x="904082" y="1250288"/>
                  </a:lnTo>
                  <a:lnTo>
                    <a:pt x="904030" y="1250310"/>
                  </a:lnTo>
                  <a:lnTo>
                    <a:pt x="903965" y="1250373"/>
                  </a:lnTo>
                  <a:lnTo>
                    <a:pt x="903908" y="1250440"/>
                  </a:lnTo>
                  <a:lnTo>
                    <a:pt x="903853" y="1250493"/>
                  </a:lnTo>
                  <a:lnTo>
                    <a:pt x="903816" y="1250521"/>
                  </a:lnTo>
                  <a:lnTo>
                    <a:pt x="903725" y="1250546"/>
                  </a:lnTo>
                  <a:lnTo>
                    <a:pt x="903631" y="1250561"/>
                  </a:lnTo>
                  <a:lnTo>
                    <a:pt x="903559" y="1250561"/>
                  </a:lnTo>
                  <a:lnTo>
                    <a:pt x="903453" y="1250555"/>
                  </a:lnTo>
                  <a:lnTo>
                    <a:pt x="903331" y="1250547"/>
                  </a:lnTo>
                  <a:lnTo>
                    <a:pt x="903268" y="1250540"/>
                  </a:lnTo>
                  <a:lnTo>
                    <a:pt x="903117" y="1250526"/>
                  </a:lnTo>
                  <a:lnTo>
                    <a:pt x="903045" y="1250523"/>
                  </a:lnTo>
                  <a:lnTo>
                    <a:pt x="903013" y="1250527"/>
                  </a:lnTo>
                  <a:lnTo>
                    <a:pt x="902959" y="1250550"/>
                  </a:lnTo>
                  <a:lnTo>
                    <a:pt x="902902" y="1250588"/>
                  </a:lnTo>
                  <a:lnTo>
                    <a:pt x="902821" y="1250650"/>
                  </a:lnTo>
                  <a:lnTo>
                    <a:pt x="902750" y="1250714"/>
                  </a:lnTo>
                  <a:lnTo>
                    <a:pt x="902696" y="1250742"/>
                  </a:lnTo>
                  <a:lnTo>
                    <a:pt x="902647" y="1250758"/>
                  </a:lnTo>
                  <a:lnTo>
                    <a:pt x="902581" y="1250768"/>
                  </a:lnTo>
                  <a:lnTo>
                    <a:pt x="902494" y="1250763"/>
                  </a:lnTo>
                  <a:lnTo>
                    <a:pt x="902434" y="1250745"/>
                  </a:lnTo>
                  <a:lnTo>
                    <a:pt x="902339" y="1250737"/>
                  </a:lnTo>
                  <a:lnTo>
                    <a:pt x="902258" y="1250725"/>
                  </a:lnTo>
                  <a:lnTo>
                    <a:pt x="902194" y="1250723"/>
                  </a:lnTo>
                  <a:lnTo>
                    <a:pt x="902149" y="1250734"/>
                  </a:lnTo>
                  <a:lnTo>
                    <a:pt x="902094" y="1250768"/>
                  </a:lnTo>
                  <a:lnTo>
                    <a:pt x="902032" y="1250822"/>
                  </a:lnTo>
                  <a:lnTo>
                    <a:pt x="901935" y="1250912"/>
                  </a:lnTo>
                  <a:lnTo>
                    <a:pt x="901749" y="1251040"/>
                  </a:lnTo>
                  <a:lnTo>
                    <a:pt x="901644" y="1251118"/>
                  </a:lnTo>
                  <a:lnTo>
                    <a:pt x="901453" y="1251246"/>
                  </a:lnTo>
                  <a:lnTo>
                    <a:pt x="901345" y="1251310"/>
                  </a:lnTo>
                  <a:lnTo>
                    <a:pt x="901268" y="1251343"/>
                  </a:lnTo>
                  <a:lnTo>
                    <a:pt x="901143" y="1251400"/>
                  </a:lnTo>
                  <a:lnTo>
                    <a:pt x="901075" y="1251417"/>
                  </a:lnTo>
                  <a:lnTo>
                    <a:pt x="900972" y="1251445"/>
                  </a:lnTo>
                  <a:lnTo>
                    <a:pt x="900927" y="1251456"/>
                  </a:lnTo>
                  <a:lnTo>
                    <a:pt x="900791" y="1251464"/>
                  </a:lnTo>
                  <a:lnTo>
                    <a:pt x="900692" y="1251459"/>
                  </a:lnTo>
                  <a:lnTo>
                    <a:pt x="900622" y="1251459"/>
                  </a:lnTo>
                  <a:lnTo>
                    <a:pt x="900456" y="1251458"/>
                  </a:lnTo>
                  <a:lnTo>
                    <a:pt x="900394" y="1251464"/>
                  </a:lnTo>
                  <a:lnTo>
                    <a:pt x="900362" y="1251475"/>
                  </a:lnTo>
                  <a:lnTo>
                    <a:pt x="900293" y="1251511"/>
                  </a:lnTo>
                  <a:lnTo>
                    <a:pt x="900253" y="1251562"/>
                  </a:lnTo>
                  <a:lnTo>
                    <a:pt x="900176" y="1251688"/>
                  </a:lnTo>
                  <a:lnTo>
                    <a:pt x="900090" y="1251879"/>
                  </a:lnTo>
                  <a:lnTo>
                    <a:pt x="900054" y="1251947"/>
                  </a:lnTo>
                  <a:lnTo>
                    <a:pt x="899979" y="1252061"/>
                  </a:lnTo>
                  <a:lnTo>
                    <a:pt x="899911" y="1252129"/>
                  </a:lnTo>
                  <a:lnTo>
                    <a:pt x="899815" y="1252204"/>
                  </a:lnTo>
                  <a:lnTo>
                    <a:pt x="899738" y="1252252"/>
                  </a:lnTo>
                  <a:lnTo>
                    <a:pt x="899505" y="1252420"/>
                  </a:lnTo>
                  <a:lnTo>
                    <a:pt x="899392" y="1252484"/>
                  </a:lnTo>
                  <a:lnTo>
                    <a:pt x="899245" y="1252559"/>
                  </a:lnTo>
                  <a:lnTo>
                    <a:pt x="899141" y="1252587"/>
                  </a:lnTo>
                  <a:lnTo>
                    <a:pt x="899062" y="1252604"/>
                  </a:lnTo>
                  <a:lnTo>
                    <a:pt x="898941" y="1252640"/>
                  </a:lnTo>
                  <a:lnTo>
                    <a:pt x="898828" y="1252697"/>
                  </a:lnTo>
                  <a:lnTo>
                    <a:pt x="898783" y="1252722"/>
                  </a:lnTo>
                  <a:lnTo>
                    <a:pt x="898591" y="1252820"/>
                  </a:lnTo>
                  <a:lnTo>
                    <a:pt x="898562" y="1252832"/>
                  </a:lnTo>
                  <a:lnTo>
                    <a:pt x="898505" y="1252854"/>
                  </a:lnTo>
                  <a:lnTo>
                    <a:pt x="898445" y="1252887"/>
                  </a:lnTo>
                  <a:lnTo>
                    <a:pt x="898390" y="1252917"/>
                  </a:lnTo>
                  <a:lnTo>
                    <a:pt x="898368" y="1252929"/>
                  </a:lnTo>
                  <a:lnTo>
                    <a:pt x="898276" y="1252980"/>
                  </a:lnTo>
                  <a:lnTo>
                    <a:pt x="898195" y="1253025"/>
                  </a:lnTo>
                  <a:lnTo>
                    <a:pt x="898132" y="1253048"/>
                  </a:lnTo>
                  <a:lnTo>
                    <a:pt x="898010" y="1253116"/>
                  </a:lnTo>
                  <a:lnTo>
                    <a:pt x="897918" y="1253148"/>
                  </a:lnTo>
                  <a:lnTo>
                    <a:pt x="897835" y="1253165"/>
                  </a:lnTo>
                  <a:lnTo>
                    <a:pt x="897773" y="1253173"/>
                  </a:lnTo>
                  <a:lnTo>
                    <a:pt x="897583" y="1253185"/>
                  </a:lnTo>
                  <a:lnTo>
                    <a:pt x="897471" y="1253196"/>
                  </a:lnTo>
                  <a:lnTo>
                    <a:pt x="897193" y="1253209"/>
                  </a:lnTo>
                  <a:lnTo>
                    <a:pt x="897037" y="1253225"/>
                  </a:lnTo>
                  <a:lnTo>
                    <a:pt x="896943" y="1253235"/>
                  </a:lnTo>
                  <a:lnTo>
                    <a:pt x="896865" y="1253250"/>
                  </a:lnTo>
                  <a:lnTo>
                    <a:pt x="896819" y="1253256"/>
                  </a:lnTo>
                  <a:lnTo>
                    <a:pt x="896813" y="1253257"/>
                  </a:lnTo>
                  <a:lnTo>
                    <a:pt x="896716" y="1253250"/>
                  </a:lnTo>
                  <a:lnTo>
                    <a:pt x="896637" y="1253246"/>
                  </a:lnTo>
                  <a:lnTo>
                    <a:pt x="896588" y="1253250"/>
                  </a:lnTo>
                  <a:lnTo>
                    <a:pt x="896489" y="1253256"/>
                  </a:lnTo>
                  <a:lnTo>
                    <a:pt x="896348" y="1253296"/>
                  </a:lnTo>
                  <a:lnTo>
                    <a:pt x="896173" y="1253337"/>
                  </a:lnTo>
                  <a:lnTo>
                    <a:pt x="896036" y="1253381"/>
                  </a:lnTo>
                  <a:lnTo>
                    <a:pt x="895873" y="1253418"/>
                  </a:lnTo>
                  <a:lnTo>
                    <a:pt x="895793" y="1253422"/>
                  </a:lnTo>
                  <a:lnTo>
                    <a:pt x="895761" y="1253432"/>
                  </a:lnTo>
                  <a:lnTo>
                    <a:pt x="895733" y="1253452"/>
                  </a:lnTo>
                  <a:lnTo>
                    <a:pt x="895719" y="1253480"/>
                  </a:lnTo>
                  <a:lnTo>
                    <a:pt x="895722" y="1253525"/>
                  </a:lnTo>
                  <a:lnTo>
                    <a:pt x="895760" y="1253637"/>
                  </a:lnTo>
                  <a:lnTo>
                    <a:pt x="895788" y="1253742"/>
                  </a:lnTo>
                  <a:lnTo>
                    <a:pt x="895822" y="1253941"/>
                  </a:lnTo>
                  <a:lnTo>
                    <a:pt x="895872" y="1254114"/>
                  </a:lnTo>
                  <a:lnTo>
                    <a:pt x="895883" y="1254220"/>
                  </a:lnTo>
                  <a:lnTo>
                    <a:pt x="895887" y="1254287"/>
                  </a:lnTo>
                  <a:lnTo>
                    <a:pt x="895868" y="1254432"/>
                  </a:lnTo>
                  <a:lnTo>
                    <a:pt x="895842" y="1254568"/>
                  </a:lnTo>
                  <a:lnTo>
                    <a:pt x="895795" y="1254679"/>
                  </a:lnTo>
                  <a:lnTo>
                    <a:pt x="895749" y="1254753"/>
                  </a:lnTo>
                  <a:lnTo>
                    <a:pt x="895698" y="1254801"/>
                  </a:lnTo>
                  <a:lnTo>
                    <a:pt x="895661" y="1254828"/>
                  </a:lnTo>
                  <a:lnTo>
                    <a:pt x="895591" y="1254858"/>
                  </a:lnTo>
                  <a:lnTo>
                    <a:pt x="895368" y="1254964"/>
                  </a:lnTo>
                  <a:lnTo>
                    <a:pt x="895216" y="1255036"/>
                  </a:lnTo>
                  <a:lnTo>
                    <a:pt x="894996" y="1255110"/>
                  </a:lnTo>
                  <a:lnTo>
                    <a:pt x="894867" y="1255170"/>
                  </a:lnTo>
                  <a:lnTo>
                    <a:pt x="894682" y="1255230"/>
                  </a:lnTo>
                  <a:lnTo>
                    <a:pt x="894577" y="1255260"/>
                  </a:lnTo>
                  <a:lnTo>
                    <a:pt x="894463" y="1255280"/>
                  </a:lnTo>
                  <a:lnTo>
                    <a:pt x="894406" y="1255298"/>
                  </a:lnTo>
                  <a:lnTo>
                    <a:pt x="894350" y="1255331"/>
                  </a:lnTo>
                  <a:lnTo>
                    <a:pt x="894328" y="1255353"/>
                  </a:lnTo>
                  <a:lnTo>
                    <a:pt x="894318" y="1255378"/>
                  </a:lnTo>
                  <a:lnTo>
                    <a:pt x="894307" y="1255417"/>
                  </a:lnTo>
                  <a:lnTo>
                    <a:pt x="894304" y="1255429"/>
                  </a:lnTo>
                  <a:lnTo>
                    <a:pt x="894276" y="1255554"/>
                  </a:lnTo>
                  <a:lnTo>
                    <a:pt x="894218" y="1255699"/>
                  </a:lnTo>
                  <a:lnTo>
                    <a:pt x="894168" y="1255795"/>
                  </a:lnTo>
                  <a:lnTo>
                    <a:pt x="894104" y="1255893"/>
                  </a:lnTo>
                  <a:lnTo>
                    <a:pt x="893995" y="1256021"/>
                  </a:lnTo>
                  <a:lnTo>
                    <a:pt x="893955" y="1256082"/>
                  </a:lnTo>
                  <a:lnTo>
                    <a:pt x="893869" y="1256249"/>
                  </a:lnTo>
                  <a:lnTo>
                    <a:pt x="893807" y="1256333"/>
                  </a:lnTo>
                  <a:lnTo>
                    <a:pt x="893702" y="1256469"/>
                  </a:lnTo>
                  <a:lnTo>
                    <a:pt x="893544" y="1256636"/>
                  </a:lnTo>
                  <a:lnTo>
                    <a:pt x="893457" y="1256713"/>
                  </a:lnTo>
                  <a:lnTo>
                    <a:pt x="893448" y="1256722"/>
                  </a:lnTo>
                  <a:lnTo>
                    <a:pt x="893282" y="1256887"/>
                  </a:lnTo>
                  <a:lnTo>
                    <a:pt x="893201" y="1256995"/>
                  </a:lnTo>
                  <a:lnTo>
                    <a:pt x="893102" y="1257120"/>
                  </a:lnTo>
                  <a:lnTo>
                    <a:pt x="893004" y="1257250"/>
                  </a:lnTo>
                  <a:lnTo>
                    <a:pt x="892934" y="1257339"/>
                  </a:lnTo>
                  <a:lnTo>
                    <a:pt x="892809" y="1257486"/>
                  </a:lnTo>
                  <a:lnTo>
                    <a:pt x="892708" y="1257598"/>
                  </a:lnTo>
                  <a:lnTo>
                    <a:pt x="892598" y="1257682"/>
                  </a:lnTo>
                  <a:lnTo>
                    <a:pt x="892318" y="1257856"/>
                  </a:lnTo>
                  <a:lnTo>
                    <a:pt x="892226" y="1257917"/>
                  </a:lnTo>
                  <a:lnTo>
                    <a:pt x="892124" y="1257987"/>
                  </a:lnTo>
                  <a:lnTo>
                    <a:pt x="892040" y="1258040"/>
                  </a:lnTo>
                  <a:lnTo>
                    <a:pt x="891942" y="1258072"/>
                  </a:lnTo>
                  <a:lnTo>
                    <a:pt x="891751" y="1258133"/>
                  </a:lnTo>
                  <a:lnTo>
                    <a:pt x="891617" y="1258169"/>
                  </a:lnTo>
                  <a:lnTo>
                    <a:pt x="891462" y="1258200"/>
                  </a:lnTo>
                  <a:lnTo>
                    <a:pt x="891328" y="1258229"/>
                  </a:lnTo>
                  <a:lnTo>
                    <a:pt x="891027" y="1258326"/>
                  </a:lnTo>
                  <a:lnTo>
                    <a:pt x="890787" y="1258402"/>
                  </a:lnTo>
                  <a:lnTo>
                    <a:pt x="890610" y="1258445"/>
                  </a:lnTo>
                  <a:lnTo>
                    <a:pt x="890143" y="1258604"/>
                  </a:lnTo>
                  <a:lnTo>
                    <a:pt x="889985" y="1258670"/>
                  </a:lnTo>
                  <a:lnTo>
                    <a:pt x="889862" y="1258734"/>
                  </a:lnTo>
                  <a:lnTo>
                    <a:pt x="889658" y="1258827"/>
                  </a:lnTo>
                  <a:lnTo>
                    <a:pt x="889460" y="1258896"/>
                  </a:lnTo>
                  <a:lnTo>
                    <a:pt x="889308" y="1258954"/>
                  </a:lnTo>
                  <a:lnTo>
                    <a:pt x="888965" y="1259073"/>
                  </a:lnTo>
                  <a:lnTo>
                    <a:pt x="888895" y="1259098"/>
                  </a:lnTo>
                  <a:lnTo>
                    <a:pt x="888646" y="1259222"/>
                  </a:lnTo>
                  <a:lnTo>
                    <a:pt x="888066" y="1259506"/>
                  </a:lnTo>
                  <a:lnTo>
                    <a:pt x="887736" y="1259675"/>
                  </a:lnTo>
                  <a:lnTo>
                    <a:pt x="887522" y="1259798"/>
                  </a:lnTo>
                  <a:lnTo>
                    <a:pt x="887350" y="1259948"/>
                  </a:lnTo>
                  <a:lnTo>
                    <a:pt x="887229" y="1260070"/>
                  </a:lnTo>
                  <a:lnTo>
                    <a:pt x="886922" y="1260373"/>
                  </a:lnTo>
                  <a:lnTo>
                    <a:pt x="886817" y="1260503"/>
                  </a:lnTo>
                  <a:lnTo>
                    <a:pt x="886713" y="1260621"/>
                  </a:lnTo>
                  <a:lnTo>
                    <a:pt x="886606" y="1260741"/>
                  </a:lnTo>
                  <a:lnTo>
                    <a:pt x="886551" y="1260778"/>
                  </a:lnTo>
                  <a:lnTo>
                    <a:pt x="886543" y="1260784"/>
                  </a:lnTo>
                  <a:lnTo>
                    <a:pt x="886495" y="1260815"/>
                  </a:lnTo>
                  <a:lnTo>
                    <a:pt x="886425" y="1260862"/>
                  </a:lnTo>
                  <a:lnTo>
                    <a:pt x="886328" y="1260931"/>
                  </a:lnTo>
                  <a:lnTo>
                    <a:pt x="886325" y="1260927"/>
                  </a:lnTo>
                  <a:lnTo>
                    <a:pt x="886236" y="1261007"/>
                  </a:lnTo>
                  <a:lnTo>
                    <a:pt x="886188" y="1261063"/>
                  </a:lnTo>
                  <a:lnTo>
                    <a:pt x="886144" y="1261113"/>
                  </a:lnTo>
                  <a:lnTo>
                    <a:pt x="886117" y="1261145"/>
                  </a:lnTo>
                  <a:lnTo>
                    <a:pt x="886027" y="1261230"/>
                  </a:lnTo>
                  <a:lnTo>
                    <a:pt x="885959" y="1261308"/>
                  </a:lnTo>
                  <a:lnTo>
                    <a:pt x="885863" y="1261362"/>
                  </a:lnTo>
                  <a:lnTo>
                    <a:pt x="885760" y="1261470"/>
                  </a:lnTo>
                  <a:lnTo>
                    <a:pt x="885585" y="1261651"/>
                  </a:lnTo>
                  <a:lnTo>
                    <a:pt x="885469" y="1261740"/>
                  </a:lnTo>
                  <a:lnTo>
                    <a:pt x="885361" y="1261787"/>
                  </a:lnTo>
                  <a:lnTo>
                    <a:pt x="885176" y="1261820"/>
                  </a:lnTo>
                  <a:lnTo>
                    <a:pt x="884957" y="1261902"/>
                  </a:lnTo>
                  <a:lnTo>
                    <a:pt x="884812" y="1261968"/>
                  </a:lnTo>
                  <a:lnTo>
                    <a:pt x="884781" y="1261984"/>
                  </a:lnTo>
                  <a:lnTo>
                    <a:pt x="884677" y="1262039"/>
                  </a:lnTo>
                  <a:lnTo>
                    <a:pt x="884544" y="1262136"/>
                  </a:lnTo>
                  <a:lnTo>
                    <a:pt x="884356" y="1262298"/>
                  </a:lnTo>
                  <a:lnTo>
                    <a:pt x="884292" y="1262368"/>
                  </a:lnTo>
                  <a:lnTo>
                    <a:pt x="884119" y="1262555"/>
                  </a:lnTo>
                  <a:lnTo>
                    <a:pt x="884016" y="1262656"/>
                  </a:lnTo>
                  <a:lnTo>
                    <a:pt x="883929" y="1262742"/>
                  </a:lnTo>
                  <a:lnTo>
                    <a:pt x="883729" y="1262982"/>
                  </a:lnTo>
                  <a:lnTo>
                    <a:pt x="883579" y="1263149"/>
                  </a:lnTo>
                  <a:lnTo>
                    <a:pt x="883441" y="1263308"/>
                  </a:lnTo>
                  <a:lnTo>
                    <a:pt x="883269" y="1263497"/>
                  </a:lnTo>
                  <a:lnTo>
                    <a:pt x="883260" y="1263507"/>
                  </a:lnTo>
                  <a:lnTo>
                    <a:pt x="883209" y="1263563"/>
                  </a:lnTo>
                  <a:lnTo>
                    <a:pt x="883074" y="1263703"/>
                  </a:lnTo>
                  <a:lnTo>
                    <a:pt x="882963" y="1263838"/>
                  </a:lnTo>
                  <a:lnTo>
                    <a:pt x="882673" y="1264135"/>
                  </a:lnTo>
                  <a:lnTo>
                    <a:pt x="882540" y="1264248"/>
                  </a:lnTo>
                  <a:lnTo>
                    <a:pt x="882402" y="1264420"/>
                  </a:lnTo>
                  <a:lnTo>
                    <a:pt x="882108" y="1264783"/>
                  </a:lnTo>
                  <a:lnTo>
                    <a:pt x="881987" y="1264901"/>
                  </a:lnTo>
                  <a:lnTo>
                    <a:pt x="881850" y="1265008"/>
                  </a:lnTo>
                  <a:lnTo>
                    <a:pt x="881532" y="1265287"/>
                  </a:lnTo>
                  <a:lnTo>
                    <a:pt x="881405" y="1265409"/>
                  </a:lnTo>
                  <a:lnTo>
                    <a:pt x="881264" y="1265543"/>
                  </a:lnTo>
                  <a:lnTo>
                    <a:pt x="880963" y="1265737"/>
                  </a:lnTo>
                  <a:lnTo>
                    <a:pt x="880814" y="1265837"/>
                  </a:lnTo>
                  <a:lnTo>
                    <a:pt x="880617" y="1265956"/>
                  </a:lnTo>
                  <a:lnTo>
                    <a:pt x="880330" y="1266153"/>
                  </a:lnTo>
                  <a:lnTo>
                    <a:pt x="880189" y="1266303"/>
                  </a:lnTo>
                  <a:lnTo>
                    <a:pt x="879976" y="1266505"/>
                  </a:lnTo>
                  <a:lnTo>
                    <a:pt x="879744" y="1266722"/>
                  </a:lnTo>
                  <a:lnTo>
                    <a:pt x="879637" y="1266836"/>
                  </a:lnTo>
                  <a:lnTo>
                    <a:pt x="879533" y="1266932"/>
                  </a:lnTo>
                  <a:lnTo>
                    <a:pt x="879468" y="1267012"/>
                  </a:lnTo>
                  <a:lnTo>
                    <a:pt x="879290" y="1267269"/>
                  </a:lnTo>
                  <a:lnTo>
                    <a:pt x="879110" y="1267467"/>
                  </a:lnTo>
                  <a:lnTo>
                    <a:pt x="878993" y="1267589"/>
                  </a:lnTo>
                  <a:lnTo>
                    <a:pt x="878684" y="1267865"/>
                  </a:lnTo>
                  <a:lnTo>
                    <a:pt x="878516" y="1268008"/>
                  </a:lnTo>
                  <a:lnTo>
                    <a:pt x="878241" y="1268328"/>
                  </a:lnTo>
                  <a:lnTo>
                    <a:pt x="878126" y="1268470"/>
                  </a:lnTo>
                  <a:lnTo>
                    <a:pt x="878065" y="1268546"/>
                  </a:lnTo>
                  <a:lnTo>
                    <a:pt x="877993" y="1268633"/>
                  </a:lnTo>
                  <a:lnTo>
                    <a:pt x="877973" y="1268657"/>
                  </a:lnTo>
                  <a:lnTo>
                    <a:pt x="877769" y="1268907"/>
                  </a:lnTo>
                  <a:lnTo>
                    <a:pt x="877648" y="1269050"/>
                  </a:lnTo>
                  <a:lnTo>
                    <a:pt x="877369" y="1269370"/>
                  </a:lnTo>
                  <a:lnTo>
                    <a:pt x="877327" y="1269430"/>
                  </a:lnTo>
                  <a:lnTo>
                    <a:pt x="877239" y="1269558"/>
                  </a:lnTo>
                  <a:lnTo>
                    <a:pt x="876944" y="1269896"/>
                  </a:lnTo>
                  <a:lnTo>
                    <a:pt x="876772" y="1270088"/>
                  </a:lnTo>
                  <a:lnTo>
                    <a:pt x="876674" y="1270190"/>
                  </a:lnTo>
                  <a:lnTo>
                    <a:pt x="876372" y="1270487"/>
                  </a:lnTo>
                  <a:lnTo>
                    <a:pt x="876179" y="1270658"/>
                  </a:lnTo>
                  <a:lnTo>
                    <a:pt x="875887" y="1271021"/>
                  </a:lnTo>
                  <a:lnTo>
                    <a:pt x="875750" y="1271211"/>
                  </a:lnTo>
                  <a:lnTo>
                    <a:pt x="875647" y="1271350"/>
                  </a:lnTo>
                  <a:lnTo>
                    <a:pt x="875620" y="1271399"/>
                  </a:lnTo>
                  <a:lnTo>
                    <a:pt x="875616" y="1271406"/>
                  </a:lnTo>
                  <a:lnTo>
                    <a:pt x="875553" y="1271484"/>
                  </a:lnTo>
                  <a:lnTo>
                    <a:pt x="875536" y="1271502"/>
                  </a:lnTo>
                  <a:lnTo>
                    <a:pt x="875501" y="1271537"/>
                  </a:lnTo>
                  <a:lnTo>
                    <a:pt x="875472" y="1271581"/>
                  </a:lnTo>
                  <a:lnTo>
                    <a:pt x="875467" y="1271588"/>
                  </a:lnTo>
                  <a:lnTo>
                    <a:pt x="875454" y="1271608"/>
                  </a:lnTo>
                  <a:lnTo>
                    <a:pt x="875403" y="1271653"/>
                  </a:lnTo>
                  <a:lnTo>
                    <a:pt x="875362" y="1271701"/>
                  </a:lnTo>
                  <a:lnTo>
                    <a:pt x="875325" y="1271745"/>
                  </a:lnTo>
                  <a:lnTo>
                    <a:pt x="875183" y="1271917"/>
                  </a:lnTo>
                  <a:lnTo>
                    <a:pt x="875032" y="1272093"/>
                  </a:lnTo>
                  <a:lnTo>
                    <a:pt x="874881" y="1272250"/>
                  </a:lnTo>
                  <a:lnTo>
                    <a:pt x="874811" y="1272338"/>
                  </a:lnTo>
                  <a:lnTo>
                    <a:pt x="874712" y="1272486"/>
                  </a:lnTo>
                  <a:lnTo>
                    <a:pt x="874544" y="1272715"/>
                  </a:lnTo>
                  <a:lnTo>
                    <a:pt x="874453" y="1272850"/>
                  </a:lnTo>
                  <a:lnTo>
                    <a:pt x="874265" y="1273131"/>
                  </a:lnTo>
                  <a:lnTo>
                    <a:pt x="874177" y="1273259"/>
                  </a:lnTo>
                  <a:lnTo>
                    <a:pt x="874011" y="1273478"/>
                  </a:lnTo>
                  <a:lnTo>
                    <a:pt x="873937" y="1273562"/>
                  </a:lnTo>
                  <a:lnTo>
                    <a:pt x="873720" y="1273819"/>
                  </a:lnTo>
                  <a:lnTo>
                    <a:pt x="873618" y="1273920"/>
                  </a:lnTo>
                  <a:lnTo>
                    <a:pt x="873234" y="1274298"/>
                  </a:lnTo>
                  <a:lnTo>
                    <a:pt x="873089" y="1274445"/>
                  </a:lnTo>
                  <a:lnTo>
                    <a:pt x="872949" y="1274560"/>
                  </a:lnTo>
                  <a:lnTo>
                    <a:pt x="872628" y="1274921"/>
                  </a:lnTo>
                  <a:lnTo>
                    <a:pt x="872497" y="1275043"/>
                  </a:lnTo>
                  <a:lnTo>
                    <a:pt x="872353" y="1275205"/>
                  </a:lnTo>
                  <a:lnTo>
                    <a:pt x="872106" y="1275466"/>
                  </a:lnTo>
                  <a:lnTo>
                    <a:pt x="871989" y="1275611"/>
                  </a:lnTo>
                  <a:lnTo>
                    <a:pt x="871848" y="1275801"/>
                  </a:lnTo>
                  <a:lnTo>
                    <a:pt x="871515" y="1276219"/>
                  </a:lnTo>
                  <a:lnTo>
                    <a:pt x="871384" y="1276411"/>
                  </a:lnTo>
                  <a:lnTo>
                    <a:pt x="871284" y="1276574"/>
                  </a:lnTo>
                  <a:lnTo>
                    <a:pt x="870999" y="1276967"/>
                  </a:lnTo>
                  <a:lnTo>
                    <a:pt x="870899" y="1277089"/>
                  </a:lnTo>
                  <a:lnTo>
                    <a:pt x="870766" y="1277293"/>
                  </a:lnTo>
                  <a:lnTo>
                    <a:pt x="870481" y="1277626"/>
                  </a:lnTo>
                  <a:lnTo>
                    <a:pt x="870329" y="1277826"/>
                  </a:lnTo>
                  <a:lnTo>
                    <a:pt x="870198" y="1277986"/>
                  </a:lnTo>
                  <a:lnTo>
                    <a:pt x="869934" y="1278325"/>
                  </a:lnTo>
                  <a:lnTo>
                    <a:pt x="869820" y="1278510"/>
                  </a:lnTo>
                  <a:lnTo>
                    <a:pt x="869702" y="1278707"/>
                  </a:lnTo>
                  <a:lnTo>
                    <a:pt x="869435" y="1279107"/>
                  </a:lnTo>
                  <a:lnTo>
                    <a:pt x="869333" y="1279239"/>
                  </a:lnTo>
                  <a:lnTo>
                    <a:pt x="869200" y="1279422"/>
                  </a:lnTo>
                  <a:lnTo>
                    <a:pt x="869076" y="1279620"/>
                  </a:lnTo>
                  <a:lnTo>
                    <a:pt x="869055" y="1279658"/>
                  </a:lnTo>
                  <a:lnTo>
                    <a:pt x="869049" y="1279668"/>
                  </a:lnTo>
                  <a:lnTo>
                    <a:pt x="869046" y="1279673"/>
                  </a:lnTo>
                  <a:lnTo>
                    <a:pt x="868878" y="1279965"/>
                  </a:lnTo>
                  <a:lnTo>
                    <a:pt x="868744" y="1280255"/>
                  </a:lnTo>
                  <a:lnTo>
                    <a:pt x="868696" y="1280394"/>
                  </a:lnTo>
                  <a:lnTo>
                    <a:pt x="868638" y="1280720"/>
                  </a:lnTo>
                  <a:lnTo>
                    <a:pt x="868619" y="1280895"/>
                  </a:lnTo>
                  <a:lnTo>
                    <a:pt x="868625" y="1281009"/>
                  </a:lnTo>
                  <a:lnTo>
                    <a:pt x="868666" y="1281159"/>
                  </a:lnTo>
                  <a:lnTo>
                    <a:pt x="868772" y="1281423"/>
                  </a:lnTo>
                  <a:lnTo>
                    <a:pt x="868874" y="1281633"/>
                  </a:lnTo>
                  <a:lnTo>
                    <a:pt x="868924" y="1281742"/>
                  </a:lnTo>
                  <a:lnTo>
                    <a:pt x="868937" y="1281827"/>
                  </a:lnTo>
                  <a:lnTo>
                    <a:pt x="868941" y="1281908"/>
                  </a:lnTo>
                  <a:lnTo>
                    <a:pt x="868946" y="1282237"/>
                  </a:lnTo>
                  <a:lnTo>
                    <a:pt x="868937" y="1282547"/>
                  </a:lnTo>
                  <a:lnTo>
                    <a:pt x="868899" y="1282912"/>
                  </a:lnTo>
                  <a:lnTo>
                    <a:pt x="868899" y="1283285"/>
                  </a:lnTo>
                  <a:lnTo>
                    <a:pt x="868856" y="1283643"/>
                  </a:lnTo>
                  <a:lnTo>
                    <a:pt x="868832" y="1283902"/>
                  </a:lnTo>
                  <a:lnTo>
                    <a:pt x="868734" y="1284422"/>
                  </a:lnTo>
                  <a:lnTo>
                    <a:pt x="868681" y="1284722"/>
                  </a:lnTo>
                  <a:lnTo>
                    <a:pt x="868550" y="1285252"/>
                  </a:lnTo>
                  <a:lnTo>
                    <a:pt x="868479" y="1285529"/>
                  </a:lnTo>
                  <a:lnTo>
                    <a:pt x="868323" y="1285964"/>
                  </a:lnTo>
                  <a:lnTo>
                    <a:pt x="868260" y="1286089"/>
                  </a:lnTo>
                  <a:lnTo>
                    <a:pt x="868219" y="1286157"/>
                  </a:lnTo>
                  <a:lnTo>
                    <a:pt x="868115" y="1286289"/>
                  </a:lnTo>
                  <a:lnTo>
                    <a:pt x="867942" y="1286456"/>
                  </a:lnTo>
                  <a:lnTo>
                    <a:pt x="867809" y="1286540"/>
                  </a:lnTo>
                  <a:lnTo>
                    <a:pt x="867616" y="1286629"/>
                  </a:lnTo>
                  <a:lnTo>
                    <a:pt x="867244" y="1286744"/>
                  </a:lnTo>
                  <a:lnTo>
                    <a:pt x="867033" y="1286781"/>
                  </a:lnTo>
                  <a:lnTo>
                    <a:pt x="866666" y="1286844"/>
                  </a:lnTo>
                  <a:lnTo>
                    <a:pt x="866444" y="1286879"/>
                  </a:lnTo>
                  <a:lnTo>
                    <a:pt x="866299" y="1286903"/>
                  </a:lnTo>
                  <a:lnTo>
                    <a:pt x="865853" y="1286967"/>
                  </a:lnTo>
                  <a:lnTo>
                    <a:pt x="865651" y="1286996"/>
                  </a:lnTo>
                  <a:lnTo>
                    <a:pt x="865252" y="1287067"/>
                  </a:lnTo>
                  <a:lnTo>
                    <a:pt x="864981" y="1287113"/>
                  </a:lnTo>
                  <a:lnTo>
                    <a:pt x="864791" y="1287152"/>
                  </a:lnTo>
                  <a:lnTo>
                    <a:pt x="864448" y="1287223"/>
                  </a:lnTo>
                  <a:lnTo>
                    <a:pt x="863881" y="1287359"/>
                  </a:lnTo>
                  <a:lnTo>
                    <a:pt x="863657" y="1287435"/>
                  </a:lnTo>
                  <a:lnTo>
                    <a:pt x="863343" y="1287571"/>
                  </a:lnTo>
                  <a:lnTo>
                    <a:pt x="863245" y="1287638"/>
                  </a:lnTo>
                  <a:lnTo>
                    <a:pt x="863153" y="1287739"/>
                  </a:lnTo>
                  <a:lnTo>
                    <a:pt x="863145" y="1287748"/>
                  </a:lnTo>
                  <a:lnTo>
                    <a:pt x="863058" y="1287816"/>
                  </a:lnTo>
                  <a:lnTo>
                    <a:pt x="862863" y="1287952"/>
                  </a:lnTo>
                  <a:lnTo>
                    <a:pt x="862699" y="1288063"/>
                  </a:lnTo>
                  <a:lnTo>
                    <a:pt x="862650" y="1288106"/>
                  </a:lnTo>
                  <a:lnTo>
                    <a:pt x="862546" y="1288174"/>
                  </a:lnTo>
                  <a:lnTo>
                    <a:pt x="862468" y="1288213"/>
                  </a:lnTo>
                  <a:lnTo>
                    <a:pt x="862397" y="1288257"/>
                  </a:lnTo>
                  <a:lnTo>
                    <a:pt x="862343" y="1288304"/>
                  </a:lnTo>
                  <a:lnTo>
                    <a:pt x="862240" y="1288384"/>
                  </a:lnTo>
                  <a:lnTo>
                    <a:pt x="862167" y="1288443"/>
                  </a:lnTo>
                  <a:lnTo>
                    <a:pt x="862014" y="1288529"/>
                  </a:lnTo>
                  <a:lnTo>
                    <a:pt x="861844" y="1288627"/>
                  </a:lnTo>
                  <a:lnTo>
                    <a:pt x="861721" y="1288712"/>
                  </a:lnTo>
                  <a:lnTo>
                    <a:pt x="861638" y="1288752"/>
                  </a:lnTo>
                  <a:lnTo>
                    <a:pt x="861594" y="1288782"/>
                  </a:lnTo>
                  <a:lnTo>
                    <a:pt x="861394" y="1288896"/>
                  </a:lnTo>
                  <a:lnTo>
                    <a:pt x="861264" y="1288979"/>
                  </a:lnTo>
                  <a:lnTo>
                    <a:pt x="861113" y="1289059"/>
                  </a:lnTo>
                  <a:lnTo>
                    <a:pt x="860964" y="1289132"/>
                  </a:lnTo>
                  <a:lnTo>
                    <a:pt x="860812" y="1289235"/>
                  </a:lnTo>
                  <a:lnTo>
                    <a:pt x="860647" y="1289331"/>
                  </a:lnTo>
                  <a:lnTo>
                    <a:pt x="860538" y="1289377"/>
                  </a:lnTo>
                  <a:lnTo>
                    <a:pt x="860342" y="1289446"/>
                  </a:lnTo>
                  <a:lnTo>
                    <a:pt x="860147" y="1289524"/>
                  </a:lnTo>
                  <a:lnTo>
                    <a:pt x="860003" y="1289584"/>
                  </a:lnTo>
                  <a:lnTo>
                    <a:pt x="859859" y="1289641"/>
                  </a:lnTo>
                  <a:lnTo>
                    <a:pt x="859698" y="1289713"/>
                  </a:lnTo>
                  <a:lnTo>
                    <a:pt x="859398" y="1289843"/>
                  </a:lnTo>
                  <a:lnTo>
                    <a:pt x="859218" y="1289921"/>
                  </a:lnTo>
                  <a:lnTo>
                    <a:pt x="859090" y="1289981"/>
                  </a:lnTo>
                  <a:lnTo>
                    <a:pt x="858836" y="1290085"/>
                  </a:lnTo>
                  <a:lnTo>
                    <a:pt x="858737" y="1290121"/>
                  </a:lnTo>
                  <a:lnTo>
                    <a:pt x="858561" y="1290171"/>
                  </a:lnTo>
                  <a:lnTo>
                    <a:pt x="858407" y="1290215"/>
                  </a:lnTo>
                  <a:lnTo>
                    <a:pt x="858097" y="1290279"/>
                  </a:lnTo>
                  <a:lnTo>
                    <a:pt x="857979" y="1290305"/>
                  </a:lnTo>
                  <a:lnTo>
                    <a:pt x="857803" y="1290363"/>
                  </a:lnTo>
                  <a:lnTo>
                    <a:pt x="857727" y="1290384"/>
                  </a:lnTo>
                  <a:lnTo>
                    <a:pt x="857420" y="1290447"/>
                  </a:lnTo>
                  <a:lnTo>
                    <a:pt x="857247" y="1290479"/>
                  </a:lnTo>
                  <a:lnTo>
                    <a:pt x="857070" y="1290508"/>
                  </a:lnTo>
                  <a:lnTo>
                    <a:pt x="856647" y="1290573"/>
                  </a:lnTo>
                  <a:lnTo>
                    <a:pt x="856497" y="1290594"/>
                  </a:lnTo>
                  <a:lnTo>
                    <a:pt x="856364" y="1290616"/>
                  </a:lnTo>
                  <a:lnTo>
                    <a:pt x="856090" y="1290689"/>
                  </a:lnTo>
                  <a:lnTo>
                    <a:pt x="855969" y="1290725"/>
                  </a:lnTo>
                  <a:lnTo>
                    <a:pt x="855810" y="1290764"/>
                  </a:lnTo>
                  <a:lnTo>
                    <a:pt x="855674" y="1290794"/>
                  </a:lnTo>
                  <a:lnTo>
                    <a:pt x="855600" y="1290799"/>
                  </a:lnTo>
                  <a:lnTo>
                    <a:pt x="855313" y="1290850"/>
                  </a:lnTo>
                  <a:lnTo>
                    <a:pt x="855143" y="1290863"/>
                  </a:lnTo>
                  <a:lnTo>
                    <a:pt x="855007" y="1290874"/>
                  </a:lnTo>
                  <a:lnTo>
                    <a:pt x="854895" y="1290873"/>
                  </a:lnTo>
                  <a:lnTo>
                    <a:pt x="854699" y="1290885"/>
                  </a:lnTo>
                  <a:lnTo>
                    <a:pt x="854571" y="1290906"/>
                  </a:lnTo>
                  <a:lnTo>
                    <a:pt x="854417" y="1290937"/>
                  </a:lnTo>
                  <a:lnTo>
                    <a:pt x="854277" y="1290958"/>
                  </a:lnTo>
                  <a:lnTo>
                    <a:pt x="854183" y="1290966"/>
                  </a:lnTo>
                  <a:lnTo>
                    <a:pt x="854157" y="1290967"/>
                  </a:lnTo>
                  <a:lnTo>
                    <a:pt x="854113" y="1290968"/>
                  </a:lnTo>
                  <a:lnTo>
                    <a:pt x="854059" y="1290993"/>
                  </a:lnTo>
                  <a:lnTo>
                    <a:pt x="853937" y="1291032"/>
                  </a:lnTo>
                  <a:lnTo>
                    <a:pt x="853705" y="1291093"/>
                  </a:lnTo>
                  <a:lnTo>
                    <a:pt x="853692" y="1291092"/>
                  </a:lnTo>
                  <a:lnTo>
                    <a:pt x="853655" y="1291102"/>
                  </a:lnTo>
                  <a:lnTo>
                    <a:pt x="853590" y="1291118"/>
                  </a:lnTo>
                  <a:lnTo>
                    <a:pt x="853393" y="1291130"/>
                  </a:lnTo>
                  <a:lnTo>
                    <a:pt x="853240" y="1291131"/>
                  </a:lnTo>
                  <a:lnTo>
                    <a:pt x="853124" y="1291135"/>
                  </a:lnTo>
                  <a:lnTo>
                    <a:pt x="853004" y="1291146"/>
                  </a:lnTo>
                  <a:lnTo>
                    <a:pt x="852785" y="1291181"/>
                  </a:lnTo>
                  <a:lnTo>
                    <a:pt x="852612" y="1291205"/>
                  </a:lnTo>
                  <a:lnTo>
                    <a:pt x="852478" y="1291218"/>
                  </a:lnTo>
                  <a:lnTo>
                    <a:pt x="852328" y="1291242"/>
                  </a:lnTo>
                  <a:lnTo>
                    <a:pt x="852234" y="1291268"/>
                  </a:lnTo>
                  <a:lnTo>
                    <a:pt x="851981" y="1291275"/>
                  </a:lnTo>
                  <a:lnTo>
                    <a:pt x="851829" y="1291271"/>
                  </a:lnTo>
                  <a:lnTo>
                    <a:pt x="851661" y="1291272"/>
                  </a:lnTo>
                  <a:lnTo>
                    <a:pt x="851490" y="1291265"/>
                  </a:lnTo>
                  <a:lnTo>
                    <a:pt x="851361" y="1291271"/>
                  </a:lnTo>
                  <a:lnTo>
                    <a:pt x="851080" y="1291293"/>
                  </a:lnTo>
                  <a:lnTo>
                    <a:pt x="850940" y="1291308"/>
                  </a:lnTo>
                  <a:lnTo>
                    <a:pt x="850824" y="1291340"/>
                  </a:lnTo>
                  <a:lnTo>
                    <a:pt x="850756" y="1291351"/>
                  </a:lnTo>
                  <a:lnTo>
                    <a:pt x="850619" y="1291351"/>
                  </a:lnTo>
                  <a:lnTo>
                    <a:pt x="850454" y="1291336"/>
                  </a:lnTo>
                  <a:lnTo>
                    <a:pt x="850311" y="1291327"/>
                  </a:lnTo>
                  <a:lnTo>
                    <a:pt x="850091" y="1291300"/>
                  </a:lnTo>
                  <a:lnTo>
                    <a:pt x="849908" y="1291283"/>
                  </a:lnTo>
                  <a:lnTo>
                    <a:pt x="849719" y="1291266"/>
                  </a:lnTo>
                  <a:lnTo>
                    <a:pt x="849388" y="1291237"/>
                  </a:lnTo>
                  <a:lnTo>
                    <a:pt x="849212" y="1291225"/>
                  </a:lnTo>
                  <a:lnTo>
                    <a:pt x="848996" y="1291218"/>
                  </a:lnTo>
                  <a:lnTo>
                    <a:pt x="848638" y="1291220"/>
                  </a:lnTo>
                  <a:lnTo>
                    <a:pt x="848439" y="1291218"/>
                  </a:lnTo>
                  <a:lnTo>
                    <a:pt x="848128" y="1291240"/>
                  </a:lnTo>
                  <a:lnTo>
                    <a:pt x="847920" y="1291259"/>
                  </a:lnTo>
                  <a:lnTo>
                    <a:pt x="847770" y="1291273"/>
                  </a:lnTo>
                  <a:lnTo>
                    <a:pt x="847400" y="1291305"/>
                  </a:lnTo>
                  <a:lnTo>
                    <a:pt x="847184" y="1291341"/>
                  </a:lnTo>
                  <a:lnTo>
                    <a:pt x="846953" y="1291379"/>
                  </a:lnTo>
                  <a:lnTo>
                    <a:pt x="846700" y="1291430"/>
                  </a:lnTo>
                  <a:lnTo>
                    <a:pt x="846570" y="1291449"/>
                  </a:lnTo>
                  <a:lnTo>
                    <a:pt x="846414" y="1291476"/>
                  </a:lnTo>
                  <a:lnTo>
                    <a:pt x="846280" y="1291499"/>
                  </a:lnTo>
                  <a:lnTo>
                    <a:pt x="846001" y="1291530"/>
                  </a:lnTo>
                  <a:lnTo>
                    <a:pt x="845867" y="1291555"/>
                  </a:lnTo>
                  <a:lnTo>
                    <a:pt x="845734" y="1291578"/>
                  </a:lnTo>
                  <a:lnTo>
                    <a:pt x="845589" y="1291602"/>
                  </a:lnTo>
                  <a:lnTo>
                    <a:pt x="845337" y="1291635"/>
                  </a:lnTo>
                  <a:lnTo>
                    <a:pt x="845116" y="1291667"/>
                  </a:lnTo>
                  <a:lnTo>
                    <a:pt x="844957" y="1291678"/>
                  </a:lnTo>
                  <a:lnTo>
                    <a:pt x="844831" y="1291683"/>
                  </a:lnTo>
                  <a:lnTo>
                    <a:pt x="844519" y="1291725"/>
                  </a:lnTo>
                  <a:lnTo>
                    <a:pt x="844338" y="1291742"/>
                  </a:lnTo>
                  <a:lnTo>
                    <a:pt x="844211" y="1291752"/>
                  </a:lnTo>
                  <a:lnTo>
                    <a:pt x="843937" y="1291769"/>
                  </a:lnTo>
                  <a:lnTo>
                    <a:pt x="843748" y="1291779"/>
                  </a:lnTo>
                  <a:lnTo>
                    <a:pt x="843604" y="1291802"/>
                  </a:lnTo>
                  <a:lnTo>
                    <a:pt x="843479" y="1291824"/>
                  </a:lnTo>
                  <a:lnTo>
                    <a:pt x="843436" y="1291832"/>
                  </a:lnTo>
                  <a:lnTo>
                    <a:pt x="843365" y="1291845"/>
                  </a:lnTo>
                  <a:lnTo>
                    <a:pt x="843220" y="1291873"/>
                  </a:lnTo>
                  <a:lnTo>
                    <a:pt x="843035" y="1291907"/>
                  </a:lnTo>
                  <a:lnTo>
                    <a:pt x="842626" y="1291975"/>
                  </a:lnTo>
                  <a:lnTo>
                    <a:pt x="842413" y="1292003"/>
                  </a:lnTo>
                  <a:lnTo>
                    <a:pt x="842289" y="1292035"/>
                  </a:lnTo>
                  <a:lnTo>
                    <a:pt x="841976" y="1292115"/>
                  </a:lnTo>
                  <a:lnTo>
                    <a:pt x="841813" y="1292141"/>
                  </a:lnTo>
                  <a:lnTo>
                    <a:pt x="841655" y="1292172"/>
                  </a:lnTo>
                  <a:lnTo>
                    <a:pt x="841243" y="1292242"/>
                  </a:lnTo>
                  <a:lnTo>
                    <a:pt x="841084" y="1292268"/>
                  </a:lnTo>
                  <a:lnTo>
                    <a:pt x="840874" y="1292299"/>
                  </a:lnTo>
                  <a:lnTo>
                    <a:pt x="840574" y="1292338"/>
                  </a:lnTo>
                  <a:lnTo>
                    <a:pt x="840457" y="1292366"/>
                  </a:lnTo>
                  <a:lnTo>
                    <a:pt x="840333" y="1292400"/>
                  </a:lnTo>
                  <a:lnTo>
                    <a:pt x="840019" y="1292447"/>
                  </a:lnTo>
                  <a:lnTo>
                    <a:pt x="839831" y="1292470"/>
                  </a:lnTo>
                  <a:lnTo>
                    <a:pt x="839739" y="1292470"/>
                  </a:lnTo>
                  <a:lnTo>
                    <a:pt x="839612" y="1292484"/>
                  </a:lnTo>
                  <a:lnTo>
                    <a:pt x="839365" y="1292533"/>
                  </a:lnTo>
                  <a:lnTo>
                    <a:pt x="839178" y="1292581"/>
                  </a:lnTo>
                  <a:lnTo>
                    <a:pt x="838999" y="1292622"/>
                  </a:lnTo>
                  <a:lnTo>
                    <a:pt x="838736" y="1292677"/>
                  </a:lnTo>
                  <a:lnTo>
                    <a:pt x="838563" y="1292697"/>
                  </a:lnTo>
                  <a:lnTo>
                    <a:pt x="838452" y="1292700"/>
                  </a:lnTo>
                  <a:lnTo>
                    <a:pt x="838331" y="1292706"/>
                  </a:lnTo>
                  <a:lnTo>
                    <a:pt x="837970" y="1292737"/>
                  </a:lnTo>
                  <a:lnTo>
                    <a:pt x="837762" y="1292773"/>
                  </a:lnTo>
                  <a:lnTo>
                    <a:pt x="837571" y="1292822"/>
                  </a:lnTo>
                  <a:lnTo>
                    <a:pt x="837278" y="1292883"/>
                  </a:lnTo>
                  <a:lnTo>
                    <a:pt x="837116" y="1292907"/>
                  </a:lnTo>
                  <a:lnTo>
                    <a:pt x="837021" y="1292923"/>
                  </a:lnTo>
                  <a:lnTo>
                    <a:pt x="836692" y="1292995"/>
                  </a:lnTo>
                  <a:lnTo>
                    <a:pt x="836590" y="1293020"/>
                  </a:lnTo>
                  <a:lnTo>
                    <a:pt x="836381" y="1293049"/>
                  </a:lnTo>
                  <a:lnTo>
                    <a:pt x="836047" y="1293103"/>
                  </a:lnTo>
                  <a:lnTo>
                    <a:pt x="835872" y="1293116"/>
                  </a:lnTo>
                  <a:lnTo>
                    <a:pt x="835721" y="1293124"/>
                  </a:lnTo>
                  <a:lnTo>
                    <a:pt x="835330" y="1293126"/>
                  </a:lnTo>
                  <a:lnTo>
                    <a:pt x="835232" y="1293119"/>
                  </a:lnTo>
                  <a:lnTo>
                    <a:pt x="835011" y="1293070"/>
                  </a:lnTo>
                  <a:lnTo>
                    <a:pt x="834718" y="1292957"/>
                  </a:lnTo>
                  <a:lnTo>
                    <a:pt x="834469" y="1292855"/>
                  </a:lnTo>
                  <a:lnTo>
                    <a:pt x="834034" y="1292669"/>
                  </a:lnTo>
                  <a:lnTo>
                    <a:pt x="833845" y="1292597"/>
                  </a:lnTo>
                  <a:lnTo>
                    <a:pt x="833521" y="1292459"/>
                  </a:lnTo>
                  <a:lnTo>
                    <a:pt x="833355" y="1292400"/>
                  </a:lnTo>
                  <a:lnTo>
                    <a:pt x="833127" y="1292321"/>
                  </a:lnTo>
                  <a:lnTo>
                    <a:pt x="832976" y="1292265"/>
                  </a:lnTo>
                  <a:lnTo>
                    <a:pt x="832822" y="1292193"/>
                  </a:lnTo>
                  <a:lnTo>
                    <a:pt x="832802" y="1292182"/>
                  </a:lnTo>
                  <a:lnTo>
                    <a:pt x="832759" y="1292157"/>
                  </a:lnTo>
                  <a:lnTo>
                    <a:pt x="832684" y="1292140"/>
                  </a:lnTo>
                  <a:lnTo>
                    <a:pt x="832501" y="1292068"/>
                  </a:lnTo>
                  <a:lnTo>
                    <a:pt x="832260" y="1291972"/>
                  </a:lnTo>
                  <a:lnTo>
                    <a:pt x="832162" y="1291941"/>
                  </a:lnTo>
                  <a:lnTo>
                    <a:pt x="832090" y="1291912"/>
                  </a:lnTo>
                  <a:lnTo>
                    <a:pt x="831984" y="1291883"/>
                  </a:lnTo>
                  <a:lnTo>
                    <a:pt x="831794" y="1291829"/>
                  </a:lnTo>
                  <a:lnTo>
                    <a:pt x="831393" y="1291724"/>
                  </a:lnTo>
                  <a:lnTo>
                    <a:pt x="831235" y="1291688"/>
                  </a:lnTo>
                  <a:lnTo>
                    <a:pt x="831119" y="1291671"/>
                  </a:lnTo>
                  <a:lnTo>
                    <a:pt x="831040" y="1291653"/>
                  </a:lnTo>
                  <a:lnTo>
                    <a:pt x="830946" y="1291644"/>
                  </a:lnTo>
                  <a:lnTo>
                    <a:pt x="830768" y="1291641"/>
                  </a:lnTo>
                  <a:lnTo>
                    <a:pt x="830530" y="1291634"/>
                  </a:lnTo>
                  <a:lnTo>
                    <a:pt x="830382" y="1291627"/>
                  </a:lnTo>
                  <a:lnTo>
                    <a:pt x="830078" y="1291567"/>
                  </a:lnTo>
                  <a:lnTo>
                    <a:pt x="829840" y="1291541"/>
                  </a:lnTo>
                  <a:lnTo>
                    <a:pt x="829574" y="1291496"/>
                  </a:lnTo>
                  <a:lnTo>
                    <a:pt x="829337" y="1291465"/>
                  </a:lnTo>
                  <a:lnTo>
                    <a:pt x="829165" y="1291439"/>
                  </a:lnTo>
                  <a:lnTo>
                    <a:pt x="828921" y="1291395"/>
                  </a:lnTo>
                  <a:lnTo>
                    <a:pt x="828746" y="1291373"/>
                  </a:lnTo>
                  <a:lnTo>
                    <a:pt x="828630" y="1291364"/>
                  </a:lnTo>
                  <a:lnTo>
                    <a:pt x="828494" y="1291362"/>
                  </a:lnTo>
                  <a:lnTo>
                    <a:pt x="828248" y="1291362"/>
                  </a:lnTo>
                  <a:lnTo>
                    <a:pt x="828020" y="1291358"/>
                  </a:lnTo>
                  <a:lnTo>
                    <a:pt x="827840" y="1291355"/>
                  </a:lnTo>
                  <a:lnTo>
                    <a:pt x="827557" y="1291396"/>
                  </a:lnTo>
                  <a:lnTo>
                    <a:pt x="827399" y="1291419"/>
                  </a:lnTo>
                  <a:lnTo>
                    <a:pt x="827195" y="1291481"/>
                  </a:lnTo>
                  <a:lnTo>
                    <a:pt x="826934" y="1291548"/>
                  </a:lnTo>
                  <a:lnTo>
                    <a:pt x="826769" y="1291616"/>
                  </a:lnTo>
                  <a:lnTo>
                    <a:pt x="826619" y="1291690"/>
                  </a:lnTo>
                  <a:lnTo>
                    <a:pt x="826524" y="1291725"/>
                  </a:lnTo>
                  <a:lnTo>
                    <a:pt x="826290" y="1291811"/>
                  </a:lnTo>
                  <a:lnTo>
                    <a:pt x="826096" y="1291865"/>
                  </a:lnTo>
                  <a:lnTo>
                    <a:pt x="825916" y="1291922"/>
                  </a:lnTo>
                  <a:lnTo>
                    <a:pt x="825790" y="1291959"/>
                  </a:lnTo>
                  <a:lnTo>
                    <a:pt x="825609" y="1292026"/>
                  </a:lnTo>
                  <a:lnTo>
                    <a:pt x="825490" y="1292076"/>
                  </a:lnTo>
                  <a:lnTo>
                    <a:pt x="825380" y="1292156"/>
                  </a:lnTo>
                  <a:lnTo>
                    <a:pt x="825213" y="1292250"/>
                  </a:lnTo>
                  <a:lnTo>
                    <a:pt x="825039" y="1292382"/>
                  </a:lnTo>
                  <a:lnTo>
                    <a:pt x="824910" y="1292459"/>
                  </a:lnTo>
                  <a:lnTo>
                    <a:pt x="824792" y="1292511"/>
                  </a:lnTo>
                  <a:lnTo>
                    <a:pt x="824663" y="1292544"/>
                  </a:lnTo>
                  <a:lnTo>
                    <a:pt x="824563" y="1292577"/>
                  </a:lnTo>
                  <a:lnTo>
                    <a:pt x="824402" y="1292616"/>
                  </a:lnTo>
                  <a:lnTo>
                    <a:pt x="824280" y="1292634"/>
                  </a:lnTo>
                  <a:lnTo>
                    <a:pt x="824188" y="1292636"/>
                  </a:lnTo>
                  <a:lnTo>
                    <a:pt x="823996" y="1292646"/>
                  </a:lnTo>
                  <a:lnTo>
                    <a:pt x="823877" y="1292643"/>
                  </a:lnTo>
                  <a:lnTo>
                    <a:pt x="823816" y="1292631"/>
                  </a:lnTo>
                  <a:lnTo>
                    <a:pt x="823743" y="1292608"/>
                  </a:lnTo>
                  <a:lnTo>
                    <a:pt x="823619" y="1292547"/>
                  </a:lnTo>
                  <a:lnTo>
                    <a:pt x="823464" y="1292482"/>
                  </a:lnTo>
                  <a:lnTo>
                    <a:pt x="823267" y="1292376"/>
                  </a:lnTo>
                  <a:lnTo>
                    <a:pt x="823044" y="1292258"/>
                  </a:lnTo>
                  <a:lnTo>
                    <a:pt x="822827" y="1292143"/>
                  </a:lnTo>
                  <a:lnTo>
                    <a:pt x="822699" y="1292069"/>
                  </a:lnTo>
                  <a:lnTo>
                    <a:pt x="822482" y="1291971"/>
                  </a:lnTo>
                  <a:lnTo>
                    <a:pt x="822269" y="1291847"/>
                  </a:lnTo>
                  <a:lnTo>
                    <a:pt x="822125" y="1291784"/>
                  </a:lnTo>
                  <a:lnTo>
                    <a:pt x="822083" y="1291765"/>
                  </a:lnTo>
                  <a:lnTo>
                    <a:pt x="822073" y="1291761"/>
                  </a:lnTo>
                  <a:lnTo>
                    <a:pt x="821871" y="1291655"/>
                  </a:lnTo>
                  <a:lnTo>
                    <a:pt x="821658" y="1291562"/>
                  </a:lnTo>
                  <a:lnTo>
                    <a:pt x="821456" y="1291488"/>
                  </a:lnTo>
                  <a:lnTo>
                    <a:pt x="821186" y="1291366"/>
                  </a:lnTo>
                  <a:lnTo>
                    <a:pt x="821028" y="1291299"/>
                  </a:lnTo>
                  <a:lnTo>
                    <a:pt x="820905" y="1291242"/>
                  </a:lnTo>
                  <a:lnTo>
                    <a:pt x="820823" y="1291192"/>
                  </a:lnTo>
                  <a:lnTo>
                    <a:pt x="820623" y="1291097"/>
                  </a:lnTo>
                  <a:lnTo>
                    <a:pt x="820434" y="1291005"/>
                  </a:lnTo>
                  <a:lnTo>
                    <a:pt x="820228" y="1290890"/>
                  </a:lnTo>
                  <a:lnTo>
                    <a:pt x="820024" y="1290769"/>
                  </a:lnTo>
                  <a:lnTo>
                    <a:pt x="819781" y="1290639"/>
                  </a:lnTo>
                  <a:lnTo>
                    <a:pt x="819629" y="1290549"/>
                  </a:lnTo>
                  <a:lnTo>
                    <a:pt x="819481" y="1290444"/>
                  </a:lnTo>
                  <a:lnTo>
                    <a:pt x="819348" y="1290380"/>
                  </a:lnTo>
                  <a:lnTo>
                    <a:pt x="819165" y="1290287"/>
                  </a:lnTo>
                  <a:lnTo>
                    <a:pt x="818988" y="1290164"/>
                  </a:lnTo>
                  <a:lnTo>
                    <a:pt x="818829" y="1290043"/>
                  </a:lnTo>
                  <a:lnTo>
                    <a:pt x="818690" y="1289968"/>
                  </a:lnTo>
                  <a:lnTo>
                    <a:pt x="818612" y="1289929"/>
                  </a:lnTo>
                  <a:lnTo>
                    <a:pt x="818454" y="1289889"/>
                  </a:lnTo>
                  <a:lnTo>
                    <a:pt x="818197" y="1289847"/>
                  </a:lnTo>
                  <a:lnTo>
                    <a:pt x="818025" y="1289828"/>
                  </a:lnTo>
                  <a:lnTo>
                    <a:pt x="817721" y="1289814"/>
                  </a:lnTo>
                  <a:lnTo>
                    <a:pt x="817556" y="1289818"/>
                  </a:lnTo>
                  <a:lnTo>
                    <a:pt x="817369" y="1289833"/>
                  </a:lnTo>
                  <a:lnTo>
                    <a:pt x="817033" y="1289892"/>
                  </a:lnTo>
                  <a:lnTo>
                    <a:pt x="816905" y="1289901"/>
                  </a:lnTo>
                  <a:lnTo>
                    <a:pt x="816684" y="1289927"/>
                  </a:lnTo>
                  <a:lnTo>
                    <a:pt x="816438" y="1289955"/>
                  </a:lnTo>
                  <a:lnTo>
                    <a:pt x="816268" y="1289973"/>
                  </a:lnTo>
                  <a:lnTo>
                    <a:pt x="816062" y="1290008"/>
                  </a:lnTo>
                  <a:lnTo>
                    <a:pt x="815701" y="1290045"/>
                  </a:lnTo>
                  <a:lnTo>
                    <a:pt x="815516" y="1290068"/>
                  </a:lnTo>
                  <a:lnTo>
                    <a:pt x="815354" y="1290084"/>
                  </a:lnTo>
                  <a:lnTo>
                    <a:pt x="814969" y="1290121"/>
                  </a:lnTo>
                  <a:lnTo>
                    <a:pt x="814788" y="1290139"/>
                  </a:lnTo>
                  <a:lnTo>
                    <a:pt x="814649" y="1290158"/>
                  </a:lnTo>
                  <a:lnTo>
                    <a:pt x="814451" y="1290191"/>
                  </a:lnTo>
                  <a:lnTo>
                    <a:pt x="814327" y="1290219"/>
                  </a:lnTo>
                  <a:lnTo>
                    <a:pt x="814157" y="1290256"/>
                  </a:lnTo>
                  <a:lnTo>
                    <a:pt x="813841" y="1290317"/>
                  </a:lnTo>
                  <a:lnTo>
                    <a:pt x="813649" y="1290375"/>
                  </a:lnTo>
                  <a:lnTo>
                    <a:pt x="813513" y="1290424"/>
                  </a:lnTo>
                  <a:lnTo>
                    <a:pt x="813369" y="1290474"/>
                  </a:lnTo>
                  <a:lnTo>
                    <a:pt x="813137" y="1290559"/>
                  </a:lnTo>
                  <a:lnTo>
                    <a:pt x="812994" y="1290606"/>
                  </a:lnTo>
                  <a:lnTo>
                    <a:pt x="812848" y="1290650"/>
                  </a:lnTo>
                  <a:lnTo>
                    <a:pt x="812666" y="1290708"/>
                  </a:lnTo>
                  <a:lnTo>
                    <a:pt x="812470" y="1290772"/>
                  </a:lnTo>
                  <a:lnTo>
                    <a:pt x="812327" y="1290826"/>
                  </a:lnTo>
                  <a:lnTo>
                    <a:pt x="812185" y="1290873"/>
                  </a:lnTo>
                  <a:lnTo>
                    <a:pt x="812064" y="1290940"/>
                  </a:lnTo>
                  <a:lnTo>
                    <a:pt x="811807" y="1291099"/>
                  </a:lnTo>
                  <a:lnTo>
                    <a:pt x="811659" y="1291203"/>
                  </a:lnTo>
                  <a:lnTo>
                    <a:pt x="811585" y="1291254"/>
                  </a:lnTo>
                  <a:lnTo>
                    <a:pt x="811464" y="1291314"/>
                  </a:lnTo>
                  <a:lnTo>
                    <a:pt x="811448" y="1291322"/>
                  </a:lnTo>
                  <a:lnTo>
                    <a:pt x="811403" y="1291346"/>
                  </a:lnTo>
                  <a:lnTo>
                    <a:pt x="811291" y="1291364"/>
                  </a:lnTo>
                  <a:lnTo>
                    <a:pt x="811183" y="1291379"/>
                  </a:lnTo>
                  <a:lnTo>
                    <a:pt x="811085" y="1291402"/>
                  </a:lnTo>
                  <a:lnTo>
                    <a:pt x="810966" y="1291426"/>
                  </a:lnTo>
                  <a:lnTo>
                    <a:pt x="810815" y="1291469"/>
                  </a:lnTo>
                  <a:lnTo>
                    <a:pt x="810702" y="1291492"/>
                  </a:lnTo>
                  <a:lnTo>
                    <a:pt x="810581" y="1291527"/>
                  </a:lnTo>
                  <a:lnTo>
                    <a:pt x="810458" y="1291578"/>
                  </a:lnTo>
                  <a:lnTo>
                    <a:pt x="810365" y="1291622"/>
                  </a:lnTo>
                  <a:lnTo>
                    <a:pt x="810291" y="1291645"/>
                  </a:lnTo>
                  <a:lnTo>
                    <a:pt x="810168" y="1291684"/>
                  </a:lnTo>
                  <a:lnTo>
                    <a:pt x="810129" y="1291701"/>
                  </a:lnTo>
                  <a:lnTo>
                    <a:pt x="810014" y="1291729"/>
                  </a:lnTo>
                  <a:lnTo>
                    <a:pt x="809919" y="1291754"/>
                  </a:lnTo>
                  <a:lnTo>
                    <a:pt x="809623" y="1291835"/>
                  </a:lnTo>
                  <a:lnTo>
                    <a:pt x="809416" y="1291889"/>
                  </a:lnTo>
                  <a:lnTo>
                    <a:pt x="809289" y="1291926"/>
                  </a:lnTo>
                  <a:lnTo>
                    <a:pt x="809217" y="1291941"/>
                  </a:lnTo>
                  <a:lnTo>
                    <a:pt x="808928" y="1291995"/>
                  </a:lnTo>
                  <a:lnTo>
                    <a:pt x="808744" y="1292034"/>
                  </a:lnTo>
                  <a:lnTo>
                    <a:pt x="808637" y="1292056"/>
                  </a:lnTo>
                  <a:lnTo>
                    <a:pt x="808552" y="1292073"/>
                  </a:lnTo>
                  <a:lnTo>
                    <a:pt x="808402" y="1292110"/>
                  </a:lnTo>
                  <a:lnTo>
                    <a:pt x="808297" y="1292121"/>
                  </a:lnTo>
                  <a:lnTo>
                    <a:pt x="808198" y="1292134"/>
                  </a:lnTo>
                  <a:lnTo>
                    <a:pt x="808006" y="1292173"/>
                  </a:lnTo>
                  <a:lnTo>
                    <a:pt x="807926" y="1292197"/>
                  </a:lnTo>
                  <a:lnTo>
                    <a:pt x="807836" y="1292218"/>
                  </a:lnTo>
                  <a:lnTo>
                    <a:pt x="807630" y="1292284"/>
                  </a:lnTo>
                  <a:lnTo>
                    <a:pt x="807541" y="1292297"/>
                  </a:lnTo>
                  <a:lnTo>
                    <a:pt x="807480" y="1292306"/>
                  </a:lnTo>
                  <a:lnTo>
                    <a:pt x="807303" y="1292342"/>
                  </a:lnTo>
                  <a:lnTo>
                    <a:pt x="807199" y="1292358"/>
                  </a:lnTo>
                  <a:lnTo>
                    <a:pt x="806969" y="1292409"/>
                  </a:lnTo>
                  <a:lnTo>
                    <a:pt x="806857" y="1292428"/>
                  </a:lnTo>
                  <a:lnTo>
                    <a:pt x="806649" y="1292457"/>
                  </a:lnTo>
                  <a:lnTo>
                    <a:pt x="806553" y="1292472"/>
                  </a:lnTo>
                  <a:lnTo>
                    <a:pt x="806282" y="1292516"/>
                  </a:lnTo>
                  <a:lnTo>
                    <a:pt x="806029" y="1292564"/>
                  </a:lnTo>
                  <a:lnTo>
                    <a:pt x="805899" y="1292581"/>
                  </a:lnTo>
                  <a:lnTo>
                    <a:pt x="805753" y="1292610"/>
                  </a:lnTo>
                  <a:lnTo>
                    <a:pt x="805677" y="1292631"/>
                  </a:lnTo>
                  <a:lnTo>
                    <a:pt x="805548" y="1292665"/>
                  </a:lnTo>
                  <a:lnTo>
                    <a:pt x="805391" y="1292720"/>
                  </a:lnTo>
                  <a:lnTo>
                    <a:pt x="805288" y="1292748"/>
                  </a:lnTo>
                  <a:lnTo>
                    <a:pt x="805155" y="1292775"/>
                  </a:lnTo>
                  <a:lnTo>
                    <a:pt x="805039" y="1292785"/>
                  </a:lnTo>
                  <a:lnTo>
                    <a:pt x="804923" y="1292800"/>
                  </a:lnTo>
                  <a:lnTo>
                    <a:pt x="804782" y="1292818"/>
                  </a:lnTo>
                  <a:lnTo>
                    <a:pt x="804708" y="1292833"/>
                  </a:lnTo>
                  <a:lnTo>
                    <a:pt x="804632" y="1292854"/>
                  </a:lnTo>
                  <a:lnTo>
                    <a:pt x="804443" y="1292893"/>
                  </a:lnTo>
                  <a:lnTo>
                    <a:pt x="804355" y="1292916"/>
                  </a:lnTo>
                  <a:lnTo>
                    <a:pt x="804275" y="1292945"/>
                  </a:lnTo>
                  <a:lnTo>
                    <a:pt x="804098" y="1292997"/>
                  </a:lnTo>
                  <a:lnTo>
                    <a:pt x="803995" y="1293023"/>
                  </a:lnTo>
                  <a:lnTo>
                    <a:pt x="803766" y="1293076"/>
                  </a:lnTo>
                  <a:lnTo>
                    <a:pt x="803650" y="1293100"/>
                  </a:lnTo>
                  <a:lnTo>
                    <a:pt x="803594" y="1293110"/>
                  </a:lnTo>
                  <a:lnTo>
                    <a:pt x="803387" y="1293129"/>
                  </a:lnTo>
                  <a:lnTo>
                    <a:pt x="803277" y="1293140"/>
                  </a:lnTo>
                  <a:lnTo>
                    <a:pt x="803067" y="1293170"/>
                  </a:lnTo>
                  <a:lnTo>
                    <a:pt x="802964" y="1293191"/>
                  </a:lnTo>
                  <a:lnTo>
                    <a:pt x="802826" y="1293219"/>
                  </a:lnTo>
                  <a:lnTo>
                    <a:pt x="802728" y="1293240"/>
                  </a:lnTo>
                  <a:lnTo>
                    <a:pt x="802518" y="1293286"/>
                  </a:lnTo>
                  <a:lnTo>
                    <a:pt x="802387" y="1293312"/>
                  </a:lnTo>
                  <a:lnTo>
                    <a:pt x="802215" y="1293355"/>
                  </a:lnTo>
                  <a:lnTo>
                    <a:pt x="802102" y="1293375"/>
                  </a:lnTo>
                  <a:lnTo>
                    <a:pt x="802050" y="1293387"/>
                  </a:lnTo>
                  <a:lnTo>
                    <a:pt x="801943" y="1293420"/>
                  </a:lnTo>
                  <a:lnTo>
                    <a:pt x="801860" y="1293451"/>
                  </a:lnTo>
                  <a:lnTo>
                    <a:pt x="801802" y="1293477"/>
                  </a:lnTo>
                  <a:lnTo>
                    <a:pt x="801581" y="1293532"/>
                  </a:lnTo>
                  <a:lnTo>
                    <a:pt x="801474" y="1293556"/>
                  </a:lnTo>
                  <a:lnTo>
                    <a:pt x="801233" y="1293612"/>
                  </a:lnTo>
                  <a:lnTo>
                    <a:pt x="801123" y="1293640"/>
                  </a:lnTo>
                  <a:lnTo>
                    <a:pt x="800833" y="1293713"/>
                  </a:lnTo>
                  <a:lnTo>
                    <a:pt x="800771" y="1293734"/>
                  </a:lnTo>
                  <a:lnTo>
                    <a:pt x="800747" y="1293741"/>
                  </a:lnTo>
                  <a:lnTo>
                    <a:pt x="800728" y="1293746"/>
                  </a:lnTo>
                  <a:lnTo>
                    <a:pt x="800522" y="1293791"/>
                  </a:lnTo>
                  <a:lnTo>
                    <a:pt x="800444" y="1293820"/>
                  </a:lnTo>
                  <a:lnTo>
                    <a:pt x="800162" y="1293949"/>
                  </a:lnTo>
                  <a:lnTo>
                    <a:pt x="800088" y="1293991"/>
                  </a:lnTo>
                  <a:lnTo>
                    <a:pt x="799905" y="1294061"/>
                  </a:lnTo>
                  <a:lnTo>
                    <a:pt x="799786" y="1294113"/>
                  </a:lnTo>
                  <a:lnTo>
                    <a:pt x="799570" y="1294181"/>
                  </a:lnTo>
                  <a:lnTo>
                    <a:pt x="799471" y="1294204"/>
                  </a:lnTo>
                  <a:lnTo>
                    <a:pt x="799281" y="1294246"/>
                  </a:lnTo>
                  <a:lnTo>
                    <a:pt x="799203" y="1294259"/>
                  </a:lnTo>
                  <a:lnTo>
                    <a:pt x="799147" y="1294265"/>
                  </a:lnTo>
                  <a:lnTo>
                    <a:pt x="798990" y="1294287"/>
                  </a:lnTo>
                  <a:lnTo>
                    <a:pt x="798914" y="1294301"/>
                  </a:lnTo>
                  <a:lnTo>
                    <a:pt x="798823" y="1294327"/>
                  </a:lnTo>
                  <a:lnTo>
                    <a:pt x="798623" y="1294405"/>
                  </a:lnTo>
                  <a:lnTo>
                    <a:pt x="798538" y="1294442"/>
                  </a:lnTo>
                  <a:lnTo>
                    <a:pt x="798414" y="1294486"/>
                  </a:lnTo>
                  <a:lnTo>
                    <a:pt x="798275" y="1294522"/>
                  </a:lnTo>
                  <a:lnTo>
                    <a:pt x="798197" y="1294531"/>
                  </a:lnTo>
                  <a:lnTo>
                    <a:pt x="798036" y="1294545"/>
                  </a:lnTo>
                  <a:lnTo>
                    <a:pt x="797969" y="1294556"/>
                  </a:lnTo>
                  <a:lnTo>
                    <a:pt x="797887" y="1294573"/>
                  </a:lnTo>
                  <a:lnTo>
                    <a:pt x="797758" y="1294618"/>
                  </a:lnTo>
                  <a:lnTo>
                    <a:pt x="797653" y="1294659"/>
                  </a:lnTo>
                  <a:lnTo>
                    <a:pt x="797588" y="1294681"/>
                  </a:lnTo>
                  <a:lnTo>
                    <a:pt x="797489" y="1294698"/>
                  </a:lnTo>
                  <a:lnTo>
                    <a:pt x="797408" y="1294716"/>
                  </a:lnTo>
                  <a:lnTo>
                    <a:pt x="797213" y="1294769"/>
                  </a:lnTo>
                  <a:lnTo>
                    <a:pt x="797125" y="1294786"/>
                  </a:lnTo>
                  <a:lnTo>
                    <a:pt x="797040" y="1294796"/>
                  </a:lnTo>
                  <a:lnTo>
                    <a:pt x="796884" y="1294797"/>
                  </a:lnTo>
                  <a:lnTo>
                    <a:pt x="796804" y="1294784"/>
                  </a:lnTo>
                  <a:lnTo>
                    <a:pt x="796726" y="1294783"/>
                  </a:lnTo>
                  <a:lnTo>
                    <a:pt x="796553" y="1294798"/>
                  </a:lnTo>
                  <a:lnTo>
                    <a:pt x="796450" y="1294806"/>
                  </a:lnTo>
                  <a:lnTo>
                    <a:pt x="796178" y="1294803"/>
                  </a:lnTo>
                  <a:lnTo>
                    <a:pt x="795936" y="1294819"/>
                  </a:lnTo>
                  <a:lnTo>
                    <a:pt x="795828" y="1294829"/>
                  </a:lnTo>
                  <a:lnTo>
                    <a:pt x="795691" y="1294847"/>
                  </a:lnTo>
                  <a:lnTo>
                    <a:pt x="795549" y="1294849"/>
                  </a:lnTo>
                  <a:lnTo>
                    <a:pt x="795273" y="1294853"/>
                  </a:lnTo>
                  <a:lnTo>
                    <a:pt x="795155" y="1294851"/>
                  </a:lnTo>
                  <a:lnTo>
                    <a:pt x="794916" y="1294844"/>
                  </a:lnTo>
                  <a:lnTo>
                    <a:pt x="794807" y="1294832"/>
                  </a:lnTo>
                  <a:lnTo>
                    <a:pt x="794722" y="1294831"/>
                  </a:lnTo>
                  <a:lnTo>
                    <a:pt x="794550" y="1294817"/>
                  </a:lnTo>
                  <a:lnTo>
                    <a:pt x="794327" y="1294809"/>
                  </a:lnTo>
                  <a:lnTo>
                    <a:pt x="794297" y="1294807"/>
                  </a:lnTo>
                  <a:lnTo>
                    <a:pt x="794161" y="1294791"/>
                  </a:lnTo>
                  <a:lnTo>
                    <a:pt x="794036" y="1294774"/>
                  </a:lnTo>
                  <a:lnTo>
                    <a:pt x="793925" y="1294769"/>
                  </a:lnTo>
                  <a:lnTo>
                    <a:pt x="793788" y="1294761"/>
                  </a:lnTo>
                  <a:lnTo>
                    <a:pt x="793668" y="1294747"/>
                  </a:lnTo>
                  <a:lnTo>
                    <a:pt x="793709" y="1294688"/>
                  </a:lnTo>
                  <a:lnTo>
                    <a:pt x="793737" y="1294654"/>
                  </a:lnTo>
                  <a:lnTo>
                    <a:pt x="793784" y="1294596"/>
                  </a:lnTo>
                  <a:lnTo>
                    <a:pt x="793854" y="1294520"/>
                  </a:lnTo>
                  <a:lnTo>
                    <a:pt x="793974" y="1294402"/>
                  </a:lnTo>
                  <a:lnTo>
                    <a:pt x="794085" y="1294307"/>
                  </a:lnTo>
                  <a:lnTo>
                    <a:pt x="794161" y="1294241"/>
                  </a:lnTo>
                  <a:lnTo>
                    <a:pt x="794233" y="1294160"/>
                  </a:lnTo>
                  <a:lnTo>
                    <a:pt x="794299" y="1294081"/>
                  </a:lnTo>
                  <a:lnTo>
                    <a:pt x="794371" y="1293992"/>
                  </a:lnTo>
                  <a:lnTo>
                    <a:pt x="794452" y="1293868"/>
                  </a:lnTo>
                  <a:lnTo>
                    <a:pt x="794498" y="1293772"/>
                  </a:lnTo>
                  <a:lnTo>
                    <a:pt x="794527" y="1293685"/>
                  </a:lnTo>
                  <a:lnTo>
                    <a:pt x="794563" y="1293597"/>
                  </a:lnTo>
                  <a:lnTo>
                    <a:pt x="794621" y="1293426"/>
                  </a:lnTo>
                  <a:lnTo>
                    <a:pt x="794656" y="1293306"/>
                  </a:lnTo>
                  <a:lnTo>
                    <a:pt x="794691" y="1293151"/>
                  </a:lnTo>
                  <a:lnTo>
                    <a:pt x="794715" y="1293037"/>
                  </a:lnTo>
                  <a:lnTo>
                    <a:pt x="794761" y="1292811"/>
                  </a:lnTo>
                  <a:lnTo>
                    <a:pt x="794766" y="1292720"/>
                  </a:lnTo>
                  <a:lnTo>
                    <a:pt x="794768" y="1292631"/>
                  </a:lnTo>
                  <a:lnTo>
                    <a:pt x="794814" y="1292440"/>
                  </a:lnTo>
                  <a:lnTo>
                    <a:pt x="794837" y="1292309"/>
                  </a:lnTo>
                  <a:lnTo>
                    <a:pt x="794882" y="1292132"/>
                  </a:lnTo>
                  <a:lnTo>
                    <a:pt x="794906" y="1291987"/>
                  </a:lnTo>
                  <a:lnTo>
                    <a:pt x="794934" y="1291826"/>
                  </a:lnTo>
                  <a:lnTo>
                    <a:pt x="794945" y="1291698"/>
                  </a:lnTo>
                  <a:lnTo>
                    <a:pt x="794975" y="1291474"/>
                  </a:lnTo>
                  <a:lnTo>
                    <a:pt x="794980" y="1291322"/>
                  </a:lnTo>
                  <a:lnTo>
                    <a:pt x="794997" y="1291132"/>
                  </a:lnTo>
                  <a:lnTo>
                    <a:pt x="794989" y="1290985"/>
                  </a:lnTo>
                  <a:lnTo>
                    <a:pt x="794994" y="1290800"/>
                  </a:lnTo>
                  <a:lnTo>
                    <a:pt x="794994" y="1290672"/>
                  </a:lnTo>
                  <a:lnTo>
                    <a:pt x="794999" y="1290521"/>
                  </a:lnTo>
                  <a:lnTo>
                    <a:pt x="795008" y="1290435"/>
                  </a:lnTo>
                  <a:lnTo>
                    <a:pt x="795027" y="1290372"/>
                  </a:lnTo>
                  <a:lnTo>
                    <a:pt x="795053" y="1290299"/>
                  </a:lnTo>
                  <a:lnTo>
                    <a:pt x="795113" y="1290104"/>
                  </a:lnTo>
                  <a:lnTo>
                    <a:pt x="795144" y="1289984"/>
                  </a:lnTo>
                  <a:lnTo>
                    <a:pt x="795223" y="1289747"/>
                  </a:lnTo>
                  <a:lnTo>
                    <a:pt x="795257" y="1289629"/>
                  </a:lnTo>
                  <a:lnTo>
                    <a:pt x="795270" y="1289590"/>
                  </a:lnTo>
                  <a:lnTo>
                    <a:pt x="795297" y="1289442"/>
                  </a:lnTo>
                  <a:lnTo>
                    <a:pt x="795299" y="1289383"/>
                  </a:lnTo>
                  <a:lnTo>
                    <a:pt x="795283" y="1289302"/>
                  </a:lnTo>
                  <a:lnTo>
                    <a:pt x="795228" y="1289154"/>
                  </a:lnTo>
                  <a:lnTo>
                    <a:pt x="795173" y="1289065"/>
                  </a:lnTo>
                  <a:lnTo>
                    <a:pt x="795099" y="1288978"/>
                  </a:lnTo>
                  <a:lnTo>
                    <a:pt x="795025" y="1288900"/>
                  </a:lnTo>
                  <a:lnTo>
                    <a:pt x="794882" y="1288765"/>
                  </a:lnTo>
                  <a:lnTo>
                    <a:pt x="794766" y="1288689"/>
                  </a:lnTo>
                  <a:lnTo>
                    <a:pt x="794653" y="1288614"/>
                  </a:lnTo>
                  <a:lnTo>
                    <a:pt x="794573" y="1288568"/>
                  </a:lnTo>
                  <a:lnTo>
                    <a:pt x="794539" y="1288526"/>
                  </a:lnTo>
                  <a:lnTo>
                    <a:pt x="794519" y="1288491"/>
                  </a:lnTo>
                  <a:lnTo>
                    <a:pt x="794513" y="1288433"/>
                  </a:lnTo>
                  <a:lnTo>
                    <a:pt x="794513" y="1288407"/>
                  </a:lnTo>
                  <a:lnTo>
                    <a:pt x="794523" y="1288357"/>
                  </a:lnTo>
                  <a:lnTo>
                    <a:pt x="794531" y="1288316"/>
                  </a:lnTo>
                  <a:lnTo>
                    <a:pt x="794546" y="1288199"/>
                  </a:lnTo>
                  <a:lnTo>
                    <a:pt x="794557" y="1288149"/>
                  </a:lnTo>
                  <a:lnTo>
                    <a:pt x="794555" y="1288075"/>
                  </a:lnTo>
                  <a:lnTo>
                    <a:pt x="794544" y="1287986"/>
                  </a:lnTo>
                  <a:lnTo>
                    <a:pt x="794502" y="1287822"/>
                  </a:lnTo>
                  <a:lnTo>
                    <a:pt x="794506" y="1287748"/>
                  </a:lnTo>
                  <a:lnTo>
                    <a:pt x="794508" y="1287738"/>
                  </a:lnTo>
                  <a:lnTo>
                    <a:pt x="794516" y="1287697"/>
                  </a:lnTo>
                  <a:lnTo>
                    <a:pt x="794514" y="1287633"/>
                  </a:lnTo>
                  <a:lnTo>
                    <a:pt x="794503" y="1287583"/>
                  </a:lnTo>
                  <a:lnTo>
                    <a:pt x="794489" y="1287514"/>
                  </a:lnTo>
                  <a:lnTo>
                    <a:pt x="794453" y="1287458"/>
                  </a:lnTo>
                  <a:lnTo>
                    <a:pt x="794387" y="1287380"/>
                  </a:lnTo>
                  <a:lnTo>
                    <a:pt x="794337" y="1287314"/>
                  </a:lnTo>
                  <a:lnTo>
                    <a:pt x="794253" y="1287262"/>
                  </a:lnTo>
                  <a:lnTo>
                    <a:pt x="794184" y="1287256"/>
                  </a:lnTo>
                  <a:lnTo>
                    <a:pt x="794152" y="1287234"/>
                  </a:lnTo>
                  <a:lnTo>
                    <a:pt x="794120" y="1287185"/>
                  </a:lnTo>
                  <a:lnTo>
                    <a:pt x="794124" y="1287134"/>
                  </a:lnTo>
                  <a:lnTo>
                    <a:pt x="794125" y="1287104"/>
                  </a:lnTo>
                  <a:lnTo>
                    <a:pt x="794101" y="1287062"/>
                  </a:lnTo>
                  <a:lnTo>
                    <a:pt x="794022" y="1287032"/>
                  </a:lnTo>
                  <a:lnTo>
                    <a:pt x="793909" y="1286997"/>
                  </a:lnTo>
                  <a:lnTo>
                    <a:pt x="793846" y="1286979"/>
                  </a:lnTo>
                  <a:lnTo>
                    <a:pt x="793790" y="1286942"/>
                  </a:lnTo>
                  <a:lnTo>
                    <a:pt x="793734" y="1286882"/>
                  </a:lnTo>
                  <a:lnTo>
                    <a:pt x="793687" y="1286858"/>
                  </a:lnTo>
                  <a:lnTo>
                    <a:pt x="793606" y="1286842"/>
                  </a:lnTo>
                  <a:lnTo>
                    <a:pt x="793472" y="1286816"/>
                  </a:lnTo>
                  <a:lnTo>
                    <a:pt x="793428" y="1286797"/>
                  </a:lnTo>
                  <a:lnTo>
                    <a:pt x="793413" y="1286779"/>
                  </a:lnTo>
                  <a:lnTo>
                    <a:pt x="793404" y="1286744"/>
                  </a:lnTo>
                  <a:lnTo>
                    <a:pt x="793416" y="1286670"/>
                  </a:lnTo>
                  <a:lnTo>
                    <a:pt x="793423" y="1286590"/>
                  </a:lnTo>
                  <a:lnTo>
                    <a:pt x="793416" y="1286495"/>
                  </a:lnTo>
                  <a:lnTo>
                    <a:pt x="793402" y="1286425"/>
                  </a:lnTo>
                  <a:lnTo>
                    <a:pt x="793417" y="1286340"/>
                  </a:lnTo>
                  <a:lnTo>
                    <a:pt x="793462" y="1286242"/>
                  </a:lnTo>
                  <a:lnTo>
                    <a:pt x="793529" y="1286117"/>
                  </a:lnTo>
                  <a:lnTo>
                    <a:pt x="793582" y="1286051"/>
                  </a:lnTo>
                  <a:lnTo>
                    <a:pt x="793598" y="1286002"/>
                  </a:lnTo>
                  <a:lnTo>
                    <a:pt x="793599" y="1285950"/>
                  </a:lnTo>
                  <a:lnTo>
                    <a:pt x="793577" y="1285860"/>
                  </a:lnTo>
                  <a:lnTo>
                    <a:pt x="793556" y="1285733"/>
                  </a:lnTo>
                  <a:lnTo>
                    <a:pt x="793548" y="1285693"/>
                  </a:lnTo>
                  <a:lnTo>
                    <a:pt x="793532" y="1285673"/>
                  </a:lnTo>
                  <a:lnTo>
                    <a:pt x="793496" y="1285666"/>
                  </a:lnTo>
                  <a:lnTo>
                    <a:pt x="793455" y="1285666"/>
                  </a:lnTo>
                  <a:lnTo>
                    <a:pt x="793413" y="1285676"/>
                  </a:lnTo>
                  <a:lnTo>
                    <a:pt x="793360" y="1285661"/>
                  </a:lnTo>
                  <a:lnTo>
                    <a:pt x="793293" y="1285612"/>
                  </a:lnTo>
                  <a:lnTo>
                    <a:pt x="793224" y="1285544"/>
                  </a:lnTo>
                  <a:lnTo>
                    <a:pt x="793194" y="1285524"/>
                  </a:lnTo>
                  <a:lnTo>
                    <a:pt x="793154" y="1285530"/>
                  </a:lnTo>
                  <a:lnTo>
                    <a:pt x="793115" y="1285551"/>
                  </a:lnTo>
                  <a:lnTo>
                    <a:pt x="793070" y="1285545"/>
                  </a:lnTo>
                  <a:lnTo>
                    <a:pt x="793008" y="1285509"/>
                  </a:lnTo>
                  <a:lnTo>
                    <a:pt x="792877" y="1285422"/>
                  </a:lnTo>
                  <a:lnTo>
                    <a:pt x="792797" y="1285370"/>
                  </a:lnTo>
                  <a:lnTo>
                    <a:pt x="792720" y="1285335"/>
                  </a:lnTo>
                  <a:lnTo>
                    <a:pt x="792658" y="1285293"/>
                  </a:lnTo>
                  <a:lnTo>
                    <a:pt x="792556" y="1285220"/>
                  </a:lnTo>
                  <a:lnTo>
                    <a:pt x="792512" y="1285203"/>
                  </a:lnTo>
                  <a:lnTo>
                    <a:pt x="792437" y="1285197"/>
                  </a:lnTo>
                  <a:lnTo>
                    <a:pt x="792390" y="1285187"/>
                  </a:lnTo>
                  <a:lnTo>
                    <a:pt x="792350" y="1285152"/>
                  </a:lnTo>
                  <a:lnTo>
                    <a:pt x="792310" y="1285144"/>
                  </a:lnTo>
                  <a:lnTo>
                    <a:pt x="792261" y="1285164"/>
                  </a:lnTo>
                  <a:lnTo>
                    <a:pt x="792214" y="1285203"/>
                  </a:lnTo>
                  <a:lnTo>
                    <a:pt x="792176" y="1285209"/>
                  </a:lnTo>
                  <a:lnTo>
                    <a:pt x="792127" y="1285185"/>
                  </a:lnTo>
                  <a:lnTo>
                    <a:pt x="792081" y="1285176"/>
                  </a:lnTo>
                  <a:lnTo>
                    <a:pt x="792026" y="1285182"/>
                  </a:lnTo>
                  <a:lnTo>
                    <a:pt x="791986" y="1285172"/>
                  </a:lnTo>
                  <a:lnTo>
                    <a:pt x="791968" y="1285146"/>
                  </a:lnTo>
                  <a:lnTo>
                    <a:pt x="791966" y="1285082"/>
                  </a:lnTo>
                  <a:lnTo>
                    <a:pt x="791945" y="1284970"/>
                  </a:lnTo>
                  <a:lnTo>
                    <a:pt x="791905" y="1284882"/>
                  </a:lnTo>
                  <a:lnTo>
                    <a:pt x="791875" y="1284846"/>
                  </a:lnTo>
                  <a:lnTo>
                    <a:pt x="791801" y="1284803"/>
                  </a:lnTo>
                  <a:lnTo>
                    <a:pt x="791669" y="1284700"/>
                  </a:lnTo>
                  <a:lnTo>
                    <a:pt x="791647" y="1284652"/>
                  </a:lnTo>
                  <a:lnTo>
                    <a:pt x="791644" y="1284565"/>
                  </a:lnTo>
                  <a:lnTo>
                    <a:pt x="791683" y="1284436"/>
                  </a:lnTo>
                  <a:lnTo>
                    <a:pt x="791698" y="1284378"/>
                  </a:lnTo>
                  <a:lnTo>
                    <a:pt x="791698" y="1284346"/>
                  </a:lnTo>
                  <a:lnTo>
                    <a:pt x="791694" y="1284324"/>
                  </a:lnTo>
                  <a:lnTo>
                    <a:pt x="791666" y="1284292"/>
                  </a:lnTo>
                  <a:lnTo>
                    <a:pt x="791587" y="1284213"/>
                  </a:lnTo>
                  <a:lnTo>
                    <a:pt x="791539" y="1284127"/>
                  </a:lnTo>
                  <a:lnTo>
                    <a:pt x="791473" y="1283999"/>
                  </a:lnTo>
                  <a:lnTo>
                    <a:pt x="791401" y="1283867"/>
                  </a:lnTo>
                  <a:lnTo>
                    <a:pt x="791377" y="1283809"/>
                  </a:lnTo>
                  <a:lnTo>
                    <a:pt x="791370" y="1283736"/>
                  </a:lnTo>
                  <a:lnTo>
                    <a:pt x="791388" y="1283629"/>
                  </a:lnTo>
                  <a:lnTo>
                    <a:pt x="791413" y="1283474"/>
                  </a:lnTo>
                  <a:lnTo>
                    <a:pt x="791422" y="1283355"/>
                  </a:lnTo>
                  <a:lnTo>
                    <a:pt x="791415" y="1283265"/>
                  </a:lnTo>
                  <a:lnTo>
                    <a:pt x="791403" y="1283206"/>
                  </a:lnTo>
                  <a:lnTo>
                    <a:pt x="791334" y="1283109"/>
                  </a:lnTo>
                  <a:lnTo>
                    <a:pt x="791318" y="1283063"/>
                  </a:lnTo>
                  <a:lnTo>
                    <a:pt x="791319" y="1283015"/>
                  </a:lnTo>
                  <a:lnTo>
                    <a:pt x="791333" y="1282949"/>
                  </a:lnTo>
                  <a:lnTo>
                    <a:pt x="791334" y="1282880"/>
                  </a:lnTo>
                  <a:lnTo>
                    <a:pt x="791286" y="1282808"/>
                  </a:lnTo>
                  <a:lnTo>
                    <a:pt x="791240" y="1282740"/>
                  </a:lnTo>
                  <a:lnTo>
                    <a:pt x="791148" y="1282613"/>
                  </a:lnTo>
                  <a:lnTo>
                    <a:pt x="791045" y="1282454"/>
                  </a:lnTo>
                  <a:lnTo>
                    <a:pt x="791043" y="1282407"/>
                  </a:lnTo>
                  <a:lnTo>
                    <a:pt x="791056" y="1282339"/>
                  </a:lnTo>
                  <a:lnTo>
                    <a:pt x="791087" y="1282226"/>
                  </a:lnTo>
                  <a:lnTo>
                    <a:pt x="791145" y="1282113"/>
                  </a:lnTo>
                  <a:lnTo>
                    <a:pt x="791261" y="1281902"/>
                  </a:lnTo>
                  <a:lnTo>
                    <a:pt x="791354" y="1281799"/>
                  </a:lnTo>
                  <a:lnTo>
                    <a:pt x="791440" y="1281686"/>
                  </a:lnTo>
                  <a:lnTo>
                    <a:pt x="791500" y="1281599"/>
                  </a:lnTo>
                  <a:lnTo>
                    <a:pt x="791539" y="1281508"/>
                  </a:lnTo>
                  <a:lnTo>
                    <a:pt x="791643" y="1281185"/>
                  </a:lnTo>
                  <a:lnTo>
                    <a:pt x="791668" y="1281060"/>
                  </a:lnTo>
                  <a:lnTo>
                    <a:pt x="791665" y="1280980"/>
                  </a:lnTo>
                  <a:lnTo>
                    <a:pt x="791652" y="1280875"/>
                  </a:lnTo>
                  <a:lnTo>
                    <a:pt x="791648" y="1280813"/>
                  </a:lnTo>
                  <a:lnTo>
                    <a:pt x="791630" y="1280769"/>
                  </a:lnTo>
                  <a:lnTo>
                    <a:pt x="791590" y="1280713"/>
                  </a:lnTo>
                  <a:lnTo>
                    <a:pt x="791483" y="1280570"/>
                  </a:lnTo>
                  <a:lnTo>
                    <a:pt x="791480" y="1280534"/>
                  </a:lnTo>
                  <a:lnTo>
                    <a:pt x="791492" y="1280496"/>
                  </a:lnTo>
                  <a:lnTo>
                    <a:pt x="791522" y="1280475"/>
                  </a:lnTo>
                  <a:lnTo>
                    <a:pt x="791533" y="1280443"/>
                  </a:lnTo>
                  <a:lnTo>
                    <a:pt x="791525" y="1280399"/>
                  </a:lnTo>
                  <a:lnTo>
                    <a:pt x="791521" y="1280361"/>
                  </a:lnTo>
                  <a:lnTo>
                    <a:pt x="791530" y="1280292"/>
                  </a:lnTo>
                  <a:lnTo>
                    <a:pt x="791543" y="1280230"/>
                  </a:lnTo>
                  <a:lnTo>
                    <a:pt x="791539" y="1280194"/>
                  </a:lnTo>
                  <a:lnTo>
                    <a:pt x="791501" y="1280156"/>
                  </a:lnTo>
                  <a:lnTo>
                    <a:pt x="791426" y="1280120"/>
                  </a:lnTo>
                  <a:lnTo>
                    <a:pt x="791376" y="1280099"/>
                  </a:lnTo>
                  <a:lnTo>
                    <a:pt x="791352" y="1280071"/>
                  </a:lnTo>
                  <a:lnTo>
                    <a:pt x="791339" y="1280018"/>
                  </a:lnTo>
                  <a:lnTo>
                    <a:pt x="791351" y="1279949"/>
                  </a:lnTo>
                  <a:lnTo>
                    <a:pt x="791347" y="1279905"/>
                  </a:lnTo>
                  <a:lnTo>
                    <a:pt x="791311" y="1279854"/>
                  </a:lnTo>
                  <a:lnTo>
                    <a:pt x="791292" y="1279805"/>
                  </a:lnTo>
                  <a:lnTo>
                    <a:pt x="791292" y="1279757"/>
                  </a:lnTo>
                  <a:lnTo>
                    <a:pt x="791321" y="1279682"/>
                  </a:lnTo>
                  <a:lnTo>
                    <a:pt x="791322" y="1279668"/>
                  </a:lnTo>
                  <a:lnTo>
                    <a:pt x="791323" y="1279659"/>
                  </a:lnTo>
                  <a:lnTo>
                    <a:pt x="791328" y="1279613"/>
                  </a:lnTo>
                  <a:lnTo>
                    <a:pt x="791315" y="1279519"/>
                  </a:lnTo>
                  <a:lnTo>
                    <a:pt x="791333" y="1279451"/>
                  </a:lnTo>
                  <a:lnTo>
                    <a:pt x="791410" y="1279371"/>
                  </a:lnTo>
                  <a:lnTo>
                    <a:pt x="791554" y="1279237"/>
                  </a:lnTo>
                  <a:lnTo>
                    <a:pt x="791621" y="1279168"/>
                  </a:lnTo>
                  <a:lnTo>
                    <a:pt x="791672" y="1279105"/>
                  </a:lnTo>
                  <a:lnTo>
                    <a:pt x="791707" y="1279033"/>
                  </a:lnTo>
                  <a:lnTo>
                    <a:pt x="791708" y="1278968"/>
                  </a:lnTo>
                  <a:lnTo>
                    <a:pt x="791714" y="1278936"/>
                  </a:lnTo>
                  <a:lnTo>
                    <a:pt x="791725" y="1278908"/>
                  </a:lnTo>
                  <a:lnTo>
                    <a:pt x="791749" y="1278882"/>
                  </a:lnTo>
                  <a:lnTo>
                    <a:pt x="791816" y="1278867"/>
                  </a:lnTo>
                  <a:lnTo>
                    <a:pt x="791878" y="1278867"/>
                  </a:lnTo>
                  <a:lnTo>
                    <a:pt x="791961" y="1278860"/>
                  </a:lnTo>
                  <a:lnTo>
                    <a:pt x="792060" y="1278832"/>
                  </a:lnTo>
                  <a:lnTo>
                    <a:pt x="792173" y="1278785"/>
                  </a:lnTo>
                  <a:lnTo>
                    <a:pt x="792285" y="1278740"/>
                  </a:lnTo>
                  <a:lnTo>
                    <a:pt x="792351" y="1278707"/>
                  </a:lnTo>
                  <a:lnTo>
                    <a:pt x="792429" y="1278644"/>
                  </a:lnTo>
                  <a:lnTo>
                    <a:pt x="792496" y="1278606"/>
                  </a:lnTo>
                  <a:lnTo>
                    <a:pt x="792555" y="1278559"/>
                  </a:lnTo>
                  <a:lnTo>
                    <a:pt x="792595" y="1278512"/>
                  </a:lnTo>
                  <a:lnTo>
                    <a:pt x="792629" y="1278431"/>
                  </a:lnTo>
                  <a:lnTo>
                    <a:pt x="792660" y="1278334"/>
                  </a:lnTo>
                  <a:lnTo>
                    <a:pt x="792680" y="1278209"/>
                  </a:lnTo>
                  <a:lnTo>
                    <a:pt x="792686" y="1278117"/>
                  </a:lnTo>
                  <a:lnTo>
                    <a:pt x="792675" y="1278059"/>
                  </a:lnTo>
                  <a:lnTo>
                    <a:pt x="792641" y="1277997"/>
                  </a:lnTo>
                  <a:lnTo>
                    <a:pt x="792619" y="1277944"/>
                  </a:lnTo>
                  <a:lnTo>
                    <a:pt x="792631" y="1277880"/>
                  </a:lnTo>
                  <a:lnTo>
                    <a:pt x="792630" y="1277868"/>
                  </a:lnTo>
                  <a:lnTo>
                    <a:pt x="792676" y="1277809"/>
                  </a:lnTo>
                  <a:lnTo>
                    <a:pt x="792697" y="1277769"/>
                  </a:lnTo>
                  <a:lnTo>
                    <a:pt x="792727" y="1277665"/>
                  </a:lnTo>
                  <a:lnTo>
                    <a:pt x="792797" y="1277512"/>
                  </a:lnTo>
                  <a:lnTo>
                    <a:pt x="792870" y="1277417"/>
                  </a:lnTo>
                  <a:lnTo>
                    <a:pt x="792931" y="1277354"/>
                  </a:lnTo>
                  <a:lnTo>
                    <a:pt x="792972" y="1277330"/>
                  </a:lnTo>
                  <a:lnTo>
                    <a:pt x="793010" y="1277325"/>
                  </a:lnTo>
                  <a:lnTo>
                    <a:pt x="793041" y="1277325"/>
                  </a:lnTo>
                  <a:lnTo>
                    <a:pt x="793059" y="1277321"/>
                  </a:lnTo>
                  <a:lnTo>
                    <a:pt x="793073" y="1277297"/>
                  </a:lnTo>
                  <a:lnTo>
                    <a:pt x="793089" y="1277197"/>
                  </a:lnTo>
                  <a:lnTo>
                    <a:pt x="793098" y="1277087"/>
                  </a:lnTo>
                  <a:lnTo>
                    <a:pt x="793087" y="1276958"/>
                  </a:lnTo>
                  <a:lnTo>
                    <a:pt x="793094" y="1276821"/>
                  </a:lnTo>
                  <a:lnTo>
                    <a:pt x="793103" y="1276683"/>
                  </a:lnTo>
                  <a:lnTo>
                    <a:pt x="793133" y="1276559"/>
                  </a:lnTo>
                  <a:lnTo>
                    <a:pt x="793160" y="1276452"/>
                  </a:lnTo>
                  <a:lnTo>
                    <a:pt x="793163" y="1276354"/>
                  </a:lnTo>
                  <a:lnTo>
                    <a:pt x="793162" y="1276277"/>
                  </a:lnTo>
                  <a:lnTo>
                    <a:pt x="793152" y="1276223"/>
                  </a:lnTo>
                  <a:lnTo>
                    <a:pt x="793134" y="1276181"/>
                  </a:lnTo>
                  <a:lnTo>
                    <a:pt x="793021" y="1276040"/>
                  </a:lnTo>
                  <a:lnTo>
                    <a:pt x="792953" y="1275944"/>
                  </a:lnTo>
                  <a:lnTo>
                    <a:pt x="792899" y="1275880"/>
                  </a:lnTo>
                  <a:lnTo>
                    <a:pt x="792831" y="1275853"/>
                  </a:lnTo>
                  <a:lnTo>
                    <a:pt x="792740" y="1275833"/>
                  </a:lnTo>
                  <a:lnTo>
                    <a:pt x="792706" y="1275791"/>
                  </a:lnTo>
                  <a:lnTo>
                    <a:pt x="792670" y="1275741"/>
                  </a:lnTo>
                  <a:lnTo>
                    <a:pt x="792644" y="1275629"/>
                  </a:lnTo>
                  <a:lnTo>
                    <a:pt x="792619" y="1275533"/>
                  </a:lnTo>
                  <a:lnTo>
                    <a:pt x="792566" y="1275486"/>
                  </a:lnTo>
                  <a:lnTo>
                    <a:pt x="792509" y="1275486"/>
                  </a:lnTo>
                  <a:lnTo>
                    <a:pt x="792428" y="1275505"/>
                  </a:lnTo>
                  <a:lnTo>
                    <a:pt x="792336" y="1275505"/>
                  </a:lnTo>
                  <a:lnTo>
                    <a:pt x="792235" y="1275488"/>
                  </a:lnTo>
                  <a:lnTo>
                    <a:pt x="792105" y="1275427"/>
                  </a:lnTo>
                  <a:lnTo>
                    <a:pt x="792039" y="1275377"/>
                  </a:lnTo>
                  <a:lnTo>
                    <a:pt x="791991" y="1275368"/>
                  </a:lnTo>
                  <a:lnTo>
                    <a:pt x="791936" y="1275386"/>
                  </a:lnTo>
                  <a:lnTo>
                    <a:pt x="791862" y="1275405"/>
                  </a:lnTo>
                  <a:lnTo>
                    <a:pt x="791793" y="1275407"/>
                  </a:lnTo>
                  <a:lnTo>
                    <a:pt x="791726" y="1275400"/>
                  </a:lnTo>
                  <a:lnTo>
                    <a:pt x="791676" y="1275362"/>
                  </a:lnTo>
                  <a:lnTo>
                    <a:pt x="791654" y="1275290"/>
                  </a:lnTo>
                  <a:lnTo>
                    <a:pt x="791655" y="1275226"/>
                  </a:lnTo>
                  <a:lnTo>
                    <a:pt x="791680" y="1275179"/>
                  </a:lnTo>
                  <a:lnTo>
                    <a:pt x="791750" y="1275147"/>
                  </a:lnTo>
                  <a:lnTo>
                    <a:pt x="791844" y="1275104"/>
                  </a:lnTo>
                  <a:lnTo>
                    <a:pt x="791880" y="1275073"/>
                  </a:lnTo>
                  <a:lnTo>
                    <a:pt x="791901" y="1275033"/>
                  </a:lnTo>
                  <a:lnTo>
                    <a:pt x="791928" y="1274950"/>
                  </a:lnTo>
                  <a:lnTo>
                    <a:pt x="791951" y="1274893"/>
                  </a:lnTo>
                  <a:lnTo>
                    <a:pt x="792008" y="1274816"/>
                  </a:lnTo>
                  <a:lnTo>
                    <a:pt x="792039" y="1274751"/>
                  </a:lnTo>
                  <a:lnTo>
                    <a:pt x="792080" y="1274699"/>
                  </a:lnTo>
                  <a:lnTo>
                    <a:pt x="792103" y="1274664"/>
                  </a:lnTo>
                  <a:lnTo>
                    <a:pt x="792147" y="1274641"/>
                  </a:lnTo>
                  <a:lnTo>
                    <a:pt x="792219" y="1274630"/>
                  </a:lnTo>
                  <a:lnTo>
                    <a:pt x="792323" y="1274628"/>
                  </a:lnTo>
                  <a:lnTo>
                    <a:pt x="792423" y="1274602"/>
                  </a:lnTo>
                  <a:lnTo>
                    <a:pt x="792511" y="1274556"/>
                  </a:lnTo>
                  <a:lnTo>
                    <a:pt x="792567" y="1274552"/>
                  </a:lnTo>
                  <a:lnTo>
                    <a:pt x="792638" y="1274557"/>
                  </a:lnTo>
                  <a:lnTo>
                    <a:pt x="792703" y="1274531"/>
                  </a:lnTo>
                  <a:lnTo>
                    <a:pt x="792752" y="1274471"/>
                  </a:lnTo>
                  <a:lnTo>
                    <a:pt x="792803" y="1274364"/>
                  </a:lnTo>
                  <a:lnTo>
                    <a:pt x="792844" y="1274330"/>
                  </a:lnTo>
                  <a:lnTo>
                    <a:pt x="792890" y="1274315"/>
                  </a:lnTo>
                  <a:lnTo>
                    <a:pt x="792925" y="1274320"/>
                  </a:lnTo>
                  <a:lnTo>
                    <a:pt x="792991" y="1274348"/>
                  </a:lnTo>
                  <a:lnTo>
                    <a:pt x="793049" y="1274351"/>
                  </a:lnTo>
                  <a:lnTo>
                    <a:pt x="793090" y="1274334"/>
                  </a:lnTo>
                  <a:lnTo>
                    <a:pt x="793148" y="1274273"/>
                  </a:lnTo>
                  <a:lnTo>
                    <a:pt x="793184" y="1274258"/>
                  </a:lnTo>
                  <a:lnTo>
                    <a:pt x="793251" y="1274261"/>
                  </a:lnTo>
                  <a:lnTo>
                    <a:pt x="793289" y="1274277"/>
                  </a:lnTo>
                  <a:lnTo>
                    <a:pt x="793329" y="1274323"/>
                  </a:lnTo>
                  <a:lnTo>
                    <a:pt x="793369" y="1274386"/>
                  </a:lnTo>
                  <a:lnTo>
                    <a:pt x="793436" y="1274421"/>
                  </a:lnTo>
                  <a:lnTo>
                    <a:pt x="793490" y="1274477"/>
                  </a:lnTo>
                  <a:lnTo>
                    <a:pt x="793565" y="1274532"/>
                  </a:lnTo>
                  <a:lnTo>
                    <a:pt x="793653" y="1274569"/>
                  </a:lnTo>
                  <a:lnTo>
                    <a:pt x="793695" y="1274620"/>
                  </a:lnTo>
                  <a:lnTo>
                    <a:pt x="793740" y="1274642"/>
                  </a:lnTo>
                  <a:lnTo>
                    <a:pt x="793792" y="1274651"/>
                  </a:lnTo>
                  <a:lnTo>
                    <a:pt x="793880" y="1274644"/>
                  </a:lnTo>
                  <a:lnTo>
                    <a:pt x="793925" y="1274646"/>
                  </a:lnTo>
                  <a:lnTo>
                    <a:pt x="793976" y="1274655"/>
                  </a:lnTo>
                  <a:lnTo>
                    <a:pt x="794043" y="1274617"/>
                  </a:lnTo>
                  <a:lnTo>
                    <a:pt x="794082" y="1274608"/>
                  </a:lnTo>
                  <a:lnTo>
                    <a:pt x="794151" y="1274626"/>
                  </a:lnTo>
                  <a:lnTo>
                    <a:pt x="794230" y="1274667"/>
                  </a:lnTo>
                  <a:lnTo>
                    <a:pt x="794291" y="1274698"/>
                  </a:lnTo>
                  <a:lnTo>
                    <a:pt x="794381" y="1274695"/>
                  </a:lnTo>
                  <a:lnTo>
                    <a:pt x="794457" y="1274695"/>
                  </a:lnTo>
                  <a:lnTo>
                    <a:pt x="794503" y="1274681"/>
                  </a:lnTo>
                  <a:lnTo>
                    <a:pt x="794557" y="1274637"/>
                  </a:lnTo>
                  <a:lnTo>
                    <a:pt x="794617" y="1274615"/>
                  </a:lnTo>
                  <a:lnTo>
                    <a:pt x="794669" y="1274621"/>
                  </a:lnTo>
                  <a:lnTo>
                    <a:pt x="794749" y="1274656"/>
                  </a:lnTo>
                  <a:lnTo>
                    <a:pt x="794790" y="1274660"/>
                  </a:lnTo>
                  <a:lnTo>
                    <a:pt x="794866" y="1274637"/>
                  </a:lnTo>
                  <a:lnTo>
                    <a:pt x="794943" y="1274580"/>
                  </a:lnTo>
                  <a:lnTo>
                    <a:pt x="795001" y="1274554"/>
                  </a:lnTo>
                  <a:lnTo>
                    <a:pt x="795075" y="1274552"/>
                  </a:lnTo>
                  <a:lnTo>
                    <a:pt x="795129" y="1274542"/>
                  </a:lnTo>
                  <a:lnTo>
                    <a:pt x="795177" y="1274481"/>
                  </a:lnTo>
                  <a:lnTo>
                    <a:pt x="795212" y="1274440"/>
                  </a:lnTo>
                  <a:lnTo>
                    <a:pt x="795266" y="1274403"/>
                  </a:lnTo>
                  <a:lnTo>
                    <a:pt x="795288" y="1274379"/>
                  </a:lnTo>
                  <a:lnTo>
                    <a:pt x="795300" y="1274339"/>
                  </a:lnTo>
                  <a:lnTo>
                    <a:pt x="795307" y="1274298"/>
                  </a:lnTo>
                  <a:lnTo>
                    <a:pt x="795332" y="1274259"/>
                  </a:lnTo>
                  <a:lnTo>
                    <a:pt x="795342" y="1274230"/>
                  </a:lnTo>
                  <a:lnTo>
                    <a:pt x="795341" y="1274169"/>
                  </a:lnTo>
                  <a:lnTo>
                    <a:pt x="795341" y="1274075"/>
                  </a:lnTo>
                  <a:lnTo>
                    <a:pt x="795301" y="1274005"/>
                  </a:lnTo>
                  <a:lnTo>
                    <a:pt x="795287" y="1273948"/>
                  </a:lnTo>
                  <a:lnTo>
                    <a:pt x="795289" y="1273884"/>
                  </a:lnTo>
                  <a:lnTo>
                    <a:pt x="795281" y="1273839"/>
                  </a:lnTo>
                  <a:lnTo>
                    <a:pt x="795231" y="1273762"/>
                  </a:lnTo>
                  <a:lnTo>
                    <a:pt x="795158" y="1273613"/>
                  </a:lnTo>
                  <a:lnTo>
                    <a:pt x="795108" y="1273513"/>
                  </a:lnTo>
                  <a:lnTo>
                    <a:pt x="795044" y="1273347"/>
                  </a:lnTo>
                  <a:lnTo>
                    <a:pt x="794976" y="1273232"/>
                  </a:lnTo>
                  <a:lnTo>
                    <a:pt x="794877" y="1273034"/>
                  </a:lnTo>
                  <a:lnTo>
                    <a:pt x="794815" y="1272902"/>
                  </a:lnTo>
                  <a:lnTo>
                    <a:pt x="794721" y="1272704"/>
                  </a:lnTo>
                  <a:lnTo>
                    <a:pt x="794646" y="1272544"/>
                  </a:lnTo>
                  <a:lnTo>
                    <a:pt x="794481" y="1272210"/>
                  </a:lnTo>
                  <a:lnTo>
                    <a:pt x="794427" y="1272084"/>
                  </a:lnTo>
                  <a:lnTo>
                    <a:pt x="794299" y="1271835"/>
                  </a:lnTo>
                  <a:lnTo>
                    <a:pt x="794262" y="1271781"/>
                  </a:lnTo>
                  <a:lnTo>
                    <a:pt x="794167" y="1271631"/>
                  </a:lnTo>
                  <a:lnTo>
                    <a:pt x="794151" y="1271611"/>
                  </a:lnTo>
                  <a:lnTo>
                    <a:pt x="794138" y="1271586"/>
                  </a:lnTo>
                  <a:lnTo>
                    <a:pt x="794135" y="1271577"/>
                  </a:lnTo>
                  <a:lnTo>
                    <a:pt x="794118" y="1271521"/>
                  </a:lnTo>
                  <a:lnTo>
                    <a:pt x="794103" y="1271459"/>
                  </a:lnTo>
                  <a:lnTo>
                    <a:pt x="794021" y="1271322"/>
                  </a:lnTo>
                  <a:lnTo>
                    <a:pt x="793950" y="1271167"/>
                  </a:lnTo>
                  <a:lnTo>
                    <a:pt x="793872" y="1271038"/>
                  </a:lnTo>
                  <a:lnTo>
                    <a:pt x="793832" y="1270946"/>
                  </a:lnTo>
                  <a:lnTo>
                    <a:pt x="793761" y="1270785"/>
                  </a:lnTo>
                  <a:lnTo>
                    <a:pt x="793686" y="1270648"/>
                  </a:lnTo>
                  <a:lnTo>
                    <a:pt x="793633" y="1270531"/>
                  </a:lnTo>
                  <a:lnTo>
                    <a:pt x="793565" y="1270395"/>
                  </a:lnTo>
                  <a:lnTo>
                    <a:pt x="793495" y="1270260"/>
                  </a:lnTo>
                  <a:lnTo>
                    <a:pt x="793426" y="1270091"/>
                  </a:lnTo>
                  <a:lnTo>
                    <a:pt x="793392" y="1270020"/>
                  </a:lnTo>
                  <a:lnTo>
                    <a:pt x="793354" y="1269957"/>
                  </a:lnTo>
                  <a:lnTo>
                    <a:pt x="793319" y="1269913"/>
                  </a:lnTo>
                  <a:lnTo>
                    <a:pt x="793307" y="1269855"/>
                  </a:lnTo>
                  <a:lnTo>
                    <a:pt x="793249" y="1269723"/>
                  </a:lnTo>
                  <a:lnTo>
                    <a:pt x="793175" y="1269595"/>
                  </a:lnTo>
                  <a:lnTo>
                    <a:pt x="793109" y="1269461"/>
                  </a:lnTo>
                  <a:lnTo>
                    <a:pt x="793067" y="1269381"/>
                  </a:lnTo>
                  <a:lnTo>
                    <a:pt x="793017" y="1269268"/>
                  </a:lnTo>
                  <a:lnTo>
                    <a:pt x="792952" y="1269123"/>
                  </a:lnTo>
                  <a:lnTo>
                    <a:pt x="792898" y="1269003"/>
                  </a:lnTo>
                  <a:lnTo>
                    <a:pt x="792817" y="1268827"/>
                  </a:lnTo>
                  <a:lnTo>
                    <a:pt x="792772" y="1268724"/>
                  </a:lnTo>
                  <a:lnTo>
                    <a:pt x="792695" y="1268579"/>
                  </a:lnTo>
                  <a:lnTo>
                    <a:pt x="792637" y="1268453"/>
                  </a:lnTo>
                  <a:lnTo>
                    <a:pt x="792594" y="1268361"/>
                  </a:lnTo>
                  <a:lnTo>
                    <a:pt x="792527" y="1268245"/>
                  </a:lnTo>
                  <a:lnTo>
                    <a:pt x="792477" y="1268150"/>
                  </a:lnTo>
                  <a:lnTo>
                    <a:pt x="792459" y="1268090"/>
                  </a:lnTo>
                  <a:lnTo>
                    <a:pt x="792415" y="1267991"/>
                  </a:lnTo>
                  <a:lnTo>
                    <a:pt x="792357" y="1267884"/>
                  </a:lnTo>
                  <a:lnTo>
                    <a:pt x="792332" y="1267839"/>
                  </a:lnTo>
                  <a:lnTo>
                    <a:pt x="792270" y="1267687"/>
                  </a:lnTo>
                  <a:lnTo>
                    <a:pt x="792208" y="1267576"/>
                  </a:lnTo>
                  <a:lnTo>
                    <a:pt x="792125" y="1267396"/>
                  </a:lnTo>
                  <a:lnTo>
                    <a:pt x="792086" y="1267312"/>
                  </a:lnTo>
                  <a:lnTo>
                    <a:pt x="791994" y="1267120"/>
                  </a:lnTo>
                  <a:lnTo>
                    <a:pt x="791948" y="1267045"/>
                  </a:lnTo>
                  <a:lnTo>
                    <a:pt x="791912" y="1266942"/>
                  </a:lnTo>
                  <a:lnTo>
                    <a:pt x="791849" y="1266818"/>
                  </a:lnTo>
                  <a:lnTo>
                    <a:pt x="791822" y="1266743"/>
                  </a:lnTo>
                  <a:lnTo>
                    <a:pt x="791777" y="1266661"/>
                  </a:lnTo>
                  <a:lnTo>
                    <a:pt x="791753" y="1266617"/>
                  </a:lnTo>
                  <a:lnTo>
                    <a:pt x="791715" y="1266595"/>
                  </a:lnTo>
                  <a:lnTo>
                    <a:pt x="791581" y="1266532"/>
                  </a:lnTo>
                  <a:lnTo>
                    <a:pt x="791467" y="1266485"/>
                  </a:lnTo>
                  <a:lnTo>
                    <a:pt x="791377" y="1266430"/>
                  </a:lnTo>
                  <a:lnTo>
                    <a:pt x="791331" y="1266409"/>
                  </a:lnTo>
                  <a:lnTo>
                    <a:pt x="791275" y="1266403"/>
                  </a:lnTo>
                  <a:lnTo>
                    <a:pt x="791217" y="1266406"/>
                  </a:lnTo>
                  <a:lnTo>
                    <a:pt x="791181" y="1266403"/>
                  </a:lnTo>
                  <a:lnTo>
                    <a:pt x="791147" y="1266392"/>
                  </a:lnTo>
                  <a:lnTo>
                    <a:pt x="791104" y="1266376"/>
                  </a:lnTo>
                  <a:lnTo>
                    <a:pt x="791066" y="1266311"/>
                  </a:lnTo>
                  <a:lnTo>
                    <a:pt x="790978" y="1266176"/>
                  </a:lnTo>
                  <a:lnTo>
                    <a:pt x="790887" y="1266056"/>
                  </a:lnTo>
                  <a:lnTo>
                    <a:pt x="790871" y="1266029"/>
                  </a:lnTo>
                  <a:lnTo>
                    <a:pt x="790864" y="1265974"/>
                  </a:lnTo>
                  <a:lnTo>
                    <a:pt x="790868" y="1265939"/>
                  </a:lnTo>
                  <a:lnTo>
                    <a:pt x="790886" y="1265863"/>
                  </a:lnTo>
                  <a:lnTo>
                    <a:pt x="790880" y="1265784"/>
                  </a:lnTo>
                  <a:lnTo>
                    <a:pt x="790896" y="1265550"/>
                  </a:lnTo>
                  <a:lnTo>
                    <a:pt x="790914" y="1265459"/>
                  </a:lnTo>
                  <a:lnTo>
                    <a:pt x="790930" y="1265379"/>
                  </a:lnTo>
                  <a:lnTo>
                    <a:pt x="790932" y="1265346"/>
                  </a:lnTo>
                  <a:lnTo>
                    <a:pt x="790921" y="1265309"/>
                  </a:lnTo>
                  <a:lnTo>
                    <a:pt x="790889" y="1265270"/>
                  </a:lnTo>
                  <a:lnTo>
                    <a:pt x="790829" y="1265216"/>
                  </a:lnTo>
                  <a:lnTo>
                    <a:pt x="790804" y="1265178"/>
                  </a:lnTo>
                  <a:lnTo>
                    <a:pt x="790801" y="1265153"/>
                  </a:lnTo>
                  <a:lnTo>
                    <a:pt x="790817" y="1265077"/>
                  </a:lnTo>
                  <a:lnTo>
                    <a:pt x="790815" y="1265044"/>
                  </a:lnTo>
                  <a:lnTo>
                    <a:pt x="790805" y="1265010"/>
                  </a:lnTo>
                  <a:lnTo>
                    <a:pt x="790775" y="1264946"/>
                  </a:lnTo>
                  <a:lnTo>
                    <a:pt x="790730" y="1264854"/>
                  </a:lnTo>
                  <a:lnTo>
                    <a:pt x="790722" y="1264822"/>
                  </a:lnTo>
                  <a:lnTo>
                    <a:pt x="790723" y="1264793"/>
                  </a:lnTo>
                  <a:lnTo>
                    <a:pt x="790726" y="1264739"/>
                  </a:lnTo>
                  <a:lnTo>
                    <a:pt x="790747" y="1264665"/>
                  </a:lnTo>
                  <a:lnTo>
                    <a:pt x="790752" y="1264633"/>
                  </a:lnTo>
                  <a:lnTo>
                    <a:pt x="790754" y="1264604"/>
                  </a:lnTo>
                  <a:lnTo>
                    <a:pt x="790740" y="1264566"/>
                  </a:lnTo>
                  <a:lnTo>
                    <a:pt x="790718" y="1264533"/>
                  </a:lnTo>
                  <a:lnTo>
                    <a:pt x="790693" y="1264510"/>
                  </a:lnTo>
                  <a:lnTo>
                    <a:pt x="790653" y="1264494"/>
                  </a:lnTo>
                  <a:lnTo>
                    <a:pt x="790623" y="1264489"/>
                  </a:lnTo>
                  <a:lnTo>
                    <a:pt x="790571" y="1264506"/>
                  </a:lnTo>
                  <a:lnTo>
                    <a:pt x="790532" y="1264517"/>
                  </a:lnTo>
                  <a:lnTo>
                    <a:pt x="790493" y="1264513"/>
                  </a:lnTo>
                  <a:lnTo>
                    <a:pt x="790436" y="1264503"/>
                  </a:lnTo>
                  <a:lnTo>
                    <a:pt x="790409" y="1264505"/>
                  </a:lnTo>
                  <a:lnTo>
                    <a:pt x="790383" y="1264518"/>
                  </a:lnTo>
                  <a:lnTo>
                    <a:pt x="790322" y="1264574"/>
                  </a:lnTo>
                  <a:lnTo>
                    <a:pt x="790206" y="1264713"/>
                  </a:lnTo>
                  <a:lnTo>
                    <a:pt x="790152" y="1264803"/>
                  </a:lnTo>
                  <a:lnTo>
                    <a:pt x="790130" y="1264850"/>
                  </a:lnTo>
                  <a:lnTo>
                    <a:pt x="790094" y="1264931"/>
                  </a:lnTo>
                  <a:lnTo>
                    <a:pt x="790051" y="1265030"/>
                  </a:lnTo>
                  <a:lnTo>
                    <a:pt x="790049" y="1265035"/>
                  </a:lnTo>
                  <a:lnTo>
                    <a:pt x="789930" y="1265114"/>
                  </a:lnTo>
                  <a:lnTo>
                    <a:pt x="789797" y="1265188"/>
                  </a:lnTo>
                  <a:lnTo>
                    <a:pt x="789627" y="1265297"/>
                  </a:lnTo>
                  <a:lnTo>
                    <a:pt x="789335" y="1265430"/>
                  </a:lnTo>
                  <a:lnTo>
                    <a:pt x="789060" y="1265614"/>
                  </a:lnTo>
                  <a:lnTo>
                    <a:pt x="788458" y="1266006"/>
                  </a:lnTo>
                  <a:lnTo>
                    <a:pt x="788046" y="1266198"/>
                  </a:lnTo>
                  <a:lnTo>
                    <a:pt x="787645" y="1266299"/>
                  </a:lnTo>
                  <a:lnTo>
                    <a:pt x="787193" y="1266347"/>
                  </a:lnTo>
                  <a:lnTo>
                    <a:pt x="787015" y="1266352"/>
                  </a:lnTo>
                  <a:lnTo>
                    <a:pt x="786832" y="1266320"/>
                  </a:lnTo>
                  <a:lnTo>
                    <a:pt x="786170" y="1265981"/>
                  </a:lnTo>
                  <a:lnTo>
                    <a:pt x="786040" y="1265954"/>
                  </a:lnTo>
                  <a:lnTo>
                    <a:pt x="785887" y="1265961"/>
                  </a:lnTo>
                  <a:lnTo>
                    <a:pt x="785681" y="1266061"/>
                  </a:lnTo>
                  <a:lnTo>
                    <a:pt x="785318" y="1266278"/>
                  </a:lnTo>
                  <a:lnTo>
                    <a:pt x="784962" y="1266487"/>
                  </a:lnTo>
                  <a:lnTo>
                    <a:pt x="784579" y="1266570"/>
                  </a:lnTo>
                  <a:lnTo>
                    <a:pt x="784193" y="1266635"/>
                  </a:lnTo>
                  <a:lnTo>
                    <a:pt x="783605" y="1266743"/>
                  </a:lnTo>
                  <a:lnTo>
                    <a:pt x="783345" y="1266800"/>
                  </a:lnTo>
                  <a:lnTo>
                    <a:pt x="783019" y="1266932"/>
                  </a:lnTo>
                  <a:lnTo>
                    <a:pt x="782461" y="1267153"/>
                  </a:lnTo>
                  <a:lnTo>
                    <a:pt x="782333" y="1267262"/>
                  </a:lnTo>
                  <a:lnTo>
                    <a:pt x="782184" y="1267439"/>
                  </a:lnTo>
                  <a:lnTo>
                    <a:pt x="782043" y="1267548"/>
                  </a:lnTo>
                  <a:lnTo>
                    <a:pt x="781860" y="1267658"/>
                  </a:lnTo>
                  <a:lnTo>
                    <a:pt x="781716" y="1267702"/>
                  </a:lnTo>
                  <a:lnTo>
                    <a:pt x="781601" y="1267705"/>
                  </a:lnTo>
                  <a:lnTo>
                    <a:pt x="781414" y="1267674"/>
                  </a:lnTo>
                  <a:lnTo>
                    <a:pt x="781047" y="1267490"/>
                  </a:lnTo>
                  <a:lnTo>
                    <a:pt x="780877" y="1267475"/>
                  </a:lnTo>
                  <a:lnTo>
                    <a:pt x="780726" y="1267493"/>
                  </a:lnTo>
                  <a:lnTo>
                    <a:pt x="780447" y="1267525"/>
                  </a:lnTo>
                  <a:lnTo>
                    <a:pt x="780147" y="1267508"/>
                  </a:lnTo>
                  <a:lnTo>
                    <a:pt x="780116" y="1267462"/>
                  </a:lnTo>
                  <a:lnTo>
                    <a:pt x="780125" y="1267423"/>
                  </a:lnTo>
                  <a:lnTo>
                    <a:pt x="780177" y="1267378"/>
                  </a:lnTo>
                  <a:lnTo>
                    <a:pt x="780355" y="1267311"/>
                  </a:lnTo>
                  <a:lnTo>
                    <a:pt x="780414" y="1267288"/>
                  </a:lnTo>
                  <a:lnTo>
                    <a:pt x="780631" y="1267103"/>
                  </a:lnTo>
                  <a:lnTo>
                    <a:pt x="781001" y="1266678"/>
                  </a:lnTo>
                  <a:lnTo>
                    <a:pt x="781194" y="1266479"/>
                  </a:lnTo>
                  <a:lnTo>
                    <a:pt x="781191" y="1266396"/>
                  </a:lnTo>
                  <a:lnTo>
                    <a:pt x="781158" y="1266342"/>
                  </a:lnTo>
                  <a:lnTo>
                    <a:pt x="780734" y="1266185"/>
                  </a:lnTo>
                  <a:lnTo>
                    <a:pt x="780166" y="1265916"/>
                  </a:lnTo>
                  <a:lnTo>
                    <a:pt x="779772" y="1265718"/>
                  </a:lnTo>
                  <a:lnTo>
                    <a:pt x="779418" y="1265413"/>
                  </a:lnTo>
                  <a:lnTo>
                    <a:pt x="779374" y="1265386"/>
                  </a:lnTo>
                  <a:lnTo>
                    <a:pt x="779051" y="1265192"/>
                  </a:lnTo>
                  <a:lnTo>
                    <a:pt x="778552" y="1264890"/>
                  </a:lnTo>
                  <a:lnTo>
                    <a:pt x="778219" y="1264683"/>
                  </a:lnTo>
                  <a:lnTo>
                    <a:pt x="778047" y="1264668"/>
                  </a:lnTo>
                  <a:lnTo>
                    <a:pt x="777786" y="1264675"/>
                  </a:lnTo>
                  <a:lnTo>
                    <a:pt x="777508" y="1264636"/>
                  </a:lnTo>
                  <a:lnTo>
                    <a:pt x="777254" y="1264675"/>
                  </a:lnTo>
                  <a:lnTo>
                    <a:pt x="777111" y="1264693"/>
                  </a:lnTo>
                  <a:lnTo>
                    <a:pt x="776963" y="1264676"/>
                  </a:lnTo>
                  <a:lnTo>
                    <a:pt x="776711" y="1264565"/>
                  </a:lnTo>
                  <a:lnTo>
                    <a:pt x="776347" y="1264422"/>
                  </a:lnTo>
                  <a:lnTo>
                    <a:pt x="776125" y="1264228"/>
                  </a:lnTo>
                  <a:lnTo>
                    <a:pt x="775956" y="1264126"/>
                  </a:lnTo>
                  <a:lnTo>
                    <a:pt x="775687" y="1263888"/>
                  </a:lnTo>
                  <a:lnTo>
                    <a:pt x="775447" y="1263526"/>
                  </a:lnTo>
                  <a:lnTo>
                    <a:pt x="775435" y="1263507"/>
                  </a:lnTo>
                  <a:lnTo>
                    <a:pt x="775427" y="1263496"/>
                  </a:lnTo>
                  <a:lnTo>
                    <a:pt x="775235" y="1263214"/>
                  </a:lnTo>
                  <a:lnTo>
                    <a:pt x="774939" y="1262893"/>
                  </a:lnTo>
                  <a:lnTo>
                    <a:pt x="774878" y="1262879"/>
                  </a:lnTo>
                  <a:lnTo>
                    <a:pt x="774547" y="1262870"/>
                  </a:lnTo>
                  <a:lnTo>
                    <a:pt x="774253" y="1262828"/>
                  </a:lnTo>
                  <a:lnTo>
                    <a:pt x="774068" y="1262795"/>
                  </a:lnTo>
                  <a:lnTo>
                    <a:pt x="774023" y="1262742"/>
                  </a:lnTo>
                  <a:lnTo>
                    <a:pt x="773834" y="1262440"/>
                  </a:lnTo>
                  <a:lnTo>
                    <a:pt x="773762" y="1262205"/>
                  </a:lnTo>
                  <a:lnTo>
                    <a:pt x="773584" y="1261974"/>
                  </a:lnTo>
                  <a:lnTo>
                    <a:pt x="773553" y="1261856"/>
                  </a:lnTo>
                  <a:lnTo>
                    <a:pt x="773507" y="1261628"/>
                  </a:lnTo>
                  <a:lnTo>
                    <a:pt x="773476" y="1261584"/>
                  </a:lnTo>
                  <a:lnTo>
                    <a:pt x="773424" y="1261566"/>
                  </a:lnTo>
                  <a:lnTo>
                    <a:pt x="773347" y="1261556"/>
                  </a:lnTo>
                  <a:lnTo>
                    <a:pt x="772931" y="1261672"/>
                  </a:lnTo>
                  <a:lnTo>
                    <a:pt x="772794" y="1261668"/>
                  </a:lnTo>
                  <a:lnTo>
                    <a:pt x="772726" y="1261637"/>
                  </a:lnTo>
                  <a:lnTo>
                    <a:pt x="772705" y="1261549"/>
                  </a:lnTo>
                  <a:lnTo>
                    <a:pt x="772619" y="1261317"/>
                  </a:lnTo>
                  <a:lnTo>
                    <a:pt x="772507" y="1261115"/>
                  </a:lnTo>
                  <a:lnTo>
                    <a:pt x="772367" y="1261009"/>
                  </a:lnTo>
                  <a:lnTo>
                    <a:pt x="772267" y="1260963"/>
                  </a:lnTo>
                  <a:lnTo>
                    <a:pt x="772200" y="1260907"/>
                  </a:lnTo>
                  <a:lnTo>
                    <a:pt x="772198" y="1260890"/>
                  </a:lnTo>
                  <a:lnTo>
                    <a:pt x="772271" y="1260721"/>
                  </a:lnTo>
                  <a:lnTo>
                    <a:pt x="772271" y="1260519"/>
                  </a:lnTo>
                  <a:lnTo>
                    <a:pt x="772263" y="1260452"/>
                  </a:lnTo>
                  <a:lnTo>
                    <a:pt x="772151" y="1260328"/>
                  </a:lnTo>
                  <a:lnTo>
                    <a:pt x="771928" y="1260191"/>
                  </a:lnTo>
                  <a:lnTo>
                    <a:pt x="771774" y="1260050"/>
                  </a:lnTo>
                  <a:lnTo>
                    <a:pt x="771745" y="1259933"/>
                  </a:lnTo>
                  <a:lnTo>
                    <a:pt x="771782" y="1259851"/>
                  </a:lnTo>
                  <a:lnTo>
                    <a:pt x="771770" y="1259793"/>
                  </a:lnTo>
                  <a:lnTo>
                    <a:pt x="771623" y="1259704"/>
                  </a:lnTo>
                  <a:lnTo>
                    <a:pt x="771536" y="1259661"/>
                  </a:lnTo>
                  <a:lnTo>
                    <a:pt x="771526" y="1259596"/>
                  </a:lnTo>
                  <a:lnTo>
                    <a:pt x="771555" y="1259413"/>
                  </a:lnTo>
                  <a:lnTo>
                    <a:pt x="771673" y="1259198"/>
                  </a:lnTo>
                  <a:lnTo>
                    <a:pt x="771805" y="1258915"/>
                  </a:lnTo>
                  <a:lnTo>
                    <a:pt x="771968" y="1258796"/>
                  </a:lnTo>
                  <a:lnTo>
                    <a:pt x="772134" y="1258667"/>
                  </a:lnTo>
                  <a:lnTo>
                    <a:pt x="772280" y="1258468"/>
                  </a:lnTo>
                  <a:lnTo>
                    <a:pt x="772307" y="1258415"/>
                  </a:lnTo>
                  <a:lnTo>
                    <a:pt x="772312" y="1258354"/>
                  </a:lnTo>
                  <a:lnTo>
                    <a:pt x="772244" y="1258290"/>
                  </a:lnTo>
                  <a:lnTo>
                    <a:pt x="772110" y="1258169"/>
                  </a:lnTo>
                  <a:lnTo>
                    <a:pt x="771970" y="1257989"/>
                  </a:lnTo>
                  <a:lnTo>
                    <a:pt x="771861" y="1257866"/>
                  </a:lnTo>
                  <a:lnTo>
                    <a:pt x="771582" y="1257684"/>
                  </a:lnTo>
                  <a:lnTo>
                    <a:pt x="771494" y="1257583"/>
                  </a:lnTo>
                  <a:lnTo>
                    <a:pt x="771412" y="1257419"/>
                  </a:lnTo>
                  <a:lnTo>
                    <a:pt x="771407" y="1257180"/>
                  </a:lnTo>
                  <a:lnTo>
                    <a:pt x="771419" y="1256851"/>
                  </a:lnTo>
                  <a:lnTo>
                    <a:pt x="771559" y="1256629"/>
                  </a:lnTo>
                  <a:lnTo>
                    <a:pt x="771660" y="1256350"/>
                  </a:lnTo>
                  <a:lnTo>
                    <a:pt x="771722" y="1256247"/>
                  </a:lnTo>
                  <a:lnTo>
                    <a:pt x="771924" y="1255883"/>
                  </a:lnTo>
                  <a:lnTo>
                    <a:pt x="771971" y="1255830"/>
                  </a:lnTo>
                  <a:lnTo>
                    <a:pt x="772110" y="1255775"/>
                  </a:lnTo>
                  <a:lnTo>
                    <a:pt x="772237" y="1255653"/>
                  </a:lnTo>
                  <a:lnTo>
                    <a:pt x="772371" y="1255425"/>
                  </a:lnTo>
                  <a:lnTo>
                    <a:pt x="772384" y="1255415"/>
                  </a:lnTo>
                  <a:lnTo>
                    <a:pt x="772408" y="1255399"/>
                  </a:lnTo>
                  <a:lnTo>
                    <a:pt x="772447" y="1255374"/>
                  </a:lnTo>
                  <a:lnTo>
                    <a:pt x="772484" y="1255354"/>
                  </a:lnTo>
                  <a:lnTo>
                    <a:pt x="772566" y="1255315"/>
                  </a:lnTo>
                  <a:lnTo>
                    <a:pt x="772638" y="1255273"/>
                  </a:lnTo>
                  <a:lnTo>
                    <a:pt x="772685" y="1255236"/>
                  </a:lnTo>
                  <a:lnTo>
                    <a:pt x="772721" y="1255197"/>
                  </a:lnTo>
                  <a:lnTo>
                    <a:pt x="772752" y="1255156"/>
                  </a:lnTo>
                  <a:lnTo>
                    <a:pt x="772759" y="1255126"/>
                  </a:lnTo>
                  <a:lnTo>
                    <a:pt x="772769" y="1255073"/>
                  </a:lnTo>
                  <a:lnTo>
                    <a:pt x="772776" y="1255022"/>
                  </a:lnTo>
                  <a:lnTo>
                    <a:pt x="772790" y="1254971"/>
                  </a:lnTo>
                  <a:lnTo>
                    <a:pt x="772835" y="1254879"/>
                  </a:lnTo>
                  <a:lnTo>
                    <a:pt x="772891" y="1254807"/>
                  </a:lnTo>
                  <a:lnTo>
                    <a:pt x="772928" y="1254771"/>
                  </a:lnTo>
                  <a:lnTo>
                    <a:pt x="772971" y="1254741"/>
                  </a:lnTo>
                  <a:lnTo>
                    <a:pt x="773008" y="1254716"/>
                  </a:lnTo>
                  <a:lnTo>
                    <a:pt x="773067" y="1254684"/>
                  </a:lnTo>
                  <a:lnTo>
                    <a:pt x="773121" y="1254653"/>
                  </a:lnTo>
                  <a:lnTo>
                    <a:pt x="773149" y="1254628"/>
                  </a:lnTo>
                  <a:lnTo>
                    <a:pt x="773166" y="1254588"/>
                  </a:lnTo>
                  <a:lnTo>
                    <a:pt x="773177" y="1254541"/>
                  </a:lnTo>
                  <a:lnTo>
                    <a:pt x="773186" y="1254474"/>
                  </a:lnTo>
                  <a:lnTo>
                    <a:pt x="773203" y="1254410"/>
                  </a:lnTo>
                  <a:lnTo>
                    <a:pt x="773233" y="1254359"/>
                  </a:lnTo>
                  <a:lnTo>
                    <a:pt x="773259" y="1254333"/>
                  </a:lnTo>
                  <a:lnTo>
                    <a:pt x="773287" y="1254321"/>
                  </a:lnTo>
                  <a:lnTo>
                    <a:pt x="773343" y="1254309"/>
                  </a:lnTo>
                  <a:lnTo>
                    <a:pt x="773417" y="1254286"/>
                  </a:lnTo>
                  <a:lnTo>
                    <a:pt x="773488" y="1254275"/>
                  </a:lnTo>
                  <a:lnTo>
                    <a:pt x="773589" y="1254271"/>
                  </a:lnTo>
                  <a:lnTo>
                    <a:pt x="773636" y="1254267"/>
                  </a:lnTo>
                  <a:lnTo>
                    <a:pt x="773690" y="1254253"/>
                  </a:lnTo>
                  <a:lnTo>
                    <a:pt x="773780" y="1254194"/>
                  </a:lnTo>
                  <a:lnTo>
                    <a:pt x="773853" y="1254132"/>
                  </a:lnTo>
                  <a:lnTo>
                    <a:pt x="773899" y="1254069"/>
                  </a:lnTo>
                  <a:lnTo>
                    <a:pt x="773932" y="1254020"/>
                  </a:lnTo>
                  <a:lnTo>
                    <a:pt x="773992" y="1253946"/>
                  </a:lnTo>
                  <a:lnTo>
                    <a:pt x="774039" y="1253903"/>
                  </a:lnTo>
                  <a:lnTo>
                    <a:pt x="774095" y="1253860"/>
                  </a:lnTo>
                  <a:lnTo>
                    <a:pt x="774163" y="1253768"/>
                  </a:lnTo>
                  <a:lnTo>
                    <a:pt x="774217" y="1253670"/>
                  </a:lnTo>
                  <a:lnTo>
                    <a:pt x="774233" y="1253629"/>
                  </a:lnTo>
                  <a:lnTo>
                    <a:pt x="774237" y="1253565"/>
                  </a:lnTo>
                  <a:lnTo>
                    <a:pt x="774232" y="1253432"/>
                  </a:lnTo>
                  <a:lnTo>
                    <a:pt x="774227" y="1253374"/>
                  </a:lnTo>
                  <a:lnTo>
                    <a:pt x="774223" y="1253340"/>
                  </a:lnTo>
                  <a:lnTo>
                    <a:pt x="774209" y="1253313"/>
                  </a:lnTo>
                  <a:lnTo>
                    <a:pt x="774182" y="1253298"/>
                  </a:lnTo>
                  <a:lnTo>
                    <a:pt x="774128" y="1253276"/>
                  </a:lnTo>
                  <a:lnTo>
                    <a:pt x="774109" y="1253259"/>
                  </a:lnTo>
                  <a:lnTo>
                    <a:pt x="774044" y="1253196"/>
                  </a:lnTo>
                  <a:lnTo>
                    <a:pt x="774016" y="1253153"/>
                  </a:lnTo>
                  <a:lnTo>
                    <a:pt x="774007" y="1253126"/>
                  </a:lnTo>
                  <a:lnTo>
                    <a:pt x="774014" y="1253099"/>
                  </a:lnTo>
                  <a:lnTo>
                    <a:pt x="774036" y="1253079"/>
                  </a:lnTo>
                  <a:lnTo>
                    <a:pt x="774101" y="1253052"/>
                  </a:lnTo>
                  <a:lnTo>
                    <a:pt x="774288" y="1253022"/>
                  </a:lnTo>
                  <a:lnTo>
                    <a:pt x="774342" y="1253012"/>
                  </a:lnTo>
                  <a:lnTo>
                    <a:pt x="774357" y="1252995"/>
                  </a:lnTo>
                  <a:lnTo>
                    <a:pt x="774355" y="1252987"/>
                  </a:lnTo>
                  <a:lnTo>
                    <a:pt x="774331" y="1252899"/>
                  </a:lnTo>
                  <a:lnTo>
                    <a:pt x="774320" y="1252869"/>
                  </a:lnTo>
                  <a:lnTo>
                    <a:pt x="774325" y="1252858"/>
                  </a:lnTo>
                  <a:lnTo>
                    <a:pt x="774384" y="1252795"/>
                  </a:lnTo>
                  <a:lnTo>
                    <a:pt x="774437" y="1252755"/>
                  </a:lnTo>
                  <a:lnTo>
                    <a:pt x="774440" y="1252745"/>
                  </a:lnTo>
                  <a:lnTo>
                    <a:pt x="774413" y="1252678"/>
                  </a:lnTo>
                  <a:lnTo>
                    <a:pt x="774419" y="1252655"/>
                  </a:lnTo>
                  <a:lnTo>
                    <a:pt x="774446" y="1252611"/>
                  </a:lnTo>
                  <a:lnTo>
                    <a:pt x="774481" y="1252514"/>
                  </a:lnTo>
                  <a:lnTo>
                    <a:pt x="774496" y="1252493"/>
                  </a:lnTo>
                  <a:lnTo>
                    <a:pt x="774509" y="1252475"/>
                  </a:lnTo>
                  <a:lnTo>
                    <a:pt x="774522" y="1252435"/>
                  </a:lnTo>
                  <a:lnTo>
                    <a:pt x="774575" y="1252340"/>
                  </a:lnTo>
                  <a:lnTo>
                    <a:pt x="774591" y="1252289"/>
                  </a:lnTo>
                  <a:lnTo>
                    <a:pt x="774598" y="1252166"/>
                  </a:lnTo>
                  <a:lnTo>
                    <a:pt x="774629" y="1252083"/>
                  </a:lnTo>
                  <a:lnTo>
                    <a:pt x="774632" y="1252055"/>
                  </a:lnTo>
                  <a:lnTo>
                    <a:pt x="774628" y="1252038"/>
                  </a:lnTo>
                  <a:lnTo>
                    <a:pt x="774577" y="1251981"/>
                  </a:lnTo>
                  <a:lnTo>
                    <a:pt x="774535" y="1251898"/>
                  </a:lnTo>
                  <a:lnTo>
                    <a:pt x="774509" y="1251803"/>
                  </a:lnTo>
                  <a:lnTo>
                    <a:pt x="774500" y="1251747"/>
                  </a:lnTo>
                  <a:lnTo>
                    <a:pt x="774472" y="1251713"/>
                  </a:lnTo>
                  <a:lnTo>
                    <a:pt x="774463" y="1251644"/>
                  </a:lnTo>
                  <a:lnTo>
                    <a:pt x="774469" y="1251577"/>
                  </a:lnTo>
                  <a:lnTo>
                    <a:pt x="774476" y="1251548"/>
                  </a:lnTo>
                  <a:lnTo>
                    <a:pt x="774506" y="1251521"/>
                  </a:lnTo>
                  <a:lnTo>
                    <a:pt x="774534" y="1251493"/>
                  </a:lnTo>
                  <a:lnTo>
                    <a:pt x="774573" y="1251414"/>
                  </a:lnTo>
                  <a:lnTo>
                    <a:pt x="774609" y="1251373"/>
                  </a:lnTo>
                  <a:lnTo>
                    <a:pt x="774643" y="1251360"/>
                  </a:lnTo>
                  <a:lnTo>
                    <a:pt x="774694" y="1251331"/>
                  </a:lnTo>
                  <a:lnTo>
                    <a:pt x="774748" y="1251282"/>
                  </a:lnTo>
                  <a:lnTo>
                    <a:pt x="774759" y="1251263"/>
                  </a:lnTo>
                  <a:lnTo>
                    <a:pt x="774761" y="1251250"/>
                  </a:lnTo>
                  <a:lnTo>
                    <a:pt x="774756" y="1251222"/>
                  </a:lnTo>
                  <a:lnTo>
                    <a:pt x="774743" y="1251161"/>
                  </a:lnTo>
                  <a:lnTo>
                    <a:pt x="774747" y="1251149"/>
                  </a:lnTo>
                  <a:lnTo>
                    <a:pt x="774786" y="1251118"/>
                  </a:lnTo>
                  <a:lnTo>
                    <a:pt x="774797" y="1251098"/>
                  </a:lnTo>
                  <a:lnTo>
                    <a:pt x="774820" y="1251010"/>
                  </a:lnTo>
                  <a:lnTo>
                    <a:pt x="774810" y="1250971"/>
                  </a:lnTo>
                  <a:lnTo>
                    <a:pt x="774797" y="1250879"/>
                  </a:lnTo>
                  <a:lnTo>
                    <a:pt x="774808" y="1250819"/>
                  </a:lnTo>
                  <a:lnTo>
                    <a:pt x="774827" y="1250800"/>
                  </a:lnTo>
                  <a:lnTo>
                    <a:pt x="774884" y="1250772"/>
                  </a:lnTo>
                  <a:lnTo>
                    <a:pt x="774892" y="1250751"/>
                  </a:lnTo>
                  <a:lnTo>
                    <a:pt x="774885" y="1250676"/>
                  </a:lnTo>
                  <a:lnTo>
                    <a:pt x="774875" y="1250567"/>
                  </a:lnTo>
                  <a:lnTo>
                    <a:pt x="774886" y="1250467"/>
                  </a:lnTo>
                  <a:lnTo>
                    <a:pt x="774872" y="1250421"/>
                  </a:lnTo>
                  <a:lnTo>
                    <a:pt x="774841" y="1250396"/>
                  </a:lnTo>
                  <a:lnTo>
                    <a:pt x="774803" y="1250365"/>
                  </a:lnTo>
                  <a:lnTo>
                    <a:pt x="774769" y="1250315"/>
                  </a:lnTo>
                  <a:lnTo>
                    <a:pt x="774715" y="1250281"/>
                  </a:lnTo>
                  <a:lnTo>
                    <a:pt x="774682" y="1250258"/>
                  </a:lnTo>
                  <a:lnTo>
                    <a:pt x="774667" y="1250217"/>
                  </a:lnTo>
                  <a:lnTo>
                    <a:pt x="774653" y="1250164"/>
                  </a:lnTo>
                  <a:lnTo>
                    <a:pt x="774640" y="1250146"/>
                  </a:lnTo>
                  <a:lnTo>
                    <a:pt x="774634" y="1250095"/>
                  </a:lnTo>
                  <a:lnTo>
                    <a:pt x="774627" y="1250048"/>
                  </a:lnTo>
                  <a:lnTo>
                    <a:pt x="774590" y="1249999"/>
                  </a:lnTo>
                  <a:lnTo>
                    <a:pt x="774579" y="1249947"/>
                  </a:lnTo>
                  <a:lnTo>
                    <a:pt x="774577" y="1249832"/>
                  </a:lnTo>
                  <a:lnTo>
                    <a:pt x="774589" y="1249768"/>
                  </a:lnTo>
                  <a:lnTo>
                    <a:pt x="774594" y="1249733"/>
                  </a:lnTo>
                  <a:lnTo>
                    <a:pt x="774582" y="1249673"/>
                  </a:lnTo>
                  <a:lnTo>
                    <a:pt x="774521" y="1249585"/>
                  </a:lnTo>
                  <a:lnTo>
                    <a:pt x="774514" y="1249558"/>
                  </a:lnTo>
                  <a:lnTo>
                    <a:pt x="774522" y="1249521"/>
                  </a:lnTo>
                  <a:lnTo>
                    <a:pt x="774532" y="1249485"/>
                  </a:lnTo>
                  <a:lnTo>
                    <a:pt x="774509" y="1249406"/>
                  </a:lnTo>
                  <a:lnTo>
                    <a:pt x="774499" y="1249378"/>
                  </a:lnTo>
                  <a:lnTo>
                    <a:pt x="774508" y="1249344"/>
                  </a:lnTo>
                  <a:lnTo>
                    <a:pt x="774548" y="1249291"/>
                  </a:lnTo>
                  <a:lnTo>
                    <a:pt x="774547" y="1249274"/>
                  </a:lnTo>
                  <a:lnTo>
                    <a:pt x="774534" y="1249242"/>
                  </a:lnTo>
                  <a:lnTo>
                    <a:pt x="774506" y="1249217"/>
                  </a:lnTo>
                  <a:lnTo>
                    <a:pt x="774481" y="1249219"/>
                  </a:lnTo>
                  <a:lnTo>
                    <a:pt x="774454" y="1249208"/>
                  </a:lnTo>
                  <a:lnTo>
                    <a:pt x="774438" y="1249173"/>
                  </a:lnTo>
                  <a:lnTo>
                    <a:pt x="774414" y="1249037"/>
                  </a:lnTo>
                  <a:lnTo>
                    <a:pt x="774424" y="1249017"/>
                  </a:lnTo>
                  <a:lnTo>
                    <a:pt x="774470" y="1248954"/>
                  </a:lnTo>
                  <a:lnTo>
                    <a:pt x="774484" y="1248936"/>
                  </a:lnTo>
                  <a:lnTo>
                    <a:pt x="774485" y="1248928"/>
                  </a:lnTo>
                  <a:lnTo>
                    <a:pt x="774462" y="1248900"/>
                  </a:lnTo>
                  <a:lnTo>
                    <a:pt x="774428" y="1248802"/>
                  </a:lnTo>
                  <a:lnTo>
                    <a:pt x="774433" y="1248771"/>
                  </a:lnTo>
                  <a:lnTo>
                    <a:pt x="774442" y="1248746"/>
                  </a:lnTo>
                  <a:lnTo>
                    <a:pt x="774436" y="1248741"/>
                  </a:lnTo>
                  <a:lnTo>
                    <a:pt x="774418" y="1248744"/>
                  </a:lnTo>
                  <a:lnTo>
                    <a:pt x="774378" y="1248720"/>
                  </a:lnTo>
                  <a:lnTo>
                    <a:pt x="774323" y="1248649"/>
                  </a:lnTo>
                  <a:lnTo>
                    <a:pt x="774283" y="1248614"/>
                  </a:lnTo>
                  <a:lnTo>
                    <a:pt x="774258" y="1248578"/>
                  </a:lnTo>
                  <a:lnTo>
                    <a:pt x="774246" y="1248520"/>
                  </a:lnTo>
                  <a:lnTo>
                    <a:pt x="774234" y="1248493"/>
                  </a:lnTo>
                  <a:lnTo>
                    <a:pt x="774200" y="1248452"/>
                  </a:lnTo>
                  <a:lnTo>
                    <a:pt x="774136" y="1248407"/>
                  </a:lnTo>
                  <a:lnTo>
                    <a:pt x="774079" y="1248371"/>
                  </a:lnTo>
                  <a:lnTo>
                    <a:pt x="774058" y="1248339"/>
                  </a:lnTo>
                  <a:lnTo>
                    <a:pt x="774040" y="1248323"/>
                  </a:lnTo>
                  <a:lnTo>
                    <a:pt x="773897" y="1248262"/>
                  </a:lnTo>
                  <a:lnTo>
                    <a:pt x="773833" y="1248222"/>
                  </a:lnTo>
                  <a:lnTo>
                    <a:pt x="773791" y="1248178"/>
                  </a:lnTo>
                  <a:lnTo>
                    <a:pt x="773739" y="1248091"/>
                  </a:lnTo>
                  <a:lnTo>
                    <a:pt x="773721" y="1248062"/>
                  </a:lnTo>
                  <a:lnTo>
                    <a:pt x="773653" y="1248003"/>
                  </a:lnTo>
                  <a:lnTo>
                    <a:pt x="773606" y="1247930"/>
                  </a:lnTo>
                  <a:lnTo>
                    <a:pt x="773571" y="1247902"/>
                  </a:lnTo>
                  <a:lnTo>
                    <a:pt x="773533" y="1247894"/>
                  </a:lnTo>
                  <a:lnTo>
                    <a:pt x="773481" y="1247895"/>
                  </a:lnTo>
                  <a:lnTo>
                    <a:pt x="773336" y="1247832"/>
                  </a:lnTo>
                  <a:lnTo>
                    <a:pt x="773286" y="1247826"/>
                  </a:lnTo>
                  <a:lnTo>
                    <a:pt x="773195" y="1247829"/>
                  </a:lnTo>
                  <a:lnTo>
                    <a:pt x="773163" y="1247842"/>
                  </a:lnTo>
                  <a:lnTo>
                    <a:pt x="773048" y="1247868"/>
                  </a:lnTo>
                  <a:lnTo>
                    <a:pt x="772969" y="1247903"/>
                  </a:lnTo>
                  <a:lnTo>
                    <a:pt x="772949" y="1247946"/>
                  </a:lnTo>
                  <a:lnTo>
                    <a:pt x="772953" y="1247991"/>
                  </a:lnTo>
                  <a:lnTo>
                    <a:pt x="772934" y="1248029"/>
                  </a:lnTo>
                  <a:lnTo>
                    <a:pt x="772883" y="1248101"/>
                  </a:lnTo>
                  <a:lnTo>
                    <a:pt x="772866" y="1248109"/>
                  </a:lnTo>
                  <a:lnTo>
                    <a:pt x="772782" y="1248084"/>
                  </a:lnTo>
                  <a:lnTo>
                    <a:pt x="772644" y="1248048"/>
                  </a:lnTo>
                  <a:lnTo>
                    <a:pt x="772571" y="1248059"/>
                  </a:lnTo>
                  <a:lnTo>
                    <a:pt x="772452" y="1248093"/>
                  </a:lnTo>
                  <a:lnTo>
                    <a:pt x="772378" y="1248106"/>
                  </a:lnTo>
                  <a:lnTo>
                    <a:pt x="772371" y="1248112"/>
                  </a:lnTo>
                  <a:lnTo>
                    <a:pt x="772364" y="1248133"/>
                  </a:lnTo>
                  <a:lnTo>
                    <a:pt x="772343" y="1248199"/>
                  </a:lnTo>
                  <a:lnTo>
                    <a:pt x="772319" y="1248220"/>
                  </a:lnTo>
                  <a:lnTo>
                    <a:pt x="772300" y="1248228"/>
                  </a:lnTo>
                  <a:lnTo>
                    <a:pt x="772288" y="1248243"/>
                  </a:lnTo>
                  <a:lnTo>
                    <a:pt x="772278" y="1248261"/>
                  </a:lnTo>
                  <a:lnTo>
                    <a:pt x="772263" y="1248286"/>
                  </a:lnTo>
                  <a:lnTo>
                    <a:pt x="772184" y="1248354"/>
                  </a:lnTo>
                  <a:lnTo>
                    <a:pt x="772127" y="1248406"/>
                  </a:lnTo>
                  <a:lnTo>
                    <a:pt x="772098" y="1248413"/>
                  </a:lnTo>
                  <a:lnTo>
                    <a:pt x="772035" y="1248407"/>
                  </a:lnTo>
                  <a:lnTo>
                    <a:pt x="771973" y="1248398"/>
                  </a:lnTo>
                  <a:lnTo>
                    <a:pt x="771955" y="1248382"/>
                  </a:lnTo>
                  <a:lnTo>
                    <a:pt x="771909" y="1248298"/>
                  </a:lnTo>
                  <a:lnTo>
                    <a:pt x="771878" y="1248259"/>
                  </a:lnTo>
                  <a:lnTo>
                    <a:pt x="771823" y="1248216"/>
                  </a:lnTo>
                  <a:lnTo>
                    <a:pt x="771762" y="1248182"/>
                  </a:lnTo>
                  <a:lnTo>
                    <a:pt x="771699" y="1248126"/>
                  </a:lnTo>
                  <a:lnTo>
                    <a:pt x="771681" y="1248121"/>
                  </a:lnTo>
                  <a:lnTo>
                    <a:pt x="771614" y="1248129"/>
                  </a:lnTo>
                  <a:lnTo>
                    <a:pt x="771578" y="1248126"/>
                  </a:lnTo>
                  <a:lnTo>
                    <a:pt x="771493" y="1248069"/>
                  </a:lnTo>
                  <a:lnTo>
                    <a:pt x="771444" y="1248065"/>
                  </a:lnTo>
                  <a:lnTo>
                    <a:pt x="771354" y="1248062"/>
                  </a:lnTo>
                  <a:lnTo>
                    <a:pt x="771119" y="1248080"/>
                  </a:lnTo>
                  <a:lnTo>
                    <a:pt x="771081" y="1248073"/>
                  </a:lnTo>
                  <a:lnTo>
                    <a:pt x="771054" y="1248060"/>
                  </a:lnTo>
                  <a:lnTo>
                    <a:pt x="771024" y="1248060"/>
                  </a:lnTo>
                  <a:lnTo>
                    <a:pt x="770981" y="1248053"/>
                  </a:lnTo>
                  <a:lnTo>
                    <a:pt x="770944" y="1248025"/>
                  </a:lnTo>
                  <a:lnTo>
                    <a:pt x="770925" y="1247972"/>
                  </a:lnTo>
                  <a:lnTo>
                    <a:pt x="770890" y="1247899"/>
                  </a:lnTo>
                  <a:lnTo>
                    <a:pt x="770809" y="1247821"/>
                  </a:lnTo>
                  <a:lnTo>
                    <a:pt x="770761" y="1247784"/>
                  </a:lnTo>
                  <a:lnTo>
                    <a:pt x="770741" y="1247785"/>
                  </a:lnTo>
                  <a:lnTo>
                    <a:pt x="770701" y="1247819"/>
                  </a:lnTo>
                  <a:lnTo>
                    <a:pt x="770668" y="1247820"/>
                  </a:lnTo>
                  <a:lnTo>
                    <a:pt x="770641" y="1247808"/>
                  </a:lnTo>
                  <a:lnTo>
                    <a:pt x="770641" y="1247793"/>
                  </a:lnTo>
                  <a:lnTo>
                    <a:pt x="770660" y="1247757"/>
                  </a:lnTo>
                  <a:lnTo>
                    <a:pt x="770654" y="1247740"/>
                  </a:lnTo>
                  <a:lnTo>
                    <a:pt x="770613" y="1247715"/>
                  </a:lnTo>
                  <a:lnTo>
                    <a:pt x="770571" y="1247701"/>
                  </a:lnTo>
                  <a:lnTo>
                    <a:pt x="770487" y="1247700"/>
                  </a:lnTo>
                  <a:lnTo>
                    <a:pt x="770459" y="1247699"/>
                  </a:lnTo>
                  <a:lnTo>
                    <a:pt x="770426" y="1247688"/>
                  </a:lnTo>
                  <a:lnTo>
                    <a:pt x="770424" y="1247682"/>
                  </a:lnTo>
                  <a:lnTo>
                    <a:pt x="770445" y="1247666"/>
                  </a:lnTo>
                  <a:lnTo>
                    <a:pt x="770469" y="1247644"/>
                  </a:lnTo>
                  <a:lnTo>
                    <a:pt x="770476" y="1247626"/>
                  </a:lnTo>
                  <a:lnTo>
                    <a:pt x="770466" y="1247589"/>
                  </a:lnTo>
                  <a:lnTo>
                    <a:pt x="770459" y="1247536"/>
                  </a:lnTo>
                  <a:lnTo>
                    <a:pt x="770444" y="1247472"/>
                  </a:lnTo>
                  <a:lnTo>
                    <a:pt x="770448" y="1247463"/>
                  </a:lnTo>
                  <a:lnTo>
                    <a:pt x="770463" y="1247453"/>
                  </a:lnTo>
                  <a:lnTo>
                    <a:pt x="770519" y="1247434"/>
                  </a:lnTo>
                  <a:lnTo>
                    <a:pt x="770545" y="1247407"/>
                  </a:lnTo>
                  <a:lnTo>
                    <a:pt x="770582" y="1247345"/>
                  </a:lnTo>
                  <a:lnTo>
                    <a:pt x="770586" y="1247336"/>
                  </a:lnTo>
                  <a:lnTo>
                    <a:pt x="770625" y="1247236"/>
                  </a:lnTo>
                  <a:lnTo>
                    <a:pt x="770678" y="1247136"/>
                  </a:lnTo>
                  <a:lnTo>
                    <a:pt x="770708" y="1247087"/>
                  </a:lnTo>
                  <a:lnTo>
                    <a:pt x="770788" y="1247015"/>
                  </a:lnTo>
                  <a:lnTo>
                    <a:pt x="770826" y="1246972"/>
                  </a:lnTo>
                  <a:lnTo>
                    <a:pt x="770832" y="1246951"/>
                  </a:lnTo>
                  <a:lnTo>
                    <a:pt x="770831" y="1246935"/>
                  </a:lnTo>
                  <a:lnTo>
                    <a:pt x="770824" y="1246912"/>
                  </a:lnTo>
                  <a:lnTo>
                    <a:pt x="770809" y="1246874"/>
                  </a:lnTo>
                  <a:lnTo>
                    <a:pt x="770802" y="1246860"/>
                  </a:lnTo>
                  <a:lnTo>
                    <a:pt x="770812" y="1246795"/>
                  </a:lnTo>
                  <a:lnTo>
                    <a:pt x="770820" y="1246760"/>
                  </a:lnTo>
                  <a:lnTo>
                    <a:pt x="770849" y="1246741"/>
                  </a:lnTo>
                  <a:lnTo>
                    <a:pt x="770922" y="1246744"/>
                  </a:lnTo>
                  <a:lnTo>
                    <a:pt x="770956" y="1246734"/>
                  </a:lnTo>
                  <a:lnTo>
                    <a:pt x="770997" y="1246704"/>
                  </a:lnTo>
                  <a:lnTo>
                    <a:pt x="771012" y="1246661"/>
                  </a:lnTo>
                  <a:lnTo>
                    <a:pt x="771010" y="1246593"/>
                  </a:lnTo>
                  <a:lnTo>
                    <a:pt x="770999" y="1246566"/>
                  </a:lnTo>
                  <a:lnTo>
                    <a:pt x="770982" y="1246552"/>
                  </a:lnTo>
                  <a:lnTo>
                    <a:pt x="770970" y="1246527"/>
                  </a:lnTo>
                  <a:lnTo>
                    <a:pt x="770974" y="1246468"/>
                  </a:lnTo>
                  <a:lnTo>
                    <a:pt x="771052" y="1246299"/>
                  </a:lnTo>
                  <a:lnTo>
                    <a:pt x="771064" y="1246253"/>
                  </a:lnTo>
                  <a:lnTo>
                    <a:pt x="771090" y="1246221"/>
                  </a:lnTo>
                  <a:lnTo>
                    <a:pt x="771157" y="1246205"/>
                  </a:lnTo>
                  <a:lnTo>
                    <a:pt x="771170" y="1246188"/>
                  </a:lnTo>
                  <a:lnTo>
                    <a:pt x="771178" y="1246176"/>
                  </a:lnTo>
                  <a:lnTo>
                    <a:pt x="771231" y="1246171"/>
                  </a:lnTo>
                  <a:lnTo>
                    <a:pt x="771370" y="1246168"/>
                  </a:lnTo>
                  <a:lnTo>
                    <a:pt x="771450" y="1246125"/>
                  </a:lnTo>
                  <a:lnTo>
                    <a:pt x="771505" y="1246094"/>
                  </a:lnTo>
                  <a:lnTo>
                    <a:pt x="771538" y="1246005"/>
                  </a:lnTo>
                  <a:lnTo>
                    <a:pt x="771560" y="1245990"/>
                  </a:lnTo>
                  <a:lnTo>
                    <a:pt x="771631" y="1245977"/>
                  </a:lnTo>
                  <a:lnTo>
                    <a:pt x="771679" y="1245954"/>
                  </a:lnTo>
                  <a:lnTo>
                    <a:pt x="771734" y="1245897"/>
                  </a:lnTo>
                  <a:lnTo>
                    <a:pt x="771764" y="1245897"/>
                  </a:lnTo>
                  <a:lnTo>
                    <a:pt x="771825" y="1245918"/>
                  </a:lnTo>
                  <a:lnTo>
                    <a:pt x="771852" y="1245918"/>
                  </a:lnTo>
                  <a:lnTo>
                    <a:pt x="771876" y="1245882"/>
                  </a:lnTo>
                  <a:lnTo>
                    <a:pt x="771901" y="1245861"/>
                  </a:lnTo>
                  <a:lnTo>
                    <a:pt x="771923" y="1245862"/>
                  </a:lnTo>
                  <a:lnTo>
                    <a:pt x="772122" y="1245905"/>
                  </a:lnTo>
                  <a:lnTo>
                    <a:pt x="772252" y="1245931"/>
                  </a:lnTo>
                  <a:lnTo>
                    <a:pt x="772343" y="1245972"/>
                  </a:lnTo>
                  <a:lnTo>
                    <a:pt x="772384" y="1246008"/>
                  </a:lnTo>
                  <a:lnTo>
                    <a:pt x="772422" y="1246043"/>
                  </a:lnTo>
                  <a:lnTo>
                    <a:pt x="772456" y="1246074"/>
                  </a:lnTo>
                  <a:lnTo>
                    <a:pt x="772459" y="1246145"/>
                  </a:lnTo>
                  <a:lnTo>
                    <a:pt x="772470" y="1246191"/>
                  </a:lnTo>
                  <a:lnTo>
                    <a:pt x="772503" y="1246229"/>
                  </a:lnTo>
                  <a:lnTo>
                    <a:pt x="772537" y="1246260"/>
                  </a:lnTo>
                  <a:lnTo>
                    <a:pt x="772567" y="1246269"/>
                  </a:lnTo>
                  <a:lnTo>
                    <a:pt x="772655" y="1246318"/>
                  </a:lnTo>
                  <a:lnTo>
                    <a:pt x="772679" y="1246324"/>
                  </a:lnTo>
                  <a:lnTo>
                    <a:pt x="772698" y="1246314"/>
                  </a:lnTo>
                  <a:lnTo>
                    <a:pt x="772720" y="1246264"/>
                  </a:lnTo>
                  <a:lnTo>
                    <a:pt x="772740" y="1246220"/>
                  </a:lnTo>
                  <a:lnTo>
                    <a:pt x="772833" y="1246124"/>
                  </a:lnTo>
                  <a:lnTo>
                    <a:pt x="772842" y="1246104"/>
                  </a:lnTo>
                  <a:lnTo>
                    <a:pt x="772847" y="1246051"/>
                  </a:lnTo>
                  <a:lnTo>
                    <a:pt x="772855" y="1246039"/>
                  </a:lnTo>
                  <a:lnTo>
                    <a:pt x="772927" y="1246017"/>
                  </a:lnTo>
                  <a:lnTo>
                    <a:pt x="772943" y="1246003"/>
                  </a:lnTo>
                  <a:lnTo>
                    <a:pt x="772954" y="1245938"/>
                  </a:lnTo>
                  <a:lnTo>
                    <a:pt x="772962" y="1245918"/>
                  </a:lnTo>
                  <a:lnTo>
                    <a:pt x="773034" y="1245844"/>
                  </a:lnTo>
                  <a:lnTo>
                    <a:pt x="773044" y="1245840"/>
                  </a:lnTo>
                  <a:lnTo>
                    <a:pt x="773077" y="1245889"/>
                  </a:lnTo>
                  <a:lnTo>
                    <a:pt x="773170" y="1245984"/>
                  </a:lnTo>
                  <a:lnTo>
                    <a:pt x="773237" y="1246023"/>
                  </a:lnTo>
                  <a:lnTo>
                    <a:pt x="773324" y="1246058"/>
                  </a:lnTo>
                  <a:lnTo>
                    <a:pt x="773430" y="1246119"/>
                  </a:lnTo>
                  <a:lnTo>
                    <a:pt x="773457" y="1246129"/>
                  </a:lnTo>
                  <a:lnTo>
                    <a:pt x="773472" y="1246125"/>
                  </a:lnTo>
                  <a:lnTo>
                    <a:pt x="773510" y="1246086"/>
                  </a:lnTo>
                  <a:lnTo>
                    <a:pt x="773542" y="1246058"/>
                  </a:lnTo>
                  <a:lnTo>
                    <a:pt x="773597" y="1245988"/>
                  </a:lnTo>
                  <a:lnTo>
                    <a:pt x="773627" y="1245927"/>
                  </a:lnTo>
                  <a:lnTo>
                    <a:pt x="773650" y="1245907"/>
                  </a:lnTo>
                  <a:lnTo>
                    <a:pt x="773733" y="1245886"/>
                  </a:lnTo>
                  <a:lnTo>
                    <a:pt x="773770" y="1245864"/>
                  </a:lnTo>
                  <a:lnTo>
                    <a:pt x="773809" y="1245799"/>
                  </a:lnTo>
                  <a:lnTo>
                    <a:pt x="773863" y="1245713"/>
                  </a:lnTo>
                  <a:lnTo>
                    <a:pt x="773877" y="1245682"/>
                  </a:lnTo>
                  <a:lnTo>
                    <a:pt x="773888" y="1245629"/>
                  </a:lnTo>
                  <a:lnTo>
                    <a:pt x="773884" y="1245601"/>
                  </a:lnTo>
                  <a:lnTo>
                    <a:pt x="773860" y="1245553"/>
                  </a:lnTo>
                  <a:lnTo>
                    <a:pt x="773856" y="1245529"/>
                  </a:lnTo>
                  <a:lnTo>
                    <a:pt x="773885" y="1245459"/>
                  </a:lnTo>
                  <a:lnTo>
                    <a:pt x="773892" y="1245361"/>
                  </a:lnTo>
                  <a:lnTo>
                    <a:pt x="773886" y="1245343"/>
                  </a:lnTo>
                  <a:lnTo>
                    <a:pt x="773847" y="1245308"/>
                  </a:lnTo>
                  <a:lnTo>
                    <a:pt x="773836" y="1245282"/>
                  </a:lnTo>
                  <a:lnTo>
                    <a:pt x="773834" y="1245187"/>
                  </a:lnTo>
                  <a:lnTo>
                    <a:pt x="773856" y="1245137"/>
                  </a:lnTo>
                  <a:lnTo>
                    <a:pt x="773873" y="1245006"/>
                  </a:lnTo>
                  <a:lnTo>
                    <a:pt x="773849" y="1244917"/>
                  </a:lnTo>
                  <a:lnTo>
                    <a:pt x="773824" y="1244861"/>
                  </a:lnTo>
                  <a:lnTo>
                    <a:pt x="773811" y="1244849"/>
                  </a:lnTo>
                  <a:lnTo>
                    <a:pt x="773738" y="1244837"/>
                  </a:lnTo>
                  <a:lnTo>
                    <a:pt x="773726" y="1244820"/>
                  </a:lnTo>
                  <a:lnTo>
                    <a:pt x="773722" y="1244793"/>
                  </a:lnTo>
                  <a:lnTo>
                    <a:pt x="773718" y="1244777"/>
                  </a:lnTo>
                  <a:lnTo>
                    <a:pt x="773633" y="1244725"/>
                  </a:lnTo>
                  <a:lnTo>
                    <a:pt x="773589" y="1244690"/>
                  </a:lnTo>
                  <a:lnTo>
                    <a:pt x="773581" y="1244660"/>
                  </a:lnTo>
                  <a:lnTo>
                    <a:pt x="773589" y="1244567"/>
                  </a:lnTo>
                  <a:lnTo>
                    <a:pt x="773573" y="1244496"/>
                  </a:lnTo>
                  <a:lnTo>
                    <a:pt x="773531" y="1244429"/>
                  </a:lnTo>
                  <a:lnTo>
                    <a:pt x="773493" y="1244405"/>
                  </a:lnTo>
                  <a:lnTo>
                    <a:pt x="773392" y="1244384"/>
                  </a:lnTo>
                  <a:lnTo>
                    <a:pt x="773342" y="1244368"/>
                  </a:lnTo>
                  <a:lnTo>
                    <a:pt x="773325" y="1244346"/>
                  </a:lnTo>
                  <a:lnTo>
                    <a:pt x="773326" y="1244310"/>
                  </a:lnTo>
                  <a:lnTo>
                    <a:pt x="773317" y="1244286"/>
                  </a:lnTo>
                  <a:lnTo>
                    <a:pt x="773256" y="1244242"/>
                  </a:lnTo>
                  <a:lnTo>
                    <a:pt x="773200" y="1244218"/>
                  </a:lnTo>
                  <a:lnTo>
                    <a:pt x="773130" y="1244181"/>
                  </a:lnTo>
                  <a:lnTo>
                    <a:pt x="773069" y="1244137"/>
                  </a:lnTo>
                  <a:lnTo>
                    <a:pt x="773004" y="1244120"/>
                  </a:lnTo>
                  <a:lnTo>
                    <a:pt x="772955" y="1244100"/>
                  </a:lnTo>
                  <a:lnTo>
                    <a:pt x="772921" y="1244067"/>
                  </a:lnTo>
                  <a:lnTo>
                    <a:pt x="772858" y="1243968"/>
                  </a:lnTo>
                  <a:lnTo>
                    <a:pt x="772794" y="1243922"/>
                  </a:lnTo>
                  <a:lnTo>
                    <a:pt x="772729" y="1243878"/>
                  </a:lnTo>
                  <a:lnTo>
                    <a:pt x="772639" y="1243812"/>
                  </a:lnTo>
                  <a:lnTo>
                    <a:pt x="772600" y="1243753"/>
                  </a:lnTo>
                  <a:lnTo>
                    <a:pt x="772594" y="1243746"/>
                  </a:lnTo>
                  <a:lnTo>
                    <a:pt x="772481" y="1243759"/>
                  </a:lnTo>
                  <a:lnTo>
                    <a:pt x="772349" y="1243811"/>
                  </a:lnTo>
                  <a:lnTo>
                    <a:pt x="772244" y="1243824"/>
                  </a:lnTo>
                  <a:lnTo>
                    <a:pt x="772183" y="1243872"/>
                  </a:lnTo>
                  <a:lnTo>
                    <a:pt x="772144" y="1243883"/>
                  </a:lnTo>
                  <a:lnTo>
                    <a:pt x="772089" y="1243867"/>
                  </a:lnTo>
                  <a:lnTo>
                    <a:pt x="772037" y="1243843"/>
                  </a:lnTo>
                  <a:lnTo>
                    <a:pt x="772001" y="1243841"/>
                  </a:lnTo>
                  <a:lnTo>
                    <a:pt x="771920" y="1243889"/>
                  </a:lnTo>
                  <a:lnTo>
                    <a:pt x="771883" y="1243920"/>
                  </a:lnTo>
                  <a:lnTo>
                    <a:pt x="771840" y="1243984"/>
                  </a:lnTo>
                  <a:lnTo>
                    <a:pt x="771831" y="1244038"/>
                  </a:lnTo>
                  <a:lnTo>
                    <a:pt x="771826" y="1244058"/>
                  </a:lnTo>
                  <a:lnTo>
                    <a:pt x="771789" y="1244068"/>
                  </a:lnTo>
                  <a:lnTo>
                    <a:pt x="771727" y="1244095"/>
                  </a:lnTo>
                  <a:lnTo>
                    <a:pt x="771664" y="1244136"/>
                  </a:lnTo>
                  <a:lnTo>
                    <a:pt x="771637" y="1244189"/>
                  </a:lnTo>
                  <a:lnTo>
                    <a:pt x="771616" y="1244260"/>
                  </a:lnTo>
                  <a:lnTo>
                    <a:pt x="771609" y="1244265"/>
                  </a:lnTo>
                  <a:lnTo>
                    <a:pt x="771522" y="1244256"/>
                  </a:lnTo>
                  <a:lnTo>
                    <a:pt x="771448" y="1244284"/>
                  </a:lnTo>
                  <a:lnTo>
                    <a:pt x="771429" y="1244282"/>
                  </a:lnTo>
                  <a:lnTo>
                    <a:pt x="771394" y="1244239"/>
                  </a:lnTo>
                  <a:lnTo>
                    <a:pt x="771353" y="1244212"/>
                  </a:lnTo>
                  <a:lnTo>
                    <a:pt x="771297" y="1244200"/>
                  </a:lnTo>
                  <a:lnTo>
                    <a:pt x="771201" y="1244189"/>
                  </a:lnTo>
                  <a:lnTo>
                    <a:pt x="771133" y="1244189"/>
                  </a:lnTo>
                  <a:lnTo>
                    <a:pt x="771060" y="1244201"/>
                  </a:lnTo>
                  <a:lnTo>
                    <a:pt x="771032" y="1244191"/>
                  </a:lnTo>
                  <a:lnTo>
                    <a:pt x="771012" y="1244130"/>
                  </a:lnTo>
                  <a:lnTo>
                    <a:pt x="770985" y="1243982"/>
                  </a:lnTo>
                  <a:lnTo>
                    <a:pt x="770957" y="1243889"/>
                  </a:lnTo>
                  <a:lnTo>
                    <a:pt x="770956" y="1243849"/>
                  </a:lnTo>
                  <a:lnTo>
                    <a:pt x="770964" y="1243801"/>
                  </a:lnTo>
                  <a:lnTo>
                    <a:pt x="770948" y="1243759"/>
                  </a:lnTo>
                  <a:lnTo>
                    <a:pt x="770904" y="1243716"/>
                  </a:lnTo>
                  <a:lnTo>
                    <a:pt x="770871" y="1243680"/>
                  </a:lnTo>
                  <a:lnTo>
                    <a:pt x="770863" y="1243658"/>
                  </a:lnTo>
                  <a:lnTo>
                    <a:pt x="770861" y="1243591"/>
                  </a:lnTo>
                  <a:lnTo>
                    <a:pt x="770852" y="1243559"/>
                  </a:lnTo>
                  <a:lnTo>
                    <a:pt x="770810" y="1243503"/>
                  </a:lnTo>
                  <a:lnTo>
                    <a:pt x="770783" y="1243467"/>
                  </a:lnTo>
                  <a:lnTo>
                    <a:pt x="770776" y="1243429"/>
                  </a:lnTo>
                  <a:lnTo>
                    <a:pt x="770782" y="1243317"/>
                  </a:lnTo>
                  <a:lnTo>
                    <a:pt x="770788" y="1243291"/>
                  </a:lnTo>
                  <a:lnTo>
                    <a:pt x="770802" y="1243258"/>
                  </a:lnTo>
                  <a:lnTo>
                    <a:pt x="770802" y="1243244"/>
                  </a:lnTo>
                  <a:lnTo>
                    <a:pt x="770790" y="1243209"/>
                  </a:lnTo>
                  <a:lnTo>
                    <a:pt x="770763" y="1243182"/>
                  </a:lnTo>
                  <a:lnTo>
                    <a:pt x="770739" y="1243175"/>
                  </a:lnTo>
                  <a:lnTo>
                    <a:pt x="770593" y="1243173"/>
                  </a:lnTo>
                  <a:lnTo>
                    <a:pt x="770527" y="1243147"/>
                  </a:lnTo>
                  <a:lnTo>
                    <a:pt x="770502" y="1243147"/>
                  </a:lnTo>
                  <a:lnTo>
                    <a:pt x="770439" y="1243159"/>
                  </a:lnTo>
                  <a:lnTo>
                    <a:pt x="770391" y="1243159"/>
                  </a:lnTo>
                  <a:lnTo>
                    <a:pt x="770335" y="1243150"/>
                  </a:lnTo>
                  <a:lnTo>
                    <a:pt x="770301" y="1243129"/>
                  </a:lnTo>
                  <a:lnTo>
                    <a:pt x="770231" y="1243005"/>
                  </a:lnTo>
                  <a:lnTo>
                    <a:pt x="770203" y="1242974"/>
                  </a:lnTo>
                  <a:lnTo>
                    <a:pt x="770188" y="1242967"/>
                  </a:lnTo>
                  <a:lnTo>
                    <a:pt x="770172" y="1242967"/>
                  </a:lnTo>
                  <a:lnTo>
                    <a:pt x="770137" y="1242982"/>
                  </a:lnTo>
                  <a:lnTo>
                    <a:pt x="770107" y="1243009"/>
                  </a:lnTo>
                  <a:lnTo>
                    <a:pt x="770076" y="1243034"/>
                  </a:lnTo>
                  <a:lnTo>
                    <a:pt x="770018" y="1243031"/>
                  </a:lnTo>
                  <a:lnTo>
                    <a:pt x="769967" y="1243036"/>
                  </a:lnTo>
                  <a:lnTo>
                    <a:pt x="769943" y="1243037"/>
                  </a:lnTo>
                  <a:lnTo>
                    <a:pt x="769935" y="1243033"/>
                  </a:lnTo>
                  <a:lnTo>
                    <a:pt x="769865" y="1242981"/>
                  </a:lnTo>
                  <a:lnTo>
                    <a:pt x="769800" y="1242942"/>
                  </a:lnTo>
                  <a:lnTo>
                    <a:pt x="769771" y="1242904"/>
                  </a:lnTo>
                  <a:lnTo>
                    <a:pt x="769699" y="1242839"/>
                  </a:lnTo>
                  <a:lnTo>
                    <a:pt x="769585" y="1242763"/>
                  </a:lnTo>
                  <a:lnTo>
                    <a:pt x="769554" y="1242759"/>
                  </a:lnTo>
                  <a:lnTo>
                    <a:pt x="769533" y="1242746"/>
                  </a:lnTo>
                  <a:lnTo>
                    <a:pt x="769503" y="1242703"/>
                  </a:lnTo>
                  <a:lnTo>
                    <a:pt x="769468" y="1242662"/>
                  </a:lnTo>
                  <a:lnTo>
                    <a:pt x="769394" y="1242619"/>
                  </a:lnTo>
                  <a:lnTo>
                    <a:pt x="769375" y="1242598"/>
                  </a:lnTo>
                  <a:lnTo>
                    <a:pt x="769311" y="1242518"/>
                  </a:lnTo>
                  <a:lnTo>
                    <a:pt x="769270" y="1242478"/>
                  </a:lnTo>
                  <a:lnTo>
                    <a:pt x="769242" y="1242463"/>
                  </a:lnTo>
                  <a:lnTo>
                    <a:pt x="769190" y="1242402"/>
                  </a:lnTo>
                  <a:lnTo>
                    <a:pt x="769144" y="1242385"/>
                  </a:lnTo>
                  <a:lnTo>
                    <a:pt x="769086" y="1242380"/>
                  </a:lnTo>
                  <a:lnTo>
                    <a:pt x="769036" y="1242354"/>
                  </a:lnTo>
                  <a:lnTo>
                    <a:pt x="769007" y="1242349"/>
                  </a:lnTo>
                  <a:lnTo>
                    <a:pt x="768912" y="1242358"/>
                  </a:lnTo>
                  <a:lnTo>
                    <a:pt x="768791" y="1242369"/>
                  </a:lnTo>
                  <a:lnTo>
                    <a:pt x="768740" y="1242379"/>
                  </a:lnTo>
                  <a:lnTo>
                    <a:pt x="768695" y="1242388"/>
                  </a:lnTo>
                  <a:lnTo>
                    <a:pt x="768649" y="1242407"/>
                  </a:lnTo>
                  <a:lnTo>
                    <a:pt x="768604" y="1242411"/>
                  </a:lnTo>
                  <a:lnTo>
                    <a:pt x="768557" y="1242393"/>
                  </a:lnTo>
                  <a:lnTo>
                    <a:pt x="768513" y="1242343"/>
                  </a:lnTo>
                  <a:lnTo>
                    <a:pt x="768456" y="1242263"/>
                  </a:lnTo>
                  <a:lnTo>
                    <a:pt x="768345" y="1242187"/>
                  </a:lnTo>
                  <a:lnTo>
                    <a:pt x="768235" y="1242115"/>
                  </a:lnTo>
                  <a:lnTo>
                    <a:pt x="768062" y="1242030"/>
                  </a:lnTo>
                  <a:lnTo>
                    <a:pt x="768012" y="1241991"/>
                  </a:lnTo>
                  <a:lnTo>
                    <a:pt x="767995" y="1241943"/>
                  </a:lnTo>
                  <a:lnTo>
                    <a:pt x="767999" y="1241897"/>
                  </a:lnTo>
                  <a:lnTo>
                    <a:pt x="768030" y="1241792"/>
                  </a:lnTo>
                  <a:lnTo>
                    <a:pt x="768058" y="1241697"/>
                  </a:lnTo>
                  <a:lnTo>
                    <a:pt x="768126" y="1241564"/>
                  </a:lnTo>
                  <a:lnTo>
                    <a:pt x="768169" y="1241445"/>
                  </a:lnTo>
                  <a:lnTo>
                    <a:pt x="768212" y="1241289"/>
                  </a:lnTo>
                  <a:lnTo>
                    <a:pt x="768241" y="1241156"/>
                  </a:lnTo>
                  <a:lnTo>
                    <a:pt x="768272" y="1241088"/>
                  </a:lnTo>
                  <a:lnTo>
                    <a:pt x="768344" y="1240991"/>
                  </a:lnTo>
                  <a:lnTo>
                    <a:pt x="768344" y="1240970"/>
                  </a:lnTo>
                  <a:lnTo>
                    <a:pt x="768330" y="1240928"/>
                  </a:lnTo>
                  <a:lnTo>
                    <a:pt x="768284" y="1240844"/>
                  </a:lnTo>
                  <a:lnTo>
                    <a:pt x="768241" y="1240772"/>
                  </a:lnTo>
                  <a:lnTo>
                    <a:pt x="768202" y="1240602"/>
                  </a:lnTo>
                  <a:lnTo>
                    <a:pt x="768183" y="1240546"/>
                  </a:lnTo>
                  <a:lnTo>
                    <a:pt x="768131" y="1240482"/>
                  </a:lnTo>
                  <a:lnTo>
                    <a:pt x="768039" y="1240349"/>
                  </a:lnTo>
                  <a:lnTo>
                    <a:pt x="767947" y="1240282"/>
                  </a:lnTo>
                  <a:lnTo>
                    <a:pt x="767833" y="1240245"/>
                  </a:lnTo>
                  <a:lnTo>
                    <a:pt x="767727" y="1240252"/>
                  </a:lnTo>
                  <a:lnTo>
                    <a:pt x="767633" y="1240249"/>
                  </a:lnTo>
                  <a:lnTo>
                    <a:pt x="767614" y="1240240"/>
                  </a:lnTo>
                  <a:lnTo>
                    <a:pt x="767562" y="1240110"/>
                  </a:lnTo>
                  <a:lnTo>
                    <a:pt x="767543" y="1240015"/>
                  </a:lnTo>
                  <a:lnTo>
                    <a:pt x="767498" y="1239920"/>
                  </a:lnTo>
                  <a:lnTo>
                    <a:pt x="767450" y="1239777"/>
                  </a:lnTo>
                  <a:lnTo>
                    <a:pt x="767436" y="1239734"/>
                  </a:lnTo>
                  <a:lnTo>
                    <a:pt x="767393" y="1239676"/>
                  </a:lnTo>
                  <a:lnTo>
                    <a:pt x="767370" y="1239606"/>
                  </a:lnTo>
                  <a:lnTo>
                    <a:pt x="767362" y="1239503"/>
                  </a:lnTo>
                  <a:lnTo>
                    <a:pt x="767347" y="1239470"/>
                  </a:lnTo>
                  <a:lnTo>
                    <a:pt x="767288" y="1239430"/>
                  </a:lnTo>
                  <a:lnTo>
                    <a:pt x="767164" y="1239411"/>
                  </a:lnTo>
                  <a:lnTo>
                    <a:pt x="767148" y="1239396"/>
                  </a:lnTo>
                  <a:lnTo>
                    <a:pt x="767149" y="1239341"/>
                  </a:lnTo>
                  <a:lnTo>
                    <a:pt x="767161" y="1239295"/>
                  </a:lnTo>
                  <a:lnTo>
                    <a:pt x="767161" y="1239277"/>
                  </a:lnTo>
                  <a:lnTo>
                    <a:pt x="767150" y="1239264"/>
                  </a:lnTo>
                  <a:lnTo>
                    <a:pt x="767150" y="1239254"/>
                  </a:lnTo>
                  <a:lnTo>
                    <a:pt x="767150" y="1239238"/>
                  </a:lnTo>
                  <a:lnTo>
                    <a:pt x="767158" y="1239225"/>
                  </a:lnTo>
                  <a:lnTo>
                    <a:pt x="767167" y="1239215"/>
                  </a:lnTo>
                  <a:lnTo>
                    <a:pt x="767172" y="1239206"/>
                  </a:lnTo>
                  <a:lnTo>
                    <a:pt x="767171" y="1239182"/>
                  </a:lnTo>
                  <a:lnTo>
                    <a:pt x="767171" y="1239139"/>
                  </a:lnTo>
                  <a:lnTo>
                    <a:pt x="767173" y="1239118"/>
                  </a:lnTo>
                  <a:lnTo>
                    <a:pt x="767184" y="1239086"/>
                  </a:lnTo>
                  <a:lnTo>
                    <a:pt x="767202" y="1239031"/>
                  </a:lnTo>
                  <a:lnTo>
                    <a:pt x="767207" y="1238996"/>
                  </a:lnTo>
                  <a:lnTo>
                    <a:pt x="767209" y="1238984"/>
                  </a:lnTo>
                  <a:lnTo>
                    <a:pt x="767210" y="1238976"/>
                  </a:lnTo>
                  <a:lnTo>
                    <a:pt x="767207" y="1238972"/>
                  </a:lnTo>
                  <a:lnTo>
                    <a:pt x="767203" y="1238967"/>
                  </a:lnTo>
                  <a:lnTo>
                    <a:pt x="767191" y="1238961"/>
                  </a:lnTo>
                  <a:lnTo>
                    <a:pt x="767167" y="1238951"/>
                  </a:lnTo>
                  <a:lnTo>
                    <a:pt x="767122" y="1238938"/>
                  </a:lnTo>
                  <a:lnTo>
                    <a:pt x="767032" y="1238922"/>
                  </a:lnTo>
                  <a:lnTo>
                    <a:pt x="767015" y="1238922"/>
                  </a:lnTo>
                  <a:lnTo>
                    <a:pt x="766969" y="1238914"/>
                  </a:lnTo>
                  <a:lnTo>
                    <a:pt x="766929" y="1238910"/>
                  </a:lnTo>
                  <a:lnTo>
                    <a:pt x="766884" y="1238910"/>
                  </a:lnTo>
                  <a:lnTo>
                    <a:pt x="766867" y="1238908"/>
                  </a:lnTo>
                  <a:lnTo>
                    <a:pt x="766846" y="1238898"/>
                  </a:lnTo>
                  <a:lnTo>
                    <a:pt x="766822" y="1238880"/>
                  </a:lnTo>
                  <a:lnTo>
                    <a:pt x="766793" y="1238857"/>
                  </a:lnTo>
                  <a:lnTo>
                    <a:pt x="766784" y="1238848"/>
                  </a:lnTo>
                  <a:lnTo>
                    <a:pt x="766779" y="1238841"/>
                  </a:lnTo>
                  <a:lnTo>
                    <a:pt x="766773" y="1238841"/>
                  </a:lnTo>
                  <a:lnTo>
                    <a:pt x="766756" y="1238845"/>
                  </a:lnTo>
                  <a:lnTo>
                    <a:pt x="766726" y="1238855"/>
                  </a:lnTo>
                  <a:lnTo>
                    <a:pt x="766707" y="1238858"/>
                  </a:lnTo>
                  <a:lnTo>
                    <a:pt x="766658" y="1238850"/>
                  </a:lnTo>
                  <a:lnTo>
                    <a:pt x="766642" y="1238847"/>
                  </a:lnTo>
                  <a:lnTo>
                    <a:pt x="766602" y="1238831"/>
                  </a:lnTo>
                  <a:lnTo>
                    <a:pt x="766568" y="1238821"/>
                  </a:lnTo>
                  <a:lnTo>
                    <a:pt x="766537" y="1238802"/>
                  </a:lnTo>
                  <a:lnTo>
                    <a:pt x="766493" y="1238790"/>
                  </a:lnTo>
                  <a:lnTo>
                    <a:pt x="766482" y="1238789"/>
                  </a:lnTo>
                  <a:lnTo>
                    <a:pt x="766475" y="1238789"/>
                  </a:lnTo>
                  <a:lnTo>
                    <a:pt x="766460" y="1238791"/>
                  </a:lnTo>
                  <a:lnTo>
                    <a:pt x="766440" y="1238795"/>
                  </a:lnTo>
                  <a:lnTo>
                    <a:pt x="766390" y="1238796"/>
                  </a:lnTo>
                  <a:lnTo>
                    <a:pt x="766352" y="1238797"/>
                  </a:lnTo>
                  <a:lnTo>
                    <a:pt x="766342" y="1238801"/>
                  </a:lnTo>
                  <a:lnTo>
                    <a:pt x="766315" y="1238841"/>
                  </a:lnTo>
                  <a:lnTo>
                    <a:pt x="766286" y="1238875"/>
                  </a:lnTo>
                  <a:lnTo>
                    <a:pt x="766259" y="1238898"/>
                  </a:lnTo>
                  <a:lnTo>
                    <a:pt x="766235" y="1238924"/>
                  </a:lnTo>
                  <a:lnTo>
                    <a:pt x="766211" y="1238966"/>
                  </a:lnTo>
                  <a:lnTo>
                    <a:pt x="766198" y="1238993"/>
                  </a:lnTo>
                  <a:lnTo>
                    <a:pt x="766190" y="1239014"/>
                  </a:lnTo>
                  <a:lnTo>
                    <a:pt x="766176" y="1239032"/>
                  </a:lnTo>
                  <a:lnTo>
                    <a:pt x="766159" y="1239045"/>
                  </a:lnTo>
                  <a:lnTo>
                    <a:pt x="766126" y="1239086"/>
                  </a:lnTo>
                  <a:lnTo>
                    <a:pt x="766091" y="1239130"/>
                  </a:lnTo>
                  <a:lnTo>
                    <a:pt x="766074" y="1239149"/>
                  </a:lnTo>
                  <a:lnTo>
                    <a:pt x="766052" y="1239158"/>
                  </a:lnTo>
                  <a:lnTo>
                    <a:pt x="766035" y="1239157"/>
                  </a:lnTo>
                  <a:lnTo>
                    <a:pt x="766008" y="1239145"/>
                  </a:lnTo>
                  <a:lnTo>
                    <a:pt x="765965" y="1239130"/>
                  </a:lnTo>
                  <a:lnTo>
                    <a:pt x="765931" y="1239118"/>
                  </a:lnTo>
                  <a:lnTo>
                    <a:pt x="765886" y="1239091"/>
                  </a:lnTo>
                  <a:lnTo>
                    <a:pt x="765864" y="1239072"/>
                  </a:lnTo>
                  <a:lnTo>
                    <a:pt x="765842" y="1239047"/>
                  </a:lnTo>
                  <a:lnTo>
                    <a:pt x="765822" y="1239017"/>
                  </a:lnTo>
                  <a:lnTo>
                    <a:pt x="765804" y="1238985"/>
                  </a:lnTo>
                  <a:lnTo>
                    <a:pt x="765787" y="1238948"/>
                  </a:lnTo>
                  <a:lnTo>
                    <a:pt x="765770" y="1238892"/>
                  </a:lnTo>
                  <a:lnTo>
                    <a:pt x="765762" y="1238878"/>
                  </a:lnTo>
                  <a:lnTo>
                    <a:pt x="765750" y="1238849"/>
                  </a:lnTo>
                  <a:lnTo>
                    <a:pt x="765747" y="1238829"/>
                  </a:lnTo>
                  <a:lnTo>
                    <a:pt x="765744" y="1238816"/>
                  </a:lnTo>
                  <a:lnTo>
                    <a:pt x="765743" y="1238796"/>
                  </a:lnTo>
                  <a:lnTo>
                    <a:pt x="765747" y="1238772"/>
                  </a:lnTo>
                  <a:lnTo>
                    <a:pt x="765757" y="1238742"/>
                  </a:lnTo>
                  <a:lnTo>
                    <a:pt x="765769" y="1238725"/>
                  </a:lnTo>
                  <a:lnTo>
                    <a:pt x="765788" y="1238706"/>
                  </a:lnTo>
                  <a:lnTo>
                    <a:pt x="765806" y="1238683"/>
                  </a:lnTo>
                  <a:lnTo>
                    <a:pt x="765810" y="1238674"/>
                  </a:lnTo>
                  <a:lnTo>
                    <a:pt x="765810" y="1238654"/>
                  </a:lnTo>
                  <a:lnTo>
                    <a:pt x="765809" y="1238646"/>
                  </a:lnTo>
                  <a:lnTo>
                    <a:pt x="765794" y="1238629"/>
                  </a:lnTo>
                  <a:lnTo>
                    <a:pt x="765778" y="1238620"/>
                  </a:lnTo>
                  <a:lnTo>
                    <a:pt x="765754" y="1238604"/>
                  </a:lnTo>
                  <a:lnTo>
                    <a:pt x="765740" y="1238589"/>
                  </a:lnTo>
                  <a:lnTo>
                    <a:pt x="765729" y="1238577"/>
                  </a:lnTo>
                  <a:lnTo>
                    <a:pt x="765723" y="1238563"/>
                  </a:lnTo>
                  <a:lnTo>
                    <a:pt x="765717" y="1238546"/>
                  </a:lnTo>
                  <a:lnTo>
                    <a:pt x="765712" y="1238520"/>
                  </a:lnTo>
                  <a:lnTo>
                    <a:pt x="765708" y="1238511"/>
                  </a:lnTo>
                  <a:lnTo>
                    <a:pt x="765705" y="1238505"/>
                  </a:lnTo>
                  <a:lnTo>
                    <a:pt x="765697" y="1238502"/>
                  </a:lnTo>
                  <a:lnTo>
                    <a:pt x="765686" y="1238499"/>
                  </a:lnTo>
                  <a:lnTo>
                    <a:pt x="765670" y="1238499"/>
                  </a:lnTo>
                  <a:lnTo>
                    <a:pt x="765641" y="1238498"/>
                  </a:lnTo>
                  <a:lnTo>
                    <a:pt x="765627" y="1238499"/>
                  </a:lnTo>
                  <a:lnTo>
                    <a:pt x="765620" y="1238498"/>
                  </a:lnTo>
                  <a:lnTo>
                    <a:pt x="765610" y="1238494"/>
                  </a:lnTo>
                  <a:lnTo>
                    <a:pt x="765593" y="1238484"/>
                  </a:lnTo>
                  <a:lnTo>
                    <a:pt x="765555" y="1238463"/>
                  </a:lnTo>
                  <a:lnTo>
                    <a:pt x="765534" y="1238444"/>
                  </a:lnTo>
                  <a:lnTo>
                    <a:pt x="765507" y="1238412"/>
                  </a:lnTo>
                  <a:lnTo>
                    <a:pt x="765487" y="1238387"/>
                  </a:lnTo>
                  <a:lnTo>
                    <a:pt x="765475" y="1238372"/>
                  </a:lnTo>
                  <a:lnTo>
                    <a:pt x="765464" y="1238354"/>
                  </a:lnTo>
                  <a:lnTo>
                    <a:pt x="765449" y="1238331"/>
                  </a:lnTo>
                  <a:lnTo>
                    <a:pt x="765437" y="1238313"/>
                  </a:lnTo>
                  <a:lnTo>
                    <a:pt x="765433" y="1238307"/>
                  </a:lnTo>
                  <a:lnTo>
                    <a:pt x="765426" y="1238306"/>
                  </a:lnTo>
                  <a:lnTo>
                    <a:pt x="765417" y="1238306"/>
                  </a:lnTo>
                  <a:lnTo>
                    <a:pt x="765401" y="1238314"/>
                  </a:lnTo>
                  <a:lnTo>
                    <a:pt x="765386" y="1238322"/>
                  </a:lnTo>
                  <a:lnTo>
                    <a:pt x="765377" y="1238323"/>
                  </a:lnTo>
                  <a:lnTo>
                    <a:pt x="765346" y="1238324"/>
                  </a:lnTo>
                  <a:lnTo>
                    <a:pt x="765310" y="1238323"/>
                  </a:lnTo>
                  <a:lnTo>
                    <a:pt x="765287" y="1238320"/>
                  </a:lnTo>
                  <a:lnTo>
                    <a:pt x="765265" y="1238317"/>
                  </a:lnTo>
                  <a:lnTo>
                    <a:pt x="765253" y="1238315"/>
                  </a:lnTo>
                  <a:lnTo>
                    <a:pt x="765246" y="1238317"/>
                  </a:lnTo>
                  <a:lnTo>
                    <a:pt x="765239" y="1238324"/>
                  </a:lnTo>
                  <a:lnTo>
                    <a:pt x="765223" y="1238342"/>
                  </a:lnTo>
                  <a:lnTo>
                    <a:pt x="765166" y="1238366"/>
                  </a:lnTo>
                  <a:lnTo>
                    <a:pt x="765133" y="1238383"/>
                  </a:lnTo>
                  <a:lnTo>
                    <a:pt x="765099" y="1238402"/>
                  </a:lnTo>
                  <a:lnTo>
                    <a:pt x="765082" y="1238404"/>
                  </a:lnTo>
                  <a:lnTo>
                    <a:pt x="765076" y="1238403"/>
                  </a:lnTo>
                  <a:lnTo>
                    <a:pt x="765070" y="1238398"/>
                  </a:lnTo>
                  <a:lnTo>
                    <a:pt x="765049" y="1238382"/>
                  </a:lnTo>
                  <a:lnTo>
                    <a:pt x="765020" y="1238366"/>
                  </a:lnTo>
                  <a:lnTo>
                    <a:pt x="764993" y="1238346"/>
                  </a:lnTo>
                  <a:lnTo>
                    <a:pt x="764973" y="1238326"/>
                  </a:lnTo>
                  <a:lnTo>
                    <a:pt x="764961" y="1238319"/>
                  </a:lnTo>
                  <a:lnTo>
                    <a:pt x="764952" y="1238318"/>
                  </a:lnTo>
                  <a:lnTo>
                    <a:pt x="764919" y="1238324"/>
                  </a:lnTo>
                  <a:lnTo>
                    <a:pt x="764894" y="1238340"/>
                  </a:lnTo>
                  <a:lnTo>
                    <a:pt x="764862" y="1238353"/>
                  </a:lnTo>
                  <a:lnTo>
                    <a:pt x="764845" y="1238356"/>
                  </a:lnTo>
                  <a:lnTo>
                    <a:pt x="764818" y="1238349"/>
                  </a:lnTo>
                  <a:lnTo>
                    <a:pt x="764742" y="1238297"/>
                  </a:lnTo>
                  <a:lnTo>
                    <a:pt x="764731" y="1238287"/>
                  </a:lnTo>
                  <a:lnTo>
                    <a:pt x="764720" y="1238268"/>
                  </a:lnTo>
                  <a:lnTo>
                    <a:pt x="764711" y="1238247"/>
                  </a:lnTo>
                  <a:lnTo>
                    <a:pt x="764692" y="1238212"/>
                  </a:lnTo>
                  <a:lnTo>
                    <a:pt x="764679" y="1238190"/>
                  </a:lnTo>
                  <a:lnTo>
                    <a:pt x="764663" y="1238166"/>
                  </a:lnTo>
                  <a:lnTo>
                    <a:pt x="764651" y="1238152"/>
                  </a:lnTo>
                  <a:lnTo>
                    <a:pt x="764637" y="1238140"/>
                  </a:lnTo>
                  <a:lnTo>
                    <a:pt x="764610" y="1238119"/>
                  </a:lnTo>
                  <a:lnTo>
                    <a:pt x="764596" y="1238103"/>
                  </a:lnTo>
                  <a:lnTo>
                    <a:pt x="764581" y="1238083"/>
                  </a:lnTo>
                  <a:lnTo>
                    <a:pt x="764570" y="1238055"/>
                  </a:lnTo>
                  <a:lnTo>
                    <a:pt x="764565" y="1238032"/>
                  </a:lnTo>
                  <a:lnTo>
                    <a:pt x="764554" y="1237986"/>
                  </a:lnTo>
                  <a:lnTo>
                    <a:pt x="764545" y="1237969"/>
                  </a:lnTo>
                  <a:lnTo>
                    <a:pt x="764535" y="1237960"/>
                  </a:lnTo>
                  <a:lnTo>
                    <a:pt x="764518" y="1237952"/>
                  </a:lnTo>
                  <a:lnTo>
                    <a:pt x="764503" y="1237951"/>
                  </a:lnTo>
                  <a:lnTo>
                    <a:pt x="764441" y="1237954"/>
                  </a:lnTo>
                  <a:lnTo>
                    <a:pt x="764411" y="1237959"/>
                  </a:lnTo>
                  <a:lnTo>
                    <a:pt x="764401" y="1237956"/>
                  </a:lnTo>
                  <a:lnTo>
                    <a:pt x="764397" y="1237949"/>
                  </a:lnTo>
                  <a:lnTo>
                    <a:pt x="764383" y="1237916"/>
                  </a:lnTo>
                  <a:lnTo>
                    <a:pt x="764377" y="1237896"/>
                  </a:lnTo>
                  <a:lnTo>
                    <a:pt x="764363" y="1237869"/>
                  </a:lnTo>
                  <a:lnTo>
                    <a:pt x="764346" y="1237847"/>
                  </a:lnTo>
                  <a:lnTo>
                    <a:pt x="764328" y="1237820"/>
                  </a:lnTo>
                  <a:lnTo>
                    <a:pt x="764321" y="1237810"/>
                  </a:lnTo>
                  <a:lnTo>
                    <a:pt x="764316" y="1237808"/>
                  </a:lnTo>
                  <a:lnTo>
                    <a:pt x="764297" y="1237798"/>
                  </a:lnTo>
                  <a:lnTo>
                    <a:pt x="764257" y="1237788"/>
                  </a:lnTo>
                  <a:lnTo>
                    <a:pt x="764229" y="1237787"/>
                  </a:lnTo>
                  <a:lnTo>
                    <a:pt x="764160" y="1237788"/>
                  </a:lnTo>
                  <a:lnTo>
                    <a:pt x="764127" y="1237791"/>
                  </a:lnTo>
                  <a:lnTo>
                    <a:pt x="764043" y="1237786"/>
                  </a:lnTo>
                  <a:lnTo>
                    <a:pt x="763995" y="1237780"/>
                  </a:lnTo>
                  <a:lnTo>
                    <a:pt x="763936" y="1237777"/>
                  </a:lnTo>
                  <a:lnTo>
                    <a:pt x="763886" y="1237776"/>
                  </a:lnTo>
                  <a:lnTo>
                    <a:pt x="763837" y="1237774"/>
                  </a:lnTo>
                  <a:lnTo>
                    <a:pt x="763816" y="1237772"/>
                  </a:lnTo>
                  <a:lnTo>
                    <a:pt x="763796" y="1237768"/>
                  </a:lnTo>
                  <a:lnTo>
                    <a:pt x="763774" y="1237759"/>
                  </a:lnTo>
                  <a:lnTo>
                    <a:pt x="763738" y="1237746"/>
                  </a:lnTo>
                  <a:lnTo>
                    <a:pt x="763702" y="1237738"/>
                  </a:lnTo>
                  <a:lnTo>
                    <a:pt x="763680" y="1237728"/>
                  </a:lnTo>
                  <a:lnTo>
                    <a:pt x="763657" y="1237708"/>
                  </a:lnTo>
                  <a:lnTo>
                    <a:pt x="763640" y="1237684"/>
                  </a:lnTo>
                  <a:lnTo>
                    <a:pt x="763616" y="1237652"/>
                  </a:lnTo>
                  <a:lnTo>
                    <a:pt x="763595" y="1237620"/>
                  </a:lnTo>
                  <a:lnTo>
                    <a:pt x="763568" y="1237570"/>
                  </a:lnTo>
                  <a:lnTo>
                    <a:pt x="763562" y="1237559"/>
                  </a:lnTo>
                  <a:lnTo>
                    <a:pt x="763541" y="1237530"/>
                  </a:lnTo>
                  <a:lnTo>
                    <a:pt x="763523" y="1237509"/>
                  </a:lnTo>
                  <a:lnTo>
                    <a:pt x="763501" y="1237491"/>
                  </a:lnTo>
                  <a:lnTo>
                    <a:pt x="763479" y="1237479"/>
                  </a:lnTo>
                  <a:lnTo>
                    <a:pt x="763435" y="1237452"/>
                  </a:lnTo>
                  <a:lnTo>
                    <a:pt x="763393" y="1237436"/>
                  </a:lnTo>
                  <a:lnTo>
                    <a:pt x="763382" y="1237433"/>
                  </a:lnTo>
                  <a:lnTo>
                    <a:pt x="763366" y="1237430"/>
                  </a:lnTo>
                  <a:lnTo>
                    <a:pt x="763347" y="1237421"/>
                  </a:lnTo>
                  <a:lnTo>
                    <a:pt x="763328" y="1237408"/>
                  </a:lnTo>
                  <a:lnTo>
                    <a:pt x="763311" y="1237385"/>
                  </a:lnTo>
                  <a:lnTo>
                    <a:pt x="763293" y="1237358"/>
                  </a:lnTo>
                  <a:lnTo>
                    <a:pt x="763264" y="1237326"/>
                  </a:lnTo>
                  <a:lnTo>
                    <a:pt x="763250" y="1237317"/>
                  </a:lnTo>
                  <a:lnTo>
                    <a:pt x="763224" y="1237293"/>
                  </a:lnTo>
                  <a:lnTo>
                    <a:pt x="763188" y="1237268"/>
                  </a:lnTo>
                  <a:lnTo>
                    <a:pt x="763160" y="1237253"/>
                  </a:lnTo>
                  <a:lnTo>
                    <a:pt x="763120" y="1237230"/>
                  </a:lnTo>
                  <a:lnTo>
                    <a:pt x="763085" y="1237211"/>
                  </a:lnTo>
                  <a:lnTo>
                    <a:pt x="763065" y="1237196"/>
                  </a:lnTo>
                  <a:lnTo>
                    <a:pt x="763048" y="1237167"/>
                  </a:lnTo>
                  <a:lnTo>
                    <a:pt x="763034" y="1237139"/>
                  </a:lnTo>
                  <a:lnTo>
                    <a:pt x="763025" y="1237117"/>
                  </a:lnTo>
                  <a:lnTo>
                    <a:pt x="763006" y="1237087"/>
                  </a:lnTo>
                  <a:lnTo>
                    <a:pt x="762975" y="1237048"/>
                  </a:lnTo>
                  <a:lnTo>
                    <a:pt x="762961" y="1237034"/>
                  </a:lnTo>
                  <a:lnTo>
                    <a:pt x="762934" y="1237006"/>
                  </a:lnTo>
                  <a:lnTo>
                    <a:pt x="762896" y="1236966"/>
                  </a:lnTo>
                  <a:lnTo>
                    <a:pt x="762864" y="1236940"/>
                  </a:lnTo>
                  <a:lnTo>
                    <a:pt x="762830" y="1236917"/>
                  </a:lnTo>
                  <a:lnTo>
                    <a:pt x="762800" y="1236904"/>
                  </a:lnTo>
                  <a:lnTo>
                    <a:pt x="762784" y="1236905"/>
                  </a:lnTo>
                  <a:lnTo>
                    <a:pt x="762754" y="1236918"/>
                  </a:lnTo>
                  <a:lnTo>
                    <a:pt x="762722" y="1236938"/>
                  </a:lnTo>
                  <a:lnTo>
                    <a:pt x="762690" y="1236949"/>
                  </a:lnTo>
                  <a:lnTo>
                    <a:pt x="762651" y="1236948"/>
                  </a:lnTo>
                  <a:lnTo>
                    <a:pt x="762642" y="1236946"/>
                  </a:lnTo>
                  <a:lnTo>
                    <a:pt x="762612" y="1236939"/>
                  </a:lnTo>
                  <a:lnTo>
                    <a:pt x="762583" y="1236926"/>
                  </a:lnTo>
                  <a:lnTo>
                    <a:pt x="762549" y="1236914"/>
                  </a:lnTo>
                  <a:lnTo>
                    <a:pt x="762505" y="1236904"/>
                  </a:lnTo>
                  <a:lnTo>
                    <a:pt x="762472" y="1236906"/>
                  </a:lnTo>
                  <a:lnTo>
                    <a:pt x="762440" y="1236908"/>
                  </a:lnTo>
                  <a:lnTo>
                    <a:pt x="762390" y="1236908"/>
                  </a:lnTo>
                  <a:lnTo>
                    <a:pt x="762347" y="1236906"/>
                  </a:lnTo>
                  <a:lnTo>
                    <a:pt x="762302" y="1236910"/>
                  </a:lnTo>
                  <a:lnTo>
                    <a:pt x="762279" y="1236914"/>
                  </a:lnTo>
                  <a:lnTo>
                    <a:pt x="762263" y="1236924"/>
                  </a:lnTo>
                  <a:lnTo>
                    <a:pt x="762243" y="1236937"/>
                  </a:lnTo>
                  <a:lnTo>
                    <a:pt x="762222" y="1236945"/>
                  </a:lnTo>
                  <a:lnTo>
                    <a:pt x="762209" y="1236948"/>
                  </a:lnTo>
                  <a:lnTo>
                    <a:pt x="762192" y="1236947"/>
                  </a:lnTo>
                  <a:lnTo>
                    <a:pt x="762172" y="1236939"/>
                  </a:lnTo>
                  <a:lnTo>
                    <a:pt x="762121" y="1236915"/>
                  </a:lnTo>
                  <a:lnTo>
                    <a:pt x="762060" y="1236889"/>
                  </a:lnTo>
                  <a:lnTo>
                    <a:pt x="762008" y="1236870"/>
                  </a:lnTo>
                  <a:lnTo>
                    <a:pt x="761997" y="1236862"/>
                  </a:lnTo>
                  <a:lnTo>
                    <a:pt x="761987" y="1236848"/>
                  </a:lnTo>
                  <a:lnTo>
                    <a:pt x="761985" y="1236839"/>
                  </a:lnTo>
                  <a:lnTo>
                    <a:pt x="761985" y="1236820"/>
                  </a:lnTo>
                  <a:lnTo>
                    <a:pt x="761985" y="1236795"/>
                  </a:lnTo>
                  <a:lnTo>
                    <a:pt x="761981" y="1236762"/>
                  </a:lnTo>
                  <a:lnTo>
                    <a:pt x="761983" y="1236724"/>
                  </a:lnTo>
                  <a:lnTo>
                    <a:pt x="761985" y="1236694"/>
                  </a:lnTo>
                  <a:lnTo>
                    <a:pt x="761990" y="1236634"/>
                  </a:lnTo>
                  <a:lnTo>
                    <a:pt x="761989" y="1236604"/>
                  </a:lnTo>
                  <a:lnTo>
                    <a:pt x="761995" y="1236568"/>
                  </a:lnTo>
                  <a:lnTo>
                    <a:pt x="762003" y="1236558"/>
                  </a:lnTo>
                  <a:lnTo>
                    <a:pt x="762004" y="1236543"/>
                  </a:lnTo>
                  <a:lnTo>
                    <a:pt x="762004" y="1236534"/>
                  </a:lnTo>
                  <a:lnTo>
                    <a:pt x="762002" y="1236524"/>
                  </a:lnTo>
                  <a:lnTo>
                    <a:pt x="762001" y="1236516"/>
                  </a:lnTo>
                  <a:lnTo>
                    <a:pt x="761998" y="1236510"/>
                  </a:lnTo>
                  <a:lnTo>
                    <a:pt x="761991" y="1236500"/>
                  </a:lnTo>
                  <a:lnTo>
                    <a:pt x="761979" y="1236486"/>
                  </a:lnTo>
                  <a:lnTo>
                    <a:pt x="761968" y="1236467"/>
                  </a:lnTo>
                  <a:lnTo>
                    <a:pt x="761962" y="1236454"/>
                  </a:lnTo>
                  <a:lnTo>
                    <a:pt x="761962" y="1236437"/>
                  </a:lnTo>
                  <a:lnTo>
                    <a:pt x="761963" y="1236403"/>
                  </a:lnTo>
                  <a:lnTo>
                    <a:pt x="761974" y="1236364"/>
                  </a:lnTo>
                  <a:lnTo>
                    <a:pt x="761981" y="1236327"/>
                  </a:lnTo>
                  <a:lnTo>
                    <a:pt x="761997" y="1236300"/>
                  </a:lnTo>
                  <a:lnTo>
                    <a:pt x="761997" y="1236290"/>
                  </a:lnTo>
                  <a:lnTo>
                    <a:pt x="761994" y="1236281"/>
                  </a:lnTo>
                  <a:lnTo>
                    <a:pt x="761988" y="1236271"/>
                  </a:lnTo>
                  <a:lnTo>
                    <a:pt x="761963" y="1236254"/>
                  </a:lnTo>
                  <a:lnTo>
                    <a:pt x="761953" y="1236247"/>
                  </a:lnTo>
                  <a:lnTo>
                    <a:pt x="761940" y="1236238"/>
                  </a:lnTo>
                  <a:lnTo>
                    <a:pt x="761917" y="1236217"/>
                  </a:lnTo>
                  <a:lnTo>
                    <a:pt x="761887" y="1236185"/>
                  </a:lnTo>
                  <a:lnTo>
                    <a:pt x="761867" y="1236157"/>
                  </a:lnTo>
                  <a:lnTo>
                    <a:pt x="761834" y="1236123"/>
                  </a:lnTo>
                  <a:lnTo>
                    <a:pt x="761811" y="1236107"/>
                  </a:lnTo>
                  <a:lnTo>
                    <a:pt x="761800" y="1236102"/>
                  </a:lnTo>
                  <a:lnTo>
                    <a:pt x="761787" y="1236101"/>
                  </a:lnTo>
                  <a:lnTo>
                    <a:pt x="761765" y="1236099"/>
                  </a:lnTo>
                  <a:lnTo>
                    <a:pt x="761745" y="1236094"/>
                  </a:lnTo>
                  <a:lnTo>
                    <a:pt x="761732" y="1236090"/>
                  </a:lnTo>
                  <a:lnTo>
                    <a:pt x="761696" y="1236084"/>
                  </a:lnTo>
                  <a:lnTo>
                    <a:pt x="761669" y="1236084"/>
                  </a:lnTo>
                  <a:lnTo>
                    <a:pt x="761645" y="1236085"/>
                  </a:lnTo>
                  <a:lnTo>
                    <a:pt x="761625" y="1236089"/>
                  </a:lnTo>
                  <a:lnTo>
                    <a:pt x="761603" y="1236100"/>
                  </a:lnTo>
                  <a:lnTo>
                    <a:pt x="761588" y="1236113"/>
                  </a:lnTo>
                  <a:lnTo>
                    <a:pt x="761572" y="1236130"/>
                  </a:lnTo>
                  <a:lnTo>
                    <a:pt x="761548" y="1236150"/>
                  </a:lnTo>
                  <a:lnTo>
                    <a:pt x="761513" y="1236183"/>
                  </a:lnTo>
                  <a:lnTo>
                    <a:pt x="761498" y="1236198"/>
                  </a:lnTo>
                  <a:lnTo>
                    <a:pt x="761476" y="1236213"/>
                  </a:lnTo>
                  <a:lnTo>
                    <a:pt x="761434" y="1236243"/>
                  </a:lnTo>
                  <a:lnTo>
                    <a:pt x="761400" y="1236259"/>
                  </a:lnTo>
                  <a:lnTo>
                    <a:pt x="761377" y="1236272"/>
                  </a:lnTo>
                  <a:lnTo>
                    <a:pt x="761349" y="1236282"/>
                  </a:lnTo>
                  <a:lnTo>
                    <a:pt x="761335" y="1236284"/>
                  </a:lnTo>
                  <a:lnTo>
                    <a:pt x="761313" y="1236280"/>
                  </a:lnTo>
                  <a:lnTo>
                    <a:pt x="761300" y="1236277"/>
                  </a:lnTo>
                  <a:lnTo>
                    <a:pt x="761283" y="1236268"/>
                  </a:lnTo>
                  <a:lnTo>
                    <a:pt x="761238" y="1236243"/>
                  </a:lnTo>
                  <a:lnTo>
                    <a:pt x="761206" y="1236229"/>
                  </a:lnTo>
                  <a:lnTo>
                    <a:pt x="761175" y="1236228"/>
                  </a:lnTo>
                  <a:lnTo>
                    <a:pt x="761114" y="1236234"/>
                  </a:lnTo>
                  <a:lnTo>
                    <a:pt x="761082" y="1236241"/>
                  </a:lnTo>
                  <a:lnTo>
                    <a:pt x="761060" y="1236255"/>
                  </a:lnTo>
                  <a:lnTo>
                    <a:pt x="761033" y="1236271"/>
                  </a:lnTo>
                  <a:lnTo>
                    <a:pt x="761013" y="1236285"/>
                  </a:lnTo>
                  <a:lnTo>
                    <a:pt x="761004" y="1236286"/>
                  </a:lnTo>
                  <a:lnTo>
                    <a:pt x="760986" y="1236286"/>
                  </a:lnTo>
                  <a:lnTo>
                    <a:pt x="760956" y="1236277"/>
                  </a:lnTo>
                  <a:lnTo>
                    <a:pt x="760904" y="1236256"/>
                  </a:lnTo>
                  <a:lnTo>
                    <a:pt x="760879" y="1236247"/>
                  </a:lnTo>
                  <a:lnTo>
                    <a:pt x="760857" y="1236245"/>
                  </a:lnTo>
                  <a:lnTo>
                    <a:pt x="760829" y="1236248"/>
                  </a:lnTo>
                  <a:lnTo>
                    <a:pt x="760802" y="1236250"/>
                  </a:lnTo>
                  <a:lnTo>
                    <a:pt x="760746" y="1236261"/>
                  </a:lnTo>
                  <a:lnTo>
                    <a:pt x="760701" y="1236274"/>
                  </a:lnTo>
                  <a:lnTo>
                    <a:pt x="760650" y="1236290"/>
                  </a:lnTo>
                  <a:lnTo>
                    <a:pt x="760607" y="1236299"/>
                  </a:lnTo>
                  <a:lnTo>
                    <a:pt x="760563" y="1236316"/>
                  </a:lnTo>
                  <a:lnTo>
                    <a:pt x="760531" y="1236328"/>
                  </a:lnTo>
                  <a:lnTo>
                    <a:pt x="760526" y="1236337"/>
                  </a:lnTo>
                  <a:lnTo>
                    <a:pt x="760526" y="1236344"/>
                  </a:lnTo>
                  <a:lnTo>
                    <a:pt x="760531" y="1236361"/>
                  </a:lnTo>
                  <a:lnTo>
                    <a:pt x="760536" y="1236379"/>
                  </a:lnTo>
                  <a:lnTo>
                    <a:pt x="760548" y="1236417"/>
                  </a:lnTo>
                  <a:lnTo>
                    <a:pt x="760565" y="1236450"/>
                  </a:lnTo>
                  <a:lnTo>
                    <a:pt x="760577" y="1236486"/>
                  </a:lnTo>
                  <a:lnTo>
                    <a:pt x="760583" y="1236508"/>
                  </a:lnTo>
                  <a:lnTo>
                    <a:pt x="760577" y="1236524"/>
                  </a:lnTo>
                  <a:lnTo>
                    <a:pt x="760561" y="1236545"/>
                  </a:lnTo>
                  <a:lnTo>
                    <a:pt x="760543" y="1236560"/>
                  </a:lnTo>
                  <a:lnTo>
                    <a:pt x="760533" y="1236568"/>
                  </a:lnTo>
                  <a:lnTo>
                    <a:pt x="760520" y="1236579"/>
                  </a:lnTo>
                  <a:lnTo>
                    <a:pt x="760494" y="1236597"/>
                  </a:lnTo>
                  <a:lnTo>
                    <a:pt x="760475" y="1236618"/>
                  </a:lnTo>
                  <a:lnTo>
                    <a:pt x="760460" y="1236633"/>
                  </a:lnTo>
                  <a:lnTo>
                    <a:pt x="760448" y="1236657"/>
                  </a:lnTo>
                  <a:lnTo>
                    <a:pt x="760439" y="1236678"/>
                  </a:lnTo>
                  <a:lnTo>
                    <a:pt x="760431" y="1236702"/>
                  </a:lnTo>
                  <a:lnTo>
                    <a:pt x="760424" y="1236720"/>
                  </a:lnTo>
                  <a:lnTo>
                    <a:pt x="760424" y="1236748"/>
                  </a:lnTo>
                  <a:lnTo>
                    <a:pt x="760426" y="1236761"/>
                  </a:lnTo>
                  <a:lnTo>
                    <a:pt x="760444" y="1236779"/>
                  </a:lnTo>
                  <a:lnTo>
                    <a:pt x="760469" y="1236806"/>
                  </a:lnTo>
                  <a:lnTo>
                    <a:pt x="760497" y="1236828"/>
                  </a:lnTo>
                  <a:lnTo>
                    <a:pt x="760526" y="1236856"/>
                  </a:lnTo>
                  <a:lnTo>
                    <a:pt x="760543" y="1236874"/>
                  </a:lnTo>
                  <a:lnTo>
                    <a:pt x="760562" y="1236892"/>
                  </a:lnTo>
                  <a:lnTo>
                    <a:pt x="760605" y="1236930"/>
                  </a:lnTo>
                  <a:lnTo>
                    <a:pt x="760626" y="1236950"/>
                  </a:lnTo>
                  <a:lnTo>
                    <a:pt x="760645" y="1236968"/>
                  </a:lnTo>
                  <a:lnTo>
                    <a:pt x="760656" y="1236984"/>
                  </a:lnTo>
                  <a:lnTo>
                    <a:pt x="760666" y="1236999"/>
                  </a:lnTo>
                  <a:lnTo>
                    <a:pt x="760678" y="1237019"/>
                  </a:lnTo>
                  <a:lnTo>
                    <a:pt x="760681" y="1237031"/>
                  </a:lnTo>
                  <a:lnTo>
                    <a:pt x="760682" y="1237054"/>
                  </a:lnTo>
                  <a:lnTo>
                    <a:pt x="760685" y="1237088"/>
                  </a:lnTo>
                  <a:lnTo>
                    <a:pt x="760693" y="1237111"/>
                  </a:lnTo>
                  <a:lnTo>
                    <a:pt x="760695" y="1237139"/>
                  </a:lnTo>
                  <a:lnTo>
                    <a:pt x="760693" y="1237202"/>
                  </a:lnTo>
                  <a:lnTo>
                    <a:pt x="760691" y="1237230"/>
                  </a:lnTo>
                  <a:lnTo>
                    <a:pt x="760686" y="1237245"/>
                  </a:lnTo>
                  <a:lnTo>
                    <a:pt x="760668" y="1237257"/>
                  </a:lnTo>
                  <a:lnTo>
                    <a:pt x="760639" y="1237263"/>
                  </a:lnTo>
                  <a:lnTo>
                    <a:pt x="760621" y="1237277"/>
                  </a:lnTo>
                  <a:lnTo>
                    <a:pt x="760600" y="1237306"/>
                  </a:lnTo>
                  <a:lnTo>
                    <a:pt x="760584" y="1237319"/>
                  </a:lnTo>
                  <a:lnTo>
                    <a:pt x="760559" y="1237335"/>
                  </a:lnTo>
                  <a:lnTo>
                    <a:pt x="760520" y="1237349"/>
                  </a:lnTo>
                  <a:lnTo>
                    <a:pt x="760502" y="1237356"/>
                  </a:lnTo>
                  <a:lnTo>
                    <a:pt x="760499" y="1237368"/>
                  </a:lnTo>
                  <a:lnTo>
                    <a:pt x="760504" y="1237387"/>
                  </a:lnTo>
                  <a:lnTo>
                    <a:pt x="760517" y="1237416"/>
                  </a:lnTo>
                  <a:lnTo>
                    <a:pt x="760525" y="1237439"/>
                  </a:lnTo>
                  <a:lnTo>
                    <a:pt x="760527" y="1237452"/>
                  </a:lnTo>
                  <a:lnTo>
                    <a:pt x="760520" y="1237481"/>
                  </a:lnTo>
                  <a:lnTo>
                    <a:pt x="760509" y="1237500"/>
                  </a:lnTo>
                  <a:lnTo>
                    <a:pt x="760484" y="1237535"/>
                  </a:lnTo>
                  <a:lnTo>
                    <a:pt x="760475" y="1237555"/>
                  </a:lnTo>
                  <a:lnTo>
                    <a:pt x="760471" y="1237572"/>
                  </a:lnTo>
                  <a:lnTo>
                    <a:pt x="760470" y="1237612"/>
                  </a:lnTo>
                  <a:lnTo>
                    <a:pt x="760470" y="1237692"/>
                  </a:lnTo>
                  <a:lnTo>
                    <a:pt x="760470" y="1237727"/>
                  </a:lnTo>
                  <a:lnTo>
                    <a:pt x="760461" y="1237743"/>
                  </a:lnTo>
                  <a:lnTo>
                    <a:pt x="760441" y="1237759"/>
                  </a:lnTo>
                  <a:lnTo>
                    <a:pt x="760407" y="1237766"/>
                  </a:lnTo>
                  <a:lnTo>
                    <a:pt x="760377" y="1237783"/>
                  </a:lnTo>
                  <a:lnTo>
                    <a:pt x="760356" y="1237797"/>
                  </a:lnTo>
                  <a:lnTo>
                    <a:pt x="760333" y="1237802"/>
                  </a:lnTo>
                  <a:lnTo>
                    <a:pt x="760309" y="1237812"/>
                  </a:lnTo>
                  <a:lnTo>
                    <a:pt x="760286" y="1237831"/>
                  </a:lnTo>
                  <a:lnTo>
                    <a:pt x="760256" y="1237858"/>
                  </a:lnTo>
                  <a:lnTo>
                    <a:pt x="760226" y="1237882"/>
                  </a:lnTo>
                  <a:lnTo>
                    <a:pt x="760193" y="1237894"/>
                  </a:lnTo>
                  <a:lnTo>
                    <a:pt x="760165" y="1237904"/>
                  </a:lnTo>
                  <a:lnTo>
                    <a:pt x="760143" y="1237916"/>
                  </a:lnTo>
                  <a:lnTo>
                    <a:pt x="760125" y="1237926"/>
                  </a:lnTo>
                  <a:lnTo>
                    <a:pt x="760091" y="1237935"/>
                  </a:lnTo>
                  <a:lnTo>
                    <a:pt x="760080" y="1237935"/>
                  </a:lnTo>
                  <a:lnTo>
                    <a:pt x="760068" y="1237932"/>
                  </a:lnTo>
                  <a:lnTo>
                    <a:pt x="760050" y="1237918"/>
                  </a:lnTo>
                  <a:lnTo>
                    <a:pt x="760014" y="1237885"/>
                  </a:lnTo>
                  <a:lnTo>
                    <a:pt x="759981" y="1237859"/>
                  </a:lnTo>
                  <a:lnTo>
                    <a:pt x="759959" y="1237832"/>
                  </a:lnTo>
                  <a:lnTo>
                    <a:pt x="759941" y="1237809"/>
                  </a:lnTo>
                  <a:lnTo>
                    <a:pt x="759917" y="1237785"/>
                  </a:lnTo>
                  <a:lnTo>
                    <a:pt x="759910" y="1237781"/>
                  </a:lnTo>
                  <a:lnTo>
                    <a:pt x="759904" y="1237778"/>
                  </a:lnTo>
                  <a:lnTo>
                    <a:pt x="759893" y="1237778"/>
                  </a:lnTo>
                  <a:lnTo>
                    <a:pt x="759858" y="1237781"/>
                  </a:lnTo>
                  <a:lnTo>
                    <a:pt x="759836" y="1237788"/>
                  </a:lnTo>
                  <a:lnTo>
                    <a:pt x="759809" y="1237802"/>
                  </a:lnTo>
                  <a:lnTo>
                    <a:pt x="759790" y="1237818"/>
                  </a:lnTo>
                  <a:lnTo>
                    <a:pt x="759766" y="1237832"/>
                  </a:lnTo>
                  <a:lnTo>
                    <a:pt x="759743" y="1237847"/>
                  </a:lnTo>
                  <a:lnTo>
                    <a:pt x="759736" y="1237866"/>
                  </a:lnTo>
                  <a:lnTo>
                    <a:pt x="759733" y="1237884"/>
                  </a:lnTo>
                  <a:lnTo>
                    <a:pt x="759731" y="1237907"/>
                  </a:lnTo>
                  <a:lnTo>
                    <a:pt x="759728" y="1237924"/>
                  </a:lnTo>
                  <a:lnTo>
                    <a:pt x="759718" y="1237943"/>
                  </a:lnTo>
                  <a:lnTo>
                    <a:pt x="759699" y="1237958"/>
                  </a:lnTo>
                  <a:lnTo>
                    <a:pt x="759680" y="1237969"/>
                  </a:lnTo>
                  <a:lnTo>
                    <a:pt x="759666" y="1237979"/>
                  </a:lnTo>
                  <a:lnTo>
                    <a:pt x="759650" y="1237998"/>
                  </a:lnTo>
                  <a:lnTo>
                    <a:pt x="759639" y="1238017"/>
                  </a:lnTo>
                  <a:lnTo>
                    <a:pt x="759635" y="1238030"/>
                  </a:lnTo>
                  <a:lnTo>
                    <a:pt x="759627" y="1238053"/>
                  </a:lnTo>
                  <a:lnTo>
                    <a:pt x="759612" y="1238069"/>
                  </a:lnTo>
                  <a:lnTo>
                    <a:pt x="759582" y="1238092"/>
                  </a:lnTo>
                  <a:lnTo>
                    <a:pt x="759554" y="1238109"/>
                  </a:lnTo>
                  <a:lnTo>
                    <a:pt x="759537" y="1238121"/>
                  </a:lnTo>
                  <a:lnTo>
                    <a:pt x="759517" y="1238139"/>
                  </a:lnTo>
                  <a:lnTo>
                    <a:pt x="759488" y="1238168"/>
                  </a:lnTo>
                  <a:lnTo>
                    <a:pt x="759468" y="1238185"/>
                  </a:lnTo>
                  <a:lnTo>
                    <a:pt x="759424" y="1238218"/>
                  </a:lnTo>
                  <a:lnTo>
                    <a:pt x="759403" y="1238232"/>
                  </a:lnTo>
                  <a:lnTo>
                    <a:pt x="759400" y="1238242"/>
                  </a:lnTo>
                  <a:lnTo>
                    <a:pt x="759400" y="1238260"/>
                  </a:lnTo>
                  <a:lnTo>
                    <a:pt x="759409" y="1238278"/>
                  </a:lnTo>
                  <a:lnTo>
                    <a:pt x="759419" y="1238299"/>
                  </a:lnTo>
                  <a:lnTo>
                    <a:pt x="759421" y="1238320"/>
                  </a:lnTo>
                  <a:lnTo>
                    <a:pt x="759417" y="1238346"/>
                  </a:lnTo>
                  <a:lnTo>
                    <a:pt x="759414" y="1238381"/>
                  </a:lnTo>
                  <a:lnTo>
                    <a:pt x="759403" y="1238419"/>
                  </a:lnTo>
                  <a:lnTo>
                    <a:pt x="759398" y="1238446"/>
                  </a:lnTo>
                  <a:lnTo>
                    <a:pt x="759389" y="1238477"/>
                  </a:lnTo>
                  <a:lnTo>
                    <a:pt x="759377" y="1238510"/>
                  </a:lnTo>
                  <a:lnTo>
                    <a:pt x="759362" y="1238536"/>
                  </a:lnTo>
                  <a:lnTo>
                    <a:pt x="759339" y="1238568"/>
                  </a:lnTo>
                  <a:lnTo>
                    <a:pt x="759311" y="1238604"/>
                  </a:lnTo>
                  <a:lnTo>
                    <a:pt x="759294" y="1238625"/>
                  </a:lnTo>
                  <a:lnTo>
                    <a:pt x="759251" y="1238650"/>
                  </a:lnTo>
                  <a:lnTo>
                    <a:pt x="759232" y="1238657"/>
                  </a:lnTo>
                  <a:lnTo>
                    <a:pt x="759195" y="1238668"/>
                  </a:lnTo>
                  <a:lnTo>
                    <a:pt x="759149" y="1238684"/>
                  </a:lnTo>
                  <a:lnTo>
                    <a:pt x="759111" y="1238696"/>
                  </a:lnTo>
                  <a:lnTo>
                    <a:pt x="759071" y="1238704"/>
                  </a:lnTo>
                  <a:lnTo>
                    <a:pt x="759059" y="1238709"/>
                  </a:lnTo>
                  <a:lnTo>
                    <a:pt x="759054" y="1238716"/>
                  </a:lnTo>
                  <a:lnTo>
                    <a:pt x="759050" y="1238739"/>
                  </a:lnTo>
                  <a:lnTo>
                    <a:pt x="759043" y="1238772"/>
                  </a:lnTo>
                  <a:lnTo>
                    <a:pt x="759040" y="1238811"/>
                  </a:lnTo>
                  <a:lnTo>
                    <a:pt x="759037" y="1238833"/>
                  </a:lnTo>
                  <a:lnTo>
                    <a:pt x="759038" y="1238848"/>
                  </a:lnTo>
                  <a:lnTo>
                    <a:pt x="759053" y="1238872"/>
                  </a:lnTo>
                  <a:lnTo>
                    <a:pt x="759068" y="1238903"/>
                  </a:lnTo>
                  <a:lnTo>
                    <a:pt x="759078" y="1238937"/>
                  </a:lnTo>
                  <a:lnTo>
                    <a:pt x="759096" y="1238962"/>
                  </a:lnTo>
                  <a:lnTo>
                    <a:pt x="759104" y="1238983"/>
                  </a:lnTo>
                  <a:lnTo>
                    <a:pt x="759104" y="1238998"/>
                  </a:lnTo>
                  <a:lnTo>
                    <a:pt x="759097" y="1239040"/>
                  </a:lnTo>
                  <a:lnTo>
                    <a:pt x="759089" y="1239075"/>
                  </a:lnTo>
                  <a:lnTo>
                    <a:pt x="759074" y="1239111"/>
                  </a:lnTo>
                  <a:lnTo>
                    <a:pt x="759060" y="1239147"/>
                  </a:lnTo>
                  <a:lnTo>
                    <a:pt x="759052" y="1239160"/>
                  </a:lnTo>
                  <a:lnTo>
                    <a:pt x="759026" y="1239190"/>
                  </a:lnTo>
                  <a:lnTo>
                    <a:pt x="759015" y="1239210"/>
                  </a:lnTo>
                  <a:lnTo>
                    <a:pt x="759015" y="1239216"/>
                  </a:lnTo>
                  <a:lnTo>
                    <a:pt x="759016" y="1239223"/>
                  </a:lnTo>
                  <a:lnTo>
                    <a:pt x="759022" y="1239237"/>
                  </a:lnTo>
                  <a:lnTo>
                    <a:pt x="759029" y="1239248"/>
                  </a:lnTo>
                  <a:lnTo>
                    <a:pt x="759033" y="1239256"/>
                  </a:lnTo>
                  <a:lnTo>
                    <a:pt x="759038" y="1239265"/>
                  </a:lnTo>
                  <a:lnTo>
                    <a:pt x="759070" y="1239324"/>
                  </a:lnTo>
                  <a:lnTo>
                    <a:pt x="759071" y="1239329"/>
                  </a:lnTo>
                  <a:lnTo>
                    <a:pt x="759045" y="1239357"/>
                  </a:lnTo>
                  <a:lnTo>
                    <a:pt x="759042" y="1239412"/>
                  </a:lnTo>
                  <a:lnTo>
                    <a:pt x="759043" y="1239437"/>
                  </a:lnTo>
                  <a:lnTo>
                    <a:pt x="759046" y="1239503"/>
                  </a:lnTo>
                  <a:lnTo>
                    <a:pt x="759046" y="1239519"/>
                  </a:lnTo>
                  <a:lnTo>
                    <a:pt x="759034" y="1239544"/>
                  </a:lnTo>
                  <a:lnTo>
                    <a:pt x="759013" y="1239584"/>
                  </a:lnTo>
                  <a:lnTo>
                    <a:pt x="759015" y="1239612"/>
                  </a:lnTo>
                  <a:lnTo>
                    <a:pt x="759011" y="1239635"/>
                  </a:lnTo>
                  <a:lnTo>
                    <a:pt x="758995" y="1239654"/>
                  </a:lnTo>
                  <a:lnTo>
                    <a:pt x="758951" y="1239682"/>
                  </a:lnTo>
                  <a:lnTo>
                    <a:pt x="758950" y="1239695"/>
                  </a:lnTo>
                  <a:lnTo>
                    <a:pt x="758950" y="1239777"/>
                  </a:lnTo>
                  <a:lnTo>
                    <a:pt x="758944" y="1239791"/>
                  </a:lnTo>
                  <a:lnTo>
                    <a:pt x="758900" y="1239826"/>
                  </a:lnTo>
                  <a:lnTo>
                    <a:pt x="758827" y="1239863"/>
                  </a:lnTo>
                  <a:lnTo>
                    <a:pt x="758804" y="1239876"/>
                  </a:lnTo>
                  <a:lnTo>
                    <a:pt x="758746" y="1239882"/>
                  </a:lnTo>
                  <a:lnTo>
                    <a:pt x="758733" y="1239893"/>
                  </a:lnTo>
                  <a:lnTo>
                    <a:pt x="758721" y="1239915"/>
                  </a:lnTo>
                  <a:lnTo>
                    <a:pt x="758663" y="1239936"/>
                  </a:lnTo>
                  <a:lnTo>
                    <a:pt x="758586" y="1239921"/>
                  </a:lnTo>
                  <a:lnTo>
                    <a:pt x="758567" y="1239922"/>
                  </a:lnTo>
                  <a:lnTo>
                    <a:pt x="758552" y="1239935"/>
                  </a:lnTo>
                  <a:lnTo>
                    <a:pt x="758506" y="1239984"/>
                  </a:lnTo>
                  <a:lnTo>
                    <a:pt x="758501" y="1239997"/>
                  </a:lnTo>
                  <a:lnTo>
                    <a:pt x="758493" y="1240054"/>
                  </a:lnTo>
                  <a:lnTo>
                    <a:pt x="758479" y="1240098"/>
                  </a:lnTo>
                  <a:lnTo>
                    <a:pt x="758467" y="1240124"/>
                  </a:lnTo>
                  <a:lnTo>
                    <a:pt x="758442" y="1240155"/>
                  </a:lnTo>
                  <a:lnTo>
                    <a:pt x="758430" y="1240190"/>
                  </a:lnTo>
                  <a:lnTo>
                    <a:pt x="758425" y="1240223"/>
                  </a:lnTo>
                  <a:lnTo>
                    <a:pt x="758433" y="1240260"/>
                  </a:lnTo>
                  <a:lnTo>
                    <a:pt x="758437" y="1240294"/>
                  </a:lnTo>
                  <a:lnTo>
                    <a:pt x="758398" y="1240389"/>
                  </a:lnTo>
                  <a:lnTo>
                    <a:pt x="758349" y="1240469"/>
                  </a:lnTo>
                  <a:lnTo>
                    <a:pt x="758320" y="1240480"/>
                  </a:lnTo>
                  <a:lnTo>
                    <a:pt x="758299" y="1240471"/>
                  </a:lnTo>
                  <a:lnTo>
                    <a:pt x="758268" y="1240465"/>
                  </a:lnTo>
                  <a:lnTo>
                    <a:pt x="758240" y="1240466"/>
                  </a:lnTo>
                  <a:lnTo>
                    <a:pt x="758222" y="1240478"/>
                  </a:lnTo>
                  <a:lnTo>
                    <a:pt x="758162" y="1240561"/>
                  </a:lnTo>
                  <a:lnTo>
                    <a:pt x="758114" y="1240613"/>
                  </a:lnTo>
                  <a:lnTo>
                    <a:pt x="758063" y="1240651"/>
                  </a:lnTo>
                  <a:lnTo>
                    <a:pt x="758042" y="1240666"/>
                  </a:lnTo>
                  <a:lnTo>
                    <a:pt x="758021" y="1240675"/>
                  </a:lnTo>
                  <a:lnTo>
                    <a:pt x="758016" y="1240677"/>
                  </a:lnTo>
                  <a:lnTo>
                    <a:pt x="757998" y="1240675"/>
                  </a:lnTo>
                  <a:lnTo>
                    <a:pt x="757978" y="1240653"/>
                  </a:lnTo>
                  <a:lnTo>
                    <a:pt x="757949" y="1240591"/>
                  </a:lnTo>
                  <a:lnTo>
                    <a:pt x="757918" y="1240538"/>
                  </a:lnTo>
                  <a:lnTo>
                    <a:pt x="757886" y="1240508"/>
                  </a:lnTo>
                  <a:lnTo>
                    <a:pt x="757836" y="1240477"/>
                  </a:lnTo>
                  <a:lnTo>
                    <a:pt x="757755" y="1240444"/>
                  </a:lnTo>
                  <a:lnTo>
                    <a:pt x="757691" y="1240429"/>
                  </a:lnTo>
                  <a:lnTo>
                    <a:pt x="757650" y="1240432"/>
                  </a:lnTo>
                  <a:lnTo>
                    <a:pt x="757635" y="1240425"/>
                  </a:lnTo>
                  <a:lnTo>
                    <a:pt x="757611" y="1240405"/>
                  </a:lnTo>
                  <a:lnTo>
                    <a:pt x="757576" y="1240357"/>
                  </a:lnTo>
                  <a:lnTo>
                    <a:pt x="757525" y="1240333"/>
                  </a:lnTo>
                  <a:lnTo>
                    <a:pt x="757482" y="1240318"/>
                  </a:lnTo>
                  <a:lnTo>
                    <a:pt x="757457" y="1240299"/>
                  </a:lnTo>
                  <a:lnTo>
                    <a:pt x="757399" y="1240228"/>
                  </a:lnTo>
                  <a:lnTo>
                    <a:pt x="757359" y="1240191"/>
                  </a:lnTo>
                  <a:lnTo>
                    <a:pt x="757326" y="1240173"/>
                  </a:lnTo>
                  <a:lnTo>
                    <a:pt x="757291" y="1240169"/>
                  </a:lnTo>
                  <a:lnTo>
                    <a:pt x="757178" y="1240171"/>
                  </a:lnTo>
                  <a:lnTo>
                    <a:pt x="757147" y="1240163"/>
                  </a:lnTo>
                  <a:lnTo>
                    <a:pt x="757089" y="1240117"/>
                  </a:lnTo>
                  <a:lnTo>
                    <a:pt x="757057" y="1240077"/>
                  </a:lnTo>
                  <a:lnTo>
                    <a:pt x="757037" y="1239970"/>
                  </a:lnTo>
                  <a:lnTo>
                    <a:pt x="757016" y="1239911"/>
                  </a:lnTo>
                  <a:lnTo>
                    <a:pt x="756984" y="1239874"/>
                  </a:lnTo>
                  <a:lnTo>
                    <a:pt x="756926" y="1239799"/>
                  </a:lnTo>
                  <a:lnTo>
                    <a:pt x="756870" y="1239740"/>
                  </a:lnTo>
                  <a:lnTo>
                    <a:pt x="756850" y="1239739"/>
                  </a:lnTo>
                  <a:lnTo>
                    <a:pt x="756764" y="1239767"/>
                  </a:lnTo>
                  <a:lnTo>
                    <a:pt x="756719" y="1239773"/>
                  </a:lnTo>
                  <a:lnTo>
                    <a:pt x="756687" y="1239762"/>
                  </a:lnTo>
                  <a:lnTo>
                    <a:pt x="756608" y="1239716"/>
                  </a:lnTo>
                  <a:lnTo>
                    <a:pt x="756545" y="1239655"/>
                  </a:lnTo>
                  <a:lnTo>
                    <a:pt x="756532" y="1239652"/>
                  </a:lnTo>
                  <a:lnTo>
                    <a:pt x="756519" y="1239658"/>
                  </a:lnTo>
                  <a:lnTo>
                    <a:pt x="756503" y="1239698"/>
                  </a:lnTo>
                  <a:lnTo>
                    <a:pt x="756426" y="1239765"/>
                  </a:lnTo>
                  <a:lnTo>
                    <a:pt x="756403" y="1239778"/>
                  </a:lnTo>
                  <a:lnTo>
                    <a:pt x="756292" y="1239816"/>
                  </a:lnTo>
                  <a:lnTo>
                    <a:pt x="756232" y="1239884"/>
                  </a:lnTo>
                  <a:lnTo>
                    <a:pt x="756210" y="1239913"/>
                  </a:lnTo>
                  <a:lnTo>
                    <a:pt x="756138" y="1239940"/>
                  </a:lnTo>
                  <a:lnTo>
                    <a:pt x="756074" y="1239976"/>
                  </a:lnTo>
                  <a:lnTo>
                    <a:pt x="756050" y="1239980"/>
                  </a:lnTo>
                  <a:lnTo>
                    <a:pt x="756034" y="1239975"/>
                  </a:lnTo>
                  <a:lnTo>
                    <a:pt x="755963" y="1239942"/>
                  </a:lnTo>
                  <a:lnTo>
                    <a:pt x="755951" y="1239938"/>
                  </a:lnTo>
                  <a:lnTo>
                    <a:pt x="755869" y="1239933"/>
                  </a:lnTo>
                  <a:lnTo>
                    <a:pt x="755795" y="1239909"/>
                  </a:lnTo>
                  <a:lnTo>
                    <a:pt x="755728" y="1239908"/>
                  </a:lnTo>
                  <a:lnTo>
                    <a:pt x="755524" y="1239916"/>
                  </a:lnTo>
                  <a:lnTo>
                    <a:pt x="755478" y="1239923"/>
                  </a:lnTo>
                  <a:lnTo>
                    <a:pt x="755467" y="1239936"/>
                  </a:lnTo>
                  <a:lnTo>
                    <a:pt x="755459" y="1239959"/>
                  </a:lnTo>
                  <a:lnTo>
                    <a:pt x="755410" y="1240030"/>
                  </a:lnTo>
                  <a:lnTo>
                    <a:pt x="755376" y="1240101"/>
                  </a:lnTo>
                  <a:lnTo>
                    <a:pt x="755316" y="1240173"/>
                  </a:lnTo>
                  <a:lnTo>
                    <a:pt x="755302" y="1240218"/>
                  </a:lnTo>
                  <a:lnTo>
                    <a:pt x="755296" y="1240286"/>
                  </a:lnTo>
                  <a:lnTo>
                    <a:pt x="755282" y="1240318"/>
                  </a:lnTo>
                  <a:lnTo>
                    <a:pt x="755226" y="1240347"/>
                  </a:lnTo>
                  <a:lnTo>
                    <a:pt x="755160" y="1240371"/>
                  </a:lnTo>
                  <a:lnTo>
                    <a:pt x="755133" y="1240388"/>
                  </a:lnTo>
                  <a:lnTo>
                    <a:pt x="755096" y="1240426"/>
                  </a:lnTo>
                  <a:lnTo>
                    <a:pt x="755081" y="1240431"/>
                  </a:lnTo>
                  <a:lnTo>
                    <a:pt x="754990" y="1240444"/>
                  </a:lnTo>
                  <a:lnTo>
                    <a:pt x="754930" y="1240474"/>
                  </a:lnTo>
                  <a:lnTo>
                    <a:pt x="754866" y="1240519"/>
                  </a:lnTo>
                  <a:lnTo>
                    <a:pt x="754799" y="1240523"/>
                  </a:lnTo>
                  <a:lnTo>
                    <a:pt x="754661" y="1240523"/>
                  </a:lnTo>
                  <a:lnTo>
                    <a:pt x="754539" y="1240539"/>
                  </a:lnTo>
                  <a:lnTo>
                    <a:pt x="754351" y="1240567"/>
                  </a:lnTo>
                  <a:lnTo>
                    <a:pt x="754254" y="1240578"/>
                  </a:lnTo>
                  <a:lnTo>
                    <a:pt x="754211" y="1240573"/>
                  </a:lnTo>
                  <a:lnTo>
                    <a:pt x="754184" y="1240550"/>
                  </a:lnTo>
                  <a:lnTo>
                    <a:pt x="754165" y="1240550"/>
                  </a:lnTo>
                  <a:lnTo>
                    <a:pt x="754151" y="1240555"/>
                  </a:lnTo>
                  <a:lnTo>
                    <a:pt x="754144" y="1240568"/>
                  </a:lnTo>
                  <a:lnTo>
                    <a:pt x="754146" y="1240608"/>
                  </a:lnTo>
                  <a:lnTo>
                    <a:pt x="754157" y="1240658"/>
                  </a:lnTo>
                  <a:lnTo>
                    <a:pt x="754183" y="1240726"/>
                  </a:lnTo>
                  <a:lnTo>
                    <a:pt x="754248" y="1240864"/>
                  </a:lnTo>
                  <a:lnTo>
                    <a:pt x="754306" y="1240995"/>
                  </a:lnTo>
                  <a:lnTo>
                    <a:pt x="754354" y="1241134"/>
                  </a:lnTo>
                  <a:lnTo>
                    <a:pt x="754385" y="1241243"/>
                  </a:lnTo>
                  <a:lnTo>
                    <a:pt x="754410" y="1241358"/>
                  </a:lnTo>
                  <a:lnTo>
                    <a:pt x="754441" y="1241477"/>
                  </a:lnTo>
                  <a:lnTo>
                    <a:pt x="754464" y="1241571"/>
                  </a:lnTo>
                  <a:lnTo>
                    <a:pt x="754463" y="1241633"/>
                  </a:lnTo>
                  <a:lnTo>
                    <a:pt x="754453" y="1241707"/>
                  </a:lnTo>
                  <a:lnTo>
                    <a:pt x="754402" y="1241866"/>
                  </a:lnTo>
                  <a:lnTo>
                    <a:pt x="754335" y="1241994"/>
                  </a:lnTo>
                  <a:lnTo>
                    <a:pt x="754312" y="1242049"/>
                  </a:lnTo>
                  <a:lnTo>
                    <a:pt x="754251" y="1242123"/>
                  </a:lnTo>
                  <a:lnTo>
                    <a:pt x="754177" y="1242192"/>
                  </a:lnTo>
                  <a:lnTo>
                    <a:pt x="754019" y="1242309"/>
                  </a:lnTo>
                  <a:lnTo>
                    <a:pt x="753900" y="1242401"/>
                  </a:lnTo>
                  <a:lnTo>
                    <a:pt x="753822" y="1242456"/>
                  </a:lnTo>
                  <a:lnTo>
                    <a:pt x="753721" y="1242525"/>
                  </a:lnTo>
                  <a:lnTo>
                    <a:pt x="753613" y="1242597"/>
                  </a:lnTo>
                  <a:lnTo>
                    <a:pt x="753491" y="1242677"/>
                  </a:lnTo>
                  <a:lnTo>
                    <a:pt x="753431" y="1242698"/>
                  </a:lnTo>
                  <a:lnTo>
                    <a:pt x="753267" y="1242775"/>
                  </a:lnTo>
                  <a:lnTo>
                    <a:pt x="753037" y="1242881"/>
                  </a:lnTo>
                  <a:lnTo>
                    <a:pt x="752956" y="1242926"/>
                  </a:lnTo>
                  <a:lnTo>
                    <a:pt x="752916" y="1242972"/>
                  </a:lnTo>
                  <a:lnTo>
                    <a:pt x="752897" y="1243030"/>
                  </a:lnTo>
                  <a:lnTo>
                    <a:pt x="752824" y="1243221"/>
                  </a:lnTo>
                  <a:lnTo>
                    <a:pt x="752777" y="1243393"/>
                  </a:lnTo>
                  <a:lnTo>
                    <a:pt x="752764" y="1243453"/>
                  </a:lnTo>
                  <a:lnTo>
                    <a:pt x="752730" y="1243545"/>
                  </a:lnTo>
                  <a:lnTo>
                    <a:pt x="752700" y="1243569"/>
                  </a:lnTo>
                  <a:lnTo>
                    <a:pt x="752666" y="1243588"/>
                  </a:lnTo>
                  <a:lnTo>
                    <a:pt x="752594" y="1243655"/>
                  </a:lnTo>
                  <a:lnTo>
                    <a:pt x="752494" y="1243734"/>
                  </a:lnTo>
                  <a:lnTo>
                    <a:pt x="752280" y="1243864"/>
                  </a:lnTo>
                  <a:lnTo>
                    <a:pt x="752185" y="1243903"/>
                  </a:lnTo>
                  <a:lnTo>
                    <a:pt x="752133" y="1243932"/>
                  </a:lnTo>
                  <a:lnTo>
                    <a:pt x="752020" y="1243976"/>
                  </a:lnTo>
                  <a:lnTo>
                    <a:pt x="751916" y="1244008"/>
                  </a:lnTo>
                  <a:lnTo>
                    <a:pt x="751801" y="1244023"/>
                  </a:lnTo>
                  <a:lnTo>
                    <a:pt x="751727" y="1244021"/>
                  </a:lnTo>
                  <a:lnTo>
                    <a:pt x="751701" y="1244031"/>
                  </a:lnTo>
                  <a:lnTo>
                    <a:pt x="751628" y="1244080"/>
                  </a:lnTo>
                  <a:lnTo>
                    <a:pt x="751508" y="1244143"/>
                  </a:lnTo>
                  <a:lnTo>
                    <a:pt x="751402" y="1244219"/>
                  </a:lnTo>
                  <a:lnTo>
                    <a:pt x="751317" y="1244300"/>
                  </a:lnTo>
                  <a:lnTo>
                    <a:pt x="751189" y="1244413"/>
                  </a:lnTo>
                  <a:lnTo>
                    <a:pt x="751103" y="1244482"/>
                  </a:lnTo>
                  <a:lnTo>
                    <a:pt x="751029" y="1244522"/>
                  </a:lnTo>
                  <a:lnTo>
                    <a:pt x="750949" y="1244564"/>
                  </a:lnTo>
                  <a:lnTo>
                    <a:pt x="750853" y="1244627"/>
                  </a:lnTo>
                  <a:lnTo>
                    <a:pt x="750773" y="1244697"/>
                  </a:lnTo>
                  <a:lnTo>
                    <a:pt x="750710" y="1244768"/>
                  </a:lnTo>
                  <a:lnTo>
                    <a:pt x="750659" y="1244843"/>
                  </a:lnTo>
                  <a:lnTo>
                    <a:pt x="750640" y="1244887"/>
                  </a:lnTo>
                  <a:lnTo>
                    <a:pt x="750587" y="1245046"/>
                  </a:lnTo>
                  <a:lnTo>
                    <a:pt x="750535" y="1245210"/>
                  </a:lnTo>
                  <a:lnTo>
                    <a:pt x="750494" y="1245314"/>
                  </a:lnTo>
                  <a:lnTo>
                    <a:pt x="750471" y="1245421"/>
                  </a:lnTo>
                  <a:lnTo>
                    <a:pt x="750444" y="1245531"/>
                  </a:lnTo>
                  <a:lnTo>
                    <a:pt x="750427" y="1245602"/>
                  </a:lnTo>
                  <a:lnTo>
                    <a:pt x="750401" y="1245705"/>
                  </a:lnTo>
                  <a:lnTo>
                    <a:pt x="750383" y="1245752"/>
                  </a:lnTo>
                  <a:lnTo>
                    <a:pt x="750316" y="1245937"/>
                  </a:lnTo>
                  <a:lnTo>
                    <a:pt x="750301" y="1245971"/>
                  </a:lnTo>
                  <a:lnTo>
                    <a:pt x="750290" y="1246004"/>
                  </a:lnTo>
                  <a:lnTo>
                    <a:pt x="750203" y="1246157"/>
                  </a:lnTo>
                  <a:lnTo>
                    <a:pt x="750155" y="1246222"/>
                  </a:lnTo>
                  <a:lnTo>
                    <a:pt x="750136" y="1246235"/>
                  </a:lnTo>
                  <a:lnTo>
                    <a:pt x="749992" y="1246244"/>
                  </a:lnTo>
                  <a:lnTo>
                    <a:pt x="749627" y="1246254"/>
                  </a:lnTo>
                  <a:lnTo>
                    <a:pt x="749563" y="1246251"/>
                  </a:lnTo>
                  <a:lnTo>
                    <a:pt x="749443" y="1246230"/>
                  </a:lnTo>
                  <a:lnTo>
                    <a:pt x="749216" y="1246148"/>
                  </a:lnTo>
                  <a:lnTo>
                    <a:pt x="748879" y="1246041"/>
                  </a:lnTo>
                  <a:lnTo>
                    <a:pt x="748761" y="1245991"/>
                  </a:lnTo>
                  <a:lnTo>
                    <a:pt x="748748" y="1245989"/>
                  </a:lnTo>
                  <a:lnTo>
                    <a:pt x="748736" y="1245993"/>
                  </a:lnTo>
                  <a:lnTo>
                    <a:pt x="748716" y="1246006"/>
                  </a:lnTo>
                  <a:lnTo>
                    <a:pt x="748680" y="1246047"/>
                  </a:lnTo>
                  <a:lnTo>
                    <a:pt x="748646" y="1246077"/>
                  </a:lnTo>
                  <a:lnTo>
                    <a:pt x="748562" y="1246163"/>
                  </a:lnTo>
                  <a:lnTo>
                    <a:pt x="748476" y="1246243"/>
                  </a:lnTo>
                  <a:lnTo>
                    <a:pt x="748339" y="1246355"/>
                  </a:lnTo>
                  <a:lnTo>
                    <a:pt x="748166" y="1246524"/>
                  </a:lnTo>
                  <a:lnTo>
                    <a:pt x="747960" y="1246701"/>
                  </a:lnTo>
                  <a:lnTo>
                    <a:pt x="747829" y="1246780"/>
                  </a:lnTo>
                  <a:lnTo>
                    <a:pt x="747631" y="1246881"/>
                  </a:lnTo>
                  <a:lnTo>
                    <a:pt x="747538" y="1246939"/>
                  </a:lnTo>
                  <a:lnTo>
                    <a:pt x="747468" y="1247031"/>
                  </a:lnTo>
                  <a:lnTo>
                    <a:pt x="747390" y="1247148"/>
                  </a:lnTo>
                  <a:lnTo>
                    <a:pt x="747385" y="1247153"/>
                  </a:lnTo>
                  <a:lnTo>
                    <a:pt x="747342" y="1247197"/>
                  </a:lnTo>
                  <a:lnTo>
                    <a:pt x="747339" y="1247200"/>
                  </a:lnTo>
                  <a:lnTo>
                    <a:pt x="747317" y="1247219"/>
                  </a:lnTo>
                  <a:lnTo>
                    <a:pt x="747290" y="1247245"/>
                  </a:lnTo>
                  <a:lnTo>
                    <a:pt x="747269" y="1247265"/>
                  </a:lnTo>
                  <a:lnTo>
                    <a:pt x="747222" y="1247304"/>
                  </a:lnTo>
                  <a:lnTo>
                    <a:pt x="747203" y="1247324"/>
                  </a:lnTo>
                  <a:lnTo>
                    <a:pt x="747190" y="1247336"/>
                  </a:lnTo>
                  <a:lnTo>
                    <a:pt x="747181" y="1247344"/>
                  </a:lnTo>
                  <a:lnTo>
                    <a:pt x="747139" y="1247374"/>
                  </a:lnTo>
                  <a:lnTo>
                    <a:pt x="747115" y="1247392"/>
                  </a:lnTo>
                  <a:lnTo>
                    <a:pt x="747091" y="1247403"/>
                  </a:lnTo>
                  <a:lnTo>
                    <a:pt x="747074" y="1247410"/>
                  </a:lnTo>
                  <a:lnTo>
                    <a:pt x="747038" y="1247419"/>
                  </a:lnTo>
                  <a:lnTo>
                    <a:pt x="747014" y="1247423"/>
                  </a:lnTo>
                  <a:lnTo>
                    <a:pt x="746984" y="1247425"/>
                  </a:lnTo>
                  <a:lnTo>
                    <a:pt x="746928" y="1247428"/>
                  </a:lnTo>
                  <a:lnTo>
                    <a:pt x="746899" y="1247428"/>
                  </a:lnTo>
                  <a:lnTo>
                    <a:pt x="746870" y="1247428"/>
                  </a:lnTo>
                  <a:lnTo>
                    <a:pt x="746821" y="1247422"/>
                  </a:lnTo>
                  <a:lnTo>
                    <a:pt x="746794" y="1247421"/>
                  </a:lnTo>
                  <a:lnTo>
                    <a:pt x="746763" y="1247415"/>
                  </a:lnTo>
                  <a:lnTo>
                    <a:pt x="746707" y="1247410"/>
                  </a:lnTo>
                  <a:lnTo>
                    <a:pt x="746680" y="1247408"/>
                  </a:lnTo>
                  <a:lnTo>
                    <a:pt x="746652" y="1247404"/>
                  </a:lnTo>
                  <a:lnTo>
                    <a:pt x="746595" y="1247399"/>
                  </a:lnTo>
                  <a:lnTo>
                    <a:pt x="746563" y="1247395"/>
                  </a:lnTo>
                  <a:lnTo>
                    <a:pt x="746542" y="1247394"/>
                  </a:lnTo>
                  <a:lnTo>
                    <a:pt x="746486" y="1247389"/>
                  </a:lnTo>
                  <a:lnTo>
                    <a:pt x="746457" y="1247388"/>
                  </a:lnTo>
                  <a:lnTo>
                    <a:pt x="746427" y="1247384"/>
                  </a:lnTo>
                  <a:lnTo>
                    <a:pt x="746367" y="1247381"/>
                  </a:lnTo>
                  <a:lnTo>
                    <a:pt x="746330" y="1247379"/>
                  </a:lnTo>
                  <a:lnTo>
                    <a:pt x="746293" y="1247375"/>
                  </a:lnTo>
                  <a:lnTo>
                    <a:pt x="746225" y="1247371"/>
                  </a:lnTo>
                  <a:lnTo>
                    <a:pt x="746192" y="1247368"/>
                  </a:lnTo>
                  <a:lnTo>
                    <a:pt x="746159" y="1247369"/>
                  </a:lnTo>
                  <a:lnTo>
                    <a:pt x="746094" y="1247376"/>
                  </a:lnTo>
                  <a:lnTo>
                    <a:pt x="746061" y="1247384"/>
                  </a:lnTo>
                  <a:lnTo>
                    <a:pt x="746030" y="1247394"/>
                  </a:lnTo>
                  <a:lnTo>
                    <a:pt x="745966" y="1247408"/>
                  </a:lnTo>
                  <a:lnTo>
                    <a:pt x="745936" y="1247420"/>
                  </a:lnTo>
                  <a:lnTo>
                    <a:pt x="745907" y="1247431"/>
                  </a:lnTo>
                  <a:lnTo>
                    <a:pt x="745838" y="1247448"/>
                  </a:lnTo>
                  <a:lnTo>
                    <a:pt x="745800" y="1247456"/>
                  </a:lnTo>
                  <a:lnTo>
                    <a:pt x="745770" y="1247458"/>
                  </a:lnTo>
                  <a:lnTo>
                    <a:pt x="745740" y="1247462"/>
                  </a:lnTo>
                  <a:lnTo>
                    <a:pt x="745701" y="1247463"/>
                  </a:lnTo>
                  <a:lnTo>
                    <a:pt x="745651" y="1247463"/>
                  </a:lnTo>
                  <a:lnTo>
                    <a:pt x="745615" y="1247455"/>
                  </a:lnTo>
                  <a:lnTo>
                    <a:pt x="745542" y="1247439"/>
                  </a:lnTo>
                  <a:lnTo>
                    <a:pt x="745509" y="1247436"/>
                  </a:lnTo>
                  <a:lnTo>
                    <a:pt x="745471" y="1247424"/>
                  </a:lnTo>
                  <a:lnTo>
                    <a:pt x="745404" y="1247406"/>
                  </a:lnTo>
                  <a:lnTo>
                    <a:pt x="745372" y="1247397"/>
                  </a:lnTo>
                  <a:lnTo>
                    <a:pt x="745344" y="1247387"/>
                  </a:lnTo>
                  <a:lnTo>
                    <a:pt x="745282" y="1247367"/>
                  </a:lnTo>
                  <a:lnTo>
                    <a:pt x="745252" y="1247361"/>
                  </a:lnTo>
                  <a:lnTo>
                    <a:pt x="745232" y="1247346"/>
                  </a:lnTo>
                  <a:lnTo>
                    <a:pt x="745198" y="1247335"/>
                  </a:lnTo>
                  <a:lnTo>
                    <a:pt x="745173" y="1247326"/>
                  </a:lnTo>
                  <a:lnTo>
                    <a:pt x="745143" y="1247314"/>
                  </a:lnTo>
                  <a:lnTo>
                    <a:pt x="745114" y="1247294"/>
                  </a:lnTo>
                  <a:lnTo>
                    <a:pt x="745053" y="1247267"/>
                  </a:lnTo>
                  <a:lnTo>
                    <a:pt x="745021" y="1247252"/>
                  </a:lnTo>
                  <a:lnTo>
                    <a:pt x="744988" y="1247237"/>
                  </a:lnTo>
                  <a:lnTo>
                    <a:pt x="744930" y="1247214"/>
                  </a:lnTo>
                  <a:lnTo>
                    <a:pt x="744891" y="1247206"/>
                  </a:lnTo>
                  <a:lnTo>
                    <a:pt x="744863" y="1247188"/>
                  </a:lnTo>
                  <a:lnTo>
                    <a:pt x="744810" y="1247162"/>
                  </a:lnTo>
                  <a:lnTo>
                    <a:pt x="744787" y="1247153"/>
                  </a:lnTo>
                  <a:lnTo>
                    <a:pt x="744759" y="1247133"/>
                  </a:lnTo>
                  <a:lnTo>
                    <a:pt x="744714" y="1247114"/>
                  </a:lnTo>
                  <a:lnTo>
                    <a:pt x="744681" y="1247112"/>
                  </a:lnTo>
                  <a:lnTo>
                    <a:pt x="744657" y="1247106"/>
                  </a:lnTo>
                  <a:lnTo>
                    <a:pt x="744591" y="1247090"/>
                  </a:lnTo>
                  <a:lnTo>
                    <a:pt x="744563" y="1247087"/>
                  </a:lnTo>
                  <a:lnTo>
                    <a:pt x="744540" y="1247079"/>
                  </a:lnTo>
                  <a:lnTo>
                    <a:pt x="744483" y="1247063"/>
                  </a:lnTo>
                  <a:lnTo>
                    <a:pt x="744452" y="1247054"/>
                  </a:lnTo>
                  <a:lnTo>
                    <a:pt x="744430" y="1247045"/>
                  </a:lnTo>
                  <a:lnTo>
                    <a:pt x="744379" y="1247025"/>
                  </a:lnTo>
                  <a:lnTo>
                    <a:pt x="744354" y="1247019"/>
                  </a:lnTo>
                  <a:lnTo>
                    <a:pt x="744337" y="1247013"/>
                  </a:lnTo>
                  <a:lnTo>
                    <a:pt x="744293" y="1247002"/>
                  </a:lnTo>
                  <a:lnTo>
                    <a:pt x="744276" y="1246992"/>
                  </a:lnTo>
                  <a:lnTo>
                    <a:pt x="744261" y="1246986"/>
                  </a:lnTo>
                  <a:lnTo>
                    <a:pt x="744215" y="1246976"/>
                  </a:lnTo>
                  <a:lnTo>
                    <a:pt x="744190" y="1246972"/>
                  </a:lnTo>
                  <a:lnTo>
                    <a:pt x="744162" y="1246964"/>
                  </a:lnTo>
                  <a:lnTo>
                    <a:pt x="744097" y="1246959"/>
                  </a:lnTo>
                  <a:lnTo>
                    <a:pt x="744061" y="1246957"/>
                  </a:lnTo>
                  <a:lnTo>
                    <a:pt x="744031" y="1246951"/>
                  </a:lnTo>
                  <a:lnTo>
                    <a:pt x="743966" y="1246940"/>
                  </a:lnTo>
                  <a:lnTo>
                    <a:pt x="743935" y="1246935"/>
                  </a:lnTo>
                  <a:lnTo>
                    <a:pt x="743898" y="1246929"/>
                  </a:lnTo>
                  <a:lnTo>
                    <a:pt x="743832" y="1246922"/>
                  </a:lnTo>
                  <a:lnTo>
                    <a:pt x="743795" y="1246925"/>
                  </a:lnTo>
                  <a:lnTo>
                    <a:pt x="743760" y="1246918"/>
                  </a:lnTo>
                  <a:lnTo>
                    <a:pt x="743694" y="1246915"/>
                  </a:lnTo>
                  <a:lnTo>
                    <a:pt x="743663" y="1246914"/>
                  </a:lnTo>
                  <a:lnTo>
                    <a:pt x="743629" y="1246901"/>
                  </a:lnTo>
                  <a:lnTo>
                    <a:pt x="743568" y="1246876"/>
                  </a:lnTo>
                  <a:lnTo>
                    <a:pt x="743521" y="1246856"/>
                  </a:lnTo>
                  <a:lnTo>
                    <a:pt x="743475" y="1246825"/>
                  </a:lnTo>
                  <a:lnTo>
                    <a:pt x="743421" y="1246793"/>
                  </a:lnTo>
                  <a:lnTo>
                    <a:pt x="743390" y="1246777"/>
                  </a:lnTo>
                  <a:lnTo>
                    <a:pt x="743362" y="1246758"/>
                  </a:lnTo>
                  <a:lnTo>
                    <a:pt x="743311" y="1246725"/>
                  </a:lnTo>
                  <a:lnTo>
                    <a:pt x="743292" y="1246714"/>
                  </a:lnTo>
                  <a:lnTo>
                    <a:pt x="743229" y="1246679"/>
                  </a:lnTo>
                  <a:lnTo>
                    <a:pt x="743208" y="1246670"/>
                  </a:lnTo>
                  <a:lnTo>
                    <a:pt x="743189" y="1246659"/>
                  </a:lnTo>
                  <a:lnTo>
                    <a:pt x="743165" y="1246649"/>
                  </a:lnTo>
                  <a:lnTo>
                    <a:pt x="743139" y="1246630"/>
                  </a:lnTo>
                  <a:lnTo>
                    <a:pt x="743115" y="1246613"/>
                  </a:lnTo>
                  <a:lnTo>
                    <a:pt x="743091" y="1246605"/>
                  </a:lnTo>
                  <a:lnTo>
                    <a:pt x="743037" y="1246574"/>
                  </a:lnTo>
                  <a:lnTo>
                    <a:pt x="743012" y="1246560"/>
                  </a:lnTo>
                  <a:lnTo>
                    <a:pt x="742992" y="1246539"/>
                  </a:lnTo>
                  <a:lnTo>
                    <a:pt x="742943" y="1246499"/>
                  </a:lnTo>
                  <a:lnTo>
                    <a:pt x="742919" y="1246478"/>
                  </a:lnTo>
                  <a:lnTo>
                    <a:pt x="742895" y="1246455"/>
                  </a:lnTo>
                  <a:lnTo>
                    <a:pt x="742868" y="1246439"/>
                  </a:lnTo>
                  <a:lnTo>
                    <a:pt x="742832" y="1246419"/>
                  </a:lnTo>
                  <a:lnTo>
                    <a:pt x="742796" y="1246396"/>
                  </a:lnTo>
                  <a:lnTo>
                    <a:pt x="742760" y="1246386"/>
                  </a:lnTo>
                  <a:lnTo>
                    <a:pt x="742742" y="1246383"/>
                  </a:lnTo>
                  <a:lnTo>
                    <a:pt x="742702" y="1246383"/>
                  </a:lnTo>
                  <a:lnTo>
                    <a:pt x="742665" y="1246386"/>
                  </a:lnTo>
                  <a:lnTo>
                    <a:pt x="742633" y="1246388"/>
                  </a:lnTo>
                  <a:lnTo>
                    <a:pt x="742559" y="1246390"/>
                  </a:lnTo>
                  <a:lnTo>
                    <a:pt x="742518" y="1246388"/>
                  </a:lnTo>
                  <a:lnTo>
                    <a:pt x="742488" y="1246384"/>
                  </a:lnTo>
                  <a:lnTo>
                    <a:pt x="742430" y="1246391"/>
                  </a:lnTo>
                  <a:lnTo>
                    <a:pt x="742387" y="1246398"/>
                  </a:lnTo>
                  <a:lnTo>
                    <a:pt x="742352" y="1246397"/>
                  </a:lnTo>
                  <a:lnTo>
                    <a:pt x="742294" y="1246408"/>
                  </a:lnTo>
                  <a:lnTo>
                    <a:pt x="742264" y="1246420"/>
                  </a:lnTo>
                  <a:lnTo>
                    <a:pt x="742242" y="1246429"/>
                  </a:lnTo>
                  <a:lnTo>
                    <a:pt x="742184" y="1246447"/>
                  </a:lnTo>
                  <a:lnTo>
                    <a:pt x="742147" y="1246461"/>
                  </a:lnTo>
                  <a:lnTo>
                    <a:pt x="742117" y="1246465"/>
                  </a:lnTo>
                  <a:lnTo>
                    <a:pt x="742059" y="1246483"/>
                  </a:lnTo>
                  <a:lnTo>
                    <a:pt x="742030" y="1246494"/>
                  </a:lnTo>
                  <a:lnTo>
                    <a:pt x="742000" y="1246504"/>
                  </a:lnTo>
                  <a:lnTo>
                    <a:pt x="741955" y="1246522"/>
                  </a:lnTo>
                  <a:lnTo>
                    <a:pt x="741932" y="1246529"/>
                  </a:lnTo>
                  <a:lnTo>
                    <a:pt x="741921" y="1246533"/>
                  </a:lnTo>
                  <a:lnTo>
                    <a:pt x="741880" y="1246537"/>
                  </a:lnTo>
                  <a:lnTo>
                    <a:pt x="741857" y="1246531"/>
                  </a:lnTo>
                  <a:lnTo>
                    <a:pt x="741826" y="1246507"/>
                  </a:lnTo>
                  <a:lnTo>
                    <a:pt x="741811" y="1246485"/>
                  </a:lnTo>
                  <a:lnTo>
                    <a:pt x="741794" y="1246453"/>
                  </a:lnTo>
                  <a:lnTo>
                    <a:pt x="741773" y="1246431"/>
                  </a:lnTo>
                  <a:lnTo>
                    <a:pt x="741758" y="1246408"/>
                  </a:lnTo>
                  <a:lnTo>
                    <a:pt x="741745" y="1246385"/>
                  </a:lnTo>
                  <a:lnTo>
                    <a:pt x="741728" y="1246351"/>
                  </a:lnTo>
                  <a:lnTo>
                    <a:pt x="741706" y="1246314"/>
                  </a:lnTo>
                  <a:lnTo>
                    <a:pt x="741700" y="1246291"/>
                  </a:lnTo>
                  <a:lnTo>
                    <a:pt x="741682" y="1246247"/>
                  </a:lnTo>
                  <a:lnTo>
                    <a:pt x="741667" y="1246221"/>
                  </a:lnTo>
                  <a:lnTo>
                    <a:pt x="741655" y="1246192"/>
                  </a:lnTo>
                  <a:lnTo>
                    <a:pt x="741648" y="1246175"/>
                  </a:lnTo>
                  <a:lnTo>
                    <a:pt x="741634" y="1246139"/>
                  </a:lnTo>
                  <a:lnTo>
                    <a:pt x="741623" y="1246109"/>
                  </a:lnTo>
                  <a:lnTo>
                    <a:pt x="741602" y="1246075"/>
                  </a:lnTo>
                  <a:lnTo>
                    <a:pt x="741593" y="1246060"/>
                  </a:lnTo>
                  <a:lnTo>
                    <a:pt x="741574" y="1246026"/>
                  </a:lnTo>
                  <a:lnTo>
                    <a:pt x="741555" y="1245993"/>
                  </a:lnTo>
                  <a:lnTo>
                    <a:pt x="741533" y="1245957"/>
                  </a:lnTo>
                  <a:lnTo>
                    <a:pt x="741527" y="1245942"/>
                  </a:lnTo>
                  <a:lnTo>
                    <a:pt x="741504" y="1245908"/>
                  </a:lnTo>
                  <a:lnTo>
                    <a:pt x="741487" y="1245877"/>
                  </a:lnTo>
                  <a:lnTo>
                    <a:pt x="741467" y="1245853"/>
                  </a:lnTo>
                  <a:lnTo>
                    <a:pt x="741445" y="1245823"/>
                  </a:lnTo>
                  <a:lnTo>
                    <a:pt x="741405" y="1245784"/>
                  </a:lnTo>
                  <a:lnTo>
                    <a:pt x="741373" y="1245751"/>
                  </a:lnTo>
                  <a:lnTo>
                    <a:pt x="741361" y="1245737"/>
                  </a:lnTo>
                  <a:lnTo>
                    <a:pt x="741333" y="1245704"/>
                  </a:lnTo>
                  <a:lnTo>
                    <a:pt x="741300" y="1245672"/>
                  </a:lnTo>
                  <a:lnTo>
                    <a:pt x="741275" y="1245645"/>
                  </a:lnTo>
                  <a:lnTo>
                    <a:pt x="741246" y="1245604"/>
                  </a:lnTo>
                  <a:lnTo>
                    <a:pt x="741225" y="1245572"/>
                  </a:lnTo>
                  <a:lnTo>
                    <a:pt x="741216" y="1245555"/>
                  </a:lnTo>
                  <a:lnTo>
                    <a:pt x="741209" y="1245532"/>
                  </a:lnTo>
                  <a:lnTo>
                    <a:pt x="741196" y="1245507"/>
                  </a:lnTo>
                  <a:lnTo>
                    <a:pt x="741179" y="1245475"/>
                  </a:lnTo>
                  <a:lnTo>
                    <a:pt x="741158" y="1245459"/>
                  </a:lnTo>
                  <a:lnTo>
                    <a:pt x="741139" y="1245423"/>
                  </a:lnTo>
                  <a:lnTo>
                    <a:pt x="741128" y="1245393"/>
                  </a:lnTo>
                  <a:lnTo>
                    <a:pt x="741108" y="1245359"/>
                  </a:lnTo>
                  <a:lnTo>
                    <a:pt x="741099" y="1245335"/>
                  </a:lnTo>
                  <a:lnTo>
                    <a:pt x="741092" y="1245305"/>
                  </a:lnTo>
                  <a:lnTo>
                    <a:pt x="741083" y="1245275"/>
                  </a:lnTo>
                  <a:lnTo>
                    <a:pt x="741083" y="1245247"/>
                  </a:lnTo>
                  <a:lnTo>
                    <a:pt x="741079" y="1245223"/>
                  </a:lnTo>
                  <a:lnTo>
                    <a:pt x="741072" y="1245189"/>
                  </a:lnTo>
                  <a:lnTo>
                    <a:pt x="741062" y="1245152"/>
                  </a:lnTo>
                  <a:lnTo>
                    <a:pt x="741048" y="1245123"/>
                  </a:lnTo>
                  <a:lnTo>
                    <a:pt x="741039" y="1245101"/>
                  </a:lnTo>
                  <a:lnTo>
                    <a:pt x="741026" y="1245071"/>
                  </a:lnTo>
                  <a:lnTo>
                    <a:pt x="741019" y="1245040"/>
                  </a:lnTo>
                  <a:lnTo>
                    <a:pt x="741003" y="1245016"/>
                  </a:lnTo>
                  <a:lnTo>
                    <a:pt x="740994" y="1244991"/>
                  </a:lnTo>
                  <a:lnTo>
                    <a:pt x="740976" y="1244946"/>
                  </a:lnTo>
                  <a:lnTo>
                    <a:pt x="740966" y="1244916"/>
                  </a:lnTo>
                  <a:lnTo>
                    <a:pt x="740952" y="1244871"/>
                  </a:lnTo>
                  <a:lnTo>
                    <a:pt x="740937" y="1244831"/>
                  </a:lnTo>
                  <a:lnTo>
                    <a:pt x="740917" y="1244781"/>
                  </a:lnTo>
                  <a:lnTo>
                    <a:pt x="740904" y="1244744"/>
                  </a:lnTo>
                  <a:lnTo>
                    <a:pt x="740886" y="1244711"/>
                  </a:lnTo>
                  <a:lnTo>
                    <a:pt x="740865" y="1244668"/>
                  </a:lnTo>
                  <a:lnTo>
                    <a:pt x="740847" y="1244640"/>
                  </a:lnTo>
                  <a:lnTo>
                    <a:pt x="740817" y="1244616"/>
                  </a:lnTo>
                  <a:lnTo>
                    <a:pt x="740784" y="1244607"/>
                  </a:lnTo>
                  <a:lnTo>
                    <a:pt x="740754" y="1244606"/>
                  </a:lnTo>
                  <a:lnTo>
                    <a:pt x="740696" y="1244614"/>
                  </a:lnTo>
                  <a:lnTo>
                    <a:pt x="740650" y="1244627"/>
                  </a:lnTo>
                  <a:lnTo>
                    <a:pt x="740621" y="1244630"/>
                  </a:lnTo>
                  <a:lnTo>
                    <a:pt x="740592" y="1244621"/>
                  </a:lnTo>
                  <a:lnTo>
                    <a:pt x="740553" y="1244626"/>
                  </a:lnTo>
                  <a:lnTo>
                    <a:pt x="740516" y="1244632"/>
                  </a:lnTo>
                  <a:lnTo>
                    <a:pt x="740483" y="1244644"/>
                  </a:lnTo>
                  <a:lnTo>
                    <a:pt x="740456" y="1244656"/>
                  </a:lnTo>
                  <a:lnTo>
                    <a:pt x="740398" y="1244678"/>
                  </a:lnTo>
                  <a:lnTo>
                    <a:pt x="740351" y="1244697"/>
                  </a:lnTo>
                  <a:lnTo>
                    <a:pt x="740282" y="1244716"/>
                  </a:lnTo>
                  <a:lnTo>
                    <a:pt x="740234" y="1244733"/>
                  </a:lnTo>
                  <a:lnTo>
                    <a:pt x="740150" y="1244748"/>
                  </a:lnTo>
                  <a:lnTo>
                    <a:pt x="740113" y="1244762"/>
                  </a:lnTo>
                  <a:lnTo>
                    <a:pt x="740054" y="1244772"/>
                  </a:lnTo>
                  <a:lnTo>
                    <a:pt x="740001" y="1244783"/>
                  </a:lnTo>
                  <a:lnTo>
                    <a:pt x="739945" y="1244795"/>
                  </a:lnTo>
                  <a:lnTo>
                    <a:pt x="739930" y="1244801"/>
                  </a:lnTo>
                  <a:lnTo>
                    <a:pt x="739916" y="1244818"/>
                  </a:lnTo>
                  <a:lnTo>
                    <a:pt x="739921" y="1244782"/>
                  </a:lnTo>
                  <a:lnTo>
                    <a:pt x="739928" y="1244750"/>
                  </a:lnTo>
                  <a:lnTo>
                    <a:pt x="739929" y="1244707"/>
                  </a:lnTo>
                  <a:lnTo>
                    <a:pt x="739917" y="1244680"/>
                  </a:lnTo>
                  <a:lnTo>
                    <a:pt x="739913" y="1244653"/>
                  </a:lnTo>
                  <a:lnTo>
                    <a:pt x="739905" y="1244622"/>
                  </a:lnTo>
                  <a:lnTo>
                    <a:pt x="739897" y="1244591"/>
                  </a:lnTo>
                  <a:lnTo>
                    <a:pt x="739891" y="1244565"/>
                  </a:lnTo>
                  <a:lnTo>
                    <a:pt x="739891" y="1244545"/>
                  </a:lnTo>
                  <a:lnTo>
                    <a:pt x="739900" y="1244521"/>
                  </a:lnTo>
                  <a:lnTo>
                    <a:pt x="739901" y="1244493"/>
                  </a:lnTo>
                  <a:lnTo>
                    <a:pt x="739895" y="1244474"/>
                  </a:lnTo>
                  <a:lnTo>
                    <a:pt x="739871" y="1244425"/>
                  </a:lnTo>
                  <a:lnTo>
                    <a:pt x="739853" y="1244397"/>
                  </a:lnTo>
                  <a:lnTo>
                    <a:pt x="739833" y="1244367"/>
                  </a:lnTo>
                  <a:lnTo>
                    <a:pt x="739799" y="1244329"/>
                  </a:lnTo>
                  <a:lnTo>
                    <a:pt x="739772" y="1244305"/>
                  </a:lnTo>
                  <a:lnTo>
                    <a:pt x="739749" y="1244277"/>
                  </a:lnTo>
                  <a:lnTo>
                    <a:pt x="739730" y="1244260"/>
                  </a:lnTo>
                  <a:lnTo>
                    <a:pt x="739704" y="1244236"/>
                  </a:lnTo>
                  <a:lnTo>
                    <a:pt x="739685" y="1244215"/>
                  </a:lnTo>
                  <a:lnTo>
                    <a:pt x="739667" y="1244186"/>
                  </a:lnTo>
                  <a:lnTo>
                    <a:pt x="739661" y="1244172"/>
                  </a:lnTo>
                  <a:lnTo>
                    <a:pt x="739654" y="1244136"/>
                  </a:lnTo>
                  <a:lnTo>
                    <a:pt x="739641" y="1244076"/>
                  </a:lnTo>
                  <a:lnTo>
                    <a:pt x="739639" y="1244036"/>
                  </a:lnTo>
                  <a:lnTo>
                    <a:pt x="739635" y="1244015"/>
                  </a:lnTo>
                  <a:lnTo>
                    <a:pt x="739633" y="1243966"/>
                  </a:lnTo>
                  <a:lnTo>
                    <a:pt x="739627" y="1243934"/>
                  </a:lnTo>
                  <a:lnTo>
                    <a:pt x="739617" y="1243897"/>
                  </a:lnTo>
                  <a:lnTo>
                    <a:pt x="739611" y="1243866"/>
                  </a:lnTo>
                  <a:lnTo>
                    <a:pt x="739600" y="1243837"/>
                  </a:lnTo>
                  <a:lnTo>
                    <a:pt x="739586" y="1243807"/>
                  </a:lnTo>
                  <a:lnTo>
                    <a:pt x="739578" y="1243778"/>
                  </a:lnTo>
                  <a:lnTo>
                    <a:pt x="739571" y="1243763"/>
                  </a:lnTo>
                  <a:lnTo>
                    <a:pt x="739548" y="1243705"/>
                  </a:lnTo>
                  <a:lnTo>
                    <a:pt x="739535" y="1243675"/>
                  </a:lnTo>
                  <a:lnTo>
                    <a:pt x="739500" y="1243630"/>
                  </a:lnTo>
                  <a:lnTo>
                    <a:pt x="739467" y="1243589"/>
                  </a:lnTo>
                  <a:lnTo>
                    <a:pt x="739447" y="1243564"/>
                  </a:lnTo>
                  <a:lnTo>
                    <a:pt x="739414" y="1243510"/>
                  </a:lnTo>
                  <a:lnTo>
                    <a:pt x="739394" y="1243476"/>
                  </a:lnTo>
                  <a:lnTo>
                    <a:pt x="739362" y="1243416"/>
                  </a:lnTo>
                  <a:lnTo>
                    <a:pt x="739332" y="1243369"/>
                  </a:lnTo>
                  <a:lnTo>
                    <a:pt x="739318" y="1243343"/>
                  </a:lnTo>
                  <a:lnTo>
                    <a:pt x="739267" y="1243265"/>
                  </a:lnTo>
                  <a:lnTo>
                    <a:pt x="739248" y="1243233"/>
                  </a:lnTo>
                  <a:lnTo>
                    <a:pt x="739198" y="1243147"/>
                  </a:lnTo>
                  <a:lnTo>
                    <a:pt x="739151" y="1243077"/>
                  </a:lnTo>
                  <a:lnTo>
                    <a:pt x="739124" y="1243033"/>
                  </a:lnTo>
                  <a:lnTo>
                    <a:pt x="739091" y="1242986"/>
                  </a:lnTo>
                  <a:lnTo>
                    <a:pt x="739073" y="1242952"/>
                  </a:lnTo>
                  <a:lnTo>
                    <a:pt x="739050" y="1242892"/>
                  </a:lnTo>
                  <a:lnTo>
                    <a:pt x="739040" y="1242866"/>
                  </a:lnTo>
                  <a:lnTo>
                    <a:pt x="739007" y="1242785"/>
                  </a:lnTo>
                  <a:lnTo>
                    <a:pt x="738988" y="1242729"/>
                  </a:lnTo>
                  <a:lnTo>
                    <a:pt x="738960" y="1242674"/>
                  </a:lnTo>
                  <a:lnTo>
                    <a:pt x="738950" y="1242641"/>
                  </a:lnTo>
                  <a:lnTo>
                    <a:pt x="738919" y="1242562"/>
                  </a:lnTo>
                  <a:lnTo>
                    <a:pt x="738889" y="1242473"/>
                  </a:lnTo>
                  <a:lnTo>
                    <a:pt x="738877" y="1242423"/>
                  </a:lnTo>
                  <a:lnTo>
                    <a:pt x="738867" y="1242380"/>
                  </a:lnTo>
                  <a:lnTo>
                    <a:pt x="738862" y="1242342"/>
                  </a:lnTo>
                  <a:lnTo>
                    <a:pt x="738853" y="1242294"/>
                  </a:lnTo>
                  <a:lnTo>
                    <a:pt x="738847" y="1242244"/>
                  </a:lnTo>
                  <a:lnTo>
                    <a:pt x="738846" y="1242196"/>
                  </a:lnTo>
                  <a:lnTo>
                    <a:pt x="738851" y="1242158"/>
                  </a:lnTo>
                  <a:lnTo>
                    <a:pt x="738848" y="1242094"/>
                  </a:lnTo>
                  <a:lnTo>
                    <a:pt x="738839" y="1242069"/>
                  </a:lnTo>
                  <a:lnTo>
                    <a:pt x="738828" y="1242031"/>
                  </a:lnTo>
                  <a:lnTo>
                    <a:pt x="738814" y="1241990"/>
                  </a:lnTo>
                  <a:lnTo>
                    <a:pt x="738802" y="1241945"/>
                  </a:lnTo>
                  <a:lnTo>
                    <a:pt x="738789" y="1241901"/>
                  </a:lnTo>
                  <a:lnTo>
                    <a:pt x="738781" y="1241878"/>
                  </a:lnTo>
                  <a:lnTo>
                    <a:pt x="738763" y="1241815"/>
                  </a:lnTo>
                  <a:lnTo>
                    <a:pt x="738743" y="1241755"/>
                  </a:lnTo>
                  <a:lnTo>
                    <a:pt x="738737" y="1241726"/>
                  </a:lnTo>
                  <a:lnTo>
                    <a:pt x="738718" y="1241658"/>
                  </a:lnTo>
                  <a:lnTo>
                    <a:pt x="738701" y="1241616"/>
                  </a:lnTo>
                  <a:lnTo>
                    <a:pt x="738683" y="1241556"/>
                  </a:lnTo>
                  <a:lnTo>
                    <a:pt x="738665" y="1241491"/>
                  </a:lnTo>
                  <a:lnTo>
                    <a:pt x="738652" y="1241459"/>
                  </a:lnTo>
                  <a:lnTo>
                    <a:pt x="738647" y="1241429"/>
                  </a:lnTo>
                  <a:lnTo>
                    <a:pt x="738629" y="1241396"/>
                  </a:lnTo>
                  <a:lnTo>
                    <a:pt x="738617" y="1241367"/>
                  </a:lnTo>
                  <a:lnTo>
                    <a:pt x="738586" y="1241300"/>
                  </a:lnTo>
                  <a:lnTo>
                    <a:pt x="738574" y="1241265"/>
                  </a:lnTo>
                  <a:lnTo>
                    <a:pt x="738573" y="1241242"/>
                  </a:lnTo>
                  <a:lnTo>
                    <a:pt x="738569" y="1241189"/>
                  </a:lnTo>
                  <a:lnTo>
                    <a:pt x="738565" y="1241135"/>
                  </a:lnTo>
                  <a:lnTo>
                    <a:pt x="738565" y="1241086"/>
                  </a:lnTo>
                  <a:lnTo>
                    <a:pt x="738560" y="1241050"/>
                  </a:lnTo>
                  <a:lnTo>
                    <a:pt x="738555" y="1241000"/>
                  </a:lnTo>
                  <a:lnTo>
                    <a:pt x="738550" y="1240923"/>
                  </a:lnTo>
                  <a:lnTo>
                    <a:pt x="738545" y="1240875"/>
                  </a:lnTo>
                  <a:lnTo>
                    <a:pt x="738550" y="1240841"/>
                  </a:lnTo>
                  <a:lnTo>
                    <a:pt x="738556" y="1240800"/>
                  </a:lnTo>
                  <a:lnTo>
                    <a:pt x="738570" y="1240771"/>
                  </a:lnTo>
                  <a:lnTo>
                    <a:pt x="738587" y="1240726"/>
                  </a:lnTo>
                  <a:lnTo>
                    <a:pt x="738596" y="1240670"/>
                  </a:lnTo>
                  <a:lnTo>
                    <a:pt x="738594" y="1240604"/>
                  </a:lnTo>
                  <a:lnTo>
                    <a:pt x="738597" y="1240561"/>
                  </a:lnTo>
                  <a:lnTo>
                    <a:pt x="738602" y="1240507"/>
                  </a:lnTo>
                  <a:lnTo>
                    <a:pt x="738613" y="1240471"/>
                  </a:lnTo>
                  <a:lnTo>
                    <a:pt x="738637" y="1240396"/>
                  </a:lnTo>
                  <a:lnTo>
                    <a:pt x="738645" y="1240359"/>
                  </a:lnTo>
                  <a:lnTo>
                    <a:pt x="738646" y="1240288"/>
                  </a:lnTo>
                  <a:lnTo>
                    <a:pt x="738649" y="1240228"/>
                  </a:lnTo>
                  <a:lnTo>
                    <a:pt x="738656" y="1240200"/>
                  </a:lnTo>
                  <a:lnTo>
                    <a:pt x="738660" y="1240136"/>
                  </a:lnTo>
                  <a:lnTo>
                    <a:pt x="738667" y="1240085"/>
                  </a:lnTo>
                  <a:lnTo>
                    <a:pt x="738667" y="1240054"/>
                  </a:lnTo>
                  <a:lnTo>
                    <a:pt x="738651" y="1240014"/>
                  </a:lnTo>
                  <a:lnTo>
                    <a:pt x="738628" y="1239982"/>
                  </a:lnTo>
                  <a:lnTo>
                    <a:pt x="738616" y="1239948"/>
                  </a:lnTo>
                  <a:lnTo>
                    <a:pt x="738617" y="1239915"/>
                  </a:lnTo>
                  <a:lnTo>
                    <a:pt x="738624" y="1239894"/>
                  </a:lnTo>
                  <a:lnTo>
                    <a:pt x="738642" y="1239864"/>
                  </a:lnTo>
                  <a:lnTo>
                    <a:pt x="738677" y="1239820"/>
                  </a:lnTo>
                  <a:lnTo>
                    <a:pt x="738700" y="1239777"/>
                  </a:lnTo>
                  <a:lnTo>
                    <a:pt x="738722" y="1239741"/>
                  </a:lnTo>
                  <a:lnTo>
                    <a:pt x="738742" y="1239728"/>
                  </a:lnTo>
                  <a:lnTo>
                    <a:pt x="738791" y="1239686"/>
                  </a:lnTo>
                  <a:lnTo>
                    <a:pt x="738824" y="1239656"/>
                  </a:lnTo>
                  <a:lnTo>
                    <a:pt x="738858" y="1239633"/>
                  </a:lnTo>
                  <a:lnTo>
                    <a:pt x="738877" y="1239605"/>
                  </a:lnTo>
                  <a:lnTo>
                    <a:pt x="738898" y="1239580"/>
                  </a:lnTo>
                  <a:lnTo>
                    <a:pt x="738929" y="1239560"/>
                  </a:lnTo>
                  <a:lnTo>
                    <a:pt x="738942" y="1239529"/>
                  </a:lnTo>
                  <a:lnTo>
                    <a:pt x="738953" y="1239468"/>
                  </a:lnTo>
                  <a:lnTo>
                    <a:pt x="738961" y="1239407"/>
                  </a:lnTo>
                  <a:lnTo>
                    <a:pt x="738977" y="1239329"/>
                  </a:lnTo>
                  <a:lnTo>
                    <a:pt x="738988" y="1239264"/>
                  </a:lnTo>
                  <a:lnTo>
                    <a:pt x="738992" y="1239255"/>
                  </a:lnTo>
                  <a:lnTo>
                    <a:pt x="739018" y="1239209"/>
                  </a:lnTo>
                  <a:lnTo>
                    <a:pt x="739050" y="1239136"/>
                  </a:lnTo>
                  <a:lnTo>
                    <a:pt x="739113" y="1238979"/>
                  </a:lnTo>
                  <a:lnTo>
                    <a:pt x="739139" y="1238870"/>
                  </a:lnTo>
                  <a:lnTo>
                    <a:pt x="739141" y="1238728"/>
                  </a:lnTo>
                  <a:lnTo>
                    <a:pt x="739122" y="1238631"/>
                  </a:lnTo>
                  <a:lnTo>
                    <a:pt x="739116" y="1238623"/>
                  </a:lnTo>
                  <a:lnTo>
                    <a:pt x="739062" y="1238606"/>
                  </a:lnTo>
                  <a:lnTo>
                    <a:pt x="738942" y="1238596"/>
                  </a:lnTo>
                  <a:lnTo>
                    <a:pt x="738872" y="1238571"/>
                  </a:lnTo>
                  <a:lnTo>
                    <a:pt x="738839" y="1238546"/>
                  </a:lnTo>
                  <a:lnTo>
                    <a:pt x="738808" y="1238504"/>
                  </a:lnTo>
                  <a:lnTo>
                    <a:pt x="738779" y="1238418"/>
                  </a:lnTo>
                  <a:lnTo>
                    <a:pt x="738751" y="1238283"/>
                  </a:lnTo>
                  <a:lnTo>
                    <a:pt x="738744" y="1238165"/>
                  </a:lnTo>
                  <a:lnTo>
                    <a:pt x="738767" y="1238049"/>
                  </a:lnTo>
                  <a:lnTo>
                    <a:pt x="738802" y="1237988"/>
                  </a:lnTo>
                  <a:lnTo>
                    <a:pt x="738808" y="1237957"/>
                  </a:lnTo>
                  <a:lnTo>
                    <a:pt x="738804" y="1237866"/>
                  </a:lnTo>
                  <a:lnTo>
                    <a:pt x="738825" y="1237754"/>
                  </a:lnTo>
                  <a:lnTo>
                    <a:pt x="738828" y="1237734"/>
                  </a:lnTo>
                  <a:lnTo>
                    <a:pt x="738807" y="1237680"/>
                  </a:lnTo>
                  <a:lnTo>
                    <a:pt x="738805" y="1237656"/>
                  </a:lnTo>
                  <a:lnTo>
                    <a:pt x="738812" y="1237626"/>
                  </a:lnTo>
                  <a:lnTo>
                    <a:pt x="738905" y="1237507"/>
                  </a:lnTo>
                  <a:lnTo>
                    <a:pt x="738947" y="1237463"/>
                  </a:lnTo>
                  <a:lnTo>
                    <a:pt x="738957" y="1237428"/>
                  </a:lnTo>
                  <a:lnTo>
                    <a:pt x="738955" y="1237360"/>
                  </a:lnTo>
                  <a:lnTo>
                    <a:pt x="738930" y="1237311"/>
                  </a:lnTo>
                  <a:lnTo>
                    <a:pt x="738864" y="1237250"/>
                  </a:lnTo>
                  <a:lnTo>
                    <a:pt x="738735" y="1237122"/>
                  </a:lnTo>
                  <a:lnTo>
                    <a:pt x="738691" y="1237087"/>
                  </a:lnTo>
                  <a:lnTo>
                    <a:pt x="738603" y="1237046"/>
                  </a:lnTo>
                  <a:lnTo>
                    <a:pt x="738554" y="1237022"/>
                  </a:lnTo>
                  <a:lnTo>
                    <a:pt x="738542" y="1237023"/>
                  </a:lnTo>
                  <a:lnTo>
                    <a:pt x="738489" y="1237067"/>
                  </a:lnTo>
                  <a:lnTo>
                    <a:pt x="738428" y="1237099"/>
                  </a:lnTo>
                  <a:lnTo>
                    <a:pt x="738287" y="1237168"/>
                  </a:lnTo>
                  <a:lnTo>
                    <a:pt x="738258" y="1237176"/>
                  </a:lnTo>
                  <a:lnTo>
                    <a:pt x="738202" y="1237198"/>
                  </a:lnTo>
                  <a:lnTo>
                    <a:pt x="738138" y="1237212"/>
                  </a:lnTo>
                  <a:lnTo>
                    <a:pt x="738048" y="1237225"/>
                  </a:lnTo>
                  <a:lnTo>
                    <a:pt x="738019" y="1237237"/>
                  </a:lnTo>
                  <a:lnTo>
                    <a:pt x="737961" y="1237249"/>
                  </a:lnTo>
                  <a:lnTo>
                    <a:pt x="737948" y="1237244"/>
                  </a:lnTo>
                  <a:lnTo>
                    <a:pt x="737932" y="1237210"/>
                  </a:lnTo>
                  <a:lnTo>
                    <a:pt x="737901" y="1237116"/>
                  </a:lnTo>
                  <a:lnTo>
                    <a:pt x="737891" y="1237094"/>
                  </a:lnTo>
                  <a:lnTo>
                    <a:pt x="737859" y="1237071"/>
                  </a:lnTo>
                  <a:lnTo>
                    <a:pt x="737804" y="1237049"/>
                  </a:lnTo>
                  <a:lnTo>
                    <a:pt x="737770" y="1237032"/>
                  </a:lnTo>
                  <a:lnTo>
                    <a:pt x="737743" y="1237011"/>
                  </a:lnTo>
                  <a:lnTo>
                    <a:pt x="737711" y="1236978"/>
                  </a:lnTo>
                  <a:lnTo>
                    <a:pt x="737674" y="1236966"/>
                  </a:lnTo>
                  <a:lnTo>
                    <a:pt x="737564" y="1236934"/>
                  </a:lnTo>
                  <a:lnTo>
                    <a:pt x="737536" y="1236934"/>
                  </a:lnTo>
                  <a:lnTo>
                    <a:pt x="737505" y="1236946"/>
                  </a:lnTo>
                  <a:lnTo>
                    <a:pt x="737480" y="1236987"/>
                  </a:lnTo>
                  <a:lnTo>
                    <a:pt x="737449" y="1237053"/>
                  </a:lnTo>
                  <a:lnTo>
                    <a:pt x="737430" y="1237075"/>
                  </a:lnTo>
                  <a:lnTo>
                    <a:pt x="737361" y="1237107"/>
                  </a:lnTo>
                  <a:lnTo>
                    <a:pt x="737327" y="1237108"/>
                  </a:lnTo>
                  <a:lnTo>
                    <a:pt x="737293" y="1237094"/>
                  </a:lnTo>
                  <a:lnTo>
                    <a:pt x="737268" y="1237076"/>
                  </a:lnTo>
                  <a:lnTo>
                    <a:pt x="737234" y="1237042"/>
                  </a:lnTo>
                  <a:lnTo>
                    <a:pt x="737217" y="1237012"/>
                  </a:lnTo>
                  <a:lnTo>
                    <a:pt x="737190" y="1236979"/>
                  </a:lnTo>
                  <a:lnTo>
                    <a:pt x="737164" y="1236962"/>
                  </a:lnTo>
                  <a:lnTo>
                    <a:pt x="737144" y="1236928"/>
                  </a:lnTo>
                  <a:lnTo>
                    <a:pt x="737124" y="1236908"/>
                  </a:lnTo>
                  <a:lnTo>
                    <a:pt x="737070" y="1236887"/>
                  </a:lnTo>
                  <a:lnTo>
                    <a:pt x="736995" y="1236848"/>
                  </a:lnTo>
                  <a:lnTo>
                    <a:pt x="736951" y="1236834"/>
                  </a:lnTo>
                  <a:lnTo>
                    <a:pt x="736900" y="1236839"/>
                  </a:lnTo>
                  <a:lnTo>
                    <a:pt x="736886" y="1236836"/>
                  </a:lnTo>
                  <a:lnTo>
                    <a:pt x="736849" y="1236816"/>
                  </a:lnTo>
                  <a:lnTo>
                    <a:pt x="736834" y="1236812"/>
                  </a:lnTo>
                  <a:lnTo>
                    <a:pt x="736751" y="1236820"/>
                  </a:lnTo>
                  <a:lnTo>
                    <a:pt x="736727" y="1236817"/>
                  </a:lnTo>
                  <a:lnTo>
                    <a:pt x="736708" y="1236807"/>
                  </a:lnTo>
                  <a:lnTo>
                    <a:pt x="736690" y="1236797"/>
                  </a:lnTo>
                  <a:lnTo>
                    <a:pt x="736666" y="1236772"/>
                  </a:lnTo>
                  <a:lnTo>
                    <a:pt x="736662" y="1236768"/>
                  </a:lnTo>
                  <a:lnTo>
                    <a:pt x="736633" y="1236755"/>
                  </a:lnTo>
                  <a:lnTo>
                    <a:pt x="736582" y="1236751"/>
                  </a:lnTo>
                  <a:lnTo>
                    <a:pt x="736534" y="1236739"/>
                  </a:lnTo>
                  <a:lnTo>
                    <a:pt x="736465" y="1236701"/>
                  </a:lnTo>
                  <a:lnTo>
                    <a:pt x="736444" y="1236700"/>
                  </a:lnTo>
                  <a:lnTo>
                    <a:pt x="736406" y="1236701"/>
                  </a:lnTo>
                  <a:lnTo>
                    <a:pt x="736346" y="1236708"/>
                  </a:lnTo>
                  <a:lnTo>
                    <a:pt x="736310" y="1236709"/>
                  </a:lnTo>
                  <a:lnTo>
                    <a:pt x="736250" y="1236698"/>
                  </a:lnTo>
                  <a:lnTo>
                    <a:pt x="736219" y="1236688"/>
                  </a:lnTo>
                  <a:lnTo>
                    <a:pt x="736218" y="1236669"/>
                  </a:lnTo>
                  <a:lnTo>
                    <a:pt x="736218" y="1236615"/>
                  </a:lnTo>
                  <a:lnTo>
                    <a:pt x="736201" y="1236570"/>
                  </a:lnTo>
                  <a:lnTo>
                    <a:pt x="736190" y="1236536"/>
                  </a:lnTo>
                  <a:lnTo>
                    <a:pt x="736163" y="1236508"/>
                  </a:lnTo>
                  <a:lnTo>
                    <a:pt x="736129" y="1236488"/>
                  </a:lnTo>
                  <a:lnTo>
                    <a:pt x="736064" y="1236464"/>
                  </a:lnTo>
                  <a:lnTo>
                    <a:pt x="736029" y="1236461"/>
                  </a:lnTo>
                  <a:lnTo>
                    <a:pt x="735973" y="1236429"/>
                  </a:lnTo>
                  <a:lnTo>
                    <a:pt x="735927" y="1236377"/>
                  </a:lnTo>
                  <a:lnTo>
                    <a:pt x="735914" y="1236370"/>
                  </a:lnTo>
                  <a:lnTo>
                    <a:pt x="735870" y="1236357"/>
                  </a:lnTo>
                  <a:lnTo>
                    <a:pt x="735818" y="1236327"/>
                  </a:lnTo>
                  <a:lnTo>
                    <a:pt x="735759" y="1236290"/>
                  </a:lnTo>
                  <a:lnTo>
                    <a:pt x="735743" y="1236279"/>
                  </a:lnTo>
                  <a:lnTo>
                    <a:pt x="735698" y="1236254"/>
                  </a:lnTo>
                  <a:lnTo>
                    <a:pt x="735665" y="1236241"/>
                  </a:lnTo>
                  <a:lnTo>
                    <a:pt x="735642" y="1236223"/>
                  </a:lnTo>
                  <a:lnTo>
                    <a:pt x="735614" y="1236187"/>
                  </a:lnTo>
                  <a:lnTo>
                    <a:pt x="735610" y="1236168"/>
                  </a:lnTo>
                  <a:lnTo>
                    <a:pt x="735616" y="1236102"/>
                  </a:lnTo>
                  <a:lnTo>
                    <a:pt x="735613" y="1236037"/>
                  </a:lnTo>
                  <a:lnTo>
                    <a:pt x="735602" y="1235991"/>
                  </a:lnTo>
                  <a:lnTo>
                    <a:pt x="735599" y="1235952"/>
                  </a:lnTo>
                  <a:lnTo>
                    <a:pt x="735592" y="1235919"/>
                  </a:lnTo>
                  <a:lnTo>
                    <a:pt x="735581" y="1235908"/>
                  </a:lnTo>
                  <a:lnTo>
                    <a:pt x="735559" y="1235898"/>
                  </a:lnTo>
                  <a:lnTo>
                    <a:pt x="735532" y="1235897"/>
                  </a:lnTo>
                  <a:lnTo>
                    <a:pt x="735489" y="1235908"/>
                  </a:lnTo>
                  <a:lnTo>
                    <a:pt x="735464" y="1235912"/>
                  </a:lnTo>
                  <a:lnTo>
                    <a:pt x="735432" y="1235916"/>
                  </a:lnTo>
                  <a:lnTo>
                    <a:pt x="735404" y="1235906"/>
                  </a:lnTo>
                  <a:lnTo>
                    <a:pt x="735345" y="1235901"/>
                  </a:lnTo>
                  <a:lnTo>
                    <a:pt x="735191" y="1235898"/>
                  </a:lnTo>
                  <a:lnTo>
                    <a:pt x="735131" y="1235892"/>
                  </a:lnTo>
                  <a:lnTo>
                    <a:pt x="735086" y="1235881"/>
                  </a:lnTo>
                  <a:lnTo>
                    <a:pt x="735043" y="1235875"/>
                  </a:lnTo>
                  <a:lnTo>
                    <a:pt x="734976" y="1235874"/>
                  </a:lnTo>
                  <a:lnTo>
                    <a:pt x="734920" y="1235865"/>
                  </a:lnTo>
                  <a:lnTo>
                    <a:pt x="734886" y="1235872"/>
                  </a:lnTo>
                  <a:lnTo>
                    <a:pt x="734882" y="1235873"/>
                  </a:lnTo>
                  <a:lnTo>
                    <a:pt x="734836" y="1235880"/>
                  </a:lnTo>
                  <a:lnTo>
                    <a:pt x="734816" y="1235884"/>
                  </a:lnTo>
                  <a:lnTo>
                    <a:pt x="734791" y="1235878"/>
                  </a:lnTo>
                  <a:lnTo>
                    <a:pt x="734750" y="1235846"/>
                  </a:lnTo>
                  <a:lnTo>
                    <a:pt x="734724" y="1235837"/>
                  </a:lnTo>
                  <a:lnTo>
                    <a:pt x="734693" y="1235826"/>
                  </a:lnTo>
                  <a:lnTo>
                    <a:pt x="734676" y="1235812"/>
                  </a:lnTo>
                  <a:lnTo>
                    <a:pt x="734669" y="1235794"/>
                  </a:lnTo>
                  <a:lnTo>
                    <a:pt x="734659" y="1235764"/>
                  </a:lnTo>
                  <a:lnTo>
                    <a:pt x="734639" y="1235713"/>
                  </a:lnTo>
                  <a:lnTo>
                    <a:pt x="734620" y="1235690"/>
                  </a:lnTo>
                  <a:lnTo>
                    <a:pt x="734594" y="1235666"/>
                  </a:lnTo>
                  <a:lnTo>
                    <a:pt x="734562" y="1235624"/>
                  </a:lnTo>
                  <a:lnTo>
                    <a:pt x="734554" y="1235588"/>
                  </a:lnTo>
                  <a:lnTo>
                    <a:pt x="734551" y="1235527"/>
                  </a:lnTo>
                  <a:lnTo>
                    <a:pt x="734544" y="1235505"/>
                  </a:lnTo>
                  <a:lnTo>
                    <a:pt x="734522" y="1235488"/>
                  </a:lnTo>
                  <a:lnTo>
                    <a:pt x="734485" y="1235459"/>
                  </a:lnTo>
                  <a:lnTo>
                    <a:pt x="734461" y="1235442"/>
                  </a:lnTo>
                  <a:lnTo>
                    <a:pt x="734418" y="1235408"/>
                  </a:lnTo>
                  <a:lnTo>
                    <a:pt x="734407" y="1235409"/>
                  </a:lnTo>
                  <a:lnTo>
                    <a:pt x="734372" y="1235415"/>
                  </a:lnTo>
                  <a:lnTo>
                    <a:pt x="734346" y="1235407"/>
                  </a:lnTo>
                  <a:lnTo>
                    <a:pt x="734323" y="1235392"/>
                  </a:lnTo>
                  <a:lnTo>
                    <a:pt x="734279" y="1235377"/>
                  </a:lnTo>
                  <a:lnTo>
                    <a:pt x="734217" y="1235370"/>
                  </a:lnTo>
                  <a:lnTo>
                    <a:pt x="734186" y="1235375"/>
                  </a:lnTo>
                  <a:lnTo>
                    <a:pt x="734161" y="1235391"/>
                  </a:lnTo>
                  <a:lnTo>
                    <a:pt x="734036" y="1235437"/>
                  </a:lnTo>
                  <a:lnTo>
                    <a:pt x="733992" y="1235452"/>
                  </a:lnTo>
                  <a:lnTo>
                    <a:pt x="733909" y="1235492"/>
                  </a:lnTo>
                  <a:lnTo>
                    <a:pt x="733823" y="1235546"/>
                  </a:lnTo>
                  <a:lnTo>
                    <a:pt x="733770" y="1235580"/>
                  </a:lnTo>
                  <a:lnTo>
                    <a:pt x="733767" y="1235591"/>
                  </a:lnTo>
                  <a:lnTo>
                    <a:pt x="733773" y="1235600"/>
                  </a:lnTo>
                  <a:lnTo>
                    <a:pt x="733846" y="1235644"/>
                  </a:lnTo>
                  <a:lnTo>
                    <a:pt x="733879" y="1235672"/>
                  </a:lnTo>
                  <a:lnTo>
                    <a:pt x="733899" y="1235700"/>
                  </a:lnTo>
                  <a:lnTo>
                    <a:pt x="733928" y="1235753"/>
                  </a:lnTo>
                  <a:lnTo>
                    <a:pt x="733928" y="1235769"/>
                  </a:lnTo>
                  <a:lnTo>
                    <a:pt x="733922" y="1235776"/>
                  </a:lnTo>
                  <a:lnTo>
                    <a:pt x="733899" y="1235780"/>
                  </a:lnTo>
                  <a:lnTo>
                    <a:pt x="733879" y="1235794"/>
                  </a:lnTo>
                  <a:lnTo>
                    <a:pt x="733861" y="1235822"/>
                  </a:lnTo>
                  <a:lnTo>
                    <a:pt x="733826" y="1235896"/>
                  </a:lnTo>
                  <a:lnTo>
                    <a:pt x="733798" y="1235920"/>
                  </a:lnTo>
                  <a:lnTo>
                    <a:pt x="733726" y="1235955"/>
                  </a:lnTo>
                  <a:lnTo>
                    <a:pt x="733679" y="1235969"/>
                  </a:lnTo>
                  <a:lnTo>
                    <a:pt x="733625" y="1235969"/>
                  </a:lnTo>
                  <a:lnTo>
                    <a:pt x="733589" y="1235976"/>
                  </a:lnTo>
                  <a:lnTo>
                    <a:pt x="733481" y="1235985"/>
                  </a:lnTo>
                  <a:lnTo>
                    <a:pt x="733429" y="1236002"/>
                  </a:lnTo>
                  <a:lnTo>
                    <a:pt x="733358" y="1236044"/>
                  </a:lnTo>
                  <a:lnTo>
                    <a:pt x="733241" y="1236107"/>
                  </a:lnTo>
                  <a:lnTo>
                    <a:pt x="733215" y="1236130"/>
                  </a:lnTo>
                  <a:lnTo>
                    <a:pt x="733213" y="1236153"/>
                  </a:lnTo>
                  <a:lnTo>
                    <a:pt x="733222" y="1236210"/>
                  </a:lnTo>
                  <a:lnTo>
                    <a:pt x="733238" y="1236302"/>
                  </a:lnTo>
                  <a:lnTo>
                    <a:pt x="733231" y="1236329"/>
                  </a:lnTo>
                  <a:lnTo>
                    <a:pt x="733206" y="1236368"/>
                  </a:lnTo>
                  <a:lnTo>
                    <a:pt x="733184" y="1236407"/>
                  </a:lnTo>
                  <a:lnTo>
                    <a:pt x="733173" y="1236408"/>
                  </a:lnTo>
                  <a:lnTo>
                    <a:pt x="733118" y="1236393"/>
                  </a:lnTo>
                  <a:lnTo>
                    <a:pt x="733077" y="1236391"/>
                  </a:lnTo>
                  <a:lnTo>
                    <a:pt x="733044" y="1236409"/>
                  </a:lnTo>
                  <a:lnTo>
                    <a:pt x="732991" y="1236445"/>
                  </a:lnTo>
                  <a:lnTo>
                    <a:pt x="732932" y="1236481"/>
                  </a:lnTo>
                  <a:lnTo>
                    <a:pt x="732916" y="1236489"/>
                  </a:lnTo>
                  <a:lnTo>
                    <a:pt x="732874" y="1236521"/>
                  </a:lnTo>
                  <a:lnTo>
                    <a:pt x="732834" y="1236530"/>
                  </a:lnTo>
                  <a:lnTo>
                    <a:pt x="732767" y="1236532"/>
                  </a:lnTo>
                  <a:lnTo>
                    <a:pt x="732748" y="1236547"/>
                  </a:lnTo>
                  <a:lnTo>
                    <a:pt x="732724" y="1236558"/>
                  </a:lnTo>
                  <a:lnTo>
                    <a:pt x="732698" y="1236560"/>
                  </a:lnTo>
                  <a:lnTo>
                    <a:pt x="732643" y="1236524"/>
                  </a:lnTo>
                  <a:lnTo>
                    <a:pt x="732614" y="1236523"/>
                  </a:lnTo>
                  <a:lnTo>
                    <a:pt x="732558" y="1236532"/>
                  </a:lnTo>
                  <a:lnTo>
                    <a:pt x="732491" y="1236551"/>
                  </a:lnTo>
                  <a:lnTo>
                    <a:pt x="732391" y="1236595"/>
                  </a:lnTo>
                  <a:lnTo>
                    <a:pt x="732353" y="1236616"/>
                  </a:lnTo>
                  <a:lnTo>
                    <a:pt x="732324" y="1236642"/>
                  </a:lnTo>
                  <a:lnTo>
                    <a:pt x="732307" y="1236694"/>
                  </a:lnTo>
                  <a:lnTo>
                    <a:pt x="732283" y="1236721"/>
                  </a:lnTo>
                  <a:lnTo>
                    <a:pt x="732249" y="1236752"/>
                  </a:lnTo>
                  <a:lnTo>
                    <a:pt x="732219" y="1236771"/>
                  </a:lnTo>
                  <a:lnTo>
                    <a:pt x="732170" y="1236793"/>
                  </a:lnTo>
                  <a:lnTo>
                    <a:pt x="732110" y="1236815"/>
                  </a:lnTo>
                  <a:lnTo>
                    <a:pt x="732066" y="1236834"/>
                  </a:lnTo>
                  <a:lnTo>
                    <a:pt x="732023" y="1236846"/>
                  </a:lnTo>
                  <a:lnTo>
                    <a:pt x="731961" y="1236907"/>
                  </a:lnTo>
                  <a:lnTo>
                    <a:pt x="731925" y="1236946"/>
                  </a:lnTo>
                  <a:lnTo>
                    <a:pt x="731879" y="1236976"/>
                  </a:lnTo>
                  <a:lnTo>
                    <a:pt x="731833" y="1236985"/>
                  </a:lnTo>
                  <a:lnTo>
                    <a:pt x="731798" y="1237004"/>
                  </a:lnTo>
                  <a:lnTo>
                    <a:pt x="731767" y="1237004"/>
                  </a:lnTo>
                  <a:lnTo>
                    <a:pt x="731751" y="1236995"/>
                  </a:lnTo>
                  <a:lnTo>
                    <a:pt x="731712" y="1236951"/>
                  </a:lnTo>
                  <a:lnTo>
                    <a:pt x="731683" y="1236941"/>
                  </a:lnTo>
                  <a:lnTo>
                    <a:pt x="731676" y="1236945"/>
                  </a:lnTo>
                  <a:lnTo>
                    <a:pt x="731674" y="1236952"/>
                  </a:lnTo>
                  <a:lnTo>
                    <a:pt x="731668" y="1236987"/>
                  </a:lnTo>
                  <a:lnTo>
                    <a:pt x="731636" y="1237012"/>
                  </a:lnTo>
                  <a:lnTo>
                    <a:pt x="731603" y="1237021"/>
                  </a:lnTo>
                  <a:lnTo>
                    <a:pt x="731536" y="1237037"/>
                  </a:lnTo>
                  <a:lnTo>
                    <a:pt x="731459" y="1237054"/>
                  </a:lnTo>
                  <a:lnTo>
                    <a:pt x="731432" y="1237060"/>
                  </a:lnTo>
                  <a:lnTo>
                    <a:pt x="731417" y="1237055"/>
                  </a:lnTo>
                  <a:lnTo>
                    <a:pt x="731368" y="1237035"/>
                  </a:lnTo>
                  <a:lnTo>
                    <a:pt x="731319" y="1237008"/>
                  </a:lnTo>
                  <a:lnTo>
                    <a:pt x="731286" y="1236992"/>
                  </a:lnTo>
                  <a:lnTo>
                    <a:pt x="731255" y="1236985"/>
                  </a:lnTo>
                  <a:lnTo>
                    <a:pt x="731225" y="1236984"/>
                  </a:lnTo>
                  <a:lnTo>
                    <a:pt x="731149" y="1236986"/>
                  </a:lnTo>
                  <a:lnTo>
                    <a:pt x="731085" y="1236979"/>
                  </a:lnTo>
                  <a:lnTo>
                    <a:pt x="731035" y="1236971"/>
                  </a:lnTo>
                  <a:lnTo>
                    <a:pt x="730996" y="1236963"/>
                  </a:lnTo>
                  <a:lnTo>
                    <a:pt x="730939" y="1236970"/>
                  </a:lnTo>
                  <a:lnTo>
                    <a:pt x="730918" y="1236978"/>
                  </a:lnTo>
                  <a:lnTo>
                    <a:pt x="730899" y="1237009"/>
                  </a:lnTo>
                  <a:lnTo>
                    <a:pt x="730850" y="1237095"/>
                  </a:lnTo>
                  <a:lnTo>
                    <a:pt x="730814" y="1237139"/>
                  </a:lnTo>
                  <a:lnTo>
                    <a:pt x="730781" y="1237166"/>
                  </a:lnTo>
                  <a:lnTo>
                    <a:pt x="730747" y="1237186"/>
                  </a:lnTo>
                  <a:lnTo>
                    <a:pt x="730730" y="1237211"/>
                  </a:lnTo>
                  <a:lnTo>
                    <a:pt x="730651" y="1237308"/>
                  </a:lnTo>
                  <a:lnTo>
                    <a:pt x="730578" y="1237390"/>
                  </a:lnTo>
                  <a:lnTo>
                    <a:pt x="730494" y="1237463"/>
                  </a:lnTo>
                  <a:lnTo>
                    <a:pt x="730454" y="1237498"/>
                  </a:lnTo>
                  <a:lnTo>
                    <a:pt x="730421" y="1237546"/>
                  </a:lnTo>
                  <a:lnTo>
                    <a:pt x="730345" y="1237642"/>
                  </a:lnTo>
                  <a:lnTo>
                    <a:pt x="730284" y="1237695"/>
                  </a:lnTo>
                  <a:lnTo>
                    <a:pt x="730206" y="1237757"/>
                  </a:lnTo>
                  <a:lnTo>
                    <a:pt x="730127" y="1237812"/>
                  </a:lnTo>
                  <a:lnTo>
                    <a:pt x="730004" y="1237895"/>
                  </a:lnTo>
                  <a:lnTo>
                    <a:pt x="729905" y="1237970"/>
                  </a:lnTo>
                  <a:lnTo>
                    <a:pt x="729819" y="1238036"/>
                  </a:lnTo>
                  <a:lnTo>
                    <a:pt x="729742" y="1238119"/>
                  </a:lnTo>
                  <a:lnTo>
                    <a:pt x="729691" y="1238151"/>
                  </a:lnTo>
                  <a:lnTo>
                    <a:pt x="729652" y="1238164"/>
                  </a:lnTo>
                  <a:lnTo>
                    <a:pt x="729611" y="1238173"/>
                  </a:lnTo>
                  <a:lnTo>
                    <a:pt x="729585" y="1238170"/>
                  </a:lnTo>
                  <a:lnTo>
                    <a:pt x="729564" y="1238148"/>
                  </a:lnTo>
                  <a:lnTo>
                    <a:pt x="729507" y="1238062"/>
                  </a:lnTo>
                  <a:lnTo>
                    <a:pt x="729468" y="1237992"/>
                  </a:lnTo>
                  <a:lnTo>
                    <a:pt x="729458" y="1237947"/>
                  </a:lnTo>
                  <a:lnTo>
                    <a:pt x="729449" y="1237913"/>
                  </a:lnTo>
                  <a:lnTo>
                    <a:pt x="729389" y="1237840"/>
                  </a:lnTo>
                  <a:lnTo>
                    <a:pt x="729362" y="1237819"/>
                  </a:lnTo>
                  <a:lnTo>
                    <a:pt x="729344" y="1237811"/>
                  </a:lnTo>
                  <a:lnTo>
                    <a:pt x="729317" y="1237807"/>
                  </a:lnTo>
                  <a:lnTo>
                    <a:pt x="729268" y="1237808"/>
                  </a:lnTo>
                  <a:lnTo>
                    <a:pt x="729223" y="1237822"/>
                  </a:lnTo>
                  <a:lnTo>
                    <a:pt x="729216" y="1237820"/>
                  </a:lnTo>
                  <a:lnTo>
                    <a:pt x="729197" y="1237776"/>
                  </a:lnTo>
                  <a:lnTo>
                    <a:pt x="729161" y="1237727"/>
                  </a:lnTo>
                  <a:lnTo>
                    <a:pt x="729121" y="1237702"/>
                  </a:lnTo>
                  <a:lnTo>
                    <a:pt x="729101" y="1237683"/>
                  </a:lnTo>
                  <a:lnTo>
                    <a:pt x="729093" y="1237659"/>
                  </a:lnTo>
                  <a:lnTo>
                    <a:pt x="729081" y="1237612"/>
                  </a:lnTo>
                  <a:lnTo>
                    <a:pt x="729085" y="1237560"/>
                  </a:lnTo>
                  <a:lnTo>
                    <a:pt x="729085" y="1237552"/>
                  </a:lnTo>
                  <a:lnTo>
                    <a:pt x="729074" y="1237527"/>
                  </a:lnTo>
                  <a:lnTo>
                    <a:pt x="729069" y="1237487"/>
                  </a:lnTo>
                  <a:lnTo>
                    <a:pt x="729062" y="1237428"/>
                  </a:lnTo>
                  <a:lnTo>
                    <a:pt x="729030" y="1237399"/>
                  </a:lnTo>
                  <a:lnTo>
                    <a:pt x="729013" y="1237371"/>
                  </a:lnTo>
                  <a:lnTo>
                    <a:pt x="728989" y="1237336"/>
                  </a:lnTo>
                  <a:lnTo>
                    <a:pt x="728977" y="1237292"/>
                  </a:lnTo>
                  <a:lnTo>
                    <a:pt x="728950" y="1237265"/>
                  </a:lnTo>
                  <a:lnTo>
                    <a:pt x="728916" y="1237229"/>
                  </a:lnTo>
                  <a:lnTo>
                    <a:pt x="728857" y="1237156"/>
                  </a:lnTo>
                  <a:lnTo>
                    <a:pt x="728810" y="1237122"/>
                  </a:lnTo>
                  <a:lnTo>
                    <a:pt x="728774" y="1237071"/>
                  </a:lnTo>
                  <a:lnTo>
                    <a:pt x="728721" y="1237010"/>
                  </a:lnTo>
                  <a:lnTo>
                    <a:pt x="728667" y="1236983"/>
                  </a:lnTo>
                  <a:lnTo>
                    <a:pt x="728579" y="1236949"/>
                  </a:lnTo>
                  <a:lnTo>
                    <a:pt x="728547" y="1236933"/>
                  </a:lnTo>
                  <a:lnTo>
                    <a:pt x="728492" y="1236882"/>
                  </a:lnTo>
                  <a:lnTo>
                    <a:pt x="728457" y="1236864"/>
                  </a:lnTo>
                  <a:lnTo>
                    <a:pt x="728378" y="1236833"/>
                  </a:lnTo>
                  <a:lnTo>
                    <a:pt x="728346" y="1236813"/>
                  </a:lnTo>
                  <a:lnTo>
                    <a:pt x="728286" y="1236800"/>
                  </a:lnTo>
                  <a:lnTo>
                    <a:pt x="728241" y="1236791"/>
                  </a:lnTo>
                  <a:lnTo>
                    <a:pt x="728214" y="1236791"/>
                  </a:lnTo>
                  <a:lnTo>
                    <a:pt x="728188" y="1236798"/>
                  </a:lnTo>
                  <a:lnTo>
                    <a:pt x="728166" y="1236817"/>
                  </a:lnTo>
                  <a:lnTo>
                    <a:pt x="728136" y="1236819"/>
                  </a:lnTo>
                  <a:lnTo>
                    <a:pt x="728054" y="1236793"/>
                  </a:lnTo>
                  <a:lnTo>
                    <a:pt x="727979" y="1236759"/>
                  </a:lnTo>
                  <a:lnTo>
                    <a:pt x="727903" y="1236723"/>
                  </a:lnTo>
                  <a:lnTo>
                    <a:pt x="727873" y="1236718"/>
                  </a:lnTo>
                  <a:lnTo>
                    <a:pt x="727841" y="1236722"/>
                  </a:lnTo>
                  <a:lnTo>
                    <a:pt x="727818" y="1236731"/>
                  </a:lnTo>
                  <a:lnTo>
                    <a:pt x="727792" y="1236731"/>
                  </a:lnTo>
                  <a:lnTo>
                    <a:pt x="727696" y="1236706"/>
                  </a:lnTo>
                  <a:lnTo>
                    <a:pt x="727638" y="1236703"/>
                  </a:lnTo>
                  <a:lnTo>
                    <a:pt x="727585" y="1236682"/>
                  </a:lnTo>
                  <a:lnTo>
                    <a:pt x="727469" y="1236639"/>
                  </a:lnTo>
                  <a:lnTo>
                    <a:pt x="727439" y="1236636"/>
                  </a:lnTo>
                  <a:lnTo>
                    <a:pt x="727409" y="1236643"/>
                  </a:lnTo>
                  <a:lnTo>
                    <a:pt x="727373" y="1236648"/>
                  </a:lnTo>
                  <a:lnTo>
                    <a:pt x="727358" y="1236644"/>
                  </a:lnTo>
                  <a:lnTo>
                    <a:pt x="727331" y="1236602"/>
                  </a:lnTo>
                  <a:lnTo>
                    <a:pt x="727292" y="1236556"/>
                  </a:lnTo>
                  <a:lnTo>
                    <a:pt x="727184" y="1236426"/>
                  </a:lnTo>
                  <a:lnTo>
                    <a:pt x="727129" y="1236361"/>
                  </a:lnTo>
                  <a:lnTo>
                    <a:pt x="727086" y="1236338"/>
                  </a:lnTo>
                  <a:lnTo>
                    <a:pt x="726994" y="1236300"/>
                  </a:lnTo>
                  <a:lnTo>
                    <a:pt x="726914" y="1236267"/>
                  </a:lnTo>
                  <a:lnTo>
                    <a:pt x="726846" y="1236250"/>
                  </a:lnTo>
                  <a:lnTo>
                    <a:pt x="726788" y="1236251"/>
                  </a:lnTo>
                  <a:lnTo>
                    <a:pt x="726737" y="1236246"/>
                  </a:lnTo>
                  <a:lnTo>
                    <a:pt x="726723" y="1236241"/>
                  </a:lnTo>
                  <a:lnTo>
                    <a:pt x="726680" y="1236214"/>
                  </a:lnTo>
                  <a:lnTo>
                    <a:pt x="726583" y="1236178"/>
                  </a:lnTo>
                  <a:lnTo>
                    <a:pt x="726542" y="1236162"/>
                  </a:lnTo>
                  <a:lnTo>
                    <a:pt x="726452" y="1236116"/>
                  </a:lnTo>
                  <a:lnTo>
                    <a:pt x="726370" y="1236073"/>
                  </a:lnTo>
                  <a:lnTo>
                    <a:pt x="726315" y="1236039"/>
                  </a:lnTo>
                  <a:lnTo>
                    <a:pt x="726294" y="1236037"/>
                  </a:lnTo>
                  <a:lnTo>
                    <a:pt x="726254" y="1236049"/>
                  </a:lnTo>
                  <a:lnTo>
                    <a:pt x="726220" y="1236074"/>
                  </a:lnTo>
                  <a:lnTo>
                    <a:pt x="726184" y="1236101"/>
                  </a:lnTo>
                  <a:lnTo>
                    <a:pt x="726156" y="1236141"/>
                  </a:lnTo>
                  <a:lnTo>
                    <a:pt x="726128" y="1236176"/>
                  </a:lnTo>
                  <a:lnTo>
                    <a:pt x="726088" y="1236194"/>
                  </a:lnTo>
                  <a:lnTo>
                    <a:pt x="726031" y="1236228"/>
                  </a:lnTo>
                  <a:lnTo>
                    <a:pt x="726011" y="1236240"/>
                  </a:lnTo>
                  <a:lnTo>
                    <a:pt x="725989" y="1236250"/>
                  </a:lnTo>
                  <a:lnTo>
                    <a:pt x="725984" y="1236252"/>
                  </a:lnTo>
                  <a:lnTo>
                    <a:pt x="725938" y="1236280"/>
                  </a:lnTo>
                  <a:lnTo>
                    <a:pt x="725879" y="1236314"/>
                  </a:lnTo>
                  <a:lnTo>
                    <a:pt x="725857" y="1236338"/>
                  </a:lnTo>
                  <a:lnTo>
                    <a:pt x="725851" y="1236350"/>
                  </a:lnTo>
                  <a:lnTo>
                    <a:pt x="725852" y="1236369"/>
                  </a:lnTo>
                  <a:lnTo>
                    <a:pt x="725851" y="1236382"/>
                  </a:lnTo>
                  <a:lnTo>
                    <a:pt x="725825" y="1236395"/>
                  </a:lnTo>
                  <a:lnTo>
                    <a:pt x="725786" y="1236412"/>
                  </a:lnTo>
                  <a:lnTo>
                    <a:pt x="725743" y="1236429"/>
                  </a:lnTo>
                  <a:lnTo>
                    <a:pt x="725707" y="1236431"/>
                  </a:lnTo>
                  <a:lnTo>
                    <a:pt x="725679" y="1236434"/>
                  </a:lnTo>
                  <a:lnTo>
                    <a:pt x="725659" y="1236440"/>
                  </a:lnTo>
                  <a:lnTo>
                    <a:pt x="725649" y="1236452"/>
                  </a:lnTo>
                  <a:lnTo>
                    <a:pt x="725645" y="1236468"/>
                  </a:lnTo>
                  <a:lnTo>
                    <a:pt x="725639" y="1236482"/>
                  </a:lnTo>
                  <a:lnTo>
                    <a:pt x="725619" y="1236493"/>
                  </a:lnTo>
                  <a:lnTo>
                    <a:pt x="725571" y="1236520"/>
                  </a:lnTo>
                  <a:lnTo>
                    <a:pt x="725537" y="1236541"/>
                  </a:lnTo>
                  <a:lnTo>
                    <a:pt x="725521" y="1236563"/>
                  </a:lnTo>
                  <a:lnTo>
                    <a:pt x="725512" y="1236592"/>
                  </a:lnTo>
                  <a:lnTo>
                    <a:pt x="725505" y="1236650"/>
                  </a:lnTo>
                  <a:lnTo>
                    <a:pt x="725497" y="1236682"/>
                  </a:lnTo>
                  <a:lnTo>
                    <a:pt x="725478" y="1236708"/>
                  </a:lnTo>
                  <a:lnTo>
                    <a:pt x="725459" y="1236720"/>
                  </a:lnTo>
                  <a:lnTo>
                    <a:pt x="725406" y="1236756"/>
                  </a:lnTo>
                  <a:lnTo>
                    <a:pt x="725378" y="1236774"/>
                  </a:lnTo>
                  <a:lnTo>
                    <a:pt x="725349" y="1236779"/>
                  </a:lnTo>
                  <a:lnTo>
                    <a:pt x="725334" y="1236780"/>
                  </a:lnTo>
                  <a:lnTo>
                    <a:pt x="725307" y="1236771"/>
                  </a:lnTo>
                  <a:lnTo>
                    <a:pt x="725270" y="1236753"/>
                  </a:lnTo>
                  <a:lnTo>
                    <a:pt x="725250" y="1236751"/>
                  </a:lnTo>
                  <a:lnTo>
                    <a:pt x="725224" y="1236764"/>
                  </a:lnTo>
                  <a:lnTo>
                    <a:pt x="725172" y="1236790"/>
                  </a:lnTo>
                  <a:lnTo>
                    <a:pt x="725140" y="1236806"/>
                  </a:lnTo>
                  <a:lnTo>
                    <a:pt x="725107" y="1236815"/>
                  </a:lnTo>
                  <a:lnTo>
                    <a:pt x="725066" y="1236821"/>
                  </a:lnTo>
                  <a:lnTo>
                    <a:pt x="725019" y="1236839"/>
                  </a:lnTo>
                  <a:lnTo>
                    <a:pt x="724960" y="1236861"/>
                  </a:lnTo>
                  <a:lnTo>
                    <a:pt x="724923" y="1236870"/>
                  </a:lnTo>
                  <a:lnTo>
                    <a:pt x="724876" y="1236873"/>
                  </a:lnTo>
                  <a:lnTo>
                    <a:pt x="724831" y="1236874"/>
                  </a:lnTo>
                  <a:lnTo>
                    <a:pt x="724770" y="1236887"/>
                  </a:lnTo>
                  <a:lnTo>
                    <a:pt x="724721" y="1236899"/>
                  </a:lnTo>
                  <a:lnTo>
                    <a:pt x="724691" y="1236901"/>
                  </a:lnTo>
                  <a:lnTo>
                    <a:pt x="724655" y="1236893"/>
                  </a:lnTo>
                  <a:lnTo>
                    <a:pt x="724619" y="1236895"/>
                  </a:lnTo>
                  <a:lnTo>
                    <a:pt x="724597" y="1236898"/>
                  </a:lnTo>
                  <a:lnTo>
                    <a:pt x="724572" y="1236893"/>
                  </a:lnTo>
                  <a:lnTo>
                    <a:pt x="724538" y="1236890"/>
                  </a:lnTo>
                  <a:lnTo>
                    <a:pt x="724505" y="1236892"/>
                  </a:lnTo>
                  <a:lnTo>
                    <a:pt x="724470" y="1236898"/>
                  </a:lnTo>
                  <a:lnTo>
                    <a:pt x="724413" y="1236902"/>
                  </a:lnTo>
                  <a:lnTo>
                    <a:pt x="724368" y="1236908"/>
                  </a:lnTo>
                  <a:lnTo>
                    <a:pt x="724338" y="1236919"/>
                  </a:lnTo>
                  <a:lnTo>
                    <a:pt x="724303" y="1236938"/>
                  </a:lnTo>
                  <a:lnTo>
                    <a:pt x="724276" y="1236941"/>
                  </a:lnTo>
                  <a:lnTo>
                    <a:pt x="724255" y="1236940"/>
                  </a:lnTo>
                  <a:lnTo>
                    <a:pt x="724230" y="1236932"/>
                  </a:lnTo>
                  <a:lnTo>
                    <a:pt x="724186" y="1236931"/>
                  </a:lnTo>
                  <a:lnTo>
                    <a:pt x="724137" y="1236936"/>
                  </a:lnTo>
                  <a:lnTo>
                    <a:pt x="724102" y="1236943"/>
                  </a:lnTo>
                  <a:lnTo>
                    <a:pt x="724086" y="1236950"/>
                  </a:lnTo>
                  <a:lnTo>
                    <a:pt x="724067" y="1236947"/>
                  </a:lnTo>
                  <a:lnTo>
                    <a:pt x="724055" y="1236935"/>
                  </a:lnTo>
                  <a:lnTo>
                    <a:pt x="724031" y="1236912"/>
                  </a:lnTo>
                  <a:lnTo>
                    <a:pt x="723998" y="1236890"/>
                  </a:lnTo>
                  <a:lnTo>
                    <a:pt x="723967" y="1236874"/>
                  </a:lnTo>
                  <a:lnTo>
                    <a:pt x="723933" y="1236847"/>
                  </a:lnTo>
                  <a:lnTo>
                    <a:pt x="723905" y="1236819"/>
                  </a:lnTo>
                  <a:lnTo>
                    <a:pt x="723883" y="1236795"/>
                  </a:lnTo>
                  <a:lnTo>
                    <a:pt x="723846" y="1236738"/>
                  </a:lnTo>
                  <a:lnTo>
                    <a:pt x="723823" y="1236704"/>
                  </a:lnTo>
                  <a:lnTo>
                    <a:pt x="723760" y="1236638"/>
                  </a:lnTo>
                  <a:lnTo>
                    <a:pt x="723730" y="1236604"/>
                  </a:lnTo>
                  <a:lnTo>
                    <a:pt x="723717" y="1236579"/>
                  </a:lnTo>
                  <a:lnTo>
                    <a:pt x="723709" y="1236547"/>
                  </a:lnTo>
                  <a:lnTo>
                    <a:pt x="723702" y="1236513"/>
                  </a:lnTo>
                  <a:lnTo>
                    <a:pt x="723684" y="1236486"/>
                  </a:lnTo>
                  <a:lnTo>
                    <a:pt x="723670" y="1236453"/>
                  </a:lnTo>
                  <a:lnTo>
                    <a:pt x="723658" y="1236437"/>
                  </a:lnTo>
                  <a:lnTo>
                    <a:pt x="723646" y="1236420"/>
                  </a:lnTo>
                  <a:lnTo>
                    <a:pt x="723634" y="1236407"/>
                  </a:lnTo>
                  <a:lnTo>
                    <a:pt x="723604" y="1236384"/>
                  </a:lnTo>
                  <a:lnTo>
                    <a:pt x="723575" y="1236359"/>
                  </a:lnTo>
                  <a:lnTo>
                    <a:pt x="723540" y="1236326"/>
                  </a:lnTo>
                  <a:lnTo>
                    <a:pt x="723500" y="1236271"/>
                  </a:lnTo>
                  <a:lnTo>
                    <a:pt x="723487" y="1236258"/>
                  </a:lnTo>
                  <a:lnTo>
                    <a:pt x="723461" y="1236248"/>
                  </a:lnTo>
                  <a:lnTo>
                    <a:pt x="723432" y="1236230"/>
                  </a:lnTo>
                  <a:lnTo>
                    <a:pt x="723389" y="1236211"/>
                  </a:lnTo>
                  <a:lnTo>
                    <a:pt x="723339" y="1236194"/>
                  </a:lnTo>
                  <a:lnTo>
                    <a:pt x="723305" y="1236174"/>
                  </a:lnTo>
                  <a:lnTo>
                    <a:pt x="723273" y="1236153"/>
                  </a:lnTo>
                  <a:lnTo>
                    <a:pt x="723257" y="1236135"/>
                  </a:lnTo>
                  <a:lnTo>
                    <a:pt x="723233" y="1236109"/>
                  </a:lnTo>
                  <a:lnTo>
                    <a:pt x="723220" y="1236077"/>
                  </a:lnTo>
                  <a:lnTo>
                    <a:pt x="723205" y="1236051"/>
                  </a:lnTo>
                  <a:lnTo>
                    <a:pt x="723194" y="1236043"/>
                  </a:lnTo>
                  <a:lnTo>
                    <a:pt x="723163" y="1236030"/>
                  </a:lnTo>
                  <a:lnTo>
                    <a:pt x="723124" y="1236024"/>
                  </a:lnTo>
                  <a:lnTo>
                    <a:pt x="723089" y="1236022"/>
                  </a:lnTo>
                  <a:lnTo>
                    <a:pt x="723038" y="1236024"/>
                  </a:lnTo>
                  <a:lnTo>
                    <a:pt x="722999" y="1236019"/>
                  </a:lnTo>
                  <a:lnTo>
                    <a:pt x="722963" y="1236015"/>
                  </a:lnTo>
                  <a:lnTo>
                    <a:pt x="722931" y="1235999"/>
                  </a:lnTo>
                  <a:lnTo>
                    <a:pt x="722878" y="1235979"/>
                  </a:lnTo>
                  <a:lnTo>
                    <a:pt x="722832" y="1235963"/>
                  </a:lnTo>
                  <a:lnTo>
                    <a:pt x="722791" y="1235947"/>
                  </a:lnTo>
                  <a:lnTo>
                    <a:pt x="722756" y="1235941"/>
                  </a:lnTo>
                  <a:lnTo>
                    <a:pt x="722715" y="1235944"/>
                  </a:lnTo>
                  <a:lnTo>
                    <a:pt x="722671" y="1235956"/>
                  </a:lnTo>
                  <a:lnTo>
                    <a:pt x="722618" y="1235973"/>
                  </a:lnTo>
                  <a:lnTo>
                    <a:pt x="722578" y="1235987"/>
                  </a:lnTo>
                  <a:lnTo>
                    <a:pt x="722509" y="1236011"/>
                  </a:lnTo>
                  <a:lnTo>
                    <a:pt x="722462" y="1236033"/>
                  </a:lnTo>
                  <a:lnTo>
                    <a:pt x="722437" y="1236033"/>
                  </a:lnTo>
                  <a:lnTo>
                    <a:pt x="722418" y="1236030"/>
                  </a:lnTo>
                  <a:lnTo>
                    <a:pt x="722390" y="1236018"/>
                  </a:lnTo>
                  <a:lnTo>
                    <a:pt x="722366" y="1236002"/>
                  </a:lnTo>
                  <a:lnTo>
                    <a:pt x="722311" y="1235974"/>
                  </a:lnTo>
                  <a:lnTo>
                    <a:pt x="722240" y="1235924"/>
                  </a:lnTo>
                  <a:lnTo>
                    <a:pt x="722209" y="1235905"/>
                  </a:lnTo>
                  <a:lnTo>
                    <a:pt x="722172" y="1235896"/>
                  </a:lnTo>
                  <a:lnTo>
                    <a:pt x="722148" y="1235885"/>
                  </a:lnTo>
                  <a:lnTo>
                    <a:pt x="722114" y="1235863"/>
                  </a:lnTo>
                  <a:lnTo>
                    <a:pt x="722083" y="1235837"/>
                  </a:lnTo>
                  <a:lnTo>
                    <a:pt x="722059" y="1235816"/>
                  </a:lnTo>
                  <a:lnTo>
                    <a:pt x="722025" y="1235800"/>
                  </a:lnTo>
                  <a:lnTo>
                    <a:pt x="721998" y="1235799"/>
                  </a:lnTo>
                  <a:lnTo>
                    <a:pt x="721946" y="1235810"/>
                  </a:lnTo>
                  <a:lnTo>
                    <a:pt x="721846" y="1235845"/>
                  </a:lnTo>
                  <a:lnTo>
                    <a:pt x="721812" y="1235856"/>
                  </a:lnTo>
                  <a:lnTo>
                    <a:pt x="721775" y="1235870"/>
                  </a:lnTo>
                  <a:lnTo>
                    <a:pt x="721756" y="1235881"/>
                  </a:lnTo>
                  <a:lnTo>
                    <a:pt x="721738" y="1235905"/>
                  </a:lnTo>
                  <a:lnTo>
                    <a:pt x="721693" y="1235971"/>
                  </a:lnTo>
                  <a:lnTo>
                    <a:pt x="721677" y="1235998"/>
                  </a:lnTo>
                  <a:lnTo>
                    <a:pt x="721659" y="1236048"/>
                  </a:lnTo>
                  <a:lnTo>
                    <a:pt x="721631" y="1236074"/>
                  </a:lnTo>
                  <a:lnTo>
                    <a:pt x="721611" y="1236077"/>
                  </a:lnTo>
                  <a:lnTo>
                    <a:pt x="721590" y="1236074"/>
                  </a:lnTo>
                  <a:lnTo>
                    <a:pt x="721554" y="1236074"/>
                  </a:lnTo>
                  <a:lnTo>
                    <a:pt x="721513" y="1236086"/>
                  </a:lnTo>
                  <a:lnTo>
                    <a:pt x="721464" y="1236125"/>
                  </a:lnTo>
                  <a:lnTo>
                    <a:pt x="721410" y="1236158"/>
                  </a:lnTo>
                  <a:lnTo>
                    <a:pt x="721372" y="1236185"/>
                  </a:lnTo>
                  <a:lnTo>
                    <a:pt x="721335" y="1236218"/>
                  </a:lnTo>
                  <a:lnTo>
                    <a:pt x="721324" y="1236219"/>
                  </a:lnTo>
                  <a:lnTo>
                    <a:pt x="721294" y="1236219"/>
                  </a:lnTo>
                  <a:lnTo>
                    <a:pt x="721259" y="1236217"/>
                  </a:lnTo>
                  <a:lnTo>
                    <a:pt x="721157" y="1236212"/>
                  </a:lnTo>
                  <a:lnTo>
                    <a:pt x="721134" y="1236210"/>
                  </a:lnTo>
                  <a:lnTo>
                    <a:pt x="721105" y="1236208"/>
                  </a:lnTo>
                  <a:lnTo>
                    <a:pt x="721088" y="1236210"/>
                  </a:lnTo>
                  <a:lnTo>
                    <a:pt x="721044" y="1236225"/>
                  </a:lnTo>
                  <a:lnTo>
                    <a:pt x="721003" y="1236239"/>
                  </a:lnTo>
                  <a:lnTo>
                    <a:pt x="720931" y="1236259"/>
                  </a:lnTo>
                  <a:lnTo>
                    <a:pt x="720911" y="1236259"/>
                  </a:lnTo>
                  <a:lnTo>
                    <a:pt x="720888" y="1236253"/>
                  </a:lnTo>
                  <a:lnTo>
                    <a:pt x="720844" y="1236226"/>
                  </a:lnTo>
                  <a:lnTo>
                    <a:pt x="720811" y="1236212"/>
                  </a:lnTo>
                  <a:lnTo>
                    <a:pt x="720752" y="1236200"/>
                  </a:lnTo>
                  <a:lnTo>
                    <a:pt x="720713" y="1236179"/>
                  </a:lnTo>
                  <a:lnTo>
                    <a:pt x="720657" y="1236150"/>
                  </a:lnTo>
                  <a:lnTo>
                    <a:pt x="720626" y="1236123"/>
                  </a:lnTo>
                  <a:lnTo>
                    <a:pt x="720576" y="1236077"/>
                  </a:lnTo>
                  <a:lnTo>
                    <a:pt x="720553" y="1236038"/>
                  </a:lnTo>
                  <a:lnTo>
                    <a:pt x="720535" y="1235992"/>
                  </a:lnTo>
                  <a:lnTo>
                    <a:pt x="720518" y="1235956"/>
                  </a:lnTo>
                  <a:lnTo>
                    <a:pt x="720503" y="1235900"/>
                  </a:lnTo>
                  <a:lnTo>
                    <a:pt x="720500" y="1235869"/>
                  </a:lnTo>
                  <a:lnTo>
                    <a:pt x="720494" y="1235835"/>
                  </a:lnTo>
                  <a:lnTo>
                    <a:pt x="720480" y="1235784"/>
                  </a:lnTo>
                  <a:lnTo>
                    <a:pt x="720461" y="1235727"/>
                  </a:lnTo>
                  <a:lnTo>
                    <a:pt x="720414" y="1235618"/>
                  </a:lnTo>
                  <a:lnTo>
                    <a:pt x="720396" y="1235581"/>
                  </a:lnTo>
                  <a:lnTo>
                    <a:pt x="720385" y="1235544"/>
                  </a:lnTo>
                  <a:lnTo>
                    <a:pt x="720383" y="1235478"/>
                  </a:lnTo>
                  <a:lnTo>
                    <a:pt x="720383" y="1235418"/>
                  </a:lnTo>
                  <a:lnTo>
                    <a:pt x="720381" y="1235389"/>
                  </a:lnTo>
                  <a:lnTo>
                    <a:pt x="720377" y="1235372"/>
                  </a:lnTo>
                  <a:lnTo>
                    <a:pt x="720363" y="1235357"/>
                  </a:lnTo>
                  <a:lnTo>
                    <a:pt x="720335" y="1235343"/>
                  </a:lnTo>
                  <a:lnTo>
                    <a:pt x="720315" y="1235320"/>
                  </a:lnTo>
                  <a:lnTo>
                    <a:pt x="720300" y="1235303"/>
                  </a:lnTo>
                  <a:lnTo>
                    <a:pt x="720299" y="1235289"/>
                  </a:lnTo>
                  <a:lnTo>
                    <a:pt x="720294" y="1235249"/>
                  </a:lnTo>
                  <a:lnTo>
                    <a:pt x="720287" y="1235210"/>
                  </a:lnTo>
                  <a:lnTo>
                    <a:pt x="720284" y="1235187"/>
                  </a:lnTo>
                  <a:lnTo>
                    <a:pt x="720292" y="1235147"/>
                  </a:lnTo>
                  <a:lnTo>
                    <a:pt x="720290" y="1235117"/>
                  </a:lnTo>
                  <a:lnTo>
                    <a:pt x="720281" y="1235099"/>
                  </a:lnTo>
                  <a:lnTo>
                    <a:pt x="720254" y="1235075"/>
                  </a:lnTo>
                  <a:lnTo>
                    <a:pt x="720220" y="1235030"/>
                  </a:lnTo>
                  <a:lnTo>
                    <a:pt x="720202" y="1234992"/>
                  </a:lnTo>
                  <a:lnTo>
                    <a:pt x="720194" y="1234955"/>
                  </a:lnTo>
                  <a:lnTo>
                    <a:pt x="720180" y="1234901"/>
                  </a:lnTo>
                  <a:lnTo>
                    <a:pt x="720153" y="1234845"/>
                  </a:lnTo>
                  <a:lnTo>
                    <a:pt x="720133" y="1234784"/>
                  </a:lnTo>
                  <a:lnTo>
                    <a:pt x="720123" y="1234748"/>
                  </a:lnTo>
                  <a:lnTo>
                    <a:pt x="720117" y="1234706"/>
                  </a:lnTo>
                  <a:lnTo>
                    <a:pt x="720113" y="1234663"/>
                  </a:lnTo>
                  <a:lnTo>
                    <a:pt x="720098" y="1234617"/>
                  </a:lnTo>
                  <a:lnTo>
                    <a:pt x="720078" y="1234575"/>
                  </a:lnTo>
                  <a:lnTo>
                    <a:pt x="720069" y="1234561"/>
                  </a:lnTo>
                  <a:lnTo>
                    <a:pt x="720054" y="1234546"/>
                  </a:lnTo>
                  <a:lnTo>
                    <a:pt x="720029" y="1234537"/>
                  </a:lnTo>
                  <a:lnTo>
                    <a:pt x="720009" y="1234518"/>
                  </a:lnTo>
                  <a:lnTo>
                    <a:pt x="719987" y="1234501"/>
                  </a:lnTo>
                  <a:lnTo>
                    <a:pt x="719974" y="1234479"/>
                  </a:lnTo>
                  <a:lnTo>
                    <a:pt x="719963" y="1234454"/>
                  </a:lnTo>
                  <a:lnTo>
                    <a:pt x="719940" y="1234429"/>
                  </a:lnTo>
                  <a:lnTo>
                    <a:pt x="719929" y="1234419"/>
                  </a:lnTo>
                  <a:lnTo>
                    <a:pt x="719901" y="1234392"/>
                  </a:lnTo>
                  <a:lnTo>
                    <a:pt x="719874" y="1234365"/>
                  </a:lnTo>
                  <a:lnTo>
                    <a:pt x="719849" y="1234335"/>
                  </a:lnTo>
                  <a:lnTo>
                    <a:pt x="719830" y="1234298"/>
                  </a:lnTo>
                  <a:lnTo>
                    <a:pt x="719804" y="1234253"/>
                  </a:lnTo>
                  <a:lnTo>
                    <a:pt x="719790" y="1234229"/>
                  </a:lnTo>
                  <a:lnTo>
                    <a:pt x="719766" y="1234214"/>
                  </a:lnTo>
                  <a:lnTo>
                    <a:pt x="719740" y="1234170"/>
                  </a:lnTo>
                  <a:lnTo>
                    <a:pt x="719717" y="1234132"/>
                  </a:lnTo>
                  <a:lnTo>
                    <a:pt x="719701" y="1234121"/>
                  </a:lnTo>
                  <a:lnTo>
                    <a:pt x="719680" y="1234120"/>
                  </a:lnTo>
                  <a:lnTo>
                    <a:pt x="719636" y="1234141"/>
                  </a:lnTo>
                  <a:lnTo>
                    <a:pt x="719588" y="1234146"/>
                  </a:lnTo>
                  <a:lnTo>
                    <a:pt x="719547" y="1234145"/>
                  </a:lnTo>
                  <a:lnTo>
                    <a:pt x="719524" y="1234135"/>
                  </a:lnTo>
                  <a:lnTo>
                    <a:pt x="719482" y="1234103"/>
                  </a:lnTo>
                  <a:lnTo>
                    <a:pt x="719467" y="1234083"/>
                  </a:lnTo>
                  <a:lnTo>
                    <a:pt x="719434" y="1234057"/>
                  </a:lnTo>
                  <a:lnTo>
                    <a:pt x="719396" y="1234030"/>
                  </a:lnTo>
                  <a:lnTo>
                    <a:pt x="719383" y="1234010"/>
                  </a:lnTo>
                  <a:lnTo>
                    <a:pt x="719365" y="1233984"/>
                  </a:lnTo>
                  <a:lnTo>
                    <a:pt x="719351" y="1233970"/>
                  </a:lnTo>
                  <a:lnTo>
                    <a:pt x="719340" y="1233958"/>
                  </a:lnTo>
                  <a:lnTo>
                    <a:pt x="719315" y="1233939"/>
                  </a:lnTo>
                  <a:lnTo>
                    <a:pt x="719306" y="1233920"/>
                  </a:lnTo>
                  <a:lnTo>
                    <a:pt x="719294" y="1233882"/>
                  </a:lnTo>
                  <a:lnTo>
                    <a:pt x="719288" y="1233856"/>
                  </a:lnTo>
                  <a:lnTo>
                    <a:pt x="719276" y="1233840"/>
                  </a:lnTo>
                  <a:lnTo>
                    <a:pt x="719245" y="1233817"/>
                  </a:lnTo>
                  <a:lnTo>
                    <a:pt x="719217" y="1233791"/>
                  </a:lnTo>
                  <a:lnTo>
                    <a:pt x="719183" y="1233760"/>
                  </a:lnTo>
                  <a:lnTo>
                    <a:pt x="719132" y="1233718"/>
                  </a:lnTo>
                  <a:lnTo>
                    <a:pt x="719094" y="1233674"/>
                  </a:lnTo>
                  <a:lnTo>
                    <a:pt x="719047" y="1233624"/>
                  </a:lnTo>
                  <a:lnTo>
                    <a:pt x="719018" y="1233578"/>
                  </a:lnTo>
                  <a:lnTo>
                    <a:pt x="718985" y="1233540"/>
                  </a:lnTo>
                  <a:lnTo>
                    <a:pt x="718971" y="1233491"/>
                  </a:lnTo>
                  <a:lnTo>
                    <a:pt x="718958" y="1233449"/>
                  </a:lnTo>
                  <a:lnTo>
                    <a:pt x="718948" y="1233419"/>
                  </a:lnTo>
                  <a:lnTo>
                    <a:pt x="718919" y="1233360"/>
                  </a:lnTo>
                  <a:lnTo>
                    <a:pt x="718887" y="1233329"/>
                  </a:lnTo>
                  <a:lnTo>
                    <a:pt x="718870" y="1233301"/>
                  </a:lnTo>
                  <a:lnTo>
                    <a:pt x="718851" y="1233270"/>
                  </a:lnTo>
                  <a:lnTo>
                    <a:pt x="718831" y="1233227"/>
                  </a:lnTo>
                  <a:lnTo>
                    <a:pt x="718820" y="1233192"/>
                  </a:lnTo>
                  <a:lnTo>
                    <a:pt x="718805" y="1233162"/>
                  </a:lnTo>
                  <a:lnTo>
                    <a:pt x="718799" y="1233136"/>
                  </a:lnTo>
                  <a:lnTo>
                    <a:pt x="718790" y="1233104"/>
                  </a:lnTo>
                  <a:lnTo>
                    <a:pt x="718781" y="1233067"/>
                  </a:lnTo>
                  <a:lnTo>
                    <a:pt x="718763" y="1233030"/>
                  </a:lnTo>
                  <a:lnTo>
                    <a:pt x="718731" y="1232985"/>
                  </a:lnTo>
                  <a:lnTo>
                    <a:pt x="718710" y="1232962"/>
                  </a:lnTo>
                  <a:lnTo>
                    <a:pt x="718674" y="1232932"/>
                  </a:lnTo>
                  <a:lnTo>
                    <a:pt x="718628" y="1232887"/>
                  </a:lnTo>
                  <a:lnTo>
                    <a:pt x="718584" y="1232841"/>
                  </a:lnTo>
                  <a:lnTo>
                    <a:pt x="718553" y="1232805"/>
                  </a:lnTo>
                  <a:lnTo>
                    <a:pt x="718523" y="1232783"/>
                  </a:lnTo>
                  <a:lnTo>
                    <a:pt x="718494" y="1232750"/>
                  </a:lnTo>
                  <a:lnTo>
                    <a:pt x="718454" y="1232719"/>
                  </a:lnTo>
                  <a:lnTo>
                    <a:pt x="718380" y="1232678"/>
                  </a:lnTo>
                  <a:lnTo>
                    <a:pt x="718343" y="1232663"/>
                  </a:lnTo>
                  <a:lnTo>
                    <a:pt x="718312" y="1232654"/>
                  </a:lnTo>
                  <a:lnTo>
                    <a:pt x="718291" y="1232657"/>
                  </a:lnTo>
                  <a:lnTo>
                    <a:pt x="718258" y="1232665"/>
                  </a:lnTo>
                  <a:lnTo>
                    <a:pt x="718214" y="1232676"/>
                  </a:lnTo>
                  <a:lnTo>
                    <a:pt x="718186" y="1232687"/>
                  </a:lnTo>
                  <a:lnTo>
                    <a:pt x="718131" y="1232700"/>
                  </a:lnTo>
                  <a:lnTo>
                    <a:pt x="718051" y="1232722"/>
                  </a:lnTo>
                  <a:lnTo>
                    <a:pt x="717964" y="1232742"/>
                  </a:lnTo>
                  <a:lnTo>
                    <a:pt x="717873" y="1232762"/>
                  </a:lnTo>
                  <a:lnTo>
                    <a:pt x="717823" y="1232765"/>
                  </a:lnTo>
                  <a:lnTo>
                    <a:pt x="717742" y="1232760"/>
                  </a:lnTo>
                  <a:lnTo>
                    <a:pt x="717700" y="1232748"/>
                  </a:lnTo>
                  <a:lnTo>
                    <a:pt x="717631" y="1232734"/>
                  </a:lnTo>
                  <a:lnTo>
                    <a:pt x="717595" y="1232707"/>
                  </a:lnTo>
                  <a:lnTo>
                    <a:pt x="717572" y="1232683"/>
                  </a:lnTo>
                  <a:lnTo>
                    <a:pt x="717558" y="1232665"/>
                  </a:lnTo>
                  <a:lnTo>
                    <a:pt x="717540" y="1232644"/>
                  </a:lnTo>
                  <a:lnTo>
                    <a:pt x="717520" y="1232608"/>
                  </a:lnTo>
                  <a:lnTo>
                    <a:pt x="717501" y="1232581"/>
                  </a:lnTo>
                  <a:lnTo>
                    <a:pt x="717489" y="1232546"/>
                  </a:lnTo>
                  <a:lnTo>
                    <a:pt x="717481" y="1232516"/>
                  </a:lnTo>
                  <a:lnTo>
                    <a:pt x="717469" y="1232469"/>
                  </a:lnTo>
                  <a:lnTo>
                    <a:pt x="717454" y="1232442"/>
                  </a:lnTo>
                  <a:lnTo>
                    <a:pt x="717444" y="1232423"/>
                  </a:lnTo>
                  <a:lnTo>
                    <a:pt x="717423" y="1232405"/>
                  </a:lnTo>
                  <a:lnTo>
                    <a:pt x="717385" y="1232369"/>
                  </a:lnTo>
                  <a:lnTo>
                    <a:pt x="717374" y="1232336"/>
                  </a:lnTo>
                  <a:lnTo>
                    <a:pt x="717372" y="1232302"/>
                  </a:lnTo>
                  <a:lnTo>
                    <a:pt x="717371" y="1232269"/>
                  </a:lnTo>
                  <a:lnTo>
                    <a:pt x="717370" y="1232233"/>
                  </a:lnTo>
                  <a:lnTo>
                    <a:pt x="717360" y="1232160"/>
                  </a:lnTo>
                  <a:lnTo>
                    <a:pt x="717350" y="1232134"/>
                  </a:lnTo>
                  <a:lnTo>
                    <a:pt x="717336" y="1232117"/>
                  </a:lnTo>
                  <a:lnTo>
                    <a:pt x="717298" y="1232091"/>
                  </a:lnTo>
                  <a:lnTo>
                    <a:pt x="717270" y="1232067"/>
                  </a:lnTo>
                  <a:lnTo>
                    <a:pt x="717252" y="1232031"/>
                  </a:lnTo>
                  <a:lnTo>
                    <a:pt x="717251" y="1232015"/>
                  </a:lnTo>
                  <a:lnTo>
                    <a:pt x="717257" y="1231988"/>
                  </a:lnTo>
                  <a:lnTo>
                    <a:pt x="717280" y="1231938"/>
                  </a:lnTo>
                  <a:lnTo>
                    <a:pt x="717291" y="1231920"/>
                  </a:lnTo>
                  <a:lnTo>
                    <a:pt x="717304" y="1231900"/>
                  </a:lnTo>
                  <a:lnTo>
                    <a:pt x="717309" y="1231871"/>
                  </a:lnTo>
                  <a:lnTo>
                    <a:pt x="717313" y="1231829"/>
                  </a:lnTo>
                  <a:lnTo>
                    <a:pt x="717308" y="1231798"/>
                  </a:lnTo>
                  <a:lnTo>
                    <a:pt x="717301" y="1231744"/>
                  </a:lnTo>
                  <a:lnTo>
                    <a:pt x="717283" y="1231695"/>
                  </a:lnTo>
                  <a:lnTo>
                    <a:pt x="717267" y="1231656"/>
                  </a:lnTo>
                  <a:lnTo>
                    <a:pt x="717247" y="1231614"/>
                  </a:lnTo>
                  <a:lnTo>
                    <a:pt x="717236" y="1231601"/>
                  </a:lnTo>
                  <a:lnTo>
                    <a:pt x="717230" y="1231601"/>
                  </a:lnTo>
                  <a:lnTo>
                    <a:pt x="717225" y="1231602"/>
                  </a:lnTo>
                  <a:lnTo>
                    <a:pt x="717214" y="1231609"/>
                  </a:lnTo>
                  <a:lnTo>
                    <a:pt x="717188" y="1231630"/>
                  </a:lnTo>
                  <a:lnTo>
                    <a:pt x="717146" y="1231675"/>
                  </a:lnTo>
                  <a:lnTo>
                    <a:pt x="717113" y="1231698"/>
                  </a:lnTo>
                  <a:lnTo>
                    <a:pt x="717081" y="1231712"/>
                  </a:lnTo>
                  <a:lnTo>
                    <a:pt x="717052" y="1231720"/>
                  </a:lnTo>
                  <a:lnTo>
                    <a:pt x="717024" y="1231719"/>
                  </a:lnTo>
                  <a:lnTo>
                    <a:pt x="716992" y="1231710"/>
                  </a:lnTo>
                  <a:lnTo>
                    <a:pt x="716957" y="1231696"/>
                  </a:lnTo>
                  <a:lnTo>
                    <a:pt x="716917" y="1231679"/>
                  </a:lnTo>
                  <a:lnTo>
                    <a:pt x="716879" y="1231670"/>
                  </a:lnTo>
                  <a:lnTo>
                    <a:pt x="716850" y="1231669"/>
                  </a:lnTo>
                  <a:lnTo>
                    <a:pt x="716799" y="1231678"/>
                  </a:lnTo>
                  <a:lnTo>
                    <a:pt x="716755" y="1231677"/>
                  </a:lnTo>
                  <a:lnTo>
                    <a:pt x="716706" y="1231684"/>
                  </a:lnTo>
                  <a:lnTo>
                    <a:pt x="716682" y="1231692"/>
                  </a:lnTo>
                  <a:lnTo>
                    <a:pt x="716657" y="1231700"/>
                  </a:lnTo>
                  <a:lnTo>
                    <a:pt x="716627" y="1231713"/>
                  </a:lnTo>
                  <a:lnTo>
                    <a:pt x="716603" y="1231724"/>
                  </a:lnTo>
                  <a:lnTo>
                    <a:pt x="716574" y="1231743"/>
                  </a:lnTo>
                  <a:lnTo>
                    <a:pt x="716539" y="1231766"/>
                  </a:lnTo>
                  <a:lnTo>
                    <a:pt x="716507" y="1231784"/>
                  </a:lnTo>
                  <a:lnTo>
                    <a:pt x="716451" y="1231814"/>
                  </a:lnTo>
                  <a:lnTo>
                    <a:pt x="716388" y="1231850"/>
                  </a:lnTo>
                  <a:lnTo>
                    <a:pt x="716342" y="1231872"/>
                  </a:lnTo>
                  <a:lnTo>
                    <a:pt x="716289" y="1231890"/>
                  </a:lnTo>
                  <a:lnTo>
                    <a:pt x="716231" y="1231905"/>
                  </a:lnTo>
                  <a:lnTo>
                    <a:pt x="716179" y="1231917"/>
                  </a:lnTo>
                  <a:lnTo>
                    <a:pt x="716084" y="1231942"/>
                  </a:lnTo>
                  <a:lnTo>
                    <a:pt x="716039" y="1231948"/>
                  </a:lnTo>
                  <a:lnTo>
                    <a:pt x="715995" y="1231959"/>
                  </a:lnTo>
                  <a:lnTo>
                    <a:pt x="715946" y="1231969"/>
                  </a:lnTo>
                  <a:lnTo>
                    <a:pt x="715886" y="1231987"/>
                  </a:lnTo>
                  <a:lnTo>
                    <a:pt x="715807" y="1232008"/>
                  </a:lnTo>
                  <a:lnTo>
                    <a:pt x="715721" y="1232031"/>
                  </a:lnTo>
                  <a:lnTo>
                    <a:pt x="715691" y="1232033"/>
                  </a:lnTo>
                  <a:lnTo>
                    <a:pt x="715625" y="1232049"/>
                  </a:lnTo>
                  <a:lnTo>
                    <a:pt x="715590" y="1232058"/>
                  </a:lnTo>
                  <a:lnTo>
                    <a:pt x="715536" y="1232077"/>
                  </a:lnTo>
                  <a:lnTo>
                    <a:pt x="715484" y="1232096"/>
                  </a:lnTo>
                  <a:lnTo>
                    <a:pt x="715479" y="1232100"/>
                  </a:lnTo>
                  <a:lnTo>
                    <a:pt x="715467" y="1232101"/>
                  </a:lnTo>
                  <a:lnTo>
                    <a:pt x="715446" y="1232101"/>
                  </a:lnTo>
                  <a:lnTo>
                    <a:pt x="715403" y="1232098"/>
                  </a:lnTo>
                  <a:lnTo>
                    <a:pt x="715370" y="1232095"/>
                  </a:lnTo>
                  <a:lnTo>
                    <a:pt x="715356" y="1232090"/>
                  </a:lnTo>
                  <a:lnTo>
                    <a:pt x="715345" y="1232083"/>
                  </a:lnTo>
                  <a:lnTo>
                    <a:pt x="715341" y="1232076"/>
                  </a:lnTo>
                  <a:lnTo>
                    <a:pt x="715330" y="1232052"/>
                  </a:lnTo>
                  <a:lnTo>
                    <a:pt x="715326" y="1232035"/>
                  </a:lnTo>
                  <a:lnTo>
                    <a:pt x="715321" y="1232006"/>
                  </a:lnTo>
                  <a:lnTo>
                    <a:pt x="715316" y="1231962"/>
                  </a:lnTo>
                  <a:lnTo>
                    <a:pt x="715314" y="1231952"/>
                  </a:lnTo>
                  <a:lnTo>
                    <a:pt x="715312" y="1231945"/>
                  </a:lnTo>
                  <a:lnTo>
                    <a:pt x="715307" y="1231942"/>
                  </a:lnTo>
                  <a:lnTo>
                    <a:pt x="715287" y="1231944"/>
                  </a:lnTo>
                  <a:lnTo>
                    <a:pt x="715277" y="1231944"/>
                  </a:lnTo>
                  <a:lnTo>
                    <a:pt x="715254" y="1231943"/>
                  </a:lnTo>
                  <a:lnTo>
                    <a:pt x="715245" y="1231941"/>
                  </a:lnTo>
                  <a:lnTo>
                    <a:pt x="715224" y="1231937"/>
                  </a:lnTo>
                  <a:lnTo>
                    <a:pt x="715115" y="1231918"/>
                  </a:lnTo>
                  <a:lnTo>
                    <a:pt x="715070" y="1231914"/>
                  </a:lnTo>
                  <a:lnTo>
                    <a:pt x="715042" y="1231916"/>
                  </a:lnTo>
                  <a:lnTo>
                    <a:pt x="714997" y="1231933"/>
                  </a:lnTo>
                  <a:lnTo>
                    <a:pt x="714945" y="1231963"/>
                  </a:lnTo>
                  <a:lnTo>
                    <a:pt x="714878" y="1231983"/>
                  </a:lnTo>
                  <a:lnTo>
                    <a:pt x="714800" y="1232010"/>
                  </a:lnTo>
                  <a:lnTo>
                    <a:pt x="714681" y="1232051"/>
                  </a:lnTo>
                  <a:lnTo>
                    <a:pt x="714627" y="1232073"/>
                  </a:lnTo>
                  <a:lnTo>
                    <a:pt x="714560" y="1232099"/>
                  </a:lnTo>
                  <a:lnTo>
                    <a:pt x="714329" y="1232193"/>
                  </a:lnTo>
                  <a:lnTo>
                    <a:pt x="714306" y="1232206"/>
                  </a:lnTo>
                  <a:lnTo>
                    <a:pt x="714281" y="1232223"/>
                  </a:lnTo>
                  <a:lnTo>
                    <a:pt x="714267" y="1232236"/>
                  </a:lnTo>
                  <a:lnTo>
                    <a:pt x="714235" y="1232279"/>
                  </a:lnTo>
                  <a:lnTo>
                    <a:pt x="714206" y="1232301"/>
                  </a:lnTo>
                  <a:lnTo>
                    <a:pt x="714193" y="1232309"/>
                  </a:lnTo>
                  <a:lnTo>
                    <a:pt x="714169" y="1232315"/>
                  </a:lnTo>
                  <a:lnTo>
                    <a:pt x="714158" y="1232318"/>
                  </a:lnTo>
                  <a:lnTo>
                    <a:pt x="714139" y="1232321"/>
                  </a:lnTo>
                  <a:lnTo>
                    <a:pt x="714120" y="1232319"/>
                  </a:lnTo>
                  <a:lnTo>
                    <a:pt x="714109" y="1232317"/>
                  </a:lnTo>
                  <a:lnTo>
                    <a:pt x="714093" y="1232297"/>
                  </a:lnTo>
                  <a:lnTo>
                    <a:pt x="714072" y="1232257"/>
                  </a:lnTo>
                  <a:lnTo>
                    <a:pt x="714052" y="1232227"/>
                  </a:lnTo>
                  <a:lnTo>
                    <a:pt x="714012" y="1232190"/>
                  </a:lnTo>
                  <a:lnTo>
                    <a:pt x="713989" y="1232179"/>
                  </a:lnTo>
                  <a:lnTo>
                    <a:pt x="713956" y="1232161"/>
                  </a:lnTo>
                  <a:lnTo>
                    <a:pt x="713900" y="1232136"/>
                  </a:lnTo>
                  <a:lnTo>
                    <a:pt x="713850" y="1232117"/>
                  </a:lnTo>
                  <a:lnTo>
                    <a:pt x="713789" y="1232104"/>
                  </a:lnTo>
                  <a:lnTo>
                    <a:pt x="713704" y="1232083"/>
                  </a:lnTo>
                  <a:lnTo>
                    <a:pt x="713615" y="1232059"/>
                  </a:lnTo>
                  <a:lnTo>
                    <a:pt x="713569" y="1232046"/>
                  </a:lnTo>
                  <a:lnTo>
                    <a:pt x="713546" y="1232032"/>
                  </a:lnTo>
                  <a:lnTo>
                    <a:pt x="713521" y="1232017"/>
                  </a:lnTo>
                  <a:lnTo>
                    <a:pt x="713497" y="1231992"/>
                  </a:lnTo>
                  <a:lnTo>
                    <a:pt x="713477" y="1231967"/>
                  </a:lnTo>
                  <a:lnTo>
                    <a:pt x="713449" y="1231918"/>
                  </a:lnTo>
                  <a:lnTo>
                    <a:pt x="713431" y="1231870"/>
                  </a:lnTo>
                  <a:lnTo>
                    <a:pt x="713418" y="1231851"/>
                  </a:lnTo>
                  <a:lnTo>
                    <a:pt x="713408" y="1231834"/>
                  </a:lnTo>
                  <a:lnTo>
                    <a:pt x="713391" y="1231814"/>
                  </a:lnTo>
                  <a:lnTo>
                    <a:pt x="713365" y="1231785"/>
                  </a:lnTo>
                  <a:lnTo>
                    <a:pt x="713324" y="1231744"/>
                  </a:lnTo>
                  <a:lnTo>
                    <a:pt x="713294" y="1231720"/>
                  </a:lnTo>
                  <a:lnTo>
                    <a:pt x="713255" y="1231693"/>
                  </a:lnTo>
                  <a:lnTo>
                    <a:pt x="713206" y="1231658"/>
                  </a:lnTo>
                  <a:lnTo>
                    <a:pt x="713155" y="1231617"/>
                  </a:lnTo>
                  <a:lnTo>
                    <a:pt x="713085" y="1231566"/>
                  </a:lnTo>
                  <a:lnTo>
                    <a:pt x="713060" y="1231553"/>
                  </a:lnTo>
                  <a:lnTo>
                    <a:pt x="712956" y="1231514"/>
                  </a:lnTo>
                  <a:lnTo>
                    <a:pt x="712867" y="1231475"/>
                  </a:lnTo>
                  <a:lnTo>
                    <a:pt x="712790" y="1231449"/>
                  </a:lnTo>
                  <a:lnTo>
                    <a:pt x="712710" y="1231414"/>
                  </a:lnTo>
                  <a:lnTo>
                    <a:pt x="712593" y="1231363"/>
                  </a:lnTo>
                  <a:lnTo>
                    <a:pt x="712513" y="1231327"/>
                  </a:lnTo>
                  <a:lnTo>
                    <a:pt x="712455" y="1231297"/>
                  </a:lnTo>
                  <a:lnTo>
                    <a:pt x="712445" y="1231290"/>
                  </a:lnTo>
                  <a:lnTo>
                    <a:pt x="712443" y="1231283"/>
                  </a:lnTo>
                  <a:lnTo>
                    <a:pt x="712441" y="1231269"/>
                  </a:lnTo>
                  <a:lnTo>
                    <a:pt x="712441" y="1231251"/>
                  </a:lnTo>
                  <a:lnTo>
                    <a:pt x="712448" y="1231227"/>
                  </a:lnTo>
                  <a:lnTo>
                    <a:pt x="712468" y="1231183"/>
                  </a:lnTo>
                  <a:lnTo>
                    <a:pt x="712472" y="1231174"/>
                  </a:lnTo>
                  <a:lnTo>
                    <a:pt x="712486" y="1231134"/>
                  </a:lnTo>
                  <a:lnTo>
                    <a:pt x="712494" y="1231103"/>
                  </a:lnTo>
                  <a:lnTo>
                    <a:pt x="712517" y="1231051"/>
                  </a:lnTo>
                  <a:lnTo>
                    <a:pt x="712562" y="1230939"/>
                  </a:lnTo>
                  <a:lnTo>
                    <a:pt x="712574" y="1230906"/>
                  </a:lnTo>
                  <a:lnTo>
                    <a:pt x="712585" y="1230879"/>
                  </a:lnTo>
                  <a:lnTo>
                    <a:pt x="712585" y="1230865"/>
                  </a:lnTo>
                  <a:lnTo>
                    <a:pt x="712584" y="1230834"/>
                  </a:lnTo>
                  <a:lnTo>
                    <a:pt x="712583" y="1230805"/>
                  </a:lnTo>
                  <a:lnTo>
                    <a:pt x="712583" y="1230780"/>
                  </a:lnTo>
                  <a:lnTo>
                    <a:pt x="712567" y="1230735"/>
                  </a:lnTo>
                  <a:lnTo>
                    <a:pt x="712533" y="1230649"/>
                  </a:lnTo>
                  <a:lnTo>
                    <a:pt x="712517" y="1230623"/>
                  </a:lnTo>
                  <a:lnTo>
                    <a:pt x="712496" y="1230584"/>
                  </a:lnTo>
                  <a:lnTo>
                    <a:pt x="712479" y="1230563"/>
                  </a:lnTo>
                  <a:lnTo>
                    <a:pt x="712449" y="1230538"/>
                  </a:lnTo>
                  <a:lnTo>
                    <a:pt x="712420" y="1230521"/>
                  </a:lnTo>
                  <a:lnTo>
                    <a:pt x="712362" y="1230496"/>
                  </a:lnTo>
                  <a:lnTo>
                    <a:pt x="712312" y="1230475"/>
                  </a:lnTo>
                  <a:lnTo>
                    <a:pt x="712269" y="1230460"/>
                  </a:lnTo>
                  <a:lnTo>
                    <a:pt x="712210" y="1230429"/>
                  </a:lnTo>
                  <a:lnTo>
                    <a:pt x="712171" y="1230403"/>
                  </a:lnTo>
                  <a:lnTo>
                    <a:pt x="712084" y="1230363"/>
                  </a:lnTo>
                  <a:lnTo>
                    <a:pt x="712027" y="1230340"/>
                  </a:lnTo>
                  <a:lnTo>
                    <a:pt x="711989" y="1230323"/>
                  </a:lnTo>
                  <a:lnTo>
                    <a:pt x="711932" y="1230292"/>
                  </a:lnTo>
                  <a:lnTo>
                    <a:pt x="711883" y="1230269"/>
                  </a:lnTo>
                  <a:lnTo>
                    <a:pt x="711847" y="1230250"/>
                  </a:lnTo>
                  <a:lnTo>
                    <a:pt x="711812" y="1230224"/>
                  </a:lnTo>
                  <a:lnTo>
                    <a:pt x="711807" y="1230220"/>
                  </a:lnTo>
                  <a:lnTo>
                    <a:pt x="711788" y="1230205"/>
                  </a:lnTo>
                  <a:lnTo>
                    <a:pt x="711770" y="1230188"/>
                  </a:lnTo>
                  <a:lnTo>
                    <a:pt x="711759" y="1230161"/>
                  </a:lnTo>
                  <a:lnTo>
                    <a:pt x="711734" y="1230117"/>
                  </a:lnTo>
                  <a:lnTo>
                    <a:pt x="711719" y="1230090"/>
                  </a:lnTo>
                  <a:lnTo>
                    <a:pt x="711693" y="1230070"/>
                  </a:lnTo>
                  <a:lnTo>
                    <a:pt x="711653" y="1230038"/>
                  </a:lnTo>
                  <a:lnTo>
                    <a:pt x="711613" y="1230001"/>
                  </a:lnTo>
                  <a:lnTo>
                    <a:pt x="711566" y="1229964"/>
                  </a:lnTo>
                  <a:lnTo>
                    <a:pt x="711539" y="1229950"/>
                  </a:lnTo>
                  <a:lnTo>
                    <a:pt x="711509" y="1229942"/>
                  </a:lnTo>
                  <a:lnTo>
                    <a:pt x="711498" y="1229942"/>
                  </a:lnTo>
                  <a:lnTo>
                    <a:pt x="711470" y="1229951"/>
                  </a:lnTo>
                  <a:lnTo>
                    <a:pt x="711452" y="1229957"/>
                  </a:lnTo>
                  <a:lnTo>
                    <a:pt x="711421" y="1229972"/>
                  </a:lnTo>
                  <a:lnTo>
                    <a:pt x="711357" y="1229981"/>
                  </a:lnTo>
                  <a:lnTo>
                    <a:pt x="711327" y="1229980"/>
                  </a:lnTo>
                  <a:lnTo>
                    <a:pt x="711256" y="1229976"/>
                  </a:lnTo>
                  <a:lnTo>
                    <a:pt x="711232" y="1229969"/>
                  </a:lnTo>
                  <a:lnTo>
                    <a:pt x="711189" y="1229959"/>
                  </a:lnTo>
                  <a:lnTo>
                    <a:pt x="711151" y="1229940"/>
                  </a:lnTo>
                  <a:lnTo>
                    <a:pt x="711097" y="1229910"/>
                  </a:lnTo>
                  <a:lnTo>
                    <a:pt x="711063" y="1229897"/>
                  </a:lnTo>
                  <a:lnTo>
                    <a:pt x="711042" y="1229897"/>
                  </a:lnTo>
                  <a:lnTo>
                    <a:pt x="711011" y="1229899"/>
                  </a:lnTo>
                  <a:lnTo>
                    <a:pt x="710971" y="1229902"/>
                  </a:lnTo>
                  <a:lnTo>
                    <a:pt x="710930" y="1229906"/>
                  </a:lnTo>
                  <a:lnTo>
                    <a:pt x="710866" y="1229912"/>
                  </a:lnTo>
                  <a:lnTo>
                    <a:pt x="710814" y="1229907"/>
                  </a:lnTo>
                  <a:lnTo>
                    <a:pt x="710774" y="1229896"/>
                  </a:lnTo>
                  <a:lnTo>
                    <a:pt x="710704" y="1229881"/>
                  </a:lnTo>
                  <a:lnTo>
                    <a:pt x="710630" y="1229867"/>
                  </a:lnTo>
                  <a:lnTo>
                    <a:pt x="710548" y="1229855"/>
                  </a:lnTo>
                  <a:lnTo>
                    <a:pt x="710472" y="1229848"/>
                  </a:lnTo>
                  <a:lnTo>
                    <a:pt x="710401" y="1229849"/>
                  </a:lnTo>
                  <a:lnTo>
                    <a:pt x="710332" y="1229852"/>
                  </a:lnTo>
                  <a:lnTo>
                    <a:pt x="710286" y="1229857"/>
                  </a:lnTo>
                  <a:lnTo>
                    <a:pt x="710256" y="1229866"/>
                  </a:lnTo>
                  <a:lnTo>
                    <a:pt x="710192" y="1229862"/>
                  </a:lnTo>
                  <a:lnTo>
                    <a:pt x="710130" y="1229866"/>
                  </a:lnTo>
                  <a:lnTo>
                    <a:pt x="710073" y="1229873"/>
                  </a:lnTo>
                  <a:lnTo>
                    <a:pt x="709996" y="1229887"/>
                  </a:lnTo>
                  <a:lnTo>
                    <a:pt x="709951" y="1229898"/>
                  </a:lnTo>
                  <a:lnTo>
                    <a:pt x="709886" y="1229928"/>
                  </a:lnTo>
                  <a:lnTo>
                    <a:pt x="709856" y="1229948"/>
                  </a:lnTo>
                  <a:lnTo>
                    <a:pt x="709786" y="1229999"/>
                  </a:lnTo>
                  <a:lnTo>
                    <a:pt x="709754" y="1230024"/>
                  </a:lnTo>
                  <a:lnTo>
                    <a:pt x="709737" y="1230036"/>
                  </a:lnTo>
                  <a:lnTo>
                    <a:pt x="709724" y="1230044"/>
                  </a:lnTo>
                  <a:lnTo>
                    <a:pt x="709718" y="1230056"/>
                  </a:lnTo>
                  <a:lnTo>
                    <a:pt x="709719" y="1230064"/>
                  </a:lnTo>
                  <a:lnTo>
                    <a:pt x="709727" y="1230096"/>
                  </a:lnTo>
                  <a:lnTo>
                    <a:pt x="709729" y="1230127"/>
                  </a:lnTo>
                  <a:lnTo>
                    <a:pt x="709736" y="1230153"/>
                  </a:lnTo>
                  <a:lnTo>
                    <a:pt x="709753" y="1230184"/>
                  </a:lnTo>
                  <a:lnTo>
                    <a:pt x="709770" y="1230224"/>
                  </a:lnTo>
                  <a:lnTo>
                    <a:pt x="709801" y="1230284"/>
                  </a:lnTo>
                  <a:lnTo>
                    <a:pt x="709814" y="1230313"/>
                  </a:lnTo>
                  <a:lnTo>
                    <a:pt x="709820" y="1230338"/>
                  </a:lnTo>
                  <a:lnTo>
                    <a:pt x="709826" y="1230362"/>
                  </a:lnTo>
                  <a:lnTo>
                    <a:pt x="709829" y="1230380"/>
                  </a:lnTo>
                  <a:lnTo>
                    <a:pt x="709828" y="1230408"/>
                  </a:lnTo>
                  <a:lnTo>
                    <a:pt x="709834" y="1230436"/>
                  </a:lnTo>
                  <a:lnTo>
                    <a:pt x="709835" y="1230502"/>
                  </a:lnTo>
                  <a:lnTo>
                    <a:pt x="709835" y="1230510"/>
                  </a:lnTo>
                  <a:lnTo>
                    <a:pt x="709840" y="1230540"/>
                  </a:lnTo>
                  <a:lnTo>
                    <a:pt x="709846" y="1230563"/>
                  </a:lnTo>
                  <a:lnTo>
                    <a:pt x="709859" y="1230593"/>
                  </a:lnTo>
                  <a:lnTo>
                    <a:pt x="709890" y="1230649"/>
                  </a:lnTo>
                  <a:lnTo>
                    <a:pt x="709908" y="1230695"/>
                  </a:lnTo>
                  <a:lnTo>
                    <a:pt x="709920" y="1230726"/>
                  </a:lnTo>
                  <a:lnTo>
                    <a:pt x="709924" y="1230752"/>
                  </a:lnTo>
                  <a:lnTo>
                    <a:pt x="709924" y="1230767"/>
                  </a:lnTo>
                  <a:lnTo>
                    <a:pt x="709922" y="1230795"/>
                  </a:lnTo>
                  <a:lnTo>
                    <a:pt x="709908" y="1230828"/>
                  </a:lnTo>
                  <a:lnTo>
                    <a:pt x="709902" y="1230857"/>
                  </a:lnTo>
                  <a:lnTo>
                    <a:pt x="709898" y="1230892"/>
                  </a:lnTo>
                  <a:lnTo>
                    <a:pt x="709895" y="1230942"/>
                  </a:lnTo>
                  <a:lnTo>
                    <a:pt x="709892" y="1231031"/>
                  </a:lnTo>
                  <a:lnTo>
                    <a:pt x="709894" y="1231078"/>
                  </a:lnTo>
                  <a:lnTo>
                    <a:pt x="709897" y="1231125"/>
                  </a:lnTo>
                  <a:lnTo>
                    <a:pt x="709901" y="1231181"/>
                  </a:lnTo>
                  <a:lnTo>
                    <a:pt x="709891" y="1231203"/>
                  </a:lnTo>
                  <a:lnTo>
                    <a:pt x="709874" y="1231219"/>
                  </a:lnTo>
                  <a:lnTo>
                    <a:pt x="709854" y="1231234"/>
                  </a:lnTo>
                  <a:lnTo>
                    <a:pt x="709827" y="1231241"/>
                  </a:lnTo>
                  <a:lnTo>
                    <a:pt x="709763" y="1231255"/>
                  </a:lnTo>
                  <a:lnTo>
                    <a:pt x="709709" y="1231271"/>
                  </a:lnTo>
                  <a:lnTo>
                    <a:pt x="709664" y="1231294"/>
                  </a:lnTo>
                  <a:lnTo>
                    <a:pt x="709628" y="1231324"/>
                  </a:lnTo>
                  <a:lnTo>
                    <a:pt x="709579" y="1231371"/>
                  </a:lnTo>
                  <a:lnTo>
                    <a:pt x="709517" y="1231443"/>
                  </a:lnTo>
                  <a:lnTo>
                    <a:pt x="709473" y="1231525"/>
                  </a:lnTo>
                  <a:lnTo>
                    <a:pt x="709467" y="1231566"/>
                  </a:lnTo>
                  <a:lnTo>
                    <a:pt x="709447" y="1231633"/>
                  </a:lnTo>
                  <a:lnTo>
                    <a:pt x="709418" y="1231667"/>
                  </a:lnTo>
                  <a:lnTo>
                    <a:pt x="709399" y="1231698"/>
                  </a:lnTo>
                  <a:lnTo>
                    <a:pt x="709357" y="1231744"/>
                  </a:lnTo>
                  <a:lnTo>
                    <a:pt x="709304" y="1231792"/>
                  </a:lnTo>
                  <a:lnTo>
                    <a:pt x="709254" y="1231842"/>
                  </a:lnTo>
                  <a:lnTo>
                    <a:pt x="709219" y="1231875"/>
                  </a:lnTo>
                  <a:lnTo>
                    <a:pt x="709175" y="1231905"/>
                  </a:lnTo>
                  <a:lnTo>
                    <a:pt x="709153" y="1231959"/>
                  </a:lnTo>
                  <a:lnTo>
                    <a:pt x="709136" y="1232034"/>
                  </a:lnTo>
                  <a:lnTo>
                    <a:pt x="709101" y="1232086"/>
                  </a:lnTo>
                  <a:lnTo>
                    <a:pt x="709062" y="1232135"/>
                  </a:lnTo>
                  <a:lnTo>
                    <a:pt x="709031" y="1232169"/>
                  </a:lnTo>
                  <a:lnTo>
                    <a:pt x="709008" y="1232248"/>
                  </a:lnTo>
                  <a:lnTo>
                    <a:pt x="709011" y="1232292"/>
                  </a:lnTo>
                  <a:lnTo>
                    <a:pt x="709001" y="1232351"/>
                  </a:lnTo>
                  <a:lnTo>
                    <a:pt x="708977" y="1232369"/>
                  </a:lnTo>
                  <a:lnTo>
                    <a:pt x="708933" y="1232398"/>
                  </a:lnTo>
                  <a:lnTo>
                    <a:pt x="708920" y="1232402"/>
                  </a:lnTo>
                  <a:lnTo>
                    <a:pt x="708905" y="1232399"/>
                  </a:lnTo>
                  <a:lnTo>
                    <a:pt x="708890" y="1232385"/>
                  </a:lnTo>
                  <a:lnTo>
                    <a:pt x="708873" y="1232360"/>
                  </a:lnTo>
                  <a:lnTo>
                    <a:pt x="708855" y="1232319"/>
                  </a:lnTo>
                  <a:lnTo>
                    <a:pt x="708830" y="1232267"/>
                  </a:lnTo>
                  <a:lnTo>
                    <a:pt x="708802" y="1232208"/>
                  </a:lnTo>
                  <a:lnTo>
                    <a:pt x="708761" y="1232135"/>
                  </a:lnTo>
                  <a:lnTo>
                    <a:pt x="708739" y="1232094"/>
                  </a:lnTo>
                  <a:lnTo>
                    <a:pt x="708689" y="1232057"/>
                  </a:lnTo>
                  <a:lnTo>
                    <a:pt x="708646" y="1232036"/>
                  </a:lnTo>
                  <a:lnTo>
                    <a:pt x="708616" y="1232009"/>
                  </a:lnTo>
                  <a:lnTo>
                    <a:pt x="708596" y="1231995"/>
                  </a:lnTo>
                  <a:lnTo>
                    <a:pt x="708565" y="1231981"/>
                  </a:lnTo>
                  <a:lnTo>
                    <a:pt x="708511" y="1231947"/>
                  </a:lnTo>
                  <a:lnTo>
                    <a:pt x="708480" y="1231936"/>
                  </a:lnTo>
                  <a:lnTo>
                    <a:pt x="708435" y="1231934"/>
                  </a:lnTo>
                  <a:lnTo>
                    <a:pt x="708405" y="1231925"/>
                  </a:lnTo>
                  <a:lnTo>
                    <a:pt x="708377" y="1231896"/>
                  </a:lnTo>
                  <a:lnTo>
                    <a:pt x="708355" y="1231866"/>
                  </a:lnTo>
                  <a:lnTo>
                    <a:pt x="708317" y="1231813"/>
                  </a:lnTo>
                  <a:lnTo>
                    <a:pt x="708293" y="1231794"/>
                  </a:lnTo>
                  <a:lnTo>
                    <a:pt x="708249" y="1231773"/>
                  </a:lnTo>
                  <a:lnTo>
                    <a:pt x="708204" y="1231743"/>
                  </a:lnTo>
                  <a:lnTo>
                    <a:pt x="708168" y="1231718"/>
                  </a:lnTo>
                  <a:lnTo>
                    <a:pt x="708140" y="1231700"/>
                  </a:lnTo>
                  <a:lnTo>
                    <a:pt x="708118" y="1231699"/>
                  </a:lnTo>
                  <a:lnTo>
                    <a:pt x="708074" y="1231711"/>
                  </a:lnTo>
                  <a:lnTo>
                    <a:pt x="708012" y="1231732"/>
                  </a:lnTo>
                  <a:lnTo>
                    <a:pt x="707977" y="1231739"/>
                  </a:lnTo>
                  <a:lnTo>
                    <a:pt x="707957" y="1231738"/>
                  </a:lnTo>
                  <a:lnTo>
                    <a:pt x="707921" y="1231728"/>
                  </a:lnTo>
                  <a:lnTo>
                    <a:pt x="707859" y="1231708"/>
                  </a:lnTo>
                  <a:lnTo>
                    <a:pt x="707775" y="1231684"/>
                  </a:lnTo>
                  <a:lnTo>
                    <a:pt x="707701" y="1231667"/>
                  </a:lnTo>
                  <a:lnTo>
                    <a:pt x="707647" y="1231669"/>
                  </a:lnTo>
                  <a:lnTo>
                    <a:pt x="707573" y="1231698"/>
                  </a:lnTo>
                  <a:lnTo>
                    <a:pt x="707523" y="1231699"/>
                  </a:lnTo>
                  <a:lnTo>
                    <a:pt x="707479" y="1231702"/>
                  </a:lnTo>
                  <a:lnTo>
                    <a:pt x="707431" y="1231722"/>
                  </a:lnTo>
                  <a:lnTo>
                    <a:pt x="707398" y="1231727"/>
                  </a:lnTo>
                  <a:lnTo>
                    <a:pt x="707319" y="1231734"/>
                  </a:lnTo>
                  <a:lnTo>
                    <a:pt x="707241" y="1231768"/>
                  </a:lnTo>
                  <a:lnTo>
                    <a:pt x="707197" y="1231801"/>
                  </a:lnTo>
                  <a:lnTo>
                    <a:pt x="707168" y="1231829"/>
                  </a:lnTo>
                  <a:lnTo>
                    <a:pt x="707077" y="1231910"/>
                  </a:lnTo>
                  <a:lnTo>
                    <a:pt x="707051" y="1231920"/>
                  </a:lnTo>
                  <a:lnTo>
                    <a:pt x="707022" y="1231920"/>
                  </a:lnTo>
                  <a:lnTo>
                    <a:pt x="706977" y="1231920"/>
                  </a:lnTo>
                  <a:lnTo>
                    <a:pt x="706913" y="1231929"/>
                  </a:lnTo>
                  <a:lnTo>
                    <a:pt x="706889" y="1231943"/>
                  </a:lnTo>
                  <a:lnTo>
                    <a:pt x="706866" y="1231990"/>
                  </a:lnTo>
                  <a:lnTo>
                    <a:pt x="706828" y="1232030"/>
                  </a:lnTo>
                  <a:lnTo>
                    <a:pt x="706786" y="1232072"/>
                  </a:lnTo>
                  <a:lnTo>
                    <a:pt x="706772" y="1232106"/>
                  </a:lnTo>
                  <a:lnTo>
                    <a:pt x="706766" y="1232176"/>
                  </a:lnTo>
                  <a:lnTo>
                    <a:pt x="706731" y="1232256"/>
                  </a:lnTo>
                  <a:lnTo>
                    <a:pt x="706689" y="1232330"/>
                  </a:lnTo>
                  <a:lnTo>
                    <a:pt x="706604" y="1232397"/>
                  </a:lnTo>
                  <a:lnTo>
                    <a:pt x="706571" y="1232416"/>
                  </a:lnTo>
                  <a:lnTo>
                    <a:pt x="706551" y="1232437"/>
                  </a:lnTo>
                  <a:lnTo>
                    <a:pt x="706527" y="1232469"/>
                  </a:lnTo>
                  <a:lnTo>
                    <a:pt x="706520" y="1232515"/>
                  </a:lnTo>
                  <a:lnTo>
                    <a:pt x="706525" y="1232567"/>
                  </a:lnTo>
                  <a:lnTo>
                    <a:pt x="706520" y="1232626"/>
                  </a:lnTo>
                  <a:lnTo>
                    <a:pt x="706512" y="1232652"/>
                  </a:lnTo>
                  <a:lnTo>
                    <a:pt x="706488" y="1232666"/>
                  </a:lnTo>
                  <a:lnTo>
                    <a:pt x="706466" y="1232672"/>
                  </a:lnTo>
                  <a:lnTo>
                    <a:pt x="706432" y="1232672"/>
                  </a:lnTo>
                  <a:lnTo>
                    <a:pt x="706405" y="1232672"/>
                  </a:lnTo>
                  <a:lnTo>
                    <a:pt x="706362" y="1232665"/>
                  </a:lnTo>
                  <a:lnTo>
                    <a:pt x="706325" y="1232656"/>
                  </a:lnTo>
                  <a:lnTo>
                    <a:pt x="706265" y="1232631"/>
                  </a:lnTo>
                  <a:lnTo>
                    <a:pt x="706198" y="1232610"/>
                  </a:lnTo>
                  <a:lnTo>
                    <a:pt x="706139" y="1232605"/>
                  </a:lnTo>
                  <a:lnTo>
                    <a:pt x="706112" y="1232595"/>
                  </a:lnTo>
                  <a:lnTo>
                    <a:pt x="706085" y="1232574"/>
                  </a:lnTo>
                  <a:lnTo>
                    <a:pt x="706068" y="1232556"/>
                  </a:lnTo>
                  <a:lnTo>
                    <a:pt x="706042" y="1232525"/>
                  </a:lnTo>
                  <a:lnTo>
                    <a:pt x="706026" y="1232498"/>
                  </a:lnTo>
                  <a:lnTo>
                    <a:pt x="705992" y="1232466"/>
                  </a:lnTo>
                  <a:lnTo>
                    <a:pt x="705942" y="1232443"/>
                  </a:lnTo>
                  <a:lnTo>
                    <a:pt x="705901" y="1232441"/>
                  </a:lnTo>
                  <a:lnTo>
                    <a:pt x="705869" y="1232420"/>
                  </a:lnTo>
                  <a:lnTo>
                    <a:pt x="705847" y="1232388"/>
                  </a:lnTo>
                  <a:lnTo>
                    <a:pt x="705831" y="1232361"/>
                  </a:lnTo>
                  <a:lnTo>
                    <a:pt x="705792" y="1232348"/>
                  </a:lnTo>
                  <a:lnTo>
                    <a:pt x="705727" y="1232328"/>
                  </a:lnTo>
                  <a:lnTo>
                    <a:pt x="705679" y="1232301"/>
                  </a:lnTo>
                  <a:lnTo>
                    <a:pt x="705663" y="1232288"/>
                  </a:lnTo>
                  <a:lnTo>
                    <a:pt x="705657" y="1232275"/>
                  </a:lnTo>
                  <a:lnTo>
                    <a:pt x="705655" y="1232263"/>
                  </a:lnTo>
                  <a:lnTo>
                    <a:pt x="705655" y="1232249"/>
                  </a:lnTo>
                  <a:lnTo>
                    <a:pt x="705657" y="1232232"/>
                  </a:lnTo>
                  <a:lnTo>
                    <a:pt x="705664" y="1232211"/>
                  </a:lnTo>
                  <a:lnTo>
                    <a:pt x="705671" y="1232186"/>
                  </a:lnTo>
                  <a:lnTo>
                    <a:pt x="705686" y="1232156"/>
                  </a:lnTo>
                  <a:lnTo>
                    <a:pt x="705715" y="1232122"/>
                  </a:lnTo>
                  <a:lnTo>
                    <a:pt x="705757" y="1232087"/>
                  </a:lnTo>
                  <a:lnTo>
                    <a:pt x="705760" y="1232076"/>
                  </a:lnTo>
                  <a:lnTo>
                    <a:pt x="705760" y="1232065"/>
                  </a:lnTo>
                  <a:lnTo>
                    <a:pt x="705760" y="1232057"/>
                  </a:lnTo>
                  <a:lnTo>
                    <a:pt x="705755" y="1232040"/>
                  </a:lnTo>
                  <a:lnTo>
                    <a:pt x="705744" y="1232025"/>
                  </a:lnTo>
                  <a:lnTo>
                    <a:pt x="705727" y="1232004"/>
                  </a:lnTo>
                  <a:lnTo>
                    <a:pt x="705708" y="1231980"/>
                  </a:lnTo>
                  <a:lnTo>
                    <a:pt x="705703" y="1231972"/>
                  </a:lnTo>
                  <a:lnTo>
                    <a:pt x="705687" y="1231957"/>
                  </a:lnTo>
                  <a:lnTo>
                    <a:pt x="705683" y="1231937"/>
                  </a:lnTo>
                  <a:lnTo>
                    <a:pt x="705683" y="1231912"/>
                  </a:lnTo>
                  <a:lnTo>
                    <a:pt x="705690" y="1231868"/>
                  </a:lnTo>
                  <a:lnTo>
                    <a:pt x="705692" y="1231794"/>
                  </a:lnTo>
                  <a:lnTo>
                    <a:pt x="705696" y="1231744"/>
                  </a:lnTo>
                  <a:lnTo>
                    <a:pt x="705692" y="1231729"/>
                  </a:lnTo>
                  <a:lnTo>
                    <a:pt x="705676" y="1231711"/>
                  </a:lnTo>
                  <a:lnTo>
                    <a:pt x="705656" y="1231692"/>
                  </a:lnTo>
                  <a:lnTo>
                    <a:pt x="705621" y="1231661"/>
                  </a:lnTo>
                  <a:lnTo>
                    <a:pt x="705593" y="1231627"/>
                  </a:lnTo>
                  <a:lnTo>
                    <a:pt x="705551" y="1231574"/>
                  </a:lnTo>
                  <a:lnTo>
                    <a:pt x="705531" y="1231539"/>
                  </a:lnTo>
                  <a:lnTo>
                    <a:pt x="705515" y="1231506"/>
                  </a:lnTo>
                  <a:lnTo>
                    <a:pt x="705478" y="1231445"/>
                  </a:lnTo>
                  <a:lnTo>
                    <a:pt x="705449" y="1231408"/>
                  </a:lnTo>
                  <a:lnTo>
                    <a:pt x="705419" y="1231360"/>
                  </a:lnTo>
                  <a:lnTo>
                    <a:pt x="705387" y="1231289"/>
                  </a:lnTo>
                  <a:lnTo>
                    <a:pt x="705324" y="1231184"/>
                  </a:lnTo>
                  <a:lnTo>
                    <a:pt x="705321" y="1231175"/>
                  </a:lnTo>
                  <a:lnTo>
                    <a:pt x="705317" y="1231164"/>
                  </a:lnTo>
                  <a:lnTo>
                    <a:pt x="705305" y="1231149"/>
                  </a:lnTo>
                  <a:lnTo>
                    <a:pt x="705285" y="1231123"/>
                  </a:lnTo>
                  <a:lnTo>
                    <a:pt x="705255" y="1231086"/>
                  </a:lnTo>
                  <a:lnTo>
                    <a:pt x="705238" y="1231065"/>
                  </a:lnTo>
                  <a:lnTo>
                    <a:pt x="705232" y="1231061"/>
                  </a:lnTo>
                  <a:lnTo>
                    <a:pt x="705226" y="1231061"/>
                  </a:lnTo>
                  <a:lnTo>
                    <a:pt x="705205" y="1231061"/>
                  </a:lnTo>
                  <a:lnTo>
                    <a:pt x="705193" y="1231061"/>
                  </a:lnTo>
                  <a:lnTo>
                    <a:pt x="705184" y="1231064"/>
                  </a:lnTo>
                  <a:lnTo>
                    <a:pt x="705130" y="1231076"/>
                  </a:lnTo>
                  <a:lnTo>
                    <a:pt x="705097" y="1231080"/>
                  </a:lnTo>
                  <a:lnTo>
                    <a:pt x="705066" y="1231078"/>
                  </a:lnTo>
                  <a:lnTo>
                    <a:pt x="705026" y="1231070"/>
                  </a:lnTo>
                  <a:lnTo>
                    <a:pt x="705008" y="1231065"/>
                  </a:lnTo>
                  <a:lnTo>
                    <a:pt x="704990" y="1231065"/>
                  </a:lnTo>
                  <a:lnTo>
                    <a:pt x="704973" y="1231068"/>
                  </a:lnTo>
                  <a:lnTo>
                    <a:pt x="704959" y="1231069"/>
                  </a:lnTo>
                  <a:lnTo>
                    <a:pt x="704931" y="1231064"/>
                  </a:lnTo>
                  <a:lnTo>
                    <a:pt x="704912" y="1231064"/>
                  </a:lnTo>
                  <a:lnTo>
                    <a:pt x="704882" y="1231058"/>
                  </a:lnTo>
                  <a:lnTo>
                    <a:pt x="704857" y="1231053"/>
                  </a:lnTo>
                  <a:lnTo>
                    <a:pt x="704832" y="1231044"/>
                  </a:lnTo>
                  <a:lnTo>
                    <a:pt x="704819" y="1231044"/>
                  </a:lnTo>
                  <a:lnTo>
                    <a:pt x="704808" y="1231044"/>
                  </a:lnTo>
                  <a:lnTo>
                    <a:pt x="704797" y="1231047"/>
                  </a:lnTo>
                  <a:lnTo>
                    <a:pt x="704792" y="1231048"/>
                  </a:lnTo>
                  <a:lnTo>
                    <a:pt x="704783" y="1231048"/>
                  </a:lnTo>
                  <a:lnTo>
                    <a:pt x="704772" y="1231045"/>
                  </a:lnTo>
                  <a:lnTo>
                    <a:pt x="704755" y="1231028"/>
                  </a:lnTo>
                  <a:lnTo>
                    <a:pt x="704716" y="1230984"/>
                  </a:lnTo>
                  <a:lnTo>
                    <a:pt x="704677" y="1230930"/>
                  </a:lnTo>
                  <a:lnTo>
                    <a:pt x="704673" y="1230925"/>
                  </a:lnTo>
                  <a:lnTo>
                    <a:pt x="704655" y="1230899"/>
                  </a:lnTo>
                  <a:lnTo>
                    <a:pt x="704630" y="1230882"/>
                  </a:lnTo>
                  <a:lnTo>
                    <a:pt x="704603" y="1230844"/>
                  </a:lnTo>
                  <a:lnTo>
                    <a:pt x="704587" y="1230824"/>
                  </a:lnTo>
                  <a:lnTo>
                    <a:pt x="704567" y="1230799"/>
                  </a:lnTo>
                  <a:lnTo>
                    <a:pt x="704554" y="1230788"/>
                  </a:lnTo>
                  <a:lnTo>
                    <a:pt x="704538" y="1230780"/>
                  </a:lnTo>
                  <a:lnTo>
                    <a:pt x="704518" y="1230778"/>
                  </a:lnTo>
                  <a:lnTo>
                    <a:pt x="704510" y="1230776"/>
                  </a:lnTo>
                  <a:lnTo>
                    <a:pt x="704508" y="1230769"/>
                  </a:lnTo>
                  <a:lnTo>
                    <a:pt x="704510" y="1230752"/>
                  </a:lnTo>
                  <a:lnTo>
                    <a:pt x="704511" y="1230733"/>
                  </a:lnTo>
                  <a:lnTo>
                    <a:pt x="704513" y="1230702"/>
                  </a:lnTo>
                  <a:lnTo>
                    <a:pt x="704514" y="1230685"/>
                  </a:lnTo>
                  <a:lnTo>
                    <a:pt x="704508" y="1230656"/>
                  </a:lnTo>
                  <a:lnTo>
                    <a:pt x="704501" y="1230625"/>
                  </a:lnTo>
                  <a:lnTo>
                    <a:pt x="704491" y="1230599"/>
                  </a:lnTo>
                  <a:lnTo>
                    <a:pt x="704484" y="1230586"/>
                  </a:lnTo>
                  <a:lnTo>
                    <a:pt x="704467" y="1230568"/>
                  </a:lnTo>
                  <a:lnTo>
                    <a:pt x="704443" y="1230540"/>
                  </a:lnTo>
                  <a:lnTo>
                    <a:pt x="704419" y="1230517"/>
                  </a:lnTo>
                  <a:lnTo>
                    <a:pt x="704395" y="1230493"/>
                  </a:lnTo>
                  <a:lnTo>
                    <a:pt x="704370" y="1230475"/>
                  </a:lnTo>
                  <a:lnTo>
                    <a:pt x="704326" y="1230448"/>
                  </a:lnTo>
                  <a:lnTo>
                    <a:pt x="704293" y="1230430"/>
                  </a:lnTo>
                  <a:lnTo>
                    <a:pt x="704255" y="1230394"/>
                  </a:lnTo>
                  <a:lnTo>
                    <a:pt x="704222" y="1230364"/>
                  </a:lnTo>
                  <a:lnTo>
                    <a:pt x="704170" y="1230316"/>
                  </a:lnTo>
                  <a:lnTo>
                    <a:pt x="704149" y="1230298"/>
                  </a:lnTo>
                  <a:lnTo>
                    <a:pt x="704119" y="1230264"/>
                  </a:lnTo>
                  <a:lnTo>
                    <a:pt x="704099" y="1230248"/>
                  </a:lnTo>
                  <a:lnTo>
                    <a:pt x="704084" y="1230239"/>
                  </a:lnTo>
                  <a:lnTo>
                    <a:pt x="704047" y="1230225"/>
                  </a:lnTo>
                  <a:lnTo>
                    <a:pt x="704014" y="1230214"/>
                  </a:lnTo>
                  <a:lnTo>
                    <a:pt x="703992" y="1230209"/>
                  </a:lnTo>
                  <a:lnTo>
                    <a:pt x="703963" y="1230197"/>
                  </a:lnTo>
                  <a:lnTo>
                    <a:pt x="703925" y="1230178"/>
                  </a:lnTo>
                  <a:lnTo>
                    <a:pt x="703901" y="1230166"/>
                  </a:lnTo>
                  <a:lnTo>
                    <a:pt x="703872" y="1230142"/>
                  </a:lnTo>
                  <a:lnTo>
                    <a:pt x="703836" y="1230107"/>
                  </a:lnTo>
                  <a:lnTo>
                    <a:pt x="703813" y="1230089"/>
                  </a:lnTo>
                  <a:lnTo>
                    <a:pt x="703751" y="1230030"/>
                  </a:lnTo>
                  <a:lnTo>
                    <a:pt x="703715" y="1229999"/>
                  </a:lnTo>
                  <a:lnTo>
                    <a:pt x="703661" y="1229950"/>
                  </a:lnTo>
                  <a:lnTo>
                    <a:pt x="703628" y="1229923"/>
                  </a:lnTo>
                  <a:lnTo>
                    <a:pt x="703590" y="1229902"/>
                  </a:lnTo>
                  <a:lnTo>
                    <a:pt x="703574" y="1229899"/>
                  </a:lnTo>
                  <a:lnTo>
                    <a:pt x="703560" y="1229899"/>
                  </a:lnTo>
                  <a:lnTo>
                    <a:pt x="703550" y="1229901"/>
                  </a:lnTo>
                  <a:lnTo>
                    <a:pt x="703526" y="1229923"/>
                  </a:lnTo>
                  <a:lnTo>
                    <a:pt x="703495" y="1229951"/>
                  </a:lnTo>
                  <a:lnTo>
                    <a:pt x="703459" y="1229971"/>
                  </a:lnTo>
                  <a:lnTo>
                    <a:pt x="703411" y="1229992"/>
                  </a:lnTo>
                  <a:lnTo>
                    <a:pt x="703399" y="1229997"/>
                  </a:lnTo>
                  <a:lnTo>
                    <a:pt x="703371" y="1230000"/>
                  </a:lnTo>
                  <a:lnTo>
                    <a:pt x="703332" y="1230001"/>
                  </a:lnTo>
                  <a:lnTo>
                    <a:pt x="703283" y="1230001"/>
                  </a:lnTo>
                  <a:lnTo>
                    <a:pt x="703243" y="1230003"/>
                  </a:lnTo>
                  <a:lnTo>
                    <a:pt x="703184" y="1230020"/>
                  </a:lnTo>
                  <a:lnTo>
                    <a:pt x="703153" y="1230037"/>
                  </a:lnTo>
                  <a:lnTo>
                    <a:pt x="703124" y="1230048"/>
                  </a:lnTo>
                  <a:lnTo>
                    <a:pt x="703084" y="1230058"/>
                  </a:lnTo>
                  <a:lnTo>
                    <a:pt x="703057" y="1230065"/>
                  </a:lnTo>
                  <a:lnTo>
                    <a:pt x="703023" y="1230083"/>
                  </a:lnTo>
                  <a:lnTo>
                    <a:pt x="702977" y="1230106"/>
                  </a:lnTo>
                  <a:lnTo>
                    <a:pt x="702920" y="1230134"/>
                  </a:lnTo>
                  <a:lnTo>
                    <a:pt x="702896" y="1230150"/>
                  </a:lnTo>
                  <a:lnTo>
                    <a:pt x="702870" y="1230170"/>
                  </a:lnTo>
                  <a:lnTo>
                    <a:pt x="702831" y="1230200"/>
                  </a:lnTo>
                  <a:lnTo>
                    <a:pt x="702808" y="1230218"/>
                  </a:lnTo>
                  <a:lnTo>
                    <a:pt x="702779" y="1230235"/>
                  </a:lnTo>
                  <a:lnTo>
                    <a:pt x="702770" y="1230235"/>
                  </a:lnTo>
                  <a:lnTo>
                    <a:pt x="702763" y="1230234"/>
                  </a:lnTo>
                  <a:lnTo>
                    <a:pt x="702752" y="1230224"/>
                  </a:lnTo>
                  <a:lnTo>
                    <a:pt x="702732" y="1230199"/>
                  </a:lnTo>
                  <a:lnTo>
                    <a:pt x="702715" y="1230174"/>
                  </a:lnTo>
                  <a:lnTo>
                    <a:pt x="702682" y="1230132"/>
                  </a:lnTo>
                  <a:lnTo>
                    <a:pt x="702639" y="1230080"/>
                  </a:lnTo>
                  <a:lnTo>
                    <a:pt x="702600" y="1230048"/>
                  </a:lnTo>
                  <a:lnTo>
                    <a:pt x="702581" y="1230029"/>
                  </a:lnTo>
                  <a:lnTo>
                    <a:pt x="702553" y="1230014"/>
                  </a:lnTo>
                  <a:lnTo>
                    <a:pt x="702515" y="1229992"/>
                  </a:lnTo>
                  <a:lnTo>
                    <a:pt x="702487" y="1229982"/>
                  </a:lnTo>
                  <a:lnTo>
                    <a:pt x="702456" y="1229975"/>
                  </a:lnTo>
                  <a:lnTo>
                    <a:pt x="702421" y="1229973"/>
                  </a:lnTo>
                  <a:lnTo>
                    <a:pt x="702407" y="1229972"/>
                  </a:lnTo>
                  <a:lnTo>
                    <a:pt x="702392" y="1229975"/>
                  </a:lnTo>
                  <a:lnTo>
                    <a:pt x="702366" y="1229983"/>
                  </a:lnTo>
                  <a:lnTo>
                    <a:pt x="702337" y="1229994"/>
                  </a:lnTo>
                  <a:lnTo>
                    <a:pt x="702306" y="1230005"/>
                  </a:lnTo>
                  <a:lnTo>
                    <a:pt x="702281" y="1230017"/>
                  </a:lnTo>
                  <a:lnTo>
                    <a:pt x="702251" y="1230029"/>
                  </a:lnTo>
                  <a:lnTo>
                    <a:pt x="702219" y="1230035"/>
                  </a:lnTo>
                  <a:lnTo>
                    <a:pt x="702173" y="1230042"/>
                  </a:lnTo>
                  <a:lnTo>
                    <a:pt x="702146" y="1230046"/>
                  </a:lnTo>
                  <a:lnTo>
                    <a:pt x="702116" y="1230055"/>
                  </a:lnTo>
                  <a:lnTo>
                    <a:pt x="702100" y="1230064"/>
                  </a:lnTo>
                  <a:lnTo>
                    <a:pt x="702068" y="1230074"/>
                  </a:lnTo>
                  <a:lnTo>
                    <a:pt x="702015" y="1230088"/>
                  </a:lnTo>
                  <a:lnTo>
                    <a:pt x="702000" y="1230090"/>
                  </a:lnTo>
                  <a:lnTo>
                    <a:pt x="701979" y="1230091"/>
                  </a:lnTo>
                  <a:lnTo>
                    <a:pt x="701956" y="1230085"/>
                  </a:lnTo>
                  <a:lnTo>
                    <a:pt x="701943" y="1230080"/>
                  </a:lnTo>
                  <a:lnTo>
                    <a:pt x="701921" y="1230076"/>
                  </a:lnTo>
                  <a:lnTo>
                    <a:pt x="701890" y="1230074"/>
                  </a:lnTo>
                  <a:lnTo>
                    <a:pt x="701878" y="1230077"/>
                  </a:lnTo>
                  <a:lnTo>
                    <a:pt x="701864" y="1230085"/>
                  </a:lnTo>
                  <a:lnTo>
                    <a:pt x="701845" y="1230098"/>
                  </a:lnTo>
                  <a:lnTo>
                    <a:pt x="701820" y="1230111"/>
                  </a:lnTo>
                  <a:lnTo>
                    <a:pt x="701790" y="1230127"/>
                  </a:lnTo>
                  <a:lnTo>
                    <a:pt x="701771" y="1230138"/>
                  </a:lnTo>
                  <a:lnTo>
                    <a:pt x="701728" y="1230150"/>
                  </a:lnTo>
                  <a:lnTo>
                    <a:pt x="701694" y="1230160"/>
                  </a:lnTo>
                  <a:lnTo>
                    <a:pt x="701664" y="1230167"/>
                  </a:lnTo>
                  <a:lnTo>
                    <a:pt x="701619" y="1230171"/>
                  </a:lnTo>
                  <a:lnTo>
                    <a:pt x="701576" y="1230174"/>
                  </a:lnTo>
                  <a:lnTo>
                    <a:pt x="701534" y="1230176"/>
                  </a:lnTo>
                  <a:lnTo>
                    <a:pt x="701469" y="1230174"/>
                  </a:lnTo>
                  <a:lnTo>
                    <a:pt x="701392" y="1230167"/>
                  </a:lnTo>
                  <a:lnTo>
                    <a:pt x="701353" y="1230165"/>
                  </a:lnTo>
                  <a:lnTo>
                    <a:pt x="701321" y="1230165"/>
                  </a:lnTo>
                  <a:lnTo>
                    <a:pt x="701286" y="1230157"/>
                  </a:lnTo>
                  <a:lnTo>
                    <a:pt x="701255" y="1230145"/>
                  </a:lnTo>
                  <a:lnTo>
                    <a:pt x="701228" y="1230132"/>
                  </a:lnTo>
                  <a:lnTo>
                    <a:pt x="701199" y="1230115"/>
                  </a:lnTo>
                  <a:lnTo>
                    <a:pt x="701180" y="1230109"/>
                  </a:lnTo>
                  <a:lnTo>
                    <a:pt x="701167" y="1230106"/>
                  </a:lnTo>
                  <a:lnTo>
                    <a:pt x="701153" y="1230110"/>
                  </a:lnTo>
                  <a:lnTo>
                    <a:pt x="701119" y="1230121"/>
                  </a:lnTo>
                  <a:lnTo>
                    <a:pt x="701090" y="1230134"/>
                  </a:lnTo>
                  <a:lnTo>
                    <a:pt x="701066" y="1230145"/>
                  </a:lnTo>
                  <a:lnTo>
                    <a:pt x="701043" y="1230157"/>
                  </a:lnTo>
                  <a:lnTo>
                    <a:pt x="701010" y="1230176"/>
                  </a:lnTo>
                  <a:lnTo>
                    <a:pt x="700978" y="1230202"/>
                  </a:lnTo>
                  <a:lnTo>
                    <a:pt x="700939" y="1230231"/>
                  </a:lnTo>
                  <a:lnTo>
                    <a:pt x="700919" y="1230250"/>
                  </a:lnTo>
                  <a:lnTo>
                    <a:pt x="700901" y="1230269"/>
                  </a:lnTo>
                  <a:lnTo>
                    <a:pt x="700862" y="1230299"/>
                  </a:lnTo>
                  <a:lnTo>
                    <a:pt x="700846" y="1230315"/>
                  </a:lnTo>
                  <a:lnTo>
                    <a:pt x="700828" y="1230338"/>
                  </a:lnTo>
                  <a:lnTo>
                    <a:pt x="700809" y="1230353"/>
                  </a:lnTo>
                  <a:lnTo>
                    <a:pt x="700786" y="1230376"/>
                  </a:lnTo>
                  <a:lnTo>
                    <a:pt x="700770" y="1230391"/>
                  </a:lnTo>
                  <a:lnTo>
                    <a:pt x="700739" y="1230416"/>
                  </a:lnTo>
                  <a:lnTo>
                    <a:pt x="700694" y="1230456"/>
                  </a:lnTo>
                  <a:lnTo>
                    <a:pt x="700673" y="1230468"/>
                  </a:lnTo>
                  <a:lnTo>
                    <a:pt x="700649" y="1230482"/>
                  </a:lnTo>
                  <a:lnTo>
                    <a:pt x="700638" y="1230484"/>
                  </a:lnTo>
                  <a:lnTo>
                    <a:pt x="700621" y="1230483"/>
                  </a:lnTo>
                  <a:lnTo>
                    <a:pt x="700604" y="1230477"/>
                  </a:lnTo>
                  <a:lnTo>
                    <a:pt x="700579" y="1230462"/>
                  </a:lnTo>
                  <a:lnTo>
                    <a:pt x="700550" y="1230451"/>
                  </a:lnTo>
                  <a:lnTo>
                    <a:pt x="700521" y="1230437"/>
                  </a:lnTo>
                  <a:lnTo>
                    <a:pt x="700477" y="1230425"/>
                  </a:lnTo>
                  <a:lnTo>
                    <a:pt x="700443" y="1230411"/>
                  </a:lnTo>
                  <a:lnTo>
                    <a:pt x="700375" y="1230397"/>
                  </a:lnTo>
                  <a:lnTo>
                    <a:pt x="700332" y="1230395"/>
                  </a:lnTo>
                  <a:lnTo>
                    <a:pt x="700298" y="1230396"/>
                  </a:lnTo>
                  <a:lnTo>
                    <a:pt x="700274" y="1230400"/>
                  </a:lnTo>
                  <a:lnTo>
                    <a:pt x="700249" y="1230401"/>
                  </a:lnTo>
                  <a:lnTo>
                    <a:pt x="700229" y="1230399"/>
                  </a:lnTo>
                  <a:lnTo>
                    <a:pt x="700223" y="1230396"/>
                  </a:lnTo>
                  <a:lnTo>
                    <a:pt x="700217" y="1230388"/>
                  </a:lnTo>
                  <a:lnTo>
                    <a:pt x="700214" y="1230374"/>
                  </a:lnTo>
                  <a:lnTo>
                    <a:pt x="700213" y="1230338"/>
                  </a:lnTo>
                  <a:lnTo>
                    <a:pt x="700207" y="1230312"/>
                  </a:lnTo>
                  <a:lnTo>
                    <a:pt x="700207" y="1230262"/>
                  </a:lnTo>
                  <a:lnTo>
                    <a:pt x="700208" y="1230221"/>
                  </a:lnTo>
                  <a:lnTo>
                    <a:pt x="700205" y="1230195"/>
                  </a:lnTo>
                  <a:lnTo>
                    <a:pt x="700197" y="1230153"/>
                  </a:lnTo>
                  <a:lnTo>
                    <a:pt x="700194" y="1230130"/>
                  </a:lnTo>
                  <a:lnTo>
                    <a:pt x="700186" y="1230107"/>
                  </a:lnTo>
                  <a:lnTo>
                    <a:pt x="700171" y="1230086"/>
                  </a:lnTo>
                  <a:lnTo>
                    <a:pt x="700157" y="1230067"/>
                  </a:lnTo>
                  <a:lnTo>
                    <a:pt x="700136" y="1230040"/>
                  </a:lnTo>
                  <a:lnTo>
                    <a:pt x="700108" y="1230011"/>
                  </a:lnTo>
                  <a:lnTo>
                    <a:pt x="700083" y="1229994"/>
                  </a:lnTo>
                  <a:lnTo>
                    <a:pt x="700036" y="1229943"/>
                  </a:lnTo>
                  <a:lnTo>
                    <a:pt x="699994" y="1229904"/>
                  </a:lnTo>
                  <a:lnTo>
                    <a:pt x="699950" y="1229863"/>
                  </a:lnTo>
                  <a:lnTo>
                    <a:pt x="699924" y="1229839"/>
                  </a:lnTo>
                  <a:lnTo>
                    <a:pt x="699888" y="1229809"/>
                  </a:lnTo>
                  <a:lnTo>
                    <a:pt x="699840" y="1229767"/>
                  </a:lnTo>
                  <a:lnTo>
                    <a:pt x="699818" y="1229744"/>
                  </a:lnTo>
                  <a:lnTo>
                    <a:pt x="699813" y="1229734"/>
                  </a:lnTo>
                  <a:lnTo>
                    <a:pt x="699810" y="1229726"/>
                  </a:lnTo>
                  <a:lnTo>
                    <a:pt x="699811" y="1229714"/>
                  </a:lnTo>
                  <a:lnTo>
                    <a:pt x="699822" y="1229692"/>
                  </a:lnTo>
                  <a:lnTo>
                    <a:pt x="699844" y="1229663"/>
                  </a:lnTo>
                  <a:lnTo>
                    <a:pt x="699860" y="1229645"/>
                  </a:lnTo>
                  <a:lnTo>
                    <a:pt x="699872" y="1229625"/>
                  </a:lnTo>
                  <a:lnTo>
                    <a:pt x="699885" y="1229600"/>
                  </a:lnTo>
                  <a:lnTo>
                    <a:pt x="699886" y="1229582"/>
                  </a:lnTo>
                  <a:lnTo>
                    <a:pt x="699882" y="1229566"/>
                  </a:lnTo>
                  <a:lnTo>
                    <a:pt x="699871" y="1229551"/>
                  </a:lnTo>
                  <a:lnTo>
                    <a:pt x="699858" y="1229532"/>
                  </a:lnTo>
                  <a:lnTo>
                    <a:pt x="699837" y="1229515"/>
                  </a:lnTo>
                  <a:lnTo>
                    <a:pt x="699817" y="1229501"/>
                  </a:lnTo>
                  <a:lnTo>
                    <a:pt x="699783" y="1229478"/>
                  </a:lnTo>
                  <a:lnTo>
                    <a:pt x="699736" y="1229444"/>
                  </a:lnTo>
                  <a:lnTo>
                    <a:pt x="699707" y="1229418"/>
                  </a:lnTo>
                  <a:lnTo>
                    <a:pt x="699683" y="1229391"/>
                  </a:lnTo>
                  <a:lnTo>
                    <a:pt x="699661" y="1229365"/>
                  </a:lnTo>
                  <a:lnTo>
                    <a:pt x="699645" y="1229344"/>
                  </a:lnTo>
                  <a:lnTo>
                    <a:pt x="699629" y="1229317"/>
                  </a:lnTo>
                  <a:lnTo>
                    <a:pt x="699611" y="1229290"/>
                  </a:lnTo>
                  <a:lnTo>
                    <a:pt x="699574" y="1229254"/>
                  </a:lnTo>
                  <a:lnTo>
                    <a:pt x="699550" y="1229233"/>
                  </a:lnTo>
                  <a:lnTo>
                    <a:pt x="699524" y="1229212"/>
                  </a:lnTo>
                  <a:lnTo>
                    <a:pt x="699509" y="1229204"/>
                  </a:lnTo>
                  <a:lnTo>
                    <a:pt x="699490" y="1229197"/>
                  </a:lnTo>
                  <a:lnTo>
                    <a:pt x="699476" y="1229182"/>
                  </a:lnTo>
                  <a:lnTo>
                    <a:pt x="699469" y="1229166"/>
                  </a:lnTo>
                  <a:lnTo>
                    <a:pt x="699456" y="1229141"/>
                  </a:lnTo>
                  <a:lnTo>
                    <a:pt x="699444" y="1229118"/>
                  </a:lnTo>
                  <a:lnTo>
                    <a:pt x="699416" y="1229089"/>
                  </a:lnTo>
                  <a:lnTo>
                    <a:pt x="699401" y="1229074"/>
                  </a:lnTo>
                  <a:lnTo>
                    <a:pt x="699385" y="1229066"/>
                  </a:lnTo>
                  <a:lnTo>
                    <a:pt x="699375" y="1229064"/>
                  </a:lnTo>
                  <a:lnTo>
                    <a:pt x="699368" y="1229065"/>
                  </a:lnTo>
                  <a:lnTo>
                    <a:pt x="699354" y="1229074"/>
                  </a:lnTo>
                  <a:lnTo>
                    <a:pt x="699343" y="1229078"/>
                  </a:lnTo>
                  <a:lnTo>
                    <a:pt x="699313" y="1229080"/>
                  </a:lnTo>
                  <a:lnTo>
                    <a:pt x="699293" y="1229079"/>
                  </a:lnTo>
                  <a:lnTo>
                    <a:pt x="699279" y="1229076"/>
                  </a:lnTo>
                  <a:lnTo>
                    <a:pt x="699246" y="1229062"/>
                  </a:lnTo>
                  <a:lnTo>
                    <a:pt x="699222" y="1229053"/>
                  </a:lnTo>
                  <a:lnTo>
                    <a:pt x="699208" y="1229047"/>
                  </a:lnTo>
                  <a:lnTo>
                    <a:pt x="699202" y="1229041"/>
                  </a:lnTo>
                  <a:lnTo>
                    <a:pt x="699195" y="1229032"/>
                  </a:lnTo>
                  <a:lnTo>
                    <a:pt x="699192" y="1229018"/>
                  </a:lnTo>
                  <a:lnTo>
                    <a:pt x="699189" y="1228987"/>
                  </a:lnTo>
                  <a:lnTo>
                    <a:pt x="699183" y="1228959"/>
                  </a:lnTo>
                  <a:lnTo>
                    <a:pt x="699179" y="1228942"/>
                  </a:lnTo>
                  <a:lnTo>
                    <a:pt x="699168" y="1228925"/>
                  </a:lnTo>
                  <a:lnTo>
                    <a:pt x="699155" y="1228914"/>
                  </a:lnTo>
                  <a:lnTo>
                    <a:pt x="699134" y="1228899"/>
                  </a:lnTo>
                  <a:lnTo>
                    <a:pt x="699119" y="1228882"/>
                  </a:lnTo>
                  <a:lnTo>
                    <a:pt x="699114" y="1228876"/>
                  </a:lnTo>
                  <a:lnTo>
                    <a:pt x="699113" y="1228865"/>
                  </a:lnTo>
                  <a:lnTo>
                    <a:pt x="699111" y="1228847"/>
                  </a:lnTo>
                  <a:lnTo>
                    <a:pt x="699113" y="1228825"/>
                  </a:lnTo>
                  <a:lnTo>
                    <a:pt x="699111" y="1228802"/>
                  </a:lnTo>
                  <a:lnTo>
                    <a:pt x="699108" y="1228779"/>
                  </a:lnTo>
                  <a:lnTo>
                    <a:pt x="699107" y="1228769"/>
                  </a:lnTo>
                  <a:lnTo>
                    <a:pt x="699107" y="1228763"/>
                  </a:lnTo>
                  <a:lnTo>
                    <a:pt x="699117" y="1228745"/>
                  </a:lnTo>
                  <a:lnTo>
                    <a:pt x="699122" y="1228721"/>
                  </a:lnTo>
                  <a:lnTo>
                    <a:pt x="699124" y="1228703"/>
                  </a:lnTo>
                  <a:lnTo>
                    <a:pt x="699122" y="1228689"/>
                  </a:lnTo>
                  <a:lnTo>
                    <a:pt x="699116" y="1228669"/>
                  </a:lnTo>
                  <a:lnTo>
                    <a:pt x="699113" y="1228643"/>
                  </a:lnTo>
                  <a:lnTo>
                    <a:pt x="699102" y="1228623"/>
                  </a:lnTo>
                  <a:lnTo>
                    <a:pt x="699081" y="1228591"/>
                  </a:lnTo>
                  <a:lnTo>
                    <a:pt x="699070" y="1228564"/>
                  </a:lnTo>
                  <a:lnTo>
                    <a:pt x="699061" y="1228545"/>
                  </a:lnTo>
                  <a:lnTo>
                    <a:pt x="699045" y="1228521"/>
                  </a:lnTo>
                  <a:lnTo>
                    <a:pt x="699033" y="1228498"/>
                  </a:lnTo>
                  <a:lnTo>
                    <a:pt x="699013" y="1228474"/>
                  </a:lnTo>
                  <a:lnTo>
                    <a:pt x="698996" y="1228457"/>
                  </a:lnTo>
                  <a:lnTo>
                    <a:pt x="698972" y="1228434"/>
                  </a:lnTo>
                  <a:lnTo>
                    <a:pt x="698945" y="1228417"/>
                  </a:lnTo>
                  <a:lnTo>
                    <a:pt x="698919" y="1228404"/>
                  </a:lnTo>
                  <a:lnTo>
                    <a:pt x="698887" y="1228399"/>
                  </a:lnTo>
                  <a:lnTo>
                    <a:pt x="698858" y="1228397"/>
                  </a:lnTo>
                  <a:lnTo>
                    <a:pt x="698836" y="1228386"/>
                  </a:lnTo>
                  <a:lnTo>
                    <a:pt x="698819" y="1228376"/>
                  </a:lnTo>
                  <a:lnTo>
                    <a:pt x="698808" y="1228366"/>
                  </a:lnTo>
                  <a:lnTo>
                    <a:pt x="698794" y="1228343"/>
                  </a:lnTo>
                  <a:lnTo>
                    <a:pt x="698781" y="1228320"/>
                  </a:lnTo>
                  <a:lnTo>
                    <a:pt x="698761" y="1228283"/>
                  </a:lnTo>
                  <a:lnTo>
                    <a:pt x="698729" y="1228213"/>
                  </a:lnTo>
                  <a:lnTo>
                    <a:pt x="698704" y="1228165"/>
                  </a:lnTo>
                  <a:lnTo>
                    <a:pt x="698680" y="1228124"/>
                  </a:lnTo>
                  <a:lnTo>
                    <a:pt x="698669" y="1228107"/>
                  </a:lnTo>
                  <a:lnTo>
                    <a:pt x="698660" y="1228099"/>
                  </a:lnTo>
                  <a:lnTo>
                    <a:pt x="698650" y="1228097"/>
                  </a:lnTo>
                  <a:lnTo>
                    <a:pt x="698634" y="1228098"/>
                  </a:lnTo>
                  <a:lnTo>
                    <a:pt x="698613" y="1228102"/>
                  </a:lnTo>
                  <a:lnTo>
                    <a:pt x="698574" y="1228113"/>
                  </a:lnTo>
                  <a:lnTo>
                    <a:pt x="698547" y="1228120"/>
                  </a:lnTo>
                  <a:lnTo>
                    <a:pt x="698503" y="1228130"/>
                  </a:lnTo>
                  <a:lnTo>
                    <a:pt x="698467" y="1228143"/>
                  </a:lnTo>
                  <a:lnTo>
                    <a:pt x="698442" y="1228154"/>
                  </a:lnTo>
                  <a:lnTo>
                    <a:pt x="698411" y="1228176"/>
                  </a:lnTo>
                  <a:lnTo>
                    <a:pt x="698389" y="1228193"/>
                  </a:lnTo>
                  <a:lnTo>
                    <a:pt x="698371" y="1228212"/>
                  </a:lnTo>
                  <a:lnTo>
                    <a:pt x="698354" y="1228224"/>
                  </a:lnTo>
                  <a:lnTo>
                    <a:pt x="698323" y="1228233"/>
                  </a:lnTo>
                  <a:lnTo>
                    <a:pt x="698283" y="1228247"/>
                  </a:lnTo>
                  <a:lnTo>
                    <a:pt x="698258" y="1228255"/>
                  </a:lnTo>
                  <a:lnTo>
                    <a:pt x="698222" y="1228258"/>
                  </a:lnTo>
                  <a:lnTo>
                    <a:pt x="698193" y="1228261"/>
                  </a:lnTo>
                  <a:lnTo>
                    <a:pt x="698140" y="1228269"/>
                  </a:lnTo>
                  <a:lnTo>
                    <a:pt x="698106" y="1228274"/>
                  </a:lnTo>
                  <a:lnTo>
                    <a:pt x="698046" y="1228285"/>
                  </a:lnTo>
                  <a:lnTo>
                    <a:pt x="697999" y="1228298"/>
                  </a:lnTo>
                  <a:lnTo>
                    <a:pt x="697952" y="1228309"/>
                  </a:lnTo>
                  <a:lnTo>
                    <a:pt x="697911" y="1228320"/>
                  </a:lnTo>
                  <a:lnTo>
                    <a:pt x="697845" y="1228330"/>
                  </a:lnTo>
                  <a:lnTo>
                    <a:pt x="697799" y="1228341"/>
                  </a:lnTo>
                  <a:lnTo>
                    <a:pt x="697777" y="1228342"/>
                  </a:lnTo>
                  <a:lnTo>
                    <a:pt x="697756" y="1228339"/>
                  </a:lnTo>
                  <a:lnTo>
                    <a:pt x="697739" y="1228331"/>
                  </a:lnTo>
                  <a:lnTo>
                    <a:pt x="697722" y="1228315"/>
                  </a:lnTo>
                  <a:lnTo>
                    <a:pt x="697701" y="1228289"/>
                  </a:lnTo>
                  <a:lnTo>
                    <a:pt x="697685" y="1228273"/>
                  </a:lnTo>
                  <a:lnTo>
                    <a:pt x="697662" y="1228247"/>
                  </a:lnTo>
                  <a:lnTo>
                    <a:pt x="697640" y="1228221"/>
                  </a:lnTo>
                  <a:lnTo>
                    <a:pt x="697617" y="1228198"/>
                  </a:lnTo>
                  <a:lnTo>
                    <a:pt x="697585" y="1228173"/>
                  </a:lnTo>
                  <a:lnTo>
                    <a:pt x="697550" y="1228147"/>
                  </a:lnTo>
                  <a:lnTo>
                    <a:pt x="697530" y="1228129"/>
                  </a:lnTo>
                  <a:lnTo>
                    <a:pt x="697521" y="1228119"/>
                  </a:lnTo>
                  <a:lnTo>
                    <a:pt x="697510" y="1228096"/>
                  </a:lnTo>
                  <a:lnTo>
                    <a:pt x="697487" y="1228062"/>
                  </a:lnTo>
                  <a:lnTo>
                    <a:pt x="697461" y="1228020"/>
                  </a:lnTo>
                  <a:lnTo>
                    <a:pt x="697428" y="1227968"/>
                  </a:lnTo>
                  <a:lnTo>
                    <a:pt x="697411" y="1227932"/>
                  </a:lnTo>
                  <a:lnTo>
                    <a:pt x="697396" y="1227913"/>
                  </a:lnTo>
                  <a:lnTo>
                    <a:pt x="697370" y="1227857"/>
                  </a:lnTo>
                  <a:lnTo>
                    <a:pt x="697354" y="1227820"/>
                  </a:lnTo>
                  <a:lnTo>
                    <a:pt x="697333" y="1227776"/>
                  </a:lnTo>
                  <a:lnTo>
                    <a:pt x="697330" y="1227756"/>
                  </a:lnTo>
                  <a:lnTo>
                    <a:pt x="697324" y="1227736"/>
                  </a:lnTo>
                  <a:lnTo>
                    <a:pt x="697306" y="1227710"/>
                  </a:lnTo>
                  <a:lnTo>
                    <a:pt x="697289" y="1227687"/>
                  </a:lnTo>
                  <a:lnTo>
                    <a:pt x="697278" y="1227678"/>
                  </a:lnTo>
                  <a:lnTo>
                    <a:pt x="697254" y="1227664"/>
                  </a:lnTo>
                  <a:lnTo>
                    <a:pt x="697234" y="1227658"/>
                  </a:lnTo>
                  <a:lnTo>
                    <a:pt x="697197" y="1227651"/>
                  </a:lnTo>
                  <a:lnTo>
                    <a:pt x="697161" y="1227642"/>
                  </a:lnTo>
                  <a:lnTo>
                    <a:pt x="697125" y="1227630"/>
                  </a:lnTo>
                  <a:lnTo>
                    <a:pt x="697089" y="1227617"/>
                  </a:lnTo>
                  <a:lnTo>
                    <a:pt x="697056" y="1227608"/>
                  </a:lnTo>
                  <a:lnTo>
                    <a:pt x="697017" y="1227592"/>
                  </a:lnTo>
                  <a:lnTo>
                    <a:pt x="696988" y="1227582"/>
                  </a:lnTo>
                  <a:lnTo>
                    <a:pt x="696969" y="1227576"/>
                  </a:lnTo>
                  <a:lnTo>
                    <a:pt x="696937" y="1227574"/>
                  </a:lnTo>
                  <a:lnTo>
                    <a:pt x="696905" y="1227574"/>
                  </a:lnTo>
                  <a:lnTo>
                    <a:pt x="696837" y="1227575"/>
                  </a:lnTo>
                  <a:lnTo>
                    <a:pt x="696825" y="1227575"/>
                  </a:lnTo>
                  <a:lnTo>
                    <a:pt x="696820" y="1227577"/>
                  </a:lnTo>
                  <a:lnTo>
                    <a:pt x="696808" y="1227591"/>
                  </a:lnTo>
                  <a:lnTo>
                    <a:pt x="696768" y="1227627"/>
                  </a:lnTo>
                  <a:lnTo>
                    <a:pt x="696735" y="1227655"/>
                  </a:lnTo>
                  <a:lnTo>
                    <a:pt x="696707" y="1227676"/>
                  </a:lnTo>
                  <a:lnTo>
                    <a:pt x="696687" y="1227693"/>
                  </a:lnTo>
                  <a:lnTo>
                    <a:pt x="696665" y="1227707"/>
                  </a:lnTo>
                  <a:lnTo>
                    <a:pt x="696626" y="1227715"/>
                  </a:lnTo>
                  <a:lnTo>
                    <a:pt x="696600" y="1227720"/>
                  </a:lnTo>
                  <a:lnTo>
                    <a:pt x="696558" y="1227717"/>
                  </a:lnTo>
                  <a:lnTo>
                    <a:pt x="696527" y="1227707"/>
                  </a:lnTo>
                  <a:lnTo>
                    <a:pt x="696495" y="1227702"/>
                  </a:lnTo>
                  <a:lnTo>
                    <a:pt x="696486" y="1227704"/>
                  </a:lnTo>
                  <a:lnTo>
                    <a:pt x="696464" y="1227707"/>
                  </a:lnTo>
                  <a:lnTo>
                    <a:pt x="696435" y="1227722"/>
                  </a:lnTo>
                  <a:lnTo>
                    <a:pt x="696418" y="1227730"/>
                  </a:lnTo>
                  <a:lnTo>
                    <a:pt x="696404" y="1227738"/>
                  </a:lnTo>
                  <a:lnTo>
                    <a:pt x="696379" y="1227744"/>
                  </a:lnTo>
                  <a:lnTo>
                    <a:pt x="696357" y="1227745"/>
                  </a:lnTo>
                  <a:lnTo>
                    <a:pt x="696338" y="1227743"/>
                  </a:lnTo>
                  <a:lnTo>
                    <a:pt x="696325" y="1227735"/>
                  </a:lnTo>
                  <a:lnTo>
                    <a:pt x="696307" y="1227714"/>
                  </a:lnTo>
                  <a:lnTo>
                    <a:pt x="696284" y="1227682"/>
                  </a:lnTo>
                  <a:lnTo>
                    <a:pt x="696272" y="1227664"/>
                  </a:lnTo>
                  <a:lnTo>
                    <a:pt x="696238" y="1227624"/>
                  </a:lnTo>
                  <a:lnTo>
                    <a:pt x="696205" y="1227579"/>
                  </a:lnTo>
                  <a:lnTo>
                    <a:pt x="696183" y="1227552"/>
                  </a:lnTo>
                  <a:lnTo>
                    <a:pt x="696160" y="1227527"/>
                  </a:lnTo>
                  <a:lnTo>
                    <a:pt x="696138" y="1227504"/>
                  </a:lnTo>
                  <a:lnTo>
                    <a:pt x="696105" y="1227445"/>
                  </a:lnTo>
                  <a:lnTo>
                    <a:pt x="696074" y="1227387"/>
                  </a:lnTo>
                  <a:lnTo>
                    <a:pt x="696061" y="1227346"/>
                  </a:lnTo>
                  <a:lnTo>
                    <a:pt x="696049" y="1227323"/>
                  </a:lnTo>
                  <a:lnTo>
                    <a:pt x="696045" y="1227307"/>
                  </a:lnTo>
                  <a:lnTo>
                    <a:pt x="696042" y="1227280"/>
                  </a:lnTo>
                  <a:lnTo>
                    <a:pt x="696034" y="1227258"/>
                  </a:lnTo>
                  <a:lnTo>
                    <a:pt x="696020" y="1227233"/>
                  </a:lnTo>
                  <a:lnTo>
                    <a:pt x="696014" y="1227228"/>
                  </a:lnTo>
                  <a:lnTo>
                    <a:pt x="696007" y="1227228"/>
                  </a:lnTo>
                  <a:lnTo>
                    <a:pt x="695999" y="1227233"/>
                  </a:lnTo>
                  <a:lnTo>
                    <a:pt x="695982" y="1227242"/>
                  </a:lnTo>
                  <a:lnTo>
                    <a:pt x="695947" y="1227252"/>
                  </a:lnTo>
                  <a:lnTo>
                    <a:pt x="695918" y="1227257"/>
                  </a:lnTo>
                  <a:lnTo>
                    <a:pt x="695889" y="1227267"/>
                  </a:lnTo>
                  <a:lnTo>
                    <a:pt x="695851" y="1227283"/>
                  </a:lnTo>
                  <a:lnTo>
                    <a:pt x="695828" y="1227297"/>
                  </a:lnTo>
                  <a:lnTo>
                    <a:pt x="695815" y="1227312"/>
                  </a:lnTo>
                  <a:lnTo>
                    <a:pt x="695807" y="1227341"/>
                  </a:lnTo>
                  <a:lnTo>
                    <a:pt x="695798" y="1227366"/>
                  </a:lnTo>
                  <a:lnTo>
                    <a:pt x="695798" y="1227383"/>
                  </a:lnTo>
                  <a:lnTo>
                    <a:pt x="695791" y="1227421"/>
                  </a:lnTo>
                  <a:lnTo>
                    <a:pt x="695772" y="1227493"/>
                  </a:lnTo>
                  <a:lnTo>
                    <a:pt x="695761" y="1227560"/>
                  </a:lnTo>
                  <a:lnTo>
                    <a:pt x="695753" y="1227609"/>
                  </a:lnTo>
                  <a:lnTo>
                    <a:pt x="695747" y="1227640"/>
                  </a:lnTo>
                  <a:lnTo>
                    <a:pt x="695737" y="1227682"/>
                  </a:lnTo>
                  <a:lnTo>
                    <a:pt x="695718" y="1227732"/>
                  </a:lnTo>
                  <a:lnTo>
                    <a:pt x="695710" y="1227764"/>
                  </a:lnTo>
                  <a:lnTo>
                    <a:pt x="695705" y="1227788"/>
                  </a:lnTo>
                  <a:lnTo>
                    <a:pt x="695690" y="1227823"/>
                  </a:lnTo>
                  <a:lnTo>
                    <a:pt x="695662" y="1227874"/>
                  </a:lnTo>
                  <a:lnTo>
                    <a:pt x="695657" y="1227903"/>
                  </a:lnTo>
                  <a:lnTo>
                    <a:pt x="695651" y="1227914"/>
                  </a:lnTo>
                  <a:lnTo>
                    <a:pt x="695639" y="1227930"/>
                  </a:lnTo>
                  <a:lnTo>
                    <a:pt x="695616" y="1227951"/>
                  </a:lnTo>
                  <a:lnTo>
                    <a:pt x="695598" y="1227961"/>
                  </a:lnTo>
                  <a:lnTo>
                    <a:pt x="695568" y="1227977"/>
                  </a:lnTo>
                  <a:lnTo>
                    <a:pt x="695560" y="1227984"/>
                  </a:lnTo>
                  <a:lnTo>
                    <a:pt x="695552" y="1227995"/>
                  </a:lnTo>
                  <a:lnTo>
                    <a:pt x="695548" y="1228016"/>
                  </a:lnTo>
                  <a:lnTo>
                    <a:pt x="695547" y="1228065"/>
                  </a:lnTo>
                  <a:lnTo>
                    <a:pt x="695543" y="1228083"/>
                  </a:lnTo>
                  <a:lnTo>
                    <a:pt x="695532" y="1228106"/>
                  </a:lnTo>
                  <a:lnTo>
                    <a:pt x="695527" y="1228125"/>
                  </a:lnTo>
                  <a:lnTo>
                    <a:pt x="695523" y="1228132"/>
                  </a:lnTo>
                  <a:lnTo>
                    <a:pt x="695519" y="1228137"/>
                  </a:lnTo>
                  <a:lnTo>
                    <a:pt x="695511" y="1228144"/>
                  </a:lnTo>
                  <a:lnTo>
                    <a:pt x="695502" y="1228149"/>
                  </a:lnTo>
                  <a:lnTo>
                    <a:pt x="695491" y="1228152"/>
                  </a:lnTo>
                  <a:lnTo>
                    <a:pt x="695470" y="1228156"/>
                  </a:lnTo>
                  <a:lnTo>
                    <a:pt x="695456" y="1228160"/>
                  </a:lnTo>
                  <a:lnTo>
                    <a:pt x="695430" y="1228165"/>
                  </a:lnTo>
                  <a:lnTo>
                    <a:pt x="695387" y="1228169"/>
                  </a:lnTo>
                  <a:lnTo>
                    <a:pt x="695364" y="1228173"/>
                  </a:lnTo>
                  <a:lnTo>
                    <a:pt x="695331" y="1228183"/>
                  </a:lnTo>
                  <a:lnTo>
                    <a:pt x="695295" y="1228188"/>
                  </a:lnTo>
                  <a:lnTo>
                    <a:pt x="695264" y="1228199"/>
                  </a:lnTo>
                  <a:lnTo>
                    <a:pt x="695211" y="1228209"/>
                  </a:lnTo>
                  <a:lnTo>
                    <a:pt x="695187" y="1228214"/>
                  </a:lnTo>
                  <a:lnTo>
                    <a:pt x="695161" y="1228216"/>
                  </a:lnTo>
                  <a:lnTo>
                    <a:pt x="695150" y="1228220"/>
                  </a:lnTo>
                  <a:lnTo>
                    <a:pt x="695137" y="1228230"/>
                  </a:lnTo>
                  <a:lnTo>
                    <a:pt x="695130" y="1228239"/>
                  </a:lnTo>
                  <a:lnTo>
                    <a:pt x="695127" y="1228249"/>
                  </a:lnTo>
                  <a:lnTo>
                    <a:pt x="695123" y="1228277"/>
                  </a:lnTo>
                  <a:lnTo>
                    <a:pt x="695117" y="1228288"/>
                  </a:lnTo>
                  <a:lnTo>
                    <a:pt x="695110" y="1228299"/>
                  </a:lnTo>
                  <a:lnTo>
                    <a:pt x="695088" y="1228310"/>
                  </a:lnTo>
                  <a:lnTo>
                    <a:pt x="695064" y="1228316"/>
                  </a:lnTo>
                  <a:lnTo>
                    <a:pt x="695037" y="1228327"/>
                  </a:lnTo>
                  <a:lnTo>
                    <a:pt x="695018" y="1228338"/>
                  </a:lnTo>
                  <a:lnTo>
                    <a:pt x="695008" y="1228348"/>
                  </a:lnTo>
                  <a:lnTo>
                    <a:pt x="694999" y="1228365"/>
                  </a:lnTo>
                  <a:lnTo>
                    <a:pt x="694978" y="1228401"/>
                  </a:lnTo>
                  <a:lnTo>
                    <a:pt x="694967" y="1228418"/>
                  </a:lnTo>
                  <a:lnTo>
                    <a:pt x="694945" y="1228436"/>
                  </a:lnTo>
                  <a:lnTo>
                    <a:pt x="694923" y="1228448"/>
                  </a:lnTo>
                  <a:lnTo>
                    <a:pt x="694912" y="1228453"/>
                  </a:lnTo>
                  <a:lnTo>
                    <a:pt x="694899" y="1228456"/>
                  </a:lnTo>
                  <a:lnTo>
                    <a:pt x="694880" y="1228452"/>
                  </a:lnTo>
                  <a:lnTo>
                    <a:pt x="694827" y="1228437"/>
                  </a:lnTo>
                  <a:lnTo>
                    <a:pt x="694779" y="1228420"/>
                  </a:lnTo>
                  <a:lnTo>
                    <a:pt x="694736" y="1228397"/>
                  </a:lnTo>
                  <a:lnTo>
                    <a:pt x="694721" y="1228393"/>
                  </a:lnTo>
                  <a:lnTo>
                    <a:pt x="694717" y="1228396"/>
                  </a:lnTo>
                  <a:lnTo>
                    <a:pt x="694730" y="1228415"/>
                  </a:lnTo>
                  <a:lnTo>
                    <a:pt x="694749" y="1228447"/>
                  </a:lnTo>
                  <a:lnTo>
                    <a:pt x="694769" y="1228485"/>
                  </a:lnTo>
                  <a:lnTo>
                    <a:pt x="694783" y="1228518"/>
                  </a:lnTo>
                  <a:lnTo>
                    <a:pt x="694813" y="1228583"/>
                  </a:lnTo>
                  <a:lnTo>
                    <a:pt x="694824" y="1228607"/>
                  </a:lnTo>
                  <a:lnTo>
                    <a:pt x="694842" y="1228628"/>
                  </a:lnTo>
                  <a:lnTo>
                    <a:pt x="694871" y="1228656"/>
                  </a:lnTo>
                  <a:lnTo>
                    <a:pt x="694895" y="1228682"/>
                  </a:lnTo>
                  <a:lnTo>
                    <a:pt x="694905" y="1228700"/>
                  </a:lnTo>
                  <a:lnTo>
                    <a:pt x="694912" y="1228726"/>
                  </a:lnTo>
                  <a:lnTo>
                    <a:pt x="694919" y="1228768"/>
                  </a:lnTo>
                  <a:lnTo>
                    <a:pt x="694933" y="1228800"/>
                  </a:lnTo>
                  <a:lnTo>
                    <a:pt x="694942" y="1228816"/>
                  </a:lnTo>
                  <a:lnTo>
                    <a:pt x="694957" y="1228837"/>
                  </a:lnTo>
                  <a:lnTo>
                    <a:pt x="694973" y="1228863"/>
                  </a:lnTo>
                  <a:lnTo>
                    <a:pt x="695009" y="1228924"/>
                  </a:lnTo>
                  <a:lnTo>
                    <a:pt x="695030" y="1228957"/>
                  </a:lnTo>
                  <a:lnTo>
                    <a:pt x="695051" y="1228983"/>
                  </a:lnTo>
                  <a:lnTo>
                    <a:pt x="695063" y="1228995"/>
                  </a:lnTo>
                  <a:lnTo>
                    <a:pt x="695082" y="1229006"/>
                  </a:lnTo>
                  <a:lnTo>
                    <a:pt x="695108" y="1229019"/>
                  </a:lnTo>
                  <a:lnTo>
                    <a:pt x="695132" y="1229024"/>
                  </a:lnTo>
                  <a:lnTo>
                    <a:pt x="695170" y="1229029"/>
                  </a:lnTo>
                  <a:lnTo>
                    <a:pt x="695202" y="1229033"/>
                  </a:lnTo>
                  <a:lnTo>
                    <a:pt x="695218" y="1229036"/>
                  </a:lnTo>
                  <a:lnTo>
                    <a:pt x="695237" y="1229040"/>
                  </a:lnTo>
                  <a:lnTo>
                    <a:pt x="695255" y="1229047"/>
                  </a:lnTo>
                  <a:lnTo>
                    <a:pt x="695275" y="1229060"/>
                  </a:lnTo>
                  <a:lnTo>
                    <a:pt x="695304" y="1229089"/>
                  </a:lnTo>
                  <a:lnTo>
                    <a:pt x="695323" y="1229115"/>
                  </a:lnTo>
                  <a:lnTo>
                    <a:pt x="695334" y="1229142"/>
                  </a:lnTo>
                  <a:lnTo>
                    <a:pt x="695347" y="1229186"/>
                  </a:lnTo>
                  <a:lnTo>
                    <a:pt x="695373" y="1229242"/>
                  </a:lnTo>
                  <a:lnTo>
                    <a:pt x="695380" y="1229266"/>
                  </a:lnTo>
                  <a:lnTo>
                    <a:pt x="695377" y="1229293"/>
                  </a:lnTo>
                  <a:lnTo>
                    <a:pt x="695375" y="1229312"/>
                  </a:lnTo>
                  <a:lnTo>
                    <a:pt x="695369" y="1229326"/>
                  </a:lnTo>
                  <a:lnTo>
                    <a:pt x="695353" y="1229342"/>
                  </a:lnTo>
                  <a:lnTo>
                    <a:pt x="695342" y="1229351"/>
                  </a:lnTo>
                  <a:lnTo>
                    <a:pt x="695322" y="1229360"/>
                  </a:lnTo>
                  <a:lnTo>
                    <a:pt x="695299" y="1229366"/>
                  </a:lnTo>
                  <a:lnTo>
                    <a:pt x="695257" y="1229374"/>
                  </a:lnTo>
                  <a:lnTo>
                    <a:pt x="695244" y="1229381"/>
                  </a:lnTo>
                  <a:lnTo>
                    <a:pt x="695232" y="1229397"/>
                  </a:lnTo>
                  <a:lnTo>
                    <a:pt x="695224" y="1229416"/>
                  </a:lnTo>
                  <a:lnTo>
                    <a:pt x="695218" y="1229459"/>
                  </a:lnTo>
                  <a:lnTo>
                    <a:pt x="695213" y="1229481"/>
                  </a:lnTo>
                  <a:lnTo>
                    <a:pt x="695207" y="1229504"/>
                  </a:lnTo>
                  <a:lnTo>
                    <a:pt x="695199" y="1229518"/>
                  </a:lnTo>
                  <a:lnTo>
                    <a:pt x="695184" y="1229542"/>
                  </a:lnTo>
                  <a:lnTo>
                    <a:pt x="695168" y="1229558"/>
                  </a:lnTo>
                  <a:lnTo>
                    <a:pt x="695148" y="1229570"/>
                  </a:lnTo>
                  <a:lnTo>
                    <a:pt x="695111" y="1229602"/>
                  </a:lnTo>
                  <a:lnTo>
                    <a:pt x="695093" y="1229618"/>
                  </a:lnTo>
                  <a:lnTo>
                    <a:pt x="695071" y="1229631"/>
                  </a:lnTo>
                  <a:lnTo>
                    <a:pt x="695047" y="1229648"/>
                  </a:lnTo>
                  <a:lnTo>
                    <a:pt x="695018" y="1229669"/>
                  </a:lnTo>
                  <a:lnTo>
                    <a:pt x="694992" y="1229697"/>
                  </a:lnTo>
                  <a:lnTo>
                    <a:pt x="694964" y="1229731"/>
                  </a:lnTo>
                  <a:lnTo>
                    <a:pt x="694943" y="1229763"/>
                  </a:lnTo>
                  <a:lnTo>
                    <a:pt x="694926" y="1229783"/>
                  </a:lnTo>
                  <a:lnTo>
                    <a:pt x="694901" y="1229806"/>
                  </a:lnTo>
                  <a:lnTo>
                    <a:pt x="694878" y="1229823"/>
                  </a:lnTo>
                  <a:lnTo>
                    <a:pt x="694853" y="1229837"/>
                  </a:lnTo>
                  <a:lnTo>
                    <a:pt x="694828" y="1229853"/>
                  </a:lnTo>
                  <a:lnTo>
                    <a:pt x="694815" y="1229864"/>
                  </a:lnTo>
                  <a:lnTo>
                    <a:pt x="694796" y="1229884"/>
                  </a:lnTo>
                  <a:lnTo>
                    <a:pt x="694778" y="1229920"/>
                  </a:lnTo>
                  <a:lnTo>
                    <a:pt x="694756" y="1229943"/>
                  </a:lnTo>
                  <a:lnTo>
                    <a:pt x="694738" y="1229963"/>
                  </a:lnTo>
                  <a:lnTo>
                    <a:pt x="694725" y="1229971"/>
                  </a:lnTo>
                  <a:lnTo>
                    <a:pt x="694707" y="1229980"/>
                  </a:lnTo>
                  <a:lnTo>
                    <a:pt x="694687" y="1229982"/>
                  </a:lnTo>
                  <a:lnTo>
                    <a:pt x="694663" y="1229978"/>
                  </a:lnTo>
                  <a:lnTo>
                    <a:pt x="694631" y="1229976"/>
                  </a:lnTo>
                  <a:lnTo>
                    <a:pt x="694598" y="1229973"/>
                  </a:lnTo>
                  <a:lnTo>
                    <a:pt x="694568" y="1229977"/>
                  </a:lnTo>
                  <a:lnTo>
                    <a:pt x="694549" y="1229983"/>
                  </a:lnTo>
                  <a:lnTo>
                    <a:pt x="694531" y="1229999"/>
                  </a:lnTo>
                  <a:lnTo>
                    <a:pt x="694510" y="1230026"/>
                  </a:lnTo>
                  <a:lnTo>
                    <a:pt x="694498" y="1230045"/>
                  </a:lnTo>
                  <a:lnTo>
                    <a:pt x="694460" y="1230078"/>
                  </a:lnTo>
                  <a:lnTo>
                    <a:pt x="694425" y="1230103"/>
                  </a:lnTo>
                  <a:lnTo>
                    <a:pt x="694394" y="1230123"/>
                  </a:lnTo>
                  <a:lnTo>
                    <a:pt x="694359" y="1230147"/>
                  </a:lnTo>
                  <a:lnTo>
                    <a:pt x="694322" y="1230169"/>
                  </a:lnTo>
                  <a:lnTo>
                    <a:pt x="694304" y="1230184"/>
                  </a:lnTo>
                  <a:lnTo>
                    <a:pt x="694281" y="1230213"/>
                  </a:lnTo>
                  <a:lnTo>
                    <a:pt x="694269" y="1230225"/>
                  </a:lnTo>
                  <a:lnTo>
                    <a:pt x="694263" y="1230227"/>
                  </a:lnTo>
                  <a:lnTo>
                    <a:pt x="694252" y="1230227"/>
                  </a:lnTo>
                  <a:lnTo>
                    <a:pt x="694234" y="1230224"/>
                  </a:lnTo>
                  <a:lnTo>
                    <a:pt x="694222" y="1230221"/>
                  </a:lnTo>
                  <a:lnTo>
                    <a:pt x="694199" y="1230210"/>
                  </a:lnTo>
                  <a:lnTo>
                    <a:pt x="694172" y="1230197"/>
                  </a:lnTo>
                  <a:lnTo>
                    <a:pt x="694143" y="1230181"/>
                  </a:lnTo>
                  <a:lnTo>
                    <a:pt x="694120" y="1230169"/>
                  </a:lnTo>
                  <a:lnTo>
                    <a:pt x="694098" y="1230150"/>
                  </a:lnTo>
                  <a:lnTo>
                    <a:pt x="694084" y="1230138"/>
                  </a:lnTo>
                  <a:lnTo>
                    <a:pt x="694072" y="1230124"/>
                  </a:lnTo>
                  <a:lnTo>
                    <a:pt x="694065" y="1230114"/>
                  </a:lnTo>
                  <a:lnTo>
                    <a:pt x="694053" y="1230100"/>
                  </a:lnTo>
                  <a:lnTo>
                    <a:pt x="694045" y="1230097"/>
                  </a:lnTo>
                  <a:lnTo>
                    <a:pt x="694029" y="1230094"/>
                  </a:lnTo>
                  <a:lnTo>
                    <a:pt x="693998" y="1230092"/>
                  </a:lnTo>
                  <a:lnTo>
                    <a:pt x="693958" y="1230089"/>
                  </a:lnTo>
                  <a:lnTo>
                    <a:pt x="693952" y="1230088"/>
                  </a:lnTo>
                  <a:lnTo>
                    <a:pt x="693931" y="1230072"/>
                  </a:lnTo>
                  <a:lnTo>
                    <a:pt x="693923" y="1230062"/>
                  </a:lnTo>
                  <a:lnTo>
                    <a:pt x="693897" y="1230039"/>
                  </a:lnTo>
                  <a:lnTo>
                    <a:pt x="693882" y="1230031"/>
                  </a:lnTo>
                  <a:lnTo>
                    <a:pt x="693872" y="1230031"/>
                  </a:lnTo>
                  <a:lnTo>
                    <a:pt x="693861" y="1230033"/>
                  </a:lnTo>
                  <a:lnTo>
                    <a:pt x="693844" y="1230050"/>
                  </a:lnTo>
                  <a:lnTo>
                    <a:pt x="693822" y="1230081"/>
                  </a:lnTo>
                  <a:lnTo>
                    <a:pt x="693809" y="1230111"/>
                  </a:lnTo>
                  <a:lnTo>
                    <a:pt x="693793" y="1230132"/>
                  </a:lnTo>
                  <a:lnTo>
                    <a:pt x="693776" y="1230151"/>
                  </a:lnTo>
                  <a:lnTo>
                    <a:pt x="693759" y="1230169"/>
                  </a:lnTo>
                  <a:lnTo>
                    <a:pt x="693732" y="1230190"/>
                  </a:lnTo>
                  <a:lnTo>
                    <a:pt x="693713" y="1230200"/>
                  </a:lnTo>
                  <a:lnTo>
                    <a:pt x="693697" y="1230205"/>
                  </a:lnTo>
                  <a:lnTo>
                    <a:pt x="693688" y="1230207"/>
                  </a:lnTo>
                  <a:lnTo>
                    <a:pt x="693678" y="1230206"/>
                  </a:lnTo>
                  <a:lnTo>
                    <a:pt x="693664" y="1230200"/>
                  </a:lnTo>
                  <a:lnTo>
                    <a:pt x="693649" y="1230192"/>
                  </a:lnTo>
                  <a:lnTo>
                    <a:pt x="693638" y="1230190"/>
                  </a:lnTo>
                  <a:lnTo>
                    <a:pt x="693623" y="1230191"/>
                  </a:lnTo>
                  <a:lnTo>
                    <a:pt x="693614" y="1230198"/>
                  </a:lnTo>
                  <a:lnTo>
                    <a:pt x="693600" y="1230217"/>
                  </a:lnTo>
                  <a:lnTo>
                    <a:pt x="693588" y="1230227"/>
                  </a:lnTo>
                  <a:lnTo>
                    <a:pt x="693573" y="1230237"/>
                  </a:lnTo>
                  <a:lnTo>
                    <a:pt x="693561" y="1230243"/>
                  </a:lnTo>
                  <a:lnTo>
                    <a:pt x="693545" y="1230244"/>
                  </a:lnTo>
                  <a:lnTo>
                    <a:pt x="693518" y="1230258"/>
                  </a:lnTo>
                  <a:lnTo>
                    <a:pt x="693489" y="1230272"/>
                  </a:lnTo>
                  <a:lnTo>
                    <a:pt x="693480" y="1230283"/>
                  </a:lnTo>
                  <a:lnTo>
                    <a:pt x="693464" y="1230302"/>
                  </a:lnTo>
                  <a:lnTo>
                    <a:pt x="693452" y="1230328"/>
                  </a:lnTo>
                  <a:lnTo>
                    <a:pt x="693433" y="1230355"/>
                  </a:lnTo>
                  <a:lnTo>
                    <a:pt x="693425" y="1230373"/>
                  </a:lnTo>
                  <a:lnTo>
                    <a:pt x="693420" y="1230391"/>
                  </a:lnTo>
                  <a:lnTo>
                    <a:pt x="693417" y="1230421"/>
                  </a:lnTo>
                  <a:lnTo>
                    <a:pt x="693411" y="1230450"/>
                  </a:lnTo>
                  <a:lnTo>
                    <a:pt x="693405" y="1230461"/>
                  </a:lnTo>
                  <a:lnTo>
                    <a:pt x="693391" y="1230471"/>
                  </a:lnTo>
                  <a:lnTo>
                    <a:pt x="693370" y="1230477"/>
                  </a:lnTo>
                  <a:lnTo>
                    <a:pt x="693334" y="1230482"/>
                  </a:lnTo>
                  <a:lnTo>
                    <a:pt x="693287" y="1230483"/>
                  </a:lnTo>
                  <a:lnTo>
                    <a:pt x="693271" y="1230486"/>
                  </a:lnTo>
                  <a:lnTo>
                    <a:pt x="693250" y="1230498"/>
                  </a:lnTo>
                  <a:lnTo>
                    <a:pt x="693237" y="1230509"/>
                  </a:lnTo>
                  <a:lnTo>
                    <a:pt x="693219" y="1230521"/>
                  </a:lnTo>
                  <a:lnTo>
                    <a:pt x="693194" y="1230541"/>
                  </a:lnTo>
                  <a:lnTo>
                    <a:pt x="693178" y="1230550"/>
                  </a:lnTo>
                  <a:lnTo>
                    <a:pt x="693166" y="1230556"/>
                  </a:lnTo>
                  <a:lnTo>
                    <a:pt x="693161" y="1230562"/>
                  </a:lnTo>
                  <a:lnTo>
                    <a:pt x="693158" y="1230569"/>
                  </a:lnTo>
                  <a:lnTo>
                    <a:pt x="693155" y="1230590"/>
                  </a:lnTo>
                  <a:lnTo>
                    <a:pt x="693149" y="1230607"/>
                  </a:lnTo>
                  <a:lnTo>
                    <a:pt x="693142" y="1230624"/>
                  </a:lnTo>
                  <a:lnTo>
                    <a:pt x="693132" y="1230653"/>
                  </a:lnTo>
                  <a:lnTo>
                    <a:pt x="693117" y="1230672"/>
                  </a:lnTo>
                  <a:lnTo>
                    <a:pt x="693091" y="1230712"/>
                  </a:lnTo>
                  <a:lnTo>
                    <a:pt x="693057" y="1230750"/>
                  </a:lnTo>
                  <a:lnTo>
                    <a:pt x="693034" y="1230775"/>
                  </a:lnTo>
                  <a:lnTo>
                    <a:pt x="693012" y="1230796"/>
                  </a:lnTo>
                  <a:lnTo>
                    <a:pt x="692990" y="1230807"/>
                  </a:lnTo>
                  <a:lnTo>
                    <a:pt x="692963" y="1230820"/>
                  </a:lnTo>
                  <a:lnTo>
                    <a:pt x="692938" y="1230838"/>
                  </a:lnTo>
                  <a:lnTo>
                    <a:pt x="692918" y="1230854"/>
                  </a:lnTo>
                  <a:lnTo>
                    <a:pt x="692895" y="1230869"/>
                  </a:lnTo>
                  <a:lnTo>
                    <a:pt x="692877" y="1230878"/>
                  </a:lnTo>
                  <a:lnTo>
                    <a:pt x="692853" y="1230881"/>
                  </a:lnTo>
                  <a:lnTo>
                    <a:pt x="692820" y="1230885"/>
                  </a:lnTo>
                  <a:lnTo>
                    <a:pt x="692801" y="1230893"/>
                  </a:lnTo>
                  <a:lnTo>
                    <a:pt x="692762" y="1230912"/>
                  </a:lnTo>
                  <a:lnTo>
                    <a:pt x="692735" y="1230931"/>
                  </a:lnTo>
                  <a:lnTo>
                    <a:pt x="692721" y="1230944"/>
                  </a:lnTo>
                  <a:lnTo>
                    <a:pt x="692710" y="1230957"/>
                  </a:lnTo>
                  <a:lnTo>
                    <a:pt x="692697" y="1230973"/>
                  </a:lnTo>
                  <a:lnTo>
                    <a:pt x="692690" y="1230974"/>
                  </a:lnTo>
                  <a:lnTo>
                    <a:pt x="692680" y="1230971"/>
                  </a:lnTo>
                  <a:lnTo>
                    <a:pt x="692678" y="1230966"/>
                  </a:lnTo>
                  <a:lnTo>
                    <a:pt x="692668" y="1230950"/>
                  </a:lnTo>
                  <a:lnTo>
                    <a:pt x="692657" y="1230937"/>
                  </a:lnTo>
                  <a:lnTo>
                    <a:pt x="692648" y="1230927"/>
                  </a:lnTo>
                  <a:lnTo>
                    <a:pt x="692625" y="1230917"/>
                  </a:lnTo>
                  <a:lnTo>
                    <a:pt x="692604" y="1230905"/>
                  </a:lnTo>
                  <a:lnTo>
                    <a:pt x="692586" y="1230893"/>
                  </a:lnTo>
                  <a:lnTo>
                    <a:pt x="692573" y="1230880"/>
                  </a:lnTo>
                  <a:lnTo>
                    <a:pt x="692566" y="1230869"/>
                  </a:lnTo>
                  <a:lnTo>
                    <a:pt x="692564" y="1230860"/>
                  </a:lnTo>
                  <a:lnTo>
                    <a:pt x="692560" y="1230840"/>
                  </a:lnTo>
                  <a:lnTo>
                    <a:pt x="692560" y="1230819"/>
                  </a:lnTo>
                  <a:lnTo>
                    <a:pt x="692557" y="1230807"/>
                  </a:lnTo>
                  <a:lnTo>
                    <a:pt x="692551" y="1230799"/>
                  </a:lnTo>
                  <a:lnTo>
                    <a:pt x="692543" y="1230791"/>
                  </a:lnTo>
                  <a:lnTo>
                    <a:pt x="692533" y="1230783"/>
                  </a:lnTo>
                  <a:lnTo>
                    <a:pt x="692513" y="1230769"/>
                  </a:lnTo>
                  <a:lnTo>
                    <a:pt x="692488" y="1230757"/>
                  </a:lnTo>
                  <a:lnTo>
                    <a:pt x="692468" y="1230743"/>
                  </a:lnTo>
                  <a:lnTo>
                    <a:pt x="692455" y="1230729"/>
                  </a:lnTo>
                  <a:lnTo>
                    <a:pt x="692444" y="1230714"/>
                  </a:lnTo>
                  <a:lnTo>
                    <a:pt x="692437" y="1230703"/>
                  </a:lnTo>
                  <a:lnTo>
                    <a:pt x="692428" y="1230692"/>
                  </a:lnTo>
                  <a:lnTo>
                    <a:pt x="692416" y="1230686"/>
                  </a:lnTo>
                  <a:lnTo>
                    <a:pt x="692403" y="1230682"/>
                  </a:lnTo>
                  <a:lnTo>
                    <a:pt x="692385" y="1230679"/>
                  </a:lnTo>
                  <a:lnTo>
                    <a:pt x="692354" y="1230677"/>
                  </a:lnTo>
                  <a:lnTo>
                    <a:pt x="692343" y="1230673"/>
                  </a:lnTo>
                  <a:lnTo>
                    <a:pt x="692317" y="1230663"/>
                  </a:lnTo>
                  <a:lnTo>
                    <a:pt x="692285" y="1230646"/>
                  </a:lnTo>
                  <a:lnTo>
                    <a:pt x="692260" y="1230633"/>
                  </a:lnTo>
                  <a:lnTo>
                    <a:pt x="692240" y="1230618"/>
                  </a:lnTo>
                  <a:lnTo>
                    <a:pt x="692218" y="1230608"/>
                  </a:lnTo>
                  <a:lnTo>
                    <a:pt x="692204" y="1230604"/>
                  </a:lnTo>
                  <a:lnTo>
                    <a:pt x="692185" y="1230601"/>
                  </a:lnTo>
                  <a:lnTo>
                    <a:pt x="692162" y="1230602"/>
                  </a:lnTo>
                  <a:lnTo>
                    <a:pt x="692134" y="1230608"/>
                  </a:lnTo>
                  <a:lnTo>
                    <a:pt x="692108" y="1230612"/>
                  </a:lnTo>
                  <a:lnTo>
                    <a:pt x="692094" y="1230611"/>
                  </a:lnTo>
                  <a:lnTo>
                    <a:pt x="692085" y="1230608"/>
                  </a:lnTo>
                  <a:lnTo>
                    <a:pt x="692074" y="1230601"/>
                  </a:lnTo>
                  <a:lnTo>
                    <a:pt x="692051" y="1230581"/>
                  </a:lnTo>
                  <a:lnTo>
                    <a:pt x="692023" y="1230552"/>
                  </a:lnTo>
                  <a:lnTo>
                    <a:pt x="692004" y="1230537"/>
                  </a:lnTo>
                  <a:lnTo>
                    <a:pt x="691988" y="1230529"/>
                  </a:lnTo>
                  <a:lnTo>
                    <a:pt x="691970" y="1230523"/>
                  </a:lnTo>
                  <a:lnTo>
                    <a:pt x="691947" y="1230515"/>
                  </a:lnTo>
                  <a:lnTo>
                    <a:pt x="691924" y="1230505"/>
                  </a:lnTo>
                  <a:lnTo>
                    <a:pt x="691904" y="1230501"/>
                  </a:lnTo>
                  <a:lnTo>
                    <a:pt x="691890" y="1230500"/>
                  </a:lnTo>
                  <a:lnTo>
                    <a:pt x="691876" y="1230501"/>
                  </a:lnTo>
                  <a:lnTo>
                    <a:pt x="691839" y="1230510"/>
                  </a:lnTo>
                  <a:lnTo>
                    <a:pt x="691798" y="1230519"/>
                  </a:lnTo>
                  <a:lnTo>
                    <a:pt x="691751" y="1230528"/>
                  </a:lnTo>
                  <a:lnTo>
                    <a:pt x="691740" y="1230527"/>
                  </a:lnTo>
                  <a:lnTo>
                    <a:pt x="691718" y="1230521"/>
                  </a:lnTo>
                  <a:lnTo>
                    <a:pt x="691690" y="1230513"/>
                  </a:lnTo>
                  <a:lnTo>
                    <a:pt x="691642" y="1230490"/>
                  </a:lnTo>
                  <a:lnTo>
                    <a:pt x="691615" y="1230476"/>
                  </a:lnTo>
                  <a:lnTo>
                    <a:pt x="691594" y="1230467"/>
                  </a:lnTo>
                  <a:lnTo>
                    <a:pt x="691578" y="1230464"/>
                  </a:lnTo>
                  <a:lnTo>
                    <a:pt x="691562" y="1230464"/>
                  </a:lnTo>
                  <a:lnTo>
                    <a:pt x="691534" y="1230469"/>
                  </a:lnTo>
                  <a:lnTo>
                    <a:pt x="691511" y="1230475"/>
                  </a:lnTo>
                  <a:lnTo>
                    <a:pt x="691489" y="1230477"/>
                  </a:lnTo>
                  <a:lnTo>
                    <a:pt x="691474" y="1230476"/>
                  </a:lnTo>
                  <a:lnTo>
                    <a:pt x="691466" y="1230473"/>
                  </a:lnTo>
                  <a:lnTo>
                    <a:pt x="691437" y="1230462"/>
                  </a:lnTo>
                  <a:lnTo>
                    <a:pt x="691403" y="1230452"/>
                  </a:lnTo>
                  <a:lnTo>
                    <a:pt x="691385" y="1230441"/>
                  </a:lnTo>
                  <a:lnTo>
                    <a:pt x="691364" y="1230425"/>
                  </a:lnTo>
                  <a:lnTo>
                    <a:pt x="691333" y="1230408"/>
                  </a:lnTo>
                  <a:lnTo>
                    <a:pt x="691287" y="1230396"/>
                  </a:lnTo>
                  <a:lnTo>
                    <a:pt x="691258" y="1230385"/>
                  </a:lnTo>
                  <a:lnTo>
                    <a:pt x="691230" y="1230379"/>
                  </a:lnTo>
                  <a:lnTo>
                    <a:pt x="691192" y="1230367"/>
                  </a:lnTo>
                  <a:lnTo>
                    <a:pt x="691147" y="1230355"/>
                  </a:lnTo>
                  <a:lnTo>
                    <a:pt x="691130" y="1230351"/>
                  </a:lnTo>
                  <a:lnTo>
                    <a:pt x="691114" y="1230348"/>
                  </a:lnTo>
                  <a:lnTo>
                    <a:pt x="691101" y="1230349"/>
                  </a:lnTo>
                  <a:lnTo>
                    <a:pt x="691086" y="1230351"/>
                  </a:lnTo>
                  <a:lnTo>
                    <a:pt x="691075" y="1230357"/>
                  </a:lnTo>
                  <a:lnTo>
                    <a:pt x="691046" y="1230380"/>
                  </a:lnTo>
                  <a:lnTo>
                    <a:pt x="691029" y="1230393"/>
                  </a:lnTo>
                  <a:lnTo>
                    <a:pt x="690999" y="1230404"/>
                  </a:lnTo>
                  <a:lnTo>
                    <a:pt x="690953" y="1230419"/>
                  </a:lnTo>
                  <a:lnTo>
                    <a:pt x="690931" y="1230430"/>
                  </a:lnTo>
                  <a:lnTo>
                    <a:pt x="690891" y="1230442"/>
                  </a:lnTo>
                  <a:lnTo>
                    <a:pt x="690862" y="1230452"/>
                  </a:lnTo>
                  <a:lnTo>
                    <a:pt x="690832" y="1230465"/>
                  </a:lnTo>
                  <a:lnTo>
                    <a:pt x="690802" y="1230474"/>
                  </a:lnTo>
                  <a:lnTo>
                    <a:pt x="690778" y="1230483"/>
                  </a:lnTo>
                  <a:lnTo>
                    <a:pt x="690767" y="1230490"/>
                  </a:lnTo>
                  <a:lnTo>
                    <a:pt x="690753" y="1230500"/>
                  </a:lnTo>
                  <a:lnTo>
                    <a:pt x="690743" y="1230516"/>
                  </a:lnTo>
                  <a:lnTo>
                    <a:pt x="690737" y="1230535"/>
                  </a:lnTo>
                  <a:lnTo>
                    <a:pt x="690733" y="1230554"/>
                  </a:lnTo>
                  <a:lnTo>
                    <a:pt x="690722" y="1230579"/>
                  </a:lnTo>
                  <a:lnTo>
                    <a:pt x="690712" y="1230594"/>
                  </a:lnTo>
                  <a:lnTo>
                    <a:pt x="690701" y="1230613"/>
                  </a:lnTo>
                  <a:lnTo>
                    <a:pt x="690698" y="1230628"/>
                  </a:lnTo>
                  <a:lnTo>
                    <a:pt x="690697" y="1230644"/>
                  </a:lnTo>
                  <a:lnTo>
                    <a:pt x="690695" y="1230665"/>
                  </a:lnTo>
                  <a:lnTo>
                    <a:pt x="690691" y="1230679"/>
                  </a:lnTo>
                  <a:lnTo>
                    <a:pt x="690682" y="1230689"/>
                  </a:lnTo>
                  <a:lnTo>
                    <a:pt x="690673" y="1230700"/>
                  </a:lnTo>
                  <a:lnTo>
                    <a:pt x="690657" y="1230715"/>
                  </a:lnTo>
                  <a:lnTo>
                    <a:pt x="690643" y="1230725"/>
                  </a:lnTo>
                  <a:lnTo>
                    <a:pt x="690629" y="1230737"/>
                  </a:lnTo>
                  <a:lnTo>
                    <a:pt x="690603" y="1230752"/>
                  </a:lnTo>
                  <a:lnTo>
                    <a:pt x="690579" y="1230767"/>
                  </a:lnTo>
                  <a:lnTo>
                    <a:pt x="690568" y="1230777"/>
                  </a:lnTo>
                  <a:lnTo>
                    <a:pt x="690552" y="1230799"/>
                  </a:lnTo>
                  <a:lnTo>
                    <a:pt x="690533" y="1230833"/>
                  </a:lnTo>
                  <a:lnTo>
                    <a:pt x="690520" y="1230866"/>
                  </a:lnTo>
                  <a:lnTo>
                    <a:pt x="690507" y="1230891"/>
                  </a:lnTo>
                  <a:lnTo>
                    <a:pt x="690491" y="1230911"/>
                  </a:lnTo>
                  <a:lnTo>
                    <a:pt x="690476" y="1230926"/>
                  </a:lnTo>
                  <a:lnTo>
                    <a:pt x="690463" y="1230942"/>
                  </a:lnTo>
                  <a:lnTo>
                    <a:pt x="690449" y="1230954"/>
                  </a:lnTo>
                  <a:lnTo>
                    <a:pt x="690435" y="1230965"/>
                  </a:lnTo>
                  <a:lnTo>
                    <a:pt x="690423" y="1230966"/>
                  </a:lnTo>
                  <a:lnTo>
                    <a:pt x="690413" y="1230965"/>
                  </a:lnTo>
                  <a:lnTo>
                    <a:pt x="690395" y="1230958"/>
                  </a:lnTo>
                  <a:lnTo>
                    <a:pt x="690352" y="1230945"/>
                  </a:lnTo>
                  <a:lnTo>
                    <a:pt x="690333" y="1230941"/>
                  </a:lnTo>
                  <a:lnTo>
                    <a:pt x="690322" y="1230943"/>
                  </a:lnTo>
                  <a:lnTo>
                    <a:pt x="690315" y="1230946"/>
                  </a:lnTo>
                  <a:lnTo>
                    <a:pt x="690301" y="1230955"/>
                  </a:lnTo>
                  <a:lnTo>
                    <a:pt x="690280" y="1230963"/>
                  </a:lnTo>
                  <a:lnTo>
                    <a:pt x="690242" y="1230980"/>
                  </a:lnTo>
                  <a:lnTo>
                    <a:pt x="690223" y="1230981"/>
                  </a:lnTo>
                  <a:lnTo>
                    <a:pt x="690209" y="1230979"/>
                  </a:lnTo>
                  <a:lnTo>
                    <a:pt x="690193" y="1230974"/>
                  </a:lnTo>
                  <a:lnTo>
                    <a:pt x="690164" y="1230957"/>
                  </a:lnTo>
                  <a:lnTo>
                    <a:pt x="690138" y="1230933"/>
                  </a:lnTo>
                  <a:lnTo>
                    <a:pt x="690117" y="1230919"/>
                  </a:lnTo>
                  <a:lnTo>
                    <a:pt x="690099" y="1230905"/>
                  </a:lnTo>
                  <a:lnTo>
                    <a:pt x="690089" y="1230903"/>
                  </a:lnTo>
                  <a:lnTo>
                    <a:pt x="690084" y="1230903"/>
                  </a:lnTo>
                  <a:lnTo>
                    <a:pt x="690080" y="1230908"/>
                  </a:lnTo>
                  <a:lnTo>
                    <a:pt x="690076" y="1230920"/>
                  </a:lnTo>
                  <a:lnTo>
                    <a:pt x="690074" y="1230954"/>
                  </a:lnTo>
                  <a:lnTo>
                    <a:pt x="690070" y="1231003"/>
                  </a:lnTo>
                  <a:lnTo>
                    <a:pt x="690065" y="1231029"/>
                  </a:lnTo>
                  <a:lnTo>
                    <a:pt x="690063" y="1231040"/>
                  </a:lnTo>
                  <a:lnTo>
                    <a:pt x="690053" y="1231053"/>
                  </a:lnTo>
                  <a:lnTo>
                    <a:pt x="690035" y="1231067"/>
                  </a:lnTo>
                  <a:lnTo>
                    <a:pt x="689995" y="1231090"/>
                  </a:lnTo>
                  <a:lnTo>
                    <a:pt x="689966" y="1231099"/>
                  </a:lnTo>
                  <a:lnTo>
                    <a:pt x="689953" y="1231100"/>
                  </a:lnTo>
                  <a:lnTo>
                    <a:pt x="689940" y="1231096"/>
                  </a:lnTo>
                  <a:lnTo>
                    <a:pt x="689913" y="1231091"/>
                  </a:lnTo>
                  <a:lnTo>
                    <a:pt x="689867" y="1231083"/>
                  </a:lnTo>
                  <a:lnTo>
                    <a:pt x="689846" y="1231072"/>
                  </a:lnTo>
                  <a:lnTo>
                    <a:pt x="689831" y="1231061"/>
                  </a:lnTo>
                  <a:lnTo>
                    <a:pt x="689805" y="1231038"/>
                  </a:lnTo>
                  <a:lnTo>
                    <a:pt x="689772" y="1231011"/>
                  </a:lnTo>
                  <a:lnTo>
                    <a:pt x="689744" y="1230995"/>
                  </a:lnTo>
                  <a:lnTo>
                    <a:pt x="689728" y="1230993"/>
                  </a:lnTo>
                  <a:lnTo>
                    <a:pt x="689708" y="1230996"/>
                  </a:lnTo>
                  <a:lnTo>
                    <a:pt x="689674" y="1231007"/>
                  </a:lnTo>
                  <a:lnTo>
                    <a:pt x="689660" y="1231008"/>
                  </a:lnTo>
                  <a:lnTo>
                    <a:pt x="689642" y="1231006"/>
                  </a:lnTo>
                  <a:lnTo>
                    <a:pt x="689602" y="1231004"/>
                  </a:lnTo>
                  <a:lnTo>
                    <a:pt x="689548" y="1230998"/>
                  </a:lnTo>
                  <a:lnTo>
                    <a:pt x="689522" y="1230996"/>
                  </a:lnTo>
                  <a:lnTo>
                    <a:pt x="689462" y="1230995"/>
                  </a:lnTo>
                  <a:lnTo>
                    <a:pt x="689421" y="1230995"/>
                  </a:lnTo>
                  <a:lnTo>
                    <a:pt x="689347" y="1230997"/>
                  </a:lnTo>
                  <a:lnTo>
                    <a:pt x="689321" y="1231002"/>
                  </a:lnTo>
                  <a:lnTo>
                    <a:pt x="689291" y="1231005"/>
                  </a:lnTo>
                  <a:lnTo>
                    <a:pt x="689258" y="1231006"/>
                  </a:lnTo>
                  <a:lnTo>
                    <a:pt x="689241" y="1231008"/>
                  </a:lnTo>
                  <a:lnTo>
                    <a:pt x="689178" y="1231014"/>
                  </a:lnTo>
                  <a:lnTo>
                    <a:pt x="689119" y="1231021"/>
                  </a:lnTo>
                  <a:lnTo>
                    <a:pt x="689083" y="1231026"/>
                  </a:lnTo>
                  <a:lnTo>
                    <a:pt x="689050" y="1231032"/>
                  </a:lnTo>
                  <a:lnTo>
                    <a:pt x="689017" y="1231045"/>
                  </a:lnTo>
                  <a:lnTo>
                    <a:pt x="688981" y="1231064"/>
                  </a:lnTo>
                  <a:lnTo>
                    <a:pt x="688948" y="1231083"/>
                  </a:lnTo>
                  <a:lnTo>
                    <a:pt x="688913" y="1231108"/>
                  </a:lnTo>
                  <a:lnTo>
                    <a:pt x="688861" y="1231152"/>
                  </a:lnTo>
                  <a:lnTo>
                    <a:pt x="688840" y="1231171"/>
                  </a:lnTo>
                  <a:lnTo>
                    <a:pt x="688833" y="1231181"/>
                  </a:lnTo>
                  <a:lnTo>
                    <a:pt x="688818" y="1231185"/>
                  </a:lnTo>
                  <a:lnTo>
                    <a:pt x="688760" y="1231199"/>
                  </a:lnTo>
                  <a:lnTo>
                    <a:pt x="688727" y="1231214"/>
                  </a:lnTo>
                  <a:lnTo>
                    <a:pt x="688687" y="1231236"/>
                  </a:lnTo>
                  <a:lnTo>
                    <a:pt x="688663" y="1231267"/>
                  </a:lnTo>
                  <a:lnTo>
                    <a:pt x="688647" y="1231273"/>
                  </a:lnTo>
                  <a:lnTo>
                    <a:pt x="688600" y="1231250"/>
                  </a:lnTo>
                  <a:lnTo>
                    <a:pt x="688547" y="1231224"/>
                  </a:lnTo>
                  <a:lnTo>
                    <a:pt x="688478" y="1231185"/>
                  </a:lnTo>
                  <a:lnTo>
                    <a:pt x="688471" y="1231181"/>
                  </a:lnTo>
                  <a:lnTo>
                    <a:pt x="688466" y="1231179"/>
                  </a:lnTo>
                  <a:lnTo>
                    <a:pt x="688449" y="1231177"/>
                  </a:lnTo>
                  <a:lnTo>
                    <a:pt x="688440" y="1231176"/>
                  </a:lnTo>
                  <a:lnTo>
                    <a:pt x="688432" y="1231176"/>
                  </a:lnTo>
                  <a:lnTo>
                    <a:pt x="688424" y="1231177"/>
                  </a:lnTo>
                  <a:lnTo>
                    <a:pt x="688417" y="1231181"/>
                  </a:lnTo>
                  <a:lnTo>
                    <a:pt x="688413" y="1231185"/>
                  </a:lnTo>
                  <a:lnTo>
                    <a:pt x="688390" y="1231208"/>
                  </a:lnTo>
                  <a:lnTo>
                    <a:pt x="688357" y="1231220"/>
                  </a:lnTo>
                  <a:lnTo>
                    <a:pt x="688314" y="1231226"/>
                  </a:lnTo>
                  <a:lnTo>
                    <a:pt x="688275" y="1231219"/>
                  </a:lnTo>
                  <a:lnTo>
                    <a:pt x="688207" y="1231199"/>
                  </a:lnTo>
                  <a:lnTo>
                    <a:pt x="688167" y="1231185"/>
                  </a:lnTo>
                  <a:lnTo>
                    <a:pt x="688156" y="1231181"/>
                  </a:lnTo>
                  <a:lnTo>
                    <a:pt x="688150" y="1231173"/>
                  </a:lnTo>
                  <a:lnTo>
                    <a:pt x="688133" y="1231153"/>
                  </a:lnTo>
                  <a:lnTo>
                    <a:pt x="688119" y="1231138"/>
                  </a:lnTo>
                  <a:lnTo>
                    <a:pt x="688101" y="1231127"/>
                  </a:lnTo>
                  <a:lnTo>
                    <a:pt x="688079" y="1231116"/>
                  </a:lnTo>
                  <a:lnTo>
                    <a:pt x="688045" y="1231108"/>
                  </a:lnTo>
                  <a:lnTo>
                    <a:pt x="688008" y="1231099"/>
                  </a:lnTo>
                  <a:lnTo>
                    <a:pt x="687983" y="1231095"/>
                  </a:lnTo>
                  <a:lnTo>
                    <a:pt x="687968" y="1231096"/>
                  </a:lnTo>
                  <a:lnTo>
                    <a:pt x="687946" y="1231098"/>
                  </a:lnTo>
                  <a:lnTo>
                    <a:pt x="687926" y="1231108"/>
                  </a:lnTo>
                  <a:lnTo>
                    <a:pt x="687904" y="1231123"/>
                  </a:lnTo>
                  <a:lnTo>
                    <a:pt x="687890" y="1231134"/>
                  </a:lnTo>
                  <a:lnTo>
                    <a:pt x="687859" y="1231149"/>
                  </a:lnTo>
                  <a:lnTo>
                    <a:pt x="687828" y="1231157"/>
                  </a:lnTo>
                  <a:lnTo>
                    <a:pt x="687798" y="1231170"/>
                  </a:lnTo>
                  <a:lnTo>
                    <a:pt x="687790" y="1231173"/>
                  </a:lnTo>
                  <a:lnTo>
                    <a:pt x="687767" y="1231181"/>
                  </a:lnTo>
                  <a:lnTo>
                    <a:pt x="687764" y="1231185"/>
                  </a:lnTo>
                  <a:lnTo>
                    <a:pt x="687754" y="1231198"/>
                  </a:lnTo>
                  <a:lnTo>
                    <a:pt x="687733" y="1231204"/>
                  </a:lnTo>
                  <a:lnTo>
                    <a:pt x="687670" y="1231214"/>
                  </a:lnTo>
                  <a:lnTo>
                    <a:pt x="687596" y="1231257"/>
                  </a:lnTo>
                  <a:lnTo>
                    <a:pt x="687584" y="1231272"/>
                  </a:lnTo>
                  <a:lnTo>
                    <a:pt x="687580" y="1231304"/>
                  </a:lnTo>
                  <a:lnTo>
                    <a:pt x="687600" y="1231349"/>
                  </a:lnTo>
                  <a:lnTo>
                    <a:pt x="687632" y="1231404"/>
                  </a:lnTo>
                  <a:lnTo>
                    <a:pt x="687630" y="1231456"/>
                  </a:lnTo>
                  <a:lnTo>
                    <a:pt x="687626" y="1231491"/>
                  </a:lnTo>
                  <a:lnTo>
                    <a:pt x="687589" y="1231494"/>
                  </a:lnTo>
                  <a:lnTo>
                    <a:pt x="687528" y="1231490"/>
                  </a:lnTo>
                  <a:lnTo>
                    <a:pt x="687486" y="1231492"/>
                  </a:lnTo>
                  <a:lnTo>
                    <a:pt x="687441" y="1231523"/>
                  </a:lnTo>
                  <a:lnTo>
                    <a:pt x="687422" y="1231549"/>
                  </a:lnTo>
                  <a:lnTo>
                    <a:pt x="687392" y="1231603"/>
                  </a:lnTo>
                  <a:lnTo>
                    <a:pt x="687391" y="1231633"/>
                  </a:lnTo>
                  <a:lnTo>
                    <a:pt x="687397" y="1231670"/>
                  </a:lnTo>
                  <a:lnTo>
                    <a:pt x="687429" y="1231735"/>
                  </a:lnTo>
                  <a:lnTo>
                    <a:pt x="687470" y="1231797"/>
                  </a:lnTo>
                  <a:lnTo>
                    <a:pt x="687474" y="1231840"/>
                  </a:lnTo>
                  <a:lnTo>
                    <a:pt x="687446" y="1231885"/>
                  </a:lnTo>
                  <a:lnTo>
                    <a:pt x="687405" y="1231929"/>
                  </a:lnTo>
                  <a:lnTo>
                    <a:pt x="687374" y="1231940"/>
                  </a:lnTo>
                  <a:lnTo>
                    <a:pt x="687344" y="1231932"/>
                  </a:lnTo>
                  <a:lnTo>
                    <a:pt x="687291" y="1231908"/>
                  </a:lnTo>
                  <a:lnTo>
                    <a:pt x="687261" y="1231913"/>
                  </a:lnTo>
                  <a:lnTo>
                    <a:pt x="687247" y="1231934"/>
                  </a:lnTo>
                  <a:lnTo>
                    <a:pt x="687239" y="1231974"/>
                  </a:lnTo>
                  <a:lnTo>
                    <a:pt x="687232" y="1232015"/>
                  </a:lnTo>
                  <a:lnTo>
                    <a:pt x="687201" y="1232100"/>
                  </a:lnTo>
                  <a:lnTo>
                    <a:pt x="687160" y="1232184"/>
                  </a:lnTo>
                  <a:lnTo>
                    <a:pt x="687147" y="1232225"/>
                  </a:lnTo>
                  <a:lnTo>
                    <a:pt x="687127" y="1232246"/>
                  </a:lnTo>
                  <a:lnTo>
                    <a:pt x="687058" y="1232304"/>
                  </a:lnTo>
                  <a:lnTo>
                    <a:pt x="686968" y="1232357"/>
                  </a:lnTo>
                  <a:lnTo>
                    <a:pt x="686909" y="1232406"/>
                  </a:lnTo>
                  <a:lnTo>
                    <a:pt x="686844" y="1232458"/>
                  </a:lnTo>
                  <a:lnTo>
                    <a:pt x="686771" y="1232517"/>
                  </a:lnTo>
                  <a:lnTo>
                    <a:pt x="686711" y="1232575"/>
                  </a:lnTo>
                  <a:lnTo>
                    <a:pt x="686676" y="1232632"/>
                  </a:lnTo>
                  <a:lnTo>
                    <a:pt x="686657" y="1232669"/>
                  </a:lnTo>
                  <a:lnTo>
                    <a:pt x="686631" y="1232749"/>
                  </a:lnTo>
                  <a:lnTo>
                    <a:pt x="686627" y="1232794"/>
                  </a:lnTo>
                  <a:lnTo>
                    <a:pt x="686638" y="1232848"/>
                  </a:lnTo>
                  <a:lnTo>
                    <a:pt x="686619" y="1232914"/>
                  </a:lnTo>
                  <a:lnTo>
                    <a:pt x="686602" y="1232945"/>
                  </a:lnTo>
                  <a:lnTo>
                    <a:pt x="686557" y="1233026"/>
                  </a:lnTo>
                  <a:lnTo>
                    <a:pt x="686496" y="1233063"/>
                  </a:lnTo>
                  <a:lnTo>
                    <a:pt x="686462" y="1233096"/>
                  </a:lnTo>
                  <a:lnTo>
                    <a:pt x="686423" y="1233128"/>
                  </a:lnTo>
                  <a:lnTo>
                    <a:pt x="686405" y="1233176"/>
                  </a:lnTo>
                  <a:lnTo>
                    <a:pt x="686384" y="1233248"/>
                  </a:lnTo>
                  <a:lnTo>
                    <a:pt x="686364" y="1233324"/>
                  </a:lnTo>
                  <a:lnTo>
                    <a:pt x="686330" y="1233381"/>
                  </a:lnTo>
                  <a:lnTo>
                    <a:pt x="686300" y="1233442"/>
                  </a:lnTo>
                  <a:lnTo>
                    <a:pt x="686284" y="1233463"/>
                  </a:lnTo>
                  <a:lnTo>
                    <a:pt x="686262" y="1233478"/>
                  </a:lnTo>
                  <a:lnTo>
                    <a:pt x="686218" y="1233478"/>
                  </a:lnTo>
                  <a:lnTo>
                    <a:pt x="686164" y="1233490"/>
                  </a:lnTo>
                  <a:lnTo>
                    <a:pt x="686125" y="1233487"/>
                  </a:lnTo>
                  <a:lnTo>
                    <a:pt x="686066" y="1233462"/>
                  </a:lnTo>
                  <a:lnTo>
                    <a:pt x="685948" y="1233422"/>
                  </a:lnTo>
                  <a:lnTo>
                    <a:pt x="685911" y="1233409"/>
                  </a:lnTo>
                  <a:lnTo>
                    <a:pt x="685840" y="1233403"/>
                  </a:lnTo>
                  <a:lnTo>
                    <a:pt x="685783" y="1233425"/>
                  </a:lnTo>
                  <a:lnTo>
                    <a:pt x="685731" y="1233459"/>
                  </a:lnTo>
                  <a:lnTo>
                    <a:pt x="685667" y="1233470"/>
                  </a:lnTo>
                  <a:lnTo>
                    <a:pt x="685631" y="1233488"/>
                  </a:lnTo>
                  <a:lnTo>
                    <a:pt x="685592" y="1233523"/>
                  </a:lnTo>
                  <a:lnTo>
                    <a:pt x="685556" y="1233540"/>
                  </a:lnTo>
                  <a:lnTo>
                    <a:pt x="685534" y="1233548"/>
                  </a:lnTo>
                  <a:lnTo>
                    <a:pt x="685539" y="1233586"/>
                  </a:lnTo>
                  <a:lnTo>
                    <a:pt x="685545" y="1233607"/>
                  </a:lnTo>
                  <a:lnTo>
                    <a:pt x="685520" y="1233631"/>
                  </a:lnTo>
                  <a:lnTo>
                    <a:pt x="685478" y="1233678"/>
                  </a:lnTo>
                  <a:lnTo>
                    <a:pt x="685468" y="1233715"/>
                  </a:lnTo>
                  <a:lnTo>
                    <a:pt x="685468" y="1233782"/>
                  </a:lnTo>
                  <a:lnTo>
                    <a:pt x="685482" y="1233834"/>
                  </a:lnTo>
                  <a:lnTo>
                    <a:pt x="685491" y="1233871"/>
                  </a:lnTo>
                  <a:lnTo>
                    <a:pt x="685509" y="1233949"/>
                  </a:lnTo>
                  <a:lnTo>
                    <a:pt x="685511" y="1233997"/>
                  </a:lnTo>
                  <a:lnTo>
                    <a:pt x="685513" y="1234040"/>
                  </a:lnTo>
                  <a:lnTo>
                    <a:pt x="685547" y="1234093"/>
                  </a:lnTo>
                  <a:lnTo>
                    <a:pt x="685566" y="1234118"/>
                  </a:lnTo>
                  <a:lnTo>
                    <a:pt x="685563" y="1234141"/>
                  </a:lnTo>
                  <a:lnTo>
                    <a:pt x="685549" y="1234170"/>
                  </a:lnTo>
                  <a:lnTo>
                    <a:pt x="685528" y="1234193"/>
                  </a:lnTo>
                  <a:lnTo>
                    <a:pt x="685500" y="1234205"/>
                  </a:lnTo>
                  <a:lnTo>
                    <a:pt x="685451" y="1234206"/>
                  </a:lnTo>
                  <a:lnTo>
                    <a:pt x="685369" y="1234230"/>
                  </a:lnTo>
                  <a:lnTo>
                    <a:pt x="685301" y="1234283"/>
                  </a:lnTo>
                  <a:lnTo>
                    <a:pt x="685268" y="1234325"/>
                  </a:lnTo>
                  <a:lnTo>
                    <a:pt x="685234" y="1234374"/>
                  </a:lnTo>
                  <a:lnTo>
                    <a:pt x="685213" y="1234431"/>
                  </a:lnTo>
                  <a:lnTo>
                    <a:pt x="685224" y="1234487"/>
                  </a:lnTo>
                  <a:lnTo>
                    <a:pt x="685222" y="1234513"/>
                  </a:lnTo>
                  <a:lnTo>
                    <a:pt x="685221" y="1234521"/>
                  </a:lnTo>
                  <a:lnTo>
                    <a:pt x="685210" y="1234546"/>
                  </a:lnTo>
                  <a:lnTo>
                    <a:pt x="685153" y="1234570"/>
                  </a:lnTo>
                  <a:lnTo>
                    <a:pt x="685116" y="1234590"/>
                  </a:lnTo>
                  <a:lnTo>
                    <a:pt x="685048" y="1234641"/>
                  </a:lnTo>
                  <a:lnTo>
                    <a:pt x="684992" y="1234689"/>
                  </a:lnTo>
                  <a:lnTo>
                    <a:pt x="684969" y="1234717"/>
                  </a:lnTo>
                  <a:lnTo>
                    <a:pt x="684944" y="1234764"/>
                  </a:lnTo>
                  <a:lnTo>
                    <a:pt x="684913" y="1234815"/>
                  </a:lnTo>
                  <a:lnTo>
                    <a:pt x="684858" y="1234862"/>
                  </a:lnTo>
                  <a:lnTo>
                    <a:pt x="684813" y="1234927"/>
                  </a:lnTo>
                  <a:lnTo>
                    <a:pt x="684809" y="1234968"/>
                  </a:lnTo>
                  <a:lnTo>
                    <a:pt x="684797" y="1235032"/>
                  </a:lnTo>
                  <a:lnTo>
                    <a:pt x="684801" y="1235081"/>
                  </a:lnTo>
                  <a:lnTo>
                    <a:pt x="684814" y="1235124"/>
                  </a:lnTo>
                  <a:lnTo>
                    <a:pt x="684804" y="1235132"/>
                  </a:lnTo>
                  <a:lnTo>
                    <a:pt x="684788" y="1235126"/>
                  </a:lnTo>
                  <a:lnTo>
                    <a:pt x="684758" y="1235093"/>
                  </a:lnTo>
                  <a:lnTo>
                    <a:pt x="684692" y="1235024"/>
                  </a:lnTo>
                  <a:lnTo>
                    <a:pt x="684656" y="1234966"/>
                  </a:lnTo>
                  <a:lnTo>
                    <a:pt x="684610" y="1234913"/>
                  </a:lnTo>
                  <a:lnTo>
                    <a:pt x="684565" y="1234871"/>
                  </a:lnTo>
                  <a:lnTo>
                    <a:pt x="684546" y="1234869"/>
                  </a:lnTo>
                  <a:lnTo>
                    <a:pt x="684497" y="1234892"/>
                  </a:lnTo>
                  <a:lnTo>
                    <a:pt x="684436" y="1234917"/>
                  </a:lnTo>
                  <a:lnTo>
                    <a:pt x="684403" y="1234900"/>
                  </a:lnTo>
                  <a:lnTo>
                    <a:pt x="684363" y="1234865"/>
                  </a:lnTo>
                  <a:lnTo>
                    <a:pt x="684315" y="1234860"/>
                  </a:lnTo>
                  <a:lnTo>
                    <a:pt x="684240" y="1234863"/>
                  </a:lnTo>
                  <a:lnTo>
                    <a:pt x="684180" y="1234884"/>
                  </a:lnTo>
                  <a:lnTo>
                    <a:pt x="684143" y="1234886"/>
                  </a:lnTo>
                  <a:lnTo>
                    <a:pt x="684113" y="1234871"/>
                  </a:lnTo>
                  <a:lnTo>
                    <a:pt x="684081" y="1234825"/>
                  </a:lnTo>
                  <a:lnTo>
                    <a:pt x="684024" y="1234767"/>
                  </a:lnTo>
                  <a:lnTo>
                    <a:pt x="683922" y="1234731"/>
                  </a:lnTo>
                  <a:lnTo>
                    <a:pt x="683818" y="1234695"/>
                  </a:lnTo>
                  <a:lnTo>
                    <a:pt x="683793" y="1234694"/>
                  </a:lnTo>
                  <a:lnTo>
                    <a:pt x="683762" y="1234716"/>
                  </a:lnTo>
                  <a:lnTo>
                    <a:pt x="683712" y="1234739"/>
                  </a:lnTo>
                  <a:lnTo>
                    <a:pt x="683688" y="1234774"/>
                  </a:lnTo>
                  <a:lnTo>
                    <a:pt x="683652" y="1234830"/>
                  </a:lnTo>
                  <a:lnTo>
                    <a:pt x="683603" y="1234871"/>
                  </a:lnTo>
                  <a:lnTo>
                    <a:pt x="683599" y="1234910"/>
                  </a:lnTo>
                  <a:lnTo>
                    <a:pt x="683584" y="1234964"/>
                  </a:lnTo>
                  <a:lnTo>
                    <a:pt x="683556" y="1234991"/>
                  </a:lnTo>
                  <a:lnTo>
                    <a:pt x="683537" y="1235031"/>
                  </a:lnTo>
                  <a:lnTo>
                    <a:pt x="683526" y="1235081"/>
                  </a:lnTo>
                  <a:lnTo>
                    <a:pt x="683539" y="1235113"/>
                  </a:lnTo>
                  <a:lnTo>
                    <a:pt x="683553" y="1235155"/>
                  </a:lnTo>
                  <a:lnTo>
                    <a:pt x="683546" y="1235242"/>
                  </a:lnTo>
                  <a:lnTo>
                    <a:pt x="683549" y="1235301"/>
                  </a:lnTo>
                  <a:lnTo>
                    <a:pt x="683544" y="1235358"/>
                  </a:lnTo>
                  <a:lnTo>
                    <a:pt x="683532" y="1235373"/>
                  </a:lnTo>
                  <a:lnTo>
                    <a:pt x="683485" y="1235397"/>
                  </a:lnTo>
                  <a:lnTo>
                    <a:pt x="683425" y="1235410"/>
                  </a:lnTo>
                  <a:lnTo>
                    <a:pt x="683385" y="1235425"/>
                  </a:lnTo>
                  <a:lnTo>
                    <a:pt x="683366" y="1235446"/>
                  </a:lnTo>
                  <a:lnTo>
                    <a:pt x="683334" y="1235481"/>
                  </a:lnTo>
                  <a:lnTo>
                    <a:pt x="683275" y="1235535"/>
                  </a:lnTo>
                  <a:lnTo>
                    <a:pt x="683256" y="1235555"/>
                  </a:lnTo>
                  <a:lnTo>
                    <a:pt x="683246" y="1235577"/>
                  </a:lnTo>
                  <a:lnTo>
                    <a:pt x="683231" y="1235603"/>
                  </a:lnTo>
                  <a:lnTo>
                    <a:pt x="683198" y="1235632"/>
                  </a:lnTo>
                  <a:lnTo>
                    <a:pt x="683175" y="1235650"/>
                  </a:lnTo>
                  <a:lnTo>
                    <a:pt x="683144" y="1235689"/>
                  </a:lnTo>
                  <a:lnTo>
                    <a:pt x="683136" y="1235721"/>
                  </a:lnTo>
                  <a:lnTo>
                    <a:pt x="683137" y="1235752"/>
                  </a:lnTo>
                  <a:lnTo>
                    <a:pt x="683138" y="1235792"/>
                  </a:lnTo>
                  <a:lnTo>
                    <a:pt x="683141" y="1235830"/>
                  </a:lnTo>
                  <a:lnTo>
                    <a:pt x="683143" y="1235859"/>
                  </a:lnTo>
                  <a:lnTo>
                    <a:pt x="683128" y="1235894"/>
                  </a:lnTo>
                  <a:lnTo>
                    <a:pt x="683112" y="1235917"/>
                  </a:lnTo>
                  <a:lnTo>
                    <a:pt x="683085" y="1235923"/>
                  </a:lnTo>
                  <a:lnTo>
                    <a:pt x="683061" y="1235926"/>
                  </a:lnTo>
                  <a:lnTo>
                    <a:pt x="683014" y="1235926"/>
                  </a:lnTo>
                  <a:lnTo>
                    <a:pt x="682978" y="1235930"/>
                  </a:lnTo>
                  <a:lnTo>
                    <a:pt x="682954" y="1235940"/>
                  </a:lnTo>
                  <a:lnTo>
                    <a:pt x="682915" y="1235964"/>
                  </a:lnTo>
                  <a:lnTo>
                    <a:pt x="682872" y="1236014"/>
                  </a:lnTo>
                  <a:lnTo>
                    <a:pt x="682833" y="1236077"/>
                  </a:lnTo>
                  <a:lnTo>
                    <a:pt x="682799" y="1236130"/>
                  </a:lnTo>
                  <a:lnTo>
                    <a:pt x="682715" y="1236203"/>
                  </a:lnTo>
                  <a:lnTo>
                    <a:pt x="682683" y="1236223"/>
                  </a:lnTo>
                  <a:lnTo>
                    <a:pt x="682651" y="1236235"/>
                  </a:lnTo>
                  <a:lnTo>
                    <a:pt x="682595" y="1236227"/>
                  </a:lnTo>
                  <a:lnTo>
                    <a:pt x="682554" y="1236229"/>
                  </a:lnTo>
                  <a:lnTo>
                    <a:pt x="682520" y="1236242"/>
                  </a:lnTo>
                  <a:lnTo>
                    <a:pt x="682514" y="1236248"/>
                  </a:lnTo>
                  <a:lnTo>
                    <a:pt x="682509" y="1236253"/>
                  </a:lnTo>
                  <a:lnTo>
                    <a:pt x="682513" y="1236265"/>
                  </a:lnTo>
                  <a:lnTo>
                    <a:pt x="682526" y="1236278"/>
                  </a:lnTo>
                  <a:lnTo>
                    <a:pt x="682546" y="1236293"/>
                  </a:lnTo>
                  <a:lnTo>
                    <a:pt x="682567" y="1236322"/>
                  </a:lnTo>
                  <a:lnTo>
                    <a:pt x="682579" y="1236344"/>
                  </a:lnTo>
                  <a:lnTo>
                    <a:pt x="682593" y="1236401"/>
                  </a:lnTo>
                  <a:lnTo>
                    <a:pt x="682593" y="1236425"/>
                  </a:lnTo>
                  <a:lnTo>
                    <a:pt x="682586" y="1236451"/>
                  </a:lnTo>
                  <a:lnTo>
                    <a:pt x="682568" y="1236497"/>
                  </a:lnTo>
                  <a:lnTo>
                    <a:pt x="682543" y="1236537"/>
                  </a:lnTo>
                  <a:lnTo>
                    <a:pt x="682486" y="1236600"/>
                  </a:lnTo>
                  <a:lnTo>
                    <a:pt x="682453" y="1236632"/>
                  </a:lnTo>
                  <a:lnTo>
                    <a:pt x="682395" y="1236691"/>
                  </a:lnTo>
                  <a:lnTo>
                    <a:pt x="682360" y="1236732"/>
                  </a:lnTo>
                  <a:lnTo>
                    <a:pt x="682310" y="1236776"/>
                  </a:lnTo>
                  <a:lnTo>
                    <a:pt x="682246" y="1236818"/>
                  </a:lnTo>
                  <a:lnTo>
                    <a:pt x="682224" y="1236850"/>
                  </a:lnTo>
                  <a:lnTo>
                    <a:pt x="682211" y="1236896"/>
                  </a:lnTo>
                  <a:lnTo>
                    <a:pt x="682207" y="1236936"/>
                  </a:lnTo>
                  <a:lnTo>
                    <a:pt x="682212" y="1236968"/>
                  </a:lnTo>
                  <a:lnTo>
                    <a:pt x="682220" y="1237019"/>
                  </a:lnTo>
                  <a:lnTo>
                    <a:pt x="682231" y="1237065"/>
                  </a:lnTo>
                  <a:lnTo>
                    <a:pt x="682252" y="1237107"/>
                  </a:lnTo>
                  <a:lnTo>
                    <a:pt x="682270" y="1237140"/>
                  </a:lnTo>
                  <a:lnTo>
                    <a:pt x="682272" y="1237151"/>
                  </a:lnTo>
                  <a:lnTo>
                    <a:pt x="682251" y="1237145"/>
                  </a:lnTo>
                  <a:lnTo>
                    <a:pt x="682225" y="1237130"/>
                  </a:lnTo>
                  <a:lnTo>
                    <a:pt x="682189" y="1237124"/>
                  </a:lnTo>
                  <a:lnTo>
                    <a:pt x="682155" y="1237130"/>
                  </a:lnTo>
                  <a:lnTo>
                    <a:pt x="682103" y="1237155"/>
                  </a:lnTo>
                  <a:lnTo>
                    <a:pt x="682046" y="1237176"/>
                  </a:lnTo>
                  <a:lnTo>
                    <a:pt x="681999" y="1237185"/>
                  </a:lnTo>
                  <a:lnTo>
                    <a:pt x="681944" y="1237203"/>
                  </a:lnTo>
                  <a:lnTo>
                    <a:pt x="681917" y="1237248"/>
                  </a:lnTo>
                  <a:lnTo>
                    <a:pt x="681880" y="1237301"/>
                  </a:lnTo>
                  <a:lnTo>
                    <a:pt x="681867" y="1237341"/>
                  </a:lnTo>
                  <a:lnTo>
                    <a:pt x="681846" y="1237376"/>
                  </a:lnTo>
                  <a:lnTo>
                    <a:pt x="681833" y="1237422"/>
                  </a:lnTo>
                  <a:lnTo>
                    <a:pt x="681822" y="1237452"/>
                  </a:lnTo>
                  <a:lnTo>
                    <a:pt x="681804" y="1237462"/>
                  </a:lnTo>
                  <a:lnTo>
                    <a:pt x="681763" y="1237483"/>
                  </a:lnTo>
                  <a:lnTo>
                    <a:pt x="681675" y="1237510"/>
                  </a:lnTo>
                  <a:lnTo>
                    <a:pt x="681650" y="1237526"/>
                  </a:lnTo>
                  <a:lnTo>
                    <a:pt x="681632" y="1237553"/>
                  </a:lnTo>
                  <a:lnTo>
                    <a:pt x="681610" y="1237603"/>
                  </a:lnTo>
                  <a:lnTo>
                    <a:pt x="681599" y="1237647"/>
                  </a:lnTo>
                  <a:lnTo>
                    <a:pt x="681601" y="1237667"/>
                  </a:lnTo>
                  <a:lnTo>
                    <a:pt x="681630" y="1237695"/>
                  </a:lnTo>
                  <a:lnTo>
                    <a:pt x="681661" y="1237705"/>
                  </a:lnTo>
                  <a:lnTo>
                    <a:pt x="681721" y="1237720"/>
                  </a:lnTo>
                  <a:lnTo>
                    <a:pt x="681757" y="1237735"/>
                  </a:lnTo>
                  <a:lnTo>
                    <a:pt x="681777" y="1237757"/>
                  </a:lnTo>
                  <a:lnTo>
                    <a:pt x="681784" y="1237791"/>
                  </a:lnTo>
                  <a:lnTo>
                    <a:pt x="681784" y="1237824"/>
                  </a:lnTo>
                  <a:lnTo>
                    <a:pt x="681792" y="1237845"/>
                  </a:lnTo>
                  <a:lnTo>
                    <a:pt x="681826" y="1237908"/>
                  </a:lnTo>
                  <a:lnTo>
                    <a:pt x="681854" y="1237953"/>
                  </a:lnTo>
                  <a:lnTo>
                    <a:pt x="681878" y="1237983"/>
                  </a:lnTo>
                  <a:lnTo>
                    <a:pt x="681908" y="1237992"/>
                  </a:lnTo>
                  <a:lnTo>
                    <a:pt x="681954" y="1237996"/>
                  </a:lnTo>
                  <a:lnTo>
                    <a:pt x="681983" y="1238008"/>
                  </a:lnTo>
                  <a:lnTo>
                    <a:pt x="681993" y="1238024"/>
                  </a:lnTo>
                  <a:lnTo>
                    <a:pt x="682005" y="1238050"/>
                  </a:lnTo>
                  <a:lnTo>
                    <a:pt x="682037" y="1238084"/>
                  </a:lnTo>
                  <a:lnTo>
                    <a:pt x="682047" y="1238100"/>
                  </a:lnTo>
                  <a:lnTo>
                    <a:pt x="682063" y="1238142"/>
                  </a:lnTo>
                  <a:lnTo>
                    <a:pt x="682075" y="1238175"/>
                  </a:lnTo>
                  <a:lnTo>
                    <a:pt x="682076" y="1238195"/>
                  </a:lnTo>
                  <a:lnTo>
                    <a:pt x="682054" y="1238217"/>
                  </a:lnTo>
                  <a:lnTo>
                    <a:pt x="682027" y="1238249"/>
                  </a:lnTo>
                  <a:lnTo>
                    <a:pt x="682010" y="1238296"/>
                  </a:lnTo>
                  <a:lnTo>
                    <a:pt x="682003" y="1238346"/>
                  </a:lnTo>
                  <a:lnTo>
                    <a:pt x="682005" y="1238389"/>
                  </a:lnTo>
                  <a:lnTo>
                    <a:pt x="681995" y="1238461"/>
                  </a:lnTo>
                  <a:lnTo>
                    <a:pt x="681986" y="1238514"/>
                  </a:lnTo>
                  <a:lnTo>
                    <a:pt x="681973" y="1238542"/>
                  </a:lnTo>
                  <a:lnTo>
                    <a:pt x="681937" y="1238580"/>
                  </a:lnTo>
                  <a:lnTo>
                    <a:pt x="681881" y="1238605"/>
                  </a:lnTo>
                  <a:lnTo>
                    <a:pt x="681774" y="1238646"/>
                  </a:lnTo>
                  <a:lnTo>
                    <a:pt x="681725" y="1238664"/>
                  </a:lnTo>
                  <a:lnTo>
                    <a:pt x="681656" y="1238693"/>
                  </a:lnTo>
                  <a:lnTo>
                    <a:pt x="681588" y="1238725"/>
                  </a:lnTo>
                  <a:lnTo>
                    <a:pt x="681527" y="1238748"/>
                  </a:lnTo>
                  <a:lnTo>
                    <a:pt x="681490" y="1238768"/>
                  </a:lnTo>
                  <a:lnTo>
                    <a:pt x="681422" y="1238791"/>
                  </a:lnTo>
                  <a:lnTo>
                    <a:pt x="681361" y="1238811"/>
                  </a:lnTo>
                  <a:lnTo>
                    <a:pt x="681316" y="1238845"/>
                  </a:lnTo>
                  <a:lnTo>
                    <a:pt x="681284" y="1238878"/>
                  </a:lnTo>
                  <a:lnTo>
                    <a:pt x="681250" y="1238913"/>
                  </a:lnTo>
                  <a:lnTo>
                    <a:pt x="681236" y="1238927"/>
                  </a:lnTo>
                  <a:lnTo>
                    <a:pt x="681250" y="1238943"/>
                  </a:lnTo>
                  <a:lnTo>
                    <a:pt x="681278" y="1238976"/>
                  </a:lnTo>
                  <a:lnTo>
                    <a:pt x="681291" y="1239003"/>
                  </a:lnTo>
                  <a:lnTo>
                    <a:pt x="681301" y="1239024"/>
                  </a:lnTo>
                  <a:lnTo>
                    <a:pt x="681308" y="1239082"/>
                  </a:lnTo>
                  <a:lnTo>
                    <a:pt x="681307" y="1239122"/>
                  </a:lnTo>
                  <a:lnTo>
                    <a:pt x="681302" y="1239162"/>
                  </a:lnTo>
                  <a:lnTo>
                    <a:pt x="681299" y="1239216"/>
                  </a:lnTo>
                  <a:lnTo>
                    <a:pt x="681299" y="1239254"/>
                  </a:lnTo>
                  <a:lnTo>
                    <a:pt x="681298" y="1239264"/>
                  </a:lnTo>
                  <a:lnTo>
                    <a:pt x="681296" y="1239274"/>
                  </a:lnTo>
                  <a:lnTo>
                    <a:pt x="681295" y="1239300"/>
                  </a:lnTo>
                  <a:lnTo>
                    <a:pt x="681308" y="1239333"/>
                  </a:lnTo>
                  <a:lnTo>
                    <a:pt x="681323" y="1239361"/>
                  </a:lnTo>
                  <a:lnTo>
                    <a:pt x="681337" y="1239380"/>
                  </a:lnTo>
                  <a:lnTo>
                    <a:pt x="681343" y="1239393"/>
                  </a:lnTo>
                  <a:lnTo>
                    <a:pt x="681349" y="1239407"/>
                  </a:lnTo>
                  <a:lnTo>
                    <a:pt x="681351" y="1239414"/>
                  </a:lnTo>
                  <a:lnTo>
                    <a:pt x="681350" y="1239427"/>
                  </a:lnTo>
                  <a:lnTo>
                    <a:pt x="681335" y="1239441"/>
                  </a:lnTo>
                  <a:lnTo>
                    <a:pt x="681321" y="1239449"/>
                  </a:lnTo>
                  <a:lnTo>
                    <a:pt x="681303" y="1239463"/>
                  </a:lnTo>
                  <a:lnTo>
                    <a:pt x="681278" y="1239496"/>
                  </a:lnTo>
                  <a:lnTo>
                    <a:pt x="681270" y="1239513"/>
                  </a:lnTo>
                  <a:lnTo>
                    <a:pt x="681264" y="1239531"/>
                  </a:lnTo>
                  <a:lnTo>
                    <a:pt x="681263" y="1239549"/>
                  </a:lnTo>
                  <a:lnTo>
                    <a:pt x="681264" y="1239569"/>
                  </a:lnTo>
                  <a:lnTo>
                    <a:pt x="681271" y="1239581"/>
                  </a:lnTo>
                  <a:lnTo>
                    <a:pt x="681273" y="1239599"/>
                  </a:lnTo>
                  <a:lnTo>
                    <a:pt x="681271" y="1239616"/>
                  </a:lnTo>
                  <a:lnTo>
                    <a:pt x="681265" y="1239630"/>
                  </a:lnTo>
                  <a:lnTo>
                    <a:pt x="681261" y="1239642"/>
                  </a:lnTo>
                  <a:lnTo>
                    <a:pt x="681259" y="1239659"/>
                  </a:lnTo>
                  <a:lnTo>
                    <a:pt x="681259" y="1239693"/>
                  </a:lnTo>
                  <a:lnTo>
                    <a:pt x="681258" y="1239719"/>
                  </a:lnTo>
                  <a:lnTo>
                    <a:pt x="681257" y="1239731"/>
                  </a:lnTo>
                  <a:lnTo>
                    <a:pt x="681250" y="1239743"/>
                  </a:lnTo>
                  <a:lnTo>
                    <a:pt x="681236" y="1239748"/>
                  </a:lnTo>
                  <a:lnTo>
                    <a:pt x="681209" y="1239767"/>
                  </a:lnTo>
                  <a:lnTo>
                    <a:pt x="681195" y="1239792"/>
                  </a:lnTo>
                  <a:lnTo>
                    <a:pt x="681193" y="1239805"/>
                  </a:lnTo>
                  <a:lnTo>
                    <a:pt x="681194" y="1239819"/>
                  </a:lnTo>
                  <a:lnTo>
                    <a:pt x="681199" y="1239847"/>
                  </a:lnTo>
                  <a:lnTo>
                    <a:pt x="681212" y="1239872"/>
                  </a:lnTo>
                  <a:lnTo>
                    <a:pt x="681225" y="1239908"/>
                  </a:lnTo>
                  <a:lnTo>
                    <a:pt x="681230" y="1239924"/>
                  </a:lnTo>
                  <a:lnTo>
                    <a:pt x="681233" y="1239939"/>
                  </a:lnTo>
                  <a:lnTo>
                    <a:pt x="681232" y="1239950"/>
                  </a:lnTo>
                  <a:lnTo>
                    <a:pt x="681224" y="1239957"/>
                  </a:lnTo>
                  <a:lnTo>
                    <a:pt x="681207" y="1239961"/>
                  </a:lnTo>
                  <a:lnTo>
                    <a:pt x="681182" y="1239966"/>
                  </a:lnTo>
                  <a:lnTo>
                    <a:pt x="681164" y="1239989"/>
                  </a:lnTo>
                  <a:lnTo>
                    <a:pt x="681158" y="1240007"/>
                  </a:lnTo>
                  <a:lnTo>
                    <a:pt x="681159" y="1240020"/>
                  </a:lnTo>
                  <a:lnTo>
                    <a:pt x="681164" y="1240029"/>
                  </a:lnTo>
                  <a:lnTo>
                    <a:pt x="681171" y="1240049"/>
                  </a:lnTo>
                  <a:lnTo>
                    <a:pt x="681186" y="1240085"/>
                  </a:lnTo>
                  <a:lnTo>
                    <a:pt x="681202" y="1240131"/>
                  </a:lnTo>
                  <a:lnTo>
                    <a:pt x="681221" y="1240177"/>
                  </a:lnTo>
                  <a:lnTo>
                    <a:pt x="681236" y="1240216"/>
                  </a:lnTo>
                  <a:lnTo>
                    <a:pt x="681242" y="1240253"/>
                  </a:lnTo>
                  <a:lnTo>
                    <a:pt x="681244" y="1240285"/>
                  </a:lnTo>
                  <a:lnTo>
                    <a:pt x="681250" y="1240304"/>
                  </a:lnTo>
                  <a:lnTo>
                    <a:pt x="681260" y="1240332"/>
                  </a:lnTo>
                  <a:lnTo>
                    <a:pt x="681260" y="1240372"/>
                  </a:lnTo>
                  <a:lnTo>
                    <a:pt x="681255" y="1240391"/>
                  </a:lnTo>
                  <a:lnTo>
                    <a:pt x="681236" y="1240432"/>
                  </a:lnTo>
                  <a:lnTo>
                    <a:pt x="681220" y="1240463"/>
                  </a:lnTo>
                  <a:lnTo>
                    <a:pt x="681181" y="1240525"/>
                  </a:lnTo>
                  <a:lnTo>
                    <a:pt x="681121" y="1240579"/>
                  </a:lnTo>
                  <a:lnTo>
                    <a:pt x="681088" y="1240606"/>
                  </a:lnTo>
                  <a:lnTo>
                    <a:pt x="681058" y="1240640"/>
                  </a:lnTo>
                  <a:lnTo>
                    <a:pt x="681033" y="1240664"/>
                  </a:lnTo>
                  <a:lnTo>
                    <a:pt x="681007" y="1240698"/>
                  </a:lnTo>
                  <a:lnTo>
                    <a:pt x="680997" y="1240721"/>
                  </a:lnTo>
                  <a:lnTo>
                    <a:pt x="680984" y="1240760"/>
                  </a:lnTo>
                  <a:lnTo>
                    <a:pt x="680969" y="1240792"/>
                  </a:lnTo>
                  <a:lnTo>
                    <a:pt x="680939" y="1240833"/>
                  </a:lnTo>
                  <a:lnTo>
                    <a:pt x="680907" y="1240865"/>
                  </a:lnTo>
                  <a:lnTo>
                    <a:pt x="680878" y="1240888"/>
                  </a:lnTo>
                  <a:lnTo>
                    <a:pt x="680834" y="1240917"/>
                  </a:lnTo>
                  <a:lnTo>
                    <a:pt x="680769" y="1240957"/>
                  </a:lnTo>
                  <a:lnTo>
                    <a:pt x="680731" y="1240974"/>
                  </a:lnTo>
                  <a:lnTo>
                    <a:pt x="680690" y="1240992"/>
                  </a:lnTo>
                  <a:lnTo>
                    <a:pt x="680680" y="1241001"/>
                  </a:lnTo>
                  <a:lnTo>
                    <a:pt x="680678" y="1241009"/>
                  </a:lnTo>
                  <a:lnTo>
                    <a:pt x="680679" y="1241028"/>
                  </a:lnTo>
                  <a:lnTo>
                    <a:pt x="680684" y="1241045"/>
                  </a:lnTo>
                  <a:lnTo>
                    <a:pt x="680704" y="1241104"/>
                  </a:lnTo>
                  <a:lnTo>
                    <a:pt x="680709" y="1241115"/>
                  </a:lnTo>
                  <a:lnTo>
                    <a:pt x="680716" y="1241133"/>
                  </a:lnTo>
                  <a:lnTo>
                    <a:pt x="680716" y="1241144"/>
                  </a:lnTo>
                  <a:lnTo>
                    <a:pt x="680716" y="1241161"/>
                  </a:lnTo>
                  <a:lnTo>
                    <a:pt x="680712" y="1241178"/>
                  </a:lnTo>
                  <a:lnTo>
                    <a:pt x="680703" y="1241191"/>
                  </a:lnTo>
                  <a:lnTo>
                    <a:pt x="680698" y="1241221"/>
                  </a:lnTo>
                  <a:lnTo>
                    <a:pt x="680697" y="1241265"/>
                  </a:lnTo>
                  <a:lnTo>
                    <a:pt x="680693" y="1241293"/>
                  </a:lnTo>
                  <a:lnTo>
                    <a:pt x="680681" y="1241328"/>
                  </a:lnTo>
                  <a:lnTo>
                    <a:pt x="680677" y="1241379"/>
                  </a:lnTo>
                  <a:lnTo>
                    <a:pt x="680683" y="1241409"/>
                  </a:lnTo>
                  <a:lnTo>
                    <a:pt x="680690" y="1241439"/>
                  </a:lnTo>
                  <a:lnTo>
                    <a:pt x="680696" y="1241467"/>
                  </a:lnTo>
                  <a:lnTo>
                    <a:pt x="680699" y="1241477"/>
                  </a:lnTo>
                  <a:lnTo>
                    <a:pt x="680700" y="1241484"/>
                  </a:lnTo>
                  <a:lnTo>
                    <a:pt x="680700" y="1241490"/>
                  </a:lnTo>
                  <a:lnTo>
                    <a:pt x="680695" y="1241498"/>
                  </a:lnTo>
                  <a:lnTo>
                    <a:pt x="680680" y="1241512"/>
                  </a:lnTo>
                  <a:lnTo>
                    <a:pt x="680645" y="1241534"/>
                  </a:lnTo>
                  <a:lnTo>
                    <a:pt x="680601" y="1241554"/>
                  </a:lnTo>
                  <a:lnTo>
                    <a:pt x="680560" y="1241570"/>
                  </a:lnTo>
                  <a:lnTo>
                    <a:pt x="680518" y="1241594"/>
                  </a:lnTo>
                  <a:lnTo>
                    <a:pt x="680489" y="1241623"/>
                  </a:lnTo>
                  <a:lnTo>
                    <a:pt x="680479" y="1241651"/>
                  </a:lnTo>
                  <a:lnTo>
                    <a:pt x="680479" y="1241674"/>
                  </a:lnTo>
                  <a:lnTo>
                    <a:pt x="680482" y="1241704"/>
                  </a:lnTo>
                  <a:lnTo>
                    <a:pt x="680484" y="1241745"/>
                  </a:lnTo>
                  <a:lnTo>
                    <a:pt x="680482" y="1241777"/>
                  </a:lnTo>
                  <a:lnTo>
                    <a:pt x="680479" y="1241795"/>
                  </a:lnTo>
                  <a:lnTo>
                    <a:pt x="680463" y="1241817"/>
                  </a:lnTo>
                  <a:lnTo>
                    <a:pt x="680422" y="1241848"/>
                  </a:lnTo>
                  <a:lnTo>
                    <a:pt x="680394" y="1241866"/>
                  </a:lnTo>
                  <a:lnTo>
                    <a:pt x="680357" y="1241875"/>
                  </a:lnTo>
                  <a:lnTo>
                    <a:pt x="680326" y="1241879"/>
                  </a:lnTo>
                  <a:lnTo>
                    <a:pt x="680286" y="1241881"/>
                  </a:lnTo>
                  <a:lnTo>
                    <a:pt x="680246" y="1241888"/>
                  </a:lnTo>
                  <a:lnTo>
                    <a:pt x="680214" y="1241893"/>
                  </a:lnTo>
                  <a:lnTo>
                    <a:pt x="680186" y="1241904"/>
                  </a:lnTo>
                  <a:lnTo>
                    <a:pt x="680142" y="1241918"/>
                  </a:lnTo>
                  <a:lnTo>
                    <a:pt x="680120" y="1241921"/>
                  </a:lnTo>
                  <a:lnTo>
                    <a:pt x="680104" y="1241920"/>
                  </a:lnTo>
                  <a:lnTo>
                    <a:pt x="680087" y="1241918"/>
                  </a:lnTo>
                  <a:lnTo>
                    <a:pt x="680070" y="1241916"/>
                  </a:lnTo>
                  <a:lnTo>
                    <a:pt x="680046" y="1241910"/>
                  </a:lnTo>
                  <a:lnTo>
                    <a:pt x="680019" y="1241906"/>
                  </a:lnTo>
                  <a:lnTo>
                    <a:pt x="679984" y="1241910"/>
                  </a:lnTo>
                  <a:lnTo>
                    <a:pt x="679958" y="1241928"/>
                  </a:lnTo>
                  <a:lnTo>
                    <a:pt x="679903" y="1241961"/>
                  </a:lnTo>
                  <a:lnTo>
                    <a:pt x="679867" y="1241991"/>
                  </a:lnTo>
                  <a:lnTo>
                    <a:pt x="679835" y="1242025"/>
                  </a:lnTo>
                  <a:lnTo>
                    <a:pt x="679821" y="1242057"/>
                  </a:lnTo>
                  <a:lnTo>
                    <a:pt x="679771" y="1242166"/>
                  </a:lnTo>
                  <a:lnTo>
                    <a:pt x="679756" y="1242200"/>
                  </a:lnTo>
                  <a:lnTo>
                    <a:pt x="679740" y="1242245"/>
                  </a:lnTo>
                  <a:lnTo>
                    <a:pt x="679726" y="1242280"/>
                  </a:lnTo>
                  <a:lnTo>
                    <a:pt x="679706" y="1242344"/>
                  </a:lnTo>
                  <a:lnTo>
                    <a:pt x="679688" y="1242374"/>
                  </a:lnTo>
                  <a:lnTo>
                    <a:pt x="679655" y="1242408"/>
                  </a:lnTo>
                  <a:lnTo>
                    <a:pt x="679626" y="1242428"/>
                  </a:lnTo>
                  <a:lnTo>
                    <a:pt x="679587" y="1242461"/>
                  </a:lnTo>
                  <a:lnTo>
                    <a:pt x="679565" y="1242484"/>
                  </a:lnTo>
                  <a:lnTo>
                    <a:pt x="679546" y="1242518"/>
                  </a:lnTo>
                  <a:lnTo>
                    <a:pt x="679537" y="1242548"/>
                  </a:lnTo>
                  <a:lnTo>
                    <a:pt x="679533" y="1242584"/>
                  </a:lnTo>
                  <a:lnTo>
                    <a:pt x="679539" y="1242640"/>
                  </a:lnTo>
                  <a:lnTo>
                    <a:pt x="679562" y="1242693"/>
                  </a:lnTo>
                  <a:lnTo>
                    <a:pt x="679583" y="1242749"/>
                  </a:lnTo>
                  <a:lnTo>
                    <a:pt x="679600" y="1242787"/>
                  </a:lnTo>
                  <a:lnTo>
                    <a:pt x="679600" y="1242818"/>
                  </a:lnTo>
                  <a:lnTo>
                    <a:pt x="679594" y="1242842"/>
                  </a:lnTo>
                  <a:lnTo>
                    <a:pt x="679581" y="1242866"/>
                  </a:lnTo>
                  <a:lnTo>
                    <a:pt x="679564" y="1242886"/>
                  </a:lnTo>
                  <a:lnTo>
                    <a:pt x="679545" y="1242896"/>
                  </a:lnTo>
                  <a:lnTo>
                    <a:pt x="679508" y="1242912"/>
                  </a:lnTo>
                  <a:lnTo>
                    <a:pt x="679452" y="1242933"/>
                  </a:lnTo>
                  <a:lnTo>
                    <a:pt x="679423" y="1242956"/>
                  </a:lnTo>
                  <a:lnTo>
                    <a:pt x="679402" y="1242972"/>
                  </a:lnTo>
                  <a:lnTo>
                    <a:pt x="679373" y="1242992"/>
                  </a:lnTo>
                  <a:lnTo>
                    <a:pt x="679331" y="1243017"/>
                  </a:lnTo>
                  <a:lnTo>
                    <a:pt x="679292" y="1243042"/>
                  </a:lnTo>
                  <a:lnTo>
                    <a:pt x="679258" y="1243059"/>
                  </a:lnTo>
                  <a:lnTo>
                    <a:pt x="679227" y="1243063"/>
                  </a:lnTo>
                  <a:lnTo>
                    <a:pt x="679200" y="1243063"/>
                  </a:lnTo>
                  <a:lnTo>
                    <a:pt x="679151" y="1243062"/>
                  </a:lnTo>
                  <a:lnTo>
                    <a:pt x="679128" y="1243073"/>
                  </a:lnTo>
                  <a:lnTo>
                    <a:pt x="679105" y="1243084"/>
                  </a:lnTo>
                  <a:lnTo>
                    <a:pt x="679091" y="1243097"/>
                  </a:lnTo>
                  <a:lnTo>
                    <a:pt x="679078" y="1243108"/>
                  </a:lnTo>
                  <a:lnTo>
                    <a:pt x="679056" y="1243120"/>
                  </a:lnTo>
                  <a:lnTo>
                    <a:pt x="679015" y="1243145"/>
                  </a:lnTo>
                  <a:lnTo>
                    <a:pt x="678985" y="1243177"/>
                  </a:lnTo>
                  <a:lnTo>
                    <a:pt x="678975" y="1243193"/>
                  </a:lnTo>
                  <a:lnTo>
                    <a:pt x="678972" y="1243222"/>
                  </a:lnTo>
                  <a:lnTo>
                    <a:pt x="678961" y="1243274"/>
                  </a:lnTo>
                  <a:lnTo>
                    <a:pt x="678951" y="1243311"/>
                  </a:lnTo>
                  <a:lnTo>
                    <a:pt x="678936" y="1243353"/>
                  </a:lnTo>
                  <a:lnTo>
                    <a:pt x="678925" y="1243393"/>
                  </a:lnTo>
                  <a:lnTo>
                    <a:pt x="678925" y="1243416"/>
                  </a:lnTo>
                  <a:lnTo>
                    <a:pt x="678930" y="1243443"/>
                  </a:lnTo>
                  <a:lnTo>
                    <a:pt x="678960" y="1243516"/>
                  </a:lnTo>
                  <a:lnTo>
                    <a:pt x="678967" y="1243547"/>
                  </a:lnTo>
                  <a:lnTo>
                    <a:pt x="678968" y="1243587"/>
                  </a:lnTo>
                  <a:lnTo>
                    <a:pt x="678966" y="1243612"/>
                  </a:lnTo>
                  <a:lnTo>
                    <a:pt x="678952" y="1243662"/>
                  </a:lnTo>
                  <a:lnTo>
                    <a:pt x="678936" y="1243688"/>
                  </a:lnTo>
                  <a:lnTo>
                    <a:pt x="678903" y="1243716"/>
                  </a:lnTo>
                  <a:lnTo>
                    <a:pt x="678863" y="1243729"/>
                  </a:lnTo>
                  <a:lnTo>
                    <a:pt x="678832" y="1243750"/>
                  </a:lnTo>
                  <a:lnTo>
                    <a:pt x="678801" y="1243777"/>
                  </a:lnTo>
                  <a:lnTo>
                    <a:pt x="678759" y="1243814"/>
                  </a:lnTo>
                  <a:lnTo>
                    <a:pt x="678732" y="1243852"/>
                  </a:lnTo>
                  <a:lnTo>
                    <a:pt x="678705" y="1243912"/>
                  </a:lnTo>
                  <a:lnTo>
                    <a:pt x="678680" y="1243993"/>
                  </a:lnTo>
                  <a:lnTo>
                    <a:pt x="678659" y="1244055"/>
                  </a:lnTo>
                  <a:lnTo>
                    <a:pt x="678645" y="1244108"/>
                  </a:lnTo>
                  <a:lnTo>
                    <a:pt x="678634" y="1244209"/>
                  </a:lnTo>
                  <a:lnTo>
                    <a:pt x="678611" y="1244333"/>
                  </a:lnTo>
                  <a:lnTo>
                    <a:pt x="678609" y="1244409"/>
                  </a:lnTo>
                  <a:lnTo>
                    <a:pt x="678607" y="1244433"/>
                  </a:lnTo>
                  <a:lnTo>
                    <a:pt x="678611" y="1244462"/>
                  </a:lnTo>
                  <a:lnTo>
                    <a:pt x="678617" y="1244486"/>
                  </a:lnTo>
                  <a:lnTo>
                    <a:pt x="678620" y="1244516"/>
                  </a:lnTo>
                  <a:lnTo>
                    <a:pt x="678615" y="1244522"/>
                  </a:lnTo>
                  <a:lnTo>
                    <a:pt x="678596" y="1244524"/>
                  </a:lnTo>
                  <a:lnTo>
                    <a:pt x="678577" y="1244527"/>
                  </a:lnTo>
                  <a:lnTo>
                    <a:pt x="678559" y="1244531"/>
                  </a:lnTo>
                  <a:lnTo>
                    <a:pt x="678540" y="1244549"/>
                  </a:lnTo>
                  <a:lnTo>
                    <a:pt x="678517" y="1244569"/>
                  </a:lnTo>
                  <a:lnTo>
                    <a:pt x="678476" y="1244589"/>
                  </a:lnTo>
                  <a:lnTo>
                    <a:pt x="678422" y="1244618"/>
                  </a:lnTo>
                  <a:lnTo>
                    <a:pt x="678373" y="1244633"/>
                  </a:lnTo>
                  <a:lnTo>
                    <a:pt x="678320" y="1244672"/>
                  </a:lnTo>
                  <a:lnTo>
                    <a:pt x="678269" y="1244708"/>
                  </a:lnTo>
                  <a:lnTo>
                    <a:pt x="678249" y="1244729"/>
                  </a:lnTo>
                  <a:lnTo>
                    <a:pt x="678217" y="1244770"/>
                  </a:lnTo>
                  <a:lnTo>
                    <a:pt x="678195" y="1244798"/>
                  </a:lnTo>
                  <a:lnTo>
                    <a:pt x="678170" y="1244813"/>
                  </a:lnTo>
                  <a:lnTo>
                    <a:pt x="678139" y="1244827"/>
                  </a:lnTo>
                  <a:lnTo>
                    <a:pt x="678093" y="1244842"/>
                  </a:lnTo>
                  <a:lnTo>
                    <a:pt x="678040" y="1244865"/>
                  </a:lnTo>
                  <a:lnTo>
                    <a:pt x="677997" y="1244894"/>
                  </a:lnTo>
                  <a:lnTo>
                    <a:pt x="677974" y="1244914"/>
                  </a:lnTo>
                  <a:lnTo>
                    <a:pt x="677957" y="1244951"/>
                  </a:lnTo>
                  <a:lnTo>
                    <a:pt x="677930" y="1245015"/>
                  </a:lnTo>
                  <a:lnTo>
                    <a:pt x="677909" y="1245042"/>
                  </a:lnTo>
                  <a:lnTo>
                    <a:pt x="677873" y="1245130"/>
                  </a:lnTo>
                  <a:lnTo>
                    <a:pt x="677849" y="1245196"/>
                  </a:lnTo>
                  <a:lnTo>
                    <a:pt x="677832" y="1245238"/>
                  </a:lnTo>
                  <a:lnTo>
                    <a:pt x="677809" y="1245274"/>
                  </a:lnTo>
                  <a:lnTo>
                    <a:pt x="677761" y="1245376"/>
                  </a:lnTo>
                  <a:lnTo>
                    <a:pt x="677718" y="1245439"/>
                  </a:lnTo>
                  <a:lnTo>
                    <a:pt x="677699" y="1245454"/>
                  </a:lnTo>
                  <a:lnTo>
                    <a:pt x="677676" y="1245460"/>
                  </a:lnTo>
                  <a:lnTo>
                    <a:pt x="677642" y="1245458"/>
                  </a:lnTo>
                  <a:lnTo>
                    <a:pt x="677566" y="1245453"/>
                  </a:lnTo>
                  <a:lnTo>
                    <a:pt x="677461" y="1245459"/>
                  </a:lnTo>
                  <a:lnTo>
                    <a:pt x="677354" y="1245464"/>
                  </a:lnTo>
                  <a:lnTo>
                    <a:pt x="677298" y="1245478"/>
                  </a:lnTo>
                  <a:lnTo>
                    <a:pt x="677261" y="1245493"/>
                  </a:lnTo>
                  <a:lnTo>
                    <a:pt x="677208" y="1245521"/>
                  </a:lnTo>
                  <a:lnTo>
                    <a:pt x="677163" y="1245548"/>
                  </a:lnTo>
                  <a:lnTo>
                    <a:pt x="677128" y="1245585"/>
                  </a:lnTo>
                  <a:lnTo>
                    <a:pt x="677084" y="1245618"/>
                  </a:lnTo>
                  <a:lnTo>
                    <a:pt x="677032" y="1245641"/>
                  </a:lnTo>
                  <a:lnTo>
                    <a:pt x="676971" y="1245661"/>
                  </a:lnTo>
                  <a:lnTo>
                    <a:pt x="676939" y="1245679"/>
                  </a:lnTo>
                  <a:lnTo>
                    <a:pt x="676905" y="1245710"/>
                  </a:lnTo>
                  <a:lnTo>
                    <a:pt x="676889" y="1245730"/>
                  </a:lnTo>
                  <a:lnTo>
                    <a:pt x="676872" y="1245746"/>
                  </a:lnTo>
                  <a:lnTo>
                    <a:pt x="676850" y="1245757"/>
                  </a:lnTo>
                  <a:lnTo>
                    <a:pt x="676822" y="1245760"/>
                  </a:lnTo>
                  <a:lnTo>
                    <a:pt x="676777" y="1245760"/>
                  </a:lnTo>
                  <a:lnTo>
                    <a:pt x="676744" y="1245767"/>
                  </a:lnTo>
                  <a:lnTo>
                    <a:pt x="676715" y="1245780"/>
                  </a:lnTo>
                  <a:lnTo>
                    <a:pt x="676689" y="1245796"/>
                  </a:lnTo>
                  <a:lnTo>
                    <a:pt x="676656" y="1245823"/>
                  </a:lnTo>
                  <a:lnTo>
                    <a:pt x="676634" y="1245843"/>
                  </a:lnTo>
                  <a:lnTo>
                    <a:pt x="676609" y="1245850"/>
                  </a:lnTo>
                  <a:lnTo>
                    <a:pt x="676579" y="1245850"/>
                  </a:lnTo>
                  <a:lnTo>
                    <a:pt x="676543" y="1245843"/>
                  </a:lnTo>
                  <a:lnTo>
                    <a:pt x="676513" y="1245847"/>
                  </a:lnTo>
                  <a:lnTo>
                    <a:pt x="676470" y="1245857"/>
                  </a:lnTo>
                  <a:lnTo>
                    <a:pt x="676416" y="1245886"/>
                  </a:lnTo>
                  <a:lnTo>
                    <a:pt x="676352" y="1245927"/>
                  </a:lnTo>
                  <a:lnTo>
                    <a:pt x="676249" y="1246014"/>
                  </a:lnTo>
                  <a:lnTo>
                    <a:pt x="676204" y="1246052"/>
                  </a:lnTo>
                  <a:lnTo>
                    <a:pt x="676192" y="1246073"/>
                  </a:lnTo>
                  <a:lnTo>
                    <a:pt x="676176" y="1246122"/>
                  </a:lnTo>
                  <a:lnTo>
                    <a:pt x="676154" y="1246156"/>
                  </a:lnTo>
                  <a:lnTo>
                    <a:pt x="676116" y="1246206"/>
                  </a:lnTo>
                  <a:lnTo>
                    <a:pt x="676063" y="1246283"/>
                  </a:lnTo>
                  <a:lnTo>
                    <a:pt x="676039" y="1246332"/>
                  </a:lnTo>
                  <a:lnTo>
                    <a:pt x="676033" y="1246368"/>
                  </a:lnTo>
                  <a:lnTo>
                    <a:pt x="676023" y="1246376"/>
                  </a:lnTo>
                  <a:lnTo>
                    <a:pt x="676016" y="1246375"/>
                  </a:lnTo>
                  <a:lnTo>
                    <a:pt x="675998" y="1246363"/>
                  </a:lnTo>
                  <a:lnTo>
                    <a:pt x="675973" y="1246343"/>
                  </a:lnTo>
                  <a:lnTo>
                    <a:pt x="675927" y="1246327"/>
                  </a:lnTo>
                  <a:lnTo>
                    <a:pt x="675893" y="1246319"/>
                  </a:lnTo>
                  <a:lnTo>
                    <a:pt x="675822" y="1246326"/>
                  </a:lnTo>
                  <a:lnTo>
                    <a:pt x="675776" y="1246332"/>
                  </a:lnTo>
                  <a:lnTo>
                    <a:pt x="675729" y="1246347"/>
                  </a:lnTo>
                  <a:lnTo>
                    <a:pt x="675678" y="1246354"/>
                  </a:lnTo>
                  <a:lnTo>
                    <a:pt x="675645" y="1246357"/>
                  </a:lnTo>
                  <a:lnTo>
                    <a:pt x="675624" y="1246357"/>
                  </a:lnTo>
                  <a:lnTo>
                    <a:pt x="675601" y="1246353"/>
                  </a:lnTo>
                  <a:lnTo>
                    <a:pt x="675548" y="1246338"/>
                  </a:lnTo>
                  <a:lnTo>
                    <a:pt x="675497" y="1246331"/>
                  </a:lnTo>
                  <a:lnTo>
                    <a:pt x="675440" y="1246323"/>
                  </a:lnTo>
                  <a:lnTo>
                    <a:pt x="675382" y="1246325"/>
                  </a:lnTo>
                  <a:lnTo>
                    <a:pt x="675276" y="1246329"/>
                  </a:lnTo>
                  <a:lnTo>
                    <a:pt x="675227" y="1246328"/>
                  </a:lnTo>
                  <a:lnTo>
                    <a:pt x="675176" y="1246322"/>
                  </a:lnTo>
                  <a:lnTo>
                    <a:pt x="675131" y="1246311"/>
                  </a:lnTo>
                  <a:lnTo>
                    <a:pt x="675087" y="1246302"/>
                  </a:lnTo>
                  <a:lnTo>
                    <a:pt x="675049" y="1246292"/>
                  </a:lnTo>
                  <a:lnTo>
                    <a:pt x="675008" y="1246293"/>
                  </a:lnTo>
                  <a:lnTo>
                    <a:pt x="674983" y="1246299"/>
                  </a:lnTo>
                  <a:lnTo>
                    <a:pt x="674919" y="1246334"/>
                  </a:lnTo>
                  <a:lnTo>
                    <a:pt x="674880" y="1246352"/>
                  </a:lnTo>
                  <a:lnTo>
                    <a:pt x="674854" y="1246357"/>
                  </a:lnTo>
                  <a:lnTo>
                    <a:pt x="674827" y="1246357"/>
                  </a:lnTo>
                  <a:lnTo>
                    <a:pt x="674802" y="1246355"/>
                  </a:lnTo>
                  <a:lnTo>
                    <a:pt x="674766" y="1246360"/>
                  </a:lnTo>
                  <a:lnTo>
                    <a:pt x="674735" y="1246376"/>
                  </a:lnTo>
                  <a:lnTo>
                    <a:pt x="674692" y="1246412"/>
                  </a:lnTo>
                  <a:lnTo>
                    <a:pt x="674626" y="1246455"/>
                  </a:lnTo>
                  <a:lnTo>
                    <a:pt x="674578" y="1246485"/>
                  </a:lnTo>
                  <a:lnTo>
                    <a:pt x="674539" y="1246516"/>
                  </a:lnTo>
                  <a:lnTo>
                    <a:pt x="674505" y="1246550"/>
                  </a:lnTo>
                  <a:lnTo>
                    <a:pt x="674454" y="1246633"/>
                  </a:lnTo>
                  <a:lnTo>
                    <a:pt x="674434" y="1246672"/>
                  </a:lnTo>
                  <a:lnTo>
                    <a:pt x="674420" y="1246729"/>
                  </a:lnTo>
                  <a:lnTo>
                    <a:pt x="674398" y="1246812"/>
                  </a:lnTo>
                  <a:lnTo>
                    <a:pt x="674379" y="1246900"/>
                  </a:lnTo>
                  <a:lnTo>
                    <a:pt x="674360" y="1246945"/>
                  </a:lnTo>
                  <a:lnTo>
                    <a:pt x="674338" y="1246970"/>
                  </a:lnTo>
                  <a:lnTo>
                    <a:pt x="674293" y="1247006"/>
                  </a:lnTo>
                  <a:lnTo>
                    <a:pt x="674237" y="1247052"/>
                  </a:lnTo>
                  <a:lnTo>
                    <a:pt x="674200" y="1247079"/>
                  </a:lnTo>
                  <a:lnTo>
                    <a:pt x="674153" y="1247095"/>
                  </a:lnTo>
                  <a:lnTo>
                    <a:pt x="674042" y="1247127"/>
                  </a:lnTo>
                  <a:lnTo>
                    <a:pt x="673987" y="1247146"/>
                  </a:lnTo>
                  <a:lnTo>
                    <a:pt x="673950" y="1247165"/>
                  </a:lnTo>
                  <a:lnTo>
                    <a:pt x="673930" y="1247186"/>
                  </a:lnTo>
                  <a:lnTo>
                    <a:pt x="673909" y="1247213"/>
                  </a:lnTo>
                  <a:lnTo>
                    <a:pt x="673888" y="1247239"/>
                  </a:lnTo>
                  <a:lnTo>
                    <a:pt x="673858" y="1247282"/>
                  </a:lnTo>
                  <a:lnTo>
                    <a:pt x="673816" y="1247335"/>
                  </a:lnTo>
                  <a:lnTo>
                    <a:pt x="673809" y="1247345"/>
                  </a:lnTo>
                  <a:lnTo>
                    <a:pt x="673825" y="1247432"/>
                  </a:lnTo>
                  <a:lnTo>
                    <a:pt x="673833" y="1247575"/>
                  </a:lnTo>
                  <a:lnTo>
                    <a:pt x="673775" y="1247819"/>
                  </a:lnTo>
                  <a:lnTo>
                    <a:pt x="673726" y="1247942"/>
                  </a:lnTo>
                  <a:lnTo>
                    <a:pt x="673700" y="1247964"/>
                  </a:lnTo>
                  <a:lnTo>
                    <a:pt x="673573" y="1248120"/>
                  </a:lnTo>
                  <a:lnTo>
                    <a:pt x="673469" y="1248236"/>
                  </a:lnTo>
                  <a:lnTo>
                    <a:pt x="673411" y="1248295"/>
                  </a:lnTo>
                  <a:lnTo>
                    <a:pt x="673369" y="1248336"/>
                  </a:lnTo>
                  <a:lnTo>
                    <a:pt x="673308" y="1248409"/>
                  </a:lnTo>
                  <a:lnTo>
                    <a:pt x="673269" y="1248467"/>
                  </a:lnTo>
                  <a:lnTo>
                    <a:pt x="673206" y="1248527"/>
                  </a:lnTo>
                  <a:lnTo>
                    <a:pt x="673145" y="1248594"/>
                  </a:lnTo>
                  <a:lnTo>
                    <a:pt x="673107" y="1248617"/>
                  </a:lnTo>
                  <a:lnTo>
                    <a:pt x="673064" y="1248651"/>
                  </a:lnTo>
                  <a:lnTo>
                    <a:pt x="673009" y="1248708"/>
                  </a:lnTo>
                  <a:lnTo>
                    <a:pt x="672945" y="1248746"/>
                  </a:lnTo>
                  <a:lnTo>
                    <a:pt x="672862" y="1248764"/>
                  </a:lnTo>
                  <a:lnTo>
                    <a:pt x="672762" y="1248766"/>
                  </a:lnTo>
                  <a:lnTo>
                    <a:pt x="672645" y="1248748"/>
                  </a:lnTo>
                  <a:lnTo>
                    <a:pt x="672603" y="1248741"/>
                  </a:lnTo>
                  <a:lnTo>
                    <a:pt x="672597" y="1248740"/>
                  </a:lnTo>
                  <a:lnTo>
                    <a:pt x="672576" y="1248752"/>
                  </a:lnTo>
                  <a:lnTo>
                    <a:pt x="672552" y="1248764"/>
                  </a:lnTo>
                  <a:lnTo>
                    <a:pt x="672524" y="1248785"/>
                  </a:lnTo>
                  <a:lnTo>
                    <a:pt x="672493" y="1248803"/>
                  </a:lnTo>
                  <a:lnTo>
                    <a:pt x="672467" y="1248823"/>
                  </a:lnTo>
                  <a:lnTo>
                    <a:pt x="672425" y="1248857"/>
                  </a:lnTo>
                  <a:lnTo>
                    <a:pt x="672412" y="1248868"/>
                  </a:lnTo>
                  <a:lnTo>
                    <a:pt x="672400" y="1248871"/>
                  </a:lnTo>
                  <a:lnTo>
                    <a:pt x="672382" y="1248870"/>
                  </a:lnTo>
                  <a:lnTo>
                    <a:pt x="672362" y="1248870"/>
                  </a:lnTo>
                  <a:lnTo>
                    <a:pt x="672329" y="1248865"/>
                  </a:lnTo>
                  <a:lnTo>
                    <a:pt x="672284" y="1248857"/>
                  </a:lnTo>
                  <a:lnTo>
                    <a:pt x="672256" y="1248846"/>
                  </a:lnTo>
                  <a:lnTo>
                    <a:pt x="672232" y="1248836"/>
                  </a:lnTo>
                  <a:lnTo>
                    <a:pt x="672206" y="1248831"/>
                  </a:lnTo>
                  <a:lnTo>
                    <a:pt x="672189" y="1248822"/>
                  </a:lnTo>
                  <a:lnTo>
                    <a:pt x="672166" y="1248809"/>
                  </a:lnTo>
                  <a:lnTo>
                    <a:pt x="672142" y="1248801"/>
                  </a:lnTo>
                  <a:lnTo>
                    <a:pt x="672132" y="1248798"/>
                  </a:lnTo>
                  <a:lnTo>
                    <a:pt x="672117" y="1248799"/>
                  </a:lnTo>
                  <a:lnTo>
                    <a:pt x="672094" y="1248812"/>
                  </a:lnTo>
                  <a:lnTo>
                    <a:pt x="672071" y="1248820"/>
                  </a:lnTo>
                  <a:lnTo>
                    <a:pt x="672062" y="1248827"/>
                  </a:lnTo>
                  <a:lnTo>
                    <a:pt x="672055" y="1248835"/>
                  </a:lnTo>
                  <a:lnTo>
                    <a:pt x="672053" y="1248844"/>
                  </a:lnTo>
                  <a:lnTo>
                    <a:pt x="672053" y="1248853"/>
                  </a:lnTo>
                  <a:lnTo>
                    <a:pt x="672054" y="1248868"/>
                  </a:lnTo>
                  <a:lnTo>
                    <a:pt x="672054" y="1248891"/>
                  </a:lnTo>
                  <a:lnTo>
                    <a:pt x="672051" y="1248917"/>
                  </a:lnTo>
                  <a:lnTo>
                    <a:pt x="672024" y="1248968"/>
                  </a:lnTo>
                  <a:lnTo>
                    <a:pt x="672011" y="1248989"/>
                  </a:lnTo>
                  <a:lnTo>
                    <a:pt x="671991" y="1249012"/>
                  </a:lnTo>
                  <a:lnTo>
                    <a:pt x="671973" y="1249028"/>
                  </a:lnTo>
                  <a:lnTo>
                    <a:pt x="671961" y="1249047"/>
                  </a:lnTo>
                  <a:lnTo>
                    <a:pt x="671957" y="1249059"/>
                  </a:lnTo>
                  <a:lnTo>
                    <a:pt x="671954" y="1249071"/>
                  </a:lnTo>
                  <a:lnTo>
                    <a:pt x="671953" y="1249084"/>
                  </a:lnTo>
                  <a:lnTo>
                    <a:pt x="671953" y="1249093"/>
                  </a:lnTo>
                  <a:lnTo>
                    <a:pt x="671965" y="1249122"/>
                  </a:lnTo>
                  <a:lnTo>
                    <a:pt x="671974" y="1249152"/>
                  </a:lnTo>
                  <a:lnTo>
                    <a:pt x="671979" y="1249201"/>
                  </a:lnTo>
                  <a:lnTo>
                    <a:pt x="671987" y="1249248"/>
                  </a:lnTo>
                  <a:lnTo>
                    <a:pt x="671987" y="1249282"/>
                  </a:lnTo>
                  <a:lnTo>
                    <a:pt x="671981" y="1249317"/>
                  </a:lnTo>
                  <a:lnTo>
                    <a:pt x="671976" y="1249344"/>
                  </a:lnTo>
                  <a:lnTo>
                    <a:pt x="671969" y="1249362"/>
                  </a:lnTo>
                  <a:lnTo>
                    <a:pt x="671959" y="1249383"/>
                  </a:lnTo>
                  <a:lnTo>
                    <a:pt x="671944" y="1249402"/>
                  </a:lnTo>
                  <a:lnTo>
                    <a:pt x="671930" y="1249416"/>
                  </a:lnTo>
                  <a:lnTo>
                    <a:pt x="671909" y="1249435"/>
                  </a:lnTo>
                  <a:lnTo>
                    <a:pt x="671889" y="1249466"/>
                  </a:lnTo>
                  <a:lnTo>
                    <a:pt x="671867" y="1249502"/>
                  </a:lnTo>
                  <a:lnTo>
                    <a:pt x="671853" y="1249539"/>
                  </a:lnTo>
                  <a:lnTo>
                    <a:pt x="671851" y="1249559"/>
                  </a:lnTo>
                  <a:lnTo>
                    <a:pt x="671852" y="1249570"/>
                  </a:lnTo>
                  <a:lnTo>
                    <a:pt x="671854" y="1249582"/>
                  </a:lnTo>
                  <a:lnTo>
                    <a:pt x="671864" y="1249612"/>
                  </a:lnTo>
                  <a:lnTo>
                    <a:pt x="671878" y="1249655"/>
                  </a:lnTo>
                  <a:lnTo>
                    <a:pt x="671891" y="1249695"/>
                  </a:lnTo>
                  <a:lnTo>
                    <a:pt x="671902" y="1249738"/>
                  </a:lnTo>
                  <a:lnTo>
                    <a:pt x="671904" y="1249766"/>
                  </a:lnTo>
                  <a:lnTo>
                    <a:pt x="671906" y="1249779"/>
                  </a:lnTo>
                  <a:lnTo>
                    <a:pt x="671905" y="1249785"/>
                  </a:lnTo>
                  <a:lnTo>
                    <a:pt x="671902" y="1249791"/>
                  </a:lnTo>
                  <a:lnTo>
                    <a:pt x="671885" y="1249794"/>
                  </a:lnTo>
                  <a:lnTo>
                    <a:pt x="671861" y="1249795"/>
                  </a:lnTo>
                  <a:lnTo>
                    <a:pt x="671833" y="1249799"/>
                  </a:lnTo>
                  <a:lnTo>
                    <a:pt x="671808" y="1249805"/>
                  </a:lnTo>
                  <a:lnTo>
                    <a:pt x="671784" y="1249816"/>
                  </a:lnTo>
                  <a:lnTo>
                    <a:pt x="671757" y="1249832"/>
                  </a:lnTo>
                  <a:lnTo>
                    <a:pt x="671735" y="1249845"/>
                  </a:lnTo>
                  <a:lnTo>
                    <a:pt x="671704" y="1249861"/>
                  </a:lnTo>
                  <a:lnTo>
                    <a:pt x="671680" y="1249872"/>
                  </a:lnTo>
                  <a:lnTo>
                    <a:pt x="671655" y="1249876"/>
                  </a:lnTo>
                  <a:lnTo>
                    <a:pt x="671591" y="1249883"/>
                  </a:lnTo>
                  <a:lnTo>
                    <a:pt x="671571" y="1249890"/>
                  </a:lnTo>
                  <a:lnTo>
                    <a:pt x="671559" y="1249902"/>
                  </a:lnTo>
                  <a:lnTo>
                    <a:pt x="671552" y="1249922"/>
                  </a:lnTo>
                  <a:lnTo>
                    <a:pt x="671545" y="1249952"/>
                  </a:lnTo>
                  <a:lnTo>
                    <a:pt x="671542" y="1249971"/>
                  </a:lnTo>
                  <a:lnTo>
                    <a:pt x="671542" y="1250015"/>
                  </a:lnTo>
                  <a:lnTo>
                    <a:pt x="671546" y="1250069"/>
                  </a:lnTo>
                  <a:lnTo>
                    <a:pt x="671545" y="1250116"/>
                  </a:lnTo>
                  <a:lnTo>
                    <a:pt x="671544" y="1250126"/>
                  </a:lnTo>
                  <a:lnTo>
                    <a:pt x="671537" y="1250135"/>
                  </a:lnTo>
                  <a:lnTo>
                    <a:pt x="671521" y="1250145"/>
                  </a:lnTo>
                  <a:lnTo>
                    <a:pt x="671500" y="1250168"/>
                  </a:lnTo>
                  <a:lnTo>
                    <a:pt x="671490" y="1250182"/>
                  </a:lnTo>
                  <a:lnTo>
                    <a:pt x="671479" y="1250211"/>
                  </a:lnTo>
                  <a:lnTo>
                    <a:pt x="671472" y="1250232"/>
                  </a:lnTo>
                  <a:lnTo>
                    <a:pt x="671458" y="1250253"/>
                  </a:lnTo>
                  <a:lnTo>
                    <a:pt x="671440" y="1250294"/>
                  </a:lnTo>
                  <a:lnTo>
                    <a:pt x="671432" y="1250315"/>
                  </a:lnTo>
                  <a:lnTo>
                    <a:pt x="671409" y="1250365"/>
                  </a:lnTo>
                  <a:lnTo>
                    <a:pt x="671399" y="1250386"/>
                  </a:lnTo>
                  <a:lnTo>
                    <a:pt x="671394" y="1250399"/>
                  </a:lnTo>
                  <a:lnTo>
                    <a:pt x="671394" y="1250411"/>
                  </a:lnTo>
                  <a:lnTo>
                    <a:pt x="671399" y="1250427"/>
                  </a:lnTo>
                  <a:lnTo>
                    <a:pt x="671422" y="1250468"/>
                  </a:lnTo>
                  <a:lnTo>
                    <a:pt x="671427" y="1250494"/>
                  </a:lnTo>
                  <a:lnTo>
                    <a:pt x="671430" y="1250513"/>
                  </a:lnTo>
                  <a:lnTo>
                    <a:pt x="671429" y="1250526"/>
                  </a:lnTo>
                  <a:lnTo>
                    <a:pt x="671417" y="1250555"/>
                  </a:lnTo>
                  <a:lnTo>
                    <a:pt x="671416" y="1250603"/>
                  </a:lnTo>
                  <a:lnTo>
                    <a:pt x="671416" y="1250651"/>
                  </a:lnTo>
                  <a:lnTo>
                    <a:pt x="671412" y="1250710"/>
                  </a:lnTo>
                  <a:lnTo>
                    <a:pt x="671408" y="1250734"/>
                  </a:lnTo>
                  <a:lnTo>
                    <a:pt x="671400" y="1250747"/>
                  </a:lnTo>
                  <a:lnTo>
                    <a:pt x="671392" y="1250758"/>
                  </a:lnTo>
                  <a:lnTo>
                    <a:pt x="671370" y="1250779"/>
                  </a:lnTo>
                  <a:lnTo>
                    <a:pt x="671350" y="1250801"/>
                  </a:lnTo>
                  <a:lnTo>
                    <a:pt x="671332" y="1250816"/>
                  </a:lnTo>
                  <a:lnTo>
                    <a:pt x="671321" y="1250835"/>
                  </a:lnTo>
                  <a:lnTo>
                    <a:pt x="671314" y="1250861"/>
                  </a:lnTo>
                  <a:lnTo>
                    <a:pt x="671303" y="1250920"/>
                  </a:lnTo>
                  <a:lnTo>
                    <a:pt x="671293" y="1250977"/>
                  </a:lnTo>
                  <a:lnTo>
                    <a:pt x="671291" y="1251005"/>
                  </a:lnTo>
                  <a:lnTo>
                    <a:pt x="671293" y="1251020"/>
                  </a:lnTo>
                  <a:lnTo>
                    <a:pt x="671296" y="1251028"/>
                  </a:lnTo>
                  <a:lnTo>
                    <a:pt x="671304" y="1251038"/>
                  </a:lnTo>
                  <a:lnTo>
                    <a:pt x="671312" y="1251043"/>
                  </a:lnTo>
                  <a:lnTo>
                    <a:pt x="671340" y="1251043"/>
                  </a:lnTo>
                  <a:lnTo>
                    <a:pt x="671375" y="1251043"/>
                  </a:lnTo>
                  <a:lnTo>
                    <a:pt x="671400" y="1251045"/>
                  </a:lnTo>
                  <a:lnTo>
                    <a:pt x="671422" y="1251051"/>
                  </a:lnTo>
                  <a:lnTo>
                    <a:pt x="671443" y="1251059"/>
                  </a:lnTo>
                  <a:lnTo>
                    <a:pt x="671459" y="1251072"/>
                  </a:lnTo>
                  <a:lnTo>
                    <a:pt x="671474" y="1251098"/>
                  </a:lnTo>
                  <a:lnTo>
                    <a:pt x="671486" y="1251130"/>
                  </a:lnTo>
                  <a:lnTo>
                    <a:pt x="671490" y="1251157"/>
                  </a:lnTo>
                  <a:lnTo>
                    <a:pt x="671490" y="1251194"/>
                  </a:lnTo>
                  <a:lnTo>
                    <a:pt x="671493" y="1251213"/>
                  </a:lnTo>
                  <a:lnTo>
                    <a:pt x="671495" y="1251237"/>
                  </a:lnTo>
                  <a:lnTo>
                    <a:pt x="671502" y="1251305"/>
                  </a:lnTo>
                  <a:lnTo>
                    <a:pt x="671506" y="1251371"/>
                  </a:lnTo>
                  <a:lnTo>
                    <a:pt x="671512" y="1251402"/>
                  </a:lnTo>
                  <a:lnTo>
                    <a:pt x="671517" y="1251421"/>
                  </a:lnTo>
                  <a:lnTo>
                    <a:pt x="671521" y="1251434"/>
                  </a:lnTo>
                  <a:lnTo>
                    <a:pt x="671532" y="1251458"/>
                  </a:lnTo>
                  <a:lnTo>
                    <a:pt x="671556" y="1251493"/>
                  </a:lnTo>
                  <a:lnTo>
                    <a:pt x="671581" y="1251529"/>
                  </a:lnTo>
                  <a:lnTo>
                    <a:pt x="671597" y="1251545"/>
                  </a:lnTo>
                  <a:lnTo>
                    <a:pt x="671601" y="1251554"/>
                  </a:lnTo>
                  <a:lnTo>
                    <a:pt x="671600" y="1251567"/>
                  </a:lnTo>
                  <a:lnTo>
                    <a:pt x="671590" y="1251587"/>
                  </a:lnTo>
                  <a:lnTo>
                    <a:pt x="671578" y="1251599"/>
                  </a:lnTo>
                  <a:lnTo>
                    <a:pt x="671560" y="1251612"/>
                  </a:lnTo>
                  <a:lnTo>
                    <a:pt x="671538" y="1251621"/>
                  </a:lnTo>
                  <a:lnTo>
                    <a:pt x="671518" y="1251624"/>
                  </a:lnTo>
                  <a:lnTo>
                    <a:pt x="671489" y="1251637"/>
                  </a:lnTo>
                  <a:lnTo>
                    <a:pt x="671478" y="1251648"/>
                  </a:lnTo>
                  <a:lnTo>
                    <a:pt x="671469" y="1251665"/>
                  </a:lnTo>
                  <a:lnTo>
                    <a:pt x="671464" y="1251677"/>
                  </a:lnTo>
                  <a:lnTo>
                    <a:pt x="671455" y="1251696"/>
                  </a:lnTo>
                  <a:lnTo>
                    <a:pt x="671448" y="1251719"/>
                  </a:lnTo>
                  <a:lnTo>
                    <a:pt x="671448" y="1251782"/>
                  </a:lnTo>
                  <a:lnTo>
                    <a:pt x="671435" y="1251844"/>
                  </a:lnTo>
                  <a:lnTo>
                    <a:pt x="671414" y="1251936"/>
                  </a:lnTo>
                  <a:lnTo>
                    <a:pt x="671409" y="1251961"/>
                  </a:lnTo>
                  <a:lnTo>
                    <a:pt x="671408" y="1251973"/>
                  </a:lnTo>
                  <a:lnTo>
                    <a:pt x="671410" y="1251984"/>
                  </a:lnTo>
                  <a:lnTo>
                    <a:pt x="671420" y="1252010"/>
                  </a:lnTo>
                  <a:lnTo>
                    <a:pt x="671432" y="1252026"/>
                  </a:lnTo>
                  <a:lnTo>
                    <a:pt x="671442" y="1252033"/>
                  </a:lnTo>
                  <a:lnTo>
                    <a:pt x="671451" y="1252038"/>
                  </a:lnTo>
                  <a:lnTo>
                    <a:pt x="671473" y="1252043"/>
                  </a:lnTo>
                  <a:lnTo>
                    <a:pt x="671512" y="1252047"/>
                  </a:lnTo>
                  <a:lnTo>
                    <a:pt x="671534" y="1252053"/>
                  </a:lnTo>
                  <a:lnTo>
                    <a:pt x="671576" y="1252072"/>
                  </a:lnTo>
                  <a:lnTo>
                    <a:pt x="671595" y="1252082"/>
                  </a:lnTo>
                  <a:lnTo>
                    <a:pt x="671610" y="1252101"/>
                  </a:lnTo>
                  <a:lnTo>
                    <a:pt x="671625" y="1252116"/>
                  </a:lnTo>
                  <a:lnTo>
                    <a:pt x="671639" y="1252124"/>
                  </a:lnTo>
                  <a:lnTo>
                    <a:pt x="671669" y="1252131"/>
                  </a:lnTo>
                  <a:lnTo>
                    <a:pt x="671681" y="1252140"/>
                  </a:lnTo>
                  <a:lnTo>
                    <a:pt x="671686" y="1252146"/>
                  </a:lnTo>
                  <a:lnTo>
                    <a:pt x="671688" y="1252154"/>
                  </a:lnTo>
                  <a:lnTo>
                    <a:pt x="671687" y="1252175"/>
                  </a:lnTo>
                  <a:lnTo>
                    <a:pt x="671688" y="1252202"/>
                  </a:lnTo>
                  <a:lnTo>
                    <a:pt x="671699" y="1252229"/>
                  </a:lnTo>
                  <a:lnTo>
                    <a:pt x="671708" y="1252247"/>
                  </a:lnTo>
                  <a:lnTo>
                    <a:pt x="671721" y="1252272"/>
                  </a:lnTo>
                  <a:lnTo>
                    <a:pt x="671724" y="1252281"/>
                  </a:lnTo>
                  <a:lnTo>
                    <a:pt x="671723" y="1252291"/>
                  </a:lnTo>
                  <a:lnTo>
                    <a:pt x="671720" y="1252299"/>
                  </a:lnTo>
                  <a:lnTo>
                    <a:pt x="671713" y="1252306"/>
                  </a:lnTo>
                  <a:lnTo>
                    <a:pt x="671697" y="1252315"/>
                  </a:lnTo>
                  <a:lnTo>
                    <a:pt x="671666" y="1252326"/>
                  </a:lnTo>
                  <a:lnTo>
                    <a:pt x="671628" y="1252342"/>
                  </a:lnTo>
                  <a:lnTo>
                    <a:pt x="671612" y="1252356"/>
                  </a:lnTo>
                  <a:lnTo>
                    <a:pt x="671600" y="1252365"/>
                  </a:lnTo>
                  <a:lnTo>
                    <a:pt x="671581" y="1252384"/>
                  </a:lnTo>
                  <a:lnTo>
                    <a:pt x="671565" y="1252401"/>
                  </a:lnTo>
                  <a:lnTo>
                    <a:pt x="671552" y="1252420"/>
                  </a:lnTo>
                  <a:lnTo>
                    <a:pt x="671538" y="1252441"/>
                  </a:lnTo>
                  <a:lnTo>
                    <a:pt x="671523" y="1252459"/>
                  </a:lnTo>
                  <a:lnTo>
                    <a:pt x="671505" y="1252474"/>
                  </a:lnTo>
                  <a:lnTo>
                    <a:pt x="671489" y="1252489"/>
                  </a:lnTo>
                  <a:lnTo>
                    <a:pt x="671452" y="1252512"/>
                  </a:lnTo>
                  <a:lnTo>
                    <a:pt x="671408" y="1252535"/>
                  </a:lnTo>
                  <a:lnTo>
                    <a:pt x="671366" y="1252560"/>
                  </a:lnTo>
                  <a:lnTo>
                    <a:pt x="671344" y="1252580"/>
                  </a:lnTo>
                  <a:lnTo>
                    <a:pt x="671326" y="1252598"/>
                  </a:lnTo>
                  <a:lnTo>
                    <a:pt x="671313" y="1252614"/>
                  </a:lnTo>
                  <a:lnTo>
                    <a:pt x="671294" y="1252652"/>
                  </a:lnTo>
                  <a:lnTo>
                    <a:pt x="671277" y="1252676"/>
                  </a:lnTo>
                  <a:lnTo>
                    <a:pt x="671269" y="1252683"/>
                  </a:lnTo>
                  <a:lnTo>
                    <a:pt x="671249" y="1252688"/>
                  </a:lnTo>
                  <a:lnTo>
                    <a:pt x="671198" y="1252693"/>
                  </a:lnTo>
                  <a:lnTo>
                    <a:pt x="671156" y="1252695"/>
                  </a:lnTo>
                  <a:lnTo>
                    <a:pt x="671125" y="1252703"/>
                  </a:lnTo>
                  <a:lnTo>
                    <a:pt x="671092" y="1252708"/>
                  </a:lnTo>
                  <a:lnTo>
                    <a:pt x="671060" y="1252719"/>
                  </a:lnTo>
                  <a:lnTo>
                    <a:pt x="671038" y="1252717"/>
                  </a:lnTo>
                  <a:lnTo>
                    <a:pt x="671024" y="1252719"/>
                  </a:lnTo>
                  <a:lnTo>
                    <a:pt x="671005" y="1252728"/>
                  </a:lnTo>
                  <a:lnTo>
                    <a:pt x="670973" y="1252744"/>
                  </a:lnTo>
                  <a:lnTo>
                    <a:pt x="670939" y="1252757"/>
                  </a:lnTo>
                  <a:lnTo>
                    <a:pt x="670877" y="1252771"/>
                  </a:lnTo>
                  <a:lnTo>
                    <a:pt x="670827" y="1252785"/>
                  </a:lnTo>
                  <a:lnTo>
                    <a:pt x="670784" y="1252793"/>
                  </a:lnTo>
                  <a:lnTo>
                    <a:pt x="670767" y="1252800"/>
                  </a:lnTo>
                  <a:lnTo>
                    <a:pt x="670753" y="1252800"/>
                  </a:lnTo>
                  <a:lnTo>
                    <a:pt x="670734" y="1252799"/>
                  </a:lnTo>
                  <a:lnTo>
                    <a:pt x="670700" y="1252791"/>
                  </a:lnTo>
                  <a:lnTo>
                    <a:pt x="670674" y="1252783"/>
                  </a:lnTo>
                  <a:lnTo>
                    <a:pt x="670639" y="1252776"/>
                  </a:lnTo>
                  <a:lnTo>
                    <a:pt x="670592" y="1252774"/>
                  </a:lnTo>
                  <a:lnTo>
                    <a:pt x="670540" y="1252775"/>
                  </a:lnTo>
                  <a:lnTo>
                    <a:pt x="670486" y="1252778"/>
                  </a:lnTo>
                  <a:lnTo>
                    <a:pt x="670452" y="1252780"/>
                  </a:lnTo>
                  <a:lnTo>
                    <a:pt x="670396" y="1252784"/>
                  </a:lnTo>
                  <a:lnTo>
                    <a:pt x="670381" y="1252784"/>
                  </a:lnTo>
                  <a:lnTo>
                    <a:pt x="670361" y="1252791"/>
                  </a:lnTo>
                  <a:lnTo>
                    <a:pt x="670350" y="1252802"/>
                  </a:lnTo>
                  <a:lnTo>
                    <a:pt x="670340" y="1252817"/>
                  </a:lnTo>
                  <a:lnTo>
                    <a:pt x="670328" y="1252853"/>
                  </a:lnTo>
                  <a:lnTo>
                    <a:pt x="670319" y="1252877"/>
                  </a:lnTo>
                  <a:lnTo>
                    <a:pt x="670316" y="1252888"/>
                  </a:lnTo>
                  <a:lnTo>
                    <a:pt x="670314" y="1252904"/>
                  </a:lnTo>
                  <a:lnTo>
                    <a:pt x="670314" y="1252927"/>
                  </a:lnTo>
                  <a:lnTo>
                    <a:pt x="670316" y="1252957"/>
                  </a:lnTo>
                  <a:lnTo>
                    <a:pt x="670316" y="1252971"/>
                  </a:lnTo>
                  <a:lnTo>
                    <a:pt x="670315" y="1252989"/>
                  </a:lnTo>
                  <a:lnTo>
                    <a:pt x="670312" y="1253000"/>
                  </a:lnTo>
                  <a:lnTo>
                    <a:pt x="670297" y="1253050"/>
                  </a:lnTo>
                  <a:lnTo>
                    <a:pt x="670286" y="1253087"/>
                  </a:lnTo>
                  <a:lnTo>
                    <a:pt x="670269" y="1253149"/>
                  </a:lnTo>
                  <a:lnTo>
                    <a:pt x="670265" y="1253182"/>
                  </a:lnTo>
                  <a:lnTo>
                    <a:pt x="670251" y="1253261"/>
                  </a:lnTo>
                  <a:lnTo>
                    <a:pt x="670244" y="1253286"/>
                  </a:lnTo>
                  <a:lnTo>
                    <a:pt x="670234" y="1253307"/>
                  </a:lnTo>
                  <a:lnTo>
                    <a:pt x="670217" y="1253342"/>
                  </a:lnTo>
                  <a:lnTo>
                    <a:pt x="670208" y="1253372"/>
                  </a:lnTo>
                  <a:lnTo>
                    <a:pt x="670202" y="1253389"/>
                  </a:lnTo>
                  <a:lnTo>
                    <a:pt x="670200" y="1253407"/>
                  </a:lnTo>
                  <a:lnTo>
                    <a:pt x="670198" y="1253432"/>
                  </a:lnTo>
                  <a:lnTo>
                    <a:pt x="670193" y="1253464"/>
                  </a:lnTo>
                  <a:lnTo>
                    <a:pt x="670184" y="1253509"/>
                  </a:lnTo>
                  <a:lnTo>
                    <a:pt x="670181" y="1253536"/>
                  </a:lnTo>
                  <a:lnTo>
                    <a:pt x="670178" y="1253592"/>
                  </a:lnTo>
                  <a:lnTo>
                    <a:pt x="670176" y="1253633"/>
                  </a:lnTo>
                  <a:lnTo>
                    <a:pt x="670179" y="1253690"/>
                  </a:lnTo>
                  <a:lnTo>
                    <a:pt x="670182" y="1253732"/>
                  </a:lnTo>
                  <a:lnTo>
                    <a:pt x="670180" y="1253752"/>
                  </a:lnTo>
                  <a:lnTo>
                    <a:pt x="670179" y="1253761"/>
                  </a:lnTo>
                  <a:lnTo>
                    <a:pt x="670173" y="1253769"/>
                  </a:lnTo>
                  <a:lnTo>
                    <a:pt x="670164" y="1253777"/>
                  </a:lnTo>
                  <a:lnTo>
                    <a:pt x="670131" y="1253798"/>
                  </a:lnTo>
                  <a:lnTo>
                    <a:pt x="670089" y="1253815"/>
                  </a:lnTo>
                  <a:lnTo>
                    <a:pt x="670046" y="1253833"/>
                  </a:lnTo>
                  <a:lnTo>
                    <a:pt x="670024" y="1253842"/>
                  </a:lnTo>
                  <a:lnTo>
                    <a:pt x="670007" y="1253853"/>
                  </a:lnTo>
                  <a:lnTo>
                    <a:pt x="669988" y="1253870"/>
                  </a:lnTo>
                  <a:lnTo>
                    <a:pt x="669964" y="1253897"/>
                  </a:lnTo>
                  <a:lnTo>
                    <a:pt x="669937" y="1253942"/>
                  </a:lnTo>
                  <a:lnTo>
                    <a:pt x="669924" y="1253957"/>
                  </a:lnTo>
                  <a:lnTo>
                    <a:pt x="669910" y="1253971"/>
                  </a:lnTo>
                  <a:lnTo>
                    <a:pt x="669899" y="1253981"/>
                  </a:lnTo>
                  <a:lnTo>
                    <a:pt x="669876" y="1254001"/>
                  </a:lnTo>
                  <a:lnTo>
                    <a:pt x="669834" y="1254039"/>
                  </a:lnTo>
                  <a:lnTo>
                    <a:pt x="669802" y="1254058"/>
                  </a:lnTo>
                  <a:lnTo>
                    <a:pt x="669772" y="1254076"/>
                  </a:lnTo>
                  <a:lnTo>
                    <a:pt x="669767" y="1254081"/>
                  </a:lnTo>
                  <a:lnTo>
                    <a:pt x="669765" y="1254085"/>
                  </a:lnTo>
                  <a:lnTo>
                    <a:pt x="669766" y="1254102"/>
                  </a:lnTo>
                  <a:lnTo>
                    <a:pt x="669768" y="1254117"/>
                  </a:lnTo>
                  <a:lnTo>
                    <a:pt x="669783" y="1254165"/>
                  </a:lnTo>
                  <a:lnTo>
                    <a:pt x="669791" y="1254188"/>
                  </a:lnTo>
                  <a:lnTo>
                    <a:pt x="669800" y="1254234"/>
                  </a:lnTo>
                  <a:lnTo>
                    <a:pt x="669806" y="1254292"/>
                  </a:lnTo>
                  <a:lnTo>
                    <a:pt x="669810" y="1254344"/>
                  </a:lnTo>
                  <a:lnTo>
                    <a:pt x="669815" y="1254387"/>
                  </a:lnTo>
                  <a:lnTo>
                    <a:pt x="669815" y="1254426"/>
                  </a:lnTo>
                  <a:lnTo>
                    <a:pt x="669815" y="1254433"/>
                  </a:lnTo>
                  <a:lnTo>
                    <a:pt x="669801" y="1254441"/>
                  </a:lnTo>
                  <a:lnTo>
                    <a:pt x="669787" y="1254446"/>
                  </a:lnTo>
                  <a:lnTo>
                    <a:pt x="669749" y="1254460"/>
                  </a:lnTo>
                  <a:lnTo>
                    <a:pt x="669735" y="1254463"/>
                  </a:lnTo>
                  <a:lnTo>
                    <a:pt x="669716" y="1254473"/>
                  </a:lnTo>
                  <a:lnTo>
                    <a:pt x="669691" y="1254491"/>
                  </a:lnTo>
                  <a:lnTo>
                    <a:pt x="669650" y="1254523"/>
                  </a:lnTo>
                  <a:lnTo>
                    <a:pt x="669625" y="1254540"/>
                  </a:lnTo>
                  <a:lnTo>
                    <a:pt x="669599" y="1254559"/>
                  </a:lnTo>
                  <a:lnTo>
                    <a:pt x="669583" y="1254570"/>
                  </a:lnTo>
                  <a:lnTo>
                    <a:pt x="669553" y="1254604"/>
                  </a:lnTo>
                  <a:lnTo>
                    <a:pt x="669519" y="1254646"/>
                  </a:lnTo>
                  <a:lnTo>
                    <a:pt x="669502" y="1254666"/>
                  </a:lnTo>
                  <a:lnTo>
                    <a:pt x="669497" y="1254681"/>
                  </a:lnTo>
                  <a:lnTo>
                    <a:pt x="669496" y="1254696"/>
                  </a:lnTo>
                  <a:lnTo>
                    <a:pt x="669496" y="1254706"/>
                  </a:lnTo>
                  <a:lnTo>
                    <a:pt x="669503" y="1254722"/>
                  </a:lnTo>
                  <a:lnTo>
                    <a:pt x="669507" y="1254737"/>
                  </a:lnTo>
                  <a:lnTo>
                    <a:pt x="669512" y="1254747"/>
                  </a:lnTo>
                  <a:lnTo>
                    <a:pt x="669520" y="1254758"/>
                  </a:lnTo>
                  <a:lnTo>
                    <a:pt x="669544" y="1254778"/>
                  </a:lnTo>
                  <a:lnTo>
                    <a:pt x="669557" y="1254797"/>
                  </a:lnTo>
                  <a:lnTo>
                    <a:pt x="669567" y="1254827"/>
                  </a:lnTo>
                  <a:lnTo>
                    <a:pt x="669578" y="1254857"/>
                  </a:lnTo>
                  <a:lnTo>
                    <a:pt x="669586" y="1254886"/>
                  </a:lnTo>
                  <a:lnTo>
                    <a:pt x="669600" y="1254910"/>
                  </a:lnTo>
                  <a:lnTo>
                    <a:pt x="669611" y="1254926"/>
                  </a:lnTo>
                  <a:lnTo>
                    <a:pt x="669626" y="1254939"/>
                  </a:lnTo>
                  <a:lnTo>
                    <a:pt x="669640" y="1254951"/>
                  </a:lnTo>
                  <a:lnTo>
                    <a:pt x="669673" y="1254982"/>
                  </a:lnTo>
                  <a:lnTo>
                    <a:pt x="669690" y="1255001"/>
                  </a:lnTo>
                  <a:lnTo>
                    <a:pt x="669701" y="1255018"/>
                  </a:lnTo>
                  <a:lnTo>
                    <a:pt x="669718" y="1255049"/>
                  </a:lnTo>
                  <a:lnTo>
                    <a:pt x="669720" y="1255057"/>
                  </a:lnTo>
                  <a:lnTo>
                    <a:pt x="669720" y="1255062"/>
                  </a:lnTo>
                  <a:lnTo>
                    <a:pt x="669716" y="1255066"/>
                  </a:lnTo>
                  <a:lnTo>
                    <a:pt x="669709" y="1255072"/>
                  </a:lnTo>
                  <a:lnTo>
                    <a:pt x="669691" y="1255079"/>
                  </a:lnTo>
                  <a:lnTo>
                    <a:pt x="669674" y="1255080"/>
                  </a:lnTo>
                  <a:lnTo>
                    <a:pt x="669654" y="1255086"/>
                  </a:lnTo>
                  <a:lnTo>
                    <a:pt x="669608" y="1255105"/>
                  </a:lnTo>
                  <a:lnTo>
                    <a:pt x="669563" y="1255122"/>
                  </a:lnTo>
                  <a:lnTo>
                    <a:pt x="669528" y="1255133"/>
                  </a:lnTo>
                  <a:lnTo>
                    <a:pt x="669499" y="1255139"/>
                  </a:lnTo>
                  <a:lnTo>
                    <a:pt x="669439" y="1255155"/>
                  </a:lnTo>
                  <a:lnTo>
                    <a:pt x="669405" y="1255165"/>
                  </a:lnTo>
                  <a:lnTo>
                    <a:pt x="669373" y="1255179"/>
                  </a:lnTo>
                  <a:lnTo>
                    <a:pt x="669350" y="1255199"/>
                  </a:lnTo>
                  <a:lnTo>
                    <a:pt x="669331" y="1255218"/>
                  </a:lnTo>
                  <a:lnTo>
                    <a:pt x="669305" y="1255252"/>
                  </a:lnTo>
                  <a:lnTo>
                    <a:pt x="669277" y="1255292"/>
                  </a:lnTo>
                  <a:lnTo>
                    <a:pt x="669251" y="1255325"/>
                  </a:lnTo>
                  <a:lnTo>
                    <a:pt x="669230" y="1255361"/>
                  </a:lnTo>
                  <a:lnTo>
                    <a:pt x="669220" y="1255385"/>
                  </a:lnTo>
                  <a:lnTo>
                    <a:pt x="669212" y="1255415"/>
                  </a:lnTo>
                  <a:lnTo>
                    <a:pt x="669209" y="1255424"/>
                  </a:lnTo>
                  <a:lnTo>
                    <a:pt x="669203" y="1255426"/>
                  </a:lnTo>
                  <a:lnTo>
                    <a:pt x="669190" y="1255432"/>
                  </a:lnTo>
                  <a:lnTo>
                    <a:pt x="669163" y="1255436"/>
                  </a:lnTo>
                  <a:lnTo>
                    <a:pt x="669097" y="1255454"/>
                  </a:lnTo>
                  <a:lnTo>
                    <a:pt x="669075" y="1255455"/>
                  </a:lnTo>
                  <a:lnTo>
                    <a:pt x="669038" y="1255454"/>
                  </a:lnTo>
                  <a:lnTo>
                    <a:pt x="669001" y="1255452"/>
                  </a:lnTo>
                  <a:lnTo>
                    <a:pt x="668978" y="1255452"/>
                  </a:lnTo>
                  <a:lnTo>
                    <a:pt x="668960" y="1255454"/>
                  </a:lnTo>
                  <a:lnTo>
                    <a:pt x="668954" y="1255459"/>
                  </a:lnTo>
                  <a:lnTo>
                    <a:pt x="668942" y="1255473"/>
                  </a:lnTo>
                  <a:lnTo>
                    <a:pt x="668936" y="1255498"/>
                  </a:lnTo>
                  <a:lnTo>
                    <a:pt x="668937" y="1255527"/>
                  </a:lnTo>
                  <a:lnTo>
                    <a:pt x="668933" y="1255540"/>
                  </a:lnTo>
                  <a:lnTo>
                    <a:pt x="668919" y="1255564"/>
                  </a:lnTo>
                  <a:lnTo>
                    <a:pt x="668879" y="1255600"/>
                  </a:lnTo>
                  <a:lnTo>
                    <a:pt x="668828" y="1255641"/>
                  </a:lnTo>
                  <a:lnTo>
                    <a:pt x="668812" y="1255652"/>
                  </a:lnTo>
                  <a:lnTo>
                    <a:pt x="668792" y="1255667"/>
                  </a:lnTo>
                  <a:lnTo>
                    <a:pt x="668762" y="1255699"/>
                  </a:lnTo>
                  <a:lnTo>
                    <a:pt x="668742" y="1255718"/>
                  </a:lnTo>
                  <a:lnTo>
                    <a:pt x="668701" y="1255763"/>
                  </a:lnTo>
                  <a:lnTo>
                    <a:pt x="668670" y="1255794"/>
                  </a:lnTo>
                  <a:lnTo>
                    <a:pt x="668648" y="1255823"/>
                  </a:lnTo>
                  <a:lnTo>
                    <a:pt x="668628" y="1255841"/>
                  </a:lnTo>
                  <a:lnTo>
                    <a:pt x="668606" y="1255863"/>
                  </a:lnTo>
                  <a:lnTo>
                    <a:pt x="668553" y="1255908"/>
                  </a:lnTo>
                  <a:lnTo>
                    <a:pt x="668523" y="1255928"/>
                  </a:lnTo>
                  <a:lnTo>
                    <a:pt x="668491" y="1255941"/>
                  </a:lnTo>
                  <a:lnTo>
                    <a:pt x="668450" y="1255946"/>
                  </a:lnTo>
                  <a:lnTo>
                    <a:pt x="668433" y="1255949"/>
                  </a:lnTo>
                  <a:lnTo>
                    <a:pt x="668405" y="1255954"/>
                  </a:lnTo>
                  <a:lnTo>
                    <a:pt x="668375" y="1255968"/>
                  </a:lnTo>
                  <a:lnTo>
                    <a:pt x="668349" y="1255989"/>
                  </a:lnTo>
                  <a:lnTo>
                    <a:pt x="668331" y="1256003"/>
                  </a:lnTo>
                  <a:lnTo>
                    <a:pt x="668271" y="1256063"/>
                  </a:lnTo>
                  <a:lnTo>
                    <a:pt x="668245" y="1256102"/>
                  </a:lnTo>
                  <a:lnTo>
                    <a:pt x="668220" y="1256146"/>
                  </a:lnTo>
                  <a:lnTo>
                    <a:pt x="668207" y="1256178"/>
                  </a:lnTo>
                  <a:lnTo>
                    <a:pt x="668175" y="1256216"/>
                  </a:lnTo>
                  <a:lnTo>
                    <a:pt x="668152" y="1256245"/>
                  </a:lnTo>
                  <a:lnTo>
                    <a:pt x="668114" y="1256288"/>
                  </a:lnTo>
                  <a:lnTo>
                    <a:pt x="668073" y="1256336"/>
                  </a:lnTo>
                  <a:lnTo>
                    <a:pt x="668049" y="1256366"/>
                  </a:lnTo>
                  <a:lnTo>
                    <a:pt x="668024" y="1256393"/>
                  </a:lnTo>
                  <a:lnTo>
                    <a:pt x="667995" y="1256433"/>
                  </a:lnTo>
                  <a:lnTo>
                    <a:pt x="667971" y="1256466"/>
                  </a:lnTo>
                  <a:lnTo>
                    <a:pt x="667958" y="1256486"/>
                  </a:lnTo>
                  <a:lnTo>
                    <a:pt x="667954" y="1256500"/>
                  </a:lnTo>
                  <a:lnTo>
                    <a:pt x="667954" y="1256518"/>
                  </a:lnTo>
                  <a:lnTo>
                    <a:pt x="667957" y="1256551"/>
                  </a:lnTo>
                  <a:lnTo>
                    <a:pt x="667963" y="1256570"/>
                  </a:lnTo>
                  <a:lnTo>
                    <a:pt x="667976" y="1256590"/>
                  </a:lnTo>
                  <a:lnTo>
                    <a:pt x="667999" y="1256615"/>
                  </a:lnTo>
                  <a:lnTo>
                    <a:pt x="668033" y="1256638"/>
                  </a:lnTo>
                  <a:lnTo>
                    <a:pt x="668054" y="1256657"/>
                  </a:lnTo>
                  <a:lnTo>
                    <a:pt x="668060" y="1256666"/>
                  </a:lnTo>
                  <a:lnTo>
                    <a:pt x="668062" y="1256675"/>
                  </a:lnTo>
                  <a:lnTo>
                    <a:pt x="668061" y="1256686"/>
                  </a:lnTo>
                  <a:lnTo>
                    <a:pt x="668056" y="1256703"/>
                  </a:lnTo>
                  <a:lnTo>
                    <a:pt x="668031" y="1256761"/>
                  </a:lnTo>
                  <a:lnTo>
                    <a:pt x="668005" y="1256807"/>
                  </a:lnTo>
                  <a:lnTo>
                    <a:pt x="667988" y="1256844"/>
                  </a:lnTo>
                  <a:lnTo>
                    <a:pt x="667969" y="1256878"/>
                  </a:lnTo>
                  <a:lnTo>
                    <a:pt x="667962" y="1256891"/>
                  </a:lnTo>
                  <a:lnTo>
                    <a:pt x="667952" y="1256896"/>
                  </a:lnTo>
                  <a:lnTo>
                    <a:pt x="667924" y="1256898"/>
                  </a:lnTo>
                  <a:lnTo>
                    <a:pt x="667904" y="1256899"/>
                  </a:lnTo>
                  <a:lnTo>
                    <a:pt x="667888" y="1256904"/>
                  </a:lnTo>
                  <a:lnTo>
                    <a:pt x="667857" y="1256918"/>
                  </a:lnTo>
                  <a:lnTo>
                    <a:pt x="667835" y="1256926"/>
                  </a:lnTo>
                  <a:lnTo>
                    <a:pt x="667806" y="1256937"/>
                  </a:lnTo>
                  <a:lnTo>
                    <a:pt x="667716" y="1256981"/>
                  </a:lnTo>
                  <a:lnTo>
                    <a:pt x="667665" y="1257007"/>
                  </a:lnTo>
                  <a:lnTo>
                    <a:pt x="667623" y="1257023"/>
                  </a:lnTo>
                  <a:lnTo>
                    <a:pt x="667589" y="1257028"/>
                  </a:lnTo>
                  <a:lnTo>
                    <a:pt x="667547" y="1257034"/>
                  </a:lnTo>
                  <a:lnTo>
                    <a:pt x="667505" y="1257048"/>
                  </a:lnTo>
                  <a:lnTo>
                    <a:pt x="667475" y="1257068"/>
                  </a:lnTo>
                  <a:lnTo>
                    <a:pt x="667454" y="1257091"/>
                  </a:lnTo>
                  <a:lnTo>
                    <a:pt x="667453" y="1257101"/>
                  </a:lnTo>
                  <a:lnTo>
                    <a:pt x="667453" y="1257111"/>
                  </a:lnTo>
                  <a:lnTo>
                    <a:pt x="667461" y="1257137"/>
                  </a:lnTo>
                  <a:lnTo>
                    <a:pt x="667496" y="1257186"/>
                  </a:lnTo>
                  <a:lnTo>
                    <a:pt x="667542" y="1257221"/>
                  </a:lnTo>
                  <a:lnTo>
                    <a:pt x="667570" y="1257242"/>
                  </a:lnTo>
                  <a:lnTo>
                    <a:pt x="667576" y="1257265"/>
                  </a:lnTo>
                  <a:lnTo>
                    <a:pt x="667576" y="1257326"/>
                  </a:lnTo>
                  <a:lnTo>
                    <a:pt x="667576" y="1257373"/>
                  </a:lnTo>
                  <a:lnTo>
                    <a:pt x="667576" y="1257424"/>
                  </a:lnTo>
                  <a:lnTo>
                    <a:pt x="667575" y="1257460"/>
                  </a:lnTo>
                  <a:lnTo>
                    <a:pt x="667559" y="1257497"/>
                  </a:lnTo>
                  <a:lnTo>
                    <a:pt x="667545" y="1257528"/>
                  </a:lnTo>
                  <a:lnTo>
                    <a:pt x="667538" y="1257557"/>
                  </a:lnTo>
                  <a:lnTo>
                    <a:pt x="667533" y="1257591"/>
                  </a:lnTo>
                  <a:lnTo>
                    <a:pt x="667513" y="1257660"/>
                  </a:lnTo>
                  <a:lnTo>
                    <a:pt x="667493" y="1257710"/>
                  </a:lnTo>
                  <a:lnTo>
                    <a:pt x="667479" y="1257756"/>
                  </a:lnTo>
                  <a:lnTo>
                    <a:pt x="667460" y="1257792"/>
                  </a:lnTo>
                  <a:lnTo>
                    <a:pt x="667416" y="1257875"/>
                  </a:lnTo>
                  <a:lnTo>
                    <a:pt x="667396" y="1257921"/>
                  </a:lnTo>
                  <a:lnTo>
                    <a:pt x="667384" y="1257936"/>
                  </a:lnTo>
                  <a:lnTo>
                    <a:pt x="667374" y="1257943"/>
                  </a:lnTo>
                  <a:lnTo>
                    <a:pt x="667358" y="1257949"/>
                  </a:lnTo>
                  <a:lnTo>
                    <a:pt x="667336" y="1257951"/>
                  </a:lnTo>
                  <a:lnTo>
                    <a:pt x="667327" y="1257952"/>
                  </a:lnTo>
                  <a:lnTo>
                    <a:pt x="667325" y="1257958"/>
                  </a:lnTo>
                  <a:lnTo>
                    <a:pt x="667328" y="1257964"/>
                  </a:lnTo>
                  <a:lnTo>
                    <a:pt x="667337" y="1257972"/>
                  </a:lnTo>
                  <a:lnTo>
                    <a:pt x="667411" y="1258016"/>
                  </a:lnTo>
                  <a:lnTo>
                    <a:pt x="667445" y="1258034"/>
                  </a:lnTo>
                  <a:lnTo>
                    <a:pt x="667487" y="1258050"/>
                  </a:lnTo>
                  <a:lnTo>
                    <a:pt x="667512" y="1258072"/>
                  </a:lnTo>
                  <a:lnTo>
                    <a:pt x="667548" y="1258110"/>
                  </a:lnTo>
                  <a:lnTo>
                    <a:pt x="667585" y="1258161"/>
                  </a:lnTo>
                  <a:lnTo>
                    <a:pt x="667609" y="1258195"/>
                  </a:lnTo>
                  <a:lnTo>
                    <a:pt x="667642" y="1258246"/>
                  </a:lnTo>
                  <a:lnTo>
                    <a:pt x="667661" y="1258272"/>
                  </a:lnTo>
                  <a:lnTo>
                    <a:pt x="667682" y="1258297"/>
                  </a:lnTo>
                  <a:lnTo>
                    <a:pt x="667700" y="1258310"/>
                  </a:lnTo>
                  <a:lnTo>
                    <a:pt x="667725" y="1258314"/>
                  </a:lnTo>
                  <a:lnTo>
                    <a:pt x="667752" y="1258312"/>
                  </a:lnTo>
                  <a:lnTo>
                    <a:pt x="667789" y="1258302"/>
                  </a:lnTo>
                  <a:lnTo>
                    <a:pt x="667810" y="1258300"/>
                  </a:lnTo>
                  <a:lnTo>
                    <a:pt x="667840" y="1258302"/>
                  </a:lnTo>
                  <a:lnTo>
                    <a:pt x="667878" y="1258317"/>
                  </a:lnTo>
                  <a:lnTo>
                    <a:pt x="667898" y="1258331"/>
                  </a:lnTo>
                  <a:lnTo>
                    <a:pt x="667920" y="1258357"/>
                  </a:lnTo>
                  <a:lnTo>
                    <a:pt x="667935" y="1258393"/>
                  </a:lnTo>
                  <a:lnTo>
                    <a:pt x="667950" y="1258413"/>
                  </a:lnTo>
                  <a:lnTo>
                    <a:pt x="667968" y="1258434"/>
                  </a:lnTo>
                  <a:lnTo>
                    <a:pt x="667999" y="1258451"/>
                  </a:lnTo>
                  <a:lnTo>
                    <a:pt x="668041" y="1258471"/>
                  </a:lnTo>
                  <a:lnTo>
                    <a:pt x="668100" y="1258489"/>
                  </a:lnTo>
                  <a:lnTo>
                    <a:pt x="668131" y="1258498"/>
                  </a:lnTo>
                  <a:lnTo>
                    <a:pt x="668135" y="1258504"/>
                  </a:lnTo>
                  <a:lnTo>
                    <a:pt x="668136" y="1258515"/>
                  </a:lnTo>
                  <a:lnTo>
                    <a:pt x="668135" y="1258532"/>
                  </a:lnTo>
                  <a:lnTo>
                    <a:pt x="668135" y="1258548"/>
                  </a:lnTo>
                  <a:lnTo>
                    <a:pt x="668143" y="1258566"/>
                  </a:lnTo>
                  <a:lnTo>
                    <a:pt x="668167" y="1258602"/>
                  </a:lnTo>
                  <a:lnTo>
                    <a:pt x="668203" y="1258638"/>
                  </a:lnTo>
                  <a:lnTo>
                    <a:pt x="668239" y="1258672"/>
                  </a:lnTo>
                  <a:lnTo>
                    <a:pt x="668284" y="1258714"/>
                  </a:lnTo>
                  <a:lnTo>
                    <a:pt x="668295" y="1258729"/>
                  </a:lnTo>
                  <a:lnTo>
                    <a:pt x="668305" y="1258747"/>
                  </a:lnTo>
                  <a:lnTo>
                    <a:pt x="668310" y="1258785"/>
                  </a:lnTo>
                  <a:lnTo>
                    <a:pt x="668306" y="1258809"/>
                  </a:lnTo>
                  <a:lnTo>
                    <a:pt x="668300" y="1258825"/>
                  </a:lnTo>
                  <a:lnTo>
                    <a:pt x="668282" y="1258846"/>
                  </a:lnTo>
                  <a:lnTo>
                    <a:pt x="668270" y="1258860"/>
                  </a:lnTo>
                  <a:lnTo>
                    <a:pt x="668263" y="1258872"/>
                  </a:lnTo>
                  <a:lnTo>
                    <a:pt x="668263" y="1258882"/>
                  </a:lnTo>
                  <a:lnTo>
                    <a:pt x="668263" y="1258894"/>
                  </a:lnTo>
                  <a:lnTo>
                    <a:pt x="668273" y="1258912"/>
                  </a:lnTo>
                  <a:lnTo>
                    <a:pt x="668301" y="1258936"/>
                  </a:lnTo>
                  <a:lnTo>
                    <a:pt x="668370" y="1258975"/>
                  </a:lnTo>
                  <a:lnTo>
                    <a:pt x="668419" y="1259013"/>
                  </a:lnTo>
                  <a:lnTo>
                    <a:pt x="668456" y="1259052"/>
                  </a:lnTo>
                  <a:lnTo>
                    <a:pt x="668484" y="1259080"/>
                  </a:lnTo>
                  <a:lnTo>
                    <a:pt x="668490" y="1259097"/>
                  </a:lnTo>
                  <a:lnTo>
                    <a:pt x="668488" y="1259116"/>
                  </a:lnTo>
                  <a:lnTo>
                    <a:pt x="668483" y="1259134"/>
                  </a:lnTo>
                  <a:lnTo>
                    <a:pt x="668457" y="1259176"/>
                  </a:lnTo>
                  <a:lnTo>
                    <a:pt x="668432" y="1259199"/>
                  </a:lnTo>
                  <a:lnTo>
                    <a:pt x="668407" y="1259226"/>
                  </a:lnTo>
                  <a:lnTo>
                    <a:pt x="668387" y="1259249"/>
                  </a:lnTo>
                  <a:lnTo>
                    <a:pt x="668357" y="1259273"/>
                  </a:lnTo>
                  <a:lnTo>
                    <a:pt x="668350" y="1259287"/>
                  </a:lnTo>
                  <a:lnTo>
                    <a:pt x="668352" y="1259297"/>
                  </a:lnTo>
                  <a:lnTo>
                    <a:pt x="668370" y="1259319"/>
                  </a:lnTo>
                  <a:lnTo>
                    <a:pt x="668413" y="1259358"/>
                  </a:lnTo>
                  <a:lnTo>
                    <a:pt x="668445" y="1259387"/>
                  </a:lnTo>
                  <a:lnTo>
                    <a:pt x="668518" y="1259412"/>
                  </a:lnTo>
                  <a:lnTo>
                    <a:pt x="668590" y="1259442"/>
                  </a:lnTo>
                  <a:lnTo>
                    <a:pt x="668639" y="1259454"/>
                  </a:lnTo>
                  <a:lnTo>
                    <a:pt x="668666" y="1259455"/>
                  </a:lnTo>
                  <a:lnTo>
                    <a:pt x="668690" y="1259461"/>
                  </a:lnTo>
                  <a:lnTo>
                    <a:pt x="668728" y="1259472"/>
                  </a:lnTo>
                  <a:lnTo>
                    <a:pt x="668754" y="1259488"/>
                  </a:lnTo>
                  <a:lnTo>
                    <a:pt x="668799" y="1259520"/>
                  </a:lnTo>
                  <a:lnTo>
                    <a:pt x="668831" y="1259552"/>
                  </a:lnTo>
                  <a:lnTo>
                    <a:pt x="668845" y="1259582"/>
                  </a:lnTo>
                  <a:lnTo>
                    <a:pt x="668849" y="1259607"/>
                  </a:lnTo>
                  <a:lnTo>
                    <a:pt x="668851" y="1259661"/>
                  </a:lnTo>
                  <a:lnTo>
                    <a:pt x="668853" y="1259688"/>
                  </a:lnTo>
                  <a:lnTo>
                    <a:pt x="668853" y="1259707"/>
                  </a:lnTo>
                  <a:lnTo>
                    <a:pt x="668851" y="1259749"/>
                  </a:lnTo>
                  <a:lnTo>
                    <a:pt x="668858" y="1259776"/>
                  </a:lnTo>
                  <a:lnTo>
                    <a:pt x="668870" y="1259816"/>
                  </a:lnTo>
                  <a:lnTo>
                    <a:pt x="668880" y="1259847"/>
                  </a:lnTo>
                  <a:lnTo>
                    <a:pt x="668884" y="1259872"/>
                  </a:lnTo>
                  <a:lnTo>
                    <a:pt x="668880" y="1259880"/>
                  </a:lnTo>
                  <a:lnTo>
                    <a:pt x="668866" y="1259895"/>
                  </a:lnTo>
                  <a:lnTo>
                    <a:pt x="668846" y="1259915"/>
                  </a:lnTo>
                  <a:lnTo>
                    <a:pt x="668825" y="1259932"/>
                  </a:lnTo>
                  <a:lnTo>
                    <a:pt x="668771" y="1259966"/>
                  </a:lnTo>
                  <a:lnTo>
                    <a:pt x="668745" y="1259984"/>
                  </a:lnTo>
                  <a:lnTo>
                    <a:pt x="668729" y="1260008"/>
                  </a:lnTo>
                  <a:lnTo>
                    <a:pt x="668717" y="1260028"/>
                  </a:lnTo>
                  <a:lnTo>
                    <a:pt x="668714" y="1260043"/>
                  </a:lnTo>
                  <a:lnTo>
                    <a:pt x="668713" y="1260061"/>
                  </a:lnTo>
                  <a:lnTo>
                    <a:pt x="668710" y="1260130"/>
                  </a:lnTo>
                  <a:lnTo>
                    <a:pt x="668708" y="1260154"/>
                  </a:lnTo>
                  <a:lnTo>
                    <a:pt x="668712" y="1260185"/>
                  </a:lnTo>
                  <a:lnTo>
                    <a:pt x="668708" y="1260205"/>
                  </a:lnTo>
                  <a:lnTo>
                    <a:pt x="668701" y="1260226"/>
                  </a:lnTo>
                  <a:lnTo>
                    <a:pt x="668692" y="1260245"/>
                  </a:lnTo>
                  <a:lnTo>
                    <a:pt x="668682" y="1260260"/>
                  </a:lnTo>
                  <a:lnTo>
                    <a:pt x="668663" y="1260276"/>
                  </a:lnTo>
                  <a:lnTo>
                    <a:pt x="668612" y="1260313"/>
                  </a:lnTo>
                  <a:lnTo>
                    <a:pt x="668587" y="1260328"/>
                  </a:lnTo>
                  <a:lnTo>
                    <a:pt x="668561" y="1260341"/>
                  </a:lnTo>
                  <a:lnTo>
                    <a:pt x="668545" y="1260349"/>
                  </a:lnTo>
                  <a:lnTo>
                    <a:pt x="668530" y="1260359"/>
                  </a:lnTo>
                  <a:lnTo>
                    <a:pt x="668526" y="1260366"/>
                  </a:lnTo>
                  <a:lnTo>
                    <a:pt x="668517" y="1260383"/>
                  </a:lnTo>
                  <a:lnTo>
                    <a:pt x="668502" y="1260420"/>
                  </a:lnTo>
                  <a:lnTo>
                    <a:pt x="668494" y="1260444"/>
                  </a:lnTo>
                  <a:lnTo>
                    <a:pt x="668481" y="1260473"/>
                  </a:lnTo>
                  <a:lnTo>
                    <a:pt x="668464" y="1260507"/>
                  </a:lnTo>
                  <a:lnTo>
                    <a:pt x="668463" y="1260519"/>
                  </a:lnTo>
                  <a:lnTo>
                    <a:pt x="668463" y="1260532"/>
                  </a:lnTo>
                  <a:lnTo>
                    <a:pt x="668467" y="1260547"/>
                  </a:lnTo>
                  <a:lnTo>
                    <a:pt x="668476" y="1260570"/>
                  </a:lnTo>
                  <a:lnTo>
                    <a:pt x="668477" y="1260581"/>
                  </a:lnTo>
                  <a:lnTo>
                    <a:pt x="668477" y="1260599"/>
                  </a:lnTo>
                  <a:lnTo>
                    <a:pt x="668471" y="1260608"/>
                  </a:lnTo>
                  <a:lnTo>
                    <a:pt x="668432" y="1260658"/>
                  </a:lnTo>
                  <a:lnTo>
                    <a:pt x="668419" y="1260683"/>
                  </a:lnTo>
                  <a:lnTo>
                    <a:pt x="668412" y="1260699"/>
                  </a:lnTo>
                  <a:lnTo>
                    <a:pt x="668404" y="1260714"/>
                  </a:lnTo>
                  <a:lnTo>
                    <a:pt x="668391" y="1260728"/>
                  </a:lnTo>
                  <a:lnTo>
                    <a:pt x="668376" y="1260746"/>
                  </a:lnTo>
                  <a:lnTo>
                    <a:pt x="668350" y="1260759"/>
                  </a:lnTo>
                  <a:lnTo>
                    <a:pt x="668323" y="1260777"/>
                  </a:lnTo>
                  <a:lnTo>
                    <a:pt x="668281" y="1260798"/>
                  </a:lnTo>
                  <a:lnTo>
                    <a:pt x="668259" y="1260810"/>
                  </a:lnTo>
                  <a:lnTo>
                    <a:pt x="668235" y="1260819"/>
                  </a:lnTo>
                  <a:lnTo>
                    <a:pt x="668189" y="1260825"/>
                  </a:lnTo>
                  <a:lnTo>
                    <a:pt x="668139" y="1260835"/>
                  </a:lnTo>
                  <a:lnTo>
                    <a:pt x="668106" y="1260850"/>
                  </a:lnTo>
                  <a:lnTo>
                    <a:pt x="668053" y="1260868"/>
                  </a:lnTo>
                  <a:lnTo>
                    <a:pt x="668015" y="1260882"/>
                  </a:lnTo>
                  <a:lnTo>
                    <a:pt x="667961" y="1260894"/>
                  </a:lnTo>
                  <a:lnTo>
                    <a:pt x="667921" y="1260901"/>
                  </a:lnTo>
                  <a:lnTo>
                    <a:pt x="667871" y="1260903"/>
                  </a:lnTo>
                  <a:lnTo>
                    <a:pt x="667809" y="1260908"/>
                  </a:lnTo>
                  <a:lnTo>
                    <a:pt x="667785" y="1260913"/>
                  </a:lnTo>
                  <a:lnTo>
                    <a:pt x="667764" y="1260920"/>
                  </a:lnTo>
                  <a:lnTo>
                    <a:pt x="667756" y="1260930"/>
                  </a:lnTo>
                  <a:lnTo>
                    <a:pt x="667753" y="1260954"/>
                  </a:lnTo>
                  <a:lnTo>
                    <a:pt x="667748" y="1260981"/>
                  </a:lnTo>
                  <a:lnTo>
                    <a:pt x="667736" y="1261006"/>
                  </a:lnTo>
                  <a:lnTo>
                    <a:pt x="667715" y="1261041"/>
                  </a:lnTo>
                  <a:lnTo>
                    <a:pt x="667694" y="1261064"/>
                  </a:lnTo>
                  <a:lnTo>
                    <a:pt x="667669" y="1261084"/>
                  </a:lnTo>
                  <a:lnTo>
                    <a:pt x="667652" y="1261100"/>
                  </a:lnTo>
                  <a:lnTo>
                    <a:pt x="667644" y="1261113"/>
                  </a:lnTo>
                  <a:lnTo>
                    <a:pt x="667627" y="1261173"/>
                  </a:lnTo>
                  <a:lnTo>
                    <a:pt x="667615" y="1261202"/>
                  </a:lnTo>
                  <a:lnTo>
                    <a:pt x="667598" y="1261246"/>
                  </a:lnTo>
                  <a:lnTo>
                    <a:pt x="667581" y="1261269"/>
                  </a:lnTo>
                  <a:lnTo>
                    <a:pt x="667551" y="1261294"/>
                  </a:lnTo>
                  <a:lnTo>
                    <a:pt x="667512" y="1261318"/>
                  </a:lnTo>
                  <a:lnTo>
                    <a:pt x="667484" y="1261345"/>
                  </a:lnTo>
                  <a:lnTo>
                    <a:pt x="667444" y="1261379"/>
                  </a:lnTo>
                  <a:lnTo>
                    <a:pt x="667411" y="1261409"/>
                  </a:lnTo>
                  <a:lnTo>
                    <a:pt x="667391" y="1261421"/>
                  </a:lnTo>
                  <a:lnTo>
                    <a:pt x="667359" y="1261427"/>
                  </a:lnTo>
                  <a:lnTo>
                    <a:pt x="667294" y="1261435"/>
                  </a:lnTo>
                  <a:lnTo>
                    <a:pt x="667232" y="1261446"/>
                  </a:lnTo>
                  <a:lnTo>
                    <a:pt x="667178" y="1261459"/>
                  </a:lnTo>
                  <a:lnTo>
                    <a:pt x="667095" y="1261485"/>
                  </a:lnTo>
                  <a:lnTo>
                    <a:pt x="667063" y="1261492"/>
                  </a:lnTo>
                  <a:lnTo>
                    <a:pt x="667037" y="1261495"/>
                  </a:lnTo>
                  <a:lnTo>
                    <a:pt x="667028" y="1261495"/>
                  </a:lnTo>
                  <a:lnTo>
                    <a:pt x="667011" y="1261488"/>
                  </a:lnTo>
                  <a:lnTo>
                    <a:pt x="666966" y="1261447"/>
                  </a:lnTo>
                  <a:lnTo>
                    <a:pt x="666914" y="1261401"/>
                  </a:lnTo>
                  <a:lnTo>
                    <a:pt x="666901" y="1261385"/>
                  </a:lnTo>
                  <a:lnTo>
                    <a:pt x="666891" y="1261380"/>
                  </a:lnTo>
                  <a:lnTo>
                    <a:pt x="666880" y="1261375"/>
                  </a:lnTo>
                  <a:lnTo>
                    <a:pt x="666872" y="1261375"/>
                  </a:lnTo>
                  <a:lnTo>
                    <a:pt x="666850" y="1261383"/>
                  </a:lnTo>
                  <a:lnTo>
                    <a:pt x="666820" y="1261404"/>
                  </a:lnTo>
                  <a:lnTo>
                    <a:pt x="666764" y="1261450"/>
                  </a:lnTo>
                  <a:lnTo>
                    <a:pt x="666736" y="1261486"/>
                  </a:lnTo>
                  <a:lnTo>
                    <a:pt x="666704" y="1261524"/>
                  </a:lnTo>
                  <a:lnTo>
                    <a:pt x="666686" y="1261541"/>
                  </a:lnTo>
                  <a:lnTo>
                    <a:pt x="666664" y="1261555"/>
                  </a:lnTo>
                  <a:lnTo>
                    <a:pt x="666640" y="1261564"/>
                  </a:lnTo>
                  <a:lnTo>
                    <a:pt x="666598" y="1261582"/>
                  </a:lnTo>
                  <a:lnTo>
                    <a:pt x="666591" y="1261596"/>
                  </a:lnTo>
                  <a:lnTo>
                    <a:pt x="666581" y="1261619"/>
                  </a:lnTo>
                  <a:lnTo>
                    <a:pt x="666570" y="1261644"/>
                  </a:lnTo>
                  <a:lnTo>
                    <a:pt x="666556" y="1261668"/>
                  </a:lnTo>
                  <a:lnTo>
                    <a:pt x="666531" y="1261693"/>
                  </a:lnTo>
                  <a:lnTo>
                    <a:pt x="666501" y="1261722"/>
                  </a:lnTo>
                  <a:lnTo>
                    <a:pt x="666479" y="1261746"/>
                  </a:lnTo>
                  <a:lnTo>
                    <a:pt x="666456" y="1261772"/>
                  </a:lnTo>
                  <a:lnTo>
                    <a:pt x="666452" y="1261783"/>
                  </a:lnTo>
                  <a:lnTo>
                    <a:pt x="666452" y="1261796"/>
                  </a:lnTo>
                  <a:lnTo>
                    <a:pt x="666467" y="1261829"/>
                  </a:lnTo>
                  <a:lnTo>
                    <a:pt x="666491" y="1261880"/>
                  </a:lnTo>
                  <a:lnTo>
                    <a:pt x="666504" y="1261913"/>
                  </a:lnTo>
                  <a:lnTo>
                    <a:pt x="666517" y="1261928"/>
                  </a:lnTo>
                  <a:lnTo>
                    <a:pt x="666519" y="1261936"/>
                  </a:lnTo>
                  <a:lnTo>
                    <a:pt x="666516" y="1261949"/>
                  </a:lnTo>
                  <a:lnTo>
                    <a:pt x="666508" y="1261962"/>
                  </a:lnTo>
                  <a:lnTo>
                    <a:pt x="666487" y="1261980"/>
                  </a:lnTo>
                  <a:lnTo>
                    <a:pt x="666446" y="1262020"/>
                  </a:lnTo>
                  <a:lnTo>
                    <a:pt x="666396" y="1262066"/>
                  </a:lnTo>
                  <a:lnTo>
                    <a:pt x="666385" y="1262086"/>
                  </a:lnTo>
                  <a:lnTo>
                    <a:pt x="666378" y="1262104"/>
                  </a:lnTo>
                  <a:lnTo>
                    <a:pt x="666372" y="1262131"/>
                  </a:lnTo>
                  <a:lnTo>
                    <a:pt x="666359" y="1262178"/>
                  </a:lnTo>
                  <a:lnTo>
                    <a:pt x="666349" y="1262224"/>
                  </a:lnTo>
                  <a:lnTo>
                    <a:pt x="666348" y="1262249"/>
                  </a:lnTo>
                  <a:lnTo>
                    <a:pt x="666341" y="1262299"/>
                  </a:lnTo>
                  <a:lnTo>
                    <a:pt x="666337" y="1262338"/>
                  </a:lnTo>
                  <a:lnTo>
                    <a:pt x="666335" y="1262350"/>
                  </a:lnTo>
                  <a:lnTo>
                    <a:pt x="666338" y="1262359"/>
                  </a:lnTo>
                  <a:lnTo>
                    <a:pt x="666367" y="1262379"/>
                  </a:lnTo>
                  <a:lnTo>
                    <a:pt x="666429" y="1262439"/>
                  </a:lnTo>
                  <a:lnTo>
                    <a:pt x="666465" y="1262483"/>
                  </a:lnTo>
                  <a:lnTo>
                    <a:pt x="666489" y="1262497"/>
                  </a:lnTo>
                  <a:lnTo>
                    <a:pt x="666517" y="1262500"/>
                  </a:lnTo>
                  <a:lnTo>
                    <a:pt x="666580" y="1262518"/>
                  </a:lnTo>
                  <a:lnTo>
                    <a:pt x="666613" y="1262538"/>
                  </a:lnTo>
                  <a:lnTo>
                    <a:pt x="666625" y="1262556"/>
                  </a:lnTo>
                  <a:lnTo>
                    <a:pt x="666634" y="1262576"/>
                  </a:lnTo>
                  <a:lnTo>
                    <a:pt x="666636" y="1262595"/>
                  </a:lnTo>
                  <a:lnTo>
                    <a:pt x="666628" y="1262639"/>
                  </a:lnTo>
                  <a:lnTo>
                    <a:pt x="666610" y="1262682"/>
                  </a:lnTo>
                  <a:lnTo>
                    <a:pt x="666574" y="1262742"/>
                  </a:lnTo>
                  <a:lnTo>
                    <a:pt x="666553" y="1262772"/>
                  </a:lnTo>
                  <a:lnTo>
                    <a:pt x="666522" y="1262815"/>
                  </a:lnTo>
                  <a:lnTo>
                    <a:pt x="666491" y="1262843"/>
                  </a:lnTo>
                  <a:lnTo>
                    <a:pt x="666483" y="1262860"/>
                  </a:lnTo>
                  <a:lnTo>
                    <a:pt x="666482" y="1262878"/>
                  </a:lnTo>
                  <a:lnTo>
                    <a:pt x="666485" y="1262902"/>
                  </a:lnTo>
                  <a:lnTo>
                    <a:pt x="666499" y="1262936"/>
                  </a:lnTo>
                  <a:lnTo>
                    <a:pt x="666516" y="1262972"/>
                  </a:lnTo>
                  <a:lnTo>
                    <a:pt x="666517" y="1262990"/>
                  </a:lnTo>
                  <a:lnTo>
                    <a:pt x="666517" y="1263003"/>
                  </a:lnTo>
                  <a:lnTo>
                    <a:pt x="666512" y="1263017"/>
                  </a:lnTo>
                  <a:lnTo>
                    <a:pt x="666504" y="1263028"/>
                  </a:lnTo>
                  <a:lnTo>
                    <a:pt x="666476" y="1263050"/>
                  </a:lnTo>
                  <a:lnTo>
                    <a:pt x="666458" y="1263069"/>
                  </a:lnTo>
                  <a:lnTo>
                    <a:pt x="666445" y="1263092"/>
                  </a:lnTo>
                  <a:lnTo>
                    <a:pt x="666431" y="1263125"/>
                  </a:lnTo>
                  <a:lnTo>
                    <a:pt x="666425" y="1263143"/>
                  </a:lnTo>
                  <a:lnTo>
                    <a:pt x="666406" y="1263189"/>
                  </a:lnTo>
                  <a:lnTo>
                    <a:pt x="666386" y="1263223"/>
                  </a:lnTo>
                  <a:lnTo>
                    <a:pt x="666342" y="1263257"/>
                  </a:lnTo>
                  <a:lnTo>
                    <a:pt x="666316" y="1263274"/>
                  </a:lnTo>
                  <a:lnTo>
                    <a:pt x="666263" y="1263293"/>
                  </a:lnTo>
                  <a:lnTo>
                    <a:pt x="666181" y="1263323"/>
                  </a:lnTo>
                  <a:lnTo>
                    <a:pt x="666136" y="1263332"/>
                  </a:lnTo>
                  <a:lnTo>
                    <a:pt x="666084" y="1263345"/>
                  </a:lnTo>
                  <a:lnTo>
                    <a:pt x="666064" y="1263359"/>
                  </a:lnTo>
                  <a:lnTo>
                    <a:pt x="666045" y="1263372"/>
                  </a:lnTo>
                  <a:lnTo>
                    <a:pt x="666038" y="1263382"/>
                  </a:lnTo>
                  <a:lnTo>
                    <a:pt x="666034" y="1263408"/>
                  </a:lnTo>
                  <a:lnTo>
                    <a:pt x="666051" y="1263443"/>
                  </a:lnTo>
                  <a:lnTo>
                    <a:pt x="666172" y="1263469"/>
                  </a:lnTo>
                  <a:lnTo>
                    <a:pt x="666309" y="1263495"/>
                  </a:lnTo>
                  <a:lnTo>
                    <a:pt x="666356" y="1263504"/>
                  </a:lnTo>
                  <a:lnTo>
                    <a:pt x="666362" y="1263507"/>
                  </a:lnTo>
                  <a:lnTo>
                    <a:pt x="666474" y="1263558"/>
                  </a:lnTo>
                  <a:lnTo>
                    <a:pt x="666568" y="1263646"/>
                  </a:lnTo>
                  <a:lnTo>
                    <a:pt x="666622" y="1263720"/>
                  </a:lnTo>
                  <a:lnTo>
                    <a:pt x="666682" y="1263816"/>
                  </a:lnTo>
                  <a:lnTo>
                    <a:pt x="666744" y="1263910"/>
                  </a:lnTo>
                  <a:lnTo>
                    <a:pt x="666835" y="1264273"/>
                  </a:lnTo>
                  <a:lnTo>
                    <a:pt x="666904" y="1264502"/>
                  </a:lnTo>
                  <a:lnTo>
                    <a:pt x="666995" y="1264733"/>
                  </a:lnTo>
                  <a:lnTo>
                    <a:pt x="667060" y="1264882"/>
                  </a:lnTo>
                  <a:lnTo>
                    <a:pt x="667133" y="1265076"/>
                  </a:lnTo>
                  <a:lnTo>
                    <a:pt x="667166" y="1265219"/>
                  </a:lnTo>
                  <a:lnTo>
                    <a:pt x="667161" y="1265309"/>
                  </a:lnTo>
                  <a:lnTo>
                    <a:pt x="667119" y="1265465"/>
                  </a:lnTo>
                  <a:lnTo>
                    <a:pt x="667100" y="1265547"/>
                  </a:lnTo>
                  <a:lnTo>
                    <a:pt x="667102" y="1265688"/>
                  </a:lnTo>
                  <a:lnTo>
                    <a:pt x="667102" y="1265856"/>
                  </a:lnTo>
                  <a:lnTo>
                    <a:pt x="667068" y="1266151"/>
                  </a:lnTo>
                  <a:lnTo>
                    <a:pt x="667050" y="1266264"/>
                  </a:lnTo>
                  <a:lnTo>
                    <a:pt x="667027" y="1266384"/>
                  </a:lnTo>
                  <a:lnTo>
                    <a:pt x="667013" y="1266461"/>
                  </a:lnTo>
                  <a:lnTo>
                    <a:pt x="667025" y="1266517"/>
                  </a:lnTo>
                  <a:lnTo>
                    <a:pt x="667093" y="1266602"/>
                  </a:lnTo>
                  <a:lnTo>
                    <a:pt x="667183" y="1266681"/>
                  </a:lnTo>
                  <a:lnTo>
                    <a:pt x="667288" y="1266769"/>
                  </a:lnTo>
                  <a:lnTo>
                    <a:pt x="667373" y="1266850"/>
                  </a:lnTo>
                  <a:lnTo>
                    <a:pt x="667555" y="1266960"/>
                  </a:lnTo>
                  <a:lnTo>
                    <a:pt x="667633" y="1267015"/>
                  </a:lnTo>
                  <a:lnTo>
                    <a:pt x="667780" y="1267120"/>
                  </a:lnTo>
                  <a:lnTo>
                    <a:pt x="667884" y="1267180"/>
                  </a:lnTo>
                  <a:lnTo>
                    <a:pt x="667957" y="1267242"/>
                  </a:lnTo>
                  <a:lnTo>
                    <a:pt x="668010" y="1267291"/>
                  </a:lnTo>
                  <a:lnTo>
                    <a:pt x="668019" y="1267324"/>
                  </a:lnTo>
                  <a:lnTo>
                    <a:pt x="668033" y="1267394"/>
                  </a:lnTo>
                  <a:lnTo>
                    <a:pt x="668039" y="1267447"/>
                  </a:lnTo>
                  <a:lnTo>
                    <a:pt x="668043" y="1267513"/>
                  </a:lnTo>
                  <a:lnTo>
                    <a:pt x="668041" y="1267607"/>
                  </a:lnTo>
                  <a:lnTo>
                    <a:pt x="668022" y="1267807"/>
                  </a:lnTo>
                  <a:lnTo>
                    <a:pt x="668014" y="1267910"/>
                  </a:lnTo>
                  <a:lnTo>
                    <a:pt x="668002" y="1268054"/>
                  </a:lnTo>
                  <a:lnTo>
                    <a:pt x="667986" y="1268136"/>
                  </a:lnTo>
                  <a:lnTo>
                    <a:pt x="667966" y="1268224"/>
                  </a:lnTo>
                  <a:lnTo>
                    <a:pt x="667949" y="1268298"/>
                  </a:lnTo>
                  <a:lnTo>
                    <a:pt x="667941" y="1268331"/>
                  </a:lnTo>
                  <a:lnTo>
                    <a:pt x="667922" y="1268382"/>
                  </a:lnTo>
                  <a:lnTo>
                    <a:pt x="667892" y="1268473"/>
                  </a:lnTo>
                  <a:lnTo>
                    <a:pt x="667860" y="1268571"/>
                  </a:lnTo>
                  <a:lnTo>
                    <a:pt x="667834" y="1268644"/>
                  </a:lnTo>
                  <a:lnTo>
                    <a:pt x="667799" y="1268736"/>
                  </a:lnTo>
                  <a:lnTo>
                    <a:pt x="667767" y="1268855"/>
                  </a:lnTo>
                  <a:lnTo>
                    <a:pt x="667746" y="1268953"/>
                  </a:lnTo>
                  <a:lnTo>
                    <a:pt x="667734" y="1269019"/>
                  </a:lnTo>
                  <a:lnTo>
                    <a:pt x="667713" y="1269139"/>
                  </a:lnTo>
                  <a:lnTo>
                    <a:pt x="667700" y="1269200"/>
                  </a:lnTo>
                  <a:lnTo>
                    <a:pt x="667678" y="1269259"/>
                  </a:lnTo>
                  <a:lnTo>
                    <a:pt x="667650" y="1269321"/>
                  </a:lnTo>
                  <a:lnTo>
                    <a:pt x="667596" y="1269410"/>
                  </a:lnTo>
                  <a:lnTo>
                    <a:pt x="667550" y="1269475"/>
                  </a:lnTo>
                  <a:lnTo>
                    <a:pt x="667495" y="1269560"/>
                  </a:lnTo>
                  <a:lnTo>
                    <a:pt x="667448" y="1269635"/>
                  </a:lnTo>
                  <a:lnTo>
                    <a:pt x="667410" y="1269706"/>
                  </a:lnTo>
                  <a:lnTo>
                    <a:pt x="667373" y="1269774"/>
                  </a:lnTo>
                  <a:lnTo>
                    <a:pt x="667332" y="1269848"/>
                  </a:lnTo>
                  <a:lnTo>
                    <a:pt x="667291" y="1269903"/>
                  </a:lnTo>
                  <a:lnTo>
                    <a:pt x="667237" y="1269988"/>
                  </a:lnTo>
                  <a:lnTo>
                    <a:pt x="667155" y="1270099"/>
                  </a:lnTo>
                  <a:lnTo>
                    <a:pt x="667090" y="1270192"/>
                  </a:lnTo>
                  <a:lnTo>
                    <a:pt x="667027" y="1270286"/>
                  </a:lnTo>
                  <a:lnTo>
                    <a:pt x="666987" y="1270346"/>
                  </a:lnTo>
                  <a:lnTo>
                    <a:pt x="666948" y="1270420"/>
                  </a:lnTo>
                  <a:lnTo>
                    <a:pt x="666928" y="1270470"/>
                  </a:lnTo>
                  <a:lnTo>
                    <a:pt x="666907" y="1270546"/>
                  </a:lnTo>
                  <a:lnTo>
                    <a:pt x="666882" y="1270649"/>
                  </a:lnTo>
                  <a:lnTo>
                    <a:pt x="666869" y="1270728"/>
                  </a:lnTo>
                  <a:lnTo>
                    <a:pt x="666838" y="1270845"/>
                  </a:lnTo>
                  <a:lnTo>
                    <a:pt x="666803" y="1270953"/>
                  </a:lnTo>
                  <a:lnTo>
                    <a:pt x="666772" y="1271027"/>
                  </a:lnTo>
                  <a:lnTo>
                    <a:pt x="666740" y="1271104"/>
                  </a:lnTo>
                  <a:lnTo>
                    <a:pt x="666712" y="1271188"/>
                  </a:lnTo>
                  <a:lnTo>
                    <a:pt x="666690" y="1271285"/>
                  </a:lnTo>
                  <a:lnTo>
                    <a:pt x="666667" y="1271375"/>
                  </a:lnTo>
                  <a:lnTo>
                    <a:pt x="666648" y="1271455"/>
                  </a:lnTo>
                  <a:lnTo>
                    <a:pt x="666623" y="1271532"/>
                  </a:lnTo>
                  <a:lnTo>
                    <a:pt x="666616" y="1271552"/>
                  </a:lnTo>
                  <a:lnTo>
                    <a:pt x="666611" y="1271575"/>
                  </a:lnTo>
                  <a:lnTo>
                    <a:pt x="666608" y="1271586"/>
                  </a:lnTo>
                  <a:lnTo>
                    <a:pt x="666591" y="1271694"/>
                  </a:lnTo>
                  <a:lnTo>
                    <a:pt x="666588" y="1271741"/>
                  </a:lnTo>
                  <a:lnTo>
                    <a:pt x="666569" y="1271803"/>
                  </a:lnTo>
                  <a:lnTo>
                    <a:pt x="666544" y="1271859"/>
                  </a:lnTo>
                  <a:lnTo>
                    <a:pt x="666514" y="1271908"/>
                  </a:lnTo>
                  <a:lnTo>
                    <a:pt x="666464" y="1271978"/>
                  </a:lnTo>
                  <a:lnTo>
                    <a:pt x="666410" y="1272056"/>
                  </a:lnTo>
                  <a:lnTo>
                    <a:pt x="666358" y="1272129"/>
                  </a:lnTo>
                  <a:lnTo>
                    <a:pt x="666297" y="1272222"/>
                  </a:lnTo>
                  <a:lnTo>
                    <a:pt x="666267" y="1272287"/>
                  </a:lnTo>
                  <a:lnTo>
                    <a:pt x="666214" y="1272384"/>
                  </a:lnTo>
                  <a:lnTo>
                    <a:pt x="666154" y="1272508"/>
                  </a:lnTo>
                  <a:lnTo>
                    <a:pt x="666126" y="1272556"/>
                  </a:lnTo>
                  <a:lnTo>
                    <a:pt x="666077" y="1272639"/>
                  </a:lnTo>
                  <a:lnTo>
                    <a:pt x="666039" y="1272695"/>
                  </a:lnTo>
                  <a:lnTo>
                    <a:pt x="665975" y="1272760"/>
                  </a:lnTo>
                  <a:lnTo>
                    <a:pt x="665899" y="1272811"/>
                  </a:lnTo>
                  <a:lnTo>
                    <a:pt x="665841" y="1272851"/>
                  </a:lnTo>
                  <a:lnTo>
                    <a:pt x="665801" y="1272883"/>
                  </a:lnTo>
                  <a:lnTo>
                    <a:pt x="665764" y="1272921"/>
                  </a:lnTo>
                  <a:lnTo>
                    <a:pt x="665701" y="1273002"/>
                  </a:lnTo>
                  <a:lnTo>
                    <a:pt x="665646" y="1273066"/>
                  </a:lnTo>
                  <a:lnTo>
                    <a:pt x="665601" y="1273127"/>
                  </a:lnTo>
                  <a:lnTo>
                    <a:pt x="665562" y="1273205"/>
                  </a:lnTo>
                  <a:lnTo>
                    <a:pt x="665530" y="1273281"/>
                  </a:lnTo>
                  <a:lnTo>
                    <a:pt x="665499" y="1273341"/>
                  </a:lnTo>
                  <a:lnTo>
                    <a:pt x="665440" y="1273458"/>
                  </a:lnTo>
                  <a:lnTo>
                    <a:pt x="665402" y="1273529"/>
                  </a:lnTo>
                  <a:lnTo>
                    <a:pt x="665343" y="1273601"/>
                  </a:lnTo>
                  <a:lnTo>
                    <a:pt x="665275" y="1273669"/>
                  </a:lnTo>
                  <a:lnTo>
                    <a:pt x="665179" y="1273785"/>
                  </a:lnTo>
                  <a:lnTo>
                    <a:pt x="665074" y="1273900"/>
                  </a:lnTo>
                  <a:lnTo>
                    <a:pt x="664986" y="1273973"/>
                  </a:lnTo>
                  <a:lnTo>
                    <a:pt x="664867" y="1274045"/>
                  </a:lnTo>
                  <a:lnTo>
                    <a:pt x="664785" y="1274086"/>
                  </a:lnTo>
                  <a:lnTo>
                    <a:pt x="664630" y="1274166"/>
                  </a:lnTo>
                  <a:lnTo>
                    <a:pt x="664521" y="1274207"/>
                  </a:lnTo>
                  <a:lnTo>
                    <a:pt x="664413" y="1274249"/>
                  </a:lnTo>
                  <a:lnTo>
                    <a:pt x="664322" y="1274286"/>
                  </a:lnTo>
                  <a:lnTo>
                    <a:pt x="664218" y="1274326"/>
                  </a:lnTo>
                  <a:lnTo>
                    <a:pt x="664102" y="1274391"/>
                  </a:lnTo>
                  <a:lnTo>
                    <a:pt x="664022" y="1274446"/>
                  </a:lnTo>
                  <a:lnTo>
                    <a:pt x="663960" y="1274499"/>
                  </a:lnTo>
                  <a:lnTo>
                    <a:pt x="663857" y="1274592"/>
                  </a:lnTo>
                  <a:lnTo>
                    <a:pt x="663788" y="1274648"/>
                  </a:lnTo>
                  <a:lnTo>
                    <a:pt x="663731" y="1274698"/>
                  </a:lnTo>
                  <a:lnTo>
                    <a:pt x="663636" y="1274788"/>
                  </a:lnTo>
                  <a:lnTo>
                    <a:pt x="663538" y="1274874"/>
                  </a:lnTo>
                  <a:lnTo>
                    <a:pt x="663441" y="1274952"/>
                  </a:lnTo>
                  <a:lnTo>
                    <a:pt x="663302" y="1275054"/>
                  </a:lnTo>
                  <a:lnTo>
                    <a:pt x="663253" y="1275092"/>
                  </a:lnTo>
                  <a:lnTo>
                    <a:pt x="663199" y="1275116"/>
                  </a:lnTo>
                  <a:lnTo>
                    <a:pt x="663122" y="1275141"/>
                  </a:lnTo>
                  <a:lnTo>
                    <a:pt x="663039" y="1275177"/>
                  </a:lnTo>
                  <a:lnTo>
                    <a:pt x="662949" y="1275248"/>
                  </a:lnTo>
                  <a:lnTo>
                    <a:pt x="662903" y="1275279"/>
                  </a:lnTo>
                  <a:lnTo>
                    <a:pt x="662886" y="1275292"/>
                  </a:lnTo>
                  <a:lnTo>
                    <a:pt x="662879" y="1275303"/>
                  </a:lnTo>
                  <a:lnTo>
                    <a:pt x="662879" y="1275312"/>
                  </a:lnTo>
                  <a:lnTo>
                    <a:pt x="662883" y="1275339"/>
                  </a:lnTo>
                  <a:lnTo>
                    <a:pt x="662885" y="1275424"/>
                  </a:lnTo>
                  <a:lnTo>
                    <a:pt x="662880" y="1275489"/>
                  </a:lnTo>
                  <a:lnTo>
                    <a:pt x="662870" y="1275568"/>
                  </a:lnTo>
                  <a:lnTo>
                    <a:pt x="662847" y="1275721"/>
                  </a:lnTo>
                  <a:lnTo>
                    <a:pt x="662829" y="1275830"/>
                  </a:lnTo>
                  <a:lnTo>
                    <a:pt x="662804" y="1275955"/>
                  </a:lnTo>
                  <a:lnTo>
                    <a:pt x="662796" y="1276003"/>
                  </a:lnTo>
                  <a:lnTo>
                    <a:pt x="662791" y="1276045"/>
                  </a:lnTo>
                  <a:lnTo>
                    <a:pt x="662790" y="1276086"/>
                  </a:lnTo>
                  <a:lnTo>
                    <a:pt x="662795" y="1276140"/>
                  </a:lnTo>
                  <a:lnTo>
                    <a:pt x="662792" y="1276242"/>
                  </a:lnTo>
                  <a:lnTo>
                    <a:pt x="662785" y="1276414"/>
                  </a:lnTo>
                  <a:lnTo>
                    <a:pt x="662781" y="1276532"/>
                  </a:lnTo>
                  <a:lnTo>
                    <a:pt x="662765" y="1276674"/>
                  </a:lnTo>
                  <a:lnTo>
                    <a:pt x="662758" y="1276754"/>
                  </a:lnTo>
                  <a:lnTo>
                    <a:pt x="662754" y="1276824"/>
                  </a:lnTo>
                  <a:lnTo>
                    <a:pt x="662740" y="1276914"/>
                  </a:lnTo>
                  <a:lnTo>
                    <a:pt x="662718" y="1277004"/>
                  </a:lnTo>
                  <a:lnTo>
                    <a:pt x="662693" y="1277123"/>
                  </a:lnTo>
                  <a:lnTo>
                    <a:pt x="662691" y="1277174"/>
                  </a:lnTo>
                  <a:lnTo>
                    <a:pt x="662689" y="1277208"/>
                  </a:lnTo>
                  <a:lnTo>
                    <a:pt x="662678" y="1277261"/>
                  </a:lnTo>
                  <a:lnTo>
                    <a:pt x="662653" y="1277321"/>
                  </a:lnTo>
                  <a:lnTo>
                    <a:pt x="662639" y="1277373"/>
                  </a:lnTo>
                  <a:lnTo>
                    <a:pt x="662626" y="1277401"/>
                  </a:lnTo>
                  <a:lnTo>
                    <a:pt x="662593" y="1277429"/>
                  </a:lnTo>
                  <a:lnTo>
                    <a:pt x="662527" y="1277447"/>
                  </a:lnTo>
                  <a:lnTo>
                    <a:pt x="662460" y="1277463"/>
                  </a:lnTo>
                  <a:lnTo>
                    <a:pt x="662333" y="1277460"/>
                  </a:lnTo>
                  <a:lnTo>
                    <a:pt x="662238" y="1277456"/>
                  </a:lnTo>
                  <a:lnTo>
                    <a:pt x="662185" y="1277463"/>
                  </a:lnTo>
                  <a:lnTo>
                    <a:pt x="662118" y="1277478"/>
                  </a:lnTo>
                  <a:lnTo>
                    <a:pt x="662045" y="1277504"/>
                  </a:lnTo>
                  <a:lnTo>
                    <a:pt x="661979" y="1277518"/>
                  </a:lnTo>
                  <a:lnTo>
                    <a:pt x="661968" y="1277519"/>
                  </a:lnTo>
                  <a:lnTo>
                    <a:pt x="661926" y="1277523"/>
                  </a:lnTo>
                  <a:lnTo>
                    <a:pt x="661920" y="1277523"/>
                  </a:lnTo>
                  <a:lnTo>
                    <a:pt x="661879" y="1277525"/>
                  </a:lnTo>
                  <a:lnTo>
                    <a:pt x="661855" y="1277525"/>
                  </a:lnTo>
                  <a:lnTo>
                    <a:pt x="661829" y="1277522"/>
                  </a:lnTo>
                  <a:lnTo>
                    <a:pt x="661793" y="1277510"/>
                  </a:lnTo>
                  <a:lnTo>
                    <a:pt x="661711" y="1277480"/>
                  </a:lnTo>
                  <a:lnTo>
                    <a:pt x="661673" y="1277457"/>
                  </a:lnTo>
                  <a:lnTo>
                    <a:pt x="661630" y="1277422"/>
                  </a:lnTo>
                  <a:lnTo>
                    <a:pt x="661593" y="1277375"/>
                  </a:lnTo>
                  <a:lnTo>
                    <a:pt x="661564" y="1277342"/>
                  </a:lnTo>
                  <a:lnTo>
                    <a:pt x="661530" y="1277311"/>
                  </a:lnTo>
                  <a:lnTo>
                    <a:pt x="661493" y="1277282"/>
                  </a:lnTo>
                  <a:lnTo>
                    <a:pt x="661434" y="1277211"/>
                  </a:lnTo>
                  <a:lnTo>
                    <a:pt x="661364" y="1277121"/>
                  </a:lnTo>
                  <a:lnTo>
                    <a:pt x="661317" y="1277050"/>
                  </a:lnTo>
                  <a:lnTo>
                    <a:pt x="661262" y="1276967"/>
                  </a:lnTo>
                  <a:lnTo>
                    <a:pt x="661210" y="1276860"/>
                  </a:lnTo>
                  <a:lnTo>
                    <a:pt x="661180" y="1276806"/>
                  </a:lnTo>
                  <a:lnTo>
                    <a:pt x="661157" y="1276757"/>
                  </a:lnTo>
                  <a:lnTo>
                    <a:pt x="661086" y="1276685"/>
                  </a:lnTo>
                  <a:lnTo>
                    <a:pt x="661034" y="1276615"/>
                  </a:lnTo>
                  <a:lnTo>
                    <a:pt x="660997" y="1276562"/>
                  </a:lnTo>
                  <a:lnTo>
                    <a:pt x="660957" y="1276496"/>
                  </a:lnTo>
                  <a:lnTo>
                    <a:pt x="660931" y="1276466"/>
                  </a:lnTo>
                  <a:lnTo>
                    <a:pt x="660884" y="1276423"/>
                  </a:lnTo>
                  <a:lnTo>
                    <a:pt x="660826" y="1276400"/>
                  </a:lnTo>
                  <a:lnTo>
                    <a:pt x="660776" y="1276365"/>
                  </a:lnTo>
                  <a:lnTo>
                    <a:pt x="660690" y="1276296"/>
                  </a:lnTo>
                  <a:lnTo>
                    <a:pt x="660635" y="1276237"/>
                  </a:lnTo>
                  <a:lnTo>
                    <a:pt x="660587" y="1276167"/>
                  </a:lnTo>
                  <a:lnTo>
                    <a:pt x="660533" y="1276098"/>
                  </a:lnTo>
                  <a:lnTo>
                    <a:pt x="660455" y="1275998"/>
                  </a:lnTo>
                  <a:lnTo>
                    <a:pt x="660377" y="1275899"/>
                  </a:lnTo>
                  <a:lnTo>
                    <a:pt x="660322" y="1275814"/>
                  </a:lnTo>
                  <a:lnTo>
                    <a:pt x="660284" y="1275764"/>
                  </a:lnTo>
                  <a:lnTo>
                    <a:pt x="660222" y="1275698"/>
                  </a:lnTo>
                  <a:lnTo>
                    <a:pt x="660162" y="1275617"/>
                  </a:lnTo>
                  <a:lnTo>
                    <a:pt x="660090" y="1275553"/>
                  </a:lnTo>
                  <a:lnTo>
                    <a:pt x="660026" y="1275488"/>
                  </a:lnTo>
                  <a:lnTo>
                    <a:pt x="659976" y="1275446"/>
                  </a:lnTo>
                  <a:lnTo>
                    <a:pt x="659910" y="1275392"/>
                  </a:lnTo>
                  <a:lnTo>
                    <a:pt x="659809" y="1275309"/>
                  </a:lnTo>
                  <a:lnTo>
                    <a:pt x="659768" y="1275276"/>
                  </a:lnTo>
                  <a:lnTo>
                    <a:pt x="659706" y="1275231"/>
                  </a:lnTo>
                  <a:lnTo>
                    <a:pt x="659639" y="1275173"/>
                  </a:lnTo>
                  <a:lnTo>
                    <a:pt x="659594" y="1275127"/>
                  </a:lnTo>
                  <a:lnTo>
                    <a:pt x="659538" y="1275077"/>
                  </a:lnTo>
                  <a:lnTo>
                    <a:pt x="659506" y="1275043"/>
                  </a:lnTo>
                  <a:lnTo>
                    <a:pt x="659475" y="1275014"/>
                  </a:lnTo>
                  <a:lnTo>
                    <a:pt x="659417" y="1274976"/>
                  </a:lnTo>
                  <a:lnTo>
                    <a:pt x="659386" y="1274960"/>
                  </a:lnTo>
                  <a:lnTo>
                    <a:pt x="659349" y="1274943"/>
                  </a:lnTo>
                  <a:lnTo>
                    <a:pt x="659313" y="1274923"/>
                  </a:lnTo>
                  <a:lnTo>
                    <a:pt x="659279" y="1274895"/>
                  </a:lnTo>
                  <a:lnTo>
                    <a:pt x="659226" y="1274848"/>
                  </a:lnTo>
                  <a:lnTo>
                    <a:pt x="659184" y="1274815"/>
                  </a:lnTo>
                  <a:lnTo>
                    <a:pt x="659129" y="1274796"/>
                  </a:lnTo>
                  <a:lnTo>
                    <a:pt x="659090" y="1274788"/>
                  </a:lnTo>
                  <a:lnTo>
                    <a:pt x="659025" y="1274771"/>
                  </a:lnTo>
                  <a:lnTo>
                    <a:pt x="658972" y="1274754"/>
                  </a:lnTo>
                  <a:lnTo>
                    <a:pt x="658895" y="1274730"/>
                  </a:lnTo>
                  <a:lnTo>
                    <a:pt x="658811" y="1274704"/>
                  </a:lnTo>
                  <a:lnTo>
                    <a:pt x="658744" y="1274675"/>
                  </a:lnTo>
                  <a:lnTo>
                    <a:pt x="658680" y="1274641"/>
                  </a:lnTo>
                  <a:lnTo>
                    <a:pt x="658634" y="1274621"/>
                  </a:lnTo>
                  <a:lnTo>
                    <a:pt x="658578" y="1274602"/>
                  </a:lnTo>
                  <a:lnTo>
                    <a:pt x="658498" y="1274580"/>
                  </a:lnTo>
                  <a:lnTo>
                    <a:pt x="658421" y="1274560"/>
                  </a:lnTo>
                  <a:lnTo>
                    <a:pt x="658349" y="1274539"/>
                  </a:lnTo>
                  <a:lnTo>
                    <a:pt x="658281" y="1274517"/>
                  </a:lnTo>
                  <a:lnTo>
                    <a:pt x="658232" y="1274511"/>
                  </a:lnTo>
                  <a:lnTo>
                    <a:pt x="658185" y="1274503"/>
                  </a:lnTo>
                  <a:lnTo>
                    <a:pt x="658155" y="1274491"/>
                  </a:lnTo>
                  <a:lnTo>
                    <a:pt x="658146" y="1274477"/>
                  </a:lnTo>
                  <a:lnTo>
                    <a:pt x="658144" y="1274450"/>
                  </a:lnTo>
                  <a:lnTo>
                    <a:pt x="658152" y="1274430"/>
                  </a:lnTo>
                  <a:lnTo>
                    <a:pt x="658177" y="1274392"/>
                  </a:lnTo>
                  <a:lnTo>
                    <a:pt x="658202" y="1274335"/>
                  </a:lnTo>
                  <a:lnTo>
                    <a:pt x="658223" y="1274293"/>
                  </a:lnTo>
                  <a:lnTo>
                    <a:pt x="658273" y="1274170"/>
                  </a:lnTo>
                  <a:lnTo>
                    <a:pt x="658303" y="1274109"/>
                  </a:lnTo>
                  <a:lnTo>
                    <a:pt x="658331" y="1274062"/>
                  </a:lnTo>
                  <a:lnTo>
                    <a:pt x="658370" y="1273933"/>
                  </a:lnTo>
                  <a:lnTo>
                    <a:pt x="658400" y="1273877"/>
                  </a:lnTo>
                  <a:lnTo>
                    <a:pt x="658434" y="1273806"/>
                  </a:lnTo>
                  <a:lnTo>
                    <a:pt x="658473" y="1273715"/>
                  </a:lnTo>
                  <a:lnTo>
                    <a:pt x="658548" y="1273586"/>
                  </a:lnTo>
                  <a:lnTo>
                    <a:pt x="658579" y="1273502"/>
                  </a:lnTo>
                  <a:lnTo>
                    <a:pt x="658599" y="1273409"/>
                  </a:lnTo>
                  <a:lnTo>
                    <a:pt x="658619" y="1273321"/>
                  </a:lnTo>
                  <a:lnTo>
                    <a:pt x="658632" y="1273273"/>
                  </a:lnTo>
                  <a:lnTo>
                    <a:pt x="658660" y="1273180"/>
                  </a:lnTo>
                  <a:lnTo>
                    <a:pt x="658714" y="1273027"/>
                  </a:lnTo>
                  <a:lnTo>
                    <a:pt x="658732" y="1272957"/>
                  </a:lnTo>
                  <a:lnTo>
                    <a:pt x="658742" y="1272906"/>
                  </a:lnTo>
                  <a:lnTo>
                    <a:pt x="658744" y="1272827"/>
                  </a:lnTo>
                  <a:lnTo>
                    <a:pt x="658740" y="1272769"/>
                  </a:lnTo>
                  <a:lnTo>
                    <a:pt x="658730" y="1272718"/>
                  </a:lnTo>
                  <a:lnTo>
                    <a:pt x="658699" y="1272646"/>
                  </a:lnTo>
                  <a:lnTo>
                    <a:pt x="658672" y="1272604"/>
                  </a:lnTo>
                  <a:lnTo>
                    <a:pt x="658630" y="1272544"/>
                  </a:lnTo>
                  <a:lnTo>
                    <a:pt x="658606" y="1272505"/>
                  </a:lnTo>
                  <a:lnTo>
                    <a:pt x="658586" y="1272462"/>
                  </a:lnTo>
                  <a:lnTo>
                    <a:pt x="658563" y="1272385"/>
                  </a:lnTo>
                  <a:lnTo>
                    <a:pt x="658540" y="1272302"/>
                  </a:lnTo>
                  <a:lnTo>
                    <a:pt x="658524" y="1272267"/>
                  </a:lnTo>
                  <a:lnTo>
                    <a:pt x="658439" y="1272153"/>
                  </a:lnTo>
                  <a:lnTo>
                    <a:pt x="658404" y="1272120"/>
                  </a:lnTo>
                  <a:lnTo>
                    <a:pt x="658351" y="1272081"/>
                  </a:lnTo>
                  <a:lnTo>
                    <a:pt x="658301" y="1272050"/>
                  </a:lnTo>
                  <a:lnTo>
                    <a:pt x="658272" y="1272030"/>
                  </a:lnTo>
                  <a:lnTo>
                    <a:pt x="658240" y="1271997"/>
                  </a:lnTo>
                  <a:lnTo>
                    <a:pt x="658210" y="1271951"/>
                  </a:lnTo>
                  <a:lnTo>
                    <a:pt x="658166" y="1271898"/>
                  </a:lnTo>
                  <a:lnTo>
                    <a:pt x="658115" y="1271857"/>
                  </a:lnTo>
                  <a:lnTo>
                    <a:pt x="658069" y="1271818"/>
                  </a:lnTo>
                  <a:lnTo>
                    <a:pt x="658003" y="1271746"/>
                  </a:lnTo>
                  <a:lnTo>
                    <a:pt x="657972" y="1271709"/>
                  </a:lnTo>
                  <a:lnTo>
                    <a:pt x="657922" y="1271681"/>
                  </a:lnTo>
                  <a:lnTo>
                    <a:pt x="657875" y="1271655"/>
                  </a:lnTo>
                  <a:lnTo>
                    <a:pt x="657795" y="1271632"/>
                  </a:lnTo>
                  <a:lnTo>
                    <a:pt x="657696" y="1271615"/>
                  </a:lnTo>
                  <a:lnTo>
                    <a:pt x="657663" y="1271612"/>
                  </a:lnTo>
                  <a:lnTo>
                    <a:pt x="657516" y="1271605"/>
                  </a:lnTo>
                  <a:lnTo>
                    <a:pt x="657473" y="1271594"/>
                  </a:lnTo>
                  <a:lnTo>
                    <a:pt x="657462" y="1271587"/>
                  </a:lnTo>
                  <a:lnTo>
                    <a:pt x="657458" y="1271585"/>
                  </a:lnTo>
                  <a:lnTo>
                    <a:pt x="657454" y="1271575"/>
                  </a:lnTo>
                  <a:lnTo>
                    <a:pt x="657441" y="1271544"/>
                  </a:lnTo>
                  <a:lnTo>
                    <a:pt x="657428" y="1271510"/>
                  </a:lnTo>
                  <a:lnTo>
                    <a:pt x="657416" y="1271464"/>
                  </a:lnTo>
                  <a:lnTo>
                    <a:pt x="657413" y="1271430"/>
                  </a:lnTo>
                  <a:lnTo>
                    <a:pt x="657399" y="1271404"/>
                  </a:lnTo>
                  <a:lnTo>
                    <a:pt x="657383" y="1271387"/>
                  </a:lnTo>
                  <a:lnTo>
                    <a:pt x="657372" y="1271375"/>
                  </a:lnTo>
                  <a:lnTo>
                    <a:pt x="657369" y="1271343"/>
                  </a:lnTo>
                  <a:lnTo>
                    <a:pt x="657367" y="1271311"/>
                  </a:lnTo>
                  <a:lnTo>
                    <a:pt x="657363" y="1271297"/>
                  </a:lnTo>
                  <a:lnTo>
                    <a:pt x="657354" y="1271287"/>
                  </a:lnTo>
                  <a:lnTo>
                    <a:pt x="657343" y="1271279"/>
                  </a:lnTo>
                  <a:lnTo>
                    <a:pt x="657317" y="1271266"/>
                  </a:lnTo>
                  <a:lnTo>
                    <a:pt x="657268" y="1271244"/>
                  </a:lnTo>
                  <a:lnTo>
                    <a:pt x="657206" y="1271214"/>
                  </a:lnTo>
                  <a:lnTo>
                    <a:pt x="657133" y="1271183"/>
                  </a:lnTo>
                  <a:lnTo>
                    <a:pt x="657108" y="1271176"/>
                  </a:lnTo>
                  <a:lnTo>
                    <a:pt x="657079" y="1271176"/>
                  </a:lnTo>
                  <a:lnTo>
                    <a:pt x="657052" y="1271171"/>
                  </a:lnTo>
                  <a:lnTo>
                    <a:pt x="657031" y="1271153"/>
                  </a:lnTo>
                  <a:lnTo>
                    <a:pt x="657013" y="1271137"/>
                  </a:lnTo>
                  <a:lnTo>
                    <a:pt x="656972" y="1271085"/>
                  </a:lnTo>
                  <a:lnTo>
                    <a:pt x="656935" y="1271047"/>
                  </a:lnTo>
                  <a:lnTo>
                    <a:pt x="656914" y="1271011"/>
                  </a:lnTo>
                  <a:lnTo>
                    <a:pt x="656902" y="1270984"/>
                  </a:lnTo>
                  <a:lnTo>
                    <a:pt x="656901" y="1270972"/>
                  </a:lnTo>
                  <a:lnTo>
                    <a:pt x="656901" y="1270960"/>
                  </a:lnTo>
                  <a:lnTo>
                    <a:pt x="656919" y="1270922"/>
                  </a:lnTo>
                  <a:lnTo>
                    <a:pt x="656938" y="1270889"/>
                  </a:lnTo>
                  <a:lnTo>
                    <a:pt x="656975" y="1270843"/>
                  </a:lnTo>
                  <a:lnTo>
                    <a:pt x="656992" y="1270805"/>
                  </a:lnTo>
                  <a:lnTo>
                    <a:pt x="657011" y="1270753"/>
                  </a:lnTo>
                  <a:lnTo>
                    <a:pt x="657016" y="1270735"/>
                  </a:lnTo>
                  <a:lnTo>
                    <a:pt x="657015" y="1270728"/>
                  </a:lnTo>
                  <a:lnTo>
                    <a:pt x="657008" y="1270723"/>
                  </a:lnTo>
                  <a:lnTo>
                    <a:pt x="656976" y="1270719"/>
                  </a:lnTo>
                  <a:lnTo>
                    <a:pt x="656924" y="1270712"/>
                  </a:lnTo>
                  <a:lnTo>
                    <a:pt x="656889" y="1270699"/>
                  </a:lnTo>
                  <a:lnTo>
                    <a:pt x="656870" y="1270685"/>
                  </a:lnTo>
                  <a:lnTo>
                    <a:pt x="656840" y="1270660"/>
                  </a:lnTo>
                  <a:lnTo>
                    <a:pt x="656814" y="1270626"/>
                  </a:lnTo>
                  <a:lnTo>
                    <a:pt x="656803" y="1270605"/>
                  </a:lnTo>
                  <a:lnTo>
                    <a:pt x="656803" y="1270595"/>
                  </a:lnTo>
                  <a:lnTo>
                    <a:pt x="656821" y="1270587"/>
                  </a:lnTo>
                  <a:lnTo>
                    <a:pt x="656849" y="1270563"/>
                  </a:lnTo>
                  <a:lnTo>
                    <a:pt x="656861" y="1270548"/>
                  </a:lnTo>
                  <a:lnTo>
                    <a:pt x="656866" y="1270525"/>
                  </a:lnTo>
                  <a:lnTo>
                    <a:pt x="656868" y="1270506"/>
                  </a:lnTo>
                  <a:lnTo>
                    <a:pt x="656872" y="1270466"/>
                  </a:lnTo>
                  <a:lnTo>
                    <a:pt x="656885" y="1270408"/>
                  </a:lnTo>
                  <a:lnTo>
                    <a:pt x="656882" y="1270381"/>
                  </a:lnTo>
                  <a:lnTo>
                    <a:pt x="656877" y="1270339"/>
                  </a:lnTo>
                  <a:lnTo>
                    <a:pt x="656858" y="1270276"/>
                  </a:lnTo>
                  <a:lnTo>
                    <a:pt x="656857" y="1270246"/>
                  </a:lnTo>
                  <a:lnTo>
                    <a:pt x="656849" y="1270244"/>
                  </a:lnTo>
                  <a:lnTo>
                    <a:pt x="656829" y="1270256"/>
                  </a:lnTo>
                  <a:lnTo>
                    <a:pt x="656798" y="1270256"/>
                  </a:lnTo>
                  <a:lnTo>
                    <a:pt x="656773" y="1270259"/>
                  </a:lnTo>
                  <a:lnTo>
                    <a:pt x="656694" y="1270272"/>
                  </a:lnTo>
                  <a:lnTo>
                    <a:pt x="656659" y="1270272"/>
                  </a:lnTo>
                  <a:lnTo>
                    <a:pt x="656640" y="1270265"/>
                  </a:lnTo>
                  <a:lnTo>
                    <a:pt x="656615" y="1270228"/>
                  </a:lnTo>
                  <a:lnTo>
                    <a:pt x="656609" y="1270195"/>
                  </a:lnTo>
                  <a:lnTo>
                    <a:pt x="656602" y="1270184"/>
                  </a:lnTo>
                  <a:lnTo>
                    <a:pt x="656590" y="1270177"/>
                  </a:lnTo>
                  <a:lnTo>
                    <a:pt x="656555" y="1270165"/>
                  </a:lnTo>
                  <a:lnTo>
                    <a:pt x="656520" y="1270146"/>
                  </a:lnTo>
                  <a:lnTo>
                    <a:pt x="656509" y="1270128"/>
                  </a:lnTo>
                  <a:lnTo>
                    <a:pt x="656499" y="1270092"/>
                  </a:lnTo>
                  <a:lnTo>
                    <a:pt x="656494" y="1270078"/>
                  </a:lnTo>
                  <a:lnTo>
                    <a:pt x="656487" y="1270071"/>
                  </a:lnTo>
                  <a:lnTo>
                    <a:pt x="656479" y="1270076"/>
                  </a:lnTo>
                  <a:lnTo>
                    <a:pt x="656470" y="1270084"/>
                  </a:lnTo>
                  <a:lnTo>
                    <a:pt x="656454" y="1270085"/>
                  </a:lnTo>
                  <a:lnTo>
                    <a:pt x="656415" y="1270085"/>
                  </a:lnTo>
                  <a:lnTo>
                    <a:pt x="656379" y="1270082"/>
                  </a:lnTo>
                  <a:lnTo>
                    <a:pt x="656359" y="1270068"/>
                  </a:lnTo>
                  <a:lnTo>
                    <a:pt x="656308" y="1270030"/>
                  </a:lnTo>
                  <a:lnTo>
                    <a:pt x="656242" y="1269993"/>
                  </a:lnTo>
                  <a:lnTo>
                    <a:pt x="656212" y="1269968"/>
                  </a:lnTo>
                  <a:lnTo>
                    <a:pt x="656184" y="1269946"/>
                  </a:lnTo>
                  <a:lnTo>
                    <a:pt x="656166" y="1269921"/>
                  </a:lnTo>
                  <a:lnTo>
                    <a:pt x="656135" y="1269878"/>
                  </a:lnTo>
                  <a:lnTo>
                    <a:pt x="656090" y="1269834"/>
                  </a:lnTo>
                  <a:lnTo>
                    <a:pt x="656075" y="1269813"/>
                  </a:lnTo>
                  <a:lnTo>
                    <a:pt x="656074" y="1269801"/>
                  </a:lnTo>
                  <a:lnTo>
                    <a:pt x="656077" y="1269782"/>
                  </a:lnTo>
                  <a:lnTo>
                    <a:pt x="656085" y="1269744"/>
                  </a:lnTo>
                  <a:lnTo>
                    <a:pt x="656090" y="1269710"/>
                  </a:lnTo>
                  <a:lnTo>
                    <a:pt x="656105" y="1269655"/>
                  </a:lnTo>
                  <a:lnTo>
                    <a:pt x="656105" y="1269637"/>
                  </a:lnTo>
                  <a:lnTo>
                    <a:pt x="656101" y="1269622"/>
                  </a:lnTo>
                  <a:lnTo>
                    <a:pt x="656090" y="1269602"/>
                  </a:lnTo>
                  <a:lnTo>
                    <a:pt x="656081" y="1269588"/>
                  </a:lnTo>
                  <a:lnTo>
                    <a:pt x="656080" y="1269568"/>
                  </a:lnTo>
                  <a:lnTo>
                    <a:pt x="656086" y="1269536"/>
                  </a:lnTo>
                  <a:lnTo>
                    <a:pt x="656095" y="1269483"/>
                  </a:lnTo>
                  <a:lnTo>
                    <a:pt x="656118" y="1269437"/>
                  </a:lnTo>
                  <a:lnTo>
                    <a:pt x="656130" y="1269410"/>
                  </a:lnTo>
                  <a:lnTo>
                    <a:pt x="656133" y="1269386"/>
                  </a:lnTo>
                  <a:lnTo>
                    <a:pt x="656133" y="1269358"/>
                  </a:lnTo>
                  <a:lnTo>
                    <a:pt x="656131" y="1269330"/>
                  </a:lnTo>
                  <a:lnTo>
                    <a:pt x="656124" y="1269317"/>
                  </a:lnTo>
                  <a:lnTo>
                    <a:pt x="656092" y="1269293"/>
                  </a:lnTo>
                  <a:lnTo>
                    <a:pt x="656059" y="1269265"/>
                  </a:lnTo>
                  <a:lnTo>
                    <a:pt x="656039" y="1269235"/>
                  </a:lnTo>
                  <a:lnTo>
                    <a:pt x="656033" y="1269220"/>
                  </a:lnTo>
                  <a:lnTo>
                    <a:pt x="656030" y="1269200"/>
                  </a:lnTo>
                  <a:lnTo>
                    <a:pt x="656032" y="1269186"/>
                  </a:lnTo>
                  <a:lnTo>
                    <a:pt x="656041" y="1269137"/>
                  </a:lnTo>
                  <a:lnTo>
                    <a:pt x="656043" y="1269101"/>
                  </a:lnTo>
                  <a:lnTo>
                    <a:pt x="656030" y="1269080"/>
                  </a:lnTo>
                  <a:lnTo>
                    <a:pt x="656024" y="1269057"/>
                  </a:lnTo>
                  <a:lnTo>
                    <a:pt x="656004" y="1269025"/>
                  </a:lnTo>
                  <a:lnTo>
                    <a:pt x="655997" y="1269018"/>
                  </a:lnTo>
                  <a:lnTo>
                    <a:pt x="655989" y="1269016"/>
                  </a:lnTo>
                  <a:lnTo>
                    <a:pt x="655979" y="1269017"/>
                  </a:lnTo>
                  <a:lnTo>
                    <a:pt x="655969" y="1269028"/>
                  </a:lnTo>
                  <a:lnTo>
                    <a:pt x="655939" y="1269045"/>
                  </a:lnTo>
                  <a:lnTo>
                    <a:pt x="655911" y="1269055"/>
                  </a:lnTo>
                  <a:lnTo>
                    <a:pt x="655841" y="1269074"/>
                  </a:lnTo>
                  <a:lnTo>
                    <a:pt x="655789" y="1269088"/>
                  </a:lnTo>
                  <a:lnTo>
                    <a:pt x="655773" y="1269091"/>
                  </a:lnTo>
                  <a:lnTo>
                    <a:pt x="655756" y="1269089"/>
                  </a:lnTo>
                  <a:lnTo>
                    <a:pt x="655741" y="1269077"/>
                  </a:lnTo>
                  <a:lnTo>
                    <a:pt x="655724" y="1269072"/>
                  </a:lnTo>
                  <a:lnTo>
                    <a:pt x="655706" y="1269071"/>
                  </a:lnTo>
                  <a:lnTo>
                    <a:pt x="655668" y="1269078"/>
                  </a:lnTo>
                  <a:lnTo>
                    <a:pt x="655634" y="1269095"/>
                  </a:lnTo>
                  <a:lnTo>
                    <a:pt x="655582" y="1269113"/>
                  </a:lnTo>
                  <a:lnTo>
                    <a:pt x="655528" y="1269116"/>
                  </a:lnTo>
                  <a:lnTo>
                    <a:pt x="655505" y="1269116"/>
                  </a:lnTo>
                  <a:lnTo>
                    <a:pt x="655484" y="1269103"/>
                  </a:lnTo>
                  <a:lnTo>
                    <a:pt x="655464" y="1269080"/>
                  </a:lnTo>
                  <a:lnTo>
                    <a:pt x="655437" y="1269066"/>
                  </a:lnTo>
                  <a:lnTo>
                    <a:pt x="655426" y="1269064"/>
                  </a:lnTo>
                  <a:lnTo>
                    <a:pt x="655406" y="1269063"/>
                  </a:lnTo>
                  <a:lnTo>
                    <a:pt x="655391" y="1269063"/>
                  </a:lnTo>
                  <a:lnTo>
                    <a:pt x="655379" y="1269061"/>
                  </a:lnTo>
                  <a:lnTo>
                    <a:pt x="655362" y="1269059"/>
                  </a:lnTo>
                  <a:lnTo>
                    <a:pt x="655342" y="1269064"/>
                  </a:lnTo>
                  <a:lnTo>
                    <a:pt x="655328" y="1269075"/>
                  </a:lnTo>
                  <a:lnTo>
                    <a:pt x="655287" y="1269106"/>
                  </a:lnTo>
                  <a:lnTo>
                    <a:pt x="655256" y="1269118"/>
                  </a:lnTo>
                  <a:lnTo>
                    <a:pt x="655230" y="1269128"/>
                  </a:lnTo>
                  <a:lnTo>
                    <a:pt x="655208" y="1269140"/>
                  </a:lnTo>
                  <a:lnTo>
                    <a:pt x="655186" y="1269183"/>
                  </a:lnTo>
                  <a:lnTo>
                    <a:pt x="655170" y="1269214"/>
                  </a:lnTo>
                  <a:lnTo>
                    <a:pt x="655152" y="1269238"/>
                  </a:lnTo>
                  <a:lnTo>
                    <a:pt x="655119" y="1269252"/>
                  </a:lnTo>
                  <a:lnTo>
                    <a:pt x="655037" y="1269327"/>
                  </a:lnTo>
                  <a:lnTo>
                    <a:pt x="655023" y="1269335"/>
                  </a:lnTo>
                  <a:lnTo>
                    <a:pt x="655011" y="1269335"/>
                  </a:lnTo>
                  <a:lnTo>
                    <a:pt x="655006" y="1269330"/>
                  </a:lnTo>
                  <a:lnTo>
                    <a:pt x="655002" y="1269302"/>
                  </a:lnTo>
                  <a:lnTo>
                    <a:pt x="654997" y="1269279"/>
                  </a:lnTo>
                  <a:lnTo>
                    <a:pt x="654980" y="1269225"/>
                  </a:lnTo>
                  <a:lnTo>
                    <a:pt x="654968" y="1269197"/>
                  </a:lnTo>
                  <a:lnTo>
                    <a:pt x="654949" y="1269184"/>
                  </a:lnTo>
                  <a:lnTo>
                    <a:pt x="654932" y="1269181"/>
                  </a:lnTo>
                  <a:lnTo>
                    <a:pt x="654918" y="1269183"/>
                  </a:lnTo>
                  <a:lnTo>
                    <a:pt x="654900" y="1269183"/>
                  </a:lnTo>
                  <a:lnTo>
                    <a:pt x="654885" y="1269177"/>
                  </a:lnTo>
                  <a:lnTo>
                    <a:pt x="654835" y="1269123"/>
                  </a:lnTo>
                  <a:lnTo>
                    <a:pt x="654764" y="1269059"/>
                  </a:lnTo>
                  <a:lnTo>
                    <a:pt x="654708" y="1269020"/>
                  </a:lnTo>
                  <a:lnTo>
                    <a:pt x="654692" y="1269004"/>
                  </a:lnTo>
                  <a:lnTo>
                    <a:pt x="654692" y="1268995"/>
                  </a:lnTo>
                  <a:lnTo>
                    <a:pt x="654697" y="1268982"/>
                  </a:lnTo>
                  <a:lnTo>
                    <a:pt x="654703" y="1268975"/>
                  </a:lnTo>
                  <a:lnTo>
                    <a:pt x="654712" y="1268962"/>
                  </a:lnTo>
                  <a:lnTo>
                    <a:pt x="654713" y="1268949"/>
                  </a:lnTo>
                  <a:lnTo>
                    <a:pt x="654713" y="1268932"/>
                  </a:lnTo>
                  <a:lnTo>
                    <a:pt x="654714" y="1268875"/>
                  </a:lnTo>
                  <a:lnTo>
                    <a:pt x="654712" y="1268853"/>
                  </a:lnTo>
                  <a:lnTo>
                    <a:pt x="654703" y="1268840"/>
                  </a:lnTo>
                  <a:lnTo>
                    <a:pt x="654695" y="1268833"/>
                  </a:lnTo>
                  <a:lnTo>
                    <a:pt x="654659" y="1268822"/>
                  </a:lnTo>
                  <a:lnTo>
                    <a:pt x="654620" y="1268818"/>
                  </a:lnTo>
                  <a:lnTo>
                    <a:pt x="654566" y="1268821"/>
                  </a:lnTo>
                  <a:lnTo>
                    <a:pt x="654522" y="1268820"/>
                  </a:lnTo>
                  <a:lnTo>
                    <a:pt x="654492" y="1268812"/>
                  </a:lnTo>
                  <a:lnTo>
                    <a:pt x="654475" y="1268802"/>
                  </a:lnTo>
                  <a:lnTo>
                    <a:pt x="654459" y="1268781"/>
                  </a:lnTo>
                  <a:lnTo>
                    <a:pt x="654428" y="1268745"/>
                  </a:lnTo>
                  <a:lnTo>
                    <a:pt x="654371" y="1268708"/>
                  </a:lnTo>
                  <a:lnTo>
                    <a:pt x="654329" y="1268680"/>
                  </a:lnTo>
                  <a:lnTo>
                    <a:pt x="654309" y="1268659"/>
                  </a:lnTo>
                  <a:lnTo>
                    <a:pt x="654294" y="1268630"/>
                  </a:lnTo>
                  <a:lnTo>
                    <a:pt x="654288" y="1268595"/>
                  </a:lnTo>
                  <a:lnTo>
                    <a:pt x="654284" y="1268545"/>
                  </a:lnTo>
                  <a:lnTo>
                    <a:pt x="654282" y="1268521"/>
                  </a:lnTo>
                  <a:lnTo>
                    <a:pt x="654274" y="1268480"/>
                  </a:lnTo>
                  <a:lnTo>
                    <a:pt x="654274" y="1268434"/>
                  </a:lnTo>
                  <a:lnTo>
                    <a:pt x="654259" y="1268350"/>
                  </a:lnTo>
                  <a:lnTo>
                    <a:pt x="654247" y="1268299"/>
                  </a:lnTo>
                  <a:lnTo>
                    <a:pt x="654243" y="1268275"/>
                  </a:lnTo>
                  <a:lnTo>
                    <a:pt x="654244" y="1268259"/>
                  </a:lnTo>
                  <a:lnTo>
                    <a:pt x="654248" y="1268245"/>
                  </a:lnTo>
                  <a:lnTo>
                    <a:pt x="654263" y="1268209"/>
                  </a:lnTo>
                  <a:lnTo>
                    <a:pt x="654269" y="1268186"/>
                  </a:lnTo>
                  <a:lnTo>
                    <a:pt x="654271" y="1268168"/>
                  </a:lnTo>
                  <a:lnTo>
                    <a:pt x="654270" y="1268156"/>
                  </a:lnTo>
                  <a:lnTo>
                    <a:pt x="654270" y="1268141"/>
                  </a:lnTo>
                  <a:lnTo>
                    <a:pt x="654273" y="1268130"/>
                  </a:lnTo>
                  <a:lnTo>
                    <a:pt x="654287" y="1268097"/>
                  </a:lnTo>
                  <a:lnTo>
                    <a:pt x="654276" y="1268089"/>
                  </a:lnTo>
                  <a:lnTo>
                    <a:pt x="654263" y="1268089"/>
                  </a:lnTo>
                  <a:lnTo>
                    <a:pt x="654238" y="1268095"/>
                  </a:lnTo>
                  <a:lnTo>
                    <a:pt x="654206" y="1268103"/>
                  </a:lnTo>
                  <a:lnTo>
                    <a:pt x="654188" y="1268104"/>
                  </a:lnTo>
                  <a:lnTo>
                    <a:pt x="654172" y="1268098"/>
                  </a:lnTo>
                  <a:lnTo>
                    <a:pt x="654161" y="1268095"/>
                  </a:lnTo>
                  <a:lnTo>
                    <a:pt x="654140" y="1268095"/>
                  </a:lnTo>
                  <a:lnTo>
                    <a:pt x="654113" y="1268086"/>
                  </a:lnTo>
                  <a:lnTo>
                    <a:pt x="654093" y="1268085"/>
                  </a:lnTo>
                  <a:lnTo>
                    <a:pt x="654063" y="1268088"/>
                  </a:lnTo>
                  <a:lnTo>
                    <a:pt x="654017" y="1268096"/>
                  </a:lnTo>
                  <a:lnTo>
                    <a:pt x="653958" y="1268098"/>
                  </a:lnTo>
                  <a:lnTo>
                    <a:pt x="653886" y="1268095"/>
                  </a:lnTo>
                  <a:lnTo>
                    <a:pt x="653845" y="1268092"/>
                  </a:lnTo>
                  <a:lnTo>
                    <a:pt x="653819" y="1268102"/>
                  </a:lnTo>
                  <a:lnTo>
                    <a:pt x="653777" y="1268121"/>
                  </a:lnTo>
                  <a:lnTo>
                    <a:pt x="653737" y="1268135"/>
                  </a:lnTo>
                  <a:lnTo>
                    <a:pt x="653725" y="1268134"/>
                  </a:lnTo>
                  <a:lnTo>
                    <a:pt x="653705" y="1268122"/>
                  </a:lnTo>
                  <a:lnTo>
                    <a:pt x="653692" y="1268099"/>
                  </a:lnTo>
                  <a:lnTo>
                    <a:pt x="653678" y="1268074"/>
                  </a:lnTo>
                  <a:lnTo>
                    <a:pt x="653639" y="1268035"/>
                  </a:lnTo>
                  <a:lnTo>
                    <a:pt x="653633" y="1268019"/>
                  </a:lnTo>
                  <a:lnTo>
                    <a:pt x="653634" y="1268003"/>
                  </a:lnTo>
                  <a:lnTo>
                    <a:pt x="653641" y="1267963"/>
                  </a:lnTo>
                  <a:lnTo>
                    <a:pt x="653650" y="1267919"/>
                  </a:lnTo>
                  <a:lnTo>
                    <a:pt x="653666" y="1267878"/>
                  </a:lnTo>
                  <a:lnTo>
                    <a:pt x="653683" y="1267844"/>
                  </a:lnTo>
                  <a:lnTo>
                    <a:pt x="653691" y="1267828"/>
                  </a:lnTo>
                  <a:lnTo>
                    <a:pt x="653691" y="1267810"/>
                  </a:lnTo>
                  <a:lnTo>
                    <a:pt x="653687" y="1267787"/>
                  </a:lnTo>
                  <a:lnTo>
                    <a:pt x="653674" y="1267759"/>
                  </a:lnTo>
                  <a:lnTo>
                    <a:pt x="653645" y="1267702"/>
                  </a:lnTo>
                  <a:lnTo>
                    <a:pt x="653614" y="1267653"/>
                  </a:lnTo>
                  <a:lnTo>
                    <a:pt x="653585" y="1267622"/>
                  </a:lnTo>
                  <a:lnTo>
                    <a:pt x="653582" y="1267615"/>
                  </a:lnTo>
                  <a:lnTo>
                    <a:pt x="653582" y="1267606"/>
                  </a:lnTo>
                  <a:lnTo>
                    <a:pt x="653600" y="1267579"/>
                  </a:lnTo>
                  <a:lnTo>
                    <a:pt x="653616" y="1267541"/>
                  </a:lnTo>
                  <a:lnTo>
                    <a:pt x="653637" y="1267505"/>
                  </a:lnTo>
                  <a:lnTo>
                    <a:pt x="653651" y="1267487"/>
                  </a:lnTo>
                  <a:lnTo>
                    <a:pt x="653678" y="1267407"/>
                  </a:lnTo>
                  <a:lnTo>
                    <a:pt x="653686" y="1267383"/>
                  </a:lnTo>
                  <a:lnTo>
                    <a:pt x="653688" y="1267364"/>
                  </a:lnTo>
                  <a:lnTo>
                    <a:pt x="653693" y="1267334"/>
                  </a:lnTo>
                  <a:lnTo>
                    <a:pt x="653699" y="1267313"/>
                  </a:lnTo>
                  <a:lnTo>
                    <a:pt x="653711" y="1267294"/>
                  </a:lnTo>
                  <a:lnTo>
                    <a:pt x="653728" y="1267272"/>
                  </a:lnTo>
                  <a:lnTo>
                    <a:pt x="653766" y="1267213"/>
                  </a:lnTo>
                  <a:lnTo>
                    <a:pt x="653773" y="1267200"/>
                  </a:lnTo>
                  <a:lnTo>
                    <a:pt x="653771" y="1267195"/>
                  </a:lnTo>
                  <a:lnTo>
                    <a:pt x="653760" y="1267192"/>
                  </a:lnTo>
                  <a:lnTo>
                    <a:pt x="653722" y="1267196"/>
                  </a:lnTo>
                  <a:lnTo>
                    <a:pt x="653695" y="1267194"/>
                  </a:lnTo>
                  <a:lnTo>
                    <a:pt x="653669" y="1267193"/>
                  </a:lnTo>
                  <a:lnTo>
                    <a:pt x="653611" y="1267170"/>
                  </a:lnTo>
                  <a:lnTo>
                    <a:pt x="653598" y="1267168"/>
                  </a:lnTo>
                  <a:lnTo>
                    <a:pt x="653581" y="1267172"/>
                  </a:lnTo>
                  <a:lnTo>
                    <a:pt x="653567" y="1267179"/>
                  </a:lnTo>
                  <a:lnTo>
                    <a:pt x="653545" y="1267202"/>
                  </a:lnTo>
                  <a:lnTo>
                    <a:pt x="653523" y="1267221"/>
                  </a:lnTo>
                  <a:lnTo>
                    <a:pt x="653477" y="1267244"/>
                  </a:lnTo>
                  <a:lnTo>
                    <a:pt x="653451" y="1267255"/>
                  </a:lnTo>
                  <a:lnTo>
                    <a:pt x="653422" y="1267252"/>
                  </a:lnTo>
                  <a:lnTo>
                    <a:pt x="653409" y="1267244"/>
                  </a:lnTo>
                  <a:lnTo>
                    <a:pt x="653404" y="1267232"/>
                  </a:lnTo>
                  <a:lnTo>
                    <a:pt x="653400" y="1267218"/>
                  </a:lnTo>
                  <a:lnTo>
                    <a:pt x="653401" y="1267202"/>
                  </a:lnTo>
                  <a:lnTo>
                    <a:pt x="653398" y="1267182"/>
                  </a:lnTo>
                  <a:lnTo>
                    <a:pt x="653382" y="1267152"/>
                  </a:lnTo>
                  <a:lnTo>
                    <a:pt x="653381" y="1267133"/>
                  </a:lnTo>
                  <a:lnTo>
                    <a:pt x="653384" y="1267109"/>
                  </a:lnTo>
                  <a:lnTo>
                    <a:pt x="653385" y="1267064"/>
                  </a:lnTo>
                  <a:lnTo>
                    <a:pt x="653382" y="1267052"/>
                  </a:lnTo>
                  <a:lnTo>
                    <a:pt x="653372" y="1267042"/>
                  </a:lnTo>
                  <a:lnTo>
                    <a:pt x="653351" y="1267035"/>
                  </a:lnTo>
                  <a:lnTo>
                    <a:pt x="653327" y="1267035"/>
                  </a:lnTo>
                  <a:lnTo>
                    <a:pt x="653275" y="1267037"/>
                  </a:lnTo>
                  <a:lnTo>
                    <a:pt x="653249" y="1267036"/>
                  </a:lnTo>
                  <a:lnTo>
                    <a:pt x="653232" y="1267031"/>
                  </a:lnTo>
                  <a:lnTo>
                    <a:pt x="653214" y="1267012"/>
                  </a:lnTo>
                  <a:lnTo>
                    <a:pt x="653192" y="1266985"/>
                  </a:lnTo>
                  <a:lnTo>
                    <a:pt x="653169" y="1266957"/>
                  </a:lnTo>
                  <a:lnTo>
                    <a:pt x="653158" y="1266927"/>
                  </a:lnTo>
                  <a:lnTo>
                    <a:pt x="653147" y="1266887"/>
                  </a:lnTo>
                  <a:lnTo>
                    <a:pt x="653144" y="1266865"/>
                  </a:lnTo>
                  <a:lnTo>
                    <a:pt x="653149" y="1266848"/>
                  </a:lnTo>
                  <a:lnTo>
                    <a:pt x="653155" y="1266814"/>
                  </a:lnTo>
                  <a:lnTo>
                    <a:pt x="653155" y="1266795"/>
                  </a:lnTo>
                  <a:lnTo>
                    <a:pt x="653149" y="1266778"/>
                  </a:lnTo>
                  <a:lnTo>
                    <a:pt x="653136" y="1266762"/>
                  </a:lnTo>
                  <a:lnTo>
                    <a:pt x="653126" y="1266744"/>
                  </a:lnTo>
                  <a:lnTo>
                    <a:pt x="653111" y="1266704"/>
                  </a:lnTo>
                  <a:lnTo>
                    <a:pt x="653088" y="1266629"/>
                  </a:lnTo>
                  <a:lnTo>
                    <a:pt x="653076" y="1266596"/>
                  </a:lnTo>
                  <a:lnTo>
                    <a:pt x="653064" y="1266582"/>
                  </a:lnTo>
                  <a:lnTo>
                    <a:pt x="653040" y="1266566"/>
                  </a:lnTo>
                  <a:lnTo>
                    <a:pt x="653024" y="1266549"/>
                  </a:lnTo>
                  <a:lnTo>
                    <a:pt x="653016" y="1266533"/>
                  </a:lnTo>
                  <a:lnTo>
                    <a:pt x="653013" y="1266512"/>
                  </a:lnTo>
                  <a:lnTo>
                    <a:pt x="653013" y="1266499"/>
                  </a:lnTo>
                  <a:lnTo>
                    <a:pt x="653025" y="1266473"/>
                  </a:lnTo>
                  <a:lnTo>
                    <a:pt x="653036" y="1266465"/>
                  </a:lnTo>
                  <a:lnTo>
                    <a:pt x="653051" y="1266461"/>
                  </a:lnTo>
                  <a:lnTo>
                    <a:pt x="653080" y="1266450"/>
                  </a:lnTo>
                  <a:lnTo>
                    <a:pt x="653100" y="1266439"/>
                  </a:lnTo>
                  <a:lnTo>
                    <a:pt x="653110" y="1266421"/>
                  </a:lnTo>
                  <a:lnTo>
                    <a:pt x="653114" y="1266403"/>
                  </a:lnTo>
                  <a:lnTo>
                    <a:pt x="653111" y="1266381"/>
                  </a:lnTo>
                  <a:lnTo>
                    <a:pt x="653103" y="1266362"/>
                  </a:lnTo>
                  <a:lnTo>
                    <a:pt x="653081" y="1266328"/>
                  </a:lnTo>
                  <a:lnTo>
                    <a:pt x="653073" y="1266299"/>
                  </a:lnTo>
                  <a:lnTo>
                    <a:pt x="653074" y="1266265"/>
                  </a:lnTo>
                  <a:lnTo>
                    <a:pt x="653074" y="1266252"/>
                  </a:lnTo>
                  <a:lnTo>
                    <a:pt x="653075" y="1266232"/>
                  </a:lnTo>
                  <a:lnTo>
                    <a:pt x="653075" y="1266202"/>
                  </a:lnTo>
                  <a:lnTo>
                    <a:pt x="653073" y="1266181"/>
                  </a:lnTo>
                  <a:lnTo>
                    <a:pt x="653068" y="1266166"/>
                  </a:lnTo>
                  <a:lnTo>
                    <a:pt x="653053" y="1266145"/>
                  </a:lnTo>
                  <a:lnTo>
                    <a:pt x="653036" y="1266124"/>
                  </a:lnTo>
                  <a:lnTo>
                    <a:pt x="653029" y="1266116"/>
                  </a:lnTo>
                  <a:lnTo>
                    <a:pt x="653012" y="1266080"/>
                  </a:lnTo>
                  <a:lnTo>
                    <a:pt x="653004" y="1266075"/>
                  </a:lnTo>
                  <a:lnTo>
                    <a:pt x="652986" y="1266070"/>
                  </a:lnTo>
                  <a:lnTo>
                    <a:pt x="652937" y="1266069"/>
                  </a:lnTo>
                  <a:lnTo>
                    <a:pt x="652882" y="1266059"/>
                  </a:lnTo>
                  <a:lnTo>
                    <a:pt x="652831" y="1266037"/>
                  </a:lnTo>
                  <a:lnTo>
                    <a:pt x="652820" y="1266029"/>
                  </a:lnTo>
                  <a:lnTo>
                    <a:pt x="652819" y="1266017"/>
                  </a:lnTo>
                  <a:lnTo>
                    <a:pt x="652821" y="1266002"/>
                  </a:lnTo>
                  <a:lnTo>
                    <a:pt x="652826" y="1265972"/>
                  </a:lnTo>
                  <a:lnTo>
                    <a:pt x="652840" y="1265937"/>
                  </a:lnTo>
                  <a:lnTo>
                    <a:pt x="652855" y="1265913"/>
                  </a:lnTo>
                  <a:lnTo>
                    <a:pt x="652855" y="1265900"/>
                  </a:lnTo>
                  <a:lnTo>
                    <a:pt x="652853" y="1265892"/>
                  </a:lnTo>
                  <a:lnTo>
                    <a:pt x="652842" y="1265885"/>
                  </a:lnTo>
                  <a:lnTo>
                    <a:pt x="652807" y="1265869"/>
                  </a:lnTo>
                  <a:lnTo>
                    <a:pt x="652770" y="1265855"/>
                  </a:lnTo>
                  <a:lnTo>
                    <a:pt x="652743" y="1265844"/>
                  </a:lnTo>
                  <a:lnTo>
                    <a:pt x="652697" y="1265836"/>
                  </a:lnTo>
                  <a:lnTo>
                    <a:pt x="652670" y="1265832"/>
                  </a:lnTo>
                  <a:lnTo>
                    <a:pt x="652667" y="1265826"/>
                  </a:lnTo>
                  <a:lnTo>
                    <a:pt x="652665" y="1265817"/>
                  </a:lnTo>
                  <a:lnTo>
                    <a:pt x="652664" y="1265790"/>
                  </a:lnTo>
                  <a:lnTo>
                    <a:pt x="652651" y="1265763"/>
                  </a:lnTo>
                  <a:lnTo>
                    <a:pt x="652651" y="1265729"/>
                  </a:lnTo>
                  <a:lnTo>
                    <a:pt x="652651" y="1265684"/>
                  </a:lnTo>
                  <a:lnTo>
                    <a:pt x="652654" y="1265618"/>
                  </a:lnTo>
                  <a:lnTo>
                    <a:pt x="652654" y="1265604"/>
                  </a:lnTo>
                  <a:lnTo>
                    <a:pt x="652657" y="1265592"/>
                  </a:lnTo>
                  <a:lnTo>
                    <a:pt x="652669" y="1265572"/>
                  </a:lnTo>
                  <a:lnTo>
                    <a:pt x="652684" y="1265550"/>
                  </a:lnTo>
                  <a:lnTo>
                    <a:pt x="652691" y="1265516"/>
                  </a:lnTo>
                  <a:lnTo>
                    <a:pt x="652693" y="1265504"/>
                  </a:lnTo>
                  <a:lnTo>
                    <a:pt x="652691" y="1265496"/>
                  </a:lnTo>
                  <a:lnTo>
                    <a:pt x="652673" y="1265494"/>
                  </a:lnTo>
                  <a:lnTo>
                    <a:pt x="652656" y="1265483"/>
                  </a:lnTo>
                  <a:lnTo>
                    <a:pt x="652643" y="1265461"/>
                  </a:lnTo>
                  <a:lnTo>
                    <a:pt x="652611" y="1265431"/>
                  </a:lnTo>
                  <a:lnTo>
                    <a:pt x="652589" y="1265407"/>
                  </a:lnTo>
                  <a:lnTo>
                    <a:pt x="652547" y="1265365"/>
                  </a:lnTo>
                  <a:lnTo>
                    <a:pt x="652511" y="1265339"/>
                  </a:lnTo>
                  <a:lnTo>
                    <a:pt x="652489" y="1265310"/>
                  </a:lnTo>
                  <a:lnTo>
                    <a:pt x="652481" y="1265300"/>
                  </a:lnTo>
                  <a:lnTo>
                    <a:pt x="652480" y="1265290"/>
                  </a:lnTo>
                  <a:lnTo>
                    <a:pt x="652483" y="1265270"/>
                  </a:lnTo>
                  <a:lnTo>
                    <a:pt x="652483" y="1265254"/>
                  </a:lnTo>
                  <a:lnTo>
                    <a:pt x="652482" y="1265240"/>
                  </a:lnTo>
                  <a:lnTo>
                    <a:pt x="652474" y="1265225"/>
                  </a:lnTo>
                  <a:lnTo>
                    <a:pt x="652466" y="1265201"/>
                  </a:lnTo>
                  <a:lnTo>
                    <a:pt x="652466" y="1265190"/>
                  </a:lnTo>
                  <a:lnTo>
                    <a:pt x="652466" y="1265164"/>
                  </a:lnTo>
                  <a:lnTo>
                    <a:pt x="652461" y="1265142"/>
                  </a:lnTo>
                  <a:lnTo>
                    <a:pt x="652446" y="1265103"/>
                  </a:lnTo>
                  <a:lnTo>
                    <a:pt x="652434" y="1265077"/>
                  </a:lnTo>
                  <a:lnTo>
                    <a:pt x="652421" y="1265057"/>
                  </a:lnTo>
                  <a:lnTo>
                    <a:pt x="652398" y="1265043"/>
                  </a:lnTo>
                  <a:lnTo>
                    <a:pt x="652389" y="1265030"/>
                  </a:lnTo>
                  <a:lnTo>
                    <a:pt x="652388" y="1265007"/>
                  </a:lnTo>
                  <a:lnTo>
                    <a:pt x="652393" y="1264996"/>
                  </a:lnTo>
                  <a:lnTo>
                    <a:pt x="652403" y="1264986"/>
                  </a:lnTo>
                  <a:lnTo>
                    <a:pt x="652408" y="1264968"/>
                  </a:lnTo>
                  <a:lnTo>
                    <a:pt x="652413" y="1264944"/>
                  </a:lnTo>
                  <a:lnTo>
                    <a:pt x="652423" y="1264921"/>
                  </a:lnTo>
                  <a:lnTo>
                    <a:pt x="652440" y="1264898"/>
                  </a:lnTo>
                  <a:lnTo>
                    <a:pt x="652456" y="1264882"/>
                  </a:lnTo>
                  <a:lnTo>
                    <a:pt x="652482" y="1264863"/>
                  </a:lnTo>
                  <a:lnTo>
                    <a:pt x="652510" y="1264840"/>
                  </a:lnTo>
                  <a:lnTo>
                    <a:pt x="652525" y="1264826"/>
                  </a:lnTo>
                  <a:lnTo>
                    <a:pt x="652545" y="1264812"/>
                  </a:lnTo>
                  <a:lnTo>
                    <a:pt x="652575" y="1264795"/>
                  </a:lnTo>
                  <a:lnTo>
                    <a:pt x="652605" y="1264782"/>
                  </a:lnTo>
                  <a:lnTo>
                    <a:pt x="652631" y="1264762"/>
                  </a:lnTo>
                  <a:lnTo>
                    <a:pt x="652653" y="1264730"/>
                  </a:lnTo>
                  <a:lnTo>
                    <a:pt x="652669" y="1264707"/>
                  </a:lnTo>
                  <a:lnTo>
                    <a:pt x="652671" y="1264699"/>
                  </a:lnTo>
                  <a:lnTo>
                    <a:pt x="652669" y="1264684"/>
                  </a:lnTo>
                  <a:lnTo>
                    <a:pt x="652663" y="1264662"/>
                  </a:lnTo>
                  <a:lnTo>
                    <a:pt x="652661" y="1264650"/>
                  </a:lnTo>
                  <a:lnTo>
                    <a:pt x="652661" y="1264635"/>
                  </a:lnTo>
                  <a:lnTo>
                    <a:pt x="652663" y="1264619"/>
                  </a:lnTo>
                  <a:lnTo>
                    <a:pt x="652661" y="1264604"/>
                  </a:lnTo>
                  <a:lnTo>
                    <a:pt x="652654" y="1264585"/>
                  </a:lnTo>
                  <a:lnTo>
                    <a:pt x="652638" y="1264564"/>
                  </a:lnTo>
                  <a:lnTo>
                    <a:pt x="652604" y="1264512"/>
                  </a:lnTo>
                  <a:lnTo>
                    <a:pt x="652577" y="1264478"/>
                  </a:lnTo>
                  <a:lnTo>
                    <a:pt x="652556" y="1264438"/>
                  </a:lnTo>
                  <a:lnTo>
                    <a:pt x="652545" y="1264398"/>
                  </a:lnTo>
                  <a:lnTo>
                    <a:pt x="652545" y="1264388"/>
                  </a:lnTo>
                  <a:lnTo>
                    <a:pt x="652548" y="1264377"/>
                  </a:lnTo>
                  <a:lnTo>
                    <a:pt x="652565" y="1264364"/>
                  </a:lnTo>
                  <a:lnTo>
                    <a:pt x="652588" y="1264352"/>
                  </a:lnTo>
                  <a:lnTo>
                    <a:pt x="652613" y="1264336"/>
                  </a:lnTo>
                  <a:lnTo>
                    <a:pt x="652656" y="1264284"/>
                  </a:lnTo>
                  <a:lnTo>
                    <a:pt x="652688" y="1264240"/>
                  </a:lnTo>
                  <a:lnTo>
                    <a:pt x="652713" y="1264206"/>
                  </a:lnTo>
                  <a:lnTo>
                    <a:pt x="652729" y="1264186"/>
                  </a:lnTo>
                  <a:lnTo>
                    <a:pt x="652744" y="1264158"/>
                  </a:lnTo>
                  <a:lnTo>
                    <a:pt x="652764" y="1264134"/>
                  </a:lnTo>
                  <a:lnTo>
                    <a:pt x="652779" y="1264119"/>
                  </a:lnTo>
                  <a:lnTo>
                    <a:pt x="652787" y="1264108"/>
                  </a:lnTo>
                  <a:lnTo>
                    <a:pt x="652808" y="1264088"/>
                  </a:lnTo>
                  <a:lnTo>
                    <a:pt x="652813" y="1264068"/>
                  </a:lnTo>
                  <a:lnTo>
                    <a:pt x="652809" y="1264059"/>
                  </a:lnTo>
                  <a:lnTo>
                    <a:pt x="652795" y="1264055"/>
                  </a:lnTo>
                  <a:lnTo>
                    <a:pt x="652773" y="1264044"/>
                  </a:lnTo>
                  <a:lnTo>
                    <a:pt x="652760" y="1264028"/>
                  </a:lnTo>
                  <a:lnTo>
                    <a:pt x="652759" y="1264018"/>
                  </a:lnTo>
                  <a:lnTo>
                    <a:pt x="652759" y="1264006"/>
                  </a:lnTo>
                  <a:lnTo>
                    <a:pt x="652763" y="1263988"/>
                  </a:lnTo>
                  <a:lnTo>
                    <a:pt x="652760" y="1263976"/>
                  </a:lnTo>
                  <a:lnTo>
                    <a:pt x="652751" y="1263957"/>
                  </a:lnTo>
                  <a:lnTo>
                    <a:pt x="652740" y="1263931"/>
                  </a:lnTo>
                  <a:lnTo>
                    <a:pt x="652738" y="1263920"/>
                  </a:lnTo>
                  <a:lnTo>
                    <a:pt x="652739" y="1263908"/>
                  </a:lnTo>
                  <a:lnTo>
                    <a:pt x="652748" y="1263898"/>
                  </a:lnTo>
                  <a:lnTo>
                    <a:pt x="652751" y="1263882"/>
                  </a:lnTo>
                  <a:lnTo>
                    <a:pt x="652743" y="1263845"/>
                  </a:lnTo>
                  <a:lnTo>
                    <a:pt x="652730" y="1263808"/>
                  </a:lnTo>
                  <a:lnTo>
                    <a:pt x="652710" y="1263780"/>
                  </a:lnTo>
                  <a:lnTo>
                    <a:pt x="652682" y="1263750"/>
                  </a:lnTo>
                  <a:lnTo>
                    <a:pt x="652646" y="1263724"/>
                  </a:lnTo>
                  <a:lnTo>
                    <a:pt x="652632" y="1263712"/>
                  </a:lnTo>
                  <a:lnTo>
                    <a:pt x="652631" y="1263699"/>
                  </a:lnTo>
                  <a:lnTo>
                    <a:pt x="652637" y="1263685"/>
                  </a:lnTo>
                  <a:lnTo>
                    <a:pt x="652661" y="1263638"/>
                  </a:lnTo>
                  <a:lnTo>
                    <a:pt x="652665" y="1263626"/>
                  </a:lnTo>
                  <a:lnTo>
                    <a:pt x="652661" y="1263593"/>
                  </a:lnTo>
                  <a:lnTo>
                    <a:pt x="652658" y="1263560"/>
                  </a:lnTo>
                  <a:lnTo>
                    <a:pt x="652658" y="1263542"/>
                  </a:lnTo>
                  <a:lnTo>
                    <a:pt x="652661" y="1263527"/>
                  </a:lnTo>
                  <a:lnTo>
                    <a:pt x="652666" y="1263506"/>
                  </a:lnTo>
                  <a:lnTo>
                    <a:pt x="652667" y="1263496"/>
                  </a:lnTo>
                  <a:lnTo>
                    <a:pt x="652668" y="1263486"/>
                  </a:lnTo>
                  <a:lnTo>
                    <a:pt x="652672" y="1263469"/>
                  </a:lnTo>
                  <a:lnTo>
                    <a:pt x="652687" y="1263450"/>
                  </a:lnTo>
                  <a:lnTo>
                    <a:pt x="652725" y="1263418"/>
                  </a:lnTo>
                  <a:lnTo>
                    <a:pt x="652742" y="1263406"/>
                  </a:lnTo>
                  <a:lnTo>
                    <a:pt x="652774" y="1263390"/>
                  </a:lnTo>
                  <a:lnTo>
                    <a:pt x="652796" y="1263362"/>
                  </a:lnTo>
                  <a:lnTo>
                    <a:pt x="652807" y="1263348"/>
                  </a:lnTo>
                  <a:lnTo>
                    <a:pt x="652815" y="1263332"/>
                  </a:lnTo>
                  <a:lnTo>
                    <a:pt x="652819" y="1263320"/>
                  </a:lnTo>
                  <a:lnTo>
                    <a:pt x="652819" y="1263307"/>
                  </a:lnTo>
                  <a:lnTo>
                    <a:pt x="652799" y="1263261"/>
                  </a:lnTo>
                  <a:lnTo>
                    <a:pt x="652780" y="1263226"/>
                  </a:lnTo>
                  <a:lnTo>
                    <a:pt x="652779" y="1263208"/>
                  </a:lnTo>
                  <a:lnTo>
                    <a:pt x="652779" y="1263183"/>
                  </a:lnTo>
                  <a:lnTo>
                    <a:pt x="652784" y="1263148"/>
                  </a:lnTo>
                  <a:lnTo>
                    <a:pt x="652803" y="1263092"/>
                  </a:lnTo>
                  <a:lnTo>
                    <a:pt x="652822" y="1263031"/>
                  </a:lnTo>
                  <a:lnTo>
                    <a:pt x="652834" y="1262991"/>
                  </a:lnTo>
                  <a:lnTo>
                    <a:pt x="652842" y="1262969"/>
                  </a:lnTo>
                  <a:lnTo>
                    <a:pt x="652850" y="1262952"/>
                  </a:lnTo>
                  <a:lnTo>
                    <a:pt x="652859" y="1262942"/>
                  </a:lnTo>
                  <a:lnTo>
                    <a:pt x="652870" y="1262930"/>
                  </a:lnTo>
                  <a:lnTo>
                    <a:pt x="652888" y="1262919"/>
                  </a:lnTo>
                  <a:lnTo>
                    <a:pt x="652910" y="1262916"/>
                  </a:lnTo>
                  <a:lnTo>
                    <a:pt x="652921" y="1262906"/>
                  </a:lnTo>
                  <a:lnTo>
                    <a:pt x="652930" y="1262895"/>
                  </a:lnTo>
                  <a:lnTo>
                    <a:pt x="652940" y="1262868"/>
                  </a:lnTo>
                  <a:lnTo>
                    <a:pt x="652945" y="1262847"/>
                  </a:lnTo>
                  <a:lnTo>
                    <a:pt x="652949" y="1262821"/>
                  </a:lnTo>
                  <a:lnTo>
                    <a:pt x="652954" y="1262801"/>
                  </a:lnTo>
                  <a:lnTo>
                    <a:pt x="652960" y="1262781"/>
                  </a:lnTo>
                  <a:lnTo>
                    <a:pt x="652967" y="1262773"/>
                  </a:lnTo>
                  <a:lnTo>
                    <a:pt x="652982" y="1262764"/>
                  </a:lnTo>
                  <a:lnTo>
                    <a:pt x="652990" y="1262755"/>
                  </a:lnTo>
                  <a:lnTo>
                    <a:pt x="652991" y="1262747"/>
                  </a:lnTo>
                  <a:lnTo>
                    <a:pt x="652978" y="1262736"/>
                  </a:lnTo>
                  <a:lnTo>
                    <a:pt x="652947" y="1262712"/>
                  </a:lnTo>
                  <a:lnTo>
                    <a:pt x="652924" y="1262692"/>
                  </a:lnTo>
                  <a:lnTo>
                    <a:pt x="652914" y="1262675"/>
                  </a:lnTo>
                  <a:lnTo>
                    <a:pt x="652907" y="1262661"/>
                  </a:lnTo>
                  <a:lnTo>
                    <a:pt x="652905" y="1262635"/>
                  </a:lnTo>
                  <a:lnTo>
                    <a:pt x="652906" y="1262607"/>
                  </a:lnTo>
                  <a:lnTo>
                    <a:pt x="652906" y="1262573"/>
                  </a:lnTo>
                  <a:lnTo>
                    <a:pt x="652906" y="1262548"/>
                  </a:lnTo>
                  <a:lnTo>
                    <a:pt x="652899" y="1262505"/>
                  </a:lnTo>
                  <a:lnTo>
                    <a:pt x="652891" y="1262472"/>
                  </a:lnTo>
                  <a:lnTo>
                    <a:pt x="652889" y="1262458"/>
                  </a:lnTo>
                  <a:lnTo>
                    <a:pt x="652890" y="1262442"/>
                  </a:lnTo>
                  <a:lnTo>
                    <a:pt x="652905" y="1262419"/>
                  </a:lnTo>
                  <a:lnTo>
                    <a:pt x="652921" y="1262404"/>
                  </a:lnTo>
                  <a:lnTo>
                    <a:pt x="652931" y="1262399"/>
                  </a:lnTo>
                  <a:lnTo>
                    <a:pt x="652959" y="1262395"/>
                  </a:lnTo>
                  <a:lnTo>
                    <a:pt x="652986" y="1262390"/>
                  </a:lnTo>
                  <a:lnTo>
                    <a:pt x="653008" y="1262386"/>
                  </a:lnTo>
                  <a:lnTo>
                    <a:pt x="653026" y="1262376"/>
                  </a:lnTo>
                  <a:lnTo>
                    <a:pt x="653042" y="1262364"/>
                  </a:lnTo>
                  <a:lnTo>
                    <a:pt x="653062" y="1262343"/>
                  </a:lnTo>
                  <a:lnTo>
                    <a:pt x="653077" y="1262327"/>
                  </a:lnTo>
                  <a:lnTo>
                    <a:pt x="653079" y="1262308"/>
                  </a:lnTo>
                  <a:lnTo>
                    <a:pt x="653072" y="1262290"/>
                  </a:lnTo>
                  <a:lnTo>
                    <a:pt x="653064" y="1262273"/>
                  </a:lnTo>
                  <a:lnTo>
                    <a:pt x="653047" y="1262241"/>
                  </a:lnTo>
                  <a:lnTo>
                    <a:pt x="653047" y="1262230"/>
                  </a:lnTo>
                  <a:lnTo>
                    <a:pt x="653053" y="1262220"/>
                  </a:lnTo>
                  <a:lnTo>
                    <a:pt x="653067" y="1262210"/>
                  </a:lnTo>
                  <a:lnTo>
                    <a:pt x="653075" y="1262201"/>
                  </a:lnTo>
                  <a:lnTo>
                    <a:pt x="653080" y="1262181"/>
                  </a:lnTo>
                  <a:lnTo>
                    <a:pt x="653083" y="1262170"/>
                  </a:lnTo>
                  <a:lnTo>
                    <a:pt x="653082" y="1262153"/>
                  </a:lnTo>
                  <a:lnTo>
                    <a:pt x="653075" y="1262128"/>
                  </a:lnTo>
                  <a:lnTo>
                    <a:pt x="653061" y="1262065"/>
                  </a:lnTo>
                  <a:lnTo>
                    <a:pt x="653054" y="1262040"/>
                  </a:lnTo>
                  <a:lnTo>
                    <a:pt x="653039" y="1262006"/>
                  </a:lnTo>
                  <a:lnTo>
                    <a:pt x="653015" y="1261982"/>
                  </a:lnTo>
                  <a:lnTo>
                    <a:pt x="653002" y="1261979"/>
                  </a:lnTo>
                  <a:lnTo>
                    <a:pt x="652984" y="1261980"/>
                  </a:lnTo>
                  <a:lnTo>
                    <a:pt x="652941" y="1261992"/>
                  </a:lnTo>
                  <a:lnTo>
                    <a:pt x="652892" y="1262010"/>
                  </a:lnTo>
                  <a:lnTo>
                    <a:pt x="652838" y="1262026"/>
                  </a:lnTo>
                  <a:lnTo>
                    <a:pt x="652790" y="1262031"/>
                  </a:lnTo>
                  <a:lnTo>
                    <a:pt x="652742" y="1262032"/>
                  </a:lnTo>
                  <a:lnTo>
                    <a:pt x="652710" y="1262046"/>
                  </a:lnTo>
                  <a:lnTo>
                    <a:pt x="652669" y="1262092"/>
                  </a:lnTo>
                  <a:lnTo>
                    <a:pt x="652656" y="1262096"/>
                  </a:lnTo>
                  <a:lnTo>
                    <a:pt x="652641" y="1262092"/>
                  </a:lnTo>
                  <a:lnTo>
                    <a:pt x="652625" y="1262082"/>
                  </a:lnTo>
                  <a:lnTo>
                    <a:pt x="652587" y="1262051"/>
                  </a:lnTo>
                  <a:lnTo>
                    <a:pt x="652545" y="1262029"/>
                  </a:lnTo>
                  <a:lnTo>
                    <a:pt x="652492" y="1262006"/>
                  </a:lnTo>
                  <a:lnTo>
                    <a:pt x="652442" y="1261987"/>
                  </a:lnTo>
                  <a:lnTo>
                    <a:pt x="652407" y="1261963"/>
                  </a:lnTo>
                  <a:lnTo>
                    <a:pt x="652394" y="1261945"/>
                  </a:lnTo>
                  <a:lnTo>
                    <a:pt x="652380" y="1261908"/>
                  </a:lnTo>
                  <a:lnTo>
                    <a:pt x="652366" y="1261868"/>
                  </a:lnTo>
                  <a:lnTo>
                    <a:pt x="652352" y="1261805"/>
                  </a:lnTo>
                  <a:lnTo>
                    <a:pt x="652336" y="1261754"/>
                  </a:lnTo>
                  <a:lnTo>
                    <a:pt x="652317" y="1261725"/>
                  </a:lnTo>
                  <a:lnTo>
                    <a:pt x="652285" y="1261692"/>
                  </a:lnTo>
                  <a:lnTo>
                    <a:pt x="652262" y="1261665"/>
                  </a:lnTo>
                  <a:lnTo>
                    <a:pt x="652254" y="1261650"/>
                  </a:lnTo>
                  <a:lnTo>
                    <a:pt x="652251" y="1261593"/>
                  </a:lnTo>
                  <a:lnTo>
                    <a:pt x="652249" y="1261578"/>
                  </a:lnTo>
                  <a:lnTo>
                    <a:pt x="652243" y="1261560"/>
                  </a:lnTo>
                  <a:lnTo>
                    <a:pt x="652225" y="1261542"/>
                  </a:lnTo>
                  <a:lnTo>
                    <a:pt x="652224" y="1261533"/>
                  </a:lnTo>
                  <a:lnTo>
                    <a:pt x="652230" y="1261525"/>
                  </a:lnTo>
                  <a:lnTo>
                    <a:pt x="652244" y="1261511"/>
                  </a:lnTo>
                  <a:lnTo>
                    <a:pt x="652249" y="1261497"/>
                  </a:lnTo>
                  <a:lnTo>
                    <a:pt x="652252" y="1261482"/>
                  </a:lnTo>
                  <a:lnTo>
                    <a:pt x="652253" y="1261463"/>
                  </a:lnTo>
                  <a:lnTo>
                    <a:pt x="652254" y="1261443"/>
                  </a:lnTo>
                  <a:lnTo>
                    <a:pt x="652270" y="1261416"/>
                  </a:lnTo>
                  <a:lnTo>
                    <a:pt x="652293" y="1261390"/>
                  </a:lnTo>
                  <a:lnTo>
                    <a:pt x="652311" y="1261375"/>
                  </a:lnTo>
                  <a:lnTo>
                    <a:pt x="652312" y="1261366"/>
                  </a:lnTo>
                  <a:lnTo>
                    <a:pt x="652307" y="1261353"/>
                  </a:lnTo>
                  <a:lnTo>
                    <a:pt x="652289" y="1261327"/>
                  </a:lnTo>
                  <a:lnTo>
                    <a:pt x="652262" y="1261282"/>
                  </a:lnTo>
                  <a:lnTo>
                    <a:pt x="652238" y="1261230"/>
                  </a:lnTo>
                  <a:lnTo>
                    <a:pt x="652227" y="1261205"/>
                  </a:lnTo>
                  <a:lnTo>
                    <a:pt x="652214" y="1261151"/>
                  </a:lnTo>
                  <a:lnTo>
                    <a:pt x="652213" y="1261131"/>
                  </a:lnTo>
                  <a:lnTo>
                    <a:pt x="652219" y="1261100"/>
                  </a:lnTo>
                  <a:lnTo>
                    <a:pt x="652246" y="1261028"/>
                  </a:lnTo>
                  <a:lnTo>
                    <a:pt x="652260" y="1260989"/>
                  </a:lnTo>
                  <a:lnTo>
                    <a:pt x="652265" y="1260956"/>
                  </a:lnTo>
                  <a:lnTo>
                    <a:pt x="652261" y="1260929"/>
                  </a:lnTo>
                  <a:lnTo>
                    <a:pt x="652240" y="1260862"/>
                  </a:lnTo>
                  <a:lnTo>
                    <a:pt x="652230" y="1260829"/>
                  </a:lnTo>
                  <a:lnTo>
                    <a:pt x="652212" y="1260782"/>
                  </a:lnTo>
                  <a:lnTo>
                    <a:pt x="652174" y="1260717"/>
                  </a:lnTo>
                  <a:lnTo>
                    <a:pt x="652142" y="1260682"/>
                  </a:lnTo>
                  <a:lnTo>
                    <a:pt x="652084" y="1260640"/>
                  </a:lnTo>
                  <a:lnTo>
                    <a:pt x="652022" y="1260598"/>
                  </a:lnTo>
                  <a:lnTo>
                    <a:pt x="652002" y="1260570"/>
                  </a:lnTo>
                  <a:lnTo>
                    <a:pt x="651975" y="1260511"/>
                  </a:lnTo>
                  <a:lnTo>
                    <a:pt x="651963" y="1260492"/>
                  </a:lnTo>
                  <a:lnTo>
                    <a:pt x="651940" y="1260471"/>
                  </a:lnTo>
                  <a:lnTo>
                    <a:pt x="651875" y="1260432"/>
                  </a:lnTo>
                  <a:lnTo>
                    <a:pt x="651840" y="1260405"/>
                  </a:lnTo>
                  <a:lnTo>
                    <a:pt x="651828" y="1260388"/>
                  </a:lnTo>
                  <a:lnTo>
                    <a:pt x="651825" y="1260369"/>
                  </a:lnTo>
                  <a:lnTo>
                    <a:pt x="651824" y="1260345"/>
                  </a:lnTo>
                  <a:lnTo>
                    <a:pt x="651829" y="1260298"/>
                  </a:lnTo>
                  <a:lnTo>
                    <a:pt x="651841" y="1260271"/>
                  </a:lnTo>
                  <a:lnTo>
                    <a:pt x="651866" y="1260227"/>
                  </a:lnTo>
                  <a:lnTo>
                    <a:pt x="651881" y="1260212"/>
                  </a:lnTo>
                  <a:lnTo>
                    <a:pt x="651899" y="1260195"/>
                  </a:lnTo>
                  <a:lnTo>
                    <a:pt x="651927" y="1260157"/>
                  </a:lnTo>
                  <a:lnTo>
                    <a:pt x="651979" y="1260114"/>
                  </a:lnTo>
                  <a:lnTo>
                    <a:pt x="652003" y="1260092"/>
                  </a:lnTo>
                  <a:lnTo>
                    <a:pt x="652035" y="1260073"/>
                  </a:lnTo>
                  <a:lnTo>
                    <a:pt x="652050" y="1260063"/>
                  </a:lnTo>
                  <a:lnTo>
                    <a:pt x="652061" y="1260047"/>
                  </a:lnTo>
                  <a:lnTo>
                    <a:pt x="652069" y="1260037"/>
                  </a:lnTo>
                  <a:lnTo>
                    <a:pt x="652079" y="1260030"/>
                  </a:lnTo>
                  <a:lnTo>
                    <a:pt x="652090" y="1260027"/>
                  </a:lnTo>
                  <a:lnTo>
                    <a:pt x="652100" y="1260029"/>
                  </a:lnTo>
                  <a:lnTo>
                    <a:pt x="652119" y="1260039"/>
                  </a:lnTo>
                  <a:lnTo>
                    <a:pt x="652150" y="1260047"/>
                  </a:lnTo>
                  <a:lnTo>
                    <a:pt x="652243" y="1260070"/>
                  </a:lnTo>
                  <a:lnTo>
                    <a:pt x="652287" y="1260087"/>
                  </a:lnTo>
                  <a:lnTo>
                    <a:pt x="652311" y="1260092"/>
                  </a:lnTo>
                  <a:lnTo>
                    <a:pt x="652333" y="1260091"/>
                  </a:lnTo>
                  <a:lnTo>
                    <a:pt x="652360" y="1260088"/>
                  </a:lnTo>
                  <a:lnTo>
                    <a:pt x="652378" y="1260088"/>
                  </a:lnTo>
                  <a:lnTo>
                    <a:pt x="652414" y="1260091"/>
                  </a:lnTo>
                  <a:lnTo>
                    <a:pt x="652463" y="1260106"/>
                  </a:lnTo>
                  <a:lnTo>
                    <a:pt x="652542" y="1260116"/>
                  </a:lnTo>
                  <a:lnTo>
                    <a:pt x="652578" y="1260120"/>
                  </a:lnTo>
                  <a:lnTo>
                    <a:pt x="652588" y="1260115"/>
                  </a:lnTo>
                  <a:lnTo>
                    <a:pt x="652597" y="1260102"/>
                  </a:lnTo>
                  <a:lnTo>
                    <a:pt x="652600" y="1260087"/>
                  </a:lnTo>
                  <a:lnTo>
                    <a:pt x="652610" y="1260055"/>
                  </a:lnTo>
                  <a:lnTo>
                    <a:pt x="652625" y="1260029"/>
                  </a:lnTo>
                  <a:lnTo>
                    <a:pt x="652643" y="1260004"/>
                  </a:lnTo>
                  <a:lnTo>
                    <a:pt x="652666" y="1259976"/>
                  </a:lnTo>
                  <a:lnTo>
                    <a:pt x="652679" y="1259966"/>
                  </a:lnTo>
                  <a:lnTo>
                    <a:pt x="652703" y="1259955"/>
                  </a:lnTo>
                  <a:lnTo>
                    <a:pt x="652742" y="1259944"/>
                  </a:lnTo>
                  <a:lnTo>
                    <a:pt x="652789" y="1259919"/>
                  </a:lnTo>
                  <a:lnTo>
                    <a:pt x="652832" y="1259896"/>
                  </a:lnTo>
                  <a:lnTo>
                    <a:pt x="652860" y="1259886"/>
                  </a:lnTo>
                  <a:lnTo>
                    <a:pt x="652876" y="1259882"/>
                  </a:lnTo>
                  <a:lnTo>
                    <a:pt x="652896" y="1259882"/>
                  </a:lnTo>
                  <a:lnTo>
                    <a:pt x="652915" y="1259879"/>
                  </a:lnTo>
                  <a:lnTo>
                    <a:pt x="652936" y="1259868"/>
                  </a:lnTo>
                  <a:lnTo>
                    <a:pt x="652950" y="1259858"/>
                  </a:lnTo>
                  <a:lnTo>
                    <a:pt x="652962" y="1259855"/>
                  </a:lnTo>
                  <a:lnTo>
                    <a:pt x="652978" y="1259859"/>
                  </a:lnTo>
                  <a:lnTo>
                    <a:pt x="652997" y="1259870"/>
                  </a:lnTo>
                  <a:lnTo>
                    <a:pt x="653004" y="1259869"/>
                  </a:lnTo>
                  <a:lnTo>
                    <a:pt x="653004" y="1259859"/>
                  </a:lnTo>
                  <a:lnTo>
                    <a:pt x="652999" y="1259814"/>
                  </a:lnTo>
                  <a:lnTo>
                    <a:pt x="652999" y="1259775"/>
                  </a:lnTo>
                  <a:lnTo>
                    <a:pt x="652998" y="1259727"/>
                  </a:lnTo>
                  <a:lnTo>
                    <a:pt x="652999" y="1259670"/>
                  </a:lnTo>
                  <a:lnTo>
                    <a:pt x="652997" y="1259633"/>
                  </a:lnTo>
                  <a:lnTo>
                    <a:pt x="652988" y="1259602"/>
                  </a:lnTo>
                  <a:lnTo>
                    <a:pt x="652980" y="1259586"/>
                  </a:lnTo>
                  <a:lnTo>
                    <a:pt x="652956" y="1259533"/>
                  </a:lnTo>
                  <a:lnTo>
                    <a:pt x="652920" y="1259485"/>
                  </a:lnTo>
                  <a:lnTo>
                    <a:pt x="652875" y="1259406"/>
                  </a:lnTo>
                  <a:lnTo>
                    <a:pt x="652873" y="1259391"/>
                  </a:lnTo>
                  <a:lnTo>
                    <a:pt x="652876" y="1259386"/>
                  </a:lnTo>
                  <a:lnTo>
                    <a:pt x="652889" y="1259386"/>
                  </a:lnTo>
                  <a:lnTo>
                    <a:pt x="652915" y="1259385"/>
                  </a:lnTo>
                  <a:lnTo>
                    <a:pt x="652940" y="1259375"/>
                  </a:lnTo>
                  <a:lnTo>
                    <a:pt x="652971" y="1259350"/>
                  </a:lnTo>
                  <a:lnTo>
                    <a:pt x="652992" y="1259326"/>
                  </a:lnTo>
                  <a:lnTo>
                    <a:pt x="653013" y="1259298"/>
                  </a:lnTo>
                  <a:lnTo>
                    <a:pt x="653052" y="1259235"/>
                  </a:lnTo>
                  <a:lnTo>
                    <a:pt x="653081" y="1259188"/>
                  </a:lnTo>
                  <a:lnTo>
                    <a:pt x="653104" y="1259157"/>
                  </a:lnTo>
                  <a:lnTo>
                    <a:pt x="653126" y="1259131"/>
                  </a:lnTo>
                  <a:lnTo>
                    <a:pt x="653135" y="1259121"/>
                  </a:lnTo>
                  <a:lnTo>
                    <a:pt x="653156" y="1259109"/>
                  </a:lnTo>
                  <a:lnTo>
                    <a:pt x="653183" y="1259095"/>
                  </a:lnTo>
                  <a:lnTo>
                    <a:pt x="653219" y="1259085"/>
                  </a:lnTo>
                  <a:lnTo>
                    <a:pt x="653255" y="1259070"/>
                  </a:lnTo>
                  <a:lnTo>
                    <a:pt x="653276" y="1259056"/>
                  </a:lnTo>
                  <a:lnTo>
                    <a:pt x="653299" y="1259038"/>
                  </a:lnTo>
                  <a:lnTo>
                    <a:pt x="653319" y="1259024"/>
                  </a:lnTo>
                  <a:lnTo>
                    <a:pt x="653360" y="1259004"/>
                  </a:lnTo>
                  <a:lnTo>
                    <a:pt x="653398" y="1258989"/>
                  </a:lnTo>
                  <a:lnTo>
                    <a:pt x="653440" y="1258968"/>
                  </a:lnTo>
                  <a:lnTo>
                    <a:pt x="653485" y="1258950"/>
                  </a:lnTo>
                  <a:lnTo>
                    <a:pt x="653538" y="1258936"/>
                  </a:lnTo>
                  <a:lnTo>
                    <a:pt x="653574" y="1258922"/>
                  </a:lnTo>
                  <a:lnTo>
                    <a:pt x="653579" y="1258910"/>
                  </a:lnTo>
                  <a:lnTo>
                    <a:pt x="653582" y="1258888"/>
                  </a:lnTo>
                  <a:lnTo>
                    <a:pt x="653592" y="1258864"/>
                  </a:lnTo>
                  <a:lnTo>
                    <a:pt x="653610" y="1258837"/>
                  </a:lnTo>
                  <a:lnTo>
                    <a:pt x="653628" y="1258807"/>
                  </a:lnTo>
                  <a:lnTo>
                    <a:pt x="653651" y="1258748"/>
                  </a:lnTo>
                  <a:lnTo>
                    <a:pt x="653663" y="1258723"/>
                  </a:lnTo>
                  <a:lnTo>
                    <a:pt x="653675" y="1258667"/>
                  </a:lnTo>
                  <a:lnTo>
                    <a:pt x="653678" y="1258637"/>
                  </a:lnTo>
                  <a:lnTo>
                    <a:pt x="653682" y="1258611"/>
                  </a:lnTo>
                  <a:lnTo>
                    <a:pt x="653703" y="1258565"/>
                  </a:lnTo>
                  <a:lnTo>
                    <a:pt x="653714" y="1258552"/>
                  </a:lnTo>
                  <a:lnTo>
                    <a:pt x="653728" y="1258540"/>
                  </a:lnTo>
                  <a:lnTo>
                    <a:pt x="653764" y="1258520"/>
                  </a:lnTo>
                  <a:lnTo>
                    <a:pt x="653767" y="1258511"/>
                  </a:lnTo>
                  <a:lnTo>
                    <a:pt x="653763" y="1258500"/>
                  </a:lnTo>
                  <a:lnTo>
                    <a:pt x="653757" y="1258485"/>
                  </a:lnTo>
                  <a:lnTo>
                    <a:pt x="653725" y="1258446"/>
                  </a:lnTo>
                  <a:lnTo>
                    <a:pt x="653700" y="1258398"/>
                  </a:lnTo>
                  <a:lnTo>
                    <a:pt x="653690" y="1258378"/>
                  </a:lnTo>
                  <a:lnTo>
                    <a:pt x="653679" y="1258341"/>
                  </a:lnTo>
                  <a:lnTo>
                    <a:pt x="653671" y="1258310"/>
                  </a:lnTo>
                  <a:lnTo>
                    <a:pt x="653664" y="1258279"/>
                  </a:lnTo>
                  <a:lnTo>
                    <a:pt x="653646" y="1258240"/>
                  </a:lnTo>
                  <a:lnTo>
                    <a:pt x="653637" y="1258229"/>
                  </a:lnTo>
                  <a:lnTo>
                    <a:pt x="653640" y="1258214"/>
                  </a:lnTo>
                  <a:lnTo>
                    <a:pt x="653651" y="1258190"/>
                  </a:lnTo>
                  <a:lnTo>
                    <a:pt x="653673" y="1258158"/>
                  </a:lnTo>
                  <a:lnTo>
                    <a:pt x="653682" y="1258141"/>
                  </a:lnTo>
                  <a:lnTo>
                    <a:pt x="653686" y="1258123"/>
                  </a:lnTo>
                  <a:lnTo>
                    <a:pt x="653696" y="1258052"/>
                  </a:lnTo>
                  <a:lnTo>
                    <a:pt x="653704" y="1258024"/>
                  </a:lnTo>
                  <a:lnTo>
                    <a:pt x="653710" y="1257993"/>
                  </a:lnTo>
                  <a:lnTo>
                    <a:pt x="653716" y="1257978"/>
                  </a:lnTo>
                  <a:lnTo>
                    <a:pt x="653727" y="1257965"/>
                  </a:lnTo>
                  <a:lnTo>
                    <a:pt x="653740" y="1257957"/>
                  </a:lnTo>
                  <a:lnTo>
                    <a:pt x="653757" y="1257951"/>
                  </a:lnTo>
                  <a:lnTo>
                    <a:pt x="653780" y="1257943"/>
                  </a:lnTo>
                  <a:lnTo>
                    <a:pt x="653790" y="1257933"/>
                  </a:lnTo>
                  <a:lnTo>
                    <a:pt x="653794" y="1257924"/>
                  </a:lnTo>
                  <a:lnTo>
                    <a:pt x="653799" y="1257878"/>
                  </a:lnTo>
                  <a:lnTo>
                    <a:pt x="653799" y="1257858"/>
                  </a:lnTo>
                  <a:lnTo>
                    <a:pt x="653805" y="1257831"/>
                  </a:lnTo>
                  <a:lnTo>
                    <a:pt x="653825" y="1257790"/>
                  </a:lnTo>
                  <a:lnTo>
                    <a:pt x="653849" y="1257753"/>
                  </a:lnTo>
                  <a:lnTo>
                    <a:pt x="653867" y="1257722"/>
                  </a:lnTo>
                  <a:lnTo>
                    <a:pt x="653866" y="1257714"/>
                  </a:lnTo>
                  <a:lnTo>
                    <a:pt x="653863" y="1257705"/>
                  </a:lnTo>
                  <a:lnTo>
                    <a:pt x="653838" y="1257683"/>
                  </a:lnTo>
                  <a:lnTo>
                    <a:pt x="653823" y="1257665"/>
                  </a:lnTo>
                  <a:lnTo>
                    <a:pt x="653809" y="1257642"/>
                  </a:lnTo>
                  <a:lnTo>
                    <a:pt x="653793" y="1257633"/>
                  </a:lnTo>
                  <a:lnTo>
                    <a:pt x="653776" y="1257628"/>
                  </a:lnTo>
                  <a:lnTo>
                    <a:pt x="653758" y="1257617"/>
                  </a:lnTo>
                  <a:lnTo>
                    <a:pt x="653748" y="1257607"/>
                  </a:lnTo>
                  <a:lnTo>
                    <a:pt x="653737" y="1257578"/>
                  </a:lnTo>
                  <a:lnTo>
                    <a:pt x="653727" y="1257558"/>
                  </a:lnTo>
                  <a:lnTo>
                    <a:pt x="653719" y="1257554"/>
                  </a:lnTo>
                  <a:lnTo>
                    <a:pt x="653703" y="1257553"/>
                  </a:lnTo>
                  <a:lnTo>
                    <a:pt x="653686" y="1257556"/>
                  </a:lnTo>
                  <a:lnTo>
                    <a:pt x="653668" y="1257556"/>
                  </a:lnTo>
                  <a:lnTo>
                    <a:pt x="653652" y="1257553"/>
                  </a:lnTo>
                  <a:lnTo>
                    <a:pt x="653637" y="1257545"/>
                  </a:lnTo>
                  <a:lnTo>
                    <a:pt x="653612" y="1257523"/>
                  </a:lnTo>
                  <a:lnTo>
                    <a:pt x="653584" y="1257491"/>
                  </a:lnTo>
                  <a:lnTo>
                    <a:pt x="653574" y="1257478"/>
                  </a:lnTo>
                  <a:lnTo>
                    <a:pt x="653572" y="1257460"/>
                  </a:lnTo>
                  <a:lnTo>
                    <a:pt x="653572" y="1257443"/>
                  </a:lnTo>
                  <a:lnTo>
                    <a:pt x="653581" y="1257405"/>
                  </a:lnTo>
                  <a:lnTo>
                    <a:pt x="653603" y="1257343"/>
                  </a:lnTo>
                  <a:lnTo>
                    <a:pt x="653614" y="1257305"/>
                  </a:lnTo>
                  <a:lnTo>
                    <a:pt x="653629" y="1257263"/>
                  </a:lnTo>
                  <a:lnTo>
                    <a:pt x="653650" y="1257209"/>
                  </a:lnTo>
                  <a:lnTo>
                    <a:pt x="653664" y="1257190"/>
                  </a:lnTo>
                  <a:lnTo>
                    <a:pt x="653688" y="1257172"/>
                  </a:lnTo>
                  <a:lnTo>
                    <a:pt x="653701" y="1257160"/>
                  </a:lnTo>
                  <a:lnTo>
                    <a:pt x="653710" y="1257139"/>
                  </a:lnTo>
                  <a:lnTo>
                    <a:pt x="653719" y="1257106"/>
                  </a:lnTo>
                  <a:lnTo>
                    <a:pt x="653718" y="1257080"/>
                  </a:lnTo>
                  <a:lnTo>
                    <a:pt x="653711" y="1257032"/>
                  </a:lnTo>
                  <a:lnTo>
                    <a:pt x="653702" y="1256994"/>
                  </a:lnTo>
                  <a:lnTo>
                    <a:pt x="653702" y="1256984"/>
                  </a:lnTo>
                  <a:lnTo>
                    <a:pt x="653720" y="1256961"/>
                  </a:lnTo>
                  <a:lnTo>
                    <a:pt x="653745" y="1256939"/>
                  </a:lnTo>
                  <a:lnTo>
                    <a:pt x="653775" y="1256914"/>
                  </a:lnTo>
                  <a:lnTo>
                    <a:pt x="653814" y="1256889"/>
                  </a:lnTo>
                  <a:lnTo>
                    <a:pt x="653838" y="1256866"/>
                  </a:lnTo>
                  <a:lnTo>
                    <a:pt x="653846" y="1256857"/>
                  </a:lnTo>
                  <a:lnTo>
                    <a:pt x="653847" y="1256850"/>
                  </a:lnTo>
                  <a:lnTo>
                    <a:pt x="653843" y="1256827"/>
                  </a:lnTo>
                  <a:lnTo>
                    <a:pt x="653844" y="1256810"/>
                  </a:lnTo>
                  <a:lnTo>
                    <a:pt x="653855" y="1256782"/>
                  </a:lnTo>
                  <a:lnTo>
                    <a:pt x="653860" y="1256756"/>
                  </a:lnTo>
                  <a:lnTo>
                    <a:pt x="653874" y="1256736"/>
                  </a:lnTo>
                  <a:lnTo>
                    <a:pt x="653898" y="1256707"/>
                  </a:lnTo>
                  <a:lnTo>
                    <a:pt x="653919" y="1256687"/>
                  </a:lnTo>
                  <a:lnTo>
                    <a:pt x="653937" y="1256665"/>
                  </a:lnTo>
                  <a:lnTo>
                    <a:pt x="653943" y="1256652"/>
                  </a:lnTo>
                  <a:lnTo>
                    <a:pt x="653942" y="1256644"/>
                  </a:lnTo>
                  <a:lnTo>
                    <a:pt x="653950" y="1256620"/>
                  </a:lnTo>
                  <a:lnTo>
                    <a:pt x="653964" y="1256582"/>
                  </a:lnTo>
                  <a:lnTo>
                    <a:pt x="653972" y="1256556"/>
                  </a:lnTo>
                  <a:lnTo>
                    <a:pt x="653984" y="1256513"/>
                  </a:lnTo>
                  <a:lnTo>
                    <a:pt x="653992" y="1256468"/>
                  </a:lnTo>
                  <a:lnTo>
                    <a:pt x="654004" y="1256431"/>
                  </a:lnTo>
                  <a:lnTo>
                    <a:pt x="654026" y="1256399"/>
                  </a:lnTo>
                  <a:lnTo>
                    <a:pt x="654043" y="1256371"/>
                  </a:lnTo>
                  <a:lnTo>
                    <a:pt x="654066" y="1256342"/>
                  </a:lnTo>
                  <a:lnTo>
                    <a:pt x="654076" y="1256330"/>
                  </a:lnTo>
                  <a:lnTo>
                    <a:pt x="654088" y="1256330"/>
                  </a:lnTo>
                  <a:lnTo>
                    <a:pt x="654098" y="1256335"/>
                  </a:lnTo>
                  <a:lnTo>
                    <a:pt x="654110" y="1256345"/>
                  </a:lnTo>
                  <a:lnTo>
                    <a:pt x="654122" y="1256351"/>
                  </a:lnTo>
                  <a:lnTo>
                    <a:pt x="654137" y="1256354"/>
                  </a:lnTo>
                  <a:lnTo>
                    <a:pt x="654174" y="1256356"/>
                  </a:lnTo>
                  <a:lnTo>
                    <a:pt x="654198" y="1256365"/>
                  </a:lnTo>
                  <a:lnTo>
                    <a:pt x="654230" y="1256379"/>
                  </a:lnTo>
                  <a:lnTo>
                    <a:pt x="654258" y="1256396"/>
                  </a:lnTo>
                  <a:lnTo>
                    <a:pt x="654261" y="1256405"/>
                  </a:lnTo>
                  <a:lnTo>
                    <a:pt x="654260" y="1256425"/>
                  </a:lnTo>
                  <a:lnTo>
                    <a:pt x="654262" y="1256442"/>
                  </a:lnTo>
                  <a:lnTo>
                    <a:pt x="654289" y="1256478"/>
                  </a:lnTo>
                  <a:lnTo>
                    <a:pt x="654325" y="1256521"/>
                  </a:lnTo>
                  <a:lnTo>
                    <a:pt x="654341" y="1256530"/>
                  </a:lnTo>
                  <a:lnTo>
                    <a:pt x="654362" y="1256529"/>
                  </a:lnTo>
                  <a:lnTo>
                    <a:pt x="654394" y="1256521"/>
                  </a:lnTo>
                  <a:lnTo>
                    <a:pt x="654414" y="1256507"/>
                  </a:lnTo>
                  <a:lnTo>
                    <a:pt x="654431" y="1256487"/>
                  </a:lnTo>
                  <a:lnTo>
                    <a:pt x="654447" y="1256456"/>
                  </a:lnTo>
                  <a:lnTo>
                    <a:pt x="654469" y="1256424"/>
                  </a:lnTo>
                  <a:lnTo>
                    <a:pt x="654478" y="1256415"/>
                  </a:lnTo>
                  <a:lnTo>
                    <a:pt x="654504" y="1256403"/>
                  </a:lnTo>
                  <a:lnTo>
                    <a:pt x="654532" y="1256396"/>
                  </a:lnTo>
                  <a:lnTo>
                    <a:pt x="654590" y="1256395"/>
                  </a:lnTo>
                  <a:lnTo>
                    <a:pt x="654635" y="1256393"/>
                  </a:lnTo>
                  <a:lnTo>
                    <a:pt x="654673" y="1256380"/>
                  </a:lnTo>
                  <a:lnTo>
                    <a:pt x="654713" y="1256362"/>
                  </a:lnTo>
                  <a:lnTo>
                    <a:pt x="654743" y="1256348"/>
                  </a:lnTo>
                  <a:lnTo>
                    <a:pt x="654754" y="1256334"/>
                  </a:lnTo>
                  <a:lnTo>
                    <a:pt x="654764" y="1256313"/>
                  </a:lnTo>
                  <a:lnTo>
                    <a:pt x="654770" y="1256301"/>
                  </a:lnTo>
                  <a:lnTo>
                    <a:pt x="654778" y="1256284"/>
                  </a:lnTo>
                  <a:lnTo>
                    <a:pt x="654797" y="1256261"/>
                  </a:lnTo>
                  <a:lnTo>
                    <a:pt x="654825" y="1256231"/>
                  </a:lnTo>
                  <a:lnTo>
                    <a:pt x="654847" y="1256213"/>
                  </a:lnTo>
                  <a:lnTo>
                    <a:pt x="654861" y="1256202"/>
                  </a:lnTo>
                  <a:lnTo>
                    <a:pt x="654871" y="1256198"/>
                  </a:lnTo>
                  <a:lnTo>
                    <a:pt x="654894" y="1256189"/>
                  </a:lnTo>
                  <a:lnTo>
                    <a:pt x="654905" y="1256181"/>
                  </a:lnTo>
                  <a:lnTo>
                    <a:pt x="654916" y="1256170"/>
                  </a:lnTo>
                  <a:lnTo>
                    <a:pt x="654930" y="1256149"/>
                  </a:lnTo>
                  <a:lnTo>
                    <a:pt x="654942" y="1256125"/>
                  </a:lnTo>
                  <a:lnTo>
                    <a:pt x="654946" y="1256113"/>
                  </a:lnTo>
                  <a:lnTo>
                    <a:pt x="654944" y="1256100"/>
                  </a:lnTo>
                  <a:lnTo>
                    <a:pt x="654939" y="1256086"/>
                  </a:lnTo>
                  <a:lnTo>
                    <a:pt x="654925" y="1256071"/>
                  </a:lnTo>
                  <a:lnTo>
                    <a:pt x="654917" y="1256044"/>
                  </a:lnTo>
                  <a:lnTo>
                    <a:pt x="654917" y="1256032"/>
                  </a:lnTo>
                  <a:lnTo>
                    <a:pt x="654919" y="1256021"/>
                  </a:lnTo>
                  <a:lnTo>
                    <a:pt x="654924" y="1256016"/>
                  </a:lnTo>
                  <a:lnTo>
                    <a:pt x="654928" y="1256014"/>
                  </a:lnTo>
                  <a:lnTo>
                    <a:pt x="654941" y="1256015"/>
                  </a:lnTo>
                  <a:lnTo>
                    <a:pt x="654960" y="1256012"/>
                  </a:lnTo>
                  <a:lnTo>
                    <a:pt x="654986" y="1255996"/>
                  </a:lnTo>
                  <a:lnTo>
                    <a:pt x="655019" y="1255960"/>
                  </a:lnTo>
                  <a:lnTo>
                    <a:pt x="655034" y="1255945"/>
                  </a:lnTo>
                  <a:lnTo>
                    <a:pt x="655041" y="1255933"/>
                  </a:lnTo>
                  <a:lnTo>
                    <a:pt x="655052" y="1255901"/>
                  </a:lnTo>
                  <a:lnTo>
                    <a:pt x="655061" y="1255874"/>
                  </a:lnTo>
                  <a:lnTo>
                    <a:pt x="655064" y="1255866"/>
                  </a:lnTo>
                  <a:lnTo>
                    <a:pt x="655081" y="1255848"/>
                  </a:lnTo>
                  <a:lnTo>
                    <a:pt x="655102" y="1255828"/>
                  </a:lnTo>
                  <a:lnTo>
                    <a:pt x="655150" y="1255790"/>
                  </a:lnTo>
                  <a:lnTo>
                    <a:pt x="655181" y="1255760"/>
                  </a:lnTo>
                  <a:lnTo>
                    <a:pt x="655213" y="1255741"/>
                  </a:lnTo>
                  <a:lnTo>
                    <a:pt x="655232" y="1255717"/>
                  </a:lnTo>
                  <a:lnTo>
                    <a:pt x="655247" y="1255695"/>
                  </a:lnTo>
                  <a:lnTo>
                    <a:pt x="655273" y="1255645"/>
                  </a:lnTo>
                  <a:lnTo>
                    <a:pt x="655305" y="1255603"/>
                  </a:lnTo>
                  <a:lnTo>
                    <a:pt x="655343" y="1255552"/>
                  </a:lnTo>
                  <a:lnTo>
                    <a:pt x="655381" y="1255487"/>
                  </a:lnTo>
                  <a:lnTo>
                    <a:pt x="655420" y="1255425"/>
                  </a:lnTo>
                  <a:lnTo>
                    <a:pt x="655424" y="1255414"/>
                  </a:lnTo>
                  <a:lnTo>
                    <a:pt x="655440" y="1255370"/>
                  </a:lnTo>
                  <a:lnTo>
                    <a:pt x="655448" y="1255356"/>
                  </a:lnTo>
                  <a:lnTo>
                    <a:pt x="655463" y="1255333"/>
                  </a:lnTo>
                  <a:lnTo>
                    <a:pt x="655469" y="1255323"/>
                  </a:lnTo>
                  <a:lnTo>
                    <a:pt x="655473" y="1255314"/>
                  </a:lnTo>
                  <a:lnTo>
                    <a:pt x="655473" y="1255303"/>
                  </a:lnTo>
                  <a:lnTo>
                    <a:pt x="655471" y="1255287"/>
                  </a:lnTo>
                  <a:lnTo>
                    <a:pt x="655460" y="1255248"/>
                  </a:lnTo>
                  <a:lnTo>
                    <a:pt x="655456" y="1255233"/>
                  </a:lnTo>
                  <a:lnTo>
                    <a:pt x="655447" y="1255207"/>
                  </a:lnTo>
                  <a:lnTo>
                    <a:pt x="655439" y="1255183"/>
                  </a:lnTo>
                  <a:lnTo>
                    <a:pt x="655436" y="1255153"/>
                  </a:lnTo>
                  <a:lnTo>
                    <a:pt x="655437" y="1255100"/>
                  </a:lnTo>
                  <a:lnTo>
                    <a:pt x="655437" y="1255053"/>
                  </a:lnTo>
                  <a:lnTo>
                    <a:pt x="655442" y="1254984"/>
                  </a:lnTo>
                  <a:lnTo>
                    <a:pt x="655441" y="1254963"/>
                  </a:lnTo>
                  <a:lnTo>
                    <a:pt x="655441" y="1254956"/>
                  </a:lnTo>
                  <a:lnTo>
                    <a:pt x="655439" y="1254948"/>
                  </a:lnTo>
                  <a:lnTo>
                    <a:pt x="655434" y="1254945"/>
                  </a:lnTo>
                  <a:lnTo>
                    <a:pt x="655423" y="1254941"/>
                  </a:lnTo>
                  <a:lnTo>
                    <a:pt x="655399" y="1254937"/>
                  </a:lnTo>
                  <a:lnTo>
                    <a:pt x="655370" y="1254930"/>
                  </a:lnTo>
                  <a:lnTo>
                    <a:pt x="655361" y="1254929"/>
                  </a:lnTo>
                  <a:lnTo>
                    <a:pt x="655349" y="1254923"/>
                  </a:lnTo>
                  <a:lnTo>
                    <a:pt x="655337" y="1254911"/>
                  </a:lnTo>
                  <a:lnTo>
                    <a:pt x="655320" y="1254882"/>
                  </a:lnTo>
                  <a:lnTo>
                    <a:pt x="655302" y="1254849"/>
                  </a:lnTo>
                  <a:lnTo>
                    <a:pt x="655295" y="1254828"/>
                  </a:lnTo>
                  <a:lnTo>
                    <a:pt x="655291" y="1254807"/>
                  </a:lnTo>
                  <a:lnTo>
                    <a:pt x="655291" y="1254782"/>
                  </a:lnTo>
                  <a:lnTo>
                    <a:pt x="655293" y="1254759"/>
                  </a:lnTo>
                  <a:lnTo>
                    <a:pt x="655293" y="1254750"/>
                  </a:lnTo>
                  <a:lnTo>
                    <a:pt x="655289" y="1254745"/>
                  </a:lnTo>
                  <a:lnTo>
                    <a:pt x="655270" y="1254735"/>
                  </a:lnTo>
                  <a:lnTo>
                    <a:pt x="655252" y="1254726"/>
                  </a:lnTo>
                  <a:lnTo>
                    <a:pt x="655228" y="1254710"/>
                  </a:lnTo>
                  <a:lnTo>
                    <a:pt x="655210" y="1254691"/>
                  </a:lnTo>
                  <a:lnTo>
                    <a:pt x="655194" y="1254665"/>
                  </a:lnTo>
                  <a:lnTo>
                    <a:pt x="655191" y="1254657"/>
                  </a:lnTo>
                  <a:lnTo>
                    <a:pt x="655187" y="1254633"/>
                  </a:lnTo>
                  <a:lnTo>
                    <a:pt x="655188" y="1254614"/>
                  </a:lnTo>
                  <a:lnTo>
                    <a:pt x="655192" y="1254558"/>
                  </a:lnTo>
                  <a:lnTo>
                    <a:pt x="655196" y="1254526"/>
                  </a:lnTo>
                  <a:lnTo>
                    <a:pt x="655201" y="1254500"/>
                  </a:lnTo>
                  <a:lnTo>
                    <a:pt x="655213" y="1254467"/>
                  </a:lnTo>
                  <a:lnTo>
                    <a:pt x="655224" y="1254448"/>
                  </a:lnTo>
                  <a:lnTo>
                    <a:pt x="655242" y="1254432"/>
                  </a:lnTo>
                  <a:lnTo>
                    <a:pt x="655261" y="1254413"/>
                  </a:lnTo>
                  <a:lnTo>
                    <a:pt x="655277" y="1254394"/>
                  </a:lnTo>
                  <a:lnTo>
                    <a:pt x="655284" y="1254382"/>
                  </a:lnTo>
                  <a:lnTo>
                    <a:pt x="655297" y="1254355"/>
                  </a:lnTo>
                  <a:lnTo>
                    <a:pt x="655310" y="1254326"/>
                  </a:lnTo>
                  <a:lnTo>
                    <a:pt x="655331" y="1254278"/>
                  </a:lnTo>
                  <a:lnTo>
                    <a:pt x="655340" y="1254254"/>
                  </a:lnTo>
                  <a:lnTo>
                    <a:pt x="655350" y="1254241"/>
                  </a:lnTo>
                  <a:lnTo>
                    <a:pt x="655362" y="1254224"/>
                  </a:lnTo>
                  <a:lnTo>
                    <a:pt x="655372" y="1254212"/>
                  </a:lnTo>
                  <a:lnTo>
                    <a:pt x="655387" y="1254201"/>
                  </a:lnTo>
                  <a:lnTo>
                    <a:pt x="655400" y="1254183"/>
                  </a:lnTo>
                  <a:lnTo>
                    <a:pt x="655418" y="1254145"/>
                  </a:lnTo>
                  <a:lnTo>
                    <a:pt x="655428" y="1254126"/>
                  </a:lnTo>
                  <a:lnTo>
                    <a:pt x="655436" y="1254104"/>
                  </a:lnTo>
                  <a:lnTo>
                    <a:pt x="655440" y="1254094"/>
                  </a:lnTo>
                  <a:lnTo>
                    <a:pt x="655441" y="1254085"/>
                  </a:lnTo>
                  <a:lnTo>
                    <a:pt x="655436" y="1254071"/>
                  </a:lnTo>
                  <a:lnTo>
                    <a:pt x="655430" y="1254044"/>
                  </a:lnTo>
                  <a:lnTo>
                    <a:pt x="655427" y="1254027"/>
                  </a:lnTo>
                  <a:lnTo>
                    <a:pt x="655423" y="1254009"/>
                  </a:lnTo>
                  <a:lnTo>
                    <a:pt x="655418" y="1253991"/>
                  </a:lnTo>
                  <a:lnTo>
                    <a:pt x="655406" y="1253967"/>
                  </a:lnTo>
                  <a:lnTo>
                    <a:pt x="655395" y="1253951"/>
                  </a:lnTo>
                  <a:lnTo>
                    <a:pt x="655388" y="1253916"/>
                  </a:lnTo>
                  <a:lnTo>
                    <a:pt x="655375" y="1253869"/>
                  </a:lnTo>
                  <a:lnTo>
                    <a:pt x="655369" y="1253845"/>
                  </a:lnTo>
                  <a:lnTo>
                    <a:pt x="655360" y="1253817"/>
                  </a:lnTo>
                  <a:lnTo>
                    <a:pt x="655351" y="1253802"/>
                  </a:lnTo>
                  <a:lnTo>
                    <a:pt x="655333" y="1253790"/>
                  </a:lnTo>
                  <a:lnTo>
                    <a:pt x="655298" y="1253777"/>
                  </a:lnTo>
                  <a:lnTo>
                    <a:pt x="655279" y="1253763"/>
                  </a:lnTo>
                  <a:lnTo>
                    <a:pt x="655268" y="1253750"/>
                  </a:lnTo>
                  <a:lnTo>
                    <a:pt x="655259" y="1253723"/>
                  </a:lnTo>
                  <a:lnTo>
                    <a:pt x="655252" y="1253698"/>
                  </a:lnTo>
                  <a:lnTo>
                    <a:pt x="655241" y="1253660"/>
                  </a:lnTo>
                  <a:lnTo>
                    <a:pt x="655233" y="1253635"/>
                  </a:lnTo>
                  <a:lnTo>
                    <a:pt x="655227" y="1253622"/>
                  </a:lnTo>
                  <a:lnTo>
                    <a:pt x="655223" y="1253614"/>
                  </a:lnTo>
                  <a:lnTo>
                    <a:pt x="655215" y="1253611"/>
                  </a:lnTo>
                  <a:lnTo>
                    <a:pt x="655201" y="1253609"/>
                  </a:lnTo>
                  <a:lnTo>
                    <a:pt x="655183" y="1253611"/>
                  </a:lnTo>
                  <a:lnTo>
                    <a:pt x="655165" y="1253612"/>
                  </a:lnTo>
                  <a:lnTo>
                    <a:pt x="655152" y="1253610"/>
                  </a:lnTo>
                  <a:lnTo>
                    <a:pt x="655136" y="1253606"/>
                  </a:lnTo>
                  <a:lnTo>
                    <a:pt x="655121" y="1253597"/>
                  </a:lnTo>
                  <a:lnTo>
                    <a:pt x="655094" y="1253587"/>
                  </a:lnTo>
                  <a:lnTo>
                    <a:pt x="655056" y="1253578"/>
                  </a:lnTo>
                  <a:lnTo>
                    <a:pt x="655042" y="1253571"/>
                  </a:lnTo>
                  <a:lnTo>
                    <a:pt x="655037" y="1253565"/>
                  </a:lnTo>
                  <a:lnTo>
                    <a:pt x="655033" y="1253558"/>
                  </a:lnTo>
                  <a:lnTo>
                    <a:pt x="655032" y="1253534"/>
                  </a:lnTo>
                  <a:lnTo>
                    <a:pt x="655033" y="1253493"/>
                  </a:lnTo>
                  <a:lnTo>
                    <a:pt x="655038" y="1253465"/>
                  </a:lnTo>
                  <a:lnTo>
                    <a:pt x="655041" y="1253448"/>
                  </a:lnTo>
                  <a:lnTo>
                    <a:pt x="655048" y="1253430"/>
                  </a:lnTo>
                  <a:lnTo>
                    <a:pt x="655063" y="1253408"/>
                  </a:lnTo>
                  <a:lnTo>
                    <a:pt x="655073" y="1253388"/>
                  </a:lnTo>
                  <a:lnTo>
                    <a:pt x="655080" y="1253364"/>
                  </a:lnTo>
                  <a:lnTo>
                    <a:pt x="655083" y="1253338"/>
                  </a:lnTo>
                  <a:lnTo>
                    <a:pt x="655089" y="1253294"/>
                  </a:lnTo>
                  <a:lnTo>
                    <a:pt x="655098" y="1253257"/>
                  </a:lnTo>
                  <a:lnTo>
                    <a:pt x="655113" y="1253233"/>
                  </a:lnTo>
                  <a:lnTo>
                    <a:pt x="655124" y="1253209"/>
                  </a:lnTo>
                  <a:lnTo>
                    <a:pt x="655141" y="1253195"/>
                  </a:lnTo>
                  <a:lnTo>
                    <a:pt x="655191" y="1253177"/>
                  </a:lnTo>
                  <a:lnTo>
                    <a:pt x="655233" y="1253169"/>
                  </a:lnTo>
                  <a:lnTo>
                    <a:pt x="655270" y="1253161"/>
                  </a:lnTo>
                  <a:lnTo>
                    <a:pt x="655289" y="1253161"/>
                  </a:lnTo>
                  <a:lnTo>
                    <a:pt x="655312" y="1253155"/>
                  </a:lnTo>
                  <a:lnTo>
                    <a:pt x="655345" y="1253142"/>
                  </a:lnTo>
                  <a:lnTo>
                    <a:pt x="655370" y="1253135"/>
                  </a:lnTo>
                  <a:lnTo>
                    <a:pt x="655399" y="1253130"/>
                  </a:lnTo>
                  <a:lnTo>
                    <a:pt x="655439" y="1253113"/>
                  </a:lnTo>
                  <a:lnTo>
                    <a:pt x="655479" y="1253095"/>
                  </a:lnTo>
                  <a:lnTo>
                    <a:pt x="655510" y="1253078"/>
                  </a:lnTo>
                  <a:lnTo>
                    <a:pt x="655550" y="1253061"/>
                  </a:lnTo>
                  <a:lnTo>
                    <a:pt x="655576" y="1253055"/>
                  </a:lnTo>
                  <a:lnTo>
                    <a:pt x="655599" y="1253055"/>
                  </a:lnTo>
                  <a:lnTo>
                    <a:pt x="655614" y="1253056"/>
                  </a:lnTo>
                  <a:lnTo>
                    <a:pt x="655654" y="1253063"/>
                  </a:lnTo>
                  <a:lnTo>
                    <a:pt x="655673" y="1253063"/>
                  </a:lnTo>
                  <a:lnTo>
                    <a:pt x="655685" y="1253058"/>
                  </a:lnTo>
                  <a:lnTo>
                    <a:pt x="655695" y="1253049"/>
                  </a:lnTo>
                  <a:lnTo>
                    <a:pt x="655708" y="1253035"/>
                  </a:lnTo>
                  <a:lnTo>
                    <a:pt x="655723" y="1253003"/>
                  </a:lnTo>
                  <a:lnTo>
                    <a:pt x="655730" y="1252994"/>
                  </a:lnTo>
                  <a:lnTo>
                    <a:pt x="655738" y="1252987"/>
                  </a:lnTo>
                  <a:lnTo>
                    <a:pt x="655748" y="1252981"/>
                  </a:lnTo>
                  <a:lnTo>
                    <a:pt x="655773" y="1252975"/>
                  </a:lnTo>
                  <a:lnTo>
                    <a:pt x="655801" y="1252967"/>
                  </a:lnTo>
                  <a:lnTo>
                    <a:pt x="655820" y="1252956"/>
                  </a:lnTo>
                  <a:lnTo>
                    <a:pt x="655827" y="1252947"/>
                  </a:lnTo>
                  <a:lnTo>
                    <a:pt x="655832" y="1252930"/>
                  </a:lnTo>
                  <a:lnTo>
                    <a:pt x="655834" y="1252922"/>
                  </a:lnTo>
                  <a:lnTo>
                    <a:pt x="655833" y="1252907"/>
                  </a:lnTo>
                  <a:lnTo>
                    <a:pt x="655830" y="1252891"/>
                  </a:lnTo>
                  <a:lnTo>
                    <a:pt x="655823" y="1252872"/>
                  </a:lnTo>
                  <a:lnTo>
                    <a:pt x="655813" y="1252854"/>
                  </a:lnTo>
                  <a:lnTo>
                    <a:pt x="655791" y="1252829"/>
                  </a:lnTo>
                  <a:lnTo>
                    <a:pt x="655774" y="1252808"/>
                  </a:lnTo>
                  <a:lnTo>
                    <a:pt x="655755" y="1252787"/>
                  </a:lnTo>
                  <a:lnTo>
                    <a:pt x="655751" y="1252779"/>
                  </a:lnTo>
                  <a:lnTo>
                    <a:pt x="655749" y="1252770"/>
                  </a:lnTo>
                  <a:lnTo>
                    <a:pt x="655750" y="1252759"/>
                  </a:lnTo>
                  <a:lnTo>
                    <a:pt x="655769" y="1252726"/>
                  </a:lnTo>
                  <a:lnTo>
                    <a:pt x="655791" y="1252700"/>
                  </a:lnTo>
                  <a:lnTo>
                    <a:pt x="655804" y="1252683"/>
                  </a:lnTo>
                  <a:lnTo>
                    <a:pt x="655807" y="1252672"/>
                  </a:lnTo>
                  <a:lnTo>
                    <a:pt x="655808" y="1252657"/>
                  </a:lnTo>
                  <a:lnTo>
                    <a:pt x="655801" y="1252633"/>
                  </a:lnTo>
                  <a:lnTo>
                    <a:pt x="655795" y="1252609"/>
                  </a:lnTo>
                  <a:lnTo>
                    <a:pt x="655795" y="1252590"/>
                  </a:lnTo>
                  <a:lnTo>
                    <a:pt x="655797" y="1252572"/>
                  </a:lnTo>
                  <a:lnTo>
                    <a:pt x="655807" y="1252554"/>
                  </a:lnTo>
                  <a:lnTo>
                    <a:pt x="655825" y="1252518"/>
                  </a:lnTo>
                  <a:lnTo>
                    <a:pt x="655848" y="1252490"/>
                  </a:lnTo>
                  <a:lnTo>
                    <a:pt x="655874" y="1252453"/>
                  </a:lnTo>
                  <a:lnTo>
                    <a:pt x="655886" y="1252428"/>
                  </a:lnTo>
                  <a:lnTo>
                    <a:pt x="655887" y="1252419"/>
                  </a:lnTo>
                  <a:lnTo>
                    <a:pt x="655887" y="1252399"/>
                  </a:lnTo>
                  <a:lnTo>
                    <a:pt x="655885" y="1252383"/>
                  </a:lnTo>
                  <a:lnTo>
                    <a:pt x="655876" y="1252363"/>
                  </a:lnTo>
                  <a:lnTo>
                    <a:pt x="655865" y="1252334"/>
                  </a:lnTo>
                  <a:lnTo>
                    <a:pt x="655856" y="1252304"/>
                  </a:lnTo>
                  <a:lnTo>
                    <a:pt x="655850" y="1252287"/>
                  </a:lnTo>
                  <a:lnTo>
                    <a:pt x="655850" y="1252267"/>
                  </a:lnTo>
                  <a:lnTo>
                    <a:pt x="655851" y="1252251"/>
                  </a:lnTo>
                  <a:lnTo>
                    <a:pt x="655860" y="1252227"/>
                  </a:lnTo>
                  <a:lnTo>
                    <a:pt x="655877" y="1252199"/>
                  </a:lnTo>
                  <a:lnTo>
                    <a:pt x="655894" y="1252187"/>
                  </a:lnTo>
                  <a:lnTo>
                    <a:pt x="655906" y="1252176"/>
                  </a:lnTo>
                  <a:lnTo>
                    <a:pt x="655928" y="1252163"/>
                  </a:lnTo>
                  <a:lnTo>
                    <a:pt x="655946" y="1252147"/>
                  </a:lnTo>
                  <a:lnTo>
                    <a:pt x="655956" y="1252133"/>
                  </a:lnTo>
                  <a:lnTo>
                    <a:pt x="655957" y="1252117"/>
                  </a:lnTo>
                  <a:lnTo>
                    <a:pt x="655956" y="1252094"/>
                  </a:lnTo>
                  <a:lnTo>
                    <a:pt x="655949" y="1252072"/>
                  </a:lnTo>
                  <a:lnTo>
                    <a:pt x="655948" y="1252051"/>
                  </a:lnTo>
                  <a:lnTo>
                    <a:pt x="655950" y="1252030"/>
                  </a:lnTo>
                  <a:lnTo>
                    <a:pt x="655951" y="1252006"/>
                  </a:lnTo>
                  <a:lnTo>
                    <a:pt x="655959" y="1251962"/>
                  </a:lnTo>
                  <a:lnTo>
                    <a:pt x="655965" y="1251941"/>
                  </a:lnTo>
                  <a:lnTo>
                    <a:pt x="655974" y="1251927"/>
                  </a:lnTo>
                  <a:lnTo>
                    <a:pt x="655990" y="1251908"/>
                  </a:lnTo>
                  <a:lnTo>
                    <a:pt x="656015" y="1251882"/>
                  </a:lnTo>
                  <a:lnTo>
                    <a:pt x="656035" y="1251863"/>
                  </a:lnTo>
                  <a:lnTo>
                    <a:pt x="656060" y="1251846"/>
                  </a:lnTo>
                  <a:lnTo>
                    <a:pt x="656109" y="1251820"/>
                  </a:lnTo>
                  <a:lnTo>
                    <a:pt x="656134" y="1251801"/>
                  </a:lnTo>
                  <a:lnTo>
                    <a:pt x="656173" y="1251773"/>
                  </a:lnTo>
                  <a:lnTo>
                    <a:pt x="656189" y="1251762"/>
                  </a:lnTo>
                  <a:lnTo>
                    <a:pt x="656196" y="1251755"/>
                  </a:lnTo>
                  <a:lnTo>
                    <a:pt x="656202" y="1251748"/>
                  </a:lnTo>
                  <a:lnTo>
                    <a:pt x="656203" y="1251741"/>
                  </a:lnTo>
                  <a:lnTo>
                    <a:pt x="656200" y="1251729"/>
                  </a:lnTo>
                  <a:lnTo>
                    <a:pt x="656194" y="1251701"/>
                  </a:lnTo>
                  <a:lnTo>
                    <a:pt x="656189" y="1251686"/>
                  </a:lnTo>
                  <a:lnTo>
                    <a:pt x="656173" y="1251669"/>
                  </a:lnTo>
                  <a:lnTo>
                    <a:pt x="656163" y="1251659"/>
                  </a:lnTo>
                  <a:lnTo>
                    <a:pt x="656147" y="1251647"/>
                  </a:lnTo>
                  <a:lnTo>
                    <a:pt x="656138" y="1251638"/>
                  </a:lnTo>
                  <a:lnTo>
                    <a:pt x="656131" y="1251623"/>
                  </a:lnTo>
                  <a:lnTo>
                    <a:pt x="656128" y="1251596"/>
                  </a:lnTo>
                  <a:lnTo>
                    <a:pt x="656131" y="1251583"/>
                  </a:lnTo>
                  <a:lnTo>
                    <a:pt x="656139" y="1251568"/>
                  </a:lnTo>
                  <a:lnTo>
                    <a:pt x="656145" y="1251554"/>
                  </a:lnTo>
                  <a:lnTo>
                    <a:pt x="656148" y="1251539"/>
                  </a:lnTo>
                  <a:lnTo>
                    <a:pt x="656150" y="1251527"/>
                  </a:lnTo>
                  <a:lnTo>
                    <a:pt x="656152" y="1251511"/>
                  </a:lnTo>
                  <a:lnTo>
                    <a:pt x="656147" y="1251492"/>
                  </a:lnTo>
                  <a:lnTo>
                    <a:pt x="656140" y="1251468"/>
                  </a:lnTo>
                  <a:lnTo>
                    <a:pt x="656127" y="1251439"/>
                  </a:lnTo>
                  <a:lnTo>
                    <a:pt x="656122" y="1251426"/>
                  </a:lnTo>
                  <a:lnTo>
                    <a:pt x="656106" y="1251391"/>
                  </a:lnTo>
                  <a:lnTo>
                    <a:pt x="656090" y="1251356"/>
                  </a:lnTo>
                  <a:lnTo>
                    <a:pt x="656074" y="1251323"/>
                  </a:lnTo>
                  <a:lnTo>
                    <a:pt x="656058" y="1251277"/>
                  </a:lnTo>
                  <a:lnTo>
                    <a:pt x="656034" y="1251221"/>
                  </a:lnTo>
                  <a:lnTo>
                    <a:pt x="656022" y="1251201"/>
                  </a:lnTo>
                  <a:lnTo>
                    <a:pt x="656009" y="1251186"/>
                  </a:lnTo>
                  <a:lnTo>
                    <a:pt x="655990" y="1251170"/>
                  </a:lnTo>
                  <a:lnTo>
                    <a:pt x="655965" y="1251158"/>
                  </a:lnTo>
                  <a:lnTo>
                    <a:pt x="655941" y="1251156"/>
                  </a:lnTo>
                  <a:lnTo>
                    <a:pt x="655932" y="1251156"/>
                  </a:lnTo>
                  <a:lnTo>
                    <a:pt x="655907" y="1251167"/>
                  </a:lnTo>
                  <a:lnTo>
                    <a:pt x="655883" y="1251180"/>
                  </a:lnTo>
                  <a:lnTo>
                    <a:pt x="655856" y="1251197"/>
                  </a:lnTo>
                  <a:lnTo>
                    <a:pt x="655824" y="1251229"/>
                  </a:lnTo>
                  <a:lnTo>
                    <a:pt x="655810" y="1251244"/>
                  </a:lnTo>
                  <a:lnTo>
                    <a:pt x="655804" y="1251245"/>
                  </a:lnTo>
                  <a:lnTo>
                    <a:pt x="655799" y="1251239"/>
                  </a:lnTo>
                  <a:lnTo>
                    <a:pt x="655796" y="1251218"/>
                  </a:lnTo>
                  <a:lnTo>
                    <a:pt x="655794" y="1251203"/>
                  </a:lnTo>
                  <a:lnTo>
                    <a:pt x="655787" y="1251186"/>
                  </a:lnTo>
                  <a:lnTo>
                    <a:pt x="655779" y="1251171"/>
                  </a:lnTo>
                  <a:lnTo>
                    <a:pt x="655765" y="1251150"/>
                  </a:lnTo>
                  <a:lnTo>
                    <a:pt x="655760" y="1251135"/>
                  </a:lnTo>
                  <a:lnTo>
                    <a:pt x="655755" y="1251111"/>
                  </a:lnTo>
                  <a:lnTo>
                    <a:pt x="655756" y="1251087"/>
                  </a:lnTo>
                  <a:lnTo>
                    <a:pt x="655756" y="1251062"/>
                  </a:lnTo>
                  <a:lnTo>
                    <a:pt x="655757" y="1251046"/>
                  </a:lnTo>
                  <a:lnTo>
                    <a:pt x="655753" y="1251029"/>
                  </a:lnTo>
                  <a:lnTo>
                    <a:pt x="655741" y="1251008"/>
                  </a:lnTo>
                  <a:lnTo>
                    <a:pt x="655731" y="1250990"/>
                  </a:lnTo>
                  <a:lnTo>
                    <a:pt x="655728" y="1250976"/>
                  </a:lnTo>
                  <a:lnTo>
                    <a:pt x="655728" y="1250958"/>
                  </a:lnTo>
                  <a:lnTo>
                    <a:pt x="655735" y="1250929"/>
                  </a:lnTo>
                  <a:lnTo>
                    <a:pt x="655748" y="1250895"/>
                  </a:lnTo>
                  <a:lnTo>
                    <a:pt x="655761" y="1250864"/>
                  </a:lnTo>
                  <a:lnTo>
                    <a:pt x="655768" y="1250835"/>
                  </a:lnTo>
                  <a:lnTo>
                    <a:pt x="655769" y="1250814"/>
                  </a:lnTo>
                  <a:lnTo>
                    <a:pt x="655767" y="1250792"/>
                  </a:lnTo>
                  <a:lnTo>
                    <a:pt x="655764" y="1250786"/>
                  </a:lnTo>
                  <a:lnTo>
                    <a:pt x="655757" y="1250776"/>
                  </a:lnTo>
                  <a:lnTo>
                    <a:pt x="655753" y="1250767"/>
                  </a:lnTo>
                  <a:lnTo>
                    <a:pt x="655752" y="1250758"/>
                  </a:lnTo>
                  <a:lnTo>
                    <a:pt x="655751" y="1250745"/>
                  </a:lnTo>
                  <a:lnTo>
                    <a:pt x="655749" y="1250723"/>
                  </a:lnTo>
                  <a:lnTo>
                    <a:pt x="655743" y="1250703"/>
                  </a:lnTo>
                  <a:lnTo>
                    <a:pt x="655736" y="1250681"/>
                  </a:lnTo>
                  <a:lnTo>
                    <a:pt x="655728" y="1250667"/>
                  </a:lnTo>
                  <a:lnTo>
                    <a:pt x="655715" y="1250650"/>
                  </a:lnTo>
                  <a:lnTo>
                    <a:pt x="655706" y="1250630"/>
                  </a:lnTo>
                  <a:lnTo>
                    <a:pt x="655704" y="1250618"/>
                  </a:lnTo>
                  <a:lnTo>
                    <a:pt x="655704" y="1250596"/>
                  </a:lnTo>
                  <a:lnTo>
                    <a:pt x="655707" y="1250578"/>
                  </a:lnTo>
                  <a:lnTo>
                    <a:pt x="655714" y="1250563"/>
                  </a:lnTo>
                  <a:lnTo>
                    <a:pt x="655724" y="1250547"/>
                  </a:lnTo>
                  <a:lnTo>
                    <a:pt x="655728" y="1250530"/>
                  </a:lnTo>
                  <a:lnTo>
                    <a:pt x="655729" y="1250505"/>
                  </a:lnTo>
                  <a:lnTo>
                    <a:pt x="655730" y="1250488"/>
                  </a:lnTo>
                  <a:lnTo>
                    <a:pt x="655728" y="1250467"/>
                  </a:lnTo>
                  <a:lnTo>
                    <a:pt x="655723" y="1250448"/>
                  </a:lnTo>
                  <a:lnTo>
                    <a:pt x="655720" y="1250427"/>
                  </a:lnTo>
                  <a:lnTo>
                    <a:pt x="655721" y="1250407"/>
                  </a:lnTo>
                  <a:lnTo>
                    <a:pt x="655723" y="1250393"/>
                  </a:lnTo>
                  <a:lnTo>
                    <a:pt x="655726" y="1250378"/>
                  </a:lnTo>
                  <a:lnTo>
                    <a:pt x="655732" y="1250368"/>
                  </a:lnTo>
                  <a:lnTo>
                    <a:pt x="655740" y="1250357"/>
                  </a:lnTo>
                  <a:lnTo>
                    <a:pt x="655758" y="1250345"/>
                  </a:lnTo>
                  <a:lnTo>
                    <a:pt x="655778" y="1250334"/>
                  </a:lnTo>
                  <a:lnTo>
                    <a:pt x="655796" y="1250322"/>
                  </a:lnTo>
                  <a:lnTo>
                    <a:pt x="655813" y="1250311"/>
                  </a:lnTo>
                  <a:lnTo>
                    <a:pt x="655817" y="1250304"/>
                  </a:lnTo>
                  <a:lnTo>
                    <a:pt x="655819" y="1250296"/>
                  </a:lnTo>
                  <a:lnTo>
                    <a:pt x="655819" y="1250286"/>
                  </a:lnTo>
                  <a:lnTo>
                    <a:pt x="655813" y="1250268"/>
                  </a:lnTo>
                  <a:lnTo>
                    <a:pt x="655802" y="1250244"/>
                  </a:lnTo>
                  <a:lnTo>
                    <a:pt x="655800" y="1250236"/>
                  </a:lnTo>
                  <a:lnTo>
                    <a:pt x="655801" y="1250226"/>
                  </a:lnTo>
                  <a:lnTo>
                    <a:pt x="655809" y="1250198"/>
                  </a:lnTo>
                  <a:lnTo>
                    <a:pt x="655811" y="1250146"/>
                  </a:lnTo>
                  <a:lnTo>
                    <a:pt x="655808" y="1250123"/>
                  </a:lnTo>
                  <a:lnTo>
                    <a:pt x="655797" y="1250100"/>
                  </a:lnTo>
                  <a:lnTo>
                    <a:pt x="655776" y="1250068"/>
                  </a:lnTo>
                  <a:lnTo>
                    <a:pt x="655771" y="1250054"/>
                  </a:lnTo>
                  <a:lnTo>
                    <a:pt x="655769" y="1250047"/>
                  </a:lnTo>
                  <a:lnTo>
                    <a:pt x="655770" y="1250023"/>
                  </a:lnTo>
                  <a:lnTo>
                    <a:pt x="655773" y="1249991"/>
                  </a:lnTo>
                  <a:lnTo>
                    <a:pt x="655776" y="1249949"/>
                  </a:lnTo>
                  <a:lnTo>
                    <a:pt x="655779" y="1249918"/>
                  </a:lnTo>
                  <a:lnTo>
                    <a:pt x="655778" y="1249865"/>
                  </a:lnTo>
                  <a:lnTo>
                    <a:pt x="655774" y="1249850"/>
                  </a:lnTo>
                  <a:lnTo>
                    <a:pt x="655767" y="1249839"/>
                  </a:lnTo>
                  <a:lnTo>
                    <a:pt x="655756" y="1249829"/>
                  </a:lnTo>
                  <a:lnTo>
                    <a:pt x="655752" y="1249822"/>
                  </a:lnTo>
                  <a:lnTo>
                    <a:pt x="655751" y="1249815"/>
                  </a:lnTo>
                  <a:lnTo>
                    <a:pt x="655752" y="1249802"/>
                  </a:lnTo>
                  <a:lnTo>
                    <a:pt x="655761" y="1249778"/>
                  </a:lnTo>
                  <a:lnTo>
                    <a:pt x="655778" y="1249738"/>
                  </a:lnTo>
                  <a:lnTo>
                    <a:pt x="655786" y="1249713"/>
                  </a:lnTo>
                  <a:lnTo>
                    <a:pt x="655791" y="1249695"/>
                  </a:lnTo>
                  <a:lnTo>
                    <a:pt x="655800" y="1249673"/>
                  </a:lnTo>
                  <a:lnTo>
                    <a:pt x="655822" y="1249635"/>
                  </a:lnTo>
                  <a:lnTo>
                    <a:pt x="655841" y="1249598"/>
                  </a:lnTo>
                  <a:lnTo>
                    <a:pt x="655855" y="1249575"/>
                  </a:lnTo>
                  <a:lnTo>
                    <a:pt x="655879" y="1249533"/>
                  </a:lnTo>
                  <a:lnTo>
                    <a:pt x="655893" y="1249507"/>
                  </a:lnTo>
                  <a:lnTo>
                    <a:pt x="655901" y="1249487"/>
                  </a:lnTo>
                  <a:lnTo>
                    <a:pt x="655924" y="1249435"/>
                  </a:lnTo>
                  <a:lnTo>
                    <a:pt x="655935" y="1249391"/>
                  </a:lnTo>
                  <a:lnTo>
                    <a:pt x="655953" y="1249363"/>
                  </a:lnTo>
                  <a:lnTo>
                    <a:pt x="655963" y="1249337"/>
                  </a:lnTo>
                  <a:lnTo>
                    <a:pt x="655965" y="1249322"/>
                  </a:lnTo>
                  <a:lnTo>
                    <a:pt x="655962" y="1249308"/>
                  </a:lnTo>
                  <a:lnTo>
                    <a:pt x="655958" y="1249298"/>
                  </a:lnTo>
                  <a:lnTo>
                    <a:pt x="655950" y="1249286"/>
                  </a:lnTo>
                  <a:lnTo>
                    <a:pt x="655947" y="1249275"/>
                  </a:lnTo>
                  <a:lnTo>
                    <a:pt x="655946" y="1249262"/>
                  </a:lnTo>
                  <a:lnTo>
                    <a:pt x="655948" y="1249230"/>
                  </a:lnTo>
                  <a:lnTo>
                    <a:pt x="655958" y="1249181"/>
                  </a:lnTo>
                  <a:lnTo>
                    <a:pt x="655963" y="1249150"/>
                  </a:lnTo>
                  <a:lnTo>
                    <a:pt x="655966" y="1249140"/>
                  </a:lnTo>
                  <a:lnTo>
                    <a:pt x="655967" y="1249128"/>
                  </a:lnTo>
                  <a:lnTo>
                    <a:pt x="655963" y="1249110"/>
                  </a:lnTo>
                  <a:lnTo>
                    <a:pt x="655960" y="1249077"/>
                  </a:lnTo>
                  <a:lnTo>
                    <a:pt x="655960" y="1249050"/>
                  </a:lnTo>
                  <a:lnTo>
                    <a:pt x="655964" y="1249031"/>
                  </a:lnTo>
                  <a:lnTo>
                    <a:pt x="655975" y="1249009"/>
                  </a:lnTo>
                  <a:lnTo>
                    <a:pt x="656004" y="1248979"/>
                  </a:lnTo>
                  <a:lnTo>
                    <a:pt x="656013" y="1248973"/>
                  </a:lnTo>
                  <a:lnTo>
                    <a:pt x="656023" y="1248966"/>
                  </a:lnTo>
                  <a:lnTo>
                    <a:pt x="656028" y="1248957"/>
                  </a:lnTo>
                  <a:lnTo>
                    <a:pt x="656028" y="1248950"/>
                  </a:lnTo>
                  <a:lnTo>
                    <a:pt x="656025" y="1248940"/>
                  </a:lnTo>
                  <a:lnTo>
                    <a:pt x="656015" y="1248924"/>
                  </a:lnTo>
                  <a:lnTo>
                    <a:pt x="655994" y="1248902"/>
                  </a:lnTo>
                  <a:lnTo>
                    <a:pt x="655974" y="1248868"/>
                  </a:lnTo>
                  <a:lnTo>
                    <a:pt x="655969" y="1248850"/>
                  </a:lnTo>
                  <a:lnTo>
                    <a:pt x="655970" y="1248834"/>
                  </a:lnTo>
                  <a:lnTo>
                    <a:pt x="655975" y="1248822"/>
                  </a:lnTo>
                  <a:lnTo>
                    <a:pt x="655987" y="1248810"/>
                  </a:lnTo>
                  <a:lnTo>
                    <a:pt x="655993" y="1248801"/>
                  </a:lnTo>
                  <a:lnTo>
                    <a:pt x="655995" y="1248793"/>
                  </a:lnTo>
                  <a:lnTo>
                    <a:pt x="655995" y="1248784"/>
                  </a:lnTo>
                  <a:lnTo>
                    <a:pt x="655992" y="1248774"/>
                  </a:lnTo>
                  <a:lnTo>
                    <a:pt x="655983" y="1248762"/>
                  </a:lnTo>
                  <a:lnTo>
                    <a:pt x="655971" y="1248751"/>
                  </a:lnTo>
                  <a:lnTo>
                    <a:pt x="655947" y="1248733"/>
                  </a:lnTo>
                  <a:lnTo>
                    <a:pt x="655937" y="1248724"/>
                  </a:lnTo>
                  <a:lnTo>
                    <a:pt x="655933" y="1248718"/>
                  </a:lnTo>
                  <a:lnTo>
                    <a:pt x="655932" y="1248711"/>
                  </a:lnTo>
                  <a:lnTo>
                    <a:pt x="655934" y="1248694"/>
                  </a:lnTo>
                  <a:lnTo>
                    <a:pt x="655943" y="1248672"/>
                  </a:lnTo>
                  <a:lnTo>
                    <a:pt x="655954" y="1248649"/>
                  </a:lnTo>
                  <a:lnTo>
                    <a:pt x="655957" y="1248609"/>
                  </a:lnTo>
                  <a:lnTo>
                    <a:pt x="655957" y="1248574"/>
                  </a:lnTo>
                  <a:lnTo>
                    <a:pt x="655955" y="1248560"/>
                  </a:lnTo>
                  <a:lnTo>
                    <a:pt x="655951" y="1248538"/>
                  </a:lnTo>
                  <a:lnTo>
                    <a:pt x="655945" y="1248477"/>
                  </a:lnTo>
                  <a:lnTo>
                    <a:pt x="655940" y="1248447"/>
                  </a:lnTo>
                  <a:lnTo>
                    <a:pt x="655937" y="1248412"/>
                  </a:lnTo>
                  <a:lnTo>
                    <a:pt x="655931" y="1248387"/>
                  </a:lnTo>
                  <a:lnTo>
                    <a:pt x="655928" y="1248366"/>
                  </a:lnTo>
                  <a:lnTo>
                    <a:pt x="655914" y="1248332"/>
                  </a:lnTo>
                  <a:lnTo>
                    <a:pt x="655899" y="1248299"/>
                  </a:lnTo>
                  <a:lnTo>
                    <a:pt x="655885" y="1248280"/>
                  </a:lnTo>
                  <a:lnTo>
                    <a:pt x="655867" y="1248253"/>
                  </a:lnTo>
                  <a:lnTo>
                    <a:pt x="655852" y="1248231"/>
                  </a:lnTo>
                  <a:lnTo>
                    <a:pt x="655850" y="1248220"/>
                  </a:lnTo>
                  <a:lnTo>
                    <a:pt x="655851" y="1248214"/>
                  </a:lnTo>
                  <a:lnTo>
                    <a:pt x="655864" y="1248199"/>
                  </a:lnTo>
                  <a:lnTo>
                    <a:pt x="655884" y="1248182"/>
                  </a:lnTo>
                  <a:lnTo>
                    <a:pt x="655909" y="1248159"/>
                  </a:lnTo>
                  <a:lnTo>
                    <a:pt x="655927" y="1248145"/>
                  </a:lnTo>
                  <a:lnTo>
                    <a:pt x="655941" y="1248126"/>
                  </a:lnTo>
                  <a:lnTo>
                    <a:pt x="655973" y="1248094"/>
                  </a:lnTo>
                  <a:lnTo>
                    <a:pt x="655999" y="1248075"/>
                  </a:lnTo>
                  <a:lnTo>
                    <a:pt x="656023" y="1248059"/>
                  </a:lnTo>
                  <a:lnTo>
                    <a:pt x="656056" y="1248028"/>
                  </a:lnTo>
                  <a:lnTo>
                    <a:pt x="656074" y="1248011"/>
                  </a:lnTo>
                  <a:lnTo>
                    <a:pt x="656087" y="1248001"/>
                  </a:lnTo>
                  <a:lnTo>
                    <a:pt x="656104" y="1247994"/>
                  </a:lnTo>
                  <a:lnTo>
                    <a:pt x="656124" y="1247991"/>
                  </a:lnTo>
                  <a:lnTo>
                    <a:pt x="656140" y="1247986"/>
                  </a:lnTo>
                  <a:lnTo>
                    <a:pt x="656159" y="1247976"/>
                  </a:lnTo>
                  <a:lnTo>
                    <a:pt x="656185" y="1247956"/>
                  </a:lnTo>
                  <a:lnTo>
                    <a:pt x="656224" y="1247926"/>
                  </a:lnTo>
                  <a:lnTo>
                    <a:pt x="656255" y="1247901"/>
                  </a:lnTo>
                  <a:lnTo>
                    <a:pt x="656290" y="1247876"/>
                  </a:lnTo>
                  <a:lnTo>
                    <a:pt x="656348" y="1247841"/>
                  </a:lnTo>
                  <a:lnTo>
                    <a:pt x="656368" y="1247830"/>
                  </a:lnTo>
                  <a:lnTo>
                    <a:pt x="656382" y="1247814"/>
                  </a:lnTo>
                  <a:lnTo>
                    <a:pt x="656393" y="1247792"/>
                  </a:lnTo>
                  <a:lnTo>
                    <a:pt x="656408" y="1247778"/>
                  </a:lnTo>
                  <a:lnTo>
                    <a:pt x="656420" y="1247762"/>
                  </a:lnTo>
                  <a:lnTo>
                    <a:pt x="656430" y="1247737"/>
                  </a:lnTo>
                  <a:lnTo>
                    <a:pt x="656444" y="1247723"/>
                  </a:lnTo>
                  <a:lnTo>
                    <a:pt x="656462" y="1247711"/>
                  </a:lnTo>
                  <a:lnTo>
                    <a:pt x="656479" y="1247701"/>
                  </a:lnTo>
                  <a:lnTo>
                    <a:pt x="656502" y="1247685"/>
                  </a:lnTo>
                  <a:lnTo>
                    <a:pt x="656533" y="1247670"/>
                  </a:lnTo>
                  <a:lnTo>
                    <a:pt x="656570" y="1247654"/>
                  </a:lnTo>
                  <a:lnTo>
                    <a:pt x="656598" y="1247641"/>
                  </a:lnTo>
                  <a:lnTo>
                    <a:pt x="656619" y="1247629"/>
                  </a:lnTo>
                  <a:lnTo>
                    <a:pt x="656660" y="1247596"/>
                  </a:lnTo>
                  <a:lnTo>
                    <a:pt x="656675" y="1247588"/>
                  </a:lnTo>
                  <a:lnTo>
                    <a:pt x="656705" y="1247584"/>
                  </a:lnTo>
                  <a:lnTo>
                    <a:pt x="656748" y="1247576"/>
                  </a:lnTo>
                  <a:lnTo>
                    <a:pt x="656763" y="1247565"/>
                  </a:lnTo>
                  <a:lnTo>
                    <a:pt x="656777" y="1247552"/>
                  </a:lnTo>
                  <a:lnTo>
                    <a:pt x="656815" y="1247533"/>
                  </a:lnTo>
                  <a:lnTo>
                    <a:pt x="656832" y="1247521"/>
                  </a:lnTo>
                  <a:lnTo>
                    <a:pt x="656840" y="1247510"/>
                  </a:lnTo>
                  <a:lnTo>
                    <a:pt x="656841" y="1247494"/>
                  </a:lnTo>
                  <a:lnTo>
                    <a:pt x="656838" y="1247480"/>
                  </a:lnTo>
                  <a:lnTo>
                    <a:pt x="656836" y="1247451"/>
                  </a:lnTo>
                  <a:lnTo>
                    <a:pt x="656838" y="1247432"/>
                  </a:lnTo>
                  <a:lnTo>
                    <a:pt x="656846" y="1247409"/>
                  </a:lnTo>
                  <a:lnTo>
                    <a:pt x="656864" y="1247372"/>
                  </a:lnTo>
                  <a:lnTo>
                    <a:pt x="656888" y="1247344"/>
                  </a:lnTo>
                  <a:lnTo>
                    <a:pt x="656893" y="1247334"/>
                  </a:lnTo>
                  <a:lnTo>
                    <a:pt x="656908" y="1247299"/>
                  </a:lnTo>
                  <a:lnTo>
                    <a:pt x="656922" y="1247274"/>
                  </a:lnTo>
                  <a:lnTo>
                    <a:pt x="656929" y="1247260"/>
                  </a:lnTo>
                  <a:lnTo>
                    <a:pt x="656929" y="1247235"/>
                  </a:lnTo>
                  <a:lnTo>
                    <a:pt x="656930" y="1247200"/>
                  </a:lnTo>
                  <a:lnTo>
                    <a:pt x="656929" y="1247171"/>
                  </a:lnTo>
                  <a:lnTo>
                    <a:pt x="656925" y="1247156"/>
                  </a:lnTo>
                  <a:lnTo>
                    <a:pt x="656915" y="1247124"/>
                  </a:lnTo>
                  <a:lnTo>
                    <a:pt x="656910" y="1247107"/>
                  </a:lnTo>
                  <a:lnTo>
                    <a:pt x="656897" y="1247091"/>
                  </a:lnTo>
                  <a:lnTo>
                    <a:pt x="656880" y="1247062"/>
                  </a:lnTo>
                  <a:lnTo>
                    <a:pt x="656869" y="1247047"/>
                  </a:lnTo>
                  <a:lnTo>
                    <a:pt x="656857" y="1247036"/>
                  </a:lnTo>
                  <a:lnTo>
                    <a:pt x="656849" y="1247021"/>
                  </a:lnTo>
                  <a:lnTo>
                    <a:pt x="656839" y="1247003"/>
                  </a:lnTo>
                  <a:lnTo>
                    <a:pt x="656834" y="1246989"/>
                  </a:lnTo>
                  <a:lnTo>
                    <a:pt x="656833" y="1246979"/>
                  </a:lnTo>
                  <a:lnTo>
                    <a:pt x="656835" y="1246966"/>
                  </a:lnTo>
                  <a:lnTo>
                    <a:pt x="656846" y="1246935"/>
                  </a:lnTo>
                  <a:lnTo>
                    <a:pt x="656851" y="1246917"/>
                  </a:lnTo>
                  <a:lnTo>
                    <a:pt x="656859" y="1246875"/>
                  </a:lnTo>
                  <a:lnTo>
                    <a:pt x="656861" y="1246854"/>
                  </a:lnTo>
                  <a:lnTo>
                    <a:pt x="656859" y="1246840"/>
                  </a:lnTo>
                  <a:lnTo>
                    <a:pt x="656856" y="1246823"/>
                  </a:lnTo>
                  <a:lnTo>
                    <a:pt x="656854" y="1246794"/>
                  </a:lnTo>
                  <a:lnTo>
                    <a:pt x="656854" y="1246784"/>
                  </a:lnTo>
                  <a:lnTo>
                    <a:pt x="656859" y="1246763"/>
                  </a:lnTo>
                  <a:lnTo>
                    <a:pt x="656870" y="1246749"/>
                  </a:lnTo>
                  <a:lnTo>
                    <a:pt x="656881" y="1246735"/>
                  </a:lnTo>
                  <a:lnTo>
                    <a:pt x="656896" y="1246708"/>
                  </a:lnTo>
                  <a:lnTo>
                    <a:pt x="656896" y="1246684"/>
                  </a:lnTo>
                  <a:lnTo>
                    <a:pt x="656896" y="1246663"/>
                  </a:lnTo>
                  <a:lnTo>
                    <a:pt x="656888" y="1246634"/>
                  </a:lnTo>
                  <a:lnTo>
                    <a:pt x="656888" y="1246607"/>
                  </a:lnTo>
                  <a:lnTo>
                    <a:pt x="656886" y="1246576"/>
                  </a:lnTo>
                  <a:lnTo>
                    <a:pt x="656885" y="1246553"/>
                  </a:lnTo>
                  <a:lnTo>
                    <a:pt x="656885" y="1246530"/>
                  </a:lnTo>
                  <a:lnTo>
                    <a:pt x="656889" y="1246506"/>
                  </a:lnTo>
                  <a:lnTo>
                    <a:pt x="656897" y="1246487"/>
                  </a:lnTo>
                  <a:lnTo>
                    <a:pt x="656914" y="1246470"/>
                  </a:lnTo>
                  <a:lnTo>
                    <a:pt x="656941" y="1246453"/>
                  </a:lnTo>
                  <a:lnTo>
                    <a:pt x="656981" y="1246435"/>
                  </a:lnTo>
                  <a:lnTo>
                    <a:pt x="657012" y="1246408"/>
                  </a:lnTo>
                  <a:lnTo>
                    <a:pt x="657035" y="1246381"/>
                  </a:lnTo>
                  <a:lnTo>
                    <a:pt x="657052" y="1246363"/>
                  </a:lnTo>
                  <a:lnTo>
                    <a:pt x="657080" y="1246323"/>
                  </a:lnTo>
                  <a:lnTo>
                    <a:pt x="657110" y="1246292"/>
                  </a:lnTo>
                  <a:lnTo>
                    <a:pt x="657133" y="1246266"/>
                  </a:lnTo>
                  <a:lnTo>
                    <a:pt x="657153" y="1246241"/>
                  </a:lnTo>
                  <a:lnTo>
                    <a:pt x="657167" y="1246220"/>
                  </a:lnTo>
                  <a:lnTo>
                    <a:pt x="657165" y="1246210"/>
                  </a:lnTo>
                  <a:lnTo>
                    <a:pt x="657163" y="1246196"/>
                  </a:lnTo>
                  <a:lnTo>
                    <a:pt x="657155" y="1246170"/>
                  </a:lnTo>
                  <a:lnTo>
                    <a:pt x="657145" y="1246148"/>
                  </a:lnTo>
                  <a:lnTo>
                    <a:pt x="657134" y="1246129"/>
                  </a:lnTo>
                  <a:lnTo>
                    <a:pt x="657118" y="1246107"/>
                  </a:lnTo>
                  <a:lnTo>
                    <a:pt x="657093" y="1246065"/>
                  </a:lnTo>
                  <a:lnTo>
                    <a:pt x="657072" y="1246024"/>
                  </a:lnTo>
                  <a:lnTo>
                    <a:pt x="657064" y="1246004"/>
                  </a:lnTo>
                  <a:lnTo>
                    <a:pt x="657055" y="1245985"/>
                  </a:lnTo>
                  <a:lnTo>
                    <a:pt x="657045" y="1245972"/>
                  </a:lnTo>
                  <a:lnTo>
                    <a:pt x="657042" y="1245964"/>
                  </a:lnTo>
                  <a:lnTo>
                    <a:pt x="657024" y="1245948"/>
                  </a:lnTo>
                  <a:lnTo>
                    <a:pt x="656985" y="1245911"/>
                  </a:lnTo>
                  <a:lnTo>
                    <a:pt x="656953" y="1245890"/>
                  </a:lnTo>
                  <a:lnTo>
                    <a:pt x="656936" y="1245872"/>
                  </a:lnTo>
                  <a:lnTo>
                    <a:pt x="656924" y="1245858"/>
                  </a:lnTo>
                  <a:lnTo>
                    <a:pt x="656886" y="1245807"/>
                  </a:lnTo>
                  <a:lnTo>
                    <a:pt x="656862" y="1245779"/>
                  </a:lnTo>
                  <a:lnTo>
                    <a:pt x="656836" y="1245752"/>
                  </a:lnTo>
                  <a:lnTo>
                    <a:pt x="656822" y="1245734"/>
                  </a:lnTo>
                  <a:lnTo>
                    <a:pt x="656812" y="1245705"/>
                  </a:lnTo>
                  <a:lnTo>
                    <a:pt x="656794" y="1245650"/>
                  </a:lnTo>
                  <a:lnTo>
                    <a:pt x="656786" y="1245604"/>
                  </a:lnTo>
                  <a:lnTo>
                    <a:pt x="656777" y="1245554"/>
                  </a:lnTo>
                  <a:lnTo>
                    <a:pt x="656775" y="1245509"/>
                  </a:lnTo>
                  <a:lnTo>
                    <a:pt x="656776" y="1245472"/>
                  </a:lnTo>
                  <a:lnTo>
                    <a:pt x="656774" y="1245432"/>
                  </a:lnTo>
                  <a:lnTo>
                    <a:pt x="656770" y="1245403"/>
                  </a:lnTo>
                  <a:lnTo>
                    <a:pt x="656769" y="1245380"/>
                  </a:lnTo>
                  <a:lnTo>
                    <a:pt x="656761" y="1245356"/>
                  </a:lnTo>
                  <a:lnTo>
                    <a:pt x="656751" y="1245340"/>
                  </a:lnTo>
                  <a:lnTo>
                    <a:pt x="656733" y="1245277"/>
                  </a:lnTo>
                  <a:lnTo>
                    <a:pt x="656733" y="1245251"/>
                  </a:lnTo>
                  <a:lnTo>
                    <a:pt x="656733" y="1245232"/>
                  </a:lnTo>
                  <a:lnTo>
                    <a:pt x="656738" y="1245212"/>
                  </a:lnTo>
                  <a:lnTo>
                    <a:pt x="656745" y="1245191"/>
                  </a:lnTo>
                  <a:lnTo>
                    <a:pt x="656753" y="1245171"/>
                  </a:lnTo>
                  <a:lnTo>
                    <a:pt x="656756" y="1245147"/>
                  </a:lnTo>
                  <a:lnTo>
                    <a:pt x="656756" y="1245128"/>
                  </a:lnTo>
                  <a:lnTo>
                    <a:pt x="656758" y="1245099"/>
                  </a:lnTo>
                  <a:lnTo>
                    <a:pt x="656761" y="1245073"/>
                  </a:lnTo>
                  <a:lnTo>
                    <a:pt x="656766" y="1245057"/>
                  </a:lnTo>
                  <a:lnTo>
                    <a:pt x="656775" y="1245037"/>
                  </a:lnTo>
                  <a:lnTo>
                    <a:pt x="656805" y="1244997"/>
                  </a:lnTo>
                  <a:lnTo>
                    <a:pt x="656827" y="1244972"/>
                  </a:lnTo>
                  <a:lnTo>
                    <a:pt x="656838" y="1244955"/>
                  </a:lnTo>
                  <a:lnTo>
                    <a:pt x="656843" y="1244935"/>
                  </a:lnTo>
                  <a:lnTo>
                    <a:pt x="656844" y="1244917"/>
                  </a:lnTo>
                  <a:lnTo>
                    <a:pt x="656844" y="1244893"/>
                  </a:lnTo>
                  <a:lnTo>
                    <a:pt x="656834" y="1244857"/>
                  </a:lnTo>
                  <a:lnTo>
                    <a:pt x="656829" y="1244818"/>
                  </a:lnTo>
                  <a:lnTo>
                    <a:pt x="656832" y="1244797"/>
                  </a:lnTo>
                  <a:lnTo>
                    <a:pt x="656837" y="1244766"/>
                  </a:lnTo>
                  <a:lnTo>
                    <a:pt x="656843" y="1244750"/>
                  </a:lnTo>
                  <a:lnTo>
                    <a:pt x="656855" y="1244727"/>
                  </a:lnTo>
                  <a:lnTo>
                    <a:pt x="656877" y="1244702"/>
                  </a:lnTo>
                  <a:lnTo>
                    <a:pt x="656888" y="1244681"/>
                  </a:lnTo>
                  <a:lnTo>
                    <a:pt x="656892" y="1244660"/>
                  </a:lnTo>
                  <a:lnTo>
                    <a:pt x="656892" y="1244636"/>
                  </a:lnTo>
                  <a:lnTo>
                    <a:pt x="656902" y="1244609"/>
                  </a:lnTo>
                  <a:lnTo>
                    <a:pt x="656907" y="1244582"/>
                  </a:lnTo>
                  <a:lnTo>
                    <a:pt x="656911" y="1244557"/>
                  </a:lnTo>
                  <a:lnTo>
                    <a:pt x="656911" y="1244548"/>
                  </a:lnTo>
                  <a:lnTo>
                    <a:pt x="656911" y="1244538"/>
                  </a:lnTo>
                  <a:lnTo>
                    <a:pt x="656908" y="1244522"/>
                  </a:lnTo>
                  <a:lnTo>
                    <a:pt x="656893" y="1244505"/>
                  </a:lnTo>
                  <a:lnTo>
                    <a:pt x="656876" y="1244485"/>
                  </a:lnTo>
                  <a:lnTo>
                    <a:pt x="656852" y="1244461"/>
                  </a:lnTo>
                  <a:lnTo>
                    <a:pt x="656819" y="1244432"/>
                  </a:lnTo>
                  <a:lnTo>
                    <a:pt x="656782" y="1244403"/>
                  </a:lnTo>
                  <a:lnTo>
                    <a:pt x="656756" y="1244383"/>
                  </a:lnTo>
                  <a:lnTo>
                    <a:pt x="656725" y="1244369"/>
                  </a:lnTo>
                  <a:lnTo>
                    <a:pt x="656705" y="1244359"/>
                  </a:lnTo>
                  <a:lnTo>
                    <a:pt x="656689" y="1244345"/>
                  </a:lnTo>
                  <a:lnTo>
                    <a:pt x="656671" y="1244329"/>
                  </a:lnTo>
                  <a:lnTo>
                    <a:pt x="656650" y="1244307"/>
                  </a:lnTo>
                  <a:lnTo>
                    <a:pt x="656629" y="1244287"/>
                  </a:lnTo>
                  <a:lnTo>
                    <a:pt x="656587" y="1244256"/>
                  </a:lnTo>
                  <a:lnTo>
                    <a:pt x="656543" y="1244228"/>
                  </a:lnTo>
                  <a:lnTo>
                    <a:pt x="656514" y="1244195"/>
                  </a:lnTo>
                  <a:lnTo>
                    <a:pt x="656498" y="1244176"/>
                  </a:lnTo>
                  <a:lnTo>
                    <a:pt x="656478" y="1244154"/>
                  </a:lnTo>
                  <a:lnTo>
                    <a:pt x="656464" y="1244144"/>
                  </a:lnTo>
                  <a:lnTo>
                    <a:pt x="656461" y="1244130"/>
                  </a:lnTo>
                  <a:lnTo>
                    <a:pt x="656467" y="1244113"/>
                  </a:lnTo>
                  <a:lnTo>
                    <a:pt x="656474" y="1244083"/>
                  </a:lnTo>
                  <a:lnTo>
                    <a:pt x="656475" y="1244063"/>
                  </a:lnTo>
                  <a:lnTo>
                    <a:pt x="656479" y="1244020"/>
                  </a:lnTo>
                  <a:lnTo>
                    <a:pt x="656479" y="1243991"/>
                  </a:lnTo>
                  <a:lnTo>
                    <a:pt x="656473" y="1243971"/>
                  </a:lnTo>
                  <a:lnTo>
                    <a:pt x="656461" y="1243950"/>
                  </a:lnTo>
                  <a:lnTo>
                    <a:pt x="656448" y="1243918"/>
                  </a:lnTo>
                  <a:lnTo>
                    <a:pt x="656434" y="1243893"/>
                  </a:lnTo>
                  <a:lnTo>
                    <a:pt x="656419" y="1243877"/>
                  </a:lnTo>
                  <a:lnTo>
                    <a:pt x="656402" y="1243850"/>
                  </a:lnTo>
                  <a:lnTo>
                    <a:pt x="656392" y="1243836"/>
                  </a:lnTo>
                  <a:lnTo>
                    <a:pt x="656384" y="1243821"/>
                  </a:lnTo>
                  <a:lnTo>
                    <a:pt x="656371" y="1243788"/>
                  </a:lnTo>
                  <a:lnTo>
                    <a:pt x="656367" y="1243762"/>
                  </a:lnTo>
                  <a:lnTo>
                    <a:pt x="656368" y="1243735"/>
                  </a:lnTo>
                  <a:lnTo>
                    <a:pt x="656368" y="1243695"/>
                  </a:lnTo>
                  <a:lnTo>
                    <a:pt x="656393" y="1243618"/>
                  </a:lnTo>
                  <a:lnTo>
                    <a:pt x="656393" y="1243594"/>
                  </a:lnTo>
                  <a:lnTo>
                    <a:pt x="656390" y="1243582"/>
                  </a:lnTo>
                  <a:lnTo>
                    <a:pt x="656382" y="1243567"/>
                  </a:lnTo>
                  <a:lnTo>
                    <a:pt x="656369" y="1243546"/>
                  </a:lnTo>
                  <a:lnTo>
                    <a:pt x="656350" y="1243522"/>
                  </a:lnTo>
                  <a:lnTo>
                    <a:pt x="656341" y="1243498"/>
                  </a:lnTo>
                  <a:lnTo>
                    <a:pt x="656340" y="1243481"/>
                  </a:lnTo>
                  <a:lnTo>
                    <a:pt x="656343" y="1243464"/>
                  </a:lnTo>
                  <a:lnTo>
                    <a:pt x="656350" y="1243441"/>
                  </a:lnTo>
                  <a:lnTo>
                    <a:pt x="656375" y="1243393"/>
                  </a:lnTo>
                  <a:lnTo>
                    <a:pt x="656383" y="1243377"/>
                  </a:lnTo>
                  <a:lnTo>
                    <a:pt x="656383" y="1243365"/>
                  </a:lnTo>
                  <a:lnTo>
                    <a:pt x="656380" y="1243355"/>
                  </a:lnTo>
                  <a:lnTo>
                    <a:pt x="656373" y="1243347"/>
                  </a:lnTo>
                  <a:lnTo>
                    <a:pt x="656343" y="1243328"/>
                  </a:lnTo>
                  <a:lnTo>
                    <a:pt x="656296" y="1243290"/>
                  </a:lnTo>
                  <a:lnTo>
                    <a:pt x="656272" y="1243267"/>
                  </a:lnTo>
                  <a:lnTo>
                    <a:pt x="656253" y="1243226"/>
                  </a:lnTo>
                  <a:lnTo>
                    <a:pt x="656234" y="1243200"/>
                  </a:lnTo>
                  <a:lnTo>
                    <a:pt x="656221" y="1243185"/>
                  </a:lnTo>
                  <a:lnTo>
                    <a:pt x="656203" y="1243173"/>
                  </a:lnTo>
                  <a:lnTo>
                    <a:pt x="656185" y="1243162"/>
                  </a:lnTo>
                  <a:lnTo>
                    <a:pt x="656167" y="1243147"/>
                  </a:lnTo>
                  <a:lnTo>
                    <a:pt x="656146" y="1243127"/>
                  </a:lnTo>
                  <a:lnTo>
                    <a:pt x="656118" y="1243092"/>
                  </a:lnTo>
                  <a:lnTo>
                    <a:pt x="656105" y="1243063"/>
                  </a:lnTo>
                  <a:lnTo>
                    <a:pt x="656100" y="1243039"/>
                  </a:lnTo>
                  <a:lnTo>
                    <a:pt x="656100" y="1243011"/>
                  </a:lnTo>
                  <a:lnTo>
                    <a:pt x="656104" y="1242985"/>
                  </a:lnTo>
                  <a:lnTo>
                    <a:pt x="656104" y="1242966"/>
                  </a:lnTo>
                  <a:lnTo>
                    <a:pt x="656103" y="1242960"/>
                  </a:lnTo>
                  <a:lnTo>
                    <a:pt x="656099" y="1242949"/>
                  </a:lnTo>
                  <a:lnTo>
                    <a:pt x="656086" y="1242939"/>
                  </a:lnTo>
                  <a:lnTo>
                    <a:pt x="656066" y="1242927"/>
                  </a:lnTo>
                  <a:lnTo>
                    <a:pt x="656046" y="1242914"/>
                  </a:lnTo>
                  <a:lnTo>
                    <a:pt x="656033" y="1242903"/>
                  </a:lnTo>
                  <a:lnTo>
                    <a:pt x="656014" y="1242870"/>
                  </a:lnTo>
                  <a:lnTo>
                    <a:pt x="656008" y="1242852"/>
                  </a:lnTo>
                  <a:lnTo>
                    <a:pt x="656003" y="1242837"/>
                  </a:lnTo>
                  <a:lnTo>
                    <a:pt x="655992" y="1242822"/>
                  </a:lnTo>
                  <a:lnTo>
                    <a:pt x="655981" y="1242814"/>
                  </a:lnTo>
                  <a:lnTo>
                    <a:pt x="655969" y="1242811"/>
                  </a:lnTo>
                  <a:lnTo>
                    <a:pt x="655956" y="1242816"/>
                  </a:lnTo>
                  <a:lnTo>
                    <a:pt x="655924" y="1242826"/>
                  </a:lnTo>
                  <a:lnTo>
                    <a:pt x="655880" y="1242842"/>
                  </a:lnTo>
                  <a:lnTo>
                    <a:pt x="655834" y="1242849"/>
                  </a:lnTo>
                  <a:lnTo>
                    <a:pt x="655747" y="1242855"/>
                  </a:lnTo>
                  <a:lnTo>
                    <a:pt x="655706" y="1242862"/>
                  </a:lnTo>
                  <a:lnTo>
                    <a:pt x="655677" y="1242863"/>
                  </a:lnTo>
                  <a:lnTo>
                    <a:pt x="655654" y="1242862"/>
                  </a:lnTo>
                  <a:lnTo>
                    <a:pt x="655632" y="1242860"/>
                  </a:lnTo>
                  <a:lnTo>
                    <a:pt x="655603" y="1242851"/>
                  </a:lnTo>
                  <a:lnTo>
                    <a:pt x="655578" y="1242842"/>
                  </a:lnTo>
                  <a:lnTo>
                    <a:pt x="655550" y="1242830"/>
                  </a:lnTo>
                  <a:lnTo>
                    <a:pt x="655516" y="1242801"/>
                  </a:lnTo>
                  <a:lnTo>
                    <a:pt x="655500" y="1242789"/>
                  </a:lnTo>
                  <a:lnTo>
                    <a:pt x="655473" y="1242776"/>
                  </a:lnTo>
                  <a:lnTo>
                    <a:pt x="655435" y="1242768"/>
                  </a:lnTo>
                  <a:lnTo>
                    <a:pt x="655410" y="1242768"/>
                  </a:lnTo>
                  <a:lnTo>
                    <a:pt x="655356" y="1242767"/>
                  </a:lnTo>
                  <a:lnTo>
                    <a:pt x="655330" y="1242767"/>
                  </a:lnTo>
                  <a:lnTo>
                    <a:pt x="655306" y="1242766"/>
                  </a:lnTo>
                  <a:lnTo>
                    <a:pt x="655288" y="1242760"/>
                  </a:lnTo>
                  <a:lnTo>
                    <a:pt x="655258" y="1242750"/>
                  </a:lnTo>
                  <a:lnTo>
                    <a:pt x="655233" y="1242740"/>
                  </a:lnTo>
                  <a:lnTo>
                    <a:pt x="655208" y="1242734"/>
                  </a:lnTo>
                  <a:lnTo>
                    <a:pt x="655183" y="1242728"/>
                  </a:lnTo>
                  <a:lnTo>
                    <a:pt x="655163" y="1242723"/>
                  </a:lnTo>
                  <a:lnTo>
                    <a:pt x="655134" y="1242717"/>
                  </a:lnTo>
                  <a:lnTo>
                    <a:pt x="655105" y="1242717"/>
                  </a:lnTo>
                  <a:lnTo>
                    <a:pt x="655081" y="1242716"/>
                  </a:lnTo>
                  <a:lnTo>
                    <a:pt x="655048" y="1242721"/>
                  </a:lnTo>
                  <a:lnTo>
                    <a:pt x="655017" y="1242722"/>
                  </a:lnTo>
                  <a:lnTo>
                    <a:pt x="654983" y="1242726"/>
                  </a:lnTo>
                  <a:lnTo>
                    <a:pt x="654976" y="1242726"/>
                  </a:lnTo>
                  <a:lnTo>
                    <a:pt x="654974" y="1242721"/>
                  </a:lnTo>
                  <a:lnTo>
                    <a:pt x="654974" y="1242701"/>
                  </a:lnTo>
                  <a:lnTo>
                    <a:pt x="654987" y="1242658"/>
                  </a:lnTo>
                  <a:lnTo>
                    <a:pt x="655001" y="1242615"/>
                  </a:lnTo>
                  <a:lnTo>
                    <a:pt x="655006" y="1242570"/>
                  </a:lnTo>
                  <a:lnTo>
                    <a:pt x="655007" y="1242537"/>
                  </a:lnTo>
                  <a:lnTo>
                    <a:pt x="655007" y="1242508"/>
                  </a:lnTo>
                  <a:lnTo>
                    <a:pt x="655004" y="1242479"/>
                  </a:lnTo>
                  <a:lnTo>
                    <a:pt x="655000" y="1242430"/>
                  </a:lnTo>
                  <a:lnTo>
                    <a:pt x="654997" y="1242400"/>
                  </a:lnTo>
                  <a:lnTo>
                    <a:pt x="654996" y="1242385"/>
                  </a:lnTo>
                  <a:lnTo>
                    <a:pt x="655003" y="1242356"/>
                  </a:lnTo>
                  <a:lnTo>
                    <a:pt x="655013" y="1242296"/>
                  </a:lnTo>
                  <a:lnTo>
                    <a:pt x="655017" y="1242257"/>
                  </a:lnTo>
                  <a:lnTo>
                    <a:pt x="655031" y="1242223"/>
                  </a:lnTo>
                  <a:lnTo>
                    <a:pt x="655049" y="1242189"/>
                  </a:lnTo>
                  <a:lnTo>
                    <a:pt x="655058" y="1242165"/>
                  </a:lnTo>
                  <a:lnTo>
                    <a:pt x="655073" y="1242142"/>
                  </a:lnTo>
                  <a:lnTo>
                    <a:pt x="655074" y="1242130"/>
                  </a:lnTo>
                  <a:lnTo>
                    <a:pt x="655074" y="1242118"/>
                  </a:lnTo>
                  <a:lnTo>
                    <a:pt x="655071" y="1242099"/>
                  </a:lnTo>
                  <a:lnTo>
                    <a:pt x="655071" y="1242080"/>
                  </a:lnTo>
                  <a:lnTo>
                    <a:pt x="655074" y="1242059"/>
                  </a:lnTo>
                  <a:lnTo>
                    <a:pt x="655083" y="1242044"/>
                  </a:lnTo>
                  <a:lnTo>
                    <a:pt x="655116" y="1242016"/>
                  </a:lnTo>
                  <a:lnTo>
                    <a:pt x="655141" y="1241993"/>
                  </a:lnTo>
                  <a:lnTo>
                    <a:pt x="655163" y="1241966"/>
                  </a:lnTo>
                  <a:lnTo>
                    <a:pt x="655168" y="1241954"/>
                  </a:lnTo>
                  <a:lnTo>
                    <a:pt x="655169" y="1241939"/>
                  </a:lnTo>
                  <a:lnTo>
                    <a:pt x="655169" y="1241916"/>
                  </a:lnTo>
                  <a:lnTo>
                    <a:pt x="655171" y="1241898"/>
                  </a:lnTo>
                  <a:lnTo>
                    <a:pt x="655172" y="1241856"/>
                  </a:lnTo>
                  <a:lnTo>
                    <a:pt x="655169" y="1241776"/>
                  </a:lnTo>
                  <a:lnTo>
                    <a:pt x="655171" y="1241752"/>
                  </a:lnTo>
                  <a:lnTo>
                    <a:pt x="655175" y="1241730"/>
                  </a:lnTo>
                  <a:lnTo>
                    <a:pt x="655181" y="1241700"/>
                  </a:lnTo>
                  <a:lnTo>
                    <a:pt x="655185" y="1241645"/>
                  </a:lnTo>
                  <a:lnTo>
                    <a:pt x="655194" y="1241623"/>
                  </a:lnTo>
                  <a:lnTo>
                    <a:pt x="655209" y="1241592"/>
                  </a:lnTo>
                  <a:lnTo>
                    <a:pt x="655229" y="1241566"/>
                  </a:lnTo>
                  <a:lnTo>
                    <a:pt x="655236" y="1241554"/>
                  </a:lnTo>
                  <a:lnTo>
                    <a:pt x="655237" y="1241547"/>
                  </a:lnTo>
                  <a:lnTo>
                    <a:pt x="655231" y="1241536"/>
                  </a:lnTo>
                  <a:lnTo>
                    <a:pt x="655220" y="1241506"/>
                  </a:lnTo>
                  <a:lnTo>
                    <a:pt x="655211" y="1241475"/>
                  </a:lnTo>
                  <a:lnTo>
                    <a:pt x="655209" y="1241452"/>
                  </a:lnTo>
                  <a:lnTo>
                    <a:pt x="655210" y="1241404"/>
                  </a:lnTo>
                  <a:lnTo>
                    <a:pt x="655211" y="1241378"/>
                  </a:lnTo>
                  <a:lnTo>
                    <a:pt x="655210" y="1241357"/>
                  </a:lnTo>
                  <a:lnTo>
                    <a:pt x="655204" y="1241338"/>
                  </a:lnTo>
                  <a:lnTo>
                    <a:pt x="655199" y="1241322"/>
                  </a:lnTo>
                  <a:lnTo>
                    <a:pt x="655198" y="1241290"/>
                  </a:lnTo>
                  <a:lnTo>
                    <a:pt x="655194" y="1241252"/>
                  </a:lnTo>
                  <a:lnTo>
                    <a:pt x="655190" y="1241230"/>
                  </a:lnTo>
                  <a:lnTo>
                    <a:pt x="655187" y="1241205"/>
                  </a:lnTo>
                  <a:lnTo>
                    <a:pt x="655188" y="1241187"/>
                  </a:lnTo>
                  <a:lnTo>
                    <a:pt x="655190" y="1241161"/>
                  </a:lnTo>
                  <a:lnTo>
                    <a:pt x="655191" y="1241134"/>
                  </a:lnTo>
                  <a:lnTo>
                    <a:pt x="655197" y="1241103"/>
                  </a:lnTo>
                  <a:lnTo>
                    <a:pt x="655201" y="1241077"/>
                  </a:lnTo>
                  <a:lnTo>
                    <a:pt x="655201" y="1241065"/>
                  </a:lnTo>
                  <a:lnTo>
                    <a:pt x="655194" y="1241037"/>
                  </a:lnTo>
                  <a:lnTo>
                    <a:pt x="655168" y="1240909"/>
                  </a:lnTo>
                  <a:lnTo>
                    <a:pt x="655153" y="1240872"/>
                  </a:lnTo>
                  <a:lnTo>
                    <a:pt x="655139" y="1240835"/>
                  </a:lnTo>
                  <a:lnTo>
                    <a:pt x="655136" y="1240814"/>
                  </a:lnTo>
                  <a:lnTo>
                    <a:pt x="655135" y="1240807"/>
                  </a:lnTo>
                  <a:lnTo>
                    <a:pt x="655135" y="1240798"/>
                  </a:lnTo>
                  <a:lnTo>
                    <a:pt x="655135" y="1240786"/>
                  </a:lnTo>
                  <a:lnTo>
                    <a:pt x="655138" y="1240777"/>
                  </a:lnTo>
                  <a:lnTo>
                    <a:pt x="655159" y="1240754"/>
                  </a:lnTo>
                  <a:lnTo>
                    <a:pt x="655181" y="1240739"/>
                  </a:lnTo>
                  <a:lnTo>
                    <a:pt x="655193" y="1240725"/>
                  </a:lnTo>
                  <a:lnTo>
                    <a:pt x="655195" y="1240710"/>
                  </a:lnTo>
                  <a:lnTo>
                    <a:pt x="655194" y="1240695"/>
                  </a:lnTo>
                  <a:lnTo>
                    <a:pt x="655192" y="1240668"/>
                  </a:lnTo>
                  <a:lnTo>
                    <a:pt x="655181" y="1240634"/>
                  </a:lnTo>
                  <a:lnTo>
                    <a:pt x="655168" y="1240601"/>
                  </a:lnTo>
                  <a:lnTo>
                    <a:pt x="655168" y="1240592"/>
                  </a:lnTo>
                  <a:lnTo>
                    <a:pt x="655173" y="1240582"/>
                  </a:lnTo>
                  <a:lnTo>
                    <a:pt x="655206" y="1240548"/>
                  </a:lnTo>
                  <a:lnTo>
                    <a:pt x="655218" y="1240528"/>
                  </a:lnTo>
                  <a:lnTo>
                    <a:pt x="655226" y="1240508"/>
                  </a:lnTo>
                  <a:lnTo>
                    <a:pt x="655229" y="1240485"/>
                  </a:lnTo>
                  <a:lnTo>
                    <a:pt x="655226" y="1240458"/>
                  </a:lnTo>
                  <a:lnTo>
                    <a:pt x="655222" y="1240438"/>
                  </a:lnTo>
                  <a:lnTo>
                    <a:pt x="655191" y="1240325"/>
                  </a:lnTo>
                  <a:lnTo>
                    <a:pt x="655175" y="1240261"/>
                  </a:lnTo>
                  <a:lnTo>
                    <a:pt x="655165" y="1240204"/>
                  </a:lnTo>
                  <a:lnTo>
                    <a:pt x="655161" y="1240184"/>
                  </a:lnTo>
                  <a:lnTo>
                    <a:pt x="655162" y="1240153"/>
                  </a:lnTo>
                  <a:lnTo>
                    <a:pt x="655168" y="1240116"/>
                  </a:lnTo>
                  <a:lnTo>
                    <a:pt x="655185" y="1240066"/>
                  </a:lnTo>
                  <a:lnTo>
                    <a:pt x="655214" y="1240002"/>
                  </a:lnTo>
                  <a:lnTo>
                    <a:pt x="655224" y="1239979"/>
                  </a:lnTo>
                  <a:lnTo>
                    <a:pt x="655230" y="1239955"/>
                  </a:lnTo>
                  <a:lnTo>
                    <a:pt x="655230" y="1239941"/>
                  </a:lnTo>
                  <a:lnTo>
                    <a:pt x="655205" y="1239900"/>
                  </a:lnTo>
                  <a:lnTo>
                    <a:pt x="655186" y="1239870"/>
                  </a:lnTo>
                  <a:lnTo>
                    <a:pt x="655168" y="1239820"/>
                  </a:lnTo>
                  <a:lnTo>
                    <a:pt x="655149" y="1239776"/>
                  </a:lnTo>
                  <a:lnTo>
                    <a:pt x="655140" y="1239739"/>
                  </a:lnTo>
                  <a:lnTo>
                    <a:pt x="655118" y="1239678"/>
                  </a:lnTo>
                  <a:lnTo>
                    <a:pt x="655102" y="1239628"/>
                  </a:lnTo>
                  <a:lnTo>
                    <a:pt x="655095" y="1239596"/>
                  </a:lnTo>
                  <a:lnTo>
                    <a:pt x="655095" y="1239591"/>
                  </a:lnTo>
                  <a:lnTo>
                    <a:pt x="655094" y="1239560"/>
                  </a:lnTo>
                  <a:lnTo>
                    <a:pt x="655094" y="1239536"/>
                  </a:lnTo>
                  <a:lnTo>
                    <a:pt x="655094" y="1239528"/>
                  </a:lnTo>
                  <a:lnTo>
                    <a:pt x="655094" y="1239517"/>
                  </a:lnTo>
                  <a:lnTo>
                    <a:pt x="655095" y="1239506"/>
                  </a:lnTo>
                  <a:lnTo>
                    <a:pt x="655097" y="1239496"/>
                  </a:lnTo>
                  <a:lnTo>
                    <a:pt x="655108" y="1239483"/>
                  </a:lnTo>
                  <a:lnTo>
                    <a:pt x="655111" y="1239467"/>
                  </a:lnTo>
                  <a:lnTo>
                    <a:pt x="655111" y="1239457"/>
                  </a:lnTo>
                  <a:lnTo>
                    <a:pt x="655104" y="1239446"/>
                  </a:lnTo>
                  <a:lnTo>
                    <a:pt x="655072" y="1239407"/>
                  </a:lnTo>
                  <a:lnTo>
                    <a:pt x="655048" y="1239385"/>
                  </a:lnTo>
                  <a:lnTo>
                    <a:pt x="655027" y="1239362"/>
                  </a:lnTo>
                  <a:lnTo>
                    <a:pt x="655011" y="1239336"/>
                  </a:lnTo>
                  <a:lnTo>
                    <a:pt x="654986" y="1239300"/>
                  </a:lnTo>
                  <a:lnTo>
                    <a:pt x="654949" y="1239272"/>
                  </a:lnTo>
                  <a:lnTo>
                    <a:pt x="654928" y="1239265"/>
                  </a:lnTo>
                  <a:lnTo>
                    <a:pt x="654917" y="1239262"/>
                  </a:lnTo>
                  <a:lnTo>
                    <a:pt x="654908" y="1239252"/>
                  </a:lnTo>
                  <a:lnTo>
                    <a:pt x="654865" y="1239229"/>
                  </a:lnTo>
                  <a:lnTo>
                    <a:pt x="654795" y="1239196"/>
                  </a:lnTo>
                  <a:lnTo>
                    <a:pt x="654787" y="1239185"/>
                  </a:lnTo>
                  <a:lnTo>
                    <a:pt x="654787" y="1239163"/>
                  </a:lnTo>
                  <a:lnTo>
                    <a:pt x="654790" y="1239153"/>
                  </a:lnTo>
                  <a:lnTo>
                    <a:pt x="654798" y="1239137"/>
                  </a:lnTo>
                  <a:lnTo>
                    <a:pt x="654822" y="1239104"/>
                  </a:lnTo>
                  <a:lnTo>
                    <a:pt x="654849" y="1239072"/>
                  </a:lnTo>
                  <a:lnTo>
                    <a:pt x="654875" y="1239024"/>
                  </a:lnTo>
                  <a:lnTo>
                    <a:pt x="654883" y="1238991"/>
                  </a:lnTo>
                  <a:lnTo>
                    <a:pt x="654888" y="1238938"/>
                  </a:lnTo>
                  <a:lnTo>
                    <a:pt x="654902" y="1238860"/>
                  </a:lnTo>
                  <a:lnTo>
                    <a:pt x="654937" y="1238716"/>
                  </a:lnTo>
                  <a:lnTo>
                    <a:pt x="654943" y="1238682"/>
                  </a:lnTo>
                  <a:lnTo>
                    <a:pt x="654944" y="1238646"/>
                  </a:lnTo>
                  <a:lnTo>
                    <a:pt x="654948" y="1238569"/>
                  </a:lnTo>
                  <a:lnTo>
                    <a:pt x="654945" y="1238545"/>
                  </a:lnTo>
                  <a:lnTo>
                    <a:pt x="654937" y="1238531"/>
                  </a:lnTo>
                  <a:lnTo>
                    <a:pt x="654910" y="1238510"/>
                  </a:lnTo>
                  <a:lnTo>
                    <a:pt x="654868" y="1238492"/>
                  </a:lnTo>
                  <a:lnTo>
                    <a:pt x="654808" y="1238469"/>
                  </a:lnTo>
                  <a:lnTo>
                    <a:pt x="654716" y="1238443"/>
                  </a:lnTo>
                  <a:lnTo>
                    <a:pt x="654662" y="1238418"/>
                  </a:lnTo>
                  <a:lnTo>
                    <a:pt x="654618" y="1238387"/>
                  </a:lnTo>
                  <a:lnTo>
                    <a:pt x="654574" y="1238347"/>
                  </a:lnTo>
                  <a:lnTo>
                    <a:pt x="654513" y="1238314"/>
                  </a:lnTo>
                  <a:lnTo>
                    <a:pt x="654470" y="1238288"/>
                  </a:lnTo>
                  <a:lnTo>
                    <a:pt x="654397" y="1238250"/>
                  </a:lnTo>
                  <a:lnTo>
                    <a:pt x="654337" y="1238223"/>
                  </a:lnTo>
                  <a:lnTo>
                    <a:pt x="654280" y="1238203"/>
                  </a:lnTo>
                  <a:lnTo>
                    <a:pt x="654253" y="1238199"/>
                  </a:lnTo>
                  <a:lnTo>
                    <a:pt x="654234" y="1238201"/>
                  </a:lnTo>
                  <a:lnTo>
                    <a:pt x="654169" y="1238227"/>
                  </a:lnTo>
                  <a:lnTo>
                    <a:pt x="654138" y="1238234"/>
                  </a:lnTo>
                  <a:lnTo>
                    <a:pt x="654107" y="1238232"/>
                  </a:lnTo>
                  <a:lnTo>
                    <a:pt x="654067" y="1238222"/>
                  </a:lnTo>
                  <a:lnTo>
                    <a:pt x="654052" y="1238211"/>
                  </a:lnTo>
                  <a:lnTo>
                    <a:pt x="654032" y="1238193"/>
                  </a:lnTo>
                  <a:lnTo>
                    <a:pt x="654017" y="1238182"/>
                  </a:lnTo>
                  <a:lnTo>
                    <a:pt x="653982" y="1238138"/>
                  </a:lnTo>
                  <a:lnTo>
                    <a:pt x="653948" y="1238100"/>
                  </a:lnTo>
                  <a:lnTo>
                    <a:pt x="653926" y="1238083"/>
                  </a:lnTo>
                  <a:lnTo>
                    <a:pt x="653888" y="1238064"/>
                  </a:lnTo>
                  <a:lnTo>
                    <a:pt x="653860" y="1238044"/>
                  </a:lnTo>
                  <a:lnTo>
                    <a:pt x="653823" y="1237988"/>
                  </a:lnTo>
                  <a:lnTo>
                    <a:pt x="653800" y="1237956"/>
                  </a:lnTo>
                  <a:lnTo>
                    <a:pt x="653771" y="1237934"/>
                  </a:lnTo>
                  <a:lnTo>
                    <a:pt x="653727" y="1237894"/>
                  </a:lnTo>
                  <a:lnTo>
                    <a:pt x="653699" y="1237873"/>
                  </a:lnTo>
                  <a:lnTo>
                    <a:pt x="653659" y="1237860"/>
                  </a:lnTo>
                  <a:lnTo>
                    <a:pt x="653608" y="1237838"/>
                  </a:lnTo>
                  <a:lnTo>
                    <a:pt x="653573" y="1237813"/>
                  </a:lnTo>
                  <a:lnTo>
                    <a:pt x="653536" y="1237768"/>
                  </a:lnTo>
                  <a:lnTo>
                    <a:pt x="653500" y="1237715"/>
                  </a:lnTo>
                  <a:lnTo>
                    <a:pt x="653475" y="1237651"/>
                  </a:lnTo>
                  <a:lnTo>
                    <a:pt x="653452" y="1237603"/>
                  </a:lnTo>
                  <a:lnTo>
                    <a:pt x="653406" y="1237523"/>
                  </a:lnTo>
                  <a:lnTo>
                    <a:pt x="653382" y="1237475"/>
                  </a:lnTo>
                  <a:lnTo>
                    <a:pt x="653349" y="1237422"/>
                  </a:lnTo>
                  <a:lnTo>
                    <a:pt x="653325" y="1237369"/>
                  </a:lnTo>
                  <a:lnTo>
                    <a:pt x="653298" y="1237325"/>
                  </a:lnTo>
                  <a:lnTo>
                    <a:pt x="653274" y="1237294"/>
                  </a:lnTo>
                  <a:lnTo>
                    <a:pt x="653243" y="1237257"/>
                  </a:lnTo>
                  <a:lnTo>
                    <a:pt x="653200" y="1237218"/>
                  </a:lnTo>
                  <a:lnTo>
                    <a:pt x="653152" y="1237175"/>
                  </a:lnTo>
                  <a:lnTo>
                    <a:pt x="653126" y="1237154"/>
                  </a:lnTo>
                  <a:lnTo>
                    <a:pt x="653115" y="1237131"/>
                  </a:lnTo>
                  <a:lnTo>
                    <a:pt x="653103" y="1237063"/>
                  </a:lnTo>
                  <a:lnTo>
                    <a:pt x="653094" y="1237018"/>
                  </a:lnTo>
                  <a:lnTo>
                    <a:pt x="653088" y="1236974"/>
                  </a:lnTo>
                  <a:lnTo>
                    <a:pt x="653079" y="1236950"/>
                  </a:lnTo>
                  <a:lnTo>
                    <a:pt x="653055" y="1236918"/>
                  </a:lnTo>
                  <a:lnTo>
                    <a:pt x="653026" y="1236892"/>
                  </a:lnTo>
                  <a:lnTo>
                    <a:pt x="652987" y="1236870"/>
                  </a:lnTo>
                  <a:lnTo>
                    <a:pt x="652945" y="1236861"/>
                  </a:lnTo>
                  <a:lnTo>
                    <a:pt x="652921" y="1236858"/>
                  </a:lnTo>
                  <a:lnTo>
                    <a:pt x="652891" y="1236855"/>
                  </a:lnTo>
                  <a:lnTo>
                    <a:pt x="652832" y="1236854"/>
                  </a:lnTo>
                  <a:lnTo>
                    <a:pt x="652799" y="1236848"/>
                  </a:lnTo>
                  <a:lnTo>
                    <a:pt x="652764" y="1236840"/>
                  </a:lnTo>
                  <a:lnTo>
                    <a:pt x="652746" y="1236831"/>
                  </a:lnTo>
                  <a:lnTo>
                    <a:pt x="652727" y="1236816"/>
                  </a:lnTo>
                  <a:lnTo>
                    <a:pt x="652697" y="1236788"/>
                  </a:lnTo>
                  <a:lnTo>
                    <a:pt x="652676" y="1236768"/>
                  </a:lnTo>
                  <a:lnTo>
                    <a:pt x="652655" y="1236753"/>
                  </a:lnTo>
                  <a:lnTo>
                    <a:pt x="652629" y="1236742"/>
                  </a:lnTo>
                  <a:lnTo>
                    <a:pt x="652556" y="1236717"/>
                  </a:lnTo>
                  <a:lnTo>
                    <a:pt x="652485" y="1236690"/>
                  </a:lnTo>
                  <a:lnTo>
                    <a:pt x="652416" y="1236657"/>
                  </a:lnTo>
                  <a:lnTo>
                    <a:pt x="652393" y="1236649"/>
                  </a:lnTo>
                  <a:lnTo>
                    <a:pt x="652378" y="1236649"/>
                  </a:lnTo>
                  <a:lnTo>
                    <a:pt x="652360" y="1236659"/>
                  </a:lnTo>
                  <a:lnTo>
                    <a:pt x="652330" y="1236661"/>
                  </a:lnTo>
                  <a:lnTo>
                    <a:pt x="652300" y="1236659"/>
                  </a:lnTo>
                  <a:lnTo>
                    <a:pt x="652278" y="1236645"/>
                  </a:lnTo>
                  <a:lnTo>
                    <a:pt x="652254" y="1236608"/>
                  </a:lnTo>
                  <a:lnTo>
                    <a:pt x="652241" y="1236572"/>
                  </a:lnTo>
                  <a:lnTo>
                    <a:pt x="652217" y="1236508"/>
                  </a:lnTo>
                  <a:lnTo>
                    <a:pt x="652185" y="1236417"/>
                  </a:lnTo>
                  <a:lnTo>
                    <a:pt x="652176" y="1236371"/>
                  </a:lnTo>
                  <a:lnTo>
                    <a:pt x="652147" y="1236306"/>
                  </a:lnTo>
                  <a:lnTo>
                    <a:pt x="652090" y="1236195"/>
                  </a:lnTo>
                  <a:lnTo>
                    <a:pt x="652063" y="1236155"/>
                  </a:lnTo>
                  <a:lnTo>
                    <a:pt x="652029" y="1236104"/>
                  </a:lnTo>
                  <a:lnTo>
                    <a:pt x="651972" y="1236019"/>
                  </a:lnTo>
                  <a:lnTo>
                    <a:pt x="651915" y="1235944"/>
                  </a:lnTo>
                  <a:lnTo>
                    <a:pt x="651859" y="1235882"/>
                  </a:lnTo>
                  <a:lnTo>
                    <a:pt x="651807" y="1235839"/>
                  </a:lnTo>
                  <a:lnTo>
                    <a:pt x="651753" y="1235793"/>
                  </a:lnTo>
                  <a:lnTo>
                    <a:pt x="651670" y="1235721"/>
                  </a:lnTo>
                  <a:lnTo>
                    <a:pt x="651642" y="1235692"/>
                  </a:lnTo>
                  <a:lnTo>
                    <a:pt x="651605" y="1235652"/>
                  </a:lnTo>
                  <a:lnTo>
                    <a:pt x="651572" y="1235617"/>
                  </a:lnTo>
                  <a:lnTo>
                    <a:pt x="651538" y="1235571"/>
                  </a:lnTo>
                  <a:lnTo>
                    <a:pt x="651511" y="1235523"/>
                  </a:lnTo>
                  <a:lnTo>
                    <a:pt x="651490" y="1235502"/>
                  </a:lnTo>
                  <a:lnTo>
                    <a:pt x="651474" y="1235492"/>
                  </a:lnTo>
                  <a:lnTo>
                    <a:pt x="651424" y="1235477"/>
                  </a:lnTo>
                  <a:lnTo>
                    <a:pt x="651369" y="1235468"/>
                  </a:lnTo>
                  <a:lnTo>
                    <a:pt x="651291" y="1235459"/>
                  </a:lnTo>
                  <a:lnTo>
                    <a:pt x="651249" y="1235459"/>
                  </a:lnTo>
                  <a:lnTo>
                    <a:pt x="651243" y="1235459"/>
                  </a:lnTo>
                  <a:lnTo>
                    <a:pt x="651199" y="1235470"/>
                  </a:lnTo>
                  <a:lnTo>
                    <a:pt x="651103" y="1235510"/>
                  </a:lnTo>
                  <a:lnTo>
                    <a:pt x="650956" y="1235565"/>
                  </a:lnTo>
                  <a:lnTo>
                    <a:pt x="650806" y="1235579"/>
                  </a:lnTo>
                  <a:lnTo>
                    <a:pt x="650673" y="1235616"/>
                  </a:lnTo>
                  <a:lnTo>
                    <a:pt x="650627" y="1235642"/>
                  </a:lnTo>
                  <a:lnTo>
                    <a:pt x="650587" y="1235703"/>
                  </a:lnTo>
                  <a:lnTo>
                    <a:pt x="650567" y="1235725"/>
                  </a:lnTo>
                  <a:lnTo>
                    <a:pt x="650546" y="1235739"/>
                  </a:lnTo>
                  <a:lnTo>
                    <a:pt x="650510" y="1235739"/>
                  </a:lnTo>
                  <a:lnTo>
                    <a:pt x="650455" y="1235717"/>
                  </a:lnTo>
                  <a:lnTo>
                    <a:pt x="650273" y="1235659"/>
                  </a:lnTo>
                  <a:lnTo>
                    <a:pt x="649859" y="1235546"/>
                  </a:lnTo>
                  <a:lnTo>
                    <a:pt x="649592" y="1235498"/>
                  </a:lnTo>
                  <a:lnTo>
                    <a:pt x="649478" y="1235489"/>
                  </a:lnTo>
                  <a:lnTo>
                    <a:pt x="649405" y="1235506"/>
                  </a:lnTo>
                  <a:lnTo>
                    <a:pt x="649211" y="1235527"/>
                  </a:lnTo>
                  <a:lnTo>
                    <a:pt x="649118" y="1235531"/>
                  </a:lnTo>
                  <a:lnTo>
                    <a:pt x="648913" y="1235514"/>
                  </a:lnTo>
                  <a:lnTo>
                    <a:pt x="648777" y="1235492"/>
                  </a:lnTo>
                  <a:lnTo>
                    <a:pt x="648687" y="1235497"/>
                  </a:lnTo>
                  <a:lnTo>
                    <a:pt x="648592" y="1235517"/>
                  </a:lnTo>
                  <a:lnTo>
                    <a:pt x="648490" y="1235543"/>
                  </a:lnTo>
                  <a:lnTo>
                    <a:pt x="648408" y="1235551"/>
                  </a:lnTo>
                  <a:lnTo>
                    <a:pt x="648331" y="1235579"/>
                  </a:lnTo>
                  <a:lnTo>
                    <a:pt x="648295" y="1235613"/>
                  </a:lnTo>
                  <a:lnTo>
                    <a:pt x="648245" y="1235694"/>
                  </a:lnTo>
                  <a:lnTo>
                    <a:pt x="648229" y="1235779"/>
                  </a:lnTo>
                  <a:lnTo>
                    <a:pt x="648205" y="1235805"/>
                  </a:lnTo>
                  <a:lnTo>
                    <a:pt x="648166" y="1235805"/>
                  </a:lnTo>
                  <a:lnTo>
                    <a:pt x="648139" y="1235790"/>
                  </a:lnTo>
                  <a:lnTo>
                    <a:pt x="648021" y="1235773"/>
                  </a:lnTo>
                  <a:lnTo>
                    <a:pt x="647958" y="1235750"/>
                  </a:lnTo>
                  <a:lnTo>
                    <a:pt x="647858" y="1235698"/>
                  </a:lnTo>
                  <a:lnTo>
                    <a:pt x="647790" y="1235648"/>
                  </a:lnTo>
                  <a:lnTo>
                    <a:pt x="647716" y="1235578"/>
                  </a:lnTo>
                  <a:lnTo>
                    <a:pt x="647699" y="1235557"/>
                  </a:lnTo>
                  <a:lnTo>
                    <a:pt x="647685" y="1235513"/>
                  </a:lnTo>
                  <a:lnTo>
                    <a:pt x="647683" y="1235345"/>
                  </a:lnTo>
                  <a:lnTo>
                    <a:pt x="647698" y="1235262"/>
                  </a:lnTo>
                  <a:lnTo>
                    <a:pt x="647688" y="1235194"/>
                  </a:lnTo>
                  <a:lnTo>
                    <a:pt x="647651" y="1235083"/>
                  </a:lnTo>
                  <a:lnTo>
                    <a:pt x="647624" y="1235013"/>
                  </a:lnTo>
                  <a:lnTo>
                    <a:pt x="647601" y="1234985"/>
                  </a:lnTo>
                  <a:lnTo>
                    <a:pt x="647508" y="1234912"/>
                  </a:lnTo>
                  <a:lnTo>
                    <a:pt x="647438" y="1234885"/>
                  </a:lnTo>
                  <a:lnTo>
                    <a:pt x="647382" y="1234878"/>
                  </a:lnTo>
                  <a:lnTo>
                    <a:pt x="647339" y="1234869"/>
                  </a:lnTo>
                  <a:lnTo>
                    <a:pt x="647302" y="1234845"/>
                  </a:lnTo>
                  <a:lnTo>
                    <a:pt x="647252" y="1234772"/>
                  </a:lnTo>
                  <a:lnTo>
                    <a:pt x="647189" y="1234696"/>
                  </a:lnTo>
                  <a:lnTo>
                    <a:pt x="647096" y="1234612"/>
                  </a:lnTo>
                  <a:lnTo>
                    <a:pt x="647013" y="1234570"/>
                  </a:lnTo>
                  <a:lnTo>
                    <a:pt x="646946" y="1234526"/>
                  </a:lnTo>
                  <a:lnTo>
                    <a:pt x="646888" y="1234477"/>
                  </a:lnTo>
                  <a:lnTo>
                    <a:pt x="646842" y="1234422"/>
                  </a:lnTo>
                  <a:lnTo>
                    <a:pt x="646801" y="1234350"/>
                  </a:lnTo>
                  <a:lnTo>
                    <a:pt x="646751" y="1234174"/>
                  </a:lnTo>
                  <a:lnTo>
                    <a:pt x="646723" y="1234086"/>
                  </a:lnTo>
                  <a:lnTo>
                    <a:pt x="646664" y="1233958"/>
                  </a:lnTo>
                  <a:lnTo>
                    <a:pt x="646559" y="1233701"/>
                  </a:lnTo>
                  <a:lnTo>
                    <a:pt x="646492" y="1233588"/>
                  </a:lnTo>
                  <a:lnTo>
                    <a:pt x="646438" y="1233560"/>
                  </a:lnTo>
                  <a:lnTo>
                    <a:pt x="646403" y="1233563"/>
                  </a:lnTo>
                  <a:lnTo>
                    <a:pt x="646342" y="1233593"/>
                  </a:lnTo>
                  <a:lnTo>
                    <a:pt x="646266" y="1233664"/>
                  </a:lnTo>
                  <a:lnTo>
                    <a:pt x="646196" y="1233725"/>
                  </a:lnTo>
                  <a:lnTo>
                    <a:pt x="646079" y="1233801"/>
                  </a:lnTo>
                  <a:lnTo>
                    <a:pt x="645985" y="1233835"/>
                  </a:lnTo>
                  <a:lnTo>
                    <a:pt x="645840" y="1233876"/>
                  </a:lnTo>
                  <a:lnTo>
                    <a:pt x="645780" y="1233907"/>
                  </a:lnTo>
                  <a:lnTo>
                    <a:pt x="645758" y="1233926"/>
                  </a:lnTo>
                  <a:lnTo>
                    <a:pt x="645719" y="1233986"/>
                  </a:lnTo>
                  <a:lnTo>
                    <a:pt x="645717" y="1234020"/>
                  </a:lnTo>
                  <a:lnTo>
                    <a:pt x="645723" y="1234088"/>
                  </a:lnTo>
                  <a:lnTo>
                    <a:pt x="645735" y="1234200"/>
                  </a:lnTo>
                  <a:lnTo>
                    <a:pt x="645748" y="1234335"/>
                  </a:lnTo>
                  <a:lnTo>
                    <a:pt x="645745" y="1234445"/>
                  </a:lnTo>
                  <a:lnTo>
                    <a:pt x="645736" y="1234485"/>
                  </a:lnTo>
                  <a:lnTo>
                    <a:pt x="645706" y="1234505"/>
                  </a:lnTo>
                  <a:lnTo>
                    <a:pt x="645658" y="1234513"/>
                  </a:lnTo>
                  <a:lnTo>
                    <a:pt x="645459" y="1234504"/>
                  </a:lnTo>
                  <a:lnTo>
                    <a:pt x="645275" y="1234510"/>
                  </a:lnTo>
                  <a:lnTo>
                    <a:pt x="645179" y="1234521"/>
                  </a:lnTo>
                  <a:lnTo>
                    <a:pt x="645121" y="1234536"/>
                  </a:lnTo>
                  <a:lnTo>
                    <a:pt x="645093" y="1234543"/>
                  </a:lnTo>
                  <a:lnTo>
                    <a:pt x="645079" y="1234560"/>
                  </a:lnTo>
                  <a:lnTo>
                    <a:pt x="645067" y="1234594"/>
                  </a:lnTo>
                  <a:lnTo>
                    <a:pt x="645035" y="1234638"/>
                  </a:lnTo>
                  <a:lnTo>
                    <a:pt x="644984" y="1234697"/>
                  </a:lnTo>
                  <a:lnTo>
                    <a:pt x="644959" y="1234779"/>
                  </a:lnTo>
                  <a:lnTo>
                    <a:pt x="644951" y="1234849"/>
                  </a:lnTo>
                  <a:lnTo>
                    <a:pt x="644987" y="1234917"/>
                  </a:lnTo>
                  <a:lnTo>
                    <a:pt x="644992" y="1234936"/>
                  </a:lnTo>
                  <a:lnTo>
                    <a:pt x="644953" y="1234955"/>
                  </a:lnTo>
                  <a:lnTo>
                    <a:pt x="644912" y="1234962"/>
                  </a:lnTo>
                  <a:lnTo>
                    <a:pt x="644841" y="1234965"/>
                  </a:lnTo>
                  <a:lnTo>
                    <a:pt x="644694" y="1234954"/>
                  </a:lnTo>
                  <a:lnTo>
                    <a:pt x="644570" y="1234943"/>
                  </a:lnTo>
                  <a:lnTo>
                    <a:pt x="644507" y="1234967"/>
                  </a:lnTo>
                  <a:lnTo>
                    <a:pt x="644371" y="1235023"/>
                  </a:lnTo>
                  <a:lnTo>
                    <a:pt x="644347" y="1235038"/>
                  </a:lnTo>
                  <a:lnTo>
                    <a:pt x="644324" y="1235077"/>
                  </a:lnTo>
                  <a:lnTo>
                    <a:pt x="644294" y="1235128"/>
                  </a:lnTo>
                  <a:lnTo>
                    <a:pt x="644271" y="1235171"/>
                  </a:lnTo>
                  <a:lnTo>
                    <a:pt x="644202" y="1235189"/>
                  </a:lnTo>
                  <a:lnTo>
                    <a:pt x="644120" y="1235203"/>
                  </a:lnTo>
                  <a:lnTo>
                    <a:pt x="644054" y="1235188"/>
                  </a:lnTo>
                  <a:lnTo>
                    <a:pt x="643933" y="1235163"/>
                  </a:lnTo>
                  <a:lnTo>
                    <a:pt x="643835" y="1235148"/>
                  </a:lnTo>
                  <a:lnTo>
                    <a:pt x="643815" y="1235136"/>
                  </a:lnTo>
                  <a:lnTo>
                    <a:pt x="643776" y="1235078"/>
                  </a:lnTo>
                  <a:lnTo>
                    <a:pt x="643685" y="1234968"/>
                  </a:lnTo>
                  <a:lnTo>
                    <a:pt x="643623" y="1234910"/>
                  </a:lnTo>
                  <a:lnTo>
                    <a:pt x="643560" y="1234865"/>
                  </a:lnTo>
                  <a:lnTo>
                    <a:pt x="643526" y="1234852"/>
                  </a:lnTo>
                  <a:lnTo>
                    <a:pt x="643495" y="1234858"/>
                  </a:lnTo>
                  <a:lnTo>
                    <a:pt x="643380" y="1234901"/>
                  </a:lnTo>
                  <a:lnTo>
                    <a:pt x="643328" y="1234938"/>
                  </a:lnTo>
                  <a:lnTo>
                    <a:pt x="643290" y="1234979"/>
                  </a:lnTo>
                  <a:lnTo>
                    <a:pt x="643258" y="1235023"/>
                  </a:lnTo>
                  <a:lnTo>
                    <a:pt x="643248" y="1235067"/>
                  </a:lnTo>
                  <a:lnTo>
                    <a:pt x="643191" y="1235133"/>
                  </a:lnTo>
                  <a:lnTo>
                    <a:pt x="643154" y="1235167"/>
                  </a:lnTo>
                  <a:lnTo>
                    <a:pt x="643082" y="1235186"/>
                  </a:lnTo>
                  <a:lnTo>
                    <a:pt x="643032" y="1235205"/>
                  </a:lnTo>
                  <a:lnTo>
                    <a:pt x="642960" y="1235227"/>
                  </a:lnTo>
                  <a:lnTo>
                    <a:pt x="642903" y="1235270"/>
                  </a:lnTo>
                  <a:lnTo>
                    <a:pt x="642903" y="1235278"/>
                  </a:lnTo>
                  <a:lnTo>
                    <a:pt x="642923" y="1235335"/>
                  </a:lnTo>
                  <a:lnTo>
                    <a:pt x="642952" y="1235447"/>
                  </a:lnTo>
                  <a:lnTo>
                    <a:pt x="643013" y="1235559"/>
                  </a:lnTo>
                  <a:lnTo>
                    <a:pt x="643035" y="1235595"/>
                  </a:lnTo>
                  <a:lnTo>
                    <a:pt x="643041" y="1235629"/>
                  </a:lnTo>
                  <a:lnTo>
                    <a:pt x="643035" y="1235648"/>
                  </a:lnTo>
                  <a:lnTo>
                    <a:pt x="643012" y="1235699"/>
                  </a:lnTo>
                  <a:lnTo>
                    <a:pt x="642984" y="1235756"/>
                  </a:lnTo>
                  <a:lnTo>
                    <a:pt x="642945" y="1235892"/>
                  </a:lnTo>
                  <a:lnTo>
                    <a:pt x="642935" y="1235945"/>
                  </a:lnTo>
                  <a:lnTo>
                    <a:pt x="642930" y="1236020"/>
                  </a:lnTo>
                  <a:lnTo>
                    <a:pt x="642935" y="1236064"/>
                  </a:lnTo>
                  <a:lnTo>
                    <a:pt x="642953" y="1236116"/>
                  </a:lnTo>
                  <a:lnTo>
                    <a:pt x="643002" y="1236178"/>
                  </a:lnTo>
                  <a:lnTo>
                    <a:pt x="643043" y="1236210"/>
                  </a:lnTo>
                  <a:lnTo>
                    <a:pt x="643060" y="1236230"/>
                  </a:lnTo>
                  <a:lnTo>
                    <a:pt x="643058" y="1236245"/>
                  </a:lnTo>
                  <a:lnTo>
                    <a:pt x="643044" y="1236267"/>
                  </a:lnTo>
                  <a:lnTo>
                    <a:pt x="643019" y="1236296"/>
                  </a:lnTo>
                  <a:lnTo>
                    <a:pt x="642944" y="1236348"/>
                  </a:lnTo>
                  <a:lnTo>
                    <a:pt x="642893" y="1236387"/>
                  </a:lnTo>
                  <a:lnTo>
                    <a:pt x="642872" y="1236417"/>
                  </a:lnTo>
                  <a:lnTo>
                    <a:pt x="642860" y="1236483"/>
                  </a:lnTo>
                  <a:lnTo>
                    <a:pt x="642863" y="1236529"/>
                  </a:lnTo>
                  <a:lnTo>
                    <a:pt x="642866" y="1236590"/>
                  </a:lnTo>
                  <a:lnTo>
                    <a:pt x="642853" y="1236632"/>
                  </a:lnTo>
                  <a:lnTo>
                    <a:pt x="642832" y="1236682"/>
                  </a:lnTo>
                  <a:lnTo>
                    <a:pt x="642814" y="1236705"/>
                  </a:lnTo>
                  <a:lnTo>
                    <a:pt x="642775" y="1236778"/>
                  </a:lnTo>
                  <a:lnTo>
                    <a:pt x="642767" y="1236818"/>
                  </a:lnTo>
                  <a:lnTo>
                    <a:pt x="642743" y="1236890"/>
                  </a:lnTo>
                  <a:lnTo>
                    <a:pt x="642723" y="1236955"/>
                  </a:lnTo>
                  <a:lnTo>
                    <a:pt x="642721" y="1236998"/>
                  </a:lnTo>
                  <a:lnTo>
                    <a:pt x="642734" y="1237095"/>
                  </a:lnTo>
                  <a:lnTo>
                    <a:pt x="642757" y="1237190"/>
                  </a:lnTo>
                  <a:lnTo>
                    <a:pt x="642795" y="1237290"/>
                  </a:lnTo>
                  <a:lnTo>
                    <a:pt x="642827" y="1237356"/>
                  </a:lnTo>
                  <a:lnTo>
                    <a:pt x="642827" y="1237374"/>
                  </a:lnTo>
                  <a:lnTo>
                    <a:pt x="642821" y="1237387"/>
                  </a:lnTo>
                  <a:lnTo>
                    <a:pt x="642784" y="1237417"/>
                  </a:lnTo>
                  <a:lnTo>
                    <a:pt x="642715" y="1237469"/>
                  </a:lnTo>
                  <a:lnTo>
                    <a:pt x="642652" y="1237525"/>
                  </a:lnTo>
                  <a:lnTo>
                    <a:pt x="642568" y="1237607"/>
                  </a:lnTo>
                  <a:lnTo>
                    <a:pt x="642517" y="1237638"/>
                  </a:lnTo>
                  <a:lnTo>
                    <a:pt x="642492" y="1237642"/>
                  </a:lnTo>
                  <a:lnTo>
                    <a:pt x="642378" y="1237634"/>
                  </a:lnTo>
                  <a:lnTo>
                    <a:pt x="642243" y="1237636"/>
                  </a:lnTo>
                  <a:lnTo>
                    <a:pt x="642176" y="1237631"/>
                  </a:lnTo>
                  <a:lnTo>
                    <a:pt x="642127" y="1237610"/>
                  </a:lnTo>
                  <a:lnTo>
                    <a:pt x="642047" y="1237617"/>
                  </a:lnTo>
                  <a:lnTo>
                    <a:pt x="642017" y="1237611"/>
                  </a:lnTo>
                  <a:lnTo>
                    <a:pt x="641989" y="1237591"/>
                  </a:lnTo>
                  <a:lnTo>
                    <a:pt x="641943" y="1237533"/>
                  </a:lnTo>
                  <a:lnTo>
                    <a:pt x="641932" y="1237508"/>
                  </a:lnTo>
                  <a:lnTo>
                    <a:pt x="641911" y="1237452"/>
                  </a:lnTo>
                  <a:lnTo>
                    <a:pt x="641875" y="1237430"/>
                  </a:lnTo>
                  <a:lnTo>
                    <a:pt x="641817" y="1237422"/>
                  </a:lnTo>
                  <a:lnTo>
                    <a:pt x="641761" y="1237426"/>
                  </a:lnTo>
                  <a:lnTo>
                    <a:pt x="641717" y="1237461"/>
                  </a:lnTo>
                  <a:lnTo>
                    <a:pt x="641675" y="1237505"/>
                  </a:lnTo>
                  <a:lnTo>
                    <a:pt x="641637" y="1237550"/>
                  </a:lnTo>
                  <a:lnTo>
                    <a:pt x="641617" y="1237554"/>
                  </a:lnTo>
                  <a:lnTo>
                    <a:pt x="641587" y="1237549"/>
                  </a:lnTo>
                  <a:lnTo>
                    <a:pt x="641560" y="1237519"/>
                  </a:lnTo>
                  <a:lnTo>
                    <a:pt x="641545" y="1237436"/>
                  </a:lnTo>
                  <a:lnTo>
                    <a:pt x="641508" y="1237290"/>
                  </a:lnTo>
                  <a:lnTo>
                    <a:pt x="641488" y="1237247"/>
                  </a:lnTo>
                  <a:lnTo>
                    <a:pt x="641460" y="1237214"/>
                  </a:lnTo>
                  <a:lnTo>
                    <a:pt x="641439" y="1237153"/>
                  </a:lnTo>
                  <a:lnTo>
                    <a:pt x="641433" y="1237141"/>
                  </a:lnTo>
                  <a:lnTo>
                    <a:pt x="641375" y="1237167"/>
                  </a:lnTo>
                  <a:lnTo>
                    <a:pt x="641315" y="1237177"/>
                  </a:lnTo>
                  <a:lnTo>
                    <a:pt x="641247" y="1237190"/>
                  </a:lnTo>
                  <a:lnTo>
                    <a:pt x="641101" y="1237226"/>
                  </a:lnTo>
                  <a:lnTo>
                    <a:pt x="641041" y="1237252"/>
                  </a:lnTo>
                  <a:lnTo>
                    <a:pt x="641036" y="1237250"/>
                  </a:lnTo>
                  <a:lnTo>
                    <a:pt x="641024" y="1237207"/>
                  </a:lnTo>
                  <a:lnTo>
                    <a:pt x="641000" y="1237176"/>
                  </a:lnTo>
                  <a:lnTo>
                    <a:pt x="640963" y="1237146"/>
                  </a:lnTo>
                  <a:lnTo>
                    <a:pt x="640924" y="1237077"/>
                  </a:lnTo>
                  <a:lnTo>
                    <a:pt x="640864" y="1237001"/>
                  </a:lnTo>
                  <a:lnTo>
                    <a:pt x="640817" y="1236940"/>
                  </a:lnTo>
                  <a:lnTo>
                    <a:pt x="640772" y="1236893"/>
                  </a:lnTo>
                  <a:lnTo>
                    <a:pt x="640755" y="1236885"/>
                  </a:lnTo>
                  <a:lnTo>
                    <a:pt x="640729" y="1236889"/>
                  </a:lnTo>
                  <a:lnTo>
                    <a:pt x="640678" y="1236922"/>
                  </a:lnTo>
                  <a:lnTo>
                    <a:pt x="640651" y="1236928"/>
                  </a:lnTo>
                  <a:lnTo>
                    <a:pt x="640641" y="1236928"/>
                  </a:lnTo>
                  <a:lnTo>
                    <a:pt x="640614" y="1236926"/>
                  </a:lnTo>
                  <a:lnTo>
                    <a:pt x="640572" y="1236922"/>
                  </a:lnTo>
                  <a:lnTo>
                    <a:pt x="640565" y="1236921"/>
                  </a:lnTo>
                  <a:lnTo>
                    <a:pt x="640510" y="1236910"/>
                  </a:lnTo>
                  <a:lnTo>
                    <a:pt x="640413" y="1236930"/>
                  </a:lnTo>
                  <a:lnTo>
                    <a:pt x="640340" y="1236946"/>
                  </a:lnTo>
                  <a:lnTo>
                    <a:pt x="640264" y="1236952"/>
                  </a:lnTo>
                  <a:lnTo>
                    <a:pt x="640237" y="1236962"/>
                  </a:lnTo>
                  <a:lnTo>
                    <a:pt x="640176" y="1237006"/>
                  </a:lnTo>
                  <a:lnTo>
                    <a:pt x="640116" y="1237064"/>
                  </a:lnTo>
                  <a:lnTo>
                    <a:pt x="640089" y="1237074"/>
                  </a:lnTo>
                  <a:lnTo>
                    <a:pt x="639991" y="1237081"/>
                  </a:lnTo>
                  <a:lnTo>
                    <a:pt x="639903" y="1237107"/>
                  </a:lnTo>
                  <a:lnTo>
                    <a:pt x="639833" y="1237143"/>
                  </a:lnTo>
                  <a:lnTo>
                    <a:pt x="639777" y="1237191"/>
                  </a:lnTo>
                  <a:lnTo>
                    <a:pt x="639702" y="1237277"/>
                  </a:lnTo>
                  <a:lnTo>
                    <a:pt x="639645" y="1237315"/>
                  </a:lnTo>
                  <a:lnTo>
                    <a:pt x="639559" y="1237353"/>
                  </a:lnTo>
                  <a:lnTo>
                    <a:pt x="639430" y="1237392"/>
                  </a:lnTo>
                  <a:lnTo>
                    <a:pt x="639369" y="1237423"/>
                  </a:lnTo>
                  <a:lnTo>
                    <a:pt x="639345" y="1237438"/>
                  </a:lnTo>
                  <a:lnTo>
                    <a:pt x="639313" y="1237483"/>
                  </a:lnTo>
                  <a:lnTo>
                    <a:pt x="639301" y="1237523"/>
                  </a:lnTo>
                  <a:lnTo>
                    <a:pt x="639306" y="1237542"/>
                  </a:lnTo>
                  <a:lnTo>
                    <a:pt x="639353" y="1237602"/>
                  </a:lnTo>
                  <a:lnTo>
                    <a:pt x="639404" y="1237635"/>
                  </a:lnTo>
                  <a:lnTo>
                    <a:pt x="639451" y="1237660"/>
                  </a:lnTo>
                  <a:lnTo>
                    <a:pt x="639488" y="1237705"/>
                  </a:lnTo>
                  <a:lnTo>
                    <a:pt x="639489" y="1237766"/>
                  </a:lnTo>
                  <a:lnTo>
                    <a:pt x="639486" y="1237799"/>
                  </a:lnTo>
                  <a:lnTo>
                    <a:pt x="639460" y="1237853"/>
                  </a:lnTo>
                  <a:lnTo>
                    <a:pt x="639439" y="1237909"/>
                  </a:lnTo>
                  <a:lnTo>
                    <a:pt x="639425" y="1237935"/>
                  </a:lnTo>
                  <a:lnTo>
                    <a:pt x="639415" y="1238021"/>
                  </a:lnTo>
                  <a:lnTo>
                    <a:pt x="639401" y="1238063"/>
                  </a:lnTo>
                  <a:lnTo>
                    <a:pt x="639365" y="1238097"/>
                  </a:lnTo>
                  <a:lnTo>
                    <a:pt x="639330" y="1238175"/>
                  </a:lnTo>
                  <a:lnTo>
                    <a:pt x="639291" y="1238244"/>
                  </a:lnTo>
                  <a:lnTo>
                    <a:pt x="639225" y="1238366"/>
                  </a:lnTo>
                  <a:lnTo>
                    <a:pt x="639216" y="1238401"/>
                  </a:lnTo>
                  <a:lnTo>
                    <a:pt x="639212" y="1238448"/>
                  </a:lnTo>
                  <a:lnTo>
                    <a:pt x="639204" y="1238454"/>
                  </a:lnTo>
                  <a:lnTo>
                    <a:pt x="639183" y="1238453"/>
                  </a:lnTo>
                  <a:lnTo>
                    <a:pt x="639106" y="1238447"/>
                  </a:lnTo>
                  <a:lnTo>
                    <a:pt x="638995" y="1238458"/>
                  </a:lnTo>
                  <a:lnTo>
                    <a:pt x="638949" y="1238480"/>
                  </a:lnTo>
                  <a:lnTo>
                    <a:pt x="638932" y="1238498"/>
                  </a:lnTo>
                  <a:lnTo>
                    <a:pt x="638907" y="1238541"/>
                  </a:lnTo>
                  <a:lnTo>
                    <a:pt x="638861" y="1238514"/>
                  </a:lnTo>
                  <a:lnTo>
                    <a:pt x="638792" y="1238500"/>
                  </a:lnTo>
                  <a:lnTo>
                    <a:pt x="638706" y="1238495"/>
                  </a:lnTo>
                  <a:lnTo>
                    <a:pt x="638693" y="1238499"/>
                  </a:lnTo>
                  <a:lnTo>
                    <a:pt x="638658" y="1238518"/>
                  </a:lnTo>
                  <a:lnTo>
                    <a:pt x="638646" y="1238528"/>
                  </a:lnTo>
                  <a:lnTo>
                    <a:pt x="638617" y="1238591"/>
                  </a:lnTo>
                  <a:lnTo>
                    <a:pt x="638564" y="1238610"/>
                  </a:lnTo>
                  <a:lnTo>
                    <a:pt x="638487" y="1238650"/>
                  </a:lnTo>
                  <a:lnTo>
                    <a:pt x="638346" y="1238694"/>
                  </a:lnTo>
                  <a:lnTo>
                    <a:pt x="638280" y="1238725"/>
                  </a:lnTo>
                  <a:lnTo>
                    <a:pt x="638215" y="1238788"/>
                  </a:lnTo>
                  <a:lnTo>
                    <a:pt x="638133" y="1238820"/>
                  </a:lnTo>
                  <a:lnTo>
                    <a:pt x="638063" y="1238840"/>
                  </a:lnTo>
                  <a:lnTo>
                    <a:pt x="637987" y="1238850"/>
                  </a:lnTo>
                  <a:lnTo>
                    <a:pt x="637904" y="1238874"/>
                  </a:lnTo>
                  <a:lnTo>
                    <a:pt x="637812" y="1238897"/>
                  </a:lnTo>
                  <a:lnTo>
                    <a:pt x="637777" y="1238899"/>
                  </a:lnTo>
                  <a:lnTo>
                    <a:pt x="637754" y="1238898"/>
                  </a:lnTo>
                  <a:lnTo>
                    <a:pt x="637703" y="1238855"/>
                  </a:lnTo>
                  <a:lnTo>
                    <a:pt x="637658" y="1238835"/>
                  </a:lnTo>
                  <a:lnTo>
                    <a:pt x="637627" y="1238833"/>
                  </a:lnTo>
                  <a:lnTo>
                    <a:pt x="637620" y="1238837"/>
                  </a:lnTo>
                  <a:lnTo>
                    <a:pt x="637619" y="1238850"/>
                  </a:lnTo>
                  <a:lnTo>
                    <a:pt x="637609" y="1238877"/>
                  </a:lnTo>
                  <a:lnTo>
                    <a:pt x="637564" y="1238924"/>
                  </a:lnTo>
                  <a:lnTo>
                    <a:pt x="637523" y="1238951"/>
                  </a:lnTo>
                  <a:lnTo>
                    <a:pt x="637490" y="1239004"/>
                  </a:lnTo>
                  <a:lnTo>
                    <a:pt x="637444" y="1239077"/>
                  </a:lnTo>
                  <a:lnTo>
                    <a:pt x="637408" y="1239108"/>
                  </a:lnTo>
                  <a:lnTo>
                    <a:pt x="637337" y="1239180"/>
                  </a:lnTo>
                  <a:lnTo>
                    <a:pt x="637301" y="1239207"/>
                  </a:lnTo>
                  <a:lnTo>
                    <a:pt x="637257" y="1239216"/>
                  </a:lnTo>
                  <a:lnTo>
                    <a:pt x="637183" y="1239229"/>
                  </a:lnTo>
                  <a:lnTo>
                    <a:pt x="637133" y="1239240"/>
                  </a:lnTo>
                  <a:lnTo>
                    <a:pt x="637079" y="1239242"/>
                  </a:lnTo>
                  <a:lnTo>
                    <a:pt x="637061" y="1239244"/>
                  </a:lnTo>
                  <a:lnTo>
                    <a:pt x="637050" y="1239249"/>
                  </a:lnTo>
                  <a:lnTo>
                    <a:pt x="637047" y="1239253"/>
                  </a:lnTo>
                  <a:lnTo>
                    <a:pt x="637042" y="1239262"/>
                  </a:lnTo>
                  <a:lnTo>
                    <a:pt x="637038" y="1239265"/>
                  </a:lnTo>
                  <a:lnTo>
                    <a:pt x="636985" y="1239321"/>
                  </a:lnTo>
                  <a:lnTo>
                    <a:pt x="636961" y="1239369"/>
                  </a:lnTo>
                  <a:lnTo>
                    <a:pt x="636960" y="1239380"/>
                  </a:lnTo>
                  <a:lnTo>
                    <a:pt x="636951" y="1239394"/>
                  </a:lnTo>
                  <a:lnTo>
                    <a:pt x="636934" y="1239465"/>
                  </a:lnTo>
                  <a:lnTo>
                    <a:pt x="636922" y="1239517"/>
                  </a:lnTo>
                  <a:lnTo>
                    <a:pt x="636917" y="1239591"/>
                  </a:lnTo>
                  <a:lnTo>
                    <a:pt x="636909" y="1239658"/>
                  </a:lnTo>
                  <a:lnTo>
                    <a:pt x="636892" y="1239715"/>
                  </a:lnTo>
                  <a:lnTo>
                    <a:pt x="636869" y="1239818"/>
                  </a:lnTo>
                  <a:lnTo>
                    <a:pt x="636859" y="1239873"/>
                  </a:lnTo>
                  <a:lnTo>
                    <a:pt x="636856" y="1239920"/>
                  </a:lnTo>
                  <a:lnTo>
                    <a:pt x="636866" y="1239991"/>
                  </a:lnTo>
                  <a:lnTo>
                    <a:pt x="636895" y="1240031"/>
                  </a:lnTo>
                  <a:lnTo>
                    <a:pt x="636923" y="1240063"/>
                  </a:lnTo>
                  <a:lnTo>
                    <a:pt x="636929" y="1240078"/>
                  </a:lnTo>
                  <a:lnTo>
                    <a:pt x="636913" y="1240091"/>
                  </a:lnTo>
                  <a:lnTo>
                    <a:pt x="636855" y="1240108"/>
                  </a:lnTo>
                  <a:lnTo>
                    <a:pt x="636801" y="1240125"/>
                  </a:lnTo>
                  <a:lnTo>
                    <a:pt x="636752" y="1240134"/>
                  </a:lnTo>
                  <a:lnTo>
                    <a:pt x="636698" y="1240166"/>
                  </a:lnTo>
                  <a:lnTo>
                    <a:pt x="636672" y="1240183"/>
                  </a:lnTo>
                  <a:lnTo>
                    <a:pt x="636648" y="1240187"/>
                  </a:lnTo>
                  <a:lnTo>
                    <a:pt x="636597" y="1240175"/>
                  </a:lnTo>
                  <a:lnTo>
                    <a:pt x="636554" y="1240165"/>
                  </a:lnTo>
                  <a:lnTo>
                    <a:pt x="636525" y="1240163"/>
                  </a:lnTo>
                  <a:lnTo>
                    <a:pt x="636494" y="1240166"/>
                  </a:lnTo>
                  <a:lnTo>
                    <a:pt x="636449" y="1240187"/>
                  </a:lnTo>
                  <a:lnTo>
                    <a:pt x="636415" y="1240207"/>
                  </a:lnTo>
                  <a:lnTo>
                    <a:pt x="636372" y="1240254"/>
                  </a:lnTo>
                  <a:lnTo>
                    <a:pt x="636344" y="1240318"/>
                  </a:lnTo>
                  <a:lnTo>
                    <a:pt x="636341" y="1240349"/>
                  </a:lnTo>
                  <a:lnTo>
                    <a:pt x="636347" y="1240382"/>
                  </a:lnTo>
                  <a:lnTo>
                    <a:pt x="636351" y="1240406"/>
                  </a:lnTo>
                  <a:lnTo>
                    <a:pt x="636345" y="1240413"/>
                  </a:lnTo>
                  <a:lnTo>
                    <a:pt x="636327" y="1240388"/>
                  </a:lnTo>
                  <a:lnTo>
                    <a:pt x="636286" y="1240359"/>
                  </a:lnTo>
                  <a:lnTo>
                    <a:pt x="636243" y="1240327"/>
                  </a:lnTo>
                  <a:lnTo>
                    <a:pt x="636212" y="1240307"/>
                  </a:lnTo>
                  <a:lnTo>
                    <a:pt x="636183" y="1240305"/>
                  </a:lnTo>
                  <a:lnTo>
                    <a:pt x="636139" y="1240312"/>
                  </a:lnTo>
                  <a:lnTo>
                    <a:pt x="636084" y="1240333"/>
                  </a:lnTo>
                  <a:lnTo>
                    <a:pt x="636004" y="1240362"/>
                  </a:lnTo>
                  <a:lnTo>
                    <a:pt x="635969" y="1240374"/>
                  </a:lnTo>
                  <a:lnTo>
                    <a:pt x="635915" y="1240391"/>
                  </a:lnTo>
                  <a:lnTo>
                    <a:pt x="635884" y="1240391"/>
                  </a:lnTo>
                  <a:lnTo>
                    <a:pt x="635865" y="1240382"/>
                  </a:lnTo>
                  <a:lnTo>
                    <a:pt x="635835" y="1240332"/>
                  </a:lnTo>
                  <a:lnTo>
                    <a:pt x="635805" y="1240267"/>
                  </a:lnTo>
                  <a:lnTo>
                    <a:pt x="635785" y="1240232"/>
                  </a:lnTo>
                  <a:lnTo>
                    <a:pt x="635768" y="1240217"/>
                  </a:lnTo>
                  <a:lnTo>
                    <a:pt x="635725" y="1240202"/>
                  </a:lnTo>
                  <a:lnTo>
                    <a:pt x="635695" y="1240192"/>
                  </a:lnTo>
                  <a:lnTo>
                    <a:pt x="635678" y="1240164"/>
                  </a:lnTo>
                  <a:lnTo>
                    <a:pt x="635649" y="1240149"/>
                  </a:lnTo>
                  <a:lnTo>
                    <a:pt x="635623" y="1240139"/>
                  </a:lnTo>
                  <a:lnTo>
                    <a:pt x="635580" y="1240131"/>
                  </a:lnTo>
                  <a:lnTo>
                    <a:pt x="635537" y="1240119"/>
                  </a:lnTo>
                  <a:lnTo>
                    <a:pt x="635506" y="1240098"/>
                  </a:lnTo>
                  <a:lnTo>
                    <a:pt x="635473" y="1240064"/>
                  </a:lnTo>
                  <a:lnTo>
                    <a:pt x="635451" y="1240024"/>
                  </a:lnTo>
                  <a:lnTo>
                    <a:pt x="635410" y="1239940"/>
                  </a:lnTo>
                  <a:lnTo>
                    <a:pt x="635381" y="1239888"/>
                  </a:lnTo>
                  <a:lnTo>
                    <a:pt x="635364" y="1239848"/>
                  </a:lnTo>
                  <a:lnTo>
                    <a:pt x="635340" y="1239826"/>
                  </a:lnTo>
                  <a:lnTo>
                    <a:pt x="635287" y="1239800"/>
                  </a:lnTo>
                  <a:lnTo>
                    <a:pt x="635236" y="1239777"/>
                  </a:lnTo>
                  <a:lnTo>
                    <a:pt x="635193" y="1239750"/>
                  </a:lnTo>
                  <a:lnTo>
                    <a:pt x="635169" y="1239743"/>
                  </a:lnTo>
                  <a:lnTo>
                    <a:pt x="635143" y="1239742"/>
                  </a:lnTo>
                  <a:lnTo>
                    <a:pt x="635100" y="1239765"/>
                  </a:lnTo>
                  <a:lnTo>
                    <a:pt x="635060" y="1239790"/>
                  </a:lnTo>
                  <a:lnTo>
                    <a:pt x="635029" y="1239792"/>
                  </a:lnTo>
                  <a:lnTo>
                    <a:pt x="634990" y="1239791"/>
                  </a:lnTo>
                  <a:lnTo>
                    <a:pt x="634947" y="1239782"/>
                  </a:lnTo>
                  <a:lnTo>
                    <a:pt x="634906" y="1239773"/>
                  </a:lnTo>
                  <a:lnTo>
                    <a:pt x="634878" y="1239773"/>
                  </a:lnTo>
                  <a:lnTo>
                    <a:pt x="634854" y="1239780"/>
                  </a:lnTo>
                  <a:lnTo>
                    <a:pt x="634737" y="1239834"/>
                  </a:lnTo>
                  <a:lnTo>
                    <a:pt x="634684" y="1239838"/>
                  </a:lnTo>
                  <a:lnTo>
                    <a:pt x="634626" y="1239839"/>
                  </a:lnTo>
                  <a:lnTo>
                    <a:pt x="634565" y="1239842"/>
                  </a:lnTo>
                  <a:lnTo>
                    <a:pt x="634513" y="1239859"/>
                  </a:lnTo>
                  <a:lnTo>
                    <a:pt x="634430" y="1239872"/>
                  </a:lnTo>
                  <a:lnTo>
                    <a:pt x="634378" y="1239882"/>
                  </a:lnTo>
                  <a:lnTo>
                    <a:pt x="634305" y="1239892"/>
                  </a:lnTo>
                  <a:lnTo>
                    <a:pt x="634244" y="1239907"/>
                  </a:lnTo>
                  <a:lnTo>
                    <a:pt x="634203" y="1239922"/>
                  </a:lnTo>
                  <a:lnTo>
                    <a:pt x="634165" y="1239933"/>
                  </a:lnTo>
                  <a:lnTo>
                    <a:pt x="634118" y="1239935"/>
                  </a:lnTo>
                  <a:lnTo>
                    <a:pt x="634044" y="1239925"/>
                  </a:lnTo>
                  <a:lnTo>
                    <a:pt x="633965" y="1239912"/>
                  </a:lnTo>
                  <a:lnTo>
                    <a:pt x="633909" y="1239910"/>
                  </a:lnTo>
                  <a:lnTo>
                    <a:pt x="633859" y="1239910"/>
                  </a:lnTo>
                  <a:lnTo>
                    <a:pt x="633811" y="1239915"/>
                  </a:lnTo>
                  <a:lnTo>
                    <a:pt x="633795" y="1239925"/>
                  </a:lnTo>
                  <a:lnTo>
                    <a:pt x="633782" y="1239949"/>
                  </a:lnTo>
                  <a:lnTo>
                    <a:pt x="633763" y="1239967"/>
                  </a:lnTo>
                  <a:lnTo>
                    <a:pt x="633740" y="1239978"/>
                  </a:lnTo>
                  <a:lnTo>
                    <a:pt x="633619" y="1240013"/>
                  </a:lnTo>
                  <a:lnTo>
                    <a:pt x="633583" y="1240024"/>
                  </a:lnTo>
                  <a:lnTo>
                    <a:pt x="633581" y="1240040"/>
                  </a:lnTo>
                  <a:lnTo>
                    <a:pt x="633579" y="1240098"/>
                  </a:lnTo>
                  <a:lnTo>
                    <a:pt x="633566" y="1240127"/>
                  </a:lnTo>
                  <a:lnTo>
                    <a:pt x="633540" y="1240168"/>
                  </a:lnTo>
                  <a:lnTo>
                    <a:pt x="633512" y="1240245"/>
                  </a:lnTo>
                  <a:lnTo>
                    <a:pt x="633495" y="1240295"/>
                  </a:lnTo>
                  <a:lnTo>
                    <a:pt x="633469" y="1240361"/>
                  </a:lnTo>
                  <a:lnTo>
                    <a:pt x="633454" y="1240382"/>
                  </a:lnTo>
                  <a:lnTo>
                    <a:pt x="633432" y="1240391"/>
                  </a:lnTo>
                  <a:lnTo>
                    <a:pt x="633385" y="1240397"/>
                  </a:lnTo>
                  <a:lnTo>
                    <a:pt x="633318" y="1240416"/>
                  </a:lnTo>
                  <a:lnTo>
                    <a:pt x="633247" y="1240424"/>
                  </a:lnTo>
                  <a:lnTo>
                    <a:pt x="633212" y="1240409"/>
                  </a:lnTo>
                  <a:lnTo>
                    <a:pt x="633177" y="1240376"/>
                  </a:lnTo>
                  <a:lnTo>
                    <a:pt x="633122" y="1240329"/>
                  </a:lnTo>
                  <a:lnTo>
                    <a:pt x="633067" y="1240295"/>
                  </a:lnTo>
                  <a:lnTo>
                    <a:pt x="632990" y="1240271"/>
                  </a:lnTo>
                  <a:lnTo>
                    <a:pt x="632918" y="1240262"/>
                  </a:lnTo>
                  <a:lnTo>
                    <a:pt x="632876" y="1240266"/>
                  </a:lnTo>
                  <a:lnTo>
                    <a:pt x="632834" y="1240282"/>
                  </a:lnTo>
                  <a:lnTo>
                    <a:pt x="632764" y="1240324"/>
                  </a:lnTo>
                  <a:lnTo>
                    <a:pt x="632725" y="1240350"/>
                  </a:lnTo>
                  <a:lnTo>
                    <a:pt x="632704" y="1240373"/>
                  </a:lnTo>
                  <a:lnTo>
                    <a:pt x="632685" y="1240423"/>
                  </a:lnTo>
                  <a:lnTo>
                    <a:pt x="632672" y="1240469"/>
                  </a:lnTo>
                  <a:lnTo>
                    <a:pt x="632662" y="1240517"/>
                  </a:lnTo>
                  <a:lnTo>
                    <a:pt x="632637" y="1240566"/>
                  </a:lnTo>
                  <a:lnTo>
                    <a:pt x="632610" y="1240606"/>
                  </a:lnTo>
                  <a:lnTo>
                    <a:pt x="632576" y="1240661"/>
                  </a:lnTo>
                  <a:lnTo>
                    <a:pt x="632549" y="1240686"/>
                  </a:lnTo>
                  <a:lnTo>
                    <a:pt x="632508" y="1240714"/>
                  </a:lnTo>
                  <a:lnTo>
                    <a:pt x="632427" y="1240772"/>
                  </a:lnTo>
                  <a:lnTo>
                    <a:pt x="632364" y="1240795"/>
                  </a:lnTo>
                  <a:lnTo>
                    <a:pt x="632271" y="1240824"/>
                  </a:lnTo>
                  <a:lnTo>
                    <a:pt x="632203" y="1240849"/>
                  </a:lnTo>
                  <a:lnTo>
                    <a:pt x="632161" y="1240883"/>
                  </a:lnTo>
                  <a:lnTo>
                    <a:pt x="632079" y="1240927"/>
                  </a:lnTo>
                  <a:lnTo>
                    <a:pt x="632021" y="1240925"/>
                  </a:lnTo>
                  <a:lnTo>
                    <a:pt x="631954" y="1240885"/>
                  </a:lnTo>
                  <a:lnTo>
                    <a:pt x="631901" y="1240861"/>
                  </a:lnTo>
                  <a:lnTo>
                    <a:pt x="631868" y="1240868"/>
                  </a:lnTo>
                  <a:lnTo>
                    <a:pt x="631836" y="1240900"/>
                  </a:lnTo>
                  <a:lnTo>
                    <a:pt x="631802" y="1240927"/>
                  </a:lnTo>
                  <a:lnTo>
                    <a:pt x="631774" y="1240930"/>
                  </a:lnTo>
                  <a:lnTo>
                    <a:pt x="631694" y="1240915"/>
                  </a:lnTo>
                  <a:lnTo>
                    <a:pt x="631651" y="1240915"/>
                  </a:lnTo>
                  <a:lnTo>
                    <a:pt x="631602" y="1240929"/>
                  </a:lnTo>
                  <a:lnTo>
                    <a:pt x="631563" y="1240925"/>
                  </a:lnTo>
                  <a:lnTo>
                    <a:pt x="631488" y="1240901"/>
                  </a:lnTo>
                  <a:lnTo>
                    <a:pt x="631439" y="1240881"/>
                  </a:lnTo>
                  <a:lnTo>
                    <a:pt x="631409" y="1240887"/>
                  </a:lnTo>
                  <a:lnTo>
                    <a:pt x="631387" y="1240908"/>
                  </a:lnTo>
                  <a:lnTo>
                    <a:pt x="631335" y="1240990"/>
                  </a:lnTo>
                  <a:lnTo>
                    <a:pt x="631303" y="1241059"/>
                  </a:lnTo>
                  <a:lnTo>
                    <a:pt x="631257" y="1241174"/>
                  </a:lnTo>
                  <a:lnTo>
                    <a:pt x="631237" y="1241212"/>
                  </a:lnTo>
                  <a:lnTo>
                    <a:pt x="631230" y="1241266"/>
                  </a:lnTo>
                  <a:lnTo>
                    <a:pt x="631211" y="1241327"/>
                  </a:lnTo>
                  <a:lnTo>
                    <a:pt x="631193" y="1241359"/>
                  </a:lnTo>
                  <a:lnTo>
                    <a:pt x="631152" y="1241391"/>
                  </a:lnTo>
                  <a:lnTo>
                    <a:pt x="631121" y="1241412"/>
                  </a:lnTo>
                  <a:lnTo>
                    <a:pt x="631080" y="1241433"/>
                  </a:lnTo>
                  <a:lnTo>
                    <a:pt x="631043" y="1241439"/>
                  </a:lnTo>
                  <a:lnTo>
                    <a:pt x="630988" y="1241444"/>
                  </a:lnTo>
                  <a:lnTo>
                    <a:pt x="630942" y="1241453"/>
                  </a:lnTo>
                  <a:lnTo>
                    <a:pt x="630915" y="1241456"/>
                  </a:lnTo>
                  <a:lnTo>
                    <a:pt x="630886" y="1241470"/>
                  </a:lnTo>
                  <a:lnTo>
                    <a:pt x="630852" y="1241489"/>
                  </a:lnTo>
                  <a:lnTo>
                    <a:pt x="630827" y="1241486"/>
                  </a:lnTo>
                  <a:lnTo>
                    <a:pt x="630781" y="1241461"/>
                  </a:lnTo>
                  <a:lnTo>
                    <a:pt x="630745" y="1241432"/>
                  </a:lnTo>
                  <a:lnTo>
                    <a:pt x="630670" y="1241382"/>
                  </a:lnTo>
                  <a:lnTo>
                    <a:pt x="630631" y="1241338"/>
                  </a:lnTo>
                  <a:lnTo>
                    <a:pt x="630608" y="1241309"/>
                  </a:lnTo>
                  <a:lnTo>
                    <a:pt x="630581" y="1241309"/>
                  </a:lnTo>
                  <a:lnTo>
                    <a:pt x="630555" y="1241319"/>
                  </a:lnTo>
                  <a:lnTo>
                    <a:pt x="630502" y="1241340"/>
                  </a:lnTo>
                  <a:lnTo>
                    <a:pt x="630463" y="1241357"/>
                  </a:lnTo>
                  <a:lnTo>
                    <a:pt x="630449" y="1241384"/>
                  </a:lnTo>
                  <a:lnTo>
                    <a:pt x="630437" y="1241457"/>
                  </a:lnTo>
                  <a:lnTo>
                    <a:pt x="630436" y="1241521"/>
                  </a:lnTo>
                  <a:lnTo>
                    <a:pt x="630423" y="1241584"/>
                  </a:lnTo>
                  <a:lnTo>
                    <a:pt x="630395" y="1241677"/>
                  </a:lnTo>
                  <a:lnTo>
                    <a:pt x="630380" y="1241712"/>
                  </a:lnTo>
                  <a:lnTo>
                    <a:pt x="630344" y="1241791"/>
                  </a:lnTo>
                  <a:lnTo>
                    <a:pt x="630315" y="1241847"/>
                  </a:lnTo>
                  <a:lnTo>
                    <a:pt x="630303" y="1241859"/>
                  </a:lnTo>
                  <a:lnTo>
                    <a:pt x="630261" y="1241854"/>
                  </a:lnTo>
                  <a:lnTo>
                    <a:pt x="630226" y="1241857"/>
                  </a:lnTo>
                  <a:lnTo>
                    <a:pt x="630164" y="1241869"/>
                  </a:lnTo>
                  <a:lnTo>
                    <a:pt x="630108" y="1241908"/>
                  </a:lnTo>
                  <a:lnTo>
                    <a:pt x="630057" y="1241961"/>
                  </a:lnTo>
                  <a:lnTo>
                    <a:pt x="630006" y="1242008"/>
                  </a:lnTo>
                  <a:lnTo>
                    <a:pt x="629954" y="1242045"/>
                  </a:lnTo>
                  <a:lnTo>
                    <a:pt x="629937" y="1242047"/>
                  </a:lnTo>
                  <a:lnTo>
                    <a:pt x="629927" y="1241966"/>
                  </a:lnTo>
                  <a:lnTo>
                    <a:pt x="629919" y="1241869"/>
                  </a:lnTo>
                  <a:lnTo>
                    <a:pt x="629909" y="1241798"/>
                  </a:lnTo>
                  <a:lnTo>
                    <a:pt x="629895" y="1241743"/>
                  </a:lnTo>
                  <a:lnTo>
                    <a:pt x="629888" y="1241713"/>
                  </a:lnTo>
                  <a:lnTo>
                    <a:pt x="629854" y="1241522"/>
                  </a:lnTo>
                  <a:lnTo>
                    <a:pt x="629806" y="1241433"/>
                  </a:lnTo>
                  <a:lnTo>
                    <a:pt x="629756" y="1241394"/>
                  </a:lnTo>
                  <a:lnTo>
                    <a:pt x="629658" y="1241322"/>
                  </a:lnTo>
                  <a:lnTo>
                    <a:pt x="629615" y="1241281"/>
                  </a:lnTo>
                  <a:lnTo>
                    <a:pt x="629579" y="1241228"/>
                  </a:lnTo>
                  <a:lnTo>
                    <a:pt x="629535" y="1241131"/>
                  </a:lnTo>
                  <a:lnTo>
                    <a:pt x="629514" y="1241059"/>
                  </a:lnTo>
                  <a:lnTo>
                    <a:pt x="629475" y="1240917"/>
                  </a:lnTo>
                  <a:lnTo>
                    <a:pt x="629450" y="1240836"/>
                  </a:lnTo>
                  <a:lnTo>
                    <a:pt x="629424" y="1240760"/>
                  </a:lnTo>
                  <a:lnTo>
                    <a:pt x="629392" y="1240672"/>
                  </a:lnTo>
                  <a:lnTo>
                    <a:pt x="629381" y="1240657"/>
                  </a:lnTo>
                  <a:lnTo>
                    <a:pt x="629362" y="1240667"/>
                  </a:lnTo>
                  <a:lnTo>
                    <a:pt x="629346" y="1240683"/>
                  </a:lnTo>
                  <a:lnTo>
                    <a:pt x="629317" y="1240715"/>
                  </a:lnTo>
                  <a:lnTo>
                    <a:pt x="629286" y="1240747"/>
                  </a:lnTo>
                  <a:lnTo>
                    <a:pt x="629248" y="1240790"/>
                  </a:lnTo>
                  <a:lnTo>
                    <a:pt x="629188" y="1240822"/>
                  </a:lnTo>
                  <a:lnTo>
                    <a:pt x="629153" y="1240844"/>
                  </a:lnTo>
                  <a:lnTo>
                    <a:pt x="629125" y="1240872"/>
                  </a:lnTo>
                  <a:lnTo>
                    <a:pt x="629074" y="1240924"/>
                  </a:lnTo>
                  <a:lnTo>
                    <a:pt x="629008" y="1241025"/>
                  </a:lnTo>
                  <a:lnTo>
                    <a:pt x="628969" y="1241090"/>
                  </a:lnTo>
                  <a:lnTo>
                    <a:pt x="628911" y="1241178"/>
                  </a:lnTo>
                  <a:lnTo>
                    <a:pt x="628884" y="1241211"/>
                  </a:lnTo>
                  <a:lnTo>
                    <a:pt x="628842" y="1241243"/>
                  </a:lnTo>
                  <a:lnTo>
                    <a:pt x="628796" y="1241252"/>
                  </a:lnTo>
                  <a:lnTo>
                    <a:pt x="628753" y="1241247"/>
                  </a:lnTo>
                  <a:lnTo>
                    <a:pt x="628707" y="1241226"/>
                  </a:lnTo>
                  <a:lnTo>
                    <a:pt x="628572" y="1241157"/>
                  </a:lnTo>
                  <a:lnTo>
                    <a:pt x="628500" y="1241100"/>
                  </a:lnTo>
                  <a:lnTo>
                    <a:pt x="628435" y="1241045"/>
                  </a:lnTo>
                  <a:lnTo>
                    <a:pt x="628365" y="1240986"/>
                  </a:lnTo>
                  <a:lnTo>
                    <a:pt x="628325" y="1240938"/>
                  </a:lnTo>
                  <a:lnTo>
                    <a:pt x="628312" y="1240938"/>
                  </a:lnTo>
                  <a:lnTo>
                    <a:pt x="628306" y="1240957"/>
                  </a:lnTo>
                  <a:lnTo>
                    <a:pt x="628295" y="1240999"/>
                  </a:lnTo>
                  <a:lnTo>
                    <a:pt x="628266" y="1241077"/>
                  </a:lnTo>
                  <a:lnTo>
                    <a:pt x="628239" y="1241130"/>
                  </a:lnTo>
                  <a:lnTo>
                    <a:pt x="628185" y="1241246"/>
                  </a:lnTo>
                  <a:lnTo>
                    <a:pt x="628164" y="1241307"/>
                  </a:lnTo>
                  <a:lnTo>
                    <a:pt x="628140" y="1241425"/>
                  </a:lnTo>
                  <a:lnTo>
                    <a:pt x="628135" y="1241492"/>
                  </a:lnTo>
                  <a:lnTo>
                    <a:pt x="628125" y="1241569"/>
                  </a:lnTo>
                  <a:lnTo>
                    <a:pt x="628123" y="1241613"/>
                  </a:lnTo>
                  <a:lnTo>
                    <a:pt x="628115" y="1241674"/>
                  </a:lnTo>
                  <a:lnTo>
                    <a:pt x="628074" y="1241757"/>
                  </a:lnTo>
                  <a:lnTo>
                    <a:pt x="628020" y="1241811"/>
                  </a:lnTo>
                  <a:lnTo>
                    <a:pt x="627937" y="1241892"/>
                  </a:lnTo>
                  <a:lnTo>
                    <a:pt x="627891" y="1241928"/>
                  </a:lnTo>
                  <a:lnTo>
                    <a:pt x="627839" y="1241967"/>
                  </a:lnTo>
                  <a:lnTo>
                    <a:pt x="627802" y="1241982"/>
                  </a:lnTo>
                  <a:lnTo>
                    <a:pt x="627778" y="1241982"/>
                  </a:lnTo>
                  <a:lnTo>
                    <a:pt x="627745" y="1241975"/>
                  </a:lnTo>
                  <a:lnTo>
                    <a:pt x="627681" y="1241958"/>
                  </a:lnTo>
                  <a:lnTo>
                    <a:pt x="627574" y="1241937"/>
                  </a:lnTo>
                  <a:lnTo>
                    <a:pt x="627525" y="1241942"/>
                  </a:lnTo>
                  <a:lnTo>
                    <a:pt x="627458" y="1241964"/>
                  </a:lnTo>
                  <a:lnTo>
                    <a:pt x="627369" y="1241990"/>
                  </a:lnTo>
                  <a:lnTo>
                    <a:pt x="627279" y="1242000"/>
                  </a:lnTo>
                  <a:lnTo>
                    <a:pt x="627232" y="1241995"/>
                  </a:lnTo>
                  <a:lnTo>
                    <a:pt x="627176" y="1241981"/>
                  </a:lnTo>
                  <a:lnTo>
                    <a:pt x="627124" y="1241953"/>
                  </a:lnTo>
                  <a:lnTo>
                    <a:pt x="627070" y="1241922"/>
                  </a:lnTo>
                  <a:lnTo>
                    <a:pt x="627023" y="1241890"/>
                  </a:lnTo>
                  <a:lnTo>
                    <a:pt x="626989" y="1241837"/>
                  </a:lnTo>
                  <a:lnTo>
                    <a:pt x="626950" y="1241779"/>
                  </a:lnTo>
                  <a:lnTo>
                    <a:pt x="626914" y="1241737"/>
                  </a:lnTo>
                  <a:lnTo>
                    <a:pt x="626870" y="1241694"/>
                  </a:lnTo>
                  <a:lnTo>
                    <a:pt x="626837" y="1241672"/>
                  </a:lnTo>
                  <a:lnTo>
                    <a:pt x="626792" y="1241657"/>
                  </a:lnTo>
                  <a:lnTo>
                    <a:pt x="626710" y="1241624"/>
                  </a:lnTo>
                  <a:lnTo>
                    <a:pt x="626643" y="1241599"/>
                  </a:lnTo>
                  <a:lnTo>
                    <a:pt x="626578" y="1241578"/>
                  </a:lnTo>
                  <a:lnTo>
                    <a:pt x="626545" y="1241561"/>
                  </a:lnTo>
                  <a:lnTo>
                    <a:pt x="626476" y="1241512"/>
                  </a:lnTo>
                  <a:lnTo>
                    <a:pt x="626423" y="1241479"/>
                  </a:lnTo>
                  <a:lnTo>
                    <a:pt x="626375" y="1241455"/>
                  </a:lnTo>
                  <a:lnTo>
                    <a:pt x="626339" y="1241424"/>
                  </a:lnTo>
                  <a:lnTo>
                    <a:pt x="626312" y="1241404"/>
                  </a:lnTo>
                  <a:lnTo>
                    <a:pt x="626280" y="1241387"/>
                  </a:lnTo>
                  <a:lnTo>
                    <a:pt x="626235" y="1241350"/>
                  </a:lnTo>
                  <a:lnTo>
                    <a:pt x="626201" y="1241304"/>
                  </a:lnTo>
                  <a:lnTo>
                    <a:pt x="626187" y="1241276"/>
                  </a:lnTo>
                  <a:lnTo>
                    <a:pt x="626179" y="1241275"/>
                  </a:lnTo>
                  <a:lnTo>
                    <a:pt x="626167" y="1241273"/>
                  </a:lnTo>
                  <a:lnTo>
                    <a:pt x="626120" y="1241289"/>
                  </a:lnTo>
                  <a:lnTo>
                    <a:pt x="626043" y="1241297"/>
                  </a:lnTo>
                  <a:lnTo>
                    <a:pt x="625904" y="1241300"/>
                  </a:lnTo>
                  <a:lnTo>
                    <a:pt x="625834" y="1241302"/>
                  </a:lnTo>
                  <a:lnTo>
                    <a:pt x="625781" y="1241289"/>
                  </a:lnTo>
                  <a:lnTo>
                    <a:pt x="625738" y="1241265"/>
                  </a:lnTo>
                  <a:lnTo>
                    <a:pt x="625677" y="1241225"/>
                  </a:lnTo>
                  <a:lnTo>
                    <a:pt x="625559" y="1241155"/>
                  </a:lnTo>
                  <a:lnTo>
                    <a:pt x="625523" y="1241110"/>
                  </a:lnTo>
                  <a:lnTo>
                    <a:pt x="625478" y="1241046"/>
                  </a:lnTo>
                  <a:lnTo>
                    <a:pt x="625449" y="1240996"/>
                  </a:lnTo>
                  <a:lnTo>
                    <a:pt x="625438" y="1240993"/>
                  </a:lnTo>
                  <a:lnTo>
                    <a:pt x="625415" y="1241008"/>
                  </a:lnTo>
                  <a:lnTo>
                    <a:pt x="625391" y="1241031"/>
                  </a:lnTo>
                  <a:lnTo>
                    <a:pt x="625353" y="1241073"/>
                  </a:lnTo>
                  <a:lnTo>
                    <a:pt x="625338" y="1241107"/>
                  </a:lnTo>
                  <a:lnTo>
                    <a:pt x="625327" y="1241132"/>
                  </a:lnTo>
                  <a:lnTo>
                    <a:pt x="625275" y="1241177"/>
                  </a:lnTo>
                  <a:lnTo>
                    <a:pt x="625230" y="1241209"/>
                  </a:lnTo>
                  <a:lnTo>
                    <a:pt x="625182" y="1241259"/>
                  </a:lnTo>
                  <a:lnTo>
                    <a:pt x="625153" y="1241300"/>
                  </a:lnTo>
                  <a:lnTo>
                    <a:pt x="625099" y="1241355"/>
                  </a:lnTo>
                  <a:lnTo>
                    <a:pt x="625053" y="1241391"/>
                  </a:lnTo>
                  <a:lnTo>
                    <a:pt x="625026" y="1241431"/>
                  </a:lnTo>
                  <a:lnTo>
                    <a:pt x="625012" y="1241470"/>
                  </a:lnTo>
                  <a:lnTo>
                    <a:pt x="624989" y="1241517"/>
                  </a:lnTo>
                  <a:lnTo>
                    <a:pt x="624903" y="1241586"/>
                  </a:lnTo>
                  <a:lnTo>
                    <a:pt x="624854" y="1241622"/>
                  </a:lnTo>
                  <a:lnTo>
                    <a:pt x="624770" y="1241666"/>
                  </a:lnTo>
                  <a:lnTo>
                    <a:pt x="624727" y="1241686"/>
                  </a:lnTo>
                  <a:lnTo>
                    <a:pt x="624729" y="1241698"/>
                  </a:lnTo>
                  <a:lnTo>
                    <a:pt x="624750" y="1241712"/>
                  </a:lnTo>
                  <a:lnTo>
                    <a:pt x="624782" y="1241735"/>
                  </a:lnTo>
                  <a:lnTo>
                    <a:pt x="624834" y="1241782"/>
                  </a:lnTo>
                  <a:lnTo>
                    <a:pt x="624862" y="1241804"/>
                  </a:lnTo>
                  <a:lnTo>
                    <a:pt x="624910" y="1241828"/>
                  </a:lnTo>
                  <a:lnTo>
                    <a:pt x="624932" y="1241848"/>
                  </a:lnTo>
                  <a:lnTo>
                    <a:pt x="624966" y="1241881"/>
                  </a:lnTo>
                  <a:lnTo>
                    <a:pt x="624985" y="1241918"/>
                  </a:lnTo>
                  <a:lnTo>
                    <a:pt x="624988" y="1241942"/>
                  </a:lnTo>
                  <a:lnTo>
                    <a:pt x="624988" y="1241990"/>
                  </a:lnTo>
                  <a:lnTo>
                    <a:pt x="624993" y="1242023"/>
                  </a:lnTo>
                  <a:lnTo>
                    <a:pt x="625016" y="1242071"/>
                  </a:lnTo>
                  <a:lnTo>
                    <a:pt x="625034" y="1242103"/>
                  </a:lnTo>
                  <a:lnTo>
                    <a:pt x="625052" y="1242159"/>
                  </a:lnTo>
                  <a:lnTo>
                    <a:pt x="625068" y="1242222"/>
                  </a:lnTo>
                  <a:lnTo>
                    <a:pt x="625077" y="1242265"/>
                  </a:lnTo>
                  <a:lnTo>
                    <a:pt x="625095" y="1242306"/>
                  </a:lnTo>
                  <a:lnTo>
                    <a:pt x="625049" y="1242329"/>
                  </a:lnTo>
                  <a:lnTo>
                    <a:pt x="624991" y="1242357"/>
                  </a:lnTo>
                  <a:lnTo>
                    <a:pt x="624919" y="1242398"/>
                  </a:lnTo>
                  <a:lnTo>
                    <a:pt x="624855" y="1242439"/>
                  </a:lnTo>
                  <a:lnTo>
                    <a:pt x="624824" y="1242473"/>
                  </a:lnTo>
                  <a:lnTo>
                    <a:pt x="624794" y="1242536"/>
                  </a:lnTo>
                  <a:lnTo>
                    <a:pt x="624770" y="1242611"/>
                  </a:lnTo>
                  <a:lnTo>
                    <a:pt x="624765" y="1242663"/>
                  </a:lnTo>
                  <a:lnTo>
                    <a:pt x="624773" y="1242729"/>
                  </a:lnTo>
                  <a:lnTo>
                    <a:pt x="624774" y="1242766"/>
                  </a:lnTo>
                  <a:lnTo>
                    <a:pt x="624757" y="1242798"/>
                  </a:lnTo>
                  <a:lnTo>
                    <a:pt x="624734" y="1242825"/>
                  </a:lnTo>
                  <a:lnTo>
                    <a:pt x="624643" y="1242866"/>
                  </a:lnTo>
                  <a:lnTo>
                    <a:pt x="624563" y="1242898"/>
                  </a:lnTo>
                  <a:lnTo>
                    <a:pt x="624508" y="1242930"/>
                  </a:lnTo>
                  <a:lnTo>
                    <a:pt x="624455" y="1242958"/>
                  </a:lnTo>
                  <a:lnTo>
                    <a:pt x="624419" y="1242987"/>
                  </a:lnTo>
                  <a:lnTo>
                    <a:pt x="624355" y="1243068"/>
                  </a:lnTo>
                  <a:lnTo>
                    <a:pt x="624320" y="1243130"/>
                  </a:lnTo>
                  <a:lnTo>
                    <a:pt x="624280" y="1243189"/>
                  </a:lnTo>
                  <a:lnTo>
                    <a:pt x="624257" y="1243236"/>
                  </a:lnTo>
                  <a:lnTo>
                    <a:pt x="624258" y="1243263"/>
                  </a:lnTo>
                  <a:lnTo>
                    <a:pt x="624267" y="1243295"/>
                  </a:lnTo>
                  <a:lnTo>
                    <a:pt x="624285" y="1243325"/>
                  </a:lnTo>
                  <a:lnTo>
                    <a:pt x="624305" y="1243359"/>
                  </a:lnTo>
                  <a:lnTo>
                    <a:pt x="624341" y="1243408"/>
                  </a:lnTo>
                  <a:lnTo>
                    <a:pt x="624366" y="1243442"/>
                  </a:lnTo>
                  <a:lnTo>
                    <a:pt x="624389" y="1243481"/>
                  </a:lnTo>
                  <a:lnTo>
                    <a:pt x="624404" y="1243529"/>
                  </a:lnTo>
                  <a:lnTo>
                    <a:pt x="624416" y="1243600"/>
                  </a:lnTo>
                  <a:lnTo>
                    <a:pt x="624418" y="1243638"/>
                  </a:lnTo>
                  <a:lnTo>
                    <a:pt x="624417" y="1243695"/>
                  </a:lnTo>
                  <a:lnTo>
                    <a:pt x="624418" y="1243719"/>
                  </a:lnTo>
                  <a:lnTo>
                    <a:pt x="624442" y="1243749"/>
                  </a:lnTo>
                  <a:lnTo>
                    <a:pt x="624473" y="1243787"/>
                  </a:lnTo>
                  <a:lnTo>
                    <a:pt x="624501" y="1243824"/>
                  </a:lnTo>
                  <a:lnTo>
                    <a:pt x="624525" y="1243857"/>
                  </a:lnTo>
                  <a:lnTo>
                    <a:pt x="624575" y="1243934"/>
                  </a:lnTo>
                  <a:lnTo>
                    <a:pt x="624597" y="1243958"/>
                  </a:lnTo>
                  <a:lnTo>
                    <a:pt x="624629" y="1243974"/>
                  </a:lnTo>
                  <a:lnTo>
                    <a:pt x="624660" y="1243988"/>
                  </a:lnTo>
                  <a:lnTo>
                    <a:pt x="624670" y="1244006"/>
                  </a:lnTo>
                  <a:lnTo>
                    <a:pt x="624687" y="1244045"/>
                  </a:lnTo>
                  <a:lnTo>
                    <a:pt x="624716" y="1244085"/>
                  </a:lnTo>
                  <a:lnTo>
                    <a:pt x="624743" y="1244121"/>
                  </a:lnTo>
                  <a:lnTo>
                    <a:pt x="624765" y="1244161"/>
                  </a:lnTo>
                  <a:lnTo>
                    <a:pt x="624784" y="1244184"/>
                  </a:lnTo>
                  <a:lnTo>
                    <a:pt x="624813" y="1244200"/>
                  </a:lnTo>
                  <a:lnTo>
                    <a:pt x="624847" y="1244212"/>
                  </a:lnTo>
                  <a:lnTo>
                    <a:pt x="624877" y="1244225"/>
                  </a:lnTo>
                  <a:lnTo>
                    <a:pt x="624882" y="1244236"/>
                  </a:lnTo>
                  <a:lnTo>
                    <a:pt x="624915" y="1244281"/>
                  </a:lnTo>
                  <a:lnTo>
                    <a:pt x="624931" y="1244303"/>
                  </a:lnTo>
                  <a:lnTo>
                    <a:pt x="624961" y="1244363"/>
                  </a:lnTo>
                  <a:lnTo>
                    <a:pt x="624992" y="1244406"/>
                  </a:lnTo>
                  <a:lnTo>
                    <a:pt x="625025" y="1244464"/>
                  </a:lnTo>
                  <a:lnTo>
                    <a:pt x="625041" y="1244494"/>
                  </a:lnTo>
                  <a:lnTo>
                    <a:pt x="625059" y="1244535"/>
                  </a:lnTo>
                  <a:lnTo>
                    <a:pt x="625089" y="1244583"/>
                  </a:lnTo>
                  <a:lnTo>
                    <a:pt x="625106" y="1244611"/>
                  </a:lnTo>
                  <a:lnTo>
                    <a:pt x="625134" y="1244631"/>
                  </a:lnTo>
                  <a:lnTo>
                    <a:pt x="625152" y="1244651"/>
                  </a:lnTo>
                  <a:lnTo>
                    <a:pt x="625149" y="1244691"/>
                  </a:lnTo>
                  <a:lnTo>
                    <a:pt x="625135" y="1244725"/>
                  </a:lnTo>
                  <a:lnTo>
                    <a:pt x="625109" y="1244758"/>
                  </a:lnTo>
                  <a:lnTo>
                    <a:pt x="625082" y="1244789"/>
                  </a:lnTo>
                  <a:lnTo>
                    <a:pt x="625072" y="1244855"/>
                  </a:lnTo>
                  <a:lnTo>
                    <a:pt x="625061" y="1244898"/>
                  </a:lnTo>
                  <a:lnTo>
                    <a:pt x="625031" y="1244947"/>
                  </a:lnTo>
                  <a:lnTo>
                    <a:pt x="625019" y="1244989"/>
                  </a:lnTo>
                  <a:lnTo>
                    <a:pt x="625012" y="1245019"/>
                  </a:lnTo>
                  <a:lnTo>
                    <a:pt x="624941" y="1245033"/>
                  </a:lnTo>
                  <a:lnTo>
                    <a:pt x="624915" y="1245034"/>
                  </a:lnTo>
                  <a:lnTo>
                    <a:pt x="624892" y="1245035"/>
                  </a:lnTo>
                  <a:lnTo>
                    <a:pt x="624866" y="1245032"/>
                  </a:lnTo>
                  <a:lnTo>
                    <a:pt x="624833" y="1245025"/>
                  </a:lnTo>
                  <a:lnTo>
                    <a:pt x="624808" y="1245019"/>
                  </a:lnTo>
                  <a:lnTo>
                    <a:pt x="624786" y="1245012"/>
                  </a:lnTo>
                  <a:lnTo>
                    <a:pt x="624775" y="1245010"/>
                  </a:lnTo>
                  <a:lnTo>
                    <a:pt x="624751" y="1245006"/>
                  </a:lnTo>
                  <a:lnTo>
                    <a:pt x="624735" y="1245003"/>
                  </a:lnTo>
                  <a:lnTo>
                    <a:pt x="624709" y="1245002"/>
                  </a:lnTo>
                  <a:lnTo>
                    <a:pt x="624694" y="1245002"/>
                  </a:lnTo>
                  <a:lnTo>
                    <a:pt x="624674" y="1245008"/>
                  </a:lnTo>
                  <a:lnTo>
                    <a:pt x="624657" y="1245016"/>
                  </a:lnTo>
                  <a:lnTo>
                    <a:pt x="624640" y="1245031"/>
                  </a:lnTo>
                  <a:lnTo>
                    <a:pt x="624625" y="1245046"/>
                  </a:lnTo>
                  <a:lnTo>
                    <a:pt x="624614" y="1245059"/>
                  </a:lnTo>
                  <a:lnTo>
                    <a:pt x="624585" y="1245090"/>
                  </a:lnTo>
                  <a:lnTo>
                    <a:pt x="624570" y="1245106"/>
                  </a:lnTo>
                  <a:lnTo>
                    <a:pt x="624554" y="1245124"/>
                  </a:lnTo>
                  <a:lnTo>
                    <a:pt x="624527" y="1245151"/>
                  </a:lnTo>
                  <a:lnTo>
                    <a:pt x="624507" y="1245170"/>
                  </a:lnTo>
                  <a:lnTo>
                    <a:pt x="624491" y="1245183"/>
                  </a:lnTo>
                  <a:lnTo>
                    <a:pt x="624452" y="1245225"/>
                  </a:lnTo>
                  <a:lnTo>
                    <a:pt x="624436" y="1245242"/>
                  </a:lnTo>
                  <a:lnTo>
                    <a:pt x="624390" y="1245284"/>
                  </a:lnTo>
                  <a:lnTo>
                    <a:pt x="624373" y="1245301"/>
                  </a:lnTo>
                  <a:lnTo>
                    <a:pt x="624365" y="1245310"/>
                  </a:lnTo>
                  <a:lnTo>
                    <a:pt x="624341" y="1245340"/>
                  </a:lnTo>
                  <a:lnTo>
                    <a:pt x="624326" y="1245361"/>
                  </a:lnTo>
                  <a:lnTo>
                    <a:pt x="624321" y="1245370"/>
                  </a:lnTo>
                  <a:lnTo>
                    <a:pt x="624294" y="1245411"/>
                  </a:lnTo>
                  <a:lnTo>
                    <a:pt x="624285" y="1245427"/>
                  </a:lnTo>
                  <a:lnTo>
                    <a:pt x="624251" y="1245473"/>
                  </a:lnTo>
                  <a:lnTo>
                    <a:pt x="624237" y="1245492"/>
                  </a:lnTo>
                  <a:lnTo>
                    <a:pt x="624205" y="1245530"/>
                  </a:lnTo>
                  <a:lnTo>
                    <a:pt x="624190" y="1245547"/>
                  </a:lnTo>
                  <a:lnTo>
                    <a:pt x="624179" y="1245557"/>
                  </a:lnTo>
                  <a:lnTo>
                    <a:pt x="624143" y="1245596"/>
                  </a:lnTo>
                  <a:lnTo>
                    <a:pt x="624127" y="1245611"/>
                  </a:lnTo>
                  <a:lnTo>
                    <a:pt x="624118" y="1245618"/>
                  </a:lnTo>
                  <a:lnTo>
                    <a:pt x="624083" y="1245645"/>
                  </a:lnTo>
                  <a:lnTo>
                    <a:pt x="624064" y="1245654"/>
                  </a:lnTo>
                  <a:lnTo>
                    <a:pt x="624045" y="1245661"/>
                  </a:lnTo>
                  <a:lnTo>
                    <a:pt x="624033" y="1245664"/>
                  </a:lnTo>
                  <a:lnTo>
                    <a:pt x="623997" y="1245672"/>
                  </a:lnTo>
                  <a:lnTo>
                    <a:pt x="623975" y="1245675"/>
                  </a:lnTo>
                  <a:lnTo>
                    <a:pt x="623953" y="1245680"/>
                  </a:lnTo>
                  <a:lnTo>
                    <a:pt x="623897" y="1245689"/>
                  </a:lnTo>
                  <a:lnTo>
                    <a:pt x="623869" y="1245695"/>
                  </a:lnTo>
                  <a:lnTo>
                    <a:pt x="623862" y="1245696"/>
                  </a:lnTo>
                  <a:lnTo>
                    <a:pt x="623816" y="1245702"/>
                  </a:lnTo>
                  <a:lnTo>
                    <a:pt x="623786" y="1245705"/>
                  </a:lnTo>
                  <a:lnTo>
                    <a:pt x="623759" y="1245706"/>
                  </a:lnTo>
                  <a:lnTo>
                    <a:pt x="623739" y="1245706"/>
                  </a:lnTo>
                  <a:lnTo>
                    <a:pt x="623706" y="1245705"/>
                  </a:lnTo>
                  <a:lnTo>
                    <a:pt x="623684" y="1245702"/>
                  </a:lnTo>
                  <a:lnTo>
                    <a:pt x="623661" y="1245698"/>
                  </a:lnTo>
                  <a:lnTo>
                    <a:pt x="623652" y="1245697"/>
                  </a:lnTo>
                  <a:lnTo>
                    <a:pt x="623623" y="1245692"/>
                  </a:lnTo>
                  <a:lnTo>
                    <a:pt x="623609" y="1245691"/>
                  </a:lnTo>
                  <a:lnTo>
                    <a:pt x="623590" y="1245692"/>
                  </a:lnTo>
                  <a:lnTo>
                    <a:pt x="623569" y="1245696"/>
                  </a:lnTo>
                  <a:lnTo>
                    <a:pt x="623524" y="1245706"/>
                  </a:lnTo>
                  <a:lnTo>
                    <a:pt x="623500" y="1245710"/>
                  </a:lnTo>
                  <a:lnTo>
                    <a:pt x="623482" y="1245713"/>
                  </a:lnTo>
                  <a:lnTo>
                    <a:pt x="623428" y="1245717"/>
                  </a:lnTo>
                  <a:lnTo>
                    <a:pt x="623408" y="1245720"/>
                  </a:lnTo>
                  <a:lnTo>
                    <a:pt x="623396" y="1245721"/>
                  </a:lnTo>
                  <a:lnTo>
                    <a:pt x="623361" y="1245723"/>
                  </a:lnTo>
                  <a:lnTo>
                    <a:pt x="623345" y="1245722"/>
                  </a:lnTo>
                  <a:lnTo>
                    <a:pt x="623335" y="1245718"/>
                  </a:lnTo>
                  <a:lnTo>
                    <a:pt x="623318" y="1245708"/>
                  </a:lnTo>
                  <a:lnTo>
                    <a:pt x="623311" y="1245700"/>
                  </a:lnTo>
                  <a:lnTo>
                    <a:pt x="623285" y="1245674"/>
                  </a:lnTo>
                  <a:lnTo>
                    <a:pt x="623267" y="1245659"/>
                  </a:lnTo>
                  <a:lnTo>
                    <a:pt x="623250" y="1245646"/>
                  </a:lnTo>
                  <a:lnTo>
                    <a:pt x="623217" y="1245622"/>
                  </a:lnTo>
                  <a:lnTo>
                    <a:pt x="623197" y="1245605"/>
                  </a:lnTo>
                  <a:lnTo>
                    <a:pt x="623178" y="1245590"/>
                  </a:lnTo>
                  <a:lnTo>
                    <a:pt x="623170" y="1245582"/>
                  </a:lnTo>
                  <a:lnTo>
                    <a:pt x="623149" y="1245562"/>
                  </a:lnTo>
                  <a:lnTo>
                    <a:pt x="623142" y="1245553"/>
                  </a:lnTo>
                  <a:lnTo>
                    <a:pt x="623136" y="1245542"/>
                  </a:lnTo>
                  <a:lnTo>
                    <a:pt x="623132" y="1245532"/>
                  </a:lnTo>
                  <a:lnTo>
                    <a:pt x="623129" y="1245520"/>
                  </a:lnTo>
                  <a:lnTo>
                    <a:pt x="623122" y="1245491"/>
                  </a:lnTo>
                  <a:lnTo>
                    <a:pt x="623114" y="1245463"/>
                  </a:lnTo>
                  <a:lnTo>
                    <a:pt x="623111" y="1245456"/>
                  </a:lnTo>
                  <a:lnTo>
                    <a:pt x="623100" y="1245420"/>
                  </a:lnTo>
                  <a:lnTo>
                    <a:pt x="623092" y="1245399"/>
                  </a:lnTo>
                  <a:lnTo>
                    <a:pt x="623087" y="1245372"/>
                  </a:lnTo>
                  <a:lnTo>
                    <a:pt x="623085" y="1245356"/>
                  </a:lnTo>
                  <a:lnTo>
                    <a:pt x="623085" y="1245338"/>
                  </a:lnTo>
                  <a:lnTo>
                    <a:pt x="623085" y="1245302"/>
                  </a:lnTo>
                  <a:lnTo>
                    <a:pt x="623086" y="1245275"/>
                  </a:lnTo>
                  <a:lnTo>
                    <a:pt x="623086" y="1245237"/>
                  </a:lnTo>
                  <a:lnTo>
                    <a:pt x="623085" y="1245213"/>
                  </a:lnTo>
                  <a:lnTo>
                    <a:pt x="623082" y="1245167"/>
                  </a:lnTo>
                  <a:lnTo>
                    <a:pt x="623080" y="1245148"/>
                  </a:lnTo>
                  <a:lnTo>
                    <a:pt x="623072" y="1245100"/>
                  </a:lnTo>
                  <a:lnTo>
                    <a:pt x="623071" y="1245083"/>
                  </a:lnTo>
                  <a:lnTo>
                    <a:pt x="623067" y="1245043"/>
                  </a:lnTo>
                  <a:lnTo>
                    <a:pt x="623066" y="1245024"/>
                  </a:lnTo>
                  <a:lnTo>
                    <a:pt x="623062" y="1244974"/>
                  </a:lnTo>
                  <a:lnTo>
                    <a:pt x="623060" y="1244958"/>
                  </a:lnTo>
                  <a:lnTo>
                    <a:pt x="623057" y="1244906"/>
                  </a:lnTo>
                  <a:lnTo>
                    <a:pt x="623055" y="1244855"/>
                  </a:lnTo>
                  <a:lnTo>
                    <a:pt x="623055" y="1244834"/>
                  </a:lnTo>
                  <a:lnTo>
                    <a:pt x="623052" y="1244780"/>
                  </a:lnTo>
                  <a:lnTo>
                    <a:pt x="623046" y="1244741"/>
                  </a:lnTo>
                  <a:lnTo>
                    <a:pt x="623039" y="1244714"/>
                  </a:lnTo>
                  <a:lnTo>
                    <a:pt x="623025" y="1244671"/>
                  </a:lnTo>
                  <a:lnTo>
                    <a:pt x="623018" y="1244649"/>
                  </a:lnTo>
                  <a:lnTo>
                    <a:pt x="623006" y="1244618"/>
                  </a:lnTo>
                  <a:lnTo>
                    <a:pt x="622997" y="1244595"/>
                  </a:lnTo>
                  <a:lnTo>
                    <a:pt x="622990" y="1244580"/>
                  </a:lnTo>
                  <a:lnTo>
                    <a:pt x="622980" y="1244559"/>
                  </a:lnTo>
                  <a:lnTo>
                    <a:pt x="622971" y="1244547"/>
                  </a:lnTo>
                  <a:lnTo>
                    <a:pt x="622958" y="1244534"/>
                  </a:lnTo>
                  <a:lnTo>
                    <a:pt x="622946" y="1244523"/>
                  </a:lnTo>
                  <a:lnTo>
                    <a:pt x="622940" y="1244518"/>
                  </a:lnTo>
                  <a:lnTo>
                    <a:pt x="622917" y="1244502"/>
                  </a:lnTo>
                  <a:lnTo>
                    <a:pt x="622902" y="1244492"/>
                  </a:lnTo>
                  <a:lnTo>
                    <a:pt x="622888" y="1244484"/>
                  </a:lnTo>
                  <a:lnTo>
                    <a:pt x="622880" y="1244477"/>
                  </a:lnTo>
                  <a:lnTo>
                    <a:pt x="622872" y="1244471"/>
                  </a:lnTo>
                  <a:lnTo>
                    <a:pt x="622868" y="1244466"/>
                  </a:lnTo>
                  <a:lnTo>
                    <a:pt x="622864" y="1244459"/>
                  </a:lnTo>
                  <a:lnTo>
                    <a:pt x="622864" y="1244450"/>
                  </a:lnTo>
                  <a:lnTo>
                    <a:pt x="622868" y="1244436"/>
                  </a:lnTo>
                  <a:lnTo>
                    <a:pt x="622878" y="1244417"/>
                  </a:lnTo>
                  <a:lnTo>
                    <a:pt x="622881" y="1244407"/>
                  </a:lnTo>
                  <a:lnTo>
                    <a:pt x="622881" y="1244398"/>
                  </a:lnTo>
                  <a:lnTo>
                    <a:pt x="622877" y="1244389"/>
                  </a:lnTo>
                  <a:lnTo>
                    <a:pt x="622864" y="1244377"/>
                  </a:lnTo>
                  <a:lnTo>
                    <a:pt x="622845" y="1244361"/>
                  </a:lnTo>
                  <a:lnTo>
                    <a:pt x="622820" y="1244342"/>
                  </a:lnTo>
                  <a:lnTo>
                    <a:pt x="622804" y="1244332"/>
                  </a:lnTo>
                  <a:lnTo>
                    <a:pt x="622793" y="1244327"/>
                  </a:lnTo>
                  <a:lnTo>
                    <a:pt x="622778" y="1244325"/>
                  </a:lnTo>
                  <a:lnTo>
                    <a:pt x="622750" y="1244324"/>
                  </a:lnTo>
                  <a:lnTo>
                    <a:pt x="622727" y="1244325"/>
                  </a:lnTo>
                  <a:lnTo>
                    <a:pt x="622656" y="1244328"/>
                  </a:lnTo>
                  <a:lnTo>
                    <a:pt x="622640" y="1244327"/>
                  </a:lnTo>
                  <a:lnTo>
                    <a:pt x="622630" y="1244327"/>
                  </a:lnTo>
                  <a:lnTo>
                    <a:pt x="622612" y="1244322"/>
                  </a:lnTo>
                  <a:lnTo>
                    <a:pt x="622594" y="1244318"/>
                  </a:lnTo>
                  <a:lnTo>
                    <a:pt x="622577" y="1244317"/>
                  </a:lnTo>
                  <a:lnTo>
                    <a:pt x="622567" y="1244318"/>
                  </a:lnTo>
                  <a:lnTo>
                    <a:pt x="622558" y="1244323"/>
                  </a:lnTo>
                  <a:lnTo>
                    <a:pt x="622549" y="1244331"/>
                  </a:lnTo>
                  <a:lnTo>
                    <a:pt x="622528" y="1244357"/>
                  </a:lnTo>
                  <a:lnTo>
                    <a:pt x="622519" y="1244365"/>
                  </a:lnTo>
                  <a:lnTo>
                    <a:pt x="622508" y="1244371"/>
                  </a:lnTo>
                  <a:lnTo>
                    <a:pt x="622485" y="1244380"/>
                  </a:lnTo>
                  <a:lnTo>
                    <a:pt x="622466" y="1244386"/>
                  </a:lnTo>
                  <a:lnTo>
                    <a:pt x="622431" y="1244399"/>
                  </a:lnTo>
                  <a:lnTo>
                    <a:pt x="622410" y="1244407"/>
                  </a:lnTo>
                  <a:lnTo>
                    <a:pt x="622397" y="1244410"/>
                  </a:lnTo>
                  <a:lnTo>
                    <a:pt x="622382" y="1244411"/>
                  </a:lnTo>
                  <a:lnTo>
                    <a:pt x="622359" y="1244411"/>
                  </a:lnTo>
                  <a:lnTo>
                    <a:pt x="622341" y="1244406"/>
                  </a:lnTo>
                  <a:lnTo>
                    <a:pt x="622333" y="1244405"/>
                  </a:lnTo>
                  <a:lnTo>
                    <a:pt x="622317" y="1244409"/>
                  </a:lnTo>
                  <a:lnTo>
                    <a:pt x="622303" y="1244415"/>
                  </a:lnTo>
                  <a:lnTo>
                    <a:pt x="622280" y="1244432"/>
                  </a:lnTo>
                  <a:lnTo>
                    <a:pt x="622266" y="1244445"/>
                  </a:lnTo>
                  <a:lnTo>
                    <a:pt x="622255" y="1244459"/>
                  </a:lnTo>
                  <a:lnTo>
                    <a:pt x="622232" y="1244490"/>
                  </a:lnTo>
                  <a:lnTo>
                    <a:pt x="622216" y="1244512"/>
                  </a:lnTo>
                  <a:lnTo>
                    <a:pt x="622204" y="1244528"/>
                  </a:lnTo>
                  <a:lnTo>
                    <a:pt x="622181" y="1244557"/>
                  </a:lnTo>
                  <a:lnTo>
                    <a:pt x="622168" y="1244571"/>
                  </a:lnTo>
                  <a:lnTo>
                    <a:pt x="622153" y="1244583"/>
                  </a:lnTo>
                  <a:lnTo>
                    <a:pt x="622143" y="1244592"/>
                  </a:lnTo>
                  <a:lnTo>
                    <a:pt x="622119" y="1244614"/>
                  </a:lnTo>
                  <a:lnTo>
                    <a:pt x="622105" y="1244632"/>
                  </a:lnTo>
                  <a:lnTo>
                    <a:pt x="622096" y="1244644"/>
                  </a:lnTo>
                  <a:lnTo>
                    <a:pt x="622064" y="1244693"/>
                  </a:lnTo>
                  <a:lnTo>
                    <a:pt x="622052" y="1244711"/>
                  </a:lnTo>
                  <a:lnTo>
                    <a:pt x="622027" y="1244747"/>
                  </a:lnTo>
                  <a:lnTo>
                    <a:pt x="622018" y="1244758"/>
                  </a:lnTo>
                  <a:lnTo>
                    <a:pt x="622007" y="1244764"/>
                  </a:lnTo>
                  <a:lnTo>
                    <a:pt x="621998" y="1244766"/>
                  </a:lnTo>
                  <a:lnTo>
                    <a:pt x="621981" y="1244765"/>
                  </a:lnTo>
                  <a:lnTo>
                    <a:pt x="621954" y="1244762"/>
                  </a:lnTo>
                  <a:lnTo>
                    <a:pt x="621930" y="1244754"/>
                  </a:lnTo>
                  <a:lnTo>
                    <a:pt x="621905" y="1244744"/>
                  </a:lnTo>
                  <a:lnTo>
                    <a:pt x="621890" y="1244736"/>
                  </a:lnTo>
                  <a:lnTo>
                    <a:pt x="621859" y="1244719"/>
                  </a:lnTo>
                  <a:lnTo>
                    <a:pt x="621842" y="1244713"/>
                  </a:lnTo>
                  <a:lnTo>
                    <a:pt x="621822" y="1244708"/>
                  </a:lnTo>
                  <a:lnTo>
                    <a:pt x="621808" y="1244706"/>
                  </a:lnTo>
                  <a:lnTo>
                    <a:pt x="621774" y="1244698"/>
                  </a:lnTo>
                  <a:lnTo>
                    <a:pt x="621747" y="1244691"/>
                  </a:lnTo>
                  <a:lnTo>
                    <a:pt x="621727" y="1244684"/>
                  </a:lnTo>
                  <a:lnTo>
                    <a:pt x="621717" y="1244680"/>
                  </a:lnTo>
                  <a:lnTo>
                    <a:pt x="621703" y="1244670"/>
                  </a:lnTo>
                  <a:lnTo>
                    <a:pt x="621696" y="1244660"/>
                  </a:lnTo>
                  <a:lnTo>
                    <a:pt x="621693" y="1244652"/>
                  </a:lnTo>
                  <a:lnTo>
                    <a:pt x="621692" y="1244636"/>
                  </a:lnTo>
                  <a:lnTo>
                    <a:pt x="621690" y="1244619"/>
                  </a:lnTo>
                  <a:lnTo>
                    <a:pt x="621687" y="1244610"/>
                  </a:lnTo>
                  <a:lnTo>
                    <a:pt x="621675" y="1244590"/>
                  </a:lnTo>
                  <a:lnTo>
                    <a:pt x="621666" y="1244576"/>
                  </a:lnTo>
                  <a:lnTo>
                    <a:pt x="621651" y="1244564"/>
                  </a:lnTo>
                  <a:lnTo>
                    <a:pt x="621634" y="1244555"/>
                  </a:lnTo>
                  <a:lnTo>
                    <a:pt x="621624" y="1244547"/>
                  </a:lnTo>
                  <a:lnTo>
                    <a:pt x="621608" y="1244530"/>
                  </a:lnTo>
                  <a:lnTo>
                    <a:pt x="621602" y="1244522"/>
                  </a:lnTo>
                  <a:lnTo>
                    <a:pt x="621597" y="1244509"/>
                  </a:lnTo>
                  <a:lnTo>
                    <a:pt x="621592" y="1244494"/>
                  </a:lnTo>
                  <a:lnTo>
                    <a:pt x="621590" y="1244471"/>
                  </a:lnTo>
                  <a:lnTo>
                    <a:pt x="621588" y="1244463"/>
                  </a:lnTo>
                  <a:lnTo>
                    <a:pt x="621581" y="1244449"/>
                  </a:lnTo>
                  <a:lnTo>
                    <a:pt x="621571" y="1244430"/>
                  </a:lnTo>
                  <a:lnTo>
                    <a:pt x="621551" y="1244400"/>
                  </a:lnTo>
                  <a:lnTo>
                    <a:pt x="621545" y="1244380"/>
                  </a:lnTo>
                  <a:lnTo>
                    <a:pt x="621540" y="1244367"/>
                  </a:lnTo>
                  <a:lnTo>
                    <a:pt x="621536" y="1244344"/>
                  </a:lnTo>
                  <a:lnTo>
                    <a:pt x="621536" y="1244323"/>
                  </a:lnTo>
                  <a:lnTo>
                    <a:pt x="621536" y="1244300"/>
                  </a:lnTo>
                  <a:lnTo>
                    <a:pt x="621537" y="1244284"/>
                  </a:lnTo>
                  <a:lnTo>
                    <a:pt x="621533" y="1244280"/>
                  </a:lnTo>
                  <a:lnTo>
                    <a:pt x="621520" y="1244275"/>
                  </a:lnTo>
                  <a:lnTo>
                    <a:pt x="621491" y="1244275"/>
                  </a:lnTo>
                  <a:lnTo>
                    <a:pt x="621464" y="1244274"/>
                  </a:lnTo>
                  <a:lnTo>
                    <a:pt x="621432" y="1244271"/>
                  </a:lnTo>
                  <a:lnTo>
                    <a:pt x="621419" y="1244266"/>
                  </a:lnTo>
                  <a:lnTo>
                    <a:pt x="621404" y="1244257"/>
                  </a:lnTo>
                  <a:lnTo>
                    <a:pt x="621385" y="1244245"/>
                  </a:lnTo>
                  <a:lnTo>
                    <a:pt x="621348" y="1244228"/>
                  </a:lnTo>
                  <a:lnTo>
                    <a:pt x="621312" y="1244210"/>
                  </a:lnTo>
                  <a:lnTo>
                    <a:pt x="621292" y="1244199"/>
                  </a:lnTo>
                  <a:lnTo>
                    <a:pt x="621262" y="1244185"/>
                  </a:lnTo>
                  <a:lnTo>
                    <a:pt x="621235" y="1244172"/>
                  </a:lnTo>
                  <a:lnTo>
                    <a:pt x="621214" y="1244164"/>
                  </a:lnTo>
                  <a:lnTo>
                    <a:pt x="621185" y="1244152"/>
                  </a:lnTo>
                  <a:lnTo>
                    <a:pt x="621170" y="1244147"/>
                  </a:lnTo>
                  <a:lnTo>
                    <a:pt x="621147" y="1244141"/>
                  </a:lnTo>
                  <a:lnTo>
                    <a:pt x="621129" y="1244138"/>
                  </a:lnTo>
                  <a:lnTo>
                    <a:pt x="621112" y="1244136"/>
                  </a:lnTo>
                  <a:lnTo>
                    <a:pt x="621087" y="1244136"/>
                  </a:lnTo>
                  <a:lnTo>
                    <a:pt x="621064" y="1244135"/>
                  </a:lnTo>
                  <a:lnTo>
                    <a:pt x="621046" y="1244132"/>
                  </a:lnTo>
                  <a:lnTo>
                    <a:pt x="621021" y="1244124"/>
                  </a:lnTo>
                  <a:lnTo>
                    <a:pt x="621007" y="1244118"/>
                  </a:lnTo>
                  <a:lnTo>
                    <a:pt x="620987" y="1244105"/>
                  </a:lnTo>
                  <a:lnTo>
                    <a:pt x="620965" y="1244090"/>
                  </a:lnTo>
                  <a:lnTo>
                    <a:pt x="620947" y="1244075"/>
                  </a:lnTo>
                  <a:lnTo>
                    <a:pt x="620934" y="1244064"/>
                  </a:lnTo>
                  <a:lnTo>
                    <a:pt x="620920" y="1244050"/>
                  </a:lnTo>
                  <a:lnTo>
                    <a:pt x="620906" y="1244033"/>
                  </a:lnTo>
                  <a:lnTo>
                    <a:pt x="620891" y="1244011"/>
                  </a:lnTo>
                  <a:lnTo>
                    <a:pt x="620871" y="1243985"/>
                  </a:lnTo>
                  <a:lnTo>
                    <a:pt x="620861" y="1243969"/>
                  </a:lnTo>
                  <a:lnTo>
                    <a:pt x="620846" y="1243950"/>
                  </a:lnTo>
                  <a:lnTo>
                    <a:pt x="620833" y="1243932"/>
                  </a:lnTo>
                  <a:lnTo>
                    <a:pt x="620823" y="1243920"/>
                  </a:lnTo>
                  <a:lnTo>
                    <a:pt x="620812" y="1243909"/>
                  </a:lnTo>
                  <a:lnTo>
                    <a:pt x="620798" y="1243898"/>
                  </a:lnTo>
                  <a:lnTo>
                    <a:pt x="620779" y="1243885"/>
                  </a:lnTo>
                  <a:lnTo>
                    <a:pt x="620762" y="1243877"/>
                  </a:lnTo>
                  <a:lnTo>
                    <a:pt x="620751" y="1243874"/>
                  </a:lnTo>
                  <a:lnTo>
                    <a:pt x="620732" y="1243870"/>
                  </a:lnTo>
                  <a:lnTo>
                    <a:pt x="620698" y="1243864"/>
                  </a:lnTo>
                  <a:lnTo>
                    <a:pt x="620677" y="1243859"/>
                  </a:lnTo>
                  <a:lnTo>
                    <a:pt x="620653" y="1243856"/>
                  </a:lnTo>
                  <a:lnTo>
                    <a:pt x="620641" y="1243853"/>
                  </a:lnTo>
                  <a:lnTo>
                    <a:pt x="620607" y="1243848"/>
                  </a:lnTo>
                  <a:lnTo>
                    <a:pt x="620578" y="1243841"/>
                  </a:lnTo>
                  <a:lnTo>
                    <a:pt x="620560" y="1243837"/>
                  </a:lnTo>
                  <a:lnTo>
                    <a:pt x="620524" y="1243830"/>
                  </a:lnTo>
                  <a:lnTo>
                    <a:pt x="620501" y="1243826"/>
                  </a:lnTo>
                  <a:lnTo>
                    <a:pt x="620484" y="1243824"/>
                  </a:lnTo>
                  <a:lnTo>
                    <a:pt x="620450" y="1243824"/>
                  </a:lnTo>
                  <a:lnTo>
                    <a:pt x="620430" y="1243827"/>
                  </a:lnTo>
                  <a:lnTo>
                    <a:pt x="620416" y="1243833"/>
                  </a:lnTo>
                  <a:lnTo>
                    <a:pt x="620401" y="1243842"/>
                  </a:lnTo>
                  <a:lnTo>
                    <a:pt x="620374" y="1243867"/>
                  </a:lnTo>
                  <a:lnTo>
                    <a:pt x="620365" y="1243877"/>
                  </a:lnTo>
                  <a:lnTo>
                    <a:pt x="620353" y="1243897"/>
                  </a:lnTo>
                  <a:lnTo>
                    <a:pt x="620342" y="1243928"/>
                  </a:lnTo>
                  <a:lnTo>
                    <a:pt x="620337" y="1243951"/>
                  </a:lnTo>
                  <a:lnTo>
                    <a:pt x="620328" y="1243986"/>
                  </a:lnTo>
                  <a:lnTo>
                    <a:pt x="620320" y="1244001"/>
                  </a:lnTo>
                  <a:lnTo>
                    <a:pt x="620310" y="1244014"/>
                  </a:lnTo>
                  <a:lnTo>
                    <a:pt x="620284" y="1244046"/>
                  </a:lnTo>
                  <a:lnTo>
                    <a:pt x="620267" y="1244067"/>
                  </a:lnTo>
                  <a:lnTo>
                    <a:pt x="620258" y="1244079"/>
                  </a:lnTo>
                  <a:lnTo>
                    <a:pt x="620227" y="1244124"/>
                  </a:lnTo>
                  <a:lnTo>
                    <a:pt x="620216" y="1244139"/>
                  </a:lnTo>
                  <a:lnTo>
                    <a:pt x="620192" y="1244178"/>
                  </a:lnTo>
                  <a:lnTo>
                    <a:pt x="620185" y="1244192"/>
                  </a:lnTo>
                  <a:lnTo>
                    <a:pt x="620182" y="1244204"/>
                  </a:lnTo>
                  <a:lnTo>
                    <a:pt x="620178" y="1244226"/>
                  </a:lnTo>
                  <a:lnTo>
                    <a:pt x="620175" y="1244246"/>
                  </a:lnTo>
                  <a:lnTo>
                    <a:pt x="620176" y="1244265"/>
                  </a:lnTo>
                  <a:lnTo>
                    <a:pt x="620175" y="1244279"/>
                  </a:lnTo>
                  <a:lnTo>
                    <a:pt x="620172" y="1244282"/>
                  </a:lnTo>
                  <a:lnTo>
                    <a:pt x="620166" y="1244283"/>
                  </a:lnTo>
                  <a:lnTo>
                    <a:pt x="620158" y="1244280"/>
                  </a:lnTo>
                  <a:lnTo>
                    <a:pt x="620140" y="1244268"/>
                  </a:lnTo>
                  <a:lnTo>
                    <a:pt x="620122" y="1244261"/>
                  </a:lnTo>
                  <a:lnTo>
                    <a:pt x="620104" y="1244257"/>
                  </a:lnTo>
                  <a:lnTo>
                    <a:pt x="620081" y="1244253"/>
                  </a:lnTo>
                  <a:lnTo>
                    <a:pt x="620065" y="1244247"/>
                  </a:lnTo>
                  <a:lnTo>
                    <a:pt x="620052" y="1244240"/>
                  </a:lnTo>
                  <a:lnTo>
                    <a:pt x="620032" y="1244227"/>
                  </a:lnTo>
                  <a:lnTo>
                    <a:pt x="620018" y="1244212"/>
                  </a:lnTo>
                  <a:lnTo>
                    <a:pt x="619998" y="1244194"/>
                  </a:lnTo>
                  <a:lnTo>
                    <a:pt x="619985" y="1244185"/>
                  </a:lnTo>
                  <a:lnTo>
                    <a:pt x="619971" y="1244181"/>
                  </a:lnTo>
                  <a:lnTo>
                    <a:pt x="619950" y="1244178"/>
                  </a:lnTo>
                  <a:lnTo>
                    <a:pt x="619911" y="1244177"/>
                  </a:lnTo>
                  <a:lnTo>
                    <a:pt x="619879" y="1244179"/>
                  </a:lnTo>
                  <a:lnTo>
                    <a:pt x="619858" y="1244180"/>
                  </a:lnTo>
                  <a:lnTo>
                    <a:pt x="619795" y="1244181"/>
                  </a:lnTo>
                  <a:lnTo>
                    <a:pt x="619737" y="1244185"/>
                  </a:lnTo>
                  <a:lnTo>
                    <a:pt x="619708" y="1244191"/>
                  </a:lnTo>
                  <a:lnTo>
                    <a:pt x="619686" y="1244194"/>
                  </a:lnTo>
                  <a:lnTo>
                    <a:pt x="619665" y="1244194"/>
                  </a:lnTo>
                  <a:lnTo>
                    <a:pt x="619637" y="1244191"/>
                  </a:lnTo>
                  <a:lnTo>
                    <a:pt x="619612" y="1244184"/>
                  </a:lnTo>
                  <a:lnTo>
                    <a:pt x="619591" y="1244178"/>
                  </a:lnTo>
                  <a:lnTo>
                    <a:pt x="619579" y="1244176"/>
                  </a:lnTo>
                  <a:lnTo>
                    <a:pt x="619554" y="1244173"/>
                  </a:lnTo>
                  <a:lnTo>
                    <a:pt x="619527" y="1244170"/>
                  </a:lnTo>
                  <a:lnTo>
                    <a:pt x="619509" y="1244170"/>
                  </a:lnTo>
                  <a:lnTo>
                    <a:pt x="619494" y="1244173"/>
                  </a:lnTo>
                  <a:lnTo>
                    <a:pt x="619465" y="1244180"/>
                  </a:lnTo>
                  <a:lnTo>
                    <a:pt x="619443" y="1244186"/>
                  </a:lnTo>
                  <a:lnTo>
                    <a:pt x="619425" y="1244190"/>
                  </a:lnTo>
                  <a:lnTo>
                    <a:pt x="619411" y="1244191"/>
                  </a:lnTo>
                  <a:lnTo>
                    <a:pt x="619385" y="1244189"/>
                  </a:lnTo>
                  <a:lnTo>
                    <a:pt x="619368" y="1244192"/>
                  </a:lnTo>
                  <a:lnTo>
                    <a:pt x="619348" y="1244197"/>
                  </a:lnTo>
                  <a:lnTo>
                    <a:pt x="619331" y="1244205"/>
                  </a:lnTo>
                  <a:lnTo>
                    <a:pt x="619279" y="1244229"/>
                  </a:lnTo>
                  <a:lnTo>
                    <a:pt x="619260" y="1244240"/>
                  </a:lnTo>
                  <a:lnTo>
                    <a:pt x="619218" y="1244257"/>
                  </a:lnTo>
                  <a:lnTo>
                    <a:pt x="619204" y="1244264"/>
                  </a:lnTo>
                  <a:lnTo>
                    <a:pt x="619198" y="1244267"/>
                  </a:lnTo>
                  <a:lnTo>
                    <a:pt x="619187" y="1244274"/>
                  </a:lnTo>
                  <a:lnTo>
                    <a:pt x="619175" y="1244285"/>
                  </a:lnTo>
                  <a:lnTo>
                    <a:pt x="619159" y="1244305"/>
                  </a:lnTo>
                  <a:lnTo>
                    <a:pt x="619150" y="1244320"/>
                  </a:lnTo>
                  <a:lnTo>
                    <a:pt x="619141" y="1244338"/>
                  </a:lnTo>
                  <a:lnTo>
                    <a:pt x="619128" y="1244364"/>
                  </a:lnTo>
                  <a:lnTo>
                    <a:pt x="619120" y="1244377"/>
                  </a:lnTo>
                  <a:lnTo>
                    <a:pt x="619102" y="1244394"/>
                  </a:lnTo>
                  <a:lnTo>
                    <a:pt x="619087" y="1244408"/>
                  </a:lnTo>
                  <a:lnTo>
                    <a:pt x="619065" y="1244425"/>
                  </a:lnTo>
                  <a:lnTo>
                    <a:pt x="619053" y="1244434"/>
                  </a:lnTo>
                  <a:lnTo>
                    <a:pt x="619034" y="1244449"/>
                  </a:lnTo>
                  <a:lnTo>
                    <a:pt x="619011" y="1244462"/>
                  </a:lnTo>
                  <a:lnTo>
                    <a:pt x="618976" y="1244484"/>
                  </a:lnTo>
                  <a:lnTo>
                    <a:pt x="618956" y="1244499"/>
                  </a:lnTo>
                  <a:lnTo>
                    <a:pt x="618934" y="1244517"/>
                  </a:lnTo>
                  <a:lnTo>
                    <a:pt x="618894" y="1244549"/>
                  </a:lnTo>
                  <a:lnTo>
                    <a:pt x="618872" y="1244569"/>
                  </a:lnTo>
                  <a:lnTo>
                    <a:pt x="618827" y="1244608"/>
                  </a:lnTo>
                  <a:lnTo>
                    <a:pt x="618805" y="1244626"/>
                  </a:lnTo>
                  <a:lnTo>
                    <a:pt x="618757" y="1244663"/>
                  </a:lnTo>
                  <a:lnTo>
                    <a:pt x="618735" y="1244682"/>
                  </a:lnTo>
                  <a:lnTo>
                    <a:pt x="618715" y="1244697"/>
                  </a:lnTo>
                  <a:lnTo>
                    <a:pt x="618687" y="1244714"/>
                  </a:lnTo>
                  <a:lnTo>
                    <a:pt x="618672" y="1244720"/>
                  </a:lnTo>
                  <a:lnTo>
                    <a:pt x="618648" y="1244730"/>
                  </a:lnTo>
                  <a:lnTo>
                    <a:pt x="618624" y="1244738"/>
                  </a:lnTo>
                  <a:lnTo>
                    <a:pt x="618604" y="1244747"/>
                  </a:lnTo>
                  <a:lnTo>
                    <a:pt x="618588" y="1244753"/>
                  </a:lnTo>
                  <a:lnTo>
                    <a:pt x="618571" y="1244766"/>
                  </a:lnTo>
                  <a:lnTo>
                    <a:pt x="618562" y="1244770"/>
                  </a:lnTo>
                  <a:lnTo>
                    <a:pt x="618557" y="1244771"/>
                  </a:lnTo>
                  <a:lnTo>
                    <a:pt x="618551" y="1244768"/>
                  </a:lnTo>
                  <a:lnTo>
                    <a:pt x="618547" y="1244765"/>
                  </a:lnTo>
                  <a:lnTo>
                    <a:pt x="618539" y="1244757"/>
                  </a:lnTo>
                  <a:lnTo>
                    <a:pt x="618521" y="1244739"/>
                  </a:lnTo>
                  <a:lnTo>
                    <a:pt x="618510" y="1244729"/>
                  </a:lnTo>
                  <a:lnTo>
                    <a:pt x="618492" y="1244715"/>
                  </a:lnTo>
                  <a:lnTo>
                    <a:pt x="618467" y="1244702"/>
                  </a:lnTo>
                  <a:lnTo>
                    <a:pt x="618433" y="1244687"/>
                  </a:lnTo>
                  <a:lnTo>
                    <a:pt x="618409" y="1244675"/>
                  </a:lnTo>
                  <a:lnTo>
                    <a:pt x="618387" y="1244664"/>
                  </a:lnTo>
                  <a:lnTo>
                    <a:pt x="618361" y="1244648"/>
                  </a:lnTo>
                  <a:lnTo>
                    <a:pt x="618348" y="1244640"/>
                  </a:lnTo>
                  <a:lnTo>
                    <a:pt x="618331" y="1244629"/>
                  </a:lnTo>
                  <a:lnTo>
                    <a:pt x="618324" y="1244625"/>
                  </a:lnTo>
                  <a:lnTo>
                    <a:pt x="618319" y="1244625"/>
                  </a:lnTo>
                  <a:lnTo>
                    <a:pt x="618315" y="1244627"/>
                  </a:lnTo>
                  <a:lnTo>
                    <a:pt x="618307" y="1244633"/>
                  </a:lnTo>
                  <a:lnTo>
                    <a:pt x="618295" y="1244634"/>
                  </a:lnTo>
                  <a:lnTo>
                    <a:pt x="618276" y="1244633"/>
                  </a:lnTo>
                  <a:lnTo>
                    <a:pt x="618259" y="1244630"/>
                  </a:lnTo>
                  <a:lnTo>
                    <a:pt x="618237" y="1244626"/>
                  </a:lnTo>
                  <a:lnTo>
                    <a:pt x="618218" y="1244618"/>
                  </a:lnTo>
                  <a:lnTo>
                    <a:pt x="618193" y="1244606"/>
                  </a:lnTo>
                  <a:lnTo>
                    <a:pt x="618176" y="1244595"/>
                  </a:lnTo>
                  <a:lnTo>
                    <a:pt x="618153" y="1244580"/>
                  </a:lnTo>
                  <a:lnTo>
                    <a:pt x="618112" y="1244559"/>
                  </a:lnTo>
                  <a:lnTo>
                    <a:pt x="618091" y="1244548"/>
                  </a:lnTo>
                  <a:lnTo>
                    <a:pt x="618074" y="1244539"/>
                  </a:lnTo>
                  <a:lnTo>
                    <a:pt x="618037" y="1244518"/>
                  </a:lnTo>
                  <a:lnTo>
                    <a:pt x="618023" y="1244512"/>
                  </a:lnTo>
                  <a:lnTo>
                    <a:pt x="618003" y="1244505"/>
                  </a:lnTo>
                  <a:lnTo>
                    <a:pt x="617980" y="1244500"/>
                  </a:lnTo>
                  <a:lnTo>
                    <a:pt x="617952" y="1244495"/>
                  </a:lnTo>
                  <a:lnTo>
                    <a:pt x="617944" y="1244493"/>
                  </a:lnTo>
                  <a:lnTo>
                    <a:pt x="617922" y="1244484"/>
                  </a:lnTo>
                  <a:lnTo>
                    <a:pt x="617912" y="1244480"/>
                  </a:lnTo>
                  <a:lnTo>
                    <a:pt x="617905" y="1244481"/>
                  </a:lnTo>
                  <a:lnTo>
                    <a:pt x="617894" y="1244486"/>
                  </a:lnTo>
                  <a:lnTo>
                    <a:pt x="617882" y="1244488"/>
                  </a:lnTo>
                  <a:lnTo>
                    <a:pt x="617870" y="1244488"/>
                  </a:lnTo>
                  <a:lnTo>
                    <a:pt x="617861" y="1244484"/>
                  </a:lnTo>
                  <a:lnTo>
                    <a:pt x="617844" y="1244476"/>
                  </a:lnTo>
                  <a:lnTo>
                    <a:pt x="617825" y="1244464"/>
                  </a:lnTo>
                  <a:lnTo>
                    <a:pt x="617808" y="1244450"/>
                  </a:lnTo>
                  <a:lnTo>
                    <a:pt x="617787" y="1244431"/>
                  </a:lnTo>
                  <a:lnTo>
                    <a:pt x="617769" y="1244416"/>
                  </a:lnTo>
                  <a:lnTo>
                    <a:pt x="617744" y="1244399"/>
                  </a:lnTo>
                  <a:lnTo>
                    <a:pt x="617728" y="1244386"/>
                  </a:lnTo>
                  <a:lnTo>
                    <a:pt x="617718" y="1244370"/>
                  </a:lnTo>
                  <a:lnTo>
                    <a:pt x="617711" y="1244358"/>
                  </a:lnTo>
                  <a:lnTo>
                    <a:pt x="617704" y="1244342"/>
                  </a:lnTo>
                  <a:lnTo>
                    <a:pt x="617686" y="1244307"/>
                  </a:lnTo>
                  <a:lnTo>
                    <a:pt x="617679" y="1244291"/>
                  </a:lnTo>
                  <a:lnTo>
                    <a:pt x="617675" y="1244281"/>
                  </a:lnTo>
                  <a:lnTo>
                    <a:pt x="617675" y="1244269"/>
                  </a:lnTo>
                  <a:lnTo>
                    <a:pt x="617676" y="1244239"/>
                  </a:lnTo>
                  <a:lnTo>
                    <a:pt x="617675" y="1244228"/>
                  </a:lnTo>
                  <a:lnTo>
                    <a:pt x="617674" y="1244222"/>
                  </a:lnTo>
                  <a:lnTo>
                    <a:pt x="617666" y="1244212"/>
                  </a:lnTo>
                  <a:lnTo>
                    <a:pt x="617649" y="1244198"/>
                  </a:lnTo>
                  <a:lnTo>
                    <a:pt x="617637" y="1244186"/>
                  </a:lnTo>
                  <a:lnTo>
                    <a:pt x="617625" y="1244174"/>
                  </a:lnTo>
                  <a:lnTo>
                    <a:pt x="617609" y="1244153"/>
                  </a:lnTo>
                  <a:lnTo>
                    <a:pt x="617603" y="1244139"/>
                  </a:lnTo>
                  <a:lnTo>
                    <a:pt x="617593" y="1244118"/>
                  </a:lnTo>
                  <a:lnTo>
                    <a:pt x="617585" y="1244096"/>
                  </a:lnTo>
                  <a:lnTo>
                    <a:pt x="617577" y="1244074"/>
                  </a:lnTo>
                  <a:lnTo>
                    <a:pt x="617567" y="1244052"/>
                  </a:lnTo>
                  <a:lnTo>
                    <a:pt x="617552" y="1244029"/>
                  </a:lnTo>
                  <a:lnTo>
                    <a:pt x="617528" y="1243996"/>
                  </a:lnTo>
                  <a:lnTo>
                    <a:pt x="617518" y="1243982"/>
                  </a:lnTo>
                  <a:lnTo>
                    <a:pt x="617506" y="1243964"/>
                  </a:lnTo>
                  <a:lnTo>
                    <a:pt x="617485" y="1243929"/>
                  </a:lnTo>
                  <a:lnTo>
                    <a:pt x="617475" y="1243911"/>
                  </a:lnTo>
                  <a:lnTo>
                    <a:pt x="617465" y="1243891"/>
                  </a:lnTo>
                  <a:lnTo>
                    <a:pt x="617448" y="1243858"/>
                  </a:lnTo>
                  <a:lnTo>
                    <a:pt x="617440" y="1243837"/>
                  </a:lnTo>
                  <a:lnTo>
                    <a:pt x="617433" y="1243825"/>
                  </a:lnTo>
                  <a:lnTo>
                    <a:pt x="617417" y="1243802"/>
                  </a:lnTo>
                  <a:lnTo>
                    <a:pt x="617411" y="1243796"/>
                  </a:lnTo>
                  <a:lnTo>
                    <a:pt x="617399" y="1243787"/>
                  </a:lnTo>
                  <a:lnTo>
                    <a:pt x="617380" y="1243775"/>
                  </a:lnTo>
                  <a:lnTo>
                    <a:pt x="617365" y="1243764"/>
                  </a:lnTo>
                  <a:lnTo>
                    <a:pt x="617358" y="1243756"/>
                  </a:lnTo>
                  <a:lnTo>
                    <a:pt x="617358" y="1243743"/>
                  </a:lnTo>
                  <a:lnTo>
                    <a:pt x="617355" y="1243731"/>
                  </a:lnTo>
                  <a:lnTo>
                    <a:pt x="617351" y="1243719"/>
                  </a:lnTo>
                  <a:lnTo>
                    <a:pt x="617344" y="1243706"/>
                  </a:lnTo>
                  <a:lnTo>
                    <a:pt x="617333" y="1243697"/>
                  </a:lnTo>
                  <a:lnTo>
                    <a:pt x="617320" y="1243689"/>
                  </a:lnTo>
                  <a:lnTo>
                    <a:pt x="617307" y="1243681"/>
                  </a:lnTo>
                  <a:lnTo>
                    <a:pt x="617289" y="1243669"/>
                  </a:lnTo>
                  <a:lnTo>
                    <a:pt x="617274" y="1243659"/>
                  </a:lnTo>
                  <a:lnTo>
                    <a:pt x="617259" y="1243649"/>
                  </a:lnTo>
                  <a:lnTo>
                    <a:pt x="617249" y="1243645"/>
                  </a:lnTo>
                  <a:lnTo>
                    <a:pt x="617239" y="1243646"/>
                  </a:lnTo>
                  <a:lnTo>
                    <a:pt x="617221" y="1243651"/>
                  </a:lnTo>
                  <a:lnTo>
                    <a:pt x="617190" y="1243656"/>
                  </a:lnTo>
                  <a:lnTo>
                    <a:pt x="617163" y="1243658"/>
                  </a:lnTo>
                  <a:lnTo>
                    <a:pt x="617144" y="1243654"/>
                  </a:lnTo>
                  <a:lnTo>
                    <a:pt x="617120" y="1243648"/>
                  </a:lnTo>
                  <a:lnTo>
                    <a:pt x="617105" y="1243640"/>
                  </a:lnTo>
                  <a:lnTo>
                    <a:pt x="617094" y="1243638"/>
                  </a:lnTo>
                  <a:lnTo>
                    <a:pt x="617070" y="1243637"/>
                  </a:lnTo>
                  <a:lnTo>
                    <a:pt x="617047" y="1243639"/>
                  </a:lnTo>
                  <a:lnTo>
                    <a:pt x="617028" y="1243642"/>
                  </a:lnTo>
                  <a:lnTo>
                    <a:pt x="616991" y="1243643"/>
                  </a:lnTo>
                  <a:lnTo>
                    <a:pt x="616961" y="1243641"/>
                  </a:lnTo>
                  <a:lnTo>
                    <a:pt x="616928" y="1243635"/>
                  </a:lnTo>
                  <a:lnTo>
                    <a:pt x="616879" y="1243629"/>
                  </a:lnTo>
                  <a:lnTo>
                    <a:pt x="616853" y="1243628"/>
                  </a:lnTo>
                  <a:lnTo>
                    <a:pt x="616825" y="1243628"/>
                  </a:lnTo>
                  <a:lnTo>
                    <a:pt x="616801" y="1243629"/>
                  </a:lnTo>
                  <a:lnTo>
                    <a:pt x="616785" y="1243632"/>
                  </a:lnTo>
                  <a:lnTo>
                    <a:pt x="616759" y="1243636"/>
                  </a:lnTo>
                  <a:lnTo>
                    <a:pt x="616738" y="1243637"/>
                  </a:lnTo>
                  <a:lnTo>
                    <a:pt x="616718" y="1243641"/>
                  </a:lnTo>
                  <a:lnTo>
                    <a:pt x="616713" y="1243640"/>
                  </a:lnTo>
                  <a:lnTo>
                    <a:pt x="616707" y="1243633"/>
                  </a:lnTo>
                  <a:lnTo>
                    <a:pt x="616699" y="1243626"/>
                  </a:lnTo>
                  <a:lnTo>
                    <a:pt x="616683" y="1243620"/>
                  </a:lnTo>
                  <a:lnTo>
                    <a:pt x="616662" y="1243616"/>
                  </a:lnTo>
                  <a:lnTo>
                    <a:pt x="616635" y="1243608"/>
                  </a:lnTo>
                  <a:lnTo>
                    <a:pt x="616612" y="1243600"/>
                  </a:lnTo>
                  <a:lnTo>
                    <a:pt x="616583" y="1243589"/>
                  </a:lnTo>
                  <a:lnTo>
                    <a:pt x="616552" y="1243573"/>
                  </a:lnTo>
                  <a:lnTo>
                    <a:pt x="616534" y="1243559"/>
                  </a:lnTo>
                  <a:lnTo>
                    <a:pt x="616519" y="1243545"/>
                  </a:lnTo>
                  <a:lnTo>
                    <a:pt x="616504" y="1243527"/>
                  </a:lnTo>
                  <a:lnTo>
                    <a:pt x="616487" y="1243502"/>
                  </a:lnTo>
                  <a:lnTo>
                    <a:pt x="616479" y="1243484"/>
                  </a:lnTo>
                  <a:lnTo>
                    <a:pt x="616463" y="1243441"/>
                  </a:lnTo>
                  <a:lnTo>
                    <a:pt x="616457" y="1243420"/>
                  </a:lnTo>
                  <a:lnTo>
                    <a:pt x="616438" y="1243384"/>
                  </a:lnTo>
                  <a:lnTo>
                    <a:pt x="616423" y="1243359"/>
                  </a:lnTo>
                  <a:lnTo>
                    <a:pt x="616396" y="1243318"/>
                  </a:lnTo>
                  <a:lnTo>
                    <a:pt x="616384" y="1243299"/>
                  </a:lnTo>
                  <a:lnTo>
                    <a:pt x="616369" y="1243282"/>
                  </a:lnTo>
                  <a:lnTo>
                    <a:pt x="616339" y="1243257"/>
                  </a:lnTo>
                  <a:lnTo>
                    <a:pt x="616320" y="1243247"/>
                  </a:lnTo>
                  <a:lnTo>
                    <a:pt x="616303" y="1243240"/>
                  </a:lnTo>
                  <a:lnTo>
                    <a:pt x="616289" y="1243239"/>
                  </a:lnTo>
                  <a:lnTo>
                    <a:pt x="616276" y="1243240"/>
                  </a:lnTo>
                  <a:lnTo>
                    <a:pt x="616256" y="1243245"/>
                  </a:lnTo>
                  <a:lnTo>
                    <a:pt x="616234" y="1243252"/>
                  </a:lnTo>
                  <a:lnTo>
                    <a:pt x="616206" y="1243259"/>
                  </a:lnTo>
                  <a:lnTo>
                    <a:pt x="616177" y="1243265"/>
                  </a:lnTo>
                  <a:lnTo>
                    <a:pt x="616146" y="1243269"/>
                  </a:lnTo>
                  <a:lnTo>
                    <a:pt x="616123" y="1243271"/>
                  </a:lnTo>
                  <a:lnTo>
                    <a:pt x="616105" y="1243275"/>
                  </a:lnTo>
                  <a:lnTo>
                    <a:pt x="616092" y="1243278"/>
                  </a:lnTo>
                  <a:lnTo>
                    <a:pt x="616075" y="1243281"/>
                  </a:lnTo>
                  <a:lnTo>
                    <a:pt x="616048" y="1243283"/>
                  </a:lnTo>
                  <a:lnTo>
                    <a:pt x="616019" y="1243285"/>
                  </a:lnTo>
                  <a:lnTo>
                    <a:pt x="616002" y="1243289"/>
                  </a:lnTo>
                  <a:lnTo>
                    <a:pt x="615987" y="1243293"/>
                  </a:lnTo>
                  <a:lnTo>
                    <a:pt x="615972" y="1243297"/>
                  </a:lnTo>
                  <a:lnTo>
                    <a:pt x="615957" y="1243300"/>
                  </a:lnTo>
                  <a:lnTo>
                    <a:pt x="615932" y="1243312"/>
                  </a:lnTo>
                  <a:lnTo>
                    <a:pt x="615915" y="1243318"/>
                  </a:lnTo>
                  <a:lnTo>
                    <a:pt x="615890" y="1243322"/>
                  </a:lnTo>
                  <a:lnTo>
                    <a:pt x="615859" y="1243327"/>
                  </a:lnTo>
                  <a:lnTo>
                    <a:pt x="615841" y="1243331"/>
                  </a:lnTo>
                  <a:lnTo>
                    <a:pt x="615816" y="1243337"/>
                  </a:lnTo>
                  <a:lnTo>
                    <a:pt x="615771" y="1243345"/>
                  </a:lnTo>
                  <a:lnTo>
                    <a:pt x="615734" y="1243351"/>
                  </a:lnTo>
                  <a:lnTo>
                    <a:pt x="615701" y="1243353"/>
                  </a:lnTo>
                  <a:lnTo>
                    <a:pt x="615684" y="1243354"/>
                  </a:lnTo>
                  <a:lnTo>
                    <a:pt x="615677" y="1243353"/>
                  </a:lnTo>
                  <a:lnTo>
                    <a:pt x="615670" y="1243349"/>
                  </a:lnTo>
                  <a:lnTo>
                    <a:pt x="615660" y="1243334"/>
                  </a:lnTo>
                  <a:lnTo>
                    <a:pt x="615651" y="1243315"/>
                  </a:lnTo>
                  <a:lnTo>
                    <a:pt x="615636" y="1243297"/>
                  </a:lnTo>
                  <a:lnTo>
                    <a:pt x="615628" y="1243290"/>
                  </a:lnTo>
                  <a:lnTo>
                    <a:pt x="615622" y="1243287"/>
                  </a:lnTo>
                  <a:lnTo>
                    <a:pt x="615606" y="1243285"/>
                  </a:lnTo>
                  <a:lnTo>
                    <a:pt x="615578" y="1243283"/>
                  </a:lnTo>
                  <a:lnTo>
                    <a:pt x="615546" y="1243281"/>
                  </a:lnTo>
                  <a:lnTo>
                    <a:pt x="615532" y="1243280"/>
                  </a:lnTo>
                  <a:lnTo>
                    <a:pt x="615517" y="1243283"/>
                  </a:lnTo>
                  <a:lnTo>
                    <a:pt x="615504" y="1243286"/>
                  </a:lnTo>
                  <a:lnTo>
                    <a:pt x="615485" y="1243292"/>
                  </a:lnTo>
                  <a:lnTo>
                    <a:pt x="615470" y="1243301"/>
                  </a:lnTo>
                  <a:lnTo>
                    <a:pt x="615450" y="1243313"/>
                  </a:lnTo>
                  <a:lnTo>
                    <a:pt x="615431" y="1243322"/>
                  </a:lnTo>
                  <a:lnTo>
                    <a:pt x="615414" y="1243326"/>
                  </a:lnTo>
                  <a:lnTo>
                    <a:pt x="615391" y="1243327"/>
                  </a:lnTo>
                  <a:lnTo>
                    <a:pt x="615372" y="1243327"/>
                  </a:lnTo>
                  <a:lnTo>
                    <a:pt x="615349" y="1243325"/>
                  </a:lnTo>
                  <a:lnTo>
                    <a:pt x="615331" y="1243321"/>
                  </a:lnTo>
                  <a:lnTo>
                    <a:pt x="615312" y="1243315"/>
                  </a:lnTo>
                  <a:lnTo>
                    <a:pt x="615295" y="1243308"/>
                  </a:lnTo>
                  <a:lnTo>
                    <a:pt x="615283" y="1243306"/>
                  </a:lnTo>
                  <a:lnTo>
                    <a:pt x="615276" y="1243306"/>
                  </a:lnTo>
                  <a:lnTo>
                    <a:pt x="615270" y="1243310"/>
                  </a:lnTo>
                  <a:lnTo>
                    <a:pt x="615256" y="1243320"/>
                  </a:lnTo>
                  <a:lnTo>
                    <a:pt x="615236" y="1243335"/>
                  </a:lnTo>
                  <a:lnTo>
                    <a:pt x="615216" y="1243348"/>
                  </a:lnTo>
                  <a:lnTo>
                    <a:pt x="615212" y="1243351"/>
                  </a:lnTo>
                  <a:lnTo>
                    <a:pt x="615170" y="1243373"/>
                  </a:lnTo>
                  <a:lnTo>
                    <a:pt x="615158" y="1243380"/>
                  </a:lnTo>
                  <a:lnTo>
                    <a:pt x="615140" y="1243388"/>
                  </a:lnTo>
                  <a:lnTo>
                    <a:pt x="615121" y="1243398"/>
                  </a:lnTo>
                  <a:lnTo>
                    <a:pt x="615105" y="1243408"/>
                  </a:lnTo>
                  <a:lnTo>
                    <a:pt x="615088" y="1243421"/>
                  </a:lnTo>
                  <a:lnTo>
                    <a:pt x="615081" y="1243433"/>
                  </a:lnTo>
                  <a:lnTo>
                    <a:pt x="615071" y="1243448"/>
                  </a:lnTo>
                  <a:lnTo>
                    <a:pt x="615059" y="1243467"/>
                  </a:lnTo>
                  <a:lnTo>
                    <a:pt x="615047" y="1243487"/>
                  </a:lnTo>
                  <a:lnTo>
                    <a:pt x="615039" y="1243495"/>
                  </a:lnTo>
                  <a:lnTo>
                    <a:pt x="615028" y="1243501"/>
                  </a:lnTo>
                  <a:lnTo>
                    <a:pt x="614997" y="1243519"/>
                  </a:lnTo>
                  <a:lnTo>
                    <a:pt x="614958" y="1243543"/>
                  </a:lnTo>
                  <a:lnTo>
                    <a:pt x="614941" y="1243555"/>
                  </a:lnTo>
                  <a:lnTo>
                    <a:pt x="614919" y="1243566"/>
                  </a:lnTo>
                  <a:lnTo>
                    <a:pt x="614910" y="1243570"/>
                  </a:lnTo>
                  <a:lnTo>
                    <a:pt x="614899" y="1243569"/>
                  </a:lnTo>
                  <a:lnTo>
                    <a:pt x="614889" y="1243565"/>
                  </a:lnTo>
                  <a:lnTo>
                    <a:pt x="614881" y="1243562"/>
                  </a:lnTo>
                  <a:lnTo>
                    <a:pt x="614863" y="1243560"/>
                  </a:lnTo>
                  <a:lnTo>
                    <a:pt x="614838" y="1243561"/>
                  </a:lnTo>
                  <a:lnTo>
                    <a:pt x="614806" y="1243566"/>
                  </a:lnTo>
                  <a:lnTo>
                    <a:pt x="614786" y="1243571"/>
                  </a:lnTo>
                  <a:lnTo>
                    <a:pt x="614713" y="1243586"/>
                  </a:lnTo>
                  <a:lnTo>
                    <a:pt x="614684" y="1243592"/>
                  </a:lnTo>
                  <a:lnTo>
                    <a:pt x="614632" y="1243601"/>
                  </a:lnTo>
                  <a:lnTo>
                    <a:pt x="614609" y="1243606"/>
                  </a:lnTo>
                  <a:lnTo>
                    <a:pt x="614561" y="1243615"/>
                  </a:lnTo>
                  <a:lnTo>
                    <a:pt x="614547" y="1243618"/>
                  </a:lnTo>
                  <a:lnTo>
                    <a:pt x="614518" y="1243623"/>
                  </a:lnTo>
                  <a:lnTo>
                    <a:pt x="614475" y="1243629"/>
                  </a:lnTo>
                  <a:lnTo>
                    <a:pt x="614456" y="1243628"/>
                  </a:lnTo>
                  <a:lnTo>
                    <a:pt x="614440" y="1243624"/>
                  </a:lnTo>
                  <a:lnTo>
                    <a:pt x="614430" y="1243618"/>
                  </a:lnTo>
                  <a:lnTo>
                    <a:pt x="614400" y="1243602"/>
                  </a:lnTo>
                  <a:lnTo>
                    <a:pt x="614381" y="1243594"/>
                  </a:lnTo>
                  <a:lnTo>
                    <a:pt x="614352" y="1243580"/>
                  </a:lnTo>
                  <a:lnTo>
                    <a:pt x="614334" y="1243571"/>
                  </a:lnTo>
                  <a:lnTo>
                    <a:pt x="614313" y="1243553"/>
                  </a:lnTo>
                  <a:lnTo>
                    <a:pt x="614292" y="1243532"/>
                  </a:lnTo>
                  <a:lnTo>
                    <a:pt x="614277" y="1243518"/>
                  </a:lnTo>
                  <a:lnTo>
                    <a:pt x="614263" y="1243509"/>
                  </a:lnTo>
                  <a:lnTo>
                    <a:pt x="614250" y="1243506"/>
                  </a:lnTo>
                  <a:lnTo>
                    <a:pt x="614233" y="1243502"/>
                  </a:lnTo>
                  <a:lnTo>
                    <a:pt x="614214" y="1243497"/>
                  </a:lnTo>
                  <a:lnTo>
                    <a:pt x="614191" y="1243490"/>
                  </a:lnTo>
                  <a:lnTo>
                    <a:pt x="614145" y="1243474"/>
                  </a:lnTo>
                  <a:lnTo>
                    <a:pt x="614113" y="1243464"/>
                  </a:lnTo>
                  <a:lnTo>
                    <a:pt x="614067" y="1243452"/>
                  </a:lnTo>
                  <a:lnTo>
                    <a:pt x="614043" y="1243442"/>
                  </a:lnTo>
                  <a:lnTo>
                    <a:pt x="614016" y="1243428"/>
                  </a:lnTo>
                  <a:lnTo>
                    <a:pt x="613986" y="1243420"/>
                  </a:lnTo>
                  <a:lnTo>
                    <a:pt x="613966" y="1243417"/>
                  </a:lnTo>
                  <a:lnTo>
                    <a:pt x="613937" y="1243416"/>
                  </a:lnTo>
                  <a:lnTo>
                    <a:pt x="613917" y="1243419"/>
                  </a:lnTo>
                  <a:lnTo>
                    <a:pt x="613904" y="1243422"/>
                  </a:lnTo>
                  <a:lnTo>
                    <a:pt x="613884" y="1243431"/>
                  </a:lnTo>
                  <a:lnTo>
                    <a:pt x="613829" y="1243450"/>
                  </a:lnTo>
                  <a:lnTo>
                    <a:pt x="613810" y="1243457"/>
                  </a:lnTo>
                  <a:lnTo>
                    <a:pt x="613797" y="1243460"/>
                  </a:lnTo>
                  <a:lnTo>
                    <a:pt x="613780" y="1243463"/>
                  </a:lnTo>
                  <a:lnTo>
                    <a:pt x="613749" y="1243469"/>
                  </a:lnTo>
                  <a:lnTo>
                    <a:pt x="613736" y="1243472"/>
                  </a:lnTo>
                  <a:lnTo>
                    <a:pt x="613723" y="1243478"/>
                  </a:lnTo>
                  <a:lnTo>
                    <a:pt x="613705" y="1243487"/>
                  </a:lnTo>
                  <a:lnTo>
                    <a:pt x="613670" y="1243508"/>
                  </a:lnTo>
                  <a:lnTo>
                    <a:pt x="613644" y="1243522"/>
                  </a:lnTo>
                  <a:lnTo>
                    <a:pt x="613589" y="1243550"/>
                  </a:lnTo>
                  <a:lnTo>
                    <a:pt x="613562" y="1243563"/>
                  </a:lnTo>
                  <a:lnTo>
                    <a:pt x="613543" y="1243572"/>
                  </a:lnTo>
                  <a:lnTo>
                    <a:pt x="613515" y="1243582"/>
                  </a:lnTo>
                  <a:lnTo>
                    <a:pt x="613507" y="1243583"/>
                  </a:lnTo>
                  <a:lnTo>
                    <a:pt x="613498" y="1243583"/>
                  </a:lnTo>
                  <a:lnTo>
                    <a:pt x="613485" y="1243577"/>
                  </a:lnTo>
                  <a:lnTo>
                    <a:pt x="613467" y="1243564"/>
                  </a:lnTo>
                  <a:lnTo>
                    <a:pt x="613454" y="1243550"/>
                  </a:lnTo>
                  <a:lnTo>
                    <a:pt x="613445" y="1243538"/>
                  </a:lnTo>
                  <a:lnTo>
                    <a:pt x="613430" y="1243512"/>
                  </a:lnTo>
                  <a:lnTo>
                    <a:pt x="613426" y="1243504"/>
                  </a:lnTo>
                  <a:lnTo>
                    <a:pt x="613420" y="1243484"/>
                  </a:lnTo>
                  <a:lnTo>
                    <a:pt x="613409" y="1243441"/>
                  </a:lnTo>
                  <a:lnTo>
                    <a:pt x="613404" y="1243421"/>
                  </a:lnTo>
                  <a:lnTo>
                    <a:pt x="613399" y="1243384"/>
                  </a:lnTo>
                  <a:lnTo>
                    <a:pt x="613398" y="1243370"/>
                  </a:lnTo>
                  <a:lnTo>
                    <a:pt x="613397" y="1243347"/>
                  </a:lnTo>
                  <a:lnTo>
                    <a:pt x="613398" y="1243318"/>
                  </a:lnTo>
                  <a:lnTo>
                    <a:pt x="613399" y="1243308"/>
                  </a:lnTo>
                  <a:lnTo>
                    <a:pt x="613400" y="1243288"/>
                  </a:lnTo>
                  <a:lnTo>
                    <a:pt x="613398" y="1243270"/>
                  </a:lnTo>
                  <a:lnTo>
                    <a:pt x="613392" y="1243251"/>
                  </a:lnTo>
                  <a:lnTo>
                    <a:pt x="613386" y="1243239"/>
                  </a:lnTo>
                  <a:lnTo>
                    <a:pt x="613372" y="1243221"/>
                  </a:lnTo>
                  <a:lnTo>
                    <a:pt x="613342" y="1243190"/>
                  </a:lnTo>
                  <a:lnTo>
                    <a:pt x="613330" y="1243179"/>
                  </a:lnTo>
                  <a:lnTo>
                    <a:pt x="613312" y="1243162"/>
                  </a:lnTo>
                  <a:lnTo>
                    <a:pt x="613296" y="1243143"/>
                  </a:lnTo>
                  <a:lnTo>
                    <a:pt x="613282" y="1243123"/>
                  </a:lnTo>
                  <a:lnTo>
                    <a:pt x="613268" y="1243097"/>
                  </a:lnTo>
                  <a:lnTo>
                    <a:pt x="613261" y="1243081"/>
                  </a:lnTo>
                  <a:lnTo>
                    <a:pt x="613258" y="1243059"/>
                  </a:lnTo>
                  <a:lnTo>
                    <a:pt x="613258" y="1243044"/>
                  </a:lnTo>
                  <a:lnTo>
                    <a:pt x="613259" y="1243029"/>
                  </a:lnTo>
                  <a:lnTo>
                    <a:pt x="613266" y="1242992"/>
                  </a:lnTo>
                  <a:lnTo>
                    <a:pt x="613268" y="1242980"/>
                  </a:lnTo>
                  <a:lnTo>
                    <a:pt x="613268" y="1242972"/>
                  </a:lnTo>
                  <a:lnTo>
                    <a:pt x="613264" y="1242963"/>
                  </a:lnTo>
                  <a:lnTo>
                    <a:pt x="613251" y="1242943"/>
                  </a:lnTo>
                  <a:lnTo>
                    <a:pt x="613235" y="1242927"/>
                  </a:lnTo>
                  <a:lnTo>
                    <a:pt x="613218" y="1242909"/>
                  </a:lnTo>
                  <a:lnTo>
                    <a:pt x="613188" y="1242880"/>
                  </a:lnTo>
                  <a:lnTo>
                    <a:pt x="613173" y="1242865"/>
                  </a:lnTo>
                  <a:lnTo>
                    <a:pt x="613157" y="1242845"/>
                  </a:lnTo>
                  <a:lnTo>
                    <a:pt x="613134" y="1242817"/>
                  </a:lnTo>
                  <a:lnTo>
                    <a:pt x="613123" y="1242801"/>
                  </a:lnTo>
                  <a:lnTo>
                    <a:pt x="613109" y="1242781"/>
                  </a:lnTo>
                  <a:lnTo>
                    <a:pt x="613094" y="1242767"/>
                  </a:lnTo>
                  <a:lnTo>
                    <a:pt x="613074" y="1242754"/>
                  </a:lnTo>
                  <a:lnTo>
                    <a:pt x="613057" y="1242748"/>
                  </a:lnTo>
                  <a:lnTo>
                    <a:pt x="613035" y="1242742"/>
                  </a:lnTo>
                  <a:lnTo>
                    <a:pt x="613014" y="1242739"/>
                  </a:lnTo>
                  <a:lnTo>
                    <a:pt x="613004" y="1242736"/>
                  </a:lnTo>
                  <a:lnTo>
                    <a:pt x="613001" y="1242732"/>
                  </a:lnTo>
                  <a:lnTo>
                    <a:pt x="613003" y="1242720"/>
                  </a:lnTo>
                  <a:lnTo>
                    <a:pt x="613008" y="1242699"/>
                  </a:lnTo>
                  <a:lnTo>
                    <a:pt x="613013" y="1242689"/>
                  </a:lnTo>
                  <a:lnTo>
                    <a:pt x="613024" y="1242670"/>
                  </a:lnTo>
                  <a:lnTo>
                    <a:pt x="613053" y="1242636"/>
                  </a:lnTo>
                  <a:lnTo>
                    <a:pt x="613064" y="1242624"/>
                  </a:lnTo>
                  <a:lnTo>
                    <a:pt x="613081" y="1242609"/>
                  </a:lnTo>
                  <a:lnTo>
                    <a:pt x="613111" y="1242574"/>
                  </a:lnTo>
                  <a:lnTo>
                    <a:pt x="613124" y="1242558"/>
                  </a:lnTo>
                  <a:lnTo>
                    <a:pt x="613138" y="1242537"/>
                  </a:lnTo>
                  <a:lnTo>
                    <a:pt x="613148" y="1242521"/>
                  </a:lnTo>
                  <a:lnTo>
                    <a:pt x="613153" y="1242507"/>
                  </a:lnTo>
                  <a:lnTo>
                    <a:pt x="613161" y="1242488"/>
                  </a:lnTo>
                  <a:lnTo>
                    <a:pt x="613179" y="1242450"/>
                  </a:lnTo>
                  <a:lnTo>
                    <a:pt x="613184" y="1242441"/>
                  </a:lnTo>
                  <a:lnTo>
                    <a:pt x="613191" y="1242425"/>
                  </a:lnTo>
                  <a:lnTo>
                    <a:pt x="613206" y="1242384"/>
                  </a:lnTo>
                  <a:lnTo>
                    <a:pt x="613211" y="1242366"/>
                  </a:lnTo>
                  <a:lnTo>
                    <a:pt x="613216" y="1242346"/>
                  </a:lnTo>
                  <a:lnTo>
                    <a:pt x="613219" y="1242317"/>
                  </a:lnTo>
                  <a:lnTo>
                    <a:pt x="613218" y="1242303"/>
                  </a:lnTo>
                  <a:lnTo>
                    <a:pt x="613216" y="1242287"/>
                  </a:lnTo>
                  <a:lnTo>
                    <a:pt x="613213" y="1242274"/>
                  </a:lnTo>
                  <a:lnTo>
                    <a:pt x="613199" y="1242253"/>
                  </a:lnTo>
                  <a:lnTo>
                    <a:pt x="613187" y="1242236"/>
                  </a:lnTo>
                  <a:lnTo>
                    <a:pt x="613177" y="1242220"/>
                  </a:lnTo>
                  <a:lnTo>
                    <a:pt x="613172" y="1242211"/>
                  </a:lnTo>
                  <a:lnTo>
                    <a:pt x="613167" y="1242189"/>
                  </a:lnTo>
                  <a:lnTo>
                    <a:pt x="613166" y="1242172"/>
                  </a:lnTo>
                  <a:lnTo>
                    <a:pt x="613164" y="1242126"/>
                  </a:lnTo>
                  <a:lnTo>
                    <a:pt x="613164" y="1242108"/>
                  </a:lnTo>
                  <a:lnTo>
                    <a:pt x="613167" y="1242072"/>
                  </a:lnTo>
                  <a:lnTo>
                    <a:pt x="613168" y="1242058"/>
                  </a:lnTo>
                  <a:lnTo>
                    <a:pt x="613168" y="1242049"/>
                  </a:lnTo>
                  <a:lnTo>
                    <a:pt x="613166" y="1242041"/>
                  </a:lnTo>
                  <a:lnTo>
                    <a:pt x="613160" y="1242027"/>
                  </a:lnTo>
                  <a:lnTo>
                    <a:pt x="613150" y="1242009"/>
                  </a:lnTo>
                  <a:lnTo>
                    <a:pt x="613145" y="1242000"/>
                  </a:lnTo>
                  <a:lnTo>
                    <a:pt x="613141" y="1241985"/>
                  </a:lnTo>
                  <a:lnTo>
                    <a:pt x="613139" y="1241971"/>
                  </a:lnTo>
                  <a:lnTo>
                    <a:pt x="613139" y="1241950"/>
                  </a:lnTo>
                  <a:lnTo>
                    <a:pt x="613140" y="1241940"/>
                  </a:lnTo>
                  <a:lnTo>
                    <a:pt x="613142" y="1241933"/>
                  </a:lnTo>
                  <a:lnTo>
                    <a:pt x="613149" y="1241912"/>
                  </a:lnTo>
                  <a:lnTo>
                    <a:pt x="613154" y="1241895"/>
                  </a:lnTo>
                  <a:lnTo>
                    <a:pt x="613154" y="1241878"/>
                  </a:lnTo>
                  <a:lnTo>
                    <a:pt x="613152" y="1241862"/>
                  </a:lnTo>
                  <a:lnTo>
                    <a:pt x="613145" y="1241842"/>
                  </a:lnTo>
                  <a:lnTo>
                    <a:pt x="613133" y="1241818"/>
                  </a:lnTo>
                  <a:lnTo>
                    <a:pt x="613125" y="1241800"/>
                  </a:lnTo>
                  <a:lnTo>
                    <a:pt x="613114" y="1241786"/>
                  </a:lnTo>
                  <a:lnTo>
                    <a:pt x="613100" y="1241776"/>
                  </a:lnTo>
                  <a:lnTo>
                    <a:pt x="613082" y="1241770"/>
                  </a:lnTo>
                  <a:lnTo>
                    <a:pt x="613063" y="1241768"/>
                  </a:lnTo>
                  <a:lnTo>
                    <a:pt x="612999" y="1241766"/>
                  </a:lnTo>
                  <a:lnTo>
                    <a:pt x="612979" y="1241766"/>
                  </a:lnTo>
                  <a:lnTo>
                    <a:pt x="612917" y="1241767"/>
                  </a:lnTo>
                  <a:lnTo>
                    <a:pt x="612903" y="1241768"/>
                  </a:lnTo>
                  <a:lnTo>
                    <a:pt x="612875" y="1241771"/>
                  </a:lnTo>
                  <a:lnTo>
                    <a:pt x="612833" y="1241780"/>
                  </a:lnTo>
                  <a:lnTo>
                    <a:pt x="612811" y="1241786"/>
                  </a:lnTo>
                  <a:lnTo>
                    <a:pt x="612784" y="1241798"/>
                  </a:lnTo>
                  <a:lnTo>
                    <a:pt x="612754" y="1241816"/>
                  </a:lnTo>
                  <a:lnTo>
                    <a:pt x="612741" y="1241828"/>
                  </a:lnTo>
                  <a:lnTo>
                    <a:pt x="612730" y="1241841"/>
                  </a:lnTo>
                  <a:lnTo>
                    <a:pt x="612727" y="1241856"/>
                  </a:lnTo>
                  <a:lnTo>
                    <a:pt x="612724" y="1241870"/>
                  </a:lnTo>
                  <a:lnTo>
                    <a:pt x="612718" y="1241875"/>
                  </a:lnTo>
                  <a:lnTo>
                    <a:pt x="612711" y="1241877"/>
                  </a:lnTo>
                  <a:lnTo>
                    <a:pt x="612697" y="1241876"/>
                  </a:lnTo>
                  <a:lnTo>
                    <a:pt x="612681" y="1241872"/>
                  </a:lnTo>
                  <a:lnTo>
                    <a:pt x="612673" y="1241870"/>
                  </a:lnTo>
                  <a:lnTo>
                    <a:pt x="612659" y="1241862"/>
                  </a:lnTo>
                  <a:lnTo>
                    <a:pt x="612648" y="1241854"/>
                  </a:lnTo>
                  <a:lnTo>
                    <a:pt x="612629" y="1241837"/>
                  </a:lnTo>
                  <a:lnTo>
                    <a:pt x="612595" y="1241808"/>
                  </a:lnTo>
                  <a:lnTo>
                    <a:pt x="612576" y="1241792"/>
                  </a:lnTo>
                  <a:lnTo>
                    <a:pt x="612520" y="1241755"/>
                  </a:lnTo>
                  <a:lnTo>
                    <a:pt x="612495" y="1241736"/>
                  </a:lnTo>
                  <a:lnTo>
                    <a:pt x="612471" y="1241719"/>
                  </a:lnTo>
                  <a:lnTo>
                    <a:pt x="612445" y="1241700"/>
                  </a:lnTo>
                  <a:lnTo>
                    <a:pt x="612437" y="1241698"/>
                  </a:lnTo>
                  <a:lnTo>
                    <a:pt x="612429" y="1241699"/>
                  </a:lnTo>
                  <a:lnTo>
                    <a:pt x="612414" y="1241704"/>
                  </a:lnTo>
                  <a:lnTo>
                    <a:pt x="612405" y="1241704"/>
                  </a:lnTo>
                  <a:lnTo>
                    <a:pt x="612396" y="1241704"/>
                  </a:lnTo>
                  <a:lnTo>
                    <a:pt x="612388" y="1241699"/>
                  </a:lnTo>
                  <a:lnTo>
                    <a:pt x="612374" y="1241691"/>
                  </a:lnTo>
                  <a:lnTo>
                    <a:pt x="612358" y="1241684"/>
                  </a:lnTo>
                  <a:lnTo>
                    <a:pt x="612332" y="1241675"/>
                  </a:lnTo>
                  <a:lnTo>
                    <a:pt x="612279" y="1241660"/>
                  </a:lnTo>
                  <a:lnTo>
                    <a:pt x="612257" y="1241655"/>
                  </a:lnTo>
                  <a:lnTo>
                    <a:pt x="612231" y="1241649"/>
                  </a:lnTo>
                  <a:lnTo>
                    <a:pt x="612194" y="1241634"/>
                  </a:lnTo>
                  <a:lnTo>
                    <a:pt x="612166" y="1241618"/>
                  </a:lnTo>
                  <a:lnTo>
                    <a:pt x="612124" y="1241594"/>
                  </a:lnTo>
                  <a:lnTo>
                    <a:pt x="612104" y="1241583"/>
                  </a:lnTo>
                  <a:lnTo>
                    <a:pt x="612074" y="1241571"/>
                  </a:lnTo>
                  <a:lnTo>
                    <a:pt x="612047" y="1241562"/>
                  </a:lnTo>
                  <a:lnTo>
                    <a:pt x="612040" y="1241563"/>
                  </a:lnTo>
                  <a:lnTo>
                    <a:pt x="612035" y="1241566"/>
                  </a:lnTo>
                  <a:lnTo>
                    <a:pt x="612033" y="1241571"/>
                  </a:lnTo>
                  <a:lnTo>
                    <a:pt x="612033" y="1241580"/>
                  </a:lnTo>
                  <a:lnTo>
                    <a:pt x="612034" y="1241594"/>
                  </a:lnTo>
                  <a:lnTo>
                    <a:pt x="612045" y="1241625"/>
                  </a:lnTo>
                  <a:lnTo>
                    <a:pt x="612048" y="1241639"/>
                  </a:lnTo>
                  <a:lnTo>
                    <a:pt x="612050" y="1241661"/>
                  </a:lnTo>
                  <a:lnTo>
                    <a:pt x="612049" y="1241675"/>
                  </a:lnTo>
                  <a:lnTo>
                    <a:pt x="612042" y="1241692"/>
                  </a:lnTo>
                  <a:lnTo>
                    <a:pt x="612036" y="1241702"/>
                  </a:lnTo>
                  <a:lnTo>
                    <a:pt x="612022" y="1241719"/>
                  </a:lnTo>
                  <a:lnTo>
                    <a:pt x="611982" y="1241755"/>
                  </a:lnTo>
                  <a:lnTo>
                    <a:pt x="611964" y="1241771"/>
                  </a:lnTo>
                  <a:lnTo>
                    <a:pt x="611946" y="1241789"/>
                  </a:lnTo>
                  <a:lnTo>
                    <a:pt x="611928" y="1241811"/>
                  </a:lnTo>
                  <a:lnTo>
                    <a:pt x="611921" y="1241821"/>
                  </a:lnTo>
                  <a:lnTo>
                    <a:pt x="611917" y="1241835"/>
                  </a:lnTo>
                  <a:lnTo>
                    <a:pt x="611918" y="1241850"/>
                  </a:lnTo>
                  <a:lnTo>
                    <a:pt x="611918" y="1241877"/>
                  </a:lnTo>
                  <a:lnTo>
                    <a:pt x="611917" y="1241896"/>
                  </a:lnTo>
                  <a:lnTo>
                    <a:pt x="611912" y="1241910"/>
                  </a:lnTo>
                  <a:lnTo>
                    <a:pt x="611908" y="1241922"/>
                  </a:lnTo>
                  <a:lnTo>
                    <a:pt x="611903" y="1241937"/>
                  </a:lnTo>
                  <a:lnTo>
                    <a:pt x="611899" y="1241953"/>
                  </a:lnTo>
                  <a:lnTo>
                    <a:pt x="611894" y="1241977"/>
                  </a:lnTo>
                  <a:lnTo>
                    <a:pt x="611885" y="1242001"/>
                  </a:lnTo>
                  <a:lnTo>
                    <a:pt x="611878" y="1242012"/>
                  </a:lnTo>
                  <a:lnTo>
                    <a:pt x="611869" y="1242024"/>
                  </a:lnTo>
                  <a:lnTo>
                    <a:pt x="611855" y="1242044"/>
                  </a:lnTo>
                  <a:lnTo>
                    <a:pt x="611847" y="1242059"/>
                  </a:lnTo>
                  <a:lnTo>
                    <a:pt x="611844" y="1242068"/>
                  </a:lnTo>
                  <a:lnTo>
                    <a:pt x="611836" y="1242096"/>
                  </a:lnTo>
                  <a:lnTo>
                    <a:pt x="611832" y="1242124"/>
                  </a:lnTo>
                  <a:lnTo>
                    <a:pt x="611827" y="1242138"/>
                  </a:lnTo>
                  <a:lnTo>
                    <a:pt x="611821" y="1242150"/>
                  </a:lnTo>
                  <a:lnTo>
                    <a:pt x="611799" y="1242190"/>
                  </a:lnTo>
                  <a:lnTo>
                    <a:pt x="611787" y="1242213"/>
                  </a:lnTo>
                  <a:lnTo>
                    <a:pt x="611771" y="1242250"/>
                  </a:lnTo>
                  <a:lnTo>
                    <a:pt x="611762" y="1242275"/>
                  </a:lnTo>
                  <a:lnTo>
                    <a:pt x="611749" y="1242317"/>
                  </a:lnTo>
                  <a:lnTo>
                    <a:pt x="611742" y="1242345"/>
                  </a:lnTo>
                  <a:lnTo>
                    <a:pt x="611735" y="1242379"/>
                  </a:lnTo>
                  <a:lnTo>
                    <a:pt x="611730" y="1242402"/>
                  </a:lnTo>
                  <a:lnTo>
                    <a:pt x="611730" y="1242426"/>
                  </a:lnTo>
                  <a:lnTo>
                    <a:pt x="611731" y="1242442"/>
                  </a:lnTo>
                  <a:lnTo>
                    <a:pt x="611733" y="1242452"/>
                  </a:lnTo>
                  <a:lnTo>
                    <a:pt x="611738" y="1242460"/>
                  </a:lnTo>
                  <a:lnTo>
                    <a:pt x="611744" y="1242466"/>
                  </a:lnTo>
                  <a:lnTo>
                    <a:pt x="611759" y="1242475"/>
                  </a:lnTo>
                  <a:lnTo>
                    <a:pt x="611778" y="1242486"/>
                  </a:lnTo>
                  <a:lnTo>
                    <a:pt x="611800" y="1242504"/>
                  </a:lnTo>
                  <a:lnTo>
                    <a:pt x="611809" y="1242513"/>
                  </a:lnTo>
                  <a:lnTo>
                    <a:pt x="611821" y="1242529"/>
                  </a:lnTo>
                  <a:lnTo>
                    <a:pt x="611841" y="1242572"/>
                  </a:lnTo>
                  <a:lnTo>
                    <a:pt x="611850" y="1242597"/>
                  </a:lnTo>
                  <a:lnTo>
                    <a:pt x="611855" y="1242634"/>
                  </a:lnTo>
                  <a:lnTo>
                    <a:pt x="611855" y="1242659"/>
                  </a:lnTo>
                  <a:lnTo>
                    <a:pt x="611849" y="1242693"/>
                  </a:lnTo>
                  <a:lnTo>
                    <a:pt x="611847" y="1242704"/>
                  </a:lnTo>
                  <a:lnTo>
                    <a:pt x="611843" y="1242725"/>
                  </a:lnTo>
                  <a:lnTo>
                    <a:pt x="611830" y="1242757"/>
                  </a:lnTo>
                  <a:lnTo>
                    <a:pt x="611823" y="1242776"/>
                  </a:lnTo>
                  <a:lnTo>
                    <a:pt x="611806" y="1242821"/>
                  </a:lnTo>
                  <a:lnTo>
                    <a:pt x="611797" y="1242841"/>
                  </a:lnTo>
                  <a:lnTo>
                    <a:pt x="611782" y="1242880"/>
                  </a:lnTo>
                  <a:lnTo>
                    <a:pt x="611776" y="1242901"/>
                  </a:lnTo>
                  <a:lnTo>
                    <a:pt x="611775" y="1242917"/>
                  </a:lnTo>
                  <a:lnTo>
                    <a:pt x="611775" y="1242939"/>
                  </a:lnTo>
                  <a:lnTo>
                    <a:pt x="611776" y="1242952"/>
                  </a:lnTo>
                  <a:lnTo>
                    <a:pt x="611778" y="1242965"/>
                  </a:lnTo>
                  <a:lnTo>
                    <a:pt x="611783" y="1242999"/>
                  </a:lnTo>
                  <a:lnTo>
                    <a:pt x="611782" y="1243017"/>
                  </a:lnTo>
                  <a:lnTo>
                    <a:pt x="611780" y="1243036"/>
                  </a:lnTo>
                  <a:lnTo>
                    <a:pt x="611773" y="1243065"/>
                  </a:lnTo>
                  <a:lnTo>
                    <a:pt x="611768" y="1243083"/>
                  </a:lnTo>
                  <a:lnTo>
                    <a:pt x="611754" y="1243127"/>
                  </a:lnTo>
                  <a:lnTo>
                    <a:pt x="611747" y="1243140"/>
                  </a:lnTo>
                  <a:lnTo>
                    <a:pt x="611741" y="1243150"/>
                  </a:lnTo>
                  <a:lnTo>
                    <a:pt x="611733" y="1243159"/>
                  </a:lnTo>
                  <a:lnTo>
                    <a:pt x="611720" y="1243167"/>
                  </a:lnTo>
                  <a:lnTo>
                    <a:pt x="611705" y="1243175"/>
                  </a:lnTo>
                  <a:lnTo>
                    <a:pt x="611681" y="1243180"/>
                  </a:lnTo>
                  <a:lnTo>
                    <a:pt x="611659" y="1243187"/>
                  </a:lnTo>
                  <a:lnTo>
                    <a:pt x="611638" y="1243190"/>
                  </a:lnTo>
                  <a:lnTo>
                    <a:pt x="611619" y="1243191"/>
                  </a:lnTo>
                  <a:lnTo>
                    <a:pt x="611600" y="1243188"/>
                  </a:lnTo>
                  <a:lnTo>
                    <a:pt x="611590" y="1243186"/>
                  </a:lnTo>
                  <a:lnTo>
                    <a:pt x="611578" y="1243181"/>
                  </a:lnTo>
                  <a:lnTo>
                    <a:pt x="611563" y="1243172"/>
                  </a:lnTo>
                  <a:lnTo>
                    <a:pt x="611554" y="1243164"/>
                  </a:lnTo>
                  <a:lnTo>
                    <a:pt x="611547" y="1243152"/>
                  </a:lnTo>
                  <a:lnTo>
                    <a:pt x="611534" y="1243122"/>
                  </a:lnTo>
                  <a:lnTo>
                    <a:pt x="611526" y="1243102"/>
                  </a:lnTo>
                  <a:lnTo>
                    <a:pt x="611516" y="1243075"/>
                  </a:lnTo>
                  <a:lnTo>
                    <a:pt x="611510" y="1243067"/>
                  </a:lnTo>
                  <a:lnTo>
                    <a:pt x="611502" y="1243061"/>
                  </a:lnTo>
                  <a:lnTo>
                    <a:pt x="611487" y="1243060"/>
                  </a:lnTo>
                  <a:lnTo>
                    <a:pt x="611480" y="1243061"/>
                  </a:lnTo>
                  <a:lnTo>
                    <a:pt x="611470" y="1243066"/>
                  </a:lnTo>
                  <a:lnTo>
                    <a:pt x="611451" y="1243078"/>
                  </a:lnTo>
                  <a:lnTo>
                    <a:pt x="611435" y="1243088"/>
                  </a:lnTo>
                  <a:lnTo>
                    <a:pt x="611419" y="1243095"/>
                  </a:lnTo>
                  <a:lnTo>
                    <a:pt x="611402" y="1243094"/>
                  </a:lnTo>
                  <a:lnTo>
                    <a:pt x="611385" y="1243089"/>
                  </a:lnTo>
                  <a:lnTo>
                    <a:pt x="611365" y="1243079"/>
                  </a:lnTo>
                  <a:lnTo>
                    <a:pt x="611322" y="1243067"/>
                  </a:lnTo>
                  <a:lnTo>
                    <a:pt x="611310" y="1243065"/>
                  </a:lnTo>
                  <a:lnTo>
                    <a:pt x="611290" y="1243064"/>
                  </a:lnTo>
                  <a:lnTo>
                    <a:pt x="611270" y="1243066"/>
                  </a:lnTo>
                  <a:lnTo>
                    <a:pt x="611255" y="1243073"/>
                  </a:lnTo>
                  <a:lnTo>
                    <a:pt x="611237" y="1243085"/>
                  </a:lnTo>
                  <a:lnTo>
                    <a:pt x="611229" y="1243094"/>
                  </a:lnTo>
                  <a:lnTo>
                    <a:pt x="611217" y="1243107"/>
                  </a:lnTo>
                  <a:lnTo>
                    <a:pt x="611203" y="1243118"/>
                  </a:lnTo>
                  <a:lnTo>
                    <a:pt x="611168" y="1243150"/>
                  </a:lnTo>
                  <a:lnTo>
                    <a:pt x="611157" y="1243161"/>
                  </a:lnTo>
                  <a:lnTo>
                    <a:pt x="611140" y="1243178"/>
                  </a:lnTo>
                  <a:lnTo>
                    <a:pt x="611105" y="1243211"/>
                  </a:lnTo>
                  <a:lnTo>
                    <a:pt x="611089" y="1243227"/>
                  </a:lnTo>
                  <a:lnTo>
                    <a:pt x="611072" y="1243246"/>
                  </a:lnTo>
                  <a:lnTo>
                    <a:pt x="611051" y="1243275"/>
                  </a:lnTo>
                  <a:lnTo>
                    <a:pt x="611042" y="1243290"/>
                  </a:lnTo>
                  <a:lnTo>
                    <a:pt x="611031" y="1243310"/>
                  </a:lnTo>
                  <a:lnTo>
                    <a:pt x="611017" y="1243337"/>
                  </a:lnTo>
                  <a:lnTo>
                    <a:pt x="611009" y="1243349"/>
                  </a:lnTo>
                  <a:lnTo>
                    <a:pt x="610998" y="1243369"/>
                  </a:lnTo>
                  <a:lnTo>
                    <a:pt x="610989" y="1243380"/>
                  </a:lnTo>
                  <a:lnTo>
                    <a:pt x="610979" y="1243387"/>
                  </a:lnTo>
                  <a:lnTo>
                    <a:pt x="610959" y="1243395"/>
                  </a:lnTo>
                  <a:lnTo>
                    <a:pt x="610944" y="1243403"/>
                  </a:lnTo>
                  <a:lnTo>
                    <a:pt x="610929" y="1243416"/>
                  </a:lnTo>
                  <a:lnTo>
                    <a:pt x="610922" y="1243431"/>
                  </a:lnTo>
                  <a:lnTo>
                    <a:pt x="610919" y="1243444"/>
                  </a:lnTo>
                  <a:lnTo>
                    <a:pt x="610919" y="1243458"/>
                  </a:lnTo>
                  <a:lnTo>
                    <a:pt x="610920" y="1243464"/>
                  </a:lnTo>
                  <a:lnTo>
                    <a:pt x="610926" y="1243473"/>
                  </a:lnTo>
                  <a:lnTo>
                    <a:pt x="610937" y="1243488"/>
                  </a:lnTo>
                  <a:lnTo>
                    <a:pt x="610943" y="1243496"/>
                  </a:lnTo>
                  <a:lnTo>
                    <a:pt x="610945" y="1243505"/>
                  </a:lnTo>
                  <a:lnTo>
                    <a:pt x="610945" y="1243524"/>
                  </a:lnTo>
                  <a:lnTo>
                    <a:pt x="610941" y="1243537"/>
                  </a:lnTo>
                  <a:lnTo>
                    <a:pt x="610937" y="1243546"/>
                  </a:lnTo>
                  <a:lnTo>
                    <a:pt x="610927" y="1243559"/>
                  </a:lnTo>
                  <a:lnTo>
                    <a:pt x="610916" y="1243584"/>
                  </a:lnTo>
                  <a:lnTo>
                    <a:pt x="610912" y="1243594"/>
                  </a:lnTo>
                  <a:lnTo>
                    <a:pt x="610903" y="1243611"/>
                  </a:lnTo>
                  <a:lnTo>
                    <a:pt x="610893" y="1243627"/>
                  </a:lnTo>
                  <a:lnTo>
                    <a:pt x="610880" y="1243647"/>
                  </a:lnTo>
                  <a:lnTo>
                    <a:pt x="610874" y="1243655"/>
                  </a:lnTo>
                  <a:lnTo>
                    <a:pt x="610864" y="1243671"/>
                  </a:lnTo>
                  <a:lnTo>
                    <a:pt x="610856" y="1243680"/>
                  </a:lnTo>
                  <a:lnTo>
                    <a:pt x="610841" y="1243691"/>
                  </a:lnTo>
                  <a:lnTo>
                    <a:pt x="610813" y="1243708"/>
                  </a:lnTo>
                  <a:lnTo>
                    <a:pt x="610793" y="1243717"/>
                  </a:lnTo>
                  <a:lnTo>
                    <a:pt x="610773" y="1243729"/>
                  </a:lnTo>
                  <a:lnTo>
                    <a:pt x="610736" y="1243750"/>
                  </a:lnTo>
                  <a:lnTo>
                    <a:pt x="610727" y="1243754"/>
                  </a:lnTo>
                  <a:lnTo>
                    <a:pt x="610713" y="1243762"/>
                  </a:lnTo>
                  <a:lnTo>
                    <a:pt x="610693" y="1243774"/>
                  </a:lnTo>
                  <a:lnTo>
                    <a:pt x="610673" y="1243782"/>
                  </a:lnTo>
                  <a:lnTo>
                    <a:pt x="610649" y="1243792"/>
                  </a:lnTo>
                  <a:lnTo>
                    <a:pt x="610632" y="1243799"/>
                  </a:lnTo>
                  <a:lnTo>
                    <a:pt x="610617" y="1243801"/>
                  </a:lnTo>
                  <a:lnTo>
                    <a:pt x="610598" y="1243801"/>
                  </a:lnTo>
                  <a:lnTo>
                    <a:pt x="610585" y="1243802"/>
                  </a:lnTo>
                  <a:lnTo>
                    <a:pt x="610570" y="1243811"/>
                  </a:lnTo>
                  <a:lnTo>
                    <a:pt x="610555" y="1243824"/>
                  </a:lnTo>
                  <a:lnTo>
                    <a:pt x="610535" y="1243840"/>
                  </a:lnTo>
                  <a:lnTo>
                    <a:pt x="610498" y="1243872"/>
                  </a:lnTo>
                  <a:lnTo>
                    <a:pt x="610488" y="1243881"/>
                  </a:lnTo>
                  <a:lnTo>
                    <a:pt x="610468" y="1243905"/>
                  </a:lnTo>
                  <a:lnTo>
                    <a:pt x="610446" y="1243933"/>
                  </a:lnTo>
                  <a:lnTo>
                    <a:pt x="610435" y="1243946"/>
                  </a:lnTo>
                  <a:lnTo>
                    <a:pt x="610426" y="1243957"/>
                  </a:lnTo>
                  <a:lnTo>
                    <a:pt x="610416" y="1243965"/>
                  </a:lnTo>
                  <a:lnTo>
                    <a:pt x="610403" y="1243969"/>
                  </a:lnTo>
                  <a:lnTo>
                    <a:pt x="610390" y="1243975"/>
                  </a:lnTo>
                  <a:lnTo>
                    <a:pt x="610365" y="1243981"/>
                  </a:lnTo>
                  <a:lnTo>
                    <a:pt x="610355" y="1243983"/>
                  </a:lnTo>
                  <a:lnTo>
                    <a:pt x="610341" y="1243989"/>
                  </a:lnTo>
                  <a:lnTo>
                    <a:pt x="610320" y="1243997"/>
                  </a:lnTo>
                  <a:lnTo>
                    <a:pt x="610306" y="1244001"/>
                  </a:lnTo>
                  <a:lnTo>
                    <a:pt x="610281" y="1244004"/>
                  </a:lnTo>
                  <a:lnTo>
                    <a:pt x="610266" y="1244008"/>
                  </a:lnTo>
                  <a:lnTo>
                    <a:pt x="610251" y="1244014"/>
                  </a:lnTo>
                  <a:lnTo>
                    <a:pt x="610233" y="1244023"/>
                  </a:lnTo>
                  <a:lnTo>
                    <a:pt x="610193" y="1244044"/>
                  </a:lnTo>
                  <a:lnTo>
                    <a:pt x="610177" y="1244057"/>
                  </a:lnTo>
                  <a:lnTo>
                    <a:pt x="610152" y="1244073"/>
                  </a:lnTo>
                  <a:lnTo>
                    <a:pt x="610136" y="1244080"/>
                  </a:lnTo>
                  <a:lnTo>
                    <a:pt x="610110" y="1244086"/>
                  </a:lnTo>
                  <a:lnTo>
                    <a:pt x="610096" y="1244088"/>
                  </a:lnTo>
                  <a:lnTo>
                    <a:pt x="610078" y="1244093"/>
                  </a:lnTo>
                  <a:lnTo>
                    <a:pt x="610058" y="1244105"/>
                  </a:lnTo>
                  <a:lnTo>
                    <a:pt x="610029" y="1244130"/>
                  </a:lnTo>
                  <a:lnTo>
                    <a:pt x="610019" y="1244143"/>
                  </a:lnTo>
                  <a:lnTo>
                    <a:pt x="610011" y="1244158"/>
                  </a:lnTo>
                  <a:lnTo>
                    <a:pt x="610009" y="1244170"/>
                  </a:lnTo>
                  <a:lnTo>
                    <a:pt x="610010" y="1244196"/>
                  </a:lnTo>
                  <a:lnTo>
                    <a:pt x="610008" y="1244212"/>
                  </a:lnTo>
                  <a:lnTo>
                    <a:pt x="610005" y="1244228"/>
                  </a:lnTo>
                  <a:lnTo>
                    <a:pt x="609994" y="1244258"/>
                  </a:lnTo>
                  <a:lnTo>
                    <a:pt x="609988" y="1244277"/>
                  </a:lnTo>
                  <a:lnTo>
                    <a:pt x="609982" y="1244298"/>
                  </a:lnTo>
                  <a:lnTo>
                    <a:pt x="609980" y="1244320"/>
                  </a:lnTo>
                  <a:lnTo>
                    <a:pt x="609980" y="1244330"/>
                  </a:lnTo>
                  <a:lnTo>
                    <a:pt x="609974" y="1244349"/>
                  </a:lnTo>
                  <a:lnTo>
                    <a:pt x="609967" y="1244368"/>
                  </a:lnTo>
                  <a:lnTo>
                    <a:pt x="609961" y="1244389"/>
                  </a:lnTo>
                  <a:lnTo>
                    <a:pt x="609957" y="1244417"/>
                  </a:lnTo>
                  <a:lnTo>
                    <a:pt x="609953" y="1244450"/>
                  </a:lnTo>
                  <a:lnTo>
                    <a:pt x="609948" y="1244470"/>
                  </a:lnTo>
                  <a:lnTo>
                    <a:pt x="609943" y="1244482"/>
                  </a:lnTo>
                  <a:lnTo>
                    <a:pt x="609930" y="1244505"/>
                  </a:lnTo>
                  <a:lnTo>
                    <a:pt x="609919" y="1244519"/>
                  </a:lnTo>
                  <a:lnTo>
                    <a:pt x="609910" y="1244529"/>
                  </a:lnTo>
                  <a:lnTo>
                    <a:pt x="609896" y="1244537"/>
                  </a:lnTo>
                  <a:lnTo>
                    <a:pt x="609873" y="1244550"/>
                  </a:lnTo>
                  <a:lnTo>
                    <a:pt x="609859" y="1244561"/>
                  </a:lnTo>
                  <a:lnTo>
                    <a:pt x="609854" y="1244569"/>
                  </a:lnTo>
                  <a:lnTo>
                    <a:pt x="609841" y="1244593"/>
                  </a:lnTo>
                  <a:lnTo>
                    <a:pt x="609828" y="1244626"/>
                  </a:lnTo>
                  <a:lnTo>
                    <a:pt x="609822" y="1244642"/>
                  </a:lnTo>
                  <a:lnTo>
                    <a:pt x="609820" y="1244660"/>
                  </a:lnTo>
                  <a:lnTo>
                    <a:pt x="609817" y="1244687"/>
                  </a:lnTo>
                  <a:lnTo>
                    <a:pt x="609814" y="1244697"/>
                  </a:lnTo>
                  <a:lnTo>
                    <a:pt x="609810" y="1244707"/>
                  </a:lnTo>
                  <a:lnTo>
                    <a:pt x="609803" y="1244722"/>
                  </a:lnTo>
                  <a:lnTo>
                    <a:pt x="609784" y="1244754"/>
                  </a:lnTo>
                  <a:lnTo>
                    <a:pt x="609771" y="1244777"/>
                  </a:lnTo>
                  <a:lnTo>
                    <a:pt x="609755" y="1244808"/>
                  </a:lnTo>
                  <a:lnTo>
                    <a:pt x="609749" y="1244821"/>
                  </a:lnTo>
                  <a:lnTo>
                    <a:pt x="609741" y="1244840"/>
                  </a:lnTo>
                  <a:lnTo>
                    <a:pt x="609736" y="1244868"/>
                  </a:lnTo>
                  <a:lnTo>
                    <a:pt x="609734" y="1244882"/>
                  </a:lnTo>
                  <a:lnTo>
                    <a:pt x="609733" y="1244898"/>
                  </a:lnTo>
                  <a:lnTo>
                    <a:pt x="609735" y="1244913"/>
                  </a:lnTo>
                  <a:lnTo>
                    <a:pt x="609737" y="1244933"/>
                  </a:lnTo>
                  <a:lnTo>
                    <a:pt x="609735" y="1244951"/>
                  </a:lnTo>
                  <a:lnTo>
                    <a:pt x="609730" y="1244967"/>
                  </a:lnTo>
                  <a:lnTo>
                    <a:pt x="609719" y="1244996"/>
                  </a:lnTo>
                  <a:lnTo>
                    <a:pt x="609708" y="1245018"/>
                  </a:lnTo>
                  <a:lnTo>
                    <a:pt x="609689" y="1245060"/>
                  </a:lnTo>
                  <a:lnTo>
                    <a:pt x="609680" y="1245079"/>
                  </a:lnTo>
                  <a:lnTo>
                    <a:pt x="609664" y="1245120"/>
                  </a:lnTo>
                  <a:lnTo>
                    <a:pt x="609654" y="1245137"/>
                  </a:lnTo>
                  <a:lnTo>
                    <a:pt x="609639" y="1245165"/>
                  </a:lnTo>
                  <a:lnTo>
                    <a:pt x="609628" y="1245197"/>
                  </a:lnTo>
                  <a:lnTo>
                    <a:pt x="609624" y="1245213"/>
                  </a:lnTo>
                  <a:lnTo>
                    <a:pt x="609622" y="1245244"/>
                  </a:lnTo>
                  <a:lnTo>
                    <a:pt x="609624" y="1245261"/>
                  </a:lnTo>
                  <a:lnTo>
                    <a:pt x="609628" y="1245272"/>
                  </a:lnTo>
                  <a:lnTo>
                    <a:pt x="609637" y="1245290"/>
                  </a:lnTo>
                  <a:lnTo>
                    <a:pt x="609657" y="1245319"/>
                  </a:lnTo>
                  <a:lnTo>
                    <a:pt x="609674" y="1245339"/>
                  </a:lnTo>
                  <a:lnTo>
                    <a:pt x="609708" y="1245387"/>
                  </a:lnTo>
                  <a:lnTo>
                    <a:pt x="609718" y="1245400"/>
                  </a:lnTo>
                  <a:lnTo>
                    <a:pt x="609748" y="1245447"/>
                  </a:lnTo>
                  <a:lnTo>
                    <a:pt x="609756" y="1245464"/>
                  </a:lnTo>
                  <a:lnTo>
                    <a:pt x="609758" y="1245482"/>
                  </a:lnTo>
                  <a:lnTo>
                    <a:pt x="609756" y="1245513"/>
                  </a:lnTo>
                  <a:lnTo>
                    <a:pt x="609750" y="1245528"/>
                  </a:lnTo>
                  <a:lnTo>
                    <a:pt x="609743" y="1245544"/>
                  </a:lnTo>
                  <a:lnTo>
                    <a:pt x="609727" y="1245576"/>
                  </a:lnTo>
                  <a:lnTo>
                    <a:pt x="609712" y="1245604"/>
                  </a:lnTo>
                  <a:lnTo>
                    <a:pt x="609705" y="1245627"/>
                  </a:lnTo>
                  <a:lnTo>
                    <a:pt x="609704" y="1245664"/>
                  </a:lnTo>
                  <a:lnTo>
                    <a:pt x="609707" y="1245681"/>
                  </a:lnTo>
                  <a:lnTo>
                    <a:pt x="609714" y="1245708"/>
                  </a:lnTo>
                  <a:lnTo>
                    <a:pt x="609716" y="1245721"/>
                  </a:lnTo>
                  <a:lnTo>
                    <a:pt x="609716" y="1245732"/>
                  </a:lnTo>
                  <a:lnTo>
                    <a:pt x="609717" y="1245744"/>
                  </a:lnTo>
                  <a:lnTo>
                    <a:pt x="609730" y="1245760"/>
                  </a:lnTo>
                  <a:lnTo>
                    <a:pt x="609742" y="1245769"/>
                  </a:lnTo>
                  <a:lnTo>
                    <a:pt x="609753" y="1245776"/>
                  </a:lnTo>
                  <a:lnTo>
                    <a:pt x="609746" y="1245781"/>
                  </a:lnTo>
                  <a:lnTo>
                    <a:pt x="609729" y="1245781"/>
                  </a:lnTo>
                  <a:lnTo>
                    <a:pt x="609711" y="1245785"/>
                  </a:lnTo>
                  <a:lnTo>
                    <a:pt x="609694" y="1245790"/>
                  </a:lnTo>
                  <a:lnTo>
                    <a:pt x="609676" y="1245797"/>
                  </a:lnTo>
                  <a:lnTo>
                    <a:pt x="609656" y="1245807"/>
                  </a:lnTo>
                  <a:lnTo>
                    <a:pt x="609647" y="1245813"/>
                  </a:lnTo>
                  <a:lnTo>
                    <a:pt x="609627" y="1245829"/>
                  </a:lnTo>
                  <a:lnTo>
                    <a:pt x="609605" y="1245846"/>
                  </a:lnTo>
                  <a:lnTo>
                    <a:pt x="609575" y="1245871"/>
                  </a:lnTo>
                  <a:lnTo>
                    <a:pt x="609566" y="1245878"/>
                  </a:lnTo>
                  <a:lnTo>
                    <a:pt x="609548" y="1245890"/>
                  </a:lnTo>
                  <a:lnTo>
                    <a:pt x="609524" y="1245905"/>
                  </a:lnTo>
                  <a:lnTo>
                    <a:pt x="609491" y="1245925"/>
                  </a:lnTo>
                  <a:lnTo>
                    <a:pt x="609483" y="1245928"/>
                  </a:lnTo>
                  <a:lnTo>
                    <a:pt x="609465" y="1245941"/>
                  </a:lnTo>
                  <a:lnTo>
                    <a:pt x="609439" y="1245957"/>
                  </a:lnTo>
                  <a:lnTo>
                    <a:pt x="609407" y="1245976"/>
                  </a:lnTo>
                  <a:lnTo>
                    <a:pt x="609387" y="1245986"/>
                  </a:lnTo>
                  <a:lnTo>
                    <a:pt x="609367" y="1245995"/>
                  </a:lnTo>
                  <a:lnTo>
                    <a:pt x="609353" y="1246002"/>
                  </a:lnTo>
                  <a:lnTo>
                    <a:pt x="609332" y="1246008"/>
                  </a:lnTo>
                  <a:lnTo>
                    <a:pt x="609319" y="1246014"/>
                  </a:lnTo>
                  <a:lnTo>
                    <a:pt x="609301" y="1246022"/>
                  </a:lnTo>
                  <a:lnTo>
                    <a:pt x="609287" y="1246032"/>
                  </a:lnTo>
                  <a:lnTo>
                    <a:pt x="609271" y="1246045"/>
                  </a:lnTo>
                  <a:lnTo>
                    <a:pt x="609248" y="1246066"/>
                  </a:lnTo>
                  <a:lnTo>
                    <a:pt x="609238" y="1246077"/>
                  </a:lnTo>
                  <a:lnTo>
                    <a:pt x="609226" y="1246091"/>
                  </a:lnTo>
                  <a:lnTo>
                    <a:pt x="609218" y="1246105"/>
                  </a:lnTo>
                  <a:lnTo>
                    <a:pt x="609204" y="1246135"/>
                  </a:lnTo>
                  <a:lnTo>
                    <a:pt x="609196" y="1246154"/>
                  </a:lnTo>
                  <a:lnTo>
                    <a:pt x="609189" y="1246175"/>
                  </a:lnTo>
                  <a:lnTo>
                    <a:pt x="609182" y="1246193"/>
                  </a:lnTo>
                  <a:lnTo>
                    <a:pt x="609180" y="1246208"/>
                  </a:lnTo>
                  <a:lnTo>
                    <a:pt x="609172" y="1246232"/>
                  </a:lnTo>
                  <a:lnTo>
                    <a:pt x="609162" y="1246260"/>
                  </a:lnTo>
                  <a:lnTo>
                    <a:pt x="609157" y="1246271"/>
                  </a:lnTo>
                  <a:lnTo>
                    <a:pt x="609147" y="1246289"/>
                  </a:lnTo>
                  <a:lnTo>
                    <a:pt x="609136" y="1246305"/>
                  </a:lnTo>
                  <a:lnTo>
                    <a:pt x="609119" y="1246327"/>
                  </a:lnTo>
                  <a:lnTo>
                    <a:pt x="609113" y="1246338"/>
                  </a:lnTo>
                  <a:lnTo>
                    <a:pt x="609103" y="1246353"/>
                  </a:lnTo>
                  <a:lnTo>
                    <a:pt x="609092" y="1246373"/>
                  </a:lnTo>
                  <a:lnTo>
                    <a:pt x="609080" y="1246396"/>
                  </a:lnTo>
                  <a:lnTo>
                    <a:pt x="609072" y="1246419"/>
                  </a:lnTo>
                  <a:lnTo>
                    <a:pt x="609062" y="1246439"/>
                  </a:lnTo>
                  <a:lnTo>
                    <a:pt x="609052" y="1246460"/>
                  </a:lnTo>
                  <a:lnTo>
                    <a:pt x="609044" y="1246472"/>
                  </a:lnTo>
                  <a:lnTo>
                    <a:pt x="609034" y="1246490"/>
                  </a:lnTo>
                  <a:lnTo>
                    <a:pt x="609021" y="1246507"/>
                  </a:lnTo>
                  <a:lnTo>
                    <a:pt x="609004" y="1246527"/>
                  </a:lnTo>
                  <a:lnTo>
                    <a:pt x="608990" y="1246542"/>
                  </a:lnTo>
                  <a:lnTo>
                    <a:pt x="608979" y="1246549"/>
                  </a:lnTo>
                  <a:lnTo>
                    <a:pt x="608968" y="1246558"/>
                  </a:lnTo>
                  <a:lnTo>
                    <a:pt x="608961" y="1246568"/>
                  </a:lnTo>
                  <a:lnTo>
                    <a:pt x="608944" y="1246593"/>
                  </a:lnTo>
                  <a:lnTo>
                    <a:pt x="608935" y="1246607"/>
                  </a:lnTo>
                  <a:lnTo>
                    <a:pt x="608928" y="1246623"/>
                  </a:lnTo>
                  <a:lnTo>
                    <a:pt x="608921" y="1246639"/>
                  </a:lnTo>
                  <a:lnTo>
                    <a:pt x="608916" y="1246649"/>
                  </a:lnTo>
                  <a:lnTo>
                    <a:pt x="608911" y="1246659"/>
                  </a:lnTo>
                  <a:lnTo>
                    <a:pt x="608906" y="1246677"/>
                  </a:lnTo>
                  <a:lnTo>
                    <a:pt x="608902" y="1246697"/>
                  </a:lnTo>
                  <a:lnTo>
                    <a:pt x="608897" y="1246727"/>
                  </a:lnTo>
                  <a:lnTo>
                    <a:pt x="608893" y="1246758"/>
                  </a:lnTo>
                  <a:lnTo>
                    <a:pt x="608887" y="1246791"/>
                  </a:lnTo>
                  <a:lnTo>
                    <a:pt x="608882" y="1246809"/>
                  </a:lnTo>
                  <a:lnTo>
                    <a:pt x="608878" y="1246833"/>
                  </a:lnTo>
                  <a:lnTo>
                    <a:pt x="608866" y="1246865"/>
                  </a:lnTo>
                  <a:lnTo>
                    <a:pt x="608860" y="1246884"/>
                  </a:lnTo>
                  <a:lnTo>
                    <a:pt x="608855" y="1246908"/>
                  </a:lnTo>
                  <a:lnTo>
                    <a:pt x="608852" y="1246917"/>
                  </a:lnTo>
                  <a:lnTo>
                    <a:pt x="608842" y="1246929"/>
                  </a:lnTo>
                  <a:lnTo>
                    <a:pt x="608821" y="1246945"/>
                  </a:lnTo>
                  <a:lnTo>
                    <a:pt x="608807" y="1246958"/>
                  </a:lnTo>
                  <a:lnTo>
                    <a:pt x="608804" y="1246965"/>
                  </a:lnTo>
                  <a:lnTo>
                    <a:pt x="608795" y="1246996"/>
                  </a:lnTo>
                  <a:lnTo>
                    <a:pt x="608789" y="1247011"/>
                  </a:lnTo>
                  <a:lnTo>
                    <a:pt x="608778" y="1247038"/>
                  </a:lnTo>
                  <a:lnTo>
                    <a:pt x="608762" y="1247074"/>
                  </a:lnTo>
                  <a:lnTo>
                    <a:pt x="608754" y="1247102"/>
                  </a:lnTo>
                  <a:lnTo>
                    <a:pt x="608749" y="1247122"/>
                  </a:lnTo>
                  <a:lnTo>
                    <a:pt x="608744" y="1247162"/>
                  </a:lnTo>
                  <a:lnTo>
                    <a:pt x="608740" y="1247199"/>
                  </a:lnTo>
                  <a:lnTo>
                    <a:pt x="608724" y="1247218"/>
                  </a:lnTo>
                  <a:lnTo>
                    <a:pt x="608700" y="1247242"/>
                  </a:lnTo>
                  <a:lnTo>
                    <a:pt x="608678" y="1247257"/>
                  </a:lnTo>
                  <a:lnTo>
                    <a:pt x="608632" y="1247270"/>
                  </a:lnTo>
                  <a:lnTo>
                    <a:pt x="608606" y="1247274"/>
                  </a:lnTo>
                  <a:lnTo>
                    <a:pt x="608582" y="1247274"/>
                  </a:lnTo>
                  <a:lnTo>
                    <a:pt x="608560" y="1247272"/>
                  </a:lnTo>
                  <a:lnTo>
                    <a:pt x="608541" y="1247265"/>
                  </a:lnTo>
                  <a:lnTo>
                    <a:pt x="608534" y="1247265"/>
                  </a:lnTo>
                  <a:lnTo>
                    <a:pt x="608499" y="1247255"/>
                  </a:lnTo>
                  <a:lnTo>
                    <a:pt x="608442" y="1247237"/>
                  </a:lnTo>
                  <a:lnTo>
                    <a:pt x="608387" y="1247218"/>
                  </a:lnTo>
                  <a:lnTo>
                    <a:pt x="608373" y="1247215"/>
                  </a:lnTo>
                  <a:lnTo>
                    <a:pt x="608356" y="1247216"/>
                  </a:lnTo>
                  <a:lnTo>
                    <a:pt x="608328" y="1247225"/>
                  </a:lnTo>
                  <a:lnTo>
                    <a:pt x="608316" y="1247233"/>
                  </a:lnTo>
                  <a:lnTo>
                    <a:pt x="608297" y="1247248"/>
                  </a:lnTo>
                  <a:lnTo>
                    <a:pt x="608278" y="1247274"/>
                  </a:lnTo>
                  <a:lnTo>
                    <a:pt x="608266" y="1247297"/>
                  </a:lnTo>
                  <a:lnTo>
                    <a:pt x="608255" y="1247319"/>
                  </a:lnTo>
                  <a:lnTo>
                    <a:pt x="608250" y="1247329"/>
                  </a:lnTo>
                  <a:lnTo>
                    <a:pt x="608247" y="1247336"/>
                  </a:lnTo>
                  <a:lnTo>
                    <a:pt x="608243" y="1247345"/>
                  </a:lnTo>
                  <a:lnTo>
                    <a:pt x="608238" y="1247355"/>
                  </a:lnTo>
                  <a:lnTo>
                    <a:pt x="608235" y="1247365"/>
                  </a:lnTo>
                  <a:lnTo>
                    <a:pt x="608213" y="1247415"/>
                  </a:lnTo>
                  <a:lnTo>
                    <a:pt x="608207" y="1247432"/>
                  </a:lnTo>
                  <a:lnTo>
                    <a:pt x="608205" y="1247449"/>
                  </a:lnTo>
                  <a:lnTo>
                    <a:pt x="608212" y="1247481"/>
                  </a:lnTo>
                  <a:lnTo>
                    <a:pt x="608210" y="1247496"/>
                  </a:lnTo>
                  <a:lnTo>
                    <a:pt x="608206" y="1247507"/>
                  </a:lnTo>
                  <a:lnTo>
                    <a:pt x="608183" y="1247533"/>
                  </a:lnTo>
                  <a:lnTo>
                    <a:pt x="608156" y="1247567"/>
                  </a:lnTo>
                  <a:lnTo>
                    <a:pt x="608128" y="1247607"/>
                  </a:lnTo>
                  <a:lnTo>
                    <a:pt x="608121" y="1247618"/>
                  </a:lnTo>
                  <a:lnTo>
                    <a:pt x="608098" y="1247647"/>
                  </a:lnTo>
                  <a:lnTo>
                    <a:pt x="608066" y="1247684"/>
                  </a:lnTo>
                  <a:lnTo>
                    <a:pt x="608041" y="1247709"/>
                  </a:lnTo>
                  <a:lnTo>
                    <a:pt x="608027" y="1247727"/>
                  </a:lnTo>
                  <a:lnTo>
                    <a:pt x="608022" y="1247749"/>
                  </a:lnTo>
                  <a:lnTo>
                    <a:pt x="608017" y="1247762"/>
                  </a:lnTo>
                  <a:lnTo>
                    <a:pt x="608000" y="1247778"/>
                  </a:lnTo>
                  <a:lnTo>
                    <a:pt x="607981" y="1247793"/>
                  </a:lnTo>
                  <a:lnTo>
                    <a:pt x="607957" y="1247817"/>
                  </a:lnTo>
                  <a:lnTo>
                    <a:pt x="607945" y="1247837"/>
                  </a:lnTo>
                  <a:lnTo>
                    <a:pt x="607937" y="1247856"/>
                  </a:lnTo>
                  <a:lnTo>
                    <a:pt x="607920" y="1247923"/>
                  </a:lnTo>
                  <a:lnTo>
                    <a:pt x="607906" y="1247957"/>
                  </a:lnTo>
                  <a:lnTo>
                    <a:pt x="607894" y="1247979"/>
                  </a:lnTo>
                  <a:lnTo>
                    <a:pt x="607881" y="1247997"/>
                  </a:lnTo>
                  <a:lnTo>
                    <a:pt x="607867" y="1248024"/>
                  </a:lnTo>
                  <a:lnTo>
                    <a:pt x="607866" y="1248050"/>
                  </a:lnTo>
                  <a:lnTo>
                    <a:pt x="607866" y="1248097"/>
                  </a:lnTo>
                  <a:lnTo>
                    <a:pt x="607873" y="1248117"/>
                  </a:lnTo>
                  <a:lnTo>
                    <a:pt x="607898" y="1248172"/>
                  </a:lnTo>
                  <a:lnTo>
                    <a:pt x="607910" y="1248197"/>
                  </a:lnTo>
                  <a:lnTo>
                    <a:pt x="607924" y="1248245"/>
                  </a:lnTo>
                  <a:lnTo>
                    <a:pt x="607941" y="1248307"/>
                  </a:lnTo>
                  <a:lnTo>
                    <a:pt x="607951" y="1248343"/>
                  </a:lnTo>
                  <a:lnTo>
                    <a:pt x="607958" y="1248373"/>
                  </a:lnTo>
                  <a:lnTo>
                    <a:pt x="607952" y="1248380"/>
                  </a:lnTo>
                  <a:lnTo>
                    <a:pt x="607917" y="1248400"/>
                  </a:lnTo>
                  <a:lnTo>
                    <a:pt x="607891" y="1248420"/>
                  </a:lnTo>
                  <a:lnTo>
                    <a:pt x="607878" y="1248433"/>
                  </a:lnTo>
                  <a:lnTo>
                    <a:pt x="607864" y="1248456"/>
                  </a:lnTo>
                  <a:lnTo>
                    <a:pt x="607851" y="1248511"/>
                  </a:lnTo>
                  <a:lnTo>
                    <a:pt x="607842" y="1248533"/>
                  </a:lnTo>
                  <a:lnTo>
                    <a:pt x="607828" y="1248547"/>
                  </a:lnTo>
                  <a:lnTo>
                    <a:pt x="607811" y="1248552"/>
                  </a:lnTo>
                  <a:lnTo>
                    <a:pt x="607776" y="1248558"/>
                  </a:lnTo>
                  <a:lnTo>
                    <a:pt x="607753" y="1248568"/>
                  </a:lnTo>
                  <a:lnTo>
                    <a:pt x="607738" y="1248579"/>
                  </a:lnTo>
                  <a:lnTo>
                    <a:pt x="607725" y="1248604"/>
                  </a:lnTo>
                  <a:lnTo>
                    <a:pt x="607714" y="1248614"/>
                  </a:lnTo>
                  <a:lnTo>
                    <a:pt x="607686" y="1248636"/>
                  </a:lnTo>
                  <a:lnTo>
                    <a:pt x="607671" y="1248649"/>
                  </a:lnTo>
                  <a:lnTo>
                    <a:pt x="607657" y="1248658"/>
                  </a:lnTo>
                  <a:lnTo>
                    <a:pt x="607628" y="1248675"/>
                  </a:lnTo>
                  <a:lnTo>
                    <a:pt x="607608" y="1248680"/>
                  </a:lnTo>
                  <a:lnTo>
                    <a:pt x="607585" y="1248683"/>
                  </a:lnTo>
                  <a:lnTo>
                    <a:pt x="607550" y="1248682"/>
                  </a:lnTo>
                  <a:lnTo>
                    <a:pt x="607541" y="1248683"/>
                  </a:lnTo>
                  <a:lnTo>
                    <a:pt x="607528" y="1248686"/>
                  </a:lnTo>
                  <a:lnTo>
                    <a:pt x="607519" y="1248699"/>
                  </a:lnTo>
                  <a:lnTo>
                    <a:pt x="607497" y="1248729"/>
                  </a:lnTo>
                  <a:lnTo>
                    <a:pt x="607479" y="1248738"/>
                  </a:lnTo>
                  <a:lnTo>
                    <a:pt x="607450" y="1248741"/>
                  </a:lnTo>
                  <a:lnTo>
                    <a:pt x="607414" y="1248732"/>
                  </a:lnTo>
                  <a:lnTo>
                    <a:pt x="607382" y="1248720"/>
                  </a:lnTo>
                  <a:lnTo>
                    <a:pt x="607345" y="1248701"/>
                  </a:lnTo>
                  <a:lnTo>
                    <a:pt x="607320" y="1248688"/>
                  </a:lnTo>
                  <a:lnTo>
                    <a:pt x="607286" y="1248664"/>
                  </a:lnTo>
                  <a:lnTo>
                    <a:pt x="607265" y="1248645"/>
                  </a:lnTo>
                  <a:lnTo>
                    <a:pt x="607251" y="1248628"/>
                  </a:lnTo>
                  <a:lnTo>
                    <a:pt x="607234" y="1248606"/>
                  </a:lnTo>
                  <a:lnTo>
                    <a:pt x="607223" y="1248586"/>
                  </a:lnTo>
                  <a:lnTo>
                    <a:pt x="607211" y="1248573"/>
                  </a:lnTo>
                  <a:lnTo>
                    <a:pt x="607197" y="1248567"/>
                  </a:lnTo>
                  <a:lnTo>
                    <a:pt x="607161" y="1248553"/>
                  </a:lnTo>
                  <a:lnTo>
                    <a:pt x="607125" y="1248540"/>
                  </a:lnTo>
                  <a:lnTo>
                    <a:pt x="607083" y="1248525"/>
                  </a:lnTo>
                  <a:lnTo>
                    <a:pt x="607048" y="1248511"/>
                  </a:lnTo>
                  <a:lnTo>
                    <a:pt x="607013" y="1248497"/>
                  </a:lnTo>
                  <a:lnTo>
                    <a:pt x="606973" y="1248489"/>
                  </a:lnTo>
                  <a:lnTo>
                    <a:pt x="606948" y="1248483"/>
                  </a:lnTo>
                  <a:lnTo>
                    <a:pt x="606930" y="1248473"/>
                  </a:lnTo>
                  <a:lnTo>
                    <a:pt x="606908" y="1248458"/>
                  </a:lnTo>
                  <a:lnTo>
                    <a:pt x="606854" y="1248439"/>
                  </a:lnTo>
                  <a:lnTo>
                    <a:pt x="606810" y="1248427"/>
                  </a:lnTo>
                  <a:lnTo>
                    <a:pt x="606780" y="1248419"/>
                  </a:lnTo>
                  <a:lnTo>
                    <a:pt x="606740" y="1248419"/>
                  </a:lnTo>
                  <a:lnTo>
                    <a:pt x="606712" y="1248427"/>
                  </a:lnTo>
                  <a:lnTo>
                    <a:pt x="606660" y="1248450"/>
                  </a:lnTo>
                  <a:lnTo>
                    <a:pt x="606607" y="1248481"/>
                  </a:lnTo>
                  <a:lnTo>
                    <a:pt x="606586" y="1248491"/>
                  </a:lnTo>
                  <a:lnTo>
                    <a:pt x="606564" y="1248494"/>
                  </a:lnTo>
                  <a:lnTo>
                    <a:pt x="606544" y="1248488"/>
                  </a:lnTo>
                  <a:lnTo>
                    <a:pt x="606517" y="1248466"/>
                  </a:lnTo>
                  <a:lnTo>
                    <a:pt x="606495" y="1248455"/>
                  </a:lnTo>
                  <a:lnTo>
                    <a:pt x="606462" y="1248441"/>
                  </a:lnTo>
                  <a:lnTo>
                    <a:pt x="606423" y="1248429"/>
                  </a:lnTo>
                  <a:lnTo>
                    <a:pt x="606393" y="1248414"/>
                  </a:lnTo>
                  <a:lnTo>
                    <a:pt x="606361" y="1248397"/>
                  </a:lnTo>
                  <a:lnTo>
                    <a:pt x="606351" y="1248390"/>
                  </a:lnTo>
                  <a:lnTo>
                    <a:pt x="606343" y="1248391"/>
                  </a:lnTo>
                  <a:lnTo>
                    <a:pt x="606332" y="1248394"/>
                  </a:lnTo>
                  <a:lnTo>
                    <a:pt x="606287" y="1248417"/>
                  </a:lnTo>
                  <a:lnTo>
                    <a:pt x="606249" y="1248437"/>
                  </a:lnTo>
                  <a:lnTo>
                    <a:pt x="606204" y="1248455"/>
                  </a:lnTo>
                  <a:lnTo>
                    <a:pt x="606148" y="1248461"/>
                  </a:lnTo>
                  <a:lnTo>
                    <a:pt x="606114" y="1248464"/>
                  </a:lnTo>
                  <a:lnTo>
                    <a:pt x="606085" y="1248460"/>
                  </a:lnTo>
                  <a:lnTo>
                    <a:pt x="606053" y="1248452"/>
                  </a:lnTo>
                  <a:lnTo>
                    <a:pt x="606009" y="1248430"/>
                  </a:lnTo>
                  <a:lnTo>
                    <a:pt x="605990" y="1248418"/>
                  </a:lnTo>
                  <a:lnTo>
                    <a:pt x="605970" y="1248402"/>
                  </a:lnTo>
                  <a:lnTo>
                    <a:pt x="605955" y="1248392"/>
                  </a:lnTo>
                  <a:lnTo>
                    <a:pt x="605934" y="1248387"/>
                  </a:lnTo>
                  <a:lnTo>
                    <a:pt x="605883" y="1248381"/>
                  </a:lnTo>
                  <a:lnTo>
                    <a:pt x="605830" y="1248382"/>
                  </a:lnTo>
                  <a:lnTo>
                    <a:pt x="605788" y="1248384"/>
                  </a:lnTo>
                  <a:lnTo>
                    <a:pt x="605751" y="1248392"/>
                  </a:lnTo>
                  <a:lnTo>
                    <a:pt x="605713" y="1248403"/>
                  </a:lnTo>
                  <a:lnTo>
                    <a:pt x="605690" y="1248413"/>
                  </a:lnTo>
                  <a:lnTo>
                    <a:pt x="605666" y="1248439"/>
                  </a:lnTo>
                  <a:lnTo>
                    <a:pt x="605642" y="1248466"/>
                  </a:lnTo>
                  <a:lnTo>
                    <a:pt x="605633" y="1248470"/>
                  </a:lnTo>
                  <a:lnTo>
                    <a:pt x="605617" y="1248472"/>
                  </a:lnTo>
                  <a:lnTo>
                    <a:pt x="605598" y="1248477"/>
                  </a:lnTo>
                  <a:lnTo>
                    <a:pt x="605582" y="1248491"/>
                  </a:lnTo>
                  <a:lnTo>
                    <a:pt x="605571" y="1248509"/>
                  </a:lnTo>
                  <a:lnTo>
                    <a:pt x="605562" y="1248513"/>
                  </a:lnTo>
                  <a:lnTo>
                    <a:pt x="605555" y="1248513"/>
                  </a:lnTo>
                  <a:lnTo>
                    <a:pt x="605542" y="1248511"/>
                  </a:lnTo>
                  <a:lnTo>
                    <a:pt x="605517" y="1248506"/>
                  </a:lnTo>
                  <a:lnTo>
                    <a:pt x="605506" y="1248507"/>
                  </a:lnTo>
                  <a:lnTo>
                    <a:pt x="605479" y="1248513"/>
                  </a:lnTo>
                  <a:lnTo>
                    <a:pt x="605462" y="1248517"/>
                  </a:lnTo>
                  <a:lnTo>
                    <a:pt x="605449" y="1248518"/>
                  </a:lnTo>
                  <a:lnTo>
                    <a:pt x="605441" y="1248515"/>
                  </a:lnTo>
                  <a:lnTo>
                    <a:pt x="605422" y="1248493"/>
                  </a:lnTo>
                  <a:lnTo>
                    <a:pt x="605406" y="1248484"/>
                  </a:lnTo>
                  <a:lnTo>
                    <a:pt x="605387" y="1248476"/>
                  </a:lnTo>
                  <a:lnTo>
                    <a:pt x="605375" y="1248474"/>
                  </a:lnTo>
                  <a:lnTo>
                    <a:pt x="605363" y="1248475"/>
                  </a:lnTo>
                  <a:lnTo>
                    <a:pt x="605350" y="1248480"/>
                  </a:lnTo>
                  <a:lnTo>
                    <a:pt x="605337" y="1248493"/>
                  </a:lnTo>
                  <a:lnTo>
                    <a:pt x="605326" y="1248510"/>
                  </a:lnTo>
                  <a:lnTo>
                    <a:pt x="605321" y="1248557"/>
                  </a:lnTo>
                  <a:lnTo>
                    <a:pt x="605319" y="1248564"/>
                  </a:lnTo>
                  <a:lnTo>
                    <a:pt x="605302" y="1248583"/>
                  </a:lnTo>
                  <a:lnTo>
                    <a:pt x="605277" y="1248603"/>
                  </a:lnTo>
                  <a:lnTo>
                    <a:pt x="605253" y="1248620"/>
                  </a:lnTo>
                  <a:lnTo>
                    <a:pt x="605231" y="1248630"/>
                  </a:lnTo>
                  <a:lnTo>
                    <a:pt x="605209" y="1248633"/>
                  </a:lnTo>
                  <a:lnTo>
                    <a:pt x="605187" y="1248632"/>
                  </a:lnTo>
                  <a:lnTo>
                    <a:pt x="605148" y="1248625"/>
                  </a:lnTo>
                  <a:lnTo>
                    <a:pt x="605101" y="1248617"/>
                  </a:lnTo>
                  <a:lnTo>
                    <a:pt x="605061" y="1248616"/>
                  </a:lnTo>
                  <a:lnTo>
                    <a:pt x="605028" y="1248619"/>
                  </a:lnTo>
                  <a:lnTo>
                    <a:pt x="604996" y="1248626"/>
                  </a:lnTo>
                  <a:lnTo>
                    <a:pt x="604972" y="1248635"/>
                  </a:lnTo>
                  <a:lnTo>
                    <a:pt x="604954" y="1248651"/>
                  </a:lnTo>
                  <a:lnTo>
                    <a:pt x="604940" y="1248667"/>
                  </a:lnTo>
                  <a:lnTo>
                    <a:pt x="604930" y="1248635"/>
                  </a:lnTo>
                  <a:lnTo>
                    <a:pt x="604919" y="1248614"/>
                  </a:lnTo>
                  <a:lnTo>
                    <a:pt x="604898" y="1248584"/>
                  </a:lnTo>
                  <a:lnTo>
                    <a:pt x="604886" y="1248564"/>
                  </a:lnTo>
                  <a:lnTo>
                    <a:pt x="604881" y="1248541"/>
                  </a:lnTo>
                  <a:lnTo>
                    <a:pt x="604881" y="1248524"/>
                  </a:lnTo>
                  <a:lnTo>
                    <a:pt x="604888" y="1248503"/>
                  </a:lnTo>
                  <a:lnTo>
                    <a:pt x="604909" y="1248465"/>
                  </a:lnTo>
                  <a:lnTo>
                    <a:pt x="604925" y="1248434"/>
                  </a:lnTo>
                  <a:lnTo>
                    <a:pt x="604934" y="1248406"/>
                  </a:lnTo>
                  <a:lnTo>
                    <a:pt x="604936" y="1248391"/>
                  </a:lnTo>
                  <a:lnTo>
                    <a:pt x="604933" y="1248372"/>
                  </a:lnTo>
                  <a:lnTo>
                    <a:pt x="604918" y="1248347"/>
                  </a:lnTo>
                  <a:lnTo>
                    <a:pt x="604901" y="1248331"/>
                  </a:lnTo>
                  <a:lnTo>
                    <a:pt x="604868" y="1248313"/>
                  </a:lnTo>
                  <a:lnTo>
                    <a:pt x="604855" y="1248300"/>
                  </a:lnTo>
                  <a:lnTo>
                    <a:pt x="604850" y="1248290"/>
                  </a:lnTo>
                  <a:lnTo>
                    <a:pt x="604848" y="1248281"/>
                  </a:lnTo>
                  <a:lnTo>
                    <a:pt x="604850" y="1248241"/>
                  </a:lnTo>
                  <a:lnTo>
                    <a:pt x="604840" y="1248194"/>
                  </a:lnTo>
                  <a:lnTo>
                    <a:pt x="604833" y="1248162"/>
                  </a:lnTo>
                  <a:lnTo>
                    <a:pt x="604834" y="1248143"/>
                  </a:lnTo>
                  <a:lnTo>
                    <a:pt x="604836" y="1248131"/>
                  </a:lnTo>
                  <a:lnTo>
                    <a:pt x="604842" y="1248115"/>
                  </a:lnTo>
                  <a:lnTo>
                    <a:pt x="604858" y="1248091"/>
                  </a:lnTo>
                  <a:lnTo>
                    <a:pt x="604877" y="1248066"/>
                  </a:lnTo>
                  <a:lnTo>
                    <a:pt x="604897" y="1248037"/>
                  </a:lnTo>
                  <a:lnTo>
                    <a:pt x="604909" y="1248021"/>
                  </a:lnTo>
                  <a:lnTo>
                    <a:pt x="604911" y="1248012"/>
                  </a:lnTo>
                  <a:lnTo>
                    <a:pt x="604911" y="1248005"/>
                  </a:lnTo>
                  <a:lnTo>
                    <a:pt x="604906" y="1247998"/>
                  </a:lnTo>
                  <a:lnTo>
                    <a:pt x="604885" y="1247985"/>
                  </a:lnTo>
                  <a:lnTo>
                    <a:pt x="604876" y="1247975"/>
                  </a:lnTo>
                  <a:lnTo>
                    <a:pt x="604856" y="1247947"/>
                  </a:lnTo>
                  <a:lnTo>
                    <a:pt x="604829" y="1247913"/>
                  </a:lnTo>
                  <a:lnTo>
                    <a:pt x="604822" y="1247897"/>
                  </a:lnTo>
                  <a:lnTo>
                    <a:pt x="604820" y="1247888"/>
                  </a:lnTo>
                  <a:lnTo>
                    <a:pt x="604823" y="1247876"/>
                  </a:lnTo>
                  <a:lnTo>
                    <a:pt x="604838" y="1247851"/>
                  </a:lnTo>
                  <a:lnTo>
                    <a:pt x="604854" y="1247828"/>
                  </a:lnTo>
                  <a:lnTo>
                    <a:pt x="604883" y="1247791"/>
                  </a:lnTo>
                  <a:lnTo>
                    <a:pt x="604905" y="1247767"/>
                  </a:lnTo>
                  <a:lnTo>
                    <a:pt x="604924" y="1247745"/>
                  </a:lnTo>
                  <a:lnTo>
                    <a:pt x="604942" y="1247717"/>
                  </a:lnTo>
                  <a:lnTo>
                    <a:pt x="604955" y="1247695"/>
                  </a:lnTo>
                  <a:lnTo>
                    <a:pt x="604965" y="1247673"/>
                  </a:lnTo>
                  <a:lnTo>
                    <a:pt x="604971" y="1247659"/>
                  </a:lnTo>
                  <a:lnTo>
                    <a:pt x="604985" y="1247638"/>
                  </a:lnTo>
                  <a:lnTo>
                    <a:pt x="605002" y="1247617"/>
                  </a:lnTo>
                  <a:lnTo>
                    <a:pt x="605018" y="1247602"/>
                  </a:lnTo>
                  <a:lnTo>
                    <a:pt x="605038" y="1247588"/>
                  </a:lnTo>
                  <a:lnTo>
                    <a:pt x="605078" y="1247555"/>
                  </a:lnTo>
                  <a:lnTo>
                    <a:pt x="605094" y="1247542"/>
                  </a:lnTo>
                  <a:lnTo>
                    <a:pt x="605105" y="1247527"/>
                  </a:lnTo>
                  <a:lnTo>
                    <a:pt x="605110" y="1247513"/>
                  </a:lnTo>
                  <a:lnTo>
                    <a:pt x="605109" y="1247492"/>
                  </a:lnTo>
                  <a:lnTo>
                    <a:pt x="605105" y="1247471"/>
                  </a:lnTo>
                  <a:lnTo>
                    <a:pt x="605096" y="1247446"/>
                  </a:lnTo>
                  <a:lnTo>
                    <a:pt x="605093" y="1247431"/>
                  </a:lnTo>
                  <a:lnTo>
                    <a:pt x="605093" y="1247418"/>
                  </a:lnTo>
                  <a:lnTo>
                    <a:pt x="605095" y="1247389"/>
                  </a:lnTo>
                  <a:lnTo>
                    <a:pt x="605096" y="1247362"/>
                  </a:lnTo>
                  <a:lnTo>
                    <a:pt x="605096" y="1247344"/>
                  </a:lnTo>
                  <a:lnTo>
                    <a:pt x="605097" y="1247334"/>
                  </a:lnTo>
                  <a:lnTo>
                    <a:pt x="605098" y="1247327"/>
                  </a:lnTo>
                  <a:lnTo>
                    <a:pt x="605106" y="1247304"/>
                  </a:lnTo>
                  <a:lnTo>
                    <a:pt x="605110" y="1247281"/>
                  </a:lnTo>
                  <a:lnTo>
                    <a:pt x="605111" y="1247269"/>
                  </a:lnTo>
                  <a:lnTo>
                    <a:pt x="605108" y="1247260"/>
                  </a:lnTo>
                  <a:lnTo>
                    <a:pt x="605099" y="1247253"/>
                  </a:lnTo>
                  <a:lnTo>
                    <a:pt x="605076" y="1247245"/>
                  </a:lnTo>
                  <a:lnTo>
                    <a:pt x="605022" y="1247240"/>
                  </a:lnTo>
                  <a:lnTo>
                    <a:pt x="605001" y="1247237"/>
                  </a:lnTo>
                  <a:lnTo>
                    <a:pt x="604983" y="1247231"/>
                  </a:lnTo>
                  <a:lnTo>
                    <a:pt x="604954" y="1247212"/>
                  </a:lnTo>
                  <a:lnTo>
                    <a:pt x="604927" y="1247198"/>
                  </a:lnTo>
                  <a:lnTo>
                    <a:pt x="604912" y="1247196"/>
                  </a:lnTo>
                  <a:lnTo>
                    <a:pt x="604902" y="1247196"/>
                  </a:lnTo>
                  <a:lnTo>
                    <a:pt x="604885" y="1247200"/>
                  </a:lnTo>
                  <a:lnTo>
                    <a:pt x="604861" y="1247218"/>
                  </a:lnTo>
                  <a:lnTo>
                    <a:pt x="604837" y="1247233"/>
                  </a:lnTo>
                  <a:lnTo>
                    <a:pt x="604818" y="1247239"/>
                  </a:lnTo>
                  <a:lnTo>
                    <a:pt x="604805" y="1247240"/>
                  </a:lnTo>
                  <a:lnTo>
                    <a:pt x="604791" y="1247238"/>
                  </a:lnTo>
                  <a:lnTo>
                    <a:pt x="604771" y="1247232"/>
                  </a:lnTo>
                  <a:lnTo>
                    <a:pt x="604715" y="1247209"/>
                  </a:lnTo>
                  <a:lnTo>
                    <a:pt x="604691" y="1247202"/>
                  </a:lnTo>
                  <a:lnTo>
                    <a:pt x="604667" y="1247200"/>
                  </a:lnTo>
                  <a:lnTo>
                    <a:pt x="604655" y="1247200"/>
                  </a:lnTo>
                  <a:lnTo>
                    <a:pt x="604630" y="1247208"/>
                  </a:lnTo>
                  <a:lnTo>
                    <a:pt x="604592" y="1247217"/>
                  </a:lnTo>
                  <a:lnTo>
                    <a:pt x="604542" y="1247227"/>
                  </a:lnTo>
                  <a:lnTo>
                    <a:pt x="604520" y="1247231"/>
                  </a:lnTo>
                  <a:lnTo>
                    <a:pt x="604457" y="1247232"/>
                  </a:lnTo>
                  <a:lnTo>
                    <a:pt x="604433" y="1247236"/>
                  </a:lnTo>
                  <a:lnTo>
                    <a:pt x="604385" y="1247246"/>
                  </a:lnTo>
                  <a:lnTo>
                    <a:pt x="604333" y="1247253"/>
                  </a:lnTo>
                  <a:lnTo>
                    <a:pt x="604318" y="1247255"/>
                  </a:lnTo>
                  <a:lnTo>
                    <a:pt x="604290" y="1247270"/>
                  </a:lnTo>
                  <a:lnTo>
                    <a:pt x="604207" y="1247312"/>
                  </a:lnTo>
                  <a:lnTo>
                    <a:pt x="604158" y="1247334"/>
                  </a:lnTo>
                  <a:lnTo>
                    <a:pt x="604145" y="1247337"/>
                  </a:lnTo>
                  <a:lnTo>
                    <a:pt x="604132" y="1247336"/>
                  </a:lnTo>
                  <a:lnTo>
                    <a:pt x="604125" y="1247333"/>
                  </a:lnTo>
                  <a:lnTo>
                    <a:pt x="604101" y="1247325"/>
                  </a:lnTo>
                  <a:lnTo>
                    <a:pt x="604053" y="1247302"/>
                  </a:lnTo>
                  <a:lnTo>
                    <a:pt x="604019" y="1247289"/>
                  </a:lnTo>
                  <a:lnTo>
                    <a:pt x="603990" y="1247282"/>
                  </a:lnTo>
                  <a:lnTo>
                    <a:pt x="603957" y="1247278"/>
                  </a:lnTo>
                  <a:lnTo>
                    <a:pt x="603856" y="1247281"/>
                  </a:lnTo>
                  <a:lnTo>
                    <a:pt x="603789" y="1247285"/>
                  </a:lnTo>
                  <a:lnTo>
                    <a:pt x="603761" y="1247288"/>
                  </a:lnTo>
                  <a:lnTo>
                    <a:pt x="603698" y="1247302"/>
                  </a:lnTo>
                  <a:lnTo>
                    <a:pt x="603675" y="1247309"/>
                  </a:lnTo>
                  <a:lnTo>
                    <a:pt x="603658" y="1247316"/>
                  </a:lnTo>
                  <a:lnTo>
                    <a:pt x="603651" y="1247321"/>
                  </a:lnTo>
                  <a:lnTo>
                    <a:pt x="603637" y="1247333"/>
                  </a:lnTo>
                  <a:lnTo>
                    <a:pt x="603626" y="1247342"/>
                  </a:lnTo>
                  <a:lnTo>
                    <a:pt x="603621" y="1247346"/>
                  </a:lnTo>
                  <a:lnTo>
                    <a:pt x="603611" y="1247352"/>
                  </a:lnTo>
                  <a:lnTo>
                    <a:pt x="603596" y="1247361"/>
                  </a:lnTo>
                  <a:lnTo>
                    <a:pt x="603567" y="1247376"/>
                  </a:lnTo>
                  <a:lnTo>
                    <a:pt x="603537" y="1247389"/>
                  </a:lnTo>
                  <a:lnTo>
                    <a:pt x="603532" y="1247394"/>
                  </a:lnTo>
                  <a:lnTo>
                    <a:pt x="603525" y="1247407"/>
                  </a:lnTo>
                  <a:lnTo>
                    <a:pt x="603521" y="1247441"/>
                  </a:lnTo>
                  <a:lnTo>
                    <a:pt x="603518" y="1247488"/>
                  </a:lnTo>
                  <a:lnTo>
                    <a:pt x="603519" y="1247535"/>
                  </a:lnTo>
                  <a:lnTo>
                    <a:pt x="603517" y="1247587"/>
                  </a:lnTo>
                  <a:lnTo>
                    <a:pt x="603520" y="1247639"/>
                  </a:lnTo>
                  <a:lnTo>
                    <a:pt x="603523" y="1247705"/>
                  </a:lnTo>
                  <a:lnTo>
                    <a:pt x="603522" y="1247725"/>
                  </a:lnTo>
                  <a:lnTo>
                    <a:pt x="603518" y="1247731"/>
                  </a:lnTo>
                  <a:lnTo>
                    <a:pt x="603500" y="1247748"/>
                  </a:lnTo>
                  <a:lnTo>
                    <a:pt x="603494" y="1247757"/>
                  </a:lnTo>
                  <a:lnTo>
                    <a:pt x="603486" y="1247782"/>
                  </a:lnTo>
                  <a:lnTo>
                    <a:pt x="603477" y="1247815"/>
                  </a:lnTo>
                  <a:lnTo>
                    <a:pt x="603472" y="1247820"/>
                  </a:lnTo>
                  <a:lnTo>
                    <a:pt x="603450" y="1247822"/>
                  </a:lnTo>
                  <a:lnTo>
                    <a:pt x="603415" y="1247823"/>
                  </a:lnTo>
                  <a:lnTo>
                    <a:pt x="603401" y="1247826"/>
                  </a:lnTo>
                  <a:lnTo>
                    <a:pt x="603389" y="1247836"/>
                  </a:lnTo>
                  <a:lnTo>
                    <a:pt x="603365" y="1247858"/>
                  </a:lnTo>
                  <a:lnTo>
                    <a:pt x="603342" y="1247889"/>
                  </a:lnTo>
                  <a:lnTo>
                    <a:pt x="603312" y="1247933"/>
                  </a:lnTo>
                  <a:lnTo>
                    <a:pt x="603306" y="1247937"/>
                  </a:lnTo>
                  <a:lnTo>
                    <a:pt x="603283" y="1247938"/>
                  </a:lnTo>
                  <a:lnTo>
                    <a:pt x="603252" y="1247934"/>
                  </a:lnTo>
                  <a:lnTo>
                    <a:pt x="603172" y="1247922"/>
                  </a:lnTo>
                  <a:lnTo>
                    <a:pt x="603129" y="1247914"/>
                  </a:lnTo>
                  <a:lnTo>
                    <a:pt x="603109" y="1247915"/>
                  </a:lnTo>
                  <a:lnTo>
                    <a:pt x="603089" y="1247926"/>
                  </a:lnTo>
                  <a:lnTo>
                    <a:pt x="603064" y="1247948"/>
                  </a:lnTo>
                  <a:lnTo>
                    <a:pt x="603041" y="1247963"/>
                  </a:lnTo>
                  <a:lnTo>
                    <a:pt x="603016" y="1247974"/>
                  </a:lnTo>
                  <a:lnTo>
                    <a:pt x="602966" y="1247987"/>
                  </a:lnTo>
                  <a:lnTo>
                    <a:pt x="602950" y="1247993"/>
                  </a:lnTo>
                  <a:lnTo>
                    <a:pt x="602927" y="1248015"/>
                  </a:lnTo>
                  <a:lnTo>
                    <a:pt x="602906" y="1248032"/>
                  </a:lnTo>
                  <a:lnTo>
                    <a:pt x="602889" y="1248039"/>
                  </a:lnTo>
                  <a:lnTo>
                    <a:pt x="602864" y="1248050"/>
                  </a:lnTo>
                  <a:lnTo>
                    <a:pt x="602841" y="1248066"/>
                  </a:lnTo>
                  <a:lnTo>
                    <a:pt x="602830" y="1248078"/>
                  </a:lnTo>
                  <a:lnTo>
                    <a:pt x="602812" y="1248110"/>
                  </a:lnTo>
                  <a:lnTo>
                    <a:pt x="602789" y="1248152"/>
                  </a:lnTo>
                  <a:lnTo>
                    <a:pt x="602775" y="1248177"/>
                  </a:lnTo>
                  <a:lnTo>
                    <a:pt x="602757" y="1248219"/>
                  </a:lnTo>
                  <a:lnTo>
                    <a:pt x="602742" y="1248257"/>
                  </a:lnTo>
                  <a:lnTo>
                    <a:pt x="602732" y="1248279"/>
                  </a:lnTo>
                  <a:lnTo>
                    <a:pt x="602731" y="1248303"/>
                  </a:lnTo>
                  <a:lnTo>
                    <a:pt x="602720" y="1248369"/>
                  </a:lnTo>
                  <a:lnTo>
                    <a:pt x="602714" y="1248403"/>
                  </a:lnTo>
                  <a:lnTo>
                    <a:pt x="602703" y="1248422"/>
                  </a:lnTo>
                  <a:lnTo>
                    <a:pt x="602678" y="1248444"/>
                  </a:lnTo>
                  <a:lnTo>
                    <a:pt x="602646" y="1248471"/>
                  </a:lnTo>
                  <a:lnTo>
                    <a:pt x="602639" y="1248475"/>
                  </a:lnTo>
                  <a:lnTo>
                    <a:pt x="602630" y="1248476"/>
                  </a:lnTo>
                  <a:lnTo>
                    <a:pt x="602616" y="1248473"/>
                  </a:lnTo>
                  <a:lnTo>
                    <a:pt x="602596" y="1248455"/>
                  </a:lnTo>
                  <a:lnTo>
                    <a:pt x="602576" y="1248423"/>
                  </a:lnTo>
                  <a:lnTo>
                    <a:pt x="602562" y="1248402"/>
                  </a:lnTo>
                  <a:lnTo>
                    <a:pt x="602552" y="1248380"/>
                  </a:lnTo>
                  <a:lnTo>
                    <a:pt x="602543" y="1248355"/>
                  </a:lnTo>
                  <a:lnTo>
                    <a:pt x="602536" y="1248326"/>
                  </a:lnTo>
                  <a:lnTo>
                    <a:pt x="602532" y="1248296"/>
                  </a:lnTo>
                  <a:lnTo>
                    <a:pt x="602525" y="1248271"/>
                  </a:lnTo>
                  <a:lnTo>
                    <a:pt x="602508" y="1248233"/>
                  </a:lnTo>
                  <a:lnTo>
                    <a:pt x="602497" y="1248216"/>
                  </a:lnTo>
                  <a:lnTo>
                    <a:pt x="602485" y="1248205"/>
                  </a:lnTo>
                  <a:lnTo>
                    <a:pt x="602464" y="1248195"/>
                  </a:lnTo>
                  <a:lnTo>
                    <a:pt x="602453" y="1248188"/>
                  </a:lnTo>
                  <a:lnTo>
                    <a:pt x="602444" y="1248178"/>
                  </a:lnTo>
                  <a:lnTo>
                    <a:pt x="602430" y="1248158"/>
                  </a:lnTo>
                  <a:lnTo>
                    <a:pt x="602414" y="1248129"/>
                  </a:lnTo>
                  <a:lnTo>
                    <a:pt x="602396" y="1248110"/>
                  </a:lnTo>
                  <a:lnTo>
                    <a:pt x="602373" y="1248094"/>
                  </a:lnTo>
                  <a:lnTo>
                    <a:pt x="602347" y="1248080"/>
                  </a:lnTo>
                  <a:lnTo>
                    <a:pt x="602321" y="1248063"/>
                  </a:lnTo>
                  <a:lnTo>
                    <a:pt x="602291" y="1248046"/>
                  </a:lnTo>
                  <a:lnTo>
                    <a:pt x="602263" y="1248033"/>
                  </a:lnTo>
                  <a:lnTo>
                    <a:pt x="602254" y="1248025"/>
                  </a:lnTo>
                  <a:lnTo>
                    <a:pt x="602247" y="1247998"/>
                  </a:lnTo>
                  <a:lnTo>
                    <a:pt x="602241" y="1247984"/>
                  </a:lnTo>
                  <a:lnTo>
                    <a:pt x="602231" y="1247973"/>
                  </a:lnTo>
                  <a:lnTo>
                    <a:pt x="602208" y="1247961"/>
                  </a:lnTo>
                  <a:lnTo>
                    <a:pt x="602147" y="1247945"/>
                  </a:lnTo>
                  <a:lnTo>
                    <a:pt x="602080" y="1247934"/>
                  </a:lnTo>
                  <a:lnTo>
                    <a:pt x="602051" y="1247930"/>
                  </a:lnTo>
                  <a:lnTo>
                    <a:pt x="601991" y="1247929"/>
                  </a:lnTo>
                  <a:lnTo>
                    <a:pt x="601933" y="1247934"/>
                  </a:lnTo>
                  <a:lnTo>
                    <a:pt x="601919" y="1247938"/>
                  </a:lnTo>
                  <a:lnTo>
                    <a:pt x="601897" y="1247950"/>
                  </a:lnTo>
                  <a:lnTo>
                    <a:pt x="601873" y="1247975"/>
                  </a:lnTo>
                  <a:lnTo>
                    <a:pt x="601863" y="1247983"/>
                  </a:lnTo>
                  <a:lnTo>
                    <a:pt x="601835" y="1247998"/>
                  </a:lnTo>
                  <a:lnTo>
                    <a:pt x="601791" y="1248017"/>
                  </a:lnTo>
                  <a:lnTo>
                    <a:pt x="601762" y="1248025"/>
                  </a:lnTo>
                  <a:lnTo>
                    <a:pt x="601747" y="1248027"/>
                  </a:lnTo>
                  <a:lnTo>
                    <a:pt x="601730" y="1248024"/>
                  </a:lnTo>
                  <a:lnTo>
                    <a:pt x="601698" y="1248002"/>
                  </a:lnTo>
                  <a:lnTo>
                    <a:pt x="601678" y="1247990"/>
                  </a:lnTo>
                  <a:lnTo>
                    <a:pt x="601669" y="1247984"/>
                  </a:lnTo>
                  <a:lnTo>
                    <a:pt x="601667" y="1247979"/>
                  </a:lnTo>
                  <a:lnTo>
                    <a:pt x="601666" y="1247973"/>
                  </a:lnTo>
                  <a:lnTo>
                    <a:pt x="601673" y="1247957"/>
                  </a:lnTo>
                  <a:lnTo>
                    <a:pt x="601680" y="1247932"/>
                  </a:lnTo>
                  <a:lnTo>
                    <a:pt x="601683" y="1247911"/>
                  </a:lnTo>
                  <a:lnTo>
                    <a:pt x="601686" y="1247869"/>
                  </a:lnTo>
                  <a:lnTo>
                    <a:pt x="601682" y="1247820"/>
                  </a:lnTo>
                  <a:lnTo>
                    <a:pt x="601677" y="1247782"/>
                  </a:lnTo>
                  <a:lnTo>
                    <a:pt x="601669" y="1247750"/>
                  </a:lnTo>
                  <a:lnTo>
                    <a:pt x="601662" y="1247729"/>
                  </a:lnTo>
                  <a:lnTo>
                    <a:pt x="601657" y="1247709"/>
                  </a:lnTo>
                  <a:lnTo>
                    <a:pt x="601656" y="1247689"/>
                  </a:lnTo>
                  <a:lnTo>
                    <a:pt x="601657" y="1247665"/>
                  </a:lnTo>
                  <a:lnTo>
                    <a:pt x="601662" y="1247641"/>
                  </a:lnTo>
                  <a:lnTo>
                    <a:pt x="601671" y="1247619"/>
                  </a:lnTo>
                  <a:lnTo>
                    <a:pt x="601686" y="1247591"/>
                  </a:lnTo>
                  <a:lnTo>
                    <a:pt x="601703" y="1247561"/>
                  </a:lnTo>
                  <a:lnTo>
                    <a:pt x="601723" y="1247529"/>
                  </a:lnTo>
                  <a:lnTo>
                    <a:pt x="601730" y="1247507"/>
                  </a:lnTo>
                  <a:lnTo>
                    <a:pt x="601738" y="1247468"/>
                  </a:lnTo>
                  <a:lnTo>
                    <a:pt x="601740" y="1247429"/>
                  </a:lnTo>
                  <a:lnTo>
                    <a:pt x="601742" y="1247390"/>
                  </a:lnTo>
                  <a:lnTo>
                    <a:pt x="601742" y="1247383"/>
                  </a:lnTo>
                  <a:lnTo>
                    <a:pt x="601744" y="1247362"/>
                  </a:lnTo>
                  <a:lnTo>
                    <a:pt x="601744" y="1247356"/>
                  </a:lnTo>
                  <a:lnTo>
                    <a:pt x="601744" y="1247344"/>
                  </a:lnTo>
                  <a:lnTo>
                    <a:pt x="601745" y="1247333"/>
                  </a:lnTo>
                  <a:lnTo>
                    <a:pt x="601746" y="1247323"/>
                  </a:lnTo>
                  <a:lnTo>
                    <a:pt x="601747" y="1247307"/>
                  </a:lnTo>
                  <a:lnTo>
                    <a:pt x="601751" y="1247232"/>
                  </a:lnTo>
                  <a:lnTo>
                    <a:pt x="601752" y="1247187"/>
                  </a:lnTo>
                  <a:lnTo>
                    <a:pt x="601748" y="1247134"/>
                  </a:lnTo>
                  <a:lnTo>
                    <a:pt x="601743" y="1247115"/>
                  </a:lnTo>
                  <a:lnTo>
                    <a:pt x="601738" y="1247100"/>
                  </a:lnTo>
                  <a:lnTo>
                    <a:pt x="601705" y="1247083"/>
                  </a:lnTo>
                  <a:lnTo>
                    <a:pt x="601674" y="1247055"/>
                  </a:lnTo>
                  <a:lnTo>
                    <a:pt x="601656" y="1247030"/>
                  </a:lnTo>
                  <a:lnTo>
                    <a:pt x="601638" y="1247001"/>
                  </a:lnTo>
                  <a:lnTo>
                    <a:pt x="601626" y="1246977"/>
                  </a:lnTo>
                  <a:lnTo>
                    <a:pt x="601620" y="1246951"/>
                  </a:lnTo>
                  <a:lnTo>
                    <a:pt x="601613" y="1246914"/>
                  </a:lnTo>
                  <a:lnTo>
                    <a:pt x="601602" y="1246841"/>
                  </a:lnTo>
                  <a:lnTo>
                    <a:pt x="601582" y="1246739"/>
                  </a:lnTo>
                  <a:lnTo>
                    <a:pt x="601576" y="1246688"/>
                  </a:lnTo>
                  <a:lnTo>
                    <a:pt x="601574" y="1246680"/>
                  </a:lnTo>
                  <a:lnTo>
                    <a:pt x="601577" y="1246638"/>
                  </a:lnTo>
                  <a:lnTo>
                    <a:pt x="601580" y="1246603"/>
                  </a:lnTo>
                  <a:lnTo>
                    <a:pt x="601576" y="1246587"/>
                  </a:lnTo>
                  <a:lnTo>
                    <a:pt x="601555" y="1246556"/>
                  </a:lnTo>
                  <a:lnTo>
                    <a:pt x="601537" y="1246523"/>
                  </a:lnTo>
                  <a:lnTo>
                    <a:pt x="601532" y="1246505"/>
                  </a:lnTo>
                  <a:lnTo>
                    <a:pt x="601531" y="1246483"/>
                  </a:lnTo>
                  <a:lnTo>
                    <a:pt x="601533" y="1246449"/>
                  </a:lnTo>
                  <a:lnTo>
                    <a:pt x="601542" y="1246405"/>
                  </a:lnTo>
                  <a:lnTo>
                    <a:pt x="601548" y="1246370"/>
                  </a:lnTo>
                  <a:lnTo>
                    <a:pt x="601546" y="1246362"/>
                  </a:lnTo>
                  <a:lnTo>
                    <a:pt x="601535" y="1246352"/>
                  </a:lnTo>
                  <a:lnTo>
                    <a:pt x="601501" y="1246337"/>
                  </a:lnTo>
                  <a:lnTo>
                    <a:pt x="601477" y="1246324"/>
                  </a:lnTo>
                  <a:lnTo>
                    <a:pt x="601440" y="1246301"/>
                  </a:lnTo>
                  <a:lnTo>
                    <a:pt x="601419" y="1246286"/>
                  </a:lnTo>
                  <a:lnTo>
                    <a:pt x="601406" y="1246265"/>
                  </a:lnTo>
                  <a:lnTo>
                    <a:pt x="601390" y="1246231"/>
                  </a:lnTo>
                  <a:lnTo>
                    <a:pt x="601374" y="1246206"/>
                  </a:lnTo>
                  <a:lnTo>
                    <a:pt x="601360" y="1246187"/>
                  </a:lnTo>
                  <a:lnTo>
                    <a:pt x="601341" y="1246171"/>
                  </a:lnTo>
                  <a:lnTo>
                    <a:pt x="601332" y="1246162"/>
                  </a:lnTo>
                  <a:lnTo>
                    <a:pt x="601327" y="1246146"/>
                  </a:lnTo>
                  <a:lnTo>
                    <a:pt x="601321" y="1246107"/>
                  </a:lnTo>
                  <a:lnTo>
                    <a:pt x="601300" y="1246058"/>
                  </a:lnTo>
                  <a:lnTo>
                    <a:pt x="601282" y="1246021"/>
                  </a:lnTo>
                  <a:lnTo>
                    <a:pt x="601266" y="1245992"/>
                  </a:lnTo>
                  <a:lnTo>
                    <a:pt x="601248" y="1245968"/>
                  </a:lnTo>
                  <a:lnTo>
                    <a:pt x="601223" y="1245949"/>
                  </a:lnTo>
                  <a:lnTo>
                    <a:pt x="601207" y="1245942"/>
                  </a:lnTo>
                  <a:lnTo>
                    <a:pt x="601167" y="1245939"/>
                  </a:lnTo>
                  <a:lnTo>
                    <a:pt x="601122" y="1245941"/>
                  </a:lnTo>
                  <a:lnTo>
                    <a:pt x="601101" y="1245947"/>
                  </a:lnTo>
                  <a:lnTo>
                    <a:pt x="601064" y="1245961"/>
                  </a:lnTo>
                  <a:lnTo>
                    <a:pt x="601008" y="1245974"/>
                  </a:lnTo>
                  <a:lnTo>
                    <a:pt x="600954" y="1245986"/>
                  </a:lnTo>
                  <a:lnTo>
                    <a:pt x="600928" y="1245988"/>
                  </a:lnTo>
                  <a:lnTo>
                    <a:pt x="600908" y="1245987"/>
                  </a:lnTo>
                  <a:lnTo>
                    <a:pt x="600892" y="1245979"/>
                  </a:lnTo>
                  <a:lnTo>
                    <a:pt x="600879" y="1245966"/>
                  </a:lnTo>
                  <a:lnTo>
                    <a:pt x="600871" y="1245954"/>
                  </a:lnTo>
                  <a:lnTo>
                    <a:pt x="600859" y="1245925"/>
                  </a:lnTo>
                  <a:lnTo>
                    <a:pt x="600843" y="1245890"/>
                  </a:lnTo>
                  <a:lnTo>
                    <a:pt x="600828" y="1245871"/>
                  </a:lnTo>
                  <a:lnTo>
                    <a:pt x="600787" y="1245846"/>
                  </a:lnTo>
                  <a:lnTo>
                    <a:pt x="600742" y="1245822"/>
                  </a:lnTo>
                  <a:lnTo>
                    <a:pt x="600692" y="1245801"/>
                  </a:lnTo>
                  <a:lnTo>
                    <a:pt x="600618" y="1245773"/>
                  </a:lnTo>
                  <a:lnTo>
                    <a:pt x="600597" y="1245764"/>
                  </a:lnTo>
                  <a:lnTo>
                    <a:pt x="600584" y="1245755"/>
                  </a:lnTo>
                  <a:lnTo>
                    <a:pt x="600568" y="1245735"/>
                  </a:lnTo>
                  <a:lnTo>
                    <a:pt x="600551" y="1245720"/>
                  </a:lnTo>
                  <a:lnTo>
                    <a:pt x="600528" y="1245715"/>
                  </a:lnTo>
                  <a:lnTo>
                    <a:pt x="600426" y="1245718"/>
                  </a:lnTo>
                  <a:lnTo>
                    <a:pt x="600416" y="1245723"/>
                  </a:lnTo>
                  <a:lnTo>
                    <a:pt x="600403" y="1245746"/>
                  </a:lnTo>
                  <a:lnTo>
                    <a:pt x="600396" y="1245749"/>
                  </a:lnTo>
                  <a:lnTo>
                    <a:pt x="600379" y="1245748"/>
                  </a:lnTo>
                  <a:lnTo>
                    <a:pt x="600352" y="1245734"/>
                  </a:lnTo>
                  <a:lnTo>
                    <a:pt x="600337" y="1245731"/>
                  </a:lnTo>
                  <a:lnTo>
                    <a:pt x="600321" y="1245732"/>
                  </a:lnTo>
                  <a:lnTo>
                    <a:pt x="600279" y="1245750"/>
                  </a:lnTo>
                  <a:lnTo>
                    <a:pt x="600249" y="1245761"/>
                  </a:lnTo>
                  <a:lnTo>
                    <a:pt x="600219" y="1245765"/>
                  </a:lnTo>
                  <a:lnTo>
                    <a:pt x="600196" y="1245769"/>
                  </a:lnTo>
                  <a:lnTo>
                    <a:pt x="600159" y="1245788"/>
                  </a:lnTo>
                  <a:lnTo>
                    <a:pt x="600114" y="1245798"/>
                  </a:lnTo>
                  <a:lnTo>
                    <a:pt x="600095" y="1245805"/>
                  </a:lnTo>
                  <a:lnTo>
                    <a:pt x="600088" y="1245812"/>
                  </a:lnTo>
                  <a:lnTo>
                    <a:pt x="600079" y="1245852"/>
                  </a:lnTo>
                  <a:lnTo>
                    <a:pt x="600072" y="1245906"/>
                  </a:lnTo>
                  <a:lnTo>
                    <a:pt x="600062" y="1245944"/>
                  </a:lnTo>
                  <a:lnTo>
                    <a:pt x="600055" y="1245972"/>
                  </a:lnTo>
                  <a:lnTo>
                    <a:pt x="600047" y="1246001"/>
                  </a:lnTo>
                  <a:lnTo>
                    <a:pt x="600041" y="1246046"/>
                  </a:lnTo>
                  <a:lnTo>
                    <a:pt x="600039" y="1246103"/>
                  </a:lnTo>
                  <a:lnTo>
                    <a:pt x="600035" y="1246125"/>
                  </a:lnTo>
                  <a:lnTo>
                    <a:pt x="600024" y="1246150"/>
                  </a:lnTo>
                  <a:lnTo>
                    <a:pt x="600008" y="1246183"/>
                  </a:lnTo>
                  <a:lnTo>
                    <a:pt x="599998" y="1246201"/>
                  </a:lnTo>
                  <a:lnTo>
                    <a:pt x="599971" y="1246252"/>
                  </a:lnTo>
                  <a:lnTo>
                    <a:pt x="599949" y="1246300"/>
                  </a:lnTo>
                  <a:lnTo>
                    <a:pt x="599928" y="1246343"/>
                  </a:lnTo>
                  <a:lnTo>
                    <a:pt x="599912" y="1246382"/>
                  </a:lnTo>
                  <a:lnTo>
                    <a:pt x="599902" y="1246396"/>
                  </a:lnTo>
                  <a:lnTo>
                    <a:pt x="599864" y="1246430"/>
                  </a:lnTo>
                  <a:lnTo>
                    <a:pt x="599835" y="1246459"/>
                  </a:lnTo>
                  <a:lnTo>
                    <a:pt x="599799" y="1246492"/>
                  </a:lnTo>
                  <a:lnTo>
                    <a:pt x="599778" y="1246522"/>
                  </a:lnTo>
                  <a:lnTo>
                    <a:pt x="599764" y="1246542"/>
                  </a:lnTo>
                  <a:lnTo>
                    <a:pt x="599745" y="1246573"/>
                  </a:lnTo>
                  <a:lnTo>
                    <a:pt x="599731" y="1246605"/>
                  </a:lnTo>
                  <a:lnTo>
                    <a:pt x="599716" y="1246631"/>
                  </a:lnTo>
                  <a:lnTo>
                    <a:pt x="599701" y="1246646"/>
                  </a:lnTo>
                  <a:lnTo>
                    <a:pt x="599685" y="1246659"/>
                  </a:lnTo>
                  <a:lnTo>
                    <a:pt x="599658" y="1246677"/>
                  </a:lnTo>
                  <a:lnTo>
                    <a:pt x="599632" y="1246688"/>
                  </a:lnTo>
                  <a:lnTo>
                    <a:pt x="599613" y="1246695"/>
                  </a:lnTo>
                  <a:lnTo>
                    <a:pt x="599595" y="1246714"/>
                  </a:lnTo>
                  <a:lnTo>
                    <a:pt x="599581" y="1246730"/>
                  </a:lnTo>
                  <a:lnTo>
                    <a:pt x="599561" y="1246740"/>
                  </a:lnTo>
                  <a:lnTo>
                    <a:pt x="599545" y="1246748"/>
                  </a:lnTo>
                  <a:lnTo>
                    <a:pt x="599524" y="1246765"/>
                  </a:lnTo>
                  <a:lnTo>
                    <a:pt x="599507" y="1246790"/>
                  </a:lnTo>
                  <a:lnTo>
                    <a:pt x="599492" y="1246819"/>
                  </a:lnTo>
                  <a:lnTo>
                    <a:pt x="599488" y="1246840"/>
                  </a:lnTo>
                  <a:lnTo>
                    <a:pt x="599483" y="1246845"/>
                  </a:lnTo>
                  <a:lnTo>
                    <a:pt x="599478" y="1246848"/>
                  </a:lnTo>
                  <a:lnTo>
                    <a:pt x="599466" y="1246851"/>
                  </a:lnTo>
                  <a:lnTo>
                    <a:pt x="599452" y="1246856"/>
                  </a:lnTo>
                  <a:lnTo>
                    <a:pt x="599407" y="1246880"/>
                  </a:lnTo>
                  <a:lnTo>
                    <a:pt x="599391" y="1246886"/>
                  </a:lnTo>
                  <a:lnTo>
                    <a:pt x="599378" y="1246887"/>
                  </a:lnTo>
                  <a:lnTo>
                    <a:pt x="599359" y="1246883"/>
                  </a:lnTo>
                  <a:lnTo>
                    <a:pt x="599342" y="1246873"/>
                  </a:lnTo>
                  <a:lnTo>
                    <a:pt x="599326" y="1246861"/>
                  </a:lnTo>
                  <a:lnTo>
                    <a:pt x="599317" y="1246846"/>
                  </a:lnTo>
                  <a:lnTo>
                    <a:pt x="599304" y="1246822"/>
                  </a:lnTo>
                  <a:lnTo>
                    <a:pt x="599291" y="1246802"/>
                  </a:lnTo>
                  <a:lnTo>
                    <a:pt x="599259" y="1246776"/>
                  </a:lnTo>
                  <a:lnTo>
                    <a:pt x="599232" y="1246760"/>
                  </a:lnTo>
                  <a:lnTo>
                    <a:pt x="599210" y="1246749"/>
                  </a:lnTo>
                  <a:lnTo>
                    <a:pt x="599193" y="1246746"/>
                  </a:lnTo>
                  <a:lnTo>
                    <a:pt x="599171" y="1246750"/>
                  </a:lnTo>
                  <a:lnTo>
                    <a:pt x="599134" y="1246771"/>
                  </a:lnTo>
                  <a:lnTo>
                    <a:pt x="599111" y="1246779"/>
                  </a:lnTo>
                  <a:lnTo>
                    <a:pt x="599067" y="1246781"/>
                  </a:lnTo>
                  <a:lnTo>
                    <a:pt x="599035" y="1246778"/>
                  </a:lnTo>
                  <a:lnTo>
                    <a:pt x="599019" y="1246782"/>
                  </a:lnTo>
                  <a:lnTo>
                    <a:pt x="598987" y="1246804"/>
                  </a:lnTo>
                  <a:lnTo>
                    <a:pt x="598953" y="1246823"/>
                  </a:lnTo>
                  <a:lnTo>
                    <a:pt x="598907" y="1246845"/>
                  </a:lnTo>
                  <a:lnTo>
                    <a:pt x="598888" y="1246851"/>
                  </a:lnTo>
                  <a:lnTo>
                    <a:pt x="598753" y="1246856"/>
                  </a:lnTo>
                  <a:lnTo>
                    <a:pt x="598736" y="1246854"/>
                  </a:lnTo>
                  <a:lnTo>
                    <a:pt x="598695" y="1246832"/>
                  </a:lnTo>
                  <a:lnTo>
                    <a:pt x="598632" y="1246803"/>
                  </a:lnTo>
                  <a:lnTo>
                    <a:pt x="598594" y="1246790"/>
                  </a:lnTo>
                  <a:lnTo>
                    <a:pt x="598584" y="1246785"/>
                  </a:lnTo>
                  <a:lnTo>
                    <a:pt x="598555" y="1246763"/>
                  </a:lnTo>
                  <a:lnTo>
                    <a:pt x="598529" y="1246741"/>
                  </a:lnTo>
                  <a:lnTo>
                    <a:pt x="598507" y="1246730"/>
                  </a:lnTo>
                  <a:lnTo>
                    <a:pt x="598471" y="1246722"/>
                  </a:lnTo>
                  <a:lnTo>
                    <a:pt x="598455" y="1246723"/>
                  </a:lnTo>
                  <a:lnTo>
                    <a:pt x="598427" y="1246733"/>
                  </a:lnTo>
                  <a:lnTo>
                    <a:pt x="598391" y="1246733"/>
                  </a:lnTo>
                  <a:lnTo>
                    <a:pt x="598334" y="1246725"/>
                  </a:lnTo>
                  <a:lnTo>
                    <a:pt x="598306" y="1246719"/>
                  </a:lnTo>
                  <a:lnTo>
                    <a:pt x="598274" y="1246705"/>
                  </a:lnTo>
                  <a:lnTo>
                    <a:pt x="598240" y="1246689"/>
                  </a:lnTo>
                  <a:lnTo>
                    <a:pt x="598226" y="1246684"/>
                  </a:lnTo>
                  <a:lnTo>
                    <a:pt x="598215" y="1246685"/>
                  </a:lnTo>
                  <a:lnTo>
                    <a:pt x="598189" y="1246706"/>
                  </a:lnTo>
                  <a:lnTo>
                    <a:pt x="598164" y="1246731"/>
                  </a:lnTo>
                  <a:lnTo>
                    <a:pt x="598141" y="1246743"/>
                  </a:lnTo>
                  <a:lnTo>
                    <a:pt x="598106" y="1246760"/>
                  </a:lnTo>
                  <a:lnTo>
                    <a:pt x="598079" y="1246772"/>
                  </a:lnTo>
                  <a:lnTo>
                    <a:pt x="598063" y="1246772"/>
                  </a:lnTo>
                  <a:lnTo>
                    <a:pt x="598040" y="1246765"/>
                  </a:lnTo>
                  <a:lnTo>
                    <a:pt x="598029" y="1246760"/>
                  </a:lnTo>
                  <a:lnTo>
                    <a:pt x="597996" y="1246745"/>
                  </a:lnTo>
                  <a:lnTo>
                    <a:pt x="597962" y="1246735"/>
                  </a:lnTo>
                  <a:lnTo>
                    <a:pt x="597935" y="1246733"/>
                  </a:lnTo>
                  <a:lnTo>
                    <a:pt x="597907" y="1246735"/>
                  </a:lnTo>
                  <a:lnTo>
                    <a:pt x="597886" y="1246744"/>
                  </a:lnTo>
                  <a:lnTo>
                    <a:pt x="597863" y="1246717"/>
                  </a:lnTo>
                  <a:lnTo>
                    <a:pt x="597853" y="1246717"/>
                  </a:lnTo>
                  <a:lnTo>
                    <a:pt x="597846" y="1246718"/>
                  </a:lnTo>
                  <a:lnTo>
                    <a:pt x="597842" y="1246721"/>
                  </a:lnTo>
                  <a:lnTo>
                    <a:pt x="597838" y="1246724"/>
                  </a:lnTo>
                  <a:lnTo>
                    <a:pt x="597833" y="1246729"/>
                  </a:lnTo>
                  <a:lnTo>
                    <a:pt x="597829" y="1246735"/>
                  </a:lnTo>
                  <a:lnTo>
                    <a:pt x="597827" y="1246742"/>
                  </a:lnTo>
                  <a:lnTo>
                    <a:pt x="597825" y="1246746"/>
                  </a:lnTo>
                  <a:lnTo>
                    <a:pt x="597822" y="1246753"/>
                  </a:lnTo>
                  <a:lnTo>
                    <a:pt x="597820" y="1246759"/>
                  </a:lnTo>
                  <a:lnTo>
                    <a:pt x="597818" y="1246765"/>
                  </a:lnTo>
                  <a:lnTo>
                    <a:pt x="597816" y="1246771"/>
                  </a:lnTo>
                  <a:lnTo>
                    <a:pt x="597813" y="1246775"/>
                  </a:lnTo>
                  <a:lnTo>
                    <a:pt x="597808" y="1246779"/>
                  </a:lnTo>
                  <a:lnTo>
                    <a:pt x="597803" y="1246779"/>
                  </a:lnTo>
                  <a:lnTo>
                    <a:pt x="597798" y="1246778"/>
                  </a:lnTo>
                  <a:lnTo>
                    <a:pt x="597793" y="1246776"/>
                  </a:lnTo>
                  <a:lnTo>
                    <a:pt x="597784" y="1246775"/>
                  </a:lnTo>
                  <a:lnTo>
                    <a:pt x="597778" y="1246774"/>
                  </a:lnTo>
                  <a:lnTo>
                    <a:pt x="597771" y="1246775"/>
                  </a:lnTo>
                  <a:lnTo>
                    <a:pt x="597763" y="1246777"/>
                  </a:lnTo>
                  <a:lnTo>
                    <a:pt x="597753" y="1246780"/>
                  </a:lnTo>
                  <a:lnTo>
                    <a:pt x="597739" y="1246784"/>
                  </a:lnTo>
                  <a:lnTo>
                    <a:pt x="597729" y="1246785"/>
                  </a:lnTo>
                  <a:lnTo>
                    <a:pt x="597712" y="1246783"/>
                  </a:lnTo>
                  <a:lnTo>
                    <a:pt x="597699" y="1246783"/>
                  </a:lnTo>
                  <a:lnTo>
                    <a:pt x="597684" y="1246787"/>
                  </a:lnTo>
                  <a:lnTo>
                    <a:pt x="597671" y="1246792"/>
                  </a:lnTo>
                  <a:lnTo>
                    <a:pt x="597653" y="1246802"/>
                  </a:lnTo>
                  <a:lnTo>
                    <a:pt x="597634" y="1246812"/>
                  </a:lnTo>
                  <a:lnTo>
                    <a:pt x="597625" y="1246818"/>
                  </a:lnTo>
                  <a:lnTo>
                    <a:pt x="597617" y="1246822"/>
                  </a:lnTo>
                  <a:lnTo>
                    <a:pt x="597601" y="1246829"/>
                  </a:lnTo>
                  <a:lnTo>
                    <a:pt x="597588" y="1246832"/>
                  </a:lnTo>
                  <a:lnTo>
                    <a:pt x="597581" y="1246831"/>
                  </a:lnTo>
                  <a:lnTo>
                    <a:pt x="597571" y="1246830"/>
                  </a:lnTo>
                  <a:lnTo>
                    <a:pt x="597556" y="1246825"/>
                  </a:lnTo>
                  <a:lnTo>
                    <a:pt x="597528" y="1246812"/>
                  </a:lnTo>
                  <a:lnTo>
                    <a:pt x="597496" y="1246797"/>
                  </a:lnTo>
                  <a:lnTo>
                    <a:pt x="597466" y="1246781"/>
                  </a:lnTo>
                  <a:lnTo>
                    <a:pt x="597461" y="1246779"/>
                  </a:lnTo>
                  <a:lnTo>
                    <a:pt x="597456" y="1246773"/>
                  </a:lnTo>
                  <a:lnTo>
                    <a:pt x="597453" y="1246761"/>
                  </a:lnTo>
                  <a:lnTo>
                    <a:pt x="597450" y="1246733"/>
                  </a:lnTo>
                  <a:lnTo>
                    <a:pt x="597447" y="1246725"/>
                  </a:lnTo>
                  <a:lnTo>
                    <a:pt x="597442" y="1246721"/>
                  </a:lnTo>
                  <a:lnTo>
                    <a:pt x="597436" y="1246721"/>
                  </a:lnTo>
                  <a:lnTo>
                    <a:pt x="597423" y="1246726"/>
                  </a:lnTo>
                  <a:lnTo>
                    <a:pt x="597400" y="1246736"/>
                  </a:lnTo>
                  <a:lnTo>
                    <a:pt x="597389" y="1246741"/>
                  </a:lnTo>
                  <a:lnTo>
                    <a:pt x="597373" y="1246748"/>
                  </a:lnTo>
                  <a:lnTo>
                    <a:pt x="597355" y="1246759"/>
                  </a:lnTo>
                  <a:lnTo>
                    <a:pt x="597341" y="1246769"/>
                  </a:lnTo>
                  <a:lnTo>
                    <a:pt x="597328" y="1246779"/>
                  </a:lnTo>
                  <a:lnTo>
                    <a:pt x="597306" y="1246795"/>
                  </a:lnTo>
                  <a:lnTo>
                    <a:pt x="597294" y="1246804"/>
                  </a:lnTo>
                  <a:lnTo>
                    <a:pt x="597284" y="1246812"/>
                  </a:lnTo>
                  <a:lnTo>
                    <a:pt x="597268" y="1246821"/>
                  </a:lnTo>
                  <a:lnTo>
                    <a:pt x="597241" y="1246834"/>
                  </a:lnTo>
                  <a:lnTo>
                    <a:pt x="597225" y="1246841"/>
                  </a:lnTo>
                  <a:lnTo>
                    <a:pt x="597213" y="1246846"/>
                  </a:lnTo>
                  <a:lnTo>
                    <a:pt x="597205" y="1246850"/>
                  </a:lnTo>
                  <a:lnTo>
                    <a:pt x="597197" y="1246854"/>
                  </a:lnTo>
                  <a:lnTo>
                    <a:pt x="597191" y="1246855"/>
                  </a:lnTo>
                  <a:lnTo>
                    <a:pt x="597168" y="1246859"/>
                  </a:lnTo>
                  <a:lnTo>
                    <a:pt x="597152" y="1246864"/>
                  </a:lnTo>
                  <a:lnTo>
                    <a:pt x="597139" y="1246870"/>
                  </a:lnTo>
                  <a:lnTo>
                    <a:pt x="597110" y="1246885"/>
                  </a:lnTo>
                  <a:lnTo>
                    <a:pt x="597090" y="1246898"/>
                  </a:lnTo>
                  <a:lnTo>
                    <a:pt x="597084" y="1246904"/>
                  </a:lnTo>
                  <a:lnTo>
                    <a:pt x="597071" y="1246917"/>
                  </a:lnTo>
                  <a:lnTo>
                    <a:pt x="597058" y="1246934"/>
                  </a:lnTo>
                  <a:lnTo>
                    <a:pt x="597047" y="1246951"/>
                  </a:lnTo>
                  <a:lnTo>
                    <a:pt x="597039" y="1246969"/>
                  </a:lnTo>
                  <a:lnTo>
                    <a:pt x="597032" y="1246980"/>
                  </a:lnTo>
                  <a:lnTo>
                    <a:pt x="597022" y="1246983"/>
                  </a:lnTo>
                  <a:lnTo>
                    <a:pt x="597006" y="1246987"/>
                  </a:lnTo>
                  <a:lnTo>
                    <a:pt x="596987" y="1246993"/>
                  </a:lnTo>
                  <a:lnTo>
                    <a:pt x="596959" y="1247002"/>
                  </a:lnTo>
                  <a:lnTo>
                    <a:pt x="596936" y="1247008"/>
                  </a:lnTo>
                  <a:lnTo>
                    <a:pt x="596918" y="1247014"/>
                  </a:lnTo>
                  <a:lnTo>
                    <a:pt x="596889" y="1247022"/>
                  </a:lnTo>
                  <a:lnTo>
                    <a:pt x="596864" y="1247032"/>
                  </a:lnTo>
                  <a:lnTo>
                    <a:pt x="596852" y="1247039"/>
                  </a:lnTo>
                  <a:lnTo>
                    <a:pt x="596845" y="1247048"/>
                  </a:lnTo>
                  <a:lnTo>
                    <a:pt x="596838" y="1247064"/>
                  </a:lnTo>
                  <a:lnTo>
                    <a:pt x="596833" y="1247079"/>
                  </a:lnTo>
                  <a:lnTo>
                    <a:pt x="596826" y="1247103"/>
                  </a:lnTo>
                  <a:lnTo>
                    <a:pt x="596802" y="1247170"/>
                  </a:lnTo>
                  <a:lnTo>
                    <a:pt x="596794" y="1247193"/>
                  </a:lnTo>
                  <a:lnTo>
                    <a:pt x="596790" y="1247203"/>
                  </a:lnTo>
                  <a:lnTo>
                    <a:pt x="596783" y="1247216"/>
                  </a:lnTo>
                  <a:lnTo>
                    <a:pt x="596778" y="1247220"/>
                  </a:lnTo>
                  <a:lnTo>
                    <a:pt x="596767" y="1247223"/>
                  </a:lnTo>
                  <a:lnTo>
                    <a:pt x="596759" y="1247226"/>
                  </a:lnTo>
                  <a:lnTo>
                    <a:pt x="596746" y="1247232"/>
                  </a:lnTo>
                  <a:lnTo>
                    <a:pt x="596732" y="1247237"/>
                  </a:lnTo>
                  <a:lnTo>
                    <a:pt x="596720" y="1247242"/>
                  </a:lnTo>
                  <a:lnTo>
                    <a:pt x="596705" y="1247250"/>
                  </a:lnTo>
                  <a:lnTo>
                    <a:pt x="596696" y="1247257"/>
                  </a:lnTo>
                  <a:lnTo>
                    <a:pt x="596684" y="1247268"/>
                  </a:lnTo>
                  <a:lnTo>
                    <a:pt x="596680" y="1247271"/>
                  </a:lnTo>
                  <a:lnTo>
                    <a:pt x="596674" y="1247275"/>
                  </a:lnTo>
                  <a:lnTo>
                    <a:pt x="596671" y="1247279"/>
                  </a:lnTo>
                  <a:lnTo>
                    <a:pt x="596655" y="1247283"/>
                  </a:lnTo>
                  <a:lnTo>
                    <a:pt x="596640" y="1247287"/>
                  </a:lnTo>
                  <a:lnTo>
                    <a:pt x="596623" y="1247294"/>
                  </a:lnTo>
                  <a:lnTo>
                    <a:pt x="596609" y="1247302"/>
                  </a:lnTo>
                  <a:lnTo>
                    <a:pt x="596596" y="1247314"/>
                  </a:lnTo>
                  <a:lnTo>
                    <a:pt x="596587" y="1247325"/>
                  </a:lnTo>
                  <a:lnTo>
                    <a:pt x="596575" y="1247338"/>
                  </a:lnTo>
                  <a:lnTo>
                    <a:pt x="596570" y="1247343"/>
                  </a:lnTo>
                  <a:lnTo>
                    <a:pt x="596559" y="1247350"/>
                  </a:lnTo>
                  <a:lnTo>
                    <a:pt x="596537" y="1247368"/>
                  </a:lnTo>
                  <a:lnTo>
                    <a:pt x="596515" y="1247384"/>
                  </a:lnTo>
                  <a:lnTo>
                    <a:pt x="596507" y="1247389"/>
                  </a:lnTo>
                  <a:lnTo>
                    <a:pt x="596487" y="1247402"/>
                  </a:lnTo>
                  <a:lnTo>
                    <a:pt x="596481" y="1247405"/>
                  </a:lnTo>
                  <a:lnTo>
                    <a:pt x="596461" y="1247419"/>
                  </a:lnTo>
                  <a:lnTo>
                    <a:pt x="596449" y="1247427"/>
                  </a:lnTo>
                  <a:lnTo>
                    <a:pt x="596440" y="1247435"/>
                  </a:lnTo>
                  <a:lnTo>
                    <a:pt x="596423" y="1247450"/>
                  </a:lnTo>
                  <a:lnTo>
                    <a:pt x="596407" y="1247462"/>
                  </a:lnTo>
                  <a:lnTo>
                    <a:pt x="596385" y="1247482"/>
                  </a:lnTo>
                  <a:lnTo>
                    <a:pt x="596362" y="1247500"/>
                  </a:lnTo>
                  <a:lnTo>
                    <a:pt x="596339" y="1247518"/>
                  </a:lnTo>
                  <a:lnTo>
                    <a:pt x="596319" y="1247530"/>
                  </a:lnTo>
                  <a:lnTo>
                    <a:pt x="596287" y="1247547"/>
                  </a:lnTo>
                  <a:lnTo>
                    <a:pt x="596262" y="1247559"/>
                  </a:lnTo>
                  <a:lnTo>
                    <a:pt x="596247" y="1247568"/>
                  </a:lnTo>
                  <a:lnTo>
                    <a:pt x="596230" y="1247582"/>
                  </a:lnTo>
                  <a:lnTo>
                    <a:pt x="596214" y="1247598"/>
                  </a:lnTo>
                  <a:lnTo>
                    <a:pt x="596193" y="1247626"/>
                  </a:lnTo>
                  <a:lnTo>
                    <a:pt x="596175" y="1247648"/>
                  </a:lnTo>
                  <a:lnTo>
                    <a:pt x="596153" y="1247674"/>
                  </a:lnTo>
                  <a:lnTo>
                    <a:pt x="596148" y="1247679"/>
                  </a:lnTo>
                  <a:lnTo>
                    <a:pt x="596131" y="1247695"/>
                  </a:lnTo>
                  <a:lnTo>
                    <a:pt x="596112" y="1247709"/>
                  </a:lnTo>
                  <a:lnTo>
                    <a:pt x="596094" y="1247720"/>
                  </a:lnTo>
                  <a:lnTo>
                    <a:pt x="596071" y="1247731"/>
                  </a:lnTo>
                  <a:lnTo>
                    <a:pt x="596066" y="1247733"/>
                  </a:lnTo>
                  <a:lnTo>
                    <a:pt x="596053" y="1247737"/>
                  </a:lnTo>
                  <a:lnTo>
                    <a:pt x="596034" y="1247744"/>
                  </a:lnTo>
                  <a:lnTo>
                    <a:pt x="596015" y="1247753"/>
                  </a:lnTo>
                  <a:lnTo>
                    <a:pt x="595990" y="1247762"/>
                  </a:lnTo>
                  <a:lnTo>
                    <a:pt x="595973" y="1247769"/>
                  </a:lnTo>
                  <a:lnTo>
                    <a:pt x="595950" y="1247778"/>
                  </a:lnTo>
                  <a:lnTo>
                    <a:pt x="595927" y="1247792"/>
                  </a:lnTo>
                  <a:lnTo>
                    <a:pt x="595903" y="1247808"/>
                  </a:lnTo>
                  <a:lnTo>
                    <a:pt x="595881" y="1247822"/>
                  </a:lnTo>
                  <a:lnTo>
                    <a:pt x="595863" y="1247829"/>
                  </a:lnTo>
                  <a:lnTo>
                    <a:pt x="595837" y="1247839"/>
                  </a:lnTo>
                  <a:lnTo>
                    <a:pt x="595802" y="1247851"/>
                  </a:lnTo>
                  <a:lnTo>
                    <a:pt x="595773" y="1247862"/>
                  </a:lnTo>
                  <a:lnTo>
                    <a:pt x="595763" y="1247866"/>
                  </a:lnTo>
                  <a:lnTo>
                    <a:pt x="595751" y="1247871"/>
                  </a:lnTo>
                  <a:lnTo>
                    <a:pt x="595740" y="1247877"/>
                  </a:lnTo>
                  <a:lnTo>
                    <a:pt x="595727" y="1247879"/>
                  </a:lnTo>
                  <a:lnTo>
                    <a:pt x="595716" y="1247877"/>
                  </a:lnTo>
                  <a:lnTo>
                    <a:pt x="595687" y="1247872"/>
                  </a:lnTo>
                  <a:lnTo>
                    <a:pt x="595660" y="1247868"/>
                  </a:lnTo>
                  <a:lnTo>
                    <a:pt x="595633" y="1247862"/>
                  </a:lnTo>
                  <a:lnTo>
                    <a:pt x="595605" y="1247854"/>
                  </a:lnTo>
                  <a:lnTo>
                    <a:pt x="595580" y="1247847"/>
                  </a:lnTo>
                  <a:lnTo>
                    <a:pt x="595560" y="1247843"/>
                  </a:lnTo>
                  <a:lnTo>
                    <a:pt x="595551" y="1247841"/>
                  </a:lnTo>
                  <a:lnTo>
                    <a:pt x="595546" y="1247841"/>
                  </a:lnTo>
                  <a:lnTo>
                    <a:pt x="595536" y="1247837"/>
                  </a:lnTo>
                  <a:lnTo>
                    <a:pt x="595529" y="1247834"/>
                  </a:lnTo>
                  <a:lnTo>
                    <a:pt x="595511" y="1247823"/>
                  </a:lnTo>
                  <a:lnTo>
                    <a:pt x="595505" y="1247821"/>
                  </a:lnTo>
                  <a:lnTo>
                    <a:pt x="595489" y="1247813"/>
                  </a:lnTo>
                  <a:lnTo>
                    <a:pt x="595472" y="1247805"/>
                  </a:lnTo>
                  <a:lnTo>
                    <a:pt x="595467" y="1247803"/>
                  </a:lnTo>
                  <a:lnTo>
                    <a:pt x="595458" y="1247803"/>
                  </a:lnTo>
                  <a:lnTo>
                    <a:pt x="595451" y="1247802"/>
                  </a:lnTo>
                  <a:lnTo>
                    <a:pt x="595444" y="1247799"/>
                  </a:lnTo>
                  <a:lnTo>
                    <a:pt x="595435" y="1247796"/>
                  </a:lnTo>
                  <a:lnTo>
                    <a:pt x="595429" y="1247794"/>
                  </a:lnTo>
                  <a:lnTo>
                    <a:pt x="595425" y="1247792"/>
                  </a:lnTo>
                  <a:lnTo>
                    <a:pt x="595420" y="1247791"/>
                  </a:lnTo>
                  <a:lnTo>
                    <a:pt x="595415" y="1247789"/>
                  </a:lnTo>
                  <a:lnTo>
                    <a:pt x="595407" y="1247787"/>
                  </a:lnTo>
                  <a:lnTo>
                    <a:pt x="595400" y="1247784"/>
                  </a:lnTo>
                  <a:lnTo>
                    <a:pt x="595374" y="1247776"/>
                  </a:lnTo>
                  <a:lnTo>
                    <a:pt x="595336" y="1247757"/>
                  </a:lnTo>
                  <a:lnTo>
                    <a:pt x="595309" y="1247745"/>
                  </a:lnTo>
                  <a:lnTo>
                    <a:pt x="595276" y="1247732"/>
                  </a:lnTo>
                  <a:lnTo>
                    <a:pt x="595268" y="1247729"/>
                  </a:lnTo>
                  <a:lnTo>
                    <a:pt x="595262" y="1247727"/>
                  </a:lnTo>
                  <a:lnTo>
                    <a:pt x="595256" y="1247725"/>
                  </a:lnTo>
                  <a:lnTo>
                    <a:pt x="595223" y="1247717"/>
                  </a:lnTo>
                  <a:lnTo>
                    <a:pt x="595194" y="1247707"/>
                  </a:lnTo>
                  <a:lnTo>
                    <a:pt x="595179" y="1247701"/>
                  </a:lnTo>
                  <a:lnTo>
                    <a:pt x="595157" y="1247689"/>
                  </a:lnTo>
                  <a:lnTo>
                    <a:pt x="595125" y="1247673"/>
                  </a:lnTo>
                  <a:lnTo>
                    <a:pt x="595101" y="1247662"/>
                  </a:lnTo>
                  <a:lnTo>
                    <a:pt x="595088" y="1247656"/>
                  </a:lnTo>
                  <a:lnTo>
                    <a:pt x="595077" y="1247649"/>
                  </a:lnTo>
                  <a:lnTo>
                    <a:pt x="595068" y="1247643"/>
                  </a:lnTo>
                  <a:lnTo>
                    <a:pt x="595061" y="1247639"/>
                  </a:lnTo>
                  <a:lnTo>
                    <a:pt x="595055" y="1247636"/>
                  </a:lnTo>
                  <a:lnTo>
                    <a:pt x="595040" y="1247630"/>
                  </a:lnTo>
                  <a:lnTo>
                    <a:pt x="595032" y="1247627"/>
                  </a:lnTo>
                  <a:lnTo>
                    <a:pt x="595023" y="1247624"/>
                  </a:lnTo>
                  <a:lnTo>
                    <a:pt x="595014" y="1247621"/>
                  </a:lnTo>
                  <a:lnTo>
                    <a:pt x="595008" y="1247619"/>
                  </a:lnTo>
                  <a:lnTo>
                    <a:pt x="594996" y="1247615"/>
                  </a:lnTo>
                  <a:lnTo>
                    <a:pt x="594985" y="1247610"/>
                  </a:lnTo>
                  <a:lnTo>
                    <a:pt x="594976" y="1247606"/>
                  </a:lnTo>
                  <a:lnTo>
                    <a:pt x="594957" y="1247598"/>
                  </a:lnTo>
                  <a:lnTo>
                    <a:pt x="594946" y="1247593"/>
                  </a:lnTo>
                  <a:lnTo>
                    <a:pt x="594919" y="1247583"/>
                  </a:lnTo>
                  <a:lnTo>
                    <a:pt x="594899" y="1247576"/>
                  </a:lnTo>
                  <a:lnTo>
                    <a:pt x="594887" y="1247570"/>
                  </a:lnTo>
                  <a:lnTo>
                    <a:pt x="594878" y="1247562"/>
                  </a:lnTo>
                  <a:lnTo>
                    <a:pt x="594873" y="1247559"/>
                  </a:lnTo>
                  <a:lnTo>
                    <a:pt x="594864" y="1247553"/>
                  </a:lnTo>
                  <a:lnTo>
                    <a:pt x="594855" y="1247549"/>
                  </a:lnTo>
                  <a:lnTo>
                    <a:pt x="594848" y="1247546"/>
                  </a:lnTo>
                  <a:lnTo>
                    <a:pt x="594836" y="1247541"/>
                  </a:lnTo>
                  <a:lnTo>
                    <a:pt x="594828" y="1247537"/>
                  </a:lnTo>
                  <a:lnTo>
                    <a:pt x="594821" y="1247534"/>
                  </a:lnTo>
                  <a:lnTo>
                    <a:pt x="594811" y="1247530"/>
                  </a:lnTo>
                  <a:lnTo>
                    <a:pt x="594802" y="1247528"/>
                  </a:lnTo>
                  <a:lnTo>
                    <a:pt x="594791" y="1247525"/>
                  </a:lnTo>
                  <a:lnTo>
                    <a:pt x="594785" y="1247524"/>
                  </a:lnTo>
                  <a:lnTo>
                    <a:pt x="594771" y="1247522"/>
                  </a:lnTo>
                  <a:lnTo>
                    <a:pt x="594755" y="1247521"/>
                  </a:lnTo>
                  <a:lnTo>
                    <a:pt x="594742" y="1247520"/>
                  </a:lnTo>
                  <a:lnTo>
                    <a:pt x="594733" y="1247515"/>
                  </a:lnTo>
                  <a:lnTo>
                    <a:pt x="594727" y="1247509"/>
                  </a:lnTo>
                  <a:lnTo>
                    <a:pt x="594721" y="1247501"/>
                  </a:lnTo>
                  <a:lnTo>
                    <a:pt x="594716" y="1247493"/>
                  </a:lnTo>
                  <a:lnTo>
                    <a:pt x="594710" y="1247487"/>
                  </a:lnTo>
                  <a:lnTo>
                    <a:pt x="594698" y="1247480"/>
                  </a:lnTo>
                  <a:lnTo>
                    <a:pt x="594678" y="1247473"/>
                  </a:lnTo>
                  <a:lnTo>
                    <a:pt x="594664" y="1247468"/>
                  </a:lnTo>
                  <a:lnTo>
                    <a:pt x="594652" y="1247464"/>
                  </a:lnTo>
                  <a:lnTo>
                    <a:pt x="594636" y="1247459"/>
                  </a:lnTo>
                  <a:lnTo>
                    <a:pt x="594631" y="1247457"/>
                  </a:lnTo>
                  <a:lnTo>
                    <a:pt x="594625" y="1247455"/>
                  </a:lnTo>
                  <a:lnTo>
                    <a:pt x="594612" y="1247450"/>
                  </a:lnTo>
                  <a:lnTo>
                    <a:pt x="594596" y="1247443"/>
                  </a:lnTo>
                  <a:lnTo>
                    <a:pt x="594583" y="1247434"/>
                  </a:lnTo>
                  <a:lnTo>
                    <a:pt x="594569" y="1247428"/>
                  </a:lnTo>
                  <a:lnTo>
                    <a:pt x="594553" y="1247423"/>
                  </a:lnTo>
                  <a:lnTo>
                    <a:pt x="594542" y="1247421"/>
                  </a:lnTo>
                  <a:lnTo>
                    <a:pt x="594531" y="1247421"/>
                  </a:lnTo>
                  <a:lnTo>
                    <a:pt x="594521" y="1247421"/>
                  </a:lnTo>
                  <a:lnTo>
                    <a:pt x="594510" y="1247422"/>
                  </a:lnTo>
                  <a:lnTo>
                    <a:pt x="594499" y="1247421"/>
                  </a:lnTo>
                  <a:lnTo>
                    <a:pt x="594479" y="1247414"/>
                  </a:lnTo>
                  <a:lnTo>
                    <a:pt x="594458" y="1247408"/>
                  </a:lnTo>
                  <a:lnTo>
                    <a:pt x="594446" y="1247404"/>
                  </a:lnTo>
                  <a:lnTo>
                    <a:pt x="594434" y="1247402"/>
                  </a:lnTo>
                  <a:lnTo>
                    <a:pt x="594428" y="1247401"/>
                  </a:lnTo>
                  <a:lnTo>
                    <a:pt x="594423" y="1247401"/>
                  </a:lnTo>
                  <a:lnTo>
                    <a:pt x="594418" y="1247402"/>
                  </a:lnTo>
                  <a:lnTo>
                    <a:pt x="594407" y="1247407"/>
                  </a:lnTo>
                  <a:lnTo>
                    <a:pt x="594399" y="1247410"/>
                  </a:lnTo>
                  <a:lnTo>
                    <a:pt x="594391" y="1247410"/>
                  </a:lnTo>
                  <a:lnTo>
                    <a:pt x="594377" y="1247410"/>
                  </a:lnTo>
                  <a:lnTo>
                    <a:pt x="594361" y="1247411"/>
                  </a:lnTo>
                  <a:lnTo>
                    <a:pt x="594348" y="1247410"/>
                  </a:lnTo>
                  <a:lnTo>
                    <a:pt x="594340" y="1247409"/>
                  </a:lnTo>
                  <a:lnTo>
                    <a:pt x="594334" y="1247408"/>
                  </a:lnTo>
                  <a:lnTo>
                    <a:pt x="594325" y="1247403"/>
                  </a:lnTo>
                  <a:lnTo>
                    <a:pt x="594319" y="1247400"/>
                  </a:lnTo>
                  <a:lnTo>
                    <a:pt x="594314" y="1247397"/>
                  </a:lnTo>
                  <a:lnTo>
                    <a:pt x="594303" y="1247392"/>
                  </a:lnTo>
                  <a:lnTo>
                    <a:pt x="594297" y="1247390"/>
                  </a:lnTo>
                  <a:lnTo>
                    <a:pt x="594291" y="1247387"/>
                  </a:lnTo>
                  <a:lnTo>
                    <a:pt x="594283" y="1247383"/>
                  </a:lnTo>
                  <a:lnTo>
                    <a:pt x="594277" y="1247379"/>
                  </a:lnTo>
                  <a:lnTo>
                    <a:pt x="594273" y="1247376"/>
                  </a:lnTo>
                  <a:lnTo>
                    <a:pt x="594269" y="1247374"/>
                  </a:lnTo>
                  <a:lnTo>
                    <a:pt x="594264" y="1247372"/>
                  </a:lnTo>
                  <a:lnTo>
                    <a:pt x="594259" y="1247371"/>
                  </a:lnTo>
                  <a:lnTo>
                    <a:pt x="594250" y="1247370"/>
                  </a:lnTo>
                  <a:lnTo>
                    <a:pt x="594242" y="1247370"/>
                  </a:lnTo>
                  <a:lnTo>
                    <a:pt x="594231" y="1247369"/>
                  </a:lnTo>
                  <a:lnTo>
                    <a:pt x="594219" y="1247367"/>
                  </a:lnTo>
                  <a:lnTo>
                    <a:pt x="594211" y="1247366"/>
                  </a:lnTo>
                  <a:lnTo>
                    <a:pt x="594198" y="1247364"/>
                  </a:lnTo>
                  <a:lnTo>
                    <a:pt x="594184" y="1247361"/>
                  </a:lnTo>
                  <a:lnTo>
                    <a:pt x="594173" y="1247359"/>
                  </a:lnTo>
                  <a:lnTo>
                    <a:pt x="594156" y="1247356"/>
                  </a:lnTo>
                  <a:lnTo>
                    <a:pt x="594147" y="1247354"/>
                  </a:lnTo>
                  <a:lnTo>
                    <a:pt x="594142" y="1247352"/>
                  </a:lnTo>
                  <a:lnTo>
                    <a:pt x="594134" y="1247349"/>
                  </a:lnTo>
                  <a:lnTo>
                    <a:pt x="594128" y="1247344"/>
                  </a:lnTo>
                  <a:lnTo>
                    <a:pt x="594123" y="1247341"/>
                  </a:lnTo>
                  <a:lnTo>
                    <a:pt x="594116" y="1247337"/>
                  </a:lnTo>
                  <a:lnTo>
                    <a:pt x="594108" y="1247334"/>
                  </a:lnTo>
                  <a:lnTo>
                    <a:pt x="594102" y="1247332"/>
                  </a:lnTo>
                  <a:lnTo>
                    <a:pt x="594097" y="1247331"/>
                  </a:lnTo>
                  <a:lnTo>
                    <a:pt x="594074" y="1247328"/>
                  </a:lnTo>
                  <a:lnTo>
                    <a:pt x="594064" y="1247327"/>
                  </a:lnTo>
                  <a:lnTo>
                    <a:pt x="594054" y="1247326"/>
                  </a:lnTo>
                  <a:lnTo>
                    <a:pt x="594042" y="1247327"/>
                  </a:lnTo>
                  <a:lnTo>
                    <a:pt x="594037" y="1247327"/>
                  </a:lnTo>
                  <a:lnTo>
                    <a:pt x="594001" y="1247326"/>
                  </a:lnTo>
                  <a:lnTo>
                    <a:pt x="593939" y="1247325"/>
                  </a:lnTo>
                  <a:lnTo>
                    <a:pt x="593870" y="1247323"/>
                  </a:lnTo>
                  <a:lnTo>
                    <a:pt x="593836" y="1247322"/>
                  </a:lnTo>
                  <a:lnTo>
                    <a:pt x="593821" y="1247322"/>
                  </a:lnTo>
                  <a:lnTo>
                    <a:pt x="593802" y="1247322"/>
                  </a:lnTo>
                  <a:lnTo>
                    <a:pt x="593783" y="1247323"/>
                  </a:lnTo>
                  <a:lnTo>
                    <a:pt x="593766" y="1247323"/>
                  </a:lnTo>
                  <a:lnTo>
                    <a:pt x="593749" y="1247322"/>
                  </a:lnTo>
                  <a:lnTo>
                    <a:pt x="593739" y="1247318"/>
                  </a:lnTo>
                  <a:lnTo>
                    <a:pt x="593734" y="1247316"/>
                  </a:lnTo>
                  <a:lnTo>
                    <a:pt x="593726" y="1247311"/>
                  </a:lnTo>
                  <a:lnTo>
                    <a:pt x="593720" y="1247306"/>
                  </a:lnTo>
                  <a:lnTo>
                    <a:pt x="593730" y="1247287"/>
                  </a:lnTo>
                  <a:lnTo>
                    <a:pt x="593732" y="1247280"/>
                  </a:lnTo>
                  <a:lnTo>
                    <a:pt x="593737" y="1247266"/>
                  </a:lnTo>
                  <a:lnTo>
                    <a:pt x="593741" y="1247256"/>
                  </a:lnTo>
                  <a:lnTo>
                    <a:pt x="593749" y="1247238"/>
                  </a:lnTo>
                  <a:lnTo>
                    <a:pt x="593755" y="1247224"/>
                  </a:lnTo>
                  <a:lnTo>
                    <a:pt x="593757" y="1247218"/>
                  </a:lnTo>
                  <a:lnTo>
                    <a:pt x="593762" y="1247211"/>
                  </a:lnTo>
                  <a:lnTo>
                    <a:pt x="593768" y="1247204"/>
                  </a:lnTo>
                  <a:lnTo>
                    <a:pt x="593771" y="1247201"/>
                  </a:lnTo>
                  <a:lnTo>
                    <a:pt x="593776" y="1247195"/>
                  </a:lnTo>
                  <a:lnTo>
                    <a:pt x="593779" y="1247189"/>
                  </a:lnTo>
                  <a:lnTo>
                    <a:pt x="593782" y="1247182"/>
                  </a:lnTo>
                  <a:lnTo>
                    <a:pt x="593785" y="1247175"/>
                  </a:lnTo>
                  <a:lnTo>
                    <a:pt x="593791" y="1247168"/>
                  </a:lnTo>
                  <a:lnTo>
                    <a:pt x="593797" y="1247163"/>
                  </a:lnTo>
                  <a:lnTo>
                    <a:pt x="593802" y="1247159"/>
                  </a:lnTo>
                  <a:lnTo>
                    <a:pt x="593809" y="1247154"/>
                  </a:lnTo>
                  <a:lnTo>
                    <a:pt x="593814" y="1247151"/>
                  </a:lnTo>
                  <a:lnTo>
                    <a:pt x="593819" y="1247149"/>
                  </a:lnTo>
                  <a:lnTo>
                    <a:pt x="593841" y="1247141"/>
                  </a:lnTo>
                  <a:lnTo>
                    <a:pt x="593849" y="1247138"/>
                  </a:lnTo>
                  <a:lnTo>
                    <a:pt x="593858" y="1247132"/>
                  </a:lnTo>
                  <a:lnTo>
                    <a:pt x="593873" y="1247124"/>
                  </a:lnTo>
                  <a:lnTo>
                    <a:pt x="593881" y="1247121"/>
                  </a:lnTo>
                  <a:lnTo>
                    <a:pt x="593885" y="1247120"/>
                  </a:lnTo>
                  <a:lnTo>
                    <a:pt x="593895" y="1247118"/>
                  </a:lnTo>
                  <a:lnTo>
                    <a:pt x="593901" y="1247117"/>
                  </a:lnTo>
                  <a:lnTo>
                    <a:pt x="593908" y="1247113"/>
                  </a:lnTo>
                  <a:lnTo>
                    <a:pt x="593916" y="1247108"/>
                  </a:lnTo>
                  <a:lnTo>
                    <a:pt x="593923" y="1247101"/>
                  </a:lnTo>
                  <a:lnTo>
                    <a:pt x="593927" y="1247098"/>
                  </a:lnTo>
                  <a:lnTo>
                    <a:pt x="593931" y="1247093"/>
                  </a:lnTo>
                  <a:lnTo>
                    <a:pt x="593937" y="1247089"/>
                  </a:lnTo>
                  <a:lnTo>
                    <a:pt x="593947" y="1247084"/>
                  </a:lnTo>
                  <a:lnTo>
                    <a:pt x="593959" y="1247079"/>
                  </a:lnTo>
                  <a:lnTo>
                    <a:pt x="593972" y="1247075"/>
                  </a:lnTo>
                  <a:lnTo>
                    <a:pt x="593988" y="1247070"/>
                  </a:lnTo>
                  <a:lnTo>
                    <a:pt x="594008" y="1247067"/>
                  </a:lnTo>
                  <a:lnTo>
                    <a:pt x="594019" y="1247066"/>
                  </a:lnTo>
                  <a:lnTo>
                    <a:pt x="594029" y="1247065"/>
                  </a:lnTo>
                  <a:lnTo>
                    <a:pt x="594047" y="1247065"/>
                  </a:lnTo>
                  <a:lnTo>
                    <a:pt x="594055" y="1247063"/>
                  </a:lnTo>
                  <a:lnTo>
                    <a:pt x="594074" y="1247060"/>
                  </a:lnTo>
                  <a:lnTo>
                    <a:pt x="594088" y="1247057"/>
                  </a:lnTo>
                  <a:lnTo>
                    <a:pt x="594100" y="1247055"/>
                  </a:lnTo>
                  <a:lnTo>
                    <a:pt x="594132" y="1247045"/>
                  </a:lnTo>
                  <a:lnTo>
                    <a:pt x="594139" y="1247043"/>
                  </a:lnTo>
                  <a:lnTo>
                    <a:pt x="594146" y="1247042"/>
                  </a:lnTo>
                  <a:lnTo>
                    <a:pt x="594157" y="1247040"/>
                  </a:lnTo>
                  <a:lnTo>
                    <a:pt x="594173" y="1247038"/>
                  </a:lnTo>
                  <a:lnTo>
                    <a:pt x="594188" y="1247038"/>
                  </a:lnTo>
                  <a:lnTo>
                    <a:pt x="594208" y="1247036"/>
                  </a:lnTo>
                  <a:lnTo>
                    <a:pt x="594230" y="1247033"/>
                  </a:lnTo>
                  <a:lnTo>
                    <a:pt x="594244" y="1247030"/>
                  </a:lnTo>
                  <a:lnTo>
                    <a:pt x="594259" y="1247026"/>
                  </a:lnTo>
                  <a:lnTo>
                    <a:pt x="594276" y="1247021"/>
                  </a:lnTo>
                  <a:lnTo>
                    <a:pt x="594303" y="1247012"/>
                  </a:lnTo>
                  <a:lnTo>
                    <a:pt x="594311" y="1247010"/>
                  </a:lnTo>
                  <a:lnTo>
                    <a:pt x="594316" y="1247009"/>
                  </a:lnTo>
                  <a:lnTo>
                    <a:pt x="594327" y="1247005"/>
                  </a:lnTo>
                  <a:lnTo>
                    <a:pt x="594340" y="1247000"/>
                  </a:lnTo>
                  <a:lnTo>
                    <a:pt x="594351" y="1246993"/>
                  </a:lnTo>
                  <a:lnTo>
                    <a:pt x="594380" y="1246978"/>
                  </a:lnTo>
                  <a:lnTo>
                    <a:pt x="594390" y="1246974"/>
                  </a:lnTo>
                  <a:lnTo>
                    <a:pt x="594396" y="1246973"/>
                  </a:lnTo>
                  <a:lnTo>
                    <a:pt x="594406" y="1246972"/>
                  </a:lnTo>
                  <a:lnTo>
                    <a:pt x="594416" y="1246972"/>
                  </a:lnTo>
                  <a:lnTo>
                    <a:pt x="594436" y="1246973"/>
                  </a:lnTo>
                  <a:lnTo>
                    <a:pt x="594445" y="1246973"/>
                  </a:lnTo>
                  <a:lnTo>
                    <a:pt x="594453" y="1246973"/>
                  </a:lnTo>
                  <a:lnTo>
                    <a:pt x="594466" y="1246973"/>
                  </a:lnTo>
                  <a:lnTo>
                    <a:pt x="594476" y="1246971"/>
                  </a:lnTo>
                  <a:lnTo>
                    <a:pt x="594501" y="1246966"/>
                  </a:lnTo>
                  <a:lnTo>
                    <a:pt x="594518" y="1246964"/>
                  </a:lnTo>
                  <a:lnTo>
                    <a:pt x="594528" y="1246964"/>
                  </a:lnTo>
                  <a:lnTo>
                    <a:pt x="594539" y="1246964"/>
                  </a:lnTo>
                  <a:lnTo>
                    <a:pt x="594551" y="1246966"/>
                  </a:lnTo>
                  <a:lnTo>
                    <a:pt x="594585" y="1246969"/>
                  </a:lnTo>
                  <a:lnTo>
                    <a:pt x="594592" y="1246970"/>
                  </a:lnTo>
                  <a:lnTo>
                    <a:pt x="594625" y="1246979"/>
                  </a:lnTo>
                  <a:lnTo>
                    <a:pt x="594636" y="1246982"/>
                  </a:lnTo>
                  <a:lnTo>
                    <a:pt x="594661" y="1246993"/>
                  </a:lnTo>
                  <a:lnTo>
                    <a:pt x="594683" y="1247001"/>
                  </a:lnTo>
                  <a:lnTo>
                    <a:pt x="594730" y="1247011"/>
                  </a:lnTo>
                  <a:lnTo>
                    <a:pt x="594738" y="1247013"/>
                  </a:lnTo>
                  <a:lnTo>
                    <a:pt x="594776" y="1246998"/>
                  </a:lnTo>
                  <a:lnTo>
                    <a:pt x="594835" y="1246977"/>
                  </a:lnTo>
                  <a:lnTo>
                    <a:pt x="594846" y="1246973"/>
                  </a:lnTo>
                  <a:lnTo>
                    <a:pt x="594886" y="1246962"/>
                  </a:lnTo>
                  <a:lnTo>
                    <a:pt x="594890" y="1246960"/>
                  </a:lnTo>
                  <a:lnTo>
                    <a:pt x="594934" y="1246940"/>
                  </a:lnTo>
                  <a:lnTo>
                    <a:pt x="594937" y="1246933"/>
                  </a:lnTo>
                  <a:lnTo>
                    <a:pt x="594942" y="1246919"/>
                  </a:lnTo>
                  <a:lnTo>
                    <a:pt x="594945" y="1246914"/>
                  </a:lnTo>
                  <a:lnTo>
                    <a:pt x="594952" y="1246906"/>
                  </a:lnTo>
                  <a:lnTo>
                    <a:pt x="594957" y="1246899"/>
                  </a:lnTo>
                  <a:lnTo>
                    <a:pt x="594960" y="1246894"/>
                  </a:lnTo>
                  <a:lnTo>
                    <a:pt x="594963" y="1246887"/>
                  </a:lnTo>
                  <a:lnTo>
                    <a:pt x="594963" y="1246879"/>
                  </a:lnTo>
                  <a:lnTo>
                    <a:pt x="594962" y="1246864"/>
                  </a:lnTo>
                  <a:lnTo>
                    <a:pt x="594962" y="1246855"/>
                  </a:lnTo>
                  <a:lnTo>
                    <a:pt x="594964" y="1246848"/>
                  </a:lnTo>
                  <a:lnTo>
                    <a:pt x="594969" y="1246833"/>
                  </a:lnTo>
                  <a:lnTo>
                    <a:pt x="594977" y="1246818"/>
                  </a:lnTo>
                  <a:lnTo>
                    <a:pt x="594987" y="1246802"/>
                  </a:lnTo>
                  <a:lnTo>
                    <a:pt x="594997" y="1246783"/>
                  </a:lnTo>
                  <a:lnTo>
                    <a:pt x="595010" y="1246760"/>
                  </a:lnTo>
                  <a:lnTo>
                    <a:pt x="595014" y="1246749"/>
                  </a:lnTo>
                  <a:lnTo>
                    <a:pt x="595017" y="1246737"/>
                  </a:lnTo>
                  <a:lnTo>
                    <a:pt x="595018" y="1246729"/>
                  </a:lnTo>
                  <a:lnTo>
                    <a:pt x="595018" y="1246724"/>
                  </a:lnTo>
                  <a:lnTo>
                    <a:pt x="595016" y="1246715"/>
                  </a:lnTo>
                  <a:lnTo>
                    <a:pt x="595013" y="1246706"/>
                  </a:lnTo>
                  <a:lnTo>
                    <a:pt x="595009" y="1246698"/>
                  </a:lnTo>
                  <a:lnTo>
                    <a:pt x="595000" y="1246683"/>
                  </a:lnTo>
                  <a:lnTo>
                    <a:pt x="594993" y="1246673"/>
                  </a:lnTo>
                  <a:lnTo>
                    <a:pt x="594983" y="1246660"/>
                  </a:lnTo>
                  <a:lnTo>
                    <a:pt x="594979" y="1246653"/>
                  </a:lnTo>
                  <a:lnTo>
                    <a:pt x="594977" y="1246647"/>
                  </a:lnTo>
                  <a:lnTo>
                    <a:pt x="594972" y="1246636"/>
                  </a:lnTo>
                  <a:lnTo>
                    <a:pt x="594966" y="1246627"/>
                  </a:lnTo>
                  <a:lnTo>
                    <a:pt x="594961" y="1246618"/>
                  </a:lnTo>
                  <a:lnTo>
                    <a:pt x="594953" y="1246611"/>
                  </a:lnTo>
                  <a:lnTo>
                    <a:pt x="594948" y="1246607"/>
                  </a:lnTo>
                  <a:lnTo>
                    <a:pt x="594940" y="1246600"/>
                  </a:lnTo>
                  <a:lnTo>
                    <a:pt x="594936" y="1246594"/>
                  </a:lnTo>
                  <a:lnTo>
                    <a:pt x="594932" y="1246583"/>
                  </a:lnTo>
                  <a:lnTo>
                    <a:pt x="594930" y="1246578"/>
                  </a:lnTo>
                  <a:lnTo>
                    <a:pt x="594927" y="1246571"/>
                  </a:lnTo>
                  <a:lnTo>
                    <a:pt x="594923" y="1246564"/>
                  </a:lnTo>
                  <a:lnTo>
                    <a:pt x="594915" y="1246552"/>
                  </a:lnTo>
                  <a:lnTo>
                    <a:pt x="594912" y="1246547"/>
                  </a:lnTo>
                  <a:lnTo>
                    <a:pt x="594908" y="1246541"/>
                  </a:lnTo>
                  <a:lnTo>
                    <a:pt x="594903" y="1246533"/>
                  </a:lnTo>
                  <a:lnTo>
                    <a:pt x="594899" y="1246527"/>
                  </a:lnTo>
                  <a:lnTo>
                    <a:pt x="594886" y="1246511"/>
                  </a:lnTo>
                  <a:lnTo>
                    <a:pt x="594882" y="1246507"/>
                  </a:lnTo>
                  <a:lnTo>
                    <a:pt x="594874" y="1246500"/>
                  </a:lnTo>
                  <a:lnTo>
                    <a:pt x="594866" y="1246494"/>
                  </a:lnTo>
                  <a:lnTo>
                    <a:pt x="594856" y="1246490"/>
                  </a:lnTo>
                  <a:lnTo>
                    <a:pt x="594850" y="1246487"/>
                  </a:lnTo>
                  <a:lnTo>
                    <a:pt x="594845" y="1246485"/>
                  </a:lnTo>
                  <a:lnTo>
                    <a:pt x="594833" y="1246480"/>
                  </a:lnTo>
                  <a:lnTo>
                    <a:pt x="594826" y="1246475"/>
                  </a:lnTo>
                  <a:lnTo>
                    <a:pt x="594821" y="1246471"/>
                  </a:lnTo>
                  <a:lnTo>
                    <a:pt x="594811" y="1246464"/>
                  </a:lnTo>
                  <a:lnTo>
                    <a:pt x="594802" y="1246455"/>
                  </a:lnTo>
                  <a:lnTo>
                    <a:pt x="594798" y="1246452"/>
                  </a:lnTo>
                  <a:lnTo>
                    <a:pt x="594793" y="1246450"/>
                  </a:lnTo>
                  <a:lnTo>
                    <a:pt x="594785" y="1246449"/>
                  </a:lnTo>
                  <a:lnTo>
                    <a:pt x="594779" y="1246450"/>
                  </a:lnTo>
                  <a:lnTo>
                    <a:pt x="594771" y="1246450"/>
                  </a:lnTo>
                  <a:lnTo>
                    <a:pt x="594759" y="1246442"/>
                  </a:lnTo>
                  <a:lnTo>
                    <a:pt x="594746" y="1246434"/>
                  </a:lnTo>
                  <a:lnTo>
                    <a:pt x="594732" y="1246425"/>
                  </a:lnTo>
                  <a:lnTo>
                    <a:pt x="594727" y="1246420"/>
                  </a:lnTo>
                  <a:lnTo>
                    <a:pt x="594724" y="1246413"/>
                  </a:lnTo>
                  <a:lnTo>
                    <a:pt x="594725" y="1246404"/>
                  </a:lnTo>
                  <a:lnTo>
                    <a:pt x="594729" y="1246391"/>
                  </a:lnTo>
                  <a:lnTo>
                    <a:pt x="594731" y="1246380"/>
                  </a:lnTo>
                  <a:lnTo>
                    <a:pt x="594729" y="1246367"/>
                  </a:lnTo>
                  <a:lnTo>
                    <a:pt x="594721" y="1246344"/>
                  </a:lnTo>
                  <a:lnTo>
                    <a:pt x="594719" y="1246338"/>
                  </a:lnTo>
                  <a:lnTo>
                    <a:pt x="594714" y="1246325"/>
                  </a:lnTo>
                  <a:lnTo>
                    <a:pt x="594710" y="1246314"/>
                  </a:lnTo>
                  <a:lnTo>
                    <a:pt x="594706" y="1246301"/>
                  </a:lnTo>
                  <a:lnTo>
                    <a:pt x="594704" y="1246295"/>
                  </a:lnTo>
                  <a:lnTo>
                    <a:pt x="594704" y="1246287"/>
                  </a:lnTo>
                  <a:lnTo>
                    <a:pt x="594705" y="1246252"/>
                  </a:lnTo>
                  <a:lnTo>
                    <a:pt x="594706" y="1246220"/>
                  </a:lnTo>
                  <a:lnTo>
                    <a:pt x="594704" y="1246201"/>
                  </a:lnTo>
                  <a:lnTo>
                    <a:pt x="594703" y="1246178"/>
                  </a:lnTo>
                  <a:lnTo>
                    <a:pt x="594702" y="1246155"/>
                  </a:lnTo>
                  <a:lnTo>
                    <a:pt x="594701" y="1246141"/>
                  </a:lnTo>
                  <a:lnTo>
                    <a:pt x="594699" y="1246131"/>
                  </a:lnTo>
                  <a:lnTo>
                    <a:pt x="594697" y="1246125"/>
                  </a:lnTo>
                  <a:lnTo>
                    <a:pt x="594695" y="1246119"/>
                  </a:lnTo>
                  <a:lnTo>
                    <a:pt x="594686" y="1246102"/>
                  </a:lnTo>
                  <a:lnTo>
                    <a:pt x="594674" y="1246081"/>
                  </a:lnTo>
                  <a:lnTo>
                    <a:pt x="594668" y="1246069"/>
                  </a:lnTo>
                  <a:lnTo>
                    <a:pt x="594662" y="1246066"/>
                  </a:lnTo>
                  <a:lnTo>
                    <a:pt x="594657" y="1246064"/>
                  </a:lnTo>
                  <a:lnTo>
                    <a:pt x="594646" y="1246061"/>
                  </a:lnTo>
                  <a:lnTo>
                    <a:pt x="594641" y="1246059"/>
                  </a:lnTo>
                  <a:lnTo>
                    <a:pt x="594632" y="1246057"/>
                  </a:lnTo>
                  <a:lnTo>
                    <a:pt x="594627" y="1246056"/>
                  </a:lnTo>
                  <a:lnTo>
                    <a:pt x="594622" y="1246055"/>
                  </a:lnTo>
                  <a:lnTo>
                    <a:pt x="594611" y="1246052"/>
                  </a:lnTo>
                  <a:lnTo>
                    <a:pt x="594591" y="1246047"/>
                  </a:lnTo>
                  <a:lnTo>
                    <a:pt x="594574" y="1246042"/>
                  </a:lnTo>
                  <a:lnTo>
                    <a:pt x="594569" y="1246041"/>
                  </a:lnTo>
                  <a:lnTo>
                    <a:pt x="594565" y="1246040"/>
                  </a:lnTo>
                  <a:lnTo>
                    <a:pt x="594558" y="1246039"/>
                  </a:lnTo>
                  <a:lnTo>
                    <a:pt x="594552" y="1246039"/>
                  </a:lnTo>
                  <a:lnTo>
                    <a:pt x="594537" y="1246041"/>
                  </a:lnTo>
                  <a:lnTo>
                    <a:pt x="594512" y="1246043"/>
                  </a:lnTo>
                  <a:lnTo>
                    <a:pt x="594492" y="1246045"/>
                  </a:lnTo>
                  <a:lnTo>
                    <a:pt x="594483" y="1246046"/>
                  </a:lnTo>
                  <a:lnTo>
                    <a:pt x="594478" y="1246045"/>
                  </a:lnTo>
                  <a:lnTo>
                    <a:pt x="594469" y="1246044"/>
                  </a:lnTo>
                  <a:lnTo>
                    <a:pt x="594462" y="1246043"/>
                  </a:lnTo>
                  <a:lnTo>
                    <a:pt x="594453" y="1246040"/>
                  </a:lnTo>
                  <a:lnTo>
                    <a:pt x="594449" y="1246038"/>
                  </a:lnTo>
                  <a:lnTo>
                    <a:pt x="594444" y="1246036"/>
                  </a:lnTo>
                  <a:lnTo>
                    <a:pt x="594434" y="1246031"/>
                  </a:lnTo>
                  <a:lnTo>
                    <a:pt x="594428" y="1246028"/>
                  </a:lnTo>
                  <a:lnTo>
                    <a:pt x="594420" y="1246020"/>
                  </a:lnTo>
                  <a:lnTo>
                    <a:pt x="594417" y="1246017"/>
                  </a:lnTo>
                  <a:lnTo>
                    <a:pt x="594413" y="1246011"/>
                  </a:lnTo>
                  <a:lnTo>
                    <a:pt x="594410" y="1246007"/>
                  </a:lnTo>
                  <a:lnTo>
                    <a:pt x="594407" y="1246002"/>
                  </a:lnTo>
                  <a:lnTo>
                    <a:pt x="594405" y="1245997"/>
                  </a:lnTo>
                  <a:lnTo>
                    <a:pt x="594402" y="1245992"/>
                  </a:lnTo>
                  <a:lnTo>
                    <a:pt x="594399" y="1245983"/>
                  </a:lnTo>
                  <a:lnTo>
                    <a:pt x="594398" y="1245972"/>
                  </a:lnTo>
                  <a:lnTo>
                    <a:pt x="594400" y="1245959"/>
                  </a:lnTo>
                  <a:lnTo>
                    <a:pt x="594401" y="1245949"/>
                  </a:lnTo>
                  <a:lnTo>
                    <a:pt x="594400" y="1245941"/>
                  </a:lnTo>
                  <a:lnTo>
                    <a:pt x="594397" y="1245933"/>
                  </a:lnTo>
                  <a:lnTo>
                    <a:pt x="594390" y="1245923"/>
                  </a:lnTo>
                  <a:lnTo>
                    <a:pt x="594386" y="1245919"/>
                  </a:lnTo>
                  <a:lnTo>
                    <a:pt x="594380" y="1245917"/>
                  </a:lnTo>
                  <a:lnTo>
                    <a:pt x="594374" y="1245917"/>
                  </a:lnTo>
                  <a:lnTo>
                    <a:pt x="594369" y="1245923"/>
                  </a:lnTo>
                  <a:lnTo>
                    <a:pt x="594364" y="1245929"/>
                  </a:lnTo>
                  <a:lnTo>
                    <a:pt x="594360" y="1245935"/>
                  </a:lnTo>
                  <a:lnTo>
                    <a:pt x="594354" y="1245945"/>
                  </a:lnTo>
                  <a:lnTo>
                    <a:pt x="594350" y="1245953"/>
                  </a:lnTo>
                  <a:lnTo>
                    <a:pt x="594348" y="1245960"/>
                  </a:lnTo>
                  <a:lnTo>
                    <a:pt x="594344" y="1245969"/>
                  </a:lnTo>
                  <a:lnTo>
                    <a:pt x="594338" y="1245981"/>
                  </a:lnTo>
                  <a:lnTo>
                    <a:pt x="594335" y="1245988"/>
                  </a:lnTo>
                  <a:lnTo>
                    <a:pt x="594331" y="1245994"/>
                  </a:lnTo>
                  <a:lnTo>
                    <a:pt x="594325" y="1246004"/>
                  </a:lnTo>
                  <a:lnTo>
                    <a:pt x="594317" y="1246020"/>
                  </a:lnTo>
                  <a:lnTo>
                    <a:pt x="594311" y="1246027"/>
                  </a:lnTo>
                  <a:lnTo>
                    <a:pt x="594306" y="1246033"/>
                  </a:lnTo>
                  <a:lnTo>
                    <a:pt x="594303" y="1246037"/>
                  </a:lnTo>
                  <a:lnTo>
                    <a:pt x="594298" y="1246040"/>
                  </a:lnTo>
                  <a:lnTo>
                    <a:pt x="594275" y="1246057"/>
                  </a:lnTo>
                  <a:lnTo>
                    <a:pt x="594268" y="1246062"/>
                  </a:lnTo>
                  <a:lnTo>
                    <a:pt x="594261" y="1246067"/>
                  </a:lnTo>
                  <a:lnTo>
                    <a:pt x="594250" y="1246075"/>
                  </a:lnTo>
                  <a:lnTo>
                    <a:pt x="594239" y="1246084"/>
                  </a:lnTo>
                  <a:lnTo>
                    <a:pt x="594236" y="1246087"/>
                  </a:lnTo>
                  <a:lnTo>
                    <a:pt x="594231" y="1246090"/>
                  </a:lnTo>
                  <a:lnTo>
                    <a:pt x="594227" y="1246093"/>
                  </a:lnTo>
                  <a:lnTo>
                    <a:pt x="594219" y="1246097"/>
                  </a:lnTo>
                  <a:lnTo>
                    <a:pt x="594215" y="1246100"/>
                  </a:lnTo>
                  <a:lnTo>
                    <a:pt x="594206" y="1246105"/>
                  </a:lnTo>
                  <a:lnTo>
                    <a:pt x="594191" y="1246114"/>
                  </a:lnTo>
                  <a:lnTo>
                    <a:pt x="594186" y="1246118"/>
                  </a:lnTo>
                  <a:lnTo>
                    <a:pt x="594181" y="1246120"/>
                  </a:lnTo>
                  <a:lnTo>
                    <a:pt x="594176" y="1246121"/>
                  </a:lnTo>
                  <a:lnTo>
                    <a:pt x="594171" y="1246123"/>
                  </a:lnTo>
                  <a:lnTo>
                    <a:pt x="594166" y="1246124"/>
                  </a:lnTo>
                  <a:lnTo>
                    <a:pt x="594157" y="1246126"/>
                  </a:lnTo>
                  <a:lnTo>
                    <a:pt x="594134" y="1246133"/>
                  </a:lnTo>
                  <a:lnTo>
                    <a:pt x="594098" y="1246139"/>
                  </a:lnTo>
                  <a:lnTo>
                    <a:pt x="594086" y="1246142"/>
                  </a:lnTo>
                  <a:lnTo>
                    <a:pt x="594076" y="1246144"/>
                  </a:lnTo>
                  <a:lnTo>
                    <a:pt x="594045" y="1246149"/>
                  </a:lnTo>
                  <a:lnTo>
                    <a:pt x="594009" y="1246153"/>
                  </a:lnTo>
                  <a:lnTo>
                    <a:pt x="593994" y="1246170"/>
                  </a:lnTo>
                  <a:lnTo>
                    <a:pt x="593988" y="1246176"/>
                  </a:lnTo>
                  <a:lnTo>
                    <a:pt x="593983" y="1246182"/>
                  </a:lnTo>
                  <a:lnTo>
                    <a:pt x="593978" y="1246188"/>
                  </a:lnTo>
                  <a:lnTo>
                    <a:pt x="593971" y="1246195"/>
                  </a:lnTo>
                  <a:lnTo>
                    <a:pt x="593966" y="1246201"/>
                  </a:lnTo>
                  <a:lnTo>
                    <a:pt x="593960" y="1246208"/>
                  </a:lnTo>
                  <a:lnTo>
                    <a:pt x="593955" y="1246213"/>
                  </a:lnTo>
                  <a:lnTo>
                    <a:pt x="593950" y="1246218"/>
                  </a:lnTo>
                  <a:lnTo>
                    <a:pt x="593944" y="1246223"/>
                  </a:lnTo>
                  <a:lnTo>
                    <a:pt x="593938" y="1246229"/>
                  </a:lnTo>
                  <a:lnTo>
                    <a:pt x="593929" y="1246236"/>
                  </a:lnTo>
                  <a:lnTo>
                    <a:pt x="593921" y="1246243"/>
                  </a:lnTo>
                  <a:lnTo>
                    <a:pt x="593901" y="1246258"/>
                  </a:lnTo>
                  <a:lnTo>
                    <a:pt x="593887" y="1246271"/>
                  </a:lnTo>
                  <a:lnTo>
                    <a:pt x="593879" y="1246278"/>
                  </a:lnTo>
                  <a:lnTo>
                    <a:pt x="593871" y="1246285"/>
                  </a:lnTo>
                  <a:lnTo>
                    <a:pt x="593863" y="1246294"/>
                  </a:lnTo>
                  <a:lnTo>
                    <a:pt x="593858" y="1246299"/>
                  </a:lnTo>
                  <a:lnTo>
                    <a:pt x="593845" y="1246310"/>
                  </a:lnTo>
                  <a:lnTo>
                    <a:pt x="593840" y="1246313"/>
                  </a:lnTo>
                  <a:lnTo>
                    <a:pt x="593835" y="1246317"/>
                  </a:lnTo>
                  <a:lnTo>
                    <a:pt x="593825" y="1246326"/>
                  </a:lnTo>
                  <a:lnTo>
                    <a:pt x="593821" y="1246330"/>
                  </a:lnTo>
                  <a:lnTo>
                    <a:pt x="593813" y="1246339"/>
                  </a:lnTo>
                  <a:lnTo>
                    <a:pt x="593802" y="1246350"/>
                  </a:lnTo>
                  <a:lnTo>
                    <a:pt x="593796" y="1246357"/>
                  </a:lnTo>
                  <a:lnTo>
                    <a:pt x="593785" y="1246371"/>
                  </a:lnTo>
                  <a:lnTo>
                    <a:pt x="593777" y="1246382"/>
                  </a:lnTo>
                  <a:lnTo>
                    <a:pt x="593771" y="1246391"/>
                  </a:lnTo>
                  <a:lnTo>
                    <a:pt x="593766" y="1246400"/>
                  </a:lnTo>
                  <a:lnTo>
                    <a:pt x="593760" y="1246407"/>
                  </a:lnTo>
                  <a:lnTo>
                    <a:pt x="593754" y="1246414"/>
                  </a:lnTo>
                  <a:lnTo>
                    <a:pt x="593747" y="1246421"/>
                  </a:lnTo>
                  <a:lnTo>
                    <a:pt x="593739" y="1246428"/>
                  </a:lnTo>
                  <a:lnTo>
                    <a:pt x="593733" y="1246433"/>
                  </a:lnTo>
                  <a:lnTo>
                    <a:pt x="593726" y="1246438"/>
                  </a:lnTo>
                  <a:lnTo>
                    <a:pt x="593721" y="1246441"/>
                  </a:lnTo>
                  <a:lnTo>
                    <a:pt x="593705" y="1246448"/>
                  </a:lnTo>
                  <a:lnTo>
                    <a:pt x="593689" y="1246452"/>
                  </a:lnTo>
                  <a:lnTo>
                    <a:pt x="593681" y="1246453"/>
                  </a:lnTo>
                  <a:lnTo>
                    <a:pt x="593664" y="1246453"/>
                  </a:lnTo>
                  <a:lnTo>
                    <a:pt x="593650" y="1246452"/>
                  </a:lnTo>
                  <a:lnTo>
                    <a:pt x="593641" y="1246451"/>
                  </a:lnTo>
                  <a:lnTo>
                    <a:pt x="593617" y="1246449"/>
                  </a:lnTo>
                  <a:lnTo>
                    <a:pt x="593581" y="1246450"/>
                  </a:lnTo>
                  <a:lnTo>
                    <a:pt x="593556" y="1246451"/>
                  </a:lnTo>
                  <a:lnTo>
                    <a:pt x="593533" y="1246453"/>
                  </a:lnTo>
                  <a:lnTo>
                    <a:pt x="593518" y="1246457"/>
                  </a:lnTo>
                  <a:lnTo>
                    <a:pt x="593510" y="1246460"/>
                  </a:lnTo>
                  <a:lnTo>
                    <a:pt x="593504" y="1246462"/>
                  </a:lnTo>
                  <a:lnTo>
                    <a:pt x="593500" y="1246464"/>
                  </a:lnTo>
                  <a:lnTo>
                    <a:pt x="593496" y="1246467"/>
                  </a:lnTo>
                  <a:lnTo>
                    <a:pt x="593490" y="1246471"/>
                  </a:lnTo>
                  <a:lnTo>
                    <a:pt x="593482" y="1246476"/>
                  </a:lnTo>
                  <a:lnTo>
                    <a:pt x="593475" y="1246482"/>
                  </a:lnTo>
                  <a:lnTo>
                    <a:pt x="593469" y="1246488"/>
                  </a:lnTo>
                  <a:lnTo>
                    <a:pt x="593463" y="1246495"/>
                  </a:lnTo>
                  <a:lnTo>
                    <a:pt x="593459" y="1246499"/>
                  </a:lnTo>
                  <a:lnTo>
                    <a:pt x="593452" y="1246505"/>
                  </a:lnTo>
                  <a:lnTo>
                    <a:pt x="593443" y="1246511"/>
                  </a:lnTo>
                  <a:lnTo>
                    <a:pt x="593436" y="1246515"/>
                  </a:lnTo>
                  <a:lnTo>
                    <a:pt x="593412" y="1246526"/>
                  </a:lnTo>
                  <a:lnTo>
                    <a:pt x="593402" y="1246529"/>
                  </a:lnTo>
                  <a:lnTo>
                    <a:pt x="593396" y="1246531"/>
                  </a:lnTo>
                  <a:lnTo>
                    <a:pt x="593391" y="1246533"/>
                  </a:lnTo>
                  <a:lnTo>
                    <a:pt x="593380" y="1246537"/>
                  </a:lnTo>
                  <a:lnTo>
                    <a:pt x="593368" y="1246541"/>
                  </a:lnTo>
                  <a:lnTo>
                    <a:pt x="593362" y="1246544"/>
                  </a:lnTo>
                  <a:lnTo>
                    <a:pt x="593353" y="1246548"/>
                  </a:lnTo>
                  <a:lnTo>
                    <a:pt x="593333" y="1246556"/>
                  </a:lnTo>
                  <a:lnTo>
                    <a:pt x="593319" y="1246561"/>
                  </a:lnTo>
                  <a:lnTo>
                    <a:pt x="593299" y="1246571"/>
                  </a:lnTo>
                  <a:lnTo>
                    <a:pt x="593280" y="1246581"/>
                  </a:lnTo>
                  <a:lnTo>
                    <a:pt x="593251" y="1246594"/>
                  </a:lnTo>
                  <a:lnTo>
                    <a:pt x="593225" y="1246607"/>
                  </a:lnTo>
                  <a:lnTo>
                    <a:pt x="593214" y="1246610"/>
                  </a:lnTo>
                  <a:lnTo>
                    <a:pt x="593207" y="1246611"/>
                  </a:lnTo>
                  <a:lnTo>
                    <a:pt x="593202" y="1246610"/>
                  </a:lnTo>
                  <a:lnTo>
                    <a:pt x="593196" y="1246608"/>
                  </a:lnTo>
                  <a:lnTo>
                    <a:pt x="593190" y="1246605"/>
                  </a:lnTo>
                  <a:lnTo>
                    <a:pt x="593185" y="1246603"/>
                  </a:lnTo>
                  <a:lnTo>
                    <a:pt x="593178" y="1246601"/>
                  </a:lnTo>
                  <a:lnTo>
                    <a:pt x="593171" y="1246598"/>
                  </a:lnTo>
                  <a:lnTo>
                    <a:pt x="593159" y="1246594"/>
                  </a:lnTo>
                  <a:lnTo>
                    <a:pt x="593147" y="1246592"/>
                  </a:lnTo>
                  <a:lnTo>
                    <a:pt x="593140" y="1246590"/>
                  </a:lnTo>
                  <a:lnTo>
                    <a:pt x="593133" y="1246589"/>
                  </a:lnTo>
                  <a:lnTo>
                    <a:pt x="593124" y="1246589"/>
                  </a:lnTo>
                  <a:lnTo>
                    <a:pt x="593117" y="1246589"/>
                  </a:lnTo>
                  <a:lnTo>
                    <a:pt x="593111" y="1246589"/>
                  </a:lnTo>
                  <a:lnTo>
                    <a:pt x="593100" y="1246590"/>
                  </a:lnTo>
                  <a:lnTo>
                    <a:pt x="593092" y="1246591"/>
                  </a:lnTo>
                  <a:lnTo>
                    <a:pt x="593062" y="1246591"/>
                  </a:lnTo>
                  <a:lnTo>
                    <a:pt x="593054" y="1246591"/>
                  </a:lnTo>
                  <a:lnTo>
                    <a:pt x="593048" y="1246592"/>
                  </a:lnTo>
                  <a:lnTo>
                    <a:pt x="593042" y="1246592"/>
                  </a:lnTo>
                  <a:lnTo>
                    <a:pt x="593033" y="1246595"/>
                  </a:lnTo>
                  <a:lnTo>
                    <a:pt x="593023" y="1246598"/>
                  </a:lnTo>
                  <a:lnTo>
                    <a:pt x="593015" y="1246601"/>
                  </a:lnTo>
                  <a:lnTo>
                    <a:pt x="592995" y="1246609"/>
                  </a:lnTo>
                  <a:lnTo>
                    <a:pt x="592988" y="1246613"/>
                  </a:lnTo>
                  <a:lnTo>
                    <a:pt x="592978" y="1246619"/>
                  </a:lnTo>
                  <a:lnTo>
                    <a:pt x="592966" y="1246626"/>
                  </a:lnTo>
                  <a:lnTo>
                    <a:pt x="592953" y="1246635"/>
                  </a:lnTo>
                  <a:lnTo>
                    <a:pt x="592935" y="1246647"/>
                  </a:lnTo>
                  <a:lnTo>
                    <a:pt x="592929" y="1246650"/>
                  </a:lnTo>
                  <a:lnTo>
                    <a:pt x="592917" y="1246653"/>
                  </a:lnTo>
                  <a:lnTo>
                    <a:pt x="592906" y="1246654"/>
                  </a:lnTo>
                  <a:lnTo>
                    <a:pt x="592897" y="1246655"/>
                  </a:lnTo>
                  <a:lnTo>
                    <a:pt x="592890" y="1246656"/>
                  </a:lnTo>
                  <a:lnTo>
                    <a:pt x="592882" y="1246656"/>
                  </a:lnTo>
                  <a:lnTo>
                    <a:pt x="592877" y="1246657"/>
                  </a:lnTo>
                  <a:lnTo>
                    <a:pt x="592868" y="1246658"/>
                  </a:lnTo>
                  <a:lnTo>
                    <a:pt x="592857" y="1246660"/>
                  </a:lnTo>
                  <a:lnTo>
                    <a:pt x="592848" y="1246663"/>
                  </a:lnTo>
                  <a:lnTo>
                    <a:pt x="592842" y="1246666"/>
                  </a:lnTo>
                  <a:lnTo>
                    <a:pt x="592838" y="1246669"/>
                  </a:lnTo>
                  <a:lnTo>
                    <a:pt x="592833" y="1246674"/>
                  </a:lnTo>
                  <a:lnTo>
                    <a:pt x="592828" y="1246681"/>
                  </a:lnTo>
                  <a:lnTo>
                    <a:pt x="592824" y="1246686"/>
                  </a:lnTo>
                  <a:lnTo>
                    <a:pt x="592819" y="1246692"/>
                  </a:lnTo>
                  <a:lnTo>
                    <a:pt x="592812" y="1246700"/>
                  </a:lnTo>
                  <a:lnTo>
                    <a:pt x="592806" y="1246705"/>
                  </a:lnTo>
                  <a:lnTo>
                    <a:pt x="592801" y="1246708"/>
                  </a:lnTo>
                  <a:lnTo>
                    <a:pt x="592794" y="1246711"/>
                  </a:lnTo>
                  <a:lnTo>
                    <a:pt x="592778" y="1246719"/>
                  </a:lnTo>
                  <a:lnTo>
                    <a:pt x="592772" y="1246724"/>
                  </a:lnTo>
                  <a:lnTo>
                    <a:pt x="592761" y="1246729"/>
                  </a:lnTo>
                  <a:lnTo>
                    <a:pt x="592753" y="1246734"/>
                  </a:lnTo>
                  <a:lnTo>
                    <a:pt x="592744" y="1246735"/>
                  </a:lnTo>
                  <a:lnTo>
                    <a:pt x="592737" y="1246734"/>
                  </a:lnTo>
                  <a:lnTo>
                    <a:pt x="592729" y="1246733"/>
                  </a:lnTo>
                  <a:lnTo>
                    <a:pt x="592717" y="1246729"/>
                  </a:lnTo>
                  <a:lnTo>
                    <a:pt x="592706" y="1246727"/>
                  </a:lnTo>
                  <a:lnTo>
                    <a:pt x="592696" y="1246727"/>
                  </a:lnTo>
                  <a:lnTo>
                    <a:pt x="592690" y="1246728"/>
                  </a:lnTo>
                  <a:lnTo>
                    <a:pt x="592684" y="1246730"/>
                  </a:lnTo>
                  <a:lnTo>
                    <a:pt x="592680" y="1246732"/>
                  </a:lnTo>
                  <a:lnTo>
                    <a:pt x="592675" y="1246734"/>
                  </a:lnTo>
                  <a:lnTo>
                    <a:pt x="592665" y="1246738"/>
                  </a:lnTo>
                  <a:lnTo>
                    <a:pt x="592661" y="1246739"/>
                  </a:lnTo>
                  <a:lnTo>
                    <a:pt x="592654" y="1246741"/>
                  </a:lnTo>
                  <a:lnTo>
                    <a:pt x="592646" y="1246742"/>
                  </a:lnTo>
                  <a:lnTo>
                    <a:pt x="592630" y="1246740"/>
                  </a:lnTo>
                  <a:lnTo>
                    <a:pt x="592611" y="1246738"/>
                  </a:lnTo>
                  <a:lnTo>
                    <a:pt x="592606" y="1246738"/>
                  </a:lnTo>
                  <a:lnTo>
                    <a:pt x="592598" y="1246738"/>
                  </a:lnTo>
                  <a:lnTo>
                    <a:pt x="592588" y="1246739"/>
                  </a:lnTo>
                  <a:lnTo>
                    <a:pt x="592580" y="1246741"/>
                  </a:lnTo>
                  <a:lnTo>
                    <a:pt x="592570" y="1246744"/>
                  </a:lnTo>
                  <a:lnTo>
                    <a:pt x="592555" y="1246750"/>
                  </a:lnTo>
                  <a:lnTo>
                    <a:pt x="592541" y="1246756"/>
                  </a:lnTo>
                  <a:lnTo>
                    <a:pt x="592529" y="1246760"/>
                  </a:lnTo>
                  <a:lnTo>
                    <a:pt x="592518" y="1246763"/>
                  </a:lnTo>
                  <a:lnTo>
                    <a:pt x="592505" y="1246767"/>
                  </a:lnTo>
                  <a:lnTo>
                    <a:pt x="592495" y="1246769"/>
                  </a:lnTo>
                  <a:lnTo>
                    <a:pt x="592469" y="1246778"/>
                  </a:lnTo>
                  <a:lnTo>
                    <a:pt x="592454" y="1246783"/>
                  </a:lnTo>
                  <a:lnTo>
                    <a:pt x="592447" y="1246787"/>
                  </a:lnTo>
                  <a:lnTo>
                    <a:pt x="592442" y="1246791"/>
                  </a:lnTo>
                  <a:lnTo>
                    <a:pt x="592436" y="1246796"/>
                  </a:lnTo>
                  <a:lnTo>
                    <a:pt x="592430" y="1246803"/>
                  </a:lnTo>
                  <a:lnTo>
                    <a:pt x="592414" y="1246816"/>
                  </a:lnTo>
                  <a:lnTo>
                    <a:pt x="592409" y="1246822"/>
                  </a:lnTo>
                  <a:lnTo>
                    <a:pt x="592406" y="1246826"/>
                  </a:lnTo>
                  <a:lnTo>
                    <a:pt x="592403" y="1246836"/>
                  </a:lnTo>
                  <a:lnTo>
                    <a:pt x="592400" y="1246845"/>
                  </a:lnTo>
                  <a:lnTo>
                    <a:pt x="592391" y="1246868"/>
                  </a:lnTo>
                  <a:lnTo>
                    <a:pt x="592387" y="1246876"/>
                  </a:lnTo>
                  <a:lnTo>
                    <a:pt x="592382" y="1246883"/>
                  </a:lnTo>
                  <a:lnTo>
                    <a:pt x="592377" y="1246887"/>
                  </a:lnTo>
                  <a:lnTo>
                    <a:pt x="592364" y="1246897"/>
                  </a:lnTo>
                  <a:lnTo>
                    <a:pt x="592360" y="1246900"/>
                  </a:lnTo>
                  <a:lnTo>
                    <a:pt x="592355" y="1246904"/>
                  </a:lnTo>
                  <a:lnTo>
                    <a:pt x="592346" y="1246911"/>
                  </a:lnTo>
                  <a:lnTo>
                    <a:pt x="592339" y="1246918"/>
                  </a:lnTo>
                  <a:lnTo>
                    <a:pt x="592332" y="1246927"/>
                  </a:lnTo>
                  <a:lnTo>
                    <a:pt x="592327" y="1246932"/>
                  </a:lnTo>
                  <a:lnTo>
                    <a:pt x="592319" y="1246944"/>
                  </a:lnTo>
                  <a:lnTo>
                    <a:pt x="592315" y="1246952"/>
                  </a:lnTo>
                  <a:lnTo>
                    <a:pt x="592310" y="1246962"/>
                  </a:lnTo>
                  <a:lnTo>
                    <a:pt x="592304" y="1246975"/>
                  </a:lnTo>
                  <a:lnTo>
                    <a:pt x="592299" y="1246988"/>
                  </a:lnTo>
                  <a:lnTo>
                    <a:pt x="592291" y="1247004"/>
                  </a:lnTo>
                  <a:lnTo>
                    <a:pt x="592285" y="1247017"/>
                  </a:lnTo>
                  <a:lnTo>
                    <a:pt x="592278" y="1247035"/>
                  </a:lnTo>
                  <a:lnTo>
                    <a:pt x="592269" y="1247053"/>
                  </a:lnTo>
                  <a:lnTo>
                    <a:pt x="592262" y="1247068"/>
                  </a:lnTo>
                  <a:lnTo>
                    <a:pt x="592254" y="1247080"/>
                  </a:lnTo>
                  <a:lnTo>
                    <a:pt x="592245" y="1247093"/>
                  </a:lnTo>
                  <a:lnTo>
                    <a:pt x="592242" y="1247099"/>
                  </a:lnTo>
                  <a:lnTo>
                    <a:pt x="592236" y="1247109"/>
                  </a:lnTo>
                  <a:lnTo>
                    <a:pt x="592232" y="1247115"/>
                  </a:lnTo>
                  <a:lnTo>
                    <a:pt x="592229" y="1247119"/>
                  </a:lnTo>
                  <a:lnTo>
                    <a:pt x="592224" y="1247125"/>
                  </a:lnTo>
                  <a:lnTo>
                    <a:pt x="592219" y="1247130"/>
                  </a:lnTo>
                  <a:lnTo>
                    <a:pt x="592212" y="1247137"/>
                  </a:lnTo>
                  <a:lnTo>
                    <a:pt x="592209" y="1247140"/>
                  </a:lnTo>
                  <a:lnTo>
                    <a:pt x="592203" y="1247143"/>
                  </a:lnTo>
                  <a:lnTo>
                    <a:pt x="592198" y="1247145"/>
                  </a:lnTo>
                  <a:lnTo>
                    <a:pt x="592193" y="1247148"/>
                  </a:lnTo>
                  <a:lnTo>
                    <a:pt x="592183" y="1247152"/>
                  </a:lnTo>
                  <a:lnTo>
                    <a:pt x="592177" y="1247153"/>
                  </a:lnTo>
                  <a:lnTo>
                    <a:pt x="592168" y="1247156"/>
                  </a:lnTo>
                  <a:lnTo>
                    <a:pt x="592163" y="1247157"/>
                  </a:lnTo>
                  <a:lnTo>
                    <a:pt x="592156" y="1247160"/>
                  </a:lnTo>
                  <a:lnTo>
                    <a:pt x="592149" y="1247165"/>
                  </a:lnTo>
                  <a:lnTo>
                    <a:pt x="592144" y="1247169"/>
                  </a:lnTo>
                  <a:lnTo>
                    <a:pt x="592139" y="1247173"/>
                  </a:lnTo>
                  <a:lnTo>
                    <a:pt x="592133" y="1247178"/>
                  </a:lnTo>
                  <a:lnTo>
                    <a:pt x="592126" y="1247183"/>
                  </a:lnTo>
                  <a:lnTo>
                    <a:pt x="592116" y="1247191"/>
                  </a:lnTo>
                  <a:lnTo>
                    <a:pt x="592104" y="1247200"/>
                  </a:lnTo>
                  <a:lnTo>
                    <a:pt x="592096" y="1247209"/>
                  </a:lnTo>
                  <a:lnTo>
                    <a:pt x="592091" y="1247218"/>
                  </a:lnTo>
                  <a:lnTo>
                    <a:pt x="592087" y="1247225"/>
                  </a:lnTo>
                  <a:lnTo>
                    <a:pt x="592078" y="1247241"/>
                  </a:lnTo>
                  <a:lnTo>
                    <a:pt x="592073" y="1247253"/>
                  </a:lnTo>
                  <a:lnTo>
                    <a:pt x="592063" y="1247271"/>
                  </a:lnTo>
                  <a:lnTo>
                    <a:pt x="592053" y="1247286"/>
                  </a:lnTo>
                  <a:lnTo>
                    <a:pt x="592047" y="1247294"/>
                  </a:lnTo>
                  <a:lnTo>
                    <a:pt x="592040" y="1247306"/>
                  </a:lnTo>
                  <a:lnTo>
                    <a:pt x="592031" y="1247320"/>
                  </a:lnTo>
                  <a:lnTo>
                    <a:pt x="592028" y="1247325"/>
                  </a:lnTo>
                  <a:lnTo>
                    <a:pt x="592025" y="1247331"/>
                  </a:lnTo>
                  <a:lnTo>
                    <a:pt x="592022" y="1247338"/>
                  </a:lnTo>
                  <a:lnTo>
                    <a:pt x="592019" y="1247343"/>
                  </a:lnTo>
                  <a:lnTo>
                    <a:pt x="592016" y="1247347"/>
                  </a:lnTo>
                  <a:lnTo>
                    <a:pt x="592013" y="1247352"/>
                  </a:lnTo>
                  <a:lnTo>
                    <a:pt x="592010" y="1247357"/>
                  </a:lnTo>
                  <a:lnTo>
                    <a:pt x="592004" y="1247363"/>
                  </a:lnTo>
                  <a:lnTo>
                    <a:pt x="591999" y="1247369"/>
                  </a:lnTo>
                  <a:lnTo>
                    <a:pt x="591996" y="1247378"/>
                  </a:lnTo>
                  <a:lnTo>
                    <a:pt x="591994" y="1247383"/>
                  </a:lnTo>
                  <a:lnTo>
                    <a:pt x="591991" y="1247393"/>
                  </a:lnTo>
                  <a:lnTo>
                    <a:pt x="591990" y="1247401"/>
                  </a:lnTo>
                  <a:lnTo>
                    <a:pt x="591984" y="1247420"/>
                  </a:lnTo>
                  <a:lnTo>
                    <a:pt x="591981" y="1247433"/>
                  </a:lnTo>
                  <a:lnTo>
                    <a:pt x="591973" y="1247450"/>
                  </a:lnTo>
                  <a:lnTo>
                    <a:pt x="591965" y="1247466"/>
                  </a:lnTo>
                  <a:lnTo>
                    <a:pt x="591956" y="1247485"/>
                  </a:lnTo>
                  <a:lnTo>
                    <a:pt x="591948" y="1247503"/>
                  </a:lnTo>
                  <a:lnTo>
                    <a:pt x="591941" y="1247519"/>
                  </a:lnTo>
                  <a:lnTo>
                    <a:pt x="591934" y="1247531"/>
                  </a:lnTo>
                  <a:lnTo>
                    <a:pt x="591929" y="1247537"/>
                  </a:lnTo>
                  <a:lnTo>
                    <a:pt x="591927" y="1247541"/>
                  </a:lnTo>
                  <a:lnTo>
                    <a:pt x="591923" y="1247548"/>
                  </a:lnTo>
                  <a:lnTo>
                    <a:pt x="591916" y="1247561"/>
                  </a:lnTo>
                  <a:lnTo>
                    <a:pt x="591911" y="1247566"/>
                  </a:lnTo>
                  <a:lnTo>
                    <a:pt x="591905" y="1247570"/>
                  </a:lnTo>
                  <a:lnTo>
                    <a:pt x="591899" y="1247571"/>
                  </a:lnTo>
                  <a:lnTo>
                    <a:pt x="591888" y="1247574"/>
                  </a:lnTo>
                  <a:lnTo>
                    <a:pt x="591877" y="1247577"/>
                  </a:lnTo>
                  <a:lnTo>
                    <a:pt x="591869" y="1247579"/>
                  </a:lnTo>
                  <a:lnTo>
                    <a:pt x="591858" y="1247583"/>
                  </a:lnTo>
                  <a:lnTo>
                    <a:pt x="591847" y="1247588"/>
                  </a:lnTo>
                  <a:lnTo>
                    <a:pt x="591832" y="1247595"/>
                  </a:lnTo>
                  <a:lnTo>
                    <a:pt x="591812" y="1247603"/>
                  </a:lnTo>
                  <a:lnTo>
                    <a:pt x="591807" y="1247605"/>
                  </a:lnTo>
                  <a:lnTo>
                    <a:pt x="591802" y="1247608"/>
                  </a:lnTo>
                  <a:lnTo>
                    <a:pt x="591791" y="1247612"/>
                  </a:lnTo>
                  <a:lnTo>
                    <a:pt x="591784" y="1247615"/>
                  </a:lnTo>
                  <a:lnTo>
                    <a:pt x="591778" y="1247615"/>
                  </a:lnTo>
                  <a:lnTo>
                    <a:pt x="591770" y="1247608"/>
                  </a:lnTo>
                  <a:lnTo>
                    <a:pt x="591764" y="1247606"/>
                  </a:lnTo>
                  <a:lnTo>
                    <a:pt x="591754" y="1247603"/>
                  </a:lnTo>
                  <a:lnTo>
                    <a:pt x="591745" y="1247603"/>
                  </a:lnTo>
                  <a:lnTo>
                    <a:pt x="591739" y="1247605"/>
                  </a:lnTo>
                  <a:lnTo>
                    <a:pt x="591732" y="1247607"/>
                  </a:lnTo>
                  <a:lnTo>
                    <a:pt x="591724" y="1247610"/>
                  </a:lnTo>
                  <a:lnTo>
                    <a:pt x="591708" y="1247616"/>
                  </a:lnTo>
                  <a:lnTo>
                    <a:pt x="591695" y="1247620"/>
                  </a:lnTo>
                  <a:lnTo>
                    <a:pt x="591681" y="1247626"/>
                  </a:lnTo>
                  <a:lnTo>
                    <a:pt x="591670" y="1247630"/>
                  </a:lnTo>
                  <a:lnTo>
                    <a:pt x="591661" y="1247633"/>
                  </a:lnTo>
                  <a:lnTo>
                    <a:pt x="591653" y="1247634"/>
                  </a:lnTo>
                  <a:lnTo>
                    <a:pt x="591643" y="1247636"/>
                  </a:lnTo>
                  <a:lnTo>
                    <a:pt x="591634" y="1247636"/>
                  </a:lnTo>
                  <a:lnTo>
                    <a:pt x="591626" y="1247636"/>
                  </a:lnTo>
                  <a:lnTo>
                    <a:pt x="591616" y="1247634"/>
                  </a:lnTo>
                  <a:lnTo>
                    <a:pt x="591609" y="1247634"/>
                  </a:lnTo>
                  <a:lnTo>
                    <a:pt x="591594" y="1247633"/>
                  </a:lnTo>
                  <a:lnTo>
                    <a:pt x="591583" y="1247631"/>
                  </a:lnTo>
                  <a:lnTo>
                    <a:pt x="591575" y="1247628"/>
                  </a:lnTo>
                  <a:lnTo>
                    <a:pt x="591571" y="1247626"/>
                  </a:lnTo>
                  <a:lnTo>
                    <a:pt x="591561" y="1247619"/>
                  </a:lnTo>
                  <a:lnTo>
                    <a:pt x="591554" y="1247616"/>
                  </a:lnTo>
                  <a:lnTo>
                    <a:pt x="591540" y="1247611"/>
                  </a:lnTo>
                  <a:lnTo>
                    <a:pt x="591524" y="1247603"/>
                  </a:lnTo>
                  <a:lnTo>
                    <a:pt x="591518" y="1247600"/>
                  </a:lnTo>
                  <a:lnTo>
                    <a:pt x="591498" y="1247587"/>
                  </a:lnTo>
                  <a:lnTo>
                    <a:pt x="591493" y="1247580"/>
                  </a:lnTo>
                  <a:lnTo>
                    <a:pt x="591490" y="1247575"/>
                  </a:lnTo>
                  <a:lnTo>
                    <a:pt x="591488" y="1247570"/>
                  </a:lnTo>
                  <a:lnTo>
                    <a:pt x="591485" y="1247566"/>
                  </a:lnTo>
                  <a:lnTo>
                    <a:pt x="591483" y="1247561"/>
                  </a:lnTo>
                  <a:lnTo>
                    <a:pt x="591479" y="1247557"/>
                  </a:lnTo>
                  <a:lnTo>
                    <a:pt x="591476" y="1247553"/>
                  </a:lnTo>
                  <a:lnTo>
                    <a:pt x="591473" y="1247550"/>
                  </a:lnTo>
                  <a:lnTo>
                    <a:pt x="591469" y="1247547"/>
                  </a:lnTo>
                  <a:lnTo>
                    <a:pt x="591464" y="1247542"/>
                  </a:lnTo>
                  <a:lnTo>
                    <a:pt x="591459" y="1247537"/>
                  </a:lnTo>
                  <a:lnTo>
                    <a:pt x="591455" y="1247532"/>
                  </a:lnTo>
                  <a:lnTo>
                    <a:pt x="591450" y="1247528"/>
                  </a:lnTo>
                  <a:lnTo>
                    <a:pt x="591445" y="1247524"/>
                  </a:lnTo>
                  <a:lnTo>
                    <a:pt x="591440" y="1247518"/>
                  </a:lnTo>
                  <a:lnTo>
                    <a:pt x="591436" y="1247513"/>
                  </a:lnTo>
                  <a:lnTo>
                    <a:pt x="591431" y="1247509"/>
                  </a:lnTo>
                  <a:lnTo>
                    <a:pt x="591425" y="1247506"/>
                  </a:lnTo>
                  <a:lnTo>
                    <a:pt x="591417" y="1247502"/>
                  </a:lnTo>
                  <a:lnTo>
                    <a:pt x="591409" y="1247499"/>
                  </a:lnTo>
                  <a:lnTo>
                    <a:pt x="591397" y="1247494"/>
                  </a:lnTo>
                  <a:lnTo>
                    <a:pt x="591384" y="1247489"/>
                  </a:lnTo>
                  <a:lnTo>
                    <a:pt x="591378" y="1247487"/>
                  </a:lnTo>
                  <a:lnTo>
                    <a:pt x="591373" y="1247487"/>
                  </a:lnTo>
                  <a:lnTo>
                    <a:pt x="591368" y="1247487"/>
                  </a:lnTo>
                  <a:lnTo>
                    <a:pt x="591364" y="1247488"/>
                  </a:lnTo>
                  <a:lnTo>
                    <a:pt x="591357" y="1247495"/>
                  </a:lnTo>
                  <a:lnTo>
                    <a:pt x="591352" y="1247500"/>
                  </a:lnTo>
                  <a:lnTo>
                    <a:pt x="591348" y="1247505"/>
                  </a:lnTo>
                  <a:lnTo>
                    <a:pt x="591341" y="1247515"/>
                  </a:lnTo>
                  <a:lnTo>
                    <a:pt x="591337" y="1247524"/>
                  </a:lnTo>
                  <a:lnTo>
                    <a:pt x="591335" y="1247530"/>
                  </a:lnTo>
                  <a:lnTo>
                    <a:pt x="591332" y="1247536"/>
                  </a:lnTo>
                  <a:lnTo>
                    <a:pt x="591326" y="1247544"/>
                  </a:lnTo>
                  <a:lnTo>
                    <a:pt x="591316" y="1247558"/>
                  </a:lnTo>
                  <a:lnTo>
                    <a:pt x="591309" y="1247563"/>
                  </a:lnTo>
                  <a:lnTo>
                    <a:pt x="591304" y="1247566"/>
                  </a:lnTo>
                  <a:lnTo>
                    <a:pt x="591291" y="1247574"/>
                  </a:lnTo>
                  <a:lnTo>
                    <a:pt x="591278" y="1247585"/>
                  </a:lnTo>
                  <a:lnTo>
                    <a:pt x="591265" y="1247594"/>
                  </a:lnTo>
                  <a:lnTo>
                    <a:pt x="591258" y="1247599"/>
                  </a:lnTo>
                  <a:lnTo>
                    <a:pt x="591250" y="1247600"/>
                  </a:lnTo>
                  <a:lnTo>
                    <a:pt x="591241" y="1247599"/>
                  </a:lnTo>
                  <a:lnTo>
                    <a:pt x="591222" y="1247598"/>
                  </a:lnTo>
                  <a:lnTo>
                    <a:pt x="591199" y="1247597"/>
                  </a:lnTo>
                  <a:lnTo>
                    <a:pt x="591181" y="1247595"/>
                  </a:lnTo>
                  <a:lnTo>
                    <a:pt x="591157" y="1247593"/>
                  </a:lnTo>
                  <a:lnTo>
                    <a:pt x="591151" y="1247592"/>
                  </a:lnTo>
                  <a:lnTo>
                    <a:pt x="591141" y="1247591"/>
                  </a:lnTo>
                  <a:lnTo>
                    <a:pt x="591134" y="1247590"/>
                  </a:lnTo>
                  <a:lnTo>
                    <a:pt x="591120" y="1247587"/>
                  </a:lnTo>
                  <a:lnTo>
                    <a:pt x="591112" y="1247585"/>
                  </a:lnTo>
                  <a:lnTo>
                    <a:pt x="591095" y="1247578"/>
                  </a:lnTo>
                  <a:lnTo>
                    <a:pt x="591078" y="1247568"/>
                  </a:lnTo>
                  <a:lnTo>
                    <a:pt x="591063" y="1247561"/>
                  </a:lnTo>
                  <a:lnTo>
                    <a:pt x="591055" y="1247558"/>
                  </a:lnTo>
                  <a:lnTo>
                    <a:pt x="591047" y="1247555"/>
                  </a:lnTo>
                  <a:lnTo>
                    <a:pt x="591018" y="1247548"/>
                  </a:lnTo>
                  <a:lnTo>
                    <a:pt x="591013" y="1247547"/>
                  </a:lnTo>
                  <a:lnTo>
                    <a:pt x="591009" y="1247545"/>
                  </a:lnTo>
                  <a:lnTo>
                    <a:pt x="590998" y="1247543"/>
                  </a:lnTo>
                  <a:lnTo>
                    <a:pt x="590993" y="1247542"/>
                  </a:lnTo>
                  <a:lnTo>
                    <a:pt x="590987" y="1247540"/>
                  </a:lnTo>
                  <a:lnTo>
                    <a:pt x="590976" y="1247533"/>
                  </a:lnTo>
                  <a:lnTo>
                    <a:pt x="590971" y="1247530"/>
                  </a:lnTo>
                  <a:lnTo>
                    <a:pt x="590954" y="1247515"/>
                  </a:lnTo>
                  <a:lnTo>
                    <a:pt x="590946" y="1247509"/>
                  </a:lnTo>
                  <a:lnTo>
                    <a:pt x="590942" y="1247504"/>
                  </a:lnTo>
                  <a:lnTo>
                    <a:pt x="590938" y="1247499"/>
                  </a:lnTo>
                  <a:lnTo>
                    <a:pt x="590934" y="1247499"/>
                  </a:lnTo>
                  <a:lnTo>
                    <a:pt x="590932" y="1247504"/>
                  </a:lnTo>
                  <a:lnTo>
                    <a:pt x="590933" y="1247509"/>
                  </a:lnTo>
                  <a:lnTo>
                    <a:pt x="590934" y="1247520"/>
                  </a:lnTo>
                  <a:lnTo>
                    <a:pt x="590934" y="1247534"/>
                  </a:lnTo>
                  <a:lnTo>
                    <a:pt x="590931" y="1247546"/>
                  </a:lnTo>
                  <a:lnTo>
                    <a:pt x="590927" y="1247552"/>
                  </a:lnTo>
                  <a:lnTo>
                    <a:pt x="590912" y="1247566"/>
                  </a:lnTo>
                  <a:lnTo>
                    <a:pt x="590890" y="1247587"/>
                  </a:lnTo>
                  <a:lnTo>
                    <a:pt x="590884" y="1247591"/>
                  </a:lnTo>
                  <a:lnTo>
                    <a:pt x="590874" y="1247599"/>
                  </a:lnTo>
                  <a:lnTo>
                    <a:pt x="590855" y="1247606"/>
                  </a:lnTo>
                  <a:lnTo>
                    <a:pt x="590835" y="1247610"/>
                  </a:lnTo>
                  <a:lnTo>
                    <a:pt x="590820" y="1247609"/>
                  </a:lnTo>
                  <a:lnTo>
                    <a:pt x="590809" y="1247607"/>
                  </a:lnTo>
                  <a:lnTo>
                    <a:pt x="590799" y="1247604"/>
                  </a:lnTo>
                  <a:lnTo>
                    <a:pt x="590793" y="1247602"/>
                  </a:lnTo>
                  <a:lnTo>
                    <a:pt x="590776" y="1247598"/>
                  </a:lnTo>
                  <a:lnTo>
                    <a:pt x="590758" y="1247596"/>
                  </a:lnTo>
                  <a:lnTo>
                    <a:pt x="590750" y="1247596"/>
                  </a:lnTo>
                  <a:lnTo>
                    <a:pt x="590744" y="1247595"/>
                  </a:lnTo>
                  <a:lnTo>
                    <a:pt x="590727" y="1247598"/>
                  </a:lnTo>
                  <a:lnTo>
                    <a:pt x="590716" y="1247600"/>
                  </a:lnTo>
                  <a:lnTo>
                    <a:pt x="590680" y="1247619"/>
                  </a:lnTo>
                  <a:lnTo>
                    <a:pt x="590667" y="1247625"/>
                  </a:lnTo>
                  <a:lnTo>
                    <a:pt x="590657" y="1247627"/>
                  </a:lnTo>
                  <a:lnTo>
                    <a:pt x="590652" y="1247628"/>
                  </a:lnTo>
                  <a:lnTo>
                    <a:pt x="590627" y="1247633"/>
                  </a:lnTo>
                  <a:lnTo>
                    <a:pt x="590602" y="1247638"/>
                  </a:lnTo>
                  <a:lnTo>
                    <a:pt x="590586" y="1247640"/>
                  </a:lnTo>
                  <a:lnTo>
                    <a:pt x="590579" y="1247642"/>
                  </a:lnTo>
                  <a:lnTo>
                    <a:pt x="590563" y="1247646"/>
                  </a:lnTo>
                  <a:lnTo>
                    <a:pt x="590540" y="1247647"/>
                  </a:lnTo>
                  <a:lnTo>
                    <a:pt x="590505" y="1247646"/>
                  </a:lnTo>
                  <a:lnTo>
                    <a:pt x="590496" y="1247645"/>
                  </a:lnTo>
                  <a:lnTo>
                    <a:pt x="590486" y="1247645"/>
                  </a:lnTo>
                  <a:lnTo>
                    <a:pt x="590476" y="1247645"/>
                  </a:lnTo>
                  <a:lnTo>
                    <a:pt x="590460" y="1247650"/>
                  </a:lnTo>
                  <a:lnTo>
                    <a:pt x="590443" y="1247655"/>
                  </a:lnTo>
                  <a:lnTo>
                    <a:pt x="590424" y="1247660"/>
                  </a:lnTo>
                  <a:lnTo>
                    <a:pt x="590420" y="1247664"/>
                  </a:lnTo>
                  <a:lnTo>
                    <a:pt x="590419" y="1247671"/>
                  </a:lnTo>
                  <a:lnTo>
                    <a:pt x="590418" y="1247685"/>
                  </a:lnTo>
                  <a:lnTo>
                    <a:pt x="590415" y="1247691"/>
                  </a:lnTo>
                  <a:lnTo>
                    <a:pt x="590407" y="1247694"/>
                  </a:lnTo>
                  <a:lnTo>
                    <a:pt x="590400" y="1247694"/>
                  </a:lnTo>
                  <a:lnTo>
                    <a:pt x="590395" y="1247691"/>
                  </a:lnTo>
                  <a:lnTo>
                    <a:pt x="590390" y="1247688"/>
                  </a:lnTo>
                  <a:lnTo>
                    <a:pt x="590378" y="1247679"/>
                  </a:lnTo>
                  <a:lnTo>
                    <a:pt x="590368" y="1247671"/>
                  </a:lnTo>
                  <a:lnTo>
                    <a:pt x="590353" y="1247660"/>
                  </a:lnTo>
                  <a:lnTo>
                    <a:pt x="590340" y="1247652"/>
                  </a:lnTo>
                  <a:lnTo>
                    <a:pt x="590332" y="1247646"/>
                  </a:lnTo>
                  <a:lnTo>
                    <a:pt x="590323" y="1247645"/>
                  </a:lnTo>
                  <a:lnTo>
                    <a:pt x="590319" y="1247656"/>
                  </a:lnTo>
                  <a:lnTo>
                    <a:pt x="590316" y="1247663"/>
                  </a:lnTo>
                  <a:lnTo>
                    <a:pt x="590307" y="1247670"/>
                  </a:lnTo>
                  <a:lnTo>
                    <a:pt x="590300" y="1247674"/>
                  </a:lnTo>
                  <a:lnTo>
                    <a:pt x="590292" y="1247682"/>
                  </a:lnTo>
                  <a:lnTo>
                    <a:pt x="590280" y="1247683"/>
                  </a:lnTo>
                  <a:lnTo>
                    <a:pt x="590268" y="1247686"/>
                  </a:lnTo>
                  <a:lnTo>
                    <a:pt x="590259" y="1247686"/>
                  </a:lnTo>
                  <a:lnTo>
                    <a:pt x="590251" y="1247686"/>
                  </a:lnTo>
                  <a:lnTo>
                    <a:pt x="590242" y="1247687"/>
                  </a:lnTo>
                  <a:lnTo>
                    <a:pt x="590236" y="1247686"/>
                  </a:lnTo>
                  <a:lnTo>
                    <a:pt x="590230" y="1247686"/>
                  </a:lnTo>
                  <a:lnTo>
                    <a:pt x="590204" y="1247681"/>
                  </a:lnTo>
                  <a:lnTo>
                    <a:pt x="590189" y="1247680"/>
                  </a:lnTo>
                  <a:lnTo>
                    <a:pt x="590182" y="1247680"/>
                  </a:lnTo>
                  <a:lnTo>
                    <a:pt x="590173" y="1247681"/>
                  </a:lnTo>
                  <a:lnTo>
                    <a:pt x="590166" y="1247683"/>
                  </a:lnTo>
                  <a:lnTo>
                    <a:pt x="590157" y="1247688"/>
                  </a:lnTo>
                  <a:lnTo>
                    <a:pt x="590148" y="1247693"/>
                  </a:lnTo>
                  <a:lnTo>
                    <a:pt x="590142" y="1247698"/>
                  </a:lnTo>
                  <a:lnTo>
                    <a:pt x="590134" y="1247703"/>
                  </a:lnTo>
                  <a:lnTo>
                    <a:pt x="590130" y="1247707"/>
                  </a:lnTo>
                  <a:lnTo>
                    <a:pt x="590125" y="1247708"/>
                  </a:lnTo>
                  <a:lnTo>
                    <a:pt x="590114" y="1247706"/>
                  </a:lnTo>
                  <a:lnTo>
                    <a:pt x="590106" y="1247704"/>
                  </a:lnTo>
                  <a:lnTo>
                    <a:pt x="590096" y="1247703"/>
                  </a:lnTo>
                  <a:lnTo>
                    <a:pt x="590088" y="1247703"/>
                  </a:lnTo>
                  <a:lnTo>
                    <a:pt x="590078" y="1247687"/>
                  </a:lnTo>
                  <a:lnTo>
                    <a:pt x="590075" y="1247680"/>
                  </a:lnTo>
                  <a:lnTo>
                    <a:pt x="590072" y="1247669"/>
                  </a:lnTo>
                  <a:lnTo>
                    <a:pt x="590071" y="1247661"/>
                  </a:lnTo>
                  <a:lnTo>
                    <a:pt x="590069" y="1247651"/>
                  </a:lnTo>
                  <a:lnTo>
                    <a:pt x="590066" y="1247644"/>
                  </a:lnTo>
                  <a:lnTo>
                    <a:pt x="590062" y="1247634"/>
                  </a:lnTo>
                  <a:lnTo>
                    <a:pt x="590059" y="1247625"/>
                  </a:lnTo>
                  <a:lnTo>
                    <a:pt x="590056" y="1247616"/>
                  </a:lnTo>
                  <a:lnTo>
                    <a:pt x="590049" y="1247610"/>
                  </a:lnTo>
                  <a:lnTo>
                    <a:pt x="590041" y="1247604"/>
                  </a:lnTo>
                  <a:lnTo>
                    <a:pt x="590037" y="1247601"/>
                  </a:lnTo>
                  <a:lnTo>
                    <a:pt x="590028" y="1247594"/>
                  </a:lnTo>
                  <a:lnTo>
                    <a:pt x="590020" y="1247588"/>
                  </a:lnTo>
                  <a:lnTo>
                    <a:pt x="590015" y="1247583"/>
                  </a:lnTo>
                  <a:lnTo>
                    <a:pt x="590011" y="1247578"/>
                  </a:lnTo>
                  <a:lnTo>
                    <a:pt x="590007" y="1247575"/>
                  </a:lnTo>
                  <a:lnTo>
                    <a:pt x="590002" y="1247571"/>
                  </a:lnTo>
                  <a:lnTo>
                    <a:pt x="589997" y="1247568"/>
                  </a:lnTo>
                  <a:lnTo>
                    <a:pt x="589988" y="1247565"/>
                  </a:lnTo>
                  <a:lnTo>
                    <a:pt x="589968" y="1247556"/>
                  </a:lnTo>
                  <a:lnTo>
                    <a:pt x="589961" y="1247552"/>
                  </a:lnTo>
                  <a:lnTo>
                    <a:pt x="589955" y="1247545"/>
                  </a:lnTo>
                  <a:lnTo>
                    <a:pt x="589949" y="1247541"/>
                  </a:lnTo>
                  <a:lnTo>
                    <a:pt x="589938" y="1247534"/>
                  </a:lnTo>
                  <a:lnTo>
                    <a:pt x="589928" y="1247528"/>
                  </a:lnTo>
                  <a:lnTo>
                    <a:pt x="589920" y="1247522"/>
                  </a:lnTo>
                  <a:lnTo>
                    <a:pt x="589914" y="1247518"/>
                  </a:lnTo>
                  <a:lnTo>
                    <a:pt x="589908" y="1247514"/>
                  </a:lnTo>
                  <a:lnTo>
                    <a:pt x="589900" y="1247511"/>
                  </a:lnTo>
                  <a:lnTo>
                    <a:pt x="589891" y="1247507"/>
                  </a:lnTo>
                  <a:lnTo>
                    <a:pt x="589881" y="1247502"/>
                  </a:lnTo>
                  <a:lnTo>
                    <a:pt x="589874" y="1247499"/>
                  </a:lnTo>
                  <a:lnTo>
                    <a:pt x="589870" y="1247496"/>
                  </a:lnTo>
                  <a:lnTo>
                    <a:pt x="589865" y="1247491"/>
                  </a:lnTo>
                  <a:lnTo>
                    <a:pt x="589859" y="1247485"/>
                  </a:lnTo>
                  <a:lnTo>
                    <a:pt x="589853" y="1247484"/>
                  </a:lnTo>
                  <a:lnTo>
                    <a:pt x="589846" y="1247482"/>
                  </a:lnTo>
                  <a:lnTo>
                    <a:pt x="589835" y="1247478"/>
                  </a:lnTo>
                  <a:lnTo>
                    <a:pt x="589825" y="1247473"/>
                  </a:lnTo>
                  <a:lnTo>
                    <a:pt x="589816" y="1247469"/>
                  </a:lnTo>
                  <a:lnTo>
                    <a:pt x="589807" y="1247464"/>
                  </a:lnTo>
                  <a:lnTo>
                    <a:pt x="589796" y="1247458"/>
                  </a:lnTo>
                  <a:lnTo>
                    <a:pt x="589784" y="1247452"/>
                  </a:lnTo>
                  <a:lnTo>
                    <a:pt x="589778" y="1247448"/>
                  </a:lnTo>
                  <a:lnTo>
                    <a:pt x="589773" y="1247441"/>
                  </a:lnTo>
                  <a:lnTo>
                    <a:pt x="589768" y="1247433"/>
                  </a:lnTo>
                  <a:lnTo>
                    <a:pt x="589764" y="1247426"/>
                  </a:lnTo>
                  <a:lnTo>
                    <a:pt x="589760" y="1247418"/>
                  </a:lnTo>
                  <a:lnTo>
                    <a:pt x="589756" y="1247412"/>
                  </a:lnTo>
                  <a:lnTo>
                    <a:pt x="589755" y="1247406"/>
                  </a:lnTo>
                  <a:lnTo>
                    <a:pt x="589750" y="1247397"/>
                  </a:lnTo>
                  <a:lnTo>
                    <a:pt x="589746" y="1247391"/>
                  </a:lnTo>
                  <a:lnTo>
                    <a:pt x="589742" y="1247387"/>
                  </a:lnTo>
                  <a:lnTo>
                    <a:pt x="589726" y="1247375"/>
                  </a:lnTo>
                  <a:lnTo>
                    <a:pt x="589719" y="1247369"/>
                  </a:lnTo>
                  <a:lnTo>
                    <a:pt x="589713" y="1247363"/>
                  </a:lnTo>
                  <a:lnTo>
                    <a:pt x="589704" y="1247359"/>
                  </a:lnTo>
                  <a:lnTo>
                    <a:pt x="589695" y="1247357"/>
                  </a:lnTo>
                  <a:lnTo>
                    <a:pt x="589681" y="1247355"/>
                  </a:lnTo>
                  <a:lnTo>
                    <a:pt x="589671" y="1247355"/>
                  </a:lnTo>
                  <a:lnTo>
                    <a:pt x="589658" y="1247353"/>
                  </a:lnTo>
                  <a:lnTo>
                    <a:pt x="589652" y="1247351"/>
                  </a:lnTo>
                  <a:lnTo>
                    <a:pt x="589641" y="1247349"/>
                  </a:lnTo>
                  <a:lnTo>
                    <a:pt x="589633" y="1247348"/>
                  </a:lnTo>
                  <a:lnTo>
                    <a:pt x="589624" y="1247348"/>
                  </a:lnTo>
                  <a:lnTo>
                    <a:pt x="589611" y="1247348"/>
                  </a:lnTo>
                  <a:lnTo>
                    <a:pt x="589605" y="1247347"/>
                  </a:lnTo>
                  <a:lnTo>
                    <a:pt x="589598" y="1247345"/>
                  </a:lnTo>
                  <a:lnTo>
                    <a:pt x="589594" y="1247338"/>
                  </a:lnTo>
                  <a:lnTo>
                    <a:pt x="589587" y="1247326"/>
                  </a:lnTo>
                  <a:lnTo>
                    <a:pt x="589578" y="1247315"/>
                  </a:lnTo>
                  <a:lnTo>
                    <a:pt x="589574" y="1247310"/>
                  </a:lnTo>
                  <a:lnTo>
                    <a:pt x="589571" y="1247306"/>
                  </a:lnTo>
                  <a:lnTo>
                    <a:pt x="589567" y="1247302"/>
                  </a:lnTo>
                  <a:lnTo>
                    <a:pt x="589562" y="1247299"/>
                  </a:lnTo>
                  <a:lnTo>
                    <a:pt x="589554" y="1247294"/>
                  </a:lnTo>
                  <a:lnTo>
                    <a:pt x="589540" y="1247281"/>
                  </a:lnTo>
                  <a:lnTo>
                    <a:pt x="589538" y="1247277"/>
                  </a:lnTo>
                  <a:lnTo>
                    <a:pt x="589535" y="1247273"/>
                  </a:lnTo>
                  <a:lnTo>
                    <a:pt x="589528" y="1247264"/>
                  </a:lnTo>
                  <a:lnTo>
                    <a:pt x="589519" y="1247252"/>
                  </a:lnTo>
                  <a:lnTo>
                    <a:pt x="589513" y="1247241"/>
                  </a:lnTo>
                  <a:lnTo>
                    <a:pt x="589511" y="1247235"/>
                  </a:lnTo>
                  <a:lnTo>
                    <a:pt x="589508" y="1247225"/>
                  </a:lnTo>
                  <a:lnTo>
                    <a:pt x="589507" y="1247218"/>
                  </a:lnTo>
                  <a:lnTo>
                    <a:pt x="589506" y="1247209"/>
                  </a:lnTo>
                  <a:lnTo>
                    <a:pt x="589503" y="1247194"/>
                  </a:lnTo>
                  <a:lnTo>
                    <a:pt x="589501" y="1247182"/>
                  </a:lnTo>
                  <a:lnTo>
                    <a:pt x="589500" y="1247172"/>
                  </a:lnTo>
                  <a:lnTo>
                    <a:pt x="589500" y="1247165"/>
                  </a:lnTo>
                  <a:lnTo>
                    <a:pt x="589502" y="1247156"/>
                  </a:lnTo>
                  <a:lnTo>
                    <a:pt x="589506" y="1247148"/>
                  </a:lnTo>
                  <a:lnTo>
                    <a:pt x="589512" y="1247130"/>
                  </a:lnTo>
                  <a:lnTo>
                    <a:pt x="589514" y="1247119"/>
                  </a:lnTo>
                  <a:lnTo>
                    <a:pt x="589518" y="1247107"/>
                  </a:lnTo>
                  <a:lnTo>
                    <a:pt x="589519" y="1247101"/>
                  </a:lnTo>
                  <a:lnTo>
                    <a:pt x="589518" y="1247091"/>
                  </a:lnTo>
                  <a:lnTo>
                    <a:pt x="589515" y="1247084"/>
                  </a:lnTo>
                  <a:lnTo>
                    <a:pt x="589510" y="1247074"/>
                  </a:lnTo>
                  <a:lnTo>
                    <a:pt x="589503" y="1247065"/>
                  </a:lnTo>
                  <a:lnTo>
                    <a:pt x="589494" y="1247054"/>
                  </a:lnTo>
                  <a:lnTo>
                    <a:pt x="589491" y="1247050"/>
                  </a:lnTo>
                  <a:lnTo>
                    <a:pt x="589489" y="1247044"/>
                  </a:lnTo>
                  <a:lnTo>
                    <a:pt x="589488" y="1247031"/>
                  </a:lnTo>
                  <a:lnTo>
                    <a:pt x="589489" y="1247017"/>
                  </a:lnTo>
                  <a:lnTo>
                    <a:pt x="589489" y="1246998"/>
                  </a:lnTo>
                  <a:lnTo>
                    <a:pt x="589489" y="1246975"/>
                  </a:lnTo>
                  <a:lnTo>
                    <a:pt x="589489" y="1246942"/>
                  </a:lnTo>
                  <a:lnTo>
                    <a:pt x="589491" y="1246920"/>
                  </a:lnTo>
                  <a:lnTo>
                    <a:pt x="589493" y="1246899"/>
                  </a:lnTo>
                  <a:lnTo>
                    <a:pt x="589494" y="1246891"/>
                  </a:lnTo>
                  <a:lnTo>
                    <a:pt x="589495" y="1246877"/>
                  </a:lnTo>
                  <a:lnTo>
                    <a:pt x="589495" y="1246870"/>
                  </a:lnTo>
                  <a:lnTo>
                    <a:pt x="589495" y="1246864"/>
                  </a:lnTo>
                  <a:lnTo>
                    <a:pt x="589494" y="1246858"/>
                  </a:lnTo>
                  <a:lnTo>
                    <a:pt x="589490" y="1246855"/>
                  </a:lnTo>
                  <a:lnTo>
                    <a:pt x="589483" y="1246852"/>
                  </a:lnTo>
                  <a:lnTo>
                    <a:pt x="589476" y="1246851"/>
                  </a:lnTo>
                  <a:lnTo>
                    <a:pt x="589468" y="1246848"/>
                  </a:lnTo>
                  <a:lnTo>
                    <a:pt x="589461" y="1246846"/>
                  </a:lnTo>
                  <a:lnTo>
                    <a:pt x="589455" y="1246846"/>
                  </a:lnTo>
                  <a:lnTo>
                    <a:pt x="589446" y="1246847"/>
                  </a:lnTo>
                  <a:lnTo>
                    <a:pt x="589436" y="1246849"/>
                  </a:lnTo>
                  <a:lnTo>
                    <a:pt x="589426" y="1246851"/>
                  </a:lnTo>
                  <a:lnTo>
                    <a:pt x="589408" y="1246857"/>
                  </a:lnTo>
                  <a:lnTo>
                    <a:pt x="589394" y="1246864"/>
                  </a:lnTo>
                  <a:lnTo>
                    <a:pt x="589377" y="1246871"/>
                  </a:lnTo>
                  <a:lnTo>
                    <a:pt x="589369" y="1246873"/>
                  </a:lnTo>
                  <a:lnTo>
                    <a:pt x="589363" y="1246874"/>
                  </a:lnTo>
                  <a:lnTo>
                    <a:pt x="589354" y="1246872"/>
                  </a:lnTo>
                  <a:lnTo>
                    <a:pt x="589345" y="1246869"/>
                  </a:lnTo>
                  <a:lnTo>
                    <a:pt x="589340" y="1246866"/>
                  </a:lnTo>
                  <a:lnTo>
                    <a:pt x="589329" y="1246859"/>
                  </a:lnTo>
                  <a:lnTo>
                    <a:pt x="589321" y="1246856"/>
                  </a:lnTo>
                  <a:lnTo>
                    <a:pt x="589308" y="1246853"/>
                  </a:lnTo>
                  <a:lnTo>
                    <a:pt x="589299" y="1246850"/>
                  </a:lnTo>
                  <a:lnTo>
                    <a:pt x="589291" y="1246848"/>
                  </a:lnTo>
                  <a:lnTo>
                    <a:pt x="589282" y="1246846"/>
                  </a:lnTo>
                  <a:lnTo>
                    <a:pt x="589271" y="1246845"/>
                  </a:lnTo>
                  <a:lnTo>
                    <a:pt x="589259" y="1246844"/>
                  </a:lnTo>
                  <a:lnTo>
                    <a:pt x="589235" y="1246841"/>
                  </a:lnTo>
                  <a:lnTo>
                    <a:pt x="589223" y="1246839"/>
                  </a:lnTo>
                  <a:lnTo>
                    <a:pt x="589216" y="1246837"/>
                  </a:lnTo>
                  <a:lnTo>
                    <a:pt x="589203" y="1246835"/>
                  </a:lnTo>
                  <a:lnTo>
                    <a:pt x="589188" y="1246832"/>
                  </a:lnTo>
                  <a:lnTo>
                    <a:pt x="589180" y="1246831"/>
                  </a:lnTo>
                  <a:lnTo>
                    <a:pt x="589171" y="1246830"/>
                  </a:lnTo>
                  <a:lnTo>
                    <a:pt x="589153" y="1246828"/>
                  </a:lnTo>
                  <a:lnTo>
                    <a:pt x="589135" y="1246825"/>
                  </a:lnTo>
                  <a:lnTo>
                    <a:pt x="589124" y="1246822"/>
                  </a:lnTo>
                  <a:lnTo>
                    <a:pt x="589116" y="1246820"/>
                  </a:lnTo>
                  <a:lnTo>
                    <a:pt x="589109" y="1246820"/>
                  </a:lnTo>
                  <a:lnTo>
                    <a:pt x="589103" y="1246822"/>
                  </a:lnTo>
                  <a:lnTo>
                    <a:pt x="589097" y="1246824"/>
                  </a:lnTo>
                  <a:lnTo>
                    <a:pt x="589086" y="1246829"/>
                  </a:lnTo>
                  <a:lnTo>
                    <a:pt x="589078" y="1246834"/>
                  </a:lnTo>
                  <a:lnTo>
                    <a:pt x="589066" y="1246841"/>
                  </a:lnTo>
                  <a:lnTo>
                    <a:pt x="589049" y="1246845"/>
                  </a:lnTo>
                  <a:lnTo>
                    <a:pt x="589036" y="1246844"/>
                  </a:lnTo>
                  <a:lnTo>
                    <a:pt x="589021" y="1246841"/>
                  </a:lnTo>
                  <a:lnTo>
                    <a:pt x="589016" y="1246839"/>
                  </a:lnTo>
                  <a:lnTo>
                    <a:pt x="589008" y="1246836"/>
                  </a:lnTo>
                  <a:lnTo>
                    <a:pt x="589002" y="1246833"/>
                  </a:lnTo>
                  <a:lnTo>
                    <a:pt x="588997" y="1246830"/>
                  </a:lnTo>
                  <a:lnTo>
                    <a:pt x="588988" y="1246826"/>
                  </a:lnTo>
                  <a:lnTo>
                    <a:pt x="588970" y="1246814"/>
                  </a:lnTo>
                  <a:lnTo>
                    <a:pt x="588958" y="1246807"/>
                  </a:lnTo>
                  <a:lnTo>
                    <a:pt x="588955" y="1246803"/>
                  </a:lnTo>
                  <a:lnTo>
                    <a:pt x="588948" y="1246798"/>
                  </a:lnTo>
                  <a:lnTo>
                    <a:pt x="588942" y="1246795"/>
                  </a:lnTo>
                  <a:lnTo>
                    <a:pt x="588938" y="1246790"/>
                  </a:lnTo>
                  <a:lnTo>
                    <a:pt x="588933" y="1246785"/>
                  </a:lnTo>
                  <a:lnTo>
                    <a:pt x="588924" y="1246782"/>
                  </a:lnTo>
                  <a:lnTo>
                    <a:pt x="588918" y="1246778"/>
                  </a:lnTo>
                  <a:lnTo>
                    <a:pt x="588912" y="1246773"/>
                  </a:lnTo>
                  <a:lnTo>
                    <a:pt x="588905" y="1246767"/>
                  </a:lnTo>
                  <a:lnTo>
                    <a:pt x="588894" y="1246760"/>
                  </a:lnTo>
                  <a:lnTo>
                    <a:pt x="588890" y="1246759"/>
                  </a:lnTo>
                  <a:lnTo>
                    <a:pt x="588883" y="1246755"/>
                  </a:lnTo>
                  <a:lnTo>
                    <a:pt x="588878" y="1246753"/>
                  </a:lnTo>
                  <a:lnTo>
                    <a:pt x="588873" y="1246751"/>
                  </a:lnTo>
                  <a:lnTo>
                    <a:pt x="588864" y="1246750"/>
                  </a:lnTo>
                  <a:lnTo>
                    <a:pt x="588852" y="1246747"/>
                  </a:lnTo>
                  <a:lnTo>
                    <a:pt x="588844" y="1246747"/>
                  </a:lnTo>
                  <a:lnTo>
                    <a:pt x="588838" y="1246747"/>
                  </a:lnTo>
                  <a:lnTo>
                    <a:pt x="588833" y="1246747"/>
                  </a:lnTo>
                  <a:lnTo>
                    <a:pt x="588826" y="1246746"/>
                  </a:lnTo>
                  <a:lnTo>
                    <a:pt x="588818" y="1246744"/>
                  </a:lnTo>
                  <a:lnTo>
                    <a:pt x="588809" y="1246741"/>
                  </a:lnTo>
                  <a:lnTo>
                    <a:pt x="588798" y="1246733"/>
                  </a:lnTo>
                  <a:lnTo>
                    <a:pt x="588789" y="1246730"/>
                  </a:lnTo>
                  <a:lnTo>
                    <a:pt x="588783" y="1246730"/>
                  </a:lnTo>
                  <a:lnTo>
                    <a:pt x="588778" y="1246731"/>
                  </a:lnTo>
                  <a:lnTo>
                    <a:pt x="588774" y="1246736"/>
                  </a:lnTo>
                  <a:lnTo>
                    <a:pt x="588770" y="1246740"/>
                  </a:lnTo>
                  <a:lnTo>
                    <a:pt x="588764" y="1246744"/>
                  </a:lnTo>
                  <a:lnTo>
                    <a:pt x="588760" y="1246751"/>
                  </a:lnTo>
                  <a:lnTo>
                    <a:pt x="588756" y="1246757"/>
                  </a:lnTo>
                  <a:lnTo>
                    <a:pt x="588751" y="1246764"/>
                  </a:lnTo>
                  <a:lnTo>
                    <a:pt x="588747" y="1246767"/>
                  </a:lnTo>
                  <a:lnTo>
                    <a:pt x="588735" y="1246772"/>
                  </a:lnTo>
                  <a:lnTo>
                    <a:pt x="588723" y="1246776"/>
                  </a:lnTo>
                  <a:lnTo>
                    <a:pt x="588709" y="1246781"/>
                  </a:lnTo>
                  <a:lnTo>
                    <a:pt x="588703" y="1246784"/>
                  </a:lnTo>
                  <a:lnTo>
                    <a:pt x="588698" y="1246787"/>
                  </a:lnTo>
                  <a:lnTo>
                    <a:pt x="588692" y="1246791"/>
                  </a:lnTo>
                  <a:lnTo>
                    <a:pt x="588685" y="1246794"/>
                  </a:lnTo>
                  <a:lnTo>
                    <a:pt x="588679" y="1246796"/>
                  </a:lnTo>
                  <a:lnTo>
                    <a:pt x="588668" y="1246796"/>
                  </a:lnTo>
                  <a:lnTo>
                    <a:pt x="588657" y="1246790"/>
                  </a:lnTo>
                  <a:lnTo>
                    <a:pt x="588652" y="1246789"/>
                  </a:lnTo>
                  <a:lnTo>
                    <a:pt x="588647" y="1246787"/>
                  </a:lnTo>
                  <a:lnTo>
                    <a:pt x="588635" y="1246785"/>
                  </a:lnTo>
                  <a:lnTo>
                    <a:pt x="588628" y="1246784"/>
                  </a:lnTo>
                  <a:lnTo>
                    <a:pt x="588620" y="1246783"/>
                  </a:lnTo>
                  <a:lnTo>
                    <a:pt x="588612" y="1246781"/>
                  </a:lnTo>
                  <a:lnTo>
                    <a:pt x="588604" y="1246777"/>
                  </a:lnTo>
                  <a:lnTo>
                    <a:pt x="588591" y="1246768"/>
                  </a:lnTo>
                  <a:lnTo>
                    <a:pt x="588583" y="1246762"/>
                  </a:lnTo>
                  <a:lnTo>
                    <a:pt x="588577" y="1246756"/>
                  </a:lnTo>
                  <a:lnTo>
                    <a:pt x="588572" y="1246753"/>
                  </a:lnTo>
                  <a:lnTo>
                    <a:pt x="588566" y="1246750"/>
                  </a:lnTo>
                  <a:lnTo>
                    <a:pt x="588559" y="1246748"/>
                  </a:lnTo>
                  <a:lnTo>
                    <a:pt x="588554" y="1246746"/>
                  </a:lnTo>
                  <a:lnTo>
                    <a:pt x="588546" y="1246743"/>
                  </a:lnTo>
                  <a:lnTo>
                    <a:pt x="588540" y="1246740"/>
                  </a:lnTo>
                  <a:lnTo>
                    <a:pt x="588532" y="1246736"/>
                  </a:lnTo>
                  <a:lnTo>
                    <a:pt x="588520" y="1246730"/>
                  </a:lnTo>
                  <a:lnTo>
                    <a:pt x="588502" y="1246725"/>
                  </a:lnTo>
                  <a:lnTo>
                    <a:pt x="588486" y="1246720"/>
                  </a:lnTo>
                  <a:lnTo>
                    <a:pt x="588480" y="1246720"/>
                  </a:lnTo>
                  <a:lnTo>
                    <a:pt x="588454" y="1246721"/>
                  </a:lnTo>
                  <a:lnTo>
                    <a:pt x="588438" y="1246722"/>
                  </a:lnTo>
                  <a:lnTo>
                    <a:pt x="588426" y="1246721"/>
                  </a:lnTo>
                  <a:lnTo>
                    <a:pt x="588407" y="1246718"/>
                  </a:lnTo>
                  <a:lnTo>
                    <a:pt x="588387" y="1246713"/>
                  </a:lnTo>
                  <a:lnTo>
                    <a:pt x="588367" y="1246706"/>
                  </a:lnTo>
                  <a:lnTo>
                    <a:pt x="588355" y="1246702"/>
                  </a:lnTo>
                  <a:lnTo>
                    <a:pt x="588343" y="1246698"/>
                  </a:lnTo>
                  <a:lnTo>
                    <a:pt x="588324" y="1246690"/>
                  </a:lnTo>
                  <a:lnTo>
                    <a:pt x="588304" y="1246681"/>
                  </a:lnTo>
                  <a:lnTo>
                    <a:pt x="588290" y="1246674"/>
                  </a:lnTo>
                  <a:lnTo>
                    <a:pt x="588267" y="1246662"/>
                  </a:lnTo>
                  <a:lnTo>
                    <a:pt x="588256" y="1246658"/>
                  </a:lnTo>
                  <a:lnTo>
                    <a:pt x="588243" y="1246652"/>
                  </a:lnTo>
                  <a:lnTo>
                    <a:pt x="588227" y="1246643"/>
                  </a:lnTo>
                  <a:lnTo>
                    <a:pt x="588205" y="1246631"/>
                  </a:lnTo>
                  <a:lnTo>
                    <a:pt x="588198" y="1246627"/>
                  </a:lnTo>
                  <a:lnTo>
                    <a:pt x="588192" y="1246624"/>
                  </a:lnTo>
                  <a:lnTo>
                    <a:pt x="588181" y="1246621"/>
                  </a:lnTo>
                  <a:lnTo>
                    <a:pt x="588169" y="1246619"/>
                  </a:lnTo>
                  <a:lnTo>
                    <a:pt x="588163" y="1246619"/>
                  </a:lnTo>
                  <a:lnTo>
                    <a:pt x="588145" y="1246617"/>
                  </a:lnTo>
                  <a:lnTo>
                    <a:pt x="588125" y="1246618"/>
                  </a:lnTo>
                  <a:lnTo>
                    <a:pt x="588114" y="1246618"/>
                  </a:lnTo>
                  <a:lnTo>
                    <a:pt x="588107" y="1246619"/>
                  </a:lnTo>
                  <a:lnTo>
                    <a:pt x="588098" y="1246619"/>
                  </a:lnTo>
                  <a:lnTo>
                    <a:pt x="588085" y="1246616"/>
                  </a:lnTo>
                  <a:lnTo>
                    <a:pt x="588077" y="1246612"/>
                  </a:lnTo>
                  <a:lnTo>
                    <a:pt x="588044" y="1246599"/>
                  </a:lnTo>
                  <a:lnTo>
                    <a:pt x="588008" y="1246582"/>
                  </a:lnTo>
                  <a:lnTo>
                    <a:pt x="587984" y="1246574"/>
                  </a:lnTo>
                  <a:lnTo>
                    <a:pt x="587974" y="1246568"/>
                  </a:lnTo>
                  <a:lnTo>
                    <a:pt x="587961" y="1246559"/>
                  </a:lnTo>
                  <a:lnTo>
                    <a:pt x="587940" y="1246542"/>
                  </a:lnTo>
                  <a:lnTo>
                    <a:pt x="587930" y="1246535"/>
                  </a:lnTo>
                  <a:lnTo>
                    <a:pt x="587922" y="1246530"/>
                  </a:lnTo>
                  <a:lnTo>
                    <a:pt x="587913" y="1246523"/>
                  </a:lnTo>
                  <a:lnTo>
                    <a:pt x="587906" y="1246518"/>
                  </a:lnTo>
                  <a:lnTo>
                    <a:pt x="587902" y="1246515"/>
                  </a:lnTo>
                  <a:lnTo>
                    <a:pt x="587898" y="1246513"/>
                  </a:lnTo>
                  <a:lnTo>
                    <a:pt x="587881" y="1246509"/>
                  </a:lnTo>
                  <a:lnTo>
                    <a:pt x="587876" y="1246508"/>
                  </a:lnTo>
                  <a:lnTo>
                    <a:pt x="587870" y="1246507"/>
                  </a:lnTo>
                  <a:lnTo>
                    <a:pt x="587863" y="1246506"/>
                  </a:lnTo>
                  <a:lnTo>
                    <a:pt x="587857" y="1246506"/>
                  </a:lnTo>
                  <a:lnTo>
                    <a:pt x="587852" y="1246508"/>
                  </a:lnTo>
                  <a:lnTo>
                    <a:pt x="587846" y="1246510"/>
                  </a:lnTo>
                  <a:lnTo>
                    <a:pt x="587838" y="1246514"/>
                  </a:lnTo>
                  <a:lnTo>
                    <a:pt x="587833" y="1246516"/>
                  </a:lnTo>
                  <a:lnTo>
                    <a:pt x="587824" y="1246524"/>
                  </a:lnTo>
                  <a:lnTo>
                    <a:pt x="587813" y="1246535"/>
                  </a:lnTo>
                  <a:lnTo>
                    <a:pt x="587808" y="1246539"/>
                  </a:lnTo>
                  <a:lnTo>
                    <a:pt x="587804" y="1246542"/>
                  </a:lnTo>
                  <a:lnTo>
                    <a:pt x="587799" y="1246544"/>
                  </a:lnTo>
                  <a:lnTo>
                    <a:pt x="587793" y="1246546"/>
                  </a:lnTo>
                  <a:lnTo>
                    <a:pt x="587783" y="1246547"/>
                  </a:lnTo>
                  <a:lnTo>
                    <a:pt x="587779" y="1246547"/>
                  </a:lnTo>
                  <a:lnTo>
                    <a:pt x="587769" y="1246546"/>
                  </a:lnTo>
                  <a:lnTo>
                    <a:pt x="587760" y="1246545"/>
                  </a:lnTo>
                  <a:lnTo>
                    <a:pt x="587754" y="1246543"/>
                  </a:lnTo>
                  <a:lnTo>
                    <a:pt x="587750" y="1246540"/>
                  </a:lnTo>
                  <a:lnTo>
                    <a:pt x="587742" y="1246533"/>
                  </a:lnTo>
                  <a:lnTo>
                    <a:pt x="587738" y="1246530"/>
                  </a:lnTo>
                  <a:lnTo>
                    <a:pt x="587733" y="1246526"/>
                  </a:lnTo>
                  <a:lnTo>
                    <a:pt x="587720" y="1246518"/>
                  </a:lnTo>
                  <a:lnTo>
                    <a:pt x="587701" y="1246508"/>
                  </a:lnTo>
                  <a:lnTo>
                    <a:pt x="587681" y="1246497"/>
                  </a:lnTo>
                  <a:lnTo>
                    <a:pt x="587665" y="1246491"/>
                  </a:lnTo>
                  <a:lnTo>
                    <a:pt x="587657" y="1246489"/>
                  </a:lnTo>
                  <a:lnTo>
                    <a:pt x="587649" y="1246489"/>
                  </a:lnTo>
                  <a:lnTo>
                    <a:pt x="587645" y="1246489"/>
                  </a:lnTo>
                  <a:lnTo>
                    <a:pt x="587638" y="1246490"/>
                  </a:lnTo>
                  <a:lnTo>
                    <a:pt x="587632" y="1246491"/>
                  </a:lnTo>
                  <a:lnTo>
                    <a:pt x="587621" y="1246494"/>
                  </a:lnTo>
                  <a:lnTo>
                    <a:pt x="587608" y="1246498"/>
                  </a:lnTo>
                  <a:lnTo>
                    <a:pt x="587594" y="1246502"/>
                  </a:lnTo>
                  <a:lnTo>
                    <a:pt x="587589" y="1246504"/>
                  </a:lnTo>
                  <a:lnTo>
                    <a:pt x="587583" y="1246506"/>
                  </a:lnTo>
                  <a:lnTo>
                    <a:pt x="587576" y="1246509"/>
                  </a:lnTo>
                  <a:lnTo>
                    <a:pt x="587565" y="1246513"/>
                  </a:lnTo>
                  <a:lnTo>
                    <a:pt x="587559" y="1246515"/>
                  </a:lnTo>
                  <a:lnTo>
                    <a:pt x="587541" y="1246522"/>
                  </a:lnTo>
                  <a:lnTo>
                    <a:pt x="587535" y="1246525"/>
                  </a:lnTo>
                  <a:lnTo>
                    <a:pt x="587529" y="1246528"/>
                  </a:lnTo>
                  <a:lnTo>
                    <a:pt x="587525" y="1246533"/>
                  </a:lnTo>
                  <a:lnTo>
                    <a:pt x="587521" y="1246538"/>
                  </a:lnTo>
                  <a:lnTo>
                    <a:pt x="587515" y="1246546"/>
                  </a:lnTo>
                  <a:lnTo>
                    <a:pt x="587505" y="1246556"/>
                  </a:lnTo>
                  <a:lnTo>
                    <a:pt x="587501" y="1246560"/>
                  </a:lnTo>
                  <a:lnTo>
                    <a:pt x="587493" y="1246566"/>
                  </a:lnTo>
                  <a:lnTo>
                    <a:pt x="587486" y="1246574"/>
                  </a:lnTo>
                  <a:lnTo>
                    <a:pt x="587482" y="1246582"/>
                  </a:lnTo>
                  <a:lnTo>
                    <a:pt x="587479" y="1246590"/>
                  </a:lnTo>
                  <a:lnTo>
                    <a:pt x="587477" y="1246597"/>
                  </a:lnTo>
                  <a:lnTo>
                    <a:pt x="587476" y="1246606"/>
                  </a:lnTo>
                  <a:lnTo>
                    <a:pt x="587473" y="1246615"/>
                  </a:lnTo>
                  <a:lnTo>
                    <a:pt x="587470" y="1246632"/>
                  </a:lnTo>
                  <a:lnTo>
                    <a:pt x="587466" y="1246639"/>
                  </a:lnTo>
                  <a:lnTo>
                    <a:pt x="587461" y="1246647"/>
                  </a:lnTo>
                  <a:lnTo>
                    <a:pt x="587453" y="1246652"/>
                  </a:lnTo>
                  <a:lnTo>
                    <a:pt x="587447" y="1246654"/>
                  </a:lnTo>
                  <a:lnTo>
                    <a:pt x="587440" y="1246655"/>
                  </a:lnTo>
                  <a:lnTo>
                    <a:pt x="587435" y="1246657"/>
                  </a:lnTo>
                  <a:lnTo>
                    <a:pt x="587431" y="1246660"/>
                  </a:lnTo>
                  <a:lnTo>
                    <a:pt x="587419" y="1246672"/>
                  </a:lnTo>
                  <a:lnTo>
                    <a:pt x="587414" y="1246676"/>
                  </a:lnTo>
                  <a:lnTo>
                    <a:pt x="587407" y="1246685"/>
                  </a:lnTo>
                  <a:lnTo>
                    <a:pt x="587400" y="1246694"/>
                  </a:lnTo>
                  <a:lnTo>
                    <a:pt x="587392" y="1246705"/>
                  </a:lnTo>
                  <a:lnTo>
                    <a:pt x="587387" y="1246711"/>
                  </a:lnTo>
                  <a:lnTo>
                    <a:pt x="587382" y="1246719"/>
                  </a:lnTo>
                  <a:lnTo>
                    <a:pt x="587377" y="1246726"/>
                  </a:lnTo>
                  <a:lnTo>
                    <a:pt x="587372" y="1246737"/>
                  </a:lnTo>
                  <a:lnTo>
                    <a:pt x="587368" y="1246744"/>
                  </a:lnTo>
                  <a:lnTo>
                    <a:pt x="587364" y="1246749"/>
                  </a:lnTo>
                  <a:lnTo>
                    <a:pt x="587357" y="1246754"/>
                  </a:lnTo>
                  <a:lnTo>
                    <a:pt x="587350" y="1246759"/>
                  </a:lnTo>
                  <a:lnTo>
                    <a:pt x="587342" y="1246765"/>
                  </a:lnTo>
                  <a:lnTo>
                    <a:pt x="587330" y="1246774"/>
                  </a:lnTo>
                  <a:lnTo>
                    <a:pt x="587308" y="1246790"/>
                  </a:lnTo>
                  <a:lnTo>
                    <a:pt x="587301" y="1246795"/>
                  </a:lnTo>
                  <a:lnTo>
                    <a:pt x="587292" y="1246799"/>
                  </a:lnTo>
                  <a:lnTo>
                    <a:pt x="587287" y="1246799"/>
                  </a:lnTo>
                  <a:lnTo>
                    <a:pt x="587281" y="1246799"/>
                  </a:lnTo>
                  <a:lnTo>
                    <a:pt x="587273" y="1246801"/>
                  </a:lnTo>
                  <a:lnTo>
                    <a:pt x="587268" y="1246802"/>
                  </a:lnTo>
                  <a:lnTo>
                    <a:pt x="587256" y="1246807"/>
                  </a:lnTo>
                  <a:lnTo>
                    <a:pt x="587246" y="1246815"/>
                  </a:lnTo>
                  <a:lnTo>
                    <a:pt x="587238" y="1246823"/>
                  </a:lnTo>
                  <a:lnTo>
                    <a:pt x="587230" y="1246833"/>
                  </a:lnTo>
                  <a:lnTo>
                    <a:pt x="587215" y="1246846"/>
                  </a:lnTo>
                  <a:lnTo>
                    <a:pt x="587207" y="1246853"/>
                  </a:lnTo>
                  <a:lnTo>
                    <a:pt x="587202" y="1246858"/>
                  </a:lnTo>
                  <a:lnTo>
                    <a:pt x="587197" y="1246861"/>
                  </a:lnTo>
                  <a:lnTo>
                    <a:pt x="587189" y="1246866"/>
                  </a:lnTo>
                  <a:lnTo>
                    <a:pt x="587180" y="1246870"/>
                  </a:lnTo>
                  <a:lnTo>
                    <a:pt x="587174" y="1246870"/>
                  </a:lnTo>
                  <a:lnTo>
                    <a:pt x="587163" y="1246870"/>
                  </a:lnTo>
                  <a:lnTo>
                    <a:pt x="587159" y="1246869"/>
                  </a:lnTo>
                  <a:lnTo>
                    <a:pt x="587153" y="1246865"/>
                  </a:lnTo>
                  <a:lnTo>
                    <a:pt x="587146" y="1246861"/>
                  </a:lnTo>
                  <a:lnTo>
                    <a:pt x="587141" y="1246859"/>
                  </a:lnTo>
                  <a:lnTo>
                    <a:pt x="587130" y="1246854"/>
                  </a:lnTo>
                  <a:lnTo>
                    <a:pt x="587118" y="1246849"/>
                  </a:lnTo>
                  <a:lnTo>
                    <a:pt x="587113" y="1246848"/>
                  </a:lnTo>
                  <a:lnTo>
                    <a:pt x="587108" y="1246847"/>
                  </a:lnTo>
                  <a:lnTo>
                    <a:pt x="587103" y="1246848"/>
                  </a:lnTo>
                  <a:lnTo>
                    <a:pt x="587093" y="1246851"/>
                  </a:lnTo>
                  <a:lnTo>
                    <a:pt x="587088" y="1246851"/>
                  </a:lnTo>
                  <a:lnTo>
                    <a:pt x="587079" y="1246850"/>
                  </a:lnTo>
                  <a:lnTo>
                    <a:pt x="587065" y="1246848"/>
                  </a:lnTo>
                  <a:lnTo>
                    <a:pt x="587046" y="1246844"/>
                  </a:lnTo>
                  <a:lnTo>
                    <a:pt x="587040" y="1246845"/>
                  </a:lnTo>
                  <a:lnTo>
                    <a:pt x="587034" y="1246847"/>
                  </a:lnTo>
                  <a:lnTo>
                    <a:pt x="587007" y="1246862"/>
                  </a:lnTo>
                  <a:lnTo>
                    <a:pt x="586986" y="1246874"/>
                  </a:lnTo>
                  <a:lnTo>
                    <a:pt x="586971" y="1246881"/>
                  </a:lnTo>
                  <a:lnTo>
                    <a:pt x="586964" y="1246885"/>
                  </a:lnTo>
                  <a:lnTo>
                    <a:pt x="586955" y="1246888"/>
                  </a:lnTo>
                  <a:lnTo>
                    <a:pt x="586932" y="1246894"/>
                  </a:lnTo>
                  <a:lnTo>
                    <a:pt x="586921" y="1246896"/>
                  </a:lnTo>
                  <a:lnTo>
                    <a:pt x="586915" y="1246897"/>
                  </a:lnTo>
                  <a:lnTo>
                    <a:pt x="586908" y="1246900"/>
                  </a:lnTo>
                  <a:lnTo>
                    <a:pt x="586886" y="1246911"/>
                  </a:lnTo>
                  <a:lnTo>
                    <a:pt x="586858" y="1246925"/>
                  </a:lnTo>
                  <a:lnTo>
                    <a:pt x="586821" y="1246948"/>
                  </a:lnTo>
                  <a:lnTo>
                    <a:pt x="586803" y="1246959"/>
                  </a:lnTo>
                  <a:lnTo>
                    <a:pt x="586797" y="1246963"/>
                  </a:lnTo>
                  <a:lnTo>
                    <a:pt x="586783" y="1246967"/>
                  </a:lnTo>
                  <a:lnTo>
                    <a:pt x="586761" y="1246975"/>
                  </a:lnTo>
                  <a:lnTo>
                    <a:pt x="586749" y="1246981"/>
                  </a:lnTo>
                  <a:lnTo>
                    <a:pt x="586729" y="1246994"/>
                  </a:lnTo>
                  <a:lnTo>
                    <a:pt x="586711" y="1247008"/>
                  </a:lnTo>
                  <a:lnTo>
                    <a:pt x="586706" y="1247012"/>
                  </a:lnTo>
                  <a:lnTo>
                    <a:pt x="586699" y="1247020"/>
                  </a:lnTo>
                  <a:lnTo>
                    <a:pt x="586693" y="1247029"/>
                  </a:lnTo>
                  <a:lnTo>
                    <a:pt x="586678" y="1247064"/>
                  </a:lnTo>
                  <a:lnTo>
                    <a:pt x="586664" y="1247100"/>
                  </a:lnTo>
                  <a:lnTo>
                    <a:pt x="586657" y="1247118"/>
                  </a:lnTo>
                  <a:lnTo>
                    <a:pt x="586654" y="1247125"/>
                  </a:lnTo>
                  <a:lnTo>
                    <a:pt x="586651" y="1247135"/>
                  </a:lnTo>
                  <a:lnTo>
                    <a:pt x="586650" y="1247144"/>
                  </a:lnTo>
                  <a:lnTo>
                    <a:pt x="586649" y="1247158"/>
                  </a:lnTo>
                  <a:lnTo>
                    <a:pt x="586648" y="1247174"/>
                  </a:lnTo>
                  <a:lnTo>
                    <a:pt x="586648" y="1247180"/>
                  </a:lnTo>
                  <a:lnTo>
                    <a:pt x="586647" y="1247190"/>
                  </a:lnTo>
                  <a:lnTo>
                    <a:pt x="586644" y="1247199"/>
                  </a:lnTo>
                  <a:lnTo>
                    <a:pt x="586636" y="1247217"/>
                  </a:lnTo>
                  <a:lnTo>
                    <a:pt x="586629" y="1247232"/>
                  </a:lnTo>
                  <a:lnTo>
                    <a:pt x="586615" y="1247258"/>
                  </a:lnTo>
                  <a:lnTo>
                    <a:pt x="586606" y="1247276"/>
                  </a:lnTo>
                  <a:lnTo>
                    <a:pt x="586604" y="1247282"/>
                  </a:lnTo>
                  <a:lnTo>
                    <a:pt x="586602" y="1247288"/>
                  </a:lnTo>
                  <a:lnTo>
                    <a:pt x="586600" y="1247327"/>
                  </a:lnTo>
                  <a:lnTo>
                    <a:pt x="586599" y="1247336"/>
                  </a:lnTo>
                  <a:lnTo>
                    <a:pt x="586596" y="1247344"/>
                  </a:lnTo>
                  <a:lnTo>
                    <a:pt x="586590" y="1247352"/>
                  </a:lnTo>
                  <a:lnTo>
                    <a:pt x="586575" y="1247368"/>
                  </a:lnTo>
                  <a:lnTo>
                    <a:pt x="586566" y="1247376"/>
                  </a:lnTo>
                  <a:lnTo>
                    <a:pt x="586557" y="1247381"/>
                  </a:lnTo>
                  <a:lnTo>
                    <a:pt x="586545" y="1247385"/>
                  </a:lnTo>
                  <a:lnTo>
                    <a:pt x="586535" y="1247388"/>
                  </a:lnTo>
                  <a:lnTo>
                    <a:pt x="586524" y="1247392"/>
                  </a:lnTo>
                  <a:lnTo>
                    <a:pt x="586515" y="1247398"/>
                  </a:lnTo>
                  <a:lnTo>
                    <a:pt x="586511" y="1247401"/>
                  </a:lnTo>
                  <a:lnTo>
                    <a:pt x="586504" y="1247410"/>
                  </a:lnTo>
                  <a:lnTo>
                    <a:pt x="586495" y="1247421"/>
                  </a:lnTo>
                  <a:lnTo>
                    <a:pt x="586484" y="1247435"/>
                  </a:lnTo>
                  <a:lnTo>
                    <a:pt x="586474" y="1247448"/>
                  </a:lnTo>
                  <a:lnTo>
                    <a:pt x="586456" y="1247468"/>
                  </a:lnTo>
                  <a:lnTo>
                    <a:pt x="586446" y="1247479"/>
                  </a:lnTo>
                  <a:lnTo>
                    <a:pt x="586437" y="1247486"/>
                  </a:lnTo>
                  <a:lnTo>
                    <a:pt x="586427" y="1247496"/>
                  </a:lnTo>
                  <a:lnTo>
                    <a:pt x="586415" y="1247509"/>
                  </a:lnTo>
                  <a:lnTo>
                    <a:pt x="586406" y="1247521"/>
                  </a:lnTo>
                  <a:lnTo>
                    <a:pt x="586391" y="1247537"/>
                  </a:lnTo>
                  <a:lnTo>
                    <a:pt x="586378" y="1247553"/>
                  </a:lnTo>
                  <a:lnTo>
                    <a:pt x="586368" y="1247567"/>
                  </a:lnTo>
                  <a:lnTo>
                    <a:pt x="586354" y="1247583"/>
                  </a:lnTo>
                  <a:lnTo>
                    <a:pt x="586332" y="1247607"/>
                  </a:lnTo>
                  <a:lnTo>
                    <a:pt x="586312" y="1247630"/>
                  </a:lnTo>
                  <a:lnTo>
                    <a:pt x="586299" y="1247645"/>
                  </a:lnTo>
                  <a:lnTo>
                    <a:pt x="586286" y="1247665"/>
                  </a:lnTo>
                  <a:lnTo>
                    <a:pt x="586277" y="1247678"/>
                  </a:lnTo>
                  <a:lnTo>
                    <a:pt x="586269" y="1247693"/>
                  </a:lnTo>
                  <a:lnTo>
                    <a:pt x="586264" y="1247706"/>
                  </a:lnTo>
                  <a:lnTo>
                    <a:pt x="586261" y="1247722"/>
                  </a:lnTo>
                  <a:lnTo>
                    <a:pt x="586257" y="1247750"/>
                  </a:lnTo>
                  <a:lnTo>
                    <a:pt x="586253" y="1247773"/>
                  </a:lnTo>
                  <a:lnTo>
                    <a:pt x="586245" y="1247814"/>
                  </a:lnTo>
                  <a:lnTo>
                    <a:pt x="586240" y="1247832"/>
                  </a:lnTo>
                  <a:lnTo>
                    <a:pt x="586231" y="1247856"/>
                  </a:lnTo>
                  <a:lnTo>
                    <a:pt x="586228" y="1247864"/>
                  </a:lnTo>
                  <a:lnTo>
                    <a:pt x="586225" y="1247871"/>
                  </a:lnTo>
                  <a:lnTo>
                    <a:pt x="586221" y="1247880"/>
                  </a:lnTo>
                  <a:lnTo>
                    <a:pt x="586217" y="1247885"/>
                  </a:lnTo>
                  <a:lnTo>
                    <a:pt x="586212" y="1247892"/>
                  </a:lnTo>
                  <a:lnTo>
                    <a:pt x="586207" y="1247898"/>
                  </a:lnTo>
                  <a:lnTo>
                    <a:pt x="586202" y="1247903"/>
                  </a:lnTo>
                  <a:lnTo>
                    <a:pt x="586198" y="1247907"/>
                  </a:lnTo>
                  <a:lnTo>
                    <a:pt x="586193" y="1247915"/>
                  </a:lnTo>
                  <a:lnTo>
                    <a:pt x="586189" y="1247923"/>
                  </a:lnTo>
                  <a:lnTo>
                    <a:pt x="586185" y="1247928"/>
                  </a:lnTo>
                  <a:lnTo>
                    <a:pt x="586181" y="1247935"/>
                  </a:lnTo>
                  <a:lnTo>
                    <a:pt x="586179" y="1247942"/>
                  </a:lnTo>
                  <a:lnTo>
                    <a:pt x="586176" y="1247950"/>
                  </a:lnTo>
                  <a:lnTo>
                    <a:pt x="586173" y="1247957"/>
                  </a:lnTo>
                  <a:lnTo>
                    <a:pt x="586169" y="1247965"/>
                  </a:lnTo>
                  <a:lnTo>
                    <a:pt x="586163" y="1247971"/>
                  </a:lnTo>
                  <a:lnTo>
                    <a:pt x="586158" y="1247976"/>
                  </a:lnTo>
                  <a:lnTo>
                    <a:pt x="586154" y="1247983"/>
                  </a:lnTo>
                  <a:lnTo>
                    <a:pt x="586151" y="1247990"/>
                  </a:lnTo>
                  <a:lnTo>
                    <a:pt x="586150" y="1247997"/>
                  </a:lnTo>
                  <a:lnTo>
                    <a:pt x="586150" y="1248002"/>
                  </a:lnTo>
                  <a:lnTo>
                    <a:pt x="586150" y="1248009"/>
                  </a:lnTo>
                  <a:lnTo>
                    <a:pt x="586147" y="1248013"/>
                  </a:lnTo>
                  <a:lnTo>
                    <a:pt x="586135" y="1248005"/>
                  </a:lnTo>
                  <a:lnTo>
                    <a:pt x="586126" y="1247995"/>
                  </a:lnTo>
                  <a:lnTo>
                    <a:pt x="586115" y="1247980"/>
                  </a:lnTo>
                  <a:lnTo>
                    <a:pt x="586109" y="1247972"/>
                  </a:lnTo>
                  <a:lnTo>
                    <a:pt x="586104" y="1247962"/>
                  </a:lnTo>
                  <a:lnTo>
                    <a:pt x="586100" y="1247955"/>
                  </a:lnTo>
                  <a:lnTo>
                    <a:pt x="586093" y="1247942"/>
                  </a:lnTo>
                  <a:lnTo>
                    <a:pt x="586084" y="1247921"/>
                  </a:lnTo>
                  <a:lnTo>
                    <a:pt x="586079" y="1247908"/>
                  </a:lnTo>
                  <a:lnTo>
                    <a:pt x="586075" y="1247895"/>
                  </a:lnTo>
                  <a:lnTo>
                    <a:pt x="586071" y="1247880"/>
                  </a:lnTo>
                  <a:lnTo>
                    <a:pt x="586070" y="1247872"/>
                  </a:lnTo>
                  <a:lnTo>
                    <a:pt x="586065" y="1247866"/>
                  </a:lnTo>
                  <a:lnTo>
                    <a:pt x="586058" y="1247864"/>
                  </a:lnTo>
                  <a:lnTo>
                    <a:pt x="586051" y="1247864"/>
                  </a:lnTo>
                  <a:lnTo>
                    <a:pt x="586017" y="1247871"/>
                  </a:lnTo>
                  <a:lnTo>
                    <a:pt x="585977" y="1247879"/>
                  </a:lnTo>
                  <a:lnTo>
                    <a:pt x="585969" y="1247880"/>
                  </a:lnTo>
                  <a:lnTo>
                    <a:pt x="585954" y="1247882"/>
                  </a:lnTo>
                  <a:lnTo>
                    <a:pt x="585947" y="1247882"/>
                  </a:lnTo>
                  <a:lnTo>
                    <a:pt x="585925" y="1247884"/>
                  </a:lnTo>
                  <a:lnTo>
                    <a:pt x="585915" y="1247885"/>
                  </a:lnTo>
                  <a:lnTo>
                    <a:pt x="585911" y="1247884"/>
                  </a:lnTo>
                  <a:lnTo>
                    <a:pt x="585907" y="1247882"/>
                  </a:lnTo>
                  <a:lnTo>
                    <a:pt x="585898" y="1247867"/>
                  </a:lnTo>
                  <a:lnTo>
                    <a:pt x="585892" y="1247859"/>
                  </a:lnTo>
                  <a:lnTo>
                    <a:pt x="585883" y="1247848"/>
                  </a:lnTo>
                  <a:lnTo>
                    <a:pt x="585874" y="1247841"/>
                  </a:lnTo>
                  <a:lnTo>
                    <a:pt x="585864" y="1247833"/>
                  </a:lnTo>
                  <a:lnTo>
                    <a:pt x="585856" y="1247829"/>
                  </a:lnTo>
                  <a:lnTo>
                    <a:pt x="585847" y="1247826"/>
                  </a:lnTo>
                  <a:lnTo>
                    <a:pt x="585831" y="1247825"/>
                  </a:lnTo>
                  <a:lnTo>
                    <a:pt x="585807" y="1247826"/>
                  </a:lnTo>
                  <a:lnTo>
                    <a:pt x="585783" y="1247826"/>
                  </a:lnTo>
                  <a:lnTo>
                    <a:pt x="585759" y="1247826"/>
                  </a:lnTo>
                  <a:lnTo>
                    <a:pt x="585754" y="1247826"/>
                  </a:lnTo>
                  <a:lnTo>
                    <a:pt x="585750" y="1247825"/>
                  </a:lnTo>
                  <a:lnTo>
                    <a:pt x="585745" y="1247825"/>
                  </a:lnTo>
                  <a:lnTo>
                    <a:pt x="585738" y="1247827"/>
                  </a:lnTo>
                  <a:lnTo>
                    <a:pt x="585729" y="1247831"/>
                  </a:lnTo>
                  <a:lnTo>
                    <a:pt x="585719" y="1247837"/>
                  </a:lnTo>
                  <a:lnTo>
                    <a:pt x="585705" y="1247844"/>
                  </a:lnTo>
                  <a:lnTo>
                    <a:pt x="585692" y="1247849"/>
                  </a:lnTo>
                  <a:lnTo>
                    <a:pt x="585684" y="1247852"/>
                  </a:lnTo>
                  <a:lnTo>
                    <a:pt x="585672" y="1247855"/>
                  </a:lnTo>
                  <a:lnTo>
                    <a:pt x="585655" y="1247858"/>
                  </a:lnTo>
                  <a:lnTo>
                    <a:pt x="585642" y="1247863"/>
                  </a:lnTo>
                  <a:lnTo>
                    <a:pt x="585632" y="1247867"/>
                  </a:lnTo>
                  <a:lnTo>
                    <a:pt x="585626" y="1247870"/>
                  </a:lnTo>
                  <a:lnTo>
                    <a:pt x="585610" y="1247872"/>
                  </a:lnTo>
                  <a:lnTo>
                    <a:pt x="585599" y="1247873"/>
                  </a:lnTo>
                  <a:lnTo>
                    <a:pt x="585572" y="1247878"/>
                  </a:lnTo>
                  <a:lnTo>
                    <a:pt x="585536" y="1247881"/>
                  </a:lnTo>
                  <a:lnTo>
                    <a:pt x="585516" y="1247881"/>
                  </a:lnTo>
                  <a:lnTo>
                    <a:pt x="585492" y="1247881"/>
                  </a:lnTo>
                  <a:lnTo>
                    <a:pt x="585487" y="1247881"/>
                  </a:lnTo>
                  <a:lnTo>
                    <a:pt x="585478" y="1247882"/>
                  </a:lnTo>
                  <a:lnTo>
                    <a:pt x="585473" y="1247883"/>
                  </a:lnTo>
                  <a:lnTo>
                    <a:pt x="585464" y="1247887"/>
                  </a:lnTo>
                  <a:lnTo>
                    <a:pt x="585445" y="1247896"/>
                  </a:lnTo>
                  <a:lnTo>
                    <a:pt x="585437" y="1247900"/>
                  </a:lnTo>
                  <a:lnTo>
                    <a:pt x="585428" y="1247903"/>
                  </a:lnTo>
                  <a:lnTo>
                    <a:pt x="585419" y="1247904"/>
                  </a:lnTo>
                  <a:lnTo>
                    <a:pt x="585402" y="1247905"/>
                  </a:lnTo>
                  <a:lnTo>
                    <a:pt x="585377" y="1247903"/>
                  </a:lnTo>
                  <a:lnTo>
                    <a:pt x="585366" y="1247902"/>
                  </a:lnTo>
                  <a:lnTo>
                    <a:pt x="585361" y="1247901"/>
                  </a:lnTo>
                  <a:lnTo>
                    <a:pt x="585355" y="1247901"/>
                  </a:lnTo>
                  <a:lnTo>
                    <a:pt x="585350" y="1247900"/>
                  </a:lnTo>
                  <a:lnTo>
                    <a:pt x="585339" y="1247900"/>
                  </a:lnTo>
                  <a:lnTo>
                    <a:pt x="585330" y="1247901"/>
                  </a:lnTo>
                  <a:lnTo>
                    <a:pt x="585321" y="1247905"/>
                  </a:lnTo>
                  <a:lnTo>
                    <a:pt x="585315" y="1247908"/>
                  </a:lnTo>
                  <a:lnTo>
                    <a:pt x="585299" y="1247915"/>
                  </a:lnTo>
                  <a:lnTo>
                    <a:pt x="585285" y="1247920"/>
                  </a:lnTo>
                  <a:lnTo>
                    <a:pt x="585275" y="1247922"/>
                  </a:lnTo>
                  <a:lnTo>
                    <a:pt x="585265" y="1247923"/>
                  </a:lnTo>
                  <a:lnTo>
                    <a:pt x="585256" y="1247922"/>
                  </a:lnTo>
                  <a:lnTo>
                    <a:pt x="585248" y="1247921"/>
                  </a:lnTo>
                  <a:lnTo>
                    <a:pt x="585242" y="1247917"/>
                  </a:lnTo>
                  <a:lnTo>
                    <a:pt x="585234" y="1247913"/>
                  </a:lnTo>
                  <a:lnTo>
                    <a:pt x="585227" y="1247907"/>
                  </a:lnTo>
                  <a:lnTo>
                    <a:pt x="585216" y="1247901"/>
                  </a:lnTo>
                  <a:lnTo>
                    <a:pt x="585204" y="1247895"/>
                  </a:lnTo>
                  <a:lnTo>
                    <a:pt x="585196" y="1247892"/>
                  </a:lnTo>
                  <a:lnTo>
                    <a:pt x="585191" y="1247890"/>
                  </a:lnTo>
                  <a:lnTo>
                    <a:pt x="585171" y="1247882"/>
                  </a:lnTo>
                  <a:lnTo>
                    <a:pt x="585163" y="1247878"/>
                  </a:lnTo>
                  <a:lnTo>
                    <a:pt x="585157" y="1247876"/>
                  </a:lnTo>
                  <a:lnTo>
                    <a:pt x="585152" y="1247876"/>
                  </a:lnTo>
                  <a:lnTo>
                    <a:pt x="585146" y="1247877"/>
                  </a:lnTo>
                  <a:lnTo>
                    <a:pt x="585130" y="1247881"/>
                  </a:lnTo>
                  <a:lnTo>
                    <a:pt x="585114" y="1247887"/>
                  </a:lnTo>
                  <a:lnTo>
                    <a:pt x="585099" y="1247890"/>
                  </a:lnTo>
                  <a:lnTo>
                    <a:pt x="585089" y="1247890"/>
                  </a:lnTo>
                  <a:lnTo>
                    <a:pt x="585082" y="1247892"/>
                  </a:lnTo>
                  <a:lnTo>
                    <a:pt x="585077" y="1247893"/>
                  </a:lnTo>
                  <a:lnTo>
                    <a:pt x="585072" y="1247893"/>
                  </a:lnTo>
                  <a:lnTo>
                    <a:pt x="585065" y="1247890"/>
                  </a:lnTo>
                  <a:lnTo>
                    <a:pt x="585058" y="1247887"/>
                  </a:lnTo>
                  <a:lnTo>
                    <a:pt x="585050" y="1247885"/>
                  </a:lnTo>
                  <a:lnTo>
                    <a:pt x="585043" y="1247883"/>
                  </a:lnTo>
                  <a:lnTo>
                    <a:pt x="585036" y="1247882"/>
                  </a:lnTo>
                  <a:lnTo>
                    <a:pt x="585028" y="1247884"/>
                  </a:lnTo>
                  <a:lnTo>
                    <a:pt x="585022" y="1247886"/>
                  </a:lnTo>
                  <a:lnTo>
                    <a:pt x="585017" y="1247890"/>
                  </a:lnTo>
                  <a:lnTo>
                    <a:pt x="585012" y="1247890"/>
                  </a:lnTo>
                  <a:lnTo>
                    <a:pt x="585006" y="1247889"/>
                  </a:lnTo>
                  <a:lnTo>
                    <a:pt x="585001" y="1247889"/>
                  </a:lnTo>
                  <a:lnTo>
                    <a:pt x="584992" y="1247890"/>
                  </a:lnTo>
                  <a:lnTo>
                    <a:pt x="584985" y="1247889"/>
                  </a:lnTo>
                  <a:lnTo>
                    <a:pt x="584978" y="1247888"/>
                  </a:lnTo>
                  <a:lnTo>
                    <a:pt x="584970" y="1247886"/>
                  </a:lnTo>
                  <a:lnTo>
                    <a:pt x="584962" y="1247887"/>
                  </a:lnTo>
                  <a:lnTo>
                    <a:pt x="584955" y="1247888"/>
                  </a:lnTo>
                  <a:lnTo>
                    <a:pt x="584951" y="1247890"/>
                  </a:lnTo>
                  <a:lnTo>
                    <a:pt x="584946" y="1247893"/>
                  </a:lnTo>
                  <a:lnTo>
                    <a:pt x="584940" y="1247898"/>
                  </a:lnTo>
                  <a:lnTo>
                    <a:pt x="584935" y="1247904"/>
                  </a:lnTo>
                  <a:lnTo>
                    <a:pt x="584932" y="1247911"/>
                  </a:lnTo>
                  <a:lnTo>
                    <a:pt x="584932" y="1247920"/>
                  </a:lnTo>
                  <a:lnTo>
                    <a:pt x="584934" y="1247928"/>
                  </a:lnTo>
                  <a:lnTo>
                    <a:pt x="584926" y="1247930"/>
                  </a:lnTo>
                  <a:lnTo>
                    <a:pt x="584919" y="1247931"/>
                  </a:lnTo>
                  <a:lnTo>
                    <a:pt x="584910" y="1247932"/>
                  </a:lnTo>
                  <a:lnTo>
                    <a:pt x="584903" y="1247935"/>
                  </a:lnTo>
                  <a:lnTo>
                    <a:pt x="584899" y="1247938"/>
                  </a:lnTo>
                  <a:lnTo>
                    <a:pt x="584893" y="1247943"/>
                  </a:lnTo>
                  <a:lnTo>
                    <a:pt x="584889" y="1247947"/>
                  </a:lnTo>
                  <a:lnTo>
                    <a:pt x="584886" y="1247951"/>
                  </a:lnTo>
                  <a:lnTo>
                    <a:pt x="584880" y="1247956"/>
                  </a:lnTo>
                  <a:lnTo>
                    <a:pt x="584871" y="1247961"/>
                  </a:lnTo>
                  <a:lnTo>
                    <a:pt x="584865" y="1247965"/>
                  </a:lnTo>
                  <a:lnTo>
                    <a:pt x="584858" y="1247968"/>
                  </a:lnTo>
                  <a:lnTo>
                    <a:pt x="584852" y="1247969"/>
                  </a:lnTo>
                  <a:lnTo>
                    <a:pt x="584832" y="1247974"/>
                  </a:lnTo>
                  <a:lnTo>
                    <a:pt x="584795" y="1247978"/>
                  </a:lnTo>
                  <a:lnTo>
                    <a:pt x="584769" y="1247982"/>
                  </a:lnTo>
                  <a:lnTo>
                    <a:pt x="584753" y="1247984"/>
                  </a:lnTo>
                  <a:lnTo>
                    <a:pt x="584742" y="1247985"/>
                  </a:lnTo>
                  <a:lnTo>
                    <a:pt x="584730" y="1247983"/>
                  </a:lnTo>
                  <a:lnTo>
                    <a:pt x="584701" y="1247980"/>
                  </a:lnTo>
                  <a:lnTo>
                    <a:pt x="584657" y="1247974"/>
                  </a:lnTo>
                  <a:lnTo>
                    <a:pt x="584642" y="1247973"/>
                  </a:lnTo>
                  <a:lnTo>
                    <a:pt x="584634" y="1247973"/>
                  </a:lnTo>
                  <a:lnTo>
                    <a:pt x="584623" y="1247973"/>
                  </a:lnTo>
                  <a:lnTo>
                    <a:pt x="584606" y="1247972"/>
                  </a:lnTo>
                  <a:lnTo>
                    <a:pt x="584587" y="1247972"/>
                  </a:lnTo>
                  <a:lnTo>
                    <a:pt x="584574" y="1247972"/>
                  </a:lnTo>
                  <a:lnTo>
                    <a:pt x="584567" y="1247971"/>
                  </a:lnTo>
                  <a:lnTo>
                    <a:pt x="584560" y="1247969"/>
                  </a:lnTo>
                  <a:lnTo>
                    <a:pt x="584553" y="1247968"/>
                  </a:lnTo>
                  <a:lnTo>
                    <a:pt x="584538" y="1247966"/>
                  </a:lnTo>
                  <a:lnTo>
                    <a:pt x="584533" y="1247964"/>
                  </a:lnTo>
                  <a:lnTo>
                    <a:pt x="584526" y="1247962"/>
                  </a:lnTo>
                  <a:lnTo>
                    <a:pt x="584514" y="1247959"/>
                  </a:lnTo>
                  <a:lnTo>
                    <a:pt x="584489" y="1247951"/>
                  </a:lnTo>
                  <a:lnTo>
                    <a:pt x="584483" y="1247948"/>
                  </a:lnTo>
                  <a:lnTo>
                    <a:pt x="584468" y="1247937"/>
                  </a:lnTo>
                  <a:lnTo>
                    <a:pt x="584457" y="1247929"/>
                  </a:lnTo>
                  <a:lnTo>
                    <a:pt x="584448" y="1247921"/>
                  </a:lnTo>
                  <a:lnTo>
                    <a:pt x="584439" y="1247915"/>
                  </a:lnTo>
                  <a:lnTo>
                    <a:pt x="584429" y="1247908"/>
                  </a:lnTo>
                  <a:lnTo>
                    <a:pt x="584414" y="1247900"/>
                  </a:lnTo>
                  <a:lnTo>
                    <a:pt x="584405" y="1247894"/>
                  </a:lnTo>
                  <a:lnTo>
                    <a:pt x="584396" y="1247888"/>
                  </a:lnTo>
                  <a:lnTo>
                    <a:pt x="584391" y="1247884"/>
                  </a:lnTo>
                  <a:lnTo>
                    <a:pt x="584383" y="1247880"/>
                  </a:lnTo>
                  <a:lnTo>
                    <a:pt x="584373" y="1247875"/>
                  </a:lnTo>
                  <a:lnTo>
                    <a:pt x="584365" y="1247871"/>
                  </a:lnTo>
                  <a:lnTo>
                    <a:pt x="584357" y="1247866"/>
                  </a:lnTo>
                  <a:lnTo>
                    <a:pt x="584351" y="1247861"/>
                  </a:lnTo>
                  <a:lnTo>
                    <a:pt x="584345" y="1247858"/>
                  </a:lnTo>
                  <a:lnTo>
                    <a:pt x="584337" y="1247854"/>
                  </a:lnTo>
                  <a:lnTo>
                    <a:pt x="584330" y="1247851"/>
                  </a:lnTo>
                  <a:lnTo>
                    <a:pt x="584324" y="1247848"/>
                  </a:lnTo>
                  <a:lnTo>
                    <a:pt x="584319" y="1247848"/>
                  </a:lnTo>
                  <a:lnTo>
                    <a:pt x="584310" y="1247848"/>
                  </a:lnTo>
                  <a:lnTo>
                    <a:pt x="584303" y="1247850"/>
                  </a:lnTo>
                  <a:lnTo>
                    <a:pt x="584299" y="1247854"/>
                  </a:lnTo>
                  <a:lnTo>
                    <a:pt x="584297" y="1247859"/>
                  </a:lnTo>
                  <a:lnTo>
                    <a:pt x="584296" y="1247864"/>
                  </a:lnTo>
                  <a:lnTo>
                    <a:pt x="584296" y="1247870"/>
                  </a:lnTo>
                  <a:lnTo>
                    <a:pt x="584294" y="1247876"/>
                  </a:lnTo>
                  <a:lnTo>
                    <a:pt x="584291" y="1247885"/>
                  </a:lnTo>
                  <a:lnTo>
                    <a:pt x="584287" y="1247892"/>
                  </a:lnTo>
                  <a:lnTo>
                    <a:pt x="584281" y="1247899"/>
                  </a:lnTo>
                  <a:lnTo>
                    <a:pt x="584274" y="1247904"/>
                  </a:lnTo>
                  <a:lnTo>
                    <a:pt x="584267" y="1247909"/>
                  </a:lnTo>
                  <a:lnTo>
                    <a:pt x="584261" y="1247913"/>
                  </a:lnTo>
                  <a:lnTo>
                    <a:pt x="584250" y="1247918"/>
                  </a:lnTo>
                  <a:lnTo>
                    <a:pt x="584242" y="1247922"/>
                  </a:lnTo>
                  <a:lnTo>
                    <a:pt x="584237" y="1247923"/>
                  </a:lnTo>
                  <a:lnTo>
                    <a:pt x="584229" y="1247925"/>
                  </a:lnTo>
                  <a:lnTo>
                    <a:pt x="584221" y="1247927"/>
                  </a:lnTo>
                  <a:lnTo>
                    <a:pt x="584213" y="1247929"/>
                  </a:lnTo>
                  <a:lnTo>
                    <a:pt x="584205" y="1247930"/>
                  </a:lnTo>
                  <a:lnTo>
                    <a:pt x="584200" y="1247931"/>
                  </a:lnTo>
                  <a:lnTo>
                    <a:pt x="584192" y="1247933"/>
                  </a:lnTo>
                  <a:lnTo>
                    <a:pt x="584186" y="1247934"/>
                  </a:lnTo>
                  <a:lnTo>
                    <a:pt x="584180" y="1247934"/>
                  </a:lnTo>
                  <a:lnTo>
                    <a:pt x="584174" y="1247935"/>
                  </a:lnTo>
                  <a:lnTo>
                    <a:pt x="584167" y="1247936"/>
                  </a:lnTo>
                  <a:lnTo>
                    <a:pt x="584161" y="1247936"/>
                  </a:lnTo>
                  <a:lnTo>
                    <a:pt x="584154" y="1247937"/>
                  </a:lnTo>
                  <a:lnTo>
                    <a:pt x="584148" y="1247937"/>
                  </a:lnTo>
                  <a:lnTo>
                    <a:pt x="584141" y="1247938"/>
                  </a:lnTo>
                  <a:lnTo>
                    <a:pt x="584134" y="1247939"/>
                  </a:lnTo>
                  <a:lnTo>
                    <a:pt x="584125" y="1247940"/>
                  </a:lnTo>
                  <a:lnTo>
                    <a:pt x="584117" y="1247941"/>
                  </a:lnTo>
                  <a:lnTo>
                    <a:pt x="584108" y="1247941"/>
                  </a:lnTo>
                  <a:lnTo>
                    <a:pt x="584101" y="1247942"/>
                  </a:lnTo>
                  <a:lnTo>
                    <a:pt x="584095" y="1247942"/>
                  </a:lnTo>
                  <a:lnTo>
                    <a:pt x="584090" y="1247942"/>
                  </a:lnTo>
                  <a:lnTo>
                    <a:pt x="584074" y="1247942"/>
                  </a:lnTo>
                  <a:lnTo>
                    <a:pt x="584066" y="1247942"/>
                  </a:lnTo>
                  <a:lnTo>
                    <a:pt x="584059" y="1247943"/>
                  </a:lnTo>
                  <a:lnTo>
                    <a:pt x="584042" y="1247949"/>
                  </a:lnTo>
                  <a:lnTo>
                    <a:pt x="584034" y="1247950"/>
                  </a:lnTo>
                  <a:lnTo>
                    <a:pt x="584027" y="1247951"/>
                  </a:lnTo>
                  <a:lnTo>
                    <a:pt x="584021" y="1247950"/>
                  </a:lnTo>
                  <a:lnTo>
                    <a:pt x="584012" y="1247947"/>
                  </a:lnTo>
                  <a:lnTo>
                    <a:pt x="584007" y="1247945"/>
                  </a:lnTo>
                  <a:lnTo>
                    <a:pt x="583999" y="1247944"/>
                  </a:lnTo>
                  <a:lnTo>
                    <a:pt x="583981" y="1247943"/>
                  </a:lnTo>
                  <a:lnTo>
                    <a:pt x="583967" y="1247943"/>
                  </a:lnTo>
                  <a:lnTo>
                    <a:pt x="583927" y="1247942"/>
                  </a:lnTo>
                  <a:lnTo>
                    <a:pt x="583888" y="1247942"/>
                  </a:lnTo>
                  <a:lnTo>
                    <a:pt x="583870" y="1247941"/>
                  </a:lnTo>
                  <a:lnTo>
                    <a:pt x="583863" y="1247940"/>
                  </a:lnTo>
                  <a:lnTo>
                    <a:pt x="583855" y="1247938"/>
                  </a:lnTo>
                  <a:lnTo>
                    <a:pt x="583849" y="1247935"/>
                  </a:lnTo>
                  <a:lnTo>
                    <a:pt x="583842" y="1247931"/>
                  </a:lnTo>
                  <a:lnTo>
                    <a:pt x="583836" y="1247925"/>
                  </a:lnTo>
                  <a:lnTo>
                    <a:pt x="583827" y="1247916"/>
                  </a:lnTo>
                  <a:lnTo>
                    <a:pt x="583820" y="1247907"/>
                  </a:lnTo>
                  <a:lnTo>
                    <a:pt x="583817" y="1247902"/>
                  </a:lnTo>
                  <a:lnTo>
                    <a:pt x="583814" y="1247898"/>
                  </a:lnTo>
                  <a:lnTo>
                    <a:pt x="583809" y="1247895"/>
                  </a:lnTo>
                  <a:lnTo>
                    <a:pt x="583801" y="1247894"/>
                  </a:lnTo>
                  <a:lnTo>
                    <a:pt x="583795" y="1247894"/>
                  </a:lnTo>
                  <a:lnTo>
                    <a:pt x="583788" y="1247896"/>
                  </a:lnTo>
                  <a:lnTo>
                    <a:pt x="583779" y="1247897"/>
                  </a:lnTo>
                  <a:lnTo>
                    <a:pt x="583772" y="1247896"/>
                  </a:lnTo>
                  <a:lnTo>
                    <a:pt x="583767" y="1247896"/>
                  </a:lnTo>
                  <a:lnTo>
                    <a:pt x="583758" y="1247896"/>
                  </a:lnTo>
                  <a:lnTo>
                    <a:pt x="583743" y="1247896"/>
                  </a:lnTo>
                  <a:lnTo>
                    <a:pt x="583728" y="1247894"/>
                  </a:lnTo>
                  <a:lnTo>
                    <a:pt x="583708" y="1247893"/>
                  </a:lnTo>
                  <a:lnTo>
                    <a:pt x="583691" y="1247891"/>
                  </a:lnTo>
                  <a:lnTo>
                    <a:pt x="583677" y="1247889"/>
                  </a:lnTo>
                  <a:lnTo>
                    <a:pt x="583662" y="1247888"/>
                  </a:lnTo>
                  <a:lnTo>
                    <a:pt x="583649" y="1247886"/>
                  </a:lnTo>
                  <a:lnTo>
                    <a:pt x="583634" y="1247882"/>
                  </a:lnTo>
                  <a:lnTo>
                    <a:pt x="583627" y="1247880"/>
                  </a:lnTo>
                  <a:lnTo>
                    <a:pt x="583620" y="1247876"/>
                  </a:lnTo>
                  <a:lnTo>
                    <a:pt x="583615" y="1247873"/>
                  </a:lnTo>
                  <a:lnTo>
                    <a:pt x="583608" y="1247865"/>
                  </a:lnTo>
                  <a:lnTo>
                    <a:pt x="583600" y="1247855"/>
                  </a:lnTo>
                  <a:lnTo>
                    <a:pt x="583595" y="1247850"/>
                  </a:lnTo>
                  <a:lnTo>
                    <a:pt x="583586" y="1247842"/>
                  </a:lnTo>
                  <a:lnTo>
                    <a:pt x="583583" y="1247839"/>
                  </a:lnTo>
                  <a:lnTo>
                    <a:pt x="583578" y="1247835"/>
                  </a:lnTo>
                  <a:lnTo>
                    <a:pt x="583570" y="1247830"/>
                  </a:lnTo>
                  <a:lnTo>
                    <a:pt x="583559" y="1247824"/>
                  </a:lnTo>
                  <a:lnTo>
                    <a:pt x="583552" y="1247820"/>
                  </a:lnTo>
                  <a:lnTo>
                    <a:pt x="583544" y="1247817"/>
                  </a:lnTo>
                  <a:lnTo>
                    <a:pt x="583536" y="1247814"/>
                  </a:lnTo>
                  <a:lnTo>
                    <a:pt x="583527" y="1247812"/>
                  </a:lnTo>
                  <a:lnTo>
                    <a:pt x="583517" y="1247811"/>
                  </a:lnTo>
                  <a:lnTo>
                    <a:pt x="583510" y="1247811"/>
                  </a:lnTo>
                  <a:lnTo>
                    <a:pt x="583503" y="1247811"/>
                  </a:lnTo>
                  <a:lnTo>
                    <a:pt x="583498" y="1247812"/>
                  </a:lnTo>
                  <a:lnTo>
                    <a:pt x="583490" y="1247814"/>
                  </a:lnTo>
                  <a:lnTo>
                    <a:pt x="583484" y="1247815"/>
                  </a:lnTo>
                  <a:lnTo>
                    <a:pt x="583476" y="1247815"/>
                  </a:lnTo>
                  <a:lnTo>
                    <a:pt x="583469" y="1247815"/>
                  </a:lnTo>
                  <a:lnTo>
                    <a:pt x="583464" y="1247815"/>
                  </a:lnTo>
                  <a:lnTo>
                    <a:pt x="583458" y="1247816"/>
                  </a:lnTo>
                  <a:lnTo>
                    <a:pt x="583452" y="1247816"/>
                  </a:lnTo>
                  <a:lnTo>
                    <a:pt x="583444" y="1247814"/>
                  </a:lnTo>
                  <a:lnTo>
                    <a:pt x="583437" y="1247811"/>
                  </a:lnTo>
                  <a:lnTo>
                    <a:pt x="583429" y="1247809"/>
                  </a:lnTo>
                  <a:lnTo>
                    <a:pt x="583423" y="1247807"/>
                  </a:lnTo>
                  <a:lnTo>
                    <a:pt x="583417" y="1247805"/>
                  </a:lnTo>
                  <a:lnTo>
                    <a:pt x="583409" y="1247801"/>
                  </a:lnTo>
                  <a:lnTo>
                    <a:pt x="583402" y="1247799"/>
                  </a:lnTo>
                  <a:lnTo>
                    <a:pt x="583394" y="1247797"/>
                  </a:lnTo>
                  <a:lnTo>
                    <a:pt x="583386" y="1247795"/>
                  </a:lnTo>
                  <a:lnTo>
                    <a:pt x="583376" y="1247792"/>
                  </a:lnTo>
                  <a:lnTo>
                    <a:pt x="583369" y="1247790"/>
                  </a:lnTo>
                  <a:lnTo>
                    <a:pt x="583358" y="1247785"/>
                  </a:lnTo>
                  <a:lnTo>
                    <a:pt x="583353" y="1247782"/>
                  </a:lnTo>
                  <a:lnTo>
                    <a:pt x="583348" y="1247778"/>
                  </a:lnTo>
                  <a:lnTo>
                    <a:pt x="583341" y="1247775"/>
                  </a:lnTo>
                  <a:lnTo>
                    <a:pt x="583337" y="1247774"/>
                  </a:lnTo>
                  <a:lnTo>
                    <a:pt x="583330" y="1247772"/>
                  </a:lnTo>
                  <a:lnTo>
                    <a:pt x="583324" y="1247769"/>
                  </a:lnTo>
                  <a:lnTo>
                    <a:pt x="583316" y="1247767"/>
                  </a:lnTo>
                  <a:lnTo>
                    <a:pt x="583310" y="1247765"/>
                  </a:lnTo>
                  <a:lnTo>
                    <a:pt x="583306" y="1247764"/>
                  </a:lnTo>
                  <a:lnTo>
                    <a:pt x="583296" y="1247763"/>
                  </a:lnTo>
                  <a:lnTo>
                    <a:pt x="583288" y="1247764"/>
                  </a:lnTo>
                  <a:lnTo>
                    <a:pt x="583282" y="1247764"/>
                  </a:lnTo>
                  <a:lnTo>
                    <a:pt x="583271" y="1247765"/>
                  </a:lnTo>
                  <a:lnTo>
                    <a:pt x="583264" y="1247766"/>
                  </a:lnTo>
                  <a:lnTo>
                    <a:pt x="583257" y="1247768"/>
                  </a:lnTo>
                  <a:lnTo>
                    <a:pt x="583249" y="1247769"/>
                  </a:lnTo>
                  <a:lnTo>
                    <a:pt x="583242" y="1247769"/>
                  </a:lnTo>
                  <a:lnTo>
                    <a:pt x="583235" y="1247767"/>
                  </a:lnTo>
                  <a:lnTo>
                    <a:pt x="583229" y="1247764"/>
                  </a:lnTo>
                  <a:lnTo>
                    <a:pt x="583223" y="1247764"/>
                  </a:lnTo>
                  <a:lnTo>
                    <a:pt x="583218" y="1247764"/>
                  </a:lnTo>
                  <a:lnTo>
                    <a:pt x="583212" y="1247763"/>
                  </a:lnTo>
                  <a:lnTo>
                    <a:pt x="583206" y="1247762"/>
                  </a:lnTo>
                  <a:lnTo>
                    <a:pt x="583201" y="1247757"/>
                  </a:lnTo>
                  <a:lnTo>
                    <a:pt x="583195" y="1247753"/>
                  </a:lnTo>
                  <a:lnTo>
                    <a:pt x="583188" y="1247748"/>
                  </a:lnTo>
                  <a:lnTo>
                    <a:pt x="583181" y="1247743"/>
                  </a:lnTo>
                  <a:lnTo>
                    <a:pt x="583175" y="1247738"/>
                  </a:lnTo>
                  <a:lnTo>
                    <a:pt x="583164" y="1247728"/>
                  </a:lnTo>
                  <a:lnTo>
                    <a:pt x="583157" y="1247720"/>
                  </a:lnTo>
                  <a:lnTo>
                    <a:pt x="583151" y="1247714"/>
                  </a:lnTo>
                  <a:lnTo>
                    <a:pt x="583144" y="1247706"/>
                  </a:lnTo>
                  <a:lnTo>
                    <a:pt x="583138" y="1247699"/>
                  </a:lnTo>
                  <a:lnTo>
                    <a:pt x="583135" y="1247695"/>
                  </a:lnTo>
                  <a:lnTo>
                    <a:pt x="583133" y="1247690"/>
                  </a:lnTo>
                  <a:lnTo>
                    <a:pt x="583132" y="1247683"/>
                  </a:lnTo>
                  <a:lnTo>
                    <a:pt x="583132" y="1247675"/>
                  </a:lnTo>
                  <a:lnTo>
                    <a:pt x="583132" y="1247657"/>
                  </a:lnTo>
                  <a:lnTo>
                    <a:pt x="583132" y="1247647"/>
                  </a:lnTo>
                  <a:lnTo>
                    <a:pt x="583130" y="1247638"/>
                  </a:lnTo>
                  <a:lnTo>
                    <a:pt x="583127" y="1247630"/>
                  </a:lnTo>
                  <a:lnTo>
                    <a:pt x="583120" y="1247614"/>
                  </a:lnTo>
                  <a:lnTo>
                    <a:pt x="583112" y="1247600"/>
                  </a:lnTo>
                  <a:lnTo>
                    <a:pt x="583108" y="1247594"/>
                  </a:lnTo>
                  <a:lnTo>
                    <a:pt x="583096" y="1247577"/>
                  </a:lnTo>
                  <a:lnTo>
                    <a:pt x="583093" y="1247572"/>
                  </a:lnTo>
                  <a:lnTo>
                    <a:pt x="583080" y="1247554"/>
                  </a:lnTo>
                  <a:lnTo>
                    <a:pt x="583071" y="1247542"/>
                  </a:lnTo>
                  <a:lnTo>
                    <a:pt x="583063" y="1247532"/>
                  </a:lnTo>
                  <a:lnTo>
                    <a:pt x="583058" y="1247526"/>
                  </a:lnTo>
                  <a:lnTo>
                    <a:pt x="583052" y="1247518"/>
                  </a:lnTo>
                  <a:lnTo>
                    <a:pt x="583047" y="1247514"/>
                  </a:lnTo>
                  <a:lnTo>
                    <a:pt x="583043" y="1247510"/>
                  </a:lnTo>
                  <a:lnTo>
                    <a:pt x="583037" y="1247505"/>
                  </a:lnTo>
                  <a:lnTo>
                    <a:pt x="583024" y="1247498"/>
                  </a:lnTo>
                  <a:lnTo>
                    <a:pt x="583015" y="1247494"/>
                  </a:lnTo>
                  <a:lnTo>
                    <a:pt x="583003" y="1247487"/>
                  </a:lnTo>
                  <a:lnTo>
                    <a:pt x="582986" y="1247478"/>
                  </a:lnTo>
                  <a:lnTo>
                    <a:pt x="582977" y="1247473"/>
                  </a:lnTo>
                  <a:lnTo>
                    <a:pt x="582965" y="1247463"/>
                  </a:lnTo>
                  <a:lnTo>
                    <a:pt x="582952" y="1247453"/>
                  </a:lnTo>
                  <a:lnTo>
                    <a:pt x="582937" y="1247444"/>
                  </a:lnTo>
                  <a:lnTo>
                    <a:pt x="582922" y="1247435"/>
                  </a:lnTo>
                  <a:lnTo>
                    <a:pt x="582910" y="1247429"/>
                  </a:lnTo>
                  <a:lnTo>
                    <a:pt x="582901" y="1247424"/>
                  </a:lnTo>
                  <a:lnTo>
                    <a:pt x="582880" y="1247411"/>
                  </a:lnTo>
                  <a:lnTo>
                    <a:pt x="582867" y="1247405"/>
                  </a:lnTo>
                  <a:lnTo>
                    <a:pt x="582849" y="1247396"/>
                  </a:lnTo>
                  <a:lnTo>
                    <a:pt x="582837" y="1247390"/>
                  </a:lnTo>
                  <a:lnTo>
                    <a:pt x="582806" y="1247376"/>
                  </a:lnTo>
                  <a:lnTo>
                    <a:pt x="582796" y="1247372"/>
                  </a:lnTo>
                  <a:lnTo>
                    <a:pt x="582787" y="1247367"/>
                  </a:lnTo>
                  <a:lnTo>
                    <a:pt x="582780" y="1247363"/>
                  </a:lnTo>
                  <a:lnTo>
                    <a:pt x="582771" y="1247358"/>
                  </a:lnTo>
                  <a:lnTo>
                    <a:pt x="582764" y="1247353"/>
                  </a:lnTo>
                  <a:lnTo>
                    <a:pt x="582757" y="1247347"/>
                  </a:lnTo>
                  <a:lnTo>
                    <a:pt x="582753" y="1247343"/>
                  </a:lnTo>
                  <a:lnTo>
                    <a:pt x="582746" y="1247337"/>
                  </a:lnTo>
                  <a:lnTo>
                    <a:pt x="582734" y="1247324"/>
                  </a:lnTo>
                  <a:lnTo>
                    <a:pt x="582727" y="1247317"/>
                  </a:lnTo>
                  <a:lnTo>
                    <a:pt x="582714" y="1247304"/>
                  </a:lnTo>
                  <a:lnTo>
                    <a:pt x="582700" y="1247294"/>
                  </a:lnTo>
                  <a:lnTo>
                    <a:pt x="582688" y="1247286"/>
                  </a:lnTo>
                  <a:lnTo>
                    <a:pt x="582665" y="1247274"/>
                  </a:lnTo>
                  <a:lnTo>
                    <a:pt x="582658" y="1247272"/>
                  </a:lnTo>
                  <a:lnTo>
                    <a:pt x="582651" y="1247269"/>
                  </a:lnTo>
                  <a:lnTo>
                    <a:pt x="582640" y="1247266"/>
                  </a:lnTo>
                  <a:lnTo>
                    <a:pt x="582632" y="1247264"/>
                  </a:lnTo>
                  <a:lnTo>
                    <a:pt x="582624" y="1247261"/>
                  </a:lnTo>
                  <a:lnTo>
                    <a:pt x="582617" y="1247257"/>
                  </a:lnTo>
                  <a:lnTo>
                    <a:pt x="582611" y="1247249"/>
                  </a:lnTo>
                  <a:lnTo>
                    <a:pt x="582607" y="1247242"/>
                  </a:lnTo>
                  <a:lnTo>
                    <a:pt x="582594" y="1247225"/>
                  </a:lnTo>
                  <a:lnTo>
                    <a:pt x="582580" y="1247208"/>
                  </a:lnTo>
                  <a:lnTo>
                    <a:pt x="582576" y="1247204"/>
                  </a:lnTo>
                  <a:lnTo>
                    <a:pt x="582566" y="1247193"/>
                  </a:lnTo>
                  <a:lnTo>
                    <a:pt x="582554" y="1247181"/>
                  </a:lnTo>
                  <a:lnTo>
                    <a:pt x="582538" y="1247169"/>
                  </a:lnTo>
                  <a:lnTo>
                    <a:pt x="582532" y="1247165"/>
                  </a:lnTo>
                  <a:lnTo>
                    <a:pt x="582527" y="1247161"/>
                  </a:lnTo>
                  <a:lnTo>
                    <a:pt x="582516" y="1247155"/>
                  </a:lnTo>
                  <a:lnTo>
                    <a:pt x="582511" y="1247152"/>
                  </a:lnTo>
                  <a:lnTo>
                    <a:pt x="582502" y="1247148"/>
                  </a:lnTo>
                  <a:lnTo>
                    <a:pt x="582496" y="1247146"/>
                  </a:lnTo>
                  <a:lnTo>
                    <a:pt x="582463" y="1247141"/>
                  </a:lnTo>
                  <a:lnTo>
                    <a:pt x="582435" y="1247139"/>
                  </a:lnTo>
                  <a:lnTo>
                    <a:pt x="582427" y="1247138"/>
                  </a:lnTo>
                  <a:lnTo>
                    <a:pt x="582416" y="1247138"/>
                  </a:lnTo>
                  <a:lnTo>
                    <a:pt x="582406" y="1247138"/>
                  </a:lnTo>
                  <a:lnTo>
                    <a:pt x="582390" y="1247140"/>
                  </a:lnTo>
                  <a:lnTo>
                    <a:pt x="582372" y="1247142"/>
                  </a:lnTo>
                  <a:lnTo>
                    <a:pt x="582359" y="1247144"/>
                  </a:lnTo>
                  <a:lnTo>
                    <a:pt x="582342" y="1247144"/>
                  </a:lnTo>
                  <a:lnTo>
                    <a:pt x="582317" y="1247142"/>
                  </a:lnTo>
                  <a:lnTo>
                    <a:pt x="582294" y="1247140"/>
                  </a:lnTo>
                  <a:lnTo>
                    <a:pt x="582275" y="1247140"/>
                  </a:lnTo>
                  <a:lnTo>
                    <a:pt x="582267" y="1247140"/>
                  </a:lnTo>
                  <a:lnTo>
                    <a:pt x="582258" y="1247141"/>
                  </a:lnTo>
                  <a:lnTo>
                    <a:pt x="582245" y="1247143"/>
                  </a:lnTo>
                  <a:lnTo>
                    <a:pt x="582235" y="1247144"/>
                  </a:lnTo>
                  <a:lnTo>
                    <a:pt x="582224" y="1247146"/>
                  </a:lnTo>
                  <a:lnTo>
                    <a:pt x="582205" y="1247152"/>
                  </a:lnTo>
                  <a:lnTo>
                    <a:pt x="582172" y="1247163"/>
                  </a:lnTo>
                  <a:lnTo>
                    <a:pt x="582161" y="1247167"/>
                  </a:lnTo>
                  <a:lnTo>
                    <a:pt x="582132" y="1247176"/>
                  </a:lnTo>
                  <a:lnTo>
                    <a:pt x="582098" y="1247187"/>
                  </a:lnTo>
                  <a:lnTo>
                    <a:pt x="582074" y="1247194"/>
                  </a:lnTo>
                  <a:lnTo>
                    <a:pt x="582070" y="1247196"/>
                  </a:lnTo>
                  <a:lnTo>
                    <a:pt x="582049" y="1247203"/>
                  </a:lnTo>
                  <a:lnTo>
                    <a:pt x="582024" y="1247211"/>
                  </a:lnTo>
                  <a:lnTo>
                    <a:pt x="582013" y="1247216"/>
                  </a:lnTo>
                  <a:lnTo>
                    <a:pt x="581998" y="1247222"/>
                  </a:lnTo>
                  <a:lnTo>
                    <a:pt x="581981" y="1247229"/>
                  </a:lnTo>
                  <a:lnTo>
                    <a:pt x="581970" y="1247236"/>
                  </a:lnTo>
                  <a:lnTo>
                    <a:pt x="581951" y="1247248"/>
                  </a:lnTo>
                  <a:lnTo>
                    <a:pt x="581939" y="1247258"/>
                  </a:lnTo>
                  <a:lnTo>
                    <a:pt x="581929" y="1247265"/>
                  </a:lnTo>
                  <a:lnTo>
                    <a:pt x="581926" y="1247268"/>
                  </a:lnTo>
                  <a:lnTo>
                    <a:pt x="581922" y="1247275"/>
                  </a:lnTo>
                  <a:lnTo>
                    <a:pt x="581918" y="1247281"/>
                  </a:lnTo>
                  <a:lnTo>
                    <a:pt x="581913" y="1247292"/>
                  </a:lnTo>
                  <a:lnTo>
                    <a:pt x="581909" y="1247302"/>
                  </a:lnTo>
                  <a:lnTo>
                    <a:pt x="581904" y="1247305"/>
                  </a:lnTo>
                  <a:lnTo>
                    <a:pt x="581902" y="1247299"/>
                  </a:lnTo>
                  <a:lnTo>
                    <a:pt x="581902" y="1247286"/>
                  </a:lnTo>
                  <a:lnTo>
                    <a:pt x="581903" y="1247266"/>
                  </a:lnTo>
                  <a:lnTo>
                    <a:pt x="581903" y="1247243"/>
                  </a:lnTo>
                  <a:lnTo>
                    <a:pt x="581901" y="1247229"/>
                  </a:lnTo>
                  <a:lnTo>
                    <a:pt x="581899" y="1247224"/>
                  </a:lnTo>
                  <a:lnTo>
                    <a:pt x="581895" y="1247216"/>
                  </a:lnTo>
                  <a:lnTo>
                    <a:pt x="581891" y="1247209"/>
                  </a:lnTo>
                  <a:lnTo>
                    <a:pt x="581885" y="1247204"/>
                  </a:lnTo>
                  <a:lnTo>
                    <a:pt x="581877" y="1247197"/>
                  </a:lnTo>
                  <a:lnTo>
                    <a:pt x="581863" y="1247187"/>
                  </a:lnTo>
                  <a:lnTo>
                    <a:pt x="581851" y="1247178"/>
                  </a:lnTo>
                  <a:lnTo>
                    <a:pt x="581840" y="1247168"/>
                  </a:lnTo>
                  <a:lnTo>
                    <a:pt x="581831" y="1247159"/>
                  </a:lnTo>
                  <a:lnTo>
                    <a:pt x="581823" y="1247150"/>
                  </a:lnTo>
                  <a:lnTo>
                    <a:pt x="581813" y="1247136"/>
                  </a:lnTo>
                  <a:lnTo>
                    <a:pt x="581796" y="1247120"/>
                  </a:lnTo>
                  <a:lnTo>
                    <a:pt x="581780" y="1247106"/>
                  </a:lnTo>
                  <a:lnTo>
                    <a:pt x="581770" y="1247096"/>
                  </a:lnTo>
                  <a:lnTo>
                    <a:pt x="581758" y="1247086"/>
                  </a:lnTo>
                  <a:lnTo>
                    <a:pt x="581746" y="1247076"/>
                  </a:lnTo>
                  <a:lnTo>
                    <a:pt x="581730" y="1247065"/>
                  </a:lnTo>
                  <a:lnTo>
                    <a:pt x="581717" y="1247057"/>
                  </a:lnTo>
                  <a:lnTo>
                    <a:pt x="581704" y="1247050"/>
                  </a:lnTo>
                  <a:lnTo>
                    <a:pt x="581694" y="1247046"/>
                  </a:lnTo>
                  <a:lnTo>
                    <a:pt x="581674" y="1247037"/>
                  </a:lnTo>
                  <a:lnTo>
                    <a:pt x="581641" y="1247023"/>
                  </a:lnTo>
                  <a:lnTo>
                    <a:pt x="581600" y="1247006"/>
                  </a:lnTo>
                  <a:lnTo>
                    <a:pt x="581586" y="1247000"/>
                  </a:lnTo>
                  <a:lnTo>
                    <a:pt x="581576" y="1246998"/>
                  </a:lnTo>
                  <a:lnTo>
                    <a:pt x="581566" y="1246996"/>
                  </a:lnTo>
                  <a:lnTo>
                    <a:pt x="581560" y="1246997"/>
                  </a:lnTo>
                  <a:lnTo>
                    <a:pt x="581549" y="1246999"/>
                  </a:lnTo>
                  <a:lnTo>
                    <a:pt x="581527" y="1247006"/>
                  </a:lnTo>
                  <a:lnTo>
                    <a:pt x="581516" y="1247011"/>
                  </a:lnTo>
                  <a:lnTo>
                    <a:pt x="581509" y="1247013"/>
                  </a:lnTo>
                  <a:lnTo>
                    <a:pt x="581502" y="1247014"/>
                  </a:lnTo>
                  <a:lnTo>
                    <a:pt x="581497" y="1247015"/>
                  </a:lnTo>
                  <a:lnTo>
                    <a:pt x="581492" y="1247014"/>
                  </a:lnTo>
                  <a:lnTo>
                    <a:pt x="581487" y="1247013"/>
                  </a:lnTo>
                  <a:lnTo>
                    <a:pt x="581481" y="1247011"/>
                  </a:lnTo>
                  <a:lnTo>
                    <a:pt x="581475" y="1247007"/>
                  </a:lnTo>
                  <a:lnTo>
                    <a:pt x="581470" y="1247005"/>
                  </a:lnTo>
                  <a:lnTo>
                    <a:pt x="581464" y="1247000"/>
                  </a:lnTo>
                  <a:lnTo>
                    <a:pt x="581458" y="1246995"/>
                  </a:lnTo>
                  <a:lnTo>
                    <a:pt x="581454" y="1246987"/>
                  </a:lnTo>
                  <a:lnTo>
                    <a:pt x="581444" y="1246970"/>
                  </a:lnTo>
                  <a:lnTo>
                    <a:pt x="581433" y="1246950"/>
                  </a:lnTo>
                  <a:lnTo>
                    <a:pt x="581424" y="1246930"/>
                  </a:lnTo>
                  <a:lnTo>
                    <a:pt x="581421" y="1246922"/>
                  </a:lnTo>
                  <a:lnTo>
                    <a:pt x="581415" y="1246911"/>
                  </a:lnTo>
                  <a:lnTo>
                    <a:pt x="581408" y="1246901"/>
                  </a:lnTo>
                  <a:lnTo>
                    <a:pt x="581401" y="1246890"/>
                  </a:lnTo>
                  <a:lnTo>
                    <a:pt x="581394" y="1246881"/>
                  </a:lnTo>
                  <a:lnTo>
                    <a:pt x="581385" y="1246868"/>
                  </a:lnTo>
                  <a:lnTo>
                    <a:pt x="581381" y="1246861"/>
                  </a:lnTo>
                  <a:lnTo>
                    <a:pt x="581376" y="1246856"/>
                  </a:lnTo>
                  <a:lnTo>
                    <a:pt x="581368" y="1246848"/>
                  </a:lnTo>
                  <a:lnTo>
                    <a:pt x="581355" y="1246838"/>
                  </a:lnTo>
                  <a:lnTo>
                    <a:pt x="581340" y="1246824"/>
                  </a:lnTo>
                  <a:lnTo>
                    <a:pt x="581330" y="1246814"/>
                  </a:lnTo>
                  <a:lnTo>
                    <a:pt x="581325" y="1246809"/>
                  </a:lnTo>
                  <a:lnTo>
                    <a:pt x="581318" y="1246802"/>
                  </a:lnTo>
                  <a:lnTo>
                    <a:pt x="581310" y="1246793"/>
                  </a:lnTo>
                  <a:lnTo>
                    <a:pt x="581302" y="1246783"/>
                  </a:lnTo>
                  <a:lnTo>
                    <a:pt x="581297" y="1246777"/>
                  </a:lnTo>
                  <a:lnTo>
                    <a:pt x="581292" y="1246768"/>
                  </a:lnTo>
                  <a:lnTo>
                    <a:pt x="581285" y="1246756"/>
                  </a:lnTo>
                  <a:lnTo>
                    <a:pt x="581281" y="1246748"/>
                  </a:lnTo>
                  <a:lnTo>
                    <a:pt x="581277" y="1246739"/>
                  </a:lnTo>
                  <a:lnTo>
                    <a:pt x="581273" y="1246730"/>
                  </a:lnTo>
                  <a:lnTo>
                    <a:pt x="581267" y="1246719"/>
                  </a:lnTo>
                  <a:lnTo>
                    <a:pt x="581255" y="1246699"/>
                  </a:lnTo>
                  <a:lnTo>
                    <a:pt x="581251" y="1246694"/>
                  </a:lnTo>
                  <a:lnTo>
                    <a:pt x="581245" y="1246683"/>
                  </a:lnTo>
                  <a:lnTo>
                    <a:pt x="581238" y="1246674"/>
                  </a:lnTo>
                  <a:lnTo>
                    <a:pt x="581232" y="1246662"/>
                  </a:lnTo>
                  <a:lnTo>
                    <a:pt x="581228" y="1246655"/>
                  </a:lnTo>
                  <a:lnTo>
                    <a:pt x="581222" y="1246639"/>
                  </a:lnTo>
                  <a:lnTo>
                    <a:pt x="581219" y="1246627"/>
                  </a:lnTo>
                  <a:lnTo>
                    <a:pt x="581217" y="1246619"/>
                  </a:lnTo>
                  <a:lnTo>
                    <a:pt x="581215" y="1246606"/>
                  </a:lnTo>
                  <a:lnTo>
                    <a:pt x="581213" y="1246586"/>
                  </a:lnTo>
                  <a:lnTo>
                    <a:pt x="581213" y="1246577"/>
                  </a:lnTo>
                  <a:lnTo>
                    <a:pt x="581213" y="1246565"/>
                  </a:lnTo>
                  <a:lnTo>
                    <a:pt x="581215" y="1246530"/>
                  </a:lnTo>
                  <a:lnTo>
                    <a:pt x="581216" y="1246499"/>
                  </a:lnTo>
                  <a:lnTo>
                    <a:pt x="581215" y="1246486"/>
                  </a:lnTo>
                  <a:lnTo>
                    <a:pt x="581214" y="1246476"/>
                  </a:lnTo>
                  <a:lnTo>
                    <a:pt x="581211" y="1246468"/>
                  </a:lnTo>
                  <a:lnTo>
                    <a:pt x="581209" y="1246462"/>
                  </a:lnTo>
                  <a:lnTo>
                    <a:pt x="581202" y="1246447"/>
                  </a:lnTo>
                  <a:lnTo>
                    <a:pt x="581200" y="1246442"/>
                  </a:lnTo>
                  <a:lnTo>
                    <a:pt x="581188" y="1246418"/>
                  </a:lnTo>
                  <a:lnTo>
                    <a:pt x="581184" y="1246408"/>
                  </a:lnTo>
                  <a:lnTo>
                    <a:pt x="581175" y="1246389"/>
                  </a:lnTo>
                  <a:lnTo>
                    <a:pt x="581167" y="1246373"/>
                  </a:lnTo>
                  <a:lnTo>
                    <a:pt x="581160" y="1246359"/>
                  </a:lnTo>
                  <a:lnTo>
                    <a:pt x="581154" y="1246344"/>
                  </a:lnTo>
                  <a:lnTo>
                    <a:pt x="581145" y="1246327"/>
                  </a:lnTo>
                  <a:lnTo>
                    <a:pt x="581139" y="1246315"/>
                  </a:lnTo>
                  <a:lnTo>
                    <a:pt x="581137" y="1246309"/>
                  </a:lnTo>
                  <a:lnTo>
                    <a:pt x="581136" y="1246301"/>
                  </a:lnTo>
                  <a:lnTo>
                    <a:pt x="581137" y="1246294"/>
                  </a:lnTo>
                  <a:lnTo>
                    <a:pt x="581141" y="1246280"/>
                  </a:lnTo>
                  <a:lnTo>
                    <a:pt x="581149" y="1246249"/>
                  </a:lnTo>
                  <a:lnTo>
                    <a:pt x="581152" y="1246233"/>
                  </a:lnTo>
                  <a:lnTo>
                    <a:pt x="581156" y="1246211"/>
                  </a:lnTo>
                  <a:lnTo>
                    <a:pt x="581158" y="1246201"/>
                  </a:lnTo>
                  <a:lnTo>
                    <a:pt x="581159" y="1246191"/>
                  </a:lnTo>
                  <a:lnTo>
                    <a:pt x="581160" y="1246184"/>
                  </a:lnTo>
                  <a:lnTo>
                    <a:pt x="581160" y="1246178"/>
                  </a:lnTo>
                  <a:lnTo>
                    <a:pt x="581161" y="1246163"/>
                  </a:lnTo>
                  <a:lnTo>
                    <a:pt x="581161" y="1246136"/>
                  </a:lnTo>
                  <a:lnTo>
                    <a:pt x="581161" y="1246128"/>
                  </a:lnTo>
                  <a:lnTo>
                    <a:pt x="581160" y="1246120"/>
                  </a:lnTo>
                  <a:lnTo>
                    <a:pt x="581160" y="1246108"/>
                  </a:lnTo>
                  <a:lnTo>
                    <a:pt x="581159" y="1246101"/>
                  </a:lnTo>
                  <a:lnTo>
                    <a:pt x="581155" y="1246081"/>
                  </a:lnTo>
                  <a:lnTo>
                    <a:pt x="581150" y="1246060"/>
                  </a:lnTo>
                  <a:lnTo>
                    <a:pt x="581148" y="1246048"/>
                  </a:lnTo>
                  <a:lnTo>
                    <a:pt x="581146" y="1246042"/>
                  </a:lnTo>
                  <a:lnTo>
                    <a:pt x="581142" y="1246025"/>
                  </a:lnTo>
                  <a:lnTo>
                    <a:pt x="581139" y="1246014"/>
                  </a:lnTo>
                  <a:lnTo>
                    <a:pt x="581137" y="1246003"/>
                  </a:lnTo>
                  <a:lnTo>
                    <a:pt x="581137" y="1245979"/>
                  </a:lnTo>
                  <a:lnTo>
                    <a:pt x="581137" y="1245964"/>
                  </a:lnTo>
                  <a:lnTo>
                    <a:pt x="581139" y="1245942"/>
                  </a:lnTo>
                  <a:lnTo>
                    <a:pt x="581140" y="1245918"/>
                  </a:lnTo>
                  <a:lnTo>
                    <a:pt x="581140" y="1245896"/>
                  </a:lnTo>
                  <a:lnTo>
                    <a:pt x="581139" y="1245874"/>
                  </a:lnTo>
                  <a:lnTo>
                    <a:pt x="581138" y="1245851"/>
                  </a:lnTo>
                  <a:lnTo>
                    <a:pt x="581137" y="1245840"/>
                  </a:lnTo>
                  <a:lnTo>
                    <a:pt x="581135" y="1245818"/>
                  </a:lnTo>
                  <a:lnTo>
                    <a:pt x="581133" y="1245810"/>
                  </a:lnTo>
                  <a:lnTo>
                    <a:pt x="581132" y="1245802"/>
                  </a:lnTo>
                  <a:lnTo>
                    <a:pt x="581130" y="1245795"/>
                  </a:lnTo>
                  <a:lnTo>
                    <a:pt x="581126" y="1245783"/>
                  </a:lnTo>
                  <a:lnTo>
                    <a:pt x="581120" y="1245771"/>
                  </a:lnTo>
                  <a:lnTo>
                    <a:pt x="581114" y="1245756"/>
                  </a:lnTo>
                  <a:lnTo>
                    <a:pt x="581108" y="1245738"/>
                  </a:lnTo>
                  <a:lnTo>
                    <a:pt x="581107" y="1245728"/>
                  </a:lnTo>
                  <a:lnTo>
                    <a:pt x="581106" y="1245721"/>
                  </a:lnTo>
                  <a:lnTo>
                    <a:pt x="581104" y="1245710"/>
                  </a:lnTo>
                  <a:lnTo>
                    <a:pt x="581102" y="1245704"/>
                  </a:lnTo>
                  <a:lnTo>
                    <a:pt x="581101" y="1245696"/>
                  </a:lnTo>
                  <a:lnTo>
                    <a:pt x="581100" y="1245683"/>
                  </a:lnTo>
                  <a:lnTo>
                    <a:pt x="581101" y="1245654"/>
                  </a:lnTo>
                  <a:lnTo>
                    <a:pt x="581104" y="1245623"/>
                  </a:lnTo>
                  <a:lnTo>
                    <a:pt x="581107" y="1245595"/>
                  </a:lnTo>
                  <a:lnTo>
                    <a:pt x="581109" y="1245564"/>
                  </a:lnTo>
                  <a:lnTo>
                    <a:pt x="581111" y="1245535"/>
                  </a:lnTo>
                  <a:lnTo>
                    <a:pt x="581113" y="1245505"/>
                  </a:lnTo>
                  <a:lnTo>
                    <a:pt x="581113" y="1245490"/>
                  </a:lnTo>
                  <a:lnTo>
                    <a:pt x="581114" y="1245476"/>
                  </a:lnTo>
                  <a:lnTo>
                    <a:pt x="581114" y="1245459"/>
                  </a:lnTo>
                  <a:lnTo>
                    <a:pt x="581112" y="1245435"/>
                  </a:lnTo>
                  <a:lnTo>
                    <a:pt x="581112" y="1245427"/>
                  </a:lnTo>
                  <a:lnTo>
                    <a:pt x="581109" y="1245407"/>
                  </a:lnTo>
                  <a:lnTo>
                    <a:pt x="581108" y="1245393"/>
                  </a:lnTo>
                  <a:lnTo>
                    <a:pt x="581107" y="1245385"/>
                  </a:lnTo>
                  <a:lnTo>
                    <a:pt x="581106" y="1245376"/>
                  </a:lnTo>
                  <a:lnTo>
                    <a:pt x="581104" y="1245369"/>
                  </a:lnTo>
                  <a:lnTo>
                    <a:pt x="581101" y="1245361"/>
                  </a:lnTo>
                  <a:lnTo>
                    <a:pt x="581098" y="1245355"/>
                  </a:lnTo>
                  <a:lnTo>
                    <a:pt x="581094" y="1245344"/>
                  </a:lnTo>
                  <a:lnTo>
                    <a:pt x="581090" y="1245338"/>
                  </a:lnTo>
                  <a:lnTo>
                    <a:pt x="581087" y="1245331"/>
                  </a:lnTo>
                  <a:lnTo>
                    <a:pt x="581082" y="1245321"/>
                  </a:lnTo>
                  <a:lnTo>
                    <a:pt x="581068" y="1245298"/>
                  </a:lnTo>
                  <a:lnTo>
                    <a:pt x="581058" y="1245284"/>
                  </a:lnTo>
                  <a:lnTo>
                    <a:pt x="581049" y="1245271"/>
                  </a:lnTo>
                  <a:lnTo>
                    <a:pt x="581043" y="1245264"/>
                  </a:lnTo>
                  <a:lnTo>
                    <a:pt x="581026" y="1245242"/>
                  </a:lnTo>
                  <a:lnTo>
                    <a:pt x="581005" y="1245213"/>
                  </a:lnTo>
                  <a:lnTo>
                    <a:pt x="580992" y="1245195"/>
                  </a:lnTo>
                  <a:lnTo>
                    <a:pt x="580984" y="1245184"/>
                  </a:lnTo>
                  <a:lnTo>
                    <a:pt x="580979" y="1245180"/>
                  </a:lnTo>
                  <a:lnTo>
                    <a:pt x="580974" y="1245177"/>
                  </a:lnTo>
                  <a:lnTo>
                    <a:pt x="580966" y="1245174"/>
                  </a:lnTo>
                  <a:lnTo>
                    <a:pt x="580956" y="1245171"/>
                  </a:lnTo>
                  <a:lnTo>
                    <a:pt x="580946" y="1245168"/>
                  </a:lnTo>
                  <a:lnTo>
                    <a:pt x="580910" y="1245165"/>
                  </a:lnTo>
                  <a:lnTo>
                    <a:pt x="580896" y="1245166"/>
                  </a:lnTo>
                  <a:lnTo>
                    <a:pt x="580874" y="1245165"/>
                  </a:lnTo>
                  <a:lnTo>
                    <a:pt x="580865" y="1245164"/>
                  </a:lnTo>
                  <a:lnTo>
                    <a:pt x="580857" y="1245163"/>
                  </a:lnTo>
                  <a:lnTo>
                    <a:pt x="580849" y="1245162"/>
                  </a:lnTo>
                  <a:lnTo>
                    <a:pt x="580837" y="1245159"/>
                  </a:lnTo>
                  <a:lnTo>
                    <a:pt x="580825" y="1245156"/>
                  </a:lnTo>
                  <a:lnTo>
                    <a:pt x="580814" y="1245153"/>
                  </a:lnTo>
                  <a:lnTo>
                    <a:pt x="580799" y="1245148"/>
                  </a:lnTo>
                  <a:lnTo>
                    <a:pt x="580783" y="1245143"/>
                  </a:lnTo>
                  <a:lnTo>
                    <a:pt x="580766" y="1245139"/>
                  </a:lnTo>
                  <a:lnTo>
                    <a:pt x="580750" y="1245137"/>
                  </a:lnTo>
                  <a:lnTo>
                    <a:pt x="580730" y="1245133"/>
                  </a:lnTo>
                  <a:lnTo>
                    <a:pt x="580714" y="1245131"/>
                  </a:lnTo>
                  <a:lnTo>
                    <a:pt x="580694" y="1245128"/>
                  </a:lnTo>
                  <a:lnTo>
                    <a:pt x="580678" y="1245125"/>
                  </a:lnTo>
                  <a:lnTo>
                    <a:pt x="580658" y="1245122"/>
                  </a:lnTo>
                  <a:lnTo>
                    <a:pt x="580645" y="1245120"/>
                  </a:lnTo>
                  <a:lnTo>
                    <a:pt x="580637" y="1245118"/>
                  </a:lnTo>
                  <a:lnTo>
                    <a:pt x="580632" y="1245116"/>
                  </a:lnTo>
                  <a:lnTo>
                    <a:pt x="580627" y="1245114"/>
                  </a:lnTo>
                  <a:lnTo>
                    <a:pt x="580618" y="1245110"/>
                  </a:lnTo>
                  <a:lnTo>
                    <a:pt x="580595" y="1245098"/>
                  </a:lnTo>
                  <a:lnTo>
                    <a:pt x="580584" y="1245093"/>
                  </a:lnTo>
                  <a:lnTo>
                    <a:pt x="580569" y="1245087"/>
                  </a:lnTo>
                  <a:lnTo>
                    <a:pt x="580558" y="1245084"/>
                  </a:lnTo>
                  <a:lnTo>
                    <a:pt x="580545" y="1245080"/>
                  </a:lnTo>
                  <a:lnTo>
                    <a:pt x="580533" y="1245078"/>
                  </a:lnTo>
                  <a:lnTo>
                    <a:pt x="580519" y="1245077"/>
                  </a:lnTo>
                  <a:lnTo>
                    <a:pt x="580508" y="1245075"/>
                  </a:lnTo>
                  <a:lnTo>
                    <a:pt x="580496" y="1245072"/>
                  </a:lnTo>
                  <a:lnTo>
                    <a:pt x="580485" y="1245068"/>
                  </a:lnTo>
                  <a:lnTo>
                    <a:pt x="580473" y="1245063"/>
                  </a:lnTo>
                  <a:lnTo>
                    <a:pt x="580463" y="1245059"/>
                  </a:lnTo>
                  <a:lnTo>
                    <a:pt x="580458" y="1245056"/>
                  </a:lnTo>
                  <a:lnTo>
                    <a:pt x="580450" y="1245049"/>
                  </a:lnTo>
                  <a:lnTo>
                    <a:pt x="580442" y="1245040"/>
                  </a:lnTo>
                  <a:lnTo>
                    <a:pt x="580433" y="1245030"/>
                  </a:lnTo>
                  <a:lnTo>
                    <a:pt x="580420" y="1245020"/>
                  </a:lnTo>
                  <a:lnTo>
                    <a:pt x="580413" y="1245011"/>
                  </a:lnTo>
                  <a:lnTo>
                    <a:pt x="580405" y="1245003"/>
                  </a:lnTo>
                  <a:lnTo>
                    <a:pt x="580396" y="1244990"/>
                  </a:lnTo>
                  <a:lnTo>
                    <a:pt x="580386" y="1244981"/>
                  </a:lnTo>
                  <a:lnTo>
                    <a:pt x="580377" y="1244976"/>
                  </a:lnTo>
                  <a:lnTo>
                    <a:pt x="580357" y="1244969"/>
                  </a:lnTo>
                  <a:lnTo>
                    <a:pt x="580335" y="1244963"/>
                  </a:lnTo>
                  <a:lnTo>
                    <a:pt x="580324" y="1244957"/>
                  </a:lnTo>
                  <a:lnTo>
                    <a:pt x="580312" y="1244945"/>
                  </a:lnTo>
                  <a:lnTo>
                    <a:pt x="580304" y="1244935"/>
                  </a:lnTo>
                  <a:lnTo>
                    <a:pt x="580295" y="1244920"/>
                  </a:lnTo>
                  <a:lnTo>
                    <a:pt x="580288" y="1244906"/>
                  </a:lnTo>
                  <a:lnTo>
                    <a:pt x="580283" y="1244897"/>
                  </a:lnTo>
                  <a:lnTo>
                    <a:pt x="580281" y="1244891"/>
                  </a:lnTo>
                  <a:lnTo>
                    <a:pt x="580277" y="1244880"/>
                  </a:lnTo>
                  <a:lnTo>
                    <a:pt x="580274" y="1244873"/>
                  </a:lnTo>
                  <a:lnTo>
                    <a:pt x="580272" y="1244866"/>
                  </a:lnTo>
                  <a:lnTo>
                    <a:pt x="580270" y="1244857"/>
                  </a:lnTo>
                  <a:lnTo>
                    <a:pt x="580267" y="1244848"/>
                  </a:lnTo>
                  <a:lnTo>
                    <a:pt x="580265" y="1244837"/>
                  </a:lnTo>
                  <a:lnTo>
                    <a:pt x="580264" y="1244828"/>
                  </a:lnTo>
                  <a:lnTo>
                    <a:pt x="580264" y="1244819"/>
                  </a:lnTo>
                  <a:lnTo>
                    <a:pt x="580264" y="1244808"/>
                  </a:lnTo>
                  <a:lnTo>
                    <a:pt x="580264" y="1244799"/>
                  </a:lnTo>
                  <a:lnTo>
                    <a:pt x="580266" y="1244777"/>
                  </a:lnTo>
                  <a:lnTo>
                    <a:pt x="580269" y="1244752"/>
                  </a:lnTo>
                  <a:lnTo>
                    <a:pt x="580270" y="1244744"/>
                  </a:lnTo>
                  <a:lnTo>
                    <a:pt x="580271" y="1244734"/>
                  </a:lnTo>
                  <a:lnTo>
                    <a:pt x="580273" y="1244728"/>
                  </a:lnTo>
                  <a:lnTo>
                    <a:pt x="580279" y="1244704"/>
                  </a:lnTo>
                  <a:lnTo>
                    <a:pt x="580282" y="1244692"/>
                  </a:lnTo>
                  <a:lnTo>
                    <a:pt x="580285" y="1244679"/>
                  </a:lnTo>
                  <a:lnTo>
                    <a:pt x="580287" y="1244673"/>
                  </a:lnTo>
                  <a:lnTo>
                    <a:pt x="580292" y="1244657"/>
                  </a:lnTo>
                  <a:lnTo>
                    <a:pt x="580298" y="1244639"/>
                  </a:lnTo>
                  <a:lnTo>
                    <a:pt x="580304" y="1244625"/>
                  </a:lnTo>
                  <a:lnTo>
                    <a:pt x="580312" y="1244612"/>
                  </a:lnTo>
                  <a:lnTo>
                    <a:pt x="580313" y="1244605"/>
                  </a:lnTo>
                  <a:lnTo>
                    <a:pt x="580309" y="1244600"/>
                  </a:lnTo>
                  <a:lnTo>
                    <a:pt x="580298" y="1244591"/>
                  </a:lnTo>
                  <a:lnTo>
                    <a:pt x="580283" y="1244580"/>
                  </a:lnTo>
                  <a:lnTo>
                    <a:pt x="580276" y="1244575"/>
                  </a:lnTo>
                  <a:lnTo>
                    <a:pt x="580261" y="1244566"/>
                  </a:lnTo>
                  <a:lnTo>
                    <a:pt x="580249" y="1244559"/>
                  </a:lnTo>
                  <a:lnTo>
                    <a:pt x="580236" y="1244553"/>
                  </a:lnTo>
                  <a:lnTo>
                    <a:pt x="580228" y="1244548"/>
                  </a:lnTo>
                  <a:lnTo>
                    <a:pt x="580217" y="1244542"/>
                  </a:lnTo>
                  <a:lnTo>
                    <a:pt x="580206" y="1244536"/>
                  </a:lnTo>
                  <a:lnTo>
                    <a:pt x="580200" y="1244532"/>
                  </a:lnTo>
                  <a:lnTo>
                    <a:pt x="580195" y="1244527"/>
                  </a:lnTo>
                  <a:lnTo>
                    <a:pt x="580189" y="1244521"/>
                  </a:lnTo>
                  <a:lnTo>
                    <a:pt x="580179" y="1244511"/>
                  </a:lnTo>
                  <a:lnTo>
                    <a:pt x="580172" y="1244503"/>
                  </a:lnTo>
                  <a:lnTo>
                    <a:pt x="580167" y="1244496"/>
                  </a:lnTo>
                  <a:lnTo>
                    <a:pt x="580159" y="1244484"/>
                  </a:lnTo>
                  <a:lnTo>
                    <a:pt x="580153" y="1244475"/>
                  </a:lnTo>
                  <a:lnTo>
                    <a:pt x="580149" y="1244467"/>
                  </a:lnTo>
                  <a:lnTo>
                    <a:pt x="580136" y="1244439"/>
                  </a:lnTo>
                  <a:lnTo>
                    <a:pt x="580128" y="1244418"/>
                  </a:lnTo>
                  <a:lnTo>
                    <a:pt x="580118" y="1244393"/>
                  </a:lnTo>
                  <a:lnTo>
                    <a:pt x="580111" y="1244377"/>
                  </a:lnTo>
                  <a:lnTo>
                    <a:pt x="580101" y="1244347"/>
                  </a:lnTo>
                  <a:lnTo>
                    <a:pt x="580094" y="1244323"/>
                  </a:lnTo>
                  <a:lnTo>
                    <a:pt x="580087" y="1244301"/>
                  </a:lnTo>
                  <a:lnTo>
                    <a:pt x="580081" y="1244283"/>
                  </a:lnTo>
                  <a:lnTo>
                    <a:pt x="580078" y="1244275"/>
                  </a:lnTo>
                  <a:lnTo>
                    <a:pt x="580075" y="1244265"/>
                  </a:lnTo>
                  <a:lnTo>
                    <a:pt x="580069" y="1244255"/>
                  </a:lnTo>
                  <a:lnTo>
                    <a:pt x="580061" y="1244240"/>
                  </a:lnTo>
                  <a:lnTo>
                    <a:pt x="580042" y="1244209"/>
                  </a:lnTo>
                  <a:lnTo>
                    <a:pt x="580036" y="1244197"/>
                  </a:lnTo>
                  <a:lnTo>
                    <a:pt x="580020" y="1244163"/>
                  </a:lnTo>
                  <a:lnTo>
                    <a:pt x="580011" y="1244143"/>
                  </a:lnTo>
                  <a:lnTo>
                    <a:pt x="579999" y="1244118"/>
                  </a:lnTo>
                  <a:lnTo>
                    <a:pt x="579994" y="1244109"/>
                  </a:lnTo>
                  <a:lnTo>
                    <a:pt x="579982" y="1244085"/>
                  </a:lnTo>
                  <a:lnTo>
                    <a:pt x="579974" y="1244073"/>
                  </a:lnTo>
                  <a:lnTo>
                    <a:pt x="579968" y="1244064"/>
                  </a:lnTo>
                  <a:lnTo>
                    <a:pt x="579961" y="1244057"/>
                  </a:lnTo>
                  <a:lnTo>
                    <a:pt x="579952" y="1244048"/>
                  </a:lnTo>
                  <a:lnTo>
                    <a:pt x="579941" y="1244038"/>
                  </a:lnTo>
                  <a:lnTo>
                    <a:pt x="579930" y="1244030"/>
                  </a:lnTo>
                  <a:lnTo>
                    <a:pt x="579923" y="1244025"/>
                  </a:lnTo>
                  <a:lnTo>
                    <a:pt x="579900" y="1244011"/>
                  </a:lnTo>
                  <a:lnTo>
                    <a:pt x="579885" y="1244001"/>
                  </a:lnTo>
                  <a:lnTo>
                    <a:pt x="579873" y="1243993"/>
                  </a:lnTo>
                  <a:lnTo>
                    <a:pt x="579868" y="1243990"/>
                  </a:lnTo>
                  <a:lnTo>
                    <a:pt x="579861" y="1243984"/>
                  </a:lnTo>
                  <a:lnTo>
                    <a:pt x="579856" y="1243980"/>
                  </a:lnTo>
                  <a:lnTo>
                    <a:pt x="579848" y="1243974"/>
                  </a:lnTo>
                  <a:lnTo>
                    <a:pt x="579843" y="1243968"/>
                  </a:lnTo>
                  <a:lnTo>
                    <a:pt x="579838" y="1243964"/>
                  </a:lnTo>
                  <a:lnTo>
                    <a:pt x="579836" y="1243959"/>
                  </a:lnTo>
                  <a:lnTo>
                    <a:pt x="579833" y="1243954"/>
                  </a:lnTo>
                  <a:lnTo>
                    <a:pt x="579830" y="1243944"/>
                  </a:lnTo>
                  <a:lnTo>
                    <a:pt x="579827" y="1243928"/>
                  </a:lnTo>
                  <a:lnTo>
                    <a:pt x="579825" y="1243916"/>
                  </a:lnTo>
                  <a:lnTo>
                    <a:pt x="579823" y="1243899"/>
                  </a:lnTo>
                  <a:lnTo>
                    <a:pt x="579823" y="1243876"/>
                  </a:lnTo>
                  <a:lnTo>
                    <a:pt x="579823" y="1243866"/>
                  </a:lnTo>
                  <a:lnTo>
                    <a:pt x="579824" y="1243855"/>
                  </a:lnTo>
                  <a:lnTo>
                    <a:pt x="579826" y="1243836"/>
                  </a:lnTo>
                  <a:lnTo>
                    <a:pt x="579826" y="1243823"/>
                  </a:lnTo>
                  <a:lnTo>
                    <a:pt x="579826" y="1243807"/>
                  </a:lnTo>
                  <a:lnTo>
                    <a:pt x="579821" y="1243779"/>
                  </a:lnTo>
                  <a:lnTo>
                    <a:pt x="579818" y="1243764"/>
                  </a:lnTo>
                  <a:lnTo>
                    <a:pt x="579813" y="1243740"/>
                  </a:lnTo>
                  <a:lnTo>
                    <a:pt x="579808" y="1243721"/>
                  </a:lnTo>
                  <a:lnTo>
                    <a:pt x="579803" y="1243705"/>
                  </a:lnTo>
                  <a:lnTo>
                    <a:pt x="579802" y="1243698"/>
                  </a:lnTo>
                  <a:lnTo>
                    <a:pt x="579802" y="1243692"/>
                  </a:lnTo>
                  <a:lnTo>
                    <a:pt x="579804" y="1243684"/>
                  </a:lnTo>
                  <a:lnTo>
                    <a:pt x="579808" y="1243675"/>
                  </a:lnTo>
                  <a:lnTo>
                    <a:pt x="579824" y="1243631"/>
                  </a:lnTo>
                  <a:lnTo>
                    <a:pt x="579833" y="1243605"/>
                  </a:lnTo>
                  <a:lnTo>
                    <a:pt x="579839" y="1243585"/>
                  </a:lnTo>
                  <a:lnTo>
                    <a:pt x="579851" y="1243541"/>
                  </a:lnTo>
                  <a:lnTo>
                    <a:pt x="579861" y="1243498"/>
                  </a:lnTo>
                  <a:lnTo>
                    <a:pt x="579867" y="1243467"/>
                  </a:lnTo>
                  <a:lnTo>
                    <a:pt x="579872" y="1243451"/>
                  </a:lnTo>
                  <a:lnTo>
                    <a:pt x="579874" y="1243444"/>
                  </a:lnTo>
                  <a:lnTo>
                    <a:pt x="579877" y="1243436"/>
                  </a:lnTo>
                  <a:lnTo>
                    <a:pt x="579880" y="1243426"/>
                  </a:lnTo>
                  <a:lnTo>
                    <a:pt x="579880" y="1243419"/>
                  </a:lnTo>
                  <a:lnTo>
                    <a:pt x="579878" y="1243413"/>
                  </a:lnTo>
                  <a:lnTo>
                    <a:pt x="579874" y="1243405"/>
                  </a:lnTo>
                  <a:lnTo>
                    <a:pt x="579864" y="1243382"/>
                  </a:lnTo>
                  <a:lnTo>
                    <a:pt x="579859" y="1243371"/>
                  </a:lnTo>
                  <a:lnTo>
                    <a:pt x="579852" y="1243356"/>
                  </a:lnTo>
                  <a:lnTo>
                    <a:pt x="579849" y="1243348"/>
                  </a:lnTo>
                  <a:lnTo>
                    <a:pt x="579842" y="1243334"/>
                  </a:lnTo>
                  <a:lnTo>
                    <a:pt x="579837" y="1243327"/>
                  </a:lnTo>
                  <a:lnTo>
                    <a:pt x="579831" y="1243321"/>
                  </a:lnTo>
                  <a:lnTo>
                    <a:pt x="579821" y="1243312"/>
                  </a:lnTo>
                  <a:lnTo>
                    <a:pt x="579817" y="1243309"/>
                  </a:lnTo>
                  <a:lnTo>
                    <a:pt x="579797" y="1243292"/>
                  </a:lnTo>
                  <a:lnTo>
                    <a:pt x="579779" y="1243277"/>
                  </a:lnTo>
                  <a:lnTo>
                    <a:pt x="579775" y="1243272"/>
                  </a:lnTo>
                  <a:lnTo>
                    <a:pt x="579767" y="1243266"/>
                  </a:lnTo>
                  <a:lnTo>
                    <a:pt x="579759" y="1243259"/>
                  </a:lnTo>
                  <a:lnTo>
                    <a:pt x="579739" y="1243242"/>
                  </a:lnTo>
                  <a:lnTo>
                    <a:pt x="579712" y="1243220"/>
                  </a:lnTo>
                  <a:lnTo>
                    <a:pt x="579700" y="1243211"/>
                  </a:lnTo>
                  <a:lnTo>
                    <a:pt x="579673" y="1243188"/>
                  </a:lnTo>
                  <a:lnTo>
                    <a:pt x="579657" y="1243176"/>
                  </a:lnTo>
                  <a:lnTo>
                    <a:pt x="579648" y="1243169"/>
                  </a:lnTo>
                  <a:lnTo>
                    <a:pt x="579629" y="1243154"/>
                  </a:lnTo>
                  <a:lnTo>
                    <a:pt x="579602" y="1243135"/>
                  </a:lnTo>
                  <a:lnTo>
                    <a:pt x="579591" y="1243127"/>
                  </a:lnTo>
                  <a:lnTo>
                    <a:pt x="579571" y="1243113"/>
                  </a:lnTo>
                  <a:lnTo>
                    <a:pt x="579547" y="1243098"/>
                  </a:lnTo>
                  <a:lnTo>
                    <a:pt x="579527" y="1243086"/>
                  </a:lnTo>
                  <a:lnTo>
                    <a:pt x="579508" y="1243074"/>
                  </a:lnTo>
                  <a:lnTo>
                    <a:pt x="579492" y="1243063"/>
                  </a:lnTo>
                  <a:lnTo>
                    <a:pt x="579481" y="1243055"/>
                  </a:lnTo>
                  <a:lnTo>
                    <a:pt x="579457" y="1243039"/>
                  </a:lnTo>
                  <a:lnTo>
                    <a:pt x="579436" y="1243026"/>
                  </a:lnTo>
                  <a:lnTo>
                    <a:pt x="579424" y="1243017"/>
                  </a:lnTo>
                  <a:lnTo>
                    <a:pt x="579410" y="1243008"/>
                  </a:lnTo>
                  <a:lnTo>
                    <a:pt x="579395" y="1242999"/>
                  </a:lnTo>
                  <a:lnTo>
                    <a:pt x="579382" y="1242987"/>
                  </a:lnTo>
                  <a:lnTo>
                    <a:pt x="579352" y="1242963"/>
                  </a:lnTo>
                  <a:lnTo>
                    <a:pt x="579338" y="1242952"/>
                  </a:lnTo>
                  <a:lnTo>
                    <a:pt x="579327" y="1242945"/>
                  </a:lnTo>
                  <a:lnTo>
                    <a:pt x="579317" y="1242940"/>
                  </a:lnTo>
                  <a:lnTo>
                    <a:pt x="579294" y="1242930"/>
                  </a:lnTo>
                  <a:lnTo>
                    <a:pt x="579271" y="1242921"/>
                  </a:lnTo>
                  <a:lnTo>
                    <a:pt x="579255" y="1242917"/>
                  </a:lnTo>
                  <a:lnTo>
                    <a:pt x="579235" y="1242913"/>
                  </a:lnTo>
                  <a:lnTo>
                    <a:pt x="579216" y="1242910"/>
                  </a:lnTo>
                  <a:lnTo>
                    <a:pt x="579205" y="1242909"/>
                  </a:lnTo>
                  <a:lnTo>
                    <a:pt x="579197" y="1242908"/>
                  </a:lnTo>
                  <a:lnTo>
                    <a:pt x="579186" y="1242905"/>
                  </a:lnTo>
                  <a:lnTo>
                    <a:pt x="579177" y="1242902"/>
                  </a:lnTo>
                  <a:lnTo>
                    <a:pt x="579170" y="1242899"/>
                  </a:lnTo>
                  <a:lnTo>
                    <a:pt x="579158" y="1242893"/>
                  </a:lnTo>
                  <a:lnTo>
                    <a:pt x="579138" y="1242881"/>
                  </a:lnTo>
                  <a:lnTo>
                    <a:pt x="579122" y="1242872"/>
                  </a:lnTo>
                  <a:lnTo>
                    <a:pt x="579113" y="1242867"/>
                  </a:lnTo>
                  <a:lnTo>
                    <a:pt x="579102" y="1242864"/>
                  </a:lnTo>
                  <a:lnTo>
                    <a:pt x="579092" y="1242862"/>
                  </a:lnTo>
                  <a:lnTo>
                    <a:pt x="579080" y="1242861"/>
                  </a:lnTo>
                  <a:lnTo>
                    <a:pt x="579073" y="1242860"/>
                  </a:lnTo>
                  <a:lnTo>
                    <a:pt x="579061" y="1242860"/>
                  </a:lnTo>
                  <a:lnTo>
                    <a:pt x="579045" y="1242859"/>
                  </a:lnTo>
                  <a:lnTo>
                    <a:pt x="579036" y="1242858"/>
                  </a:lnTo>
                  <a:lnTo>
                    <a:pt x="579029" y="1242857"/>
                  </a:lnTo>
                  <a:lnTo>
                    <a:pt x="579024" y="1242855"/>
                  </a:lnTo>
                  <a:lnTo>
                    <a:pt x="579016" y="1242851"/>
                  </a:lnTo>
                  <a:lnTo>
                    <a:pt x="579003" y="1242845"/>
                  </a:lnTo>
                  <a:lnTo>
                    <a:pt x="578995" y="1242842"/>
                  </a:lnTo>
                  <a:lnTo>
                    <a:pt x="578987" y="1242840"/>
                  </a:lnTo>
                  <a:lnTo>
                    <a:pt x="578971" y="1242838"/>
                  </a:lnTo>
                  <a:lnTo>
                    <a:pt x="578955" y="1242834"/>
                  </a:lnTo>
                  <a:lnTo>
                    <a:pt x="578938" y="1242830"/>
                  </a:lnTo>
                  <a:lnTo>
                    <a:pt x="578929" y="1242828"/>
                  </a:lnTo>
                  <a:lnTo>
                    <a:pt x="578915" y="1242828"/>
                  </a:lnTo>
                  <a:lnTo>
                    <a:pt x="578893" y="1242830"/>
                  </a:lnTo>
                  <a:lnTo>
                    <a:pt x="578878" y="1242830"/>
                  </a:lnTo>
                  <a:lnTo>
                    <a:pt x="578861" y="1242831"/>
                  </a:lnTo>
                  <a:lnTo>
                    <a:pt x="578856" y="1242832"/>
                  </a:lnTo>
                  <a:lnTo>
                    <a:pt x="578847" y="1242833"/>
                  </a:lnTo>
                  <a:lnTo>
                    <a:pt x="578837" y="1242835"/>
                  </a:lnTo>
                  <a:lnTo>
                    <a:pt x="578823" y="1242838"/>
                  </a:lnTo>
                  <a:lnTo>
                    <a:pt x="578816" y="1242838"/>
                  </a:lnTo>
                  <a:lnTo>
                    <a:pt x="578805" y="1242836"/>
                  </a:lnTo>
                  <a:lnTo>
                    <a:pt x="578797" y="1242833"/>
                  </a:lnTo>
                  <a:lnTo>
                    <a:pt x="578791" y="1242830"/>
                  </a:lnTo>
                  <a:lnTo>
                    <a:pt x="578783" y="1242824"/>
                  </a:lnTo>
                  <a:lnTo>
                    <a:pt x="578776" y="1242818"/>
                  </a:lnTo>
                  <a:lnTo>
                    <a:pt x="578769" y="1242809"/>
                  </a:lnTo>
                  <a:lnTo>
                    <a:pt x="578761" y="1242797"/>
                  </a:lnTo>
                  <a:lnTo>
                    <a:pt x="578753" y="1242783"/>
                  </a:lnTo>
                  <a:lnTo>
                    <a:pt x="578748" y="1242770"/>
                  </a:lnTo>
                  <a:lnTo>
                    <a:pt x="578741" y="1242752"/>
                  </a:lnTo>
                  <a:lnTo>
                    <a:pt x="578731" y="1242734"/>
                  </a:lnTo>
                  <a:lnTo>
                    <a:pt x="578717" y="1242705"/>
                  </a:lnTo>
                  <a:lnTo>
                    <a:pt x="578707" y="1242686"/>
                  </a:lnTo>
                  <a:lnTo>
                    <a:pt x="578699" y="1242666"/>
                  </a:lnTo>
                  <a:lnTo>
                    <a:pt x="578696" y="1242659"/>
                  </a:lnTo>
                  <a:lnTo>
                    <a:pt x="578687" y="1242634"/>
                  </a:lnTo>
                  <a:lnTo>
                    <a:pt x="578681" y="1242613"/>
                  </a:lnTo>
                  <a:lnTo>
                    <a:pt x="578677" y="1242601"/>
                  </a:lnTo>
                  <a:lnTo>
                    <a:pt x="578674" y="1242589"/>
                  </a:lnTo>
                  <a:lnTo>
                    <a:pt x="578672" y="1242574"/>
                  </a:lnTo>
                  <a:lnTo>
                    <a:pt x="578666" y="1242543"/>
                  </a:lnTo>
                  <a:lnTo>
                    <a:pt x="578665" y="1242531"/>
                  </a:lnTo>
                  <a:lnTo>
                    <a:pt x="578664" y="1242519"/>
                  </a:lnTo>
                  <a:lnTo>
                    <a:pt x="578663" y="1242511"/>
                  </a:lnTo>
                  <a:lnTo>
                    <a:pt x="578662" y="1242499"/>
                  </a:lnTo>
                  <a:lnTo>
                    <a:pt x="578663" y="1242482"/>
                  </a:lnTo>
                  <a:lnTo>
                    <a:pt x="578663" y="1242477"/>
                  </a:lnTo>
                  <a:lnTo>
                    <a:pt x="578663" y="1242467"/>
                  </a:lnTo>
                  <a:lnTo>
                    <a:pt x="578663" y="1242458"/>
                  </a:lnTo>
                  <a:lnTo>
                    <a:pt x="578662" y="1242448"/>
                  </a:lnTo>
                  <a:lnTo>
                    <a:pt x="578660" y="1242444"/>
                  </a:lnTo>
                  <a:lnTo>
                    <a:pt x="578655" y="1242437"/>
                  </a:lnTo>
                  <a:lnTo>
                    <a:pt x="578646" y="1242432"/>
                  </a:lnTo>
                  <a:lnTo>
                    <a:pt x="578639" y="1242428"/>
                  </a:lnTo>
                  <a:lnTo>
                    <a:pt x="578626" y="1242422"/>
                  </a:lnTo>
                  <a:lnTo>
                    <a:pt x="578615" y="1242417"/>
                  </a:lnTo>
                  <a:lnTo>
                    <a:pt x="578607" y="1242412"/>
                  </a:lnTo>
                  <a:lnTo>
                    <a:pt x="578601" y="1242406"/>
                  </a:lnTo>
                  <a:lnTo>
                    <a:pt x="578595" y="1242401"/>
                  </a:lnTo>
                  <a:lnTo>
                    <a:pt x="578592" y="1242397"/>
                  </a:lnTo>
                  <a:lnTo>
                    <a:pt x="578590" y="1242393"/>
                  </a:lnTo>
                  <a:lnTo>
                    <a:pt x="578586" y="1242382"/>
                  </a:lnTo>
                  <a:lnTo>
                    <a:pt x="578582" y="1242373"/>
                  </a:lnTo>
                  <a:lnTo>
                    <a:pt x="578578" y="1242364"/>
                  </a:lnTo>
                  <a:lnTo>
                    <a:pt x="578574" y="1242359"/>
                  </a:lnTo>
                  <a:lnTo>
                    <a:pt x="578568" y="1242354"/>
                  </a:lnTo>
                  <a:lnTo>
                    <a:pt x="578562" y="1242350"/>
                  </a:lnTo>
                  <a:lnTo>
                    <a:pt x="578553" y="1242346"/>
                  </a:lnTo>
                  <a:lnTo>
                    <a:pt x="578548" y="1242344"/>
                  </a:lnTo>
                  <a:lnTo>
                    <a:pt x="578535" y="1242340"/>
                  </a:lnTo>
                  <a:lnTo>
                    <a:pt x="578526" y="1242336"/>
                  </a:lnTo>
                  <a:lnTo>
                    <a:pt x="578518" y="1242332"/>
                  </a:lnTo>
                  <a:lnTo>
                    <a:pt x="578513" y="1242329"/>
                  </a:lnTo>
                  <a:lnTo>
                    <a:pt x="578508" y="1242325"/>
                  </a:lnTo>
                  <a:lnTo>
                    <a:pt x="578503" y="1242319"/>
                  </a:lnTo>
                  <a:lnTo>
                    <a:pt x="578500" y="1242315"/>
                  </a:lnTo>
                  <a:lnTo>
                    <a:pt x="578493" y="1242302"/>
                  </a:lnTo>
                  <a:lnTo>
                    <a:pt x="578489" y="1242294"/>
                  </a:lnTo>
                  <a:lnTo>
                    <a:pt x="578484" y="1242285"/>
                  </a:lnTo>
                  <a:lnTo>
                    <a:pt x="578478" y="1242274"/>
                  </a:lnTo>
                  <a:lnTo>
                    <a:pt x="578471" y="1242264"/>
                  </a:lnTo>
                  <a:lnTo>
                    <a:pt x="578462" y="1242250"/>
                  </a:lnTo>
                  <a:lnTo>
                    <a:pt x="578445" y="1242226"/>
                  </a:lnTo>
                  <a:lnTo>
                    <a:pt x="578435" y="1242211"/>
                  </a:lnTo>
                  <a:lnTo>
                    <a:pt x="578422" y="1242189"/>
                  </a:lnTo>
                  <a:lnTo>
                    <a:pt x="578413" y="1242171"/>
                  </a:lnTo>
                  <a:lnTo>
                    <a:pt x="578403" y="1242152"/>
                  </a:lnTo>
                  <a:lnTo>
                    <a:pt x="578399" y="1242141"/>
                  </a:lnTo>
                  <a:lnTo>
                    <a:pt x="578393" y="1242128"/>
                  </a:lnTo>
                  <a:lnTo>
                    <a:pt x="578387" y="1242115"/>
                  </a:lnTo>
                  <a:lnTo>
                    <a:pt x="578385" y="1242109"/>
                  </a:lnTo>
                  <a:lnTo>
                    <a:pt x="578383" y="1242105"/>
                  </a:lnTo>
                  <a:lnTo>
                    <a:pt x="578380" y="1242095"/>
                  </a:lnTo>
                  <a:lnTo>
                    <a:pt x="578374" y="1242077"/>
                  </a:lnTo>
                  <a:lnTo>
                    <a:pt x="578370" y="1242062"/>
                  </a:lnTo>
                  <a:lnTo>
                    <a:pt x="578368" y="1242052"/>
                  </a:lnTo>
                  <a:lnTo>
                    <a:pt x="578366" y="1242042"/>
                  </a:lnTo>
                  <a:lnTo>
                    <a:pt x="578363" y="1242025"/>
                  </a:lnTo>
                  <a:lnTo>
                    <a:pt x="578361" y="1242013"/>
                  </a:lnTo>
                  <a:lnTo>
                    <a:pt x="578359" y="1241998"/>
                  </a:lnTo>
                  <a:lnTo>
                    <a:pt x="578357" y="1241979"/>
                  </a:lnTo>
                  <a:lnTo>
                    <a:pt x="578356" y="1241973"/>
                  </a:lnTo>
                  <a:lnTo>
                    <a:pt x="578353" y="1241964"/>
                  </a:lnTo>
                  <a:lnTo>
                    <a:pt x="578352" y="1241957"/>
                  </a:lnTo>
                  <a:lnTo>
                    <a:pt x="578349" y="1241949"/>
                  </a:lnTo>
                  <a:lnTo>
                    <a:pt x="578345" y="1241941"/>
                  </a:lnTo>
                  <a:lnTo>
                    <a:pt x="578341" y="1241931"/>
                  </a:lnTo>
                  <a:lnTo>
                    <a:pt x="578336" y="1241923"/>
                  </a:lnTo>
                  <a:lnTo>
                    <a:pt x="578333" y="1241918"/>
                  </a:lnTo>
                  <a:lnTo>
                    <a:pt x="578319" y="1241895"/>
                  </a:lnTo>
                  <a:lnTo>
                    <a:pt x="578309" y="1241879"/>
                  </a:lnTo>
                  <a:lnTo>
                    <a:pt x="578293" y="1241856"/>
                  </a:lnTo>
                  <a:lnTo>
                    <a:pt x="578278" y="1241836"/>
                  </a:lnTo>
                  <a:lnTo>
                    <a:pt x="578270" y="1241824"/>
                  </a:lnTo>
                  <a:lnTo>
                    <a:pt x="578265" y="1241816"/>
                  </a:lnTo>
                  <a:lnTo>
                    <a:pt x="578257" y="1241805"/>
                  </a:lnTo>
                  <a:lnTo>
                    <a:pt x="578250" y="1241793"/>
                  </a:lnTo>
                  <a:lnTo>
                    <a:pt x="578240" y="1241776"/>
                  </a:lnTo>
                  <a:lnTo>
                    <a:pt x="578233" y="1241765"/>
                  </a:lnTo>
                  <a:lnTo>
                    <a:pt x="578227" y="1241756"/>
                  </a:lnTo>
                  <a:lnTo>
                    <a:pt x="578223" y="1241750"/>
                  </a:lnTo>
                  <a:lnTo>
                    <a:pt x="578216" y="1241739"/>
                  </a:lnTo>
                  <a:lnTo>
                    <a:pt x="578210" y="1241731"/>
                  </a:lnTo>
                  <a:lnTo>
                    <a:pt x="578199" y="1241709"/>
                  </a:lnTo>
                  <a:lnTo>
                    <a:pt x="578192" y="1241699"/>
                  </a:lnTo>
                  <a:lnTo>
                    <a:pt x="578189" y="1241694"/>
                  </a:lnTo>
                  <a:lnTo>
                    <a:pt x="578185" y="1241686"/>
                  </a:lnTo>
                  <a:lnTo>
                    <a:pt x="578178" y="1241675"/>
                  </a:lnTo>
                  <a:lnTo>
                    <a:pt x="578174" y="1241668"/>
                  </a:lnTo>
                  <a:lnTo>
                    <a:pt x="578169" y="1241663"/>
                  </a:lnTo>
                  <a:lnTo>
                    <a:pt x="578165" y="1241660"/>
                  </a:lnTo>
                  <a:lnTo>
                    <a:pt x="578159" y="1241659"/>
                  </a:lnTo>
                  <a:lnTo>
                    <a:pt x="578139" y="1241656"/>
                  </a:lnTo>
                  <a:lnTo>
                    <a:pt x="578125" y="1241653"/>
                  </a:lnTo>
                  <a:lnTo>
                    <a:pt x="578110" y="1241651"/>
                  </a:lnTo>
                  <a:lnTo>
                    <a:pt x="578102" y="1241651"/>
                  </a:lnTo>
                  <a:lnTo>
                    <a:pt x="578082" y="1241651"/>
                  </a:lnTo>
                  <a:lnTo>
                    <a:pt x="578063" y="1241652"/>
                  </a:lnTo>
                  <a:lnTo>
                    <a:pt x="578053" y="1241652"/>
                  </a:lnTo>
                  <a:lnTo>
                    <a:pt x="578035" y="1241654"/>
                  </a:lnTo>
                  <a:lnTo>
                    <a:pt x="578024" y="1241654"/>
                  </a:lnTo>
                  <a:lnTo>
                    <a:pt x="578019" y="1241655"/>
                  </a:lnTo>
                  <a:lnTo>
                    <a:pt x="578013" y="1241656"/>
                  </a:lnTo>
                  <a:lnTo>
                    <a:pt x="578007" y="1241658"/>
                  </a:lnTo>
                  <a:lnTo>
                    <a:pt x="577998" y="1241660"/>
                  </a:lnTo>
                  <a:lnTo>
                    <a:pt x="577992" y="1241663"/>
                  </a:lnTo>
                  <a:lnTo>
                    <a:pt x="577983" y="1241669"/>
                  </a:lnTo>
                  <a:lnTo>
                    <a:pt x="577965" y="1241682"/>
                  </a:lnTo>
                  <a:lnTo>
                    <a:pt x="577959" y="1241686"/>
                  </a:lnTo>
                  <a:lnTo>
                    <a:pt x="577950" y="1241692"/>
                  </a:lnTo>
                  <a:lnTo>
                    <a:pt x="577939" y="1241698"/>
                  </a:lnTo>
                  <a:lnTo>
                    <a:pt x="577933" y="1241701"/>
                  </a:lnTo>
                  <a:lnTo>
                    <a:pt x="577927" y="1241702"/>
                  </a:lnTo>
                  <a:lnTo>
                    <a:pt x="577922" y="1241703"/>
                  </a:lnTo>
                  <a:lnTo>
                    <a:pt x="577908" y="1241703"/>
                  </a:lnTo>
                  <a:lnTo>
                    <a:pt x="577895" y="1241702"/>
                  </a:lnTo>
                  <a:lnTo>
                    <a:pt x="577879" y="1241701"/>
                  </a:lnTo>
                  <a:lnTo>
                    <a:pt x="577866" y="1241699"/>
                  </a:lnTo>
                  <a:lnTo>
                    <a:pt x="577850" y="1241697"/>
                  </a:lnTo>
                  <a:lnTo>
                    <a:pt x="577837" y="1241696"/>
                  </a:lnTo>
                  <a:lnTo>
                    <a:pt x="577821" y="1241693"/>
                  </a:lnTo>
                  <a:lnTo>
                    <a:pt x="577810" y="1241691"/>
                  </a:lnTo>
                  <a:lnTo>
                    <a:pt x="577793" y="1241688"/>
                  </a:lnTo>
                  <a:lnTo>
                    <a:pt x="577782" y="1241685"/>
                  </a:lnTo>
                  <a:lnTo>
                    <a:pt x="577764" y="1241681"/>
                  </a:lnTo>
                  <a:lnTo>
                    <a:pt x="577749" y="1241679"/>
                  </a:lnTo>
                  <a:lnTo>
                    <a:pt x="577736" y="1241678"/>
                  </a:lnTo>
                  <a:lnTo>
                    <a:pt x="577723" y="1241679"/>
                  </a:lnTo>
                  <a:lnTo>
                    <a:pt x="577706" y="1241679"/>
                  </a:lnTo>
                  <a:lnTo>
                    <a:pt x="577690" y="1241681"/>
                  </a:lnTo>
                  <a:lnTo>
                    <a:pt x="577669" y="1241682"/>
                  </a:lnTo>
                  <a:lnTo>
                    <a:pt x="577648" y="1241683"/>
                  </a:lnTo>
                  <a:lnTo>
                    <a:pt x="577619" y="1241681"/>
                  </a:lnTo>
                  <a:lnTo>
                    <a:pt x="577594" y="1241679"/>
                  </a:lnTo>
                  <a:lnTo>
                    <a:pt x="577578" y="1241678"/>
                  </a:lnTo>
                  <a:lnTo>
                    <a:pt x="577573" y="1241678"/>
                  </a:lnTo>
                  <a:lnTo>
                    <a:pt x="577567" y="1241679"/>
                  </a:lnTo>
                  <a:lnTo>
                    <a:pt x="577561" y="1241679"/>
                  </a:lnTo>
                  <a:lnTo>
                    <a:pt x="577556" y="1241681"/>
                  </a:lnTo>
                  <a:lnTo>
                    <a:pt x="577544" y="1241684"/>
                  </a:lnTo>
                  <a:lnTo>
                    <a:pt x="577533" y="1241687"/>
                  </a:lnTo>
                  <a:lnTo>
                    <a:pt x="577528" y="1241688"/>
                  </a:lnTo>
                  <a:lnTo>
                    <a:pt x="577521" y="1241688"/>
                  </a:lnTo>
                  <a:lnTo>
                    <a:pt x="577513" y="1241687"/>
                  </a:lnTo>
                  <a:lnTo>
                    <a:pt x="577505" y="1241685"/>
                  </a:lnTo>
                  <a:lnTo>
                    <a:pt x="577498" y="1241682"/>
                  </a:lnTo>
                  <a:lnTo>
                    <a:pt x="577492" y="1241679"/>
                  </a:lnTo>
                  <a:lnTo>
                    <a:pt x="577487" y="1241675"/>
                  </a:lnTo>
                  <a:lnTo>
                    <a:pt x="577481" y="1241669"/>
                  </a:lnTo>
                  <a:lnTo>
                    <a:pt x="577474" y="1241662"/>
                  </a:lnTo>
                  <a:lnTo>
                    <a:pt x="577464" y="1241650"/>
                  </a:lnTo>
                  <a:lnTo>
                    <a:pt x="577454" y="1241640"/>
                  </a:lnTo>
                  <a:lnTo>
                    <a:pt x="577448" y="1241634"/>
                  </a:lnTo>
                  <a:lnTo>
                    <a:pt x="577439" y="1241625"/>
                  </a:lnTo>
                  <a:lnTo>
                    <a:pt x="577429" y="1241617"/>
                  </a:lnTo>
                  <a:lnTo>
                    <a:pt x="577422" y="1241611"/>
                  </a:lnTo>
                  <a:lnTo>
                    <a:pt x="577417" y="1241607"/>
                  </a:lnTo>
                  <a:lnTo>
                    <a:pt x="577404" y="1241598"/>
                  </a:lnTo>
                  <a:lnTo>
                    <a:pt x="577396" y="1241593"/>
                  </a:lnTo>
                  <a:lnTo>
                    <a:pt x="577384" y="1241584"/>
                  </a:lnTo>
                  <a:lnTo>
                    <a:pt x="577377" y="1241578"/>
                  </a:lnTo>
                  <a:lnTo>
                    <a:pt x="577371" y="1241574"/>
                  </a:lnTo>
                  <a:lnTo>
                    <a:pt x="577362" y="1241565"/>
                  </a:lnTo>
                  <a:lnTo>
                    <a:pt x="577347" y="1241550"/>
                  </a:lnTo>
                  <a:lnTo>
                    <a:pt x="577336" y="1241539"/>
                  </a:lnTo>
                  <a:lnTo>
                    <a:pt x="577323" y="1241526"/>
                  </a:lnTo>
                  <a:lnTo>
                    <a:pt x="577313" y="1241515"/>
                  </a:lnTo>
                  <a:lnTo>
                    <a:pt x="577307" y="1241508"/>
                  </a:lnTo>
                  <a:lnTo>
                    <a:pt x="577303" y="1241502"/>
                  </a:lnTo>
                  <a:lnTo>
                    <a:pt x="577298" y="1241497"/>
                  </a:lnTo>
                  <a:lnTo>
                    <a:pt x="577293" y="1241489"/>
                  </a:lnTo>
                  <a:lnTo>
                    <a:pt x="577287" y="1241484"/>
                  </a:lnTo>
                  <a:lnTo>
                    <a:pt x="577280" y="1241480"/>
                  </a:lnTo>
                  <a:lnTo>
                    <a:pt x="577271" y="1241471"/>
                  </a:lnTo>
                  <a:lnTo>
                    <a:pt x="577261" y="1241457"/>
                  </a:lnTo>
                  <a:lnTo>
                    <a:pt x="577254" y="1241445"/>
                  </a:lnTo>
                  <a:lnTo>
                    <a:pt x="577246" y="1241430"/>
                  </a:lnTo>
                  <a:lnTo>
                    <a:pt x="577237" y="1241413"/>
                  </a:lnTo>
                  <a:lnTo>
                    <a:pt x="577230" y="1241401"/>
                  </a:lnTo>
                  <a:lnTo>
                    <a:pt x="577224" y="1241388"/>
                  </a:lnTo>
                  <a:lnTo>
                    <a:pt x="577218" y="1241373"/>
                  </a:lnTo>
                  <a:lnTo>
                    <a:pt x="577211" y="1241353"/>
                  </a:lnTo>
                  <a:lnTo>
                    <a:pt x="577205" y="1241336"/>
                  </a:lnTo>
                  <a:lnTo>
                    <a:pt x="577201" y="1241328"/>
                  </a:lnTo>
                  <a:lnTo>
                    <a:pt x="577195" y="1241321"/>
                  </a:lnTo>
                  <a:lnTo>
                    <a:pt x="577189" y="1241314"/>
                  </a:lnTo>
                  <a:lnTo>
                    <a:pt x="577183" y="1241310"/>
                  </a:lnTo>
                  <a:lnTo>
                    <a:pt x="577178" y="1241308"/>
                  </a:lnTo>
                  <a:lnTo>
                    <a:pt x="577171" y="1241306"/>
                  </a:lnTo>
                  <a:lnTo>
                    <a:pt x="577166" y="1241307"/>
                  </a:lnTo>
                  <a:lnTo>
                    <a:pt x="577160" y="1241308"/>
                  </a:lnTo>
                  <a:lnTo>
                    <a:pt x="577155" y="1241311"/>
                  </a:lnTo>
                  <a:lnTo>
                    <a:pt x="577149" y="1241314"/>
                  </a:lnTo>
                  <a:lnTo>
                    <a:pt x="577134" y="1241323"/>
                  </a:lnTo>
                  <a:lnTo>
                    <a:pt x="577121" y="1241334"/>
                  </a:lnTo>
                  <a:lnTo>
                    <a:pt x="577104" y="1241346"/>
                  </a:lnTo>
                  <a:lnTo>
                    <a:pt x="577096" y="1241352"/>
                  </a:lnTo>
                  <a:lnTo>
                    <a:pt x="577075" y="1241368"/>
                  </a:lnTo>
                  <a:lnTo>
                    <a:pt x="577068" y="1241373"/>
                  </a:lnTo>
                  <a:lnTo>
                    <a:pt x="577047" y="1241391"/>
                  </a:lnTo>
                  <a:lnTo>
                    <a:pt x="577042" y="1241396"/>
                  </a:lnTo>
                  <a:lnTo>
                    <a:pt x="577022" y="1241414"/>
                  </a:lnTo>
                  <a:lnTo>
                    <a:pt x="577011" y="1241424"/>
                  </a:lnTo>
                  <a:lnTo>
                    <a:pt x="576997" y="1241437"/>
                  </a:lnTo>
                  <a:lnTo>
                    <a:pt x="576982" y="1241450"/>
                  </a:lnTo>
                  <a:lnTo>
                    <a:pt x="576971" y="1241460"/>
                  </a:lnTo>
                  <a:lnTo>
                    <a:pt x="576962" y="1241467"/>
                  </a:lnTo>
                  <a:lnTo>
                    <a:pt x="576951" y="1241477"/>
                  </a:lnTo>
                  <a:lnTo>
                    <a:pt x="576944" y="1241483"/>
                  </a:lnTo>
                  <a:lnTo>
                    <a:pt x="576930" y="1241490"/>
                  </a:lnTo>
                  <a:lnTo>
                    <a:pt x="576915" y="1241498"/>
                  </a:lnTo>
                  <a:lnTo>
                    <a:pt x="576900" y="1241504"/>
                  </a:lnTo>
                  <a:lnTo>
                    <a:pt x="576885" y="1241510"/>
                  </a:lnTo>
                  <a:lnTo>
                    <a:pt x="576880" y="1241512"/>
                  </a:lnTo>
                  <a:lnTo>
                    <a:pt x="576874" y="1241513"/>
                  </a:lnTo>
                  <a:lnTo>
                    <a:pt x="576856" y="1241519"/>
                  </a:lnTo>
                  <a:lnTo>
                    <a:pt x="576837" y="1241523"/>
                  </a:lnTo>
                  <a:lnTo>
                    <a:pt x="576827" y="1241525"/>
                  </a:lnTo>
                  <a:lnTo>
                    <a:pt x="576821" y="1241525"/>
                  </a:lnTo>
                  <a:lnTo>
                    <a:pt x="576798" y="1241525"/>
                  </a:lnTo>
                  <a:lnTo>
                    <a:pt x="576791" y="1241525"/>
                  </a:lnTo>
                  <a:lnTo>
                    <a:pt x="576769" y="1241524"/>
                  </a:lnTo>
                  <a:lnTo>
                    <a:pt x="576760" y="1241523"/>
                  </a:lnTo>
                  <a:lnTo>
                    <a:pt x="576740" y="1241521"/>
                  </a:lnTo>
                  <a:lnTo>
                    <a:pt x="576723" y="1241519"/>
                  </a:lnTo>
                  <a:lnTo>
                    <a:pt x="576711" y="1241516"/>
                  </a:lnTo>
                  <a:lnTo>
                    <a:pt x="576706" y="1241515"/>
                  </a:lnTo>
                  <a:lnTo>
                    <a:pt x="576697" y="1241514"/>
                  </a:lnTo>
                  <a:lnTo>
                    <a:pt x="576689" y="1241512"/>
                  </a:lnTo>
                  <a:lnTo>
                    <a:pt x="576680" y="1241509"/>
                  </a:lnTo>
                  <a:lnTo>
                    <a:pt x="576674" y="1241507"/>
                  </a:lnTo>
                  <a:lnTo>
                    <a:pt x="576668" y="1241504"/>
                  </a:lnTo>
                  <a:lnTo>
                    <a:pt x="576662" y="1241501"/>
                  </a:lnTo>
                  <a:lnTo>
                    <a:pt x="576653" y="1241495"/>
                  </a:lnTo>
                  <a:lnTo>
                    <a:pt x="576644" y="1241488"/>
                  </a:lnTo>
                  <a:lnTo>
                    <a:pt x="576630" y="1241477"/>
                  </a:lnTo>
                  <a:lnTo>
                    <a:pt x="576624" y="1241473"/>
                  </a:lnTo>
                  <a:lnTo>
                    <a:pt x="576619" y="1241470"/>
                  </a:lnTo>
                  <a:lnTo>
                    <a:pt x="576610" y="1241465"/>
                  </a:lnTo>
                  <a:lnTo>
                    <a:pt x="576600" y="1241461"/>
                  </a:lnTo>
                  <a:lnTo>
                    <a:pt x="576593" y="1241460"/>
                  </a:lnTo>
                  <a:lnTo>
                    <a:pt x="576588" y="1241459"/>
                  </a:lnTo>
                  <a:lnTo>
                    <a:pt x="576578" y="1241459"/>
                  </a:lnTo>
                  <a:lnTo>
                    <a:pt x="576567" y="1241458"/>
                  </a:lnTo>
                  <a:lnTo>
                    <a:pt x="576554" y="1241459"/>
                  </a:lnTo>
                  <a:lnTo>
                    <a:pt x="576539" y="1241461"/>
                  </a:lnTo>
                  <a:lnTo>
                    <a:pt x="576527" y="1241463"/>
                  </a:lnTo>
                  <a:lnTo>
                    <a:pt x="576518" y="1241465"/>
                  </a:lnTo>
                  <a:lnTo>
                    <a:pt x="576511" y="1241467"/>
                  </a:lnTo>
                  <a:lnTo>
                    <a:pt x="576503" y="1241468"/>
                  </a:lnTo>
                  <a:lnTo>
                    <a:pt x="576474" y="1241466"/>
                  </a:lnTo>
                  <a:lnTo>
                    <a:pt x="576469" y="1241466"/>
                  </a:lnTo>
                  <a:lnTo>
                    <a:pt x="576442" y="1241465"/>
                  </a:lnTo>
                  <a:lnTo>
                    <a:pt x="576410" y="1241464"/>
                  </a:lnTo>
                  <a:lnTo>
                    <a:pt x="576398" y="1241464"/>
                  </a:lnTo>
                  <a:lnTo>
                    <a:pt x="576392" y="1241465"/>
                  </a:lnTo>
                  <a:lnTo>
                    <a:pt x="576377" y="1241465"/>
                  </a:lnTo>
                  <a:lnTo>
                    <a:pt x="576356" y="1241466"/>
                  </a:lnTo>
                  <a:lnTo>
                    <a:pt x="576336" y="1241466"/>
                  </a:lnTo>
                  <a:lnTo>
                    <a:pt x="576321" y="1241466"/>
                  </a:lnTo>
                  <a:lnTo>
                    <a:pt x="576313" y="1241465"/>
                  </a:lnTo>
                  <a:lnTo>
                    <a:pt x="576307" y="1241464"/>
                  </a:lnTo>
                  <a:lnTo>
                    <a:pt x="576300" y="1241462"/>
                  </a:lnTo>
                  <a:lnTo>
                    <a:pt x="576290" y="1241461"/>
                  </a:lnTo>
                  <a:lnTo>
                    <a:pt x="576284" y="1241459"/>
                  </a:lnTo>
                  <a:lnTo>
                    <a:pt x="576278" y="1241458"/>
                  </a:lnTo>
                  <a:lnTo>
                    <a:pt x="576274" y="1241457"/>
                  </a:lnTo>
                  <a:lnTo>
                    <a:pt x="576265" y="1241455"/>
                  </a:lnTo>
                  <a:lnTo>
                    <a:pt x="576252" y="1241452"/>
                  </a:lnTo>
                  <a:lnTo>
                    <a:pt x="576241" y="1241450"/>
                  </a:lnTo>
                  <a:lnTo>
                    <a:pt x="576232" y="1241449"/>
                  </a:lnTo>
                  <a:lnTo>
                    <a:pt x="576221" y="1241447"/>
                  </a:lnTo>
                  <a:lnTo>
                    <a:pt x="576211" y="1241447"/>
                  </a:lnTo>
                  <a:lnTo>
                    <a:pt x="576206" y="1241447"/>
                  </a:lnTo>
                  <a:lnTo>
                    <a:pt x="576199" y="1241449"/>
                  </a:lnTo>
                  <a:lnTo>
                    <a:pt x="576190" y="1241454"/>
                  </a:lnTo>
                  <a:lnTo>
                    <a:pt x="576184" y="1241458"/>
                  </a:lnTo>
                  <a:lnTo>
                    <a:pt x="576175" y="1241464"/>
                  </a:lnTo>
                  <a:lnTo>
                    <a:pt x="576165" y="1241473"/>
                  </a:lnTo>
                  <a:lnTo>
                    <a:pt x="576155" y="1241480"/>
                  </a:lnTo>
                  <a:lnTo>
                    <a:pt x="576146" y="1241489"/>
                  </a:lnTo>
                  <a:lnTo>
                    <a:pt x="576138" y="1241498"/>
                  </a:lnTo>
                  <a:lnTo>
                    <a:pt x="576130" y="1241507"/>
                  </a:lnTo>
                  <a:lnTo>
                    <a:pt x="576120" y="1241515"/>
                  </a:lnTo>
                  <a:lnTo>
                    <a:pt x="576112" y="1241522"/>
                  </a:lnTo>
                  <a:lnTo>
                    <a:pt x="576104" y="1241531"/>
                  </a:lnTo>
                  <a:lnTo>
                    <a:pt x="576095" y="1241540"/>
                  </a:lnTo>
                  <a:lnTo>
                    <a:pt x="576087" y="1241548"/>
                  </a:lnTo>
                  <a:lnTo>
                    <a:pt x="576079" y="1241556"/>
                  </a:lnTo>
                  <a:lnTo>
                    <a:pt x="576072" y="1241563"/>
                  </a:lnTo>
                  <a:lnTo>
                    <a:pt x="576061" y="1241571"/>
                  </a:lnTo>
                  <a:lnTo>
                    <a:pt x="576051" y="1241577"/>
                  </a:lnTo>
                  <a:lnTo>
                    <a:pt x="576042" y="1241585"/>
                  </a:lnTo>
                  <a:lnTo>
                    <a:pt x="576030" y="1241596"/>
                  </a:lnTo>
                  <a:lnTo>
                    <a:pt x="576020" y="1241605"/>
                  </a:lnTo>
                  <a:lnTo>
                    <a:pt x="576010" y="1241615"/>
                  </a:lnTo>
                  <a:lnTo>
                    <a:pt x="576001" y="1241627"/>
                  </a:lnTo>
                  <a:lnTo>
                    <a:pt x="575995" y="1241635"/>
                  </a:lnTo>
                  <a:lnTo>
                    <a:pt x="575989" y="1241640"/>
                  </a:lnTo>
                  <a:lnTo>
                    <a:pt x="575982" y="1241644"/>
                  </a:lnTo>
                  <a:lnTo>
                    <a:pt x="575974" y="1241647"/>
                  </a:lnTo>
                  <a:lnTo>
                    <a:pt x="575963" y="1241650"/>
                  </a:lnTo>
                  <a:lnTo>
                    <a:pt x="575953" y="1241654"/>
                  </a:lnTo>
                  <a:lnTo>
                    <a:pt x="575943" y="1241659"/>
                  </a:lnTo>
                  <a:lnTo>
                    <a:pt x="575932" y="1241662"/>
                  </a:lnTo>
                  <a:lnTo>
                    <a:pt x="575917" y="1241666"/>
                  </a:lnTo>
                  <a:lnTo>
                    <a:pt x="575906" y="1241670"/>
                  </a:lnTo>
                  <a:lnTo>
                    <a:pt x="575898" y="1241673"/>
                  </a:lnTo>
                  <a:lnTo>
                    <a:pt x="575892" y="1241675"/>
                  </a:lnTo>
                  <a:lnTo>
                    <a:pt x="575884" y="1241678"/>
                  </a:lnTo>
                  <a:lnTo>
                    <a:pt x="575876" y="1241681"/>
                  </a:lnTo>
                  <a:lnTo>
                    <a:pt x="575865" y="1241684"/>
                  </a:lnTo>
                  <a:lnTo>
                    <a:pt x="575860" y="1241685"/>
                  </a:lnTo>
                  <a:lnTo>
                    <a:pt x="575852" y="1241686"/>
                  </a:lnTo>
                  <a:lnTo>
                    <a:pt x="575844" y="1241688"/>
                  </a:lnTo>
                  <a:lnTo>
                    <a:pt x="575839" y="1241689"/>
                  </a:lnTo>
                  <a:lnTo>
                    <a:pt x="575834" y="1241692"/>
                  </a:lnTo>
                  <a:lnTo>
                    <a:pt x="575829" y="1241695"/>
                  </a:lnTo>
                  <a:lnTo>
                    <a:pt x="575822" y="1241700"/>
                  </a:lnTo>
                  <a:lnTo>
                    <a:pt x="575813" y="1241705"/>
                  </a:lnTo>
                  <a:lnTo>
                    <a:pt x="575810" y="1241708"/>
                  </a:lnTo>
                  <a:lnTo>
                    <a:pt x="575802" y="1241712"/>
                  </a:lnTo>
                  <a:lnTo>
                    <a:pt x="575794" y="1241716"/>
                  </a:lnTo>
                  <a:lnTo>
                    <a:pt x="575784" y="1241718"/>
                  </a:lnTo>
                  <a:lnTo>
                    <a:pt x="575776" y="1241717"/>
                  </a:lnTo>
                  <a:lnTo>
                    <a:pt x="575770" y="1241714"/>
                  </a:lnTo>
                  <a:lnTo>
                    <a:pt x="575765" y="1241711"/>
                  </a:lnTo>
                  <a:lnTo>
                    <a:pt x="575755" y="1241704"/>
                  </a:lnTo>
                  <a:lnTo>
                    <a:pt x="575748" y="1241700"/>
                  </a:lnTo>
                  <a:lnTo>
                    <a:pt x="575742" y="1241697"/>
                  </a:lnTo>
                  <a:lnTo>
                    <a:pt x="575735" y="1241693"/>
                  </a:lnTo>
                  <a:lnTo>
                    <a:pt x="575720" y="1241681"/>
                  </a:lnTo>
                  <a:lnTo>
                    <a:pt x="575712" y="1241674"/>
                  </a:lnTo>
                  <a:lnTo>
                    <a:pt x="575695" y="1241662"/>
                  </a:lnTo>
                  <a:lnTo>
                    <a:pt x="575691" y="1241658"/>
                  </a:lnTo>
                  <a:lnTo>
                    <a:pt x="575680" y="1241651"/>
                  </a:lnTo>
                  <a:lnTo>
                    <a:pt x="575676" y="1241649"/>
                  </a:lnTo>
                  <a:lnTo>
                    <a:pt x="575668" y="1241644"/>
                  </a:lnTo>
                  <a:lnTo>
                    <a:pt x="575659" y="1241639"/>
                  </a:lnTo>
                  <a:lnTo>
                    <a:pt x="575652" y="1241636"/>
                  </a:lnTo>
                  <a:lnTo>
                    <a:pt x="575637" y="1241631"/>
                  </a:lnTo>
                  <a:lnTo>
                    <a:pt x="575630" y="1241628"/>
                  </a:lnTo>
                  <a:lnTo>
                    <a:pt x="575623" y="1241626"/>
                  </a:lnTo>
                  <a:lnTo>
                    <a:pt x="575616" y="1241623"/>
                  </a:lnTo>
                  <a:lnTo>
                    <a:pt x="575596" y="1241616"/>
                  </a:lnTo>
                  <a:lnTo>
                    <a:pt x="575589" y="1241614"/>
                  </a:lnTo>
                  <a:lnTo>
                    <a:pt x="575573" y="1241608"/>
                  </a:lnTo>
                  <a:lnTo>
                    <a:pt x="575565" y="1241604"/>
                  </a:lnTo>
                  <a:lnTo>
                    <a:pt x="575560" y="1241602"/>
                  </a:lnTo>
                  <a:lnTo>
                    <a:pt x="575554" y="1241600"/>
                  </a:lnTo>
                  <a:lnTo>
                    <a:pt x="575549" y="1241598"/>
                  </a:lnTo>
                  <a:lnTo>
                    <a:pt x="575533" y="1241589"/>
                  </a:lnTo>
                  <a:lnTo>
                    <a:pt x="575526" y="1241585"/>
                  </a:lnTo>
                  <a:lnTo>
                    <a:pt x="575512" y="1241577"/>
                  </a:lnTo>
                  <a:lnTo>
                    <a:pt x="575506" y="1241573"/>
                  </a:lnTo>
                  <a:lnTo>
                    <a:pt x="575491" y="1241565"/>
                  </a:lnTo>
                  <a:lnTo>
                    <a:pt x="575487" y="1241563"/>
                  </a:lnTo>
                  <a:lnTo>
                    <a:pt x="575482" y="1241559"/>
                  </a:lnTo>
                  <a:lnTo>
                    <a:pt x="575469" y="1241552"/>
                  </a:lnTo>
                  <a:lnTo>
                    <a:pt x="575463" y="1241549"/>
                  </a:lnTo>
                  <a:lnTo>
                    <a:pt x="575448" y="1241540"/>
                  </a:lnTo>
                  <a:lnTo>
                    <a:pt x="575440" y="1241536"/>
                  </a:lnTo>
                  <a:lnTo>
                    <a:pt x="575428" y="1241527"/>
                  </a:lnTo>
                  <a:lnTo>
                    <a:pt x="575411" y="1241511"/>
                  </a:lnTo>
                  <a:lnTo>
                    <a:pt x="575406" y="1241507"/>
                  </a:lnTo>
                  <a:lnTo>
                    <a:pt x="575401" y="1241503"/>
                  </a:lnTo>
                  <a:lnTo>
                    <a:pt x="575392" y="1241496"/>
                  </a:lnTo>
                  <a:lnTo>
                    <a:pt x="575388" y="1241493"/>
                  </a:lnTo>
                  <a:lnTo>
                    <a:pt x="575381" y="1241490"/>
                  </a:lnTo>
                  <a:lnTo>
                    <a:pt x="575370" y="1241485"/>
                  </a:lnTo>
                  <a:lnTo>
                    <a:pt x="575360" y="1241483"/>
                  </a:lnTo>
                  <a:lnTo>
                    <a:pt x="575345" y="1241478"/>
                  </a:lnTo>
                  <a:lnTo>
                    <a:pt x="575329" y="1241474"/>
                  </a:lnTo>
                  <a:lnTo>
                    <a:pt x="575322" y="1241472"/>
                  </a:lnTo>
                  <a:lnTo>
                    <a:pt x="575315" y="1241471"/>
                  </a:lnTo>
                  <a:lnTo>
                    <a:pt x="575310" y="1241470"/>
                  </a:lnTo>
                  <a:lnTo>
                    <a:pt x="575305" y="1241469"/>
                  </a:lnTo>
                  <a:lnTo>
                    <a:pt x="575288" y="1241465"/>
                  </a:lnTo>
                  <a:lnTo>
                    <a:pt x="575279" y="1241461"/>
                  </a:lnTo>
                  <a:lnTo>
                    <a:pt x="575272" y="1241458"/>
                  </a:lnTo>
                  <a:lnTo>
                    <a:pt x="575266" y="1241453"/>
                  </a:lnTo>
                  <a:lnTo>
                    <a:pt x="575254" y="1241444"/>
                  </a:lnTo>
                  <a:lnTo>
                    <a:pt x="575247" y="1241441"/>
                  </a:lnTo>
                  <a:lnTo>
                    <a:pt x="575243" y="1241440"/>
                  </a:lnTo>
                  <a:lnTo>
                    <a:pt x="575232" y="1241436"/>
                  </a:lnTo>
                  <a:lnTo>
                    <a:pt x="575218" y="1241433"/>
                  </a:lnTo>
                  <a:lnTo>
                    <a:pt x="575210" y="1241433"/>
                  </a:lnTo>
                  <a:lnTo>
                    <a:pt x="575200" y="1241435"/>
                  </a:lnTo>
                  <a:lnTo>
                    <a:pt x="575185" y="1241439"/>
                  </a:lnTo>
                  <a:lnTo>
                    <a:pt x="575173" y="1241444"/>
                  </a:lnTo>
                  <a:lnTo>
                    <a:pt x="575163" y="1241447"/>
                  </a:lnTo>
                  <a:lnTo>
                    <a:pt x="575153" y="1241449"/>
                  </a:lnTo>
                  <a:lnTo>
                    <a:pt x="575140" y="1241450"/>
                  </a:lnTo>
                  <a:lnTo>
                    <a:pt x="575126" y="1241452"/>
                  </a:lnTo>
                  <a:lnTo>
                    <a:pt x="575114" y="1241452"/>
                  </a:lnTo>
                  <a:lnTo>
                    <a:pt x="575104" y="1241451"/>
                  </a:lnTo>
                  <a:lnTo>
                    <a:pt x="575093" y="1241448"/>
                  </a:lnTo>
                  <a:lnTo>
                    <a:pt x="575082" y="1241444"/>
                  </a:lnTo>
                  <a:lnTo>
                    <a:pt x="575067" y="1241441"/>
                  </a:lnTo>
                  <a:lnTo>
                    <a:pt x="575053" y="1241438"/>
                  </a:lnTo>
                  <a:lnTo>
                    <a:pt x="575047" y="1241434"/>
                  </a:lnTo>
                  <a:lnTo>
                    <a:pt x="575035" y="1241424"/>
                  </a:lnTo>
                  <a:lnTo>
                    <a:pt x="575028" y="1241419"/>
                  </a:lnTo>
                  <a:lnTo>
                    <a:pt x="575021" y="1241416"/>
                  </a:lnTo>
                  <a:lnTo>
                    <a:pt x="575017" y="1241416"/>
                  </a:lnTo>
                  <a:lnTo>
                    <a:pt x="575012" y="1241416"/>
                  </a:lnTo>
                  <a:lnTo>
                    <a:pt x="574996" y="1241417"/>
                  </a:lnTo>
                  <a:lnTo>
                    <a:pt x="574985" y="1241417"/>
                  </a:lnTo>
                  <a:lnTo>
                    <a:pt x="574974" y="1241417"/>
                  </a:lnTo>
                  <a:lnTo>
                    <a:pt x="574967" y="1241416"/>
                  </a:lnTo>
                  <a:lnTo>
                    <a:pt x="574958" y="1241415"/>
                  </a:lnTo>
                  <a:lnTo>
                    <a:pt x="574953" y="1241414"/>
                  </a:lnTo>
                  <a:lnTo>
                    <a:pt x="574946" y="1241412"/>
                  </a:lnTo>
                  <a:lnTo>
                    <a:pt x="574931" y="1241408"/>
                  </a:lnTo>
                  <a:lnTo>
                    <a:pt x="574911" y="1241402"/>
                  </a:lnTo>
                  <a:lnTo>
                    <a:pt x="574905" y="1241400"/>
                  </a:lnTo>
                  <a:lnTo>
                    <a:pt x="574891" y="1241397"/>
                  </a:lnTo>
                  <a:lnTo>
                    <a:pt x="574886" y="1241396"/>
                  </a:lnTo>
                  <a:lnTo>
                    <a:pt x="574878" y="1241394"/>
                  </a:lnTo>
                  <a:lnTo>
                    <a:pt x="574870" y="1241392"/>
                  </a:lnTo>
                  <a:lnTo>
                    <a:pt x="574863" y="1241391"/>
                  </a:lnTo>
                  <a:lnTo>
                    <a:pt x="574849" y="1241388"/>
                  </a:lnTo>
                  <a:lnTo>
                    <a:pt x="574843" y="1241388"/>
                  </a:lnTo>
                  <a:lnTo>
                    <a:pt x="574819" y="1241385"/>
                  </a:lnTo>
                  <a:lnTo>
                    <a:pt x="574811" y="1241384"/>
                  </a:lnTo>
                  <a:lnTo>
                    <a:pt x="574798" y="1241384"/>
                  </a:lnTo>
                  <a:lnTo>
                    <a:pt x="574787" y="1241384"/>
                  </a:lnTo>
                  <a:lnTo>
                    <a:pt x="574776" y="1241384"/>
                  </a:lnTo>
                  <a:lnTo>
                    <a:pt x="574765" y="1241383"/>
                  </a:lnTo>
                  <a:lnTo>
                    <a:pt x="574749" y="1241383"/>
                  </a:lnTo>
                  <a:lnTo>
                    <a:pt x="574735" y="1241382"/>
                  </a:lnTo>
                  <a:lnTo>
                    <a:pt x="574723" y="1241380"/>
                  </a:lnTo>
                  <a:lnTo>
                    <a:pt x="574715" y="1241380"/>
                  </a:lnTo>
                  <a:lnTo>
                    <a:pt x="574709" y="1241380"/>
                  </a:lnTo>
                  <a:lnTo>
                    <a:pt x="574702" y="1241379"/>
                  </a:lnTo>
                  <a:lnTo>
                    <a:pt x="574693" y="1241379"/>
                  </a:lnTo>
                  <a:lnTo>
                    <a:pt x="574680" y="1241379"/>
                  </a:lnTo>
                  <a:lnTo>
                    <a:pt x="574670" y="1241378"/>
                  </a:lnTo>
                  <a:lnTo>
                    <a:pt x="574658" y="1241379"/>
                  </a:lnTo>
                  <a:lnTo>
                    <a:pt x="574643" y="1241379"/>
                  </a:lnTo>
                  <a:lnTo>
                    <a:pt x="574632" y="1241378"/>
                  </a:lnTo>
                  <a:lnTo>
                    <a:pt x="574626" y="1241377"/>
                  </a:lnTo>
                  <a:lnTo>
                    <a:pt x="574616" y="1241375"/>
                  </a:lnTo>
                  <a:lnTo>
                    <a:pt x="574605" y="1241371"/>
                  </a:lnTo>
                  <a:lnTo>
                    <a:pt x="574589" y="1241369"/>
                  </a:lnTo>
                  <a:lnTo>
                    <a:pt x="574576" y="1241368"/>
                  </a:lnTo>
                  <a:lnTo>
                    <a:pt x="574570" y="1241368"/>
                  </a:lnTo>
                  <a:lnTo>
                    <a:pt x="574565" y="1241368"/>
                  </a:lnTo>
                  <a:lnTo>
                    <a:pt x="574555" y="1241368"/>
                  </a:lnTo>
                  <a:lnTo>
                    <a:pt x="574545" y="1241368"/>
                  </a:lnTo>
                  <a:lnTo>
                    <a:pt x="574526" y="1241365"/>
                  </a:lnTo>
                  <a:lnTo>
                    <a:pt x="574508" y="1241362"/>
                  </a:lnTo>
                  <a:lnTo>
                    <a:pt x="574485" y="1241362"/>
                  </a:lnTo>
                  <a:lnTo>
                    <a:pt x="574467" y="1241363"/>
                  </a:lnTo>
                  <a:lnTo>
                    <a:pt x="574452" y="1241363"/>
                  </a:lnTo>
                  <a:lnTo>
                    <a:pt x="574433" y="1241364"/>
                  </a:lnTo>
                  <a:lnTo>
                    <a:pt x="574420" y="1241365"/>
                  </a:lnTo>
                  <a:lnTo>
                    <a:pt x="574407" y="1241365"/>
                  </a:lnTo>
                  <a:lnTo>
                    <a:pt x="574397" y="1241364"/>
                  </a:lnTo>
                  <a:lnTo>
                    <a:pt x="574389" y="1241362"/>
                  </a:lnTo>
                  <a:lnTo>
                    <a:pt x="574381" y="1241360"/>
                  </a:lnTo>
                  <a:lnTo>
                    <a:pt x="574370" y="1241357"/>
                  </a:lnTo>
                  <a:lnTo>
                    <a:pt x="574357" y="1241353"/>
                  </a:lnTo>
                  <a:lnTo>
                    <a:pt x="574348" y="1241350"/>
                  </a:lnTo>
                  <a:lnTo>
                    <a:pt x="574339" y="1241346"/>
                  </a:lnTo>
                  <a:lnTo>
                    <a:pt x="574332" y="1241344"/>
                  </a:lnTo>
                  <a:lnTo>
                    <a:pt x="574319" y="1241342"/>
                  </a:lnTo>
                  <a:lnTo>
                    <a:pt x="574310" y="1241340"/>
                  </a:lnTo>
                  <a:lnTo>
                    <a:pt x="574303" y="1241338"/>
                  </a:lnTo>
                  <a:lnTo>
                    <a:pt x="574296" y="1241335"/>
                  </a:lnTo>
                  <a:lnTo>
                    <a:pt x="574285" y="1241328"/>
                  </a:lnTo>
                  <a:lnTo>
                    <a:pt x="574278" y="1241324"/>
                  </a:lnTo>
                  <a:lnTo>
                    <a:pt x="574270" y="1241319"/>
                  </a:lnTo>
                  <a:lnTo>
                    <a:pt x="574259" y="1241313"/>
                  </a:lnTo>
                  <a:lnTo>
                    <a:pt x="574247" y="1241307"/>
                  </a:lnTo>
                  <a:lnTo>
                    <a:pt x="574238" y="1241302"/>
                  </a:lnTo>
                  <a:lnTo>
                    <a:pt x="574228" y="1241296"/>
                  </a:lnTo>
                  <a:lnTo>
                    <a:pt x="574218" y="1241292"/>
                  </a:lnTo>
                  <a:lnTo>
                    <a:pt x="574212" y="1241289"/>
                  </a:lnTo>
                  <a:lnTo>
                    <a:pt x="574202" y="1241287"/>
                  </a:lnTo>
                  <a:lnTo>
                    <a:pt x="574193" y="1241285"/>
                  </a:lnTo>
                  <a:lnTo>
                    <a:pt x="574177" y="1241282"/>
                  </a:lnTo>
                  <a:lnTo>
                    <a:pt x="574164" y="1241280"/>
                  </a:lnTo>
                  <a:lnTo>
                    <a:pt x="574151" y="1241277"/>
                  </a:lnTo>
                  <a:lnTo>
                    <a:pt x="574144" y="1241276"/>
                  </a:lnTo>
                  <a:lnTo>
                    <a:pt x="574137" y="1241274"/>
                  </a:lnTo>
                  <a:lnTo>
                    <a:pt x="574127" y="1241271"/>
                  </a:lnTo>
                  <a:lnTo>
                    <a:pt x="574120" y="1241270"/>
                  </a:lnTo>
                  <a:lnTo>
                    <a:pt x="574111" y="1241270"/>
                  </a:lnTo>
                  <a:lnTo>
                    <a:pt x="574106" y="1241271"/>
                  </a:lnTo>
                  <a:lnTo>
                    <a:pt x="574098" y="1241272"/>
                  </a:lnTo>
                  <a:lnTo>
                    <a:pt x="574089" y="1241273"/>
                  </a:lnTo>
                  <a:lnTo>
                    <a:pt x="574076" y="1241277"/>
                  </a:lnTo>
                  <a:lnTo>
                    <a:pt x="574065" y="1241277"/>
                  </a:lnTo>
                  <a:lnTo>
                    <a:pt x="574059" y="1241270"/>
                  </a:lnTo>
                  <a:lnTo>
                    <a:pt x="574054" y="1241263"/>
                  </a:lnTo>
                  <a:lnTo>
                    <a:pt x="574049" y="1241254"/>
                  </a:lnTo>
                  <a:lnTo>
                    <a:pt x="574045" y="1241251"/>
                  </a:lnTo>
                  <a:lnTo>
                    <a:pt x="574037" y="1241242"/>
                  </a:lnTo>
                  <a:lnTo>
                    <a:pt x="574032" y="1241238"/>
                  </a:lnTo>
                  <a:lnTo>
                    <a:pt x="574029" y="1241234"/>
                  </a:lnTo>
                  <a:lnTo>
                    <a:pt x="574024" y="1241231"/>
                  </a:lnTo>
                  <a:lnTo>
                    <a:pt x="574018" y="1241227"/>
                  </a:lnTo>
                  <a:lnTo>
                    <a:pt x="574010" y="1241217"/>
                  </a:lnTo>
                  <a:lnTo>
                    <a:pt x="574003" y="1241210"/>
                  </a:lnTo>
                  <a:lnTo>
                    <a:pt x="573999" y="1241207"/>
                  </a:lnTo>
                  <a:lnTo>
                    <a:pt x="573993" y="1241204"/>
                  </a:lnTo>
                  <a:lnTo>
                    <a:pt x="573987" y="1241200"/>
                  </a:lnTo>
                  <a:lnTo>
                    <a:pt x="573981" y="1241196"/>
                  </a:lnTo>
                  <a:lnTo>
                    <a:pt x="573972" y="1241191"/>
                  </a:lnTo>
                  <a:lnTo>
                    <a:pt x="573967" y="1241189"/>
                  </a:lnTo>
                  <a:lnTo>
                    <a:pt x="573957" y="1241184"/>
                  </a:lnTo>
                  <a:lnTo>
                    <a:pt x="573947" y="1241181"/>
                  </a:lnTo>
                  <a:lnTo>
                    <a:pt x="573934" y="1241179"/>
                  </a:lnTo>
                  <a:lnTo>
                    <a:pt x="573929" y="1241177"/>
                  </a:lnTo>
                  <a:lnTo>
                    <a:pt x="573923" y="1241175"/>
                  </a:lnTo>
                  <a:lnTo>
                    <a:pt x="573917" y="1241170"/>
                  </a:lnTo>
                  <a:lnTo>
                    <a:pt x="573907" y="1241164"/>
                  </a:lnTo>
                  <a:lnTo>
                    <a:pt x="573896" y="1241158"/>
                  </a:lnTo>
                  <a:lnTo>
                    <a:pt x="573885" y="1241152"/>
                  </a:lnTo>
                  <a:lnTo>
                    <a:pt x="573876" y="1241147"/>
                  </a:lnTo>
                  <a:lnTo>
                    <a:pt x="573868" y="1241144"/>
                  </a:lnTo>
                  <a:lnTo>
                    <a:pt x="573853" y="1241140"/>
                  </a:lnTo>
                  <a:lnTo>
                    <a:pt x="573843" y="1241137"/>
                  </a:lnTo>
                  <a:lnTo>
                    <a:pt x="573836" y="1241133"/>
                  </a:lnTo>
                  <a:lnTo>
                    <a:pt x="573825" y="1241127"/>
                  </a:lnTo>
                  <a:lnTo>
                    <a:pt x="573817" y="1241122"/>
                  </a:lnTo>
                  <a:lnTo>
                    <a:pt x="573806" y="1241120"/>
                  </a:lnTo>
                  <a:lnTo>
                    <a:pt x="573793" y="1241119"/>
                  </a:lnTo>
                  <a:lnTo>
                    <a:pt x="573777" y="1241119"/>
                  </a:lnTo>
                  <a:lnTo>
                    <a:pt x="573762" y="1241119"/>
                  </a:lnTo>
                  <a:lnTo>
                    <a:pt x="573751" y="1241119"/>
                  </a:lnTo>
                  <a:lnTo>
                    <a:pt x="573732" y="1241116"/>
                  </a:lnTo>
                  <a:lnTo>
                    <a:pt x="573718" y="1241114"/>
                  </a:lnTo>
                  <a:lnTo>
                    <a:pt x="573709" y="1241110"/>
                  </a:lnTo>
                  <a:lnTo>
                    <a:pt x="573693" y="1241105"/>
                  </a:lnTo>
                  <a:lnTo>
                    <a:pt x="573684" y="1241102"/>
                  </a:lnTo>
                  <a:lnTo>
                    <a:pt x="573675" y="1241095"/>
                  </a:lnTo>
                  <a:lnTo>
                    <a:pt x="573668" y="1241091"/>
                  </a:lnTo>
                  <a:lnTo>
                    <a:pt x="573662" y="1241084"/>
                  </a:lnTo>
                  <a:lnTo>
                    <a:pt x="573659" y="1241075"/>
                  </a:lnTo>
                  <a:lnTo>
                    <a:pt x="573655" y="1241063"/>
                  </a:lnTo>
                  <a:lnTo>
                    <a:pt x="573651" y="1241049"/>
                  </a:lnTo>
                  <a:lnTo>
                    <a:pt x="573646" y="1241033"/>
                  </a:lnTo>
                  <a:lnTo>
                    <a:pt x="573644" y="1241026"/>
                  </a:lnTo>
                  <a:lnTo>
                    <a:pt x="573639" y="1241004"/>
                  </a:lnTo>
                  <a:lnTo>
                    <a:pt x="573635" y="1240991"/>
                  </a:lnTo>
                  <a:lnTo>
                    <a:pt x="573632" y="1240981"/>
                  </a:lnTo>
                  <a:lnTo>
                    <a:pt x="573632" y="1240975"/>
                  </a:lnTo>
                  <a:lnTo>
                    <a:pt x="573630" y="1240965"/>
                  </a:lnTo>
                  <a:lnTo>
                    <a:pt x="573629" y="1240951"/>
                  </a:lnTo>
                  <a:lnTo>
                    <a:pt x="573630" y="1240938"/>
                  </a:lnTo>
                  <a:lnTo>
                    <a:pt x="573633" y="1240918"/>
                  </a:lnTo>
                  <a:lnTo>
                    <a:pt x="573634" y="1240913"/>
                  </a:lnTo>
                  <a:lnTo>
                    <a:pt x="573636" y="1240903"/>
                  </a:lnTo>
                  <a:lnTo>
                    <a:pt x="573639" y="1240889"/>
                  </a:lnTo>
                  <a:lnTo>
                    <a:pt x="573641" y="1240877"/>
                  </a:lnTo>
                  <a:lnTo>
                    <a:pt x="573646" y="1240835"/>
                  </a:lnTo>
                  <a:lnTo>
                    <a:pt x="573648" y="1240801"/>
                  </a:lnTo>
                  <a:lnTo>
                    <a:pt x="573649" y="1240779"/>
                  </a:lnTo>
                  <a:lnTo>
                    <a:pt x="573651" y="1240754"/>
                  </a:lnTo>
                  <a:lnTo>
                    <a:pt x="573650" y="1240748"/>
                  </a:lnTo>
                  <a:lnTo>
                    <a:pt x="573649" y="1240740"/>
                  </a:lnTo>
                  <a:lnTo>
                    <a:pt x="573648" y="1240731"/>
                  </a:lnTo>
                  <a:lnTo>
                    <a:pt x="573647" y="1240723"/>
                  </a:lnTo>
                  <a:lnTo>
                    <a:pt x="573646" y="1240716"/>
                  </a:lnTo>
                  <a:lnTo>
                    <a:pt x="573645" y="1240704"/>
                  </a:lnTo>
                  <a:lnTo>
                    <a:pt x="573643" y="1240691"/>
                  </a:lnTo>
                  <a:lnTo>
                    <a:pt x="573642" y="1240685"/>
                  </a:lnTo>
                  <a:lnTo>
                    <a:pt x="573639" y="1240671"/>
                  </a:lnTo>
                  <a:lnTo>
                    <a:pt x="573638" y="1240661"/>
                  </a:lnTo>
                  <a:lnTo>
                    <a:pt x="573638" y="1240653"/>
                  </a:lnTo>
                  <a:lnTo>
                    <a:pt x="573639" y="1240643"/>
                  </a:lnTo>
                  <a:lnTo>
                    <a:pt x="573641" y="1240630"/>
                  </a:lnTo>
                  <a:lnTo>
                    <a:pt x="573645" y="1240619"/>
                  </a:lnTo>
                  <a:lnTo>
                    <a:pt x="573651" y="1240604"/>
                  </a:lnTo>
                  <a:lnTo>
                    <a:pt x="573653" y="1240599"/>
                  </a:lnTo>
                  <a:lnTo>
                    <a:pt x="573657" y="1240589"/>
                  </a:lnTo>
                  <a:lnTo>
                    <a:pt x="573660" y="1240577"/>
                  </a:lnTo>
                  <a:lnTo>
                    <a:pt x="573664" y="1240566"/>
                  </a:lnTo>
                  <a:lnTo>
                    <a:pt x="573667" y="1240556"/>
                  </a:lnTo>
                  <a:lnTo>
                    <a:pt x="573670" y="1240548"/>
                  </a:lnTo>
                  <a:lnTo>
                    <a:pt x="573673" y="1240534"/>
                  </a:lnTo>
                  <a:lnTo>
                    <a:pt x="573676" y="1240526"/>
                  </a:lnTo>
                  <a:lnTo>
                    <a:pt x="573678" y="1240515"/>
                  </a:lnTo>
                  <a:lnTo>
                    <a:pt x="573680" y="1240504"/>
                  </a:lnTo>
                  <a:lnTo>
                    <a:pt x="573680" y="1240497"/>
                  </a:lnTo>
                  <a:lnTo>
                    <a:pt x="573680" y="1240491"/>
                  </a:lnTo>
                  <a:lnTo>
                    <a:pt x="573680" y="1240479"/>
                  </a:lnTo>
                  <a:lnTo>
                    <a:pt x="573680" y="1240470"/>
                  </a:lnTo>
                  <a:lnTo>
                    <a:pt x="573678" y="1240459"/>
                  </a:lnTo>
                  <a:lnTo>
                    <a:pt x="573676" y="1240448"/>
                  </a:lnTo>
                  <a:lnTo>
                    <a:pt x="573673" y="1240438"/>
                  </a:lnTo>
                  <a:lnTo>
                    <a:pt x="573671" y="1240423"/>
                  </a:lnTo>
                  <a:lnTo>
                    <a:pt x="573670" y="1240404"/>
                  </a:lnTo>
                  <a:lnTo>
                    <a:pt x="573670" y="1240393"/>
                  </a:lnTo>
                  <a:lnTo>
                    <a:pt x="573670" y="1240384"/>
                  </a:lnTo>
                  <a:lnTo>
                    <a:pt x="573669" y="1240379"/>
                  </a:lnTo>
                  <a:lnTo>
                    <a:pt x="573667" y="1240370"/>
                  </a:lnTo>
                  <a:lnTo>
                    <a:pt x="573665" y="1240361"/>
                  </a:lnTo>
                  <a:lnTo>
                    <a:pt x="573662" y="1240348"/>
                  </a:lnTo>
                  <a:lnTo>
                    <a:pt x="573661" y="1240343"/>
                  </a:lnTo>
                  <a:lnTo>
                    <a:pt x="573659" y="1240337"/>
                  </a:lnTo>
                  <a:lnTo>
                    <a:pt x="573651" y="1240325"/>
                  </a:lnTo>
                  <a:lnTo>
                    <a:pt x="573644" y="1240313"/>
                  </a:lnTo>
                  <a:lnTo>
                    <a:pt x="573640" y="1240308"/>
                  </a:lnTo>
                  <a:lnTo>
                    <a:pt x="573636" y="1240302"/>
                  </a:lnTo>
                  <a:lnTo>
                    <a:pt x="573628" y="1240291"/>
                  </a:lnTo>
                  <a:lnTo>
                    <a:pt x="573624" y="1240285"/>
                  </a:lnTo>
                  <a:lnTo>
                    <a:pt x="573621" y="1240279"/>
                  </a:lnTo>
                  <a:lnTo>
                    <a:pt x="573613" y="1240268"/>
                  </a:lnTo>
                  <a:lnTo>
                    <a:pt x="573607" y="1240257"/>
                  </a:lnTo>
                  <a:lnTo>
                    <a:pt x="573598" y="1240246"/>
                  </a:lnTo>
                  <a:lnTo>
                    <a:pt x="573590" y="1240235"/>
                  </a:lnTo>
                  <a:lnTo>
                    <a:pt x="573580" y="1240222"/>
                  </a:lnTo>
                  <a:lnTo>
                    <a:pt x="573570" y="1240210"/>
                  </a:lnTo>
                  <a:lnTo>
                    <a:pt x="573563" y="1240201"/>
                  </a:lnTo>
                  <a:lnTo>
                    <a:pt x="573556" y="1240194"/>
                  </a:lnTo>
                  <a:lnTo>
                    <a:pt x="573545" y="1240183"/>
                  </a:lnTo>
                  <a:lnTo>
                    <a:pt x="573526" y="1240165"/>
                  </a:lnTo>
                  <a:lnTo>
                    <a:pt x="573516" y="1240154"/>
                  </a:lnTo>
                  <a:lnTo>
                    <a:pt x="573511" y="1240147"/>
                  </a:lnTo>
                  <a:lnTo>
                    <a:pt x="573508" y="1240140"/>
                  </a:lnTo>
                  <a:lnTo>
                    <a:pt x="573505" y="1240134"/>
                  </a:lnTo>
                  <a:lnTo>
                    <a:pt x="573502" y="1240128"/>
                  </a:lnTo>
                  <a:lnTo>
                    <a:pt x="573498" y="1240121"/>
                  </a:lnTo>
                  <a:lnTo>
                    <a:pt x="573492" y="1240115"/>
                  </a:lnTo>
                  <a:lnTo>
                    <a:pt x="573487" y="1240112"/>
                  </a:lnTo>
                  <a:lnTo>
                    <a:pt x="573482" y="1240109"/>
                  </a:lnTo>
                  <a:lnTo>
                    <a:pt x="573478" y="1240107"/>
                  </a:lnTo>
                  <a:lnTo>
                    <a:pt x="573473" y="1240105"/>
                  </a:lnTo>
                  <a:lnTo>
                    <a:pt x="573469" y="1240105"/>
                  </a:lnTo>
                  <a:lnTo>
                    <a:pt x="573461" y="1240103"/>
                  </a:lnTo>
                  <a:lnTo>
                    <a:pt x="573453" y="1240102"/>
                  </a:lnTo>
                  <a:lnTo>
                    <a:pt x="573446" y="1240100"/>
                  </a:lnTo>
                  <a:lnTo>
                    <a:pt x="573441" y="1240098"/>
                  </a:lnTo>
                  <a:lnTo>
                    <a:pt x="573434" y="1240095"/>
                  </a:lnTo>
                  <a:lnTo>
                    <a:pt x="573428" y="1240093"/>
                  </a:lnTo>
                  <a:lnTo>
                    <a:pt x="573423" y="1240092"/>
                  </a:lnTo>
                  <a:lnTo>
                    <a:pt x="573415" y="1240089"/>
                  </a:lnTo>
                  <a:lnTo>
                    <a:pt x="573409" y="1240088"/>
                  </a:lnTo>
                  <a:lnTo>
                    <a:pt x="573394" y="1240082"/>
                  </a:lnTo>
                  <a:lnTo>
                    <a:pt x="573373" y="1240067"/>
                  </a:lnTo>
                  <a:lnTo>
                    <a:pt x="573367" y="1240061"/>
                  </a:lnTo>
                  <a:lnTo>
                    <a:pt x="573357" y="1240052"/>
                  </a:lnTo>
                  <a:lnTo>
                    <a:pt x="573352" y="1240041"/>
                  </a:lnTo>
                  <a:lnTo>
                    <a:pt x="573348" y="1240031"/>
                  </a:lnTo>
                  <a:lnTo>
                    <a:pt x="573346" y="1240026"/>
                  </a:lnTo>
                  <a:lnTo>
                    <a:pt x="573344" y="1240017"/>
                  </a:lnTo>
                  <a:lnTo>
                    <a:pt x="573342" y="1240008"/>
                  </a:lnTo>
                  <a:lnTo>
                    <a:pt x="573339" y="1239994"/>
                  </a:lnTo>
                  <a:lnTo>
                    <a:pt x="573338" y="1239986"/>
                  </a:lnTo>
                  <a:lnTo>
                    <a:pt x="573338" y="1239974"/>
                  </a:lnTo>
                  <a:lnTo>
                    <a:pt x="573336" y="1239963"/>
                  </a:lnTo>
                  <a:lnTo>
                    <a:pt x="573335" y="1239956"/>
                  </a:lnTo>
                  <a:lnTo>
                    <a:pt x="573334" y="1239950"/>
                  </a:lnTo>
                  <a:lnTo>
                    <a:pt x="573333" y="1239943"/>
                  </a:lnTo>
                  <a:lnTo>
                    <a:pt x="573331" y="1239933"/>
                  </a:lnTo>
                  <a:lnTo>
                    <a:pt x="573330" y="1239927"/>
                  </a:lnTo>
                  <a:lnTo>
                    <a:pt x="573327" y="1239915"/>
                  </a:lnTo>
                  <a:lnTo>
                    <a:pt x="573325" y="1239905"/>
                  </a:lnTo>
                  <a:lnTo>
                    <a:pt x="573325" y="1239900"/>
                  </a:lnTo>
                  <a:lnTo>
                    <a:pt x="573324" y="1239894"/>
                  </a:lnTo>
                  <a:lnTo>
                    <a:pt x="573321" y="1239875"/>
                  </a:lnTo>
                  <a:lnTo>
                    <a:pt x="573320" y="1239864"/>
                  </a:lnTo>
                  <a:lnTo>
                    <a:pt x="573318" y="1239856"/>
                  </a:lnTo>
                  <a:lnTo>
                    <a:pt x="573315" y="1239849"/>
                  </a:lnTo>
                  <a:lnTo>
                    <a:pt x="573310" y="1239846"/>
                  </a:lnTo>
                  <a:lnTo>
                    <a:pt x="573305" y="1239845"/>
                  </a:lnTo>
                  <a:lnTo>
                    <a:pt x="573298" y="1239844"/>
                  </a:lnTo>
                  <a:lnTo>
                    <a:pt x="573289" y="1239843"/>
                  </a:lnTo>
                  <a:lnTo>
                    <a:pt x="573283" y="1239841"/>
                  </a:lnTo>
                  <a:lnTo>
                    <a:pt x="573274" y="1239840"/>
                  </a:lnTo>
                  <a:lnTo>
                    <a:pt x="573268" y="1239839"/>
                  </a:lnTo>
                  <a:lnTo>
                    <a:pt x="573259" y="1239837"/>
                  </a:lnTo>
                  <a:lnTo>
                    <a:pt x="573254" y="1239836"/>
                  </a:lnTo>
                  <a:lnTo>
                    <a:pt x="573243" y="1239834"/>
                  </a:lnTo>
                  <a:lnTo>
                    <a:pt x="573225" y="1239829"/>
                  </a:lnTo>
                  <a:lnTo>
                    <a:pt x="573214" y="1239826"/>
                  </a:lnTo>
                  <a:lnTo>
                    <a:pt x="573201" y="1239823"/>
                  </a:lnTo>
                  <a:lnTo>
                    <a:pt x="573186" y="1239819"/>
                  </a:lnTo>
                  <a:lnTo>
                    <a:pt x="573167" y="1239814"/>
                  </a:lnTo>
                  <a:lnTo>
                    <a:pt x="573162" y="1239813"/>
                  </a:lnTo>
                  <a:lnTo>
                    <a:pt x="573152" y="1239810"/>
                  </a:lnTo>
                  <a:lnTo>
                    <a:pt x="573145" y="1239808"/>
                  </a:lnTo>
                  <a:lnTo>
                    <a:pt x="573138" y="1239806"/>
                  </a:lnTo>
                  <a:lnTo>
                    <a:pt x="573130" y="1239805"/>
                  </a:lnTo>
                  <a:lnTo>
                    <a:pt x="573122" y="1239803"/>
                  </a:lnTo>
                  <a:lnTo>
                    <a:pt x="573113" y="1239803"/>
                  </a:lnTo>
                  <a:lnTo>
                    <a:pt x="573105" y="1239803"/>
                  </a:lnTo>
                  <a:lnTo>
                    <a:pt x="573098" y="1239803"/>
                  </a:lnTo>
                  <a:lnTo>
                    <a:pt x="573090" y="1239803"/>
                  </a:lnTo>
                  <a:lnTo>
                    <a:pt x="573071" y="1239805"/>
                  </a:lnTo>
                  <a:lnTo>
                    <a:pt x="573060" y="1239806"/>
                  </a:lnTo>
                  <a:lnTo>
                    <a:pt x="573052" y="1239807"/>
                  </a:lnTo>
                  <a:lnTo>
                    <a:pt x="573044" y="1239808"/>
                  </a:lnTo>
                  <a:lnTo>
                    <a:pt x="573039" y="1239808"/>
                  </a:lnTo>
                  <a:lnTo>
                    <a:pt x="573025" y="1239807"/>
                  </a:lnTo>
                  <a:lnTo>
                    <a:pt x="573011" y="1239807"/>
                  </a:lnTo>
                  <a:lnTo>
                    <a:pt x="573006" y="1239806"/>
                  </a:lnTo>
                  <a:lnTo>
                    <a:pt x="572996" y="1239805"/>
                  </a:lnTo>
                  <a:lnTo>
                    <a:pt x="572991" y="1239804"/>
                  </a:lnTo>
                  <a:lnTo>
                    <a:pt x="572980" y="1239802"/>
                  </a:lnTo>
                  <a:lnTo>
                    <a:pt x="572973" y="1239799"/>
                  </a:lnTo>
                  <a:lnTo>
                    <a:pt x="572968" y="1239797"/>
                  </a:lnTo>
                  <a:lnTo>
                    <a:pt x="572962" y="1239792"/>
                  </a:lnTo>
                  <a:lnTo>
                    <a:pt x="572954" y="1239785"/>
                  </a:lnTo>
                  <a:lnTo>
                    <a:pt x="572946" y="1239776"/>
                  </a:lnTo>
                  <a:lnTo>
                    <a:pt x="572941" y="1239771"/>
                  </a:lnTo>
                  <a:lnTo>
                    <a:pt x="572937" y="1239765"/>
                  </a:lnTo>
                  <a:lnTo>
                    <a:pt x="572931" y="1239753"/>
                  </a:lnTo>
                  <a:lnTo>
                    <a:pt x="572926" y="1239741"/>
                  </a:lnTo>
                  <a:lnTo>
                    <a:pt x="572921" y="1239734"/>
                  </a:lnTo>
                  <a:lnTo>
                    <a:pt x="572916" y="1239728"/>
                  </a:lnTo>
                  <a:lnTo>
                    <a:pt x="572911" y="1239724"/>
                  </a:lnTo>
                  <a:lnTo>
                    <a:pt x="572903" y="1239718"/>
                  </a:lnTo>
                  <a:lnTo>
                    <a:pt x="572897" y="1239714"/>
                  </a:lnTo>
                  <a:lnTo>
                    <a:pt x="572888" y="1239709"/>
                  </a:lnTo>
                  <a:lnTo>
                    <a:pt x="572884" y="1239707"/>
                  </a:lnTo>
                  <a:lnTo>
                    <a:pt x="572877" y="1239704"/>
                  </a:lnTo>
                  <a:lnTo>
                    <a:pt x="572869" y="1239700"/>
                  </a:lnTo>
                  <a:lnTo>
                    <a:pt x="572865" y="1239699"/>
                  </a:lnTo>
                  <a:lnTo>
                    <a:pt x="572857" y="1239696"/>
                  </a:lnTo>
                  <a:lnTo>
                    <a:pt x="572850" y="1239694"/>
                  </a:lnTo>
                  <a:lnTo>
                    <a:pt x="572841" y="1239691"/>
                  </a:lnTo>
                  <a:lnTo>
                    <a:pt x="572836" y="1239690"/>
                  </a:lnTo>
                  <a:lnTo>
                    <a:pt x="572829" y="1239688"/>
                  </a:lnTo>
                  <a:lnTo>
                    <a:pt x="572816" y="1239688"/>
                  </a:lnTo>
                  <a:lnTo>
                    <a:pt x="572801" y="1239687"/>
                  </a:lnTo>
                  <a:lnTo>
                    <a:pt x="572794" y="1239687"/>
                  </a:lnTo>
                  <a:lnTo>
                    <a:pt x="572786" y="1239686"/>
                  </a:lnTo>
                  <a:lnTo>
                    <a:pt x="572772" y="1239685"/>
                  </a:lnTo>
                  <a:lnTo>
                    <a:pt x="572758" y="1239684"/>
                  </a:lnTo>
                  <a:lnTo>
                    <a:pt x="572752" y="1239684"/>
                  </a:lnTo>
                  <a:lnTo>
                    <a:pt x="572743" y="1239683"/>
                  </a:lnTo>
                  <a:lnTo>
                    <a:pt x="572735" y="1239682"/>
                  </a:lnTo>
                  <a:lnTo>
                    <a:pt x="572730" y="1239681"/>
                  </a:lnTo>
                  <a:lnTo>
                    <a:pt x="572720" y="1239677"/>
                  </a:lnTo>
                  <a:lnTo>
                    <a:pt x="572712" y="1239674"/>
                  </a:lnTo>
                  <a:lnTo>
                    <a:pt x="572707" y="1239672"/>
                  </a:lnTo>
                  <a:lnTo>
                    <a:pt x="572701" y="1239669"/>
                  </a:lnTo>
                  <a:lnTo>
                    <a:pt x="572691" y="1239661"/>
                  </a:lnTo>
                  <a:lnTo>
                    <a:pt x="572687" y="1239656"/>
                  </a:lnTo>
                  <a:lnTo>
                    <a:pt x="572680" y="1239649"/>
                  </a:lnTo>
                  <a:lnTo>
                    <a:pt x="572672" y="1239642"/>
                  </a:lnTo>
                  <a:lnTo>
                    <a:pt x="572666" y="1239638"/>
                  </a:lnTo>
                  <a:lnTo>
                    <a:pt x="572654" y="1239631"/>
                  </a:lnTo>
                  <a:lnTo>
                    <a:pt x="572648" y="1239628"/>
                  </a:lnTo>
                  <a:lnTo>
                    <a:pt x="572638" y="1239623"/>
                  </a:lnTo>
                  <a:lnTo>
                    <a:pt x="572624" y="1239618"/>
                  </a:lnTo>
                  <a:lnTo>
                    <a:pt x="572619" y="1239617"/>
                  </a:lnTo>
                  <a:lnTo>
                    <a:pt x="572607" y="1239613"/>
                  </a:lnTo>
                  <a:lnTo>
                    <a:pt x="572595" y="1239610"/>
                  </a:lnTo>
                  <a:lnTo>
                    <a:pt x="572589" y="1239609"/>
                  </a:lnTo>
                  <a:lnTo>
                    <a:pt x="572578" y="1239606"/>
                  </a:lnTo>
                  <a:lnTo>
                    <a:pt x="572571" y="1239604"/>
                  </a:lnTo>
                  <a:lnTo>
                    <a:pt x="572564" y="1239603"/>
                  </a:lnTo>
                  <a:lnTo>
                    <a:pt x="572557" y="1239601"/>
                  </a:lnTo>
                  <a:lnTo>
                    <a:pt x="572550" y="1239599"/>
                  </a:lnTo>
                  <a:lnTo>
                    <a:pt x="572543" y="1239598"/>
                  </a:lnTo>
                  <a:lnTo>
                    <a:pt x="572536" y="1239596"/>
                  </a:lnTo>
                  <a:lnTo>
                    <a:pt x="572530" y="1239595"/>
                  </a:lnTo>
                  <a:lnTo>
                    <a:pt x="572521" y="1239593"/>
                  </a:lnTo>
                  <a:lnTo>
                    <a:pt x="572513" y="1239591"/>
                  </a:lnTo>
                  <a:lnTo>
                    <a:pt x="572500" y="1239589"/>
                  </a:lnTo>
                  <a:lnTo>
                    <a:pt x="572491" y="1239587"/>
                  </a:lnTo>
                  <a:lnTo>
                    <a:pt x="572474" y="1239587"/>
                  </a:lnTo>
                  <a:lnTo>
                    <a:pt x="572462" y="1239587"/>
                  </a:lnTo>
                  <a:lnTo>
                    <a:pt x="572454" y="1239586"/>
                  </a:lnTo>
                  <a:lnTo>
                    <a:pt x="572446" y="1239586"/>
                  </a:lnTo>
                  <a:lnTo>
                    <a:pt x="572441" y="1239586"/>
                  </a:lnTo>
                  <a:lnTo>
                    <a:pt x="572432" y="1239585"/>
                  </a:lnTo>
                  <a:lnTo>
                    <a:pt x="572426" y="1239584"/>
                  </a:lnTo>
                  <a:lnTo>
                    <a:pt x="572417" y="1239582"/>
                  </a:lnTo>
                  <a:lnTo>
                    <a:pt x="572402" y="1239579"/>
                  </a:lnTo>
                  <a:lnTo>
                    <a:pt x="572396" y="1239577"/>
                  </a:lnTo>
                  <a:lnTo>
                    <a:pt x="572385" y="1239573"/>
                  </a:lnTo>
                  <a:lnTo>
                    <a:pt x="572369" y="1239569"/>
                  </a:lnTo>
                  <a:lnTo>
                    <a:pt x="572358" y="1239566"/>
                  </a:lnTo>
                  <a:lnTo>
                    <a:pt x="572352" y="1239564"/>
                  </a:lnTo>
                  <a:lnTo>
                    <a:pt x="572329" y="1239557"/>
                  </a:lnTo>
                  <a:lnTo>
                    <a:pt x="572324" y="1239556"/>
                  </a:lnTo>
                  <a:lnTo>
                    <a:pt x="572320" y="1239556"/>
                  </a:lnTo>
                  <a:lnTo>
                    <a:pt x="572314" y="1239555"/>
                  </a:lnTo>
                  <a:lnTo>
                    <a:pt x="572306" y="1239556"/>
                  </a:lnTo>
                  <a:lnTo>
                    <a:pt x="572300" y="1239556"/>
                  </a:lnTo>
                  <a:lnTo>
                    <a:pt x="572294" y="1239557"/>
                  </a:lnTo>
                  <a:lnTo>
                    <a:pt x="572285" y="1239559"/>
                  </a:lnTo>
                  <a:lnTo>
                    <a:pt x="572277" y="1239560"/>
                  </a:lnTo>
                  <a:lnTo>
                    <a:pt x="572270" y="1239561"/>
                  </a:lnTo>
                  <a:lnTo>
                    <a:pt x="572262" y="1239560"/>
                  </a:lnTo>
                  <a:lnTo>
                    <a:pt x="572250" y="1239560"/>
                  </a:lnTo>
                  <a:lnTo>
                    <a:pt x="572242" y="1239559"/>
                  </a:lnTo>
                  <a:lnTo>
                    <a:pt x="572237" y="1239558"/>
                  </a:lnTo>
                  <a:lnTo>
                    <a:pt x="572229" y="1239555"/>
                  </a:lnTo>
                  <a:lnTo>
                    <a:pt x="572222" y="1239552"/>
                  </a:lnTo>
                  <a:lnTo>
                    <a:pt x="572209" y="1239547"/>
                  </a:lnTo>
                  <a:lnTo>
                    <a:pt x="572196" y="1239542"/>
                  </a:lnTo>
                  <a:lnTo>
                    <a:pt x="572188" y="1239538"/>
                  </a:lnTo>
                  <a:lnTo>
                    <a:pt x="572183" y="1239535"/>
                  </a:lnTo>
                  <a:lnTo>
                    <a:pt x="572179" y="1239533"/>
                  </a:lnTo>
                  <a:lnTo>
                    <a:pt x="572166" y="1239527"/>
                  </a:lnTo>
                  <a:lnTo>
                    <a:pt x="572152" y="1239521"/>
                  </a:lnTo>
                  <a:lnTo>
                    <a:pt x="572144" y="1239516"/>
                  </a:lnTo>
                  <a:lnTo>
                    <a:pt x="572138" y="1239513"/>
                  </a:lnTo>
                  <a:lnTo>
                    <a:pt x="572123" y="1239507"/>
                  </a:lnTo>
                  <a:lnTo>
                    <a:pt x="572115" y="1239504"/>
                  </a:lnTo>
                  <a:lnTo>
                    <a:pt x="572081" y="1239492"/>
                  </a:lnTo>
                  <a:lnTo>
                    <a:pt x="572054" y="1239483"/>
                  </a:lnTo>
                  <a:lnTo>
                    <a:pt x="572041" y="1239479"/>
                  </a:lnTo>
                  <a:lnTo>
                    <a:pt x="572016" y="1239472"/>
                  </a:lnTo>
                  <a:lnTo>
                    <a:pt x="571986" y="1239464"/>
                  </a:lnTo>
                  <a:lnTo>
                    <a:pt x="571957" y="1239458"/>
                  </a:lnTo>
                  <a:lnTo>
                    <a:pt x="571924" y="1239448"/>
                  </a:lnTo>
                  <a:lnTo>
                    <a:pt x="571910" y="1239444"/>
                  </a:lnTo>
                  <a:lnTo>
                    <a:pt x="571905" y="1239443"/>
                  </a:lnTo>
                  <a:lnTo>
                    <a:pt x="571894" y="1239440"/>
                  </a:lnTo>
                  <a:lnTo>
                    <a:pt x="571886" y="1239438"/>
                  </a:lnTo>
                  <a:lnTo>
                    <a:pt x="571878" y="1239436"/>
                  </a:lnTo>
                  <a:lnTo>
                    <a:pt x="571868" y="1239435"/>
                  </a:lnTo>
                  <a:lnTo>
                    <a:pt x="571862" y="1239435"/>
                  </a:lnTo>
                  <a:lnTo>
                    <a:pt x="571852" y="1239434"/>
                  </a:lnTo>
                  <a:lnTo>
                    <a:pt x="571837" y="1239433"/>
                  </a:lnTo>
                  <a:lnTo>
                    <a:pt x="571824" y="1239432"/>
                  </a:lnTo>
                  <a:lnTo>
                    <a:pt x="571807" y="1239430"/>
                  </a:lnTo>
                  <a:lnTo>
                    <a:pt x="571801" y="1239430"/>
                  </a:lnTo>
                  <a:lnTo>
                    <a:pt x="571794" y="1239429"/>
                  </a:lnTo>
                  <a:lnTo>
                    <a:pt x="571790" y="1239427"/>
                  </a:lnTo>
                  <a:lnTo>
                    <a:pt x="571784" y="1239425"/>
                  </a:lnTo>
                  <a:lnTo>
                    <a:pt x="571778" y="1239421"/>
                  </a:lnTo>
                  <a:lnTo>
                    <a:pt x="571774" y="1239416"/>
                  </a:lnTo>
                  <a:lnTo>
                    <a:pt x="571772" y="1239409"/>
                  </a:lnTo>
                  <a:lnTo>
                    <a:pt x="571770" y="1239402"/>
                  </a:lnTo>
                  <a:lnTo>
                    <a:pt x="571768" y="1239396"/>
                  </a:lnTo>
                  <a:lnTo>
                    <a:pt x="571765" y="1239384"/>
                  </a:lnTo>
                  <a:lnTo>
                    <a:pt x="571763" y="1239369"/>
                  </a:lnTo>
                  <a:lnTo>
                    <a:pt x="571760" y="1239348"/>
                  </a:lnTo>
                  <a:lnTo>
                    <a:pt x="571758" y="1239325"/>
                  </a:lnTo>
                  <a:lnTo>
                    <a:pt x="571758" y="1239318"/>
                  </a:lnTo>
                  <a:lnTo>
                    <a:pt x="571757" y="1239311"/>
                  </a:lnTo>
                  <a:lnTo>
                    <a:pt x="571756" y="1239299"/>
                  </a:lnTo>
                  <a:lnTo>
                    <a:pt x="571755" y="1239274"/>
                  </a:lnTo>
                  <a:lnTo>
                    <a:pt x="571753" y="1239264"/>
                  </a:lnTo>
                  <a:lnTo>
                    <a:pt x="571750" y="1239256"/>
                  </a:lnTo>
                  <a:lnTo>
                    <a:pt x="571745" y="1239252"/>
                  </a:lnTo>
                  <a:lnTo>
                    <a:pt x="571740" y="1239250"/>
                  </a:lnTo>
                  <a:lnTo>
                    <a:pt x="571724" y="1239246"/>
                  </a:lnTo>
                  <a:lnTo>
                    <a:pt x="571718" y="1239245"/>
                  </a:lnTo>
                  <a:lnTo>
                    <a:pt x="571705" y="1239242"/>
                  </a:lnTo>
                  <a:lnTo>
                    <a:pt x="571689" y="1239239"/>
                  </a:lnTo>
                  <a:lnTo>
                    <a:pt x="571685" y="1239238"/>
                  </a:lnTo>
                  <a:lnTo>
                    <a:pt x="571676" y="1239236"/>
                  </a:lnTo>
                  <a:lnTo>
                    <a:pt x="571666" y="1239234"/>
                  </a:lnTo>
                  <a:lnTo>
                    <a:pt x="571658" y="1239231"/>
                  </a:lnTo>
                  <a:lnTo>
                    <a:pt x="571650" y="1239229"/>
                  </a:lnTo>
                  <a:lnTo>
                    <a:pt x="571644" y="1239227"/>
                  </a:lnTo>
                  <a:lnTo>
                    <a:pt x="571638" y="1239225"/>
                  </a:lnTo>
                  <a:lnTo>
                    <a:pt x="571629" y="1239221"/>
                  </a:lnTo>
                  <a:lnTo>
                    <a:pt x="571622" y="1239218"/>
                  </a:lnTo>
                  <a:lnTo>
                    <a:pt x="571611" y="1239213"/>
                  </a:lnTo>
                  <a:lnTo>
                    <a:pt x="571597" y="1239205"/>
                  </a:lnTo>
                  <a:lnTo>
                    <a:pt x="571582" y="1239197"/>
                  </a:lnTo>
                  <a:lnTo>
                    <a:pt x="571577" y="1239194"/>
                  </a:lnTo>
                  <a:lnTo>
                    <a:pt x="571565" y="1239189"/>
                  </a:lnTo>
                  <a:lnTo>
                    <a:pt x="571557" y="1239185"/>
                  </a:lnTo>
                  <a:lnTo>
                    <a:pt x="571547" y="1239180"/>
                  </a:lnTo>
                  <a:lnTo>
                    <a:pt x="571538" y="1239176"/>
                  </a:lnTo>
                  <a:lnTo>
                    <a:pt x="571532" y="1239174"/>
                  </a:lnTo>
                  <a:lnTo>
                    <a:pt x="571523" y="1239169"/>
                  </a:lnTo>
                  <a:lnTo>
                    <a:pt x="571510" y="1239161"/>
                  </a:lnTo>
                  <a:lnTo>
                    <a:pt x="571505" y="1239157"/>
                  </a:lnTo>
                  <a:lnTo>
                    <a:pt x="571499" y="1239152"/>
                  </a:lnTo>
                  <a:lnTo>
                    <a:pt x="571491" y="1239147"/>
                  </a:lnTo>
                  <a:lnTo>
                    <a:pt x="571485" y="1239142"/>
                  </a:lnTo>
                  <a:lnTo>
                    <a:pt x="571479" y="1239136"/>
                  </a:lnTo>
                  <a:lnTo>
                    <a:pt x="571475" y="1239132"/>
                  </a:lnTo>
                  <a:lnTo>
                    <a:pt x="571470" y="1239127"/>
                  </a:lnTo>
                  <a:lnTo>
                    <a:pt x="571461" y="1239117"/>
                  </a:lnTo>
                  <a:lnTo>
                    <a:pt x="571454" y="1239108"/>
                  </a:lnTo>
                  <a:lnTo>
                    <a:pt x="571448" y="1239099"/>
                  </a:lnTo>
                  <a:lnTo>
                    <a:pt x="571442" y="1239091"/>
                  </a:lnTo>
                  <a:lnTo>
                    <a:pt x="571437" y="1239086"/>
                  </a:lnTo>
                  <a:lnTo>
                    <a:pt x="571426" y="1239076"/>
                  </a:lnTo>
                  <a:lnTo>
                    <a:pt x="571417" y="1239064"/>
                  </a:lnTo>
                  <a:lnTo>
                    <a:pt x="571412" y="1239059"/>
                  </a:lnTo>
                  <a:lnTo>
                    <a:pt x="571405" y="1239048"/>
                  </a:lnTo>
                  <a:lnTo>
                    <a:pt x="571402" y="1239041"/>
                  </a:lnTo>
                  <a:lnTo>
                    <a:pt x="571398" y="1239034"/>
                  </a:lnTo>
                  <a:lnTo>
                    <a:pt x="571395" y="1239029"/>
                  </a:lnTo>
                  <a:lnTo>
                    <a:pt x="571392" y="1239020"/>
                  </a:lnTo>
                  <a:lnTo>
                    <a:pt x="571389" y="1239013"/>
                  </a:lnTo>
                  <a:lnTo>
                    <a:pt x="571386" y="1239005"/>
                  </a:lnTo>
                  <a:lnTo>
                    <a:pt x="571383" y="1238999"/>
                  </a:lnTo>
                  <a:lnTo>
                    <a:pt x="571382" y="1238994"/>
                  </a:lnTo>
                  <a:lnTo>
                    <a:pt x="571379" y="1238985"/>
                  </a:lnTo>
                  <a:lnTo>
                    <a:pt x="571367" y="1238963"/>
                  </a:lnTo>
                  <a:lnTo>
                    <a:pt x="571364" y="1238958"/>
                  </a:lnTo>
                  <a:lnTo>
                    <a:pt x="571360" y="1238952"/>
                  </a:lnTo>
                  <a:lnTo>
                    <a:pt x="571355" y="1238945"/>
                  </a:lnTo>
                  <a:lnTo>
                    <a:pt x="571351" y="1238940"/>
                  </a:lnTo>
                  <a:lnTo>
                    <a:pt x="571347" y="1238936"/>
                  </a:lnTo>
                  <a:lnTo>
                    <a:pt x="571342" y="1238930"/>
                  </a:lnTo>
                  <a:lnTo>
                    <a:pt x="571334" y="1238925"/>
                  </a:lnTo>
                  <a:lnTo>
                    <a:pt x="571326" y="1238921"/>
                  </a:lnTo>
                  <a:lnTo>
                    <a:pt x="571320" y="1238917"/>
                  </a:lnTo>
                  <a:lnTo>
                    <a:pt x="571314" y="1238914"/>
                  </a:lnTo>
                  <a:lnTo>
                    <a:pt x="571309" y="1238912"/>
                  </a:lnTo>
                  <a:lnTo>
                    <a:pt x="571304" y="1238909"/>
                  </a:lnTo>
                  <a:lnTo>
                    <a:pt x="571293" y="1238903"/>
                  </a:lnTo>
                  <a:lnTo>
                    <a:pt x="571277" y="1238892"/>
                  </a:lnTo>
                  <a:lnTo>
                    <a:pt x="571268" y="1238885"/>
                  </a:lnTo>
                  <a:lnTo>
                    <a:pt x="571261" y="1238880"/>
                  </a:lnTo>
                  <a:lnTo>
                    <a:pt x="571254" y="1238874"/>
                  </a:lnTo>
                  <a:lnTo>
                    <a:pt x="571243" y="1238864"/>
                  </a:lnTo>
                  <a:lnTo>
                    <a:pt x="571234" y="1238856"/>
                  </a:lnTo>
                  <a:lnTo>
                    <a:pt x="571217" y="1238837"/>
                  </a:lnTo>
                  <a:lnTo>
                    <a:pt x="571205" y="1238823"/>
                  </a:lnTo>
                  <a:lnTo>
                    <a:pt x="571198" y="1238815"/>
                  </a:lnTo>
                  <a:lnTo>
                    <a:pt x="571192" y="1238807"/>
                  </a:lnTo>
                  <a:lnTo>
                    <a:pt x="571185" y="1238799"/>
                  </a:lnTo>
                  <a:lnTo>
                    <a:pt x="571180" y="1238794"/>
                  </a:lnTo>
                  <a:lnTo>
                    <a:pt x="571175" y="1238789"/>
                  </a:lnTo>
                  <a:lnTo>
                    <a:pt x="571169" y="1238785"/>
                  </a:lnTo>
                  <a:lnTo>
                    <a:pt x="571160" y="1238779"/>
                  </a:lnTo>
                  <a:lnTo>
                    <a:pt x="571155" y="1238776"/>
                  </a:lnTo>
                  <a:lnTo>
                    <a:pt x="571150" y="1238774"/>
                  </a:lnTo>
                  <a:lnTo>
                    <a:pt x="571146" y="1238773"/>
                  </a:lnTo>
                  <a:lnTo>
                    <a:pt x="571137" y="1238771"/>
                  </a:lnTo>
                  <a:lnTo>
                    <a:pt x="571126" y="1238770"/>
                  </a:lnTo>
                  <a:lnTo>
                    <a:pt x="571113" y="1238768"/>
                  </a:lnTo>
                  <a:lnTo>
                    <a:pt x="571104" y="1238766"/>
                  </a:lnTo>
                  <a:lnTo>
                    <a:pt x="571097" y="1238762"/>
                  </a:lnTo>
                  <a:lnTo>
                    <a:pt x="571090" y="1238758"/>
                  </a:lnTo>
                  <a:lnTo>
                    <a:pt x="571086" y="1238752"/>
                  </a:lnTo>
                  <a:lnTo>
                    <a:pt x="571083" y="1238747"/>
                  </a:lnTo>
                  <a:lnTo>
                    <a:pt x="571075" y="1238729"/>
                  </a:lnTo>
                  <a:lnTo>
                    <a:pt x="571071" y="1238720"/>
                  </a:lnTo>
                  <a:lnTo>
                    <a:pt x="571064" y="1238706"/>
                  </a:lnTo>
                  <a:lnTo>
                    <a:pt x="571061" y="1238700"/>
                  </a:lnTo>
                  <a:lnTo>
                    <a:pt x="571057" y="1238691"/>
                  </a:lnTo>
                  <a:lnTo>
                    <a:pt x="571046" y="1238671"/>
                  </a:lnTo>
                  <a:lnTo>
                    <a:pt x="571041" y="1238663"/>
                  </a:lnTo>
                  <a:lnTo>
                    <a:pt x="571028" y="1238644"/>
                  </a:lnTo>
                  <a:lnTo>
                    <a:pt x="571024" y="1238639"/>
                  </a:lnTo>
                  <a:lnTo>
                    <a:pt x="571017" y="1238629"/>
                  </a:lnTo>
                  <a:lnTo>
                    <a:pt x="571009" y="1238614"/>
                  </a:lnTo>
                  <a:lnTo>
                    <a:pt x="571003" y="1238602"/>
                  </a:lnTo>
                  <a:lnTo>
                    <a:pt x="570999" y="1238588"/>
                  </a:lnTo>
                  <a:lnTo>
                    <a:pt x="570996" y="1238579"/>
                  </a:lnTo>
                  <a:lnTo>
                    <a:pt x="570994" y="1238571"/>
                  </a:lnTo>
                  <a:lnTo>
                    <a:pt x="570992" y="1238566"/>
                  </a:lnTo>
                  <a:lnTo>
                    <a:pt x="570992" y="1238560"/>
                  </a:lnTo>
                  <a:lnTo>
                    <a:pt x="570991" y="1238547"/>
                  </a:lnTo>
                  <a:lnTo>
                    <a:pt x="570992" y="1238541"/>
                  </a:lnTo>
                  <a:lnTo>
                    <a:pt x="570992" y="1238534"/>
                  </a:lnTo>
                  <a:lnTo>
                    <a:pt x="570995" y="1238519"/>
                  </a:lnTo>
                  <a:lnTo>
                    <a:pt x="571001" y="1238499"/>
                  </a:lnTo>
                  <a:lnTo>
                    <a:pt x="571005" y="1238488"/>
                  </a:lnTo>
                  <a:lnTo>
                    <a:pt x="571008" y="1238476"/>
                  </a:lnTo>
                  <a:lnTo>
                    <a:pt x="571012" y="1238466"/>
                  </a:lnTo>
                  <a:lnTo>
                    <a:pt x="571021" y="1238449"/>
                  </a:lnTo>
                  <a:lnTo>
                    <a:pt x="571026" y="1238440"/>
                  </a:lnTo>
                  <a:lnTo>
                    <a:pt x="571035" y="1238423"/>
                  </a:lnTo>
                  <a:lnTo>
                    <a:pt x="571037" y="1238418"/>
                  </a:lnTo>
                  <a:lnTo>
                    <a:pt x="571040" y="1238413"/>
                  </a:lnTo>
                  <a:lnTo>
                    <a:pt x="571046" y="1238404"/>
                  </a:lnTo>
                  <a:lnTo>
                    <a:pt x="571054" y="1238394"/>
                  </a:lnTo>
                  <a:lnTo>
                    <a:pt x="571061" y="1238385"/>
                  </a:lnTo>
                  <a:lnTo>
                    <a:pt x="571063" y="1238379"/>
                  </a:lnTo>
                  <a:lnTo>
                    <a:pt x="571067" y="1238368"/>
                  </a:lnTo>
                  <a:lnTo>
                    <a:pt x="571069" y="1238362"/>
                  </a:lnTo>
                  <a:lnTo>
                    <a:pt x="571073" y="1238340"/>
                  </a:lnTo>
                  <a:lnTo>
                    <a:pt x="571077" y="1238313"/>
                  </a:lnTo>
                  <a:lnTo>
                    <a:pt x="571077" y="1238303"/>
                  </a:lnTo>
                  <a:lnTo>
                    <a:pt x="571078" y="1238288"/>
                  </a:lnTo>
                  <a:lnTo>
                    <a:pt x="571078" y="1238283"/>
                  </a:lnTo>
                  <a:lnTo>
                    <a:pt x="571077" y="1238277"/>
                  </a:lnTo>
                  <a:lnTo>
                    <a:pt x="571075" y="1238270"/>
                  </a:lnTo>
                  <a:lnTo>
                    <a:pt x="571070" y="1238253"/>
                  </a:lnTo>
                  <a:lnTo>
                    <a:pt x="571067" y="1238240"/>
                  </a:lnTo>
                  <a:lnTo>
                    <a:pt x="571064" y="1238230"/>
                  </a:lnTo>
                  <a:lnTo>
                    <a:pt x="571063" y="1238225"/>
                  </a:lnTo>
                  <a:lnTo>
                    <a:pt x="571060" y="1238217"/>
                  </a:lnTo>
                  <a:lnTo>
                    <a:pt x="571057" y="1238210"/>
                  </a:lnTo>
                  <a:lnTo>
                    <a:pt x="571054" y="1238202"/>
                  </a:lnTo>
                  <a:lnTo>
                    <a:pt x="571051" y="1238198"/>
                  </a:lnTo>
                  <a:lnTo>
                    <a:pt x="571048" y="1238193"/>
                  </a:lnTo>
                  <a:lnTo>
                    <a:pt x="571043" y="1238188"/>
                  </a:lnTo>
                  <a:lnTo>
                    <a:pt x="571039" y="1238183"/>
                  </a:lnTo>
                  <a:lnTo>
                    <a:pt x="571032" y="1238177"/>
                  </a:lnTo>
                  <a:lnTo>
                    <a:pt x="571019" y="1238168"/>
                  </a:lnTo>
                  <a:lnTo>
                    <a:pt x="571009" y="1238161"/>
                  </a:lnTo>
                  <a:lnTo>
                    <a:pt x="571000" y="1238155"/>
                  </a:lnTo>
                  <a:lnTo>
                    <a:pt x="570992" y="1238150"/>
                  </a:lnTo>
                  <a:lnTo>
                    <a:pt x="570985" y="1238147"/>
                  </a:lnTo>
                  <a:lnTo>
                    <a:pt x="570974" y="1238141"/>
                  </a:lnTo>
                  <a:lnTo>
                    <a:pt x="570954" y="1238131"/>
                  </a:lnTo>
                  <a:lnTo>
                    <a:pt x="570947" y="1238129"/>
                  </a:lnTo>
                  <a:lnTo>
                    <a:pt x="570940" y="1238125"/>
                  </a:lnTo>
                  <a:lnTo>
                    <a:pt x="570936" y="1238123"/>
                  </a:lnTo>
                  <a:lnTo>
                    <a:pt x="570928" y="1238119"/>
                  </a:lnTo>
                  <a:lnTo>
                    <a:pt x="570920" y="1238113"/>
                  </a:lnTo>
                  <a:lnTo>
                    <a:pt x="570915" y="1238109"/>
                  </a:lnTo>
                  <a:lnTo>
                    <a:pt x="570909" y="1238104"/>
                  </a:lnTo>
                  <a:lnTo>
                    <a:pt x="570897" y="1238093"/>
                  </a:lnTo>
                  <a:lnTo>
                    <a:pt x="570880" y="1238077"/>
                  </a:lnTo>
                  <a:lnTo>
                    <a:pt x="570872" y="1238068"/>
                  </a:lnTo>
                  <a:lnTo>
                    <a:pt x="570866" y="1238062"/>
                  </a:lnTo>
                  <a:lnTo>
                    <a:pt x="570860" y="1238056"/>
                  </a:lnTo>
                  <a:lnTo>
                    <a:pt x="570854" y="1238052"/>
                  </a:lnTo>
                  <a:lnTo>
                    <a:pt x="570847" y="1238048"/>
                  </a:lnTo>
                  <a:lnTo>
                    <a:pt x="570842" y="1238044"/>
                  </a:lnTo>
                  <a:lnTo>
                    <a:pt x="570835" y="1238040"/>
                  </a:lnTo>
                  <a:lnTo>
                    <a:pt x="570821" y="1238035"/>
                  </a:lnTo>
                  <a:lnTo>
                    <a:pt x="570813" y="1238034"/>
                  </a:lnTo>
                  <a:lnTo>
                    <a:pt x="570789" y="1238033"/>
                  </a:lnTo>
                  <a:lnTo>
                    <a:pt x="570778" y="1238033"/>
                  </a:lnTo>
                  <a:lnTo>
                    <a:pt x="570769" y="1238032"/>
                  </a:lnTo>
                  <a:lnTo>
                    <a:pt x="570744" y="1238030"/>
                  </a:lnTo>
                  <a:lnTo>
                    <a:pt x="570734" y="1238029"/>
                  </a:lnTo>
                  <a:lnTo>
                    <a:pt x="570725" y="1238028"/>
                  </a:lnTo>
                  <a:lnTo>
                    <a:pt x="570716" y="1238026"/>
                  </a:lnTo>
                  <a:lnTo>
                    <a:pt x="570707" y="1238025"/>
                  </a:lnTo>
                  <a:lnTo>
                    <a:pt x="570699" y="1238023"/>
                  </a:lnTo>
                  <a:lnTo>
                    <a:pt x="570692" y="1238021"/>
                  </a:lnTo>
                  <a:lnTo>
                    <a:pt x="570682" y="1238018"/>
                  </a:lnTo>
                  <a:lnTo>
                    <a:pt x="570667" y="1238014"/>
                  </a:lnTo>
                  <a:lnTo>
                    <a:pt x="570647" y="1238007"/>
                  </a:lnTo>
                  <a:lnTo>
                    <a:pt x="570641" y="1238005"/>
                  </a:lnTo>
                  <a:lnTo>
                    <a:pt x="570629" y="1238002"/>
                  </a:lnTo>
                  <a:lnTo>
                    <a:pt x="570611" y="1237999"/>
                  </a:lnTo>
                  <a:lnTo>
                    <a:pt x="570602" y="1237998"/>
                  </a:lnTo>
                  <a:lnTo>
                    <a:pt x="570591" y="1237996"/>
                  </a:lnTo>
                  <a:lnTo>
                    <a:pt x="570586" y="1237994"/>
                  </a:lnTo>
                  <a:lnTo>
                    <a:pt x="570580" y="1237992"/>
                  </a:lnTo>
                  <a:lnTo>
                    <a:pt x="570572" y="1237990"/>
                  </a:lnTo>
                  <a:lnTo>
                    <a:pt x="570567" y="1237987"/>
                  </a:lnTo>
                  <a:lnTo>
                    <a:pt x="570561" y="1237985"/>
                  </a:lnTo>
                  <a:lnTo>
                    <a:pt x="570555" y="1237982"/>
                  </a:lnTo>
                  <a:lnTo>
                    <a:pt x="570548" y="1237978"/>
                  </a:lnTo>
                  <a:lnTo>
                    <a:pt x="570533" y="1237968"/>
                  </a:lnTo>
                  <a:lnTo>
                    <a:pt x="570526" y="1237964"/>
                  </a:lnTo>
                  <a:lnTo>
                    <a:pt x="570520" y="1237961"/>
                  </a:lnTo>
                  <a:lnTo>
                    <a:pt x="570515" y="1237958"/>
                  </a:lnTo>
                  <a:lnTo>
                    <a:pt x="570510" y="1237957"/>
                  </a:lnTo>
                  <a:lnTo>
                    <a:pt x="570505" y="1237955"/>
                  </a:lnTo>
                  <a:lnTo>
                    <a:pt x="570499" y="1237955"/>
                  </a:lnTo>
                  <a:lnTo>
                    <a:pt x="570491" y="1237955"/>
                  </a:lnTo>
                  <a:lnTo>
                    <a:pt x="570482" y="1237956"/>
                  </a:lnTo>
                  <a:lnTo>
                    <a:pt x="570463" y="1237957"/>
                  </a:lnTo>
                  <a:lnTo>
                    <a:pt x="570458" y="1237958"/>
                  </a:lnTo>
                  <a:lnTo>
                    <a:pt x="570452" y="1237959"/>
                  </a:lnTo>
                  <a:lnTo>
                    <a:pt x="570441" y="1237961"/>
                  </a:lnTo>
                  <a:lnTo>
                    <a:pt x="570432" y="1237963"/>
                  </a:lnTo>
                  <a:lnTo>
                    <a:pt x="570425" y="1237963"/>
                  </a:lnTo>
                  <a:lnTo>
                    <a:pt x="570416" y="1237963"/>
                  </a:lnTo>
                  <a:lnTo>
                    <a:pt x="570397" y="1237962"/>
                  </a:lnTo>
                  <a:lnTo>
                    <a:pt x="570391" y="1237961"/>
                  </a:lnTo>
                  <a:lnTo>
                    <a:pt x="570380" y="1237960"/>
                  </a:lnTo>
                  <a:lnTo>
                    <a:pt x="570372" y="1237959"/>
                  </a:lnTo>
                  <a:lnTo>
                    <a:pt x="570365" y="1237957"/>
                  </a:lnTo>
                  <a:lnTo>
                    <a:pt x="570357" y="1237955"/>
                  </a:lnTo>
                  <a:lnTo>
                    <a:pt x="570351" y="1237952"/>
                  </a:lnTo>
                  <a:lnTo>
                    <a:pt x="570342" y="1237948"/>
                  </a:lnTo>
                  <a:lnTo>
                    <a:pt x="570325" y="1237938"/>
                  </a:lnTo>
                  <a:lnTo>
                    <a:pt x="570314" y="1237929"/>
                  </a:lnTo>
                  <a:lnTo>
                    <a:pt x="570309" y="1237925"/>
                  </a:lnTo>
                  <a:lnTo>
                    <a:pt x="570297" y="1237911"/>
                  </a:lnTo>
                  <a:lnTo>
                    <a:pt x="570292" y="1237906"/>
                  </a:lnTo>
                  <a:lnTo>
                    <a:pt x="570286" y="1237907"/>
                  </a:lnTo>
                  <a:lnTo>
                    <a:pt x="570274" y="1237909"/>
                  </a:lnTo>
                  <a:lnTo>
                    <a:pt x="570261" y="1237910"/>
                  </a:lnTo>
                  <a:lnTo>
                    <a:pt x="570249" y="1237912"/>
                  </a:lnTo>
                  <a:lnTo>
                    <a:pt x="570229" y="1237916"/>
                  </a:lnTo>
                  <a:lnTo>
                    <a:pt x="570215" y="1237919"/>
                  </a:lnTo>
                  <a:lnTo>
                    <a:pt x="570203" y="1237921"/>
                  </a:lnTo>
                  <a:lnTo>
                    <a:pt x="570191" y="1237924"/>
                  </a:lnTo>
                  <a:lnTo>
                    <a:pt x="570179" y="1237928"/>
                  </a:lnTo>
                  <a:lnTo>
                    <a:pt x="570162" y="1237935"/>
                  </a:lnTo>
                  <a:lnTo>
                    <a:pt x="570148" y="1237943"/>
                  </a:lnTo>
                  <a:lnTo>
                    <a:pt x="570140" y="1237948"/>
                  </a:lnTo>
                  <a:lnTo>
                    <a:pt x="570131" y="1237956"/>
                  </a:lnTo>
                  <a:lnTo>
                    <a:pt x="570119" y="1237964"/>
                  </a:lnTo>
                  <a:lnTo>
                    <a:pt x="570106" y="1237971"/>
                  </a:lnTo>
                  <a:lnTo>
                    <a:pt x="570096" y="1237977"/>
                  </a:lnTo>
                  <a:lnTo>
                    <a:pt x="570087" y="1237983"/>
                  </a:lnTo>
                  <a:lnTo>
                    <a:pt x="570076" y="1237995"/>
                  </a:lnTo>
                  <a:lnTo>
                    <a:pt x="570062" y="1238009"/>
                  </a:lnTo>
                  <a:lnTo>
                    <a:pt x="570049" y="1238021"/>
                  </a:lnTo>
                  <a:lnTo>
                    <a:pt x="570037" y="1238031"/>
                  </a:lnTo>
                  <a:lnTo>
                    <a:pt x="570022" y="1238048"/>
                  </a:lnTo>
                  <a:lnTo>
                    <a:pt x="570011" y="1238063"/>
                  </a:lnTo>
                  <a:lnTo>
                    <a:pt x="570007" y="1238073"/>
                  </a:lnTo>
                  <a:lnTo>
                    <a:pt x="570006" y="1238080"/>
                  </a:lnTo>
                  <a:lnTo>
                    <a:pt x="570007" y="1238087"/>
                  </a:lnTo>
                  <a:lnTo>
                    <a:pt x="570010" y="1238098"/>
                  </a:lnTo>
                  <a:lnTo>
                    <a:pt x="570013" y="1238116"/>
                  </a:lnTo>
                  <a:lnTo>
                    <a:pt x="570014" y="1238127"/>
                  </a:lnTo>
                  <a:lnTo>
                    <a:pt x="570014" y="1238133"/>
                  </a:lnTo>
                  <a:lnTo>
                    <a:pt x="570013" y="1238149"/>
                  </a:lnTo>
                  <a:lnTo>
                    <a:pt x="570013" y="1238156"/>
                  </a:lnTo>
                  <a:lnTo>
                    <a:pt x="570014" y="1238176"/>
                  </a:lnTo>
                  <a:lnTo>
                    <a:pt x="570015" y="1238204"/>
                  </a:lnTo>
                  <a:lnTo>
                    <a:pt x="570016" y="1238221"/>
                  </a:lnTo>
                  <a:lnTo>
                    <a:pt x="570017" y="1238227"/>
                  </a:lnTo>
                  <a:lnTo>
                    <a:pt x="570016" y="1238243"/>
                  </a:lnTo>
                  <a:lnTo>
                    <a:pt x="570017" y="1238251"/>
                  </a:lnTo>
                  <a:lnTo>
                    <a:pt x="570017" y="1238256"/>
                  </a:lnTo>
                  <a:lnTo>
                    <a:pt x="570015" y="1238266"/>
                  </a:lnTo>
                  <a:lnTo>
                    <a:pt x="570012" y="1238277"/>
                  </a:lnTo>
                  <a:lnTo>
                    <a:pt x="570007" y="1238288"/>
                  </a:lnTo>
                  <a:lnTo>
                    <a:pt x="570004" y="1238292"/>
                  </a:lnTo>
                  <a:lnTo>
                    <a:pt x="570000" y="1238298"/>
                  </a:lnTo>
                  <a:lnTo>
                    <a:pt x="569997" y="1238302"/>
                  </a:lnTo>
                  <a:lnTo>
                    <a:pt x="569990" y="1238313"/>
                  </a:lnTo>
                  <a:lnTo>
                    <a:pt x="569984" y="1238319"/>
                  </a:lnTo>
                  <a:lnTo>
                    <a:pt x="569979" y="1238324"/>
                  </a:lnTo>
                  <a:lnTo>
                    <a:pt x="569973" y="1238327"/>
                  </a:lnTo>
                  <a:lnTo>
                    <a:pt x="569965" y="1238333"/>
                  </a:lnTo>
                  <a:lnTo>
                    <a:pt x="569956" y="1238339"/>
                  </a:lnTo>
                  <a:lnTo>
                    <a:pt x="569942" y="1238346"/>
                  </a:lnTo>
                  <a:lnTo>
                    <a:pt x="569928" y="1238352"/>
                  </a:lnTo>
                  <a:lnTo>
                    <a:pt x="569919" y="1238355"/>
                  </a:lnTo>
                  <a:lnTo>
                    <a:pt x="569911" y="1238358"/>
                  </a:lnTo>
                  <a:lnTo>
                    <a:pt x="569904" y="1238360"/>
                  </a:lnTo>
                  <a:lnTo>
                    <a:pt x="569895" y="1238360"/>
                  </a:lnTo>
                  <a:lnTo>
                    <a:pt x="569883" y="1238361"/>
                  </a:lnTo>
                  <a:lnTo>
                    <a:pt x="569872" y="1238361"/>
                  </a:lnTo>
                  <a:lnTo>
                    <a:pt x="569864" y="1238360"/>
                  </a:lnTo>
                  <a:lnTo>
                    <a:pt x="569859" y="1238360"/>
                  </a:lnTo>
                  <a:lnTo>
                    <a:pt x="569854" y="1238359"/>
                  </a:lnTo>
                  <a:lnTo>
                    <a:pt x="569848" y="1238357"/>
                  </a:lnTo>
                  <a:lnTo>
                    <a:pt x="569844" y="1238356"/>
                  </a:lnTo>
                  <a:lnTo>
                    <a:pt x="569835" y="1238354"/>
                  </a:lnTo>
                  <a:lnTo>
                    <a:pt x="569829" y="1238353"/>
                  </a:lnTo>
                  <a:lnTo>
                    <a:pt x="569822" y="1238354"/>
                  </a:lnTo>
                  <a:lnTo>
                    <a:pt x="569816" y="1238355"/>
                  </a:lnTo>
                  <a:lnTo>
                    <a:pt x="569810" y="1238359"/>
                  </a:lnTo>
                  <a:lnTo>
                    <a:pt x="569807" y="1238361"/>
                  </a:lnTo>
                  <a:lnTo>
                    <a:pt x="569803" y="1238365"/>
                  </a:lnTo>
                  <a:lnTo>
                    <a:pt x="569799" y="1238369"/>
                  </a:lnTo>
                  <a:lnTo>
                    <a:pt x="569794" y="1238375"/>
                  </a:lnTo>
                  <a:lnTo>
                    <a:pt x="569788" y="1238385"/>
                  </a:lnTo>
                  <a:lnTo>
                    <a:pt x="569783" y="1238394"/>
                  </a:lnTo>
                  <a:lnTo>
                    <a:pt x="569778" y="1238401"/>
                  </a:lnTo>
                  <a:lnTo>
                    <a:pt x="569774" y="1238408"/>
                  </a:lnTo>
                  <a:lnTo>
                    <a:pt x="569770" y="1238411"/>
                  </a:lnTo>
                  <a:lnTo>
                    <a:pt x="569765" y="1238416"/>
                  </a:lnTo>
                  <a:lnTo>
                    <a:pt x="569758" y="1238422"/>
                  </a:lnTo>
                  <a:lnTo>
                    <a:pt x="569751" y="1238425"/>
                  </a:lnTo>
                  <a:lnTo>
                    <a:pt x="569746" y="1238427"/>
                  </a:lnTo>
                  <a:lnTo>
                    <a:pt x="569741" y="1238429"/>
                  </a:lnTo>
                  <a:lnTo>
                    <a:pt x="569735" y="1238430"/>
                  </a:lnTo>
                  <a:lnTo>
                    <a:pt x="569725" y="1238431"/>
                  </a:lnTo>
                  <a:lnTo>
                    <a:pt x="569717" y="1238432"/>
                  </a:lnTo>
                  <a:lnTo>
                    <a:pt x="569707" y="1238432"/>
                  </a:lnTo>
                  <a:lnTo>
                    <a:pt x="569699" y="1238431"/>
                  </a:lnTo>
                  <a:lnTo>
                    <a:pt x="569678" y="1238429"/>
                  </a:lnTo>
                  <a:lnTo>
                    <a:pt x="569663" y="1238427"/>
                  </a:lnTo>
                  <a:lnTo>
                    <a:pt x="569646" y="1238427"/>
                  </a:lnTo>
                  <a:lnTo>
                    <a:pt x="569638" y="1238428"/>
                  </a:lnTo>
                  <a:lnTo>
                    <a:pt x="569630" y="1238430"/>
                  </a:lnTo>
                  <a:lnTo>
                    <a:pt x="569622" y="1238435"/>
                  </a:lnTo>
                  <a:lnTo>
                    <a:pt x="569616" y="1238442"/>
                  </a:lnTo>
                  <a:lnTo>
                    <a:pt x="569612" y="1238448"/>
                  </a:lnTo>
                  <a:lnTo>
                    <a:pt x="569604" y="1238461"/>
                  </a:lnTo>
                  <a:lnTo>
                    <a:pt x="569600" y="1238470"/>
                  </a:lnTo>
                  <a:lnTo>
                    <a:pt x="569592" y="1238487"/>
                  </a:lnTo>
                  <a:lnTo>
                    <a:pt x="569586" y="1238498"/>
                  </a:lnTo>
                  <a:lnTo>
                    <a:pt x="569575" y="1238516"/>
                  </a:lnTo>
                  <a:lnTo>
                    <a:pt x="569568" y="1238524"/>
                  </a:lnTo>
                  <a:lnTo>
                    <a:pt x="569562" y="1238529"/>
                  </a:lnTo>
                  <a:lnTo>
                    <a:pt x="569557" y="1238531"/>
                  </a:lnTo>
                  <a:lnTo>
                    <a:pt x="569547" y="1238535"/>
                  </a:lnTo>
                  <a:lnTo>
                    <a:pt x="569539" y="1238537"/>
                  </a:lnTo>
                  <a:lnTo>
                    <a:pt x="569534" y="1238537"/>
                  </a:lnTo>
                  <a:lnTo>
                    <a:pt x="569528" y="1238538"/>
                  </a:lnTo>
                  <a:lnTo>
                    <a:pt x="569519" y="1238537"/>
                  </a:lnTo>
                  <a:lnTo>
                    <a:pt x="569503" y="1238537"/>
                  </a:lnTo>
                  <a:lnTo>
                    <a:pt x="569467" y="1238536"/>
                  </a:lnTo>
                  <a:lnTo>
                    <a:pt x="569431" y="1238535"/>
                  </a:lnTo>
                  <a:lnTo>
                    <a:pt x="569395" y="1238534"/>
                  </a:lnTo>
                  <a:lnTo>
                    <a:pt x="569359" y="1238533"/>
                  </a:lnTo>
                  <a:lnTo>
                    <a:pt x="569315" y="1238531"/>
                  </a:lnTo>
                  <a:lnTo>
                    <a:pt x="569287" y="1238530"/>
                  </a:lnTo>
                  <a:lnTo>
                    <a:pt x="569251" y="1238529"/>
                  </a:lnTo>
                  <a:lnTo>
                    <a:pt x="569215" y="1238528"/>
                  </a:lnTo>
                  <a:lnTo>
                    <a:pt x="569191" y="1238528"/>
                  </a:lnTo>
                  <a:lnTo>
                    <a:pt x="569182" y="1238526"/>
                  </a:lnTo>
                  <a:lnTo>
                    <a:pt x="569177" y="1238522"/>
                  </a:lnTo>
                  <a:lnTo>
                    <a:pt x="569170" y="1238515"/>
                  </a:lnTo>
                  <a:lnTo>
                    <a:pt x="569155" y="1238497"/>
                  </a:lnTo>
                  <a:lnTo>
                    <a:pt x="569142" y="1238483"/>
                  </a:lnTo>
                  <a:lnTo>
                    <a:pt x="569130" y="1238469"/>
                  </a:lnTo>
                  <a:lnTo>
                    <a:pt x="569125" y="1238464"/>
                  </a:lnTo>
                  <a:lnTo>
                    <a:pt x="569115" y="1238454"/>
                  </a:lnTo>
                  <a:lnTo>
                    <a:pt x="569112" y="1238450"/>
                  </a:lnTo>
                  <a:lnTo>
                    <a:pt x="569107" y="1238445"/>
                  </a:lnTo>
                  <a:lnTo>
                    <a:pt x="569100" y="1238437"/>
                  </a:lnTo>
                  <a:lnTo>
                    <a:pt x="569094" y="1238430"/>
                  </a:lnTo>
                  <a:lnTo>
                    <a:pt x="569087" y="1238424"/>
                  </a:lnTo>
                  <a:lnTo>
                    <a:pt x="569080" y="1238417"/>
                  </a:lnTo>
                  <a:lnTo>
                    <a:pt x="569075" y="1238413"/>
                  </a:lnTo>
                  <a:lnTo>
                    <a:pt x="569069" y="1238409"/>
                  </a:lnTo>
                  <a:lnTo>
                    <a:pt x="569061" y="1238405"/>
                  </a:lnTo>
                  <a:lnTo>
                    <a:pt x="569056" y="1238402"/>
                  </a:lnTo>
                  <a:lnTo>
                    <a:pt x="569050" y="1238400"/>
                  </a:lnTo>
                  <a:lnTo>
                    <a:pt x="569045" y="1238399"/>
                  </a:lnTo>
                  <a:lnTo>
                    <a:pt x="569039" y="1238398"/>
                  </a:lnTo>
                  <a:lnTo>
                    <a:pt x="569032" y="1238398"/>
                  </a:lnTo>
                  <a:lnTo>
                    <a:pt x="569021" y="1238398"/>
                  </a:lnTo>
                  <a:lnTo>
                    <a:pt x="569012" y="1238400"/>
                  </a:lnTo>
                  <a:lnTo>
                    <a:pt x="569004" y="1238399"/>
                  </a:lnTo>
                  <a:lnTo>
                    <a:pt x="568984" y="1238396"/>
                  </a:lnTo>
                  <a:lnTo>
                    <a:pt x="568968" y="1238394"/>
                  </a:lnTo>
                  <a:lnTo>
                    <a:pt x="568952" y="1238391"/>
                  </a:lnTo>
                  <a:lnTo>
                    <a:pt x="568932" y="1238386"/>
                  </a:lnTo>
                  <a:lnTo>
                    <a:pt x="568923" y="1238381"/>
                  </a:lnTo>
                  <a:lnTo>
                    <a:pt x="568913" y="1238374"/>
                  </a:lnTo>
                  <a:lnTo>
                    <a:pt x="568888" y="1238362"/>
                  </a:lnTo>
                  <a:lnTo>
                    <a:pt x="568870" y="1238352"/>
                  </a:lnTo>
                  <a:lnTo>
                    <a:pt x="568852" y="1238341"/>
                  </a:lnTo>
                  <a:lnTo>
                    <a:pt x="568846" y="1238337"/>
                  </a:lnTo>
                  <a:lnTo>
                    <a:pt x="568832" y="1238330"/>
                  </a:lnTo>
                  <a:lnTo>
                    <a:pt x="568815" y="1238319"/>
                  </a:lnTo>
                  <a:lnTo>
                    <a:pt x="568807" y="1238316"/>
                  </a:lnTo>
                  <a:lnTo>
                    <a:pt x="568795" y="1238313"/>
                  </a:lnTo>
                  <a:lnTo>
                    <a:pt x="568781" y="1238309"/>
                  </a:lnTo>
                  <a:lnTo>
                    <a:pt x="568772" y="1238306"/>
                  </a:lnTo>
                  <a:lnTo>
                    <a:pt x="568762" y="1238304"/>
                  </a:lnTo>
                  <a:lnTo>
                    <a:pt x="568751" y="1238303"/>
                  </a:lnTo>
                  <a:lnTo>
                    <a:pt x="568745" y="1238302"/>
                  </a:lnTo>
                  <a:lnTo>
                    <a:pt x="568729" y="1238301"/>
                  </a:lnTo>
                  <a:lnTo>
                    <a:pt x="568720" y="1238301"/>
                  </a:lnTo>
                  <a:lnTo>
                    <a:pt x="568709" y="1238301"/>
                  </a:lnTo>
                  <a:lnTo>
                    <a:pt x="568703" y="1238302"/>
                  </a:lnTo>
                  <a:lnTo>
                    <a:pt x="568695" y="1238303"/>
                  </a:lnTo>
                  <a:lnTo>
                    <a:pt x="568673" y="1238308"/>
                  </a:lnTo>
                  <a:lnTo>
                    <a:pt x="568665" y="1238310"/>
                  </a:lnTo>
                  <a:lnTo>
                    <a:pt x="568648" y="1238315"/>
                  </a:lnTo>
                  <a:lnTo>
                    <a:pt x="568636" y="1238318"/>
                  </a:lnTo>
                  <a:lnTo>
                    <a:pt x="568625" y="1238320"/>
                  </a:lnTo>
                  <a:lnTo>
                    <a:pt x="568615" y="1238321"/>
                  </a:lnTo>
                  <a:lnTo>
                    <a:pt x="568603" y="1238323"/>
                  </a:lnTo>
                  <a:lnTo>
                    <a:pt x="568596" y="1238325"/>
                  </a:lnTo>
                  <a:lnTo>
                    <a:pt x="568587" y="1238328"/>
                  </a:lnTo>
                  <a:lnTo>
                    <a:pt x="568582" y="1238330"/>
                  </a:lnTo>
                  <a:lnTo>
                    <a:pt x="568573" y="1238335"/>
                  </a:lnTo>
                  <a:lnTo>
                    <a:pt x="568555" y="1238344"/>
                  </a:lnTo>
                  <a:lnTo>
                    <a:pt x="568548" y="1238348"/>
                  </a:lnTo>
                  <a:lnTo>
                    <a:pt x="568540" y="1238350"/>
                  </a:lnTo>
                  <a:lnTo>
                    <a:pt x="568527" y="1238352"/>
                  </a:lnTo>
                  <a:lnTo>
                    <a:pt x="568510" y="1238355"/>
                  </a:lnTo>
                  <a:lnTo>
                    <a:pt x="568492" y="1238357"/>
                  </a:lnTo>
                  <a:lnTo>
                    <a:pt x="568470" y="1238359"/>
                  </a:lnTo>
                  <a:lnTo>
                    <a:pt x="568453" y="1238358"/>
                  </a:lnTo>
                  <a:lnTo>
                    <a:pt x="568445" y="1238357"/>
                  </a:lnTo>
                  <a:lnTo>
                    <a:pt x="568439" y="1238354"/>
                  </a:lnTo>
                  <a:lnTo>
                    <a:pt x="568432" y="1238350"/>
                  </a:lnTo>
                  <a:lnTo>
                    <a:pt x="568420" y="1238344"/>
                  </a:lnTo>
                  <a:lnTo>
                    <a:pt x="568415" y="1238342"/>
                  </a:lnTo>
                  <a:lnTo>
                    <a:pt x="568406" y="1238337"/>
                  </a:lnTo>
                  <a:lnTo>
                    <a:pt x="568398" y="1238333"/>
                  </a:lnTo>
                  <a:lnTo>
                    <a:pt x="568390" y="1238329"/>
                  </a:lnTo>
                  <a:lnTo>
                    <a:pt x="568384" y="1238325"/>
                  </a:lnTo>
                  <a:lnTo>
                    <a:pt x="568371" y="1238315"/>
                  </a:lnTo>
                  <a:lnTo>
                    <a:pt x="568359" y="1238306"/>
                  </a:lnTo>
                  <a:lnTo>
                    <a:pt x="568348" y="1238298"/>
                  </a:lnTo>
                  <a:lnTo>
                    <a:pt x="568326" y="1238284"/>
                  </a:lnTo>
                  <a:lnTo>
                    <a:pt x="568314" y="1238276"/>
                  </a:lnTo>
                  <a:lnTo>
                    <a:pt x="568310" y="1238273"/>
                  </a:lnTo>
                  <a:lnTo>
                    <a:pt x="568300" y="1238265"/>
                  </a:lnTo>
                  <a:lnTo>
                    <a:pt x="568280" y="1238247"/>
                  </a:lnTo>
                  <a:lnTo>
                    <a:pt x="568267" y="1238236"/>
                  </a:lnTo>
                  <a:lnTo>
                    <a:pt x="568249" y="1238219"/>
                  </a:lnTo>
                  <a:lnTo>
                    <a:pt x="568237" y="1238207"/>
                  </a:lnTo>
                  <a:lnTo>
                    <a:pt x="568227" y="1238198"/>
                  </a:lnTo>
                  <a:lnTo>
                    <a:pt x="568218" y="1238190"/>
                  </a:lnTo>
                  <a:lnTo>
                    <a:pt x="568210" y="1238183"/>
                  </a:lnTo>
                  <a:lnTo>
                    <a:pt x="568199" y="1238174"/>
                  </a:lnTo>
                  <a:lnTo>
                    <a:pt x="568193" y="1238169"/>
                  </a:lnTo>
                  <a:lnTo>
                    <a:pt x="568182" y="1238162"/>
                  </a:lnTo>
                  <a:lnTo>
                    <a:pt x="568178" y="1238159"/>
                  </a:lnTo>
                  <a:lnTo>
                    <a:pt x="568172" y="1238156"/>
                  </a:lnTo>
                  <a:lnTo>
                    <a:pt x="568167" y="1238155"/>
                  </a:lnTo>
                  <a:lnTo>
                    <a:pt x="568161" y="1238154"/>
                  </a:lnTo>
                  <a:lnTo>
                    <a:pt x="568148" y="1238153"/>
                  </a:lnTo>
                  <a:lnTo>
                    <a:pt x="568139" y="1238153"/>
                  </a:lnTo>
                  <a:lnTo>
                    <a:pt x="568128" y="1238154"/>
                  </a:lnTo>
                  <a:lnTo>
                    <a:pt x="568111" y="1238154"/>
                  </a:lnTo>
                  <a:lnTo>
                    <a:pt x="568097" y="1238155"/>
                  </a:lnTo>
                  <a:lnTo>
                    <a:pt x="568081" y="1238157"/>
                  </a:lnTo>
                  <a:lnTo>
                    <a:pt x="568075" y="1238158"/>
                  </a:lnTo>
                  <a:lnTo>
                    <a:pt x="568066" y="1238160"/>
                  </a:lnTo>
                  <a:lnTo>
                    <a:pt x="568057" y="1238162"/>
                  </a:lnTo>
                  <a:lnTo>
                    <a:pt x="568047" y="1238164"/>
                  </a:lnTo>
                  <a:lnTo>
                    <a:pt x="568039" y="1238166"/>
                  </a:lnTo>
                  <a:lnTo>
                    <a:pt x="568024" y="1238171"/>
                  </a:lnTo>
                  <a:lnTo>
                    <a:pt x="567992" y="1238181"/>
                  </a:lnTo>
                  <a:lnTo>
                    <a:pt x="567977" y="1238186"/>
                  </a:lnTo>
                  <a:lnTo>
                    <a:pt x="567965" y="1238190"/>
                  </a:lnTo>
                  <a:lnTo>
                    <a:pt x="567953" y="1238194"/>
                  </a:lnTo>
                  <a:lnTo>
                    <a:pt x="567938" y="1238199"/>
                  </a:lnTo>
                  <a:lnTo>
                    <a:pt x="567925" y="1238203"/>
                  </a:lnTo>
                  <a:lnTo>
                    <a:pt x="567906" y="1238209"/>
                  </a:lnTo>
                  <a:lnTo>
                    <a:pt x="567888" y="1238215"/>
                  </a:lnTo>
                  <a:lnTo>
                    <a:pt x="567880" y="1238218"/>
                  </a:lnTo>
                  <a:lnTo>
                    <a:pt x="567858" y="1238227"/>
                  </a:lnTo>
                  <a:lnTo>
                    <a:pt x="567850" y="1238230"/>
                  </a:lnTo>
                  <a:lnTo>
                    <a:pt x="567838" y="1238235"/>
                  </a:lnTo>
                  <a:lnTo>
                    <a:pt x="567822" y="1238241"/>
                  </a:lnTo>
                  <a:lnTo>
                    <a:pt x="567803" y="1238248"/>
                  </a:lnTo>
                  <a:lnTo>
                    <a:pt x="567799" y="1238249"/>
                  </a:lnTo>
                  <a:lnTo>
                    <a:pt x="567786" y="1238253"/>
                  </a:lnTo>
                  <a:lnTo>
                    <a:pt x="567777" y="1238255"/>
                  </a:lnTo>
                  <a:lnTo>
                    <a:pt x="567766" y="1238258"/>
                  </a:lnTo>
                  <a:lnTo>
                    <a:pt x="567759" y="1238259"/>
                  </a:lnTo>
                  <a:lnTo>
                    <a:pt x="567751" y="1238262"/>
                  </a:lnTo>
                  <a:lnTo>
                    <a:pt x="567742" y="1238265"/>
                  </a:lnTo>
                  <a:lnTo>
                    <a:pt x="567731" y="1238269"/>
                  </a:lnTo>
                  <a:lnTo>
                    <a:pt x="567723" y="1238271"/>
                  </a:lnTo>
                  <a:lnTo>
                    <a:pt x="567718" y="1238273"/>
                  </a:lnTo>
                  <a:lnTo>
                    <a:pt x="567711" y="1238276"/>
                  </a:lnTo>
                  <a:lnTo>
                    <a:pt x="567706" y="1238278"/>
                  </a:lnTo>
                  <a:lnTo>
                    <a:pt x="567695" y="1238284"/>
                  </a:lnTo>
                  <a:lnTo>
                    <a:pt x="567688" y="1238287"/>
                  </a:lnTo>
                  <a:lnTo>
                    <a:pt x="567679" y="1238293"/>
                  </a:lnTo>
                  <a:lnTo>
                    <a:pt x="567672" y="1238298"/>
                  </a:lnTo>
                  <a:lnTo>
                    <a:pt x="567663" y="1238305"/>
                  </a:lnTo>
                  <a:lnTo>
                    <a:pt x="567653" y="1238313"/>
                  </a:lnTo>
                  <a:lnTo>
                    <a:pt x="567643" y="1238321"/>
                  </a:lnTo>
                  <a:lnTo>
                    <a:pt x="567635" y="1238327"/>
                  </a:lnTo>
                  <a:lnTo>
                    <a:pt x="567629" y="1238329"/>
                  </a:lnTo>
                  <a:lnTo>
                    <a:pt x="567624" y="1238332"/>
                  </a:lnTo>
                  <a:lnTo>
                    <a:pt x="567618" y="1238334"/>
                  </a:lnTo>
                  <a:lnTo>
                    <a:pt x="567609" y="1238337"/>
                  </a:lnTo>
                  <a:lnTo>
                    <a:pt x="567585" y="1238344"/>
                  </a:lnTo>
                  <a:lnTo>
                    <a:pt x="567581" y="1238345"/>
                  </a:lnTo>
                  <a:lnTo>
                    <a:pt x="567565" y="1238351"/>
                  </a:lnTo>
                  <a:lnTo>
                    <a:pt x="567561" y="1238352"/>
                  </a:lnTo>
                  <a:lnTo>
                    <a:pt x="567545" y="1238359"/>
                  </a:lnTo>
                  <a:lnTo>
                    <a:pt x="567540" y="1238354"/>
                  </a:lnTo>
                  <a:lnTo>
                    <a:pt x="567534" y="1238345"/>
                  </a:lnTo>
                  <a:lnTo>
                    <a:pt x="567527" y="1238335"/>
                  </a:lnTo>
                  <a:lnTo>
                    <a:pt x="567511" y="1238317"/>
                  </a:lnTo>
                  <a:lnTo>
                    <a:pt x="567504" y="1238309"/>
                  </a:lnTo>
                  <a:lnTo>
                    <a:pt x="567496" y="1238300"/>
                  </a:lnTo>
                  <a:lnTo>
                    <a:pt x="567486" y="1238290"/>
                  </a:lnTo>
                  <a:lnTo>
                    <a:pt x="567478" y="1238279"/>
                  </a:lnTo>
                  <a:lnTo>
                    <a:pt x="567464" y="1238262"/>
                  </a:lnTo>
                  <a:lnTo>
                    <a:pt x="567458" y="1238255"/>
                  </a:lnTo>
                  <a:lnTo>
                    <a:pt x="567444" y="1238234"/>
                  </a:lnTo>
                  <a:lnTo>
                    <a:pt x="567437" y="1238223"/>
                  </a:lnTo>
                  <a:lnTo>
                    <a:pt x="567427" y="1238206"/>
                  </a:lnTo>
                  <a:lnTo>
                    <a:pt x="567422" y="1238198"/>
                  </a:lnTo>
                  <a:lnTo>
                    <a:pt x="567411" y="1238178"/>
                  </a:lnTo>
                  <a:lnTo>
                    <a:pt x="567404" y="1238165"/>
                  </a:lnTo>
                  <a:lnTo>
                    <a:pt x="567396" y="1238149"/>
                  </a:lnTo>
                  <a:lnTo>
                    <a:pt x="567387" y="1238134"/>
                  </a:lnTo>
                  <a:lnTo>
                    <a:pt x="567379" y="1238121"/>
                  </a:lnTo>
                  <a:lnTo>
                    <a:pt x="567373" y="1238115"/>
                  </a:lnTo>
                  <a:lnTo>
                    <a:pt x="567366" y="1238110"/>
                  </a:lnTo>
                  <a:lnTo>
                    <a:pt x="567362" y="1238109"/>
                  </a:lnTo>
                  <a:lnTo>
                    <a:pt x="567352" y="1238107"/>
                  </a:lnTo>
                  <a:lnTo>
                    <a:pt x="567343" y="1238105"/>
                  </a:lnTo>
                  <a:lnTo>
                    <a:pt x="567338" y="1238104"/>
                  </a:lnTo>
                  <a:lnTo>
                    <a:pt x="567333" y="1238103"/>
                  </a:lnTo>
                  <a:lnTo>
                    <a:pt x="567329" y="1238101"/>
                  </a:lnTo>
                  <a:lnTo>
                    <a:pt x="567323" y="1238098"/>
                  </a:lnTo>
                  <a:lnTo>
                    <a:pt x="567317" y="1238096"/>
                  </a:lnTo>
                  <a:lnTo>
                    <a:pt x="567312" y="1238093"/>
                  </a:lnTo>
                  <a:lnTo>
                    <a:pt x="567307" y="1238091"/>
                  </a:lnTo>
                  <a:lnTo>
                    <a:pt x="567299" y="1238086"/>
                  </a:lnTo>
                  <a:lnTo>
                    <a:pt x="567292" y="1238081"/>
                  </a:lnTo>
                  <a:lnTo>
                    <a:pt x="567287" y="1238077"/>
                  </a:lnTo>
                  <a:lnTo>
                    <a:pt x="567279" y="1238071"/>
                  </a:lnTo>
                  <a:lnTo>
                    <a:pt x="567271" y="1238064"/>
                  </a:lnTo>
                  <a:lnTo>
                    <a:pt x="567262" y="1238057"/>
                  </a:lnTo>
                  <a:lnTo>
                    <a:pt x="567253" y="1238051"/>
                  </a:lnTo>
                  <a:lnTo>
                    <a:pt x="567246" y="1238047"/>
                  </a:lnTo>
                  <a:lnTo>
                    <a:pt x="567237" y="1238043"/>
                  </a:lnTo>
                  <a:lnTo>
                    <a:pt x="567233" y="1238040"/>
                  </a:lnTo>
                  <a:lnTo>
                    <a:pt x="567228" y="1238037"/>
                  </a:lnTo>
                  <a:lnTo>
                    <a:pt x="567203" y="1238024"/>
                  </a:lnTo>
                  <a:lnTo>
                    <a:pt x="567175" y="1238010"/>
                  </a:lnTo>
                  <a:lnTo>
                    <a:pt x="567161" y="1238003"/>
                  </a:lnTo>
                  <a:lnTo>
                    <a:pt x="567147" y="1237997"/>
                  </a:lnTo>
                  <a:lnTo>
                    <a:pt x="567129" y="1237988"/>
                  </a:lnTo>
                  <a:lnTo>
                    <a:pt x="567124" y="1237986"/>
                  </a:lnTo>
                  <a:lnTo>
                    <a:pt x="567118" y="1237982"/>
                  </a:lnTo>
                  <a:lnTo>
                    <a:pt x="567109" y="1237977"/>
                  </a:lnTo>
                  <a:lnTo>
                    <a:pt x="567100" y="1237971"/>
                  </a:lnTo>
                  <a:lnTo>
                    <a:pt x="567092" y="1237965"/>
                  </a:lnTo>
                  <a:lnTo>
                    <a:pt x="567085" y="1237958"/>
                  </a:lnTo>
                  <a:lnTo>
                    <a:pt x="567081" y="1237953"/>
                  </a:lnTo>
                  <a:lnTo>
                    <a:pt x="567081" y="1237945"/>
                  </a:lnTo>
                  <a:lnTo>
                    <a:pt x="567083" y="1237937"/>
                  </a:lnTo>
                  <a:lnTo>
                    <a:pt x="567085" y="1237930"/>
                  </a:lnTo>
                  <a:lnTo>
                    <a:pt x="567091" y="1237917"/>
                  </a:lnTo>
                  <a:lnTo>
                    <a:pt x="567094" y="1237907"/>
                  </a:lnTo>
                  <a:lnTo>
                    <a:pt x="567106" y="1237881"/>
                  </a:lnTo>
                  <a:lnTo>
                    <a:pt x="567110" y="1237872"/>
                  </a:lnTo>
                  <a:lnTo>
                    <a:pt x="567114" y="1237861"/>
                  </a:lnTo>
                  <a:lnTo>
                    <a:pt x="567118" y="1237844"/>
                  </a:lnTo>
                  <a:lnTo>
                    <a:pt x="567119" y="1237836"/>
                  </a:lnTo>
                  <a:lnTo>
                    <a:pt x="567121" y="1237825"/>
                  </a:lnTo>
                  <a:lnTo>
                    <a:pt x="567123" y="1237806"/>
                  </a:lnTo>
                  <a:lnTo>
                    <a:pt x="567122" y="1237791"/>
                  </a:lnTo>
                  <a:lnTo>
                    <a:pt x="567121" y="1237781"/>
                  </a:lnTo>
                  <a:lnTo>
                    <a:pt x="567120" y="1237770"/>
                  </a:lnTo>
                  <a:lnTo>
                    <a:pt x="567118" y="1237756"/>
                  </a:lnTo>
                  <a:lnTo>
                    <a:pt x="567115" y="1237746"/>
                  </a:lnTo>
                  <a:lnTo>
                    <a:pt x="567112" y="1237740"/>
                  </a:lnTo>
                  <a:lnTo>
                    <a:pt x="567108" y="1237733"/>
                  </a:lnTo>
                  <a:lnTo>
                    <a:pt x="567104" y="1237728"/>
                  </a:lnTo>
                  <a:lnTo>
                    <a:pt x="567100" y="1237724"/>
                  </a:lnTo>
                  <a:lnTo>
                    <a:pt x="567093" y="1237720"/>
                  </a:lnTo>
                  <a:lnTo>
                    <a:pt x="567084" y="1237714"/>
                  </a:lnTo>
                  <a:lnTo>
                    <a:pt x="567074" y="1237709"/>
                  </a:lnTo>
                  <a:lnTo>
                    <a:pt x="567061" y="1237703"/>
                  </a:lnTo>
                  <a:lnTo>
                    <a:pt x="567052" y="1237700"/>
                  </a:lnTo>
                  <a:lnTo>
                    <a:pt x="567045" y="1237696"/>
                  </a:lnTo>
                  <a:lnTo>
                    <a:pt x="567037" y="1237692"/>
                  </a:lnTo>
                  <a:lnTo>
                    <a:pt x="567032" y="1237690"/>
                  </a:lnTo>
                  <a:lnTo>
                    <a:pt x="567029" y="1237686"/>
                  </a:lnTo>
                  <a:lnTo>
                    <a:pt x="567025" y="1237683"/>
                  </a:lnTo>
                  <a:lnTo>
                    <a:pt x="567021" y="1237679"/>
                  </a:lnTo>
                  <a:lnTo>
                    <a:pt x="567014" y="1237669"/>
                  </a:lnTo>
                  <a:lnTo>
                    <a:pt x="567005" y="1237656"/>
                  </a:lnTo>
                  <a:lnTo>
                    <a:pt x="566989" y="1237632"/>
                  </a:lnTo>
                  <a:lnTo>
                    <a:pt x="566976" y="1237612"/>
                  </a:lnTo>
                  <a:lnTo>
                    <a:pt x="566966" y="1237595"/>
                  </a:lnTo>
                  <a:lnTo>
                    <a:pt x="566962" y="1237590"/>
                  </a:lnTo>
                  <a:lnTo>
                    <a:pt x="566958" y="1237584"/>
                  </a:lnTo>
                  <a:lnTo>
                    <a:pt x="566955" y="1237579"/>
                  </a:lnTo>
                  <a:lnTo>
                    <a:pt x="566954" y="1237574"/>
                  </a:lnTo>
                  <a:lnTo>
                    <a:pt x="566952" y="1237569"/>
                  </a:lnTo>
                  <a:lnTo>
                    <a:pt x="566950" y="1237557"/>
                  </a:lnTo>
                  <a:lnTo>
                    <a:pt x="566947" y="1237542"/>
                  </a:lnTo>
                  <a:lnTo>
                    <a:pt x="566945" y="1237534"/>
                  </a:lnTo>
                  <a:lnTo>
                    <a:pt x="566941" y="1237527"/>
                  </a:lnTo>
                  <a:lnTo>
                    <a:pt x="566936" y="1237519"/>
                  </a:lnTo>
                  <a:lnTo>
                    <a:pt x="566929" y="1237513"/>
                  </a:lnTo>
                  <a:lnTo>
                    <a:pt x="566921" y="1237508"/>
                  </a:lnTo>
                  <a:lnTo>
                    <a:pt x="566916" y="1237504"/>
                  </a:lnTo>
                  <a:lnTo>
                    <a:pt x="566906" y="1237495"/>
                  </a:lnTo>
                  <a:lnTo>
                    <a:pt x="566893" y="1237482"/>
                  </a:lnTo>
                  <a:lnTo>
                    <a:pt x="566886" y="1237473"/>
                  </a:lnTo>
                  <a:lnTo>
                    <a:pt x="566879" y="1237464"/>
                  </a:lnTo>
                  <a:lnTo>
                    <a:pt x="566873" y="1237457"/>
                  </a:lnTo>
                  <a:lnTo>
                    <a:pt x="566868" y="1237452"/>
                  </a:lnTo>
                  <a:lnTo>
                    <a:pt x="566859" y="1237445"/>
                  </a:lnTo>
                  <a:lnTo>
                    <a:pt x="566853" y="1237441"/>
                  </a:lnTo>
                  <a:lnTo>
                    <a:pt x="566847" y="1237438"/>
                  </a:lnTo>
                  <a:lnTo>
                    <a:pt x="566842" y="1237436"/>
                  </a:lnTo>
                  <a:lnTo>
                    <a:pt x="566835" y="1237436"/>
                  </a:lnTo>
                  <a:lnTo>
                    <a:pt x="566827" y="1237437"/>
                  </a:lnTo>
                  <a:lnTo>
                    <a:pt x="566821" y="1237438"/>
                  </a:lnTo>
                  <a:lnTo>
                    <a:pt x="566810" y="1237443"/>
                  </a:lnTo>
                  <a:lnTo>
                    <a:pt x="566796" y="1237449"/>
                  </a:lnTo>
                  <a:lnTo>
                    <a:pt x="566774" y="1237459"/>
                  </a:lnTo>
                  <a:lnTo>
                    <a:pt x="566758" y="1237467"/>
                  </a:lnTo>
                  <a:lnTo>
                    <a:pt x="566753" y="1237469"/>
                  </a:lnTo>
                  <a:lnTo>
                    <a:pt x="566745" y="1237471"/>
                  </a:lnTo>
                  <a:lnTo>
                    <a:pt x="566737" y="1237469"/>
                  </a:lnTo>
                  <a:lnTo>
                    <a:pt x="566731" y="1237466"/>
                  </a:lnTo>
                  <a:lnTo>
                    <a:pt x="566727" y="1237464"/>
                  </a:lnTo>
                  <a:lnTo>
                    <a:pt x="566722" y="1237462"/>
                  </a:lnTo>
                  <a:lnTo>
                    <a:pt x="566716" y="1237462"/>
                  </a:lnTo>
                  <a:lnTo>
                    <a:pt x="566695" y="1237462"/>
                  </a:lnTo>
                  <a:lnTo>
                    <a:pt x="566668" y="1237465"/>
                  </a:lnTo>
                  <a:lnTo>
                    <a:pt x="566656" y="1237465"/>
                  </a:lnTo>
                  <a:lnTo>
                    <a:pt x="566646" y="1237465"/>
                  </a:lnTo>
                  <a:lnTo>
                    <a:pt x="566641" y="1237464"/>
                  </a:lnTo>
                  <a:lnTo>
                    <a:pt x="566635" y="1237464"/>
                  </a:lnTo>
                  <a:lnTo>
                    <a:pt x="566628" y="1237462"/>
                  </a:lnTo>
                  <a:lnTo>
                    <a:pt x="566621" y="1237462"/>
                  </a:lnTo>
                  <a:lnTo>
                    <a:pt x="566611" y="1237462"/>
                  </a:lnTo>
                  <a:lnTo>
                    <a:pt x="566605" y="1237463"/>
                  </a:lnTo>
                  <a:lnTo>
                    <a:pt x="566598" y="1237464"/>
                  </a:lnTo>
                  <a:lnTo>
                    <a:pt x="566593" y="1237466"/>
                  </a:lnTo>
                  <a:lnTo>
                    <a:pt x="566573" y="1237472"/>
                  </a:lnTo>
                  <a:lnTo>
                    <a:pt x="566561" y="1237475"/>
                  </a:lnTo>
                  <a:lnTo>
                    <a:pt x="566552" y="1237478"/>
                  </a:lnTo>
                  <a:lnTo>
                    <a:pt x="566527" y="1237484"/>
                  </a:lnTo>
                  <a:lnTo>
                    <a:pt x="566501" y="1237490"/>
                  </a:lnTo>
                  <a:lnTo>
                    <a:pt x="566475" y="1237496"/>
                  </a:lnTo>
                  <a:lnTo>
                    <a:pt x="566468" y="1237498"/>
                  </a:lnTo>
                  <a:lnTo>
                    <a:pt x="566462" y="1237499"/>
                  </a:lnTo>
                  <a:lnTo>
                    <a:pt x="566451" y="1237503"/>
                  </a:lnTo>
                  <a:lnTo>
                    <a:pt x="566427" y="1237513"/>
                  </a:lnTo>
                  <a:lnTo>
                    <a:pt x="566420" y="1237516"/>
                  </a:lnTo>
                  <a:lnTo>
                    <a:pt x="566379" y="1237530"/>
                  </a:lnTo>
                  <a:lnTo>
                    <a:pt x="566354" y="1237540"/>
                  </a:lnTo>
                  <a:lnTo>
                    <a:pt x="566332" y="1237548"/>
                  </a:lnTo>
                  <a:lnTo>
                    <a:pt x="566316" y="1237554"/>
                  </a:lnTo>
                  <a:lnTo>
                    <a:pt x="566302" y="1237559"/>
                  </a:lnTo>
                  <a:lnTo>
                    <a:pt x="566295" y="1237560"/>
                  </a:lnTo>
                  <a:lnTo>
                    <a:pt x="566290" y="1237561"/>
                  </a:lnTo>
                  <a:lnTo>
                    <a:pt x="566284" y="1237561"/>
                  </a:lnTo>
                  <a:lnTo>
                    <a:pt x="566264" y="1237561"/>
                  </a:lnTo>
                  <a:lnTo>
                    <a:pt x="566249" y="1237560"/>
                  </a:lnTo>
                  <a:lnTo>
                    <a:pt x="566235" y="1237561"/>
                  </a:lnTo>
                  <a:lnTo>
                    <a:pt x="566228" y="1237562"/>
                  </a:lnTo>
                  <a:lnTo>
                    <a:pt x="566223" y="1237563"/>
                  </a:lnTo>
                  <a:lnTo>
                    <a:pt x="566217" y="1237567"/>
                  </a:lnTo>
                  <a:lnTo>
                    <a:pt x="566203" y="1237578"/>
                  </a:lnTo>
                  <a:lnTo>
                    <a:pt x="566198" y="1237572"/>
                  </a:lnTo>
                  <a:lnTo>
                    <a:pt x="566193" y="1237565"/>
                  </a:lnTo>
                  <a:lnTo>
                    <a:pt x="566189" y="1237562"/>
                  </a:lnTo>
                  <a:lnTo>
                    <a:pt x="566177" y="1237557"/>
                  </a:lnTo>
                  <a:lnTo>
                    <a:pt x="566172" y="1237555"/>
                  </a:lnTo>
                  <a:lnTo>
                    <a:pt x="566166" y="1237552"/>
                  </a:lnTo>
                  <a:lnTo>
                    <a:pt x="566153" y="1237548"/>
                  </a:lnTo>
                  <a:lnTo>
                    <a:pt x="566142" y="1237544"/>
                  </a:lnTo>
                  <a:lnTo>
                    <a:pt x="566134" y="1237541"/>
                  </a:lnTo>
                  <a:lnTo>
                    <a:pt x="566124" y="1237536"/>
                  </a:lnTo>
                  <a:lnTo>
                    <a:pt x="566116" y="1237533"/>
                  </a:lnTo>
                  <a:lnTo>
                    <a:pt x="566107" y="1237527"/>
                  </a:lnTo>
                  <a:lnTo>
                    <a:pt x="566100" y="1237524"/>
                  </a:lnTo>
                  <a:lnTo>
                    <a:pt x="566087" y="1237517"/>
                  </a:lnTo>
                  <a:lnTo>
                    <a:pt x="566077" y="1237511"/>
                  </a:lnTo>
                  <a:lnTo>
                    <a:pt x="566072" y="1237508"/>
                  </a:lnTo>
                  <a:lnTo>
                    <a:pt x="566064" y="1237504"/>
                  </a:lnTo>
                  <a:lnTo>
                    <a:pt x="566058" y="1237499"/>
                  </a:lnTo>
                  <a:lnTo>
                    <a:pt x="566049" y="1237492"/>
                  </a:lnTo>
                  <a:lnTo>
                    <a:pt x="566039" y="1237486"/>
                  </a:lnTo>
                  <a:lnTo>
                    <a:pt x="566028" y="1237479"/>
                  </a:lnTo>
                  <a:lnTo>
                    <a:pt x="566018" y="1237473"/>
                  </a:lnTo>
                  <a:lnTo>
                    <a:pt x="566012" y="1237469"/>
                  </a:lnTo>
                  <a:lnTo>
                    <a:pt x="566005" y="1237464"/>
                  </a:lnTo>
                  <a:lnTo>
                    <a:pt x="565997" y="1237457"/>
                  </a:lnTo>
                  <a:lnTo>
                    <a:pt x="565990" y="1237450"/>
                  </a:lnTo>
                  <a:lnTo>
                    <a:pt x="565977" y="1237438"/>
                  </a:lnTo>
                  <a:lnTo>
                    <a:pt x="565967" y="1237427"/>
                  </a:lnTo>
                  <a:lnTo>
                    <a:pt x="565951" y="1237414"/>
                  </a:lnTo>
                  <a:lnTo>
                    <a:pt x="565933" y="1237398"/>
                  </a:lnTo>
                  <a:lnTo>
                    <a:pt x="565919" y="1237383"/>
                  </a:lnTo>
                  <a:lnTo>
                    <a:pt x="565910" y="1237377"/>
                  </a:lnTo>
                  <a:lnTo>
                    <a:pt x="565905" y="1237374"/>
                  </a:lnTo>
                  <a:lnTo>
                    <a:pt x="565900" y="1237369"/>
                  </a:lnTo>
                  <a:lnTo>
                    <a:pt x="565893" y="1237363"/>
                  </a:lnTo>
                  <a:lnTo>
                    <a:pt x="565890" y="1237358"/>
                  </a:lnTo>
                  <a:lnTo>
                    <a:pt x="565884" y="1237353"/>
                  </a:lnTo>
                  <a:lnTo>
                    <a:pt x="565875" y="1237344"/>
                  </a:lnTo>
                  <a:lnTo>
                    <a:pt x="565864" y="1237334"/>
                  </a:lnTo>
                  <a:lnTo>
                    <a:pt x="565856" y="1237325"/>
                  </a:lnTo>
                  <a:lnTo>
                    <a:pt x="565850" y="1237315"/>
                  </a:lnTo>
                  <a:lnTo>
                    <a:pt x="565845" y="1237306"/>
                  </a:lnTo>
                  <a:lnTo>
                    <a:pt x="565841" y="1237294"/>
                  </a:lnTo>
                  <a:lnTo>
                    <a:pt x="565837" y="1237281"/>
                  </a:lnTo>
                  <a:lnTo>
                    <a:pt x="565835" y="1237271"/>
                  </a:lnTo>
                  <a:lnTo>
                    <a:pt x="565833" y="1237262"/>
                  </a:lnTo>
                  <a:lnTo>
                    <a:pt x="565829" y="1237252"/>
                  </a:lnTo>
                  <a:lnTo>
                    <a:pt x="565822" y="1237232"/>
                  </a:lnTo>
                  <a:lnTo>
                    <a:pt x="565820" y="1237217"/>
                  </a:lnTo>
                  <a:lnTo>
                    <a:pt x="565818" y="1237202"/>
                  </a:lnTo>
                  <a:lnTo>
                    <a:pt x="565815" y="1237182"/>
                  </a:lnTo>
                  <a:lnTo>
                    <a:pt x="565811" y="1237163"/>
                  </a:lnTo>
                  <a:lnTo>
                    <a:pt x="565809" y="1237152"/>
                  </a:lnTo>
                  <a:lnTo>
                    <a:pt x="565800" y="1237136"/>
                  </a:lnTo>
                  <a:lnTo>
                    <a:pt x="565792" y="1237119"/>
                  </a:lnTo>
                  <a:lnTo>
                    <a:pt x="565787" y="1237104"/>
                  </a:lnTo>
                  <a:lnTo>
                    <a:pt x="565783" y="1237086"/>
                  </a:lnTo>
                  <a:lnTo>
                    <a:pt x="565780" y="1237062"/>
                  </a:lnTo>
                  <a:lnTo>
                    <a:pt x="565780" y="1237042"/>
                  </a:lnTo>
                  <a:lnTo>
                    <a:pt x="565780" y="1237004"/>
                  </a:lnTo>
                  <a:lnTo>
                    <a:pt x="565780" y="1236968"/>
                  </a:lnTo>
                  <a:lnTo>
                    <a:pt x="565781" y="1236950"/>
                  </a:lnTo>
                  <a:lnTo>
                    <a:pt x="565785" y="1236923"/>
                  </a:lnTo>
                  <a:lnTo>
                    <a:pt x="565789" y="1236898"/>
                  </a:lnTo>
                  <a:lnTo>
                    <a:pt x="565793" y="1236873"/>
                  </a:lnTo>
                  <a:lnTo>
                    <a:pt x="565796" y="1236855"/>
                  </a:lnTo>
                  <a:lnTo>
                    <a:pt x="565799" y="1236836"/>
                  </a:lnTo>
                  <a:lnTo>
                    <a:pt x="565805" y="1236819"/>
                  </a:lnTo>
                  <a:lnTo>
                    <a:pt x="565811" y="1236809"/>
                  </a:lnTo>
                  <a:lnTo>
                    <a:pt x="565816" y="1236803"/>
                  </a:lnTo>
                  <a:lnTo>
                    <a:pt x="565824" y="1236797"/>
                  </a:lnTo>
                  <a:lnTo>
                    <a:pt x="565833" y="1236792"/>
                  </a:lnTo>
                  <a:lnTo>
                    <a:pt x="565837" y="1236787"/>
                  </a:lnTo>
                  <a:lnTo>
                    <a:pt x="565848" y="1236768"/>
                  </a:lnTo>
                  <a:lnTo>
                    <a:pt x="565856" y="1236754"/>
                  </a:lnTo>
                  <a:lnTo>
                    <a:pt x="565869" y="1236729"/>
                  </a:lnTo>
                  <a:lnTo>
                    <a:pt x="565874" y="1236717"/>
                  </a:lnTo>
                  <a:lnTo>
                    <a:pt x="565885" y="1236695"/>
                  </a:lnTo>
                  <a:lnTo>
                    <a:pt x="565888" y="1236687"/>
                  </a:lnTo>
                  <a:lnTo>
                    <a:pt x="565891" y="1236678"/>
                  </a:lnTo>
                  <a:lnTo>
                    <a:pt x="565899" y="1236657"/>
                  </a:lnTo>
                  <a:lnTo>
                    <a:pt x="565906" y="1236639"/>
                  </a:lnTo>
                  <a:lnTo>
                    <a:pt x="565912" y="1236620"/>
                  </a:lnTo>
                  <a:lnTo>
                    <a:pt x="565918" y="1236601"/>
                  </a:lnTo>
                  <a:lnTo>
                    <a:pt x="565923" y="1236583"/>
                  </a:lnTo>
                  <a:lnTo>
                    <a:pt x="565925" y="1236576"/>
                  </a:lnTo>
                  <a:lnTo>
                    <a:pt x="565927" y="1236565"/>
                  </a:lnTo>
                  <a:lnTo>
                    <a:pt x="565931" y="1236546"/>
                  </a:lnTo>
                  <a:lnTo>
                    <a:pt x="565932" y="1236540"/>
                  </a:lnTo>
                  <a:lnTo>
                    <a:pt x="565933" y="1236533"/>
                  </a:lnTo>
                  <a:lnTo>
                    <a:pt x="565935" y="1236508"/>
                  </a:lnTo>
                  <a:lnTo>
                    <a:pt x="565937" y="1236470"/>
                  </a:lnTo>
                  <a:lnTo>
                    <a:pt x="565939" y="1236433"/>
                  </a:lnTo>
                  <a:lnTo>
                    <a:pt x="565941" y="1236395"/>
                  </a:lnTo>
                  <a:lnTo>
                    <a:pt x="565943" y="1236369"/>
                  </a:lnTo>
                  <a:lnTo>
                    <a:pt x="565944" y="1236357"/>
                  </a:lnTo>
                  <a:lnTo>
                    <a:pt x="565945" y="1236339"/>
                  </a:lnTo>
                  <a:lnTo>
                    <a:pt x="565946" y="1236328"/>
                  </a:lnTo>
                  <a:lnTo>
                    <a:pt x="565946" y="1236320"/>
                  </a:lnTo>
                  <a:lnTo>
                    <a:pt x="565947" y="1236308"/>
                  </a:lnTo>
                  <a:lnTo>
                    <a:pt x="565949" y="1236283"/>
                  </a:lnTo>
                  <a:lnTo>
                    <a:pt x="565950" y="1236262"/>
                  </a:lnTo>
                  <a:lnTo>
                    <a:pt x="565950" y="1236243"/>
                  </a:lnTo>
                  <a:lnTo>
                    <a:pt x="565952" y="1236227"/>
                  </a:lnTo>
                  <a:lnTo>
                    <a:pt x="565953" y="1236217"/>
                  </a:lnTo>
                  <a:lnTo>
                    <a:pt x="565955" y="1236209"/>
                  </a:lnTo>
                  <a:lnTo>
                    <a:pt x="565958" y="1236200"/>
                  </a:lnTo>
                  <a:lnTo>
                    <a:pt x="565962" y="1236184"/>
                  </a:lnTo>
                  <a:lnTo>
                    <a:pt x="565966" y="1236170"/>
                  </a:lnTo>
                  <a:lnTo>
                    <a:pt x="565969" y="1236158"/>
                  </a:lnTo>
                  <a:lnTo>
                    <a:pt x="565974" y="1236142"/>
                  </a:lnTo>
                  <a:lnTo>
                    <a:pt x="565977" y="1236133"/>
                  </a:lnTo>
                  <a:lnTo>
                    <a:pt x="565979" y="1236127"/>
                  </a:lnTo>
                  <a:lnTo>
                    <a:pt x="565987" y="1236111"/>
                  </a:lnTo>
                  <a:lnTo>
                    <a:pt x="565996" y="1236095"/>
                  </a:lnTo>
                  <a:lnTo>
                    <a:pt x="566008" y="1236081"/>
                  </a:lnTo>
                  <a:lnTo>
                    <a:pt x="566020" y="1236065"/>
                  </a:lnTo>
                  <a:lnTo>
                    <a:pt x="566030" y="1236049"/>
                  </a:lnTo>
                  <a:lnTo>
                    <a:pt x="566038" y="1236033"/>
                  </a:lnTo>
                  <a:lnTo>
                    <a:pt x="566044" y="1236020"/>
                  </a:lnTo>
                  <a:lnTo>
                    <a:pt x="566049" y="1236006"/>
                  </a:lnTo>
                  <a:lnTo>
                    <a:pt x="566058" y="1235986"/>
                  </a:lnTo>
                  <a:lnTo>
                    <a:pt x="566068" y="1235962"/>
                  </a:lnTo>
                  <a:lnTo>
                    <a:pt x="566080" y="1235939"/>
                  </a:lnTo>
                  <a:lnTo>
                    <a:pt x="566088" y="1235928"/>
                  </a:lnTo>
                  <a:lnTo>
                    <a:pt x="566097" y="1235920"/>
                  </a:lnTo>
                  <a:lnTo>
                    <a:pt x="566103" y="1235915"/>
                  </a:lnTo>
                  <a:lnTo>
                    <a:pt x="566111" y="1235911"/>
                  </a:lnTo>
                  <a:lnTo>
                    <a:pt x="566125" y="1235903"/>
                  </a:lnTo>
                  <a:lnTo>
                    <a:pt x="566138" y="1235896"/>
                  </a:lnTo>
                  <a:lnTo>
                    <a:pt x="566166" y="1235882"/>
                  </a:lnTo>
                  <a:lnTo>
                    <a:pt x="566179" y="1235877"/>
                  </a:lnTo>
                  <a:lnTo>
                    <a:pt x="566190" y="1235873"/>
                  </a:lnTo>
                  <a:lnTo>
                    <a:pt x="566215" y="1235864"/>
                  </a:lnTo>
                  <a:lnTo>
                    <a:pt x="566233" y="1235856"/>
                  </a:lnTo>
                  <a:lnTo>
                    <a:pt x="566246" y="1235851"/>
                  </a:lnTo>
                  <a:lnTo>
                    <a:pt x="566263" y="1235842"/>
                  </a:lnTo>
                  <a:lnTo>
                    <a:pt x="566270" y="1235839"/>
                  </a:lnTo>
                  <a:lnTo>
                    <a:pt x="566283" y="1235831"/>
                  </a:lnTo>
                  <a:lnTo>
                    <a:pt x="566293" y="1235826"/>
                  </a:lnTo>
                  <a:lnTo>
                    <a:pt x="566301" y="1235821"/>
                  </a:lnTo>
                  <a:lnTo>
                    <a:pt x="566314" y="1235812"/>
                  </a:lnTo>
                  <a:lnTo>
                    <a:pt x="566338" y="1235795"/>
                  </a:lnTo>
                  <a:lnTo>
                    <a:pt x="566363" y="1235777"/>
                  </a:lnTo>
                  <a:lnTo>
                    <a:pt x="566380" y="1235763"/>
                  </a:lnTo>
                  <a:lnTo>
                    <a:pt x="566392" y="1235755"/>
                  </a:lnTo>
                  <a:lnTo>
                    <a:pt x="566411" y="1235740"/>
                  </a:lnTo>
                  <a:lnTo>
                    <a:pt x="566417" y="1235735"/>
                  </a:lnTo>
                  <a:lnTo>
                    <a:pt x="566424" y="1235729"/>
                  </a:lnTo>
                  <a:lnTo>
                    <a:pt x="566431" y="1235723"/>
                  </a:lnTo>
                  <a:lnTo>
                    <a:pt x="566438" y="1235716"/>
                  </a:lnTo>
                  <a:lnTo>
                    <a:pt x="566442" y="1235710"/>
                  </a:lnTo>
                  <a:lnTo>
                    <a:pt x="566447" y="1235703"/>
                  </a:lnTo>
                  <a:lnTo>
                    <a:pt x="566450" y="1235698"/>
                  </a:lnTo>
                  <a:lnTo>
                    <a:pt x="566453" y="1235692"/>
                  </a:lnTo>
                  <a:lnTo>
                    <a:pt x="566456" y="1235685"/>
                  </a:lnTo>
                  <a:lnTo>
                    <a:pt x="566459" y="1235676"/>
                  </a:lnTo>
                  <a:lnTo>
                    <a:pt x="566461" y="1235670"/>
                  </a:lnTo>
                  <a:lnTo>
                    <a:pt x="566463" y="1235662"/>
                  </a:lnTo>
                  <a:lnTo>
                    <a:pt x="566462" y="1235655"/>
                  </a:lnTo>
                  <a:lnTo>
                    <a:pt x="566458" y="1235650"/>
                  </a:lnTo>
                  <a:lnTo>
                    <a:pt x="566454" y="1235646"/>
                  </a:lnTo>
                  <a:lnTo>
                    <a:pt x="566448" y="1235640"/>
                  </a:lnTo>
                  <a:lnTo>
                    <a:pt x="566439" y="1235631"/>
                  </a:lnTo>
                  <a:lnTo>
                    <a:pt x="566431" y="1235624"/>
                  </a:lnTo>
                  <a:lnTo>
                    <a:pt x="566415" y="1235610"/>
                  </a:lnTo>
                  <a:lnTo>
                    <a:pt x="566389" y="1235589"/>
                  </a:lnTo>
                  <a:lnTo>
                    <a:pt x="566374" y="1235576"/>
                  </a:lnTo>
                  <a:lnTo>
                    <a:pt x="566362" y="1235565"/>
                  </a:lnTo>
                  <a:lnTo>
                    <a:pt x="566350" y="1235555"/>
                  </a:lnTo>
                  <a:lnTo>
                    <a:pt x="566343" y="1235546"/>
                  </a:lnTo>
                  <a:lnTo>
                    <a:pt x="566331" y="1235534"/>
                  </a:lnTo>
                  <a:lnTo>
                    <a:pt x="566324" y="1235527"/>
                  </a:lnTo>
                  <a:lnTo>
                    <a:pt x="566317" y="1235521"/>
                  </a:lnTo>
                  <a:lnTo>
                    <a:pt x="566304" y="1235512"/>
                  </a:lnTo>
                  <a:lnTo>
                    <a:pt x="566298" y="1235510"/>
                  </a:lnTo>
                  <a:lnTo>
                    <a:pt x="566290" y="1235506"/>
                  </a:lnTo>
                  <a:lnTo>
                    <a:pt x="566275" y="1235498"/>
                  </a:lnTo>
                  <a:lnTo>
                    <a:pt x="566255" y="1235488"/>
                  </a:lnTo>
                  <a:lnTo>
                    <a:pt x="566245" y="1235483"/>
                  </a:lnTo>
                  <a:lnTo>
                    <a:pt x="566231" y="1235478"/>
                  </a:lnTo>
                  <a:lnTo>
                    <a:pt x="566206" y="1235470"/>
                  </a:lnTo>
                  <a:lnTo>
                    <a:pt x="566200" y="1235467"/>
                  </a:lnTo>
                  <a:lnTo>
                    <a:pt x="566185" y="1235463"/>
                  </a:lnTo>
                  <a:lnTo>
                    <a:pt x="566172" y="1235460"/>
                  </a:lnTo>
                  <a:lnTo>
                    <a:pt x="566162" y="1235457"/>
                  </a:lnTo>
                  <a:lnTo>
                    <a:pt x="566153" y="1235455"/>
                  </a:lnTo>
                  <a:lnTo>
                    <a:pt x="566147" y="1235454"/>
                  </a:lnTo>
                  <a:lnTo>
                    <a:pt x="566135" y="1235453"/>
                  </a:lnTo>
                  <a:lnTo>
                    <a:pt x="566108" y="1235450"/>
                  </a:lnTo>
                  <a:lnTo>
                    <a:pt x="566101" y="1235449"/>
                  </a:lnTo>
                  <a:lnTo>
                    <a:pt x="566091" y="1235447"/>
                  </a:lnTo>
                  <a:lnTo>
                    <a:pt x="566083" y="1235446"/>
                  </a:lnTo>
                  <a:lnTo>
                    <a:pt x="566073" y="1235444"/>
                  </a:lnTo>
                  <a:lnTo>
                    <a:pt x="566063" y="1235441"/>
                  </a:lnTo>
                  <a:lnTo>
                    <a:pt x="566050" y="1235437"/>
                  </a:lnTo>
                  <a:lnTo>
                    <a:pt x="566029" y="1235431"/>
                  </a:lnTo>
                  <a:lnTo>
                    <a:pt x="566008" y="1235426"/>
                  </a:lnTo>
                  <a:lnTo>
                    <a:pt x="565994" y="1235422"/>
                  </a:lnTo>
                  <a:lnTo>
                    <a:pt x="565980" y="1235418"/>
                  </a:lnTo>
                  <a:lnTo>
                    <a:pt x="565969" y="1235416"/>
                  </a:lnTo>
                  <a:lnTo>
                    <a:pt x="565959" y="1235413"/>
                  </a:lnTo>
                  <a:lnTo>
                    <a:pt x="565950" y="1235410"/>
                  </a:lnTo>
                  <a:lnTo>
                    <a:pt x="565943" y="1235407"/>
                  </a:lnTo>
                  <a:lnTo>
                    <a:pt x="565938" y="1235404"/>
                  </a:lnTo>
                  <a:lnTo>
                    <a:pt x="565932" y="1235401"/>
                  </a:lnTo>
                  <a:lnTo>
                    <a:pt x="565927" y="1235398"/>
                  </a:lnTo>
                  <a:lnTo>
                    <a:pt x="565922" y="1235394"/>
                  </a:lnTo>
                  <a:lnTo>
                    <a:pt x="565914" y="1235387"/>
                  </a:lnTo>
                  <a:lnTo>
                    <a:pt x="565908" y="1235381"/>
                  </a:lnTo>
                  <a:lnTo>
                    <a:pt x="565902" y="1235375"/>
                  </a:lnTo>
                  <a:lnTo>
                    <a:pt x="565894" y="1235365"/>
                  </a:lnTo>
                  <a:lnTo>
                    <a:pt x="565886" y="1235357"/>
                  </a:lnTo>
                  <a:lnTo>
                    <a:pt x="565878" y="1235348"/>
                  </a:lnTo>
                  <a:lnTo>
                    <a:pt x="565872" y="1235342"/>
                  </a:lnTo>
                  <a:lnTo>
                    <a:pt x="565867" y="1235335"/>
                  </a:lnTo>
                  <a:lnTo>
                    <a:pt x="565862" y="1235327"/>
                  </a:lnTo>
                  <a:lnTo>
                    <a:pt x="565857" y="1235322"/>
                  </a:lnTo>
                  <a:lnTo>
                    <a:pt x="565852" y="1235315"/>
                  </a:lnTo>
                  <a:lnTo>
                    <a:pt x="565848" y="1235307"/>
                  </a:lnTo>
                  <a:lnTo>
                    <a:pt x="565844" y="1235296"/>
                  </a:lnTo>
                  <a:lnTo>
                    <a:pt x="565839" y="1235285"/>
                  </a:lnTo>
                  <a:lnTo>
                    <a:pt x="565835" y="1235276"/>
                  </a:lnTo>
                  <a:lnTo>
                    <a:pt x="565833" y="1235269"/>
                  </a:lnTo>
                  <a:lnTo>
                    <a:pt x="565827" y="1235261"/>
                  </a:lnTo>
                  <a:lnTo>
                    <a:pt x="565820" y="1235250"/>
                  </a:lnTo>
                  <a:lnTo>
                    <a:pt x="565816" y="1235244"/>
                  </a:lnTo>
                  <a:lnTo>
                    <a:pt x="565813" y="1235238"/>
                  </a:lnTo>
                  <a:lnTo>
                    <a:pt x="565811" y="1235232"/>
                  </a:lnTo>
                  <a:lnTo>
                    <a:pt x="565809" y="1235226"/>
                  </a:lnTo>
                  <a:lnTo>
                    <a:pt x="565807" y="1235219"/>
                  </a:lnTo>
                  <a:lnTo>
                    <a:pt x="565801" y="1235209"/>
                  </a:lnTo>
                  <a:lnTo>
                    <a:pt x="565794" y="1235199"/>
                  </a:lnTo>
                  <a:lnTo>
                    <a:pt x="565789" y="1235192"/>
                  </a:lnTo>
                  <a:lnTo>
                    <a:pt x="565783" y="1235187"/>
                  </a:lnTo>
                  <a:lnTo>
                    <a:pt x="565775" y="1235182"/>
                  </a:lnTo>
                  <a:lnTo>
                    <a:pt x="565767" y="1235179"/>
                  </a:lnTo>
                  <a:lnTo>
                    <a:pt x="565760" y="1235175"/>
                  </a:lnTo>
                  <a:lnTo>
                    <a:pt x="565748" y="1235170"/>
                  </a:lnTo>
                  <a:lnTo>
                    <a:pt x="565741" y="1235166"/>
                  </a:lnTo>
                  <a:lnTo>
                    <a:pt x="565733" y="1235160"/>
                  </a:lnTo>
                  <a:lnTo>
                    <a:pt x="565726" y="1235155"/>
                  </a:lnTo>
                  <a:lnTo>
                    <a:pt x="565720" y="1235150"/>
                  </a:lnTo>
                  <a:lnTo>
                    <a:pt x="565717" y="1235145"/>
                  </a:lnTo>
                  <a:lnTo>
                    <a:pt x="565715" y="1235137"/>
                  </a:lnTo>
                  <a:lnTo>
                    <a:pt x="565713" y="1235127"/>
                  </a:lnTo>
                  <a:lnTo>
                    <a:pt x="565712" y="1235118"/>
                  </a:lnTo>
                  <a:lnTo>
                    <a:pt x="565712" y="1235113"/>
                  </a:lnTo>
                  <a:lnTo>
                    <a:pt x="565712" y="1235107"/>
                  </a:lnTo>
                  <a:lnTo>
                    <a:pt x="565711" y="1235101"/>
                  </a:lnTo>
                  <a:lnTo>
                    <a:pt x="565711" y="1235094"/>
                  </a:lnTo>
                  <a:lnTo>
                    <a:pt x="565710" y="1235087"/>
                  </a:lnTo>
                  <a:lnTo>
                    <a:pt x="565709" y="1235078"/>
                  </a:lnTo>
                  <a:lnTo>
                    <a:pt x="565710" y="1235067"/>
                  </a:lnTo>
                  <a:lnTo>
                    <a:pt x="565711" y="1235053"/>
                  </a:lnTo>
                  <a:lnTo>
                    <a:pt x="565712" y="1235042"/>
                  </a:lnTo>
                  <a:lnTo>
                    <a:pt x="565712" y="1235033"/>
                  </a:lnTo>
                  <a:lnTo>
                    <a:pt x="565712" y="1235026"/>
                  </a:lnTo>
                  <a:lnTo>
                    <a:pt x="565712" y="1235016"/>
                  </a:lnTo>
                  <a:lnTo>
                    <a:pt x="565713" y="1235009"/>
                  </a:lnTo>
                  <a:lnTo>
                    <a:pt x="565713" y="1235000"/>
                  </a:lnTo>
                  <a:lnTo>
                    <a:pt x="565712" y="1234989"/>
                  </a:lnTo>
                  <a:lnTo>
                    <a:pt x="565711" y="1234981"/>
                  </a:lnTo>
                  <a:lnTo>
                    <a:pt x="565710" y="1234975"/>
                  </a:lnTo>
                  <a:lnTo>
                    <a:pt x="565711" y="1234968"/>
                  </a:lnTo>
                  <a:lnTo>
                    <a:pt x="565713" y="1234963"/>
                  </a:lnTo>
                  <a:lnTo>
                    <a:pt x="565718" y="1234957"/>
                  </a:lnTo>
                  <a:lnTo>
                    <a:pt x="565723" y="1234947"/>
                  </a:lnTo>
                  <a:lnTo>
                    <a:pt x="565727" y="1234941"/>
                  </a:lnTo>
                  <a:lnTo>
                    <a:pt x="565732" y="1234927"/>
                  </a:lnTo>
                  <a:lnTo>
                    <a:pt x="565733" y="1234921"/>
                  </a:lnTo>
                  <a:lnTo>
                    <a:pt x="565735" y="1234909"/>
                  </a:lnTo>
                  <a:lnTo>
                    <a:pt x="565733" y="1234898"/>
                  </a:lnTo>
                  <a:lnTo>
                    <a:pt x="565728" y="1234890"/>
                  </a:lnTo>
                  <a:lnTo>
                    <a:pt x="565727" y="1234885"/>
                  </a:lnTo>
                  <a:lnTo>
                    <a:pt x="565727" y="1234878"/>
                  </a:lnTo>
                  <a:lnTo>
                    <a:pt x="565727" y="1234869"/>
                  </a:lnTo>
                  <a:lnTo>
                    <a:pt x="565728" y="1234860"/>
                  </a:lnTo>
                  <a:lnTo>
                    <a:pt x="565729" y="1234849"/>
                  </a:lnTo>
                  <a:lnTo>
                    <a:pt x="565732" y="1234839"/>
                  </a:lnTo>
                  <a:lnTo>
                    <a:pt x="565734" y="1234831"/>
                  </a:lnTo>
                  <a:lnTo>
                    <a:pt x="565736" y="1234818"/>
                  </a:lnTo>
                  <a:lnTo>
                    <a:pt x="565739" y="1234808"/>
                  </a:lnTo>
                  <a:lnTo>
                    <a:pt x="565740" y="1234799"/>
                  </a:lnTo>
                  <a:lnTo>
                    <a:pt x="565740" y="1234793"/>
                  </a:lnTo>
                  <a:lnTo>
                    <a:pt x="565739" y="1234786"/>
                  </a:lnTo>
                  <a:lnTo>
                    <a:pt x="565739" y="1234780"/>
                  </a:lnTo>
                  <a:lnTo>
                    <a:pt x="565739" y="1234772"/>
                  </a:lnTo>
                  <a:lnTo>
                    <a:pt x="565740" y="1234766"/>
                  </a:lnTo>
                  <a:lnTo>
                    <a:pt x="565743" y="1234759"/>
                  </a:lnTo>
                  <a:lnTo>
                    <a:pt x="565746" y="1234753"/>
                  </a:lnTo>
                  <a:lnTo>
                    <a:pt x="565749" y="1234743"/>
                  </a:lnTo>
                  <a:lnTo>
                    <a:pt x="565752" y="1234735"/>
                  </a:lnTo>
                  <a:lnTo>
                    <a:pt x="565757" y="1234725"/>
                  </a:lnTo>
                  <a:lnTo>
                    <a:pt x="565762" y="1234716"/>
                  </a:lnTo>
                  <a:lnTo>
                    <a:pt x="565763" y="1234710"/>
                  </a:lnTo>
                  <a:lnTo>
                    <a:pt x="565764" y="1234703"/>
                  </a:lnTo>
                  <a:lnTo>
                    <a:pt x="565764" y="1234693"/>
                  </a:lnTo>
                  <a:lnTo>
                    <a:pt x="565763" y="1234683"/>
                  </a:lnTo>
                  <a:lnTo>
                    <a:pt x="565760" y="1234675"/>
                  </a:lnTo>
                  <a:lnTo>
                    <a:pt x="565755" y="1234667"/>
                  </a:lnTo>
                  <a:lnTo>
                    <a:pt x="565737" y="1234645"/>
                  </a:lnTo>
                  <a:lnTo>
                    <a:pt x="565717" y="1234628"/>
                  </a:lnTo>
                  <a:lnTo>
                    <a:pt x="565704" y="1234622"/>
                  </a:lnTo>
                  <a:lnTo>
                    <a:pt x="565688" y="1234616"/>
                  </a:lnTo>
                  <a:lnTo>
                    <a:pt x="565678" y="1234607"/>
                  </a:lnTo>
                  <a:lnTo>
                    <a:pt x="565674" y="1234597"/>
                  </a:lnTo>
                  <a:lnTo>
                    <a:pt x="565665" y="1234567"/>
                  </a:lnTo>
                  <a:lnTo>
                    <a:pt x="565662" y="1234559"/>
                  </a:lnTo>
                  <a:lnTo>
                    <a:pt x="565657" y="1234550"/>
                  </a:lnTo>
                  <a:lnTo>
                    <a:pt x="565651" y="1234543"/>
                  </a:lnTo>
                  <a:lnTo>
                    <a:pt x="565640" y="1234535"/>
                  </a:lnTo>
                  <a:lnTo>
                    <a:pt x="565628" y="1234530"/>
                  </a:lnTo>
                  <a:lnTo>
                    <a:pt x="565617" y="1234527"/>
                  </a:lnTo>
                  <a:lnTo>
                    <a:pt x="565609" y="1234527"/>
                  </a:lnTo>
                  <a:lnTo>
                    <a:pt x="565591" y="1234528"/>
                  </a:lnTo>
                  <a:lnTo>
                    <a:pt x="565575" y="1234529"/>
                  </a:lnTo>
                  <a:lnTo>
                    <a:pt x="565559" y="1234529"/>
                  </a:lnTo>
                  <a:lnTo>
                    <a:pt x="565541" y="1234529"/>
                  </a:lnTo>
                  <a:lnTo>
                    <a:pt x="565536" y="1234528"/>
                  </a:lnTo>
                  <a:lnTo>
                    <a:pt x="565530" y="1234527"/>
                  </a:lnTo>
                  <a:lnTo>
                    <a:pt x="565524" y="1234526"/>
                  </a:lnTo>
                  <a:lnTo>
                    <a:pt x="565506" y="1234520"/>
                  </a:lnTo>
                  <a:lnTo>
                    <a:pt x="565501" y="1234516"/>
                  </a:lnTo>
                  <a:lnTo>
                    <a:pt x="565497" y="1234512"/>
                  </a:lnTo>
                  <a:lnTo>
                    <a:pt x="565493" y="1234507"/>
                  </a:lnTo>
                  <a:lnTo>
                    <a:pt x="565490" y="1234502"/>
                  </a:lnTo>
                  <a:lnTo>
                    <a:pt x="565481" y="1234484"/>
                  </a:lnTo>
                  <a:lnTo>
                    <a:pt x="565462" y="1234444"/>
                  </a:lnTo>
                  <a:lnTo>
                    <a:pt x="565451" y="1234421"/>
                  </a:lnTo>
                  <a:lnTo>
                    <a:pt x="565443" y="1234405"/>
                  </a:lnTo>
                  <a:lnTo>
                    <a:pt x="565437" y="1234396"/>
                  </a:lnTo>
                  <a:lnTo>
                    <a:pt x="565429" y="1234385"/>
                  </a:lnTo>
                  <a:lnTo>
                    <a:pt x="565424" y="1234377"/>
                  </a:lnTo>
                  <a:lnTo>
                    <a:pt x="565416" y="1234367"/>
                  </a:lnTo>
                  <a:lnTo>
                    <a:pt x="565399" y="1234344"/>
                  </a:lnTo>
                  <a:lnTo>
                    <a:pt x="565382" y="1234319"/>
                  </a:lnTo>
                  <a:lnTo>
                    <a:pt x="565362" y="1234287"/>
                  </a:lnTo>
                  <a:lnTo>
                    <a:pt x="565348" y="1234262"/>
                  </a:lnTo>
                  <a:lnTo>
                    <a:pt x="565339" y="1234255"/>
                  </a:lnTo>
                  <a:lnTo>
                    <a:pt x="565329" y="1234253"/>
                  </a:lnTo>
                  <a:lnTo>
                    <a:pt x="565316" y="1234255"/>
                  </a:lnTo>
                  <a:lnTo>
                    <a:pt x="565301" y="1234257"/>
                  </a:lnTo>
                  <a:lnTo>
                    <a:pt x="565272" y="1234264"/>
                  </a:lnTo>
                  <a:lnTo>
                    <a:pt x="565263" y="1234266"/>
                  </a:lnTo>
                  <a:lnTo>
                    <a:pt x="565242" y="1234271"/>
                  </a:lnTo>
                  <a:lnTo>
                    <a:pt x="565230" y="1234276"/>
                  </a:lnTo>
                  <a:lnTo>
                    <a:pt x="565219" y="1234279"/>
                  </a:lnTo>
                  <a:lnTo>
                    <a:pt x="565210" y="1234278"/>
                  </a:lnTo>
                  <a:lnTo>
                    <a:pt x="565195" y="1234272"/>
                  </a:lnTo>
                  <a:lnTo>
                    <a:pt x="565181" y="1234266"/>
                  </a:lnTo>
                  <a:lnTo>
                    <a:pt x="565164" y="1234261"/>
                  </a:lnTo>
                  <a:lnTo>
                    <a:pt x="565159" y="1234260"/>
                  </a:lnTo>
                  <a:lnTo>
                    <a:pt x="565143" y="1234257"/>
                  </a:lnTo>
                  <a:lnTo>
                    <a:pt x="565136" y="1234256"/>
                  </a:lnTo>
                  <a:lnTo>
                    <a:pt x="565118" y="1234255"/>
                  </a:lnTo>
                  <a:lnTo>
                    <a:pt x="565074" y="1234255"/>
                  </a:lnTo>
                  <a:lnTo>
                    <a:pt x="565059" y="1234255"/>
                  </a:lnTo>
                  <a:lnTo>
                    <a:pt x="565049" y="1234255"/>
                  </a:lnTo>
                  <a:lnTo>
                    <a:pt x="565042" y="1234256"/>
                  </a:lnTo>
                  <a:lnTo>
                    <a:pt x="565035" y="1234257"/>
                  </a:lnTo>
                  <a:lnTo>
                    <a:pt x="564998" y="1234262"/>
                  </a:lnTo>
                  <a:lnTo>
                    <a:pt x="564980" y="1234264"/>
                  </a:lnTo>
                  <a:lnTo>
                    <a:pt x="564966" y="1234266"/>
                  </a:lnTo>
                  <a:lnTo>
                    <a:pt x="564950" y="1234266"/>
                  </a:lnTo>
                  <a:lnTo>
                    <a:pt x="564933" y="1234266"/>
                  </a:lnTo>
                  <a:lnTo>
                    <a:pt x="564915" y="1234265"/>
                  </a:lnTo>
                  <a:lnTo>
                    <a:pt x="564872" y="1234261"/>
                  </a:lnTo>
                  <a:lnTo>
                    <a:pt x="564852" y="1234260"/>
                  </a:lnTo>
                  <a:lnTo>
                    <a:pt x="564840" y="1234258"/>
                  </a:lnTo>
                  <a:lnTo>
                    <a:pt x="564827" y="1234257"/>
                  </a:lnTo>
                  <a:lnTo>
                    <a:pt x="564822" y="1234256"/>
                  </a:lnTo>
                  <a:lnTo>
                    <a:pt x="564815" y="1234255"/>
                  </a:lnTo>
                  <a:lnTo>
                    <a:pt x="564807" y="1234254"/>
                  </a:lnTo>
                  <a:lnTo>
                    <a:pt x="564799" y="1234252"/>
                  </a:lnTo>
                  <a:lnTo>
                    <a:pt x="564795" y="1234250"/>
                  </a:lnTo>
                  <a:lnTo>
                    <a:pt x="564789" y="1234248"/>
                  </a:lnTo>
                  <a:lnTo>
                    <a:pt x="564782" y="1234245"/>
                  </a:lnTo>
                  <a:lnTo>
                    <a:pt x="564775" y="1234240"/>
                  </a:lnTo>
                  <a:lnTo>
                    <a:pt x="564768" y="1234235"/>
                  </a:lnTo>
                  <a:lnTo>
                    <a:pt x="564765" y="1234233"/>
                  </a:lnTo>
                  <a:lnTo>
                    <a:pt x="564750" y="1234220"/>
                  </a:lnTo>
                  <a:lnTo>
                    <a:pt x="564729" y="1234202"/>
                  </a:lnTo>
                  <a:lnTo>
                    <a:pt x="564706" y="1234182"/>
                  </a:lnTo>
                  <a:lnTo>
                    <a:pt x="564685" y="1234164"/>
                  </a:lnTo>
                  <a:lnTo>
                    <a:pt x="564671" y="1234153"/>
                  </a:lnTo>
                  <a:lnTo>
                    <a:pt x="564663" y="1234147"/>
                  </a:lnTo>
                  <a:lnTo>
                    <a:pt x="564656" y="1234142"/>
                  </a:lnTo>
                  <a:lnTo>
                    <a:pt x="564642" y="1234134"/>
                  </a:lnTo>
                  <a:lnTo>
                    <a:pt x="564626" y="1234129"/>
                  </a:lnTo>
                  <a:lnTo>
                    <a:pt x="564606" y="1234125"/>
                  </a:lnTo>
                  <a:lnTo>
                    <a:pt x="564578" y="1234119"/>
                  </a:lnTo>
                  <a:lnTo>
                    <a:pt x="564553" y="1234114"/>
                  </a:lnTo>
                  <a:lnTo>
                    <a:pt x="564522" y="1234110"/>
                  </a:lnTo>
                  <a:lnTo>
                    <a:pt x="564498" y="1234105"/>
                  </a:lnTo>
                  <a:lnTo>
                    <a:pt x="564473" y="1234098"/>
                  </a:lnTo>
                  <a:lnTo>
                    <a:pt x="564421" y="1234083"/>
                  </a:lnTo>
                  <a:lnTo>
                    <a:pt x="564415" y="1234081"/>
                  </a:lnTo>
                  <a:lnTo>
                    <a:pt x="564408" y="1234079"/>
                  </a:lnTo>
                  <a:lnTo>
                    <a:pt x="564397" y="1234076"/>
                  </a:lnTo>
                  <a:lnTo>
                    <a:pt x="564363" y="1234065"/>
                  </a:lnTo>
                  <a:lnTo>
                    <a:pt x="564356" y="1234063"/>
                  </a:lnTo>
                  <a:lnTo>
                    <a:pt x="564352" y="1234063"/>
                  </a:lnTo>
                  <a:lnTo>
                    <a:pt x="564347" y="1234062"/>
                  </a:lnTo>
                  <a:lnTo>
                    <a:pt x="564342" y="1234063"/>
                  </a:lnTo>
                  <a:lnTo>
                    <a:pt x="564332" y="1234066"/>
                  </a:lnTo>
                  <a:lnTo>
                    <a:pt x="564321" y="1234070"/>
                  </a:lnTo>
                  <a:lnTo>
                    <a:pt x="564308" y="1234076"/>
                  </a:lnTo>
                  <a:lnTo>
                    <a:pt x="564278" y="1234091"/>
                  </a:lnTo>
                  <a:lnTo>
                    <a:pt x="564263" y="1234098"/>
                  </a:lnTo>
                  <a:lnTo>
                    <a:pt x="564244" y="1234107"/>
                  </a:lnTo>
                  <a:lnTo>
                    <a:pt x="564225" y="1234115"/>
                  </a:lnTo>
                  <a:lnTo>
                    <a:pt x="564218" y="1234118"/>
                  </a:lnTo>
                  <a:lnTo>
                    <a:pt x="564213" y="1234119"/>
                  </a:lnTo>
                  <a:lnTo>
                    <a:pt x="564208" y="1234120"/>
                  </a:lnTo>
                  <a:lnTo>
                    <a:pt x="564192" y="1234120"/>
                  </a:lnTo>
                  <a:lnTo>
                    <a:pt x="564188" y="1234121"/>
                  </a:lnTo>
                  <a:lnTo>
                    <a:pt x="564149" y="1234121"/>
                  </a:lnTo>
                  <a:lnTo>
                    <a:pt x="564136" y="1234121"/>
                  </a:lnTo>
                  <a:lnTo>
                    <a:pt x="564127" y="1234121"/>
                  </a:lnTo>
                  <a:lnTo>
                    <a:pt x="564118" y="1234122"/>
                  </a:lnTo>
                  <a:lnTo>
                    <a:pt x="564110" y="1234123"/>
                  </a:lnTo>
                  <a:lnTo>
                    <a:pt x="564101" y="1234125"/>
                  </a:lnTo>
                  <a:lnTo>
                    <a:pt x="564056" y="1234135"/>
                  </a:lnTo>
                  <a:lnTo>
                    <a:pt x="564044" y="1234137"/>
                  </a:lnTo>
                  <a:lnTo>
                    <a:pt x="564032" y="1234139"/>
                  </a:lnTo>
                  <a:lnTo>
                    <a:pt x="564027" y="1234139"/>
                  </a:lnTo>
                  <a:lnTo>
                    <a:pt x="564022" y="1234139"/>
                  </a:lnTo>
                  <a:lnTo>
                    <a:pt x="564015" y="1234139"/>
                  </a:lnTo>
                  <a:lnTo>
                    <a:pt x="564006" y="1234138"/>
                  </a:lnTo>
                  <a:lnTo>
                    <a:pt x="563984" y="1234135"/>
                  </a:lnTo>
                  <a:lnTo>
                    <a:pt x="563978" y="1234134"/>
                  </a:lnTo>
                  <a:lnTo>
                    <a:pt x="563968" y="1234132"/>
                  </a:lnTo>
                  <a:lnTo>
                    <a:pt x="563961" y="1234130"/>
                  </a:lnTo>
                  <a:lnTo>
                    <a:pt x="563955" y="1234125"/>
                  </a:lnTo>
                  <a:lnTo>
                    <a:pt x="563952" y="1234121"/>
                  </a:lnTo>
                  <a:lnTo>
                    <a:pt x="563949" y="1234116"/>
                  </a:lnTo>
                  <a:lnTo>
                    <a:pt x="563942" y="1234105"/>
                  </a:lnTo>
                  <a:lnTo>
                    <a:pt x="563937" y="1234099"/>
                  </a:lnTo>
                  <a:lnTo>
                    <a:pt x="563932" y="1234095"/>
                  </a:lnTo>
                  <a:lnTo>
                    <a:pt x="563926" y="1234091"/>
                  </a:lnTo>
                  <a:lnTo>
                    <a:pt x="563918" y="1234088"/>
                  </a:lnTo>
                  <a:lnTo>
                    <a:pt x="563911" y="1234086"/>
                  </a:lnTo>
                  <a:lnTo>
                    <a:pt x="563905" y="1234086"/>
                  </a:lnTo>
                  <a:lnTo>
                    <a:pt x="563888" y="1234087"/>
                  </a:lnTo>
                  <a:lnTo>
                    <a:pt x="563878" y="1234088"/>
                  </a:lnTo>
                  <a:lnTo>
                    <a:pt x="563871" y="1234088"/>
                  </a:lnTo>
                  <a:lnTo>
                    <a:pt x="563866" y="1234087"/>
                  </a:lnTo>
                  <a:lnTo>
                    <a:pt x="563862" y="1234087"/>
                  </a:lnTo>
                  <a:lnTo>
                    <a:pt x="563856" y="1234085"/>
                  </a:lnTo>
                  <a:lnTo>
                    <a:pt x="563817" y="1234076"/>
                  </a:lnTo>
                  <a:lnTo>
                    <a:pt x="563809" y="1234075"/>
                  </a:lnTo>
                  <a:lnTo>
                    <a:pt x="563802" y="1234074"/>
                  </a:lnTo>
                  <a:lnTo>
                    <a:pt x="563795" y="1234074"/>
                  </a:lnTo>
                  <a:lnTo>
                    <a:pt x="563788" y="1234075"/>
                  </a:lnTo>
                  <a:lnTo>
                    <a:pt x="563781" y="1234076"/>
                  </a:lnTo>
                  <a:lnTo>
                    <a:pt x="563772" y="1234079"/>
                  </a:lnTo>
                  <a:lnTo>
                    <a:pt x="563765" y="1234080"/>
                  </a:lnTo>
                  <a:lnTo>
                    <a:pt x="563761" y="1234081"/>
                  </a:lnTo>
                  <a:lnTo>
                    <a:pt x="563755" y="1234081"/>
                  </a:lnTo>
                  <a:lnTo>
                    <a:pt x="563746" y="1234080"/>
                  </a:lnTo>
                  <a:lnTo>
                    <a:pt x="563730" y="1234078"/>
                  </a:lnTo>
                  <a:lnTo>
                    <a:pt x="563717" y="1234076"/>
                  </a:lnTo>
                  <a:lnTo>
                    <a:pt x="563709" y="1234074"/>
                  </a:lnTo>
                  <a:lnTo>
                    <a:pt x="563685" y="1234066"/>
                  </a:lnTo>
                  <a:lnTo>
                    <a:pt x="563679" y="1234065"/>
                  </a:lnTo>
                  <a:lnTo>
                    <a:pt x="563672" y="1234064"/>
                  </a:lnTo>
                  <a:lnTo>
                    <a:pt x="563651" y="1234062"/>
                  </a:lnTo>
                  <a:lnTo>
                    <a:pt x="563561" y="1234055"/>
                  </a:lnTo>
                  <a:lnTo>
                    <a:pt x="563538" y="1234053"/>
                  </a:lnTo>
                  <a:lnTo>
                    <a:pt x="563493" y="1234051"/>
                  </a:lnTo>
                  <a:lnTo>
                    <a:pt x="563471" y="1234049"/>
                  </a:lnTo>
                  <a:lnTo>
                    <a:pt x="563456" y="1234048"/>
                  </a:lnTo>
                  <a:lnTo>
                    <a:pt x="563443" y="1234046"/>
                  </a:lnTo>
                  <a:lnTo>
                    <a:pt x="563425" y="1234042"/>
                  </a:lnTo>
                  <a:lnTo>
                    <a:pt x="563400" y="1234037"/>
                  </a:lnTo>
                  <a:lnTo>
                    <a:pt x="563363" y="1234028"/>
                  </a:lnTo>
                  <a:lnTo>
                    <a:pt x="563351" y="1234025"/>
                  </a:lnTo>
                  <a:lnTo>
                    <a:pt x="563338" y="1234023"/>
                  </a:lnTo>
                  <a:lnTo>
                    <a:pt x="563310" y="1234019"/>
                  </a:lnTo>
                  <a:lnTo>
                    <a:pt x="563290" y="1234017"/>
                  </a:lnTo>
                  <a:lnTo>
                    <a:pt x="563281" y="1234016"/>
                  </a:lnTo>
                  <a:lnTo>
                    <a:pt x="563271" y="1234016"/>
                  </a:lnTo>
                  <a:lnTo>
                    <a:pt x="563262" y="1234016"/>
                  </a:lnTo>
                  <a:lnTo>
                    <a:pt x="563255" y="1234016"/>
                  </a:lnTo>
                  <a:lnTo>
                    <a:pt x="563249" y="1234017"/>
                  </a:lnTo>
                  <a:lnTo>
                    <a:pt x="563245" y="1234018"/>
                  </a:lnTo>
                  <a:lnTo>
                    <a:pt x="563235" y="1234021"/>
                  </a:lnTo>
                  <a:lnTo>
                    <a:pt x="563224" y="1234025"/>
                  </a:lnTo>
                  <a:lnTo>
                    <a:pt x="563215" y="1234028"/>
                  </a:lnTo>
                  <a:lnTo>
                    <a:pt x="563205" y="1234032"/>
                  </a:lnTo>
                  <a:lnTo>
                    <a:pt x="563196" y="1234036"/>
                  </a:lnTo>
                  <a:lnTo>
                    <a:pt x="563187" y="1234040"/>
                  </a:lnTo>
                  <a:lnTo>
                    <a:pt x="563174" y="1234047"/>
                  </a:lnTo>
                  <a:lnTo>
                    <a:pt x="563162" y="1234054"/>
                  </a:lnTo>
                  <a:lnTo>
                    <a:pt x="563140" y="1234068"/>
                  </a:lnTo>
                  <a:lnTo>
                    <a:pt x="563103" y="1234091"/>
                  </a:lnTo>
                  <a:lnTo>
                    <a:pt x="563090" y="1234099"/>
                  </a:lnTo>
                  <a:lnTo>
                    <a:pt x="563078" y="1234107"/>
                  </a:lnTo>
                  <a:lnTo>
                    <a:pt x="563022" y="1234146"/>
                  </a:lnTo>
                  <a:lnTo>
                    <a:pt x="562999" y="1234161"/>
                  </a:lnTo>
                  <a:lnTo>
                    <a:pt x="562988" y="1234168"/>
                  </a:lnTo>
                  <a:lnTo>
                    <a:pt x="562975" y="1234175"/>
                  </a:lnTo>
                  <a:lnTo>
                    <a:pt x="562938" y="1234196"/>
                  </a:lnTo>
                  <a:lnTo>
                    <a:pt x="562930" y="1234201"/>
                  </a:lnTo>
                  <a:lnTo>
                    <a:pt x="562924" y="1234205"/>
                  </a:lnTo>
                  <a:lnTo>
                    <a:pt x="562918" y="1234209"/>
                  </a:lnTo>
                  <a:lnTo>
                    <a:pt x="562911" y="1234215"/>
                  </a:lnTo>
                  <a:lnTo>
                    <a:pt x="562892" y="1234230"/>
                  </a:lnTo>
                  <a:lnTo>
                    <a:pt x="562877" y="1234244"/>
                  </a:lnTo>
                  <a:lnTo>
                    <a:pt x="562862" y="1234259"/>
                  </a:lnTo>
                  <a:lnTo>
                    <a:pt x="562858" y="1234263"/>
                  </a:lnTo>
                  <a:lnTo>
                    <a:pt x="562850" y="1234269"/>
                  </a:lnTo>
                  <a:lnTo>
                    <a:pt x="562843" y="1234273"/>
                  </a:lnTo>
                  <a:lnTo>
                    <a:pt x="562835" y="1234277"/>
                  </a:lnTo>
                  <a:lnTo>
                    <a:pt x="562827" y="1234280"/>
                  </a:lnTo>
                  <a:lnTo>
                    <a:pt x="562816" y="1234283"/>
                  </a:lnTo>
                  <a:lnTo>
                    <a:pt x="562807" y="1234285"/>
                  </a:lnTo>
                  <a:lnTo>
                    <a:pt x="562779" y="1234290"/>
                  </a:lnTo>
                  <a:lnTo>
                    <a:pt x="562768" y="1234292"/>
                  </a:lnTo>
                  <a:lnTo>
                    <a:pt x="562761" y="1234293"/>
                  </a:lnTo>
                  <a:lnTo>
                    <a:pt x="562755" y="1234294"/>
                  </a:lnTo>
                  <a:lnTo>
                    <a:pt x="562748" y="1234294"/>
                  </a:lnTo>
                  <a:lnTo>
                    <a:pt x="562739" y="1234292"/>
                  </a:lnTo>
                  <a:lnTo>
                    <a:pt x="562731" y="1234290"/>
                  </a:lnTo>
                  <a:lnTo>
                    <a:pt x="562724" y="1234289"/>
                  </a:lnTo>
                  <a:lnTo>
                    <a:pt x="562717" y="1234288"/>
                  </a:lnTo>
                  <a:lnTo>
                    <a:pt x="562709" y="1234287"/>
                  </a:lnTo>
                  <a:lnTo>
                    <a:pt x="562704" y="1234288"/>
                  </a:lnTo>
                  <a:lnTo>
                    <a:pt x="562698" y="1234289"/>
                  </a:lnTo>
                  <a:lnTo>
                    <a:pt x="562687" y="1234293"/>
                  </a:lnTo>
                  <a:lnTo>
                    <a:pt x="562680" y="1234295"/>
                  </a:lnTo>
                  <a:lnTo>
                    <a:pt x="562675" y="1234297"/>
                  </a:lnTo>
                  <a:lnTo>
                    <a:pt x="562667" y="1234301"/>
                  </a:lnTo>
                  <a:lnTo>
                    <a:pt x="562652" y="1234310"/>
                  </a:lnTo>
                  <a:lnTo>
                    <a:pt x="562645" y="1234314"/>
                  </a:lnTo>
                  <a:lnTo>
                    <a:pt x="562639" y="1234316"/>
                  </a:lnTo>
                  <a:lnTo>
                    <a:pt x="562632" y="1234316"/>
                  </a:lnTo>
                  <a:lnTo>
                    <a:pt x="562626" y="1234316"/>
                  </a:lnTo>
                  <a:lnTo>
                    <a:pt x="562621" y="1234315"/>
                  </a:lnTo>
                  <a:lnTo>
                    <a:pt x="562615" y="1234313"/>
                  </a:lnTo>
                  <a:lnTo>
                    <a:pt x="562596" y="1234307"/>
                  </a:lnTo>
                  <a:lnTo>
                    <a:pt x="562589" y="1234306"/>
                  </a:lnTo>
                  <a:lnTo>
                    <a:pt x="562580" y="1234304"/>
                  </a:lnTo>
                  <a:lnTo>
                    <a:pt x="562574" y="1234303"/>
                  </a:lnTo>
                  <a:lnTo>
                    <a:pt x="562568" y="1234304"/>
                  </a:lnTo>
                  <a:lnTo>
                    <a:pt x="562563" y="1234305"/>
                  </a:lnTo>
                  <a:lnTo>
                    <a:pt x="562555" y="1234307"/>
                  </a:lnTo>
                  <a:lnTo>
                    <a:pt x="562550" y="1234310"/>
                  </a:lnTo>
                  <a:lnTo>
                    <a:pt x="562537" y="1234317"/>
                  </a:lnTo>
                  <a:lnTo>
                    <a:pt x="562513" y="1234332"/>
                  </a:lnTo>
                  <a:lnTo>
                    <a:pt x="562507" y="1234334"/>
                  </a:lnTo>
                  <a:lnTo>
                    <a:pt x="562500" y="1234336"/>
                  </a:lnTo>
                  <a:lnTo>
                    <a:pt x="562469" y="1234345"/>
                  </a:lnTo>
                  <a:lnTo>
                    <a:pt x="562423" y="1234360"/>
                  </a:lnTo>
                  <a:lnTo>
                    <a:pt x="562405" y="1234363"/>
                  </a:lnTo>
                  <a:lnTo>
                    <a:pt x="562394" y="1234365"/>
                  </a:lnTo>
                  <a:lnTo>
                    <a:pt x="562385" y="1234368"/>
                  </a:lnTo>
                  <a:lnTo>
                    <a:pt x="562379" y="1234370"/>
                  </a:lnTo>
                  <a:lnTo>
                    <a:pt x="562373" y="1234372"/>
                  </a:lnTo>
                  <a:lnTo>
                    <a:pt x="562366" y="1234376"/>
                  </a:lnTo>
                  <a:lnTo>
                    <a:pt x="562355" y="1234381"/>
                  </a:lnTo>
                  <a:lnTo>
                    <a:pt x="562347" y="1234385"/>
                  </a:lnTo>
                  <a:lnTo>
                    <a:pt x="562340" y="1234390"/>
                  </a:lnTo>
                  <a:lnTo>
                    <a:pt x="562299" y="1234418"/>
                  </a:lnTo>
                  <a:lnTo>
                    <a:pt x="562280" y="1234432"/>
                  </a:lnTo>
                  <a:lnTo>
                    <a:pt x="562242" y="1234459"/>
                  </a:lnTo>
                  <a:lnTo>
                    <a:pt x="562192" y="1234492"/>
                  </a:lnTo>
                  <a:lnTo>
                    <a:pt x="562177" y="1234503"/>
                  </a:lnTo>
                  <a:lnTo>
                    <a:pt x="562172" y="1234507"/>
                  </a:lnTo>
                  <a:lnTo>
                    <a:pt x="562162" y="1234515"/>
                  </a:lnTo>
                  <a:lnTo>
                    <a:pt x="562151" y="1234524"/>
                  </a:lnTo>
                  <a:lnTo>
                    <a:pt x="562145" y="1234530"/>
                  </a:lnTo>
                  <a:lnTo>
                    <a:pt x="562137" y="1234538"/>
                  </a:lnTo>
                  <a:lnTo>
                    <a:pt x="562128" y="1234548"/>
                  </a:lnTo>
                  <a:lnTo>
                    <a:pt x="562120" y="1234557"/>
                  </a:lnTo>
                  <a:lnTo>
                    <a:pt x="562111" y="1234567"/>
                  </a:lnTo>
                  <a:lnTo>
                    <a:pt x="562103" y="1234577"/>
                  </a:lnTo>
                  <a:lnTo>
                    <a:pt x="562099" y="1234582"/>
                  </a:lnTo>
                  <a:lnTo>
                    <a:pt x="562096" y="1234586"/>
                  </a:lnTo>
                  <a:lnTo>
                    <a:pt x="562091" y="1234593"/>
                  </a:lnTo>
                  <a:lnTo>
                    <a:pt x="562084" y="1234604"/>
                  </a:lnTo>
                  <a:lnTo>
                    <a:pt x="562076" y="1234617"/>
                  </a:lnTo>
                  <a:lnTo>
                    <a:pt x="562069" y="1234629"/>
                  </a:lnTo>
                  <a:lnTo>
                    <a:pt x="562063" y="1234639"/>
                  </a:lnTo>
                  <a:lnTo>
                    <a:pt x="562058" y="1234650"/>
                  </a:lnTo>
                  <a:lnTo>
                    <a:pt x="562054" y="1234658"/>
                  </a:lnTo>
                  <a:lnTo>
                    <a:pt x="562051" y="1234665"/>
                  </a:lnTo>
                  <a:lnTo>
                    <a:pt x="562046" y="1234680"/>
                  </a:lnTo>
                  <a:lnTo>
                    <a:pt x="562042" y="1234692"/>
                  </a:lnTo>
                  <a:lnTo>
                    <a:pt x="562038" y="1234705"/>
                  </a:lnTo>
                  <a:lnTo>
                    <a:pt x="562032" y="1234730"/>
                  </a:lnTo>
                  <a:lnTo>
                    <a:pt x="562032" y="1234745"/>
                  </a:lnTo>
                  <a:lnTo>
                    <a:pt x="562032" y="1234754"/>
                  </a:lnTo>
                  <a:lnTo>
                    <a:pt x="562031" y="1234760"/>
                  </a:lnTo>
                  <a:lnTo>
                    <a:pt x="562030" y="1234767"/>
                  </a:lnTo>
                  <a:lnTo>
                    <a:pt x="562027" y="1234777"/>
                  </a:lnTo>
                  <a:lnTo>
                    <a:pt x="562015" y="1234808"/>
                  </a:lnTo>
                  <a:lnTo>
                    <a:pt x="562007" y="1234832"/>
                  </a:lnTo>
                  <a:lnTo>
                    <a:pt x="562003" y="1234845"/>
                  </a:lnTo>
                  <a:lnTo>
                    <a:pt x="561999" y="1234857"/>
                  </a:lnTo>
                  <a:lnTo>
                    <a:pt x="561997" y="1234864"/>
                  </a:lnTo>
                  <a:lnTo>
                    <a:pt x="561996" y="1234873"/>
                  </a:lnTo>
                  <a:lnTo>
                    <a:pt x="561996" y="1234880"/>
                  </a:lnTo>
                  <a:lnTo>
                    <a:pt x="561998" y="1234895"/>
                  </a:lnTo>
                  <a:lnTo>
                    <a:pt x="562000" y="1234906"/>
                  </a:lnTo>
                  <a:lnTo>
                    <a:pt x="562006" y="1234926"/>
                  </a:lnTo>
                  <a:lnTo>
                    <a:pt x="562008" y="1234932"/>
                  </a:lnTo>
                  <a:lnTo>
                    <a:pt x="562009" y="1234937"/>
                  </a:lnTo>
                  <a:lnTo>
                    <a:pt x="562008" y="1234946"/>
                  </a:lnTo>
                  <a:lnTo>
                    <a:pt x="562007" y="1234954"/>
                  </a:lnTo>
                  <a:lnTo>
                    <a:pt x="562005" y="1234960"/>
                  </a:lnTo>
                  <a:lnTo>
                    <a:pt x="562003" y="1234964"/>
                  </a:lnTo>
                  <a:lnTo>
                    <a:pt x="562000" y="1234970"/>
                  </a:lnTo>
                  <a:lnTo>
                    <a:pt x="561988" y="1234991"/>
                  </a:lnTo>
                  <a:lnTo>
                    <a:pt x="561986" y="1234999"/>
                  </a:lnTo>
                  <a:lnTo>
                    <a:pt x="561986" y="1235004"/>
                  </a:lnTo>
                  <a:lnTo>
                    <a:pt x="561986" y="1235009"/>
                  </a:lnTo>
                  <a:lnTo>
                    <a:pt x="561989" y="1235016"/>
                  </a:lnTo>
                  <a:lnTo>
                    <a:pt x="561992" y="1235024"/>
                  </a:lnTo>
                  <a:lnTo>
                    <a:pt x="561999" y="1235039"/>
                  </a:lnTo>
                  <a:lnTo>
                    <a:pt x="562001" y="1235045"/>
                  </a:lnTo>
                  <a:lnTo>
                    <a:pt x="562003" y="1235053"/>
                  </a:lnTo>
                  <a:lnTo>
                    <a:pt x="562003" y="1235059"/>
                  </a:lnTo>
                  <a:lnTo>
                    <a:pt x="562002" y="1235064"/>
                  </a:lnTo>
                  <a:lnTo>
                    <a:pt x="562001" y="1235072"/>
                  </a:lnTo>
                  <a:lnTo>
                    <a:pt x="561999" y="1235079"/>
                  </a:lnTo>
                  <a:lnTo>
                    <a:pt x="561997" y="1235085"/>
                  </a:lnTo>
                  <a:lnTo>
                    <a:pt x="561995" y="1235090"/>
                  </a:lnTo>
                  <a:lnTo>
                    <a:pt x="561993" y="1235095"/>
                  </a:lnTo>
                  <a:lnTo>
                    <a:pt x="561989" y="1235102"/>
                  </a:lnTo>
                  <a:lnTo>
                    <a:pt x="561978" y="1235116"/>
                  </a:lnTo>
                  <a:lnTo>
                    <a:pt x="561970" y="1235127"/>
                  </a:lnTo>
                  <a:lnTo>
                    <a:pt x="561962" y="1235139"/>
                  </a:lnTo>
                  <a:lnTo>
                    <a:pt x="561955" y="1235151"/>
                  </a:lnTo>
                  <a:lnTo>
                    <a:pt x="561940" y="1235178"/>
                  </a:lnTo>
                  <a:lnTo>
                    <a:pt x="561932" y="1235193"/>
                  </a:lnTo>
                  <a:lnTo>
                    <a:pt x="561917" y="1235223"/>
                  </a:lnTo>
                  <a:lnTo>
                    <a:pt x="561913" y="1235230"/>
                  </a:lnTo>
                  <a:lnTo>
                    <a:pt x="561911" y="1235236"/>
                  </a:lnTo>
                  <a:lnTo>
                    <a:pt x="561909" y="1235241"/>
                  </a:lnTo>
                  <a:lnTo>
                    <a:pt x="561908" y="1235247"/>
                  </a:lnTo>
                  <a:lnTo>
                    <a:pt x="561907" y="1235252"/>
                  </a:lnTo>
                  <a:lnTo>
                    <a:pt x="561906" y="1235257"/>
                  </a:lnTo>
                  <a:lnTo>
                    <a:pt x="561906" y="1235267"/>
                  </a:lnTo>
                  <a:lnTo>
                    <a:pt x="561906" y="1235296"/>
                  </a:lnTo>
                  <a:lnTo>
                    <a:pt x="561906" y="1235322"/>
                  </a:lnTo>
                  <a:lnTo>
                    <a:pt x="561905" y="1235329"/>
                  </a:lnTo>
                  <a:lnTo>
                    <a:pt x="561904" y="1235336"/>
                  </a:lnTo>
                  <a:lnTo>
                    <a:pt x="561901" y="1235343"/>
                  </a:lnTo>
                  <a:lnTo>
                    <a:pt x="561879" y="1235364"/>
                  </a:lnTo>
                  <a:lnTo>
                    <a:pt x="561869" y="1235373"/>
                  </a:lnTo>
                  <a:lnTo>
                    <a:pt x="561854" y="1235385"/>
                  </a:lnTo>
                  <a:lnTo>
                    <a:pt x="561817" y="1235415"/>
                  </a:lnTo>
                  <a:lnTo>
                    <a:pt x="561786" y="1235440"/>
                  </a:lnTo>
                  <a:lnTo>
                    <a:pt x="561774" y="1235449"/>
                  </a:lnTo>
                  <a:lnTo>
                    <a:pt x="561760" y="1235460"/>
                  </a:lnTo>
                  <a:lnTo>
                    <a:pt x="561720" y="1235488"/>
                  </a:lnTo>
                  <a:lnTo>
                    <a:pt x="561709" y="1235496"/>
                  </a:lnTo>
                  <a:lnTo>
                    <a:pt x="561703" y="1235501"/>
                  </a:lnTo>
                  <a:lnTo>
                    <a:pt x="561696" y="1235507"/>
                  </a:lnTo>
                  <a:lnTo>
                    <a:pt x="561690" y="1235513"/>
                  </a:lnTo>
                  <a:lnTo>
                    <a:pt x="561663" y="1235540"/>
                  </a:lnTo>
                  <a:lnTo>
                    <a:pt x="561650" y="1235553"/>
                  </a:lnTo>
                  <a:lnTo>
                    <a:pt x="561624" y="1235578"/>
                  </a:lnTo>
                  <a:lnTo>
                    <a:pt x="561595" y="1235605"/>
                  </a:lnTo>
                  <a:lnTo>
                    <a:pt x="561586" y="1235613"/>
                  </a:lnTo>
                  <a:lnTo>
                    <a:pt x="561578" y="1235620"/>
                  </a:lnTo>
                  <a:lnTo>
                    <a:pt x="561562" y="1235632"/>
                  </a:lnTo>
                  <a:lnTo>
                    <a:pt x="561558" y="1235635"/>
                  </a:lnTo>
                  <a:lnTo>
                    <a:pt x="561552" y="1235637"/>
                  </a:lnTo>
                  <a:lnTo>
                    <a:pt x="561546" y="1235639"/>
                  </a:lnTo>
                  <a:lnTo>
                    <a:pt x="561530" y="1235642"/>
                  </a:lnTo>
                  <a:lnTo>
                    <a:pt x="561520" y="1235643"/>
                  </a:lnTo>
                  <a:lnTo>
                    <a:pt x="561511" y="1235644"/>
                  </a:lnTo>
                  <a:lnTo>
                    <a:pt x="561462" y="1235646"/>
                  </a:lnTo>
                  <a:lnTo>
                    <a:pt x="561414" y="1235648"/>
                  </a:lnTo>
                  <a:lnTo>
                    <a:pt x="561401" y="1235648"/>
                  </a:lnTo>
                  <a:lnTo>
                    <a:pt x="561389" y="1235650"/>
                  </a:lnTo>
                  <a:lnTo>
                    <a:pt x="561341" y="1235657"/>
                  </a:lnTo>
                  <a:lnTo>
                    <a:pt x="561327" y="1235660"/>
                  </a:lnTo>
                  <a:lnTo>
                    <a:pt x="561308" y="1235664"/>
                  </a:lnTo>
                  <a:lnTo>
                    <a:pt x="561273" y="1235673"/>
                  </a:lnTo>
                  <a:lnTo>
                    <a:pt x="561263" y="1235675"/>
                  </a:lnTo>
                  <a:lnTo>
                    <a:pt x="561250" y="1235677"/>
                  </a:lnTo>
                  <a:lnTo>
                    <a:pt x="561230" y="1235679"/>
                  </a:lnTo>
                  <a:lnTo>
                    <a:pt x="561207" y="1235682"/>
                  </a:lnTo>
                  <a:lnTo>
                    <a:pt x="561196" y="1235683"/>
                  </a:lnTo>
                  <a:lnTo>
                    <a:pt x="561183" y="1235685"/>
                  </a:lnTo>
                  <a:lnTo>
                    <a:pt x="561179" y="1235686"/>
                  </a:lnTo>
                  <a:lnTo>
                    <a:pt x="561171" y="1235688"/>
                  </a:lnTo>
                  <a:lnTo>
                    <a:pt x="561161" y="1235690"/>
                  </a:lnTo>
                  <a:lnTo>
                    <a:pt x="561150" y="1235693"/>
                  </a:lnTo>
                  <a:lnTo>
                    <a:pt x="561141" y="1235696"/>
                  </a:lnTo>
                  <a:lnTo>
                    <a:pt x="561133" y="1235699"/>
                  </a:lnTo>
                  <a:lnTo>
                    <a:pt x="561124" y="1235703"/>
                  </a:lnTo>
                  <a:lnTo>
                    <a:pt x="561112" y="1235709"/>
                  </a:lnTo>
                  <a:lnTo>
                    <a:pt x="561103" y="1235715"/>
                  </a:lnTo>
                  <a:lnTo>
                    <a:pt x="561063" y="1235743"/>
                  </a:lnTo>
                  <a:lnTo>
                    <a:pt x="561038" y="1235760"/>
                  </a:lnTo>
                  <a:lnTo>
                    <a:pt x="561013" y="1235778"/>
                  </a:lnTo>
                  <a:lnTo>
                    <a:pt x="560989" y="1235796"/>
                  </a:lnTo>
                  <a:lnTo>
                    <a:pt x="560980" y="1235804"/>
                  </a:lnTo>
                  <a:lnTo>
                    <a:pt x="560974" y="1235810"/>
                  </a:lnTo>
                  <a:lnTo>
                    <a:pt x="560964" y="1235819"/>
                  </a:lnTo>
                  <a:lnTo>
                    <a:pt x="560955" y="1235829"/>
                  </a:lnTo>
                  <a:lnTo>
                    <a:pt x="560949" y="1235836"/>
                  </a:lnTo>
                  <a:lnTo>
                    <a:pt x="560939" y="1235848"/>
                  </a:lnTo>
                  <a:lnTo>
                    <a:pt x="560934" y="1235851"/>
                  </a:lnTo>
                  <a:lnTo>
                    <a:pt x="560929" y="1235851"/>
                  </a:lnTo>
                  <a:lnTo>
                    <a:pt x="560923" y="1235850"/>
                  </a:lnTo>
                  <a:lnTo>
                    <a:pt x="560913" y="1235846"/>
                  </a:lnTo>
                  <a:lnTo>
                    <a:pt x="560900" y="1235842"/>
                  </a:lnTo>
                  <a:lnTo>
                    <a:pt x="560889" y="1235838"/>
                  </a:lnTo>
                  <a:lnTo>
                    <a:pt x="560878" y="1235833"/>
                  </a:lnTo>
                  <a:lnTo>
                    <a:pt x="560869" y="1235829"/>
                  </a:lnTo>
                  <a:lnTo>
                    <a:pt x="560858" y="1235824"/>
                  </a:lnTo>
                  <a:lnTo>
                    <a:pt x="560841" y="1235816"/>
                  </a:lnTo>
                  <a:lnTo>
                    <a:pt x="560832" y="1235811"/>
                  </a:lnTo>
                  <a:lnTo>
                    <a:pt x="560819" y="1235804"/>
                  </a:lnTo>
                  <a:lnTo>
                    <a:pt x="560807" y="1235798"/>
                  </a:lnTo>
                  <a:lnTo>
                    <a:pt x="560727" y="1235755"/>
                  </a:lnTo>
                  <a:lnTo>
                    <a:pt x="560708" y="1235745"/>
                  </a:lnTo>
                  <a:lnTo>
                    <a:pt x="560699" y="1235741"/>
                  </a:lnTo>
                  <a:lnTo>
                    <a:pt x="560690" y="1235737"/>
                  </a:lnTo>
                  <a:lnTo>
                    <a:pt x="560645" y="1235720"/>
                  </a:lnTo>
                  <a:lnTo>
                    <a:pt x="560636" y="1235716"/>
                  </a:lnTo>
                  <a:lnTo>
                    <a:pt x="560628" y="1235712"/>
                  </a:lnTo>
                  <a:lnTo>
                    <a:pt x="560621" y="1235708"/>
                  </a:lnTo>
                  <a:lnTo>
                    <a:pt x="560613" y="1235704"/>
                  </a:lnTo>
                  <a:lnTo>
                    <a:pt x="560578" y="1235683"/>
                  </a:lnTo>
                  <a:lnTo>
                    <a:pt x="560567" y="1235677"/>
                  </a:lnTo>
                  <a:lnTo>
                    <a:pt x="560559" y="1235673"/>
                  </a:lnTo>
                  <a:lnTo>
                    <a:pt x="560554" y="1235671"/>
                  </a:lnTo>
                  <a:lnTo>
                    <a:pt x="560546" y="1235669"/>
                  </a:lnTo>
                  <a:lnTo>
                    <a:pt x="560532" y="1235666"/>
                  </a:lnTo>
                  <a:lnTo>
                    <a:pt x="560514" y="1235663"/>
                  </a:lnTo>
                  <a:lnTo>
                    <a:pt x="560492" y="1235659"/>
                  </a:lnTo>
                  <a:lnTo>
                    <a:pt x="560469" y="1235655"/>
                  </a:lnTo>
                  <a:lnTo>
                    <a:pt x="560429" y="1235648"/>
                  </a:lnTo>
                  <a:lnTo>
                    <a:pt x="560417" y="1235646"/>
                  </a:lnTo>
                  <a:lnTo>
                    <a:pt x="560405" y="1235645"/>
                  </a:lnTo>
                  <a:lnTo>
                    <a:pt x="560379" y="1235642"/>
                  </a:lnTo>
                  <a:lnTo>
                    <a:pt x="560364" y="1235641"/>
                  </a:lnTo>
                  <a:lnTo>
                    <a:pt x="560354" y="1235640"/>
                  </a:lnTo>
                  <a:lnTo>
                    <a:pt x="560348" y="1235640"/>
                  </a:lnTo>
                  <a:lnTo>
                    <a:pt x="560342" y="1235641"/>
                  </a:lnTo>
                  <a:lnTo>
                    <a:pt x="560334" y="1235643"/>
                  </a:lnTo>
                  <a:lnTo>
                    <a:pt x="560314" y="1235648"/>
                  </a:lnTo>
                  <a:lnTo>
                    <a:pt x="560279" y="1235658"/>
                  </a:lnTo>
                  <a:lnTo>
                    <a:pt x="560255" y="1235664"/>
                  </a:lnTo>
                  <a:lnTo>
                    <a:pt x="560240" y="1235668"/>
                  </a:lnTo>
                  <a:lnTo>
                    <a:pt x="560229" y="1235670"/>
                  </a:lnTo>
                  <a:lnTo>
                    <a:pt x="560218" y="1235672"/>
                  </a:lnTo>
                  <a:lnTo>
                    <a:pt x="560207" y="1235673"/>
                  </a:lnTo>
                  <a:lnTo>
                    <a:pt x="560188" y="1235675"/>
                  </a:lnTo>
                  <a:lnTo>
                    <a:pt x="560180" y="1235677"/>
                  </a:lnTo>
                  <a:lnTo>
                    <a:pt x="560169" y="1235679"/>
                  </a:lnTo>
                  <a:lnTo>
                    <a:pt x="560161" y="1235681"/>
                  </a:lnTo>
                  <a:lnTo>
                    <a:pt x="560137" y="1235687"/>
                  </a:lnTo>
                  <a:lnTo>
                    <a:pt x="560119" y="1235692"/>
                  </a:lnTo>
                  <a:lnTo>
                    <a:pt x="560088" y="1235701"/>
                  </a:lnTo>
                  <a:lnTo>
                    <a:pt x="560076" y="1235704"/>
                  </a:lnTo>
                  <a:lnTo>
                    <a:pt x="560069" y="1235705"/>
                  </a:lnTo>
                  <a:lnTo>
                    <a:pt x="560063" y="1235706"/>
                  </a:lnTo>
                  <a:lnTo>
                    <a:pt x="560057" y="1235706"/>
                  </a:lnTo>
                  <a:lnTo>
                    <a:pt x="560046" y="1235703"/>
                  </a:lnTo>
                  <a:lnTo>
                    <a:pt x="560025" y="1235697"/>
                  </a:lnTo>
                  <a:lnTo>
                    <a:pt x="560017" y="1235695"/>
                  </a:lnTo>
                  <a:lnTo>
                    <a:pt x="560010" y="1235694"/>
                  </a:lnTo>
                  <a:lnTo>
                    <a:pt x="560001" y="1235692"/>
                  </a:lnTo>
                  <a:lnTo>
                    <a:pt x="559973" y="1235689"/>
                  </a:lnTo>
                  <a:lnTo>
                    <a:pt x="559965" y="1235688"/>
                  </a:lnTo>
                  <a:lnTo>
                    <a:pt x="559959" y="1235687"/>
                  </a:lnTo>
                  <a:lnTo>
                    <a:pt x="559955" y="1235685"/>
                  </a:lnTo>
                  <a:lnTo>
                    <a:pt x="559945" y="1235681"/>
                  </a:lnTo>
                  <a:lnTo>
                    <a:pt x="559931" y="1235673"/>
                  </a:lnTo>
                  <a:lnTo>
                    <a:pt x="559922" y="1235667"/>
                  </a:lnTo>
                  <a:lnTo>
                    <a:pt x="559885" y="1235646"/>
                  </a:lnTo>
                  <a:lnTo>
                    <a:pt x="559864" y="1235633"/>
                  </a:lnTo>
                  <a:lnTo>
                    <a:pt x="559834" y="1235615"/>
                  </a:lnTo>
                  <a:lnTo>
                    <a:pt x="559812" y="1235600"/>
                  </a:lnTo>
                  <a:lnTo>
                    <a:pt x="559798" y="1235592"/>
                  </a:lnTo>
                  <a:lnTo>
                    <a:pt x="559791" y="1235586"/>
                  </a:lnTo>
                  <a:lnTo>
                    <a:pt x="559786" y="1235582"/>
                  </a:lnTo>
                  <a:lnTo>
                    <a:pt x="559783" y="1235579"/>
                  </a:lnTo>
                  <a:lnTo>
                    <a:pt x="559779" y="1235573"/>
                  </a:lnTo>
                  <a:lnTo>
                    <a:pt x="559774" y="1235565"/>
                  </a:lnTo>
                  <a:lnTo>
                    <a:pt x="559759" y="1235538"/>
                  </a:lnTo>
                  <a:lnTo>
                    <a:pt x="559754" y="1235530"/>
                  </a:lnTo>
                  <a:lnTo>
                    <a:pt x="559736" y="1235497"/>
                  </a:lnTo>
                  <a:lnTo>
                    <a:pt x="559734" y="1235493"/>
                  </a:lnTo>
                  <a:lnTo>
                    <a:pt x="559714" y="1235460"/>
                  </a:lnTo>
                  <a:lnTo>
                    <a:pt x="559706" y="1235447"/>
                  </a:lnTo>
                  <a:lnTo>
                    <a:pt x="559699" y="1235435"/>
                  </a:lnTo>
                  <a:lnTo>
                    <a:pt x="559691" y="1235423"/>
                  </a:lnTo>
                  <a:lnTo>
                    <a:pt x="559682" y="1235410"/>
                  </a:lnTo>
                  <a:lnTo>
                    <a:pt x="559671" y="1235396"/>
                  </a:lnTo>
                  <a:lnTo>
                    <a:pt x="559650" y="1235368"/>
                  </a:lnTo>
                  <a:lnTo>
                    <a:pt x="559638" y="1235351"/>
                  </a:lnTo>
                  <a:lnTo>
                    <a:pt x="559630" y="1235339"/>
                  </a:lnTo>
                  <a:lnTo>
                    <a:pt x="559621" y="1235326"/>
                  </a:lnTo>
                  <a:lnTo>
                    <a:pt x="559614" y="1235314"/>
                  </a:lnTo>
                  <a:lnTo>
                    <a:pt x="559609" y="1235305"/>
                  </a:lnTo>
                  <a:lnTo>
                    <a:pt x="559605" y="1235297"/>
                  </a:lnTo>
                  <a:lnTo>
                    <a:pt x="559602" y="1235289"/>
                  </a:lnTo>
                  <a:lnTo>
                    <a:pt x="559600" y="1235280"/>
                  </a:lnTo>
                  <a:lnTo>
                    <a:pt x="559597" y="1235267"/>
                  </a:lnTo>
                  <a:lnTo>
                    <a:pt x="559595" y="1235258"/>
                  </a:lnTo>
                  <a:lnTo>
                    <a:pt x="559594" y="1235248"/>
                  </a:lnTo>
                  <a:lnTo>
                    <a:pt x="559591" y="1235230"/>
                  </a:lnTo>
                  <a:lnTo>
                    <a:pt x="559589" y="1235204"/>
                  </a:lnTo>
                  <a:lnTo>
                    <a:pt x="559588" y="1235193"/>
                  </a:lnTo>
                  <a:lnTo>
                    <a:pt x="559587" y="1235185"/>
                  </a:lnTo>
                  <a:lnTo>
                    <a:pt x="559585" y="1235161"/>
                  </a:lnTo>
                  <a:lnTo>
                    <a:pt x="559584" y="1235156"/>
                  </a:lnTo>
                  <a:lnTo>
                    <a:pt x="559583" y="1235150"/>
                  </a:lnTo>
                  <a:lnTo>
                    <a:pt x="559579" y="1235138"/>
                  </a:lnTo>
                  <a:lnTo>
                    <a:pt x="559575" y="1235126"/>
                  </a:lnTo>
                  <a:lnTo>
                    <a:pt x="559569" y="1235111"/>
                  </a:lnTo>
                  <a:lnTo>
                    <a:pt x="559555" y="1235079"/>
                  </a:lnTo>
                  <a:lnTo>
                    <a:pt x="559550" y="1235065"/>
                  </a:lnTo>
                  <a:lnTo>
                    <a:pt x="559546" y="1235055"/>
                  </a:lnTo>
                  <a:lnTo>
                    <a:pt x="559542" y="1235045"/>
                  </a:lnTo>
                  <a:lnTo>
                    <a:pt x="559540" y="1235035"/>
                  </a:lnTo>
                  <a:lnTo>
                    <a:pt x="559539" y="1235026"/>
                  </a:lnTo>
                  <a:lnTo>
                    <a:pt x="559540" y="1235020"/>
                  </a:lnTo>
                  <a:lnTo>
                    <a:pt x="559541" y="1235015"/>
                  </a:lnTo>
                  <a:lnTo>
                    <a:pt x="559545" y="1235012"/>
                  </a:lnTo>
                  <a:lnTo>
                    <a:pt x="559549" y="1235008"/>
                  </a:lnTo>
                  <a:lnTo>
                    <a:pt x="559554" y="1235004"/>
                  </a:lnTo>
                  <a:lnTo>
                    <a:pt x="559571" y="1234991"/>
                  </a:lnTo>
                  <a:lnTo>
                    <a:pt x="559584" y="1234982"/>
                  </a:lnTo>
                  <a:lnTo>
                    <a:pt x="559600" y="1234972"/>
                  </a:lnTo>
                  <a:lnTo>
                    <a:pt x="559611" y="1234965"/>
                  </a:lnTo>
                  <a:lnTo>
                    <a:pt x="559622" y="1234958"/>
                  </a:lnTo>
                  <a:lnTo>
                    <a:pt x="559626" y="1234955"/>
                  </a:lnTo>
                  <a:lnTo>
                    <a:pt x="559641" y="1234947"/>
                  </a:lnTo>
                  <a:lnTo>
                    <a:pt x="559682" y="1234925"/>
                  </a:lnTo>
                  <a:lnTo>
                    <a:pt x="559722" y="1234903"/>
                  </a:lnTo>
                  <a:lnTo>
                    <a:pt x="559730" y="1234897"/>
                  </a:lnTo>
                  <a:lnTo>
                    <a:pt x="559738" y="1234891"/>
                  </a:lnTo>
                  <a:lnTo>
                    <a:pt x="559742" y="1234888"/>
                  </a:lnTo>
                  <a:lnTo>
                    <a:pt x="559746" y="1234884"/>
                  </a:lnTo>
                  <a:lnTo>
                    <a:pt x="559757" y="1234872"/>
                  </a:lnTo>
                  <a:lnTo>
                    <a:pt x="559766" y="1234861"/>
                  </a:lnTo>
                  <a:lnTo>
                    <a:pt x="559770" y="1234853"/>
                  </a:lnTo>
                  <a:lnTo>
                    <a:pt x="559773" y="1234848"/>
                  </a:lnTo>
                  <a:lnTo>
                    <a:pt x="559776" y="1234839"/>
                  </a:lnTo>
                  <a:lnTo>
                    <a:pt x="559778" y="1234829"/>
                  </a:lnTo>
                  <a:lnTo>
                    <a:pt x="559779" y="1234820"/>
                  </a:lnTo>
                  <a:lnTo>
                    <a:pt x="559779" y="1234811"/>
                  </a:lnTo>
                  <a:lnTo>
                    <a:pt x="559779" y="1234806"/>
                  </a:lnTo>
                  <a:lnTo>
                    <a:pt x="559777" y="1234799"/>
                  </a:lnTo>
                  <a:lnTo>
                    <a:pt x="559773" y="1234788"/>
                  </a:lnTo>
                  <a:lnTo>
                    <a:pt x="559766" y="1234767"/>
                  </a:lnTo>
                  <a:lnTo>
                    <a:pt x="559749" y="1234726"/>
                  </a:lnTo>
                  <a:lnTo>
                    <a:pt x="559740" y="1234701"/>
                  </a:lnTo>
                  <a:lnTo>
                    <a:pt x="559730" y="1234673"/>
                  </a:lnTo>
                  <a:lnTo>
                    <a:pt x="559710" y="1234611"/>
                  </a:lnTo>
                  <a:lnTo>
                    <a:pt x="559706" y="1234601"/>
                  </a:lnTo>
                  <a:lnTo>
                    <a:pt x="559703" y="1234594"/>
                  </a:lnTo>
                  <a:lnTo>
                    <a:pt x="559700" y="1234586"/>
                  </a:lnTo>
                  <a:lnTo>
                    <a:pt x="559696" y="1234578"/>
                  </a:lnTo>
                  <a:lnTo>
                    <a:pt x="559691" y="1234570"/>
                  </a:lnTo>
                  <a:lnTo>
                    <a:pt x="559686" y="1234563"/>
                  </a:lnTo>
                  <a:lnTo>
                    <a:pt x="559680" y="1234553"/>
                  </a:lnTo>
                  <a:lnTo>
                    <a:pt x="559668" y="1234538"/>
                  </a:lnTo>
                  <a:lnTo>
                    <a:pt x="559658" y="1234525"/>
                  </a:lnTo>
                  <a:lnTo>
                    <a:pt x="559651" y="1234521"/>
                  </a:lnTo>
                  <a:lnTo>
                    <a:pt x="559641" y="1234514"/>
                  </a:lnTo>
                  <a:lnTo>
                    <a:pt x="559635" y="1234506"/>
                  </a:lnTo>
                  <a:lnTo>
                    <a:pt x="559630" y="1234500"/>
                  </a:lnTo>
                  <a:lnTo>
                    <a:pt x="559626" y="1234488"/>
                  </a:lnTo>
                  <a:lnTo>
                    <a:pt x="559624" y="1234477"/>
                  </a:lnTo>
                  <a:lnTo>
                    <a:pt x="559625" y="1234468"/>
                  </a:lnTo>
                  <a:lnTo>
                    <a:pt x="559627" y="1234451"/>
                  </a:lnTo>
                  <a:lnTo>
                    <a:pt x="559628" y="1234440"/>
                  </a:lnTo>
                  <a:lnTo>
                    <a:pt x="559627" y="1234433"/>
                  </a:lnTo>
                  <a:lnTo>
                    <a:pt x="559622" y="1234423"/>
                  </a:lnTo>
                  <a:lnTo>
                    <a:pt x="559611" y="1234409"/>
                  </a:lnTo>
                  <a:lnTo>
                    <a:pt x="559599" y="1234397"/>
                  </a:lnTo>
                  <a:lnTo>
                    <a:pt x="559584" y="1234385"/>
                  </a:lnTo>
                  <a:lnTo>
                    <a:pt x="559570" y="1234376"/>
                  </a:lnTo>
                  <a:lnTo>
                    <a:pt x="559562" y="1234371"/>
                  </a:lnTo>
                  <a:lnTo>
                    <a:pt x="559551" y="1234363"/>
                  </a:lnTo>
                  <a:lnTo>
                    <a:pt x="559541" y="1234354"/>
                  </a:lnTo>
                  <a:lnTo>
                    <a:pt x="559534" y="1234348"/>
                  </a:lnTo>
                  <a:lnTo>
                    <a:pt x="559528" y="1234342"/>
                  </a:lnTo>
                  <a:lnTo>
                    <a:pt x="559507" y="1234311"/>
                  </a:lnTo>
                  <a:lnTo>
                    <a:pt x="559499" y="1234309"/>
                  </a:lnTo>
                  <a:lnTo>
                    <a:pt x="559480" y="1234302"/>
                  </a:lnTo>
                  <a:lnTo>
                    <a:pt x="559430" y="1234292"/>
                  </a:lnTo>
                  <a:lnTo>
                    <a:pt x="559343" y="1234274"/>
                  </a:lnTo>
                  <a:lnTo>
                    <a:pt x="559266" y="1234259"/>
                  </a:lnTo>
                  <a:lnTo>
                    <a:pt x="559253" y="1234256"/>
                  </a:lnTo>
                  <a:lnTo>
                    <a:pt x="559241" y="1234253"/>
                  </a:lnTo>
                  <a:lnTo>
                    <a:pt x="559195" y="1234239"/>
                  </a:lnTo>
                  <a:lnTo>
                    <a:pt x="559186" y="1234237"/>
                  </a:lnTo>
                  <a:lnTo>
                    <a:pt x="559148" y="1234232"/>
                  </a:lnTo>
                  <a:lnTo>
                    <a:pt x="559085" y="1234224"/>
                  </a:lnTo>
                  <a:lnTo>
                    <a:pt x="558988" y="1234214"/>
                  </a:lnTo>
                  <a:lnTo>
                    <a:pt x="558978" y="1234213"/>
                  </a:lnTo>
                  <a:lnTo>
                    <a:pt x="558959" y="1234213"/>
                  </a:lnTo>
                  <a:lnTo>
                    <a:pt x="558932" y="1234042"/>
                  </a:lnTo>
                  <a:lnTo>
                    <a:pt x="558932" y="1234033"/>
                  </a:lnTo>
                  <a:lnTo>
                    <a:pt x="558932" y="1234024"/>
                  </a:lnTo>
                  <a:lnTo>
                    <a:pt x="558870" y="1234001"/>
                  </a:lnTo>
                  <a:lnTo>
                    <a:pt x="558784" y="1233966"/>
                  </a:lnTo>
                  <a:lnTo>
                    <a:pt x="558751" y="1233954"/>
                  </a:lnTo>
                  <a:lnTo>
                    <a:pt x="558655" y="1233921"/>
                  </a:lnTo>
                  <a:lnTo>
                    <a:pt x="558592" y="1233899"/>
                  </a:lnTo>
                  <a:lnTo>
                    <a:pt x="558557" y="1233886"/>
                  </a:lnTo>
                  <a:lnTo>
                    <a:pt x="558545" y="1233881"/>
                  </a:lnTo>
                  <a:lnTo>
                    <a:pt x="558535" y="1233877"/>
                  </a:lnTo>
                  <a:lnTo>
                    <a:pt x="558524" y="1233872"/>
                  </a:lnTo>
                  <a:lnTo>
                    <a:pt x="558512" y="1233864"/>
                  </a:lnTo>
                  <a:lnTo>
                    <a:pt x="558496" y="1233854"/>
                  </a:lnTo>
                  <a:lnTo>
                    <a:pt x="558492" y="1233850"/>
                  </a:lnTo>
                  <a:lnTo>
                    <a:pt x="558487" y="1233847"/>
                  </a:lnTo>
                  <a:lnTo>
                    <a:pt x="558479" y="1233840"/>
                  </a:lnTo>
                  <a:lnTo>
                    <a:pt x="558467" y="1233827"/>
                  </a:lnTo>
                  <a:lnTo>
                    <a:pt x="558460" y="1233819"/>
                  </a:lnTo>
                  <a:lnTo>
                    <a:pt x="558446" y="1233802"/>
                  </a:lnTo>
                  <a:lnTo>
                    <a:pt x="558441" y="1233796"/>
                  </a:lnTo>
                  <a:lnTo>
                    <a:pt x="558436" y="1233793"/>
                  </a:lnTo>
                  <a:lnTo>
                    <a:pt x="558432" y="1233790"/>
                  </a:lnTo>
                  <a:lnTo>
                    <a:pt x="558425" y="1233788"/>
                  </a:lnTo>
                  <a:lnTo>
                    <a:pt x="558371" y="1233785"/>
                  </a:lnTo>
                  <a:lnTo>
                    <a:pt x="558347" y="1233784"/>
                  </a:lnTo>
                  <a:lnTo>
                    <a:pt x="558342" y="1233785"/>
                  </a:lnTo>
                  <a:lnTo>
                    <a:pt x="558338" y="1233789"/>
                  </a:lnTo>
                  <a:lnTo>
                    <a:pt x="558334" y="1233794"/>
                  </a:lnTo>
                  <a:lnTo>
                    <a:pt x="558329" y="1233801"/>
                  </a:lnTo>
                  <a:lnTo>
                    <a:pt x="558312" y="1233828"/>
                  </a:lnTo>
                  <a:lnTo>
                    <a:pt x="558302" y="1233842"/>
                  </a:lnTo>
                  <a:lnTo>
                    <a:pt x="558292" y="1233856"/>
                  </a:lnTo>
                  <a:lnTo>
                    <a:pt x="558282" y="1233869"/>
                  </a:lnTo>
                  <a:lnTo>
                    <a:pt x="558276" y="1233876"/>
                  </a:lnTo>
                  <a:lnTo>
                    <a:pt x="558269" y="1233884"/>
                  </a:lnTo>
                  <a:lnTo>
                    <a:pt x="558262" y="1233891"/>
                  </a:lnTo>
                  <a:lnTo>
                    <a:pt x="558257" y="1233896"/>
                  </a:lnTo>
                  <a:lnTo>
                    <a:pt x="558252" y="1233899"/>
                  </a:lnTo>
                  <a:lnTo>
                    <a:pt x="558246" y="1233903"/>
                  </a:lnTo>
                  <a:lnTo>
                    <a:pt x="558239" y="1233905"/>
                  </a:lnTo>
                  <a:lnTo>
                    <a:pt x="558232" y="1233905"/>
                  </a:lnTo>
                  <a:lnTo>
                    <a:pt x="558225" y="1233903"/>
                  </a:lnTo>
                  <a:lnTo>
                    <a:pt x="558204" y="1233897"/>
                  </a:lnTo>
                  <a:lnTo>
                    <a:pt x="558195" y="1233894"/>
                  </a:lnTo>
                  <a:lnTo>
                    <a:pt x="558169" y="1233886"/>
                  </a:lnTo>
                  <a:lnTo>
                    <a:pt x="558155" y="1233880"/>
                  </a:lnTo>
                  <a:lnTo>
                    <a:pt x="558141" y="1233874"/>
                  </a:lnTo>
                  <a:lnTo>
                    <a:pt x="558129" y="1233867"/>
                  </a:lnTo>
                  <a:lnTo>
                    <a:pt x="558124" y="1233865"/>
                  </a:lnTo>
                  <a:lnTo>
                    <a:pt x="558094" y="1233850"/>
                  </a:lnTo>
                  <a:lnTo>
                    <a:pt x="558087" y="1233853"/>
                  </a:lnTo>
                  <a:lnTo>
                    <a:pt x="558065" y="1233893"/>
                  </a:lnTo>
                  <a:lnTo>
                    <a:pt x="558060" y="1233901"/>
                  </a:lnTo>
                  <a:lnTo>
                    <a:pt x="558056" y="1233908"/>
                  </a:lnTo>
                  <a:lnTo>
                    <a:pt x="558050" y="1233914"/>
                  </a:lnTo>
                  <a:lnTo>
                    <a:pt x="558041" y="1233925"/>
                  </a:lnTo>
                  <a:lnTo>
                    <a:pt x="558033" y="1233933"/>
                  </a:lnTo>
                  <a:lnTo>
                    <a:pt x="558027" y="1233938"/>
                  </a:lnTo>
                  <a:lnTo>
                    <a:pt x="558021" y="1233943"/>
                  </a:lnTo>
                  <a:lnTo>
                    <a:pt x="558013" y="1233947"/>
                  </a:lnTo>
                  <a:lnTo>
                    <a:pt x="558005" y="1233950"/>
                  </a:lnTo>
                  <a:lnTo>
                    <a:pt x="557996" y="1233953"/>
                  </a:lnTo>
                  <a:lnTo>
                    <a:pt x="557990" y="1233955"/>
                  </a:lnTo>
                  <a:lnTo>
                    <a:pt x="557981" y="1233956"/>
                  </a:lnTo>
                  <a:lnTo>
                    <a:pt x="557952" y="1233960"/>
                  </a:lnTo>
                  <a:lnTo>
                    <a:pt x="557934" y="1233968"/>
                  </a:lnTo>
                  <a:lnTo>
                    <a:pt x="557919" y="1233975"/>
                  </a:lnTo>
                  <a:lnTo>
                    <a:pt x="557905" y="1233983"/>
                  </a:lnTo>
                  <a:lnTo>
                    <a:pt x="557888" y="1233993"/>
                  </a:lnTo>
                  <a:lnTo>
                    <a:pt x="557877" y="1234000"/>
                  </a:lnTo>
                  <a:lnTo>
                    <a:pt x="557866" y="1234008"/>
                  </a:lnTo>
                  <a:lnTo>
                    <a:pt x="557855" y="1234018"/>
                  </a:lnTo>
                  <a:lnTo>
                    <a:pt x="557847" y="1234026"/>
                  </a:lnTo>
                  <a:lnTo>
                    <a:pt x="557842" y="1234031"/>
                  </a:lnTo>
                  <a:lnTo>
                    <a:pt x="557836" y="1234037"/>
                  </a:lnTo>
                  <a:lnTo>
                    <a:pt x="557830" y="1234047"/>
                  </a:lnTo>
                  <a:lnTo>
                    <a:pt x="557825" y="1234053"/>
                  </a:lnTo>
                  <a:lnTo>
                    <a:pt x="557822" y="1234059"/>
                  </a:lnTo>
                  <a:lnTo>
                    <a:pt x="557819" y="1234065"/>
                  </a:lnTo>
                  <a:lnTo>
                    <a:pt x="557819" y="1234074"/>
                  </a:lnTo>
                  <a:lnTo>
                    <a:pt x="557825" y="1234083"/>
                  </a:lnTo>
                  <a:lnTo>
                    <a:pt x="557829" y="1234092"/>
                  </a:lnTo>
                  <a:lnTo>
                    <a:pt x="557831" y="1234099"/>
                  </a:lnTo>
                  <a:lnTo>
                    <a:pt x="557834" y="1234110"/>
                  </a:lnTo>
                  <a:lnTo>
                    <a:pt x="557836" y="1234121"/>
                  </a:lnTo>
                  <a:lnTo>
                    <a:pt x="557838" y="1234134"/>
                  </a:lnTo>
                  <a:lnTo>
                    <a:pt x="557838" y="1234146"/>
                  </a:lnTo>
                  <a:lnTo>
                    <a:pt x="557839" y="1234158"/>
                  </a:lnTo>
                  <a:lnTo>
                    <a:pt x="557838" y="1234168"/>
                  </a:lnTo>
                  <a:lnTo>
                    <a:pt x="557838" y="1234175"/>
                  </a:lnTo>
                  <a:lnTo>
                    <a:pt x="557837" y="1234181"/>
                  </a:lnTo>
                  <a:lnTo>
                    <a:pt x="557825" y="1234203"/>
                  </a:lnTo>
                  <a:lnTo>
                    <a:pt x="557806" y="1234221"/>
                  </a:lnTo>
                  <a:lnTo>
                    <a:pt x="557791" y="1234235"/>
                  </a:lnTo>
                  <a:lnTo>
                    <a:pt x="557773" y="1234253"/>
                  </a:lnTo>
                  <a:lnTo>
                    <a:pt x="557764" y="1234267"/>
                  </a:lnTo>
                  <a:lnTo>
                    <a:pt x="557761" y="1234283"/>
                  </a:lnTo>
                  <a:lnTo>
                    <a:pt x="557760" y="1234301"/>
                  </a:lnTo>
                  <a:lnTo>
                    <a:pt x="557766" y="1234315"/>
                  </a:lnTo>
                  <a:lnTo>
                    <a:pt x="557777" y="1234337"/>
                  </a:lnTo>
                  <a:lnTo>
                    <a:pt x="557785" y="1234350"/>
                  </a:lnTo>
                  <a:lnTo>
                    <a:pt x="557793" y="1234362"/>
                  </a:lnTo>
                  <a:lnTo>
                    <a:pt x="557804" y="1234372"/>
                  </a:lnTo>
                  <a:lnTo>
                    <a:pt x="557811" y="1234378"/>
                  </a:lnTo>
                  <a:lnTo>
                    <a:pt x="557817" y="1234385"/>
                  </a:lnTo>
                  <a:lnTo>
                    <a:pt x="557823" y="1234393"/>
                  </a:lnTo>
                  <a:lnTo>
                    <a:pt x="557829" y="1234401"/>
                  </a:lnTo>
                  <a:lnTo>
                    <a:pt x="557838" y="1234412"/>
                  </a:lnTo>
                  <a:lnTo>
                    <a:pt x="557844" y="1234420"/>
                  </a:lnTo>
                  <a:lnTo>
                    <a:pt x="557850" y="1234428"/>
                  </a:lnTo>
                  <a:lnTo>
                    <a:pt x="557854" y="1234435"/>
                  </a:lnTo>
                  <a:lnTo>
                    <a:pt x="557860" y="1234445"/>
                  </a:lnTo>
                  <a:lnTo>
                    <a:pt x="557863" y="1234450"/>
                  </a:lnTo>
                  <a:lnTo>
                    <a:pt x="557868" y="1234457"/>
                  </a:lnTo>
                  <a:lnTo>
                    <a:pt x="557879" y="1234470"/>
                  </a:lnTo>
                  <a:lnTo>
                    <a:pt x="557891" y="1234486"/>
                  </a:lnTo>
                  <a:lnTo>
                    <a:pt x="557900" y="1234498"/>
                  </a:lnTo>
                  <a:lnTo>
                    <a:pt x="557911" y="1234514"/>
                  </a:lnTo>
                  <a:lnTo>
                    <a:pt x="557923" y="1234530"/>
                  </a:lnTo>
                  <a:lnTo>
                    <a:pt x="557931" y="1234545"/>
                  </a:lnTo>
                  <a:lnTo>
                    <a:pt x="557937" y="1234557"/>
                  </a:lnTo>
                  <a:lnTo>
                    <a:pt x="557941" y="1234566"/>
                  </a:lnTo>
                  <a:lnTo>
                    <a:pt x="557945" y="1234574"/>
                  </a:lnTo>
                  <a:lnTo>
                    <a:pt x="557947" y="1234583"/>
                  </a:lnTo>
                  <a:lnTo>
                    <a:pt x="557954" y="1234604"/>
                  </a:lnTo>
                  <a:lnTo>
                    <a:pt x="557956" y="1234612"/>
                  </a:lnTo>
                  <a:lnTo>
                    <a:pt x="557961" y="1234620"/>
                  </a:lnTo>
                  <a:lnTo>
                    <a:pt x="557967" y="1234629"/>
                  </a:lnTo>
                  <a:lnTo>
                    <a:pt x="557987" y="1234658"/>
                  </a:lnTo>
                  <a:lnTo>
                    <a:pt x="557991" y="1234665"/>
                  </a:lnTo>
                  <a:lnTo>
                    <a:pt x="557994" y="1234671"/>
                  </a:lnTo>
                  <a:lnTo>
                    <a:pt x="557997" y="1234679"/>
                  </a:lnTo>
                  <a:lnTo>
                    <a:pt x="558010" y="1234720"/>
                  </a:lnTo>
                  <a:lnTo>
                    <a:pt x="558011" y="1234731"/>
                  </a:lnTo>
                  <a:lnTo>
                    <a:pt x="558008" y="1234743"/>
                  </a:lnTo>
                  <a:lnTo>
                    <a:pt x="558004" y="1234764"/>
                  </a:lnTo>
                  <a:lnTo>
                    <a:pt x="558003" y="1234774"/>
                  </a:lnTo>
                  <a:lnTo>
                    <a:pt x="558005" y="1234789"/>
                  </a:lnTo>
                  <a:lnTo>
                    <a:pt x="558010" y="1234804"/>
                  </a:lnTo>
                  <a:lnTo>
                    <a:pt x="558014" y="1234823"/>
                  </a:lnTo>
                  <a:lnTo>
                    <a:pt x="558013" y="1234833"/>
                  </a:lnTo>
                  <a:lnTo>
                    <a:pt x="558007" y="1234840"/>
                  </a:lnTo>
                  <a:lnTo>
                    <a:pt x="558000" y="1234849"/>
                  </a:lnTo>
                  <a:lnTo>
                    <a:pt x="557990" y="1234861"/>
                  </a:lnTo>
                  <a:lnTo>
                    <a:pt x="557979" y="1234877"/>
                  </a:lnTo>
                  <a:lnTo>
                    <a:pt x="557968" y="1234894"/>
                  </a:lnTo>
                  <a:lnTo>
                    <a:pt x="557958" y="1234909"/>
                  </a:lnTo>
                  <a:lnTo>
                    <a:pt x="557949" y="1234924"/>
                  </a:lnTo>
                  <a:lnTo>
                    <a:pt x="557941" y="1234936"/>
                  </a:lnTo>
                  <a:lnTo>
                    <a:pt x="557937" y="1234942"/>
                  </a:lnTo>
                  <a:lnTo>
                    <a:pt x="557933" y="1234955"/>
                  </a:lnTo>
                  <a:lnTo>
                    <a:pt x="557931" y="1234964"/>
                  </a:lnTo>
                  <a:lnTo>
                    <a:pt x="557929" y="1234979"/>
                  </a:lnTo>
                  <a:lnTo>
                    <a:pt x="557928" y="1234998"/>
                  </a:lnTo>
                  <a:lnTo>
                    <a:pt x="557928" y="1235013"/>
                  </a:lnTo>
                  <a:lnTo>
                    <a:pt x="557929" y="1235023"/>
                  </a:lnTo>
                  <a:lnTo>
                    <a:pt x="557926" y="1235039"/>
                  </a:lnTo>
                  <a:lnTo>
                    <a:pt x="557923" y="1235050"/>
                  </a:lnTo>
                  <a:lnTo>
                    <a:pt x="557917" y="1235063"/>
                  </a:lnTo>
                  <a:lnTo>
                    <a:pt x="557913" y="1235072"/>
                  </a:lnTo>
                  <a:lnTo>
                    <a:pt x="557906" y="1235082"/>
                  </a:lnTo>
                  <a:lnTo>
                    <a:pt x="557894" y="1235092"/>
                  </a:lnTo>
                  <a:lnTo>
                    <a:pt x="557883" y="1235101"/>
                  </a:lnTo>
                  <a:lnTo>
                    <a:pt x="557867" y="1235114"/>
                  </a:lnTo>
                  <a:lnTo>
                    <a:pt x="557848" y="1235124"/>
                  </a:lnTo>
                  <a:lnTo>
                    <a:pt x="557831" y="1235130"/>
                  </a:lnTo>
                  <a:lnTo>
                    <a:pt x="557816" y="1235137"/>
                  </a:lnTo>
                  <a:lnTo>
                    <a:pt x="557800" y="1235147"/>
                  </a:lnTo>
                  <a:lnTo>
                    <a:pt x="557792" y="1235152"/>
                  </a:lnTo>
                  <a:lnTo>
                    <a:pt x="557779" y="1235162"/>
                  </a:lnTo>
                  <a:lnTo>
                    <a:pt x="557769" y="1235170"/>
                  </a:lnTo>
                  <a:lnTo>
                    <a:pt x="557764" y="1235181"/>
                  </a:lnTo>
                  <a:lnTo>
                    <a:pt x="557761" y="1235190"/>
                  </a:lnTo>
                  <a:lnTo>
                    <a:pt x="557762" y="1235195"/>
                  </a:lnTo>
                  <a:lnTo>
                    <a:pt x="557763" y="1235200"/>
                  </a:lnTo>
                  <a:lnTo>
                    <a:pt x="557756" y="1235205"/>
                  </a:lnTo>
                  <a:lnTo>
                    <a:pt x="557745" y="1235212"/>
                  </a:lnTo>
                  <a:lnTo>
                    <a:pt x="557732" y="1235227"/>
                  </a:lnTo>
                  <a:lnTo>
                    <a:pt x="557721" y="1235240"/>
                  </a:lnTo>
                  <a:lnTo>
                    <a:pt x="557710" y="1235257"/>
                  </a:lnTo>
                  <a:lnTo>
                    <a:pt x="557702" y="1235270"/>
                  </a:lnTo>
                  <a:lnTo>
                    <a:pt x="557697" y="1235282"/>
                  </a:lnTo>
                  <a:lnTo>
                    <a:pt x="557693" y="1235298"/>
                  </a:lnTo>
                  <a:lnTo>
                    <a:pt x="557691" y="1235313"/>
                  </a:lnTo>
                  <a:lnTo>
                    <a:pt x="557690" y="1235324"/>
                  </a:lnTo>
                  <a:lnTo>
                    <a:pt x="557688" y="1235338"/>
                  </a:lnTo>
                  <a:lnTo>
                    <a:pt x="557686" y="1235348"/>
                  </a:lnTo>
                  <a:lnTo>
                    <a:pt x="557684" y="1235358"/>
                  </a:lnTo>
                  <a:lnTo>
                    <a:pt x="557683" y="1235366"/>
                  </a:lnTo>
                  <a:lnTo>
                    <a:pt x="557682" y="1235377"/>
                  </a:lnTo>
                  <a:lnTo>
                    <a:pt x="557681" y="1235388"/>
                  </a:lnTo>
                  <a:lnTo>
                    <a:pt x="557680" y="1235395"/>
                  </a:lnTo>
                  <a:lnTo>
                    <a:pt x="557675" y="1235408"/>
                  </a:lnTo>
                  <a:lnTo>
                    <a:pt x="557670" y="1235421"/>
                  </a:lnTo>
                  <a:lnTo>
                    <a:pt x="557668" y="1235431"/>
                  </a:lnTo>
                  <a:lnTo>
                    <a:pt x="557667" y="1235442"/>
                  </a:lnTo>
                  <a:lnTo>
                    <a:pt x="557666" y="1235451"/>
                  </a:lnTo>
                  <a:lnTo>
                    <a:pt x="557664" y="1235458"/>
                  </a:lnTo>
                  <a:lnTo>
                    <a:pt x="557659" y="1235469"/>
                  </a:lnTo>
                  <a:lnTo>
                    <a:pt x="557658" y="1235479"/>
                  </a:lnTo>
                  <a:lnTo>
                    <a:pt x="557658" y="1235488"/>
                  </a:lnTo>
                  <a:lnTo>
                    <a:pt x="557659" y="1235497"/>
                  </a:lnTo>
                  <a:lnTo>
                    <a:pt x="557661" y="1235506"/>
                  </a:lnTo>
                  <a:lnTo>
                    <a:pt x="557663" y="1235512"/>
                  </a:lnTo>
                  <a:lnTo>
                    <a:pt x="557666" y="1235516"/>
                  </a:lnTo>
                  <a:lnTo>
                    <a:pt x="557678" y="1235524"/>
                  </a:lnTo>
                  <a:lnTo>
                    <a:pt x="557687" y="1235529"/>
                  </a:lnTo>
                  <a:lnTo>
                    <a:pt x="557692" y="1235533"/>
                  </a:lnTo>
                  <a:lnTo>
                    <a:pt x="557697" y="1235538"/>
                  </a:lnTo>
                  <a:lnTo>
                    <a:pt x="557704" y="1235543"/>
                  </a:lnTo>
                  <a:lnTo>
                    <a:pt x="557710" y="1235546"/>
                  </a:lnTo>
                  <a:lnTo>
                    <a:pt x="557719" y="1235551"/>
                  </a:lnTo>
                  <a:lnTo>
                    <a:pt x="557725" y="1235556"/>
                  </a:lnTo>
                  <a:lnTo>
                    <a:pt x="557732" y="1235563"/>
                  </a:lnTo>
                  <a:lnTo>
                    <a:pt x="557737" y="1235566"/>
                  </a:lnTo>
                  <a:lnTo>
                    <a:pt x="557743" y="1235570"/>
                  </a:lnTo>
                  <a:lnTo>
                    <a:pt x="557750" y="1235572"/>
                  </a:lnTo>
                  <a:lnTo>
                    <a:pt x="557758" y="1235577"/>
                  </a:lnTo>
                  <a:lnTo>
                    <a:pt x="557762" y="1235582"/>
                  </a:lnTo>
                  <a:lnTo>
                    <a:pt x="557764" y="1235586"/>
                  </a:lnTo>
                  <a:lnTo>
                    <a:pt x="557766" y="1235597"/>
                  </a:lnTo>
                  <a:lnTo>
                    <a:pt x="557769" y="1235613"/>
                  </a:lnTo>
                  <a:lnTo>
                    <a:pt x="557770" y="1235623"/>
                  </a:lnTo>
                  <a:lnTo>
                    <a:pt x="557770" y="1235630"/>
                  </a:lnTo>
                  <a:lnTo>
                    <a:pt x="557775" y="1235643"/>
                  </a:lnTo>
                  <a:lnTo>
                    <a:pt x="557784" y="1235657"/>
                  </a:lnTo>
                  <a:lnTo>
                    <a:pt x="557794" y="1235679"/>
                  </a:lnTo>
                  <a:lnTo>
                    <a:pt x="557800" y="1235691"/>
                  </a:lnTo>
                  <a:lnTo>
                    <a:pt x="557805" y="1235698"/>
                  </a:lnTo>
                  <a:lnTo>
                    <a:pt x="557812" y="1235707"/>
                  </a:lnTo>
                  <a:lnTo>
                    <a:pt x="557817" y="1235714"/>
                  </a:lnTo>
                  <a:lnTo>
                    <a:pt x="557832" y="1235725"/>
                  </a:lnTo>
                  <a:lnTo>
                    <a:pt x="557846" y="1235734"/>
                  </a:lnTo>
                  <a:lnTo>
                    <a:pt x="557881" y="1235752"/>
                  </a:lnTo>
                  <a:lnTo>
                    <a:pt x="557909" y="1235763"/>
                  </a:lnTo>
                  <a:lnTo>
                    <a:pt x="557928" y="1235772"/>
                  </a:lnTo>
                  <a:lnTo>
                    <a:pt x="557934" y="1235776"/>
                  </a:lnTo>
                  <a:lnTo>
                    <a:pt x="557945" y="1235785"/>
                  </a:lnTo>
                  <a:lnTo>
                    <a:pt x="557953" y="1235792"/>
                  </a:lnTo>
                  <a:lnTo>
                    <a:pt x="557960" y="1235799"/>
                  </a:lnTo>
                  <a:lnTo>
                    <a:pt x="557964" y="1235804"/>
                  </a:lnTo>
                  <a:lnTo>
                    <a:pt x="557973" y="1235819"/>
                  </a:lnTo>
                  <a:lnTo>
                    <a:pt x="557976" y="1235825"/>
                  </a:lnTo>
                  <a:lnTo>
                    <a:pt x="557978" y="1235833"/>
                  </a:lnTo>
                  <a:lnTo>
                    <a:pt x="557980" y="1235842"/>
                  </a:lnTo>
                  <a:lnTo>
                    <a:pt x="557980" y="1235851"/>
                  </a:lnTo>
                  <a:lnTo>
                    <a:pt x="557979" y="1235859"/>
                  </a:lnTo>
                  <a:lnTo>
                    <a:pt x="557977" y="1235865"/>
                  </a:lnTo>
                  <a:lnTo>
                    <a:pt x="557975" y="1235870"/>
                  </a:lnTo>
                  <a:lnTo>
                    <a:pt x="557971" y="1235875"/>
                  </a:lnTo>
                  <a:lnTo>
                    <a:pt x="557955" y="1235899"/>
                  </a:lnTo>
                  <a:lnTo>
                    <a:pt x="557944" y="1235914"/>
                  </a:lnTo>
                  <a:lnTo>
                    <a:pt x="557922" y="1235948"/>
                  </a:lnTo>
                  <a:lnTo>
                    <a:pt x="557892" y="1235994"/>
                  </a:lnTo>
                  <a:lnTo>
                    <a:pt x="557887" y="1235999"/>
                  </a:lnTo>
                  <a:lnTo>
                    <a:pt x="557874" y="1236011"/>
                  </a:lnTo>
                  <a:lnTo>
                    <a:pt x="557870" y="1236015"/>
                  </a:lnTo>
                  <a:lnTo>
                    <a:pt x="557865" y="1236021"/>
                  </a:lnTo>
                  <a:lnTo>
                    <a:pt x="557861" y="1236027"/>
                  </a:lnTo>
                  <a:lnTo>
                    <a:pt x="557855" y="1236043"/>
                  </a:lnTo>
                  <a:lnTo>
                    <a:pt x="557851" y="1236049"/>
                  </a:lnTo>
                  <a:lnTo>
                    <a:pt x="557846" y="1236054"/>
                  </a:lnTo>
                  <a:lnTo>
                    <a:pt x="557841" y="1236059"/>
                  </a:lnTo>
                  <a:lnTo>
                    <a:pt x="557836" y="1236063"/>
                  </a:lnTo>
                  <a:lnTo>
                    <a:pt x="557821" y="1236075"/>
                  </a:lnTo>
                  <a:lnTo>
                    <a:pt x="557786" y="1236101"/>
                  </a:lnTo>
                  <a:lnTo>
                    <a:pt x="557763" y="1236117"/>
                  </a:lnTo>
                  <a:lnTo>
                    <a:pt x="557750" y="1236125"/>
                  </a:lnTo>
                  <a:lnTo>
                    <a:pt x="557739" y="1236132"/>
                  </a:lnTo>
                  <a:lnTo>
                    <a:pt x="557729" y="1236137"/>
                  </a:lnTo>
                  <a:lnTo>
                    <a:pt x="557700" y="1236151"/>
                  </a:lnTo>
                  <a:lnTo>
                    <a:pt x="557695" y="1236154"/>
                  </a:lnTo>
                  <a:lnTo>
                    <a:pt x="557691" y="1236156"/>
                  </a:lnTo>
                  <a:lnTo>
                    <a:pt x="557680" y="1236161"/>
                  </a:lnTo>
                  <a:lnTo>
                    <a:pt x="557668" y="1236169"/>
                  </a:lnTo>
                  <a:lnTo>
                    <a:pt x="557657" y="1236178"/>
                  </a:lnTo>
                  <a:lnTo>
                    <a:pt x="557648" y="1236183"/>
                  </a:lnTo>
                  <a:lnTo>
                    <a:pt x="557635" y="1236193"/>
                  </a:lnTo>
                  <a:lnTo>
                    <a:pt x="557627" y="1236200"/>
                  </a:lnTo>
                  <a:lnTo>
                    <a:pt x="557623" y="1236204"/>
                  </a:lnTo>
                  <a:lnTo>
                    <a:pt x="557621" y="1236210"/>
                  </a:lnTo>
                  <a:lnTo>
                    <a:pt x="557619" y="1236217"/>
                  </a:lnTo>
                  <a:lnTo>
                    <a:pt x="557615" y="1236228"/>
                  </a:lnTo>
                  <a:lnTo>
                    <a:pt x="557612" y="1236238"/>
                  </a:lnTo>
                  <a:lnTo>
                    <a:pt x="557611" y="1236248"/>
                  </a:lnTo>
                  <a:lnTo>
                    <a:pt x="557611" y="1236258"/>
                  </a:lnTo>
                  <a:lnTo>
                    <a:pt x="557612" y="1236265"/>
                  </a:lnTo>
                  <a:lnTo>
                    <a:pt x="557615" y="1236277"/>
                  </a:lnTo>
                  <a:lnTo>
                    <a:pt x="557615" y="1236287"/>
                  </a:lnTo>
                  <a:lnTo>
                    <a:pt x="557614" y="1236299"/>
                  </a:lnTo>
                  <a:lnTo>
                    <a:pt x="557612" y="1236309"/>
                  </a:lnTo>
                  <a:lnTo>
                    <a:pt x="557606" y="1236321"/>
                  </a:lnTo>
                  <a:lnTo>
                    <a:pt x="557598" y="1236332"/>
                  </a:lnTo>
                  <a:lnTo>
                    <a:pt x="557593" y="1236342"/>
                  </a:lnTo>
                  <a:lnTo>
                    <a:pt x="557588" y="1236354"/>
                  </a:lnTo>
                  <a:lnTo>
                    <a:pt x="557582" y="1236372"/>
                  </a:lnTo>
                  <a:lnTo>
                    <a:pt x="557574" y="1236392"/>
                  </a:lnTo>
                  <a:lnTo>
                    <a:pt x="557570" y="1236409"/>
                  </a:lnTo>
                  <a:lnTo>
                    <a:pt x="557564" y="1236427"/>
                  </a:lnTo>
                  <a:lnTo>
                    <a:pt x="557557" y="1236449"/>
                  </a:lnTo>
                  <a:lnTo>
                    <a:pt x="557551" y="1236466"/>
                  </a:lnTo>
                  <a:lnTo>
                    <a:pt x="557545" y="1236483"/>
                  </a:lnTo>
                  <a:lnTo>
                    <a:pt x="557538" y="1236501"/>
                  </a:lnTo>
                  <a:lnTo>
                    <a:pt x="557526" y="1236520"/>
                  </a:lnTo>
                  <a:lnTo>
                    <a:pt x="557520" y="1236526"/>
                  </a:lnTo>
                  <a:lnTo>
                    <a:pt x="557514" y="1236531"/>
                  </a:lnTo>
                  <a:lnTo>
                    <a:pt x="557506" y="1236538"/>
                  </a:lnTo>
                  <a:lnTo>
                    <a:pt x="557493" y="1236548"/>
                  </a:lnTo>
                  <a:lnTo>
                    <a:pt x="557482" y="1236555"/>
                  </a:lnTo>
                  <a:lnTo>
                    <a:pt x="557421" y="1236596"/>
                  </a:lnTo>
                  <a:lnTo>
                    <a:pt x="557389" y="1236617"/>
                  </a:lnTo>
                  <a:lnTo>
                    <a:pt x="557383" y="1236622"/>
                  </a:lnTo>
                  <a:lnTo>
                    <a:pt x="557379" y="1236627"/>
                  </a:lnTo>
                  <a:lnTo>
                    <a:pt x="557376" y="1236635"/>
                  </a:lnTo>
                  <a:lnTo>
                    <a:pt x="557373" y="1236650"/>
                  </a:lnTo>
                  <a:lnTo>
                    <a:pt x="557370" y="1236677"/>
                  </a:lnTo>
                  <a:lnTo>
                    <a:pt x="557368" y="1236686"/>
                  </a:lnTo>
                  <a:lnTo>
                    <a:pt x="557365" y="1236694"/>
                  </a:lnTo>
                  <a:lnTo>
                    <a:pt x="557361" y="1236702"/>
                  </a:lnTo>
                  <a:lnTo>
                    <a:pt x="557356" y="1236709"/>
                  </a:lnTo>
                  <a:lnTo>
                    <a:pt x="557347" y="1236717"/>
                  </a:lnTo>
                  <a:lnTo>
                    <a:pt x="557334" y="1236728"/>
                  </a:lnTo>
                  <a:lnTo>
                    <a:pt x="557313" y="1236743"/>
                  </a:lnTo>
                  <a:lnTo>
                    <a:pt x="557306" y="1236749"/>
                  </a:lnTo>
                  <a:lnTo>
                    <a:pt x="557298" y="1236757"/>
                  </a:lnTo>
                  <a:lnTo>
                    <a:pt x="557282" y="1236772"/>
                  </a:lnTo>
                  <a:lnTo>
                    <a:pt x="557279" y="1236776"/>
                  </a:lnTo>
                  <a:lnTo>
                    <a:pt x="557275" y="1236780"/>
                  </a:lnTo>
                  <a:lnTo>
                    <a:pt x="557268" y="1236786"/>
                  </a:lnTo>
                  <a:lnTo>
                    <a:pt x="557259" y="1236792"/>
                  </a:lnTo>
                  <a:lnTo>
                    <a:pt x="557253" y="1236795"/>
                  </a:lnTo>
                  <a:lnTo>
                    <a:pt x="557247" y="1236796"/>
                  </a:lnTo>
                  <a:lnTo>
                    <a:pt x="557243" y="1236796"/>
                  </a:lnTo>
                  <a:lnTo>
                    <a:pt x="557236" y="1236794"/>
                  </a:lnTo>
                  <a:lnTo>
                    <a:pt x="557229" y="1236792"/>
                  </a:lnTo>
                  <a:lnTo>
                    <a:pt x="557204" y="1236784"/>
                  </a:lnTo>
                  <a:lnTo>
                    <a:pt x="557193" y="1236781"/>
                  </a:lnTo>
                  <a:lnTo>
                    <a:pt x="557184" y="1236778"/>
                  </a:lnTo>
                  <a:lnTo>
                    <a:pt x="557178" y="1236776"/>
                  </a:lnTo>
                  <a:lnTo>
                    <a:pt x="557173" y="1236775"/>
                  </a:lnTo>
                  <a:lnTo>
                    <a:pt x="557168" y="1236775"/>
                  </a:lnTo>
                  <a:lnTo>
                    <a:pt x="557162" y="1236774"/>
                  </a:lnTo>
                  <a:lnTo>
                    <a:pt x="557153" y="1236774"/>
                  </a:lnTo>
                  <a:lnTo>
                    <a:pt x="557143" y="1236774"/>
                  </a:lnTo>
                  <a:lnTo>
                    <a:pt x="557132" y="1236775"/>
                  </a:lnTo>
                  <a:lnTo>
                    <a:pt x="557117" y="1236777"/>
                  </a:lnTo>
                  <a:lnTo>
                    <a:pt x="557111" y="1236777"/>
                  </a:lnTo>
                  <a:lnTo>
                    <a:pt x="557095" y="1236777"/>
                  </a:lnTo>
                  <a:lnTo>
                    <a:pt x="557036" y="1236776"/>
                  </a:lnTo>
                  <a:lnTo>
                    <a:pt x="557023" y="1236775"/>
                  </a:lnTo>
                  <a:lnTo>
                    <a:pt x="556998" y="1236773"/>
                  </a:lnTo>
                  <a:lnTo>
                    <a:pt x="556989" y="1236773"/>
                  </a:lnTo>
                  <a:lnTo>
                    <a:pt x="556983" y="1236773"/>
                  </a:lnTo>
                  <a:lnTo>
                    <a:pt x="556967" y="1236777"/>
                  </a:lnTo>
                  <a:lnTo>
                    <a:pt x="556958" y="1236779"/>
                  </a:lnTo>
                  <a:lnTo>
                    <a:pt x="556952" y="1236780"/>
                  </a:lnTo>
                  <a:lnTo>
                    <a:pt x="556945" y="1236781"/>
                  </a:lnTo>
                  <a:lnTo>
                    <a:pt x="556940" y="1236781"/>
                  </a:lnTo>
                  <a:lnTo>
                    <a:pt x="556926" y="1236781"/>
                  </a:lnTo>
                  <a:lnTo>
                    <a:pt x="556912" y="1236781"/>
                  </a:lnTo>
                  <a:lnTo>
                    <a:pt x="556896" y="1236781"/>
                  </a:lnTo>
                  <a:lnTo>
                    <a:pt x="556857" y="1236779"/>
                  </a:lnTo>
                  <a:lnTo>
                    <a:pt x="556849" y="1236779"/>
                  </a:lnTo>
                  <a:lnTo>
                    <a:pt x="556842" y="1236780"/>
                  </a:lnTo>
                  <a:lnTo>
                    <a:pt x="556836" y="1236780"/>
                  </a:lnTo>
                  <a:lnTo>
                    <a:pt x="556830" y="1236782"/>
                  </a:lnTo>
                  <a:lnTo>
                    <a:pt x="556825" y="1236783"/>
                  </a:lnTo>
                  <a:lnTo>
                    <a:pt x="556791" y="1236793"/>
                  </a:lnTo>
                  <a:lnTo>
                    <a:pt x="556784" y="1236794"/>
                  </a:lnTo>
                  <a:lnTo>
                    <a:pt x="556778" y="1236795"/>
                  </a:lnTo>
                  <a:lnTo>
                    <a:pt x="556772" y="1236796"/>
                  </a:lnTo>
                  <a:lnTo>
                    <a:pt x="556767" y="1236796"/>
                  </a:lnTo>
                  <a:lnTo>
                    <a:pt x="556755" y="1236796"/>
                  </a:lnTo>
                  <a:lnTo>
                    <a:pt x="556748" y="1236796"/>
                  </a:lnTo>
                  <a:lnTo>
                    <a:pt x="556739" y="1236796"/>
                  </a:lnTo>
                  <a:lnTo>
                    <a:pt x="556727" y="1236796"/>
                  </a:lnTo>
                  <a:lnTo>
                    <a:pt x="556693" y="1236795"/>
                  </a:lnTo>
                  <a:lnTo>
                    <a:pt x="556686" y="1236799"/>
                  </a:lnTo>
                  <a:lnTo>
                    <a:pt x="556682" y="1236807"/>
                  </a:lnTo>
                  <a:lnTo>
                    <a:pt x="556681" y="1236812"/>
                  </a:lnTo>
                  <a:lnTo>
                    <a:pt x="556669" y="1236866"/>
                  </a:lnTo>
                  <a:lnTo>
                    <a:pt x="556667" y="1236877"/>
                  </a:lnTo>
                  <a:lnTo>
                    <a:pt x="556665" y="1236882"/>
                  </a:lnTo>
                  <a:lnTo>
                    <a:pt x="556663" y="1236887"/>
                  </a:lnTo>
                  <a:lnTo>
                    <a:pt x="556660" y="1236893"/>
                  </a:lnTo>
                  <a:lnTo>
                    <a:pt x="556654" y="1236901"/>
                  </a:lnTo>
                  <a:lnTo>
                    <a:pt x="556647" y="1236904"/>
                  </a:lnTo>
                  <a:lnTo>
                    <a:pt x="556636" y="1236908"/>
                  </a:lnTo>
                  <a:lnTo>
                    <a:pt x="556621" y="1236911"/>
                  </a:lnTo>
                  <a:lnTo>
                    <a:pt x="556615" y="1236914"/>
                  </a:lnTo>
                  <a:lnTo>
                    <a:pt x="556608" y="1236922"/>
                  </a:lnTo>
                  <a:lnTo>
                    <a:pt x="556604" y="1236928"/>
                  </a:lnTo>
                  <a:lnTo>
                    <a:pt x="556600" y="1236935"/>
                  </a:lnTo>
                  <a:lnTo>
                    <a:pt x="556595" y="1236944"/>
                  </a:lnTo>
                  <a:lnTo>
                    <a:pt x="556590" y="1236954"/>
                  </a:lnTo>
                  <a:lnTo>
                    <a:pt x="556585" y="1236965"/>
                  </a:lnTo>
                  <a:lnTo>
                    <a:pt x="556578" y="1236978"/>
                  </a:lnTo>
                  <a:lnTo>
                    <a:pt x="556569" y="1236994"/>
                  </a:lnTo>
                  <a:lnTo>
                    <a:pt x="556563" y="1237007"/>
                  </a:lnTo>
                  <a:lnTo>
                    <a:pt x="556558" y="1237017"/>
                  </a:lnTo>
                  <a:lnTo>
                    <a:pt x="556554" y="1237024"/>
                  </a:lnTo>
                  <a:lnTo>
                    <a:pt x="556553" y="1237033"/>
                  </a:lnTo>
                  <a:lnTo>
                    <a:pt x="556551" y="1237045"/>
                  </a:lnTo>
                  <a:lnTo>
                    <a:pt x="556551" y="1237051"/>
                  </a:lnTo>
                  <a:lnTo>
                    <a:pt x="556554" y="1237060"/>
                  </a:lnTo>
                  <a:lnTo>
                    <a:pt x="556557" y="1237067"/>
                  </a:lnTo>
                  <a:lnTo>
                    <a:pt x="556562" y="1237076"/>
                  </a:lnTo>
                  <a:lnTo>
                    <a:pt x="556567" y="1237089"/>
                  </a:lnTo>
                  <a:lnTo>
                    <a:pt x="556571" y="1237095"/>
                  </a:lnTo>
                  <a:lnTo>
                    <a:pt x="556581" y="1237103"/>
                  </a:lnTo>
                  <a:lnTo>
                    <a:pt x="556592" y="1237112"/>
                  </a:lnTo>
                  <a:lnTo>
                    <a:pt x="556597" y="1237122"/>
                  </a:lnTo>
                  <a:lnTo>
                    <a:pt x="556602" y="1237135"/>
                  </a:lnTo>
                  <a:lnTo>
                    <a:pt x="556604" y="1237143"/>
                  </a:lnTo>
                  <a:lnTo>
                    <a:pt x="556606" y="1237149"/>
                  </a:lnTo>
                  <a:lnTo>
                    <a:pt x="556606" y="1237154"/>
                  </a:lnTo>
                  <a:lnTo>
                    <a:pt x="556605" y="1237165"/>
                  </a:lnTo>
                  <a:lnTo>
                    <a:pt x="556604" y="1237174"/>
                  </a:lnTo>
                  <a:lnTo>
                    <a:pt x="556600" y="1237183"/>
                  </a:lnTo>
                  <a:lnTo>
                    <a:pt x="556596" y="1237194"/>
                  </a:lnTo>
                  <a:lnTo>
                    <a:pt x="556593" y="1237203"/>
                  </a:lnTo>
                  <a:lnTo>
                    <a:pt x="556589" y="1237213"/>
                  </a:lnTo>
                  <a:lnTo>
                    <a:pt x="556586" y="1237222"/>
                  </a:lnTo>
                  <a:lnTo>
                    <a:pt x="556585" y="1237240"/>
                  </a:lnTo>
                  <a:lnTo>
                    <a:pt x="556583" y="1237253"/>
                  </a:lnTo>
                  <a:lnTo>
                    <a:pt x="556581" y="1237270"/>
                  </a:lnTo>
                  <a:lnTo>
                    <a:pt x="556579" y="1237279"/>
                  </a:lnTo>
                  <a:lnTo>
                    <a:pt x="556576" y="1237288"/>
                  </a:lnTo>
                  <a:lnTo>
                    <a:pt x="556574" y="1237299"/>
                  </a:lnTo>
                  <a:lnTo>
                    <a:pt x="556573" y="1237306"/>
                  </a:lnTo>
                  <a:lnTo>
                    <a:pt x="556572" y="1237312"/>
                  </a:lnTo>
                  <a:lnTo>
                    <a:pt x="556575" y="1237318"/>
                  </a:lnTo>
                  <a:lnTo>
                    <a:pt x="556580" y="1237325"/>
                  </a:lnTo>
                  <a:lnTo>
                    <a:pt x="556584" y="1237333"/>
                  </a:lnTo>
                  <a:lnTo>
                    <a:pt x="556585" y="1237340"/>
                  </a:lnTo>
                  <a:lnTo>
                    <a:pt x="556588" y="1237351"/>
                  </a:lnTo>
                  <a:lnTo>
                    <a:pt x="556594" y="1237366"/>
                  </a:lnTo>
                  <a:lnTo>
                    <a:pt x="556599" y="1237378"/>
                  </a:lnTo>
                  <a:lnTo>
                    <a:pt x="556601" y="1237388"/>
                  </a:lnTo>
                  <a:lnTo>
                    <a:pt x="556600" y="1237394"/>
                  </a:lnTo>
                  <a:lnTo>
                    <a:pt x="556598" y="1237399"/>
                  </a:lnTo>
                  <a:lnTo>
                    <a:pt x="556595" y="1237406"/>
                  </a:lnTo>
                  <a:lnTo>
                    <a:pt x="556590" y="1237416"/>
                  </a:lnTo>
                  <a:lnTo>
                    <a:pt x="556582" y="1237430"/>
                  </a:lnTo>
                  <a:lnTo>
                    <a:pt x="556578" y="1237437"/>
                  </a:lnTo>
                  <a:lnTo>
                    <a:pt x="556575" y="1237443"/>
                  </a:lnTo>
                  <a:lnTo>
                    <a:pt x="556567" y="1237470"/>
                  </a:lnTo>
                  <a:lnTo>
                    <a:pt x="556563" y="1237480"/>
                  </a:lnTo>
                  <a:lnTo>
                    <a:pt x="556561" y="1237486"/>
                  </a:lnTo>
                  <a:lnTo>
                    <a:pt x="556553" y="1237499"/>
                  </a:lnTo>
                  <a:lnTo>
                    <a:pt x="556550" y="1237504"/>
                  </a:lnTo>
                  <a:lnTo>
                    <a:pt x="556548" y="1237513"/>
                  </a:lnTo>
                  <a:lnTo>
                    <a:pt x="556549" y="1237519"/>
                  </a:lnTo>
                  <a:lnTo>
                    <a:pt x="556554" y="1237539"/>
                  </a:lnTo>
                  <a:lnTo>
                    <a:pt x="556555" y="1237548"/>
                  </a:lnTo>
                  <a:lnTo>
                    <a:pt x="556555" y="1237555"/>
                  </a:lnTo>
                  <a:lnTo>
                    <a:pt x="556553" y="1237568"/>
                  </a:lnTo>
                  <a:lnTo>
                    <a:pt x="556550" y="1237583"/>
                  </a:lnTo>
                  <a:lnTo>
                    <a:pt x="556540" y="1237619"/>
                  </a:lnTo>
                  <a:lnTo>
                    <a:pt x="556537" y="1237630"/>
                  </a:lnTo>
                  <a:lnTo>
                    <a:pt x="556534" y="1237638"/>
                  </a:lnTo>
                  <a:lnTo>
                    <a:pt x="556530" y="1237645"/>
                  </a:lnTo>
                  <a:lnTo>
                    <a:pt x="556527" y="1237649"/>
                  </a:lnTo>
                  <a:lnTo>
                    <a:pt x="556522" y="1237654"/>
                  </a:lnTo>
                  <a:lnTo>
                    <a:pt x="556504" y="1237669"/>
                  </a:lnTo>
                  <a:lnTo>
                    <a:pt x="556496" y="1237676"/>
                  </a:lnTo>
                  <a:lnTo>
                    <a:pt x="556489" y="1237681"/>
                  </a:lnTo>
                  <a:lnTo>
                    <a:pt x="556479" y="1237686"/>
                  </a:lnTo>
                  <a:lnTo>
                    <a:pt x="556471" y="1237693"/>
                  </a:lnTo>
                  <a:lnTo>
                    <a:pt x="556466" y="1237699"/>
                  </a:lnTo>
                  <a:lnTo>
                    <a:pt x="556458" y="1237709"/>
                  </a:lnTo>
                  <a:lnTo>
                    <a:pt x="556452" y="1237719"/>
                  </a:lnTo>
                  <a:lnTo>
                    <a:pt x="556448" y="1237727"/>
                  </a:lnTo>
                  <a:lnTo>
                    <a:pt x="556447" y="1237738"/>
                  </a:lnTo>
                  <a:lnTo>
                    <a:pt x="556446" y="1237753"/>
                  </a:lnTo>
                  <a:lnTo>
                    <a:pt x="556446" y="1237765"/>
                  </a:lnTo>
                  <a:lnTo>
                    <a:pt x="556446" y="1237772"/>
                  </a:lnTo>
                  <a:lnTo>
                    <a:pt x="556447" y="1237782"/>
                  </a:lnTo>
                  <a:lnTo>
                    <a:pt x="556450" y="1237796"/>
                  </a:lnTo>
                  <a:lnTo>
                    <a:pt x="556453" y="1237806"/>
                  </a:lnTo>
                  <a:lnTo>
                    <a:pt x="556457" y="1237818"/>
                  </a:lnTo>
                  <a:lnTo>
                    <a:pt x="556461" y="1237828"/>
                  </a:lnTo>
                  <a:lnTo>
                    <a:pt x="556466" y="1237839"/>
                  </a:lnTo>
                  <a:lnTo>
                    <a:pt x="556473" y="1237854"/>
                  </a:lnTo>
                  <a:lnTo>
                    <a:pt x="556483" y="1237872"/>
                  </a:lnTo>
                  <a:lnTo>
                    <a:pt x="556495" y="1237890"/>
                  </a:lnTo>
                  <a:lnTo>
                    <a:pt x="556504" y="1237905"/>
                  </a:lnTo>
                  <a:lnTo>
                    <a:pt x="556506" y="1237912"/>
                  </a:lnTo>
                  <a:lnTo>
                    <a:pt x="556507" y="1237922"/>
                  </a:lnTo>
                  <a:lnTo>
                    <a:pt x="556504" y="1237936"/>
                  </a:lnTo>
                  <a:lnTo>
                    <a:pt x="556497" y="1237951"/>
                  </a:lnTo>
                  <a:lnTo>
                    <a:pt x="556480" y="1237964"/>
                  </a:lnTo>
                  <a:lnTo>
                    <a:pt x="556470" y="1237972"/>
                  </a:lnTo>
                  <a:lnTo>
                    <a:pt x="556467" y="1237975"/>
                  </a:lnTo>
                  <a:lnTo>
                    <a:pt x="556449" y="1237991"/>
                  </a:lnTo>
                  <a:lnTo>
                    <a:pt x="556442" y="1237997"/>
                  </a:lnTo>
                  <a:lnTo>
                    <a:pt x="556437" y="1238003"/>
                  </a:lnTo>
                  <a:lnTo>
                    <a:pt x="556432" y="1238008"/>
                  </a:lnTo>
                  <a:lnTo>
                    <a:pt x="556427" y="1238014"/>
                  </a:lnTo>
                  <a:lnTo>
                    <a:pt x="556421" y="1238022"/>
                  </a:lnTo>
                  <a:lnTo>
                    <a:pt x="556418" y="1238028"/>
                  </a:lnTo>
                  <a:lnTo>
                    <a:pt x="556399" y="1238072"/>
                  </a:lnTo>
                  <a:lnTo>
                    <a:pt x="556395" y="1238081"/>
                  </a:lnTo>
                  <a:lnTo>
                    <a:pt x="556392" y="1238086"/>
                  </a:lnTo>
                  <a:lnTo>
                    <a:pt x="556389" y="1238092"/>
                  </a:lnTo>
                  <a:lnTo>
                    <a:pt x="556384" y="1238097"/>
                  </a:lnTo>
                  <a:lnTo>
                    <a:pt x="556378" y="1238104"/>
                  </a:lnTo>
                  <a:lnTo>
                    <a:pt x="556374" y="1238108"/>
                  </a:lnTo>
                  <a:lnTo>
                    <a:pt x="556370" y="1238112"/>
                  </a:lnTo>
                  <a:lnTo>
                    <a:pt x="556366" y="1238115"/>
                  </a:lnTo>
                  <a:lnTo>
                    <a:pt x="556353" y="1238122"/>
                  </a:lnTo>
                  <a:lnTo>
                    <a:pt x="556339" y="1238130"/>
                  </a:lnTo>
                  <a:lnTo>
                    <a:pt x="556333" y="1238132"/>
                  </a:lnTo>
                  <a:lnTo>
                    <a:pt x="556329" y="1238134"/>
                  </a:lnTo>
                  <a:lnTo>
                    <a:pt x="556320" y="1238137"/>
                  </a:lnTo>
                  <a:lnTo>
                    <a:pt x="556311" y="1238139"/>
                  </a:lnTo>
                  <a:lnTo>
                    <a:pt x="556303" y="1238140"/>
                  </a:lnTo>
                  <a:lnTo>
                    <a:pt x="556284" y="1238143"/>
                  </a:lnTo>
                  <a:lnTo>
                    <a:pt x="556268" y="1238146"/>
                  </a:lnTo>
                  <a:lnTo>
                    <a:pt x="556242" y="1238151"/>
                  </a:lnTo>
                  <a:lnTo>
                    <a:pt x="556226" y="1238155"/>
                  </a:lnTo>
                  <a:lnTo>
                    <a:pt x="556218" y="1238157"/>
                  </a:lnTo>
                  <a:lnTo>
                    <a:pt x="556210" y="1238160"/>
                  </a:lnTo>
                  <a:lnTo>
                    <a:pt x="556203" y="1238163"/>
                  </a:lnTo>
                  <a:lnTo>
                    <a:pt x="556196" y="1238168"/>
                  </a:lnTo>
                  <a:lnTo>
                    <a:pt x="556192" y="1238171"/>
                  </a:lnTo>
                  <a:lnTo>
                    <a:pt x="556189" y="1238174"/>
                  </a:lnTo>
                  <a:lnTo>
                    <a:pt x="556182" y="1238181"/>
                  </a:lnTo>
                  <a:lnTo>
                    <a:pt x="556176" y="1238188"/>
                  </a:lnTo>
                  <a:lnTo>
                    <a:pt x="556169" y="1238198"/>
                  </a:lnTo>
                  <a:lnTo>
                    <a:pt x="556149" y="1238224"/>
                  </a:lnTo>
                  <a:lnTo>
                    <a:pt x="556143" y="1238231"/>
                  </a:lnTo>
                  <a:lnTo>
                    <a:pt x="556136" y="1238239"/>
                  </a:lnTo>
                  <a:lnTo>
                    <a:pt x="556110" y="1238267"/>
                  </a:lnTo>
                  <a:lnTo>
                    <a:pt x="556100" y="1238278"/>
                  </a:lnTo>
                  <a:lnTo>
                    <a:pt x="556094" y="1238285"/>
                  </a:lnTo>
                  <a:lnTo>
                    <a:pt x="556087" y="1238295"/>
                  </a:lnTo>
                  <a:lnTo>
                    <a:pt x="556079" y="1238307"/>
                  </a:lnTo>
                  <a:lnTo>
                    <a:pt x="556076" y="1238313"/>
                  </a:lnTo>
                  <a:lnTo>
                    <a:pt x="556073" y="1238319"/>
                  </a:lnTo>
                  <a:lnTo>
                    <a:pt x="556071" y="1238327"/>
                  </a:lnTo>
                  <a:lnTo>
                    <a:pt x="556069" y="1238335"/>
                  </a:lnTo>
                  <a:lnTo>
                    <a:pt x="556067" y="1238344"/>
                  </a:lnTo>
                  <a:lnTo>
                    <a:pt x="556066" y="1238352"/>
                  </a:lnTo>
                  <a:lnTo>
                    <a:pt x="556064" y="1238367"/>
                  </a:lnTo>
                  <a:lnTo>
                    <a:pt x="556064" y="1238374"/>
                  </a:lnTo>
                  <a:lnTo>
                    <a:pt x="556065" y="1238383"/>
                  </a:lnTo>
                  <a:lnTo>
                    <a:pt x="556068" y="1238390"/>
                  </a:lnTo>
                  <a:lnTo>
                    <a:pt x="556071" y="1238395"/>
                  </a:lnTo>
                  <a:lnTo>
                    <a:pt x="556075" y="1238400"/>
                  </a:lnTo>
                  <a:lnTo>
                    <a:pt x="556089" y="1238414"/>
                  </a:lnTo>
                  <a:lnTo>
                    <a:pt x="556096" y="1238422"/>
                  </a:lnTo>
                  <a:lnTo>
                    <a:pt x="556099" y="1238426"/>
                  </a:lnTo>
                  <a:lnTo>
                    <a:pt x="556102" y="1238431"/>
                  </a:lnTo>
                  <a:lnTo>
                    <a:pt x="556104" y="1238438"/>
                  </a:lnTo>
                  <a:lnTo>
                    <a:pt x="556105" y="1238445"/>
                  </a:lnTo>
                  <a:lnTo>
                    <a:pt x="556105" y="1238450"/>
                  </a:lnTo>
                  <a:lnTo>
                    <a:pt x="556105" y="1238455"/>
                  </a:lnTo>
                  <a:lnTo>
                    <a:pt x="556102" y="1238494"/>
                  </a:lnTo>
                  <a:lnTo>
                    <a:pt x="556099" y="1238505"/>
                  </a:lnTo>
                  <a:lnTo>
                    <a:pt x="556094" y="1238514"/>
                  </a:lnTo>
                  <a:lnTo>
                    <a:pt x="556089" y="1238522"/>
                  </a:lnTo>
                  <a:lnTo>
                    <a:pt x="556086" y="1238527"/>
                  </a:lnTo>
                  <a:lnTo>
                    <a:pt x="556085" y="1238532"/>
                  </a:lnTo>
                  <a:lnTo>
                    <a:pt x="556083" y="1238538"/>
                  </a:lnTo>
                  <a:lnTo>
                    <a:pt x="556082" y="1238544"/>
                  </a:lnTo>
                  <a:lnTo>
                    <a:pt x="556077" y="1238551"/>
                  </a:lnTo>
                  <a:lnTo>
                    <a:pt x="556069" y="1238561"/>
                  </a:lnTo>
                  <a:lnTo>
                    <a:pt x="556058" y="1238573"/>
                  </a:lnTo>
                  <a:lnTo>
                    <a:pt x="556050" y="1238580"/>
                  </a:lnTo>
                  <a:lnTo>
                    <a:pt x="556045" y="1238588"/>
                  </a:lnTo>
                  <a:lnTo>
                    <a:pt x="556041" y="1238594"/>
                  </a:lnTo>
                  <a:lnTo>
                    <a:pt x="556040" y="1238600"/>
                  </a:lnTo>
                  <a:lnTo>
                    <a:pt x="556039" y="1238610"/>
                  </a:lnTo>
                  <a:lnTo>
                    <a:pt x="556039" y="1238620"/>
                  </a:lnTo>
                  <a:lnTo>
                    <a:pt x="556038" y="1238628"/>
                  </a:lnTo>
                  <a:lnTo>
                    <a:pt x="556035" y="1238635"/>
                  </a:lnTo>
                  <a:lnTo>
                    <a:pt x="556033" y="1238642"/>
                  </a:lnTo>
                  <a:lnTo>
                    <a:pt x="556031" y="1238649"/>
                  </a:lnTo>
                  <a:lnTo>
                    <a:pt x="556030" y="1238655"/>
                  </a:lnTo>
                  <a:lnTo>
                    <a:pt x="556029" y="1238665"/>
                  </a:lnTo>
                  <a:lnTo>
                    <a:pt x="556028" y="1238677"/>
                  </a:lnTo>
                  <a:lnTo>
                    <a:pt x="556027" y="1238689"/>
                  </a:lnTo>
                  <a:lnTo>
                    <a:pt x="556023" y="1238697"/>
                  </a:lnTo>
                  <a:lnTo>
                    <a:pt x="556019" y="1238706"/>
                  </a:lnTo>
                  <a:lnTo>
                    <a:pt x="556013" y="1238717"/>
                  </a:lnTo>
                  <a:lnTo>
                    <a:pt x="556007" y="1238726"/>
                  </a:lnTo>
                  <a:lnTo>
                    <a:pt x="556006" y="1238731"/>
                  </a:lnTo>
                  <a:lnTo>
                    <a:pt x="556006" y="1238737"/>
                  </a:lnTo>
                  <a:lnTo>
                    <a:pt x="556006" y="1238750"/>
                  </a:lnTo>
                  <a:lnTo>
                    <a:pt x="556007" y="1238761"/>
                  </a:lnTo>
                  <a:lnTo>
                    <a:pt x="556007" y="1238768"/>
                  </a:lnTo>
                  <a:lnTo>
                    <a:pt x="556007" y="1238775"/>
                  </a:lnTo>
                  <a:lnTo>
                    <a:pt x="556008" y="1238782"/>
                  </a:lnTo>
                  <a:lnTo>
                    <a:pt x="556011" y="1238793"/>
                  </a:lnTo>
                  <a:lnTo>
                    <a:pt x="556013" y="1238803"/>
                  </a:lnTo>
                  <a:lnTo>
                    <a:pt x="556013" y="1238811"/>
                  </a:lnTo>
                  <a:lnTo>
                    <a:pt x="556012" y="1238822"/>
                  </a:lnTo>
                  <a:lnTo>
                    <a:pt x="556010" y="1238830"/>
                  </a:lnTo>
                  <a:lnTo>
                    <a:pt x="556009" y="1238838"/>
                  </a:lnTo>
                  <a:lnTo>
                    <a:pt x="556006" y="1238846"/>
                  </a:lnTo>
                  <a:lnTo>
                    <a:pt x="555995" y="1238876"/>
                  </a:lnTo>
                  <a:lnTo>
                    <a:pt x="555994" y="1238881"/>
                  </a:lnTo>
                  <a:lnTo>
                    <a:pt x="555993" y="1238888"/>
                  </a:lnTo>
                  <a:lnTo>
                    <a:pt x="555995" y="1238903"/>
                  </a:lnTo>
                  <a:lnTo>
                    <a:pt x="555996" y="1238916"/>
                  </a:lnTo>
                  <a:lnTo>
                    <a:pt x="555997" y="1238929"/>
                  </a:lnTo>
                  <a:lnTo>
                    <a:pt x="555998" y="1238944"/>
                  </a:lnTo>
                  <a:lnTo>
                    <a:pt x="555999" y="1238955"/>
                  </a:lnTo>
                  <a:lnTo>
                    <a:pt x="555999" y="1238968"/>
                  </a:lnTo>
                  <a:lnTo>
                    <a:pt x="555998" y="1238977"/>
                  </a:lnTo>
                  <a:lnTo>
                    <a:pt x="555998" y="1238986"/>
                  </a:lnTo>
                  <a:lnTo>
                    <a:pt x="555996" y="1238997"/>
                  </a:lnTo>
                  <a:lnTo>
                    <a:pt x="555993" y="1239009"/>
                  </a:lnTo>
                  <a:lnTo>
                    <a:pt x="555986" y="1239036"/>
                  </a:lnTo>
                  <a:lnTo>
                    <a:pt x="555981" y="1239055"/>
                  </a:lnTo>
                  <a:lnTo>
                    <a:pt x="555980" y="1239061"/>
                  </a:lnTo>
                  <a:lnTo>
                    <a:pt x="555976" y="1239070"/>
                  </a:lnTo>
                  <a:lnTo>
                    <a:pt x="555973" y="1239078"/>
                  </a:lnTo>
                  <a:lnTo>
                    <a:pt x="555969" y="1239085"/>
                  </a:lnTo>
                  <a:lnTo>
                    <a:pt x="555964" y="1239091"/>
                  </a:lnTo>
                  <a:lnTo>
                    <a:pt x="555958" y="1239097"/>
                  </a:lnTo>
                  <a:lnTo>
                    <a:pt x="555953" y="1239100"/>
                  </a:lnTo>
                  <a:lnTo>
                    <a:pt x="555946" y="1239104"/>
                  </a:lnTo>
                  <a:lnTo>
                    <a:pt x="555938" y="1239108"/>
                  </a:lnTo>
                  <a:lnTo>
                    <a:pt x="555925" y="1239114"/>
                  </a:lnTo>
                  <a:lnTo>
                    <a:pt x="555917" y="1239117"/>
                  </a:lnTo>
                  <a:lnTo>
                    <a:pt x="555911" y="1239119"/>
                  </a:lnTo>
                  <a:lnTo>
                    <a:pt x="555885" y="1239129"/>
                  </a:lnTo>
                  <a:lnTo>
                    <a:pt x="555866" y="1239137"/>
                  </a:lnTo>
                  <a:lnTo>
                    <a:pt x="555855" y="1239143"/>
                  </a:lnTo>
                  <a:lnTo>
                    <a:pt x="555842" y="1239149"/>
                  </a:lnTo>
                  <a:lnTo>
                    <a:pt x="555835" y="1239153"/>
                  </a:lnTo>
                  <a:lnTo>
                    <a:pt x="555827" y="1239159"/>
                  </a:lnTo>
                  <a:lnTo>
                    <a:pt x="555820" y="1239165"/>
                  </a:lnTo>
                  <a:lnTo>
                    <a:pt x="555814" y="1239170"/>
                  </a:lnTo>
                  <a:lnTo>
                    <a:pt x="555808" y="1239175"/>
                  </a:lnTo>
                  <a:lnTo>
                    <a:pt x="555804" y="1239180"/>
                  </a:lnTo>
                  <a:lnTo>
                    <a:pt x="555801" y="1239185"/>
                  </a:lnTo>
                  <a:lnTo>
                    <a:pt x="555801" y="1239192"/>
                  </a:lnTo>
                  <a:lnTo>
                    <a:pt x="555802" y="1239199"/>
                  </a:lnTo>
                  <a:lnTo>
                    <a:pt x="555803" y="1239205"/>
                  </a:lnTo>
                  <a:lnTo>
                    <a:pt x="555806" y="1239216"/>
                  </a:lnTo>
                  <a:lnTo>
                    <a:pt x="555810" y="1239227"/>
                  </a:lnTo>
                  <a:lnTo>
                    <a:pt x="555816" y="1239241"/>
                  </a:lnTo>
                  <a:lnTo>
                    <a:pt x="555818" y="1239248"/>
                  </a:lnTo>
                  <a:lnTo>
                    <a:pt x="555821" y="1239253"/>
                  </a:lnTo>
                  <a:lnTo>
                    <a:pt x="555825" y="1239262"/>
                  </a:lnTo>
                  <a:lnTo>
                    <a:pt x="555827" y="1239274"/>
                  </a:lnTo>
                  <a:lnTo>
                    <a:pt x="555831" y="1239293"/>
                  </a:lnTo>
                  <a:lnTo>
                    <a:pt x="555833" y="1239311"/>
                  </a:lnTo>
                  <a:lnTo>
                    <a:pt x="555833" y="1239326"/>
                  </a:lnTo>
                  <a:lnTo>
                    <a:pt x="555832" y="1239346"/>
                  </a:lnTo>
                  <a:lnTo>
                    <a:pt x="555832" y="1239354"/>
                  </a:lnTo>
                  <a:lnTo>
                    <a:pt x="555831" y="1239395"/>
                  </a:lnTo>
                  <a:lnTo>
                    <a:pt x="555830" y="1239411"/>
                  </a:lnTo>
                  <a:lnTo>
                    <a:pt x="555828" y="1239437"/>
                  </a:lnTo>
                  <a:lnTo>
                    <a:pt x="555828" y="1239444"/>
                  </a:lnTo>
                  <a:lnTo>
                    <a:pt x="555827" y="1239454"/>
                  </a:lnTo>
                  <a:lnTo>
                    <a:pt x="555825" y="1239466"/>
                  </a:lnTo>
                  <a:lnTo>
                    <a:pt x="555821" y="1239486"/>
                  </a:lnTo>
                  <a:lnTo>
                    <a:pt x="555819" y="1239496"/>
                  </a:lnTo>
                  <a:lnTo>
                    <a:pt x="555817" y="1239503"/>
                  </a:lnTo>
                  <a:lnTo>
                    <a:pt x="555817" y="1239514"/>
                  </a:lnTo>
                  <a:lnTo>
                    <a:pt x="555814" y="1239542"/>
                  </a:lnTo>
                  <a:lnTo>
                    <a:pt x="555813" y="1239564"/>
                  </a:lnTo>
                  <a:lnTo>
                    <a:pt x="555812" y="1239579"/>
                  </a:lnTo>
                  <a:lnTo>
                    <a:pt x="555811" y="1239587"/>
                  </a:lnTo>
                  <a:lnTo>
                    <a:pt x="555812" y="1239595"/>
                  </a:lnTo>
                  <a:lnTo>
                    <a:pt x="555812" y="1239608"/>
                  </a:lnTo>
                  <a:lnTo>
                    <a:pt x="555809" y="1239619"/>
                  </a:lnTo>
                  <a:lnTo>
                    <a:pt x="555805" y="1239630"/>
                  </a:lnTo>
                  <a:lnTo>
                    <a:pt x="555800" y="1239644"/>
                  </a:lnTo>
                  <a:lnTo>
                    <a:pt x="555795" y="1239657"/>
                  </a:lnTo>
                  <a:lnTo>
                    <a:pt x="555793" y="1239665"/>
                  </a:lnTo>
                  <a:lnTo>
                    <a:pt x="555794" y="1239675"/>
                  </a:lnTo>
                  <a:lnTo>
                    <a:pt x="555794" y="1239683"/>
                  </a:lnTo>
                  <a:lnTo>
                    <a:pt x="555795" y="1239690"/>
                  </a:lnTo>
                  <a:lnTo>
                    <a:pt x="555797" y="1239696"/>
                  </a:lnTo>
                  <a:lnTo>
                    <a:pt x="555801" y="1239705"/>
                  </a:lnTo>
                  <a:lnTo>
                    <a:pt x="555806" y="1239716"/>
                  </a:lnTo>
                  <a:lnTo>
                    <a:pt x="555810" y="1239728"/>
                  </a:lnTo>
                  <a:lnTo>
                    <a:pt x="555812" y="1239733"/>
                  </a:lnTo>
                  <a:lnTo>
                    <a:pt x="555812" y="1239740"/>
                  </a:lnTo>
                  <a:lnTo>
                    <a:pt x="555805" y="1239750"/>
                  </a:lnTo>
                  <a:lnTo>
                    <a:pt x="555787" y="1239776"/>
                  </a:lnTo>
                  <a:lnTo>
                    <a:pt x="555782" y="1239783"/>
                  </a:lnTo>
                  <a:lnTo>
                    <a:pt x="555780" y="1239787"/>
                  </a:lnTo>
                  <a:lnTo>
                    <a:pt x="555776" y="1239792"/>
                  </a:lnTo>
                  <a:lnTo>
                    <a:pt x="555773" y="1239800"/>
                  </a:lnTo>
                  <a:lnTo>
                    <a:pt x="555770" y="1239807"/>
                  </a:lnTo>
                  <a:lnTo>
                    <a:pt x="555769" y="1239813"/>
                  </a:lnTo>
                  <a:lnTo>
                    <a:pt x="555767" y="1239820"/>
                  </a:lnTo>
                  <a:lnTo>
                    <a:pt x="555766" y="1239826"/>
                  </a:lnTo>
                  <a:lnTo>
                    <a:pt x="555761" y="1239831"/>
                  </a:lnTo>
                  <a:lnTo>
                    <a:pt x="555753" y="1239835"/>
                  </a:lnTo>
                  <a:lnTo>
                    <a:pt x="555747" y="1239841"/>
                  </a:lnTo>
                  <a:lnTo>
                    <a:pt x="555746" y="1239847"/>
                  </a:lnTo>
                  <a:lnTo>
                    <a:pt x="555745" y="1239854"/>
                  </a:lnTo>
                  <a:lnTo>
                    <a:pt x="555743" y="1239861"/>
                  </a:lnTo>
                  <a:lnTo>
                    <a:pt x="555737" y="1239867"/>
                  </a:lnTo>
                  <a:lnTo>
                    <a:pt x="555730" y="1239875"/>
                  </a:lnTo>
                  <a:lnTo>
                    <a:pt x="555717" y="1239890"/>
                  </a:lnTo>
                  <a:lnTo>
                    <a:pt x="555715" y="1239896"/>
                  </a:lnTo>
                  <a:lnTo>
                    <a:pt x="555715" y="1239911"/>
                  </a:lnTo>
                  <a:lnTo>
                    <a:pt x="555714" y="1239947"/>
                  </a:lnTo>
                  <a:lnTo>
                    <a:pt x="555714" y="1239959"/>
                  </a:lnTo>
                  <a:lnTo>
                    <a:pt x="555712" y="1239972"/>
                  </a:lnTo>
                  <a:lnTo>
                    <a:pt x="555710" y="1239984"/>
                  </a:lnTo>
                  <a:lnTo>
                    <a:pt x="555709" y="1239998"/>
                  </a:lnTo>
                  <a:lnTo>
                    <a:pt x="555709" y="1240008"/>
                  </a:lnTo>
                  <a:lnTo>
                    <a:pt x="555709" y="1240014"/>
                  </a:lnTo>
                  <a:lnTo>
                    <a:pt x="555711" y="1240020"/>
                  </a:lnTo>
                  <a:lnTo>
                    <a:pt x="555717" y="1240040"/>
                  </a:lnTo>
                  <a:lnTo>
                    <a:pt x="555720" y="1240055"/>
                  </a:lnTo>
                  <a:lnTo>
                    <a:pt x="555721" y="1240067"/>
                  </a:lnTo>
                  <a:lnTo>
                    <a:pt x="555721" y="1240081"/>
                  </a:lnTo>
                  <a:lnTo>
                    <a:pt x="555718" y="1240089"/>
                  </a:lnTo>
                  <a:lnTo>
                    <a:pt x="555718" y="1240098"/>
                  </a:lnTo>
                  <a:lnTo>
                    <a:pt x="555719" y="1240106"/>
                  </a:lnTo>
                  <a:lnTo>
                    <a:pt x="555721" y="1240113"/>
                  </a:lnTo>
                  <a:lnTo>
                    <a:pt x="555724" y="1240122"/>
                  </a:lnTo>
                  <a:lnTo>
                    <a:pt x="555726" y="1240132"/>
                  </a:lnTo>
                  <a:lnTo>
                    <a:pt x="555730" y="1240151"/>
                  </a:lnTo>
                  <a:lnTo>
                    <a:pt x="555734" y="1240161"/>
                  </a:lnTo>
                  <a:lnTo>
                    <a:pt x="555737" y="1240171"/>
                  </a:lnTo>
                  <a:lnTo>
                    <a:pt x="555738" y="1240177"/>
                  </a:lnTo>
                  <a:lnTo>
                    <a:pt x="555743" y="1240195"/>
                  </a:lnTo>
                  <a:lnTo>
                    <a:pt x="555745" y="1240200"/>
                  </a:lnTo>
                  <a:lnTo>
                    <a:pt x="555747" y="1240209"/>
                  </a:lnTo>
                  <a:lnTo>
                    <a:pt x="555749" y="1240217"/>
                  </a:lnTo>
                  <a:lnTo>
                    <a:pt x="555750" y="1240224"/>
                  </a:lnTo>
                  <a:lnTo>
                    <a:pt x="555753" y="1240233"/>
                  </a:lnTo>
                  <a:lnTo>
                    <a:pt x="555757" y="1240241"/>
                  </a:lnTo>
                  <a:lnTo>
                    <a:pt x="555760" y="1240247"/>
                  </a:lnTo>
                  <a:lnTo>
                    <a:pt x="555771" y="1240272"/>
                  </a:lnTo>
                  <a:lnTo>
                    <a:pt x="555777" y="1240284"/>
                  </a:lnTo>
                  <a:lnTo>
                    <a:pt x="555784" y="1240301"/>
                  </a:lnTo>
                  <a:lnTo>
                    <a:pt x="555793" y="1240321"/>
                  </a:lnTo>
                  <a:lnTo>
                    <a:pt x="555801" y="1240338"/>
                  </a:lnTo>
                  <a:lnTo>
                    <a:pt x="555807" y="1240347"/>
                  </a:lnTo>
                  <a:lnTo>
                    <a:pt x="555813" y="1240354"/>
                  </a:lnTo>
                  <a:lnTo>
                    <a:pt x="555819" y="1240359"/>
                  </a:lnTo>
                  <a:lnTo>
                    <a:pt x="555838" y="1240372"/>
                  </a:lnTo>
                  <a:lnTo>
                    <a:pt x="555843" y="1240376"/>
                  </a:lnTo>
                  <a:lnTo>
                    <a:pt x="555854" y="1240384"/>
                  </a:lnTo>
                  <a:lnTo>
                    <a:pt x="555865" y="1240393"/>
                  </a:lnTo>
                  <a:lnTo>
                    <a:pt x="555869" y="1240397"/>
                  </a:lnTo>
                  <a:lnTo>
                    <a:pt x="555901" y="1240426"/>
                  </a:lnTo>
                  <a:lnTo>
                    <a:pt x="555908" y="1240433"/>
                  </a:lnTo>
                  <a:lnTo>
                    <a:pt x="555917" y="1240442"/>
                  </a:lnTo>
                  <a:lnTo>
                    <a:pt x="555921" y="1240446"/>
                  </a:lnTo>
                  <a:lnTo>
                    <a:pt x="555927" y="1240454"/>
                  </a:lnTo>
                  <a:lnTo>
                    <a:pt x="555932" y="1240459"/>
                  </a:lnTo>
                  <a:lnTo>
                    <a:pt x="555939" y="1240463"/>
                  </a:lnTo>
                  <a:lnTo>
                    <a:pt x="555945" y="1240467"/>
                  </a:lnTo>
                  <a:lnTo>
                    <a:pt x="555955" y="1240472"/>
                  </a:lnTo>
                  <a:lnTo>
                    <a:pt x="555964" y="1240474"/>
                  </a:lnTo>
                  <a:lnTo>
                    <a:pt x="555973" y="1240477"/>
                  </a:lnTo>
                  <a:lnTo>
                    <a:pt x="555980" y="1240480"/>
                  </a:lnTo>
                  <a:lnTo>
                    <a:pt x="555989" y="1240484"/>
                  </a:lnTo>
                  <a:lnTo>
                    <a:pt x="555997" y="1240486"/>
                  </a:lnTo>
                  <a:lnTo>
                    <a:pt x="556002" y="1240487"/>
                  </a:lnTo>
                  <a:lnTo>
                    <a:pt x="556011" y="1240491"/>
                  </a:lnTo>
                  <a:lnTo>
                    <a:pt x="556001" y="1240501"/>
                  </a:lnTo>
                  <a:lnTo>
                    <a:pt x="555990" y="1240507"/>
                  </a:lnTo>
                  <a:lnTo>
                    <a:pt x="555982" y="1240514"/>
                  </a:lnTo>
                  <a:lnTo>
                    <a:pt x="555972" y="1240527"/>
                  </a:lnTo>
                  <a:lnTo>
                    <a:pt x="555968" y="1240535"/>
                  </a:lnTo>
                  <a:lnTo>
                    <a:pt x="555963" y="1240542"/>
                  </a:lnTo>
                  <a:lnTo>
                    <a:pt x="555959" y="1240552"/>
                  </a:lnTo>
                  <a:lnTo>
                    <a:pt x="555955" y="1240564"/>
                  </a:lnTo>
                  <a:lnTo>
                    <a:pt x="555949" y="1240578"/>
                  </a:lnTo>
                  <a:lnTo>
                    <a:pt x="555944" y="1240595"/>
                  </a:lnTo>
                  <a:lnTo>
                    <a:pt x="555937" y="1240612"/>
                  </a:lnTo>
                  <a:lnTo>
                    <a:pt x="555930" y="1240626"/>
                  </a:lnTo>
                  <a:lnTo>
                    <a:pt x="555922" y="1240641"/>
                  </a:lnTo>
                  <a:lnTo>
                    <a:pt x="555918" y="1240647"/>
                  </a:lnTo>
                  <a:lnTo>
                    <a:pt x="555912" y="1240654"/>
                  </a:lnTo>
                  <a:lnTo>
                    <a:pt x="555898" y="1240672"/>
                  </a:lnTo>
                  <a:lnTo>
                    <a:pt x="555891" y="1240679"/>
                  </a:lnTo>
                  <a:lnTo>
                    <a:pt x="555878" y="1240693"/>
                  </a:lnTo>
                  <a:lnTo>
                    <a:pt x="555869" y="1240702"/>
                  </a:lnTo>
                  <a:lnTo>
                    <a:pt x="555862" y="1240708"/>
                  </a:lnTo>
                  <a:lnTo>
                    <a:pt x="555853" y="1240713"/>
                  </a:lnTo>
                  <a:lnTo>
                    <a:pt x="555840" y="1240719"/>
                  </a:lnTo>
                  <a:lnTo>
                    <a:pt x="555829" y="1240722"/>
                  </a:lnTo>
                  <a:lnTo>
                    <a:pt x="555815" y="1240725"/>
                  </a:lnTo>
                  <a:lnTo>
                    <a:pt x="555795" y="1240727"/>
                  </a:lnTo>
                  <a:lnTo>
                    <a:pt x="555769" y="1240729"/>
                  </a:lnTo>
                  <a:lnTo>
                    <a:pt x="555744" y="1240731"/>
                  </a:lnTo>
                  <a:lnTo>
                    <a:pt x="555722" y="1240734"/>
                  </a:lnTo>
                  <a:lnTo>
                    <a:pt x="555712" y="1240737"/>
                  </a:lnTo>
                  <a:lnTo>
                    <a:pt x="555701" y="1240742"/>
                  </a:lnTo>
                  <a:lnTo>
                    <a:pt x="555695" y="1240745"/>
                  </a:lnTo>
                  <a:lnTo>
                    <a:pt x="555690" y="1240750"/>
                  </a:lnTo>
                  <a:lnTo>
                    <a:pt x="555686" y="1240756"/>
                  </a:lnTo>
                  <a:lnTo>
                    <a:pt x="555680" y="1240763"/>
                  </a:lnTo>
                  <a:lnTo>
                    <a:pt x="555677" y="1240770"/>
                  </a:lnTo>
                  <a:lnTo>
                    <a:pt x="555672" y="1240779"/>
                  </a:lnTo>
                  <a:lnTo>
                    <a:pt x="555668" y="1240789"/>
                  </a:lnTo>
                  <a:lnTo>
                    <a:pt x="555665" y="1240797"/>
                  </a:lnTo>
                  <a:lnTo>
                    <a:pt x="555661" y="1240814"/>
                  </a:lnTo>
                  <a:lnTo>
                    <a:pt x="555659" y="1240823"/>
                  </a:lnTo>
                  <a:lnTo>
                    <a:pt x="555658" y="1240829"/>
                  </a:lnTo>
                  <a:lnTo>
                    <a:pt x="555660" y="1240837"/>
                  </a:lnTo>
                  <a:lnTo>
                    <a:pt x="555667" y="1240850"/>
                  </a:lnTo>
                  <a:lnTo>
                    <a:pt x="555674" y="1240866"/>
                  </a:lnTo>
                  <a:lnTo>
                    <a:pt x="555676" y="1240872"/>
                  </a:lnTo>
                  <a:lnTo>
                    <a:pt x="555686" y="1240904"/>
                  </a:lnTo>
                  <a:lnTo>
                    <a:pt x="555690" y="1240912"/>
                  </a:lnTo>
                  <a:lnTo>
                    <a:pt x="555691" y="1240922"/>
                  </a:lnTo>
                  <a:lnTo>
                    <a:pt x="555694" y="1240942"/>
                  </a:lnTo>
                  <a:lnTo>
                    <a:pt x="555698" y="1240971"/>
                  </a:lnTo>
                  <a:lnTo>
                    <a:pt x="555699" y="1240996"/>
                  </a:lnTo>
                  <a:lnTo>
                    <a:pt x="555698" y="1241007"/>
                  </a:lnTo>
                  <a:lnTo>
                    <a:pt x="555696" y="1241021"/>
                  </a:lnTo>
                  <a:lnTo>
                    <a:pt x="555695" y="1241034"/>
                  </a:lnTo>
                  <a:lnTo>
                    <a:pt x="555694" y="1241046"/>
                  </a:lnTo>
                  <a:lnTo>
                    <a:pt x="555693" y="1241056"/>
                  </a:lnTo>
                  <a:lnTo>
                    <a:pt x="555694" y="1241065"/>
                  </a:lnTo>
                  <a:lnTo>
                    <a:pt x="555696" y="1241075"/>
                  </a:lnTo>
                  <a:lnTo>
                    <a:pt x="555700" y="1241088"/>
                  </a:lnTo>
                  <a:lnTo>
                    <a:pt x="555703" y="1241098"/>
                  </a:lnTo>
                  <a:lnTo>
                    <a:pt x="555703" y="1241108"/>
                  </a:lnTo>
                  <a:lnTo>
                    <a:pt x="555703" y="1241120"/>
                  </a:lnTo>
                  <a:lnTo>
                    <a:pt x="555701" y="1241132"/>
                  </a:lnTo>
                  <a:lnTo>
                    <a:pt x="555701" y="1241142"/>
                  </a:lnTo>
                  <a:lnTo>
                    <a:pt x="555700" y="1241153"/>
                  </a:lnTo>
                  <a:lnTo>
                    <a:pt x="555699" y="1241159"/>
                  </a:lnTo>
                  <a:lnTo>
                    <a:pt x="555699" y="1241168"/>
                  </a:lnTo>
                  <a:lnTo>
                    <a:pt x="555700" y="1241176"/>
                  </a:lnTo>
                  <a:lnTo>
                    <a:pt x="555702" y="1241184"/>
                  </a:lnTo>
                  <a:lnTo>
                    <a:pt x="555709" y="1241192"/>
                  </a:lnTo>
                  <a:lnTo>
                    <a:pt x="555719" y="1241199"/>
                  </a:lnTo>
                  <a:lnTo>
                    <a:pt x="555732" y="1241207"/>
                  </a:lnTo>
                  <a:lnTo>
                    <a:pt x="555735" y="1241210"/>
                  </a:lnTo>
                  <a:lnTo>
                    <a:pt x="555740" y="1241223"/>
                  </a:lnTo>
                  <a:lnTo>
                    <a:pt x="555747" y="1241234"/>
                  </a:lnTo>
                  <a:lnTo>
                    <a:pt x="555761" y="1241258"/>
                  </a:lnTo>
                  <a:lnTo>
                    <a:pt x="555772" y="1241272"/>
                  </a:lnTo>
                  <a:lnTo>
                    <a:pt x="555780" y="1241282"/>
                  </a:lnTo>
                  <a:lnTo>
                    <a:pt x="555787" y="1241289"/>
                  </a:lnTo>
                  <a:lnTo>
                    <a:pt x="555796" y="1241296"/>
                  </a:lnTo>
                  <a:lnTo>
                    <a:pt x="555804" y="1241303"/>
                  </a:lnTo>
                  <a:lnTo>
                    <a:pt x="555815" y="1241309"/>
                  </a:lnTo>
                  <a:lnTo>
                    <a:pt x="555820" y="1241311"/>
                  </a:lnTo>
                  <a:lnTo>
                    <a:pt x="555826" y="1241317"/>
                  </a:lnTo>
                  <a:lnTo>
                    <a:pt x="555828" y="1241326"/>
                  </a:lnTo>
                  <a:lnTo>
                    <a:pt x="555826" y="1241332"/>
                  </a:lnTo>
                  <a:lnTo>
                    <a:pt x="555822" y="1241340"/>
                  </a:lnTo>
                  <a:lnTo>
                    <a:pt x="555816" y="1241349"/>
                  </a:lnTo>
                  <a:lnTo>
                    <a:pt x="555810" y="1241354"/>
                  </a:lnTo>
                  <a:lnTo>
                    <a:pt x="555803" y="1241358"/>
                  </a:lnTo>
                  <a:lnTo>
                    <a:pt x="555798" y="1241359"/>
                  </a:lnTo>
                  <a:lnTo>
                    <a:pt x="555792" y="1241359"/>
                  </a:lnTo>
                  <a:lnTo>
                    <a:pt x="555785" y="1241357"/>
                  </a:lnTo>
                  <a:lnTo>
                    <a:pt x="555775" y="1241348"/>
                  </a:lnTo>
                  <a:lnTo>
                    <a:pt x="555766" y="1241338"/>
                  </a:lnTo>
                  <a:lnTo>
                    <a:pt x="555749" y="1241323"/>
                  </a:lnTo>
                  <a:lnTo>
                    <a:pt x="555742" y="1241320"/>
                  </a:lnTo>
                  <a:lnTo>
                    <a:pt x="555735" y="1241319"/>
                  </a:lnTo>
                  <a:lnTo>
                    <a:pt x="555718" y="1241320"/>
                  </a:lnTo>
                  <a:lnTo>
                    <a:pt x="555696" y="1241322"/>
                  </a:lnTo>
                  <a:lnTo>
                    <a:pt x="555683" y="1241324"/>
                  </a:lnTo>
                  <a:lnTo>
                    <a:pt x="555669" y="1241325"/>
                  </a:lnTo>
                  <a:lnTo>
                    <a:pt x="555658" y="1241326"/>
                  </a:lnTo>
                  <a:lnTo>
                    <a:pt x="555638" y="1241327"/>
                  </a:lnTo>
                  <a:lnTo>
                    <a:pt x="555621" y="1241329"/>
                  </a:lnTo>
                  <a:lnTo>
                    <a:pt x="555573" y="1241333"/>
                  </a:lnTo>
                  <a:lnTo>
                    <a:pt x="555564" y="1241334"/>
                  </a:lnTo>
                  <a:lnTo>
                    <a:pt x="555542" y="1241335"/>
                  </a:lnTo>
                  <a:lnTo>
                    <a:pt x="555523" y="1241335"/>
                  </a:lnTo>
                  <a:lnTo>
                    <a:pt x="555492" y="1241333"/>
                  </a:lnTo>
                  <a:lnTo>
                    <a:pt x="555467" y="1241332"/>
                  </a:lnTo>
                  <a:lnTo>
                    <a:pt x="555447" y="1241334"/>
                  </a:lnTo>
                  <a:lnTo>
                    <a:pt x="555431" y="1241340"/>
                  </a:lnTo>
                  <a:lnTo>
                    <a:pt x="555419" y="1241344"/>
                  </a:lnTo>
                  <a:lnTo>
                    <a:pt x="555407" y="1241345"/>
                  </a:lnTo>
                  <a:lnTo>
                    <a:pt x="555388" y="1241346"/>
                  </a:lnTo>
                  <a:lnTo>
                    <a:pt x="555371" y="1241347"/>
                  </a:lnTo>
                  <a:lnTo>
                    <a:pt x="555351" y="1241347"/>
                  </a:lnTo>
                  <a:lnTo>
                    <a:pt x="555332" y="1241348"/>
                  </a:lnTo>
                  <a:lnTo>
                    <a:pt x="555314" y="1241352"/>
                  </a:lnTo>
                  <a:lnTo>
                    <a:pt x="555301" y="1241354"/>
                  </a:lnTo>
                  <a:lnTo>
                    <a:pt x="555287" y="1241355"/>
                  </a:lnTo>
                  <a:lnTo>
                    <a:pt x="555270" y="1241356"/>
                  </a:lnTo>
                  <a:lnTo>
                    <a:pt x="555254" y="1241357"/>
                  </a:lnTo>
                  <a:lnTo>
                    <a:pt x="555241" y="1241358"/>
                  </a:lnTo>
                  <a:lnTo>
                    <a:pt x="555221" y="1241357"/>
                  </a:lnTo>
                  <a:lnTo>
                    <a:pt x="555206" y="1241358"/>
                  </a:lnTo>
                  <a:lnTo>
                    <a:pt x="555194" y="1241358"/>
                  </a:lnTo>
                  <a:lnTo>
                    <a:pt x="555181" y="1241357"/>
                  </a:lnTo>
                  <a:lnTo>
                    <a:pt x="555172" y="1241358"/>
                  </a:lnTo>
                  <a:lnTo>
                    <a:pt x="555162" y="1241360"/>
                  </a:lnTo>
                  <a:lnTo>
                    <a:pt x="555155" y="1241362"/>
                  </a:lnTo>
                  <a:lnTo>
                    <a:pt x="555149" y="1241365"/>
                  </a:lnTo>
                  <a:lnTo>
                    <a:pt x="555139" y="1241367"/>
                  </a:lnTo>
                  <a:lnTo>
                    <a:pt x="555134" y="1241366"/>
                  </a:lnTo>
                  <a:lnTo>
                    <a:pt x="555123" y="1241363"/>
                  </a:lnTo>
                  <a:lnTo>
                    <a:pt x="555111" y="1241360"/>
                  </a:lnTo>
                  <a:lnTo>
                    <a:pt x="555101" y="1241358"/>
                  </a:lnTo>
                  <a:lnTo>
                    <a:pt x="555084" y="1241355"/>
                  </a:lnTo>
                  <a:lnTo>
                    <a:pt x="555074" y="1241352"/>
                  </a:lnTo>
                  <a:lnTo>
                    <a:pt x="555066" y="1241347"/>
                  </a:lnTo>
                  <a:lnTo>
                    <a:pt x="555054" y="1241340"/>
                  </a:lnTo>
                  <a:lnTo>
                    <a:pt x="555046" y="1241339"/>
                  </a:lnTo>
                  <a:lnTo>
                    <a:pt x="555038" y="1241343"/>
                  </a:lnTo>
                  <a:lnTo>
                    <a:pt x="555028" y="1241353"/>
                  </a:lnTo>
                  <a:lnTo>
                    <a:pt x="555000" y="1241382"/>
                  </a:lnTo>
                  <a:lnTo>
                    <a:pt x="554980" y="1241403"/>
                  </a:lnTo>
                  <a:lnTo>
                    <a:pt x="554963" y="1241419"/>
                  </a:lnTo>
                  <a:lnTo>
                    <a:pt x="554950" y="1241427"/>
                  </a:lnTo>
                  <a:lnTo>
                    <a:pt x="554924" y="1241440"/>
                  </a:lnTo>
                  <a:lnTo>
                    <a:pt x="554912" y="1241446"/>
                  </a:lnTo>
                  <a:lnTo>
                    <a:pt x="554903" y="1241451"/>
                  </a:lnTo>
                  <a:lnTo>
                    <a:pt x="554900" y="1241456"/>
                  </a:lnTo>
                  <a:lnTo>
                    <a:pt x="554897" y="1241460"/>
                  </a:lnTo>
                  <a:lnTo>
                    <a:pt x="554893" y="1241481"/>
                  </a:lnTo>
                  <a:lnTo>
                    <a:pt x="554892" y="1241509"/>
                  </a:lnTo>
                  <a:lnTo>
                    <a:pt x="554890" y="1241528"/>
                  </a:lnTo>
                  <a:lnTo>
                    <a:pt x="554887" y="1241536"/>
                  </a:lnTo>
                  <a:lnTo>
                    <a:pt x="554883" y="1241545"/>
                  </a:lnTo>
                  <a:lnTo>
                    <a:pt x="554875" y="1241550"/>
                  </a:lnTo>
                  <a:lnTo>
                    <a:pt x="554862" y="1241551"/>
                  </a:lnTo>
                  <a:lnTo>
                    <a:pt x="554838" y="1241550"/>
                  </a:lnTo>
                  <a:lnTo>
                    <a:pt x="554812" y="1241552"/>
                  </a:lnTo>
                  <a:lnTo>
                    <a:pt x="554788" y="1241556"/>
                  </a:lnTo>
                  <a:lnTo>
                    <a:pt x="554769" y="1241561"/>
                  </a:lnTo>
                  <a:lnTo>
                    <a:pt x="554746" y="1241574"/>
                  </a:lnTo>
                  <a:lnTo>
                    <a:pt x="554731" y="1241579"/>
                  </a:lnTo>
                  <a:lnTo>
                    <a:pt x="554713" y="1241586"/>
                  </a:lnTo>
                  <a:lnTo>
                    <a:pt x="554697" y="1241588"/>
                  </a:lnTo>
                  <a:lnTo>
                    <a:pt x="554683" y="1241590"/>
                  </a:lnTo>
                  <a:lnTo>
                    <a:pt x="554662" y="1241590"/>
                  </a:lnTo>
                  <a:lnTo>
                    <a:pt x="554628" y="1241595"/>
                  </a:lnTo>
                  <a:lnTo>
                    <a:pt x="554601" y="1241603"/>
                  </a:lnTo>
                  <a:lnTo>
                    <a:pt x="554585" y="1241608"/>
                  </a:lnTo>
                  <a:lnTo>
                    <a:pt x="554550" y="1241623"/>
                  </a:lnTo>
                  <a:lnTo>
                    <a:pt x="554527" y="1241636"/>
                  </a:lnTo>
                  <a:lnTo>
                    <a:pt x="554512" y="1241644"/>
                  </a:lnTo>
                  <a:lnTo>
                    <a:pt x="554480" y="1241668"/>
                  </a:lnTo>
                  <a:lnTo>
                    <a:pt x="554450" y="1241693"/>
                  </a:lnTo>
                  <a:lnTo>
                    <a:pt x="554440" y="1241703"/>
                  </a:lnTo>
                  <a:lnTo>
                    <a:pt x="554421" y="1241723"/>
                  </a:lnTo>
                  <a:lnTo>
                    <a:pt x="554414" y="1241729"/>
                  </a:lnTo>
                  <a:lnTo>
                    <a:pt x="554392" y="1241758"/>
                  </a:lnTo>
                  <a:lnTo>
                    <a:pt x="554382" y="1241774"/>
                  </a:lnTo>
                  <a:lnTo>
                    <a:pt x="554380" y="1241778"/>
                  </a:lnTo>
                  <a:lnTo>
                    <a:pt x="554375" y="1241781"/>
                  </a:lnTo>
                  <a:lnTo>
                    <a:pt x="554367" y="1241783"/>
                  </a:lnTo>
                  <a:lnTo>
                    <a:pt x="554357" y="1241781"/>
                  </a:lnTo>
                  <a:lnTo>
                    <a:pt x="554349" y="1241778"/>
                  </a:lnTo>
                  <a:lnTo>
                    <a:pt x="554344" y="1241776"/>
                  </a:lnTo>
                  <a:lnTo>
                    <a:pt x="554333" y="1241773"/>
                  </a:lnTo>
                  <a:lnTo>
                    <a:pt x="554309" y="1241768"/>
                  </a:lnTo>
                  <a:lnTo>
                    <a:pt x="554292" y="1241766"/>
                  </a:lnTo>
                  <a:lnTo>
                    <a:pt x="554255" y="1241765"/>
                  </a:lnTo>
                  <a:lnTo>
                    <a:pt x="554223" y="1241767"/>
                  </a:lnTo>
                  <a:lnTo>
                    <a:pt x="554203" y="1241768"/>
                  </a:lnTo>
                  <a:lnTo>
                    <a:pt x="554160" y="1241776"/>
                  </a:lnTo>
                  <a:lnTo>
                    <a:pt x="554154" y="1241776"/>
                  </a:lnTo>
                  <a:lnTo>
                    <a:pt x="554139" y="1241778"/>
                  </a:lnTo>
                  <a:lnTo>
                    <a:pt x="554128" y="1241778"/>
                  </a:lnTo>
                  <a:lnTo>
                    <a:pt x="554113" y="1241774"/>
                  </a:lnTo>
                  <a:lnTo>
                    <a:pt x="554098" y="1241768"/>
                  </a:lnTo>
                  <a:lnTo>
                    <a:pt x="554081" y="1241761"/>
                  </a:lnTo>
                  <a:lnTo>
                    <a:pt x="554076" y="1241760"/>
                  </a:lnTo>
                  <a:lnTo>
                    <a:pt x="554067" y="1241760"/>
                  </a:lnTo>
                  <a:lnTo>
                    <a:pt x="554052" y="1241767"/>
                  </a:lnTo>
                  <a:lnTo>
                    <a:pt x="554027" y="1241780"/>
                  </a:lnTo>
                  <a:lnTo>
                    <a:pt x="554021" y="1241783"/>
                  </a:lnTo>
                  <a:lnTo>
                    <a:pt x="554012" y="1241790"/>
                  </a:lnTo>
                  <a:lnTo>
                    <a:pt x="553984" y="1241807"/>
                  </a:lnTo>
                  <a:lnTo>
                    <a:pt x="553976" y="1241812"/>
                  </a:lnTo>
                  <a:lnTo>
                    <a:pt x="553959" y="1241821"/>
                  </a:lnTo>
                  <a:lnTo>
                    <a:pt x="553949" y="1241824"/>
                  </a:lnTo>
                  <a:lnTo>
                    <a:pt x="553937" y="1241827"/>
                  </a:lnTo>
                  <a:lnTo>
                    <a:pt x="553927" y="1241830"/>
                  </a:lnTo>
                  <a:lnTo>
                    <a:pt x="553920" y="1241832"/>
                  </a:lnTo>
                  <a:lnTo>
                    <a:pt x="553908" y="1241835"/>
                  </a:lnTo>
                  <a:lnTo>
                    <a:pt x="553889" y="1241842"/>
                  </a:lnTo>
                  <a:lnTo>
                    <a:pt x="553869" y="1241852"/>
                  </a:lnTo>
                  <a:lnTo>
                    <a:pt x="553849" y="1241864"/>
                  </a:lnTo>
                  <a:lnTo>
                    <a:pt x="553832" y="1241880"/>
                  </a:lnTo>
                  <a:lnTo>
                    <a:pt x="553825" y="1241891"/>
                  </a:lnTo>
                  <a:lnTo>
                    <a:pt x="553822" y="1241896"/>
                  </a:lnTo>
                  <a:lnTo>
                    <a:pt x="553815" y="1241913"/>
                  </a:lnTo>
                  <a:lnTo>
                    <a:pt x="553807" y="1241935"/>
                  </a:lnTo>
                  <a:lnTo>
                    <a:pt x="553802" y="1241945"/>
                  </a:lnTo>
                  <a:lnTo>
                    <a:pt x="553794" y="1241960"/>
                  </a:lnTo>
                  <a:lnTo>
                    <a:pt x="553780" y="1241998"/>
                  </a:lnTo>
                  <a:lnTo>
                    <a:pt x="553778" y="1242004"/>
                  </a:lnTo>
                  <a:lnTo>
                    <a:pt x="553774" y="1242015"/>
                  </a:lnTo>
                  <a:lnTo>
                    <a:pt x="553764" y="1242037"/>
                  </a:lnTo>
                  <a:lnTo>
                    <a:pt x="553752" y="1242060"/>
                  </a:lnTo>
                  <a:lnTo>
                    <a:pt x="553746" y="1242070"/>
                  </a:lnTo>
                  <a:lnTo>
                    <a:pt x="553735" y="1242092"/>
                  </a:lnTo>
                  <a:lnTo>
                    <a:pt x="553731" y="1242107"/>
                  </a:lnTo>
                  <a:lnTo>
                    <a:pt x="553730" y="1242118"/>
                  </a:lnTo>
                  <a:lnTo>
                    <a:pt x="553735" y="1242130"/>
                  </a:lnTo>
                  <a:lnTo>
                    <a:pt x="553744" y="1242149"/>
                  </a:lnTo>
                  <a:lnTo>
                    <a:pt x="553750" y="1242159"/>
                  </a:lnTo>
                  <a:lnTo>
                    <a:pt x="553757" y="1242169"/>
                  </a:lnTo>
                  <a:lnTo>
                    <a:pt x="553767" y="1242179"/>
                  </a:lnTo>
                  <a:lnTo>
                    <a:pt x="553790" y="1242211"/>
                  </a:lnTo>
                  <a:lnTo>
                    <a:pt x="553798" y="1242223"/>
                  </a:lnTo>
                  <a:lnTo>
                    <a:pt x="553815" y="1242248"/>
                  </a:lnTo>
                  <a:lnTo>
                    <a:pt x="553831" y="1242269"/>
                  </a:lnTo>
                  <a:lnTo>
                    <a:pt x="553842" y="1242291"/>
                  </a:lnTo>
                  <a:lnTo>
                    <a:pt x="553856" y="1242317"/>
                  </a:lnTo>
                  <a:lnTo>
                    <a:pt x="553860" y="1242325"/>
                  </a:lnTo>
                  <a:lnTo>
                    <a:pt x="553867" y="1242334"/>
                  </a:lnTo>
                  <a:lnTo>
                    <a:pt x="553871" y="1242341"/>
                  </a:lnTo>
                  <a:lnTo>
                    <a:pt x="553876" y="1242352"/>
                  </a:lnTo>
                  <a:lnTo>
                    <a:pt x="553879" y="1242359"/>
                  </a:lnTo>
                  <a:lnTo>
                    <a:pt x="553880" y="1242369"/>
                  </a:lnTo>
                  <a:lnTo>
                    <a:pt x="553881" y="1242375"/>
                  </a:lnTo>
                  <a:lnTo>
                    <a:pt x="553879" y="1242390"/>
                  </a:lnTo>
                  <a:lnTo>
                    <a:pt x="553879" y="1242420"/>
                  </a:lnTo>
                  <a:lnTo>
                    <a:pt x="553874" y="1242484"/>
                  </a:lnTo>
                  <a:lnTo>
                    <a:pt x="553872" y="1242509"/>
                  </a:lnTo>
                  <a:lnTo>
                    <a:pt x="553872" y="1242522"/>
                  </a:lnTo>
                  <a:lnTo>
                    <a:pt x="553872" y="1242539"/>
                  </a:lnTo>
                  <a:lnTo>
                    <a:pt x="553872" y="1242556"/>
                  </a:lnTo>
                  <a:lnTo>
                    <a:pt x="553873" y="1242573"/>
                  </a:lnTo>
                  <a:lnTo>
                    <a:pt x="553876" y="1242597"/>
                  </a:lnTo>
                  <a:lnTo>
                    <a:pt x="553878" y="1242615"/>
                  </a:lnTo>
                  <a:lnTo>
                    <a:pt x="553879" y="1242634"/>
                  </a:lnTo>
                  <a:lnTo>
                    <a:pt x="553878" y="1242640"/>
                  </a:lnTo>
                  <a:lnTo>
                    <a:pt x="553876" y="1242647"/>
                  </a:lnTo>
                  <a:lnTo>
                    <a:pt x="553858" y="1242653"/>
                  </a:lnTo>
                  <a:lnTo>
                    <a:pt x="553848" y="1242657"/>
                  </a:lnTo>
                  <a:lnTo>
                    <a:pt x="553830" y="1242662"/>
                  </a:lnTo>
                  <a:lnTo>
                    <a:pt x="553816" y="1242668"/>
                  </a:lnTo>
                  <a:lnTo>
                    <a:pt x="553801" y="1242675"/>
                  </a:lnTo>
                  <a:lnTo>
                    <a:pt x="553790" y="1242680"/>
                  </a:lnTo>
                  <a:lnTo>
                    <a:pt x="553782" y="1242687"/>
                  </a:lnTo>
                  <a:lnTo>
                    <a:pt x="553773" y="1242696"/>
                  </a:lnTo>
                  <a:lnTo>
                    <a:pt x="553759" y="1242714"/>
                  </a:lnTo>
                  <a:lnTo>
                    <a:pt x="553746" y="1242731"/>
                  </a:lnTo>
                  <a:lnTo>
                    <a:pt x="553733" y="1242748"/>
                  </a:lnTo>
                  <a:lnTo>
                    <a:pt x="553712" y="1242773"/>
                  </a:lnTo>
                  <a:lnTo>
                    <a:pt x="553691" y="1242791"/>
                  </a:lnTo>
                  <a:lnTo>
                    <a:pt x="553673" y="1242807"/>
                  </a:lnTo>
                  <a:lnTo>
                    <a:pt x="553648" y="1242827"/>
                  </a:lnTo>
                  <a:lnTo>
                    <a:pt x="553617" y="1242850"/>
                  </a:lnTo>
                  <a:lnTo>
                    <a:pt x="553598" y="1242867"/>
                  </a:lnTo>
                  <a:lnTo>
                    <a:pt x="553580" y="1242887"/>
                  </a:lnTo>
                  <a:lnTo>
                    <a:pt x="553559" y="1242906"/>
                  </a:lnTo>
                  <a:lnTo>
                    <a:pt x="553541" y="1242923"/>
                  </a:lnTo>
                  <a:lnTo>
                    <a:pt x="553526" y="1242938"/>
                  </a:lnTo>
                  <a:lnTo>
                    <a:pt x="553504" y="1242956"/>
                  </a:lnTo>
                  <a:lnTo>
                    <a:pt x="553501" y="1242959"/>
                  </a:lnTo>
                  <a:lnTo>
                    <a:pt x="553495" y="1242965"/>
                  </a:lnTo>
                  <a:lnTo>
                    <a:pt x="553485" y="1242975"/>
                  </a:lnTo>
                  <a:lnTo>
                    <a:pt x="553451" y="1243009"/>
                  </a:lnTo>
                  <a:lnTo>
                    <a:pt x="553430" y="1243030"/>
                  </a:lnTo>
                  <a:lnTo>
                    <a:pt x="553413" y="1243052"/>
                  </a:lnTo>
                  <a:lnTo>
                    <a:pt x="553391" y="1243079"/>
                  </a:lnTo>
                  <a:lnTo>
                    <a:pt x="553363" y="1243118"/>
                  </a:lnTo>
                  <a:lnTo>
                    <a:pt x="553353" y="1243133"/>
                  </a:lnTo>
                  <a:lnTo>
                    <a:pt x="553347" y="1243141"/>
                  </a:lnTo>
                  <a:lnTo>
                    <a:pt x="553342" y="1243149"/>
                  </a:lnTo>
                  <a:lnTo>
                    <a:pt x="553340" y="1243154"/>
                  </a:lnTo>
                  <a:lnTo>
                    <a:pt x="553329" y="1243173"/>
                  </a:lnTo>
                  <a:lnTo>
                    <a:pt x="553322" y="1243191"/>
                  </a:lnTo>
                  <a:lnTo>
                    <a:pt x="553311" y="1243218"/>
                  </a:lnTo>
                  <a:lnTo>
                    <a:pt x="553310" y="1243223"/>
                  </a:lnTo>
                  <a:lnTo>
                    <a:pt x="553307" y="1243232"/>
                  </a:lnTo>
                  <a:lnTo>
                    <a:pt x="553299" y="1243257"/>
                  </a:lnTo>
                  <a:lnTo>
                    <a:pt x="553294" y="1243282"/>
                  </a:lnTo>
                  <a:lnTo>
                    <a:pt x="553289" y="1243314"/>
                  </a:lnTo>
                  <a:lnTo>
                    <a:pt x="553286" y="1243329"/>
                  </a:lnTo>
                  <a:lnTo>
                    <a:pt x="553279" y="1243346"/>
                  </a:lnTo>
                  <a:lnTo>
                    <a:pt x="553276" y="1243350"/>
                  </a:lnTo>
                  <a:lnTo>
                    <a:pt x="553271" y="1243357"/>
                  </a:lnTo>
                  <a:lnTo>
                    <a:pt x="553264" y="1243366"/>
                  </a:lnTo>
                  <a:lnTo>
                    <a:pt x="553251" y="1243371"/>
                  </a:lnTo>
                  <a:lnTo>
                    <a:pt x="553237" y="1243374"/>
                  </a:lnTo>
                  <a:lnTo>
                    <a:pt x="553227" y="1243375"/>
                  </a:lnTo>
                  <a:lnTo>
                    <a:pt x="553205" y="1243378"/>
                  </a:lnTo>
                  <a:lnTo>
                    <a:pt x="553172" y="1243379"/>
                  </a:lnTo>
                  <a:lnTo>
                    <a:pt x="553133" y="1243381"/>
                  </a:lnTo>
                  <a:lnTo>
                    <a:pt x="553108" y="1243384"/>
                  </a:lnTo>
                  <a:lnTo>
                    <a:pt x="553080" y="1243390"/>
                  </a:lnTo>
                  <a:lnTo>
                    <a:pt x="553072" y="1243392"/>
                  </a:lnTo>
                  <a:lnTo>
                    <a:pt x="553065" y="1243394"/>
                  </a:lnTo>
                  <a:lnTo>
                    <a:pt x="553058" y="1243396"/>
                  </a:lnTo>
                  <a:lnTo>
                    <a:pt x="553048" y="1243400"/>
                  </a:lnTo>
                  <a:lnTo>
                    <a:pt x="553032" y="1243406"/>
                  </a:lnTo>
                  <a:lnTo>
                    <a:pt x="553005" y="1243424"/>
                  </a:lnTo>
                  <a:lnTo>
                    <a:pt x="552989" y="1243435"/>
                  </a:lnTo>
                  <a:lnTo>
                    <a:pt x="552979" y="1243441"/>
                  </a:lnTo>
                  <a:lnTo>
                    <a:pt x="552965" y="1243449"/>
                  </a:lnTo>
                  <a:lnTo>
                    <a:pt x="552940" y="1243459"/>
                  </a:lnTo>
                  <a:lnTo>
                    <a:pt x="552928" y="1243464"/>
                  </a:lnTo>
                  <a:lnTo>
                    <a:pt x="552894" y="1243481"/>
                  </a:lnTo>
                  <a:lnTo>
                    <a:pt x="552872" y="1243493"/>
                  </a:lnTo>
                  <a:lnTo>
                    <a:pt x="552864" y="1243499"/>
                  </a:lnTo>
                  <a:lnTo>
                    <a:pt x="552852" y="1243508"/>
                  </a:lnTo>
                  <a:lnTo>
                    <a:pt x="552841" y="1243516"/>
                  </a:lnTo>
                  <a:lnTo>
                    <a:pt x="552832" y="1243523"/>
                  </a:lnTo>
                  <a:lnTo>
                    <a:pt x="552824" y="1243526"/>
                  </a:lnTo>
                  <a:lnTo>
                    <a:pt x="552811" y="1243531"/>
                  </a:lnTo>
                  <a:lnTo>
                    <a:pt x="552803" y="1243536"/>
                  </a:lnTo>
                  <a:lnTo>
                    <a:pt x="552797" y="1243543"/>
                  </a:lnTo>
                  <a:lnTo>
                    <a:pt x="552793" y="1243550"/>
                  </a:lnTo>
                  <a:lnTo>
                    <a:pt x="552789" y="1243561"/>
                  </a:lnTo>
                  <a:lnTo>
                    <a:pt x="552786" y="1243573"/>
                  </a:lnTo>
                  <a:lnTo>
                    <a:pt x="552783" y="1243582"/>
                  </a:lnTo>
                  <a:lnTo>
                    <a:pt x="552778" y="1243592"/>
                  </a:lnTo>
                  <a:lnTo>
                    <a:pt x="552763" y="1243610"/>
                  </a:lnTo>
                  <a:lnTo>
                    <a:pt x="552749" y="1243625"/>
                  </a:lnTo>
                  <a:lnTo>
                    <a:pt x="552743" y="1243633"/>
                  </a:lnTo>
                  <a:lnTo>
                    <a:pt x="552738" y="1243642"/>
                  </a:lnTo>
                  <a:lnTo>
                    <a:pt x="552737" y="1243662"/>
                  </a:lnTo>
                  <a:lnTo>
                    <a:pt x="552736" y="1243681"/>
                  </a:lnTo>
                  <a:lnTo>
                    <a:pt x="552733" y="1243703"/>
                  </a:lnTo>
                  <a:lnTo>
                    <a:pt x="552731" y="1243715"/>
                  </a:lnTo>
                  <a:lnTo>
                    <a:pt x="552728" y="1243729"/>
                  </a:lnTo>
                  <a:lnTo>
                    <a:pt x="552726" y="1243738"/>
                  </a:lnTo>
                  <a:lnTo>
                    <a:pt x="552723" y="1243753"/>
                  </a:lnTo>
                  <a:lnTo>
                    <a:pt x="552712" y="1243780"/>
                  </a:lnTo>
                  <a:lnTo>
                    <a:pt x="552706" y="1243788"/>
                  </a:lnTo>
                  <a:lnTo>
                    <a:pt x="552701" y="1243792"/>
                  </a:lnTo>
                  <a:lnTo>
                    <a:pt x="552697" y="1243794"/>
                  </a:lnTo>
                  <a:lnTo>
                    <a:pt x="552690" y="1243788"/>
                  </a:lnTo>
                  <a:lnTo>
                    <a:pt x="552672" y="1243772"/>
                  </a:lnTo>
                  <a:lnTo>
                    <a:pt x="552646" y="1243753"/>
                  </a:lnTo>
                  <a:lnTo>
                    <a:pt x="552634" y="1243747"/>
                  </a:lnTo>
                  <a:lnTo>
                    <a:pt x="552616" y="1243737"/>
                  </a:lnTo>
                  <a:lnTo>
                    <a:pt x="552610" y="1243734"/>
                  </a:lnTo>
                  <a:lnTo>
                    <a:pt x="552584" y="1243725"/>
                  </a:lnTo>
                  <a:lnTo>
                    <a:pt x="552565" y="1243722"/>
                  </a:lnTo>
                  <a:lnTo>
                    <a:pt x="552550" y="1243720"/>
                  </a:lnTo>
                  <a:lnTo>
                    <a:pt x="552538" y="1243718"/>
                  </a:lnTo>
                  <a:lnTo>
                    <a:pt x="552480" y="1243712"/>
                  </a:lnTo>
                  <a:lnTo>
                    <a:pt x="552450" y="1243709"/>
                  </a:lnTo>
                  <a:lnTo>
                    <a:pt x="552441" y="1243707"/>
                  </a:lnTo>
                  <a:lnTo>
                    <a:pt x="552403" y="1243699"/>
                  </a:lnTo>
                  <a:lnTo>
                    <a:pt x="552356" y="1243687"/>
                  </a:lnTo>
                  <a:lnTo>
                    <a:pt x="552339" y="1243684"/>
                  </a:lnTo>
                  <a:lnTo>
                    <a:pt x="552305" y="1243680"/>
                  </a:lnTo>
                  <a:lnTo>
                    <a:pt x="552301" y="1243679"/>
                  </a:lnTo>
                  <a:lnTo>
                    <a:pt x="552268" y="1243671"/>
                  </a:lnTo>
                  <a:lnTo>
                    <a:pt x="552249" y="1243667"/>
                  </a:lnTo>
                  <a:lnTo>
                    <a:pt x="552236" y="1243664"/>
                  </a:lnTo>
                  <a:lnTo>
                    <a:pt x="552205" y="1243655"/>
                  </a:lnTo>
                  <a:lnTo>
                    <a:pt x="552191" y="1243650"/>
                  </a:lnTo>
                  <a:lnTo>
                    <a:pt x="552175" y="1243646"/>
                  </a:lnTo>
                  <a:lnTo>
                    <a:pt x="552156" y="1243641"/>
                  </a:lnTo>
                  <a:lnTo>
                    <a:pt x="552141" y="1243640"/>
                  </a:lnTo>
                  <a:lnTo>
                    <a:pt x="552123" y="1243640"/>
                  </a:lnTo>
                  <a:lnTo>
                    <a:pt x="552101" y="1243644"/>
                  </a:lnTo>
                  <a:lnTo>
                    <a:pt x="552076" y="1243649"/>
                  </a:lnTo>
                  <a:lnTo>
                    <a:pt x="552068" y="1243652"/>
                  </a:lnTo>
                  <a:lnTo>
                    <a:pt x="552050" y="1243657"/>
                  </a:lnTo>
                  <a:lnTo>
                    <a:pt x="552040" y="1243660"/>
                  </a:lnTo>
                  <a:lnTo>
                    <a:pt x="552033" y="1243663"/>
                  </a:lnTo>
                  <a:lnTo>
                    <a:pt x="552015" y="1243669"/>
                  </a:lnTo>
                  <a:lnTo>
                    <a:pt x="551990" y="1243676"/>
                  </a:lnTo>
                  <a:lnTo>
                    <a:pt x="551976" y="1243680"/>
                  </a:lnTo>
                  <a:lnTo>
                    <a:pt x="551960" y="1243683"/>
                  </a:lnTo>
                  <a:lnTo>
                    <a:pt x="551941" y="1243683"/>
                  </a:lnTo>
                  <a:lnTo>
                    <a:pt x="551918" y="1243682"/>
                  </a:lnTo>
                  <a:lnTo>
                    <a:pt x="551909" y="1243682"/>
                  </a:lnTo>
                  <a:lnTo>
                    <a:pt x="551886" y="1243680"/>
                  </a:lnTo>
                  <a:lnTo>
                    <a:pt x="551874" y="1243679"/>
                  </a:lnTo>
                  <a:lnTo>
                    <a:pt x="551860" y="1243678"/>
                  </a:lnTo>
                  <a:lnTo>
                    <a:pt x="551835" y="1243676"/>
                  </a:lnTo>
                  <a:lnTo>
                    <a:pt x="551806" y="1243675"/>
                  </a:lnTo>
                  <a:lnTo>
                    <a:pt x="551781" y="1243676"/>
                  </a:lnTo>
                  <a:lnTo>
                    <a:pt x="551771" y="1243678"/>
                  </a:lnTo>
                  <a:lnTo>
                    <a:pt x="551755" y="1243682"/>
                  </a:lnTo>
                  <a:lnTo>
                    <a:pt x="551730" y="1243687"/>
                  </a:lnTo>
                  <a:lnTo>
                    <a:pt x="551702" y="1243693"/>
                  </a:lnTo>
                  <a:lnTo>
                    <a:pt x="551678" y="1243696"/>
                  </a:lnTo>
                  <a:lnTo>
                    <a:pt x="551650" y="1243701"/>
                  </a:lnTo>
                  <a:lnTo>
                    <a:pt x="551631" y="1243704"/>
                  </a:lnTo>
                  <a:lnTo>
                    <a:pt x="551625" y="1243705"/>
                  </a:lnTo>
                  <a:lnTo>
                    <a:pt x="551605" y="1243708"/>
                  </a:lnTo>
                  <a:lnTo>
                    <a:pt x="551587" y="1243713"/>
                  </a:lnTo>
                  <a:lnTo>
                    <a:pt x="551563" y="1243718"/>
                  </a:lnTo>
                  <a:lnTo>
                    <a:pt x="551548" y="1243723"/>
                  </a:lnTo>
                  <a:lnTo>
                    <a:pt x="551533" y="1243728"/>
                  </a:lnTo>
                  <a:lnTo>
                    <a:pt x="551498" y="1243740"/>
                  </a:lnTo>
                  <a:lnTo>
                    <a:pt x="551482" y="1243748"/>
                  </a:lnTo>
                  <a:lnTo>
                    <a:pt x="551477" y="1243751"/>
                  </a:lnTo>
                  <a:lnTo>
                    <a:pt x="551445" y="1243768"/>
                  </a:lnTo>
                  <a:lnTo>
                    <a:pt x="551415" y="1243784"/>
                  </a:lnTo>
                  <a:lnTo>
                    <a:pt x="551409" y="1243787"/>
                  </a:lnTo>
                  <a:lnTo>
                    <a:pt x="551399" y="1243793"/>
                  </a:lnTo>
                  <a:lnTo>
                    <a:pt x="551382" y="1243800"/>
                  </a:lnTo>
                  <a:lnTo>
                    <a:pt x="551373" y="1243802"/>
                  </a:lnTo>
                  <a:lnTo>
                    <a:pt x="551364" y="1243799"/>
                  </a:lnTo>
                  <a:lnTo>
                    <a:pt x="551358" y="1243795"/>
                  </a:lnTo>
                  <a:lnTo>
                    <a:pt x="551353" y="1243793"/>
                  </a:lnTo>
                  <a:lnTo>
                    <a:pt x="551347" y="1243790"/>
                  </a:lnTo>
                  <a:lnTo>
                    <a:pt x="551342" y="1243785"/>
                  </a:lnTo>
                  <a:lnTo>
                    <a:pt x="551336" y="1243777"/>
                  </a:lnTo>
                  <a:lnTo>
                    <a:pt x="551328" y="1243770"/>
                  </a:lnTo>
                  <a:lnTo>
                    <a:pt x="551319" y="1243764"/>
                  </a:lnTo>
                  <a:lnTo>
                    <a:pt x="551313" y="1243760"/>
                  </a:lnTo>
                  <a:lnTo>
                    <a:pt x="551308" y="1243755"/>
                  </a:lnTo>
                  <a:lnTo>
                    <a:pt x="551305" y="1243747"/>
                  </a:lnTo>
                  <a:lnTo>
                    <a:pt x="551303" y="1243732"/>
                  </a:lnTo>
                  <a:lnTo>
                    <a:pt x="551299" y="1243717"/>
                  </a:lnTo>
                  <a:lnTo>
                    <a:pt x="551294" y="1243705"/>
                  </a:lnTo>
                  <a:lnTo>
                    <a:pt x="551286" y="1243688"/>
                  </a:lnTo>
                  <a:lnTo>
                    <a:pt x="551281" y="1243675"/>
                  </a:lnTo>
                  <a:lnTo>
                    <a:pt x="551277" y="1243659"/>
                  </a:lnTo>
                  <a:lnTo>
                    <a:pt x="551275" y="1243651"/>
                  </a:lnTo>
                  <a:lnTo>
                    <a:pt x="551270" y="1243629"/>
                  </a:lnTo>
                  <a:lnTo>
                    <a:pt x="551255" y="1243602"/>
                  </a:lnTo>
                  <a:lnTo>
                    <a:pt x="551244" y="1243588"/>
                  </a:lnTo>
                  <a:lnTo>
                    <a:pt x="551234" y="1243578"/>
                  </a:lnTo>
                  <a:lnTo>
                    <a:pt x="551208" y="1243556"/>
                  </a:lnTo>
                  <a:lnTo>
                    <a:pt x="551186" y="1243533"/>
                  </a:lnTo>
                  <a:lnTo>
                    <a:pt x="551174" y="1243518"/>
                  </a:lnTo>
                  <a:lnTo>
                    <a:pt x="551165" y="1243504"/>
                  </a:lnTo>
                  <a:lnTo>
                    <a:pt x="551162" y="1243499"/>
                  </a:lnTo>
                  <a:lnTo>
                    <a:pt x="551159" y="1243492"/>
                  </a:lnTo>
                  <a:lnTo>
                    <a:pt x="551158" y="1243487"/>
                  </a:lnTo>
                  <a:lnTo>
                    <a:pt x="551157" y="1243480"/>
                  </a:lnTo>
                  <a:lnTo>
                    <a:pt x="551157" y="1243468"/>
                  </a:lnTo>
                  <a:lnTo>
                    <a:pt x="551160" y="1243445"/>
                  </a:lnTo>
                  <a:lnTo>
                    <a:pt x="551163" y="1243424"/>
                  </a:lnTo>
                  <a:lnTo>
                    <a:pt x="551161" y="1243408"/>
                  </a:lnTo>
                  <a:lnTo>
                    <a:pt x="551161" y="1243403"/>
                  </a:lnTo>
                  <a:lnTo>
                    <a:pt x="551160" y="1243394"/>
                  </a:lnTo>
                  <a:lnTo>
                    <a:pt x="551153" y="1243354"/>
                  </a:lnTo>
                  <a:lnTo>
                    <a:pt x="551151" y="1243349"/>
                  </a:lnTo>
                  <a:lnTo>
                    <a:pt x="551143" y="1243333"/>
                  </a:lnTo>
                  <a:lnTo>
                    <a:pt x="551136" y="1243322"/>
                  </a:lnTo>
                  <a:lnTo>
                    <a:pt x="551130" y="1243314"/>
                  </a:lnTo>
                  <a:lnTo>
                    <a:pt x="551126" y="1243310"/>
                  </a:lnTo>
                  <a:lnTo>
                    <a:pt x="551109" y="1243292"/>
                  </a:lnTo>
                  <a:lnTo>
                    <a:pt x="551085" y="1243270"/>
                  </a:lnTo>
                  <a:lnTo>
                    <a:pt x="551065" y="1243254"/>
                  </a:lnTo>
                  <a:lnTo>
                    <a:pt x="551044" y="1243229"/>
                  </a:lnTo>
                  <a:lnTo>
                    <a:pt x="551029" y="1243216"/>
                  </a:lnTo>
                  <a:lnTo>
                    <a:pt x="551011" y="1243204"/>
                  </a:lnTo>
                  <a:lnTo>
                    <a:pt x="550988" y="1243188"/>
                  </a:lnTo>
                  <a:lnTo>
                    <a:pt x="550963" y="1243167"/>
                  </a:lnTo>
                  <a:lnTo>
                    <a:pt x="550951" y="1243158"/>
                  </a:lnTo>
                  <a:lnTo>
                    <a:pt x="550931" y="1243143"/>
                  </a:lnTo>
                  <a:lnTo>
                    <a:pt x="550910" y="1243125"/>
                  </a:lnTo>
                  <a:lnTo>
                    <a:pt x="550899" y="1243110"/>
                  </a:lnTo>
                  <a:lnTo>
                    <a:pt x="550884" y="1243083"/>
                  </a:lnTo>
                  <a:lnTo>
                    <a:pt x="550873" y="1243063"/>
                  </a:lnTo>
                  <a:lnTo>
                    <a:pt x="550867" y="1243047"/>
                  </a:lnTo>
                  <a:lnTo>
                    <a:pt x="550859" y="1243032"/>
                  </a:lnTo>
                  <a:lnTo>
                    <a:pt x="550839" y="1243001"/>
                  </a:lnTo>
                  <a:lnTo>
                    <a:pt x="550836" y="1242996"/>
                  </a:lnTo>
                  <a:lnTo>
                    <a:pt x="550821" y="1242980"/>
                  </a:lnTo>
                  <a:lnTo>
                    <a:pt x="550806" y="1242965"/>
                  </a:lnTo>
                  <a:lnTo>
                    <a:pt x="550802" y="1242961"/>
                  </a:lnTo>
                  <a:lnTo>
                    <a:pt x="550792" y="1242951"/>
                  </a:lnTo>
                  <a:lnTo>
                    <a:pt x="550757" y="1242928"/>
                  </a:lnTo>
                  <a:lnTo>
                    <a:pt x="550745" y="1242921"/>
                  </a:lnTo>
                  <a:lnTo>
                    <a:pt x="550733" y="1242913"/>
                  </a:lnTo>
                  <a:lnTo>
                    <a:pt x="550723" y="1242907"/>
                  </a:lnTo>
                  <a:lnTo>
                    <a:pt x="550703" y="1242897"/>
                  </a:lnTo>
                  <a:lnTo>
                    <a:pt x="550657" y="1242884"/>
                  </a:lnTo>
                  <a:lnTo>
                    <a:pt x="550633" y="1242876"/>
                  </a:lnTo>
                  <a:lnTo>
                    <a:pt x="550605" y="1242869"/>
                  </a:lnTo>
                  <a:lnTo>
                    <a:pt x="550551" y="1242856"/>
                  </a:lnTo>
                  <a:lnTo>
                    <a:pt x="550533" y="1242851"/>
                  </a:lnTo>
                  <a:lnTo>
                    <a:pt x="550518" y="1242850"/>
                  </a:lnTo>
                  <a:lnTo>
                    <a:pt x="550505" y="1242851"/>
                  </a:lnTo>
                  <a:lnTo>
                    <a:pt x="550493" y="1242853"/>
                  </a:lnTo>
                  <a:lnTo>
                    <a:pt x="550488" y="1242851"/>
                  </a:lnTo>
                  <a:lnTo>
                    <a:pt x="550483" y="1242845"/>
                  </a:lnTo>
                  <a:lnTo>
                    <a:pt x="550479" y="1242836"/>
                  </a:lnTo>
                  <a:lnTo>
                    <a:pt x="550470" y="1242819"/>
                  </a:lnTo>
                  <a:lnTo>
                    <a:pt x="550463" y="1242804"/>
                  </a:lnTo>
                  <a:lnTo>
                    <a:pt x="550462" y="1242794"/>
                  </a:lnTo>
                  <a:lnTo>
                    <a:pt x="550462" y="1242782"/>
                  </a:lnTo>
                  <a:lnTo>
                    <a:pt x="550463" y="1242772"/>
                  </a:lnTo>
                  <a:lnTo>
                    <a:pt x="550455" y="1242758"/>
                  </a:lnTo>
                  <a:lnTo>
                    <a:pt x="550443" y="1242744"/>
                  </a:lnTo>
                  <a:lnTo>
                    <a:pt x="550430" y="1242730"/>
                  </a:lnTo>
                  <a:lnTo>
                    <a:pt x="550419" y="1242717"/>
                  </a:lnTo>
                  <a:lnTo>
                    <a:pt x="550404" y="1242698"/>
                  </a:lnTo>
                  <a:lnTo>
                    <a:pt x="550385" y="1242671"/>
                  </a:lnTo>
                  <a:lnTo>
                    <a:pt x="550372" y="1242648"/>
                  </a:lnTo>
                  <a:lnTo>
                    <a:pt x="550363" y="1242628"/>
                  </a:lnTo>
                  <a:lnTo>
                    <a:pt x="550358" y="1242618"/>
                  </a:lnTo>
                  <a:lnTo>
                    <a:pt x="550354" y="1242603"/>
                  </a:lnTo>
                  <a:lnTo>
                    <a:pt x="550348" y="1242590"/>
                  </a:lnTo>
                  <a:lnTo>
                    <a:pt x="550341" y="1242577"/>
                  </a:lnTo>
                  <a:lnTo>
                    <a:pt x="550332" y="1242564"/>
                  </a:lnTo>
                  <a:lnTo>
                    <a:pt x="550324" y="1242556"/>
                  </a:lnTo>
                  <a:lnTo>
                    <a:pt x="550315" y="1242546"/>
                  </a:lnTo>
                  <a:lnTo>
                    <a:pt x="550305" y="1242539"/>
                  </a:lnTo>
                  <a:lnTo>
                    <a:pt x="550293" y="1242532"/>
                  </a:lnTo>
                  <a:lnTo>
                    <a:pt x="550279" y="1242527"/>
                  </a:lnTo>
                  <a:lnTo>
                    <a:pt x="550268" y="1242522"/>
                  </a:lnTo>
                  <a:lnTo>
                    <a:pt x="550261" y="1242516"/>
                  </a:lnTo>
                  <a:lnTo>
                    <a:pt x="550252" y="1242507"/>
                  </a:lnTo>
                  <a:lnTo>
                    <a:pt x="550244" y="1242496"/>
                  </a:lnTo>
                  <a:lnTo>
                    <a:pt x="550237" y="1242487"/>
                  </a:lnTo>
                  <a:lnTo>
                    <a:pt x="550228" y="1242473"/>
                  </a:lnTo>
                  <a:lnTo>
                    <a:pt x="550221" y="1242462"/>
                  </a:lnTo>
                  <a:lnTo>
                    <a:pt x="550215" y="1242455"/>
                  </a:lnTo>
                  <a:lnTo>
                    <a:pt x="550201" y="1242434"/>
                  </a:lnTo>
                  <a:lnTo>
                    <a:pt x="550180" y="1242412"/>
                  </a:lnTo>
                  <a:lnTo>
                    <a:pt x="550167" y="1242395"/>
                  </a:lnTo>
                  <a:lnTo>
                    <a:pt x="550162" y="1242385"/>
                  </a:lnTo>
                  <a:lnTo>
                    <a:pt x="550153" y="1242362"/>
                  </a:lnTo>
                  <a:lnTo>
                    <a:pt x="550146" y="1242342"/>
                  </a:lnTo>
                  <a:lnTo>
                    <a:pt x="550143" y="1242333"/>
                  </a:lnTo>
                  <a:lnTo>
                    <a:pt x="550140" y="1242324"/>
                  </a:lnTo>
                  <a:lnTo>
                    <a:pt x="550130" y="1242306"/>
                  </a:lnTo>
                  <a:lnTo>
                    <a:pt x="550120" y="1242287"/>
                  </a:lnTo>
                  <a:lnTo>
                    <a:pt x="550104" y="1242270"/>
                  </a:lnTo>
                  <a:lnTo>
                    <a:pt x="550094" y="1242263"/>
                  </a:lnTo>
                  <a:lnTo>
                    <a:pt x="550080" y="1242258"/>
                  </a:lnTo>
                  <a:lnTo>
                    <a:pt x="550074" y="1242257"/>
                  </a:lnTo>
                  <a:lnTo>
                    <a:pt x="550050" y="1242253"/>
                  </a:lnTo>
                  <a:lnTo>
                    <a:pt x="550016" y="1242250"/>
                  </a:lnTo>
                  <a:lnTo>
                    <a:pt x="550003" y="1242247"/>
                  </a:lnTo>
                  <a:lnTo>
                    <a:pt x="549997" y="1242246"/>
                  </a:lnTo>
                  <a:lnTo>
                    <a:pt x="549966" y="1242241"/>
                  </a:lnTo>
                  <a:lnTo>
                    <a:pt x="549941" y="1242234"/>
                  </a:lnTo>
                  <a:lnTo>
                    <a:pt x="549934" y="1242231"/>
                  </a:lnTo>
                  <a:lnTo>
                    <a:pt x="549913" y="1242223"/>
                  </a:lnTo>
                  <a:lnTo>
                    <a:pt x="549896" y="1242217"/>
                  </a:lnTo>
                  <a:lnTo>
                    <a:pt x="549881" y="1242211"/>
                  </a:lnTo>
                  <a:lnTo>
                    <a:pt x="549855" y="1242197"/>
                  </a:lnTo>
                  <a:lnTo>
                    <a:pt x="549850" y="1242194"/>
                  </a:lnTo>
                  <a:lnTo>
                    <a:pt x="549835" y="1242187"/>
                  </a:lnTo>
                  <a:lnTo>
                    <a:pt x="549814" y="1242177"/>
                  </a:lnTo>
                  <a:lnTo>
                    <a:pt x="549794" y="1242172"/>
                  </a:lnTo>
                  <a:lnTo>
                    <a:pt x="549778" y="1242168"/>
                  </a:lnTo>
                  <a:lnTo>
                    <a:pt x="549754" y="1242159"/>
                  </a:lnTo>
                  <a:lnTo>
                    <a:pt x="549727" y="1242146"/>
                  </a:lnTo>
                  <a:lnTo>
                    <a:pt x="549714" y="1242139"/>
                  </a:lnTo>
                  <a:lnTo>
                    <a:pt x="549703" y="1242133"/>
                  </a:lnTo>
                  <a:lnTo>
                    <a:pt x="549695" y="1242129"/>
                  </a:lnTo>
                  <a:lnTo>
                    <a:pt x="549672" y="1242123"/>
                  </a:lnTo>
                  <a:lnTo>
                    <a:pt x="549649" y="1242119"/>
                  </a:lnTo>
                  <a:lnTo>
                    <a:pt x="549605" y="1242117"/>
                  </a:lnTo>
                  <a:lnTo>
                    <a:pt x="549576" y="1242118"/>
                  </a:lnTo>
                  <a:lnTo>
                    <a:pt x="549570" y="1242118"/>
                  </a:lnTo>
                  <a:lnTo>
                    <a:pt x="549548" y="1242119"/>
                  </a:lnTo>
                  <a:lnTo>
                    <a:pt x="549533" y="1242121"/>
                  </a:lnTo>
                  <a:lnTo>
                    <a:pt x="549497" y="1242124"/>
                  </a:lnTo>
                  <a:lnTo>
                    <a:pt x="549468" y="1242127"/>
                  </a:lnTo>
                  <a:lnTo>
                    <a:pt x="549449" y="1242128"/>
                  </a:lnTo>
                  <a:lnTo>
                    <a:pt x="549432" y="1242129"/>
                  </a:lnTo>
                  <a:lnTo>
                    <a:pt x="549420" y="1242130"/>
                  </a:lnTo>
                  <a:lnTo>
                    <a:pt x="549404" y="1242132"/>
                  </a:lnTo>
                  <a:lnTo>
                    <a:pt x="549387" y="1242136"/>
                  </a:lnTo>
                  <a:lnTo>
                    <a:pt x="549371" y="1242140"/>
                  </a:lnTo>
                  <a:lnTo>
                    <a:pt x="549356" y="1242142"/>
                  </a:lnTo>
                  <a:lnTo>
                    <a:pt x="549345" y="1242142"/>
                  </a:lnTo>
                  <a:lnTo>
                    <a:pt x="549333" y="1242139"/>
                  </a:lnTo>
                  <a:lnTo>
                    <a:pt x="549303" y="1242129"/>
                  </a:lnTo>
                  <a:lnTo>
                    <a:pt x="549288" y="1242124"/>
                  </a:lnTo>
                  <a:lnTo>
                    <a:pt x="549256" y="1242117"/>
                  </a:lnTo>
                  <a:lnTo>
                    <a:pt x="549232" y="1242113"/>
                  </a:lnTo>
                  <a:lnTo>
                    <a:pt x="549206" y="1242110"/>
                  </a:lnTo>
                  <a:lnTo>
                    <a:pt x="549179" y="1242110"/>
                  </a:lnTo>
                  <a:lnTo>
                    <a:pt x="549151" y="1242113"/>
                  </a:lnTo>
                  <a:lnTo>
                    <a:pt x="549146" y="1242113"/>
                  </a:lnTo>
                  <a:lnTo>
                    <a:pt x="549122" y="1242114"/>
                  </a:lnTo>
                  <a:lnTo>
                    <a:pt x="549059" y="1242119"/>
                  </a:lnTo>
                  <a:lnTo>
                    <a:pt x="549027" y="1242122"/>
                  </a:lnTo>
                  <a:lnTo>
                    <a:pt x="549010" y="1242125"/>
                  </a:lnTo>
                  <a:lnTo>
                    <a:pt x="549005" y="1242126"/>
                  </a:lnTo>
                  <a:lnTo>
                    <a:pt x="548993" y="1242130"/>
                  </a:lnTo>
                  <a:lnTo>
                    <a:pt x="548987" y="1242132"/>
                  </a:lnTo>
                  <a:lnTo>
                    <a:pt x="548948" y="1242148"/>
                  </a:lnTo>
                  <a:lnTo>
                    <a:pt x="548937" y="1242153"/>
                  </a:lnTo>
                  <a:lnTo>
                    <a:pt x="548928" y="1242157"/>
                  </a:lnTo>
                  <a:lnTo>
                    <a:pt x="548923" y="1242160"/>
                  </a:lnTo>
                  <a:lnTo>
                    <a:pt x="548916" y="1242163"/>
                  </a:lnTo>
                  <a:lnTo>
                    <a:pt x="548877" y="1242183"/>
                  </a:lnTo>
                  <a:lnTo>
                    <a:pt x="548858" y="1242196"/>
                  </a:lnTo>
                  <a:lnTo>
                    <a:pt x="548817" y="1242217"/>
                  </a:lnTo>
                  <a:lnTo>
                    <a:pt x="548806" y="1242222"/>
                  </a:lnTo>
                  <a:lnTo>
                    <a:pt x="548791" y="1242228"/>
                  </a:lnTo>
                  <a:lnTo>
                    <a:pt x="548785" y="1242229"/>
                  </a:lnTo>
                  <a:lnTo>
                    <a:pt x="548772" y="1242231"/>
                  </a:lnTo>
                  <a:lnTo>
                    <a:pt x="548748" y="1242234"/>
                  </a:lnTo>
                  <a:lnTo>
                    <a:pt x="548734" y="1242237"/>
                  </a:lnTo>
                  <a:lnTo>
                    <a:pt x="548721" y="1242244"/>
                  </a:lnTo>
                  <a:lnTo>
                    <a:pt x="548714" y="1242251"/>
                  </a:lnTo>
                  <a:lnTo>
                    <a:pt x="548705" y="1242264"/>
                  </a:lnTo>
                  <a:lnTo>
                    <a:pt x="548696" y="1242276"/>
                  </a:lnTo>
                  <a:lnTo>
                    <a:pt x="548689" y="1242282"/>
                  </a:lnTo>
                  <a:lnTo>
                    <a:pt x="548678" y="1242286"/>
                  </a:lnTo>
                  <a:lnTo>
                    <a:pt x="548665" y="1242291"/>
                  </a:lnTo>
                  <a:lnTo>
                    <a:pt x="548650" y="1242297"/>
                  </a:lnTo>
                  <a:lnTo>
                    <a:pt x="548637" y="1242295"/>
                  </a:lnTo>
                  <a:lnTo>
                    <a:pt x="548628" y="1242292"/>
                  </a:lnTo>
                  <a:lnTo>
                    <a:pt x="548619" y="1242286"/>
                  </a:lnTo>
                  <a:lnTo>
                    <a:pt x="548610" y="1242278"/>
                  </a:lnTo>
                  <a:lnTo>
                    <a:pt x="548603" y="1242267"/>
                  </a:lnTo>
                  <a:lnTo>
                    <a:pt x="548591" y="1242248"/>
                  </a:lnTo>
                  <a:lnTo>
                    <a:pt x="548580" y="1242230"/>
                  </a:lnTo>
                  <a:lnTo>
                    <a:pt x="548569" y="1242217"/>
                  </a:lnTo>
                  <a:lnTo>
                    <a:pt x="548558" y="1242204"/>
                  </a:lnTo>
                  <a:lnTo>
                    <a:pt x="548550" y="1242195"/>
                  </a:lnTo>
                  <a:lnTo>
                    <a:pt x="548543" y="1242180"/>
                  </a:lnTo>
                  <a:lnTo>
                    <a:pt x="548537" y="1242168"/>
                  </a:lnTo>
                  <a:lnTo>
                    <a:pt x="548530" y="1242159"/>
                  </a:lnTo>
                  <a:lnTo>
                    <a:pt x="548521" y="1242154"/>
                  </a:lnTo>
                  <a:lnTo>
                    <a:pt x="548511" y="1242146"/>
                  </a:lnTo>
                  <a:lnTo>
                    <a:pt x="548503" y="1242140"/>
                  </a:lnTo>
                  <a:lnTo>
                    <a:pt x="548497" y="1242131"/>
                  </a:lnTo>
                  <a:lnTo>
                    <a:pt x="548488" y="1242112"/>
                  </a:lnTo>
                  <a:lnTo>
                    <a:pt x="548477" y="1242087"/>
                  </a:lnTo>
                  <a:lnTo>
                    <a:pt x="548471" y="1242076"/>
                  </a:lnTo>
                  <a:lnTo>
                    <a:pt x="548464" y="1242062"/>
                  </a:lnTo>
                  <a:lnTo>
                    <a:pt x="548452" y="1242045"/>
                  </a:lnTo>
                  <a:lnTo>
                    <a:pt x="548436" y="1242026"/>
                  </a:lnTo>
                  <a:lnTo>
                    <a:pt x="548420" y="1242007"/>
                  </a:lnTo>
                  <a:lnTo>
                    <a:pt x="548403" y="1241986"/>
                  </a:lnTo>
                  <a:lnTo>
                    <a:pt x="548400" y="1241978"/>
                  </a:lnTo>
                  <a:lnTo>
                    <a:pt x="548394" y="1241963"/>
                  </a:lnTo>
                  <a:lnTo>
                    <a:pt x="548388" y="1241945"/>
                  </a:lnTo>
                  <a:lnTo>
                    <a:pt x="548388" y="1241934"/>
                  </a:lnTo>
                  <a:lnTo>
                    <a:pt x="548385" y="1241915"/>
                  </a:lnTo>
                  <a:lnTo>
                    <a:pt x="548382" y="1241892"/>
                  </a:lnTo>
                  <a:lnTo>
                    <a:pt x="548378" y="1241875"/>
                  </a:lnTo>
                  <a:lnTo>
                    <a:pt x="548372" y="1241849"/>
                  </a:lnTo>
                  <a:lnTo>
                    <a:pt x="548358" y="1241825"/>
                  </a:lnTo>
                  <a:lnTo>
                    <a:pt x="548338" y="1241796"/>
                  </a:lnTo>
                  <a:lnTo>
                    <a:pt x="548321" y="1241780"/>
                  </a:lnTo>
                  <a:lnTo>
                    <a:pt x="548302" y="1241771"/>
                  </a:lnTo>
                  <a:lnTo>
                    <a:pt x="548285" y="1241765"/>
                  </a:lnTo>
                  <a:lnTo>
                    <a:pt x="548257" y="1241758"/>
                  </a:lnTo>
                  <a:lnTo>
                    <a:pt x="548218" y="1241747"/>
                  </a:lnTo>
                  <a:lnTo>
                    <a:pt x="548195" y="1241738"/>
                  </a:lnTo>
                  <a:lnTo>
                    <a:pt x="548165" y="1241725"/>
                  </a:lnTo>
                  <a:lnTo>
                    <a:pt x="548136" y="1241716"/>
                  </a:lnTo>
                  <a:lnTo>
                    <a:pt x="548165" y="1241700"/>
                  </a:lnTo>
                  <a:lnTo>
                    <a:pt x="548189" y="1241680"/>
                  </a:lnTo>
                  <a:lnTo>
                    <a:pt x="548220" y="1241650"/>
                  </a:lnTo>
                  <a:lnTo>
                    <a:pt x="548245" y="1241621"/>
                  </a:lnTo>
                  <a:lnTo>
                    <a:pt x="548272" y="1241595"/>
                  </a:lnTo>
                  <a:lnTo>
                    <a:pt x="548281" y="1241586"/>
                  </a:lnTo>
                  <a:lnTo>
                    <a:pt x="548290" y="1241572"/>
                  </a:lnTo>
                  <a:lnTo>
                    <a:pt x="548295" y="1241563"/>
                  </a:lnTo>
                  <a:lnTo>
                    <a:pt x="548297" y="1241557"/>
                  </a:lnTo>
                  <a:lnTo>
                    <a:pt x="548300" y="1241539"/>
                  </a:lnTo>
                  <a:lnTo>
                    <a:pt x="548301" y="1241526"/>
                  </a:lnTo>
                  <a:lnTo>
                    <a:pt x="548299" y="1241507"/>
                  </a:lnTo>
                  <a:lnTo>
                    <a:pt x="548296" y="1241488"/>
                  </a:lnTo>
                  <a:lnTo>
                    <a:pt x="548292" y="1241478"/>
                  </a:lnTo>
                  <a:lnTo>
                    <a:pt x="548280" y="1241456"/>
                  </a:lnTo>
                  <a:lnTo>
                    <a:pt x="548272" y="1241442"/>
                  </a:lnTo>
                  <a:lnTo>
                    <a:pt x="548265" y="1241432"/>
                  </a:lnTo>
                  <a:lnTo>
                    <a:pt x="548255" y="1241421"/>
                  </a:lnTo>
                  <a:lnTo>
                    <a:pt x="548244" y="1241413"/>
                  </a:lnTo>
                  <a:lnTo>
                    <a:pt x="548235" y="1241406"/>
                  </a:lnTo>
                  <a:lnTo>
                    <a:pt x="548226" y="1241400"/>
                  </a:lnTo>
                  <a:lnTo>
                    <a:pt x="548213" y="1241393"/>
                  </a:lnTo>
                  <a:lnTo>
                    <a:pt x="548202" y="1241387"/>
                  </a:lnTo>
                  <a:lnTo>
                    <a:pt x="548192" y="1241379"/>
                  </a:lnTo>
                  <a:lnTo>
                    <a:pt x="548184" y="1241368"/>
                  </a:lnTo>
                  <a:lnTo>
                    <a:pt x="548174" y="1241353"/>
                  </a:lnTo>
                  <a:lnTo>
                    <a:pt x="548165" y="1241332"/>
                  </a:lnTo>
                  <a:lnTo>
                    <a:pt x="548155" y="1241308"/>
                  </a:lnTo>
                  <a:lnTo>
                    <a:pt x="548147" y="1241284"/>
                  </a:lnTo>
                  <a:lnTo>
                    <a:pt x="548143" y="1241260"/>
                  </a:lnTo>
                  <a:lnTo>
                    <a:pt x="548139" y="1241244"/>
                  </a:lnTo>
                  <a:lnTo>
                    <a:pt x="548134" y="1241217"/>
                  </a:lnTo>
                  <a:lnTo>
                    <a:pt x="548129" y="1241194"/>
                  </a:lnTo>
                  <a:lnTo>
                    <a:pt x="548122" y="1241162"/>
                  </a:lnTo>
                  <a:lnTo>
                    <a:pt x="548119" y="1241152"/>
                  </a:lnTo>
                  <a:lnTo>
                    <a:pt x="548113" y="1241138"/>
                  </a:lnTo>
                  <a:lnTo>
                    <a:pt x="548107" y="1241130"/>
                  </a:lnTo>
                  <a:lnTo>
                    <a:pt x="548101" y="1241116"/>
                  </a:lnTo>
                  <a:lnTo>
                    <a:pt x="548100" y="1241106"/>
                  </a:lnTo>
                  <a:lnTo>
                    <a:pt x="548100" y="1241090"/>
                  </a:lnTo>
                  <a:lnTo>
                    <a:pt x="548101" y="1241072"/>
                  </a:lnTo>
                  <a:lnTo>
                    <a:pt x="548105" y="1241047"/>
                  </a:lnTo>
                  <a:lnTo>
                    <a:pt x="548113" y="1241023"/>
                  </a:lnTo>
                  <a:lnTo>
                    <a:pt x="548123" y="1240999"/>
                  </a:lnTo>
                  <a:lnTo>
                    <a:pt x="548129" y="1240980"/>
                  </a:lnTo>
                  <a:lnTo>
                    <a:pt x="548131" y="1240966"/>
                  </a:lnTo>
                  <a:lnTo>
                    <a:pt x="548131" y="1240958"/>
                  </a:lnTo>
                  <a:lnTo>
                    <a:pt x="548128" y="1240947"/>
                  </a:lnTo>
                  <a:lnTo>
                    <a:pt x="548125" y="1240939"/>
                  </a:lnTo>
                  <a:lnTo>
                    <a:pt x="548118" y="1240927"/>
                  </a:lnTo>
                  <a:lnTo>
                    <a:pt x="548113" y="1240927"/>
                  </a:lnTo>
                  <a:lnTo>
                    <a:pt x="548078" y="1240966"/>
                  </a:lnTo>
                  <a:lnTo>
                    <a:pt x="548050" y="1241003"/>
                  </a:lnTo>
                  <a:lnTo>
                    <a:pt x="548027" y="1241032"/>
                  </a:lnTo>
                  <a:lnTo>
                    <a:pt x="548015" y="1241045"/>
                  </a:lnTo>
                  <a:lnTo>
                    <a:pt x="547995" y="1241071"/>
                  </a:lnTo>
                  <a:lnTo>
                    <a:pt x="547971" y="1241098"/>
                  </a:lnTo>
                  <a:lnTo>
                    <a:pt x="547939" y="1241138"/>
                  </a:lnTo>
                  <a:lnTo>
                    <a:pt x="547926" y="1241153"/>
                  </a:lnTo>
                  <a:lnTo>
                    <a:pt x="547897" y="1241190"/>
                  </a:lnTo>
                  <a:lnTo>
                    <a:pt x="547879" y="1241211"/>
                  </a:lnTo>
                  <a:lnTo>
                    <a:pt x="547843" y="1241255"/>
                  </a:lnTo>
                  <a:lnTo>
                    <a:pt x="547767" y="1241349"/>
                  </a:lnTo>
                  <a:lnTo>
                    <a:pt x="547753" y="1241364"/>
                  </a:lnTo>
                  <a:lnTo>
                    <a:pt x="547725" y="1241399"/>
                  </a:lnTo>
                  <a:lnTo>
                    <a:pt x="547703" y="1241425"/>
                  </a:lnTo>
                  <a:lnTo>
                    <a:pt x="547681" y="1241453"/>
                  </a:lnTo>
                  <a:lnTo>
                    <a:pt x="547666" y="1241470"/>
                  </a:lnTo>
                  <a:lnTo>
                    <a:pt x="547644" y="1241498"/>
                  </a:lnTo>
                  <a:lnTo>
                    <a:pt x="547626" y="1241518"/>
                  </a:lnTo>
                  <a:lnTo>
                    <a:pt x="547598" y="1241552"/>
                  </a:lnTo>
                  <a:lnTo>
                    <a:pt x="547584" y="1241572"/>
                  </a:lnTo>
                  <a:lnTo>
                    <a:pt x="547576" y="1241580"/>
                  </a:lnTo>
                  <a:lnTo>
                    <a:pt x="547553" y="1241607"/>
                  </a:lnTo>
                  <a:lnTo>
                    <a:pt x="547548" y="1241612"/>
                  </a:lnTo>
                  <a:lnTo>
                    <a:pt x="547540" y="1241623"/>
                  </a:lnTo>
                  <a:lnTo>
                    <a:pt x="547530" y="1241637"/>
                  </a:lnTo>
                  <a:lnTo>
                    <a:pt x="547521" y="1241648"/>
                  </a:lnTo>
                  <a:lnTo>
                    <a:pt x="547505" y="1241665"/>
                  </a:lnTo>
                  <a:lnTo>
                    <a:pt x="547501" y="1241670"/>
                  </a:lnTo>
                  <a:lnTo>
                    <a:pt x="547497" y="1241676"/>
                  </a:lnTo>
                  <a:lnTo>
                    <a:pt x="547490" y="1241684"/>
                  </a:lnTo>
                  <a:lnTo>
                    <a:pt x="547484" y="1241692"/>
                  </a:lnTo>
                  <a:lnTo>
                    <a:pt x="547449" y="1241735"/>
                  </a:lnTo>
                  <a:lnTo>
                    <a:pt x="547427" y="1241762"/>
                  </a:lnTo>
                  <a:lnTo>
                    <a:pt x="547419" y="1241772"/>
                  </a:lnTo>
                  <a:lnTo>
                    <a:pt x="547415" y="1241777"/>
                  </a:lnTo>
                  <a:lnTo>
                    <a:pt x="547410" y="1241780"/>
                  </a:lnTo>
                  <a:lnTo>
                    <a:pt x="547395" y="1241779"/>
                  </a:lnTo>
                  <a:lnTo>
                    <a:pt x="547367" y="1241767"/>
                  </a:lnTo>
                  <a:lnTo>
                    <a:pt x="547348" y="1241761"/>
                  </a:lnTo>
                  <a:lnTo>
                    <a:pt x="547328" y="1241757"/>
                  </a:lnTo>
                  <a:lnTo>
                    <a:pt x="547309" y="1241754"/>
                  </a:lnTo>
                  <a:lnTo>
                    <a:pt x="547281" y="1241754"/>
                  </a:lnTo>
                  <a:lnTo>
                    <a:pt x="547261" y="1241754"/>
                  </a:lnTo>
                  <a:lnTo>
                    <a:pt x="547246" y="1241755"/>
                  </a:lnTo>
                  <a:lnTo>
                    <a:pt x="547222" y="1241753"/>
                  </a:lnTo>
                  <a:lnTo>
                    <a:pt x="547206" y="1241751"/>
                  </a:lnTo>
                  <a:lnTo>
                    <a:pt x="547195" y="1241747"/>
                  </a:lnTo>
                  <a:lnTo>
                    <a:pt x="547189" y="1241743"/>
                  </a:lnTo>
                  <a:lnTo>
                    <a:pt x="547178" y="1241736"/>
                  </a:lnTo>
                  <a:lnTo>
                    <a:pt x="547168" y="1241729"/>
                  </a:lnTo>
                  <a:lnTo>
                    <a:pt x="547161" y="1241722"/>
                  </a:lnTo>
                  <a:lnTo>
                    <a:pt x="547158" y="1241716"/>
                  </a:lnTo>
                  <a:lnTo>
                    <a:pt x="547155" y="1241706"/>
                  </a:lnTo>
                  <a:lnTo>
                    <a:pt x="547152" y="1241696"/>
                  </a:lnTo>
                  <a:lnTo>
                    <a:pt x="547150" y="1241690"/>
                  </a:lnTo>
                  <a:lnTo>
                    <a:pt x="547145" y="1241683"/>
                  </a:lnTo>
                  <a:lnTo>
                    <a:pt x="547138" y="1241676"/>
                  </a:lnTo>
                  <a:lnTo>
                    <a:pt x="547134" y="1241672"/>
                  </a:lnTo>
                  <a:lnTo>
                    <a:pt x="547123" y="1241665"/>
                  </a:lnTo>
                  <a:lnTo>
                    <a:pt x="547115" y="1241656"/>
                  </a:lnTo>
                  <a:lnTo>
                    <a:pt x="547113" y="1241652"/>
                  </a:lnTo>
                  <a:lnTo>
                    <a:pt x="547112" y="1241644"/>
                  </a:lnTo>
                  <a:lnTo>
                    <a:pt x="547112" y="1241635"/>
                  </a:lnTo>
                  <a:lnTo>
                    <a:pt x="547114" y="1241624"/>
                  </a:lnTo>
                  <a:lnTo>
                    <a:pt x="547115" y="1241613"/>
                  </a:lnTo>
                  <a:lnTo>
                    <a:pt x="547111" y="1241605"/>
                  </a:lnTo>
                  <a:lnTo>
                    <a:pt x="547107" y="1241597"/>
                  </a:lnTo>
                  <a:lnTo>
                    <a:pt x="547102" y="1241592"/>
                  </a:lnTo>
                  <a:lnTo>
                    <a:pt x="547093" y="1241587"/>
                  </a:lnTo>
                  <a:lnTo>
                    <a:pt x="547086" y="1241586"/>
                  </a:lnTo>
                  <a:lnTo>
                    <a:pt x="547076" y="1241587"/>
                  </a:lnTo>
                  <a:lnTo>
                    <a:pt x="547063" y="1241588"/>
                  </a:lnTo>
                  <a:lnTo>
                    <a:pt x="547055" y="1241587"/>
                  </a:lnTo>
                  <a:lnTo>
                    <a:pt x="547049" y="1241583"/>
                  </a:lnTo>
                  <a:lnTo>
                    <a:pt x="547042" y="1241577"/>
                  </a:lnTo>
                  <a:lnTo>
                    <a:pt x="547038" y="1241572"/>
                  </a:lnTo>
                  <a:lnTo>
                    <a:pt x="547031" y="1241564"/>
                  </a:lnTo>
                  <a:lnTo>
                    <a:pt x="547026" y="1241554"/>
                  </a:lnTo>
                  <a:lnTo>
                    <a:pt x="547020" y="1241540"/>
                  </a:lnTo>
                  <a:lnTo>
                    <a:pt x="547015" y="1241528"/>
                  </a:lnTo>
                  <a:lnTo>
                    <a:pt x="547006" y="1241516"/>
                  </a:lnTo>
                  <a:lnTo>
                    <a:pt x="546996" y="1241508"/>
                  </a:lnTo>
                  <a:lnTo>
                    <a:pt x="546983" y="1241501"/>
                  </a:lnTo>
                  <a:lnTo>
                    <a:pt x="546975" y="1241496"/>
                  </a:lnTo>
                  <a:lnTo>
                    <a:pt x="546970" y="1241489"/>
                  </a:lnTo>
                  <a:lnTo>
                    <a:pt x="546966" y="1241478"/>
                  </a:lnTo>
                  <a:lnTo>
                    <a:pt x="546961" y="1241467"/>
                  </a:lnTo>
                  <a:lnTo>
                    <a:pt x="546954" y="1241446"/>
                  </a:lnTo>
                  <a:lnTo>
                    <a:pt x="546949" y="1241431"/>
                  </a:lnTo>
                  <a:lnTo>
                    <a:pt x="546942" y="1241416"/>
                  </a:lnTo>
                  <a:lnTo>
                    <a:pt x="546934" y="1241407"/>
                  </a:lnTo>
                  <a:lnTo>
                    <a:pt x="546922" y="1241403"/>
                  </a:lnTo>
                  <a:lnTo>
                    <a:pt x="546913" y="1241401"/>
                  </a:lnTo>
                  <a:lnTo>
                    <a:pt x="546905" y="1241402"/>
                  </a:lnTo>
                  <a:lnTo>
                    <a:pt x="546899" y="1241404"/>
                  </a:lnTo>
                  <a:lnTo>
                    <a:pt x="546876" y="1241413"/>
                  </a:lnTo>
                  <a:lnTo>
                    <a:pt x="546858" y="1241419"/>
                  </a:lnTo>
                  <a:lnTo>
                    <a:pt x="546850" y="1241419"/>
                  </a:lnTo>
                  <a:lnTo>
                    <a:pt x="546832" y="1241421"/>
                  </a:lnTo>
                  <a:lnTo>
                    <a:pt x="546822" y="1241421"/>
                  </a:lnTo>
                  <a:lnTo>
                    <a:pt x="546802" y="1241419"/>
                  </a:lnTo>
                  <a:lnTo>
                    <a:pt x="546796" y="1241415"/>
                  </a:lnTo>
                  <a:lnTo>
                    <a:pt x="546791" y="1241412"/>
                  </a:lnTo>
                  <a:lnTo>
                    <a:pt x="546782" y="1241407"/>
                  </a:lnTo>
                  <a:lnTo>
                    <a:pt x="546769" y="1241401"/>
                  </a:lnTo>
                  <a:lnTo>
                    <a:pt x="546766" y="1241386"/>
                  </a:lnTo>
                  <a:lnTo>
                    <a:pt x="546764" y="1241369"/>
                  </a:lnTo>
                  <a:lnTo>
                    <a:pt x="546762" y="1241361"/>
                  </a:lnTo>
                  <a:lnTo>
                    <a:pt x="546756" y="1241349"/>
                  </a:lnTo>
                  <a:lnTo>
                    <a:pt x="546746" y="1241330"/>
                  </a:lnTo>
                  <a:lnTo>
                    <a:pt x="546735" y="1241305"/>
                  </a:lnTo>
                  <a:lnTo>
                    <a:pt x="546729" y="1241293"/>
                  </a:lnTo>
                  <a:lnTo>
                    <a:pt x="546720" y="1241275"/>
                  </a:lnTo>
                  <a:lnTo>
                    <a:pt x="546715" y="1241263"/>
                  </a:lnTo>
                  <a:lnTo>
                    <a:pt x="546708" y="1241248"/>
                  </a:lnTo>
                  <a:lnTo>
                    <a:pt x="546703" y="1241240"/>
                  </a:lnTo>
                  <a:lnTo>
                    <a:pt x="546697" y="1241232"/>
                  </a:lnTo>
                  <a:lnTo>
                    <a:pt x="546690" y="1241225"/>
                  </a:lnTo>
                  <a:lnTo>
                    <a:pt x="546682" y="1241218"/>
                  </a:lnTo>
                  <a:lnTo>
                    <a:pt x="546670" y="1241208"/>
                  </a:lnTo>
                  <a:lnTo>
                    <a:pt x="546660" y="1241201"/>
                  </a:lnTo>
                  <a:lnTo>
                    <a:pt x="546649" y="1241194"/>
                  </a:lnTo>
                  <a:lnTo>
                    <a:pt x="546632" y="1241187"/>
                  </a:lnTo>
                  <a:lnTo>
                    <a:pt x="546623" y="1241183"/>
                  </a:lnTo>
                  <a:lnTo>
                    <a:pt x="546612" y="1241178"/>
                  </a:lnTo>
                  <a:lnTo>
                    <a:pt x="546605" y="1241175"/>
                  </a:lnTo>
                  <a:lnTo>
                    <a:pt x="546605" y="1241168"/>
                  </a:lnTo>
                  <a:lnTo>
                    <a:pt x="546605" y="1241161"/>
                  </a:lnTo>
                  <a:lnTo>
                    <a:pt x="546605" y="1241151"/>
                  </a:lnTo>
                  <a:lnTo>
                    <a:pt x="546604" y="1241141"/>
                  </a:lnTo>
                  <a:lnTo>
                    <a:pt x="546604" y="1241126"/>
                  </a:lnTo>
                  <a:lnTo>
                    <a:pt x="546604" y="1241114"/>
                  </a:lnTo>
                  <a:lnTo>
                    <a:pt x="546604" y="1241101"/>
                  </a:lnTo>
                  <a:lnTo>
                    <a:pt x="546604" y="1241089"/>
                  </a:lnTo>
                  <a:lnTo>
                    <a:pt x="546604" y="1241080"/>
                  </a:lnTo>
                  <a:lnTo>
                    <a:pt x="546606" y="1241070"/>
                  </a:lnTo>
                  <a:lnTo>
                    <a:pt x="546607" y="1241058"/>
                  </a:lnTo>
                  <a:lnTo>
                    <a:pt x="546607" y="1241049"/>
                  </a:lnTo>
                  <a:lnTo>
                    <a:pt x="546608" y="1241039"/>
                  </a:lnTo>
                  <a:lnTo>
                    <a:pt x="546609" y="1241031"/>
                  </a:lnTo>
                  <a:lnTo>
                    <a:pt x="546613" y="1241006"/>
                  </a:lnTo>
                  <a:lnTo>
                    <a:pt x="546615" y="1240980"/>
                  </a:lnTo>
                  <a:lnTo>
                    <a:pt x="546615" y="1240963"/>
                  </a:lnTo>
                  <a:lnTo>
                    <a:pt x="546613" y="1240940"/>
                  </a:lnTo>
                  <a:lnTo>
                    <a:pt x="546608" y="1240912"/>
                  </a:lnTo>
                  <a:lnTo>
                    <a:pt x="546605" y="1240894"/>
                  </a:lnTo>
                  <a:lnTo>
                    <a:pt x="546603" y="1240887"/>
                  </a:lnTo>
                  <a:lnTo>
                    <a:pt x="546600" y="1240879"/>
                  </a:lnTo>
                  <a:lnTo>
                    <a:pt x="546598" y="1240873"/>
                  </a:lnTo>
                  <a:lnTo>
                    <a:pt x="546597" y="1240866"/>
                  </a:lnTo>
                  <a:lnTo>
                    <a:pt x="546597" y="1240854"/>
                  </a:lnTo>
                  <a:lnTo>
                    <a:pt x="546596" y="1240840"/>
                  </a:lnTo>
                  <a:lnTo>
                    <a:pt x="546593" y="1240830"/>
                  </a:lnTo>
                  <a:lnTo>
                    <a:pt x="546592" y="1240825"/>
                  </a:lnTo>
                  <a:lnTo>
                    <a:pt x="546588" y="1240815"/>
                  </a:lnTo>
                  <a:lnTo>
                    <a:pt x="546582" y="1240802"/>
                  </a:lnTo>
                  <a:lnTo>
                    <a:pt x="546574" y="1240785"/>
                  </a:lnTo>
                  <a:lnTo>
                    <a:pt x="546564" y="1240768"/>
                  </a:lnTo>
                  <a:lnTo>
                    <a:pt x="546560" y="1240762"/>
                  </a:lnTo>
                  <a:lnTo>
                    <a:pt x="546553" y="1240753"/>
                  </a:lnTo>
                  <a:lnTo>
                    <a:pt x="546547" y="1240746"/>
                  </a:lnTo>
                  <a:lnTo>
                    <a:pt x="546536" y="1240734"/>
                  </a:lnTo>
                  <a:lnTo>
                    <a:pt x="546525" y="1240724"/>
                  </a:lnTo>
                  <a:lnTo>
                    <a:pt x="546515" y="1240714"/>
                  </a:lnTo>
                  <a:lnTo>
                    <a:pt x="546506" y="1240705"/>
                  </a:lnTo>
                  <a:lnTo>
                    <a:pt x="546499" y="1240699"/>
                  </a:lnTo>
                  <a:lnTo>
                    <a:pt x="546486" y="1240687"/>
                  </a:lnTo>
                  <a:lnTo>
                    <a:pt x="546481" y="1240682"/>
                  </a:lnTo>
                  <a:lnTo>
                    <a:pt x="546477" y="1240677"/>
                  </a:lnTo>
                  <a:lnTo>
                    <a:pt x="546472" y="1240672"/>
                  </a:lnTo>
                  <a:lnTo>
                    <a:pt x="546469" y="1240666"/>
                  </a:lnTo>
                  <a:lnTo>
                    <a:pt x="546467" y="1240660"/>
                  </a:lnTo>
                  <a:lnTo>
                    <a:pt x="546466" y="1240653"/>
                  </a:lnTo>
                  <a:lnTo>
                    <a:pt x="546465" y="1240643"/>
                  </a:lnTo>
                  <a:lnTo>
                    <a:pt x="546465" y="1240629"/>
                  </a:lnTo>
                  <a:lnTo>
                    <a:pt x="546464" y="1240621"/>
                  </a:lnTo>
                  <a:lnTo>
                    <a:pt x="546462" y="1240612"/>
                  </a:lnTo>
                  <a:lnTo>
                    <a:pt x="546461" y="1240607"/>
                  </a:lnTo>
                  <a:lnTo>
                    <a:pt x="546459" y="1240599"/>
                  </a:lnTo>
                  <a:lnTo>
                    <a:pt x="546455" y="1240591"/>
                  </a:lnTo>
                  <a:lnTo>
                    <a:pt x="546449" y="1240583"/>
                  </a:lnTo>
                  <a:lnTo>
                    <a:pt x="546443" y="1240578"/>
                  </a:lnTo>
                  <a:lnTo>
                    <a:pt x="546436" y="1240572"/>
                  </a:lnTo>
                  <a:lnTo>
                    <a:pt x="546429" y="1240565"/>
                  </a:lnTo>
                  <a:lnTo>
                    <a:pt x="546421" y="1240558"/>
                  </a:lnTo>
                  <a:lnTo>
                    <a:pt x="546413" y="1240550"/>
                  </a:lnTo>
                  <a:lnTo>
                    <a:pt x="546406" y="1240542"/>
                  </a:lnTo>
                  <a:lnTo>
                    <a:pt x="546400" y="1240535"/>
                  </a:lnTo>
                  <a:lnTo>
                    <a:pt x="546393" y="1240523"/>
                  </a:lnTo>
                  <a:lnTo>
                    <a:pt x="546389" y="1240516"/>
                  </a:lnTo>
                  <a:lnTo>
                    <a:pt x="546382" y="1240506"/>
                  </a:lnTo>
                  <a:lnTo>
                    <a:pt x="546375" y="1240499"/>
                  </a:lnTo>
                  <a:lnTo>
                    <a:pt x="546368" y="1240491"/>
                  </a:lnTo>
                  <a:lnTo>
                    <a:pt x="546359" y="1240484"/>
                  </a:lnTo>
                  <a:lnTo>
                    <a:pt x="546350" y="1240479"/>
                  </a:lnTo>
                  <a:lnTo>
                    <a:pt x="546340" y="1240474"/>
                  </a:lnTo>
                  <a:lnTo>
                    <a:pt x="546330" y="1240469"/>
                  </a:lnTo>
                  <a:lnTo>
                    <a:pt x="546317" y="1240461"/>
                  </a:lnTo>
                  <a:lnTo>
                    <a:pt x="546309" y="1240456"/>
                  </a:lnTo>
                  <a:lnTo>
                    <a:pt x="546301" y="1240450"/>
                  </a:lnTo>
                  <a:lnTo>
                    <a:pt x="546293" y="1240442"/>
                  </a:lnTo>
                  <a:lnTo>
                    <a:pt x="546285" y="1240434"/>
                  </a:lnTo>
                  <a:lnTo>
                    <a:pt x="546274" y="1240426"/>
                  </a:lnTo>
                  <a:lnTo>
                    <a:pt x="546261" y="1240415"/>
                  </a:lnTo>
                  <a:lnTo>
                    <a:pt x="546244" y="1240401"/>
                  </a:lnTo>
                  <a:lnTo>
                    <a:pt x="546233" y="1240392"/>
                  </a:lnTo>
                  <a:lnTo>
                    <a:pt x="546226" y="1240386"/>
                  </a:lnTo>
                  <a:lnTo>
                    <a:pt x="546216" y="1240376"/>
                  </a:lnTo>
                  <a:lnTo>
                    <a:pt x="546209" y="1240370"/>
                  </a:lnTo>
                  <a:lnTo>
                    <a:pt x="546196" y="1240361"/>
                  </a:lnTo>
                  <a:lnTo>
                    <a:pt x="546180" y="1240351"/>
                  </a:lnTo>
                  <a:lnTo>
                    <a:pt x="546168" y="1240343"/>
                  </a:lnTo>
                  <a:lnTo>
                    <a:pt x="546154" y="1240332"/>
                  </a:lnTo>
                  <a:lnTo>
                    <a:pt x="546143" y="1240326"/>
                  </a:lnTo>
                  <a:lnTo>
                    <a:pt x="546134" y="1240323"/>
                  </a:lnTo>
                  <a:lnTo>
                    <a:pt x="546121" y="1240321"/>
                  </a:lnTo>
                  <a:lnTo>
                    <a:pt x="546115" y="1240323"/>
                  </a:lnTo>
                  <a:lnTo>
                    <a:pt x="546108" y="1240327"/>
                  </a:lnTo>
                  <a:lnTo>
                    <a:pt x="546101" y="1240332"/>
                  </a:lnTo>
                  <a:lnTo>
                    <a:pt x="546093" y="1240337"/>
                  </a:lnTo>
                  <a:lnTo>
                    <a:pt x="546085" y="1240340"/>
                  </a:lnTo>
                  <a:lnTo>
                    <a:pt x="546073" y="1240341"/>
                  </a:lnTo>
                  <a:lnTo>
                    <a:pt x="546063" y="1240342"/>
                  </a:lnTo>
                  <a:lnTo>
                    <a:pt x="546054" y="1240344"/>
                  </a:lnTo>
                  <a:lnTo>
                    <a:pt x="546047" y="1240349"/>
                  </a:lnTo>
                  <a:lnTo>
                    <a:pt x="546039" y="1240356"/>
                  </a:lnTo>
                  <a:lnTo>
                    <a:pt x="546028" y="1240364"/>
                  </a:lnTo>
                  <a:lnTo>
                    <a:pt x="546020" y="1240368"/>
                  </a:lnTo>
                  <a:lnTo>
                    <a:pt x="546013" y="1240370"/>
                  </a:lnTo>
                  <a:lnTo>
                    <a:pt x="545997" y="1240379"/>
                  </a:lnTo>
                  <a:lnTo>
                    <a:pt x="545992" y="1240381"/>
                  </a:lnTo>
                  <a:lnTo>
                    <a:pt x="545986" y="1240381"/>
                  </a:lnTo>
                  <a:lnTo>
                    <a:pt x="545980" y="1240381"/>
                  </a:lnTo>
                  <a:lnTo>
                    <a:pt x="545974" y="1240381"/>
                  </a:lnTo>
                  <a:lnTo>
                    <a:pt x="545967" y="1240379"/>
                  </a:lnTo>
                  <a:lnTo>
                    <a:pt x="545959" y="1240377"/>
                  </a:lnTo>
                  <a:lnTo>
                    <a:pt x="545950" y="1240374"/>
                  </a:lnTo>
                  <a:lnTo>
                    <a:pt x="545941" y="1240374"/>
                  </a:lnTo>
                  <a:lnTo>
                    <a:pt x="545929" y="1240374"/>
                  </a:lnTo>
                  <a:lnTo>
                    <a:pt x="545922" y="1240375"/>
                  </a:lnTo>
                  <a:lnTo>
                    <a:pt x="545910" y="1240376"/>
                  </a:lnTo>
                  <a:lnTo>
                    <a:pt x="545898" y="1240377"/>
                  </a:lnTo>
                  <a:lnTo>
                    <a:pt x="545889" y="1240377"/>
                  </a:lnTo>
                  <a:lnTo>
                    <a:pt x="545881" y="1240378"/>
                  </a:lnTo>
                  <a:lnTo>
                    <a:pt x="545871" y="1240379"/>
                  </a:lnTo>
                  <a:lnTo>
                    <a:pt x="545852" y="1240381"/>
                  </a:lnTo>
                  <a:lnTo>
                    <a:pt x="545845" y="1240382"/>
                  </a:lnTo>
                  <a:lnTo>
                    <a:pt x="545838" y="1240382"/>
                  </a:lnTo>
                  <a:lnTo>
                    <a:pt x="545827" y="1240384"/>
                  </a:lnTo>
                  <a:lnTo>
                    <a:pt x="545816" y="1240386"/>
                  </a:lnTo>
                  <a:lnTo>
                    <a:pt x="545806" y="1240387"/>
                  </a:lnTo>
                  <a:lnTo>
                    <a:pt x="545799" y="1240388"/>
                  </a:lnTo>
                  <a:lnTo>
                    <a:pt x="545794" y="1240387"/>
                  </a:lnTo>
                  <a:lnTo>
                    <a:pt x="545787" y="1240386"/>
                  </a:lnTo>
                  <a:lnTo>
                    <a:pt x="545780" y="1240383"/>
                  </a:lnTo>
                  <a:lnTo>
                    <a:pt x="545774" y="1240381"/>
                  </a:lnTo>
                  <a:lnTo>
                    <a:pt x="545765" y="1240377"/>
                  </a:lnTo>
                  <a:lnTo>
                    <a:pt x="545756" y="1240373"/>
                  </a:lnTo>
                  <a:lnTo>
                    <a:pt x="545748" y="1240367"/>
                  </a:lnTo>
                  <a:lnTo>
                    <a:pt x="545741" y="1240361"/>
                  </a:lnTo>
                  <a:lnTo>
                    <a:pt x="545735" y="1240355"/>
                  </a:lnTo>
                  <a:lnTo>
                    <a:pt x="545728" y="1240349"/>
                  </a:lnTo>
                  <a:lnTo>
                    <a:pt x="545721" y="1240341"/>
                  </a:lnTo>
                  <a:lnTo>
                    <a:pt x="545715" y="1240334"/>
                  </a:lnTo>
                  <a:lnTo>
                    <a:pt x="545711" y="1240329"/>
                  </a:lnTo>
                  <a:lnTo>
                    <a:pt x="545705" y="1240321"/>
                  </a:lnTo>
                  <a:lnTo>
                    <a:pt x="545701" y="1240317"/>
                  </a:lnTo>
                  <a:lnTo>
                    <a:pt x="545693" y="1240313"/>
                  </a:lnTo>
                  <a:lnTo>
                    <a:pt x="545687" y="1240312"/>
                  </a:lnTo>
                  <a:lnTo>
                    <a:pt x="545680" y="1240309"/>
                  </a:lnTo>
                  <a:lnTo>
                    <a:pt x="545676" y="1240308"/>
                  </a:lnTo>
                  <a:lnTo>
                    <a:pt x="545671" y="1240308"/>
                  </a:lnTo>
                  <a:lnTo>
                    <a:pt x="545665" y="1240308"/>
                  </a:lnTo>
                  <a:lnTo>
                    <a:pt x="545659" y="1240309"/>
                  </a:lnTo>
                  <a:lnTo>
                    <a:pt x="545653" y="1240308"/>
                  </a:lnTo>
                  <a:lnTo>
                    <a:pt x="545643" y="1240305"/>
                  </a:lnTo>
                  <a:lnTo>
                    <a:pt x="545635" y="1240304"/>
                  </a:lnTo>
                  <a:lnTo>
                    <a:pt x="545627" y="1240305"/>
                  </a:lnTo>
                  <a:lnTo>
                    <a:pt x="545617" y="1240307"/>
                  </a:lnTo>
                  <a:lnTo>
                    <a:pt x="545604" y="1240312"/>
                  </a:lnTo>
                  <a:lnTo>
                    <a:pt x="545593" y="1240315"/>
                  </a:lnTo>
                  <a:lnTo>
                    <a:pt x="545581" y="1240315"/>
                  </a:lnTo>
                  <a:lnTo>
                    <a:pt x="545565" y="1240315"/>
                  </a:lnTo>
                  <a:lnTo>
                    <a:pt x="545549" y="1240312"/>
                  </a:lnTo>
                  <a:lnTo>
                    <a:pt x="545541" y="1240310"/>
                  </a:lnTo>
                  <a:lnTo>
                    <a:pt x="545527" y="1240307"/>
                  </a:lnTo>
                  <a:lnTo>
                    <a:pt x="545515" y="1240300"/>
                  </a:lnTo>
                  <a:lnTo>
                    <a:pt x="545501" y="1240293"/>
                  </a:lnTo>
                  <a:lnTo>
                    <a:pt x="545489" y="1240285"/>
                  </a:lnTo>
                  <a:lnTo>
                    <a:pt x="545469" y="1240277"/>
                  </a:lnTo>
                  <a:lnTo>
                    <a:pt x="545460" y="1240273"/>
                  </a:lnTo>
                  <a:lnTo>
                    <a:pt x="545448" y="1240268"/>
                  </a:lnTo>
                  <a:lnTo>
                    <a:pt x="545438" y="1240263"/>
                  </a:lnTo>
                  <a:lnTo>
                    <a:pt x="545427" y="1240258"/>
                  </a:lnTo>
                  <a:lnTo>
                    <a:pt x="545416" y="1240251"/>
                  </a:lnTo>
                  <a:lnTo>
                    <a:pt x="545407" y="1240249"/>
                  </a:lnTo>
                  <a:lnTo>
                    <a:pt x="545399" y="1240249"/>
                  </a:lnTo>
                  <a:lnTo>
                    <a:pt x="545389" y="1240249"/>
                  </a:lnTo>
                  <a:lnTo>
                    <a:pt x="545380" y="1240250"/>
                  </a:lnTo>
                  <a:lnTo>
                    <a:pt x="545369" y="1240251"/>
                  </a:lnTo>
                  <a:lnTo>
                    <a:pt x="545355" y="1240252"/>
                  </a:lnTo>
                  <a:lnTo>
                    <a:pt x="545343" y="1240254"/>
                  </a:lnTo>
                  <a:lnTo>
                    <a:pt x="545335" y="1240253"/>
                  </a:lnTo>
                  <a:lnTo>
                    <a:pt x="545326" y="1240251"/>
                  </a:lnTo>
                  <a:lnTo>
                    <a:pt x="545310" y="1240247"/>
                  </a:lnTo>
                  <a:lnTo>
                    <a:pt x="545304" y="1240245"/>
                  </a:lnTo>
                  <a:lnTo>
                    <a:pt x="545294" y="1240240"/>
                  </a:lnTo>
                  <a:lnTo>
                    <a:pt x="545284" y="1240235"/>
                  </a:lnTo>
                  <a:lnTo>
                    <a:pt x="545278" y="1240233"/>
                  </a:lnTo>
                  <a:lnTo>
                    <a:pt x="545270" y="1240232"/>
                  </a:lnTo>
                  <a:lnTo>
                    <a:pt x="545258" y="1240233"/>
                  </a:lnTo>
                  <a:lnTo>
                    <a:pt x="545248" y="1240234"/>
                  </a:lnTo>
                  <a:lnTo>
                    <a:pt x="545240" y="1240234"/>
                  </a:lnTo>
                  <a:lnTo>
                    <a:pt x="545230" y="1240232"/>
                  </a:lnTo>
                  <a:lnTo>
                    <a:pt x="545219" y="1240227"/>
                  </a:lnTo>
                  <a:lnTo>
                    <a:pt x="545211" y="1240224"/>
                  </a:lnTo>
                  <a:lnTo>
                    <a:pt x="545204" y="1240226"/>
                  </a:lnTo>
                  <a:lnTo>
                    <a:pt x="545198" y="1240230"/>
                  </a:lnTo>
                  <a:lnTo>
                    <a:pt x="545190" y="1240234"/>
                  </a:lnTo>
                  <a:lnTo>
                    <a:pt x="545182" y="1240238"/>
                  </a:lnTo>
                  <a:lnTo>
                    <a:pt x="545173" y="1240242"/>
                  </a:lnTo>
                  <a:lnTo>
                    <a:pt x="545167" y="1240243"/>
                  </a:lnTo>
                  <a:lnTo>
                    <a:pt x="545163" y="1240243"/>
                  </a:lnTo>
                  <a:lnTo>
                    <a:pt x="545153" y="1240242"/>
                  </a:lnTo>
                  <a:lnTo>
                    <a:pt x="545148" y="1240242"/>
                  </a:lnTo>
                  <a:lnTo>
                    <a:pt x="545141" y="1240242"/>
                  </a:lnTo>
                  <a:lnTo>
                    <a:pt x="545135" y="1240243"/>
                  </a:lnTo>
                  <a:lnTo>
                    <a:pt x="545130" y="1240243"/>
                  </a:lnTo>
                  <a:lnTo>
                    <a:pt x="545125" y="1240245"/>
                  </a:lnTo>
                  <a:lnTo>
                    <a:pt x="545118" y="1240248"/>
                  </a:lnTo>
                  <a:lnTo>
                    <a:pt x="545105" y="1240253"/>
                  </a:lnTo>
                  <a:lnTo>
                    <a:pt x="545089" y="1240261"/>
                  </a:lnTo>
                  <a:lnTo>
                    <a:pt x="545072" y="1240269"/>
                  </a:lnTo>
                  <a:lnTo>
                    <a:pt x="545061" y="1240274"/>
                  </a:lnTo>
                  <a:lnTo>
                    <a:pt x="545046" y="1240281"/>
                  </a:lnTo>
                  <a:lnTo>
                    <a:pt x="545029" y="1240288"/>
                  </a:lnTo>
                  <a:lnTo>
                    <a:pt x="545014" y="1240293"/>
                  </a:lnTo>
                  <a:lnTo>
                    <a:pt x="545008" y="1240295"/>
                  </a:lnTo>
                  <a:lnTo>
                    <a:pt x="545003" y="1240296"/>
                  </a:lnTo>
                  <a:lnTo>
                    <a:pt x="544993" y="1240296"/>
                  </a:lnTo>
                  <a:lnTo>
                    <a:pt x="544981" y="1240296"/>
                  </a:lnTo>
                  <a:lnTo>
                    <a:pt x="544969" y="1240295"/>
                  </a:lnTo>
                  <a:lnTo>
                    <a:pt x="544957" y="1240293"/>
                  </a:lnTo>
                  <a:lnTo>
                    <a:pt x="544948" y="1240291"/>
                  </a:lnTo>
                  <a:lnTo>
                    <a:pt x="544936" y="1240291"/>
                  </a:lnTo>
                  <a:lnTo>
                    <a:pt x="544925" y="1240292"/>
                  </a:lnTo>
                  <a:lnTo>
                    <a:pt x="544915" y="1240295"/>
                  </a:lnTo>
                  <a:lnTo>
                    <a:pt x="544902" y="1240302"/>
                  </a:lnTo>
                  <a:lnTo>
                    <a:pt x="544888" y="1240308"/>
                  </a:lnTo>
                  <a:lnTo>
                    <a:pt x="544874" y="1240317"/>
                  </a:lnTo>
                  <a:lnTo>
                    <a:pt x="544860" y="1240324"/>
                  </a:lnTo>
                  <a:lnTo>
                    <a:pt x="544847" y="1240329"/>
                  </a:lnTo>
                  <a:lnTo>
                    <a:pt x="544839" y="1240331"/>
                  </a:lnTo>
                  <a:lnTo>
                    <a:pt x="544834" y="1240331"/>
                  </a:lnTo>
                  <a:lnTo>
                    <a:pt x="544820" y="1240332"/>
                  </a:lnTo>
                  <a:lnTo>
                    <a:pt x="544802" y="1240330"/>
                  </a:lnTo>
                  <a:lnTo>
                    <a:pt x="544784" y="1240327"/>
                  </a:lnTo>
                  <a:lnTo>
                    <a:pt x="544763" y="1240322"/>
                  </a:lnTo>
                  <a:lnTo>
                    <a:pt x="544745" y="1240320"/>
                  </a:lnTo>
                  <a:lnTo>
                    <a:pt x="544728" y="1240317"/>
                  </a:lnTo>
                  <a:lnTo>
                    <a:pt x="544717" y="1240314"/>
                  </a:lnTo>
                  <a:lnTo>
                    <a:pt x="544701" y="1240310"/>
                  </a:lnTo>
                  <a:lnTo>
                    <a:pt x="544686" y="1240309"/>
                  </a:lnTo>
                  <a:lnTo>
                    <a:pt x="544680" y="1240312"/>
                  </a:lnTo>
                  <a:lnTo>
                    <a:pt x="544675" y="1240316"/>
                  </a:lnTo>
                  <a:lnTo>
                    <a:pt x="544670" y="1240322"/>
                  </a:lnTo>
                  <a:lnTo>
                    <a:pt x="544664" y="1240332"/>
                  </a:lnTo>
                  <a:lnTo>
                    <a:pt x="544655" y="1240339"/>
                  </a:lnTo>
                  <a:lnTo>
                    <a:pt x="544645" y="1240343"/>
                  </a:lnTo>
                  <a:lnTo>
                    <a:pt x="544639" y="1240344"/>
                  </a:lnTo>
                  <a:lnTo>
                    <a:pt x="544635" y="1240344"/>
                  </a:lnTo>
                  <a:lnTo>
                    <a:pt x="544619" y="1240341"/>
                  </a:lnTo>
                  <a:lnTo>
                    <a:pt x="544595" y="1240337"/>
                  </a:lnTo>
                  <a:lnTo>
                    <a:pt x="544583" y="1240337"/>
                  </a:lnTo>
                  <a:lnTo>
                    <a:pt x="544577" y="1240340"/>
                  </a:lnTo>
                  <a:lnTo>
                    <a:pt x="544572" y="1240347"/>
                  </a:lnTo>
                  <a:lnTo>
                    <a:pt x="544567" y="1240358"/>
                  </a:lnTo>
                  <a:lnTo>
                    <a:pt x="544563" y="1240372"/>
                  </a:lnTo>
                  <a:lnTo>
                    <a:pt x="544557" y="1240380"/>
                  </a:lnTo>
                  <a:lnTo>
                    <a:pt x="544546" y="1240392"/>
                  </a:lnTo>
                  <a:lnTo>
                    <a:pt x="544539" y="1240398"/>
                  </a:lnTo>
                  <a:lnTo>
                    <a:pt x="544530" y="1240402"/>
                  </a:lnTo>
                  <a:lnTo>
                    <a:pt x="544523" y="1240401"/>
                  </a:lnTo>
                  <a:lnTo>
                    <a:pt x="544505" y="1240402"/>
                  </a:lnTo>
                  <a:lnTo>
                    <a:pt x="544494" y="1240406"/>
                  </a:lnTo>
                  <a:lnTo>
                    <a:pt x="544486" y="1240412"/>
                  </a:lnTo>
                  <a:lnTo>
                    <a:pt x="544479" y="1240418"/>
                  </a:lnTo>
                  <a:lnTo>
                    <a:pt x="544469" y="1240418"/>
                  </a:lnTo>
                  <a:lnTo>
                    <a:pt x="544428" y="1240414"/>
                  </a:lnTo>
                  <a:lnTo>
                    <a:pt x="544394" y="1240417"/>
                  </a:lnTo>
                  <a:lnTo>
                    <a:pt x="544359" y="1240426"/>
                  </a:lnTo>
                  <a:lnTo>
                    <a:pt x="544345" y="1240431"/>
                  </a:lnTo>
                  <a:lnTo>
                    <a:pt x="544298" y="1240458"/>
                  </a:lnTo>
                  <a:lnTo>
                    <a:pt x="544255" y="1240480"/>
                  </a:lnTo>
                  <a:lnTo>
                    <a:pt x="544224" y="1240495"/>
                  </a:lnTo>
                  <a:lnTo>
                    <a:pt x="544211" y="1240498"/>
                  </a:lnTo>
                  <a:lnTo>
                    <a:pt x="544182" y="1240505"/>
                  </a:lnTo>
                  <a:lnTo>
                    <a:pt x="544143" y="1240508"/>
                  </a:lnTo>
                  <a:lnTo>
                    <a:pt x="544128" y="1240508"/>
                  </a:lnTo>
                  <a:lnTo>
                    <a:pt x="544109" y="1240503"/>
                  </a:lnTo>
                  <a:lnTo>
                    <a:pt x="544084" y="1240490"/>
                  </a:lnTo>
                  <a:lnTo>
                    <a:pt x="544066" y="1240479"/>
                  </a:lnTo>
                  <a:lnTo>
                    <a:pt x="544056" y="1240473"/>
                  </a:lnTo>
                  <a:lnTo>
                    <a:pt x="544052" y="1240471"/>
                  </a:lnTo>
                  <a:lnTo>
                    <a:pt x="544046" y="1240470"/>
                  </a:lnTo>
                  <a:lnTo>
                    <a:pt x="544039" y="1240469"/>
                  </a:lnTo>
                  <a:lnTo>
                    <a:pt x="544033" y="1240469"/>
                  </a:lnTo>
                  <a:lnTo>
                    <a:pt x="544027" y="1240468"/>
                  </a:lnTo>
                  <a:lnTo>
                    <a:pt x="544022" y="1240468"/>
                  </a:lnTo>
                  <a:lnTo>
                    <a:pt x="544014" y="1240468"/>
                  </a:lnTo>
                  <a:lnTo>
                    <a:pt x="544006" y="1240471"/>
                  </a:lnTo>
                  <a:lnTo>
                    <a:pt x="543996" y="1240474"/>
                  </a:lnTo>
                  <a:lnTo>
                    <a:pt x="543982" y="1240480"/>
                  </a:lnTo>
                  <a:lnTo>
                    <a:pt x="543966" y="1240488"/>
                  </a:lnTo>
                  <a:lnTo>
                    <a:pt x="543950" y="1240495"/>
                  </a:lnTo>
                  <a:lnTo>
                    <a:pt x="543938" y="1240498"/>
                  </a:lnTo>
                  <a:lnTo>
                    <a:pt x="543908" y="1240501"/>
                  </a:lnTo>
                  <a:lnTo>
                    <a:pt x="543901" y="1240502"/>
                  </a:lnTo>
                  <a:lnTo>
                    <a:pt x="543879" y="1240503"/>
                  </a:lnTo>
                  <a:lnTo>
                    <a:pt x="543862" y="1240504"/>
                  </a:lnTo>
                  <a:lnTo>
                    <a:pt x="543849" y="1240506"/>
                  </a:lnTo>
                  <a:lnTo>
                    <a:pt x="543843" y="1240506"/>
                  </a:lnTo>
                  <a:lnTo>
                    <a:pt x="543833" y="1240505"/>
                  </a:lnTo>
                  <a:lnTo>
                    <a:pt x="543818" y="1240503"/>
                  </a:lnTo>
                  <a:lnTo>
                    <a:pt x="543808" y="1240500"/>
                  </a:lnTo>
                  <a:lnTo>
                    <a:pt x="543793" y="1240496"/>
                  </a:lnTo>
                  <a:lnTo>
                    <a:pt x="543780" y="1240490"/>
                  </a:lnTo>
                  <a:lnTo>
                    <a:pt x="543772" y="1240487"/>
                  </a:lnTo>
                  <a:lnTo>
                    <a:pt x="543762" y="1240481"/>
                  </a:lnTo>
                  <a:lnTo>
                    <a:pt x="543755" y="1240476"/>
                  </a:lnTo>
                  <a:lnTo>
                    <a:pt x="543750" y="1240469"/>
                  </a:lnTo>
                  <a:lnTo>
                    <a:pt x="543744" y="1240460"/>
                  </a:lnTo>
                  <a:lnTo>
                    <a:pt x="543737" y="1240445"/>
                  </a:lnTo>
                  <a:lnTo>
                    <a:pt x="543731" y="1240434"/>
                  </a:lnTo>
                  <a:lnTo>
                    <a:pt x="543725" y="1240419"/>
                  </a:lnTo>
                  <a:lnTo>
                    <a:pt x="543718" y="1240409"/>
                  </a:lnTo>
                  <a:lnTo>
                    <a:pt x="543705" y="1240395"/>
                  </a:lnTo>
                  <a:lnTo>
                    <a:pt x="543696" y="1240385"/>
                  </a:lnTo>
                  <a:lnTo>
                    <a:pt x="543692" y="1240381"/>
                  </a:lnTo>
                  <a:lnTo>
                    <a:pt x="543683" y="1240373"/>
                  </a:lnTo>
                  <a:lnTo>
                    <a:pt x="543674" y="1240361"/>
                  </a:lnTo>
                  <a:lnTo>
                    <a:pt x="543649" y="1240334"/>
                  </a:lnTo>
                  <a:lnTo>
                    <a:pt x="543637" y="1240322"/>
                  </a:lnTo>
                  <a:lnTo>
                    <a:pt x="543628" y="1240316"/>
                  </a:lnTo>
                  <a:lnTo>
                    <a:pt x="543614" y="1240308"/>
                  </a:lnTo>
                  <a:lnTo>
                    <a:pt x="543604" y="1240304"/>
                  </a:lnTo>
                  <a:lnTo>
                    <a:pt x="543585" y="1240298"/>
                  </a:lnTo>
                  <a:lnTo>
                    <a:pt x="543566" y="1240294"/>
                  </a:lnTo>
                  <a:lnTo>
                    <a:pt x="543555" y="1240289"/>
                  </a:lnTo>
                  <a:lnTo>
                    <a:pt x="543546" y="1240283"/>
                  </a:lnTo>
                  <a:lnTo>
                    <a:pt x="543538" y="1240277"/>
                  </a:lnTo>
                  <a:lnTo>
                    <a:pt x="543527" y="1240267"/>
                  </a:lnTo>
                  <a:lnTo>
                    <a:pt x="543521" y="1240261"/>
                  </a:lnTo>
                  <a:lnTo>
                    <a:pt x="543517" y="1240251"/>
                  </a:lnTo>
                  <a:lnTo>
                    <a:pt x="543513" y="1240240"/>
                  </a:lnTo>
                  <a:lnTo>
                    <a:pt x="543509" y="1240227"/>
                  </a:lnTo>
                  <a:lnTo>
                    <a:pt x="543503" y="1240213"/>
                  </a:lnTo>
                  <a:lnTo>
                    <a:pt x="543499" y="1240204"/>
                  </a:lnTo>
                  <a:lnTo>
                    <a:pt x="543495" y="1240200"/>
                  </a:lnTo>
                  <a:lnTo>
                    <a:pt x="543487" y="1240193"/>
                  </a:lnTo>
                  <a:lnTo>
                    <a:pt x="543480" y="1240188"/>
                  </a:lnTo>
                  <a:lnTo>
                    <a:pt x="543475" y="1240184"/>
                  </a:lnTo>
                  <a:lnTo>
                    <a:pt x="543471" y="1240177"/>
                  </a:lnTo>
                  <a:lnTo>
                    <a:pt x="543468" y="1240169"/>
                  </a:lnTo>
                  <a:lnTo>
                    <a:pt x="543466" y="1240160"/>
                  </a:lnTo>
                  <a:lnTo>
                    <a:pt x="543465" y="1240152"/>
                  </a:lnTo>
                  <a:lnTo>
                    <a:pt x="543466" y="1240138"/>
                  </a:lnTo>
                  <a:lnTo>
                    <a:pt x="543467" y="1240123"/>
                  </a:lnTo>
                  <a:lnTo>
                    <a:pt x="543467" y="1240106"/>
                  </a:lnTo>
                  <a:lnTo>
                    <a:pt x="543468" y="1240088"/>
                  </a:lnTo>
                  <a:lnTo>
                    <a:pt x="543466" y="1240083"/>
                  </a:lnTo>
                  <a:lnTo>
                    <a:pt x="543461" y="1240080"/>
                  </a:lnTo>
                  <a:lnTo>
                    <a:pt x="543451" y="1240076"/>
                  </a:lnTo>
                  <a:lnTo>
                    <a:pt x="543443" y="1240071"/>
                  </a:lnTo>
                  <a:lnTo>
                    <a:pt x="543436" y="1240066"/>
                  </a:lnTo>
                  <a:lnTo>
                    <a:pt x="543430" y="1240059"/>
                  </a:lnTo>
                  <a:lnTo>
                    <a:pt x="543424" y="1240048"/>
                  </a:lnTo>
                  <a:lnTo>
                    <a:pt x="543420" y="1240038"/>
                  </a:lnTo>
                  <a:lnTo>
                    <a:pt x="543415" y="1240027"/>
                  </a:lnTo>
                  <a:lnTo>
                    <a:pt x="543410" y="1240013"/>
                  </a:lnTo>
                  <a:lnTo>
                    <a:pt x="543405" y="1240001"/>
                  </a:lnTo>
                  <a:lnTo>
                    <a:pt x="543402" y="1239986"/>
                  </a:lnTo>
                  <a:lnTo>
                    <a:pt x="543401" y="1239973"/>
                  </a:lnTo>
                  <a:lnTo>
                    <a:pt x="543401" y="1239967"/>
                  </a:lnTo>
                  <a:lnTo>
                    <a:pt x="543402" y="1239956"/>
                  </a:lnTo>
                  <a:lnTo>
                    <a:pt x="543403" y="1239946"/>
                  </a:lnTo>
                  <a:lnTo>
                    <a:pt x="543406" y="1239936"/>
                  </a:lnTo>
                  <a:lnTo>
                    <a:pt x="543408" y="1239921"/>
                  </a:lnTo>
                  <a:lnTo>
                    <a:pt x="543409" y="1239909"/>
                  </a:lnTo>
                  <a:lnTo>
                    <a:pt x="543409" y="1239902"/>
                  </a:lnTo>
                  <a:lnTo>
                    <a:pt x="543409" y="1239896"/>
                  </a:lnTo>
                  <a:lnTo>
                    <a:pt x="543407" y="1239878"/>
                  </a:lnTo>
                  <a:lnTo>
                    <a:pt x="543406" y="1239864"/>
                  </a:lnTo>
                  <a:lnTo>
                    <a:pt x="543405" y="1239853"/>
                  </a:lnTo>
                  <a:lnTo>
                    <a:pt x="543403" y="1239843"/>
                  </a:lnTo>
                  <a:lnTo>
                    <a:pt x="543400" y="1239835"/>
                  </a:lnTo>
                  <a:lnTo>
                    <a:pt x="543393" y="1239820"/>
                  </a:lnTo>
                  <a:lnTo>
                    <a:pt x="543389" y="1239813"/>
                  </a:lnTo>
                  <a:lnTo>
                    <a:pt x="543386" y="1239807"/>
                  </a:lnTo>
                  <a:lnTo>
                    <a:pt x="543383" y="1239799"/>
                  </a:lnTo>
                  <a:lnTo>
                    <a:pt x="543379" y="1239786"/>
                  </a:lnTo>
                  <a:lnTo>
                    <a:pt x="543374" y="1239774"/>
                  </a:lnTo>
                  <a:lnTo>
                    <a:pt x="543371" y="1239758"/>
                  </a:lnTo>
                  <a:lnTo>
                    <a:pt x="543369" y="1239746"/>
                  </a:lnTo>
                  <a:lnTo>
                    <a:pt x="543367" y="1239737"/>
                  </a:lnTo>
                  <a:lnTo>
                    <a:pt x="543363" y="1239727"/>
                  </a:lnTo>
                  <a:lnTo>
                    <a:pt x="543358" y="1239714"/>
                  </a:lnTo>
                  <a:lnTo>
                    <a:pt x="543353" y="1239703"/>
                  </a:lnTo>
                  <a:lnTo>
                    <a:pt x="543349" y="1239693"/>
                  </a:lnTo>
                  <a:lnTo>
                    <a:pt x="543345" y="1239685"/>
                  </a:lnTo>
                  <a:lnTo>
                    <a:pt x="543340" y="1239679"/>
                  </a:lnTo>
                  <a:lnTo>
                    <a:pt x="543335" y="1239674"/>
                  </a:lnTo>
                  <a:lnTo>
                    <a:pt x="543327" y="1239668"/>
                  </a:lnTo>
                  <a:lnTo>
                    <a:pt x="543319" y="1239663"/>
                  </a:lnTo>
                  <a:lnTo>
                    <a:pt x="543313" y="1239655"/>
                  </a:lnTo>
                  <a:lnTo>
                    <a:pt x="543312" y="1239646"/>
                  </a:lnTo>
                  <a:lnTo>
                    <a:pt x="543313" y="1239635"/>
                  </a:lnTo>
                  <a:lnTo>
                    <a:pt x="543314" y="1239623"/>
                  </a:lnTo>
                  <a:lnTo>
                    <a:pt x="543316" y="1239608"/>
                  </a:lnTo>
                  <a:lnTo>
                    <a:pt x="543318" y="1239592"/>
                  </a:lnTo>
                  <a:lnTo>
                    <a:pt x="543320" y="1239583"/>
                  </a:lnTo>
                  <a:lnTo>
                    <a:pt x="543317" y="1239568"/>
                  </a:lnTo>
                  <a:lnTo>
                    <a:pt x="543314" y="1239557"/>
                  </a:lnTo>
                  <a:lnTo>
                    <a:pt x="543312" y="1239546"/>
                  </a:lnTo>
                  <a:lnTo>
                    <a:pt x="543309" y="1239533"/>
                  </a:lnTo>
                  <a:lnTo>
                    <a:pt x="543306" y="1239520"/>
                  </a:lnTo>
                  <a:lnTo>
                    <a:pt x="543304" y="1239511"/>
                  </a:lnTo>
                  <a:lnTo>
                    <a:pt x="543303" y="1239503"/>
                  </a:lnTo>
                  <a:lnTo>
                    <a:pt x="543302" y="1239493"/>
                  </a:lnTo>
                  <a:lnTo>
                    <a:pt x="543302" y="1239477"/>
                  </a:lnTo>
                  <a:lnTo>
                    <a:pt x="543301" y="1239464"/>
                  </a:lnTo>
                  <a:lnTo>
                    <a:pt x="543297" y="1239457"/>
                  </a:lnTo>
                  <a:lnTo>
                    <a:pt x="543289" y="1239449"/>
                  </a:lnTo>
                  <a:lnTo>
                    <a:pt x="543284" y="1239444"/>
                  </a:lnTo>
                  <a:lnTo>
                    <a:pt x="543280" y="1239436"/>
                  </a:lnTo>
                  <a:lnTo>
                    <a:pt x="543278" y="1239426"/>
                  </a:lnTo>
                  <a:lnTo>
                    <a:pt x="543276" y="1239416"/>
                  </a:lnTo>
                  <a:lnTo>
                    <a:pt x="543277" y="1239400"/>
                  </a:lnTo>
                  <a:lnTo>
                    <a:pt x="543277" y="1239386"/>
                  </a:lnTo>
                  <a:lnTo>
                    <a:pt x="543278" y="1239367"/>
                  </a:lnTo>
                  <a:lnTo>
                    <a:pt x="543279" y="1239356"/>
                  </a:lnTo>
                  <a:lnTo>
                    <a:pt x="543283" y="1239334"/>
                  </a:lnTo>
                  <a:lnTo>
                    <a:pt x="543285" y="1239321"/>
                  </a:lnTo>
                  <a:lnTo>
                    <a:pt x="543288" y="1239307"/>
                  </a:lnTo>
                  <a:lnTo>
                    <a:pt x="543292" y="1239290"/>
                  </a:lnTo>
                  <a:lnTo>
                    <a:pt x="543296" y="1239271"/>
                  </a:lnTo>
                  <a:lnTo>
                    <a:pt x="543298" y="1239265"/>
                  </a:lnTo>
                  <a:lnTo>
                    <a:pt x="543299" y="1239256"/>
                  </a:lnTo>
                  <a:lnTo>
                    <a:pt x="543302" y="1239244"/>
                  </a:lnTo>
                  <a:lnTo>
                    <a:pt x="543307" y="1239212"/>
                  </a:lnTo>
                  <a:lnTo>
                    <a:pt x="543307" y="1239194"/>
                  </a:lnTo>
                  <a:lnTo>
                    <a:pt x="543307" y="1239177"/>
                  </a:lnTo>
                  <a:lnTo>
                    <a:pt x="543305" y="1239160"/>
                  </a:lnTo>
                  <a:lnTo>
                    <a:pt x="543306" y="1239140"/>
                  </a:lnTo>
                  <a:lnTo>
                    <a:pt x="543308" y="1239117"/>
                  </a:lnTo>
                  <a:lnTo>
                    <a:pt x="543310" y="1239098"/>
                  </a:lnTo>
                  <a:lnTo>
                    <a:pt x="543309" y="1239085"/>
                  </a:lnTo>
                  <a:lnTo>
                    <a:pt x="543307" y="1239073"/>
                  </a:lnTo>
                  <a:lnTo>
                    <a:pt x="543304" y="1239061"/>
                  </a:lnTo>
                  <a:lnTo>
                    <a:pt x="543299" y="1239044"/>
                  </a:lnTo>
                  <a:lnTo>
                    <a:pt x="543293" y="1239021"/>
                  </a:lnTo>
                  <a:lnTo>
                    <a:pt x="543285" y="1239002"/>
                  </a:lnTo>
                  <a:lnTo>
                    <a:pt x="543277" y="1238990"/>
                  </a:lnTo>
                  <a:lnTo>
                    <a:pt x="543264" y="1238979"/>
                  </a:lnTo>
                  <a:lnTo>
                    <a:pt x="543259" y="1238975"/>
                  </a:lnTo>
                  <a:lnTo>
                    <a:pt x="543255" y="1238962"/>
                  </a:lnTo>
                  <a:lnTo>
                    <a:pt x="543252" y="1238946"/>
                  </a:lnTo>
                  <a:lnTo>
                    <a:pt x="543250" y="1238922"/>
                  </a:lnTo>
                  <a:lnTo>
                    <a:pt x="543250" y="1238902"/>
                  </a:lnTo>
                  <a:lnTo>
                    <a:pt x="543248" y="1238890"/>
                  </a:lnTo>
                  <a:lnTo>
                    <a:pt x="543246" y="1238883"/>
                  </a:lnTo>
                  <a:lnTo>
                    <a:pt x="543241" y="1238876"/>
                  </a:lnTo>
                  <a:lnTo>
                    <a:pt x="543235" y="1238870"/>
                  </a:lnTo>
                  <a:lnTo>
                    <a:pt x="543226" y="1238862"/>
                  </a:lnTo>
                  <a:lnTo>
                    <a:pt x="543221" y="1238855"/>
                  </a:lnTo>
                  <a:lnTo>
                    <a:pt x="543217" y="1238846"/>
                  </a:lnTo>
                  <a:lnTo>
                    <a:pt x="543211" y="1238822"/>
                  </a:lnTo>
                  <a:lnTo>
                    <a:pt x="543205" y="1238791"/>
                  </a:lnTo>
                  <a:lnTo>
                    <a:pt x="543202" y="1238772"/>
                  </a:lnTo>
                  <a:lnTo>
                    <a:pt x="543201" y="1238765"/>
                  </a:lnTo>
                  <a:lnTo>
                    <a:pt x="543198" y="1238739"/>
                  </a:lnTo>
                  <a:lnTo>
                    <a:pt x="543197" y="1238731"/>
                  </a:lnTo>
                  <a:lnTo>
                    <a:pt x="543191" y="1238721"/>
                  </a:lnTo>
                  <a:lnTo>
                    <a:pt x="543183" y="1238705"/>
                  </a:lnTo>
                  <a:lnTo>
                    <a:pt x="543181" y="1238697"/>
                  </a:lnTo>
                  <a:lnTo>
                    <a:pt x="543180" y="1238691"/>
                  </a:lnTo>
                  <a:lnTo>
                    <a:pt x="543182" y="1238686"/>
                  </a:lnTo>
                  <a:lnTo>
                    <a:pt x="543189" y="1238671"/>
                  </a:lnTo>
                  <a:lnTo>
                    <a:pt x="543200" y="1238654"/>
                  </a:lnTo>
                  <a:lnTo>
                    <a:pt x="543204" y="1238638"/>
                  </a:lnTo>
                  <a:lnTo>
                    <a:pt x="543208" y="1238620"/>
                  </a:lnTo>
                  <a:lnTo>
                    <a:pt x="543209" y="1238607"/>
                  </a:lnTo>
                  <a:lnTo>
                    <a:pt x="543208" y="1238592"/>
                  </a:lnTo>
                  <a:lnTo>
                    <a:pt x="543209" y="1238585"/>
                  </a:lnTo>
                  <a:lnTo>
                    <a:pt x="543210" y="1238570"/>
                  </a:lnTo>
                  <a:lnTo>
                    <a:pt x="543213" y="1238543"/>
                  </a:lnTo>
                  <a:lnTo>
                    <a:pt x="543217" y="1238520"/>
                  </a:lnTo>
                  <a:lnTo>
                    <a:pt x="543221" y="1238510"/>
                  </a:lnTo>
                  <a:lnTo>
                    <a:pt x="543226" y="1238499"/>
                  </a:lnTo>
                  <a:lnTo>
                    <a:pt x="543228" y="1238487"/>
                  </a:lnTo>
                  <a:lnTo>
                    <a:pt x="543229" y="1238474"/>
                  </a:lnTo>
                  <a:lnTo>
                    <a:pt x="543231" y="1238462"/>
                  </a:lnTo>
                  <a:lnTo>
                    <a:pt x="543234" y="1238442"/>
                  </a:lnTo>
                  <a:lnTo>
                    <a:pt x="543234" y="1238426"/>
                  </a:lnTo>
                  <a:lnTo>
                    <a:pt x="543234" y="1238414"/>
                  </a:lnTo>
                  <a:lnTo>
                    <a:pt x="543233" y="1238404"/>
                  </a:lnTo>
                  <a:lnTo>
                    <a:pt x="543233" y="1238390"/>
                  </a:lnTo>
                  <a:lnTo>
                    <a:pt x="543232" y="1238372"/>
                  </a:lnTo>
                  <a:lnTo>
                    <a:pt x="543232" y="1238360"/>
                  </a:lnTo>
                  <a:lnTo>
                    <a:pt x="543232" y="1238350"/>
                  </a:lnTo>
                  <a:lnTo>
                    <a:pt x="543229" y="1238345"/>
                  </a:lnTo>
                  <a:lnTo>
                    <a:pt x="543224" y="1238331"/>
                  </a:lnTo>
                  <a:lnTo>
                    <a:pt x="543219" y="1238319"/>
                  </a:lnTo>
                  <a:lnTo>
                    <a:pt x="543216" y="1238312"/>
                  </a:lnTo>
                  <a:lnTo>
                    <a:pt x="543215" y="1238303"/>
                  </a:lnTo>
                  <a:lnTo>
                    <a:pt x="543217" y="1238295"/>
                  </a:lnTo>
                  <a:lnTo>
                    <a:pt x="543220" y="1238285"/>
                  </a:lnTo>
                  <a:lnTo>
                    <a:pt x="543226" y="1238270"/>
                  </a:lnTo>
                  <a:lnTo>
                    <a:pt x="543229" y="1238253"/>
                  </a:lnTo>
                  <a:lnTo>
                    <a:pt x="543230" y="1238235"/>
                  </a:lnTo>
                  <a:lnTo>
                    <a:pt x="543229" y="1238216"/>
                  </a:lnTo>
                  <a:lnTo>
                    <a:pt x="543225" y="1238198"/>
                  </a:lnTo>
                  <a:lnTo>
                    <a:pt x="543224" y="1238183"/>
                  </a:lnTo>
                  <a:lnTo>
                    <a:pt x="543220" y="1238155"/>
                  </a:lnTo>
                  <a:lnTo>
                    <a:pt x="543217" y="1238136"/>
                  </a:lnTo>
                  <a:lnTo>
                    <a:pt x="543217" y="1238131"/>
                  </a:lnTo>
                  <a:lnTo>
                    <a:pt x="543219" y="1238126"/>
                  </a:lnTo>
                  <a:lnTo>
                    <a:pt x="543232" y="1238116"/>
                  </a:lnTo>
                  <a:lnTo>
                    <a:pt x="543246" y="1238103"/>
                  </a:lnTo>
                  <a:lnTo>
                    <a:pt x="543255" y="1238096"/>
                  </a:lnTo>
                  <a:lnTo>
                    <a:pt x="543270" y="1238093"/>
                  </a:lnTo>
                  <a:lnTo>
                    <a:pt x="543283" y="1238088"/>
                  </a:lnTo>
                  <a:lnTo>
                    <a:pt x="543289" y="1238081"/>
                  </a:lnTo>
                  <a:lnTo>
                    <a:pt x="543294" y="1238071"/>
                  </a:lnTo>
                  <a:lnTo>
                    <a:pt x="543295" y="1238057"/>
                  </a:lnTo>
                  <a:lnTo>
                    <a:pt x="543296" y="1238044"/>
                  </a:lnTo>
                  <a:lnTo>
                    <a:pt x="543300" y="1238033"/>
                  </a:lnTo>
                  <a:lnTo>
                    <a:pt x="543306" y="1238024"/>
                  </a:lnTo>
                  <a:lnTo>
                    <a:pt x="543316" y="1238011"/>
                  </a:lnTo>
                  <a:lnTo>
                    <a:pt x="543324" y="1238002"/>
                  </a:lnTo>
                  <a:lnTo>
                    <a:pt x="543331" y="1237995"/>
                  </a:lnTo>
                  <a:lnTo>
                    <a:pt x="543335" y="1237990"/>
                  </a:lnTo>
                  <a:lnTo>
                    <a:pt x="543340" y="1237968"/>
                  </a:lnTo>
                  <a:lnTo>
                    <a:pt x="543344" y="1237956"/>
                  </a:lnTo>
                  <a:lnTo>
                    <a:pt x="543347" y="1237944"/>
                  </a:lnTo>
                  <a:lnTo>
                    <a:pt x="543352" y="1237939"/>
                  </a:lnTo>
                  <a:lnTo>
                    <a:pt x="543365" y="1237933"/>
                  </a:lnTo>
                  <a:lnTo>
                    <a:pt x="543382" y="1237925"/>
                  </a:lnTo>
                  <a:lnTo>
                    <a:pt x="543393" y="1237917"/>
                  </a:lnTo>
                  <a:lnTo>
                    <a:pt x="543406" y="1237905"/>
                  </a:lnTo>
                  <a:lnTo>
                    <a:pt x="543414" y="1237892"/>
                  </a:lnTo>
                  <a:lnTo>
                    <a:pt x="543418" y="1237881"/>
                  </a:lnTo>
                  <a:lnTo>
                    <a:pt x="543422" y="1237866"/>
                  </a:lnTo>
                  <a:lnTo>
                    <a:pt x="543425" y="1237850"/>
                  </a:lnTo>
                  <a:lnTo>
                    <a:pt x="543425" y="1237834"/>
                  </a:lnTo>
                  <a:lnTo>
                    <a:pt x="543425" y="1237825"/>
                  </a:lnTo>
                  <a:lnTo>
                    <a:pt x="543424" y="1237816"/>
                  </a:lnTo>
                  <a:lnTo>
                    <a:pt x="543425" y="1237801"/>
                  </a:lnTo>
                  <a:lnTo>
                    <a:pt x="543426" y="1237785"/>
                  </a:lnTo>
                  <a:lnTo>
                    <a:pt x="543425" y="1237770"/>
                  </a:lnTo>
                  <a:lnTo>
                    <a:pt x="543421" y="1237758"/>
                  </a:lnTo>
                  <a:lnTo>
                    <a:pt x="543417" y="1237751"/>
                  </a:lnTo>
                  <a:lnTo>
                    <a:pt x="543410" y="1237741"/>
                  </a:lnTo>
                  <a:lnTo>
                    <a:pt x="543408" y="1237734"/>
                  </a:lnTo>
                  <a:lnTo>
                    <a:pt x="543410" y="1237723"/>
                  </a:lnTo>
                  <a:lnTo>
                    <a:pt x="543412" y="1237713"/>
                  </a:lnTo>
                  <a:lnTo>
                    <a:pt x="543412" y="1237695"/>
                  </a:lnTo>
                  <a:lnTo>
                    <a:pt x="543411" y="1237686"/>
                  </a:lnTo>
                  <a:lnTo>
                    <a:pt x="543403" y="1237670"/>
                  </a:lnTo>
                  <a:lnTo>
                    <a:pt x="543394" y="1237660"/>
                  </a:lnTo>
                  <a:lnTo>
                    <a:pt x="543390" y="1237655"/>
                  </a:lnTo>
                  <a:lnTo>
                    <a:pt x="543384" y="1237645"/>
                  </a:lnTo>
                  <a:lnTo>
                    <a:pt x="543382" y="1237635"/>
                  </a:lnTo>
                  <a:lnTo>
                    <a:pt x="543381" y="1237620"/>
                  </a:lnTo>
                  <a:lnTo>
                    <a:pt x="543381" y="1237609"/>
                  </a:lnTo>
                  <a:lnTo>
                    <a:pt x="543380" y="1237600"/>
                  </a:lnTo>
                  <a:lnTo>
                    <a:pt x="543372" y="1237595"/>
                  </a:lnTo>
                  <a:lnTo>
                    <a:pt x="543351" y="1237587"/>
                  </a:lnTo>
                  <a:lnTo>
                    <a:pt x="543335" y="1237579"/>
                  </a:lnTo>
                  <a:lnTo>
                    <a:pt x="543317" y="1237575"/>
                  </a:lnTo>
                  <a:lnTo>
                    <a:pt x="543287" y="1237572"/>
                  </a:lnTo>
                  <a:lnTo>
                    <a:pt x="543279" y="1237570"/>
                  </a:lnTo>
                  <a:lnTo>
                    <a:pt x="543261" y="1237567"/>
                  </a:lnTo>
                  <a:lnTo>
                    <a:pt x="543245" y="1237566"/>
                  </a:lnTo>
                  <a:lnTo>
                    <a:pt x="543222" y="1237541"/>
                  </a:lnTo>
                  <a:lnTo>
                    <a:pt x="543217" y="1237537"/>
                  </a:lnTo>
                  <a:lnTo>
                    <a:pt x="543202" y="1237524"/>
                  </a:lnTo>
                  <a:lnTo>
                    <a:pt x="543192" y="1237514"/>
                  </a:lnTo>
                  <a:lnTo>
                    <a:pt x="543180" y="1237501"/>
                  </a:lnTo>
                  <a:lnTo>
                    <a:pt x="543164" y="1237482"/>
                  </a:lnTo>
                  <a:lnTo>
                    <a:pt x="543145" y="1237459"/>
                  </a:lnTo>
                  <a:lnTo>
                    <a:pt x="543139" y="1237451"/>
                  </a:lnTo>
                  <a:lnTo>
                    <a:pt x="543133" y="1237436"/>
                  </a:lnTo>
                  <a:lnTo>
                    <a:pt x="543130" y="1237425"/>
                  </a:lnTo>
                  <a:lnTo>
                    <a:pt x="543129" y="1237409"/>
                  </a:lnTo>
                  <a:lnTo>
                    <a:pt x="543126" y="1237394"/>
                  </a:lnTo>
                  <a:lnTo>
                    <a:pt x="543123" y="1237383"/>
                  </a:lnTo>
                  <a:lnTo>
                    <a:pt x="543115" y="1237359"/>
                  </a:lnTo>
                  <a:lnTo>
                    <a:pt x="543107" y="1237338"/>
                  </a:lnTo>
                  <a:lnTo>
                    <a:pt x="543103" y="1237326"/>
                  </a:lnTo>
                  <a:lnTo>
                    <a:pt x="543096" y="1237305"/>
                  </a:lnTo>
                  <a:lnTo>
                    <a:pt x="543085" y="1237280"/>
                  </a:lnTo>
                  <a:lnTo>
                    <a:pt x="543080" y="1237264"/>
                  </a:lnTo>
                  <a:lnTo>
                    <a:pt x="543081" y="1237257"/>
                  </a:lnTo>
                  <a:lnTo>
                    <a:pt x="543084" y="1237241"/>
                  </a:lnTo>
                  <a:lnTo>
                    <a:pt x="543091" y="1237216"/>
                  </a:lnTo>
                  <a:lnTo>
                    <a:pt x="543095" y="1237200"/>
                  </a:lnTo>
                  <a:lnTo>
                    <a:pt x="543099" y="1237186"/>
                  </a:lnTo>
                  <a:lnTo>
                    <a:pt x="543101" y="1237180"/>
                  </a:lnTo>
                  <a:lnTo>
                    <a:pt x="543102" y="1237173"/>
                  </a:lnTo>
                  <a:lnTo>
                    <a:pt x="543103" y="1237168"/>
                  </a:lnTo>
                  <a:lnTo>
                    <a:pt x="543103" y="1237158"/>
                  </a:lnTo>
                  <a:lnTo>
                    <a:pt x="543098" y="1237149"/>
                  </a:lnTo>
                  <a:lnTo>
                    <a:pt x="543093" y="1237139"/>
                  </a:lnTo>
                  <a:lnTo>
                    <a:pt x="543090" y="1237127"/>
                  </a:lnTo>
                  <a:lnTo>
                    <a:pt x="543088" y="1237113"/>
                  </a:lnTo>
                  <a:lnTo>
                    <a:pt x="543086" y="1237106"/>
                  </a:lnTo>
                  <a:lnTo>
                    <a:pt x="543082" y="1237098"/>
                  </a:lnTo>
                  <a:lnTo>
                    <a:pt x="543068" y="1237085"/>
                  </a:lnTo>
                  <a:lnTo>
                    <a:pt x="543062" y="1237079"/>
                  </a:lnTo>
                  <a:lnTo>
                    <a:pt x="543052" y="1237062"/>
                  </a:lnTo>
                  <a:lnTo>
                    <a:pt x="543046" y="1237056"/>
                  </a:lnTo>
                  <a:lnTo>
                    <a:pt x="543038" y="1237051"/>
                  </a:lnTo>
                  <a:lnTo>
                    <a:pt x="543024" y="1237038"/>
                  </a:lnTo>
                  <a:lnTo>
                    <a:pt x="543020" y="1237031"/>
                  </a:lnTo>
                  <a:lnTo>
                    <a:pt x="543007" y="1237013"/>
                  </a:lnTo>
                  <a:lnTo>
                    <a:pt x="543001" y="1237004"/>
                  </a:lnTo>
                  <a:lnTo>
                    <a:pt x="542994" y="1236995"/>
                  </a:lnTo>
                  <a:lnTo>
                    <a:pt x="543010" y="1236963"/>
                  </a:lnTo>
                  <a:lnTo>
                    <a:pt x="543018" y="1236949"/>
                  </a:lnTo>
                  <a:lnTo>
                    <a:pt x="543025" y="1236940"/>
                  </a:lnTo>
                  <a:lnTo>
                    <a:pt x="543031" y="1236929"/>
                  </a:lnTo>
                  <a:lnTo>
                    <a:pt x="543039" y="1236913"/>
                  </a:lnTo>
                  <a:lnTo>
                    <a:pt x="543044" y="1236903"/>
                  </a:lnTo>
                  <a:lnTo>
                    <a:pt x="543049" y="1236887"/>
                  </a:lnTo>
                  <a:lnTo>
                    <a:pt x="543054" y="1236871"/>
                  </a:lnTo>
                  <a:lnTo>
                    <a:pt x="543059" y="1236851"/>
                  </a:lnTo>
                  <a:lnTo>
                    <a:pt x="543062" y="1236844"/>
                  </a:lnTo>
                  <a:lnTo>
                    <a:pt x="543064" y="1236839"/>
                  </a:lnTo>
                  <a:lnTo>
                    <a:pt x="543066" y="1236828"/>
                  </a:lnTo>
                  <a:lnTo>
                    <a:pt x="543067" y="1236815"/>
                  </a:lnTo>
                  <a:lnTo>
                    <a:pt x="543066" y="1236808"/>
                  </a:lnTo>
                  <a:lnTo>
                    <a:pt x="543063" y="1236797"/>
                  </a:lnTo>
                  <a:lnTo>
                    <a:pt x="543059" y="1236777"/>
                  </a:lnTo>
                  <a:lnTo>
                    <a:pt x="543055" y="1236761"/>
                  </a:lnTo>
                  <a:lnTo>
                    <a:pt x="543052" y="1236750"/>
                  </a:lnTo>
                  <a:lnTo>
                    <a:pt x="543049" y="1236737"/>
                  </a:lnTo>
                  <a:lnTo>
                    <a:pt x="543045" y="1236727"/>
                  </a:lnTo>
                  <a:lnTo>
                    <a:pt x="543041" y="1236719"/>
                  </a:lnTo>
                  <a:lnTo>
                    <a:pt x="543036" y="1236710"/>
                  </a:lnTo>
                  <a:lnTo>
                    <a:pt x="543027" y="1236699"/>
                  </a:lnTo>
                  <a:lnTo>
                    <a:pt x="543016" y="1236681"/>
                  </a:lnTo>
                  <a:lnTo>
                    <a:pt x="543008" y="1236670"/>
                  </a:lnTo>
                  <a:lnTo>
                    <a:pt x="542998" y="1236657"/>
                  </a:lnTo>
                  <a:lnTo>
                    <a:pt x="542990" y="1236643"/>
                  </a:lnTo>
                  <a:lnTo>
                    <a:pt x="542984" y="1236635"/>
                  </a:lnTo>
                  <a:lnTo>
                    <a:pt x="542973" y="1236621"/>
                  </a:lnTo>
                  <a:lnTo>
                    <a:pt x="542966" y="1236615"/>
                  </a:lnTo>
                  <a:lnTo>
                    <a:pt x="542958" y="1236611"/>
                  </a:lnTo>
                  <a:lnTo>
                    <a:pt x="542947" y="1236609"/>
                  </a:lnTo>
                  <a:lnTo>
                    <a:pt x="542919" y="1236595"/>
                  </a:lnTo>
                  <a:lnTo>
                    <a:pt x="542913" y="1236588"/>
                  </a:lnTo>
                  <a:lnTo>
                    <a:pt x="542908" y="1236579"/>
                  </a:lnTo>
                  <a:lnTo>
                    <a:pt x="542901" y="1236553"/>
                  </a:lnTo>
                  <a:lnTo>
                    <a:pt x="542897" y="1236535"/>
                  </a:lnTo>
                  <a:lnTo>
                    <a:pt x="542893" y="1236524"/>
                  </a:lnTo>
                  <a:lnTo>
                    <a:pt x="542891" y="1236519"/>
                  </a:lnTo>
                  <a:lnTo>
                    <a:pt x="542878" y="1236490"/>
                  </a:lnTo>
                  <a:lnTo>
                    <a:pt x="542874" y="1236478"/>
                  </a:lnTo>
                  <a:lnTo>
                    <a:pt x="542867" y="1236462"/>
                  </a:lnTo>
                  <a:lnTo>
                    <a:pt x="542863" y="1236456"/>
                  </a:lnTo>
                  <a:lnTo>
                    <a:pt x="542854" y="1236449"/>
                  </a:lnTo>
                  <a:lnTo>
                    <a:pt x="542849" y="1236443"/>
                  </a:lnTo>
                  <a:lnTo>
                    <a:pt x="542840" y="1236426"/>
                  </a:lnTo>
                  <a:lnTo>
                    <a:pt x="542838" y="1236419"/>
                  </a:lnTo>
                  <a:lnTo>
                    <a:pt x="542836" y="1236411"/>
                  </a:lnTo>
                  <a:lnTo>
                    <a:pt x="542835" y="1236397"/>
                  </a:lnTo>
                  <a:lnTo>
                    <a:pt x="542835" y="1236384"/>
                  </a:lnTo>
                  <a:lnTo>
                    <a:pt x="542837" y="1236360"/>
                  </a:lnTo>
                  <a:lnTo>
                    <a:pt x="542837" y="1236342"/>
                  </a:lnTo>
                  <a:lnTo>
                    <a:pt x="542836" y="1236331"/>
                  </a:lnTo>
                  <a:lnTo>
                    <a:pt x="542837" y="1236325"/>
                  </a:lnTo>
                  <a:lnTo>
                    <a:pt x="542837" y="1236309"/>
                  </a:lnTo>
                  <a:lnTo>
                    <a:pt x="542837" y="1236298"/>
                  </a:lnTo>
                  <a:lnTo>
                    <a:pt x="542828" y="1236273"/>
                  </a:lnTo>
                  <a:lnTo>
                    <a:pt x="542822" y="1236260"/>
                  </a:lnTo>
                  <a:lnTo>
                    <a:pt x="542807" y="1236234"/>
                  </a:lnTo>
                  <a:lnTo>
                    <a:pt x="542803" y="1236228"/>
                  </a:lnTo>
                  <a:lnTo>
                    <a:pt x="542799" y="1236223"/>
                  </a:lnTo>
                  <a:lnTo>
                    <a:pt x="542790" y="1236200"/>
                  </a:lnTo>
                  <a:lnTo>
                    <a:pt x="542781" y="1236183"/>
                  </a:lnTo>
                  <a:lnTo>
                    <a:pt x="542770" y="1236163"/>
                  </a:lnTo>
                  <a:lnTo>
                    <a:pt x="542768" y="1236157"/>
                  </a:lnTo>
                  <a:lnTo>
                    <a:pt x="542762" y="1236137"/>
                  </a:lnTo>
                  <a:lnTo>
                    <a:pt x="542758" y="1236127"/>
                  </a:lnTo>
                  <a:lnTo>
                    <a:pt x="542755" y="1236110"/>
                  </a:lnTo>
                  <a:lnTo>
                    <a:pt x="542755" y="1236101"/>
                  </a:lnTo>
                  <a:lnTo>
                    <a:pt x="542754" y="1236089"/>
                  </a:lnTo>
                  <a:lnTo>
                    <a:pt x="542756" y="1236079"/>
                  </a:lnTo>
                  <a:lnTo>
                    <a:pt x="542757" y="1236074"/>
                  </a:lnTo>
                  <a:lnTo>
                    <a:pt x="542759" y="1236063"/>
                  </a:lnTo>
                  <a:lnTo>
                    <a:pt x="542761" y="1236054"/>
                  </a:lnTo>
                  <a:lnTo>
                    <a:pt x="542764" y="1236040"/>
                  </a:lnTo>
                  <a:lnTo>
                    <a:pt x="542767" y="1236024"/>
                  </a:lnTo>
                  <a:lnTo>
                    <a:pt x="542770" y="1236009"/>
                  </a:lnTo>
                  <a:lnTo>
                    <a:pt x="542773" y="1235997"/>
                  </a:lnTo>
                  <a:lnTo>
                    <a:pt x="542777" y="1235982"/>
                  </a:lnTo>
                  <a:lnTo>
                    <a:pt x="542779" y="1235974"/>
                  </a:lnTo>
                  <a:lnTo>
                    <a:pt x="542779" y="1235960"/>
                  </a:lnTo>
                  <a:lnTo>
                    <a:pt x="542778" y="1235948"/>
                  </a:lnTo>
                  <a:lnTo>
                    <a:pt x="542776" y="1235940"/>
                  </a:lnTo>
                  <a:lnTo>
                    <a:pt x="542768" y="1235919"/>
                  </a:lnTo>
                  <a:lnTo>
                    <a:pt x="542757" y="1235892"/>
                  </a:lnTo>
                  <a:lnTo>
                    <a:pt x="542748" y="1235872"/>
                  </a:lnTo>
                  <a:lnTo>
                    <a:pt x="542746" y="1235864"/>
                  </a:lnTo>
                  <a:lnTo>
                    <a:pt x="542746" y="1235857"/>
                  </a:lnTo>
                  <a:lnTo>
                    <a:pt x="542747" y="1235842"/>
                  </a:lnTo>
                  <a:lnTo>
                    <a:pt x="542751" y="1235827"/>
                  </a:lnTo>
                  <a:lnTo>
                    <a:pt x="542754" y="1235815"/>
                  </a:lnTo>
                  <a:lnTo>
                    <a:pt x="542756" y="1235804"/>
                  </a:lnTo>
                  <a:lnTo>
                    <a:pt x="542757" y="1235790"/>
                  </a:lnTo>
                  <a:lnTo>
                    <a:pt x="542758" y="1235778"/>
                  </a:lnTo>
                  <a:lnTo>
                    <a:pt x="542756" y="1235765"/>
                  </a:lnTo>
                  <a:lnTo>
                    <a:pt x="542754" y="1235749"/>
                  </a:lnTo>
                  <a:lnTo>
                    <a:pt x="542751" y="1235742"/>
                  </a:lnTo>
                  <a:lnTo>
                    <a:pt x="542745" y="1235737"/>
                  </a:lnTo>
                  <a:lnTo>
                    <a:pt x="542734" y="1235729"/>
                  </a:lnTo>
                  <a:lnTo>
                    <a:pt x="542723" y="1235722"/>
                  </a:lnTo>
                  <a:lnTo>
                    <a:pt x="542717" y="1235714"/>
                  </a:lnTo>
                  <a:lnTo>
                    <a:pt x="542709" y="1235703"/>
                  </a:lnTo>
                  <a:lnTo>
                    <a:pt x="542706" y="1235692"/>
                  </a:lnTo>
                  <a:lnTo>
                    <a:pt x="542698" y="1235664"/>
                  </a:lnTo>
                  <a:lnTo>
                    <a:pt x="542694" y="1235654"/>
                  </a:lnTo>
                  <a:lnTo>
                    <a:pt x="542684" y="1235634"/>
                  </a:lnTo>
                  <a:lnTo>
                    <a:pt x="542679" y="1235624"/>
                  </a:lnTo>
                  <a:lnTo>
                    <a:pt x="542677" y="1235619"/>
                  </a:lnTo>
                  <a:lnTo>
                    <a:pt x="542668" y="1235605"/>
                  </a:lnTo>
                  <a:lnTo>
                    <a:pt x="542655" y="1235592"/>
                  </a:lnTo>
                  <a:lnTo>
                    <a:pt x="542648" y="1235587"/>
                  </a:lnTo>
                  <a:lnTo>
                    <a:pt x="542641" y="1235586"/>
                  </a:lnTo>
                  <a:lnTo>
                    <a:pt x="542633" y="1235584"/>
                  </a:lnTo>
                  <a:lnTo>
                    <a:pt x="542625" y="1235581"/>
                  </a:lnTo>
                  <a:lnTo>
                    <a:pt x="542620" y="1235575"/>
                  </a:lnTo>
                  <a:lnTo>
                    <a:pt x="542612" y="1235566"/>
                  </a:lnTo>
                  <a:lnTo>
                    <a:pt x="542604" y="1235554"/>
                  </a:lnTo>
                  <a:lnTo>
                    <a:pt x="542600" y="1235545"/>
                  </a:lnTo>
                  <a:lnTo>
                    <a:pt x="542596" y="1235530"/>
                  </a:lnTo>
                  <a:lnTo>
                    <a:pt x="542588" y="1235502"/>
                  </a:lnTo>
                  <a:lnTo>
                    <a:pt x="542586" y="1235486"/>
                  </a:lnTo>
                  <a:lnTo>
                    <a:pt x="542584" y="1235472"/>
                  </a:lnTo>
                  <a:lnTo>
                    <a:pt x="542583" y="1235465"/>
                  </a:lnTo>
                  <a:lnTo>
                    <a:pt x="542582" y="1235425"/>
                  </a:lnTo>
                  <a:lnTo>
                    <a:pt x="542581" y="1235411"/>
                  </a:lnTo>
                  <a:lnTo>
                    <a:pt x="542577" y="1235394"/>
                  </a:lnTo>
                  <a:lnTo>
                    <a:pt x="542571" y="1235376"/>
                  </a:lnTo>
                  <a:lnTo>
                    <a:pt x="542565" y="1235364"/>
                  </a:lnTo>
                  <a:lnTo>
                    <a:pt x="542560" y="1235357"/>
                  </a:lnTo>
                  <a:lnTo>
                    <a:pt x="542552" y="1235346"/>
                  </a:lnTo>
                  <a:lnTo>
                    <a:pt x="542550" y="1235342"/>
                  </a:lnTo>
                  <a:lnTo>
                    <a:pt x="542548" y="1235334"/>
                  </a:lnTo>
                  <a:lnTo>
                    <a:pt x="542550" y="1235323"/>
                  </a:lnTo>
                  <a:lnTo>
                    <a:pt x="542551" y="1235312"/>
                  </a:lnTo>
                  <a:lnTo>
                    <a:pt x="542549" y="1235301"/>
                  </a:lnTo>
                  <a:lnTo>
                    <a:pt x="542545" y="1235292"/>
                  </a:lnTo>
                  <a:lnTo>
                    <a:pt x="542541" y="1235279"/>
                  </a:lnTo>
                  <a:lnTo>
                    <a:pt x="542539" y="1235271"/>
                  </a:lnTo>
                  <a:lnTo>
                    <a:pt x="542538" y="1235263"/>
                  </a:lnTo>
                  <a:lnTo>
                    <a:pt x="542536" y="1235249"/>
                  </a:lnTo>
                  <a:lnTo>
                    <a:pt x="542534" y="1235234"/>
                  </a:lnTo>
                  <a:lnTo>
                    <a:pt x="542532" y="1235220"/>
                  </a:lnTo>
                  <a:lnTo>
                    <a:pt x="542531" y="1235212"/>
                  </a:lnTo>
                  <a:lnTo>
                    <a:pt x="542525" y="1235196"/>
                  </a:lnTo>
                  <a:lnTo>
                    <a:pt x="542521" y="1235186"/>
                  </a:lnTo>
                  <a:lnTo>
                    <a:pt x="542520" y="1235178"/>
                  </a:lnTo>
                  <a:lnTo>
                    <a:pt x="542519" y="1235170"/>
                  </a:lnTo>
                  <a:lnTo>
                    <a:pt x="542520" y="1235163"/>
                  </a:lnTo>
                  <a:lnTo>
                    <a:pt x="542523" y="1235156"/>
                  </a:lnTo>
                  <a:lnTo>
                    <a:pt x="542529" y="1235148"/>
                  </a:lnTo>
                  <a:lnTo>
                    <a:pt x="542538" y="1235138"/>
                  </a:lnTo>
                  <a:lnTo>
                    <a:pt x="542548" y="1235127"/>
                  </a:lnTo>
                  <a:lnTo>
                    <a:pt x="542557" y="1235119"/>
                  </a:lnTo>
                  <a:lnTo>
                    <a:pt x="542570" y="1235107"/>
                  </a:lnTo>
                  <a:lnTo>
                    <a:pt x="542578" y="1235098"/>
                  </a:lnTo>
                  <a:lnTo>
                    <a:pt x="542584" y="1235087"/>
                  </a:lnTo>
                  <a:lnTo>
                    <a:pt x="542588" y="1235072"/>
                  </a:lnTo>
                  <a:lnTo>
                    <a:pt x="542593" y="1235049"/>
                  </a:lnTo>
                  <a:lnTo>
                    <a:pt x="542596" y="1235039"/>
                  </a:lnTo>
                  <a:lnTo>
                    <a:pt x="542605" y="1235016"/>
                  </a:lnTo>
                  <a:lnTo>
                    <a:pt x="542610" y="1235006"/>
                  </a:lnTo>
                  <a:lnTo>
                    <a:pt x="542613" y="1234997"/>
                  </a:lnTo>
                  <a:lnTo>
                    <a:pt x="542620" y="1234988"/>
                  </a:lnTo>
                  <a:lnTo>
                    <a:pt x="542628" y="1234980"/>
                  </a:lnTo>
                  <a:lnTo>
                    <a:pt x="542640" y="1234975"/>
                  </a:lnTo>
                  <a:lnTo>
                    <a:pt x="542653" y="1234973"/>
                  </a:lnTo>
                  <a:lnTo>
                    <a:pt x="542662" y="1234970"/>
                  </a:lnTo>
                  <a:lnTo>
                    <a:pt x="542669" y="1234961"/>
                  </a:lnTo>
                  <a:lnTo>
                    <a:pt x="542677" y="1234950"/>
                  </a:lnTo>
                  <a:lnTo>
                    <a:pt x="542681" y="1234938"/>
                  </a:lnTo>
                  <a:lnTo>
                    <a:pt x="542686" y="1234927"/>
                  </a:lnTo>
                  <a:lnTo>
                    <a:pt x="542687" y="1234917"/>
                  </a:lnTo>
                  <a:lnTo>
                    <a:pt x="542686" y="1234909"/>
                  </a:lnTo>
                  <a:lnTo>
                    <a:pt x="542681" y="1234900"/>
                  </a:lnTo>
                  <a:lnTo>
                    <a:pt x="542676" y="1234894"/>
                  </a:lnTo>
                  <a:lnTo>
                    <a:pt x="542672" y="1234888"/>
                  </a:lnTo>
                  <a:lnTo>
                    <a:pt x="542669" y="1234882"/>
                  </a:lnTo>
                  <a:lnTo>
                    <a:pt x="542665" y="1234871"/>
                  </a:lnTo>
                  <a:lnTo>
                    <a:pt x="542662" y="1234860"/>
                  </a:lnTo>
                  <a:lnTo>
                    <a:pt x="542658" y="1234848"/>
                  </a:lnTo>
                  <a:lnTo>
                    <a:pt x="542655" y="1234838"/>
                  </a:lnTo>
                  <a:lnTo>
                    <a:pt x="542653" y="1234826"/>
                  </a:lnTo>
                  <a:lnTo>
                    <a:pt x="542651" y="1234815"/>
                  </a:lnTo>
                  <a:lnTo>
                    <a:pt x="542649" y="1234805"/>
                  </a:lnTo>
                  <a:lnTo>
                    <a:pt x="542648" y="1234797"/>
                  </a:lnTo>
                  <a:lnTo>
                    <a:pt x="542646" y="1234787"/>
                  </a:lnTo>
                  <a:lnTo>
                    <a:pt x="542644" y="1234779"/>
                  </a:lnTo>
                  <a:lnTo>
                    <a:pt x="542642" y="1234771"/>
                  </a:lnTo>
                  <a:lnTo>
                    <a:pt x="542640" y="1234759"/>
                  </a:lnTo>
                  <a:lnTo>
                    <a:pt x="542640" y="1234751"/>
                  </a:lnTo>
                  <a:lnTo>
                    <a:pt x="542641" y="1234740"/>
                  </a:lnTo>
                  <a:lnTo>
                    <a:pt x="542643" y="1234732"/>
                  </a:lnTo>
                  <a:lnTo>
                    <a:pt x="542645" y="1234723"/>
                  </a:lnTo>
                  <a:lnTo>
                    <a:pt x="542648" y="1234713"/>
                  </a:lnTo>
                  <a:lnTo>
                    <a:pt x="542651" y="1234707"/>
                  </a:lnTo>
                  <a:lnTo>
                    <a:pt x="542656" y="1234702"/>
                  </a:lnTo>
                  <a:lnTo>
                    <a:pt x="542665" y="1234697"/>
                  </a:lnTo>
                  <a:lnTo>
                    <a:pt x="542682" y="1234687"/>
                  </a:lnTo>
                  <a:lnTo>
                    <a:pt x="542715" y="1234662"/>
                  </a:lnTo>
                  <a:lnTo>
                    <a:pt x="542728" y="1234653"/>
                  </a:lnTo>
                  <a:lnTo>
                    <a:pt x="542733" y="1234652"/>
                  </a:lnTo>
                  <a:lnTo>
                    <a:pt x="542739" y="1234650"/>
                  </a:lnTo>
                  <a:lnTo>
                    <a:pt x="542746" y="1234648"/>
                  </a:lnTo>
                  <a:lnTo>
                    <a:pt x="542754" y="1234645"/>
                  </a:lnTo>
                  <a:lnTo>
                    <a:pt x="542765" y="1234644"/>
                  </a:lnTo>
                  <a:lnTo>
                    <a:pt x="542781" y="1234643"/>
                  </a:lnTo>
                  <a:lnTo>
                    <a:pt x="542797" y="1234642"/>
                  </a:lnTo>
                  <a:lnTo>
                    <a:pt x="542808" y="1234640"/>
                  </a:lnTo>
                  <a:lnTo>
                    <a:pt x="542820" y="1234637"/>
                  </a:lnTo>
                  <a:lnTo>
                    <a:pt x="542841" y="1234636"/>
                  </a:lnTo>
                  <a:lnTo>
                    <a:pt x="542865" y="1234636"/>
                  </a:lnTo>
                  <a:lnTo>
                    <a:pt x="542883" y="1234635"/>
                  </a:lnTo>
                  <a:lnTo>
                    <a:pt x="542906" y="1234635"/>
                  </a:lnTo>
                  <a:lnTo>
                    <a:pt x="542926" y="1234635"/>
                  </a:lnTo>
                  <a:lnTo>
                    <a:pt x="542946" y="1234635"/>
                  </a:lnTo>
                  <a:lnTo>
                    <a:pt x="542967" y="1234635"/>
                  </a:lnTo>
                  <a:lnTo>
                    <a:pt x="542989" y="1234635"/>
                  </a:lnTo>
                  <a:lnTo>
                    <a:pt x="543004" y="1234634"/>
                  </a:lnTo>
                  <a:lnTo>
                    <a:pt x="543010" y="1234634"/>
                  </a:lnTo>
                  <a:lnTo>
                    <a:pt x="543016" y="1234634"/>
                  </a:lnTo>
                  <a:lnTo>
                    <a:pt x="543025" y="1234634"/>
                  </a:lnTo>
                  <a:lnTo>
                    <a:pt x="543031" y="1234633"/>
                  </a:lnTo>
                  <a:lnTo>
                    <a:pt x="543036" y="1234632"/>
                  </a:lnTo>
                  <a:lnTo>
                    <a:pt x="543046" y="1234632"/>
                  </a:lnTo>
                  <a:lnTo>
                    <a:pt x="543056" y="1234634"/>
                  </a:lnTo>
                  <a:lnTo>
                    <a:pt x="543064" y="1234637"/>
                  </a:lnTo>
                  <a:lnTo>
                    <a:pt x="543072" y="1234639"/>
                  </a:lnTo>
                  <a:lnTo>
                    <a:pt x="543078" y="1234640"/>
                  </a:lnTo>
                  <a:lnTo>
                    <a:pt x="543087" y="1234642"/>
                  </a:lnTo>
                  <a:lnTo>
                    <a:pt x="543094" y="1234642"/>
                  </a:lnTo>
                  <a:lnTo>
                    <a:pt x="543103" y="1234641"/>
                  </a:lnTo>
                  <a:lnTo>
                    <a:pt x="543108" y="1234641"/>
                  </a:lnTo>
                  <a:lnTo>
                    <a:pt x="543130" y="1234646"/>
                  </a:lnTo>
                  <a:lnTo>
                    <a:pt x="543139" y="1234647"/>
                  </a:lnTo>
                  <a:lnTo>
                    <a:pt x="543157" y="1234650"/>
                  </a:lnTo>
                  <a:lnTo>
                    <a:pt x="543170" y="1234651"/>
                  </a:lnTo>
                  <a:lnTo>
                    <a:pt x="543186" y="1234651"/>
                  </a:lnTo>
                  <a:lnTo>
                    <a:pt x="543211" y="1234645"/>
                  </a:lnTo>
                  <a:lnTo>
                    <a:pt x="543223" y="1234640"/>
                  </a:lnTo>
                  <a:lnTo>
                    <a:pt x="543234" y="1234637"/>
                  </a:lnTo>
                  <a:lnTo>
                    <a:pt x="543246" y="1234636"/>
                  </a:lnTo>
                  <a:lnTo>
                    <a:pt x="543258" y="1234635"/>
                  </a:lnTo>
                  <a:lnTo>
                    <a:pt x="543272" y="1234631"/>
                  </a:lnTo>
                  <a:lnTo>
                    <a:pt x="543279" y="1234625"/>
                  </a:lnTo>
                  <a:lnTo>
                    <a:pt x="543283" y="1234622"/>
                  </a:lnTo>
                  <a:lnTo>
                    <a:pt x="543288" y="1234617"/>
                  </a:lnTo>
                  <a:lnTo>
                    <a:pt x="543295" y="1234616"/>
                  </a:lnTo>
                  <a:lnTo>
                    <a:pt x="543305" y="1234615"/>
                  </a:lnTo>
                  <a:lnTo>
                    <a:pt x="543303" y="1234608"/>
                  </a:lnTo>
                  <a:lnTo>
                    <a:pt x="543303" y="1234589"/>
                  </a:lnTo>
                  <a:lnTo>
                    <a:pt x="543303" y="1234570"/>
                  </a:lnTo>
                  <a:lnTo>
                    <a:pt x="543305" y="1234551"/>
                  </a:lnTo>
                  <a:lnTo>
                    <a:pt x="543305" y="1234537"/>
                  </a:lnTo>
                  <a:lnTo>
                    <a:pt x="543306" y="1234521"/>
                  </a:lnTo>
                  <a:lnTo>
                    <a:pt x="543305" y="1234515"/>
                  </a:lnTo>
                  <a:lnTo>
                    <a:pt x="543301" y="1234504"/>
                  </a:lnTo>
                  <a:lnTo>
                    <a:pt x="543298" y="1234493"/>
                  </a:lnTo>
                  <a:lnTo>
                    <a:pt x="543296" y="1234486"/>
                  </a:lnTo>
                  <a:lnTo>
                    <a:pt x="543294" y="1234480"/>
                  </a:lnTo>
                  <a:lnTo>
                    <a:pt x="543293" y="1234474"/>
                  </a:lnTo>
                  <a:lnTo>
                    <a:pt x="543287" y="1234465"/>
                  </a:lnTo>
                  <a:lnTo>
                    <a:pt x="543284" y="1234458"/>
                  </a:lnTo>
                  <a:lnTo>
                    <a:pt x="543279" y="1234441"/>
                  </a:lnTo>
                  <a:lnTo>
                    <a:pt x="543277" y="1234428"/>
                  </a:lnTo>
                  <a:lnTo>
                    <a:pt x="543276" y="1234410"/>
                  </a:lnTo>
                  <a:lnTo>
                    <a:pt x="543274" y="1234401"/>
                  </a:lnTo>
                  <a:lnTo>
                    <a:pt x="543270" y="1234395"/>
                  </a:lnTo>
                  <a:lnTo>
                    <a:pt x="543266" y="1234389"/>
                  </a:lnTo>
                  <a:lnTo>
                    <a:pt x="543254" y="1234375"/>
                  </a:lnTo>
                  <a:lnTo>
                    <a:pt x="543250" y="1234367"/>
                  </a:lnTo>
                  <a:lnTo>
                    <a:pt x="543243" y="1234349"/>
                  </a:lnTo>
                  <a:lnTo>
                    <a:pt x="543238" y="1234337"/>
                  </a:lnTo>
                  <a:lnTo>
                    <a:pt x="543234" y="1234325"/>
                  </a:lnTo>
                  <a:lnTo>
                    <a:pt x="543230" y="1234303"/>
                  </a:lnTo>
                  <a:lnTo>
                    <a:pt x="543227" y="1234282"/>
                  </a:lnTo>
                  <a:lnTo>
                    <a:pt x="543224" y="1234266"/>
                  </a:lnTo>
                  <a:lnTo>
                    <a:pt x="543217" y="1234246"/>
                  </a:lnTo>
                  <a:lnTo>
                    <a:pt x="543214" y="1234236"/>
                  </a:lnTo>
                  <a:lnTo>
                    <a:pt x="543208" y="1234217"/>
                  </a:lnTo>
                  <a:lnTo>
                    <a:pt x="543206" y="1234204"/>
                  </a:lnTo>
                  <a:lnTo>
                    <a:pt x="543207" y="1234194"/>
                  </a:lnTo>
                  <a:lnTo>
                    <a:pt x="543208" y="1234183"/>
                  </a:lnTo>
                  <a:lnTo>
                    <a:pt x="543211" y="1234172"/>
                  </a:lnTo>
                  <a:lnTo>
                    <a:pt x="543210" y="1234159"/>
                  </a:lnTo>
                  <a:lnTo>
                    <a:pt x="543208" y="1234151"/>
                  </a:lnTo>
                  <a:lnTo>
                    <a:pt x="543205" y="1234145"/>
                  </a:lnTo>
                  <a:lnTo>
                    <a:pt x="543199" y="1234137"/>
                  </a:lnTo>
                  <a:lnTo>
                    <a:pt x="543189" y="1234126"/>
                  </a:lnTo>
                  <a:lnTo>
                    <a:pt x="543181" y="1234116"/>
                  </a:lnTo>
                  <a:lnTo>
                    <a:pt x="543178" y="1234110"/>
                  </a:lnTo>
                  <a:lnTo>
                    <a:pt x="543177" y="1234104"/>
                  </a:lnTo>
                  <a:lnTo>
                    <a:pt x="543175" y="1234095"/>
                  </a:lnTo>
                  <a:lnTo>
                    <a:pt x="543171" y="1234084"/>
                  </a:lnTo>
                  <a:lnTo>
                    <a:pt x="543167" y="1234074"/>
                  </a:lnTo>
                  <a:lnTo>
                    <a:pt x="543163" y="1234066"/>
                  </a:lnTo>
                  <a:lnTo>
                    <a:pt x="543160" y="1234061"/>
                  </a:lnTo>
                  <a:lnTo>
                    <a:pt x="543152" y="1234053"/>
                  </a:lnTo>
                  <a:lnTo>
                    <a:pt x="543145" y="1234043"/>
                  </a:lnTo>
                  <a:lnTo>
                    <a:pt x="543140" y="1234036"/>
                  </a:lnTo>
                  <a:lnTo>
                    <a:pt x="543138" y="1234029"/>
                  </a:lnTo>
                  <a:lnTo>
                    <a:pt x="543136" y="1234018"/>
                  </a:lnTo>
                  <a:lnTo>
                    <a:pt x="543135" y="1234010"/>
                  </a:lnTo>
                  <a:lnTo>
                    <a:pt x="543135" y="1234004"/>
                  </a:lnTo>
                  <a:lnTo>
                    <a:pt x="543134" y="1233990"/>
                  </a:lnTo>
                  <a:lnTo>
                    <a:pt x="543135" y="1233980"/>
                  </a:lnTo>
                  <a:lnTo>
                    <a:pt x="543136" y="1233975"/>
                  </a:lnTo>
                  <a:lnTo>
                    <a:pt x="543139" y="1233961"/>
                  </a:lnTo>
                  <a:lnTo>
                    <a:pt x="543141" y="1233955"/>
                  </a:lnTo>
                  <a:lnTo>
                    <a:pt x="543147" y="1233945"/>
                  </a:lnTo>
                  <a:lnTo>
                    <a:pt x="543168" y="1233916"/>
                  </a:lnTo>
                  <a:lnTo>
                    <a:pt x="543181" y="1233893"/>
                  </a:lnTo>
                  <a:lnTo>
                    <a:pt x="543184" y="1233887"/>
                  </a:lnTo>
                  <a:lnTo>
                    <a:pt x="543186" y="1233879"/>
                  </a:lnTo>
                  <a:lnTo>
                    <a:pt x="543182" y="1233872"/>
                  </a:lnTo>
                  <a:lnTo>
                    <a:pt x="543176" y="1233862"/>
                  </a:lnTo>
                  <a:lnTo>
                    <a:pt x="543167" y="1233852"/>
                  </a:lnTo>
                  <a:lnTo>
                    <a:pt x="543162" y="1233846"/>
                  </a:lnTo>
                  <a:lnTo>
                    <a:pt x="543157" y="1233836"/>
                  </a:lnTo>
                  <a:lnTo>
                    <a:pt x="543155" y="1233827"/>
                  </a:lnTo>
                  <a:lnTo>
                    <a:pt x="543153" y="1233818"/>
                  </a:lnTo>
                  <a:lnTo>
                    <a:pt x="543151" y="1233805"/>
                  </a:lnTo>
                  <a:lnTo>
                    <a:pt x="543149" y="1233788"/>
                  </a:lnTo>
                  <a:lnTo>
                    <a:pt x="543146" y="1233769"/>
                  </a:lnTo>
                  <a:lnTo>
                    <a:pt x="543144" y="1233759"/>
                  </a:lnTo>
                  <a:lnTo>
                    <a:pt x="543143" y="1233753"/>
                  </a:lnTo>
                  <a:lnTo>
                    <a:pt x="543139" y="1233747"/>
                  </a:lnTo>
                  <a:lnTo>
                    <a:pt x="543135" y="1233741"/>
                  </a:lnTo>
                  <a:lnTo>
                    <a:pt x="543131" y="1233736"/>
                  </a:lnTo>
                  <a:lnTo>
                    <a:pt x="543129" y="1233731"/>
                  </a:lnTo>
                  <a:lnTo>
                    <a:pt x="543128" y="1233724"/>
                  </a:lnTo>
                  <a:lnTo>
                    <a:pt x="543125" y="1233715"/>
                  </a:lnTo>
                  <a:lnTo>
                    <a:pt x="543122" y="1233710"/>
                  </a:lnTo>
                  <a:lnTo>
                    <a:pt x="543117" y="1233704"/>
                  </a:lnTo>
                  <a:lnTo>
                    <a:pt x="543108" y="1233694"/>
                  </a:lnTo>
                  <a:lnTo>
                    <a:pt x="543095" y="1233683"/>
                  </a:lnTo>
                  <a:lnTo>
                    <a:pt x="543084" y="1233671"/>
                  </a:lnTo>
                  <a:lnTo>
                    <a:pt x="543075" y="1233660"/>
                  </a:lnTo>
                  <a:lnTo>
                    <a:pt x="543069" y="1233650"/>
                  </a:lnTo>
                  <a:lnTo>
                    <a:pt x="543067" y="1233644"/>
                  </a:lnTo>
                  <a:lnTo>
                    <a:pt x="543063" y="1233638"/>
                  </a:lnTo>
                  <a:lnTo>
                    <a:pt x="543058" y="1233634"/>
                  </a:lnTo>
                  <a:lnTo>
                    <a:pt x="543054" y="1233632"/>
                  </a:lnTo>
                  <a:lnTo>
                    <a:pt x="543044" y="1233630"/>
                  </a:lnTo>
                  <a:lnTo>
                    <a:pt x="543036" y="1233630"/>
                  </a:lnTo>
                  <a:lnTo>
                    <a:pt x="543028" y="1233629"/>
                  </a:lnTo>
                  <a:lnTo>
                    <a:pt x="543023" y="1233627"/>
                  </a:lnTo>
                  <a:lnTo>
                    <a:pt x="543018" y="1233625"/>
                  </a:lnTo>
                  <a:lnTo>
                    <a:pt x="543009" y="1233619"/>
                  </a:lnTo>
                  <a:lnTo>
                    <a:pt x="543000" y="1233614"/>
                  </a:lnTo>
                  <a:lnTo>
                    <a:pt x="542989" y="1233604"/>
                  </a:lnTo>
                  <a:lnTo>
                    <a:pt x="542980" y="1233589"/>
                  </a:lnTo>
                  <a:lnTo>
                    <a:pt x="542970" y="1233579"/>
                  </a:lnTo>
                  <a:lnTo>
                    <a:pt x="542963" y="1233571"/>
                  </a:lnTo>
                  <a:lnTo>
                    <a:pt x="542955" y="1233563"/>
                  </a:lnTo>
                  <a:lnTo>
                    <a:pt x="542949" y="1233560"/>
                  </a:lnTo>
                  <a:lnTo>
                    <a:pt x="542944" y="1233553"/>
                  </a:lnTo>
                  <a:lnTo>
                    <a:pt x="542942" y="1233546"/>
                  </a:lnTo>
                  <a:lnTo>
                    <a:pt x="542938" y="1233531"/>
                  </a:lnTo>
                  <a:lnTo>
                    <a:pt x="542937" y="1233521"/>
                  </a:lnTo>
                  <a:lnTo>
                    <a:pt x="542934" y="1233512"/>
                  </a:lnTo>
                  <a:lnTo>
                    <a:pt x="542932" y="1233506"/>
                  </a:lnTo>
                  <a:lnTo>
                    <a:pt x="542929" y="1233495"/>
                  </a:lnTo>
                  <a:lnTo>
                    <a:pt x="542920" y="1233480"/>
                  </a:lnTo>
                  <a:lnTo>
                    <a:pt x="542915" y="1233469"/>
                  </a:lnTo>
                  <a:lnTo>
                    <a:pt x="542913" y="1233464"/>
                  </a:lnTo>
                  <a:lnTo>
                    <a:pt x="542911" y="1233458"/>
                  </a:lnTo>
                  <a:lnTo>
                    <a:pt x="542907" y="1233447"/>
                  </a:lnTo>
                  <a:lnTo>
                    <a:pt x="542901" y="1233427"/>
                  </a:lnTo>
                  <a:lnTo>
                    <a:pt x="542901" y="1233415"/>
                  </a:lnTo>
                  <a:lnTo>
                    <a:pt x="542902" y="1233404"/>
                  </a:lnTo>
                  <a:lnTo>
                    <a:pt x="542904" y="1233390"/>
                  </a:lnTo>
                  <a:lnTo>
                    <a:pt x="542910" y="1233373"/>
                  </a:lnTo>
                  <a:lnTo>
                    <a:pt x="542913" y="1233355"/>
                  </a:lnTo>
                  <a:lnTo>
                    <a:pt x="542910" y="1233344"/>
                  </a:lnTo>
                  <a:lnTo>
                    <a:pt x="542905" y="1233334"/>
                  </a:lnTo>
                  <a:lnTo>
                    <a:pt x="542892" y="1233314"/>
                  </a:lnTo>
                  <a:lnTo>
                    <a:pt x="542878" y="1233286"/>
                  </a:lnTo>
                  <a:lnTo>
                    <a:pt x="542868" y="1233268"/>
                  </a:lnTo>
                  <a:lnTo>
                    <a:pt x="542865" y="1233263"/>
                  </a:lnTo>
                  <a:lnTo>
                    <a:pt x="542852" y="1233245"/>
                  </a:lnTo>
                  <a:lnTo>
                    <a:pt x="542841" y="1233231"/>
                  </a:lnTo>
                  <a:lnTo>
                    <a:pt x="542837" y="1233226"/>
                  </a:lnTo>
                  <a:lnTo>
                    <a:pt x="542826" y="1233217"/>
                  </a:lnTo>
                  <a:lnTo>
                    <a:pt x="542819" y="1233205"/>
                  </a:lnTo>
                  <a:lnTo>
                    <a:pt x="542815" y="1233191"/>
                  </a:lnTo>
                  <a:lnTo>
                    <a:pt x="542809" y="1233175"/>
                  </a:lnTo>
                  <a:lnTo>
                    <a:pt x="542804" y="1233161"/>
                  </a:lnTo>
                  <a:lnTo>
                    <a:pt x="542802" y="1233155"/>
                  </a:lnTo>
                  <a:lnTo>
                    <a:pt x="542800" y="1233148"/>
                  </a:lnTo>
                  <a:lnTo>
                    <a:pt x="542798" y="1233143"/>
                  </a:lnTo>
                  <a:lnTo>
                    <a:pt x="542796" y="1233138"/>
                  </a:lnTo>
                  <a:lnTo>
                    <a:pt x="542792" y="1233134"/>
                  </a:lnTo>
                  <a:lnTo>
                    <a:pt x="542789" y="1233128"/>
                  </a:lnTo>
                  <a:lnTo>
                    <a:pt x="542784" y="1233120"/>
                  </a:lnTo>
                  <a:lnTo>
                    <a:pt x="542782" y="1233112"/>
                  </a:lnTo>
                  <a:lnTo>
                    <a:pt x="542778" y="1233091"/>
                  </a:lnTo>
                  <a:lnTo>
                    <a:pt x="542773" y="1233082"/>
                  </a:lnTo>
                  <a:lnTo>
                    <a:pt x="542761" y="1233071"/>
                  </a:lnTo>
                  <a:lnTo>
                    <a:pt x="542752" y="1233064"/>
                  </a:lnTo>
                  <a:lnTo>
                    <a:pt x="542739" y="1233052"/>
                  </a:lnTo>
                  <a:lnTo>
                    <a:pt x="542732" y="1233050"/>
                  </a:lnTo>
                  <a:lnTo>
                    <a:pt x="542722" y="1233048"/>
                  </a:lnTo>
                  <a:lnTo>
                    <a:pt x="542706" y="1233047"/>
                  </a:lnTo>
                  <a:lnTo>
                    <a:pt x="542694" y="1233044"/>
                  </a:lnTo>
                  <a:lnTo>
                    <a:pt x="542688" y="1233041"/>
                  </a:lnTo>
                  <a:lnTo>
                    <a:pt x="542682" y="1233035"/>
                  </a:lnTo>
                  <a:lnTo>
                    <a:pt x="542669" y="1233023"/>
                  </a:lnTo>
                  <a:lnTo>
                    <a:pt x="542659" y="1233008"/>
                  </a:lnTo>
                  <a:lnTo>
                    <a:pt x="542651" y="1232993"/>
                  </a:lnTo>
                  <a:lnTo>
                    <a:pt x="542645" y="1232976"/>
                  </a:lnTo>
                  <a:lnTo>
                    <a:pt x="542642" y="1232965"/>
                  </a:lnTo>
                  <a:lnTo>
                    <a:pt x="542638" y="1232946"/>
                  </a:lnTo>
                  <a:lnTo>
                    <a:pt x="542633" y="1232927"/>
                  </a:lnTo>
                  <a:lnTo>
                    <a:pt x="542628" y="1232903"/>
                  </a:lnTo>
                  <a:lnTo>
                    <a:pt x="542623" y="1232882"/>
                  </a:lnTo>
                  <a:lnTo>
                    <a:pt x="542617" y="1232868"/>
                  </a:lnTo>
                  <a:lnTo>
                    <a:pt x="542609" y="1232849"/>
                  </a:lnTo>
                  <a:lnTo>
                    <a:pt x="542606" y="1232843"/>
                  </a:lnTo>
                  <a:lnTo>
                    <a:pt x="542602" y="1232837"/>
                  </a:lnTo>
                  <a:lnTo>
                    <a:pt x="542585" y="1232815"/>
                  </a:lnTo>
                  <a:lnTo>
                    <a:pt x="542570" y="1232804"/>
                  </a:lnTo>
                  <a:lnTo>
                    <a:pt x="542565" y="1232800"/>
                  </a:lnTo>
                  <a:lnTo>
                    <a:pt x="542551" y="1232793"/>
                  </a:lnTo>
                  <a:lnTo>
                    <a:pt x="542539" y="1232787"/>
                  </a:lnTo>
                  <a:lnTo>
                    <a:pt x="542521" y="1232778"/>
                  </a:lnTo>
                  <a:lnTo>
                    <a:pt x="542516" y="1232777"/>
                  </a:lnTo>
                  <a:lnTo>
                    <a:pt x="542508" y="1232776"/>
                  </a:lnTo>
                  <a:lnTo>
                    <a:pt x="542495" y="1232775"/>
                  </a:lnTo>
                  <a:lnTo>
                    <a:pt x="542476" y="1232773"/>
                  </a:lnTo>
                  <a:lnTo>
                    <a:pt x="542462" y="1232772"/>
                  </a:lnTo>
                  <a:lnTo>
                    <a:pt x="542442" y="1232771"/>
                  </a:lnTo>
                  <a:lnTo>
                    <a:pt x="542434" y="1232771"/>
                  </a:lnTo>
                  <a:lnTo>
                    <a:pt x="542414" y="1232769"/>
                  </a:lnTo>
                  <a:lnTo>
                    <a:pt x="542400" y="1232768"/>
                  </a:lnTo>
                  <a:lnTo>
                    <a:pt x="542384" y="1232768"/>
                  </a:lnTo>
                  <a:lnTo>
                    <a:pt x="542379" y="1232766"/>
                  </a:lnTo>
                  <a:lnTo>
                    <a:pt x="542377" y="1232759"/>
                  </a:lnTo>
                  <a:lnTo>
                    <a:pt x="542367" y="1232722"/>
                  </a:lnTo>
                  <a:lnTo>
                    <a:pt x="542364" y="1232714"/>
                  </a:lnTo>
                  <a:lnTo>
                    <a:pt x="542355" y="1232701"/>
                  </a:lnTo>
                  <a:lnTo>
                    <a:pt x="542345" y="1232686"/>
                  </a:lnTo>
                  <a:lnTo>
                    <a:pt x="542335" y="1232671"/>
                  </a:lnTo>
                  <a:lnTo>
                    <a:pt x="542331" y="1232666"/>
                  </a:lnTo>
                  <a:lnTo>
                    <a:pt x="542328" y="1232662"/>
                  </a:lnTo>
                  <a:lnTo>
                    <a:pt x="542320" y="1232655"/>
                  </a:lnTo>
                  <a:lnTo>
                    <a:pt x="542302" y="1232639"/>
                  </a:lnTo>
                  <a:lnTo>
                    <a:pt x="542290" y="1232629"/>
                  </a:lnTo>
                  <a:lnTo>
                    <a:pt x="542272" y="1232614"/>
                  </a:lnTo>
                  <a:lnTo>
                    <a:pt x="542253" y="1232599"/>
                  </a:lnTo>
                  <a:lnTo>
                    <a:pt x="542244" y="1232588"/>
                  </a:lnTo>
                  <a:lnTo>
                    <a:pt x="542239" y="1232581"/>
                  </a:lnTo>
                  <a:lnTo>
                    <a:pt x="542232" y="1232570"/>
                  </a:lnTo>
                  <a:lnTo>
                    <a:pt x="542228" y="1232560"/>
                  </a:lnTo>
                  <a:lnTo>
                    <a:pt x="542225" y="1232552"/>
                  </a:lnTo>
                  <a:lnTo>
                    <a:pt x="542222" y="1232546"/>
                  </a:lnTo>
                  <a:lnTo>
                    <a:pt x="542219" y="1232539"/>
                  </a:lnTo>
                  <a:lnTo>
                    <a:pt x="542217" y="1232534"/>
                  </a:lnTo>
                  <a:lnTo>
                    <a:pt x="542214" y="1232527"/>
                  </a:lnTo>
                  <a:lnTo>
                    <a:pt x="542213" y="1232518"/>
                  </a:lnTo>
                  <a:lnTo>
                    <a:pt x="542213" y="1232511"/>
                  </a:lnTo>
                  <a:lnTo>
                    <a:pt x="542214" y="1232505"/>
                  </a:lnTo>
                  <a:lnTo>
                    <a:pt x="542215" y="1232498"/>
                  </a:lnTo>
                  <a:lnTo>
                    <a:pt x="542219" y="1232477"/>
                  </a:lnTo>
                  <a:lnTo>
                    <a:pt x="542220" y="1232459"/>
                  </a:lnTo>
                  <a:lnTo>
                    <a:pt x="542222" y="1232441"/>
                  </a:lnTo>
                  <a:lnTo>
                    <a:pt x="542222" y="1232424"/>
                  </a:lnTo>
                  <a:lnTo>
                    <a:pt x="542222" y="1232405"/>
                  </a:lnTo>
                  <a:lnTo>
                    <a:pt x="542223" y="1232386"/>
                  </a:lnTo>
                  <a:lnTo>
                    <a:pt x="542224" y="1232364"/>
                  </a:lnTo>
                  <a:lnTo>
                    <a:pt x="542224" y="1232335"/>
                  </a:lnTo>
                  <a:lnTo>
                    <a:pt x="542223" y="1232319"/>
                  </a:lnTo>
                  <a:lnTo>
                    <a:pt x="542222" y="1232306"/>
                  </a:lnTo>
                  <a:lnTo>
                    <a:pt x="542221" y="1232292"/>
                  </a:lnTo>
                  <a:lnTo>
                    <a:pt x="542219" y="1232277"/>
                  </a:lnTo>
                  <a:lnTo>
                    <a:pt x="542216" y="1232260"/>
                  </a:lnTo>
                  <a:lnTo>
                    <a:pt x="542213" y="1232248"/>
                  </a:lnTo>
                  <a:lnTo>
                    <a:pt x="542212" y="1232232"/>
                  </a:lnTo>
                  <a:lnTo>
                    <a:pt x="542208" y="1232202"/>
                  </a:lnTo>
                  <a:lnTo>
                    <a:pt x="542206" y="1232179"/>
                  </a:lnTo>
                  <a:lnTo>
                    <a:pt x="542205" y="1232157"/>
                  </a:lnTo>
                  <a:lnTo>
                    <a:pt x="542205" y="1232151"/>
                  </a:lnTo>
                  <a:lnTo>
                    <a:pt x="542204" y="1232129"/>
                  </a:lnTo>
                  <a:lnTo>
                    <a:pt x="542201" y="1232117"/>
                  </a:lnTo>
                  <a:lnTo>
                    <a:pt x="542196" y="1232107"/>
                  </a:lnTo>
                  <a:lnTo>
                    <a:pt x="542188" y="1232093"/>
                  </a:lnTo>
                  <a:lnTo>
                    <a:pt x="542179" y="1232076"/>
                  </a:lnTo>
                  <a:lnTo>
                    <a:pt x="542174" y="1232067"/>
                  </a:lnTo>
                  <a:lnTo>
                    <a:pt x="542167" y="1232044"/>
                  </a:lnTo>
                  <a:lnTo>
                    <a:pt x="542166" y="1232024"/>
                  </a:lnTo>
                  <a:lnTo>
                    <a:pt x="542166" y="1232002"/>
                  </a:lnTo>
                  <a:lnTo>
                    <a:pt x="542163" y="1231978"/>
                  </a:lnTo>
                  <a:lnTo>
                    <a:pt x="542161" y="1231955"/>
                  </a:lnTo>
                  <a:lnTo>
                    <a:pt x="542158" y="1231941"/>
                  </a:lnTo>
                  <a:lnTo>
                    <a:pt x="542154" y="1231922"/>
                  </a:lnTo>
                  <a:lnTo>
                    <a:pt x="542150" y="1231911"/>
                  </a:lnTo>
                  <a:lnTo>
                    <a:pt x="542153" y="1231902"/>
                  </a:lnTo>
                  <a:lnTo>
                    <a:pt x="542158" y="1231896"/>
                  </a:lnTo>
                  <a:lnTo>
                    <a:pt x="542165" y="1231891"/>
                  </a:lnTo>
                  <a:lnTo>
                    <a:pt x="542174" y="1231883"/>
                  </a:lnTo>
                  <a:lnTo>
                    <a:pt x="542188" y="1231871"/>
                  </a:lnTo>
                  <a:lnTo>
                    <a:pt x="542203" y="1231859"/>
                  </a:lnTo>
                  <a:lnTo>
                    <a:pt x="542229" y="1231838"/>
                  </a:lnTo>
                  <a:lnTo>
                    <a:pt x="542239" y="1231828"/>
                  </a:lnTo>
                  <a:lnTo>
                    <a:pt x="542237" y="1231820"/>
                  </a:lnTo>
                  <a:lnTo>
                    <a:pt x="542233" y="1231810"/>
                  </a:lnTo>
                  <a:lnTo>
                    <a:pt x="542231" y="1231800"/>
                  </a:lnTo>
                  <a:lnTo>
                    <a:pt x="542230" y="1231781"/>
                  </a:lnTo>
                  <a:lnTo>
                    <a:pt x="542230" y="1231764"/>
                  </a:lnTo>
                  <a:lnTo>
                    <a:pt x="542233" y="1231746"/>
                  </a:lnTo>
                  <a:lnTo>
                    <a:pt x="542235" y="1231729"/>
                  </a:lnTo>
                  <a:lnTo>
                    <a:pt x="542238" y="1231720"/>
                  </a:lnTo>
                  <a:lnTo>
                    <a:pt x="542242" y="1231713"/>
                  </a:lnTo>
                  <a:lnTo>
                    <a:pt x="542249" y="1231699"/>
                  </a:lnTo>
                  <a:lnTo>
                    <a:pt x="542250" y="1231690"/>
                  </a:lnTo>
                  <a:lnTo>
                    <a:pt x="542247" y="1231684"/>
                  </a:lnTo>
                  <a:lnTo>
                    <a:pt x="542241" y="1231680"/>
                  </a:lnTo>
                  <a:lnTo>
                    <a:pt x="542234" y="1231678"/>
                  </a:lnTo>
                  <a:lnTo>
                    <a:pt x="542230" y="1231676"/>
                  </a:lnTo>
                  <a:lnTo>
                    <a:pt x="542215" y="1231667"/>
                  </a:lnTo>
                  <a:lnTo>
                    <a:pt x="542208" y="1231663"/>
                  </a:lnTo>
                  <a:lnTo>
                    <a:pt x="542197" y="1231652"/>
                  </a:lnTo>
                  <a:lnTo>
                    <a:pt x="542175" y="1231638"/>
                  </a:lnTo>
                  <a:lnTo>
                    <a:pt x="542169" y="1231634"/>
                  </a:lnTo>
                  <a:lnTo>
                    <a:pt x="542162" y="1231631"/>
                  </a:lnTo>
                  <a:lnTo>
                    <a:pt x="542154" y="1231625"/>
                  </a:lnTo>
                  <a:lnTo>
                    <a:pt x="542137" y="1231611"/>
                  </a:lnTo>
                  <a:lnTo>
                    <a:pt x="542128" y="1231607"/>
                  </a:lnTo>
                  <a:lnTo>
                    <a:pt x="542124" y="1231601"/>
                  </a:lnTo>
                  <a:lnTo>
                    <a:pt x="542118" y="1231584"/>
                  </a:lnTo>
                  <a:lnTo>
                    <a:pt x="542114" y="1231577"/>
                  </a:lnTo>
                  <a:lnTo>
                    <a:pt x="542106" y="1231563"/>
                  </a:lnTo>
                  <a:lnTo>
                    <a:pt x="542098" y="1231545"/>
                  </a:lnTo>
                  <a:lnTo>
                    <a:pt x="542088" y="1231530"/>
                  </a:lnTo>
                  <a:lnTo>
                    <a:pt x="542078" y="1231513"/>
                  </a:lnTo>
                  <a:lnTo>
                    <a:pt x="542070" y="1231506"/>
                  </a:lnTo>
                  <a:lnTo>
                    <a:pt x="542064" y="1231503"/>
                  </a:lnTo>
                  <a:lnTo>
                    <a:pt x="542049" y="1231500"/>
                  </a:lnTo>
                  <a:lnTo>
                    <a:pt x="542034" y="1231497"/>
                  </a:lnTo>
                  <a:lnTo>
                    <a:pt x="542022" y="1231493"/>
                  </a:lnTo>
                  <a:lnTo>
                    <a:pt x="542014" y="1231488"/>
                  </a:lnTo>
                  <a:lnTo>
                    <a:pt x="542009" y="1231483"/>
                  </a:lnTo>
                  <a:lnTo>
                    <a:pt x="542006" y="1231477"/>
                  </a:lnTo>
                  <a:lnTo>
                    <a:pt x="542003" y="1231471"/>
                  </a:lnTo>
                  <a:lnTo>
                    <a:pt x="542003" y="1231460"/>
                  </a:lnTo>
                  <a:lnTo>
                    <a:pt x="542005" y="1231449"/>
                  </a:lnTo>
                  <a:lnTo>
                    <a:pt x="542011" y="1231439"/>
                  </a:lnTo>
                  <a:lnTo>
                    <a:pt x="542012" y="1231429"/>
                  </a:lnTo>
                  <a:lnTo>
                    <a:pt x="542011" y="1231424"/>
                  </a:lnTo>
                  <a:lnTo>
                    <a:pt x="542005" y="1231415"/>
                  </a:lnTo>
                  <a:lnTo>
                    <a:pt x="542001" y="1231406"/>
                  </a:lnTo>
                  <a:lnTo>
                    <a:pt x="542000" y="1231392"/>
                  </a:lnTo>
                  <a:lnTo>
                    <a:pt x="541999" y="1231375"/>
                  </a:lnTo>
                  <a:lnTo>
                    <a:pt x="541997" y="1231356"/>
                  </a:lnTo>
                  <a:lnTo>
                    <a:pt x="541992" y="1231341"/>
                  </a:lnTo>
                  <a:lnTo>
                    <a:pt x="541988" y="1231316"/>
                  </a:lnTo>
                  <a:lnTo>
                    <a:pt x="541987" y="1231296"/>
                  </a:lnTo>
                  <a:lnTo>
                    <a:pt x="541986" y="1231288"/>
                  </a:lnTo>
                  <a:lnTo>
                    <a:pt x="541985" y="1231276"/>
                  </a:lnTo>
                  <a:lnTo>
                    <a:pt x="541985" y="1231261"/>
                  </a:lnTo>
                  <a:lnTo>
                    <a:pt x="541985" y="1231250"/>
                  </a:lnTo>
                  <a:lnTo>
                    <a:pt x="541985" y="1231241"/>
                  </a:lnTo>
                  <a:lnTo>
                    <a:pt x="541987" y="1231236"/>
                  </a:lnTo>
                  <a:lnTo>
                    <a:pt x="541991" y="1231231"/>
                  </a:lnTo>
                  <a:lnTo>
                    <a:pt x="542000" y="1231222"/>
                  </a:lnTo>
                  <a:lnTo>
                    <a:pt x="542004" y="1231219"/>
                  </a:lnTo>
                  <a:lnTo>
                    <a:pt x="542010" y="1231210"/>
                  </a:lnTo>
                  <a:lnTo>
                    <a:pt x="542012" y="1231203"/>
                  </a:lnTo>
                  <a:lnTo>
                    <a:pt x="542012" y="1231193"/>
                  </a:lnTo>
                  <a:lnTo>
                    <a:pt x="542010" y="1231186"/>
                  </a:lnTo>
                  <a:lnTo>
                    <a:pt x="542005" y="1231182"/>
                  </a:lnTo>
                  <a:lnTo>
                    <a:pt x="541997" y="1231180"/>
                  </a:lnTo>
                  <a:lnTo>
                    <a:pt x="541991" y="1231178"/>
                  </a:lnTo>
                  <a:lnTo>
                    <a:pt x="541987" y="1231175"/>
                  </a:lnTo>
                  <a:lnTo>
                    <a:pt x="541980" y="1231167"/>
                  </a:lnTo>
                  <a:lnTo>
                    <a:pt x="541973" y="1231160"/>
                  </a:lnTo>
                  <a:lnTo>
                    <a:pt x="541969" y="1231157"/>
                  </a:lnTo>
                  <a:lnTo>
                    <a:pt x="541961" y="1231151"/>
                  </a:lnTo>
                  <a:lnTo>
                    <a:pt x="541953" y="1231145"/>
                  </a:lnTo>
                  <a:lnTo>
                    <a:pt x="541939" y="1231133"/>
                  </a:lnTo>
                  <a:lnTo>
                    <a:pt x="541929" y="1231129"/>
                  </a:lnTo>
                  <a:lnTo>
                    <a:pt x="541918" y="1231127"/>
                  </a:lnTo>
                  <a:lnTo>
                    <a:pt x="541906" y="1231126"/>
                  </a:lnTo>
                  <a:lnTo>
                    <a:pt x="541900" y="1231124"/>
                  </a:lnTo>
                  <a:lnTo>
                    <a:pt x="541889" y="1231113"/>
                  </a:lnTo>
                  <a:lnTo>
                    <a:pt x="541886" y="1231107"/>
                  </a:lnTo>
                  <a:lnTo>
                    <a:pt x="541879" y="1231098"/>
                  </a:lnTo>
                  <a:lnTo>
                    <a:pt x="541871" y="1231086"/>
                  </a:lnTo>
                  <a:lnTo>
                    <a:pt x="541867" y="1231076"/>
                  </a:lnTo>
                  <a:lnTo>
                    <a:pt x="541866" y="1231065"/>
                  </a:lnTo>
                  <a:lnTo>
                    <a:pt x="541864" y="1231056"/>
                  </a:lnTo>
                  <a:lnTo>
                    <a:pt x="541862" y="1231045"/>
                  </a:lnTo>
                  <a:lnTo>
                    <a:pt x="541861" y="1231034"/>
                  </a:lnTo>
                  <a:lnTo>
                    <a:pt x="541860" y="1231021"/>
                  </a:lnTo>
                  <a:lnTo>
                    <a:pt x="541859" y="1231010"/>
                  </a:lnTo>
                  <a:lnTo>
                    <a:pt x="541859" y="1230998"/>
                  </a:lnTo>
                  <a:lnTo>
                    <a:pt x="541860" y="1230980"/>
                  </a:lnTo>
                  <a:lnTo>
                    <a:pt x="541861" y="1230972"/>
                  </a:lnTo>
                  <a:lnTo>
                    <a:pt x="541862" y="1230953"/>
                  </a:lnTo>
                  <a:lnTo>
                    <a:pt x="541863" y="1230942"/>
                  </a:lnTo>
                  <a:lnTo>
                    <a:pt x="541865" y="1230934"/>
                  </a:lnTo>
                  <a:lnTo>
                    <a:pt x="541868" y="1230922"/>
                  </a:lnTo>
                  <a:lnTo>
                    <a:pt x="541870" y="1230914"/>
                  </a:lnTo>
                  <a:lnTo>
                    <a:pt x="541873" y="1230905"/>
                  </a:lnTo>
                  <a:lnTo>
                    <a:pt x="541876" y="1230893"/>
                  </a:lnTo>
                  <a:lnTo>
                    <a:pt x="541878" y="1230881"/>
                  </a:lnTo>
                  <a:lnTo>
                    <a:pt x="541879" y="1230871"/>
                  </a:lnTo>
                  <a:lnTo>
                    <a:pt x="541871" y="1230863"/>
                  </a:lnTo>
                  <a:lnTo>
                    <a:pt x="541854" y="1230857"/>
                  </a:lnTo>
                  <a:lnTo>
                    <a:pt x="541835" y="1230851"/>
                  </a:lnTo>
                  <a:lnTo>
                    <a:pt x="541829" y="1230849"/>
                  </a:lnTo>
                  <a:lnTo>
                    <a:pt x="541822" y="1230847"/>
                  </a:lnTo>
                  <a:lnTo>
                    <a:pt x="541815" y="1230845"/>
                  </a:lnTo>
                  <a:lnTo>
                    <a:pt x="541807" y="1230841"/>
                  </a:lnTo>
                  <a:lnTo>
                    <a:pt x="541786" y="1230833"/>
                  </a:lnTo>
                  <a:lnTo>
                    <a:pt x="541767" y="1230825"/>
                  </a:lnTo>
                  <a:lnTo>
                    <a:pt x="541756" y="1230829"/>
                  </a:lnTo>
                  <a:lnTo>
                    <a:pt x="541743" y="1230835"/>
                  </a:lnTo>
                  <a:lnTo>
                    <a:pt x="541725" y="1230844"/>
                  </a:lnTo>
                  <a:lnTo>
                    <a:pt x="541706" y="1230853"/>
                  </a:lnTo>
                  <a:lnTo>
                    <a:pt x="541680" y="1230865"/>
                  </a:lnTo>
                  <a:lnTo>
                    <a:pt x="541658" y="1230874"/>
                  </a:lnTo>
                  <a:lnTo>
                    <a:pt x="541653" y="1230877"/>
                  </a:lnTo>
                  <a:lnTo>
                    <a:pt x="541628" y="1230894"/>
                  </a:lnTo>
                  <a:lnTo>
                    <a:pt x="541616" y="1230903"/>
                  </a:lnTo>
                  <a:lnTo>
                    <a:pt x="541604" y="1230915"/>
                  </a:lnTo>
                  <a:lnTo>
                    <a:pt x="541600" y="1230918"/>
                  </a:lnTo>
                  <a:lnTo>
                    <a:pt x="541592" y="1230925"/>
                  </a:lnTo>
                  <a:lnTo>
                    <a:pt x="541582" y="1230931"/>
                  </a:lnTo>
                  <a:lnTo>
                    <a:pt x="541576" y="1230934"/>
                  </a:lnTo>
                  <a:lnTo>
                    <a:pt x="541568" y="1230937"/>
                  </a:lnTo>
                  <a:lnTo>
                    <a:pt x="541562" y="1230938"/>
                  </a:lnTo>
                  <a:lnTo>
                    <a:pt x="541541" y="1230940"/>
                  </a:lnTo>
                  <a:lnTo>
                    <a:pt x="541529" y="1230941"/>
                  </a:lnTo>
                  <a:lnTo>
                    <a:pt x="541520" y="1230942"/>
                  </a:lnTo>
                  <a:lnTo>
                    <a:pt x="541506" y="1230945"/>
                  </a:lnTo>
                  <a:lnTo>
                    <a:pt x="541493" y="1230949"/>
                  </a:lnTo>
                  <a:lnTo>
                    <a:pt x="541475" y="1230954"/>
                  </a:lnTo>
                  <a:lnTo>
                    <a:pt x="541447" y="1230964"/>
                  </a:lnTo>
                  <a:lnTo>
                    <a:pt x="541410" y="1230972"/>
                  </a:lnTo>
                  <a:lnTo>
                    <a:pt x="541405" y="1230972"/>
                  </a:lnTo>
                  <a:lnTo>
                    <a:pt x="541372" y="1230978"/>
                  </a:lnTo>
                  <a:lnTo>
                    <a:pt x="541366" y="1230981"/>
                  </a:lnTo>
                  <a:lnTo>
                    <a:pt x="541353" y="1230987"/>
                  </a:lnTo>
                  <a:lnTo>
                    <a:pt x="541342" y="1230994"/>
                  </a:lnTo>
                  <a:lnTo>
                    <a:pt x="541331" y="1231001"/>
                  </a:lnTo>
                  <a:lnTo>
                    <a:pt x="541322" y="1231007"/>
                  </a:lnTo>
                  <a:lnTo>
                    <a:pt x="541314" y="1231014"/>
                  </a:lnTo>
                  <a:lnTo>
                    <a:pt x="541306" y="1231021"/>
                  </a:lnTo>
                  <a:lnTo>
                    <a:pt x="541301" y="1231025"/>
                  </a:lnTo>
                  <a:lnTo>
                    <a:pt x="541295" y="1231031"/>
                  </a:lnTo>
                  <a:lnTo>
                    <a:pt x="541284" y="1231038"/>
                  </a:lnTo>
                  <a:lnTo>
                    <a:pt x="541277" y="1231041"/>
                  </a:lnTo>
                  <a:lnTo>
                    <a:pt x="541270" y="1231042"/>
                  </a:lnTo>
                  <a:lnTo>
                    <a:pt x="541263" y="1231044"/>
                  </a:lnTo>
                  <a:lnTo>
                    <a:pt x="541253" y="1231044"/>
                  </a:lnTo>
                  <a:lnTo>
                    <a:pt x="541247" y="1231047"/>
                  </a:lnTo>
                  <a:lnTo>
                    <a:pt x="541246" y="1231055"/>
                  </a:lnTo>
                  <a:lnTo>
                    <a:pt x="541246" y="1231060"/>
                  </a:lnTo>
                  <a:lnTo>
                    <a:pt x="541246" y="1231069"/>
                  </a:lnTo>
                  <a:lnTo>
                    <a:pt x="541247" y="1231081"/>
                  </a:lnTo>
                  <a:lnTo>
                    <a:pt x="541248" y="1231088"/>
                  </a:lnTo>
                  <a:lnTo>
                    <a:pt x="541250" y="1231098"/>
                  </a:lnTo>
                  <a:lnTo>
                    <a:pt x="541252" y="1231106"/>
                  </a:lnTo>
                  <a:lnTo>
                    <a:pt x="541255" y="1231117"/>
                  </a:lnTo>
                  <a:lnTo>
                    <a:pt x="541257" y="1231124"/>
                  </a:lnTo>
                  <a:lnTo>
                    <a:pt x="541258" y="1231134"/>
                  </a:lnTo>
                  <a:lnTo>
                    <a:pt x="541260" y="1231152"/>
                  </a:lnTo>
                  <a:lnTo>
                    <a:pt x="541261" y="1231169"/>
                  </a:lnTo>
                  <a:lnTo>
                    <a:pt x="541261" y="1231180"/>
                  </a:lnTo>
                  <a:lnTo>
                    <a:pt x="541263" y="1231188"/>
                  </a:lnTo>
                  <a:lnTo>
                    <a:pt x="541264" y="1231198"/>
                  </a:lnTo>
                  <a:lnTo>
                    <a:pt x="541264" y="1231217"/>
                  </a:lnTo>
                  <a:lnTo>
                    <a:pt x="541264" y="1231225"/>
                  </a:lnTo>
                  <a:lnTo>
                    <a:pt x="541265" y="1231234"/>
                  </a:lnTo>
                  <a:lnTo>
                    <a:pt x="541265" y="1231243"/>
                  </a:lnTo>
                  <a:lnTo>
                    <a:pt x="541266" y="1231251"/>
                  </a:lnTo>
                  <a:lnTo>
                    <a:pt x="541267" y="1231260"/>
                  </a:lnTo>
                  <a:lnTo>
                    <a:pt x="541271" y="1231273"/>
                  </a:lnTo>
                  <a:lnTo>
                    <a:pt x="541275" y="1231284"/>
                  </a:lnTo>
                  <a:lnTo>
                    <a:pt x="541283" y="1231295"/>
                  </a:lnTo>
                  <a:lnTo>
                    <a:pt x="541287" y="1231301"/>
                  </a:lnTo>
                  <a:lnTo>
                    <a:pt x="541291" y="1231306"/>
                  </a:lnTo>
                  <a:lnTo>
                    <a:pt x="541295" y="1231314"/>
                  </a:lnTo>
                  <a:lnTo>
                    <a:pt x="541301" y="1231324"/>
                  </a:lnTo>
                  <a:lnTo>
                    <a:pt x="541305" y="1231331"/>
                  </a:lnTo>
                  <a:lnTo>
                    <a:pt x="541308" y="1231337"/>
                  </a:lnTo>
                  <a:lnTo>
                    <a:pt x="541313" y="1231345"/>
                  </a:lnTo>
                  <a:lnTo>
                    <a:pt x="541316" y="1231351"/>
                  </a:lnTo>
                  <a:lnTo>
                    <a:pt x="541317" y="1231359"/>
                  </a:lnTo>
                  <a:lnTo>
                    <a:pt x="541319" y="1231369"/>
                  </a:lnTo>
                  <a:lnTo>
                    <a:pt x="541320" y="1231375"/>
                  </a:lnTo>
                  <a:lnTo>
                    <a:pt x="541321" y="1231381"/>
                  </a:lnTo>
                  <a:lnTo>
                    <a:pt x="541323" y="1231388"/>
                  </a:lnTo>
                  <a:lnTo>
                    <a:pt x="541329" y="1231405"/>
                  </a:lnTo>
                  <a:lnTo>
                    <a:pt x="541331" y="1231421"/>
                  </a:lnTo>
                  <a:lnTo>
                    <a:pt x="541332" y="1231431"/>
                  </a:lnTo>
                  <a:lnTo>
                    <a:pt x="541335" y="1231444"/>
                  </a:lnTo>
                  <a:lnTo>
                    <a:pt x="541339" y="1231469"/>
                  </a:lnTo>
                  <a:lnTo>
                    <a:pt x="541340" y="1231482"/>
                  </a:lnTo>
                  <a:lnTo>
                    <a:pt x="541339" y="1231492"/>
                  </a:lnTo>
                  <a:lnTo>
                    <a:pt x="541338" y="1231509"/>
                  </a:lnTo>
                  <a:lnTo>
                    <a:pt x="541340" y="1231516"/>
                  </a:lnTo>
                  <a:lnTo>
                    <a:pt x="541341" y="1231523"/>
                  </a:lnTo>
                  <a:lnTo>
                    <a:pt x="541344" y="1231531"/>
                  </a:lnTo>
                  <a:lnTo>
                    <a:pt x="541349" y="1231537"/>
                  </a:lnTo>
                  <a:lnTo>
                    <a:pt x="541357" y="1231545"/>
                  </a:lnTo>
                  <a:lnTo>
                    <a:pt x="541361" y="1231552"/>
                  </a:lnTo>
                  <a:lnTo>
                    <a:pt x="541365" y="1231561"/>
                  </a:lnTo>
                  <a:lnTo>
                    <a:pt x="541367" y="1231568"/>
                  </a:lnTo>
                  <a:lnTo>
                    <a:pt x="541370" y="1231581"/>
                  </a:lnTo>
                  <a:lnTo>
                    <a:pt x="541367" y="1231587"/>
                  </a:lnTo>
                  <a:lnTo>
                    <a:pt x="541363" y="1231593"/>
                  </a:lnTo>
                  <a:lnTo>
                    <a:pt x="541361" y="1231597"/>
                  </a:lnTo>
                  <a:lnTo>
                    <a:pt x="541357" y="1231604"/>
                  </a:lnTo>
                  <a:lnTo>
                    <a:pt x="541347" y="1231614"/>
                  </a:lnTo>
                  <a:lnTo>
                    <a:pt x="541342" y="1231620"/>
                  </a:lnTo>
                  <a:lnTo>
                    <a:pt x="541335" y="1231624"/>
                  </a:lnTo>
                  <a:lnTo>
                    <a:pt x="541327" y="1231628"/>
                  </a:lnTo>
                  <a:lnTo>
                    <a:pt x="541322" y="1231629"/>
                  </a:lnTo>
                  <a:lnTo>
                    <a:pt x="541317" y="1231633"/>
                  </a:lnTo>
                  <a:lnTo>
                    <a:pt x="541311" y="1231640"/>
                  </a:lnTo>
                  <a:lnTo>
                    <a:pt x="541307" y="1231646"/>
                  </a:lnTo>
                  <a:lnTo>
                    <a:pt x="541305" y="1231651"/>
                  </a:lnTo>
                  <a:lnTo>
                    <a:pt x="541304" y="1231656"/>
                  </a:lnTo>
                  <a:lnTo>
                    <a:pt x="541303" y="1231664"/>
                  </a:lnTo>
                  <a:lnTo>
                    <a:pt x="541302" y="1231674"/>
                  </a:lnTo>
                  <a:lnTo>
                    <a:pt x="541300" y="1231684"/>
                  </a:lnTo>
                  <a:lnTo>
                    <a:pt x="541299" y="1231698"/>
                  </a:lnTo>
                  <a:lnTo>
                    <a:pt x="541300" y="1231707"/>
                  </a:lnTo>
                  <a:lnTo>
                    <a:pt x="541302" y="1231714"/>
                  </a:lnTo>
                  <a:lnTo>
                    <a:pt x="541304" y="1231719"/>
                  </a:lnTo>
                  <a:lnTo>
                    <a:pt x="541307" y="1231725"/>
                  </a:lnTo>
                  <a:lnTo>
                    <a:pt x="541310" y="1231732"/>
                  </a:lnTo>
                  <a:lnTo>
                    <a:pt x="541314" y="1231740"/>
                  </a:lnTo>
                  <a:lnTo>
                    <a:pt x="541319" y="1231751"/>
                  </a:lnTo>
                  <a:lnTo>
                    <a:pt x="541322" y="1231758"/>
                  </a:lnTo>
                  <a:lnTo>
                    <a:pt x="541324" y="1231764"/>
                  </a:lnTo>
                  <a:lnTo>
                    <a:pt x="541326" y="1231769"/>
                  </a:lnTo>
                  <a:lnTo>
                    <a:pt x="541329" y="1231776"/>
                  </a:lnTo>
                  <a:lnTo>
                    <a:pt x="541331" y="1231784"/>
                  </a:lnTo>
                  <a:lnTo>
                    <a:pt x="541333" y="1231789"/>
                  </a:lnTo>
                  <a:lnTo>
                    <a:pt x="541334" y="1231804"/>
                  </a:lnTo>
                  <a:lnTo>
                    <a:pt x="541336" y="1231813"/>
                  </a:lnTo>
                  <a:lnTo>
                    <a:pt x="541341" y="1231820"/>
                  </a:lnTo>
                  <a:lnTo>
                    <a:pt x="541345" y="1231822"/>
                  </a:lnTo>
                  <a:lnTo>
                    <a:pt x="541350" y="1231826"/>
                  </a:lnTo>
                  <a:lnTo>
                    <a:pt x="541363" y="1231832"/>
                  </a:lnTo>
                  <a:lnTo>
                    <a:pt x="541382" y="1231839"/>
                  </a:lnTo>
                  <a:lnTo>
                    <a:pt x="541386" y="1231846"/>
                  </a:lnTo>
                  <a:lnTo>
                    <a:pt x="541388" y="1231853"/>
                  </a:lnTo>
                  <a:lnTo>
                    <a:pt x="541389" y="1231861"/>
                  </a:lnTo>
                  <a:lnTo>
                    <a:pt x="541390" y="1231869"/>
                  </a:lnTo>
                  <a:lnTo>
                    <a:pt x="541393" y="1231877"/>
                  </a:lnTo>
                  <a:lnTo>
                    <a:pt x="541400" y="1231889"/>
                  </a:lnTo>
                  <a:lnTo>
                    <a:pt x="541406" y="1231901"/>
                  </a:lnTo>
                  <a:lnTo>
                    <a:pt x="541409" y="1231907"/>
                  </a:lnTo>
                  <a:lnTo>
                    <a:pt x="541410" y="1231917"/>
                  </a:lnTo>
                  <a:lnTo>
                    <a:pt x="541411" y="1231930"/>
                  </a:lnTo>
                  <a:lnTo>
                    <a:pt x="541411" y="1231941"/>
                  </a:lnTo>
                  <a:lnTo>
                    <a:pt x="541411" y="1231952"/>
                  </a:lnTo>
                  <a:lnTo>
                    <a:pt x="541413" y="1231958"/>
                  </a:lnTo>
                  <a:lnTo>
                    <a:pt x="541418" y="1231969"/>
                  </a:lnTo>
                  <a:lnTo>
                    <a:pt x="541423" y="1231977"/>
                  </a:lnTo>
                  <a:lnTo>
                    <a:pt x="541427" y="1231982"/>
                  </a:lnTo>
                  <a:lnTo>
                    <a:pt x="541434" y="1231992"/>
                  </a:lnTo>
                  <a:lnTo>
                    <a:pt x="541441" y="1232003"/>
                  </a:lnTo>
                  <a:lnTo>
                    <a:pt x="541445" y="1232011"/>
                  </a:lnTo>
                  <a:lnTo>
                    <a:pt x="541448" y="1232016"/>
                  </a:lnTo>
                  <a:lnTo>
                    <a:pt x="541452" y="1232022"/>
                  </a:lnTo>
                  <a:lnTo>
                    <a:pt x="541450" y="1232031"/>
                  </a:lnTo>
                  <a:lnTo>
                    <a:pt x="541445" y="1232037"/>
                  </a:lnTo>
                  <a:lnTo>
                    <a:pt x="541439" y="1232042"/>
                  </a:lnTo>
                  <a:lnTo>
                    <a:pt x="541435" y="1232045"/>
                  </a:lnTo>
                  <a:lnTo>
                    <a:pt x="541434" y="1232052"/>
                  </a:lnTo>
                  <a:lnTo>
                    <a:pt x="541434" y="1232058"/>
                  </a:lnTo>
                  <a:lnTo>
                    <a:pt x="541433" y="1232063"/>
                  </a:lnTo>
                  <a:lnTo>
                    <a:pt x="541431" y="1232071"/>
                  </a:lnTo>
                  <a:lnTo>
                    <a:pt x="541431" y="1232078"/>
                  </a:lnTo>
                  <a:lnTo>
                    <a:pt x="541432" y="1232088"/>
                  </a:lnTo>
                  <a:lnTo>
                    <a:pt x="541436" y="1232105"/>
                  </a:lnTo>
                  <a:lnTo>
                    <a:pt x="541437" y="1232116"/>
                  </a:lnTo>
                  <a:lnTo>
                    <a:pt x="541437" y="1232125"/>
                  </a:lnTo>
                  <a:lnTo>
                    <a:pt x="541436" y="1232135"/>
                  </a:lnTo>
                  <a:lnTo>
                    <a:pt x="541433" y="1232147"/>
                  </a:lnTo>
                  <a:lnTo>
                    <a:pt x="541435" y="1232156"/>
                  </a:lnTo>
                  <a:lnTo>
                    <a:pt x="541437" y="1232162"/>
                  </a:lnTo>
                  <a:lnTo>
                    <a:pt x="541442" y="1232170"/>
                  </a:lnTo>
                  <a:lnTo>
                    <a:pt x="541443" y="1232180"/>
                  </a:lnTo>
                  <a:lnTo>
                    <a:pt x="541443" y="1232191"/>
                  </a:lnTo>
                  <a:lnTo>
                    <a:pt x="541442" y="1232204"/>
                  </a:lnTo>
                  <a:lnTo>
                    <a:pt x="541440" y="1232220"/>
                  </a:lnTo>
                  <a:lnTo>
                    <a:pt x="541438" y="1232228"/>
                  </a:lnTo>
                  <a:lnTo>
                    <a:pt x="541427" y="1232255"/>
                  </a:lnTo>
                  <a:lnTo>
                    <a:pt x="541425" y="1232266"/>
                  </a:lnTo>
                  <a:lnTo>
                    <a:pt x="541422" y="1232282"/>
                  </a:lnTo>
                  <a:lnTo>
                    <a:pt x="541421" y="1232291"/>
                  </a:lnTo>
                  <a:lnTo>
                    <a:pt x="541421" y="1232296"/>
                  </a:lnTo>
                  <a:lnTo>
                    <a:pt x="541424" y="1232308"/>
                  </a:lnTo>
                  <a:lnTo>
                    <a:pt x="541428" y="1232319"/>
                  </a:lnTo>
                  <a:lnTo>
                    <a:pt x="541430" y="1232324"/>
                  </a:lnTo>
                  <a:lnTo>
                    <a:pt x="541440" y="1232331"/>
                  </a:lnTo>
                  <a:lnTo>
                    <a:pt x="541448" y="1232339"/>
                  </a:lnTo>
                  <a:lnTo>
                    <a:pt x="541463" y="1232353"/>
                  </a:lnTo>
                  <a:lnTo>
                    <a:pt x="541468" y="1232361"/>
                  </a:lnTo>
                  <a:lnTo>
                    <a:pt x="541479" y="1232373"/>
                  </a:lnTo>
                  <a:lnTo>
                    <a:pt x="541484" y="1232381"/>
                  </a:lnTo>
                  <a:lnTo>
                    <a:pt x="541489" y="1232391"/>
                  </a:lnTo>
                  <a:lnTo>
                    <a:pt x="541494" y="1232398"/>
                  </a:lnTo>
                  <a:lnTo>
                    <a:pt x="541499" y="1232406"/>
                  </a:lnTo>
                  <a:lnTo>
                    <a:pt x="541500" y="1232412"/>
                  </a:lnTo>
                  <a:lnTo>
                    <a:pt x="541500" y="1232422"/>
                  </a:lnTo>
                  <a:lnTo>
                    <a:pt x="541503" y="1232435"/>
                  </a:lnTo>
                  <a:lnTo>
                    <a:pt x="541507" y="1232441"/>
                  </a:lnTo>
                  <a:lnTo>
                    <a:pt x="541522" y="1232454"/>
                  </a:lnTo>
                  <a:lnTo>
                    <a:pt x="541528" y="1232458"/>
                  </a:lnTo>
                  <a:lnTo>
                    <a:pt x="541530" y="1232464"/>
                  </a:lnTo>
                  <a:lnTo>
                    <a:pt x="541529" y="1232471"/>
                  </a:lnTo>
                  <a:lnTo>
                    <a:pt x="541276" y="1232389"/>
                  </a:lnTo>
                  <a:lnTo>
                    <a:pt x="541257" y="1232396"/>
                  </a:lnTo>
                  <a:lnTo>
                    <a:pt x="541242" y="1232401"/>
                  </a:lnTo>
                  <a:lnTo>
                    <a:pt x="541233" y="1232404"/>
                  </a:lnTo>
                  <a:lnTo>
                    <a:pt x="541223" y="1232408"/>
                  </a:lnTo>
                  <a:lnTo>
                    <a:pt x="541212" y="1232413"/>
                  </a:lnTo>
                  <a:lnTo>
                    <a:pt x="541207" y="1232415"/>
                  </a:lnTo>
                  <a:lnTo>
                    <a:pt x="541200" y="1232418"/>
                  </a:lnTo>
                  <a:lnTo>
                    <a:pt x="541189" y="1232422"/>
                  </a:lnTo>
                  <a:lnTo>
                    <a:pt x="541179" y="1232430"/>
                  </a:lnTo>
                  <a:lnTo>
                    <a:pt x="541173" y="1232433"/>
                  </a:lnTo>
                  <a:lnTo>
                    <a:pt x="541162" y="1232438"/>
                  </a:lnTo>
                  <a:lnTo>
                    <a:pt x="541153" y="1232442"/>
                  </a:lnTo>
                  <a:lnTo>
                    <a:pt x="541126" y="1232448"/>
                  </a:lnTo>
                  <a:lnTo>
                    <a:pt x="541116" y="1232451"/>
                  </a:lnTo>
                  <a:lnTo>
                    <a:pt x="541108" y="1232453"/>
                  </a:lnTo>
                  <a:lnTo>
                    <a:pt x="541096" y="1232458"/>
                  </a:lnTo>
                  <a:lnTo>
                    <a:pt x="541050" y="1232483"/>
                  </a:lnTo>
                  <a:lnTo>
                    <a:pt x="541031" y="1232488"/>
                  </a:lnTo>
                  <a:lnTo>
                    <a:pt x="541014" y="1232490"/>
                  </a:lnTo>
                  <a:lnTo>
                    <a:pt x="540991" y="1232499"/>
                  </a:lnTo>
                  <a:lnTo>
                    <a:pt x="540984" y="1232503"/>
                  </a:lnTo>
                  <a:lnTo>
                    <a:pt x="540964" y="1232518"/>
                  </a:lnTo>
                  <a:lnTo>
                    <a:pt x="540955" y="1232524"/>
                  </a:lnTo>
                  <a:lnTo>
                    <a:pt x="540949" y="1232529"/>
                  </a:lnTo>
                  <a:lnTo>
                    <a:pt x="540935" y="1232539"/>
                  </a:lnTo>
                  <a:lnTo>
                    <a:pt x="540928" y="1232542"/>
                  </a:lnTo>
                  <a:lnTo>
                    <a:pt x="540911" y="1232551"/>
                  </a:lnTo>
                  <a:lnTo>
                    <a:pt x="540903" y="1232556"/>
                  </a:lnTo>
                  <a:lnTo>
                    <a:pt x="540896" y="1232559"/>
                  </a:lnTo>
                  <a:lnTo>
                    <a:pt x="540890" y="1232561"/>
                  </a:lnTo>
                  <a:lnTo>
                    <a:pt x="540869" y="1232565"/>
                  </a:lnTo>
                  <a:lnTo>
                    <a:pt x="540851" y="1232569"/>
                  </a:lnTo>
                  <a:lnTo>
                    <a:pt x="540840" y="1232569"/>
                  </a:lnTo>
                  <a:lnTo>
                    <a:pt x="540832" y="1232562"/>
                  </a:lnTo>
                  <a:lnTo>
                    <a:pt x="540824" y="1232550"/>
                  </a:lnTo>
                  <a:lnTo>
                    <a:pt x="540819" y="1232545"/>
                  </a:lnTo>
                  <a:lnTo>
                    <a:pt x="540812" y="1232542"/>
                  </a:lnTo>
                  <a:lnTo>
                    <a:pt x="540800" y="1232538"/>
                  </a:lnTo>
                  <a:lnTo>
                    <a:pt x="540787" y="1232535"/>
                  </a:lnTo>
                  <a:lnTo>
                    <a:pt x="540776" y="1232533"/>
                  </a:lnTo>
                  <a:lnTo>
                    <a:pt x="540755" y="1232532"/>
                  </a:lnTo>
                  <a:lnTo>
                    <a:pt x="540736" y="1232531"/>
                  </a:lnTo>
                  <a:lnTo>
                    <a:pt x="540731" y="1232532"/>
                  </a:lnTo>
                  <a:lnTo>
                    <a:pt x="540723" y="1232533"/>
                  </a:lnTo>
                  <a:lnTo>
                    <a:pt x="540711" y="1232536"/>
                  </a:lnTo>
                  <a:lnTo>
                    <a:pt x="540702" y="1232539"/>
                  </a:lnTo>
                  <a:lnTo>
                    <a:pt x="540692" y="1232542"/>
                  </a:lnTo>
                  <a:lnTo>
                    <a:pt x="540674" y="1232551"/>
                  </a:lnTo>
                  <a:lnTo>
                    <a:pt x="540668" y="1232554"/>
                  </a:lnTo>
                  <a:lnTo>
                    <a:pt x="540659" y="1232558"/>
                  </a:lnTo>
                  <a:lnTo>
                    <a:pt x="540643" y="1232568"/>
                  </a:lnTo>
                  <a:lnTo>
                    <a:pt x="540637" y="1232573"/>
                  </a:lnTo>
                  <a:lnTo>
                    <a:pt x="540624" y="1232582"/>
                  </a:lnTo>
                  <a:lnTo>
                    <a:pt x="540610" y="1232593"/>
                  </a:lnTo>
                  <a:lnTo>
                    <a:pt x="540586" y="1232612"/>
                  </a:lnTo>
                  <a:lnTo>
                    <a:pt x="540572" y="1232622"/>
                  </a:lnTo>
                  <a:lnTo>
                    <a:pt x="540555" y="1232638"/>
                  </a:lnTo>
                  <a:lnTo>
                    <a:pt x="540532" y="1232657"/>
                  </a:lnTo>
                  <a:lnTo>
                    <a:pt x="540506" y="1232677"/>
                  </a:lnTo>
                  <a:lnTo>
                    <a:pt x="540487" y="1232693"/>
                  </a:lnTo>
                  <a:lnTo>
                    <a:pt x="540481" y="1232699"/>
                  </a:lnTo>
                  <a:lnTo>
                    <a:pt x="540467" y="1232711"/>
                  </a:lnTo>
                  <a:lnTo>
                    <a:pt x="540456" y="1232724"/>
                  </a:lnTo>
                  <a:lnTo>
                    <a:pt x="540444" y="1232741"/>
                  </a:lnTo>
                  <a:lnTo>
                    <a:pt x="540439" y="1232752"/>
                  </a:lnTo>
                  <a:lnTo>
                    <a:pt x="540434" y="1232760"/>
                  </a:lnTo>
                  <a:lnTo>
                    <a:pt x="540422" y="1232783"/>
                  </a:lnTo>
                  <a:lnTo>
                    <a:pt x="540416" y="1232793"/>
                  </a:lnTo>
                  <a:lnTo>
                    <a:pt x="540412" y="1232799"/>
                  </a:lnTo>
                  <a:lnTo>
                    <a:pt x="540405" y="1232810"/>
                  </a:lnTo>
                  <a:lnTo>
                    <a:pt x="540399" y="1232817"/>
                  </a:lnTo>
                  <a:lnTo>
                    <a:pt x="540387" y="1232831"/>
                  </a:lnTo>
                  <a:lnTo>
                    <a:pt x="540364" y="1232859"/>
                  </a:lnTo>
                  <a:lnTo>
                    <a:pt x="540329" y="1232900"/>
                  </a:lnTo>
                  <a:lnTo>
                    <a:pt x="540313" y="1232923"/>
                  </a:lnTo>
                  <a:lnTo>
                    <a:pt x="540304" y="1232935"/>
                  </a:lnTo>
                  <a:lnTo>
                    <a:pt x="540297" y="1232940"/>
                  </a:lnTo>
                  <a:lnTo>
                    <a:pt x="540262" y="1232958"/>
                  </a:lnTo>
                  <a:lnTo>
                    <a:pt x="540252" y="1232963"/>
                  </a:lnTo>
                  <a:lnTo>
                    <a:pt x="540239" y="1232967"/>
                  </a:lnTo>
                  <a:lnTo>
                    <a:pt x="540221" y="1232973"/>
                  </a:lnTo>
                  <a:lnTo>
                    <a:pt x="540212" y="1232975"/>
                  </a:lnTo>
                  <a:lnTo>
                    <a:pt x="540194" y="1232975"/>
                  </a:lnTo>
                  <a:lnTo>
                    <a:pt x="540176" y="1232973"/>
                  </a:lnTo>
                  <a:lnTo>
                    <a:pt x="540157" y="1232970"/>
                  </a:lnTo>
                  <a:lnTo>
                    <a:pt x="540149" y="1232970"/>
                  </a:lnTo>
                  <a:lnTo>
                    <a:pt x="540138" y="1232971"/>
                  </a:lnTo>
                  <a:lnTo>
                    <a:pt x="540123" y="1232975"/>
                  </a:lnTo>
                  <a:lnTo>
                    <a:pt x="540115" y="1232978"/>
                  </a:lnTo>
                  <a:lnTo>
                    <a:pt x="540106" y="1232981"/>
                  </a:lnTo>
                  <a:lnTo>
                    <a:pt x="540098" y="1232984"/>
                  </a:lnTo>
                  <a:lnTo>
                    <a:pt x="540091" y="1232985"/>
                  </a:lnTo>
                  <a:lnTo>
                    <a:pt x="540086" y="1232986"/>
                  </a:lnTo>
                  <a:lnTo>
                    <a:pt x="540076" y="1232989"/>
                  </a:lnTo>
                  <a:lnTo>
                    <a:pt x="540066" y="1232992"/>
                  </a:lnTo>
                  <a:lnTo>
                    <a:pt x="540061" y="1232993"/>
                  </a:lnTo>
                  <a:lnTo>
                    <a:pt x="540055" y="1232996"/>
                  </a:lnTo>
                  <a:lnTo>
                    <a:pt x="540045" y="1233001"/>
                  </a:lnTo>
                  <a:lnTo>
                    <a:pt x="540035" y="1233006"/>
                  </a:lnTo>
                  <a:lnTo>
                    <a:pt x="540021" y="1233013"/>
                  </a:lnTo>
                  <a:lnTo>
                    <a:pt x="540012" y="1233018"/>
                  </a:lnTo>
                  <a:lnTo>
                    <a:pt x="540000" y="1233026"/>
                  </a:lnTo>
                  <a:lnTo>
                    <a:pt x="539995" y="1233031"/>
                  </a:lnTo>
                  <a:lnTo>
                    <a:pt x="539992" y="1233035"/>
                  </a:lnTo>
                  <a:lnTo>
                    <a:pt x="539985" y="1233043"/>
                  </a:lnTo>
                  <a:lnTo>
                    <a:pt x="539977" y="1233053"/>
                  </a:lnTo>
                  <a:lnTo>
                    <a:pt x="539969" y="1233065"/>
                  </a:lnTo>
                  <a:lnTo>
                    <a:pt x="539962" y="1233073"/>
                  </a:lnTo>
                  <a:lnTo>
                    <a:pt x="539955" y="1233082"/>
                  </a:lnTo>
                  <a:lnTo>
                    <a:pt x="539949" y="1233088"/>
                  </a:lnTo>
                  <a:lnTo>
                    <a:pt x="539938" y="1233098"/>
                  </a:lnTo>
                  <a:lnTo>
                    <a:pt x="539934" y="1233103"/>
                  </a:lnTo>
                  <a:lnTo>
                    <a:pt x="539927" y="1233108"/>
                  </a:lnTo>
                  <a:lnTo>
                    <a:pt x="539922" y="1233111"/>
                  </a:lnTo>
                  <a:lnTo>
                    <a:pt x="539912" y="1233116"/>
                  </a:lnTo>
                  <a:lnTo>
                    <a:pt x="539907" y="1233119"/>
                  </a:lnTo>
                  <a:lnTo>
                    <a:pt x="539897" y="1233126"/>
                  </a:lnTo>
                  <a:lnTo>
                    <a:pt x="539885" y="1233139"/>
                  </a:lnTo>
                  <a:lnTo>
                    <a:pt x="539881" y="1233143"/>
                  </a:lnTo>
                  <a:lnTo>
                    <a:pt x="539878" y="1233149"/>
                  </a:lnTo>
                  <a:lnTo>
                    <a:pt x="539874" y="1233157"/>
                  </a:lnTo>
                  <a:lnTo>
                    <a:pt x="539862" y="1233191"/>
                  </a:lnTo>
                  <a:lnTo>
                    <a:pt x="539857" y="1233205"/>
                  </a:lnTo>
                  <a:lnTo>
                    <a:pt x="539854" y="1233213"/>
                  </a:lnTo>
                  <a:lnTo>
                    <a:pt x="539853" y="1233221"/>
                  </a:lnTo>
                  <a:lnTo>
                    <a:pt x="539852" y="1233232"/>
                  </a:lnTo>
                  <a:lnTo>
                    <a:pt x="539851" y="1233238"/>
                  </a:lnTo>
                  <a:lnTo>
                    <a:pt x="539851" y="1233248"/>
                  </a:lnTo>
                  <a:lnTo>
                    <a:pt x="539851" y="1233254"/>
                  </a:lnTo>
                  <a:lnTo>
                    <a:pt x="539854" y="1233258"/>
                  </a:lnTo>
                  <a:lnTo>
                    <a:pt x="539858" y="1233264"/>
                  </a:lnTo>
                  <a:lnTo>
                    <a:pt x="539863" y="1233273"/>
                  </a:lnTo>
                  <a:lnTo>
                    <a:pt x="539871" y="1233286"/>
                  </a:lnTo>
                  <a:lnTo>
                    <a:pt x="539876" y="1233299"/>
                  </a:lnTo>
                  <a:lnTo>
                    <a:pt x="539877" y="1233306"/>
                  </a:lnTo>
                  <a:lnTo>
                    <a:pt x="539879" y="1233320"/>
                  </a:lnTo>
                  <a:lnTo>
                    <a:pt x="539879" y="1233329"/>
                  </a:lnTo>
                  <a:lnTo>
                    <a:pt x="539879" y="1233340"/>
                  </a:lnTo>
                  <a:lnTo>
                    <a:pt x="539878" y="1233347"/>
                  </a:lnTo>
                  <a:lnTo>
                    <a:pt x="539878" y="1233358"/>
                  </a:lnTo>
                  <a:lnTo>
                    <a:pt x="539876" y="1233367"/>
                  </a:lnTo>
                  <a:lnTo>
                    <a:pt x="539873" y="1233379"/>
                  </a:lnTo>
                  <a:lnTo>
                    <a:pt x="539871" y="1233385"/>
                  </a:lnTo>
                  <a:lnTo>
                    <a:pt x="539870" y="1233392"/>
                  </a:lnTo>
                  <a:lnTo>
                    <a:pt x="539870" y="1233402"/>
                  </a:lnTo>
                  <a:lnTo>
                    <a:pt x="539869" y="1233416"/>
                  </a:lnTo>
                  <a:lnTo>
                    <a:pt x="539870" y="1233424"/>
                  </a:lnTo>
                  <a:lnTo>
                    <a:pt x="539869" y="1233438"/>
                  </a:lnTo>
                  <a:lnTo>
                    <a:pt x="539866" y="1233449"/>
                  </a:lnTo>
                  <a:lnTo>
                    <a:pt x="539862" y="1233457"/>
                  </a:lnTo>
                  <a:lnTo>
                    <a:pt x="539854" y="1233463"/>
                  </a:lnTo>
                  <a:lnTo>
                    <a:pt x="539850" y="1233465"/>
                  </a:lnTo>
                  <a:lnTo>
                    <a:pt x="539845" y="1233470"/>
                  </a:lnTo>
                  <a:lnTo>
                    <a:pt x="539840" y="1233475"/>
                  </a:lnTo>
                  <a:lnTo>
                    <a:pt x="539835" y="1233482"/>
                  </a:lnTo>
                  <a:lnTo>
                    <a:pt x="539833" y="1233486"/>
                  </a:lnTo>
                  <a:lnTo>
                    <a:pt x="539827" y="1233495"/>
                  </a:lnTo>
                  <a:lnTo>
                    <a:pt x="539815" y="1233520"/>
                  </a:lnTo>
                  <a:lnTo>
                    <a:pt x="539812" y="1233534"/>
                  </a:lnTo>
                  <a:lnTo>
                    <a:pt x="539810" y="1233541"/>
                  </a:lnTo>
                  <a:lnTo>
                    <a:pt x="539805" y="1233559"/>
                  </a:lnTo>
                  <a:lnTo>
                    <a:pt x="539797" y="1233562"/>
                  </a:lnTo>
                  <a:lnTo>
                    <a:pt x="539783" y="1233560"/>
                  </a:lnTo>
                  <a:lnTo>
                    <a:pt x="539776" y="1233557"/>
                  </a:lnTo>
                  <a:lnTo>
                    <a:pt x="539768" y="1233553"/>
                  </a:lnTo>
                  <a:lnTo>
                    <a:pt x="539761" y="1233550"/>
                  </a:lnTo>
                  <a:lnTo>
                    <a:pt x="539746" y="1233538"/>
                  </a:lnTo>
                  <a:lnTo>
                    <a:pt x="539738" y="1233531"/>
                  </a:lnTo>
                  <a:lnTo>
                    <a:pt x="539732" y="1233528"/>
                  </a:lnTo>
                  <a:lnTo>
                    <a:pt x="539713" y="1233525"/>
                  </a:lnTo>
                  <a:lnTo>
                    <a:pt x="539706" y="1233523"/>
                  </a:lnTo>
                  <a:lnTo>
                    <a:pt x="539699" y="1233523"/>
                  </a:lnTo>
                  <a:lnTo>
                    <a:pt x="539690" y="1233522"/>
                  </a:lnTo>
                  <a:lnTo>
                    <a:pt x="539682" y="1233522"/>
                  </a:lnTo>
                  <a:lnTo>
                    <a:pt x="539657" y="1233524"/>
                  </a:lnTo>
                  <a:lnTo>
                    <a:pt x="539653" y="1233526"/>
                  </a:lnTo>
                  <a:lnTo>
                    <a:pt x="539638" y="1233530"/>
                  </a:lnTo>
                  <a:lnTo>
                    <a:pt x="539626" y="1233534"/>
                  </a:lnTo>
                  <a:lnTo>
                    <a:pt x="539622" y="1233535"/>
                  </a:lnTo>
                  <a:lnTo>
                    <a:pt x="539603" y="1233538"/>
                  </a:lnTo>
                  <a:lnTo>
                    <a:pt x="539596" y="1233540"/>
                  </a:lnTo>
                  <a:lnTo>
                    <a:pt x="539579" y="1233544"/>
                  </a:lnTo>
                  <a:lnTo>
                    <a:pt x="539569" y="1233547"/>
                  </a:lnTo>
                  <a:lnTo>
                    <a:pt x="539557" y="1233548"/>
                  </a:lnTo>
                  <a:lnTo>
                    <a:pt x="539550" y="1233548"/>
                  </a:lnTo>
                  <a:lnTo>
                    <a:pt x="539544" y="1233547"/>
                  </a:lnTo>
                  <a:lnTo>
                    <a:pt x="539538" y="1233548"/>
                  </a:lnTo>
                  <a:lnTo>
                    <a:pt x="539529" y="1233550"/>
                  </a:lnTo>
                  <a:lnTo>
                    <a:pt x="539522" y="1233551"/>
                  </a:lnTo>
                  <a:lnTo>
                    <a:pt x="539513" y="1233553"/>
                  </a:lnTo>
                  <a:lnTo>
                    <a:pt x="539504" y="1233555"/>
                  </a:lnTo>
                  <a:lnTo>
                    <a:pt x="539499" y="1233555"/>
                  </a:lnTo>
                  <a:lnTo>
                    <a:pt x="539493" y="1233558"/>
                  </a:lnTo>
                  <a:lnTo>
                    <a:pt x="539488" y="1233562"/>
                  </a:lnTo>
                  <a:lnTo>
                    <a:pt x="539481" y="1233567"/>
                  </a:lnTo>
                  <a:lnTo>
                    <a:pt x="539478" y="1233571"/>
                  </a:lnTo>
                  <a:lnTo>
                    <a:pt x="539475" y="1233577"/>
                  </a:lnTo>
                  <a:lnTo>
                    <a:pt x="539474" y="1233582"/>
                  </a:lnTo>
                  <a:lnTo>
                    <a:pt x="539470" y="1233590"/>
                  </a:lnTo>
                  <a:lnTo>
                    <a:pt x="539467" y="1233601"/>
                  </a:lnTo>
                  <a:lnTo>
                    <a:pt x="539465" y="1233609"/>
                  </a:lnTo>
                  <a:lnTo>
                    <a:pt x="539464" y="1233616"/>
                  </a:lnTo>
                  <a:lnTo>
                    <a:pt x="539462" y="1233625"/>
                  </a:lnTo>
                  <a:lnTo>
                    <a:pt x="539461" y="1233631"/>
                  </a:lnTo>
                  <a:lnTo>
                    <a:pt x="539460" y="1233638"/>
                  </a:lnTo>
                  <a:lnTo>
                    <a:pt x="539459" y="1233648"/>
                  </a:lnTo>
                  <a:lnTo>
                    <a:pt x="539460" y="1233657"/>
                  </a:lnTo>
                  <a:lnTo>
                    <a:pt x="539460" y="1233663"/>
                  </a:lnTo>
                  <a:lnTo>
                    <a:pt x="539463" y="1233672"/>
                  </a:lnTo>
                  <a:lnTo>
                    <a:pt x="539467" y="1233678"/>
                  </a:lnTo>
                  <a:lnTo>
                    <a:pt x="539471" y="1233685"/>
                  </a:lnTo>
                  <a:lnTo>
                    <a:pt x="539475" y="1233690"/>
                  </a:lnTo>
                  <a:lnTo>
                    <a:pt x="539477" y="1233695"/>
                  </a:lnTo>
                  <a:lnTo>
                    <a:pt x="539479" y="1233704"/>
                  </a:lnTo>
                  <a:lnTo>
                    <a:pt x="539480" y="1233712"/>
                  </a:lnTo>
                  <a:lnTo>
                    <a:pt x="539480" y="1233725"/>
                  </a:lnTo>
                  <a:lnTo>
                    <a:pt x="539479" y="1233732"/>
                  </a:lnTo>
                  <a:lnTo>
                    <a:pt x="539478" y="1233762"/>
                  </a:lnTo>
                  <a:lnTo>
                    <a:pt x="539479" y="1233773"/>
                  </a:lnTo>
                  <a:lnTo>
                    <a:pt x="539481" y="1233783"/>
                  </a:lnTo>
                  <a:lnTo>
                    <a:pt x="539482" y="1233800"/>
                  </a:lnTo>
                  <a:lnTo>
                    <a:pt x="539484" y="1233815"/>
                  </a:lnTo>
                  <a:lnTo>
                    <a:pt x="539485" y="1233824"/>
                  </a:lnTo>
                  <a:lnTo>
                    <a:pt x="539486" y="1233843"/>
                  </a:lnTo>
                  <a:lnTo>
                    <a:pt x="539487" y="1233858"/>
                  </a:lnTo>
                  <a:lnTo>
                    <a:pt x="539487" y="1233864"/>
                  </a:lnTo>
                  <a:lnTo>
                    <a:pt x="539486" y="1233871"/>
                  </a:lnTo>
                  <a:lnTo>
                    <a:pt x="539484" y="1233878"/>
                  </a:lnTo>
                  <a:lnTo>
                    <a:pt x="539480" y="1233891"/>
                  </a:lnTo>
                  <a:lnTo>
                    <a:pt x="539475" y="1233903"/>
                  </a:lnTo>
                  <a:lnTo>
                    <a:pt x="539472" y="1233911"/>
                  </a:lnTo>
                  <a:lnTo>
                    <a:pt x="539467" y="1233920"/>
                  </a:lnTo>
                  <a:lnTo>
                    <a:pt x="539460" y="1233936"/>
                  </a:lnTo>
                  <a:lnTo>
                    <a:pt x="539451" y="1233956"/>
                  </a:lnTo>
                  <a:lnTo>
                    <a:pt x="539449" y="1233960"/>
                  </a:lnTo>
                  <a:lnTo>
                    <a:pt x="539438" y="1233982"/>
                  </a:lnTo>
                  <a:lnTo>
                    <a:pt x="539433" y="1233990"/>
                  </a:lnTo>
                  <a:lnTo>
                    <a:pt x="539429" y="1233995"/>
                  </a:lnTo>
                  <a:lnTo>
                    <a:pt x="539426" y="1234002"/>
                  </a:lnTo>
                  <a:lnTo>
                    <a:pt x="539424" y="1234008"/>
                  </a:lnTo>
                  <a:lnTo>
                    <a:pt x="539423" y="1234017"/>
                  </a:lnTo>
                  <a:lnTo>
                    <a:pt x="539422" y="1234025"/>
                  </a:lnTo>
                  <a:lnTo>
                    <a:pt x="539423" y="1234035"/>
                  </a:lnTo>
                  <a:lnTo>
                    <a:pt x="539425" y="1234045"/>
                  </a:lnTo>
                  <a:lnTo>
                    <a:pt x="539428" y="1234052"/>
                  </a:lnTo>
                  <a:lnTo>
                    <a:pt x="539433" y="1234062"/>
                  </a:lnTo>
                  <a:lnTo>
                    <a:pt x="539447" y="1234078"/>
                  </a:lnTo>
                  <a:lnTo>
                    <a:pt x="539455" y="1234088"/>
                  </a:lnTo>
                  <a:lnTo>
                    <a:pt x="539461" y="1234097"/>
                  </a:lnTo>
                  <a:lnTo>
                    <a:pt x="539465" y="1234103"/>
                  </a:lnTo>
                  <a:lnTo>
                    <a:pt x="539476" y="1234114"/>
                  </a:lnTo>
                  <a:lnTo>
                    <a:pt x="539481" y="1234119"/>
                  </a:lnTo>
                  <a:lnTo>
                    <a:pt x="539474" y="1234123"/>
                  </a:lnTo>
                  <a:lnTo>
                    <a:pt x="539465" y="1234124"/>
                  </a:lnTo>
                  <a:lnTo>
                    <a:pt x="539453" y="1234126"/>
                  </a:lnTo>
                  <a:lnTo>
                    <a:pt x="539444" y="1234127"/>
                  </a:lnTo>
                  <a:lnTo>
                    <a:pt x="539431" y="1234128"/>
                  </a:lnTo>
                  <a:lnTo>
                    <a:pt x="539420" y="1234129"/>
                  </a:lnTo>
                  <a:lnTo>
                    <a:pt x="539413" y="1234131"/>
                  </a:lnTo>
                  <a:lnTo>
                    <a:pt x="539408" y="1234133"/>
                  </a:lnTo>
                  <a:lnTo>
                    <a:pt x="539403" y="1234137"/>
                  </a:lnTo>
                  <a:lnTo>
                    <a:pt x="539399" y="1234148"/>
                  </a:lnTo>
                  <a:lnTo>
                    <a:pt x="539397" y="1234156"/>
                  </a:lnTo>
                  <a:lnTo>
                    <a:pt x="539396" y="1234164"/>
                  </a:lnTo>
                  <a:lnTo>
                    <a:pt x="539395" y="1234172"/>
                  </a:lnTo>
                  <a:lnTo>
                    <a:pt x="539394" y="1234179"/>
                  </a:lnTo>
                  <a:lnTo>
                    <a:pt x="539393" y="1234187"/>
                  </a:lnTo>
                  <a:lnTo>
                    <a:pt x="539392" y="1234196"/>
                  </a:lnTo>
                  <a:lnTo>
                    <a:pt x="539390" y="1234203"/>
                  </a:lnTo>
                  <a:lnTo>
                    <a:pt x="539391" y="1234218"/>
                  </a:lnTo>
                  <a:lnTo>
                    <a:pt x="539391" y="1234223"/>
                  </a:lnTo>
                  <a:lnTo>
                    <a:pt x="539394" y="1234236"/>
                  </a:lnTo>
                  <a:lnTo>
                    <a:pt x="539395" y="1234242"/>
                  </a:lnTo>
                  <a:lnTo>
                    <a:pt x="539395" y="1234250"/>
                  </a:lnTo>
                  <a:lnTo>
                    <a:pt x="539395" y="1234265"/>
                  </a:lnTo>
                  <a:lnTo>
                    <a:pt x="539394" y="1234281"/>
                  </a:lnTo>
                  <a:lnTo>
                    <a:pt x="539392" y="1234301"/>
                  </a:lnTo>
                  <a:lnTo>
                    <a:pt x="539391" y="1234321"/>
                  </a:lnTo>
                  <a:lnTo>
                    <a:pt x="539391" y="1234330"/>
                  </a:lnTo>
                  <a:lnTo>
                    <a:pt x="539391" y="1234337"/>
                  </a:lnTo>
                  <a:lnTo>
                    <a:pt x="539390" y="1234343"/>
                  </a:lnTo>
                  <a:lnTo>
                    <a:pt x="539387" y="1234351"/>
                  </a:lnTo>
                  <a:lnTo>
                    <a:pt x="539383" y="1234362"/>
                  </a:lnTo>
                  <a:lnTo>
                    <a:pt x="539379" y="1234368"/>
                  </a:lnTo>
                  <a:lnTo>
                    <a:pt x="539373" y="1234377"/>
                  </a:lnTo>
                  <a:lnTo>
                    <a:pt x="539366" y="1234388"/>
                  </a:lnTo>
                  <a:lnTo>
                    <a:pt x="539360" y="1234394"/>
                  </a:lnTo>
                  <a:lnTo>
                    <a:pt x="539353" y="1234399"/>
                  </a:lnTo>
                  <a:lnTo>
                    <a:pt x="539340" y="1234409"/>
                  </a:lnTo>
                  <a:lnTo>
                    <a:pt x="539336" y="1234411"/>
                  </a:lnTo>
                  <a:lnTo>
                    <a:pt x="539332" y="1234412"/>
                  </a:lnTo>
                  <a:lnTo>
                    <a:pt x="539305" y="1234417"/>
                  </a:lnTo>
                  <a:lnTo>
                    <a:pt x="539289" y="1234421"/>
                  </a:lnTo>
                  <a:lnTo>
                    <a:pt x="539282" y="1234422"/>
                  </a:lnTo>
                  <a:lnTo>
                    <a:pt x="539274" y="1234423"/>
                  </a:lnTo>
                  <a:lnTo>
                    <a:pt x="539265" y="1234424"/>
                  </a:lnTo>
                  <a:lnTo>
                    <a:pt x="539260" y="1234425"/>
                  </a:lnTo>
                  <a:lnTo>
                    <a:pt x="539253" y="1234429"/>
                  </a:lnTo>
                  <a:lnTo>
                    <a:pt x="539245" y="1234434"/>
                  </a:lnTo>
                  <a:lnTo>
                    <a:pt x="539237" y="1234440"/>
                  </a:lnTo>
                  <a:lnTo>
                    <a:pt x="539231" y="1234444"/>
                  </a:lnTo>
                  <a:lnTo>
                    <a:pt x="539227" y="1234448"/>
                  </a:lnTo>
                  <a:lnTo>
                    <a:pt x="539223" y="1234456"/>
                  </a:lnTo>
                  <a:lnTo>
                    <a:pt x="539217" y="1234466"/>
                  </a:lnTo>
                  <a:lnTo>
                    <a:pt x="539204" y="1234487"/>
                  </a:lnTo>
                  <a:lnTo>
                    <a:pt x="539196" y="1234499"/>
                  </a:lnTo>
                  <a:lnTo>
                    <a:pt x="539193" y="1234504"/>
                  </a:lnTo>
                  <a:lnTo>
                    <a:pt x="539184" y="1234520"/>
                  </a:lnTo>
                  <a:lnTo>
                    <a:pt x="539170" y="1234554"/>
                  </a:lnTo>
                  <a:lnTo>
                    <a:pt x="539167" y="1234565"/>
                  </a:lnTo>
                  <a:lnTo>
                    <a:pt x="539165" y="1234573"/>
                  </a:lnTo>
                  <a:lnTo>
                    <a:pt x="539163" y="1234580"/>
                  </a:lnTo>
                  <a:lnTo>
                    <a:pt x="539158" y="1234589"/>
                  </a:lnTo>
                  <a:lnTo>
                    <a:pt x="539143" y="1234615"/>
                  </a:lnTo>
                  <a:lnTo>
                    <a:pt x="539140" y="1234619"/>
                  </a:lnTo>
                  <a:lnTo>
                    <a:pt x="539137" y="1234624"/>
                  </a:lnTo>
                  <a:lnTo>
                    <a:pt x="539133" y="1234630"/>
                  </a:lnTo>
                  <a:lnTo>
                    <a:pt x="539127" y="1234638"/>
                  </a:lnTo>
                  <a:lnTo>
                    <a:pt x="539123" y="1234645"/>
                  </a:lnTo>
                  <a:lnTo>
                    <a:pt x="539118" y="1234650"/>
                  </a:lnTo>
                  <a:lnTo>
                    <a:pt x="539113" y="1234657"/>
                  </a:lnTo>
                  <a:lnTo>
                    <a:pt x="539109" y="1234662"/>
                  </a:lnTo>
                  <a:lnTo>
                    <a:pt x="539100" y="1234670"/>
                  </a:lnTo>
                  <a:lnTo>
                    <a:pt x="539084" y="1234675"/>
                  </a:lnTo>
                  <a:lnTo>
                    <a:pt x="539074" y="1234678"/>
                  </a:lnTo>
                  <a:lnTo>
                    <a:pt x="539068" y="1234680"/>
                  </a:lnTo>
                  <a:lnTo>
                    <a:pt x="539061" y="1234681"/>
                  </a:lnTo>
                  <a:lnTo>
                    <a:pt x="539051" y="1234683"/>
                  </a:lnTo>
                  <a:lnTo>
                    <a:pt x="539039" y="1234684"/>
                  </a:lnTo>
                  <a:lnTo>
                    <a:pt x="539034" y="1234685"/>
                  </a:lnTo>
                  <a:lnTo>
                    <a:pt x="539030" y="1234686"/>
                  </a:lnTo>
                  <a:lnTo>
                    <a:pt x="539022" y="1234690"/>
                  </a:lnTo>
                  <a:lnTo>
                    <a:pt x="539014" y="1234696"/>
                  </a:lnTo>
                  <a:lnTo>
                    <a:pt x="538994" y="1234706"/>
                  </a:lnTo>
                  <a:lnTo>
                    <a:pt x="538990" y="1234707"/>
                  </a:lnTo>
                  <a:lnTo>
                    <a:pt x="538986" y="1234709"/>
                  </a:lnTo>
                  <a:lnTo>
                    <a:pt x="538975" y="1234716"/>
                  </a:lnTo>
                  <a:lnTo>
                    <a:pt x="538967" y="1234721"/>
                  </a:lnTo>
                  <a:lnTo>
                    <a:pt x="538961" y="1234725"/>
                  </a:lnTo>
                  <a:lnTo>
                    <a:pt x="538952" y="1234732"/>
                  </a:lnTo>
                  <a:lnTo>
                    <a:pt x="538944" y="1234739"/>
                  </a:lnTo>
                  <a:lnTo>
                    <a:pt x="538933" y="1234749"/>
                  </a:lnTo>
                  <a:lnTo>
                    <a:pt x="538925" y="1234755"/>
                  </a:lnTo>
                  <a:lnTo>
                    <a:pt x="538915" y="1234763"/>
                  </a:lnTo>
                  <a:lnTo>
                    <a:pt x="538910" y="1234767"/>
                  </a:lnTo>
                  <a:lnTo>
                    <a:pt x="538906" y="1234771"/>
                  </a:lnTo>
                  <a:lnTo>
                    <a:pt x="538902" y="1234777"/>
                  </a:lnTo>
                  <a:lnTo>
                    <a:pt x="538895" y="1234786"/>
                  </a:lnTo>
                  <a:lnTo>
                    <a:pt x="538886" y="1234794"/>
                  </a:lnTo>
                  <a:lnTo>
                    <a:pt x="538877" y="1234800"/>
                  </a:lnTo>
                  <a:lnTo>
                    <a:pt x="538865" y="1234806"/>
                  </a:lnTo>
                  <a:lnTo>
                    <a:pt x="538861" y="1234812"/>
                  </a:lnTo>
                  <a:lnTo>
                    <a:pt x="538857" y="1234822"/>
                  </a:lnTo>
                  <a:lnTo>
                    <a:pt x="538853" y="1234832"/>
                  </a:lnTo>
                  <a:lnTo>
                    <a:pt x="538847" y="1234839"/>
                  </a:lnTo>
                  <a:lnTo>
                    <a:pt x="538840" y="1234844"/>
                  </a:lnTo>
                  <a:lnTo>
                    <a:pt x="538816" y="1234835"/>
                  </a:lnTo>
                  <a:lnTo>
                    <a:pt x="538806" y="1234831"/>
                  </a:lnTo>
                  <a:lnTo>
                    <a:pt x="538795" y="1234822"/>
                  </a:lnTo>
                  <a:lnTo>
                    <a:pt x="538783" y="1234817"/>
                  </a:lnTo>
                  <a:lnTo>
                    <a:pt x="538772" y="1234812"/>
                  </a:lnTo>
                  <a:lnTo>
                    <a:pt x="538764" y="1234810"/>
                  </a:lnTo>
                  <a:lnTo>
                    <a:pt x="538758" y="1234809"/>
                  </a:lnTo>
                  <a:lnTo>
                    <a:pt x="538747" y="1234808"/>
                  </a:lnTo>
                  <a:lnTo>
                    <a:pt x="538740" y="1234809"/>
                  </a:lnTo>
                  <a:lnTo>
                    <a:pt x="538732" y="1234811"/>
                  </a:lnTo>
                  <a:lnTo>
                    <a:pt x="538722" y="1234812"/>
                  </a:lnTo>
                  <a:lnTo>
                    <a:pt x="538713" y="1234811"/>
                  </a:lnTo>
                  <a:lnTo>
                    <a:pt x="538707" y="1234810"/>
                  </a:lnTo>
                  <a:lnTo>
                    <a:pt x="538699" y="1234808"/>
                  </a:lnTo>
                  <a:lnTo>
                    <a:pt x="538692" y="1234805"/>
                  </a:lnTo>
                  <a:lnTo>
                    <a:pt x="538686" y="1234803"/>
                  </a:lnTo>
                  <a:lnTo>
                    <a:pt x="538678" y="1234800"/>
                  </a:lnTo>
                  <a:lnTo>
                    <a:pt x="538669" y="1234798"/>
                  </a:lnTo>
                  <a:lnTo>
                    <a:pt x="538659" y="1234797"/>
                  </a:lnTo>
                  <a:lnTo>
                    <a:pt x="538651" y="1234796"/>
                  </a:lnTo>
                  <a:lnTo>
                    <a:pt x="538643" y="1234795"/>
                  </a:lnTo>
                  <a:lnTo>
                    <a:pt x="538639" y="1234796"/>
                  </a:lnTo>
                  <a:lnTo>
                    <a:pt x="538631" y="1234798"/>
                  </a:lnTo>
                  <a:lnTo>
                    <a:pt x="538625" y="1234801"/>
                  </a:lnTo>
                  <a:lnTo>
                    <a:pt x="538621" y="1234801"/>
                  </a:lnTo>
                  <a:lnTo>
                    <a:pt x="538615" y="1234802"/>
                  </a:lnTo>
                  <a:lnTo>
                    <a:pt x="538610" y="1234802"/>
                  </a:lnTo>
                  <a:lnTo>
                    <a:pt x="538604" y="1234802"/>
                  </a:lnTo>
                  <a:lnTo>
                    <a:pt x="538599" y="1234801"/>
                  </a:lnTo>
                  <a:lnTo>
                    <a:pt x="538591" y="1234801"/>
                  </a:lnTo>
                  <a:lnTo>
                    <a:pt x="538582" y="1234804"/>
                  </a:lnTo>
                  <a:lnTo>
                    <a:pt x="538566" y="1234810"/>
                  </a:lnTo>
                  <a:lnTo>
                    <a:pt x="538556" y="1234814"/>
                  </a:lnTo>
                  <a:lnTo>
                    <a:pt x="538551" y="1234816"/>
                  </a:lnTo>
                  <a:lnTo>
                    <a:pt x="538544" y="1234820"/>
                  </a:lnTo>
                  <a:lnTo>
                    <a:pt x="538534" y="1234823"/>
                  </a:lnTo>
                  <a:lnTo>
                    <a:pt x="538527" y="1234823"/>
                  </a:lnTo>
                  <a:lnTo>
                    <a:pt x="538519" y="1234821"/>
                  </a:lnTo>
                  <a:lnTo>
                    <a:pt x="538513" y="1234820"/>
                  </a:lnTo>
                  <a:lnTo>
                    <a:pt x="538506" y="1234819"/>
                  </a:lnTo>
                  <a:lnTo>
                    <a:pt x="538497" y="1234816"/>
                  </a:lnTo>
                  <a:lnTo>
                    <a:pt x="538489" y="1234814"/>
                  </a:lnTo>
                  <a:lnTo>
                    <a:pt x="538484" y="1234809"/>
                  </a:lnTo>
                  <a:lnTo>
                    <a:pt x="538476" y="1234799"/>
                  </a:lnTo>
                  <a:lnTo>
                    <a:pt x="538470" y="1234793"/>
                  </a:lnTo>
                  <a:lnTo>
                    <a:pt x="538463" y="1234785"/>
                  </a:lnTo>
                  <a:lnTo>
                    <a:pt x="538456" y="1234777"/>
                  </a:lnTo>
                  <a:lnTo>
                    <a:pt x="538451" y="1234771"/>
                  </a:lnTo>
                  <a:lnTo>
                    <a:pt x="538442" y="1234758"/>
                  </a:lnTo>
                  <a:lnTo>
                    <a:pt x="538436" y="1234747"/>
                  </a:lnTo>
                  <a:lnTo>
                    <a:pt x="538430" y="1234737"/>
                  </a:lnTo>
                  <a:lnTo>
                    <a:pt x="538424" y="1234729"/>
                  </a:lnTo>
                  <a:lnTo>
                    <a:pt x="538419" y="1234725"/>
                  </a:lnTo>
                  <a:lnTo>
                    <a:pt x="538414" y="1234723"/>
                  </a:lnTo>
                  <a:lnTo>
                    <a:pt x="538406" y="1234721"/>
                  </a:lnTo>
                  <a:lnTo>
                    <a:pt x="538398" y="1234720"/>
                  </a:lnTo>
                  <a:lnTo>
                    <a:pt x="538393" y="1234720"/>
                  </a:lnTo>
                  <a:lnTo>
                    <a:pt x="538387" y="1234722"/>
                  </a:lnTo>
                  <a:lnTo>
                    <a:pt x="538381" y="1234724"/>
                  </a:lnTo>
                  <a:lnTo>
                    <a:pt x="538363" y="1234730"/>
                  </a:lnTo>
                  <a:lnTo>
                    <a:pt x="538343" y="1234738"/>
                  </a:lnTo>
                  <a:lnTo>
                    <a:pt x="538330" y="1234741"/>
                  </a:lnTo>
                  <a:lnTo>
                    <a:pt x="538316" y="1234744"/>
                  </a:lnTo>
                  <a:lnTo>
                    <a:pt x="538304" y="1234749"/>
                  </a:lnTo>
                  <a:lnTo>
                    <a:pt x="538293" y="1234752"/>
                  </a:lnTo>
                  <a:lnTo>
                    <a:pt x="538280" y="1234755"/>
                  </a:lnTo>
                  <a:lnTo>
                    <a:pt x="538269" y="1234757"/>
                  </a:lnTo>
                  <a:lnTo>
                    <a:pt x="538265" y="1234758"/>
                  </a:lnTo>
                  <a:lnTo>
                    <a:pt x="538257" y="1234757"/>
                  </a:lnTo>
                  <a:lnTo>
                    <a:pt x="538249" y="1234755"/>
                  </a:lnTo>
                  <a:lnTo>
                    <a:pt x="538244" y="1234751"/>
                  </a:lnTo>
                  <a:lnTo>
                    <a:pt x="538235" y="1234741"/>
                  </a:lnTo>
                  <a:lnTo>
                    <a:pt x="538231" y="1234735"/>
                  </a:lnTo>
                  <a:lnTo>
                    <a:pt x="538216" y="1234715"/>
                  </a:lnTo>
                  <a:lnTo>
                    <a:pt x="538208" y="1234705"/>
                  </a:lnTo>
                  <a:lnTo>
                    <a:pt x="538206" y="1234699"/>
                  </a:lnTo>
                  <a:lnTo>
                    <a:pt x="538201" y="1234689"/>
                  </a:lnTo>
                  <a:lnTo>
                    <a:pt x="538198" y="1234683"/>
                  </a:lnTo>
                  <a:lnTo>
                    <a:pt x="538191" y="1234676"/>
                  </a:lnTo>
                  <a:lnTo>
                    <a:pt x="538183" y="1234671"/>
                  </a:lnTo>
                  <a:lnTo>
                    <a:pt x="538171" y="1234666"/>
                  </a:lnTo>
                  <a:lnTo>
                    <a:pt x="538160" y="1234661"/>
                  </a:lnTo>
                  <a:lnTo>
                    <a:pt x="538152" y="1234657"/>
                  </a:lnTo>
                  <a:lnTo>
                    <a:pt x="538137" y="1234648"/>
                  </a:lnTo>
                  <a:lnTo>
                    <a:pt x="538131" y="1234644"/>
                  </a:lnTo>
                  <a:lnTo>
                    <a:pt x="538126" y="1234641"/>
                  </a:lnTo>
                  <a:lnTo>
                    <a:pt x="538121" y="1234638"/>
                  </a:lnTo>
                  <a:lnTo>
                    <a:pt x="538114" y="1234633"/>
                  </a:lnTo>
                  <a:lnTo>
                    <a:pt x="538105" y="1234627"/>
                  </a:lnTo>
                  <a:lnTo>
                    <a:pt x="538098" y="1234625"/>
                  </a:lnTo>
                  <a:lnTo>
                    <a:pt x="538090" y="1234622"/>
                  </a:lnTo>
                  <a:lnTo>
                    <a:pt x="538081" y="1234619"/>
                  </a:lnTo>
                  <a:lnTo>
                    <a:pt x="538073" y="1234613"/>
                  </a:lnTo>
                  <a:lnTo>
                    <a:pt x="538065" y="1234604"/>
                  </a:lnTo>
                  <a:lnTo>
                    <a:pt x="538056" y="1234593"/>
                  </a:lnTo>
                  <a:lnTo>
                    <a:pt x="538053" y="1234590"/>
                  </a:lnTo>
                  <a:lnTo>
                    <a:pt x="538046" y="1234585"/>
                  </a:lnTo>
                  <a:lnTo>
                    <a:pt x="538038" y="1234583"/>
                  </a:lnTo>
                  <a:lnTo>
                    <a:pt x="538027" y="1234582"/>
                  </a:lnTo>
                  <a:lnTo>
                    <a:pt x="538023" y="1234581"/>
                  </a:lnTo>
                  <a:lnTo>
                    <a:pt x="538012" y="1234579"/>
                  </a:lnTo>
                  <a:lnTo>
                    <a:pt x="538003" y="1234578"/>
                  </a:lnTo>
                  <a:lnTo>
                    <a:pt x="537997" y="1234578"/>
                  </a:lnTo>
                  <a:lnTo>
                    <a:pt x="537990" y="1234578"/>
                  </a:lnTo>
                  <a:lnTo>
                    <a:pt x="537982" y="1234578"/>
                  </a:lnTo>
                  <a:lnTo>
                    <a:pt x="537974" y="1234577"/>
                  </a:lnTo>
                  <a:lnTo>
                    <a:pt x="537967" y="1234574"/>
                  </a:lnTo>
                  <a:lnTo>
                    <a:pt x="537955" y="1234570"/>
                  </a:lnTo>
                  <a:lnTo>
                    <a:pt x="537948" y="1234568"/>
                  </a:lnTo>
                  <a:lnTo>
                    <a:pt x="537941" y="1234566"/>
                  </a:lnTo>
                  <a:lnTo>
                    <a:pt x="537930" y="1234563"/>
                  </a:lnTo>
                  <a:lnTo>
                    <a:pt x="537922" y="1234562"/>
                  </a:lnTo>
                  <a:lnTo>
                    <a:pt x="537915" y="1234561"/>
                  </a:lnTo>
                  <a:lnTo>
                    <a:pt x="537905" y="1234559"/>
                  </a:lnTo>
                  <a:lnTo>
                    <a:pt x="537898" y="1234557"/>
                  </a:lnTo>
                  <a:lnTo>
                    <a:pt x="537887" y="1234553"/>
                  </a:lnTo>
                  <a:lnTo>
                    <a:pt x="537879" y="1234552"/>
                  </a:lnTo>
                  <a:lnTo>
                    <a:pt x="537868" y="1234550"/>
                  </a:lnTo>
                  <a:lnTo>
                    <a:pt x="537859" y="1234547"/>
                  </a:lnTo>
                  <a:lnTo>
                    <a:pt x="537841" y="1234543"/>
                  </a:lnTo>
                  <a:lnTo>
                    <a:pt x="537830" y="1234541"/>
                  </a:lnTo>
                  <a:lnTo>
                    <a:pt x="537820" y="1234538"/>
                  </a:lnTo>
                  <a:lnTo>
                    <a:pt x="537808" y="1234535"/>
                  </a:lnTo>
                  <a:lnTo>
                    <a:pt x="537799" y="1234533"/>
                  </a:lnTo>
                  <a:lnTo>
                    <a:pt x="537787" y="1234531"/>
                  </a:lnTo>
                  <a:lnTo>
                    <a:pt x="537776" y="1234529"/>
                  </a:lnTo>
                  <a:lnTo>
                    <a:pt x="537765" y="1234527"/>
                  </a:lnTo>
                  <a:lnTo>
                    <a:pt x="537757" y="1234525"/>
                  </a:lnTo>
                  <a:lnTo>
                    <a:pt x="537749" y="1234524"/>
                  </a:lnTo>
                  <a:lnTo>
                    <a:pt x="537739" y="1234522"/>
                  </a:lnTo>
                  <a:lnTo>
                    <a:pt x="537730" y="1234524"/>
                  </a:lnTo>
                  <a:lnTo>
                    <a:pt x="537720" y="1234529"/>
                  </a:lnTo>
                  <a:lnTo>
                    <a:pt x="537714" y="1234533"/>
                  </a:lnTo>
                  <a:lnTo>
                    <a:pt x="537709" y="1234540"/>
                  </a:lnTo>
                  <a:lnTo>
                    <a:pt x="537706" y="1234548"/>
                  </a:lnTo>
                  <a:lnTo>
                    <a:pt x="537704" y="1234557"/>
                  </a:lnTo>
                  <a:lnTo>
                    <a:pt x="537703" y="1234564"/>
                  </a:lnTo>
                  <a:lnTo>
                    <a:pt x="537702" y="1234578"/>
                  </a:lnTo>
                  <a:lnTo>
                    <a:pt x="537700" y="1234586"/>
                  </a:lnTo>
                  <a:lnTo>
                    <a:pt x="537695" y="1234592"/>
                  </a:lnTo>
                  <a:lnTo>
                    <a:pt x="537687" y="1234600"/>
                  </a:lnTo>
                  <a:lnTo>
                    <a:pt x="537680" y="1234607"/>
                  </a:lnTo>
                  <a:lnTo>
                    <a:pt x="537673" y="1234616"/>
                  </a:lnTo>
                  <a:lnTo>
                    <a:pt x="537665" y="1234626"/>
                  </a:lnTo>
                  <a:lnTo>
                    <a:pt x="537657" y="1234634"/>
                  </a:lnTo>
                  <a:lnTo>
                    <a:pt x="537638" y="1234650"/>
                  </a:lnTo>
                  <a:lnTo>
                    <a:pt x="537631" y="1234664"/>
                  </a:lnTo>
                  <a:lnTo>
                    <a:pt x="537626" y="1234676"/>
                  </a:lnTo>
                  <a:lnTo>
                    <a:pt x="537624" y="1234686"/>
                  </a:lnTo>
                  <a:lnTo>
                    <a:pt x="537619" y="1234694"/>
                  </a:lnTo>
                  <a:lnTo>
                    <a:pt x="537607" y="1234695"/>
                  </a:lnTo>
                  <a:lnTo>
                    <a:pt x="537600" y="1234695"/>
                  </a:lnTo>
                  <a:lnTo>
                    <a:pt x="537593" y="1234696"/>
                  </a:lnTo>
                  <a:lnTo>
                    <a:pt x="537586" y="1234699"/>
                  </a:lnTo>
                  <a:lnTo>
                    <a:pt x="537579" y="1234703"/>
                  </a:lnTo>
                  <a:lnTo>
                    <a:pt x="537569" y="1234707"/>
                  </a:lnTo>
                  <a:lnTo>
                    <a:pt x="537562" y="1234709"/>
                  </a:lnTo>
                  <a:lnTo>
                    <a:pt x="537557" y="1234710"/>
                  </a:lnTo>
                  <a:lnTo>
                    <a:pt x="537550" y="1234712"/>
                  </a:lnTo>
                  <a:lnTo>
                    <a:pt x="537541" y="1234714"/>
                  </a:lnTo>
                  <a:lnTo>
                    <a:pt x="537532" y="1234718"/>
                  </a:lnTo>
                  <a:lnTo>
                    <a:pt x="537523" y="1234721"/>
                  </a:lnTo>
                  <a:lnTo>
                    <a:pt x="537513" y="1234725"/>
                  </a:lnTo>
                  <a:lnTo>
                    <a:pt x="537505" y="1234729"/>
                  </a:lnTo>
                  <a:lnTo>
                    <a:pt x="537501" y="1234731"/>
                  </a:lnTo>
                  <a:lnTo>
                    <a:pt x="537497" y="1234734"/>
                  </a:lnTo>
                  <a:lnTo>
                    <a:pt x="537491" y="1234739"/>
                  </a:lnTo>
                  <a:lnTo>
                    <a:pt x="537486" y="1234744"/>
                  </a:lnTo>
                  <a:lnTo>
                    <a:pt x="537479" y="1234749"/>
                  </a:lnTo>
                  <a:lnTo>
                    <a:pt x="537470" y="1234754"/>
                  </a:lnTo>
                  <a:lnTo>
                    <a:pt x="537464" y="1234758"/>
                  </a:lnTo>
                  <a:lnTo>
                    <a:pt x="537460" y="1234760"/>
                  </a:lnTo>
                  <a:lnTo>
                    <a:pt x="537452" y="1234764"/>
                  </a:lnTo>
                  <a:lnTo>
                    <a:pt x="537445" y="1234766"/>
                  </a:lnTo>
                  <a:lnTo>
                    <a:pt x="537439" y="1234772"/>
                  </a:lnTo>
                  <a:lnTo>
                    <a:pt x="537433" y="1234776"/>
                  </a:lnTo>
                  <a:lnTo>
                    <a:pt x="537425" y="1234781"/>
                  </a:lnTo>
                  <a:lnTo>
                    <a:pt x="537415" y="1234787"/>
                  </a:lnTo>
                  <a:lnTo>
                    <a:pt x="537405" y="1234792"/>
                  </a:lnTo>
                  <a:lnTo>
                    <a:pt x="537401" y="1234794"/>
                  </a:lnTo>
                  <a:lnTo>
                    <a:pt x="537394" y="1234799"/>
                  </a:lnTo>
                  <a:lnTo>
                    <a:pt x="537388" y="1234805"/>
                  </a:lnTo>
                  <a:lnTo>
                    <a:pt x="537379" y="1234812"/>
                  </a:lnTo>
                  <a:lnTo>
                    <a:pt x="537372" y="1234820"/>
                  </a:lnTo>
                  <a:lnTo>
                    <a:pt x="537365" y="1234826"/>
                  </a:lnTo>
                  <a:lnTo>
                    <a:pt x="537357" y="1234831"/>
                  </a:lnTo>
                  <a:lnTo>
                    <a:pt x="537347" y="1234840"/>
                  </a:lnTo>
                  <a:lnTo>
                    <a:pt x="537340" y="1234844"/>
                  </a:lnTo>
                  <a:lnTo>
                    <a:pt x="537331" y="1234847"/>
                  </a:lnTo>
                  <a:lnTo>
                    <a:pt x="537319" y="1234850"/>
                  </a:lnTo>
                  <a:lnTo>
                    <a:pt x="537317" y="1234855"/>
                  </a:lnTo>
                  <a:lnTo>
                    <a:pt x="537324" y="1234858"/>
                  </a:lnTo>
                  <a:lnTo>
                    <a:pt x="537333" y="1234859"/>
                  </a:lnTo>
                  <a:lnTo>
                    <a:pt x="537338" y="1234860"/>
                  </a:lnTo>
                  <a:lnTo>
                    <a:pt x="537344" y="1234862"/>
                  </a:lnTo>
                  <a:lnTo>
                    <a:pt x="537348" y="1234866"/>
                  </a:lnTo>
                  <a:lnTo>
                    <a:pt x="537355" y="1234873"/>
                  </a:lnTo>
                  <a:lnTo>
                    <a:pt x="537362" y="1234879"/>
                  </a:lnTo>
                  <a:lnTo>
                    <a:pt x="537368" y="1234884"/>
                  </a:lnTo>
                  <a:lnTo>
                    <a:pt x="537371" y="1234888"/>
                  </a:lnTo>
                  <a:lnTo>
                    <a:pt x="537375" y="1234893"/>
                  </a:lnTo>
                  <a:lnTo>
                    <a:pt x="537378" y="1234898"/>
                  </a:lnTo>
                  <a:lnTo>
                    <a:pt x="537381" y="1234904"/>
                  </a:lnTo>
                  <a:lnTo>
                    <a:pt x="537384" y="1234910"/>
                  </a:lnTo>
                  <a:lnTo>
                    <a:pt x="537387" y="1234916"/>
                  </a:lnTo>
                  <a:lnTo>
                    <a:pt x="537388" y="1234921"/>
                  </a:lnTo>
                  <a:lnTo>
                    <a:pt x="537390" y="1234927"/>
                  </a:lnTo>
                  <a:lnTo>
                    <a:pt x="537393" y="1234934"/>
                  </a:lnTo>
                  <a:lnTo>
                    <a:pt x="537398" y="1234940"/>
                  </a:lnTo>
                  <a:lnTo>
                    <a:pt x="537404" y="1234949"/>
                  </a:lnTo>
                  <a:lnTo>
                    <a:pt x="537406" y="1234953"/>
                  </a:lnTo>
                  <a:lnTo>
                    <a:pt x="537407" y="1234959"/>
                  </a:lnTo>
                  <a:lnTo>
                    <a:pt x="537408" y="1234966"/>
                  </a:lnTo>
                  <a:lnTo>
                    <a:pt x="537405" y="1234979"/>
                  </a:lnTo>
                  <a:lnTo>
                    <a:pt x="537403" y="1234990"/>
                  </a:lnTo>
                  <a:lnTo>
                    <a:pt x="537399" y="1235003"/>
                  </a:lnTo>
                  <a:lnTo>
                    <a:pt x="537396" y="1235015"/>
                  </a:lnTo>
                  <a:lnTo>
                    <a:pt x="537394" y="1235028"/>
                  </a:lnTo>
                  <a:lnTo>
                    <a:pt x="537392" y="1235040"/>
                  </a:lnTo>
                  <a:lnTo>
                    <a:pt x="537391" y="1235050"/>
                  </a:lnTo>
                  <a:lnTo>
                    <a:pt x="537390" y="1235061"/>
                  </a:lnTo>
                  <a:lnTo>
                    <a:pt x="537391" y="1235067"/>
                  </a:lnTo>
                  <a:lnTo>
                    <a:pt x="537390" y="1235078"/>
                  </a:lnTo>
                  <a:lnTo>
                    <a:pt x="537391" y="1235086"/>
                  </a:lnTo>
                  <a:lnTo>
                    <a:pt x="537390" y="1235095"/>
                  </a:lnTo>
                  <a:lnTo>
                    <a:pt x="537390" y="1235103"/>
                  </a:lnTo>
                  <a:lnTo>
                    <a:pt x="537390" y="1235108"/>
                  </a:lnTo>
                  <a:lnTo>
                    <a:pt x="537391" y="1235114"/>
                  </a:lnTo>
                  <a:lnTo>
                    <a:pt x="537393" y="1235121"/>
                  </a:lnTo>
                  <a:lnTo>
                    <a:pt x="537394" y="1235127"/>
                  </a:lnTo>
                  <a:lnTo>
                    <a:pt x="537397" y="1235136"/>
                  </a:lnTo>
                  <a:lnTo>
                    <a:pt x="537401" y="1235144"/>
                  </a:lnTo>
                  <a:lnTo>
                    <a:pt x="537404" y="1235155"/>
                  </a:lnTo>
                  <a:lnTo>
                    <a:pt x="537407" y="1235162"/>
                  </a:lnTo>
                  <a:lnTo>
                    <a:pt x="537410" y="1235169"/>
                  </a:lnTo>
                  <a:lnTo>
                    <a:pt x="537414" y="1235174"/>
                  </a:lnTo>
                  <a:lnTo>
                    <a:pt x="537417" y="1235181"/>
                  </a:lnTo>
                  <a:lnTo>
                    <a:pt x="537420" y="1235187"/>
                  </a:lnTo>
                  <a:lnTo>
                    <a:pt x="537423" y="1235194"/>
                  </a:lnTo>
                  <a:lnTo>
                    <a:pt x="537427" y="1235197"/>
                  </a:lnTo>
                  <a:lnTo>
                    <a:pt x="537433" y="1235204"/>
                  </a:lnTo>
                  <a:lnTo>
                    <a:pt x="537441" y="1235221"/>
                  </a:lnTo>
                  <a:lnTo>
                    <a:pt x="537444" y="1235232"/>
                  </a:lnTo>
                  <a:lnTo>
                    <a:pt x="537443" y="1235239"/>
                  </a:lnTo>
                  <a:lnTo>
                    <a:pt x="537438" y="1235247"/>
                  </a:lnTo>
                  <a:lnTo>
                    <a:pt x="537433" y="1235254"/>
                  </a:lnTo>
                  <a:lnTo>
                    <a:pt x="537425" y="1235267"/>
                  </a:lnTo>
                  <a:lnTo>
                    <a:pt x="537417" y="1235286"/>
                  </a:lnTo>
                  <a:lnTo>
                    <a:pt x="537417" y="1235302"/>
                  </a:lnTo>
                  <a:lnTo>
                    <a:pt x="537418" y="1235309"/>
                  </a:lnTo>
                  <a:lnTo>
                    <a:pt x="537420" y="1235317"/>
                  </a:lnTo>
                  <a:lnTo>
                    <a:pt x="537424" y="1235327"/>
                  </a:lnTo>
                  <a:lnTo>
                    <a:pt x="537428" y="1235337"/>
                  </a:lnTo>
                  <a:lnTo>
                    <a:pt x="537433" y="1235353"/>
                  </a:lnTo>
                  <a:lnTo>
                    <a:pt x="537434" y="1235361"/>
                  </a:lnTo>
                  <a:lnTo>
                    <a:pt x="537437" y="1235379"/>
                  </a:lnTo>
                  <a:lnTo>
                    <a:pt x="537440" y="1235387"/>
                  </a:lnTo>
                  <a:lnTo>
                    <a:pt x="537443" y="1235394"/>
                  </a:lnTo>
                  <a:lnTo>
                    <a:pt x="537444" y="1235401"/>
                  </a:lnTo>
                  <a:lnTo>
                    <a:pt x="537443" y="1235411"/>
                  </a:lnTo>
                  <a:lnTo>
                    <a:pt x="537442" y="1235417"/>
                  </a:lnTo>
                  <a:lnTo>
                    <a:pt x="537441" y="1235433"/>
                  </a:lnTo>
                  <a:lnTo>
                    <a:pt x="537441" y="1235439"/>
                  </a:lnTo>
                  <a:lnTo>
                    <a:pt x="537445" y="1235460"/>
                  </a:lnTo>
                  <a:lnTo>
                    <a:pt x="537448" y="1235471"/>
                  </a:lnTo>
                  <a:lnTo>
                    <a:pt x="537452" y="1235481"/>
                  </a:lnTo>
                  <a:lnTo>
                    <a:pt x="537457" y="1235490"/>
                  </a:lnTo>
                  <a:lnTo>
                    <a:pt x="537464" y="1235502"/>
                  </a:lnTo>
                  <a:lnTo>
                    <a:pt x="537470" y="1235513"/>
                  </a:lnTo>
                  <a:lnTo>
                    <a:pt x="537480" y="1235534"/>
                  </a:lnTo>
                  <a:lnTo>
                    <a:pt x="537491" y="1235551"/>
                  </a:lnTo>
                  <a:lnTo>
                    <a:pt x="537497" y="1235563"/>
                  </a:lnTo>
                  <a:lnTo>
                    <a:pt x="537500" y="1235568"/>
                  </a:lnTo>
                  <a:lnTo>
                    <a:pt x="537504" y="1235574"/>
                  </a:lnTo>
                  <a:lnTo>
                    <a:pt x="537509" y="1235581"/>
                  </a:lnTo>
                  <a:lnTo>
                    <a:pt x="537515" y="1235587"/>
                  </a:lnTo>
                  <a:lnTo>
                    <a:pt x="537522" y="1235596"/>
                  </a:lnTo>
                  <a:lnTo>
                    <a:pt x="537531" y="1235607"/>
                  </a:lnTo>
                  <a:lnTo>
                    <a:pt x="537534" y="1235613"/>
                  </a:lnTo>
                  <a:lnTo>
                    <a:pt x="537535" y="1235619"/>
                  </a:lnTo>
                  <a:lnTo>
                    <a:pt x="537536" y="1235630"/>
                  </a:lnTo>
                  <a:lnTo>
                    <a:pt x="537537" y="1235643"/>
                  </a:lnTo>
                  <a:lnTo>
                    <a:pt x="537536" y="1235657"/>
                  </a:lnTo>
                  <a:lnTo>
                    <a:pt x="537537" y="1235669"/>
                  </a:lnTo>
                  <a:lnTo>
                    <a:pt x="537538" y="1235679"/>
                  </a:lnTo>
                  <a:lnTo>
                    <a:pt x="537540" y="1235690"/>
                  </a:lnTo>
                  <a:lnTo>
                    <a:pt x="537541" y="1235698"/>
                  </a:lnTo>
                  <a:lnTo>
                    <a:pt x="537543" y="1235706"/>
                  </a:lnTo>
                  <a:lnTo>
                    <a:pt x="537557" y="1235712"/>
                  </a:lnTo>
                  <a:lnTo>
                    <a:pt x="537562" y="1235715"/>
                  </a:lnTo>
                  <a:lnTo>
                    <a:pt x="537572" y="1235725"/>
                  </a:lnTo>
                  <a:lnTo>
                    <a:pt x="537577" y="1235728"/>
                  </a:lnTo>
                  <a:lnTo>
                    <a:pt x="537593" y="1235735"/>
                  </a:lnTo>
                  <a:lnTo>
                    <a:pt x="537613" y="1235741"/>
                  </a:lnTo>
                  <a:lnTo>
                    <a:pt x="537615" y="1235746"/>
                  </a:lnTo>
                  <a:lnTo>
                    <a:pt x="537619" y="1235754"/>
                  </a:lnTo>
                  <a:lnTo>
                    <a:pt x="537621" y="1235759"/>
                  </a:lnTo>
                  <a:lnTo>
                    <a:pt x="537624" y="1235766"/>
                  </a:lnTo>
                  <a:lnTo>
                    <a:pt x="537626" y="1235771"/>
                  </a:lnTo>
                  <a:lnTo>
                    <a:pt x="537627" y="1235777"/>
                  </a:lnTo>
                  <a:lnTo>
                    <a:pt x="537629" y="1235790"/>
                  </a:lnTo>
                  <a:lnTo>
                    <a:pt x="537630" y="1235795"/>
                  </a:lnTo>
                  <a:lnTo>
                    <a:pt x="537633" y="1235800"/>
                  </a:lnTo>
                  <a:lnTo>
                    <a:pt x="537636" y="1235804"/>
                  </a:lnTo>
                  <a:lnTo>
                    <a:pt x="537642" y="1235814"/>
                  </a:lnTo>
                  <a:lnTo>
                    <a:pt x="537645" y="1235820"/>
                  </a:lnTo>
                  <a:lnTo>
                    <a:pt x="537653" y="1235834"/>
                  </a:lnTo>
                  <a:lnTo>
                    <a:pt x="537661" y="1235845"/>
                  </a:lnTo>
                  <a:lnTo>
                    <a:pt x="537669" y="1235857"/>
                  </a:lnTo>
                  <a:lnTo>
                    <a:pt x="537673" y="1235861"/>
                  </a:lnTo>
                  <a:lnTo>
                    <a:pt x="537680" y="1235865"/>
                  </a:lnTo>
                  <a:lnTo>
                    <a:pt x="537689" y="1235871"/>
                  </a:lnTo>
                  <a:lnTo>
                    <a:pt x="537693" y="1235879"/>
                  </a:lnTo>
                  <a:lnTo>
                    <a:pt x="537698" y="1235889"/>
                  </a:lnTo>
                  <a:lnTo>
                    <a:pt x="537702" y="1235897"/>
                  </a:lnTo>
                  <a:lnTo>
                    <a:pt x="537705" y="1235905"/>
                  </a:lnTo>
                  <a:lnTo>
                    <a:pt x="537715" y="1235933"/>
                  </a:lnTo>
                  <a:lnTo>
                    <a:pt x="537721" y="1235948"/>
                  </a:lnTo>
                  <a:lnTo>
                    <a:pt x="537725" y="1235961"/>
                  </a:lnTo>
                  <a:lnTo>
                    <a:pt x="537733" y="1235974"/>
                  </a:lnTo>
                  <a:lnTo>
                    <a:pt x="537737" y="1235981"/>
                  </a:lnTo>
                  <a:lnTo>
                    <a:pt x="537743" y="1235992"/>
                  </a:lnTo>
                  <a:lnTo>
                    <a:pt x="537746" y="1235998"/>
                  </a:lnTo>
                  <a:lnTo>
                    <a:pt x="537750" y="1236011"/>
                  </a:lnTo>
                  <a:lnTo>
                    <a:pt x="537753" y="1236022"/>
                  </a:lnTo>
                  <a:lnTo>
                    <a:pt x="537756" y="1236029"/>
                  </a:lnTo>
                  <a:lnTo>
                    <a:pt x="537759" y="1236038"/>
                  </a:lnTo>
                  <a:lnTo>
                    <a:pt x="537761" y="1236045"/>
                  </a:lnTo>
                  <a:lnTo>
                    <a:pt x="537763" y="1236050"/>
                  </a:lnTo>
                  <a:lnTo>
                    <a:pt x="537767" y="1236062"/>
                  </a:lnTo>
                  <a:lnTo>
                    <a:pt x="537769" y="1236067"/>
                  </a:lnTo>
                  <a:lnTo>
                    <a:pt x="537771" y="1236072"/>
                  </a:lnTo>
                  <a:lnTo>
                    <a:pt x="537774" y="1236077"/>
                  </a:lnTo>
                  <a:lnTo>
                    <a:pt x="537778" y="1236084"/>
                  </a:lnTo>
                  <a:lnTo>
                    <a:pt x="537784" y="1236097"/>
                  </a:lnTo>
                  <a:lnTo>
                    <a:pt x="537787" y="1236104"/>
                  </a:lnTo>
                  <a:lnTo>
                    <a:pt x="537790" y="1236114"/>
                  </a:lnTo>
                  <a:lnTo>
                    <a:pt x="537793" y="1236126"/>
                  </a:lnTo>
                  <a:lnTo>
                    <a:pt x="537795" y="1236134"/>
                  </a:lnTo>
                  <a:lnTo>
                    <a:pt x="537797" y="1236149"/>
                  </a:lnTo>
                  <a:lnTo>
                    <a:pt x="537801" y="1236171"/>
                  </a:lnTo>
                  <a:lnTo>
                    <a:pt x="537802" y="1236180"/>
                  </a:lnTo>
                  <a:lnTo>
                    <a:pt x="537804" y="1236192"/>
                  </a:lnTo>
                  <a:lnTo>
                    <a:pt x="537807" y="1236199"/>
                  </a:lnTo>
                  <a:lnTo>
                    <a:pt x="537810" y="1236204"/>
                  </a:lnTo>
                  <a:lnTo>
                    <a:pt x="537818" y="1236210"/>
                  </a:lnTo>
                  <a:lnTo>
                    <a:pt x="537822" y="1236214"/>
                  </a:lnTo>
                  <a:lnTo>
                    <a:pt x="537825" y="1236218"/>
                  </a:lnTo>
                  <a:lnTo>
                    <a:pt x="537828" y="1236222"/>
                  </a:lnTo>
                  <a:lnTo>
                    <a:pt x="537835" y="1236232"/>
                  </a:lnTo>
                  <a:lnTo>
                    <a:pt x="537839" y="1236237"/>
                  </a:lnTo>
                  <a:lnTo>
                    <a:pt x="537845" y="1236245"/>
                  </a:lnTo>
                  <a:lnTo>
                    <a:pt x="537850" y="1236250"/>
                  </a:lnTo>
                  <a:lnTo>
                    <a:pt x="537855" y="1236254"/>
                  </a:lnTo>
                  <a:lnTo>
                    <a:pt x="537860" y="1236264"/>
                  </a:lnTo>
                  <a:lnTo>
                    <a:pt x="537860" y="1236272"/>
                  </a:lnTo>
                  <a:lnTo>
                    <a:pt x="537859" y="1236280"/>
                  </a:lnTo>
                  <a:lnTo>
                    <a:pt x="537858" y="1236287"/>
                  </a:lnTo>
                  <a:lnTo>
                    <a:pt x="537853" y="1236297"/>
                  </a:lnTo>
                  <a:lnTo>
                    <a:pt x="537849" y="1236305"/>
                  </a:lnTo>
                  <a:lnTo>
                    <a:pt x="537844" y="1236314"/>
                  </a:lnTo>
                  <a:lnTo>
                    <a:pt x="537838" y="1236323"/>
                  </a:lnTo>
                  <a:lnTo>
                    <a:pt x="537826" y="1236335"/>
                  </a:lnTo>
                  <a:lnTo>
                    <a:pt x="537821" y="1236340"/>
                  </a:lnTo>
                  <a:lnTo>
                    <a:pt x="537814" y="1236347"/>
                  </a:lnTo>
                  <a:lnTo>
                    <a:pt x="537802" y="1236356"/>
                  </a:lnTo>
                  <a:lnTo>
                    <a:pt x="537788" y="1236365"/>
                  </a:lnTo>
                  <a:lnTo>
                    <a:pt x="537775" y="1236372"/>
                  </a:lnTo>
                  <a:lnTo>
                    <a:pt x="537768" y="1236376"/>
                  </a:lnTo>
                  <a:lnTo>
                    <a:pt x="537754" y="1236384"/>
                  </a:lnTo>
                  <a:lnTo>
                    <a:pt x="537746" y="1236387"/>
                  </a:lnTo>
                  <a:lnTo>
                    <a:pt x="537738" y="1236386"/>
                  </a:lnTo>
                  <a:lnTo>
                    <a:pt x="537727" y="1236383"/>
                  </a:lnTo>
                  <a:lnTo>
                    <a:pt x="537717" y="1236381"/>
                  </a:lnTo>
                  <a:lnTo>
                    <a:pt x="537712" y="1236380"/>
                  </a:lnTo>
                  <a:lnTo>
                    <a:pt x="537708" y="1236382"/>
                  </a:lnTo>
                  <a:lnTo>
                    <a:pt x="537699" y="1236394"/>
                  </a:lnTo>
                  <a:lnTo>
                    <a:pt x="537683" y="1236416"/>
                  </a:lnTo>
                  <a:lnTo>
                    <a:pt x="537672" y="1236429"/>
                  </a:lnTo>
                  <a:lnTo>
                    <a:pt x="537664" y="1236438"/>
                  </a:lnTo>
                  <a:lnTo>
                    <a:pt x="537657" y="1236443"/>
                  </a:lnTo>
                  <a:lnTo>
                    <a:pt x="537638" y="1236453"/>
                  </a:lnTo>
                  <a:lnTo>
                    <a:pt x="537629" y="1236457"/>
                  </a:lnTo>
                  <a:lnTo>
                    <a:pt x="537621" y="1236459"/>
                  </a:lnTo>
                  <a:lnTo>
                    <a:pt x="537621" y="1236475"/>
                  </a:lnTo>
                  <a:lnTo>
                    <a:pt x="537621" y="1236484"/>
                  </a:lnTo>
                  <a:lnTo>
                    <a:pt x="537615" y="1236515"/>
                  </a:lnTo>
                  <a:lnTo>
                    <a:pt x="537614" y="1236526"/>
                  </a:lnTo>
                  <a:lnTo>
                    <a:pt x="537613" y="1236539"/>
                  </a:lnTo>
                  <a:lnTo>
                    <a:pt x="537610" y="1236551"/>
                  </a:lnTo>
                  <a:lnTo>
                    <a:pt x="537609" y="1236560"/>
                  </a:lnTo>
                  <a:lnTo>
                    <a:pt x="537606" y="1236569"/>
                  </a:lnTo>
                  <a:lnTo>
                    <a:pt x="537605" y="1236578"/>
                  </a:lnTo>
                  <a:lnTo>
                    <a:pt x="537603" y="1236592"/>
                  </a:lnTo>
                  <a:lnTo>
                    <a:pt x="537601" y="1236604"/>
                  </a:lnTo>
                  <a:lnTo>
                    <a:pt x="537603" y="1236616"/>
                  </a:lnTo>
                  <a:lnTo>
                    <a:pt x="537604" y="1236625"/>
                  </a:lnTo>
                  <a:lnTo>
                    <a:pt x="537603" y="1236634"/>
                  </a:lnTo>
                  <a:lnTo>
                    <a:pt x="537602" y="1236655"/>
                  </a:lnTo>
                  <a:lnTo>
                    <a:pt x="537598" y="1236666"/>
                  </a:lnTo>
                  <a:lnTo>
                    <a:pt x="537592" y="1236678"/>
                  </a:lnTo>
                  <a:lnTo>
                    <a:pt x="537586" y="1236697"/>
                  </a:lnTo>
                  <a:lnTo>
                    <a:pt x="537582" y="1236712"/>
                  </a:lnTo>
                  <a:lnTo>
                    <a:pt x="537584" y="1236718"/>
                  </a:lnTo>
                  <a:lnTo>
                    <a:pt x="537589" y="1236721"/>
                  </a:lnTo>
                  <a:lnTo>
                    <a:pt x="537598" y="1236730"/>
                  </a:lnTo>
                  <a:lnTo>
                    <a:pt x="537606" y="1236741"/>
                  </a:lnTo>
                  <a:lnTo>
                    <a:pt x="537612" y="1236752"/>
                  </a:lnTo>
                  <a:lnTo>
                    <a:pt x="537617" y="1236763"/>
                  </a:lnTo>
                  <a:lnTo>
                    <a:pt x="537620" y="1236775"/>
                  </a:lnTo>
                  <a:lnTo>
                    <a:pt x="537622" y="1236782"/>
                  </a:lnTo>
                  <a:lnTo>
                    <a:pt x="537623" y="1236790"/>
                  </a:lnTo>
                  <a:lnTo>
                    <a:pt x="537622" y="1236796"/>
                  </a:lnTo>
                  <a:lnTo>
                    <a:pt x="537621" y="1236804"/>
                  </a:lnTo>
                  <a:lnTo>
                    <a:pt x="537619" y="1236816"/>
                  </a:lnTo>
                  <a:lnTo>
                    <a:pt x="537616" y="1236824"/>
                  </a:lnTo>
                  <a:lnTo>
                    <a:pt x="537607" y="1236831"/>
                  </a:lnTo>
                  <a:lnTo>
                    <a:pt x="537597" y="1236835"/>
                  </a:lnTo>
                  <a:lnTo>
                    <a:pt x="537588" y="1236838"/>
                  </a:lnTo>
                  <a:lnTo>
                    <a:pt x="537576" y="1236843"/>
                  </a:lnTo>
                  <a:lnTo>
                    <a:pt x="537565" y="1236848"/>
                  </a:lnTo>
                  <a:lnTo>
                    <a:pt x="537557" y="1236852"/>
                  </a:lnTo>
                  <a:lnTo>
                    <a:pt x="537551" y="1236858"/>
                  </a:lnTo>
                  <a:lnTo>
                    <a:pt x="537546" y="1236864"/>
                  </a:lnTo>
                  <a:lnTo>
                    <a:pt x="537541" y="1236873"/>
                  </a:lnTo>
                  <a:lnTo>
                    <a:pt x="537539" y="1236879"/>
                  </a:lnTo>
                  <a:lnTo>
                    <a:pt x="537537" y="1236886"/>
                  </a:lnTo>
                  <a:lnTo>
                    <a:pt x="537538" y="1236899"/>
                  </a:lnTo>
                  <a:lnTo>
                    <a:pt x="537539" y="1236906"/>
                  </a:lnTo>
                  <a:lnTo>
                    <a:pt x="537542" y="1236911"/>
                  </a:lnTo>
                  <a:lnTo>
                    <a:pt x="537546" y="1236917"/>
                  </a:lnTo>
                  <a:lnTo>
                    <a:pt x="537552" y="1236925"/>
                  </a:lnTo>
                  <a:lnTo>
                    <a:pt x="537556" y="1236931"/>
                  </a:lnTo>
                  <a:lnTo>
                    <a:pt x="537561" y="1236938"/>
                  </a:lnTo>
                  <a:lnTo>
                    <a:pt x="537567" y="1236944"/>
                  </a:lnTo>
                  <a:lnTo>
                    <a:pt x="537574" y="1236947"/>
                  </a:lnTo>
                  <a:lnTo>
                    <a:pt x="537578" y="1236950"/>
                  </a:lnTo>
                  <a:lnTo>
                    <a:pt x="537584" y="1236956"/>
                  </a:lnTo>
                  <a:lnTo>
                    <a:pt x="537589" y="1236963"/>
                  </a:lnTo>
                  <a:lnTo>
                    <a:pt x="537592" y="1236969"/>
                  </a:lnTo>
                  <a:lnTo>
                    <a:pt x="537594" y="1236975"/>
                  </a:lnTo>
                  <a:lnTo>
                    <a:pt x="537595" y="1236981"/>
                  </a:lnTo>
                  <a:lnTo>
                    <a:pt x="537596" y="1236992"/>
                  </a:lnTo>
                  <a:lnTo>
                    <a:pt x="537597" y="1237006"/>
                  </a:lnTo>
                  <a:lnTo>
                    <a:pt x="537599" y="1237018"/>
                  </a:lnTo>
                  <a:lnTo>
                    <a:pt x="537600" y="1237033"/>
                  </a:lnTo>
                  <a:lnTo>
                    <a:pt x="537601" y="1237040"/>
                  </a:lnTo>
                  <a:lnTo>
                    <a:pt x="537601" y="1237046"/>
                  </a:lnTo>
                  <a:lnTo>
                    <a:pt x="537602" y="1237052"/>
                  </a:lnTo>
                  <a:lnTo>
                    <a:pt x="537602" y="1237061"/>
                  </a:lnTo>
                  <a:lnTo>
                    <a:pt x="537603" y="1237071"/>
                  </a:lnTo>
                  <a:lnTo>
                    <a:pt x="537604" y="1237079"/>
                  </a:lnTo>
                  <a:lnTo>
                    <a:pt x="537605" y="1237088"/>
                  </a:lnTo>
                  <a:lnTo>
                    <a:pt x="537606" y="1237096"/>
                  </a:lnTo>
                  <a:lnTo>
                    <a:pt x="537608" y="1237107"/>
                  </a:lnTo>
                  <a:lnTo>
                    <a:pt x="537608" y="1237114"/>
                  </a:lnTo>
                  <a:lnTo>
                    <a:pt x="537608" y="1237127"/>
                  </a:lnTo>
                  <a:lnTo>
                    <a:pt x="537607" y="1237136"/>
                  </a:lnTo>
                  <a:lnTo>
                    <a:pt x="537606" y="1237143"/>
                  </a:lnTo>
                  <a:lnTo>
                    <a:pt x="537606" y="1237153"/>
                  </a:lnTo>
                  <a:lnTo>
                    <a:pt x="537607" y="1237167"/>
                  </a:lnTo>
                  <a:lnTo>
                    <a:pt x="537608" y="1237178"/>
                  </a:lnTo>
                  <a:lnTo>
                    <a:pt x="537612" y="1237190"/>
                  </a:lnTo>
                  <a:lnTo>
                    <a:pt x="537612" y="1237200"/>
                  </a:lnTo>
                  <a:lnTo>
                    <a:pt x="537610" y="1237209"/>
                  </a:lnTo>
                  <a:lnTo>
                    <a:pt x="537603" y="1237219"/>
                  </a:lnTo>
                  <a:lnTo>
                    <a:pt x="537596" y="1237232"/>
                  </a:lnTo>
                  <a:lnTo>
                    <a:pt x="537593" y="1237243"/>
                  </a:lnTo>
                  <a:lnTo>
                    <a:pt x="537586" y="1237252"/>
                  </a:lnTo>
                  <a:lnTo>
                    <a:pt x="537576" y="1237259"/>
                  </a:lnTo>
                  <a:lnTo>
                    <a:pt x="537571" y="1237262"/>
                  </a:lnTo>
                  <a:lnTo>
                    <a:pt x="537565" y="1237268"/>
                  </a:lnTo>
                  <a:lnTo>
                    <a:pt x="537558" y="1237276"/>
                  </a:lnTo>
                  <a:lnTo>
                    <a:pt x="537551" y="1237288"/>
                  </a:lnTo>
                  <a:lnTo>
                    <a:pt x="537545" y="1237298"/>
                  </a:lnTo>
                  <a:lnTo>
                    <a:pt x="537544" y="1237305"/>
                  </a:lnTo>
                  <a:lnTo>
                    <a:pt x="537543" y="1237310"/>
                  </a:lnTo>
                  <a:lnTo>
                    <a:pt x="537543" y="1237324"/>
                  </a:lnTo>
                  <a:lnTo>
                    <a:pt x="537542" y="1237331"/>
                  </a:lnTo>
                  <a:lnTo>
                    <a:pt x="537541" y="1237344"/>
                  </a:lnTo>
                  <a:lnTo>
                    <a:pt x="537541" y="1237350"/>
                  </a:lnTo>
                  <a:lnTo>
                    <a:pt x="537543" y="1237357"/>
                  </a:lnTo>
                  <a:lnTo>
                    <a:pt x="537545" y="1237363"/>
                  </a:lnTo>
                  <a:lnTo>
                    <a:pt x="537547" y="1237371"/>
                  </a:lnTo>
                  <a:lnTo>
                    <a:pt x="537551" y="1237379"/>
                  </a:lnTo>
                  <a:lnTo>
                    <a:pt x="537560" y="1237392"/>
                  </a:lnTo>
                  <a:lnTo>
                    <a:pt x="537565" y="1237399"/>
                  </a:lnTo>
                  <a:lnTo>
                    <a:pt x="537569" y="1237407"/>
                  </a:lnTo>
                  <a:lnTo>
                    <a:pt x="537570" y="1237413"/>
                  </a:lnTo>
                  <a:lnTo>
                    <a:pt x="537571" y="1237420"/>
                  </a:lnTo>
                  <a:lnTo>
                    <a:pt x="537571" y="1237427"/>
                  </a:lnTo>
                  <a:lnTo>
                    <a:pt x="537573" y="1237434"/>
                  </a:lnTo>
                  <a:lnTo>
                    <a:pt x="537576" y="1237440"/>
                  </a:lnTo>
                  <a:lnTo>
                    <a:pt x="537581" y="1237450"/>
                  </a:lnTo>
                  <a:lnTo>
                    <a:pt x="537587" y="1237460"/>
                  </a:lnTo>
                  <a:lnTo>
                    <a:pt x="537590" y="1237469"/>
                  </a:lnTo>
                  <a:lnTo>
                    <a:pt x="537596" y="1237481"/>
                  </a:lnTo>
                  <a:lnTo>
                    <a:pt x="537599" y="1237492"/>
                  </a:lnTo>
                  <a:lnTo>
                    <a:pt x="537605" y="1237501"/>
                  </a:lnTo>
                  <a:lnTo>
                    <a:pt x="537611" y="1237507"/>
                  </a:lnTo>
                  <a:lnTo>
                    <a:pt x="537620" y="1237513"/>
                  </a:lnTo>
                  <a:lnTo>
                    <a:pt x="537628" y="1237516"/>
                  </a:lnTo>
                  <a:lnTo>
                    <a:pt x="537634" y="1237519"/>
                  </a:lnTo>
                  <a:lnTo>
                    <a:pt x="537640" y="1237523"/>
                  </a:lnTo>
                  <a:lnTo>
                    <a:pt x="537644" y="1237527"/>
                  </a:lnTo>
                  <a:lnTo>
                    <a:pt x="537649" y="1237535"/>
                  </a:lnTo>
                  <a:lnTo>
                    <a:pt x="537654" y="1237555"/>
                  </a:lnTo>
                  <a:lnTo>
                    <a:pt x="537656" y="1237567"/>
                  </a:lnTo>
                  <a:lnTo>
                    <a:pt x="537660" y="1237584"/>
                  </a:lnTo>
                  <a:lnTo>
                    <a:pt x="537663" y="1237594"/>
                  </a:lnTo>
                  <a:lnTo>
                    <a:pt x="537669" y="1237605"/>
                  </a:lnTo>
                  <a:lnTo>
                    <a:pt x="537672" y="1237615"/>
                  </a:lnTo>
                  <a:lnTo>
                    <a:pt x="537679" y="1237633"/>
                  </a:lnTo>
                  <a:lnTo>
                    <a:pt x="537680" y="1237638"/>
                  </a:lnTo>
                  <a:lnTo>
                    <a:pt x="537681" y="1237643"/>
                  </a:lnTo>
                  <a:lnTo>
                    <a:pt x="537678" y="1237657"/>
                  </a:lnTo>
                  <a:lnTo>
                    <a:pt x="537673" y="1237668"/>
                  </a:lnTo>
                  <a:lnTo>
                    <a:pt x="537668" y="1237684"/>
                  </a:lnTo>
                  <a:lnTo>
                    <a:pt x="537666" y="1237689"/>
                  </a:lnTo>
                  <a:lnTo>
                    <a:pt x="537659" y="1237699"/>
                  </a:lnTo>
                  <a:lnTo>
                    <a:pt x="537649" y="1237712"/>
                  </a:lnTo>
                  <a:lnTo>
                    <a:pt x="537639" y="1237729"/>
                  </a:lnTo>
                  <a:lnTo>
                    <a:pt x="537630" y="1237745"/>
                  </a:lnTo>
                  <a:lnTo>
                    <a:pt x="537618" y="1237759"/>
                  </a:lnTo>
                  <a:lnTo>
                    <a:pt x="537613" y="1237765"/>
                  </a:lnTo>
                  <a:lnTo>
                    <a:pt x="537606" y="1237774"/>
                  </a:lnTo>
                  <a:lnTo>
                    <a:pt x="537604" y="1237780"/>
                  </a:lnTo>
                  <a:lnTo>
                    <a:pt x="537602" y="1237788"/>
                  </a:lnTo>
                  <a:lnTo>
                    <a:pt x="537600" y="1237797"/>
                  </a:lnTo>
                  <a:lnTo>
                    <a:pt x="537600" y="1237806"/>
                  </a:lnTo>
                  <a:lnTo>
                    <a:pt x="537601" y="1237815"/>
                  </a:lnTo>
                  <a:lnTo>
                    <a:pt x="537602" y="1237824"/>
                  </a:lnTo>
                  <a:lnTo>
                    <a:pt x="537601" y="1237830"/>
                  </a:lnTo>
                  <a:lnTo>
                    <a:pt x="537599" y="1237841"/>
                  </a:lnTo>
                  <a:lnTo>
                    <a:pt x="537596" y="1237859"/>
                  </a:lnTo>
                  <a:lnTo>
                    <a:pt x="537593" y="1237869"/>
                  </a:lnTo>
                  <a:lnTo>
                    <a:pt x="537588" y="1237881"/>
                  </a:lnTo>
                  <a:lnTo>
                    <a:pt x="537581" y="1237891"/>
                  </a:lnTo>
                  <a:lnTo>
                    <a:pt x="537573" y="1237893"/>
                  </a:lnTo>
                  <a:lnTo>
                    <a:pt x="537566" y="1237892"/>
                  </a:lnTo>
                  <a:lnTo>
                    <a:pt x="537556" y="1237892"/>
                  </a:lnTo>
                  <a:lnTo>
                    <a:pt x="537549" y="1237893"/>
                  </a:lnTo>
                  <a:lnTo>
                    <a:pt x="537543" y="1237898"/>
                  </a:lnTo>
                  <a:lnTo>
                    <a:pt x="537538" y="1237905"/>
                  </a:lnTo>
                  <a:lnTo>
                    <a:pt x="537532" y="1237925"/>
                  </a:lnTo>
                  <a:lnTo>
                    <a:pt x="537530" y="1237935"/>
                  </a:lnTo>
                  <a:lnTo>
                    <a:pt x="537525" y="1237944"/>
                  </a:lnTo>
                  <a:lnTo>
                    <a:pt x="537522" y="1237951"/>
                  </a:lnTo>
                  <a:lnTo>
                    <a:pt x="537511" y="1237964"/>
                  </a:lnTo>
                  <a:lnTo>
                    <a:pt x="537504" y="1237971"/>
                  </a:lnTo>
                  <a:lnTo>
                    <a:pt x="537495" y="1237977"/>
                  </a:lnTo>
                  <a:lnTo>
                    <a:pt x="537476" y="1237987"/>
                  </a:lnTo>
                  <a:lnTo>
                    <a:pt x="537458" y="1238001"/>
                  </a:lnTo>
                  <a:lnTo>
                    <a:pt x="537446" y="1238012"/>
                  </a:lnTo>
                  <a:lnTo>
                    <a:pt x="537435" y="1238022"/>
                  </a:lnTo>
                  <a:lnTo>
                    <a:pt x="537424" y="1238030"/>
                  </a:lnTo>
                  <a:lnTo>
                    <a:pt x="537420" y="1238032"/>
                  </a:lnTo>
                  <a:lnTo>
                    <a:pt x="537415" y="1238036"/>
                  </a:lnTo>
                  <a:lnTo>
                    <a:pt x="537409" y="1238040"/>
                  </a:lnTo>
                  <a:lnTo>
                    <a:pt x="537395" y="1238053"/>
                  </a:lnTo>
                  <a:lnTo>
                    <a:pt x="537391" y="1238058"/>
                  </a:lnTo>
                  <a:lnTo>
                    <a:pt x="537383" y="1238072"/>
                  </a:lnTo>
                  <a:lnTo>
                    <a:pt x="537378" y="1238076"/>
                  </a:lnTo>
                  <a:lnTo>
                    <a:pt x="537363" y="1238087"/>
                  </a:lnTo>
                  <a:lnTo>
                    <a:pt x="537349" y="1238096"/>
                  </a:lnTo>
                  <a:lnTo>
                    <a:pt x="537337" y="1238102"/>
                  </a:lnTo>
                  <a:lnTo>
                    <a:pt x="537325" y="1238109"/>
                  </a:lnTo>
                  <a:lnTo>
                    <a:pt x="537315" y="1238116"/>
                  </a:lnTo>
                  <a:lnTo>
                    <a:pt x="537308" y="1238122"/>
                  </a:lnTo>
                  <a:lnTo>
                    <a:pt x="537302" y="1238133"/>
                  </a:lnTo>
                  <a:lnTo>
                    <a:pt x="537299" y="1238141"/>
                  </a:lnTo>
                  <a:lnTo>
                    <a:pt x="537294" y="1238147"/>
                  </a:lnTo>
                  <a:lnTo>
                    <a:pt x="537289" y="1238151"/>
                  </a:lnTo>
                  <a:lnTo>
                    <a:pt x="537284" y="1238154"/>
                  </a:lnTo>
                  <a:lnTo>
                    <a:pt x="537265" y="1238162"/>
                  </a:lnTo>
                  <a:lnTo>
                    <a:pt x="537253" y="1238166"/>
                  </a:lnTo>
                  <a:lnTo>
                    <a:pt x="537245" y="1238167"/>
                  </a:lnTo>
                  <a:lnTo>
                    <a:pt x="537234" y="1238168"/>
                  </a:lnTo>
                  <a:lnTo>
                    <a:pt x="537226" y="1238169"/>
                  </a:lnTo>
                  <a:lnTo>
                    <a:pt x="537211" y="1238177"/>
                  </a:lnTo>
                  <a:lnTo>
                    <a:pt x="537203" y="1238184"/>
                  </a:lnTo>
                  <a:lnTo>
                    <a:pt x="537201" y="1238193"/>
                  </a:lnTo>
                  <a:lnTo>
                    <a:pt x="537202" y="1238208"/>
                  </a:lnTo>
                  <a:lnTo>
                    <a:pt x="537201" y="1238214"/>
                  </a:lnTo>
                  <a:lnTo>
                    <a:pt x="537200" y="1238223"/>
                  </a:lnTo>
                  <a:lnTo>
                    <a:pt x="537198" y="1238233"/>
                  </a:lnTo>
                  <a:lnTo>
                    <a:pt x="537202" y="1238253"/>
                  </a:lnTo>
                  <a:lnTo>
                    <a:pt x="537203" y="1238263"/>
                  </a:lnTo>
                  <a:lnTo>
                    <a:pt x="537206" y="1238280"/>
                  </a:lnTo>
                  <a:lnTo>
                    <a:pt x="537211" y="1238294"/>
                  </a:lnTo>
                  <a:lnTo>
                    <a:pt x="537216" y="1238304"/>
                  </a:lnTo>
                  <a:lnTo>
                    <a:pt x="537221" y="1238313"/>
                  </a:lnTo>
                  <a:lnTo>
                    <a:pt x="537222" y="1238324"/>
                  </a:lnTo>
                  <a:lnTo>
                    <a:pt x="537225" y="1238346"/>
                  </a:lnTo>
                  <a:lnTo>
                    <a:pt x="537229" y="1238366"/>
                  </a:lnTo>
                  <a:lnTo>
                    <a:pt x="537234" y="1238372"/>
                  </a:lnTo>
                  <a:lnTo>
                    <a:pt x="537238" y="1238379"/>
                  </a:lnTo>
                  <a:lnTo>
                    <a:pt x="537243" y="1238387"/>
                  </a:lnTo>
                  <a:lnTo>
                    <a:pt x="537248" y="1238397"/>
                  </a:lnTo>
                  <a:lnTo>
                    <a:pt x="537253" y="1238406"/>
                  </a:lnTo>
                  <a:lnTo>
                    <a:pt x="537255" y="1238414"/>
                  </a:lnTo>
                  <a:lnTo>
                    <a:pt x="537255" y="1238421"/>
                  </a:lnTo>
                  <a:lnTo>
                    <a:pt x="537254" y="1238432"/>
                  </a:lnTo>
                  <a:lnTo>
                    <a:pt x="537253" y="1238441"/>
                  </a:lnTo>
                  <a:lnTo>
                    <a:pt x="537255" y="1238467"/>
                  </a:lnTo>
                  <a:lnTo>
                    <a:pt x="537255" y="1238473"/>
                  </a:lnTo>
                  <a:lnTo>
                    <a:pt x="537263" y="1238485"/>
                  </a:lnTo>
                  <a:lnTo>
                    <a:pt x="537267" y="1238497"/>
                  </a:lnTo>
                  <a:lnTo>
                    <a:pt x="537277" y="1238512"/>
                  </a:lnTo>
                  <a:lnTo>
                    <a:pt x="537281" y="1238516"/>
                  </a:lnTo>
                  <a:lnTo>
                    <a:pt x="537284" y="1238524"/>
                  </a:lnTo>
                  <a:lnTo>
                    <a:pt x="537288" y="1238534"/>
                  </a:lnTo>
                  <a:lnTo>
                    <a:pt x="537292" y="1238547"/>
                  </a:lnTo>
                  <a:lnTo>
                    <a:pt x="537296" y="1238557"/>
                  </a:lnTo>
                  <a:lnTo>
                    <a:pt x="537302" y="1238570"/>
                  </a:lnTo>
                  <a:lnTo>
                    <a:pt x="537304" y="1238576"/>
                  </a:lnTo>
                  <a:lnTo>
                    <a:pt x="537309" y="1238584"/>
                  </a:lnTo>
                  <a:lnTo>
                    <a:pt x="537317" y="1238598"/>
                  </a:lnTo>
                  <a:lnTo>
                    <a:pt x="537322" y="1238604"/>
                  </a:lnTo>
                  <a:lnTo>
                    <a:pt x="537329" y="1238610"/>
                  </a:lnTo>
                  <a:lnTo>
                    <a:pt x="537336" y="1238619"/>
                  </a:lnTo>
                  <a:lnTo>
                    <a:pt x="537341" y="1238625"/>
                  </a:lnTo>
                  <a:lnTo>
                    <a:pt x="537344" y="1238629"/>
                  </a:lnTo>
                  <a:lnTo>
                    <a:pt x="537347" y="1238635"/>
                  </a:lnTo>
                  <a:lnTo>
                    <a:pt x="537349" y="1238639"/>
                  </a:lnTo>
                  <a:lnTo>
                    <a:pt x="537358" y="1238652"/>
                  </a:lnTo>
                  <a:lnTo>
                    <a:pt x="537371" y="1238663"/>
                  </a:lnTo>
                  <a:lnTo>
                    <a:pt x="537386" y="1238674"/>
                  </a:lnTo>
                  <a:lnTo>
                    <a:pt x="537393" y="1238682"/>
                  </a:lnTo>
                  <a:lnTo>
                    <a:pt x="537401" y="1238686"/>
                  </a:lnTo>
                  <a:lnTo>
                    <a:pt x="537418" y="1238690"/>
                  </a:lnTo>
                  <a:lnTo>
                    <a:pt x="537440" y="1238692"/>
                  </a:lnTo>
                  <a:lnTo>
                    <a:pt x="537446" y="1238693"/>
                  </a:lnTo>
                  <a:lnTo>
                    <a:pt x="537451" y="1238696"/>
                  </a:lnTo>
                  <a:lnTo>
                    <a:pt x="537455" y="1238701"/>
                  </a:lnTo>
                  <a:lnTo>
                    <a:pt x="537463" y="1238715"/>
                  </a:lnTo>
                  <a:lnTo>
                    <a:pt x="537474" y="1238746"/>
                  </a:lnTo>
                  <a:lnTo>
                    <a:pt x="537487" y="1238780"/>
                  </a:lnTo>
                  <a:lnTo>
                    <a:pt x="537490" y="1238792"/>
                  </a:lnTo>
                  <a:lnTo>
                    <a:pt x="537494" y="1238803"/>
                  </a:lnTo>
                  <a:lnTo>
                    <a:pt x="537498" y="1238814"/>
                  </a:lnTo>
                  <a:lnTo>
                    <a:pt x="537501" y="1238826"/>
                  </a:lnTo>
                  <a:lnTo>
                    <a:pt x="537506" y="1238838"/>
                  </a:lnTo>
                  <a:lnTo>
                    <a:pt x="537509" y="1238844"/>
                  </a:lnTo>
                  <a:lnTo>
                    <a:pt x="537513" y="1238848"/>
                  </a:lnTo>
                  <a:lnTo>
                    <a:pt x="537518" y="1238857"/>
                  </a:lnTo>
                  <a:lnTo>
                    <a:pt x="537527" y="1238866"/>
                  </a:lnTo>
                  <a:lnTo>
                    <a:pt x="537536" y="1238877"/>
                  </a:lnTo>
                  <a:lnTo>
                    <a:pt x="537544" y="1238889"/>
                  </a:lnTo>
                  <a:lnTo>
                    <a:pt x="537549" y="1238898"/>
                  </a:lnTo>
                  <a:lnTo>
                    <a:pt x="537556" y="1238906"/>
                  </a:lnTo>
                  <a:lnTo>
                    <a:pt x="537564" y="1238916"/>
                  </a:lnTo>
                  <a:lnTo>
                    <a:pt x="537571" y="1238928"/>
                  </a:lnTo>
                  <a:lnTo>
                    <a:pt x="537576" y="1238938"/>
                  </a:lnTo>
                  <a:lnTo>
                    <a:pt x="537588" y="1238958"/>
                  </a:lnTo>
                  <a:lnTo>
                    <a:pt x="537605" y="1238978"/>
                  </a:lnTo>
                  <a:lnTo>
                    <a:pt x="537612" y="1238986"/>
                  </a:lnTo>
                  <a:lnTo>
                    <a:pt x="537618" y="1238990"/>
                  </a:lnTo>
                  <a:lnTo>
                    <a:pt x="537623" y="1238990"/>
                  </a:lnTo>
                  <a:lnTo>
                    <a:pt x="537631" y="1238991"/>
                  </a:lnTo>
                  <a:lnTo>
                    <a:pt x="537639" y="1238991"/>
                  </a:lnTo>
                  <a:lnTo>
                    <a:pt x="537645" y="1238992"/>
                  </a:lnTo>
                  <a:lnTo>
                    <a:pt x="537653" y="1238993"/>
                  </a:lnTo>
                  <a:lnTo>
                    <a:pt x="537662" y="1238996"/>
                  </a:lnTo>
                  <a:lnTo>
                    <a:pt x="537672" y="1239001"/>
                  </a:lnTo>
                  <a:lnTo>
                    <a:pt x="537677" y="1239004"/>
                  </a:lnTo>
                  <a:lnTo>
                    <a:pt x="537685" y="1239008"/>
                  </a:lnTo>
                  <a:lnTo>
                    <a:pt x="537691" y="1239012"/>
                  </a:lnTo>
                  <a:lnTo>
                    <a:pt x="537698" y="1239016"/>
                  </a:lnTo>
                  <a:lnTo>
                    <a:pt x="537705" y="1239021"/>
                  </a:lnTo>
                  <a:lnTo>
                    <a:pt x="537712" y="1239025"/>
                  </a:lnTo>
                  <a:lnTo>
                    <a:pt x="537720" y="1239029"/>
                  </a:lnTo>
                  <a:lnTo>
                    <a:pt x="537724" y="1239032"/>
                  </a:lnTo>
                  <a:lnTo>
                    <a:pt x="537728" y="1239036"/>
                  </a:lnTo>
                  <a:lnTo>
                    <a:pt x="537731" y="1239041"/>
                  </a:lnTo>
                  <a:lnTo>
                    <a:pt x="537735" y="1239052"/>
                  </a:lnTo>
                  <a:lnTo>
                    <a:pt x="537738" y="1239063"/>
                  </a:lnTo>
                  <a:lnTo>
                    <a:pt x="537739" y="1239074"/>
                  </a:lnTo>
                  <a:lnTo>
                    <a:pt x="537741" y="1239086"/>
                  </a:lnTo>
                  <a:lnTo>
                    <a:pt x="537744" y="1239095"/>
                  </a:lnTo>
                  <a:lnTo>
                    <a:pt x="537749" y="1239104"/>
                  </a:lnTo>
                  <a:lnTo>
                    <a:pt x="537749" y="1239109"/>
                  </a:lnTo>
                  <a:lnTo>
                    <a:pt x="537748" y="1239115"/>
                  </a:lnTo>
                  <a:lnTo>
                    <a:pt x="537750" y="1239128"/>
                  </a:lnTo>
                  <a:lnTo>
                    <a:pt x="537754" y="1239136"/>
                  </a:lnTo>
                  <a:lnTo>
                    <a:pt x="537760" y="1239153"/>
                  </a:lnTo>
                  <a:lnTo>
                    <a:pt x="537764" y="1239159"/>
                  </a:lnTo>
                  <a:lnTo>
                    <a:pt x="537769" y="1239171"/>
                  </a:lnTo>
                  <a:lnTo>
                    <a:pt x="537772" y="1239179"/>
                  </a:lnTo>
                  <a:lnTo>
                    <a:pt x="537775" y="1239201"/>
                  </a:lnTo>
                  <a:lnTo>
                    <a:pt x="537777" y="1239211"/>
                  </a:lnTo>
                  <a:lnTo>
                    <a:pt x="537785" y="1239236"/>
                  </a:lnTo>
                  <a:lnTo>
                    <a:pt x="537790" y="1239245"/>
                  </a:lnTo>
                  <a:lnTo>
                    <a:pt x="537793" y="1239252"/>
                  </a:lnTo>
                  <a:lnTo>
                    <a:pt x="537798" y="1239253"/>
                  </a:lnTo>
                  <a:lnTo>
                    <a:pt x="537808" y="1239252"/>
                  </a:lnTo>
                  <a:lnTo>
                    <a:pt x="537816" y="1239251"/>
                  </a:lnTo>
                  <a:lnTo>
                    <a:pt x="537834" y="1239253"/>
                  </a:lnTo>
                  <a:lnTo>
                    <a:pt x="537848" y="1239253"/>
                  </a:lnTo>
                  <a:lnTo>
                    <a:pt x="537854" y="1239256"/>
                  </a:lnTo>
                  <a:lnTo>
                    <a:pt x="537860" y="1239257"/>
                  </a:lnTo>
                  <a:lnTo>
                    <a:pt x="537866" y="1239262"/>
                  </a:lnTo>
                  <a:lnTo>
                    <a:pt x="537869" y="1239267"/>
                  </a:lnTo>
                  <a:lnTo>
                    <a:pt x="537871" y="1239278"/>
                  </a:lnTo>
                  <a:lnTo>
                    <a:pt x="537873" y="1239284"/>
                  </a:lnTo>
                  <a:lnTo>
                    <a:pt x="537881" y="1239295"/>
                  </a:lnTo>
                  <a:lnTo>
                    <a:pt x="537886" y="1239306"/>
                  </a:lnTo>
                  <a:lnTo>
                    <a:pt x="537887" y="1239311"/>
                  </a:lnTo>
                  <a:lnTo>
                    <a:pt x="537888" y="1239317"/>
                  </a:lnTo>
                  <a:lnTo>
                    <a:pt x="537890" y="1239324"/>
                  </a:lnTo>
                  <a:lnTo>
                    <a:pt x="537892" y="1239329"/>
                  </a:lnTo>
                  <a:lnTo>
                    <a:pt x="537893" y="1239334"/>
                  </a:lnTo>
                  <a:lnTo>
                    <a:pt x="537903" y="1239352"/>
                  </a:lnTo>
                  <a:lnTo>
                    <a:pt x="537907" y="1239362"/>
                  </a:lnTo>
                  <a:lnTo>
                    <a:pt x="537907" y="1239370"/>
                  </a:lnTo>
                  <a:lnTo>
                    <a:pt x="537906" y="1239375"/>
                  </a:lnTo>
                  <a:lnTo>
                    <a:pt x="537901" y="1239392"/>
                  </a:lnTo>
                  <a:lnTo>
                    <a:pt x="537900" y="1239399"/>
                  </a:lnTo>
                  <a:lnTo>
                    <a:pt x="537896" y="1239415"/>
                  </a:lnTo>
                  <a:lnTo>
                    <a:pt x="537891" y="1239428"/>
                  </a:lnTo>
                  <a:lnTo>
                    <a:pt x="537907" y="1239440"/>
                  </a:lnTo>
                  <a:lnTo>
                    <a:pt x="537919" y="1239449"/>
                  </a:lnTo>
                  <a:lnTo>
                    <a:pt x="537924" y="1239453"/>
                  </a:lnTo>
                  <a:lnTo>
                    <a:pt x="537930" y="1239458"/>
                  </a:lnTo>
                  <a:lnTo>
                    <a:pt x="537933" y="1239463"/>
                  </a:lnTo>
                  <a:lnTo>
                    <a:pt x="537937" y="1239472"/>
                  </a:lnTo>
                  <a:lnTo>
                    <a:pt x="537939" y="1239479"/>
                  </a:lnTo>
                  <a:lnTo>
                    <a:pt x="537943" y="1239489"/>
                  </a:lnTo>
                  <a:lnTo>
                    <a:pt x="537948" y="1239498"/>
                  </a:lnTo>
                  <a:lnTo>
                    <a:pt x="537951" y="1239503"/>
                  </a:lnTo>
                  <a:lnTo>
                    <a:pt x="537955" y="1239511"/>
                  </a:lnTo>
                  <a:lnTo>
                    <a:pt x="537958" y="1239518"/>
                  </a:lnTo>
                  <a:lnTo>
                    <a:pt x="537964" y="1239529"/>
                  </a:lnTo>
                  <a:lnTo>
                    <a:pt x="537969" y="1239538"/>
                  </a:lnTo>
                  <a:lnTo>
                    <a:pt x="537975" y="1239549"/>
                  </a:lnTo>
                  <a:lnTo>
                    <a:pt x="537982" y="1239561"/>
                  </a:lnTo>
                  <a:lnTo>
                    <a:pt x="537984" y="1239566"/>
                  </a:lnTo>
                  <a:lnTo>
                    <a:pt x="537989" y="1239567"/>
                  </a:lnTo>
                  <a:lnTo>
                    <a:pt x="538000" y="1239565"/>
                  </a:lnTo>
                  <a:lnTo>
                    <a:pt x="538012" y="1239566"/>
                  </a:lnTo>
                  <a:lnTo>
                    <a:pt x="538020" y="1239567"/>
                  </a:lnTo>
                  <a:lnTo>
                    <a:pt x="538025" y="1239569"/>
                  </a:lnTo>
                  <a:lnTo>
                    <a:pt x="538031" y="1239573"/>
                  </a:lnTo>
                  <a:lnTo>
                    <a:pt x="538037" y="1239577"/>
                  </a:lnTo>
                  <a:lnTo>
                    <a:pt x="538042" y="1239583"/>
                  </a:lnTo>
                  <a:lnTo>
                    <a:pt x="538047" y="1239590"/>
                  </a:lnTo>
                  <a:lnTo>
                    <a:pt x="538049" y="1239596"/>
                  </a:lnTo>
                  <a:lnTo>
                    <a:pt x="538049" y="1239603"/>
                  </a:lnTo>
                  <a:lnTo>
                    <a:pt x="538050" y="1239613"/>
                  </a:lnTo>
                  <a:lnTo>
                    <a:pt x="538052" y="1239623"/>
                  </a:lnTo>
                  <a:lnTo>
                    <a:pt x="538053" y="1239631"/>
                  </a:lnTo>
                  <a:lnTo>
                    <a:pt x="538055" y="1239640"/>
                  </a:lnTo>
                  <a:lnTo>
                    <a:pt x="538062" y="1239668"/>
                  </a:lnTo>
                  <a:lnTo>
                    <a:pt x="538066" y="1239691"/>
                  </a:lnTo>
                  <a:lnTo>
                    <a:pt x="538068" y="1239701"/>
                  </a:lnTo>
                  <a:lnTo>
                    <a:pt x="538070" y="1239708"/>
                  </a:lnTo>
                  <a:lnTo>
                    <a:pt x="538073" y="1239715"/>
                  </a:lnTo>
                  <a:lnTo>
                    <a:pt x="538078" y="1239721"/>
                  </a:lnTo>
                  <a:lnTo>
                    <a:pt x="538082" y="1239725"/>
                  </a:lnTo>
                  <a:lnTo>
                    <a:pt x="538088" y="1239732"/>
                  </a:lnTo>
                  <a:lnTo>
                    <a:pt x="538094" y="1239741"/>
                  </a:lnTo>
                  <a:lnTo>
                    <a:pt x="538097" y="1239748"/>
                  </a:lnTo>
                  <a:lnTo>
                    <a:pt x="538102" y="1239758"/>
                  </a:lnTo>
                  <a:lnTo>
                    <a:pt x="538112" y="1239777"/>
                  </a:lnTo>
                  <a:lnTo>
                    <a:pt x="538115" y="1239783"/>
                  </a:lnTo>
                  <a:lnTo>
                    <a:pt x="538117" y="1239790"/>
                  </a:lnTo>
                  <a:lnTo>
                    <a:pt x="538126" y="1239795"/>
                  </a:lnTo>
                  <a:lnTo>
                    <a:pt x="538136" y="1239798"/>
                  </a:lnTo>
                  <a:lnTo>
                    <a:pt x="538147" y="1239801"/>
                  </a:lnTo>
                  <a:lnTo>
                    <a:pt x="538152" y="1239804"/>
                  </a:lnTo>
                  <a:lnTo>
                    <a:pt x="538156" y="1239809"/>
                  </a:lnTo>
                  <a:lnTo>
                    <a:pt x="538158" y="1239816"/>
                  </a:lnTo>
                  <a:lnTo>
                    <a:pt x="538156" y="1239828"/>
                  </a:lnTo>
                  <a:lnTo>
                    <a:pt x="538153" y="1239842"/>
                  </a:lnTo>
                  <a:lnTo>
                    <a:pt x="538150" y="1239857"/>
                  </a:lnTo>
                  <a:lnTo>
                    <a:pt x="538149" y="1239863"/>
                  </a:lnTo>
                  <a:lnTo>
                    <a:pt x="538149" y="1239875"/>
                  </a:lnTo>
                  <a:lnTo>
                    <a:pt x="538149" y="1239887"/>
                  </a:lnTo>
                  <a:lnTo>
                    <a:pt x="538149" y="1239897"/>
                  </a:lnTo>
                  <a:lnTo>
                    <a:pt x="538152" y="1239907"/>
                  </a:lnTo>
                  <a:lnTo>
                    <a:pt x="538154" y="1239912"/>
                  </a:lnTo>
                  <a:lnTo>
                    <a:pt x="538159" y="1239919"/>
                  </a:lnTo>
                  <a:lnTo>
                    <a:pt x="538163" y="1239923"/>
                  </a:lnTo>
                  <a:lnTo>
                    <a:pt x="538171" y="1239932"/>
                  </a:lnTo>
                  <a:lnTo>
                    <a:pt x="538177" y="1239937"/>
                  </a:lnTo>
                  <a:lnTo>
                    <a:pt x="538181" y="1239943"/>
                  </a:lnTo>
                  <a:lnTo>
                    <a:pt x="538191" y="1239955"/>
                  </a:lnTo>
                  <a:lnTo>
                    <a:pt x="538198" y="1239962"/>
                  </a:lnTo>
                  <a:lnTo>
                    <a:pt x="538206" y="1239971"/>
                  </a:lnTo>
                  <a:lnTo>
                    <a:pt x="538209" y="1239976"/>
                  </a:lnTo>
                  <a:lnTo>
                    <a:pt x="538212" y="1239985"/>
                  </a:lnTo>
                  <a:lnTo>
                    <a:pt x="538213" y="1240000"/>
                  </a:lnTo>
                  <a:lnTo>
                    <a:pt x="538215" y="1240010"/>
                  </a:lnTo>
                  <a:lnTo>
                    <a:pt x="538217" y="1240018"/>
                  </a:lnTo>
                  <a:lnTo>
                    <a:pt x="538218" y="1240027"/>
                  </a:lnTo>
                  <a:lnTo>
                    <a:pt x="538220" y="1240034"/>
                  </a:lnTo>
                  <a:lnTo>
                    <a:pt x="538224" y="1240042"/>
                  </a:lnTo>
                  <a:lnTo>
                    <a:pt x="538232" y="1240046"/>
                  </a:lnTo>
                  <a:lnTo>
                    <a:pt x="538237" y="1240049"/>
                  </a:lnTo>
                  <a:lnTo>
                    <a:pt x="538242" y="1240054"/>
                  </a:lnTo>
                  <a:lnTo>
                    <a:pt x="538246" y="1240063"/>
                  </a:lnTo>
                  <a:lnTo>
                    <a:pt x="538247" y="1240068"/>
                  </a:lnTo>
                  <a:lnTo>
                    <a:pt x="538247" y="1240074"/>
                  </a:lnTo>
                  <a:lnTo>
                    <a:pt x="538244" y="1240092"/>
                  </a:lnTo>
                  <a:lnTo>
                    <a:pt x="538239" y="1240108"/>
                  </a:lnTo>
                  <a:lnTo>
                    <a:pt x="538238" y="1240116"/>
                  </a:lnTo>
                  <a:lnTo>
                    <a:pt x="538237" y="1240126"/>
                  </a:lnTo>
                  <a:lnTo>
                    <a:pt x="538238" y="1240140"/>
                  </a:lnTo>
                  <a:lnTo>
                    <a:pt x="538238" y="1240146"/>
                  </a:lnTo>
                  <a:lnTo>
                    <a:pt x="538238" y="1240166"/>
                  </a:lnTo>
                  <a:lnTo>
                    <a:pt x="538237" y="1240177"/>
                  </a:lnTo>
                  <a:lnTo>
                    <a:pt x="538239" y="1240191"/>
                  </a:lnTo>
                  <a:lnTo>
                    <a:pt x="538241" y="1240201"/>
                  </a:lnTo>
                  <a:lnTo>
                    <a:pt x="538253" y="1240227"/>
                  </a:lnTo>
                  <a:lnTo>
                    <a:pt x="538260" y="1240241"/>
                  </a:lnTo>
                  <a:lnTo>
                    <a:pt x="538261" y="1240246"/>
                  </a:lnTo>
                  <a:lnTo>
                    <a:pt x="538262" y="1240252"/>
                  </a:lnTo>
                  <a:lnTo>
                    <a:pt x="538262" y="1240263"/>
                  </a:lnTo>
                  <a:lnTo>
                    <a:pt x="538265" y="1240286"/>
                  </a:lnTo>
                  <a:lnTo>
                    <a:pt x="538269" y="1240299"/>
                  </a:lnTo>
                  <a:lnTo>
                    <a:pt x="538272" y="1240305"/>
                  </a:lnTo>
                  <a:lnTo>
                    <a:pt x="538282" y="1240323"/>
                  </a:lnTo>
                  <a:lnTo>
                    <a:pt x="538287" y="1240332"/>
                  </a:lnTo>
                  <a:lnTo>
                    <a:pt x="538288" y="1240344"/>
                  </a:lnTo>
                  <a:lnTo>
                    <a:pt x="538290" y="1240366"/>
                  </a:lnTo>
                  <a:lnTo>
                    <a:pt x="538294" y="1240386"/>
                  </a:lnTo>
                  <a:lnTo>
                    <a:pt x="538298" y="1240403"/>
                  </a:lnTo>
                  <a:lnTo>
                    <a:pt x="538300" y="1240429"/>
                  </a:lnTo>
                  <a:lnTo>
                    <a:pt x="538301" y="1240434"/>
                  </a:lnTo>
                  <a:lnTo>
                    <a:pt x="538303" y="1240443"/>
                  </a:lnTo>
                  <a:lnTo>
                    <a:pt x="538304" y="1240451"/>
                  </a:lnTo>
                  <a:lnTo>
                    <a:pt x="538305" y="1240462"/>
                  </a:lnTo>
                  <a:lnTo>
                    <a:pt x="538306" y="1240471"/>
                  </a:lnTo>
                  <a:lnTo>
                    <a:pt x="538308" y="1240480"/>
                  </a:lnTo>
                  <a:lnTo>
                    <a:pt x="538310" y="1240493"/>
                  </a:lnTo>
                  <a:lnTo>
                    <a:pt x="538314" y="1240507"/>
                  </a:lnTo>
                  <a:lnTo>
                    <a:pt x="538318" y="1240520"/>
                  </a:lnTo>
                  <a:lnTo>
                    <a:pt x="538319" y="1240528"/>
                  </a:lnTo>
                  <a:lnTo>
                    <a:pt x="538319" y="1240535"/>
                  </a:lnTo>
                  <a:lnTo>
                    <a:pt x="538320" y="1240556"/>
                  </a:lnTo>
                  <a:lnTo>
                    <a:pt x="538321" y="1240565"/>
                  </a:lnTo>
                  <a:lnTo>
                    <a:pt x="538323" y="1240579"/>
                  </a:lnTo>
                  <a:lnTo>
                    <a:pt x="538325" y="1240586"/>
                  </a:lnTo>
                  <a:lnTo>
                    <a:pt x="538328" y="1240599"/>
                  </a:lnTo>
                  <a:lnTo>
                    <a:pt x="538329" y="1240604"/>
                  </a:lnTo>
                  <a:lnTo>
                    <a:pt x="538331" y="1240613"/>
                  </a:lnTo>
                  <a:lnTo>
                    <a:pt x="538333" y="1240624"/>
                  </a:lnTo>
                  <a:lnTo>
                    <a:pt x="538332" y="1240634"/>
                  </a:lnTo>
                  <a:lnTo>
                    <a:pt x="538332" y="1240646"/>
                  </a:lnTo>
                  <a:lnTo>
                    <a:pt x="538332" y="1240669"/>
                  </a:lnTo>
                  <a:lnTo>
                    <a:pt x="538334" y="1240685"/>
                  </a:lnTo>
                  <a:lnTo>
                    <a:pt x="538336" y="1240694"/>
                  </a:lnTo>
                  <a:lnTo>
                    <a:pt x="538338" y="1240699"/>
                  </a:lnTo>
                  <a:lnTo>
                    <a:pt x="538341" y="1240706"/>
                  </a:lnTo>
                  <a:lnTo>
                    <a:pt x="538344" y="1240714"/>
                  </a:lnTo>
                  <a:lnTo>
                    <a:pt x="538349" y="1240726"/>
                  </a:lnTo>
                  <a:lnTo>
                    <a:pt x="538352" y="1240735"/>
                  </a:lnTo>
                  <a:lnTo>
                    <a:pt x="538357" y="1240747"/>
                  </a:lnTo>
                  <a:lnTo>
                    <a:pt x="538361" y="1240760"/>
                  </a:lnTo>
                  <a:lnTo>
                    <a:pt x="538368" y="1240776"/>
                  </a:lnTo>
                  <a:lnTo>
                    <a:pt x="538372" y="1240783"/>
                  </a:lnTo>
                  <a:lnTo>
                    <a:pt x="538375" y="1240790"/>
                  </a:lnTo>
                  <a:lnTo>
                    <a:pt x="538379" y="1240800"/>
                  </a:lnTo>
                  <a:lnTo>
                    <a:pt x="538383" y="1240807"/>
                  </a:lnTo>
                  <a:lnTo>
                    <a:pt x="538387" y="1240813"/>
                  </a:lnTo>
                  <a:lnTo>
                    <a:pt x="538396" y="1240820"/>
                  </a:lnTo>
                  <a:lnTo>
                    <a:pt x="538403" y="1240828"/>
                  </a:lnTo>
                  <a:lnTo>
                    <a:pt x="538412" y="1240841"/>
                  </a:lnTo>
                  <a:lnTo>
                    <a:pt x="538416" y="1240850"/>
                  </a:lnTo>
                  <a:lnTo>
                    <a:pt x="538419" y="1240854"/>
                  </a:lnTo>
                  <a:lnTo>
                    <a:pt x="538420" y="1240863"/>
                  </a:lnTo>
                  <a:lnTo>
                    <a:pt x="538420" y="1240869"/>
                  </a:lnTo>
                  <a:lnTo>
                    <a:pt x="538420" y="1240876"/>
                  </a:lnTo>
                  <a:lnTo>
                    <a:pt x="538420" y="1240886"/>
                  </a:lnTo>
                  <a:lnTo>
                    <a:pt x="538420" y="1240899"/>
                  </a:lnTo>
                  <a:lnTo>
                    <a:pt x="538419" y="1240910"/>
                  </a:lnTo>
                  <a:lnTo>
                    <a:pt x="538419" y="1240918"/>
                  </a:lnTo>
                  <a:lnTo>
                    <a:pt x="538421" y="1240925"/>
                  </a:lnTo>
                  <a:lnTo>
                    <a:pt x="538428" y="1240931"/>
                  </a:lnTo>
                  <a:lnTo>
                    <a:pt x="538444" y="1240942"/>
                  </a:lnTo>
                  <a:lnTo>
                    <a:pt x="538451" y="1240948"/>
                  </a:lnTo>
                  <a:lnTo>
                    <a:pt x="538458" y="1240955"/>
                  </a:lnTo>
                  <a:lnTo>
                    <a:pt x="538462" y="1240961"/>
                  </a:lnTo>
                  <a:lnTo>
                    <a:pt x="538463" y="1240968"/>
                  </a:lnTo>
                  <a:lnTo>
                    <a:pt x="538463" y="1240976"/>
                  </a:lnTo>
                  <a:lnTo>
                    <a:pt x="538464" y="1240984"/>
                  </a:lnTo>
                  <a:lnTo>
                    <a:pt x="538467" y="1240992"/>
                  </a:lnTo>
                  <a:lnTo>
                    <a:pt x="538468" y="1240998"/>
                  </a:lnTo>
                  <a:lnTo>
                    <a:pt x="538469" y="1241003"/>
                  </a:lnTo>
                  <a:lnTo>
                    <a:pt x="538469" y="1241010"/>
                  </a:lnTo>
                  <a:lnTo>
                    <a:pt x="538468" y="1241019"/>
                  </a:lnTo>
                  <a:lnTo>
                    <a:pt x="538467" y="1241030"/>
                  </a:lnTo>
                  <a:lnTo>
                    <a:pt x="538465" y="1241044"/>
                  </a:lnTo>
                  <a:lnTo>
                    <a:pt x="538463" y="1241057"/>
                  </a:lnTo>
                  <a:lnTo>
                    <a:pt x="538461" y="1241065"/>
                  </a:lnTo>
                  <a:lnTo>
                    <a:pt x="538459" y="1241072"/>
                  </a:lnTo>
                  <a:lnTo>
                    <a:pt x="538460" y="1241078"/>
                  </a:lnTo>
                  <a:lnTo>
                    <a:pt x="538462" y="1241086"/>
                  </a:lnTo>
                  <a:lnTo>
                    <a:pt x="538464" y="1241090"/>
                  </a:lnTo>
                  <a:lnTo>
                    <a:pt x="538471" y="1241102"/>
                  </a:lnTo>
                  <a:lnTo>
                    <a:pt x="538475" y="1241110"/>
                  </a:lnTo>
                  <a:lnTo>
                    <a:pt x="538476" y="1241115"/>
                  </a:lnTo>
                  <a:lnTo>
                    <a:pt x="538480" y="1241127"/>
                  </a:lnTo>
                  <a:lnTo>
                    <a:pt x="538482" y="1241133"/>
                  </a:lnTo>
                  <a:lnTo>
                    <a:pt x="538481" y="1241139"/>
                  </a:lnTo>
                  <a:lnTo>
                    <a:pt x="538479" y="1241145"/>
                  </a:lnTo>
                  <a:lnTo>
                    <a:pt x="538473" y="1241154"/>
                  </a:lnTo>
                  <a:lnTo>
                    <a:pt x="538466" y="1241164"/>
                  </a:lnTo>
                  <a:lnTo>
                    <a:pt x="538459" y="1241174"/>
                  </a:lnTo>
                  <a:lnTo>
                    <a:pt x="538454" y="1241180"/>
                  </a:lnTo>
                  <a:lnTo>
                    <a:pt x="538451" y="1241186"/>
                  </a:lnTo>
                  <a:lnTo>
                    <a:pt x="538447" y="1241199"/>
                  </a:lnTo>
                  <a:lnTo>
                    <a:pt x="538444" y="1241205"/>
                  </a:lnTo>
                  <a:lnTo>
                    <a:pt x="538440" y="1241213"/>
                  </a:lnTo>
                  <a:lnTo>
                    <a:pt x="538435" y="1241223"/>
                  </a:lnTo>
                  <a:lnTo>
                    <a:pt x="538428" y="1241234"/>
                  </a:lnTo>
                  <a:lnTo>
                    <a:pt x="538423" y="1241244"/>
                  </a:lnTo>
                  <a:lnTo>
                    <a:pt x="538423" y="1241250"/>
                  </a:lnTo>
                  <a:lnTo>
                    <a:pt x="538424" y="1241254"/>
                  </a:lnTo>
                  <a:lnTo>
                    <a:pt x="538430" y="1241260"/>
                  </a:lnTo>
                  <a:lnTo>
                    <a:pt x="538435" y="1241266"/>
                  </a:lnTo>
                  <a:lnTo>
                    <a:pt x="538441" y="1241274"/>
                  </a:lnTo>
                  <a:lnTo>
                    <a:pt x="538449" y="1241282"/>
                  </a:lnTo>
                  <a:lnTo>
                    <a:pt x="538457" y="1241288"/>
                  </a:lnTo>
                  <a:lnTo>
                    <a:pt x="538461" y="1241294"/>
                  </a:lnTo>
                  <a:lnTo>
                    <a:pt x="538461" y="1241300"/>
                  </a:lnTo>
                  <a:lnTo>
                    <a:pt x="538460" y="1241305"/>
                  </a:lnTo>
                  <a:lnTo>
                    <a:pt x="538458" y="1241311"/>
                  </a:lnTo>
                  <a:lnTo>
                    <a:pt x="538452" y="1241321"/>
                  </a:lnTo>
                  <a:lnTo>
                    <a:pt x="538439" y="1241337"/>
                  </a:lnTo>
                  <a:lnTo>
                    <a:pt x="538433" y="1241346"/>
                  </a:lnTo>
                  <a:lnTo>
                    <a:pt x="538428" y="1241351"/>
                  </a:lnTo>
                  <a:lnTo>
                    <a:pt x="538421" y="1241357"/>
                  </a:lnTo>
                  <a:lnTo>
                    <a:pt x="538410" y="1241365"/>
                  </a:lnTo>
                  <a:lnTo>
                    <a:pt x="538403" y="1241369"/>
                  </a:lnTo>
                  <a:lnTo>
                    <a:pt x="538398" y="1241373"/>
                  </a:lnTo>
                  <a:lnTo>
                    <a:pt x="538392" y="1241378"/>
                  </a:lnTo>
                  <a:lnTo>
                    <a:pt x="538386" y="1241385"/>
                  </a:lnTo>
                  <a:lnTo>
                    <a:pt x="538383" y="1241392"/>
                  </a:lnTo>
                  <a:lnTo>
                    <a:pt x="538383" y="1241399"/>
                  </a:lnTo>
                  <a:lnTo>
                    <a:pt x="538386" y="1241411"/>
                  </a:lnTo>
                  <a:lnTo>
                    <a:pt x="538389" y="1241422"/>
                  </a:lnTo>
                  <a:lnTo>
                    <a:pt x="538390" y="1241430"/>
                  </a:lnTo>
                  <a:lnTo>
                    <a:pt x="538392" y="1241441"/>
                  </a:lnTo>
                  <a:lnTo>
                    <a:pt x="538393" y="1241447"/>
                  </a:lnTo>
                  <a:lnTo>
                    <a:pt x="538396" y="1241453"/>
                  </a:lnTo>
                  <a:lnTo>
                    <a:pt x="538404" y="1241458"/>
                  </a:lnTo>
                  <a:lnTo>
                    <a:pt x="538412" y="1241463"/>
                  </a:lnTo>
                  <a:lnTo>
                    <a:pt x="538421" y="1241466"/>
                  </a:lnTo>
                  <a:lnTo>
                    <a:pt x="538426" y="1241468"/>
                  </a:lnTo>
                  <a:lnTo>
                    <a:pt x="538432" y="1241469"/>
                  </a:lnTo>
                  <a:lnTo>
                    <a:pt x="538441" y="1241470"/>
                  </a:lnTo>
                  <a:lnTo>
                    <a:pt x="538445" y="1241471"/>
                  </a:lnTo>
                  <a:lnTo>
                    <a:pt x="538449" y="1241473"/>
                  </a:lnTo>
                  <a:lnTo>
                    <a:pt x="538460" y="1241484"/>
                  </a:lnTo>
                  <a:lnTo>
                    <a:pt x="538466" y="1241492"/>
                  </a:lnTo>
                  <a:lnTo>
                    <a:pt x="538470" y="1241501"/>
                  </a:lnTo>
                  <a:lnTo>
                    <a:pt x="538473" y="1241508"/>
                  </a:lnTo>
                  <a:lnTo>
                    <a:pt x="538476" y="1241514"/>
                  </a:lnTo>
                  <a:lnTo>
                    <a:pt x="538478" y="1241520"/>
                  </a:lnTo>
                  <a:lnTo>
                    <a:pt x="538480" y="1241527"/>
                  </a:lnTo>
                  <a:lnTo>
                    <a:pt x="538483" y="1241533"/>
                  </a:lnTo>
                  <a:lnTo>
                    <a:pt x="538485" y="1241537"/>
                  </a:lnTo>
                  <a:lnTo>
                    <a:pt x="538487" y="1241545"/>
                  </a:lnTo>
                  <a:lnTo>
                    <a:pt x="538490" y="1241553"/>
                  </a:lnTo>
                  <a:lnTo>
                    <a:pt x="538492" y="1241561"/>
                  </a:lnTo>
                  <a:lnTo>
                    <a:pt x="538495" y="1241569"/>
                  </a:lnTo>
                  <a:lnTo>
                    <a:pt x="538498" y="1241576"/>
                  </a:lnTo>
                  <a:lnTo>
                    <a:pt x="538501" y="1241583"/>
                  </a:lnTo>
                  <a:lnTo>
                    <a:pt x="538507" y="1241590"/>
                  </a:lnTo>
                  <a:lnTo>
                    <a:pt x="538514" y="1241598"/>
                  </a:lnTo>
                  <a:lnTo>
                    <a:pt x="538519" y="1241601"/>
                  </a:lnTo>
                  <a:lnTo>
                    <a:pt x="538524" y="1241604"/>
                  </a:lnTo>
                  <a:lnTo>
                    <a:pt x="538528" y="1241607"/>
                  </a:lnTo>
                  <a:lnTo>
                    <a:pt x="538532" y="1241611"/>
                  </a:lnTo>
                  <a:lnTo>
                    <a:pt x="538537" y="1241617"/>
                  </a:lnTo>
                  <a:lnTo>
                    <a:pt x="538543" y="1241626"/>
                  </a:lnTo>
                  <a:lnTo>
                    <a:pt x="538549" y="1241636"/>
                  </a:lnTo>
                  <a:lnTo>
                    <a:pt x="538554" y="1241644"/>
                  </a:lnTo>
                  <a:lnTo>
                    <a:pt x="538558" y="1241650"/>
                  </a:lnTo>
                  <a:lnTo>
                    <a:pt x="538563" y="1241656"/>
                  </a:lnTo>
                  <a:lnTo>
                    <a:pt x="538569" y="1241662"/>
                  </a:lnTo>
                  <a:lnTo>
                    <a:pt x="538575" y="1241666"/>
                  </a:lnTo>
                  <a:lnTo>
                    <a:pt x="538578" y="1241669"/>
                  </a:lnTo>
                  <a:lnTo>
                    <a:pt x="538585" y="1241674"/>
                  </a:lnTo>
                  <a:lnTo>
                    <a:pt x="538589" y="1241676"/>
                  </a:lnTo>
                  <a:lnTo>
                    <a:pt x="538594" y="1241678"/>
                  </a:lnTo>
                  <a:lnTo>
                    <a:pt x="538599" y="1241679"/>
                  </a:lnTo>
                  <a:lnTo>
                    <a:pt x="538605" y="1241682"/>
                  </a:lnTo>
                  <a:lnTo>
                    <a:pt x="538612" y="1241686"/>
                  </a:lnTo>
                  <a:lnTo>
                    <a:pt x="538616" y="1241690"/>
                  </a:lnTo>
                  <a:lnTo>
                    <a:pt x="538624" y="1241697"/>
                  </a:lnTo>
                  <a:lnTo>
                    <a:pt x="538630" y="1241703"/>
                  </a:lnTo>
                  <a:lnTo>
                    <a:pt x="538635" y="1241710"/>
                  </a:lnTo>
                  <a:lnTo>
                    <a:pt x="538640" y="1241716"/>
                  </a:lnTo>
                  <a:lnTo>
                    <a:pt x="538646" y="1241725"/>
                  </a:lnTo>
                  <a:lnTo>
                    <a:pt x="538650" y="1241729"/>
                  </a:lnTo>
                  <a:lnTo>
                    <a:pt x="538655" y="1241734"/>
                  </a:lnTo>
                  <a:lnTo>
                    <a:pt x="538662" y="1241740"/>
                  </a:lnTo>
                  <a:lnTo>
                    <a:pt x="538667" y="1241745"/>
                  </a:lnTo>
                  <a:lnTo>
                    <a:pt x="538672" y="1241747"/>
                  </a:lnTo>
                  <a:lnTo>
                    <a:pt x="538681" y="1241751"/>
                  </a:lnTo>
                  <a:lnTo>
                    <a:pt x="538686" y="1241755"/>
                  </a:lnTo>
                  <a:lnTo>
                    <a:pt x="538690" y="1241760"/>
                  </a:lnTo>
                  <a:lnTo>
                    <a:pt x="538692" y="1241766"/>
                  </a:lnTo>
                  <a:lnTo>
                    <a:pt x="538693" y="1241778"/>
                  </a:lnTo>
                  <a:lnTo>
                    <a:pt x="538694" y="1241783"/>
                  </a:lnTo>
                  <a:lnTo>
                    <a:pt x="538695" y="1241790"/>
                  </a:lnTo>
                  <a:lnTo>
                    <a:pt x="538697" y="1241797"/>
                  </a:lnTo>
                  <a:lnTo>
                    <a:pt x="538701" y="1241808"/>
                  </a:lnTo>
                  <a:lnTo>
                    <a:pt x="538704" y="1241817"/>
                  </a:lnTo>
                  <a:lnTo>
                    <a:pt x="538707" y="1241827"/>
                  </a:lnTo>
                  <a:lnTo>
                    <a:pt x="538710" y="1241834"/>
                  </a:lnTo>
                  <a:lnTo>
                    <a:pt x="538713" y="1241841"/>
                  </a:lnTo>
                  <a:lnTo>
                    <a:pt x="538718" y="1241850"/>
                  </a:lnTo>
                  <a:lnTo>
                    <a:pt x="538724" y="1241862"/>
                  </a:lnTo>
                  <a:lnTo>
                    <a:pt x="538730" y="1241873"/>
                  </a:lnTo>
                  <a:lnTo>
                    <a:pt x="538736" y="1241882"/>
                  </a:lnTo>
                  <a:lnTo>
                    <a:pt x="538744" y="1241897"/>
                  </a:lnTo>
                  <a:lnTo>
                    <a:pt x="538752" y="1241911"/>
                  </a:lnTo>
                  <a:lnTo>
                    <a:pt x="538758" y="1241927"/>
                  </a:lnTo>
                  <a:lnTo>
                    <a:pt x="538762" y="1241933"/>
                  </a:lnTo>
                  <a:lnTo>
                    <a:pt x="538767" y="1241936"/>
                  </a:lnTo>
                  <a:lnTo>
                    <a:pt x="538773" y="1241936"/>
                  </a:lnTo>
                  <a:lnTo>
                    <a:pt x="538780" y="1241936"/>
                  </a:lnTo>
                  <a:lnTo>
                    <a:pt x="538787" y="1241937"/>
                  </a:lnTo>
                  <a:lnTo>
                    <a:pt x="538794" y="1241938"/>
                  </a:lnTo>
                  <a:lnTo>
                    <a:pt x="538802" y="1241940"/>
                  </a:lnTo>
                  <a:lnTo>
                    <a:pt x="538814" y="1241944"/>
                  </a:lnTo>
                  <a:lnTo>
                    <a:pt x="538823" y="1241949"/>
                  </a:lnTo>
                  <a:lnTo>
                    <a:pt x="538832" y="1241954"/>
                  </a:lnTo>
                  <a:lnTo>
                    <a:pt x="538837" y="1241956"/>
                  </a:lnTo>
                  <a:lnTo>
                    <a:pt x="538844" y="1241961"/>
                  </a:lnTo>
                  <a:lnTo>
                    <a:pt x="538851" y="1241963"/>
                  </a:lnTo>
                  <a:lnTo>
                    <a:pt x="538859" y="1241967"/>
                  </a:lnTo>
                  <a:lnTo>
                    <a:pt x="538863" y="1241969"/>
                  </a:lnTo>
                  <a:lnTo>
                    <a:pt x="538867" y="1241973"/>
                  </a:lnTo>
                  <a:lnTo>
                    <a:pt x="538872" y="1241979"/>
                  </a:lnTo>
                  <a:lnTo>
                    <a:pt x="538876" y="1241983"/>
                  </a:lnTo>
                  <a:lnTo>
                    <a:pt x="538881" y="1241987"/>
                  </a:lnTo>
                  <a:lnTo>
                    <a:pt x="538893" y="1241993"/>
                  </a:lnTo>
                  <a:lnTo>
                    <a:pt x="538909" y="1242001"/>
                  </a:lnTo>
                  <a:lnTo>
                    <a:pt x="538916" y="1242003"/>
                  </a:lnTo>
                  <a:lnTo>
                    <a:pt x="538934" y="1242009"/>
                  </a:lnTo>
                  <a:lnTo>
                    <a:pt x="538942" y="1242012"/>
                  </a:lnTo>
                  <a:lnTo>
                    <a:pt x="538947" y="1242014"/>
                  </a:lnTo>
                  <a:lnTo>
                    <a:pt x="538953" y="1242017"/>
                  </a:lnTo>
                  <a:lnTo>
                    <a:pt x="538962" y="1242024"/>
                  </a:lnTo>
                  <a:lnTo>
                    <a:pt x="538971" y="1242032"/>
                  </a:lnTo>
                  <a:lnTo>
                    <a:pt x="538977" y="1242038"/>
                  </a:lnTo>
                  <a:lnTo>
                    <a:pt x="538981" y="1242044"/>
                  </a:lnTo>
                  <a:lnTo>
                    <a:pt x="538989" y="1242059"/>
                  </a:lnTo>
                  <a:lnTo>
                    <a:pt x="538993" y="1242065"/>
                  </a:lnTo>
                  <a:lnTo>
                    <a:pt x="539001" y="1242071"/>
                  </a:lnTo>
                  <a:lnTo>
                    <a:pt x="539007" y="1242075"/>
                  </a:lnTo>
                  <a:lnTo>
                    <a:pt x="539012" y="1242078"/>
                  </a:lnTo>
                  <a:lnTo>
                    <a:pt x="539018" y="1242081"/>
                  </a:lnTo>
                  <a:lnTo>
                    <a:pt x="539026" y="1242086"/>
                  </a:lnTo>
                  <a:lnTo>
                    <a:pt x="539036" y="1242087"/>
                  </a:lnTo>
                  <a:lnTo>
                    <a:pt x="539044" y="1242088"/>
                  </a:lnTo>
                  <a:lnTo>
                    <a:pt x="539066" y="1242090"/>
                  </a:lnTo>
                  <a:lnTo>
                    <a:pt x="539079" y="1242091"/>
                  </a:lnTo>
                  <a:lnTo>
                    <a:pt x="539086" y="1242091"/>
                  </a:lnTo>
                  <a:lnTo>
                    <a:pt x="539092" y="1242092"/>
                  </a:lnTo>
                  <a:lnTo>
                    <a:pt x="539095" y="1242103"/>
                  </a:lnTo>
                  <a:lnTo>
                    <a:pt x="539096" y="1242124"/>
                  </a:lnTo>
                  <a:lnTo>
                    <a:pt x="539097" y="1242145"/>
                  </a:lnTo>
                  <a:lnTo>
                    <a:pt x="539099" y="1242160"/>
                  </a:lnTo>
                  <a:lnTo>
                    <a:pt x="539101" y="1242176"/>
                  </a:lnTo>
                  <a:lnTo>
                    <a:pt x="539102" y="1242191"/>
                  </a:lnTo>
                  <a:lnTo>
                    <a:pt x="539104" y="1242210"/>
                  </a:lnTo>
                  <a:lnTo>
                    <a:pt x="539105" y="1242218"/>
                  </a:lnTo>
                  <a:lnTo>
                    <a:pt x="539107" y="1242223"/>
                  </a:lnTo>
                  <a:lnTo>
                    <a:pt x="539111" y="1242226"/>
                  </a:lnTo>
                  <a:lnTo>
                    <a:pt x="539118" y="1242229"/>
                  </a:lnTo>
                  <a:lnTo>
                    <a:pt x="539125" y="1242234"/>
                  </a:lnTo>
                  <a:lnTo>
                    <a:pt x="539130" y="1242239"/>
                  </a:lnTo>
                  <a:lnTo>
                    <a:pt x="539134" y="1242243"/>
                  </a:lnTo>
                  <a:lnTo>
                    <a:pt x="539141" y="1242250"/>
                  </a:lnTo>
                  <a:lnTo>
                    <a:pt x="539147" y="1242258"/>
                  </a:lnTo>
                  <a:lnTo>
                    <a:pt x="539152" y="1242270"/>
                  </a:lnTo>
                  <a:lnTo>
                    <a:pt x="539158" y="1242286"/>
                  </a:lnTo>
                  <a:lnTo>
                    <a:pt x="539164" y="1242296"/>
                  </a:lnTo>
                  <a:lnTo>
                    <a:pt x="539168" y="1242301"/>
                  </a:lnTo>
                  <a:lnTo>
                    <a:pt x="539177" y="1242310"/>
                  </a:lnTo>
                  <a:lnTo>
                    <a:pt x="539181" y="1242313"/>
                  </a:lnTo>
                  <a:lnTo>
                    <a:pt x="539186" y="1242318"/>
                  </a:lnTo>
                  <a:lnTo>
                    <a:pt x="539187" y="1242325"/>
                  </a:lnTo>
                  <a:lnTo>
                    <a:pt x="539189" y="1242335"/>
                  </a:lnTo>
                  <a:lnTo>
                    <a:pt x="539189" y="1242344"/>
                  </a:lnTo>
                  <a:lnTo>
                    <a:pt x="539189" y="1242353"/>
                  </a:lnTo>
                  <a:lnTo>
                    <a:pt x="539186" y="1242360"/>
                  </a:lnTo>
                  <a:lnTo>
                    <a:pt x="539184" y="1242367"/>
                  </a:lnTo>
                  <a:lnTo>
                    <a:pt x="539181" y="1242374"/>
                  </a:lnTo>
                  <a:lnTo>
                    <a:pt x="539179" y="1242382"/>
                  </a:lnTo>
                  <a:lnTo>
                    <a:pt x="539177" y="1242394"/>
                  </a:lnTo>
                  <a:lnTo>
                    <a:pt x="539177" y="1242406"/>
                  </a:lnTo>
                  <a:lnTo>
                    <a:pt x="539178" y="1242419"/>
                  </a:lnTo>
                  <a:lnTo>
                    <a:pt x="539181" y="1242432"/>
                  </a:lnTo>
                  <a:lnTo>
                    <a:pt x="539184" y="1242438"/>
                  </a:lnTo>
                  <a:lnTo>
                    <a:pt x="539188" y="1242445"/>
                  </a:lnTo>
                  <a:lnTo>
                    <a:pt x="539194" y="1242453"/>
                  </a:lnTo>
                  <a:lnTo>
                    <a:pt x="539201" y="1242468"/>
                  </a:lnTo>
                  <a:lnTo>
                    <a:pt x="539205" y="1242479"/>
                  </a:lnTo>
                  <a:lnTo>
                    <a:pt x="539204" y="1242487"/>
                  </a:lnTo>
                  <a:lnTo>
                    <a:pt x="539198" y="1242498"/>
                  </a:lnTo>
                  <a:lnTo>
                    <a:pt x="539193" y="1242506"/>
                  </a:lnTo>
                  <a:lnTo>
                    <a:pt x="539189" y="1242512"/>
                  </a:lnTo>
                  <a:lnTo>
                    <a:pt x="539185" y="1242516"/>
                  </a:lnTo>
                  <a:lnTo>
                    <a:pt x="539177" y="1242525"/>
                  </a:lnTo>
                  <a:lnTo>
                    <a:pt x="539170" y="1242537"/>
                  </a:lnTo>
                  <a:lnTo>
                    <a:pt x="539164" y="1242543"/>
                  </a:lnTo>
                  <a:lnTo>
                    <a:pt x="539157" y="1242547"/>
                  </a:lnTo>
                  <a:lnTo>
                    <a:pt x="539149" y="1242551"/>
                  </a:lnTo>
                  <a:lnTo>
                    <a:pt x="539143" y="1242553"/>
                  </a:lnTo>
                  <a:lnTo>
                    <a:pt x="539139" y="1242556"/>
                  </a:lnTo>
                  <a:lnTo>
                    <a:pt x="539136" y="1242560"/>
                  </a:lnTo>
                  <a:lnTo>
                    <a:pt x="539133" y="1242567"/>
                  </a:lnTo>
                  <a:lnTo>
                    <a:pt x="539128" y="1242582"/>
                  </a:lnTo>
                  <a:lnTo>
                    <a:pt x="539124" y="1242595"/>
                  </a:lnTo>
                  <a:lnTo>
                    <a:pt x="539120" y="1242607"/>
                  </a:lnTo>
                  <a:lnTo>
                    <a:pt x="539117" y="1242617"/>
                  </a:lnTo>
                  <a:lnTo>
                    <a:pt x="539114" y="1242626"/>
                  </a:lnTo>
                  <a:lnTo>
                    <a:pt x="539111" y="1242638"/>
                  </a:lnTo>
                  <a:lnTo>
                    <a:pt x="539108" y="1242649"/>
                  </a:lnTo>
                  <a:lnTo>
                    <a:pt x="539104" y="1242662"/>
                  </a:lnTo>
                  <a:lnTo>
                    <a:pt x="539098" y="1242678"/>
                  </a:lnTo>
                  <a:lnTo>
                    <a:pt x="539093" y="1242693"/>
                  </a:lnTo>
                  <a:lnTo>
                    <a:pt x="539091" y="1242699"/>
                  </a:lnTo>
                  <a:lnTo>
                    <a:pt x="539089" y="1242705"/>
                  </a:lnTo>
                  <a:lnTo>
                    <a:pt x="539088" y="1242717"/>
                  </a:lnTo>
                  <a:lnTo>
                    <a:pt x="539089" y="1242734"/>
                  </a:lnTo>
                  <a:lnTo>
                    <a:pt x="539091" y="1242743"/>
                  </a:lnTo>
                  <a:lnTo>
                    <a:pt x="539092" y="1242756"/>
                  </a:lnTo>
                  <a:lnTo>
                    <a:pt x="539093" y="1242763"/>
                  </a:lnTo>
                  <a:lnTo>
                    <a:pt x="539094" y="1242774"/>
                  </a:lnTo>
                  <a:lnTo>
                    <a:pt x="539093" y="1242782"/>
                  </a:lnTo>
                  <a:lnTo>
                    <a:pt x="539091" y="1242789"/>
                  </a:lnTo>
                  <a:lnTo>
                    <a:pt x="539086" y="1242791"/>
                  </a:lnTo>
                  <a:lnTo>
                    <a:pt x="539069" y="1242796"/>
                  </a:lnTo>
                  <a:lnTo>
                    <a:pt x="539051" y="1242801"/>
                  </a:lnTo>
                  <a:lnTo>
                    <a:pt x="539034" y="1242809"/>
                  </a:lnTo>
                  <a:lnTo>
                    <a:pt x="539027" y="1242811"/>
                  </a:lnTo>
                  <a:lnTo>
                    <a:pt x="539021" y="1242812"/>
                  </a:lnTo>
                  <a:lnTo>
                    <a:pt x="539015" y="1242812"/>
                  </a:lnTo>
                  <a:lnTo>
                    <a:pt x="539007" y="1242810"/>
                  </a:lnTo>
                  <a:lnTo>
                    <a:pt x="538998" y="1242808"/>
                  </a:lnTo>
                  <a:lnTo>
                    <a:pt x="538993" y="1242808"/>
                  </a:lnTo>
                  <a:lnTo>
                    <a:pt x="538989" y="1242807"/>
                  </a:lnTo>
                  <a:lnTo>
                    <a:pt x="538962" y="1242806"/>
                  </a:lnTo>
                  <a:lnTo>
                    <a:pt x="538948" y="1242803"/>
                  </a:lnTo>
                  <a:lnTo>
                    <a:pt x="538940" y="1242802"/>
                  </a:lnTo>
                  <a:lnTo>
                    <a:pt x="538933" y="1242801"/>
                  </a:lnTo>
                  <a:lnTo>
                    <a:pt x="538924" y="1242801"/>
                  </a:lnTo>
                  <a:lnTo>
                    <a:pt x="538908" y="1242798"/>
                  </a:lnTo>
                  <a:lnTo>
                    <a:pt x="538900" y="1242796"/>
                  </a:lnTo>
                  <a:lnTo>
                    <a:pt x="538890" y="1242793"/>
                  </a:lnTo>
                  <a:lnTo>
                    <a:pt x="538875" y="1242790"/>
                  </a:lnTo>
                  <a:lnTo>
                    <a:pt x="538857" y="1242787"/>
                  </a:lnTo>
                  <a:lnTo>
                    <a:pt x="538848" y="1242786"/>
                  </a:lnTo>
                  <a:lnTo>
                    <a:pt x="538839" y="1242786"/>
                  </a:lnTo>
                  <a:lnTo>
                    <a:pt x="538832" y="1242789"/>
                  </a:lnTo>
                  <a:lnTo>
                    <a:pt x="538827" y="1242792"/>
                  </a:lnTo>
                  <a:lnTo>
                    <a:pt x="538822" y="1242796"/>
                  </a:lnTo>
                  <a:lnTo>
                    <a:pt x="538810" y="1242805"/>
                  </a:lnTo>
                  <a:lnTo>
                    <a:pt x="538798" y="1242812"/>
                  </a:lnTo>
                  <a:lnTo>
                    <a:pt x="538780" y="1242817"/>
                  </a:lnTo>
                  <a:lnTo>
                    <a:pt x="538767" y="1242821"/>
                  </a:lnTo>
                  <a:lnTo>
                    <a:pt x="538757" y="1242825"/>
                  </a:lnTo>
                  <a:lnTo>
                    <a:pt x="538753" y="1242827"/>
                  </a:lnTo>
                  <a:lnTo>
                    <a:pt x="538745" y="1242832"/>
                  </a:lnTo>
                  <a:lnTo>
                    <a:pt x="538740" y="1242833"/>
                  </a:lnTo>
                  <a:lnTo>
                    <a:pt x="538733" y="1242834"/>
                  </a:lnTo>
                  <a:lnTo>
                    <a:pt x="538728" y="1242836"/>
                  </a:lnTo>
                  <a:lnTo>
                    <a:pt x="538722" y="1242838"/>
                  </a:lnTo>
                  <a:lnTo>
                    <a:pt x="538718" y="1242839"/>
                  </a:lnTo>
                  <a:lnTo>
                    <a:pt x="538711" y="1242842"/>
                  </a:lnTo>
                  <a:lnTo>
                    <a:pt x="538702" y="1242844"/>
                  </a:lnTo>
                  <a:lnTo>
                    <a:pt x="538694" y="1242845"/>
                  </a:lnTo>
                  <a:lnTo>
                    <a:pt x="538688" y="1242845"/>
                  </a:lnTo>
                  <a:lnTo>
                    <a:pt x="538668" y="1242842"/>
                  </a:lnTo>
                  <a:lnTo>
                    <a:pt x="538660" y="1242842"/>
                  </a:lnTo>
                  <a:lnTo>
                    <a:pt x="538652" y="1242843"/>
                  </a:lnTo>
                  <a:lnTo>
                    <a:pt x="538644" y="1242845"/>
                  </a:lnTo>
                  <a:lnTo>
                    <a:pt x="538638" y="1242847"/>
                  </a:lnTo>
                  <a:lnTo>
                    <a:pt x="538633" y="1242851"/>
                  </a:lnTo>
                  <a:lnTo>
                    <a:pt x="538621" y="1242859"/>
                  </a:lnTo>
                  <a:lnTo>
                    <a:pt x="538612" y="1242865"/>
                  </a:lnTo>
                  <a:lnTo>
                    <a:pt x="538600" y="1242875"/>
                  </a:lnTo>
                  <a:lnTo>
                    <a:pt x="538592" y="1242879"/>
                  </a:lnTo>
                  <a:lnTo>
                    <a:pt x="538582" y="1242883"/>
                  </a:lnTo>
                  <a:lnTo>
                    <a:pt x="538563" y="1242890"/>
                  </a:lnTo>
                  <a:lnTo>
                    <a:pt x="538545" y="1242896"/>
                  </a:lnTo>
                  <a:lnTo>
                    <a:pt x="538529" y="1242902"/>
                  </a:lnTo>
                  <a:lnTo>
                    <a:pt x="538522" y="1242905"/>
                  </a:lnTo>
                  <a:lnTo>
                    <a:pt x="538515" y="1242908"/>
                  </a:lnTo>
                  <a:lnTo>
                    <a:pt x="538506" y="1242913"/>
                  </a:lnTo>
                  <a:lnTo>
                    <a:pt x="538494" y="1242920"/>
                  </a:lnTo>
                  <a:lnTo>
                    <a:pt x="538487" y="1242925"/>
                  </a:lnTo>
                  <a:lnTo>
                    <a:pt x="538483" y="1242927"/>
                  </a:lnTo>
                  <a:lnTo>
                    <a:pt x="538477" y="1242928"/>
                  </a:lnTo>
                  <a:lnTo>
                    <a:pt x="538473" y="1242928"/>
                  </a:lnTo>
                  <a:lnTo>
                    <a:pt x="538467" y="1242928"/>
                  </a:lnTo>
                  <a:lnTo>
                    <a:pt x="538460" y="1242928"/>
                  </a:lnTo>
                  <a:lnTo>
                    <a:pt x="538453" y="1242926"/>
                  </a:lnTo>
                  <a:lnTo>
                    <a:pt x="538447" y="1242924"/>
                  </a:lnTo>
                  <a:lnTo>
                    <a:pt x="538442" y="1242921"/>
                  </a:lnTo>
                  <a:lnTo>
                    <a:pt x="538430" y="1242913"/>
                  </a:lnTo>
                  <a:lnTo>
                    <a:pt x="538419" y="1242908"/>
                  </a:lnTo>
                  <a:lnTo>
                    <a:pt x="538407" y="1242903"/>
                  </a:lnTo>
                  <a:lnTo>
                    <a:pt x="538387" y="1242897"/>
                  </a:lnTo>
                  <a:lnTo>
                    <a:pt x="538383" y="1242896"/>
                  </a:lnTo>
                  <a:lnTo>
                    <a:pt x="538378" y="1242896"/>
                  </a:lnTo>
                  <a:lnTo>
                    <a:pt x="538372" y="1242896"/>
                  </a:lnTo>
                  <a:lnTo>
                    <a:pt x="538361" y="1242897"/>
                  </a:lnTo>
                  <a:lnTo>
                    <a:pt x="538337" y="1242899"/>
                  </a:lnTo>
                  <a:lnTo>
                    <a:pt x="538331" y="1242898"/>
                  </a:lnTo>
                  <a:lnTo>
                    <a:pt x="538318" y="1242899"/>
                  </a:lnTo>
                  <a:lnTo>
                    <a:pt x="538301" y="1242901"/>
                  </a:lnTo>
                  <a:lnTo>
                    <a:pt x="538274" y="1242903"/>
                  </a:lnTo>
                  <a:lnTo>
                    <a:pt x="538263" y="1242904"/>
                  </a:lnTo>
                  <a:lnTo>
                    <a:pt x="538253" y="1242906"/>
                  </a:lnTo>
                  <a:lnTo>
                    <a:pt x="538247" y="1242909"/>
                  </a:lnTo>
                  <a:lnTo>
                    <a:pt x="538242" y="1242913"/>
                  </a:lnTo>
                  <a:lnTo>
                    <a:pt x="538224" y="1242928"/>
                  </a:lnTo>
                  <a:lnTo>
                    <a:pt x="538212" y="1242936"/>
                  </a:lnTo>
                  <a:lnTo>
                    <a:pt x="538199" y="1242943"/>
                  </a:lnTo>
                  <a:lnTo>
                    <a:pt x="538192" y="1242950"/>
                  </a:lnTo>
                  <a:lnTo>
                    <a:pt x="538183" y="1242961"/>
                  </a:lnTo>
                  <a:lnTo>
                    <a:pt x="538173" y="1242975"/>
                  </a:lnTo>
                  <a:lnTo>
                    <a:pt x="538167" y="1242984"/>
                  </a:lnTo>
                  <a:lnTo>
                    <a:pt x="538160" y="1242992"/>
                  </a:lnTo>
                  <a:lnTo>
                    <a:pt x="538153" y="1242999"/>
                  </a:lnTo>
                  <a:lnTo>
                    <a:pt x="538148" y="1243003"/>
                  </a:lnTo>
                  <a:lnTo>
                    <a:pt x="538144" y="1243003"/>
                  </a:lnTo>
                  <a:lnTo>
                    <a:pt x="538135" y="1243002"/>
                  </a:lnTo>
                  <a:lnTo>
                    <a:pt x="538127" y="1243001"/>
                  </a:lnTo>
                  <a:lnTo>
                    <a:pt x="538100" y="1242997"/>
                  </a:lnTo>
                  <a:lnTo>
                    <a:pt x="538088" y="1242996"/>
                  </a:lnTo>
                  <a:lnTo>
                    <a:pt x="538075" y="1242996"/>
                  </a:lnTo>
                  <a:lnTo>
                    <a:pt x="538059" y="1242997"/>
                  </a:lnTo>
                  <a:lnTo>
                    <a:pt x="538045" y="1242998"/>
                  </a:lnTo>
                  <a:lnTo>
                    <a:pt x="538039" y="1243000"/>
                  </a:lnTo>
                  <a:lnTo>
                    <a:pt x="538034" y="1243001"/>
                  </a:lnTo>
                  <a:lnTo>
                    <a:pt x="538008" y="1243013"/>
                  </a:lnTo>
                  <a:lnTo>
                    <a:pt x="538001" y="1243017"/>
                  </a:lnTo>
                  <a:lnTo>
                    <a:pt x="537990" y="1243020"/>
                  </a:lnTo>
                  <a:lnTo>
                    <a:pt x="537976" y="1243025"/>
                  </a:lnTo>
                  <a:lnTo>
                    <a:pt x="537963" y="1243032"/>
                  </a:lnTo>
                  <a:lnTo>
                    <a:pt x="537949" y="1243039"/>
                  </a:lnTo>
                  <a:lnTo>
                    <a:pt x="537939" y="1243047"/>
                  </a:lnTo>
                  <a:lnTo>
                    <a:pt x="537932" y="1243054"/>
                  </a:lnTo>
                  <a:lnTo>
                    <a:pt x="537928" y="1243058"/>
                  </a:lnTo>
                  <a:lnTo>
                    <a:pt x="537906" y="1243083"/>
                  </a:lnTo>
                  <a:lnTo>
                    <a:pt x="537900" y="1243089"/>
                  </a:lnTo>
                  <a:lnTo>
                    <a:pt x="537894" y="1243092"/>
                  </a:lnTo>
                  <a:lnTo>
                    <a:pt x="537885" y="1243093"/>
                  </a:lnTo>
                  <a:lnTo>
                    <a:pt x="537873" y="1243093"/>
                  </a:lnTo>
                  <a:lnTo>
                    <a:pt x="537865" y="1243094"/>
                  </a:lnTo>
                  <a:lnTo>
                    <a:pt x="537856" y="1243093"/>
                  </a:lnTo>
                  <a:lnTo>
                    <a:pt x="537844" y="1243093"/>
                  </a:lnTo>
                  <a:lnTo>
                    <a:pt x="537836" y="1243092"/>
                  </a:lnTo>
                  <a:lnTo>
                    <a:pt x="537831" y="1243090"/>
                  </a:lnTo>
                  <a:lnTo>
                    <a:pt x="537825" y="1243097"/>
                  </a:lnTo>
                  <a:lnTo>
                    <a:pt x="537821" y="1243100"/>
                  </a:lnTo>
                  <a:lnTo>
                    <a:pt x="537817" y="1243102"/>
                  </a:lnTo>
                  <a:lnTo>
                    <a:pt x="537813" y="1243104"/>
                  </a:lnTo>
                  <a:lnTo>
                    <a:pt x="537800" y="1243110"/>
                  </a:lnTo>
                  <a:lnTo>
                    <a:pt x="537788" y="1243116"/>
                  </a:lnTo>
                  <a:lnTo>
                    <a:pt x="537782" y="1243120"/>
                  </a:lnTo>
                  <a:lnTo>
                    <a:pt x="537773" y="1243123"/>
                  </a:lnTo>
                  <a:lnTo>
                    <a:pt x="537762" y="1243124"/>
                  </a:lnTo>
                  <a:lnTo>
                    <a:pt x="537740" y="1243124"/>
                  </a:lnTo>
                  <a:lnTo>
                    <a:pt x="537726" y="1243124"/>
                  </a:lnTo>
                  <a:lnTo>
                    <a:pt x="537715" y="1243125"/>
                  </a:lnTo>
                  <a:lnTo>
                    <a:pt x="537707" y="1243127"/>
                  </a:lnTo>
                  <a:lnTo>
                    <a:pt x="537698" y="1243133"/>
                  </a:lnTo>
                  <a:lnTo>
                    <a:pt x="537690" y="1243140"/>
                  </a:lnTo>
                  <a:lnTo>
                    <a:pt x="537684" y="1243143"/>
                  </a:lnTo>
                  <a:lnTo>
                    <a:pt x="537678" y="1243146"/>
                  </a:lnTo>
                  <a:lnTo>
                    <a:pt x="537666" y="1243151"/>
                  </a:lnTo>
                  <a:lnTo>
                    <a:pt x="537657" y="1243155"/>
                  </a:lnTo>
                  <a:lnTo>
                    <a:pt x="537651" y="1243158"/>
                  </a:lnTo>
                  <a:lnTo>
                    <a:pt x="537645" y="1243164"/>
                  </a:lnTo>
                  <a:lnTo>
                    <a:pt x="537638" y="1243172"/>
                  </a:lnTo>
                  <a:lnTo>
                    <a:pt x="537635" y="1243179"/>
                  </a:lnTo>
                  <a:lnTo>
                    <a:pt x="537632" y="1243187"/>
                  </a:lnTo>
                  <a:lnTo>
                    <a:pt x="537629" y="1243193"/>
                  </a:lnTo>
                  <a:lnTo>
                    <a:pt x="537624" y="1243198"/>
                  </a:lnTo>
                  <a:lnTo>
                    <a:pt x="537613" y="1243206"/>
                  </a:lnTo>
                  <a:lnTo>
                    <a:pt x="537607" y="1243212"/>
                  </a:lnTo>
                  <a:lnTo>
                    <a:pt x="537600" y="1243220"/>
                  </a:lnTo>
                  <a:lnTo>
                    <a:pt x="537594" y="1243229"/>
                  </a:lnTo>
                  <a:lnTo>
                    <a:pt x="537588" y="1243240"/>
                  </a:lnTo>
                  <a:lnTo>
                    <a:pt x="537581" y="1243249"/>
                  </a:lnTo>
                  <a:lnTo>
                    <a:pt x="537572" y="1243266"/>
                  </a:lnTo>
                  <a:lnTo>
                    <a:pt x="537566" y="1243274"/>
                  </a:lnTo>
                  <a:lnTo>
                    <a:pt x="537562" y="1243278"/>
                  </a:lnTo>
                  <a:lnTo>
                    <a:pt x="537558" y="1243280"/>
                  </a:lnTo>
                  <a:lnTo>
                    <a:pt x="537552" y="1243282"/>
                  </a:lnTo>
                  <a:lnTo>
                    <a:pt x="537545" y="1243285"/>
                  </a:lnTo>
                  <a:lnTo>
                    <a:pt x="537537" y="1243288"/>
                  </a:lnTo>
                  <a:lnTo>
                    <a:pt x="537529" y="1243291"/>
                  </a:lnTo>
                  <a:lnTo>
                    <a:pt x="537519" y="1243295"/>
                  </a:lnTo>
                  <a:lnTo>
                    <a:pt x="537509" y="1243299"/>
                  </a:lnTo>
                  <a:lnTo>
                    <a:pt x="537501" y="1243302"/>
                  </a:lnTo>
                  <a:lnTo>
                    <a:pt x="537493" y="1243305"/>
                  </a:lnTo>
                  <a:lnTo>
                    <a:pt x="537481" y="1243310"/>
                  </a:lnTo>
                  <a:lnTo>
                    <a:pt x="537463" y="1243316"/>
                  </a:lnTo>
                  <a:lnTo>
                    <a:pt x="537456" y="1243319"/>
                  </a:lnTo>
                  <a:lnTo>
                    <a:pt x="537445" y="1243324"/>
                  </a:lnTo>
                  <a:lnTo>
                    <a:pt x="537435" y="1243329"/>
                  </a:lnTo>
                  <a:lnTo>
                    <a:pt x="537418" y="1243338"/>
                  </a:lnTo>
                  <a:lnTo>
                    <a:pt x="537405" y="1243345"/>
                  </a:lnTo>
                  <a:lnTo>
                    <a:pt x="537400" y="1243348"/>
                  </a:lnTo>
                  <a:lnTo>
                    <a:pt x="537387" y="1243355"/>
                  </a:lnTo>
                  <a:lnTo>
                    <a:pt x="537371" y="1243364"/>
                  </a:lnTo>
                  <a:lnTo>
                    <a:pt x="537355" y="1243372"/>
                  </a:lnTo>
                  <a:lnTo>
                    <a:pt x="537344" y="1243377"/>
                  </a:lnTo>
                  <a:lnTo>
                    <a:pt x="537330" y="1243382"/>
                  </a:lnTo>
                  <a:lnTo>
                    <a:pt x="537325" y="1243383"/>
                  </a:lnTo>
                  <a:lnTo>
                    <a:pt x="537296" y="1243392"/>
                  </a:lnTo>
                  <a:lnTo>
                    <a:pt x="537287" y="1243395"/>
                  </a:lnTo>
                  <a:lnTo>
                    <a:pt x="537277" y="1243400"/>
                  </a:lnTo>
                  <a:lnTo>
                    <a:pt x="537250" y="1243411"/>
                  </a:lnTo>
                  <a:lnTo>
                    <a:pt x="537216" y="1243419"/>
                  </a:lnTo>
                  <a:lnTo>
                    <a:pt x="537205" y="1243423"/>
                  </a:lnTo>
                  <a:lnTo>
                    <a:pt x="537198" y="1243428"/>
                  </a:lnTo>
                  <a:lnTo>
                    <a:pt x="537194" y="1243431"/>
                  </a:lnTo>
                  <a:lnTo>
                    <a:pt x="537191" y="1243438"/>
                  </a:lnTo>
                  <a:lnTo>
                    <a:pt x="537189" y="1243447"/>
                  </a:lnTo>
                  <a:lnTo>
                    <a:pt x="537183" y="1243460"/>
                  </a:lnTo>
                  <a:lnTo>
                    <a:pt x="537179" y="1243467"/>
                  </a:lnTo>
                  <a:lnTo>
                    <a:pt x="537170" y="1243470"/>
                  </a:lnTo>
                  <a:lnTo>
                    <a:pt x="537155" y="1243470"/>
                  </a:lnTo>
                  <a:lnTo>
                    <a:pt x="537134" y="1243473"/>
                  </a:lnTo>
                  <a:lnTo>
                    <a:pt x="537123" y="1243474"/>
                  </a:lnTo>
                  <a:lnTo>
                    <a:pt x="537114" y="1243474"/>
                  </a:lnTo>
                  <a:lnTo>
                    <a:pt x="537099" y="1243473"/>
                  </a:lnTo>
                  <a:lnTo>
                    <a:pt x="537086" y="1243473"/>
                  </a:lnTo>
                  <a:lnTo>
                    <a:pt x="537078" y="1243476"/>
                  </a:lnTo>
                  <a:lnTo>
                    <a:pt x="537073" y="1243481"/>
                  </a:lnTo>
                  <a:lnTo>
                    <a:pt x="537070" y="1243485"/>
                  </a:lnTo>
                  <a:lnTo>
                    <a:pt x="537060" y="1243501"/>
                  </a:lnTo>
                  <a:lnTo>
                    <a:pt x="537055" y="1243510"/>
                  </a:lnTo>
                  <a:lnTo>
                    <a:pt x="537050" y="1243522"/>
                  </a:lnTo>
                  <a:lnTo>
                    <a:pt x="537047" y="1243532"/>
                  </a:lnTo>
                  <a:lnTo>
                    <a:pt x="537044" y="1243544"/>
                  </a:lnTo>
                  <a:lnTo>
                    <a:pt x="537042" y="1243552"/>
                  </a:lnTo>
                  <a:lnTo>
                    <a:pt x="537038" y="1243559"/>
                  </a:lnTo>
                  <a:lnTo>
                    <a:pt x="537035" y="1243563"/>
                  </a:lnTo>
                  <a:lnTo>
                    <a:pt x="537031" y="1243566"/>
                  </a:lnTo>
                  <a:lnTo>
                    <a:pt x="537026" y="1243568"/>
                  </a:lnTo>
                  <a:lnTo>
                    <a:pt x="537019" y="1243571"/>
                  </a:lnTo>
                  <a:lnTo>
                    <a:pt x="536999" y="1243577"/>
                  </a:lnTo>
                  <a:lnTo>
                    <a:pt x="536976" y="1243584"/>
                  </a:lnTo>
                  <a:lnTo>
                    <a:pt x="536953" y="1243587"/>
                  </a:lnTo>
                  <a:lnTo>
                    <a:pt x="536948" y="1243587"/>
                  </a:lnTo>
                  <a:lnTo>
                    <a:pt x="536940" y="1243586"/>
                  </a:lnTo>
                  <a:lnTo>
                    <a:pt x="536904" y="1243574"/>
                  </a:lnTo>
                  <a:lnTo>
                    <a:pt x="536889" y="1243567"/>
                  </a:lnTo>
                  <a:lnTo>
                    <a:pt x="536880" y="1243564"/>
                  </a:lnTo>
                  <a:lnTo>
                    <a:pt x="536871" y="1243563"/>
                  </a:lnTo>
                  <a:lnTo>
                    <a:pt x="536866" y="1243564"/>
                  </a:lnTo>
                  <a:lnTo>
                    <a:pt x="536853" y="1243565"/>
                  </a:lnTo>
                  <a:lnTo>
                    <a:pt x="536841" y="1243565"/>
                  </a:lnTo>
                  <a:lnTo>
                    <a:pt x="536822" y="1243565"/>
                  </a:lnTo>
                  <a:lnTo>
                    <a:pt x="536800" y="1243567"/>
                  </a:lnTo>
                  <a:lnTo>
                    <a:pt x="536778" y="1243568"/>
                  </a:lnTo>
                  <a:lnTo>
                    <a:pt x="536768" y="1243571"/>
                  </a:lnTo>
                  <a:lnTo>
                    <a:pt x="536758" y="1243573"/>
                  </a:lnTo>
                  <a:lnTo>
                    <a:pt x="536747" y="1243574"/>
                  </a:lnTo>
                  <a:lnTo>
                    <a:pt x="536728" y="1243574"/>
                  </a:lnTo>
                  <a:lnTo>
                    <a:pt x="536720" y="1243573"/>
                  </a:lnTo>
                  <a:lnTo>
                    <a:pt x="536714" y="1243571"/>
                  </a:lnTo>
                  <a:lnTo>
                    <a:pt x="536705" y="1243567"/>
                  </a:lnTo>
                  <a:lnTo>
                    <a:pt x="536696" y="1243563"/>
                  </a:lnTo>
                  <a:lnTo>
                    <a:pt x="536691" y="1243559"/>
                  </a:lnTo>
                  <a:lnTo>
                    <a:pt x="536683" y="1243553"/>
                  </a:lnTo>
                  <a:lnTo>
                    <a:pt x="536677" y="1243548"/>
                  </a:lnTo>
                  <a:lnTo>
                    <a:pt x="536672" y="1243552"/>
                  </a:lnTo>
                  <a:lnTo>
                    <a:pt x="536666" y="1243559"/>
                  </a:lnTo>
                  <a:lnTo>
                    <a:pt x="536660" y="1243567"/>
                  </a:lnTo>
                  <a:lnTo>
                    <a:pt x="536655" y="1243572"/>
                  </a:lnTo>
                  <a:lnTo>
                    <a:pt x="536650" y="1243576"/>
                  </a:lnTo>
                  <a:lnTo>
                    <a:pt x="536646" y="1243579"/>
                  </a:lnTo>
                  <a:lnTo>
                    <a:pt x="536639" y="1243586"/>
                  </a:lnTo>
                  <a:lnTo>
                    <a:pt x="536633" y="1243594"/>
                  </a:lnTo>
                  <a:lnTo>
                    <a:pt x="536630" y="1243599"/>
                  </a:lnTo>
                  <a:lnTo>
                    <a:pt x="536627" y="1243608"/>
                  </a:lnTo>
                  <a:lnTo>
                    <a:pt x="536627" y="1243614"/>
                  </a:lnTo>
                  <a:lnTo>
                    <a:pt x="536628" y="1243622"/>
                  </a:lnTo>
                  <a:lnTo>
                    <a:pt x="536631" y="1243628"/>
                  </a:lnTo>
                  <a:lnTo>
                    <a:pt x="536635" y="1243636"/>
                  </a:lnTo>
                  <a:lnTo>
                    <a:pt x="536643" y="1243652"/>
                  </a:lnTo>
                  <a:lnTo>
                    <a:pt x="536649" y="1243664"/>
                  </a:lnTo>
                  <a:lnTo>
                    <a:pt x="536653" y="1243670"/>
                  </a:lnTo>
                  <a:lnTo>
                    <a:pt x="536659" y="1243678"/>
                  </a:lnTo>
                  <a:lnTo>
                    <a:pt x="536665" y="1243684"/>
                  </a:lnTo>
                  <a:lnTo>
                    <a:pt x="536673" y="1243692"/>
                  </a:lnTo>
                  <a:lnTo>
                    <a:pt x="536677" y="1243696"/>
                  </a:lnTo>
                  <a:lnTo>
                    <a:pt x="536691" y="1243709"/>
                  </a:lnTo>
                  <a:lnTo>
                    <a:pt x="536699" y="1243715"/>
                  </a:lnTo>
                  <a:lnTo>
                    <a:pt x="536705" y="1243721"/>
                  </a:lnTo>
                  <a:lnTo>
                    <a:pt x="536712" y="1243730"/>
                  </a:lnTo>
                  <a:lnTo>
                    <a:pt x="536722" y="1243741"/>
                  </a:lnTo>
                  <a:lnTo>
                    <a:pt x="536733" y="1243755"/>
                  </a:lnTo>
                  <a:lnTo>
                    <a:pt x="536749" y="1243770"/>
                  </a:lnTo>
                  <a:lnTo>
                    <a:pt x="536753" y="1243775"/>
                  </a:lnTo>
                  <a:lnTo>
                    <a:pt x="536759" y="1243783"/>
                  </a:lnTo>
                  <a:lnTo>
                    <a:pt x="536764" y="1243792"/>
                  </a:lnTo>
                  <a:lnTo>
                    <a:pt x="536765" y="1243800"/>
                  </a:lnTo>
                  <a:lnTo>
                    <a:pt x="536766" y="1243806"/>
                  </a:lnTo>
                  <a:lnTo>
                    <a:pt x="536767" y="1243816"/>
                  </a:lnTo>
                  <a:lnTo>
                    <a:pt x="536768" y="1243827"/>
                  </a:lnTo>
                  <a:lnTo>
                    <a:pt x="536770" y="1243843"/>
                  </a:lnTo>
                  <a:lnTo>
                    <a:pt x="536770" y="1243850"/>
                  </a:lnTo>
                  <a:lnTo>
                    <a:pt x="536768" y="1243858"/>
                  </a:lnTo>
                  <a:lnTo>
                    <a:pt x="536747" y="1243865"/>
                  </a:lnTo>
                  <a:lnTo>
                    <a:pt x="536738" y="1243869"/>
                  </a:lnTo>
                  <a:lnTo>
                    <a:pt x="536731" y="1243872"/>
                  </a:lnTo>
                  <a:lnTo>
                    <a:pt x="536721" y="1243877"/>
                  </a:lnTo>
                  <a:lnTo>
                    <a:pt x="536713" y="1243880"/>
                  </a:lnTo>
                  <a:lnTo>
                    <a:pt x="536701" y="1243883"/>
                  </a:lnTo>
                  <a:lnTo>
                    <a:pt x="536693" y="1243885"/>
                  </a:lnTo>
                  <a:lnTo>
                    <a:pt x="536686" y="1243888"/>
                  </a:lnTo>
                  <a:lnTo>
                    <a:pt x="536676" y="1243895"/>
                  </a:lnTo>
                  <a:lnTo>
                    <a:pt x="536663" y="1243907"/>
                  </a:lnTo>
                  <a:lnTo>
                    <a:pt x="536647" y="1243918"/>
                  </a:lnTo>
                  <a:lnTo>
                    <a:pt x="536639" y="1243924"/>
                  </a:lnTo>
                  <a:lnTo>
                    <a:pt x="536626" y="1243935"/>
                  </a:lnTo>
                  <a:lnTo>
                    <a:pt x="536621" y="1243945"/>
                  </a:lnTo>
                  <a:lnTo>
                    <a:pt x="536617" y="1243953"/>
                  </a:lnTo>
                  <a:lnTo>
                    <a:pt x="536611" y="1243974"/>
                  </a:lnTo>
                  <a:lnTo>
                    <a:pt x="536604" y="1243991"/>
                  </a:lnTo>
                  <a:lnTo>
                    <a:pt x="536596" y="1244007"/>
                  </a:lnTo>
                  <a:lnTo>
                    <a:pt x="536592" y="1244015"/>
                  </a:lnTo>
                  <a:lnTo>
                    <a:pt x="536586" y="1244025"/>
                  </a:lnTo>
                  <a:lnTo>
                    <a:pt x="536581" y="1244036"/>
                  </a:lnTo>
                  <a:lnTo>
                    <a:pt x="536577" y="1244045"/>
                  </a:lnTo>
                  <a:lnTo>
                    <a:pt x="536576" y="1244054"/>
                  </a:lnTo>
                  <a:lnTo>
                    <a:pt x="536578" y="1244067"/>
                  </a:lnTo>
                  <a:lnTo>
                    <a:pt x="536580" y="1244076"/>
                  </a:lnTo>
                  <a:lnTo>
                    <a:pt x="536586" y="1244094"/>
                  </a:lnTo>
                  <a:lnTo>
                    <a:pt x="536593" y="1244106"/>
                  </a:lnTo>
                  <a:lnTo>
                    <a:pt x="536597" y="1244117"/>
                  </a:lnTo>
                  <a:lnTo>
                    <a:pt x="536600" y="1244124"/>
                  </a:lnTo>
                  <a:lnTo>
                    <a:pt x="536601" y="1244130"/>
                  </a:lnTo>
                  <a:lnTo>
                    <a:pt x="536601" y="1244139"/>
                  </a:lnTo>
                  <a:lnTo>
                    <a:pt x="536601" y="1244156"/>
                  </a:lnTo>
                  <a:lnTo>
                    <a:pt x="536595" y="1244156"/>
                  </a:lnTo>
                  <a:lnTo>
                    <a:pt x="536584" y="1244152"/>
                  </a:lnTo>
                  <a:lnTo>
                    <a:pt x="536567" y="1244142"/>
                  </a:lnTo>
                  <a:lnTo>
                    <a:pt x="536551" y="1244132"/>
                  </a:lnTo>
                  <a:lnTo>
                    <a:pt x="536529" y="1244119"/>
                  </a:lnTo>
                  <a:lnTo>
                    <a:pt x="536511" y="1244105"/>
                  </a:lnTo>
                  <a:lnTo>
                    <a:pt x="536495" y="1244090"/>
                  </a:lnTo>
                  <a:lnTo>
                    <a:pt x="536488" y="1244081"/>
                  </a:lnTo>
                  <a:lnTo>
                    <a:pt x="536481" y="1244073"/>
                  </a:lnTo>
                  <a:lnTo>
                    <a:pt x="536471" y="1244063"/>
                  </a:lnTo>
                  <a:lnTo>
                    <a:pt x="536462" y="1244054"/>
                  </a:lnTo>
                  <a:lnTo>
                    <a:pt x="536449" y="1244043"/>
                  </a:lnTo>
                  <a:lnTo>
                    <a:pt x="536434" y="1244032"/>
                  </a:lnTo>
                  <a:lnTo>
                    <a:pt x="536428" y="1244029"/>
                  </a:lnTo>
                  <a:lnTo>
                    <a:pt x="536421" y="1244024"/>
                  </a:lnTo>
                  <a:lnTo>
                    <a:pt x="536415" y="1244020"/>
                  </a:lnTo>
                  <a:lnTo>
                    <a:pt x="536403" y="1244012"/>
                  </a:lnTo>
                  <a:lnTo>
                    <a:pt x="536389" y="1244007"/>
                  </a:lnTo>
                  <a:lnTo>
                    <a:pt x="536376" y="1244001"/>
                  </a:lnTo>
                  <a:lnTo>
                    <a:pt x="536371" y="1243999"/>
                  </a:lnTo>
                  <a:lnTo>
                    <a:pt x="536350" y="1243990"/>
                  </a:lnTo>
                  <a:lnTo>
                    <a:pt x="536332" y="1243980"/>
                  </a:lnTo>
                  <a:lnTo>
                    <a:pt x="536315" y="1243971"/>
                  </a:lnTo>
                  <a:lnTo>
                    <a:pt x="536308" y="1243969"/>
                  </a:lnTo>
                  <a:lnTo>
                    <a:pt x="536297" y="1243966"/>
                  </a:lnTo>
                  <a:lnTo>
                    <a:pt x="536275" y="1243959"/>
                  </a:lnTo>
                  <a:lnTo>
                    <a:pt x="536263" y="1243956"/>
                  </a:lnTo>
                  <a:lnTo>
                    <a:pt x="536255" y="1243952"/>
                  </a:lnTo>
                  <a:lnTo>
                    <a:pt x="536236" y="1243942"/>
                  </a:lnTo>
                  <a:lnTo>
                    <a:pt x="536221" y="1243937"/>
                  </a:lnTo>
                  <a:lnTo>
                    <a:pt x="536205" y="1243932"/>
                  </a:lnTo>
                  <a:lnTo>
                    <a:pt x="536190" y="1243930"/>
                  </a:lnTo>
                  <a:lnTo>
                    <a:pt x="536180" y="1243929"/>
                  </a:lnTo>
                  <a:lnTo>
                    <a:pt x="536172" y="1243928"/>
                  </a:lnTo>
                  <a:lnTo>
                    <a:pt x="536153" y="1243926"/>
                  </a:lnTo>
                  <a:lnTo>
                    <a:pt x="536133" y="1243923"/>
                  </a:lnTo>
                  <a:lnTo>
                    <a:pt x="536123" y="1243922"/>
                  </a:lnTo>
                  <a:lnTo>
                    <a:pt x="536110" y="1243922"/>
                  </a:lnTo>
                  <a:lnTo>
                    <a:pt x="536091" y="1243921"/>
                  </a:lnTo>
                  <a:lnTo>
                    <a:pt x="536086" y="1243920"/>
                  </a:lnTo>
                  <a:lnTo>
                    <a:pt x="536078" y="1243916"/>
                  </a:lnTo>
                  <a:lnTo>
                    <a:pt x="536070" y="1243916"/>
                  </a:lnTo>
                  <a:lnTo>
                    <a:pt x="536059" y="1243918"/>
                  </a:lnTo>
                  <a:lnTo>
                    <a:pt x="536053" y="1243917"/>
                  </a:lnTo>
                  <a:lnTo>
                    <a:pt x="536047" y="1243916"/>
                  </a:lnTo>
                  <a:lnTo>
                    <a:pt x="536034" y="1243912"/>
                  </a:lnTo>
                  <a:lnTo>
                    <a:pt x="536023" y="1243907"/>
                  </a:lnTo>
                  <a:lnTo>
                    <a:pt x="536016" y="1243905"/>
                  </a:lnTo>
                  <a:lnTo>
                    <a:pt x="536007" y="1243903"/>
                  </a:lnTo>
                  <a:lnTo>
                    <a:pt x="535997" y="1243899"/>
                  </a:lnTo>
                  <a:lnTo>
                    <a:pt x="535987" y="1243897"/>
                  </a:lnTo>
                  <a:lnTo>
                    <a:pt x="535972" y="1243894"/>
                  </a:lnTo>
                  <a:lnTo>
                    <a:pt x="535959" y="1243891"/>
                  </a:lnTo>
                  <a:lnTo>
                    <a:pt x="535943" y="1243887"/>
                  </a:lnTo>
                  <a:lnTo>
                    <a:pt x="535926" y="1243886"/>
                  </a:lnTo>
                  <a:lnTo>
                    <a:pt x="535918" y="1243884"/>
                  </a:lnTo>
                  <a:lnTo>
                    <a:pt x="535907" y="1243869"/>
                  </a:lnTo>
                  <a:lnTo>
                    <a:pt x="535901" y="1243860"/>
                  </a:lnTo>
                  <a:lnTo>
                    <a:pt x="535897" y="1243854"/>
                  </a:lnTo>
                  <a:lnTo>
                    <a:pt x="535894" y="1243849"/>
                  </a:lnTo>
                  <a:lnTo>
                    <a:pt x="535885" y="1243836"/>
                  </a:lnTo>
                  <a:lnTo>
                    <a:pt x="535876" y="1243822"/>
                  </a:lnTo>
                  <a:lnTo>
                    <a:pt x="535869" y="1243813"/>
                  </a:lnTo>
                  <a:lnTo>
                    <a:pt x="535861" y="1243803"/>
                  </a:lnTo>
                  <a:lnTo>
                    <a:pt x="535854" y="1243795"/>
                  </a:lnTo>
                  <a:lnTo>
                    <a:pt x="535847" y="1243788"/>
                  </a:lnTo>
                  <a:lnTo>
                    <a:pt x="535841" y="1243783"/>
                  </a:lnTo>
                  <a:lnTo>
                    <a:pt x="535836" y="1243780"/>
                  </a:lnTo>
                  <a:lnTo>
                    <a:pt x="535831" y="1243778"/>
                  </a:lnTo>
                  <a:lnTo>
                    <a:pt x="535826" y="1243776"/>
                  </a:lnTo>
                  <a:lnTo>
                    <a:pt x="535821" y="1243775"/>
                  </a:lnTo>
                  <a:lnTo>
                    <a:pt x="535816" y="1243774"/>
                  </a:lnTo>
                  <a:lnTo>
                    <a:pt x="535811" y="1243773"/>
                  </a:lnTo>
                  <a:lnTo>
                    <a:pt x="535805" y="1243772"/>
                  </a:lnTo>
                  <a:lnTo>
                    <a:pt x="535799" y="1243772"/>
                  </a:lnTo>
                  <a:lnTo>
                    <a:pt x="535793" y="1243772"/>
                  </a:lnTo>
                  <a:lnTo>
                    <a:pt x="535787" y="1243773"/>
                  </a:lnTo>
                  <a:lnTo>
                    <a:pt x="535782" y="1243774"/>
                  </a:lnTo>
                  <a:lnTo>
                    <a:pt x="535776" y="1243776"/>
                  </a:lnTo>
                  <a:lnTo>
                    <a:pt x="535771" y="1243778"/>
                  </a:lnTo>
                  <a:lnTo>
                    <a:pt x="535766" y="1243780"/>
                  </a:lnTo>
                  <a:lnTo>
                    <a:pt x="535762" y="1243782"/>
                  </a:lnTo>
                  <a:lnTo>
                    <a:pt x="535743" y="1243793"/>
                  </a:lnTo>
                  <a:lnTo>
                    <a:pt x="535738" y="1243796"/>
                  </a:lnTo>
                  <a:lnTo>
                    <a:pt x="535731" y="1243799"/>
                  </a:lnTo>
                  <a:lnTo>
                    <a:pt x="535724" y="1243801"/>
                  </a:lnTo>
                  <a:lnTo>
                    <a:pt x="535719" y="1243802"/>
                  </a:lnTo>
                  <a:lnTo>
                    <a:pt x="535714" y="1243803"/>
                  </a:lnTo>
                  <a:lnTo>
                    <a:pt x="535708" y="1243802"/>
                  </a:lnTo>
                  <a:lnTo>
                    <a:pt x="535701" y="1243800"/>
                  </a:lnTo>
                  <a:lnTo>
                    <a:pt x="535688" y="1243794"/>
                  </a:lnTo>
                  <a:lnTo>
                    <a:pt x="535682" y="1243791"/>
                  </a:lnTo>
                  <a:lnTo>
                    <a:pt x="535675" y="1243790"/>
                  </a:lnTo>
                  <a:lnTo>
                    <a:pt x="535669" y="1243790"/>
                  </a:lnTo>
                  <a:lnTo>
                    <a:pt x="535663" y="1243791"/>
                  </a:lnTo>
                  <a:lnTo>
                    <a:pt x="535658" y="1243793"/>
                  </a:lnTo>
                  <a:lnTo>
                    <a:pt x="535652" y="1243796"/>
                  </a:lnTo>
                  <a:lnTo>
                    <a:pt x="535645" y="1243800"/>
                  </a:lnTo>
                  <a:lnTo>
                    <a:pt x="535639" y="1243805"/>
                  </a:lnTo>
                  <a:lnTo>
                    <a:pt x="535635" y="1243809"/>
                  </a:lnTo>
                  <a:lnTo>
                    <a:pt x="535629" y="1243817"/>
                  </a:lnTo>
                  <a:lnTo>
                    <a:pt x="535623" y="1243822"/>
                  </a:lnTo>
                  <a:lnTo>
                    <a:pt x="535617" y="1243824"/>
                  </a:lnTo>
                  <a:lnTo>
                    <a:pt x="535612" y="1243825"/>
                  </a:lnTo>
                  <a:lnTo>
                    <a:pt x="535586" y="1243826"/>
                  </a:lnTo>
                  <a:lnTo>
                    <a:pt x="535578" y="1243827"/>
                  </a:lnTo>
                  <a:lnTo>
                    <a:pt x="535571" y="1243828"/>
                  </a:lnTo>
                  <a:lnTo>
                    <a:pt x="535564" y="1243829"/>
                  </a:lnTo>
                  <a:lnTo>
                    <a:pt x="535558" y="1243831"/>
                  </a:lnTo>
                  <a:lnTo>
                    <a:pt x="535552" y="1243833"/>
                  </a:lnTo>
                  <a:lnTo>
                    <a:pt x="535546" y="1243836"/>
                  </a:lnTo>
                  <a:lnTo>
                    <a:pt x="535541" y="1243839"/>
                  </a:lnTo>
                  <a:lnTo>
                    <a:pt x="535537" y="1243842"/>
                  </a:lnTo>
                  <a:lnTo>
                    <a:pt x="535531" y="1243847"/>
                  </a:lnTo>
                  <a:lnTo>
                    <a:pt x="535526" y="1243853"/>
                  </a:lnTo>
                  <a:lnTo>
                    <a:pt x="535523" y="1243859"/>
                  </a:lnTo>
                  <a:lnTo>
                    <a:pt x="535521" y="1243863"/>
                  </a:lnTo>
                  <a:lnTo>
                    <a:pt x="535519" y="1243868"/>
                  </a:lnTo>
                  <a:lnTo>
                    <a:pt x="535514" y="1243884"/>
                  </a:lnTo>
                  <a:lnTo>
                    <a:pt x="535512" y="1243888"/>
                  </a:lnTo>
                  <a:lnTo>
                    <a:pt x="535509" y="1243893"/>
                  </a:lnTo>
                  <a:lnTo>
                    <a:pt x="535505" y="1243897"/>
                  </a:lnTo>
                  <a:lnTo>
                    <a:pt x="535500" y="1243900"/>
                  </a:lnTo>
                  <a:lnTo>
                    <a:pt x="535495" y="1243903"/>
                  </a:lnTo>
                  <a:lnTo>
                    <a:pt x="535488" y="1243905"/>
                  </a:lnTo>
                  <a:lnTo>
                    <a:pt x="535478" y="1243907"/>
                  </a:lnTo>
                  <a:lnTo>
                    <a:pt x="535465" y="1243909"/>
                  </a:lnTo>
                  <a:lnTo>
                    <a:pt x="535457" y="1243908"/>
                  </a:lnTo>
                  <a:lnTo>
                    <a:pt x="535451" y="1243907"/>
                  </a:lnTo>
                  <a:lnTo>
                    <a:pt x="535443" y="1243905"/>
                  </a:lnTo>
                  <a:lnTo>
                    <a:pt x="535432" y="1243902"/>
                  </a:lnTo>
                  <a:lnTo>
                    <a:pt x="535427" y="1243901"/>
                  </a:lnTo>
                  <a:lnTo>
                    <a:pt x="535423" y="1243898"/>
                  </a:lnTo>
                  <a:lnTo>
                    <a:pt x="535417" y="1243897"/>
                  </a:lnTo>
                  <a:lnTo>
                    <a:pt x="535404" y="1243892"/>
                  </a:lnTo>
                  <a:lnTo>
                    <a:pt x="535381" y="1243886"/>
                  </a:lnTo>
                  <a:lnTo>
                    <a:pt x="535354" y="1243879"/>
                  </a:lnTo>
                  <a:lnTo>
                    <a:pt x="535345" y="1243877"/>
                  </a:lnTo>
                  <a:lnTo>
                    <a:pt x="535332" y="1243874"/>
                  </a:lnTo>
                  <a:lnTo>
                    <a:pt x="535327" y="1243873"/>
                  </a:lnTo>
                  <a:lnTo>
                    <a:pt x="535318" y="1243870"/>
                  </a:lnTo>
                  <a:lnTo>
                    <a:pt x="535300" y="1243862"/>
                  </a:lnTo>
                  <a:lnTo>
                    <a:pt x="535294" y="1243859"/>
                  </a:lnTo>
                  <a:lnTo>
                    <a:pt x="535265" y="1243846"/>
                  </a:lnTo>
                  <a:lnTo>
                    <a:pt x="535238" y="1243828"/>
                  </a:lnTo>
                  <a:lnTo>
                    <a:pt x="535233" y="1243826"/>
                  </a:lnTo>
                  <a:lnTo>
                    <a:pt x="535219" y="1243819"/>
                  </a:lnTo>
                  <a:lnTo>
                    <a:pt x="535212" y="1243815"/>
                  </a:lnTo>
                  <a:lnTo>
                    <a:pt x="535206" y="1243813"/>
                  </a:lnTo>
                  <a:lnTo>
                    <a:pt x="535199" y="1243810"/>
                  </a:lnTo>
                  <a:lnTo>
                    <a:pt x="535186" y="1243807"/>
                  </a:lnTo>
                  <a:lnTo>
                    <a:pt x="535173" y="1243804"/>
                  </a:lnTo>
                  <a:lnTo>
                    <a:pt x="535157" y="1243799"/>
                  </a:lnTo>
                  <a:lnTo>
                    <a:pt x="535141" y="1243794"/>
                  </a:lnTo>
                  <a:lnTo>
                    <a:pt x="535119" y="1243784"/>
                  </a:lnTo>
                  <a:lnTo>
                    <a:pt x="535099" y="1243774"/>
                  </a:lnTo>
                  <a:lnTo>
                    <a:pt x="535083" y="1243767"/>
                  </a:lnTo>
                  <a:lnTo>
                    <a:pt x="535059" y="1243756"/>
                  </a:lnTo>
                  <a:lnTo>
                    <a:pt x="535049" y="1243753"/>
                  </a:lnTo>
                  <a:lnTo>
                    <a:pt x="535023" y="1243743"/>
                  </a:lnTo>
                  <a:lnTo>
                    <a:pt x="535001" y="1243735"/>
                  </a:lnTo>
                  <a:lnTo>
                    <a:pt x="534996" y="1243733"/>
                  </a:lnTo>
                  <a:lnTo>
                    <a:pt x="534990" y="1243731"/>
                  </a:lnTo>
                  <a:lnTo>
                    <a:pt x="534977" y="1243728"/>
                  </a:lnTo>
                  <a:lnTo>
                    <a:pt x="534964" y="1243726"/>
                  </a:lnTo>
                  <a:lnTo>
                    <a:pt x="534958" y="1243725"/>
                  </a:lnTo>
                  <a:lnTo>
                    <a:pt x="534951" y="1243724"/>
                  </a:lnTo>
                  <a:lnTo>
                    <a:pt x="534945" y="1243724"/>
                  </a:lnTo>
                  <a:lnTo>
                    <a:pt x="534932" y="1243723"/>
                  </a:lnTo>
                  <a:lnTo>
                    <a:pt x="534919" y="1243723"/>
                  </a:lnTo>
                  <a:lnTo>
                    <a:pt x="534905" y="1243724"/>
                  </a:lnTo>
                  <a:lnTo>
                    <a:pt x="534883" y="1243726"/>
                  </a:lnTo>
                  <a:lnTo>
                    <a:pt x="534876" y="1243727"/>
                  </a:lnTo>
                  <a:lnTo>
                    <a:pt x="534868" y="1243728"/>
                  </a:lnTo>
                  <a:lnTo>
                    <a:pt x="534860" y="1243731"/>
                  </a:lnTo>
                  <a:lnTo>
                    <a:pt x="534849" y="1243734"/>
                  </a:lnTo>
                  <a:lnTo>
                    <a:pt x="534835" y="1243739"/>
                  </a:lnTo>
                  <a:lnTo>
                    <a:pt x="534796" y="1243737"/>
                  </a:lnTo>
                  <a:lnTo>
                    <a:pt x="534784" y="1243736"/>
                  </a:lnTo>
                  <a:lnTo>
                    <a:pt x="534776" y="1243735"/>
                  </a:lnTo>
                  <a:lnTo>
                    <a:pt x="534768" y="1243734"/>
                  </a:lnTo>
                  <a:lnTo>
                    <a:pt x="534757" y="1243731"/>
                  </a:lnTo>
                  <a:lnTo>
                    <a:pt x="534749" y="1243728"/>
                  </a:lnTo>
                  <a:lnTo>
                    <a:pt x="534743" y="1243726"/>
                  </a:lnTo>
                  <a:lnTo>
                    <a:pt x="534736" y="1243723"/>
                  </a:lnTo>
                  <a:lnTo>
                    <a:pt x="534721" y="1243717"/>
                  </a:lnTo>
                  <a:lnTo>
                    <a:pt x="534714" y="1243713"/>
                  </a:lnTo>
                  <a:lnTo>
                    <a:pt x="534707" y="1243709"/>
                  </a:lnTo>
                  <a:lnTo>
                    <a:pt x="534701" y="1243706"/>
                  </a:lnTo>
                  <a:lnTo>
                    <a:pt x="534696" y="1243701"/>
                  </a:lnTo>
                  <a:lnTo>
                    <a:pt x="534691" y="1243697"/>
                  </a:lnTo>
                  <a:lnTo>
                    <a:pt x="534678" y="1243683"/>
                  </a:lnTo>
                  <a:lnTo>
                    <a:pt x="534673" y="1243678"/>
                  </a:lnTo>
                  <a:lnTo>
                    <a:pt x="534664" y="1243670"/>
                  </a:lnTo>
                  <a:lnTo>
                    <a:pt x="534650" y="1243658"/>
                  </a:lnTo>
                  <a:lnTo>
                    <a:pt x="534645" y="1243654"/>
                  </a:lnTo>
                  <a:lnTo>
                    <a:pt x="534638" y="1243647"/>
                  </a:lnTo>
                  <a:lnTo>
                    <a:pt x="534631" y="1243639"/>
                  </a:lnTo>
                  <a:lnTo>
                    <a:pt x="534628" y="1243635"/>
                  </a:lnTo>
                  <a:lnTo>
                    <a:pt x="534625" y="1243631"/>
                  </a:lnTo>
                  <a:lnTo>
                    <a:pt x="534622" y="1243626"/>
                  </a:lnTo>
                  <a:lnTo>
                    <a:pt x="534613" y="1243607"/>
                  </a:lnTo>
                  <a:lnTo>
                    <a:pt x="534609" y="1243600"/>
                  </a:lnTo>
                  <a:lnTo>
                    <a:pt x="534605" y="1243595"/>
                  </a:lnTo>
                  <a:lnTo>
                    <a:pt x="534596" y="1243587"/>
                  </a:lnTo>
                  <a:lnTo>
                    <a:pt x="534590" y="1243581"/>
                  </a:lnTo>
                  <a:lnTo>
                    <a:pt x="534579" y="1243570"/>
                  </a:lnTo>
                  <a:lnTo>
                    <a:pt x="534572" y="1243564"/>
                  </a:lnTo>
                  <a:lnTo>
                    <a:pt x="534563" y="1243558"/>
                  </a:lnTo>
                  <a:lnTo>
                    <a:pt x="534556" y="1243554"/>
                  </a:lnTo>
                  <a:lnTo>
                    <a:pt x="534552" y="1243552"/>
                  </a:lnTo>
                  <a:lnTo>
                    <a:pt x="534543" y="1243545"/>
                  </a:lnTo>
                  <a:lnTo>
                    <a:pt x="534534" y="1243538"/>
                  </a:lnTo>
                  <a:lnTo>
                    <a:pt x="534526" y="1243530"/>
                  </a:lnTo>
                  <a:lnTo>
                    <a:pt x="534518" y="1243522"/>
                  </a:lnTo>
                  <a:lnTo>
                    <a:pt x="534510" y="1243513"/>
                  </a:lnTo>
                  <a:lnTo>
                    <a:pt x="534501" y="1243503"/>
                  </a:lnTo>
                  <a:lnTo>
                    <a:pt x="534495" y="1243493"/>
                  </a:lnTo>
                  <a:lnTo>
                    <a:pt x="534485" y="1243482"/>
                  </a:lnTo>
                  <a:lnTo>
                    <a:pt x="534477" y="1243473"/>
                  </a:lnTo>
                  <a:lnTo>
                    <a:pt x="534472" y="1243467"/>
                  </a:lnTo>
                  <a:lnTo>
                    <a:pt x="534461" y="1243454"/>
                  </a:lnTo>
                  <a:lnTo>
                    <a:pt x="534451" y="1243443"/>
                  </a:lnTo>
                  <a:lnTo>
                    <a:pt x="534439" y="1243433"/>
                  </a:lnTo>
                  <a:lnTo>
                    <a:pt x="534427" y="1243424"/>
                  </a:lnTo>
                  <a:lnTo>
                    <a:pt x="534421" y="1243421"/>
                  </a:lnTo>
                  <a:lnTo>
                    <a:pt x="534408" y="1243414"/>
                  </a:lnTo>
                  <a:lnTo>
                    <a:pt x="534397" y="1243406"/>
                  </a:lnTo>
                  <a:lnTo>
                    <a:pt x="534388" y="1243400"/>
                  </a:lnTo>
                  <a:lnTo>
                    <a:pt x="534381" y="1243395"/>
                  </a:lnTo>
                  <a:lnTo>
                    <a:pt x="534358" y="1243376"/>
                  </a:lnTo>
                  <a:lnTo>
                    <a:pt x="534351" y="1243374"/>
                  </a:lnTo>
                  <a:lnTo>
                    <a:pt x="534340" y="1243379"/>
                  </a:lnTo>
                  <a:lnTo>
                    <a:pt x="534333" y="1243383"/>
                  </a:lnTo>
                  <a:lnTo>
                    <a:pt x="534321" y="1243392"/>
                  </a:lnTo>
                  <a:lnTo>
                    <a:pt x="534312" y="1243399"/>
                  </a:lnTo>
                  <a:lnTo>
                    <a:pt x="534303" y="1243408"/>
                  </a:lnTo>
                  <a:lnTo>
                    <a:pt x="534297" y="1243414"/>
                  </a:lnTo>
                  <a:lnTo>
                    <a:pt x="534294" y="1243418"/>
                  </a:lnTo>
                  <a:lnTo>
                    <a:pt x="534289" y="1243424"/>
                  </a:lnTo>
                  <a:lnTo>
                    <a:pt x="534281" y="1243433"/>
                  </a:lnTo>
                  <a:lnTo>
                    <a:pt x="534270" y="1243441"/>
                  </a:lnTo>
                  <a:lnTo>
                    <a:pt x="534260" y="1243445"/>
                  </a:lnTo>
                  <a:lnTo>
                    <a:pt x="534246" y="1243448"/>
                  </a:lnTo>
                  <a:lnTo>
                    <a:pt x="534224" y="1243451"/>
                  </a:lnTo>
                  <a:lnTo>
                    <a:pt x="534204" y="1243453"/>
                  </a:lnTo>
                  <a:lnTo>
                    <a:pt x="534180" y="1243455"/>
                  </a:lnTo>
                  <a:lnTo>
                    <a:pt x="534163" y="1243457"/>
                  </a:lnTo>
                  <a:lnTo>
                    <a:pt x="534139" y="1243460"/>
                  </a:lnTo>
                  <a:lnTo>
                    <a:pt x="534132" y="1243461"/>
                  </a:lnTo>
                  <a:lnTo>
                    <a:pt x="534124" y="1243463"/>
                  </a:lnTo>
                  <a:lnTo>
                    <a:pt x="534118" y="1243465"/>
                  </a:lnTo>
                  <a:lnTo>
                    <a:pt x="534110" y="1243471"/>
                  </a:lnTo>
                  <a:lnTo>
                    <a:pt x="534105" y="1243475"/>
                  </a:lnTo>
                  <a:lnTo>
                    <a:pt x="534098" y="1243482"/>
                  </a:lnTo>
                  <a:lnTo>
                    <a:pt x="534089" y="1243492"/>
                  </a:lnTo>
                  <a:lnTo>
                    <a:pt x="534079" y="1243504"/>
                  </a:lnTo>
                  <a:lnTo>
                    <a:pt x="534068" y="1243513"/>
                  </a:lnTo>
                  <a:lnTo>
                    <a:pt x="534057" y="1243517"/>
                  </a:lnTo>
                  <a:lnTo>
                    <a:pt x="534050" y="1243519"/>
                  </a:lnTo>
                  <a:lnTo>
                    <a:pt x="534036" y="1243524"/>
                  </a:lnTo>
                  <a:lnTo>
                    <a:pt x="534021" y="1243529"/>
                  </a:lnTo>
                  <a:lnTo>
                    <a:pt x="534008" y="1243534"/>
                  </a:lnTo>
                  <a:lnTo>
                    <a:pt x="534000" y="1243538"/>
                  </a:lnTo>
                  <a:lnTo>
                    <a:pt x="533991" y="1243543"/>
                  </a:lnTo>
                  <a:lnTo>
                    <a:pt x="533986" y="1243545"/>
                  </a:lnTo>
                  <a:lnTo>
                    <a:pt x="533978" y="1243549"/>
                  </a:lnTo>
                  <a:lnTo>
                    <a:pt x="533972" y="1243552"/>
                  </a:lnTo>
                  <a:lnTo>
                    <a:pt x="533966" y="1243553"/>
                  </a:lnTo>
                  <a:lnTo>
                    <a:pt x="533958" y="1243554"/>
                  </a:lnTo>
                  <a:lnTo>
                    <a:pt x="533952" y="1243555"/>
                  </a:lnTo>
                  <a:lnTo>
                    <a:pt x="533935" y="1243558"/>
                  </a:lnTo>
                  <a:lnTo>
                    <a:pt x="533921" y="1243561"/>
                  </a:lnTo>
                  <a:lnTo>
                    <a:pt x="533910" y="1243563"/>
                  </a:lnTo>
                  <a:lnTo>
                    <a:pt x="533896" y="1243564"/>
                  </a:lnTo>
                  <a:lnTo>
                    <a:pt x="533891" y="1243565"/>
                  </a:lnTo>
                  <a:lnTo>
                    <a:pt x="533871" y="1243570"/>
                  </a:lnTo>
                  <a:lnTo>
                    <a:pt x="533859" y="1243574"/>
                  </a:lnTo>
                  <a:lnTo>
                    <a:pt x="533854" y="1243576"/>
                  </a:lnTo>
                  <a:lnTo>
                    <a:pt x="533838" y="1243580"/>
                  </a:lnTo>
                  <a:lnTo>
                    <a:pt x="533830" y="1243578"/>
                  </a:lnTo>
                  <a:lnTo>
                    <a:pt x="533818" y="1243578"/>
                  </a:lnTo>
                  <a:lnTo>
                    <a:pt x="533810" y="1243578"/>
                  </a:lnTo>
                  <a:lnTo>
                    <a:pt x="533804" y="1243579"/>
                  </a:lnTo>
                  <a:lnTo>
                    <a:pt x="533798" y="1243574"/>
                  </a:lnTo>
                  <a:lnTo>
                    <a:pt x="533792" y="1243568"/>
                  </a:lnTo>
                  <a:lnTo>
                    <a:pt x="533789" y="1243560"/>
                  </a:lnTo>
                  <a:lnTo>
                    <a:pt x="533786" y="1243550"/>
                  </a:lnTo>
                  <a:lnTo>
                    <a:pt x="533785" y="1243538"/>
                  </a:lnTo>
                  <a:lnTo>
                    <a:pt x="533783" y="1243528"/>
                  </a:lnTo>
                  <a:lnTo>
                    <a:pt x="533782" y="1243518"/>
                  </a:lnTo>
                  <a:lnTo>
                    <a:pt x="533780" y="1243511"/>
                  </a:lnTo>
                  <a:lnTo>
                    <a:pt x="533774" y="1243507"/>
                  </a:lnTo>
                  <a:lnTo>
                    <a:pt x="533763" y="1243501"/>
                  </a:lnTo>
                  <a:lnTo>
                    <a:pt x="533748" y="1243493"/>
                  </a:lnTo>
                  <a:lnTo>
                    <a:pt x="533738" y="1243487"/>
                  </a:lnTo>
                  <a:lnTo>
                    <a:pt x="533728" y="1243479"/>
                  </a:lnTo>
                  <a:lnTo>
                    <a:pt x="533721" y="1243473"/>
                  </a:lnTo>
                  <a:lnTo>
                    <a:pt x="533711" y="1243465"/>
                  </a:lnTo>
                  <a:lnTo>
                    <a:pt x="533703" y="1243458"/>
                  </a:lnTo>
                  <a:lnTo>
                    <a:pt x="533697" y="1243452"/>
                  </a:lnTo>
                  <a:lnTo>
                    <a:pt x="533690" y="1243443"/>
                  </a:lnTo>
                  <a:lnTo>
                    <a:pt x="533685" y="1243436"/>
                  </a:lnTo>
                  <a:lnTo>
                    <a:pt x="533677" y="1243424"/>
                  </a:lnTo>
                  <a:lnTo>
                    <a:pt x="533671" y="1243414"/>
                  </a:lnTo>
                  <a:lnTo>
                    <a:pt x="533665" y="1243407"/>
                  </a:lnTo>
                  <a:lnTo>
                    <a:pt x="533656" y="1243396"/>
                  </a:lnTo>
                  <a:lnTo>
                    <a:pt x="533650" y="1243391"/>
                  </a:lnTo>
                  <a:lnTo>
                    <a:pt x="533643" y="1243385"/>
                  </a:lnTo>
                  <a:lnTo>
                    <a:pt x="533632" y="1243380"/>
                  </a:lnTo>
                  <a:lnTo>
                    <a:pt x="533623" y="1243376"/>
                  </a:lnTo>
                  <a:lnTo>
                    <a:pt x="533613" y="1243375"/>
                  </a:lnTo>
                  <a:lnTo>
                    <a:pt x="533608" y="1243375"/>
                  </a:lnTo>
                  <a:lnTo>
                    <a:pt x="533598" y="1243374"/>
                  </a:lnTo>
                  <a:lnTo>
                    <a:pt x="533591" y="1243374"/>
                  </a:lnTo>
                  <a:lnTo>
                    <a:pt x="533585" y="1243375"/>
                  </a:lnTo>
                  <a:lnTo>
                    <a:pt x="533576" y="1243376"/>
                  </a:lnTo>
                  <a:lnTo>
                    <a:pt x="533566" y="1243378"/>
                  </a:lnTo>
                  <a:lnTo>
                    <a:pt x="533559" y="1243380"/>
                  </a:lnTo>
                  <a:lnTo>
                    <a:pt x="533555" y="1243381"/>
                  </a:lnTo>
                  <a:lnTo>
                    <a:pt x="533544" y="1243381"/>
                  </a:lnTo>
                  <a:lnTo>
                    <a:pt x="533536" y="1243380"/>
                  </a:lnTo>
                  <a:lnTo>
                    <a:pt x="533528" y="1243377"/>
                  </a:lnTo>
                  <a:lnTo>
                    <a:pt x="533517" y="1243371"/>
                  </a:lnTo>
                  <a:lnTo>
                    <a:pt x="533506" y="1243367"/>
                  </a:lnTo>
                  <a:lnTo>
                    <a:pt x="533497" y="1243362"/>
                  </a:lnTo>
                  <a:lnTo>
                    <a:pt x="533485" y="1243356"/>
                  </a:lnTo>
                  <a:lnTo>
                    <a:pt x="533475" y="1243351"/>
                  </a:lnTo>
                  <a:lnTo>
                    <a:pt x="533466" y="1243345"/>
                  </a:lnTo>
                  <a:lnTo>
                    <a:pt x="533455" y="1243340"/>
                  </a:lnTo>
                  <a:lnTo>
                    <a:pt x="533447" y="1243335"/>
                  </a:lnTo>
                  <a:lnTo>
                    <a:pt x="533435" y="1243326"/>
                  </a:lnTo>
                  <a:lnTo>
                    <a:pt x="533425" y="1243320"/>
                  </a:lnTo>
                  <a:lnTo>
                    <a:pt x="533416" y="1243315"/>
                  </a:lnTo>
                  <a:lnTo>
                    <a:pt x="533407" y="1243311"/>
                  </a:lnTo>
                  <a:lnTo>
                    <a:pt x="533399" y="1243309"/>
                  </a:lnTo>
                  <a:lnTo>
                    <a:pt x="533388" y="1243308"/>
                  </a:lnTo>
                  <a:lnTo>
                    <a:pt x="533381" y="1243309"/>
                  </a:lnTo>
                  <a:lnTo>
                    <a:pt x="533371" y="1243310"/>
                  </a:lnTo>
                  <a:lnTo>
                    <a:pt x="533360" y="1243309"/>
                  </a:lnTo>
                  <a:lnTo>
                    <a:pt x="533354" y="1243302"/>
                  </a:lnTo>
                  <a:lnTo>
                    <a:pt x="533350" y="1243297"/>
                  </a:lnTo>
                  <a:lnTo>
                    <a:pt x="533341" y="1243287"/>
                  </a:lnTo>
                  <a:lnTo>
                    <a:pt x="533332" y="1243279"/>
                  </a:lnTo>
                  <a:lnTo>
                    <a:pt x="533327" y="1243273"/>
                  </a:lnTo>
                  <a:lnTo>
                    <a:pt x="533322" y="1243268"/>
                  </a:lnTo>
                  <a:lnTo>
                    <a:pt x="533318" y="1243264"/>
                  </a:lnTo>
                  <a:lnTo>
                    <a:pt x="533313" y="1243260"/>
                  </a:lnTo>
                  <a:lnTo>
                    <a:pt x="533306" y="1243254"/>
                  </a:lnTo>
                  <a:lnTo>
                    <a:pt x="533298" y="1243246"/>
                  </a:lnTo>
                  <a:lnTo>
                    <a:pt x="533293" y="1243237"/>
                  </a:lnTo>
                  <a:lnTo>
                    <a:pt x="533289" y="1243229"/>
                  </a:lnTo>
                  <a:lnTo>
                    <a:pt x="533284" y="1243220"/>
                  </a:lnTo>
                  <a:lnTo>
                    <a:pt x="533279" y="1243213"/>
                  </a:lnTo>
                  <a:lnTo>
                    <a:pt x="533273" y="1243206"/>
                  </a:lnTo>
                  <a:lnTo>
                    <a:pt x="533263" y="1243200"/>
                  </a:lnTo>
                  <a:lnTo>
                    <a:pt x="533255" y="1243197"/>
                  </a:lnTo>
                  <a:lnTo>
                    <a:pt x="533245" y="1243194"/>
                  </a:lnTo>
                  <a:lnTo>
                    <a:pt x="533237" y="1243193"/>
                  </a:lnTo>
                  <a:lnTo>
                    <a:pt x="533227" y="1243192"/>
                  </a:lnTo>
                  <a:lnTo>
                    <a:pt x="533218" y="1243191"/>
                  </a:lnTo>
                  <a:lnTo>
                    <a:pt x="533211" y="1243191"/>
                  </a:lnTo>
                  <a:lnTo>
                    <a:pt x="533198" y="1243191"/>
                  </a:lnTo>
                  <a:lnTo>
                    <a:pt x="533192" y="1243191"/>
                  </a:lnTo>
                  <a:lnTo>
                    <a:pt x="533183" y="1243191"/>
                  </a:lnTo>
                  <a:lnTo>
                    <a:pt x="533173" y="1243190"/>
                  </a:lnTo>
                  <a:lnTo>
                    <a:pt x="533159" y="1243185"/>
                  </a:lnTo>
                  <a:lnTo>
                    <a:pt x="533151" y="1243182"/>
                  </a:lnTo>
                  <a:lnTo>
                    <a:pt x="533141" y="1243177"/>
                  </a:lnTo>
                  <a:lnTo>
                    <a:pt x="533131" y="1243170"/>
                  </a:lnTo>
                  <a:lnTo>
                    <a:pt x="533124" y="1243165"/>
                  </a:lnTo>
                  <a:lnTo>
                    <a:pt x="533117" y="1243160"/>
                  </a:lnTo>
                  <a:lnTo>
                    <a:pt x="533112" y="1243155"/>
                  </a:lnTo>
                  <a:lnTo>
                    <a:pt x="533106" y="1243151"/>
                  </a:lnTo>
                  <a:lnTo>
                    <a:pt x="533101" y="1243148"/>
                  </a:lnTo>
                  <a:lnTo>
                    <a:pt x="533096" y="1243145"/>
                  </a:lnTo>
                  <a:lnTo>
                    <a:pt x="533092" y="1243144"/>
                  </a:lnTo>
                  <a:lnTo>
                    <a:pt x="533083" y="1243142"/>
                  </a:lnTo>
                  <a:lnTo>
                    <a:pt x="533075" y="1243138"/>
                  </a:lnTo>
                  <a:lnTo>
                    <a:pt x="533069" y="1243133"/>
                  </a:lnTo>
                  <a:lnTo>
                    <a:pt x="533059" y="1243125"/>
                  </a:lnTo>
                  <a:lnTo>
                    <a:pt x="533054" y="1243121"/>
                  </a:lnTo>
                  <a:lnTo>
                    <a:pt x="533049" y="1243115"/>
                  </a:lnTo>
                  <a:lnTo>
                    <a:pt x="533044" y="1243110"/>
                  </a:lnTo>
                  <a:lnTo>
                    <a:pt x="533039" y="1243106"/>
                  </a:lnTo>
                  <a:lnTo>
                    <a:pt x="533030" y="1243099"/>
                  </a:lnTo>
                  <a:lnTo>
                    <a:pt x="533025" y="1243094"/>
                  </a:lnTo>
                  <a:lnTo>
                    <a:pt x="533019" y="1243087"/>
                  </a:lnTo>
                  <a:lnTo>
                    <a:pt x="533013" y="1243080"/>
                  </a:lnTo>
                  <a:lnTo>
                    <a:pt x="533008" y="1243074"/>
                  </a:lnTo>
                  <a:lnTo>
                    <a:pt x="533000" y="1243065"/>
                  </a:lnTo>
                  <a:lnTo>
                    <a:pt x="532994" y="1243058"/>
                  </a:lnTo>
                  <a:lnTo>
                    <a:pt x="532987" y="1243052"/>
                  </a:lnTo>
                  <a:lnTo>
                    <a:pt x="532976" y="1243041"/>
                  </a:lnTo>
                  <a:lnTo>
                    <a:pt x="532972" y="1243037"/>
                  </a:lnTo>
                  <a:lnTo>
                    <a:pt x="532967" y="1243033"/>
                  </a:lnTo>
                  <a:lnTo>
                    <a:pt x="532961" y="1243024"/>
                  </a:lnTo>
                  <a:lnTo>
                    <a:pt x="532952" y="1243011"/>
                  </a:lnTo>
                  <a:lnTo>
                    <a:pt x="532946" y="1243002"/>
                  </a:lnTo>
                  <a:lnTo>
                    <a:pt x="532941" y="1242995"/>
                  </a:lnTo>
                  <a:lnTo>
                    <a:pt x="532935" y="1242986"/>
                  </a:lnTo>
                  <a:lnTo>
                    <a:pt x="532930" y="1242978"/>
                  </a:lnTo>
                  <a:lnTo>
                    <a:pt x="532926" y="1242971"/>
                  </a:lnTo>
                  <a:lnTo>
                    <a:pt x="532922" y="1242966"/>
                  </a:lnTo>
                  <a:lnTo>
                    <a:pt x="532915" y="1242961"/>
                  </a:lnTo>
                  <a:lnTo>
                    <a:pt x="532908" y="1242958"/>
                  </a:lnTo>
                  <a:lnTo>
                    <a:pt x="532904" y="1242957"/>
                  </a:lnTo>
                  <a:lnTo>
                    <a:pt x="532896" y="1242954"/>
                  </a:lnTo>
                  <a:lnTo>
                    <a:pt x="532888" y="1242951"/>
                  </a:lnTo>
                  <a:lnTo>
                    <a:pt x="532883" y="1242949"/>
                  </a:lnTo>
                  <a:lnTo>
                    <a:pt x="532876" y="1242946"/>
                  </a:lnTo>
                  <a:lnTo>
                    <a:pt x="532869" y="1242943"/>
                  </a:lnTo>
                  <a:lnTo>
                    <a:pt x="532860" y="1242937"/>
                  </a:lnTo>
                  <a:lnTo>
                    <a:pt x="532852" y="1242933"/>
                  </a:lnTo>
                  <a:lnTo>
                    <a:pt x="532846" y="1242929"/>
                  </a:lnTo>
                  <a:lnTo>
                    <a:pt x="532841" y="1242924"/>
                  </a:lnTo>
                  <a:lnTo>
                    <a:pt x="532835" y="1242919"/>
                  </a:lnTo>
                  <a:lnTo>
                    <a:pt x="532831" y="1242915"/>
                  </a:lnTo>
                  <a:lnTo>
                    <a:pt x="532824" y="1242907"/>
                  </a:lnTo>
                  <a:lnTo>
                    <a:pt x="532819" y="1242902"/>
                  </a:lnTo>
                  <a:lnTo>
                    <a:pt x="532814" y="1242896"/>
                  </a:lnTo>
                  <a:lnTo>
                    <a:pt x="532808" y="1242889"/>
                  </a:lnTo>
                  <a:lnTo>
                    <a:pt x="532803" y="1242882"/>
                  </a:lnTo>
                  <a:lnTo>
                    <a:pt x="532799" y="1242876"/>
                  </a:lnTo>
                  <a:lnTo>
                    <a:pt x="532795" y="1242873"/>
                  </a:lnTo>
                  <a:lnTo>
                    <a:pt x="532790" y="1242871"/>
                  </a:lnTo>
                  <a:lnTo>
                    <a:pt x="532785" y="1242869"/>
                  </a:lnTo>
                  <a:lnTo>
                    <a:pt x="532776" y="1242869"/>
                  </a:lnTo>
                  <a:lnTo>
                    <a:pt x="532763" y="1242870"/>
                  </a:lnTo>
                  <a:lnTo>
                    <a:pt x="532753" y="1242869"/>
                  </a:lnTo>
                  <a:lnTo>
                    <a:pt x="532742" y="1242867"/>
                  </a:lnTo>
                  <a:lnTo>
                    <a:pt x="532734" y="1242866"/>
                  </a:lnTo>
                  <a:lnTo>
                    <a:pt x="532727" y="1242864"/>
                  </a:lnTo>
                  <a:lnTo>
                    <a:pt x="532718" y="1242860"/>
                  </a:lnTo>
                  <a:lnTo>
                    <a:pt x="532710" y="1242856"/>
                  </a:lnTo>
                  <a:lnTo>
                    <a:pt x="532702" y="1242851"/>
                  </a:lnTo>
                  <a:lnTo>
                    <a:pt x="532696" y="1242846"/>
                  </a:lnTo>
                  <a:lnTo>
                    <a:pt x="532689" y="1242839"/>
                  </a:lnTo>
                  <a:lnTo>
                    <a:pt x="532684" y="1242833"/>
                  </a:lnTo>
                  <a:lnTo>
                    <a:pt x="532678" y="1242824"/>
                  </a:lnTo>
                  <a:lnTo>
                    <a:pt x="532674" y="1242817"/>
                  </a:lnTo>
                  <a:lnTo>
                    <a:pt x="532668" y="1242807"/>
                  </a:lnTo>
                  <a:lnTo>
                    <a:pt x="532662" y="1242799"/>
                  </a:lnTo>
                  <a:lnTo>
                    <a:pt x="532659" y="1242793"/>
                  </a:lnTo>
                  <a:lnTo>
                    <a:pt x="532655" y="1242785"/>
                  </a:lnTo>
                  <a:lnTo>
                    <a:pt x="532651" y="1242779"/>
                  </a:lnTo>
                  <a:lnTo>
                    <a:pt x="532646" y="1242773"/>
                  </a:lnTo>
                  <a:lnTo>
                    <a:pt x="532640" y="1242763"/>
                  </a:lnTo>
                  <a:lnTo>
                    <a:pt x="532635" y="1242755"/>
                  </a:lnTo>
                  <a:lnTo>
                    <a:pt x="532630" y="1242747"/>
                  </a:lnTo>
                  <a:lnTo>
                    <a:pt x="532623" y="1242738"/>
                  </a:lnTo>
                  <a:lnTo>
                    <a:pt x="532615" y="1242729"/>
                  </a:lnTo>
                  <a:lnTo>
                    <a:pt x="532611" y="1242725"/>
                  </a:lnTo>
                  <a:lnTo>
                    <a:pt x="532608" y="1242720"/>
                  </a:lnTo>
                  <a:lnTo>
                    <a:pt x="532601" y="1242711"/>
                  </a:lnTo>
                  <a:lnTo>
                    <a:pt x="532592" y="1242700"/>
                  </a:lnTo>
                  <a:lnTo>
                    <a:pt x="532582" y="1242691"/>
                  </a:lnTo>
                  <a:lnTo>
                    <a:pt x="532575" y="1242684"/>
                  </a:lnTo>
                  <a:lnTo>
                    <a:pt x="532569" y="1242679"/>
                  </a:lnTo>
                  <a:lnTo>
                    <a:pt x="532562" y="1242672"/>
                  </a:lnTo>
                  <a:lnTo>
                    <a:pt x="532554" y="1242663"/>
                  </a:lnTo>
                  <a:lnTo>
                    <a:pt x="532547" y="1242655"/>
                  </a:lnTo>
                  <a:lnTo>
                    <a:pt x="532541" y="1242647"/>
                  </a:lnTo>
                  <a:lnTo>
                    <a:pt x="532536" y="1242642"/>
                  </a:lnTo>
                  <a:lnTo>
                    <a:pt x="532531" y="1242635"/>
                  </a:lnTo>
                  <a:lnTo>
                    <a:pt x="532525" y="1242628"/>
                  </a:lnTo>
                  <a:lnTo>
                    <a:pt x="532519" y="1242622"/>
                  </a:lnTo>
                  <a:lnTo>
                    <a:pt x="532511" y="1242615"/>
                  </a:lnTo>
                  <a:lnTo>
                    <a:pt x="532506" y="1242611"/>
                  </a:lnTo>
                  <a:lnTo>
                    <a:pt x="532500" y="1242607"/>
                  </a:lnTo>
                  <a:lnTo>
                    <a:pt x="532494" y="1242603"/>
                  </a:lnTo>
                  <a:lnTo>
                    <a:pt x="532488" y="1242601"/>
                  </a:lnTo>
                  <a:lnTo>
                    <a:pt x="532480" y="1242598"/>
                  </a:lnTo>
                  <a:lnTo>
                    <a:pt x="532469" y="1242594"/>
                  </a:lnTo>
                  <a:lnTo>
                    <a:pt x="532462" y="1242592"/>
                  </a:lnTo>
                  <a:lnTo>
                    <a:pt x="532455" y="1242589"/>
                  </a:lnTo>
                  <a:lnTo>
                    <a:pt x="532447" y="1242585"/>
                  </a:lnTo>
                  <a:lnTo>
                    <a:pt x="532442" y="1242580"/>
                  </a:lnTo>
                  <a:lnTo>
                    <a:pt x="532436" y="1242575"/>
                  </a:lnTo>
                  <a:lnTo>
                    <a:pt x="532429" y="1242566"/>
                  </a:lnTo>
                  <a:lnTo>
                    <a:pt x="532421" y="1242554"/>
                  </a:lnTo>
                  <a:lnTo>
                    <a:pt x="532411" y="1242541"/>
                  </a:lnTo>
                  <a:lnTo>
                    <a:pt x="532405" y="1242536"/>
                  </a:lnTo>
                  <a:lnTo>
                    <a:pt x="532391" y="1242523"/>
                  </a:lnTo>
                  <a:lnTo>
                    <a:pt x="532375" y="1242513"/>
                  </a:lnTo>
                  <a:lnTo>
                    <a:pt x="532366" y="1242505"/>
                  </a:lnTo>
                  <a:lnTo>
                    <a:pt x="532359" y="1242501"/>
                  </a:lnTo>
                  <a:lnTo>
                    <a:pt x="532352" y="1242499"/>
                  </a:lnTo>
                  <a:lnTo>
                    <a:pt x="532345" y="1242499"/>
                  </a:lnTo>
                  <a:lnTo>
                    <a:pt x="532322" y="1242500"/>
                  </a:lnTo>
                  <a:lnTo>
                    <a:pt x="532307" y="1242501"/>
                  </a:lnTo>
                  <a:lnTo>
                    <a:pt x="532298" y="1242499"/>
                  </a:lnTo>
                  <a:lnTo>
                    <a:pt x="532290" y="1242496"/>
                  </a:lnTo>
                  <a:lnTo>
                    <a:pt x="532282" y="1242493"/>
                  </a:lnTo>
                  <a:lnTo>
                    <a:pt x="532270" y="1242485"/>
                  </a:lnTo>
                  <a:lnTo>
                    <a:pt x="532262" y="1242480"/>
                  </a:lnTo>
                  <a:lnTo>
                    <a:pt x="532249" y="1242472"/>
                  </a:lnTo>
                  <a:lnTo>
                    <a:pt x="532245" y="1242470"/>
                  </a:lnTo>
                  <a:lnTo>
                    <a:pt x="532240" y="1242469"/>
                  </a:lnTo>
                  <a:lnTo>
                    <a:pt x="532231" y="1242467"/>
                  </a:lnTo>
                  <a:lnTo>
                    <a:pt x="532224" y="1242467"/>
                  </a:lnTo>
                  <a:lnTo>
                    <a:pt x="532211" y="1242465"/>
                  </a:lnTo>
                  <a:lnTo>
                    <a:pt x="532202" y="1242464"/>
                  </a:lnTo>
                  <a:lnTo>
                    <a:pt x="532192" y="1242463"/>
                  </a:lnTo>
                  <a:lnTo>
                    <a:pt x="532187" y="1242463"/>
                  </a:lnTo>
                  <a:lnTo>
                    <a:pt x="532180" y="1242460"/>
                  </a:lnTo>
                  <a:lnTo>
                    <a:pt x="532170" y="1242457"/>
                  </a:lnTo>
                  <a:lnTo>
                    <a:pt x="532164" y="1242454"/>
                  </a:lnTo>
                  <a:lnTo>
                    <a:pt x="532158" y="1242449"/>
                  </a:lnTo>
                  <a:lnTo>
                    <a:pt x="532153" y="1242445"/>
                  </a:lnTo>
                  <a:lnTo>
                    <a:pt x="532139" y="1242432"/>
                  </a:lnTo>
                  <a:lnTo>
                    <a:pt x="532132" y="1242424"/>
                  </a:lnTo>
                  <a:lnTo>
                    <a:pt x="532125" y="1242414"/>
                  </a:lnTo>
                  <a:lnTo>
                    <a:pt x="532119" y="1242406"/>
                  </a:lnTo>
                  <a:lnTo>
                    <a:pt x="532113" y="1242398"/>
                  </a:lnTo>
                  <a:lnTo>
                    <a:pt x="532108" y="1242392"/>
                  </a:lnTo>
                  <a:lnTo>
                    <a:pt x="532101" y="1242384"/>
                  </a:lnTo>
                  <a:lnTo>
                    <a:pt x="532094" y="1242379"/>
                  </a:lnTo>
                  <a:lnTo>
                    <a:pt x="532088" y="1242374"/>
                  </a:lnTo>
                  <a:lnTo>
                    <a:pt x="532081" y="1242368"/>
                  </a:lnTo>
                  <a:lnTo>
                    <a:pt x="532072" y="1242363"/>
                  </a:lnTo>
                  <a:lnTo>
                    <a:pt x="532060" y="1242358"/>
                  </a:lnTo>
                  <a:lnTo>
                    <a:pt x="532044" y="1242350"/>
                  </a:lnTo>
                  <a:lnTo>
                    <a:pt x="532032" y="1242344"/>
                  </a:lnTo>
                  <a:lnTo>
                    <a:pt x="532028" y="1242343"/>
                  </a:lnTo>
                  <a:lnTo>
                    <a:pt x="532021" y="1242340"/>
                  </a:lnTo>
                  <a:lnTo>
                    <a:pt x="532016" y="1242337"/>
                  </a:lnTo>
                  <a:lnTo>
                    <a:pt x="532012" y="1242334"/>
                  </a:lnTo>
                  <a:lnTo>
                    <a:pt x="532003" y="1242327"/>
                  </a:lnTo>
                  <a:lnTo>
                    <a:pt x="531993" y="1242320"/>
                  </a:lnTo>
                  <a:lnTo>
                    <a:pt x="531987" y="1242316"/>
                  </a:lnTo>
                  <a:lnTo>
                    <a:pt x="531982" y="1242313"/>
                  </a:lnTo>
                  <a:lnTo>
                    <a:pt x="531976" y="1242311"/>
                  </a:lnTo>
                  <a:lnTo>
                    <a:pt x="531969" y="1242310"/>
                  </a:lnTo>
                  <a:lnTo>
                    <a:pt x="531965" y="1242311"/>
                  </a:lnTo>
                  <a:lnTo>
                    <a:pt x="531959" y="1242313"/>
                  </a:lnTo>
                  <a:lnTo>
                    <a:pt x="531953" y="1242317"/>
                  </a:lnTo>
                  <a:lnTo>
                    <a:pt x="531947" y="1242319"/>
                  </a:lnTo>
                  <a:lnTo>
                    <a:pt x="531940" y="1242320"/>
                  </a:lnTo>
                  <a:lnTo>
                    <a:pt x="531933" y="1242318"/>
                  </a:lnTo>
                  <a:lnTo>
                    <a:pt x="531927" y="1242315"/>
                  </a:lnTo>
                  <a:lnTo>
                    <a:pt x="531924" y="1242311"/>
                  </a:lnTo>
                  <a:lnTo>
                    <a:pt x="531917" y="1242302"/>
                  </a:lnTo>
                  <a:lnTo>
                    <a:pt x="531912" y="1242292"/>
                  </a:lnTo>
                  <a:lnTo>
                    <a:pt x="531906" y="1242282"/>
                  </a:lnTo>
                  <a:lnTo>
                    <a:pt x="531904" y="1242277"/>
                  </a:lnTo>
                  <a:lnTo>
                    <a:pt x="531898" y="1242265"/>
                  </a:lnTo>
                  <a:lnTo>
                    <a:pt x="531891" y="1242251"/>
                  </a:lnTo>
                  <a:lnTo>
                    <a:pt x="531884" y="1242243"/>
                  </a:lnTo>
                  <a:lnTo>
                    <a:pt x="531877" y="1242236"/>
                  </a:lnTo>
                  <a:lnTo>
                    <a:pt x="531871" y="1242231"/>
                  </a:lnTo>
                  <a:lnTo>
                    <a:pt x="531865" y="1242226"/>
                  </a:lnTo>
                  <a:lnTo>
                    <a:pt x="531859" y="1242222"/>
                  </a:lnTo>
                  <a:lnTo>
                    <a:pt x="531852" y="1242219"/>
                  </a:lnTo>
                  <a:lnTo>
                    <a:pt x="531845" y="1242217"/>
                  </a:lnTo>
                  <a:lnTo>
                    <a:pt x="531839" y="1242217"/>
                  </a:lnTo>
                  <a:lnTo>
                    <a:pt x="531830" y="1242219"/>
                  </a:lnTo>
                  <a:lnTo>
                    <a:pt x="531825" y="1242220"/>
                  </a:lnTo>
                  <a:lnTo>
                    <a:pt x="531818" y="1242219"/>
                  </a:lnTo>
                  <a:lnTo>
                    <a:pt x="531810" y="1242215"/>
                  </a:lnTo>
                  <a:lnTo>
                    <a:pt x="531803" y="1242213"/>
                  </a:lnTo>
                  <a:lnTo>
                    <a:pt x="531796" y="1242210"/>
                  </a:lnTo>
                  <a:lnTo>
                    <a:pt x="531790" y="1242209"/>
                  </a:lnTo>
                  <a:lnTo>
                    <a:pt x="531783" y="1242210"/>
                  </a:lnTo>
                  <a:lnTo>
                    <a:pt x="531775" y="1242211"/>
                  </a:lnTo>
                  <a:lnTo>
                    <a:pt x="531768" y="1242213"/>
                  </a:lnTo>
                  <a:lnTo>
                    <a:pt x="531755" y="1242215"/>
                  </a:lnTo>
                  <a:lnTo>
                    <a:pt x="531748" y="1242216"/>
                  </a:lnTo>
                  <a:lnTo>
                    <a:pt x="531741" y="1242216"/>
                  </a:lnTo>
                  <a:lnTo>
                    <a:pt x="531732" y="1242214"/>
                  </a:lnTo>
                  <a:lnTo>
                    <a:pt x="531724" y="1242211"/>
                  </a:lnTo>
                  <a:lnTo>
                    <a:pt x="531716" y="1242206"/>
                  </a:lnTo>
                  <a:lnTo>
                    <a:pt x="531708" y="1242201"/>
                  </a:lnTo>
                  <a:lnTo>
                    <a:pt x="531700" y="1242195"/>
                  </a:lnTo>
                  <a:lnTo>
                    <a:pt x="531692" y="1242190"/>
                  </a:lnTo>
                  <a:lnTo>
                    <a:pt x="531686" y="1242185"/>
                  </a:lnTo>
                  <a:lnTo>
                    <a:pt x="531679" y="1242179"/>
                  </a:lnTo>
                  <a:lnTo>
                    <a:pt x="531674" y="1242172"/>
                  </a:lnTo>
                  <a:lnTo>
                    <a:pt x="531666" y="1242165"/>
                  </a:lnTo>
                  <a:lnTo>
                    <a:pt x="531658" y="1242160"/>
                  </a:lnTo>
                  <a:lnTo>
                    <a:pt x="531650" y="1242155"/>
                  </a:lnTo>
                  <a:lnTo>
                    <a:pt x="531639" y="1242149"/>
                  </a:lnTo>
                  <a:lnTo>
                    <a:pt x="531632" y="1242144"/>
                  </a:lnTo>
                  <a:lnTo>
                    <a:pt x="531623" y="1242138"/>
                  </a:lnTo>
                  <a:lnTo>
                    <a:pt x="531618" y="1242134"/>
                  </a:lnTo>
                  <a:lnTo>
                    <a:pt x="531610" y="1242124"/>
                  </a:lnTo>
                  <a:lnTo>
                    <a:pt x="531605" y="1242118"/>
                  </a:lnTo>
                  <a:lnTo>
                    <a:pt x="531599" y="1242112"/>
                  </a:lnTo>
                  <a:lnTo>
                    <a:pt x="531592" y="1242106"/>
                  </a:lnTo>
                  <a:lnTo>
                    <a:pt x="531586" y="1242101"/>
                  </a:lnTo>
                  <a:lnTo>
                    <a:pt x="531582" y="1242098"/>
                  </a:lnTo>
                  <a:lnTo>
                    <a:pt x="531572" y="1242092"/>
                  </a:lnTo>
                  <a:lnTo>
                    <a:pt x="531566" y="1242089"/>
                  </a:lnTo>
                  <a:lnTo>
                    <a:pt x="531565" y="1242080"/>
                  </a:lnTo>
                  <a:lnTo>
                    <a:pt x="531567" y="1242076"/>
                  </a:lnTo>
                  <a:lnTo>
                    <a:pt x="531573" y="1242062"/>
                  </a:lnTo>
                  <a:lnTo>
                    <a:pt x="531580" y="1242048"/>
                  </a:lnTo>
                  <a:lnTo>
                    <a:pt x="531585" y="1242040"/>
                  </a:lnTo>
                  <a:lnTo>
                    <a:pt x="531591" y="1242030"/>
                  </a:lnTo>
                  <a:lnTo>
                    <a:pt x="531596" y="1242023"/>
                  </a:lnTo>
                  <a:lnTo>
                    <a:pt x="531600" y="1242018"/>
                  </a:lnTo>
                  <a:lnTo>
                    <a:pt x="531615" y="1242001"/>
                  </a:lnTo>
                  <a:lnTo>
                    <a:pt x="531624" y="1241991"/>
                  </a:lnTo>
                  <a:lnTo>
                    <a:pt x="531637" y="1241978"/>
                  </a:lnTo>
                  <a:lnTo>
                    <a:pt x="531648" y="1241967"/>
                  </a:lnTo>
                  <a:lnTo>
                    <a:pt x="531654" y="1241960"/>
                  </a:lnTo>
                  <a:lnTo>
                    <a:pt x="531670" y="1241944"/>
                  </a:lnTo>
                  <a:lnTo>
                    <a:pt x="531678" y="1241935"/>
                  </a:lnTo>
                  <a:lnTo>
                    <a:pt x="531688" y="1241926"/>
                  </a:lnTo>
                  <a:lnTo>
                    <a:pt x="531697" y="1241918"/>
                  </a:lnTo>
                  <a:lnTo>
                    <a:pt x="531704" y="1241910"/>
                  </a:lnTo>
                  <a:lnTo>
                    <a:pt x="531714" y="1241902"/>
                  </a:lnTo>
                  <a:lnTo>
                    <a:pt x="531718" y="1241896"/>
                  </a:lnTo>
                  <a:lnTo>
                    <a:pt x="531724" y="1241888"/>
                  </a:lnTo>
                  <a:lnTo>
                    <a:pt x="531729" y="1241880"/>
                  </a:lnTo>
                  <a:lnTo>
                    <a:pt x="531738" y="1241862"/>
                  </a:lnTo>
                  <a:lnTo>
                    <a:pt x="531742" y="1241856"/>
                  </a:lnTo>
                  <a:lnTo>
                    <a:pt x="531752" y="1241838"/>
                  </a:lnTo>
                  <a:lnTo>
                    <a:pt x="531758" y="1241827"/>
                  </a:lnTo>
                  <a:lnTo>
                    <a:pt x="531761" y="1241819"/>
                  </a:lnTo>
                  <a:lnTo>
                    <a:pt x="531762" y="1241814"/>
                  </a:lnTo>
                  <a:lnTo>
                    <a:pt x="531766" y="1241806"/>
                  </a:lnTo>
                  <a:lnTo>
                    <a:pt x="531769" y="1241798"/>
                  </a:lnTo>
                  <a:lnTo>
                    <a:pt x="531774" y="1241786"/>
                  </a:lnTo>
                  <a:lnTo>
                    <a:pt x="531778" y="1241780"/>
                  </a:lnTo>
                  <a:lnTo>
                    <a:pt x="531784" y="1241767"/>
                  </a:lnTo>
                  <a:lnTo>
                    <a:pt x="531790" y="1241754"/>
                  </a:lnTo>
                  <a:lnTo>
                    <a:pt x="531793" y="1241747"/>
                  </a:lnTo>
                  <a:lnTo>
                    <a:pt x="531794" y="1241738"/>
                  </a:lnTo>
                  <a:lnTo>
                    <a:pt x="531795" y="1241723"/>
                  </a:lnTo>
                  <a:lnTo>
                    <a:pt x="531796" y="1241711"/>
                  </a:lnTo>
                  <a:lnTo>
                    <a:pt x="531796" y="1241698"/>
                  </a:lnTo>
                  <a:lnTo>
                    <a:pt x="531797" y="1241687"/>
                  </a:lnTo>
                  <a:lnTo>
                    <a:pt x="531799" y="1241677"/>
                  </a:lnTo>
                  <a:lnTo>
                    <a:pt x="531800" y="1241667"/>
                  </a:lnTo>
                  <a:lnTo>
                    <a:pt x="531804" y="1241659"/>
                  </a:lnTo>
                  <a:lnTo>
                    <a:pt x="531808" y="1241650"/>
                  </a:lnTo>
                  <a:lnTo>
                    <a:pt x="531815" y="1241637"/>
                  </a:lnTo>
                  <a:lnTo>
                    <a:pt x="531824" y="1241621"/>
                  </a:lnTo>
                  <a:lnTo>
                    <a:pt x="531827" y="1241615"/>
                  </a:lnTo>
                  <a:lnTo>
                    <a:pt x="531834" y="1241600"/>
                  </a:lnTo>
                  <a:lnTo>
                    <a:pt x="531836" y="1241595"/>
                  </a:lnTo>
                  <a:lnTo>
                    <a:pt x="531843" y="1241578"/>
                  </a:lnTo>
                  <a:lnTo>
                    <a:pt x="531848" y="1241566"/>
                  </a:lnTo>
                  <a:lnTo>
                    <a:pt x="531857" y="1241538"/>
                  </a:lnTo>
                  <a:lnTo>
                    <a:pt x="531864" y="1241522"/>
                  </a:lnTo>
                  <a:lnTo>
                    <a:pt x="531870" y="1241502"/>
                  </a:lnTo>
                  <a:lnTo>
                    <a:pt x="531872" y="1241490"/>
                  </a:lnTo>
                  <a:lnTo>
                    <a:pt x="531877" y="1241468"/>
                  </a:lnTo>
                  <a:lnTo>
                    <a:pt x="531881" y="1241455"/>
                  </a:lnTo>
                  <a:lnTo>
                    <a:pt x="531883" y="1241446"/>
                  </a:lnTo>
                  <a:lnTo>
                    <a:pt x="531887" y="1241434"/>
                  </a:lnTo>
                  <a:lnTo>
                    <a:pt x="531889" y="1241429"/>
                  </a:lnTo>
                  <a:lnTo>
                    <a:pt x="531894" y="1241422"/>
                  </a:lnTo>
                  <a:lnTo>
                    <a:pt x="531902" y="1241413"/>
                  </a:lnTo>
                  <a:lnTo>
                    <a:pt x="531910" y="1241406"/>
                  </a:lnTo>
                  <a:lnTo>
                    <a:pt x="531916" y="1241402"/>
                  </a:lnTo>
                  <a:lnTo>
                    <a:pt x="531924" y="1241399"/>
                  </a:lnTo>
                  <a:lnTo>
                    <a:pt x="531938" y="1241396"/>
                  </a:lnTo>
                  <a:lnTo>
                    <a:pt x="531954" y="1241392"/>
                  </a:lnTo>
                  <a:lnTo>
                    <a:pt x="531963" y="1241389"/>
                  </a:lnTo>
                  <a:lnTo>
                    <a:pt x="531971" y="1241386"/>
                  </a:lnTo>
                  <a:lnTo>
                    <a:pt x="531977" y="1241382"/>
                  </a:lnTo>
                  <a:lnTo>
                    <a:pt x="531981" y="1241375"/>
                  </a:lnTo>
                  <a:lnTo>
                    <a:pt x="531982" y="1241362"/>
                  </a:lnTo>
                  <a:lnTo>
                    <a:pt x="531981" y="1241357"/>
                  </a:lnTo>
                  <a:lnTo>
                    <a:pt x="531979" y="1241349"/>
                  </a:lnTo>
                  <a:lnTo>
                    <a:pt x="531977" y="1241343"/>
                  </a:lnTo>
                  <a:lnTo>
                    <a:pt x="531974" y="1241336"/>
                  </a:lnTo>
                  <a:lnTo>
                    <a:pt x="531971" y="1241324"/>
                  </a:lnTo>
                  <a:lnTo>
                    <a:pt x="531972" y="1241314"/>
                  </a:lnTo>
                  <a:lnTo>
                    <a:pt x="531975" y="1241307"/>
                  </a:lnTo>
                  <a:lnTo>
                    <a:pt x="531979" y="1241302"/>
                  </a:lnTo>
                  <a:lnTo>
                    <a:pt x="531989" y="1241292"/>
                  </a:lnTo>
                  <a:lnTo>
                    <a:pt x="532000" y="1241282"/>
                  </a:lnTo>
                  <a:lnTo>
                    <a:pt x="532005" y="1241275"/>
                  </a:lnTo>
                  <a:lnTo>
                    <a:pt x="532008" y="1241267"/>
                  </a:lnTo>
                  <a:lnTo>
                    <a:pt x="532010" y="1241260"/>
                  </a:lnTo>
                  <a:lnTo>
                    <a:pt x="532011" y="1241253"/>
                  </a:lnTo>
                  <a:lnTo>
                    <a:pt x="532012" y="1241243"/>
                  </a:lnTo>
                  <a:lnTo>
                    <a:pt x="532011" y="1241234"/>
                  </a:lnTo>
                  <a:lnTo>
                    <a:pt x="532009" y="1241227"/>
                  </a:lnTo>
                  <a:lnTo>
                    <a:pt x="532006" y="1241219"/>
                  </a:lnTo>
                  <a:lnTo>
                    <a:pt x="532002" y="1241210"/>
                  </a:lnTo>
                  <a:lnTo>
                    <a:pt x="532000" y="1241205"/>
                  </a:lnTo>
                  <a:lnTo>
                    <a:pt x="531998" y="1241199"/>
                  </a:lnTo>
                  <a:lnTo>
                    <a:pt x="531994" y="1241193"/>
                  </a:lnTo>
                  <a:lnTo>
                    <a:pt x="531991" y="1241186"/>
                  </a:lnTo>
                  <a:lnTo>
                    <a:pt x="531988" y="1241178"/>
                  </a:lnTo>
                  <a:lnTo>
                    <a:pt x="531986" y="1241167"/>
                  </a:lnTo>
                  <a:lnTo>
                    <a:pt x="531987" y="1241158"/>
                  </a:lnTo>
                  <a:lnTo>
                    <a:pt x="531988" y="1241151"/>
                  </a:lnTo>
                  <a:lnTo>
                    <a:pt x="531993" y="1241137"/>
                  </a:lnTo>
                  <a:lnTo>
                    <a:pt x="531995" y="1241131"/>
                  </a:lnTo>
                  <a:lnTo>
                    <a:pt x="531999" y="1241122"/>
                  </a:lnTo>
                  <a:lnTo>
                    <a:pt x="532009" y="1241106"/>
                  </a:lnTo>
                  <a:lnTo>
                    <a:pt x="532012" y="1241100"/>
                  </a:lnTo>
                  <a:lnTo>
                    <a:pt x="532017" y="1241091"/>
                  </a:lnTo>
                  <a:lnTo>
                    <a:pt x="532020" y="1241086"/>
                  </a:lnTo>
                  <a:lnTo>
                    <a:pt x="532024" y="1241072"/>
                  </a:lnTo>
                  <a:lnTo>
                    <a:pt x="532031" y="1241045"/>
                  </a:lnTo>
                  <a:lnTo>
                    <a:pt x="532031" y="1241039"/>
                  </a:lnTo>
                  <a:lnTo>
                    <a:pt x="532030" y="1241026"/>
                  </a:lnTo>
                  <a:lnTo>
                    <a:pt x="532029" y="1241012"/>
                  </a:lnTo>
                  <a:lnTo>
                    <a:pt x="532028" y="1240996"/>
                  </a:lnTo>
                  <a:lnTo>
                    <a:pt x="532027" y="1240983"/>
                  </a:lnTo>
                  <a:lnTo>
                    <a:pt x="532027" y="1240972"/>
                  </a:lnTo>
                  <a:lnTo>
                    <a:pt x="532028" y="1240957"/>
                  </a:lnTo>
                  <a:lnTo>
                    <a:pt x="532029" y="1240938"/>
                  </a:lnTo>
                  <a:lnTo>
                    <a:pt x="532030" y="1240932"/>
                  </a:lnTo>
                  <a:lnTo>
                    <a:pt x="532031" y="1240926"/>
                  </a:lnTo>
                  <a:lnTo>
                    <a:pt x="532032" y="1240918"/>
                  </a:lnTo>
                  <a:lnTo>
                    <a:pt x="532037" y="1240905"/>
                  </a:lnTo>
                  <a:lnTo>
                    <a:pt x="532045" y="1240886"/>
                  </a:lnTo>
                  <a:lnTo>
                    <a:pt x="532051" y="1240872"/>
                  </a:lnTo>
                  <a:lnTo>
                    <a:pt x="532057" y="1240858"/>
                  </a:lnTo>
                  <a:lnTo>
                    <a:pt x="532061" y="1240849"/>
                  </a:lnTo>
                  <a:lnTo>
                    <a:pt x="532064" y="1240842"/>
                  </a:lnTo>
                  <a:lnTo>
                    <a:pt x="532070" y="1240829"/>
                  </a:lnTo>
                  <a:lnTo>
                    <a:pt x="532073" y="1240818"/>
                  </a:lnTo>
                  <a:lnTo>
                    <a:pt x="532077" y="1240810"/>
                  </a:lnTo>
                  <a:lnTo>
                    <a:pt x="532082" y="1240801"/>
                  </a:lnTo>
                  <a:lnTo>
                    <a:pt x="532084" y="1240796"/>
                  </a:lnTo>
                  <a:lnTo>
                    <a:pt x="532086" y="1240792"/>
                  </a:lnTo>
                  <a:lnTo>
                    <a:pt x="532093" y="1240776"/>
                  </a:lnTo>
                  <a:lnTo>
                    <a:pt x="532100" y="1240764"/>
                  </a:lnTo>
                  <a:lnTo>
                    <a:pt x="532104" y="1240757"/>
                  </a:lnTo>
                  <a:lnTo>
                    <a:pt x="532109" y="1240746"/>
                  </a:lnTo>
                  <a:lnTo>
                    <a:pt x="532114" y="1240736"/>
                  </a:lnTo>
                  <a:lnTo>
                    <a:pt x="532119" y="1240728"/>
                  </a:lnTo>
                  <a:lnTo>
                    <a:pt x="532124" y="1240723"/>
                  </a:lnTo>
                  <a:lnTo>
                    <a:pt x="532129" y="1240717"/>
                  </a:lnTo>
                  <a:lnTo>
                    <a:pt x="532134" y="1240712"/>
                  </a:lnTo>
                  <a:lnTo>
                    <a:pt x="532148" y="1240699"/>
                  </a:lnTo>
                  <a:lnTo>
                    <a:pt x="532157" y="1240692"/>
                  </a:lnTo>
                  <a:lnTo>
                    <a:pt x="532171" y="1240681"/>
                  </a:lnTo>
                  <a:lnTo>
                    <a:pt x="532178" y="1240675"/>
                  </a:lnTo>
                  <a:lnTo>
                    <a:pt x="532182" y="1240672"/>
                  </a:lnTo>
                  <a:lnTo>
                    <a:pt x="532192" y="1240664"/>
                  </a:lnTo>
                  <a:lnTo>
                    <a:pt x="532205" y="1240653"/>
                  </a:lnTo>
                  <a:lnTo>
                    <a:pt x="532213" y="1240646"/>
                  </a:lnTo>
                  <a:lnTo>
                    <a:pt x="532221" y="1240638"/>
                  </a:lnTo>
                  <a:lnTo>
                    <a:pt x="532228" y="1240630"/>
                  </a:lnTo>
                  <a:lnTo>
                    <a:pt x="532241" y="1240616"/>
                  </a:lnTo>
                  <a:lnTo>
                    <a:pt x="532245" y="1240613"/>
                  </a:lnTo>
                  <a:lnTo>
                    <a:pt x="532251" y="1240609"/>
                  </a:lnTo>
                  <a:lnTo>
                    <a:pt x="532256" y="1240601"/>
                  </a:lnTo>
                  <a:lnTo>
                    <a:pt x="532261" y="1240593"/>
                  </a:lnTo>
                  <a:lnTo>
                    <a:pt x="532264" y="1240586"/>
                  </a:lnTo>
                  <a:lnTo>
                    <a:pt x="532266" y="1240578"/>
                  </a:lnTo>
                  <a:lnTo>
                    <a:pt x="532268" y="1240566"/>
                  </a:lnTo>
                  <a:lnTo>
                    <a:pt x="532269" y="1240548"/>
                  </a:lnTo>
                  <a:lnTo>
                    <a:pt x="532270" y="1240537"/>
                  </a:lnTo>
                  <a:lnTo>
                    <a:pt x="532270" y="1240532"/>
                  </a:lnTo>
                  <a:lnTo>
                    <a:pt x="532274" y="1240520"/>
                  </a:lnTo>
                  <a:lnTo>
                    <a:pt x="532277" y="1240513"/>
                  </a:lnTo>
                  <a:lnTo>
                    <a:pt x="532292" y="1240490"/>
                  </a:lnTo>
                  <a:lnTo>
                    <a:pt x="532302" y="1240475"/>
                  </a:lnTo>
                  <a:lnTo>
                    <a:pt x="532309" y="1240464"/>
                  </a:lnTo>
                  <a:lnTo>
                    <a:pt x="532321" y="1240444"/>
                  </a:lnTo>
                  <a:lnTo>
                    <a:pt x="532327" y="1240436"/>
                  </a:lnTo>
                  <a:lnTo>
                    <a:pt x="532340" y="1240425"/>
                  </a:lnTo>
                  <a:lnTo>
                    <a:pt x="532348" y="1240416"/>
                  </a:lnTo>
                  <a:lnTo>
                    <a:pt x="532358" y="1240407"/>
                  </a:lnTo>
                  <a:lnTo>
                    <a:pt x="532366" y="1240402"/>
                  </a:lnTo>
                  <a:lnTo>
                    <a:pt x="532388" y="1240392"/>
                  </a:lnTo>
                  <a:lnTo>
                    <a:pt x="532393" y="1240389"/>
                  </a:lnTo>
                  <a:lnTo>
                    <a:pt x="532397" y="1240386"/>
                  </a:lnTo>
                  <a:lnTo>
                    <a:pt x="532409" y="1240376"/>
                  </a:lnTo>
                  <a:lnTo>
                    <a:pt x="532417" y="1240369"/>
                  </a:lnTo>
                  <a:lnTo>
                    <a:pt x="532424" y="1240363"/>
                  </a:lnTo>
                  <a:lnTo>
                    <a:pt x="532431" y="1240357"/>
                  </a:lnTo>
                  <a:lnTo>
                    <a:pt x="532438" y="1240351"/>
                  </a:lnTo>
                  <a:lnTo>
                    <a:pt x="532443" y="1240346"/>
                  </a:lnTo>
                  <a:lnTo>
                    <a:pt x="532450" y="1240337"/>
                  </a:lnTo>
                  <a:lnTo>
                    <a:pt x="532453" y="1240333"/>
                  </a:lnTo>
                  <a:lnTo>
                    <a:pt x="532456" y="1240329"/>
                  </a:lnTo>
                  <a:lnTo>
                    <a:pt x="532463" y="1240316"/>
                  </a:lnTo>
                  <a:lnTo>
                    <a:pt x="532479" y="1240284"/>
                  </a:lnTo>
                  <a:lnTo>
                    <a:pt x="532484" y="1240275"/>
                  </a:lnTo>
                  <a:lnTo>
                    <a:pt x="532497" y="1240253"/>
                  </a:lnTo>
                  <a:lnTo>
                    <a:pt x="532504" y="1240242"/>
                  </a:lnTo>
                  <a:lnTo>
                    <a:pt x="532508" y="1240236"/>
                  </a:lnTo>
                  <a:lnTo>
                    <a:pt x="532523" y="1240221"/>
                  </a:lnTo>
                  <a:lnTo>
                    <a:pt x="532533" y="1240210"/>
                  </a:lnTo>
                  <a:lnTo>
                    <a:pt x="532540" y="1240203"/>
                  </a:lnTo>
                  <a:lnTo>
                    <a:pt x="532547" y="1240195"/>
                  </a:lnTo>
                  <a:lnTo>
                    <a:pt x="532556" y="1240184"/>
                  </a:lnTo>
                  <a:lnTo>
                    <a:pt x="532559" y="1240179"/>
                  </a:lnTo>
                  <a:lnTo>
                    <a:pt x="532584" y="1240141"/>
                  </a:lnTo>
                  <a:lnTo>
                    <a:pt x="532590" y="1240136"/>
                  </a:lnTo>
                  <a:lnTo>
                    <a:pt x="532620" y="1240118"/>
                  </a:lnTo>
                  <a:lnTo>
                    <a:pt x="532628" y="1240113"/>
                  </a:lnTo>
                  <a:lnTo>
                    <a:pt x="532645" y="1240101"/>
                  </a:lnTo>
                  <a:lnTo>
                    <a:pt x="532649" y="1240098"/>
                  </a:lnTo>
                  <a:lnTo>
                    <a:pt x="532654" y="1240093"/>
                  </a:lnTo>
                  <a:lnTo>
                    <a:pt x="532673" y="1240072"/>
                  </a:lnTo>
                  <a:lnTo>
                    <a:pt x="532687" y="1240056"/>
                  </a:lnTo>
                  <a:lnTo>
                    <a:pt x="532693" y="1240049"/>
                  </a:lnTo>
                  <a:lnTo>
                    <a:pt x="532704" y="1240037"/>
                  </a:lnTo>
                  <a:lnTo>
                    <a:pt x="532717" y="1240022"/>
                  </a:lnTo>
                  <a:lnTo>
                    <a:pt x="532729" y="1240011"/>
                  </a:lnTo>
                  <a:lnTo>
                    <a:pt x="532741" y="1239997"/>
                  </a:lnTo>
                  <a:lnTo>
                    <a:pt x="532745" y="1239992"/>
                  </a:lnTo>
                  <a:lnTo>
                    <a:pt x="532752" y="1239984"/>
                  </a:lnTo>
                  <a:lnTo>
                    <a:pt x="532759" y="1239976"/>
                  </a:lnTo>
                  <a:lnTo>
                    <a:pt x="532767" y="1239968"/>
                  </a:lnTo>
                  <a:lnTo>
                    <a:pt x="532776" y="1239960"/>
                  </a:lnTo>
                  <a:lnTo>
                    <a:pt x="532783" y="1239953"/>
                  </a:lnTo>
                  <a:lnTo>
                    <a:pt x="532787" y="1239949"/>
                  </a:lnTo>
                  <a:lnTo>
                    <a:pt x="532791" y="1239945"/>
                  </a:lnTo>
                  <a:lnTo>
                    <a:pt x="532796" y="1239939"/>
                  </a:lnTo>
                  <a:lnTo>
                    <a:pt x="532799" y="1239934"/>
                  </a:lnTo>
                  <a:lnTo>
                    <a:pt x="532802" y="1239929"/>
                  </a:lnTo>
                  <a:lnTo>
                    <a:pt x="532805" y="1239922"/>
                  </a:lnTo>
                  <a:lnTo>
                    <a:pt x="532818" y="1239899"/>
                  </a:lnTo>
                  <a:lnTo>
                    <a:pt x="532824" y="1239889"/>
                  </a:lnTo>
                  <a:lnTo>
                    <a:pt x="532831" y="1239882"/>
                  </a:lnTo>
                  <a:lnTo>
                    <a:pt x="532835" y="1239879"/>
                  </a:lnTo>
                  <a:lnTo>
                    <a:pt x="532843" y="1239874"/>
                  </a:lnTo>
                  <a:lnTo>
                    <a:pt x="532849" y="1239868"/>
                  </a:lnTo>
                  <a:lnTo>
                    <a:pt x="532850" y="1239858"/>
                  </a:lnTo>
                  <a:lnTo>
                    <a:pt x="532851" y="1239850"/>
                  </a:lnTo>
                  <a:lnTo>
                    <a:pt x="532858" y="1239832"/>
                  </a:lnTo>
                  <a:lnTo>
                    <a:pt x="532862" y="1239820"/>
                  </a:lnTo>
                  <a:lnTo>
                    <a:pt x="532867" y="1239810"/>
                  </a:lnTo>
                  <a:lnTo>
                    <a:pt x="532870" y="1239803"/>
                  </a:lnTo>
                  <a:lnTo>
                    <a:pt x="532873" y="1239796"/>
                  </a:lnTo>
                  <a:lnTo>
                    <a:pt x="532876" y="1239785"/>
                  </a:lnTo>
                  <a:lnTo>
                    <a:pt x="532878" y="1239774"/>
                  </a:lnTo>
                  <a:lnTo>
                    <a:pt x="532880" y="1239762"/>
                  </a:lnTo>
                  <a:lnTo>
                    <a:pt x="532882" y="1239751"/>
                  </a:lnTo>
                  <a:lnTo>
                    <a:pt x="532882" y="1239744"/>
                  </a:lnTo>
                  <a:lnTo>
                    <a:pt x="532881" y="1239737"/>
                  </a:lnTo>
                  <a:lnTo>
                    <a:pt x="532880" y="1239730"/>
                  </a:lnTo>
                  <a:lnTo>
                    <a:pt x="532876" y="1239724"/>
                  </a:lnTo>
                  <a:lnTo>
                    <a:pt x="532871" y="1239714"/>
                  </a:lnTo>
                  <a:lnTo>
                    <a:pt x="532867" y="1239707"/>
                  </a:lnTo>
                  <a:lnTo>
                    <a:pt x="532864" y="1239700"/>
                  </a:lnTo>
                  <a:lnTo>
                    <a:pt x="532863" y="1239694"/>
                  </a:lnTo>
                  <a:lnTo>
                    <a:pt x="532865" y="1239688"/>
                  </a:lnTo>
                  <a:lnTo>
                    <a:pt x="532866" y="1239683"/>
                  </a:lnTo>
                  <a:lnTo>
                    <a:pt x="532869" y="1239677"/>
                  </a:lnTo>
                  <a:lnTo>
                    <a:pt x="532873" y="1239670"/>
                  </a:lnTo>
                  <a:lnTo>
                    <a:pt x="532874" y="1239663"/>
                  </a:lnTo>
                  <a:lnTo>
                    <a:pt x="532873" y="1239654"/>
                  </a:lnTo>
                  <a:lnTo>
                    <a:pt x="532869" y="1239648"/>
                  </a:lnTo>
                  <a:lnTo>
                    <a:pt x="532866" y="1239641"/>
                  </a:lnTo>
                  <a:lnTo>
                    <a:pt x="532859" y="1239630"/>
                  </a:lnTo>
                  <a:lnTo>
                    <a:pt x="532852" y="1239623"/>
                  </a:lnTo>
                  <a:lnTo>
                    <a:pt x="532842" y="1239613"/>
                  </a:lnTo>
                  <a:lnTo>
                    <a:pt x="532834" y="1239603"/>
                  </a:lnTo>
                  <a:lnTo>
                    <a:pt x="532827" y="1239594"/>
                  </a:lnTo>
                  <a:lnTo>
                    <a:pt x="532822" y="1239588"/>
                  </a:lnTo>
                  <a:lnTo>
                    <a:pt x="532818" y="1239583"/>
                  </a:lnTo>
                  <a:lnTo>
                    <a:pt x="532814" y="1239574"/>
                  </a:lnTo>
                  <a:lnTo>
                    <a:pt x="532809" y="1239561"/>
                  </a:lnTo>
                  <a:lnTo>
                    <a:pt x="532806" y="1239552"/>
                  </a:lnTo>
                  <a:lnTo>
                    <a:pt x="532803" y="1239540"/>
                  </a:lnTo>
                  <a:lnTo>
                    <a:pt x="532801" y="1239531"/>
                  </a:lnTo>
                  <a:lnTo>
                    <a:pt x="532799" y="1239523"/>
                  </a:lnTo>
                  <a:lnTo>
                    <a:pt x="532798" y="1239513"/>
                  </a:lnTo>
                  <a:lnTo>
                    <a:pt x="532800" y="1239501"/>
                  </a:lnTo>
                  <a:lnTo>
                    <a:pt x="532801" y="1239495"/>
                  </a:lnTo>
                  <a:lnTo>
                    <a:pt x="532804" y="1239487"/>
                  </a:lnTo>
                  <a:lnTo>
                    <a:pt x="532809" y="1239471"/>
                  </a:lnTo>
                  <a:lnTo>
                    <a:pt x="532812" y="1239461"/>
                  </a:lnTo>
                  <a:lnTo>
                    <a:pt x="532815" y="1239453"/>
                  </a:lnTo>
                  <a:lnTo>
                    <a:pt x="532816" y="1239445"/>
                  </a:lnTo>
                  <a:lnTo>
                    <a:pt x="532814" y="1239438"/>
                  </a:lnTo>
                  <a:lnTo>
                    <a:pt x="532809" y="1239426"/>
                  </a:lnTo>
                  <a:lnTo>
                    <a:pt x="532805" y="1239419"/>
                  </a:lnTo>
                  <a:lnTo>
                    <a:pt x="532801" y="1239414"/>
                  </a:lnTo>
                  <a:lnTo>
                    <a:pt x="532797" y="1239409"/>
                  </a:lnTo>
                  <a:lnTo>
                    <a:pt x="532788" y="1239398"/>
                  </a:lnTo>
                  <a:lnTo>
                    <a:pt x="532785" y="1239394"/>
                  </a:lnTo>
                  <a:lnTo>
                    <a:pt x="532780" y="1239389"/>
                  </a:lnTo>
                  <a:lnTo>
                    <a:pt x="532776" y="1239385"/>
                  </a:lnTo>
                  <a:lnTo>
                    <a:pt x="532773" y="1239382"/>
                  </a:lnTo>
                  <a:lnTo>
                    <a:pt x="532766" y="1239376"/>
                  </a:lnTo>
                  <a:lnTo>
                    <a:pt x="532759" y="1239370"/>
                  </a:lnTo>
                  <a:lnTo>
                    <a:pt x="532750" y="1239362"/>
                  </a:lnTo>
                  <a:lnTo>
                    <a:pt x="532741" y="1239354"/>
                  </a:lnTo>
                  <a:lnTo>
                    <a:pt x="532735" y="1239347"/>
                  </a:lnTo>
                  <a:lnTo>
                    <a:pt x="532729" y="1239342"/>
                  </a:lnTo>
                  <a:lnTo>
                    <a:pt x="532722" y="1239334"/>
                  </a:lnTo>
                  <a:lnTo>
                    <a:pt x="532720" y="1239329"/>
                  </a:lnTo>
                  <a:lnTo>
                    <a:pt x="532719" y="1239321"/>
                  </a:lnTo>
                  <a:lnTo>
                    <a:pt x="532718" y="1239311"/>
                  </a:lnTo>
                  <a:lnTo>
                    <a:pt x="532715" y="1239302"/>
                  </a:lnTo>
                  <a:lnTo>
                    <a:pt x="532713" y="1239297"/>
                  </a:lnTo>
                  <a:lnTo>
                    <a:pt x="532708" y="1239289"/>
                  </a:lnTo>
                  <a:lnTo>
                    <a:pt x="532704" y="1239283"/>
                  </a:lnTo>
                  <a:lnTo>
                    <a:pt x="532699" y="1239274"/>
                  </a:lnTo>
                  <a:lnTo>
                    <a:pt x="532695" y="1239265"/>
                  </a:lnTo>
                  <a:lnTo>
                    <a:pt x="532690" y="1239252"/>
                  </a:lnTo>
                  <a:lnTo>
                    <a:pt x="532687" y="1239246"/>
                  </a:lnTo>
                  <a:lnTo>
                    <a:pt x="532685" y="1239238"/>
                  </a:lnTo>
                  <a:lnTo>
                    <a:pt x="532684" y="1239232"/>
                  </a:lnTo>
                  <a:lnTo>
                    <a:pt x="532681" y="1239222"/>
                  </a:lnTo>
                  <a:lnTo>
                    <a:pt x="532672" y="1239222"/>
                  </a:lnTo>
                  <a:lnTo>
                    <a:pt x="532665" y="1239223"/>
                  </a:lnTo>
                  <a:lnTo>
                    <a:pt x="532660" y="1239225"/>
                  </a:lnTo>
                  <a:lnTo>
                    <a:pt x="532655" y="1239227"/>
                  </a:lnTo>
                  <a:lnTo>
                    <a:pt x="532647" y="1239232"/>
                  </a:lnTo>
                  <a:lnTo>
                    <a:pt x="532638" y="1239236"/>
                  </a:lnTo>
                  <a:lnTo>
                    <a:pt x="532629" y="1239238"/>
                  </a:lnTo>
                  <a:lnTo>
                    <a:pt x="532624" y="1239238"/>
                  </a:lnTo>
                  <a:lnTo>
                    <a:pt x="532615" y="1239237"/>
                  </a:lnTo>
                  <a:lnTo>
                    <a:pt x="532605" y="1239237"/>
                  </a:lnTo>
                  <a:lnTo>
                    <a:pt x="532592" y="1239236"/>
                  </a:lnTo>
                  <a:lnTo>
                    <a:pt x="532585" y="1239236"/>
                  </a:lnTo>
                  <a:lnTo>
                    <a:pt x="532578" y="1239237"/>
                  </a:lnTo>
                  <a:lnTo>
                    <a:pt x="532568" y="1239238"/>
                  </a:lnTo>
                  <a:lnTo>
                    <a:pt x="532562" y="1239240"/>
                  </a:lnTo>
                  <a:lnTo>
                    <a:pt x="532558" y="1239241"/>
                  </a:lnTo>
                  <a:lnTo>
                    <a:pt x="532552" y="1239246"/>
                  </a:lnTo>
                  <a:lnTo>
                    <a:pt x="532548" y="1239248"/>
                  </a:lnTo>
                  <a:lnTo>
                    <a:pt x="532543" y="1239249"/>
                  </a:lnTo>
                  <a:lnTo>
                    <a:pt x="532536" y="1239251"/>
                  </a:lnTo>
                  <a:lnTo>
                    <a:pt x="532525" y="1239251"/>
                  </a:lnTo>
                  <a:lnTo>
                    <a:pt x="532516" y="1239251"/>
                  </a:lnTo>
                  <a:lnTo>
                    <a:pt x="532508" y="1239251"/>
                  </a:lnTo>
                  <a:lnTo>
                    <a:pt x="532500" y="1239253"/>
                  </a:lnTo>
                  <a:lnTo>
                    <a:pt x="532494" y="1239255"/>
                  </a:lnTo>
                  <a:lnTo>
                    <a:pt x="532488" y="1239259"/>
                  </a:lnTo>
                  <a:lnTo>
                    <a:pt x="532481" y="1239262"/>
                  </a:lnTo>
                  <a:lnTo>
                    <a:pt x="532477" y="1239265"/>
                  </a:lnTo>
                  <a:lnTo>
                    <a:pt x="532472" y="1239268"/>
                  </a:lnTo>
                  <a:lnTo>
                    <a:pt x="532461" y="1239276"/>
                  </a:lnTo>
                  <a:lnTo>
                    <a:pt x="532454" y="1239282"/>
                  </a:lnTo>
                  <a:lnTo>
                    <a:pt x="532446" y="1239285"/>
                  </a:lnTo>
                  <a:lnTo>
                    <a:pt x="532439" y="1239293"/>
                  </a:lnTo>
                  <a:lnTo>
                    <a:pt x="532433" y="1239295"/>
                  </a:lnTo>
                  <a:lnTo>
                    <a:pt x="532422" y="1239295"/>
                  </a:lnTo>
                  <a:lnTo>
                    <a:pt x="532417" y="1239295"/>
                  </a:lnTo>
                  <a:lnTo>
                    <a:pt x="532412" y="1239294"/>
                  </a:lnTo>
                  <a:lnTo>
                    <a:pt x="532407" y="1239293"/>
                  </a:lnTo>
                  <a:lnTo>
                    <a:pt x="532399" y="1239287"/>
                  </a:lnTo>
                  <a:lnTo>
                    <a:pt x="532389" y="1239280"/>
                  </a:lnTo>
                  <a:lnTo>
                    <a:pt x="532380" y="1239276"/>
                  </a:lnTo>
                  <a:lnTo>
                    <a:pt x="532377" y="1239270"/>
                  </a:lnTo>
                  <a:lnTo>
                    <a:pt x="532375" y="1239263"/>
                  </a:lnTo>
                  <a:lnTo>
                    <a:pt x="532374" y="1239256"/>
                  </a:lnTo>
                  <a:lnTo>
                    <a:pt x="532374" y="1239249"/>
                  </a:lnTo>
                  <a:lnTo>
                    <a:pt x="532372" y="1239244"/>
                  </a:lnTo>
                  <a:lnTo>
                    <a:pt x="532366" y="1239238"/>
                  </a:lnTo>
                  <a:lnTo>
                    <a:pt x="532361" y="1239233"/>
                  </a:lnTo>
                  <a:lnTo>
                    <a:pt x="532353" y="1239227"/>
                  </a:lnTo>
                  <a:lnTo>
                    <a:pt x="532347" y="1239224"/>
                  </a:lnTo>
                  <a:lnTo>
                    <a:pt x="532336" y="1239220"/>
                  </a:lnTo>
                  <a:lnTo>
                    <a:pt x="532326" y="1239217"/>
                  </a:lnTo>
                  <a:lnTo>
                    <a:pt x="532315" y="1239211"/>
                  </a:lnTo>
                  <a:lnTo>
                    <a:pt x="532305" y="1239206"/>
                  </a:lnTo>
                  <a:lnTo>
                    <a:pt x="532301" y="1239202"/>
                  </a:lnTo>
                  <a:lnTo>
                    <a:pt x="532293" y="1239196"/>
                  </a:lnTo>
                  <a:lnTo>
                    <a:pt x="532284" y="1239189"/>
                  </a:lnTo>
                  <a:lnTo>
                    <a:pt x="532276" y="1239184"/>
                  </a:lnTo>
                  <a:lnTo>
                    <a:pt x="532268" y="1239181"/>
                  </a:lnTo>
                  <a:lnTo>
                    <a:pt x="532263" y="1239180"/>
                  </a:lnTo>
                  <a:lnTo>
                    <a:pt x="532257" y="1239177"/>
                  </a:lnTo>
                  <a:lnTo>
                    <a:pt x="532249" y="1239172"/>
                  </a:lnTo>
                  <a:lnTo>
                    <a:pt x="532243" y="1239166"/>
                  </a:lnTo>
                  <a:lnTo>
                    <a:pt x="532228" y="1239154"/>
                  </a:lnTo>
                  <a:lnTo>
                    <a:pt x="532224" y="1239150"/>
                  </a:lnTo>
                  <a:lnTo>
                    <a:pt x="532221" y="1239142"/>
                  </a:lnTo>
                  <a:lnTo>
                    <a:pt x="532218" y="1239134"/>
                  </a:lnTo>
                  <a:lnTo>
                    <a:pt x="532216" y="1239127"/>
                  </a:lnTo>
                  <a:lnTo>
                    <a:pt x="532214" y="1239122"/>
                  </a:lnTo>
                  <a:lnTo>
                    <a:pt x="532211" y="1239108"/>
                  </a:lnTo>
                  <a:lnTo>
                    <a:pt x="532210" y="1239099"/>
                  </a:lnTo>
                  <a:lnTo>
                    <a:pt x="532210" y="1239089"/>
                  </a:lnTo>
                  <a:lnTo>
                    <a:pt x="532210" y="1239081"/>
                  </a:lnTo>
                  <a:lnTo>
                    <a:pt x="532208" y="1239076"/>
                  </a:lnTo>
                  <a:lnTo>
                    <a:pt x="532201" y="1239064"/>
                  </a:lnTo>
                  <a:lnTo>
                    <a:pt x="532193" y="1239053"/>
                  </a:lnTo>
                  <a:lnTo>
                    <a:pt x="532184" y="1239044"/>
                  </a:lnTo>
                  <a:lnTo>
                    <a:pt x="532179" y="1239038"/>
                  </a:lnTo>
                  <a:lnTo>
                    <a:pt x="532176" y="1239032"/>
                  </a:lnTo>
                  <a:lnTo>
                    <a:pt x="532173" y="1239025"/>
                  </a:lnTo>
                  <a:lnTo>
                    <a:pt x="532171" y="1239020"/>
                  </a:lnTo>
                  <a:lnTo>
                    <a:pt x="532166" y="1239012"/>
                  </a:lnTo>
                  <a:lnTo>
                    <a:pt x="532163" y="1239008"/>
                  </a:lnTo>
                  <a:lnTo>
                    <a:pt x="532157" y="1238999"/>
                  </a:lnTo>
                  <a:lnTo>
                    <a:pt x="532147" y="1238988"/>
                  </a:lnTo>
                  <a:lnTo>
                    <a:pt x="532137" y="1238978"/>
                  </a:lnTo>
                  <a:lnTo>
                    <a:pt x="532131" y="1238971"/>
                  </a:lnTo>
                  <a:lnTo>
                    <a:pt x="532125" y="1238963"/>
                  </a:lnTo>
                  <a:lnTo>
                    <a:pt x="532120" y="1238955"/>
                  </a:lnTo>
                  <a:lnTo>
                    <a:pt x="532114" y="1238948"/>
                  </a:lnTo>
                  <a:lnTo>
                    <a:pt x="532106" y="1238937"/>
                  </a:lnTo>
                  <a:lnTo>
                    <a:pt x="532101" y="1238933"/>
                  </a:lnTo>
                  <a:lnTo>
                    <a:pt x="532094" y="1238929"/>
                  </a:lnTo>
                  <a:lnTo>
                    <a:pt x="532084" y="1238924"/>
                  </a:lnTo>
                  <a:lnTo>
                    <a:pt x="532076" y="1238921"/>
                  </a:lnTo>
                  <a:lnTo>
                    <a:pt x="532064" y="1238917"/>
                  </a:lnTo>
                  <a:lnTo>
                    <a:pt x="532053" y="1238912"/>
                  </a:lnTo>
                  <a:lnTo>
                    <a:pt x="532049" y="1238910"/>
                  </a:lnTo>
                  <a:lnTo>
                    <a:pt x="532044" y="1238905"/>
                  </a:lnTo>
                  <a:lnTo>
                    <a:pt x="532040" y="1238900"/>
                  </a:lnTo>
                  <a:lnTo>
                    <a:pt x="532036" y="1238893"/>
                  </a:lnTo>
                  <a:lnTo>
                    <a:pt x="532026" y="1238883"/>
                  </a:lnTo>
                  <a:lnTo>
                    <a:pt x="532020" y="1238876"/>
                  </a:lnTo>
                  <a:lnTo>
                    <a:pt x="532012" y="1238866"/>
                  </a:lnTo>
                  <a:lnTo>
                    <a:pt x="532006" y="1238857"/>
                  </a:lnTo>
                  <a:lnTo>
                    <a:pt x="531999" y="1238847"/>
                  </a:lnTo>
                  <a:lnTo>
                    <a:pt x="531997" y="1238840"/>
                  </a:lnTo>
                  <a:lnTo>
                    <a:pt x="531988" y="1238820"/>
                  </a:lnTo>
                  <a:lnTo>
                    <a:pt x="531981" y="1238805"/>
                  </a:lnTo>
                  <a:lnTo>
                    <a:pt x="531978" y="1238801"/>
                  </a:lnTo>
                  <a:lnTo>
                    <a:pt x="531972" y="1238797"/>
                  </a:lnTo>
                  <a:lnTo>
                    <a:pt x="531966" y="1238792"/>
                  </a:lnTo>
                  <a:lnTo>
                    <a:pt x="531959" y="1238785"/>
                  </a:lnTo>
                  <a:lnTo>
                    <a:pt x="531952" y="1238774"/>
                  </a:lnTo>
                  <a:lnTo>
                    <a:pt x="531941" y="1238757"/>
                  </a:lnTo>
                  <a:lnTo>
                    <a:pt x="531938" y="1238750"/>
                  </a:lnTo>
                  <a:lnTo>
                    <a:pt x="531934" y="1238740"/>
                  </a:lnTo>
                  <a:lnTo>
                    <a:pt x="531929" y="1238721"/>
                  </a:lnTo>
                  <a:lnTo>
                    <a:pt x="531925" y="1238713"/>
                  </a:lnTo>
                  <a:lnTo>
                    <a:pt x="531920" y="1238702"/>
                  </a:lnTo>
                  <a:lnTo>
                    <a:pt x="531915" y="1238694"/>
                  </a:lnTo>
                  <a:lnTo>
                    <a:pt x="531909" y="1238684"/>
                  </a:lnTo>
                  <a:lnTo>
                    <a:pt x="531902" y="1238676"/>
                  </a:lnTo>
                  <a:lnTo>
                    <a:pt x="531891" y="1238660"/>
                  </a:lnTo>
                  <a:lnTo>
                    <a:pt x="531887" y="1238654"/>
                  </a:lnTo>
                  <a:lnTo>
                    <a:pt x="531881" y="1238649"/>
                  </a:lnTo>
                  <a:lnTo>
                    <a:pt x="531861" y="1238635"/>
                  </a:lnTo>
                  <a:lnTo>
                    <a:pt x="531850" y="1238627"/>
                  </a:lnTo>
                  <a:lnTo>
                    <a:pt x="531843" y="1238621"/>
                  </a:lnTo>
                  <a:lnTo>
                    <a:pt x="531837" y="1238616"/>
                  </a:lnTo>
                  <a:lnTo>
                    <a:pt x="531835" y="1238611"/>
                  </a:lnTo>
                  <a:lnTo>
                    <a:pt x="531827" y="1238601"/>
                  </a:lnTo>
                  <a:lnTo>
                    <a:pt x="531820" y="1238593"/>
                  </a:lnTo>
                  <a:lnTo>
                    <a:pt x="531816" y="1238588"/>
                  </a:lnTo>
                  <a:lnTo>
                    <a:pt x="531807" y="1238580"/>
                  </a:lnTo>
                  <a:lnTo>
                    <a:pt x="531800" y="1238577"/>
                  </a:lnTo>
                  <a:lnTo>
                    <a:pt x="531791" y="1238572"/>
                  </a:lnTo>
                  <a:lnTo>
                    <a:pt x="531780" y="1238565"/>
                  </a:lnTo>
                  <a:lnTo>
                    <a:pt x="531766" y="1238555"/>
                  </a:lnTo>
                  <a:lnTo>
                    <a:pt x="531757" y="1238545"/>
                  </a:lnTo>
                  <a:lnTo>
                    <a:pt x="531750" y="1238538"/>
                  </a:lnTo>
                  <a:lnTo>
                    <a:pt x="531746" y="1238533"/>
                  </a:lnTo>
                  <a:lnTo>
                    <a:pt x="531739" y="1238530"/>
                  </a:lnTo>
                  <a:lnTo>
                    <a:pt x="531724" y="1238529"/>
                  </a:lnTo>
                  <a:lnTo>
                    <a:pt x="531715" y="1238528"/>
                  </a:lnTo>
                  <a:lnTo>
                    <a:pt x="531704" y="1238525"/>
                  </a:lnTo>
                  <a:lnTo>
                    <a:pt x="531693" y="1238522"/>
                  </a:lnTo>
                  <a:lnTo>
                    <a:pt x="531685" y="1238518"/>
                  </a:lnTo>
                  <a:lnTo>
                    <a:pt x="531675" y="1238513"/>
                  </a:lnTo>
                  <a:lnTo>
                    <a:pt x="531667" y="1238506"/>
                  </a:lnTo>
                  <a:lnTo>
                    <a:pt x="531660" y="1238501"/>
                  </a:lnTo>
                  <a:lnTo>
                    <a:pt x="531653" y="1238494"/>
                  </a:lnTo>
                  <a:lnTo>
                    <a:pt x="531646" y="1238485"/>
                  </a:lnTo>
                  <a:lnTo>
                    <a:pt x="531636" y="1238473"/>
                  </a:lnTo>
                  <a:lnTo>
                    <a:pt x="531628" y="1238460"/>
                  </a:lnTo>
                  <a:lnTo>
                    <a:pt x="531617" y="1238443"/>
                  </a:lnTo>
                  <a:lnTo>
                    <a:pt x="531612" y="1238433"/>
                  </a:lnTo>
                  <a:lnTo>
                    <a:pt x="531606" y="1238423"/>
                  </a:lnTo>
                  <a:lnTo>
                    <a:pt x="531602" y="1238417"/>
                  </a:lnTo>
                  <a:lnTo>
                    <a:pt x="531595" y="1238412"/>
                  </a:lnTo>
                  <a:lnTo>
                    <a:pt x="531584" y="1238402"/>
                  </a:lnTo>
                  <a:lnTo>
                    <a:pt x="531577" y="1238395"/>
                  </a:lnTo>
                  <a:lnTo>
                    <a:pt x="531573" y="1238391"/>
                  </a:lnTo>
                  <a:lnTo>
                    <a:pt x="531567" y="1238388"/>
                  </a:lnTo>
                  <a:lnTo>
                    <a:pt x="531562" y="1238385"/>
                  </a:lnTo>
                  <a:lnTo>
                    <a:pt x="531549" y="1238380"/>
                  </a:lnTo>
                  <a:lnTo>
                    <a:pt x="531542" y="1238376"/>
                  </a:lnTo>
                  <a:lnTo>
                    <a:pt x="531536" y="1238372"/>
                  </a:lnTo>
                  <a:lnTo>
                    <a:pt x="531528" y="1238363"/>
                  </a:lnTo>
                  <a:lnTo>
                    <a:pt x="531518" y="1238351"/>
                  </a:lnTo>
                  <a:lnTo>
                    <a:pt x="531509" y="1238340"/>
                  </a:lnTo>
                  <a:lnTo>
                    <a:pt x="531500" y="1238333"/>
                  </a:lnTo>
                  <a:lnTo>
                    <a:pt x="531494" y="1238328"/>
                  </a:lnTo>
                  <a:lnTo>
                    <a:pt x="531488" y="1238323"/>
                  </a:lnTo>
                  <a:lnTo>
                    <a:pt x="531479" y="1238319"/>
                  </a:lnTo>
                  <a:lnTo>
                    <a:pt x="531470" y="1238315"/>
                  </a:lnTo>
                  <a:lnTo>
                    <a:pt x="531454" y="1238304"/>
                  </a:lnTo>
                  <a:lnTo>
                    <a:pt x="531445" y="1238297"/>
                  </a:lnTo>
                  <a:lnTo>
                    <a:pt x="531431" y="1238284"/>
                  </a:lnTo>
                  <a:lnTo>
                    <a:pt x="531425" y="1238276"/>
                  </a:lnTo>
                  <a:lnTo>
                    <a:pt x="531420" y="1238267"/>
                  </a:lnTo>
                  <a:lnTo>
                    <a:pt x="531416" y="1238256"/>
                  </a:lnTo>
                  <a:lnTo>
                    <a:pt x="531413" y="1238250"/>
                  </a:lnTo>
                  <a:lnTo>
                    <a:pt x="531409" y="1238246"/>
                  </a:lnTo>
                  <a:lnTo>
                    <a:pt x="531394" y="1238236"/>
                  </a:lnTo>
                  <a:lnTo>
                    <a:pt x="531386" y="1238230"/>
                  </a:lnTo>
                  <a:lnTo>
                    <a:pt x="531361" y="1238210"/>
                  </a:lnTo>
                  <a:lnTo>
                    <a:pt x="531338" y="1238194"/>
                  </a:lnTo>
                  <a:lnTo>
                    <a:pt x="531287" y="1238167"/>
                  </a:lnTo>
                  <a:lnTo>
                    <a:pt x="531271" y="1238159"/>
                  </a:lnTo>
                  <a:lnTo>
                    <a:pt x="531245" y="1238150"/>
                  </a:lnTo>
                  <a:lnTo>
                    <a:pt x="531236" y="1238145"/>
                  </a:lnTo>
                  <a:lnTo>
                    <a:pt x="531227" y="1238136"/>
                  </a:lnTo>
                  <a:lnTo>
                    <a:pt x="531215" y="1238126"/>
                  </a:lnTo>
                  <a:lnTo>
                    <a:pt x="531203" y="1238118"/>
                  </a:lnTo>
                  <a:lnTo>
                    <a:pt x="531186" y="1238111"/>
                  </a:lnTo>
                  <a:lnTo>
                    <a:pt x="531161" y="1238097"/>
                  </a:lnTo>
                  <a:lnTo>
                    <a:pt x="531148" y="1238089"/>
                  </a:lnTo>
                  <a:lnTo>
                    <a:pt x="531137" y="1238083"/>
                  </a:lnTo>
                  <a:lnTo>
                    <a:pt x="531129" y="1238078"/>
                  </a:lnTo>
                  <a:lnTo>
                    <a:pt x="531123" y="1238077"/>
                  </a:lnTo>
                  <a:lnTo>
                    <a:pt x="531114" y="1238079"/>
                  </a:lnTo>
                  <a:lnTo>
                    <a:pt x="531108" y="1238082"/>
                  </a:lnTo>
                  <a:lnTo>
                    <a:pt x="531102" y="1238086"/>
                  </a:lnTo>
                  <a:lnTo>
                    <a:pt x="531094" y="1238095"/>
                  </a:lnTo>
                  <a:lnTo>
                    <a:pt x="531082" y="1238106"/>
                  </a:lnTo>
                  <a:lnTo>
                    <a:pt x="531047" y="1238136"/>
                  </a:lnTo>
                  <a:lnTo>
                    <a:pt x="531034" y="1238142"/>
                  </a:lnTo>
                  <a:lnTo>
                    <a:pt x="531021" y="1238145"/>
                  </a:lnTo>
                  <a:lnTo>
                    <a:pt x="531014" y="1238145"/>
                  </a:lnTo>
                  <a:lnTo>
                    <a:pt x="531009" y="1238144"/>
                  </a:lnTo>
                  <a:lnTo>
                    <a:pt x="531002" y="1238139"/>
                  </a:lnTo>
                  <a:lnTo>
                    <a:pt x="530990" y="1238123"/>
                  </a:lnTo>
                  <a:lnTo>
                    <a:pt x="530976" y="1238105"/>
                  </a:lnTo>
                  <a:lnTo>
                    <a:pt x="530968" y="1238096"/>
                  </a:lnTo>
                  <a:lnTo>
                    <a:pt x="530958" y="1238085"/>
                  </a:lnTo>
                  <a:lnTo>
                    <a:pt x="530946" y="1238064"/>
                  </a:lnTo>
                  <a:lnTo>
                    <a:pt x="530933" y="1238046"/>
                  </a:lnTo>
                  <a:lnTo>
                    <a:pt x="530920" y="1238024"/>
                  </a:lnTo>
                  <a:lnTo>
                    <a:pt x="530905" y="1237988"/>
                  </a:lnTo>
                  <a:lnTo>
                    <a:pt x="530899" y="1237973"/>
                  </a:lnTo>
                  <a:lnTo>
                    <a:pt x="530894" y="1237960"/>
                  </a:lnTo>
                  <a:lnTo>
                    <a:pt x="530891" y="1237956"/>
                  </a:lnTo>
                  <a:lnTo>
                    <a:pt x="530880" y="1237941"/>
                  </a:lnTo>
                  <a:lnTo>
                    <a:pt x="530863" y="1237922"/>
                  </a:lnTo>
                  <a:lnTo>
                    <a:pt x="530856" y="1237913"/>
                  </a:lnTo>
                  <a:lnTo>
                    <a:pt x="530850" y="1237904"/>
                  </a:lnTo>
                  <a:lnTo>
                    <a:pt x="530847" y="1237897"/>
                  </a:lnTo>
                  <a:lnTo>
                    <a:pt x="530827" y="1237857"/>
                  </a:lnTo>
                  <a:lnTo>
                    <a:pt x="530824" y="1237849"/>
                  </a:lnTo>
                  <a:lnTo>
                    <a:pt x="530816" y="1237835"/>
                  </a:lnTo>
                  <a:lnTo>
                    <a:pt x="530809" y="1237826"/>
                  </a:lnTo>
                  <a:lnTo>
                    <a:pt x="530801" y="1237819"/>
                  </a:lnTo>
                  <a:lnTo>
                    <a:pt x="530791" y="1237811"/>
                  </a:lnTo>
                  <a:lnTo>
                    <a:pt x="530769" y="1237796"/>
                  </a:lnTo>
                  <a:lnTo>
                    <a:pt x="530762" y="1237792"/>
                  </a:lnTo>
                  <a:lnTo>
                    <a:pt x="530730" y="1237768"/>
                  </a:lnTo>
                  <a:lnTo>
                    <a:pt x="530721" y="1237763"/>
                  </a:lnTo>
                  <a:lnTo>
                    <a:pt x="530712" y="1237757"/>
                  </a:lnTo>
                  <a:lnTo>
                    <a:pt x="530705" y="1237750"/>
                  </a:lnTo>
                  <a:lnTo>
                    <a:pt x="530683" y="1237712"/>
                  </a:lnTo>
                  <a:lnTo>
                    <a:pt x="530660" y="1237681"/>
                  </a:lnTo>
                  <a:lnTo>
                    <a:pt x="530623" y="1237635"/>
                  </a:lnTo>
                  <a:lnTo>
                    <a:pt x="530621" y="1237629"/>
                  </a:lnTo>
                  <a:lnTo>
                    <a:pt x="530615" y="1237602"/>
                  </a:lnTo>
                  <a:lnTo>
                    <a:pt x="530604" y="1237571"/>
                  </a:lnTo>
                  <a:lnTo>
                    <a:pt x="530584" y="1237530"/>
                  </a:lnTo>
                  <a:lnTo>
                    <a:pt x="530557" y="1237477"/>
                  </a:lnTo>
                  <a:lnTo>
                    <a:pt x="530510" y="1237393"/>
                  </a:lnTo>
                  <a:lnTo>
                    <a:pt x="530501" y="1237372"/>
                  </a:lnTo>
                  <a:lnTo>
                    <a:pt x="530490" y="1237334"/>
                  </a:lnTo>
                  <a:lnTo>
                    <a:pt x="530463" y="1237264"/>
                  </a:lnTo>
                  <a:lnTo>
                    <a:pt x="530443" y="1237214"/>
                  </a:lnTo>
                  <a:lnTo>
                    <a:pt x="530426" y="1237183"/>
                  </a:lnTo>
                  <a:lnTo>
                    <a:pt x="530419" y="1237166"/>
                  </a:lnTo>
                  <a:lnTo>
                    <a:pt x="530413" y="1237151"/>
                  </a:lnTo>
                  <a:lnTo>
                    <a:pt x="530408" y="1237143"/>
                  </a:lnTo>
                  <a:lnTo>
                    <a:pt x="530396" y="1237127"/>
                  </a:lnTo>
                  <a:lnTo>
                    <a:pt x="530381" y="1237110"/>
                  </a:lnTo>
                  <a:lnTo>
                    <a:pt x="530350" y="1237083"/>
                  </a:lnTo>
                  <a:lnTo>
                    <a:pt x="530308" y="1237060"/>
                  </a:lnTo>
                  <a:lnTo>
                    <a:pt x="530281" y="1237027"/>
                  </a:lnTo>
                  <a:lnTo>
                    <a:pt x="530247" y="1236994"/>
                  </a:lnTo>
                  <a:lnTo>
                    <a:pt x="530229" y="1236959"/>
                  </a:lnTo>
                  <a:lnTo>
                    <a:pt x="530207" y="1236896"/>
                  </a:lnTo>
                  <a:lnTo>
                    <a:pt x="530188" y="1236869"/>
                  </a:lnTo>
                  <a:lnTo>
                    <a:pt x="530176" y="1236859"/>
                  </a:lnTo>
                  <a:lnTo>
                    <a:pt x="530166" y="1236854"/>
                  </a:lnTo>
                  <a:lnTo>
                    <a:pt x="530158" y="1236852"/>
                  </a:lnTo>
                  <a:lnTo>
                    <a:pt x="530094" y="1236849"/>
                  </a:lnTo>
                  <a:lnTo>
                    <a:pt x="530037" y="1236851"/>
                  </a:lnTo>
                  <a:lnTo>
                    <a:pt x="530031" y="1236851"/>
                  </a:lnTo>
                  <a:lnTo>
                    <a:pt x="530026" y="1236850"/>
                  </a:lnTo>
                  <a:lnTo>
                    <a:pt x="530012" y="1236849"/>
                  </a:lnTo>
                  <a:lnTo>
                    <a:pt x="529984" y="1236846"/>
                  </a:lnTo>
                  <a:lnTo>
                    <a:pt x="529973" y="1236846"/>
                  </a:lnTo>
                  <a:lnTo>
                    <a:pt x="529964" y="1236845"/>
                  </a:lnTo>
                  <a:lnTo>
                    <a:pt x="529959" y="1236845"/>
                  </a:lnTo>
                  <a:lnTo>
                    <a:pt x="529940" y="1236844"/>
                  </a:lnTo>
                  <a:lnTo>
                    <a:pt x="529936" y="1236844"/>
                  </a:lnTo>
                  <a:lnTo>
                    <a:pt x="529931" y="1236844"/>
                  </a:lnTo>
                  <a:lnTo>
                    <a:pt x="529925" y="1236845"/>
                  </a:lnTo>
                  <a:lnTo>
                    <a:pt x="529916" y="1236845"/>
                  </a:lnTo>
                  <a:lnTo>
                    <a:pt x="529911" y="1236845"/>
                  </a:lnTo>
                  <a:lnTo>
                    <a:pt x="529903" y="1236842"/>
                  </a:lnTo>
                  <a:lnTo>
                    <a:pt x="529898" y="1236839"/>
                  </a:lnTo>
                  <a:lnTo>
                    <a:pt x="529892" y="1236835"/>
                  </a:lnTo>
                  <a:lnTo>
                    <a:pt x="529885" y="1236829"/>
                  </a:lnTo>
                  <a:lnTo>
                    <a:pt x="529880" y="1236825"/>
                  </a:lnTo>
                  <a:lnTo>
                    <a:pt x="529868" y="1236813"/>
                  </a:lnTo>
                  <a:lnTo>
                    <a:pt x="529861" y="1236805"/>
                  </a:lnTo>
                  <a:lnTo>
                    <a:pt x="529853" y="1236799"/>
                  </a:lnTo>
                  <a:lnTo>
                    <a:pt x="529842" y="1236790"/>
                  </a:lnTo>
                  <a:lnTo>
                    <a:pt x="529833" y="1236784"/>
                  </a:lnTo>
                  <a:lnTo>
                    <a:pt x="529824" y="1236779"/>
                  </a:lnTo>
                  <a:lnTo>
                    <a:pt x="529817" y="1236776"/>
                  </a:lnTo>
                  <a:lnTo>
                    <a:pt x="529811" y="1236775"/>
                  </a:lnTo>
                  <a:lnTo>
                    <a:pt x="529802" y="1236774"/>
                  </a:lnTo>
                  <a:lnTo>
                    <a:pt x="529788" y="1236774"/>
                  </a:lnTo>
                  <a:lnTo>
                    <a:pt x="529775" y="1236772"/>
                  </a:lnTo>
                  <a:lnTo>
                    <a:pt x="529759" y="1236771"/>
                  </a:lnTo>
                  <a:lnTo>
                    <a:pt x="529747" y="1236769"/>
                  </a:lnTo>
                  <a:lnTo>
                    <a:pt x="529738" y="1236768"/>
                  </a:lnTo>
                  <a:lnTo>
                    <a:pt x="529728" y="1236767"/>
                  </a:lnTo>
                  <a:lnTo>
                    <a:pt x="529723" y="1236765"/>
                  </a:lnTo>
                  <a:lnTo>
                    <a:pt x="529716" y="1236761"/>
                  </a:lnTo>
                  <a:lnTo>
                    <a:pt x="529705" y="1236751"/>
                  </a:lnTo>
                  <a:lnTo>
                    <a:pt x="529692" y="1236742"/>
                  </a:lnTo>
                  <a:lnTo>
                    <a:pt x="529685" y="1236736"/>
                  </a:lnTo>
                  <a:lnTo>
                    <a:pt x="529672" y="1236723"/>
                  </a:lnTo>
                  <a:lnTo>
                    <a:pt x="529660" y="1236714"/>
                  </a:lnTo>
                  <a:lnTo>
                    <a:pt x="529652" y="1236709"/>
                  </a:lnTo>
                  <a:lnTo>
                    <a:pt x="529642" y="1236705"/>
                  </a:lnTo>
                  <a:lnTo>
                    <a:pt x="529635" y="1236703"/>
                  </a:lnTo>
                  <a:lnTo>
                    <a:pt x="529628" y="1236701"/>
                  </a:lnTo>
                  <a:lnTo>
                    <a:pt x="529602" y="1236695"/>
                  </a:lnTo>
                  <a:lnTo>
                    <a:pt x="529577" y="1236693"/>
                  </a:lnTo>
                  <a:lnTo>
                    <a:pt x="529572" y="1236692"/>
                  </a:lnTo>
                  <a:lnTo>
                    <a:pt x="529568" y="1236687"/>
                  </a:lnTo>
                  <a:lnTo>
                    <a:pt x="529561" y="1236679"/>
                  </a:lnTo>
                  <a:lnTo>
                    <a:pt x="529556" y="1236671"/>
                  </a:lnTo>
                  <a:lnTo>
                    <a:pt x="529543" y="1236657"/>
                  </a:lnTo>
                  <a:lnTo>
                    <a:pt x="529532" y="1236646"/>
                  </a:lnTo>
                  <a:lnTo>
                    <a:pt x="529527" y="1236642"/>
                  </a:lnTo>
                  <a:lnTo>
                    <a:pt x="529524" y="1236636"/>
                  </a:lnTo>
                  <a:lnTo>
                    <a:pt x="529521" y="1236629"/>
                  </a:lnTo>
                  <a:lnTo>
                    <a:pt x="529517" y="1236620"/>
                  </a:lnTo>
                  <a:lnTo>
                    <a:pt x="529514" y="1236614"/>
                  </a:lnTo>
                  <a:lnTo>
                    <a:pt x="529513" y="1236608"/>
                  </a:lnTo>
                  <a:lnTo>
                    <a:pt x="529512" y="1236601"/>
                  </a:lnTo>
                  <a:lnTo>
                    <a:pt x="529512" y="1236592"/>
                  </a:lnTo>
                  <a:lnTo>
                    <a:pt x="529511" y="1236582"/>
                  </a:lnTo>
                  <a:lnTo>
                    <a:pt x="529511" y="1236576"/>
                  </a:lnTo>
                  <a:lnTo>
                    <a:pt x="529510" y="1236566"/>
                  </a:lnTo>
                  <a:lnTo>
                    <a:pt x="529508" y="1236554"/>
                  </a:lnTo>
                  <a:lnTo>
                    <a:pt x="529506" y="1236545"/>
                  </a:lnTo>
                  <a:lnTo>
                    <a:pt x="529504" y="1236539"/>
                  </a:lnTo>
                  <a:lnTo>
                    <a:pt x="529503" y="1236531"/>
                  </a:lnTo>
                  <a:lnTo>
                    <a:pt x="529503" y="1236523"/>
                  </a:lnTo>
                  <a:lnTo>
                    <a:pt x="529508" y="1236511"/>
                  </a:lnTo>
                  <a:lnTo>
                    <a:pt x="529511" y="1236503"/>
                  </a:lnTo>
                  <a:lnTo>
                    <a:pt x="529511" y="1236497"/>
                  </a:lnTo>
                  <a:lnTo>
                    <a:pt x="529509" y="1236488"/>
                  </a:lnTo>
                  <a:lnTo>
                    <a:pt x="529506" y="1236481"/>
                  </a:lnTo>
                  <a:lnTo>
                    <a:pt x="529504" y="1236475"/>
                  </a:lnTo>
                  <a:lnTo>
                    <a:pt x="529502" y="1236467"/>
                  </a:lnTo>
                  <a:lnTo>
                    <a:pt x="529501" y="1236460"/>
                  </a:lnTo>
                  <a:lnTo>
                    <a:pt x="529498" y="1236444"/>
                  </a:lnTo>
                  <a:lnTo>
                    <a:pt x="529497" y="1236436"/>
                  </a:lnTo>
                  <a:lnTo>
                    <a:pt x="529495" y="1236429"/>
                  </a:lnTo>
                  <a:lnTo>
                    <a:pt x="529494" y="1236421"/>
                  </a:lnTo>
                  <a:lnTo>
                    <a:pt x="529494" y="1236415"/>
                  </a:lnTo>
                  <a:lnTo>
                    <a:pt x="529494" y="1236410"/>
                  </a:lnTo>
                  <a:lnTo>
                    <a:pt x="529496" y="1236405"/>
                  </a:lnTo>
                  <a:lnTo>
                    <a:pt x="529500" y="1236398"/>
                  </a:lnTo>
                  <a:lnTo>
                    <a:pt x="529504" y="1236392"/>
                  </a:lnTo>
                  <a:lnTo>
                    <a:pt x="529509" y="1236388"/>
                  </a:lnTo>
                  <a:lnTo>
                    <a:pt x="529518" y="1236382"/>
                  </a:lnTo>
                  <a:lnTo>
                    <a:pt x="529524" y="1236378"/>
                  </a:lnTo>
                  <a:lnTo>
                    <a:pt x="529531" y="1236372"/>
                  </a:lnTo>
                  <a:lnTo>
                    <a:pt x="529536" y="1236363"/>
                  </a:lnTo>
                  <a:lnTo>
                    <a:pt x="529537" y="1236355"/>
                  </a:lnTo>
                  <a:lnTo>
                    <a:pt x="529537" y="1236344"/>
                  </a:lnTo>
                  <a:lnTo>
                    <a:pt x="529536" y="1236328"/>
                  </a:lnTo>
                  <a:lnTo>
                    <a:pt x="529535" y="1236309"/>
                  </a:lnTo>
                  <a:lnTo>
                    <a:pt x="529535" y="1236302"/>
                  </a:lnTo>
                  <a:lnTo>
                    <a:pt x="529534" y="1236291"/>
                  </a:lnTo>
                  <a:lnTo>
                    <a:pt x="529535" y="1236283"/>
                  </a:lnTo>
                  <a:lnTo>
                    <a:pt x="529536" y="1236271"/>
                  </a:lnTo>
                  <a:lnTo>
                    <a:pt x="529536" y="1236262"/>
                  </a:lnTo>
                  <a:lnTo>
                    <a:pt x="529535" y="1236256"/>
                  </a:lnTo>
                  <a:lnTo>
                    <a:pt x="529532" y="1236251"/>
                  </a:lnTo>
                  <a:lnTo>
                    <a:pt x="529528" y="1236246"/>
                  </a:lnTo>
                  <a:lnTo>
                    <a:pt x="529522" y="1236240"/>
                  </a:lnTo>
                  <a:lnTo>
                    <a:pt x="529513" y="1236232"/>
                  </a:lnTo>
                  <a:lnTo>
                    <a:pt x="529503" y="1236223"/>
                  </a:lnTo>
                  <a:lnTo>
                    <a:pt x="529497" y="1236218"/>
                  </a:lnTo>
                  <a:lnTo>
                    <a:pt x="529494" y="1236212"/>
                  </a:lnTo>
                  <a:lnTo>
                    <a:pt x="529492" y="1236203"/>
                  </a:lnTo>
                  <a:lnTo>
                    <a:pt x="529490" y="1236196"/>
                  </a:lnTo>
                  <a:lnTo>
                    <a:pt x="529488" y="1236190"/>
                  </a:lnTo>
                  <a:lnTo>
                    <a:pt x="529486" y="1236184"/>
                  </a:lnTo>
                  <a:lnTo>
                    <a:pt x="529480" y="1236175"/>
                  </a:lnTo>
                  <a:lnTo>
                    <a:pt x="529473" y="1236161"/>
                  </a:lnTo>
                  <a:lnTo>
                    <a:pt x="529468" y="1236149"/>
                  </a:lnTo>
                  <a:lnTo>
                    <a:pt x="529464" y="1236137"/>
                  </a:lnTo>
                  <a:lnTo>
                    <a:pt x="529456" y="1236123"/>
                  </a:lnTo>
                  <a:lnTo>
                    <a:pt x="529451" y="1236112"/>
                  </a:lnTo>
                  <a:lnTo>
                    <a:pt x="529447" y="1236104"/>
                  </a:lnTo>
                  <a:lnTo>
                    <a:pt x="529440" y="1236098"/>
                  </a:lnTo>
                  <a:lnTo>
                    <a:pt x="529432" y="1236095"/>
                  </a:lnTo>
                  <a:lnTo>
                    <a:pt x="529425" y="1236093"/>
                  </a:lnTo>
                  <a:lnTo>
                    <a:pt x="529416" y="1236088"/>
                  </a:lnTo>
                  <a:lnTo>
                    <a:pt x="529409" y="1236081"/>
                  </a:lnTo>
                  <a:lnTo>
                    <a:pt x="529400" y="1236073"/>
                  </a:lnTo>
                  <a:lnTo>
                    <a:pt x="529393" y="1236066"/>
                  </a:lnTo>
                  <a:lnTo>
                    <a:pt x="529383" y="1236055"/>
                  </a:lnTo>
                  <a:lnTo>
                    <a:pt x="529376" y="1236047"/>
                  </a:lnTo>
                  <a:lnTo>
                    <a:pt x="529365" y="1236035"/>
                  </a:lnTo>
                  <a:lnTo>
                    <a:pt x="529353" y="1236025"/>
                  </a:lnTo>
                  <a:lnTo>
                    <a:pt x="529348" y="1236019"/>
                  </a:lnTo>
                  <a:lnTo>
                    <a:pt x="529344" y="1236014"/>
                  </a:lnTo>
                  <a:lnTo>
                    <a:pt x="529341" y="1236009"/>
                  </a:lnTo>
                  <a:lnTo>
                    <a:pt x="529339" y="1236003"/>
                  </a:lnTo>
                  <a:lnTo>
                    <a:pt x="529338" y="1235998"/>
                  </a:lnTo>
                  <a:lnTo>
                    <a:pt x="529338" y="1235990"/>
                  </a:lnTo>
                  <a:lnTo>
                    <a:pt x="529340" y="1235980"/>
                  </a:lnTo>
                  <a:lnTo>
                    <a:pt x="529342" y="1235972"/>
                  </a:lnTo>
                  <a:lnTo>
                    <a:pt x="529344" y="1235964"/>
                  </a:lnTo>
                  <a:lnTo>
                    <a:pt x="529346" y="1235952"/>
                  </a:lnTo>
                  <a:lnTo>
                    <a:pt x="529349" y="1235933"/>
                  </a:lnTo>
                  <a:lnTo>
                    <a:pt x="529350" y="1235924"/>
                  </a:lnTo>
                  <a:lnTo>
                    <a:pt x="529351" y="1235917"/>
                  </a:lnTo>
                  <a:lnTo>
                    <a:pt x="529351" y="1235908"/>
                  </a:lnTo>
                  <a:lnTo>
                    <a:pt x="529351" y="1235901"/>
                  </a:lnTo>
                  <a:lnTo>
                    <a:pt x="529350" y="1235893"/>
                  </a:lnTo>
                  <a:lnTo>
                    <a:pt x="529349" y="1235884"/>
                  </a:lnTo>
                  <a:lnTo>
                    <a:pt x="529347" y="1235874"/>
                  </a:lnTo>
                  <a:lnTo>
                    <a:pt x="529346" y="1235864"/>
                  </a:lnTo>
                  <a:lnTo>
                    <a:pt x="529344" y="1235854"/>
                  </a:lnTo>
                  <a:lnTo>
                    <a:pt x="529344" y="1235848"/>
                  </a:lnTo>
                  <a:lnTo>
                    <a:pt x="529342" y="1235842"/>
                  </a:lnTo>
                  <a:lnTo>
                    <a:pt x="529341" y="1235835"/>
                  </a:lnTo>
                  <a:lnTo>
                    <a:pt x="529339" y="1235826"/>
                  </a:lnTo>
                  <a:lnTo>
                    <a:pt x="529337" y="1235816"/>
                  </a:lnTo>
                  <a:lnTo>
                    <a:pt x="529336" y="1235807"/>
                  </a:lnTo>
                  <a:lnTo>
                    <a:pt x="529335" y="1235800"/>
                  </a:lnTo>
                  <a:lnTo>
                    <a:pt x="529335" y="1235792"/>
                  </a:lnTo>
                  <a:lnTo>
                    <a:pt x="529335" y="1235783"/>
                  </a:lnTo>
                  <a:lnTo>
                    <a:pt x="529335" y="1235776"/>
                  </a:lnTo>
                  <a:lnTo>
                    <a:pt x="529334" y="1235769"/>
                  </a:lnTo>
                  <a:lnTo>
                    <a:pt x="529334" y="1235763"/>
                  </a:lnTo>
                  <a:lnTo>
                    <a:pt x="529333" y="1235754"/>
                  </a:lnTo>
                  <a:lnTo>
                    <a:pt x="529332" y="1235745"/>
                  </a:lnTo>
                  <a:lnTo>
                    <a:pt x="529334" y="1235733"/>
                  </a:lnTo>
                  <a:lnTo>
                    <a:pt x="529337" y="1235719"/>
                  </a:lnTo>
                  <a:lnTo>
                    <a:pt x="529339" y="1235710"/>
                  </a:lnTo>
                  <a:lnTo>
                    <a:pt x="529341" y="1235703"/>
                  </a:lnTo>
                  <a:lnTo>
                    <a:pt x="529344" y="1235686"/>
                  </a:lnTo>
                  <a:lnTo>
                    <a:pt x="529345" y="1235677"/>
                  </a:lnTo>
                  <a:lnTo>
                    <a:pt x="529350" y="1235650"/>
                  </a:lnTo>
                  <a:lnTo>
                    <a:pt x="529351" y="1235641"/>
                  </a:lnTo>
                  <a:lnTo>
                    <a:pt x="529350" y="1235636"/>
                  </a:lnTo>
                  <a:lnTo>
                    <a:pt x="529348" y="1235628"/>
                  </a:lnTo>
                  <a:lnTo>
                    <a:pt x="529343" y="1235624"/>
                  </a:lnTo>
                  <a:lnTo>
                    <a:pt x="529337" y="1235621"/>
                  </a:lnTo>
                  <a:lnTo>
                    <a:pt x="529331" y="1235620"/>
                  </a:lnTo>
                  <a:lnTo>
                    <a:pt x="529326" y="1235617"/>
                  </a:lnTo>
                  <a:lnTo>
                    <a:pt x="529327" y="1235610"/>
                  </a:lnTo>
                  <a:lnTo>
                    <a:pt x="529331" y="1235603"/>
                  </a:lnTo>
                  <a:lnTo>
                    <a:pt x="529340" y="1235593"/>
                  </a:lnTo>
                  <a:lnTo>
                    <a:pt x="529347" y="1235588"/>
                  </a:lnTo>
                  <a:lnTo>
                    <a:pt x="529357" y="1235581"/>
                  </a:lnTo>
                  <a:lnTo>
                    <a:pt x="529377" y="1235570"/>
                  </a:lnTo>
                  <a:lnTo>
                    <a:pt x="529398" y="1235559"/>
                  </a:lnTo>
                  <a:lnTo>
                    <a:pt x="529418" y="1235550"/>
                  </a:lnTo>
                  <a:lnTo>
                    <a:pt x="529428" y="1235546"/>
                  </a:lnTo>
                  <a:lnTo>
                    <a:pt x="529439" y="1235544"/>
                  </a:lnTo>
                  <a:lnTo>
                    <a:pt x="529448" y="1235542"/>
                  </a:lnTo>
                  <a:lnTo>
                    <a:pt x="529461" y="1235541"/>
                  </a:lnTo>
                  <a:lnTo>
                    <a:pt x="529470" y="1235540"/>
                  </a:lnTo>
                  <a:lnTo>
                    <a:pt x="529478" y="1235538"/>
                  </a:lnTo>
                  <a:lnTo>
                    <a:pt x="529485" y="1235536"/>
                  </a:lnTo>
                  <a:lnTo>
                    <a:pt x="529491" y="1235534"/>
                  </a:lnTo>
                  <a:lnTo>
                    <a:pt x="529499" y="1235529"/>
                  </a:lnTo>
                  <a:lnTo>
                    <a:pt x="529506" y="1235524"/>
                  </a:lnTo>
                  <a:lnTo>
                    <a:pt x="529509" y="1235519"/>
                  </a:lnTo>
                  <a:lnTo>
                    <a:pt x="529513" y="1235513"/>
                  </a:lnTo>
                  <a:lnTo>
                    <a:pt x="529514" y="1235507"/>
                  </a:lnTo>
                  <a:lnTo>
                    <a:pt x="529515" y="1235500"/>
                  </a:lnTo>
                  <a:lnTo>
                    <a:pt x="529518" y="1235493"/>
                  </a:lnTo>
                  <a:lnTo>
                    <a:pt x="529522" y="1235481"/>
                  </a:lnTo>
                  <a:lnTo>
                    <a:pt x="529527" y="1235472"/>
                  </a:lnTo>
                  <a:lnTo>
                    <a:pt x="529532" y="1235459"/>
                  </a:lnTo>
                  <a:lnTo>
                    <a:pt x="529536" y="1235449"/>
                  </a:lnTo>
                  <a:lnTo>
                    <a:pt x="529541" y="1235438"/>
                  </a:lnTo>
                  <a:lnTo>
                    <a:pt x="529546" y="1235427"/>
                  </a:lnTo>
                  <a:lnTo>
                    <a:pt x="529545" y="1235412"/>
                  </a:lnTo>
                  <a:lnTo>
                    <a:pt x="529545" y="1235404"/>
                  </a:lnTo>
                  <a:lnTo>
                    <a:pt x="529544" y="1235394"/>
                  </a:lnTo>
                  <a:lnTo>
                    <a:pt x="529543" y="1235387"/>
                  </a:lnTo>
                  <a:lnTo>
                    <a:pt x="529541" y="1235377"/>
                  </a:lnTo>
                  <a:lnTo>
                    <a:pt x="529539" y="1235371"/>
                  </a:lnTo>
                  <a:lnTo>
                    <a:pt x="529538" y="1235365"/>
                  </a:lnTo>
                  <a:lnTo>
                    <a:pt x="529537" y="1235357"/>
                  </a:lnTo>
                  <a:lnTo>
                    <a:pt x="529537" y="1235349"/>
                  </a:lnTo>
                  <a:lnTo>
                    <a:pt x="529536" y="1235344"/>
                  </a:lnTo>
                  <a:lnTo>
                    <a:pt x="529536" y="1235333"/>
                  </a:lnTo>
                  <a:lnTo>
                    <a:pt x="529537" y="1235321"/>
                  </a:lnTo>
                  <a:lnTo>
                    <a:pt x="529537" y="1235313"/>
                  </a:lnTo>
                  <a:lnTo>
                    <a:pt x="529536" y="1235307"/>
                  </a:lnTo>
                  <a:lnTo>
                    <a:pt x="529535" y="1235301"/>
                  </a:lnTo>
                  <a:lnTo>
                    <a:pt x="529535" y="1235296"/>
                  </a:lnTo>
                  <a:lnTo>
                    <a:pt x="529538" y="1235288"/>
                  </a:lnTo>
                  <a:lnTo>
                    <a:pt x="529544" y="1235280"/>
                  </a:lnTo>
                  <a:lnTo>
                    <a:pt x="529548" y="1235274"/>
                  </a:lnTo>
                  <a:lnTo>
                    <a:pt x="529552" y="1235267"/>
                  </a:lnTo>
                  <a:lnTo>
                    <a:pt x="529554" y="1235260"/>
                  </a:lnTo>
                  <a:lnTo>
                    <a:pt x="529556" y="1235251"/>
                  </a:lnTo>
                  <a:lnTo>
                    <a:pt x="529557" y="1235242"/>
                  </a:lnTo>
                  <a:lnTo>
                    <a:pt x="529554" y="1235231"/>
                  </a:lnTo>
                  <a:lnTo>
                    <a:pt x="529552" y="1235222"/>
                  </a:lnTo>
                  <a:lnTo>
                    <a:pt x="529550" y="1235216"/>
                  </a:lnTo>
                  <a:lnTo>
                    <a:pt x="529545" y="1235209"/>
                  </a:lnTo>
                  <a:lnTo>
                    <a:pt x="529537" y="1235195"/>
                  </a:lnTo>
                  <a:lnTo>
                    <a:pt x="529534" y="1235188"/>
                  </a:lnTo>
                  <a:lnTo>
                    <a:pt x="529532" y="1235181"/>
                  </a:lnTo>
                  <a:lnTo>
                    <a:pt x="529532" y="1235170"/>
                  </a:lnTo>
                  <a:lnTo>
                    <a:pt x="529533" y="1235161"/>
                  </a:lnTo>
                  <a:lnTo>
                    <a:pt x="529534" y="1235150"/>
                  </a:lnTo>
                  <a:lnTo>
                    <a:pt x="529534" y="1235140"/>
                  </a:lnTo>
                  <a:lnTo>
                    <a:pt x="529535" y="1235133"/>
                  </a:lnTo>
                  <a:lnTo>
                    <a:pt x="529536" y="1235127"/>
                  </a:lnTo>
                  <a:lnTo>
                    <a:pt x="529540" y="1235113"/>
                  </a:lnTo>
                  <a:lnTo>
                    <a:pt x="529542" y="1235106"/>
                  </a:lnTo>
                  <a:lnTo>
                    <a:pt x="529545" y="1235094"/>
                  </a:lnTo>
                  <a:lnTo>
                    <a:pt x="529547" y="1235085"/>
                  </a:lnTo>
                  <a:lnTo>
                    <a:pt x="529548" y="1235077"/>
                  </a:lnTo>
                  <a:lnTo>
                    <a:pt x="529552" y="1235068"/>
                  </a:lnTo>
                  <a:lnTo>
                    <a:pt x="529554" y="1235063"/>
                  </a:lnTo>
                  <a:lnTo>
                    <a:pt x="529559" y="1235058"/>
                  </a:lnTo>
                  <a:lnTo>
                    <a:pt x="529566" y="1235052"/>
                  </a:lnTo>
                  <a:lnTo>
                    <a:pt x="529571" y="1235048"/>
                  </a:lnTo>
                  <a:lnTo>
                    <a:pt x="529584" y="1235042"/>
                  </a:lnTo>
                  <a:lnTo>
                    <a:pt x="529594" y="1235036"/>
                  </a:lnTo>
                  <a:lnTo>
                    <a:pt x="529600" y="1235031"/>
                  </a:lnTo>
                  <a:lnTo>
                    <a:pt x="529605" y="1235025"/>
                  </a:lnTo>
                  <a:lnTo>
                    <a:pt x="529609" y="1235019"/>
                  </a:lnTo>
                  <a:lnTo>
                    <a:pt x="529613" y="1235013"/>
                  </a:lnTo>
                  <a:lnTo>
                    <a:pt x="529617" y="1235010"/>
                  </a:lnTo>
                  <a:lnTo>
                    <a:pt x="529622" y="1235006"/>
                  </a:lnTo>
                  <a:lnTo>
                    <a:pt x="529630" y="1234998"/>
                  </a:lnTo>
                  <a:lnTo>
                    <a:pt x="529639" y="1234991"/>
                  </a:lnTo>
                  <a:lnTo>
                    <a:pt x="529647" y="1234986"/>
                  </a:lnTo>
                  <a:lnTo>
                    <a:pt x="529651" y="1234982"/>
                  </a:lnTo>
                  <a:lnTo>
                    <a:pt x="529654" y="1234972"/>
                  </a:lnTo>
                  <a:lnTo>
                    <a:pt x="529658" y="1234959"/>
                  </a:lnTo>
                  <a:lnTo>
                    <a:pt x="529662" y="1234943"/>
                  </a:lnTo>
                  <a:lnTo>
                    <a:pt x="529664" y="1234937"/>
                  </a:lnTo>
                  <a:lnTo>
                    <a:pt x="529661" y="1234932"/>
                  </a:lnTo>
                  <a:lnTo>
                    <a:pt x="529657" y="1234929"/>
                  </a:lnTo>
                  <a:lnTo>
                    <a:pt x="529650" y="1234923"/>
                  </a:lnTo>
                  <a:lnTo>
                    <a:pt x="529643" y="1234915"/>
                  </a:lnTo>
                  <a:lnTo>
                    <a:pt x="529637" y="1234909"/>
                  </a:lnTo>
                  <a:lnTo>
                    <a:pt x="529630" y="1234905"/>
                  </a:lnTo>
                  <a:lnTo>
                    <a:pt x="529622" y="1234898"/>
                  </a:lnTo>
                  <a:lnTo>
                    <a:pt x="529614" y="1234891"/>
                  </a:lnTo>
                  <a:lnTo>
                    <a:pt x="529609" y="1234885"/>
                  </a:lnTo>
                  <a:lnTo>
                    <a:pt x="529606" y="1234876"/>
                  </a:lnTo>
                  <a:lnTo>
                    <a:pt x="529605" y="1234871"/>
                  </a:lnTo>
                  <a:lnTo>
                    <a:pt x="529603" y="1234864"/>
                  </a:lnTo>
                  <a:lnTo>
                    <a:pt x="529602" y="1234858"/>
                  </a:lnTo>
                  <a:lnTo>
                    <a:pt x="529598" y="1234848"/>
                  </a:lnTo>
                  <a:lnTo>
                    <a:pt x="529595" y="1234839"/>
                  </a:lnTo>
                  <a:lnTo>
                    <a:pt x="529592" y="1234827"/>
                  </a:lnTo>
                  <a:lnTo>
                    <a:pt x="529589" y="1234813"/>
                  </a:lnTo>
                  <a:lnTo>
                    <a:pt x="529587" y="1234804"/>
                  </a:lnTo>
                  <a:lnTo>
                    <a:pt x="529584" y="1234797"/>
                  </a:lnTo>
                  <a:lnTo>
                    <a:pt x="529581" y="1234791"/>
                  </a:lnTo>
                  <a:lnTo>
                    <a:pt x="529579" y="1234785"/>
                  </a:lnTo>
                  <a:lnTo>
                    <a:pt x="529574" y="1234779"/>
                  </a:lnTo>
                  <a:lnTo>
                    <a:pt x="529560" y="1234768"/>
                  </a:lnTo>
                  <a:lnTo>
                    <a:pt x="529556" y="1234761"/>
                  </a:lnTo>
                  <a:lnTo>
                    <a:pt x="529555" y="1234755"/>
                  </a:lnTo>
                  <a:lnTo>
                    <a:pt x="529551" y="1234746"/>
                  </a:lnTo>
                  <a:lnTo>
                    <a:pt x="529545" y="1234735"/>
                  </a:lnTo>
                  <a:lnTo>
                    <a:pt x="529538" y="1234721"/>
                  </a:lnTo>
                  <a:lnTo>
                    <a:pt x="529535" y="1234713"/>
                  </a:lnTo>
                  <a:lnTo>
                    <a:pt x="529534" y="1234705"/>
                  </a:lnTo>
                  <a:lnTo>
                    <a:pt x="529534" y="1234699"/>
                  </a:lnTo>
                  <a:lnTo>
                    <a:pt x="529537" y="1234688"/>
                  </a:lnTo>
                  <a:lnTo>
                    <a:pt x="529538" y="1234679"/>
                  </a:lnTo>
                  <a:lnTo>
                    <a:pt x="529538" y="1234674"/>
                  </a:lnTo>
                  <a:lnTo>
                    <a:pt x="529539" y="1234668"/>
                  </a:lnTo>
                  <a:lnTo>
                    <a:pt x="529539" y="1234657"/>
                  </a:lnTo>
                  <a:lnTo>
                    <a:pt x="529537" y="1234652"/>
                  </a:lnTo>
                  <a:lnTo>
                    <a:pt x="529534" y="1234647"/>
                  </a:lnTo>
                  <a:lnTo>
                    <a:pt x="529529" y="1234643"/>
                  </a:lnTo>
                  <a:lnTo>
                    <a:pt x="529521" y="1234636"/>
                  </a:lnTo>
                  <a:lnTo>
                    <a:pt x="529516" y="1234632"/>
                  </a:lnTo>
                  <a:lnTo>
                    <a:pt x="529512" y="1234628"/>
                  </a:lnTo>
                  <a:lnTo>
                    <a:pt x="529507" y="1234623"/>
                  </a:lnTo>
                  <a:lnTo>
                    <a:pt x="529504" y="1234615"/>
                  </a:lnTo>
                  <a:lnTo>
                    <a:pt x="529501" y="1234610"/>
                  </a:lnTo>
                  <a:lnTo>
                    <a:pt x="529493" y="1234594"/>
                  </a:lnTo>
                  <a:lnTo>
                    <a:pt x="529487" y="1234584"/>
                  </a:lnTo>
                  <a:lnTo>
                    <a:pt x="529482" y="1234575"/>
                  </a:lnTo>
                  <a:lnTo>
                    <a:pt x="529477" y="1234566"/>
                  </a:lnTo>
                  <a:lnTo>
                    <a:pt x="529476" y="1234561"/>
                  </a:lnTo>
                  <a:lnTo>
                    <a:pt x="529470" y="1234536"/>
                  </a:lnTo>
                  <a:lnTo>
                    <a:pt x="529467" y="1234523"/>
                  </a:lnTo>
                  <a:lnTo>
                    <a:pt x="529466" y="1234515"/>
                  </a:lnTo>
                  <a:lnTo>
                    <a:pt x="529465" y="1234507"/>
                  </a:lnTo>
                  <a:lnTo>
                    <a:pt x="529466" y="1234500"/>
                  </a:lnTo>
                  <a:lnTo>
                    <a:pt x="529468" y="1234495"/>
                  </a:lnTo>
                  <a:lnTo>
                    <a:pt x="529471" y="1234489"/>
                  </a:lnTo>
                  <a:lnTo>
                    <a:pt x="529482" y="1234472"/>
                  </a:lnTo>
                  <a:lnTo>
                    <a:pt x="529489" y="1234460"/>
                  </a:lnTo>
                  <a:lnTo>
                    <a:pt x="529496" y="1234442"/>
                  </a:lnTo>
                  <a:lnTo>
                    <a:pt x="529500" y="1234424"/>
                  </a:lnTo>
                  <a:lnTo>
                    <a:pt x="529502" y="1234414"/>
                  </a:lnTo>
                  <a:lnTo>
                    <a:pt x="529501" y="1234394"/>
                  </a:lnTo>
                  <a:lnTo>
                    <a:pt x="529502" y="1234385"/>
                  </a:lnTo>
                  <a:lnTo>
                    <a:pt x="529504" y="1234377"/>
                  </a:lnTo>
                  <a:lnTo>
                    <a:pt x="529504" y="1234371"/>
                  </a:lnTo>
                  <a:lnTo>
                    <a:pt x="529500" y="1234357"/>
                  </a:lnTo>
                  <a:lnTo>
                    <a:pt x="529496" y="1234346"/>
                  </a:lnTo>
                  <a:lnTo>
                    <a:pt x="529493" y="1234331"/>
                  </a:lnTo>
                  <a:lnTo>
                    <a:pt x="529489" y="1234322"/>
                  </a:lnTo>
                  <a:lnTo>
                    <a:pt x="529485" y="1234315"/>
                  </a:lnTo>
                  <a:lnTo>
                    <a:pt x="529480" y="1234309"/>
                  </a:lnTo>
                  <a:lnTo>
                    <a:pt x="529476" y="1234302"/>
                  </a:lnTo>
                  <a:lnTo>
                    <a:pt x="529477" y="1234293"/>
                  </a:lnTo>
                  <a:lnTo>
                    <a:pt x="529478" y="1234288"/>
                  </a:lnTo>
                  <a:lnTo>
                    <a:pt x="529481" y="1234282"/>
                  </a:lnTo>
                  <a:lnTo>
                    <a:pt x="529484" y="1234276"/>
                  </a:lnTo>
                  <a:lnTo>
                    <a:pt x="529490" y="1234266"/>
                  </a:lnTo>
                  <a:lnTo>
                    <a:pt x="529499" y="1234252"/>
                  </a:lnTo>
                  <a:lnTo>
                    <a:pt x="529501" y="1234247"/>
                  </a:lnTo>
                  <a:lnTo>
                    <a:pt x="529503" y="1234241"/>
                  </a:lnTo>
                  <a:lnTo>
                    <a:pt x="529503" y="1234234"/>
                  </a:lnTo>
                  <a:lnTo>
                    <a:pt x="529499" y="1234226"/>
                  </a:lnTo>
                  <a:lnTo>
                    <a:pt x="529495" y="1234217"/>
                  </a:lnTo>
                  <a:lnTo>
                    <a:pt x="529483" y="1234198"/>
                  </a:lnTo>
                  <a:lnTo>
                    <a:pt x="529478" y="1234189"/>
                  </a:lnTo>
                  <a:lnTo>
                    <a:pt x="529474" y="1234180"/>
                  </a:lnTo>
                  <a:lnTo>
                    <a:pt x="529471" y="1234170"/>
                  </a:lnTo>
                  <a:lnTo>
                    <a:pt x="529465" y="1234144"/>
                  </a:lnTo>
                  <a:lnTo>
                    <a:pt x="529463" y="1234135"/>
                  </a:lnTo>
                  <a:lnTo>
                    <a:pt x="529459" y="1234114"/>
                  </a:lnTo>
                  <a:lnTo>
                    <a:pt x="529450" y="1234089"/>
                  </a:lnTo>
                  <a:lnTo>
                    <a:pt x="529440" y="1234065"/>
                  </a:lnTo>
                  <a:lnTo>
                    <a:pt x="529438" y="1234058"/>
                  </a:lnTo>
                  <a:lnTo>
                    <a:pt x="529434" y="1234049"/>
                  </a:lnTo>
                  <a:lnTo>
                    <a:pt x="529433" y="1234041"/>
                  </a:lnTo>
                  <a:lnTo>
                    <a:pt x="529430" y="1234028"/>
                  </a:lnTo>
                  <a:lnTo>
                    <a:pt x="529427" y="1234017"/>
                  </a:lnTo>
                  <a:lnTo>
                    <a:pt x="529426" y="1234009"/>
                  </a:lnTo>
                  <a:lnTo>
                    <a:pt x="529424" y="1234000"/>
                  </a:lnTo>
                  <a:lnTo>
                    <a:pt x="529420" y="1233985"/>
                  </a:lnTo>
                  <a:lnTo>
                    <a:pt x="529414" y="1233969"/>
                  </a:lnTo>
                  <a:lnTo>
                    <a:pt x="529410" y="1233958"/>
                  </a:lnTo>
                  <a:lnTo>
                    <a:pt x="529406" y="1233952"/>
                  </a:lnTo>
                  <a:lnTo>
                    <a:pt x="529393" y="1233938"/>
                  </a:lnTo>
                  <a:lnTo>
                    <a:pt x="529379" y="1233922"/>
                  </a:lnTo>
                  <a:lnTo>
                    <a:pt x="529371" y="1233915"/>
                  </a:lnTo>
                  <a:lnTo>
                    <a:pt x="529362" y="1233908"/>
                  </a:lnTo>
                  <a:lnTo>
                    <a:pt x="529353" y="1233902"/>
                  </a:lnTo>
                  <a:lnTo>
                    <a:pt x="529345" y="1233896"/>
                  </a:lnTo>
                  <a:lnTo>
                    <a:pt x="529335" y="1233890"/>
                  </a:lnTo>
                  <a:lnTo>
                    <a:pt x="529325" y="1233883"/>
                  </a:lnTo>
                  <a:lnTo>
                    <a:pt x="529313" y="1233876"/>
                  </a:lnTo>
                  <a:lnTo>
                    <a:pt x="529304" y="1233871"/>
                  </a:lnTo>
                  <a:lnTo>
                    <a:pt x="529295" y="1233866"/>
                  </a:lnTo>
                  <a:lnTo>
                    <a:pt x="529288" y="1233861"/>
                  </a:lnTo>
                  <a:lnTo>
                    <a:pt x="529279" y="1233855"/>
                  </a:lnTo>
                  <a:lnTo>
                    <a:pt x="529270" y="1233848"/>
                  </a:lnTo>
                  <a:lnTo>
                    <a:pt x="529261" y="1233841"/>
                  </a:lnTo>
                  <a:lnTo>
                    <a:pt x="529251" y="1233833"/>
                  </a:lnTo>
                  <a:lnTo>
                    <a:pt x="529243" y="1233828"/>
                  </a:lnTo>
                  <a:lnTo>
                    <a:pt x="529239" y="1233825"/>
                  </a:lnTo>
                  <a:lnTo>
                    <a:pt x="529234" y="1233823"/>
                  </a:lnTo>
                  <a:lnTo>
                    <a:pt x="529226" y="1233820"/>
                  </a:lnTo>
                  <a:lnTo>
                    <a:pt x="529214" y="1233817"/>
                  </a:lnTo>
                  <a:lnTo>
                    <a:pt x="529206" y="1233815"/>
                  </a:lnTo>
                  <a:lnTo>
                    <a:pt x="529199" y="1233814"/>
                  </a:lnTo>
                  <a:lnTo>
                    <a:pt x="529189" y="1233814"/>
                  </a:lnTo>
                  <a:lnTo>
                    <a:pt x="529179" y="1233814"/>
                  </a:lnTo>
                  <a:lnTo>
                    <a:pt x="529170" y="1233813"/>
                  </a:lnTo>
                  <a:lnTo>
                    <a:pt x="529160" y="1233809"/>
                  </a:lnTo>
                  <a:lnTo>
                    <a:pt x="529152" y="1233804"/>
                  </a:lnTo>
                  <a:lnTo>
                    <a:pt x="529143" y="1233798"/>
                  </a:lnTo>
                  <a:lnTo>
                    <a:pt x="529138" y="1233794"/>
                  </a:lnTo>
                  <a:lnTo>
                    <a:pt x="529129" y="1233790"/>
                  </a:lnTo>
                  <a:lnTo>
                    <a:pt x="529123" y="1233787"/>
                  </a:lnTo>
                  <a:lnTo>
                    <a:pt x="529116" y="1233782"/>
                  </a:lnTo>
                  <a:lnTo>
                    <a:pt x="529101" y="1233770"/>
                  </a:lnTo>
                  <a:lnTo>
                    <a:pt x="529088" y="1233759"/>
                  </a:lnTo>
                  <a:lnTo>
                    <a:pt x="529077" y="1233746"/>
                  </a:lnTo>
                  <a:lnTo>
                    <a:pt x="529065" y="1233731"/>
                  </a:lnTo>
                  <a:lnTo>
                    <a:pt x="529059" y="1233723"/>
                  </a:lnTo>
                  <a:lnTo>
                    <a:pt x="529057" y="1233718"/>
                  </a:lnTo>
                  <a:lnTo>
                    <a:pt x="529057" y="1233712"/>
                  </a:lnTo>
                  <a:lnTo>
                    <a:pt x="529057" y="1233693"/>
                  </a:lnTo>
                  <a:lnTo>
                    <a:pt x="529057" y="1233679"/>
                  </a:lnTo>
                  <a:lnTo>
                    <a:pt x="529056" y="1233669"/>
                  </a:lnTo>
                  <a:lnTo>
                    <a:pt x="529055" y="1233659"/>
                  </a:lnTo>
                  <a:lnTo>
                    <a:pt x="529054" y="1233651"/>
                  </a:lnTo>
                  <a:lnTo>
                    <a:pt x="529050" y="1233644"/>
                  </a:lnTo>
                  <a:lnTo>
                    <a:pt x="529046" y="1233640"/>
                  </a:lnTo>
                  <a:lnTo>
                    <a:pt x="529037" y="1233635"/>
                  </a:lnTo>
                  <a:lnTo>
                    <a:pt x="529029" y="1233631"/>
                  </a:lnTo>
                  <a:lnTo>
                    <a:pt x="529012" y="1233627"/>
                  </a:lnTo>
                  <a:lnTo>
                    <a:pt x="528994" y="1233624"/>
                  </a:lnTo>
                  <a:lnTo>
                    <a:pt x="528978" y="1233620"/>
                  </a:lnTo>
                  <a:lnTo>
                    <a:pt x="528968" y="1233618"/>
                  </a:lnTo>
                  <a:lnTo>
                    <a:pt x="528961" y="1233616"/>
                  </a:lnTo>
                  <a:lnTo>
                    <a:pt x="528952" y="1233614"/>
                  </a:lnTo>
                  <a:lnTo>
                    <a:pt x="528931" y="1233608"/>
                  </a:lnTo>
                  <a:lnTo>
                    <a:pt x="528915" y="1233602"/>
                  </a:lnTo>
                  <a:lnTo>
                    <a:pt x="528893" y="1233594"/>
                  </a:lnTo>
                  <a:lnTo>
                    <a:pt x="528886" y="1233591"/>
                  </a:lnTo>
                  <a:lnTo>
                    <a:pt x="528876" y="1233589"/>
                  </a:lnTo>
                  <a:lnTo>
                    <a:pt x="528866" y="1233588"/>
                  </a:lnTo>
                  <a:lnTo>
                    <a:pt x="528858" y="1233588"/>
                  </a:lnTo>
                  <a:lnTo>
                    <a:pt x="528849" y="1233588"/>
                  </a:lnTo>
                  <a:lnTo>
                    <a:pt x="528839" y="1233588"/>
                  </a:lnTo>
                  <a:lnTo>
                    <a:pt x="528825" y="1233586"/>
                  </a:lnTo>
                  <a:lnTo>
                    <a:pt x="528815" y="1233584"/>
                  </a:lnTo>
                  <a:lnTo>
                    <a:pt x="528808" y="1233584"/>
                  </a:lnTo>
                  <a:lnTo>
                    <a:pt x="528799" y="1233584"/>
                  </a:lnTo>
                  <a:lnTo>
                    <a:pt x="528793" y="1233584"/>
                  </a:lnTo>
                  <a:lnTo>
                    <a:pt x="528787" y="1233584"/>
                  </a:lnTo>
                  <a:lnTo>
                    <a:pt x="528777" y="1233586"/>
                  </a:lnTo>
                  <a:lnTo>
                    <a:pt x="528770" y="1233588"/>
                  </a:lnTo>
                  <a:lnTo>
                    <a:pt x="528765" y="1233591"/>
                  </a:lnTo>
                  <a:lnTo>
                    <a:pt x="528761" y="1233597"/>
                  </a:lnTo>
                  <a:lnTo>
                    <a:pt x="528756" y="1233600"/>
                  </a:lnTo>
                  <a:lnTo>
                    <a:pt x="528751" y="1233601"/>
                  </a:lnTo>
                  <a:lnTo>
                    <a:pt x="528745" y="1233601"/>
                  </a:lnTo>
                  <a:lnTo>
                    <a:pt x="528738" y="1233601"/>
                  </a:lnTo>
                  <a:lnTo>
                    <a:pt x="528730" y="1233599"/>
                  </a:lnTo>
                  <a:lnTo>
                    <a:pt x="528718" y="1233595"/>
                  </a:lnTo>
                  <a:lnTo>
                    <a:pt x="528713" y="1233593"/>
                  </a:lnTo>
                  <a:lnTo>
                    <a:pt x="528707" y="1233592"/>
                  </a:lnTo>
                  <a:lnTo>
                    <a:pt x="528697" y="1233590"/>
                  </a:lnTo>
                  <a:lnTo>
                    <a:pt x="528691" y="1233590"/>
                  </a:lnTo>
                  <a:lnTo>
                    <a:pt x="528682" y="1233590"/>
                  </a:lnTo>
                  <a:lnTo>
                    <a:pt x="528673" y="1233591"/>
                  </a:lnTo>
                  <a:lnTo>
                    <a:pt x="528664" y="1233593"/>
                  </a:lnTo>
                  <a:lnTo>
                    <a:pt x="528657" y="1233594"/>
                  </a:lnTo>
                  <a:lnTo>
                    <a:pt x="528649" y="1233595"/>
                  </a:lnTo>
                  <a:lnTo>
                    <a:pt x="528643" y="1233595"/>
                  </a:lnTo>
                  <a:lnTo>
                    <a:pt x="528632" y="1233594"/>
                  </a:lnTo>
                  <a:lnTo>
                    <a:pt x="528624" y="1233594"/>
                  </a:lnTo>
                  <a:lnTo>
                    <a:pt x="528616" y="1233593"/>
                  </a:lnTo>
                  <a:lnTo>
                    <a:pt x="528607" y="1233592"/>
                  </a:lnTo>
                  <a:lnTo>
                    <a:pt x="528600" y="1233591"/>
                  </a:lnTo>
                  <a:lnTo>
                    <a:pt x="528595" y="1233590"/>
                  </a:lnTo>
                  <a:lnTo>
                    <a:pt x="528586" y="1233588"/>
                  </a:lnTo>
                  <a:lnTo>
                    <a:pt x="528580" y="1233586"/>
                  </a:lnTo>
                  <a:lnTo>
                    <a:pt x="528574" y="1233583"/>
                  </a:lnTo>
                  <a:lnTo>
                    <a:pt x="528568" y="1233580"/>
                  </a:lnTo>
                  <a:lnTo>
                    <a:pt x="528562" y="1233576"/>
                  </a:lnTo>
                  <a:lnTo>
                    <a:pt x="528553" y="1233569"/>
                  </a:lnTo>
                  <a:lnTo>
                    <a:pt x="528543" y="1233555"/>
                  </a:lnTo>
                  <a:lnTo>
                    <a:pt x="528536" y="1233547"/>
                  </a:lnTo>
                  <a:lnTo>
                    <a:pt x="528530" y="1233541"/>
                  </a:lnTo>
                  <a:lnTo>
                    <a:pt x="528522" y="1233533"/>
                  </a:lnTo>
                  <a:lnTo>
                    <a:pt x="528518" y="1233530"/>
                  </a:lnTo>
                  <a:lnTo>
                    <a:pt x="528513" y="1233526"/>
                  </a:lnTo>
                  <a:lnTo>
                    <a:pt x="528508" y="1233522"/>
                  </a:lnTo>
                  <a:lnTo>
                    <a:pt x="528499" y="1233516"/>
                  </a:lnTo>
                  <a:lnTo>
                    <a:pt x="528491" y="1233512"/>
                  </a:lnTo>
                  <a:lnTo>
                    <a:pt x="528483" y="1233506"/>
                  </a:lnTo>
                  <a:lnTo>
                    <a:pt x="528477" y="1233501"/>
                  </a:lnTo>
                  <a:lnTo>
                    <a:pt x="528472" y="1233495"/>
                  </a:lnTo>
                  <a:lnTo>
                    <a:pt x="528458" y="1233482"/>
                  </a:lnTo>
                  <a:lnTo>
                    <a:pt x="528453" y="1233477"/>
                  </a:lnTo>
                  <a:lnTo>
                    <a:pt x="528440" y="1233468"/>
                  </a:lnTo>
                  <a:lnTo>
                    <a:pt x="528431" y="1233462"/>
                  </a:lnTo>
                  <a:lnTo>
                    <a:pt x="528426" y="1233457"/>
                  </a:lnTo>
                  <a:lnTo>
                    <a:pt x="528411" y="1233438"/>
                  </a:lnTo>
                  <a:lnTo>
                    <a:pt x="528405" y="1233431"/>
                  </a:lnTo>
                  <a:lnTo>
                    <a:pt x="528392" y="1233422"/>
                  </a:lnTo>
                  <a:lnTo>
                    <a:pt x="528374" y="1233411"/>
                  </a:lnTo>
                  <a:lnTo>
                    <a:pt x="528367" y="1233406"/>
                  </a:lnTo>
                  <a:lnTo>
                    <a:pt x="528353" y="1233393"/>
                  </a:lnTo>
                  <a:lnTo>
                    <a:pt x="528337" y="1233379"/>
                  </a:lnTo>
                  <a:lnTo>
                    <a:pt x="528320" y="1233362"/>
                  </a:lnTo>
                  <a:lnTo>
                    <a:pt x="528301" y="1233344"/>
                  </a:lnTo>
                  <a:lnTo>
                    <a:pt x="528285" y="1233326"/>
                  </a:lnTo>
                  <a:lnTo>
                    <a:pt x="528279" y="1233320"/>
                  </a:lnTo>
                  <a:lnTo>
                    <a:pt x="528266" y="1233309"/>
                  </a:lnTo>
                  <a:lnTo>
                    <a:pt x="528247" y="1233294"/>
                  </a:lnTo>
                  <a:lnTo>
                    <a:pt x="528240" y="1233286"/>
                  </a:lnTo>
                  <a:lnTo>
                    <a:pt x="528231" y="1233275"/>
                  </a:lnTo>
                  <a:lnTo>
                    <a:pt x="528227" y="1233269"/>
                  </a:lnTo>
                  <a:lnTo>
                    <a:pt x="528225" y="1233261"/>
                  </a:lnTo>
                  <a:lnTo>
                    <a:pt x="528223" y="1233246"/>
                  </a:lnTo>
                  <a:lnTo>
                    <a:pt x="528222" y="1233232"/>
                  </a:lnTo>
                  <a:lnTo>
                    <a:pt x="528221" y="1233226"/>
                  </a:lnTo>
                  <a:lnTo>
                    <a:pt x="528218" y="1233217"/>
                  </a:lnTo>
                  <a:lnTo>
                    <a:pt x="528216" y="1233211"/>
                  </a:lnTo>
                  <a:lnTo>
                    <a:pt x="528213" y="1233201"/>
                  </a:lnTo>
                  <a:lnTo>
                    <a:pt x="528212" y="1233194"/>
                  </a:lnTo>
                  <a:lnTo>
                    <a:pt x="528210" y="1233181"/>
                  </a:lnTo>
                  <a:lnTo>
                    <a:pt x="528209" y="1233168"/>
                  </a:lnTo>
                  <a:lnTo>
                    <a:pt x="528208" y="1233158"/>
                  </a:lnTo>
                  <a:lnTo>
                    <a:pt x="528207" y="1233152"/>
                  </a:lnTo>
                  <a:lnTo>
                    <a:pt x="528206" y="1233141"/>
                  </a:lnTo>
                  <a:lnTo>
                    <a:pt x="528205" y="1233132"/>
                  </a:lnTo>
                  <a:lnTo>
                    <a:pt x="528204" y="1233125"/>
                  </a:lnTo>
                  <a:lnTo>
                    <a:pt x="528201" y="1233108"/>
                  </a:lnTo>
                  <a:lnTo>
                    <a:pt x="528198" y="1233094"/>
                  </a:lnTo>
                  <a:lnTo>
                    <a:pt x="528194" y="1233080"/>
                  </a:lnTo>
                  <a:lnTo>
                    <a:pt x="528192" y="1233067"/>
                  </a:lnTo>
                  <a:lnTo>
                    <a:pt x="528190" y="1233054"/>
                  </a:lnTo>
                  <a:lnTo>
                    <a:pt x="528188" y="1233048"/>
                  </a:lnTo>
                  <a:lnTo>
                    <a:pt x="528185" y="1233042"/>
                  </a:lnTo>
                  <a:lnTo>
                    <a:pt x="528184" y="1233035"/>
                  </a:lnTo>
                  <a:lnTo>
                    <a:pt x="528184" y="1233023"/>
                  </a:lnTo>
                  <a:lnTo>
                    <a:pt x="528187" y="1233008"/>
                  </a:lnTo>
                  <a:lnTo>
                    <a:pt x="528188" y="1233003"/>
                  </a:lnTo>
                  <a:lnTo>
                    <a:pt x="528189" y="1232997"/>
                  </a:lnTo>
                  <a:lnTo>
                    <a:pt x="528196" y="1232977"/>
                  </a:lnTo>
                  <a:lnTo>
                    <a:pt x="528205" y="1232962"/>
                  </a:lnTo>
                  <a:lnTo>
                    <a:pt x="528209" y="1232957"/>
                  </a:lnTo>
                  <a:lnTo>
                    <a:pt x="528220" y="1232951"/>
                  </a:lnTo>
                  <a:lnTo>
                    <a:pt x="528226" y="1232945"/>
                  </a:lnTo>
                  <a:lnTo>
                    <a:pt x="528229" y="1232941"/>
                  </a:lnTo>
                  <a:lnTo>
                    <a:pt x="528234" y="1232930"/>
                  </a:lnTo>
                  <a:lnTo>
                    <a:pt x="528236" y="1232922"/>
                  </a:lnTo>
                  <a:lnTo>
                    <a:pt x="528238" y="1232912"/>
                  </a:lnTo>
                  <a:lnTo>
                    <a:pt x="528240" y="1232902"/>
                  </a:lnTo>
                  <a:lnTo>
                    <a:pt x="528240" y="1232896"/>
                  </a:lnTo>
                  <a:lnTo>
                    <a:pt x="528240" y="1232889"/>
                  </a:lnTo>
                  <a:lnTo>
                    <a:pt x="528237" y="1232882"/>
                  </a:lnTo>
                  <a:lnTo>
                    <a:pt x="528232" y="1232871"/>
                  </a:lnTo>
                  <a:lnTo>
                    <a:pt x="528226" y="1232855"/>
                  </a:lnTo>
                  <a:lnTo>
                    <a:pt x="528221" y="1232845"/>
                  </a:lnTo>
                  <a:lnTo>
                    <a:pt x="528216" y="1232830"/>
                  </a:lnTo>
                  <a:lnTo>
                    <a:pt x="528212" y="1232819"/>
                  </a:lnTo>
                  <a:lnTo>
                    <a:pt x="528206" y="1232805"/>
                  </a:lnTo>
                  <a:lnTo>
                    <a:pt x="528204" y="1232798"/>
                  </a:lnTo>
                  <a:lnTo>
                    <a:pt x="528203" y="1232792"/>
                  </a:lnTo>
                  <a:lnTo>
                    <a:pt x="528204" y="1232784"/>
                  </a:lnTo>
                  <a:lnTo>
                    <a:pt x="528205" y="1232774"/>
                  </a:lnTo>
                  <a:lnTo>
                    <a:pt x="528207" y="1232759"/>
                  </a:lnTo>
                  <a:lnTo>
                    <a:pt x="528209" y="1232745"/>
                  </a:lnTo>
                  <a:lnTo>
                    <a:pt x="528210" y="1232731"/>
                  </a:lnTo>
                  <a:lnTo>
                    <a:pt x="528212" y="1232721"/>
                  </a:lnTo>
                  <a:lnTo>
                    <a:pt x="528213" y="1232705"/>
                  </a:lnTo>
                  <a:lnTo>
                    <a:pt x="528216" y="1232689"/>
                  </a:lnTo>
                  <a:lnTo>
                    <a:pt x="528218" y="1232675"/>
                  </a:lnTo>
                  <a:lnTo>
                    <a:pt x="528219" y="1232663"/>
                  </a:lnTo>
                  <a:lnTo>
                    <a:pt x="528219" y="1232657"/>
                  </a:lnTo>
                  <a:lnTo>
                    <a:pt x="528220" y="1232643"/>
                  </a:lnTo>
                  <a:lnTo>
                    <a:pt x="528219" y="1232633"/>
                  </a:lnTo>
                  <a:lnTo>
                    <a:pt x="528219" y="1232624"/>
                  </a:lnTo>
                  <a:lnTo>
                    <a:pt x="528220" y="1232619"/>
                  </a:lnTo>
                  <a:lnTo>
                    <a:pt x="528221" y="1232607"/>
                  </a:lnTo>
                  <a:lnTo>
                    <a:pt x="528222" y="1232598"/>
                  </a:lnTo>
                  <a:lnTo>
                    <a:pt x="528225" y="1232591"/>
                  </a:lnTo>
                  <a:lnTo>
                    <a:pt x="528229" y="1232583"/>
                  </a:lnTo>
                  <a:lnTo>
                    <a:pt x="528232" y="1232575"/>
                  </a:lnTo>
                  <a:lnTo>
                    <a:pt x="528234" y="1232570"/>
                  </a:lnTo>
                  <a:lnTo>
                    <a:pt x="528237" y="1232563"/>
                  </a:lnTo>
                  <a:lnTo>
                    <a:pt x="528239" y="1232555"/>
                  </a:lnTo>
                  <a:lnTo>
                    <a:pt x="528241" y="1232547"/>
                  </a:lnTo>
                  <a:lnTo>
                    <a:pt x="528243" y="1232538"/>
                  </a:lnTo>
                  <a:lnTo>
                    <a:pt x="528245" y="1232529"/>
                  </a:lnTo>
                  <a:lnTo>
                    <a:pt x="528248" y="1232516"/>
                  </a:lnTo>
                  <a:lnTo>
                    <a:pt x="528250" y="1232506"/>
                  </a:lnTo>
                  <a:lnTo>
                    <a:pt x="528252" y="1232496"/>
                  </a:lnTo>
                  <a:lnTo>
                    <a:pt x="528254" y="1232487"/>
                  </a:lnTo>
                  <a:lnTo>
                    <a:pt x="528255" y="1232476"/>
                  </a:lnTo>
                  <a:lnTo>
                    <a:pt x="528254" y="1232467"/>
                  </a:lnTo>
                  <a:lnTo>
                    <a:pt x="528253" y="1232459"/>
                  </a:lnTo>
                  <a:lnTo>
                    <a:pt x="528254" y="1232452"/>
                  </a:lnTo>
                  <a:lnTo>
                    <a:pt x="528256" y="1232447"/>
                  </a:lnTo>
                  <a:lnTo>
                    <a:pt x="528264" y="1232425"/>
                  </a:lnTo>
                  <a:lnTo>
                    <a:pt x="528277" y="1232401"/>
                  </a:lnTo>
                  <a:lnTo>
                    <a:pt x="528285" y="1232384"/>
                  </a:lnTo>
                  <a:lnTo>
                    <a:pt x="528292" y="1232374"/>
                  </a:lnTo>
                  <a:lnTo>
                    <a:pt x="528301" y="1232359"/>
                  </a:lnTo>
                  <a:lnTo>
                    <a:pt x="528307" y="1232349"/>
                  </a:lnTo>
                  <a:lnTo>
                    <a:pt x="528312" y="1232337"/>
                  </a:lnTo>
                  <a:lnTo>
                    <a:pt x="528316" y="1232326"/>
                  </a:lnTo>
                  <a:lnTo>
                    <a:pt x="528317" y="1232319"/>
                  </a:lnTo>
                  <a:lnTo>
                    <a:pt x="528317" y="1232310"/>
                  </a:lnTo>
                  <a:lnTo>
                    <a:pt x="528316" y="1232303"/>
                  </a:lnTo>
                  <a:lnTo>
                    <a:pt x="528315" y="1232297"/>
                  </a:lnTo>
                  <a:lnTo>
                    <a:pt x="528313" y="1232291"/>
                  </a:lnTo>
                  <a:lnTo>
                    <a:pt x="528311" y="1232286"/>
                  </a:lnTo>
                  <a:lnTo>
                    <a:pt x="528308" y="1232280"/>
                  </a:lnTo>
                  <a:lnTo>
                    <a:pt x="528303" y="1232265"/>
                  </a:lnTo>
                  <a:lnTo>
                    <a:pt x="528301" y="1232259"/>
                  </a:lnTo>
                  <a:lnTo>
                    <a:pt x="528298" y="1232248"/>
                  </a:lnTo>
                  <a:lnTo>
                    <a:pt x="528295" y="1232243"/>
                  </a:lnTo>
                  <a:lnTo>
                    <a:pt x="528293" y="1232232"/>
                  </a:lnTo>
                  <a:lnTo>
                    <a:pt x="528292" y="1232227"/>
                  </a:lnTo>
                  <a:lnTo>
                    <a:pt x="528290" y="1232221"/>
                  </a:lnTo>
                  <a:lnTo>
                    <a:pt x="528287" y="1232216"/>
                  </a:lnTo>
                  <a:lnTo>
                    <a:pt x="528279" y="1232208"/>
                  </a:lnTo>
                  <a:lnTo>
                    <a:pt x="528272" y="1232202"/>
                  </a:lnTo>
                  <a:lnTo>
                    <a:pt x="528265" y="1232195"/>
                  </a:lnTo>
                  <a:lnTo>
                    <a:pt x="528256" y="1232186"/>
                  </a:lnTo>
                  <a:lnTo>
                    <a:pt x="528245" y="1232175"/>
                  </a:lnTo>
                  <a:lnTo>
                    <a:pt x="528237" y="1232170"/>
                  </a:lnTo>
                  <a:lnTo>
                    <a:pt x="528226" y="1232164"/>
                  </a:lnTo>
                  <a:lnTo>
                    <a:pt x="528217" y="1232161"/>
                  </a:lnTo>
                  <a:lnTo>
                    <a:pt x="528203" y="1232158"/>
                  </a:lnTo>
                  <a:lnTo>
                    <a:pt x="528192" y="1232154"/>
                  </a:lnTo>
                  <a:lnTo>
                    <a:pt x="528179" y="1232149"/>
                  </a:lnTo>
                  <a:lnTo>
                    <a:pt x="528165" y="1232144"/>
                  </a:lnTo>
                  <a:lnTo>
                    <a:pt x="528161" y="1232143"/>
                  </a:lnTo>
                  <a:lnTo>
                    <a:pt x="528153" y="1232142"/>
                  </a:lnTo>
                  <a:lnTo>
                    <a:pt x="528139" y="1232141"/>
                  </a:lnTo>
                  <a:lnTo>
                    <a:pt x="528130" y="1232140"/>
                  </a:lnTo>
                  <a:lnTo>
                    <a:pt x="528126" y="1232139"/>
                  </a:lnTo>
                  <a:lnTo>
                    <a:pt x="528117" y="1232134"/>
                  </a:lnTo>
                  <a:lnTo>
                    <a:pt x="528111" y="1232130"/>
                  </a:lnTo>
                  <a:lnTo>
                    <a:pt x="528104" y="1232127"/>
                  </a:lnTo>
                  <a:lnTo>
                    <a:pt x="528096" y="1232122"/>
                  </a:lnTo>
                  <a:lnTo>
                    <a:pt x="528088" y="1232118"/>
                  </a:lnTo>
                  <a:lnTo>
                    <a:pt x="528077" y="1232112"/>
                  </a:lnTo>
                  <a:lnTo>
                    <a:pt x="528068" y="1232106"/>
                  </a:lnTo>
                  <a:lnTo>
                    <a:pt x="528063" y="1232102"/>
                  </a:lnTo>
                  <a:lnTo>
                    <a:pt x="528055" y="1232096"/>
                  </a:lnTo>
                  <a:lnTo>
                    <a:pt x="528049" y="1232090"/>
                  </a:lnTo>
                  <a:lnTo>
                    <a:pt x="528044" y="1232084"/>
                  </a:lnTo>
                  <a:lnTo>
                    <a:pt x="528038" y="1232075"/>
                  </a:lnTo>
                  <a:lnTo>
                    <a:pt x="528033" y="1232064"/>
                  </a:lnTo>
                  <a:lnTo>
                    <a:pt x="528028" y="1232057"/>
                  </a:lnTo>
                  <a:lnTo>
                    <a:pt x="528022" y="1232052"/>
                  </a:lnTo>
                  <a:lnTo>
                    <a:pt x="528017" y="1232050"/>
                  </a:lnTo>
                  <a:lnTo>
                    <a:pt x="528012" y="1232049"/>
                  </a:lnTo>
                  <a:lnTo>
                    <a:pt x="528003" y="1232049"/>
                  </a:lnTo>
                  <a:lnTo>
                    <a:pt x="527994" y="1232048"/>
                  </a:lnTo>
                  <a:lnTo>
                    <a:pt x="527989" y="1232046"/>
                  </a:lnTo>
                  <a:lnTo>
                    <a:pt x="527978" y="1232039"/>
                  </a:lnTo>
                  <a:lnTo>
                    <a:pt x="527972" y="1232034"/>
                  </a:lnTo>
                  <a:lnTo>
                    <a:pt x="527965" y="1232028"/>
                  </a:lnTo>
                  <a:lnTo>
                    <a:pt x="527945" y="1232009"/>
                  </a:lnTo>
                  <a:lnTo>
                    <a:pt x="527935" y="1232003"/>
                  </a:lnTo>
                  <a:lnTo>
                    <a:pt x="527924" y="1231997"/>
                  </a:lnTo>
                  <a:lnTo>
                    <a:pt x="527915" y="1231993"/>
                  </a:lnTo>
                  <a:lnTo>
                    <a:pt x="527910" y="1231989"/>
                  </a:lnTo>
                  <a:lnTo>
                    <a:pt x="527906" y="1231984"/>
                  </a:lnTo>
                  <a:lnTo>
                    <a:pt x="527900" y="1231977"/>
                  </a:lnTo>
                  <a:lnTo>
                    <a:pt x="527893" y="1231965"/>
                  </a:lnTo>
                  <a:lnTo>
                    <a:pt x="527885" y="1231954"/>
                  </a:lnTo>
                  <a:lnTo>
                    <a:pt x="527879" y="1231946"/>
                  </a:lnTo>
                  <a:lnTo>
                    <a:pt x="527871" y="1231934"/>
                  </a:lnTo>
                  <a:lnTo>
                    <a:pt x="527866" y="1231926"/>
                  </a:lnTo>
                  <a:lnTo>
                    <a:pt x="527857" y="1231915"/>
                  </a:lnTo>
                  <a:lnTo>
                    <a:pt x="527847" y="1231900"/>
                  </a:lnTo>
                  <a:lnTo>
                    <a:pt x="527839" y="1231893"/>
                  </a:lnTo>
                  <a:lnTo>
                    <a:pt x="527834" y="1231882"/>
                  </a:lnTo>
                  <a:lnTo>
                    <a:pt x="527831" y="1231877"/>
                  </a:lnTo>
                  <a:lnTo>
                    <a:pt x="527828" y="1231868"/>
                  </a:lnTo>
                  <a:lnTo>
                    <a:pt x="527827" y="1231858"/>
                  </a:lnTo>
                  <a:lnTo>
                    <a:pt x="527826" y="1231843"/>
                  </a:lnTo>
                  <a:lnTo>
                    <a:pt x="527825" y="1231835"/>
                  </a:lnTo>
                  <a:lnTo>
                    <a:pt x="527823" y="1231829"/>
                  </a:lnTo>
                  <a:lnTo>
                    <a:pt x="527814" y="1231823"/>
                  </a:lnTo>
                  <a:lnTo>
                    <a:pt x="527808" y="1231819"/>
                  </a:lnTo>
                  <a:lnTo>
                    <a:pt x="527802" y="1231815"/>
                  </a:lnTo>
                  <a:lnTo>
                    <a:pt x="527795" y="1231809"/>
                  </a:lnTo>
                  <a:lnTo>
                    <a:pt x="527790" y="1231804"/>
                  </a:lnTo>
                  <a:lnTo>
                    <a:pt x="527785" y="1231798"/>
                  </a:lnTo>
                  <a:lnTo>
                    <a:pt x="527783" y="1231791"/>
                  </a:lnTo>
                  <a:lnTo>
                    <a:pt x="527781" y="1231784"/>
                  </a:lnTo>
                  <a:lnTo>
                    <a:pt x="527780" y="1231776"/>
                  </a:lnTo>
                  <a:lnTo>
                    <a:pt x="527780" y="1231763"/>
                  </a:lnTo>
                  <a:lnTo>
                    <a:pt x="527780" y="1231756"/>
                  </a:lnTo>
                  <a:lnTo>
                    <a:pt x="527781" y="1231751"/>
                  </a:lnTo>
                  <a:lnTo>
                    <a:pt x="527784" y="1231739"/>
                  </a:lnTo>
                  <a:lnTo>
                    <a:pt x="527786" y="1231733"/>
                  </a:lnTo>
                  <a:lnTo>
                    <a:pt x="527789" y="1231723"/>
                  </a:lnTo>
                  <a:lnTo>
                    <a:pt x="527792" y="1231715"/>
                  </a:lnTo>
                  <a:lnTo>
                    <a:pt x="527795" y="1231704"/>
                  </a:lnTo>
                  <a:lnTo>
                    <a:pt x="527797" y="1231696"/>
                  </a:lnTo>
                  <a:lnTo>
                    <a:pt x="527798" y="1231690"/>
                  </a:lnTo>
                  <a:lnTo>
                    <a:pt x="527798" y="1231684"/>
                  </a:lnTo>
                  <a:lnTo>
                    <a:pt x="527798" y="1231676"/>
                  </a:lnTo>
                  <a:lnTo>
                    <a:pt x="527796" y="1231671"/>
                  </a:lnTo>
                  <a:lnTo>
                    <a:pt x="527795" y="1231665"/>
                  </a:lnTo>
                  <a:lnTo>
                    <a:pt x="527791" y="1231656"/>
                  </a:lnTo>
                  <a:lnTo>
                    <a:pt x="527780" y="1231628"/>
                  </a:lnTo>
                  <a:lnTo>
                    <a:pt x="527778" y="1231618"/>
                  </a:lnTo>
                  <a:lnTo>
                    <a:pt x="527776" y="1231610"/>
                  </a:lnTo>
                  <a:lnTo>
                    <a:pt x="527774" y="1231599"/>
                  </a:lnTo>
                  <a:lnTo>
                    <a:pt x="527774" y="1231590"/>
                  </a:lnTo>
                  <a:lnTo>
                    <a:pt x="527774" y="1231583"/>
                  </a:lnTo>
                  <a:lnTo>
                    <a:pt x="527776" y="1231574"/>
                  </a:lnTo>
                  <a:lnTo>
                    <a:pt x="527778" y="1231565"/>
                  </a:lnTo>
                  <a:lnTo>
                    <a:pt x="527779" y="1231556"/>
                  </a:lnTo>
                  <a:lnTo>
                    <a:pt x="527780" y="1231546"/>
                  </a:lnTo>
                  <a:lnTo>
                    <a:pt x="527779" y="1231538"/>
                  </a:lnTo>
                  <a:lnTo>
                    <a:pt x="527778" y="1231525"/>
                  </a:lnTo>
                  <a:lnTo>
                    <a:pt x="527778" y="1231518"/>
                  </a:lnTo>
                  <a:lnTo>
                    <a:pt x="527775" y="1231509"/>
                  </a:lnTo>
                  <a:lnTo>
                    <a:pt x="527772" y="1231502"/>
                  </a:lnTo>
                  <a:lnTo>
                    <a:pt x="527767" y="1231482"/>
                  </a:lnTo>
                  <a:lnTo>
                    <a:pt x="527764" y="1231474"/>
                  </a:lnTo>
                  <a:lnTo>
                    <a:pt x="527762" y="1231467"/>
                  </a:lnTo>
                  <a:lnTo>
                    <a:pt x="527758" y="1231460"/>
                  </a:lnTo>
                  <a:lnTo>
                    <a:pt x="527754" y="1231457"/>
                  </a:lnTo>
                  <a:lnTo>
                    <a:pt x="527748" y="1231454"/>
                  </a:lnTo>
                  <a:lnTo>
                    <a:pt x="527743" y="1231452"/>
                  </a:lnTo>
                  <a:lnTo>
                    <a:pt x="527736" y="1231451"/>
                  </a:lnTo>
                  <a:lnTo>
                    <a:pt x="527727" y="1231451"/>
                  </a:lnTo>
                  <a:lnTo>
                    <a:pt x="527718" y="1231450"/>
                  </a:lnTo>
                  <a:lnTo>
                    <a:pt x="527709" y="1231450"/>
                  </a:lnTo>
                  <a:lnTo>
                    <a:pt x="527704" y="1231450"/>
                  </a:lnTo>
                  <a:lnTo>
                    <a:pt x="527697" y="1231451"/>
                  </a:lnTo>
                  <a:lnTo>
                    <a:pt x="527690" y="1231453"/>
                  </a:lnTo>
                  <a:lnTo>
                    <a:pt x="527685" y="1231454"/>
                  </a:lnTo>
                  <a:lnTo>
                    <a:pt x="527680" y="1231454"/>
                  </a:lnTo>
                  <a:lnTo>
                    <a:pt x="527672" y="1231453"/>
                  </a:lnTo>
                  <a:lnTo>
                    <a:pt x="527666" y="1231450"/>
                  </a:lnTo>
                  <a:lnTo>
                    <a:pt x="527662" y="1231447"/>
                  </a:lnTo>
                  <a:lnTo>
                    <a:pt x="527657" y="1231441"/>
                  </a:lnTo>
                  <a:lnTo>
                    <a:pt x="527650" y="1231435"/>
                  </a:lnTo>
                  <a:lnTo>
                    <a:pt x="527647" y="1231431"/>
                  </a:lnTo>
                  <a:lnTo>
                    <a:pt x="527643" y="1231426"/>
                  </a:lnTo>
                  <a:lnTo>
                    <a:pt x="527639" y="1231421"/>
                  </a:lnTo>
                  <a:lnTo>
                    <a:pt x="527632" y="1231415"/>
                  </a:lnTo>
                  <a:lnTo>
                    <a:pt x="527624" y="1231407"/>
                  </a:lnTo>
                  <a:lnTo>
                    <a:pt x="527617" y="1231396"/>
                  </a:lnTo>
                  <a:lnTo>
                    <a:pt x="527611" y="1231392"/>
                  </a:lnTo>
                  <a:lnTo>
                    <a:pt x="527605" y="1231391"/>
                  </a:lnTo>
                  <a:lnTo>
                    <a:pt x="527593" y="1231386"/>
                  </a:lnTo>
                  <a:lnTo>
                    <a:pt x="527571" y="1231375"/>
                  </a:lnTo>
                  <a:lnTo>
                    <a:pt x="527557" y="1231370"/>
                  </a:lnTo>
                  <a:lnTo>
                    <a:pt x="527552" y="1231368"/>
                  </a:lnTo>
                  <a:lnTo>
                    <a:pt x="527544" y="1231365"/>
                  </a:lnTo>
                  <a:lnTo>
                    <a:pt x="527538" y="1231361"/>
                  </a:lnTo>
                  <a:lnTo>
                    <a:pt x="527535" y="1231357"/>
                  </a:lnTo>
                  <a:lnTo>
                    <a:pt x="527533" y="1231347"/>
                  </a:lnTo>
                  <a:lnTo>
                    <a:pt x="527530" y="1231336"/>
                  </a:lnTo>
                  <a:lnTo>
                    <a:pt x="527524" y="1231319"/>
                  </a:lnTo>
                  <a:lnTo>
                    <a:pt x="527520" y="1231306"/>
                  </a:lnTo>
                  <a:lnTo>
                    <a:pt x="527516" y="1231295"/>
                  </a:lnTo>
                  <a:lnTo>
                    <a:pt x="527512" y="1231285"/>
                  </a:lnTo>
                  <a:lnTo>
                    <a:pt x="527509" y="1231279"/>
                  </a:lnTo>
                  <a:lnTo>
                    <a:pt x="527506" y="1231272"/>
                  </a:lnTo>
                  <a:lnTo>
                    <a:pt x="527502" y="1231263"/>
                  </a:lnTo>
                  <a:lnTo>
                    <a:pt x="527494" y="1231251"/>
                  </a:lnTo>
                  <a:lnTo>
                    <a:pt x="527489" y="1231244"/>
                  </a:lnTo>
                  <a:lnTo>
                    <a:pt x="527484" y="1231239"/>
                  </a:lnTo>
                  <a:lnTo>
                    <a:pt x="527477" y="1231231"/>
                  </a:lnTo>
                  <a:lnTo>
                    <a:pt x="527463" y="1231221"/>
                  </a:lnTo>
                  <a:lnTo>
                    <a:pt x="527456" y="1231215"/>
                  </a:lnTo>
                  <a:lnTo>
                    <a:pt x="527443" y="1231202"/>
                  </a:lnTo>
                  <a:lnTo>
                    <a:pt x="527437" y="1231195"/>
                  </a:lnTo>
                  <a:lnTo>
                    <a:pt x="527431" y="1231188"/>
                  </a:lnTo>
                  <a:lnTo>
                    <a:pt x="527427" y="1231182"/>
                  </a:lnTo>
                  <a:lnTo>
                    <a:pt x="527422" y="1231176"/>
                  </a:lnTo>
                  <a:lnTo>
                    <a:pt x="527418" y="1231169"/>
                  </a:lnTo>
                  <a:lnTo>
                    <a:pt x="527415" y="1231165"/>
                  </a:lnTo>
                  <a:lnTo>
                    <a:pt x="527412" y="1231160"/>
                  </a:lnTo>
                  <a:lnTo>
                    <a:pt x="527410" y="1231155"/>
                  </a:lnTo>
                  <a:lnTo>
                    <a:pt x="527408" y="1231149"/>
                  </a:lnTo>
                  <a:lnTo>
                    <a:pt x="527404" y="1231135"/>
                  </a:lnTo>
                  <a:lnTo>
                    <a:pt x="527402" y="1231122"/>
                  </a:lnTo>
                  <a:lnTo>
                    <a:pt x="527400" y="1231113"/>
                  </a:lnTo>
                  <a:lnTo>
                    <a:pt x="527397" y="1231100"/>
                  </a:lnTo>
                  <a:lnTo>
                    <a:pt x="527391" y="1231086"/>
                  </a:lnTo>
                  <a:lnTo>
                    <a:pt x="527385" y="1231066"/>
                  </a:lnTo>
                  <a:lnTo>
                    <a:pt x="527379" y="1231051"/>
                  </a:lnTo>
                  <a:lnTo>
                    <a:pt x="527376" y="1231041"/>
                  </a:lnTo>
                  <a:lnTo>
                    <a:pt x="527373" y="1231031"/>
                  </a:lnTo>
                  <a:lnTo>
                    <a:pt x="527372" y="1231025"/>
                  </a:lnTo>
                  <a:lnTo>
                    <a:pt x="527371" y="1231011"/>
                  </a:lnTo>
                  <a:lnTo>
                    <a:pt x="527368" y="1230992"/>
                  </a:lnTo>
                  <a:lnTo>
                    <a:pt x="527365" y="1230974"/>
                  </a:lnTo>
                  <a:lnTo>
                    <a:pt x="527364" y="1230960"/>
                  </a:lnTo>
                  <a:lnTo>
                    <a:pt x="527361" y="1230942"/>
                  </a:lnTo>
                  <a:lnTo>
                    <a:pt x="527359" y="1230929"/>
                  </a:lnTo>
                  <a:lnTo>
                    <a:pt x="527358" y="1230906"/>
                  </a:lnTo>
                  <a:lnTo>
                    <a:pt x="527356" y="1230893"/>
                  </a:lnTo>
                  <a:lnTo>
                    <a:pt x="527356" y="1230879"/>
                  </a:lnTo>
                  <a:lnTo>
                    <a:pt x="527354" y="1230847"/>
                  </a:lnTo>
                  <a:lnTo>
                    <a:pt x="527354" y="1230820"/>
                  </a:lnTo>
                  <a:lnTo>
                    <a:pt x="527353" y="1230793"/>
                  </a:lnTo>
                  <a:lnTo>
                    <a:pt x="527352" y="1230777"/>
                  </a:lnTo>
                  <a:lnTo>
                    <a:pt x="527351" y="1230765"/>
                  </a:lnTo>
                  <a:lnTo>
                    <a:pt x="527349" y="1230732"/>
                  </a:lnTo>
                  <a:lnTo>
                    <a:pt x="527348" y="1230701"/>
                  </a:lnTo>
                  <a:lnTo>
                    <a:pt x="527348" y="1230684"/>
                  </a:lnTo>
                  <a:lnTo>
                    <a:pt x="527347" y="1230653"/>
                  </a:lnTo>
                  <a:lnTo>
                    <a:pt x="527348" y="1230638"/>
                  </a:lnTo>
                  <a:lnTo>
                    <a:pt x="527350" y="1230619"/>
                  </a:lnTo>
                  <a:lnTo>
                    <a:pt x="527350" y="1230603"/>
                  </a:lnTo>
                  <a:lnTo>
                    <a:pt x="527349" y="1230575"/>
                  </a:lnTo>
                  <a:lnTo>
                    <a:pt x="527347" y="1230556"/>
                  </a:lnTo>
                  <a:lnTo>
                    <a:pt x="527345" y="1230535"/>
                  </a:lnTo>
                  <a:lnTo>
                    <a:pt x="527342" y="1230521"/>
                  </a:lnTo>
                  <a:lnTo>
                    <a:pt x="527339" y="1230496"/>
                  </a:lnTo>
                  <a:lnTo>
                    <a:pt x="527334" y="1230469"/>
                  </a:lnTo>
                  <a:lnTo>
                    <a:pt x="527330" y="1230449"/>
                  </a:lnTo>
                  <a:lnTo>
                    <a:pt x="527327" y="1230439"/>
                  </a:lnTo>
                  <a:lnTo>
                    <a:pt x="527320" y="1230409"/>
                  </a:lnTo>
                  <a:lnTo>
                    <a:pt x="527314" y="1230383"/>
                  </a:lnTo>
                  <a:lnTo>
                    <a:pt x="527310" y="1230370"/>
                  </a:lnTo>
                  <a:lnTo>
                    <a:pt x="527306" y="1230367"/>
                  </a:lnTo>
                  <a:lnTo>
                    <a:pt x="527297" y="1230374"/>
                  </a:lnTo>
                  <a:lnTo>
                    <a:pt x="527288" y="1230381"/>
                  </a:lnTo>
                  <a:lnTo>
                    <a:pt x="527278" y="1230387"/>
                  </a:lnTo>
                  <a:lnTo>
                    <a:pt x="527268" y="1230391"/>
                  </a:lnTo>
                  <a:lnTo>
                    <a:pt x="527258" y="1230393"/>
                  </a:lnTo>
                  <a:lnTo>
                    <a:pt x="527246" y="1230394"/>
                  </a:lnTo>
                  <a:lnTo>
                    <a:pt x="527227" y="1230396"/>
                  </a:lnTo>
                  <a:lnTo>
                    <a:pt x="527217" y="1230396"/>
                  </a:lnTo>
                  <a:lnTo>
                    <a:pt x="527184" y="1230399"/>
                  </a:lnTo>
                  <a:lnTo>
                    <a:pt x="527170" y="1230401"/>
                  </a:lnTo>
                  <a:lnTo>
                    <a:pt x="527154" y="1230402"/>
                  </a:lnTo>
                  <a:lnTo>
                    <a:pt x="527132" y="1230401"/>
                  </a:lnTo>
                  <a:lnTo>
                    <a:pt x="527114" y="1230399"/>
                  </a:lnTo>
                  <a:lnTo>
                    <a:pt x="527106" y="1230397"/>
                  </a:lnTo>
                  <a:lnTo>
                    <a:pt x="527090" y="1230393"/>
                  </a:lnTo>
                  <a:lnTo>
                    <a:pt x="527079" y="1230389"/>
                  </a:lnTo>
                  <a:lnTo>
                    <a:pt x="527066" y="1230384"/>
                  </a:lnTo>
                  <a:lnTo>
                    <a:pt x="527052" y="1230379"/>
                  </a:lnTo>
                  <a:lnTo>
                    <a:pt x="527035" y="1230370"/>
                  </a:lnTo>
                  <a:lnTo>
                    <a:pt x="527020" y="1230363"/>
                  </a:lnTo>
                  <a:lnTo>
                    <a:pt x="526996" y="1230354"/>
                  </a:lnTo>
                  <a:lnTo>
                    <a:pt x="526965" y="1230344"/>
                  </a:lnTo>
                  <a:lnTo>
                    <a:pt x="526955" y="1230340"/>
                  </a:lnTo>
                  <a:lnTo>
                    <a:pt x="526946" y="1230339"/>
                  </a:lnTo>
                  <a:lnTo>
                    <a:pt x="526933" y="1230340"/>
                  </a:lnTo>
                  <a:lnTo>
                    <a:pt x="526919" y="1230344"/>
                  </a:lnTo>
                  <a:lnTo>
                    <a:pt x="526904" y="1230350"/>
                  </a:lnTo>
                  <a:lnTo>
                    <a:pt x="526892" y="1230357"/>
                  </a:lnTo>
                  <a:lnTo>
                    <a:pt x="526886" y="1230361"/>
                  </a:lnTo>
                  <a:lnTo>
                    <a:pt x="526876" y="1230368"/>
                  </a:lnTo>
                  <a:lnTo>
                    <a:pt x="526866" y="1230373"/>
                  </a:lnTo>
                  <a:lnTo>
                    <a:pt x="526858" y="1230376"/>
                  </a:lnTo>
                  <a:lnTo>
                    <a:pt x="526849" y="1230378"/>
                  </a:lnTo>
                  <a:lnTo>
                    <a:pt x="526836" y="1230378"/>
                  </a:lnTo>
                  <a:lnTo>
                    <a:pt x="526826" y="1230376"/>
                  </a:lnTo>
                  <a:lnTo>
                    <a:pt x="526805" y="1230369"/>
                  </a:lnTo>
                  <a:lnTo>
                    <a:pt x="526792" y="1230364"/>
                  </a:lnTo>
                  <a:lnTo>
                    <a:pt x="526776" y="1230359"/>
                  </a:lnTo>
                  <a:lnTo>
                    <a:pt x="526759" y="1230355"/>
                  </a:lnTo>
                  <a:lnTo>
                    <a:pt x="526733" y="1230346"/>
                  </a:lnTo>
                  <a:lnTo>
                    <a:pt x="526701" y="1230337"/>
                  </a:lnTo>
                  <a:lnTo>
                    <a:pt x="526686" y="1230334"/>
                  </a:lnTo>
                  <a:lnTo>
                    <a:pt x="526675" y="1230332"/>
                  </a:lnTo>
                  <a:lnTo>
                    <a:pt x="526666" y="1230332"/>
                  </a:lnTo>
                  <a:lnTo>
                    <a:pt x="526653" y="1230334"/>
                  </a:lnTo>
                  <a:lnTo>
                    <a:pt x="526642" y="1230339"/>
                  </a:lnTo>
                  <a:lnTo>
                    <a:pt x="526630" y="1230346"/>
                  </a:lnTo>
                  <a:lnTo>
                    <a:pt x="526618" y="1230352"/>
                  </a:lnTo>
                  <a:lnTo>
                    <a:pt x="526605" y="1230355"/>
                  </a:lnTo>
                  <a:lnTo>
                    <a:pt x="526587" y="1230354"/>
                  </a:lnTo>
                  <a:lnTo>
                    <a:pt x="526573" y="1230352"/>
                  </a:lnTo>
                  <a:lnTo>
                    <a:pt x="526555" y="1230348"/>
                  </a:lnTo>
                  <a:lnTo>
                    <a:pt x="526548" y="1230346"/>
                  </a:lnTo>
                  <a:lnTo>
                    <a:pt x="526536" y="1230342"/>
                  </a:lnTo>
                  <a:lnTo>
                    <a:pt x="526522" y="1230337"/>
                  </a:lnTo>
                  <a:lnTo>
                    <a:pt x="526506" y="1230331"/>
                  </a:lnTo>
                  <a:lnTo>
                    <a:pt x="526493" y="1230326"/>
                  </a:lnTo>
                  <a:lnTo>
                    <a:pt x="526481" y="1230319"/>
                  </a:lnTo>
                  <a:lnTo>
                    <a:pt x="526461" y="1230306"/>
                  </a:lnTo>
                  <a:lnTo>
                    <a:pt x="526446" y="1230295"/>
                  </a:lnTo>
                  <a:lnTo>
                    <a:pt x="526425" y="1230281"/>
                  </a:lnTo>
                  <a:lnTo>
                    <a:pt x="526402" y="1230266"/>
                  </a:lnTo>
                  <a:lnTo>
                    <a:pt x="526377" y="1230248"/>
                  </a:lnTo>
                  <a:lnTo>
                    <a:pt x="526353" y="1230230"/>
                  </a:lnTo>
                  <a:lnTo>
                    <a:pt x="526338" y="1230219"/>
                  </a:lnTo>
                  <a:lnTo>
                    <a:pt x="526321" y="1230202"/>
                  </a:lnTo>
                  <a:lnTo>
                    <a:pt x="526297" y="1230179"/>
                  </a:lnTo>
                  <a:lnTo>
                    <a:pt x="526275" y="1230156"/>
                  </a:lnTo>
                  <a:lnTo>
                    <a:pt x="526255" y="1230136"/>
                  </a:lnTo>
                  <a:lnTo>
                    <a:pt x="526247" y="1230128"/>
                  </a:lnTo>
                  <a:lnTo>
                    <a:pt x="526237" y="1230122"/>
                  </a:lnTo>
                  <a:lnTo>
                    <a:pt x="526226" y="1230116"/>
                  </a:lnTo>
                  <a:lnTo>
                    <a:pt x="526215" y="1230112"/>
                  </a:lnTo>
                  <a:lnTo>
                    <a:pt x="526205" y="1230107"/>
                  </a:lnTo>
                  <a:lnTo>
                    <a:pt x="526196" y="1230101"/>
                  </a:lnTo>
                  <a:lnTo>
                    <a:pt x="526188" y="1230094"/>
                  </a:lnTo>
                  <a:lnTo>
                    <a:pt x="526175" y="1230082"/>
                  </a:lnTo>
                  <a:lnTo>
                    <a:pt x="526166" y="1230071"/>
                  </a:lnTo>
                  <a:lnTo>
                    <a:pt x="526159" y="1230062"/>
                  </a:lnTo>
                  <a:lnTo>
                    <a:pt x="526153" y="1230053"/>
                  </a:lnTo>
                  <a:lnTo>
                    <a:pt x="526144" y="1230036"/>
                  </a:lnTo>
                  <a:lnTo>
                    <a:pt x="526136" y="1230022"/>
                  </a:lnTo>
                  <a:lnTo>
                    <a:pt x="526130" y="1230009"/>
                  </a:lnTo>
                  <a:lnTo>
                    <a:pt x="526125" y="1229998"/>
                  </a:lnTo>
                  <a:lnTo>
                    <a:pt x="526119" y="1229991"/>
                  </a:lnTo>
                  <a:lnTo>
                    <a:pt x="526110" y="1229982"/>
                  </a:lnTo>
                  <a:lnTo>
                    <a:pt x="526100" y="1229974"/>
                  </a:lnTo>
                  <a:lnTo>
                    <a:pt x="526095" y="1229970"/>
                  </a:lnTo>
                  <a:lnTo>
                    <a:pt x="526082" y="1229962"/>
                  </a:lnTo>
                  <a:lnTo>
                    <a:pt x="526072" y="1229955"/>
                  </a:lnTo>
                  <a:lnTo>
                    <a:pt x="526060" y="1229947"/>
                  </a:lnTo>
                  <a:lnTo>
                    <a:pt x="526043" y="1229934"/>
                  </a:lnTo>
                  <a:lnTo>
                    <a:pt x="526033" y="1229926"/>
                  </a:lnTo>
                  <a:lnTo>
                    <a:pt x="526021" y="1229914"/>
                  </a:lnTo>
                  <a:lnTo>
                    <a:pt x="526011" y="1229904"/>
                  </a:lnTo>
                  <a:lnTo>
                    <a:pt x="525998" y="1229886"/>
                  </a:lnTo>
                  <a:lnTo>
                    <a:pt x="525990" y="1229874"/>
                  </a:lnTo>
                  <a:lnTo>
                    <a:pt x="525985" y="1229865"/>
                  </a:lnTo>
                  <a:lnTo>
                    <a:pt x="525980" y="1229854"/>
                  </a:lnTo>
                  <a:lnTo>
                    <a:pt x="525977" y="1229842"/>
                  </a:lnTo>
                  <a:lnTo>
                    <a:pt x="525972" y="1229825"/>
                  </a:lnTo>
                  <a:lnTo>
                    <a:pt x="525966" y="1229805"/>
                  </a:lnTo>
                  <a:lnTo>
                    <a:pt x="525964" y="1229795"/>
                  </a:lnTo>
                  <a:lnTo>
                    <a:pt x="525957" y="1229782"/>
                  </a:lnTo>
                  <a:lnTo>
                    <a:pt x="525946" y="1229761"/>
                  </a:lnTo>
                  <a:lnTo>
                    <a:pt x="525938" y="1229747"/>
                  </a:lnTo>
                  <a:lnTo>
                    <a:pt x="525932" y="1229733"/>
                  </a:lnTo>
                  <a:lnTo>
                    <a:pt x="525927" y="1229719"/>
                  </a:lnTo>
                  <a:lnTo>
                    <a:pt x="525922" y="1229704"/>
                  </a:lnTo>
                  <a:lnTo>
                    <a:pt x="525917" y="1229691"/>
                  </a:lnTo>
                  <a:lnTo>
                    <a:pt x="525913" y="1229683"/>
                  </a:lnTo>
                  <a:lnTo>
                    <a:pt x="525909" y="1229671"/>
                  </a:lnTo>
                  <a:lnTo>
                    <a:pt x="525906" y="1229659"/>
                  </a:lnTo>
                  <a:lnTo>
                    <a:pt x="525903" y="1229643"/>
                  </a:lnTo>
                  <a:lnTo>
                    <a:pt x="525900" y="1229631"/>
                  </a:lnTo>
                  <a:lnTo>
                    <a:pt x="525898" y="1229616"/>
                  </a:lnTo>
                  <a:lnTo>
                    <a:pt x="525898" y="1229605"/>
                  </a:lnTo>
                  <a:lnTo>
                    <a:pt x="525898" y="1229591"/>
                  </a:lnTo>
                  <a:lnTo>
                    <a:pt x="525897" y="1229572"/>
                  </a:lnTo>
                  <a:lnTo>
                    <a:pt x="525896" y="1229554"/>
                  </a:lnTo>
                  <a:lnTo>
                    <a:pt x="525895" y="1229535"/>
                  </a:lnTo>
                  <a:lnTo>
                    <a:pt x="525894" y="1229516"/>
                  </a:lnTo>
                  <a:lnTo>
                    <a:pt x="525894" y="1229504"/>
                  </a:lnTo>
                  <a:lnTo>
                    <a:pt x="525896" y="1229489"/>
                  </a:lnTo>
                  <a:lnTo>
                    <a:pt x="525900" y="1229481"/>
                  </a:lnTo>
                  <a:lnTo>
                    <a:pt x="525909" y="1229465"/>
                  </a:lnTo>
                  <a:lnTo>
                    <a:pt x="525915" y="1229459"/>
                  </a:lnTo>
                  <a:lnTo>
                    <a:pt x="525923" y="1229453"/>
                  </a:lnTo>
                  <a:lnTo>
                    <a:pt x="525927" y="1229448"/>
                  </a:lnTo>
                  <a:lnTo>
                    <a:pt x="525923" y="1229442"/>
                  </a:lnTo>
                  <a:lnTo>
                    <a:pt x="525919" y="1229439"/>
                  </a:lnTo>
                  <a:lnTo>
                    <a:pt x="525908" y="1229437"/>
                  </a:lnTo>
                  <a:lnTo>
                    <a:pt x="525898" y="1229435"/>
                  </a:lnTo>
                  <a:lnTo>
                    <a:pt x="525886" y="1229434"/>
                  </a:lnTo>
                  <a:lnTo>
                    <a:pt x="525874" y="1229434"/>
                  </a:lnTo>
                  <a:lnTo>
                    <a:pt x="525863" y="1229433"/>
                  </a:lnTo>
                  <a:lnTo>
                    <a:pt x="525852" y="1229434"/>
                  </a:lnTo>
                  <a:lnTo>
                    <a:pt x="525845" y="1229435"/>
                  </a:lnTo>
                  <a:lnTo>
                    <a:pt x="525827" y="1229439"/>
                  </a:lnTo>
                  <a:lnTo>
                    <a:pt x="525807" y="1229445"/>
                  </a:lnTo>
                  <a:lnTo>
                    <a:pt x="525797" y="1229449"/>
                  </a:lnTo>
                  <a:lnTo>
                    <a:pt x="525787" y="1229456"/>
                  </a:lnTo>
                  <a:lnTo>
                    <a:pt x="525773" y="1229467"/>
                  </a:lnTo>
                  <a:lnTo>
                    <a:pt x="525768" y="1229471"/>
                  </a:lnTo>
                  <a:lnTo>
                    <a:pt x="525761" y="1229476"/>
                  </a:lnTo>
                  <a:lnTo>
                    <a:pt x="525752" y="1229481"/>
                  </a:lnTo>
                  <a:lnTo>
                    <a:pt x="525740" y="1229488"/>
                  </a:lnTo>
                  <a:lnTo>
                    <a:pt x="525727" y="1229493"/>
                  </a:lnTo>
                  <a:lnTo>
                    <a:pt x="525722" y="1229495"/>
                  </a:lnTo>
                  <a:lnTo>
                    <a:pt x="525718" y="1229501"/>
                  </a:lnTo>
                  <a:lnTo>
                    <a:pt x="525714" y="1229508"/>
                  </a:lnTo>
                  <a:lnTo>
                    <a:pt x="525710" y="1229518"/>
                  </a:lnTo>
                  <a:lnTo>
                    <a:pt x="525707" y="1229529"/>
                  </a:lnTo>
                  <a:lnTo>
                    <a:pt x="525702" y="1229537"/>
                  </a:lnTo>
                  <a:lnTo>
                    <a:pt x="525699" y="1229542"/>
                  </a:lnTo>
                  <a:lnTo>
                    <a:pt x="525690" y="1229554"/>
                  </a:lnTo>
                  <a:lnTo>
                    <a:pt x="525680" y="1229565"/>
                  </a:lnTo>
                  <a:lnTo>
                    <a:pt x="525669" y="1229579"/>
                  </a:lnTo>
                  <a:lnTo>
                    <a:pt x="525665" y="1229583"/>
                  </a:lnTo>
                  <a:lnTo>
                    <a:pt x="525649" y="1229603"/>
                  </a:lnTo>
                  <a:lnTo>
                    <a:pt x="525642" y="1229611"/>
                  </a:lnTo>
                  <a:lnTo>
                    <a:pt x="525630" y="1229623"/>
                  </a:lnTo>
                  <a:lnTo>
                    <a:pt x="525612" y="1229641"/>
                  </a:lnTo>
                  <a:lnTo>
                    <a:pt x="525607" y="1229645"/>
                  </a:lnTo>
                  <a:lnTo>
                    <a:pt x="525591" y="1229659"/>
                  </a:lnTo>
                  <a:lnTo>
                    <a:pt x="525584" y="1229665"/>
                  </a:lnTo>
                  <a:lnTo>
                    <a:pt x="525577" y="1229671"/>
                  </a:lnTo>
                  <a:lnTo>
                    <a:pt x="525570" y="1229673"/>
                  </a:lnTo>
                  <a:lnTo>
                    <a:pt x="525561" y="1229672"/>
                  </a:lnTo>
                  <a:lnTo>
                    <a:pt x="525545" y="1229668"/>
                  </a:lnTo>
                  <a:lnTo>
                    <a:pt x="525523" y="1229662"/>
                  </a:lnTo>
                  <a:lnTo>
                    <a:pt x="525509" y="1229660"/>
                  </a:lnTo>
                  <a:lnTo>
                    <a:pt x="525503" y="1229659"/>
                  </a:lnTo>
                  <a:lnTo>
                    <a:pt x="525490" y="1229659"/>
                  </a:lnTo>
                  <a:lnTo>
                    <a:pt x="525475" y="1229660"/>
                  </a:lnTo>
                  <a:lnTo>
                    <a:pt x="525454" y="1229663"/>
                  </a:lnTo>
                  <a:lnTo>
                    <a:pt x="525437" y="1229666"/>
                  </a:lnTo>
                  <a:lnTo>
                    <a:pt x="525414" y="1229675"/>
                  </a:lnTo>
                  <a:lnTo>
                    <a:pt x="525387" y="1229688"/>
                  </a:lnTo>
                  <a:lnTo>
                    <a:pt x="525365" y="1229699"/>
                  </a:lnTo>
                  <a:lnTo>
                    <a:pt x="525323" y="1229726"/>
                  </a:lnTo>
                  <a:lnTo>
                    <a:pt x="525292" y="1229744"/>
                  </a:lnTo>
                  <a:lnTo>
                    <a:pt x="525287" y="1229747"/>
                  </a:lnTo>
                  <a:lnTo>
                    <a:pt x="525276" y="1229754"/>
                  </a:lnTo>
                  <a:lnTo>
                    <a:pt x="525256" y="1229768"/>
                  </a:lnTo>
                  <a:lnTo>
                    <a:pt x="525251" y="1229772"/>
                  </a:lnTo>
                  <a:lnTo>
                    <a:pt x="525245" y="1229777"/>
                  </a:lnTo>
                  <a:lnTo>
                    <a:pt x="525247" y="1229769"/>
                  </a:lnTo>
                  <a:lnTo>
                    <a:pt x="525248" y="1229764"/>
                  </a:lnTo>
                  <a:lnTo>
                    <a:pt x="525250" y="1229751"/>
                  </a:lnTo>
                  <a:lnTo>
                    <a:pt x="525251" y="1229741"/>
                  </a:lnTo>
                  <a:lnTo>
                    <a:pt x="525251" y="1229728"/>
                  </a:lnTo>
                  <a:lnTo>
                    <a:pt x="525249" y="1229718"/>
                  </a:lnTo>
                  <a:lnTo>
                    <a:pt x="525245" y="1229708"/>
                  </a:lnTo>
                  <a:lnTo>
                    <a:pt x="525237" y="1229696"/>
                  </a:lnTo>
                  <a:lnTo>
                    <a:pt x="525231" y="1229689"/>
                  </a:lnTo>
                  <a:lnTo>
                    <a:pt x="525224" y="1229682"/>
                  </a:lnTo>
                  <a:lnTo>
                    <a:pt x="525212" y="1229673"/>
                  </a:lnTo>
                  <a:lnTo>
                    <a:pt x="525202" y="1229664"/>
                  </a:lnTo>
                  <a:lnTo>
                    <a:pt x="525191" y="1229657"/>
                  </a:lnTo>
                  <a:lnTo>
                    <a:pt x="525182" y="1229651"/>
                  </a:lnTo>
                  <a:lnTo>
                    <a:pt x="525171" y="1229643"/>
                  </a:lnTo>
                  <a:lnTo>
                    <a:pt x="525159" y="1229635"/>
                  </a:lnTo>
                  <a:lnTo>
                    <a:pt x="525148" y="1229629"/>
                  </a:lnTo>
                  <a:lnTo>
                    <a:pt x="525138" y="1229624"/>
                  </a:lnTo>
                  <a:lnTo>
                    <a:pt x="525125" y="1229617"/>
                  </a:lnTo>
                  <a:lnTo>
                    <a:pt x="525115" y="1229612"/>
                  </a:lnTo>
                  <a:lnTo>
                    <a:pt x="525097" y="1229606"/>
                  </a:lnTo>
                  <a:lnTo>
                    <a:pt x="525070" y="1229598"/>
                  </a:lnTo>
                  <a:lnTo>
                    <a:pt x="525052" y="1229592"/>
                  </a:lnTo>
                  <a:lnTo>
                    <a:pt x="525039" y="1229584"/>
                  </a:lnTo>
                  <a:lnTo>
                    <a:pt x="525028" y="1229576"/>
                  </a:lnTo>
                  <a:lnTo>
                    <a:pt x="525020" y="1229571"/>
                  </a:lnTo>
                  <a:lnTo>
                    <a:pt x="525009" y="1229559"/>
                  </a:lnTo>
                  <a:lnTo>
                    <a:pt x="524999" y="1229545"/>
                  </a:lnTo>
                  <a:lnTo>
                    <a:pt x="524981" y="1229521"/>
                  </a:lnTo>
                  <a:lnTo>
                    <a:pt x="524970" y="1229510"/>
                  </a:lnTo>
                  <a:lnTo>
                    <a:pt x="524960" y="1229502"/>
                  </a:lnTo>
                  <a:lnTo>
                    <a:pt x="524952" y="1229497"/>
                  </a:lnTo>
                  <a:lnTo>
                    <a:pt x="524937" y="1229487"/>
                  </a:lnTo>
                  <a:lnTo>
                    <a:pt x="524917" y="1229476"/>
                  </a:lnTo>
                  <a:lnTo>
                    <a:pt x="524888" y="1229460"/>
                  </a:lnTo>
                  <a:lnTo>
                    <a:pt x="524854" y="1229447"/>
                  </a:lnTo>
                  <a:lnTo>
                    <a:pt x="524827" y="1229436"/>
                  </a:lnTo>
                  <a:lnTo>
                    <a:pt x="524807" y="1229428"/>
                  </a:lnTo>
                  <a:lnTo>
                    <a:pt x="524778" y="1229417"/>
                  </a:lnTo>
                  <a:lnTo>
                    <a:pt x="524762" y="1229412"/>
                  </a:lnTo>
                  <a:lnTo>
                    <a:pt x="524747" y="1229408"/>
                  </a:lnTo>
                  <a:lnTo>
                    <a:pt x="524729" y="1229402"/>
                  </a:lnTo>
                  <a:lnTo>
                    <a:pt x="524712" y="1229394"/>
                  </a:lnTo>
                  <a:lnTo>
                    <a:pt x="524697" y="1229386"/>
                  </a:lnTo>
                  <a:lnTo>
                    <a:pt x="524683" y="1229378"/>
                  </a:lnTo>
                  <a:lnTo>
                    <a:pt x="524670" y="1229370"/>
                  </a:lnTo>
                  <a:lnTo>
                    <a:pt x="524657" y="1229363"/>
                  </a:lnTo>
                  <a:lnTo>
                    <a:pt x="524640" y="1229357"/>
                  </a:lnTo>
                  <a:lnTo>
                    <a:pt x="524621" y="1229351"/>
                  </a:lnTo>
                  <a:lnTo>
                    <a:pt x="524598" y="1229345"/>
                  </a:lnTo>
                  <a:lnTo>
                    <a:pt x="524588" y="1229343"/>
                  </a:lnTo>
                  <a:lnTo>
                    <a:pt x="524574" y="1229339"/>
                  </a:lnTo>
                  <a:lnTo>
                    <a:pt x="524563" y="1229334"/>
                  </a:lnTo>
                  <a:lnTo>
                    <a:pt x="524554" y="1229331"/>
                  </a:lnTo>
                  <a:lnTo>
                    <a:pt x="524545" y="1229324"/>
                  </a:lnTo>
                  <a:lnTo>
                    <a:pt x="524534" y="1229317"/>
                  </a:lnTo>
                  <a:lnTo>
                    <a:pt x="524528" y="1229310"/>
                  </a:lnTo>
                  <a:lnTo>
                    <a:pt x="524522" y="1229300"/>
                  </a:lnTo>
                  <a:lnTo>
                    <a:pt x="524516" y="1229291"/>
                  </a:lnTo>
                  <a:lnTo>
                    <a:pt x="524513" y="1229280"/>
                  </a:lnTo>
                  <a:lnTo>
                    <a:pt x="524511" y="1229264"/>
                  </a:lnTo>
                  <a:lnTo>
                    <a:pt x="524511" y="1229259"/>
                  </a:lnTo>
                  <a:lnTo>
                    <a:pt x="524511" y="1229238"/>
                  </a:lnTo>
                  <a:lnTo>
                    <a:pt x="524509" y="1229225"/>
                  </a:lnTo>
                  <a:lnTo>
                    <a:pt x="524505" y="1229217"/>
                  </a:lnTo>
                  <a:lnTo>
                    <a:pt x="524499" y="1229209"/>
                  </a:lnTo>
                  <a:lnTo>
                    <a:pt x="524489" y="1229201"/>
                  </a:lnTo>
                  <a:lnTo>
                    <a:pt x="524481" y="1229197"/>
                  </a:lnTo>
                  <a:lnTo>
                    <a:pt x="524465" y="1229194"/>
                  </a:lnTo>
                  <a:lnTo>
                    <a:pt x="524445" y="1229193"/>
                  </a:lnTo>
                  <a:lnTo>
                    <a:pt x="524422" y="1229192"/>
                  </a:lnTo>
                  <a:lnTo>
                    <a:pt x="524405" y="1229193"/>
                  </a:lnTo>
                  <a:lnTo>
                    <a:pt x="524386" y="1229194"/>
                  </a:lnTo>
                  <a:lnTo>
                    <a:pt x="524367" y="1229196"/>
                  </a:lnTo>
                  <a:lnTo>
                    <a:pt x="524347" y="1229197"/>
                  </a:lnTo>
                  <a:lnTo>
                    <a:pt x="524330" y="1229199"/>
                  </a:lnTo>
                  <a:lnTo>
                    <a:pt x="524316" y="1229202"/>
                  </a:lnTo>
                  <a:lnTo>
                    <a:pt x="524300" y="1229203"/>
                  </a:lnTo>
                  <a:lnTo>
                    <a:pt x="524284" y="1229204"/>
                  </a:lnTo>
                  <a:lnTo>
                    <a:pt x="524274" y="1229204"/>
                  </a:lnTo>
                  <a:lnTo>
                    <a:pt x="524264" y="1229202"/>
                  </a:lnTo>
                  <a:lnTo>
                    <a:pt x="524255" y="1229200"/>
                  </a:lnTo>
                  <a:lnTo>
                    <a:pt x="524245" y="1229196"/>
                  </a:lnTo>
                  <a:lnTo>
                    <a:pt x="524237" y="1229191"/>
                  </a:lnTo>
                  <a:lnTo>
                    <a:pt x="524228" y="1229184"/>
                  </a:lnTo>
                  <a:lnTo>
                    <a:pt x="524222" y="1229176"/>
                  </a:lnTo>
                  <a:lnTo>
                    <a:pt x="524215" y="1229166"/>
                  </a:lnTo>
                  <a:lnTo>
                    <a:pt x="524212" y="1229157"/>
                  </a:lnTo>
                  <a:lnTo>
                    <a:pt x="524208" y="1229142"/>
                  </a:lnTo>
                  <a:lnTo>
                    <a:pt x="524204" y="1229117"/>
                  </a:lnTo>
                  <a:lnTo>
                    <a:pt x="524202" y="1229106"/>
                  </a:lnTo>
                  <a:lnTo>
                    <a:pt x="524198" y="1229096"/>
                  </a:lnTo>
                  <a:lnTo>
                    <a:pt x="524194" y="1229088"/>
                  </a:lnTo>
                  <a:lnTo>
                    <a:pt x="524186" y="1229080"/>
                  </a:lnTo>
                  <a:lnTo>
                    <a:pt x="524176" y="1229075"/>
                  </a:lnTo>
                  <a:lnTo>
                    <a:pt x="524169" y="1229072"/>
                  </a:lnTo>
                  <a:lnTo>
                    <a:pt x="524159" y="1229065"/>
                  </a:lnTo>
                  <a:lnTo>
                    <a:pt x="524150" y="1229058"/>
                  </a:lnTo>
                  <a:lnTo>
                    <a:pt x="524144" y="1229050"/>
                  </a:lnTo>
                  <a:lnTo>
                    <a:pt x="524138" y="1229042"/>
                  </a:lnTo>
                  <a:lnTo>
                    <a:pt x="524135" y="1229034"/>
                  </a:lnTo>
                  <a:lnTo>
                    <a:pt x="524136" y="1229014"/>
                  </a:lnTo>
                  <a:lnTo>
                    <a:pt x="524138" y="1229001"/>
                  </a:lnTo>
                  <a:lnTo>
                    <a:pt x="524140" y="1228994"/>
                  </a:lnTo>
                  <a:lnTo>
                    <a:pt x="524146" y="1228985"/>
                  </a:lnTo>
                  <a:lnTo>
                    <a:pt x="524155" y="1228970"/>
                  </a:lnTo>
                  <a:lnTo>
                    <a:pt x="524167" y="1228952"/>
                  </a:lnTo>
                  <a:lnTo>
                    <a:pt x="524178" y="1228934"/>
                  </a:lnTo>
                  <a:lnTo>
                    <a:pt x="524189" y="1228919"/>
                  </a:lnTo>
                  <a:lnTo>
                    <a:pt x="524204" y="1228898"/>
                  </a:lnTo>
                  <a:lnTo>
                    <a:pt x="524212" y="1228883"/>
                  </a:lnTo>
                  <a:lnTo>
                    <a:pt x="524216" y="1228872"/>
                  </a:lnTo>
                  <a:lnTo>
                    <a:pt x="524219" y="1228854"/>
                  </a:lnTo>
                  <a:lnTo>
                    <a:pt x="524218" y="1228834"/>
                  </a:lnTo>
                  <a:lnTo>
                    <a:pt x="524217" y="1228826"/>
                  </a:lnTo>
                  <a:lnTo>
                    <a:pt x="524210" y="1228812"/>
                  </a:lnTo>
                  <a:lnTo>
                    <a:pt x="524202" y="1228798"/>
                  </a:lnTo>
                  <a:lnTo>
                    <a:pt x="524195" y="1228789"/>
                  </a:lnTo>
                  <a:lnTo>
                    <a:pt x="524179" y="1228772"/>
                  </a:lnTo>
                  <a:lnTo>
                    <a:pt x="524154" y="1228749"/>
                  </a:lnTo>
                  <a:lnTo>
                    <a:pt x="524134" y="1228730"/>
                  </a:lnTo>
                  <a:lnTo>
                    <a:pt x="524121" y="1228718"/>
                  </a:lnTo>
                  <a:lnTo>
                    <a:pt x="524113" y="1228708"/>
                  </a:lnTo>
                  <a:lnTo>
                    <a:pt x="524109" y="1228702"/>
                  </a:lnTo>
                  <a:lnTo>
                    <a:pt x="524104" y="1228696"/>
                  </a:lnTo>
                  <a:lnTo>
                    <a:pt x="524098" y="1228687"/>
                  </a:lnTo>
                  <a:lnTo>
                    <a:pt x="524090" y="1228677"/>
                  </a:lnTo>
                  <a:lnTo>
                    <a:pt x="524084" y="1228665"/>
                  </a:lnTo>
                  <a:lnTo>
                    <a:pt x="524075" y="1228653"/>
                  </a:lnTo>
                  <a:lnTo>
                    <a:pt x="524069" y="1228642"/>
                  </a:lnTo>
                  <a:lnTo>
                    <a:pt x="524063" y="1228633"/>
                  </a:lnTo>
                  <a:lnTo>
                    <a:pt x="524057" y="1228625"/>
                  </a:lnTo>
                  <a:lnTo>
                    <a:pt x="524051" y="1228619"/>
                  </a:lnTo>
                  <a:lnTo>
                    <a:pt x="524046" y="1228615"/>
                  </a:lnTo>
                  <a:lnTo>
                    <a:pt x="524037" y="1228608"/>
                  </a:lnTo>
                  <a:lnTo>
                    <a:pt x="524028" y="1228602"/>
                  </a:lnTo>
                  <a:lnTo>
                    <a:pt x="524009" y="1228591"/>
                  </a:lnTo>
                  <a:lnTo>
                    <a:pt x="523996" y="1228585"/>
                  </a:lnTo>
                  <a:lnTo>
                    <a:pt x="523987" y="1228580"/>
                  </a:lnTo>
                  <a:lnTo>
                    <a:pt x="523975" y="1228575"/>
                  </a:lnTo>
                  <a:lnTo>
                    <a:pt x="523965" y="1228570"/>
                  </a:lnTo>
                  <a:lnTo>
                    <a:pt x="523957" y="1228565"/>
                  </a:lnTo>
                  <a:lnTo>
                    <a:pt x="523950" y="1228561"/>
                  </a:lnTo>
                  <a:lnTo>
                    <a:pt x="523944" y="1228557"/>
                  </a:lnTo>
                  <a:lnTo>
                    <a:pt x="523935" y="1228551"/>
                  </a:lnTo>
                  <a:lnTo>
                    <a:pt x="523928" y="1228546"/>
                  </a:lnTo>
                  <a:lnTo>
                    <a:pt x="523910" y="1228532"/>
                  </a:lnTo>
                  <a:lnTo>
                    <a:pt x="523900" y="1228522"/>
                  </a:lnTo>
                  <a:lnTo>
                    <a:pt x="523894" y="1228517"/>
                  </a:lnTo>
                  <a:lnTo>
                    <a:pt x="523887" y="1228512"/>
                  </a:lnTo>
                  <a:lnTo>
                    <a:pt x="523878" y="1228503"/>
                  </a:lnTo>
                  <a:lnTo>
                    <a:pt x="523865" y="1228493"/>
                  </a:lnTo>
                  <a:lnTo>
                    <a:pt x="523857" y="1228485"/>
                  </a:lnTo>
                  <a:lnTo>
                    <a:pt x="523847" y="1228474"/>
                  </a:lnTo>
                  <a:lnTo>
                    <a:pt x="523834" y="1228460"/>
                  </a:lnTo>
                  <a:lnTo>
                    <a:pt x="523828" y="1228453"/>
                  </a:lnTo>
                  <a:lnTo>
                    <a:pt x="523824" y="1228447"/>
                  </a:lnTo>
                  <a:lnTo>
                    <a:pt x="523821" y="1228442"/>
                  </a:lnTo>
                  <a:lnTo>
                    <a:pt x="523815" y="1228431"/>
                  </a:lnTo>
                  <a:lnTo>
                    <a:pt x="523812" y="1228426"/>
                  </a:lnTo>
                  <a:lnTo>
                    <a:pt x="523805" y="1228410"/>
                  </a:lnTo>
                  <a:lnTo>
                    <a:pt x="523798" y="1228395"/>
                  </a:lnTo>
                  <a:lnTo>
                    <a:pt x="523791" y="1228378"/>
                  </a:lnTo>
                  <a:lnTo>
                    <a:pt x="523786" y="1228370"/>
                  </a:lnTo>
                  <a:lnTo>
                    <a:pt x="523780" y="1228362"/>
                  </a:lnTo>
                  <a:lnTo>
                    <a:pt x="523772" y="1228347"/>
                  </a:lnTo>
                  <a:lnTo>
                    <a:pt x="523768" y="1228341"/>
                  </a:lnTo>
                  <a:lnTo>
                    <a:pt x="523762" y="1228332"/>
                  </a:lnTo>
                  <a:lnTo>
                    <a:pt x="523759" y="1228327"/>
                  </a:lnTo>
                  <a:lnTo>
                    <a:pt x="523749" y="1228316"/>
                  </a:lnTo>
                  <a:lnTo>
                    <a:pt x="523736" y="1228299"/>
                  </a:lnTo>
                  <a:lnTo>
                    <a:pt x="523724" y="1228282"/>
                  </a:lnTo>
                  <a:lnTo>
                    <a:pt x="523718" y="1228275"/>
                  </a:lnTo>
                  <a:lnTo>
                    <a:pt x="523710" y="1228264"/>
                  </a:lnTo>
                  <a:lnTo>
                    <a:pt x="523702" y="1228258"/>
                  </a:lnTo>
                  <a:lnTo>
                    <a:pt x="523695" y="1228256"/>
                  </a:lnTo>
                  <a:lnTo>
                    <a:pt x="523688" y="1228255"/>
                  </a:lnTo>
                  <a:lnTo>
                    <a:pt x="523681" y="1228256"/>
                  </a:lnTo>
                  <a:lnTo>
                    <a:pt x="523667" y="1228258"/>
                  </a:lnTo>
                  <a:lnTo>
                    <a:pt x="523655" y="1228261"/>
                  </a:lnTo>
                  <a:lnTo>
                    <a:pt x="523645" y="1228263"/>
                  </a:lnTo>
                  <a:lnTo>
                    <a:pt x="523640" y="1228264"/>
                  </a:lnTo>
                  <a:lnTo>
                    <a:pt x="523629" y="1228265"/>
                  </a:lnTo>
                  <a:lnTo>
                    <a:pt x="523617" y="1228266"/>
                  </a:lnTo>
                  <a:lnTo>
                    <a:pt x="523605" y="1228266"/>
                  </a:lnTo>
                  <a:lnTo>
                    <a:pt x="523598" y="1228265"/>
                  </a:lnTo>
                  <a:lnTo>
                    <a:pt x="523586" y="1228261"/>
                  </a:lnTo>
                  <a:lnTo>
                    <a:pt x="523573" y="1228258"/>
                  </a:lnTo>
                  <a:lnTo>
                    <a:pt x="523557" y="1228253"/>
                  </a:lnTo>
                  <a:lnTo>
                    <a:pt x="523544" y="1228249"/>
                  </a:lnTo>
                  <a:lnTo>
                    <a:pt x="523525" y="1228243"/>
                  </a:lnTo>
                  <a:lnTo>
                    <a:pt x="523511" y="1228239"/>
                  </a:lnTo>
                  <a:lnTo>
                    <a:pt x="523488" y="1228235"/>
                  </a:lnTo>
                  <a:lnTo>
                    <a:pt x="523476" y="1228231"/>
                  </a:lnTo>
                  <a:lnTo>
                    <a:pt x="523455" y="1228226"/>
                  </a:lnTo>
                  <a:lnTo>
                    <a:pt x="523442" y="1228221"/>
                  </a:lnTo>
                  <a:lnTo>
                    <a:pt x="523432" y="1228209"/>
                  </a:lnTo>
                  <a:lnTo>
                    <a:pt x="523424" y="1228200"/>
                  </a:lnTo>
                  <a:lnTo>
                    <a:pt x="523410" y="1228185"/>
                  </a:lnTo>
                  <a:lnTo>
                    <a:pt x="523397" y="1228171"/>
                  </a:lnTo>
                  <a:lnTo>
                    <a:pt x="523391" y="1228164"/>
                  </a:lnTo>
                  <a:lnTo>
                    <a:pt x="523376" y="1228141"/>
                  </a:lnTo>
                  <a:lnTo>
                    <a:pt x="523371" y="1228130"/>
                  </a:lnTo>
                  <a:lnTo>
                    <a:pt x="523363" y="1228118"/>
                  </a:lnTo>
                  <a:lnTo>
                    <a:pt x="523359" y="1228108"/>
                  </a:lnTo>
                  <a:lnTo>
                    <a:pt x="523357" y="1228100"/>
                  </a:lnTo>
                  <a:lnTo>
                    <a:pt x="523357" y="1228085"/>
                  </a:lnTo>
                  <a:lnTo>
                    <a:pt x="523354" y="1228080"/>
                  </a:lnTo>
                  <a:lnTo>
                    <a:pt x="523346" y="1228074"/>
                  </a:lnTo>
                  <a:lnTo>
                    <a:pt x="523343" y="1228068"/>
                  </a:lnTo>
                  <a:lnTo>
                    <a:pt x="523339" y="1228062"/>
                  </a:lnTo>
                  <a:lnTo>
                    <a:pt x="523336" y="1228048"/>
                  </a:lnTo>
                  <a:lnTo>
                    <a:pt x="523335" y="1228037"/>
                  </a:lnTo>
                  <a:lnTo>
                    <a:pt x="523337" y="1228031"/>
                  </a:lnTo>
                  <a:lnTo>
                    <a:pt x="523338" y="1228021"/>
                  </a:lnTo>
                  <a:lnTo>
                    <a:pt x="523339" y="1227998"/>
                  </a:lnTo>
                  <a:lnTo>
                    <a:pt x="523336" y="1227988"/>
                  </a:lnTo>
                  <a:lnTo>
                    <a:pt x="523296" y="1227924"/>
                  </a:lnTo>
                  <a:lnTo>
                    <a:pt x="523290" y="1227906"/>
                  </a:lnTo>
                  <a:lnTo>
                    <a:pt x="523288" y="1227898"/>
                  </a:lnTo>
                  <a:lnTo>
                    <a:pt x="523284" y="1227894"/>
                  </a:lnTo>
                  <a:lnTo>
                    <a:pt x="523280" y="1227889"/>
                  </a:lnTo>
                  <a:lnTo>
                    <a:pt x="523274" y="1227886"/>
                  </a:lnTo>
                  <a:lnTo>
                    <a:pt x="523268" y="1227882"/>
                  </a:lnTo>
                  <a:lnTo>
                    <a:pt x="523254" y="1227874"/>
                  </a:lnTo>
                  <a:lnTo>
                    <a:pt x="523230" y="1227864"/>
                  </a:lnTo>
                  <a:lnTo>
                    <a:pt x="523214" y="1227859"/>
                  </a:lnTo>
                  <a:lnTo>
                    <a:pt x="523204" y="1227854"/>
                  </a:lnTo>
                  <a:lnTo>
                    <a:pt x="523180" y="1227839"/>
                  </a:lnTo>
                  <a:lnTo>
                    <a:pt x="523162" y="1227826"/>
                  </a:lnTo>
                  <a:lnTo>
                    <a:pt x="523143" y="1227814"/>
                  </a:lnTo>
                  <a:lnTo>
                    <a:pt x="523128" y="1227804"/>
                  </a:lnTo>
                  <a:lnTo>
                    <a:pt x="523124" y="1227802"/>
                  </a:lnTo>
                  <a:lnTo>
                    <a:pt x="523114" y="1227797"/>
                  </a:lnTo>
                  <a:lnTo>
                    <a:pt x="523107" y="1227792"/>
                  </a:lnTo>
                  <a:lnTo>
                    <a:pt x="523097" y="1227781"/>
                  </a:lnTo>
                  <a:lnTo>
                    <a:pt x="523085" y="1227768"/>
                  </a:lnTo>
                  <a:lnTo>
                    <a:pt x="523076" y="1227756"/>
                  </a:lnTo>
                  <a:lnTo>
                    <a:pt x="523072" y="1227751"/>
                  </a:lnTo>
                  <a:lnTo>
                    <a:pt x="523063" y="1227735"/>
                  </a:lnTo>
                  <a:lnTo>
                    <a:pt x="523058" y="1227724"/>
                  </a:lnTo>
                  <a:lnTo>
                    <a:pt x="523053" y="1227713"/>
                  </a:lnTo>
                  <a:lnTo>
                    <a:pt x="523045" y="1227694"/>
                  </a:lnTo>
                  <a:lnTo>
                    <a:pt x="523039" y="1227675"/>
                  </a:lnTo>
                  <a:lnTo>
                    <a:pt x="523035" y="1227655"/>
                  </a:lnTo>
                  <a:lnTo>
                    <a:pt x="523032" y="1227634"/>
                  </a:lnTo>
                  <a:lnTo>
                    <a:pt x="523029" y="1227604"/>
                  </a:lnTo>
                  <a:lnTo>
                    <a:pt x="523027" y="1227580"/>
                  </a:lnTo>
                  <a:lnTo>
                    <a:pt x="523026" y="1227572"/>
                  </a:lnTo>
                  <a:lnTo>
                    <a:pt x="523024" y="1227561"/>
                  </a:lnTo>
                  <a:lnTo>
                    <a:pt x="523022" y="1227547"/>
                  </a:lnTo>
                  <a:lnTo>
                    <a:pt x="523019" y="1227532"/>
                  </a:lnTo>
                  <a:lnTo>
                    <a:pt x="523019" y="1227526"/>
                  </a:lnTo>
                  <a:lnTo>
                    <a:pt x="523011" y="1227465"/>
                  </a:lnTo>
                  <a:lnTo>
                    <a:pt x="523008" y="1227450"/>
                  </a:lnTo>
                  <a:lnTo>
                    <a:pt x="523004" y="1227431"/>
                  </a:lnTo>
                  <a:lnTo>
                    <a:pt x="522997" y="1227403"/>
                  </a:lnTo>
                  <a:lnTo>
                    <a:pt x="522996" y="1227393"/>
                  </a:lnTo>
                  <a:lnTo>
                    <a:pt x="522996" y="1227378"/>
                  </a:lnTo>
                  <a:lnTo>
                    <a:pt x="522998" y="1227367"/>
                  </a:lnTo>
                  <a:lnTo>
                    <a:pt x="523002" y="1227355"/>
                  </a:lnTo>
                  <a:lnTo>
                    <a:pt x="523006" y="1227341"/>
                  </a:lnTo>
                  <a:lnTo>
                    <a:pt x="523007" y="1227329"/>
                  </a:lnTo>
                  <a:lnTo>
                    <a:pt x="523006" y="1227312"/>
                  </a:lnTo>
                  <a:lnTo>
                    <a:pt x="523006" y="1227298"/>
                  </a:lnTo>
                  <a:lnTo>
                    <a:pt x="523006" y="1227283"/>
                  </a:lnTo>
                  <a:lnTo>
                    <a:pt x="523008" y="1227268"/>
                  </a:lnTo>
                  <a:lnTo>
                    <a:pt x="523013" y="1227254"/>
                  </a:lnTo>
                  <a:lnTo>
                    <a:pt x="523026" y="1227234"/>
                  </a:lnTo>
                  <a:lnTo>
                    <a:pt x="523031" y="1227222"/>
                  </a:lnTo>
                  <a:lnTo>
                    <a:pt x="523041" y="1227198"/>
                  </a:lnTo>
                  <a:lnTo>
                    <a:pt x="523043" y="1227193"/>
                  </a:lnTo>
                  <a:lnTo>
                    <a:pt x="523036" y="1227184"/>
                  </a:lnTo>
                  <a:lnTo>
                    <a:pt x="523029" y="1227172"/>
                  </a:lnTo>
                  <a:lnTo>
                    <a:pt x="523020" y="1227153"/>
                  </a:lnTo>
                  <a:lnTo>
                    <a:pt x="523018" y="1227147"/>
                  </a:lnTo>
                  <a:lnTo>
                    <a:pt x="523015" y="1227135"/>
                  </a:lnTo>
                  <a:lnTo>
                    <a:pt x="523014" y="1227122"/>
                  </a:lnTo>
                  <a:lnTo>
                    <a:pt x="523012" y="1227098"/>
                  </a:lnTo>
                  <a:lnTo>
                    <a:pt x="523009" y="1227084"/>
                  </a:lnTo>
                  <a:lnTo>
                    <a:pt x="523004" y="1227071"/>
                  </a:lnTo>
                  <a:lnTo>
                    <a:pt x="523000" y="1227061"/>
                  </a:lnTo>
                  <a:lnTo>
                    <a:pt x="522993" y="1227047"/>
                  </a:lnTo>
                  <a:lnTo>
                    <a:pt x="522976" y="1227015"/>
                  </a:lnTo>
                  <a:lnTo>
                    <a:pt x="522963" y="1226989"/>
                  </a:lnTo>
                  <a:lnTo>
                    <a:pt x="522953" y="1226975"/>
                  </a:lnTo>
                  <a:lnTo>
                    <a:pt x="522939" y="1226958"/>
                  </a:lnTo>
                  <a:lnTo>
                    <a:pt x="522927" y="1226946"/>
                  </a:lnTo>
                  <a:lnTo>
                    <a:pt x="522921" y="1226939"/>
                  </a:lnTo>
                  <a:lnTo>
                    <a:pt x="522908" y="1226927"/>
                  </a:lnTo>
                  <a:lnTo>
                    <a:pt x="522881" y="1226907"/>
                  </a:lnTo>
                  <a:lnTo>
                    <a:pt x="522863" y="1226891"/>
                  </a:lnTo>
                  <a:lnTo>
                    <a:pt x="522845" y="1226878"/>
                  </a:lnTo>
                  <a:lnTo>
                    <a:pt x="522837" y="1226871"/>
                  </a:lnTo>
                  <a:lnTo>
                    <a:pt x="522830" y="1226865"/>
                  </a:lnTo>
                  <a:lnTo>
                    <a:pt x="522818" y="1226852"/>
                  </a:lnTo>
                  <a:lnTo>
                    <a:pt x="522811" y="1226842"/>
                  </a:lnTo>
                  <a:lnTo>
                    <a:pt x="522808" y="1226836"/>
                  </a:lnTo>
                  <a:lnTo>
                    <a:pt x="522805" y="1226825"/>
                  </a:lnTo>
                  <a:lnTo>
                    <a:pt x="522802" y="1226791"/>
                  </a:lnTo>
                  <a:lnTo>
                    <a:pt x="522801" y="1226778"/>
                  </a:lnTo>
                  <a:lnTo>
                    <a:pt x="522802" y="1226766"/>
                  </a:lnTo>
                  <a:lnTo>
                    <a:pt x="522805" y="1226745"/>
                  </a:lnTo>
                  <a:lnTo>
                    <a:pt x="522804" y="1226736"/>
                  </a:lnTo>
                  <a:lnTo>
                    <a:pt x="522803" y="1226723"/>
                  </a:lnTo>
                  <a:lnTo>
                    <a:pt x="522800" y="1226713"/>
                  </a:lnTo>
                  <a:lnTo>
                    <a:pt x="522793" y="1226686"/>
                  </a:lnTo>
                  <a:lnTo>
                    <a:pt x="522787" y="1226663"/>
                  </a:lnTo>
                  <a:lnTo>
                    <a:pt x="522786" y="1226645"/>
                  </a:lnTo>
                  <a:lnTo>
                    <a:pt x="522783" y="1226620"/>
                  </a:lnTo>
                  <a:lnTo>
                    <a:pt x="522783" y="1226602"/>
                  </a:lnTo>
                  <a:lnTo>
                    <a:pt x="522784" y="1226583"/>
                  </a:lnTo>
                  <a:lnTo>
                    <a:pt x="522784" y="1226566"/>
                  </a:lnTo>
                  <a:lnTo>
                    <a:pt x="522784" y="1226549"/>
                  </a:lnTo>
                  <a:lnTo>
                    <a:pt x="522782" y="1226523"/>
                  </a:lnTo>
                  <a:lnTo>
                    <a:pt x="522781" y="1226510"/>
                  </a:lnTo>
                  <a:lnTo>
                    <a:pt x="522781" y="1226502"/>
                  </a:lnTo>
                  <a:lnTo>
                    <a:pt x="522781" y="1226490"/>
                  </a:lnTo>
                  <a:lnTo>
                    <a:pt x="522780" y="1226472"/>
                  </a:lnTo>
                  <a:lnTo>
                    <a:pt x="522780" y="1226459"/>
                  </a:lnTo>
                  <a:lnTo>
                    <a:pt x="522779" y="1226431"/>
                  </a:lnTo>
                  <a:lnTo>
                    <a:pt x="522778" y="1226421"/>
                  </a:lnTo>
                  <a:lnTo>
                    <a:pt x="522774" y="1226401"/>
                  </a:lnTo>
                  <a:lnTo>
                    <a:pt x="522771" y="1226385"/>
                  </a:lnTo>
                  <a:lnTo>
                    <a:pt x="522769" y="1226362"/>
                  </a:lnTo>
                  <a:lnTo>
                    <a:pt x="522767" y="1226332"/>
                  </a:lnTo>
                  <a:lnTo>
                    <a:pt x="522766" y="1226324"/>
                  </a:lnTo>
                  <a:lnTo>
                    <a:pt x="522765" y="1226319"/>
                  </a:lnTo>
                  <a:lnTo>
                    <a:pt x="522764" y="1226308"/>
                  </a:lnTo>
                  <a:lnTo>
                    <a:pt x="522765" y="1226296"/>
                  </a:lnTo>
                  <a:lnTo>
                    <a:pt x="522768" y="1226285"/>
                  </a:lnTo>
                  <a:lnTo>
                    <a:pt x="522777" y="1226267"/>
                  </a:lnTo>
                  <a:lnTo>
                    <a:pt x="522785" y="1226255"/>
                  </a:lnTo>
                  <a:lnTo>
                    <a:pt x="522792" y="1226233"/>
                  </a:lnTo>
                  <a:lnTo>
                    <a:pt x="522797" y="1226199"/>
                  </a:lnTo>
                  <a:lnTo>
                    <a:pt x="522800" y="1226160"/>
                  </a:lnTo>
                  <a:lnTo>
                    <a:pt x="522797" y="1226142"/>
                  </a:lnTo>
                  <a:lnTo>
                    <a:pt x="522793" y="1226125"/>
                  </a:lnTo>
                  <a:lnTo>
                    <a:pt x="522785" y="1226099"/>
                  </a:lnTo>
                  <a:lnTo>
                    <a:pt x="522780" y="1226083"/>
                  </a:lnTo>
                  <a:lnTo>
                    <a:pt x="522770" y="1226060"/>
                  </a:lnTo>
                  <a:lnTo>
                    <a:pt x="522761" y="1226042"/>
                  </a:lnTo>
                  <a:lnTo>
                    <a:pt x="522751" y="1226022"/>
                  </a:lnTo>
                  <a:lnTo>
                    <a:pt x="522746" y="1226017"/>
                  </a:lnTo>
                  <a:lnTo>
                    <a:pt x="522735" y="1226010"/>
                  </a:lnTo>
                  <a:lnTo>
                    <a:pt x="522727" y="1226005"/>
                  </a:lnTo>
                  <a:lnTo>
                    <a:pt x="522712" y="1225990"/>
                  </a:lnTo>
                  <a:lnTo>
                    <a:pt x="522692" y="1225965"/>
                  </a:lnTo>
                  <a:lnTo>
                    <a:pt x="522668" y="1225935"/>
                  </a:lnTo>
                  <a:lnTo>
                    <a:pt x="522659" y="1225921"/>
                  </a:lnTo>
                  <a:lnTo>
                    <a:pt x="522649" y="1225901"/>
                  </a:lnTo>
                  <a:lnTo>
                    <a:pt x="522641" y="1225880"/>
                  </a:lnTo>
                  <a:lnTo>
                    <a:pt x="522630" y="1225850"/>
                  </a:lnTo>
                  <a:lnTo>
                    <a:pt x="522627" y="1225837"/>
                  </a:lnTo>
                  <a:lnTo>
                    <a:pt x="522623" y="1225823"/>
                  </a:lnTo>
                  <a:lnTo>
                    <a:pt x="522621" y="1225809"/>
                  </a:lnTo>
                  <a:lnTo>
                    <a:pt x="522619" y="1225782"/>
                  </a:lnTo>
                  <a:lnTo>
                    <a:pt x="522618" y="1225765"/>
                  </a:lnTo>
                  <a:lnTo>
                    <a:pt x="522618" y="1225745"/>
                  </a:lnTo>
                  <a:lnTo>
                    <a:pt x="522621" y="1225714"/>
                  </a:lnTo>
                  <a:lnTo>
                    <a:pt x="522621" y="1225701"/>
                  </a:lnTo>
                  <a:lnTo>
                    <a:pt x="522623" y="1225677"/>
                  </a:lnTo>
                  <a:lnTo>
                    <a:pt x="522622" y="1225665"/>
                  </a:lnTo>
                  <a:lnTo>
                    <a:pt x="522615" y="1225644"/>
                  </a:lnTo>
                  <a:lnTo>
                    <a:pt x="522603" y="1225624"/>
                  </a:lnTo>
                  <a:lnTo>
                    <a:pt x="522603" y="1225614"/>
                  </a:lnTo>
                  <a:lnTo>
                    <a:pt x="522606" y="1225578"/>
                  </a:lnTo>
                  <a:lnTo>
                    <a:pt x="522606" y="1225563"/>
                  </a:lnTo>
                  <a:lnTo>
                    <a:pt x="522605" y="1225526"/>
                  </a:lnTo>
                  <a:lnTo>
                    <a:pt x="522603" y="1225508"/>
                  </a:lnTo>
                  <a:lnTo>
                    <a:pt x="522600" y="1225500"/>
                  </a:lnTo>
                  <a:lnTo>
                    <a:pt x="522592" y="1225485"/>
                  </a:lnTo>
                  <a:lnTo>
                    <a:pt x="522582" y="1225472"/>
                  </a:lnTo>
                  <a:lnTo>
                    <a:pt x="522570" y="1225458"/>
                  </a:lnTo>
                  <a:lnTo>
                    <a:pt x="522549" y="1225438"/>
                  </a:lnTo>
                  <a:lnTo>
                    <a:pt x="522533" y="1225415"/>
                  </a:lnTo>
                  <a:lnTo>
                    <a:pt x="522516" y="1225393"/>
                  </a:lnTo>
                  <a:lnTo>
                    <a:pt x="522503" y="1225371"/>
                  </a:lnTo>
                  <a:lnTo>
                    <a:pt x="522495" y="1225351"/>
                  </a:lnTo>
                  <a:lnTo>
                    <a:pt x="522489" y="1225328"/>
                  </a:lnTo>
                  <a:lnTo>
                    <a:pt x="522484" y="1225302"/>
                  </a:lnTo>
                  <a:lnTo>
                    <a:pt x="522479" y="1225281"/>
                  </a:lnTo>
                  <a:lnTo>
                    <a:pt x="522477" y="1225267"/>
                  </a:lnTo>
                  <a:lnTo>
                    <a:pt x="522472" y="1225256"/>
                  </a:lnTo>
                  <a:lnTo>
                    <a:pt x="522466" y="1225248"/>
                  </a:lnTo>
                  <a:lnTo>
                    <a:pt x="522455" y="1225240"/>
                  </a:lnTo>
                  <a:lnTo>
                    <a:pt x="522444" y="1225231"/>
                  </a:lnTo>
                  <a:lnTo>
                    <a:pt x="522434" y="1225224"/>
                  </a:lnTo>
                  <a:lnTo>
                    <a:pt x="522410" y="1225208"/>
                  </a:lnTo>
                  <a:lnTo>
                    <a:pt x="522392" y="1225193"/>
                  </a:lnTo>
                  <a:lnTo>
                    <a:pt x="522381" y="1225184"/>
                  </a:lnTo>
                  <a:lnTo>
                    <a:pt x="522373" y="1225175"/>
                  </a:lnTo>
                  <a:lnTo>
                    <a:pt x="522370" y="1225169"/>
                  </a:lnTo>
                  <a:lnTo>
                    <a:pt x="522370" y="1225163"/>
                  </a:lnTo>
                  <a:lnTo>
                    <a:pt x="522370" y="1225154"/>
                  </a:lnTo>
                  <a:lnTo>
                    <a:pt x="522372" y="1225148"/>
                  </a:lnTo>
                  <a:lnTo>
                    <a:pt x="522378" y="1225135"/>
                  </a:lnTo>
                  <a:lnTo>
                    <a:pt x="522384" y="1225124"/>
                  </a:lnTo>
                  <a:lnTo>
                    <a:pt x="522389" y="1225110"/>
                  </a:lnTo>
                  <a:lnTo>
                    <a:pt x="522392" y="1225095"/>
                  </a:lnTo>
                  <a:lnTo>
                    <a:pt x="522388" y="1225061"/>
                  </a:lnTo>
                  <a:lnTo>
                    <a:pt x="522388" y="1225043"/>
                  </a:lnTo>
                  <a:lnTo>
                    <a:pt x="522385" y="1225029"/>
                  </a:lnTo>
                  <a:lnTo>
                    <a:pt x="522379" y="1225011"/>
                  </a:lnTo>
                  <a:lnTo>
                    <a:pt x="522377" y="1225004"/>
                  </a:lnTo>
                  <a:lnTo>
                    <a:pt x="522378" y="1224999"/>
                  </a:lnTo>
                  <a:lnTo>
                    <a:pt x="522380" y="1224994"/>
                  </a:lnTo>
                  <a:lnTo>
                    <a:pt x="522394" y="1224979"/>
                  </a:lnTo>
                  <a:lnTo>
                    <a:pt x="522412" y="1224958"/>
                  </a:lnTo>
                  <a:lnTo>
                    <a:pt x="522435" y="1224920"/>
                  </a:lnTo>
                  <a:lnTo>
                    <a:pt x="522453" y="1224890"/>
                  </a:lnTo>
                  <a:lnTo>
                    <a:pt x="522475" y="1224850"/>
                  </a:lnTo>
                  <a:lnTo>
                    <a:pt x="522493" y="1224821"/>
                  </a:lnTo>
                  <a:lnTo>
                    <a:pt x="522504" y="1224807"/>
                  </a:lnTo>
                  <a:lnTo>
                    <a:pt x="522526" y="1224779"/>
                  </a:lnTo>
                  <a:lnTo>
                    <a:pt x="522531" y="1224770"/>
                  </a:lnTo>
                  <a:lnTo>
                    <a:pt x="522534" y="1224763"/>
                  </a:lnTo>
                  <a:lnTo>
                    <a:pt x="522534" y="1224755"/>
                  </a:lnTo>
                  <a:lnTo>
                    <a:pt x="522518" y="1224732"/>
                  </a:lnTo>
                  <a:lnTo>
                    <a:pt x="522515" y="1224728"/>
                  </a:lnTo>
                  <a:lnTo>
                    <a:pt x="522509" y="1224716"/>
                  </a:lnTo>
                  <a:lnTo>
                    <a:pt x="522505" y="1224710"/>
                  </a:lnTo>
                  <a:lnTo>
                    <a:pt x="522495" y="1224686"/>
                  </a:lnTo>
                  <a:lnTo>
                    <a:pt x="522491" y="1224676"/>
                  </a:lnTo>
                  <a:lnTo>
                    <a:pt x="522486" y="1224655"/>
                  </a:lnTo>
                  <a:lnTo>
                    <a:pt x="522485" y="1224644"/>
                  </a:lnTo>
                  <a:lnTo>
                    <a:pt x="522486" y="1224628"/>
                  </a:lnTo>
                  <a:lnTo>
                    <a:pt x="522491" y="1224617"/>
                  </a:lnTo>
                  <a:lnTo>
                    <a:pt x="522500" y="1224601"/>
                  </a:lnTo>
                  <a:lnTo>
                    <a:pt x="522508" y="1224574"/>
                  </a:lnTo>
                  <a:lnTo>
                    <a:pt x="522515" y="1224548"/>
                  </a:lnTo>
                  <a:lnTo>
                    <a:pt x="522514" y="1224535"/>
                  </a:lnTo>
                  <a:lnTo>
                    <a:pt x="522512" y="1224525"/>
                  </a:lnTo>
                  <a:lnTo>
                    <a:pt x="522511" y="1224515"/>
                  </a:lnTo>
                  <a:lnTo>
                    <a:pt x="522509" y="1224503"/>
                  </a:lnTo>
                  <a:lnTo>
                    <a:pt x="522507" y="1224493"/>
                  </a:lnTo>
                  <a:lnTo>
                    <a:pt x="522504" y="1224482"/>
                  </a:lnTo>
                  <a:lnTo>
                    <a:pt x="522506" y="1224466"/>
                  </a:lnTo>
                  <a:lnTo>
                    <a:pt x="522506" y="1224453"/>
                  </a:lnTo>
                  <a:lnTo>
                    <a:pt x="522504" y="1224446"/>
                  </a:lnTo>
                  <a:lnTo>
                    <a:pt x="522498" y="1224427"/>
                  </a:lnTo>
                  <a:lnTo>
                    <a:pt x="522492" y="1224412"/>
                  </a:lnTo>
                  <a:lnTo>
                    <a:pt x="522491" y="1224400"/>
                  </a:lnTo>
                  <a:lnTo>
                    <a:pt x="522496" y="1224387"/>
                  </a:lnTo>
                  <a:lnTo>
                    <a:pt x="522500" y="1224382"/>
                  </a:lnTo>
                  <a:lnTo>
                    <a:pt x="522505" y="1224376"/>
                  </a:lnTo>
                  <a:lnTo>
                    <a:pt x="522513" y="1224362"/>
                  </a:lnTo>
                  <a:lnTo>
                    <a:pt x="522520" y="1224352"/>
                  </a:lnTo>
                  <a:lnTo>
                    <a:pt x="522528" y="1224340"/>
                  </a:lnTo>
                  <a:lnTo>
                    <a:pt x="522536" y="1224333"/>
                  </a:lnTo>
                  <a:lnTo>
                    <a:pt x="522542" y="1224321"/>
                  </a:lnTo>
                  <a:lnTo>
                    <a:pt x="522548" y="1224311"/>
                  </a:lnTo>
                  <a:lnTo>
                    <a:pt x="522550" y="1224304"/>
                  </a:lnTo>
                  <a:lnTo>
                    <a:pt x="522552" y="1224288"/>
                  </a:lnTo>
                  <a:lnTo>
                    <a:pt x="522553" y="1224278"/>
                  </a:lnTo>
                  <a:lnTo>
                    <a:pt x="522555" y="1224261"/>
                  </a:lnTo>
                  <a:lnTo>
                    <a:pt x="522555" y="1224250"/>
                  </a:lnTo>
                  <a:lnTo>
                    <a:pt x="522551" y="1224240"/>
                  </a:lnTo>
                  <a:lnTo>
                    <a:pt x="522549" y="1224225"/>
                  </a:lnTo>
                  <a:lnTo>
                    <a:pt x="522546" y="1224215"/>
                  </a:lnTo>
                  <a:lnTo>
                    <a:pt x="522544" y="1224202"/>
                  </a:lnTo>
                  <a:lnTo>
                    <a:pt x="522544" y="1224193"/>
                  </a:lnTo>
                  <a:lnTo>
                    <a:pt x="522543" y="1224177"/>
                  </a:lnTo>
                  <a:lnTo>
                    <a:pt x="522542" y="1224155"/>
                  </a:lnTo>
                  <a:lnTo>
                    <a:pt x="522540" y="1224142"/>
                  </a:lnTo>
                  <a:lnTo>
                    <a:pt x="522538" y="1224134"/>
                  </a:lnTo>
                  <a:lnTo>
                    <a:pt x="522537" y="1224127"/>
                  </a:lnTo>
                  <a:lnTo>
                    <a:pt x="522534" y="1224120"/>
                  </a:lnTo>
                  <a:lnTo>
                    <a:pt x="522532" y="1224115"/>
                  </a:lnTo>
                  <a:lnTo>
                    <a:pt x="522530" y="1224109"/>
                  </a:lnTo>
                  <a:lnTo>
                    <a:pt x="522530" y="1224091"/>
                  </a:lnTo>
                  <a:lnTo>
                    <a:pt x="522531" y="1224084"/>
                  </a:lnTo>
                  <a:lnTo>
                    <a:pt x="522530" y="1224070"/>
                  </a:lnTo>
                  <a:lnTo>
                    <a:pt x="522529" y="1224026"/>
                  </a:lnTo>
                  <a:lnTo>
                    <a:pt x="522530" y="1224015"/>
                  </a:lnTo>
                  <a:lnTo>
                    <a:pt x="522536" y="1223996"/>
                  </a:lnTo>
                  <a:lnTo>
                    <a:pt x="522540" y="1223985"/>
                  </a:lnTo>
                  <a:lnTo>
                    <a:pt x="522542" y="1223970"/>
                  </a:lnTo>
                  <a:lnTo>
                    <a:pt x="522546" y="1223956"/>
                  </a:lnTo>
                  <a:lnTo>
                    <a:pt x="522550" y="1223897"/>
                  </a:lnTo>
                  <a:lnTo>
                    <a:pt x="522550" y="1223889"/>
                  </a:lnTo>
                  <a:lnTo>
                    <a:pt x="522552" y="1223878"/>
                  </a:lnTo>
                  <a:lnTo>
                    <a:pt x="522553" y="1223871"/>
                  </a:lnTo>
                  <a:lnTo>
                    <a:pt x="522554" y="1223865"/>
                  </a:lnTo>
                  <a:lnTo>
                    <a:pt x="522552" y="1223857"/>
                  </a:lnTo>
                  <a:lnTo>
                    <a:pt x="522555" y="1223847"/>
                  </a:lnTo>
                  <a:lnTo>
                    <a:pt x="522555" y="1223835"/>
                  </a:lnTo>
                  <a:lnTo>
                    <a:pt x="522548" y="1223802"/>
                  </a:lnTo>
                  <a:lnTo>
                    <a:pt x="522543" y="1223782"/>
                  </a:lnTo>
                  <a:lnTo>
                    <a:pt x="522533" y="1223767"/>
                  </a:lnTo>
                  <a:lnTo>
                    <a:pt x="522531" y="1223762"/>
                  </a:lnTo>
                  <a:lnTo>
                    <a:pt x="522526" y="1223750"/>
                  </a:lnTo>
                  <a:lnTo>
                    <a:pt x="522524" y="1223743"/>
                  </a:lnTo>
                  <a:lnTo>
                    <a:pt x="522519" y="1223730"/>
                  </a:lnTo>
                  <a:lnTo>
                    <a:pt x="522509" y="1223718"/>
                  </a:lnTo>
                  <a:lnTo>
                    <a:pt x="522505" y="1223707"/>
                  </a:lnTo>
                  <a:lnTo>
                    <a:pt x="522502" y="1223694"/>
                  </a:lnTo>
                  <a:lnTo>
                    <a:pt x="522502" y="1223689"/>
                  </a:lnTo>
                  <a:lnTo>
                    <a:pt x="522502" y="1223677"/>
                  </a:lnTo>
                  <a:lnTo>
                    <a:pt x="522500" y="1223664"/>
                  </a:lnTo>
                  <a:lnTo>
                    <a:pt x="522501" y="1223655"/>
                  </a:lnTo>
                  <a:lnTo>
                    <a:pt x="522500" y="1223639"/>
                  </a:lnTo>
                  <a:lnTo>
                    <a:pt x="522497" y="1223629"/>
                  </a:lnTo>
                  <a:lnTo>
                    <a:pt x="522496" y="1223612"/>
                  </a:lnTo>
                  <a:lnTo>
                    <a:pt x="522495" y="1223604"/>
                  </a:lnTo>
                  <a:lnTo>
                    <a:pt x="522482" y="1223584"/>
                  </a:lnTo>
                  <a:lnTo>
                    <a:pt x="522473" y="1223576"/>
                  </a:lnTo>
                  <a:lnTo>
                    <a:pt x="522461" y="1223569"/>
                  </a:lnTo>
                  <a:lnTo>
                    <a:pt x="522449" y="1223561"/>
                  </a:lnTo>
                  <a:lnTo>
                    <a:pt x="522441" y="1223556"/>
                  </a:lnTo>
                  <a:lnTo>
                    <a:pt x="522431" y="1223549"/>
                  </a:lnTo>
                  <a:lnTo>
                    <a:pt x="522422" y="1223540"/>
                  </a:lnTo>
                  <a:lnTo>
                    <a:pt x="522413" y="1223530"/>
                  </a:lnTo>
                  <a:lnTo>
                    <a:pt x="522404" y="1223521"/>
                  </a:lnTo>
                  <a:lnTo>
                    <a:pt x="522395" y="1223512"/>
                  </a:lnTo>
                  <a:lnTo>
                    <a:pt x="522387" y="1223508"/>
                  </a:lnTo>
                  <a:lnTo>
                    <a:pt x="522378" y="1223504"/>
                  </a:lnTo>
                  <a:lnTo>
                    <a:pt x="522361" y="1223496"/>
                  </a:lnTo>
                  <a:lnTo>
                    <a:pt x="522348" y="1223490"/>
                  </a:lnTo>
                  <a:lnTo>
                    <a:pt x="522328" y="1223480"/>
                  </a:lnTo>
                  <a:lnTo>
                    <a:pt x="522316" y="1223475"/>
                  </a:lnTo>
                  <a:lnTo>
                    <a:pt x="522303" y="1223470"/>
                  </a:lnTo>
                  <a:lnTo>
                    <a:pt x="522294" y="1223465"/>
                  </a:lnTo>
                  <a:lnTo>
                    <a:pt x="522284" y="1223456"/>
                  </a:lnTo>
                  <a:lnTo>
                    <a:pt x="522276" y="1223448"/>
                  </a:lnTo>
                  <a:lnTo>
                    <a:pt x="522263" y="1223438"/>
                  </a:lnTo>
                  <a:lnTo>
                    <a:pt x="522251" y="1223430"/>
                  </a:lnTo>
                  <a:lnTo>
                    <a:pt x="522229" y="1223415"/>
                  </a:lnTo>
                  <a:lnTo>
                    <a:pt x="522222" y="1223411"/>
                  </a:lnTo>
                  <a:lnTo>
                    <a:pt x="522211" y="1223406"/>
                  </a:lnTo>
                  <a:lnTo>
                    <a:pt x="522197" y="1223401"/>
                  </a:lnTo>
                  <a:lnTo>
                    <a:pt x="522184" y="1223396"/>
                  </a:lnTo>
                  <a:lnTo>
                    <a:pt x="522168" y="1223387"/>
                  </a:lnTo>
                  <a:lnTo>
                    <a:pt x="522153" y="1223378"/>
                  </a:lnTo>
                  <a:lnTo>
                    <a:pt x="522139" y="1223368"/>
                  </a:lnTo>
                  <a:lnTo>
                    <a:pt x="522120" y="1223353"/>
                  </a:lnTo>
                  <a:lnTo>
                    <a:pt x="522116" y="1223346"/>
                  </a:lnTo>
                  <a:lnTo>
                    <a:pt x="522118" y="1223333"/>
                  </a:lnTo>
                  <a:lnTo>
                    <a:pt x="522119" y="1223326"/>
                  </a:lnTo>
                  <a:lnTo>
                    <a:pt x="522119" y="1223315"/>
                  </a:lnTo>
                  <a:lnTo>
                    <a:pt x="522120" y="1223305"/>
                  </a:lnTo>
                  <a:lnTo>
                    <a:pt x="522121" y="1223297"/>
                  </a:lnTo>
                  <a:lnTo>
                    <a:pt x="522126" y="1223281"/>
                  </a:lnTo>
                  <a:lnTo>
                    <a:pt x="522132" y="1223265"/>
                  </a:lnTo>
                  <a:lnTo>
                    <a:pt x="522138" y="1223243"/>
                  </a:lnTo>
                  <a:lnTo>
                    <a:pt x="522142" y="1223222"/>
                  </a:lnTo>
                  <a:lnTo>
                    <a:pt x="522145" y="1223210"/>
                  </a:lnTo>
                  <a:lnTo>
                    <a:pt x="522151" y="1223199"/>
                  </a:lnTo>
                  <a:lnTo>
                    <a:pt x="522155" y="1223187"/>
                  </a:lnTo>
                  <a:lnTo>
                    <a:pt x="522160" y="1223177"/>
                  </a:lnTo>
                  <a:lnTo>
                    <a:pt x="522165" y="1223169"/>
                  </a:lnTo>
                  <a:lnTo>
                    <a:pt x="522169" y="1223155"/>
                  </a:lnTo>
                  <a:lnTo>
                    <a:pt x="522175" y="1223144"/>
                  </a:lnTo>
                  <a:lnTo>
                    <a:pt x="522178" y="1223139"/>
                  </a:lnTo>
                  <a:lnTo>
                    <a:pt x="522182" y="1223134"/>
                  </a:lnTo>
                  <a:lnTo>
                    <a:pt x="522188" y="1223127"/>
                  </a:lnTo>
                  <a:lnTo>
                    <a:pt x="522195" y="1223119"/>
                  </a:lnTo>
                  <a:lnTo>
                    <a:pt x="522202" y="1223104"/>
                  </a:lnTo>
                  <a:lnTo>
                    <a:pt x="522205" y="1223099"/>
                  </a:lnTo>
                  <a:lnTo>
                    <a:pt x="522207" y="1223093"/>
                  </a:lnTo>
                  <a:lnTo>
                    <a:pt x="522210" y="1223085"/>
                  </a:lnTo>
                  <a:lnTo>
                    <a:pt x="522215" y="1223078"/>
                  </a:lnTo>
                  <a:lnTo>
                    <a:pt x="522228" y="1223069"/>
                  </a:lnTo>
                  <a:lnTo>
                    <a:pt x="522242" y="1223057"/>
                  </a:lnTo>
                  <a:lnTo>
                    <a:pt x="522255" y="1223045"/>
                  </a:lnTo>
                  <a:lnTo>
                    <a:pt x="522266" y="1223034"/>
                  </a:lnTo>
                  <a:lnTo>
                    <a:pt x="522278" y="1223020"/>
                  </a:lnTo>
                  <a:lnTo>
                    <a:pt x="522296" y="1223003"/>
                  </a:lnTo>
                  <a:lnTo>
                    <a:pt x="522315" y="1222987"/>
                  </a:lnTo>
                  <a:lnTo>
                    <a:pt x="522327" y="1222976"/>
                  </a:lnTo>
                  <a:lnTo>
                    <a:pt x="522335" y="1222966"/>
                  </a:lnTo>
                  <a:lnTo>
                    <a:pt x="522345" y="1222948"/>
                  </a:lnTo>
                  <a:lnTo>
                    <a:pt x="522351" y="1222916"/>
                  </a:lnTo>
                  <a:lnTo>
                    <a:pt x="522353" y="1222908"/>
                  </a:lnTo>
                  <a:lnTo>
                    <a:pt x="522354" y="1222889"/>
                  </a:lnTo>
                  <a:lnTo>
                    <a:pt x="522353" y="1222876"/>
                  </a:lnTo>
                  <a:lnTo>
                    <a:pt x="522352" y="1222868"/>
                  </a:lnTo>
                  <a:lnTo>
                    <a:pt x="522350" y="1222857"/>
                  </a:lnTo>
                  <a:lnTo>
                    <a:pt x="522348" y="1222849"/>
                  </a:lnTo>
                  <a:lnTo>
                    <a:pt x="522347" y="1222842"/>
                  </a:lnTo>
                  <a:lnTo>
                    <a:pt x="522347" y="1222835"/>
                  </a:lnTo>
                  <a:lnTo>
                    <a:pt x="522345" y="1222828"/>
                  </a:lnTo>
                  <a:lnTo>
                    <a:pt x="522342" y="1222820"/>
                  </a:lnTo>
                  <a:lnTo>
                    <a:pt x="522339" y="1222813"/>
                  </a:lnTo>
                  <a:lnTo>
                    <a:pt x="522335" y="1222806"/>
                  </a:lnTo>
                  <a:lnTo>
                    <a:pt x="522330" y="1222800"/>
                  </a:lnTo>
                  <a:lnTo>
                    <a:pt x="522323" y="1222793"/>
                  </a:lnTo>
                  <a:lnTo>
                    <a:pt x="522318" y="1222786"/>
                  </a:lnTo>
                  <a:lnTo>
                    <a:pt x="522311" y="1222777"/>
                  </a:lnTo>
                  <a:lnTo>
                    <a:pt x="522306" y="1222772"/>
                  </a:lnTo>
                  <a:lnTo>
                    <a:pt x="522299" y="1222766"/>
                  </a:lnTo>
                  <a:lnTo>
                    <a:pt x="522286" y="1222756"/>
                  </a:lnTo>
                  <a:lnTo>
                    <a:pt x="522271" y="1222743"/>
                  </a:lnTo>
                  <a:lnTo>
                    <a:pt x="522261" y="1222733"/>
                  </a:lnTo>
                  <a:lnTo>
                    <a:pt x="522239" y="1222709"/>
                  </a:lnTo>
                  <a:lnTo>
                    <a:pt x="522225" y="1222694"/>
                  </a:lnTo>
                  <a:lnTo>
                    <a:pt x="522203" y="1222676"/>
                  </a:lnTo>
                  <a:lnTo>
                    <a:pt x="522176" y="1222661"/>
                  </a:lnTo>
                  <a:lnTo>
                    <a:pt x="522167" y="1222654"/>
                  </a:lnTo>
                  <a:lnTo>
                    <a:pt x="522165" y="1222650"/>
                  </a:lnTo>
                  <a:lnTo>
                    <a:pt x="522165" y="1222639"/>
                  </a:lnTo>
                  <a:lnTo>
                    <a:pt x="522164" y="1222618"/>
                  </a:lnTo>
                  <a:lnTo>
                    <a:pt x="522163" y="1222593"/>
                  </a:lnTo>
                  <a:lnTo>
                    <a:pt x="522163" y="1222569"/>
                  </a:lnTo>
                  <a:lnTo>
                    <a:pt x="522163" y="1222561"/>
                  </a:lnTo>
                  <a:lnTo>
                    <a:pt x="522167" y="1222538"/>
                  </a:lnTo>
                  <a:lnTo>
                    <a:pt x="522170" y="1222523"/>
                  </a:lnTo>
                  <a:lnTo>
                    <a:pt x="522170" y="1222501"/>
                  </a:lnTo>
                  <a:lnTo>
                    <a:pt x="522170" y="1222495"/>
                  </a:lnTo>
                  <a:lnTo>
                    <a:pt x="522170" y="1222481"/>
                  </a:lnTo>
                  <a:lnTo>
                    <a:pt x="522166" y="1222469"/>
                  </a:lnTo>
                  <a:lnTo>
                    <a:pt x="522158" y="1222452"/>
                  </a:lnTo>
                  <a:lnTo>
                    <a:pt x="522143" y="1222432"/>
                  </a:lnTo>
                  <a:lnTo>
                    <a:pt x="522117" y="1222411"/>
                  </a:lnTo>
                  <a:lnTo>
                    <a:pt x="522094" y="1222388"/>
                  </a:lnTo>
                  <a:lnTo>
                    <a:pt x="522087" y="1222380"/>
                  </a:lnTo>
                  <a:lnTo>
                    <a:pt x="522083" y="1222362"/>
                  </a:lnTo>
                  <a:lnTo>
                    <a:pt x="522082" y="1222353"/>
                  </a:lnTo>
                  <a:lnTo>
                    <a:pt x="522082" y="1222340"/>
                  </a:lnTo>
                  <a:lnTo>
                    <a:pt x="522084" y="1222330"/>
                  </a:lnTo>
                  <a:lnTo>
                    <a:pt x="522088" y="1222308"/>
                  </a:lnTo>
                  <a:lnTo>
                    <a:pt x="522087" y="1222297"/>
                  </a:lnTo>
                  <a:lnTo>
                    <a:pt x="522087" y="1222292"/>
                  </a:lnTo>
                  <a:lnTo>
                    <a:pt x="522086" y="1222284"/>
                  </a:lnTo>
                  <a:lnTo>
                    <a:pt x="522083" y="1222274"/>
                  </a:lnTo>
                  <a:lnTo>
                    <a:pt x="522081" y="1222268"/>
                  </a:lnTo>
                  <a:lnTo>
                    <a:pt x="522077" y="1222261"/>
                  </a:lnTo>
                  <a:lnTo>
                    <a:pt x="522074" y="1222249"/>
                  </a:lnTo>
                  <a:lnTo>
                    <a:pt x="522071" y="1222239"/>
                  </a:lnTo>
                  <a:lnTo>
                    <a:pt x="522067" y="1222233"/>
                  </a:lnTo>
                  <a:lnTo>
                    <a:pt x="522063" y="1222229"/>
                  </a:lnTo>
                  <a:lnTo>
                    <a:pt x="522057" y="1222220"/>
                  </a:lnTo>
                  <a:lnTo>
                    <a:pt x="522038" y="1222204"/>
                  </a:lnTo>
                  <a:lnTo>
                    <a:pt x="522026" y="1222195"/>
                  </a:lnTo>
                  <a:lnTo>
                    <a:pt x="522001" y="1222185"/>
                  </a:lnTo>
                  <a:lnTo>
                    <a:pt x="521978" y="1222178"/>
                  </a:lnTo>
                  <a:lnTo>
                    <a:pt x="521973" y="1222177"/>
                  </a:lnTo>
                  <a:lnTo>
                    <a:pt x="521963" y="1222174"/>
                  </a:lnTo>
                  <a:lnTo>
                    <a:pt x="521957" y="1222173"/>
                  </a:lnTo>
                  <a:lnTo>
                    <a:pt x="521943" y="1222170"/>
                  </a:lnTo>
                  <a:lnTo>
                    <a:pt x="521938" y="1222169"/>
                  </a:lnTo>
                  <a:lnTo>
                    <a:pt x="521924" y="1222164"/>
                  </a:lnTo>
                  <a:lnTo>
                    <a:pt x="521911" y="1222156"/>
                  </a:lnTo>
                  <a:lnTo>
                    <a:pt x="521901" y="1222147"/>
                  </a:lnTo>
                  <a:lnTo>
                    <a:pt x="521894" y="1222142"/>
                  </a:lnTo>
                  <a:lnTo>
                    <a:pt x="521892" y="1222137"/>
                  </a:lnTo>
                  <a:lnTo>
                    <a:pt x="521891" y="1222131"/>
                  </a:lnTo>
                  <a:lnTo>
                    <a:pt x="521893" y="1222122"/>
                  </a:lnTo>
                  <a:lnTo>
                    <a:pt x="521896" y="1222108"/>
                  </a:lnTo>
                  <a:lnTo>
                    <a:pt x="521898" y="1222098"/>
                  </a:lnTo>
                  <a:lnTo>
                    <a:pt x="521898" y="1222092"/>
                  </a:lnTo>
                  <a:lnTo>
                    <a:pt x="521898" y="1222084"/>
                  </a:lnTo>
                  <a:lnTo>
                    <a:pt x="521898" y="1222078"/>
                  </a:lnTo>
                  <a:lnTo>
                    <a:pt x="521898" y="1222067"/>
                  </a:lnTo>
                  <a:lnTo>
                    <a:pt x="521898" y="1222056"/>
                  </a:lnTo>
                  <a:lnTo>
                    <a:pt x="521898" y="1222047"/>
                  </a:lnTo>
                  <a:lnTo>
                    <a:pt x="521897" y="1222037"/>
                  </a:lnTo>
                  <a:lnTo>
                    <a:pt x="521896" y="1222025"/>
                  </a:lnTo>
                  <a:lnTo>
                    <a:pt x="521895" y="1222016"/>
                  </a:lnTo>
                  <a:lnTo>
                    <a:pt x="521893" y="1222007"/>
                  </a:lnTo>
                  <a:lnTo>
                    <a:pt x="521891" y="1222002"/>
                  </a:lnTo>
                  <a:lnTo>
                    <a:pt x="521889" y="1221997"/>
                  </a:lnTo>
                  <a:lnTo>
                    <a:pt x="521886" y="1221990"/>
                  </a:lnTo>
                  <a:lnTo>
                    <a:pt x="521885" y="1221984"/>
                  </a:lnTo>
                  <a:lnTo>
                    <a:pt x="521884" y="1221977"/>
                  </a:lnTo>
                  <a:lnTo>
                    <a:pt x="521881" y="1221967"/>
                  </a:lnTo>
                  <a:lnTo>
                    <a:pt x="521878" y="1221958"/>
                  </a:lnTo>
                  <a:lnTo>
                    <a:pt x="521874" y="1221949"/>
                  </a:lnTo>
                  <a:lnTo>
                    <a:pt x="521859" y="1221936"/>
                  </a:lnTo>
                  <a:lnTo>
                    <a:pt x="521850" y="1221927"/>
                  </a:lnTo>
                  <a:lnTo>
                    <a:pt x="521845" y="1221913"/>
                  </a:lnTo>
                  <a:lnTo>
                    <a:pt x="521843" y="1221905"/>
                  </a:lnTo>
                  <a:lnTo>
                    <a:pt x="521840" y="1221893"/>
                  </a:lnTo>
                  <a:lnTo>
                    <a:pt x="521838" y="1221881"/>
                  </a:lnTo>
                  <a:lnTo>
                    <a:pt x="521832" y="1221866"/>
                  </a:lnTo>
                  <a:lnTo>
                    <a:pt x="521826" y="1221854"/>
                  </a:lnTo>
                  <a:lnTo>
                    <a:pt x="521818" y="1221837"/>
                  </a:lnTo>
                  <a:lnTo>
                    <a:pt x="521807" y="1221815"/>
                  </a:lnTo>
                  <a:lnTo>
                    <a:pt x="521810" y="1221809"/>
                  </a:lnTo>
                  <a:lnTo>
                    <a:pt x="521813" y="1221804"/>
                  </a:lnTo>
                  <a:lnTo>
                    <a:pt x="521822" y="1221788"/>
                  </a:lnTo>
                  <a:lnTo>
                    <a:pt x="521832" y="1221765"/>
                  </a:lnTo>
                  <a:lnTo>
                    <a:pt x="521836" y="1221756"/>
                  </a:lnTo>
                  <a:lnTo>
                    <a:pt x="521841" y="1221739"/>
                  </a:lnTo>
                  <a:lnTo>
                    <a:pt x="521842" y="1221730"/>
                  </a:lnTo>
                  <a:lnTo>
                    <a:pt x="521842" y="1221721"/>
                  </a:lnTo>
                  <a:lnTo>
                    <a:pt x="521840" y="1221706"/>
                  </a:lnTo>
                  <a:lnTo>
                    <a:pt x="521839" y="1221698"/>
                  </a:lnTo>
                  <a:lnTo>
                    <a:pt x="521832" y="1221683"/>
                  </a:lnTo>
                  <a:lnTo>
                    <a:pt x="521829" y="1221675"/>
                  </a:lnTo>
                  <a:lnTo>
                    <a:pt x="521823" y="1221650"/>
                  </a:lnTo>
                  <a:lnTo>
                    <a:pt x="521817" y="1221632"/>
                  </a:lnTo>
                  <a:lnTo>
                    <a:pt x="521807" y="1221605"/>
                  </a:lnTo>
                  <a:lnTo>
                    <a:pt x="521792" y="1221564"/>
                  </a:lnTo>
                  <a:lnTo>
                    <a:pt x="521786" y="1221547"/>
                  </a:lnTo>
                  <a:lnTo>
                    <a:pt x="521783" y="1221535"/>
                  </a:lnTo>
                  <a:lnTo>
                    <a:pt x="521781" y="1221528"/>
                  </a:lnTo>
                  <a:lnTo>
                    <a:pt x="521773" y="1221495"/>
                  </a:lnTo>
                  <a:lnTo>
                    <a:pt x="521770" y="1221485"/>
                  </a:lnTo>
                  <a:lnTo>
                    <a:pt x="521768" y="1221470"/>
                  </a:lnTo>
                  <a:lnTo>
                    <a:pt x="521768" y="1221463"/>
                  </a:lnTo>
                  <a:lnTo>
                    <a:pt x="521767" y="1221456"/>
                  </a:lnTo>
                  <a:lnTo>
                    <a:pt x="521765" y="1221433"/>
                  </a:lnTo>
                  <a:lnTo>
                    <a:pt x="521765" y="1221428"/>
                  </a:lnTo>
                  <a:lnTo>
                    <a:pt x="521765" y="1221415"/>
                  </a:lnTo>
                  <a:lnTo>
                    <a:pt x="521770" y="1221389"/>
                  </a:lnTo>
                  <a:lnTo>
                    <a:pt x="521772" y="1221384"/>
                  </a:lnTo>
                  <a:lnTo>
                    <a:pt x="521777" y="1221368"/>
                  </a:lnTo>
                  <a:lnTo>
                    <a:pt x="521782" y="1221358"/>
                  </a:lnTo>
                  <a:lnTo>
                    <a:pt x="521786" y="1221351"/>
                  </a:lnTo>
                  <a:lnTo>
                    <a:pt x="521791" y="1221344"/>
                  </a:lnTo>
                  <a:lnTo>
                    <a:pt x="521799" y="1221338"/>
                  </a:lnTo>
                  <a:lnTo>
                    <a:pt x="521816" y="1221330"/>
                  </a:lnTo>
                  <a:lnTo>
                    <a:pt x="521828" y="1221324"/>
                  </a:lnTo>
                  <a:lnTo>
                    <a:pt x="521839" y="1221314"/>
                  </a:lnTo>
                  <a:lnTo>
                    <a:pt x="521858" y="1221294"/>
                  </a:lnTo>
                  <a:lnTo>
                    <a:pt x="521870" y="1221279"/>
                  </a:lnTo>
                  <a:lnTo>
                    <a:pt x="521875" y="1221272"/>
                  </a:lnTo>
                  <a:lnTo>
                    <a:pt x="521887" y="1221259"/>
                  </a:lnTo>
                  <a:lnTo>
                    <a:pt x="521919" y="1221228"/>
                  </a:lnTo>
                  <a:lnTo>
                    <a:pt x="521925" y="1221220"/>
                  </a:lnTo>
                  <a:lnTo>
                    <a:pt x="521932" y="1221211"/>
                  </a:lnTo>
                  <a:lnTo>
                    <a:pt x="521941" y="1221199"/>
                  </a:lnTo>
                  <a:lnTo>
                    <a:pt x="521944" y="1221191"/>
                  </a:lnTo>
                  <a:lnTo>
                    <a:pt x="521936" y="1221188"/>
                  </a:lnTo>
                  <a:lnTo>
                    <a:pt x="521923" y="1221184"/>
                  </a:lnTo>
                  <a:lnTo>
                    <a:pt x="521904" y="1221177"/>
                  </a:lnTo>
                  <a:lnTo>
                    <a:pt x="521865" y="1221159"/>
                  </a:lnTo>
                  <a:lnTo>
                    <a:pt x="521860" y="1221157"/>
                  </a:lnTo>
                  <a:lnTo>
                    <a:pt x="521828" y="1221145"/>
                  </a:lnTo>
                  <a:lnTo>
                    <a:pt x="521772" y="1221124"/>
                  </a:lnTo>
                  <a:lnTo>
                    <a:pt x="521749" y="1221111"/>
                  </a:lnTo>
                  <a:lnTo>
                    <a:pt x="521738" y="1221104"/>
                  </a:lnTo>
                  <a:lnTo>
                    <a:pt x="521730" y="1221097"/>
                  </a:lnTo>
                  <a:lnTo>
                    <a:pt x="521715" y="1221079"/>
                  </a:lnTo>
                  <a:lnTo>
                    <a:pt x="521698" y="1221055"/>
                  </a:lnTo>
                  <a:lnTo>
                    <a:pt x="521690" y="1221043"/>
                  </a:lnTo>
                  <a:lnTo>
                    <a:pt x="521676" y="1221031"/>
                  </a:lnTo>
                  <a:lnTo>
                    <a:pt x="521667" y="1221024"/>
                  </a:lnTo>
                  <a:lnTo>
                    <a:pt x="521649" y="1221006"/>
                  </a:lnTo>
                  <a:lnTo>
                    <a:pt x="521635" y="1220986"/>
                  </a:lnTo>
                  <a:lnTo>
                    <a:pt x="521617" y="1220953"/>
                  </a:lnTo>
                  <a:lnTo>
                    <a:pt x="521614" y="1220947"/>
                  </a:lnTo>
                  <a:lnTo>
                    <a:pt x="521611" y="1220941"/>
                  </a:lnTo>
                  <a:lnTo>
                    <a:pt x="521608" y="1220934"/>
                  </a:lnTo>
                  <a:lnTo>
                    <a:pt x="521602" y="1220917"/>
                  </a:lnTo>
                  <a:lnTo>
                    <a:pt x="521596" y="1220900"/>
                  </a:lnTo>
                  <a:lnTo>
                    <a:pt x="521590" y="1220881"/>
                  </a:lnTo>
                  <a:lnTo>
                    <a:pt x="521587" y="1220870"/>
                  </a:lnTo>
                  <a:lnTo>
                    <a:pt x="521584" y="1220861"/>
                  </a:lnTo>
                  <a:lnTo>
                    <a:pt x="521580" y="1220848"/>
                  </a:lnTo>
                  <a:lnTo>
                    <a:pt x="521575" y="1220832"/>
                  </a:lnTo>
                  <a:lnTo>
                    <a:pt x="521570" y="1220821"/>
                  </a:lnTo>
                  <a:lnTo>
                    <a:pt x="521564" y="1220812"/>
                  </a:lnTo>
                  <a:lnTo>
                    <a:pt x="521554" y="1220801"/>
                  </a:lnTo>
                  <a:lnTo>
                    <a:pt x="521534" y="1220788"/>
                  </a:lnTo>
                  <a:lnTo>
                    <a:pt x="521524" y="1220780"/>
                  </a:lnTo>
                  <a:lnTo>
                    <a:pt x="521514" y="1220767"/>
                  </a:lnTo>
                  <a:lnTo>
                    <a:pt x="521511" y="1220761"/>
                  </a:lnTo>
                  <a:lnTo>
                    <a:pt x="521509" y="1220752"/>
                  </a:lnTo>
                  <a:lnTo>
                    <a:pt x="521505" y="1220741"/>
                  </a:lnTo>
                  <a:lnTo>
                    <a:pt x="521499" y="1220727"/>
                  </a:lnTo>
                  <a:lnTo>
                    <a:pt x="521490" y="1220714"/>
                  </a:lnTo>
                  <a:lnTo>
                    <a:pt x="521482" y="1220703"/>
                  </a:lnTo>
                  <a:lnTo>
                    <a:pt x="521470" y="1220690"/>
                  </a:lnTo>
                  <a:lnTo>
                    <a:pt x="521458" y="1220678"/>
                  </a:lnTo>
                  <a:lnTo>
                    <a:pt x="521449" y="1220669"/>
                  </a:lnTo>
                  <a:lnTo>
                    <a:pt x="521445" y="1220661"/>
                  </a:lnTo>
                  <a:lnTo>
                    <a:pt x="521441" y="1220652"/>
                  </a:lnTo>
                  <a:lnTo>
                    <a:pt x="521439" y="1220645"/>
                  </a:lnTo>
                  <a:lnTo>
                    <a:pt x="521440" y="1220631"/>
                  </a:lnTo>
                  <a:lnTo>
                    <a:pt x="521443" y="1220619"/>
                  </a:lnTo>
                  <a:lnTo>
                    <a:pt x="521447" y="1220605"/>
                  </a:lnTo>
                  <a:lnTo>
                    <a:pt x="521450" y="1220598"/>
                  </a:lnTo>
                  <a:lnTo>
                    <a:pt x="521453" y="1220590"/>
                  </a:lnTo>
                  <a:lnTo>
                    <a:pt x="521464" y="1220568"/>
                  </a:lnTo>
                  <a:lnTo>
                    <a:pt x="521441" y="1220573"/>
                  </a:lnTo>
                  <a:lnTo>
                    <a:pt x="521413" y="1220579"/>
                  </a:lnTo>
                  <a:lnTo>
                    <a:pt x="521391" y="1220584"/>
                  </a:lnTo>
                  <a:lnTo>
                    <a:pt x="521384" y="1220586"/>
                  </a:lnTo>
                  <a:lnTo>
                    <a:pt x="521362" y="1220592"/>
                  </a:lnTo>
                  <a:lnTo>
                    <a:pt x="521341" y="1220597"/>
                  </a:lnTo>
                  <a:lnTo>
                    <a:pt x="521325" y="1220597"/>
                  </a:lnTo>
                  <a:lnTo>
                    <a:pt x="521304" y="1220596"/>
                  </a:lnTo>
                  <a:lnTo>
                    <a:pt x="521281" y="1220596"/>
                  </a:lnTo>
                  <a:lnTo>
                    <a:pt x="521252" y="1220598"/>
                  </a:lnTo>
                  <a:lnTo>
                    <a:pt x="521223" y="1220601"/>
                  </a:lnTo>
                  <a:lnTo>
                    <a:pt x="521201" y="1220607"/>
                  </a:lnTo>
                  <a:lnTo>
                    <a:pt x="521193" y="1220609"/>
                  </a:lnTo>
                  <a:lnTo>
                    <a:pt x="521181" y="1220615"/>
                  </a:lnTo>
                  <a:lnTo>
                    <a:pt x="521170" y="1220622"/>
                  </a:lnTo>
                  <a:lnTo>
                    <a:pt x="521162" y="1220624"/>
                  </a:lnTo>
                  <a:lnTo>
                    <a:pt x="521152" y="1220625"/>
                  </a:lnTo>
                  <a:lnTo>
                    <a:pt x="521142" y="1220626"/>
                  </a:lnTo>
                  <a:lnTo>
                    <a:pt x="521138" y="1220627"/>
                  </a:lnTo>
                  <a:lnTo>
                    <a:pt x="521125" y="1220628"/>
                  </a:lnTo>
                  <a:lnTo>
                    <a:pt x="521098" y="1220635"/>
                  </a:lnTo>
                  <a:lnTo>
                    <a:pt x="521083" y="1220641"/>
                  </a:lnTo>
                  <a:lnTo>
                    <a:pt x="521066" y="1220647"/>
                  </a:lnTo>
                  <a:lnTo>
                    <a:pt x="521050" y="1220656"/>
                  </a:lnTo>
                  <a:lnTo>
                    <a:pt x="521041" y="1220658"/>
                  </a:lnTo>
                  <a:lnTo>
                    <a:pt x="521034" y="1220657"/>
                  </a:lnTo>
                  <a:lnTo>
                    <a:pt x="521026" y="1220656"/>
                  </a:lnTo>
                  <a:lnTo>
                    <a:pt x="521017" y="1220653"/>
                  </a:lnTo>
                  <a:lnTo>
                    <a:pt x="521000" y="1220642"/>
                  </a:lnTo>
                  <a:lnTo>
                    <a:pt x="520985" y="1220634"/>
                  </a:lnTo>
                  <a:lnTo>
                    <a:pt x="520959" y="1220628"/>
                  </a:lnTo>
                  <a:lnTo>
                    <a:pt x="520943" y="1220623"/>
                  </a:lnTo>
                  <a:lnTo>
                    <a:pt x="520908" y="1220614"/>
                  </a:lnTo>
                  <a:lnTo>
                    <a:pt x="520869" y="1220604"/>
                  </a:lnTo>
                  <a:lnTo>
                    <a:pt x="520858" y="1220601"/>
                  </a:lnTo>
                  <a:lnTo>
                    <a:pt x="520839" y="1220598"/>
                  </a:lnTo>
                  <a:lnTo>
                    <a:pt x="520797" y="1220596"/>
                  </a:lnTo>
                  <a:lnTo>
                    <a:pt x="520777" y="1220597"/>
                  </a:lnTo>
                  <a:lnTo>
                    <a:pt x="520767" y="1220599"/>
                  </a:lnTo>
                  <a:lnTo>
                    <a:pt x="520745" y="1220604"/>
                  </a:lnTo>
                  <a:lnTo>
                    <a:pt x="520740" y="1220607"/>
                  </a:lnTo>
                  <a:lnTo>
                    <a:pt x="520735" y="1220614"/>
                  </a:lnTo>
                  <a:lnTo>
                    <a:pt x="520726" y="1220630"/>
                  </a:lnTo>
                  <a:lnTo>
                    <a:pt x="520719" y="1220639"/>
                  </a:lnTo>
                  <a:lnTo>
                    <a:pt x="520710" y="1220646"/>
                  </a:lnTo>
                  <a:lnTo>
                    <a:pt x="520705" y="1220649"/>
                  </a:lnTo>
                  <a:lnTo>
                    <a:pt x="520686" y="1220650"/>
                  </a:lnTo>
                  <a:lnTo>
                    <a:pt x="520645" y="1220652"/>
                  </a:lnTo>
                  <a:lnTo>
                    <a:pt x="520614" y="1220656"/>
                  </a:lnTo>
                  <a:lnTo>
                    <a:pt x="520596" y="1220659"/>
                  </a:lnTo>
                  <a:lnTo>
                    <a:pt x="520577" y="1220665"/>
                  </a:lnTo>
                  <a:lnTo>
                    <a:pt x="520558" y="1220669"/>
                  </a:lnTo>
                  <a:lnTo>
                    <a:pt x="520541" y="1220670"/>
                  </a:lnTo>
                  <a:lnTo>
                    <a:pt x="520524" y="1220669"/>
                  </a:lnTo>
                  <a:lnTo>
                    <a:pt x="520511" y="1220668"/>
                  </a:lnTo>
                  <a:lnTo>
                    <a:pt x="520506" y="1220669"/>
                  </a:lnTo>
                  <a:lnTo>
                    <a:pt x="520500" y="1220674"/>
                  </a:lnTo>
                  <a:lnTo>
                    <a:pt x="520490" y="1220685"/>
                  </a:lnTo>
                  <a:lnTo>
                    <a:pt x="520481" y="1220692"/>
                  </a:lnTo>
                  <a:lnTo>
                    <a:pt x="520472" y="1220697"/>
                  </a:lnTo>
                  <a:lnTo>
                    <a:pt x="520461" y="1220701"/>
                  </a:lnTo>
                  <a:lnTo>
                    <a:pt x="520451" y="1220707"/>
                  </a:lnTo>
                  <a:lnTo>
                    <a:pt x="520432" y="1220719"/>
                  </a:lnTo>
                  <a:lnTo>
                    <a:pt x="520424" y="1220722"/>
                  </a:lnTo>
                  <a:lnTo>
                    <a:pt x="520415" y="1220723"/>
                  </a:lnTo>
                  <a:lnTo>
                    <a:pt x="520393" y="1220724"/>
                  </a:lnTo>
                  <a:lnTo>
                    <a:pt x="520382" y="1220725"/>
                  </a:lnTo>
                  <a:lnTo>
                    <a:pt x="520375" y="1220727"/>
                  </a:lnTo>
                  <a:lnTo>
                    <a:pt x="520370" y="1220729"/>
                  </a:lnTo>
                  <a:lnTo>
                    <a:pt x="520354" y="1220736"/>
                  </a:lnTo>
                  <a:lnTo>
                    <a:pt x="520341" y="1220741"/>
                  </a:lnTo>
                  <a:lnTo>
                    <a:pt x="520322" y="1220744"/>
                  </a:lnTo>
                  <a:lnTo>
                    <a:pt x="520308" y="1220745"/>
                  </a:lnTo>
                  <a:lnTo>
                    <a:pt x="520300" y="1220743"/>
                  </a:lnTo>
                  <a:lnTo>
                    <a:pt x="520294" y="1220737"/>
                  </a:lnTo>
                  <a:lnTo>
                    <a:pt x="520403" y="1222515"/>
                  </a:lnTo>
                  <a:lnTo>
                    <a:pt x="520397" y="1222516"/>
                  </a:lnTo>
                  <a:lnTo>
                    <a:pt x="520381" y="1222515"/>
                  </a:lnTo>
                  <a:lnTo>
                    <a:pt x="520363" y="1222510"/>
                  </a:lnTo>
                  <a:lnTo>
                    <a:pt x="520351" y="1222505"/>
                  </a:lnTo>
                  <a:lnTo>
                    <a:pt x="520324" y="1222492"/>
                  </a:lnTo>
                  <a:lnTo>
                    <a:pt x="520307" y="1222484"/>
                  </a:lnTo>
                  <a:lnTo>
                    <a:pt x="520292" y="1222474"/>
                  </a:lnTo>
                  <a:lnTo>
                    <a:pt x="520268" y="1222461"/>
                  </a:lnTo>
                  <a:lnTo>
                    <a:pt x="520250" y="1222450"/>
                  </a:lnTo>
                  <a:lnTo>
                    <a:pt x="520236" y="1222440"/>
                  </a:lnTo>
                  <a:lnTo>
                    <a:pt x="520228" y="1222432"/>
                  </a:lnTo>
                  <a:lnTo>
                    <a:pt x="520224" y="1222426"/>
                  </a:lnTo>
                  <a:lnTo>
                    <a:pt x="520218" y="1222418"/>
                  </a:lnTo>
                  <a:lnTo>
                    <a:pt x="520211" y="1222400"/>
                  </a:lnTo>
                  <a:lnTo>
                    <a:pt x="520204" y="1222378"/>
                  </a:lnTo>
                  <a:lnTo>
                    <a:pt x="520201" y="1222370"/>
                  </a:lnTo>
                  <a:lnTo>
                    <a:pt x="520198" y="1222364"/>
                  </a:lnTo>
                  <a:lnTo>
                    <a:pt x="520190" y="1222358"/>
                  </a:lnTo>
                  <a:lnTo>
                    <a:pt x="520177" y="1222353"/>
                  </a:lnTo>
                  <a:lnTo>
                    <a:pt x="520159" y="1222351"/>
                  </a:lnTo>
                  <a:lnTo>
                    <a:pt x="520124" y="1222346"/>
                  </a:lnTo>
                  <a:lnTo>
                    <a:pt x="520104" y="1222345"/>
                  </a:lnTo>
                  <a:lnTo>
                    <a:pt x="520089" y="1222342"/>
                  </a:lnTo>
                  <a:lnTo>
                    <a:pt x="520070" y="1222337"/>
                  </a:lnTo>
                  <a:lnTo>
                    <a:pt x="520038" y="1222323"/>
                  </a:lnTo>
                  <a:lnTo>
                    <a:pt x="520004" y="1222310"/>
                  </a:lnTo>
                  <a:lnTo>
                    <a:pt x="519988" y="1222302"/>
                  </a:lnTo>
                  <a:lnTo>
                    <a:pt x="519981" y="1222297"/>
                  </a:lnTo>
                  <a:lnTo>
                    <a:pt x="519974" y="1222292"/>
                  </a:lnTo>
                  <a:lnTo>
                    <a:pt x="519966" y="1222291"/>
                  </a:lnTo>
                  <a:lnTo>
                    <a:pt x="519955" y="1222292"/>
                  </a:lnTo>
                  <a:lnTo>
                    <a:pt x="519939" y="1222302"/>
                  </a:lnTo>
                  <a:lnTo>
                    <a:pt x="519924" y="1222308"/>
                  </a:lnTo>
                  <a:lnTo>
                    <a:pt x="519904" y="1222314"/>
                  </a:lnTo>
                  <a:lnTo>
                    <a:pt x="519882" y="1222318"/>
                  </a:lnTo>
                  <a:lnTo>
                    <a:pt x="519837" y="1222320"/>
                  </a:lnTo>
                  <a:lnTo>
                    <a:pt x="519803" y="1222324"/>
                  </a:lnTo>
                  <a:lnTo>
                    <a:pt x="519792" y="1222325"/>
                  </a:lnTo>
                  <a:lnTo>
                    <a:pt x="519777" y="1222332"/>
                  </a:lnTo>
                  <a:lnTo>
                    <a:pt x="519761" y="1222340"/>
                  </a:lnTo>
                  <a:lnTo>
                    <a:pt x="519733" y="1222347"/>
                  </a:lnTo>
                  <a:lnTo>
                    <a:pt x="519708" y="1222355"/>
                  </a:lnTo>
                  <a:lnTo>
                    <a:pt x="519691" y="1222361"/>
                  </a:lnTo>
                  <a:lnTo>
                    <a:pt x="519675" y="1222368"/>
                  </a:lnTo>
                  <a:lnTo>
                    <a:pt x="519659" y="1222375"/>
                  </a:lnTo>
                  <a:lnTo>
                    <a:pt x="519639" y="1222381"/>
                  </a:lnTo>
                  <a:lnTo>
                    <a:pt x="519627" y="1222385"/>
                  </a:lnTo>
                  <a:lnTo>
                    <a:pt x="519600" y="1222396"/>
                  </a:lnTo>
                  <a:lnTo>
                    <a:pt x="519555" y="1222412"/>
                  </a:lnTo>
                  <a:lnTo>
                    <a:pt x="519547" y="1222415"/>
                  </a:lnTo>
                  <a:lnTo>
                    <a:pt x="519529" y="1222415"/>
                  </a:lnTo>
                  <a:lnTo>
                    <a:pt x="519521" y="1222418"/>
                  </a:lnTo>
                  <a:lnTo>
                    <a:pt x="519536" y="1222434"/>
                  </a:lnTo>
                  <a:lnTo>
                    <a:pt x="519546" y="1222446"/>
                  </a:lnTo>
                  <a:lnTo>
                    <a:pt x="519564" y="1222469"/>
                  </a:lnTo>
                  <a:lnTo>
                    <a:pt x="519568" y="1222475"/>
                  </a:lnTo>
                  <a:lnTo>
                    <a:pt x="519573" y="1222484"/>
                  </a:lnTo>
                  <a:lnTo>
                    <a:pt x="519577" y="1222495"/>
                  </a:lnTo>
                  <a:lnTo>
                    <a:pt x="519579" y="1222503"/>
                  </a:lnTo>
                  <a:lnTo>
                    <a:pt x="519579" y="1222518"/>
                  </a:lnTo>
                  <a:lnTo>
                    <a:pt x="519577" y="1222526"/>
                  </a:lnTo>
                  <a:lnTo>
                    <a:pt x="519571" y="1222540"/>
                  </a:lnTo>
                  <a:lnTo>
                    <a:pt x="519552" y="1222581"/>
                  </a:lnTo>
                  <a:lnTo>
                    <a:pt x="519546" y="1222595"/>
                  </a:lnTo>
                  <a:lnTo>
                    <a:pt x="519540" y="1222605"/>
                  </a:lnTo>
                  <a:lnTo>
                    <a:pt x="519530" y="1222626"/>
                  </a:lnTo>
                  <a:lnTo>
                    <a:pt x="519527" y="1222636"/>
                  </a:lnTo>
                  <a:lnTo>
                    <a:pt x="519524" y="1222649"/>
                  </a:lnTo>
                  <a:lnTo>
                    <a:pt x="519521" y="1222670"/>
                  </a:lnTo>
                  <a:lnTo>
                    <a:pt x="519519" y="1222685"/>
                  </a:lnTo>
                  <a:lnTo>
                    <a:pt x="519520" y="1222693"/>
                  </a:lnTo>
                  <a:lnTo>
                    <a:pt x="519522" y="1222698"/>
                  </a:lnTo>
                  <a:lnTo>
                    <a:pt x="519528" y="1222713"/>
                  </a:lnTo>
                  <a:lnTo>
                    <a:pt x="519538" y="1222742"/>
                  </a:lnTo>
                  <a:lnTo>
                    <a:pt x="519546" y="1222773"/>
                  </a:lnTo>
                  <a:lnTo>
                    <a:pt x="519548" y="1222790"/>
                  </a:lnTo>
                  <a:lnTo>
                    <a:pt x="519547" y="1222814"/>
                  </a:lnTo>
                  <a:lnTo>
                    <a:pt x="519545" y="1222839"/>
                  </a:lnTo>
                  <a:lnTo>
                    <a:pt x="519538" y="1222863"/>
                  </a:lnTo>
                  <a:lnTo>
                    <a:pt x="519534" y="1222876"/>
                  </a:lnTo>
                  <a:lnTo>
                    <a:pt x="519533" y="1222891"/>
                  </a:lnTo>
                  <a:lnTo>
                    <a:pt x="519532" y="1222906"/>
                  </a:lnTo>
                  <a:lnTo>
                    <a:pt x="519529" y="1222924"/>
                  </a:lnTo>
                  <a:lnTo>
                    <a:pt x="519523" y="1222939"/>
                  </a:lnTo>
                  <a:lnTo>
                    <a:pt x="519518" y="1222953"/>
                  </a:lnTo>
                  <a:lnTo>
                    <a:pt x="519512" y="1222983"/>
                  </a:lnTo>
                  <a:lnTo>
                    <a:pt x="519502" y="1223012"/>
                  </a:lnTo>
                  <a:lnTo>
                    <a:pt x="519490" y="1223041"/>
                  </a:lnTo>
                  <a:lnTo>
                    <a:pt x="519487" y="1223047"/>
                  </a:lnTo>
                  <a:lnTo>
                    <a:pt x="519476" y="1223065"/>
                  </a:lnTo>
                  <a:lnTo>
                    <a:pt x="519471" y="1223076"/>
                  </a:lnTo>
                  <a:lnTo>
                    <a:pt x="519473" y="1223085"/>
                  </a:lnTo>
                  <a:lnTo>
                    <a:pt x="519479" y="1223102"/>
                  </a:lnTo>
                  <a:lnTo>
                    <a:pt x="519483" y="1223118"/>
                  </a:lnTo>
                  <a:lnTo>
                    <a:pt x="519492" y="1223139"/>
                  </a:lnTo>
                  <a:lnTo>
                    <a:pt x="519501" y="1223163"/>
                  </a:lnTo>
                  <a:lnTo>
                    <a:pt x="519504" y="1223182"/>
                  </a:lnTo>
                  <a:lnTo>
                    <a:pt x="519504" y="1223195"/>
                  </a:lnTo>
                  <a:lnTo>
                    <a:pt x="519502" y="1223205"/>
                  </a:lnTo>
                  <a:lnTo>
                    <a:pt x="519497" y="1223215"/>
                  </a:lnTo>
                  <a:lnTo>
                    <a:pt x="519491" y="1223223"/>
                  </a:lnTo>
                  <a:lnTo>
                    <a:pt x="519484" y="1223230"/>
                  </a:lnTo>
                  <a:lnTo>
                    <a:pt x="519474" y="1223238"/>
                  </a:lnTo>
                  <a:lnTo>
                    <a:pt x="519455" y="1223255"/>
                  </a:lnTo>
                  <a:lnTo>
                    <a:pt x="519452" y="1223259"/>
                  </a:lnTo>
                  <a:lnTo>
                    <a:pt x="519441" y="1223272"/>
                  </a:lnTo>
                  <a:lnTo>
                    <a:pt x="519429" y="1223285"/>
                  </a:lnTo>
                  <a:lnTo>
                    <a:pt x="519424" y="1223295"/>
                  </a:lnTo>
                  <a:lnTo>
                    <a:pt x="519419" y="1223307"/>
                  </a:lnTo>
                  <a:lnTo>
                    <a:pt x="519413" y="1223320"/>
                  </a:lnTo>
                  <a:lnTo>
                    <a:pt x="519406" y="1223333"/>
                  </a:lnTo>
                  <a:lnTo>
                    <a:pt x="519401" y="1223344"/>
                  </a:lnTo>
                  <a:lnTo>
                    <a:pt x="519399" y="1223352"/>
                  </a:lnTo>
                  <a:lnTo>
                    <a:pt x="519398" y="1223363"/>
                  </a:lnTo>
                  <a:lnTo>
                    <a:pt x="519397" y="1223379"/>
                  </a:lnTo>
                  <a:lnTo>
                    <a:pt x="519395" y="1223391"/>
                  </a:lnTo>
                  <a:lnTo>
                    <a:pt x="519392" y="1223401"/>
                  </a:lnTo>
                  <a:lnTo>
                    <a:pt x="519384" y="1223414"/>
                  </a:lnTo>
                  <a:lnTo>
                    <a:pt x="519374" y="1223428"/>
                  </a:lnTo>
                  <a:lnTo>
                    <a:pt x="519370" y="1223435"/>
                  </a:lnTo>
                  <a:lnTo>
                    <a:pt x="519368" y="1223447"/>
                  </a:lnTo>
                  <a:lnTo>
                    <a:pt x="519365" y="1223463"/>
                  </a:lnTo>
                  <a:lnTo>
                    <a:pt x="519361" y="1223474"/>
                  </a:lnTo>
                  <a:lnTo>
                    <a:pt x="519355" y="1223484"/>
                  </a:lnTo>
                  <a:lnTo>
                    <a:pt x="519345" y="1223492"/>
                  </a:lnTo>
                  <a:lnTo>
                    <a:pt x="519333" y="1223498"/>
                  </a:lnTo>
                  <a:lnTo>
                    <a:pt x="519327" y="1223501"/>
                  </a:lnTo>
                  <a:lnTo>
                    <a:pt x="519316" y="1223502"/>
                  </a:lnTo>
                  <a:lnTo>
                    <a:pt x="519307" y="1223503"/>
                  </a:lnTo>
                  <a:lnTo>
                    <a:pt x="519294" y="1223503"/>
                  </a:lnTo>
                  <a:lnTo>
                    <a:pt x="519284" y="1223501"/>
                  </a:lnTo>
                  <a:lnTo>
                    <a:pt x="519270" y="1223498"/>
                  </a:lnTo>
                  <a:lnTo>
                    <a:pt x="519263" y="1223499"/>
                  </a:lnTo>
                  <a:lnTo>
                    <a:pt x="519255" y="1223502"/>
                  </a:lnTo>
                  <a:lnTo>
                    <a:pt x="519246" y="1223508"/>
                  </a:lnTo>
                  <a:lnTo>
                    <a:pt x="519236" y="1223519"/>
                  </a:lnTo>
                  <a:lnTo>
                    <a:pt x="519233" y="1223524"/>
                  </a:lnTo>
                  <a:lnTo>
                    <a:pt x="519229" y="1223531"/>
                  </a:lnTo>
                  <a:lnTo>
                    <a:pt x="519224" y="1223537"/>
                  </a:lnTo>
                  <a:lnTo>
                    <a:pt x="519218" y="1223541"/>
                  </a:lnTo>
                  <a:lnTo>
                    <a:pt x="519200" y="1223548"/>
                  </a:lnTo>
                  <a:lnTo>
                    <a:pt x="519178" y="1223556"/>
                  </a:lnTo>
                  <a:lnTo>
                    <a:pt x="519168" y="1223564"/>
                  </a:lnTo>
                  <a:lnTo>
                    <a:pt x="519164" y="1223569"/>
                  </a:lnTo>
                  <a:lnTo>
                    <a:pt x="519162" y="1223575"/>
                  </a:lnTo>
                  <a:lnTo>
                    <a:pt x="519160" y="1223590"/>
                  </a:lnTo>
                  <a:lnTo>
                    <a:pt x="519156" y="1223613"/>
                  </a:lnTo>
                  <a:lnTo>
                    <a:pt x="519153" y="1223631"/>
                  </a:lnTo>
                  <a:lnTo>
                    <a:pt x="519147" y="1223649"/>
                  </a:lnTo>
                  <a:lnTo>
                    <a:pt x="519138" y="1223670"/>
                  </a:lnTo>
                  <a:lnTo>
                    <a:pt x="519132" y="1223684"/>
                  </a:lnTo>
                  <a:lnTo>
                    <a:pt x="519128" y="1223694"/>
                  </a:lnTo>
                  <a:lnTo>
                    <a:pt x="519124" y="1223704"/>
                  </a:lnTo>
                  <a:lnTo>
                    <a:pt x="519117" y="1223719"/>
                  </a:lnTo>
                  <a:lnTo>
                    <a:pt x="519108" y="1223732"/>
                  </a:lnTo>
                  <a:lnTo>
                    <a:pt x="519098" y="1223744"/>
                  </a:lnTo>
                  <a:lnTo>
                    <a:pt x="519085" y="1223752"/>
                  </a:lnTo>
                  <a:lnTo>
                    <a:pt x="519068" y="1223764"/>
                  </a:lnTo>
                  <a:lnTo>
                    <a:pt x="519058" y="1223775"/>
                  </a:lnTo>
                  <a:lnTo>
                    <a:pt x="519053" y="1223781"/>
                  </a:lnTo>
                  <a:lnTo>
                    <a:pt x="519046" y="1223788"/>
                  </a:lnTo>
                  <a:lnTo>
                    <a:pt x="519034" y="1223810"/>
                  </a:lnTo>
                  <a:lnTo>
                    <a:pt x="519021" y="1223834"/>
                  </a:lnTo>
                  <a:lnTo>
                    <a:pt x="519008" y="1223865"/>
                  </a:lnTo>
                  <a:lnTo>
                    <a:pt x="519005" y="1223877"/>
                  </a:lnTo>
                  <a:lnTo>
                    <a:pt x="519002" y="1223889"/>
                  </a:lnTo>
                  <a:lnTo>
                    <a:pt x="518999" y="1223900"/>
                  </a:lnTo>
                  <a:lnTo>
                    <a:pt x="518995" y="1223919"/>
                  </a:lnTo>
                  <a:lnTo>
                    <a:pt x="518995" y="1223933"/>
                  </a:lnTo>
                  <a:lnTo>
                    <a:pt x="518994" y="1223941"/>
                  </a:lnTo>
                  <a:lnTo>
                    <a:pt x="518996" y="1223954"/>
                  </a:lnTo>
                  <a:lnTo>
                    <a:pt x="518999" y="1223961"/>
                  </a:lnTo>
                  <a:lnTo>
                    <a:pt x="519006" y="1223971"/>
                  </a:lnTo>
                  <a:lnTo>
                    <a:pt x="519022" y="1223990"/>
                  </a:lnTo>
                  <a:lnTo>
                    <a:pt x="519033" y="1224004"/>
                  </a:lnTo>
                  <a:lnTo>
                    <a:pt x="519044" y="1224020"/>
                  </a:lnTo>
                  <a:lnTo>
                    <a:pt x="519053" y="1224035"/>
                  </a:lnTo>
                  <a:lnTo>
                    <a:pt x="519064" y="1224051"/>
                  </a:lnTo>
                  <a:lnTo>
                    <a:pt x="519074" y="1224064"/>
                  </a:lnTo>
                  <a:lnTo>
                    <a:pt x="519089" y="1224082"/>
                  </a:lnTo>
                  <a:lnTo>
                    <a:pt x="519094" y="1224088"/>
                  </a:lnTo>
                  <a:lnTo>
                    <a:pt x="519101" y="1224101"/>
                  </a:lnTo>
                  <a:lnTo>
                    <a:pt x="519116" y="1224135"/>
                  </a:lnTo>
                  <a:lnTo>
                    <a:pt x="519136" y="1224174"/>
                  </a:lnTo>
                  <a:lnTo>
                    <a:pt x="519145" y="1224191"/>
                  </a:lnTo>
                  <a:lnTo>
                    <a:pt x="519165" y="1224221"/>
                  </a:lnTo>
                  <a:lnTo>
                    <a:pt x="519170" y="1224228"/>
                  </a:lnTo>
                  <a:lnTo>
                    <a:pt x="519176" y="1224237"/>
                  </a:lnTo>
                  <a:lnTo>
                    <a:pt x="519188" y="1224253"/>
                  </a:lnTo>
                  <a:lnTo>
                    <a:pt x="519198" y="1224263"/>
                  </a:lnTo>
                  <a:lnTo>
                    <a:pt x="519210" y="1224272"/>
                  </a:lnTo>
                  <a:lnTo>
                    <a:pt x="519225" y="1224282"/>
                  </a:lnTo>
                  <a:lnTo>
                    <a:pt x="519235" y="1224291"/>
                  </a:lnTo>
                  <a:lnTo>
                    <a:pt x="519243" y="1224302"/>
                  </a:lnTo>
                  <a:lnTo>
                    <a:pt x="519245" y="1224307"/>
                  </a:lnTo>
                  <a:lnTo>
                    <a:pt x="519247" y="1224312"/>
                  </a:lnTo>
                  <a:lnTo>
                    <a:pt x="519255" y="1224322"/>
                  </a:lnTo>
                  <a:lnTo>
                    <a:pt x="519283" y="1224354"/>
                  </a:lnTo>
                  <a:lnTo>
                    <a:pt x="519296" y="1224369"/>
                  </a:lnTo>
                  <a:lnTo>
                    <a:pt x="519320" y="1224403"/>
                  </a:lnTo>
                  <a:lnTo>
                    <a:pt x="519340" y="1224429"/>
                  </a:lnTo>
                  <a:lnTo>
                    <a:pt x="519348" y="1224445"/>
                  </a:lnTo>
                  <a:lnTo>
                    <a:pt x="519352" y="1224452"/>
                  </a:lnTo>
                  <a:lnTo>
                    <a:pt x="519355" y="1224466"/>
                  </a:lnTo>
                  <a:lnTo>
                    <a:pt x="519356" y="1224479"/>
                  </a:lnTo>
                  <a:lnTo>
                    <a:pt x="519359" y="1224512"/>
                  </a:lnTo>
                  <a:lnTo>
                    <a:pt x="519365" y="1224535"/>
                  </a:lnTo>
                  <a:lnTo>
                    <a:pt x="519369" y="1224545"/>
                  </a:lnTo>
                  <a:lnTo>
                    <a:pt x="519376" y="1224566"/>
                  </a:lnTo>
                  <a:lnTo>
                    <a:pt x="519356" y="1224587"/>
                  </a:lnTo>
                  <a:lnTo>
                    <a:pt x="519316" y="1224624"/>
                  </a:lnTo>
                  <a:lnTo>
                    <a:pt x="519301" y="1224638"/>
                  </a:lnTo>
                  <a:lnTo>
                    <a:pt x="519261" y="1224671"/>
                  </a:lnTo>
                  <a:lnTo>
                    <a:pt x="519247" y="1224683"/>
                  </a:lnTo>
                  <a:lnTo>
                    <a:pt x="519232" y="1224697"/>
                  </a:lnTo>
                  <a:lnTo>
                    <a:pt x="519209" y="1224719"/>
                  </a:lnTo>
                  <a:lnTo>
                    <a:pt x="519192" y="1224731"/>
                  </a:lnTo>
                  <a:lnTo>
                    <a:pt x="519174" y="1224740"/>
                  </a:lnTo>
                  <a:lnTo>
                    <a:pt x="519163" y="1224746"/>
                  </a:lnTo>
                  <a:lnTo>
                    <a:pt x="519141" y="1224758"/>
                  </a:lnTo>
                  <a:lnTo>
                    <a:pt x="519112" y="1224777"/>
                  </a:lnTo>
                  <a:lnTo>
                    <a:pt x="519091" y="1224795"/>
                  </a:lnTo>
                  <a:lnTo>
                    <a:pt x="519067" y="1224819"/>
                  </a:lnTo>
                  <a:lnTo>
                    <a:pt x="519047" y="1224845"/>
                  </a:lnTo>
                  <a:lnTo>
                    <a:pt x="519033" y="1224862"/>
                  </a:lnTo>
                  <a:lnTo>
                    <a:pt x="519025" y="1224872"/>
                  </a:lnTo>
                  <a:lnTo>
                    <a:pt x="519011" y="1224884"/>
                  </a:lnTo>
                  <a:lnTo>
                    <a:pt x="518967" y="1224917"/>
                  </a:lnTo>
                  <a:lnTo>
                    <a:pt x="518947" y="1224934"/>
                  </a:lnTo>
                  <a:lnTo>
                    <a:pt x="518937" y="1224943"/>
                  </a:lnTo>
                  <a:lnTo>
                    <a:pt x="518930" y="1224956"/>
                  </a:lnTo>
                  <a:lnTo>
                    <a:pt x="518921" y="1224974"/>
                  </a:lnTo>
                  <a:lnTo>
                    <a:pt x="518902" y="1225028"/>
                  </a:lnTo>
                  <a:lnTo>
                    <a:pt x="518886" y="1225069"/>
                  </a:lnTo>
                  <a:lnTo>
                    <a:pt x="518876" y="1225087"/>
                  </a:lnTo>
                  <a:lnTo>
                    <a:pt x="518853" y="1225111"/>
                  </a:lnTo>
                  <a:lnTo>
                    <a:pt x="518844" y="1225118"/>
                  </a:lnTo>
                  <a:lnTo>
                    <a:pt x="518833" y="1225127"/>
                  </a:lnTo>
                  <a:lnTo>
                    <a:pt x="518814" y="1225139"/>
                  </a:lnTo>
                  <a:lnTo>
                    <a:pt x="518782" y="1225154"/>
                  </a:lnTo>
                  <a:lnTo>
                    <a:pt x="518776" y="1225156"/>
                  </a:lnTo>
                  <a:lnTo>
                    <a:pt x="518757" y="1225162"/>
                  </a:lnTo>
                  <a:lnTo>
                    <a:pt x="518739" y="1225165"/>
                  </a:lnTo>
                  <a:lnTo>
                    <a:pt x="518722" y="1225168"/>
                  </a:lnTo>
                  <a:lnTo>
                    <a:pt x="518713" y="1225170"/>
                  </a:lnTo>
                  <a:lnTo>
                    <a:pt x="518698" y="1225171"/>
                  </a:lnTo>
                  <a:lnTo>
                    <a:pt x="518683" y="1225171"/>
                  </a:lnTo>
                  <a:lnTo>
                    <a:pt x="518665" y="1225173"/>
                  </a:lnTo>
                  <a:lnTo>
                    <a:pt x="518658" y="1225175"/>
                  </a:lnTo>
                  <a:lnTo>
                    <a:pt x="518656" y="1225180"/>
                  </a:lnTo>
                  <a:lnTo>
                    <a:pt x="518654" y="1225187"/>
                  </a:lnTo>
                  <a:lnTo>
                    <a:pt x="518653" y="1225195"/>
                  </a:lnTo>
                  <a:lnTo>
                    <a:pt x="518653" y="1225204"/>
                  </a:lnTo>
                  <a:lnTo>
                    <a:pt x="518659" y="1225219"/>
                  </a:lnTo>
                  <a:lnTo>
                    <a:pt x="518657" y="1225233"/>
                  </a:lnTo>
                  <a:lnTo>
                    <a:pt x="518646" y="1225269"/>
                  </a:lnTo>
                  <a:lnTo>
                    <a:pt x="518635" y="1225307"/>
                  </a:lnTo>
                  <a:lnTo>
                    <a:pt x="518632" y="1225321"/>
                  </a:lnTo>
                  <a:lnTo>
                    <a:pt x="518630" y="1225330"/>
                  </a:lnTo>
                  <a:lnTo>
                    <a:pt x="518628" y="1225349"/>
                  </a:lnTo>
                  <a:lnTo>
                    <a:pt x="518627" y="1225354"/>
                  </a:lnTo>
                  <a:lnTo>
                    <a:pt x="518626" y="1225367"/>
                  </a:lnTo>
                  <a:lnTo>
                    <a:pt x="518614" y="1225397"/>
                  </a:lnTo>
                  <a:lnTo>
                    <a:pt x="518612" y="1225402"/>
                  </a:lnTo>
                  <a:lnTo>
                    <a:pt x="518606" y="1225417"/>
                  </a:lnTo>
                  <a:lnTo>
                    <a:pt x="518593" y="1225441"/>
                  </a:lnTo>
                  <a:lnTo>
                    <a:pt x="518582" y="1225464"/>
                  </a:lnTo>
                  <a:lnTo>
                    <a:pt x="518572" y="1225487"/>
                  </a:lnTo>
                  <a:lnTo>
                    <a:pt x="518568" y="1225497"/>
                  </a:lnTo>
                  <a:lnTo>
                    <a:pt x="518557" y="1225517"/>
                  </a:lnTo>
                  <a:lnTo>
                    <a:pt x="518544" y="1225535"/>
                  </a:lnTo>
                  <a:lnTo>
                    <a:pt x="518538" y="1225543"/>
                  </a:lnTo>
                  <a:lnTo>
                    <a:pt x="518535" y="1225549"/>
                  </a:lnTo>
                  <a:lnTo>
                    <a:pt x="518533" y="1225556"/>
                  </a:lnTo>
                  <a:lnTo>
                    <a:pt x="518532" y="1225576"/>
                  </a:lnTo>
                  <a:lnTo>
                    <a:pt x="518530" y="1225598"/>
                  </a:lnTo>
                  <a:lnTo>
                    <a:pt x="518527" y="1225609"/>
                  </a:lnTo>
                  <a:lnTo>
                    <a:pt x="518522" y="1225619"/>
                  </a:lnTo>
                  <a:lnTo>
                    <a:pt x="518515" y="1225637"/>
                  </a:lnTo>
                  <a:lnTo>
                    <a:pt x="518513" y="1225642"/>
                  </a:lnTo>
                  <a:lnTo>
                    <a:pt x="518496" y="1225658"/>
                  </a:lnTo>
                  <a:lnTo>
                    <a:pt x="518484" y="1225667"/>
                  </a:lnTo>
                  <a:lnTo>
                    <a:pt x="518475" y="1225675"/>
                  </a:lnTo>
                  <a:lnTo>
                    <a:pt x="518463" y="1225683"/>
                  </a:lnTo>
                  <a:lnTo>
                    <a:pt x="518453" y="1225691"/>
                  </a:lnTo>
                  <a:lnTo>
                    <a:pt x="518446" y="1225697"/>
                  </a:lnTo>
                  <a:lnTo>
                    <a:pt x="518439" y="1225704"/>
                  </a:lnTo>
                  <a:lnTo>
                    <a:pt x="518433" y="1225710"/>
                  </a:lnTo>
                  <a:lnTo>
                    <a:pt x="518426" y="1225719"/>
                  </a:lnTo>
                  <a:lnTo>
                    <a:pt x="518422" y="1225725"/>
                  </a:lnTo>
                  <a:lnTo>
                    <a:pt x="518415" y="1225734"/>
                  </a:lnTo>
                  <a:lnTo>
                    <a:pt x="518411" y="1225743"/>
                  </a:lnTo>
                  <a:lnTo>
                    <a:pt x="518407" y="1225753"/>
                  </a:lnTo>
                  <a:lnTo>
                    <a:pt x="518402" y="1225765"/>
                  </a:lnTo>
                  <a:lnTo>
                    <a:pt x="518400" y="1225776"/>
                  </a:lnTo>
                  <a:lnTo>
                    <a:pt x="518398" y="1225782"/>
                  </a:lnTo>
                  <a:lnTo>
                    <a:pt x="518394" y="1225797"/>
                  </a:lnTo>
                  <a:lnTo>
                    <a:pt x="518390" y="1225809"/>
                  </a:lnTo>
                  <a:lnTo>
                    <a:pt x="518384" y="1225824"/>
                  </a:lnTo>
                  <a:lnTo>
                    <a:pt x="518376" y="1225836"/>
                  </a:lnTo>
                  <a:lnTo>
                    <a:pt x="518368" y="1225847"/>
                  </a:lnTo>
                  <a:lnTo>
                    <a:pt x="518364" y="1225855"/>
                  </a:lnTo>
                  <a:lnTo>
                    <a:pt x="518361" y="1225866"/>
                  </a:lnTo>
                  <a:lnTo>
                    <a:pt x="518354" y="1225880"/>
                  </a:lnTo>
                  <a:lnTo>
                    <a:pt x="518349" y="1225889"/>
                  </a:lnTo>
                  <a:lnTo>
                    <a:pt x="518342" y="1225898"/>
                  </a:lnTo>
                  <a:lnTo>
                    <a:pt x="518331" y="1225909"/>
                  </a:lnTo>
                  <a:lnTo>
                    <a:pt x="518323" y="1225919"/>
                  </a:lnTo>
                  <a:lnTo>
                    <a:pt x="518319" y="1225929"/>
                  </a:lnTo>
                  <a:lnTo>
                    <a:pt x="518313" y="1225939"/>
                  </a:lnTo>
                  <a:lnTo>
                    <a:pt x="518308" y="1225952"/>
                  </a:lnTo>
                  <a:lnTo>
                    <a:pt x="518304" y="1225961"/>
                  </a:lnTo>
                  <a:lnTo>
                    <a:pt x="518298" y="1225969"/>
                  </a:lnTo>
                  <a:lnTo>
                    <a:pt x="518292" y="1225978"/>
                  </a:lnTo>
                  <a:lnTo>
                    <a:pt x="518290" y="1225985"/>
                  </a:lnTo>
                  <a:lnTo>
                    <a:pt x="518289" y="1225993"/>
                  </a:lnTo>
                  <a:lnTo>
                    <a:pt x="518287" y="1226007"/>
                  </a:lnTo>
                  <a:lnTo>
                    <a:pt x="518284" y="1226017"/>
                  </a:lnTo>
                  <a:lnTo>
                    <a:pt x="518274" y="1226022"/>
                  </a:lnTo>
                  <a:lnTo>
                    <a:pt x="518260" y="1226026"/>
                  </a:lnTo>
                  <a:lnTo>
                    <a:pt x="518247" y="1226031"/>
                  </a:lnTo>
                  <a:lnTo>
                    <a:pt x="518236" y="1226036"/>
                  </a:lnTo>
                  <a:lnTo>
                    <a:pt x="518220" y="1226043"/>
                  </a:lnTo>
                  <a:lnTo>
                    <a:pt x="518204" y="1226051"/>
                  </a:lnTo>
                  <a:lnTo>
                    <a:pt x="518191" y="1226058"/>
                  </a:lnTo>
                  <a:lnTo>
                    <a:pt x="518179" y="1226065"/>
                  </a:lnTo>
                  <a:lnTo>
                    <a:pt x="518165" y="1226072"/>
                  </a:lnTo>
                  <a:lnTo>
                    <a:pt x="518154" y="1226077"/>
                  </a:lnTo>
                  <a:lnTo>
                    <a:pt x="518138" y="1226084"/>
                  </a:lnTo>
                  <a:lnTo>
                    <a:pt x="518124" y="1226090"/>
                  </a:lnTo>
                  <a:lnTo>
                    <a:pt x="518107" y="1226097"/>
                  </a:lnTo>
                  <a:lnTo>
                    <a:pt x="518094" y="1226104"/>
                  </a:lnTo>
                  <a:lnTo>
                    <a:pt x="518082" y="1226108"/>
                  </a:lnTo>
                  <a:lnTo>
                    <a:pt x="518075" y="1226109"/>
                  </a:lnTo>
                  <a:lnTo>
                    <a:pt x="518053" y="1226113"/>
                  </a:lnTo>
                  <a:lnTo>
                    <a:pt x="518036" y="1226118"/>
                  </a:lnTo>
                  <a:lnTo>
                    <a:pt x="518021" y="1226122"/>
                  </a:lnTo>
                  <a:lnTo>
                    <a:pt x="518010" y="1226125"/>
                  </a:lnTo>
                  <a:lnTo>
                    <a:pt x="518004" y="1226127"/>
                  </a:lnTo>
                  <a:lnTo>
                    <a:pt x="518000" y="1226131"/>
                  </a:lnTo>
                  <a:lnTo>
                    <a:pt x="517996" y="1226139"/>
                  </a:lnTo>
                  <a:lnTo>
                    <a:pt x="517987" y="1226162"/>
                  </a:lnTo>
                  <a:lnTo>
                    <a:pt x="517981" y="1226183"/>
                  </a:lnTo>
                  <a:lnTo>
                    <a:pt x="517975" y="1226204"/>
                  </a:lnTo>
                  <a:lnTo>
                    <a:pt x="517968" y="1226217"/>
                  </a:lnTo>
                  <a:lnTo>
                    <a:pt x="517960" y="1226223"/>
                  </a:lnTo>
                  <a:lnTo>
                    <a:pt x="517947" y="1226231"/>
                  </a:lnTo>
                  <a:lnTo>
                    <a:pt x="517931" y="1226237"/>
                  </a:lnTo>
                  <a:lnTo>
                    <a:pt x="517915" y="1226243"/>
                  </a:lnTo>
                  <a:lnTo>
                    <a:pt x="517903" y="1226249"/>
                  </a:lnTo>
                  <a:lnTo>
                    <a:pt x="517894" y="1226256"/>
                  </a:lnTo>
                  <a:lnTo>
                    <a:pt x="517889" y="1226266"/>
                  </a:lnTo>
                  <a:lnTo>
                    <a:pt x="517889" y="1226271"/>
                  </a:lnTo>
                  <a:lnTo>
                    <a:pt x="517890" y="1226277"/>
                  </a:lnTo>
                  <a:lnTo>
                    <a:pt x="517890" y="1226297"/>
                  </a:lnTo>
                  <a:lnTo>
                    <a:pt x="517891" y="1226318"/>
                  </a:lnTo>
                  <a:lnTo>
                    <a:pt x="517891" y="1226329"/>
                  </a:lnTo>
                  <a:lnTo>
                    <a:pt x="517889" y="1226336"/>
                  </a:lnTo>
                  <a:lnTo>
                    <a:pt x="517883" y="1226343"/>
                  </a:lnTo>
                  <a:lnTo>
                    <a:pt x="517875" y="1226353"/>
                  </a:lnTo>
                  <a:lnTo>
                    <a:pt x="517869" y="1226360"/>
                  </a:lnTo>
                  <a:lnTo>
                    <a:pt x="517865" y="1226369"/>
                  </a:lnTo>
                  <a:lnTo>
                    <a:pt x="517863" y="1226381"/>
                  </a:lnTo>
                  <a:lnTo>
                    <a:pt x="517863" y="1226389"/>
                  </a:lnTo>
                  <a:lnTo>
                    <a:pt x="517861" y="1226396"/>
                  </a:lnTo>
                  <a:lnTo>
                    <a:pt x="517859" y="1226403"/>
                  </a:lnTo>
                  <a:lnTo>
                    <a:pt x="517857" y="1226408"/>
                  </a:lnTo>
                  <a:lnTo>
                    <a:pt x="517853" y="1226411"/>
                  </a:lnTo>
                  <a:lnTo>
                    <a:pt x="517849" y="1226415"/>
                  </a:lnTo>
                  <a:lnTo>
                    <a:pt x="517845" y="1226419"/>
                  </a:lnTo>
                  <a:lnTo>
                    <a:pt x="517835" y="1226424"/>
                  </a:lnTo>
                  <a:lnTo>
                    <a:pt x="517824" y="1226427"/>
                  </a:lnTo>
                  <a:lnTo>
                    <a:pt x="517818" y="1226431"/>
                  </a:lnTo>
                  <a:lnTo>
                    <a:pt x="517810" y="1226436"/>
                  </a:lnTo>
                  <a:lnTo>
                    <a:pt x="517798" y="1226447"/>
                  </a:lnTo>
                  <a:lnTo>
                    <a:pt x="517784" y="1226456"/>
                  </a:lnTo>
                  <a:lnTo>
                    <a:pt x="517777" y="1226459"/>
                  </a:lnTo>
                  <a:lnTo>
                    <a:pt x="517764" y="1226463"/>
                  </a:lnTo>
                  <a:lnTo>
                    <a:pt x="517755" y="1226466"/>
                  </a:lnTo>
                  <a:lnTo>
                    <a:pt x="517745" y="1226467"/>
                  </a:lnTo>
                  <a:lnTo>
                    <a:pt x="517728" y="1226468"/>
                  </a:lnTo>
                  <a:lnTo>
                    <a:pt x="517704" y="1226468"/>
                  </a:lnTo>
                  <a:lnTo>
                    <a:pt x="517696" y="1226467"/>
                  </a:lnTo>
                  <a:lnTo>
                    <a:pt x="517685" y="1226464"/>
                  </a:lnTo>
                  <a:lnTo>
                    <a:pt x="517674" y="1226464"/>
                  </a:lnTo>
                  <a:lnTo>
                    <a:pt x="517661" y="1226466"/>
                  </a:lnTo>
                  <a:lnTo>
                    <a:pt x="517653" y="1226471"/>
                  </a:lnTo>
                  <a:lnTo>
                    <a:pt x="517647" y="1226477"/>
                  </a:lnTo>
                  <a:lnTo>
                    <a:pt x="517639" y="1226487"/>
                  </a:lnTo>
                  <a:lnTo>
                    <a:pt x="517634" y="1226497"/>
                  </a:lnTo>
                  <a:lnTo>
                    <a:pt x="517626" y="1226513"/>
                  </a:lnTo>
                  <a:lnTo>
                    <a:pt x="517619" y="1226524"/>
                  </a:lnTo>
                  <a:lnTo>
                    <a:pt x="517615" y="1226530"/>
                  </a:lnTo>
                  <a:lnTo>
                    <a:pt x="517610" y="1226535"/>
                  </a:lnTo>
                  <a:lnTo>
                    <a:pt x="517605" y="1226541"/>
                  </a:lnTo>
                  <a:lnTo>
                    <a:pt x="517600" y="1226549"/>
                  </a:lnTo>
                  <a:lnTo>
                    <a:pt x="517595" y="1226557"/>
                  </a:lnTo>
                  <a:lnTo>
                    <a:pt x="517589" y="1226567"/>
                  </a:lnTo>
                  <a:lnTo>
                    <a:pt x="517582" y="1226580"/>
                  </a:lnTo>
                  <a:lnTo>
                    <a:pt x="517574" y="1226592"/>
                  </a:lnTo>
                  <a:lnTo>
                    <a:pt x="517568" y="1226599"/>
                  </a:lnTo>
                  <a:lnTo>
                    <a:pt x="517561" y="1226605"/>
                  </a:lnTo>
                  <a:lnTo>
                    <a:pt x="517555" y="1226609"/>
                  </a:lnTo>
                  <a:lnTo>
                    <a:pt x="517550" y="1226611"/>
                  </a:lnTo>
                  <a:lnTo>
                    <a:pt x="517543" y="1226612"/>
                  </a:lnTo>
                  <a:lnTo>
                    <a:pt x="517533" y="1226613"/>
                  </a:lnTo>
                  <a:lnTo>
                    <a:pt x="517519" y="1226617"/>
                  </a:lnTo>
                  <a:lnTo>
                    <a:pt x="517497" y="1226624"/>
                  </a:lnTo>
                  <a:lnTo>
                    <a:pt x="517484" y="1226627"/>
                  </a:lnTo>
                  <a:lnTo>
                    <a:pt x="517458" y="1226637"/>
                  </a:lnTo>
                  <a:lnTo>
                    <a:pt x="517440" y="1226644"/>
                  </a:lnTo>
                  <a:lnTo>
                    <a:pt x="517431" y="1226648"/>
                  </a:lnTo>
                  <a:lnTo>
                    <a:pt x="517423" y="1226652"/>
                  </a:lnTo>
                  <a:lnTo>
                    <a:pt x="517409" y="1226658"/>
                  </a:lnTo>
                  <a:lnTo>
                    <a:pt x="517397" y="1226664"/>
                  </a:lnTo>
                  <a:lnTo>
                    <a:pt x="517382" y="1226669"/>
                  </a:lnTo>
                  <a:lnTo>
                    <a:pt x="517363" y="1226675"/>
                  </a:lnTo>
                  <a:lnTo>
                    <a:pt x="517354" y="1226678"/>
                  </a:lnTo>
                  <a:lnTo>
                    <a:pt x="517344" y="1226680"/>
                  </a:lnTo>
                  <a:lnTo>
                    <a:pt x="517324" y="1226685"/>
                  </a:lnTo>
                  <a:lnTo>
                    <a:pt x="517312" y="1226690"/>
                  </a:lnTo>
                  <a:lnTo>
                    <a:pt x="517302" y="1226696"/>
                  </a:lnTo>
                  <a:lnTo>
                    <a:pt x="517292" y="1226702"/>
                  </a:lnTo>
                  <a:lnTo>
                    <a:pt x="517282" y="1226710"/>
                  </a:lnTo>
                  <a:lnTo>
                    <a:pt x="517268" y="1226723"/>
                  </a:lnTo>
                  <a:lnTo>
                    <a:pt x="517263" y="1226727"/>
                  </a:lnTo>
                  <a:lnTo>
                    <a:pt x="517253" y="1226733"/>
                  </a:lnTo>
                  <a:lnTo>
                    <a:pt x="517240" y="1226742"/>
                  </a:lnTo>
                  <a:lnTo>
                    <a:pt x="517225" y="1226751"/>
                  </a:lnTo>
                  <a:lnTo>
                    <a:pt x="517210" y="1226759"/>
                  </a:lnTo>
                  <a:lnTo>
                    <a:pt x="517197" y="1226766"/>
                  </a:lnTo>
                  <a:lnTo>
                    <a:pt x="517175" y="1226775"/>
                  </a:lnTo>
                  <a:lnTo>
                    <a:pt x="517162" y="1226781"/>
                  </a:lnTo>
                  <a:lnTo>
                    <a:pt x="517153" y="1226787"/>
                  </a:lnTo>
                  <a:lnTo>
                    <a:pt x="517134" y="1226800"/>
                  </a:lnTo>
                  <a:lnTo>
                    <a:pt x="517122" y="1226809"/>
                  </a:lnTo>
                  <a:lnTo>
                    <a:pt x="517107" y="1226818"/>
                  </a:lnTo>
                  <a:lnTo>
                    <a:pt x="517096" y="1226824"/>
                  </a:lnTo>
                  <a:lnTo>
                    <a:pt x="517070" y="1226835"/>
                  </a:lnTo>
                  <a:lnTo>
                    <a:pt x="517059" y="1226840"/>
                  </a:lnTo>
                  <a:lnTo>
                    <a:pt x="517052" y="1226842"/>
                  </a:lnTo>
                  <a:lnTo>
                    <a:pt x="517038" y="1226843"/>
                  </a:lnTo>
                  <a:lnTo>
                    <a:pt x="517009" y="1226841"/>
                  </a:lnTo>
                  <a:lnTo>
                    <a:pt x="516994" y="1226841"/>
                  </a:lnTo>
                  <a:lnTo>
                    <a:pt x="516987" y="1226838"/>
                  </a:lnTo>
                  <a:lnTo>
                    <a:pt x="516985" y="1226828"/>
                  </a:lnTo>
                  <a:lnTo>
                    <a:pt x="516984" y="1226821"/>
                  </a:lnTo>
                  <a:lnTo>
                    <a:pt x="516982" y="1226799"/>
                  </a:lnTo>
                  <a:lnTo>
                    <a:pt x="516981" y="1226782"/>
                  </a:lnTo>
                  <a:lnTo>
                    <a:pt x="516978" y="1226766"/>
                  </a:lnTo>
                  <a:lnTo>
                    <a:pt x="516975" y="1226743"/>
                  </a:lnTo>
                  <a:lnTo>
                    <a:pt x="516974" y="1226728"/>
                  </a:lnTo>
                  <a:lnTo>
                    <a:pt x="516973" y="1226723"/>
                  </a:lnTo>
                  <a:lnTo>
                    <a:pt x="516972" y="1226708"/>
                  </a:lnTo>
                  <a:lnTo>
                    <a:pt x="516972" y="1226680"/>
                  </a:lnTo>
                  <a:lnTo>
                    <a:pt x="516972" y="1226668"/>
                  </a:lnTo>
                  <a:lnTo>
                    <a:pt x="516972" y="1226658"/>
                  </a:lnTo>
                  <a:lnTo>
                    <a:pt x="516972" y="1226636"/>
                  </a:lnTo>
                  <a:lnTo>
                    <a:pt x="516972" y="1226623"/>
                  </a:lnTo>
                  <a:lnTo>
                    <a:pt x="516973" y="1226614"/>
                  </a:lnTo>
                  <a:lnTo>
                    <a:pt x="516971" y="1226593"/>
                  </a:lnTo>
                  <a:lnTo>
                    <a:pt x="516970" y="1226582"/>
                  </a:lnTo>
                  <a:lnTo>
                    <a:pt x="516968" y="1226566"/>
                  </a:lnTo>
                  <a:lnTo>
                    <a:pt x="516964" y="1226550"/>
                  </a:lnTo>
                  <a:lnTo>
                    <a:pt x="516961" y="1226540"/>
                  </a:lnTo>
                  <a:lnTo>
                    <a:pt x="516957" y="1226534"/>
                  </a:lnTo>
                  <a:lnTo>
                    <a:pt x="516953" y="1226528"/>
                  </a:lnTo>
                  <a:lnTo>
                    <a:pt x="516946" y="1226522"/>
                  </a:lnTo>
                  <a:lnTo>
                    <a:pt x="516938" y="1226519"/>
                  </a:lnTo>
                  <a:lnTo>
                    <a:pt x="516924" y="1226514"/>
                  </a:lnTo>
                  <a:lnTo>
                    <a:pt x="516909" y="1226510"/>
                  </a:lnTo>
                  <a:lnTo>
                    <a:pt x="516899" y="1226507"/>
                  </a:lnTo>
                  <a:lnTo>
                    <a:pt x="516890" y="1226505"/>
                  </a:lnTo>
                  <a:lnTo>
                    <a:pt x="516882" y="1226503"/>
                  </a:lnTo>
                  <a:lnTo>
                    <a:pt x="516874" y="1226499"/>
                  </a:lnTo>
                  <a:lnTo>
                    <a:pt x="516866" y="1226494"/>
                  </a:lnTo>
                  <a:lnTo>
                    <a:pt x="516857" y="1226486"/>
                  </a:lnTo>
                  <a:lnTo>
                    <a:pt x="516853" y="1226479"/>
                  </a:lnTo>
                  <a:lnTo>
                    <a:pt x="516848" y="1226469"/>
                  </a:lnTo>
                  <a:lnTo>
                    <a:pt x="516844" y="1226458"/>
                  </a:lnTo>
                  <a:lnTo>
                    <a:pt x="516838" y="1226434"/>
                  </a:lnTo>
                  <a:lnTo>
                    <a:pt x="516834" y="1226420"/>
                  </a:lnTo>
                  <a:lnTo>
                    <a:pt x="516832" y="1226410"/>
                  </a:lnTo>
                  <a:lnTo>
                    <a:pt x="516831" y="1226392"/>
                  </a:lnTo>
                  <a:lnTo>
                    <a:pt x="516830" y="1226373"/>
                  </a:lnTo>
                  <a:lnTo>
                    <a:pt x="516829" y="1226365"/>
                  </a:lnTo>
                  <a:lnTo>
                    <a:pt x="516828" y="1226352"/>
                  </a:lnTo>
                  <a:lnTo>
                    <a:pt x="516827" y="1226343"/>
                  </a:lnTo>
                  <a:lnTo>
                    <a:pt x="516826" y="1226334"/>
                  </a:lnTo>
                  <a:lnTo>
                    <a:pt x="516821" y="1226325"/>
                  </a:lnTo>
                  <a:lnTo>
                    <a:pt x="516811" y="1226310"/>
                  </a:lnTo>
                  <a:lnTo>
                    <a:pt x="516796" y="1226289"/>
                  </a:lnTo>
                  <a:lnTo>
                    <a:pt x="516780" y="1226263"/>
                  </a:lnTo>
                  <a:lnTo>
                    <a:pt x="516771" y="1226248"/>
                  </a:lnTo>
                  <a:lnTo>
                    <a:pt x="516767" y="1226237"/>
                  </a:lnTo>
                  <a:lnTo>
                    <a:pt x="516765" y="1226228"/>
                  </a:lnTo>
                  <a:lnTo>
                    <a:pt x="516764" y="1226214"/>
                  </a:lnTo>
                  <a:lnTo>
                    <a:pt x="516762" y="1226187"/>
                  </a:lnTo>
                  <a:lnTo>
                    <a:pt x="516761" y="1226171"/>
                  </a:lnTo>
                  <a:lnTo>
                    <a:pt x="516759" y="1226141"/>
                  </a:lnTo>
                  <a:lnTo>
                    <a:pt x="516755" y="1226100"/>
                  </a:lnTo>
                  <a:lnTo>
                    <a:pt x="516754" y="1226087"/>
                  </a:lnTo>
                  <a:lnTo>
                    <a:pt x="516752" y="1226067"/>
                  </a:lnTo>
                  <a:lnTo>
                    <a:pt x="516748" y="1226038"/>
                  </a:lnTo>
                  <a:lnTo>
                    <a:pt x="516745" y="1226017"/>
                  </a:lnTo>
                  <a:lnTo>
                    <a:pt x="516740" y="1225991"/>
                  </a:lnTo>
                  <a:lnTo>
                    <a:pt x="516738" y="1225984"/>
                  </a:lnTo>
                  <a:lnTo>
                    <a:pt x="516736" y="1225965"/>
                  </a:lnTo>
                  <a:lnTo>
                    <a:pt x="516733" y="1225949"/>
                  </a:lnTo>
                  <a:lnTo>
                    <a:pt x="516732" y="1225941"/>
                  </a:lnTo>
                  <a:lnTo>
                    <a:pt x="516728" y="1225933"/>
                  </a:lnTo>
                  <a:lnTo>
                    <a:pt x="516718" y="1225915"/>
                  </a:lnTo>
                  <a:lnTo>
                    <a:pt x="516713" y="1225909"/>
                  </a:lnTo>
                  <a:lnTo>
                    <a:pt x="516703" y="1225888"/>
                  </a:lnTo>
                  <a:lnTo>
                    <a:pt x="516694" y="1225868"/>
                  </a:lnTo>
                  <a:lnTo>
                    <a:pt x="516692" y="1225860"/>
                  </a:lnTo>
                  <a:lnTo>
                    <a:pt x="516691" y="1225853"/>
                  </a:lnTo>
                  <a:lnTo>
                    <a:pt x="516688" y="1225840"/>
                  </a:lnTo>
                  <a:lnTo>
                    <a:pt x="516686" y="1225831"/>
                  </a:lnTo>
                  <a:lnTo>
                    <a:pt x="516677" y="1225792"/>
                  </a:lnTo>
                  <a:lnTo>
                    <a:pt x="516671" y="1225764"/>
                  </a:lnTo>
                  <a:lnTo>
                    <a:pt x="516665" y="1225742"/>
                  </a:lnTo>
                  <a:lnTo>
                    <a:pt x="516662" y="1225732"/>
                  </a:lnTo>
                  <a:lnTo>
                    <a:pt x="516659" y="1225714"/>
                  </a:lnTo>
                  <a:lnTo>
                    <a:pt x="516656" y="1225689"/>
                  </a:lnTo>
                  <a:lnTo>
                    <a:pt x="516653" y="1225669"/>
                  </a:lnTo>
                  <a:lnTo>
                    <a:pt x="516649" y="1225652"/>
                  </a:lnTo>
                  <a:lnTo>
                    <a:pt x="516644" y="1225635"/>
                  </a:lnTo>
                  <a:lnTo>
                    <a:pt x="516641" y="1225624"/>
                  </a:lnTo>
                  <a:lnTo>
                    <a:pt x="516641" y="1225615"/>
                  </a:lnTo>
                  <a:lnTo>
                    <a:pt x="516642" y="1225583"/>
                  </a:lnTo>
                  <a:lnTo>
                    <a:pt x="516643" y="1225560"/>
                  </a:lnTo>
                  <a:lnTo>
                    <a:pt x="516645" y="1225541"/>
                  </a:lnTo>
                  <a:lnTo>
                    <a:pt x="516645" y="1225530"/>
                  </a:lnTo>
                  <a:lnTo>
                    <a:pt x="516645" y="1225514"/>
                  </a:lnTo>
                  <a:lnTo>
                    <a:pt x="516647" y="1225505"/>
                  </a:lnTo>
                  <a:lnTo>
                    <a:pt x="516652" y="1225496"/>
                  </a:lnTo>
                  <a:lnTo>
                    <a:pt x="516660" y="1225484"/>
                  </a:lnTo>
                  <a:lnTo>
                    <a:pt x="516664" y="1225474"/>
                  </a:lnTo>
                  <a:lnTo>
                    <a:pt x="516664" y="1225466"/>
                  </a:lnTo>
                  <a:lnTo>
                    <a:pt x="516662" y="1225449"/>
                  </a:lnTo>
                  <a:lnTo>
                    <a:pt x="516659" y="1225420"/>
                  </a:lnTo>
                  <a:lnTo>
                    <a:pt x="516657" y="1225405"/>
                  </a:lnTo>
                  <a:lnTo>
                    <a:pt x="516652" y="1225390"/>
                  </a:lnTo>
                  <a:lnTo>
                    <a:pt x="516647" y="1225382"/>
                  </a:lnTo>
                  <a:lnTo>
                    <a:pt x="516644" y="1225371"/>
                  </a:lnTo>
                  <a:lnTo>
                    <a:pt x="516641" y="1225355"/>
                  </a:lnTo>
                  <a:lnTo>
                    <a:pt x="516639" y="1225340"/>
                  </a:lnTo>
                  <a:lnTo>
                    <a:pt x="516639" y="1225326"/>
                  </a:lnTo>
                  <a:lnTo>
                    <a:pt x="516641" y="1225315"/>
                  </a:lnTo>
                  <a:lnTo>
                    <a:pt x="516644" y="1225299"/>
                  </a:lnTo>
                  <a:lnTo>
                    <a:pt x="516646" y="1225279"/>
                  </a:lnTo>
                  <a:lnTo>
                    <a:pt x="516645" y="1225270"/>
                  </a:lnTo>
                  <a:lnTo>
                    <a:pt x="516642" y="1225262"/>
                  </a:lnTo>
                  <a:lnTo>
                    <a:pt x="516640" y="1225254"/>
                  </a:lnTo>
                  <a:lnTo>
                    <a:pt x="516639" y="1225240"/>
                  </a:lnTo>
                  <a:lnTo>
                    <a:pt x="516637" y="1225228"/>
                  </a:lnTo>
                  <a:lnTo>
                    <a:pt x="516634" y="1225221"/>
                  </a:lnTo>
                  <a:lnTo>
                    <a:pt x="516630" y="1225214"/>
                  </a:lnTo>
                  <a:lnTo>
                    <a:pt x="516609" y="1225194"/>
                  </a:lnTo>
                  <a:lnTo>
                    <a:pt x="516598" y="1225182"/>
                  </a:lnTo>
                  <a:lnTo>
                    <a:pt x="516595" y="1225177"/>
                  </a:lnTo>
                  <a:lnTo>
                    <a:pt x="516591" y="1225173"/>
                  </a:lnTo>
                  <a:lnTo>
                    <a:pt x="516589" y="1225167"/>
                  </a:lnTo>
                  <a:lnTo>
                    <a:pt x="516585" y="1225152"/>
                  </a:lnTo>
                  <a:lnTo>
                    <a:pt x="516578" y="1225119"/>
                  </a:lnTo>
                  <a:lnTo>
                    <a:pt x="516571" y="1225090"/>
                  </a:lnTo>
                  <a:lnTo>
                    <a:pt x="516568" y="1225080"/>
                  </a:lnTo>
                  <a:lnTo>
                    <a:pt x="516567" y="1225068"/>
                  </a:lnTo>
                  <a:lnTo>
                    <a:pt x="516566" y="1225055"/>
                  </a:lnTo>
                  <a:lnTo>
                    <a:pt x="516566" y="1225044"/>
                  </a:lnTo>
                  <a:lnTo>
                    <a:pt x="516567" y="1225037"/>
                  </a:lnTo>
                  <a:lnTo>
                    <a:pt x="516565" y="1225016"/>
                  </a:lnTo>
                  <a:lnTo>
                    <a:pt x="516564" y="1225010"/>
                  </a:lnTo>
                  <a:lnTo>
                    <a:pt x="516563" y="1225003"/>
                  </a:lnTo>
                  <a:lnTo>
                    <a:pt x="516560" y="1224990"/>
                  </a:lnTo>
                  <a:lnTo>
                    <a:pt x="516557" y="1224978"/>
                  </a:lnTo>
                  <a:lnTo>
                    <a:pt x="516557" y="1224958"/>
                  </a:lnTo>
                  <a:lnTo>
                    <a:pt x="516559" y="1224942"/>
                  </a:lnTo>
                  <a:lnTo>
                    <a:pt x="516560" y="1224935"/>
                  </a:lnTo>
                  <a:lnTo>
                    <a:pt x="516561" y="1224927"/>
                  </a:lnTo>
                  <a:lnTo>
                    <a:pt x="516561" y="1224919"/>
                  </a:lnTo>
                  <a:lnTo>
                    <a:pt x="516560" y="1224912"/>
                  </a:lnTo>
                  <a:lnTo>
                    <a:pt x="516557" y="1224899"/>
                  </a:lnTo>
                  <a:lnTo>
                    <a:pt x="516552" y="1224881"/>
                  </a:lnTo>
                  <a:lnTo>
                    <a:pt x="516551" y="1224874"/>
                  </a:lnTo>
                  <a:lnTo>
                    <a:pt x="516551" y="1224867"/>
                  </a:lnTo>
                  <a:lnTo>
                    <a:pt x="516553" y="1224858"/>
                  </a:lnTo>
                  <a:lnTo>
                    <a:pt x="516555" y="1224851"/>
                  </a:lnTo>
                  <a:lnTo>
                    <a:pt x="516556" y="1224845"/>
                  </a:lnTo>
                  <a:lnTo>
                    <a:pt x="516557" y="1224834"/>
                  </a:lnTo>
                  <a:lnTo>
                    <a:pt x="516561" y="1224795"/>
                  </a:lnTo>
                  <a:lnTo>
                    <a:pt x="516561" y="1224779"/>
                  </a:lnTo>
                  <a:lnTo>
                    <a:pt x="516563" y="1224759"/>
                  </a:lnTo>
                  <a:lnTo>
                    <a:pt x="516566" y="1224746"/>
                  </a:lnTo>
                  <a:lnTo>
                    <a:pt x="516572" y="1224733"/>
                  </a:lnTo>
                  <a:lnTo>
                    <a:pt x="516581" y="1224722"/>
                  </a:lnTo>
                  <a:lnTo>
                    <a:pt x="516587" y="1224714"/>
                  </a:lnTo>
                  <a:lnTo>
                    <a:pt x="516602" y="1224697"/>
                  </a:lnTo>
                  <a:lnTo>
                    <a:pt x="516629" y="1224670"/>
                  </a:lnTo>
                  <a:lnTo>
                    <a:pt x="516654" y="1224648"/>
                  </a:lnTo>
                  <a:lnTo>
                    <a:pt x="516666" y="1224636"/>
                  </a:lnTo>
                  <a:lnTo>
                    <a:pt x="516678" y="1224623"/>
                  </a:lnTo>
                  <a:lnTo>
                    <a:pt x="516696" y="1224601"/>
                  </a:lnTo>
                  <a:lnTo>
                    <a:pt x="516720" y="1224575"/>
                  </a:lnTo>
                  <a:lnTo>
                    <a:pt x="516727" y="1224564"/>
                  </a:lnTo>
                  <a:lnTo>
                    <a:pt x="516734" y="1224554"/>
                  </a:lnTo>
                  <a:lnTo>
                    <a:pt x="516737" y="1224546"/>
                  </a:lnTo>
                  <a:lnTo>
                    <a:pt x="516740" y="1224533"/>
                  </a:lnTo>
                  <a:lnTo>
                    <a:pt x="516739" y="1224527"/>
                  </a:lnTo>
                  <a:lnTo>
                    <a:pt x="516723" y="1224525"/>
                  </a:lnTo>
                  <a:lnTo>
                    <a:pt x="516706" y="1224522"/>
                  </a:lnTo>
                  <a:lnTo>
                    <a:pt x="516686" y="1224515"/>
                  </a:lnTo>
                  <a:lnTo>
                    <a:pt x="516664" y="1224505"/>
                  </a:lnTo>
                  <a:lnTo>
                    <a:pt x="516649" y="1224499"/>
                  </a:lnTo>
                  <a:lnTo>
                    <a:pt x="516645" y="1224497"/>
                  </a:lnTo>
                  <a:lnTo>
                    <a:pt x="516633" y="1224491"/>
                  </a:lnTo>
                  <a:lnTo>
                    <a:pt x="516620" y="1224481"/>
                  </a:lnTo>
                  <a:lnTo>
                    <a:pt x="516606" y="1224470"/>
                  </a:lnTo>
                  <a:lnTo>
                    <a:pt x="516594" y="1224459"/>
                  </a:lnTo>
                  <a:lnTo>
                    <a:pt x="516582" y="1224448"/>
                  </a:lnTo>
                  <a:lnTo>
                    <a:pt x="516572" y="1224441"/>
                  </a:lnTo>
                  <a:lnTo>
                    <a:pt x="516565" y="1224437"/>
                  </a:lnTo>
                  <a:lnTo>
                    <a:pt x="516559" y="1224433"/>
                  </a:lnTo>
                  <a:lnTo>
                    <a:pt x="516552" y="1224429"/>
                  </a:lnTo>
                  <a:lnTo>
                    <a:pt x="516536" y="1224419"/>
                  </a:lnTo>
                  <a:lnTo>
                    <a:pt x="516524" y="1224411"/>
                  </a:lnTo>
                  <a:lnTo>
                    <a:pt x="516497" y="1224396"/>
                  </a:lnTo>
                  <a:lnTo>
                    <a:pt x="516489" y="1224390"/>
                  </a:lnTo>
                  <a:lnTo>
                    <a:pt x="516477" y="1224387"/>
                  </a:lnTo>
                  <a:lnTo>
                    <a:pt x="516461" y="1224384"/>
                  </a:lnTo>
                  <a:lnTo>
                    <a:pt x="516433" y="1224384"/>
                  </a:lnTo>
                  <a:lnTo>
                    <a:pt x="516412" y="1224381"/>
                  </a:lnTo>
                  <a:lnTo>
                    <a:pt x="516399" y="1224379"/>
                  </a:lnTo>
                  <a:lnTo>
                    <a:pt x="516388" y="1224374"/>
                  </a:lnTo>
                  <a:lnTo>
                    <a:pt x="516365" y="1224366"/>
                  </a:lnTo>
                  <a:lnTo>
                    <a:pt x="516340" y="1224360"/>
                  </a:lnTo>
                  <a:lnTo>
                    <a:pt x="516302" y="1224353"/>
                  </a:lnTo>
                  <a:lnTo>
                    <a:pt x="516290" y="1224351"/>
                  </a:lnTo>
                  <a:lnTo>
                    <a:pt x="516279" y="1224350"/>
                  </a:lnTo>
                  <a:lnTo>
                    <a:pt x="516249" y="1224347"/>
                  </a:lnTo>
                  <a:lnTo>
                    <a:pt x="516232" y="1224345"/>
                  </a:lnTo>
                  <a:lnTo>
                    <a:pt x="516223" y="1224345"/>
                  </a:lnTo>
                  <a:lnTo>
                    <a:pt x="516214" y="1224345"/>
                  </a:lnTo>
                  <a:lnTo>
                    <a:pt x="516195" y="1224347"/>
                  </a:lnTo>
                  <a:lnTo>
                    <a:pt x="516182" y="1224348"/>
                  </a:lnTo>
                  <a:lnTo>
                    <a:pt x="516162" y="1224350"/>
                  </a:lnTo>
                  <a:lnTo>
                    <a:pt x="516155" y="1224351"/>
                  </a:lnTo>
                  <a:lnTo>
                    <a:pt x="516139" y="1224356"/>
                  </a:lnTo>
                  <a:lnTo>
                    <a:pt x="516115" y="1224366"/>
                  </a:lnTo>
                  <a:lnTo>
                    <a:pt x="516092" y="1224379"/>
                  </a:lnTo>
                  <a:lnTo>
                    <a:pt x="516061" y="1224399"/>
                  </a:lnTo>
                  <a:lnTo>
                    <a:pt x="516036" y="1224409"/>
                  </a:lnTo>
                  <a:lnTo>
                    <a:pt x="516021" y="1224412"/>
                  </a:lnTo>
                  <a:lnTo>
                    <a:pt x="516012" y="1224416"/>
                  </a:lnTo>
                  <a:lnTo>
                    <a:pt x="516002" y="1224423"/>
                  </a:lnTo>
                  <a:lnTo>
                    <a:pt x="515983" y="1224441"/>
                  </a:lnTo>
                  <a:lnTo>
                    <a:pt x="515962" y="1224459"/>
                  </a:lnTo>
                  <a:lnTo>
                    <a:pt x="515948" y="1224470"/>
                  </a:lnTo>
                  <a:lnTo>
                    <a:pt x="515938" y="1224474"/>
                  </a:lnTo>
                  <a:lnTo>
                    <a:pt x="515928" y="1224477"/>
                  </a:lnTo>
                  <a:lnTo>
                    <a:pt x="515920" y="1224478"/>
                  </a:lnTo>
                  <a:lnTo>
                    <a:pt x="515903" y="1224477"/>
                  </a:lnTo>
                  <a:lnTo>
                    <a:pt x="515890" y="1224475"/>
                  </a:lnTo>
                  <a:lnTo>
                    <a:pt x="515878" y="1224470"/>
                  </a:lnTo>
                  <a:lnTo>
                    <a:pt x="515862" y="1224459"/>
                  </a:lnTo>
                  <a:lnTo>
                    <a:pt x="515855" y="1224452"/>
                  </a:lnTo>
                  <a:lnTo>
                    <a:pt x="515849" y="1224446"/>
                  </a:lnTo>
                  <a:lnTo>
                    <a:pt x="515843" y="1224437"/>
                  </a:lnTo>
                  <a:lnTo>
                    <a:pt x="515837" y="1224424"/>
                  </a:lnTo>
                  <a:lnTo>
                    <a:pt x="515832" y="1224412"/>
                  </a:lnTo>
                  <a:lnTo>
                    <a:pt x="515824" y="1224385"/>
                  </a:lnTo>
                  <a:lnTo>
                    <a:pt x="515822" y="1224375"/>
                  </a:lnTo>
                  <a:lnTo>
                    <a:pt x="515818" y="1224367"/>
                  </a:lnTo>
                  <a:lnTo>
                    <a:pt x="515813" y="1224356"/>
                  </a:lnTo>
                  <a:lnTo>
                    <a:pt x="515806" y="1224344"/>
                  </a:lnTo>
                  <a:lnTo>
                    <a:pt x="515797" y="1224333"/>
                  </a:lnTo>
                  <a:lnTo>
                    <a:pt x="515788" y="1224323"/>
                  </a:lnTo>
                  <a:lnTo>
                    <a:pt x="515776" y="1224312"/>
                  </a:lnTo>
                  <a:lnTo>
                    <a:pt x="515771" y="1224308"/>
                  </a:lnTo>
                  <a:lnTo>
                    <a:pt x="515764" y="1224304"/>
                  </a:lnTo>
                  <a:lnTo>
                    <a:pt x="515758" y="1224300"/>
                  </a:lnTo>
                  <a:lnTo>
                    <a:pt x="515744" y="1224294"/>
                  </a:lnTo>
                  <a:lnTo>
                    <a:pt x="515723" y="1224286"/>
                  </a:lnTo>
                  <a:lnTo>
                    <a:pt x="515712" y="1224281"/>
                  </a:lnTo>
                  <a:lnTo>
                    <a:pt x="515696" y="1224278"/>
                  </a:lnTo>
                  <a:lnTo>
                    <a:pt x="515677" y="1224275"/>
                  </a:lnTo>
                  <a:lnTo>
                    <a:pt x="515665" y="1224273"/>
                  </a:lnTo>
                  <a:lnTo>
                    <a:pt x="515647" y="1224273"/>
                  </a:lnTo>
                  <a:lnTo>
                    <a:pt x="515634" y="1224273"/>
                  </a:lnTo>
                  <a:lnTo>
                    <a:pt x="515622" y="1224273"/>
                  </a:lnTo>
                  <a:lnTo>
                    <a:pt x="515598" y="1224277"/>
                  </a:lnTo>
                  <a:lnTo>
                    <a:pt x="515575" y="1224282"/>
                  </a:lnTo>
                  <a:lnTo>
                    <a:pt x="515567" y="1224284"/>
                  </a:lnTo>
                  <a:lnTo>
                    <a:pt x="515553" y="1224288"/>
                  </a:lnTo>
                  <a:lnTo>
                    <a:pt x="515548" y="1224288"/>
                  </a:lnTo>
                  <a:lnTo>
                    <a:pt x="515544" y="1224289"/>
                  </a:lnTo>
                  <a:lnTo>
                    <a:pt x="515532" y="1224290"/>
                  </a:lnTo>
                  <a:lnTo>
                    <a:pt x="515521" y="1224289"/>
                  </a:lnTo>
                  <a:lnTo>
                    <a:pt x="515507" y="1224288"/>
                  </a:lnTo>
                  <a:lnTo>
                    <a:pt x="515496" y="1224289"/>
                  </a:lnTo>
                  <a:lnTo>
                    <a:pt x="515475" y="1224292"/>
                  </a:lnTo>
                  <a:lnTo>
                    <a:pt x="515470" y="1224294"/>
                  </a:lnTo>
                  <a:lnTo>
                    <a:pt x="515460" y="1224298"/>
                  </a:lnTo>
                  <a:lnTo>
                    <a:pt x="515454" y="1224301"/>
                  </a:lnTo>
                  <a:lnTo>
                    <a:pt x="515439" y="1224309"/>
                  </a:lnTo>
                  <a:lnTo>
                    <a:pt x="515427" y="1224315"/>
                  </a:lnTo>
                  <a:lnTo>
                    <a:pt x="515418" y="1224320"/>
                  </a:lnTo>
                  <a:lnTo>
                    <a:pt x="515409" y="1224324"/>
                  </a:lnTo>
                  <a:lnTo>
                    <a:pt x="515401" y="1224326"/>
                  </a:lnTo>
                  <a:lnTo>
                    <a:pt x="515393" y="1224326"/>
                  </a:lnTo>
                  <a:lnTo>
                    <a:pt x="515384" y="1224326"/>
                  </a:lnTo>
                  <a:lnTo>
                    <a:pt x="515375" y="1224323"/>
                  </a:lnTo>
                  <a:lnTo>
                    <a:pt x="515358" y="1224317"/>
                  </a:lnTo>
                  <a:lnTo>
                    <a:pt x="515346" y="1224311"/>
                  </a:lnTo>
                  <a:lnTo>
                    <a:pt x="515337" y="1224304"/>
                  </a:lnTo>
                  <a:lnTo>
                    <a:pt x="515331" y="1224297"/>
                  </a:lnTo>
                  <a:lnTo>
                    <a:pt x="515320" y="1224283"/>
                  </a:lnTo>
                  <a:lnTo>
                    <a:pt x="515310" y="1224275"/>
                  </a:lnTo>
                  <a:lnTo>
                    <a:pt x="515301" y="1224270"/>
                  </a:lnTo>
                  <a:lnTo>
                    <a:pt x="515293" y="1224266"/>
                  </a:lnTo>
                  <a:lnTo>
                    <a:pt x="515285" y="1224264"/>
                  </a:lnTo>
                  <a:lnTo>
                    <a:pt x="515277" y="1224261"/>
                  </a:lnTo>
                  <a:lnTo>
                    <a:pt x="515266" y="1224261"/>
                  </a:lnTo>
                  <a:lnTo>
                    <a:pt x="515258" y="1224261"/>
                  </a:lnTo>
                  <a:lnTo>
                    <a:pt x="515241" y="1224266"/>
                  </a:lnTo>
                  <a:lnTo>
                    <a:pt x="515222" y="1224274"/>
                  </a:lnTo>
                  <a:lnTo>
                    <a:pt x="515205" y="1224280"/>
                  </a:lnTo>
                  <a:lnTo>
                    <a:pt x="515191" y="1224282"/>
                  </a:lnTo>
                  <a:lnTo>
                    <a:pt x="515178" y="1224283"/>
                  </a:lnTo>
                  <a:lnTo>
                    <a:pt x="515169" y="1224283"/>
                  </a:lnTo>
                  <a:lnTo>
                    <a:pt x="515152" y="1224283"/>
                  </a:lnTo>
                  <a:lnTo>
                    <a:pt x="515133" y="1224283"/>
                  </a:lnTo>
                  <a:lnTo>
                    <a:pt x="515120" y="1224282"/>
                  </a:lnTo>
                  <a:lnTo>
                    <a:pt x="515104" y="1224280"/>
                  </a:lnTo>
                  <a:lnTo>
                    <a:pt x="515092" y="1224280"/>
                  </a:lnTo>
                  <a:lnTo>
                    <a:pt x="515077" y="1224280"/>
                  </a:lnTo>
                  <a:lnTo>
                    <a:pt x="515069" y="1224280"/>
                  </a:lnTo>
                  <a:lnTo>
                    <a:pt x="515056" y="1224280"/>
                  </a:lnTo>
                  <a:lnTo>
                    <a:pt x="515049" y="1224279"/>
                  </a:lnTo>
                  <a:lnTo>
                    <a:pt x="515037" y="1224278"/>
                  </a:lnTo>
                  <a:lnTo>
                    <a:pt x="515029" y="1224276"/>
                  </a:lnTo>
                  <a:lnTo>
                    <a:pt x="515022" y="1224273"/>
                  </a:lnTo>
                  <a:lnTo>
                    <a:pt x="515016" y="1224267"/>
                  </a:lnTo>
                  <a:lnTo>
                    <a:pt x="515010" y="1224260"/>
                  </a:lnTo>
                  <a:lnTo>
                    <a:pt x="515004" y="1224250"/>
                  </a:lnTo>
                  <a:lnTo>
                    <a:pt x="515001" y="1224244"/>
                  </a:lnTo>
                  <a:lnTo>
                    <a:pt x="514998" y="1224239"/>
                  </a:lnTo>
                  <a:lnTo>
                    <a:pt x="514994" y="1224235"/>
                  </a:lnTo>
                  <a:lnTo>
                    <a:pt x="514986" y="1224228"/>
                  </a:lnTo>
                  <a:lnTo>
                    <a:pt x="514979" y="1224226"/>
                  </a:lnTo>
                  <a:lnTo>
                    <a:pt x="514969" y="1224228"/>
                  </a:lnTo>
                  <a:lnTo>
                    <a:pt x="514954" y="1224229"/>
                  </a:lnTo>
                  <a:lnTo>
                    <a:pt x="514942" y="1224227"/>
                  </a:lnTo>
                  <a:lnTo>
                    <a:pt x="514930" y="1224223"/>
                  </a:lnTo>
                  <a:lnTo>
                    <a:pt x="514922" y="1224219"/>
                  </a:lnTo>
                  <a:lnTo>
                    <a:pt x="514918" y="1224216"/>
                  </a:lnTo>
                  <a:lnTo>
                    <a:pt x="514909" y="1224210"/>
                  </a:lnTo>
                  <a:lnTo>
                    <a:pt x="514895" y="1224200"/>
                  </a:lnTo>
                  <a:lnTo>
                    <a:pt x="514866" y="1224180"/>
                  </a:lnTo>
                  <a:lnTo>
                    <a:pt x="514846" y="1224168"/>
                  </a:lnTo>
                  <a:lnTo>
                    <a:pt x="514839" y="1224164"/>
                  </a:lnTo>
                  <a:lnTo>
                    <a:pt x="514833" y="1224161"/>
                  </a:lnTo>
                  <a:lnTo>
                    <a:pt x="514828" y="1224160"/>
                  </a:lnTo>
                  <a:lnTo>
                    <a:pt x="514816" y="1224158"/>
                  </a:lnTo>
                  <a:lnTo>
                    <a:pt x="514812" y="1224156"/>
                  </a:lnTo>
                  <a:lnTo>
                    <a:pt x="514808" y="1224154"/>
                  </a:lnTo>
                  <a:lnTo>
                    <a:pt x="514787" y="1224142"/>
                  </a:lnTo>
                  <a:lnTo>
                    <a:pt x="514756" y="1224125"/>
                  </a:lnTo>
                  <a:lnTo>
                    <a:pt x="514717" y="1224104"/>
                  </a:lnTo>
                  <a:lnTo>
                    <a:pt x="514686" y="1224090"/>
                  </a:lnTo>
                  <a:lnTo>
                    <a:pt x="514679" y="1224087"/>
                  </a:lnTo>
                  <a:lnTo>
                    <a:pt x="514671" y="1224082"/>
                  </a:lnTo>
                  <a:lnTo>
                    <a:pt x="514660" y="1224076"/>
                  </a:lnTo>
                  <a:lnTo>
                    <a:pt x="514653" y="1224072"/>
                  </a:lnTo>
                  <a:lnTo>
                    <a:pt x="514645" y="1224069"/>
                  </a:lnTo>
                  <a:lnTo>
                    <a:pt x="514635" y="1224067"/>
                  </a:lnTo>
                  <a:lnTo>
                    <a:pt x="514622" y="1224065"/>
                  </a:lnTo>
                  <a:lnTo>
                    <a:pt x="514606" y="1224063"/>
                  </a:lnTo>
                  <a:lnTo>
                    <a:pt x="514582" y="1224060"/>
                  </a:lnTo>
                  <a:lnTo>
                    <a:pt x="514574" y="1224058"/>
                  </a:lnTo>
                  <a:lnTo>
                    <a:pt x="514564" y="1224056"/>
                  </a:lnTo>
                  <a:lnTo>
                    <a:pt x="514556" y="1224054"/>
                  </a:lnTo>
                  <a:lnTo>
                    <a:pt x="514522" y="1224040"/>
                  </a:lnTo>
                  <a:lnTo>
                    <a:pt x="514494" y="1224028"/>
                  </a:lnTo>
                  <a:lnTo>
                    <a:pt x="514468" y="1224017"/>
                  </a:lnTo>
                  <a:lnTo>
                    <a:pt x="514459" y="1224013"/>
                  </a:lnTo>
                  <a:lnTo>
                    <a:pt x="514452" y="1224009"/>
                  </a:lnTo>
                  <a:lnTo>
                    <a:pt x="514447" y="1224005"/>
                  </a:lnTo>
                  <a:lnTo>
                    <a:pt x="514440" y="1223998"/>
                  </a:lnTo>
                  <a:lnTo>
                    <a:pt x="514433" y="1223987"/>
                  </a:lnTo>
                  <a:lnTo>
                    <a:pt x="514426" y="1223971"/>
                  </a:lnTo>
                  <a:lnTo>
                    <a:pt x="514419" y="1223962"/>
                  </a:lnTo>
                  <a:lnTo>
                    <a:pt x="514404" y="1223944"/>
                  </a:lnTo>
                  <a:lnTo>
                    <a:pt x="514391" y="1223933"/>
                  </a:lnTo>
                  <a:lnTo>
                    <a:pt x="514372" y="1223916"/>
                  </a:lnTo>
                  <a:lnTo>
                    <a:pt x="514356" y="1223899"/>
                  </a:lnTo>
                  <a:lnTo>
                    <a:pt x="514347" y="1223888"/>
                  </a:lnTo>
                  <a:lnTo>
                    <a:pt x="514334" y="1223872"/>
                  </a:lnTo>
                  <a:lnTo>
                    <a:pt x="514321" y="1223859"/>
                  </a:lnTo>
                  <a:lnTo>
                    <a:pt x="514314" y="1223853"/>
                  </a:lnTo>
                  <a:lnTo>
                    <a:pt x="514299" y="1223844"/>
                  </a:lnTo>
                  <a:lnTo>
                    <a:pt x="514287" y="1223838"/>
                  </a:lnTo>
                  <a:lnTo>
                    <a:pt x="514268" y="1223830"/>
                  </a:lnTo>
                  <a:lnTo>
                    <a:pt x="514258" y="1223827"/>
                  </a:lnTo>
                  <a:lnTo>
                    <a:pt x="514246" y="1223823"/>
                  </a:lnTo>
                  <a:lnTo>
                    <a:pt x="514236" y="1223820"/>
                  </a:lnTo>
                  <a:lnTo>
                    <a:pt x="514225" y="1223818"/>
                  </a:lnTo>
                  <a:lnTo>
                    <a:pt x="514208" y="1223815"/>
                  </a:lnTo>
                  <a:lnTo>
                    <a:pt x="514197" y="1223813"/>
                  </a:lnTo>
                  <a:lnTo>
                    <a:pt x="514189" y="1223812"/>
                  </a:lnTo>
                  <a:lnTo>
                    <a:pt x="514181" y="1223809"/>
                  </a:lnTo>
                  <a:lnTo>
                    <a:pt x="514173" y="1223804"/>
                  </a:lnTo>
                  <a:lnTo>
                    <a:pt x="514158" y="1223797"/>
                  </a:lnTo>
                  <a:lnTo>
                    <a:pt x="514109" y="1223770"/>
                  </a:lnTo>
                  <a:lnTo>
                    <a:pt x="514076" y="1223751"/>
                  </a:lnTo>
                  <a:lnTo>
                    <a:pt x="514059" y="1223741"/>
                  </a:lnTo>
                  <a:lnTo>
                    <a:pt x="514051" y="1223736"/>
                  </a:lnTo>
                  <a:lnTo>
                    <a:pt x="514036" y="1223724"/>
                  </a:lnTo>
                  <a:lnTo>
                    <a:pt x="514024" y="1223715"/>
                  </a:lnTo>
                  <a:lnTo>
                    <a:pt x="514007" y="1223705"/>
                  </a:lnTo>
                  <a:lnTo>
                    <a:pt x="514001" y="1223703"/>
                  </a:lnTo>
                  <a:lnTo>
                    <a:pt x="513994" y="1223699"/>
                  </a:lnTo>
                  <a:lnTo>
                    <a:pt x="513986" y="1223694"/>
                  </a:lnTo>
                  <a:lnTo>
                    <a:pt x="513981" y="1223687"/>
                  </a:lnTo>
                  <a:lnTo>
                    <a:pt x="513977" y="1223683"/>
                  </a:lnTo>
                  <a:lnTo>
                    <a:pt x="513976" y="1223677"/>
                  </a:lnTo>
                  <a:lnTo>
                    <a:pt x="513971" y="1223660"/>
                  </a:lnTo>
                  <a:lnTo>
                    <a:pt x="513969" y="1223653"/>
                  </a:lnTo>
                  <a:lnTo>
                    <a:pt x="513965" y="1223645"/>
                  </a:lnTo>
                  <a:lnTo>
                    <a:pt x="513961" y="1223639"/>
                  </a:lnTo>
                  <a:lnTo>
                    <a:pt x="513953" y="1223632"/>
                  </a:lnTo>
                  <a:lnTo>
                    <a:pt x="513948" y="1223628"/>
                  </a:lnTo>
                  <a:lnTo>
                    <a:pt x="513942" y="1223623"/>
                  </a:lnTo>
                  <a:lnTo>
                    <a:pt x="513926" y="1223613"/>
                  </a:lnTo>
                  <a:lnTo>
                    <a:pt x="513914" y="1223606"/>
                  </a:lnTo>
                  <a:lnTo>
                    <a:pt x="513892" y="1223593"/>
                  </a:lnTo>
                  <a:lnTo>
                    <a:pt x="513870" y="1223579"/>
                  </a:lnTo>
                  <a:lnTo>
                    <a:pt x="513852" y="1223569"/>
                  </a:lnTo>
                  <a:lnTo>
                    <a:pt x="513841" y="1223561"/>
                  </a:lnTo>
                  <a:lnTo>
                    <a:pt x="513837" y="1223558"/>
                  </a:lnTo>
                  <a:lnTo>
                    <a:pt x="513829" y="1223551"/>
                  </a:lnTo>
                  <a:lnTo>
                    <a:pt x="513816" y="1223540"/>
                  </a:lnTo>
                  <a:lnTo>
                    <a:pt x="513804" y="1223532"/>
                  </a:lnTo>
                  <a:lnTo>
                    <a:pt x="513792" y="1223525"/>
                  </a:lnTo>
                  <a:lnTo>
                    <a:pt x="513783" y="1223521"/>
                  </a:lnTo>
                  <a:lnTo>
                    <a:pt x="513757" y="1223509"/>
                  </a:lnTo>
                  <a:lnTo>
                    <a:pt x="513745" y="1223504"/>
                  </a:lnTo>
                  <a:lnTo>
                    <a:pt x="513727" y="1223495"/>
                  </a:lnTo>
                  <a:lnTo>
                    <a:pt x="513709" y="1223485"/>
                  </a:lnTo>
                  <a:lnTo>
                    <a:pt x="513692" y="1223473"/>
                  </a:lnTo>
                  <a:lnTo>
                    <a:pt x="513682" y="1223467"/>
                  </a:lnTo>
                  <a:lnTo>
                    <a:pt x="513673" y="1223462"/>
                  </a:lnTo>
                  <a:lnTo>
                    <a:pt x="513653" y="1223455"/>
                  </a:lnTo>
                  <a:lnTo>
                    <a:pt x="513638" y="1223448"/>
                  </a:lnTo>
                  <a:lnTo>
                    <a:pt x="513624" y="1223442"/>
                  </a:lnTo>
                  <a:lnTo>
                    <a:pt x="513611" y="1223435"/>
                  </a:lnTo>
                  <a:lnTo>
                    <a:pt x="513590" y="1223420"/>
                  </a:lnTo>
                  <a:lnTo>
                    <a:pt x="513583" y="1223415"/>
                  </a:lnTo>
                  <a:lnTo>
                    <a:pt x="513570" y="1223405"/>
                  </a:lnTo>
                  <a:lnTo>
                    <a:pt x="513552" y="1223389"/>
                  </a:lnTo>
                  <a:lnTo>
                    <a:pt x="513534" y="1223378"/>
                  </a:lnTo>
                  <a:lnTo>
                    <a:pt x="513521" y="1223370"/>
                  </a:lnTo>
                  <a:lnTo>
                    <a:pt x="513507" y="1223357"/>
                  </a:lnTo>
                  <a:lnTo>
                    <a:pt x="513499" y="1223353"/>
                  </a:lnTo>
                  <a:lnTo>
                    <a:pt x="513488" y="1223347"/>
                  </a:lnTo>
                  <a:lnTo>
                    <a:pt x="513469" y="1223340"/>
                  </a:lnTo>
                  <a:lnTo>
                    <a:pt x="513465" y="1223339"/>
                  </a:lnTo>
                  <a:lnTo>
                    <a:pt x="513450" y="1223335"/>
                  </a:lnTo>
                  <a:lnTo>
                    <a:pt x="513421" y="1223330"/>
                  </a:lnTo>
                  <a:lnTo>
                    <a:pt x="513408" y="1223329"/>
                  </a:lnTo>
                  <a:lnTo>
                    <a:pt x="513394" y="1223328"/>
                  </a:lnTo>
                  <a:lnTo>
                    <a:pt x="513387" y="1223325"/>
                  </a:lnTo>
                  <a:lnTo>
                    <a:pt x="513358" y="1223311"/>
                  </a:lnTo>
                  <a:lnTo>
                    <a:pt x="513337" y="1223302"/>
                  </a:lnTo>
                  <a:lnTo>
                    <a:pt x="513323" y="1223296"/>
                  </a:lnTo>
                  <a:lnTo>
                    <a:pt x="513314" y="1223292"/>
                  </a:lnTo>
                  <a:lnTo>
                    <a:pt x="513304" y="1223286"/>
                  </a:lnTo>
                  <a:lnTo>
                    <a:pt x="513297" y="1223280"/>
                  </a:lnTo>
                  <a:lnTo>
                    <a:pt x="513288" y="1223271"/>
                  </a:lnTo>
                  <a:lnTo>
                    <a:pt x="513278" y="1223265"/>
                  </a:lnTo>
                  <a:lnTo>
                    <a:pt x="513266" y="1223259"/>
                  </a:lnTo>
                  <a:lnTo>
                    <a:pt x="513254" y="1223255"/>
                  </a:lnTo>
                  <a:lnTo>
                    <a:pt x="513240" y="1223248"/>
                  </a:lnTo>
                  <a:lnTo>
                    <a:pt x="513227" y="1223242"/>
                  </a:lnTo>
                  <a:lnTo>
                    <a:pt x="513217" y="1223239"/>
                  </a:lnTo>
                  <a:lnTo>
                    <a:pt x="513209" y="1223239"/>
                  </a:lnTo>
                  <a:lnTo>
                    <a:pt x="513190" y="1223240"/>
                  </a:lnTo>
                  <a:lnTo>
                    <a:pt x="513169" y="1223242"/>
                  </a:lnTo>
                  <a:lnTo>
                    <a:pt x="513152" y="1223241"/>
                  </a:lnTo>
                  <a:lnTo>
                    <a:pt x="513136" y="1223240"/>
                  </a:lnTo>
                  <a:lnTo>
                    <a:pt x="513128" y="1223239"/>
                  </a:lnTo>
                  <a:lnTo>
                    <a:pt x="513120" y="1223238"/>
                  </a:lnTo>
                  <a:lnTo>
                    <a:pt x="513103" y="1223236"/>
                  </a:lnTo>
                  <a:lnTo>
                    <a:pt x="513084" y="1223233"/>
                  </a:lnTo>
                  <a:lnTo>
                    <a:pt x="513073" y="1223230"/>
                  </a:lnTo>
                  <a:lnTo>
                    <a:pt x="513067" y="1223228"/>
                  </a:lnTo>
                  <a:lnTo>
                    <a:pt x="513058" y="1223226"/>
                  </a:lnTo>
                  <a:lnTo>
                    <a:pt x="513042" y="1223224"/>
                  </a:lnTo>
                  <a:lnTo>
                    <a:pt x="513029" y="1223221"/>
                  </a:lnTo>
                  <a:lnTo>
                    <a:pt x="513000" y="1223209"/>
                  </a:lnTo>
                  <a:lnTo>
                    <a:pt x="512991" y="1223204"/>
                  </a:lnTo>
                  <a:lnTo>
                    <a:pt x="512972" y="1223198"/>
                  </a:lnTo>
                  <a:lnTo>
                    <a:pt x="512952" y="1223193"/>
                  </a:lnTo>
                  <a:lnTo>
                    <a:pt x="512942" y="1223191"/>
                  </a:lnTo>
                  <a:lnTo>
                    <a:pt x="512926" y="1223190"/>
                  </a:lnTo>
                  <a:lnTo>
                    <a:pt x="512916" y="1223193"/>
                  </a:lnTo>
                  <a:lnTo>
                    <a:pt x="512908" y="1223195"/>
                  </a:lnTo>
                  <a:lnTo>
                    <a:pt x="512901" y="1223194"/>
                  </a:lnTo>
                  <a:lnTo>
                    <a:pt x="512889" y="1223185"/>
                  </a:lnTo>
                  <a:lnTo>
                    <a:pt x="512872" y="1223173"/>
                  </a:lnTo>
                  <a:lnTo>
                    <a:pt x="512854" y="1223160"/>
                  </a:lnTo>
                  <a:lnTo>
                    <a:pt x="512845" y="1223152"/>
                  </a:lnTo>
                  <a:lnTo>
                    <a:pt x="512837" y="1223147"/>
                  </a:lnTo>
                  <a:lnTo>
                    <a:pt x="512826" y="1223140"/>
                  </a:lnTo>
                  <a:lnTo>
                    <a:pt x="512821" y="1223137"/>
                  </a:lnTo>
                  <a:lnTo>
                    <a:pt x="512814" y="1223135"/>
                  </a:lnTo>
                  <a:lnTo>
                    <a:pt x="512800" y="1223131"/>
                  </a:lnTo>
                  <a:lnTo>
                    <a:pt x="512790" y="1223128"/>
                  </a:lnTo>
                  <a:lnTo>
                    <a:pt x="512765" y="1223123"/>
                  </a:lnTo>
                  <a:lnTo>
                    <a:pt x="512747" y="1223119"/>
                  </a:lnTo>
                  <a:lnTo>
                    <a:pt x="512736" y="1223116"/>
                  </a:lnTo>
                  <a:lnTo>
                    <a:pt x="512729" y="1223114"/>
                  </a:lnTo>
                  <a:lnTo>
                    <a:pt x="512721" y="1223113"/>
                  </a:lnTo>
                  <a:lnTo>
                    <a:pt x="512708" y="1223111"/>
                  </a:lnTo>
                  <a:lnTo>
                    <a:pt x="512688" y="1223109"/>
                  </a:lnTo>
                  <a:lnTo>
                    <a:pt x="512672" y="1223107"/>
                  </a:lnTo>
                  <a:lnTo>
                    <a:pt x="512660" y="1223105"/>
                  </a:lnTo>
                  <a:lnTo>
                    <a:pt x="512649" y="1223101"/>
                  </a:lnTo>
                  <a:lnTo>
                    <a:pt x="512641" y="1223098"/>
                  </a:lnTo>
                  <a:lnTo>
                    <a:pt x="512623" y="1223092"/>
                  </a:lnTo>
                  <a:lnTo>
                    <a:pt x="512609" y="1223086"/>
                  </a:lnTo>
                  <a:lnTo>
                    <a:pt x="512602" y="1223084"/>
                  </a:lnTo>
                  <a:lnTo>
                    <a:pt x="512592" y="1223083"/>
                  </a:lnTo>
                  <a:lnTo>
                    <a:pt x="512576" y="1223082"/>
                  </a:lnTo>
                  <a:lnTo>
                    <a:pt x="512557" y="1223081"/>
                  </a:lnTo>
                  <a:lnTo>
                    <a:pt x="512547" y="1223082"/>
                  </a:lnTo>
                  <a:lnTo>
                    <a:pt x="512542" y="1223083"/>
                  </a:lnTo>
                  <a:lnTo>
                    <a:pt x="512537" y="1223086"/>
                  </a:lnTo>
                  <a:lnTo>
                    <a:pt x="512520" y="1223095"/>
                  </a:lnTo>
                  <a:lnTo>
                    <a:pt x="512504" y="1223105"/>
                  </a:lnTo>
                  <a:lnTo>
                    <a:pt x="512489" y="1223115"/>
                  </a:lnTo>
                  <a:lnTo>
                    <a:pt x="512473" y="1223123"/>
                  </a:lnTo>
                  <a:lnTo>
                    <a:pt x="512464" y="1223128"/>
                  </a:lnTo>
                  <a:lnTo>
                    <a:pt x="512449" y="1223135"/>
                  </a:lnTo>
                  <a:lnTo>
                    <a:pt x="512442" y="1223137"/>
                  </a:lnTo>
                  <a:lnTo>
                    <a:pt x="512433" y="1223138"/>
                  </a:lnTo>
                  <a:lnTo>
                    <a:pt x="512427" y="1223138"/>
                  </a:lnTo>
                  <a:lnTo>
                    <a:pt x="512417" y="1223138"/>
                  </a:lnTo>
                  <a:lnTo>
                    <a:pt x="512405" y="1223140"/>
                  </a:lnTo>
                  <a:lnTo>
                    <a:pt x="512397" y="1223142"/>
                  </a:lnTo>
                  <a:lnTo>
                    <a:pt x="512386" y="1223145"/>
                  </a:lnTo>
                  <a:lnTo>
                    <a:pt x="512375" y="1223147"/>
                  </a:lnTo>
                  <a:lnTo>
                    <a:pt x="512364" y="1223149"/>
                  </a:lnTo>
                  <a:lnTo>
                    <a:pt x="512348" y="1223150"/>
                  </a:lnTo>
                  <a:lnTo>
                    <a:pt x="512327" y="1223152"/>
                  </a:lnTo>
                  <a:lnTo>
                    <a:pt x="512304" y="1223153"/>
                  </a:lnTo>
                  <a:lnTo>
                    <a:pt x="512288" y="1223154"/>
                  </a:lnTo>
                  <a:lnTo>
                    <a:pt x="512274" y="1223154"/>
                  </a:lnTo>
                  <a:lnTo>
                    <a:pt x="512263" y="1223154"/>
                  </a:lnTo>
                  <a:lnTo>
                    <a:pt x="512248" y="1223154"/>
                  </a:lnTo>
                  <a:lnTo>
                    <a:pt x="512242" y="1223154"/>
                  </a:lnTo>
                  <a:lnTo>
                    <a:pt x="512236" y="1223155"/>
                  </a:lnTo>
                  <a:lnTo>
                    <a:pt x="512220" y="1223157"/>
                  </a:lnTo>
                  <a:lnTo>
                    <a:pt x="512208" y="1223159"/>
                  </a:lnTo>
                  <a:lnTo>
                    <a:pt x="512183" y="1223165"/>
                  </a:lnTo>
                  <a:lnTo>
                    <a:pt x="512173" y="1223168"/>
                  </a:lnTo>
                  <a:lnTo>
                    <a:pt x="512156" y="1223172"/>
                  </a:lnTo>
                  <a:lnTo>
                    <a:pt x="512141" y="1223177"/>
                  </a:lnTo>
                  <a:lnTo>
                    <a:pt x="512109" y="1223188"/>
                  </a:lnTo>
                  <a:lnTo>
                    <a:pt x="512103" y="1223191"/>
                  </a:lnTo>
                  <a:lnTo>
                    <a:pt x="512083" y="1223200"/>
                  </a:lnTo>
                  <a:lnTo>
                    <a:pt x="512076" y="1223203"/>
                  </a:lnTo>
                  <a:lnTo>
                    <a:pt x="512061" y="1223208"/>
                  </a:lnTo>
                  <a:lnTo>
                    <a:pt x="512048" y="1223213"/>
                  </a:lnTo>
                  <a:lnTo>
                    <a:pt x="512040" y="1223216"/>
                  </a:lnTo>
                  <a:lnTo>
                    <a:pt x="512034" y="1223218"/>
                  </a:lnTo>
                  <a:lnTo>
                    <a:pt x="512029" y="1223217"/>
                  </a:lnTo>
                  <a:lnTo>
                    <a:pt x="512017" y="1223215"/>
                  </a:lnTo>
                  <a:lnTo>
                    <a:pt x="512009" y="1223213"/>
                  </a:lnTo>
                  <a:lnTo>
                    <a:pt x="512002" y="1223212"/>
                  </a:lnTo>
                  <a:lnTo>
                    <a:pt x="511997" y="1223211"/>
                  </a:lnTo>
                  <a:lnTo>
                    <a:pt x="511992" y="1223212"/>
                  </a:lnTo>
                  <a:lnTo>
                    <a:pt x="511980" y="1223213"/>
                  </a:lnTo>
                  <a:lnTo>
                    <a:pt x="511969" y="1223214"/>
                  </a:lnTo>
                  <a:lnTo>
                    <a:pt x="511958" y="1223215"/>
                  </a:lnTo>
                  <a:lnTo>
                    <a:pt x="511949" y="1223216"/>
                  </a:lnTo>
                  <a:lnTo>
                    <a:pt x="511943" y="1223219"/>
                  </a:lnTo>
                  <a:lnTo>
                    <a:pt x="511937" y="1223222"/>
                  </a:lnTo>
                  <a:lnTo>
                    <a:pt x="511930" y="1223224"/>
                  </a:lnTo>
                  <a:lnTo>
                    <a:pt x="511920" y="1223222"/>
                  </a:lnTo>
                  <a:lnTo>
                    <a:pt x="511915" y="1223221"/>
                  </a:lnTo>
                  <a:lnTo>
                    <a:pt x="511908" y="1223219"/>
                  </a:lnTo>
                  <a:lnTo>
                    <a:pt x="511903" y="1223218"/>
                  </a:lnTo>
                  <a:lnTo>
                    <a:pt x="511891" y="1223215"/>
                  </a:lnTo>
                  <a:lnTo>
                    <a:pt x="511883" y="1223212"/>
                  </a:lnTo>
                  <a:lnTo>
                    <a:pt x="511876" y="1223208"/>
                  </a:lnTo>
                  <a:lnTo>
                    <a:pt x="511867" y="1223200"/>
                  </a:lnTo>
                  <a:lnTo>
                    <a:pt x="511862" y="1223196"/>
                  </a:lnTo>
                  <a:lnTo>
                    <a:pt x="511855" y="1223190"/>
                  </a:lnTo>
                  <a:lnTo>
                    <a:pt x="511848" y="1223183"/>
                  </a:lnTo>
                  <a:lnTo>
                    <a:pt x="511842" y="1223180"/>
                  </a:lnTo>
                  <a:lnTo>
                    <a:pt x="511836" y="1223176"/>
                  </a:lnTo>
                  <a:lnTo>
                    <a:pt x="511828" y="1223170"/>
                  </a:lnTo>
                  <a:lnTo>
                    <a:pt x="511821" y="1223163"/>
                  </a:lnTo>
                  <a:lnTo>
                    <a:pt x="511816" y="1223156"/>
                  </a:lnTo>
                  <a:lnTo>
                    <a:pt x="511810" y="1223150"/>
                  </a:lnTo>
                  <a:lnTo>
                    <a:pt x="511806" y="1223147"/>
                  </a:lnTo>
                  <a:lnTo>
                    <a:pt x="511800" y="1223142"/>
                  </a:lnTo>
                  <a:lnTo>
                    <a:pt x="511790" y="1223135"/>
                  </a:lnTo>
                  <a:lnTo>
                    <a:pt x="511786" y="1223133"/>
                  </a:lnTo>
                  <a:lnTo>
                    <a:pt x="511780" y="1223130"/>
                  </a:lnTo>
                  <a:lnTo>
                    <a:pt x="511775" y="1223128"/>
                  </a:lnTo>
                  <a:lnTo>
                    <a:pt x="511763" y="1223123"/>
                  </a:lnTo>
                  <a:lnTo>
                    <a:pt x="511757" y="1223121"/>
                  </a:lnTo>
                  <a:lnTo>
                    <a:pt x="511751" y="1223120"/>
                  </a:lnTo>
                  <a:lnTo>
                    <a:pt x="511743" y="1223119"/>
                  </a:lnTo>
                  <a:lnTo>
                    <a:pt x="511736" y="1223119"/>
                  </a:lnTo>
                  <a:lnTo>
                    <a:pt x="511728" y="1223120"/>
                  </a:lnTo>
                  <a:lnTo>
                    <a:pt x="511712" y="1223120"/>
                  </a:lnTo>
                  <a:lnTo>
                    <a:pt x="511706" y="1223121"/>
                  </a:lnTo>
                  <a:lnTo>
                    <a:pt x="511700" y="1223122"/>
                  </a:lnTo>
                  <a:lnTo>
                    <a:pt x="511695" y="1223124"/>
                  </a:lnTo>
                  <a:lnTo>
                    <a:pt x="511685" y="1223127"/>
                  </a:lnTo>
                  <a:lnTo>
                    <a:pt x="511680" y="1223129"/>
                  </a:lnTo>
                  <a:lnTo>
                    <a:pt x="511675" y="1223130"/>
                  </a:lnTo>
                  <a:lnTo>
                    <a:pt x="511669" y="1223131"/>
                  </a:lnTo>
                  <a:lnTo>
                    <a:pt x="511663" y="1223131"/>
                  </a:lnTo>
                  <a:lnTo>
                    <a:pt x="511650" y="1223130"/>
                  </a:lnTo>
                  <a:lnTo>
                    <a:pt x="511639" y="1223129"/>
                  </a:lnTo>
                  <a:lnTo>
                    <a:pt x="511632" y="1223127"/>
                  </a:lnTo>
                  <a:lnTo>
                    <a:pt x="511620" y="1223125"/>
                  </a:lnTo>
                  <a:lnTo>
                    <a:pt x="511613" y="1223123"/>
                  </a:lnTo>
                  <a:lnTo>
                    <a:pt x="511603" y="1223119"/>
                  </a:lnTo>
                  <a:lnTo>
                    <a:pt x="511589" y="1223115"/>
                  </a:lnTo>
                  <a:lnTo>
                    <a:pt x="511585" y="1223115"/>
                  </a:lnTo>
                  <a:lnTo>
                    <a:pt x="511580" y="1223115"/>
                  </a:lnTo>
                  <a:lnTo>
                    <a:pt x="511575" y="1223116"/>
                  </a:lnTo>
                  <a:lnTo>
                    <a:pt x="511570" y="1223117"/>
                  </a:lnTo>
                  <a:lnTo>
                    <a:pt x="511559" y="1223120"/>
                  </a:lnTo>
                  <a:lnTo>
                    <a:pt x="511554" y="1223121"/>
                  </a:lnTo>
                  <a:lnTo>
                    <a:pt x="511547" y="1223122"/>
                  </a:lnTo>
                  <a:lnTo>
                    <a:pt x="511540" y="1223123"/>
                  </a:lnTo>
                  <a:lnTo>
                    <a:pt x="511532" y="1223123"/>
                  </a:lnTo>
                  <a:lnTo>
                    <a:pt x="511515" y="1223124"/>
                  </a:lnTo>
                  <a:lnTo>
                    <a:pt x="511506" y="1223124"/>
                  </a:lnTo>
                  <a:lnTo>
                    <a:pt x="511498" y="1223124"/>
                  </a:lnTo>
                  <a:lnTo>
                    <a:pt x="511489" y="1223124"/>
                  </a:lnTo>
                  <a:lnTo>
                    <a:pt x="511473" y="1223123"/>
                  </a:lnTo>
                  <a:lnTo>
                    <a:pt x="511456" y="1223122"/>
                  </a:lnTo>
                  <a:lnTo>
                    <a:pt x="511447" y="1223122"/>
                  </a:lnTo>
                  <a:lnTo>
                    <a:pt x="511439" y="1223121"/>
                  </a:lnTo>
                  <a:lnTo>
                    <a:pt x="511432" y="1223120"/>
                  </a:lnTo>
                  <a:lnTo>
                    <a:pt x="511398" y="1223110"/>
                  </a:lnTo>
                  <a:lnTo>
                    <a:pt x="511386" y="1223108"/>
                  </a:lnTo>
                  <a:lnTo>
                    <a:pt x="511377" y="1223106"/>
                  </a:lnTo>
                  <a:lnTo>
                    <a:pt x="511361" y="1223104"/>
                  </a:lnTo>
                  <a:lnTo>
                    <a:pt x="511354" y="1223102"/>
                  </a:lnTo>
                  <a:lnTo>
                    <a:pt x="511345" y="1223100"/>
                  </a:lnTo>
                  <a:lnTo>
                    <a:pt x="511294" y="1223090"/>
                  </a:lnTo>
                  <a:lnTo>
                    <a:pt x="511257" y="1223085"/>
                  </a:lnTo>
                  <a:lnTo>
                    <a:pt x="511252" y="1223084"/>
                  </a:lnTo>
                  <a:lnTo>
                    <a:pt x="511247" y="1223084"/>
                  </a:lnTo>
                  <a:lnTo>
                    <a:pt x="511237" y="1223084"/>
                  </a:lnTo>
                  <a:lnTo>
                    <a:pt x="511227" y="1223084"/>
                  </a:lnTo>
                  <a:lnTo>
                    <a:pt x="511219" y="1223084"/>
                  </a:lnTo>
                  <a:lnTo>
                    <a:pt x="511212" y="1223083"/>
                  </a:lnTo>
                  <a:lnTo>
                    <a:pt x="511202" y="1223082"/>
                  </a:lnTo>
                  <a:lnTo>
                    <a:pt x="511192" y="1223080"/>
                  </a:lnTo>
                  <a:lnTo>
                    <a:pt x="511184" y="1223078"/>
                  </a:lnTo>
                  <a:lnTo>
                    <a:pt x="511172" y="1223073"/>
                  </a:lnTo>
                  <a:lnTo>
                    <a:pt x="511166" y="1223068"/>
                  </a:lnTo>
                  <a:lnTo>
                    <a:pt x="511161" y="1223064"/>
                  </a:lnTo>
                  <a:lnTo>
                    <a:pt x="511152" y="1223058"/>
                  </a:lnTo>
                  <a:lnTo>
                    <a:pt x="511142" y="1223054"/>
                  </a:lnTo>
                  <a:lnTo>
                    <a:pt x="511136" y="1223053"/>
                  </a:lnTo>
                  <a:lnTo>
                    <a:pt x="511122" y="1223053"/>
                  </a:lnTo>
                  <a:lnTo>
                    <a:pt x="511113" y="1223052"/>
                  </a:lnTo>
                  <a:lnTo>
                    <a:pt x="511107" y="1223051"/>
                  </a:lnTo>
                  <a:lnTo>
                    <a:pt x="511096" y="1223050"/>
                  </a:lnTo>
                  <a:lnTo>
                    <a:pt x="511089" y="1223048"/>
                  </a:lnTo>
                  <a:lnTo>
                    <a:pt x="511066" y="1223042"/>
                  </a:lnTo>
                  <a:lnTo>
                    <a:pt x="511053" y="1223038"/>
                  </a:lnTo>
                  <a:lnTo>
                    <a:pt x="511042" y="1223034"/>
                  </a:lnTo>
                  <a:lnTo>
                    <a:pt x="511036" y="1223031"/>
                  </a:lnTo>
                  <a:lnTo>
                    <a:pt x="511031" y="1223029"/>
                  </a:lnTo>
                  <a:lnTo>
                    <a:pt x="511026" y="1223025"/>
                  </a:lnTo>
                  <a:lnTo>
                    <a:pt x="511020" y="1223018"/>
                  </a:lnTo>
                  <a:lnTo>
                    <a:pt x="511012" y="1223010"/>
                  </a:lnTo>
                  <a:lnTo>
                    <a:pt x="511007" y="1223004"/>
                  </a:lnTo>
                  <a:lnTo>
                    <a:pt x="510971" y="1222991"/>
                  </a:lnTo>
                  <a:lnTo>
                    <a:pt x="510963" y="1222989"/>
                  </a:lnTo>
                  <a:lnTo>
                    <a:pt x="510958" y="1222988"/>
                  </a:lnTo>
                  <a:lnTo>
                    <a:pt x="510950" y="1222987"/>
                  </a:lnTo>
                  <a:lnTo>
                    <a:pt x="510945" y="1222987"/>
                  </a:lnTo>
                  <a:lnTo>
                    <a:pt x="510939" y="1222987"/>
                  </a:lnTo>
                  <a:lnTo>
                    <a:pt x="510931" y="1222985"/>
                  </a:lnTo>
                  <a:lnTo>
                    <a:pt x="510924" y="1222982"/>
                  </a:lnTo>
                  <a:lnTo>
                    <a:pt x="510917" y="1222982"/>
                  </a:lnTo>
                  <a:lnTo>
                    <a:pt x="510912" y="1222982"/>
                  </a:lnTo>
                  <a:lnTo>
                    <a:pt x="510888" y="1222981"/>
                  </a:lnTo>
                  <a:lnTo>
                    <a:pt x="510867" y="1222979"/>
                  </a:lnTo>
                  <a:lnTo>
                    <a:pt x="510844" y="1222976"/>
                  </a:lnTo>
                  <a:lnTo>
                    <a:pt x="510831" y="1222971"/>
                  </a:lnTo>
                  <a:lnTo>
                    <a:pt x="510817" y="1222963"/>
                  </a:lnTo>
                  <a:lnTo>
                    <a:pt x="510813" y="1222960"/>
                  </a:lnTo>
                  <a:lnTo>
                    <a:pt x="510808" y="1222956"/>
                  </a:lnTo>
                  <a:lnTo>
                    <a:pt x="510802" y="1222954"/>
                  </a:lnTo>
                  <a:lnTo>
                    <a:pt x="510797" y="1222952"/>
                  </a:lnTo>
                  <a:lnTo>
                    <a:pt x="510753" y="1222942"/>
                  </a:lnTo>
                  <a:lnTo>
                    <a:pt x="510747" y="1222940"/>
                  </a:lnTo>
                  <a:lnTo>
                    <a:pt x="510737" y="1222940"/>
                  </a:lnTo>
                  <a:lnTo>
                    <a:pt x="510730" y="1222939"/>
                  </a:lnTo>
                  <a:lnTo>
                    <a:pt x="510722" y="1222940"/>
                  </a:lnTo>
                  <a:lnTo>
                    <a:pt x="510699" y="1222941"/>
                  </a:lnTo>
                  <a:lnTo>
                    <a:pt x="510677" y="1222941"/>
                  </a:lnTo>
                  <a:lnTo>
                    <a:pt x="510656" y="1222943"/>
                  </a:lnTo>
                  <a:lnTo>
                    <a:pt x="510640" y="1222946"/>
                  </a:lnTo>
                  <a:lnTo>
                    <a:pt x="510622" y="1222952"/>
                  </a:lnTo>
                  <a:lnTo>
                    <a:pt x="510607" y="1222957"/>
                  </a:lnTo>
                  <a:lnTo>
                    <a:pt x="510594" y="1222961"/>
                  </a:lnTo>
                  <a:lnTo>
                    <a:pt x="510578" y="1222962"/>
                  </a:lnTo>
                  <a:lnTo>
                    <a:pt x="510560" y="1222964"/>
                  </a:lnTo>
                  <a:lnTo>
                    <a:pt x="510552" y="1222965"/>
                  </a:lnTo>
                  <a:lnTo>
                    <a:pt x="510538" y="1222966"/>
                  </a:lnTo>
                  <a:lnTo>
                    <a:pt x="510526" y="1222967"/>
                  </a:lnTo>
                  <a:lnTo>
                    <a:pt x="510511" y="1222968"/>
                  </a:lnTo>
                  <a:lnTo>
                    <a:pt x="510503" y="1222969"/>
                  </a:lnTo>
                  <a:lnTo>
                    <a:pt x="510497" y="1222971"/>
                  </a:lnTo>
                  <a:lnTo>
                    <a:pt x="510488" y="1222975"/>
                  </a:lnTo>
                  <a:lnTo>
                    <a:pt x="510482" y="1222980"/>
                  </a:lnTo>
                  <a:lnTo>
                    <a:pt x="510475" y="1222986"/>
                  </a:lnTo>
                  <a:lnTo>
                    <a:pt x="510466" y="1222993"/>
                  </a:lnTo>
                  <a:lnTo>
                    <a:pt x="510453" y="1222998"/>
                  </a:lnTo>
                  <a:lnTo>
                    <a:pt x="510440" y="1223003"/>
                  </a:lnTo>
                  <a:lnTo>
                    <a:pt x="510424" y="1223005"/>
                  </a:lnTo>
                  <a:lnTo>
                    <a:pt x="510410" y="1223007"/>
                  </a:lnTo>
                  <a:lnTo>
                    <a:pt x="510401" y="1223008"/>
                  </a:lnTo>
                  <a:lnTo>
                    <a:pt x="510376" y="1223011"/>
                  </a:lnTo>
                  <a:lnTo>
                    <a:pt x="510368" y="1223012"/>
                  </a:lnTo>
                  <a:lnTo>
                    <a:pt x="510360" y="1223014"/>
                  </a:lnTo>
                  <a:lnTo>
                    <a:pt x="510353" y="1223015"/>
                  </a:lnTo>
                  <a:lnTo>
                    <a:pt x="510337" y="1223015"/>
                  </a:lnTo>
                  <a:lnTo>
                    <a:pt x="510329" y="1223016"/>
                  </a:lnTo>
                  <a:lnTo>
                    <a:pt x="510316" y="1223019"/>
                  </a:lnTo>
                  <a:lnTo>
                    <a:pt x="510303" y="1223022"/>
                  </a:lnTo>
                  <a:lnTo>
                    <a:pt x="510295" y="1223023"/>
                  </a:lnTo>
                  <a:lnTo>
                    <a:pt x="510275" y="1223025"/>
                  </a:lnTo>
                  <a:lnTo>
                    <a:pt x="510266" y="1223026"/>
                  </a:lnTo>
                  <a:lnTo>
                    <a:pt x="510258" y="1223026"/>
                  </a:lnTo>
                  <a:lnTo>
                    <a:pt x="510244" y="1223026"/>
                  </a:lnTo>
                  <a:lnTo>
                    <a:pt x="510232" y="1223024"/>
                  </a:lnTo>
                  <a:lnTo>
                    <a:pt x="510221" y="1223023"/>
                  </a:lnTo>
                  <a:lnTo>
                    <a:pt x="510202" y="1223019"/>
                  </a:lnTo>
                  <a:lnTo>
                    <a:pt x="510186" y="1223014"/>
                  </a:lnTo>
                  <a:lnTo>
                    <a:pt x="510178" y="1223010"/>
                  </a:lnTo>
                  <a:lnTo>
                    <a:pt x="510168" y="1223009"/>
                  </a:lnTo>
                  <a:lnTo>
                    <a:pt x="510149" y="1223006"/>
                  </a:lnTo>
                  <a:lnTo>
                    <a:pt x="510144" y="1223006"/>
                  </a:lnTo>
                  <a:lnTo>
                    <a:pt x="510133" y="1223006"/>
                  </a:lnTo>
                  <a:lnTo>
                    <a:pt x="510122" y="1223006"/>
                  </a:lnTo>
                  <a:lnTo>
                    <a:pt x="510102" y="1223007"/>
                  </a:lnTo>
                  <a:lnTo>
                    <a:pt x="510071" y="1223007"/>
                  </a:lnTo>
                  <a:lnTo>
                    <a:pt x="510063" y="1223008"/>
                  </a:lnTo>
                  <a:lnTo>
                    <a:pt x="510050" y="1223008"/>
                  </a:lnTo>
                  <a:lnTo>
                    <a:pt x="510039" y="1223009"/>
                  </a:lnTo>
                  <a:lnTo>
                    <a:pt x="509997" y="1223009"/>
                  </a:lnTo>
                  <a:lnTo>
                    <a:pt x="509993" y="1223009"/>
                  </a:lnTo>
                  <a:lnTo>
                    <a:pt x="509988" y="1223009"/>
                  </a:lnTo>
                  <a:lnTo>
                    <a:pt x="509979" y="1223010"/>
                  </a:lnTo>
                  <a:lnTo>
                    <a:pt x="509963" y="1223011"/>
                  </a:lnTo>
                  <a:lnTo>
                    <a:pt x="509950" y="1223014"/>
                  </a:lnTo>
                  <a:lnTo>
                    <a:pt x="509945" y="1223016"/>
                  </a:lnTo>
                  <a:lnTo>
                    <a:pt x="509939" y="1223019"/>
                  </a:lnTo>
                  <a:lnTo>
                    <a:pt x="509932" y="1223022"/>
                  </a:lnTo>
                  <a:lnTo>
                    <a:pt x="509927" y="1223022"/>
                  </a:lnTo>
                  <a:lnTo>
                    <a:pt x="509914" y="1223019"/>
                  </a:lnTo>
                  <a:lnTo>
                    <a:pt x="509906" y="1223016"/>
                  </a:lnTo>
                  <a:lnTo>
                    <a:pt x="509902" y="1223015"/>
                  </a:lnTo>
                  <a:lnTo>
                    <a:pt x="509897" y="1223013"/>
                  </a:lnTo>
                  <a:lnTo>
                    <a:pt x="509888" y="1223012"/>
                  </a:lnTo>
                  <a:lnTo>
                    <a:pt x="509880" y="1223012"/>
                  </a:lnTo>
                  <a:lnTo>
                    <a:pt x="509876" y="1223013"/>
                  </a:lnTo>
                  <a:lnTo>
                    <a:pt x="509871" y="1223014"/>
                  </a:lnTo>
                  <a:lnTo>
                    <a:pt x="509863" y="1223016"/>
                  </a:lnTo>
                  <a:lnTo>
                    <a:pt x="509847" y="1223017"/>
                  </a:lnTo>
                  <a:lnTo>
                    <a:pt x="509808" y="1223020"/>
                  </a:lnTo>
                  <a:lnTo>
                    <a:pt x="509798" y="1223021"/>
                  </a:lnTo>
                  <a:lnTo>
                    <a:pt x="509782" y="1223028"/>
                  </a:lnTo>
                  <a:lnTo>
                    <a:pt x="509777" y="1223030"/>
                  </a:lnTo>
                  <a:lnTo>
                    <a:pt x="509769" y="1223032"/>
                  </a:lnTo>
                  <a:lnTo>
                    <a:pt x="509752" y="1223039"/>
                  </a:lnTo>
                  <a:lnTo>
                    <a:pt x="509741" y="1223044"/>
                  </a:lnTo>
                  <a:lnTo>
                    <a:pt x="509735" y="1223046"/>
                  </a:lnTo>
                  <a:lnTo>
                    <a:pt x="509724" y="1223052"/>
                  </a:lnTo>
                  <a:lnTo>
                    <a:pt x="509712" y="1223058"/>
                  </a:lnTo>
                  <a:lnTo>
                    <a:pt x="509694" y="1223068"/>
                  </a:lnTo>
                  <a:lnTo>
                    <a:pt x="509685" y="1223073"/>
                  </a:lnTo>
                  <a:lnTo>
                    <a:pt x="509679" y="1223078"/>
                  </a:lnTo>
                  <a:lnTo>
                    <a:pt x="509670" y="1223085"/>
                  </a:lnTo>
                  <a:lnTo>
                    <a:pt x="509665" y="1223088"/>
                  </a:lnTo>
                  <a:lnTo>
                    <a:pt x="509661" y="1223090"/>
                  </a:lnTo>
                  <a:lnTo>
                    <a:pt x="509649" y="1223095"/>
                  </a:lnTo>
                  <a:lnTo>
                    <a:pt x="509644" y="1223098"/>
                  </a:lnTo>
                  <a:lnTo>
                    <a:pt x="509640" y="1223102"/>
                  </a:lnTo>
                  <a:lnTo>
                    <a:pt x="509635" y="1223106"/>
                  </a:lnTo>
                  <a:lnTo>
                    <a:pt x="509629" y="1223114"/>
                  </a:lnTo>
                  <a:lnTo>
                    <a:pt x="509624" y="1223121"/>
                  </a:lnTo>
                  <a:lnTo>
                    <a:pt x="509615" y="1223137"/>
                  </a:lnTo>
                  <a:lnTo>
                    <a:pt x="509607" y="1223147"/>
                  </a:lnTo>
                  <a:lnTo>
                    <a:pt x="509598" y="1223158"/>
                  </a:lnTo>
                  <a:lnTo>
                    <a:pt x="509589" y="1223168"/>
                  </a:lnTo>
                  <a:lnTo>
                    <a:pt x="509582" y="1223174"/>
                  </a:lnTo>
                  <a:lnTo>
                    <a:pt x="509570" y="1223183"/>
                  </a:lnTo>
                  <a:lnTo>
                    <a:pt x="509559" y="1223192"/>
                  </a:lnTo>
                  <a:lnTo>
                    <a:pt x="509548" y="1223200"/>
                  </a:lnTo>
                  <a:lnTo>
                    <a:pt x="509540" y="1223205"/>
                  </a:lnTo>
                  <a:lnTo>
                    <a:pt x="509535" y="1223208"/>
                  </a:lnTo>
                  <a:lnTo>
                    <a:pt x="509531" y="1223211"/>
                  </a:lnTo>
                  <a:lnTo>
                    <a:pt x="509527" y="1223213"/>
                  </a:lnTo>
                  <a:lnTo>
                    <a:pt x="509523" y="1223217"/>
                  </a:lnTo>
                  <a:lnTo>
                    <a:pt x="509520" y="1223222"/>
                  </a:lnTo>
                  <a:lnTo>
                    <a:pt x="509513" y="1223228"/>
                  </a:lnTo>
                  <a:lnTo>
                    <a:pt x="509509" y="1223231"/>
                  </a:lnTo>
                  <a:lnTo>
                    <a:pt x="509502" y="1223234"/>
                  </a:lnTo>
                  <a:lnTo>
                    <a:pt x="509491" y="1223240"/>
                  </a:lnTo>
                  <a:lnTo>
                    <a:pt x="509482" y="1223243"/>
                  </a:lnTo>
                  <a:lnTo>
                    <a:pt x="509470" y="1223247"/>
                  </a:lnTo>
                  <a:lnTo>
                    <a:pt x="509464" y="1223250"/>
                  </a:lnTo>
                  <a:lnTo>
                    <a:pt x="509455" y="1223255"/>
                  </a:lnTo>
                  <a:lnTo>
                    <a:pt x="509445" y="1223260"/>
                  </a:lnTo>
                  <a:lnTo>
                    <a:pt x="509438" y="1223262"/>
                  </a:lnTo>
                  <a:lnTo>
                    <a:pt x="509428" y="1223263"/>
                  </a:lnTo>
                  <a:lnTo>
                    <a:pt x="509420" y="1223263"/>
                  </a:lnTo>
                  <a:lnTo>
                    <a:pt x="509411" y="1223263"/>
                  </a:lnTo>
                  <a:lnTo>
                    <a:pt x="509401" y="1223261"/>
                  </a:lnTo>
                  <a:lnTo>
                    <a:pt x="509390" y="1223259"/>
                  </a:lnTo>
                  <a:lnTo>
                    <a:pt x="509384" y="1223257"/>
                  </a:lnTo>
                  <a:lnTo>
                    <a:pt x="509374" y="1223255"/>
                  </a:lnTo>
                  <a:lnTo>
                    <a:pt x="509361" y="1223252"/>
                  </a:lnTo>
                  <a:lnTo>
                    <a:pt x="509349" y="1223251"/>
                  </a:lnTo>
                  <a:lnTo>
                    <a:pt x="509329" y="1223249"/>
                  </a:lnTo>
                  <a:lnTo>
                    <a:pt x="509315" y="1223248"/>
                  </a:lnTo>
                  <a:lnTo>
                    <a:pt x="509301" y="1223248"/>
                  </a:lnTo>
                  <a:lnTo>
                    <a:pt x="509291" y="1223248"/>
                  </a:lnTo>
                  <a:lnTo>
                    <a:pt x="509269" y="1223251"/>
                  </a:lnTo>
                  <a:lnTo>
                    <a:pt x="509241" y="1223256"/>
                  </a:lnTo>
                  <a:lnTo>
                    <a:pt x="509216" y="1223261"/>
                  </a:lnTo>
                  <a:lnTo>
                    <a:pt x="509200" y="1223266"/>
                  </a:lnTo>
                  <a:lnTo>
                    <a:pt x="509186" y="1223270"/>
                  </a:lnTo>
                  <a:lnTo>
                    <a:pt x="509174" y="1223274"/>
                  </a:lnTo>
                  <a:lnTo>
                    <a:pt x="509158" y="1223279"/>
                  </a:lnTo>
                  <a:lnTo>
                    <a:pt x="509139" y="1223282"/>
                  </a:lnTo>
                  <a:lnTo>
                    <a:pt x="509127" y="1223286"/>
                  </a:lnTo>
                  <a:lnTo>
                    <a:pt x="509117" y="1223289"/>
                  </a:lnTo>
                  <a:lnTo>
                    <a:pt x="509111" y="1223292"/>
                  </a:lnTo>
                  <a:lnTo>
                    <a:pt x="509102" y="1223297"/>
                  </a:lnTo>
                  <a:lnTo>
                    <a:pt x="509094" y="1223302"/>
                  </a:lnTo>
                  <a:lnTo>
                    <a:pt x="509085" y="1223308"/>
                  </a:lnTo>
                  <a:lnTo>
                    <a:pt x="509075" y="1223312"/>
                  </a:lnTo>
                  <a:lnTo>
                    <a:pt x="509069" y="1223315"/>
                  </a:lnTo>
                  <a:lnTo>
                    <a:pt x="509062" y="1223320"/>
                  </a:lnTo>
                  <a:lnTo>
                    <a:pt x="509055" y="1223326"/>
                  </a:lnTo>
                  <a:lnTo>
                    <a:pt x="509043" y="1223336"/>
                  </a:lnTo>
                  <a:lnTo>
                    <a:pt x="509034" y="1223343"/>
                  </a:lnTo>
                  <a:lnTo>
                    <a:pt x="509026" y="1223349"/>
                  </a:lnTo>
                  <a:lnTo>
                    <a:pt x="509017" y="1223353"/>
                  </a:lnTo>
                  <a:lnTo>
                    <a:pt x="509009" y="1223357"/>
                  </a:lnTo>
                  <a:lnTo>
                    <a:pt x="509000" y="1223360"/>
                  </a:lnTo>
                  <a:lnTo>
                    <a:pt x="508991" y="1223365"/>
                  </a:lnTo>
                  <a:lnTo>
                    <a:pt x="508981" y="1223372"/>
                  </a:lnTo>
                  <a:lnTo>
                    <a:pt x="508965" y="1223383"/>
                  </a:lnTo>
                  <a:lnTo>
                    <a:pt x="508949" y="1223394"/>
                  </a:lnTo>
                  <a:lnTo>
                    <a:pt x="508942" y="1223398"/>
                  </a:lnTo>
                  <a:lnTo>
                    <a:pt x="508932" y="1223402"/>
                  </a:lnTo>
                  <a:lnTo>
                    <a:pt x="508923" y="1223405"/>
                  </a:lnTo>
                  <a:lnTo>
                    <a:pt x="508912" y="1223408"/>
                  </a:lnTo>
                  <a:lnTo>
                    <a:pt x="508902" y="1223409"/>
                  </a:lnTo>
                  <a:lnTo>
                    <a:pt x="508896" y="1223408"/>
                  </a:lnTo>
                  <a:lnTo>
                    <a:pt x="508864" y="1223399"/>
                  </a:lnTo>
                  <a:lnTo>
                    <a:pt x="508859" y="1223398"/>
                  </a:lnTo>
                  <a:lnTo>
                    <a:pt x="508855" y="1223397"/>
                  </a:lnTo>
                  <a:lnTo>
                    <a:pt x="508849" y="1223397"/>
                  </a:lnTo>
                  <a:lnTo>
                    <a:pt x="508842" y="1223397"/>
                  </a:lnTo>
                  <a:lnTo>
                    <a:pt x="508833" y="1223399"/>
                  </a:lnTo>
                  <a:lnTo>
                    <a:pt x="508829" y="1223401"/>
                  </a:lnTo>
                  <a:lnTo>
                    <a:pt x="508822" y="1223405"/>
                  </a:lnTo>
                  <a:lnTo>
                    <a:pt x="508817" y="1223411"/>
                  </a:lnTo>
                  <a:lnTo>
                    <a:pt x="508811" y="1223416"/>
                  </a:lnTo>
                  <a:lnTo>
                    <a:pt x="508805" y="1223425"/>
                  </a:lnTo>
                  <a:lnTo>
                    <a:pt x="508794" y="1223438"/>
                  </a:lnTo>
                  <a:lnTo>
                    <a:pt x="508785" y="1223450"/>
                  </a:lnTo>
                  <a:lnTo>
                    <a:pt x="508781" y="1223456"/>
                  </a:lnTo>
                  <a:lnTo>
                    <a:pt x="508775" y="1223465"/>
                  </a:lnTo>
                  <a:lnTo>
                    <a:pt x="508766" y="1223478"/>
                  </a:lnTo>
                  <a:lnTo>
                    <a:pt x="508761" y="1223485"/>
                  </a:lnTo>
                  <a:lnTo>
                    <a:pt x="508757" y="1223490"/>
                  </a:lnTo>
                  <a:lnTo>
                    <a:pt x="508753" y="1223496"/>
                  </a:lnTo>
                  <a:lnTo>
                    <a:pt x="508750" y="1223506"/>
                  </a:lnTo>
                  <a:lnTo>
                    <a:pt x="508749" y="1223515"/>
                  </a:lnTo>
                  <a:lnTo>
                    <a:pt x="508747" y="1223524"/>
                  </a:lnTo>
                  <a:lnTo>
                    <a:pt x="508744" y="1223533"/>
                  </a:lnTo>
                  <a:lnTo>
                    <a:pt x="508740" y="1223547"/>
                  </a:lnTo>
                  <a:lnTo>
                    <a:pt x="508738" y="1223553"/>
                  </a:lnTo>
                  <a:lnTo>
                    <a:pt x="508734" y="1223571"/>
                  </a:lnTo>
                  <a:lnTo>
                    <a:pt x="508732" y="1223581"/>
                  </a:lnTo>
                  <a:lnTo>
                    <a:pt x="508730" y="1223591"/>
                  </a:lnTo>
                  <a:lnTo>
                    <a:pt x="508730" y="1223599"/>
                  </a:lnTo>
                  <a:lnTo>
                    <a:pt x="508730" y="1223604"/>
                  </a:lnTo>
                  <a:lnTo>
                    <a:pt x="508731" y="1223616"/>
                  </a:lnTo>
                  <a:lnTo>
                    <a:pt x="508733" y="1223625"/>
                  </a:lnTo>
                  <a:lnTo>
                    <a:pt x="508735" y="1223639"/>
                  </a:lnTo>
                  <a:lnTo>
                    <a:pt x="508737" y="1223657"/>
                  </a:lnTo>
                  <a:lnTo>
                    <a:pt x="508738" y="1223666"/>
                  </a:lnTo>
                  <a:lnTo>
                    <a:pt x="508740" y="1223676"/>
                  </a:lnTo>
                  <a:lnTo>
                    <a:pt x="508744" y="1223693"/>
                  </a:lnTo>
                  <a:lnTo>
                    <a:pt x="508745" y="1223705"/>
                  </a:lnTo>
                  <a:lnTo>
                    <a:pt x="508747" y="1223725"/>
                  </a:lnTo>
                  <a:lnTo>
                    <a:pt x="508748" y="1223735"/>
                  </a:lnTo>
                  <a:lnTo>
                    <a:pt x="508749" y="1223743"/>
                  </a:lnTo>
                  <a:lnTo>
                    <a:pt x="508752" y="1223754"/>
                  </a:lnTo>
                  <a:lnTo>
                    <a:pt x="508753" y="1223760"/>
                  </a:lnTo>
                  <a:lnTo>
                    <a:pt x="508755" y="1223764"/>
                  </a:lnTo>
                  <a:lnTo>
                    <a:pt x="508757" y="1223769"/>
                  </a:lnTo>
                  <a:lnTo>
                    <a:pt x="508760" y="1223775"/>
                  </a:lnTo>
                  <a:lnTo>
                    <a:pt x="508762" y="1223781"/>
                  </a:lnTo>
                  <a:lnTo>
                    <a:pt x="508763" y="1223791"/>
                  </a:lnTo>
                  <a:lnTo>
                    <a:pt x="508763" y="1223806"/>
                  </a:lnTo>
                  <a:lnTo>
                    <a:pt x="508765" y="1223817"/>
                  </a:lnTo>
                  <a:lnTo>
                    <a:pt x="508768" y="1223830"/>
                  </a:lnTo>
                  <a:lnTo>
                    <a:pt x="508771" y="1223844"/>
                  </a:lnTo>
                  <a:lnTo>
                    <a:pt x="508774" y="1223854"/>
                  </a:lnTo>
                  <a:lnTo>
                    <a:pt x="508775" y="1223862"/>
                  </a:lnTo>
                  <a:lnTo>
                    <a:pt x="508776" y="1223869"/>
                  </a:lnTo>
                  <a:lnTo>
                    <a:pt x="508775" y="1223886"/>
                  </a:lnTo>
                  <a:lnTo>
                    <a:pt x="508774" y="1223900"/>
                  </a:lnTo>
                  <a:lnTo>
                    <a:pt x="508773" y="1223914"/>
                  </a:lnTo>
                  <a:lnTo>
                    <a:pt x="508773" y="1223931"/>
                  </a:lnTo>
                  <a:lnTo>
                    <a:pt x="508771" y="1223949"/>
                  </a:lnTo>
                  <a:lnTo>
                    <a:pt x="508771" y="1223963"/>
                  </a:lnTo>
                  <a:lnTo>
                    <a:pt x="508770" y="1223972"/>
                  </a:lnTo>
                  <a:lnTo>
                    <a:pt x="508769" y="1223981"/>
                  </a:lnTo>
                  <a:lnTo>
                    <a:pt x="508766" y="1223999"/>
                  </a:lnTo>
                  <a:lnTo>
                    <a:pt x="508763" y="1224016"/>
                  </a:lnTo>
                  <a:lnTo>
                    <a:pt x="508760" y="1224039"/>
                  </a:lnTo>
                  <a:lnTo>
                    <a:pt x="508757" y="1224063"/>
                  </a:lnTo>
                  <a:lnTo>
                    <a:pt x="508756" y="1224070"/>
                  </a:lnTo>
                  <a:lnTo>
                    <a:pt x="508753" y="1224085"/>
                  </a:lnTo>
                  <a:lnTo>
                    <a:pt x="508751" y="1224100"/>
                  </a:lnTo>
                  <a:lnTo>
                    <a:pt x="508750" y="1224107"/>
                  </a:lnTo>
                  <a:lnTo>
                    <a:pt x="508748" y="1224117"/>
                  </a:lnTo>
                  <a:lnTo>
                    <a:pt x="508747" y="1224123"/>
                  </a:lnTo>
                  <a:lnTo>
                    <a:pt x="508745" y="1224128"/>
                  </a:lnTo>
                  <a:lnTo>
                    <a:pt x="508740" y="1224142"/>
                  </a:lnTo>
                  <a:lnTo>
                    <a:pt x="508733" y="1224158"/>
                  </a:lnTo>
                  <a:lnTo>
                    <a:pt x="508728" y="1224171"/>
                  </a:lnTo>
                  <a:lnTo>
                    <a:pt x="508726" y="1224177"/>
                  </a:lnTo>
                  <a:lnTo>
                    <a:pt x="508722" y="1224193"/>
                  </a:lnTo>
                  <a:lnTo>
                    <a:pt x="508719" y="1224204"/>
                  </a:lnTo>
                  <a:lnTo>
                    <a:pt x="508717" y="1224211"/>
                  </a:lnTo>
                  <a:lnTo>
                    <a:pt x="508714" y="1224218"/>
                  </a:lnTo>
                  <a:lnTo>
                    <a:pt x="508710" y="1224228"/>
                  </a:lnTo>
                  <a:lnTo>
                    <a:pt x="508708" y="1224236"/>
                  </a:lnTo>
                  <a:lnTo>
                    <a:pt x="508702" y="1224254"/>
                  </a:lnTo>
                  <a:lnTo>
                    <a:pt x="508700" y="1224263"/>
                  </a:lnTo>
                  <a:lnTo>
                    <a:pt x="508698" y="1224278"/>
                  </a:lnTo>
                  <a:lnTo>
                    <a:pt x="508696" y="1224285"/>
                  </a:lnTo>
                  <a:lnTo>
                    <a:pt x="508692" y="1224296"/>
                  </a:lnTo>
                  <a:lnTo>
                    <a:pt x="508689" y="1224303"/>
                  </a:lnTo>
                  <a:lnTo>
                    <a:pt x="508687" y="1224308"/>
                  </a:lnTo>
                  <a:lnTo>
                    <a:pt x="508681" y="1224317"/>
                  </a:lnTo>
                  <a:lnTo>
                    <a:pt x="508671" y="1224331"/>
                  </a:lnTo>
                  <a:lnTo>
                    <a:pt x="508667" y="1224335"/>
                  </a:lnTo>
                  <a:lnTo>
                    <a:pt x="508662" y="1224340"/>
                  </a:lnTo>
                  <a:lnTo>
                    <a:pt x="508657" y="1224343"/>
                  </a:lnTo>
                  <a:lnTo>
                    <a:pt x="508648" y="1224348"/>
                  </a:lnTo>
                  <a:lnTo>
                    <a:pt x="508641" y="1224351"/>
                  </a:lnTo>
                  <a:lnTo>
                    <a:pt x="508634" y="1224354"/>
                  </a:lnTo>
                  <a:lnTo>
                    <a:pt x="508626" y="1224356"/>
                  </a:lnTo>
                  <a:lnTo>
                    <a:pt x="508610" y="1224360"/>
                  </a:lnTo>
                  <a:lnTo>
                    <a:pt x="508604" y="1224362"/>
                  </a:lnTo>
                  <a:lnTo>
                    <a:pt x="508598" y="1224364"/>
                  </a:lnTo>
                  <a:lnTo>
                    <a:pt x="508588" y="1224369"/>
                  </a:lnTo>
                  <a:lnTo>
                    <a:pt x="508580" y="1224375"/>
                  </a:lnTo>
                  <a:lnTo>
                    <a:pt x="508573" y="1224381"/>
                  </a:lnTo>
                  <a:lnTo>
                    <a:pt x="508568" y="1224386"/>
                  </a:lnTo>
                  <a:lnTo>
                    <a:pt x="508563" y="1224393"/>
                  </a:lnTo>
                  <a:lnTo>
                    <a:pt x="508559" y="1224399"/>
                  </a:lnTo>
                  <a:lnTo>
                    <a:pt x="508556" y="1224405"/>
                  </a:lnTo>
                  <a:lnTo>
                    <a:pt x="508553" y="1224415"/>
                  </a:lnTo>
                  <a:lnTo>
                    <a:pt x="508550" y="1224421"/>
                  </a:lnTo>
                  <a:lnTo>
                    <a:pt x="508546" y="1224433"/>
                  </a:lnTo>
                  <a:lnTo>
                    <a:pt x="508540" y="1224447"/>
                  </a:lnTo>
                  <a:lnTo>
                    <a:pt x="508536" y="1224456"/>
                  </a:lnTo>
                  <a:lnTo>
                    <a:pt x="508531" y="1224461"/>
                  </a:lnTo>
                  <a:lnTo>
                    <a:pt x="508521" y="1224469"/>
                  </a:lnTo>
                  <a:lnTo>
                    <a:pt x="508510" y="1224477"/>
                  </a:lnTo>
                  <a:lnTo>
                    <a:pt x="508499" y="1224485"/>
                  </a:lnTo>
                  <a:lnTo>
                    <a:pt x="508484" y="1224494"/>
                  </a:lnTo>
                  <a:lnTo>
                    <a:pt x="508479" y="1224497"/>
                  </a:lnTo>
                  <a:lnTo>
                    <a:pt x="508473" y="1224501"/>
                  </a:lnTo>
                  <a:lnTo>
                    <a:pt x="508467" y="1224506"/>
                  </a:lnTo>
                  <a:lnTo>
                    <a:pt x="508463" y="1224511"/>
                  </a:lnTo>
                  <a:lnTo>
                    <a:pt x="508456" y="1224520"/>
                  </a:lnTo>
                  <a:lnTo>
                    <a:pt x="508451" y="1224527"/>
                  </a:lnTo>
                  <a:lnTo>
                    <a:pt x="508445" y="1224533"/>
                  </a:lnTo>
                  <a:lnTo>
                    <a:pt x="508438" y="1224541"/>
                  </a:lnTo>
                  <a:lnTo>
                    <a:pt x="508431" y="1224547"/>
                  </a:lnTo>
                  <a:lnTo>
                    <a:pt x="508423" y="1224556"/>
                  </a:lnTo>
                  <a:lnTo>
                    <a:pt x="508413" y="1224565"/>
                  </a:lnTo>
                  <a:lnTo>
                    <a:pt x="508401" y="1224576"/>
                  </a:lnTo>
                  <a:lnTo>
                    <a:pt x="508386" y="1224588"/>
                  </a:lnTo>
                  <a:lnTo>
                    <a:pt x="508378" y="1224594"/>
                  </a:lnTo>
                  <a:lnTo>
                    <a:pt x="508362" y="1224607"/>
                  </a:lnTo>
                  <a:lnTo>
                    <a:pt x="508353" y="1224614"/>
                  </a:lnTo>
                  <a:lnTo>
                    <a:pt x="508346" y="1224620"/>
                  </a:lnTo>
                  <a:lnTo>
                    <a:pt x="508336" y="1224629"/>
                  </a:lnTo>
                  <a:lnTo>
                    <a:pt x="508329" y="1224633"/>
                  </a:lnTo>
                  <a:lnTo>
                    <a:pt x="508319" y="1224640"/>
                  </a:lnTo>
                  <a:lnTo>
                    <a:pt x="508303" y="1224649"/>
                  </a:lnTo>
                  <a:lnTo>
                    <a:pt x="508290" y="1224656"/>
                  </a:lnTo>
                  <a:lnTo>
                    <a:pt x="508275" y="1224665"/>
                  </a:lnTo>
                  <a:lnTo>
                    <a:pt x="508264" y="1224671"/>
                  </a:lnTo>
                  <a:lnTo>
                    <a:pt x="508252" y="1224678"/>
                  </a:lnTo>
                  <a:lnTo>
                    <a:pt x="508249" y="1224681"/>
                  </a:lnTo>
                  <a:lnTo>
                    <a:pt x="508235" y="1224694"/>
                  </a:lnTo>
                  <a:lnTo>
                    <a:pt x="508230" y="1224698"/>
                  </a:lnTo>
                  <a:lnTo>
                    <a:pt x="508223" y="1224706"/>
                  </a:lnTo>
                  <a:lnTo>
                    <a:pt x="508208" y="1224731"/>
                  </a:lnTo>
                  <a:lnTo>
                    <a:pt x="508205" y="1224736"/>
                  </a:lnTo>
                  <a:lnTo>
                    <a:pt x="508200" y="1224740"/>
                  </a:lnTo>
                  <a:lnTo>
                    <a:pt x="508193" y="1224746"/>
                  </a:lnTo>
                  <a:lnTo>
                    <a:pt x="508186" y="1224751"/>
                  </a:lnTo>
                  <a:lnTo>
                    <a:pt x="508178" y="1224756"/>
                  </a:lnTo>
                  <a:lnTo>
                    <a:pt x="508168" y="1224760"/>
                  </a:lnTo>
                  <a:lnTo>
                    <a:pt x="508158" y="1224763"/>
                  </a:lnTo>
                  <a:lnTo>
                    <a:pt x="508149" y="1224766"/>
                  </a:lnTo>
                  <a:lnTo>
                    <a:pt x="508133" y="1224771"/>
                  </a:lnTo>
                  <a:lnTo>
                    <a:pt x="508122" y="1224774"/>
                  </a:lnTo>
                  <a:lnTo>
                    <a:pt x="508115" y="1224777"/>
                  </a:lnTo>
                  <a:lnTo>
                    <a:pt x="508111" y="1224780"/>
                  </a:lnTo>
                  <a:lnTo>
                    <a:pt x="508106" y="1224782"/>
                  </a:lnTo>
                  <a:lnTo>
                    <a:pt x="508096" y="1224789"/>
                  </a:lnTo>
                  <a:lnTo>
                    <a:pt x="508092" y="1224793"/>
                  </a:lnTo>
                  <a:lnTo>
                    <a:pt x="508083" y="1224802"/>
                  </a:lnTo>
                  <a:lnTo>
                    <a:pt x="508073" y="1224812"/>
                  </a:lnTo>
                  <a:lnTo>
                    <a:pt x="508065" y="1224824"/>
                  </a:lnTo>
                  <a:lnTo>
                    <a:pt x="508060" y="1224832"/>
                  </a:lnTo>
                  <a:lnTo>
                    <a:pt x="508058" y="1224837"/>
                  </a:lnTo>
                  <a:lnTo>
                    <a:pt x="508055" y="1224847"/>
                  </a:lnTo>
                  <a:lnTo>
                    <a:pt x="508054" y="1224856"/>
                  </a:lnTo>
                  <a:lnTo>
                    <a:pt x="508054" y="1224863"/>
                  </a:lnTo>
                  <a:lnTo>
                    <a:pt x="508057" y="1224881"/>
                  </a:lnTo>
                  <a:lnTo>
                    <a:pt x="508060" y="1224894"/>
                  </a:lnTo>
                  <a:lnTo>
                    <a:pt x="508061" y="1224900"/>
                  </a:lnTo>
                  <a:lnTo>
                    <a:pt x="508062" y="1224906"/>
                  </a:lnTo>
                  <a:lnTo>
                    <a:pt x="508060" y="1224913"/>
                  </a:lnTo>
                  <a:lnTo>
                    <a:pt x="508056" y="1224932"/>
                  </a:lnTo>
                  <a:lnTo>
                    <a:pt x="508051" y="1224954"/>
                  </a:lnTo>
                  <a:lnTo>
                    <a:pt x="508041" y="1224995"/>
                  </a:lnTo>
                  <a:lnTo>
                    <a:pt x="508039" y="1225001"/>
                  </a:lnTo>
                  <a:lnTo>
                    <a:pt x="508035" y="1225008"/>
                  </a:lnTo>
                  <a:lnTo>
                    <a:pt x="508023" y="1225018"/>
                  </a:lnTo>
                  <a:lnTo>
                    <a:pt x="508016" y="1225023"/>
                  </a:lnTo>
                  <a:lnTo>
                    <a:pt x="508009" y="1225029"/>
                  </a:lnTo>
                  <a:lnTo>
                    <a:pt x="507989" y="1225051"/>
                  </a:lnTo>
                  <a:lnTo>
                    <a:pt x="507983" y="1225057"/>
                  </a:lnTo>
                  <a:lnTo>
                    <a:pt x="507978" y="1225065"/>
                  </a:lnTo>
                  <a:lnTo>
                    <a:pt x="507964" y="1225084"/>
                  </a:lnTo>
                  <a:lnTo>
                    <a:pt x="507955" y="1225092"/>
                  </a:lnTo>
                  <a:lnTo>
                    <a:pt x="507948" y="1225099"/>
                  </a:lnTo>
                  <a:lnTo>
                    <a:pt x="507940" y="1225106"/>
                  </a:lnTo>
                  <a:lnTo>
                    <a:pt x="507934" y="1225114"/>
                  </a:lnTo>
                  <a:lnTo>
                    <a:pt x="507929" y="1225120"/>
                  </a:lnTo>
                  <a:lnTo>
                    <a:pt x="507925" y="1225130"/>
                  </a:lnTo>
                  <a:lnTo>
                    <a:pt x="507921" y="1225139"/>
                  </a:lnTo>
                  <a:lnTo>
                    <a:pt x="507915" y="1225150"/>
                  </a:lnTo>
                  <a:lnTo>
                    <a:pt x="507909" y="1225158"/>
                  </a:lnTo>
                  <a:lnTo>
                    <a:pt x="507906" y="1225166"/>
                  </a:lnTo>
                  <a:lnTo>
                    <a:pt x="507897" y="1225183"/>
                  </a:lnTo>
                  <a:lnTo>
                    <a:pt x="507889" y="1225199"/>
                  </a:lnTo>
                  <a:lnTo>
                    <a:pt x="507882" y="1225212"/>
                  </a:lnTo>
                  <a:lnTo>
                    <a:pt x="507877" y="1225224"/>
                  </a:lnTo>
                  <a:lnTo>
                    <a:pt x="507871" y="1225234"/>
                  </a:lnTo>
                  <a:lnTo>
                    <a:pt x="507866" y="1225242"/>
                  </a:lnTo>
                  <a:lnTo>
                    <a:pt x="507859" y="1225250"/>
                  </a:lnTo>
                  <a:lnTo>
                    <a:pt x="507853" y="1225257"/>
                  </a:lnTo>
                  <a:lnTo>
                    <a:pt x="507845" y="1225265"/>
                  </a:lnTo>
                  <a:lnTo>
                    <a:pt x="507836" y="1225273"/>
                  </a:lnTo>
                  <a:lnTo>
                    <a:pt x="507826" y="1225282"/>
                  </a:lnTo>
                  <a:lnTo>
                    <a:pt x="507817" y="1225288"/>
                  </a:lnTo>
                  <a:lnTo>
                    <a:pt x="507809" y="1225293"/>
                  </a:lnTo>
                  <a:lnTo>
                    <a:pt x="507803" y="1225295"/>
                  </a:lnTo>
                  <a:lnTo>
                    <a:pt x="507797" y="1225296"/>
                  </a:lnTo>
                  <a:lnTo>
                    <a:pt x="507789" y="1225298"/>
                  </a:lnTo>
                  <a:lnTo>
                    <a:pt x="507781" y="1225300"/>
                  </a:lnTo>
                  <a:lnTo>
                    <a:pt x="507768" y="1225305"/>
                  </a:lnTo>
                  <a:lnTo>
                    <a:pt x="507759" y="1225308"/>
                  </a:lnTo>
                  <a:lnTo>
                    <a:pt x="507749" y="1225312"/>
                  </a:lnTo>
                  <a:lnTo>
                    <a:pt x="507737" y="1225316"/>
                  </a:lnTo>
                  <a:lnTo>
                    <a:pt x="507728" y="1225321"/>
                  </a:lnTo>
                  <a:lnTo>
                    <a:pt x="507720" y="1225325"/>
                  </a:lnTo>
                  <a:lnTo>
                    <a:pt x="507709" y="1225333"/>
                  </a:lnTo>
                  <a:lnTo>
                    <a:pt x="507699" y="1225338"/>
                  </a:lnTo>
                  <a:lnTo>
                    <a:pt x="507688" y="1225346"/>
                  </a:lnTo>
                  <a:lnTo>
                    <a:pt x="507674" y="1225354"/>
                  </a:lnTo>
                  <a:lnTo>
                    <a:pt x="507658" y="1225365"/>
                  </a:lnTo>
                  <a:lnTo>
                    <a:pt x="507645" y="1225374"/>
                  </a:lnTo>
                  <a:lnTo>
                    <a:pt x="507632" y="1225384"/>
                  </a:lnTo>
                  <a:lnTo>
                    <a:pt x="507628" y="1225389"/>
                  </a:lnTo>
                  <a:lnTo>
                    <a:pt x="507622" y="1225396"/>
                  </a:lnTo>
                  <a:lnTo>
                    <a:pt x="507615" y="1225405"/>
                  </a:lnTo>
                  <a:lnTo>
                    <a:pt x="507611" y="1225412"/>
                  </a:lnTo>
                  <a:lnTo>
                    <a:pt x="507610" y="1225418"/>
                  </a:lnTo>
                  <a:lnTo>
                    <a:pt x="507609" y="1225426"/>
                  </a:lnTo>
                  <a:lnTo>
                    <a:pt x="507609" y="1225433"/>
                  </a:lnTo>
                  <a:lnTo>
                    <a:pt x="507607" y="1225441"/>
                  </a:lnTo>
                  <a:lnTo>
                    <a:pt x="507604" y="1225450"/>
                  </a:lnTo>
                  <a:lnTo>
                    <a:pt x="507600" y="1225456"/>
                  </a:lnTo>
                  <a:lnTo>
                    <a:pt x="507594" y="1225465"/>
                  </a:lnTo>
                  <a:lnTo>
                    <a:pt x="507588" y="1225470"/>
                  </a:lnTo>
                  <a:lnTo>
                    <a:pt x="507583" y="1225475"/>
                  </a:lnTo>
                  <a:lnTo>
                    <a:pt x="507576" y="1225480"/>
                  </a:lnTo>
                  <a:lnTo>
                    <a:pt x="507571" y="1225483"/>
                  </a:lnTo>
                  <a:lnTo>
                    <a:pt x="507566" y="1225486"/>
                  </a:lnTo>
                  <a:lnTo>
                    <a:pt x="507557" y="1225494"/>
                  </a:lnTo>
                  <a:lnTo>
                    <a:pt x="507552" y="1225497"/>
                  </a:lnTo>
                  <a:lnTo>
                    <a:pt x="507543" y="1225501"/>
                  </a:lnTo>
                  <a:lnTo>
                    <a:pt x="507537" y="1225503"/>
                  </a:lnTo>
                  <a:lnTo>
                    <a:pt x="507525" y="1225508"/>
                  </a:lnTo>
                  <a:lnTo>
                    <a:pt x="507519" y="1225513"/>
                  </a:lnTo>
                  <a:lnTo>
                    <a:pt x="507512" y="1225521"/>
                  </a:lnTo>
                  <a:lnTo>
                    <a:pt x="507507" y="1225528"/>
                  </a:lnTo>
                  <a:lnTo>
                    <a:pt x="507499" y="1225535"/>
                  </a:lnTo>
                  <a:lnTo>
                    <a:pt x="507488" y="1225543"/>
                  </a:lnTo>
                  <a:lnTo>
                    <a:pt x="507480" y="1225549"/>
                  </a:lnTo>
                  <a:lnTo>
                    <a:pt x="507475" y="1225552"/>
                  </a:lnTo>
                  <a:lnTo>
                    <a:pt x="507468" y="1225555"/>
                  </a:lnTo>
                  <a:lnTo>
                    <a:pt x="507463" y="1225556"/>
                  </a:lnTo>
                  <a:lnTo>
                    <a:pt x="507456" y="1225559"/>
                  </a:lnTo>
                  <a:lnTo>
                    <a:pt x="507452" y="1225562"/>
                  </a:lnTo>
                  <a:lnTo>
                    <a:pt x="507448" y="1225566"/>
                  </a:lnTo>
                  <a:lnTo>
                    <a:pt x="507444" y="1225571"/>
                  </a:lnTo>
                  <a:lnTo>
                    <a:pt x="507438" y="1225578"/>
                  </a:lnTo>
                  <a:lnTo>
                    <a:pt x="507431" y="1225583"/>
                  </a:lnTo>
                  <a:lnTo>
                    <a:pt x="507423" y="1225589"/>
                  </a:lnTo>
                  <a:lnTo>
                    <a:pt x="507414" y="1225595"/>
                  </a:lnTo>
                  <a:lnTo>
                    <a:pt x="507405" y="1225601"/>
                  </a:lnTo>
                  <a:lnTo>
                    <a:pt x="507397" y="1225607"/>
                  </a:lnTo>
                  <a:lnTo>
                    <a:pt x="507393" y="1225610"/>
                  </a:lnTo>
                  <a:lnTo>
                    <a:pt x="507387" y="1225615"/>
                  </a:lnTo>
                  <a:lnTo>
                    <a:pt x="507382" y="1225622"/>
                  </a:lnTo>
                  <a:lnTo>
                    <a:pt x="507380" y="1225626"/>
                  </a:lnTo>
                  <a:lnTo>
                    <a:pt x="507375" y="1225633"/>
                  </a:lnTo>
                  <a:lnTo>
                    <a:pt x="507368" y="1225646"/>
                  </a:lnTo>
                  <a:lnTo>
                    <a:pt x="507364" y="1225653"/>
                  </a:lnTo>
                  <a:lnTo>
                    <a:pt x="507362" y="1225657"/>
                  </a:lnTo>
                  <a:lnTo>
                    <a:pt x="507358" y="1225666"/>
                  </a:lnTo>
                  <a:lnTo>
                    <a:pt x="507353" y="1225674"/>
                  </a:lnTo>
                  <a:lnTo>
                    <a:pt x="507346" y="1225681"/>
                  </a:lnTo>
                  <a:lnTo>
                    <a:pt x="507340" y="1225685"/>
                  </a:lnTo>
                  <a:lnTo>
                    <a:pt x="507330" y="1225692"/>
                  </a:lnTo>
                  <a:lnTo>
                    <a:pt x="507323" y="1225695"/>
                  </a:lnTo>
                  <a:lnTo>
                    <a:pt x="507317" y="1225698"/>
                  </a:lnTo>
                  <a:lnTo>
                    <a:pt x="507309" y="1225701"/>
                  </a:lnTo>
                  <a:lnTo>
                    <a:pt x="507303" y="1225704"/>
                  </a:lnTo>
                  <a:lnTo>
                    <a:pt x="507299" y="1225707"/>
                  </a:lnTo>
                  <a:lnTo>
                    <a:pt x="507287" y="1225712"/>
                  </a:lnTo>
                  <a:lnTo>
                    <a:pt x="507276" y="1225720"/>
                  </a:lnTo>
                  <a:lnTo>
                    <a:pt x="507270" y="1225725"/>
                  </a:lnTo>
                  <a:lnTo>
                    <a:pt x="507263" y="1225731"/>
                  </a:lnTo>
                  <a:lnTo>
                    <a:pt x="507256" y="1225737"/>
                  </a:lnTo>
                  <a:lnTo>
                    <a:pt x="507251" y="1225742"/>
                  </a:lnTo>
                  <a:lnTo>
                    <a:pt x="507244" y="1225750"/>
                  </a:lnTo>
                  <a:lnTo>
                    <a:pt x="507237" y="1225756"/>
                  </a:lnTo>
                  <a:lnTo>
                    <a:pt x="507232" y="1225759"/>
                  </a:lnTo>
                  <a:lnTo>
                    <a:pt x="507225" y="1225763"/>
                  </a:lnTo>
                  <a:lnTo>
                    <a:pt x="507219" y="1225766"/>
                  </a:lnTo>
                  <a:lnTo>
                    <a:pt x="507213" y="1225769"/>
                  </a:lnTo>
                  <a:lnTo>
                    <a:pt x="507206" y="1225772"/>
                  </a:lnTo>
                  <a:lnTo>
                    <a:pt x="507195" y="1225771"/>
                  </a:lnTo>
                  <a:lnTo>
                    <a:pt x="507198" y="1225767"/>
                  </a:lnTo>
                  <a:lnTo>
                    <a:pt x="507200" y="1225761"/>
                  </a:lnTo>
                  <a:lnTo>
                    <a:pt x="507202" y="1225749"/>
                  </a:lnTo>
                  <a:lnTo>
                    <a:pt x="507201" y="1225742"/>
                  </a:lnTo>
                  <a:lnTo>
                    <a:pt x="507198" y="1225730"/>
                  </a:lnTo>
                  <a:lnTo>
                    <a:pt x="507192" y="1225717"/>
                  </a:lnTo>
                  <a:lnTo>
                    <a:pt x="507187" y="1225706"/>
                  </a:lnTo>
                  <a:lnTo>
                    <a:pt x="507184" y="1225699"/>
                  </a:lnTo>
                  <a:lnTo>
                    <a:pt x="507182" y="1225688"/>
                  </a:lnTo>
                  <a:lnTo>
                    <a:pt x="507180" y="1225673"/>
                  </a:lnTo>
                  <a:lnTo>
                    <a:pt x="507179" y="1225660"/>
                  </a:lnTo>
                  <a:lnTo>
                    <a:pt x="507177" y="1225650"/>
                  </a:lnTo>
                  <a:lnTo>
                    <a:pt x="507172" y="1225642"/>
                  </a:lnTo>
                  <a:lnTo>
                    <a:pt x="507169" y="1225636"/>
                  </a:lnTo>
                  <a:lnTo>
                    <a:pt x="507166" y="1225631"/>
                  </a:lnTo>
                  <a:lnTo>
                    <a:pt x="507161" y="1225618"/>
                  </a:lnTo>
                  <a:lnTo>
                    <a:pt x="507159" y="1225611"/>
                  </a:lnTo>
                  <a:lnTo>
                    <a:pt x="507158" y="1225606"/>
                  </a:lnTo>
                  <a:lnTo>
                    <a:pt x="507153" y="1225592"/>
                  </a:lnTo>
                  <a:lnTo>
                    <a:pt x="507150" y="1225586"/>
                  </a:lnTo>
                  <a:lnTo>
                    <a:pt x="507148" y="1225581"/>
                  </a:lnTo>
                  <a:lnTo>
                    <a:pt x="507142" y="1225572"/>
                  </a:lnTo>
                  <a:lnTo>
                    <a:pt x="507132" y="1225559"/>
                  </a:lnTo>
                  <a:lnTo>
                    <a:pt x="507126" y="1225553"/>
                  </a:lnTo>
                  <a:lnTo>
                    <a:pt x="507117" y="1225546"/>
                  </a:lnTo>
                  <a:lnTo>
                    <a:pt x="507108" y="1225540"/>
                  </a:lnTo>
                  <a:lnTo>
                    <a:pt x="507093" y="1225530"/>
                  </a:lnTo>
                  <a:lnTo>
                    <a:pt x="507087" y="1225526"/>
                  </a:lnTo>
                  <a:lnTo>
                    <a:pt x="507082" y="1225523"/>
                  </a:lnTo>
                  <a:lnTo>
                    <a:pt x="507071" y="1225516"/>
                  </a:lnTo>
                  <a:lnTo>
                    <a:pt x="507066" y="1225513"/>
                  </a:lnTo>
                  <a:lnTo>
                    <a:pt x="507059" y="1225508"/>
                  </a:lnTo>
                  <a:lnTo>
                    <a:pt x="507053" y="1225503"/>
                  </a:lnTo>
                  <a:lnTo>
                    <a:pt x="507048" y="1225497"/>
                  </a:lnTo>
                  <a:lnTo>
                    <a:pt x="507043" y="1225491"/>
                  </a:lnTo>
                  <a:lnTo>
                    <a:pt x="507037" y="1225487"/>
                  </a:lnTo>
                  <a:lnTo>
                    <a:pt x="507033" y="1225484"/>
                  </a:lnTo>
                  <a:lnTo>
                    <a:pt x="507029" y="1225481"/>
                  </a:lnTo>
                  <a:lnTo>
                    <a:pt x="507023" y="1225479"/>
                  </a:lnTo>
                  <a:lnTo>
                    <a:pt x="507015" y="1225475"/>
                  </a:lnTo>
                  <a:lnTo>
                    <a:pt x="507008" y="1225472"/>
                  </a:lnTo>
                  <a:lnTo>
                    <a:pt x="507002" y="1225470"/>
                  </a:lnTo>
                  <a:lnTo>
                    <a:pt x="506993" y="1225468"/>
                  </a:lnTo>
                  <a:lnTo>
                    <a:pt x="506987" y="1225467"/>
                  </a:lnTo>
                  <a:lnTo>
                    <a:pt x="506980" y="1225464"/>
                  </a:lnTo>
                  <a:lnTo>
                    <a:pt x="506976" y="1225462"/>
                  </a:lnTo>
                  <a:lnTo>
                    <a:pt x="506967" y="1225456"/>
                  </a:lnTo>
                  <a:lnTo>
                    <a:pt x="506962" y="1225452"/>
                  </a:lnTo>
                  <a:lnTo>
                    <a:pt x="506955" y="1225446"/>
                  </a:lnTo>
                  <a:lnTo>
                    <a:pt x="506944" y="1225436"/>
                  </a:lnTo>
                  <a:lnTo>
                    <a:pt x="506931" y="1225432"/>
                  </a:lnTo>
                  <a:lnTo>
                    <a:pt x="506923" y="1225430"/>
                  </a:lnTo>
                  <a:lnTo>
                    <a:pt x="506900" y="1225424"/>
                  </a:lnTo>
                  <a:lnTo>
                    <a:pt x="506885" y="1225420"/>
                  </a:lnTo>
                  <a:lnTo>
                    <a:pt x="506877" y="1225418"/>
                  </a:lnTo>
                  <a:lnTo>
                    <a:pt x="506860" y="1225413"/>
                  </a:lnTo>
                  <a:lnTo>
                    <a:pt x="506852" y="1225410"/>
                  </a:lnTo>
                  <a:lnTo>
                    <a:pt x="506847" y="1225409"/>
                  </a:lnTo>
                  <a:lnTo>
                    <a:pt x="506837" y="1225408"/>
                  </a:lnTo>
                  <a:lnTo>
                    <a:pt x="506824" y="1225406"/>
                  </a:lnTo>
                  <a:lnTo>
                    <a:pt x="506817" y="1225404"/>
                  </a:lnTo>
                  <a:lnTo>
                    <a:pt x="506807" y="1225401"/>
                  </a:lnTo>
                  <a:lnTo>
                    <a:pt x="506801" y="1225399"/>
                  </a:lnTo>
                  <a:lnTo>
                    <a:pt x="506793" y="1225399"/>
                  </a:lnTo>
                  <a:lnTo>
                    <a:pt x="506774" y="1225397"/>
                  </a:lnTo>
                  <a:lnTo>
                    <a:pt x="506768" y="1225398"/>
                  </a:lnTo>
                  <a:lnTo>
                    <a:pt x="506750" y="1225401"/>
                  </a:lnTo>
                  <a:lnTo>
                    <a:pt x="506744" y="1225402"/>
                  </a:lnTo>
                  <a:lnTo>
                    <a:pt x="506737" y="1225403"/>
                  </a:lnTo>
                  <a:lnTo>
                    <a:pt x="506720" y="1225404"/>
                  </a:lnTo>
                  <a:lnTo>
                    <a:pt x="506712" y="1225404"/>
                  </a:lnTo>
                  <a:lnTo>
                    <a:pt x="506703" y="1225402"/>
                  </a:lnTo>
                  <a:lnTo>
                    <a:pt x="506694" y="1225401"/>
                  </a:lnTo>
                  <a:lnTo>
                    <a:pt x="506685" y="1225401"/>
                  </a:lnTo>
                  <a:lnTo>
                    <a:pt x="506664" y="1225410"/>
                  </a:lnTo>
                  <a:lnTo>
                    <a:pt x="506657" y="1225413"/>
                  </a:lnTo>
                  <a:lnTo>
                    <a:pt x="506643" y="1225418"/>
                  </a:lnTo>
                  <a:lnTo>
                    <a:pt x="506635" y="1225420"/>
                  </a:lnTo>
                  <a:lnTo>
                    <a:pt x="506628" y="1225420"/>
                  </a:lnTo>
                  <a:lnTo>
                    <a:pt x="506614" y="1225419"/>
                  </a:lnTo>
                  <a:lnTo>
                    <a:pt x="506606" y="1225419"/>
                  </a:lnTo>
                  <a:lnTo>
                    <a:pt x="506599" y="1225420"/>
                  </a:lnTo>
                  <a:lnTo>
                    <a:pt x="506590" y="1225421"/>
                  </a:lnTo>
                  <a:lnTo>
                    <a:pt x="506586" y="1225422"/>
                  </a:lnTo>
                  <a:lnTo>
                    <a:pt x="506580" y="1225423"/>
                  </a:lnTo>
                  <a:lnTo>
                    <a:pt x="506571" y="1225424"/>
                  </a:lnTo>
                  <a:lnTo>
                    <a:pt x="506561" y="1225425"/>
                  </a:lnTo>
                  <a:lnTo>
                    <a:pt x="506555" y="1225424"/>
                  </a:lnTo>
                  <a:lnTo>
                    <a:pt x="506549" y="1225423"/>
                  </a:lnTo>
                  <a:lnTo>
                    <a:pt x="506544" y="1225419"/>
                  </a:lnTo>
                  <a:lnTo>
                    <a:pt x="506533" y="1225410"/>
                  </a:lnTo>
                  <a:lnTo>
                    <a:pt x="506528" y="1225407"/>
                  </a:lnTo>
                  <a:lnTo>
                    <a:pt x="506523" y="1225406"/>
                  </a:lnTo>
                  <a:lnTo>
                    <a:pt x="506516" y="1225406"/>
                  </a:lnTo>
                  <a:lnTo>
                    <a:pt x="506510" y="1225406"/>
                  </a:lnTo>
                  <a:lnTo>
                    <a:pt x="506503" y="1225408"/>
                  </a:lnTo>
                  <a:lnTo>
                    <a:pt x="506487" y="1225413"/>
                  </a:lnTo>
                  <a:lnTo>
                    <a:pt x="506482" y="1225414"/>
                  </a:lnTo>
                  <a:lnTo>
                    <a:pt x="506468" y="1225414"/>
                  </a:lnTo>
                  <a:lnTo>
                    <a:pt x="506461" y="1225413"/>
                  </a:lnTo>
                  <a:lnTo>
                    <a:pt x="506454" y="1225411"/>
                  </a:lnTo>
                  <a:lnTo>
                    <a:pt x="506448" y="1225408"/>
                  </a:lnTo>
                  <a:lnTo>
                    <a:pt x="506441" y="1225404"/>
                  </a:lnTo>
                  <a:lnTo>
                    <a:pt x="506431" y="1225400"/>
                  </a:lnTo>
                  <a:lnTo>
                    <a:pt x="506426" y="1225399"/>
                  </a:lnTo>
                  <a:lnTo>
                    <a:pt x="506407" y="1225395"/>
                  </a:lnTo>
                  <a:lnTo>
                    <a:pt x="506397" y="1225394"/>
                  </a:lnTo>
                  <a:lnTo>
                    <a:pt x="506388" y="1225392"/>
                  </a:lnTo>
                  <a:lnTo>
                    <a:pt x="506379" y="1225390"/>
                  </a:lnTo>
                  <a:lnTo>
                    <a:pt x="506369" y="1225387"/>
                  </a:lnTo>
                  <a:lnTo>
                    <a:pt x="506360" y="1225384"/>
                  </a:lnTo>
                  <a:lnTo>
                    <a:pt x="506353" y="1225382"/>
                  </a:lnTo>
                  <a:lnTo>
                    <a:pt x="506342" y="1225381"/>
                  </a:lnTo>
                  <a:lnTo>
                    <a:pt x="506334" y="1225379"/>
                  </a:lnTo>
                  <a:lnTo>
                    <a:pt x="506314" y="1225376"/>
                  </a:lnTo>
                  <a:lnTo>
                    <a:pt x="506301" y="1225375"/>
                  </a:lnTo>
                  <a:lnTo>
                    <a:pt x="506293" y="1225374"/>
                  </a:lnTo>
                  <a:lnTo>
                    <a:pt x="506274" y="1225367"/>
                  </a:lnTo>
                  <a:lnTo>
                    <a:pt x="506267" y="1225364"/>
                  </a:lnTo>
                  <a:lnTo>
                    <a:pt x="506261" y="1225363"/>
                  </a:lnTo>
                  <a:lnTo>
                    <a:pt x="506256" y="1225362"/>
                  </a:lnTo>
                  <a:lnTo>
                    <a:pt x="506251" y="1225362"/>
                  </a:lnTo>
                  <a:lnTo>
                    <a:pt x="506244" y="1225362"/>
                  </a:lnTo>
                  <a:lnTo>
                    <a:pt x="506235" y="1225364"/>
                  </a:lnTo>
                  <a:lnTo>
                    <a:pt x="506221" y="1225369"/>
                  </a:lnTo>
                  <a:lnTo>
                    <a:pt x="506211" y="1225373"/>
                  </a:lnTo>
                  <a:lnTo>
                    <a:pt x="506203" y="1225376"/>
                  </a:lnTo>
                  <a:lnTo>
                    <a:pt x="506195" y="1225378"/>
                  </a:lnTo>
                  <a:lnTo>
                    <a:pt x="506189" y="1225379"/>
                  </a:lnTo>
                  <a:lnTo>
                    <a:pt x="506180" y="1225380"/>
                  </a:lnTo>
                  <a:lnTo>
                    <a:pt x="506174" y="1225380"/>
                  </a:lnTo>
                  <a:lnTo>
                    <a:pt x="506167" y="1225378"/>
                  </a:lnTo>
                  <a:lnTo>
                    <a:pt x="506155" y="1225376"/>
                  </a:lnTo>
                  <a:lnTo>
                    <a:pt x="506145" y="1225374"/>
                  </a:lnTo>
                  <a:lnTo>
                    <a:pt x="506137" y="1225372"/>
                  </a:lnTo>
                  <a:lnTo>
                    <a:pt x="506129" y="1225370"/>
                  </a:lnTo>
                  <a:lnTo>
                    <a:pt x="506118" y="1225366"/>
                  </a:lnTo>
                  <a:lnTo>
                    <a:pt x="506108" y="1225362"/>
                  </a:lnTo>
                  <a:lnTo>
                    <a:pt x="506098" y="1225359"/>
                  </a:lnTo>
                  <a:lnTo>
                    <a:pt x="506091" y="1225356"/>
                  </a:lnTo>
                  <a:lnTo>
                    <a:pt x="506086" y="1225353"/>
                  </a:lnTo>
                  <a:lnTo>
                    <a:pt x="506080" y="1225349"/>
                  </a:lnTo>
                  <a:lnTo>
                    <a:pt x="506072" y="1225342"/>
                  </a:lnTo>
                  <a:lnTo>
                    <a:pt x="506068" y="1225339"/>
                  </a:lnTo>
                  <a:lnTo>
                    <a:pt x="506063" y="1225335"/>
                  </a:lnTo>
                  <a:lnTo>
                    <a:pt x="506058" y="1225331"/>
                  </a:lnTo>
                  <a:lnTo>
                    <a:pt x="506053" y="1225329"/>
                  </a:lnTo>
                  <a:lnTo>
                    <a:pt x="506044" y="1225327"/>
                  </a:lnTo>
                  <a:lnTo>
                    <a:pt x="506036" y="1225327"/>
                  </a:lnTo>
                  <a:lnTo>
                    <a:pt x="506028" y="1225326"/>
                  </a:lnTo>
                  <a:lnTo>
                    <a:pt x="506022" y="1225325"/>
                  </a:lnTo>
                  <a:lnTo>
                    <a:pt x="506016" y="1225323"/>
                  </a:lnTo>
                  <a:lnTo>
                    <a:pt x="506004" y="1225318"/>
                  </a:lnTo>
                  <a:lnTo>
                    <a:pt x="505995" y="1225314"/>
                  </a:lnTo>
                  <a:lnTo>
                    <a:pt x="505987" y="1225314"/>
                  </a:lnTo>
                  <a:lnTo>
                    <a:pt x="505981" y="1225314"/>
                  </a:lnTo>
                  <a:lnTo>
                    <a:pt x="505975" y="1225311"/>
                  </a:lnTo>
                  <a:lnTo>
                    <a:pt x="505971" y="1225307"/>
                  </a:lnTo>
                  <a:lnTo>
                    <a:pt x="505968" y="1225301"/>
                  </a:lnTo>
                  <a:lnTo>
                    <a:pt x="505966" y="1225294"/>
                  </a:lnTo>
                  <a:lnTo>
                    <a:pt x="505965" y="1225288"/>
                  </a:lnTo>
                  <a:lnTo>
                    <a:pt x="505962" y="1225283"/>
                  </a:lnTo>
                  <a:lnTo>
                    <a:pt x="505956" y="1225275"/>
                  </a:lnTo>
                  <a:lnTo>
                    <a:pt x="505949" y="1225269"/>
                  </a:lnTo>
                  <a:lnTo>
                    <a:pt x="505939" y="1225261"/>
                  </a:lnTo>
                  <a:lnTo>
                    <a:pt x="505932" y="1225254"/>
                  </a:lnTo>
                  <a:lnTo>
                    <a:pt x="505928" y="1225247"/>
                  </a:lnTo>
                  <a:lnTo>
                    <a:pt x="505925" y="1225239"/>
                  </a:lnTo>
                  <a:lnTo>
                    <a:pt x="505920" y="1225225"/>
                  </a:lnTo>
                  <a:lnTo>
                    <a:pt x="505917" y="1225214"/>
                  </a:lnTo>
                  <a:lnTo>
                    <a:pt x="505915" y="1225202"/>
                  </a:lnTo>
                  <a:lnTo>
                    <a:pt x="505914" y="1225195"/>
                  </a:lnTo>
                  <a:lnTo>
                    <a:pt x="505912" y="1225182"/>
                  </a:lnTo>
                  <a:lnTo>
                    <a:pt x="505911" y="1225173"/>
                  </a:lnTo>
                  <a:lnTo>
                    <a:pt x="505910" y="1225158"/>
                  </a:lnTo>
                  <a:lnTo>
                    <a:pt x="505910" y="1225151"/>
                  </a:lnTo>
                  <a:lnTo>
                    <a:pt x="505911" y="1225143"/>
                  </a:lnTo>
                  <a:lnTo>
                    <a:pt x="505916" y="1225130"/>
                  </a:lnTo>
                  <a:lnTo>
                    <a:pt x="505921" y="1225121"/>
                  </a:lnTo>
                  <a:lnTo>
                    <a:pt x="505928" y="1225114"/>
                  </a:lnTo>
                  <a:lnTo>
                    <a:pt x="505935" y="1225108"/>
                  </a:lnTo>
                  <a:lnTo>
                    <a:pt x="505942" y="1225100"/>
                  </a:lnTo>
                  <a:lnTo>
                    <a:pt x="505947" y="1225093"/>
                  </a:lnTo>
                  <a:lnTo>
                    <a:pt x="505951" y="1225086"/>
                  </a:lnTo>
                  <a:lnTo>
                    <a:pt x="505955" y="1225076"/>
                  </a:lnTo>
                  <a:lnTo>
                    <a:pt x="505958" y="1225068"/>
                  </a:lnTo>
                  <a:lnTo>
                    <a:pt x="505959" y="1225061"/>
                  </a:lnTo>
                  <a:lnTo>
                    <a:pt x="505959" y="1225056"/>
                  </a:lnTo>
                  <a:lnTo>
                    <a:pt x="505959" y="1225049"/>
                  </a:lnTo>
                  <a:lnTo>
                    <a:pt x="505957" y="1225041"/>
                  </a:lnTo>
                  <a:lnTo>
                    <a:pt x="505956" y="1225035"/>
                  </a:lnTo>
                  <a:lnTo>
                    <a:pt x="505956" y="1225029"/>
                  </a:lnTo>
                  <a:lnTo>
                    <a:pt x="505956" y="1225018"/>
                  </a:lnTo>
                  <a:lnTo>
                    <a:pt x="505957" y="1225009"/>
                  </a:lnTo>
                  <a:lnTo>
                    <a:pt x="505957" y="1225000"/>
                  </a:lnTo>
                  <a:lnTo>
                    <a:pt x="505958" y="1224993"/>
                  </a:lnTo>
                  <a:lnTo>
                    <a:pt x="505957" y="1224987"/>
                  </a:lnTo>
                  <a:lnTo>
                    <a:pt x="505956" y="1224979"/>
                  </a:lnTo>
                  <a:lnTo>
                    <a:pt x="505954" y="1224967"/>
                  </a:lnTo>
                  <a:lnTo>
                    <a:pt x="505954" y="1224962"/>
                  </a:lnTo>
                  <a:lnTo>
                    <a:pt x="505954" y="1224954"/>
                  </a:lnTo>
                  <a:lnTo>
                    <a:pt x="505954" y="1224940"/>
                  </a:lnTo>
                  <a:lnTo>
                    <a:pt x="505954" y="1224915"/>
                  </a:lnTo>
                  <a:lnTo>
                    <a:pt x="505953" y="1224910"/>
                  </a:lnTo>
                  <a:lnTo>
                    <a:pt x="505952" y="1224901"/>
                  </a:lnTo>
                  <a:lnTo>
                    <a:pt x="505950" y="1224894"/>
                  </a:lnTo>
                  <a:lnTo>
                    <a:pt x="505950" y="1224889"/>
                  </a:lnTo>
                  <a:lnTo>
                    <a:pt x="505949" y="1224879"/>
                  </a:lnTo>
                  <a:lnTo>
                    <a:pt x="505952" y="1224870"/>
                  </a:lnTo>
                  <a:lnTo>
                    <a:pt x="505957" y="1224862"/>
                  </a:lnTo>
                  <a:lnTo>
                    <a:pt x="505961" y="1224856"/>
                  </a:lnTo>
                  <a:lnTo>
                    <a:pt x="505965" y="1224850"/>
                  </a:lnTo>
                  <a:lnTo>
                    <a:pt x="505969" y="1224841"/>
                  </a:lnTo>
                  <a:lnTo>
                    <a:pt x="505970" y="1224835"/>
                  </a:lnTo>
                  <a:lnTo>
                    <a:pt x="505969" y="1224830"/>
                  </a:lnTo>
                  <a:lnTo>
                    <a:pt x="505968" y="1224825"/>
                  </a:lnTo>
                  <a:lnTo>
                    <a:pt x="505965" y="1224821"/>
                  </a:lnTo>
                  <a:lnTo>
                    <a:pt x="505961" y="1224816"/>
                  </a:lnTo>
                  <a:lnTo>
                    <a:pt x="505957" y="1224811"/>
                  </a:lnTo>
                  <a:lnTo>
                    <a:pt x="505953" y="1224808"/>
                  </a:lnTo>
                  <a:lnTo>
                    <a:pt x="505949" y="1224803"/>
                  </a:lnTo>
                  <a:lnTo>
                    <a:pt x="505945" y="1224797"/>
                  </a:lnTo>
                  <a:lnTo>
                    <a:pt x="505944" y="1224791"/>
                  </a:lnTo>
                  <a:lnTo>
                    <a:pt x="505945" y="1224785"/>
                  </a:lnTo>
                  <a:lnTo>
                    <a:pt x="505946" y="1224778"/>
                  </a:lnTo>
                  <a:lnTo>
                    <a:pt x="505954" y="1224758"/>
                  </a:lnTo>
                  <a:lnTo>
                    <a:pt x="505956" y="1224750"/>
                  </a:lnTo>
                  <a:lnTo>
                    <a:pt x="505957" y="1224745"/>
                  </a:lnTo>
                  <a:lnTo>
                    <a:pt x="505957" y="1224735"/>
                  </a:lnTo>
                  <a:lnTo>
                    <a:pt x="505958" y="1224726"/>
                  </a:lnTo>
                  <a:lnTo>
                    <a:pt x="505959" y="1224719"/>
                  </a:lnTo>
                  <a:lnTo>
                    <a:pt x="505960" y="1224712"/>
                  </a:lnTo>
                  <a:lnTo>
                    <a:pt x="505959" y="1224693"/>
                  </a:lnTo>
                  <a:lnTo>
                    <a:pt x="505958" y="1224685"/>
                  </a:lnTo>
                  <a:lnTo>
                    <a:pt x="505957" y="1224680"/>
                  </a:lnTo>
                  <a:lnTo>
                    <a:pt x="505955" y="1224667"/>
                  </a:lnTo>
                  <a:lnTo>
                    <a:pt x="505954" y="1224660"/>
                  </a:lnTo>
                  <a:lnTo>
                    <a:pt x="505954" y="1224652"/>
                  </a:lnTo>
                  <a:lnTo>
                    <a:pt x="505955" y="1224641"/>
                  </a:lnTo>
                  <a:lnTo>
                    <a:pt x="505955" y="1224634"/>
                  </a:lnTo>
                  <a:lnTo>
                    <a:pt x="505949" y="1224630"/>
                  </a:lnTo>
                  <a:lnTo>
                    <a:pt x="505939" y="1224627"/>
                  </a:lnTo>
                  <a:lnTo>
                    <a:pt x="505932" y="1224624"/>
                  </a:lnTo>
                  <a:lnTo>
                    <a:pt x="505922" y="1224621"/>
                  </a:lnTo>
                  <a:lnTo>
                    <a:pt x="505910" y="1224617"/>
                  </a:lnTo>
                  <a:lnTo>
                    <a:pt x="505904" y="1224615"/>
                  </a:lnTo>
                  <a:lnTo>
                    <a:pt x="505899" y="1224614"/>
                  </a:lnTo>
                  <a:lnTo>
                    <a:pt x="505893" y="1224613"/>
                  </a:lnTo>
                  <a:lnTo>
                    <a:pt x="505885" y="1224612"/>
                  </a:lnTo>
                  <a:lnTo>
                    <a:pt x="505877" y="1224611"/>
                  </a:lnTo>
                  <a:lnTo>
                    <a:pt x="505868" y="1224613"/>
                  </a:lnTo>
                  <a:lnTo>
                    <a:pt x="505860" y="1224615"/>
                  </a:lnTo>
                  <a:lnTo>
                    <a:pt x="505852" y="1224616"/>
                  </a:lnTo>
                  <a:lnTo>
                    <a:pt x="505844" y="1224617"/>
                  </a:lnTo>
                  <a:lnTo>
                    <a:pt x="505837" y="1224618"/>
                  </a:lnTo>
                  <a:lnTo>
                    <a:pt x="505828" y="1224617"/>
                  </a:lnTo>
                  <a:lnTo>
                    <a:pt x="505812" y="1224615"/>
                  </a:lnTo>
                  <a:lnTo>
                    <a:pt x="505800" y="1224614"/>
                  </a:lnTo>
                  <a:lnTo>
                    <a:pt x="505790" y="1224612"/>
                  </a:lnTo>
                  <a:lnTo>
                    <a:pt x="505779" y="1224609"/>
                  </a:lnTo>
                  <a:lnTo>
                    <a:pt x="505771" y="1224606"/>
                  </a:lnTo>
                  <a:lnTo>
                    <a:pt x="505762" y="1224603"/>
                  </a:lnTo>
                  <a:lnTo>
                    <a:pt x="505747" y="1224599"/>
                  </a:lnTo>
                  <a:lnTo>
                    <a:pt x="505736" y="1224596"/>
                  </a:lnTo>
                  <a:lnTo>
                    <a:pt x="505727" y="1224594"/>
                  </a:lnTo>
                  <a:lnTo>
                    <a:pt x="505715" y="1224589"/>
                  </a:lnTo>
                  <a:lnTo>
                    <a:pt x="505703" y="1224584"/>
                  </a:lnTo>
                  <a:lnTo>
                    <a:pt x="505690" y="1224575"/>
                  </a:lnTo>
                  <a:lnTo>
                    <a:pt x="505682" y="1224570"/>
                  </a:lnTo>
                  <a:lnTo>
                    <a:pt x="505669" y="1224563"/>
                  </a:lnTo>
                  <a:lnTo>
                    <a:pt x="505657" y="1224555"/>
                  </a:lnTo>
                  <a:lnTo>
                    <a:pt x="505649" y="1224551"/>
                  </a:lnTo>
                  <a:lnTo>
                    <a:pt x="505637" y="1224548"/>
                  </a:lnTo>
                  <a:lnTo>
                    <a:pt x="505627" y="1224547"/>
                  </a:lnTo>
                  <a:lnTo>
                    <a:pt x="505618" y="1224544"/>
                  </a:lnTo>
                  <a:lnTo>
                    <a:pt x="505611" y="1224542"/>
                  </a:lnTo>
                  <a:lnTo>
                    <a:pt x="505605" y="1224541"/>
                  </a:lnTo>
                  <a:lnTo>
                    <a:pt x="505598" y="1224541"/>
                  </a:lnTo>
                  <a:lnTo>
                    <a:pt x="505588" y="1224543"/>
                  </a:lnTo>
                  <a:lnTo>
                    <a:pt x="505582" y="1224546"/>
                  </a:lnTo>
                  <a:lnTo>
                    <a:pt x="505572" y="1224553"/>
                  </a:lnTo>
                  <a:lnTo>
                    <a:pt x="505561" y="1224561"/>
                  </a:lnTo>
                  <a:lnTo>
                    <a:pt x="505554" y="1224566"/>
                  </a:lnTo>
                  <a:lnTo>
                    <a:pt x="505536" y="1224576"/>
                  </a:lnTo>
                  <a:lnTo>
                    <a:pt x="505527" y="1224581"/>
                  </a:lnTo>
                  <a:lnTo>
                    <a:pt x="505522" y="1224583"/>
                  </a:lnTo>
                  <a:lnTo>
                    <a:pt x="505514" y="1224586"/>
                  </a:lnTo>
                  <a:lnTo>
                    <a:pt x="505502" y="1224589"/>
                  </a:lnTo>
                  <a:lnTo>
                    <a:pt x="505490" y="1224593"/>
                  </a:lnTo>
                  <a:lnTo>
                    <a:pt x="505478" y="1224597"/>
                  </a:lnTo>
                  <a:lnTo>
                    <a:pt x="505470" y="1224598"/>
                  </a:lnTo>
                  <a:lnTo>
                    <a:pt x="505455" y="1224601"/>
                  </a:lnTo>
                  <a:lnTo>
                    <a:pt x="505448" y="1224603"/>
                  </a:lnTo>
                  <a:lnTo>
                    <a:pt x="505443" y="1224604"/>
                  </a:lnTo>
                  <a:lnTo>
                    <a:pt x="505434" y="1224609"/>
                  </a:lnTo>
                  <a:lnTo>
                    <a:pt x="505427" y="1224614"/>
                  </a:lnTo>
                  <a:lnTo>
                    <a:pt x="505421" y="1224619"/>
                  </a:lnTo>
                  <a:lnTo>
                    <a:pt x="505412" y="1224628"/>
                  </a:lnTo>
                  <a:lnTo>
                    <a:pt x="505395" y="1224647"/>
                  </a:lnTo>
                  <a:lnTo>
                    <a:pt x="505390" y="1224651"/>
                  </a:lnTo>
                  <a:lnTo>
                    <a:pt x="505380" y="1224657"/>
                  </a:lnTo>
                  <a:lnTo>
                    <a:pt x="505372" y="1224662"/>
                  </a:lnTo>
                  <a:lnTo>
                    <a:pt x="505364" y="1224667"/>
                  </a:lnTo>
                  <a:lnTo>
                    <a:pt x="505352" y="1224672"/>
                  </a:lnTo>
                  <a:lnTo>
                    <a:pt x="505338" y="1224678"/>
                  </a:lnTo>
                  <a:lnTo>
                    <a:pt x="505292" y="1224705"/>
                  </a:lnTo>
                  <a:lnTo>
                    <a:pt x="505284" y="1224709"/>
                  </a:lnTo>
                  <a:lnTo>
                    <a:pt x="505275" y="1224714"/>
                  </a:lnTo>
                  <a:lnTo>
                    <a:pt x="505266" y="1224718"/>
                  </a:lnTo>
                  <a:lnTo>
                    <a:pt x="505257" y="1224721"/>
                  </a:lnTo>
                  <a:lnTo>
                    <a:pt x="505246" y="1224723"/>
                  </a:lnTo>
                  <a:lnTo>
                    <a:pt x="505241" y="1224724"/>
                  </a:lnTo>
                  <a:lnTo>
                    <a:pt x="505235" y="1224725"/>
                  </a:lnTo>
                  <a:lnTo>
                    <a:pt x="505212" y="1224728"/>
                  </a:lnTo>
                  <a:lnTo>
                    <a:pt x="505201" y="1224730"/>
                  </a:lnTo>
                  <a:lnTo>
                    <a:pt x="505188" y="1224731"/>
                  </a:lnTo>
                  <a:lnTo>
                    <a:pt x="505183" y="1224731"/>
                  </a:lnTo>
                  <a:lnTo>
                    <a:pt x="505174" y="1224731"/>
                  </a:lnTo>
                  <a:lnTo>
                    <a:pt x="505168" y="1224730"/>
                  </a:lnTo>
                  <a:lnTo>
                    <a:pt x="505161" y="1224730"/>
                  </a:lnTo>
                  <a:lnTo>
                    <a:pt x="505155" y="1224728"/>
                  </a:lnTo>
                  <a:lnTo>
                    <a:pt x="505147" y="1224728"/>
                  </a:lnTo>
                  <a:lnTo>
                    <a:pt x="505140" y="1224728"/>
                  </a:lnTo>
                  <a:lnTo>
                    <a:pt x="505134" y="1224730"/>
                  </a:lnTo>
                  <a:lnTo>
                    <a:pt x="505126" y="1224735"/>
                  </a:lnTo>
                  <a:lnTo>
                    <a:pt x="505120" y="1224743"/>
                  </a:lnTo>
                  <a:lnTo>
                    <a:pt x="505114" y="1224752"/>
                  </a:lnTo>
                  <a:lnTo>
                    <a:pt x="505110" y="1224759"/>
                  </a:lnTo>
                  <a:lnTo>
                    <a:pt x="505105" y="1224763"/>
                  </a:lnTo>
                  <a:lnTo>
                    <a:pt x="505101" y="1224765"/>
                  </a:lnTo>
                  <a:lnTo>
                    <a:pt x="505096" y="1224766"/>
                  </a:lnTo>
                  <a:lnTo>
                    <a:pt x="505089" y="1224768"/>
                  </a:lnTo>
                  <a:lnTo>
                    <a:pt x="505078" y="1224771"/>
                  </a:lnTo>
                  <a:lnTo>
                    <a:pt x="505069" y="1224772"/>
                  </a:lnTo>
                  <a:lnTo>
                    <a:pt x="505059" y="1224774"/>
                  </a:lnTo>
                  <a:lnTo>
                    <a:pt x="505049" y="1224774"/>
                  </a:lnTo>
                  <a:lnTo>
                    <a:pt x="505039" y="1224774"/>
                  </a:lnTo>
                  <a:lnTo>
                    <a:pt x="505029" y="1224775"/>
                  </a:lnTo>
                  <a:lnTo>
                    <a:pt x="505019" y="1224774"/>
                  </a:lnTo>
                  <a:lnTo>
                    <a:pt x="505006" y="1224774"/>
                  </a:lnTo>
                  <a:lnTo>
                    <a:pt x="504997" y="1224774"/>
                  </a:lnTo>
                  <a:lnTo>
                    <a:pt x="504988" y="1224774"/>
                  </a:lnTo>
                  <a:lnTo>
                    <a:pt x="504981" y="1224775"/>
                  </a:lnTo>
                  <a:lnTo>
                    <a:pt x="504973" y="1224778"/>
                  </a:lnTo>
                  <a:lnTo>
                    <a:pt x="504969" y="1224780"/>
                  </a:lnTo>
                  <a:lnTo>
                    <a:pt x="504964" y="1224785"/>
                  </a:lnTo>
                  <a:lnTo>
                    <a:pt x="504958" y="1224792"/>
                  </a:lnTo>
                  <a:lnTo>
                    <a:pt x="504954" y="1224797"/>
                  </a:lnTo>
                  <a:lnTo>
                    <a:pt x="504950" y="1224802"/>
                  </a:lnTo>
                  <a:lnTo>
                    <a:pt x="504942" y="1224808"/>
                  </a:lnTo>
                  <a:lnTo>
                    <a:pt x="504935" y="1224812"/>
                  </a:lnTo>
                  <a:lnTo>
                    <a:pt x="504929" y="1224816"/>
                  </a:lnTo>
                  <a:lnTo>
                    <a:pt x="504924" y="1224820"/>
                  </a:lnTo>
                  <a:lnTo>
                    <a:pt x="504920" y="1224824"/>
                  </a:lnTo>
                  <a:lnTo>
                    <a:pt x="504910" y="1224836"/>
                  </a:lnTo>
                  <a:lnTo>
                    <a:pt x="504893" y="1224852"/>
                  </a:lnTo>
                  <a:lnTo>
                    <a:pt x="504887" y="1224859"/>
                  </a:lnTo>
                  <a:lnTo>
                    <a:pt x="504872" y="1224881"/>
                  </a:lnTo>
                  <a:lnTo>
                    <a:pt x="504861" y="1224898"/>
                  </a:lnTo>
                  <a:lnTo>
                    <a:pt x="504859" y="1224903"/>
                  </a:lnTo>
                  <a:lnTo>
                    <a:pt x="504856" y="1224908"/>
                  </a:lnTo>
                  <a:lnTo>
                    <a:pt x="504851" y="1224925"/>
                  </a:lnTo>
                  <a:lnTo>
                    <a:pt x="504847" y="1224934"/>
                  </a:lnTo>
                  <a:lnTo>
                    <a:pt x="504844" y="1224940"/>
                  </a:lnTo>
                  <a:lnTo>
                    <a:pt x="504838" y="1224944"/>
                  </a:lnTo>
                  <a:lnTo>
                    <a:pt x="504829" y="1224950"/>
                  </a:lnTo>
                  <a:lnTo>
                    <a:pt x="504818" y="1224956"/>
                  </a:lnTo>
                  <a:lnTo>
                    <a:pt x="504812" y="1224959"/>
                  </a:lnTo>
                  <a:lnTo>
                    <a:pt x="504807" y="1224962"/>
                  </a:lnTo>
                  <a:lnTo>
                    <a:pt x="504797" y="1224967"/>
                  </a:lnTo>
                  <a:lnTo>
                    <a:pt x="504788" y="1224970"/>
                  </a:lnTo>
                  <a:lnTo>
                    <a:pt x="504781" y="1224971"/>
                  </a:lnTo>
                  <a:lnTo>
                    <a:pt x="504774" y="1224970"/>
                  </a:lnTo>
                  <a:lnTo>
                    <a:pt x="504769" y="1224969"/>
                  </a:lnTo>
                  <a:lnTo>
                    <a:pt x="504765" y="1224968"/>
                  </a:lnTo>
                  <a:lnTo>
                    <a:pt x="504759" y="1224967"/>
                  </a:lnTo>
                  <a:lnTo>
                    <a:pt x="504753" y="1224967"/>
                  </a:lnTo>
                  <a:lnTo>
                    <a:pt x="504747" y="1224968"/>
                  </a:lnTo>
                  <a:lnTo>
                    <a:pt x="504740" y="1224972"/>
                  </a:lnTo>
                  <a:lnTo>
                    <a:pt x="504735" y="1224975"/>
                  </a:lnTo>
                  <a:lnTo>
                    <a:pt x="504727" y="1224981"/>
                  </a:lnTo>
                  <a:lnTo>
                    <a:pt x="504714" y="1224988"/>
                  </a:lnTo>
                  <a:lnTo>
                    <a:pt x="504704" y="1224995"/>
                  </a:lnTo>
                  <a:lnTo>
                    <a:pt x="504696" y="1225001"/>
                  </a:lnTo>
                  <a:lnTo>
                    <a:pt x="504686" y="1225007"/>
                  </a:lnTo>
                  <a:lnTo>
                    <a:pt x="504681" y="1225010"/>
                  </a:lnTo>
                  <a:lnTo>
                    <a:pt x="504676" y="1225015"/>
                  </a:lnTo>
                  <a:lnTo>
                    <a:pt x="504672" y="1225019"/>
                  </a:lnTo>
                  <a:lnTo>
                    <a:pt x="504668" y="1225021"/>
                  </a:lnTo>
                  <a:lnTo>
                    <a:pt x="504660" y="1225022"/>
                  </a:lnTo>
                  <a:lnTo>
                    <a:pt x="504653" y="1225022"/>
                  </a:lnTo>
                  <a:lnTo>
                    <a:pt x="504647" y="1225022"/>
                  </a:lnTo>
                  <a:lnTo>
                    <a:pt x="504640" y="1225022"/>
                  </a:lnTo>
                  <a:lnTo>
                    <a:pt x="504633" y="1225024"/>
                  </a:lnTo>
                  <a:lnTo>
                    <a:pt x="504624" y="1225027"/>
                  </a:lnTo>
                  <a:lnTo>
                    <a:pt x="504599" y="1225034"/>
                  </a:lnTo>
                  <a:lnTo>
                    <a:pt x="504582" y="1225039"/>
                  </a:lnTo>
                  <a:lnTo>
                    <a:pt x="504571" y="1225043"/>
                  </a:lnTo>
                  <a:lnTo>
                    <a:pt x="504565" y="1225045"/>
                  </a:lnTo>
                  <a:lnTo>
                    <a:pt x="504536" y="1225057"/>
                  </a:lnTo>
                  <a:lnTo>
                    <a:pt x="504507" y="1225067"/>
                  </a:lnTo>
                  <a:lnTo>
                    <a:pt x="504499" y="1225070"/>
                  </a:lnTo>
                  <a:lnTo>
                    <a:pt x="504491" y="1225074"/>
                  </a:lnTo>
                  <a:lnTo>
                    <a:pt x="504476" y="1225082"/>
                  </a:lnTo>
                  <a:lnTo>
                    <a:pt x="504467" y="1225086"/>
                  </a:lnTo>
                  <a:lnTo>
                    <a:pt x="504462" y="1225088"/>
                  </a:lnTo>
                  <a:lnTo>
                    <a:pt x="504453" y="1225093"/>
                  </a:lnTo>
                  <a:lnTo>
                    <a:pt x="504445" y="1225097"/>
                  </a:lnTo>
                  <a:lnTo>
                    <a:pt x="504433" y="1225102"/>
                  </a:lnTo>
                  <a:lnTo>
                    <a:pt x="504426" y="1225105"/>
                  </a:lnTo>
                  <a:lnTo>
                    <a:pt x="504420" y="1225107"/>
                  </a:lnTo>
                  <a:lnTo>
                    <a:pt x="504414" y="1225107"/>
                  </a:lnTo>
                  <a:lnTo>
                    <a:pt x="504408" y="1225108"/>
                  </a:lnTo>
                  <a:lnTo>
                    <a:pt x="504401" y="1225109"/>
                  </a:lnTo>
                  <a:lnTo>
                    <a:pt x="504390" y="1225110"/>
                  </a:lnTo>
                  <a:lnTo>
                    <a:pt x="504382" y="1225110"/>
                  </a:lnTo>
                  <a:lnTo>
                    <a:pt x="504370" y="1225110"/>
                  </a:lnTo>
                  <a:lnTo>
                    <a:pt x="504357" y="1225110"/>
                  </a:lnTo>
                  <a:lnTo>
                    <a:pt x="504349" y="1225109"/>
                  </a:lnTo>
                  <a:lnTo>
                    <a:pt x="504339" y="1225109"/>
                  </a:lnTo>
                  <a:lnTo>
                    <a:pt x="504333" y="1225110"/>
                  </a:lnTo>
                  <a:lnTo>
                    <a:pt x="504328" y="1225112"/>
                  </a:lnTo>
                  <a:lnTo>
                    <a:pt x="504324" y="1225114"/>
                  </a:lnTo>
                  <a:lnTo>
                    <a:pt x="504317" y="1225118"/>
                  </a:lnTo>
                  <a:lnTo>
                    <a:pt x="504311" y="1225121"/>
                  </a:lnTo>
                  <a:lnTo>
                    <a:pt x="504305" y="1225125"/>
                  </a:lnTo>
                  <a:lnTo>
                    <a:pt x="504296" y="1225129"/>
                  </a:lnTo>
                  <a:lnTo>
                    <a:pt x="504292" y="1225131"/>
                  </a:lnTo>
                  <a:lnTo>
                    <a:pt x="504275" y="1225140"/>
                  </a:lnTo>
                  <a:lnTo>
                    <a:pt x="504267" y="1225144"/>
                  </a:lnTo>
                  <a:lnTo>
                    <a:pt x="504225" y="1225158"/>
                  </a:lnTo>
                  <a:lnTo>
                    <a:pt x="504216" y="1225161"/>
                  </a:lnTo>
                  <a:lnTo>
                    <a:pt x="504210" y="1225162"/>
                  </a:lnTo>
                  <a:lnTo>
                    <a:pt x="504204" y="1225161"/>
                  </a:lnTo>
                  <a:lnTo>
                    <a:pt x="504194" y="1225157"/>
                  </a:lnTo>
                  <a:lnTo>
                    <a:pt x="504187" y="1225153"/>
                  </a:lnTo>
                  <a:lnTo>
                    <a:pt x="504175" y="1225145"/>
                  </a:lnTo>
                  <a:lnTo>
                    <a:pt x="504168" y="1225141"/>
                  </a:lnTo>
                  <a:lnTo>
                    <a:pt x="504160" y="1225139"/>
                  </a:lnTo>
                  <a:lnTo>
                    <a:pt x="504155" y="1225138"/>
                  </a:lnTo>
                  <a:lnTo>
                    <a:pt x="504150" y="1225138"/>
                  </a:lnTo>
                  <a:lnTo>
                    <a:pt x="504145" y="1225139"/>
                  </a:lnTo>
                  <a:lnTo>
                    <a:pt x="504141" y="1225141"/>
                  </a:lnTo>
                  <a:lnTo>
                    <a:pt x="504135" y="1225145"/>
                  </a:lnTo>
                  <a:lnTo>
                    <a:pt x="504125" y="1225152"/>
                  </a:lnTo>
                  <a:lnTo>
                    <a:pt x="504117" y="1225158"/>
                  </a:lnTo>
                  <a:lnTo>
                    <a:pt x="504109" y="1225164"/>
                  </a:lnTo>
                  <a:lnTo>
                    <a:pt x="504100" y="1225172"/>
                  </a:lnTo>
                  <a:lnTo>
                    <a:pt x="504091" y="1225180"/>
                  </a:lnTo>
                  <a:lnTo>
                    <a:pt x="504084" y="1225185"/>
                  </a:lnTo>
                  <a:lnTo>
                    <a:pt x="504076" y="1225190"/>
                  </a:lnTo>
                  <a:lnTo>
                    <a:pt x="504066" y="1225194"/>
                  </a:lnTo>
                  <a:lnTo>
                    <a:pt x="504056" y="1225198"/>
                  </a:lnTo>
                  <a:lnTo>
                    <a:pt x="504047" y="1225201"/>
                  </a:lnTo>
                  <a:lnTo>
                    <a:pt x="504036" y="1225206"/>
                  </a:lnTo>
                  <a:lnTo>
                    <a:pt x="504026" y="1225210"/>
                  </a:lnTo>
                  <a:lnTo>
                    <a:pt x="504016" y="1225214"/>
                  </a:lnTo>
                  <a:lnTo>
                    <a:pt x="504006" y="1225216"/>
                  </a:lnTo>
                  <a:lnTo>
                    <a:pt x="503999" y="1225218"/>
                  </a:lnTo>
                  <a:lnTo>
                    <a:pt x="503992" y="1225218"/>
                  </a:lnTo>
                  <a:lnTo>
                    <a:pt x="503987" y="1225218"/>
                  </a:lnTo>
                  <a:lnTo>
                    <a:pt x="503982" y="1225217"/>
                  </a:lnTo>
                  <a:lnTo>
                    <a:pt x="503974" y="1225214"/>
                  </a:lnTo>
                  <a:lnTo>
                    <a:pt x="503962" y="1225205"/>
                  </a:lnTo>
                  <a:lnTo>
                    <a:pt x="503954" y="1225203"/>
                  </a:lnTo>
                  <a:lnTo>
                    <a:pt x="503949" y="1225203"/>
                  </a:lnTo>
                  <a:lnTo>
                    <a:pt x="503941" y="1225204"/>
                  </a:lnTo>
                  <a:lnTo>
                    <a:pt x="503931" y="1225204"/>
                  </a:lnTo>
                  <a:lnTo>
                    <a:pt x="503922" y="1225205"/>
                  </a:lnTo>
                  <a:lnTo>
                    <a:pt x="503912" y="1225205"/>
                  </a:lnTo>
                  <a:lnTo>
                    <a:pt x="503899" y="1225205"/>
                  </a:lnTo>
                  <a:lnTo>
                    <a:pt x="503892" y="1225204"/>
                  </a:lnTo>
                  <a:lnTo>
                    <a:pt x="503886" y="1225203"/>
                  </a:lnTo>
                  <a:lnTo>
                    <a:pt x="503876" y="1225201"/>
                  </a:lnTo>
                  <a:lnTo>
                    <a:pt x="503869" y="1225198"/>
                  </a:lnTo>
                  <a:lnTo>
                    <a:pt x="503862" y="1225196"/>
                  </a:lnTo>
                  <a:lnTo>
                    <a:pt x="503856" y="1225191"/>
                  </a:lnTo>
                  <a:lnTo>
                    <a:pt x="503850" y="1225187"/>
                  </a:lnTo>
                  <a:lnTo>
                    <a:pt x="503844" y="1225185"/>
                  </a:lnTo>
                  <a:lnTo>
                    <a:pt x="503836" y="1225182"/>
                  </a:lnTo>
                  <a:lnTo>
                    <a:pt x="503831" y="1225181"/>
                  </a:lnTo>
                  <a:lnTo>
                    <a:pt x="503825" y="1225178"/>
                  </a:lnTo>
                  <a:lnTo>
                    <a:pt x="503812" y="1225172"/>
                  </a:lnTo>
                  <a:lnTo>
                    <a:pt x="503802" y="1225166"/>
                  </a:lnTo>
                  <a:lnTo>
                    <a:pt x="503797" y="1225167"/>
                  </a:lnTo>
                  <a:lnTo>
                    <a:pt x="503791" y="1225171"/>
                  </a:lnTo>
                  <a:lnTo>
                    <a:pt x="503787" y="1225176"/>
                  </a:lnTo>
                  <a:lnTo>
                    <a:pt x="503784" y="1225180"/>
                  </a:lnTo>
                  <a:lnTo>
                    <a:pt x="503781" y="1225184"/>
                  </a:lnTo>
                  <a:lnTo>
                    <a:pt x="503778" y="1225188"/>
                  </a:lnTo>
                  <a:lnTo>
                    <a:pt x="503774" y="1225197"/>
                  </a:lnTo>
                  <a:lnTo>
                    <a:pt x="503770" y="1225203"/>
                  </a:lnTo>
                  <a:lnTo>
                    <a:pt x="503767" y="1225207"/>
                  </a:lnTo>
                  <a:lnTo>
                    <a:pt x="503757" y="1225212"/>
                  </a:lnTo>
                  <a:lnTo>
                    <a:pt x="503748" y="1225216"/>
                  </a:lnTo>
                  <a:lnTo>
                    <a:pt x="503741" y="1225219"/>
                  </a:lnTo>
                  <a:lnTo>
                    <a:pt x="503735" y="1225221"/>
                  </a:lnTo>
                  <a:lnTo>
                    <a:pt x="503727" y="1225224"/>
                  </a:lnTo>
                  <a:lnTo>
                    <a:pt x="503723" y="1225225"/>
                  </a:lnTo>
                  <a:lnTo>
                    <a:pt x="503716" y="1225226"/>
                  </a:lnTo>
                  <a:lnTo>
                    <a:pt x="503709" y="1225229"/>
                  </a:lnTo>
                  <a:lnTo>
                    <a:pt x="503704" y="1225231"/>
                  </a:lnTo>
                  <a:lnTo>
                    <a:pt x="503696" y="1225230"/>
                  </a:lnTo>
                  <a:lnTo>
                    <a:pt x="503692" y="1225230"/>
                  </a:lnTo>
                  <a:lnTo>
                    <a:pt x="503686" y="1225229"/>
                  </a:lnTo>
                  <a:lnTo>
                    <a:pt x="503681" y="1225229"/>
                  </a:lnTo>
                  <a:lnTo>
                    <a:pt x="503670" y="1225232"/>
                  </a:lnTo>
                  <a:lnTo>
                    <a:pt x="503663" y="1225235"/>
                  </a:lnTo>
                  <a:lnTo>
                    <a:pt x="503658" y="1225238"/>
                  </a:lnTo>
                  <a:lnTo>
                    <a:pt x="503654" y="1225242"/>
                  </a:lnTo>
                  <a:lnTo>
                    <a:pt x="503650" y="1225249"/>
                  </a:lnTo>
                  <a:lnTo>
                    <a:pt x="503645" y="1225260"/>
                  </a:lnTo>
                  <a:lnTo>
                    <a:pt x="503640" y="1225268"/>
                  </a:lnTo>
                  <a:lnTo>
                    <a:pt x="503635" y="1225276"/>
                  </a:lnTo>
                  <a:lnTo>
                    <a:pt x="503632" y="1225281"/>
                  </a:lnTo>
                  <a:lnTo>
                    <a:pt x="503628" y="1225287"/>
                  </a:lnTo>
                  <a:lnTo>
                    <a:pt x="503626" y="1225291"/>
                  </a:lnTo>
                  <a:lnTo>
                    <a:pt x="503621" y="1225300"/>
                  </a:lnTo>
                  <a:lnTo>
                    <a:pt x="503617" y="1225307"/>
                  </a:lnTo>
                  <a:lnTo>
                    <a:pt x="503612" y="1225312"/>
                  </a:lnTo>
                  <a:lnTo>
                    <a:pt x="503607" y="1225317"/>
                  </a:lnTo>
                  <a:lnTo>
                    <a:pt x="503603" y="1225322"/>
                  </a:lnTo>
                  <a:lnTo>
                    <a:pt x="503596" y="1225327"/>
                  </a:lnTo>
                  <a:lnTo>
                    <a:pt x="503583" y="1225336"/>
                  </a:lnTo>
                  <a:lnTo>
                    <a:pt x="503578" y="1225335"/>
                  </a:lnTo>
                  <a:lnTo>
                    <a:pt x="503574" y="1225330"/>
                  </a:lnTo>
                  <a:lnTo>
                    <a:pt x="503568" y="1225326"/>
                  </a:lnTo>
                  <a:lnTo>
                    <a:pt x="503555" y="1225324"/>
                  </a:lnTo>
                  <a:lnTo>
                    <a:pt x="503539" y="1225324"/>
                  </a:lnTo>
                  <a:lnTo>
                    <a:pt x="503528" y="1225324"/>
                  </a:lnTo>
                  <a:lnTo>
                    <a:pt x="503520" y="1225325"/>
                  </a:lnTo>
                  <a:lnTo>
                    <a:pt x="503509" y="1225327"/>
                  </a:lnTo>
                  <a:lnTo>
                    <a:pt x="503501" y="1225327"/>
                  </a:lnTo>
                  <a:lnTo>
                    <a:pt x="503496" y="1225327"/>
                  </a:lnTo>
                  <a:lnTo>
                    <a:pt x="503488" y="1225327"/>
                  </a:lnTo>
                  <a:lnTo>
                    <a:pt x="503482" y="1225326"/>
                  </a:lnTo>
                  <a:lnTo>
                    <a:pt x="503476" y="1225324"/>
                  </a:lnTo>
                  <a:lnTo>
                    <a:pt x="503469" y="1225321"/>
                  </a:lnTo>
                  <a:lnTo>
                    <a:pt x="503461" y="1225320"/>
                  </a:lnTo>
                  <a:lnTo>
                    <a:pt x="503434" y="1225320"/>
                  </a:lnTo>
                  <a:lnTo>
                    <a:pt x="503164" y="1225324"/>
                  </a:lnTo>
                  <a:lnTo>
                    <a:pt x="503110" y="1225325"/>
                  </a:lnTo>
                  <a:lnTo>
                    <a:pt x="503032" y="1225326"/>
                  </a:lnTo>
                  <a:lnTo>
                    <a:pt x="502972" y="1225327"/>
                  </a:lnTo>
                  <a:lnTo>
                    <a:pt x="502955" y="1225328"/>
                  </a:lnTo>
                  <a:lnTo>
                    <a:pt x="502782" y="1225331"/>
                  </a:lnTo>
                  <a:lnTo>
                    <a:pt x="502760" y="1225330"/>
                  </a:lnTo>
                  <a:lnTo>
                    <a:pt x="502756" y="1225327"/>
                  </a:lnTo>
                  <a:lnTo>
                    <a:pt x="502743" y="1225304"/>
                  </a:lnTo>
                  <a:lnTo>
                    <a:pt x="502739" y="1225297"/>
                  </a:lnTo>
                  <a:lnTo>
                    <a:pt x="502735" y="1225291"/>
                  </a:lnTo>
                  <a:lnTo>
                    <a:pt x="502733" y="1225276"/>
                  </a:lnTo>
                  <a:lnTo>
                    <a:pt x="502731" y="1225265"/>
                  </a:lnTo>
                  <a:lnTo>
                    <a:pt x="502728" y="1225256"/>
                  </a:lnTo>
                  <a:lnTo>
                    <a:pt x="502727" y="1225249"/>
                  </a:lnTo>
                  <a:lnTo>
                    <a:pt x="502722" y="1225232"/>
                  </a:lnTo>
                  <a:lnTo>
                    <a:pt x="502722" y="1225227"/>
                  </a:lnTo>
                  <a:lnTo>
                    <a:pt x="502721" y="1225222"/>
                  </a:lnTo>
                  <a:lnTo>
                    <a:pt x="502728" y="1225216"/>
                  </a:lnTo>
                  <a:lnTo>
                    <a:pt x="502735" y="1225211"/>
                  </a:lnTo>
                  <a:lnTo>
                    <a:pt x="502743" y="1225206"/>
                  </a:lnTo>
                  <a:lnTo>
                    <a:pt x="502748" y="1225201"/>
                  </a:lnTo>
                  <a:lnTo>
                    <a:pt x="502760" y="1225192"/>
                  </a:lnTo>
                  <a:lnTo>
                    <a:pt x="502765" y="1225184"/>
                  </a:lnTo>
                  <a:lnTo>
                    <a:pt x="502767" y="1225178"/>
                  </a:lnTo>
                  <a:lnTo>
                    <a:pt x="502769" y="1225171"/>
                  </a:lnTo>
                  <a:lnTo>
                    <a:pt x="502771" y="1225164"/>
                  </a:lnTo>
                  <a:lnTo>
                    <a:pt x="502773" y="1225158"/>
                  </a:lnTo>
                  <a:lnTo>
                    <a:pt x="502777" y="1225146"/>
                  </a:lnTo>
                  <a:lnTo>
                    <a:pt x="502780" y="1225137"/>
                  </a:lnTo>
                  <a:lnTo>
                    <a:pt x="502782" y="1225128"/>
                  </a:lnTo>
                  <a:lnTo>
                    <a:pt x="502783" y="1225121"/>
                  </a:lnTo>
                  <a:lnTo>
                    <a:pt x="502780" y="1225114"/>
                  </a:lnTo>
                  <a:lnTo>
                    <a:pt x="502772" y="1225104"/>
                  </a:lnTo>
                  <a:lnTo>
                    <a:pt x="502765" y="1225096"/>
                  </a:lnTo>
                  <a:lnTo>
                    <a:pt x="502763" y="1225092"/>
                  </a:lnTo>
                  <a:lnTo>
                    <a:pt x="502760" y="1225084"/>
                  </a:lnTo>
                  <a:lnTo>
                    <a:pt x="502760" y="1225074"/>
                  </a:lnTo>
                  <a:lnTo>
                    <a:pt x="502760" y="1225065"/>
                  </a:lnTo>
                  <a:lnTo>
                    <a:pt x="502761" y="1225051"/>
                  </a:lnTo>
                  <a:lnTo>
                    <a:pt x="502762" y="1225040"/>
                  </a:lnTo>
                  <a:lnTo>
                    <a:pt x="502761" y="1225028"/>
                  </a:lnTo>
                  <a:lnTo>
                    <a:pt x="502760" y="1225021"/>
                  </a:lnTo>
                  <a:lnTo>
                    <a:pt x="502761" y="1225009"/>
                  </a:lnTo>
                  <a:lnTo>
                    <a:pt x="502759" y="1224999"/>
                  </a:lnTo>
                  <a:lnTo>
                    <a:pt x="502759" y="1224993"/>
                  </a:lnTo>
                  <a:lnTo>
                    <a:pt x="502758" y="1224988"/>
                  </a:lnTo>
                  <a:lnTo>
                    <a:pt x="502754" y="1224984"/>
                  </a:lnTo>
                  <a:lnTo>
                    <a:pt x="502751" y="1224981"/>
                  </a:lnTo>
                  <a:lnTo>
                    <a:pt x="502743" y="1224974"/>
                  </a:lnTo>
                  <a:lnTo>
                    <a:pt x="502736" y="1224967"/>
                  </a:lnTo>
                  <a:lnTo>
                    <a:pt x="502726" y="1224959"/>
                  </a:lnTo>
                  <a:lnTo>
                    <a:pt x="502720" y="1224955"/>
                  </a:lnTo>
                  <a:lnTo>
                    <a:pt x="502711" y="1224947"/>
                  </a:lnTo>
                  <a:lnTo>
                    <a:pt x="502704" y="1224940"/>
                  </a:lnTo>
                  <a:lnTo>
                    <a:pt x="502698" y="1224931"/>
                  </a:lnTo>
                  <a:lnTo>
                    <a:pt x="502685" y="1224916"/>
                  </a:lnTo>
                  <a:lnTo>
                    <a:pt x="502668" y="1224900"/>
                  </a:lnTo>
                  <a:lnTo>
                    <a:pt x="502665" y="1224896"/>
                  </a:lnTo>
                  <a:lnTo>
                    <a:pt x="502659" y="1224889"/>
                  </a:lnTo>
                  <a:lnTo>
                    <a:pt x="502653" y="1224881"/>
                  </a:lnTo>
                  <a:lnTo>
                    <a:pt x="502647" y="1224872"/>
                  </a:lnTo>
                  <a:lnTo>
                    <a:pt x="502638" y="1224860"/>
                  </a:lnTo>
                  <a:lnTo>
                    <a:pt x="502633" y="1224856"/>
                  </a:lnTo>
                  <a:lnTo>
                    <a:pt x="502621" y="1224845"/>
                  </a:lnTo>
                  <a:lnTo>
                    <a:pt x="502615" y="1224841"/>
                  </a:lnTo>
                  <a:lnTo>
                    <a:pt x="502594" y="1224829"/>
                  </a:lnTo>
                  <a:lnTo>
                    <a:pt x="502584" y="1224822"/>
                  </a:lnTo>
                  <a:lnTo>
                    <a:pt x="502577" y="1224820"/>
                  </a:lnTo>
                  <a:lnTo>
                    <a:pt x="502567" y="1224819"/>
                  </a:lnTo>
                  <a:lnTo>
                    <a:pt x="502553" y="1224819"/>
                  </a:lnTo>
                  <a:lnTo>
                    <a:pt x="502541" y="1224818"/>
                  </a:lnTo>
                  <a:lnTo>
                    <a:pt x="502525" y="1224819"/>
                  </a:lnTo>
                  <a:lnTo>
                    <a:pt x="502513" y="1224818"/>
                  </a:lnTo>
                  <a:lnTo>
                    <a:pt x="502507" y="1224817"/>
                  </a:lnTo>
                  <a:lnTo>
                    <a:pt x="502497" y="1224820"/>
                  </a:lnTo>
                  <a:lnTo>
                    <a:pt x="502492" y="1224822"/>
                  </a:lnTo>
                  <a:lnTo>
                    <a:pt x="502484" y="1224823"/>
                  </a:lnTo>
                  <a:lnTo>
                    <a:pt x="502477" y="1224823"/>
                  </a:lnTo>
                  <a:lnTo>
                    <a:pt x="502468" y="1224822"/>
                  </a:lnTo>
                  <a:lnTo>
                    <a:pt x="502461" y="1224822"/>
                  </a:lnTo>
                  <a:lnTo>
                    <a:pt x="502442" y="1224824"/>
                  </a:lnTo>
                  <a:lnTo>
                    <a:pt x="502435" y="1224826"/>
                  </a:lnTo>
                  <a:lnTo>
                    <a:pt x="502430" y="1224828"/>
                  </a:lnTo>
                  <a:lnTo>
                    <a:pt x="502425" y="1224832"/>
                  </a:lnTo>
                  <a:lnTo>
                    <a:pt x="502420" y="1224838"/>
                  </a:lnTo>
                  <a:lnTo>
                    <a:pt x="502417" y="1224844"/>
                  </a:lnTo>
                  <a:lnTo>
                    <a:pt x="502413" y="1224851"/>
                  </a:lnTo>
                  <a:lnTo>
                    <a:pt x="502409" y="1224856"/>
                  </a:lnTo>
                  <a:lnTo>
                    <a:pt x="502401" y="1224865"/>
                  </a:lnTo>
                  <a:lnTo>
                    <a:pt x="502389" y="1224877"/>
                  </a:lnTo>
                  <a:lnTo>
                    <a:pt x="502384" y="1224882"/>
                  </a:lnTo>
                  <a:lnTo>
                    <a:pt x="502379" y="1224889"/>
                  </a:lnTo>
                  <a:lnTo>
                    <a:pt x="502376" y="1224892"/>
                  </a:lnTo>
                  <a:lnTo>
                    <a:pt x="502363" y="1224896"/>
                  </a:lnTo>
                  <a:lnTo>
                    <a:pt x="502348" y="1224900"/>
                  </a:lnTo>
                  <a:lnTo>
                    <a:pt x="502338" y="1224902"/>
                  </a:lnTo>
                  <a:lnTo>
                    <a:pt x="502321" y="1224905"/>
                  </a:lnTo>
                  <a:lnTo>
                    <a:pt x="502305" y="1224908"/>
                  </a:lnTo>
                  <a:lnTo>
                    <a:pt x="502293" y="1224909"/>
                  </a:lnTo>
                  <a:lnTo>
                    <a:pt x="502283" y="1224910"/>
                  </a:lnTo>
                  <a:lnTo>
                    <a:pt x="502270" y="1224912"/>
                  </a:lnTo>
                  <a:lnTo>
                    <a:pt x="502265" y="1224914"/>
                  </a:lnTo>
                  <a:lnTo>
                    <a:pt x="502260" y="1224918"/>
                  </a:lnTo>
                  <a:lnTo>
                    <a:pt x="502253" y="1224924"/>
                  </a:lnTo>
                  <a:lnTo>
                    <a:pt x="502247" y="1224931"/>
                  </a:lnTo>
                  <a:lnTo>
                    <a:pt x="502240" y="1224940"/>
                  </a:lnTo>
                  <a:lnTo>
                    <a:pt x="502235" y="1224944"/>
                  </a:lnTo>
                  <a:lnTo>
                    <a:pt x="502222" y="1224948"/>
                  </a:lnTo>
                  <a:lnTo>
                    <a:pt x="502212" y="1224953"/>
                  </a:lnTo>
                  <a:lnTo>
                    <a:pt x="502187" y="1224982"/>
                  </a:lnTo>
                  <a:lnTo>
                    <a:pt x="502180" y="1224993"/>
                  </a:lnTo>
                  <a:lnTo>
                    <a:pt x="502174" y="1225002"/>
                  </a:lnTo>
                  <a:lnTo>
                    <a:pt x="502160" y="1225024"/>
                  </a:lnTo>
                  <a:lnTo>
                    <a:pt x="502150" y="1225033"/>
                  </a:lnTo>
                  <a:lnTo>
                    <a:pt x="502143" y="1225034"/>
                  </a:lnTo>
                  <a:lnTo>
                    <a:pt x="502131" y="1225037"/>
                  </a:lnTo>
                  <a:lnTo>
                    <a:pt x="502123" y="1225038"/>
                  </a:lnTo>
                  <a:lnTo>
                    <a:pt x="502110" y="1225042"/>
                  </a:lnTo>
                  <a:lnTo>
                    <a:pt x="501985" y="1225083"/>
                  </a:lnTo>
                  <a:lnTo>
                    <a:pt x="501979" y="1225072"/>
                  </a:lnTo>
                  <a:lnTo>
                    <a:pt x="501975" y="1225065"/>
                  </a:lnTo>
                  <a:lnTo>
                    <a:pt x="501972" y="1225058"/>
                  </a:lnTo>
                  <a:lnTo>
                    <a:pt x="501970" y="1225051"/>
                  </a:lnTo>
                  <a:lnTo>
                    <a:pt x="501969" y="1225039"/>
                  </a:lnTo>
                  <a:lnTo>
                    <a:pt x="501969" y="1225034"/>
                  </a:lnTo>
                  <a:lnTo>
                    <a:pt x="501969" y="1225025"/>
                  </a:lnTo>
                  <a:lnTo>
                    <a:pt x="501970" y="1225017"/>
                  </a:lnTo>
                  <a:lnTo>
                    <a:pt x="501970" y="1225010"/>
                  </a:lnTo>
                  <a:lnTo>
                    <a:pt x="501968" y="1225002"/>
                  </a:lnTo>
                  <a:lnTo>
                    <a:pt x="501961" y="1224983"/>
                  </a:lnTo>
                  <a:lnTo>
                    <a:pt x="501959" y="1224975"/>
                  </a:lnTo>
                  <a:lnTo>
                    <a:pt x="501958" y="1224969"/>
                  </a:lnTo>
                  <a:lnTo>
                    <a:pt x="501957" y="1224964"/>
                  </a:lnTo>
                  <a:lnTo>
                    <a:pt x="501957" y="1224950"/>
                  </a:lnTo>
                  <a:lnTo>
                    <a:pt x="501957" y="1224934"/>
                  </a:lnTo>
                  <a:lnTo>
                    <a:pt x="501956" y="1224927"/>
                  </a:lnTo>
                  <a:lnTo>
                    <a:pt x="501945" y="1224902"/>
                  </a:lnTo>
                  <a:lnTo>
                    <a:pt x="501943" y="1224898"/>
                  </a:lnTo>
                  <a:lnTo>
                    <a:pt x="501938" y="1224885"/>
                  </a:lnTo>
                  <a:lnTo>
                    <a:pt x="501935" y="1224875"/>
                  </a:lnTo>
                  <a:lnTo>
                    <a:pt x="501933" y="1224869"/>
                  </a:lnTo>
                  <a:lnTo>
                    <a:pt x="501932" y="1224863"/>
                  </a:lnTo>
                  <a:lnTo>
                    <a:pt x="501930" y="1224856"/>
                  </a:lnTo>
                  <a:lnTo>
                    <a:pt x="501927" y="1224851"/>
                  </a:lnTo>
                  <a:lnTo>
                    <a:pt x="501924" y="1224846"/>
                  </a:lnTo>
                  <a:lnTo>
                    <a:pt x="501920" y="1224841"/>
                  </a:lnTo>
                  <a:lnTo>
                    <a:pt x="501916" y="1224836"/>
                  </a:lnTo>
                  <a:lnTo>
                    <a:pt x="501912" y="1224831"/>
                  </a:lnTo>
                  <a:lnTo>
                    <a:pt x="501909" y="1224826"/>
                  </a:lnTo>
                  <a:lnTo>
                    <a:pt x="501905" y="1224821"/>
                  </a:lnTo>
                  <a:lnTo>
                    <a:pt x="501902" y="1224814"/>
                  </a:lnTo>
                  <a:lnTo>
                    <a:pt x="501898" y="1224807"/>
                  </a:lnTo>
                  <a:lnTo>
                    <a:pt x="501893" y="1224798"/>
                  </a:lnTo>
                  <a:lnTo>
                    <a:pt x="501889" y="1224792"/>
                  </a:lnTo>
                  <a:lnTo>
                    <a:pt x="501884" y="1224785"/>
                  </a:lnTo>
                  <a:lnTo>
                    <a:pt x="501879" y="1224778"/>
                  </a:lnTo>
                  <a:lnTo>
                    <a:pt x="501874" y="1224774"/>
                  </a:lnTo>
                  <a:lnTo>
                    <a:pt x="501869" y="1224770"/>
                  </a:lnTo>
                  <a:lnTo>
                    <a:pt x="501863" y="1224767"/>
                  </a:lnTo>
                  <a:lnTo>
                    <a:pt x="501857" y="1224762"/>
                  </a:lnTo>
                  <a:lnTo>
                    <a:pt x="501852" y="1224758"/>
                  </a:lnTo>
                  <a:lnTo>
                    <a:pt x="501847" y="1224753"/>
                  </a:lnTo>
                  <a:lnTo>
                    <a:pt x="501842" y="1224748"/>
                  </a:lnTo>
                  <a:lnTo>
                    <a:pt x="501838" y="1224741"/>
                  </a:lnTo>
                  <a:lnTo>
                    <a:pt x="501835" y="1224738"/>
                  </a:lnTo>
                  <a:lnTo>
                    <a:pt x="501829" y="1224731"/>
                  </a:lnTo>
                  <a:lnTo>
                    <a:pt x="501826" y="1224727"/>
                  </a:lnTo>
                  <a:lnTo>
                    <a:pt x="501821" y="1224722"/>
                  </a:lnTo>
                  <a:lnTo>
                    <a:pt x="501815" y="1224716"/>
                  </a:lnTo>
                  <a:lnTo>
                    <a:pt x="501809" y="1224711"/>
                  </a:lnTo>
                  <a:lnTo>
                    <a:pt x="501802" y="1224706"/>
                  </a:lnTo>
                  <a:lnTo>
                    <a:pt x="501795" y="1224704"/>
                  </a:lnTo>
                  <a:lnTo>
                    <a:pt x="501788" y="1224702"/>
                  </a:lnTo>
                  <a:lnTo>
                    <a:pt x="501781" y="1224697"/>
                  </a:lnTo>
                  <a:lnTo>
                    <a:pt x="501772" y="1224689"/>
                  </a:lnTo>
                  <a:lnTo>
                    <a:pt x="501764" y="1224684"/>
                  </a:lnTo>
                  <a:lnTo>
                    <a:pt x="501759" y="1224681"/>
                  </a:lnTo>
                  <a:lnTo>
                    <a:pt x="501754" y="1224677"/>
                  </a:lnTo>
                  <a:lnTo>
                    <a:pt x="501749" y="1224673"/>
                  </a:lnTo>
                  <a:lnTo>
                    <a:pt x="501743" y="1224668"/>
                  </a:lnTo>
                  <a:lnTo>
                    <a:pt x="501739" y="1224665"/>
                  </a:lnTo>
                  <a:lnTo>
                    <a:pt x="501729" y="1224659"/>
                  </a:lnTo>
                  <a:lnTo>
                    <a:pt x="501724" y="1224656"/>
                  </a:lnTo>
                  <a:lnTo>
                    <a:pt x="501720" y="1224653"/>
                  </a:lnTo>
                  <a:lnTo>
                    <a:pt x="501716" y="1224649"/>
                  </a:lnTo>
                  <a:lnTo>
                    <a:pt x="501711" y="1224644"/>
                  </a:lnTo>
                  <a:lnTo>
                    <a:pt x="501706" y="1224638"/>
                  </a:lnTo>
                  <a:lnTo>
                    <a:pt x="501703" y="1224634"/>
                  </a:lnTo>
                  <a:lnTo>
                    <a:pt x="501698" y="1224629"/>
                  </a:lnTo>
                  <a:lnTo>
                    <a:pt x="501693" y="1224620"/>
                  </a:lnTo>
                  <a:lnTo>
                    <a:pt x="501689" y="1224614"/>
                  </a:lnTo>
                  <a:lnTo>
                    <a:pt x="501685" y="1224610"/>
                  </a:lnTo>
                  <a:lnTo>
                    <a:pt x="501677" y="1224604"/>
                  </a:lnTo>
                  <a:lnTo>
                    <a:pt x="501669" y="1224596"/>
                  </a:lnTo>
                  <a:lnTo>
                    <a:pt x="501660" y="1224588"/>
                  </a:lnTo>
                  <a:lnTo>
                    <a:pt x="501647" y="1224581"/>
                  </a:lnTo>
                  <a:lnTo>
                    <a:pt x="501637" y="1224572"/>
                  </a:lnTo>
                  <a:lnTo>
                    <a:pt x="501634" y="1224566"/>
                  </a:lnTo>
                  <a:lnTo>
                    <a:pt x="501633" y="1224560"/>
                  </a:lnTo>
                  <a:lnTo>
                    <a:pt x="501633" y="1224554"/>
                  </a:lnTo>
                  <a:lnTo>
                    <a:pt x="501633" y="1224547"/>
                  </a:lnTo>
                  <a:lnTo>
                    <a:pt x="501633" y="1224539"/>
                  </a:lnTo>
                  <a:lnTo>
                    <a:pt x="501633" y="1224534"/>
                  </a:lnTo>
                  <a:lnTo>
                    <a:pt x="501633" y="1224523"/>
                  </a:lnTo>
                  <a:lnTo>
                    <a:pt x="501630" y="1224511"/>
                  </a:lnTo>
                  <a:lnTo>
                    <a:pt x="501628" y="1224493"/>
                  </a:lnTo>
                  <a:lnTo>
                    <a:pt x="501626" y="1224472"/>
                  </a:lnTo>
                  <a:lnTo>
                    <a:pt x="501625" y="1224452"/>
                  </a:lnTo>
                  <a:lnTo>
                    <a:pt x="501625" y="1224442"/>
                  </a:lnTo>
                  <a:lnTo>
                    <a:pt x="501625" y="1224427"/>
                  </a:lnTo>
                  <a:lnTo>
                    <a:pt x="501625" y="1224411"/>
                  </a:lnTo>
                  <a:lnTo>
                    <a:pt x="501623" y="1224400"/>
                  </a:lnTo>
                  <a:lnTo>
                    <a:pt x="501619" y="1224387"/>
                  </a:lnTo>
                  <a:lnTo>
                    <a:pt x="501614" y="1224378"/>
                  </a:lnTo>
                  <a:lnTo>
                    <a:pt x="501609" y="1224372"/>
                  </a:lnTo>
                  <a:lnTo>
                    <a:pt x="501605" y="1224366"/>
                  </a:lnTo>
                  <a:lnTo>
                    <a:pt x="501604" y="1224360"/>
                  </a:lnTo>
                  <a:lnTo>
                    <a:pt x="501603" y="1224354"/>
                  </a:lnTo>
                  <a:lnTo>
                    <a:pt x="501602" y="1224346"/>
                  </a:lnTo>
                  <a:lnTo>
                    <a:pt x="501599" y="1224339"/>
                  </a:lnTo>
                  <a:lnTo>
                    <a:pt x="501598" y="1224330"/>
                  </a:lnTo>
                  <a:lnTo>
                    <a:pt x="501596" y="1224323"/>
                  </a:lnTo>
                  <a:lnTo>
                    <a:pt x="501594" y="1224318"/>
                  </a:lnTo>
                  <a:lnTo>
                    <a:pt x="501589" y="1224310"/>
                  </a:lnTo>
                  <a:lnTo>
                    <a:pt x="501583" y="1224302"/>
                  </a:lnTo>
                  <a:lnTo>
                    <a:pt x="501579" y="1224297"/>
                  </a:lnTo>
                  <a:lnTo>
                    <a:pt x="501577" y="1224290"/>
                  </a:lnTo>
                  <a:lnTo>
                    <a:pt x="501574" y="1224280"/>
                  </a:lnTo>
                  <a:lnTo>
                    <a:pt x="501572" y="1224266"/>
                  </a:lnTo>
                  <a:lnTo>
                    <a:pt x="501567" y="1224254"/>
                  </a:lnTo>
                  <a:lnTo>
                    <a:pt x="501563" y="1224239"/>
                  </a:lnTo>
                  <a:lnTo>
                    <a:pt x="501559" y="1224220"/>
                  </a:lnTo>
                  <a:lnTo>
                    <a:pt x="501554" y="1224202"/>
                  </a:lnTo>
                  <a:lnTo>
                    <a:pt x="501551" y="1224188"/>
                  </a:lnTo>
                  <a:lnTo>
                    <a:pt x="501548" y="1224178"/>
                  </a:lnTo>
                  <a:lnTo>
                    <a:pt x="501545" y="1224164"/>
                  </a:lnTo>
                  <a:lnTo>
                    <a:pt x="501543" y="1224151"/>
                  </a:lnTo>
                  <a:lnTo>
                    <a:pt x="501541" y="1224134"/>
                  </a:lnTo>
                  <a:lnTo>
                    <a:pt x="501538" y="1224117"/>
                  </a:lnTo>
                  <a:lnTo>
                    <a:pt x="501537" y="1224108"/>
                  </a:lnTo>
                  <a:lnTo>
                    <a:pt x="501535" y="1224098"/>
                  </a:lnTo>
                  <a:lnTo>
                    <a:pt x="501533" y="1224090"/>
                  </a:lnTo>
                  <a:lnTo>
                    <a:pt x="501531" y="1224079"/>
                  </a:lnTo>
                  <a:lnTo>
                    <a:pt x="501530" y="1224073"/>
                  </a:lnTo>
                  <a:lnTo>
                    <a:pt x="501527" y="1224065"/>
                  </a:lnTo>
                  <a:lnTo>
                    <a:pt x="501521" y="1224054"/>
                  </a:lnTo>
                  <a:lnTo>
                    <a:pt x="501518" y="1224049"/>
                  </a:lnTo>
                  <a:lnTo>
                    <a:pt x="501515" y="1224043"/>
                  </a:lnTo>
                  <a:lnTo>
                    <a:pt x="501510" y="1224034"/>
                  </a:lnTo>
                  <a:lnTo>
                    <a:pt x="501505" y="1224028"/>
                  </a:lnTo>
                  <a:lnTo>
                    <a:pt x="501497" y="1224019"/>
                  </a:lnTo>
                  <a:lnTo>
                    <a:pt x="501493" y="1224014"/>
                  </a:lnTo>
                  <a:lnTo>
                    <a:pt x="501490" y="1224010"/>
                  </a:lnTo>
                  <a:lnTo>
                    <a:pt x="501485" y="1224004"/>
                  </a:lnTo>
                  <a:lnTo>
                    <a:pt x="501479" y="1223994"/>
                  </a:lnTo>
                  <a:lnTo>
                    <a:pt x="501472" y="1223984"/>
                  </a:lnTo>
                  <a:lnTo>
                    <a:pt x="501466" y="1223977"/>
                  </a:lnTo>
                  <a:lnTo>
                    <a:pt x="501462" y="1223970"/>
                  </a:lnTo>
                  <a:lnTo>
                    <a:pt x="501456" y="1223962"/>
                  </a:lnTo>
                  <a:lnTo>
                    <a:pt x="501450" y="1223950"/>
                  </a:lnTo>
                  <a:lnTo>
                    <a:pt x="501446" y="1223944"/>
                  </a:lnTo>
                  <a:lnTo>
                    <a:pt x="501443" y="1223937"/>
                  </a:lnTo>
                  <a:lnTo>
                    <a:pt x="501440" y="1223931"/>
                  </a:lnTo>
                  <a:lnTo>
                    <a:pt x="501439" y="1223925"/>
                  </a:lnTo>
                  <a:lnTo>
                    <a:pt x="501438" y="1223915"/>
                  </a:lnTo>
                  <a:lnTo>
                    <a:pt x="501435" y="1223903"/>
                  </a:lnTo>
                  <a:lnTo>
                    <a:pt x="501433" y="1223894"/>
                  </a:lnTo>
                  <a:lnTo>
                    <a:pt x="501428" y="1223887"/>
                  </a:lnTo>
                  <a:lnTo>
                    <a:pt x="501424" y="1223882"/>
                  </a:lnTo>
                  <a:lnTo>
                    <a:pt x="501416" y="1223875"/>
                  </a:lnTo>
                  <a:lnTo>
                    <a:pt x="501407" y="1223868"/>
                  </a:lnTo>
                  <a:lnTo>
                    <a:pt x="501398" y="1223863"/>
                  </a:lnTo>
                  <a:lnTo>
                    <a:pt x="501391" y="1223858"/>
                  </a:lnTo>
                  <a:lnTo>
                    <a:pt x="501386" y="1223853"/>
                  </a:lnTo>
                  <a:lnTo>
                    <a:pt x="501373" y="1223843"/>
                  </a:lnTo>
                  <a:lnTo>
                    <a:pt x="501364" y="1223835"/>
                  </a:lnTo>
                  <a:lnTo>
                    <a:pt x="501353" y="1223826"/>
                  </a:lnTo>
                  <a:lnTo>
                    <a:pt x="501343" y="1223819"/>
                  </a:lnTo>
                  <a:lnTo>
                    <a:pt x="501328" y="1223808"/>
                  </a:lnTo>
                  <a:lnTo>
                    <a:pt x="501314" y="1223798"/>
                  </a:lnTo>
                  <a:lnTo>
                    <a:pt x="501304" y="1223791"/>
                  </a:lnTo>
                  <a:lnTo>
                    <a:pt x="501289" y="1223780"/>
                  </a:lnTo>
                  <a:lnTo>
                    <a:pt x="501275" y="1223770"/>
                  </a:lnTo>
                  <a:lnTo>
                    <a:pt x="501264" y="1223763"/>
                  </a:lnTo>
                  <a:lnTo>
                    <a:pt x="501253" y="1223756"/>
                  </a:lnTo>
                  <a:lnTo>
                    <a:pt x="501238" y="1223744"/>
                  </a:lnTo>
                  <a:lnTo>
                    <a:pt x="501227" y="1223736"/>
                  </a:lnTo>
                  <a:lnTo>
                    <a:pt x="501208" y="1223725"/>
                  </a:lnTo>
                  <a:lnTo>
                    <a:pt x="501198" y="1223717"/>
                  </a:lnTo>
                  <a:lnTo>
                    <a:pt x="501188" y="1223709"/>
                  </a:lnTo>
                  <a:lnTo>
                    <a:pt x="501176" y="1223703"/>
                  </a:lnTo>
                  <a:lnTo>
                    <a:pt x="501163" y="1223696"/>
                  </a:lnTo>
                  <a:lnTo>
                    <a:pt x="501142" y="1223685"/>
                  </a:lnTo>
                  <a:lnTo>
                    <a:pt x="501126" y="1223677"/>
                  </a:lnTo>
                  <a:lnTo>
                    <a:pt x="501118" y="1223671"/>
                  </a:lnTo>
                  <a:lnTo>
                    <a:pt x="501111" y="1223668"/>
                  </a:lnTo>
                  <a:lnTo>
                    <a:pt x="501105" y="1223666"/>
                  </a:lnTo>
                  <a:lnTo>
                    <a:pt x="501091" y="1223662"/>
                  </a:lnTo>
                  <a:lnTo>
                    <a:pt x="501086" y="1223662"/>
                  </a:lnTo>
                  <a:lnTo>
                    <a:pt x="501071" y="1223662"/>
                  </a:lnTo>
                  <a:lnTo>
                    <a:pt x="501061" y="1223663"/>
                  </a:lnTo>
                  <a:lnTo>
                    <a:pt x="501052" y="1223663"/>
                  </a:lnTo>
                  <a:lnTo>
                    <a:pt x="501046" y="1223662"/>
                  </a:lnTo>
                  <a:lnTo>
                    <a:pt x="501040" y="1223662"/>
                  </a:lnTo>
                  <a:lnTo>
                    <a:pt x="501027" y="1223657"/>
                  </a:lnTo>
                  <a:lnTo>
                    <a:pt x="501019" y="1223653"/>
                  </a:lnTo>
                  <a:lnTo>
                    <a:pt x="501005" y="1223647"/>
                  </a:lnTo>
                  <a:lnTo>
                    <a:pt x="500991" y="1223641"/>
                  </a:lnTo>
                  <a:lnTo>
                    <a:pt x="500980" y="1223636"/>
                  </a:lnTo>
                  <a:lnTo>
                    <a:pt x="500962" y="1223627"/>
                  </a:lnTo>
                  <a:lnTo>
                    <a:pt x="500949" y="1223617"/>
                  </a:lnTo>
                  <a:lnTo>
                    <a:pt x="500935" y="1223608"/>
                  </a:lnTo>
                  <a:lnTo>
                    <a:pt x="500926" y="1223602"/>
                  </a:lnTo>
                  <a:lnTo>
                    <a:pt x="500919" y="1223594"/>
                  </a:lnTo>
                  <a:lnTo>
                    <a:pt x="500909" y="1223587"/>
                  </a:lnTo>
                  <a:lnTo>
                    <a:pt x="500899" y="1223582"/>
                  </a:lnTo>
                  <a:lnTo>
                    <a:pt x="500893" y="1223576"/>
                  </a:lnTo>
                  <a:lnTo>
                    <a:pt x="500890" y="1223569"/>
                  </a:lnTo>
                  <a:lnTo>
                    <a:pt x="500888" y="1223563"/>
                  </a:lnTo>
                  <a:lnTo>
                    <a:pt x="500889" y="1223550"/>
                  </a:lnTo>
                  <a:lnTo>
                    <a:pt x="500887" y="1223540"/>
                  </a:lnTo>
                  <a:lnTo>
                    <a:pt x="500885" y="1223535"/>
                  </a:lnTo>
                  <a:lnTo>
                    <a:pt x="500880" y="1223526"/>
                  </a:lnTo>
                  <a:lnTo>
                    <a:pt x="500876" y="1223521"/>
                  </a:lnTo>
                  <a:lnTo>
                    <a:pt x="500871" y="1223515"/>
                  </a:lnTo>
                  <a:lnTo>
                    <a:pt x="500867" y="1223512"/>
                  </a:lnTo>
                  <a:lnTo>
                    <a:pt x="500862" y="1223508"/>
                  </a:lnTo>
                  <a:lnTo>
                    <a:pt x="500856" y="1223505"/>
                  </a:lnTo>
                  <a:lnTo>
                    <a:pt x="500852" y="1223503"/>
                  </a:lnTo>
                  <a:lnTo>
                    <a:pt x="500846" y="1223501"/>
                  </a:lnTo>
                  <a:lnTo>
                    <a:pt x="500840" y="1223501"/>
                  </a:lnTo>
                  <a:lnTo>
                    <a:pt x="500832" y="1223502"/>
                  </a:lnTo>
                  <a:lnTo>
                    <a:pt x="500825" y="1223502"/>
                  </a:lnTo>
                  <a:lnTo>
                    <a:pt x="500814" y="1223499"/>
                  </a:lnTo>
                  <a:lnTo>
                    <a:pt x="500807" y="1223497"/>
                  </a:lnTo>
                  <a:lnTo>
                    <a:pt x="500799" y="1223495"/>
                  </a:lnTo>
                  <a:lnTo>
                    <a:pt x="500792" y="1223493"/>
                  </a:lnTo>
                  <a:lnTo>
                    <a:pt x="500783" y="1223491"/>
                  </a:lnTo>
                  <a:lnTo>
                    <a:pt x="500777" y="1223489"/>
                  </a:lnTo>
                  <a:lnTo>
                    <a:pt x="500769" y="1223485"/>
                  </a:lnTo>
                  <a:lnTo>
                    <a:pt x="500764" y="1223484"/>
                  </a:lnTo>
                  <a:lnTo>
                    <a:pt x="500753" y="1223481"/>
                  </a:lnTo>
                  <a:lnTo>
                    <a:pt x="500744" y="1223478"/>
                  </a:lnTo>
                  <a:lnTo>
                    <a:pt x="500740" y="1223475"/>
                  </a:lnTo>
                  <a:lnTo>
                    <a:pt x="500729" y="1223466"/>
                  </a:lnTo>
                  <a:lnTo>
                    <a:pt x="500720" y="1223459"/>
                  </a:lnTo>
                  <a:lnTo>
                    <a:pt x="500709" y="1223452"/>
                  </a:lnTo>
                  <a:lnTo>
                    <a:pt x="500698" y="1223442"/>
                  </a:lnTo>
                  <a:lnTo>
                    <a:pt x="500692" y="1223437"/>
                  </a:lnTo>
                  <a:lnTo>
                    <a:pt x="500686" y="1223433"/>
                  </a:lnTo>
                  <a:lnTo>
                    <a:pt x="500669" y="1223423"/>
                  </a:lnTo>
                  <a:lnTo>
                    <a:pt x="500662" y="1223416"/>
                  </a:lnTo>
                  <a:lnTo>
                    <a:pt x="500659" y="1223411"/>
                  </a:lnTo>
                  <a:lnTo>
                    <a:pt x="500657" y="1223405"/>
                  </a:lnTo>
                  <a:lnTo>
                    <a:pt x="500653" y="1223395"/>
                  </a:lnTo>
                  <a:lnTo>
                    <a:pt x="500641" y="1223385"/>
                  </a:lnTo>
                  <a:lnTo>
                    <a:pt x="500636" y="1223381"/>
                  </a:lnTo>
                  <a:lnTo>
                    <a:pt x="500631" y="1223378"/>
                  </a:lnTo>
                  <a:lnTo>
                    <a:pt x="500627" y="1223374"/>
                  </a:lnTo>
                  <a:lnTo>
                    <a:pt x="500621" y="1223368"/>
                  </a:lnTo>
                  <a:lnTo>
                    <a:pt x="500612" y="1223357"/>
                  </a:lnTo>
                  <a:lnTo>
                    <a:pt x="500608" y="1223351"/>
                  </a:lnTo>
                  <a:lnTo>
                    <a:pt x="500601" y="1223343"/>
                  </a:lnTo>
                  <a:lnTo>
                    <a:pt x="500593" y="1223337"/>
                  </a:lnTo>
                  <a:lnTo>
                    <a:pt x="500583" y="1223328"/>
                  </a:lnTo>
                  <a:lnTo>
                    <a:pt x="500573" y="1223319"/>
                  </a:lnTo>
                  <a:lnTo>
                    <a:pt x="500564" y="1223312"/>
                  </a:lnTo>
                  <a:lnTo>
                    <a:pt x="500553" y="1223304"/>
                  </a:lnTo>
                  <a:lnTo>
                    <a:pt x="500547" y="1223300"/>
                  </a:lnTo>
                  <a:lnTo>
                    <a:pt x="500542" y="1223297"/>
                  </a:lnTo>
                  <a:lnTo>
                    <a:pt x="500522" y="1223292"/>
                  </a:lnTo>
                  <a:lnTo>
                    <a:pt x="500514" y="1223289"/>
                  </a:lnTo>
                  <a:lnTo>
                    <a:pt x="500504" y="1223286"/>
                  </a:lnTo>
                  <a:lnTo>
                    <a:pt x="500499" y="1223284"/>
                  </a:lnTo>
                  <a:lnTo>
                    <a:pt x="500493" y="1223281"/>
                  </a:lnTo>
                  <a:lnTo>
                    <a:pt x="500489" y="1223277"/>
                  </a:lnTo>
                  <a:lnTo>
                    <a:pt x="500485" y="1223272"/>
                  </a:lnTo>
                  <a:lnTo>
                    <a:pt x="500481" y="1223269"/>
                  </a:lnTo>
                  <a:lnTo>
                    <a:pt x="500469" y="1223253"/>
                  </a:lnTo>
                  <a:lnTo>
                    <a:pt x="500463" y="1223245"/>
                  </a:lnTo>
                  <a:lnTo>
                    <a:pt x="500456" y="1223234"/>
                  </a:lnTo>
                  <a:lnTo>
                    <a:pt x="500449" y="1223228"/>
                  </a:lnTo>
                  <a:lnTo>
                    <a:pt x="500444" y="1223224"/>
                  </a:lnTo>
                  <a:lnTo>
                    <a:pt x="500439" y="1223221"/>
                  </a:lnTo>
                  <a:lnTo>
                    <a:pt x="500434" y="1223218"/>
                  </a:lnTo>
                  <a:lnTo>
                    <a:pt x="500430" y="1223215"/>
                  </a:lnTo>
                  <a:lnTo>
                    <a:pt x="500426" y="1223214"/>
                  </a:lnTo>
                  <a:lnTo>
                    <a:pt x="500422" y="1223212"/>
                  </a:lnTo>
                  <a:lnTo>
                    <a:pt x="500415" y="1223211"/>
                  </a:lnTo>
                  <a:lnTo>
                    <a:pt x="500404" y="1223209"/>
                  </a:lnTo>
                  <a:lnTo>
                    <a:pt x="500386" y="1223204"/>
                  </a:lnTo>
                  <a:lnTo>
                    <a:pt x="500375" y="1223200"/>
                  </a:lnTo>
                  <a:lnTo>
                    <a:pt x="500365" y="1223196"/>
                  </a:lnTo>
                  <a:lnTo>
                    <a:pt x="500350" y="1223193"/>
                  </a:lnTo>
                  <a:lnTo>
                    <a:pt x="500344" y="1223191"/>
                  </a:lnTo>
                  <a:lnTo>
                    <a:pt x="500336" y="1223189"/>
                  </a:lnTo>
                  <a:lnTo>
                    <a:pt x="500325" y="1223185"/>
                  </a:lnTo>
                  <a:lnTo>
                    <a:pt x="500317" y="1223181"/>
                  </a:lnTo>
                  <a:lnTo>
                    <a:pt x="500312" y="1223178"/>
                  </a:lnTo>
                  <a:lnTo>
                    <a:pt x="500305" y="1223173"/>
                  </a:lnTo>
                  <a:lnTo>
                    <a:pt x="500296" y="1223169"/>
                  </a:lnTo>
                  <a:lnTo>
                    <a:pt x="500289" y="1223166"/>
                  </a:lnTo>
                  <a:lnTo>
                    <a:pt x="500279" y="1223160"/>
                  </a:lnTo>
                  <a:lnTo>
                    <a:pt x="500265" y="1223151"/>
                  </a:lnTo>
                  <a:lnTo>
                    <a:pt x="500258" y="1223147"/>
                  </a:lnTo>
                  <a:lnTo>
                    <a:pt x="500249" y="1223142"/>
                  </a:lnTo>
                  <a:lnTo>
                    <a:pt x="500241" y="1223137"/>
                  </a:lnTo>
                  <a:lnTo>
                    <a:pt x="500236" y="1223134"/>
                  </a:lnTo>
                  <a:lnTo>
                    <a:pt x="500229" y="1223127"/>
                  </a:lnTo>
                  <a:lnTo>
                    <a:pt x="500223" y="1223120"/>
                  </a:lnTo>
                  <a:lnTo>
                    <a:pt x="500219" y="1223116"/>
                  </a:lnTo>
                  <a:lnTo>
                    <a:pt x="500216" y="1223113"/>
                  </a:lnTo>
                  <a:lnTo>
                    <a:pt x="500210" y="1223109"/>
                  </a:lnTo>
                  <a:lnTo>
                    <a:pt x="500200" y="1223102"/>
                  </a:lnTo>
                  <a:lnTo>
                    <a:pt x="500196" y="1223099"/>
                  </a:lnTo>
                  <a:lnTo>
                    <a:pt x="500190" y="1223093"/>
                  </a:lnTo>
                  <a:lnTo>
                    <a:pt x="500185" y="1223087"/>
                  </a:lnTo>
                  <a:lnTo>
                    <a:pt x="500178" y="1223078"/>
                  </a:lnTo>
                  <a:lnTo>
                    <a:pt x="500167" y="1223062"/>
                  </a:lnTo>
                  <a:lnTo>
                    <a:pt x="500161" y="1223055"/>
                  </a:lnTo>
                  <a:lnTo>
                    <a:pt x="500145" y="1223038"/>
                  </a:lnTo>
                  <a:lnTo>
                    <a:pt x="500136" y="1223031"/>
                  </a:lnTo>
                  <a:lnTo>
                    <a:pt x="500126" y="1223023"/>
                  </a:lnTo>
                  <a:lnTo>
                    <a:pt x="500118" y="1223017"/>
                  </a:lnTo>
                  <a:lnTo>
                    <a:pt x="500112" y="1223013"/>
                  </a:lnTo>
                  <a:lnTo>
                    <a:pt x="500100" y="1223006"/>
                  </a:lnTo>
                  <a:lnTo>
                    <a:pt x="500073" y="1222994"/>
                  </a:lnTo>
                  <a:lnTo>
                    <a:pt x="500064" y="1222989"/>
                  </a:lnTo>
                  <a:lnTo>
                    <a:pt x="500038" y="1222972"/>
                  </a:lnTo>
                  <a:lnTo>
                    <a:pt x="500031" y="1222967"/>
                  </a:lnTo>
                  <a:lnTo>
                    <a:pt x="499992" y="1222934"/>
                  </a:lnTo>
                  <a:lnTo>
                    <a:pt x="499950" y="1222905"/>
                  </a:lnTo>
                  <a:lnTo>
                    <a:pt x="499939" y="1222897"/>
                  </a:lnTo>
                  <a:lnTo>
                    <a:pt x="499932" y="1222890"/>
                  </a:lnTo>
                  <a:lnTo>
                    <a:pt x="499928" y="1222886"/>
                  </a:lnTo>
                  <a:lnTo>
                    <a:pt x="499911" y="1222867"/>
                  </a:lnTo>
                  <a:lnTo>
                    <a:pt x="499885" y="1222835"/>
                  </a:lnTo>
                  <a:lnTo>
                    <a:pt x="499880" y="1222829"/>
                  </a:lnTo>
                  <a:lnTo>
                    <a:pt x="499867" y="1222817"/>
                  </a:lnTo>
                  <a:lnTo>
                    <a:pt x="499857" y="1222810"/>
                  </a:lnTo>
                  <a:lnTo>
                    <a:pt x="499853" y="1222807"/>
                  </a:lnTo>
                  <a:lnTo>
                    <a:pt x="499844" y="1222803"/>
                  </a:lnTo>
                  <a:lnTo>
                    <a:pt x="499839" y="1222800"/>
                  </a:lnTo>
                  <a:lnTo>
                    <a:pt x="499835" y="1222799"/>
                  </a:lnTo>
                  <a:lnTo>
                    <a:pt x="499826" y="1222796"/>
                  </a:lnTo>
                  <a:lnTo>
                    <a:pt x="499818" y="1222794"/>
                  </a:lnTo>
                  <a:lnTo>
                    <a:pt x="499807" y="1222792"/>
                  </a:lnTo>
                  <a:lnTo>
                    <a:pt x="499794" y="1222788"/>
                  </a:lnTo>
                  <a:lnTo>
                    <a:pt x="499783" y="1222786"/>
                  </a:lnTo>
                  <a:lnTo>
                    <a:pt x="499778" y="1222786"/>
                  </a:lnTo>
                  <a:lnTo>
                    <a:pt x="499772" y="1222785"/>
                  </a:lnTo>
                  <a:lnTo>
                    <a:pt x="499765" y="1222785"/>
                  </a:lnTo>
                  <a:lnTo>
                    <a:pt x="499756" y="1222785"/>
                  </a:lnTo>
                  <a:lnTo>
                    <a:pt x="499744" y="1222785"/>
                  </a:lnTo>
                  <a:lnTo>
                    <a:pt x="499731" y="1222785"/>
                  </a:lnTo>
                  <a:lnTo>
                    <a:pt x="499717" y="1222784"/>
                  </a:lnTo>
                  <a:lnTo>
                    <a:pt x="499711" y="1222783"/>
                  </a:lnTo>
                  <a:lnTo>
                    <a:pt x="499704" y="1222785"/>
                  </a:lnTo>
                  <a:lnTo>
                    <a:pt x="499700" y="1222787"/>
                  </a:lnTo>
                  <a:lnTo>
                    <a:pt x="499691" y="1222791"/>
                  </a:lnTo>
                  <a:lnTo>
                    <a:pt x="499684" y="1222796"/>
                  </a:lnTo>
                  <a:lnTo>
                    <a:pt x="499676" y="1222803"/>
                  </a:lnTo>
                  <a:lnTo>
                    <a:pt x="499671" y="1222808"/>
                  </a:lnTo>
                  <a:lnTo>
                    <a:pt x="499667" y="1222810"/>
                  </a:lnTo>
                  <a:lnTo>
                    <a:pt x="499655" y="1222816"/>
                  </a:lnTo>
                  <a:lnTo>
                    <a:pt x="499650" y="1222819"/>
                  </a:lnTo>
                  <a:lnTo>
                    <a:pt x="499635" y="1222824"/>
                  </a:lnTo>
                  <a:lnTo>
                    <a:pt x="499618" y="1222831"/>
                  </a:lnTo>
                  <a:lnTo>
                    <a:pt x="499608" y="1222835"/>
                  </a:lnTo>
                  <a:lnTo>
                    <a:pt x="499595" y="1222839"/>
                  </a:lnTo>
                  <a:lnTo>
                    <a:pt x="499577" y="1222845"/>
                  </a:lnTo>
                  <a:lnTo>
                    <a:pt x="499571" y="1222848"/>
                  </a:lnTo>
                  <a:lnTo>
                    <a:pt x="499562" y="1222854"/>
                  </a:lnTo>
                  <a:lnTo>
                    <a:pt x="499555" y="1222861"/>
                  </a:lnTo>
                  <a:lnTo>
                    <a:pt x="499549" y="1222867"/>
                  </a:lnTo>
                  <a:lnTo>
                    <a:pt x="499546" y="1222871"/>
                  </a:lnTo>
                  <a:lnTo>
                    <a:pt x="499541" y="1222879"/>
                  </a:lnTo>
                  <a:lnTo>
                    <a:pt x="499538" y="1222885"/>
                  </a:lnTo>
                  <a:lnTo>
                    <a:pt x="499536" y="1222889"/>
                  </a:lnTo>
                  <a:lnTo>
                    <a:pt x="499534" y="1222894"/>
                  </a:lnTo>
                  <a:lnTo>
                    <a:pt x="499532" y="1222904"/>
                  </a:lnTo>
                  <a:lnTo>
                    <a:pt x="499530" y="1222908"/>
                  </a:lnTo>
                  <a:lnTo>
                    <a:pt x="499526" y="1222915"/>
                  </a:lnTo>
                  <a:lnTo>
                    <a:pt x="499522" y="1222919"/>
                  </a:lnTo>
                  <a:lnTo>
                    <a:pt x="499509" y="1222926"/>
                  </a:lnTo>
                  <a:lnTo>
                    <a:pt x="499502" y="1222930"/>
                  </a:lnTo>
                  <a:lnTo>
                    <a:pt x="499484" y="1222941"/>
                  </a:lnTo>
                  <a:lnTo>
                    <a:pt x="499475" y="1222943"/>
                  </a:lnTo>
                  <a:lnTo>
                    <a:pt x="499469" y="1222945"/>
                  </a:lnTo>
                  <a:lnTo>
                    <a:pt x="499458" y="1222949"/>
                  </a:lnTo>
                  <a:lnTo>
                    <a:pt x="499453" y="1222952"/>
                  </a:lnTo>
                  <a:lnTo>
                    <a:pt x="499443" y="1222960"/>
                  </a:lnTo>
                  <a:lnTo>
                    <a:pt x="499437" y="1222968"/>
                  </a:lnTo>
                  <a:lnTo>
                    <a:pt x="499434" y="1222978"/>
                  </a:lnTo>
                  <a:lnTo>
                    <a:pt x="499432" y="1222984"/>
                  </a:lnTo>
                  <a:lnTo>
                    <a:pt x="499430" y="1222994"/>
                  </a:lnTo>
                  <a:lnTo>
                    <a:pt x="499427" y="1223005"/>
                  </a:lnTo>
                  <a:lnTo>
                    <a:pt x="499422" y="1223023"/>
                  </a:lnTo>
                  <a:lnTo>
                    <a:pt x="499419" y="1223033"/>
                  </a:lnTo>
                  <a:lnTo>
                    <a:pt x="499414" y="1223056"/>
                  </a:lnTo>
                  <a:lnTo>
                    <a:pt x="499410" y="1223070"/>
                  </a:lnTo>
                  <a:lnTo>
                    <a:pt x="499408" y="1223077"/>
                  </a:lnTo>
                  <a:lnTo>
                    <a:pt x="499408" y="1223084"/>
                  </a:lnTo>
                  <a:lnTo>
                    <a:pt x="499407" y="1223090"/>
                  </a:lnTo>
                  <a:lnTo>
                    <a:pt x="499404" y="1223097"/>
                  </a:lnTo>
                  <a:lnTo>
                    <a:pt x="499400" y="1223103"/>
                  </a:lnTo>
                  <a:lnTo>
                    <a:pt x="499395" y="1223109"/>
                  </a:lnTo>
                  <a:lnTo>
                    <a:pt x="499385" y="1223114"/>
                  </a:lnTo>
                  <a:lnTo>
                    <a:pt x="499380" y="1223116"/>
                  </a:lnTo>
                  <a:lnTo>
                    <a:pt x="499372" y="1223123"/>
                  </a:lnTo>
                  <a:lnTo>
                    <a:pt x="499361" y="1223131"/>
                  </a:lnTo>
                  <a:lnTo>
                    <a:pt x="499355" y="1223134"/>
                  </a:lnTo>
                  <a:lnTo>
                    <a:pt x="499346" y="1223138"/>
                  </a:lnTo>
                  <a:lnTo>
                    <a:pt x="499335" y="1223140"/>
                  </a:lnTo>
                  <a:lnTo>
                    <a:pt x="499321" y="1223143"/>
                  </a:lnTo>
                  <a:lnTo>
                    <a:pt x="499314" y="1223146"/>
                  </a:lnTo>
                  <a:lnTo>
                    <a:pt x="499307" y="1223151"/>
                  </a:lnTo>
                  <a:lnTo>
                    <a:pt x="499291" y="1223164"/>
                  </a:lnTo>
                  <a:lnTo>
                    <a:pt x="499278" y="1223173"/>
                  </a:lnTo>
                  <a:lnTo>
                    <a:pt x="499271" y="1223178"/>
                  </a:lnTo>
                  <a:lnTo>
                    <a:pt x="499265" y="1223183"/>
                  </a:lnTo>
                  <a:lnTo>
                    <a:pt x="499260" y="1223187"/>
                  </a:lnTo>
                  <a:lnTo>
                    <a:pt x="499251" y="1223196"/>
                  </a:lnTo>
                  <a:lnTo>
                    <a:pt x="499244" y="1223204"/>
                  </a:lnTo>
                  <a:lnTo>
                    <a:pt x="499227" y="1223219"/>
                  </a:lnTo>
                  <a:lnTo>
                    <a:pt x="499217" y="1223229"/>
                  </a:lnTo>
                  <a:lnTo>
                    <a:pt x="499209" y="1223238"/>
                  </a:lnTo>
                  <a:lnTo>
                    <a:pt x="499201" y="1223246"/>
                  </a:lnTo>
                  <a:lnTo>
                    <a:pt x="499195" y="1223254"/>
                  </a:lnTo>
                  <a:lnTo>
                    <a:pt x="499187" y="1223261"/>
                  </a:lnTo>
                  <a:lnTo>
                    <a:pt x="499179" y="1223270"/>
                  </a:lnTo>
                  <a:lnTo>
                    <a:pt x="499171" y="1223277"/>
                  </a:lnTo>
                  <a:lnTo>
                    <a:pt x="499156" y="1223290"/>
                  </a:lnTo>
                  <a:lnTo>
                    <a:pt x="499143" y="1223302"/>
                  </a:lnTo>
                  <a:lnTo>
                    <a:pt x="499132" y="1223312"/>
                  </a:lnTo>
                  <a:lnTo>
                    <a:pt x="499122" y="1223320"/>
                  </a:lnTo>
                  <a:lnTo>
                    <a:pt x="499113" y="1223328"/>
                  </a:lnTo>
                  <a:lnTo>
                    <a:pt x="499103" y="1223337"/>
                  </a:lnTo>
                  <a:lnTo>
                    <a:pt x="499093" y="1223345"/>
                  </a:lnTo>
                  <a:lnTo>
                    <a:pt x="499085" y="1223352"/>
                  </a:lnTo>
                  <a:lnTo>
                    <a:pt x="499070" y="1223362"/>
                  </a:lnTo>
                  <a:lnTo>
                    <a:pt x="499061" y="1223368"/>
                  </a:lnTo>
                  <a:lnTo>
                    <a:pt x="499051" y="1223374"/>
                  </a:lnTo>
                  <a:lnTo>
                    <a:pt x="499044" y="1223379"/>
                  </a:lnTo>
                  <a:lnTo>
                    <a:pt x="499037" y="1223384"/>
                  </a:lnTo>
                  <a:lnTo>
                    <a:pt x="499021" y="1223397"/>
                  </a:lnTo>
                  <a:lnTo>
                    <a:pt x="499014" y="1223403"/>
                  </a:lnTo>
                  <a:lnTo>
                    <a:pt x="499009" y="1223408"/>
                  </a:lnTo>
                  <a:lnTo>
                    <a:pt x="499003" y="1223415"/>
                  </a:lnTo>
                  <a:lnTo>
                    <a:pt x="498999" y="1223421"/>
                  </a:lnTo>
                  <a:lnTo>
                    <a:pt x="498997" y="1223426"/>
                  </a:lnTo>
                  <a:lnTo>
                    <a:pt x="498995" y="1223436"/>
                  </a:lnTo>
                  <a:lnTo>
                    <a:pt x="498994" y="1223443"/>
                  </a:lnTo>
                  <a:lnTo>
                    <a:pt x="498992" y="1223454"/>
                  </a:lnTo>
                  <a:lnTo>
                    <a:pt x="498990" y="1223461"/>
                  </a:lnTo>
                  <a:lnTo>
                    <a:pt x="498987" y="1223466"/>
                  </a:lnTo>
                  <a:lnTo>
                    <a:pt x="498984" y="1223471"/>
                  </a:lnTo>
                  <a:lnTo>
                    <a:pt x="498977" y="1223479"/>
                  </a:lnTo>
                  <a:lnTo>
                    <a:pt x="498969" y="1223488"/>
                  </a:lnTo>
                  <a:lnTo>
                    <a:pt x="498965" y="1223492"/>
                  </a:lnTo>
                  <a:lnTo>
                    <a:pt x="498957" y="1223500"/>
                  </a:lnTo>
                  <a:lnTo>
                    <a:pt x="498949" y="1223507"/>
                  </a:lnTo>
                  <a:lnTo>
                    <a:pt x="498944" y="1223513"/>
                  </a:lnTo>
                  <a:lnTo>
                    <a:pt x="498937" y="1223520"/>
                  </a:lnTo>
                  <a:lnTo>
                    <a:pt x="498931" y="1223527"/>
                  </a:lnTo>
                  <a:lnTo>
                    <a:pt x="498921" y="1223536"/>
                  </a:lnTo>
                  <a:lnTo>
                    <a:pt x="498913" y="1223543"/>
                  </a:lnTo>
                  <a:lnTo>
                    <a:pt x="498906" y="1223549"/>
                  </a:lnTo>
                  <a:lnTo>
                    <a:pt x="498896" y="1223557"/>
                  </a:lnTo>
                  <a:lnTo>
                    <a:pt x="498889" y="1223562"/>
                  </a:lnTo>
                  <a:lnTo>
                    <a:pt x="498882" y="1223567"/>
                  </a:lnTo>
                  <a:lnTo>
                    <a:pt x="498874" y="1223574"/>
                  </a:lnTo>
                  <a:lnTo>
                    <a:pt x="498869" y="1223576"/>
                  </a:lnTo>
                  <a:lnTo>
                    <a:pt x="498863" y="1223577"/>
                  </a:lnTo>
                  <a:lnTo>
                    <a:pt x="498856" y="1223572"/>
                  </a:lnTo>
                  <a:lnTo>
                    <a:pt x="498848" y="1223564"/>
                  </a:lnTo>
                  <a:lnTo>
                    <a:pt x="498840" y="1223557"/>
                  </a:lnTo>
                  <a:lnTo>
                    <a:pt x="498833" y="1223552"/>
                  </a:lnTo>
                  <a:lnTo>
                    <a:pt x="498828" y="1223547"/>
                  </a:lnTo>
                  <a:lnTo>
                    <a:pt x="498824" y="1223542"/>
                  </a:lnTo>
                  <a:lnTo>
                    <a:pt x="498820" y="1223535"/>
                  </a:lnTo>
                  <a:lnTo>
                    <a:pt x="498816" y="1223528"/>
                  </a:lnTo>
                  <a:lnTo>
                    <a:pt x="498812" y="1223521"/>
                  </a:lnTo>
                  <a:lnTo>
                    <a:pt x="498808" y="1223515"/>
                  </a:lnTo>
                  <a:lnTo>
                    <a:pt x="498806" y="1223510"/>
                  </a:lnTo>
                  <a:lnTo>
                    <a:pt x="498803" y="1223505"/>
                  </a:lnTo>
                  <a:lnTo>
                    <a:pt x="498796" y="1223500"/>
                  </a:lnTo>
                  <a:lnTo>
                    <a:pt x="498789" y="1223497"/>
                  </a:lnTo>
                  <a:lnTo>
                    <a:pt x="498782" y="1223494"/>
                  </a:lnTo>
                  <a:lnTo>
                    <a:pt x="498776" y="1223492"/>
                  </a:lnTo>
                  <a:lnTo>
                    <a:pt x="498769" y="1223491"/>
                  </a:lnTo>
                  <a:lnTo>
                    <a:pt x="498760" y="1223490"/>
                  </a:lnTo>
                  <a:lnTo>
                    <a:pt x="498751" y="1223489"/>
                  </a:lnTo>
                  <a:lnTo>
                    <a:pt x="498742" y="1223487"/>
                  </a:lnTo>
                  <a:lnTo>
                    <a:pt x="498735" y="1223486"/>
                  </a:lnTo>
                  <a:lnTo>
                    <a:pt x="498729" y="1223484"/>
                  </a:lnTo>
                  <a:lnTo>
                    <a:pt x="498724" y="1223482"/>
                  </a:lnTo>
                  <a:lnTo>
                    <a:pt x="498717" y="1223480"/>
                  </a:lnTo>
                  <a:lnTo>
                    <a:pt x="498711" y="1223478"/>
                  </a:lnTo>
                  <a:lnTo>
                    <a:pt x="498700" y="1223475"/>
                  </a:lnTo>
                  <a:lnTo>
                    <a:pt x="498692" y="1223471"/>
                  </a:lnTo>
                  <a:lnTo>
                    <a:pt x="498684" y="1223465"/>
                  </a:lnTo>
                  <a:lnTo>
                    <a:pt x="498678" y="1223458"/>
                  </a:lnTo>
                  <a:lnTo>
                    <a:pt x="498672" y="1223451"/>
                  </a:lnTo>
                  <a:lnTo>
                    <a:pt x="498664" y="1223445"/>
                  </a:lnTo>
                  <a:lnTo>
                    <a:pt x="498657" y="1223442"/>
                  </a:lnTo>
                  <a:lnTo>
                    <a:pt x="498641" y="1223435"/>
                  </a:lnTo>
                  <a:lnTo>
                    <a:pt x="498631" y="1223431"/>
                  </a:lnTo>
                  <a:lnTo>
                    <a:pt x="498617" y="1223425"/>
                  </a:lnTo>
                  <a:lnTo>
                    <a:pt x="498601" y="1223421"/>
                  </a:lnTo>
                  <a:lnTo>
                    <a:pt x="498588" y="1223416"/>
                  </a:lnTo>
                  <a:lnTo>
                    <a:pt x="498576" y="1223409"/>
                  </a:lnTo>
                  <a:lnTo>
                    <a:pt x="498564" y="1223403"/>
                  </a:lnTo>
                  <a:lnTo>
                    <a:pt x="498552" y="1223397"/>
                  </a:lnTo>
                  <a:lnTo>
                    <a:pt x="498541" y="1223393"/>
                  </a:lnTo>
                  <a:lnTo>
                    <a:pt x="498529" y="1223389"/>
                  </a:lnTo>
                  <a:lnTo>
                    <a:pt x="498517" y="1223385"/>
                  </a:lnTo>
                  <a:lnTo>
                    <a:pt x="498505" y="1223381"/>
                  </a:lnTo>
                  <a:lnTo>
                    <a:pt x="498493" y="1223375"/>
                  </a:lnTo>
                  <a:lnTo>
                    <a:pt x="498481" y="1223370"/>
                  </a:lnTo>
                  <a:lnTo>
                    <a:pt x="498474" y="1223367"/>
                  </a:lnTo>
                  <a:lnTo>
                    <a:pt x="498467" y="1223364"/>
                  </a:lnTo>
                  <a:lnTo>
                    <a:pt x="498458" y="1223361"/>
                  </a:lnTo>
                  <a:lnTo>
                    <a:pt x="498451" y="1223358"/>
                  </a:lnTo>
                  <a:lnTo>
                    <a:pt x="498442" y="1223356"/>
                  </a:lnTo>
                  <a:lnTo>
                    <a:pt x="498432" y="1223353"/>
                  </a:lnTo>
                  <a:lnTo>
                    <a:pt x="498422" y="1223350"/>
                  </a:lnTo>
                  <a:lnTo>
                    <a:pt x="498415" y="1223348"/>
                  </a:lnTo>
                  <a:lnTo>
                    <a:pt x="498402" y="1223346"/>
                  </a:lnTo>
                  <a:lnTo>
                    <a:pt x="498388" y="1223342"/>
                  </a:lnTo>
                  <a:lnTo>
                    <a:pt x="498370" y="1223330"/>
                  </a:lnTo>
                  <a:lnTo>
                    <a:pt x="498366" y="1223328"/>
                  </a:lnTo>
                  <a:lnTo>
                    <a:pt x="498358" y="1223321"/>
                  </a:lnTo>
                  <a:lnTo>
                    <a:pt x="498351" y="1223315"/>
                  </a:lnTo>
                  <a:lnTo>
                    <a:pt x="498344" y="1223305"/>
                  </a:lnTo>
                  <a:lnTo>
                    <a:pt x="498338" y="1223298"/>
                  </a:lnTo>
                  <a:lnTo>
                    <a:pt x="498330" y="1223289"/>
                  </a:lnTo>
                  <a:lnTo>
                    <a:pt x="498320" y="1223278"/>
                  </a:lnTo>
                  <a:lnTo>
                    <a:pt x="498313" y="1223268"/>
                  </a:lnTo>
                  <a:lnTo>
                    <a:pt x="498300" y="1223254"/>
                  </a:lnTo>
                  <a:lnTo>
                    <a:pt x="498294" y="1223245"/>
                  </a:lnTo>
                  <a:lnTo>
                    <a:pt x="498289" y="1223230"/>
                  </a:lnTo>
                  <a:lnTo>
                    <a:pt x="498283" y="1223225"/>
                  </a:lnTo>
                  <a:lnTo>
                    <a:pt x="498270" y="1223222"/>
                  </a:lnTo>
                  <a:lnTo>
                    <a:pt x="498257" y="1223219"/>
                  </a:lnTo>
                  <a:lnTo>
                    <a:pt x="498239" y="1223212"/>
                  </a:lnTo>
                  <a:lnTo>
                    <a:pt x="498225" y="1223208"/>
                  </a:lnTo>
                  <a:lnTo>
                    <a:pt x="498207" y="1223200"/>
                  </a:lnTo>
                  <a:lnTo>
                    <a:pt x="498196" y="1223195"/>
                  </a:lnTo>
                  <a:lnTo>
                    <a:pt x="498187" y="1223191"/>
                  </a:lnTo>
                  <a:lnTo>
                    <a:pt x="498183" y="1223190"/>
                  </a:lnTo>
                  <a:lnTo>
                    <a:pt x="498170" y="1223187"/>
                  </a:lnTo>
                  <a:lnTo>
                    <a:pt x="498164" y="1223185"/>
                  </a:lnTo>
                  <a:lnTo>
                    <a:pt x="498155" y="1223184"/>
                  </a:lnTo>
                  <a:lnTo>
                    <a:pt x="498148" y="1223183"/>
                  </a:lnTo>
                  <a:lnTo>
                    <a:pt x="498130" y="1223184"/>
                  </a:lnTo>
                  <a:lnTo>
                    <a:pt x="498120" y="1223185"/>
                  </a:lnTo>
                  <a:lnTo>
                    <a:pt x="498112" y="1223188"/>
                  </a:lnTo>
                  <a:lnTo>
                    <a:pt x="498103" y="1223190"/>
                  </a:lnTo>
                  <a:lnTo>
                    <a:pt x="498094" y="1223192"/>
                  </a:lnTo>
                  <a:lnTo>
                    <a:pt x="498081" y="1223194"/>
                  </a:lnTo>
                  <a:lnTo>
                    <a:pt x="498061" y="1223196"/>
                  </a:lnTo>
                  <a:lnTo>
                    <a:pt x="498051" y="1223197"/>
                  </a:lnTo>
                  <a:lnTo>
                    <a:pt x="498045" y="1223197"/>
                  </a:lnTo>
                  <a:lnTo>
                    <a:pt x="498038" y="1223201"/>
                  </a:lnTo>
                  <a:lnTo>
                    <a:pt x="498025" y="1223205"/>
                  </a:lnTo>
                  <a:lnTo>
                    <a:pt x="498014" y="1223211"/>
                  </a:lnTo>
                  <a:lnTo>
                    <a:pt x="498008" y="1223212"/>
                  </a:lnTo>
                  <a:lnTo>
                    <a:pt x="498002" y="1223213"/>
                  </a:lnTo>
                  <a:lnTo>
                    <a:pt x="497993" y="1223211"/>
                  </a:lnTo>
                  <a:lnTo>
                    <a:pt x="497977" y="1223209"/>
                  </a:lnTo>
                  <a:lnTo>
                    <a:pt x="497965" y="1223206"/>
                  </a:lnTo>
                  <a:lnTo>
                    <a:pt x="497946" y="1223201"/>
                  </a:lnTo>
                  <a:lnTo>
                    <a:pt x="497940" y="1223200"/>
                  </a:lnTo>
                  <a:lnTo>
                    <a:pt x="497931" y="1223198"/>
                  </a:lnTo>
                  <a:lnTo>
                    <a:pt x="497905" y="1223192"/>
                  </a:lnTo>
                  <a:lnTo>
                    <a:pt x="497880" y="1223186"/>
                  </a:lnTo>
                  <a:lnTo>
                    <a:pt x="497870" y="1223183"/>
                  </a:lnTo>
                  <a:lnTo>
                    <a:pt x="497864" y="1223181"/>
                  </a:lnTo>
                  <a:lnTo>
                    <a:pt x="497854" y="1223180"/>
                  </a:lnTo>
                  <a:lnTo>
                    <a:pt x="497842" y="1223181"/>
                  </a:lnTo>
                  <a:lnTo>
                    <a:pt x="497830" y="1223183"/>
                  </a:lnTo>
                  <a:lnTo>
                    <a:pt x="497816" y="1223186"/>
                  </a:lnTo>
                  <a:lnTo>
                    <a:pt x="497803" y="1223191"/>
                  </a:lnTo>
                  <a:lnTo>
                    <a:pt x="497791" y="1223195"/>
                  </a:lnTo>
                  <a:lnTo>
                    <a:pt x="497780" y="1223201"/>
                  </a:lnTo>
                  <a:lnTo>
                    <a:pt x="497769" y="1223206"/>
                  </a:lnTo>
                  <a:lnTo>
                    <a:pt x="497761" y="1223209"/>
                  </a:lnTo>
                  <a:lnTo>
                    <a:pt x="497749" y="1223212"/>
                  </a:lnTo>
                  <a:lnTo>
                    <a:pt x="497736" y="1223214"/>
                  </a:lnTo>
                  <a:lnTo>
                    <a:pt x="497717" y="1223217"/>
                  </a:lnTo>
                  <a:lnTo>
                    <a:pt x="497694" y="1223221"/>
                  </a:lnTo>
                  <a:lnTo>
                    <a:pt x="497689" y="1223222"/>
                  </a:lnTo>
                  <a:lnTo>
                    <a:pt x="497678" y="1223224"/>
                  </a:lnTo>
                  <a:lnTo>
                    <a:pt x="497664" y="1223226"/>
                  </a:lnTo>
                  <a:lnTo>
                    <a:pt x="497648" y="1223227"/>
                  </a:lnTo>
                  <a:lnTo>
                    <a:pt x="497620" y="1223227"/>
                  </a:lnTo>
                  <a:lnTo>
                    <a:pt x="497607" y="1223225"/>
                  </a:lnTo>
                  <a:lnTo>
                    <a:pt x="497593" y="1223221"/>
                  </a:lnTo>
                  <a:lnTo>
                    <a:pt x="497585" y="1223221"/>
                  </a:lnTo>
                  <a:lnTo>
                    <a:pt x="497579" y="1223221"/>
                  </a:lnTo>
                  <a:lnTo>
                    <a:pt x="497572" y="1223222"/>
                  </a:lnTo>
                  <a:lnTo>
                    <a:pt x="497559" y="1223224"/>
                  </a:lnTo>
                  <a:lnTo>
                    <a:pt x="497532" y="1223226"/>
                  </a:lnTo>
                  <a:lnTo>
                    <a:pt x="497517" y="1223226"/>
                  </a:lnTo>
                  <a:lnTo>
                    <a:pt x="497503" y="1223226"/>
                  </a:lnTo>
                  <a:lnTo>
                    <a:pt x="497489" y="1223223"/>
                  </a:lnTo>
                  <a:lnTo>
                    <a:pt x="497472" y="1223219"/>
                  </a:lnTo>
                  <a:lnTo>
                    <a:pt x="497462" y="1223215"/>
                  </a:lnTo>
                  <a:lnTo>
                    <a:pt x="497445" y="1223211"/>
                  </a:lnTo>
                  <a:lnTo>
                    <a:pt x="497427" y="1223211"/>
                  </a:lnTo>
                  <a:lnTo>
                    <a:pt x="497413" y="1223213"/>
                  </a:lnTo>
                  <a:lnTo>
                    <a:pt x="497394" y="1223214"/>
                  </a:lnTo>
                  <a:lnTo>
                    <a:pt x="497379" y="1223216"/>
                  </a:lnTo>
                  <a:lnTo>
                    <a:pt x="497361" y="1223222"/>
                  </a:lnTo>
                  <a:lnTo>
                    <a:pt x="497356" y="1223223"/>
                  </a:lnTo>
                  <a:lnTo>
                    <a:pt x="497338" y="1223227"/>
                  </a:lnTo>
                  <a:lnTo>
                    <a:pt x="497326" y="1223228"/>
                  </a:lnTo>
                  <a:lnTo>
                    <a:pt x="497263" y="1223225"/>
                  </a:lnTo>
                  <a:lnTo>
                    <a:pt x="497252" y="1223223"/>
                  </a:lnTo>
                  <a:lnTo>
                    <a:pt x="497242" y="1223222"/>
                  </a:lnTo>
                  <a:lnTo>
                    <a:pt x="497231" y="1223226"/>
                  </a:lnTo>
                  <a:lnTo>
                    <a:pt x="497224" y="1223230"/>
                  </a:lnTo>
                  <a:lnTo>
                    <a:pt x="497211" y="1223236"/>
                  </a:lnTo>
                  <a:lnTo>
                    <a:pt x="497199" y="1223242"/>
                  </a:lnTo>
                  <a:lnTo>
                    <a:pt x="497186" y="1223245"/>
                  </a:lnTo>
                  <a:lnTo>
                    <a:pt x="497176" y="1223246"/>
                  </a:lnTo>
                  <a:lnTo>
                    <a:pt x="497168" y="1223247"/>
                  </a:lnTo>
                  <a:lnTo>
                    <a:pt x="497152" y="1223248"/>
                  </a:lnTo>
                  <a:lnTo>
                    <a:pt x="497139" y="1223249"/>
                  </a:lnTo>
                  <a:lnTo>
                    <a:pt x="497129" y="1223251"/>
                  </a:lnTo>
                  <a:lnTo>
                    <a:pt x="497119" y="1223253"/>
                  </a:lnTo>
                  <a:lnTo>
                    <a:pt x="497113" y="1223256"/>
                  </a:lnTo>
                  <a:lnTo>
                    <a:pt x="497104" y="1223259"/>
                  </a:lnTo>
                  <a:lnTo>
                    <a:pt x="497098" y="1223261"/>
                  </a:lnTo>
                  <a:lnTo>
                    <a:pt x="497094" y="1223261"/>
                  </a:lnTo>
                  <a:lnTo>
                    <a:pt x="497090" y="1223257"/>
                  </a:lnTo>
                  <a:lnTo>
                    <a:pt x="497086" y="1223254"/>
                  </a:lnTo>
                  <a:lnTo>
                    <a:pt x="497081" y="1223250"/>
                  </a:lnTo>
                  <a:lnTo>
                    <a:pt x="497071" y="1223243"/>
                  </a:lnTo>
                  <a:lnTo>
                    <a:pt x="497061" y="1223239"/>
                  </a:lnTo>
                  <a:lnTo>
                    <a:pt x="497049" y="1223231"/>
                  </a:lnTo>
                  <a:lnTo>
                    <a:pt x="497039" y="1223223"/>
                  </a:lnTo>
                  <a:lnTo>
                    <a:pt x="497026" y="1223213"/>
                  </a:lnTo>
                  <a:lnTo>
                    <a:pt x="497006" y="1223203"/>
                  </a:lnTo>
                  <a:lnTo>
                    <a:pt x="496983" y="1223191"/>
                  </a:lnTo>
                  <a:lnTo>
                    <a:pt x="496972" y="1223183"/>
                  </a:lnTo>
                  <a:lnTo>
                    <a:pt x="496965" y="1223178"/>
                  </a:lnTo>
                  <a:lnTo>
                    <a:pt x="496957" y="1223171"/>
                  </a:lnTo>
                  <a:lnTo>
                    <a:pt x="496953" y="1223170"/>
                  </a:lnTo>
                  <a:lnTo>
                    <a:pt x="496944" y="1223170"/>
                  </a:lnTo>
                  <a:lnTo>
                    <a:pt x="496931" y="1223170"/>
                  </a:lnTo>
                  <a:lnTo>
                    <a:pt x="496917" y="1223173"/>
                  </a:lnTo>
                  <a:lnTo>
                    <a:pt x="496907" y="1223174"/>
                  </a:lnTo>
                  <a:lnTo>
                    <a:pt x="496901" y="1223173"/>
                  </a:lnTo>
                  <a:lnTo>
                    <a:pt x="496896" y="1223172"/>
                  </a:lnTo>
                  <a:lnTo>
                    <a:pt x="496891" y="1223171"/>
                  </a:lnTo>
                  <a:lnTo>
                    <a:pt x="496885" y="1223168"/>
                  </a:lnTo>
                  <a:lnTo>
                    <a:pt x="496877" y="1223163"/>
                  </a:lnTo>
                  <a:lnTo>
                    <a:pt x="496872" y="1223159"/>
                  </a:lnTo>
                  <a:lnTo>
                    <a:pt x="496866" y="1223157"/>
                  </a:lnTo>
                  <a:lnTo>
                    <a:pt x="496862" y="1223154"/>
                  </a:lnTo>
                  <a:lnTo>
                    <a:pt x="496852" y="1223148"/>
                  </a:lnTo>
                  <a:lnTo>
                    <a:pt x="496846" y="1223144"/>
                  </a:lnTo>
                  <a:lnTo>
                    <a:pt x="496840" y="1223139"/>
                  </a:lnTo>
                  <a:lnTo>
                    <a:pt x="496836" y="1223135"/>
                  </a:lnTo>
                  <a:lnTo>
                    <a:pt x="496833" y="1223128"/>
                  </a:lnTo>
                  <a:lnTo>
                    <a:pt x="496829" y="1223117"/>
                  </a:lnTo>
                  <a:lnTo>
                    <a:pt x="496826" y="1223110"/>
                  </a:lnTo>
                  <a:lnTo>
                    <a:pt x="496823" y="1223105"/>
                  </a:lnTo>
                  <a:lnTo>
                    <a:pt x="496820" y="1223101"/>
                  </a:lnTo>
                  <a:lnTo>
                    <a:pt x="496817" y="1223095"/>
                  </a:lnTo>
                  <a:lnTo>
                    <a:pt x="496814" y="1223090"/>
                  </a:lnTo>
                  <a:lnTo>
                    <a:pt x="496811" y="1223084"/>
                  </a:lnTo>
                  <a:lnTo>
                    <a:pt x="496806" y="1223077"/>
                  </a:lnTo>
                  <a:lnTo>
                    <a:pt x="496800" y="1223068"/>
                  </a:lnTo>
                  <a:lnTo>
                    <a:pt x="496797" y="1223063"/>
                  </a:lnTo>
                  <a:lnTo>
                    <a:pt x="496791" y="1223051"/>
                  </a:lnTo>
                  <a:lnTo>
                    <a:pt x="496787" y="1223046"/>
                  </a:lnTo>
                  <a:lnTo>
                    <a:pt x="496782" y="1223040"/>
                  </a:lnTo>
                  <a:lnTo>
                    <a:pt x="496775" y="1223032"/>
                  </a:lnTo>
                  <a:lnTo>
                    <a:pt x="496771" y="1223027"/>
                  </a:lnTo>
                  <a:lnTo>
                    <a:pt x="496767" y="1223021"/>
                  </a:lnTo>
                  <a:lnTo>
                    <a:pt x="496765" y="1223015"/>
                  </a:lnTo>
                  <a:lnTo>
                    <a:pt x="496762" y="1223006"/>
                  </a:lnTo>
                  <a:lnTo>
                    <a:pt x="496759" y="1223001"/>
                  </a:lnTo>
                  <a:lnTo>
                    <a:pt x="496756" y="1222994"/>
                  </a:lnTo>
                  <a:lnTo>
                    <a:pt x="496751" y="1222984"/>
                  </a:lnTo>
                  <a:lnTo>
                    <a:pt x="496745" y="1222970"/>
                  </a:lnTo>
                  <a:lnTo>
                    <a:pt x="496741" y="1222964"/>
                  </a:lnTo>
                  <a:lnTo>
                    <a:pt x="496738" y="1222961"/>
                  </a:lnTo>
                  <a:lnTo>
                    <a:pt x="496731" y="1222958"/>
                  </a:lnTo>
                  <a:lnTo>
                    <a:pt x="496727" y="1222956"/>
                  </a:lnTo>
                  <a:lnTo>
                    <a:pt x="496717" y="1222953"/>
                  </a:lnTo>
                  <a:lnTo>
                    <a:pt x="496707" y="1222949"/>
                  </a:lnTo>
                  <a:lnTo>
                    <a:pt x="496698" y="1222946"/>
                  </a:lnTo>
                  <a:lnTo>
                    <a:pt x="496692" y="1222944"/>
                  </a:lnTo>
                  <a:lnTo>
                    <a:pt x="496685" y="1222942"/>
                  </a:lnTo>
                  <a:lnTo>
                    <a:pt x="496675" y="1222938"/>
                  </a:lnTo>
                  <a:lnTo>
                    <a:pt x="496667" y="1222935"/>
                  </a:lnTo>
                  <a:lnTo>
                    <a:pt x="496659" y="1222934"/>
                  </a:lnTo>
                  <a:lnTo>
                    <a:pt x="496653" y="1222932"/>
                  </a:lnTo>
                  <a:lnTo>
                    <a:pt x="496647" y="1222929"/>
                  </a:lnTo>
                  <a:lnTo>
                    <a:pt x="496641" y="1222926"/>
                  </a:lnTo>
                  <a:lnTo>
                    <a:pt x="496635" y="1222923"/>
                  </a:lnTo>
                  <a:lnTo>
                    <a:pt x="496627" y="1222919"/>
                  </a:lnTo>
                  <a:lnTo>
                    <a:pt x="496621" y="1222915"/>
                  </a:lnTo>
                  <a:lnTo>
                    <a:pt x="496609" y="1222909"/>
                  </a:lnTo>
                  <a:lnTo>
                    <a:pt x="496593" y="1222902"/>
                  </a:lnTo>
                  <a:lnTo>
                    <a:pt x="496585" y="1222898"/>
                  </a:lnTo>
                  <a:lnTo>
                    <a:pt x="496577" y="1222894"/>
                  </a:lnTo>
                  <a:lnTo>
                    <a:pt x="496571" y="1222893"/>
                  </a:lnTo>
                  <a:lnTo>
                    <a:pt x="496566" y="1222892"/>
                  </a:lnTo>
                  <a:lnTo>
                    <a:pt x="496560" y="1222892"/>
                  </a:lnTo>
                  <a:lnTo>
                    <a:pt x="496554" y="1222893"/>
                  </a:lnTo>
                  <a:lnTo>
                    <a:pt x="496546" y="1222898"/>
                  </a:lnTo>
                  <a:lnTo>
                    <a:pt x="496537" y="1222901"/>
                  </a:lnTo>
                  <a:lnTo>
                    <a:pt x="496530" y="1222902"/>
                  </a:lnTo>
                  <a:lnTo>
                    <a:pt x="496525" y="1222902"/>
                  </a:lnTo>
                  <a:lnTo>
                    <a:pt x="496518" y="1222903"/>
                  </a:lnTo>
                  <a:lnTo>
                    <a:pt x="496508" y="1222904"/>
                  </a:lnTo>
                  <a:lnTo>
                    <a:pt x="496503" y="1222906"/>
                  </a:lnTo>
                  <a:lnTo>
                    <a:pt x="496495" y="1222910"/>
                  </a:lnTo>
                  <a:lnTo>
                    <a:pt x="496490" y="1222913"/>
                  </a:lnTo>
                  <a:lnTo>
                    <a:pt x="496484" y="1222918"/>
                  </a:lnTo>
                  <a:lnTo>
                    <a:pt x="496481" y="1222922"/>
                  </a:lnTo>
                  <a:lnTo>
                    <a:pt x="496478" y="1222928"/>
                  </a:lnTo>
                  <a:lnTo>
                    <a:pt x="496475" y="1222933"/>
                  </a:lnTo>
                  <a:lnTo>
                    <a:pt x="496471" y="1222937"/>
                  </a:lnTo>
                  <a:lnTo>
                    <a:pt x="496465" y="1222940"/>
                  </a:lnTo>
                  <a:lnTo>
                    <a:pt x="496457" y="1222944"/>
                  </a:lnTo>
                  <a:lnTo>
                    <a:pt x="496448" y="1222946"/>
                  </a:lnTo>
                  <a:lnTo>
                    <a:pt x="496440" y="1222949"/>
                  </a:lnTo>
                  <a:lnTo>
                    <a:pt x="496435" y="1222953"/>
                  </a:lnTo>
                  <a:lnTo>
                    <a:pt x="496430" y="1222957"/>
                  </a:lnTo>
                  <a:lnTo>
                    <a:pt x="496426" y="1222960"/>
                  </a:lnTo>
                  <a:lnTo>
                    <a:pt x="496418" y="1222966"/>
                  </a:lnTo>
                  <a:lnTo>
                    <a:pt x="496412" y="1222971"/>
                  </a:lnTo>
                  <a:lnTo>
                    <a:pt x="496407" y="1222975"/>
                  </a:lnTo>
                  <a:lnTo>
                    <a:pt x="496402" y="1222981"/>
                  </a:lnTo>
                  <a:lnTo>
                    <a:pt x="496396" y="1222986"/>
                  </a:lnTo>
                  <a:lnTo>
                    <a:pt x="496391" y="1222990"/>
                  </a:lnTo>
                  <a:lnTo>
                    <a:pt x="496384" y="1222992"/>
                  </a:lnTo>
                  <a:lnTo>
                    <a:pt x="496379" y="1222994"/>
                  </a:lnTo>
                  <a:lnTo>
                    <a:pt x="496372" y="1222996"/>
                  </a:lnTo>
                  <a:lnTo>
                    <a:pt x="496366" y="1222999"/>
                  </a:lnTo>
                  <a:lnTo>
                    <a:pt x="496358" y="1223001"/>
                  </a:lnTo>
                  <a:lnTo>
                    <a:pt x="496350" y="1223003"/>
                  </a:lnTo>
                  <a:lnTo>
                    <a:pt x="496344" y="1223005"/>
                  </a:lnTo>
                  <a:lnTo>
                    <a:pt x="496336" y="1223008"/>
                  </a:lnTo>
                  <a:lnTo>
                    <a:pt x="496329" y="1223011"/>
                  </a:lnTo>
                  <a:lnTo>
                    <a:pt x="496320" y="1223012"/>
                  </a:lnTo>
                  <a:lnTo>
                    <a:pt x="496312" y="1223013"/>
                  </a:lnTo>
                  <a:lnTo>
                    <a:pt x="496306" y="1223012"/>
                  </a:lnTo>
                  <a:lnTo>
                    <a:pt x="496300" y="1223012"/>
                  </a:lnTo>
                  <a:lnTo>
                    <a:pt x="496295" y="1223011"/>
                  </a:lnTo>
                  <a:lnTo>
                    <a:pt x="496289" y="1223011"/>
                  </a:lnTo>
                  <a:lnTo>
                    <a:pt x="496282" y="1223011"/>
                  </a:lnTo>
                  <a:lnTo>
                    <a:pt x="496277" y="1223010"/>
                  </a:lnTo>
                  <a:lnTo>
                    <a:pt x="496270" y="1223007"/>
                  </a:lnTo>
                  <a:lnTo>
                    <a:pt x="496263" y="1223004"/>
                  </a:lnTo>
                  <a:lnTo>
                    <a:pt x="496257" y="1223000"/>
                  </a:lnTo>
                  <a:lnTo>
                    <a:pt x="496251" y="1222998"/>
                  </a:lnTo>
                  <a:lnTo>
                    <a:pt x="496233" y="1222989"/>
                  </a:lnTo>
                  <a:lnTo>
                    <a:pt x="496225" y="1222985"/>
                  </a:lnTo>
                  <a:lnTo>
                    <a:pt x="496211" y="1222978"/>
                  </a:lnTo>
                  <a:lnTo>
                    <a:pt x="496203" y="1222974"/>
                  </a:lnTo>
                  <a:lnTo>
                    <a:pt x="496196" y="1222970"/>
                  </a:lnTo>
                  <a:lnTo>
                    <a:pt x="496186" y="1222965"/>
                  </a:lnTo>
                  <a:lnTo>
                    <a:pt x="496178" y="1222960"/>
                  </a:lnTo>
                  <a:lnTo>
                    <a:pt x="496172" y="1222956"/>
                  </a:lnTo>
                  <a:lnTo>
                    <a:pt x="496167" y="1222951"/>
                  </a:lnTo>
                  <a:lnTo>
                    <a:pt x="496162" y="1222947"/>
                  </a:lnTo>
                  <a:lnTo>
                    <a:pt x="496154" y="1222939"/>
                  </a:lnTo>
                  <a:lnTo>
                    <a:pt x="496146" y="1222930"/>
                  </a:lnTo>
                  <a:lnTo>
                    <a:pt x="496140" y="1222924"/>
                  </a:lnTo>
                  <a:lnTo>
                    <a:pt x="496124" y="1222910"/>
                  </a:lnTo>
                  <a:lnTo>
                    <a:pt x="496112" y="1222899"/>
                  </a:lnTo>
                  <a:lnTo>
                    <a:pt x="496105" y="1222892"/>
                  </a:lnTo>
                  <a:lnTo>
                    <a:pt x="496100" y="1222886"/>
                  </a:lnTo>
                  <a:lnTo>
                    <a:pt x="496096" y="1222881"/>
                  </a:lnTo>
                  <a:lnTo>
                    <a:pt x="496092" y="1222875"/>
                  </a:lnTo>
                  <a:lnTo>
                    <a:pt x="496088" y="1222867"/>
                  </a:lnTo>
                  <a:lnTo>
                    <a:pt x="496083" y="1222858"/>
                  </a:lnTo>
                  <a:lnTo>
                    <a:pt x="496080" y="1222852"/>
                  </a:lnTo>
                  <a:lnTo>
                    <a:pt x="496077" y="1222846"/>
                  </a:lnTo>
                  <a:lnTo>
                    <a:pt x="496076" y="1222838"/>
                  </a:lnTo>
                  <a:lnTo>
                    <a:pt x="496075" y="1222828"/>
                  </a:lnTo>
                  <a:lnTo>
                    <a:pt x="496073" y="1222821"/>
                  </a:lnTo>
                  <a:lnTo>
                    <a:pt x="496068" y="1222813"/>
                  </a:lnTo>
                  <a:lnTo>
                    <a:pt x="496064" y="1222806"/>
                  </a:lnTo>
                  <a:lnTo>
                    <a:pt x="496060" y="1222800"/>
                  </a:lnTo>
                  <a:lnTo>
                    <a:pt x="496055" y="1222794"/>
                  </a:lnTo>
                  <a:lnTo>
                    <a:pt x="496050" y="1222790"/>
                  </a:lnTo>
                  <a:lnTo>
                    <a:pt x="496045" y="1222786"/>
                  </a:lnTo>
                  <a:lnTo>
                    <a:pt x="496041" y="1222783"/>
                  </a:lnTo>
                  <a:lnTo>
                    <a:pt x="496033" y="1222777"/>
                  </a:lnTo>
                  <a:lnTo>
                    <a:pt x="496024" y="1222771"/>
                  </a:lnTo>
                  <a:lnTo>
                    <a:pt x="496018" y="1222767"/>
                  </a:lnTo>
                  <a:lnTo>
                    <a:pt x="496012" y="1222762"/>
                  </a:lnTo>
                  <a:lnTo>
                    <a:pt x="496009" y="1222758"/>
                  </a:lnTo>
                  <a:lnTo>
                    <a:pt x="496004" y="1222753"/>
                  </a:lnTo>
                  <a:lnTo>
                    <a:pt x="495999" y="1222746"/>
                  </a:lnTo>
                  <a:lnTo>
                    <a:pt x="495996" y="1222741"/>
                  </a:lnTo>
                  <a:lnTo>
                    <a:pt x="495992" y="1222735"/>
                  </a:lnTo>
                  <a:lnTo>
                    <a:pt x="495988" y="1222730"/>
                  </a:lnTo>
                  <a:lnTo>
                    <a:pt x="495981" y="1222723"/>
                  </a:lnTo>
                  <a:lnTo>
                    <a:pt x="495962" y="1222706"/>
                  </a:lnTo>
                  <a:lnTo>
                    <a:pt x="495957" y="1222702"/>
                  </a:lnTo>
                  <a:lnTo>
                    <a:pt x="495940" y="1222689"/>
                  </a:lnTo>
                  <a:lnTo>
                    <a:pt x="495920" y="1222675"/>
                  </a:lnTo>
                  <a:lnTo>
                    <a:pt x="495914" y="1222671"/>
                  </a:lnTo>
                  <a:lnTo>
                    <a:pt x="495906" y="1222666"/>
                  </a:lnTo>
                  <a:lnTo>
                    <a:pt x="495895" y="1222662"/>
                  </a:lnTo>
                  <a:lnTo>
                    <a:pt x="495890" y="1222656"/>
                  </a:lnTo>
                  <a:lnTo>
                    <a:pt x="495879" y="1222647"/>
                  </a:lnTo>
                  <a:lnTo>
                    <a:pt x="495870" y="1222640"/>
                  </a:lnTo>
                  <a:lnTo>
                    <a:pt x="495859" y="1222633"/>
                  </a:lnTo>
                  <a:lnTo>
                    <a:pt x="495850" y="1222628"/>
                  </a:lnTo>
                  <a:lnTo>
                    <a:pt x="495841" y="1222620"/>
                  </a:lnTo>
                  <a:lnTo>
                    <a:pt x="495830" y="1222613"/>
                  </a:lnTo>
                  <a:lnTo>
                    <a:pt x="495820" y="1222607"/>
                  </a:lnTo>
                  <a:lnTo>
                    <a:pt x="495810" y="1222601"/>
                  </a:lnTo>
                  <a:lnTo>
                    <a:pt x="495796" y="1222593"/>
                  </a:lnTo>
                  <a:lnTo>
                    <a:pt x="495788" y="1222590"/>
                  </a:lnTo>
                  <a:lnTo>
                    <a:pt x="495779" y="1222585"/>
                  </a:lnTo>
                  <a:lnTo>
                    <a:pt x="495771" y="1222580"/>
                  </a:lnTo>
                  <a:lnTo>
                    <a:pt x="495765" y="1222575"/>
                  </a:lnTo>
                  <a:lnTo>
                    <a:pt x="495757" y="1222569"/>
                  </a:lnTo>
                  <a:lnTo>
                    <a:pt x="495749" y="1222561"/>
                  </a:lnTo>
                  <a:lnTo>
                    <a:pt x="495743" y="1222555"/>
                  </a:lnTo>
                  <a:lnTo>
                    <a:pt x="495738" y="1222548"/>
                  </a:lnTo>
                  <a:lnTo>
                    <a:pt x="495733" y="1222541"/>
                  </a:lnTo>
                  <a:lnTo>
                    <a:pt x="495729" y="1222532"/>
                  </a:lnTo>
                  <a:lnTo>
                    <a:pt x="495726" y="1222527"/>
                  </a:lnTo>
                  <a:lnTo>
                    <a:pt x="495722" y="1222521"/>
                  </a:lnTo>
                  <a:lnTo>
                    <a:pt x="495717" y="1222514"/>
                  </a:lnTo>
                  <a:lnTo>
                    <a:pt x="495713" y="1222507"/>
                  </a:lnTo>
                  <a:lnTo>
                    <a:pt x="495710" y="1222500"/>
                  </a:lnTo>
                  <a:lnTo>
                    <a:pt x="495709" y="1222494"/>
                  </a:lnTo>
                  <a:lnTo>
                    <a:pt x="495708" y="1222489"/>
                  </a:lnTo>
                  <a:lnTo>
                    <a:pt x="495705" y="1222481"/>
                  </a:lnTo>
                  <a:lnTo>
                    <a:pt x="495704" y="1222475"/>
                  </a:lnTo>
                  <a:lnTo>
                    <a:pt x="495704" y="1222470"/>
                  </a:lnTo>
                  <a:lnTo>
                    <a:pt x="495704" y="1222465"/>
                  </a:lnTo>
                  <a:lnTo>
                    <a:pt x="495706" y="1222459"/>
                  </a:lnTo>
                  <a:lnTo>
                    <a:pt x="495708" y="1222454"/>
                  </a:lnTo>
                  <a:lnTo>
                    <a:pt x="495709" y="1222449"/>
                  </a:lnTo>
                  <a:lnTo>
                    <a:pt x="495712" y="1222442"/>
                  </a:lnTo>
                  <a:lnTo>
                    <a:pt x="495715" y="1222434"/>
                  </a:lnTo>
                  <a:lnTo>
                    <a:pt x="495717" y="1222428"/>
                  </a:lnTo>
                  <a:lnTo>
                    <a:pt x="495719" y="1222422"/>
                  </a:lnTo>
                  <a:lnTo>
                    <a:pt x="495722" y="1222415"/>
                  </a:lnTo>
                  <a:lnTo>
                    <a:pt x="495726" y="1222408"/>
                  </a:lnTo>
                  <a:lnTo>
                    <a:pt x="495728" y="1222402"/>
                  </a:lnTo>
                  <a:lnTo>
                    <a:pt x="495731" y="1222396"/>
                  </a:lnTo>
                  <a:lnTo>
                    <a:pt x="495732" y="1222391"/>
                  </a:lnTo>
                  <a:lnTo>
                    <a:pt x="495734" y="1222385"/>
                  </a:lnTo>
                  <a:lnTo>
                    <a:pt x="495737" y="1222380"/>
                  </a:lnTo>
                  <a:lnTo>
                    <a:pt x="495739" y="1222375"/>
                  </a:lnTo>
                  <a:lnTo>
                    <a:pt x="495741" y="1222369"/>
                  </a:lnTo>
                  <a:lnTo>
                    <a:pt x="495743" y="1222364"/>
                  </a:lnTo>
                  <a:lnTo>
                    <a:pt x="495746" y="1222357"/>
                  </a:lnTo>
                  <a:lnTo>
                    <a:pt x="495749" y="1222349"/>
                  </a:lnTo>
                  <a:lnTo>
                    <a:pt x="495755" y="1222339"/>
                  </a:lnTo>
                  <a:lnTo>
                    <a:pt x="495758" y="1222331"/>
                  </a:lnTo>
                  <a:lnTo>
                    <a:pt x="495762" y="1222325"/>
                  </a:lnTo>
                  <a:lnTo>
                    <a:pt x="495765" y="1222320"/>
                  </a:lnTo>
                  <a:lnTo>
                    <a:pt x="495770" y="1222315"/>
                  </a:lnTo>
                  <a:lnTo>
                    <a:pt x="495774" y="1222310"/>
                  </a:lnTo>
                  <a:lnTo>
                    <a:pt x="495779" y="1222304"/>
                  </a:lnTo>
                  <a:lnTo>
                    <a:pt x="495782" y="1222297"/>
                  </a:lnTo>
                  <a:lnTo>
                    <a:pt x="495784" y="1222292"/>
                  </a:lnTo>
                  <a:lnTo>
                    <a:pt x="495787" y="1222286"/>
                  </a:lnTo>
                  <a:lnTo>
                    <a:pt x="495790" y="1222281"/>
                  </a:lnTo>
                  <a:lnTo>
                    <a:pt x="495793" y="1222276"/>
                  </a:lnTo>
                  <a:lnTo>
                    <a:pt x="495797" y="1222271"/>
                  </a:lnTo>
                  <a:lnTo>
                    <a:pt x="495801" y="1222266"/>
                  </a:lnTo>
                  <a:lnTo>
                    <a:pt x="495804" y="1222261"/>
                  </a:lnTo>
                  <a:lnTo>
                    <a:pt x="495808" y="1222255"/>
                  </a:lnTo>
                  <a:lnTo>
                    <a:pt x="495811" y="1222249"/>
                  </a:lnTo>
                  <a:lnTo>
                    <a:pt x="495813" y="1222244"/>
                  </a:lnTo>
                  <a:lnTo>
                    <a:pt x="495815" y="1222240"/>
                  </a:lnTo>
                  <a:lnTo>
                    <a:pt x="495817" y="1222233"/>
                  </a:lnTo>
                  <a:lnTo>
                    <a:pt x="495819" y="1222227"/>
                  </a:lnTo>
                  <a:lnTo>
                    <a:pt x="495820" y="1222221"/>
                  </a:lnTo>
                  <a:lnTo>
                    <a:pt x="495824" y="1222209"/>
                  </a:lnTo>
                  <a:lnTo>
                    <a:pt x="495827" y="1222193"/>
                  </a:lnTo>
                  <a:lnTo>
                    <a:pt x="495829" y="1222181"/>
                  </a:lnTo>
                  <a:lnTo>
                    <a:pt x="495831" y="1222174"/>
                  </a:lnTo>
                  <a:lnTo>
                    <a:pt x="495832" y="1222165"/>
                  </a:lnTo>
                  <a:lnTo>
                    <a:pt x="495833" y="1222160"/>
                  </a:lnTo>
                  <a:lnTo>
                    <a:pt x="495835" y="1222154"/>
                  </a:lnTo>
                  <a:lnTo>
                    <a:pt x="495838" y="1222146"/>
                  </a:lnTo>
                  <a:lnTo>
                    <a:pt x="495843" y="1222136"/>
                  </a:lnTo>
                  <a:lnTo>
                    <a:pt x="495850" y="1222125"/>
                  </a:lnTo>
                  <a:lnTo>
                    <a:pt x="495856" y="1222113"/>
                  </a:lnTo>
                  <a:lnTo>
                    <a:pt x="495860" y="1222105"/>
                  </a:lnTo>
                  <a:lnTo>
                    <a:pt x="495863" y="1222097"/>
                  </a:lnTo>
                  <a:lnTo>
                    <a:pt x="495865" y="1222091"/>
                  </a:lnTo>
                  <a:lnTo>
                    <a:pt x="495867" y="1222080"/>
                  </a:lnTo>
                  <a:lnTo>
                    <a:pt x="495868" y="1222073"/>
                  </a:lnTo>
                  <a:lnTo>
                    <a:pt x="495868" y="1222068"/>
                  </a:lnTo>
                  <a:lnTo>
                    <a:pt x="495869" y="1222061"/>
                  </a:lnTo>
                  <a:lnTo>
                    <a:pt x="495871" y="1222057"/>
                  </a:lnTo>
                  <a:lnTo>
                    <a:pt x="495875" y="1222051"/>
                  </a:lnTo>
                  <a:lnTo>
                    <a:pt x="495882" y="1222043"/>
                  </a:lnTo>
                  <a:lnTo>
                    <a:pt x="495886" y="1222038"/>
                  </a:lnTo>
                  <a:lnTo>
                    <a:pt x="495898" y="1222027"/>
                  </a:lnTo>
                  <a:lnTo>
                    <a:pt x="495903" y="1222024"/>
                  </a:lnTo>
                  <a:lnTo>
                    <a:pt x="495913" y="1222016"/>
                  </a:lnTo>
                  <a:lnTo>
                    <a:pt x="495917" y="1222012"/>
                  </a:lnTo>
                  <a:lnTo>
                    <a:pt x="495919" y="1222006"/>
                  </a:lnTo>
                  <a:lnTo>
                    <a:pt x="495918" y="1221998"/>
                  </a:lnTo>
                  <a:lnTo>
                    <a:pt x="495916" y="1221990"/>
                  </a:lnTo>
                  <a:lnTo>
                    <a:pt x="495915" y="1221984"/>
                  </a:lnTo>
                  <a:lnTo>
                    <a:pt x="495915" y="1221978"/>
                  </a:lnTo>
                  <a:lnTo>
                    <a:pt x="495916" y="1221972"/>
                  </a:lnTo>
                  <a:lnTo>
                    <a:pt x="495917" y="1221964"/>
                  </a:lnTo>
                  <a:lnTo>
                    <a:pt x="495918" y="1221954"/>
                  </a:lnTo>
                  <a:lnTo>
                    <a:pt x="495917" y="1221946"/>
                  </a:lnTo>
                  <a:lnTo>
                    <a:pt x="495916" y="1221941"/>
                  </a:lnTo>
                  <a:lnTo>
                    <a:pt x="495917" y="1221933"/>
                  </a:lnTo>
                  <a:lnTo>
                    <a:pt x="495919" y="1221926"/>
                  </a:lnTo>
                  <a:lnTo>
                    <a:pt x="495922" y="1221918"/>
                  </a:lnTo>
                  <a:lnTo>
                    <a:pt x="495926" y="1221911"/>
                  </a:lnTo>
                  <a:lnTo>
                    <a:pt x="495930" y="1221905"/>
                  </a:lnTo>
                  <a:lnTo>
                    <a:pt x="495934" y="1221900"/>
                  </a:lnTo>
                  <a:lnTo>
                    <a:pt x="495938" y="1221892"/>
                  </a:lnTo>
                  <a:lnTo>
                    <a:pt x="495938" y="1221884"/>
                  </a:lnTo>
                  <a:lnTo>
                    <a:pt x="495937" y="1221878"/>
                  </a:lnTo>
                  <a:lnTo>
                    <a:pt x="495937" y="1221873"/>
                  </a:lnTo>
                  <a:lnTo>
                    <a:pt x="495937" y="1221868"/>
                  </a:lnTo>
                  <a:lnTo>
                    <a:pt x="495938" y="1221861"/>
                  </a:lnTo>
                  <a:lnTo>
                    <a:pt x="495940" y="1221854"/>
                  </a:lnTo>
                  <a:lnTo>
                    <a:pt x="495944" y="1221847"/>
                  </a:lnTo>
                  <a:lnTo>
                    <a:pt x="495946" y="1221841"/>
                  </a:lnTo>
                  <a:lnTo>
                    <a:pt x="495948" y="1221835"/>
                  </a:lnTo>
                  <a:lnTo>
                    <a:pt x="495950" y="1221827"/>
                  </a:lnTo>
                  <a:lnTo>
                    <a:pt x="495951" y="1221820"/>
                  </a:lnTo>
                  <a:lnTo>
                    <a:pt x="495953" y="1221814"/>
                  </a:lnTo>
                  <a:lnTo>
                    <a:pt x="495956" y="1221809"/>
                  </a:lnTo>
                  <a:lnTo>
                    <a:pt x="495959" y="1221803"/>
                  </a:lnTo>
                  <a:lnTo>
                    <a:pt x="495961" y="1221799"/>
                  </a:lnTo>
                  <a:lnTo>
                    <a:pt x="495963" y="1221794"/>
                  </a:lnTo>
                  <a:lnTo>
                    <a:pt x="495965" y="1221788"/>
                  </a:lnTo>
                  <a:lnTo>
                    <a:pt x="495967" y="1221782"/>
                  </a:lnTo>
                  <a:lnTo>
                    <a:pt x="495970" y="1221775"/>
                  </a:lnTo>
                  <a:lnTo>
                    <a:pt x="495971" y="1221770"/>
                  </a:lnTo>
                  <a:lnTo>
                    <a:pt x="495972" y="1221765"/>
                  </a:lnTo>
                  <a:lnTo>
                    <a:pt x="495974" y="1221759"/>
                  </a:lnTo>
                  <a:lnTo>
                    <a:pt x="495976" y="1221753"/>
                  </a:lnTo>
                  <a:lnTo>
                    <a:pt x="495977" y="1221747"/>
                  </a:lnTo>
                  <a:lnTo>
                    <a:pt x="495978" y="1221741"/>
                  </a:lnTo>
                  <a:lnTo>
                    <a:pt x="495980" y="1221733"/>
                  </a:lnTo>
                  <a:lnTo>
                    <a:pt x="495982" y="1221726"/>
                  </a:lnTo>
                  <a:lnTo>
                    <a:pt x="495983" y="1221720"/>
                  </a:lnTo>
                  <a:lnTo>
                    <a:pt x="495984" y="1221713"/>
                  </a:lnTo>
                  <a:lnTo>
                    <a:pt x="495986" y="1221704"/>
                  </a:lnTo>
                  <a:lnTo>
                    <a:pt x="495986" y="1221698"/>
                  </a:lnTo>
                  <a:lnTo>
                    <a:pt x="495984" y="1221693"/>
                  </a:lnTo>
                  <a:lnTo>
                    <a:pt x="495983" y="1221687"/>
                  </a:lnTo>
                  <a:lnTo>
                    <a:pt x="495983" y="1221680"/>
                  </a:lnTo>
                  <a:lnTo>
                    <a:pt x="495982" y="1221674"/>
                  </a:lnTo>
                  <a:lnTo>
                    <a:pt x="495981" y="1221667"/>
                  </a:lnTo>
                  <a:lnTo>
                    <a:pt x="495979" y="1221658"/>
                  </a:lnTo>
                  <a:lnTo>
                    <a:pt x="495977" y="1221652"/>
                  </a:lnTo>
                  <a:lnTo>
                    <a:pt x="495976" y="1221647"/>
                  </a:lnTo>
                  <a:lnTo>
                    <a:pt x="495974" y="1221640"/>
                  </a:lnTo>
                  <a:lnTo>
                    <a:pt x="495972" y="1221633"/>
                  </a:lnTo>
                  <a:lnTo>
                    <a:pt x="495971" y="1221625"/>
                  </a:lnTo>
                  <a:lnTo>
                    <a:pt x="495972" y="1221619"/>
                  </a:lnTo>
                  <a:lnTo>
                    <a:pt x="495975" y="1221613"/>
                  </a:lnTo>
                  <a:lnTo>
                    <a:pt x="495975" y="1221608"/>
                  </a:lnTo>
                  <a:lnTo>
                    <a:pt x="495973" y="1221601"/>
                  </a:lnTo>
                  <a:lnTo>
                    <a:pt x="495970" y="1221595"/>
                  </a:lnTo>
                  <a:lnTo>
                    <a:pt x="495968" y="1221589"/>
                  </a:lnTo>
                  <a:lnTo>
                    <a:pt x="495970" y="1221581"/>
                  </a:lnTo>
                  <a:lnTo>
                    <a:pt x="495973" y="1221577"/>
                  </a:lnTo>
                  <a:lnTo>
                    <a:pt x="495976" y="1221572"/>
                  </a:lnTo>
                  <a:lnTo>
                    <a:pt x="495978" y="1221565"/>
                  </a:lnTo>
                  <a:lnTo>
                    <a:pt x="495980" y="1221558"/>
                  </a:lnTo>
                  <a:lnTo>
                    <a:pt x="495981" y="1221552"/>
                  </a:lnTo>
                  <a:lnTo>
                    <a:pt x="495983" y="1221545"/>
                  </a:lnTo>
                  <a:lnTo>
                    <a:pt x="495984" y="1221540"/>
                  </a:lnTo>
                  <a:lnTo>
                    <a:pt x="495984" y="1221534"/>
                  </a:lnTo>
                  <a:lnTo>
                    <a:pt x="495985" y="1221528"/>
                  </a:lnTo>
                  <a:lnTo>
                    <a:pt x="495986" y="1221523"/>
                  </a:lnTo>
                  <a:lnTo>
                    <a:pt x="495989" y="1221517"/>
                  </a:lnTo>
                  <a:lnTo>
                    <a:pt x="495992" y="1221512"/>
                  </a:lnTo>
                  <a:lnTo>
                    <a:pt x="495995" y="1221509"/>
                  </a:lnTo>
                  <a:lnTo>
                    <a:pt x="495999" y="1221505"/>
                  </a:lnTo>
                  <a:lnTo>
                    <a:pt x="496001" y="1221498"/>
                  </a:lnTo>
                  <a:lnTo>
                    <a:pt x="496003" y="1221490"/>
                  </a:lnTo>
                  <a:lnTo>
                    <a:pt x="496005" y="1221484"/>
                  </a:lnTo>
                  <a:lnTo>
                    <a:pt x="496008" y="1221478"/>
                  </a:lnTo>
                  <a:lnTo>
                    <a:pt x="496011" y="1221470"/>
                  </a:lnTo>
                  <a:lnTo>
                    <a:pt x="496014" y="1221462"/>
                  </a:lnTo>
                  <a:lnTo>
                    <a:pt x="496016" y="1221455"/>
                  </a:lnTo>
                  <a:lnTo>
                    <a:pt x="496018" y="1221447"/>
                  </a:lnTo>
                  <a:lnTo>
                    <a:pt x="496020" y="1221441"/>
                  </a:lnTo>
                  <a:lnTo>
                    <a:pt x="496021" y="1221436"/>
                  </a:lnTo>
                  <a:lnTo>
                    <a:pt x="496022" y="1221430"/>
                  </a:lnTo>
                  <a:lnTo>
                    <a:pt x="496024" y="1221424"/>
                  </a:lnTo>
                  <a:lnTo>
                    <a:pt x="496025" y="1221416"/>
                  </a:lnTo>
                  <a:lnTo>
                    <a:pt x="496028" y="1221408"/>
                  </a:lnTo>
                  <a:lnTo>
                    <a:pt x="496031" y="1221401"/>
                  </a:lnTo>
                  <a:lnTo>
                    <a:pt x="496033" y="1221394"/>
                  </a:lnTo>
                  <a:lnTo>
                    <a:pt x="496037" y="1221386"/>
                  </a:lnTo>
                  <a:lnTo>
                    <a:pt x="496042" y="1221382"/>
                  </a:lnTo>
                  <a:lnTo>
                    <a:pt x="496050" y="1221378"/>
                  </a:lnTo>
                  <a:lnTo>
                    <a:pt x="496061" y="1221373"/>
                  </a:lnTo>
                  <a:lnTo>
                    <a:pt x="496086" y="1221368"/>
                  </a:lnTo>
                  <a:lnTo>
                    <a:pt x="496093" y="1221367"/>
                  </a:lnTo>
                  <a:lnTo>
                    <a:pt x="496103" y="1221365"/>
                  </a:lnTo>
                  <a:lnTo>
                    <a:pt x="496134" y="1221359"/>
                  </a:lnTo>
                  <a:lnTo>
                    <a:pt x="496157" y="1221353"/>
                  </a:lnTo>
                  <a:lnTo>
                    <a:pt x="496178" y="1221343"/>
                  </a:lnTo>
                  <a:lnTo>
                    <a:pt x="496185" y="1221334"/>
                  </a:lnTo>
                  <a:lnTo>
                    <a:pt x="496189" y="1221321"/>
                  </a:lnTo>
                  <a:lnTo>
                    <a:pt x="496195" y="1221309"/>
                  </a:lnTo>
                  <a:lnTo>
                    <a:pt x="496201" y="1221298"/>
                  </a:lnTo>
                  <a:lnTo>
                    <a:pt x="496207" y="1221290"/>
                  </a:lnTo>
                  <a:lnTo>
                    <a:pt x="496217" y="1221279"/>
                  </a:lnTo>
                  <a:lnTo>
                    <a:pt x="496235" y="1221264"/>
                  </a:lnTo>
                  <a:lnTo>
                    <a:pt x="496268" y="1221242"/>
                  </a:lnTo>
                  <a:lnTo>
                    <a:pt x="496282" y="1221229"/>
                  </a:lnTo>
                  <a:lnTo>
                    <a:pt x="496299" y="1221211"/>
                  </a:lnTo>
                  <a:lnTo>
                    <a:pt x="496304" y="1221207"/>
                  </a:lnTo>
                  <a:lnTo>
                    <a:pt x="496318" y="1221142"/>
                  </a:lnTo>
                  <a:lnTo>
                    <a:pt x="496320" y="1221134"/>
                  </a:lnTo>
                  <a:lnTo>
                    <a:pt x="496321" y="1221126"/>
                  </a:lnTo>
                  <a:lnTo>
                    <a:pt x="496321" y="1221120"/>
                  </a:lnTo>
                  <a:lnTo>
                    <a:pt x="496320" y="1221105"/>
                  </a:lnTo>
                  <a:lnTo>
                    <a:pt x="496320" y="1221099"/>
                  </a:lnTo>
                  <a:lnTo>
                    <a:pt x="496318" y="1221093"/>
                  </a:lnTo>
                  <a:lnTo>
                    <a:pt x="496317" y="1221085"/>
                  </a:lnTo>
                  <a:lnTo>
                    <a:pt x="496316" y="1221072"/>
                  </a:lnTo>
                  <a:lnTo>
                    <a:pt x="496315" y="1221050"/>
                  </a:lnTo>
                  <a:lnTo>
                    <a:pt x="496314" y="1221041"/>
                  </a:lnTo>
                  <a:lnTo>
                    <a:pt x="496313" y="1221034"/>
                  </a:lnTo>
                  <a:lnTo>
                    <a:pt x="496306" y="1221002"/>
                  </a:lnTo>
                  <a:lnTo>
                    <a:pt x="496302" y="1220982"/>
                  </a:lnTo>
                  <a:lnTo>
                    <a:pt x="496296" y="1220949"/>
                  </a:lnTo>
                  <a:lnTo>
                    <a:pt x="496291" y="1220925"/>
                  </a:lnTo>
                  <a:lnTo>
                    <a:pt x="496289" y="1220912"/>
                  </a:lnTo>
                  <a:lnTo>
                    <a:pt x="496287" y="1220898"/>
                  </a:lnTo>
                  <a:lnTo>
                    <a:pt x="496286" y="1220892"/>
                  </a:lnTo>
                  <a:lnTo>
                    <a:pt x="496287" y="1220884"/>
                  </a:lnTo>
                  <a:lnTo>
                    <a:pt x="496287" y="1220873"/>
                  </a:lnTo>
                  <a:lnTo>
                    <a:pt x="496287" y="1220867"/>
                  </a:lnTo>
                  <a:lnTo>
                    <a:pt x="496288" y="1220858"/>
                  </a:lnTo>
                  <a:lnTo>
                    <a:pt x="496289" y="1220853"/>
                  </a:lnTo>
                  <a:lnTo>
                    <a:pt x="496292" y="1220842"/>
                  </a:lnTo>
                  <a:lnTo>
                    <a:pt x="496296" y="1220829"/>
                  </a:lnTo>
                  <a:lnTo>
                    <a:pt x="496299" y="1220820"/>
                  </a:lnTo>
                  <a:lnTo>
                    <a:pt x="496304" y="1220808"/>
                  </a:lnTo>
                  <a:lnTo>
                    <a:pt x="496313" y="1220787"/>
                  </a:lnTo>
                  <a:lnTo>
                    <a:pt x="496318" y="1220774"/>
                  </a:lnTo>
                  <a:lnTo>
                    <a:pt x="496321" y="1220766"/>
                  </a:lnTo>
                  <a:lnTo>
                    <a:pt x="496322" y="1220761"/>
                  </a:lnTo>
                  <a:lnTo>
                    <a:pt x="496324" y="1220751"/>
                  </a:lnTo>
                  <a:lnTo>
                    <a:pt x="496324" y="1220745"/>
                  </a:lnTo>
                  <a:lnTo>
                    <a:pt x="496325" y="1220733"/>
                  </a:lnTo>
                  <a:lnTo>
                    <a:pt x="496325" y="1220723"/>
                  </a:lnTo>
                  <a:lnTo>
                    <a:pt x="496325" y="1220715"/>
                  </a:lnTo>
                  <a:lnTo>
                    <a:pt x="496325" y="1220710"/>
                  </a:lnTo>
                  <a:lnTo>
                    <a:pt x="496325" y="1220700"/>
                  </a:lnTo>
                  <a:lnTo>
                    <a:pt x="496323" y="1220688"/>
                  </a:lnTo>
                  <a:lnTo>
                    <a:pt x="496321" y="1220679"/>
                  </a:lnTo>
                  <a:lnTo>
                    <a:pt x="496320" y="1220670"/>
                  </a:lnTo>
                  <a:lnTo>
                    <a:pt x="496315" y="1220650"/>
                  </a:lnTo>
                  <a:lnTo>
                    <a:pt x="496314" y="1220645"/>
                  </a:lnTo>
                  <a:lnTo>
                    <a:pt x="496312" y="1220639"/>
                  </a:lnTo>
                  <a:lnTo>
                    <a:pt x="496306" y="1220619"/>
                  </a:lnTo>
                  <a:lnTo>
                    <a:pt x="496302" y="1220607"/>
                  </a:lnTo>
                  <a:lnTo>
                    <a:pt x="496300" y="1220598"/>
                  </a:lnTo>
                  <a:lnTo>
                    <a:pt x="496298" y="1220588"/>
                  </a:lnTo>
                  <a:lnTo>
                    <a:pt x="496294" y="1220569"/>
                  </a:lnTo>
                  <a:lnTo>
                    <a:pt x="496293" y="1220561"/>
                  </a:lnTo>
                  <a:lnTo>
                    <a:pt x="496292" y="1220555"/>
                  </a:lnTo>
                  <a:lnTo>
                    <a:pt x="496290" y="1220548"/>
                  </a:lnTo>
                  <a:lnTo>
                    <a:pt x="496289" y="1220541"/>
                  </a:lnTo>
                  <a:lnTo>
                    <a:pt x="496288" y="1220536"/>
                  </a:lnTo>
                  <a:lnTo>
                    <a:pt x="496289" y="1220527"/>
                  </a:lnTo>
                  <a:lnTo>
                    <a:pt x="496294" y="1220521"/>
                  </a:lnTo>
                  <a:lnTo>
                    <a:pt x="496300" y="1220517"/>
                  </a:lnTo>
                  <a:lnTo>
                    <a:pt x="496306" y="1220514"/>
                  </a:lnTo>
                  <a:lnTo>
                    <a:pt x="496313" y="1220510"/>
                  </a:lnTo>
                  <a:lnTo>
                    <a:pt x="496318" y="1220508"/>
                  </a:lnTo>
                  <a:lnTo>
                    <a:pt x="496323" y="1220506"/>
                  </a:lnTo>
                  <a:lnTo>
                    <a:pt x="496328" y="1220504"/>
                  </a:lnTo>
                  <a:lnTo>
                    <a:pt x="496335" y="1220502"/>
                  </a:lnTo>
                  <a:lnTo>
                    <a:pt x="496343" y="1220499"/>
                  </a:lnTo>
                  <a:lnTo>
                    <a:pt x="496350" y="1220495"/>
                  </a:lnTo>
                  <a:lnTo>
                    <a:pt x="496358" y="1220486"/>
                  </a:lnTo>
                  <a:lnTo>
                    <a:pt x="496365" y="1220477"/>
                  </a:lnTo>
                  <a:lnTo>
                    <a:pt x="496373" y="1220468"/>
                  </a:lnTo>
                  <a:lnTo>
                    <a:pt x="496378" y="1220460"/>
                  </a:lnTo>
                  <a:lnTo>
                    <a:pt x="496381" y="1220455"/>
                  </a:lnTo>
                  <a:lnTo>
                    <a:pt x="496383" y="1220449"/>
                  </a:lnTo>
                  <a:lnTo>
                    <a:pt x="496380" y="1220441"/>
                  </a:lnTo>
                  <a:lnTo>
                    <a:pt x="496381" y="1220432"/>
                  </a:lnTo>
                  <a:lnTo>
                    <a:pt x="496386" y="1220426"/>
                  </a:lnTo>
                  <a:lnTo>
                    <a:pt x="496389" y="1220423"/>
                  </a:lnTo>
                  <a:lnTo>
                    <a:pt x="496395" y="1220420"/>
                  </a:lnTo>
                  <a:lnTo>
                    <a:pt x="496401" y="1220419"/>
                  </a:lnTo>
                  <a:lnTo>
                    <a:pt x="496407" y="1220416"/>
                  </a:lnTo>
                  <a:lnTo>
                    <a:pt x="496411" y="1220415"/>
                  </a:lnTo>
                  <a:lnTo>
                    <a:pt x="496415" y="1220411"/>
                  </a:lnTo>
                  <a:lnTo>
                    <a:pt x="496418" y="1220403"/>
                  </a:lnTo>
                  <a:lnTo>
                    <a:pt x="496422" y="1220396"/>
                  </a:lnTo>
                  <a:lnTo>
                    <a:pt x="496429" y="1220390"/>
                  </a:lnTo>
                  <a:lnTo>
                    <a:pt x="496432" y="1220384"/>
                  </a:lnTo>
                  <a:lnTo>
                    <a:pt x="496434" y="1220378"/>
                  </a:lnTo>
                  <a:lnTo>
                    <a:pt x="496441" y="1220371"/>
                  </a:lnTo>
                  <a:lnTo>
                    <a:pt x="496447" y="1220364"/>
                  </a:lnTo>
                  <a:lnTo>
                    <a:pt x="496449" y="1220359"/>
                  </a:lnTo>
                  <a:lnTo>
                    <a:pt x="496453" y="1220354"/>
                  </a:lnTo>
                  <a:lnTo>
                    <a:pt x="496459" y="1220350"/>
                  </a:lnTo>
                  <a:lnTo>
                    <a:pt x="496464" y="1220346"/>
                  </a:lnTo>
                  <a:lnTo>
                    <a:pt x="496470" y="1220342"/>
                  </a:lnTo>
                  <a:lnTo>
                    <a:pt x="496475" y="1220340"/>
                  </a:lnTo>
                  <a:lnTo>
                    <a:pt x="496480" y="1220336"/>
                  </a:lnTo>
                  <a:lnTo>
                    <a:pt x="496486" y="1220331"/>
                  </a:lnTo>
                  <a:lnTo>
                    <a:pt x="496490" y="1220328"/>
                  </a:lnTo>
                  <a:lnTo>
                    <a:pt x="496497" y="1220324"/>
                  </a:lnTo>
                  <a:lnTo>
                    <a:pt x="496503" y="1220319"/>
                  </a:lnTo>
                  <a:lnTo>
                    <a:pt x="496507" y="1220314"/>
                  </a:lnTo>
                  <a:lnTo>
                    <a:pt x="496509" y="1220309"/>
                  </a:lnTo>
                  <a:lnTo>
                    <a:pt x="496511" y="1220301"/>
                  </a:lnTo>
                  <a:lnTo>
                    <a:pt x="496512" y="1220295"/>
                  </a:lnTo>
                  <a:lnTo>
                    <a:pt x="496513" y="1220288"/>
                  </a:lnTo>
                  <a:lnTo>
                    <a:pt x="496514" y="1220280"/>
                  </a:lnTo>
                  <a:lnTo>
                    <a:pt x="496513" y="1220273"/>
                  </a:lnTo>
                  <a:lnTo>
                    <a:pt x="496511" y="1220264"/>
                  </a:lnTo>
                  <a:lnTo>
                    <a:pt x="496509" y="1220257"/>
                  </a:lnTo>
                  <a:lnTo>
                    <a:pt x="496508" y="1220250"/>
                  </a:lnTo>
                  <a:lnTo>
                    <a:pt x="496505" y="1220243"/>
                  </a:lnTo>
                  <a:lnTo>
                    <a:pt x="496502" y="1220237"/>
                  </a:lnTo>
                  <a:lnTo>
                    <a:pt x="496500" y="1220231"/>
                  </a:lnTo>
                  <a:lnTo>
                    <a:pt x="496496" y="1220224"/>
                  </a:lnTo>
                  <a:lnTo>
                    <a:pt x="496495" y="1220216"/>
                  </a:lnTo>
                  <a:lnTo>
                    <a:pt x="496493" y="1220210"/>
                  </a:lnTo>
                  <a:lnTo>
                    <a:pt x="496492" y="1220205"/>
                  </a:lnTo>
                  <a:lnTo>
                    <a:pt x="496489" y="1220198"/>
                  </a:lnTo>
                  <a:lnTo>
                    <a:pt x="496487" y="1220191"/>
                  </a:lnTo>
                  <a:lnTo>
                    <a:pt x="496487" y="1220184"/>
                  </a:lnTo>
                  <a:lnTo>
                    <a:pt x="496485" y="1220177"/>
                  </a:lnTo>
                  <a:lnTo>
                    <a:pt x="496484" y="1220172"/>
                  </a:lnTo>
                  <a:lnTo>
                    <a:pt x="496483" y="1220166"/>
                  </a:lnTo>
                  <a:lnTo>
                    <a:pt x="496482" y="1220160"/>
                  </a:lnTo>
                  <a:lnTo>
                    <a:pt x="496481" y="1220155"/>
                  </a:lnTo>
                  <a:lnTo>
                    <a:pt x="496481" y="1220147"/>
                  </a:lnTo>
                  <a:lnTo>
                    <a:pt x="496480" y="1220139"/>
                  </a:lnTo>
                  <a:lnTo>
                    <a:pt x="496477" y="1220133"/>
                  </a:lnTo>
                  <a:lnTo>
                    <a:pt x="496475" y="1220129"/>
                  </a:lnTo>
                  <a:lnTo>
                    <a:pt x="496473" y="1220124"/>
                  </a:lnTo>
                  <a:lnTo>
                    <a:pt x="496472" y="1220119"/>
                  </a:lnTo>
                  <a:lnTo>
                    <a:pt x="496470" y="1220112"/>
                  </a:lnTo>
                  <a:lnTo>
                    <a:pt x="496468" y="1220107"/>
                  </a:lnTo>
                  <a:lnTo>
                    <a:pt x="496466" y="1220099"/>
                  </a:lnTo>
                  <a:lnTo>
                    <a:pt x="496464" y="1220092"/>
                  </a:lnTo>
                  <a:lnTo>
                    <a:pt x="496461" y="1220085"/>
                  </a:lnTo>
                  <a:lnTo>
                    <a:pt x="496458" y="1220076"/>
                  </a:lnTo>
                  <a:lnTo>
                    <a:pt x="496455" y="1220069"/>
                  </a:lnTo>
                  <a:lnTo>
                    <a:pt x="496452" y="1220060"/>
                  </a:lnTo>
                  <a:lnTo>
                    <a:pt x="496450" y="1220054"/>
                  </a:lnTo>
                  <a:lnTo>
                    <a:pt x="496447" y="1220046"/>
                  </a:lnTo>
                  <a:lnTo>
                    <a:pt x="496443" y="1220040"/>
                  </a:lnTo>
                  <a:lnTo>
                    <a:pt x="496438" y="1220034"/>
                  </a:lnTo>
                  <a:lnTo>
                    <a:pt x="496434" y="1220030"/>
                  </a:lnTo>
                  <a:lnTo>
                    <a:pt x="496430" y="1220026"/>
                  </a:lnTo>
                  <a:lnTo>
                    <a:pt x="496426" y="1220023"/>
                  </a:lnTo>
                  <a:lnTo>
                    <a:pt x="496422" y="1220019"/>
                  </a:lnTo>
                  <a:lnTo>
                    <a:pt x="496416" y="1220011"/>
                  </a:lnTo>
                  <a:lnTo>
                    <a:pt x="496410" y="1220004"/>
                  </a:lnTo>
                  <a:lnTo>
                    <a:pt x="496403" y="1219995"/>
                  </a:lnTo>
                  <a:lnTo>
                    <a:pt x="496396" y="1219989"/>
                  </a:lnTo>
                  <a:lnTo>
                    <a:pt x="496389" y="1219987"/>
                  </a:lnTo>
                  <a:lnTo>
                    <a:pt x="496382" y="1219984"/>
                  </a:lnTo>
                  <a:lnTo>
                    <a:pt x="496377" y="1219983"/>
                  </a:lnTo>
                  <a:lnTo>
                    <a:pt x="496371" y="1219982"/>
                  </a:lnTo>
                  <a:lnTo>
                    <a:pt x="496366" y="1219981"/>
                  </a:lnTo>
                  <a:lnTo>
                    <a:pt x="496359" y="1219978"/>
                  </a:lnTo>
                  <a:lnTo>
                    <a:pt x="496354" y="1219973"/>
                  </a:lnTo>
                  <a:lnTo>
                    <a:pt x="496351" y="1219969"/>
                  </a:lnTo>
                  <a:lnTo>
                    <a:pt x="496346" y="1219964"/>
                  </a:lnTo>
                  <a:lnTo>
                    <a:pt x="496341" y="1219960"/>
                  </a:lnTo>
                  <a:lnTo>
                    <a:pt x="496336" y="1219956"/>
                  </a:lnTo>
                  <a:lnTo>
                    <a:pt x="496331" y="1219952"/>
                  </a:lnTo>
                  <a:lnTo>
                    <a:pt x="496328" y="1219948"/>
                  </a:lnTo>
                  <a:lnTo>
                    <a:pt x="496323" y="1219942"/>
                  </a:lnTo>
                  <a:lnTo>
                    <a:pt x="496317" y="1219937"/>
                  </a:lnTo>
                  <a:lnTo>
                    <a:pt x="496308" y="1219932"/>
                  </a:lnTo>
                  <a:lnTo>
                    <a:pt x="496303" y="1219927"/>
                  </a:lnTo>
                  <a:lnTo>
                    <a:pt x="496300" y="1219923"/>
                  </a:lnTo>
                  <a:lnTo>
                    <a:pt x="496297" y="1219919"/>
                  </a:lnTo>
                  <a:lnTo>
                    <a:pt x="496294" y="1219912"/>
                  </a:lnTo>
                  <a:lnTo>
                    <a:pt x="496291" y="1219906"/>
                  </a:lnTo>
                  <a:lnTo>
                    <a:pt x="496289" y="1219899"/>
                  </a:lnTo>
                  <a:lnTo>
                    <a:pt x="496287" y="1219891"/>
                  </a:lnTo>
                  <a:lnTo>
                    <a:pt x="496285" y="1219885"/>
                  </a:lnTo>
                  <a:lnTo>
                    <a:pt x="496280" y="1219880"/>
                  </a:lnTo>
                  <a:lnTo>
                    <a:pt x="496276" y="1219877"/>
                  </a:lnTo>
                  <a:lnTo>
                    <a:pt x="496272" y="1219875"/>
                  </a:lnTo>
                  <a:lnTo>
                    <a:pt x="496267" y="1219871"/>
                  </a:lnTo>
                  <a:lnTo>
                    <a:pt x="496262" y="1219867"/>
                  </a:lnTo>
                  <a:lnTo>
                    <a:pt x="496255" y="1219866"/>
                  </a:lnTo>
                  <a:lnTo>
                    <a:pt x="496246" y="1219866"/>
                  </a:lnTo>
                  <a:lnTo>
                    <a:pt x="496235" y="1219864"/>
                  </a:lnTo>
                  <a:lnTo>
                    <a:pt x="496228" y="1219860"/>
                  </a:lnTo>
                  <a:lnTo>
                    <a:pt x="496218" y="1219852"/>
                  </a:lnTo>
                  <a:lnTo>
                    <a:pt x="496212" y="1219844"/>
                  </a:lnTo>
                  <a:lnTo>
                    <a:pt x="496209" y="1219837"/>
                  </a:lnTo>
                  <a:lnTo>
                    <a:pt x="496208" y="1219828"/>
                  </a:lnTo>
                  <a:lnTo>
                    <a:pt x="496207" y="1219821"/>
                  </a:lnTo>
                  <a:lnTo>
                    <a:pt x="496208" y="1219812"/>
                  </a:lnTo>
                  <a:lnTo>
                    <a:pt x="496208" y="1219801"/>
                  </a:lnTo>
                  <a:lnTo>
                    <a:pt x="496208" y="1219794"/>
                  </a:lnTo>
                  <a:lnTo>
                    <a:pt x="496203" y="1219780"/>
                  </a:lnTo>
                  <a:lnTo>
                    <a:pt x="496194" y="1219757"/>
                  </a:lnTo>
                  <a:lnTo>
                    <a:pt x="496184" y="1219735"/>
                  </a:lnTo>
                  <a:lnTo>
                    <a:pt x="496154" y="1219674"/>
                  </a:lnTo>
                  <a:lnTo>
                    <a:pt x="496132" y="1219629"/>
                  </a:lnTo>
                  <a:lnTo>
                    <a:pt x="496094" y="1219560"/>
                  </a:lnTo>
                  <a:lnTo>
                    <a:pt x="496090" y="1219554"/>
                  </a:lnTo>
                  <a:lnTo>
                    <a:pt x="496085" y="1219543"/>
                  </a:lnTo>
                  <a:lnTo>
                    <a:pt x="496074" y="1219521"/>
                  </a:lnTo>
                  <a:lnTo>
                    <a:pt x="496056" y="1219472"/>
                  </a:lnTo>
                  <a:lnTo>
                    <a:pt x="496051" y="1219455"/>
                  </a:lnTo>
                  <a:lnTo>
                    <a:pt x="496049" y="1219442"/>
                  </a:lnTo>
                  <a:lnTo>
                    <a:pt x="496052" y="1219417"/>
                  </a:lnTo>
                  <a:lnTo>
                    <a:pt x="496054" y="1219405"/>
                  </a:lnTo>
                  <a:lnTo>
                    <a:pt x="496058" y="1219377"/>
                  </a:lnTo>
                  <a:lnTo>
                    <a:pt x="496061" y="1219366"/>
                  </a:lnTo>
                  <a:lnTo>
                    <a:pt x="496063" y="1219354"/>
                  </a:lnTo>
                  <a:lnTo>
                    <a:pt x="496073" y="1219330"/>
                  </a:lnTo>
                  <a:lnTo>
                    <a:pt x="496081" y="1219312"/>
                  </a:lnTo>
                  <a:lnTo>
                    <a:pt x="496101" y="1219259"/>
                  </a:lnTo>
                  <a:lnTo>
                    <a:pt x="496114" y="1219223"/>
                  </a:lnTo>
                  <a:lnTo>
                    <a:pt x="496119" y="1219207"/>
                  </a:lnTo>
                  <a:lnTo>
                    <a:pt x="496121" y="1219196"/>
                  </a:lnTo>
                  <a:lnTo>
                    <a:pt x="496124" y="1219175"/>
                  </a:lnTo>
                  <a:lnTo>
                    <a:pt x="496128" y="1219149"/>
                  </a:lnTo>
                  <a:lnTo>
                    <a:pt x="496128" y="1219123"/>
                  </a:lnTo>
                  <a:lnTo>
                    <a:pt x="496127" y="1219112"/>
                  </a:lnTo>
                  <a:lnTo>
                    <a:pt x="496125" y="1219100"/>
                  </a:lnTo>
                  <a:lnTo>
                    <a:pt x="496116" y="1219076"/>
                  </a:lnTo>
                  <a:lnTo>
                    <a:pt x="496103" y="1219047"/>
                  </a:lnTo>
                  <a:lnTo>
                    <a:pt x="496090" y="1219017"/>
                  </a:lnTo>
                  <a:lnTo>
                    <a:pt x="496081" y="1218994"/>
                  </a:lnTo>
                  <a:lnTo>
                    <a:pt x="496063" y="1218957"/>
                  </a:lnTo>
                  <a:lnTo>
                    <a:pt x="496056" y="1218943"/>
                  </a:lnTo>
                  <a:lnTo>
                    <a:pt x="496052" y="1218929"/>
                  </a:lnTo>
                  <a:lnTo>
                    <a:pt x="496048" y="1218911"/>
                  </a:lnTo>
                  <a:lnTo>
                    <a:pt x="496044" y="1218887"/>
                  </a:lnTo>
                  <a:lnTo>
                    <a:pt x="496036" y="1218853"/>
                  </a:lnTo>
                  <a:lnTo>
                    <a:pt x="496034" y="1218832"/>
                  </a:lnTo>
                  <a:lnTo>
                    <a:pt x="496035" y="1218810"/>
                  </a:lnTo>
                  <a:lnTo>
                    <a:pt x="496041" y="1218782"/>
                  </a:lnTo>
                  <a:lnTo>
                    <a:pt x="496039" y="1218774"/>
                  </a:lnTo>
                  <a:lnTo>
                    <a:pt x="496037" y="1218769"/>
                  </a:lnTo>
                  <a:lnTo>
                    <a:pt x="496032" y="1218758"/>
                  </a:lnTo>
                  <a:lnTo>
                    <a:pt x="496018" y="1218728"/>
                  </a:lnTo>
                  <a:lnTo>
                    <a:pt x="496010" y="1218710"/>
                  </a:lnTo>
                  <a:lnTo>
                    <a:pt x="495998" y="1218684"/>
                  </a:lnTo>
                  <a:lnTo>
                    <a:pt x="495994" y="1218676"/>
                  </a:lnTo>
                  <a:lnTo>
                    <a:pt x="495972" y="1218623"/>
                  </a:lnTo>
                  <a:lnTo>
                    <a:pt x="495968" y="1218613"/>
                  </a:lnTo>
                  <a:lnTo>
                    <a:pt x="495965" y="1218605"/>
                  </a:lnTo>
                  <a:lnTo>
                    <a:pt x="495957" y="1218585"/>
                  </a:lnTo>
                  <a:lnTo>
                    <a:pt x="495952" y="1218569"/>
                  </a:lnTo>
                  <a:lnTo>
                    <a:pt x="495945" y="1218544"/>
                  </a:lnTo>
                  <a:lnTo>
                    <a:pt x="495943" y="1218524"/>
                  </a:lnTo>
                  <a:lnTo>
                    <a:pt x="495944" y="1218511"/>
                  </a:lnTo>
                  <a:lnTo>
                    <a:pt x="495944" y="1218496"/>
                  </a:lnTo>
                  <a:lnTo>
                    <a:pt x="495949" y="1218463"/>
                  </a:lnTo>
                  <a:lnTo>
                    <a:pt x="495950" y="1218443"/>
                  </a:lnTo>
                  <a:lnTo>
                    <a:pt x="495949" y="1218428"/>
                  </a:lnTo>
                  <a:lnTo>
                    <a:pt x="495947" y="1218419"/>
                  </a:lnTo>
                  <a:lnTo>
                    <a:pt x="495942" y="1218403"/>
                  </a:lnTo>
                  <a:lnTo>
                    <a:pt x="495934" y="1218384"/>
                  </a:lnTo>
                  <a:lnTo>
                    <a:pt x="495930" y="1218368"/>
                  </a:lnTo>
                  <a:lnTo>
                    <a:pt x="495927" y="1218353"/>
                  </a:lnTo>
                  <a:lnTo>
                    <a:pt x="495926" y="1218346"/>
                  </a:lnTo>
                  <a:lnTo>
                    <a:pt x="495925" y="1218337"/>
                  </a:lnTo>
                  <a:lnTo>
                    <a:pt x="495924" y="1218322"/>
                  </a:lnTo>
                  <a:lnTo>
                    <a:pt x="495922" y="1218307"/>
                  </a:lnTo>
                  <a:lnTo>
                    <a:pt x="495918" y="1218296"/>
                  </a:lnTo>
                  <a:lnTo>
                    <a:pt x="495914" y="1218287"/>
                  </a:lnTo>
                  <a:lnTo>
                    <a:pt x="495909" y="1218278"/>
                  </a:lnTo>
                  <a:lnTo>
                    <a:pt x="495907" y="1218266"/>
                  </a:lnTo>
                  <a:lnTo>
                    <a:pt x="495909" y="1218250"/>
                  </a:lnTo>
                  <a:lnTo>
                    <a:pt x="495917" y="1218224"/>
                  </a:lnTo>
                  <a:lnTo>
                    <a:pt x="495924" y="1218205"/>
                  </a:lnTo>
                  <a:lnTo>
                    <a:pt x="495935" y="1218188"/>
                  </a:lnTo>
                  <a:lnTo>
                    <a:pt x="495942" y="1218171"/>
                  </a:lnTo>
                  <a:lnTo>
                    <a:pt x="495943" y="1218157"/>
                  </a:lnTo>
                  <a:lnTo>
                    <a:pt x="495943" y="1218147"/>
                  </a:lnTo>
                  <a:lnTo>
                    <a:pt x="495940" y="1218136"/>
                  </a:lnTo>
                  <a:lnTo>
                    <a:pt x="495930" y="1218117"/>
                  </a:lnTo>
                  <a:lnTo>
                    <a:pt x="495921" y="1218109"/>
                  </a:lnTo>
                  <a:lnTo>
                    <a:pt x="495918" y="1218105"/>
                  </a:lnTo>
                  <a:lnTo>
                    <a:pt x="495914" y="1218100"/>
                  </a:lnTo>
                  <a:lnTo>
                    <a:pt x="495912" y="1218092"/>
                  </a:lnTo>
                  <a:lnTo>
                    <a:pt x="495910" y="1218084"/>
                  </a:lnTo>
                  <a:lnTo>
                    <a:pt x="495908" y="1218072"/>
                  </a:lnTo>
                  <a:lnTo>
                    <a:pt x="495906" y="1218063"/>
                  </a:lnTo>
                  <a:lnTo>
                    <a:pt x="495907" y="1218054"/>
                  </a:lnTo>
                  <a:lnTo>
                    <a:pt x="495909" y="1218050"/>
                  </a:lnTo>
                  <a:lnTo>
                    <a:pt x="495913" y="1218046"/>
                  </a:lnTo>
                  <a:lnTo>
                    <a:pt x="495919" y="1218043"/>
                  </a:lnTo>
                  <a:lnTo>
                    <a:pt x="495928" y="1218040"/>
                  </a:lnTo>
                  <a:lnTo>
                    <a:pt x="495937" y="1218036"/>
                  </a:lnTo>
                  <a:lnTo>
                    <a:pt x="495939" y="1218013"/>
                  </a:lnTo>
                  <a:lnTo>
                    <a:pt x="495939" y="1217985"/>
                  </a:lnTo>
                  <a:lnTo>
                    <a:pt x="495943" y="1217937"/>
                  </a:lnTo>
                  <a:lnTo>
                    <a:pt x="495946" y="1217917"/>
                  </a:lnTo>
                  <a:lnTo>
                    <a:pt x="495951" y="1217903"/>
                  </a:lnTo>
                  <a:lnTo>
                    <a:pt x="495960" y="1217890"/>
                  </a:lnTo>
                  <a:lnTo>
                    <a:pt x="495972" y="1217880"/>
                  </a:lnTo>
                  <a:lnTo>
                    <a:pt x="495982" y="1217870"/>
                  </a:lnTo>
                  <a:lnTo>
                    <a:pt x="495986" y="1217860"/>
                  </a:lnTo>
                  <a:lnTo>
                    <a:pt x="495985" y="1217845"/>
                  </a:lnTo>
                  <a:lnTo>
                    <a:pt x="495984" y="1217823"/>
                  </a:lnTo>
                  <a:lnTo>
                    <a:pt x="495986" y="1217812"/>
                  </a:lnTo>
                  <a:lnTo>
                    <a:pt x="495994" y="1217798"/>
                  </a:lnTo>
                  <a:lnTo>
                    <a:pt x="495996" y="1217792"/>
                  </a:lnTo>
                  <a:lnTo>
                    <a:pt x="495993" y="1217786"/>
                  </a:lnTo>
                  <a:lnTo>
                    <a:pt x="495979" y="1217775"/>
                  </a:lnTo>
                  <a:lnTo>
                    <a:pt x="495955" y="1217756"/>
                  </a:lnTo>
                  <a:lnTo>
                    <a:pt x="495940" y="1217749"/>
                  </a:lnTo>
                  <a:lnTo>
                    <a:pt x="495931" y="1217745"/>
                  </a:lnTo>
                  <a:lnTo>
                    <a:pt x="495916" y="1217739"/>
                  </a:lnTo>
                  <a:lnTo>
                    <a:pt x="495893" y="1217731"/>
                  </a:lnTo>
                  <a:lnTo>
                    <a:pt x="495885" y="1217728"/>
                  </a:lnTo>
                  <a:lnTo>
                    <a:pt x="495876" y="1217724"/>
                  </a:lnTo>
                  <a:lnTo>
                    <a:pt x="495871" y="1217723"/>
                  </a:lnTo>
                  <a:lnTo>
                    <a:pt x="495862" y="1217720"/>
                  </a:lnTo>
                  <a:lnTo>
                    <a:pt x="495849" y="1217717"/>
                  </a:lnTo>
                  <a:lnTo>
                    <a:pt x="495831" y="1217713"/>
                  </a:lnTo>
                  <a:lnTo>
                    <a:pt x="495809" y="1217711"/>
                  </a:lnTo>
                  <a:lnTo>
                    <a:pt x="495793" y="1217708"/>
                  </a:lnTo>
                  <a:lnTo>
                    <a:pt x="495772" y="1217702"/>
                  </a:lnTo>
                  <a:lnTo>
                    <a:pt x="495740" y="1217690"/>
                  </a:lnTo>
                  <a:lnTo>
                    <a:pt x="495732" y="1217688"/>
                  </a:lnTo>
                  <a:lnTo>
                    <a:pt x="495703" y="1217678"/>
                  </a:lnTo>
                  <a:lnTo>
                    <a:pt x="495690" y="1217675"/>
                  </a:lnTo>
                  <a:lnTo>
                    <a:pt x="495686" y="1217674"/>
                  </a:lnTo>
                  <a:lnTo>
                    <a:pt x="495665" y="1217668"/>
                  </a:lnTo>
                  <a:lnTo>
                    <a:pt x="495659" y="1217666"/>
                  </a:lnTo>
                  <a:lnTo>
                    <a:pt x="495646" y="1217662"/>
                  </a:lnTo>
                  <a:lnTo>
                    <a:pt x="495625" y="1217659"/>
                  </a:lnTo>
                  <a:lnTo>
                    <a:pt x="495612" y="1217659"/>
                  </a:lnTo>
                  <a:lnTo>
                    <a:pt x="495605" y="1217658"/>
                  </a:lnTo>
                  <a:lnTo>
                    <a:pt x="495598" y="1217659"/>
                  </a:lnTo>
                  <a:lnTo>
                    <a:pt x="495591" y="1217660"/>
                  </a:lnTo>
                  <a:lnTo>
                    <a:pt x="495586" y="1217660"/>
                  </a:lnTo>
                  <a:lnTo>
                    <a:pt x="495582" y="1217657"/>
                  </a:lnTo>
                  <a:lnTo>
                    <a:pt x="495579" y="1217653"/>
                  </a:lnTo>
                  <a:lnTo>
                    <a:pt x="495575" y="1217649"/>
                  </a:lnTo>
                  <a:lnTo>
                    <a:pt x="495568" y="1217643"/>
                  </a:lnTo>
                  <a:lnTo>
                    <a:pt x="495562" y="1217638"/>
                  </a:lnTo>
                  <a:lnTo>
                    <a:pt x="495558" y="1217634"/>
                  </a:lnTo>
                  <a:lnTo>
                    <a:pt x="495552" y="1217628"/>
                  </a:lnTo>
                  <a:lnTo>
                    <a:pt x="495548" y="1217622"/>
                  </a:lnTo>
                  <a:lnTo>
                    <a:pt x="495543" y="1217616"/>
                  </a:lnTo>
                  <a:lnTo>
                    <a:pt x="495537" y="1217606"/>
                  </a:lnTo>
                  <a:lnTo>
                    <a:pt x="495533" y="1217600"/>
                  </a:lnTo>
                  <a:lnTo>
                    <a:pt x="495530" y="1217593"/>
                  </a:lnTo>
                  <a:lnTo>
                    <a:pt x="495528" y="1217586"/>
                  </a:lnTo>
                  <a:lnTo>
                    <a:pt x="495526" y="1217579"/>
                  </a:lnTo>
                  <a:lnTo>
                    <a:pt x="495523" y="1217571"/>
                  </a:lnTo>
                  <a:lnTo>
                    <a:pt x="495521" y="1217566"/>
                  </a:lnTo>
                  <a:lnTo>
                    <a:pt x="495518" y="1217562"/>
                  </a:lnTo>
                  <a:lnTo>
                    <a:pt x="495515" y="1217557"/>
                  </a:lnTo>
                  <a:lnTo>
                    <a:pt x="495511" y="1217553"/>
                  </a:lnTo>
                  <a:lnTo>
                    <a:pt x="495505" y="1217549"/>
                  </a:lnTo>
                  <a:lnTo>
                    <a:pt x="495499" y="1217545"/>
                  </a:lnTo>
                  <a:lnTo>
                    <a:pt x="495491" y="1217541"/>
                  </a:lnTo>
                  <a:lnTo>
                    <a:pt x="495486" y="1217539"/>
                  </a:lnTo>
                  <a:lnTo>
                    <a:pt x="495482" y="1217537"/>
                  </a:lnTo>
                  <a:lnTo>
                    <a:pt x="495477" y="1217535"/>
                  </a:lnTo>
                  <a:lnTo>
                    <a:pt x="495473" y="1217533"/>
                  </a:lnTo>
                  <a:lnTo>
                    <a:pt x="495467" y="1217529"/>
                  </a:lnTo>
                  <a:lnTo>
                    <a:pt x="495462" y="1217526"/>
                  </a:lnTo>
                  <a:lnTo>
                    <a:pt x="495457" y="1217522"/>
                  </a:lnTo>
                  <a:lnTo>
                    <a:pt x="495452" y="1217518"/>
                  </a:lnTo>
                  <a:lnTo>
                    <a:pt x="495448" y="1217515"/>
                  </a:lnTo>
                  <a:lnTo>
                    <a:pt x="495442" y="1217510"/>
                  </a:lnTo>
                  <a:lnTo>
                    <a:pt x="495435" y="1217503"/>
                  </a:lnTo>
                  <a:lnTo>
                    <a:pt x="495431" y="1217496"/>
                  </a:lnTo>
                  <a:lnTo>
                    <a:pt x="495430" y="1217492"/>
                  </a:lnTo>
                  <a:lnTo>
                    <a:pt x="495428" y="1217485"/>
                  </a:lnTo>
                  <a:lnTo>
                    <a:pt x="495428" y="1217474"/>
                  </a:lnTo>
                  <a:lnTo>
                    <a:pt x="495429" y="1217466"/>
                  </a:lnTo>
                  <a:lnTo>
                    <a:pt x="495430" y="1217459"/>
                  </a:lnTo>
                  <a:lnTo>
                    <a:pt x="495431" y="1217453"/>
                  </a:lnTo>
                  <a:lnTo>
                    <a:pt x="495431" y="1217445"/>
                  </a:lnTo>
                  <a:lnTo>
                    <a:pt x="495430" y="1217440"/>
                  </a:lnTo>
                  <a:lnTo>
                    <a:pt x="495424" y="1217426"/>
                  </a:lnTo>
                  <a:lnTo>
                    <a:pt x="495407" y="1217391"/>
                  </a:lnTo>
                  <a:lnTo>
                    <a:pt x="495395" y="1217359"/>
                  </a:lnTo>
                  <a:lnTo>
                    <a:pt x="495384" y="1217328"/>
                  </a:lnTo>
                  <a:lnTo>
                    <a:pt x="495374" y="1217314"/>
                  </a:lnTo>
                  <a:lnTo>
                    <a:pt x="495366" y="1217307"/>
                  </a:lnTo>
                  <a:lnTo>
                    <a:pt x="495357" y="1217299"/>
                  </a:lnTo>
                  <a:lnTo>
                    <a:pt x="495351" y="1217295"/>
                  </a:lnTo>
                  <a:lnTo>
                    <a:pt x="495344" y="1217290"/>
                  </a:lnTo>
                  <a:lnTo>
                    <a:pt x="495341" y="1217286"/>
                  </a:lnTo>
                  <a:lnTo>
                    <a:pt x="495335" y="1217280"/>
                  </a:lnTo>
                  <a:lnTo>
                    <a:pt x="495333" y="1217272"/>
                  </a:lnTo>
                  <a:lnTo>
                    <a:pt x="495336" y="1217258"/>
                  </a:lnTo>
                  <a:lnTo>
                    <a:pt x="495340" y="1217242"/>
                  </a:lnTo>
                  <a:lnTo>
                    <a:pt x="495343" y="1217231"/>
                  </a:lnTo>
                  <a:lnTo>
                    <a:pt x="495348" y="1217219"/>
                  </a:lnTo>
                  <a:lnTo>
                    <a:pt x="495353" y="1217209"/>
                  </a:lnTo>
                  <a:lnTo>
                    <a:pt x="495358" y="1217200"/>
                  </a:lnTo>
                  <a:lnTo>
                    <a:pt x="495358" y="1217194"/>
                  </a:lnTo>
                  <a:lnTo>
                    <a:pt x="495358" y="1217179"/>
                  </a:lnTo>
                  <a:lnTo>
                    <a:pt x="495356" y="1217140"/>
                  </a:lnTo>
                  <a:lnTo>
                    <a:pt x="495354" y="1217099"/>
                  </a:lnTo>
                  <a:lnTo>
                    <a:pt x="495355" y="1217089"/>
                  </a:lnTo>
                  <a:lnTo>
                    <a:pt x="495357" y="1217084"/>
                  </a:lnTo>
                  <a:lnTo>
                    <a:pt x="495363" y="1217080"/>
                  </a:lnTo>
                  <a:lnTo>
                    <a:pt x="495367" y="1217077"/>
                  </a:lnTo>
                  <a:lnTo>
                    <a:pt x="495395" y="1217058"/>
                  </a:lnTo>
                  <a:lnTo>
                    <a:pt x="495418" y="1217041"/>
                  </a:lnTo>
                  <a:lnTo>
                    <a:pt x="495430" y="1217030"/>
                  </a:lnTo>
                  <a:lnTo>
                    <a:pt x="495443" y="1217013"/>
                  </a:lnTo>
                  <a:lnTo>
                    <a:pt x="495451" y="1217002"/>
                  </a:lnTo>
                  <a:lnTo>
                    <a:pt x="495456" y="1216999"/>
                  </a:lnTo>
                  <a:lnTo>
                    <a:pt x="495467" y="1216996"/>
                  </a:lnTo>
                  <a:lnTo>
                    <a:pt x="495483" y="1216996"/>
                  </a:lnTo>
                  <a:lnTo>
                    <a:pt x="495501" y="1216995"/>
                  </a:lnTo>
                  <a:lnTo>
                    <a:pt x="495507" y="1216993"/>
                  </a:lnTo>
                  <a:lnTo>
                    <a:pt x="495513" y="1216991"/>
                  </a:lnTo>
                  <a:lnTo>
                    <a:pt x="495518" y="1216989"/>
                  </a:lnTo>
                  <a:lnTo>
                    <a:pt x="495523" y="1216987"/>
                  </a:lnTo>
                  <a:lnTo>
                    <a:pt x="495541" y="1216974"/>
                  </a:lnTo>
                  <a:lnTo>
                    <a:pt x="495550" y="1216961"/>
                  </a:lnTo>
                  <a:lnTo>
                    <a:pt x="495558" y="1216943"/>
                  </a:lnTo>
                  <a:lnTo>
                    <a:pt x="495562" y="1216930"/>
                  </a:lnTo>
                  <a:lnTo>
                    <a:pt x="495567" y="1216912"/>
                  </a:lnTo>
                  <a:lnTo>
                    <a:pt x="495574" y="1216897"/>
                  </a:lnTo>
                  <a:lnTo>
                    <a:pt x="495577" y="1216890"/>
                  </a:lnTo>
                  <a:lnTo>
                    <a:pt x="495580" y="1216886"/>
                  </a:lnTo>
                  <a:lnTo>
                    <a:pt x="495586" y="1216877"/>
                  </a:lnTo>
                  <a:lnTo>
                    <a:pt x="495598" y="1216865"/>
                  </a:lnTo>
                  <a:lnTo>
                    <a:pt x="495617" y="1216849"/>
                  </a:lnTo>
                  <a:lnTo>
                    <a:pt x="495627" y="1216834"/>
                  </a:lnTo>
                  <a:lnTo>
                    <a:pt x="495641" y="1216812"/>
                  </a:lnTo>
                  <a:lnTo>
                    <a:pt x="495643" y="1216803"/>
                  </a:lnTo>
                  <a:lnTo>
                    <a:pt x="495652" y="1216785"/>
                  </a:lnTo>
                  <a:lnTo>
                    <a:pt x="495657" y="1216774"/>
                  </a:lnTo>
                  <a:lnTo>
                    <a:pt x="495667" y="1216754"/>
                  </a:lnTo>
                  <a:lnTo>
                    <a:pt x="495674" y="1216744"/>
                  </a:lnTo>
                  <a:lnTo>
                    <a:pt x="495680" y="1216736"/>
                  </a:lnTo>
                  <a:lnTo>
                    <a:pt x="495699" y="1216711"/>
                  </a:lnTo>
                  <a:lnTo>
                    <a:pt x="495702" y="1216707"/>
                  </a:lnTo>
                  <a:lnTo>
                    <a:pt x="495714" y="1216686"/>
                  </a:lnTo>
                  <a:lnTo>
                    <a:pt x="495724" y="1216671"/>
                  </a:lnTo>
                  <a:lnTo>
                    <a:pt x="495739" y="1216652"/>
                  </a:lnTo>
                  <a:lnTo>
                    <a:pt x="495757" y="1216630"/>
                  </a:lnTo>
                  <a:lnTo>
                    <a:pt x="495768" y="1216614"/>
                  </a:lnTo>
                  <a:lnTo>
                    <a:pt x="495778" y="1216596"/>
                  </a:lnTo>
                  <a:lnTo>
                    <a:pt x="495791" y="1216574"/>
                  </a:lnTo>
                  <a:lnTo>
                    <a:pt x="495802" y="1216558"/>
                  </a:lnTo>
                  <a:lnTo>
                    <a:pt x="495808" y="1216541"/>
                  </a:lnTo>
                  <a:lnTo>
                    <a:pt x="495811" y="1216529"/>
                  </a:lnTo>
                  <a:lnTo>
                    <a:pt x="495815" y="1216502"/>
                  </a:lnTo>
                  <a:lnTo>
                    <a:pt x="495819" y="1216487"/>
                  </a:lnTo>
                  <a:lnTo>
                    <a:pt x="495824" y="1216478"/>
                  </a:lnTo>
                  <a:lnTo>
                    <a:pt x="495829" y="1216469"/>
                  </a:lnTo>
                  <a:lnTo>
                    <a:pt x="495844" y="1216453"/>
                  </a:lnTo>
                  <a:lnTo>
                    <a:pt x="495859" y="1216441"/>
                  </a:lnTo>
                  <a:lnTo>
                    <a:pt x="495874" y="1216430"/>
                  </a:lnTo>
                  <a:lnTo>
                    <a:pt x="495889" y="1216420"/>
                  </a:lnTo>
                  <a:lnTo>
                    <a:pt x="495908" y="1216410"/>
                  </a:lnTo>
                  <a:lnTo>
                    <a:pt x="495925" y="1216401"/>
                  </a:lnTo>
                  <a:lnTo>
                    <a:pt x="495923" y="1216391"/>
                  </a:lnTo>
                  <a:lnTo>
                    <a:pt x="495922" y="1216383"/>
                  </a:lnTo>
                  <a:lnTo>
                    <a:pt x="495921" y="1216374"/>
                  </a:lnTo>
                  <a:lnTo>
                    <a:pt x="495920" y="1216365"/>
                  </a:lnTo>
                  <a:lnTo>
                    <a:pt x="495919" y="1216356"/>
                  </a:lnTo>
                  <a:lnTo>
                    <a:pt x="495917" y="1216347"/>
                  </a:lnTo>
                  <a:lnTo>
                    <a:pt x="495917" y="1216340"/>
                  </a:lnTo>
                  <a:lnTo>
                    <a:pt x="495916" y="1216333"/>
                  </a:lnTo>
                  <a:lnTo>
                    <a:pt x="495914" y="1216324"/>
                  </a:lnTo>
                  <a:lnTo>
                    <a:pt x="495913" y="1216316"/>
                  </a:lnTo>
                  <a:lnTo>
                    <a:pt x="495911" y="1216306"/>
                  </a:lnTo>
                  <a:lnTo>
                    <a:pt x="495910" y="1216297"/>
                  </a:lnTo>
                  <a:lnTo>
                    <a:pt x="495909" y="1216284"/>
                  </a:lnTo>
                  <a:lnTo>
                    <a:pt x="495908" y="1216275"/>
                  </a:lnTo>
                  <a:lnTo>
                    <a:pt x="495908" y="1216270"/>
                  </a:lnTo>
                  <a:lnTo>
                    <a:pt x="495908" y="1216263"/>
                  </a:lnTo>
                  <a:lnTo>
                    <a:pt x="495908" y="1216256"/>
                  </a:lnTo>
                  <a:lnTo>
                    <a:pt x="495909" y="1216249"/>
                  </a:lnTo>
                  <a:lnTo>
                    <a:pt x="495909" y="1216244"/>
                  </a:lnTo>
                  <a:lnTo>
                    <a:pt x="495908" y="1216234"/>
                  </a:lnTo>
                  <a:lnTo>
                    <a:pt x="495907" y="1216226"/>
                  </a:lnTo>
                  <a:lnTo>
                    <a:pt x="495908" y="1216219"/>
                  </a:lnTo>
                  <a:lnTo>
                    <a:pt x="495908" y="1216214"/>
                  </a:lnTo>
                  <a:lnTo>
                    <a:pt x="495908" y="1216206"/>
                  </a:lnTo>
                  <a:lnTo>
                    <a:pt x="495907" y="1216200"/>
                  </a:lnTo>
                  <a:lnTo>
                    <a:pt x="495907" y="1216193"/>
                  </a:lnTo>
                  <a:lnTo>
                    <a:pt x="495906" y="1216181"/>
                  </a:lnTo>
                  <a:lnTo>
                    <a:pt x="495905" y="1216174"/>
                  </a:lnTo>
                  <a:lnTo>
                    <a:pt x="495904" y="1216166"/>
                  </a:lnTo>
                  <a:lnTo>
                    <a:pt x="495904" y="1216159"/>
                  </a:lnTo>
                  <a:lnTo>
                    <a:pt x="495902" y="1216152"/>
                  </a:lnTo>
                  <a:lnTo>
                    <a:pt x="495900" y="1216144"/>
                  </a:lnTo>
                  <a:lnTo>
                    <a:pt x="495895" y="1216133"/>
                  </a:lnTo>
                  <a:lnTo>
                    <a:pt x="495893" y="1216123"/>
                  </a:lnTo>
                  <a:lnTo>
                    <a:pt x="495892" y="1216115"/>
                  </a:lnTo>
                  <a:lnTo>
                    <a:pt x="495898" y="1216105"/>
                  </a:lnTo>
                  <a:lnTo>
                    <a:pt x="495904" y="1216094"/>
                  </a:lnTo>
                  <a:lnTo>
                    <a:pt x="495911" y="1216084"/>
                  </a:lnTo>
                  <a:lnTo>
                    <a:pt x="495916" y="1216068"/>
                  </a:lnTo>
                  <a:lnTo>
                    <a:pt x="495919" y="1216057"/>
                  </a:lnTo>
                  <a:lnTo>
                    <a:pt x="495921" y="1216053"/>
                  </a:lnTo>
                  <a:lnTo>
                    <a:pt x="495925" y="1216046"/>
                  </a:lnTo>
                  <a:lnTo>
                    <a:pt x="495933" y="1216036"/>
                  </a:lnTo>
                  <a:lnTo>
                    <a:pt x="495936" y="1216022"/>
                  </a:lnTo>
                  <a:lnTo>
                    <a:pt x="495937" y="1216017"/>
                  </a:lnTo>
                  <a:lnTo>
                    <a:pt x="495937" y="1216007"/>
                  </a:lnTo>
                  <a:lnTo>
                    <a:pt x="495937" y="1215991"/>
                  </a:lnTo>
                  <a:lnTo>
                    <a:pt x="495942" y="1215982"/>
                  </a:lnTo>
                  <a:lnTo>
                    <a:pt x="495945" y="1215979"/>
                  </a:lnTo>
                  <a:lnTo>
                    <a:pt x="495956" y="1215977"/>
                  </a:lnTo>
                  <a:lnTo>
                    <a:pt x="495973" y="1215977"/>
                  </a:lnTo>
                  <a:lnTo>
                    <a:pt x="495984" y="1215976"/>
                  </a:lnTo>
                  <a:lnTo>
                    <a:pt x="496010" y="1215970"/>
                  </a:lnTo>
                  <a:lnTo>
                    <a:pt x="496034" y="1215962"/>
                  </a:lnTo>
                  <a:lnTo>
                    <a:pt x="496075" y="1215948"/>
                  </a:lnTo>
                  <a:lnTo>
                    <a:pt x="496091" y="1215940"/>
                  </a:lnTo>
                  <a:lnTo>
                    <a:pt x="496105" y="1215932"/>
                  </a:lnTo>
                  <a:lnTo>
                    <a:pt x="496115" y="1215922"/>
                  </a:lnTo>
                  <a:lnTo>
                    <a:pt x="496119" y="1215914"/>
                  </a:lnTo>
                  <a:lnTo>
                    <a:pt x="496120" y="1215908"/>
                  </a:lnTo>
                  <a:lnTo>
                    <a:pt x="496122" y="1215902"/>
                  </a:lnTo>
                  <a:lnTo>
                    <a:pt x="496124" y="1215858"/>
                  </a:lnTo>
                  <a:lnTo>
                    <a:pt x="496127" y="1215827"/>
                  </a:lnTo>
                  <a:lnTo>
                    <a:pt x="496129" y="1215809"/>
                  </a:lnTo>
                  <a:lnTo>
                    <a:pt x="496134" y="1215779"/>
                  </a:lnTo>
                  <a:lnTo>
                    <a:pt x="496138" y="1215753"/>
                  </a:lnTo>
                  <a:lnTo>
                    <a:pt x="496143" y="1215732"/>
                  </a:lnTo>
                  <a:lnTo>
                    <a:pt x="496148" y="1215723"/>
                  </a:lnTo>
                  <a:lnTo>
                    <a:pt x="496156" y="1215719"/>
                  </a:lnTo>
                  <a:lnTo>
                    <a:pt x="496169" y="1215715"/>
                  </a:lnTo>
                  <a:lnTo>
                    <a:pt x="496201" y="1215708"/>
                  </a:lnTo>
                  <a:lnTo>
                    <a:pt x="496228" y="1215697"/>
                  </a:lnTo>
                  <a:lnTo>
                    <a:pt x="496251" y="1215688"/>
                  </a:lnTo>
                  <a:lnTo>
                    <a:pt x="496275" y="1215681"/>
                  </a:lnTo>
                  <a:lnTo>
                    <a:pt x="496288" y="1215678"/>
                  </a:lnTo>
                  <a:lnTo>
                    <a:pt x="496305" y="1215677"/>
                  </a:lnTo>
                  <a:lnTo>
                    <a:pt x="496327" y="1215674"/>
                  </a:lnTo>
                  <a:lnTo>
                    <a:pt x="496341" y="1215670"/>
                  </a:lnTo>
                  <a:lnTo>
                    <a:pt x="496352" y="1215665"/>
                  </a:lnTo>
                  <a:lnTo>
                    <a:pt x="496361" y="1215657"/>
                  </a:lnTo>
                  <a:lnTo>
                    <a:pt x="496367" y="1215646"/>
                  </a:lnTo>
                  <a:lnTo>
                    <a:pt x="496373" y="1215628"/>
                  </a:lnTo>
                  <a:lnTo>
                    <a:pt x="496379" y="1215620"/>
                  </a:lnTo>
                  <a:lnTo>
                    <a:pt x="496391" y="1215614"/>
                  </a:lnTo>
                  <a:lnTo>
                    <a:pt x="496408" y="1215611"/>
                  </a:lnTo>
                  <a:lnTo>
                    <a:pt x="496443" y="1215607"/>
                  </a:lnTo>
                  <a:lnTo>
                    <a:pt x="496464" y="1215606"/>
                  </a:lnTo>
                  <a:lnTo>
                    <a:pt x="496495" y="1215609"/>
                  </a:lnTo>
                  <a:lnTo>
                    <a:pt x="496529" y="1215613"/>
                  </a:lnTo>
                  <a:lnTo>
                    <a:pt x="496555" y="1215614"/>
                  </a:lnTo>
                  <a:lnTo>
                    <a:pt x="496587" y="1215618"/>
                  </a:lnTo>
                  <a:lnTo>
                    <a:pt x="496597" y="1215621"/>
                  </a:lnTo>
                  <a:lnTo>
                    <a:pt x="496606" y="1215627"/>
                  </a:lnTo>
                  <a:lnTo>
                    <a:pt x="496611" y="1215634"/>
                  </a:lnTo>
                  <a:lnTo>
                    <a:pt x="496614" y="1215638"/>
                  </a:lnTo>
                  <a:lnTo>
                    <a:pt x="496621" y="1215655"/>
                  </a:lnTo>
                  <a:lnTo>
                    <a:pt x="496636" y="1215678"/>
                  </a:lnTo>
                  <a:lnTo>
                    <a:pt x="496650" y="1215689"/>
                  </a:lnTo>
                  <a:lnTo>
                    <a:pt x="496659" y="1215692"/>
                  </a:lnTo>
                  <a:lnTo>
                    <a:pt x="496673" y="1215692"/>
                  </a:lnTo>
                  <a:lnTo>
                    <a:pt x="496708" y="1215695"/>
                  </a:lnTo>
                  <a:lnTo>
                    <a:pt x="496722" y="1215698"/>
                  </a:lnTo>
                  <a:lnTo>
                    <a:pt x="496740" y="1215706"/>
                  </a:lnTo>
                  <a:lnTo>
                    <a:pt x="496760" y="1215717"/>
                  </a:lnTo>
                  <a:lnTo>
                    <a:pt x="496775" y="1215724"/>
                  </a:lnTo>
                  <a:lnTo>
                    <a:pt x="496789" y="1215729"/>
                  </a:lnTo>
                  <a:lnTo>
                    <a:pt x="496804" y="1215728"/>
                  </a:lnTo>
                  <a:lnTo>
                    <a:pt x="496831" y="1215728"/>
                  </a:lnTo>
                  <a:lnTo>
                    <a:pt x="496865" y="1215722"/>
                  </a:lnTo>
                  <a:lnTo>
                    <a:pt x="496876" y="1215720"/>
                  </a:lnTo>
                  <a:lnTo>
                    <a:pt x="496892" y="1215719"/>
                  </a:lnTo>
                  <a:lnTo>
                    <a:pt x="496904" y="1215719"/>
                  </a:lnTo>
                  <a:lnTo>
                    <a:pt x="496915" y="1215718"/>
                  </a:lnTo>
                  <a:lnTo>
                    <a:pt x="496935" y="1215716"/>
                  </a:lnTo>
                  <a:lnTo>
                    <a:pt x="496957" y="1215714"/>
                  </a:lnTo>
                  <a:lnTo>
                    <a:pt x="496972" y="1215712"/>
                  </a:lnTo>
                  <a:lnTo>
                    <a:pt x="496990" y="1215710"/>
                  </a:lnTo>
                  <a:lnTo>
                    <a:pt x="497003" y="1215707"/>
                  </a:lnTo>
                  <a:lnTo>
                    <a:pt x="497016" y="1215704"/>
                  </a:lnTo>
                  <a:lnTo>
                    <a:pt x="497026" y="1215700"/>
                  </a:lnTo>
                  <a:lnTo>
                    <a:pt x="497031" y="1215697"/>
                  </a:lnTo>
                  <a:lnTo>
                    <a:pt x="497040" y="1215691"/>
                  </a:lnTo>
                  <a:lnTo>
                    <a:pt x="497046" y="1215687"/>
                  </a:lnTo>
                  <a:lnTo>
                    <a:pt x="497050" y="1215685"/>
                  </a:lnTo>
                  <a:lnTo>
                    <a:pt x="497063" y="1215680"/>
                  </a:lnTo>
                  <a:lnTo>
                    <a:pt x="497076" y="1215680"/>
                  </a:lnTo>
                  <a:lnTo>
                    <a:pt x="497090" y="1215681"/>
                  </a:lnTo>
                  <a:lnTo>
                    <a:pt x="497107" y="1215685"/>
                  </a:lnTo>
                  <a:lnTo>
                    <a:pt x="497130" y="1215696"/>
                  </a:lnTo>
                  <a:lnTo>
                    <a:pt x="497139" y="1215699"/>
                  </a:lnTo>
                  <a:lnTo>
                    <a:pt x="497151" y="1215702"/>
                  </a:lnTo>
                  <a:lnTo>
                    <a:pt x="497161" y="1215705"/>
                  </a:lnTo>
                  <a:lnTo>
                    <a:pt x="497169" y="1215708"/>
                  </a:lnTo>
                  <a:lnTo>
                    <a:pt x="497178" y="1215713"/>
                  </a:lnTo>
                  <a:lnTo>
                    <a:pt x="497185" y="1215718"/>
                  </a:lnTo>
                  <a:lnTo>
                    <a:pt x="497193" y="1215725"/>
                  </a:lnTo>
                  <a:lnTo>
                    <a:pt x="497200" y="1215730"/>
                  </a:lnTo>
                  <a:lnTo>
                    <a:pt x="497206" y="1215733"/>
                  </a:lnTo>
                  <a:lnTo>
                    <a:pt x="497214" y="1215736"/>
                  </a:lnTo>
                  <a:lnTo>
                    <a:pt x="497221" y="1215738"/>
                  </a:lnTo>
                  <a:lnTo>
                    <a:pt x="497228" y="1215740"/>
                  </a:lnTo>
                  <a:lnTo>
                    <a:pt x="497237" y="1215741"/>
                  </a:lnTo>
                  <a:lnTo>
                    <a:pt x="497243" y="1215739"/>
                  </a:lnTo>
                  <a:lnTo>
                    <a:pt x="497254" y="1215737"/>
                  </a:lnTo>
                  <a:lnTo>
                    <a:pt x="497270" y="1215734"/>
                  </a:lnTo>
                  <a:lnTo>
                    <a:pt x="497278" y="1215734"/>
                  </a:lnTo>
                  <a:lnTo>
                    <a:pt x="497290" y="1215734"/>
                  </a:lnTo>
                  <a:lnTo>
                    <a:pt x="497299" y="1215734"/>
                  </a:lnTo>
                  <a:lnTo>
                    <a:pt x="497306" y="1215732"/>
                  </a:lnTo>
                  <a:lnTo>
                    <a:pt x="497316" y="1215730"/>
                  </a:lnTo>
                  <a:lnTo>
                    <a:pt x="497323" y="1215727"/>
                  </a:lnTo>
                  <a:lnTo>
                    <a:pt x="497332" y="1215724"/>
                  </a:lnTo>
                  <a:lnTo>
                    <a:pt x="497337" y="1215721"/>
                  </a:lnTo>
                  <a:lnTo>
                    <a:pt x="497344" y="1215714"/>
                  </a:lnTo>
                  <a:lnTo>
                    <a:pt x="497352" y="1215707"/>
                  </a:lnTo>
                  <a:lnTo>
                    <a:pt x="497361" y="1215700"/>
                  </a:lnTo>
                  <a:lnTo>
                    <a:pt x="497367" y="1215696"/>
                  </a:lnTo>
                  <a:lnTo>
                    <a:pt x="497383" y="1215682"/>
                  </a:lnTo>
                  <a:lnTo>
                    <a:pt x="497395" y="1215673"/>
                  </a:lnTo>
                  <a:lnTo>
                    <a:pt x="497416" y="1215660"/>
                  </a:lnTo>
                  <a:lnTo>
                    <a:pt x="497444" y="1215637"/>
                  </a:lnTo>
                  <a:lnTo>
                    <a:pt x="497458" y="1215623"/>
                  </a:lnTo>
                  <a:lnTo>
                    <a:pt x="497476" y="1215601"/>
                  </a:lnTo>
                  <a:lnTo>
                    <a:pt x="497497" y="1215577"/>
                  </a:lnTo>
                  <a:lnTo>
                    <a:pt x="497508" y="1215569"/>
                  </a:lnTo>
                  <a:lnTo>
                    <a:pt x="497560" y="1215549"/>
                  </a:lnTo>
                  <a:lnTo>
                    <a:pt x="497589" y="1215536"/>
                  </a:lnTo>
                  <a:lnTo>
                    <a:pt x="497625" y="1215521"/>
                  </a:lnTo>
                  <a:lnTo>
                    <a:pt x="497636" y="1215514"/>
                  </a:lnTo>
                  <a:lnTo>
                    <a:pt x="497642" y="1215507"/>
                  </a:lnTo>
                  <a:lnTo>
                    <a:pt x="497650" y="1215494"/>
                  </a:lnTo>
                  <a:lnTo>
                    <a:pt x="497662" y="1215463"/>
                  </a:lnTo>
                  <a:lnTo>
                    <a:pt x="497672" y="1215444"/>
                  </a:lnTo>
                  <a:lnTo>
                    <a:pt x="497680" y="1215425"/>
                  </a:lnTo>
                  <a:lnTo>
                    <a:pt x="497685" y="1215409"/>
                  </a:lnTo>
                  <a:lnTo>
                    <a:pt x="497696" y="1215371"/>
                  </a:lnTo>
                  <a:lnTo>
                    <a:pt x="497704" y="1215346"/>
                  </a:lnTo>
                  <a:lnTo>
                    <a:pt x="497713" y="1215325"/>
                  </a:lnTo>
                  <a:lnTo>
                    <a:pt x="497734" y="1215285"/>
                  </a:lnTo>
                  <a:lnTo>
                    <a:pt x="497749" y="1215255"/>
                  </a:lnTo>
                  <a:lnTo>
                    <a:pt x="497766" y="1215224"/>
                  </a:lnTo>
                  <a:lnTo>
                    <a:pt x="497779" y="1215196"/>
                  </a:lnTo>
                  <a:lnTo>
                    <a:pt x="497797" y="1215167"/>
                  </a:lnTo>
                  <a:lnTo>
                    <a:pt x="497807" y="1215153"/>
                  </a:lnTo>
                  <a:lnTo>
                    <a:pt x="497818" y="1215142"/>
                  </a:lnTo>
                  <a:lnTo>
                    <a:pt x="497824" y="1215135"/>
                  </a:lnTo>
                  <a:lnTo>
                    <a:pt x="497825" y="1215130"/>
                  </a:lnTo>
                  <a:lnTo>
                    <a:pt x="497825" y="1215122"/>
                  </a:lnTo>
                  <a:lnTo>
                    <a:pt x="497811" y="1215092"/>
                  </a:lnTo>
                  <a:lnTo>
                    <a:pt x="497798" y="1215067"/>
                  </a:lnTo>
                  <a:lnTo>
                    <a:pt x="497784" y="1215045"/>
                  </a:lnTo>
                  <a:lnTo>
                    <a:pt x="497770" y="1215022"/>
                  </a:lnTo>
                  <a:lnTo>
                    <a:pt x="497764" y="1215009"/>
                  </a:lnTo>
                  <a:lnTo>
                    <a:pt x="497761" y="1214997"/>
                  </a:lnTo>
                  <a:lnTo>
                    <a:pt x="497759" y="1214985"/>
                  </a:lnTo>
                  <a:lnTo>
                    <a:pt x="497762" y="1214973"/>
                  </a:lnTo>
                  <a:lnTo>
                    <a:pt x="497768" y="1214959"/>
                  </a:lnTo>
                  <a:lnTo>
                    <a:pt x="497782" y="1214932"/>
                  </a:lnTo>
                  <a:lnTo>
                    <a:pt x="497792" y="1214912"/>
                  </a:lnTo>
                  <a:lnTo>
                    <a:pt x="497802" y="1214881"/>
                  </a:lnTo>
                  <a:lnTo>
                    <a:pt x="497806" y="1214861"/>
                  </a:lnTo>
                  <a:lnTo>
                    <a:pt x="497808" y="1214843"/>
                  </a:lnTo>
                  <a:lnTo>
                    <a:pt x="497807" y="1214824"/>
                  </a:lnTo>
                  <a:lnTo>
                    <a:pt x="497802" y="1214796"/>
                  </a:lnTo>
                  <a:lnTo>
                    <a:pt x="497798" y="1214774"/>
                  </a:lnTo>
                  <a:lnTo>
                    <a:pt x="497791" y="1214734"/>
                  </a:lnTo>
                  <a:lnTo>
                    <a:pt x="497789" y="1214701"/>
                  </a:lnTo>
                  <a:lnTo>
                    <a:pt x="497786" y="1214668"/>
                  </a:lnTo>
                  <a:lnTo>
                    <a:pt x="497782" y="1214597"/>
                  </a:lnTo>
                  <a:lnTo>
                    <a:pt x="497783" y="1214584"/>
                  </a:lnTo>
                  <a:lnTo>
                    <a:pt x="497787" y="1214572"/>
                  </a:lnTo>
                  <a:lnTo>
                    <a:pt x="497795" y="1214562"/>
                  </a:lnTo>
                  <a:lnTo>
                    <a:pt x="497808" y="1214548"/>
                  </a:lnTo>
                  <a:lnTo>
                    <a:pt x="497828" y="1214528"/>
                  </a:lnTo>
                  <a:lnTo>
                    <a:pt x="497848" y="1214508"/>
                  </a:lnTo>
                  <a:lnTo>
                    <a:pt x="497869" y="1214490"/>
                  </a:lnTo>
                  <a:lnTo>
                    <a:pt x="497879" y="1214480"/>
                  </a:lnTo>
                  <a:lnTo>
                    <a:pt x="497892" y="1214458"/>
                  </a:lnTo>
                  <a:lnTo>
                    <a:pt x="497902" y="1214442"/>
                  </a:lnTo>
                  <a:lnTo>
                    <a:pt x="497923" y="1214419"/>
                  </a:lnTo>
                  <a:lnTo>
                    <a:pt x="497945" y="1214396"/>
                  </a:lnTo>
                  <a:lnTo>
                    <a:pt x="497959" y="1214378"/>
                  </a:lnTo>
                  <a:lnTo>
                    <a:pt x="497981" y="1214350"/>
                  </a:lnTo>
                  <a:lnTo>
                    <a:pt x="498010" y="1214312"/>
                  </a:lnTo>
                  <a:lnTo>
                    <a:pt x="498024" y="1214289"/>
                  </a:lnTo>
                  <a:lnTo>
                    <a:pt x="498027" y="1214285"/>
                  </a:lnTo>
                  <a:lnTo>
                    <a:pt x="498032" y="1214277"/>
                  </a:lnTo>
                  <a:lnTo>
                    <a:pt x="498037" y="1214268"/>
                  </a:lnTo>
                  <a:lnTo>
                    <a:pt x="498045" y="1214251"/>
                  </a:lnTo>
                  <a:lnTo>
                    <a:pt x="498047" y="1214242"/>
                  </a:lnTo>
                  <a:lnTo>
                    <a:pt x="498052" y="1214215"/>
                  </a:lnTo>
                  <a:lnTo>
                    <a:pt x="498051" y="1214193"/>
                  </a:lnTo>
                  <a:lnTo>
                    <a:pt x="498046" y="1214137"/>
                  </a:lnTo>
                  <a:lnTo>
                    <a:pt x="498047" y="1214120"/>
                  </a:lnTo>
                  <a:lnTo>
                    <a:pt x="498052" y="1214108"/>
                  </a:lnTo>
                  <a:lnTo>
                    <a:pt x="498056" y="1214103"/>
                  </a:lnTo>
                  <a:lnTo>
                    <a:pt x="498065" y="1214097"/>
                  </a:lnTo>
                  <a:lnTo>
                    <a:pt x="498085" y="1214086"/>
                  </a:lnTo>
                  <a:lnTo>
                    <a:pt x="498095" y="1214081"/>
                  </a:lnTo>
                  <a:lnTo>
                    <a:pt x="498117" y="1214068"/>
                  </a:lnTo>
                  <a:lnTo>
                    <a:pt x="498150" y="1214046"/>
                  </a:lnTo>
                  <a:lnTo>
                    <a:pt x="498166" y="1214032"/>
                  </a:lnTo>
                  <a:lnTo>
                    <a:pt x="498177" y="1214021"/>
                  </a:lnTo>
                  <a:lnTo>
                    <a:pt x="498182" y="1214009"/>
                  </a:lnTo>
                  <a:lnTo>
                    <a:pt x="498184" y="1213999"/>
                  </a:lnTo>
                  <a:lnTo>
                    <a:pt x="498184" y="1213988"/>
                  </a:lnTo>
                  <a:lnTo>
                    <a:pt x="498179" y="1213974"/>
                  </a:lnTo>
                  <a:lnTo>
                    <a:pt x="498175" y="1213958"/>
                  </a:lnTo>
                  <a:lnTo>
                    <a:pt x="498169" y="1213928"/>
                  </a:lnTo>
                  <a:lnTo>
                    <a:pt x="498161" y="1213891"/>
                  </a:lnTo>
                  <a:lnTo>
                    <a:pt x="498150" y="1213857"/>
                  </a:lnTo>
                  <a:lnTo>
                    <a:pt x="498141" y="1213824"/>
                  </a:lnTo>
                  <a:lnTo>
                    <a:pt x="498135" y="1213800"/>
                  </a:lnTo>
                  <a:lnTo>
                    <a:pt x="498133" y="1213785"/>
                  </a:lnTo>
                  <a:lnTo>
                    <a:pt x="498132" y="1213769"/>
                  </a:lnTo>
                  <a:lnTo>
                    <a:pt x="498134" y="1213753"/>
                  </a:lnTo>
                  <a:lnTo>
                    <a:pt x="498143" y="1213719"/>
                  </a:lnTo>
                  <a:lnTo>
                    <a:pt x="498152" y="1213683"/>
                  </a:lnTo>
                  <a:lnTo>
                    <a:pt x="498159" y="1213656"/>
                  </a:lnTo>
                  <a:lnTo>
                    <a:pt x="498167" y="1213615"/>
                  </a:lnTo>
                  <a:lnTo>
                    <a:pt x="498175" y="1213579"/>
                  </a:lnTo>
                  <a:lnTo>
                    <a:pt x="498178" y="1213555"/>
                  </a:lnTo>
                  <a:lnTo>
                    <a:pt x="498179" y="1213530"/>
                  </a:lnTo>
                  <a:lnTo>
                    <a:pt x="498181" y="1213511"/>
                  </a:lnTo>
                  <a:lnTo>
                    <a:pt x="498183" y="1213494"/>
                  </a:lnTo>
                  <a:lnTo>
                    <a:pt x="498186" y="1213488"/>
                  </a:lnTo>
                  <a:lnTo>
                    <a:pt x="498193" y="1213479"/>
                  </a:lnTo>
                  <a:lnTo>
                    <a:pt x="498200" y="1213471"/>
                  </a:lnTo>
                  <a:lnTo>
                    <a:pt x="498206" y="1213460"/>
                  </a:lnTo>
                  <a:lnTo>
                    <a:pt x="498214" y="1213444"/>
                  </a:lnTo>
                  <a:lnTo>
                    <a:pt x="498221" y="1213433"/>
                  </a:lnTo>
                  <a:lnTo>
                    <a:pt x="498226" y="1213427"/>
                  </a:lnTo>
                  <a:lnTo>
                    <a:pt x="498232" y="1213422"/>
                  </a:lnTo>
                  <a:lnTo>
                    <a:pt x="498241" y="1213418"/>
                  </a:lnTo>
                  <a:lnTo>
                    <a:pt x="498249" y="1213416"/>
                  </a:lnTo>
                  <a:lnTo>
                    <a:pt x="498260" y="1213414"/>
                  </a:lnTo>
                  <a:lnTo>
                    <a:pt x="498268" y="1213412"/>
                  </a:lnTo>
                  <a:lnTo>
                    <a:pt x="498275" y="1213407"/>
                  </a:lnTo>
                  <a:lnTo>
                    <a:pt x="498284" y="1213401"/>
                  </a:lnTo>
                  <a:lnTo>
                    <a:pt x="498292" y="1213398"/>
                  </a:lnTo>
                  <a:lnTo>
                    <a:pt x="498304" y="1213396"/>
                  </a:lnTo>
                  <a:lnTo>
                    <a:pt x="498318" y="1213395"/>
                  </a:lnTo>
                  <a:lnTo>
                    <a:pt x="498331" y="1213397"/>
                  </a:lnTo>
                  <a:lnTo>
                    <a:pt x="498342" y="1213397"/>
                  </a:lnTo>
                  <a:lnTo>
                    <a:pt x="498350" y="1213396"/>
                  </a:lnTo>
                  <a:lnTo>
                    <a:pt x="498364" y="1213397"/>
                  </a:lnTo>
                  <a:lnTo>
                    <a:pt x="498374" y="1213397"/>
                  </a:lnTo>
                  <a:lnTo>
                    <a:pt x="498383" y="1213398"/>
                  </a:lnTo>
                  <a:lnTo>
                    <a:pt x="498391" y="1213400"/>
                  </a:lnTo>
                  <a:lnTo>
                    <a:pt x="498407" y="1213404"/>
                  </a:lnTo>
                  <a:lnTo>
                    <a:pt x="498416" y="1213406"/>
                  </a:lnTo>
                  <a:lnTo>
                    <a:pt x="498425" y="1213407"/>
                  </a:lnTo>
                  <a:lnTo>
                    <a:pt x="498433" y="1213407"/>
                  </a:lnTo>
                  <a:lnTo>
                    <a:pt x="498441" y="1213408"/>
                  </a:lnTo>
                  <a:lnTo>
                    <a:pt x="498452" y="1213409"/>
                  </a:lnTo>
                  <a:lnTo>
                    <a:pt x="498460" y="1213408"/>
                  </a:lnTo>
                  <a:lnTo>
                    <a:pt x="498474" y="1213409"/>
                  </a:lnTo>
                  <a:lnTo>
                    <a:pt x="498486" y="1213411"/>
                  </a:lnTo>
                  <a:lnTo>
                    <a:pt x="498497" y="1213415"/>
                  </a:lnTo>
                  <a:lnTo>
                    <a:pt x="498509" y="1213417"/>
                  </a:lnTo>
                  <a:lnTo>
                    <a:pt x="498524" y="1213421"/>
                  </a:lnTo>
                  <a:lnTo>
                    <a:pt x="498534" y="1213424"/>
                  </a:lnTo>
                  <a:lnTo>
                    <a:pt x="498545" y="1213427"/>
                  </a:lnTo>
                  <a:lnTo>
                    <a:pt x="498553" y="1213428"/>
                  </a:lnTo>
                  <a:lnTo>
                    <a:pt x="498559" y="1213429"/>
                  </a:lnTo>
                  <a:lnTo>
                    <a:pt x="498567" y="1213428"/>
                  </a:lnTo>
                  <a:lnTo>
                    <a:pt x="498574" y="1213427"/>
                  </a:lnTo>
                  <a:lnTo>
                    <a:pt x="498582" y="1213427"/>
                  </a:lnTo>
                  <a:lnTo>
                    <a:pt x="498591" y="1213428"/>
                  </a:lnTo>
                  <a:lnTo>
                    <a:pt x="498600" y="1213428"/>
                  </a:lnTo>
                  <a:lnTo>
                    <a:pt x="498606" y="1213428"/>
                  </a:lnTo>
                  <a:lnTo>
                    <a:pt x="498611" y="1213427"/>
                  </a:lnTo>
                  <a:lnTo>
                    <a:pt x="498619" y="1213425"/>
                  </a:lnTo>
                  <a:lnTo>
                    <a:pt x="498625" y="1213424"/>
                  </a:lnTo>
                  <a:lnTo>
                    <a:pt x="498632" y="1213424"/>
                  </a:lnTo>
                  <a:lnTo>
                    <a:pt x="498638" y="1213426"/>
                  </a:lnTo>
                  <a:lnTo>
                    <a:pt x="498644" y="1213427"/>
                  </a:lnTo>
                  <a:lnTo>
                    <a:pt x="498650" y="1213427"/>
                  </a:lnTo>
                  <a:lnTo>
                    <a:pt x="498656" y="1213425"/>
                  </a:lnTo>
                  <a:lnTo>
                    <a:pt x="498664" y="1213423"/>
                  </a:lnTo>
                  <a:lnTo>
                    <a:pt x="498672" y="1213421"/>
                  </a:lnTo>
                  <a:lnTo>
                    <a:pt x="498677" y="1213422"/>
                  </a:lnTo>
                  <a:lnTo>
                    <a:pt x="498684" y="1213424"/>
                  </a:lnTo>
                  <a:lnTo>
                    <a:pt x="498693" y="1213429"/>
                  </a:lnTo>
                  <a:lnTo>
                    <a:pt x="498704" y="1213434"/>
                  </a:lnTo>
                  <a:lnTo>
                    <a:pt x="498711" y="1213435"/>
                  </a:lnTo>
                  <a:lnTo>
                    <a:pt x="498717" y="1213435"/>
                  </a:lnTo>
                  <a:lnTo>
                    <a:pt x="498725" y="1213432"/>
                  </a:lnTo>
                  <a:lnTo>
                    <a:pt x="498731" y="1213430"/>
                  </a:lnTo>
                  <a:lnTo>
                    <a:pt x="498739" y="1213425"/>
                  </a:lnTo>
                  <a:lnTo>
                    <a:pt x="498747" y="1213421"/>
                  </a:lnTo>
                  <a:lnTo>
                    <a:pt x="498753" y="1213418"/>
                  </a:lnTo>
                  <a:lnTo>
                    <a:pt x="498763" y="1213416"/>
                  </a:lnTo>
                  <a:lnTo>
                    <a:pt x="498772" y="1213415"/>
                  </a:lnTo>
                  <a:lnTo>
                    <a:pt x="498784" y="1213415"/>
                  </a:lnTo>
                  <a:lnTo>
                    <a:pt x="498792" y="1213415"/>
                  </a:lnTo>
                  <a:lnTo>
                    <a:pt x="498803" y="1213414"/>
                  </a:lnTo>
                  <a:lnTo>
                    <a:pt x="498810" y="1213411"/>
                  </a:lnTo>
                  <a:lnTo>
                    <a:pt x="498824" y="1213407"/>
                  </a:lnTo>
                  <a:lnTo>
                    <a:pt x="498834" y="1213406"/>
                  </a:lnTo>
                  <a:lnTo>
                    <a:pt x="498850" y="1213405"/>
                  </a:lnTo>
                  <a:lnTo>
                    <a:pt x="498858" y="1213405"/>
                  </a:lnTo>
                  <a:lnTo>
                    <a:pt x="498869" y="1213408"/>
                  </a:lnTo>
                  <a:lnTo>
                    <a:pt x="498885" y="1213412"/>
                  </a:lnTo>
                  <a:lnTo>
                    <a:pt x="498894" y="1213414"/>
                  </a:lnTo>
                  <a:lnTo>
                    <a:pt x="498907" y="1213418"/>
                  </a:lnTo>
                  <a:lnTo>
                    <a:pt x="498913" y="1213420"/>
                  </a:lnTo>
                  <a:lnTo>
                    <a:pt x="498925" y="1213420"/>
                  </a:lnTo>
                  <a:lnTo>
                    <a:pt x="498934" y="1213418"/>
                  </a:lnTo>
                  <a:lnTo>
                    <a:pt x="498942" y="1213417"/>
                  </a:lnTo>
                  <a:lnTo>
                    <a:pt x="498958" y="1213415"/>
                  </a:lnTo>
                  <a:lnTo>
                    <a:pt x="498970" y="1213414"/>
                  </a:lnTo>
                  <a:lnTo>
                    <a:pt x="498986" y="1213412"/>
                  </a:lnTo>
                  <a:lnTo>
                    <a:pt x="498998" y="1213411"/>
                  </a:lnTo>
                  <a:lnTo>
                    <a:pt x="499009" y="1213408"/>
                  </a:lnTo>
                  <a:lnTo>
                    <a:pt x="499021" y="1213406"/>
                  </a:lnTo>
                  <a:lnTo>
                    <a:pt x="499034" y="1213401"/>
                  </a:lnTo>
                  <a:lnTo>
                    <a:pt x="499042" y="1213398"/>
                  </a:lnTo>
                  <a:lnTo>
                    <a:pt x="499050" y="1213395"/>
                  </a:lnTo>
                  <a:lnTo>
                    <a:pt x="499056" y="1213391"/>
                  </a:lnTo>
                  <a:lnTo>
                    <a:pt x="499062" y="1213386"/>
                  </a:lnTo>
                  <a:lnTo>
                    <a:pt x="499067" y="1213379"/>
                  </a:lnTo>
                  <a:lnTo>
                    <a:pt x="499070" y="1213369"/>
                  </a:lnTo>
                  <a:lnTo>
                    <a:pt x="499072" y="1213352"/>
                  </a:lnTo>
                  <a:lnTo>
                    <a:pt x="499075" y="1213329"/>
                  </a:lnTo>
                  <a:lnTo>
                    <a:pt x="499076" y="1213321"/>
                  </a:lnTo>
                  <a:lnTo>
                    <a:pt x="499074" y="1213302"/>
                  </a:lnTo>
                  <a:lnTo>
                    <a:pt x="499072" y="1213273"/>
                  </a:lnTo>
                  <a:lnTo>
                    <a:pt x="499069" y="1213248"/>
                  </a:lnTo>
                  <a:lnTo>
                    <a:pt x="499062" y="1213216"/>
                  </a:lnTo>
                  <a:lnTo>
                    <a:pt x="499053" y="1213194"/>
                  </a:lnTo>
                  <a:lnTo>
                    <a:pt x="499048" y="1213182"/>
                  </a:lnTo>
                  <a:lnTo>
                    <a:pt x="499042" y="1213162"/>
                  </a:lnTo>
                  <a:lnTo>
                    <a:pt x="499040" y="1213147"/>
                  </a:lnTo>
                  <a:lnTo>
                    <a:pt x="499039" y="1213123"/>
                  </a:lnTo>
                  <a:lnTo>
                    <a:pt x="499041" y="1213110"/>
                  </a:lnTo>
                  <a:lnTo>
                    <a:pt x="499046" y="1213091"/>
                  </a:lnTo>
                  <a:lnTo>
                    <a:pt x="499055" y="1213067"/>
                  </a:lnTo>
                  <a:lnTo>
                    <a:pt x="499060" y="1213056"/>
                  </a:lnTo>
                  <a:lnTo>
                    <a:pt x="499067" y="1213043"/>
                  </a:lnTo>
                  <a:lnTo>
                    <a:pt x="499085" y="1213012"/>
                  </a:lnTo>
                  <a:lnTo>
                    <a:pt x="499089" y="1213005"/>
                  </a:lnTo>
                  <a:lnTo>
                    <a:pt x="499098" y="1212988"/>
                  </a:lnTo>
                  <a:lnTo>
                    <a:pt x="499101" y="1212980"/>
                  </a:lnTo>
                  <a:lnTo>
                    <a:pt x="499105" y="1212969"/>
                  </a:lnTo>
                  <a:lnTo>
                    <a:pt x="499114" y="1212952"/>
                  </a:lnTo>
                  <a:lnTo>
                    <a:pt x="499123" y="1212936"/>
                  </a:lnTo>
                  <a:lnTo>
                    <a:pt x="499136" y="1212913"/>
                  </a:lnTo>
                  <a:lnTo>
                    <a:pt x="499142" y="1212899"/>
                  </a:lnTo>
                  <a:lnTo>
                    <a:pt x="499148" y="1212884"/>
                  </a:lnTo>
                  <a:lnTo>
                    <a:pt x="499150" y="1212878"/>
                  </a:lnTo>
                  <a:lnTo>
                    <a:pt x="499151" y="1212872"/>
                  </a:lnTo>
                  <a:lnTo>
                    <a:pt x="499152" y="1212861"/>
                  </a:lnTo>
                  <a:lnTo>
                    <a:pt x="499152" y="1212840"/>
                  </a:lnTo>
                  <a:lnTo>
                    <a:pt x="499149" y="1212791"/>
                  </a:lnTo>
                  <a:lnTo>
                    <a:pt x="499149" y="1212733"/>
                  </a:lnTo>
                  <a:lnTo>
                    <a:pt x="499148" y="1212718"/>
                  </a:lnTo>
                  <a:lnTo>
                    <a:pt x="499144" y="1212698"/>
                  </a:lnTo>
                  <a:lnTo>
                    <a:pt x="499145" y="1212683"/>
                  </a:lnTo>
                  <a:lnTo>
                    <a:pt x="499147" y="1212658"/>
                  </a:lnTo>
                  <a:lnTo>
                    <a:pt x="499147" y="1212645"/>
                  </a:lnTo>
                  <a:lnTo>
                    <a:pt x="499146" y="1212627"/>
                  </a:lnTo>
                  <a:lnTo>
                    <a:pt x="499142" y="1212608"/>
                  </a:lnTo>
                  <a:lnTo>
                    <a:pt x="499134" y="1212583"/>
                  </a:lnTo>
                  <a:lnTo>
                    <a:pt x="499132" y="1212578"/>
                  </a:lnTo>
                  <a:lnTo>
                    <a:pt x="499129" y="1212567"/>
                  </a:lnTo>
                  <a:lnTo>
                    <a:pt x="499122" y="1212542"/>
                  </a:lnTo>
                  <a:lnTo>
                    <a:pt x="499116" y="1212516"/>
                  </a:lnTo>
                  <a:lnTo>
                    <a:pt x="499113" y="1212500"/>
                  </a:lnTo>
                  <a:lnTo>
                    <a:pt x="499114" y="1212492"/>
                  </a:lnTo>
                  <a:lnTo>
                    <a:pt x="499115" y="1212469"/>
                  </a:lnTo>
                  <a:lnTo>
                    <a:pt x="499116" y="1212463"/>
                  </a:lnTo>
                  <a:lnTo>
                    <a:pt x="499119" y="1212451"/>
                  </a:lnTo>
                  <a:lnTo>
                    <a:pt x="499126" y="1212432"/>
                  </a:lnTo>
                  <a:lnTo>
                    <a:pt x="499132" y="1212417"/>
                  </a:lnTo>
                  <a:lnTo>
                    <a:pt x="499132" y="1212411"/>
                  </a:lnTo>
                  <a:lnTo>
                    <a:pt x="499130" y="1212405"/>
                  </a:lnTo>
                  <a:lnTo>
                    <a:pt x="499120" y="1212389"/>
                  </a:lnTo>
                  <a:lnTo>
                    <a:pt x="499112" y="1212379"/>
                  </a:lnTo>
                  <a:lnTo>
                    <a:pt x="499102" y="1212366"/>
                  </a:lnTo>
                  <a:lnTo>
                    <a:pt x="499096" y="1212358"/>
                  </a:lnTo>
                  <a:lnTo>
                    <a:pt x="499073" y="1212327"/>
                  </a:lnTo>
                  <a:lnTo>
                    <a:pt x="499067" y="1212313"/>
                  </a:lnTo>
                  <a:lnTo>
                    <a:pt x="499061" y="1212298"/>
                  </a:lnTo>
                  <a:lnTo>
                    <a:pt x="499053" y="1212277"/>
                  </a:lnTo>
                  <a:lnTo>
                    <a:pt x="499048" y="1212261"/>
                  </a:lnTo>
                  <a:lnTo>
                    <a:pt x="499038" y="1212231"/>
                  </a:lnTo>
                  <a:lnTo>
                    <a:pt x="499027" y="1212210"/>
                  </a:lnTo>
                  <a:lnTo>
                    <a:pt x="499016" y="1212191"/>
                  </a:lnTo>
                  <a:lnTo>
                    <a:pt x="498999" y="1212168"/>
                  </a:lnTo>
                  <a:lnTo>
                    <a:pt x="498995" y="1212163"/>
                  </a:lnTo>
                  <a:lnTo>
                    <a:pt x="498991" y="1212156"/>
                  </a:lnTo>
                  <a:lnTo>
                    <a:pt x="498987" y="1212142"/>
                  </a:lnTo>
                  <a:lnTo>
                    <a:pt x="498984" y="1212130"/>
                  </a:lnTo>
                  <a:lnTo>
                    <a:pt x="498983" y="1212115"/>
                  </a:lnTo>
                  <a:lnTo>
                    <a:pt x="498982" y="1212108"/>
                  </a:lnTo>
                  <a:lnTo>
                    <a:pt x="498980" y="1212083"/>
                  </a:lnTo>
                  <a:lnTo>
                    <a:pt x="498979" y="1212055"/>
                  </a:lnTo>
                  <a:lnTo>
                    <a:pt x="498977" y="1212039"/>
                  </a:lnTo>
                  <a:lnTo>
                    <a:pt x="498978" y="1212031"/>
                  </a:lnTo>
                  <a:lnTo>
                    <a:pt x="498982" y="1212027"/>
                  </a:lnTo>
                  <a:lnTo>
                    <a:pt x="499006" y="1212018"/>
                  </a:lnTo>
                  <a:lnTo>
                    <a:pt x="499038" y="1212009"/>
                  </a:lnTo>
                  <a:lnTo>
                    <a:pt x="499057" y="1212001"/>
                  </a:lnTo>
                  <a:lnTo>
                    <a:pt x="499071" y="1211994"/>
                  </a:lnTo>
                  <a:lnTo>
                    <a:pt x="499083" y="1211984"/>
                  </a:lnTo>
                  <a:lnTo>
                    <a:pt x="499094" y="1211968"/>
                  </a:lnTo>
                  <a:lnTo>
                    <a:pt x="499105" y="1211951"/>
                  </a:lnTo>
                  <a:lnTo>
                    <a:pt x="499115" y="1211926"/>
                  </a:lnTo>
                  <a:lnTo>
                    <a:pt x="499122" y="1211911"/>
                  </a:lnTo>
                  <a:lnTo>
                    <a:pt x="499132" y="1211898"/>
                  </a:lnTo>
                  <a:lnTo>
                    <a:pt x="499146" y="1211880"/>
                  </a:lnTo>
                  <a:lnTo>
                    <a:pt x="499153" y="1211867"/>
                  </a:lnTo>
                  <a:lnTo>
                    <a:pt x="499161" y="1211853"/>
                  </a:lnTo>
                  <a:lnTo>
                    <a:pt x="499164" y="1211836"/>
                  </a:lnTo>
                  <a:lnTo>
                    <a:pt x="499169" y="1211822"/>
                  </a:lnTo>
                  <a:lnTo>
                    <a:pt x="499175" y="1211814"/>
                  </a:lnTo>
                  <a:lnTo>
                    <a:pt x="499188" y="1211796"/>
                  </a:lnTo>
                  <a:lnTo>
                    <a:pt x="499194" y="1211788"/>
                  </a:lnTo>
                  <a:lnTo>
                    <a:pt x="499211" y="1211765"/>
                  </a:lnTo>
                  <a:lnTo>
                    <a:pt x="499225" y="1211745"/>
                  </a:lnTo>
                  <a:lnTo>
                    <a:pt x="499239" y="1211730"/>
                  </a:lnTo>
                  <a:lnTo>
                    <a:pt x="499253" y="1211718"/>
                  </a:lnTo>
                  <a:lnTo>
                    <a:pt x="499266" y="1211708"/>
                  </a:lnTo>
                  <a:lnTo>
                    <a:pt x="499269" y="1211704"/>
                  </a:lnTo>
                  <a:lnTo>
                    <a:pt x="499265" y="1211700"/>
                  </a:lnTo>
                  <a:lnTo>
                    <a:pt x="499254" y="1211694"/>
                  </a:lnTo>
                  <a:lnTo>
                    <a:pt x="499244" y="1211688"/>
                  </a:lnTo>
                  <a:lnTo>
                    <a:pt x="499231" y="1211677"/>
                  </a:lnTo>
                  <a:lnTo>
                    <a:pt x="499217" y="1211661"/>
                  </a:lnTo>
                  <a:lnTo>
                    <a:pt x="499205" y="1211641"/>
                  </a:lnTo>
                  <a:lnTo>
                    <a:pt x="499195" y="1211629"/>
                  </a:lnTo>
                  <a:lnTo>
                    <a:pt x="499186" y="1211616"/>
                  </a:lnTo>
                  <a:lnTo>
                    <a:pt x="499166" y="1211597"/>
                  </a:lnTo>
                  <a:lnTo>
                    <a:pt x="499155" y="1211585"/>
                  </a:lnTo>
                  <a:lnTo>
                    <a:pt x="499152" y="1211578"/>
                  </a:lnTo>
                  <a:lnTo>
                    <a:pt x="499150" y="1211572"/>
                  </a:lnTo>
                  <a:lnTo>
                    <a:pt x="499150" y="1211567"/>
                  </a:lnTo>
                  <a:lnTo>
                    <a:pt x="499150" y="1211558"/>
                  </a:lnTo>
                  <a:lnTo>
                    <a:pt x="499151" y="1211536"/>
                  </a:lnTo>
                  <a:lnTo>
                    <a:pt x="499148" y="1211527"/>
                  </a:lnTo>
                  <a:lnTo>
                    <a:pt x="499143" y="1211521"/>
                  </a:lnTo>
                  <a:lnTo>
                    <a:pt x="499134" y="1211513"/>
                  </a:lnTo>
                  <a:lnTo>
                    <a:pt x="499119" y="1211504"/>
                  </a:lnTo>
                  <a:lnTo>
                    <a:pt x="499086" y="1211487"/>
                  </a:lnTo>
                  <a:lnTo>
                    <a:pt x="499062" y="1211473"/>
                  </a:lnTo>
                  <a:lnTo>
                    <a:pt x="499045" y="1211462"/>
                  </a:lnTo>
                  <a:lnTo>
                    <a:pt x="499030" y="1211450"/>
                  </a:lnTo>
                  <a:lnTo>
                    <a:pt x="499015" y="1211438"/>
                  </a:lnTo>
                  <a:lnTo>
                    <a:pt x="499003" y="1211426"/>
                  </a:lnTo>
                  <a:lnTo>
                    <a:pt x="498984" y="1211404"/>
                  </a:lnTo>
                  <a:lnTo>
                    <a:pt x="498963" y="1211382"/>
                  </a:lnTo>
                  <a:lnTo>
                    <a:pt x="498944" y="1211364"/>
                  </a:lnTo>
                  <a:lnTo>
                    <a:pt x="498932" y="1211348"/>
                  </a:lnTo>
                  <a:lnTo>
                    <a:pt x="498924" y="1211335"/>
                  </a:lnTo>
                  <a:lnTo>
                    <a:pt x="498920" y="1211326"/>
                  </a:lnTo>
                  <a:lnTo>
                    <a:pt x="498919" y="1211320"/>
                  </a:lnTo>
                  <a:lnTo>
                    <a:pt x="498917" y="1211310"/>
                  </a:lnTo>
                  <a:lnTo>
                    <a:pt x="498915" y="1211303"/>
                  </a:lnTo>
                  <a:lnTo>
                    <a:pt x="498910" y="1211286"/>
                  </a:lnTo>
                  <a:lnTo>
                    <a:pt x="498904" y="1211273"/>
                  </a:lnTo>
                  <a:lnTo>
                    <a:pt x="498897" y="1211258"/>
                  </a:lnTo>
                  <a:lnTo>
                    <a:pt x="498892" y="1211250"/>
                  </a:lnTo>
                  <a:lnTo>
                    <a:pt x="498886" y="1211244"/>
                  </a:lnTo>
                  <a:lnTo>
                    <a:pt x="498867" y="1211228"/>
                  </a:lnTo>
                  <a:lnTo>
                    <a:pt x="498850" y="1211212"/>
                  </a:lnTo>
                  <a:lnTo>
                    <a:pt x="498839" y="1211199"/>
                  </a:lnTo>
                  <a:lnTo>
                    <a:pt x="498830" y="1211189"/>
                  </a:lnTo>
                  <a:lnTo>
                    <a:pt x="498824" y="1211172"/>
                  </a:lnTo>
                  <a:lnTo>
                    <a:pt x="498823" y="1211161"/>
                  </a:lnTo>
                  <a:lnTo>
                    <a:pt x="498824" y="1211141"/>
                  </a:lnTo>
                  <a:lnTo>
                    <a:pt x="498829" y="1211118"/>
                  </a:lnTo>
                  <a:lnTo>
                    <a:pt x="498833" y="1211096"/>
                  </a:lnTo>
                  <a:lnTo>
                    <a:pt x="498837" y="1211080"/>
                  </a:lnTo>
                  <a:lnTo>
                    <a:pt x="498842" y="1211069"/>
                  </a:lnTo>
                  <a:lnTo>
                    <a:pt x="498851" y="1211055"/>
                  </a:lnTo>
                  <a:lnTo>
                    <a:pt x="498861" y="1211040"/>
                  </a:lnTo>
                  <a:lnTo>
                    <a:pt x="498868" y="1211027"/>
                  </a:lnTo>
                  <a:lnTo>
                    <a:pt x="498870" y="1211019"/>
                  </a:lnTo>
                  <a:lnTo>
                    <a:pt x="498872" y="1211010"/>
                  </a:lnTo>
                  <a:lnTo>
                    <a:pt x="498873" y="1211005"/>
                  </a:lnTo>
                  <a:lnTo>
                    <a:pt x="498874" y="1210997"/>
                  </a:lnTo>
                  <a:lnTo>
                    <a:pt x="498874" y="1210992"/>
                  </a:lnTo>
                  <a:lnTo>
                    <a:pt x="498874" y="1210984"/>
                  </a:lnTo>
                  <a:lnTo>
                    <a:pt x="498872" y="1210975"/>
                  </a:lnTo>
                  <a:lnTo>
                    <a:pt x="498868" y="1210962"/>
                  </a:lnTo>
                  <a:lnTo>
                    <a:pt x="498863" y="1210935"/>
                  </a:lnTo>
                  <a:lnTo>
                    <a:pt x="498860" y="1210919"/>
                  </a:lnTo>
                  <a:lnTo>
                    <a:pt x="498858" y="1210893"/>
                  </a:lnTo>
                  <a:lnTo>
                    <a:pt x="498860" y="1210872"/>
                  </a:lnTo>
                  <a:lnTo>
                    <a:pt x="498864" y="1210844"/>
                  </a:lnTo>
                  <a:lnTo>
                    <a:pt x="498863" y="1210835"/>
                  </a:lnTo>
                  <a:lnTo>
                    <a:pt x="498861" y="1210830"/>
                  </a:lnTo>
                  <a:lnTo>
                    <a:pt x="498856" y="1210825"/>
                  </a:lnTo>
                  <a:lnTo>
                    <a:pt x="498848" y="1210816"/>
                  </a:lnTo>
                  <a:lnTo>
                    <a:pt x="498842" y="1210808"/>
                  </a:lnTo>
                  <a:lnTo>
                    <a:pt x="498838" y="1210799"/>
                  </a:lnTo>
                  <a:lnTo>
                    <a:pt x="498833" y="1210783"/>
                  </a:lnTo>
                  <a:lnTo>
                    <a:pt x="498829" y="1210772"/>
                  </a:lnTo>
                  <a:lnTo>
                    <a:pt x="498826" y="1210765"/>
                  </a:lnTo>
                  <a:lnTo>
                    <a:pt x="498818" y="1210755"/>
                  </a:lnTo>
                  <a:lnTo>
                    <a:pt x="498813" y="1210750"/>
                  </a:lnTo>
                  <a:lnTo>
                    <a:pt x="498806" y="1210744"/>
                  </a:lnTo>
                  <a:lnTo>
                    <a:pt x="498794" y="1210738"/>
                  </a:lnTo>
                  <a:lnTo>
                    <a:pt x="498781" y="1210730"/>
                  </a:lnTo>
                  <a:lnTo>
                    <a:pt x="498774" y="1210725"/>
                  </a:lnTo>
                  <a:lnTo>
                    <a:pt x="498768" y="1210719"/>
                  </a:lnTo>
                  <a:lnTo>
                    <a:pt x="498758" y="1210706"/>
                  </a:lnTo>
                  <a:lnTo>
                    <a:pt x="498746" y="1210686"/>
                  </a:lnTo>
                  <a:lnTo>
                    <a:pt x="498737" y="1210672"/>
                  </a:lnTo>
                  <a:lnTo>
                    <a:pt x="498726" y="1210659"/>
                  </a:lnTo>
                  <a:lnTo>
                    <a:pt x="498713" y="1210644"/>
                  </a:lnTo>
                  <a:lnTo>
                    <a:pt x="498703" y="1210635"/>
                  </a:lnTo>
                  <a:lnTo>
                    <a:pt x="498693" y="1210627"/>
                  </a:lnTo>
                  <a:lnTo>
                    <a:pt x="498683" y="1210622"/>
                  </a:lnTo>
                  <a:lnTo>
                    <a:pt x="498669" y="1210617"/>
                  </a:lnTo>
                  <a:lnTo>
                    <a:pt x="498648" y="1210610"/>
                  </a:lnTo>
                  <a:lnTo>
                    <a:pt x="498628" y="1210603"/>
                  </a:lnTo>
                  <a:lnTo>
                    <a:pt x="498613" y="1210596"/>
                  </a:lnTo>
                  <a:lnTo>
                    <a:pt x="498597" y="1210586"/>
                  </a:lnTo>
                  <a:lnTo>
                    <a:pt x="498582" y="1210571"/>
                  </a:lnTo>
                  <a:lnTo>
                    <a:pt x="498574" y="1210560"/>
                  </a:lnTo>
                  <a:lnTo>
                    <a:pt x="498567" y="1210548"/>
                  </a:lnTo>
                  <a:lnTo>
                    <a:pt x="498560" y="1210531"/>
                  </a:lnTo>
                  <a:lnTo>
                    <a:pt x="498553" y="1210502"/>
                  </a:lnTo>
                  <a:lnTo>
                    <a:pt x="498546" y="1210480"/>
                  </a:lnTo>
                  <a:lnTo>
                    <a:pt x="498539" y="1210463"/>
                  </a:lnTo>
                  <a:lnTo>
                    <a:pt x="498531" y="1210433"/>
                  </a:lnTo>
                  <a:lnTo>
                    <a:pt x="498524" y="1210398"/>
                  </a:lnTo>
                  <a:lnTo>
                    <a:pt x="498518" y="1210365"/>
                  </a:lnTo>
                  <a:lnTo>
                    <a:pt x="498516" y="1210341"/>
                  </a:lnTo>
                  <a:lnTo>
                    <a:pt x="498516" y="1210302"/>
                  </a:lnTo>
                  <a:lnTo>
                    <a:pt x="498521" y="1210298"/>
                  </a:lnTo>
                  <a:lnTo>
                    <a:pt x="498533" y="1210295"/>
                  </a:lnTo>
                  <a:lnTo>
                    <a:pt x="498566" y="1210285"/>
                  </a:lnTo>
                  <a:lnTo>
                    <a:pt x="498607" y="1210272"/>
                  </a:lnTo>
                  <a:lnTo>
                    <a:pt x="498625" y="1210264"/>
                  </a:lnTo>
                  <a:lnTo>
                    <a:pt x="498650" y="1210250"/>
                  </a:lnTo>
                  <a:lnTo>
                    <a:pt x="498673" y="1210238"/>
                  </a:lnTo>
                  <a:lnTo>
                    <a:pt x="498688" y="1210231"/>
                  </a:lnTo>
                  <a:lnTo>
                    <a:pt x="498702" y="1210228"/>
                  </a:lnTo>
                  <a:lnTo>
                    <a:pt x="498722" y="1210225"/>
                  </a:lnTo>
                  <a:lnTo>
                    <a:pt x="498734" y="1210220"/>
                  </a:lnTo>
                  <a:lnTo>
                    <a:pt x="498741" y="1210215"/>
                  </a:lnTo>
                  <a:lnTo>
                    <a:pt x="498749" y="1210208"/>
                  </a:lnTo>
                  <a:lnTo>
                    <a:pt x="498762" y="1210193"/>
                  </a:lnTo>
                  <a:lnTo>
                    <a:pt x="498776" y="1210178"/>
                  </a:lnTo>
                  <a:lnTo>
                    <a:pt x="498785" y="1210170"/>
                  </a:lnTo>
                  <a:lnTo>
                    <a:pt x="498798" y="1210161"/>
                  </a:lnTo>
                  <a:lnTo>
                    <a:pt x="498821" y="1210144"/>
                  </a:lnTo>
                  <a:lnTo>
                    <a:pt x="498845" y="1210129"/>
                  </a:lnTo>
                  <a:lnTo>
                    <a:pt x="498861" y="1210118"/>
                  </a:lnTo>
                  <a:lnTo>
                    <a:pt x="498871" y="1210110"/>
                  </a:lnTo>
                  <a:lnTo>
                    <a:pt x="498878" y="1210102"/>
                  </a:lnTo>
                  <a:lnTo>
                    <a:pt x="498887" y="1210089"/>
                  </a:lnTo>
                  <a:lnTo>
                    <a:pt x="498894" y="1210079"/>
                  </a:lnTo>
                  <a:lnTo>
                    <a:pt x="498907" y="1210065"/>
                  </a:lnTo>
                  <a:lnTo>
                    <a:pt x="498919" y="1210053"/>
                  </a:lnTo>
                  <a:lnTo>
                    <a:pt x="498937" y="1210039"/>
                  </a:lnTo>
                  <a:lnTo>
                    <a:pt x="498956" y="1210026"/>
                  </a:lnTo>
                  <a:lnTo>
                    <a:pt x="498985" y="1210008"/>
                  </a:lnTo>
                  <a:lnTo>
                    <a:pt x="499002" y="1209998"/>
                  </a:lnTo>
                  <a:lnTo>
                    <a:pt x="499015" y="1209992"/>
                  </a:lnTo>
                  <a:lnTo>
                    <a:pt x="499040" y="1209983"/>
                  </a:lnTo>
                  <a:lnTo>
                    <a:pt x="499074" y="1209971"/>
                  </a:lnTo>
                  <a:lnTo>
                    <a:pt x="499100" y="1209959"/>
                  </a:lnTo>
                  <a:lnTo>
                    <a:pt x="499126" y="1209949"/>
                  </a:lnTo>
                  <a:lnTo>
                    <a:pt x="499141" y="1209941"/>
                  </a:lnTo>
                  <a:lnTo>
                    <a:pt x="499149" y="1209934"/>
                  </a:lnTo>
                  <a:lnTo>
                    <a:pt x="499159" y="1209921"/>
                  </a:lnTo>
                  <a:lnTo>
                    <a:pt x="499167" y="1209906"/>
                  </a:lnTo>
                  <a:lnTo>
                    <a:pt x="499176" y="1209887"/>
                  </a:lnTo>
                  <a:lnTo>
                    <a:pt x="499182" y="1209869"/>
                  </a:lnTo>
                  <a:lnTo>
                    <a:pt x="499184" y="1209858"/>
                  </a:lnTo>
                  <a:lnTo>
                    <a:pt x="499188" y="1209836"/>
                  </a:lnTo>
                  <a:lnTo>
                    <a:pt x="499192" y="1209805"/>
                  </a:lnTo>
                  <a:lnTo>
                    <a:pt x="499195" y="1209766"/>
                  </a:lnTo>
                  <a:lnTo>
                    <a:pt x="499193" y="1209731"/>
                  </a:lnTo>
                  <a:lnTo>
                    <a:pt x="499198" y="1209722"/>
                  </a:lnTo>
                  <a:lnTo>
                    <a:pt x="499210" y="1209706"/>
                  </a:lnTo>
                  <a:lnTo>
                    <a:pt x="499229" y="1209688"/>
                  </a:lnTo>
                  <a:lnTo>
                    <a:pt x="499237" y="1209674"/>
                  </a:lnTo>
                  <a:lnTo>
                    <a:pt x="499244" y="1209661"/>
                  </a:lnTo>
                  <a:lnTo>
                    <a:pt x="499250" y="1209651"/>
                  </a:lnTo>
                  <a:lnTo>
                    <a:pt x="499253" y="1209645"/>
                  </a:lnTo>
                  <a:lnTo>
                    <a:pt x="499264" y="1209633"/>
                  </a:lnTo>
                  <a:lnTo>
                    <a:pt x="499274" y="1209625"/>
                  </a:lnTo>
                  <a:lnTo>
                    <a:pt x="499285" y="1209619"/>
                  </a:lnTo>
                  <a:lnTo>
                    <a:pt x="499301" y="1209614"/>
                  </a:lnTo>
                  <a:lnTo>
                    <a:pt x="499322" y="1209612"/>
                  </a:lnTo>
                  <a:lnTo>
                    <a:pt x="499332" y="1209609"/>
                  </a:lnTo>
                  <a:lnTo>
                    <a:pt x="499337" y="1209606"/>
                  </a:lnTo>
                  <a:lnTo>
                    <a:pt x="499341" y="1209595"/>
                  </a:lnTo>
                  <a:lnTo>
                    <a:pt x="499342" y="1209589"/>
                  </a:lnTo>
                  <a:lnTo>
                    <a:pt x="499345" y="1209572"/>
                  </a:lnTo>
                  <a:lnTo>
                    <a:pt x="499351" y="1209545"/>
                  </a:lnTo>
                  <a:lnTo>
                    <a:pt x="499353" y="1209534"/>
                  </a:lnTo>
                  <a:lnTo>
                    <a:pt x="499357" y="1209522"/>
                  </a:lnTo>
                  <a:lnTo>
                    <a:pt x="499365" y="1209500"/>
                  </a:lnTo>
                  <a:lnTo>
                    <a:pt x="499374" y="1209483"/>
                  </a:lnTo>
                  <a:lnTo>
                    <a:pt x="499384" y="1209458"/>
                  </a:lnTo>
                  <a:lnTo>
                    <a:pt x="499387" y="1209449"/>
                  </a:lnTo>
                  <a:lnTo>
                    <a:pt x="499390" y="1209439"/>
                  </a:lnTo>
                  <a:lnTo>
                    <a:pt x="499391" y="1209429"/>
                  </a:lnTo>
                  <a:lnTo>
                    <a:pt x="499394" y="1209401"/>
                  </a:lnTo>
                  <a:lnTo>
                    <a:pt x="499395" y="1209391"/>
                  </a:lnTo>
                  <a:lnTo>
                    <a:pt x="499400" y="1209374"/>
                  </a:lnTo>
                  <a:lnTo>
                    <a:pt x="499402" y="1209368"/>
                  </a:lnTo>
                  <a:lnTo>
                    <a:pt x="499413" y="1209328"/>
                  </a:lnTo>
                  <a:lnTo>
                    <a:pt x="499429" y="1209280"/>
                  </a:lnTo>
                  <a:lnTo>
                    <a:pt x="499434" y="1209264"/>
                  </a:lnTo>
                  <a:lnTo>
                    <a:pt x="499443" y="1209246"/>
                  </a:lnTo>
                  <a:lnTo>
                    <a:pt x="499454" y="1209232"/>
                  </a:lnTo>
                  <a:lnTo>
                    <a:pt x="499459" y="1209228"/>
                  </a:lnTo>
                  <a:lnTo>
                    <a:pt x="499469" y="1209219"/>
                  </a:lnTo>
                  <a:lnTo>
                    <a:pt x="499485" y="1209208"/>
                  </a:lnTo>
                  <a:lnTo>
                    <a:pt x="499506" y="1209194"/>
                  </a:lnTo>
                  <a:lnTo>
                    <a:pt x="499517" y="1209183"/>
                  </a:lnTo>
                  <a:lnTo>
                    <a:pt x="499525" y="1209170"/>
                  </a:lnTo>
                  <a:lnTo>
                    <a:pt x="499529" y="1209158"/>
                  </a:lnTo>
                  <a:lnTo>
                    <a:pt x="499530" y="1209144"/>
                  </a:lnTo>
                  <a:lnTo>
                    <a:pt x="499529" y="1209124"/>
                  </a:lnTo>
                  <a:lnTo>
                    <a:pt x="499525" y="1209104"/>
                  </a:lnTo>
                  <a:lnTo>
                    <a:pt x="499522" y="1209090"/>
                  </a:lnTo>
                  <a:lnTo>
                    <a:pt x="499520" y="1209076"/>
                  </a:lnTo>
                  <a:lnTo>
                    <a:pt x="499522" y="1209065"/>
                  </a:lnTo>
                  <a:lnTo>
                    <a:pt x="499523" y="1209058"/>
                  </a:lnTo>
                  <a:lnTo>
                    <a:pt x="499532" y="1209015"/>
                  </a:lnTo>
                  <a:lnTo>
                    <a:pt x="499534" y="1209004"/>
                  </a:lnTo>
                  <a:lnTo>
                    <a:pt x="499537" y="1208985"/>
                  </a:lnTo>
                  <a:lnTo>
                    <a:pt x="499539" y="1208966"/>
                  </a:lnTo>
                  <a:lnTo>
                    <a:pt x="499540" y="1208954"/>
                  </a:lnTo>
                  <a:lnTo>
                    <a:pt x="499540" y="1208947"/>
                  </a:lnTo>
                  <a:lnTo>
                    <a:pt x="499540" y="1208925"/>
                  </a:lnTo>
                  <a:lnTo>
                    <a:pt x="499535" y="1208902"/>
                  </a:lnTo>
                  <a:lnTo>
                    <a:pt x="499534" y="1208895"/>
                  </a:lnTo>
                  <a:lnTo>
                    <a:pt x="499533" y="1208889"/>
                  </a:lnTo>
                  <a:lnTo>
                    <a:pt x="499532" y="1208877"/>
                  </a:lnTo>
                  <a:lnTo>
                    <a:pt x="499534" y="1208866"/>
                  </a:lnTo>
                  <a:lnTo>
                    <a:pt x="499542" y="1208857"/>
                  </a:lnTo>
                  <a:lnTo>
                    <a:pt x="499548" y="1208852"/>
                  </a:lnTo>
                  <a:lnTo>
                    <a:pt x="499570" y="1208850"/>
                  </a:lnTo>
                  <a:lnTo>
                    <a:pt x="499574" y="1208848"/>
                  </a:lnTo>
                  <a:lnTo>
                    <a:pt x="499568" y="1208844"/>
                  </a:lnTo>
                  <a:lnTo>
                    <a:pt x="499556" y="1208843"/>
                  </a:lnTo>
                  <a:lnTo>
                    <a:pt x="499540" y="1208842"/>
                  </a:lnTo>
                  <a:lnTo>
                    <a:pt x="499526" y="1208842"/>
                  </a:lnTo>
                  <a:lnTo>
                    <a:pt x="499506" y="1208841"/>
                  </a:lnTo>
                  <a:lnTo>
                    <a:pt x="499498" y="1208840"/>
                  </a:lnTo>
                  <a:lnTo>
                    <a:pt x="499479" y="1208837"/>
                  </a:lnTo>
                  <a:lnTo>
                    <a:pt x="499463" y="1208832"/>
                  </a:lnTo>
                  <a:lnTo>
                    <a:pt x="499458" y="1208830"/>
                  </a:lnTo>
                  <a:lnTo>
                    <a:pt x="499449" y="1208825"/>
                  </a:lnTo>
                  <a:lnTo>
                    <a:pt x="499439" y="1208816"/>
                  </a:lnTo>
                  <a:lnTo>
                    <a:pt x="499421" y="1208797"/>
                  </a:lnTo>
                  <a:lnTo>
                    <a:pt x="499401" y="1208777"/>
                  </a:lnTo>
                  <a:lnTo>
                    <a:pt x="499381" y="1208760"/>
                  </a:lnTo>
                  <a:lnTo>
                    <a:pt x="499357" y="1208744"/>
                  </a:lnTo>
                  <a:lnTo>
                    <a:pt x="499328" y="1208721"/>
                  </a:lnTo>
                  <a:lnTo>
                    <a:pt x="499313" y="1208712"/>
                  </a:lnTo>
                  <a:lnTo>
                    <a:pt x="499299" y="1208705"/>
                  </a:lnTo>
                  <a:lnTo>
                    <a:pt x="499294" y="1208702"/>
                  </a:lnTo>
                  <a:lnTo>
                    <a:pt x="499276" y="1208696"/>
                  </a:lnTo>
                  <a:lnTo>
                    <a:pt x="499254" y="1208693"/>
                  </a:lnTo>
                  <a:lnTo>
                    <a:pt x="499223" y="1208693"/>
                  </a:lnTo>
                  <a:lnTo>
                    <a:pt x="499193" y="1208695"/>
                  </a:lnTo>
                  <a:lnTo>
                    <a:pt x="499187" y="1208695"/>
                  </a:lnTo>
                  <a:lnTo>
                    <a:pt x="499181" y="1208695"/>
                  </a:lnTo>
                  <a:lnTo>
                    <a:pt x="499156" y="1208696"/>
                  </a:lnTo>
                  <a:lnTo>
                    <a:pt x="499137" y="1208694"/>
                  </a:lnTo>
                  <a:lnTo>
                    <a:pt x="499107" y="1208689"/>
                  </a:lnTo>
                  <a:lnTo>
                    <a:pt x="499092" y="1208686"/>
                  </a:lnTo>
                  <a:lnTo>
                    <a:pt x="499085" y="1208684"/>
                  </a:lnTo>
                  <a:lnTo>
                    <a:pt x="499072" y="1208679"/>
                  </a:lnTo>
                  <a:lnTo>
                    <a:pt x="499060" y="1208673"/>
                  </a:lnTo>
                  <a:lnTo>
                    <a:pt x="499054" y="1208670"/>
                  </a:lnTo>
                  <a:lnTo>
                    <a:pt x="499036" y="1208661"/>
                  </a:lnTo>
                  <a:lnTo>
                    <a:pt x="499030" y="1208656"/>
                  </a:lnTo>
                  <a:lnTo>
                    <a:pt x="499017" y="1208645"/>
                  </a:lnTo>
                  <a:lnTo>
                    <a:pt x="499013" y="1208641"/>
                  </a:lnTo>
                  <a:lnTo>
                    <a:pt x="498992" y="1208622"/>
                  </a:lnTo>
                  <a:lnTo>
                    <a:pt x="498989" y="1208615"/>
                  </a:lnTo>
                  <a:lnTo>
                    <a:pt x="498987" y="1208606"/>
                  </a:lnTo>
                  <a:lnTo>
                    <a:pt x="498988" y="1208599"/>
                  </a:lnTo>
                  <a:lnTo>
                    <a:pt x="498998" y="1208586"/>
                  </a:lnTo>
                  <a:lnTo>
                    <a:pt x="499012" y="1208566"/>
                  </a:lnTo>
                  <a:lnTo>
                    <a:pt x="499022" y="1208549"/>
                  </a:lnTo>
                  <a:lnTo>
                    <a:pt x="499036" y="1208523"/>
                  </a:lnTo>
                  <a:lnTo>
                    <a:pt x="499041" y="1208509"/>
                  </a:lnTo>
                  <a:lnTo>
                    <a:pt x="499050" y="1208484"/>
                  </a:lnTo>
                  <a:lnTo>
                    <a:pt x="499063" y="1208444"/>
                  </a:lnTo>
                  <a:lnTo>
                    <a:pt x="499065" y="1208437"/>
                  </a:lnTo>
                  <a:lnTo>
                    <a:pt x="499072" y="1208404"/>
                  </a:lnTo>
                  <a:lnTo>
                    <a:pt x="499083" y="1208354"/>
                  </a:lnTo>
                  <a:lnTo>
                    <a:pt x="499085" y="1208342"/>
                  </a:lnTo>
                  <a:lnTo>
                    <a:pt x="499093" y="1208317"/>
                  </a:lnTo>
                  <a:lnTo>
                    <a:pt x="499102" y="1208289"/>
                  </a:lnTo>
                  <a:lnTo>
                    <a:pt x="499106" y="1208277"/>
                  </a:lnTo>
                  <a:lnTo>
                    <a:pt x="499108" y="1208271"/>
                  </a:lnTo>
                  <a:lnTo>
                    <a:pt x="499112" y="1208264"/>
                  </a:lnTo>
                  <a:lnTo>
                    <a:pt x="499116" y="1208256"/>
                  </a:lnTo>
                  <a:lnTo>
                    <a:pt x="499120" y="1208249"/>
                  </a:lnTo>
                  <a:lnTo>
                    <a:pt x="499123" y="1208245"/>
                  </a:lnTo>
                  <a:lnTo>
                    <a:pt x="499130" y="1208236"/>
                  </a:lnTo>
                  <a:lnTo>
                    <a:pt x="499134" y="1208231"/>
                  </a:lnTo>
                  <a:lnTo>
                    <a:pt x="499144" y="1208219"/>
                  </a:lnTo>
                  <a:lnTo>
                    <a:pt x="499150" y="1208208"/>
                  </a:lnTo>
                  <a:lnTo>
                    <a:pt x="499151" y="1208199"/>
                  </a:lnTo>
                  <a:lnTo>
                    <a:pt x="499150" y="1208189"/>
                  </a:lnTo>
                  <a:lnTo>
                    <a:pt x="499144" y="1208181"/>
                  </a:lnTo>
                  <a:lnTo>
                    <a:pt x="499135" y="1208169"/>
                  </a:lnTo>
                  <a:lnTo>
                    <a:pt x="499118" y="1208156"/>
                  </a:lnTo>
                  <a:lnTo>
                    <a:pt x="499101" y="1208146"/>
                  </a:lnTo>
                  <a:lnTo>
                    <a:pt x="499065" y="1208132"/>
                  </a:lnTo>
                  <a:lnTo>
                    <a:pt x="499051" y="1208127"/>
                  </a:lnTo>
                  <a:lnTo>
                    <a:pt x="499045" y="1208125"/>
                  </a:lnTo>
                  <a:lnTo>
                    <a:pt x="499029" y="1208119"/>
                  </a:lnTo>
                  <a:lnTo>
                    <a:pt x="498996" y="1208115"/>
                  </a:lnTo>
                  <a:lnTo>
                    <a:pt x="498973" y="1208114"/>
                  </a:lnTo>
                  <a:lnTo>
                    <a:pt x="498963" y="1208113"/>
                  </a:lnTo>
                  <a:lnTo>
                    <a:pt x="498959" y="1208112"/>
                  </a:lnTo>
                  <a:lnTo>
                    <a:pt x="498946" y="1208111"/>
                  </a:lnTo>
                  <a:lnTo>
                    <a:pt x="498942" y="1208109"/>
                  </a:lnTo>
                  <a:lnTo>
                    <a:pt x="498922" y="1208102"/>
                  </a:lnTo>
                  <a:lnTo>
                    <a:pt x="498904" y="1208093"/>
                  </a:lnTo>
                  <a:lnTo>
                    <a:pt x="498893" y="1208084"/>
                  </a:lnTo>
                  <a:lnTo>
                    <a:pt x="498884" y="1208073"/>
                  </a:lnTo>
                  <a:lnTo>
                    <a:pt x="498872" y="1208057"/>
                  </a:lnTo>
                  <a:lnTo>
                    <a:pt x="498858" y="1208038"/>
                  </a:lnTo>
                  <a:lnTo>
                    <a:pt x="498851" y="1208030"/>
                  </a:lnTo>
                  <a:lnTo>
                    <a:pt x="498844" y="1208022"/>
                  </a:lnTo>
                  <a:lnTo>
                    <a:pt x="498834" y="1208011"/>
                  </a:lnTo>
                  <a:lnTo>
                    <a:pt x="498817" y="1208002"/>
                  </a:lnTo>
                  <a:lnTo>
                    <a:pt x="498805" y="1208000"/>
                  </a:lnTo>
                  <a:lnTo>
                    <a:pt x="498795" y="1208001"/>
                  </a:lnTo>
                  <a:lnTo>
                    <a:pt x="498787" y="1208006"/>
                  </a:lnTo>
                  <a:lnTo>
                    <a:pt x="498771" y="1208021"/>
                  </a:lnTo>
                  <a:lnTo>
                    <a:pt x="498765" y="1208025"/>
                  </a:lnTo>
                  <a:lnTo>
                    <a:pt x="498759" y="1208024"/>
                  </a:lnTo>
                  <a:lnTo>
                    <a:pt x="498753" y="1208015"/>
                  </a:lnTo>
                  <a:lnTo>
                    <a:pt x="498745" y="1207999"/>
                  </a:lnTo>
                  <a:lnTo>
                    <a:pt x="498738" y="1207990"/>
                  </a:lnTo>
                  <a:lnTo>
                    <a:pt x="498723" y="1207981"/>
                  </a:lnTo>
                  <a:lnTo>
                    <a:pt x="498716" y="1207979"/>
                  </a:lnTo>
                  <a:lnTo>
                    <a:pt x="498707" y="1207976"/>
                  </a:lnTo>
                  <a:lnTo>
                    <a:pt x="498697" y="1207975"/>
                  </a:lnTo>
                  <a:lnTo>
                    <a:pt x="498663" y="1207981"/>
                  </a:lnTo>
                  <a:lnTo>
                    <a:pt x="498658" y="1207982"/>
                  </a:lnTo>
                  <a:lnTo>
                    <a:pt x="498648" y="1207984"/>
                  </a:lnTo>
                  <a:lnTo>
                    <a:pt x="498631" y="1207987"/>
                  </a:lnTo>
                  <a:lnTo>
                    <a:pt x="498610" y="1207993"/>
                  </a:lnTo>
                  <a:lnTo>
                    <a:pt x="498567" y="1208006"/>
                  </a:lnTo>
                  <a:lnTo>
                    <a:pt x="498498" y="1208024"/>
                  </a:lnTo>
                  <a:lnTo>
                    <a:pt x="498481" y="1208029"/>
                  </a:lnTo>
                  <a:lnTo>
                    <a:pt x="498457" y="1208037"/>
                  </a:lnTo>
                  <a:lnTo>
                    <a:pt x="498449" y="1208039"/>
                  </a:lnTo>
                  <a:lnTo>
                    <a:pt x="498423" y="1208048"/>
                  </a:lnTo>
                  <a:lnTo>
                    <a:pt x="498407" y="1208054"/>
                  </a:lnTo>
                  <a:lnTo>
                    <a:pt x="498386" y="1208063"/>
                  </a:lnTo>
                  <a:lnTo>
                    <a:pt x="498380" y="1208066"/>
                  </a:lnTo>
                  <a:lnTo>
                    <a:pt x="498375" y="1208068"/>
                  </a:lnTo>
                  <a:lnTo>
                    <a:pt x="498370" y="1208067"/>
                  </a:lnTo>
                  <a:lnTo>
                    <a:pt x="498360" y="1208064"/>
                  </a:lnTo>
                  <a:lnTo>
                    <a:pt x="498352" y="1208061"/>
                  </a:lnTo>
                  <a:lnTo>
                    <a:pt x="498343" y="1208056"/>
                  </a:lnTo>
                  <a:lnTo>
                    <a:pt x="498331" y="1208052"/>
                  </a:lnTo>
                  <a:lnTo>
                    <a:pt x="498320" y="1208050"/>
                  </a:lnTo>
                  <a:lnTo>
                    <a:pt x="498301" y="1208046"/>
                  </a:lnTo>
                  <a:lnTo>
                    <a:pt x="498271" y="1208045"/>
                  </a:lnTo>
                  <a:lnTo>
                    <a:pt x="498251" y="1208044"/>
                  </a:lnTo>
                  <a:lnTo>
                    <a:pt x="498236" y="1208044"/>
                  </a:lnTo>
                  <a:lnTo>
                    <a:pt x="498216" y="1208049"/>
                  </a:lnTo>
                  <a:lnTo>
                    <a:pt x="498189" y="1208055"/>
                  </a:lnTo>
                  <a:lnTo>
                    <a:pt x="498156" y="1208065"/>
                  </a:lnTo>
                  <a:lnTo>
                    <a:pt x="498140" y="1208069"/>
                  </a:lnTo>
                  <a:lnTo>
                    <a:pt x="498123" y="1208073"/>
                  </a:lnTo>
                  <a:lnTo>
                    <a:pt x="498103" y="1208077"/>
                  </a:lnTo>
                  <a:lnTo>
                    <a:pt x="498090" y="1208082"/>
                  </a:lnTo>
                  <a:lnTo>
                    <a:pt x="498082" y="1208089"/>
                  </a:lnTo>
                  <a:lnTo>
                    <a:pt x="498078" y="1208092"/>
                  </a:lnTo>
                  <a:lnTo>
                    <a:pt x="498068" y="1208111"/>
                  </a:lnTo>
                  <a:lnTo>
                    <a:pt x="498063" y="1208115"/>
                  </a:lnTo>
                  <a:lnTo>
                    <a:pt x="498056" y="1208108"/>
                  </a:lnTo>
                  <a:lnTo>
                    <a:pt x="498050" y="1208102"/>
                  </a:lnTo>
                  <a:lnTo>
                    <a:pt x="498038" y="1208089"/>
                  </a:lnTo>
                  <a:lnTo>
                    <a:pt x="498029" y="1208082"/>
                  </a:lnTo>
                  <a:lnTo>
                    <a:pt x="498024" y="1208079"/>
                  </a:lnTo>
                  <a:lnTo>
                    <a:pt x="498020" y="1208076"/>
                  </a:lnTo>
                  <a:lnTo>
                    <a:pt x="498003" y="1208070"/>
                  </a:lnTo>
                  <a:lnTo>
                    <a:pt x="497983" y="1208066"/>
                  </a:lnTo>
                  <a:lnTo>
                    <a:pt x="497962" y="1208065"/>
                  </a:lnTo>
                  <a:lnTo>
                    <a:pt x="497954" y="1208065"/>
                  </a:lnTo>
                  <a:lnTo>
                    <a:pt x="497923" y="1208068"/>
                  </a:lnTo>
                  <a:lnTo>
                    <a:pt x="497904" y="1208071"/>
                  </a:lnTo>
                  <a:lnTo>
                    <a:pt x="497896" y="1208071"/>
                  </a:lnTo>
                  <a:lnTo>
                    <a:pt x="497890" y="1208071"/>
                  </a:lnTo>
                  <a:lnTo>
                    <a:pt x="497876" y="1208071"/>
                  </a:lnTo>
                  <a:lnTo>
                    <a:pt x="497849" y="1208069"/>
                  </a:lnTo>
                  <a:lnTo>
                    <a:pt x="497833" y="1208070"/>
                  </a:lnTo>
                  <a:lnTo>
                    <a:pt x="497826" y="1208073"/>
                  </a:lnTo>
                  <a:lnTo>
                    <a:pt x="497818" y="1208076"/>
                  </a:lnTo>
                  <a:lnTo>
                    <a:pt x="497810" y="1208081"/>
                  </a:lnTo>
                  <a:lnTo>
                    <a:pt x="497805" y="1208084"/>
                  </a:lnTo>
                  <a:lnTo>
                    <a:pt x="497800" y="1208083"/>
                  </a:lnTo>
                  <a:lnTo>
                    <a:pt x="497799" y="1208071"/>
                  </a:lnTo>
                  <a:lnTo>
                    <a:pt x="497802" y="1208056"/>
                  </a:lnTo>
                  <a:lnTo>
                    <a:pt x="497805" y="1208045"/>
                  </a:lnTo>
                  <a:lnTo>
                    <a:pt x="497806" y="1208039"/>
                  </a:lnTo>
                  <a:lnTo>
                    <a:pt x="497807" y="1208033"/>
                  </a:lnTo>
                  <a:lnTo>
                    <a:pt x="497807" y="1208024"/>
                  </a:lnTo>
                  <a:lnTo>
                    <a:pt x="497807" y="1208007"/>
                  </a:lnTo>
                  <a:lnTo>
                    <a:pt x="497803" y="1207990"/>
                  </a:lnTo>
                  <a:lnTo>
                    <a:pt x="497795" y="1207979"/>
                  </a:lnTo>
                  <a:lnTo>
                    <a:pt x="497784" y="1207967"/>
                  </a:lnTo>
                  <a:lnTo>
                    <a:pt x="497779" y="1207962"/>
                  </a:lnTo>
                  <a:lnTo>
                    <a:pt x="497771" y="1207956"/>
                  </a:lnTo>
                  <a:lnTo>
                    <a:pt x="497754" y="1207939"/>
                  </a:lnTo>
                  <a:lnTo>
                    <a:pt x="497735" y="1207918"/>
                  </a:lnTo>
                  <a:lnTo>
                    <a:pt x="497722" y="1207902"/>
                  </a:lnTo>
                  <a:lnTo>
                    <a:pt x="497718" y="1207897"/>
                  </a:lnTo>
                  <a:lnTo>
                    <a:pt x="497712" y="1207889"/>
                  </a:lnTo>
                  <a:lnTo>
                    <a:pt x="497704" y="1207873"/>
                  </a:lnTo>
                  <a:lnTo>
                    <a:pt x="497699" y="1207859"/>
                  </a:lnTo>
                  <a:lnTo>
                    <a:pt x="497698" y="1207851"/>
                  </a:lnTo>
                  <a:lnTo>
                    <a:pt x="497695" y="1207839"/>
                  </a:lnTo>
                  <a:lnTo>
                    <a:pt x="497693" y="1207832"/>
                  </a:lnTo>
                  <a:lnTo>
                    <a:pt x="497691" y="1207819"/>
                  </a:lnTo>
                  <a:lnTo>
                    <a:pt x="497689" y="1207809"/>
                  </a:lnTo>
                  <a:lnTo>
                    <a:pt x="497685" y="1207796"/>
                  </a:lnTo>
                  <a:lnTo>
                    <a:pt x="497681" y="1207789"/>
                  </a:lnTo>
                  <a:lnTo>
                    <a:pt x="497673" y="1207784"/>
                  </a:lnTo>
                  <a:lnTo>
                    <a:pt x="497656" y="1207781"/>
                  </a:lnTo>
                  <a:lnTo>
                    <a:pt x="497641" y="1207776"/>
                  </a:lnTo>
                  <a:lnTo>
                    <a:pt x="497633" y="1207774"/>
                  </a:lnTo>
                  <a:lnTo>
                    <a:pt x="497616" y="1207767"/>
                  </a:lnTo>
                  <a:lnTo>
                    <a:pt x="497600" y="1207758"/>
                  </a:lnTo>
                  <a:lnTo>
                    <a:pt x="497593" y="1207753"/>
                  </a:lnTo>
                  <a:lnTo>
                    <a:pt x="497585" y="1207748"/>
                  </a:lnTo>
                  <a:lnTo>
                    <a:pt x="497581" y="1207743"/>
                  </a:lnTo>
                  <a:lnTo>
                    <a:pt x="497574" y="1207737"/>
                  </a:lnTo>
                  <a:lnTo>
                    <a:pt x="497565" y="1207725"/>
                  </a:lnTo>
                  <a:lnTo>
                    <a:pt x="497557" y="1207715"/>
                  </a:lnTo>
                  <a:lnTo>
                    <a:pt x="497547" y="1207703"/>
                  </a:lnTo>
                  <a:lnTo>
                    <a:pt x="497541" y="1207692"/>
                  </a:lnTo>
                  <a:lnTo>
                    <a:pt x="497534" y="1207680"/>
                  </a:lnTo>
                  <a:lnTo>
                    <a:pt x="497524" y="1207660"/>
                  </a:lnTo>
                  <a:lnTo>
                    <a:pt x="497517" y="1207648"/>
                  </a:lnTo>
                  <a:lnTo>
                    <a:pt x="497507" y="1207634"/>
                  </a:lnTo>
                  <a:lnTo>
                    <a:pt x="497498" y="1207624"/>
                  </a:lnTo>
                  <a:lnTo>
                    <a:pt x="497485" y="1207611"/>
                  </a:lnTo>
                  <a:lnTo>
                    <a:pt x="497474" y="1207598"/>
                  </a:lnTo>
                  <a:lnTo>
                    <a:pt x="497460" y="1207585"/>
                  </a:lnTo>
                  <a:lnTo>
                    <a:pt x="497449" y="1207575"/>
                  </a:lnTo>
                  <a:lnTo>
                    <a:pt x="497437" y="1207565"/>
                  </a:lnTo>
                  <a:lnTo>
                    <a:pt x="497421" y="1207555"/>
                  </a:lnTo>
                  <a:lnTo>
                    <a:pt x="497417" y="1207552"/>
                  </a:lnTo>
                  <a:lnTo>
                    <a:pt x="497405" y="1207542"/>
                  </a:lnTo>
                  <a:lnTo>
                    <a:pt x="497399" y="1207535"/>
                  </a:lnTo>
                  <a:lnTo>
                    <a:pt x="497391" y="1207524"/>
                  </a:lnTo>
                  <a:lnTo>
                    <a:pt x="497388" y="1207517"/>
                  </a:lnTo>
                  <a:lnTo>
                    <a:pt x="497382" y="1207511"/>
                  </a:lnTo>
                  <a:lnTo>
                    <a:pt x="497375" y="1207506"/>
                  </a:lnTo>
                  <a:lnTo>
                    <a:pt x="497370" y="1207504"/>
                  </a:lnTo>
                  <a:lnTo>
                    <a:pt x="497365" y="1207501"/>
                  </a:lnTo>
                  <a:lnTo>
                    <a:pt x="497352" y="1207498"/>
                  </a:lnTo>
                  <a:lnTo>
                    <a:pt x="497334" y="1207496"/>
                  </a:lnTo>
                  <a:lnTo>
                    <a:pt x="497317" y="1207495"/>
                  </a:lnTo>
                  <a:lnTo>
                    <a:pt x="497311" y="1207492"/>
                  </a:lnTo>
                  <a:lnTo>
                    <a:pt x="497303" y="1207486"/>
                  </a:lnTo>
                  <a:lnTo>
                    <a:pt x="497296" y="1207479"/>
                  </a:lnTo>
                  <a:lnTo>
                    <a:pt x="497287" y="1207459"/>
                  </a:lnTo>
                  <a:lnTo>
                    <a:pt x="497284" y="1207450"/>
                  </a:lnTo>
                  <a:lnTo>
                    <a:pt x="497281" y="1207436"/>
                  </a:lnTo>
                  <a:lnTo>
                    <a:pt x="497279" y="1207411"/>
                  </a:lnTo>
                  <a:lnTo>
                    <a:pt x="497278" y="1207384"/>
                  </a:lnTo>
                  <a:lnTo>
                    <a:pt x="497278" y="1207355"/>
                  </a:lnTo>
                  <a:lnTo>
                    <a:pt x="497280" y="1207334"/>
                  </a:lnTo>
                  <a:lnTo>
                    <a:pt x="497283" y="1207317"/>
                  </a:lnTo>
                  <a:lnTo>
                    <a:pt x="497292" y="1207277"/>
                  </a:lnTo>
                  <a:lnTo>
                    <a:pt x="497299" y="1207249"/>
                  </a:lnTo>
                  <a:lnTo>
                    <a:pt x="497307" y="1207220"/>
                  </a:lnTo>
                  <a:lnTo>
                    <a:pt x="497305" y="1207214"/>
                  </a:lnTo>
                  <a:lnTo>
                    <a:pt x="497287" y="1207204"/>
                  </a:lnTo>
                  <a:lnTo>
                    <a:pt x="497253" y="1207187"/>
                  </a:lnTo>
                  <a:lnTo>
                    <a:pt x="497244" y="1207182"/>
                  </a:lnTo>
                  <a:lnTo>
                    <a:pt x="497236" y="1207176"/>
                  </a:lnTo>
                  <a:lnTo>
                    <a:pt x="497227" y="1207171"/>
                  </a:lnTo>
                  <a:lnTo>
                    <a:pt x="497211" y="1207163"/>
                  </a:lnTo>
                  <a:lnTo>
                    <a:pt x="497197" y="1207152"/>
                  </a:lnTo>
                  <a:lnTo>
                    <a:pt x="497182" y="1207139"/>
                  </a:lnTo>
                  <a:lnTo>
                    <a:pt x="497170" y="1207125"/>
                  </a:lnTo>
                  <a:lnTo>
                    <a:pt x="497160" y="1207109"/>
                  </a:lnTo>
                  <a:lnTo>
                    <a:pt x="497149" y="1207095"/>
                  </a:lnTo>
                  <a:lnTo>
                    <a:pt x="497140" y="1207086"/>
                  </a:lnTo>
                  <a:lnTo>
                    <a:pt x="497122" y="1207072"/>
                  </a:lnTo>
                  <a:lnTo>
                    <a:pt x="497110" y="1207062"/>
                  </a:lnTo>
                  <a:lnTo>
                    <a:pt x="497098" y="1207050"/>
                  </a:lnTo>
                  <a:lnTo>
                    <a:pt x="497091" y="1207037"/>
                  </a:lnTo>
                  <a:lnTo>
                    <a:pt x="497086" y="1207030"/>
                  </a:lnTo>
                  <a:lnTo>
                    <a:pt x="497076" y="1207017"/>
                  </a:lnTo>
                  <a:lnTo>
                    <a:pt x="497060" y="1207002"/>
                  </a:lnTo>
                  <a:lnTo>
                    <a:pt x="497048" y="1206995"/>
                  </a:lnTo>
                  <a:lnTo>
                    <a:pt x="497035" y="1206992"/>
                  </a:lnTo>
                  <a:lnTo>
                    <a:pt x="497026" y="1206989"/>
                  </a:lnTo>
                  <a:lnTo>
                    <a:pt x="497004" y="1206983"/>
                  </a:lnTo>
                  <a:lnTo>
                    <a:pt x="496978" y="1206978"/>
                  </a:lnTo>
                  <a:lnTo>
                    <a:pt x="496973" y="1206978"/>
                  </a:lnTo>
                  <a:lnTo>
                    <a:pt x="496966" y="1206978"/>
                  </a:lnTo>
                  <a:lnTo>
                    <a:pt x="496941" y="1206978"/>
                  </a:lnTo>
                  <a:lnTo>
                    <a:pt x="496920" y="1206977"/>
                  </a:lnTo>
                  <a:lnTo>
                    <a:pt x="496915" y="1206977"/>
                  </a:lnTo>
                  <a:lnTo>
                    <a:pt x="496904" y="1206977"/>
                  </a:lnTo>
                  <a:lnTo>
                    <a:pt x="496887" y="1206973"/>
                  </a:lnTo>
                  <a:lnTo>
                    <a:pt x="496872" y="1206965"/>
                  </a:lnTo>
                  <a:lnTo>
                    <a:pt x="496856" y="1206955"/>
                  </a:lnTo>
                  <a:lnTo>
                    <a:pt x="496853" y="1206952"/>
                  </a:lnTo>
                  <a:lnTo>
                    <a:pt x="496848" y="1206947"/>
                  </a:lnTo>
                  <a:lnTo>
                    <a:pt x="496842" y="1206941"/>
                  </a:lnTo>
                  <a:lnTo>
                    <a:pt x="496832" y="1206928"/>
                  </a:lnTo>
                  <a:lnTo>
                    <a:pt x="496826" y="1206916"/>
                  </a:lnTo>
                  <a:lnTo>
                    <a:pt x="496822" y="1206896"/>
                  </a:lnTo>
                  <a:lnTo>
                    <a:pt x="496821" y="1206879"/>
                  </a:lnTo>
                  <a:lnTo>
                    <a:pt x="496822" y="1206845"/>
                  </a:lnTo>
                  <a:lnTo>
                    <a:pt x="496823" y="1206840"/>
                  </a:lnTo>
                  <a:lnTo>
                    <a:pt x="496826" y="1206812"/>
                  </a:lnTo>
                  <a:lnTo>
                    <a:pt x="496827" y="1206793"/>
                  </a:lnTo>
                  <a:lnTo>
                    <a:pt x="496827" y="1206787"/>
                  </a:lnTo>
                  <a:lnTo>
                    <a:pt x="496827" y="1206776"/>
                  </a:lnTo>
                  <a:lnTo>
                    <a:pt x="496823" y="1206747"/>
                  </a:lnTo>
                  <a:lnTo>
                    <a:pt x="496821" y="1206736"/>
                  </a:lnTo>
                  <a:lnTo>
                    <a:pt x="496818" y="1206721"/>
                  </a:lnTo>
                  <a:lnTo>
                    <a:pt x="496812" y="1206704"/>
                  </a:lnTo>
                  <a:lnTo>
                    <a:pt x="496807" y="1206693"/>
                  </a:lnTo>
                  <a:lnTo>
                    <a:pt x="496804" y="1206685"/>
                  </a:lnTo>
                  <a:lnTo>
                    <a:pt x="496790" y="1206664"/>
                  </a:lnTo>
                  <a:lnTo>
                    <a:pt x="496787" y="1206658"/>
                  </a:lnTo>
                  <a:lnTo>
                    <a:pt x="496779" y="1206644"/>
                  </a:lnTo>
                  <a:lnTo>
                    <a:pt x="496771" y="1206631"/>
                  </a:lnTo>
                  <a:lnTo>
                    <a:pt x="496769" y="1206626"/>
                  </a:lnTo>
                  <a:lnTo>
                    <a:pt x="496764" y="1206614"/>
                  </a:lnTo>
                  <a:lnTo>
                    <a:pt x="496759" y="1206597"/>
                  </a:lnTo>
                  <a:lnTo>
                    <a:pt x="496754" y="1206569"/>
                  </a:lnTo>
                  <a:lnTo>
                    <a:pt x="496750" y="1206547"/>
                  </a:lnTo>
                  <a:lnTo>
                    <a:pt x="496747" y="1206535"/>
                  </a:lnTo>
                  <a:lnTo>
                    <a:pt x="496744" y="1206528"/>
                  </a:lnTo>
                  <a:lnTo>
                    <a:pt x="496742" y="1206521"/>
                  </a:lnTo>
                  <a:lnTo>
                    <a:pt x="496738" y="1206514"/>
                  </a:lnTo>
                  <a:lnTo>
                    <a:pt x="496735" y="1206507"/>
                  </a:lnTo>
                  <a:lnTo>
                    <a:pt x="496730" y="1206499"/>
                  </a:lnTo>
                  <a:lnTo>
                    <a:pt x="496726" y="1206492"/>
                  </a:lnTo>
                  <a:lnTo>
                    <a:pt x="496721" y="1206487"/>
                  </a:lnTo>
                  <a:lnTo>
                    <a:pt x="496708" y="1206472"/>
                  </a:lnTo>
                  <a:lnTo>
                    <a:pt x="496691" y="1206457"/>
                  </a:lnTo>
                  <a:lnTo>
                    <a:pt x="496679" y="1206448"/>
                  </a:lnTo>
                  <a:lnTo>
                    <a:pt x="496664" y="1206436"/>
                  </a:lnTo>
                  <a:lnTo>
                    <a:pt x="496651" y="1206422"/>
                  </a:lnTo>
                  <a:lnTo>
                    <a:pt x="496633" y="1206401"/>
                  </a:lnTo>
                  <a:lnTo>
                    <a:pt x="496618" y="1206382"/>
                  </a:lnTo>
                  <a:lnTo>
                    <a:pt x="496607" y="1206365"/>
                  </a:lnTo>
                  <a:lnTo>
                    <a:pt x="496602" y="1206361"/>
                  </a:lnTo>
                  <a:lnTo>
                    <a:pt x="496595" y="1206354"/>
                  </a:lnTo>
                  <a:lnTo>
                    <a:pt x="496586" y="1206350"/>
                  </a:lnTo>
                  <a:lnTo>
                    <a:pt x="496567" y="1206347"/>
                  </a:lnTo>
                  <a:lnTo>
                    <a:pt x="496546" y="1206344"/>
                  </a:lnTo>
                  <a:lnTo>
                    <a:pt x="496533" y="1206339"/>
                  </a:lnTo>
                  <a:lnTo>
                    <a:pt x="496513" y="1206327"/>
                  </a:lnTo>
                  <a:lnTo>
                    <a:pt x="496487" y="1206307"/>
                  </a:lnTo>
                  <a:lnTo>
                    <a:pt x="496448" y="1206282"/>
                  </a:lnTo>
                  <a:lnTo>
                    <a:pt x="496419" y="1206263"/>
                  </a:lnTo>
                  <a:lnTo>
                    <a:pt x="496371" y="1206236"/>
                  </a:lnTo>
                  <a:lnTo>
                    <a:pt x="496358" y="1206230"/>
                  </a:lnTo>
                  <a:lnTo>
                    <a:pt x="496331" y="1206216"/>
                  </a:lnTo>
                  <a:lnTo>
                    <a:pt x="496300" y="1206201"/>
                  </a:lnTo>
                  <a:lnTo>
                    <a:pt x="496288" y="1206194"/>
                  </a:lnTo>
                  <a:lnTo>
                    <a:pt x="496275" y="1206187"/>
                  </a:lnTo>
                  <a:lnTo>
                    <a:pt x="496261" y="1206180"/>
                  </a:lnTo>
                  <a:lnTo>
                    <a:pt x="496251" y="1206173"/>
                  </a:lnTo>
                  <a:lnTo>
                    <a:pt x="496241" y="1206166"/>
                  </a:lnTo>
                  <a:lnTo>
                    <a:pt x="496237" y="1206163"/>
                  </a:lnTo>
                  <a:lnTo>
                    <a:pt x="496229" y="1206158"/>
                  </a:lnTo>
                  <a:lnTo>
                    <a:pt x="496222" y="1206150"/>
                  </a:lnTo>
                  <a:lnTo>
                    <a:pt x="496202" y="1206133"/>
                  </a:lnTo>
                  <a:lnTo>
                    <a:pt x="496181" y="1206113"/>
                  </a:lnTo>
                  <a:lnTo>
                    <a:pt x="496163" y="1206099"/>
                  </a:lnTo>
                  <a:lnTo>
                    <a:pt x="496153" y="1206093"/>
                  </a:lnTo>
                  <a:lnTo>
                    <a:pt x="496134" y="1206084"/>
                  </a:lnTo>
                  <a:lnTo>
                    <a:pt x="496112" y="1206074"/>
                  </a:lnTo>
                  <a:lnTo>
                    <a:pt x="496089" y="1206063"/>
                  </a:lnTo>
                  <a:lnTo>
                    <a:pt x="496077" y="1206054"/>
                  </a:lnTo>
                  <a:lnTo>
                    <a:pt x="496065" y="1206041"/>
                  </a:lnTo>
                  <a:lnTo>
                    <a:pt x="496045" y="1206020"/>
                  </a:lnTo>
                  <a:lnTo>
                    <a:pt x="496026" y="1206000"/>
                  </a:lnTo>
                  <a:lnTo>
                    <a:pt x="496004" y="1205984"/>
                  </a:lnTo>
                  <a:lnTo>
                    <a:pt x="495992" y="1205975"/>
                  </a:lnTo>
                  <a:lnTo>
                    <a:pt x="495984" y="1205974"/>
                  </a:lnTo>
                  <a:lnTo>
                    <a:pt x="495975" y="1205977"/>
                  </a:lnTo>
                  <a:lnTo>
                    <a:pt x="495962" y="1205988"/>
                  </a:lnTo>
                  <a:lnTo>
                    <a:pt x="495933" y="1206009"/>
                  </a:lnTo>
                  <a:lnTo>
                    <a:pt x="495921" y="1206017"/>
                  </a:lnTo>
                  <a:lnTo>
                    <a:pt x="495902" y="1206033"/>
                  </a:lnTo>
                  <a:lnTo>
                    <a:pt x="495885" y="1206051"/>
                  </a:lnTo>
                  <a:lnTo>
                    <a:pt x="495865" y="1206074"/>
                  </a:lnTo>
                  <a:lnTo>
                    <a:pt x="495848" y="1206097"/>
                  </a:lnTo>
                  <a:lnTo>
                    <a:pt x="495840" y="1206109"/>
                  </a:lnTo>
                  <a:lnTo>
                    <a:pt x="495832" y="1206118"/>
                  </a:lnTo>
                  <a:lnTo>
                    <a:pt x="495822" y="1206124"/>
                  </a:lnTo>
                  <a:lnTo>
                    <a:pt x="495810" y="1206128"/>
                  </a:lnTo>
                  <a:lnTo>
                    <a:pt x="495790" y="1206133"/>
                  </a:lnTo>
                  <a:lnTo>
                    <a:pt x="495769" y="1206137"/>
                  </a:lnTo>
                  <a:lnTo>
                    <a:pt x="495739" y="1206140"/>
                  </a:lnTo>
                  <a:lnTo>
                    <a:pt x="495721" y="1206142"/>
                  </a:lnTo>
                  <a:lnTo>
                    <a:pt x="495683" y="1206147"/>
                  </a:lnTo>
                  <a:lnTo>
                    <a:pt x="495659" y="1206151"/>
                  </a:lnTo>
                  <a:lnTo>
                    <a:pt x="495621" y="1206159"/>
                  </a:lnTo>
                  <a:lnTo>
                    <a:pt x="495601" y="1206165"/>
                  </a:lnTo>
                  <a:lnTo>
                    <a:pt x="495561" y="1206174"/>
                  </a:lnTo>
                  <a:lnTo>
                    <a:pt x="495514" y="1206187"/>
                  </a:lnTo>
                  <a:lnTo>
                    <a:pt x="495480" y="1206198"/>
                  </a:lnTo>
                  <a:lnTo>
                    <a:pt x="495452" y="1206208"/>
                  </a:lnTo>
                  <a:lnTo>
                    <a:pt x="495424" y="1206218"/>
                  </a:lnTo>
                  <a:lnTo>
                    <a:pt x="495400" y="1206225"/>
                  </a:lnTo>
                  <a:lnTo>
                    <a:pt x="495386" y="1206232"/>
                  </a:lnTo>
                  <a:lnTo>
                    <a:pt x="495361" y="1206243"/>
                  </a:lnTo>
                  <a:lnTo>
                    <a:pt x="495342" y="1206254"/>
                  </a:lnTo>
                  <a:lnTo>
                    <a:pt x="495325" y="1206266"/>
                  </a:lnTo>
                  <a:lnTo>
                    <a:pt x="495311" y="1206282"/>
                  </a:lnTo>
                  <a:lnTo>
                    <a:pt x="495302" y="1206290"/>
                  </a:lnTo>
                  <a:lnTo>
                    <a:pt x="495290" y="1206299"/>
                  </a:lnTo>
                  <a:lnTo>
                    <a:pt x="495278" y="1206305"/>
                  </a:lnTo>
                  <a:lnTo>
                    <a:pt x="495237" y="1206327"/>
                  </a:lnTo>
                  <a:lnTo>
                    <a:pt x="495206" y="1206343"/>
                  </a:lnTo>
                  <a:lnTo>
                    <a:pt x="495175" y="1206359"/>
                  </a:lnTo>
                  <a:lnTo>
                    <a:pt x="495147" y="1206373"/>
                  </a:lnTo>
                  <a:lnTo>
                    <a:pt x="495116" y="1206385"/>
                  </a:lnTo>
                  <a:lnTo>
                    <a:pt x="495094" y="1206397"/>
                  </a:lnTo>
                  <a:lnTo>
                    <a:pt x="495075" y="1206407"/>
                  </a:lnTo>
                  <a:lnTo>
                    <a:pt x="495058" y="1206423"/>
                  </a:lnTo>
                  <a:lnTo>
                    <a:pt x="495043" y="1206437"/>
                  </a:lnTo>
                  <a:lnTo>
                    <a:pt x="495031" y="1206451"/>
                  </a:lnTo>
                  <a:lnTo>
                    <a:pt x="495018" y="1206467"/>
                  </a:lnTo>
                  <a:lnTo>
                    <a:pt x="495000" y="1206493"/>
                  </a:lnTo>
                  <a:lnTo>
                    <a:pt x="494987" y="1206514"/>
                  </a:lnTo>
                  <a:lnTo>
                    <a:pt x="494977" y="1206531"/>
                  </a:lnTo>
                  <a:lnTo>
                    <a:pt x="494966" y="1206550"/>
                  </a:lnTo>
                  <a:lnTo>
                    <a:pt x="494949" y="1206576"/>
                  </a:lnTo>
                  <a:lnTo>
                    <a:pt x="494931" y="1206605"/>
                  </a:lnTo>
                  <a:lnTo>
                    <a:pt x="494916" y="1206633"/>
                  </a:lnTo>
                  <a:lnTo>
                    <a:pt x="494901" y="1206661"/>
                  </a:lnTo>
                  <a:lnTo>
                    <a:pt x="494890" y="1206689"/>
                  </a:lnTo>
                  <a:lnTo>
                    <a:pt x="494882" y="1206704"/>
                  </a:lnTo>
                  <a:lnTo>
                    <a:pt x="494877" y="1206709"/>
                  </a:lnTo>
                  <a:lnTo>
                    <a:pt x="494871" y="1206712"/>
                  </a:lnTo>
                  <a:lnTo>
                    <a:pt x="494853" y="1206714"/>
                  </a:lnTo>
                  <a:lnTo>
                    <a:pt x="494810" y="1206714"/>
                  </a:lnTo>
                  <a:lnTo>
                    <a:pt x="494778" y="1206712"/>
                  </a:lnTo>
                  <a:lnTo>
                    <a:pt x="494750" y="1206712"/>
                  </a:lnTo>
                  <a:lnTo>
                    <a:pt x="494733" y="1206715"/>
                  </a:lnTo>
                  <a:lnTo>
                    <a:pt x="494717" y="1206718"/>
                  </a:lnTo>
                  <a:lnTo>
                    <a:pt x="494702" y="1206724"/>
                  </a:lnTo>
                  <a:lnTo>
                    <a:pt x="494685" y="1206731"/>
                  </a:lnTo>
                  <a:lnTo>
                    <a:pt x="494673" y="1206733"/>
                  </a:lnTo>
                  <a:lnTo>
                    <a:pt x="494660" y="1206730"/>
                  </a:lnTo>
                  <a:lnTo>
                    <a:pt x="494638" y="1206723"/>
                  </a:lnTo>
                  <a:lnTo>
                    <a:pt x="494624" y="1206722"/>
                  </a:lnTo>
                  <a:lnTo>
                    <a:pt x="494595" y="1206727"/>
                  </a:lnTo>
                  <a:lnTo>
                    <a:pt x="494583" y="1206728"/>
                  </a:lnTo>
                  <a:lnTo>
                    <a:pt x="494574" y="1206729"/>
                  </a:lnTo>
                  <a:lnTo>
                    <a:pt x="494558" y="1206727"/>
                  </a:lnTo>
                  <a:lnTo>
                    <a:pt x="494553" y="1206726"/>
                  </a:lnTo>
                  <a:lnTo>
                    <a:pt x="494542" y="1206722"/>
                  </a:lnTo>
                  <a:lnTo>
                    <a:pt x="494535" y="1206717"/>
                  </a:lnTo>
                  <a:lnTo>
                    <a:pt x="494527" y="1206708"/>
                  </a:lnTo>
                  <a:lnTo>
                    <a:pt x="494513" y="1206690"/>
                  </a:lnTo>
                  <a:lnTo>
                    <a:pt x="494506" y="1206682"/>
                  </a:lnTo>
                  <a:lnTo>
                    <a:pt x="494497" y="1206674"/>
                  </a:lnTo>
                  <a:lnTo>
                    <a:pt x="494485" y="1206668"/>
                  </a:lnTo>
                  <a:lnTo>
                    <a:pt x="494463" y="1206659"/>
                  </a:lnTo>
                  <a:lnTo>
                    <a:pt x="494435" y="1206647"/>
                  </a:lnTo>
                  <a:lnTo>
                    <a:pt x="494428" y="1206642"/>
                  </a:lnTo>
                  <a:lnTo>
                    <a:pt x="494418" y="1206635"/>
                  </a:lnTo>
                  <a:lnTo>
                    <a:pt x="494404" y="1206624"/>
                  </a:lnTo>
                  <a:lnTo>
                    <a:pt x="494395" y="1206612"/>
                  </a:lnTo>
                  <a:lnTo>
                    <a:pt x="494380" y="1206593"/>
                  </a:lnTo>
                  <a:lnTo>
                    <a:pt x="494370" y="1206584"/>
                  </a:lnTo>
                  <a:lnTo>
                    <a:pt x="494361" y="1206578"/>
                  </a:lnTo>
                  <a:lnTo>
                    <a:pt x="494353" y="1206573"/>
                  </a:lnTo>
                  <a:lnTo>
                    <a:pt x="494341" y="1206564"/>
                  </a:lnTo>
                  <a:lnTo>
                    <a:pt x="494331" y="1206558"/>
                  </a:lnTo>
                  <a:lnTo>
                    <a:pt x="494310" y="1206539"/>
                  </a:lnTo>
                  <a:lnTo>
                    <a:pt x="494287" y="1206518"/>
                  </a:lnTo>
                  <a:lnTo>
                    <a:pt x="494272" y="1206502"/>
                  </a:lnTo>
                  <a:lnTo>
                    <a:pt x="494261" y="1206490"/>
                  </a:lnTo>
                  <a:lnTo>
                    <a:pt x="494246" y="1206466"/>
                  </a:lnTo>
                  <a:lnTo>
                    <a:pt x="494240" y="1206453"/>
                  </a:lnTo>
                  <a:lnTo>
                    <a:pt x="494232" y="1206441"/>
                  </a:lnTo>
                  <a:lnTo>
                    <a:pt x="494221" y="1206428"/>
                  </a:lnTo>
                  <a:lnTo>
                    <a:pt x="494209" y="1206417"/>
                  </a:lnTo>
                  <a:lnTo>
                    <a:pt x="494190" y="1206406"/>
                  </a:lnTo>
                  <a:lnTo>
                    <a:pt x="494185" y="1206403"/>
                  </a:lnTo>
                  <a:lnTo>
                    <a:pt x="494165" y="1206391"/>
                  </a:lnTo>
                  <a:lnTo>
                    <a:pt x="494159" y="1206387"/>
                  </a:lnTo>
                  <a:lnTo>
                    <a:pt x="494142" y="1206375"/>
                  </a:lnTo>
                  <a:lnTo>
                    <a:pt x="494111" y="1206351"/>
                  </a:lnTo>
                  <a:lnTo>
                    <a:pt x="494096" y="1206343"/>
                  </a:lnTo>
                  <a:lnTo>
                    <a:pt x="494070" y="1206334"/>
                  </a:lnTo>
                  <a:lnTo>
                    <a:pt x="494032" y="1206319"/>
                  </a:lnTo>
                  <a:lnTo>
                    <a:pt x="494007" y="1206308"/>
                  </a:lnTo>
                  <a:lnTo>
                    <a:pt x="494000" y="1206305"/>
                  </a:lnTo>
                  <a:lnTo>
                    <a:pt x="493990" y="1206302"/>
                  </a:lnTo>
                  <a:lnTo>
                    <a:pt x="493971" y="1206296"/>
                  </a:lnTo>
                  <a:lnTo>
                    <a:pt x="493946" y="1206294"/>
                  </a:lnTo>
                  <a:lnTo>
                    <a:pt x="493918" y="1206295"/>
                  </a:lnTo>
                  <a:lnTo>
                    <a:pt x="493887" y="1206300"/>
                  </a:lnTo>
                  <a:lnTo>
                    <a:pt x="493872" y="1206302"/>
                  </a:lnTo>
                  <a:lnTo>
                    <a:pt x="493854" y="1206300"/>
                  </a:lnTo>
                  <a:lnTo>
                    <a:pt x="493845" y="1206297"/>
                  </a:lnTo>
                  <a:lnTo>
                    <a:pt x="493831" y="1206293"/>
                  </a:lnTo>
                  <a:lnTo>
                    <a:pt x="493808" y="1206281"/>
                  </a:lnTo>
                  <a:lnTo>
                    <a:pt x="493802" y="1206278"/>
                  </a:lnTo>
                  <a:lnTo>
                    <a:pt x="493788" y="1206275"/>
                  </a:lnTo>
                  <a:lnTo>
                    <a:pt x="493784" y="1206275"/>
                  </a:lnTo>
                  <a:lnTo>
                    <a:pt x="493758" y="1206275"/>
                  </a:lnTo>
                  <a:lnTo>
                    <a:pt x="493748" y="1206274"/>
                  </a:lnTo>
                  <a:lnTo>
                    <a:pt x="493743" y="1206274"/>
                  </a:lnTo>
                  <a:lnTo>
                    <a:pt x="493734" y="1206270"/>
                  </a:lnTo>
                  <a:lnTo>
                    <a:pt x="493726" y="1206267"/>
                  </a:lnTo>
                  <a:lnTo>
                    <a:pt x="493718" y="1206263"/>
                  </a:lnTo>
                  <a:lnTo>
                    <a:pt x="493714" y="1206259"/>
                  </a:lnTo>
                  <a:lnTo>
                    <a:pt x="493709" y="1206256"/>
                  </a:lnTo>
                  <a:lnTo>
                    <a:pt x="493700" y="1206247"/>
                  </a:lnTo>
                  <a:lnTo>
                    <a:pt x="493695" y="1206243"/>
                  </a:lnTo>
                  <a:lnTo>
                    <a:pt x="493688" y="1206234"/>
                  </a:lnTo>
                  <a:lnTo>
                    <a:pt x="493679" y="1206220"/>
                  </a:lnTo>
                  <a:lnTo>
                    <a:pt x="493668" y="1206201"/>
                  </a:lnTo>
                  <a:lnTo>
                    <a:pt x="493658" y="1206192"/>
                  </a:lnTo>
                  <a:lnTo>
                    <a:pt x="493643" y="1206180"/>
                  </a:lnTo>
                  <a:lnTo>
                    <a:pt x="493633" y="1206175"/>
                  </a:lnTo>
                  <a:lnTo>
                    <a:pt x="493629" y="1206173"/>
                  </a:lnTo>
                  <a:lnTo>
                    <a:pt x="493615" y="1206170"/>
                  </a:lnTo>
                  <a:lnTo>
                    <a:pt x="493593" y="1206171"/>
                  </a:lnTo>
                  <a:lnTo>
                    <a:pt x="493575" y="1206173"/>
                  </a:lnTo>
                  <a:lnTo>
                    <a:pt x="493561" y="1206177"/>
                  </a:lnTo>
                  <a:lnTo>
                    <a:pt x="493547" y="1206184"/>
                  </a:lnTo>
                  <a:lnTo>
                    <a:pt x="493529" y="1206199"/>
                  </a:lnTo>
                  <a:lnTo>
                    <a:pt x="493516" y="1206206"/>
                  </a:lnTo>
                  <a:lnTo>
                    <a:pt x="493505" y="1206209"/>
                  </a:lnTo>
                  <a:lnTo>
                    <a:pt x="493493" y="1206210"/>
                  </a:lnTo>
                  <a:lnTo>
                    <a:pt x="493485" y="1206212"/>
                  </a:lnTo>
                  <a:lnTo>
                    <a:pt x="493477" y="1206217"/>
                  </a:lnTo>
                  <a:lnTo>
                    <a:pt x="493455" y="1206234"/>
                  </a:lnTo>
                  <a:lnTo>
                    <a:pt x="493438" y="1206246"/>
                  </a:lnTo>
                  <a:lnTo>
                    <a:pt x="493416" y="1206256"/>
                  </a:lnTo>
                  <a:lnTo>
                    <a:pt x="493397" y="1206264"/>
                  </a:lnTo>
                  <a:lnTo>
                    <a:pt x="493382" y="1206269"/>
                  </a:lnTo>
                  <a:lnTo>
                    <a:pt x="493378" y="1206274"/>
                  </a:lnTo>
                  <a:lnTo>
                    <a:pt x="493381" y="1206280"/>
                  </a:lnTo>
                  <a:lnTo>
                    <a:pt x="493385" y="1206285"/>
                  </a:lnTo>
                  <a:lnTo>
                    <a:pt x="493390" y="1206293"/>
                  </a:lnTo>
                  <a:lnTo>
                    <a:pt x="493395" y="1206306"/>
                  </a:lnTo>
                  <a:lnTo>
                    <a:pt x="493400" y="1206325"/>
                  </a:lnTo>
                  <a:lnTo>
                    <a:pt x="493402" y="1206332"/>
                  </a:lnTo>
                  <a:lnTo>
                    <a:pt x="493408" y="1206357"/>
                  </a:lnTo>
                  <a:lnTo>
                    <a:pt x="493415" y="1206376"/>
                  </a:lnTo>
                  <a:lnTo>
                    <a:pt x="493419" y="1206386"/>
                  </a:lnTo>
                  <a:lnTo>
                    <a:pt x="493424" y="1206398"/>
                  </a:lnTo>
                  <a:lnTo>
                    <a:pt x="493428" y="1206416"/>
                  </a:lnTo>
                  <a:lnTo>
                    <a:pt x="493427" y="1206423"/>
                  </a:lnTo>
                  <a:lnTo>
                    <a:pt x="493421" y="1206435"/>
                  </a:lnTo>
                  <a:lnTo>
                    <a:pt x="493413" y="1206448"/>
                  </a:lnTo>
                  <a:lnTo>
                    <a:pt x="493409" y="1206461"/>
                  </a:lnTo>
                  <a:lnTo>
                    <a:pt x="493404" y="1206485"/>
                  </a:lnTo>
                  <a:lnTo>
                    <a:pt x="493400" y="1206508"/>
                  </a:lnTo>
                  <a:lnTo>
                    <a:pt x="493394" y="1206529"/>
                  </a:lnTo>
                  <a:lnTo>
                    <a:pt x="493385" y="1206549"/>
                  </a:lnTo>
                  <a:lnTo>
                    <a:pt x="493370" y="1206578"/>
                  </a:lnTo>
                  <a:lnTo>
                    <a:pt x="493354" y="1206607"/>
                  </a:lnTo>
                  <a:lnTo>
                    <a:pt x="493339" y="1206635"/>
                  </a:lnTo>
                  <a:lnTo>
                    <a:pt x="493332" y="1206648"/>
                  </a:lnTo>
                  <a:lnTo>
                    <a:pt x="493324" y="1206668"/>
                  </a:lnTo>
                  <a:lnTo>
                    <a:pt x="493320" y="1206683"/>
                  </a:lnTo>
                  <a:lnTo>
                    <a:pt x="493318" y="1206699"/>
                  </a:lnTo>
                  <a:lnTo>
                    <a:pt x="493318" y="1206724"/>
                  </a:lnTo>
                  <a:lnTo>
                    <a:pt x="493320" y="1206755"/>
                  </a:lnTo>
                  <a:lnTo>
                    <a:pt x="493319" y="1206777"/>
                  </a:lnTo>
                  <a:lnTo>
                    <a:pt x="493317" y="1206785"/>
                  </a:lnTo>
                  <a:lnTo>
                    <a:pt x="493312" y="1206791"/>
                  </a:lnTo>
                  <a:lnTo>
                    <a:pt x="493305" y="1206796"/>
                  </a:lnTo>
                  <a:lnTo>
                    <a:pt x="493289" y="1206800"/>
                  </a:lnTo>
                  <a:lnTo>
                    <a:pt x="493276" y="1206801"/>
                  </a:lnTo>
                  <a:lnTo>
                    <a:pt x="493252" y="1206804"/>
                  </a:lnTo>
                  <a:lnTo>
                    <a:pt x="493213" y="1206809"/>
                  </a:lnTo>
                  <a:lnTo>
                    <a:pt x="493198" y="1206811"/>
                  </a:lnTo>
                  <a:lnTo>
                    <a:pt x="493138" y="1206815"/>
                  </a:lnTo>
                  <a:lnTo>
                    <a:pt x="493109" y="1206817"/>
                  </a:lnTo>
                  <a:lnTo>
                    <a:pt x="493098" y="1206817"/>
                  </a:lnTo>
                  <a:lnTo>
                    <a:pt x="493082" y="1206819"/>
                  </a:lnTo>
                  <a:lnTo>
                    <a:pt x="493046" y="1206822"/>
                  </a:lnTo>
                  <a:lnTo>
                    <a:pt x="493034" y="1206822"/>
                  </a:lnTo>
                  <a:lnTo>
                    <a:pt x="493020" y="1206821"/>
                  </a:lnTo>
                  <a:lnTo>
                    <a:pt x="493012" y="1206821"/>
                  </a:lnTo>
                  <a:lnTo>
                    <a:pt x="492998" y="1206819"/>
                  </a:lnTo>
                  <a:lnTo>
                    <a:pt x="492981" y="1206814"/>
                  </a:lnTo>
                  <a:lnTo>
                    <a:pt x="492967" y="1206815"/>
                  </a:lnTo>
                  <a:lnTo>
                    <a:pt x="492955" y="1206818"/>
                  </a:lnTo>
                  <a:lnTo>
                    <a:pt x="492950" y="1206819"/>
                  </a:lnTo>
                  <a:lnTo>
                    <a:pt x="492926" y="1206825"/>
                  </a:lnTo>
                  <a:lnTo>
                    <a:pt x="492895" y="1206836"/>
                  </a:lnTo>
                  <a:lnTo>
                    <a:pt x="492888" y="1206838"/>
                  </a:lnTo>
                  <a:lnTo>
                    <a:pt x="492868" y="1206846"/>
                  </a:lnTo>
                  <a:lnTo>
                    <a:pt x="492853" y="1206855"/>
                  </a:lnTo>
                  <a:lnTo>
                    <a:pt x="492850" y="1206861"/>
                  </a:lnTo>
                  <a:lnTo>
                    <a:pt x="492851" y="1206867"/>
                  </a:lnTo>
                  <a:lnTo>
                    <a:pt x="492858" y="1206879"/>
                  </a:lnTo>
                  <a:lnTo>
                    <a:pt x="492864" y="1206894"/>
                  </a:lnTo>
                  <a:lnTo>
                    <a:pt x="492868" y="1206907"/>
                  </a:lnTo>
                  <a:lnTo>
                    <a:pt x="492870" y="1206918"/>
                  </a:lnTo>
                  <a:lnTo>
                    <a:pt x="492868" y="1206931"/>
                  </a:lnTo>
                  <a:lnTo>
                    <a:pt x="492866" y="1206941"/>
                  </a:lnTo>
                  <a:lnTo>
                    <a:pt x="492860" y="1206953"/>
                  </a:lnTo>
                  <a:lnTo>
                    <a:pt x="492854" y="1206969"/>
                  </a:lnTo>
                  <a:lnTo>
                    <a:pt x="492850" y="1206986"/>
                  </a:lnTo>
                  <a:lnTo>
                    <a:pt x="492844" y="1207024"/>
                  </a:lnTo>
                  <a:lnTo>
                    <a:pt x="492841" y="1207045"/>
                  </a:lnTo>
                  <a:lnTo>
                    <a:pt x="492837" y="1207072"/>
                  </a:lnTo>
                  <a:lnTo>
                    <a:pt x="492833" y="1207103"/>
                  </a:lnTo>
                  <a:lnTo>
                    <a:pt x="492833" y="1207124"/>
                  </a:lnTo>
                  <a:lnTo>
                    <a:pt x="492833" y="1207154"/>
                  </a:lnTo>
                  <a:lnTo>
                    <a:pt x="492835" y="1207192"/>
                  </a:lnTo>
                  <a:lnTo>
                    <a:pt x="492835" y="1207222"/>
                  </a:lnTo>
                  <a:lnTo>
                    <a:pt x="492832" y="1207250"/>
                  </a:lnTo>
                  <a:lnTo>
                    <a:pt x="492827" y="1207275"/>
                  </a:lnTo>
                  <a:lnTo>
                    <a:pt x="492822" y="1207302"/>
                  </a:lnTo>
                  <a:lnTo>
                    <a:pt x="492819" y="1207315"/>
                  </a:lnTo>
                  <a:lnTo>
                    <a:pt x="492817" y="1207328"/>
                  </a:lnTo>
                  <a:lnTo>
                    <a:pt x="492814" y="1207346"/>
                  </a:lnTo>
                  <a:lnTo>
                    <a:pt x="492812" y="1207353"/>
                  </a:lnTo>
                  <a:lnTo>
                    <a:pt x="492808" y="1207356"/>
                  </a:lnTo>
                  <a:lnTo>
                    <a:pt x="492778" y="1207364"/>
                  </a:lnTo>
                  <a:lnTo>
                    <a:pt x="492750" y="1207371"/>
                  </a:lnTo>
                  <a:lnTo>
                    <a:pt x="492724" y="1207377"/>
                  </a:lnTo>
                  <a:lnTo>
                    <a:pt x="492702" y="1207383"/>
                  </a:lnTo>
                  <a:lnTo>
                    <a:pt x="492664" y="1207390"/>
                  </a:lnTo>
                  <a:lnTo>
                    <a:pt x="492618" y="1207400"/>
                  </a:lnTo>
                  <a:lnTo>
                    <a:pt x="492601" y="1207403"/>
                  </a:lnTo>
                  <a:lnTo>
                    <a:pt x="492592" y="1207404"/>
                  </a:lnTo>
                  <a:lnTo>
                    <a:pt x="492579" y="1207406"/>
                  </a:lnTo>
                  <a:lnTo>
                    <a:pt x="492550" y="1207410"/>
                  </a:lnTo>
                  <a:lnTo>
                    <a:pt x="492523" y="1207413"/>
                  </a:lnTo>
                  <a:lnTo>
                    <a:pt x="492505" y="1207414"/>
                  </a:lnTo>
                  <a:lnTo>
                    <a:pt x="492467" y="1207419"/>
                  </a:lnTo>
                  <a:lnTo>
                    <a:pt x="492446" y="1207423"/>
                  </a:lnTo>
                  <a:lnTo>
                    <a:pt x="492435" y="1207428"/>
                  </a:lnTo>
                  <a:lnTo>
                    <a:pt x="492421" y="1207435"/>
                  </a:lnTo>
                  <a:lnTo>
                    <a:pt x="492409" y="1207446"/>
                  </a:lnTo>
                  <a:lnTo>
                    <a:pt x="492402" y="1207455"/>
                  </a:lnTo>
                  <a:lnTo>
                    <a:pt x="492395" y="1207469"/>
                  </a:lnTo>
                  <a:lnTo>
                    <a:pt x="492388" y="1207493"/>
                  </a:lnTo>
                  <a:lnTo>
                    <a:pt x="492382" y="1207504"/>
                  </a:lnTo>
                  <a:lnTo>
                    <a:pt x="492373" y="1207516"/>
                  </a:lnTo>
                  <a:lnTo>
                    <a:pt x="492357" y="1207535"/>
                  </a:lnTo>
                  <a:lnTo>
                    <a:pt x="492339" y="1207563"/>
                  </a:lnTo>
                  <a:lnTo>
                    <a:pt x="492331" y="1207573"/>
                  </a:lnTo>
                  <a:lnTo>
                    <a:pt x="492324" y="1207582"/>
                  </a:lnTo>
                  <a:lnTo>
                    <a:pt x="492313" y="1207594"/>
                  </a:lnTo>
                  <a:lnTo>
                    <a:pt x="492305" y="1207604"/>
                  </a:lnTo>
                  <a:lnTo>
                    <a:pt x="492295" y="1207613"/>
                  </a:lnTo>
                  <a:lnTo>
                    <a:pt x="492289" y="1207620"/>
                  </a:lnTo>
                  <a:lnTo>
                    <a:pt x="492278" y="1207632"/>
                  </a:lnTo>
                  <a:lnTo>
                    <a:pt x="492266" y="1207647"/>
                  </a:lnTo>
                  <a:lnTo>
                    <a:pt x="492258" y="1207656"/>
                  </a:lnTo>
                  <a:lnTo>
                    <a:pt x="492233" y="1207687"/>
                  </a:lnTo>
                  <a:lnTo>
                    <a:pt x="492225" y="1207697"/>
                  </a:lnTo>
                  <a:lnTo>
                    <a:pt x="492214" y="1207707"/>
                  </a:lnTo>
                  <a:lnTo>
                    <a:pt x="492209" y="1207711"/>
                  </a:lnTo>
                  <a:lnTo>
                    <a:pt x="492199" y="1207719"/>
                  </a:lnTo>
                  <a:lnTo>
                    <a:pt x="492183" y="1207729"/>
                  </a:lnTo>
                  <a:lnTo>
                    <a:pt x="492165" y="1207741"/>
                  </a:lnTo>
                  <a:lnTo>
                    <a:pt x="492141" y="1207752"/>
                  </a:lnTo>
                  <a:lnTo>
                    <a:pt x="492122" y="1207762"/>
                  </a:lnTo>
                  <a:lnTo>
                    <a:pt x="492104" y="1207771"/>
                  </a:lnTo>
                  <a:lnTo>
                    <a:pt x="492085" y="1207781"/>
                  </a:lnTo>
                  <a:lnTo>
                    <a:pt x="492072" y="1207793"/>
                  </a:lnTo>
                  <a:lnTo>
                    <a:pt x="492065" y="1207804"/>
                  </a:lnTo>
                  <a:lnTo>
                    <a:pt x="492060" y="1207813"/>
                  </a:lnTo>
                  <a:lnTo>
                    <a:pt x="492054" y="1207829"/>
                  </a:lnTo>
                  <a:lnTo>
                    <a:pt x="492050" y="1207844"/>
                  </a:lnTo>
                  <a:lnTo>
                    <a:pt x="492048" y="1207850"/>
                  </a:lnTo>
                  <a:lnTo>
                    <a:pt x="492043" y="1207860"/>
                  </a:lnTo>
                  <a:lnTo>
                    <a:pt x="492039" y="1207866"/>
                  </a:lnTo>
                  <a:lnTo>
                    <a:pt x="492034" y="1207872"/>
                  </a:lnTo>
                  <a:lnTo>
                    <a:pt x="492027" y="1207879"/>
                  </a:lnTo>
                  <a:lnTo>
                    <a:pt x="492021" y="1207884"/>
                  </a:lnTo>
                  <a:lnTo>
                    <a:pt x="492016" y="1207891"/>
                  </a:lnTo>
                  <a:lnTo>
                    <a:pt x="492006" y="1207905"/>
                  </a:lnTo>
                  <a:lnTo>
                    <a:pt x="491997" y="1207924"/>
                  </a:lnTo>
                  <a:lnTo>
                    <a:pt x="491993" y="1207935"/>
                  </a:lnTo>
                  <a:lnTo>
                    <a:pt x="491983" y="1207961"/>
                  </a:lnTo>
                  <a:lnTo>
                    <a:pt x="491972" y="1207988"/>
                  </a:lnTo>
                  <a:lnTo>
                    <a:pt x="491961" y="1208013"/>
                  </a:lnTo>
                  <a:lnTo>
                    <a:pt x="491958" y="1208018"/>
                  </a:lnTo>
                  <a:lnTo>
                    <a:pt x="491951" y="1208032"/>
                  </a:lnTo>
                  <a:lnTo>
                    <a:pt x="491938" y="1208059"/>
                  </a:lnTo>
                  <a:lnTo>
                    <a:pt x="491930" y="1208077"/>
                  </a:lnTo>
                  <a:lnTo>
                    <a:pt x="491920" y="1208093"/>
                  </a:lnTo>
                  <a:lnTo>
                    <a:pt x="491912" y="1208103"/>
                  </a:lnTo>
                  <a:lnTo>
                    <a:pt x="491900" y="1208115"/>
                  </a:lnTo>
                  <a:lnTo>
                    <a:pt x="491897" y="1208119"/>
                  </a:lnTo>
                  <a:lnTo>
                    <a:pt x="491893" y="1208123"/>
                  </a:lnTo>
                  <a:lnTo>
                    <a:pt x="491884" y="1208133"/>
                  </a:lnTo>
                  <a:lnTo>
                    <a:pt x="491881" y="1208138"/>
                  </a:lnTo>
                  <a:lnTo>
                    <a:pt x="491875" y="1208145"/>
                  </a:lnTo>
                  <a:lnTo>
                    <a:pt x="491859" y="1208172"/>
                  </a:lnTo>
                  <a:lnTo>
                    <a:pt x="491847" y="1208195"/>
                  </a:lnTo>
                  <a:lnTo>
                    <a:pt x="491829" y="1208226"/>
                  </a:lnTo>
                  <a:lnTo>
                    <a:pt x="491812" y="1208257"/>
                  </a:lnTo>
                  <a:lnTo>
                    <a:pt x="491808" y="1208263"/>
                  </a:lnTo>
                  <a:lnTo>
                    <a:pt x="491803" y="1208266"/>
                  </a:lnTo>
                  <a:lnTo>
                    <a:pt x="491792" y="1208268"/>
                  </a:lnTo>
                  <a:lnTo>
                    <a:pt x="491778" y="1208270"/>
                  </a:lnTo>
                  <a:lnTo>
                    <a:pt x="491756" y="1208275"/>
                  </a:lnTo>
                  <a:lnTo>
                    <a:pt x="491743" y="1208281"/>
                  </a:lnTo>
                  <a:lnTo>
                    <a:pt x="491727" y="1208289"/>
                  </a:lnTo>
                  <a:lnTo>
                    <a:pt x="491708" y="1208299"/>
                  </a:lnTo>
                  <a:lnTo>
                    <a:pt x="491689" y="1208308"/>
                  </a:lnTo>
                  <a:lnTo>
                    <a:pt x="491672" y="1208313"/>
                  </a:lnTo>
                  <a:lnTo>
                    <a:pt x="491650" y="1208321"/>
                  </a:lnTo>
                  <a:lnTo>
                    <a:pt x="491628" y="1208329"/>
                  </a:lnTo>
                  <a:lnTo>
                    <a:pt x="491611" y="1208340"/>
                  </a:lnTo>
                  <a:lnTo>
                    <a:pt x="491596" y="1208351"/>
                  </a:lnTo>
                  <a:lnTo>
                    <a:pt x="491590" y="1208356"/>
                  </a:lnTo>
                  <a:lnTo>
                    <a:pt x="491578" y="1208367"/>
                  </a:lnTo>
                  <a:lnTo>
                    <a:pt x="491565" y="1208379"/>
                  </a:lnTo>
                  <a:lnTo>
                    <a:pt x="491558" y="1208384"/>
                  </a:lnTo>
                  <a:lnTo>
                    <a:pt x="491552" y="1208385"/>
                  </a:lnTo>
                  <a:lnTo>
                    <a:pt x="491537" y="1208386"/>
                  </a:lnTo>
                  <a:lnTo>
                    <a:pt x="491524" y="1208383"/>
                  </a:lnTo>
                  <a:lnTo>
                    <a:pt x="491504" y="1208378"/>
                  </a:lnTo>
                  <a:lnTo>
                    <a:pt x="491480" y="1208373"/>
                  </a:lnTo>
                  <a:lnTo>
                    <a:pt x="491469" y="1208374"/>
                  </a:lnTo>
                  <a:lnTo>
                    <a:pt x="491465" y="1208377"/>
                  </a:lnTo>
                  <a:lnTo>
                    <a:pt x="491463" y="1208382"/>
                  </a:lnTo>
                  <a:lnTo>
                    <a:pt x="491462" y="1208399"/>
                  </a:lnTo>
                  <a:lnTo>
                    <a:pt x="491459" y="1208415"/>
                  </a:lnTo>
                  <a:lnTo>
                    <a:pt x="491457" y="1208420"/>
                  </a:lnTo>
                  <a:lnTo>
                    <a:pt x="491455" y="1208427"/>
                  </a:lnTo>
                  <a:lnTo>
                    <a:pt x="491453" y="1208432"/>
                  </a:lnTo>
                  <a:lnTo>
                    <a:pt x="491448" y="1208440"/>
                  </a:lnTo>
                  <a:lnTo>
                    <a:pt x="491438" y="1208459"/>
                  </a:lnTo>
                  <a:lnTo>
                    <a:pt x="491430" y="1208475"/>
                  </a:lnTo>
                  <a:lnTo>
                    <a:pt x="491423" y="1208489"/>
                  </a:lnTo>
                  <a:lnTo>
                    <a:pt x="491411" y="1208513"/>
                  </a:lnTo>
                  <a:lnTo>
                    <a:pt x="491397" y="1208540"/>
                  </a:lnTo>
                  <a:lnTo>
                    <a:pt x="491384" y="1208564"/>
                  </a:lnTo>
                  <a:lnTo>
                    <a:pt x="491378" y="1208576"/>
                  </a:lnTo>
                  <a:lnTo>
                    <a:pt x="491375" y="1208583"/>
                  </a:lnTo>
                  <a:lnTo>
                    <a:pt x="491363" y="1208603"/>
                  </a:lnTo>
                  <a:lnTo>
                    <a:pt x="491351" y="1208627"/>
                  </a:lnTo>
                  <a:lnTo>
                    <a:pt x="491345" y="1208643"/>
                  </a:lnTo>
                  <a:lnTo>
                    <a:pt x="491342" y="1208649"/>
                  </a:lnTo>
                  <a:lnTo>
                    <a:pt x="491337" y="1208662"/>
                  </a:lnTo>
                  <a:lnTo>
                    <a:pt x="491334" y="1208666"/>
                  </a:lnTo>
                  <a:lnTo>
                    <a:pt x="491325" y="1208680"/>
                  </a:lnTo>
                  <a:lnTo>
                    <a:pt x="491310" y="1208702"/>
                  </a:lnTo>
                  <a:lnTo>
                    <a:pt x="491296" y="1208721"/>
                  </a:lnTo>
                  <a:lnTo>
                    <a:pt x="491292" y="1208723"/>
                  </a:lnTo>
                  <a:lnTo>
                    <a:pt x="491286" y="1208722"/>
                  </a:lnTo>
                  <a:lnTo>
                    <a:pt x="491271" y="1208713"/>
                  </a:lnTo>
                  <a:lnTo>
                    <a:pt x="491257" y="1208706"/>
                  </a:lnTo>
                  <a:lnTo>
                    <a:pt x="491253" y="1208706"/>
                  </a:lnTo>
                  <a:lnTo>
                    <a:pt x="491248" y="1208715"/>
                  </a:lnTo>
                  <a:lnTo>
                    <a:pt x="491244" y="1208726"/>
                  </a:lnTo>
                  <a:lnTo>
                    <a:pt x="491240" y="1208737"/>
                  </a:lnTo>
                  <a:lnTo>
                    <a:pt x="491233" y="1208757"/>
                  </a:lnTo>
                  <a:lnTo>
                    <a:pt x="491230" y="1208766"/>
                  </a:lnTo>
                  <a:lnTo>
                    <a:pt x="491226" y="1208780"/>
                  </a:lnTo>
                  <a:lnTo>
                    <a:pt x="491219" y="1208799"/>
                  </a:lnTo>
                  <a:lnTo>
                    <a:pt x="491211" y="1208821"/>
                  </a:lnTo>
                  <a:lnTo>
                    <a:pt x="491204" y="1208841"/>
                  </a:lnTo>
                  <a:lnTo>
                    <a:pt x="491195" y="1208859"/>
                  </a:lnTo>
                  <a:lnTo>
                    <a:pt x="491186" y="1208877"/>
                  </a:lnTo>
                  <a:lnTo>
                    <a:pt x="491174" y="1208896"/>
                  </a:lnTo>
                  <a:lnTo>
                    <a:pt x="491165" y="1208911"/>
                  </a:lnTo>
                  <a:lnTo>
                    <a:pt x="491157" y="1208922"/>
                  </a:lnTo>
                  <a:lnTo>
                    <a:pt x="491149" y="1208932"/>
                  </a:lnTo>
                  <a:lnTo>
                    <a:pt x="491137" y="1208945"/>
                  </a:lnTo>
                  <a:lnTo>
                    <a:pt x="491128" y="1208957"/>
                  </a:lnTo>
                  <a:lnTo>
                    <a:pt x="491121" y="1208968"/>
                  </a:lnTo>
                  <a:lnTo>
                    <a:pt x="491115" y="1208984"/>
                  </a:lnTo>
                  <a:lnTo>
                    <a:pt x="491110" y="1209000"/>
                  </a:lnTo>
                  <a:lnTo>
                    <a:pt x="491105" y="1209015"/>
                  </a:lnTo>
                  <a:lnTo>
                    <a:pt x="491100" y="1209029"/>
                  </a:lnTo>
                  <a:lnTo>
                    <a:pt x="491096" y="1209044"/>
                  </a:lnTo>
                  <a:lnTo>
                    <a:pt x="491096" y="1209051"/>
                  </a:lnTo>
                  <a:lnTo>
                    <a:pt x="491094" y="1209061"/>
                  </a:lnTo>
                  <a:lnTo>
                    <a:pt x="491092" y="1209068"/>
                  </a:lnTo>
                  <a:lnTo>
                    <a:pt x="491088" y="1209071"/>
                  </a:lnTo>
                  <a:lnTo>
                    <a:pt x="491082" y="1209074"/>
                  </a:lnTo>
                  <a:lnTo>
                    <a:pt x="491077" y="1209076"/>
                  </a:lnTo>
                  <a:lnTo>
                    <a:pt x="491069" y="1209079"/>
                  </a:lnTo>
                  <a:lnTo>
                    <a:pt x="491041" y="1209101"/>
                  </a:lnTo>
                  <a:lnTo>
                    <a:pt x="491037" y="1209104"/>
                  </a:lnTo>
                  <a:lnTo>
                    <a:pt x="491023" y="1209116"/>
                  </a:lnTo>
                  <a:lnTo>
                    <a:pt x="491004" y="1209137"/>
                  </a:lnTo>
                  <a:lnTo>
                    <a:pt x="490995" y="1209150"/>
                  </a:lnTo>
                  <a:lnTo>
                    <a:pt x="490989" y="1209158"/>
                  </a:lnTo>
                  <a:lnTo>
                    <a:pt x="490983" y="1209167"/>
                  </a:lnTo>
                  <a:lnTo>
                    <a:pt x="490974" y="1209177"/>
                  </a:lnTo>
                  <a:lnTo>
                    <a:pt x="490963" y="1209187"/>
                  </a:lnTo>
                  <a:lnTo>
                    <a:pt x="490953" y="1209198"/>
                  </a:lnTo>
                  <a:lnTo>
                    <a:pt x="490933" y="1209218"/>
                  </a:lnTo>
                  <a:lnTo>
                    <a:pt x="490917" y="1209240"/>
                  </a:lnTo>
                  <a:lnTo>
                    <a:pt x="490897" y="1209266"/>
                  </a:lnTo>
                  <a:lnTo>
                    <a:pt x="490893" y="1209272"/>
                  </a:lnTo>
                  <a:lnTo>
                    <a:pt x="490875" y="1209286"/>
                  </a:lnTo>
                  <a:lnTo>
                    <a:pt x="490861" y="1209299"/>
                  </a:lnTo>
                  <a:lnTo>
                    <a:pt x="490851" y="1209309"/>
                  </a:lnTo>
                  <a:lnTo>
                    <a:pt x="490840" y="1209323"/>
                  </a:lnTo>
                  <a:lnTo>
                    <a:pt x="490835" y="1209333"/>
                  </a:lnTo>
                  <a:lnTo>
                    <a:pt x="490826" y="1209348"/>
                  </a:lnTo>
                  <a:lnTo>
                    <a:pt x="490820" y="1209359"/>
                  </a:lnTo>
                  <a:lnTo>
                    <a:pt x="490815" y="1209368"/>
                  </a:lnTo>
                  <a:lnTo>
                    <a:pt x="490809" y="1209376"/>
                  </a:lnTo>
                  <a:lnTo>
                    <a:pt x="490804" y="1209384"/>
                  </a:lnTo>
                  <a:lnTo>
                    <a:pt x="490794" y="1209399"/>
                  </a:lnTo>
                  <a:lnTo>
                    <a:pt x="490784" y="1209411"/>
                  </a:lnTo>
                  <a:lnTo>
                    <a:pt x="490773" y="1209422"/>
                  </a:lnTo>
                  <a:lnTo>
                    <a:pt x="490758" y="1209432"/>
                  </a:lnTo>
                  <a:lnTo>
                    <a:pt x="490749" y="1209436"/>
                  </a:lnTo>
                  <a:lnTo>
                    <a:pt x="490734" y="1209443"/>
                  </a:lnTo>
                  <a:lnTo>
                    <a:pt x="490726" y="1209446"/>
                  </a:lnTo>
                  <a:lnTo>
                    <a:pt x="490716" y="1209448"/>
                  </a:lnTo>
                  <a:lnTo>
                    <a:pt x="490708" y="1209452"/>
                  </a:lnTo>
                  <a:lnTo>
                    <a:pt x="490696" y="1209464"/>
                  </a:lnTo>
                  <a:lnTo>
                    <a:pt x="490684" y="1209477"/>
                  </a:lnTo>
                  <a:lnTo>
                    <a:pt x="490678" y="1209485"/>
                  </a:lnTo>
                  <a:lnTo>
                    <a:pt x="490673" y="1209490"/>
                  </a:lnTo>
                  <a:lnTo>
                    <a:pt x="490659" y="1209504"/>
                  </a:lnTo>
                  <a:lnTo>
                    <a:pt x="490655" y="1209508"/>
                  </a:lnTo>
                  <a:lnTo>
                    <a:pt x="490644" y="1209518"/>
                  </a:lnTo>
                  <a:lnTo>
                    <a:pt x="490636" y="1209526"/>
                  </a:lnTo>
                  <a:lnTo>
                    <a:pt x="490629" y="1209534"/>
                  </a:lnTo>
                  <a:lnTo>
                    <a:pt x="490620" y="1209547"/>
                  </a:lnTo>
                  <a:lnTo>
                    <a:pt x="490616" y="1209554"/>
                  </a:lnTo>
                  <a:lnTo>
                    <a:pt x="490597" y="1209578"/>
                  </a:lnTo>
                  <a:lnTo>
                    <a:pt x="490581" y="1209599"/>
                  </a:lnTo>
                  <a:lnTo>
                    <a:pt x="490572" y="1209613"/>
                  </a:lnTo>
                  <a:lnTo>
                    <a:pt x="490561" y="1209636"/>
                  </a:lnTo>
                  <a:lnTo>
                    <a:pt x="490559" y="1209651"/>
                  </a:lnTo>
                  <a:lnTo>
                    <a:pt x="490559" y="1209663"/>
                  </a:lnTo>
                  <a:lnTo>
                    <a:pt x="490562" y="1209686"/>
                  </a:lnTo>
                  <a:lnTo>
                    <a:pt x="490562" y="1209696"/>
                  </a:lnTo>
                  <a:lnTo>
                    <a:pt x="490558" y="1209711"/>
                  </a:lnTo>
                  <a:lnTo>
                    <a:pt x="490553" y="1209721"/>
                  </a:lnTo>
                  <a:lnTo>
                    <a:pt x="490550" y="1209726"/>
                  </a:lnTo>
                  <a:lnTo>
                    <a:pt x="490530" y="1209765"/>
                  </a:lnTo>
                  <a:lnTo>
                    <a:pt x="490516" y="1209792"/>
                  </a:lnTo>
                  <a:lnTo>
                    <a:pt x="490512" y="1209798"/>
                  </a:lnTo>
                  <a:lnTo>
                    <a:pt x="490502" y="1209813"/>
                  </a:lnTo>
                  <a:lnTo>
                    <a:pt x="490500" y="1209820"/>
                  </a:lnTo>
                  <a:lnTo>
                    <a:pt x="490497" y="1209832"/>
                  </a:lnTo>
                  <a:lnTo>
                    <a:pt x="490496" y="1209847"/>
                  </a:lnTo>
                  <a:lnTo>
                    <a:pt x="490495" y="1209873"/>
                  </a:lnTo>
                  <a:lnTo>
                    <a:pt x="490495" y="1209917"/>
                  </a:lnTo>
                  <a:lnTo>
                    <a:pt x="490498" y="1209929"/>
                  </a:lnTo>
                  <a:lnTo>
                    <a:pt x="490503" y="1209946"/>
                  </a:lnTo>
                  <a:lnTo>
                    <a:pt x="490507" y="1209953"/>
                  </a:lnTo>
                  <a:lnTo>
                    <a:pt x="490513" y="1209964"/>
                  </a:lnTo>
                  <a:lnTo>
                    <a:pt x="490529" y="1209983"/>
                  </a:lnTo>
                  <a:lnTo>
                    <a:pt x="490536" y="1209991"/>
                  </a:lnTo>
                  <a:lnTo>
                    <a:pt x="490546" y="1210000"/>
                  </a:lnTo>
                  <a:lnTo>
                    <a:pt x="490568" y="1210020"/>
                  </a:lnTo>
                  <a:lnTo>
                    <a:pt x="490575" y="1210025"/>
                  </a:lnTo>
                  <a:lnTo>
                    <a:pt x="490579" y="1210028"/>
                  </a:lnTo>
                  <a:lnTo>
                    <a:pt x="490586" y="1210033"/>
                  </a:lnTo>
                  <a:lnTo>
                    <a:pt x="490591" y="1210035"/>
                  </a:lnTo>
                  <a:lnTo>
                    <a:pt x="490600" y="1210040"/>
                  </a:lnTo>
                  <a:lnTo>
                    <a:pt x="490609" y="1210044"/>
                  </a:lnTo>
                  <a:lnTo>
                    <a:pt x="490616" y="1210046"/>
                  </a:lnTo>
                  <a:lnTo>
                    <a:pt x="490637" y="1210050"/>
                  </a:lnTo>
                  <a:lnTo>
                    <a:pt x="490661" y="1210056"/>
                  </a:lnTo>
                  <a:lnTo>
                    <a:pt x="490666" y="1210057"/>
                  </a:lnTo>
                  <a:lnTo>
                    <a:pt x="490680" y="1210061"/>
                  </a:lnTo>
                  <a:lnTo>
                    <a:pt x="490686" y="1210064"/>
                  </a:lnTo>
                  <a:lnTo>
                    <a:pt x="490698" y="1210069"/>
                  </a:lnTo>
                  <a:lnTo>
                    <a:pt x="490719" y="1210080"/>
                  </a:lnTo>
                  <a:lnTo>
                    <a:pt x="490733" y="1210091"/>
                  </a:lnTo>
                  <a:lnTo>
                    <a:pt x="490754" y="1210107"/>
                  </a:lnTo>
                  <a:lnTo>
                    <a:pt x="490778" y="1210126"/>
                  </a:lnTo>
                  <a:lnTo>
                    <a:pt x="490790" y="1210138"/>
                  </a:lnTo>
                  <a:lnTo>
                    <a:pt x="490790" y="1210143"/>
                  </a:lnTo>
                  <a:lnTo>
                    <a:pt x="490786" y="1210150"/>
                  </a:lnTo>
                  <a:lnTo>
                    <a:pt x="490770" y="1210182"/>
                  </a:lnTo>
                  <a:lnTo>
                    <a:pt x="490762" y="1210196"/>
                  </a:lnTo>
                  <a:lnTo>
                    <a:pt x="490753" y="1210208"/>
                  </a:lnTo>
                  <a:lnTo>
                    <a:pt x="490741" y="1210219"/>
                  </a:lnTo>
                  <a:lnTo>
                    <a:pt x="490734" y="1210226"/>
                  </a:lnTo>
                  <a:lnTo>
                    <a:pt x="490725" y="1210236"/>
                  </a:lnTo>
                  <a:lnTo>
                    <a:pt x="490721" y="1210240"/>
                  </a:lnTo>
                  <a:lnTo>
                    <a:pt x="490708" y="1210256"/>
                  </a:lnTo>
                  <a:lnTo>
                    <a:pt x="490691" y="1210278"/>
                  </a:lnTo>
                  <a:lnTo>
                    <a:pt x="490651" y="1210329"/>
                  </a:lnTo>
                  <a:lnTo>
                    <a:pt x="490621" y="1210368"/>
                  </a:lnTo>
                  <a:lnTo>
                    <a:pt x="490590" y="1210404"/>
                  </a:lnTo>
                  <a:lnTo>
                    <a:pt x="490581" y="1210415"/>
                  </a:lnTo>
                  <a:lnTo>
                    <a:pt x="490562" y="1210434"/>
                  </a:lnTo>
                  <a:lnTo>
                    <a:pt x="490556" y="1210441"/>
                  </a:lnTo>
                  <a:lnTo>
                    <a:pt x="490542" y="1210457"/>
                  </a:lnTo>
                  <a:lnTo>
                    <a:pt x="490539" y="1210460"/>
                  </a:lnTo>
                  <a:lnTo>
                    <a:pt x="490526" y="1210478"/>
                  </a:lnTo>
                  <a:lnTo>
                    <a:pt x="490520" y="1210488"/>
                  </a:lnTo>
                  <a:lnTo>
                    <a:pt x="490515" y="1210496"/>
                  </a:lnTo>
                  <a:lnTo>
                    <a:pt x="490505" y="1210508"/>
                  </a:lnTo>
                  <a:lnTo>
                    <a:pt x="490496" y="1210518"/>
                  </a:lnTo>
                  <a:lnTo>
                    <a:pt x="490492" y="1210523"/>
                  </a:lnTo>
                  <a:lnTo>
                    <a:pt x="490477" y="1210536"/>
                  </a:lnTo>
                  <a:lnTo>
                    <a:pt x="490458" y="1210546"/>
                  </a:lnTo>
                  <a:lnTo>
                    <a:pt x="490445" y="1210550"/>
                  </a:lnTo>
                  <a:lnTo>
                    <a:pt x="490439" y="1210552"/>
                  </a:lnTo>
                  <a:lnTo>
                    <a:pt x="490434" y="1210553"/>
                  </a:lnTo>
                  <a:lnTo>
                    <a:pt x="490422" y="1210555"/>
                  </a:lnTo>
                  <a:lnTo>
                    <a:pt x="490396" y="1210558"/>
                  </a:lnTo>
                  <a:lnTo>
                    <a:pt x="490381" y="1210559"/>
                  </a:lnTo>
                  <a:lnTo>
                    <a:pt x="490372" y="1210561"/>
                  </a:lnTo>
                  <a:lnTo>
                    <a:pt x="490364" y="1210563"/>
                  </a:lnTo>
                  <a:lnTo>
                    <a:pt x="490359" y="1210565"/>
                  </a:lnTo>
                  <a:lnTo>
                    <a:pt x="490352" y="1210569"/>
                  </a:lnTo>
                  <a:lnTo>
                    <a:pt x="490345" y="1210572"/>
                  </a:lnTo>
                  <a:lnTo>
                    <a:pt x="490340" y="1210575"/>
                  </a:lnTo>
                  <a:lnTo>
                    <a:pt x="490303" y="1210604"/>
                  </a:lnTo>
                  <a:lnTo>
                    <a:pt x="490298" y="1210607"/>
                  </a:lnTo>
                  <a:lnTo>
                    <a:pt x="490272" y="1210624"/>
                  </a:lnTo>
                  <a:lnTo>
                    <a:pt x="490252" y="1210636"/>
                  </a:lnTo>
                  <a:lnTo>
                    <a:pt x="490247" y="1210638"/>
                  </a:lnTo>
                  <a:lnTo>
                    <a:pt x="490239" y="1210641"/>
                  </a:lnTo>
                  <a:lnTo>
                    <a:pt x="490234" y="1210642"/>
                  </a:lnTo>
                  <a:lnTo>
                    <a:pt x="490227" y="1210643"/>
                  </a:lnTo>
                  <a:lnTo>
                    <a:pt x="490215" y="1210645"/>
                  </a:lnTo>
                  <a:lnTo>
                    <a:pt x="490203" y="1210645"/>
                  </a:lnTo>
                  <a:lnTo>
                    <a:pt x="490156" y="1210644"/>
                  </a:lnTo>
                  <a:lnTo>
                    <a:pt x="490142" y="1210644"/>
                  </a:lnTo>
                  <a:lnTo>
                    <a:pt x="490107" y="1210646"/>
                  </a:lnTo>
                  <a:lnTo>
                    <a:pt x="490085" y="1210648"/>
                  </a:lnTo>
                  <a:lnTo>
                    <a:pt x="490065" y="1210653"/>
                  </a:lnTo>
                  <a:lnTo>
                    <a:pt x="490057" y="1210655"/>
                  </a:lnTo>
                  <a:lnTo>
                    <a:pt x="490038" y="1210662"/>
                  </a:lnTo>
                  <a:lnTo>
                    <a:pt x="490021" y="1210667"/>
                  </a:lnTo>
                  <a:lnTo>
                    <a:pt x="490006" y="1210671"/>
                  </a:lnTo>
                  <a:lnTo>
                    <a:pt x="489990" y="1210676"/>
                  </a:lnTo>
                  <a:lnTo>
                    <a:pt x="489976" y="1210684"/>
                  </a:lnTo>
                  <a:lnTo>
                    <a:pt x="489972" y="1210687"/>
                  </a:lnTo>
                  <a:lnTo>
                    <a:pt x="489967" y="1210691"/>
                  </a:lnTo>
                  <a:lnTo>
                    <a:pt x="489956" y="1210700"/>
                  </a:lnTo>
                  <a:lnTo>
                    <a:pt x="489943" y="1210715"/>
                  </a:lnTo>
                  <a:lnTo>
                    <a:pt x="489928" y="1210733"/>
                  </a:lnTo>
                  <a:lnTo>
                    <a:pt x="489923" y="1210741"/>
                  </a:lnTo>
                  <a:lnTo>
                    <a:pt x="489920" y="1210746"/>
                  </a:lnTo>
                  <a:lnTo>
                    <a:pt x="489912" y="1210762"/>
                  </a:lnTo>
                  <a:lnTo>
                    <a:pt x="489903" y="1210785"/>
                  </a:lnTo>
                  <a:lnTo>
                    <a:pt x="489895" y="1210799"/>
                  </a:lnTo>
                  <a:lnTo>
                    <a:pt x="489889" y="1210803"/>
                  </a:lnTo>
                  <a:lnTo>
                    <a:pt x="489883" y="1210805"/>
                  </a:lnTo>
                  <a:lnTo>
                    <a:pt x="489873" y="1210805"/>
                  </a:lnTo>
                  <a:lnTo>
                    <a:pt x="489848" y="1210808"/>
                  </a:lnTo>
                  <a:lnTo>
                    <a:pt x="489809" y="1210815"/>
                  </a:lnTo>
                  <a:lnTo>
                    <a:pt x="489779" y="1210821"/>
                  </a:lnTo>
                  <a:lnTo>
                    <a:pt x="489760" y="1210826"/>
                  </a:lnTo>
                  <a:lnTo>
                    <a:pt x="489740" y="1210832"/>
                  </a:lnTo>
                  <a:lnTo>
                    <a:pt x="489729" y="1210834"/>
                  </a:lnTo>
                  <a:lnTo>
                    <a:pt x="489725" y="1210833"/>
                  </a:lnTo>
                  <a:lnTo>
                    <a:pt x="489713" y="1210829"/>
                  </a:lnTo>
                  <a:lnTo>
                    <a:pt x="489699" y="1210822"/>
                  </a:lnTo>
                  <a:lnTo>
                    <a:pt x="489683" y="1210820"/>
                  </a:lnTo>
                  <a:lnTo>
                    <a:pt x="489655" y="1210818"/>
                  </a:lnTo>
                  <a:lnTo>
                    <a:pt x="489644" y="1210818"/>
                  </a:lnTo>
                  <a:lnTo>
                    <a:pt x="489624" y="1210818"/>
                  </a:lnTo>
                  <a:lnTo>
                    <a:pt x="489613" y="1210814"/>
                  </a:lnTo>
                  <a:lnTo>
                    <a:pt x="489599" y="1210811"/>
                  </a:lnTo>
                  <a:lnTo>
                    <a:pt x="489586" y="1210813"/>
                  </a:lnTo>
                  <a:lnTo>
                    <a:pt x="489546" y="1210830"/>
                  </a:lnTo>
                  <a:lnTo>
                    <a:pt x="489535" y="1210834"/>
                  </a:lnTo>
                  <a:lnTo>
                    <a:pt x="489527" y="1210838"/>
                  </a:lnTo>
                  <a:lnTo>
                    <a:pt x="489521" y="1210841"/>
                  </a:lnTo>
                  <a:lnTo>
                    <a:pt x="489506" y="1210850"/>
                  </a:lnTo>
                  <a:lnTo>
                    <a:pt x="489497" y="1210859"/>
                  </a:lnTo>
                  <a:lnTo>
                    <a:pt x="489492" y="1210863"/>
                  </a:lnTo>
                  <a:lnTo>
                    <a:pt x="489485" y="1210870"/>
                  </a:lnTo>
                  <a:lnTo>
                    <a:pt x="489480" y="1210872"/>
                  </a:lnTo>
                  <a:lnTo>
                    <a:pt x="489457" y="1210874"/>
                  </a:lnTo>
                  <a:lnTo>
                    <a:pt x="489448" y="1210874"/>
                  </a:lnTo>
                  <a:lnTo>
                    <a:pt x="489441" y="1210877"/>
                  </a:lnTo>
                  <a:lnTo>
                    <a:pt x="489415" y="1210885"/>
                  </a:lnTo>
                  <a:lnTo>
                    <a:pt x="489407" y="1210888"/>
                  </a:lnTo>
                  <a:lnTo>
                    <a:pt x="489355" y="1210912"/>
                  </a:lnTo>
                  <a:lnTo>
                    <a:pt x="489281" y="1210947"/>
                  </a:lnTo>
                  <a:lnTo>
                    <a:pt x="489232" y="1210973"/>
                  </a:lnTo>
                  <a:lnTo>
                    <a:pt x="489209" y="1210985"/>
                  </a:lnTo>
                  <a:lnTo>
                    <a:pt x="489195" y="1210993"/>
                  </a:lnTo>
                  <a:lnTo>
                    <a:pt x="489184" y="1211000"/>
                  </a:lnTo>
                  <a:lnTo>
                    <a:pt x="489174" y="1211006"/>
                  </a:lnTo>
                  <a:lnTo>
                    <a:pt x="489161" y="1211014"/>
                  </a:lnTo>
                  <a:lnTo>
                    <a:pt x="489147" y="1211023"/>
                  </a:lnTo>
                  <a:lnTo>
                    <a:pt x="489139" y="1211027"/>
                  </a:lnTo>
                  <a:lnTo>
                    <a:pt x="489131" y="1211032"/>
                  </a:lnTo>
                  <a:lnTo>
                    <a:pt x="489095" y="1211054"/>
                  </a:lnTo>
                  <a:lnTo>
                    <a:pt x="489064" y="1211072"/>
                  </a:lnTo>
                  <a:lnTo>
                    <a:pt x="489049" y="1211077"/>
                  </a:lnTo>
                  <a:lnTo>
                    <a:pt x="489044" y="1211079"/>
                  </a:lnTo>
                  <a:lnTo>
                    <a:pt x="489025" y="1211086"/>
                  </a:lnTo>
                  <a:lnTo>
                    <a:pt x="488996" y="1211095"/>
                  </a:lnTo>
                  <a:lnTo>
                    <a:pt x="488970" y="1211103"/>
                  </a:lnTo>
                  <a:lnTo>
                    <a:pt x="488946" y="1211112"/>
                  </a:lnTo>
                  <a:lnTo>
                    <a:pt x="488919" y="1211120"/>
                  </a:lnTo>
                  <a:lnTo>
                    <a:pt x="488909" y="1211119"/>
                  </a:lnTo>
                  <a:lnTo>
                    <a:pt x="488907" y="1211108"/>
                  </a:lnTo>
                  <a:lnTo>
                    <a:pt x="488906" y="1211086"/>
                  </a:lnTo>
                  <a:lnTo>
                    <a:pt x="488906" y="1211061"/>
                  </a:lnTo>
                  <a:lnTo>
                    <a:pt x="488905" y="1211052"/>
                  </a:lnTo>
                  <a:lnTo>
                    <a:pt x="488901" y="1211046"/>
                  </a:lnTo>
                  <a:lnTo>
                    <a:pt x="488895" y="1211040"/>
                  </a:lnTo>
                  <a:lnTo>
                    <a:pt x="488892" y="1211037"/>
                  </a:lnTo>
                  <a:lnTo>
                    <a:pt x="488888" y="1211027"/>
                  </a:lnTo>
                  <a:lnTo>
                    <a:pt x="488883" y="1211006"/>
                  </a:lnTo>
                  <a:lnTo>
                    <a:pt x="488867" y="1210950"/>
                  </a:lnTo>
                  <a:lnTo>
                    <a:pt x="488860" y="1210908"/>
                  </a:lnTo>
                  <a:lnTo>
                    <a:pt x="488858" y="1210902"/>
                  </a:lnTo>
                  <a:lnTo>
                    <a:pt x="488855" y="1210862"/>
                  </a:lnTo>
                  <a:lnTo>
                    <a:pt x="488853" y="1210836"/>
                  </a:lnTo>
                  <a:lnTo>
                    <a:pt x="488846" y="1210809"/>
                  </a:lnTo>
                  <a:lnTo>
                    <a:pt x="488838" y="1210793"/>
                  </a:lnTo>
                  <a:lnTo>
                    <a:pt x="488832" y="1210770"/>
                  </a:lnTo>
                  <a:lnTo>
                    <a:pt x="488831" y="1210761"/>
                  </a:lnTo>
                  <a:lnTo>
                    <a:pt x="488830" y="1210753"/>
                  </a:lnTo>
                  <a:lnTo>
                    <a:pt x="488832" y="1210743"/>
                  </a:lnTo>
                  <a:lnTo>
                    <a:pt x="488842" y="1210708"/>
                  </a:lnTo>
                  <a:lnTo>
                    <a:pt x="488846" y="1210696"/>
                  </a:lnTo>
                  <a:lnTo>
                    <a:pt x="488853" y="1210676"/>
                  </a:lnTo>
                  <a:lnTo>
                    <a:pt x="488855" y="1210658"/>
                  </a:lnTo>
                  <a:lnTo>
                    <a:pt x="488853" y="1210634"/>
                  </a:lnTo>
                  <a:lnTo>
                    <a:pt x="488844" y="1210607"/>
                  </a:lnTo>
                  <a:lnTo>
                    <a:pt x="488840" y="1210595"/>
                  </a:lnTo>
                  <a:lnTo>
                    <a:pt x="488821" y="1210555"/>
                  </a:lnTo>
                  <a:lnTo>
                    <a:pt x="488807" y="1210531"/>
                  </a:lnTo>
                  <a:lnTo>
                    <a:pt x="488797" y="1210509"/>
                  </a:lnTo>
                  <a:lnTo>
                    <a:pt x="488783" y="1210470"/>
                  </a:lnTo>
                  <a:lnTo>
                    <a:pt x="488777" y="1210454"/>
                  </a:lnTo>
                  <a:lnTo>
                    <a:pt x="488773" y="1210444"/>
                  </a:lnTo>
                  <a:lnTo>
                    <a:pt x="488763" y="1210432"/>
                  </a:lnTo>
                  <a:lnTo>
                    <a:pt x="488753" y="1210425"/>
                  </a:lnTo>
                  <a:lnTo>
                    <a:pt x="488739" y="1210419"/>
                  </a:lnTo>
                  <a:lnTo>
                    <a:pt x="488719" y="1210413"/>
                  </a:lnTo>
                  <a:lnTo>
                    <a:pt x="488689" y="1210410"/>
                  </a:lnTo>
                  <a:lnTo>
                    <a:pt x="488672" y="1210408"/>
                  </a:lnTo>
                  <a:lnTo>
                    <a:pt x="488639" y="1210403"/>
                  </a:lnTo>
                  <a:lnTo>
                    <a:pt x="488602" y="1210397"/>
                  </a:lnTo>
                  <a:lnTo>
                    <a:pt x="488564" y="1210392"/>
                  </a:lnTo>
                  <a:lnTo>
                    <a:pt x="488558" y="1210391"/>
                  </a:lnTo>
                  <a:lnTo>
                    <a:pt x="488516" y="1210380"/>
                  </a:lnTo>
                  <a:lnTo>
                    <a:pt x="488490" y="1210374"/>
                  </a:lnTo>
                  <a:lnTo>
                    <a:pt x="488476" y="1210374"/>
                  </a:lnTo>
                  <a:lnTo>
                    <a:pt x="488465" y="1210376"/>
                  </a:lnTo>
                  <a:lnTo>
                    <a:pt x="488441" y="1210394"/>
                  </a:lnTo>
                  <a:lnTo>
                    <a:pt x="488408" y="1210416"/>
                  </a:lnTo>
                  <a:lnTo>
                    <a:pt x="488390" y="1210427"/>
                  </a:lnTo>
                  <a:lnTo>
                    <a:pt x="488371" y="1210438"/>
                  </a:lnTo>
                  <a:lnTo>
                    <a:pt x="488353" y="1210446"/>
                  </a:lnTo>
                  <a:lnTo>
                    <a:pt x="488315" y="1210457"/>
                  </a:lnTo>
                  <a:lnTo>
                    <a:pt x="488279" y="1210463"/>
                  </a:lnTo>
                  <a:lnTo>
                    <a:pt x="488254" y="1210466"/>
                  </a:lnTo>
                  <a:lnTo>
                    <a:pt x="488193" y="1210469"/>
                  </a:lnTo>
                  <a:lnTo>
                    <a:pt x="488148" y="1210468"/>
                  </a:lnTo>
                  <a:lnTo>
                    <a:pt x="488094" y="1210468"/>
                  </a:lnTo>
                  <a:lnTo>
                    <a:pt x="488053" y="1210471"/>
                  </a:lnTo>
                  <a:lnTo>
                    <a:pt x="488039" y="1210469"/>
                  </a:lnTo>
                  <a:lnTo>
                    <a:pt x="488017" y="1210464"/>
                  </a:lnTo>
                  <a:lnTo>
                    <a:pt x="487975" y="1210450"/>
                  </a:lnTo>
                  <a:lnTo>
                    <a:pt x="487951" y="1210443"/>
                  </a:lnTo>
                  <a:lnTo>
                    <a:pt x="487938" y="1210440"/>
                  </a:lnTo>
                  <a:lnTo>
                    <a:pt x="487879" y="1210430"/>
                  </a:lnTo>
                  <a:lnTo>
                    <a:pt x="487847" y="1210426"/>
                  </a:lnTo>
                  <a:lnTo>
                    <a:pt x="487782" y="1210418"/>
                  </a:lnTo>
                  <a:lnTo>
                    <a:pt x="487778" y="1210418"/>
                  </a:lnTo>
                  <a:lnTo>
                    <a:pt x="487764" y="1210417"/>
                  </a:lnTo>
                  <a:lnTo>
                    <a:pt x="487754" y="1210416"/>
                  </a:lnTo>
                  <a:lnTo>
                    <a:pt x="487736" y="1210413"/>
                  </a:lnTo>
                  <a:lnTo>
                    <a:pt x="487729" y="1210410"/>
                  </a:lnTo>
                  <a:lnTo>
                    <a:pt x="487705" y="1210405"/>
                  </a:lnTo>
                  <a:lnTo>
                    <a:pt x="487684" y="1210402"/>
                  </a:lnTo>
                  <a:lnTo>
                    <a:pt x="487675" y="1210402"/>
                  </a:lnTo>
                  <a:lnTo>
                    <a:pt x="487662" y="1210404"/>
                  </a:lnTo>
                  <a:lnTo>
                    <a:pt x="487651" y="1210409"/>
                  </a:lnTo>
                  <a:lnTo>
                    <a:pt x="487633" y="1210418"/>
                  </a:lnTo>
                  <a:lnTo>
                    <a:pt x="487615" y="1210433"/>
                  </a:lnTo>
                  <a:lnTo>
                    <a:pt x="487585" y="1210461"/>
                  </a:lnTo>
                  <a:lnTo>
                    <a:pt x="487574" y="1210476"/>
                  </a:lnTo>
                  <a:lnTo>
                    <a:pt x="487552" y="1210509"/>
                  </a:lnTo>
                  <a:lnTo>
                    <a:pt x="487529" y="1210538"/>
                  </a:lnTo>
                  <a:lnTo>
                    <a:pt x="487524" y="1210542"/>
                  </a:lnTo>
                  <a:lnTo>
                    <a:pt x="487511" y="1210552"/>
                  </a:lnTo>
                  <a:lnTo>
                    <a:pt x="487491" y="1210562"/>
                  </a:lnTo>
                  <a:lnTo>
                    <a:pt x="487472" y="1210574"/>
                  </a:lnTo>
                  <a:lnTo>
                    <a:pt x="487461" y="1210582"/>
                  </a:lnTo>
                  <a:lnTo>
                    <a:pt x="487452" y="1210590"/>
                  </a:lnTo>
                  <a:lnTo>
                    <a:pt x="487430" y="1210616"/>
                  </a:lnTo>
                  <a:lnTo>
                    <a:pt x="487419" y="1210628"/>
                  </a:lnTo>
                  <a:lnTo>
                    <a:pt x="487396" y="1210650"/>
                  </a:lnTo>
                  <a:lnTo>
                    <a:pt x="487380" y="1210669"/>
                  </a:lnTo>
                  <a:lnTo>
                    <a:pt x="487361" y="1210684"/>
                  </a:lnTo>
                  <a:lnTo>
                    <a:pt x="487342" y="1210696"/>
                  </a:lnTo>
                  <a:lnTo>
                    <a:pt x="487331" y="1210701"/>
                  </a:lnTo>
                  <a:lnTo>
                    <a:pt x="487314" y="1210710"/>
                  </a:lnTo>
                  <a:lnTo>
                    <a:pt x="487299" y="1210720"/>
                  </a:lnTo>
                  <a:lnTo>
                    <a:pt x="487291" y="1210723"/>
                  </a:lnTo>
                  <a:lnTo>
                    <a:pt x="487282" y="1210725"/>
                  </a:lnTo>
                  <a:lnTo>
                    <a:pt x="487271" y="1210727"/>
                  </a:lnTo>
                  <a:lnTo>
                    <a:pt x="487243" y="1210728"/>
                  </a:lnTo>
                  <a:lnTo>
                    <a:pt x="487230" y="1210728"/>
                  </a:lnTo>
                  <a:lnTo>
                    <a:pt x="487222" y="1210728"/>
                  </a:lnTo>
                  <a:lnTo>
                    <a:pt x="487217" y="1210728"/>
                  </a:lnTo>
                  <a:lnTo>
                    <a:pt x="487200" y="1210729"/>
                  </a:lnTo>
                  <a:lnTo>
                    <a:pt x="487187" y="1210733"/>
                  </a:lnTo>
                  <a:lnTo>
                    <a:pt x="487175" y="1210739"/>
                  </a:lnTo>
                  <a:lnTo>
                    <a:pt x="487160" y="1210743"/>
                  </a:lnTo>
                  <a:lnTo>
                    <a:pt x="487144" y="1210744"/>
                  </a:lnTo>
                  <a:lnTo>
                    <a:pt x="487126" y="1210745"/>
                  </a:lnTo>
                  <a:lnTo>
                    <a:pt x="487109" y="1210747"/>
                  </a:lnTo>
                  <a:lnTo>
                    <a:pt x="487099" y="1210748"/>
                  </a:lnTo>
                  <a:lnTo>
                    <a:pt x="487092" y="1210748"/>
                  </a:lnTo>
                  <a:lnTo>
                    <a:pt x="487087" y="1210748"/>
                  </a:lnTo>
                  <a:lnTo>
                    <a:pt x="487076" y="1210745"/>
                  </a:lnTo>
                  <a:lnTo>
                    <a:pt x="487062" y="1210739"/>
                  </a:lnTo>
                  <a:lnTo>
                    <a:pt x="487046" y="1210728"/>
                  </a:lnTo>
                  <a:lnTo>
                    <a:pt x="487036" y="1210718"/>
                  </a:lnTo>
                  <a:lnTo>
                    <a:pt x="487026" y="1210706"/>
                  </a:lnTo>
                  <a:lnTo>
                    <a:pt x="487015" y="1210691"/>
                  </a:lnTo>
                  <a:lnTo>
                    <a:pt x="487012" y="1210685"/>
                  </a:lnTo>
                  <a:lnTo>
                    <a:pt x="487004" y="1210672"/>
                  </a:lnTo>
                  <a:lnTo>
                    <a:pt x="486992" y="1210647"/>
                  </a:lnTo>
                  <a:lnTo>
                    <a:pt x="486983" y="1210631"/>
                  </a:lnTo>
                  <a:lnTo>
                    <a:pt x="486970" y="1210613"/>
                  </a:lnTo>
                  <a:lnTo>
                    <a:pt x="486952" y="1210588"/>
                  </a:lnTo>
                  <a:lnTo>
                    <a:pt x="486938" y="1210573"/>
                  </a:lnTo>
                  <a:lnTo>
                    <a:pt x="486932" y="1210567"/>
                  </a:lnTo>
                  <a:lnTo>
                    <a:pt x="486922" y="1210559"/>
                  </a:lnTo>
                  <a:lnTo>
                    <a:pt x="486911" y="1210549"/>
                  </a:lnTo>
                  <a:lnTo>
                    <a:pt x="486899" y="1210537"/>
                  </a:lnTo>
                  <a:lnTo>
                    <a:pt x="486887" y="1210525"/>
                  </a:lnTo>
                  <a:lnTo>
                    <a:pt x="486880" y="1210519"/>
                  </a:lnTo>
                  <a:lnTo>
                    <a:pt x="486871" y="1210511"/>
                  </a:lnTo>
                  <a:lnTo>
                    <a:pt x="486866" y="1210508"/>
                  </a:lnTo>
                  <a:lnTo>
                    <a:pt x="486859" y="1210507"/>
                  </a:lnTo>
                  <a:lnTo>
                    <a:pt x="486854" y="1210510"/>
                  </a:lnTo>
                  <a:lnTo>
                    <a:pt x="486848" y="1210516"/>
                  </a:lnTo>
                  <a:lnTo>
                    <a:pt x="486841" y="1210526"/>
                  </a:lnTo>
                  <a:lnTo>
                    <a:pt x="486838" y="1210537"/>
                  </a:lnTo>
                  <a:lnTo>
                    <a:pt x="486832" y="1210581"/>
                  </a:lnTo>
                  <a:lnTo>
                    <a:pt x="486827" y="1210605"/>
                  </a:lnTo>
                  <a:lnTo>
                    <a:pt x="486821" y="1210624"/>
                  </a:lnTo>
                  <a:lnTo>
                    <a:pt x="486814" y="1210637"/>
                  </a:lnTo>
                  <a:lnTo>
                    <a:pt x="486803" y="1210649"/>
                  </a:lnTo>
                  <a:lnTo>
                    <a:pt x="486790" y="1210658"/>
                  </a:lnTo>
                  <a:lnTo>
                    <a:pt x="486783" y="1210663"/>
                  </a:lnTo>
                  <a:lnTo>
                    <a:pt x="486773" y="1210668"/>
                  </a:lnTo>
                  <a:lnTo>
                    <a:pt x="486752" y="1210675"/>
                  </a:lnTo>
                  <a:lnTo>
                    <a:pt x="486739" y="1210678"/>
                  </a:lnTo>
                  <a:lnTo>
                    <a:pt x="486733" y="1210679"/>
                  </a:lnTo>
                  <a:lnTo>
                    <a:pt x="486722" y="1210681"/>
                  </a:lnTo>
                  <a:lnTo>
                    <a:pt x="486705" y="1210682"/>
                  </a:lnTo>
                  <a:lnTo>
                    <a:pt x="486692" y="1210681"/>
                  </a:lnTo>
                  <a:lnTo>
                    <a:pt x="486685" y="1210681"/>
                  </a:lnTo>
                  <a:lnTo>
                    <a:pt x="486654" y="1210680"/>
                  </a:lnTo>
                  <a:lnTo>
                    <a:pt x="486635" y="1210678"/>
                  </a:lnTo>
                  <a:lnTo>
                    <a:pt x="486593" y="1210674"/>
                  </a:lnTo>
                  <a:lnTo>
                    <a:pt x="486584" y="1210674"/>
                  </a:lnTo>
                  <a:lnTo>
                    <a:pt x="486561" y="1210676"/>
                  </a:lnTo>
                  <a:lnTo>
                    <a:pt x="486551" y="1210678"/>
                  </a:lnTo>
                  <a:lnTo>
                    <a:pt x="486545" y="1210680"/>
                  </a:lnTo>
                  <a:lnTo>
                    <a:pt x="486537" y="1210683"/>
                  </a:lnTo>
                  <a:lnTo>
                    <a:pt x="486516" y="1210694"/>
                  </a:lnTo>
                  <a:lnTo>
                    <a:pt x="486485" y="1210715"/>
                  </a:lnTo>
                  <a:lnTo>
                    <a:pt x="486479" y="1210722"/>
                  </a:lnTo>
                  <a:lnTo>
                    <a:pt x="486467" y="1210735"/>
                  </a:lnTo>
                  <a:lnTo>
                    <a:pt x="486454" y="1210751"/>
                  </a:lnTo>
                  <a:lnTo>
                    <a:pt x="486439" y="1210769"/>
                  </a:lnTo>
                  <a:lnTo>
                    <a:pt x="486424" y="1210788"/>
                  </a:lnTo>
                  <a:lnTo>
                    <a:pt x="486421" y="1210792"/>
                  </a:lnTo>
                  <a:lnTo>
                    <a:pt x="486410" y="1210804"/>
                  </a:lnTo>
                  <a:lnTo>
                    <a:pt x="486396" y="1210816"/>
                  </a:lnTo>
                  <a:lnTo>
                    <a:pt x="486381" y="1210829"/>
                  </a:lnTo>
                  <a:lnTo>
                    <a:pt x="486367" y="1210841"/>
                  </a:lnTo>
                  <a:lnTo>
                    <a:pt x="486355" y="1210851"/>
                  </a:lnTo>
                  <a:lnTo>
                    <a:pt x="486343" y="1210868"/>
                  </a:lnTo>
                  <a:lnTo>
                    <a:pt x="486337" y="1210880"/>
                  </a:lnTo>
                  <a:lnTo>
                    <a:pt x="486331" y="1210898"/>
                  </a:lnTo>
                  <a:lnTo>
                    <a:pt x="486319" y="1210945"/>
                  </a:lnTo>
                  <a:lnTo>
                    <a:pt x="486309" y="1210989"/>
                  </a:lnTo>
                  <a:lnTo>
                    <a:pt x="486305" y="1211013"/>
                  </a:lnTo>
                  <a:lnTo>
                    <a:pt x="486303" y="1211018"/>
                  </a:lnTo>
                  <a:lnTo>
                    <a:pt x="486298" y="1211021"/>
                  </a:lnTo>
                  <a:lnTo>
                    <a:pt x="486293" y="1211022"/>
                  </a:lnTo>
                  <a:lnTo>
                    <a:pt x="486279" y="1211021"/>
                  </a:lnTo>
                  <a:lnTo>
                    <a:pt x="486251" y="1211023"/>
                  </a:lnTo>
                  <a:lnTo>
                    <a:pt x="486245" y="1211024"/>
                  </a:lnTo>
                  <a:lnTo>
                    <a:pt x="486228" y="1211026"/>
                  </a:lnTo>
                  <a:lnTo>
                    <a:pt x="486213" y="1211028"/>
                  </a:lnTo>
                  <a:lnTo>
                    <a:pt x="486186" y="1211030"/>
                  </a:lnTo>
                  <a:lnTo>
                    <a:pt x="486167" y="1211029"/>
                  </a:lnTo>
                  <a:lnTo>
                    <a:pt x="486152" y="1211031"/>
                  </a:lnTo>
                  <a:lnTo>
                    <a:pt x="486139" y="1211034"/>
                  </a:lnTo>
                  <a:lnTo>
                    <a:pt x="486130" y="1211035"/>
                  </a:lnTo>
                  <a:lnTo>
                    <a:pt x="486123" y="1211034"/>
                  </a:lnTo>
                  <a:lnTo>
                    <a:pt x="486118" y="1211032"/>
                  </a:lnTo>
                  <a:lnTo>
                    <a:pt x="486109" y="1211029"/>
                  </a:lnTo>
                  <a:lnTo>
                    <a:pt x="486105" y="1211027"/>
                  </a:lnTo>
                  <a:lnTo>
                    <a:pt x="486092" y="1211024"/>
                  </a:lnTo>
                  <a:lnTo>
                    <a:pt x="486083" y="1211024"/>
                  </a:lnTo>
                  <a:lnTo>
                    <a:pt x="486073" y="1211024"/>
                  </a:lnTo>
                  <a:lnTo>
                    <a:pt x="486053" y="1211030"/>
                  </a:lnTo>
                  <a:lnTo>
                    <a:pt x="486034" y="1211037"/>
                  </a:lnTo>
                  <a:lnTo>
                    <a:pt x="486024" y="1211038"/>
                  </a:lnTo>
                  <a:lnTo>
                    <a:pt x="486011" y="1211038"/>
                  </a:lnTo>
                  <a:lnTo>
                    <a:pt x="485996" y="1211038"/>
                  </a:lnTo>
                  <a:lnTo>
                    <a:pt x="485978" y="1211037"/>
                  </a:lnTo>
                  <a:lnTo>
                    <a:pt x="485970" y="1211038"/>
                  </a:lnTo>
                  <a:lnTo>
                    <a:pt x="485954" y="1211040"/>
                  </a:lnTo>
                  <a:lnTo>
                    <a:pt x="485949" y="1211041"/>
                  </a:lnTo>
                  <a:lnTo>
                    <a:pt x="485934" y="1211045"/>
                  </a:lnTo>
                  <a:lnTo>
                    <a:pt x="485902" y="1211057"/>
                  </a:lnTo>
                  <a:lnTo>
                    <a:pt x="485876" y="1211069"/>
                  </a:lnTo>
                  <a:lnTo>
                    <a:pt x="485854" y="1211081"/>
                  </a:lnTo>
                  <a:lnTo>
                    <a:pt x="485833" y="1211098"/>
                  </a:lnTo>
                  <a:lnTo>
                    <a:pt x="485824" y="1211106"/>
                  </a:lnTo>
                  <a:lnTo>
                    <a:pt x="485818" y="1211110"/>
                  </a:lnTo>
                  <a:lnTo>
                    <a:pt x="485812" y="1211113"/>
                  </a:lnTo>
                  <a:lnTo>
                    <a:pt x="485807" y="1211116"/>
                  </a:lnTo>
                  <a:lnTo>
                    <a:pt x="485794" y="1211121"/>
                  </a:lnTo>
                  <a:lnTo>
                    <a:pt x="485769" y="1211123"/>
                  </a:lnTo>
                  <a:lnTo>
                    <a:pt x="485760" y="1211122"/>
                  </a:lnTo>
                  <a:lnTo>
                    <a:pt x="485748" y="1211122"/>
                  </a:lnTo>
                  <a:lnTo>
                    <a:pt x="485727" y="1211120"/>
                  </a:lnTo>
                  <a:lnTo>
                    <a:pt x="485709" y="1211113"/>
                  </a:lnTo>
                  <a:lnTo>
                    <a:pt x="485676" y="1211098"/>
                  </a:lnTo>
                  <a:lnTo>
                    <a:pt x="485659" y="1211091"/>
                  </a:lnTo>
                  <a:lnTo>
                    <a:pt x="485644" y="1211087"/>
                  </a:lnTo>
                  <a:lnTo>
                    <a:pt x="485626" y="1211087"/>
                  </a:lnTo>
                  <a:lnTo>
                    <a:pt x="485591" y="1211087"/>
                  </a:lnTo>
                  <a:lnTo>
                    <a:pt x="485581" y="1211086"/>
                  </a:lnTo>
                  <a:lnTo>
                    <a:pt x="485562" y="1211078"/>
                  </a:lnTo>
                  <a:lnTo>
                    <a:pt x="485555" y="1211075"/>
                  </a:lnTo>
                  <a:lnTo>
                    <a:pt x="485540" y="1211064"/>
                  </a:lnTo>
                  <a:lnTo>
                    <a:pt x="485536" y="1211059"/>
                  </a:lnTo>
                  <a:lnTo>
                    <a:pt x="485532" y="1211055"/>
                  </a:lnTo>
                  <a:lnTo>
                    <a:pt x="485521" y="1211043"/>
                  </a:lnTo>
                  <a:lnTo>
                    <a:pt x="485507" y="1211030"/>
                  </a:lnTo>
                  <a:lnTo>
                    <a:pt x="485500" y="1211027"/>
                  </a:lnTo>
                  <a:lnTo>
                    <a:pt x="485491" y="1211026"/>
                  </a:lnTo>
                  <a:lnTo>
                    <a:pt x="485482" y="1211027"/>
                  </a:lnTo>
                  <a:lnTo>
                    <a:pt x="485477" y="1211029"/>
                  </a:lnTo>
                  <a:lnTo>
                    <a:pt x="485462" y="1211035"/>
                  </a:lnTo>
                  <a:lnTo>
                    <a:pt x="485450" y="1211042"/>
                  </a:lnTo>
                  <a:lnTo>
                    <a:pt x="485439" y="1211049"/>
                  </a:lnTo>
                  <a:lnTo>
                    <a:pt x="485428" y="1211057"/>
                  </a:lnTo>
                  <a:lnTo>
                    <a:pt x="485421" y="1211064"/>
                  </a:lnTo>
                  <a:lnTo>
                    <a:pt x="485405" y="1211080"/>
                  </a:lnTo>
                  <a:lnTo>
                    <a:pt x="485386" y="1211103"/>
                  </a:lnTo>
                  <a:lnTo>
                    <a:pt x="485379" y="1211113"/>
                  </a:lnTo>
                  <a:lnTo>
                    <a:pt x="485368" y="1211126"/>
                  </a:lnTo>
                  <a:lnTo>
                    <a:pt x="485352" y="1211146"/>
                  </a:lnTo>
                  <a:lnTo>
                    <a:pt x="485345" y="1211159"/>
                  </a:lnTo>
                  <a:lnTo>
                    <a:pt x="485339" y="1211171"/>
                  </a:lnTo>
                  <a:lnTo>
                    <a:pt x="485336" y="1211176"/>
                  </a:lnTo>
                  <a:lnTo>
                    <a:pt x="485332" y="1211185"/>
                  </a:lnTo>
                  <a:lnTo>
                    <a:pt x="485326" y="1211193"/>
                  </a:lnTo>
                  <a:lnTo>
                    <a:pt x="485319" y="1211200"/>
                  </a:lnTo>
                  <a:lnTo>
                    <a:pt x="485310" y="1211207"/>
                  </a:lnTo>
                  <a:lnTo>
                    <a:pt x="485302" y="1211212"/>
                  </a:lnTo>
                  <a:lnTo>
                    <a:pt x="485293" y="1211216"/>
                  </a:lnTo>
                  <a:lnTo>
                    <a:pt x="485284" y="1211220"/>
                  </a:lnTo>
                  <a:lnTo>
                    <a:pt x="485260" y="1211233"/>
                  </a:lnTo>
                  <a:lnTo>
                    <a:pt x="485246" y="1211241"/>
                  </a:lnTo>
                  <a:lnTo>
                    <a:pt x="485231" y="1211254"/>
                  </a:lnTo>
                  <a:lnTo>
                    <a:pt x="485226" y="1211260"/>
                  </a:lnTo>
                  <a:lnTo>
                    <a:pt x="485220" y="1211266"/>
                  </a:lnTo>
                  <a:lnTo>
                    <a:pt x="485212" y="1211279"/>
                  </a:lnTo>
                  <a:lnTo>
                    <a:pt x="485205" y="1211290"/>
                  </a:lnTo>
                  <a:lnTo>
                    <a:pt x="485202" y="1211297"/>
                  </a:lnTo>
                  <a:lnTo>
                    <a:pt x="485195" y="1211309"/>
                  </a:lnTo>
                  <a:lnTo>
                    <a:pt x="485189" y="1211317"/>
                  </a:lnTo>
                  <a:lnTo>
                    <a:pt x="485181" y="1211324"/>
                  </a:lnTo>
                  <a:lnTo>
                    <a:pt x="485167" y="1211334"/>
                  </a:lnTo>
                  <a:lnTo>
                    <a:pt x="485160" y="1211338"/>
                  </a:lnTo>
                  <a:lnTo>
                    <a:pt x="485142" y="1211350"/>
                  </a:lnTo>
                  <a:lnTo>
                    <a:pt x="485133" y="1211358"/>
                  </a:lnTo>
                  <a:lnTo>
                    <a:pt x="485127" y="1211366"/>
                  </a:lnTo>
                  <a:lnTo>
                    <a:pt x="485121" y="1211374"/>
                  </a:lnTo>
                  <a:lnTo>
                    <a:pt x="485094" y="1211416"/>
                  </a:lnTo>
                  <a:lnTo>
                    <a:pt x="485075" y="1211438"/>
                  </a:lnTo>
                  <a:lnTo>
                    <a:pt x="485063" y="1211451"/>
                  </a:lnTo>
                  <a:lnTo>
                    <a:pt x="485054" y="1211460"/>
                  </a:lnTo>
                  <a:lnTo>
                    <a:pt x="485050" y="1211463"/>
                  </a:lnTo>
                  <a:lnTo>
                    <a:pt x="485042" y="1211471"/>
                  </a:lnTo>
                  <a:lnTo>
                    <a:pt x="485036" y="1211477"/>
                  </a:lnTo>
                  <a:lnTo>
                    <a:pt x="485027" y="1211484"/>
                  </a:lnTo>
                  <a:lnTo>
                    <a:pt x="485021" y="1211490"/>
                  </a:lnTo>
                  <a:lnTo>
                    <a:pt x="485017" y="1211496"/>
                  </a:lnTo>
                  <a:lnTo>
                    <a:pt x="485011" y="1211504"/>
                  </a:lnTo>
                  <a:lnTo>
                    <a:pt x="485007" y="1211513"/>
                  </a:lnTo>
                  <a:lnTo>
                    <a:pt x="485004" y="1211521"/>
                  </a:lnTo>
                  <a:lnTo>
                    <a:pt x="485003" y="1211529"/>
                  </a:lnTo>
                  <a:lnTo>
                    <a:pt x="485003" y="1211536"/>
                  </a:lnTo>
                  <a:lnTo>
                    <a:pt x="485004" y="1211544"/>
                  </a:lnTo>
                  <a:lnTo>
                    <a:pt x="485005" y="1211555"/>
                  </a:lnTo>
                  <a:lnTo>
                    <a:pt x="485007" y="1211565"/>
                  </a:lnTo>
                  <a:lnTo>
                    <a:pt x="485009" y="1211577"/>
                  </a:lnTo>
                  <a:lnTo>
                    <a:pt x="484972" y="1211555"/>
                  </a:lnTo>
                  <a:lnTo>
                    <a:pt x="484906" y="1211516"/>
                  </a:lnTo>
                  <a:lnTo>
                    <a:pt x="484899" y="1211512"/>
                  </a:lnTo>
                  <a:lnTo>
                    <a:pt x="484807" y="1211460"/>
                  </a:lnTo>
                  <a:lnTo>
                    <a:pt x="484778" y="1211443"/>
                  </a:lnTo>
                  <a:lnTo>
                    <a:pt x="484707" y="1211402"/>
                  </a:lnTo>
                  <a:lnTo>
                    <a:pt x="484688" y="1211392"/>
                  </a:lnTo>
                  <a:lnTo>
                    <a:pt x="484649" y="1211369"/>
                  </a:lnTo>
                  <a:lnTo>
                    <a:pt x="484607" y="1211346"/>
                  </a:lnTo>
                  <a:lnTo>
                    <a:pt x="484575" y="1211327"/>
                  </a:lnTo>
                  <a:lnTo>
                    <a:pt x="484564" y="1211321"/>
                  </a:lnTo>
                  <a:lnTo>
                    <a:pt x="484510" y="1211290"/>
                  </a:lnTo>
                  <a:lnTo>
                    <a:pt x="484489" y="1211279"/>
                  </a:lnTo>
                  <a:lnTo>
                    <a:pt x="484472" y="1211268"/>
                  </a:lnTo>
                  <a:lnTo>
                    <a:pt x="484411" y="1211233"/>
                  </a:lnTo>
                  <a:lnTo>
                    <a:pt x="484405" y="1211230"/>
                  </a:lnTo>
                  <a:lnTo>
                    <a:pt x="484388" y="1211221"/>
                  </a:lnTo>
                  <a:lnTo>
                    <a:pt x="484350" y="1211199"/>
                  </a:lnTo>
                  <a:lnTo>
                    <a:pt x="484311" y="1211177"/>
                  </a:lnTo>
                  <a:lnTo>
                    <a:pt x="484287" y="1211163"/>
                  </a:lnTo>
                  <a:lnTo>
                    <a:pt x="484213" y="1211122"/>
                  </a:lnTo>
                  <a:lnTo>
                    <a:pt x="484188" y="1211107"/>
                  </a:lnTo>
                  <a:lnTo>
                    <a:pt x="484115" y="1211064"/>
                  </a:lnTo>
                  <a:lnTo>
                    <a:pt x="484103" y="1211057"/>
                  </a:lnTo>
                  <a:lnTo>
                    <a:pt x="484086" y="1211048"/>
                  </a:lnTo>
                  <a:lnTo>
                    <a:pt x="484016" y="1211008"/>
                  </a:lnTo>
                  <a:lnTo>
                    <a:pt x="483983" y="1210990"/>
                  </a:lnTo>
                  <a:lnTo>
                    <a:pt x="483918" y="1210953"/>
                  </a:lnTo>
                  <a:lnTo>
                    <a:pt x="483821" y="1210898"/>
                  </a:lnTo>
                  <a:lnTo>
                    <a:pt x="483763" y="1210864"/>
                  </a:lnTo>
                  <a:lnTo>
                    <a:pt x="483724" y="1210842"/>
                  </a:lnTo>
                  <a:lnTo>
                    <a:pt x="483627" y="1210787"/>
                  </a:lnTo>
                  <a:lnTo>
                    <a:pt x="483566" y="1210751"/>
                  </a:lnTo>
                  <a:lnTo>
                    <a:pt x="483529" y="1210729"/>
                  </a:lnTo>
                  <a:lnTo>
                    <a:pt x="483506" y="1210717"/>
                  </a:lnTo>
                  <a:lnTo>
                    <a:pt x="483433" y="1210675"/>
                  </a:lnTo>
                  <a:lnTo>
                    <a:pt x="483426" y="1210671"/>
                  </a:lnTo>
                  <a:lnTo>
                    <a:pt x="483333" y="1210619"/>
                  </a:lnTo>
                  <a:lnTo>
                    <a:pt x="483234" y="1210563"/>
                  </a:lnTo>
                  <a:lnTo>
                    <a:pt x="483153" y="1210515"/>
                  </a:lnTo>
                  <a:lnTo>
                    <a:pt x="483134" y="1210504"/>
                  </a:lnTo>
                  <a:lnTo>
                    <a:pt x="483126" y="1210501"/>
                  </a:lnTo>
                  <a:lnTo>
                    <a:pt x="483035" y="1210449"/>
                  </a:lnTo>
                  <a:lnTo>
                    <a:pt x="482936" y="1210392"/>
                  </a:lnTo>
                  <a:lnTo>
                    <a:pt x="482931" y="1210390"/>
                  </a:lnTo>
                  <a:lnTo>
                    <a:pt x="482838" y="1210337"/>
                  </a:lnTo>
                  <a:lnTo>
                    <a:pt x="482828" y="1210331"/>
                  </a:lnTo>
                  <a:lnTo>
                    <a:pt x="482740" y="1210281"/>
                  </a:lnTo>
                  <a:lnTo>
                    <a:pt x="482644" y="1210227"/>
                  </a:lnTo>
                  <a:lnTo>
                    <a:pt x="482544" y="1210169"/>
                  </a:lnTo>
                  <a:lnTo>
                    <a:pt x="482448" y="1210115"/>
                  </a:lnTo>
                  <a:lnTo>
                    <a:pt x="482349" y="1210058"/>
                  </a:lnTo>
                  <a:lnTo>
                    <a:pt x="482250" y="1210003"/>
                  </a:lnTo>
                  <a:lnTo>
                    <a:pt x="482155" y="1209949"/>
                  </a:lnTo>
                  <a:lnTo>
                    <a:pt x="482150" y="1209945"/>
                  </a:lnTo>
                  <a:lnTo>
                    <a:pt x="482130" y="1209935"/>
                  </a:lnTo>
                  <a:lnTo>
                    <a:pt x="482052" y="1209891"/>
                  </a:lnTo>
                  <a:lnTo>
                    <a:pt x="482017" y="1209871"/>
                  </a:lnTo>
                  <a:lnTo>
                    <a:pt x="482003" y="1209863"/>
                  </a:lnTo>
                  <a:lnTo>
                    <a:pt x="481953" y="1209833"/>
                  </a:lnTo>
                  <a:lnTo>
                    <a:pt x="481896" y="1209801"/>
                  </a:lnTo>
                  <a:lnTo>
                    <a:pt x="481855" y="1209778"/>
                  </a:lnTo>
                  <a:lnTo>
                    <a:pt x="481823" y="1209760"/>
                  </a:lnTo>
                  <a:lnTo>
                    <a:pt x="481786" y="1209739"/>
                  </a:lnTo>
                  <a:lnTo>
                    <a:pt x="481769" y="1209729"/>
                  </a:lnTo>
                  <a:lnTo>
                    <a:pt x="481756" y="1209722"/>
                  </a:lnTo>
                  <a:lnTo>
                    <a:pt x="481722" y="1209701"/>
                  </a:lnTo>
                  <a:lnTo>
                    <a:pt x="481703" y="1209693"/>
                  </a:lnTo>
                  <a:lnTo>
                    <a:pt x="481689" y="1209689"/>
                  </a:lnTo>
                  <a:lnTo>
                    <a:pt x="481679" y="1209689"/>
                  </a:lnTo>
                  <a:lnTo>
                    <a:pt x="481674" y="1209689"/>
                  </a:lnTo>
                  <a:lnTo>
                    <a:pt x="481660" y="1209692"/>
                  </a:lnTo>
                  <a:lnTo>
                    <a:pt x="481639" y="1209697"/>
                  </a:lnTo>
                  <a:lnTo>
                    <a:pt x="481623" y="1209698"/>
                  </a:lnTo>
                  <a:lnTo>
                    <a:pt x="481613" y="1209698"/>
                  </a:lnTo>
                  <a:lnTo>
                    <a:pt x="481599" y="1209696"/>
                  </a:lnTo>
                  <a:lnTo>
                    <a:pt x="481583" y="1209691"/>
                  </a:lnTo>
                  <a:lnTo>
                    <a:pt x="481563" y="1209686"/>
                  </a:lnTo>
                  <a:lnTo>
                    <a:pt x="481539" y="1209679"/>
                  </a:lnTo>
                  <a:lnTo>
                    <a:pt x="481521" y="1209675"/>
                  </a:lnTo>
                  <a:lnTo>
                    <a:pt x="481509" y="1209673"/>
                  </a:lnTo>
                  <a:lnTo>
                    <a:pt x="481494" y="1209672"/>
                  </a:lnTo>
                  <a:lnTo>
                    <a:pt x="481485" y="1209671"/>
                  </a:lnTo>
                  <a:lnTo>
                    <a:pt x="481474" y="1209670"/>
                  </a:lnTo>
                  <a:lnTo>
                    <a:pt x="481461" y="1209668"/>
                  </a:lnTo>
                  <a:lnTo>
                    <a:pt x="481439" y="1209665"/>
                  </a:lnTo>
                  <a:lnTo>
                    <a:pt x="481426" y="1209664"/>
                  </a:lnTo>
                  <a:lnTo>
                    <a:pt x="481411" y="1209667"/>
                  </a:lnTo>
                  <a:lnTo>
                    <a:pt x="481391" y="1209671"/>
                  </a:lnTo>
                  <a:lnTo>
                    <a:pt x="481369" y="1209679"/>
                  </a:lnTo>
                  <a:lnTo>
                    <a:pt x="481362" y="1209682"/>
                  </a:lnTo>
                  <a:lnTo>
                    <a:pt x="481355" y="1209684"/>
                  </a:lnTo>
                  <a:lnTo>
                    <a:pt x="481343" y="1209686"/>
                  </a:lnTo>
                  <a:lnTo>
                    <a:pt x="481337" y="1209686"/>
                  </a:lnTo>
                  <a:lnTo>
                    <a:pt x="481321" y="1209687"/>
                  </a:lnTo>
                  <a:lnTo>
                    <a:pt x="481311" y="1209687"/>
                  </a:lnTo>
                  <a:lnTo>
                    <a:pt x="481292" y="1209686"/>
                  </a:lnTo>
                  <a:lnTo>
                    <a:pt x="481276" y="1209685"/>
                  </a:lnTo>
                  <a:lnTo>
                    <a:pt x="481266" y="1209683"/>
                  </a:lnTo>
                  <a:lnTo>
                    <a:pt x="481256" y="1209679"/>
                  </a:lnTo>
                  <a:lnTo>
                    <a:pt x="481248" y="1209674"/>
                  </a:lnTo>
                  <a:lnTo>
                    <a:pt x="481233" y="1209667"/>
                  </a:lnTo>
                  <a:lnTo>
                    <a:pt x="481222" y="1209666"/>
                  </a:lnTo>
                  <a:lnTo>
                    <a:pt x="481205" y="1209666"/>
                  </a:lnTo>
                  <a:lnTo>
                    <a:pt x="481165" y="1209667"/>
                  </a:lnTo>
                  <a:lnTo>
                    <a:pt x="481149" y="1209665"/>
                  </a:lnTo>
                  <a:lnTo>
                    <a:pt x="481137" y="1209661"/>
                  </a:lnTo>
                  <a:lnTo>
                    <a:pt x="481132" y="1209660"/>
                  </a:lnTo>
                  <a:lnTo>
                    <a:pt x="481108" y="1209649"/>
                  </a:lnTo>
                  <a:lnTo>
                    <a:pt x="481079" y="1209633"/>
                  </a:lnTo>
                  <a:lnTo>
                    <a:pt x="481066" y="1209623"/>
                  </a:lnTo>
                  <a:lnTo>
                    <a:pt x="481061" y="1209615"/>
                  </a:lnTo>
                  <a:lnTo>
                    <a:pt x="481057" y="1209609"/>
                  </a:lnTo>
                  <a:lnTo>
                    <a:pt x="481051" y="1209598"/>
                  </a:lnTo>
                  <a:lnTo>
                    <a:pt x="481043" y="1209580"/>
                  </a:lnTo>
                  <a:lnTo>
                    <a:pt x="481036" y="1209564"/>
                  </a:lnTo>
                  <a:lnTo>
                    <a:pt x="481030" y="1209559"/>
                  </a:lnTo>
                  <a:lnTo>
                    <a:pt x="480997" y="1209542"/>
                  </a:lnTo>
                  <a:lnTo>
                    <a:pt x="480980" y="1209537"/>
                  </a:lnTo>
                  <a:lnTo>
                    <a:pt x="480966" y="1209543"/>
                  </a:lnTo>
                  <a:lnTo>
                    <a:pt x="480951" y="1209552"/>
                  </a:lnTo>
                  <a:lnTo>
                    <a:pt x="480944" y="1209553"/>
                  </a:lnTo>
                  <a:lnTo>
                    <a:pt x="480926" y="1209558"/>
                  </a:lnTo>
                  <a:lnTo>
                    <a:pt x="480907" y="1209561"/>
                  </a:lnTo>
                  <a:lnTo>
                    <a:pt x="480889" y="1209560"/>
                  </a:lnTo>
                  <a:lnTo>
                    <a:pt x="480875" y="1209558"/>
                  </a:lnTo>
                  <a:lnTo>
                    <a:pt x="480866" y="1209555"/>
                  </a:lnTo>
                  <a:lnTo>
                    <a:pt x="480855" y="1209551"/>
                  </a:lnTo>
                  <a:lnTo>
                    <a:pt x="480850" y="1209548"/>
                  </a:lnTo>
                  <a:lnTo>
                    <a:pt x="480844" y="1209544"/>
                  </a:lnTo>
                  <a:lnTo>
                    <a:pt x="480835" y="1209536"/>
                  </a:lnTo>
                  <a:lnTo>
                    <a:pt x="480820" y="1209526"/>
                  </a:lnTo>
                  <a:lnTo>
                    <a:pt x="480809" y="1209523"/>
                  </a:lnTo>
                  <a:lnTo>
                    <a:pt x="480801" y="1209520"/>
                  </a:lnTo>
                  <a:lnTo>
                    <a:pt x="480789" y="1209517"/>
                  </a:lnTo>
                  <a:lnTo>
                    <a:pt x="480778" y="1209515"/>
                  </a:lnTo>
                  <a:lnTo>
                    <a:pt x="480765" y="1209515"/>
                  </a:lnTo>
                  <a:lnTo>
                    <a:pt x="480748" y="1209514"/>
                  </a:lnTo>
                  <a:lnTo>
                    <a:pt x="480726" y="1209515"/>
                  </a:lnTo>
                  <a:lnTo>
                    <a:pt x="480711" y="1209514"/>
                  </a:lnTo>
                  <a:lnTo>
                    <a:pt x="480671" y="1209511"/>
                  </a:lnTo>
                  <a:lnTo>
                    <a:pt x="480619" y="1209506"/>
                  </a:lnTo>
                  <a:lnTo>
                    <a:pt x="480601" y="1209503"/>
                  </a:lnTo>
                  <a:lnTo>
                    <a:pt x="480594" y="1209502"/>
                  </a:lnTo>
                  <a:lnTo>
                    <a:pt x="480585" y="1209498"/>
                  </a:lnTo>
                  <a:lnTo>
                    <a:pt x="480580" y="1209493"/>
                  </a:lnTo>
                  <a:lnTo>
                    <a:pt x="480569" y="1209486"/>
                  </a:lnTo>
                  <a:lnTo>
                    <a:pt x="480565" y="1209482"/>
                  </a:lnTo>
                  <a:lnTo>
                    <a:pt x="480557" y="1209473"/>
                  </a:lnTo>
                  <a:lnTo>
                    <a:pt x="480553" y="1209469"/>
                  </a:lnTo>
                  <a:lnTo>
                    <a:pt x="480540" y="1209454"/>
                  </a:lnTo>
                  <a:lnTo>
                    <a:pt x="480535" y="1209448"/>
                  </a:lnTo>
                  <a:lnTo>
                    <a:pt x="480524" y="1209439"/>
                  </a:lnTo>
                  <a:lnTo>
                    <a:pt x="480503" y="1209424"/>
                  </a:lnTo>
                  <a:lnTo>
                    <a:pt x="480471" y="1209406"/>
                  </a:lnTo>
                  <a:lnTo>
                    <a:pt x="480417" y="1209377"/>
                  </a:lnTo>
                  <a:lnTo>
                    <a:pt x="480410" y="1209373"/>
                  </a:lnTo>
                  <a:lnTo>
                    <a:pt x="480404" y="1209370"/>
                  </a:lnTo>
                  <a:lnTo>
                    <a:pt x="480398" y="1209364"/>
                  </a:lnTo>
                  <a:lnTo>
                    <a:pt x="480390" y="1209356"/>
                  </a:lnTo>
                  <a:lnTo>
                    <a:pt x="480386" y="1209351"/>
                  </a:lnTo>
                  <a:lnTo>
                    <a:pt x="480380" y="1209343"/>
                  </a:lnTo>
                  <a:lnTo>
                    <a:pt x="480375" y="1209337"/>
                  </a:lnTo>
                  <a:lnTo>
                    <a:pt x="480365" y="1209326"/>
                  </a:lnTo>
                  <a:lnTo>
                    <a:pt x="480360" y="1209319"/>
                  </a:lnTo>
                  <a:lnTo>
                    <a:pt x="480346" y="1209300"/>
                  </a:lnTo>
                  <a:lnTo>
                    <a:pt x="480337" y="1209289"/>
                  </a:lnTo>
                  <a:lnTo>
                    <a:pt x="480323" y="1209278"/>
                  </a:lnTo>
                  <a:lnTo>
                    <a:pt x="480317" y="1209275"/>
                  </a:lnTo>
                  <a:lnTo>
                    <a:pt x="480298" y="1209265"/>
                  </a:lnTo>
                  <a:lnTo>
                    <a:pt x="480281" y="1209260"/>
                  </a:lnTo>
                  <a:lnTo>
                    <a:pt x="480257" y="1209255"/>
                  </a:lnTo>
                  <a:lnTo>
                    <a:pt x="480252" y="1209254"/>
                  </a:lnTo>
                  <a:lnTo>
                    <a:pt x="480245" y="1209254"/>
                  </a:lnTo>
                  <a:lnTo>
                    <a:pt x="480237" y="1209254"/>
                  </a:lnTo>
                  <a:lnTo>
                    <a:pt x="480233" y="1209254"/>
                  </a:lnTo>
                  <a:lnTo>
                    <a:pt x="480228" y="1209255"/>
                  </a:lnTo>
                  <a:lnTo>
                    <a:pt x="480219" y="1209259"/>
                  </a:lnTo>
                  <a:lnTo>
                    <a:pt x="480212" y="1209264"/>
                  </a:lnTo>
                  <a:lnTo>
                    <a:pt x="480180" y="1209286"/>
                  </a:lnTo>
                  <a:lnTo>
                    <a:pt x="480172" y="1209292"/>
                  </a:lnTo>
                  <a:lnTo>
                    <a:pt x="480157" y="1209304"/>
                  </a:lnTo>
                  <a:lnTo>
                    <a:pt x="480133" y="1209322"/>
                  </a:lnTo>
                  <a:lnTo>
                    <a:pt x="480121" y="1209331"/>
                  </a:lnTo>
                  <a:lnTo>
                    <a:pt x="480111" y="1209337"/>
                  </a:lnTo>
                  <a:lnTo>
                    <a:pt x="480099" y="1209341"/>
                  </a:lnTo>
                  <a:lnTo>
                    <a:pt x="480092" y="1209344"/>
                  </a:lnTo>
                  <a:lnTo>
                    <a:pt x="480086" y="1209345"/>
                  </a:lnTo>
                  <a:lnTo>
                    <a:pt x="480080" y="1209346"/>
                  </a:lnTo>
                  <a:lnTo>
                    <a:pt x="480068" y="1209348"/>
                  </a:lnTo>
                  <a:lnTo>
                    <a:pt x="480057" y="1209349"/>
                  </a:lnTo>
                  <a:lnTo>
                    <a:pt x="480026" y="1209352"/>
                  </a:lnTo>
                  <a:lnTo>
                    <a:pt x="480017" y="1209353"/>
                  </a:lnTo>
                  <a:lnTo>
                    <a:pt x="480012" y="1209353"/>
                  </a:lnTo>
                  <a:lnTo>
                    <a:pt x="480008" y="1209353"/>
                  </a:lnTo>
                  <a:lnTo>
                    <a:pt x="479986" y="1209354"/>
                  </a:lnTo>
                  <a:lnTo>
                    <a:pt x="479945" y="1209353"/>
                  </a:lnTo>
                  <a:lnTo>
                    <a:pt x="479939" y="1209352"/>
                  </a:lnTo>
                  <a:lnTo>
                    <a:pt x="479920" y="1209352"/>
                  </a:lnTo>
                  <a:lnTo>
                    <a:pt x="479905" y="1209351"/>
                  </a:lnTo>
                  <a:lnTo>
                    <a:pt x="479871" y="1209350"/>
                  </a:lnTo>
                  <a:lnTo>
                    <a:pt x="479862" y="1209349"/>
                  </a:lnTo>
                  <a:lnTo>
                    <a:pt x="479842" y="1209344"/>
                  </a:lnTo>
                  <a:lnTo>
                    <a:pt x="479807" y="1209334"/>
                  </a:lnTo>
                  <a:lnTo>
                    <a:pt x="479796" y="1209331"/>
                  </a:lnTo>
                  <a:lnTo>
                    <a:pt x="479781" y="1209326"/>
                  </a:lnTo>
                  <a:lnTo>
                    <a:pt x="479768" y="1209322"/>
                  </a:lnTo>
                  <a:lnTo>
                    <a:pt x="479752" y="1209314"/>
                  </a:lnTo>
                  <a:lnTo>
                    <a:pt x="479735" y="1209306"/>
                  </a:lnTo>
                  <a:lnTo>
                    <a:pt x="479712" y="1209293"/>
                  </a:lnTo>
                  <a:lnTo>
                    <a:pt x="479694" y="1209281"/>
                  </a:lnTo>
                  <a:lnTo>
                    <a:pt x="479678" y="1209269"/>
                  </a:lnTo>
                  <a:lnTo>
                    <a:pt x="479662" y="1209255"/>
                  </a:lnTo>
                  <a:lnTo>
                    <a:pt x="479648" y="1209241"/>
                  </a:lnTo>
                  <a:lnTo>
                    <a:pt x="479635" y="1209226"/>
                  </a:lnTo>
                  <a:lnTo>
                    <a:pt x="479626" y="1209214"/>
                  </a:lnTo>
                  <a:lnTo>
                    <a:pt x="479617" y="1209198"/>
                  </a:lnTo>
                  <a:lnTo>
                    <a:pt x="479609" y="1209181"/>
                  </a:lnTo>
                  <a:lnTo>
                    <a:pt x="479597" y="1209179"/>
                  </a:lnTo>
                  <a:lnTo>
                    <a:pt x="479566" y="1209178"/>
                  </a:lnTo>
                  <a:lnTo>
                    <a:pt x="479554" y="1209178"/>
                  </a:lnTo>
                  <a:lnTo>
                    <a:pt x="479544" y="1209179"/>
                  </a:lnTo>
                  <a:lnTo>
                    <a:pt x="479522" y="1209182"/>
                  </a:lnTo>
                  <a:lnTo>
                    <a:pt x="479496" y="1209187"/>
                  </a:lnTo>
                  <a:lnTo>
                    <a:pt x="479480" y="1209188"/>
                  </a:lnTo>
                  <a:lnTo>
                    <a:pt x="479470" y="1209188"/>
                  </a:lnTo>
                  <a:lnTo>
                    <a:pt x="479437" y="1209183"/>
                  </a:lnTo>
                  <a:lnTo>
                    <a:pt x="479422" y="1209180"/>
                  </a:lnTo>
                  <a:lnTo>
                    <a:pt x="479411" y="1209178"/>
                  </a:lnTo>
                  <a:lnTo>
                    <a:pt x="479377" y="1209176"/>
                  </a:lnTo>
                  <a:lnTo>
                    <a:pt x="479371" y="1209175"/>
                  </a:lnTo>
                  <a:lnTo>
                    <a:pt x="479365" y="1209172"/>
                  </a:lnTo>
                  <a:lnTo>
                    <a:pt x="479358" y="1209168"/>
                  </a:lnTo>
                  <a:lnTo>
                    <a:pt x="479351" y="1209163"/>
                  </a:lnTo>
                  <a:lnTo>
                    <a:pt x="479347" y="1209160"/>
                  </a:lnTo>
                  <a:lnTo>
                    <a:pt x="479332" y="1209142"/>
                  </a:lnTo>
                  <a:lnTo>
                    <a:pt x="479324" y="1209132"/>
                  </a:lnTo>
                  <a:lnTo>
                    <a:pt x="479315" y="1209120"/>
                  </a:lnTo>
                  <a:lnTo>
                    <a:pt x="479305" y="1209102"/>
                  </a:lnTo>
                  <a:lnTo>
                    <a:pt x="479288" y="1209075"/>
                  </a:lnTo>
                  <a:lnTo>
                    <a:pt x="479284" y="1209066"/>
                  </a:lnTo>
                  <a:lnTo>
                    <a:pt x="479263" y="1209017"/>
                  </a:lnTo>
                  <a:lnTo>
                    <a:pt x="479259" y="1209001"/>
                  </a:lnTo>
                  <a:lnTo>
                    <a:pt x="479254" y="1208978"/>
                  </a:lnTo>
                  <a:lnTo>
                    <a:pt x="479250" y="1208963"/>
                  </a:lnTo>
                  <a:lnTo>
                    <a:pt x="479247" y="1208942"/>
                  </a:lnTo>
                  <a:lnTo>
                    <a:pt x="479245" y="1208927"/>
                  </a:lnTo>
                  <a:lnTo>
                    <a:pt x="479242" y="1208908"/>
                  </a:lnTo>
                  <a:lnTo>
                    <a:pt x="479241" y="1208903"/>
                  </a:lnTo>
                  <a:lnTo>
                    <a:pt x="479239" y="1208896"/>
                  </a:lnTo>
                  <a:lnTo>
                    <a:pt x="479235" y="1208889"/>
                  </a:lnTo>
                  <a:lnTo>
                    <a:pt x="479231" y="1208881"/>
                  </a:lnTo>
                  <a:lnTo>
                    <a:pt x="479211" y="1208847"/>
                  </a:lnTo>
                  <a:lnTo>
                    <a:pt x="479195" y="1208824"/>
                  </a:lnTo>
                  <a:lnTo>
                    <a:pt x="479179" y="1208803"/>
                  </a:lnTo>
                  <a:lnTo>
                    <a:pt x="479166" y="1208792"/>
                  </a:lnTo>
                  <a:lnTo>
                    <a:pt x="479148" y="1208775"/>
                  </a:lnTo>
                  <a:lnTo>
                    <a:pt x="479126" y="1208757"/>
                  </a:lnTo>
                  <a:lnTo>
                    <a:pt x="479103" y="1208740"/>
                  </a:lnTo>
                  <a:lnTo>
                    <a:pt x="479080" y="1208727"/>
                  </a:lnTo>
                  <a:lnTo>
                    <a:pt x="479061" y="1208716"/>
                  </a:lnTo>
                  <a:lnTo>
                    <a:pt x="479041" y="1208707"/>
                  </a:lnTo>
                  <a:lnTo>
                    <a:pt x="479012" y="1208696"/>
                  </a:lnTo>
                  <a:lnTo>
                    <a:pt x="479008" y="1208694"/>
                  </a:lnTo>
                  <a:lnTo>
                    <a:pt x="478994" y="1208690"/>
                  </a:lnTo>
                  <a:lnTo>
                    <a:pt x="478979" y="1208685"/>
                  </a:lnTo>
                  <a:lnTo>
                    <a:pt x="478965" y="1208681"/>
                  </a:lnTo>
                  <a:lnTo>
                    <a:pt x="478957" y="1208676"/>
                  </a:lnTo>
                  <a:lnTo>
                    <a:pt x="478951" y="1208672"/>
                  </a:lnTo>
                  <a:lnTo>
                    <a:pt x="478941" y="1208663"/>
                  </a:lnTo>
                  <a:lnTo>
                    <a:pt x="478934" y="1208654"/>
                  </a:lnTo>
                  <a:lnTo>
                    <a:pt x="478923" y="1208639"/>
                  </a:lnTo>
                  <a:lnTo>
                    <a:pt x="478902" y="1208609"/>
                  </a:lnTo>
                  <a:lnTo>
                    <a:pt x="478890" y="1208591"/>
                  </a:lnTo>
                  <a:lnTo>
                    <a:pt x="478868" y="1208563"/>
                  </a:lnTo>
                  <a:lnTo>
                    <a:pt x="478863" y="1208558"/>
                  </a:lnTo>
                  <a:lnTo>
                    <a:pt x="478858" y="1208555"/>
                  </a:lnTo>
                  <a:lnTo>
                    <a:pt x="478828" y="1208553"/>
                  </a:lnTo>
                  <a:lnTo>
                    <a:pt x="478818" y="1208552"/>
                  </a:lnTo>
                  <a:lnTo>
                    <a:pt x="478752" y="1208549"/>
                  </a:lnTo>
                  <a:lnTo>
                    <a:pt x="478738" y="1208547"/>
                  </a:lnTo>
                  <a:lnTo>
                    <a:pt x="478723" y="1208545"/>
                  </a:lnTo>
                  <a:lnTo>
                    <a:pt x="478689" y="1208543"/>
                  </a:lnTo>
                  <a:lnTo>
                    <a:pt x="478676" y="1208543"/>
                  </a:lnTo>
                  <a:lnTo>
                    <a:pt x="478655" y="1208542"/>
                  </a:lnTo>
                  <a:lnTo>
                    <a:pt x="478630" y="1208540"/>
                  </a:lnTo>
                  <a:lnTo>
                    <a:pt x="478622" y="1208538"/>
                  </a:lnTo>
                  <a:lnTo>
                    <a:pt x="478616" y="1208537"/>
                  </a:lnTo>
                  <a:lnTo>
                    <a:pt x="478601" y="1208532"/>
                  </a:lnTo>
                  <a:lnTo>
                    <a:pt x="478594" y="1208531"/>
                  </a:lnTo>
                  <a:lnTo>
                    <a:pt x="478588" y="1208530"/>
                  </a:lnTo>
                  <a:lnTo>
                    <a:pt x="478581" y="1208530"/>
                  </a:lnTo>
                  <a:lnTo>
                    <a:pt x="478526" y="1208532"/>
                  </a:lnTo>
                  <a:lnTo>
                    <a:pt x="478514" y="1208533"/>
                  </a:lnTo>
                  <a:lnTo>
                    <a:pt x="478492" y="1208534"/>
                  </a:lnTo>
                  <a:lnTo>
                    <a:pt x="478477" y="1208533"/>
                  </a:lnTo>
                  <a:lnTo>
                    <a:pt x="478449" y="1208529"/>
                  </a:lnTo>
                  <a:lnTo>
                    <a:pt x="478421" y="1208524"/>
                  </a:lnTo>
                  <a:lnTo>
                    <a:pt x="478388" y="1208518"/>
                  </a:lnTo>
                  <a:lnTo>
                    <a:pt x="478348" y="1208510"/>
                  </a:lnTo>
                  <a:lnTo>
                    <a:pt x="478334" y="1208508"/>
                  </a:lnTo>
                  <a:lnTo>
                    <a:pt x="478314" y="1208505"/>
                  </a:lnTo>
                  <a:lnTo>
                    <a:pt x="478302" y="1208504"/>
                  </a:lnTo>
                  <a:lnTo>
                    <a:pt x="478288" y="1208501"/>
                  </a:lnTo>
                  <a:lnTo>
                    <a:pt x="478279" y="1208498"/>
                  </a:lnTo>
                  <a:lnTo>
                    <a:pt x="478268" y="1208494"/>
                  </a:lnTo>
                  <a:lnTo>
                    <a:pt x="478260" y="1208488"/>
                  </a:lnTo>
                  <a:lnTo>
                    <a:pt x="478251" y="1208484"/>
                  </a:lnTo>
                  <a:lnTo>
                    <a:pt x="478236" y="1208478"/>
                  </a:lnTo>
                  <a:lnTo>
                    <a:pt x="478227" y="1208474"/>
                  </a:lnTo>
                  <a:lnTo>
                    <a:pt x="478201" y="1208466"/>
                  </a:lnTo>
                  <a:lnTo>
                    <a:pt x="478196" y="1208464"/>
                  </a:lnTo>
                  <a:lnTo>
                    <a:pt x="478165" y="1208455"/>
                  </a:lnTo>
                  <a:lnTo>
                    <a:pt x="478154" y="1208452"/>
                  </a:lnTo>
                  <a:lnTo>
                    <a:pt x="478130" y="1208446"/>
                  </a:lnTo>
                  <a:lnTo>
                    <a:pt x="478120" y="1208442"/>
                  </a:lnTo>
                  <a:lnTo>
                    <a:pt x="478098" y="1208435"/>
                  </a:lnTo>
                  <a:lnTo>
                    <a:pt x="478091" y="1208432"/>
                  </a:lnTo>
                  <a:lnTo>
                    <a:pt x="478076" y="1208421"/>
                  </a:lnTo>
                  <a:lnTo>
                    <a:pt x="478072" y="1208418"/>
                  </a:lnTo>
                  <a:lnTo>
                    <a:pt x="478074" y="1208413"/>
                  </a:lnTo>
                  <a:lnTo>
                    <a:pt x="478078" y="1208409"/>
                  </a:lnTo>
                  <a:lnTo>
                    <a:pt x="478083" y="1208404"/>
                  </a:lnTo>
                  <a:lnTo>
                    <a:pt x="478092" y="1208395"/>
                  </a:lnTo>
                  <a:lnTo>
                    <a:pt x="478101" y="1208384"/>
                  </a:lnTo>
                  <a:lnTo>
                    <a:pt x="478104" y="1208380"/>
                  </a:lnTo>
                  <a:lnTo>
                    <a:pt x="478109" y="1208373"/>
                  </a:lnTo>
                  <a:lnTo>
                    <a:pt x="478119" y="1208357"/>
                  </a:lnTo>
                  <a:lnTo>
                    <a:pt x="478127" y="1208342"/>
                  </a:lnTo>
                  <a:lnTo>
                    <a:pt x="478134" y="1208331"/>
                  </a:lnTo>
                  <a:lnTo>
                    <a:pt x="478138" y="1208324"/>
                  </a:lnTo>
                  <a:lnTo>
                    <a:pt x="478141" y="1208320"/>
                  </a:lnTo>
                  <a:lnTo>
                    <a:pt x="478146" y="1208315"/>
                  </a:lnTo>
                  <a:lnTo>
                    <a:pt x="478154" y="1208307"/>
                  </a:lnTo>
                  <a:lnTo>
                    <a:pt x="478159" y="1208302"/>
                  </a:lnTo>
                  <a:lnTo>
                    <a:pt x="478173" y="1208290"/>
                  </a:lnTo>
                  <a:lnTo>
                    <a:pt x="478180" y="1208282"/>
                  </a:lnTo>
                  <a:lnTo>
                    <a:pt x="478186" y="1208275"/>
                  </a:lnTo>
                  <a:lnTo>
                    <a:pt x="478195" y="1208262"/>
                  </a:lnTo>
                  <a:lnTo>
                    <a:pt x="478200" y="1208251"/>
                  </a:lnTo>
                  <a:lnTo>
                    <a:pt x="478202" y="1208246"/>
                  </a:lnTo>
                  <a:lnTo>
                    <a:pt x="478204" y="1208240"/>
                  </a:lnTo>
                  <a:lnTo>
                    <a:pt x="478205" y="1208231"/>
                  </a:lnTo>
                  <a:lnTo>
                    <a:pt x="478206" y="1208225"/>
                  </a:lnTo>
                  <a:lnTo>
                    <a:pt x="478210" y="1208195"/>
                  </a:lnTo>
                  <a:lnTo>
                    <a:pt x="478211" y="1208181"/>
                  </a:lnTo>
                  <a:lnTo>
                    <a:pt x="478213" y="1208173"/>
                  </a:lnTo>
                  <a:lnTo>
                    <a:pt x="478215" y="1208161"/>
                  </a:lnTo>
                  <a:lnTo>
                    <a:pt x="478218" y="1208150"/>
                  </a:lnTo>
                  <a:lnTo>
                    <a:pt x="478223" y="1208134"/>
                  </a:lnTo>
                  <a:lnTo>
                    <a:pt x="478226" y="1208128"/>
                  </a:lnTo>
                  <a:lnTo>
                    <a:pt x="478230" y="1208120"/>
                  </a:lnTo>
                  <a:lnTo>
                    <a:pt x="478233" y="1208113"/>
                  </a:lnTo>
                  <a:lnTo>
                    <a:pt x="478238" y="1208106"/>
                  </a:lnTo>
                  <a:lnTo>
                    <a:pt x="478244" y="1208098"/>
                  </a:lnTo>
                  <a:lnTo>
                    <a:pt x="478262" y="1208077"/>
                  </a:lnTo>
                  <a:lnTo>
                    <a:pt x="478273" y="1208063"/>
                  </a:lnTo>
                  <a:lnTo>
                    <a:pt x="478281" y="1208051"/>
                  </a:lnTo>
                  <a:lnTo>
                    <a:pt x="478290" y="1208039"/>
                  </a:lnTo>
                  <a:lnTo>
                    <a:pt x="478298" y="1208031"/>
                  </a:lnTo>
                  <a:lnTo>
                    <a:pt x="478308" y="1208020"/>
                  </a:lnTo>
                  <a:lnTo>
                    <a:pt x="478318" y="1208009"/>
                  </a:lnTo>
                  <a:lnTo>
                    <a:pt x="478324" y="1208001"/>
                  </a:lnTo>
                  <a:lnTo>
                    <a:pt x="478327" y="1207994"/>
                  </a:lnTo>
                  <a:lnTo>
                    <a:pt x="478328" y="1207988"/>
                  </a:lnTo>
                  <a:lnTo>
                    <a:pt x="478329" y="1207980"/>
                  </a:lnTo>
                  <a:lnTo>
                    <a:pt x="478330" y="1207970"/>
                  </a:lnTo>
                  <a:lnTo>
                    <a:pt x="478331" y="1207963"/>
                  </a:lnTo>
                  <a:lnTo>
                    <a:pt x="478332" y="1207957"/>
                  </a:lnTo>
                  <a:lnTo>
                    <a:pt x="478336" y="1207939"/>
                  </a:lnTo>
                  <a:lnTo>
                    <a:pt x="478338" y="1207930"/>
                  </a:lnTo>
                  <a:lnTo>
                    <a:pt x="478342" y="1207920"/>
                  </a:lnTo>
                  <a:lnTo>
                    <a:pt x="478345" y="1207912"/>
                  </a:lnTo>
                  <a:lnTo>
                    <a:pt x="478347" y="1207906"/>
                  </a:lnTo>
                  <a:lnTo>
                    <a:pt x="478349" y="1207901"/>
                  </a:lnTo>
                  <a:lnTo>
                    <a:pt x="478352" y="1207895"/>
                  </a:lnTo>
                  <a:lnTo>
                    <a:pt x="478353" y="1207887"/>
                  </a:lnTo>
                  <a:lnTo>
                    <a:pt x="478354" y="1207877"/>
                  </a:lnTo>
                  <a:lnTo>
                    <a:pt x="478354" y="1207869"/>
                  </a:lnTo>
                  <a:lnTo>
                    <a:pt x="478352" y="1207853"/>
                  </a:lnTo>
                  <a:lnTo>
                    <a:pt x="478351" y="1207845"/>
                  </a:lnTo>
                  <a:lnTo>
                    <a:pt x="478347" y="1207838"/>
                  </a:lnTo>
                  <a:lnTo>
                    <a:pt x="478339" y="1207828"/>
                  </a:lnTo>
                  <a:lnTo>
                    <a:pt x="478335" y="1207823"/>
                  </a:lnTo>
                  <a:lnTo>
                    <a:pt x="478328" y="1207814"/>
                  </a:lnTo>
                  <a:lnTo>
                    <a:pt x="478310" y="1207796"/>
                  </a:lnTo>
                  <a:lnTo>
                    <a:pt x="478296" y="1207781"/>
                  </a:lnTo>
                  <a:lnTo>
                    <a:pt x="478276" y="1207762"/>
                  </a:lnTo>
                  <a:lnTo>
                    <a:pt x="478256" y="1207745"/>
                  </a:lnTo>
                  <a:lnTo>
                    <a:pt x="478244" y="1207733"/>
                  </a:lnTo>
                  <a:lnTo>
                    <a:pt x="478237" y="1207727"/>
                  </a:lnTo>
                  <a:lnTo>
                    <a:pt x="478229" y="1207718"/>
                  </a:lnTo>
                  <a:lnTo>
                    <a:pt x="478222" y="1207709"/>
                  </a:lnTo>
                  <a:lnTo>
                    <a:pt x="478215" y="1207701"/>
                  </a:lnTo>
                  <a:lnTo>
                    <a:pt x="478206" y="1207687"/>
                  </a:lnTo>
                  <a:lnTo>
                    <a:pt x="478197" y="1207667"/>
                  </a:lnTo>
                  <a:lnTo>
                    <a:pt x="478187" y="1207645"/>
                  </a:lnTo>
                  <a:lnTo>
                    <a:pt x="478174" y="1207609"/>
                  </a:lnTo>
                  <a:lnTo>
                    <a:pt x="478171" y="1207603"/>
                  </a:lnTo>
                  <a:lnTo>
                    <a:pt x="478168" y="1207597"/>
                  </a:lnTo>
                  <a:lnTo>
                    <a:pt x="478166" y="1207591"/>
                  </a:lnTo>
                  <a:lnTo>
                    <a:pt x="478161" y="1207578"/>
                  </a:lnTo>
                  <a:lnTo>
                    <a:pt x="478158" y="1207566"/>
                  </a:lnTo>
                  <a:lnTo>
                    <a:pt x="478158" y="1207557"/>
                  </a:lnTo>
                  <a:lnTo>
                    <a:pt x="478162" y="1207549"/>
                  </a:lnTo>
                  <a:lnTo>
                    <a:pt x="478165" y="1207544"/>
                  </a:lnTo>
                  <a:lnTo>
                    <a:pt x="478179" y="1207527"/>
                  </a:lnTo>
                  <a:lnTo>
                    <a:pt x="478183" y="1207522"/>
                  </a:lnTo>
                  <a:lnTo>
                    <a:pt x="478190" y="1207513"/>
                  </a:lnTo>
                  <a:lnTo>
                    <a:pt x="478193" y="1207508"/>
                  </a:lnTo>
                  <a:lnTo>
                    <a:pt x="478201" y="1207495"/>
                  </a:lnTo>
                  <a:lnTo>
                    <a:pt x="478205" y="1207489"/>
                  </a:lnTo>
                  <a:lnTo>
                    <a:pt x="478222" y="1207462"/>
                  </a:lnTo>
                  <a:lnTo>
                    <a:pt x="478228" y="1207453"/>
                  </a:lnTo>
                  <a:lnTo>
                    <a:pt x="478241" y="1207431"/>
                  </a:lnTo>
                  <a:lnTo>
                    <a:pt x="478244" y="1207427"/>
                  </a:lnTo>
                  <a:lnTo>
                    <a:pt x="478250" y="1207417"/>
                  </a:lnTo>
                  <a:lnTo>
                    <a:pt x="478261" y="1207399"/>
                  </a:lnTo>
                  <a:lnTo>
                    <a:pt x="478266" y="1207391"/>
                  </a:lnTo>
                  <a:lnTo>
                    <a:pt x="478271" y="1207382"/>
                  </a:lnTo>
                  <a:lnTo>
                    <a:pt x="478279" y="1207367"/>
                  </a:lnTo>
                  <a:lnTo>
                    <a:pt x="478284" y="1207358"/>
                  </a:lnTo>
                  <a:lnTo>
                    <a:pt x="478288" y="1207351"/>
                  </a:lnTo>
                  <a:lnTo>
                    <a:pt x="478291" y="1207343"/>
                  </a:lnTo>
                  <a:lnTo>
                    <a:pt x="478294" y="1207333"/>
                  </a:lnTo>
                  <a:lnTo>
                    <a:pt x="478296" y="1207327"/>
                  </a:lnTo>
                  <a:lnTo>
                    <a:pt x="478298" y="1207319"/>
                  </a:lnTo>
                  <a:lnTo>
                    <a:pt x="478302" y="1207304"/>
                  </a:lnTo>
                  <a:lnTo>
                    <a:pt x="478303" y="1207296"/>
                  </a:lnTo>
                  <a:lnTo>
                    <a:pt x="478307" y="1207271"/>
                  </a:lnTo>
                  <a:lnTo>
                    <a:pt x="478307" y="1207259"/>
                  </a:lnTo>
                  <a:lnTo>
                    <a:pt x="478309" y="1207242"/>
                  </a:lnTo>
                  <a:lnTo>
                    <a:pt x="478310" y="1207227"/>
                  </a:lnTo>
                  <a:lnTo>
                    <a:pt x="478311" y="1207219"/>
                  </a:lnTo>
                  <a:lnTo>
                    <a:pt x="478313" y="1207208"/>
                  </a:lnTo>
                  <a:lnTo>
                    <a:pt x="478316" y="1207194"/>
                  </a:lnTo>
                  <a:lnTo>
                    <a:pt x="478320" y="1207178"/>
                  </a:lnTo>
                  <a:lnTo>
                    <a:pt x="478321" y="1207171"/>
                  </a:lnTo>
                  <a:lnTo>
                    <a:pt x="478323" y="1207161"/>
                  </a:lnTo>
                  <a:lnTo>
                    <a:pt x="478325" y="1207139"/>
                  </a:lnTo>
                  <a:lnTo>
                    <a:pt x="478328" y="1207114"/>
                  </a:lnTo>
                  <a:lnTo>
                    <a:pt x="478328" y="1207107"/>
                  </a:lnTo>
                  <a:lnTo>
                    <a:pt x="478330" y="1207095"/>
                  </a:lnTo>
                  <a:lnTo>
                    <a:pt x="478330" y="1207086"/>
                  </a:lnTo>
                  <a:lnTo>
                    <a:pt x="478333" y="1207078"/>
                  </a:lnTo>
                  <a:lnTo>
                    <a:pt x="478335" y="1207069"/>
                  </a:lnTo>
                  <a:lnTo>
                    <a:pt x="478337" y="1207061"/>
                  </a:lnTo>
                  <a:lnTo>
                    <a:pt x="478351" y="1207032"/>
                  </a:lnTo>
                  <a:lnTo>
                    <a:pt x="478354" y="1207025"/>
                  </a:lnTo>
                  <a:lnTo>
                    <a:pt x="478361" y="1207013"/>
                  </a:lnTo>
                  <a:lnTo>
                    <a:pt x="478376" y="1206985"/>
                  </a:lnTo>
                  <a:lnTo>
                    <a:pt x="478383" y="1206973"/>
                  </a:lnTo>
                  <a:lnTo>
                    <a:pt x="478386" y="1206967"/>
                  </a:lnTo>
                  <a:lnTo>
                    <a:pt x="478388" y="1206960"/>
                  </a:lnTo>
                  <a:lnTo>
                    <a:pt x="478391" y="1206951"/>
                  </a:lnTo>
                  <a:lnTo>
                    <a:pt x="478394" y="1206941"/>
                  </a:lnTo>
                  <a:lnTo>
                    <a:pt x="478403" y="1206914"/>
                  </a:lnTo>
                  <a:lnTo>
                    <a:pt x="478412" y="1206894"/>
                  </a:lnTo>
                  <a:lnTo>
                    <a:pt x="478419" y="1206878"/>
                  </a:lnTo>
                  <a:lnTo>
                    <a:pt x="478427" y="1206863"/>
                  </a:lnTo>
                  <a:lnTo>
                    <a:pt x="478436" y="1206845"/>
                  </a:lnTo>
                  <a:lnTo>
                    <a:pt x="478454" y="1206811"/>
                  </a:lnTo>
                  <a:lnTo>
                    <a:pt x="478484" y="1206758"/>
                  </a:lnTo>
                  <a:lnTo>
                    <a:pt x="478486" y="1206753"/>
                  </a:lnTo>
                  <a:lnTo>
                    <a:pt x="478497" y="1206729"/>
                  </a:lnTo>
                  <a:lnTo>
                    <a:pt x="478498" y="1206724"/>
                  </a:lnTo>
                  <a:lnTo>
                    <a:pt x="478495" y="1206718"/>
                  </a:lnTo>
                  <a:lnTo>
                    <a:pt x="478490" y="1206714"/>
                  </a:lnTo>
                  <a:lnTo>
                    <a:pt x="478482" y="1206710"/>
                  </a:lnTo>
                  <a:lnTo>
                    <a:pt x="478471" y="1206706"/>
                  </a:lnTo>
                  <a:lnTo>
                    <a:pt x="478465" y="1206704"/>
                  </a:lnTo>
                  <a:lnTo>
                    <a:pt x="478455" y="1206703"/>
                  </a:lnTo>
                  <a:lnTo>
                    <a:pt x="478447" y="1206703"/>
                  </a:lnTo>
                  <a:lnTo>
                    <a:pt x="478436" y="1206703"/>
                  </a:lnTo>
                  <a:lnTo>
                    <a:pt x="478420" y="1206704"/>
                  </a:lnTo>
                  <a:lnTo>
                    <a:pt x="478413" y="1206704"/>
                  </a:lnTo>
                  <a:lnTo>
                    <a:pt x="478407" y="1206702"/>
                  </a:lnTo>
                  <a:lnTo>
                    <a:pt x="478369" y="1206692"/>
                  </a:lnTo>
                  <a:lnTo>
                    <a:pt x="478364" y="1206691"/>
                  </a:lnTo>
                  <a:lnTo>
                    <a:pt x="478342" y="1206689"/>
                  </a:lnTo>
                  <a:lnTo>
                    <a:pt x="478327" y="1206690"/>
                  </a:lnTo>
                  <a:lnTo>
                    <a:pt x="478315" y="1206692"/>
                  </a:lnTo>
                  <a:lnTo>
                    <a:pt x="478305" y="1206696"/>
                  </a:lnTo>
                  <a:lnTo>
                    <a:pt x="478290" y="1206705"/>
                  </a:lnTo>
                  <a:lnTo>
                    <a:pt x="478276" y="1206713"/>
                  </a:lnTo>
                  <a:lnTo>
                    <a:pt x="478272" y="1206715"/>
                  </a:lnTo>
                  <a:lnTo>
                    <a:pt x="478259" y="1206716"/>
                  </a:lnTo>
                  <a:lnTo>
                    <a:pt x="478244" y="1206717"/>
                  </a:lnTo>
                  <a:lnTo>
                    <a:pt x="478229" y="1206716"/>
                  </a:lnTo>
                  <a:lnTo>
                    <a:pt x="478211" y="1206713"/>
                  </a:lnTo>
                  <a:lnTo>
                    <a:pt x="478185" y="1206708"/>
                  </a:lnTo>
                  <a:lnTo>
                    <a:pt x="478168" y="1206706"/>
                  </a:lnTo>
                  <a:lnTo>
                    <a:pt x="478164" y="1206706"/>
                  </a:lnTo>
                  <a:lnTo>
                    <a:pt x="478158" y="1206706"/>
                  </a:lnTo>
                  <a:lnTo>
                    <a:pt x="478151" y="1206704"/>
                  </a:lnTo>
                  <a:lnTo>
                    <a:pt x="478146" y="1206702"/>
                  </a:lnTo>
                  <a:lnTo>
                    <a:pt x="478142" y="1206699"/>
                  </a:lnTo>
                  <a:lnTo>
                    <a:pt x="478138" y="1206696"/>
                  </a:lnTo>
                  <a:lnTo>
                    <a:pt x="478131" y="1206689"/>
                  </a:lnTo>
                  <a:lnTo>
                    <a:pt x="478122" y="1206681"/>
                  </a:lnTo>
                  <a:lnTo>
                    <a:pt x="478089" y="1206648"/>
                  </a:lnTo>
                  <a:lnTo>
                    <a:pt x="478055" y="1206615"/>
                  </a:lnTo>
                  <a:lnTo>
                    <a:pt x="478034" y="1206595"/>
                  </a:lnTo>
                  <a:lnTo>
                    <a:pt x="478001" y="1206566"/>
                  </a:lnTo>
                  <a:lnTo>
                    <a:pt x="477991" y="1206557"/>
                  </a:lnTo>
                  <a:lnTo>
                    <a:pt x="477983" y="1206548"/>
                  </a:lnTo>
                  <a:lnTo>
                    <a:pt x="477979" y="1206543"/>
                  </a:lnTo>
                  <a:lnTo>
                    <a:pt x="477975" y="1206530"/>
                  </a:lnTo>
                  <a:lnTo>
                    <a:pt x="477974" y="1206526"/>
                  </a:lnTo>
                  <a:lnTo>
                    <a:pt x="477971" y="1206515"/>
                  </a:lnTo>
                  <a:lnTo>
                    <a:pt x="477965" y="1206502"/>
                  </a:lnTo>
                  <a:lnTo>
                    <a:pt x="477959" y="1206490"/>
                  </a:lnTo>
                  <a:lnTo>
                    <a:pt x="477953" y="1206482"/>
                  </a:lnTo>
                  <a:lnTo>
                    <a:pt x="477940" y="1206467"/>
                  </a:lnTo>
                  <a:lnTo>
                    <a:pt x="477924" y="1206447"/>
                  </a:lnTo>
                  <a:lnTo>
                    <a:pt x="477916" y="1206439"/>
                  </a:lnTo>
                  <a:lnTo>
                    <a:pt x="477909" y="1206434"/>
                  </a:lnTo>
                  <a:lnTo>
                    <a:pt x="477905" y="1206432"/>
                  </a:lnTo>
                  <a:lnTo>
                    <a:pt x="477898" y="1206429"/>
                  </a:lnTo>
                  <a:lnTo>
                    <a:pt x="477893" y="1206428"/>
                  </a:lnTo>
                  <a:lnTo>
                    <a:pt x="477886" y="1206426"/>
                  </a:lnTo>
                  <a:lnTo>
                    <a:pt x="477882" y="1206424"/>
                  </a:lnTo>
                  <a:lnTo>
                    <a:pt x="477876" y="1206419"/>
                  </a:lnTo>
                  <a:lnTo>
                    <a:pt x="477868" y="1206413"/>
                  </a:lnTo>
                  <a:lnTo>
                    <a:pt x="477857" y="1206404"/>
                  </a:lnTo>
                  <a:lnTo>
                    <a:pt x="477852" y="1206400"/>
                  </a:lnTo>
                  <a:lnTo>
                    <a:pt x="477833" y="1206386"/>
                  </a:lnTo>
                  <a:lnTo>
                    <a:pt x="477813" y="1206375"/>
                  </a:lnTo>
                  <a:lnTo>
                    <a:pt x="477786" y="1206363"/>
                  </a:lnTo>
                  <a:lnTo>
                    <a:pt x="477764" y="1206352"/>
                  </a:lnTo>
                  <a:lnTo>
                    <a:pt x="477735" y="1206339"/>
                  </a:lnTo>
                  <a:lnTo>
                    <a:pt x="477721" y="1206334"/>
                  </a:lnTo>
                  <a:lnTo>
                    <a:pt x="477709" y="1206334"/>
                  </a:lnTo>
                  <a:lnTo>
                    <a:pt x="477700" y="1206333"/>
                  </a:lnTo>
                  <a:lnTo>
                    <a:pt x="477686" y="1206334"/>
                  </a:lnTo>
                  <a:lnTo>
                    <a:pt x="477679" y="1206335"/>
                  </a:lnTo>
                  <a:lnTo>
                    <a:pt x="477667" y="1206337"/>
                  </a:lnTo>
                  <a:lnTo>
                    <a:pt x="477646" y="1206341"/>
                  </a:lnTo>
                  <a:lnTo>
                    <a:pt x="477629" y="1206345"/>
                  </a:lnTo>
                  <a:lnTo>
                    <a:pt x="477591" y="1206357"/>
                  </a:lnTo>
                  <a:lnTo>
                    <a:pt x="477582" y="1206360"/>
                  </a:lnTo>
                  <a:lnTo>
                    <a:pt x="477560" y="1206365"/>
                  </a:lnTo>
                  <a:lnTo>
                    <a:pt x="477526" y="1206369"/>
                  </a:lnTo>
                  <a:lnTo>
                    <a:pt x="477498" y="1206371"/>
                  </a:lnTo>
                  <a:lnTo>
                    <a:pt x="477462" y="1206371"/>
                  </a:lnTo>
                  <a:lnTo>
                    <a:pt x="477448" y="1206370"/>
                  </a:lnTo>
                  <a:lnTo>
                    <a:pt x="477397" y="1206369"/>
                  </a:lnTo>
                  <a:lnTo>
                    <a:pt x="477351" y="1206369"/>
                  </a:lnTo>
                  <a:lnTo>
                    <a:pt x="477322" y="1206366"/>
                  </a:lnTo>
                  <a:lnTo>
                    <a:pt x="477316" y="1206365"/>
                  </a:lnTo>
                  <a:lnTo>
                    <a:pt x="477309" y="1206364"/>
                  </a:lnTo>
                  <a:lnTo>
                    <a:pt x="477302" y="1206362"/>
                  </a:lnTo>
                  <a:lnTo>
                    <a:pt x="477296" y="1206360"/>
                  </a:lnTo>
                  <a:lnTo>
                    <a:pt x="477290" y="1206357"/>
                  </a:lnTo>
                  <a:lnTo>
                    <a:pt x="477284" y="1206354"/>
                  </a:lnTo>
                  <a:lnTo>
                    <a:pt x="477270" y="1206346"/>
                  </a:lnTo>
                  <a:lnTo>
                    <a:pt x="477247" y="1206330"/>
                  </a:lnTo>
                  <a:lnTo>
                    <a:pt x="477231" y="1206318"/>
                  </a:lnTo>
                  <a:lnTo>
                    <a:pt x="477220" y="1206309"/>
                  </a:lnTo>
                  <a:lnTo>
                    <a:pt x="477215" y="1206304"/>
                  </a:lnTo>
                  <a:lnTo>
                    <a:pt x="477205" y="1206293"/>
                  </a:lnTo>
                  <a:lnTo>
                    <a:pt x="477191" y="1206278"/>
                  </a:lnTo>
                  <a:lnTo>
                    <a:pt x="477180" y="1206270"/>
                  </a:lnTo>
                  <a:lnTo>
                    <a:pt x="477170" y="1206266"/>
                  </a:lnTo>
                  <a:lnTo>
                    <a:pt x="477164" y="1206265"/>
                  </a:lnTo>
                  <a:lnTo>
                    <a:pt x="477158" y="1206265"/>
                  </a:lnTo>
                  <a:lnTo>
                    <a:pt x="477153" y="1206266"/>
                  </a:lnTo>
                  <a:lnTo>
                    <a:pt x="477141" y="1206270"/>
                  </a:lnTo>
                  <a:lnTo>
                    <a:pt x="477134" y="1206272"/>
                  </a:lnTo>
                  <a:lnTo>
                    <a:pt x="477127" y="1206271"/>
                  </a:lnTo>
                  <a:lnTo>
                    <a:pt x="477121" y="1206268"/>
                  </a:lnTo>
                  <a:lnTo>
                    <a:pt x="477116" y="1206263"/>
                  </a:lnTo>
                  <a:lnTo>
                    <a:pt x="477110" y="1206257"/>
                  </a:lnTo>
                  <a:lnTo>
                    <a:pt x="477104" y="1206252"/>
                  </a:lnTo>
                  <a:lnTo>
                    <a:pt x="477098" y="1206247"/>
                  </a:lnTo>
                  <a:lnTo>
                    <a:pt x="477091" y="1206242"/>
                  </a:lnTo>
                  <a:lnTo>
                    <a:pt x="477077" y="1206237"/>
                  </a:lnTo>
                  <a:lnTo>
                    <a:pt x="477055" y="1206226"/>
                  </a:lnTo>
                  <a:lnTo>
                    <a:pt x="477041" y="1206218"/>
                  </a:lnTo>
                  <a:lnTo>
                    <a:pt x="477014" y="1206197"/>
                  </a:lnTo>
                  <a:lnTo>
                    <a:pt x="476988" y="1206180"/>
                  </a:lnTo>
                  <a:lnTo>
                    <a:pt x="476971" y="1206168"/>
                  </a:lnTo>
                  <a:lnTo>
                    <a:pt x="476954" y="1206155"/>
                  </a:lnTo>
                  <a:lnTo>
                    <a:pt x="476945" y="1206149"/>
                  </a:lnTo>
                  <a:lnTo>
                    <a:pt x="476939" y="1206145"/>
                  </a:lnTo>
                  <a:lnTo>
                    <a:pt x="476934" y="1206141"/>
                  </a:lnTo>
                  <a:lnTo>
                    <a:pt x="476929" y="1206135"/>
                  </a:lnTo>
                  <a:lnTo>
                    <a:pt x="476925" y="1206130"/>
                  </a:lnTo>
                  <a:lnTo>
                    <a:pt x="476921" y="1206122"/>
                  </a:lnTo>
                  <a:lnTo>
                    <a:pt x="476918" y="1206111"/>
                  </a:lnTo>
                  <a:lnTo>
                    <a:pt x="476916" y="1206098"/>
                  </a:lnTo>
                  <a:lnTo>
                    <a:pt x="476916" y="1206087"/>
                  </a:lnTo>
                  <a:lnTo>
                    <a:pt x="476913" y="1206077"/>
                  </a:lnTo>
                  <a:lnTo>
                    <a:pt x="476908" y="1206061"/>
                  </a:lnTo>
                  <a:lnTo>
                    <a:pt x="476901" y="1206046"/>
                  </a:lnTo>
                  <a:lnTo>
                    <a:pt x="476891" y="1206022"/>
                  </a:lnTo>
                  <a:lnTo>
                    <a:pt x="476890" y="1206016"/>
                  </a:lnTo>
                  <a:lnTo>
                    <a:pt x="476889" y="1206008"/>
                  </a:lnTo>
                  <a:lnTo>
                    <a:pt x="476890" y="1205994"/>
                  </a:lnTo>
                  <a:lnTo>
                    <a:pt x="476891" y="1205984"/>
                  </a:lnTo>
                  <a:lnTo>
                    <a:pt x="476892" y="1205973"/>
                  </a:lnTo>
                  <a:lnTo>
                    <a:pt x="476894" y="1205963"/>
                  </a:lnTo>
                  <a:lnTo>
                    <a:pt x="476898" y="1205951"/>
                  </a:lnTo>
                  <a:lnTo>
                    <a:pt x="476903" y="1205941"/>
                  </a:lnTo>
                  <a:lnTo>
                    <a:pt x="476916" y="1205914"/>
                  </a:lnTo>
                  <a:lnTo>
                    <a:pt x="476931" y="1205887"/>
                  </a:lnTo>
                  <a:lnTo>
                    <a:pt x="476938" y="1205876"/>
                  </a:lnTo>
                  <a:lnTo>
                    <a:pt x="476947" y="1205863"/>
                  </a:lnTo>
                  <a:lnTo>
                    <a:pt x="476957" y="1205851"/>
                  </a:lnTo>
                  <a:lnTo>
                    <a:pt x="476957" y="1205845"/>
                  </a:lnTo>
                  <a:lnTo>
                    <a:pt x="476953" y="1205837"/>
                  </a:lnTo>
                  <a:lnTo>
                    <a:pt x="476939" y="1205807"/>
                  </a:lnTo>
                  <a:lnTo>
                    <a:pt x="476930" y="1205785"/>
                  </a:lnTo>
                  <a:lnTo>
                    <a:pt x="476910" y="1205733"/>
                  </a:lnTo>
                  <a:lnTo>
                    <a:pt x="476888" y="1205681"/>
                  </a:lnTo>
                  <a:lnTo>
                    <a:pt x="476884" y="1205674"/>
                  </a:lnTo>
                  <a:lnTo>
                    <a:pt x="476878" y="1205663"/>
                  </a:lnTo>
                  <a:lnTo>
                    <a:pt x="476867" y="1205648"/>
                  </a:lnTo>
                  <a:lnTo>
                    <a:pt x="476852" y="1205630"/>
                  </a:lnTo>
                  <a:lnTo>
                    <a:pt x="476840" y="1205618"/>
                  </a:lnTo>
                  <a:lnTo>
                    <a:pt x="476830" y="1205608"/>
                  </a:lnTo>
                  <a:lnTo>
                    <a:pt x="476820" y="1205603"/>
                  </a:lnTo>
                  <a:lnTo>
                    <a:pt x="476813" y="1205601"/>
                  </a:lnTo>
                  <a:lnTo>
                    <a:pt x="476802" y="1205601"/>
                  </a:lnTo>
                  <a:lnTo>
                    <a:pt x="476788" y="1205602"/>
                  </a:lnTo>
                  <a:lnTo>
                    <a:pt x="476779" y="1205601"/>
                  </a:lnTo>
                  <a:lnTo>
                    <a:pt x="476773" y="1205600"/>
                  </a:lnTo>
                  <a:lnTo>
                    <a:pt x="476767" y="1205598"/>
                  </a:lnTo>
                  <a:lnTo>
                    <a:pt x="476761" y="1205595"/>
                  </a:lnTo>
                  <a:lnTo>
                    <a:pt x="476755" y="1205591"/>
                  </a:lnTo>
                  <a:lnTo>
                    <a:pt x="476741" y="1205580"/>
                  </a:lnTo>
                  <a:lnTo>
                    <a:pt x="476723" y="1205565"/>
                  </a:lnTo>
                  <a:lnTo>
                    <a:pt x="476712" y="1205554"/>
                  </a:lnTo>
                  <a:lnTo>
                    <a:pt x="476700" y="1205542"/>
                  </a:lnTo>
                  <a:lnTo>
                    <a:pt x="476692" y="1205531"/>
                  </a:lnTo>
                  <a:lnTo>
                    <a:pt x="476679" y="1205512"/>
                  </a:lnTo>
                  <a:lnTo>
                    <a:pt x="476668" y="1205490"/>
                  </a:lnTo>
                  <a:lnTo>
                    <a:pt x="476662" y="1205474"/>
                  </a:lnTo>
                  <a:lnTo>
                    <a:pt x="476657" y="1205460"/>
                  </a:lnTo>
                  <a:lnTo>
                    <a:pt x="476655" y="1205445"/>
                  </a:lnTo>
                  <a:lnTo>
                    <a:pt x="476653" y="1205428"/>
                  </a:lnTo>
                  <a:lnTo>
                    <a:pt x="476648" y="1205415"/>
                  </a:lnTo>
                  <a:lnTo>
                    <a:pt x="476644" y="1205407"/>
                  </a:lnTo>
                  <a:lnTo>
                    <a:pt x="476636" y="1205400"/>
                  </a:lnTo>
                  <a:lnTo>
                    <a:pt x="476630" y="1205395"/>
                  </a:lnTo>
                  <a:lnTo>
                    <a:pt x="476616" y="1205388"/>
                  </a:lnTo>
                  <a:lnTo>
                    <a:pt x="476607" y="1205382"/>
                  </a:lnTo>
                  <a:lnTo>
                    <a:pt x="476601" y="1205377"/>
                  </a:lnTo>
                  <a:lnTo>
                    <a:pt x="476596" y="1205371"/>
                  </a:lnTo>
                  <a:lnTo>
                    <a:pt x="476590" y="1205361"/>
                  </a:lnTo>
                  <a:lnTo>
                    <a:pt x="476585" y="1205355"/>
                  </a:lnTo>
                  <a:lnTo>
                    <a:pt x="476578" y="1205351"/>
                  </a:lnTo>
                  <a:lnTo>
                    <a:pt x="476570" y="1205350"/>
                  </a:lnTo>
                  <a:lnTo>
                    <a:pt x="476560" y="1205351"/>
                  </a:lnTo>
                  <a:lnTo>
                    <a:pt x="476547" y="1205353"/>
                  </a:lnTo>
                  <a:lnTo>
                    <a:pt x="476541" y="1205353"/>
                  </a:lnTo>
                  <a:lnTo>
                    <a:pt x="476534" y="1205351"/>
                  </a:lnTo>
                  <a:lnTo>
                    <a:pt x="476528" y="1205349"/>
                  </a:lnTo>
                  <a:lnTo>
                    <a:pt x="476522" y="1205345"/>
                  </a:lnTo>
                  <a:lnTo>
                    <a:pt x="476516" y="1205341"/>
                  </a:lnTo>
                  <a:lnTo>
                    <a:pt x="476509" y="1205335"/>
                  </a:lnTo>
                  <a:lnTo>
                    <a:pt x="476501" y="1205328"/>
                  </a:lnTo>
                  <a:lnTo>
                    <a:pt x="476494" y="1205320"/>
                  </a:lnTo>
                  <a:lnTo>
                    <a:pt x="476486" y="1205313"/>
                  </a:lnTo>
                  <a:lnTo>
                    <a:pt x="476478" y="1205309"/>
                  </a:lnTo>
                  <a:lnTo>
                    <a:pt x="476469" y="1205307"/>
                  </a:lnTo>
                  <a:lnTo>
                    <a:pt x="476455" y="1205308"/>
                  </a:lnTo>
                  <a:lnTo>
                    <a:pt x="476424" y="1205311"/>
                  </a:lnTo>
                  <a:lnTo>
                    <a:pt x="476390" y="1205313"/>
                  </a:lnTo>
                  <a:lnTo>
                    <a:pt x="476369" y="1205314"/>
                  </a:lnTo>
                  <a:lnTo>
                    <a:pt x="476349" y="1205313"/>
                  </a:lnTo>
                  <a:lnTo>
                    <a:pt x="476327" y="1205310"/>
                  </a:lnTo>
                  <a:lnTo>
                    <a:pt x="476314" y="1205307"/>
                  </a:lnTo>
                  <a:lnTo>
                    <a:pt x="476308" y="1205305"/>
                  </a:lnTo>
                  <a:lnTo>
                    <a:pt x="476299" y="1205302"/>
                  </a:lnTo>
                  <a:lnTo>
                    <a:pt x="476281" y="1205295"/>
                  </a:lnTo>
                  <a:lnTo>
                    <a:pt x="476260" y="1205286"/>
                  </a:lnTo>
                  <a:lnTo>
                    <a:pt x="476242" y="1205281"/>
                  </a:lnTo>
                  <a:lnTo>
                    <a:pt x="476232" y="1205277"/>
                  </a:lnTo>
                  <a:lnTo>
                    <a:pt x="476222" y="1205272"/>
                  </a:lnTo>
                  <a:lnTo>
                    <a:pt x="476213" y="1205265"/>
                  </a:lnTo>
                  <a:lnTo>
                    <a:pt x="476195" y="1205253"/>
                  </a:lnTo>
                  <a:lnTo>
                    <a:pt x="476182" y="1205245"/>
                  </a:lnTo>
                  <a:lnTo>
                    <a:pt x="476168" y="1205235"/>
                  </a:lnTo>
                  <a:lnTo>
                    <a:pt x="476158" y="1205227"/>
                  </a:lnTo>
                  <a:lnTo>
                    <a:pt x="476152" y="1205220"/>
                  </a:lnTo>
                  <a:lnTo>
                    <a:pt x="476146" y="1205212"/>
                  </a:lnTo>
                  <a:lnTo>
                    <a:pt x="476140" y="1205200"/>
                  </a:lnTo>
                  <a:lnTo>
                    <a:pt x="476137" y="1205194"/>
                  </a:lnTo>
                  <a:lnTo>
                    <a:pt x="476135" y="1205187"/>
                  </a:lnTo>
                  <a:lnTo>
                    <a:pt x="476133" y="1205176"/>
                  </a:lnTo>
                  <a:lnTo>
                    <a:pt x="476131" y="1205147"/>
                  </a:lnTo>
                  <a:lnTo>
                    <a:pt x="476131" y="1205129"/>
                  </a:lnTo>
                  <a:lnTo>
                    <a:pt x="476130" y="1205096"/>
                  </a:lnTo>
                  <a:lnTo>
                    <a:pt x="476130" y="1205080"/>
                  </a:lnTo>
                  <a:lnTo>
                    <a:pt x="476131" y="1205060"/>
                  </a:lnTo>
                  <a:lnTo>
                    <a:pt x="476132" y="1205044"/>
                  </a:lnTo>
                  <a:lnTo>
                    <a:pt x="476135" y="1205026"/>
                  </a:lnTo>
                  <a:lnTo>
                    <a:pt x="476140" y="1205008"/>
                  </a:lnTo>
                  <a:lnTo>
                    <a:pt x="476146" y="1204989"/>
                  </a:lnTo>
                  <a:lnTo>
                    <a:pt x="476148" y="1204981"/>
                  </a:lnTo>
                  <a:lnTo>
                    <a:pt x="476150" y="1204976"/>
                  </a:lnTo>
                  <a:lnTo>
                    <a:pt x="476152" y="1204965"/>
                  </a:lnTo>
                  <a:lnTo>
                    <a:pt x="476152" y="1204957"/>
                  </a:lnTo>
                  <a:lnTo>
                    <a:pt x="476152" y="1204945"/>
                  </a:lnTo>
                  <a:lnTo>
                    <a:pt x="476151" y="1204936"/>
                  </a:lnTo>
                  <a:lnTo>
                    <a:pt x="476148" y="1204919"/>
                  </a:lnTo>
                  <a:lnTo>
                    <a:pt x="476146" y="1204889"/>
                  </a:lnTo>
                  <a:lnTo>
                    <a:pt x="476145" y="1204876"/>
                  </a:lnTo>
                  <a:lnTo>
                    <a:pt x="476145" y="1204837"/>
                  </a:lnTo>
                  <a:lnTo>
                    <a:pt x="476146" y="1204821"/>
                  </a:lnTo>
                  <a:lnTo>
                    <a:pt x="476150" y="1204784"/>
                  </a:lnTo>
                  <a:lnTo>
                    <a:pt x="476151" y="1204774"/>
                  </a:lnTo>
                  <a:lnTo>
                    <a:pt x="476159" y="1204732"/>
                  </a:lnTo>
                  <a:lnTo>
                    <a:pt x="476169" y="1204680"/>
                  </a:lnTo>
                  <a:lnTo>
                    <a:pt x="476174" y="1204646"/>
                  </a:lnTo>
                  <a:lnTo>
                    <a:pt x="476177" y="1204628"/>
                  </a:lnTo>
                  <a:lnTo>
                    <a:pt x="476178" y="1204619"/>
                  </a:lnTo>
                  <a:lnTo>
                    <a:pt x="476178" y="1204603"/>
                  </a:lnTo>
                  <a:lnTo>
                    <a:pt x="476177" y="1204593"/>
                  </a:lnTo>
                  <a:lnTo>
                    <a:pt x="476169" y="1204575"/>
                  </a:lnTo>
                  <a:lnTo>
                    <a:pt x="476154" y="1204544"/>
                  </a:lnTo>
                  <a:lnTo>
                    <a:pt x="476141" y="1204523"/>
                  </a:lnTo>
                  <a:lnTo>
                    <a:pt x="476131" y="1204511"/>
                  </a:lnTo>
                  <a:lnTo>
                    <a:pt x="476121" y="1204498"/>
                  </a:lnTo>
                  <a:lnTo>
                    <a:pt x="476112" y="1204488"/>
                  </a:lnTo>
                  <a:lnTo>
                    <a:pt x="476094" y="1204471"/>
                  </a:lnTo>
                  <a:lnTo>
                    <a:pt x="476071" y="1204454"/>
                  </a:lnTo>
                  <a:lnTo>
                    <a:pt x="476061" y="1204445"/>
                  </a:lnTo>
                  <a:lnTo>
                    <a:pt x="476055" y="1204439"/>
                  </a:lnTo>
                  <a:lnTo>
                    <a:pt x="476029" y="1204419"/>
                  </a:lnTo>
                  <a:lnTo>
                    <a:pt x="476021" y="1204415"/>
                  </a:lnTo>
                  <a:lnTo>
                    <a:pt x="476007" y="1204408"/>
                  </a:lnTo>
                  <a:lnTo>
                    <a:pt x="475990" y="1204400"/>
                  </a:lnTo>
                  <a:lnTo>
                    <a:pt x="475965" y="1204392"/>
                  </a:lnTo>
                  <a:lnTo>
                    <a:pt x="475947" y="1204386"/>
                  </a:lnTo>
                  <a:lnTo>
                    <a:pt x="475923" y="1204376"/>
                  </a:lnTo>
                  <a:lnTo>
                    <a:pt x="475912" y="1204371"/>
                  </a:lnTo>
                  <a:lnTo>
                    <a:pt x="475907" y="1204367"/>
                  </a:lnTo>
                  <a:lnTo>
                    <a:pt x="475903" y="1204362"/>
                  </a:lnTo>
                  <a:lnTo>
                    <a:pt x="475902" y="1204356"/>
                  </a:lnTo>
                  <a:lnTo>
                    <a:pt x="475901" y="1204347"/>
                  </a:lnTo>
                  <a:lnTo>
                    <a:pt x="475903" y="1204322"/>
                  </a:lnTo>
                  <a:lnTo>
                    <a:pt x="475904" y="1204295"/>
                  </a:lnTo>
                  <a:lnTo>
                    <a:pt x="475903" y="1204282"/>
                  </a:lnTo>
                  <a:lnTo>
                    <a:pt x="475900" y="1204258"/>
                  </a:lnTo>
                  <a:lnTo>
                    <a:pt x="475896" y="1204243"/>
                  </a:lnTo>
                  <a:lnTo>
                    <a:pt x="475893" y="1204234"/>
                  </a:lnTo>
                  <a:lnTo>
                    <a:pt x="475890" y="1204221"/>
                  </a:lnTo>
                  <a:lnTo>
                    <a:pt x="475889" y="1204206"/>
                  </a:lnTo>
                  <a:lnTo>
                    <a:pt x="475889" y="1204191"/>
                  </a:lnTo>
                  <a:lnTo>
                    <a:pt x="475890" y="1204158"/>
                  </a:lnTo>
                  <a:lnTo>
                    <a:pt x="475888" y="1204146"/>
                  </a:lnTo>
                  <a:lnTo>
                    <a:pt x="475887" y="1204139"/>
                  </a:lnTo>
                  <a:lnTo>
                    <a:pt x="475887" y="1204132"/>
                  </a:lnTo>
                  <a:lnTo>
                    <a:pt x="475885" y="1204124"/>
                  </a:lnTo>
                  <a:lnTo>
                    <a:pt x="475881" y="1204116"/>
                  </a:lnTo>
                  <a:lnTo>
                    <a:pt x="475877" y="1204110"/>
                  </a:lnTo>
                  <a:lnTo>
                    <a:pt x="475871" y="1204106"/>
                  </a:lnTo>
                  <a:lnTo>
                    <a:pt x="475863" y="1204099"/>
                  </a:lnTo>
                  <a:lnTo>
                    <a:pt x="475845" y="1204087"/>
                  </a:lnTo>
                  <a:lnTo>
                    <a:pt x="475834" y="1204082"/>
                  </a:lnTo>
                  <a:lnTo>
                    <a:pt x="475816" y="1204072"/>
                  </a:lnTo>
                  <a:lnTo>
                    <a:pt x="475804" y="1204066"/>
                  </a:lnTo>
                  <a:lnTo>
                    <a:pt x="475796" y="1204060"/>
                  </a:lnTo>
                  <a:lnTo>
                    <a:pt x="475782" y="1204049"/>
                  </a:lnTo>
                  <a:lnTo>
                    <a:pt x="475749" y="1204023"/>
                  </a:lnTo>
                  <a:lnTo>
                    <a:pt x="475742" y="1204017"/>
                  </a:lnTo>
                  <a:lnTo>
                    <a:pt x="475730" y="1204007"/>
                  </a:lnTo>
                  <a:lnTo>
                    <a:pt x="475723" y="1203999"/>
                  </a:lnTo>
                  <a:lnTo>
                    <a:pt x="475719" y="1203990"/>
                  </a:lnTo>
                  <a:lnTo>
                    <a:pt x="475718" y="1203985"/>
                  </a:lnTo>
                  <a:lnTo>
                    <a:pt x="475716" y="1203977"/>
                  </a:lnTo>
                  <a:lnTo>
                    <a:pt x="475715" y="1203963"/>
                  </a:lnTo>
                  <a:lnTo>
                    <a:pt x="475712" y="1203955"/>
                  </a:lnTo>
                  <a:lnTo>
                    <a:pt x="475709" y="1203949"/>
                  </a:lnTo>
                  <a:lnTo>
                    <a:pt x="475703" y="1203943"/>
                  </a:lnTo>
                  <a:lnTo>
                    <a:pt x="475680" y="1203927"/>
                  </a:lnTo>
                  <a:lnTo>
                    <a:pt x="475655" y="1203911"/>
                  </a:lnTo>
                  <a:lnTo>
                    <a:pt x="475638" y="1203899"/>
                  </a:lnTo>
                  <a:lnTo>
                    <a:pt x="475616" y="1203888"/>
                  </a:lnTo>
                  <a:lnTo>
                    <a:pt x="475597" y="1203880"/>
                  </a:lnTo>
                  <a:lnTo>
                    <a:pt x="475572" y="1203872"/>
                  </a:lnTo>
                  <a:lnTo>
                    <a:pt x="475542" y="1203862"/>
                  </a:lnTo>
                  <a:lnTo>
                    <a:pt x="475527" y="1203856"/>
                  </a:lnTo>
                  <a:lnTo>
                    <a:pt x="475507" y="1203846"/>
                  </a:lnTo>
                  <a:lnTo>
                    <a:pt x="475466" y="1203824"/>
                  </a:lnTo>
                  <a:lnTo>
                    <a:pt x="475443" y="1203811"/>
                  </a:lnTo>
                  <a:lnTo>
                    <a:pt x="475421" y="1203799"/>
                  </a:lnTo>
                  <a:lnTo>
                    <a:pt x="475405" y="1203787"/>
                  </a:lnTo>
                  <a:lnTo>
                    <a:pt x="475389" y="1203775"/>
                  </a:lnTo>
                  <a:lnTo>
                    <a:pt x="475377" y="1203765"/>
                  </a:lnTo>
                  <a:lnTo>
                    <a:pt x="475368" y="1203756"/>
                  </a:lnTo>
                  <a:lnTo>
                    <a:pt x="475360" y="1203749"/>
                  </a:lnTo>
                  <a:lnTo>
                    <a:pt x="475353" y="1203745"/>
                  </a:lnTo>
                  <a:lnTo>
                    <a:pt x="475346" y="1203743"/>
                  </a:lnTo>
                  <a:lnTo>
                    <a:pt x="475338" y="1203743"/>
                  </a:lnTo>
                  <a:lnTo>
                    <a:pt x="475330" y="1203744"/>
                  </a:lnTo>
                  <a:lnTo>
                    <a:pt x="475322" y="1203746"/>
                  </a:lnTo>
                  <a:lnTo>
                    <a:pt x="475312" y="1203749"/>
                  </a:lnTo>
                  <a:lnTo>
                    <a:pt x="475295" y="1203754"/>
                  </a:lnTo>
                  <a:lnTo>
                    <a:pt x="475288" y="1203754"/>
                  </a:lnTo>
                  <a:lnTo>
                    <a:pt x="475281" y="1203753"/>
                  </a:lnTo>
                  <a:lnTo>
                    <a:pt x="475276" y="1203750"/>
                  </a:lnTo>
                  <a:lnTo>
                    <a:pt x="475273" y="1203745"/>
                  </a:lnTo>
                  <a:lnTo>
                    <a:pt x="475267" y="1203736"/>
                  </a:lnTo>
                  <a:lnTo>
                    <a:pt x="475261" y="1203730"/>
                  </a:lnTo>
                  <a:lnTo>
                    <a:pt x="475254" y="1203725"/>
                  </a:lnTo>
                  <a:lnTo>
                    <a:pt x="475246" y="1203717"/>
                  </a:lnTo>
                  <a:lnTo>
                    <a:pt x="475236" y="1203703"/>
                  </a:lnTo>
                  <a:lnTo>
                    <a:pt x="475227" y="1203689"/>
                  </a:lnTo>
                  <a:lnTo>
                    <a:pt x="475214" y="1203665"/>
                  </a:lnTo>
                  <a:lnTo>
                    <a:pt x="475209" y="1203654"/>
                  </a:lnTo>
                  <a:lnTo>
                    <a:pt x="475200" y="1203636"/>
                  </a:lnTo>
                  <a:lnTo>
                    <a:pt x="475192" y="1203613"/>
                  </a:lnTo>
                  <a:lnTo>
                    <a:pt x="475187" y="1203601"/>
                  </a:lnTo>
                  <a:lnTo>
                    <a:pt x="475181" y="1203584"/>
                  </a:lnTo>
                  <a:lnTo>
                    <a:pt x="475176" y="1203575"/>
                  </a:lnTo>
                  <a:lnTo>
                    <a:pt x="475164" y="1203562"/>
                  </a:lnTo>
                  <a:lnTo>
                    <a:pt x="475149" y="1203552"/>
                  </a:lnTo>
                  <a:lnTo>
                    <a:pt x="475137" y="1203545"/>
                  </a:lnTo>
                  <a:lnTo>
                    <a:pt x="475130" y="1203544"/>
                  </a:lnTo>
                  <a:lnTo>
                    <a:pt x="475118" y="1203543"/>
                  </a:lnTo>
                  <a:lnTo>
                    <a:pt x="475107" y="1203544"/>
                  </a:lnTo>
                  <a:lnTo>
                    <a:pt x="475099" y="1203547"/>
                  </a:lnTo>
                  <a:lnTo>
                    <a:pt x="475077" y="1203556"/>
                  </a:lnTo>
                  <a:lnTo>
                    <a:pt x="475069" y="1203558"/>
                  </a:lnTo>
                  <a:lnTo>
                    <a:pt x="475057" y="1203559"/>
                  </a:lnTo>
                  <a:lnTo>
                    <a:pt x="475049" y="1203558"/>
                  </a:lnTo>
                  <a:lnTo>
                    <a:pt x="475034" y="1203556"/>
                  </a:lnTo>
                  <a:lnTo>
                    <a:pt x="475024" y="1203554"/>
                  </a:lnTo>
                  <a:lnTo>
                    <a:pt x="475008" y="1203553"/>
                  </a:lnTo>
                  <a:lnTo>
                    <a:pt x="474987" y="1203553"/>
                  </a:lnTo>
                  <a:lnTo>
                    <a:pt x="474976" y="1203553"/>
                  </a:lnTo>
                  <a:lnTo>
                    <a:pt x="474968" y="1203554"/>
                  </a:lnTo>
                  <a:lnTo>
                    <a:pt x="474941" y="1203558"/>
                  </a:lnTo>
                  <a:lnTo>
                    <a:pt x="474904" y="1203565"/>
                  </a:lnTo>
                  <a:lnTo>
                    <a:pt x="474884" y="1203571"/>
                  </a:lnTo>
                  <a:lnTo>
                    <a:pt x="474873" y="1203574"/>
                  </a:lnTo>
                  <a:lnTo>
                    <a:pt x="474856" y="1203576"/>
                  </a:lnTo>
                  <a:lnTo>
                    <a:pt x="474839" y="1203577"/>
                  </a:lnTo>
                  <a:lnTo>
                    <a:pt x="474805" y="1203577"/>
                  </a:lnTo>
                  <a:lnTo>
                    <a:pt x="474788" y="1203575"/>
                  </a:lnTo>
                  <a:lnTo>
                    <a:pt x="474776" y="1203573"/>
                  </a:lnTo>
                  <a:lnTo>
                    <a:pt x="474749" y="1203569"/>
                  </a:lnTo>
                  <a:lnTo>
                    <a:pt x="474710" y="1203562"/>
                  </a:lnTo>
                  <a:lnTo>
                    <a:pt x="474674" y="1203557"/>
                  </a:lnTo>
                  <a:lnTo>
                    <a:pt x="474658" y="1203556"/>
                  </a:lnTo>
                  <a:lnTo>
                    <a:pt x="474646" y="1203558"/>
                  </a:lnTo>
                  <a:lnTo>
                    <a:pt x="474636" y="1203559"/>
                  </a:lnTo>
                  <a:lnTo>
                    <a:pt x="474626" y="1203561"/>
                  </a:lnTo>
                  <a:lnTo>
                    <a:pt x="474613" y="1203564"/>
                  </a:lnTo>
                  <a:lnTo>
                    <a:pt x="474599" y="1203567"/>
                  </a:lnTo>
                  <a:lnTo>
                    <a:pt x="474581" y="1203573"/>
                  </a:lnTo>
                  <a:lnTo>
                    <a:pt x="474556" y="1203583"/>
                  </a:lnTo>
                  <a:lnTo>
                    <a:pt x="474516" y="1203600"/>
                  </a:lnTo>
                  <a:lnTo>
                    <a:pt x="474492" y="1203608"/>
                  </a:lnTo>
                  <a:lnTo>
                    <a:pt x="474471" y="1203613"/>
                  </a:lnTo>
                  <a:lnTo>
                    <a:pt x="474451" y="1203616"/>
                  </a:lnTo>
                  <a:lnTo>
                    <a:pt x="474426" y="1203621"/>
                  </a:lnTo>
                  <a:lnTo>
                    <a:pt x="474413" y="1203624"/>
                  </a:lnTo>
                  <a:lnTo>
                    <a:pt x="474404" y="1203626"/>
                  </a:lnTo>
                  <a:lnTo>
                    <a:pt x="474397" y="1203629"/>
                  </a:lnTo>
                  <a:lnTo>
                    <a:pt x="474385" y="1203635"/>
                  </a:lnTo>
                  <a:lnTo>
                    <a:pt x="474358" y="1203653"/>
                  </a:lnTo>
                  <a:lnTo>
                    <a:pt x="474329" y="1203671"/>
                  </a:lnTo>
                  <a:lnTo>
                    <a:pt x="474319" y="1203677"/>
                  </a:lnTo>
                  <a:lnTo>
                    <a:pt x="474280" y="1203698"/>
                  </a:lnTo>
                  <a:lnTo>
                    <a:pt x="474268" y="1203705"/>
                  </a:lnTo>
                  <a:lnTo>
                    <a:pt x="474262" y="1203707"/>
                  </a:lnTo>
                  <a:lnTo>
                    <a:pt x="474253" y="1203707"/>
                  </a:lnTo>
                  <a:lnTo>
                    <a:pt x="474238" y="1203705"/>
                  </a:lnTo>
                  <a:lnTo>
                    <a:pt x="474221" y="1203701"/>
                  </a:lnTo>
                  <a:lnTo>
                    <a:pt x="474188" y="1203694"/>
                  </a:lnTo>
                  <a:lnTo>
                    <a:pt x="474161" y="1203689"/>
                  </a:lnTo>
                  <a:lnTo>
                    <a:pt x="474123" y="1203684"/>
                  </a:lnTo>
                  <a:lnTo>
                    <a:pt x="474108" y="1203682"/>
                  </a:lnTo>
                  <a:lnTo>
                    <a:pt x="474103" y="1203681"/>
                  </a:lnTo>
                  <a:lnTo>
                    <a:pt x="474075" y="1203677"/>
                  </a:lnTo>
                  <a:lnTo>
                    <a:pt x="474058" y="1203674"/>
                  </a:lnTo>
                  <a:lnTo>
                    <a:pt x="474041" y="1203670"/>
                  </a:lnTo>
                  <a:lnTo>
                    <a:pt x="474035" y="1203669"/>
                  </a:lnTo>
                  <a:lnTo>
                    <a:pt x="474024" y="1203666"/>
                  </a:lnTo>
                  <a:lnTo>
                    <a:pt x="474012" y="1203662"/>
                  </a:lnTo>
                  <a:lnTo>
                    <a:pt x="474001" y="1203658"/>
                  </a:lnTo>
                  <a:lnTo>
                    <a:pt x="473992" y="1203654"/>
                  </a:lnTo>
                  <a:lnTo>
                    <a:pt x="473986" y="1203651"/>
                  </a:lnTo>
                  <a:lnTo>
                    <a:pt x="473980" y="1203647"/>
                  </a:lnTo>
                  <a:lnTo>
                    <a:pt x="473973" y="1203644"/>
                  </a:lnTo>
                  <a:lnTo>
                    <a:pt x="473963" y="1203637"/>
                  </a:lnTo>
                  <a:lnTo>
                    <a:pt x="473953" y="1203630"/>
                  </a:lnTo>
                  <a:lnTo>
                    <a:pt x="473943" y="1203623"/>
                  </a:lnTo>
                  <a:lnTo>
                    <a:pt x="473923" y="1203611"/>
                  </a:lnTo>
                  <a:lnTo>
                    <a:pt x="473902" y="1203601"/>
                  </a:lnTo>
                  <a:lnTo>
                    <a:pt x="473879" y="1203591"/>
                  </a:lnTo>
                  <a:lnTo>
                    <a:pt x="473854" y="1203580"/>
                  </a:lnTo>
                  <a:lnTo>
                    <a:pt x="473838" y="1203576"/>
                  </a:lnTo>
                  <a:lnTo>
                    <a:pt x="473821" y="1203573"/>
                  </a:lnTo>
                  <a:lnTo>
                    <a:pt x="473807" y="1203572"/>
                  </a:lnTo>
                  <a:lnTo>
                    <a:pt x="473786" y="1203573"/>
                  </a:lnTo>
                  <a:lnTo>
                    <a:pt x="473774" y="1203573"/>
                  </a:lnTo>
                  <a:lnTo>
                    <a:pt x="473768" y="1203572"/>
                  </a:lnTo>
                  <a:lnTo>
                    <a:pt x="473759" y="1203571"/>
                  </a:lnTo>
                  <a:lnTo>
                    <a:pt x="473751" y="1203568"/>
                  </a:lnTo>
                  <a:lnTo>
                    <a:pt x="473743" y="1203564"/>
                  </a:lnTo>
                  <a:lnTo>
                    <a:pt x="473734" y="1203559"/>
                  </a:lnTo>
                  <a:lnTo>
                    <a:pt x="473720" y="1203551"/>
                  </a:lnTo>
                  <a:lnTo>
                    <a:pt x="473712" y="1203548"/>
                  </a:lnTo>
                  <a:lnTo>
                    <a:pt x="473703" y="1203548"/>
                  </a:lnTo>
                  <a:lnTo>
                    <a:pt x="473691" y="1203548"/>
                  </a:lnTo>
                  <a:lnTo>
                    <a:pt x="473683" y="1203549"/>
                  </a:lnTo>
                  <a:lnTo>
                    <a:pt x="473674" y="1203550"/>
                  </a:lnTo>
                  <a:lnTo>
                    <a:pt x="473667" y="1203553"/>
                  </a:lnTo>
                  <a:lnTo>
                    <a:pt x="473657" y="1203556"/>
                  </a:lnTo>
                  <a:lnTo>
                    <a:pt x="473632" y="1203565"/>
                  </a:lnTo>
                  <a:lnTo>
                    <a:pt x="473609" y="1203574"/>
                  </a:lnTo>
                  <a:lnTo>
                    <a:pt x="473579" y="1203589"/>
                  </a:lnTo>
                  <a:lnTo>
                    <a:pt x="473562" y="1203599"/>
                  </a:lnTo>
                  <a:lnTo>
                    <a:pt x="473544" y="1203608"/>
                  </a:lnTo>
                  <a:lnTo>
                    <a:pt x="473533" y="1203614"/>
                  </a:lnTo>
                  <a:lnTo>
                    <a:pt x="473526" y="1203618"/>
                  </a:lnTo>
                  <a:lnTo>
                    <a:pt x="473508" y="1203624"/>
                  </a:lnTo>
                  <a:lnTo>
                    <a:pt x="473473" y="1203636"/>
                  </a:lnTo>
                  <a:lnTo>
                    <a:pt x="473463" y="1203640"/>
                  </a:lnTo>
                  <a:lnTo>
                    <a:pt x="473453" y="1203644"/>
                  </a:lnTo>
                  <a:lnTo>
                    <a:pt x="473445" y="1203649"/>
                  </a:lnTo>
                  <a:lnTo>
                    <a:pt x="473436" y="1203655"/>
                  </a:lnTo>
                  <a:lnTo>
                    <a:pt x="473430" y="1203656"/>
                  </a:lnTo>
                  <a:lnTo>
                    <a:pt x="473421" y="1203657"/>
                  </a:lnTo>
                  <a:lnTo>
                    <a:pt x="473410" y="1203657"/>
                  </a:lnTo>
                  <a:lnTo>
                    <a:pt x="473400" y="1203656"/>
                  </a:lnTo>
                  <a:lnTo>
                    <a:pt x="473390" y="1203653"/>
                  </a:lnTo>
                  <a:lnTo>
                    <a:pt x="473378" y="1203651"/>
                  </a:lnTo>
                  <a:lnTo>
                    <a:pt x="473368" y="1203649"/>
                  </a:lnTo>
                  <a:lnTo>
                    <a:pt x="473317" y="1203644"/>
                  </a:lnTo>
                  <a:lnTo>
                    <a:pt x="473265" y="1203641"/>
                  </a:lnTo>
                  <a:lnTo>
                    <a:pt x="473213" y="1203637"/>
                  </a:lnTo>
                  <a:lnTo>
                    <a:pt x="473194" y="1203636"/>
                  </a:lnTo>
                  <a:lnTo>
                    <a:pt x="473161" y="1203633"/>
                  </a:lnTo>
                  <a:lnTo>
                    <a:pt x="473140" y="1203634"/>
                  </a:lnTo>
                  <a:lnTo>
                    <a:pt x="473108" y="1203637"/>
                  </a:lnTo>
                  <a:lnTo>
                    <a:pt x="473095" y="1203639"/>
                  </a:lnTo>
                  <a:lnTo>
                    <a:pt x="473089" y="1203639"/>
                  </a:lnTo>
                  <a:lnTo>
                    <a:pt x="473077" y="1203639"/>
                  </a:lnTo>
                  <a:lnTo>
                    <a:pt x="473056" y="1203637"/>
                  </a:lnTo>
                  <a:lnTo>
                    <a:pt x="473040" y="1203636"/>
                  </a:lnTo>
                  <a:lnTo>
                    <a:pt x="473004" y="1203631"/>
                  </a:lnTo>
                  <a:lnTo>
                    <a:pt x="472971" y="1203626"/>
                  </a:lnTo>
                  <a:lnTo>
                    <a:pt x="472953" y="1203624"/>
                  </a:lnTo>
                  <a:lnTo>
                    <a:pt x="472924" y="1203620"/>
                  </a:lnTo>
                  <a:lnTo>
                    <a:pt x="472902" y="1203619"/>
                  </a:lnTo>
                  <a:lnTo>
                    <a:pt x="472878" y="1203617"/>
                  </a:lnTo>
                  <a:lnTo>
                    <a:pt x="472858" y="1203617"/>
                  </a:lnTo>
                  <a:lnTo>
                    <a:pt x="472849" y="1203618"/>
                  </a:lnTo>
                  <a:lnTo>
                    <a:pt x="472844" y="1203619"/>
                  </a:lnTo>
                  <a:lnTo>
                    <a:pt x="472827" y="1203628"/>
                  </a:lnTo>
                  <a:lnTo>
                    <a:pt x="472816" y="1203631"/>
                  </a:lnTo>
                  <a:lnTo>
                    <a:pt x="472811" y="1203631"/>
                  </a:lnTo>
                  <a:lnTo>
                    <a:pt x="472806" y="1203631"/>
                  </a:lnTo>
                  <a:lnTo>
                    <a:pt x="472802" y="1203629"/>
                  </a:lnTo>
                  <a:lnTo>
                    <a:pt x="472797" y="1203626"/>
                  </a:lnTo>
                  <a:lnTo>
                    <a:pt x="472790" y="1203616"/>
                  </a:lnTo>
                  <a:lnTo>
                    <a:pt x="472781" y="1203602"/>
                  </a:lnTo>
                  <a:lnTo>
                    <a:pt x="472774" y="1203586"/>
                  </a:lnTo>
                  <a:lnTo>
                    <a:pt x="472754" y="1203544"/>
                  </a:lnTo>
                  <a:lnTo>
                    <a:pt x="472740" y="1203519"/>
                  </a:lnTo>
                  <a:lnTo>
                    <a:pt x="472731" y="1203501"/>
                  </a:lnTo>
                  <a:lnTo>
                    <a:pt x="472717" y="1203472"/>
                  </a:lnTo>
                  <a:lnTo>
                    <a:pt x="472709" y="1203460"/>
                  </a:lnTo>
                  <a:lnTo>
                    <a:pt x="472705" y="1203453"/>
                  </a:lnTo>
                  <a:lnTo>
                    <a:pt x="472696" y="1203434"/>
                  </a:lnTo>
                  <a:lnTo>
                    <a:pt x="472686" y="1203417"/>
                  </a:lnTo>
                  <a:lnTo>
                    <a:pt x="472673" y="1203397"/>
                  </a:lnTo>
                  <a:lnTo>
                    <a:pt x="472658" y="1203375"/>
                  </a:lnTo>
                  <a:lnTo>
                    <a:pt x="472641" y="1203353"/>
                  </a:lnTo>
                  <a:lnTo>
                    <a:pt x="472624" y="1203334"/>
                  </a:lnTo>
                  <a:lnTo>
                    <a:pt x="472612" y="1203322"/>
                  </a:lnTo>
                  <a:lnTo>
                    <a:pt x="472593" y="1203305"/>
                  </a:lnTo>
                  <a:lnTo>
                    <a:pt x="472576" y="1203292"/>
                  </a:lnTo>
                  <a:lnTo>
                    <a:pt x="472564" y="1203283"/>
                  </a:lnTo>
                  <a:lnTo>
                    <a:pt x="472546" y="1203273"/>
                  </a:lnTo>
                  <a:lnTo>
                    <a:pt x="472524" y="1203262"/>
                  </a:lnTo>
                  <a:lnTo>
                    <a:pt x="472501" y="1203253"/>
                  </a:lnTo>
                  <a:lnTo>
                    <a:pt x="472488" y="1203246"/>
                  </a:lnTo>
                  <a:lnTo>
                    <a:pt x="472472" y="1203238"/>
                  </a:lnTo>
                  <a:lnTo>
                    <a:pt x="472446" y="1203222"/>
                  </a:lnTo>
                  <a:lnTo>
                    <a:pt x="472420" y="1203208"/>
                  </a:lnTo>
                  <a:lnTo>
                    <a:pt x="472412" y="1203205"/>
                  </a:lnTo>
                  <a:lnTo>
                    <a:pt x="472406" y="1203202"/>
                  </a:lnTo>
                  <a:lnTo>
                    <a:pt x="472379" y="1203189"/>
                  </a:lnTo>
                  <a:lnTo>
                    <a:pt x="472340" y="1203171"/>
                  </a:lnTo>
                  <a:lnTo>
                    <a:pt x="472317" y="1203161"/>
                  </a:lnTo>
                  <a:lnTo>
                    <a:pt x="472298" y="1203152"/>
                  </a:lnTo>
                  <a:lnTo>
                    <a:pt x="472287" y="1203146"/>
                  </a:lnTo>
                  <a:lnTo>
                    <a:pt x="472278" y="1203140"/>
                  </a:lnTo>
                  <a:lnTo>
                    <a:pt x="472265" y="1203132"/>
                  </a:lnTo>
                  <a:lnTo>
                    <a:pt x="472252" y="1203122"/>
                  </a:lnTo>
                  <a:lnTo>
                    <a:pt x="472244" y="1203113"/>
                  </a:lnTo>
                  <a:lnTo>
                    <a:pt x="472232" y="1203101"/>
                  </a:lnTo>
                  <a:lnTo>
                    <a:pt x="472221" y="1203089"/>
                  </a:lnTo>
                  <a:lnTo>
                    <a:pt x="472206" y="1203074"/>
                  </a:lnTo>
                  <a:lnTo>
                    <a:pt x="472195" y="1203064"/>
                  </a:lnTo>
                  <a:lnTo>
                    <a:pt x="472188" y="1203056"/>
                  </a:lnTo>
                  <a:lnTo>
                    <a:pt x="472182" y="1203048"/>
                  </a:lnTo>
                  <a:lnTo>
                    <a:pt x="472177" y="1203040"/>
                  </a:lnTo>
                  <a:lnTo>
                    <a:pt x="472172" y="1203031"/>
                  </a:lnTo>
                  <a:lnTo>
                    <a:pt x="472167" y="1203020"/>
                  </a:lnTo>
                  <a:lnTo>
                    <a:pt x="472161" y="1203004"/>
                  </a:lnTo>
                  <a:lnTo>
                    <a:pt x="472156" y="1202980"/>
                  </a:lnTo>
                  <a:lnTo>
                    <a:pt x="472152" y="1202963"/>
                  </a:lnTo>
                  <a:lnTo>
                    <a:pt x="472148" y="1202944"/>
                  </a:lnTo>
                  <a:lnTo>
                    <a:pt x="472146" y="1202930"/>
                  </a:lnTo>
                  <a:lnTo>
                    <a:pt x="472145" y="1202919"/>
                  </a:lnTo>
                  <a:lnTo>
                    <a:pt x="472145" y="1202912"/>
                  </a:lnTo>
                  <a:lnTo>
                    <a:pt x="472148" y="1202899"/>
                  </a:lnTo>
                  <a:lnTo>
                    <a:pt x="472154" y="1202879"/>
                  </a:lnTo>
                  <a:lnTo>
                    <a:pt x="472157" y="1202869"/>
                  </a:lnTo>
                  <a:lnTo>
                    <a:pt x="472158" y="1202858"/>
                  </a:lnTo>
                  <a:lnTo>
                    <a:pt x="472156" y="1202845"/>
                  </a:lnTo>
                  <a:lnTo>
                    <a:pt x="472155" y="1202839"/>
                  </a:lnTo>
                  <a:lnTo>
                    <a:pt x="472154" y="1202825"/>
                  </a:lnTo>
                  <a:lnTo>
                    <a:pt x="472154" y="1202814"/>
                  </a:lnTo>
                  <a:lnTo>
                    <a:pt x="472156" y="1202804"/>
                  </a:lnTo>
                  <a:lnTo>
                    <a:pt x="472158" y="1202787"/>
                  </a:lnTo>
                  <a:lnTo>
                    <a:pt x="472154" y="1202787"/>
                  </a:lnTo>
                  <a:lnTo>
                    <a:pt x="472143" y="1202798"/>
                  </a:lnTo>
                  <a:lnTo>
                    <a:pt x="472121" y="1202822"/>
                  </a:lnTo>
                  <a:lnTo>
                    <a:pt x="472108" y="1202832"/>
                  </a:lnTo>
                  <a:lnTo>
                    <a:pt x="472104" y="1202835"/>
                  </a:lnTo>
                  <a:lnTo>
                    <a:pt x="472096" y="1202840"/>
                  </a:lnTo>
                  <a:lnTo>
                    <a:pt x="472089" y="1202843"/>
                  </a:lnTo>
                  <a:lnTo>
                    <a:pt x="472078" y="1202848"/>
                  </a:lnTo>
                  <a:lnTo>
                    <a:pt x="472059" y="1202853"/>
                  </a:lnTo>
                  <a:lnTo>
                    <a:pt x="472044" y="1202857"/>
                  </a:lnTo>
                  <a:lnTo>
                    <a:pt x="472036" y="1202858"/>
                  </a:lnTo>
                  <a:lnTo>
                    <a:pt x="472029" y="1202859"/>
                  </a:lnTo>
                  <a:lnTo>
                    <a:pt x="472020" y="1202860"/>
                  </a:lnTo>
                  <a:lnTo>
                    <a:pt x="472011" y="1202861"/>
                  </a:lnTo>
                  <a:lnTo>
                    <a:pt x="471993" y="1202861"/>
                  </a:lnTo>
                  <a:lnTo>
                    <a:pt x="471959" y="1202862"/>
                  </a:lnTo>
                  <a:lnTo>
                    <a:pt x="471950" y="1202863"/>
                  </a:lnTo>
                  <a:lnTo>
                    <a:pt x="471941" y="1202865"/>
                  </a:lnTo>
                  <a:lnTo>
                    <a:pt x="471928" y="1202870"/>
                  </a:lnTo>
                  <a:lnTo>
                    <a:pt x="471920" y="1202875"/>
                  </a:lnTo>
                  <a:lnTo>
                    <a:pt x="471912" y="1202879"/>
                  </a:lnTo>
                  <a:lnTo>
                    <a:pt x="471902" y="1202885"/>
                  </a:lnTo>
                  <a:lnTo>
                    <a:pt x="471889" y="1202894"/>
                  </a:lnTo>
                  <a:lnTo>
                    <a:pt x="471870" y="1202909"/>
                  </a:lnTo>
                  <a:lnTo>
                    <a:pt x="471837" y="1202936"/>
                  </a:lnTo>
                  <a:lnTo>
                    <a:pt x="471821" y="1202951"/>
                  </a:lnTo>
                  <a:lnTo>
                    <a:pt x="471805" y="1202965"/>
                  </a:lnTo>
                  <a:lnTo>
                    <a:pt x="471793" y="1202978"/>
                  </a:lnTo>
                  <a:lnTo>
                    <a:pt x="471787" y="1202985"/>
                  </a:lnTo>
                  <a:lnTo>
                    <a:pt x="471778" y="1202995"/>
                  </a:lnTo>
                  <a:lnTo>
                    <a:pt x="471769" y="1203004"/>
                  </a:lnTo>
                  <a:lnTo>
                    <a:pt x="471752" y="1203022"/>
                  </a:lnTo>
                  <a:lnTo>
                    <a:pt x="471730" y="1203042"/>
                  </a:lnTo>
                  <a:lnTo>
                    <a:pt x="471718" y="1203050"/>
                  </a:lnTo>
                  <a:lnTo>
                    <a:pt x="471700" y="1203063"/>
                  </a:lnTo>
                  <a:lnTo>
                    <a:pt x="471680" y="1203076"/>
                  </a:lnTo>
                  <a:lnTo>
                    <a:pt x="471648" y="1203096"/>
                  </a:lnTo>
                  <a:lnTo>
                    <a:pt x="471625" y="1203109"/>
                  </a:lnTo>
                  <a:lnTo>
                    <a:pt x="471596" y="1203123"/>
                  </a:lnTo>
                  <a:lnTo>
                    <a:pt x="471585" y="1203128"/>
                  </a:lnTo>
                  <a:lnTo>
                    <a:pt x="471576" y="1203131"/>
                  </a:lnTo>
                  <a:lnTo>
                    <a:pt x="471565" y="1203133"/>
                  </a:lnTo>
                  <a:lnTo>
                    <a:pt x="471544" y="1203135"/>
                  </a:lnTo>
                  <a:lnTo>
                    <a:pt x="471533" y="1203137"/>
                  </a:lnTo>
                  <a:lnTo>
                    <a:pt x="471524" y="1203140"/>
                  </a:lnTo>
                  <a:lnTo>
                    <a:pt x="471519" y="1203143"/>
                  </a:lnTo>
                  <a:lnTo>
                    <a:pt x="471513" y="1203147"/>
                  </a:lnTo>
                  <a:lnTo>
                    <a:pt x="471493" y="1203158"/>
                  </a:lnTo>
                  <a:lnTo>
                    <a:pt x="471478" y="1203164"/>
                  </a:lnTo>
                  <a:lnTo>
                    <a:pt x="471462" y="1203168"/>
                  </a:lnTo>
                  <a:lnTo>
                    <a:pt x="471441" y="1203170"/>
                  </a:lnTo>
                  <a:lnTo>
                    <a:pt x="471420" y="1203173"/>
                  </a:lnTo>
                  <a:lnTo>
                    <a:pt x="471399" y="1203174"/>
                  </a:lnTo>
                  <a:lnTo>
                    <a:pt x="471392" y="1203173"/>
                  </a:lnTo>
                  <a:lnTo>
                    <a:pt x="471384" y="1203170"/>
                  </a:lnTo>
                  <a:lnTo>
                    <a:pt x="471378" y="1203168"/>
                  </a:lnTo>
                  <a:lnTo>
                    <a:pt x="471373" y="1203166"/>
                  </a:lnTo>
                  <a:lnTo>
                    <a:pt x="471364" y="1203160"/>
                  </a:lnTo>
                  <a:lnTo>
                    <a:pt x="471338" y="1203146"/>
                  </a:lnTo>
                  <a:lnTo>
                    <a:pt x="471325" y="1203139"/>
                  </a:lnTo>
                  <a:lnTo>
                    <a:pt x="471306" y="1203130"/>
                  </a:lnTo>
                  <a:lnTo>
                    <a:pt x="471285" y="1203123"/>
                  </a:lnTo>
                  <a:lnTo>
                    <a:pt x="471277" y="1203121"/>
                  </a:lnTo>
                  <a:lnTo>
                    <a:pt x="471257" y="1203117"/>
                  </a:lnTo>
                  <a:lnTo>
                    <a:pt x="471235" y="1203115"/>
                  </a:lnTo>
                  <a:lnTo>
                    <a:pt x="471213" y="1203115"/>
                  </a:lnTo>
                  <a:lnTo>
                    <a:pt x="471183" y="1203116"/>
                  </a:lnTo>
                  <a:lnTo>
                    <a:pt x="471169" y="1203118"/>
                  </a:lnTo>
                  <a:lnTo>
                    <a:pt x="471150" y="1203120"/>
                  </a:lnTo>
                  <a:lnTo>
                    <a:pt x="471132" y="1203124"/>
                  </a:lnTo>
                  <a:lnTo>
                    <a:pt x="471120" y="1203128"/>
                  </a:lnTo>
                  <a:lnTo>
                    <a:pt x="471105" y="1203134"/>
                  </a:lnTo>
                  <a:lnTo>
                    <a:pt x="471089" y="1203142"/>
                  </a:lnTo>
                  <a:lnTo>
                    <a:pt x="471081" y="1203148"/>
                  </a:lnTo>
                  <a:lnTo>
                    <a:pt x="471069" y="1203157"/>
                  </a:lnTo>
                  <a:lnTo>
                    <a:pt x="471052" y="1203170"/>
                  </a:lnTo>
                  <a:lnTo>
                    <a:pt x="471029" y="1203188"/>
                  </a:lnTo>
                  <a:lnTo>
                    <a:pt x="471010" y="1203205"/>
                  </a:lnTo>
                  <a:lnTo>
                    <a:pt x="470996" y="1203217"/>
                  </a:lnTo>
                  <a:lnTo>
                    <a:pt x="470987" y="1203224"/>
                  </a:lnTo>
                  <a:lnTo>
                    <a:pt x="470977" y="1203229"/>
                  </a:lnTo>
                  <a:lnTo>
                    <a:pt x="470962" y="1203234"/>
                  </a:lnTo>
                  <a:lnTo>
                    <a:pt x="470951" y="1203236"/>
                  </a:lnTo>
                  <a:lnTo>
                    <a:pt x="470936" y="1203240"/>
                  </a:lnTo>
                  <a:lnTo>
                    <a:pt x="470910" y="1203244"/>
                  </a:lnTo>
                  <a:lnTo>
                    <a:pt x="470880" y="1203247"/>
                  </a:lnTo>
                  <a:lnTo>
                    <a:pt x="470868" y="1203249"/>
                  </a:lnTo>
                  <a:lnTo>
                    <a:pt x="470852" y="1203254"/>
                  </a:lnTo>
                  <a:lnTo>
                    <a:pt x="470843" y="1203257"/>
                  </a:lnTo>
                  <a:lnTo>
                    <a:pt x="470833" y="1203262"/>
                  </a:lnTo>
                  <a:lnTo>
                    <a:pt x="470816" y="1203271"/>
                  </a:lnTo>
                  <a:lnTo>
                    <a:pt x="470806" y="1203275"/>
                  </a:lnTo>
                  <a:lnTo>
                    <a:pt x="470797" y="1203274"/>
                  </a:lnTo>
                  <a:lnTo>
                    <a:pt x="470791" y="1203268"/>
                  </a:lnTo>
                  <a:lnTo>
                    <a:pt x="470788" y="1203257"/>
                  </a:lnTo>
                  <a:lnTo>
                    <a:pt x="470786" y="1203249"/>
                  </a:lnTo>
                  <a:lnTo>
                    <a:pt x="470780" y="1203237"/>
                  </a:lnTo>
                  <a:lnTo>
                    <a:pt x="470770" y="1203221"/>
                  </a:lnTo>
                  <a:lnTo>
                    <a:pt x="470764" y="1203214"/>
                  </a:lnTo>
                  <a:lnTo>
                    <a:pt x="470759" y="1203208"/>
                  </a:lnTo>
                  <a:lnTo>
                    <a:pt x="470752" y="1203200"/>
                  </a:lnTo>
                  <a:lnTo>
                    <a:pt x="470748" y="1203196"/>
                  </a:lnTo>
                  <a:lnTo>
                    <a:pt x="470742" y="1203192"/>
                  </a:lnTo>
                  <a:lnTo>
                    <a:pt x="470730" y="1203184"/>
                  </a:lnTo>
                  <a:lnTo>
                    <a:pt x="470715" y="1203175"/>
                  </a:lnTo>
                  <a:lnTo>
                    <a:pt x="470705" y="1203170"/>
                  </a:lnTo>
                  <a:lnTo>
                    <a:pt x="470680" y="1203158"/>
                  </a:lnTo>
                  <a:lnTo>
                    <a:pt x="470664" y="1203149"/>
                  </a:lnTo>
                  <a:lnTo>
                    <a:pt x="470648" y="1203141"/>
                  </a:lnTo>
                  <a:lnTo>
                    <a:pt x="470629" y="1203129"/>
                  </a:lnTo>
                  <a:lnTo>
                    <a:pt x="470615" y="1203120"/>
                  </a:lnTo>
                  <a:lnTo>
                    <a:pt x="470581" y="1203097"/>
                  </a:lnTo>
                  <a:lnTo>
                    <a:pt x="470547" y="1203072"/>
                  </a:lnTo>
                  <a:lnTo>
                    <a:pt x="470515" y="1203053"/>
                  </a:lnTo>
                  <a:lnTo>
                    <a:pt x="470481" y="1203033"/>
                  </a:lnTo>
                  <a:lnTo>
                    <a:pt x="470449" y="1203013"/>
                  </a:lnTo>
                  <a:lnTo>
                    <a:pt x="470416" y="1202992"/>
                  </a:lnTo>
                  <a:lnTo>
                    <a:pt x="470383" y="1202971"/>
                  </a:lnTo>
                  <a:lnTo>
                    <a:pt x="470367" y="1202962"/>
                  </a:lnTo>
                  <a:lnTo>
                    <a:pt x="470363" y="1202961"/>
                  </a:lnTo>
                  <a:lnTo>
                    <a:pt x="470357" y="1202962"/>
                  </a:lnTo>
                  <a:lnTo>
                    <a:pt x="470350" y="1202966"/>
                  </a:lnTo>
                  <a:lnTo>
                    <a:pt x="470340" y="1202977"/>
                  </a:lnTo>
                  <a:lnTo>
                    <a:pt x="470322" y="1202993"/>
                  </a:lnTo>
                  <a:lnTo>
                    <a:pt x="470314" y="1203000"/>
                  </a:lnTo>
                  <a:lnTo>
                    <a:pt x="470301" y="1203008"/>
                  </a:lnTo>
                  <a:lnTo>
                    <a:pt x="470289" y="1203014"/>
                  </a:lnTo>
                  <a:lnTo>
                    <a:pt x="470271" y="1203025"/>
                  </a:lnTo>
                  <a:lnTo>
                    <a:pt x="470255" y="1203033"/>
                  </a:lnTo>
                  <a:lnTo>
                    <a:pt x="470222" y="1203058"/>
                  </a:lnTo>
                  <a:lnTo>
                    <a:pt x="470201" y="1203073"/>
                  </a:lnTo>
                  <a:lnTo>
                    <a:pt x="470189" y="1203084"/>
                  </a:lnTo>
                  <a:lnTo>
                    <a:pt x="470183" y="1203091"/>
                  </a:lnTo>
                  <a:lnTo>
                    <a:pt x="470180" y="1203096"/>
                  </a:lnTo>
                  <a:lnTo>
                    <a:pt x="470178" y="1203101"/>
                  </a:lnTo>
                  <a:lnTo>
                    <a:pt x="470175" y="1203112"/>
                  </a:lnTo>
                  <a:lnTo>
                    <a:pt x="470171" y="1203121"/>
                  </a:lnTo>
                  <a:lnTo>
                    <a:pt x="470166" y="1203125"/>
                  </a:lnTo>
                  <a:lnTo>
                    <a:pt x="470160" y="1203127"/>
                  </a:lnTo>
                  <a:lnTo>
                    <a:pt x="470142" y="1203129"/>
                  </a:lnTo>
                  <a:lnTo>
                    <a:pt x="470127" y="1203130"/>
                  </a:lnTo>
                  <a:lnTo>
                    <a:pt x="470117" y="1203131"/>
                  </a:lnTo>
                  <a:lnTo>
                    <a:pt x="470108" y="1203132"/>
                  </a:lnTo>
                  <a:lnTo>
                    <a:pt x="470099" y="1203132"/>
                  </a:lnTo>
                  <a:lnTo>
                    <a:pt x="470074" y="1203133"/>
                  </a:lnTo>
                  <a:lnTo>
                    <a:pt x="470040" y="1203134"/>
                  </a:lnTo>
                  <a:lnTo>
                    <a:pt x="470007" y="1203135"/>
                  </a:lnTo>
                  <a:lnTo>
                    <a:pt x="469974" y="1203138"/>
                  </a:lnTo>
                  <a:lnTo>
                    <a:pt x="469963" y="1203139"/>
                  </a:lnTo>
                  <a:lnTo>
                    <a:pt x="469938" y="1203143"/>
                  </a:lnTo>
                  <a:lnTo>
                    <a:pt x="469924" y="1203145"/>
                  </a:lnTo>
                  <a:lnTo>
                    <a:pt x="469907" y="1203150"/>
                  </a:lnTo>
                  <a:lnTo>
                    <a:pt x="469891" y="1203154"/>
                  </a:lnTo>
                  <a:lnTo>
                    <a:pt x="469873" y="1203159"/>
                  </a:lnTo>
                  <a:lnTo>
                    <a:pt x="469866" y="1203162"/>
                  </a:lnTo>
                  <a:lnTo>
                    <a:pt x="469853" y="1203167"/>
                  </a:lnTo>
                  <a:lnTo>
                    <a:pt x="469840" y="1203172"/>
                  </a:lnTo>
                  <a:lnTo>
                    <a:pt x="469807" y="1203190"/>
                  </a:lnTo>
                  <a:lnTo>
                    <a:pt x="469773" y="1203206"/>
                  </a:lnTo>
                  <a:lnTo>
                    <a:pt x="469757" y="1203215"/>
                  </a:lnTo>
                  <a:lnTo>
                    <a:pt x="469741" y="1203224"/>
                  </a:lnTo>
                  <a:lnTo>
                    <a:pt x="469726" y="1203234"/>
                  </a:lnTo>
                  <a:lnTo>
                    <a:pt x="469713" y="1203244"/>
                  </a:lnTo>
                  <a:lnTo>
                    <a:pt x="469688" y="1203269"/>
                  </a:lnTo>
                  <a:lnTo>
                    <a:pt x="469678" y="1203280"/>
                  </a:lnTo>
                  <a:lnTo>
                    <a:pt x="469665" y="1203298"/>
                  </a:lnTo>
                  <a:lnTo>
                    <a:pt x="469655" y="1203313"/>
                  </a:lnTo>
                  <a:lnTo>
                    <a:pt x="469624" y="1203356"/>
                  </a:lnTo>
                  <a:lnTo>
                    <a:pt x="469613" y="1203372"/>
                  </a:lnTo>
                  <a:lnTo>
                    <a:pt x="469594" y="1203399"/>
                  </a:lnTo>
                  <a:lnTo>
                    <a:pt x="469590" y="1203403"/>
                  </a:lnTo>
                  <a:lnTo>
                    <a:pt x="469573" y="1203424"/>
                  </a:lnTo>
                  <a:lnTo>
                    <a:pt x="469563" y="1203436"/>
                  </a:lnTo>
                  <a:lnTo>
                    <a:pt x="469557" y="1203442"/>
                  </a:lnTo>
                  <a:lnTo>
                    <a:pt x="469552" y="1203449"/>
                  </a:lnTo>
                  <a:lnTo>
                    <a:pt x="469546" y="1203460"/>
                  </a:lnTo>
                  <a:lnTo>
                    <a:pt x="469535" y="1203486"/>
                  </a:lnTo>
                  <a:lnTo>
                    <a:pt x="469532" y="1203494"/>
                  </a:lnTo>
                  <a:lnTo>
                    <a:pt x="469514" y="1203528"/>
                  </a:lnTo>
                  <a:lnTo>
                    <a:pt x="469504" y="1203548"/>
                  </a:lnTo>
                  <a:lnTo>
                    <a:pt x="469490" y="1203570"/>
                  </a:lnTo>
                  <a:lnTo>
                    <a:pt x="469479" y="1203584"/>
                  </a:lnTo>
                  <a:lnTo>
                    <a:pt x="469472" y="1203592"/>
                  </a:lnTo>
                  <a:lnTo>
                    <a:pt x="469462" y="1203601"/>
                  </a:lnTo>
                  <a:lnTo>
                    <a:pt x="469446" y="1203613"/>
                  </a:lnTo>
                  <a:lnTo>
                    <a:pt x="469419" y="1203633"/>
                  </a:lnTo>
                  <a:lnTo>
                    <a:pt x="469399" y="1203645"/>
                  </a:lnTo>
                  <a:lnTo>
                    <a:pt x="469390" y="1203650"/>
                  </a:lnTo>
                  <a:lnTo>
                    <a:pt x="469384" y="1203653"/>
                  </a:lnTo>
                  <a:lnTo>
                    <a:pt x="469379" y="1203654"/>
                  </a:lnTo>
                  <a:lnTo>
                    <a:pt x="469374" y="1203653"/>
                  </a:lnTo>
                  <a:lnTo>
                    <a:pt x="469367" y="1203649"/>
                  </a:lnTo>
                  <a:lnTo>
                    <a:pt x="469355" y="1203642"/>
                  </a:lnTo>
                  <a:lnTo>
                    <a:pt x="469341" y="1203633"/>
                  </a:lnTo>
                  <a:lnTo>
                    <a:pt x="469329" y="1203628"/>
                  </a:lnTo>
                  <a:lnTo>
                    <a:pt x="469315" y="1203623"/>
                  </a:lnTo>
                  <a:lnTo>
                    <a:pt x="469297" y="1203616"/>
                  </a:lnTo>
                  <a:lnTo>
                    <a:pt x="469271" y="1203603"/>
                  </a:lnTo>
                  <a:lnTo>
                    <a:pt x="469256" y="1203593"/>
                  </a:lnTo>
                  <a:lnTo>
                    <a:pt x="469244" y="1203580"/>
                  </a:lnTo>
                  <a:lnTo>
                    <a:pt x="469232" y="1203566"/>
                  </a:lnTo>
                  <a:lnTo>
                    <a:pt x="469225" y="1203551"/>
                  </a:lnTo>
                  <a:lnTo>
                    <a:pt x="469216" y="1203521"/>
                  </a:lnTo>
                  <a:lnTo>
                    <a:pt x="469208" y="1203496"/>
                  </a:lnTo>
                  <a:lnTo>
                    <a:pt x="469199" y="1203463"/>
                  </a:lnTo>
                  <a:lnTo>
                    <a:pt x="469194" y="1203441"/>
                  </a:lnTo>
                  <a:lnTo>
                    <a:pt x="469186" y="1203419"/>
                  </a:lnTo>
                  <a:lnTo>
                    <a:pt x="469178" y="1203405"/>
                  </a:lnTo>
                  <a:lnTo>
                    <a:pt x="469167" y="1203391"/>
                  </a:lnTo>
                  <a:lnTo>
                    <a:pt x="469152" y="1203373"/>
                  </a:lnTo>
                  <a:lnTo>
                    <a:pt x="469134" y="1203362"/>
                  </a:lnTo>
                  <a:lnTo>
                    <a:pt x="469124" y="1203356"/>
                  </a:lnTo>
                  <a:lnTo>
                    <a:pt x="469070" y="1203342"/>
                  </a:lnTo>
                  <a:lnTo>
                    <a:pt x="469038" y="1203318"/>
                  </a:lnTo>
                  <a:lnTo>
                    <a:pt x="469011" y="1203252"/>
                  </a:lnTo>
                  <a:lnTo>
                    <a:pt x="468983" y="1203193"/>
                  </a:lnTo>
                  <a:lnTo>
                    <a:pt x="468953" y="1203132"/>
                  </a:lnTo>
                  <a:lnTo>
                    <a:pt x="468939" y="1203099"/>
                  </a:lnTo>
                  <a:lnTo>
                    <a:pt x="468917" y="1203068"/>
                  </a:lnTo>
                  <a:lnTo>
                    <a:pt x="468891" y="1203052"/>
                  </a:lnTo>
                  <a:lnTo>
                    <a:pt x="468871" y="1203038"/>
                  </a:lnTo>
                  <a:lnTo>
                    <a:pt x="468842" y="1203017"/>
                  </a:lnTo>
                  <a:lnTo>
                    <a:pt x="468834" y="1203006"/>
                  </a:lnTo>
                  <a:lnTo>
                    <a:pt x="468825" y="1203001"/>
                  </a:lnTo>
                  <a:lnTo>
                    <a:pt x="468817" y="1203001"/>
                  </a:lnTo>
                  <a:lnTo>
                    <a:pt x="468811" y="1203002"/>
                  </a:lnTo>
                  <a:lnTo>
                    <a:pt x="468797" y="1203009"/>
                  </a:lnTo>
                  <a:lnTo>
                    <a:pt x="468778" y="1203020"/>
                  </a:lnTo>
                  <a:lnTo>
                    <a:pt x="468762" y="1203027"/>
                  </a:lnTo>
                  <a:lnTo>
                    <a:pt x="468719" y="1203037"/>
                  </a:lnTo>
                  <a:lnTo>
                    <a:pt x="468706" y="1203040"/>
                  </a:lnTo>
                  <a:lnTo>
                    <a:pt x="468690" y="1203043"/>
                  </a:lnTo>
                  <a:lnTo>
                    <a:pt x="468670" y="1203044"/>
                  </a:lnTo>
                  <a:lnTo>
                    <a:pt x="468656" y="1203042"/>
                  </a:lnTo>
                  <a:lnTo>
                    <a:pt x="468645" y="1203035"/>
                  </a:lnTo>
                  <a:lnTo>
                    <a:pt x="468640" y="1203029"/>
                  </a:lnTo>
                  <a:lnTo>
                    <a:pt x="468635" y="1203017"/>
                  </a:lnTo>
                  <a:lnTo>
                    <a:pt x="468632" y="1203010"/>
                  </a:lnTo>
                  <a:lnTo>
                    <a:pt x="468626" y="1202996"/>
                  </a:lnTo>
                  <a:lnTo>
                    <a:pt x="468619" y="1202986"/>
                  </a:lnTo>
                  <a:lnTo>
                    <a:pt x="468614" y="1202980"/>
                  </a:lnTo>
                  <a:lnTo>
                    <a:pt x="468586" y="1202958"/>
                  </a:lnTo>
                  <a:lnTo>
                    <a:pt x="468558" y="1202940"/>
                  </a:lnTo>
                  <a:lnTo>
                    <a:pt x="468514" y="1202912"/>
                  </a:lnTo>
                  <a:lnTo>
                    <a:pt x="468495" y="1202898"/>
                  </a:lnTo>
                  <a:lnTo>
                    <a:pt x="468480" y="1202887"/>
                  </a:lnTo>
                  <a:lnTo>
                    <a:pt x="468443" y="1202865"/>
                  </a:lnTo>
                  <a:lnTo>
                    <a:pt x="468420" y="1202854"/>
                  </a:lnTo>
                  <a:lnTo>
                    <a:pt x="468371" y="1202834"/>
                  </a:lnTo>
                  <a:lnTo>
                    <a:pt x="468334" y="1202814"/>
                  </a:lnTo>
                  <a:lnTo>
                    <a:pt x="468313" y="1202803"/>
                  </a:lnTo>
                  <a:lnTo>
                    <a:pt x="468291" y="1202799"/>
                  </a:lnTo>
                  <a:lnTo>
                    <a:pt x="468263" y="1202795"/>
                  </a:lnTo>
                  <a:lnTo>
                    <a:pt x="468242" y="1202796"/>
                  </a:lnTo>
                  <a:lnTo>
                    <a:pt x="468227" y="1202797"/>
                  </a:lnTo>
                  <a:lnTo>
                    <a:pt x="468209" y="1202799"/>
                  </a:lnTo>
                  <a:lnTo>
                    <a:pt x="468189" y="1202802"/>
                  </a:lnTo>
                  <a:lnTo>
                    <a:pt x="468175" y="1202807"/>
                  </a:lnTo>
                  <a:lnTo>
                    <a:pt x="468155" y="1202814"/>
                  </a:lnTo>
                  <a:lnTo>
                    <a:pt x="468140" y="1202822"/>
                  </a:lnTo>
                  <a:lnTo>
                    <a:pt x="468122" y="1202834"/>
                  </a:lnTo>
                  <a:lnTo>
                    <a:pt x="468108" y="1202841"/>
                  </a:lnTo>
                  <a:lnTo>
                    <a:pt x="468098" y="1202844"/>
                  </a:lnTo>
                  <a:lnTo>
                    <a:pt x="468083" y="1202842"/>
                  </a:lnTo>
                  <a:lnTo>
                    <a:pt x="468074" y="1202839"/>
                  </a:lnTo>
                  <a:lnTo>
                    <a:pt x="468056" y="1202829"/>
                  </a:lnTo>
                  <a:lnTo>
                    <a:pt x="468037" y="1202815"/>
                  </a:lnTo>
                  <a:lnTo>
                    <a:pt x="468024" y="1202801"/>
                  </a:lnTo>
                  <a:lnTo>
                    <a:pt x="468012" y="1202785"/>
                  </a:lnTo>
                  <a:lnTo>
                    <a:pt x="467997" y="1202762"/>
                  </a:lnTo>
                  <a:lnTo>
                    <a:pt x="467983" y="1202737"/>
                  </a:lnTo>
                  <a:lnTo>
                    <a:pt x="467976" y="1202726"/>
                  </a:lnTo>
                  <a:lnTo>
                    <a:pt x="467967" y="1202704"/>
                  </a:lnTo>
                  <a:lnTo>
                    <a:pt x="467955" y="1202667"/>
                  </a:lnTo>
                  <a:lnTo>
                    <a:pt x="467941" y="1202609"/>
                  </a:lnTo>
                  <a:lnTo>
                    <a:pt x="467935" y="1202584"/>
                  </a:lnTo>
                  <a:lnTo>
                    <a:pt x="467930" y="1202562"/>
                  </a:lnTo>
                  <a:lnTo>
                    <a:pt x="467930" y="1202550"/>
                  </a:lnTo>
                  <a:lnTo>
                    <a:pt x="467930" y="1202544"/>
                  </a:lnTo>
                  <a:lnTo>
                    <a:pt x="467931" y="1202538"/>
                  </a:lnTo>
                  <a:lnTo>
                    <a:pt x="467933" y="1202533"/>
                  </a:lnTo>
                  <a:lnTo>
                    <a:pt x="467941" y="1202525"/>
                  </a:lnTo>
                  <a:lnTo>
                    <a:pt x="467941" y="1202520"/>
                  </a:lnTo>
                  <a:lnTo>
                    <a:pt x="467933" y="1202514"/>
                  </a:lnTo>
                  <a:lnTo>
                    <a:pt x="467898" y="1202491"/>
                  </a:lnTo>
                  <a:lnTo>
                    <a:pt x="467888" y="1202483"/>
                  </a:lnTo>
                  <a:lnTo>
                    <a:pt x="467881" y="1202477"/>
                  </a:lnTo>
                  <a:lnTo>
                    <a:pt x="467862" y="1202460"/>
                  </a:lnTo>
                  <a:lnTo>
                    <a:pt x="467839" y="1202432"/>
                  </a:lnTo>
                  <a:lnTo>
                    <a:pt x="467824" y="1202415"/>
                  </a:lnTo>
                  <a:lnTo>
                    <a:pt x="467800" y="1202373"/>
                  </a:lnTo>
                  <a:lnTo>
                    <a:pt x="467793" y="1202360"/>
                  </a:lnTo>
                  <a:lnTo>
                    <a:pt x="467772" y="1202327"/>
                  </a:lnTo>
                  <a:lnTo>
                    <a:pt x="467764" y="1202315"/>
                  </a:lnTo>
                  <a:lnTo>
                    <a:pt x="467730" y="1202256"/>
                  </a:lnTo>
                  <a:lnTo>
                    <a:pt x="467717" y="1202234"/>
                  </a:lnTo>
                  <a:lnTo>
                    <a:pt x="467708" y="1202216"/>
                  </a:lnTo>
                  <a:lnTo>
                    <a:pt x="467705" y="1202212"/>
                  </a:lnTo>
                  <a:lnTo>
                    <a:pt x="467700" y="1202207"/>
                  </a:lnTo>
                  <a:lnTo>
                    <a:pt x="467688" y="1202196"/>
                  </a:lnTo>
                  <a:lnTo>
                    <a:pt x="467659" y="1202182"/>
                  </a:lnTo>
                  <a:lnTo>
                    <a:pt x="467628" y="1202167"/>
                  </a:lnTo>
                  <a:lnTo>
                    <a:pt x="467613" y="1202162"/>
                  </a:lnTo>
                  <a:lnTo>
                    <a:pt x="467602" y="1202159"/>
                  </a:lnTo>
                  <a:lnTo>
                    <a:pt x="467588" y="1202159"/>
                  </a:lnTo>
                  <a:lnTo>
                    <a:pt x="467580" y="1202157"/>
                  </a:lnTo>
                  <a:lnTo>
                    <a:pt x="467549" y="1202146"/>
                  </a:lnTo>
                  <a:lnTo>
                    <a:pt x="467527" y="1202137"/>
                  </a:lnTo>
                  <a:lnTo>
                    <a:pt x="467477" y="1202116"/>
                  </a:lnTo>
                  <a:lnTo>
                    <a:pt x="467455" y="1202106"/>
                  </a:lnTo>
                  <a:lnTo>
                    <a:pt x="467442" y="1202099"/>
                  </a:lnTo>
                  <a:lnTo>
                    <a:pt x="467431" y="1202096"/>
                  </a:lnTo>
                  <a:lnTo>
                    <a:pt x="467405" y="1202090"/>
                  </a:lnTo>
                  <a:lnTo>
                    <a:pt x="467370" y="1202079"/>
                  </a:lnTo>
                  <a:lnTo>
                    <a:pt x="467332" y="1202068"/>
                  </a:lnTo>
                  <a:lnTo>
                    <a:pt x="467304" y="1202062"/>
                  </a:lnTo>
                  <a:lnTo>
                    <a:pt x="467292" y="1202060"/>
                  </a:lnTo>
                  <a:lnTo>
                    <a:pt x="467260" y="1202051"/>
                  </a:lnTo>
                  <a:lnTo>
                    <a:pt x="467215" y="1202039"/>
                  </a:lnTo>
                  <a:lnTo>
                    <a:pt x="467198" y="1202036"/>
                  </a:lnTo>
                  <a:lnTo>
                    <a:pt x="467189" y="1202032"/>
                  </a:lnTo>
                  <a:lnTo>
                    <a:pt x="467161" y="1202017"/>
                  </a:lnTo>
                  <a:lnTo>
                    <a:pt x="467132" y="1202002"/>
                  </a:lnTo>
                  <a:lnTo>
                    <a:pt x="467098" y="1201989"/>
                  </a:lnTo>
                  <a:lnTo>
                    <a:pt x="466902" y="1201920"/>
                  </a:lnTo>
                  <a:lnTo>
                    <a:pt x="466924" y="1201884"/>
                  </a:lnTo>
                  <a:lnTo>
                    <a:pt x="466957" y="1201846"/>
                  </a:lnTo>
                  <a:lnTo>
                    <a:pt x="466971" y="1201836"/>
                  </a:lnTo>
                  <a:lnTo>
                    <a:pt x="467031" y="1201785"/>
                  </a:lnTo>
                  <a:lnTo>
                    <a:pt x="467156" y="1201632"/>
                  </a:lnTo>
                  <a:lnTo>
                    <a:pt x="467212" y="1201560"/>
                  </a:lnTo>
                  <a:lnTo>
                    <a:pt x="467227" y="1201540"/>
                  </a:lnTo>
                  <a:lnTo>
                    <a:pt x="467243" y="1201523"/>
                  </a:lnTo>
                  <a:lnTo>
                    <a:pt x="467286" y="1201482"/>
                  </a:lnTo>
                  <a:lnTo>
                    <a:pt x="467303" y="1201463"/>
                  </a:lnTo>
                  <a:lnTo>
                    <a:pt x="467335" y="1201425"/>
                  </a:lnTo>
                  <a:lnTo>
                    <a:pt x="467362" y="1201392"/>
                  </a:lnTo>
                  <a:lnTo>
                    <a:pt x="467382" y="1201368"/>
                  </a:lnTo>
                  <a:lnTo>
                    <a:pt x="467394" y="1201349"/>
                  </a:lnTo>
                  <a:lnTo>
                    <a:pt x="467401" y="1201334"/>
                  </a:lnTo>
                  <a:lnTo>
                    <a:pt x="467411" y="1201310"/>
                  </a:lnTo>
                  <a:lnTo>
                    <a:pt x="467413" y="1201302"/>
                  </a:lnTo>
                  <a:lnTo>
                    <a:pt x="467418" y="1201285"/>
                  </a:lnTo>
                  <a:lnTo>
                    <a:pt x="467419" y="1201273"/>
                  </a:lnTo>
                  <a:lnTo>
                    <a:pt x="467419" y="1201260"/>
                  </a:lnTo>
                  <a:lnTo>
                    <a:pt x="467417" y="1201251"/>
                  </a:lnTo>
                  <a:lnTo>
                    <a:pt x="467406" y="1201227"/>
                  </a:lnTo>
                  <a:lnTo>
                    <a:pt x="467398" y="1201212"/>
                  </a:lnTo>
                  <a:lnTo>
                    <a:pt x="467384" y="1201193"/>
                  </a:lnTo>
                  <a:lnTo>
                    <a:pt x="467378" y="1201185"/>
                  </a:lnTo>
                  <a:lnTo>
                    <a:pt x="467360" y="1201155"/>
                  </a:lnTo>
                  <a:lnTo>
                    <a:pt x="467351" y="1201136"/>
                  </a:lnTo>
                  <a:lnTo>
                    <a:pt x="467348" y="1201117"/>
                  </a:lnTo>
                  <a:lnTo>
                    <a:pt x="467346" y="1201095"/>
                  </a:lnTo>
                  <a:lnTo>
                    <a:pt x="467347" y="1201080"/>
                  </a:lnTo>
                  <a:lnTo>
                    <a:pt x="467348" y="1201052"/>
                  </a:lnTo>
                  <a:lnTo>
                    <a:pt x="467351" y="1201021"/>
                  </a:lnTo>
                  <a:lnTo>
                    <a:pt x="467354" y="1200990"/>
                  </a:lnTo>
                  <a:lnTo>
                    <a:pt x="467357" y="1200964"/>
                  </a:lnTo>
                  <a:lnTo>
                    <a:pt x="467363" y="1200929"/>
                  </a:lnTo>
                  <a:lnTo>
                    <a:pt x="467368" y="1200907"/>
                  </a:lnTo>
                  <a:lnTo>
                    <a:pt x="467374" y="1200881"/>
                  </a:lnTo>
                  <a:lnTo>
                    <a:pt x="467381" y="1200850"/>
                  </a:lnTo>
                  <a:lnTo>
                    <a:pt x="467383" y="1200841"/>
                  </a:lnTo>
                  <a:lnTo>
                    <a:pt x="467388" y="1200824"/>
                  </a:lnTo>
                  <a:lnTo>
                    <a:pt x="467394" y="1200814"/>
                  </a:lnTo>
                  <a:lnTo>
                    <a:pt x="467401" y="1200806"/>
                  </a:lnTo>
                  <a:lnTo>
                    <a:pt x="467406" y="1200802"/>
                  </a:lnTo>
                  <a:lnTo>
                    <a:pt x="467409" y="1200797"/>
                  </a:lnTo>
                  <a:lnTo>
                    <a:pt x="467405" y="1200794"/>
                  </a:lnTo>
                  <a:lnTo>
                    <a:pt x="467394" y="1200793"/>
                  </a:lnTo>
                  <a:lnTo>
                    <a:pt x="467375" y="1200790"/>
                  </a:lnTo>
                  <a:lnTo>
                    <a:pt x="467362" y="1200787"/>
                  </a:lnTo>
                  <a:lnTo>
                    <a:pt x="467349" y="1200781"/>
                  </a:lnTo>
                  <a:lnTo>
                    <a:pt x="467342" y="1200778"/>
                  </a:lnTo>
                  <a:lnTo>
                    <a:pt x="467322" y="1200764"/>
                  </a:lnTo>
                  <a:lnTo>
                    <a:pt x="467317" y="1200759"/>
                  </a:lnTo>
                  <a:lnTo>
                    <a:pt x="467299" y="1200747"/>
                  </a:lnTo>
                  <a:lnTo>
                    <a:pt x="467287" y="1200738"/>
                  </a:lnTo>
                  <a:lnTo>
                    <a:pt x="467277" y="1200729"/>
                  </a:lnTo>
                  <a:lnTo>
                    <a:pt x="467249" y="1200714"/>
                  </a:lnTo>
                  <a:lnTo>
                    <a:pt x="467221" y="1200702"/>
                  </a:lnTo>
                  <a:lnTo>
                    <a:pt x="467177" y="1200682"/>
                  </a:lnTo>
                  <a:lnTo>
                    <a:pt x="467140" y="1200665"/>
                  </a:lnTo>
                  <a:lnTo>
                    <a:pt x="467104" y="1200645"/>
                  </a:lnTo>
                  <a:lnTo>
                    <a:pt x="467084" y="1200631"/>
                  </a:lnTo>
                  <a:lnTo>
                    <a:pt x="467068" y="1200621"/>
                  </a:lnTo>
                  <a:lnTo>
                    <a:pt x="467060" y="1200612"/>
                  </a:lnTo>
                  <a:lnTo>
                    <a:pt x="467049" y="1200600"/>
                  </a:lnTo>
                  <a:lnTo>
                    <a:pt x="467033" y="1200591"/>
                  </a:lnTo>
                  <a:lnTo>
                    <a:pt x="467013" y="1200579"/>
                  </a:lnTo>
                  <a:lnTo>
                    <a:pt x="466992" y="1200565"/>
                  </a:lnTo>
                  <a:lnTo>
                    <a:pt x="466962" y="1200542"/>
                  </a:lnTo>
                  <a:lnTo>
                    <a:pt x="466919" y="1200503"/>
                  </a:lnTo>
                  <a:lnTo>
                    <a:pt x="466896" y="1200483"/>
                  </a:lnTo>
                  <a:lnTo>
                    <a:pt x="466868" y="1200458"/>
                  </a:lnTo>
                  <a:lnTo>
                    <a:pt x="466852" y="1200443"/>
                  </a:lnTo>
                  <a:lnTo>
                    <a:pt x="466840" y="1200426"/>
                  </a:lnTo>
                  <a:lnTo>
                    <a:pt x="466831" y="1200409"/>
                  </a:lnTo>
                  <a:lnTo>
                    <a:pt x="466824" y="1200386"/>
                  </a:lnTo>
                  <a:lnTo>
                    <a:pt x="466821" y="1200367"/>
                  </a:lnTo>
                  <a:lnTo>
                    <a:pt x="466818" y="1200338"/>
                  </a:lnTo>
                  <a:lnTo>
                    <a:pt x="466820" y="1200309"/>
                  </a:lnTo>
                  <a:lnTo>
                    <a:pt x="466822" y="1200274"/>
                  </a:lnTo>
                  <a:lnTo>
                    <a:pt x="466823" y="1200266"/>
                  </a:lnTo>
                  <a:lnTo>
                    <a:pt x="466827" y="1200257"/>
                  </a:lnTo>
                  <a:lnTo>
                    <a:pt x="466831" y="1200239"/>
                  </a:lnTo>
                  <a:lnTo>
                    <a:pt x="466837" y="1200225"/>
                  </a:lnTo>
                  <a:lnTo>
                    <a:pt x="466850" y="1200201"/>
                  </a:lnTo>
                  <a:lnTo>
                    <a:pt x="466862" y="1200176"/>
                  </a:lnTo>
                  <a:lnTo>
                    <a:pt x="466866" y="1200158"/>
                  </a:lnTo>
                  <a:lnTo>
                    <a:pt x="466867" y="1200134"/>
                  </a:lnTo>
                  <a:lnTo>
                    <a:pt x="466864" y="1200094"/>
                  </a:lnTo>
                  <a:lnTo>
                    <a:pt x="466855" y="1200054"/>
                  </a:lnTo>
                  <a:lnTo>
                    <a:pt x="466844" y="1200030"/>
                  </a:lnTo>
                  <a:lnTo>
                    <a:pt x="466825" y="1200003"/>
                  </a:lnTo>
                  <a:lnTo>
                    <a:pt x="466801" y="1199974"/>
                  </a:lnTo>
                  <a:lnTo>
                    <a:pt x="466786" y="1199962"/>
                  </a:lnTo>
                  <a:lnTo>
                    <a:pt x="466773" y="1199955"/>
                  </a:lnTo>
                  <a:lnTo>
                    <a:pt x="466768" y="1199949"/>
                  </a:lnTo>
                  <a:lnTo>
                    <a:pt x="466763" y="1199935"/>
                  </a:lnTo>
                  <a:lnTo>
                    <a:pt x="466756" y="1199893"/>
                  </a:lnTo>
                  <a:lnTo>
                    <a:pt x="466754" y="1199867"/>
                  </a:lnTo>
                  <a:lnTo>
                    <a:pt x="466755" y="1199854"/>
                  </a:lnTo>
                  <a:lnTo>
                    <a:pt x="466755" y="1199847"/>
                  </a:lnTo>
                  <a:lnTo>
                    <a:pt x="466757" y="1199839"/>
                  </a:lnTo>
                  <a:lnTo>
                    <a:pt x="466759" y="1199833"/>
                  </a:lnTo>
                  <a:lnTo>
                    <a:pt x="466770" y="1199813"/>
                  </a:lnTo>
                  <a:lnTo>
                    <a:pt x="466781" y="1199787"/>
                  </a:lnTo>
                  <a:lnTo>
                    <a:pt x="466787" y="1199771"/>
                  </a:lnTo>
                  <a:lnTo>
                    <a:pt x="466792" y="1199759"/>
                  </a:lnTo>
                  <a:lnTo>
                    <a:pt x="466797" y="1199749"/>
                  </a:lnTo>
                  <a:lnTo>
                    <a:pt x="466801" y="1199742"/>
                  </a:lnTo>
                  <a:lnTo>
                    <a:pt x="466805" y="1199736"/>
                  </a:lnTo>
                  <a:lnTo>
                    <a:pt x="466809" y="1199729"/>
                  </a:lnTo>
                  <a:lnTo>
                    <a:pt x="466816" y="1199719"/>
                  </a:lnTo>
                  <a:lnTo>
                    <a:pt x="466829" y="1199705"/>
                  </a:lnTo>
                  <a:lnTo>
                    <a:pt x="466843" y="1199686"/>
                  </a:lnTo>
                  <a:lnTo>
                    <a:pt x="466853" y="1199673"/>
                  </a:lnTo>
                  <a:lnTo>
                    <a:pt x="466860" y="1199660"/>
                  </a:lnTo>
                  <a:lnTo>
                    <a:pt x="466866" y="1199644"/>
                  </a:lnTo>
                  <a:lnTo>
                    <a:pt x="466872" y="1199627"/>
                  </a:lnTo>
                  <a:lnTo>
                    <a:pt x="466876" y="1199616"/>
                  </a:lnTo>
                  <a:lnTo>
                    <a:pt x="466879" y="1199609"/>
                  </a:lnTo>
                  <a:lnTo>
                    <a:pt x="466884" y="1199598"/>
                  </a:lnTo>
                  <a:lnTo>
                    <a:pt x="466895" y="1199586"/>
                  </a:lnTo>
                  <a:lnTo>
                    <a:pt x="466906" y="1199574"/>
                  </a:lnTo>
                  <a:lnTo>
                    <a:pt x="466920" y="1199559"/>
                  </a:lnTo>
                  <a:lnTo>
                    <a:pt x="466942" y="1199536"/>
                  </a:lnTo>
                  <a:lnTo>
                    <a:pt x="466954" y="1199519"/>
                  </a:lnTo>
                  <a:lnTo>
                    <a:pt x="466968" y="1199502"/>
                  </a:lnTo>
                  <a:lnTo>
                    <a:pt x="466981" y="1199485"/>
                  </a:lnTo>
                  <a:lnTo>
                    <a:pt x="467000" y="1199464"/>
                  </a:lnTo>
                  <a:lnTo>
                    <a:pt x="467007" y="1199459"/>
                  </a:lnTo>
                  <a:lnTo>
                    <a:pt x="467013" y="1199455"/>
                  </a:lnTo>
                  <a:lnTo>
                    <a:pt x="467019" y="1199449"/>
                  </a:lnTo>
                  <a:lnTo>
                    <a:pt x="467003" y="1199446"/>
                  </a:lnTo>
                  <a:lnTo>
                    <a:pt x="466989" y="1199446"/>
                  </a:lnTo>
                  <a:lnTo>
                    <a:pt x="466974" y="1199444"/>
                  </a:lnTo>
                  <a:lnTo>
                    <a:pt x="466957" y="1199438"/>
                  </a:lnTo>
                  <a:lnTo>
                    <a:pt x="466940" y="1199431"/>
                  </a:lnTo>
                  <a:lnTo>
                    <a:pt x="466901" y="1199411"/>
                  </a:lnTo>
                  <a:lnTo>
                    <a:pt x="466881" y="1199401"/>
                  </a:lnTo>
                  <a:lnTo>
                    <a:pt x="466864" y="1199393"/>
                  </a:lnTo>
                  <a:lnTo>
                    <a:pt x="466828" y="1199375"/>
                  </a:lnTo>
                  <a:lnTo>
                    <a:pt x="466813" y="1199366"/>
                  </a:lnTo>
                  <a:lnTo>
                    <a:pt x="466789" y="1199357"/>
                  </a:lnTo>
                  <a:lnTo>
                    <a:pt x="466771" y="1199351"/>
                  </a:lnTo>
                  <a:lnTo>
                    <a:pt x="466755" y="1199347"/>
                  </a:lnTo>
                  <a:lnTo>
                    <a:pt x="466742" y="1199346"/>
                  </a:lnTo>
                  <a:lnTo>
                    <a:pt x="466713" y="1199344"/>
                  </a:lnTo>
                  <a:lnTo>
                    <a:pt x="466702" y="1199341"/>
                  </a:lnTo>
                  <a:lnTo>
                    <a:pt x="466683" y="1199335"/>
                  </a:lnTo>
                  <a:lnTo>
                    <a:pt x="466673" y="1199330"/>
                  </a:lnTo>
                  <a:lnTo>
                    <a:pt x="466661" y="1199324"/>
                  </a:lnTo>
                  <a:lnTo>
                    <a:pt x="466647" y="1199315"/>
                  </a:lnTo>
                  <a:lnTo>
                    <a:pt x="466637" y="1199307"/>
                  </a:lnTo>
                  <a:lnTo>
                    <a:pt x="466611" y="1199283"/>
                  </a:lnTo>
                  <a:lnTo>
                    <a:pt x="466585" y="1199256"/>
                  </a:lnTo>
                  <a:lnTo>
                    <a:pt x="466554" y="1199225"/>
                  </a:lnTo>
                  <a:lnTo>
                    <a:pt x="466532" y="1199201"/>
                  </a:lnTo>
                  <a:lnTo>
                    <a:pt x="466501" y="1199166"/>
                  </a:lnTo>
                  <a:lnTo>
                    <a:pt x="466491" y="1199156"/>
                  </a:lnTo>
                  <a:lnTo>
                    <a:pt x="466480" y="1199142"/>
                  </a:lnTo>
                  <a:lnTo>
                    <a:pt x="466472" y="1199129"/>
                  </a:lnTo>
                  <a:lnTo>
                    <a:pt x="466460" y="1199107"/>
                  </a:lnTo>
                  <a:lnTo>
                    <a:pt x="466451" y="1199092"/>
                  </a:lnTo>
                  <a:lnTo>
                    <a:pt x="466445" y="1199085"/>
                  </a:lnTo>
                  <a:lnTo>
                    <a:pt x="466437" y="1199080"/>
                  </a:lnTo>
                  <a:lnTo>
                    <a:pt x="466427" y="1199074"/>
                  </a:lnTo>
                  <a:lnTo>
                    <a:pt x="466413" y="1199067"/>
                  </a:lnTo>
                  <a:lnTo>
                    <a:pt x="466404" y="1199062"/>
                  </a:lnTo>
                  <a:lnTo>
                    <a:pt x="466397" y="1199056"/>
                  </a:lnTo>
                  <a:lnTo>
                    <a:pt x="466392" y="1199049"/>
                  </a:lnTo>
                  <a:lnTo>
                    <a:pt x="466384" y="1199032"/>
                  </a:lnTo>
                  <a:lnTo>
                    <a:pt x="466374" y="1199009"/>
                  </a:lnTo>
                  <a:lnTo>
                    <a:pt x="466363" y="1198991"/>
                  </a:lnTo>
                  <a:lnTo>
                    <a:pt x="466355" y="1198981"/>
                  </a:lnTo>
                  <a:lnTo>
                    <a:pt x="466341" y="1198972"/>
                  </a:lnTo>
                  <a:lnTo>
                    <a:pt x="466317" y="1198962"/>
                  </a:lnTo>
                  <a:lnTo>
                    <a:pt x="466290" y="1198953"/>
                  </a:lnTo>
                  <a:lnTo>
                    <a:pt x="466282" y="1198951"/>
                  </a:lnTo>
                  <a:lnTo>
                    <a:pt x="466265" y="1198946"/>
                  </a:lnTo>
                  <a:lnTo>
                    <a:pt x="466249" y="1198945"/>
                  </a:lnTo>
                  <a:lnTo>
                    <a:pt x="466236" y="1198945"/>
                  </a:lnTo>
                  <a:lnTo>
                    <a:pt x="466217" y="1198950"/>
                  </a:lnTo>
                  <a:lnTo>
                    <a:pt x="466210" y="1198953"/>
                  </a:lnTo>
                  <a:lnTo>
                    <a:pt x="466177" y="1198963"/>
                  </a:lnTo>
                  <a:lnTo>
                    <a:pt x="466146" y="1198972"/>
                  </a:lnTo>
                  <a:lnTo>
                    <a:pt x="466130" y="1198976"/>
                  </a:lnTo>
                  <a:lnTo>
                    <a:pt x="466100" y="1198987"/>
                  </a:lnTo>
                  <a:lnTo>
                    <a:pt x="466074" y="1198997"/>
                  </a:lnTo>
                  <a:lnTo>
                    <a:pt x="466060" y="1199003"/>
                  </a:lnTo>
                  <a:lnTo>
                    <a:pt x="466015" y="1199018"/>
                  </a:lnTo>
                  <a:lnTo>
                    <a:pt x="465991" y="1199029"/>
                  </a:lnTo>
                  <a:lnTo>
                    <a:pt x="465967" y="1199039"/>
                  </a:lnTo>
                  <a:lnTo>
                    <a:pt x="465945" y="1199046"/>
                  </a:lnTo>
                  <a:lnTo>
                    <a:pt x="465931" y="1199049"/>
                  </a:lnTo>
                  <a:lnTo>
                    <a:pt x="465923" y="1199050"/>
                  </a:lnTo>
                  <a:lnTo>
                    <a:pt x="465900" y="1199052"/>
                  </a:lnTo>
                  <a:lnTo>
                    <a:pt x="465886" y="1199055"/>
                  </a:lnTo>
                  <a:lnTo>
                    <a:pt x="465871" y="1199060"/>
                  </a:lnTo>
                  <a:lnTo>
                    <a:pt x="465858" y="1199068"/>
                  </a:lnTo>
                  <a:lnTo>
                    <a:pt x="465853" y="1199073"/>
                  </a:lnTo>
                  <a:lnTo>
                    <a:pt x="465840" y="1199080"/>
                  </a:lnTo>
                  <a:lnTo>
                    <a:pt x="465825" y="1199083"/>
                  </a:lnTo>
                  <a:lnTo>
                    <a:pt x="465803" y="1199087"/>
                  </a:lnTo>
                  <a:lnTo>
                    <a:pt x="465786" y="1199089"/>
                  </a:lnTo>
                  <a:lnTo>
                    <a:pt x="465761" y="1199087"/>
                  </a:lnTo>
                  <a:lnTo>
                    <a:pt x="465739" y="1199083"/>
                  </a:lnTo>
                  <a:lnTo>
                    <a:pt x="465715" y="1199078"/>
                  </a:lnTo>
                  <a:lnTo>
                    <a:pt x="465704" y="1199073"/>
                  </a:lnTo>
                  <a:lnTo>
                    <a:pt x="465691" y="1199067"/>
                  </a:lnTo>
                  <a:lnTo>
                    <a:pt x="465671" y="1199056"/>
                  </a:lnTo>
                  <a:lnTo>
                    <a:pt x="465660" y="1199046"/>
                  </a:lnTo>
                  <a:lnTo>
                    <a:pt x="465642" y="1199030"/>
                  </a:lnTo>
                  <a:lnTo>
                    <a:pt x="465628" y="1199020"/>
                  </a:lnTo>
                  <a:lnTo>
                    <a:pt x="465611" y="1199012"/>
                  </a:lnTo>
                  <a:lnTo>
                    <a:pt x="465601" y="1199009"/>
                  </a:lnTo>
                  <a:lnTo>
                    <a:pt x="465569" y="1199009"/>
                  </a:lnTo>
                  <a:lnTo>
                    <a:pt x="465551" y="1199009"/>
                  </a:lnTo>
                  <a:lnTo>
                    <a:pt x="465528" y="1199009"/>
                  </a:lnTo>
                  <a:lnTo>
                    <a:pt x="465518" y="1199011"/>
                  </a:lnTo>
                  <a:lnTo>
                    <a:pt x="465511" y="1199015"/>
                  </a:lnTo>
                  <a:lnTo>
                    <a:pt x="465503" y="1199020"/>
                  </a:lnTo>
                  <a:lnTo>
                    <a:pt x="465497" y="1199023"/>
                  </a:lnTo>
                  <a:lnTo>
                    <a:pt x="465496" y="1199014"/>
                  </a:lnTo>
                  <a:lnTo>
                    <a:pt x="465497" y="1198992"/>
                  </a:lnTo>
                  <a:lnTo>
                    <a:pt x="465495" y="1198965"/>
                  </a:lnTo>
                  <a:lnTo>
                    <a:pt x="465491" y="1198938"/>
                  </a:lnTo>
                  <a:lnTo>
                    <a:pt x="465490" y="1198907"/>
                  </a:lnTo>
                  <a:lnTo>
                    <a:pt x="465490" y="1198876"/>
                  </a:lnTo>
                  <a:lnTo>
                    <a:pt x="465489" y="1198860"/>
                  </a:lnTo>
                  <a:lnTo>
                    <a:pt x="465488" y="1198849"/>
                  </a:lnTo>
                  <a:lnTo>
                    <a:pt x="465483" y="1198817"/>
                  </a:lnTo>
                  <a:lnTo>
                    <a:pt x="465477" y="1198796"/>
                  </a:lnTo>
                  <a:lnTo>
                    <a:pt x="465476" y="1198778"/>
                  </a:lnTo>
                  <a:lnTo>
                    <a:pt x="465476" y="1198764"/>
                  </a:lnTo>
                  <a:lnTo>
                    <a:pt x="465470" y="1198722"/>
                  </a:lnTo>
                  <a:lnTo>
                    <a:pt x="465466" y="1198706"/>
                  </a:lnTo>
                  <a:lnTo>
                    <a:pt x="465463" y="1198698"/>
                  </a:lnTo>
                  <a:lnTo>
                    <a:pt x="465453" y="1198686"/>
                  </a:lnTo>
                  <a:lnTo>
                    <a:pt x="465439" y="1198663"/>
                  </a:lnTo>
                  <a:lnTo>
                    <a:pt x="465438" y="1198653"/>
                  </a:lnTo>
                  <a:lnTo>
                    <a:pt x="465443" y="1198644"/>
                  </a:lnTo>
                  <a:lnTo>
                    <a:pt x="465449" y="1198634"/>
                  </a:lnTo>
                  <a:lnTo>
                    <a:pt x="465459" y="1198626"/>
                  </a:lnTo>
                  <a:lnTo>
                    <a:pt x="465468" y="1198619"/>
                  </a:lnTo>
                  <a:lnTo>
                    <a:pt x="465476" y="1198614"/>
                  </a:lnTo>
                  <a:lnTo>
                    <a:pt x="465498" y="1198595"/>
                  </a:lnTo>
                  <a:lnTo>
                    <a:pt x="465512" y="1198584"/>
                  </a:lnTo>
                  <a:lnTo>
                    <a:pt x="465528" y="1198570"/>
                  </a:lnTo>
                  <a:lnTo>
                    <a:pt x="465539" y="1198561"/>
                  </a:lnTo>
                  <a:lnTo>
                    <a:pt x="465548" y="1198553"/>
                  </a:lnTo>
                  <a:lnTo>
                    <a:pt x="465559" y="1198544"/>
                  </a:lnTo>
                  <a:lnTo>
                    <a:pt x="465570" y="1198537"/>
                  </a:lnTo>
                  <a:lnTo>
                    <a:pt x="465580" y="1198531"/>
                  </a:lnTo>
                  <a:lnTo>
                    <a:pt x="465588" y="1198527"/>
                  </a:lnTo>
                  <a:lnTo>
                    <a:pt x="465611" y="1198518"/>
                  </a:lnTo>
                  <a:lnTo>
                    <a:pt x="465624" y="1198515"/>
                  </a:lnTo>
                  <a:lnTo>
                    <a:pt x="465656" y="1198506"/>
                  </a:lnTo>
                  <a:lnTo>
                    <a:pt x="465683" y="1198496"/>
                  </a:lnTo>
                  <a:lnTo>
                    <a:pt x="465690" y="1198493"/>
                  </a:lnTo>
                  <a:lnTo>
                    <a:pt x="465706" y="1198486"/>
                  </a:lnTo>
                  <a:lnTo>
                    <a:pt x="465720" y="1198478"/>
                  </a:lnTo>
                  <a:lnTo>
                    <a:pt x="465734" y="1198467"/>
                  </a:lnTo>
                  <a:lnTo>
                    <a:pt x="465745" y="1198457"/>
                  </a:lnTo>
                  <a:lnTo>
                    <a:pt x="465755" y="1198448"/>
                  </a:lnTo>
                  <a:lnTo>
                    <a:pt x="465766" y="1198434"/>
                  </a:lnTo>
                  <a:lnTo>
                    <a:pt x="465779" y="1198418"/>
                  </a:lnTo>
                  <a:lnTo>
                    <a:pt x="465790" y="1198401"/>
                  </a:lnTo>
                  <a:lnTo>
                    <a:pt x="465795" y="1198392"/>
                  </a:lnTo>
                  <a:lnTo>
                    <a:pt x="465799" y="1198385"/>
                  </a:lnTo>
                  <a:lnTo>
                    <a:pt x="465803" y="1198375"/>
                  </a:lnTo>
                  <a:lnTo>
                    <a:pt x="465809" y="1198356"/>
                  </a:lnTo>
                  <a:lnTo>
                    <a:pt x="465814" y="1198336"/>
                  </a:lnTo>
                  <a:lnTo>
                    <a:pt x="465818" y="1198315"/>
                  </a:lnTo>
                  <a:lnTo>
                    <a:pt x="465821" y="1198293"/>
                  </a:lnTo>
                  <a:lnTo>
                    <a:pt x="465824" y="1198278"/>
                  </a:lnTo>
                  <a:lnTo>
                    <a:pt x="465826" y="1198269"/>
                  </a:lnTo>
                  <a:lnTo>
                    <a:pt x="465830" y="1198255"/>
                  </a:lnTo>
                  <a:lnTo>
                    <a:pt x="465832" y="1198239"/>
                  </a:lnTo>
                  <a:lnTo>
                    <a:pt x="465834" y="1198220"/>
                  </a:lnTo>
                  <a:lnTo>
                    <a:pt x="465835" y="1198192"/>
                  </a:lnTo>
                  <a:lnTo>
                    <a:pt x="465837" y="1198177"/>
                  </a:lnTo>
                  <a:lnTo>
                    <a:pt x="465838" y="1198169"/>
                  </a:lnTo>
                  <a:lnTo>
                    <a:pt x="465839" y="1198163"/>
                  </a:lnTo>
                  <a:lnTo>
                    <a:pt x="465842" y="1198151"/>
                  </a:lnTo>
                  <a:lnTo>
                    <a:pt x="465845" y="1198136"/>
                  </a:lnTo>
                  <a:lnTo>
                    <a:pt x="465848" y="1198121"/>
                  </a:lnTo>
                  <a:lnTo>
                    <a:pt x="465849" y="1198109"/>
                  </a:lnTo>
                  <a:lnTo>
                    <a:pt x="465847" y="1198084"/>
                  </a:lnTo>
                  <a:lnTo>
                    <a:pt x="465845" y="1198062"/>
                  </a:lnTo>
                  <a:lnTo>
                    <a:pt x="465842" y="1198051"/>
                  </a:lnTo>
                  <a:lnTo>
                    <a:pt x="465839" y="1198043"/>
                  </a:lnTo>
                  <a:lnTo>
                    <a:pt x="465839" y="1198017"/>
                  </a:lnTo>
                  <a:lnTo>
                    <a:pt x="465840" y="1198006"/>
                  </a:lnTo>
                  <a:lnTo>
                    <a:pt x="465841" y="1197999"/>
                  </a:lnTo>
                  <a:lnTo>
                    <a:pt x="465844" y="1197987"/>
                  </a:lnTo>
                  <a:lnTo>
                    <a:pt x="465846" y="1197974"/>
                  </a:lnTo>
                  <a:lnTo>
                    <a:pt x="465850" y="1197959"/>
                  </a:lnTo>
                  <a:lnTo>
                    <a:pt x="465855" y="1197943"/>
                  </a:lnTo>
                  <a:lnTo>
                    <a:pt x="465858" y="1197932"/>
                  </a:lnTo>
                  <a:lnTo>
                    <a:pt x="465861" y="1197923"/>
                  </a:lnTo>
                  <a:lnTo>
                    <a:pt x="465867" y="1197907"/>
                  </a:lnTo>
                  <a:lnTo>
                    <a:pt x="465872" y="1197896"/>
                  </a:lnTo>
                  <a:lnTo>
                    <a:pt x="465872" y="1197890"/>
                  </a:lnTo>
                  <a:lnTo>
                    <a:pt x="465865" y="1197885"/>
                  </a:lnTo>
                  <a:lnTo>
                    <a:pt x="465853" y="1197880"/>
                  </a:lnTo>
                  <a:lnTo>
                    <a:pt x="465843" y="1197878"/>
                  </a:lnTo>
                  <a:lnTo>
                    <a:pt x="465831" y="1197875"/>
                  </a:lnTo>
                  <a:lnTo>
                    <a:pt x="465824" y="1197873"/>
                  </a:lnTo>
                  <a:lnTo>
                    <a:pt x="465812" y="1197871"/>
                  </a:lnTo>
                  <a:lnTo>
                    <a:pt x="465801" y="1197870"/>
                  </a:lnTo>
                  <a:lnTo>
                    <a:pt x="465789" y="1197869"/>
                  </a:lnTo>
                  <a:lnTo>
                    <a:pt x="465779" y="1197868"/>
                  </a:lnTo>
                  <a:lnTo>
                    <a:pt x="465766" y="1197868"/>
                  </a:lnTo>
                  <a:lnTo>
                    <a:pt x="465748" y="1197867"/>
                  </a:lnTo>
                  <a:lnTo>
                    <a:pt x="465730" y="1197866"/>
                  </a:lnTo>
                  <a:lnTo>
                    <a:pt x="465706" y="1197865"/>
                  </a:lnTo>
                  <a:lnTo>
                    <a:pt x="465689" y="1197864"/>
                  </a:lnTo>
                  <a:lnTo>
                    <a:pt x="465684" y="1197864"/>
                  </a:lnTo>
                  <a:lnTo>
                    <a:pt x="465679" y="1197862"/>
                  </a:lnTo>
                  <a:lnTo>
                    <a:pt x="465670" y="1197860"/>
                  </a:lnTo>
                  <a:lnTo>
                    <a:pt x="465663" y="1197858"/>
                  </a:lnTo>
                  <a:lnTo>
                    <a:pt x="465658" y="1197857"/>
                  </a:lnTo>
                  <a:lnTo>
                    <a:pt x="465652" y="1197855"/>
                  </a:lnTo>
                  <a:lnTo>
                    <a:pt x="465646" y="1197853"/>
                  </a:lnTo>
                  <a:lnTo>
                    <a:pt x="465640" y="1197849"/>
                  </a:lnTo>
                  <a:lnTo>
                    <a:pt x="465634" y="1197845"/>
                  </a:lnTo>
                  <a:lnTo>
                    <a:pt x="465628" y="1197840"/>
                  </a:lnTo>
                  <a:lnTo>
                    <a:pt x="465619" y="1197833"/>
                  </a:lnTo>
                  <a:lnTo>
                    <a:pt x="465607" y="1197821"/>
                  </a:lnTo>
                  <a:lnTo>
                    <a:pt x="465593" y="1197809"/>
                  </a:lnTo>
                  <a:lnTo>
                    <a:pt x="465583" y="1197801"/>
                  </a:lnTo>
                  <a:lnTo>
                    <a:pt x="465569" y="1197790"/>
                  </a:lnTo>
                  <a:lnTo>
                    <a:pt x="465555" y="1197780"/>
                  </a:lnTo>
                  <a:lnTo>
                    <a:pt x="465535" y="1197765"/>
                  </a:lnTo>
                  <a:lnTo>
                    <a:pt x="465527" y="1197760"/>
                  </a:lnTo>
                  <a:lnTo>
                    <a:pt x="465512" y="1197749"/>
                  </a:lnTo>
                  <a:lnTo>
                    <a:pt x="465500" y="1197741"/>
                  </a:lnTo>
                  <a:lnTo>
                    <a:pt x="465486" y="1197732"/>
                  </a:lnTo>
                  <a:lnTo>
                    <a:pt x="465467" y="1197720"/>
                  </a:lnTo>
                  <a:lnTo>
                    <a:pt x="465454" y="1197711"/>
                  </a:lnTo>
                  <a:lnTo>
                    <a:pt x="465444" y="1197705"/>
                  </a:lnTo>
                  <a:lnTo>
                    <a:pt x="465425" y="1197693"/>
                  </a:lnTo>
                  <a:lnTo>
                    <a:pt x="465402" y="1197678"/>
                  </a:lnTo>
                  <a:lnTo>
                    <a:pt x="465381" y="1197665"/>
                  </a:lnTo>
                  <a:lnTo>
                    <a:pt x="465367" y="1197657"/>
                  </a:lnTo>
                  <a:lnTo>
                    <a:pt x="465361" y="1197654"/>
                  </a:lnTo>
                  <a:lnTo>
                    <a:pt x="465346" y="1197646"/>
                  </a:lnTo>
                  <a:lnTo>
                    <a:pt x="465330" y="1197638"/>
                  </a:lnTo>
                  <a:lnTo>
                    <a:pt x="465320" y="1197632"/>
                  </a:lnTo>
                  <a:lnTo>
                    <a:pt x="465302" y="1197622"/>
                  </a:lnTo>
                  <a:lnTo>
                    <a:pt x="465295" y="1197618"/>
                  </a:lnTo>
                  <a:lnTo>
                    <a:pt x="465286" y="1197614"/>
                  </a:lnTo>
                  <a:lnTo>
                    <a:pt x="465279" y="1197612"/>
                  </a:lnTo>
                  <a:lnTo>
                    <a:pt x="465270" y="1197608"/>
                  </a:lnTo>
                  <a:lnTo>
                    <a:pt x="465259" y="1197603"/>
                  </a:lnTo>
                  <a:lnTo>
                    <a:pt x="465249" y="1197599"/>
                  </a:lnTo>
                  <a:lnTo>
                    <a:pt x="465241" y="1197596"/>
                  </a:lnTo>
                  <a:lnTo>
                    <a:pt x="465233" y="1197594"/>
                  </a:lnTo>
                  <a:lnTo>
                    <a:pt x="465224" y="1197591"/>
                  </a:lnTo>
                  <a:lnTo>
                    <a:pt x="465215" y="1197587"/>
                  </a:lnTo>
                  <a:lnTo>
                    <a:pt x="465197" y="1197580"/>
                  </a:lnTo>
                  <a:lnTo>
                    <a:pt x="465179" y="1197573"/>
                  </a:lnTo>
                  <a:lnTo>
                    <a:pt x="465164" y="1197566"/>
                  </a:lnTo>
                  <a:lnTo>
                    <a:pt x="465156" y="1197564"/>
                  </a:lnTo>
                  <a:lnTo>
                    <a:pt x="465144" y="1197559"/>
                  </a:lnTo>
                  <a:lnTo>
                    <a:pt x="465131" y="1197552"/>
                  </a:lnTo>
                  <a:lnTo>
                    <a:pt x="465117" y="1197546"/>
                  </a:lnTo>
                  <a:lnTo>
                    <a:pt x="465105" y="1197542"/>
                  </a:lnTo>
                  <a:lnTo>
                    <a:pt x="465098" y="1197539"/>
                  </a:lnTo>
                  <a:lnTo>
                    <a:pt x="465088" y="1197536"/>
                  </a:lnTo>
                  <a:lnTo>
                    <a:pt x="465080" y="1197534"/>
                  </a:lnTo>
                  <a:lnTo>
                    <a:pt x="465074" y="1197533"/>
                  </a:lnTo>
                  <a:lnTo>
                    <a:pt x="465062" y="1197531"/>
                  </a:lnTo>
                  <a:lnTo>
                    <a:pt x="465049" y="1197528"/>
                  </a:lnTo>
                  <a:lnTo>
                    <a:pt x="465040" y="1197526"/>
                  </a:lnTo>
                  <a:lnTo>
                    <a:pt x="465030" y="1197525"/>
                  </a:lnTo>
                  <a:lnTo>
                    <a:pt x="465018" y="1197524"/>
                  </a:lnTo>
                  <a:lnTo>
                    <a:pt x="465006" y="1197522"/>
                  </a:lnTo>
                  <a:lnTo>
                    <a:pt x="464996" y="1197520"/>
                  </a:lnTo>
                  <a:lnTo>
                    <a:pt x="464991" y="1197519"/>
                  </a:lnTo>
                  <a:lnTo>
                    <a:pt x="464982" y="1197516"/>
                  </a:lnTo>
                  <a:lnTo>
                    <a:pt x="464975" y="1197515"/>
                  </a:lnTo>
                  <a:lnTo>
                    <a:pt x="464966" y="1197513"/>
                  </a:lnTo>
                  <a:lnTo>
                    <a:pt x="464957" y="1197512"/>
                  </a:lnTo>
                  <a:lnTo>
                    <a:pt x="464950" y="1197512"/>
                  </a:lnTo>
                  <a:lnTo>
                    <a:pt x="464927" y="1197511"/>
                  </a:lnTo>
                  <a:lnTo>
                    <a:pt x="464909" y="1197511"/>
                  </a:lnTo>
                  <a:lnTo>
                    <a:pt x="464885" y="1197512"/>
                  </a:lnTo>
                  <a:lnTo>
                    <a:pt x="464879" y="1197513"/>
                  </a:lnTo>
                  <a:lnTo>
                    <a:pt x="464868" y="1197516"/>
                  </a:lnTo>
                  <a:lnTo>
                    <a:pt x="464863" y="1197516"/>
                  </a:lnTo>
                  <a:lnTo>
                    <a:pt x="464858" y="1197517"/>
                  </a:lnTo>
                  <a:lnTo>
                    <a:pt x="464854" y="1197517"/>
                  </a:lnTo>
                  <a:lnTo>
                    <a:pt x="464849" y="1197517"/>
                  </a:lnTo>
                  <a:lnTo>
                    <a:pt x="464843" y="1197516"/>
                  </a:lnTo>
                  <a:lnTo>
                    <a:pt x="464834" y="1197513"/>
                  </a:lnTo>
                  <a:lnTo>
                    <a:pt x="464826" y="1197511"/>
                  </a:lnTo>
                  <a:lnTo>
                    <a:pt x="464816" y="1197507"/>
                  </a:lnTo>
                  <a:lnTo>
                    <a:pt x="464807" y="1197504"/>
                  </a:lnTo>
                  <a:lnTo>
                    <a:pt x="464800" y="1197502"/>
                  </a:lnTo>
                  <a:lnTo>
                    <a:pt x="464792" y="1197500"/>
                  </a:lnTo>
                  <a:lnTo>
                    <a:pt x="464784" y="1197498"/>
                  </a:lnTo>
                  <a:lnTo>
                    <a:pt x="464767" y="1197495"/>
                  </a:lnTo>
                  <a:lnTo>
                    <a:pt x="464756" y="1197492"/>
                  </a:lnTo>
                  <a:lnTo>
                    <a:pt x="464748" y="1197490"/>
                  </a:lnTo>
                  <a:lnTo>
                    <a:pt x="464743" y="1197489"/>
                  </a:lnTo>
                  <a:lnTo>
                    <a:pt x="464733" y="1197486"/>
                  </a:lnTo>
                  <a:lnTo>
                    <a:pt x="464724" y="1197483"/>
                  </a:lnTo>
                  <a:lnTo>
                    <a:pt x="464715" y="1197479"/>
                  </a:lnTo>
                  <a:lnTo>
                    <a:pt x="464709" y="1197476"/>
                  </a:lnTo>
                  <a:lnTo>
                    <a:pt x="464702" y="1197472"/>
                  </a:lnTo>
                  <a:lnTo>
                    <a:pt x="464687" y="1197464"/>
                  </a:lnTo>
                  <a:lnTo>
                    <a:pt x="464676" y="1197458"/>
                  </a:lnTo>
                  <a:lnTo>
                    <a:pt x="464666" y="1197452"/>
                  </a:lnTo>
                  <a:lnTo>
                    <a:pt x="464661" y="1197450"/>
                  </a:lnTo>
                  <a:lnTo>
                    <a:pt x="464643" y="1197441"/>
                  </a:lnTo>
                  <a:lnTo>
                    <a:pt x="464630" y="1197435"/>
                  </a:lnTo>
                  <a:lnTo>
                    <a:pt x="464620" y="1197431"/>
                  </a:lnTo>
                  <a:lnTo>
                    <a:pt x="464603" y="1197424"/>
                  </a:lnTo>
                  <a:lnTo>
                    <a:pt x="464591" y="1197419"/>
                  </a:lnTo>
                  <a:lnTo>
                    <a:pt x="464579" y="1197413"/>
                  </a:lnTo>
                  <a:lnTo>
                    <a:pt x="464559" y="1197405"/>
                  </a:lnTo>
                  <a:lnTo>
                    <a:pt x="464545" y="1197400"/>
                  </a:lnTo>
                  <a:lnTo>
                    <a:pt x="464537" y="1197397"/>
                  </a:lnTo>
                  <a:lnTo>
                    <a:pt x="464517" y="1197388"/>
                  </a:lnTo>
                  <a:lnTo>
                    <a:pt x="464507" y="1197383"/>
                  </a:lnTo>
                  <a:lnTo>
                    <a:pt x="464496" y="1197378"/>
                  </a:lnTo>
                  <a:lnTo>
                    <a:pt x="464476" y="1197369"/>
                  </a:lnTo>
                  <a:lnTo>
                    <a:pt x="464463" y="1197364"/>
                  </a:lnTo>
                  <a:lnTo>
                    <a:pt x="464454" y="1197360"/>
                  </a:lnTo>
                  <a:lnTo>
                    <a:pt x="464433" y="1197351"/>
                  </a:lnTo>
                  <a:lnTo>
                    <a:pt x="464423" y="1197347"/>
                  </a:lnTo>
                  <a:lnTo>
                    <a:pt x="464418" y="1197345"/>
                  </a:lnTo>
                  <a:lnTo>
                    <a:pt x="464410" y="1197340"/>
                  </a:lnTo>
                  <a:lnTo>
                    <a:pt x="464404" y="1197335"/>
                  </a:lnTo>
                  <a:lnTo>
                    <a:pt x="464399" y="1197330"/>
                  </a:lnTo>
                  <a:lnTo>
                    <a:pt x="464396" y="1197325"/>
                  </a:lnTo>
                  <a:lnTo>
                    <a:pt x="464378" y="1197315"/>
                  </a:lnTo>
                  <a:lnTo>
                    <a:pt x="464322" y="1197317"/>
                  </a:lnTo>
                  <a:lnTo>
                    <a:pt x="464272" y="1197333"/>
                  </a:lnTo>
                  <a:lnTo>
                    <a:pt x="464222" y="1197352"/>
                  </a:lnTo>
                  <a:lnTo>
                    <a:pt x="464167" y="1197383"/>
                  </a:lnTo>
                  <a:lnTo>
                    <a:pt x="464071" y="1197418"/>
                  </a:lnTo>
                  <a:lnTo>
                    <a:pt x="463985" y="1197439"/>
                  </a:lnTo>
                  <a:lnTo>
                    <a:pt x="463892" y="1197480"/>
                  </a:lnTo>
                  <a:lnTo>
                    <a:pt x="463800" y="1197505"/>
                  </a:lnTo>
                  <a:lnTo>
                    <a:pt x="463690" y="1197524"/>
                  </a:lnTo>
                  <a:lnTo>
                    <a:pt x="463611" y="1197515"/>
                  </a:lnTo>
                  <a:lnTo>
                    <a:pt x="463563" y="1197481"/>
                  </a:lnTo>
                  <a:lnTo>
                    <a:pt x="463550" y="1197464"/>
                  </a:lnTo>
                  <a:lnTo>
                    <a:pt x="463540" y="1197450"/>
                  </a:lnTo>
                  <a:lnTo>
                    <a:pt x="463535" y="1197444"/>
                  </a:lnTo>
                  <a:lnTo>
                    <a:pt x="463525" y="1197432"/>
                  </a:lnTo>
                  <a:lnTo>
                    <a:pt x="463515" y="1197422"/>
                  </a:lnTo>
                  <a:lnTo>
                    <a:pt x="463507" y="1197412"/>
                  </a:lnTo>
                  <a:lnTo>
                    <a:pt x="463491" y="1197396"/>
                  </a:lnTo>
                  <a:lnTo>
                    <a:pt x="463481" y="1197386"/>
                  </a:lnTo>
                  <a:lnTo>
                    <a:pt x="463474" y="1197380"/>
                  </a:lnTo>
                  <a:lnTo>
                    <a:pt x="463460" y="1197367"/>
                  </a:lnTo>
                  <a:lnTo>
                    <a:pt x="463451" y="1197361"/>
                  </a:lnTo>
                  <a:lnTo>
                    <a:pt x="463444" y="1197355"/>
                  </a:lnTo>
                  <a:lnTo>
                    <a:pt x="463428" y="1197339"/>
                  </a:lnTo>
                  <a:lnTo>
                    <a:pt x="463416" y="1197329"/>
                  </a:lnTo>
                  <a:lnTo>
                    <a:pt x="463404" y="1197318"/>
                  </a:lnTo>
                  <a:lnTo>
                    <a:pt x="463397" y="1197314"/>
                  </a:lnTo>
                  <a:lnTo>
                    <a:pt x="463392" y="1197310"/>
                  </a:lnTo>
                  <a:lnTo>
                    <a:pt x="463386" y="1197306"/>
                  </a:lnTo>
                  <a:lnTo>
                    <a:pt x="463382" y="1197303"/>
                  </a:lnTo>
                  <a:lnTo>
                    <a:pt x="463375" y="1197296"/>
                  </a:lnTo>
                  <a:lnTo>
                    <a:pt x="463370" y="1197291"/>
                  </a:lnTo>
                  <a:lnTo>
                    <a:pt x="463361" y="1197284"/>
                  </a:lnTo>
                  <a:lnTo>
                    <a:pt x="463347" y="1197274"/>
                  </a:lnTo>
                  <a:lnTo>
                    <a:pt x="463343" y="1197270"/>
                  </a:lnTo>
                  <a:lnTo>
                    <a:pt x="463340" y="1197266"/>
                  </a:lnTo>
                  <a:lnTo>
                    <a:pt x="463335" y="1197259"/>
                  </a:lnTo>
                  <a:lnTo>
                    <a:pt x="463330" y="1197253"/>
                  </a:lnTo>
                  <a:lnTo>
                    <a:pt x="463317" y="1197241"/>
                  </a:lnTo>
                  <a:lnTo>
                    <a:pt x="463311" y="1197235"/>
                  </a:lnTo>
                  <a:lnTo>
                    <a:pt x="463304" y="1197229"/>
                  </a:lnTo>
                  <a:lnTo>
                    <a:pt x="463295" y="1197221"/>
                  </a:lnTo>
                  <a:lnTo>
                    <a:pt x="463275" y="1197203"/>
                  </a:lnTo>
                  <a:lnTo>
                    <a:pt x="463265" y="1197196"/>
                  </a:lnTo>
                  <a:lnTo>
                    <a:pt x="463258" y="1197189"/>
                  </a:lnTo>
                  <a:lnTo>
                    <a:pt x="463238" y="1197175"/>
                  </a:lnTo>
                  <a:lnTo>
                    <a:pt x="463231" y="1197171"/>
                  </a:lnTo>
                  <a:lnTo>
                    <a:pt x="463217" y="1197163"/>
                  </a:lnTo>
                  <a:lnTo>
                    <a:pt x="463207" y="1197156"/>
                  </a:lnTo>
                  <a:lnTo>
                    <a:pt x="463196" y="1197145"/>
                  </a:lnTo>
                  <a:lnTo>
                    <a:pt x="463189" y="1197138"/>
                  </a:lnTo>
                  <a:lnTo>
                    <a:pt x="463179" y="1197126"/>
                  </a:lnTo>
                  <a:lnTo>
                    <a:pt x="463174" y="1197120"/>
                  </a:lnTo>
                  <a:lnTo>
                    <a:pt x="463167" y="1197109"/>
                  </a:lnTo>
                  <a:lnTo>
                    <a:pt x="463161" y="1197100"/>
                  </a:lnTo>
                  <a:lnTo>
                    <a:pt x="463155" y="1197091"/>
                  </a:lnTo>
                  <a:lnTo>
                    <a:pt x="463149" y="1197082"/>
                  </a:lnTo>
                  <a:lnTo>
                    <a:pt x="463144" y="1197075"/>
                  </a:lnTo>
                  <a:lnTo>
                    <a:pt x="463132" y="1197052"/>
                  </a:lnTo>
                  <a:lnTo>
                    <a:pt x="463124" y="1197037"/>
                  </a:lnTo>
                  <a:lnTo>
                    <a:pt x="463118" y="1197027"/>
                  </a:lnTo>
                  <a:lnTo>
                    <a:pt x="463106" y="1197006"/>
                  </a:lnTo>
                  <a:lnTo>
                    <a:pt x="463101" y="1196997"/>
                  </a:lnTo>
                  <a:lnTo>
                    <a:pt x="463095" y="1196988"/>
                  </a:lnTo>
                  <a:lnTo>
                    <a:pt x="463090" y="1196981"/>
                  </a:lnTo>
                  <a:lnTo>
                    <a:pt x="463086" y="1196975"/>
                  </a:lnTo>
                  <a:lnTo>
                    <a:pt x="463079" y="1196969"/>
                  </a:lnTo>
                  <a:lnTo>
                    <a:pt x="463074" y="1196965"/>
                  </a:lnTo>
                  <a:lnTo>
                    <a:pt x="463069" y="1196962"/>
                  </a:lnTo>
                  <a:lnTo>
                    <a:pt x="463063" y="1196959"/>
                  </a:lnTo>
                  <a:lnTo>
                    <a:pt x="463057" y="1196956"/>
                  </a:lnTo>
                  <a:lnTo>
                    <a:pt x="463052" y="1196954"/>
                  </a:lnTo>
                  <a:lnTo>
                    <a:pt x="463043" y="1196952"/>
                  </a:lnTo>
                  <a:lnTo>
                    <a:pt x="463036" y="1196951"/>
                  </a:lnTo>
                  <a:lnTo>
                    <a:pt x="463028" y="1196951"/>
                  </a:lnTo>
                  <a:lnTo>
                    <a:pt x="463020" y="1196951"/>
                  </a:lnTo>
                  <a:lnTo>
                    <a:pt x="463011" y="1196953"/>
                  </a:lnTo>
                  <a:lnTo>
                    <a:pt x="463002" y="1196957"/>
                  </a:lnTo>
                  <a:lnTo>
                    <a:pt x="462985" y="1196965"/>
                  </a:lnTo>
                  <a:lnTo>
                    <a:pt x="462960" y="1196977"/>
                  </a:lnTo>
                  <a:lnTo>
                    <a:pt x="462936" y="1196990"/>
                  </a:lnTo>
                  <a:lnTo>
                    <a:pt x="462918" y="1197000"/>
                  </a:lnTo>
                  <a:lnTo>
                    <a:pt x="462898" y="1197012"/>
                  </a:lnTo>
                  <a:lnTo>
                    <a:pt x="462877" y="1197026"/>
                  </a:lnTo>
                  <a:lnTo>
                    <a:pt x="462861" y="1197038"/>
                  </a:lnTo>
                  <a:lnTo>
                    <a:pt x="462835" y="1197057"/>
                  </a:lnTo>
                  <a:lnTo>
                    <a:pt x="462817" y="1197071"/>
                  </a:lnTo>
                  <a:lnTo>
                    <a:pt x="462807" y="1197079"/>
                  </a:lnTo>
                  <a:lnTo>
                    <a:pt x="462795" y="1197088"/>
                  </a:lnTo>
                  <a:lnTo>
                    <a:pt x="462776" y="1197102"/>
                  </a:lnTo>
                  <a:lnTo>
                    <a:pt x="462762" y="1197113"/>
                  </a:lnTo>
                  <a:lnTo>
                    <a:pt x="462753" y="1197120"/>
                  </a:lnTo>
                  <a:lnTo>
                    <a:pt x="462744" y="1197128"/>
                  </a:lnTo>
                  <a:lnTo>
                    <a:pt x="462735" y="1197136"/>
                  </a:lnTo>
                  <a:lnTo>
                    <a:pt x="462725" y="1197145"/>
                  </a:lnTo>
                  <a:lnTo>
                    <a:pt x="462718" y="1197152"/>
                  </a:lnTo>
                  <a:lnTo>
                    <a:pt x="462705" y="1197163"/>
                  </a:lnTo>
                  <a:lnTo>
                    <a:pt x="462700" y="1197168"/>
                  </a:lnTo>
                  <a:lnTo>
                    <a:pt x="462696" y="1197173"/>
                  </a:lnTo>
                  <a:lnTo>
                    <a:pt x="462694" y="1197177"/>
                  </a:lnTo>
                  <a:lnTo>
                    <a:pt x="462692" y="1197183"/>
                  </a:lnTo>
                  <a:lnTo>
                    <a:pt x="462691" y="1197190"/>
                  </a:lnTo>
                  <a:lnTo>
                    <a:pt x="462690" y="1197201"/>
                  </a:lnTo>
                  <a:lnTo>
                    <a:pt x="462691" y="1197215"/>
                  </a:lnTo>
                  <a:lnTo>
                    <a:pt x="462691" y="1197246"/>
                  </a:lnTo>
                  <a:lnTo>
                    <a:pt x="462690" y="1197260"/>
                  </a:lnTo>
                  <a:lnTo>
                    <a:pt x="462689" y="1197265"/>
                  </a:lnTo>
                  <a:lnTo>
                    <a:pt x="462688" y="1197271"/>
                  </a:lnTo>
                  <a:lnTo>
                    <a:pt x="462686" y="1197277"/>
                  </a:lnTo>
                  <a:lnTo>
                    <a:pt x="462681" y="1197287"/>
                  </a:lnTo>
                  <a:lnTo>
                    <a:pt x="462677" y="1197295"/>
                  </a:lnTo>
                  <a:lnTo>
                    <a:pt x="462673" y="1197299"/>
                  </a:lnTo>
                  <a:lnTo>
                    <a:pt x="462669" y="1197305"/>
                  </a:lnTo>
                  <a:lnTo>
                    <a:pt x="462664" y="1197311"/>
                  </a:lnTo>
                  <a:lnTo>
                    <a:pt x="462660" y="1197315"/>
                  </a:lnTo>
                  <a:lnTo>
                    <a:pt x="462654" y="1197320"/>
                  </a:lnTo>
                  <a:lnTo>
                    <a:pt x="462648" y="1197326"/>
                  </a:lnTo>
                  <a:lnTo>
                    <a:pt x="462640" y="1197332"/>
                  </a:lnTo>
                  <a:lnTo>
                    <a:pt x="462634" y="1197336"/>
                  </a:lnTo>
                  <a:lnTo>
                    <a:pt x="462630" y="1197340"/>
                  </a:lnTo>
                  <a:lnTo>
                    <a:pt x="462625" y="1197343"/>
                  </a:lnTo>
                  <a:lnTo>
                    <a:pt x="462621" y="1197345"/>
                  </a:lnTo>
                  <a:lnTo>
                    <a:pt x="462613" y="1197349"/>
                  </a:lnTo>
                  <a:lnTo>
                    <a:pt x="462603" y="1197353"/>
                  </a:lnTo>
                  <a:lnTo>
                    <a:pt x="462595" y="1197357"/>
                  </a:lnTo>
                  <a:lnTo>
                    <a:pt x="462590" y="1197359"/>
                  </a:lnTo>
                  <a:lnTo>
                    <a:pt x="462581" y="1197362"/>
                  </a:lnTo>
                  <a:lnTo>
                    <a:pt x="462570" y="1197365"/>
                  </a:lnTo>
                  <a:lnTo>
                    <a:pt x="462555" y="1197370"/>
                  </a:lnTo>
                  <a:lnTo>
                    <a:pt x="462547" y="1197371"/>
                  </a:lnTo>
                  <a:lnTo>
                    <a:pt x="462540" y="1197373"/>
                  </a:lnTo>
                  <a:lnTo>
                    <a:pt x="462531" y="1197374"/>
                  </a:lnTo>
                  <a:lnTo>
                    <a:pt x="462525" y="1197375"/>
                  </a:lnTo>
                  <a:lnTo>
                    <a:pt x="462515" y="1197376"/>
                  </a:lnTo>
                  <a:lnTo>
                    <a:pt x="462506" y="1197376"/>
                  </a:lnTo>
                  <a:lnTo>
                    <a:pt x="462484" y="1197378"/>
                  </a:lnTo>
                  <a:lnTo>
                    <a:pt x="462476" y="1197380"/>
                  </a:lnTo>
                  <a:lnTo>
                    <a:pt x="462464" y="1197382"/>
                  </a:lnTo>
                  <a:lnTo>
                    <a:pt x="462448" y="1197386"/>
                  </a:lnTo>
                  <a:lnTo>
                    <a:pt x="462441" y="1197388"/>
                  </a:lnTo>
                  <a:lnTo>
                    <a:pt x="462435" y="1197391"/>
                  </a:lnTo>
                  <a:lnTo>
                    <a:pt x="462429" y="1197394"/>
                  </a:lnTo>
                  <a:lnTo>
                    <a:pt x="462425" y="1197397"/>
                  </a:lnTo>
                  <a:lnTo>
                    <a:pt x="462420" y="1197400"/>
                  </a:lnTo>
                  <a:lnTo>
                    <a:pt x="462412" y="1197407"/>
                  </a:lnTo>
                  <a:lnTo>
                    <a:pt x="462402" y="1197416"/>
                  </a:lnTo>
                  <a:lnTo>
                    <a:pt x="462394" y="1197423"/>
                  </a:lnTo>
                  <a:lnTo>
                    <a:pt x="462389" y="1197430"/>
                  </a:lnTo>
                  <a:lnTo>
                    <a:pt x="462377" y="1197443"/>
                  </a:lnTo>
                  <a:lnTo>
                    <a:pt x="462370" y="1197448"/>
                  </a:lnTo>
                  <a:lnTo>
                    <a:pt x="462365" y="1197452"/>
                  </a:lnTo>
                  <a:lnTo>
                    <a:pt x="462361" y="1197455"/>
                  </a:lnTo>
                  <a:lnTo>
                    <a:pt x="462354" y="1197457"/>
                  </a:lnTo>
                  <a:lnTo>
                    <a:pt x="462347" y="1197457"/>
                  </a:lnTo>
                  <a:lnTo>
                    <a:pt x="462340" y="1197457"/>
                  </a:lnTo>
                  <a:lnTo>
                    <a:pt x="462335" y="1197457"/>
                  </a:lnTo>
                  <a:lnTo>
                    <a:pt x="462324" y="1197455"/>
                  </a:lnTo>
                  <a:lnTo>
                    <a:pt x="462318" y="1197453"/>
                  </a:lnTo>
                  <a:lnTo>
                    <a:pt x="462306" y="1197448"/>
                  </a:lnTo>
                  <a:lnTo>
                    <a:pt x="462299" y="1197446"/>
                  </a:lnTo>
                  <a:lnTo>
                    <a:pt x="462292" y="1197445"/>
                  </a:lnTo>
                  <a:lnTo>
                    <a:pt x="462287" y="1197444"/>
                  </a:lnTo>
                  <a:lnTo>
                    <a:pt x="462276" y="1197443"/>
                  </a:lnTo>
                  <a:lnTo>
                    <a:pt x="462265" y="1197443"/>
                  </a:lnTo>
                  <a:lnTo>
                    <a:pt x="462223" y="1197443"/>
                  </a:lnTo>
                  <a:lnTo>
                    <a:pt x="462215" y="1197443"/>
                  </a:lnTo>
                  <a:lnTo>
                    <a:pt x="462205" y="1197440"/>
                  </a:lnTo>
                  <a:lnTo>
                    <a:pt x="462200" y="1197439"/>
                  </a:lnTo>
                  <a:lnTo>
                    <a:pt x="462194" y="1197436"/>
                  </a:lnTo>
                  <a:lnTo>
                    <a:pt x="462189" y="1197433"/>
                  </a:lnTo>
                  <a:lnTo>
                    <a:pt x="462184" y="1197429"/>
                  </a:lnTo>
                  <a:lnTo>
                    <a:pt x="462177" y="1197423"/>
                  </a:lnTo>
                  <a:lnTo>
                    <a:pt x="462171" y="1197415"/>
                  </a:lnTo>
                  <a:lnTo>
                    <a:pt x="462167" y="1197409"/>
                  </a:lnTo>
                  <a:lnTo>
                    <a:pt x="462164" y="1197402"/>
                  </a:lnTo>
                  <a:lnTo>
                    <a:pt x="462162" y="1197397"/>
                  </a:lnTo>
                  <a:lnTo>
                    <a:pt x="462159" y="1197390"/>
                  </a:lnTo>
                  <a:lnTo>
                    <a:pt x="462158" y="1197381"/>
                  </a:lnTo>
                  <a:lnTo>
                    <a:pt x="462157" y="1197374"/>
                  </a:lnTo>
                  <a:lnTo>
                    <a:pt x="462156" y="1197369"/>
                  </a:lnTo>
                  <a:lnTo>
                    <a:pt x="462154" y="1197363"/>
                  </a:lnTo>
                  <a:lnTo>
                    <a:pt x="462150" y="1197348"/>
                  </a:lnTo>
                  <a:lnTo>
                    <a:pt x="462147" y="1197332"/>
                  </a:lnTo>
                  <a:lnTo>
                    <a:pt x="462141" y="1197314"/>
                  </a:lnTo>
                  <a:lnTo>
                    <a:pt x="462138" y="1197307"/>
                  </a:lnTo>
                  <a:lnTo>
                    <a:pt x="462136" y="1197300"/>
                  </a:lnTo>
                  <a:lnTo>
                    <a:pt x="462130" y="1197286"/>
                  </a:lnTo>
                  <a:lnTo>
                    <a:pt x="462125" y="1197274"/>
                  </a:lnTo>
                  <a:lnTo>
                    <a:pt x="462123" y="1197269"/>
                  </a:lnTo>
                  <a:lnTo>
                    <a:pt x="462118" y="1197255"/>
                  </a:lnTo>
                  <a:lnTo>
                    <a:pt x="462115" y="1197245"/>
                  </a:lnTo>
                  <a:lnTo>
                    <a:pt x="462114" y="1197237"/>
                  </a:lnTo>
                  <a:lnTo>
                    <a:pt x="462113" y="1197227"/>
                  </a:lnTo>
                  <a:lnTo>
                    <a:pt x="462110" y="1197223"/>
                  </a:lnTo>
                  <a:lnTo>
                    <a:pt x="462108" y="1197218"/>
                  </a:lnTo>
                  <a:lnTo>
                    <a:pt x="462105" y="1197214"/>
                  </a:lnTo>
                  <a:lnTo>
                    <a:pt x="462100" y="1197210"/>
                  </a:lnTo>
                  <a:lnTo>
                    <a:pt x="462094" y="1197206"/>
                  </a:lnTo>
                  <a:lnTo>
                    <a:pt x="462086" y="1197202"/>
                  </a:lnTo>
                  <a:lnTo>
                    <a:pt x="462079" y="1197201"/>
                  </a:lnTo>
                  <a:lnTo>
                    <a:pt x="462073" y="1197199"/>
                  </a:lnTo>
                  <a:lnTo>
                    <a:pt x="462057" y="1197194"/>
                  </a:lnTo>
                  <a:lnTo>
                    <a:pt x="462041" y="1197188"/>
                  </a:lnTo>
                  <a:lnTo>
                    <a:pt x="462011" y="1197175"/>
                  </a:lnTo>
                  <a:lnTo>
                    <a:pt x="461994" y="1197168"/>
                  </a:lnTo>
                  <a:lnTo>
                    <a:pt x="461970" y="1197157"/>
                  </a:lnTo>
                  <a:lnTo>
                    <a:pt x="461955" y="1197151"/>
                  </a:lnTo>
                  <a:lnTo>
                    <a:pt x="461947" y="1197148"/>
                  </a:lnTo>
                  <a:lnTo>
                    <a:pt x="461939" y="1197144"/>
                  </a:lnTo>
                  <a:lnTo>
                    <a:pt x="461928" y="1197137"/>
                  </a:lnTo>
                  <a:lnTo>
                    <a:pt x="461919" y="1197132"/>
                  </a:lnTo>
                  <a:lnTo>
                    <a:pt x="461911" y="1197126"/>
                  </a:lnTo>
                  <a:lnTo>
                    <a:pt x="461896" y="1197114"/>
                  </a:lnTo>
                  <a:lnTo>
                    <a:pt x="461887" y="1197107"/>
                  </a:lnTo>
                  <a:lnTo>
                    <a:pt x="461880" y="1197102"/>
                  </a:lnTo>
                  <a:lnTo>
                    <a:pt x="461873" y="1197099"/>
                  </a:lnTo>
                  <a:lnTo>
                    <a:pt x="461867" y="1197096"/>
                  </a:lnTo>
                  <a:lnTo>
                    <a:pt x="461861" y="1197094"/>
                  </a:lnTo>
                  <a:lnTo>
                    <a:pt x="461855" y="1197093"/>
                  </a:lnTo>
                  <a:lnTo>
                    <a:pt x="461846" y="1197093"/>
                  </a:lnTo>
                  <a:lnTo>
                    <a:pt x="461838" y="1197094"/>
                  </a:lnTo>
                  <a:lnTo>
                    <a:pt x="461828" y="1197096"/>
                  </a:lnTo>
                  <a:lnTo>
                    <a:pt x="461815" y="1197100"/>
                  </a:lnTo>
                  <a:lnTo>
                    <a:pt x="461804" y="1197105"/>
                  </a:lnTo>
                  <a:lnTo>
                    <a:pt x="461787" y="1197110"/>
                  </a:lnTo>
                  <a:lnTo>
                    <a:pt x="461782" y="1197112"/>
                  </a:lnTo>
                  <a:lnTo>
                    <a:pt x="461776" y="1197113"/>
                  </a:lnTo>
                  <a:lnTo>
                    <a:pt x="461764" y="1197115"/>
                  </a:lnTo>
                  <a:lnTo>
                    <a:pt x="461742" y="1197118"/>
                  </a:lnTo>
                  <a:lnTo>
                    <a:pt x="461734" y="1197120"/>
                  </a:lnTo>
                  <a:lnTo>
                    <a:pt x="461721" y="1197123"/>
                  </a:lnTo>
                  <a:lnTo>
                    <a:pt x="461708" y="1197125"/>
                  </a:lnTo>
                  <a:lnTo>
                    <a:pt x="461692" y="1197128"/>
                  </a:lnTo>
                  <a:lnTo>
                    <a:pt x="461681" y="1197129"/>
                  </a:lnTo>
                  <a:lnTo>
                    <a:pt x="461664" y="1197130"/>
                  </a:lnTo>
                  <a:lnTo>
                    <a:pt x="461645" y="1197131"/>
                  </a:lnTo>
                  <a:lnTo>
                    <a:pt x="461639" y="1197131"/>
                  </a:lnTo>
                  <a:lnTo>
                    <a:pt x="461624" y="1197131"/>
                  </a:lnTo>
                  <a:lnTo>
                    <a:pt x="461599" y="1197130"/>
                  </a:lnTo>
                  <a:lnTo>
                    <a:pt x="461578" y="1197127"/>
                  </a:lnTo>
                  <a:lnTo>
                    <a:pt x="461557" y="1197123"/>
                  </a:lnTo>
                  <a:lnTo>
                    <a:pt x="461541" y="1197118"/>
                  </a:lnTo>
                  <a:lnTo>
                    <a:pt x="461528" y="1197114"/>
                  </a:lnTo>
                  <a:lnTo>
                    <a:pt x="461516" y="1197110"/>
                  </a:lnTo>
                  <a:lnTo>
                    <a:pt x="461497" y="1197100"/>
                  </a:lnTo>
                  <a:lnTo>
                    <a:pt x="461488" y="1197096"/>
                  </a:lnTo>
                  <a:lnTo>
                    <a:pt x="461481" y="1197092"/>
                  </a:lnTo>
                  <a:lnTo>
                    <a:pt x="461474" y="1197088"/>
                  </a:lnTo>
                  <a:lnTo>
                    <a:pt x="461465" y="1197083"/>
                  </a:lnTo>
                  <a:lnTo>
                    <a:pt x="461454" y="1197077"/>
                  </a:lnTo>
                  <a:lnTo>
                    <a:pt x="461447" y="1197072"/>
                  </a:lnTo>
                  <a:lnTo>
                    <a:pt x="461442" y="1197068"/>
                  </a:lnTo>
                  <a:lnTo>
                    <a:pt x="461438" y="1197065"/>
                  </a:lnTo>
                  <a:lnTo>
                    <a:pt x="461434" y="1197062"/>
                  </a:lnTo>
                  <a:lnTo>
                    <a:pt x="461429" y="1197058"/>
                  </a:lnTo>
                  <a:lnTo>
                    <a:pt x="461423" y="1197053"/>
                  </a:lnTo>
                  <a:lnTo>
                    <a:pt x="461416" y="1197047"/>
                  </a:lnTo>
                  <a:lnTo>
                    <a:pt x="461410" y="1197041"/>
                  </a:lnTo>
                  <a:lnTo>
                    <a:pt x="461405" y="1197038"/>
                  </a:lnTo>
                  <a:lnTo>
                    <a:pt x="461401" y="1197036"/>
                  </a:lnTo>
                  <a:lnTo>
                    <a:pt x="461395" y="1197032"/>
                  </a:lnTo>
                  <a:lnTo>
                    <a:pt x="461390" y="1197029"/>
                  </a:lnTo>
                  <a:lnTo>
                    <a:pt x="461386" y="1197027"/>
                  </a:lnTo>
                  <a:lnTo>
                    <a:pt x="461379" y="1197026"/>
                  </a:lnTo>
                  <a:lnTo>
                    <a:pt x="461369" y="1197024"/>
                  </a:lnTo>
                  <a:lnTo>
                    <a:pt x="461359" y="1197024"/>
                  </a:lnTo>
                  <a:lnTo>
                    <a:pt x="461352" y="1197023"/>
                  </a:lnTo>
                  <a:lnTo>
                    <a:pt x="461330" y="1197023"/>
                  </a:lnTo>
                  <a:lnTo>
                    <a:pt x="461309" y="1197023"/>
                  </a:lnTo>
                  <a:lnTo>
                    <a:pt x="461287" y="1197021"/>
                  </a:lnTo>
                  <a:lnTo>
                    <a:pt x="461282" y="1197021"/>
                  </a:lnTo>
                  <a:lnTo>
                    <a:pt x="461267" y="1197018"/>
                  </a:lnTo>
                  <a:lnTo>
                    <a:pt x="461247" y="1197015"/>
                  </a:lnTo>
                  <a:lnTo>
                    <a:pt x="461225" y="1197009"/>
                  </a:lnTo>
                  <a:lnTo>
                    <a:pt x="461209" y="1197004"/>
                  </a:lnTo>
                  <a:lnTo>
                    <a:pt x="461196" y="1197000"/>
                  </a:lnTo>
                  <a:lnTo>
                    <a:pt x="461185" y="1196996"/>
                  </a:lnTo>
                  <a:lnTo>
                    <a:pt x="461177" y="1196993"/>
                  </a:lnTo>
                  <a:lnTo>
                    <a:pt x="461169" y="1196990"/>
                  </a:lnTo>
                  <a:lnTo>
                    <a:pt x="461160" y="1196985"/>
                  </a:lnTo>
                  <a:lnTo>
                    <a:pt x="461152" y="1196979"/>
                  </a:lnTo>
                  <a:lnTo>
                    <a:pt x="461143" y="1196973"/>
                  </a:lnTo>
                  <a:lnTo>
                    <a:pt x="461132" y="1196964"/>
                  </a:lnTo>
                  <a:lnTo>
                    <a:pt x="461124" y="1196959"/>
                  </a:lnTo>
                  <a:lnTo>
                    <a:pt x="461115" y="1196955"/>
                  </a:lnTo>
                  <a:lnTo>
                    <a:pt x="461104" y="1196950"/>
                  </a:lnTo>
                  <a:lnTo>
                    <a:pt x="461087" y="1196944"/>
                  </a:lnTo>
                  <a:lnTo>
                    <a:pt x="461072" y="1196939"/>
                  </a:lnTo>
                  <a:lnTo>
                    <a:pt x="461061" y="1196936"/>
                  </a:lnTo>
                  <a:lnTo>
                    <a:pt x="461043" y="1196931"/>
                  </a:lnTo>
                  <a:lnTo>
                    <a:pt x="461028" y="1196928"/>
                  </a:lnTo>
                  <a:lnTo>
                    <a:pt x="461020" y="1196925"/>
                  </a:lnTo>
                  <a:lnTo>
                    <a:pt x="461009" y="1196921"/>
                  </a:lnTo>
                  <a:lnTo>
                    <a:pt x="460992" y="1196914"/>
                  </a:lnTo>
                  <a:lnTo>
                    <a:pt x="460978" y="1196909"/>
                  </a:lnTo>
                  <a:lnTo>
                    <a:pt x="460955" y="1196898"/>
                  </a:lnTo>
                  <a:lnTo>
                    <a:pt x="460938" y="1196891"/>
                  </a:lnTo>
                  <a:lnTo>
                    <a:pt x="460922" y="1196885"/>
                  </a:lnTo>
                  <a:lnTo>
                    <a:pt x="460906" y="1196878"/>
                  </a:lnTo>
                  <a:lnTo>
                    <a:pt x="460893" y="1196871"/>
                  </a:lnTo>
                  <a:lnTo>
                    <a:pt x="460875" y="1196863"/>
                  </a:lnTo>
                  <a:lnTo>
                    <a:pt x="460855" y="1196853"/>
                  </a:lnTo>
                  <a:lnTo>
                    <a:pt x="460840" y="1196844"/>
                  </a:lnTo>
                  <a:lnTo>
                    <a:pt x="460831" y="1196840"/>
                  </a:lnTo>
                  <a:lnTo>
                    <a:pt x="460822" y="1196834"/>
                  </a:lnTo>
                  <a:lnTo>
                    <a:pt x="460813" y="1196830"/>
                  </a:lnTo>
                  <a:lnTo>
                    <a:pt x="460798" y="1196820"/>
                  </a:lnTo>
                  <a:lnTo>
                    <a:pt x="460786" y="1196812"/>
                  </a:lnTo>
                  <a:lnTo>
                    <a:pt x="460776" y="1196806"/>
                  </a:lnTo>
                  <a:lnTo>
                    <a:pt x="460771" y="1196803"/>
                  </a:lnTo>
                  <a:lnTo>
                    <a:pt x="460760" y="1196795"/>
                  </a:lnTo>
                  <a:lnTo>
                    <a:pt x="460750" y="1196788"/>
                  </a:lnTo>
                  <a:lnTo>
                    <a:pt x="460740" y="1196781"/>
                  </a:lnTo>
                  <a:lnTo>
                    <a:pt x="460729" y="1196771"/>
                  </a:lnTo>
                  <a:lnTo>
                    <a:pt x="460724" y="1196767"/>
                  </a:lnTo>
                  <a:lnTo>
                    <a:pt x="460714" y="1196758"/>
                  </a:lnTo>
                  <a:lnTo>
                    <a:pt x="460698" y="1196745"/>
                  </a:lnTo>
                  <a:lnTo>
                    <a:pt x="460687" y="1196735"/>
                  </a:lnTo>
                  <a:lnTo>
                    <a:pt x="460676" y="1196726"/>
                  </a:lnTo>
                  <a:lnTo>
                    <a:pt x="460664" y="1196716"/>
                  </a:lnTo>
                  <a:lnTo>
                    <a:pt x="460651" y="1196705"/>
                  </a:lnTo>
                  <a:lnTo>
                    <a:pt x="460647" y="1196700"/>
                  </a:lnTo>
                  <a:lnTo>
                    <a:pt x="460642" y="1196695"/>
                  </a:lnTo>
                  <a:lnTo>
                    <a:pt x="460637" y="1196690"/>
                  </a:lnTo>
                  <a:lnTo>
                    <a:pt x="460634" y="1196684"/>
                  </a:lnTo>
                  <a:lnTo>
                    <a:pt x="460630" y="1196678"/>
                  </a:lnTo>
                  <a:lnTo>
                    <a:pt x="460625" y="1196668"/>
                  </a:lnTo>
                  <a:lnTo>
                    <a:pt x="460623" y="1196663"/>
                  </a:lnTo>
                  <a:lnTo>
                    <a:pt x="460622" y="1196657"/>
                  </a:lnTo>
                  <a:lnTo>
                    <a:pt x="460621" y="1196647"/>
                  </a:lnTo>
                  <a:lnTo>
                    <a:pt x="460621" y="1196629"/>
                  </a:lnTo>
                  <a:lnTo>
                    <a:pt x="460621" y="1196613"/>
                  </a:lnTo>
                  <a:lnTo>
                    <a:pt x="460621" y="1196594"/>
                  </a:lnTo>
                  <a:lnTo>
                    <a:pt x="460621" y="1196587"/>
                  </a:lnTo>
                  <a:lnTo>
                    <a:pt x="460620" y="1196581"/>
                  </a:lnTo>
                  <a:lnTo>
                    <a:pt x="460617" y="1196574"/>
                  </a:lnTo>
                  <a:lnTo>
                    <a:pt x="460615" y="1196570"/>
                  </a:lnTo>
                  <a:lnTo>
                    <a:pt x="460611" y="1196566"/>
                  </a:lnTo>
                  <a:lnTo>
                    <a:pt x="460606" y="1196561"/>
                  </a:lnTo>
                  <a:lnTo>
                    <a:pt x="460601" y="1196557"/>
                  </a:lnTo>
                  <a:lnTo>
                    <a:pt x="460595" y="1196554"/>
                  </a:lnTo>
                  <a:lnTo>
                    <a:pt x="460586" y="1196545"/>
                  </a:lnTo>
                  <a:lnTo>
                    <a:pt x="460578" y="1196537"/>
                  </a:lnTo>
                  <a:lnTo>
                    <a:pt x="460568" y="1196527"/>
                  </a:lnTo>
                  <a:lnTo>
                    <a:pt x="460561" y="1196519"/>
                  </a:lnTo>
                  <a:lnTo>
                    <a:pt x="460551" y="1196506"/>
                  </a:lnTo>
                  <a:lnTo>
                    <a:pt x="460546" y="1196499"/>
                  </a:lnTo>
                  <a:lnTo>
                    <a:pt x="460540" y="1196491"/>
                  </a:lnTo>
                  <a:lnTo>
                    <a:pt x="460528" y="1196478"/>
                  </a:lnTo>
                  <a:lnTo>
                    <a:pt x="460521" y="1196469"/>
                  </a:lnTo>
                  <a:lnTo>
                    <a:pt x="460513" y="1196461"/>
                  </a:lnTo>
                  <a:lnTo>
                    <a:pt x="460506" y="1196455"/>
                  </a:lnTo>
                  <a:lnTo>
                    <a:pt x="460494" y="1196446"/>
                  </a:lnTo>
                  <a:lnTo>
                    <a:pt x="460485" y="1196441"/>
                  </a:lnTo>
                  <a:lnTo>
                    <a:pt x="460478" y="1196437"/>
                  </a:lnTo>
                  <a:lnTo>
                    <a:pt x="460474" y="1196434"/>
                  </a:lnTo>
                  <a:lnTo>
                    <a:pt x="460469" y="1196432"/>
                  </a:lnTo>
                  <a:lnTo>
                    <a:pt x="460451" y="1196424"/>
                  </a:lnTo>
                  <a:lnTo>
                    <a:pt x="460434" y="1196417"/>
                  </a:lnTo>
                  <a:lnTo>
                    <a:pt x="460423" y="1196412"/>
                  </a:lnTo>
                  <a:lnTo>
                    <a:pt x="460413" y="1196408"/>
                  </a:lnTo>
                  <a:lnTo>
                    <a:pt x="460405" y="1196404"/>
                  </a:lnTo>
                  <a:lnTo>
                    <a:pt x="460394" y="1196399"/>
                  </a:lnTo>
                  <a:lnTo>
                    <a:pt x="460381" y="1196392"/>
                  </a:lnTo>
                  <a:lnTo>
                    <a:pt x="460360" y="1196382"/>
                  </a:lnTo>
                  <a:lnTo>
                    <a:pt x="460349" y="1196376"/>
                  </a:lnTo>
                  <a:lnTo>
                    <a:pt x="460339" y="1196370"/>
                  </a:lnTo>
                  <a:lnTo>
                    <a:pt x="460327" y="1196361"/>
                  </a:lnTo>
                  <a:lnTo>
                    <a:pt x="460319" y="1196354"/>
                  </a:lnTo>
                  <a:lnTo>
                    <a:pt x="460301" y="1196337"/>
                  </a:lnTo>
                  <a:lnTo>
                    <a:pt x="460289" y="1196327"/>
                  </a:lnTo>
                  <a:lnTo>
                    <a:pt x="460283" y="1196323"/>
                  </a:lnTo>
                  <a:lnTo>
                    <a:pt x="460276" y="1196319"/>
                  </a:lnTo>
                  <a:lnTo>
                    <a:pt x="460271" y="1196315"/>
                  </a:lnTo>
                  <a:lnTo>
                    <a:pt x="460266" y="1196314"/>
                  </a:lnTo>
                  <a:lnTo>
                    <a:pt x="460251" y="1196312"/>
                  </a:lnTo>
                  <a:lnTo>
                    <a:pt x="460244" y="1196311"/>
                  </a:lnTo>
                  <a:lnTo>
                    <a:pt x="460238" y="1196310"/>
                  </a:lnTo>
                  <a:lnTo>
                    <a:pt x="460232" y="1196308"/>
                  </a:lnTo>
                  <a:lnTo>
                    <a:pt x="460227" y="1196308"/>
                  </a:lnTo>
                  <a:lnTo>
                    <a:pt x="460221" y="1196306"/>
                  </a:lnTo>
                  <a:lnTo>
                    <a:pt x="460211" y="1196305"/>
                  </a:lnTo>
                  <a:lnTo>
                    <a:pt x="460204" y="1196304"/>
                  </a:lnTo>
                  <a:lnTo>
                    <a:pt x="460195" y="1196302"/>
                  </a:lnTo>
                  <a:lnTo>
                    <a:pt x="460178" y="1196298"/>
                  </a:lnTo>
                  <a:lnTo>
                    <a:pt x="460170" y="1196296"/>
                  </a:lnTo>
                  <a:lnTo>
                    <a:pt x="460157" y="1196293"/>
                  </a:lnTo>
                  <a:lnTo>
                    <a:pt x="460117" y="1196281"/>
                  </a:lnTo>
                  <a:lnTo>
                    <a:pt x="460106" y="1196281"/>
                  </a:lnTo>
                  <a:lnTo>
                    <a:pt x="460100" y="1196280"/>
                  </a:lnTo>
                  <a:lnTo>
                    <a:pt x="460096" y="1196278"/>
                  </a:lnTo>
                  <a:lnTo>
                    <a:pt x="460093" y="1196272"/>
                  </a:lnTo>
                  <a:lnTo>
                    <a:pt x="460093" y="1196266"/>
                  </a:lnTo>
                  <a:lnTo>
                    <a:pt x="460093" y="1196251"/>
                  </a:lnTo>
                  <a:lnTo>
                    <a:pt x="460097" y="1196215"/>
                  </a:lnTo>
                  <a:lnTo>
                    <a:pt x="460100" y="1196172"/>
                  </a:lnTo>
                  <a:lnTo>
                    <a:pt x="460096" y="1196148"/>
                  </a:lnTo>
                  <a:lnTo>
                    <a:pt x="460084" y="1196093"/>
                  </a:lnTo>
                  <a:lnTo>
                    <a:pt x="460048" y="1196010"/>
                  </a:lnTo>
                  <a:lnTo>
                    <a:pt x="460040" y="1195997"/>
                  </a:lnTo>
                  <a:lnTo>
                    <a:pt x="460004" y="1195959"/>
                  </a:lnTo>
                  <a:lnTo>
                    <a:pt x="459978" y="1195945"/>
                  </a:lnTo>
                  <a:lnTo>
                    <a:pt x="459970" y="1195941"/>
                  </a:lnTo>
                  <a:lnTo>
                    <a:pt x="459961" y="1195937"/>
                  </a:lnTo>
                  <a:lnTo>
                    <a:pt x="459948" y="1195931"/>
                  </a:lnTo>
                  <a:lnTo>
                    <a:pt x="459933" y="1195923"/>
                  </a:lnTo>
                  <a:lnTo>
                    <a:pt x="459927" y="1195920"/>
                  </a:lnTo>
                  <a:lnTo>
                    <a:pt x="459921" y="1195917"/>
                  </a:lnTo>
                  <a:lnTo>
                    <a:pt x="459907" y="1195911"/>
                  </a:lnTo>
                  <a:lnTo>
                    <a:pt x="459898" y="1195906"/>
                  </a:lnTo>
                  <a:lnTo>
                    <a:pt x="459887" y="1195900"/>
                  </a:lnTo>
                  <a:lnTo>
                    <a:pt x="459877" y="1195894"/>
                  </a:lnTo>
                  <a:lnTo>
                    <a:pt x="459863" y="1195885"/>
                  </a:lnTo>
                  <a:lnTo>
                    <a:pt x="459857" y="1195880"/>
                  </a:lnTo>
                  <a:lnTo>
                    <a:pt x="459852" y="1195876"/>
                  </a:lnTo>
                  <a:lnTo>
                    <a:pt x="459849" y="1195871"/>
                  </a:lnTo>
                  <a:lnTo>
                    <a:pt x="459845" y="1195867"/>
                  </a:lnTo>
                  <a:lnTo>
                    <a:pt x="459839" y="1195859"/>
                  </a:lnTo>
                  <a:lnTo>
                    <a:pt x="459833" y="1195849"/>
                  </a:lnTo>
                  <a:lnTo>
                    <a:pt x="459827" y="1195838"/>
                  </a:lnTo>
                  <a:lnTo>
                    <a:pt x="459822" y="1195831"/>
                  </a:lnTo>
                  <a:lnTo>
                    <a:pt x="459811" y="1195813"/>
                  </a:lnTo>
                  <a:lnTo>
                    <a:pt x="459806" y="1195806"/>
                  </a:lnTo>
                  <a:lnTo>
                    <a:pt x="459801" y="1195799"/>
                  </a:lnTo>
                  <a:lnTo>
                    <a:pt x="459787" y="1195783"/>
                  </a:lnTo>
                  <a:lnTo>
                    <a:pt x="459777" y="1195772"/>
                  </a:lnTo>
                  <a:lnTo>
                    <a:pt x="459773" y="1195768"/>
                  </a:lnTo>
                  <a:lnTo>
                    <a:pt x="459758" y="1195754"/>
                  </a:lnTo>
                  <a:lnTo>
                    <a:pt x="459750" y="1195747"/>
                  </a:lnTo>
                  <a:lnTo>
                    <a:pt x="459744" y="1195743"/>
                  </a:lnTo>
                  <a:lnTo>
                    <a:pt x="459737" y="1195739"/>
                  </a:lnTo>
                  <a:lnTo>
                    <a:pt x="459724" y="1195734"/>
                  </a:lnTo>
                  <a:lnTo>
                    <a:pt x="459720" y="1195732"/>
                  </a:lnTo>
                  <a:lnTo>
                    <a:pt x="459714" y="1195731"/>
                  </a:lnTo>
                  <a:lnTo>
                    <a:pt x="459706" y="1195730"/>
                  </a:lnTo>
                  <a:lnTo>
                    <a:pt x="459698" y="1195729"/>
                  </a:lnTo>
                  <a:lnTo>
                    <a:pt x="459692" y="1195729"/>
                  </a:lnTo>
                  <a:lnTo>
                    <a:pt x="459684" y="1195730"/>
                  </a:lnTo>
                  <a:lnTo>
                    <a:pt x="459671" y="1195732"/>
                  </a:lnTo>
                  <a:lnTo>
                    <a:pt x="459660" y="1195734"/>
                  </a:lnTo>
                  <a:lnTo>
                    <a:pt x="459651" y="1195736"/>
                  </a:lnTo>
                  <a:lnTo>
                    <a:pt x="459626" y="1195744"/>
                  </a:lnTo>
                  <a:lnTo>
                    <a:pt x="459610" y="1195750"/>
                  </a:lnTo>
                  <a:lnTo>
                    <a:pt x="459582" y="1195760"/>
                  </a:lnTo>
                  <a:lnTo>
                    <a:pt x="459569" y="1195765"/>
                  </a:lnTo>
                  <a:lnTo>
                    <a:pt x="459546" y="1195776"/>
                  </a:lnTo>
                  <a:lnTo>
                    <a:pt x="459527" y="1195784"/>
                  </a:lnTo>
                  <a:lnTo>
                    <a:pt x="459508" y="1195791"/>
                  </a:lnTo>
                  <a:lnTo>
                    <a:pt x="459491" y="1195797"/>
                  </a:lnTo>
                  <a:lnTo>
                    <a:pt x="459485" y="1195798"/>
                  </a:lnTo>
                  <a:lnTo>
                    <a:pt x="459459" y="1195808"/>
                  </a:lnTo>
                  <a:lnTo>
                    <a:pt x="459443" y="1195813"/>
                  </a:lnTo>
                  <a:lnTo>
                    <a:pt x="459433" y="1195818"/>
                  </a:lnTo>
                  <a:lnTo>
                    <a:pt x="459428" y="1195821"/>
                  </a:lnTo>
                  <a:lnTo>
                    <a:pt x="459422" y="1195826"/>
                  </a:lnTo>
                  <a:lnTo>
                    <a:pt x="459414" y="1195834"/>
                  </a:lnTo>
                  <a:lnTo>
                    <a:pt x="459407" y="1195843"/>
                  </a:lnTo>
                  <a:lnTo>
                    <a:pt x="459397" y="1195858"/>
                  </a:lnTo>
                  <a:lnTo>
                    <a:pt x="459392" y="1195867"/>
                  </a:lnTo>
                  <a:lnTo>
                    <a:pt x="459388" y="1195876"/>
                  </a:lnTo>
                  <a:lnTo>
                    <a:pt x="459381" y="1195888"/>
                  </a:lnTo>
                  <a:lnTo>
                    <a:pt x="459377" y="1195896"/>
                  </a:lnTo>
                  <a:lnTo>
                    <a:pt x="459370" y="1195907"/>
                  </a:lnTo>
                  <a:lnTo>
                    <a:pt x="459358" y="1195927"/>
                  </a:lnTo>
                  <a:lnTo>
                    <a:pt x="459350" y="1195939"/>
                  </a:lnTo>
                  <a:lnTo>
                    <a:pt x="459334" y="1195965"/>
                  </a:lnTo>
                  <a:lnTo>
                    <a:pt x="459331" y="1195971"/>
                  </a:lnTo>
                  <a:lnTo>
                    <a:pt x="459319" y="1195988"/>
                  </a:lnTo>
                  <a:lnTo>
                    <a:pt x="459313" y="1195997"/>
                  </a:lnTo>
                  <a:lnTo>
                    <a:pt x="459310" y="1196003"/>
                  </a:lnTo>
                  <a:lnTo>
                    <a:pt x="459301" y="1196018"/>
                  </a:lnTo>
                  <a:lnTo>
                    <a:pt x="459291" y="1196033"/>
                  </a:lnTo>
                  <a:lnTo>
                    <a:pt x="459279" y="1196052"/>
                  </a:lnTo>
                  <a:lnTo>
                    <a:pt x="459274" y="1196064"/>
                  </a:lnTo>
                  <a:lnTo>
                    <a:pt x="459267" y="1196074"/>
                  </a:lnTo>
                  <a:lnTo>
                    <a:pt x="459264" y="1196080"/>
                  </a:lnTo>
                  <a:lnTo>
                    <a:pt x="459259" y="1196085"/>
                  </a:lnTo>
                  <a:lnTo>
                    <a:pt x="459255" y="1196089"/>
                  </a:lnTo>
                  <a:lnTo>
                    <a:pt x="459251" y="1196092"/>
                  </a:lnTo>
                  <a:lnTo>
                    <a:pt x="459247" y="1196095"/>
                  </a:lnTo>
                  <a:lnTo>
                    <a:pt x="459241" y="1196098"/>
                  </a:lnTo>
                  <a:lnTo>
                    <a:pt x="459235" y="1196101"/>
                  </a:lnTo>
                  <a:lnTo>
                    <a:pt x="459227" y="1196102"/>
                  </a:lnTo>
                  <a:lnTo>
                    <a:pt x="459216" y="1196104"/>
                  </a:lnTo>
                  <a:lnTo>
                    <a:pt x="459210" y="1196105"/>
                  </a:lnTo>
                  <a:lnTo>
                    <a:pt x="459202" y="1196105"/>
                  </a:lnTo>
                  <a:lnTo>
                    <a:pt x="459188" y="1196106"/>
                  </a:lnTo>
                  <a:lnTo>
                    <a:pt x="459177" y="1196105"/>
                  </a:lnTo>
                  <a:lnTo>
                    <a:pt x="459167" y="1196103"/>
                  </a:lnTo>
                  <a:lnTo>
                    <a:pt x="459161" y="1196102"/>
                  </a:lnTo>
                  <a:lnTo>
                    <a:pt x="459135" y="1196096"/>
                  </a:lnTo>
                  <a:lnTo>
                    <a:pt x="459125" y="1196094"/>
                  </a:lnTo>
                  <a:lnTo>
                    <a:pt x="459120" y="1196093"/>
                  </a:lnTo>
                  <a:lnTo>
                    <a:pt x="459098" y="1196089"/>
                  </a:lnTo>
                  <a:lnTo>
                    <a:pt x="459089" y="1196088"/>
                  </a:lnTo>
                  <a:lnTo>
                    <a:pt x="459079" y="1196088"/>
                  </a:lnTo>
                  <a:lnTo>
                    <a:pt x="459064" y="1196088"/>
                  </a:lnTo>
                  <a:lnTo>
                    <a:pt x="459048" y="1196089"/>
                  </a:lnTo>
                  <a:lnTo>
                    <a:pt x="459041" y="1196088"/>
                  </a:lnTo>
                  <a:lnTo>
                    <a:pt x="459033" y="1196086"/>
                  </a:lnTo>
                  <a:lnTo>
                    <a:pt x="459027" y="1196086"/>
                  </a:lnTo>
                  <a:lnTo>
                    <a:pt x="459022" y="1196086"/>
                  </a:lnTo>
                  <a:lnTo>
                    <a:pt x="459013" y="1196086"/>
                  </a:lnTo>
                  <a:lnTo>
                    <a:pt x="459002" y="1196088"/>
                  </a:lnTo>
                  <a:lnTo>
                    <a:pt x="458991" y="1196093"/>
                  </a:lnTo>
                  <a:lnTo>
                    <a:pt x="458982" y="1196097"/>
                  </a:lnTo>
                  <a:lnTo>
                    <a:pt x="458976" y="1196099"/>
                  </a:lnTo>
                  <a:lnTo>
                    <a:pt x="458967" y="1196100"/>
                  </a:lnTo>
                  <a:lnTo>
                    <a:pt x="458959" y="1196101"/>
                  </a:lnTo>
                  <a:lnTo>
                    <a:pt x="458949" y="1196101"/>
                  </a:lnTo>
                  <a:lnTo>
                    <a:pt x="458939" y="1196100"/>
                  </a:lnTo>
                  <a:lnTo>
                    <a:pt x="458911" y="1196095"/>
                  </a:lnTo>
                  <a:lnTo>
                    <a:pt x="458893" y="1196094"/>
                  </a:lnTo>
                  <a:lnTo>
                    <a:pt x="458883" y="1196093"/>
                  </a:lnTo>
                  <a:lnTo>
                    <a:pt x="458874" y="1196094"/>
                  </a:lnTo>
                  <a:lnTo>
                    <a:pt x="458861" y="1196095"/>
                  </a:lnTo>
                  <a:lnTo>
                    <a:pt x="458852" y="1196095"/>
                  </a:lnTo>
                  <a:lnTo>
                    <a:pt x="458843" y="1196095"/>
                  </a:lnTo>
                  <a:lnTo>
                    <a:pt x="458835" y="1196093"/>
                  </a:lnTo>
                  <a:lnTo>
                    <a:pt x="458812" y="1196086"/>
                  </a:lnTo>
                  <a:lnTo>
                    <a:pt x="458795" y="1196079"/>
                  </a:lnTo>
                  <a:lnTo>
                    <a:pt x="458779" y="1196073"/>
                  </a:lnTo>
                  <a:lnTo>
                    <a:pt x="458767" y="1196069"/>
                  </a:lnTo>
                  <a:lnTo>
                    <a:pt x="458755" y="1196065"/>
                  </a:lnTo>
                  <a:lnTo>
                    <a:pt x="458737" y="1196060"/>
                  </a:lnTo>
                  <a:lnTo>
                    <a:pt x="458730" y="1196057"/>
                  </a:lnTo>
                  <a:lnTo>
                    <a:pt x="458715" y="1196052"/>
                  </a:lnTo>
                  <a:lnTo>
                    <a:pt x="458696" y="1196048"/>
                  </a:lnTo>
                  <a:lnTo>
                    <a:pt x="458688" y="1196047"/>
                  </a:lnTo>
                  <a:lnTo>
                    <a:pt x="458673" y="1196046"/>
                  </a:lnTo>
                  <a:lnTo>
                    <a:pt x="458664" y="1196046"/>
                  </a:lnTo>
                  <a:lnTo>
                    <a:pt x="458657" y="1196046"/>
                  </a:lnTo>
                  <a:lnTo>
                    <a:pt x="458645" y="1196050"/>
                  </a:lnTo>
                  <a:lnTo>
                    <a:pt x="458632" y="1196054"/>
                  </a:lnTo>
                  <a:lnTo>
                    <a:pt x="458617" y="1196056"/>
                  </a:lnTo>
                  <a:lnTo>
                    <a:pt x="458599" y="1196059"/>
                  </a:lnTo>
                  <a:lnTo>
                    <a:pt x="458588" y="1196060"/>
                  </a:lnTo>
                  <a:lnTo>
                    <a:pt x="458575" y="1196059"/>
                  </a:lnTo>
                  <a:lnTo>
                    <a:pt x="458566" y="1196059"/>
                  </a:lnTo>
                  <a:lnTo>
                    <a:pt x="458557" y="1196057"/>
                  </a:lnTo>
                  <a:lnTo>
                    <a:pt x="458549" y="1196053"/>
                  </a:lnTo>
                  <a:lnTo>
                    <a:pt x="458539" y="1196046"/>
                  </a:lnTo>
                  <a:lnTo>
                    <a:pt x="458529" y="1196038"/>
                  </a:lnTo>
                  <a:lnTo>
                    <a:pt x="458524" y="1196034"/>
                  </a:lnTo>
                  <a:lnTo>
                    <a:pt x="458512" y="1196026"/>
                  </a:lnTo>
                  <a:lnTo>
                    <a:pt x="458503" y="1196020"/>
                  </a:lnTo>
                  <a:lnTo>
                    <a:pt x="458493" y="1196015"/>
                  </a:lnTo>
                  <a:lnTo>
                    <a:pt x="458484" y="1196011"/>
                  </a:lnTo>
                  <a:lnTo>
                    <a:pt x="458472" y="1196006"/>
                  </a:lnTo>
                  <a:lnTo>
                    <a:pt x="458456" y="1196001"/>
                  </a:lnTo>
                  <a:lnTo>
                    <a:pt x="458431" y="1195994"/>
                  </a:lnTo>
                  <a:lnTo>
                    <a:pt x="458420" y="1195991"/>
                  </a:lnTo>
                  <a:lnTo>
                    <a:pt x="458411" y="1195989"/>
                  </a:lnTo>
                  <a:lnTo>
                    <a:pt x="458402" y="1195987"/>
                  </a:lnTo>
                  <a:lnTo>
                    <a:pt x="458395" y="1195987"/>
                  </a:lnTo>
                  <a:lnTo>
                    <a:pt x="458388" y="1195987"/>
                  </a:lnTo>
                  <a:lnTo>
                    <a:pt x="458376" y="1195991"/>
                  </a:lnTo>
                  <a:lnTo>
                    <a:pt x="458359" y="1195996"/>
                  </a:lnTo>
                  <a:lnTo>
                    <a:pt x="458343" y="1195999"/>
                  </a:lnTo>
                  <a:lnTo>
                    <a:pt x="458333" y="1196000"/>
                  </a:lnTo>
                  <a:lnTo>
                    <a:pt x="458321" y="1196000"/>
                  </a:lnTo>
                  <a:lnTo>
                    <a:pt x="458305" y="1196001"/>
                  </a:lnTo>
                  <a:lnTo>
                    <a:pt x="458288" y="1196001"/>
                  </a:lnTo>
                  <a:lnTo>
                    <a:pt x="458261" y="1196001"/>
                  </a:lnTo>
                  <a:lnTo>
                    <a:pt x="458240" y="1195999"/>
                  </a:lnTo>
                  <a:lnTo>
                    <a:pt x="458218" y="1195999"/>
                  </a:lnTo>
                  <a:lnTo>
                    <a:pt x="458199" y="1195997"/>
                  </a:lnTo>
                  <a:lnTo>
                    <a:pt x="458179" y="1195993"/>
                  </a:lnTo>
                  <a:lnTo>
                    <a:pt x="458162" y="1195990"/>
                  </a:lnTo>
                  <a:lnTo>
                    <a:pt x="458145" y="1195986"/>
                  </a:lnTo>
                  <a:lnTo>
                    <a:pt x="458128" y="1195981"/>
                  </a:lnTo>
                  <a:lnTo>
                    <a:pt x="458115" y="1195976"/>
                  </a:lnTo>
                  <a:lnTo>
                    <a:pt x="458109" y="1195973"/>
                  </a:lnTo>
                  <a:lnTo>
                    <a:pt x="458098" y="1195968"/>
                  </a:lnTo>
                  <a:lnTo>
                    <a:pt x="458088" y="1195962"/>
                  </a:lnTo>
                  <a:lnTo>
                    <a:pt x="458080" y="1195957"/>
                  </a:lnTo>
                  <a:lnTo>
                    <a:pt x="458071" y="1195949"/>
                  </a:lnTo>
                  <a:lnTo>
                    <a:pt x="458062" y="1195941"/>
                  </a:lnTo>
                  <a:lnTo>
                    <a:pt x="458052" y="1195930"/>
                  </a:lnTo>
                  <a:lnTo>
                    <a:pt x="458039" y="1195910"/>
                  </a:lnTo>
                  <a:lnTo>
                    <a:pt x="458030" y="1195895"/>
                  </a:lnTo>
                  <a:lnTo>
                    <a:pt x="458020" y="1195875"/>
                  </a:lnTo>
                  <a:lnTo>
                    <a:pt x="458013" y="1195860"/>
                  </a:lnTo>
                  <a:lnTo>
                    <a:pt x="458008" y="1195845"/>
                  </a:lnTo>
                  <a:lnTo>
                    <a:pt x="458005" y="1195832"/>
                  </a:lnTo>
                  <a:lnTo>
                    <a:pt x="458003" y="1195822"/>
                  </a:lnTo>
                  <a:lnTo>
                    <a:pt x="458001" y="1195805"/>
                  </a:lnTo>
                  <a:lnTo>
                    <a:pt x="458000" y="1195796"/>
                  </a:lnTo>
                  <a:lnTo>
                    <a:pt x="458013" y="1195723"/>
                  </a:lnTo>
                  <a:lnTo>
                    <a:pt x="458031" y="1195643"/>
                  </a:lnTo>
                  <a:lnTo>
                    <a:pt x="458047" y="1195545"/>
                  </a:lnTo>
                  <a:lnTo>
                    <a:pt x="458051" y="1195509"/>
                  </a:lnTo>
                  <a:lnTo>
                    <a:pt x="458037" y="1195458"/>
                  </a:lnTo>
                  <a:lnTo>
                    <a:pt x="458031" y="1195428"/>
                  </a:lnTo>
                  <a:lnTo>
                    <a:pt x="458015" y="1195385"/>
                  </a:lnTo>
                  <a:lnTo>
                    <a:pt x="457973" y="1195338"/>
                  </a:lnTo>
                  <a:lnTo>
                    <a:pt x="457968" y="1195331"/>
                  </a:lnTo>
                  <a:lnTo>
                    <a:pt x="457959" y="1195321"/>
                  </a:lnTo>
                  <a:lnTo>
                    <a:pt x="457949" y="1195311"/>
                  </a:lnTo>
                  <a:lnTo>
                    <a:pt x="457934" y="1195297"/>
                  </a:lnTo>
                  <a:lnTo>
                    <a:pt x="457919" y="1195283"/>
                  </a:lnTo>
                  <a:lnTo>
                    <a:pt x="457899" y="1195263"/>
                  </a:lnTo>
                  <a:lnTo>
                    <a:pt x="457882" y="1195242"/>
                  </a:lnTo>
                  <a:lnTo>
                    <a:pt x="457872" y="1195231"/>
                  </a:lnTo>
                  <a:lnTo>
                    <a:pt x="457862" y="1195216"/>
                  </a:lnTo>
                  <a:lnTo>
                    <a:pt x="457857" y="1195208"/>
                  </a:lnTo>
                  <a:lnTo>
                    <a:pt x="457850" y="1195197"/>
                  </a:lnTo>
                  <a:lnTo>
                    <a:pt x="457845" y="1195186"/>
                  </a:lnTo>
                  <a:lnTo>
                    <a:pt x="457840" y="1195175"/>
                  </a:lnTo>
                  <a:lnTo>
                    <a:pt x="457834" y="1195158"/>
                  </a:lnTo>
                  <a:lnTo>
                    <a:pt x="457830" y="1195149"/>
                  </a:lnTo>
                  <a:lnTo>
                    <a:pt x="457828" y="1195139"/>
                  </a:lnTo>
                  <a:lnTo>
                    <a:pt x="457827" y="1195130"/>
                  </a:lnTo>
                  <a:lnTo>
                    <a:pt x="457827" y="1195113"/>
                  </a:lnTo>
                  <a:lnTo>
                    <a:pt x="457828" y="1195085"/>
                  </a:lnTo>
                  <a:lnTo>
                    <a:pt x="457829" y="1195053"/>
                  </a:lnTo>
                  <a:lnTo>
                    <a:pt x="457827" y="1195012"/>
                  </a:lnTo>
                  <a:lnTo>
                    <a:pt x="457826" y="1194997"/>
                  </a:lnTo>
                  <a:lnTo>
                    <a:pt x="457822" y="1194978"/>
                  </a:lnTo>
                  <a:lnTo>
                    <a:pt x="457819" y="1194962"/>
                  </a:lnTo>
                  <a:lnTo>
                    <a:pt x="457816" y="1194949"/>
                  </a:lnTo>
                  <a:lnTo>
                    <a:pt x="457814" y="1194938"/>
                  </a:lnTo>
                  <a:lnTo>
                    <a:pt x="457813" y="1194921"/>
                  </a:lnTo>
                  <a:lnTo>
                    <a:pt x="457813" y="1194902"/>
                  </a:lnTo>
                  <a:lnTo>
                    <a:pt x="457815" y="1194884"/>
                  </a:lnTo>
                  <a:lnTo>
                    <a:pt x="457817" y="1194871"/>
                  </a:lnTo>
                  <a:lnTo>
                    <a:pt x="457819" y="1194864"/>
                  </a:lnTo>
                  <a:lnTo>
                    <a:pt x="457822" y="1194851"/>
                  </a:lnTo>
                  <a:lnTo>
                    <a:pt x="457831" y="1194829"/>
                  </a:lnTo>
                  <a:lnTo>
                    <a:pt x="457836" y="1194812"/>
                  </a:lnTo>
                  <a:lnTo>
                    <a:pt x="457844" y="1194793"/>
                  </a:lnTo>
                  <a:lnTo>
                    <a:pt x="457851" y="1194782"/>
                  </a:lnTo>
                  <a:lnTo>
                    <a:pt x="457856" y="1194774"/>
                  </a:lnTo>
                  <a:lnTo>
                    <a:pt x="457864" y="1194763"/>
                  </a:lnTo>
                  <a:lnTo>
                    <a:pt x="457874" y="1194749"/>
                  </a:lnTo>
                  <a:lnTo>
                    <a:pt x="457890" y="1194728"/>
                  </a:lnTo>
                  <a:lnTo>
                    <a:pt x="457900" y="1194714"/>
                  </a:lnTo>
                  <a:lnTo>
                    <a:pt x="457908" y="1194700"/>
                  </a:lnTo>
                  <a:lnTo>
                    <a:pt x="457914" y="1194690"/>
                  </a:lnTo>
                  <a:lnTo>
                    <a:pt x="457918" y="1194682"/>
                  </a:lnTo>
                  <a:lnTo>
                    <a:pt x="457923" y="1194672"/>
                  </a:lnTo>
                  <a:lnTo>
                    <a:pt x="457927" y="1194659"/>
                  </a:lnTo>
                  <a:lnTo>
                    <a:pt x="457930" y="1194648"/>
                  </a:lnTo>
                  <a:lnTo>
                    <a:pt x="457931" y="1194634"/>
                  </a:lnTo>
                  <a:lnTo>
                    <a:pt x="457931" y="1194618"/>
                  </a:lnTo>
                  <a:lnTo>
                    <a:pt x="457929" y="1194603"/>
                  </a:lnTo>
                  <a:lnTo>
                    <a:pt x="457928" y="1194594"/>
                  </a:lnTo>
                  <a:lnTo>
                    <a:pt x="457927" y="1194566"/>
                  </a:lnTo>
                  <a:lnTo>
                    <a:pt x="457924" y="1194538"/>
                  </a:lnTo>
                  <a:lnTo>
                    <a:pt x="457921" y="1194511"/>
                  </a:lnTo>
                  <a:lnTo>
                    <a:pt x="457921" y="1194504"/>
                  </a:lnTo>
                  <a:lnTo>
                    <a:pt x="457922" y="1194498"/>
                  </a:lnTo>
                  <a:lnTo>
                    <a:pt x="457924" y="1194493"/>
                  </a:lnTo>
                  <a:lnTo>
                    <a:pt x="457926" y="1194488"/>
                  </a:lnTo>
                  <a:lnTo>
                    <a:pt x="457939" y="1194473"/>
                  </a:lnTo>
                  <a:lnTo>
                    <a:pt x="457959" y="1194446"/>
                  </a:lnTo>
                  <a:lnTo>
                    <a:pt x="457974" y="1194426"/>
                  </a:lnTo>
                  <a:lnTo>
                    <a:pt x="457982" y="1194416"/>
                  </a:lnTo>
                  <a:lnTo>
                    <a:pt x="457987" y="1194404"/>
                  </a:lnTo>
                  <a:lnTo>
                    <a:pt x="457991" y="1194394"/>
                  </a:lnTo>
                  <a:lnTo>
                    <a:pt x="457997" y="1194376"/>
                  </a:lnTo>
                  <a:lnTo>
                    <a:pt x="458003" y="1194351"/>
                  </a:lnTo>
                  <a:lnTo>
                    <a:pt x="458006" y="1194333"/>
                  </a:lnTo>
                  <a:lnTo>
                    <a:pt x="458007" y="1194313"/>
                  </a:lnTo>
                  <a:lnTo>
                    <a:pt x="458008" y="1194286"/>
                  </a:lnTo>
                  <a:lnTo>
                    <a:pt x="458007" y="1194239"/>
                  </a:lnTo>
                  <a:lnTo>
                    <a:pt x="458007" y="1194207"/>
                  </a:lnTo>
                  <a:lnTo>
                    <a:pt x="458007" y="1194174"/>
                  </a:lnTo>
                  <a:lnTo>
                    <a:pt x="458008" y="1194142"/>
                  </a:lnTo>
                  <a:lnTo>
                    <a:pt x="458007" y="1194128"/>
                  </a:lnTo>
                  <a:lnTo>
                    <a:pt x="458004" y="1194084"/>
                  </a:lnTo>
                  <a:lnTo>
                    <a:pt x="458003" y="1194054"/>
                  </a:lnTo>
                  <a:lnTo>
                    <a:pt x="458001" y="1194031"/>
                  </a:lnTo>
                  <a:lnTo>
                    <a:pt x="458002" y="1194012"/>
                  </a:lnTo>
                  <a:lnTo>
                    <a:pt x="458002" y="1194001"/>
                  </a:lnTo>
                  <a:lnTo>
                    <a:pt x="458003" y="1193993"/>
                  </a:lnTo>
                  <a:lnTo>
                    <a:pt x="458005" y="1193979"/>
                  </a:lnTo>
                  <a:lnTo>
                    <a:pt x="458010" y="1193952"/>
                  </a:lnTo>
                  <a:lnTo>
                    <a:pt x="458013" y="1193932"/>
                  </a:lnTo>
                  <a:lnTo>
                    <a:pt x="458018" y="1193903"/>
                  </a:lnTo>
                  <a:lnTo>
                    <a:pt x="458021" y="1193875"/>
                  </a:lnTo>
                  <a:lnTo>
                    <a:pt x="458023" y="1193863"/>
                  </a:lnTo>
                  <a:lnTo>
                    <a:pt x="458024" y="1193851"/>
                  </a:lnTo>
                  <a:lnTo>
                    <a:pt x="458027" y="1193837"/>
                  </a:lnTo>
                  <a:lnTo>
                    <a:pt x="458029" y="1193825"/>
                  </a:lnTo>
                  <a:lnTo>
                    <a:pt x="458033" y="1193806"/>
                  </a:lnTo>
                  <a:lnTo>
                    <a:pt x="458034" y="1193792"/>
                  </a:lnTo>
                  <a:lnTo>
                    <a:pt x="458035" y="1193778"/>
                  </a:lnTo>
                  <a:lnTo>
                    <a:pt x="458033" y="1193759"/>
                  </a:lnTo>
                  <a:lnTo>
                    <a:pt x="458032" y="1193747"/>
                  </a:lnTo>
                  <a:lnTo>
                    <a:pt x="458031" y="1193737"/>
                  </a:lnTo>
                  <a:lnTo>
                    <a:pt x="458031" y="1193730"/>
                  </a:lnTo>
                  <a:lnTo>
                    <a:pt x="458033" y="1193720"/>
                  </a:lnTo>
                  <a:lnTo>
                    <a:pt x="458034" y="1193714"/>
                  </a:lnTo>
                  <a:lnTo>
                    <a:pt x="458037" y="1193707"/>
                  </a:lnTo>
                  <a:lnTo>
                    <a:pt x="458041" y="1193699"/>
                  </a:lnTo>
                  <a:lnTo>
                    <a:pt x="458044" y="1193688"/>
                  </a:lnTo>
                  <a:lnTo>
                    <a:pt x="458046" y="1193674"/>
                  </a:lnTo>
                  <a:lnTo>
                    <a:pt x="458045" y="1193669"/>
                  </a:lnTo>
                  <a:lnTo>
                    <a:pt x="458043" y="1193652"/>
                  </a:lnTo>
                  <a:lnTo>
                    <a:pt x="458038" y="1193635"/>
                  </a:lnTo>
                  <a:lnTo>
                    <a:pt x="458033" y="1193623"/>
                  </a:lnTo>
                  <a:lnTo>
                    <a:pt x="458030" y="1193614"/>
                  </a:lnTo>
                  <a:lnTo>
                    <a:pt x="458027" y="1193606"/>
                  </a:lnTo>
                  <a:lnTo>
                    <a:pt x="458028" y="1193600"/>
                  </a:lnTo>
                  <a:lnTo>
                    <a:pt x="458034" y="1193598"/>
                  </a:lnTo>
                  <a:lnTo>
                    <a:pt x="458050" y="1193595"/>
                  </a:lnTo>
                  <a:lnTo>
                    <a:pt x="458068" y="1193590"/>
                  </a:lnTo>
                  <a:lnTo>
                    <a:pt x="458079" y="1193587"/>
                  </a:lnTo>
                  <a:lnTo>
                    <a:pt x="458086" y="1193583"/>
                  </a:lnTo>
                  <a:lnTo>
                    <a:pt x="458100" y="1193573"/>
                  </a:lnTo>
                  <a:lnTo>
                    <a:pt x="458107" y="1193565"/>
                  </a:lnTo>
                  <a:lnTo>
                    <a:pt x="458117" y="1193553"/>
                  </a:lnTo>
                  <a:lnTo>
                    <a:pt x="458127" y="1193537"/>
                  </a:lnTo>
                  <a:lnTo>
                    <a:pt x="458137" y="1193515"/>
                  </a:lnTo>
                  <a:lnTo>
                    <a:pt x="458144" y="1193497"/>
                  </a:lnTo>
                  <a:lnTo>
                    <a:pt x="458148" y="1193481"/>
                  </a:lnTo>
                  <a:lnTo>
                    <a:pt x="458152" y="1193464"/>
                  </a:lnTo>
                  <a:lnTo>
                    <a:pt x="458161" y="1193438"/>
                  </a:lnTo>
                  <a:lnTo>
                    <a:pt x="458168" y="1193418"/>
                  </a:lnTo>
                  <a:lnTo>
                    <a:pt x="458174" y="1193398"/>
                  </a:lnTo>
                  <a:lnTo>
                    <a:pt x="458181" y="1193376"/>
                  </a:lnTo>
                  <a:lnTo>
                    <a:pt x="458185" y="1193361"/>
                  </a:lnTo>
                  <a:lnTo>
                    <a:pt x="458190" y="1193339"/>
                  </a:lnTo>
                  <a:lnTo>
                    <a:pt x="458195" y="1193321"/>
                  </a:lnTo>
                  <a:lnTo>
                    <a:pt x="458198" y="1193301"/>
                  </a:lnTo>
                  <a:lnTo>
                    <a:pt x="458201" y="1193287"/>
                  </a:lnTo>
                  <a:lnTo>
                    <a:pt x="458208" y="1193255"/>
                  </a:lnTo>
                  <a:lnTo>
                    <a:pt x="458212" y="1193239"/>
                  </a:lnTo>
                  <a:lnTo>
                    <a:pt x="458217" y="1193223"/>
                  </a:lnTo>
                  <a:lnTo>
                    <a:pt x="458220" y="1193212"/>
                  </a:lnTo>
                  <a:lnTo>
                    <a:pt x="458223" y="1193197"/>
                  </a:lnTo>
                  <a:lnTo>
                    <a:pt x="458225" y="1193182"/>
                  </a:lnTo>
                  <a:lnTo>
                    <a:pt x="458231" y="1193142"/>
                  </a:lnTo>
                  <a:lnTo>
                    <a:pt x="458234" y="1193113"/>
                  </a:lnTo>
                  <a:lnTo>
                    <a:pt x="458235" y="1193088"/>
                  </a:lnTo>
                  <a:lnTo>
                    <a:pt x="458237" y="1193076"/>
                  </a:lnTo>
                  <a:lnTo>
                    <a:pt x="458238" y="1193067"/>
                  </a:lnTo>
                  <a:lnTo>
                    <a:pt x="458241" y="1193058"/>
                  </a:lnTo>
                  <a:lnTo>
                    <a:pt x="458244" y="1193048"/>
                  </a:lnTo>
                  <a:lnTo>
                    <a:pt x="458250" y="1193042"/>
                  </a:lnTo>
                  <a:lnTo>
                    <a:pt x="458256" y="1193035"/>
                  </a:lnTo>
                  <a:lnTo>
                    <a:pt x="458260" y="1193029"/>
                  </a:lnTo>
                  <a:lnTo>
                    <a:pt x="458262" y="1193022"/>
                  </a:lnTo>
                  <a:lnTo>
                    <a:pt x="458264" y="1193007"/>
                  </a:lnTo>
                  <a:lnTo>
                    <a:pt x="458263" y="1192993"/>
                  </a:lnTo>
                  <a:lnTo>
                    <a:pt x="458261" y="1192981"/>
                  </a:lnTo>
                  <a:lnTo>
                    <a:pt x="458257" y="1192968"/>
                  </a:lnTo>
                  <a:lnTo>
                    <a:pt x="458256" y="1192956"/>
                  </a:lnTo>
                  <a:lnTo>
                    <a:pt x="458254" y="1192939"/>
                  </a:lnTo>
                  <a:lnTo>
                    <a:pt x="458251" y="1192912"/>
                  </a:lnTo>
                  <a:lnTo>
                    <a:pt x="458249" y="1192902"/>
                  </a:lnTo>
                  <a:lnTo>
                    <a:pt x="458247" y="1192894"/>
                  </a:lnTo>
                  <a:lnTo>
                    <a:pt x="458243" y="1192883"/>
                  </a:lnTo>
                  <a:lnTo>
                    <a:pt x="458241" y="1192874"/>
                  </a:lnTo>
                  <a:lnTo>
                    <a:pt x="458240" y="1192867"/>
                  </a:lnTo>
                  <a:lnTo>
                    <a:pt x="458240" y="1192858"/>
                  </a:lnTo>
                  <a:lnTo>
                    <a:pt x="458240" y="1192852"/>
                  </a:lnTo>
                  <a:lnTo>
                    <a:pt x="458241" y="1192845"/>
                  </a:lnTo>
                  <a:lnTo>
                    <a:pt x="458245" y="1192832"/>
                  </a:lnTo>
                  <a:lnTo>
                    <a:pt x="458248" y="1192825"/>
                  </a:lnTo>
                  <a:lnTo>
                    <a:pt x="458258" y="1192805"/>
                  </a:lnTo>
                  <a:lnTo>
                    <a:pt x="458266" y="1192785"/>
                  </a:lnTo>
                  <a:lnTo>
                    <a:pt x="458273" y="1192765"/>
                  </a:lnTo>
                  <a:lnTo>
                    <a:pt x="458277" y="1192749"/>
                  </a:lnTo>
                  <a:lnTo>
                    <a:pt x="458288" y="1192716"/>
                  </a:lnTo>
                  <a:lnTo>
                    <a:pt x="458294" y="1192697"/>
                  </a:lnTo>
                  <a:lnTo>
                    <a:pt x="458300" y="1192678"/>
                  </a:lnTo>
                  <a:lnTo>
                    <a:pt x="458304" y="1192670"/>
                  </a:lnTo>
                  <a:lnTo>
                    <a:pt x="458314" y="1192653"/>
                  </a:lnTo>
                  <a:lnTo>
                    <a:pt x="458319" y="1192642"/>
                  </a:lnTo>
                  <a:lnTo>
                    <a:pt x="458325" y="1192634"/>
                  </a:lnTo>
                  <a:lnTo>
                    <a:pt x="458330" y="1192627"/>
                  </a:lnTo>
                  <a:lnTo>
                    <a:pt x="458338" y="1192620"/>
                  </a:lnTo>
                  <a:lnTo>
                    <a:pt x="458358" y="1192598"/>
                  </a:lnTo>
                  <a:lnTo>
                    <a:pt x="458386" y="1192570"/>
                  </a:lnTo>
                  <a:lnTo>
                    <a:pt x="458396" y="1192559"/>
                  </a:lnTo>
                  <a:lnTo>
                    <a:pt x="458406" y="1192546"/>
                  </a:lnTo>
                  <a:lnTo>
                    <a:pt x="458414" y="1192536"/>
                  </a:lnTo>
                  <a:lnTo>
                    <a:pt x="458423" y="1192525"/>
                  </a:lnTo>
                  <a:lnTo>
                    <a:pt x="458427" y="1192516"/>
                  </a:lnTo>
                  <a:lnTo>
                    <a:pt x="458426" y="1192511"/>
                  </a:lnTo>
                  <a:lnTo>
                    <a:pt x="458422" y="1192502"/>
                  </a:lnTo>
                  <a:lnTo>
                    <a:pt x="458418" y="1192495"/>
                  </a:lnTo>
                  <a:lnTo>
                    <a:pt x="458414" y="1192487"/>
                  </a:lnTo>
                  <a:lnTo>
                    <a:pt x="458411" y="1192478"/>
                  </a:lnTo>
                  <a:lnTo>
                    <a:pt x="458408" y="1192468"/>
                  </a:lnTo>
                  <a:lnTo>
                    <a:pt x="458405" y="1192452"/>
                  </a:lnTo>
                  <a:lnTo>
                    <a:pt x="458405" y="1192442"/>
                  </a:lnTo>
                  <a:lnTo>
                    <a:pt x="458405" y="1192430"/>
                  </a:lnTo>
                  <a:lnTo>
                    <a:pt x="458406" y="1192421"/>
                  </a:lnTo>
                  <a:lnTo>
                    <a:pt x="458409" y="1192411"/>
                  </a:lnTo>
                  <a:lnTo>
                    <a:pt x="458415" y="1192394"/>
                  </a:lnTo>
                  <a:lnTo>
                    <a:pt x="458422" y="1192369"/>
                  </a:lnTo>
                  <a:lnTo>
                    <a:pt x="458423" y="1192363"/>
                  </a:lnTo>
                  <a:lnTo>
                    <a:pt x="458426" y="1192352"/>
                  </a:lnTo>
                  <a:lnTo>
                    <a:pt x="458427" y="1192341"/>
                  </a:lnTo>
                  <a:lnTo>
                    <a:pt x="458428" y="1192331"/>
                  </a:lnTo>
                  <a:lnTo>
                    <a:pt x="458431" y="1192321"/>
                  </a:lnTo>
                  <a:lnTo>
                    <a:pt x="458433" y="1192314"/>
                  </a:lnTo>
                  <a:lnTo>
                    <a:pt x="458436" y="1192309"/>
                  </a:lnTo>
                  <a:lnTo>
                    <a:pt x="458441" y="1192307"/>
                  </a:lnTo>
                  <a:lnTo>
                    <a:pt x="458449" y="1192306"/>
                  </a:lnTo>
                  <a:lnTo>
                    <a:pt x="458472" y="1192308"/>
                  </a:lnTo>
                  <a:lnTo>
                    <a:pt x="458513" y="1192311"/>
                  </a:lnTo>
                  <a:lnTo>
                    <a:pt x="458527" y="1192311"/>
                  </a:lnTo>
                  <a:lnTo>
                    <a:pt x="458549" y="1192310"/>
                  </a:lnTo>
                  <a:lnTo>
                    <a:pt x="458561" y="1192310"/>
                  </a:lnTo>
                  <a:lnTo>
                    <a:pt x="458569" y="1192308"/>
                  </a:lnTo>
                  <a:lnTo>
                    <a:pt x="458578" y="1192305"/>
                  </a:lnTo>
                  <a:lnTo>
                    <a:pt x="458587" y="1192299"/>
                  </a:lnTo>
                  <a:lnTo>
                    <a:pt x="458593" y="1192293"/>
                  </a:lnTo>
                  <a:lnTo>
                    <a:pt x="458599" y="1192282"/>
                  </a:lnTo>
                  <a:lnTo>
                    <a:pt x="458606" y="1192266"/>
                  </a:lnTo>
                  <a:lnTo>
                    <a:pt x="458609" y="1192255"/>
                  </a:lnTo>
                  <a:lnTo>
                    <a:pt x="458605" y="1192246"/>
                  </a:lnTo>
                  <a:lnTo>
                    <a:pt x="458602" y="1192235"/>
                  </a:lnTo>
                  <a:lnTo>
                    <a:pt x="458598" y="1192217"/>
                  </a:lnTo>
                  <a:lnTo>
                    <a:pt x="458593" y="1192200"/>
                  </a:lnTo>
                  <a:lnTo>
                    <a:pt x="458591" y="1192185"/>
                  </a:lnTo>
                  <a:lnTo>
                    <a:pt x="458590" y="1192174"/>
                  </a:lnTo>
                  <a:lnTo>
                    <a:pt x="458590" y="1192161"/>
                  </a:lnTo>
                  <a:lnTo>
                    <a:pt x="458592" y="1192149"/>
                  </a:lnTo>
                  <a:lnTo>
                    <a:pt x="458594" y="1192139"/>
                  </a:lnTo>
                  <a:lnTo>
                    <a:pt x="458599" y="1192131"/>
                  </a:lnTo>
                  <a:lnTo>
                    <a:pt x="458604" y="1192123"/>
                  </a:lnTo>
                  <a:lnTo>
                    <a:pt x="458616" y="1192112"/>
                  </a:lnTo>
                  <a:lnTo>
                    <a:pt x="458629" y="1192101"/>
                  </a:lnTo>
                  <a:lnTo>
                    <a:pt x="458638" y="1192092"/>
                  </a:lnTo>
                  <a:lnTo>
                    <a:pt x="458646" y="1192082"/>
                  </a:lnTo>
                  <a:lnTo>
                    <a:pt x="458650" y="1192072"/>
                  </a:lnTo>
                  <a:lnTo>
                    <a:pt x="458654" y="1192056"/>
                  </a:lnTo>
                  <a:lnTo>
                    <a:pt x="458659" y="1192009"/>
                  </a:lnTo>
                  <a:lnTo>
                    <a:pt x="458661" y="1191998"/>
                  </a:lnTo>
                  <a:lnTo>
                    <a:pt x="458663" y="1191992"/>
                  </a:lnTo>
                  <a:lnTo>
                    <a:pt x="458666" y="1191986"/>
                  </a:lnTo>
                  <a:lnTo>
                    <a:pt x="458669" y="1191981"/>
                  </a:lnTo>
                  <a:lnTo>
                    <a:pt x="458678" y="1191974"/>
                  </a:lnTo>
                  <a:lnTo>
                    <a:pt x="458687" y="1191966"/>
                  </a:lnTo>
                  <a:lnTo>
                    <a:pt x="458694" y="1191959"/>
                  </a:lnTo>
                  <a:lnTo>
                    <a:pt x="458700" y="1191951"/>
                  </a:lnTo>
                  <a:lnTo>
                    <a:pt x="458703" y="1191942"/>
                  </a:lnTo>
                  <a:lnTo>
                    <a:pt x="458707" y="1191929"/>
                  </a:lnTo>
                  <a:lnTo>
                    <a:pt x="458707" y="1191918"/>
                  </a:lnTo>
                  <a:lnTo>
                    <a:pt x="458706" y="1191909"/>
                  </a:lnTo>
                  <a:lnTo>
                    <a:pt x="458702" y="1191899"/>
                  </a:lnTo>
                  <a:lnTo>
                    <a:pt x="458690" y="1191873"/>
                  </a:lnTo>
                  <a:lnTo>
                    <a:pt x="458680" y="1191851"/>
                  </a:lnTo>
                  <a:lnTo>
                    <a:pt x="458673" y="1191840"/>
                  </a:lnTo>
                  <a:lnTo>
                    <a:pt x="458665" y="1191828"/>
                  </a:lnTo>
                  <a:lnTo>
                    <a:pt x="458654" y="1191811"/>
                  </a:lnTo>
                  <a:lnTo>
                    <a:pt x="458641" y="1191789"/>
                  </a:lnTo>
                  <a:lnTo>
                    <a:pt x="458632" y="1191775"/>
                  </a:lnTo>
                  <a:lnTo>
                    <a:pt x="458614" y="1191744"/>
                  </a:lnTo>
                  <a:lnTo>
                    <a:pt x="458595" y="1191712"/>
                  </a:lnTo>
                  <a:lnTo>
                    <a:pt x="458587" y="1191698"/>
                  </a:lnTo>
                  <a:lnTo>
                    <a:pt x="458583" y="1191691"/>
                  </a:lnTo>
                  <a:lnTo>
                    <a:pt x="458578" y="1191681"/>
                  </a:lnTo>
                  <a:lnTo>
                    <a:pt x="458574" y="1191670"/>
                  </a:lnTo>
                  <a:lnTo>
                    <a:pt x="458570" y="1191661"/>
                  </a:lnTo>
                  <a:lnTo>
                    <a:pt x="458567" y="1191652"/>
                  </a:lnTo>
                  <a:lnTo>
                    <a:pt x="458565" y="1191638"/>
                  </a:lnTo>
                  <a:lnTo>
                    <a:pt x="458565" y="1191629"/>
                  </a:lnTo>
                  <a:lnTo>
                    <a:pt x="458566" y="1191618"/>
                  </a:lnTo>
                  <a:lnTo>
                    <a:pt x="458570" y="1191608"/>
                  </a:lnTo>
                  <a:lnTo>
                    <a:pt x="458576" y="1191595"/>
                  </a:lnTo>
                  <a:lnTo>
                    <a:pt x="458582" y="1191584"/>
                  </a:lnTo>
                  <a:lnTo>
                    <a:pt x="458585" y="1191574"/>
                  </a:lnTo>
                  <a:lnTo>
                    <a:pt x="458589" y="1191563"/>
                  </a:lnTo>
                  <a:lnTo>
                    <a:pt x="458590" y="1191554"/>
                  </a:lnTo>
                  <a:lnTo>
                    <a:pt x="458591" y="1191545"/>
                  </a:lnTo>
                  <a:lnTo>
                    <a:pt x="458591" y="1191532"/>
                  </a:lnTo>
                  <a:lnTo>
                    <a:pt x="458590" y="1191518"/>
                  </a:lnTo>
                  <a:lnTo>
                    <a:pt x="458588" y="1191509"/>
                  </a:lnTo>
                  <a:lnTo>
                    <a:pt x="458582" y="1191491"/>
                  </a:lnTo>
                  <a:lnTo>
                    <a:pt x="458574" y="1191467"/>
                  </a:lnTo>
                  <a:lnTo>
                    <a:pt x="458569" y="1191453"/>
                  </a:lnTo>
                  <a:lnTo>
                    <a:pt x="458566" y="1191444"/>
                  </a:lnTo>
                  <a:lnTo>
                    <a:pt x="458562" y="1191433"/>
                  </a:lnTo>
                  <a:lnTo>
                    <a:pt x="458559" y="1191424"/>
                  </a:lnTo>
                  <a:lnTo>
                    <a:pt x="458557" y="1191414"/>
                  </a:lnTo>
                  <a:lnTo>
                    <a:pt x="458555" y="1191405"/>
                  </a:lnTo>
                  <a:lnTo>
                    <a:pt x="458555" y="1191392"/>
                  </a:lnTo>
                  <a:lnTo>
                    <a:pt x="458555" y="1191376"/>
                  </a:lnTo>
                  <a:lnTo>
                    <a:pt x="458556" y="1191366"/>
                  </a:lnTo>
                  <a:lnTo>
                    <a:pt x="458561" y="1191352"/>
                  </a:lnTo>
                  <a:lnTo>
                    <a:pt x="458570" y="1191334"/>
                  </a:lnTo>
                  <a:lnTo>
                    <a:pt x="458587" y="1191306"/>
                  </a:lnTo>
                  <a:lnTo>
                    <a:pt x="458610" y="1191274"/>
                  </a:lnTo>
                  <a:lnTo>
                    <a:pt x="458630" y="1191246"/>
                  </a:lnTo>
                  <a:lnTo>
                    <a:pt x="458635" y="1191237"/>
                  </a:lnTo>
                  <a:lnTo>
                    <a:pt x="458644" y="1191221"/>
                  </a:lnTo>
                  <a:lnTo>
                    <a:pt x="458651" y="1191208"/>
                  </a:lnTo>
                  <a:lnTo>
                    <a:pt x="458658" y="1191196"/>
                  </a:lnTo>
                  <a:lnTo>
                    <a:pt x="458662" y="1191185"/>
                  </a:lnTo>
                  <a:lnTo>
                    <a:pt x="458666" y="1191172"/>
                  </a:lnTo>
                  <a:lnTo>
                    <a:pt x="458668" y="1191161"/>
                  </a:lnTo>
                  <a:lnTo>
                    <a:pt x="458672" y="1191144"/>
                  </a:lnTo>
                  <a:lnTo>
                    <a:pt x="458674" y="1191130"/>
                  </a:lnTo>
                  <a:lnTo>
                    <a:pt x="458675" y="1191119"/>
                  </a:lnTo>
                  <a:lnTo>
                    <a:pt x="458673" y="1191109"/>
                  </a:lnTo>
                  <a:lnTo>
                    <a:pt x="458670" y="1191095"/>
                  </a:lnTo>
                  <a:lnTo>
                    <a:pt x="458666" y="1191083"/>
                  </a:lnTo>
                  <a:lnTo>
                    <a:pt x="458651" y="1191049"/>
                  </a:lnTo>
                  <a:lnTo>
                    <a:pt x="458627" y="1191007"/>
                  </a:lnTo>
                  <a:lnTo>
                    <a:pt x="458618" y="1190989"/>
                  </a:lnTo>
                  <a:lnTo>
                    <a:pt x="458612" y="1190975"/>
                  </a:lnTo>
                  <a:lnTo>
                    <a:pt x="458610" y="1190966"/>
                  </a:lnTo>
                  <a:lnTo>
                    <a:pt x="458607" y="1190956"/>
                  </a:lnTo>
                  <a:lnTo>
                    <a:pt x="458606" y="1190948"/>
                  </a:lnTo>
                  <a:lnTo>
                    <a:pt x="458606" y="1190930"/>
                  </a:lnTo>
                  <a:lnTo>
                    <a:pt x="458606" y="1190914"/>
                  </a:lnTo>
                  <a:lnTo>
                    <a:pt x="458609" y="1190899"/>
                  </a:lnTo>
                  <a:lnTo>
                    <a:pt x="458611" y="1190888"/>
                  </a:lnTo>
                  <a:lnTo>
                    <a:pt x="458613" y="1190878"/>
                  </a:lnTo>
                  <a:lnTo>
                    <a:pt x="458619" y="1190862"/>
                  </a:lnTo>
                  <a:lnTo>
                    <a:pt x="458638" y="1190824"/>
                  </a:lnTo>
                  <a:lnTo>
                    <a:pt x="458653" y="1190792"/>
                  </a:lnTo>
                  <a:lnTo>
                    <a:pt x="458658" y="1190782"/>
                  </a:lnTo>
                  <a:lnTo>
                    <a:pt x="458661" y="1190775"/>
                  </a:lnTo>
                  <a:lnTo>
                    <a:pt x="458675" y="1190744"/>
                  </a:lnTo>
                  <a:lnTo>
                    <a:pt x="458682" y="1190723"/>
                  </a:lnTo>
                  <a:lnTo>
                    <a:pt x="458689" y="1190702"/>
                  </a:lnTo>
                  <a:lnTo>
                    <a:pt x="458690" y="1190696"/>
                  </a:lnTo>
                  <a:lnTo>
                    <a:pt x="458704" y="1190646"/>
                  </a:lnTo>
                  <a:lnTo>
                    <a:pt x="458710" y="1190619"/>
                  </a:lnTo>
                  <a:lnTo>
                    <a:pt x="458714" y="1190599"/>
                  </a:lnTo>
                  <a:lnTo>
                    <a:pt x="458716" y="1190582"/>
                  </a:lnTo>
                  <a:lnTo>
                    <a:pt x="458719" y="1190563"/>
                  </a:lnTo>
                  <a:lnTo>
                    <a:pt x="458723" y="1190544"/>
                  </a:lnTo>
                  <a:lnTo>
                    <a:pt x="458729" y="1190515"/>
                  </a:lnTo>
                  <a:lnTo>
                    <a:pt x="458734" y="1190500"/>
                  </a:lnTo>
                  <a:lnTo>
                    <a:pt x="458737" y="1190486"/>
                  </a:lnTo>
                  <a:lnTo>
                    <a:pt x="458743" y="1190466"/>
                  </a:lnTo>
                  <a:lnTo>
                    <a:pt x="458755" y="1190423"/>
                  </a:lnTo>
                  <a:lnTo>
                    <a:pt x="458763" y="1190401"/>
                  </a:lnTo>
                  <a:lnTo>
                    <a:pt x="458768" y="1190387"/>
                  </a:lnTo>
                  <a:lnTo>
                    <a:pt x="458775" y="1190367"/>
                  </a:lnTo>
                  <a:lnTo>
                    <a:pt x="458778" y="1190360"/>
                  </a:lnTo>
                  <a:lnTo>
                    <a:pt x="458785" y="1190348"/>
                  </a:lnTo>
                  <a:lnTo>
                    <a:pt x="458793" y="1190334"/>
                  </a:lnTo>
                  <a:lnTo>
                    <a:pt x="458802" y="1190322"/>
                  </a:lnTo>
                  <a:lnTo>
                    <a:pt x="458808" y="1190313"/>
                  </a:lnTo>
                  <a:lnTo>
                    <a:pt x="458819" y="1190303"/>
                  </a:lnTo>
                  <a:lnTo>
                    <a:pt x="458832" y="1190290"/>
                  </a:lnTo>
                  <a:lnTo>
                    <a:pt x="458870" y="1190255"/>
                  </a:lnTo>
                  <a:lnTo>
                    <a:pt x="458892" y="1190235"/>
                  </a:lnTo>
                  <a:lnTo>
                    <a:pt x="458941" y="1190184"/>
                  </a:lnTo>
                  <a:lnTo>
                    <a:pt x="458962" y="1190158"/>
                  </a:lnTo>
                  <a:lnTo>
                    <a:pt x="459007" y="1190104"/>
                  </a:lnTo>
                  <a:lnTo>
                    <a:pt x="459025" y="1190081"/>
                  </a:lnTo>
                  <a:lnTo>
                    <a:pt x="459032" y="1190069"/>
                  </a:lnTo>
                  <a:lnTo>
                    <a:pt x="459038" y="1190059"/>
                  </a:lnTo>
                  <a:lnTo>
                    <a:pt x="459041" y="1190048"/>
                  </a:lnTo>
                  <a:lnTo>
                    <a:pt x="459045" y="1190039"/>
                  </a:lnTo>
                  <a:lnTo>
                    <a:pt x="459050" y="1190029"/>
                  </a:lnTo>
                  <a:lnTo>
                    <a:pt x="459053" y="1190024"/>
                  </a:lnTo>
                  <a:lnTo>
                    <a:pt x="459064" y="1190013"/>
                  </a:lnTo>
                  <a:lnTo>
                    <a:pt x="459077" y="1189995"/>
                  </a:lnTo>
                  <a:lnTo>
                    <a:pt x="459086" y="1189976"/>
                  </a:lnTo>
                  <a:lnTo>
                    <a:pt x="459088" y="1189971"/>
                  </a:lnTo>
                  <a:lnTo>
                    <a:pt x="459092" y="1189964"/>
                  </a:lnTo>
                  <a:lnTo>
                    <a:pt x="459095" y="1189958"/>
                  </a:lnTo>
                  <a:lnTo>
                    <a:pt x="459103" y="1189947"/>
                  </a:lnTo>
                  <a:lnTo>
                    <a:pt x="459110" y="1189932"/>
                  </a:lnTo>
                  <a:lnTo>
                    <a:pt x="459118" y="1189915"/>
                  </a:lnTo>
                  <a:lnTo>
                    <a:pt x="459131" y="1189880"/>
                  </a:lnTo>
                  <a:lnTo>
                    <a:pt x="459139" y="1189856"/>
                  </a:lnTo>
                  <a:lnTo>
                    <a:pt x="459142" y="1189836"/>
                  </a:lnTo>
                  <a:lnTo>
                    <a:pt x="459143" y="1189829"/>
                  </a:lnTo>
                  <a:lnTo>
                    <a:pt x="459145" y="1189802"/>
                  </a:lnTo>
                  <a:lnTo>
                    <a:pt x="459145" y="1189786"/>
                  </a:lnTo>
                  <a:lnTo>
                    <a:pt x="459143" y="1189763"/>
                  </a:lnTo>
                  <a:lnTo>
                    <a:pt x="459139" y="1189721"/>
                  </a:lnTo>
                  <a:lnTo>
                    <a:pt x="459137" y="1189710"/>
                  </a:lnTo>
                  <a:lnTo>
                    <a:pt x="459132" y="1189691"/>
                  </a:lnTo>
                  <a:lnTo>
                    <a:pt x="459130" y="1189684"/>
                  </a:lnTo>
                  <a:lnTo>
                    <a:pt x="459123" y="1189661"/>
                  </a:lnTo>
                  <a:lnTo>
                    <a:pt x="459116" y="1189643"/>
                  </a:lnTo>
                  <a:lnTo>
                    <a:pt x="459114" y="1189638"/>
                  </a:lnTo>
                  <a:lnTo>
                    <a:pt x="459112" y="1189632"/>
                  </a:lnTo>
                  <a:lnTo>
                    <a:pt x="459101" y="1189609"/>
                  </a:lnTo>
                  <a:lnTo>
                    <a:pt x="459092" y="1189592"/>
                  </a:lnTo>
                  <a:lnTo>
                    <a:pt x="459082" y="1189576"/>
                  </a:lnTo>
                  <a:lnTo>
                    <a:pt x="459073" y="1189563"/>
                  </a:lnTo>
                  <a:lnTo>
                    <a:pt x="459062" y="1189551"/>
                  </a:lnTo>
                  <a:lnTo>
                    <a:pt x="459037" y="1189524"/>
                  </a:lnTo>
                  <a:lnTo>
                    <a:pt x="458989" y="1189468"/>
                  </a:lnTo>
                  <a:lnTo>
                    <a:pt x="458983" y="1189462"/>
                  </a:lnTo>
                  <a:lnTo>
                    <a:pt x="458959" y="1189435"/>
                  </a:lnTo>
                  <a:lnTo>
                    <a:pt x="458941" y="1189417"/>
                  </a:lnTo>
                  <a:lnTo>
                    <a:pt x="458928" y="1189400"/>
                  </a:lnTo>
                  <a:lnTo>
                    <a:pt x="458918" y="1189382"/>
                  </a:lnTo>
                  <a:lnTo>
                    <a:pt x="458914" y="1189373"/>
                  </a:lnTo>
                  <a:lnTo>
                    <a:pt x="458912" y="1189363"/>
                  </a:lnTo>
                  <a:lnTo>
                    <a:pt x="458911" y="1189349"/>
                  </a:lnTo>
                  <a:lnTo>
                    <a:pt x="458912" y="1189340"/>
                  </a:lnTo>
                  <a:lnTo>
                    <a:pt x="458913" y="1189331"/>
                  </a:lnTo>
                  <a:lnTo>
                    <a:pt x="458915" y="1189324"/>
                  </a:lnTo>
                  <a:lnTo>
                    <a:pt x="458917" y="1189319"/>
                  </a:lnTo>
                  <a:lnTo>
                    <a:pt x="458920" y="1189312"/>
                  </a:lnTo>
                  <a:lnTo>
                    <a:pt x="458924" y="1189298"/>
                  </a:lnTo>
                  <a:lnTo>
                    <a:pt x="458928" y="1189284"/>
                  </a:lnTo>
                  <a:lnTo>
                    <a:pt x="458940" y="1189254"/>
                  </a:lnTo>
                  <a:lnTo>
                    <a:pt x="458958" y="1189204"/>
                  </a:lnTo>
                  <a:lnTo>
                    <a:pt x="458968" y="1189175"/>
                  </a:lnTo>
                  <a:lnTo>
                    <a:pt x="458975" y="1189155"/>
                  </a:lnTo>
                  <a:lnTo>
                    <a:pt x="458986" y="1189128"/>
                  </a:lnTo>
                  <a:lnTo>
                    <a:pt x="458989" y="1189122"/>
                  </a:lnTo>
                  <a:lnTo>
                    <a:pt x="459004" y="1189090"/>
                  </a:lnTo>
                  <a:lnTo>
                    <a:pt x="459025" y="1189043"/>
                  </a:lnTo>
                  <a:lnTo>
                    <a:pt x="459033" y="1189025"/>
                  </a:lnTo>
                  <a:lnTo>
                    <a:pt x="459034" y="1189015"/>
                  </a:lnTo>
                  <a:lnTo>
                    <a:pt x="459030" y="1189009"/>
                  </a:lnTo>
                  <a:lnTo>
                    <a:pt x="459024" y="1189007"/>
                  </a:lnTo>
                  <a:lnTo>
                    <a:pt x="459010" y="1189000"/>
                  </a:lnTo>
                  <a:lnTo>
                    <a:pt x="458984" y="1188987"/>
                  </a:lnTo>
                  <a:lnTo>
                    <a:pt x="458964" y="1188975"/>
                  </a:lnTo>
                  <a:lnTo>
                    <a:pt x="458938" y="1188959"/>
                  </a:lnTo>
                  <a:lnTo>
                    <a:pt x="458928" y="1188950"/>
                  </a:lnTo>
                  <a:lnTo>
                    <a:pt x="458914" y="1188936"/>
                  </a:lnTo>
                  <a:lnTo>
                    <a:pt x="458902" y="1188922"/>
                  </a:lnTo>
                  <a:lnTo>
                    <a:pt x="458895" y="1188912"/>
                  </a:lnTo>
                  <a:lnTo>
                    <a:pt x="458892" y="1188904"/>
                  </a:lnTo>
                  <a:lnTo>
                    <a:pt x="458888" y="1188892"/>
                  </a:lnTo>
                  <a:lnTo>
                    <a:pt x="458881" y="1188874"/>
                  </a:lnTo>
                  <a:lnTo>
                    <a:pt x="458878" y="1188866"/>
                  </a:lnTo>
                  <a:lnTo>
                    <a:pt x="458867" y="1188838"/>
                  </a:lnTo>
                  <a:lnTo>
                    <a:pt x="458854" y="1188810"/>
                  </a:lnTo>
                  <a:lnTo>
                    <a:pt x="458842" y="1188785"/>
                  </a:lnTo>
                  <a:lnTo>
                    <a:pt x="458831" y="1188766"/>
                  </a:lnTo>
                  <a:lnTo>
                    <a:pt x="458812" y="1188738"/>
                  </a:lnTo>
                  <a:lnTo>
                    <a:pt x="458798" y="1188715"/>
                  </a:lnTo>
                  <a:lnTo>
                    <a:pt x="458771" y="1188680"/>
                  </a:lnTo>
                  <a:lnTo>
                    <a:pt x="458767" y="1188675"/>
                  </a:lnTo>
                  <a:lnTo>
                    <a:pt x="458754" y="1188661"/>
                  </a:lnTo>
                  <a:lnTo>
                    <a:pt x="458739" y="1188649"/>
                  </a:lnTo>
                  <a:lnTo>
                    <a:pt x="458720" y="1188637"/>
                  </a:lnTo>
                  <a:lnTo>
                    <a:pt x="458699" y="1188626"/>
                  </a:lnTo>
                  <a:lnTo>
                    <a:pt x="458686" y="1188620"/>
                  </a:lnTo>
                  <a:lnTo>
                    <a:pt x="458676" y="1188615"/>
                  </a:lnTo>
                  <a:lnTo>
                    <a:pt x="458660" y="1188609"/>
                  </a:lnTo>
                  <a:lnTo>
                    <a:pt x="458645" y="1188605"/>
                  </a:lnTo>
                  <a:lnTo>
                    <a:pt x="458631" y="1188603"/>
                  </a:lnTo>
                  <a:lnTo>
                    <a:pt x="458622" y="1188603"/>
                  </a:lnTo>
                  <a:lnTo>
                    <a:pt x="458608" y="1188604"/>
                  </a:lnTo>
                  <a:lnTo>
                    <a:pt x="458598" y="1188606"/>
                  </a:lnTo>
                  <a:lnTo>
                    <a:pt x="458587" y="1188611"/>
                  </a:lnTo>
                  <a:lnTo>
                    <a:pt x="458568" y="1188619"/>
                  </a:lnTo>
                  <a:lnTo>
                    <a:pt x="458552" y="1188626"/>
                  </a:lnTo>
                  <a:lnTo>
                    <a:pt x="458536" y="1188631"/>
                  </a:lnTo>
                  <a:lnTo>
                    <a:pt x="458522" y="1188634"/>
                  </a:lnTo>
                  <a:lnTo>
                    <a:pt x="458501" y="1188636"/>
                  </a:lnTo>
                  <a:lnTo>
                    <a:pt x="458490" y="1188636"/>
                  </a:lnTo>
                  <a:lnTo>
                    <a:pt x="458483" y="1188636"/>
                  </a:lnTo>
                  <a:lnTo>
                    <a:pt x="458471" y="1188634"/>
                  </a:lnTo>
                  <a:lnTo>
                    <a:pt x="458464" y="1188631"/>
                  </a:lnTo>
                  <a:lnTo>
                    <a:pt x="458453" y="1188623"/>
                  </a:lnTo>
                  <a:lnTo>
                    <a:pt x="458439" y="1188613"/>
                  </a:lnTo>
                  <a:lnTo>
                    <a:pt x="458421" y="1188599"/>
                  </a:lnTo>
                  <a:lnTo>
                    <a:pt x="458412" y="1188591"/>
                  </a:lnTo>
                  <a:lnTo>
                    <a:pt x="458388" y="1188572"/>
                  </a:lnTo>
                  <a:lnTo>
                    <a:pt x="458366" y="1188552"/>
                  </a:lnTo>
                  <a:lnTo>
                    <a:pt x="458346" y="1188537"/>
                  </a:lnTo>
                  <a:lnTo>
                    <a:pt x="458336" y="1188531"/>
                  </a:lnTo>
                  <a:lnTo>
                    <a:pt x="458319" y="1188521"/>
                  </a:lnTo>
                  <a:lnTo>
                    <a:pt x="458310" y="1188514"/>
                  </a:lnTo>
                  <a:lnTo>
                    <a:pt x="458306" y="1188512"/>
                  </a:lnTo>
                  <a:lnTo>
                    <a:pt x="458302" y="1188508"/>
                  </a:lnTo>
                  <a:lnTo>
                    <a:pt x="458298" y="1188504"/>
                  </a:lnTo>
                  <a:lnTo>
                    <a:pt x="458289" y="1188495"/>
                  </a:lnTo>
                  <a:lnTo>
                    <a:pt x="458284" y="1188489"/>
                  </a:lnTo>
                  <a:lnTo>
                    <a:pt x="458275" y="1188478"/>
                  </a:lnTo>
                  <a:lnTo>
                    <a:pt x="458242" y="1188440"/>
                  </a:lnTo>
                  <a:lnTo>
                    <a:pt x="458225" y="1188422"/>
                  </a:lnTo>
                  <a:lnTo>
                    <a:pt x="458175" y="1188372"/>
                  </a:lnTo>
                  <a:lnTo>
                    <a:pt x="458164" y="1188360"/>
                  </a:lnTo>
                  <a:lnTo>
                    <a:pt x="458138" y="1188337"/>
                  </a:lnTo>
                  <a:lnTo>
                    <a:pt x="458119" y="1188322"/>
                  </a:lnTo>
                  <a:lnTo>
                    <a:pt x="458106" y="1188313"/>
                  </a:lnTo>
                  <a:lnTo>
                    <a:pt x="458102" y="1188311"/>
                  </a:lnTo>
                  <a:lnTo>
                    <a:pt x="458067" y="1188290"/>
                  </a:lnTo>
                  <a:lnTo>
                    <a:pt x="458058" y="1188284"/>
                  </a:lnTo>
                  <a:lnTo>
                    <a:pt x="458048" y="1188277"/>
                  </a:lnTo>
                  <a:lnTo>
                    <a:pt x="458018" y="1188259"/>
                  </a:lnTo>
                  <a:lnTo>
                    <a:pt x="458003" y="1188250"/>
                  </a:lnTo>
                  <a:lnTo>
                    <a:pt x="457992" y="1188244"/>
                  </a:lnTo>
                  <a:lnTo>
                    <a:pt x="457952" y="1188224"/>
                  </a:lnTo>
                  <a:lnTo>
                    <a:pt x="457924" y="1188211"/>
                  </a:lnTo>
                  <a:lnTo>
                    <a:pt x="457902" y="1188204"/>
                  </a:lnTo>
                  <a:lnTo>
                    <a:pt x="457874" y="1188195"/>
                  </a:lnTo>
                  <a:lnTo>
                    <a:pt x="457852" y="1188189"/>
                  </a:lnTo>
                  <a:lnTo>
                    <a:pt x="457842" y="1188187"/>
                  </a:lnTo>
                  <a:lnTo>
                    <a:pt x="457825" y="1188185"/>
                  </a:lnTo>
                  <a:lnTo>
                    <a:pt x="457784" y="1188180"/>
                  </a:lnTo>
                  <a:lnTo>
                    <a:pt x="457725" y="1188174"/>
                  </a:lnTo>
                  <a:lnTo>
                    <a:pt x="457714" y="1188174"/>
                  </a:lnTo>
                  <a:lnTo>
                    <a:pt x="457676" y="1188171"/>
                  </a:lnTo>
                  <a:lnTo>
                    <a:pt x="457638" y="1188170"/>
                  </a:lnTo>
                  <a:lnTo>
                    <a:pt x="457620" y="1188170"/>
                  </a:lnTo>
                  <a:lnTo>
                    <a:pt x="457610" y="1188170"/>
                  </a:lnTo>
                  <a:lnTo>
                    <a:pt x="457604" y="1188171"/>
                  </a:lnTo>
                  <a:lnTo>
                    <a:pt x="457580" y="1188173"/>
                  </a:lnTo>
                  <a:lnTo>
                    <a:pt x="457558" y="1188174"/>
                  </a:lnTo>
                  <a:lnTo>
                    <a:pt x="457541" y="1188176"/>
                  </a:lnTo>
                  <a:lnTo>
                    <a:pt x="457522" y="1188179"/>
                  </a:lnTo>
                  <a:lnTo>
                    <a:pt x="457496" y="1188182"/>
                  </a:lnTo>
                  <a:lnTo>
                    <a:pt x="457486" y="1188184"/>
                  </a:lnTo>
                  <a:lnTo>
                    <a:pt x="457463" y="1188186"/>
                  </a:lnTo>
                  <a:lnTo>
                    <a:pt x="457432" y="1188187"/>
                  </a:lnTo>
                  <a:lnTo>
                    <a:pt x="457382" y="1188184"/>
                  </a:lnTo>
                  <a:lnTo>
                    <a:pt x="457359" y="1188182"/>
                  </a:lnTo>
                  <a:lnTo>
                    <a:pt x="457346" y="1188181"/>
                  </a:lnTo>
                  <a:lnTo>
                    <a:pt x="457320" y="1188179"/>
                  </a:lnTo>
                  <a:lnTo>
                    <a:pt x="457308" y="1188179"/>
                  </a:lnTo>
                  <a:lnTo>
                    <a:pt x="457298" y="1188180"/>
                  </a:lnTo>
                  <a:lnTo>
                    <a:pt x="457293" y="1188183"/>
                  </a:lnTo>
                  <a:lnTo>
                    <a:pt x="457288" y="1188192"/>
                  </a:lnTo>
                  <a:lnTo>
                    <a:pt x="457284" y="1188198"/>
                  </a:lnTo>
                  <a:lnTo>
                    <a:pt x="457271" y="1188215"/>
                  </a:lnTo>
                  <a:lnTo>
                    <a:pt x="457260" y="1188228"/>
                  </a:lnTo>
                  <a:lnTo>
                    <a:pt x="457255" y="1188233"/>
                  </a:lnTo>
                  <a:lnTo>
                    <a:pt x="457250" y="1188238"/>
                  </a:lnTo>
                  <a:lnTo>
                    <a:pt x="457245" y="1188244"/>
                  </a:lnTo>
                  <a:lnTo>
                    <a:pt x="457239" y="1188247"/>
                  </a:lnTo>
                  <a:lnTo>
                    <a:pt x="457224" y="1188256"/>
                  </a:lnTo>
                  <a:lnTo>
                    <a:pt x="457205" y="1188266"/>
                  </a:lnTo>
                  <a:lnTo>
                    <a:pt x="457182" y="1188276"/>
                  </a:lnTo>
                  <a:lnTo>
                    <a:pt x="457157" y="1188288"/>
                  </a:lnTo>
                  <a:lnTo>
                    <a:pt x="457135" y="1188298"/>
                  </a:lnTo>
                  <a:lnTo>
                    <a:pt x="457129" y="1188301"/>
                  </a:lnTo>
                  <a:lnTo>
                    <a:pt x="457106" y="1188313"/>
                  </a:lnTo>
                  <a:lnTo>
                    <a:pt x="457085" y="1188323"/>
                  </a:lnTo>
                  <a:lnTo>
                    <a:pt x="457071" y="1188329"/>
                  </a:lnTo>
                  <a:lnTo>
                    <a:pt x="457057" y="1188334"/>
                  </a:lnTo>
                  <a:lnTo>
                    <a:pt x="457043" y="1188338"/>
                  </a:lnTo>
                  <a:lnTo>
                    <a:pt x="457024" y="1188343"/>
                  </a:lnTo>
                  <a:lnTo>
                    <a:pt x="457007" y="1188349"/>
                  </a:lnTo>
                  <a:lnTo>
                    <a:pt x="456992" y="1188357"/>
                  </a:lnTo>
                  <a:lnTo>
                    <a:pt x="456983" y="1188363"/>
                  </a:lnTo>
                  <a:lnTo>
                    <a:pt x="456976" y="1188367"/>
                  </a:lnTo>
                  <a:lnTo>
                    <a:pt x="456961" y="1188380"/>
                  </a:lnTo>
                  <a:lnTo>
                    <a:pt x="456940" y="1188398"/>
                  </a:lnTo>
                  <a:lnTo>
                    <a:pt x="456931" y="1188407"/>
                  </a:lnTo>
                  <a:lnTo>
                    <a:pt x="456913" y="1188418"/>
                  </a:lnTo>
                  <a:lnTo>
                    <a:pt x="456901" y="1188426"/>
                  </a:lnTo>
                  <a:lnTo>
                    <a:pt x="456885" y="1188436"/>
                  </a:lnTo>
                  <a:lnTo>
                    <a:pt x="456870" y="1188445"/>
                  </a:lnTo>
                  <a:lnTo>
                    <a:pt x="456846" y="1188458"/>
                  </a:lnTo>
                  <a:lnTo>
                    <a:pt x="456831" y="1188468"/>
                  </a:lnTo>
                  <a:lnTo>
                    <a:pt x="456816" y="1188479"/>
                  </a:lnTo>
                  <a:lnTo>
                    <a:pt x="456787" y="1188503"/>
                  </a:lnTo>
                  <a:lnTo>
                    <a:pt x="456765" y="1188519"/>
                  </a:lnTo>
                  <a:lnTo>
                    <a:pt x="456758" y="1188522"/>
                  </a:lnTo>
                  <a:lnTo>
                    <a:pt x="456753" y="1188524"/>
                  </a:lnTo>
                  <a:lnTo>
                    <a:pt x="456745" y="1188524"/>
                  </a:lnTo>
                  <a:lnTo>
                    <a:pt x="456736" y="1188524"/>
                  </a:lnTo>
                  <a:lnTo>
                    <a:pt x="456723" y="1188523"/>
                  </a:lnTo>
                  <a:lnTo>
                    <a:pt x="456719" y="1188522"/>
                  </a:lnTo>
                  <a:lnTo>
                    <a:pt x="456699" y="1188521"/>
                  </a:lnTo>
                  <a:lnTo>
                    <a:pt x="456684" y="1188520"/>
                  </a:lnTo>
                  <a:lnTo>
                    <a:pt x="456664" y="1188517"/>
                  </a:lnTo>
                  <a:lnTo>
                    <a:pt x="456644" y="1188515"/>
                  </a:lnTo>
                  <a:lnTo>
                    <a:pt x="456625" y="1188512"/>
                  </a:lnTo>
                  <a:lnTo>
                    <a:pt x="456595" y="1188507"/>
                  </a:lnTo>
                  <a:lnTo>
                    <a:pt x="456589" y="1188506"/>
                  </a:lnTo>
                  <a:lnTo>
                    <a:pt x="456576" y="1188505"/>
                  </a:lnTo>
                  <a:lnTo>
                    <a:pt x="456567" y="1188505"/>
                  </a:lnTo>
                  <a:lnTo>
                    <a:pt x="456546" y="1188506"/>
                  </a:lnTo>
                  <a:lnTo>
                    <a:pt x="456503" y="1188507"/>
                  </a:lnTo>
                  <a:lnTo>
                    <a:pt x="456493" y="1188507"/>
                  </a:lnTo>
                  <a:lnTo>
                    <a:pt x="456487" y="1188507"/>
                  </a:lnTo>
                  <a:lnTo>
                    <a:pt x="456481" y="1188507"/>
                  </a:lnTo>
                  <a:lnTo>
                    <a:pt x="456473" y="1188505"/>
                  </a:lnTo>
                  <a:lnTo>
                    <a:pt x="456472" y="1188498"/>
                  </a:lnTo>
                  <a:lnTo>
                    <a:pt x="456473" y="1188485"/>
                  </a:lnTo>
                  <a:lnTo>
                    <a:pt x="456476" y="1188461"/>
                  </a:lnTo>
                  <a:lnTo>
                    <a:pt x="456479" y="1188436"/>
                  </a:lnTo>
                  <a:lnTo>
                    <a:pt x="456480" y="1188429"/>
                  </a:lnTo>
                  <a:lnTo>
                    <a:pt x="456482" y="1188396"/>
                  </a:lnTo>
                  <a:lnTo>
                    <a:pt x="456482" y="1188381"/>
                  </a:lnTo>
                  <a:lnTo>
                    <a:pt x="456484" y="1188360"/>
                  </a:lnTo>
                  <a:lnTo>
                    <a:pt x="456484" y="1188347"/>
                  </a:lnTo>
                  <a:lnTo>
                    <a:pt x="456481" y="1188315"/>
                  </a:lnTo>
                  <a:lnTo>
                    <a:pt x="456478" y="1188286"/>
                  </a:lnTo>
                  <a:lnTo>
                    <a:pt x="456472" y="1188239"/>
                  </a:lnTo>
                  <a:lnTo>
                    <a:pt x="456469" y="1188218"/>
                  </a:lnTo>
                  <a:lnTo>
                    <a:pt x="456465" y="1188197"/>
                  </a:lnTo>
                  <a:lnTo>
                    <a:pt x="456461" y="1188179"/>
                  </a:lnTo>
                  <a:lnTo>
                    <a:pt x="456456" y="1188157"/>
                  </a:lnTo>
                  <a:lnTo>
                    <a:pt x="456453" y="1188146"/>
                  </a:lnTo>
                  <a:lnTo>
                    <a:pt x="456445" y="1188116"/>
                  </a:lnTo>
                  <a:lnTo>
                    <a:pt x="456434" y="1188072"/>
                  </a:lnTo>
                  <a:lnTo>
                    <a:pt x="456430" y="1188046"/>
                  </a:lnTo>
                  <a:lnTo>
                    <a:pt x="456423" y="1188015"/>
                  </a:lnTo>
                  <a:lnTo>
                    <a:pt x="456420" y="1187990"/>
                  </a:lnTo>
                  <a:lnTo>
                    <a:pt x="456420" y="1187977"/>
                  </a:lnTo>
                  <a:lnTo>
                    <a:pt x="456420" y="1187971"/>
                  </a:lnTo>
                  <a:lnTo>
                    <a:pt x="456421" y="1187960"/>
                  </a:lnTo>
                  <a:lnTo>
                    <a:pt x="456423" y="1187946"/>
                  </a:lnTo>
                  <a:lnTo>
                    <a:pt x="456425" y="1187935"/>
                  </a:lnTo>
                  <a:lnTo>
                    <a:pt x="456429" y="1187918"/>
                  </a:lnTo>
                  <a:lnTo>
                    <a:pt x="456432" y="1187909"/>
                  </a:lnTo>
                  <a:lnTo>
                    <a:pt x="456435" y="1187896"/>
                  </a:lnTo>
                  <a:lnTo>
                    <a:pt x="456437" y="1187881"/>
                  </a:lnTo>
                  <a:lnTo>
                    <a:pt x="456437" y="1187876"/>
                  </a:lnTo>
                  <a:lnTo>
                    <a:pt x="456437" y="1187865"/>
                  </a:lnTo>
                  <a:lnTo>
                    <a:pt x="456436" y="1187824"/>
                  </a:lnTo>
                  <a:lnTo>
                    <a:pt x="456435" y="1187802"/>
                  </a:lnTo>
                  <a:lnTo>
                    <a:pt x="456434" y="1187740"/>
                  </a:lnTo>
                  <a:lnTo>
                    <a:pt x="456434" y="1187716"/>
                  </a:lnTo>
                  <a:lnTo>
                    <a:pt x="456433" y="1187658"/>
                  </a:lnTo>
                  <a:lnTo>
                    <a:pt x="456433" y="1187650"/>
                  </a:lnTo>
                  <a:lnTo>
                    <a:pt x="456431" y="1187633"/>
                  </a:lnTo>
                  <a:lnTo>
                    <a:pt x="456427" y="1187612"/>
                  </a:lnTo>
                  <a:lnTo>
                    <a:pt x="456426" y="1187606"/>
                  </a:lnTo>
                  <a:lnTo>
                    <a:pt x="456425" y="1187601"/>
                  </a:lnTo>
                  <a:lnTo>
                    <a:pt x="456419" y="1187582"/>
                  </a:lnTo>
                  <a:lnTo>
                    <a:pt x="456416" y="1187574"/>
                  </a:lnTo>
                  <a:lnTo>
                    <a:pt x="456410" y="1187560"/>
                  </a:lnTo>
                  <a:lnTo>
                    <a:pt x="456400" y="1187543"/>
                  </a:lnTo>
                  <a:lnTo>
                    <a:pt x="456391" y="1187531"/>
                  </a:lnTo>
                  <a:lnTo>
                    <a:pt x="456386" y="1187527"/>
                  </a:lnTo>
                  <a:lnTo>
                    <a:pt x="456383" y="1187523"/>
                  </a:lnTo>
                  <a:lnTo>
                    <a:pt x="456378" y="1187520"/>
                  </a:lnTo>
                  <a:lnTo>
                    <a:pt x="456372" y="1187516"/>
                  </a:lnTo>
                  <a:lnTo>
                    <a:pt x="456356" y="1187507"/>
                  </a:lnTo>
                  <a:lnTo>
                    <a:pt x="456346" y="1187500"/>
                  </a:lnTo>
                  <a:lnTo>
                    <a:pt x="456340" y="1187492"/>
                  </a:lnTo>
                  <a:lnTo>
                    <a:pt x="456338" y="1187478"/>
                  </a:lnTo>
                  <a:lnTo>
                    <a:pt x="456339" y="1187456"/>
                  </a:lnTo>
                  <a:lnTo>
                    <a:pt x="456341" y="1187438"/>
                  </a:lnTo>
                  <a:lnTo>
                    <a:pt x="456343" y="1187422"/>
                  </a:lnTo>
                  <a:lnTo>
                    <a:pt x="456345" y="1187403"/>
                  </a:lnTo>
                  <a:lnTo>
                    <a:pt x="456346" y="1187394"/>
                  </a:lnTo>
                  <a:lnTo>
                    <a:pt x="456346" y="1187385"/>
                  </a:lnTo>
                  <a:lnTo>
                    <a:pt x="456346" y="1187374"/>
                  </a:lnTo>
                  <a:lnTo>
                    <a:pt x="456346" y="1187354"/>
                  </a:lnTo>
                  <a:lnTo>
                    <a:pt x="456343" y="1187318"/>
                  </a:lnTo>
                  <a:lnTo>
                    <a:pt x="456342" y="1187308"/>
                  </a:lnTo>
                  <a:lnTo>
                    <a:pt x="456340" y="1187299"/>
                  </a:lnTo>
                  <a:lnTo>
                    <a:pt x="456336" y="1187270"/>
                  </a:lnTo>
                  <a:lnTo>
                    <a:pt x="456335" y="1187264"/>
                  </a:lnTo>
                  <a:lnTo>
                    <a:pt x="456330" y="1187232"/>
                  </a:lnTo>
                  <a:lnTo>
                    <a:pt x="456327" y="1187207"/>
                  </a:lnTo>
                  <a:lnTo>
                    <a:pt x="456328" y="1187186"/>
                  </a:lnTo>
                  <a:lnTo>
                    <a:pt x="456330" y="1187176"/>
                  </a:lnTo>
                  <a:lnTo>
                    <a:pt x="456331" y="1187166"/>
                  </a:lnTo>
                  <a:lnTo>
                    <a:pt x="456336" y="1187153"/>
                  </a:lnTo>
                  <a:lnTo>
                    <a:pt x="456351" y="1187116"/>
                  </a:lnTo>
                  <a:lnTo>
                    <a:pt x="456364" y="1187086"/>
                  </a:lnTo>
                  <a:lnTo>
                    <a:pt x="456371" y="1187069"/>
                  </a:lnTo>
                  <a:lnTo>
                    <a:pt x="456381" y="1187046"/>
                  </a:lnTo>
                  <a:lnTo>
                    <a:pt x="456388" y="1187030"/>
                  </a:lnTo>
                  <a:lnTo>
                    <a:pt x="456390" y="1187021"/>
                  </a:lnTo>
                  <a:lnTo>
                    <a:pt x="456390" y="1187011"/>
                  </a:lnTo>
                  <a:lnTo>
                    <a:pt x="456389" y="1186999"/>
                  </a:lnTo>
                  <a:lnTo>
                    <a:pt x="456386" y="1186983"/>
                  </a:lnTo>
                  <a:lnTo>
                    <a:pt x="456383" y="1186976"/>
                  </a:lnTo>
                  <a:lnTo>
                    <a:pt x="456375" y="1186958"/>
                  </a:lnTo>
                  <a:lnTo>
                    <a:pt x="456362" y="1186933"/>
                  </a:lnTo>
                  <a:lnTo>
                    <a:pt x="456346" y="1186903"/>
                  </a:lnTo>
                  <a:lnTo>
                    <a:pt x="456340" y="1186892"/>
                  </a:lnTo>
                  <a:lnTo>
                    <a:pt x="456327" y="1186869"/>
                  </a:lnTo>
                  <a:lnTo>
                    <a:pt x="456326" y="1186860"/>
                  </a:lnTo>
                  <a:lnTo>
                    <a:pt x="456329" y="1186855"/>
                  </a:lnTo>
                  <a:lnTo>
                    <a:pt x="456338" y="1186846"/>
                  </a:lnTo>
                  <a:lnTo>
                    <a:pt x="456348" y="1186837"/>
                  </a:lnTo>
                  <a:lnTo>
                    <a:pt x="456370" y="1186816"/>
                  </a:lnTo>
                  <a:lnTo>
                    <a:pt x="456378" y="1186809"/>
                  </a:lnTo>
                  <a:lnTo>
                    <a:pt x="456395" y="1186793"/>
                  </a:lnTo>
                  <a:lnTo>
                    <a:pt x="456403" y="1186784"/>
                  </a:lnTo>
                  <a:lnTo>
                    <a:pt x="456459" y="1186730"/>
                  </a:lnTo>
                  <a:lnTo>
                    <a:pt x="456477" y="1186712"/>
                  </a:lnTo>
                  <a:lnTo>
                    <a:pt x="456502" y="1186684"/>
                  </a:lnTo>
                  <a:lnTo>
                    <a:pt x="456534" y="1186644"/>
                  </a:lnTo>
                  <a:lnTo>
                    <a:pt x="456549" y="1186618"/>
                  </a:lnTo>
                  <a:lnTo>
                    <a:pt x="456556" y="1186606"/>
                  </a:lnTo>
                  <a:lnTo>
                    <a:pt x="456573" y="1186576"/>
                  </a:lnTo>
                  <a:lnTo>
                    <a:pt x="456576" y="1186570"/>
                  </a:lnTo>
                  <a:lnTo>
                    <a:pt x="456583" y="1186558"/>
                  </a:lnTo>
                  <a:lnTo>
                    <a:pt x="456597" y="1186529"/>
                  </a:lnTo>
                  <a:lnTo>
                    <a:pt x="456605" y="1186513"/>
                  </a:lnTo>
                  <a:lnTo>
                    <a:pt x="456623" y="1186474"/>
                  </a:lnTo>
                  <a:lnTo>
                    <a:pt x="456628" y="1186462"/>
                  </a:lnTo>
                  <a:lnTo>
                    <a:pt x="456632" y="1186455"/>
                  </a:lnTo>
                  <a:lnTo>
                    <a:pt x="456635" y="1186447"/>
                  </a:lnTo>
                  <a:lnTo>
                    <a:pt x="456641" y="1186433"/>
                  </a:lnTo>
                  <a:lnTo>
                    <a:pt x="456656" y="1186404"/>
                  </a:lnTo>
                  <a:lnTo>
                    <a:pt x="456664" y="1186391"/>
                  </a:lnTo>
                  <a:lnTo>
                    <a:pt x="456679" y="1186365"/>
                  </a:lnTo>
                  <a:lnTo>
                    <a:pt x="456696" y="1186336"/>
                  </a:lnTo>
                  <a:lnTo>
                    <a:pt x="456711" y="1186308"/>
                  </a:lnTo>
                  <a:lnTo>
                    <a:pt x="456719" y="1186293"/>
                  </a:lnTo>
                  <a:lnTo>
                    <a:pt x="456729" y="1186270"/>
                  </a:lnTo>
                  <a:lnTo>
                    <a:pt x="456738" y="1186242"/>
                  </a:lnTo>
                  <a:lnTo>
                    <a:pt x="456742" y="1186216"/>
                  </a:lnTo>
                  <a:lnTo>
                    <a:pt x="456742" y="1186205"/>
                  </a:lnTo>
                  <a:lnTo>
                    <a:pt x="456740" y="1186191"/>
                  </a:lnTo>
                  <a:lnTo>
                    <a:pt x="456736" y="1186179"/>
                  </a:lnTo>
                  <a:lnTo>
                    <a:pt x="456729" y="1186166"/>
                  </a:lnTo>
                  <a:lnTo>
                    <a:pt x="456721" y="1186153"/>
                  </a:lnTo>
                  <a:lnTo>
                    <a:pt x="456711" y="1186125"/>
                  </a:lnTo>
                  <a:lnTo>
                    <a:pt x="456707" y="1186112"/>
                  </a:lnTo>
                  <a:lnTo>
                    <a:pt x="456705" y="1186094"/>
                  </a:lnTo>
                  <a:lnTo>
                    <a:pt x="456705" y="1186073"/>
                  </a:lnTo>
                  <a:lnTo>
                    <a:pt x="456706" y="1186050"/>
                  </a:lnTo>
                  <a:lnTo>
                    <a:pt x="456708" y="1186042"/>
                  </a:lnTo>
                  <a:lnTo>
                    <a:pt x="456712" y="1186019"/>
                  </a:lnTo>
                  <a:lnTo>
                    <a:pt x="456719" y="1185999"/>
                  </a:lnTo>
                  <a:lnTo>
                    <a:pt x="456726" y="1185985"/>
                  </a:lnTo>
                  <a:lnTo>
                    <a:pt x="456733" y="1185975"/>
                  </a:lnTo>
                  <a:lnTo>
                    <a:pt x="456741" y="1185968"/>
                  </a:lnTo>
                  <a:lnTo>
                    <a:pt x="456749" y="1185967"/>
                  </a:lnTo>
                  <a:lnTo>
                    <a:pt x="456754" y="1185967"/>
                  </a:lnTo>
                  <a:lnTo>
                    <a:pt x="456761" y="1185970"/>
                  </a:lnTo>
                  <a:lnTo>
                    <a:pt x="456769" y="1185971"/>
                  </a:lnTo>
                  <a:lnTo>
                    <a:pt x="456777" y="1185971"/>
                  </a:lnTo>
                  <a:lnTo>
                    <a:pt x="456788" y="1185969"/>
                  </a:lnTo>
                  <a:lnTo>
                    <a:pt x="456796" y="1185966"/>
                  </a:lnTo>
                  <a:lnTo>
                    <a:pt x="456804" y="1185963"/>
                  </a:lnTo>
                  <a:lnTo>
                    <a:pt x="456816" y="1185956"/>
                  </a:lnTo>
                  <a:lnTo>
                    <a:pt x="456833" y="1185944"/>
                  </a:lnTo>
                  <a:lnTo>
                    <a:pt x="456840" y="1185936"/>
                  </a:lnTo>
                  <a:lnTo>
                    <a:pt x="456847" y="1185924"/>
                  </a:lnTo>
                  <a:lnTo>
                    <a:pt x="456850" y="1185913"/>
                  </a:lnTo>
                  <a:lnTo>
                    <a:pt x="456851" y="1185907"/>
                  </a:lnTo>
                  <a:lnTo>
                    <a:pt x="456853" y="1185895"/>
                  </a:lnTo>
                  <a:lnTo>
                    <a:pt x="456856" y="1185880"/>
                  </a:lnTo>
                  <a:lnTo>
                    <a:pt x="456859" y="1185872"/>
                  </a:lnTo>
                  <a:lnTo>
                    <a:pt x="456865" y="1185863"/>
                  </a:lnTo>
                  <a:lnTo>
                    <a:pt x="456874" y="1185850"/>
                  </a:lnTo>
                  <a:lnTo>
                    <a:pt x="456883" y="1185841"/>
                  </a:lnTo>
                  <a:lnTo>
                    <a:pt x="456898" y="1185830"/>
                  </a:lnTo>
                  <a:lnTo>
                    <a:pt x="456910" y="1185821"/>
                  </a:lnTo>
                  <a:lnTo>
                    <a:pt x="456923" y="1185811"/>
                  </a:lnTo>
                  <a:lnTo>
                    <a:pt x="456946" y="1185793"/>
                  </a:lnTo>
                  <a:lnTo>
                    <a:pt x="456954" y="1185784"/>
                  </a:lnTo>
                  <a:lnTo>
                    <a:pt x="456963" y="1185773"/>
                  </a:lnTo>
                  <a:lnTo>
                    <a:pt x="456969" y="1185761"/>
                  </a:lnTo>
                  <a:lnTo>
                    <a:pt x="456974" y="1185749"/>
                  </a:lnTo>
                  <a:lnTo>
                    <a:pt x="456978" y="1185731"/>
                  </a:lnTo>
                  <a:lnTo>
                    <a:pt x="456982" y="1185712"/>
                  </a:lnTo>
                  <a:lnTo>
                    <a:pt x="456983" y="1185696"/>
                  </a:lnTo>
                  <a:lnTo>
                    <a:pt x="456983" y="1185676"/>
                  </a:lnTo>
                  <a:lnTo>
                    <a:pt x="456983" y="1185658"/>
                  </a:lnTo>
                  <a:lnTo>
                    <a:pt x="456982" y="1185647"/>
                  </a:lnTo>
                  <a:lnTo>
                    <a:pt x="456982" y="1185641"/>
                  </a:lnTo>
                  <a:lnTo>
                    <a:pt x="456978" y="1185611"/>
                  </a:lnTo>
                  <a:lnTo>
                    <a:pt x="456977" y="1185604"/>
                  </a:lnTo>
                  <a:lnTo>
                    <a:pt x="456973" y="1185585"/>
                  </a:lnTo>
                  <a:lnTo>
                    <a:pt x="456970" y="1185567"/>
                  </a:lnTo>
                  <a:lnTo>
                    <a:pt x="456962" y="1185539"/>
                  </a:lnTo>
                  <a:lnTo>
                    <a:pt x="456960" y="1185532"/>
                  </a:lnTo>
                  <a:lnTo>
                    <a:pt x="456954" y="1185506"/>
                  </a:lnTo>
                  <a:lnTo>
                    <a:pt x="456942" y="1185452"/>
                  </a:lnTo>
                  <a:lnTo>
                    <a:pt x="456939" y="1185432"/>
                  </a:lnTo>
                  <a:lnTo>
                    <a:pt x="456932" y="1185405"/>
                  </a:lnTo>
                  <a:lnTo>
                    <a:pt x="456929" y="1185391"/>
                  </a:lnTo>
                  <a:lnTo>
                    <a:pt x="456925" y="1185378"/>
                  </a:lnTo>
                  <a:lnTo>
                    <a:pt x="456920" y="1185368"/>
                  </a:lnTo>
                  <a:lnTo>
                    <a:pt x="456911" y="1185351"/>
                  </a:lnTo>
                  <a:lnTo>
                    <a:pt x="456907" y="1185339"/>
                  </a:lnTo>
                  <a:lnTo>
                    <a:pt x="456905" y="1185328"/>
                  </a:lnTo>
                  <a:lnTo>
                    <a:pt x="456904" y="1185319"/>
                  </a:lnTo>
                  <a:lnTo>
                    <a:pt x="456903" y="1185311"/>
                  </a:lnTo>
                  <a:lnTo>
                    <a:pt x="456903" y="1185298"/>
                  </a:lnTo>
                  <a:lnTo>
                    <a:pt x="456904" y="1185281"/>
                  </a:lnTo>
                  <a:lnTo>
                    <a:pt x="456908" y="1185249"/>
                  </a:lnTo>
                  <a:lnTo>
                    <a:pt x="456912" y="1185217"/>
                  </a:lnTo>
                  <a:lnTo>
                    <a:pt x="456916" y="1185163"/>
                  </a:lnTo>
                  <a:lnTo>
                    <a:pt x="456917" y="1185133"/>
                  </a:lnTo>
                  <a:lnTo>
                    <a:pt x="456918" y="1185098"/>
                  </a:lnTo>
                  <a:lnTo>
                    <a:pt x="456920" y="1185063"/>
                  </a:lnTo>
                  <a:lnTo>
                    <a:pt x="456921" y="1185018"/>
                  </a:lnTo>
                  <a:lnTo>
                    <a:pt x="456922" y="1184966"/>
                  </a:lnTo>
                  <a:lnTo>
                    <a:pt x="456922" y="1184911"/>
                  </a:lnTo>
                  <a:lnTo>
                    <a:pt x="456922" y="1184896"/>
                  </a:lnTo>
                  <a:lnTo>
                    <a:pt x="456922" y="1184877"/>
                  </a:lnTo>
                  <a:lnTo>
                    <a:pt x="456923" y="1184857"/>
                  </a:lnTo>
                  <a:lnTo>
                    <a:pt x="456923" y="1184841"/>
                  </a:lnTo>
                  <a:lnTo>
                    <a:pt x="456925" y="1184827"/>
                  </a:lnTo>
                  <a:lnTo>
                    <a:pt x="456926" y="1184809"/>
                  </a:lnTo>
                  <a:lnTo>
                    <a:pt x="456930" y="1184792"/>
                  </a:lnTo>
                  <a:lnTo>
                    <a:pt x="456932" y="1184781"/>
                  </a:lnTo>
                  <a:lnTo>
                    <a:pt x="456936" y="1184769"/>
                  </a:lnTo>
                  <a:lnTo>
                    <a:pt x="456940" y="1184764"/>
                  </a:lnTo>
                  <a:lnTo>
                    <a:pt x="456943" y="1184760"/>
                  </a:lnTo>
                  <a:lnTo>
                    <a:pt x="456948" y="1184756"/>
                  </a:lnTo>
                  <a:lnTo>
                    <a:pt x="456954" y="1184751"/>
                  </a:lnTo>
                  <a:lnTo>
                    <a:pt x="456950" y="1184746"/>
                  </a:lnTo>
                  <a:lnTo>
                    <a:pt x="456943" y="1184744"/>
                  </a:lnTo>
                  <a:lnTo>
                    <a:pt x="456928" y="1184742"/>
                  </a:lnTo>
                  <a:lnTo>
                    <a:pt x="456887" y="1184739"/>
                  </a:lnTo>
                  <a:lnTo>
                    <a:pt x="456850" y="1184736"/>
                  </a:lnTo>
                  <a:lnTo>
                    <a:pt x="456822" y="1184733"/>
                  </a:lnTo>
                  <a:lnTo>
                    <a:pt x="456788" y="1184729"/>
                  </a:lnTo>
                  <a:lnTo>
                    <a:pt x="456761" y="1184725"/>
                  </a:lnTo>
                  <a:lnTo>
                    <a:pt x="456736" y="1184722"/>
                  </a:lnTo>
                  <a:lnTo>
                    <a:pt x="456701" y="1184718"/>
                  </a:lnTo>
                  <a:lnTo>
                    <a:pt x="456680" y="1184716"/>
                  </a:lnTo>
                  <a:lnTo>
                    <a:pt x="456632" y="1184712"/>
                  </a:lnTo>
                  <a:lnTo>
                    <a:pt x="456581" y="1184707"/>
                  </a:lnTo>
                  <a:lnTo>
                    <a:pt x="456554" y="1184704"/>
                  </a:lnTo>
                  <a:lnTo>
                    <a:pt x="456525" y="1184699"/>
                  </a:lnTo>
                  <a:lnTo>
                    <a:pt x="456495" y="1184692"/>
                  </a:lnTo>
                  <a:lnTo>
                    <a:pt x="456458" y="1184685"/>
                  </a:lnTo>
                  <a:lnTo>
                    <a:pt x="456433" y="1184680"/>
                  </a:lnTo>
                  <a:lnTo>
                    <a:pt x="456405" y="1184675"/>
                  </a:lnTo>
                  <a:lnTo>
                    <a:pt x="456386" y="1184671"/>
                  </a:lnTo>
                  <a:lnTo>
                    <a:pt x="456361" y="1184663"/>
                  </a:lnTo>
                  <a:lnTo>
                    <a:pt x="456346" y="1184659"/>
                  </a:lnTo>
                  <a:lnTo>
                    <a:pt x="456329" y="1184653"/>
                  </a:lnTo>
                  <a:lnTo>
                    <a:pt x="456310" y="1184645"/>
                  </a:lnTo>
                  <a:lnTo>
                    <a:pt x="456248" y="1184620"/>
                  </a:lnTo>
                  <a:lnTo>
                    <a:pt x="456228" y="1184612"/>
                  </a:lnTo>
                  <a:lnTo>
                    <a:pt x="456192" y="1184600"/>
                  </a:lnTo>
                  <a:lnTo>
                    <a:pt x="456135" y="1184580"/>
                  </a:lnTo>
                  <a:lnTo>
                    <a:pt x="456121" y="1184575"/>
                  </a:lnTo>
                  <a:lnTo>
                    <a:pt x="456114" y="1184573"/>
                  </a:lnTo>
                  <a:lnTo>
                    <a:pt x="456063" y="1184553"/>
                  </a:lnTo>
                  <a:lnTo>
                    <a:pt x="456016" y="1184534"/>
                  </a:lnTo>
                  <a:lnTo>
                    <a:pt x="455986" y="1184523"/>
                  </a:lnTo>
                  <a:lnTo>
                    <a:pt x="455928" y="1184501"/>
                  </a:lnTo>
                  <a:lnTo>
                    <a:pt x="455897" y="1184491"/>
                  </a:lnTo>
                  <a:lnTo>
                    <a:pt x="455882" y="1184484"/>
                  </a:lnTo>
                  <a:lnTo>
                    <a:pt x="455866" y="1184470"/>
                  </a:lnTo>
                  <a:lnTo>
                    <a:pt x="455855" y="1184460"/>
                  </a:lnTo>
                  <a:lnTo>
                    <a:pt x="455845" y="1184447"/>
                  </a:lnTo>
                  <a:lnTo>
                    <a:pt x="455838" y="1184436"/>
                  </a:lnTo>
                  <a:lnTo>
                    <a:pt x="455831" y="1184423"/>
                  </a:lnTo>
                  <a:lnTo>
                    <a:pt x="455816" y="1184388"/>
                  </a:lnTo>
                  <a:lnTo>
                    <a:pt x="455810" y="1184372"/>
                  </a:lnTo>
                  <a:lnTo>
                    <a:pt x="455805" y="1184357"/>
                  </a:lnTo>
                  <a:lnTo>
                    <a:pt x="455802" y="1184343"/>
                  </a:lnTo>
                  <a:lnTo>
                    <a:pt x="455799" y="1184329"/>
                  </a:lnTo>
                  <a:lnTo>
                    <a:pt x="455797" y="1184314"/>
                  </a:lnTo>
                  <a:lnTo>
                    <a:pt x="455796" y="1184307"/>
                  </a:lnTo>
                  <a:lnTo>
                    <a:pt x="455796" y="1184292"/>
                  </a:lnTo>
                  <a:lnTo>
                    <a:pt x="455796" y="1184272"/>
                  </a:lnTo>
                  <a:lnTo>
                    <a:pt x="455798" y="1184251"/>
                  </a:lnTo>
                  <a:lnTo>
                    <a:pt x="455799" y="1184243"/>
                  </a:lnTo>
                  <a:lnTo>
                    <a:pt x="455800" y="1184229"/>
                  </a:lnTo>
                  <a:lnTo>
                    <a:pt x="455801" y="1184221"/>
                  </a:lnTo>
                  <a:lnTo>
                    <a:pt x="455802" y="1184213"/>
                  </a:lnTo>
                  <a:lnTo>
                    <a:pt x="455803" y="1184207"/>
                  </a:lnTo>
                  <a:lnTo>
                    <a:pt x="455804" y="1184200"/>
                  </a:lnTo>
                  <a:lnTo>
                    <a:pt x="455805" y="1184191"/>
                  </a:lnTo>
                  <a:lnTo>
                    <a:pt x="455806" y="1184183"/>
                  </a:lnTo>
                  <a:lnTo>
                    <a:pt x="455807" y="1184176"/>
                  </a:lnTo>
                  <a:lnTo>
                    <a:pt x="455807" y="1184170"/>
                  </a:lnTo>
                  <a:lnTo>
                    <a:pt x="455807" y="1184164"/>
                  </a:lnTo>
                  <a:lnTo>
                    <a:pt x="455807" y="1184158"/>
                  </a:lnTo>
                  <a:lnTo>
                    <a:pt x="455805" y="1184147"/>
                  </a:lnTo>
                  <a:lnTo>
                    <a:pt x="455805" y="1184142"/>
                  </a:lnTo>
                  <a:lnTo>
                    <a:pt x="455800" y="1184119"/>
                  </a:lnTo>
                  <a:lnTo>
                    <a:pt x="455795" y="1184098"/>
                  </a:lnTo>
                  <a:lnTo>
                    <a:pt x="455789" y="1184080"/>
                  </a:lnTo>
                  <a:lnTo>
                    <a:pt x="455782" y="1184061"/>
                  </a:lnTo>
                  <a:lnTo>
                    <a:pt x="455779" y="1184052"/>
                  </a:lnTo>
                  <a:lnTo>
                    <a:pt x="455777" y="1184048"/>
                  </a:lnTo>
                  <a:lnTo>
                    <a:pt x="455771" y="1184033"/>
                  </a:lnTo>
                  <a:lnTo>
                    <a:pt x="455765" y="1184018"/>
                  </a:lnTo>
                  <a:lnTo>
                    <a:pt x="455754" y="1183991"/>
                  </a:lnTo>
                  <a:lnTo>
                    <a:pt x="455748" y="1183978"/>
                  </a:lnTo>
                  <a:lnTo>
                    <a:pt x="455747" y="1183966"/>
                  </a:lnTo>
                  <a:lnTo>
                    <a:pt x="455746" y="1183950"/>
                  </a:lnTo>
                  <a:lnTo>
                    <a:pt x="455746" y="1183938"/>
                  </a:lnTo>
                  <a:lnTo>
                    <a:pt x="455748" y="1183929"/>
                  </a:lnTo>
                  <a:lnTo>
                    <a:pt x="455750" y="1183916"/>
                  </a:lnTo>
                  <a:lnTo>
                    <a:pt x="455756" y="1183901"/>
                  </a:lnTo>
                  <a:lnTo>
                    <a:pt x="455771" y="1183871"/>
                  </a:lnTo>
                  <a:lnTo>
                    <a:pt x="455791" y="1183826"/>
                  </a:lnTo>
                  <a:lnTo>
                    <a:pt x="455796" y="1183808"/>
                  </a:lnTo>
                  <a:lnTo>
                    <a:pt x="455798" y="1183794"/>
                  </a:lnTo>
                  <a:lnTo>
                    <a:pt x="455797" y="1183773"/>
                  </a:lnTo>
                  <a:lnTo>
                    <a:pt x="455795" y="1183761"/>
                  </a:lnTo>
                  <a:lnTo>
                    <a:pt x="455795" y="1183755"/>
                  </a:lnTo>
                  <a:lnTo>
                    <a:pt x="455793" y="1183734"/>
                  </a:lnTo>
                  <a:lnTo>
                    <a:pt x="455788" y="1183708"/>
                  </a:lnTo>
                  <a:lnTo>
                    <a:pt x="455783" y="1183684"/>
                  </a:lnTo>
                  <a:lnTo>
                    <a:pt x="455779" y="1183663"/>
                  </a:lnTo>
                  <a:lnTo>
                    <a:pt x="455775" y="1183642"/>
                  </a:lnTo>
                  <a:lnTo>
                    <a:pt x="455775" y="1183630"/>
                  </a:lnTo>
                  <a:lnTo>
                    <a:pt x="455774" y="1183622"/>
                  </a:lnTo>
                  <a:lnTo>
                    <a:pt x="455773" y="1183616"/>
                  </a:lnTo>
                  <a:lnTo>
                    <a:pt x="455773" y="1183608"/>
                  </a:lnTo>
                  <a:lnTo>
                    <a:pt x="455773" y="1183590"/>
                  </a:lnTo>
                  <a:lnTo>
                    <a:pt x="455775" y="1183564"/>
                  </a:lnTo>
                  <a:lnTo>
                    <a:pt x="455775" y="1183539"/>
                  </a:lnTo>
                  <a:lnTo>
                    <a:pt x="455773" y="1183519"/>
                  </a:lnTo>
                  <a:lnTo>
                    <a:pt x="455770" y="1183504"/>
                  </a:lnTo>
                  <a:lnTo>
                    <a:pt x="455765" y="1183490"/>
                  </a:lnTo>
                  <a:lnTo>
                    <a:pt x="455759" y="1183480"/>
                  </a:lnTo>
                  <a:lnTo>
                    <a:pt x="455751" y="1183465"/>
                  </a:lnTo>
                  <a:lnTo>
                    <a:pt x="455745" y="1183456"/>
                  </a:lnTo>
                  <a:lnTo>
                    <a:pt x="455734" y="1183441"/>
                  </a:lnTo>
                  <a:lnTo>
                    <a:pt x="455721" y="1183423"/>
                  </a:lnTo>
                  <a:lnTo>
                    <a:pt x="455712" y="1183413"/>
                  </a:lnTo>
                  <a:lnTo>
                    <a:pt x="455708" y="1183407"/>
                  </a:lnTo>
                  <a:lnTo>
                    <a:pt x="455703" y="1183399"/>
                  </a:lnTo>
                  <a:lnTo>
                    <a:pt x="455695" y="1183385"/>
                  </a:lnTo>
                  <a:lnTo>
                    <a:pt x="455685" y="1183367"/>
                  </a:lnTo>
                  <a:lnTo>
                    <a:pt x="455680" y="1183356"/>
                  </a:lnTo>
                  <a:lnTo>
                    <a:pt x="455674" y="1183341"/>
                  </a:lnTo>
                  <a:lnTo>
                    <a:pt x="455670" y="1183329"/>
                  </a:lnTo>
                  <a:lnTo>
                    <a:pt x="455668" y="1183319"/>
                  </a:lnTo>
                  <a:lnTo>
                    <a:pt x="455666" y="1183308"/>
                  </a:lnTo>
                  <a:lnTo>
                    <a:pt x="455663" y="1183298"/>
                  </a:lnTo>
                  <a:lnTo>
                    <a:pt x="455658" y="1183286"/>
                  </a:lnTo>
                  <a:lnTo>
                    <a:pt x="455654" y="1183278"/>
                  </a:lnTo>
                  <a:lnTo>
                    <a:pt x="455646" y="1183269"/>
                  </a:lnTo>
                  <a:lnTo>
                    <a:pt x="455624" y="1183251"/>
                  </a:lnTo>
                  <a:lnTo>
                    <a:pt x="455582" y="1183211"/>
                  </a:lnTo>
                  <a:lnTo>
                    <a:pt x="455542" y="1183174"/>
                  </a:lnTo>
                  <a:lnTo>
                    <a:pt x="455533" y="1183163"/>
                  </a:lnTo>
                  <a:lnTo>
                    <a:pt x="455527" y="1183152"/>
                  </a:lnTo>
                  <a:lnTo>
                    <a:pt x="455523" y="1183145"/>
                  </a:lnTo>
                  <a:lnTo>
                    <a:pt x="455520" y="1183138"/>
                  </a:lnTo>
                  <a:lnTo>
                    <a:pt x="455518" y="1183128"/>
                  </a:lnTo>
                  <a:lnTo>
                    <a:pt x="455518" y="1183117"/>
                  </a:lnTo>
                  <a:lnTo>
                    <a:pt x="455514" y="1183070"/>
                  </a:lnTo>
                  <a:lnTo>
                    <a:pt x="455512" y="1183043"/>
                  </a:lnTo>
                  <a:lnTo>
                    <a:pt x="455507" y="1183012"/>
                  </a:lnTo>
                  <a:lnTo>
                    <a:pt x="455501" y="1182982"/>
                  </a:lnTo>
                  <a:lnTo>
                    <a:pt x="455494" y="1182951"/>
                  </a:lnTo>
                  <a:lnTo>
                    <a:pt x="455486" y="1182920"/>
                  </a:lnTo>
                  <a:lnTo>
                    <a:pt x="455476" y="1182885"/>
                  </a:lnTo>
                  <a:lnTo>
                    <a:pt x="455468" y="1182864"/>
                  </a:lnTo>
                  <a:lnTo>
                    <a:pt x="455458" y="1182837"/>
                  </a:lnTo>
                  <a:lnTo>
                    <a:pt x="455454" y="1182819"/>
                  </a:lnTo>
                  <a:lnTo>
                    <a:pt x="455455" y="1182809"/>
                  </a:lnTo>
                  <a:lnTo>
                    <a:pt x="455456" y="1182801"/>
                  </a:lnTo>
                  <a:lnTo>
                    <a:pt x="455459" y="1182795"/>
                  </a:lnTo>
                  <a:lnTo>
                    <a:pt x="455466" y="1182782"/>
                  </a:lnTo>
                  <a:lnTo>
                    <a:pt x="455484" y="1182760"/>
                  </a:lnTo>
                  <a:lnTo>
                    <a:pt x="455492" y="1182748"/>
                  </a:lnTo>
                  <a:lnTo>
                    <a:pt x="455503" y="1182730"/>
                  </a:lnTo>
                  <a:lnTo>
                    <a:pt x="455507" y="1182717"/>
                  </a:lnTo>
                  <a:lnTo>
                    <a:pt x="455510" y="1182701"/>
                  </a:lnTo>
                  <a:lnTo>
                    <a:pt x="455512" y="1182690"/>
                  </a:lnTo>
                  <a:lnTo>
                    <a:pt x="455516" y="1182673"/>
                  </a:lnTo>
                  <a:lnTo>
                    <a:pt x="455529" y="1182630"/>
                  </a:lnTo>
                  <a:lnTo>
                    <a:pt x="455544" y="1182589"/>
                  </a:lnTo>
                  <a:lnTo>
                    <a:pt x="455572" y="1182502"/>
                  </a:lnTo>
                  <a:lnTo>
                    <a:pt x="455574" y="1182492"/>
                  </a:lnTo>
                  <a:lnTo>
                    <a:pt x="455585" y="1182455"/>
                  </a:lnTo>
                  <a:lnTo>
                    <a:pt x="455589" y="1182439"/>
                  </a:lnTo>
                  <a:lnTo>
                    <a:pt x="455589" y="1182428"/>
                  </a:lnTo>
                  <a:lnTo>
                    <a:pt x="455587" y="1182423"/>
                  </a:lnTo>
                  <a:lnTo>
                    <a:pt x="455581" y="1182418"/>
                  </a:lnTo>
                  <a:lnTo>
                    <a:pt x="455572" y="1182411"/>
                  </a:lnTo>
                  <a:lnTo>
                    <a:pt x="455558" y="1182400"/>
                  </a:lnTo>
                  <a:lnTo>
                    <a:pt x="455543" y="1182386"/>
                  </a:lnTo>
                  <a:lnTo>
                    <a:pt x="455529" y="1182372"/>
                  </a:lnTo>
                  <a:lnTo>
                    <a:pt x="455510" y="1182352"/>
                  </a:lnTo>
                  <a:lnTo>
                    <a:pt x="455498" y="1182339"/>
                  </a:lnTo>
                  <a:lnTo>
                    <a:pt x="455492" y="1182329"/>
                  </a:lnTo>
                  <a:lnTo>
                    <a:pt x="455490" y="1182321"/>
                  </a:lnTo>
                  <a:lnTo>
                    <a:pt x="455489" y="1182313"/>
                  </a:lnTo>
                  <a:lnTo>
                    <a:pt x="455489" y="1182303"/>
                  </a:lnTo>
                  <a:lnTo>
                    <a:pt x="455490" y="1182289"/>
                  </a:lnTo>
                  <a:lnTo>
                    <a:pt x="455491" y="1182274"/>
                  </a:lnTo>
                  <a:lnTo>
                    <a:pt x="455493" y="1182248"/>
                  </a:lnTo>
                  <a:lnTo>
                    <a:pt x="455496" y="1182232"/>
                  </a:lnTo>
                  <a:lnTo>
                    <a:pt x="455497" y="1182206"/>
                  </a:lnTo>
                  <a:lnTo>
                    <a:pt x="455497" y="1182185"/>
                  </a:lnTo>
                  <a:lnTo>
                    <a:pt x="455494" y="1182168"/>
                  </a:lnTo>
                  <a:lnTo>
                    <a:pt x="455488" y="1182154"/>
                  </a:lnTo>
                  <a:lnTo>
                    <a:pt x="455476" y="1182138"/>
                  </a:lnTo>
                  <a:lnTo>
                    <a:pt x="455466" y="1182127"/>
                  </a:lnTo>
                  <a:lnTo>
                    <a:pt x="455455" y="1182120"/>
                  </a:lnTo>
                  <a:lnTo>
                    <a:pt x="455425" y="1182102"/>
                  </a:lnTo>
                  <a:lnTo>
                    <a:pt x="455407" y="1182089"/>
                  </a:lnTo>
                  <a:lnTo>
                    <a:pt x="455402" y="1182081"/>
                  </a:lnTo>
                  <a:lnTo>
                    <a:pt x="455399" y="1182069"/>
                  </a:lnTo>
                  <a:lnTo>
                    <a:pt x="455396" y="1182055"/>
                  </a:lnTo>
                  <a:lnTo>
                    <a:pt x="455393" y="1182034"/>
                  </a:lnTo>
                  <a:lnTo>
                    <a:pt x="455387" y="1182010"/>
                  </a:lnTo>
                  <a:lnTo>
                    <a:pt x="455380" y="1181986"/>
                  </a:lnTo>
                  <a:lnTo>
                    <a:pt x="455373" y="1181965"/>
                  </a:lnTo>
                  <a:lnTo>
                    <a:pt x="455364" y="1181946"/>
                  </a:lnTo>
                  <a:lnTo>
                    <a:pt x="455354" y="1181927"/>
                  </a:lnTo>
                  <a:lnTo>
                    <a:pt x="455341" y="1181905"/>
                  </a:lnTo>
                  <a:lnTo>
                    <a:pt x="455335" y="1181894"/>
                  </a:lnTo>
                  <a:lnTo>
                    <a:pt x="455318" y="1181837"/>
                  </a:lnTo>
                  <a:lnTo>
                    <a:pt x="455300" y="1181793"/>
                  </a:lnTo>
                  <a:lnTo>
                    <a:pt x="455300" y="1181788"/>
                  </a:lnTo>
                  <a:lnTo>
                    <a:pt x="455318" y="1181772"/>
                  </a:lnTo>
                  <a:lnTo>
                    <a:pt x="455360" y="1181736"/>
                  </a:lnTo>
                  <a:lnTo>
                    <a:pt x="455376" y="1181720"/>
                  </a:lnTo>
                  <a:lnTo>
                    <a:pt x="455427" y="1181674"/>
                  </a:lnTo>
                  <a:lnTo>
                    <a:pt x="455431" y="1181670"/>
                  </a:lnTo>
                  <a:lnTo>
                    <a:pt x="455435" y="1181666"/>
                  </a:lnTo>
                  <a:lnTo>
                    <a:pt x="455440" y="1181659"/>
                  </a:lnTo>
                  <a:lnTo>
                    <a:pt x="455450" y="1181646"/>
                  </a:lnTo>
                  <a:lnTo>
                    <a:pt x="455465" y="1181622"/>
                  </a:lnTo>
                  <a:lnTo>
                    <a:pt x="455476" y="1181601"/>
                  </a:lnTo>
                  <a:lnTo>
                    <a:pt x="455479" y="1181590"/>
                  </a:lnTo>
                  <a:lnTo>
                    <a:pt x="455482" y="1181579"/>
                  </a:lnTo>
                  <a:lnTo>
                    <a:pt x="455483" y="1181572"/>
                  </a:lnTo>
                  <a:lnTo>
                    <a:pt x="455484" y="1181567"/>
                  </a:lnTo>
                  <a:lnTo>
                    <a:pt x="455485" y="1181550"/>
                  </a:lnTo>
                  <a:lnTo>
                    <a:pt x="455484" y="1181544"/>
                  </a:lnTo>
                  <a:lnTo>
                    <a:pt x="455479" y="1181537"/>
                  </a:lnTo>
                  <a:lnTo>
                    <a:pt x="455475" y="1181531"/>
                  </a:lnTo>
                  <a:lnTo>
                    <a:pt x="455471" y="1181525"/>
                  </a:lnTo>
                  <a:lnTo>
                    <a:pt x="455467" y="1181520"/>
                  </a:lnTo>
                  <a:lnTo>
                    <a:pt x="455458" y="1181508"/>
                  </a:lnTo>
                  <a:lnTo>
                    <a:pt x="455453" y="1181497"/>
                  </a:lnTo>
                  <a:lnTo>
                    <a:pt x="455449" y="1181491"/>
                  </a:lnTo>
                  <a:lnTo>
                    <a:pt x="455446" y="1181484"/>
                  </a:lnTo>
                  <a:lnTo>
                    <a:pt x="455442" y="1181480"/>
                  </a:lnTo>
                  <a:lnTo>
                    <a:pt x="455438" y="1181475"/>
                  </a:lnTo>
                  <a:lnTo>
                    <a:pt x="455432" y="1181469"/>
                  </a:lnTo>
                  <a:lnTo>
                    <a:pt x="455428" y="1181465"/>
                  </a:lnTo>
                  <a:lnTo>
                    <a:pt x="455425" y="1181461"/>
                  </a:lnTo>
                  <a:lnTo>
                    <a:pt x="455416" y="1181452"/>
                  </a:lnTo>
                  <a:lnTo>
                    <a:pt x="455407" y="1181441"/>
                  </a:lnTo>
                  <a:lnTo>
                    <a:pt x="455401" y="1181431"/>
                  </a:lnTo>
                  <a:lnTo>
                    <a:pt x="455396" y="1181424"/>
                  </a:lnTo>
                  <a:lnTo>
                    <a:pt x="455389" y="1181413"/>
                  </a:lnTo>
                  <a:lnTo>
                    <a:pt x="455379" y="1181398"/>
                  </a:lnTo>
                  <a:lnTo>
                    <a:pt x="455376" y="1181394"/>
                  </a:lnTo>
                  <a:lnTo>
                    <a:pt x="455370" y="1181380"/>
                  </a:lnTo>
                  <a:lnTo>
                    <a:pt x="455367" y="1181372"/>
                  </a:lnTo>
                  <a:lnTo>
                    <a:pt x="455367" y="1181365"/>
                  </a:lnTo>
                  <a:lnTo>
                    <a:pt x="455376" y="1181354"/>
                  </a:lnTo>
                  <a:lnTo>
                    <a:pt x="455394" y="1181326"/>
                  </a:lnTo>
                  <a:lnTo>
                    <a:pt x="455411" y="1181299"/>
                  </a:lnTo>
                  <a:lnTo>
                    <a:pt x="455415" y="1181293"/>
                  </a:lnTo>
                  <a:lnTo>
                    <a:pt x="455418" y="1181288"/>
                  </a:lnTo>
                  <a:lnTo>
                    <a:pt x="455427" y="1181276"/>
                  </a:lnTo>
                  <a:lnTo>
                    <a:pt x="455436" y="1181264"/>
                  </a:lnTo>
                  <a:lnTo>
                    <a:pt x="455448" y="1181252"/>
                  </a:lnTo>
                  <a:lnTo>
                    <a:pt x="455458" y="1181240"/>
                  </a:lnTo>
                  <a:lnTo>
                    <a:pt x="455468" y="1181228"/>
                  </a:lnTo>
                  <a:lnTo>
                    <a:pt x="455477" y="1181216"/>
                  </a:lnTo>
                  <a:lnTo>
                    <a:pt x="455480" y="1181210"/>
                  </a:lnTo>
                  <a:lnTo>
                    <a:pt x="455488" y="1181199"/>
                  </a:lnTo>
                  <a:lnTo>
                    <a:pt x="455499" y="1181182"/>
                  </a:lnTo>
                  <a:lnTo>
                    <a:pt x="455503" y="1181176"/>
                  </a:lnTo>
                  <a:lnTo>
                    <a:pt x="455506" y="1181171"/>
                  </a:lnTo>
                  <a:lnTo>
                    <a:pt x="455513" y="1181162"/>
                  </a:lnTo>
                  <a:lnTo>
                    <a:pt x="455528" y="1181144"/>
                  </a:lnTo>
                  <a:lnTo>
                    <a:pt x="455550" y="1181115"/>
                  </a:lnTo>
                  <a:lnTo>
                    <a:pt x="455561" y="1181101"/>
                  </a:lnTo>
                  <a:lnTo>
                    <a:pt x="455568" y="1181094"/>
                  </a:lnTo>
                  <a:lnTo>
                    <a:pt x="455575" y="1181086"/>
                  </a:lnTo>
                  <a:lnTo>
                    <a:pt x="455584" y="1181078"/>
                  </a:lnTo>
                  <a:lnTo>
                    <a:pt x="455588" y="1181075"/>
                  </a:lnTo>
                  <a:lnTo>
                    <a:pt x="455592" y="1181073"/>
                  </a:lnTo>
                  <a:lnTo>
                    <a:pt x="455598" y="1181074"/>
                  </a:lnTo>
                  <a:lnTo>
                    <a:pt x="455603" y="1181075"/>
                  </a:lnTo>
                  <a:lnTo>
                    <a:pt x="455610" y="1181075"/>
                  </a:lnTo>
                  <a:lnTo>
                    <a:pt x="455622" y="1181075"/>
                  </a:lnTo>
                  <a:lnTo>
                    <a:pt x="455627" y="1181075"/>
                  </a:lnTo>
                  <a:lnTo>
                    <a:pt x="455633" y="1181074"/>
                  </a:lnTo>
                  <a:lnTo>
                    <a:pt x="455639" y="1181074"/>
                  </a:lnTo>
                  <a:lnTo>
                    <a:pt x="455666" y="1181073"/>
                  </a:lnTo>
                  <a:lnTo>
                    <a:pt x="455690" y="1181070"/>
                  </a:lnTo>
                  <a:lnTo>
                    <a:pt x="455697" y="1181068"/>
                  </a:lnTo>
                  <a:lnTo>
                    <a:pt x="455716" y="1181059"/>
                  </a:lnTo>
                  <a:lnTo>
                    <a:pt x="455723" y="1181055"/>
                  </a:lnTo>
                  <a:lnTo>
                    <a:pt x="455728" y="1181051"/>
                  </a:lnTo>
                  <a:lnTo>
                    <a:pt x="455734" y="1181046"/>
                  </a:lnTo>
                  <a:lnTo>
                    <a:pt x="455749" y="1181033"/>
                  </a:lnTo>
                  <a:lnTo>
                    <a:pt x="455755" y="1181027"/>
                  </a:lnTo>
                  <a:lnTo>
                    <a:pt x="455765" y="1181018"/>
                  </a:lnTo>
                  <a:lnTo>
                    <a:pt x="455776" y="1181008"/>
                  </a:lnTo>
                  <a:lnTo>
                    <a:pt x="455800" y="1180983"/>
                  </a:lnTo>
                  <a:lnTo>
                    <a:pt x="455824" y="1180958"/>
                  </a:lnTo>
                  <a:lnTo>
                    <a:pt x="455832" y="1180948"/>
                  </a:lnTo>
                  <a:lnTo>
                    <a:pt x="455838" y="1180941"/>
                  </a:lnTo>
                  <a:lnTo>
                    <a:pt x="455842" y="1180936"/>
                  </a:lnTo>
                  <a:lnTo>
                    <a:pt x="455850" y="1180923"/>
                  </a:lnTo>
                  <a:lnTo>
                    <a:pt x="455865" y="1180897"/>
                  </a:lnTo>
                  <a:lnTo>
                    <a:pt x="455873" y="1180885"/>
                  </a:lnTo>
                  <a:lnTo>
                    <a:pt x="455878" y="1180877"/>
                  </a:lnTo>
                  <a:lnTo>
                    <a:pt x="455881" y="1180873"/>
                  </a:lnTo>
                  <a:lnTo>
                    <a:pt x="455889" y="1180866"/>
                  </a:lnTo>
                  <a:lnTo>
                    <a:pt x="455900" y="1180855"/>
                  </a:lnTo>
                  <a:lnTo>
                    <a:pt x="455912" y="1180841"/>
                  </a:lnTo>
                  <a:lnTo>
                    <a:pt x="455922" y="1180822"/>
                  </a:lnTo>
                  <a:lnTo>
                    <a:pt x="455927" y="1180811"/>
                  </a:lnTo>
                  <a:lnTo>
                    <a:pt x="455933" y="1180795"/>
                  </a:lnTo>
                  <a:lnTo>
                    <a:pt x="455935" y="1180780"/>
                  </a:lnTo>
                  <a:lnTo>
                    <a:pt x="455938" y="1180764"/>
                  </a:lnTo>
                  <a:lnTo>
                    <a:pt x="455939" y="1180748"/>
                  </a:lnTo>
                  <a:lnTo>
                    <a:pt x="455940" y="1180739"/>
                  </a:lnTo>
                  <a:lnTo>
                    <a:pt x="455953" y="1180739"/>
                  </a:lnTo>
                  <a:lnTo>
                    <a:pt x="455958" y="1180739"/>
                  </a:lnTo>
                  <a:lnTo>
                    <a:pt x="455966" y="1180739"/>
                  </a:lnTo>
                  <a:lnTo>
                    <a:pt x="455973" y="1180739"/>
                  </a:lnTo>
                  <a:lnTo>
                    <a:pt x="455981" y="1180738"/>
                  </a:lnTo>
                  <a:lnTo>
                    <a:pt x="455987" y="1180736"/>
                  </a:lnTo>
                  <a:lnTo>
                    <a:pt x="455993" y="1180735"/>
                  </a:lnTo>
                  <a:lnTo>
                    <a:pt x="456001" y="1180732"/>
                  </a:lnTo>
                  <a:lnTo>
                    <a:pt x="456030" y="1180721"/>
                  </a:lnTo>
                  <a:lnTo>
                    <a:pt x="456046" y="1180715"/>
                  </a:lnTo>
                  <a:lnTo>
                    <a:pt x="456108" y="1180693"/>
                  </a:lnTo>
                  <a:lnTo>
                    <a:pt x="456115" y="1180692"/>
                  </a:lnTo>
                  <a:lnTo>
                    <a:pt x="456124" y="1180691"/>
                  </a:lnTo>
                  <a:lnTo>
                    <a:pt x="456131" y="1180695"/>
                  </a:lnTo>
                  <a:lnTo>
                    <a:pt x="456139" y="1180699"/>
                  </a:lnTo>
                  <a:lnTo>
                    <a:pt x="456150" y="1180705"/>
                  </a:lnTo>
                  <a:lnTo>
                    <a:pt x="456166" y="1180715"/>
                  </a:lnTo>
                  <a:lnTo>
                    <a:pt x="456177" y="1180721"/>
                  </a:lnTo>
                  <a:lnTo>
                    <a:pt x="456188" y="1180725"/>
                  </a:lnTo>
                  <a:lnTo>
                    <a:pt x="456221" y="1180739"/>
                  </a:lnTo>
                  <a:lnTo>
                    <a:pt x="456247" y="1180751"/>
                  </a:lnTo>
                  <a:lnTo>
                    <a:pt x="456262" y="1180757"/>
                  </a:lnTo>
                  <a:lnTo>
                    <a:pt x="456277" y="1180764"/>
                  </a:lnTo>
                  <a:lnTo>
                    <a:pt x="456288" y="1180769"/>
                  </a:lnTo>
                  <a:lnTo>
                    <a:pt x="456304" y="1180778"/>
                  </a:lnTo>
                  <a:lnTo>
                    <a:pt x="456309" y="1180781"/>
                  </a:lnTo>
                  <a:lnTo>
                    <a:pt x="456314" y="1180783"/>
                  </a:lnTo>
                  <a:lnTo>
                    <a:pt x="456321" y="1180785"/>
                  </a:lnTo>
                  <a:lnTo>
                    <a:pt x="456326" y="1180787"/>
                  </a:lnTo>
                  <a:lnTo>
                    <a:pt x="456334" y="1180791"/>
                  </a:lnTo>
                  <a:lnTo>
                    <a:pt x="456349" y="1180797"/>
                  </a:lnTo>
                  <a:lnTo>
                    <a:pt x="456357" y="1180800"/>
                  </a:lnTo>
                  <a:lnTo>
                    <a:pt x="456368" y="1180803"/>
                  </a:lnTo>
                  <a:lnTo>
                    <a:pt x="456374" y="1180803"/>
                  </a:lnTo>
                  <a:lnTo>
                    <a:pt x="456384" y="1180803"/>
                  </a:lnTo>
                  <a:lnTo>
                    <a:pt x="456394" y="1180799"/>
                  </a:lnTo>
                  <a:lnTo>
                    <a:pt x="456401" y="1180796"/>
                  </a:lnTo>
                  <a:lnTo>
                    <a:pt x="456412" y="1180789"/>
                  </a:lnTo>
                  <a:lnTo>
                    <a:pt x="456421" y="1180784"/>
                  </a:lnTo>
                  <a:lnTo>
                    <a:pt x="456433" y="1180777"/>
                  </a:lnTo>
                  <a:lnTo>
                    <a:pt x="456447" y="1180770"/>
                  </a:lnTo>
                  <a:lnTo>
                    <a:pt x="456460" y="1180761"/>
                  </a:lnTo>
                  <a:lnTo>
                    <a:pt x="456478" y="1180750"/>
                  </a:lnTo>
                  <a:lnTo>
                    <a:pt x="456486" y="1180745"/>
                  </a:lnTo>
                  <a:lnTo>
                    <a:pt x="456500" y="1180734"/>
                  </a:lnTo>
                  <a:lnTo>
                    <a:pt x="456508" y="1180721"/>
                  </a:lnTo>
                  <a:lnTo>
                    <a:pt x="456511" y="1180713"/>
                  </a:lnTo>
                  <a:lnTo>
                    <a:pt x="456513" y="1180706"/>
                  </a:lnTo>
                  <a:lnTo>
                    <a:pt x="456515" y="1180700"/>
                  </a:lnTo>
                  <a:lnTo>
                    <a:pt x="456518" y="1180689"/>
                  </a:lnTo>
                  <a:lnTo>
                    <a:pt x="456520" y="1180683"/>
                  </a:lnTo>
                  <a:lnTo>
                    <a:pt x="456522" y="1180678"/>
                  </a:lnTo>
                  <a:lnTo>
                    <a:pt x="456526" y="1180671"/>
                  </a:lnTo>
                  <a:lnTo>
                    <a:pt x="456530" y="1180663"/>
                  </a:lnTo>
                  <a:lnTo>
                    <a:pt x="456534" y="1180656"/>
                  </a:lnTo>
                  <a:lnTo>
                    <a:pt x="456539" y="1180649"/>
                  </a:lnTo>
                  <a:lnTo>
                    <a:pt x="456542" y="1180644"/>
                  </a:lnTo>
                  <a:lnTo>
                    <a:pt x="456548" y="1180638"/>
                  </a:lnTo>
                  <a:lnTo>
                    <a:pt x="456555" y="1180630"/>
                  </a:lnTo>
                  <a:lnTo>
                    <a:pt x="456559" y="1180626"/>
                  </a:lnTo>
                  <a:lnTo>
                    <a:pt x="456564" y="1180619"/>
                  </a:lnTo>
                  <a:lnTo>
                    <a:pt x="456574" y="1180608"/>
                  </a:lnTo>
                  <a:lnTo>
                    <a:pt x="456581" y="1180601"/>
                  </a:lnTo>
                  <a:lnTo>
                    <a:pt x="456635" y="1180564"/>
                  </a:lnTo>
                  <a:lnTo>
                    <a:pt x="456651" y="1180551"/>
                  </a:lnTo>
                  <a:lnTo>
                    <a:pt x="456683" y="1180525"/>
                  </a:lnTo>
                  <a:lnTo>
                    <a:pt x="456698" y="1180514"/>
                  </a:lnTo>
                  <a:lnTo>
                    <a:pt x="456707" y="1180509"/>
                  </a:lnTo>
                  <a:lnTo>
                    <a:pt x="456713" y="1180504"/>
                  </a:lnTo>
                  <a:lnTo>
                    <a:pt x="456773" y="1180464"/>
                  </a:lnTo>
                  <a:lnTo>
                    <a:pt x="456803" y="1180449"/>
                  </a:lnTo>
                  <a:lnTo>
                    <a:pt x="456812" y="1180445"/>
                  </a:lnTo>
                  <a:lnTo>
                    <a:pt x="456832" y="1180437"/>
                  </a:lnTo>
                  <a:lnTo>
                    <a:pt x="456846" y="1180431"/>
                  </a:lnTo>
                  <a:lnTo>
                    <a:pt x="456863" y="1180426"/>
                  </a:lnTo>
                  <a:lnTo>
                    <a:pt x="456897" y="1180419"/>
                  </a:lnTo>
                  <a:lnTo>
                    <a:pt x="456907" y="1180415"/>
                  </a:lnTo>
                  <a:lnTo>
                    <a:pt x="456903" y="1180400"/>
                  </a:lnTo>
                  <a:lnTo>
                    <a:pt x="456901" y="1180390"/>
                  </a:lnTo>
                  <a:lnTo>
                    <a:pt x="456901" y="1180378"/>
                  </a:lnTo>
                  <a:lnTo>
                    <a:pt x="456900" y="1180361"/>
                  </a:lnTo>
                  <a:lnTo>
                    <a:pt x="456900" y="1180352"/>
                  </a:lnTo>
                  <a:lnTo>
                    <a:pt x="456898" y="1180332"/>
                  </a:lnTo>
                  <a:lnTo>
                    <a:pt x="456896" y="1180322"/>
                  </a:lnTo>
                  <a:lnTo>
                    <a:pt x="456896" y="1180316"/>
                  </a:lnTo>
                  <a:lnTo>
                    <a:pt x="456894" y="1180302"/>
                  </a:lnTo>
                  <a:lnTo>
                    <a:pt x="456893" y="1180294"/>
                  </a:lnTo>
                  <a:lnTo>
                    <a:pt x="456890" y="1180261"/>
                  </a:lnTo>
                  <a:lnTo>
                    <a:pt x="456889" y="1180250"/>
                  </a:lnTo>
                  <a:lnTo>
                    <a:pt x="456885" y="1180224"/>
                  </a:lnTo>
                  <a:lnTo>
                    <a:pt x="456881" y="1180199"/>
                  </a:lnTo>
                  <a:lnTo>
                    <a:pt x="456880" y="1180187"/>
                  </a:lnTo>
                  <a:lnTo>
                    <a:pt x="456877" y="1180175"/>
                  </a:lnTo>
                  <a:lnTo>
                    <a:pt x="456875" y="1180165"/>
                  </a:lnTo>
                  <a:lnTo>
                    <a:pt x="456873" y="1180160"/>
                  </a:lnTo>
                  <a:lnTo>
                    <a:pt x="456870" y="1180153"/>
                  </a:lnTo>
                  <a:lnTo>
                    <a:pt x="456866" y="1180145"/>
                  </a:lnTo>
                  <a:lnTo>
                    <a:pt x="456859" y="1180134"/>
                  </a:lnTo>
                  <a:lnTo>
                    <a:pt x="456846" y="1180116"/>
                  </a:lnTo>
                  <a:lnTo>
                    <a:pt x="456830" y="1180095"/>
                  </a:lnTo>
                  <a:lnTo>
                    <a:pt x="456819" y="1180080"/>
                  </a:lnTo>
                  <a:lnTo>
                    <a:pt x="456819" y="1180072"/>
                  </a:lnTo>
                  <a:lnTo>
                    <a:pt x="456822" y="1180064"/>
                  </a:lnTo>
                  <a:lnTo>
                    <a:pt x="456825" y="1180054"/>
                  </a:lnTo>
                  <a:lnTo>
                    <a:pt x="456828" y="1180043"/>
                  </a:lnTo>
                  <a:lnTo>
                    <a:pt x="456834" y="1180023"/>
                  </a:lnTo>
                  <a:lnTo>
                    <a:pt x="456840" y="1180001"/>
                  </a:lnTo>
                  <a:lnTo>
                    <a:pt x="456843" y="1179985"/>
                  </a:lnTo>
                  <a:lnTo>
                    <a:pt x="456846" y="1179965"/>
                  </a:lnTo>
                  <a:lnTo>
                    <a:pt x="456846" y="1179960"/>
                  </a:lnTo>
                  <a:lnTo>
                    <a:pt x="456846" y="1179944"/>
                  </a:lnTo>
                  <a:lnTo>
                    <a:pt x="456846" y="1179934"/>
                  </a:lnTo>
                  <a:lnTo>
                    <a:pt x="456844" y="1179911"/>
                  </a:lnTo>
                  <a:lnTo>
                    <a:pt x="456843" y="1179902"/>
                  </a:lnTo>
                  <a:lnTo>
                    <a:pt x="456842" y="1179892"/>
                  </a:lnTo>
                  <a:lnTo>
                    <a:pt x="456840" y="1179874"/>
                  </a:lnTo>
                  <a:lnTo>
                    <a:pt x="456837" y="1179848"/>
                  </a:lnTo>
                  <a:lnTo>
                    <a:pt x="456836" y="1179833"/>
                  </a:lnTo>
                  <a:lnTo>
                    <a:pt x="456833" y="1179805"/>
                  </a:lnTo>
                  <a:lnTo>
                    <a:pt x="456835" y="1179754"/>
                  </a:lnTo>
                  <a:lnTo>
                    <a:pt x="456835" y="1179747"/>
                  </a:lnTo>
                  <a:lnTo>
                    <a:pt x="456836" y="1179725"/>
                  </a:lnTo>
                  <a:lnTo>
                    <a:pt x="456837" y="1179718"/>
                  </a:lnTo>
                  <a:lnTo>
                    <a:pt x="456837" y="1179707"/>
                  </a:lnTo>
                  <a:lnTo>
                    <a:pt x="456837" y="1179699"/>
                  </a:lnTo>
                  <a:lnTo>
                    <a:pt x="456837" y="1179669"/>
                  </a:lnTo>
                  <a:lnTo>
                    <a:pt x="456841" y="1179646"/>
                  </a:lnTo>
                  <a:lnTo>
                    <a:pt x="456846" y="1179633"/>
                  </a:lnTo>
                  <a:lnTo>
                    <a:pt x="456853" y="1179624"/>
                  </a:lnTo>
                  <a:lnTo>
                    <a:pt x="456875" y="1179585"/>
                  </a:lnTo>
                  <a:lnTo>
                    <a:pt x="456886" y="1179561"/>
                  </a:lnTo>
                  <a:lnTo>
                    <a:pt x="456890" y="1179551"/>
                  </a:lnTo>
                  <a:lnTo>
                    <a:pt x="456904" y="1179526"/>
                  </a:lnTo>
                  <a:lnTo>
                    <a:pt x="456908" y="1179520"/>
                  </a:lnTo>
                  <a:lnTo>
                    <a:pt x="456913" y="1179512"/>
                  </a:lnTo>
                  <a:lnTo>
                    <a:pt x="456939" y="1179474"/>
                  </a:lnTo>
                  <a:lnTo>
                    <a:pt x="456967" y="1179431"/>
                  </a:lnTo>
                  <a:lnTo>
                    <a:pt x="456972" y="1179425"/>
                  </a:lnTo>
                  <a:lnTo>
                    <a:pt x="456976" y="1179416"/>
                  </a:lnTo>
                  <a:lnTo>
                    <a:pt x="456984" y="1179403"/>
                  </a:lnTo>
                  <a:lnTo>
                    <a:pt x="457006" y="1179364"/>
                  </a:lnTo>
                  <a:lnTo>
                    <a:pt x="457010" y="1179357"/>
                  </a:lnTo>
                  <a:lnTo>
                    <a:pt x="457017" y="1179348"/>
                  </a:lnTo>
                  <a:lnTo>
                    <a:pt x="457021" y="1179343"/>
                  </a:lnTo>
                  <a:lnTo>
                    <a:pt x="457025" y="1179339"/>
                  </a:lnTo>
                  <a:lnTo>
                    <a:pt x="457029" y="1179336"/>
                  </a:lnTo>
                  <a:lnTo>
                    <a:pt x="457054" y="1179317"/>
                  </a:lnTo>
                  <a:lnTo>
                    <a:pt x="457054" y="1179311"/>
                  </a:lnTo>
                  <a:lnTo>
                    <a:pt x="457049" y="1179302"/>
                  </a:lnTo>
                  <a:lnTo>
                    <a:pt x="457044" y="1179292"/>
                  </a:lnTo>
                  <a:lnTo>
                    <a:pt x="457040" y="1179287"/>
                  </a:lnTo>
                  <a:lnTo>
                    <a:pt x="457033" y="1179278"/>
                  </a:lnTo>
                  <a:lnTo>
                    <a:pt x="457022" y="1179263"/>
                  </a:lnTo>
                  <a:lnTo>
                    <a:pt x="457013" y="1179250"/>
                  </a:lnTo>
                  <a:lnTo>
                    <a:pt x="457007" y="1179242"/>
                  </a:lnTo>
                  <a:lnTo>
                    <a:pt x="457005" y="1179238"/>
                  </a:lnTo>
                  <a:lnTo>
                    <a:pt x="457000" y="1179229"/>
                  </a:lnTo>
                  <a:lnTo>
                    <a:pt x="456995" y="1179218"/>
                  </a:lnTo>
                  <a:lnTo>
                    <a:pt x="456988" y="1179196"/>
                  </a:lnTo>
                  <a:lnTo>
                    <a:pt x="456985" y="1179184"/>
                  </a:lnTo>
                  <a:lnTo>
                    <a:pt x="456982" y="1179176"/>
                  </a:lnTo>
                  <a:lnTo>
                    <a:pt x="456962" y="1179121"/>
                  </a:lnTo>
                  <a:lnTo>
                    <a:pt x="456959" y="1179115"/>
                  </a:lnTo>
                  <a:lnTo>
                    <a:pt x="456957" y="1179111"/>
                  </a:lnTo>
                  <a:lnTo>
                    <a:pt x="456954" y="1179107"/>
                  </a:lnTo>
                  <a:lnTo>
                    <a:pt x="456947" y="1179101"/>
                  </a:lnTo>
                  <a:lnTo>
                    <a:pt x="456939" y="1179097"/>
                  </a:lnTo>
                  <a:lnTo>
                    <a:pt x="456934" y="1179094"/>
                  </a:lnTo>
                  <a:lnTo>
                    <a:pt x="456918" y="1179090"/>
                  </a:lnTo>
                  <a:lnTo>
                    <a:pt x="456900" y="1179086"/>
                  </a:lnTo>
                  <a:lnTo>
                    <a:pt x="456823" y="1179067"/>
                  </a:lnTo>
                  <a:lnTo>
                    <a:pt x="456800" y="1179060"/>
                  </a:lnTo>
                  <a:lnTo>
                    <a:pt x="456795" y="1179058"/>
                  </a:lnTo>
                  <a:lnTo>
                    <a:pt x="456783" y="1179052"/>
                  </a:lnTo>
                  <a:lnTo>
                    <a:pt x="456760" y="1179040"/>
                  </a:lnTo>
                  <a:lnTo>
                    <a:pt x="456749" y="1179034"/>
                  </a:lnTo>
                  <a:lnTo>
                    <a:pt x="456742" y="1179030"/>
                  </a:lnTo>
                  <a:lnTo>
                    <a:pt x="456737" y="1179025"/>
                  </a:lnTo>
                  <a:lnTo>
                    <a:pt x="456732" y="1179021"/>
                  </a:lnTo>
                  <a:lnTo>
                    <a:pt x="456728" y="1179017"/>
                  </a:lnTo>
                  <a:lnTo>
                    <a:pt x="456725" y="1179008"/>
                  </a:lnTo>
                  <a:lnTo>
                    <a:pt x="456724" y="1178992"/>
                  </a:lnTo>
                  <a:lnTo>
                    <a:pt x="456722" y="1178981"/>
                  </a:lnTo>
                  <a:lnTo>
                    <a:pt x="456721" y="1178973"/>
                  </a:lnTo>
                  <a:lnTo>
                    <a:pt x="456719" y="1178964"/>
                  </a:lnTo>
                  <a:lnTo>
                    <a:pt x="456716" y="1178957"/>
                  </a:lnTo>
                  <a:lnTo>
                    <a:pt x="456712" y="1178953"/>
                  </a:lnTo>
                  <a:lnTo>
                    <a:pt x="456703" y="1178948"/>
                  </a:lnTo>
                  <a:lnTo>
                    <a:pt x="456695" y="1178945"/>
                  </a:lnTo>
                  <a:lnTo>
                    <a:pt x="456677" y="1178939"/>
                  </a:lnTo>
                  <a:lnTo>
                    <a:pt x="456669" y="1178936"/>
                  </a:lnTo>
                  <a:lnTo>
                    <a:pt x="456655" y="1178932"/>
                  </a:lnTo>
                  <a:lnTo>
                    <a:pt x="456638" y="1178927"/>
                  </a:lnTo>
                  <a:lnTo>
                    <a:pt x="456631" y="1178926"/>
                  </a:lnTo>
                  <a:lnTo>
                    <a:pt x="456624" y="1178925"/>
                  </a:lnTo>
                  <a:lnTo>
                    <a:pt x="456611" y="1178924"/>
                  </a:lnTo>
                  <a:lnTo>
                    <a:pt x="456598" y="1178923"/>
                  </a:lnTo>
                  <a:lnTo>
                    <a:pt x="456578" y="1178921"/>
                  </a:lnTo>
                  <a:lnTo>
                    <a:pt x="456563" y="1178920"/>
                  </a:lnTo>
                  <a:lnTo>
                    <a:pt x="456547" y="1178919"/>
                  </a:lnTo>
                  <a:lnTo>
                    <a:pt x="456540" y="1178919"/>
                  </a:lnTo>
                  <a:lnTo>
                    <a:pt x="456515" y="1178925"/>
                  </a:lnTo>
                  <a:lnTo>
                    <a:pt x="456505" y="1178928"/>
                  </a:lnTo>
                  <a:lnTo>
                    <a:pt x="456484" y="1178936"/>
                  </a:lnTo>
                  <a:lnTo>
                    <a:pt x="456465" y="1178946"/>
                  </a:lnTo>
                  <a:lnTo>
                    <a:pt x="456445" y="1178958"/>
                  </a:lnTo>
                  <a:lnTo>
                    <a:pt x="456413" y="1178981"/>
                  </a:lnTo>
                  <a:lnTo>
                    <a:pt x="456393" y="1178993"/>
                  </a:lnTo>
                  <a:lnTo>
                    <a:pt x="456381" y="1179000"/>
                  </a:lnTo>
                  <a:lnTo>
                    <a:pt x="456367" y="1179007"/>
                  </a:lnTo>
                  <a:lnTo>
                    <a:pt x="456345" y="1179017"/>
                  </a:lnTo>
                  <a:lnTo>
                    <a:pt x="456330" y="1179024"/>
                  </a:lnTo>
                  <a:lnTo>
                    <a:pt x="456308" y="1179030"/>
                  </a:lnTo>
                  <a:lnTo>
                    <a:pt x="456277" y="1179038"/>
                  </a:lnTo>
                  <a:lnTo>
                    <a:pt x="456233" y="1179046"/>
                  </a:lnTo>
                  <a:lnTo>
                    <a:pt x="456220" y="1179047"/>
                  </a:lnTo>
                  <a:lnTo>
                    <a:pt x="456214" y="1179047"/>
                  </a:lnTo>
                  <a:lnTo>
                    <a:pt x="456201" y="1179048"/>
                  </a:lnTo>
                  <a:lnTo>
                    <a:pt x="456195" y="1179048"/>
                  </a:lnTo>
                  <a:lnTo>
                    <a:pt x="456187" y="1179054"/>
                  </a:lnTo>
                  <a:lnTo>
                    <a:pt x="456179" y="1179065"/>
                  </a:lnTo>
                  <a:lnTo>
                    <a:pt x="456133" y="1179139"/>
                  </a:lnTo>
                  <a:lnTo>
                    <a:pt x="456122" y="1179152"/>
                  </a:lnTo>
                  <a:lnTo>
                    <a:pt x="456109" y="1179169"/>
                  </a:lnTo>
                  <a:lnTo>
                    <a:pt x="456100" y="1179178"/>
                  </a:lnTo>
                  <a:lnTo>
                    <a:pt x="456090" y="1179189"/>
                  </a:lnTo>
                  <a:lnTo>
                    <a:pt x="456083" y="1179198"/>
                  </a:lnTo>
                  <a:lnTo>
                    <a:pt x="456073" y="1179210"/>
                  </a:lnTo>
                  <a:lnTo>
                    <a:pt x="456067" y="1179219"/>
                  </a:lnTo>
                  <a:lnTo>
                    <a:pt x="456062" y="1179227"/>
                  </a:lnTo>
                  <a:lnTo>
                    <a:pt x="456057" y="1179233"/>
                  </a:lnTo>
                  <a:lnTo>
                    <a:pt x="456053" y="1179239"/>
                  </a:lnTo>
                  <a:lnTo>
                    <a:pt x="456041" y="1179249"/>
                  </a:lnTo>
                  <a:lnTo>
                    <a:pt x="456032" y="1179256"/>
                  </a:lnTo>
                  <a:lnTo>
                    <a:pt x="456024" y="1179258"/>
                  </a:lnTo>
                  <a:lnTo>
                    <a:pt x="456014" y="1179258"/>
                  </a:lnTo>
                  <a:lnTo>
                    <a:pt x="456008" y="1179258"/>
                  </a:lnTo>
                  <a:lnTo>
                    <a:pt x="455995" y="1179256"/>
                  </a:lnTo>
                  <a:lnTo>
                    <a:pt x="455966" y="1179252"/>
                  </a:lnTo>
                  <a:lnTo>
                    <a:pt x="455961" y="1179252"/>
                  </a:lnTo>
                  <a:lnTo>
                    <a:pt x="455951" y="1179251"/>
                  </a:lnTo>
                  <a:lnTo>
                    <a:pt x="455946" y="1179250"/>
                  </a:lnTo>
                  <a:lnTo>
                    <a:pt x="455931" y="1179247"/>
                  </a:lnTo>
                  <a:lnTo>
                    <a:pt x="455923" y="1179245"/>
                  </a:lnTo>
                  <a:lnTo>
                    <a:pt x="455917" y="1179243"/>
                  </a:lnTo>
                  <a:lnTo>
                    <a:pt x="455911" y="1179241"/>
                  </a:lnTo>
                  <a:lnTo>
                    <a:pt x="455905" y="1179238"/>
                  </a:lnTo>
                  <a:lnTo>
                    <a:pt x="455874" y="1179219"/>
                  </a:lnTo>
                  <a:lnTo>
                    <a:pt x="455866" y="1179217"/>
                  </a:lnTo>
                  <a:lnTo>
                    <a:pt x="455825" y="1179209"/>
                  </a:lnTo>
                  <a:lnTo>
                    <a:pt x="455798" y="1179204"/>
                  </a:lnTo>
                  <a:lnTo>
                    <a:pt x="455793" y="1179203"/>
                  </a:lnTo>
                  <a:lnTo>
                    <a:pt x="455785" y="1179202"/>
                  </a:lnTo>
                  <a:lnTo>
                    <a:pt x="455771" y="1179199"/>
                  </a:lnTo>
                  <a:lnTo>
                    <a:pt x="455765" y="1179196"/>
                  </a:lnTo>
                  <a:lnTo>
                    <a:pt x="455756" y="1179189"/>
                  </a:lnTo>
                  <a:lnTo>
                    <a:pt x="455753" y="1179186"/>
                  </a:lnTo>
                  <a:lnTo>
                    <a:pt x="455737" y="1179171"/>
                  </a:lnTo>
                  <a:lnTo>
                    <a:pt x="455728" y="1179165"/>
                  </a:lnTo>
                  <a:lnTo>
                    <a:pt x="455723" y="1179162"/>
                  </a:lnTo>
                  <a:lnTo>
                    <a:pt x="455714" y="1179155"/>
                  </a:lnTo>
                  <a:lnTo>
                    <a:pt x="455709" y="1179151"/>
                  </a:lnTo>
                  <a:lnTo>
                    <a:pt x="455656" y="1179108"/>
                  </a:lnTo>
                  <a:lnTo>
                    <a:pt x="455626" y="1179093"/>
                  </a:lnTo>
                  <a:lnTo>
                    <a:pt x="455620" y="1179090"/>
                  </a:lnTo>
                  <a:lnTo>
                    <a:pt x="455612" y="1179089"/>
                  </a:lnTo>
                  <a:lnTo>
                    <a:pt x="455521" y="1179069"/>
                  </a:lnTo>
                  <a:lnTo>
                    <a:pt x="455511" y="1179069"/>
                  </a:lnTo>
                  <a:lnTo>
                    <a:pt x="455499" y="1179069"/>
                  </a:lnTo>
                  <a:lnTo>
                    <a:pt x="455491" y="1179069"/>
                  </a:lnTo>
                  <a:lnTo>
                    <a:pt x="455474" y="1179069"/>
                  </a:lnTo>
                  <a:lnTo>
                    <a:pt x="455463" y="1179068"/>
                  </a:lnTo>
                  <a:lnTo>
                    <a:pt x="455453" y="1179068"/>
                  </a:lnTo>
                  <a:lnTo>
                    <a:pt x="455445" y="1179068"/>
                  </a:lnTo>
                  <a:lnTo>
                    <a:pt x="455421" y="1179068"/>
                  </a:lnTo>
                  <a:lnTo>
                    <a:pt x="455393" y="1179068"/>
                  </a:lnTo>
                  <a:lnTo>
                    <a:pt x="455386" y="1179069"/>
                  </a:lnTo>
                  <a:lnTo>
                    <a:pt x="455382" y="1179069"/>
                  </a:lnTo>
                  <a:lnTo>
                    <a:pt x="455376" y="1179069"/>
                  </a:lnTo>
                  <a:lnTo>
                    <a:pt x="455360" y="1179071"/>
                  </a:lnTo>
                  <a:lnTo>
                    <a:pt x="455344" y="1179073"/>
                  </a:lnTo>
                  <a:lnTo>
                    <a:pt x="455330" y="1179073"/>
                  </a:lnTo>
                  <a:lnTo>
                    <a:pt x="455314" y="1179074"/>
                  </a:lnTo>
                  <a:lnTo>
                    <a:pt x="455306" y="1179074"/>
                  </a:lnTo>
                  <a:lnTo>
                    <a:pt x="455298" y="1179074"/>
                  </a:lnTo>
                  <a:lnTo>
                    <a:pt x="455285" y="1179074"/>
                  </a:lnTo>
                  <a:lnTo>
                    <a:pt x="455268" y="1179074"/>
                  </a:lnTo>
                  <a:lnTo>
                    <a:pt x="455118" y="1179073"/>
                  </a:lnTo>
                  <a:lnTo>
                    <a:pt x="455050" y="1179075"/>
                  </a:lnTo>
                  <a:lnTo>
                    <a:pt x="454960" y="1179080"/>
                  </a:lnTo>
                  <a:lnTo>
                    <a:pt x="454869" y="1179083"/>
                  </a:lnTo>
                  <a:lnTo>
                    <a:pt x="454856" y="1179087"/>
                  </a:lnTo>
                  <a:lnTo>
                    <a:pt x="454832" y="1179102"/>
                  </a:lnTo>
                  <a:lnTo>
                    <a:pt x="454816" y="1179116"/>
                  </a:lnTo>
                  <a:lnTo>
                    <a:pt x="454791" y="1179139"/>
                  </a:lnTo>
                  <a:lnTo>
                    <a:pt x="454771" y="1179155"/>
                  </a:lnTo>
                  <a:lnTo>
                    <a:pt x="454759" y="1179162"/>
                  </a:lnTo>
                  <a:lnTo>
                    <a:pt x="454731" y="1179173"/>
                  </a:lnTo>
                  <a:lnTo>
                    <a:pt x="454671" y="1179195"/>
                  </a:lnTo>
                  <a:lnTo>
                    <a:pt x="454639" y="1179210"/>
                  </a:lnTo>
                  <a:lnTo>
                    <a:pt x="454599" y="1179229"/>
                  </a:lnTo>
                  <a:lnTo>
                    <a:pt x="454556" y="1179250"/>
                  </a:lnTo>
                  <a:lnTo>
                    <a:pt x="454518" y="1179268"/>
                  </a:lnTo>
                  <a:lnTo>
                    <a:pt x="454488" y="1179288"/>
                  </a:lnTo>
                  <a:lnTo>
                    <a:pt x="454443" y="1179317"/>
                  </a:lnTo>
                  <a:lnTo>
                    <a:pt x="454435" y="1179321"/>
                  </a:lnTo>
                  <a:lnTo>
                    <a:pt x="454427" y="1179322"/>
                  </a:lnTo>
                  <a:lnTo>
                    <a:pt x="454420" y="1179321"/>
                  </a:lnTo>
                  <a:lnTo>
                    <a:pt x="454412" y="1179319"/>
                  </a:lnTo>
                  <a:lnTo>
                    <a:pt x="454349" y="1179259"/>
                  </a:lnTo>
                  <a:lnTo>
                    <a:pt x="454301" y="1179222"/>
                  </a:lnTo>
                  <a:lnTo>
                    <a:pt x="454239" y="1179195"/>
                  </a:lnTo>
                  <a:lnTo>
                    <a:pt x="454167" y="1179166"/>
                  </a:lnTo>
                  <a:lnTo>
                    <a:pt x="454128" y="1179152"/>
                  </a:lnTo>
                  <a:lnTo>
                    <a:pt x="454111" y="1179140"/>
                  </a:lnTo>
                  <a:lnTo>
                    <a:pt x="454090" y="1179119"/>
                  </a:lnTo>
                  <a:lnTo>
                    <a:pt x="454069" y="1179093"/>
                  </a:lnTo>
                  <a:lnTo>
                    <a:pt x="454048" y="1179075"/>
                  </a:lnTo>
                  <a:lnTo>
                    <a:pt x="454023" y="1179058"/>
                  </a:lnTo>
                  <a:lnTo>
                    <a:pt x="454007" y="1179050"/>
                  </a:lnTo>
                  <a:lnTo>
                    <a:pt x="453902" y="1179009"/>
                  </a:lnTo>
                  <a:lnTo>
                    <a:pt x="453857" y="1178994"/>
                  </a:lnTo>
                  <a:lnTo>
                    <a:pt x="453818" y="1178981"/>
                  </a:lnTo>
                  <a:lnTo>
                    <a:pt x="453765" y="1178966"/>
                  </a:lnTo>
                  <a:lnTo>
                    <a:pt x="453682" y="1178944"/>
                  </a:lnTo>
                  <a:lnTo>
                    <a:pt x="453636" y="1178932"/>
                  </a:lnTo>
                  <a:lnTo>
                    <a:pt x="453592" y="1178919"/>
                  </a:lnTo>
                  <a:lnTo>
                    <a:pt x="453580" y="1178915"/>
                  </a:lnTo>
                  <a:lnTo>
                    <a:pt x="453561" y="1178909"/>
                  </a:lnTo>
                  <a:lnTo>
                    <a:pt x="453528" y="1178892"/>
                  </a:lnTo>
                  <a:lnTo>
                    <a:pt x="453510" y="1178877"/>
                  </a:lnTo>
                  <a:lnTo>
                    <a:pt x="453488" y="1178864"/>
                  </a:lnTo>
                  <a:lnTo>
                    <a:pt x="453476" y="1178863"/>
                  </a:lnTo>
                  <a:lnTo>
                    <a:pt x="453465" y="1178867"/>
                  </a:lnTo>
                  <a:lnTo>
                    <a:pt x="453368" y="1178929"/>
                  </a:lnTo>
                  <a:lnTo>
                    <a:pt x="453346" y="1178937"/>
                  </a:lnTo>
                  <a:lnTo>
                    <a:pt x="453335" y="1178936"/>
                  </a:lnTo>
                  <a:lnTo>
                    <a:pt x="453325" y="1178927"/>
                  </a:lnTo>
                  <a:lnTo>
                    <a:pt x="453237" y="1178834"/>
                  </a:lnTo>
                  <a:lnTo>
                    <a:pt x="453186" y="1178781"/>
                  </a:lnTo>
                  <a:lnTo>
                    <a:pt x="453180" y="1178768"/>
                  </a:lnTo>
                  <a:lnTo>
                    <a:pt x="453179" y="1178759"/>
                  </a:lnTo>
                  <a:lnTo>
                    <a:pt x="453184" y="1178734"/>
                  </a:lnTo>
                  <a:lnTo>
                    <a:pt x="453188" y="1178722"/>
                  </a:lnTo>
                  <a:lnTo>
                    <a:pt x="453206" y="1178691"/>
                  </a:lnTo>
                  <a:lnTo>
                    <a:pt x="453234" y="1178638"/>
                  </a:lnTo>
                  <a:lnTo>
                    <a:pt x="453247" y="1178607"/>
                  </a:lnTo>
                  <a:lnTo>
                    <a:pt x="453255" y="1178592"/>
                  </a:lnTo>
                  <a:lnTo>
                    <a:pt x="453256" y="1178575"/>
                  </a:lnTo>
                  <a:lnTo>
                    <a:pt x="453255" y="1178568"/>
                  </a:lnTo>
                  <a:lnTo>
                    <a:pt x="453251" y="1178563"/>
                  </a:lnTo>
                  <a:lnTo>
                    <a:pt x="453246" y="1178558"/>
                  </a:lnTo>
                  <a:lnTo>
                    <a:pt x="453212" y="1178534"/>
                  </a:lnTo>
                  <a:lnTo>
                    <a:pt x="453177" y="1178502"/>
                  </a:lnTo>
                  <a:lnTo>
                    <a:pt x="453169" y="1178493"/>
                  </a:lnTo>
                  <a:lnTo>
                    <a:pt x="453164" y="1178485"/>
                  </a:lnTo>
                  <a:lnTo>
                    <a:pt x="453165" y="1178480"/>
                  </a:lnTo>
                  <a:lnTo>
                    <a:pt x="453180" y="1178456"/>
                  </a:lnTo>
                  <a:lnTo>
                    <a:pt x="453232" y="1178384"/>
                  </a:lnTo>
                  <a:lnTo>
                    <a:pt x="453286" y="1178299"/>
                  </a:lnTo>
                  <a:lnTo>
                    <a:pt x="453299" y="1178273"/>
                  </a:lnTo>
                  <a:lnTo>
                    <a:pt x="453302" y="1178248"/>
                  </a:lnTo>
                  <a:lnTo>
                    <a:pt x="453299" y="1178226"/>
                  </a:lnTo>
                  <a:lnTo>
                    <a:pt x="453290" y="1178210"/>
                  </a:lnTo>
                  <a:lnTo>
                    <a:pt x="453274" y="1178193"/>
                  </a:lnTo>
                  <a:lnTo>
                    <a:pt x="453219" y="1178135"/>
                  </a:lnTo>
                  <a:lnTo>
                    <a:pt x="453192" y="1178086"/>
                  </a:lnTo>
                  <a:lnTo>
                    <a:pt x="453183" y="1178065"/>
                  </a:lnTo>
                  <a:lnTo>
                    <a:pt x="453181" y="1178050"/>
                  </a:lnTo>
                  <a:lnTo>
                    <a:pt x="453182" y="1178038"/>
                  </a:lnTo>
                  <a:lnTo>
                    <a:pt x="453187" y="1178030"/>
                  </a:lnTo>
                  <a:lnTo>
                    <a:pt x="453246" y="1177999"/>
                  </a:lnTo>
                  <a:lnTo>
                    <a:pt x="453288" y="1177976"/>
                  </a:lnTo>
                  <a:lnTo>
                    <a:pt x="453332" y="1177961"/>
                  </a:lnTo>
                  <a:lnTo>
                    <a:pt x="453367" y="1177949"/>
                  </a:lnTo>
                  <a:lnTo>
                    <a:pt x="453409" y="1177932"/>
                  </a:lnTo>
                  <a:lnTo>
                    <a:pt x="453413" y="1177929"/>
                  </a:lnTo>
                  <a:lnTo>
                    <a:pt x="453445" y="1177911"/>
                  </a:lnTo>
                  <a:lnTo>
                    <a:pt x="453457" y="1177904"/>
                  </a:lnTo>
                  <a:lnTo>
                    <a:pt x="453477" y="1177890"/>
                  </a:lnTo>
                  <a:lnTo>
                    <a:pt x="453490" y="1177875"/>
                  </a:lnTo>
                  <a:lnTo>
                    <a:pt x="453504" y="1177853"/>
                  </a:lnTo>
                  <a:lnTo>
                    <a:pt x="453506" y="1177841"/>
                  </a:lnTo>
                  <a:lnTo>
                    <a:pt x="453495" y="1177814"/>
                  </a:lnTo>
                  <a:lnTo>
                    <a:pt x="453491" y="1177792"/>
                  </a:lnTo>
                  <a:lnTo>
                    <a:pt x="453493" y="1177783"/>
                  </a:lnTo>
                  <a:lnTo>
                    <a:pt x="453516" y="1177748"/>
                  </a:lnTo>
                  <a:lnTo>
                    <a:pt x="453529" y="1177726"/>
                  </a:lnTo>
                  <a:lnTo>
                    <a:pt x="453544" y="1177701"/>
                  </a:lnTo>
                  <a:lnTo>
                    <a:pt x="453559" y="1177680"/>
                  </a:lnTo>
                  <a:lnTo>
                    <a:pt x="453566" y="1177663"/>
                  </a:lnTo>
                  <a:lnTo>
                    <a:pt x="453585" y="1177628"/>
                  </a:lnTo>
                  <a:lnTo>
                    <a:pt x="453594" y="1177605"/>
                  </a:lnTo>
                  <a:lnTo>
                    <a:pt x="453596" y="1177588"/>
                  </a:lnTo>
                  <a:lnTo>
                    <a:pt x="453597" y="1177570"/>
                  </a:lnTo>
                  <a:lnTo>
                    <a:pt x="453596" y="1177552"/>
                  </a:lnTo>
                  <a:lnTo>
                    <a:pt x="453591" y="1177536"/>
                  </a:lnTo>
                  <a:lnTo>
                    <a:pt x="453557" y="1177494"/>
                  </a:lnTo>
                  <a:lnTo>
                    <a:pt x="453544" y="1177484"/>
                  </a:lnTo>
                  <a:lnTo>
                    <a:pt x="453535" y="1177481"/>
                  </a:lnTo>
                  <a:lnTo>
                    <a:pt x="453524" y="1177477"/>
                  </a:lnTo>
                  <a:lnTo>
                    <a:pt x="453517" y="1177474"/>
                  </a:lnTo>
                  <a:lnTo>
                    <a:pt x="453508" y="1177472"/>
                  </a:lnTo>
                  <a:lnTo>
                    <a:pt x="453498" y="1177469"/>
                  </a:lnTo>
                  <a:lnTo>
                    <a:pt x="453490" y="1177465"/>
                  </a:lnTo>
                  <a:lnTo>
                    <a:pt x="453476" y="1177457"/>
                  </a:lnTo>
                  <a:lnTo>
                    <a:pt x="453412" y="1177411"/>
                  </a:lnTo>
                  <a:lnTo>
                    <a:pt x="453406" y="1177403"/>
                  </a:lnTo>
                  <a:lnTo>
                    <a:pt x="453402" y="1177397"/>
                  </a:lnTo>
                  <a:lnTo>
                    <a:pt x="453398" y="1177391"/>
                  </a:lnTo>
                  <a:lnTo>
                    <a:pt x="453395" y="1177382"/>
                  </a:lnTo>
                  <a:lnTo>
                    <a:pt x="453393" y="1177373"/>
                  </a:lnTo>
                  <a:lnTo>
                    <a:pt x="453390" y="1177360"/>
                  </a:lnTo>
                  <a:lnTo>
                    <a:pt x="453390" y="1177351"/>
                  </a:lnTo>
                  <a:lnTo>
                    <a:pt x="453391" y="1177328"/>
                  </a:lnTo>
                  <a:lnTo>
                    <a:pt x="453391" y="1177322"/>
                  </a:lnTo>
                  <a:lnTo>
                    <a:pt x="453393" y="1177315"/>
                  </a:lnTo>
                  <a:lnTo>
                    <a:pt x="453401" y="1177291"/>
                  </a:lnTo>
                  <a:lnTo>
                    <a:pt x="453407" y="1177283"/>
                  </a:lnTo>
                  <a:lnTo>
                    <a:pt x="453420" y="1177272"/>
                  </a:lnTo>
                  <a:lnTo>
                    <a:pt x="453427" y="1177268"/>
                  </a:lnTo>
                  <a:lnTo>
                    <a:pt x="453450" y="1177258"/>
                  </a:lnTo>
                  <a:lnTo>
                    <a:pt x="453463" y="1177252"/>
                  </a:lnTo>
                  <a:lnTo>
                    <a:pt x="453470" y="1177249"/>
                  </a:lnTo>
                  <a:lnTo>
                    <a:pt x="453476" y="1177245"/>
                  </a:lnTo>
                  <a:lnTo>
                    <a:pt x="453486" y="1177238"/>
                  </a:lnTo>
                  <a:lnTo>
                    <a:pt x="453490" y="1177236"/>
                  </a:lnTo>
                  <a:lnTo>
                    <a:pt x="453500" y="1177231"/>
                  </a:lnTo>
                  <a:lnTo>
                    <a:pt x="453504" y="1177229"/>
                  </a:lnTo>
                  <a:lnTo>
                    <a:pt x="453509" y="1177225"/>
                  </a:lnTo>
                  <a:lnTo>
                    <a:pt x="453515" y="1177220"/>
                  </a:lnTo>
                  <a:lnTo>
                    <a:pt x="453519" y="1177217"/>
                  </a:lnTo>
                  <a:lnTo>
                    <a:pt x="453525" y="1177210"/>
                  </a:lnTo>
                  <a:lnTo>
                    <a:pt x="453530" y="1177199"/>
                  </a:lnTo>
                  <a:lnTo>
                    <a:pt x="453518" y="1177202"/>
                  </a:lnTo>
                  <a:lnTo>
                    <a:pt x="453505" y="1177208"/>
                  </a:lnTo>
                  <a:lnTo>
                    <a:pt x="453488" y="1177213"/>
                  </a:lnTo>
                  <a:lnTo>
                    <a:pt x="453465" y="1177218"/>
                  </a:lnTo>
                  <a:lnTo>
                    <a:pt x="453446" y="1177221"/>
                  </a:lnTo>
                  <a:lnTo>
                    <a:pt x="453420" y="1177223"/>
                  </a:lnTo>
                  <a:lnTo>
                    <a:pt x="453387" y="1177223"/>
                  </a:lnTo>
                  <a:lnTo>
                    <a:pt x="453363" y="1177219"/>
                  </a:lnTo>
                  <a:lnTo>
                    <a:pt x="453355" y="1177216"/>
                  </a:lnTo>
                  <a:lnTo>
                    <a:pt x="453342" y="1177213"/>
                  </a:lnTo>
                  <a:lnTo>
                    <a:pt x="453334" y="1177210"/>
                  </a:lnTo>
                  <a:lnTo>
                    <a:pt x="453327" y="1177208"/>
                  </a:lnTo>
                  <a:lnTo>
                    <a:pt x="453288" y="1177194"/>
                  </a:lnTo>
                  <a:lnTo>
                    <a:pt x="453283" y="1177191"/>
                  </a:lnTo>
                  <a:lnTo>
                    <a:pt x="453273" y="1177186"/>
                  </a:lnTo>
                  <a:lnTo>
                    <a:pt x="453260" y="1177178"/>
                  </a:lnTo>
                  <a:lnTo>
                    <a:pt x="453231" y="1177150"/>
                  </a:lnTo>
                  <a:lnTo>
                    <a:pt x="453214" y="1177134"/>
                  </a:lnTo>
                  <a:lnTo>
                    <a:pt x="453199" y="1177117"/>
                  </a:lnTo>
                  <a:lnTo>
                    <a:pt x="453192" y="1177110"/>
                  </a:lnTo>
                  <a:lnTo>
                    <a:pt x="453171" y="1177091"/>
                  </a:lnTo>
                  <a:lnTo>
                    <a:pt x="453151" y="1177072"/>
                  </a:lnTo>
                  <a:lnTo>
                    <a:pt x="453145" y="1177067"/>
                  </a:lnTo>
                  <a:lnTo>
                    <a:pt x="453125" y="1177050"/>
                  </a:lnTo>
                  <a:lnTo>
                    <a:pt x="453106" y="1177029"/>
                  </a:lnTo>
                  <a:lnTo>
                    <a:pt x="453099" y="1177022"/>
                  </a:lnTo>
                  <a:lnTo>
                    <a:pt x="453096" y="1177018"/>
                  </a:lnTo>
                  <a:lnTo>
                    <a:pt x="453089" y="1177012"/>
                  </a:lnTo>
                  <a:lnTo>
                    <a:pt x="453084" y="1177006"/>
                  </a:lnTo>
                  <a:lnTo>
                    <a:pt x="453080" y="1177002"/>
                  </a:lnTo>
                  <a:lnTo>
                    <a:pt x="453074" y="1176998"/>
                  </a:lnTo>
                  <a:lnTo>
                    <a:pt x="453022" y="1176972"/>
                  </a:lnTo>
                  <a:lnTo>
                    <a:pt x="452968" y="1176952"/>
                  </a:lnTo>
                  <a:lnTo>
                    <a:pt x="452936" y="1176939"/>
                  </a:lnTo>
                  <a:lnTo>
                    <a:pt x="452890" y="1176922"/>
                  </a:lnTo>
                  <a:lnTo>
                    <a:pt x="452857" y="1176913"/>
                  </a:lnTo>
                  <a:lnTo>
                    <a:pt x="452830" y="1176906"/>
                  </a:lnTo>
                  <a:lnTo>
                    <a:pt x="452802" y="1176897"/>
                  </a:lnTo>
                  <a:lnTo>
                    <a:pt x="452787" y="1176892"/>
                  </a:lnTo>
                  <a:lnTo>
                    <a:pt x="452778" y="1176889"/>
                  </a:lnTo>
                  <a:lnTo>
                    <a:pt x="452770" y="1176886"/>
                  </a:lnTo>
                  <a:lnTo>
                    <a:pt x="452762" y="1176882"/>
                  </a:lnTo>
                  <a:lnTo>
                    <a:pt x="452755" y="1176878"/>
                  </a:lnTo>
                  <a:lnTo>
                    <a:pt x="452751" y="1176872"/>
                  </a:lnTo>
                  <a:lnTo>
                    <a:pt x="452709" y="1176785"/>
                  </a:lnTo>
                  <a:lnTo>
                    <a:pt x="452682" y="1176733"/>
                  </a:lnTo>
                  <a:lnTo>
                    <a:pt x="452676" y="1176726"/>
                  </a:lnTo>
                  <a:lnTo>
                    <a:pt x="452667" y="1176718"/>
                  </a:lnTo>
                  <a:lnTo>
                    <a:pt x="452663" y="1176715"/>
                  </a:lnTo>
                  <a:lnTo>
                    <a:pt x="452656" y="1176710"/>
                  </a:lnTo>
                  <a:lnTo>
                    <a:pt x="452631" y="1176698"/>
                  </a:lnTo>
                  <a:lnTo>
                    <a:pt x="452616" y="1176689"/>
                  </a:lnTo>
                  <a:lnTo>
                    <a:pt x="452610" y="1176686"/>
                  </a:lnTo>
                  <a:lnTo>
                    <a:pt x="452574" y="1176666"/>
                  </a:lnTo>
                  <a:lnTo>
                    <a:pt x="452501" y="1176635"/>
                  </a:lnTo>
                  <a:lnTo>
                    <a:pt x="452485" y="1176628"/>
                  </a:lnTo>
                  <a:lnTo>
                    <a:pt x="452480" y="1176626"/>
                  </a:lnTo>
                  <a:lnTo>
                    <a:pt x="452474" y="1176623"/>
                  </a:lnTo>
                  <a:lnTo>
                    <a:pt x="452457" y="1176610"/>
                  </a:lnTo>
                  <a:lnTo>
                    <a:pt x="452443" y="1176601"/>
                  </a:lnTo>
                  <a:lnTo>
                    <a:pt x="452431" y="1176595"/>
                  </a:lnTo>
                  <a:lnTo>
                    <a:pt x="452415" y="1176589"/>
                  </a:lnTo>
                  <a:lnTo>
                    <a:pt x="452389" y="1176583"/>
                  </a:lnTo>
                  <a:lnTo>
                    <a:pt x="452360" y="1176576"/>
                  </a:lnTo>
                  <a:lnTo>
                    <a:pt x="452352" y="1176573"/>
                  </a:lnTo>
                  <a:lnTo>
                    <a:pt x="452347" y="1176571"/>
                  </a:lnTo>
                  <a:lnTo>
                    <a:pt x="452335" y="1176567"/>
                  </a:lnTo>
                  <a:lnTo>
                    <a:pt x="452302" y="1176555"/>
                  </a:lnTo>
                  <a:lnTo>
                    <a:pt x="452292" y="1176551"/>
                  </a:lnTo>
                  <a:lnTo>
                    <a:pt x="452280" y="1176544"/>
                  </a:lnTo>
                  <a:lnTo>
                    <a:pt x="452271" y="1176539"/>
                  </a:lnTo>
                  <a:lnTo>
                    <a:pt x="452250" y="1176531"/>
                  </a:lnTo>
                  <a:lnTo>
                    <a:pt x="452223" y="1176525"/>
                  </a:lnTo>
                  <a:lnTo>
                    <a:pt x="452187" y="1176517"/>
                  </a:lnTo>
                  <a:lnTo>
                    <a:pt x="452152" y="1176508"/>
                  </a:lnTo>
                  <a:lnTo>
                    <a:pt x="452123" y="1176503"/>
                  </a:lnTo>
                  <a:lnTo>
                    <a:pt x="452102" y="1176505"/>
                  </a:lnTo>
                  <a:lnTo>
                    <a:pt x="452065" y="1176509"/>
                  </a:lnTo>
                  <a:lnTo>
                    <a:pt x="452044" y="1176512"/>
                  </a:lnTo>
                  <a:lnTo>
                    <a:pt x="452028" y="1176515"/>
                  </a:lnTo>
                  <a:lnTo>
                    <a:pt x="452020" y="1176518"/>
                  </a:lnTo>
                  <a:lnTo>
                    <a:pt x="452011" y="1176523"/>
                  </a:lnTo>
                  <a:lnTo>
                    <a:pt x="452006" y="1176528"/>
                  </a:lnTo>
                  <a:lnTo>
                    <a:pt x="452001" y="1176533"/>
                  </a:lnTo>
                  <a:lnTo>
                    <a:pt x="451996" y="1176541"/>
                  </a:lnTo>
                  <a:lnTo>
                    <a:pt x="451993" y="1176545"/>
                  </a:lnTo>
                  <a:lnTo>
                    <a:pt x="451988" y="1176556"/>
                  </a:lnTo>
                  <a:lnTo>
                    <a:pt x="451981" y="1176571"/>
                  </a:lnTo>
                  <a:lnTo>
                    <a:pt x="451977" y="1176576"/>
                  </a:lnTo>
                  <a:lnTo>
                    <a:pt x="451972" y="1176579"/>
                  </a:lnTo>
                  <a:lnTo>
                    <a:pt x="451966" y="1176583"/>
                  </a:lnTo>
                  <a:lnTo>
                    <a:pt x="451956" y="1176590"/>
                  </a:lnTo>
                  <a:lnTo>
                    <a:pt x="451948" y="1176595"/>
                  </a:lnTo>
                  <a:lnTo>
                    <a:pt x="451943" y="1176600"/>
                  </a:lnTo>
                  <a:lnTo>
                    <a:pt x="451939" y="1176605"/>
                  </a:lnTo>
                  <a:lnTo>
                    <a:pt x="451932" y="1176614"/>
                  </a:lnTo>
                  <a:lnTo>
                    <a:pt x="451928" y="1176621"/>
                  </a:lnTo>
                  <a:lnTo>
                    <a:pt x="451923" y="1176629"/>
                  </a:lnTo>
                  <a:lnTo>
                    <a:pt x="451917" y="1176639"/>
                  </a:lnTo>
                  <a:lnTo>
                    <a:pt x="451914" y="1176644"/>
                  </a:lnTo>
                  <a:lnTo>
                    <a:pt x="451906" y="1176658"/>
                  </a:lnTo>
                  <a:lnTo>
                    <a:pt x="451898" y="1176671"/>
                  </a:lnTo>
                  <a:lnTo>
                    <a:pt x="451891" y="1176680"/>
                  </a:lnTo>
                  <a:lnTo>
                    <a:pt x="451888" y="1176688"/>
                  </a:lnTo>
                  <a:lnTo>
                    <a:pt x="451883" y="1176699"/>
                  </a:lnTo>
                  <a:lnTo>
                    <a:pt x="451874" y="1176722"/>
                  </a:lnTo>
                  <a:lnTo>
                    <a:pt x="451872" y="1176727"/>
                  </a:lnTo>
                  <a:lnTo>
                    <a:pt x="451871" y="1176732"/>
                  </a:lnTo>
                  <a:lnTo>
                    <a:pt x="451868" y="1176738"/>
                  </a:lnTo>
                  <a:lnTo>
                    <a:pt x="451864" y="1176746"/>
                  </a:lnTo>
                  <a:lnTo>
                    <a:pt x="451861" y="1176751"/>
                  </a:lnTo>
                  <a:lnTo>
                    <a:pt x="451858" y="1176756"/>
                  </a:lnTo>
                  <a:lnTo>
                    <a:pt x="451847" y="1176768"/>
                  </a:lnTo>
                  <a:lnTo>
                    <a:pt x="451834" y="1176783"/>
                  </a:lnTo>
                  <a:lnTo>
                    <a:pt x="451827" y="1176791"/>
                  </a:lnTo>
                  <a:lnTo>
                    <a:pt x="451814" y="1176804"/>
                  </a:lnTo>
                  <a:lnTo>
                    <a:pt x="451797" y="1176814"/>
                  </a:lnTo>
                  <a:lnTo>
                    <a:pt x="451765" y="1176828"/>
                  </a:lnTo>
                  <a:lnTo>
                    <a:pt x="451707" y="1176854"/>
                  </a:lnTo>
                  <a:lnTo>
                    <a:pt x="451666" y="1176874"/>
                  </a:lnTo>
                  <a:lnTo>
                    <a:pt x="451621" y="1176894"/>
                  </a:lnTo>
                  <a:lnTo>
                    <a:pt x="451608" y="1176900"/>
                  </a:lnTo>
                  <a:lnTo>
                    <a:pt x="451593" y="1176904"/>
                  </a:lnTo>
                  <a:lnTo>
                    <a:pt x="451583" y="1176906"/>
                  </a:lnTo>
                  <a:lnTo>
                    <a:pt x="451577" y="1176907"/>
                  </a:lnTo>
                  <a:lnTo>
                    <a:pt x="451572" y="1176908"/>
                  </a:lnTo>
                  <a:lnTo>
                    <a:pt x="451560" y="1176912"/>
                  </a:lnTo>
                  <a:lnTo>
                    <a:pt x="451540" y="1176919"/>
                  </a:lnTo>
                  <a:lnTo>
                    <a:pt x="451522" y="1176925"/>
                  </a:lnTo>
                  <a:lnTo>
                    <a:pt x="451514" y="1176928"/>
                  </a:lnTo>
                  <a:lnTo>
                    <a:pt x="451449" y="1176948"/>
                  </a:lnTo>
                  <a:lnTo>
                    <a:pt x="451382" y="1176968"/>
                  </a:lnTo>
                  <a:lnTo>
                    <a:pt x="451367" y="1176971"/>
                  </a:lnTo>
                  <a:lnTo>
                    <a:pt x="451358" y="1176970"/>
                  </a:lnTo>
                  <a:lnTo>
                    <a:pt x="451344" y="1176964"/>
                  </a:lnTo>
                  <a:lnTo>
                    <a:pt x="451304" y="1176940"/>
                  </a:lnTo>
                  <a:lnTo>
                    <a:pt x="451286" y="1176927"/>
                  </a:lnTo>
                  <a:lnTo>
                    <a:pt x="451267" y="1176908"/>
                  </a:lnTo>
                  <a:lnTo>
                    <a:pt x="451255" y="1176892"/>
                  </a:lnTo>
                  <a:lnTo>
                    <a:pt x="451244" y="1176873"/>
                  </a:lnTo>
                  <a:lnTo>
                    <a:pt x="451240" y="1176866"/>
                  </a:lnTo>
                  <a:lnTo>
                    <a:pt x="451237" y="1176861"/>
                  </a:lnTo>
                  <a:lnTo>
                    <a:pt x="451230" y="1176851"/>
                  </a:lnTo>
                  <a:lnTo>
                    <a:pt x="451227" y="1176847"/>
                  </a:lnTo>
                  <a:lnTo>
                    <a:pt x="451222" y="1176842"/>
                  </a:lnTo>
                  <a:lnTo>
                    <a:pt x="451217" y="1176838"/>
                  </a:lnTo>
                  <a:lnTo>
                    <a:pt x="451196" y="1176821"/>
                  </a:lnTo>
                  <a:lnTo>
                    <a:pt x="451183" y="1176809"/>
                  </a:lnTo>
                  <a:lnTo>
                    <a:pt x="451175" y="1176800"/>
                  </a:lnTo>
                  <a:lnTo>
                    <a:pt x="451166" y="1176790"/>
                  </a:lnTo>
                  <a:lnTo>
                    <a:pt x="451147" y="1176774"/>
                  </a:lnTo>
                  <a:lnTo>
                    <a:pt x="451112" y="1176753"/>
                  </a:lnTo>
                  <a:lnTo>
                    <a:pt x="451089" y="1176742"/>
                  </a:lnTo>
                  <a:lnTo>
                    <a:pt x="451074" y="1176734"/>
                  </a:lnTo>
                  <a:lnTo>
                    <a:pt x="451057" y="1176726"/>
                  </a:lnTo>
                  <a:lnTo>
                    <a:pt x="451026" y="1176716"/>
                  </a:lnTo>
                  <a:lnTo>
                    <a:pt x="451008" y="1176715"/>
                  </a:lnTo>
                  <a:lnTo>
                    <a:pt x="450991" y="1176718"/>
                  </a:lnTo>
                  <a:lnTo>
                    <a:pt x="450970" y="1176723"/>
                  </a:lnTo>
                  <a:lnTo>
                    <a:pt x="450958" y="1176726"/>
                  </a:lnTo>
                  <a:lnTo>
                    <a:pt x="450946" y="1176728"/>
                  </a:lnTo>
                  <a:lnTo>
                    <a:pt x="450928" y="1176730"/>
                  </a:lnTo>
                  <a:lnTo>
                    <a:pt x="450918" y="1176730"/>
                  </a:lnTo>
                  <a:lnTo>
                    <a:pt x="450905" y="1176728"/>
                  </a:lnTo>
                  <a:lnTo>
                    <a:pt x="450886" y="1176726"/>
                  </a:lnTo>
                  <a:lnTo>
                    <a:pt x="450865" y="1176723"/>
                  </a:lnTo>
                  <a:lnTo>
                    <a:pt x="450860" y="1176723"/>
                  </a:lnTo>
                  <a:lnTo>
                    <a:pt x="450829" y="1176720"/>
                  </a:lnTo>
                  <a:lnTo>
                    <a:pt x="450817" y="1176715"/>
                  </a:lnTo>
                  <a:lnTo>
                    <a:pt x="450808" y="1176706"/>
                  </a:lnTo>
                  <a:lnTo>
                    <a:pt x="450790" y="1176684"/>
                  </a:lnTo>
                  <a:lnTo>
                    <a:pt x="450784" y="1176675"/>
                  </a:lnTo>
                  <a:lnTo>
                    <a:pt x="450780" y="1176667"/>
                  </a:lnTo>
                  <a:lnTo>
                    <a:pt x="450757" y="1176624"/>
                  </a:lnTo>
                  <a:lnTo>
                    <a:pt x="450736" y="1176589"/>
                  </a:lnTo>
                  <a:lnTo>
                    <a:pt x="450726" y="1176574"/>
                  </a:lnTo>
                  <a:lnTo>
                    <a:pt x="450710" y="1176561"/>
                  </a:lnTo>
                  <a:lnTo>
                    <a:pt x="450686" y="1176542"/>
                  </a:lnTo>
                  <a:lnTo>
                    <a:pt x="450680" y="1176540"/>
                  </a:lnTo>
                  <a:lnTo>
                    <a:pt x="450672" y="1176533"/>
                  </a:lnTo>
                  <a:lnTo>
                    <a:pt x="450655" y="1176519"/>
                  </a:lnTo>
                  <a:lnTo>
                    <a:pt x="450643" y="1176509"/>
                  </a:lnTo>
                  <a:lnTo>
                    <a:pt x="450640" y="1176505"/>
                  </a:lnTo>
                  <a:lnTo>
                    <a:pt x="450639" y="1176500"/>
                  </a:lnTo>
                  <a:lnTo>
                    <a:pt x="450639" y="1176495"/>
                  </a:lnTo>
                  <a:lnTo>
                    <a:pt x="450641" y="1176486"/>
                  </a:lnTo>
                  <a:lnTo>
                    <a:pt x="450645" y="1176452"/>
                  </a:lnTo>
                  <a:lnTo>
                    <a:pt x="450647" y="1176439"/>
                  </a:lnTo>
                  <a:lnTo>
                    <a:pt x="450650" y="1176417"/>
                  </a:lnTo>
                  <a:lnTo>
                    <a:pt x="450653" y="1176401"/>
                  </a:lnTo>
                  <a:lnTo>
                    <a:pt x="450656" y="1176394"/>
                  </a:lnTo>
                  <a:lnTo>
                    <a:pt x="450661" y="1176371"/>
                  </a:lnTo>
                  <a:lnTo>
                    <a:pt x="450661" y="1176360"/>
                  </a:lnTo>
                  <a:lnTo>
                    <a:pt x="450660" y="1176351"/>
                  </a:lnTo>
                  <a:lnTo>
                    <a:pt x="450647" y="1176345"/>
                  </a:lnTo>
                  <a:lnTo>
                    <a:pt x="450621" y="1176338"/>
                  </a:lnTo>
                  <a:lnTo>
                    <a:pt x="450611" y="1176336"/>
                  </a:lnTo>
                  <a:lnTo>
                    <a:pt x="450591" y="1176329"/>
                  </a:lnTo>
                  <a:lnTo>
                    <a:pt x="450545" y="1176312"/>
                  </a:lnTo>
                  <a:lnTo>
                    <a:pt x="450511" y="1176304"/>
                  </a:lnTo>
                  <a:lnTo>
                    <a:pt x="450470" y="1176293"/>
                  </a:lnTo>
                  <a:lnTo>
                    <a:pt x="450456" y="1176288"/>
                  </a:lnTo>
                  <a:lnTo>
                    <a:pt x="450441" y="1176280"/>
                  </a:lnTo>
                  <a:lnTo>
                    <a:pt x="450416" y="1176264"/>
                  </a:lnTo>
                  <a:lnTo>
                    <a:pt x="450375" y="1176241"/>
                  </a:lnTo>
                  <a:lnTo>
                    <a:pt x="450361" y="1176233"/>
                  </a:lnTo>
                  <a:lnTo>
                    <a:pt x="450352" y="1176227"/>
                  </a:lnTo>
                  <a:lnTo>
                    <a:pt x="450340" y="1176220"/>
                  </a:lnTo>
                  <a:lnTo>
                    <a:pt x="450327" y="1176213"/>
                  </a:lnTo>
                  <a:lnTo>
                    <a:pt x="450321" y="1176209"/>
                  </a:lnTo>
                  <a:lnTo>
                    <a:pt x="450290" y="1176196"/>
                  </a:lnTo>
                  <a:lnTo>
                    <a:pt x="450252" y="1176184"/>
                  </a:lnTo>
                  <a:lnTo>
                    <a:pt x="450246" y="1176183"/>
                  </a:lnTo>
                  <a:lnTo>
                    <a:pt x="450238" y="1176183"/>
                  </a:lnTo>
                  <a:lnTo>
                    <a:pt x="450229" y="1176184"/>
                  </a:lnTo>
                  <a:lnTo>
                    <a:pt x="450220" y="1176186"/>
                  </a:lnTo>
                  <a:lnTo>
                    <a:pt x="450207" y="1176191"/>
                  </a:lnTo>
                  <a:lnTo>
                    <a:pt x="450200" y="1176196"/>
                  </a:lnTo>
                  <a:lnTo>
                    <a:pt x="450196" y="1176199"/>
                  </a:lnTo>
                  <a:lnTo>
                    <a:pt x="450147" y="1176242"/>
                  </a:lnTo>
                  <a:lnTo>
                    <a:pt x="450085" y="1176296"/>
                  </a:lnTo>
                  <a:lnTo>
                    <a:pt x="450067" y="1176310"/>
                  </a:lnTo>
                  <a:lnTo>
                    <a:pt x="450062" y="1176313"/>
                  </a:lnTo>
                  <a:lnTo>
                    <a:pt x="450046" y="1176324"/>
                  </a:lnTo>
                  <a:lnTo>
                    <a:pt x="450038" y="1176330"/>
                  </a:lnTo>
                  <a:lnTo>
                    <a:pt x="450021" y="1176340"/>
                  </a:lnTo>
                  <a:lnTo>
                    <a:pt x="450009" y="1176348"/>
                  </a:lnTo>
                  <a:lnTo>
                    <a:pt x="449988" y="1176361"/>
                  </a:lnTo>
                  <a:lnTo>
                    <a:pt x="449967" y="1176374"/>
                  </a:lnTo>
                  <a:lnTo>
                    <a:pt x="449956" y="1176381"/>
                  </a:lnTo>
                  <a:lnTo>
                    <a:pt x="449950" y="1176385"/>
                  </a:lnTo>
                  <a:lnTo>
                    <a:pt x="449928" y="1176399"/>
                  </a:lnTo>
                  <a:lnTo>
                    <a:pt x="449918" y="1176405"/>
                  </a:lnTo>
                  <a:lnTo>
                    <a:pt x="449898" y="1176418"/>
                  </a:lnTo>
                  <a:lnTo>
                    <a:pt x="449883" y="1176427"/>
                  </a:lnTo>
                  <a:lnTo>
                    <a:pt x="449867" y="1176437"/>
                  </a:lnTo>
                  <a:lnTo>
                    <a:pt x="449852" y="1176448"/>
                  </a:lnTo>
                  <a:lnTo>
                    <a:pt x="449835" y="1176458"/>
                  </a:lnTo>
                  <a:lnTo>
                    <a:pt x="449811" y="1176474"/>
                  </a:lnTo>
                  <a:lnTo>
                    <a:pt x="449794" y="1176486"/>
                  </a:lnTo>
                  <a:lnTo>
                    <a:pt x="449775" y="1176502"/>
                  </a:lnTo>
                  <a:lnTo>
                    <a:pt x="449749" y="1176530"/>
                  </a:lnTo>
                  <a:lnTo>
                    <a:pt x="449735" y="1176548"/>
                  </a:lnTo>
                  <a:lnTo>
                    <a:pt x="449732" y="1176553"/>
                  </a:lnTo>
                  <a:lnTo>
                    <a:pt x="449720" y="1176568"/>
                  </a:lnTo>
                  <a:lnTo>
                    <a:pt x="449700" y="1176593"/>
                  </a:lnTo>
                  <a:lnTo>
                    <a:pt x="449695" y="1176598"/>
                  </a:lnTo>
                  <a:lnTo>
                    <a:pt x="449690" y="1176606"/>
                  </a:lnTo>
                  <a:lnTo>
                    <a:pt x="449677" y="1176622"/>
                  </a:lnTo>
                  <a:lnTo>
                    <a:pt x="449657" y="1176649"/>
                  </a:lnTo>
                  <a:lnTo>
                    <a:pt x="449643" y="1176671"/>
                  </a:lnTo>
                  <a:lnTo>
                    <a:pt x="449630" y="1176696"/>
                  </a:lnTo>
                  <a:lnTo>
                    <a:pt x="449621" y="1176719"/>
                  </a:lnTo>
                  <a:lnTo>
                    <a:pt x="449613" y="1176738"/>
                  </a:lnTo>
                  <a:lnTo>
                    <a:pt x="449608" y="1176749"/>
                  </a:lnTo>
                  <a:lnTo>
                    <a:pt x="449591" y="1176788"/>
                  </a:lnTo>
                  <a:lnTo>
                    <a:pt x="449583" y="1176809"/>
                  </a:lnTo>
                  <a:lnTo>
                    <a:pt x="449568" y="1176844"/>
                  </a:lnTo>
                  <a:lnTo>
                    <a:pt x="449555" y="1176877"/>
                  </a:lnTo>
                  <a:lnTo>
                    <a:pt x="449551" y="1176890"/>
                  </a:lnTo>
                  <a:lnTo>
                    <a:pt x="449545" y="1176912"/>
                  </a:lnTo>
                  <a:lnTo>
                    <a:pt x="449538" y="1176933"/>
                  </a:lnTo>
                  <a:lnTo>
                    <a:pt x="449534" y="1176938"/>
                  </a:lnTo>
                  <a:lnTo>
                    <a:pt x="449528" y="1176944"/>
                  </a:lnTo>
                  <a:lnTo>
                    <a:pt x="449524" y="1176946"/>
                  </a:lnTo>
                  <a:lnTo>
                    <a:pt x="449519" y="1176944"/>
                  </a:lnTo>
                  <a:lnTo>
                    <a:pt x="449515" y="1176941"/>
                  </a:lnTo>
                  <a:lnTo>
                    <a:pt x="449511" y="1176936"/>
                  </a:lnTo>
                  <a:lnTo>
                    <a:pt x="449500" y="1176920"/>
                  </a:lnTo>
                  <a:lnTo>
                    <a:pt x="449487" y="1176894"/>
                  </a:lnTo>
                  <a:lnTo>
                    <a:pt x="449483" y="1176884"/>
                  </a:lnTo>
                  <a:lnTo>
                    <a:pt x="449480" y="1176878"/>
                  </a:lnTo>
                  <a:lnTo>
                    <a:pt x="449474" y="1176867"/>
                  </a:lnTo>
                  <a:lnTo>
                    <a:pt x="449462" y="1176850"/>
                  </a:lnTo>
                  <a:lnTo>
                    <a:pt x="449449" y="1176833"/>
                  </a:lnTo>
                  <a:lnTo>
                    <a:pt x="449419" y="1176811"/>
                  </a:lnTo>
                  <a:lnTo>
                    <a:pt x="449405" y="1176802"/>
                  </a:lnTo>
                  <a:lnTo>
                    <a:pt x="449393" y="1176794"/>
                  </a:lnTo>
                  <a:lnTo>
                    <a:pt x="449375" y="1176789"/>
                  </a:lnTo>
                  <a:lnTo>
                    <a:pt x="449341" y="1176775"/>
                  </a:lnTo>
                  <a:lnTo>
                    <a:pt x="449303" y="1176765"/>
                  </a:lnTo>
                  <a:lnTo>
                    <a:pt x="449271" y="1176762"/>
                  </a:lnTo>
                  <a:lnTo>
                    <a:pt x="449177" y="1176765"/>
                  </a:lnTo>
                  <a:lnTo>
                    <a:pt x="449134" y="1176771"/>
                  </a:lnTo>
                  <a:lnTo>
                    <a:pt x="449125" y="1176773"/>
                  </a:lnTo>
                  <a:lnTo>
                    <a:pt x="449112" y="1176773"/>
                  </a:lnTo>
                  <a:lnTo>
                    <a:pt x="449103" y="1176773"/>
                  </a:lnTo>
                  <a:lnTo>
                    <a:pt x="449093" y="1176774"/>
                  </a:lnTo>
                  <a:lnTo>
                    <a:pt x="449086" y="1176776"/>
                  </a:lnTo>
                  <a:lnTo>
                    <a:pt x="449056" y="1176779"/>
                  </a:lnTo>
                  <a:lnTo>
                    <a:pt x="449045" y="1176777"/>
                  </a:lnTo>
                  <a:lnTo>
                    <a:pt x="449040" y="1176771"/>
                  </a:lnTo>
                  <a:lnTo>
                    <a:pt x="449029" y="1176749"/>
                  </a:lnTo>
                  <a:lnTo>
                    <a:pt x="449027" y="1176745"/>
                  </a:lnTo>
                  <a:lnTo>
                    <a:pt x="449003" y="1176695"/>
                  </a:lnTo>
                  <a:lnTo>
                    <a:pt x="448978" y="1176665"/>
                  </a:lnTo>
                  <a:lnTo>
                    <a:pt x="448973" y="1176659"/>
                  </a:lnTo>
                  <a:lnTo>
                    <a:pt x="448942" y="1176624"/>
                  </a:lnTo>
                  <a:lnTo>
                    <a:pt x="448925" y="1176604"/>
                  </a:lnTo>
                  <a:lnTo>
                    <a:pt x="448899" y="1176576"/>
                  </a:lnTo>
                  <a:lnTo>
                    <a:pt x="448880" y="1176567"/>
                  </a:lnTo>
                  <a:lnTo>
                    <a:pt x="448819" y="1176547"/>
                  </a:lnTo>
                  <a:lnTo>
                    <a:pt x="448764" y="1176525"/>
                  </a:lnTo>
                  <a:lnTo>
                    <a:pt x="448717" y="1176508"/>
                  </a:lnTo>
                  <a:lnTo>
                    <a:pt x="448673" y="1176493"/>
                  </a:lnTo>
                  <a:lnTo>
                    <a:pt x="448664" y="1176489"/>
                  </a:lnTo>
                  <a:lnTo>
                    <a:pt x="448656" y="1176487"/>
                  </a:lnTo>
                  <a:lnTo>
                    <a:pt x="448626" y="1176476"/>
                  </a:lnTo>
                  <a:lnTo>
                    <a:pt x="448575" y="1176458"/>
                  </a:lnTo>
                  <a:lnTo>
                    <a:pt x="448551" y="1176454"/>
                  </a:lnTo>
                  <a:lnTo>
                    <a:pt x="448524" y="1176453"/>
                  </a:lnTo>
                  <a:lnTo>
                    <a:pt x="448421" y="1176476"/>
                  </a:lnTo>
                  <a:lnTo>
                    <a:pt x="448390" y="1176482"/>
                  </a:lnTo>
                  <a:lnTo>
                    <a:pt x="448384" y="1176483"/>
                  </a:lnTo>
                  <a:lnTo>
                    <a:pt x="448377" y="1176484"/>
                  </a:lnTo>
                  <a:lnTo>
                    <a:pt x="448337" y="1176492"/>
                  </a:lnTo>
                  <a:lnTo>
                    <a:pt x="448325" y="1176493"/>
                  </a:lnTo>
                  <a:lnTo>
                    <a:pt x="448314" y="1176494"/>
                  </a:lnTo>
                  <a:lnTo>
                    <a:pt x="448307" y="1176493"/>
                  </a:lnTo>
                  <a:lnTo>
                    <a:pt x="448301" y="1176491"/>
                  </a:lnTo>
                  <a:lnTo>
                    <a:pt x="448287" y="1176484"/>
                  </a:lnTo>
                  <a:lnTo>
                    <a:pt x="448262" y="1176471"/>
                  </a:lnTo>
                  <a:lnTo>
                    <a:pt x="448231" y="1176456"/>
                  </a:lnTo>
                  <a:lnTo>
                    <a:pt x="448209" y="1176445"/>
                  </a:lnTo>
                  <a:lnTo>
                    <a:pt x="448179" y="1176431"/>
                  </a:lnTo>
                  <a:lnTo>
                    <a:pt x="448163" y="1176423"/>
                  </a:lnTo>
                  <a:lnTo>
                    <a:pt x="448145" y="1176415"/>
                  </a:lnTo>
                  <a:lnTo>
                    <a:pt x="448101" y="1176393"/>
                  </a:lnTo>
                  <a:lnTo>
                    <a:pt x="448093" y="1176390"/>
                  </a:lnTo>
                  <a:lnTo>
                    <a:pt x="448080" y="1176385"/>
                  </a:lnTo>
                  <a:lnTo>
                    <a:pt x="448073" y="1176382"/>
                  </a:lnTo>
                  <a:lnTo>
                    <a:pt x="448057" y="1176374"/>
                  </a:lnTo>
                  <a:lnTo>
                    <a:pt x="448028" y="1176361"/>
                  </a:lnTo>
                  <a:lnTo>
                    <a:pt x="447995" y="1176345"/>
                  </a:lnTo>
                  <a:lnTo>
                    <a:pt x="447983" y="1176339"/>
                  </a:lnTo>
                  <a:lnTo>
                    <a:pt x="447958" y="1176327"/>
                  </a:lnTo>
                  <a:lnTo>
                    <a:pt x="447949" y="1176322"/>
                  </a:lnTo>
                  <a:lnTo>
                    <a:pt x="447925" y="1176292"/>
                  </a:lnTo>
                  <a:lnTo>
                    <a:pt x="447870" y="1176241"/>
                  </a:lnTo>
                  <a:lnTo>
                    <a:pt x="447866" y="1176237"/>
                  </a:lnTo>
                  <a:lnTo>
                    <a:pt x="447861" y="1176229"/>
                  </a:lnTo>
                  <a:lnTo>
                    <a:pt x="447858" y="1176213"/>
                  </a:lnTo>
                  <a:lnTo>
                    <a:pt x="447858" y="1176207"/>
                  </a:lnTo>
                  <a:lnTo>
                    <a:pt x="447858" y="1176195"/>
                  </a:lnTo>
                  <a:lnTo>
                    <a:pt x="447860" y="1176190"/>
                  </a:lnTo>
                  <a:lnTo>
                    <a:pt x="447863" y="1176184"/>
                  </a:lnTo>
                  <a:lnTo>
                    <a:pt x="447867" y="1176178"/>
                  </a:lnTo>
                  <a:lnTo>
                    <a:pt x="447875" y="1176169"/>
                  </a:lnTo>
                  <a:lnTo>
                    <a:pt x="447883" y="1176159"/>
                  </a:lnTo>
                  <a:lnTo>
                    <a:pt x="447905" y="1176135"/>
                  </a:lnTo>
                  <a:lnTo>
                    <a:pt x="447941" y="1176092"/>
                  </a:lnTo>
                  <a:lnTo>
                    <a:pt x="447990" y="1176094"/>
                  </a:lnTo>
                  <a:lnTo>
                    <a:pt x="448044" y="1176089"/>
                  </a:lnTo>
                  <a:lnTo>
                    <a:pt x="448072" y="1176086"/>
                  </a:lnTo>
                  <a:lnTo>
                    <a:pt x="448107" y="1176080"/>
                  </a:lnTo>
                  <a:lnTo>
                    <a:pt x="448178" y="1176061"/>
                  </a:lnTo>
                  <a:lnTo>
                    <a:pt x="448212" y="1176043"/>
                  </a:lnTo>
                  <a:lnTo>
                    <a:pt x="448242" y="1176026"/>
                  </a:lnTo>
                  <a:lnTo>
                    <a:pt x="448271" y="1176007"/>
                  </a:lnTo>
                  <a:lnTo>
                    <a:pt x="448299" y="1175987"/>
                  </a:lnTo>
                  <a:lnTo>
                    <a:pt x="448313" y="1175976"/>
                  </a:lnTo>
                  <a:lnTo>
                    <a:pt x="448322" y="1175968"/>
                  </a:lnTo>
                  <a:lnTo>
                    <a:pt x="448327" y="1175963"/>
                  </a:lnTo>
                  <a:lnTo>
                    <a:pt x="448335" y="1175952"/>
                  </a:lnTo>
                  <a:lnTo>
                    <a:pt x="448339" y="1175945"/>
                  </a:lnTo>
                  <a:lnTo>
                    <a:pt x="448359" y="1175926"/>
                  </a:lnTo>
                  <a:lnTo>
                    <a:pt x="448380" y="1175902"/>
                  </a:lnTo>
                  <a:lnTo>
                    <a:pt x="448386" y="1175893"/>
                  </a:lnTo>
                  <a:lnTo>
                    <a:pt x="448390" y="1175887"/>
                  </a:lnTo>
                  <a:lnTo>
                    <a:pt x="448405" y="1175856"/>
                  </a:lnTo>
                  <a:lnTo>
                    <a:pt x="448418" y="1175819"/>
                  </a:lnTo>
                  <a:lnTo>
                    <a:pt x="448428" y="1175765"/>
                  </a:lnTo>
                  <a:lnTo>
                    <a:pt x="448428" y="1175730"/>
                  </a:lnTo>
                  <a:lnTo>
                    <a:pt x="448422" y="1175691"/>
                  </a:lnTo>
                  <a:lnTo>
                    <a:pt x="448411" y="1175656"/>
                  </a:lnTo>
                  <a:lnTo>
                    <a:pt x="448390" y="1175610"/>
                  </a:lnTo>
                  <a:lnTo>
                    <a:pt x="448386" y="1175602"/>
                  </a:lnTo>
                  <a:lnTo>
                    <a:pt x="448382" y="1175594"/>
                  </a:lnTo>
                  <a:lnTo>
                    <a:pt x="448376" y="1175584"/>
                  </a:lnTo>
                  <a:lnTo>
                    <a:pt x="448368" y="1175573"/>
                  </a:lnTo>
                  <a:lnTo>
                    <a:pt x="448355" y="1175565"/>
                  </a:lnTo>
                  <a:lnTo>
                    <a:pt x="448344" y="1175555"/>
                  </a:lnTo>
                  <a:lnTo>
                    <a:pt x="448327" y="1175541"/>
                  </a:lnTo>
                  <a:lnTo>
                    <a:pt x="448314" y="1175530"/>
                  </a:lnTo>
                  <a:lnTo>
                    <a:pt x="448302" y="1175519"/>
                  </a:lnTo>
                  <a:lnTo>
                    <a:pt x="448293" y="1175511"/>
                  </a:lnTo>
                  <a:lnTo>
                    <a:pt x="448273" y="1175498"/>
                  </a:lnTo>
                  <a:lnTo>
                    <a:pt x="448256" y="1175487"/>
                  </a:lnTo>
                  <a:lnTo>
                    <a:pt x="448246" y="1175483"/>
                  </a:lnTo>
                  <a:lnTo>
                    <a:pt x="448234" y="1175475"/>
                  </a:lnTo>
                  <a:lnTo>
                    <a:pt x="448218" y="1175467"/>
                  </a:lnTo>
                  <a:lnTo>
                    <a:pt x="448209" y="1175463"/>
                  </a:lnTo>
                  <a:lnTo>
                    <a:pt x="448182" y="1175458"/>
                  </a:lnTo>
                  <a:lnTo>
                    <a:pt x="448171" y="1175454"/>
                  </a:lnTo>
                  <a:lnTo>
                    <a:pt x="448162" y="1175446"/>
                  </a:lnTo>
                  <a:lnTo>
                    <a:pt x="448154" y="1175435"/>
                  </a:lnTo>
                  <a:lnTo>
                    <a:pt x="448148" y="1175421"/>
                  </a:lnTo>
                  <a:lnTo>
                    <a:pt x="448141" y="1175409"/>
                  </a:lnTo>
                  <a:lnTo>
                    <a:pt x="448133" y="1175387"/>
                  </a:lnTo>
                  <a:lnTo>
                    <a:pt x="448113" y="1175356"/>
                  </a:lnTo>
                  <a:lnTo>
                    <a:pt x="448074" y="1175310"/>
                  </a:lnTo>
                  <a:lnTo>
                    <a:pt x="448057" y="1175289"/>
                  </a:lnTo>
                  <a:lnTo>
                    <a:pt x="448045" y="1175275"/>
                  </a:lnTo>
                  <a:lnTo>
                    <a:pt x="448039" y="1175269"/>
                  </a:lnTo>
                  <a:lnTo>
                    <a:pt x="448031" y="1175264"/>
                  </a:lnTo>
                  <a:lnTo>
                    <a:pt x="448022" y="1175262"/>
                  </a:lnTo>
                  <a:lnTo>
                    <a:pt x="448005" y="1175262"/>
                  </a:lnTo>
                  <a:lnTo>
                    <a:pt x="447977" y="1175262"/>
                  </a:lnTo>
                  <a:lnTo>
                    <a:pt x="447967" y="1175260"/>
                  </a:lnTo>
                  <a:lnTo>
                    <a:pt x="447957" y="1175255"/>
                  </a:lnTo>
                  <a:lnTo>
                    <a:pt x="447947" y="1175251"/>
                  </a:lnTo>
                  <a:lnTo>
                    <a:pt x="447937" y="1175248"/>
                  </a:lnTo>
                  <a:lnTo>
                    <a:pt x="447914" y="1175247"/>
                  </a:lnTo>
                  <a:lnTo>
                    <a:pt x="447896" y="1175246"/>
                  </a:lnTo>
                  <a:lnTo>
                    <a:pt x="447889" y="1175245"/>
                  </a:lnTo>
                  <a:lnTo>
                    <a:pt x="447883" y="1175241"/>
                  </a:lnTo>
                  <a:lnTo>
                    <a:pt x="447876" y="1175232"/>
                  </a:lnTo>
                  <a:lnTo>
                    <a:pt x="447869" y="1175218"/>
                  </a:lnTo>
                  <a:lnTo>
                    <a:pt x="447866" y="1175207"/>
                  </a:lnTo>
                  <a:lnTo>
                    <a:pt x="447861" y="1175194"/>
                  </a:lnTo>
                  <a:lnTo>
                    <a:pt x="447851" y="1175178"/>
                  </a:lnTo>
                  <a:lnTo>
                    <a:pt x="447830" y="1175157"/>
                  </a:lnTo>
                  <a:lnTo>
                    <a:pt x="447813" y="1175144"/>
                  </a:lnTo>
                  <a:lnTo>
                    <a:pt x="447808" y="1175144"/>
                  </a:lnTo>
                  <a:lnTo>
                    <a:pt x="447804" y="1175141"/>
                  </a:lnTo>
                  <a:lnTo>
                    <a:pt x="447793" y="1175134"/>
                  </a:lnTo>
                  <a:lnTo>
                    <a:pt x="447355" y="1174869"/>
                  </a:lnTo>
                  <a:lnTo>
                    <a:pt x="446899" y="1174764"/>
                  </a:lnTo>
                  <a:lnTo>
                    <a:pt x="446882" y="1174762"/>
                  </a:lnTo>
                  <a:lnTo>
                    <a:pt x="446869" y="1174764"/>
                  </a:lnTo>
                  <a:lnTo>
                    <a:pt x="446853" y="1174764"/>
                  </a:lnTo>
                  <a:lnTo>
                    <a:pt x="446814" y="1174752"/>
                  </a:lnTo>
                  <a:lnTo>
                    <a:pt x="446801" y="1174743"/>
                  </a:lnTo>
                  <a:lnTo>
                    <a:pt x="446786" y="1174741"/>
                  </a:lnTo>
                  <a:lnTo>
                    <a:pt x="446774" y="1174747"/>
                  </a:lnTo>
                  <a:lnTo>
                    <a:pt x="446753" y="1174763"/>
                  </a:lnTo>
                  <a:lnTo>
                    <a:pt x="446728" y="1174774"/>
                  </a:lnTo>
                  <a:lnTo>
                    <a:pt x="446714" y="1174780"/>
                  </a:lnTo>
                  <a:lnTo>
                    <a:pt x="446704" y="1174787"/>
                  </a:lnTo>
                  <a:lnTo>
                    <a:pt x="446697" y="1174796"/>
                  </a:lnTo>
                  <a:lnTo>
                    <a:pt x="446693" y="1174807"/>
                  </a:lnTo>
                  <a:lnTo>
                    <a:pt x="446677" y="1174833"/>
                  </a:lnTo>
                  <a:lnTo>
                    <a:pt x="446663" y="1174850"/>
                  </a:lnTo>
                  <a:lnTo>
                    <a:pt x="446648" y="1174861"/>
                  </a:lnTo>
                  <a:lnTo>
                    <a:pt x="446635" y="1174876"/>
                  </a:lnTo>
                  <a:lnTo>
                    <a:pt x="446617" y="1174893"/>
                  </a:lnTo>
                  <a:lnTo>
                    <a:pt x="446608" y="1174897"/>
                  </a:lnTo>
                  <a:lnTo>
                    <a:pt x="446603" y="1174903"/>
                  </a:lnTo>
                  <a:lnTo>
                    <a:pt x="446600" y="1174910"/>
                  </a:lnTo>
                  <a:lnTo>
                    <a:pt x="446597" y="1174919"/>
                  </a:lnTo>
                  <a:lnTo>
                    <a:pt x="446591" y="1174925"/>
                  </a:lnTo>
                  <a:lnTo>
                    <a:pt x="446501" y="1174982"/>
                  </a:lnTo>
                  <a:lnTo>
                    <a:pt x="446470" y="1175013"/>
                  </a:lnTo>
                  <a:lnTo>
                    <a:pt x="446430" y="1175085"/>
                  </a:lnTo>
                  <a:lnTo>
                    <a:pt x="446373" y="1175182"/>
                  </a:lnTo>
                  <a:lnTo>
                    <a:pt x="446282" y="1175276"/>
                  </a:lnTo>
                  <a:lnTo>
                    <a:pt x="446275" y="1175290"/>
                  </a:lnTo>
                  <a:lnTo>
                    <a:pt x="446270" y="1175312"/>
                  </a:lnTo>
                  <a:lnTo>
                    <a:pt x="446271" y="1175328"/>
                  </a:lnTo>
                  <a:lnTo>
                    <a:pt x="446261" y="1175349"/>
                  </a:lnTo>
                  <a:lnTo>
                    <a:pt x="446238" y="1175371"/>
                  </a:lnTo>
                  <a:lnTo>
                    <a:pt x="446192" y="1175406"/>
                  </a:lnTo>
                  <a:lnTo>
                    <a:pt x="446146" y="1175437"/>
                  </a:lnTo>
                  <a:lnTo>
                    <a:pt x="446132" y="1175444"/>
                  </a:lnTo>
                  <a:lnTo>
                    <a:pt x="446118" y="1175451"/>
                  </a:lnTo>
                  <a:lnTo>
                    <a:pt x="446098" y="1175451"/>
                  </a:lnTo>
                  <a:lnTo>
                    <a:pt x="446058" y="1175450"/>
                  </a:lnTo>
                  <a:lnTo>
                    <a:pt x="446010" y="1175465"/>
                  </a:lnTo>
                  <a:lnTo>
                    <a:pt x="445990" y="1175471"/>
                  </a:lnTo>
                  <a:lnTo>
                    <a:pt x="445972" y="1175469"/>
                  </a:lnTo>
                  <a:lnTo>
                    <a:pt x="445956" y="1175465"/>
                  </a:lnTo>
                  <a:lnTo>
                    <a:pt x="445929" y="1175457"/>
                  </a:lnTo>
                  <a:lnTo>
                    <a:pt x="445902" y="1175454"/>
                  </a:lnTo>
                  <a:lnTo>
                    <a:pt x="445861" y="1175450"/>
                  </a:lnTo>
                  <a:lnTo>
                    <a:pt x="445845" y="1175444"/>
                  </a:lnTo>
                  <a:lnTo>
                    <a:pt x="445812" y="1175420"/>
                  </a:lnTo>
                  <a:lnTo>
                    <a:pt x="445780" y="1175392"/>
                  </a:lnTo>
                  <a:lnTo>
                    <a:pt x="445742" y="1175371"/>
                  </a:lnTo>
                  <a:lnTo>
                    <a:pt x="445696" y="1175353"/>
                  </a:lnTo>
                  <a:lnTo>
                    <a:pt x="445645" y="1175332"/>
                  </a:lnTo>
                  <a:lnTo>
                    <a:pt x="445611" y="1175310"/>
                  </a:lnTo>
                  <a:lnTo>
                    <a:pt x="445606" y="1175306"/>
                  </a:lnTo>
                  <a:lnTo>
                    <a:pt x="445568" y="1175283"/>
                  </a:lnTo>
                  <a:lnTo>
                    <a:pt x="445543" y="1175271"/>
                  </a:lnTo>
                  <a:lnTo>
                    <a:pt x="445527" y="1175269"/>
                  </a:lnTo>
                  <a:lnTo>
                    <a:pt x="445496" y="1175271"/>
                  </a:lnTo>
                  <a:lnTo>
                    <a:pt x="445460" y="1175282"/>
                  </a:lnTo>
                  <a:lnTo>
                    <a:pt x="445432" y="1175294"/>
                  </a:lnTo>
                  <a:lnTo>
                    <a:pt x="445356" y="1175321"/>
                  </a:lnTo>
                  <a:lnTo>
                    <a:pt x="445309" y="1175333"/>
                  </a:lnTo>
                  <a:lnTo>
                    <a:pt x="445271" y="1175336"/>
                  </a:lnTo>
                  <a:lnTo>
                    <a:pt x="445259" y="1175338"/>
                  </a:lnTo>
                  <a:lnTo>
                    <a:pt x="445182" y="1175255"/>
                  </a:lnTo>
                  <a:lnTo>
                    <a:pt x="445170" y="1175246"/>
                  </a:lnTo>
                  <a:lnTo>
                    <a:pt x="445157" y="1175240"/>
                  </a:lnTo>
                  <a:lnTo>
                    <a:pt x="445142" y="1175236"/>
                  </a:lnTo>
                  <a:lnTo>
                    <a:pt x="445106" y="1175228"/>
                  </a:lnTo>
                  <a:lnTo>
                    <a:pt x="445098" y="1175227"/>
                  </a:lnTo>
                  <a:lnTo>
                    <a:pt x="445094" y="1175226"/>
                  </a:lnTo>
                  <a:lnTo>
                    <a:pt x="445089" y="1175224"/>
                  </a:lnTo>
                  <a:lnTo>
                    <a:pt x="445081" y="1175220"/>
                  </a:lnTo>
                  <a:lnTo>
                    <a:pt x="445064" y="1175207"/>
                  </a:lnTo>
                  <a:lnTo>
                    <a:pt x="445052" y="1175197"/>
                  </a:lnTo>
                  <a:lnTo>
                    <a:pt x="445017" y="1175168"/>
                  </a:lnTo>
                  <a:lnTo>
                    <a:pt x="444986" y="1175147"/>
                  </a:lnTo>
                  <a:lnTo>
                    <a:pt x="444957" y="1175135"/>
                  </a:lnTo>
                  <a:lnTo>
                    <a:pt x="444940" y="1175131"/>
                  </a:lnTo>
                  <a:lnTo>
                    <a:pt x="444917" y="1175129"/>
                  </a:lnTo>
                  <a:lnTo>
                    <a:pt x="444888" y="1175128"/>
                  </a:lnTo>
                  <a:lnTo>
                    <a:pt x="444823" y="1175138"/>
                  </a:lnTo>
                  <a:lnTo>
                    <a:pt x="444799" y="1175140"/>
                  </a:lnTo>
                  <a:lnTo>
                    <a:pt x="444736" y="1175136"/>
                  </a:lnTo>
                  <a:lnTo>
                    <a:pt x="444722" y="1175132"/>
                  </a:lnTo>
                  <a:lnTo>
                    <a:pt x="444660" y="1175125"/>
                  </a:lnTo>
                  <a:lnTo>
                    <a:pt x="444561" y="1175106"/>
                  </a:lnTo>
                  <a:lnTo>
                    <a:pt x="444539" y="1175101"/>
                  </a:lnTo>
                  <a:lnTo>
                    <a:pt x="444519" y="1175095"/>
                  </a:lnTo>
                  <a:lnTo>
                    <a:pt x="444478" y="1175083"/>
                  </a:lnTo>
                  <a:lnTo>
                    <a:pt x="444444" y="1175068"/>
                  </a:lnTo>
                  <a:lnTo>
                    <a:pt x="444388" y="1175038"/>
                  </a:lnTo>
                  <a:lnTo>
                    <a:pt x="444366" y="1175027"/>
                  </a:lnTo>
                  <a:lnTo>
                    <a:pt x="444324" y="1175007"/>
                  </a:lnTo>
                  <a:lnTo>
                    <a:pt x="444307" y="1175001"/>
                  </a:lnTo>
                  <a:lnTo>
                    <a:pt x="444271" y="1174980"/>
                  </a:lnTo>
                  <a:lnTo>
                    <a:pt x="444262" y="1174989"/>
                  </a:lnTo>
                  <a:lnTo>
                    <a:pt x="444257" y="1174995"/>
                  </a:lnTo>
                  <a:lnTo>
                    <a:pt x="444246" y="1175004"/>
                  </a:lnTo>
                  <a:lnTo>
                    <a:pt x="444190" y="1175047"/>
                  </a:lnTo>
                  <a:lnTo>
                    <a:pt x="444174" y="1175060"/>
                  </a:lnTo>
                  <a:lnTo>
                    <a:pt x="444134" y="1175094"/>
                  </a:lnTo>
                  <a:lnTo>
                    <a:pt x="444115" y="1175117"/>
                  </a:lnTo>
                  <a:lnTo>
                    <a:pt x="444103" y="1175130"/>
                  </a:lnTo>
                  <a:lnTo>
                    <a:pt x="444084" y="1175161"/>
                  </a:lnTo>
                  <a:lnTo>
                    <a:pt x="444051" y="1175238"/>
                  </a:lnTo>
                  <a:lnTo>
                    <a:pt x="444014" y="1175328"/>
                  </a:lnTo>
                  <a:lnTo>
                    <a:pt x="444004" y="1175345"/>
                  </a:lnTo>
                  <a:lnTo>
                    <a:pt x="443973" y="1175338"/>
                  </a:lnTo>
                  <a:lnTo>
                    <a:pt x="443882" y="1175314"/>
                  </a:lnTo>
                  <a:lnTo>
                    <a:pt x="443851" y="1175310"/>
                  </a:lnTo>
                  <a:lnTo>
                    <a:pt x="443842" y="1175309"/>
                  </a:lnTo>
                  <a:lnTo>
                    <a:pt x="443831" y="1175308"/>
                  </a:lnTo>
                  <a:lnTo>
                    <a:pt x="443786" y="1175308"/>
                  </a:lnTo>
                  <a:lnTo>
                    <a:pt x="443738" y="1175302"/>
                  </a:lnTo>
                  <a:lnTo>
                    <a:pt x="443614" y="1175272"/>
                  </a:lnTo>
                  <a:lnTo>
                    <a:pt x="443561" y="1175268"/>
                  </a:lnTo>
                  <a:lnTo>
                    <a:pt x="443540" y="1175269"/>
                  </a:lnTo>
                  <a:lnTo>
                    <a:pt x="443531" y="1175271"/>
                  </a:lnTo>
                  <a:lnTo>
                    <a:pt x="443525" y="1175275"/>
                  </a:lnTo>
                  <a:lnTo>
                    <a:pt x="443508" y="1175288"/>
                  </a:lnTo>
                  <a:lnTo>
                    <a:pt x="443491" y="1175298"/>
                  </a:lnTo>
                  <a:lnTo>
                    <a:pt x="443484" y="1175301"/>
                  </a:lnTo>
                  <a:lnTo>
                    <a:pt x="443474" y="1175306"/>
                  </a:lnTo>
                  <a:lnTo>
                    <a:pt x="443457" y="1175316"/>
                  </a:lnTo>
                  <a:lnTo>
                    <a:pt x="443450" y="1175321"/>
                  </a:lnTo>
                  <a:lnTo>
                    <a:pt x="443445" y="1175324"/>
                  </a:lnTo>
                  <a:lnTo>
                    <a:pt x="443437" y="1175327"/>
                  </a:lnTo>
                  <a:lnTo>
                    <a:pt x="443417" y="1175338"/>
                  </a:lnTo>
                  <a:lnTo>
                    <a:pt x="443395" y="1175349"/>
                  </a:lnTo>
                  <a:lnTo>
                    <a:pt x="443356" y="1175370"/>
                  </a:lnTo>
                  <a:lnTo>
                    <a:pt x="443350" y="1175375"/>
                  </a:lnTo>
                  <a:lnTo>
                    <a:pt x="443340" y="1175384"/>
                  </a:lnTo>
                  <a:lnTo>
                    <a:pt x="443334" y="1175390"/>
                  </a:lnTo>
                  <a:lnTo>
                    <a:pt x="443320" y="1175407"/>
                  </a:lnTo>
                  <a:lnTo>
                    <a:pt x="443317" y="1175410"/>
                  </a:lnTo>
                  <a:lnTo>
                    <a:pt x="443309" y="1175417"/>
                  </a:lnTo>
                  <a:lnTo>
                    <a:pt x="443294" y="1175430"/>
                  </a:lnTo>
                  <a:lnTo>
                    <a:pt x="443278" y="1175445"/>
                  </a:lnTo>
                  <a:lnTo>
                    <a:pt x="443266" y="1175454"/>
                  </a:lnTo>
                  <a:lnTo>
                    <a:pt x="443240" y="1175470"/>
                  </a:lnTo>
                  <a:lnTo>
                    <a:pt x="443185" y="1175491"/>
                  </a:lnTo>
                  <a:lnTo>
                    <a:pt x="443169" y="1175498"/>
                  </a:lnTo>
                  <a:lnTo>
                    <a:pt x="443156" y="1175501"/>
                  </a:lnTo>
                  <a:lnTo>
                    <a:pt x="443141" y="1175502"/>
                  </a:lnTo>
                  <a:lnTo>
                    <a:pt x="443132" y="1175503"/>
                  </a:lnTo>
                  <a:lnTo>
                    <a:pt x="443123" y="1175505"/>
                  </a:lnTo>
                  <a:lnTo>
                    <a:pt x="443105" y="1175509"/>
                  </a:lnTo>
                  <a:lnTo>
                    <a:pt x="443082" y="1175515"/>
                  </a:lnTo>
                  <a:lnTo>
                    <a:pt x="443061" y="1175527"/>
                  </a:lnTo>
                  <a:lnTo>
                    <a:pt x="443050" y="1175534"/>
                  </a:lnTo>
                  <a:lnTo>
                    <a:pt x="443040" y="1175543"/>
                  </a:lnTo>
                  <a:lnTo>
                    <a:pt x="443029" y="1175554"/>
                  </a:lnTo>
                  <a:lnTo>
                    <a:pt x="443024" y="1175558"/>
                  </a:lnTo>
                  <a:lnTo>
                    <a:pt x="443008" y="1175569"/>
                  </a:lnTo>
                  <a:lnTo>
                    <a:pt x="442943" y="1175612"/>
                  </a:lnTo>
                  <a:lnTo>
                    <a:pt x="442937" y="1175617"/>
                  </a:lnTo>
                  <a:lnTo>
                    <a:pt x="442922" y="1175625"/>
                  </a:lnTo>
                  <a:lnTo>
                    <a:pt x="442913" y="1175632"/>
                  </a:lnTo>
                  <a:lnTo>
                    <a:pt x="442900" y="1175641"/>
                  </a:lnTo>
                  <a:lnTo>
                    <a:pt x="442894" y="1175644"/>
                  </a:lnTo>
                  <a:lnTo>
                    <a:pt x="442887" y="1175645"/>
                  </a:lnTo>
                  <a:lnTo>
                    <a:pt x="442883" y="1175646"/>
                  </a:lnTo>
                  <a:lnTo>
                    <a:pt x="442870" y="1175645"/>
                  </a:lnTo>
                  <a:lnTo>
                    <a:pt x="442854" y="1175642"/>
                  </a:lnTo>
                  <a:lnTo>
                    <a:pt x="442843" y="1175641"/>
                  </a:lnTo>
                  <a:lnTo>
                    <a:pt x="442832" y="1175641"/>
                  </a:lnTo>
                  <a:lnTo>
                    <a:pt x="442824" y="1175642"/>
                  </a:lnTo>
                  <a:lnTo>
                    <a:pt x="442805" y="1175643"/>
                  </a:lnTo>
                  <a:lnTo>
                    <a:pt x="442797" y="1175644"/>
                  </a:lnTo>
                  <a:lnTo>
                    <a:pt x="442786" y="1175644"/>
                  </a:lnTo>
                  <a:lnTo>
                    <a:pt x="442780" y="1175645"/>
                  </a:lnTo>
                  <a:lnTo>
                    <a:pt x="442770" y="1175646"/>
                  </a:lnTo>
                  <a:lnTo>
                    <a:pt x="442756" y="1175648"/>
                  </a:lnTo>
                  <a:lnTo>
                    <a:pt x="442740" y="1175648"/>
                  </a:lnTo>
                  <a:lnTo>
                    <a:pt x="442735" y="1175647"/>
                  </a:lnTo>
                  <a:lnTo>
                    <a:pt x="442725" y="1175645"/>
                  </a:lnTo>
                  <a:lnTo>
                    <a:pt x="442712" y="1175645"/>
                  </a:lnTo>
                  <a:lnTo>
                    <a:pt x="442697" y="1175646"/>
                  </a:lnTo>
                  <a:lnTo>
                    <a:pt x="442688" y="1175649"/>
                  </a:lnTo>
                  <a:lnTo>
                    <a:pt x="442669" y="1175657"/>
                  </a:lnTo>
                  <a:lnTo>
                    <a:pt x="442664" y="1175660"/>
                  </a:lnTo>
                  <a:lnTo>
                    <a:pt x="442658" y="1175661"/>
                  </a:lnTo>
                  <a:lnTo>
                    <a:pt x="442654" y="1175662"/>
                  </a:lnTo>
                  <a:lnTo>
                    <a:pt x="442630" y="1175665"/>
                  </a:lnTo>
                  <a:lnTo>
                    <a:pt x="442622" y="1175666"/>
                  </a:lnTo>
                  <a:lnTo>
                    <a:pt x="442617" y="1175667"/>
                  </a:lnTo>
                  <a:lnTo>
                    <a:pt x="442599" y="1175671"/>
                  </a:lnTo>
                  <a:lnTo>
                    <a:pt x="442593" y="1175672"/>
                  </a:lnTo>
                  <a:lnTo>
                    <a:pt x="442588" y="1175672"/>
                  </a:lnTo>
                  <a:lnTo>
                    <a:pt x="442579" y="1175674"/>
                  </a:lnTo>
                  <a:lnTo>
                    <a:pt x="442570" y="1175677"/>
                  </a:lnTo>
                  <a:lnTo>
                    <a:pt x="442558" y="1175682"/>
                  </a:lnTo>
                  <a:lnTo>
                    <a:pt x="442543" y="1175689"/>
                  </a:lnTo>
                  <a:lnTo>
                    <a:pt x="442527" y="1175696"/>
                  </a:lnTo>
                  <a:lnTo>
                    <a:pt x="442509" y="1175702"/>
                  </a:lnTo>
                  <a:lnTo>
                    <a:pt x="442494" y="1175707"/>
                  </a:lnTo>
                  <a:lnTo>
                    <a:pt x="442458" y="1175720"/>
                  </a:lnTo>
                  <a:lnTo>
                    <a:pt x="442435" y="1175727"/>
                  </a:lnTo>
                  <a:lnTo>
                    <a:pt x="442416" y="1175729"/>
                  </a:lnTo>
                  <a:lnTo>
                    <a:pt x="442404" y="1175732"/>
                  </a:lnTo>
                  <a:lnTo>
                    <a:pt x="442399" y="1175734"/>
                  </a:lnTo>
                  <a:lnTo>
                    <a:pt x="442390" y="1175737"/>
                  </a:lnTo>
                  <a:lnTo>
                    <a:pt x="442384" y="1175739"/>
                  </a:lnTo>
                  <a:lnTo>
                    <a:pt x="442378" y="1175740"/>
                  </a:lnTo>
                  <a:lnTo>
                    <a:pt x="442363" y="1175742"/>
                  </a:lnTo>
                  <a:lnTo>
                    <a:pt x="442348" y="1175744"/>
                  </a:lnTo>
                  <a:lnTo>
                    <a:pt x="442322" y="1175747"/>
                  </a:lnTo>
                  <a:lnTo>
                    <a:pt x="442309" y="1175751"/>
                  </a:lnTo>
                  <a:lnTo>
                    <a:pt x="442297" y="1175756"/>
                  </a:lnTo>
                  <a:lnTo>
                    <a:pt x="442271" y="1175767"/>
                  </a:lnTo>
                  <a:lnTo>
                    <a:pt x="442251" y="1175776"/>
                  </a:lnTo>
                  <a:lnTo>
                    <a:pt x="442236" y="1175785"/>
                  </a:lnTo>
                  <a:lnTo>
                    <a:pt x="442230" y="1175791"/>
                  </a:lnTo>
                  <a:lnTo>
                    <a:pt x="442228" y="1175797"/>
                  </a:lnTo>
                  <a:lnTo>
                    <a:pt x="442226" y="1175807"/>
                  </a:lnTo>
                  <a:lnTo>
                    <a:pt x="442224" y="1175817"/>
                  </a:lnTo>
                  <a:lnTo>
                    <a:pt x="442220" y="1175834"/>
                  </a:lnTo>
                  <a:lnTo>
                    <a:pt x="442219" y="1175839"/>
                  </a:lnTo>
                  <a:lnTo>
                    <a:pt x="442217" y="1175853"/>
                  </a:lnTo>
                  <a:lnTo>
                    <a:pt x="442214" y="1175867"/>
                  </a:lnTo>
                  <a:lnTo>
                    <a:pt x="442213" y="1175875"/>
                  </a:lnTo>
                  <a:lnTo>
                    <a:pt x="442209" y="1175904"/>
                  </a:lnTo>
                  <a:lnTo>
                    <a:pt x="442207" y="1175915"/>
                  </a:lnTo>
                  <a:lnTo>
                    <a:pt x="442205" y="1175927"/>
                  </a:lnTo>
                  <a:lnTo>
                    <a:pt x="442202" y="1175939"/>
                  </a:lnTo>
                  <a:lnTo>
                    <a:pt x="442198" y="1175952"/>
                  </a:lnTo>
                  <a:lnTo>
                    <a:pt x="442196" y="1175962"/>
                  </a:lnTo>
                  <a:lnTo>
                    <a:pt x="442196" y="1175967"/>
                  </a:lnTo>
                  <a:lnTo>
                    <a:pt x="442196" y="1175982"/>
                  </a:lnTo>
                  <a:lnTo>
                    <a:pt x="442195" y="1175995"/>
                  </a:lnTo>
                  <a:lnTo>
                    <a:pt x="442192" y="1176021"/>
                  </a:lnTo>
                  <a:lnTo>
                    <a:pt x="442191" y="1176027"/>
                  </a:lnTo>
                  <a:lnTo>
                    <a:pt x="442187" y="1176040"/>
                  </a:lnTo>
                  <a:lnTo>
                    <a:pt x="442183" y="1176057"/>
                  </a:lnTo>
                  <a:lnTo>
                    <a:pt x="442179" y="1176073"/>
                  </a:lnTo>
                  <a:lnTo>
                    <a:pt x="442177" y="1176079"/>
                  </a:lnTo>
                  <a:lnTo>
                    <a:pt x="442170" y="1176097"/>
                  </a:lnTo>
                  <a:lnTo>
                    <a:pt x="442165" y="1176111"/>
                  </a:lnTo>
                  <a:lnTo>
                    <a:pt x="442163" y="1176118"/>
                  </a:lnTo>
                  <a:lnTo>
                    <a:pt x="442157" y="1176135"/>
                  </a:lnTo>
                  <a:lnTo>
                    <a:pt x="442152" y="1176157"/>
                  </a:lnTo>
                  <a:lnTo>
                    <a:pt x="442149" y="1176171"/>
                  </a:lnTo>
                  <a:lnTo>
                    <a:pt x="442147" y="1176179"/>
                  </a:lnTo>
                  <a:lnTo>
                    <a:pt x="442142" y="1176186"/>
                  </a:lnTo>
                  <a:lnTo>
                    <a:pt x="442118" y="1176196"/>
                  </a:lnTo>
                  <a:lnTo>
                    <a:pt x="442102" y="1176203"/>
                  </a:lnTo>
                  <a:lnTo>
                    <a:pt x="442089" y="1176210"/>
                  </a:lnTo>
                  <a:lnTo>
                    <a:pt x="442083" y="1176212"/>
                  </a:lnTo>
                  <a:lnTo>
                    <a:pt x="442078" y="1176214"/>
                  </a:lnTo>
                  <a:lnTo>
                    <a:pt x="442064" y="1176228"/>
                  </a:lnTo>
                  <a:lnTo>
                    <a:pt x="442059" y="1176234"/>
                  </a:lnTo>
                  <a:lnTo>
                    <a:pt x="442055" y="1176238"/>
                  </a:lnTo>
                  <a:lnTo>
                    <a:pt x="442050" y="1176242"/>
                  </a:lnTo>
                  <a:lnTo>
                    <a:pt x="442036" y="1176262"/>
                  </a:lnTo>
                  <a:lnTo>
                    <a:pt x="442027" y="1176273"/>
                  </a:lnTo>
                  <a:lnTo>
                    <a:pt x="441987" y="1176311"/>
                  </a:lnTo>
                  <a:lnTo>
                    <a:pt x="441984" y="1176315"/>
                  </a:lnTo>
                  <a:lnTo>
                    <a:pt x="441976" y="1176325"/>
                  </a:lnTo>
                  <a:lnTo>
                    <a:pt x="441972" y="1176328"/>
                  </a:lnTo>
                  <a:lnTo>
                    <a:pt x="441956" y="1176339"/>
                  </a:lnTo>
                  <a:lnTo>
                    <a:pt x="441945" y="1176342"/>
                  </a:lnTo>
                  <a:lnTo>
                    <a:pt x="441936" y="1176345"/>
                  </a:lnTo>
                  <a:lnTo>
                    <a:pt x="441919" y="1176352"/>
                  </a:lnTo>
                  <a:lnTo>
                    <a:pt x="441898" y="1176362"/>
                  </a:lnTo>
                  <a:lnTo>
                    <a:pt x="441893" y="1176364"/>
                  </a:lnTo>
                  <a:lnTo>
                    <a:pt x="441866" y="1176366"/>
                  </a:lnTo>
                  <a:lnTo>
                    <a:pt x="441859" y="1176365"/>
                  </a:lnTo>
                  <a:lnTo>
                    <a:pt x="441848" y="1176362"/>
                  </a:lnTo>
                  <a:lnTo>
                    <a:pt x="441843" y="1176360"/>
                  </a:lnTo>
                  <a:lnTo>
                    <a:pt x="441835" y="1176356"/>
                  </a:lnTo>
                  <a:lnTo>
                    <a:pt x="441831" y="1176354"/>
                  </a:lnTo>
                  <a:lnTo>
                    <a:pt x="441818" y="1176348"/>
                  </a:lnTo>
                  <a:lnTo>
                    <a:pt x="441796" y="1176332"/>
                  </a:lnTo>
                  <a:lnTo>
                    <a:pt x="441766" y="1176305"/>
                  </a:lnTo>
                  <a:lnTo>
                    <a:pt x="441751" y="1176296"/>
                  </a:lnTo>
                  <a:lnTo>
                    <a:pt x="441747" y="1176294"/>
                  </a:lnTo>
                  <a:lnTo>
                    <a:pt x="441740" y="1176292"/>
                  </a:lnTo>
                  <a:lnTo>
                    <a:pt x="441726" y="1176295"/>
                  </a:lnTo>
                  <a:lnTo>
                    <a:pt x="441683" y="1176308"/>
                  </a:lnTo>
                  <a:lnTo>
                    <a:pt x="441675" y="1176310"/>
                  </a:lnTo>
                  <a:lnTo>
                    <a:pt x="441646" y="1176316"/>
                  </a:lnTo>
                  <a:lnTo>
                    <a:pt x="441640" y="1176317"/>
                  </a:lnTo>
                  <a:lnTo>
                    <a:pt x="441634" y="1176317"/>
                  </a:lnTo>
                  <a:lnTo>
                    <a:pt x="441627" y="1176318"/>
                  </a:lnTo>
                  <a:lnTo>
                    <a:pt x="441611" y="1176318"/>
                  </a:lnTo>
                  <a:lnTo>
                    <a:pt x="441605" y="1176318"/>
                  </a:lnTo>
                  <a:lnTo>
                    <a:pt x="441598" y="1176317"/>
                  </a:lnTo>
                  <a:lnTo>
                    <a:pt x="441590" y="1176317"/>
                  </a:lnTo>
                  <a:lnTo>
                    <a:pt x="441582" y="1176318"/>
                  </a:lnTo>
                  <a:lnTo>
                    <a:pt x="441565" y="1176321"/>
                  </a:lnTo>
                  <a:lnTo>
                    <a:pt x="441549" y="1176325"/>
                  </a:lnTo>
                  <a:lnTo>
                    <a:pt x="441529" y="1176331"/>
                  </a:lnTo>
                  <a:lnTo>
                    <a:pt x="441522" y="1176333"/>
                  </a:lnTo>
                  <a:lnTo>
                    <a:pt x="441517" y="1176334"/>
                  </a:lnTo>
                  <a:lnTo>
                    <a:pt x="441507" y="1176337"/>
                  </a:lnTo>
                  <a:lnTo>
                    <a:pt x="441502" y="1176336"/>
                  </a:lnTo>
                  <a:lnTo>
                    <a:pt x="441492" y="1176330"/>
                  </a:lnTo>
                  <a:lnTo>
                    <a:pt x="441486" y="1176327"/>
                  </a:lnTo>
                  <a:lnTo>
                    <a:pt x="441474" y="1176321"/>
                  </a:lnTo>
                  <a:lnTo>
                    <a:pt x="441468" y="1176318"/>
                  </a:lnTo>
                  <a:lnTo>
                    <a:pt x="441460" y="1176312"/>
                  </a:lnTo>
                  <a:lnTo>
                    <a:pt x="441451" y="1176306"/>
                  </a:lnTo>
                  <a:lnTo>
                    <a:pt x="441437" y="1176293"/>
                  </a:lnTo>
                  <a:lnTo>
                    <a:pt x="441429" y="1176283"/>
                  </a:lnTo>
                  <a:lnTo>
                    <a:pt x="441414" y="1176269"/>
                  </a:lnTo>
                  <a:lnTo>
                    <a:pt x="441395" y="1176251"/>
                  </a:lnTo>
                  <a:lnTo>
                    <a:pt x="441381" y="1176236"/>
                  </a:lnTo>
                  <a:lnTo>
                    <a:pt x="441352" y="1176208"/>
                  </a:lnTo>
                  <a:lnTo>
                    <a:pt x="441339" y="1176196"/>
                  </a:lnTo>
                  <a:lnTo>
                    <a:pt x="441331" y="1176200"/>
                  </a:lnTo>
                  <a:lnTo>
                    <a:pt x="441322" y="1176206"/>
                  </a:lnTo>
                  <a:lnTo>
                    <a:pt x="441312" y="1176211"/>
                  </a:lnTo>
                  <a:lnTo>
                    <a:pt x="441295" y="1176222"/>
                  </a:lnTo>
                  <a:lnTo>
                    <a:pt x="441274" y="1176236"/>
                  </a:lnTo>
                  <a:lnTo>
                    <a:pt x="441260" y="1176256"/>
                  </a:lnTo>
                  <a:lnTo>
                    <a:pt x="441242" y="1176277"/>
                  </a:lnTo>
                  <a:lnTo>
                    <a:pt x="441237" y="1176282"/>
                  </a:lnTo>
                  <a:lnTo>
                    <a:pt x="441222" y="1176291"/>
                  </a:lnTo>
                  <a:lnTo>
                    <a:pt x="441217" y="1176293"/>
                  </a:lnTo>
                  <a:lnTo>
                    <a:pt x="441180" y="1176315"/>
                  </a:lnTo>
                  <a:lnTo>
                    <a:pt x="441169" y="1176323"/>
                  </a:lnTo>
                  <a:lnTo>
                    <a:pt x="441165" y="1176326"/>
                  </a:lnTo>
                  <a:lnTo>
                    <a:pt x="441156" y="1176329"/>
                  </a:lnTo>
                  <a:lnTo>
                    <a:pt x="441144" y="1176331"/>
                  </a:lnTo>
                  <a:lnTo>
                    <a:pt x="441115" y="1176331"/>
                  </a:lnTo>
                  <a:lnTo>
                    <a:pt x="441105" y="1176331"/>
                  </a:lnTo>
                  <a:lnTo>
                    <a:pt x="441101" y="1176330"/>
                  </a:lnTo>
                  <a:lnTo>
                    <a:pt x="441080" y="1176322"/>
                  </a:lnTo>
                  <a:lnTo>
                    <a:pt x="441064" y="1176318"/>
                  </a:lnTo>
                  <a:lnTo>
                    <a:pt x="441026" y="1176307"/>
                  </a:lnTo>
                  <a:lnTo>
                    <a:pt x="441020" y="1176304"/>
                  </a:lnTo>
                  <a:lnTo>
                    <a:pt x="441005" y="1176296"/>
                  </a:lnTo>
                  <a:lnTo>
                    <a:pt x="440985" y="1176285"/>
                  </a:lnTo>
                  <a:lnTo>
                    <a:pt x="440981" y="1176283"/>
                  </a:lnTo>
                  <a:lnTo>
                    <a:pt x="440969" y="1176278"/>
                  </a:lnTo>
                  <a:lnTo>
                    <a:pt x="440961" y="1176274"/>
                  </a:lnTo>
                  <a:lnTo>
                    <a:pt x="440957" y="1176271"/>
                  </a:lnTo>
                  <a:lnTo>
                    <a:pt x="440946" y="1176254"/>
                  </a:lnTo>
                  <a:lnTo>
                    <a:pt x="440939" y="1176234"/>
                  </a:lnTo>
                  <a:lnTo>
                    <a:pt x="440930" y="1176218"/>
                  </a:lnTo>
                  <a:lnTo>
                    <a:pt x="440925" y="1176212"/>
                  </a:lnTo>
                  <a:lnTo>
                    <a:pt x="440914" y="1176194"/>
                  </a:lnTo>
                  <a:lnTo>
                    <a:pt x="440908" y="1176185"/>
                  </a:lnTo>
                  <a:lnTo>
                    <a:pt x="440896" y="1176170"/>
                  </a:lnTo>
                  <a:lnTo>
                    <a:pt x="440892" y="1176165"/>
                  </a:lnTo>
                  <a:lnTo>
                    <a:pt x="440887" y="1176160"/>
                  </a:lnTo>
                  <a:lnTo>
                    <a:pt x="440882" y="1176157"/>
                  </a:lnTo>
                  <a:lnTo>
                    <a:pt x="440875" y="1176153"/>
                  </a:lnTo>
                  <a:lnTo>
                    <a:pt x="440856" y="1176145"/>
                  </a:lnTo>
                  <a:lnTo>
                    <a:pt x="440848" y="1176142"/>
                  </a:lnTo>
                  <a:lnTo>
                    <a:pt x="440819" y="1176134"/>
                  </a:lnTo>
                  <a:lnTo>
                    <a:pt x="440794" y="1176129"/>
                  </a:lnTo>
                  <a:lnTo>
                    <a:pt x="440778" y="1176126"/>
                  </a:lnTo>
                  <a:lnTo>
                    <a:pt x="440754" y="1176120"/>
                  </a:lnTo>
                  <a:lnTo>
                    <a:pt x="440732" y="1176114"/>
                  </a:lnTo>
                  <a:lnTo>
                    <a:pt x="440715" y="1176111"/>
                  </a:lnTo>
                  <a:lnTo>
                    <a:pt x="440699" y="1176107"/>
                  </a:lnTo>
                  <a:lnTo>
                    <a:pt x="440676" y="1176106"/>
                  </a:lnTo>
                  <a:lnTo>
                    <a:pt x="440655" y="1176107"/>
                  </a:lnTo>
                  <a:lnTo>
                    <a:pt x="440643" y="1176107"/>
                  </a:lnTo>
                  <a:lnTo>
                    <a:pt x="440629" y="1176109"/>
                  </a:lnTo>
                  <a:lnTo>
                    <a:pt x="440613" y="1176110"/>
                  </a:lnTo>
                  <a:lnTo>
                    <a:pt x="440595" y="1176111"/>
                  </a:lnTo>
                  <a:lnTo>
                    <a:pt x="440576" y="1176112"/>
                  </a:lnTo>
                  <a:lnTo>
                    <a:pt x="440554" y="1176114"/>
                  </a:lnTo>
                  <a:lnTo>
                    <a:pt x="440539" y="1176117"/>
                  </a:lnTo>
                  <a:lnTo>
                    <a:pt x="440521" y="1176122"/>
                  </a:lnTo>
                  <a:lnTo>
                    <a:pt x="440506" y="1176126"/>
                  </a:lnTo>
                  <a:lnTo>
                    <a:pt x="440495" y="1176129"/>
                  </a:lnTo>
                  <a:lnTo>
                    <a:pt x="440479" y="1176134"/>
                  </a:lnTo>
                  <a:lnTo>
                    <a:pt x="440469" y="1176139"/>
                  </a:lnTo>
                  <a:lnTo>
                    <a:pt x="440462" y="1176141"/>
                  </a:lnTo>
                  <a:lnTo>
                    <a:pt x="440453" y="1176143"/>
                  </a:lnTo>
                  <a:lnTo>
                    <a:pt x="440442" y="1176144"/>
                  </a:lnTo>
                  <a:lnTo>
                    <a:pt x="440433" y="1176144"/>
                  </a:lnTo>
                  <a:lnTo>
                    <a:pt x="440424" y="1176143"/>
                  </a:lnTo>
                  <a:lnTo>
                    <a:pt x="440405" y="1176142"/>
                  </a:lnTo>
                  <a:lnTo>
                    <a:pt x="440398" y="1176141"/>
                  </a:lnTo>
                  <a:lnTo>
                    <a:pt x="440381" y="1176140"/>
                  </a:lnTo>
                  <a:lnTo>
                    <a:pt x="440375" y="1176141"/>
                  </a:lnTo>
                  <a:lnTo>
                    <a:pt x="440370" y="1176146"/>
                  </a:lnTo>
                  <a:lnTo>
                    <a:pt x="440366" y="1176154"/>
                  </a:lnTo>
                  <a:lnTo>
                    <a:pt x="440365" y="1176175"/>
                  </a:lnTo>
                  <a:lnTo>
                    <a:pt x="440365" y="1176186"/>
                  </a:lnTo>
                  <a:lnTo>
                    <a:pt x="440366" y="1176204"/>
                  </a:lnTo>
                  <a:lnTo>
                    <a:pt x="440369" y="1176216"/>
                  </a:lnTo>
                  <a:lnTo>
                    <a:pt x="440371" y="1176223"/>
                  </a:lnTo>
                  <a:lnTo>
                    <a:pt x="440375" y="1176253"/>
                  </a:lnTo>
                  <a:lnTo>
                    <a:pt x="440376" y="1176267"/>
                  </a:lnTo>
                  <a:lnTo>
                    <a:pt x="440375" y="1176278"/>
                  </a:lnTo>
                  <a:lnTo>
                    <a:pt x="440375" y="1176287"/>
                  </a:lnTo>
                  <a:lnTo>
                    <a:pt x="440375" y="1176294"/>
                  </a:lnTo>
                  <a:lnTo>
                    <a:pt x="440372" y="1176321"/>
                  </a:lnTo>
                  <a:lnTo>
                    <a:pt x="440370" y="1176330"/>
                  </a:lnTo>
                  <a:lnTo>
                    <a:pt x="440358" y="1176354"/>
                  </a:lnTo>
                  <a:lnTo>
                    <a:pt x="440356" y="1176359"/>
                  </a:lnTo>
                  <a:lnTo>
                    <a:pt x="440349" y="1176371"/>
                  </a:lnTo>
                  <a:lnTo>
                    <a:pt x="440344" y="1176378"/>
                  </a:lnTo>
                  <a:lnTo>
                    <a:pt x="440334" y="1176390"/>
                  </a:lnTo>
                  <a:lnTo>
                    <a:pt x="440310" y="1176420"/>
                  </a:lnTo>
                  <a:lnTo>
                    <a:pt x="440290" y="1176441"/>
                  </a:lnTo>
                  <a:lnTo>
                    <a:pt x="440262" y="1176458"/>
                  </a:lnTo>
                  <a:lnTo>
                    <a:pt x="440222" y="1176475"/>
                  </a:lnTo>
                  <a:lnTo>
                    <a:pt x="440191" y="1176494"/>
                  </a:lnTo>
                  <a:lnTo>
                    <a:pt x="440184" y="1176499"/>
                  </a:lnTo>
                  <a:lnTo>
                    <a:pt x="440180" y="1176503"/>
                  </a:lnTo>
                  <a:lnTo>
                    <a:pt x="440183" y="1176508"/>
                  </a:lnTo>
                  <a:lnTo>
                    <a:pt x="440194" y="1176516"/>
                  </a:lnTo>
                  <a:lnTo>
                    <a:pt x="440199" y="1176519"/>
                  </a:lnTo>
                  <a:lnTo>
                    <a:pt x="440205" y="1176526"/>
                  </a:lnTo>
                  <a:lnTo>
                    <a:pt x="440209" y="1176538"/>
                  </a:lnTo>
                  <a:lnTo>
                    <a:pt x="440211" y="1176544"/>
                  </a:lnTo>
                  <a:lnTo>
                    <a:pt x="440215" y="1176548"/>
                  </a:lnTo>
                  <a:lnTo>
                    <a:pt x="440220" y="1176555"/>
                  </a:lnTo>
                  <a:lnTo>
                    <a:pt x="440231" y="1176572"/>
                  </a:lnTo>
                  <a:lnTo>
                    <a:pt x="440236" y="1176581"/>
                  </a:lnTo>
                  <a:lnTo>
                    <a:pt x="440239" y="1176586"/>
                  </a:lnTo>
                  <a:lnTo>
                    <a:pt x="440244" y="1176595"/>
                  </a:lnTo>
                  <a:lnTo>
                    <a:pt x="440247" y="1176603"/>
                  </a:lnTo>
                  <a:lnTo>
                    <a:pt x="440250" y="1176609"/>
                  </a:lnTo>
                  <a:lnTo>
                    <a:pt x="440254" y="1176613"/>
                  </a:lnTo>
                  <a:lnTo>
                    <a:pt x="440257" y="1176617"/>
                  </a:lnTo>
                  <a:lnTo>
                    <a:pt x="440262" y="1176623"/>
                  </a:lnTo>
                  <a:lnTo>
                    <a:pt x="440266" y="1176631"/>
                  </a:lnTo>
                  <a:lnTo>
                    <a:pt x="440275" y="1176650"/>
                  </a:lnTo>
                  <a:lnTo>
                    <a:pt x="440287" y="1176679"/>
                  </a:lnTo>
                  <a:lnTo>
                    <a:pt x="440291" y="1176683"/>
                  </a:lnTo>
                  <a:lnTo>
                    <a:pt x="440294" y="1176688"/>
                  </a:lnTo>
                  <a:lnTo>
                    <a:pt x="440294" y="1176693"/>
                  </a:lnTo>
                  <a:lnTo>
                    <a:pt x="440291" y="1176707"/>
                  </a:lnTo>
                  <a:lnTo>
                    <a:pt x="440285" y="1176716"/>
                  </a:lnTo>
                  <a:lnTo>
                    <a:pt x="440279" y="1176722"/>
                  </a:lnTo>
                  <a:lnTo>
                    <a:pt x="440269" y="1176729"/>
                  </a:lnTo>
                  <a:lnTo>
                    <a:pt x="440257" y="1176744"/>
                  </a:lnTo>
                  <a:lnTo>
                    <a:pt x="440255" y="1176752"/>
                  </a:lnTo>
                  <a:lnTo>
                    <a:pt x="440253" y="1176764"/>
                  </a:lnTo>
                  <a:lnTo>
                    <a:pt x="440251" y="1176773"/>
                  </a:lnTo>
                  <a:lnTo>
                    <a:pt x="440246" y="1176794"/>
                  </a:lnTo>
                  <a:lnTo>
                    <a:pt x="440244" y="1176800"/>
                  </a:lnTo>
                  <a:lnTo>
                    <a:pt x="440243" y="1176807"/>
                  </a:lnTo>
                  <a:lnTo>
                    <a:pt x="440235" y="1176821"/>
                  </a:lnTo>
                  <a:lnTo>
                    <a:pt x="440224" y="1176834"/>
                  </a:lnTo>
                  <a:lnTo>
                    <a:pt x="440199" y="1176866"/>
                  </a:lnTo>
                  <a:lnTo>
                    <a:pt x="440189" y="1176882"/>
                  </a:lnTo>
                  <a:lnTo>
                    <a:pt x="440176" y="1176908"/>
                  </a:lnTo>
                  <a:lnTo>
                    <a:pt x="440168" y="1176925"/>
                  </a:lnTo>
                  <a:lnTo>
                    <a:pt x="440159" y="1176936"/>
                  </a:lnTo>
                  <a:lnTo>
                    <a:pt x="440138" y="1176956"/>
                  </a:lnTo>
                  <a:lnTo>
                    <a:pt x="440132" y="1176961"/>
                  </a:lnTo>
                  <a:lnTo>
                    <a:pt x="440124" y="1176966"/>
                  </a:lnTo>
                  <a:lnTo>
                    <a:pt x="440117" y="1176970"/>
                  </a:lnTo>
                  <a:lnTo>
                    <a:pt x="440107" y="1176977"/>
                  </a:lnTo>
                  <a:lnTo>
                    <a:pt x="440102" y="1176981"/>
                  </a:lnTo>
                  <a:lnTo>
                    <a:pt x="440096" y="1176985"/>
                  </a:lnTo>
                  <a:lnTo>
                    <a:pt x="440091" y="1176986"/>
                  </a:lnTo>
                  <a:lnTo>
                    <a:pt x="440085" y="1176988"/>
                  </a:lnTo>
                  <a:lnTo>
                    <a:pt x="440078" y="1176989"/>
                  </a:lnTo>
                  <a:lnTo>
                    <a:pt x="440072" y="1176991"/>
                  </a:lnTo>
                  <a:lnTo>
                    <a:pt x="440064" y="1176997"/>
                  </a:lnTo>
                  <a:lnTo>
                    <a:pt x="440057" y="1177001"/>
                  </a:lnTo>
                  <a:lnTo>
                    <a:pt x="440032" y="1177011"/>
                  </a:lnTo>
                  <a:lnTo>
                    <a:pt x="440024" y="1177015"/>
                  </a:lnTo>
                  <a:lnTo>
                    <a:pt x="440001" y="1177029"/>
                  </a:lnTo>
                  <a:lnTo>
                    <a:pt x="439995" y="1177046"/>
                  </a:lnTo>
                  <a:lnTo>
                    <a:pt x="439988" y="1177069"/>
                  </a:lnTo>
                  <a:lnTo>
                    <a:pt x="439977" y="1177089"/>
                  </a:lnTo>
                  <a:lnTo>
                    <a:pt x="439957" y="1177105"/>
                  </a:lnTo>
                  <a:lnTo>
                    <a:pt x="439927" y="1177125"/>
                  </a:lnTo>
                  <a:lnTo>
                    <a:pt x="439920" y="1177131"/>
                  </a:lnTo>
                  <a:lnTo>
                    <a:pt x="439911" y="1177134"/>
                  </a:lnTo>
                  <a:lnTo>
                    <a:pt x="439894" y="1177136"/>
                  </a:lnTo>
                  <a:lnTo>
                    <a:pt x="439882" y="1177135"/>
                  </a:lnTo>
                  <a:lnTo>
                    <a:pt x="439869" y="1177135"/>
                  </a:lnTo>
                  <a:lnTo>
                    <a:pt x="439864" y="1177135"/>
                  </a:lnTo>
                  <a:lnTo>
                    <a:pt x="439860" y="1177135"/>
                  </a:lnTo>
                  <a:lnTo>
                    <a:pt x="439854" y="1177134"/>
                  </a:lnTo>
                  <a:lnTo>
                    <a:pt x="439846" y="1177133"/>
                  </a:lnTo>
                  <a:lnTo>
                    <a:pt x="439837" y="1177131"/>
                  </a:lnTo>
                  <a:lnTo>
                    <a:pt x="439829" y="1177131"/>
                  </a:lnTo>
                  <a:lnTo>
                    <a:pt x="439825" y="1177131"/>
                  </a:lnTo>
                  <a:lnTo>
                    <a:pt x="439819" y="1177132"/>
                  </a:lnTo>
                  <a:lnTo>
                    <a:pt x="439810" y="1177132"/>
                  </a:lnTo>
                  <a:lnTo>
                    <a:pt x="439803" y="1177132"/>
                  </a:lnTo>
                  <a:lnTo>
                    <a:pt x="439795" y="1177130"/>
                  </a:lnTo>
                  <a:lnTo>
                    <a:pt x="439785" y="1177128"/>
                  </a:lnTo>
                  <a:lnTo>
                    <a:pt x="439768" y="1177125"/>
                  </a:lnTo>
                  <a:lnTo>
                    <a:pt x="439755" y="1177125"/>
                  </a:lnTo>
                  <a:lnTo>
                    <a:pt x="439747" y="1177125"/>
                  </a:lnTo>
                  <a:lnTo>
                    <a:pt x="439723" y="1177122"/>
                  </a:lnTo>
                  <a:lnTo>
                    <a:pt x="439718" y="1177125"/>
                  </a:lnTo>
                  <a:lnTo>
                    <a:pt x="439715" y="1177132"/>
                  </a:lnTo>
                  <a:lnTo>
                    <a:pt x="439712" y="1177144"/>
                  </a:lnTo>
                  <a:lnTo>
                    <a:pt x="439711" y="1177153"/>
                  </a:lnTo>
                  <a:lnTo>
                    <a:pt x="439712" y="1177161"/>
                  </a:lnTo>
                  <a:lnTo>
                    <a:pt x="439711" y="1177179"/>
                  </a:lnTo>
                  <a:lnTo>
                    <a:pt x="439708" y="1177210"/>
                  </a:lnTo>
                  <a:lnTo>
                    <a:pt x="439705" y="1177232"/>
                  </a:lnTo>
                  <a:lnTo>
                    <a:pt x="439694" y="1177249"/>
                  </a:lnTo>
                  <a:lnTo>
                    <a:pt x="439686" y="1177265"/>
                  </a:lnTo>
                  <a:lnTo>
                    <a:pt x="439660" y="1177289"/>
                  </a:lnTo>
                  <a:lnTo>
                    <a:pt x="439647" y="1177302"/>
                  </a:lnTo>
                  <a:lnTo>
                    <a:pt x="439636" y="1177308"/>
                  </a:lnTo>
                  <a:lnTo>
                    <a:pt x="439625" y="1177314"/>
                  </a:lnTo>
                  <a:lnTo>
                    <a:pt x="439617" y="1177318"/>
                  </a:lnTo>
                  <a:lnTo>
                    <a:pt x="439609" y="1177328"/>
                  </a:lnTo>
                  <a:lnTo>
                    <a:pt x="439607" y="1177336"/>
                  </a:lnTo>
                  <a:lnTo>
                    <a:pt x="439607" y="1177347"/>
                  </a:lnTo>
                  <a:lnTo>
                    <a:pt x="439609" y="1177367"/>
                  </a:lnTo>
                  <a:lnTo>
                    <a:pt x="439607" y="1177388"/>
                  </a:lnTo>
                  <a:lnTo>
                    <a:pt x="439602" y="1177422"/>
                  </a:lnTo>
                  <a:lnTo>
                    <a:pt x="439602" y="1177429"/>
                  </a:lnTo>
                  <a:lnTo>
                    <a:pt x="439601" y="1177440"/>
                  </a:lnTo>
                  <a:lnTo>
                    <a:pt x="439599" y="1177445"/>
                  </a:lnTo>
                  <a:lnTo>
                    <a:pt x="439596" y="1177454"/>
                  </a:lnTo>
                  <a:lnTo>
                    <a:pt x="439592" y="1177467"/>
                  </a:lnTo>
                  <a:lnTo>
                    <a:pt x="439589" y="1177483"/>
                  </a:lnTo>
                  <a:lnTo>
                    <a:pt x="439587" y="1177491"/>
                  </a:lnTo>
                  <a:lnTo>
                    <a:pt x="439578" y="1177530"/>
                  </a:lnTo>
                  <a:lnTo>
                    <a:pt x="439580" y="1177535"/>
                  </a:lnTo>
                  <a:lnTo>
                    <a:pt x="439598" y="1177550"/>
                  </a:lnTo>
                  <a:lnTo>
                    <a:pt x="439610" y="1177560"/>
                  </a:lnTo>
                  <a:lnTo>
                    <a:pt x="439621" y="1177570"/>
                  </a:lnTo>
                  <a:lnTo>
                    <a:pt x="439630" y="1177578"/>
                  </a:lnTo>
                  <a:lnTo>
                    <a:pt x="439635" y="1177583"/>
                  </a:lnTo>
                  <a:lnTo>
                    <a:pt x="439641" y="1177591"/>
                  </a:lnTo>
                  <a:lnTo>
                    <a:pt x="439653" y="1177607"/>
                  </a:lnTo>
                  <a:lnTo>
                    <a:pt x="439656" y="1177612"/>
                  </a:lnTo>
                  <a:lnTo>
                    <a:pt x="439660" y="1177619"/>
                  </a:lnTo>
                  <a:lnTo>
                    <a:pt x="439663" y="1177624"/>
                  </a:lnTo>
                  <a:lnTo>
                    <a:pt x="439666" y="1177632"/>
                  </a:lnTo>
                  <a:lnTo>
                    <a:pt x="439673" y="1177655"/>
                  </a:lnTo>
                  <a:lnTo>
                    <a:pt x="439676" y="1177685"/>
                  </a:lnTo>
                  <a:lnTo>
                    <a:pt x="439684" y="1177716"/>
                  </a:lnTo>
                  <a:lnTo>
                    <a:pt x="439685" y="1177722"/>
                  </a:lnTo>
                  <a:lnTo>
                    <a:pt x="439686" y="1177731"/>
                  </a:lnTo>
                  <a:lnTo>
                    <a:pt x="439687" y="1177737"/>
                  </a:lnTo>
                  <a:lnTo>
                    <a:pt x="439689" y="1177746"/>
                  </a:lnTo>
                  <a:lnTo>
                    <a:pt x="439698" y="1177770"/>
                  </a:lnTo>
                  <a:lnTo>
                    <a:pt x="439703" y="1177782"/>
                  </a:lnTo>
                  <a:lnTo>
                    <a:pt x="439720" y="1177809"/>
                  </a:lnTo>
                  <a:lnTo>
                    <a:pt x="439728" y="1177822"/>
                  </a:lnTo>
                  <a:lnTo>
                    <a:pt x="439741" y="1177840"/>
                  </a:lnTo>
                  <a:lnTo>
                    <a:pt x="439753" y="1177862"/>
                  </a:lnTo>
                  <a:lnTo>
                    <a:pt x="439761" y="1177884"/>
                  </a:lnTo>
                  <a:lnTo>
                    <a:pt x="439765" y="1177893"/>
                  </a:lnTo>
                  <a:lnTo>
                    <a:pt x="439770" y="1177903"/>
                  </a:lnTo>
                  <a:lnTo>
                    <a:pt x="439778" y="1177922"/>
                  </a:lnTo>
                  <a:lnTo>
                    <a:pt x="439781" y="1177930"/>
                  </a:lnTo>
                  <a:lnTo>
                    <a:pt x="439783" y="1177935"/>
                  </a:lnTo>
                  <a:lnTo>
                    <a:pt x="439786" y="1177944"/>
                  </a:lnTo>
                  <a:lnTo>
                    <a:pt x="439787" y="1177952"/>
                  </a:lnTo>
                  <a:lnTo>
                    <a:pt x="439790" y="1177960"/>
                  </a:lnTo>
                  <a:lnTo>
                    <a:pt x="439795" y="1177972"/>
                  </a:lnTo>
                  <a:lnTo>
                    <a:pt x="439798" y="1177980"/>
                  </a:lnTo>
                  <a:lnTo>
                    <a:pt x="439802" y="1177989"/>
                  </a:lnTo>
                  <a:lnTo>
                    <a:pt x="439804" y="1177996"/>
                  </a:lnTo>
                  <a:lnTo>
                    <a:pt x="439807" y="1178009"/>
                  </a:lnTo>
                  <a:lnTo>
                    <a:pt x="439810" y="1178028"/>
                  </a:lnTo>
                  <a:lnTo>
                    <a:pt x="439816" y="1178044"/>
                  </a:lnTo>
                  <a:lnTo>
                    <a:pt x="439818" y="1178050"/>
                  </a:lnTo>
                  <a:lnTo>
                    <a:pt x="439819" y="1178058"/>
                  </a:lnTo>
                  <a:lnTo>
                    <a:pt x="439819" y="1178065"/>
                  </a:lnTo>
                  <a:lnTo>
                    <a:pt x="439819" y="1178078"/>
                  </a:lnTo>
                  <a:lnTo>
                    <a:pt x="439820" y="1178092"/>
                  </a:lnTo>
                  <a:lnTo>
                    <a:pt x="439820" y="1178098"/>
                  </a:lnTo>
                  <a:lnTo>
                    <a:pt x="439820" y="1178112"/>
                  </a:lnTo>
                  <a:lnTo>
                    <a:pt x="439820" y="1178121"/>
                  </a:lnTo>
                  <a:lnTo>
                    <a:pt x="439820" y="1178126"/>
                  </a:lnTo>
                  <a:lnTo>
                    <a:pt x="439818" y="1178132"/>
                  </a:lnTo>
                  <a:lnTo>
                    <a:pt x="439817" y="1178138"/>
                  </a:lnTo>
                  <a:lnTo>
                    <a:pt x="439821" y="1178146"/>
                  </a:lnTo>
                  <a:lnTo>
                    <a:pt x="439826" y="1178162"/>
                  </a:lnTo>
                  <a:lnTo>
                    <a:pt x="439829" y="1178171"/>
                  </a:lnTo>
                  <a:lnTo>
                    <a:pt x="439831" y="1178176"/>
                  </a:lnTo>
                  <a:lnTo>
                    <a:pt x="439841" y="1178206"/>
                  </a:lnTo>
                  <a:lnTo>
                    <a:pt x="439849" y="1178235"/>
                  </a:lnTo>
                  <a:lnTo>
                    <a:pt x="439853" y="1178244"/>
                  </a:lnTo>
                  <a:lnTo>
                    <a:pt x="439859" y="1178255"/>
                  </a:lnTo>
                  <a:lnTo>
                    <a:pt x="439864" y="1178262"/>
                  </a:lnTo>
                  <a:lnTo>
                    <a:pt x="439871" y="1178269"/>
                  </a:lnTo>
                  <a:lnTo>
                    <a:pt x="439875" y="1178273"/>
                  </a:lnTo>
                  <a:lnTo>
                    <a:pt x="439883" y="1178278"/>
                  </a:lnTo>
                  <a:lnTo>
                    <a:pt x="439891" y="1178284"/>
                  </a:lnTo>
                  <a:lnTo>
                    <a:pt x="439903" y="1178292"/>
                  </a:lnTo>
                  <a:lnTo>
                    <a:pt x="439908" y="1178298"/>
                  </a:lnTo>
                  <a:lnTo>
                    <a:pt x="439914" y="1178306"/>
                  </a:lnTo>
                  <a:lnTo>
                    <a:pt x="439920" y="1178312"/>
                  </a:lnTo>
                  <a:lnTo>
                    <a:pt x="439925" y="1178319"/>
                  </a:lnTo>
                  <a:lnTo>
                    <a:pt x="439928" y="1178322"/>
                  </a:lnTo>
                  <a:lnTo>
                    <a:pt x="439931" y="1178327"/>
                  </a:lnTo>
                  <a:lnTo>
                    <a:pt x="439933" y="1178333"/>
                  </a:lnTo>
                  <a:lnTo>
                    <a:pt x="439933" y="1178340"/>
                  </a:lnTo>
                  <a:lnTo>
                    <a:pt x="439935" y="1178358"/>
                  </a:lnTo>
                  <a:lnTo>
                    <a:pt x="439932" y="1178366"/>
                  </a:lnTo>
                  <a:lnTo>
                    <a:pt x="439923" y="1178374"/>
                  </a:lnTo>
                  <a:lnTo>
                    <a:pt x="439914" y="1178378"/>
                  </a:lnTo>
                  <a:lnTo>
                    <a:pt x="439910" y="1178383"/>
                  </a:lnTo>
                  <a:lnTo>
                    <a:pt x="439894" y="1178396"/>
                  </a:lnTo>
                  <a:lnTo>
                    <a:pt x="439888" y="1178402"/>
                  </a:lnTo>
                  <a:lnTo>
                    <a:pt x="439881" y="1178407"/>
                  </a:lnTo>
                  <a:lnTo>
                    <a:pt x="439874" y="1178412"/>
                  </a:lnTo>
                  <a:lnTo>
                    <a:pt x="439844" y="1178433"/>
                  </a:lnTo>
                  <a:lnTo>
                    <a:pt x="439819" y="1178449"/>
                  </a:lnTo>
                  <a:lnTo>
                    <a:pt x="439806" y="1178456"/>
                  </a:lnTo>
                  <a:lnTo>
                    <a:pt x="439795" y="1178464"/>
                  </a:lnTo>
                  <a:lnTo>
                    <a:pt x="439789" y="1178467"/>
                  </a:lnTo>
                  <a:lnTo>
                    <a:pt x="439782" y="1178469"/>
                  </a:lnTo>
                  <a:lnTo>
                    <a:pt x="439775" y="1178470"/>
                  </a:lnTo>
                  <a:lnTo>
                    <a:pt x="439762" y="1178469"/>
                  </a:lnTo>
                  <a:lnTo>
                    <a:pt x="439743" y="1178472"/>
                  </a:lnTo>
                  <a:lnTo>
                    <a:pt x="439729" y="1178479"/>
                  </a:lnTo>
                  <a:lnTo>
                    <a:pt x="439725" y="1178483"/>
                  </a:lnTo>
                  <a:lnTo>
                    <a:pt x="439715" y="1178491"/>
                  </a:lnTo>
                  <a:lnTo>
                    <a:pt x="439710" y="1178501"/>
                  </a:lnTo>
                  <a:lnTo>
                    <a:pt x="439708" y="1178506"/>
                  </a:lnTo>
                  <a:lnTo>
                    <a:pt x="439706" y="1178517"/>
                  </a:lnTo>
                  <a:lnTo>
                    <a:pt x="439705" y="1178522"/>
                  </a:lnTo>
                  <a:lnTo>
                    <a:pt x="439713" y="1178548"/>
                  </a:lnTo>
                  <a:lnTo>
                    <a:pt x="439715" y="1178560"/>
                  </a:lnTo>
                  <a:lnTo>
                    <a:pt x="439717" y="1178569"/>
                  </a:lnTo>
                  <a:lnTo>
                    <a:pt x="439721" y="1178590"/>
                  </a:lnTo>
                  <a:lnTo>
                    <a:pt x="439724" y="1178626"/>
                  </a:lnTo>
                  <a:lnTo>
                    <a:pt x="439723" y="1178659"/>
                  </a:lnTo>
                  <a:lnTo>
                    <a:pt x="439718" y="1178668"/>
                  </a:lnTo>
                  <a:lnTo>
                    <a:pt x="439711" y="1178669"/>
                  </a:lnTo>
                  <a:lnTo>
                    <a:pt x="439681" y="1178666"/>
                  </a:lnTo>
                  <a:lnTo>
                    <a:pt x="439646" y="1178663"/>
                  </a:lnTo>
                  <a:lnTo>
                    <a:pt x="439595" y="1178663"/>
                  </a:lnTo>
                  <a:lnTo>
                    <a:pt x="439577" y="1178665"/>
                  </a:lnTo>
                  <a:lnTo>
                    <a:pt x="439571" y="1178665"/>
                  </a:lnTo>
                  <a:lnTo>
                    <a:pt x="439558" y="1178665"/>
                  </a:lnTo>
                  <a:lnTo>
                    <a:pt x="439552" y="1178665"/>
                  </a:lnTo>
                  <a:lnTo>
                    <a:pt x="439544" y="1178667"/>
                  </a:lnTo>
                  <a:lnTo>
                    <a:pt x="439539" y="1178669"/>
                  </a:lnTo>
                  <a:lnTo>
                    <a:pt x="439527" y="1178676"/>
                  </a:lnTo>
                  <a:lnTo>
                    <a:pt x="439522" y="1178678"/>
                  </a:lnTo>
                  <a:lnTo>
                    <a:pt x="439514" y="1178684"/>
                  </a:lnTo>
                  <a:lnTo>
                    <a:pt x="439497" y="1178701"/>
                  </a:lnTo>
                  <a:lnTo>
                    <a:pt x="439483" y="1178717"/>
                  </a:lnTo>
                  <a:lnTo>
                    <a:pt x="439467" y="1178743"/>
                  </a:lnTo>
                  <a:lnTo>
                    <a:pt x="439457" y="1178766"/>
                  </a:lnTo>
                  <a:lnTo>
                    <a:pt x="439448" y="1178785"/>
                  </a:lnTo>
                  <a:lnTo>
                    <a:pt x="439436" y="1178799"/>
                  </a:lnTo>
                  <a:lnTo>
                    <a:pt x="439431" y="1178801"/>
                  </a:lnTo>
                  <a:lnTo>
                    <a:pt x="439425" y="1178802"/>
                  </a:lnTo>
                  <a:lnTo>
                    <a:pt x="439421" y="1178801"/>
                  </a:lnTo>
                  <a:lnTo>
                    <a:pt x="439401" y="1178797"/>
                  </a:lnTo>
                  <a:lnTo>
                    <a:pt x="439380" y="1178794"/>
                  </a:lnTo>
                  <a:lnTo>
                    <a:pt x="439375" y="1178794"/>
                  </a:lnTo>
                  <a:lnTo>
                    <a:pt x="439367" y="1178795"/>
                  </a:lnTo>
                  <a:lnTo>
                    <a:pt x="439344" y="1178803"/>
                  </a:lnTo>
                  <a:lnTo>
                    <a:pt x="439334" y="1178807"/>
                  </a:lnTo>
                  <a:lnTo>
                    <a:pt x="439323" y="1178812"/>
                  </a:lnTo>
                  <a:lnTo>
                    <a:pt x="439310" y="1178820"/>
                  </a:lnTo>
                  <a:lnTo>
                    <a:pt x="439298" y="1178832"/>
                  </a:lnTo>
                  <a:lnTo>
                    <a:pt x="439292" y="1178838"/>
                  </a:lnTo>
                  <a:lnTo>
                    <a:pt x="439281" y="1178850"/>
                  </a:lnTo>
                  <a:lnTo>
                    <a:pt x="439276" y="1178856"/>
                  </a:lnTo>
                  <a:lnTo>
                    <a:pt x="439266" y="1178865"/>
                  </a:lnTo>
                  <a:lnTo>
                    <a:pt x="439259" y="1178870"/>
                  </a:lnTo>
                  <a:lnTo>
                    <a:pt x="439251" y="1178873"/>
                  </a:lnTo>
                  <a:lnTo>
                    <a:pt x="439245" y="1178875"/>
                  </a:lnTo>
                  <a:lnTo>
                    <a:pt x="439231" y="1178879"/>
                  </a:lnTo>
                  <a:lnTo>
                    <a:pt x="439202" y="1178888"/>
                  </a:lnTo>
                  <a:lnTo>
                    <a:pt x="439198" y="1178890"/>
                  </a:lnTo>
                  <a:lnTo>
                    <a:pt x="439180" y="1178895"/>
                  </a:lnTo>
                  <a:lnTo>
                    <a:pt x="439129" y="1178907"/>
                  </a:lnTo>
                  <a:lnTo>
                    <a:pt x="439103" y="1178913"/>
                  </a:lnTo>
                  <a:lnTo>
                    <a:pt x="439070" y="1178923"/>
                  </a:lnTo>
                  <a:lnTo>
                    <a:pt x="439050" y="1178930"/>
                  </a:lnTo>
                  <a:lnTo>
                    <a:pt x="439040" y="1178933"/>
                  </a:lnTo>
                  <a:lnTo>
                    <a:pt x="439035" y="1178932"/>
                  </a:lnTo>
                  <a:lnTo>
                    <a:pt x="439022" y="1178929"/>
                  </a:lnTo>
                  <a:lnTo>
                    <a:pt x="439016" y="1178927"/>
                  </a:lnTo>
                  <a:lnTo>
                    <a:pt x="438996" y="1178923"/>
                  </a:lnTo>
                  <a:lnTo>
                    <a:pt x="438985" y="1178921"/>
                  </a:lnTo>
                  <a:lnTo>
                    <a:pt x="438980" y="1178918"/>
                  </a:lnTo>
                  <a:lnTo>
                    <a:pt x="438978" y="1178913"/>
                  </a:lnTo>
                  <a:lnTo>
                    <a:pt x="438970" y="1178890"/>
                  </a:lnTo>
                  <a:lnTo>
                    <a:pt x="438968" y="1178885"/>
                  </a:lnTo>
                  <a:lnTo>
                    <a:pt x="438963" y="1178877"/>
                  </a:lnTo>
                  <a:lnTo>
                    <a:pt x="438956" y="1178861"/>
                  </a:lnTo>
                  <a:lnTo>
                    <a:pt x="438950" y="1178843"/>
                  </a:lnTo>
                  <a:lnTo>
                    <a:pt x="438933" y="1178817"/>
                  </a:lnTo>
                  <a:lnTo>
                    <a:pt x="438927" y="1178810"/>
                  </a:lnTo>
                  <a:lnTo>
                    <a:pt x="438924" y="1178803"/>
                  </a:lnTo>
                  <a:lnTo>
                    <a:pt x="438922" y="1178797"/>
                  </a:lnTo>
                  <a:lnTo>
                    <a:pt x="438915" y="1178789"/>
                  </a:lnTo>
                  <a:lnTo>
                    <a:pt x="438906" y="1178782"/>
                  </a:lnTo>
                  <a:lnTo>
                    <a:pt x="438891" y="1178773"/>
                  </a:lnTo>
                  <a:lnTo>
                    <a:pt x="438877" y="1178766"/>
                  </a:lnTo>
                  <a:lnTo>
                    <a:pt x="438872" y="1178772"/>
                  </a:lnTo>
                  <a:lnTo>
                    <a:pt x="438866" y="1178780"/>
                  </a:lnTo>
                  <a:lnTo>
                    <a:pt x="438862" y="1178785"/>
                  </a:lnTo>
                  <a:lnTo>
                    <a:pt x="438856" y="1178789"/>
                  </a:lnTo>
                  <a:lnTo>
                    <a:pt x="438847" y="1178795"/>
                  </a:lnTo>
                  <a:lnTo>
                    <a:pt x="438842" y="1178797"/>
                  </a:lnTo>
                  <a:lnTo>
                    <a:pt x="438837" y="1178798"/>
                  </a:lnTo>
                  <a:lnTo>
                    <a:pt x="438832" y="1178798"/>
                  </a:lnTo>
                  <a:lnTo>
                    <a:pt x="438820" y="1178796"/>
                  </a:lnTo>
                  <a:lnTo>
                    <a:pt x="438812" y="1178795"/>
                  </a:lnTo>
                  <a:lnTo>
                    <a:pt x="438789" y="1178797"/>
                  </a:lnTo>
                  <a:lnTo>
                    <a:pt x="438773" y="1178800"/>
                  </a:lnTo>
                  <a:lnTo>
                    <a:pt x="438769" y="1178802"/>
                  </a:lnTo>
                  <a:lnTo>
                    <a:pt x="438763" y="1178805"/>
                  </a:lnTo>
                  <a:lnTo>
                    <a:pt x="438758" y="1178807"/>
                  </a:lnTo>
                  <a:lnTo>
                    <a:pt x="438747" y="1178811"/>
                  </a:lnTo>
                  <a:lnTo>
                    <a:pt x="438736" y="1178817"/>
                  </a:lnTo>
                  <a:lnTo>
                    <a:pt x="438730" y="1178821"/>
                  </a:lnTo>
                  <a:lnTo>
                    <a:pt x="438722" y="1178824"/>
                  </a:lnTo>
                  <a:lnTo>
                    <a:pt x="438712" y="1178826"/>
                  </a:lnTo>
                  <a:lnTo>
                    <a:pt x="438705" y="1178826"/>
                  </a:lnTo>
                  <a:lnTo>
                    <a:pt x="438673" y="1178822"/>
                  </a:lnTo>
                  <a:lnTo>
                    <a:pt x="438653" y="1178819"/>
                  </a:lnTo>
                  <a:lnTo>
                    <a:pt x="438626" y="1178812"/>
                  </a:lnTo>
                  <a:lnTo>
                    <a:pt x="438617" y="1178809"/>
                  </a:lnTo>
                  <a:lnTo>
                    <a:pt x="438607" y="1178806"/>
                  </a:lnTo>
                  <a:lnTo>
                    <a:pt x="438599" y="1178805"/>
                  </a:lnTo>
                  <a:lnTo>
                    <a:pt x="438597" y="1178811"/>
                  </a:lnTo>
                  <a:lnTo>
                    <a:pt x="438598" y="1178825"/>
                  </a:lnTo>
                  <a:lnTo>
                    <a:pt x="438599" y="1178833"/>
                  </a:lnTo>
                  <a:lnTo>
                    <a:pt x="438601" y="1178853"/>
                  </a:lnTo>
                  <a:lnTo>
                    <a:pt x="438600" y="1178870"/>
                  </a:lnTo>
                  <a:lnTo>
                    <a:pt x="438600" y="1178877"/>
                  </a:lnTo>
                  <a:lnTo>
                    <a:pt x="438599" y="1178883"/>
                  </a:lnTo>
                  <a:lnTo>
                    <a:pt x="438595" y="1178905"/>
                  </a:lnTo>
                  <a:lnTo>
                    <a:pt x="438588" y="1178929"/>
                  </a:lnTo>
                  <a:lnTo>
                    <a:pt x="438587" y="1178936"/>
                  </a:lnTo>
                  <a:lnTo>
                    <a:pt x="438583" y="1178946"/>
                  </a:lnTo>
                  <a:lnTo>
                    <a:pt x="438557" y="1178989"/>
                  </a:lnTo>
                  <a:lnTo>
                    <a:pt x="438549" y="1179002"/>
                  </a:lnTo>
                  <a:lnTo>
                    <a:pt x="438536" y="1179017"/>
                  </a:lnTo>
                  <a:lnTo>
                    <a:pt x="438532" y="1179020"/>
                  </a:lnTo>
                  <a:lnTo>
                    <a:pt x="438514" y="1179036"/>
                  </a:lnTo>
                  <a:lnTo>
                    <a:pt x="438507" y="1179042"/>
                  </a:lnTo>
                  <a:lnTo>
                    <a:pt x="438504" y="1179048"/>
                  </a:lnTo>
                  <a:lnTo>
                    <a:pt x="438496" y="1179060"/>
                  </a:lnTo>
                  <a:lnTo>
                    <a:pt x="438482" y="1179084"/>
                  </a:lnTo>
                  <a:lnTo>
                    <a:pt x="438478" y="1179092"/>
                  </a:lnTo>
                  <a:lnTo>
                    <a:pt x="438472" y="1179101"/>
                  </a:lnTo>
                  <a:lnTo>
                    <a:pt x="438455" y="1179119"/>
                  </a:lnTo>
                  <a:lnTo>
                    <a:pt x="438449" y="1179122"/>
                  </a:lnTo>
                  <a:lnTo>
                    <a:pt x="438441" y="1179124"/>
                  </a:lnTo>
                  <a:lnTo>
                    <a:pt x="438430" y="1179124"/>
                  </a:lnTo>
                  <a:lnTo>
                    <a:pt x="438418" y="1179123"/>
                  </a:lnTo>
                  <a:lnTo>
                    <a:pt x="438412" y="1179124"/>
                  </a:lnTo>
                  <a:lnTo>
                    <a:pt x="438361" y="1179138"/>
                  </a:lnTo>
                  <a:lnTo>
                    <a:pt x="438344" y="1179142"/>
                  </a:lnTo>
                  <a:lnTo>
                    <a:pt x="438335" y="1179144"/>
                  </a:lnTo>
                  <a:lnTo>
                    <a:pt x="438309" y="1179145"/>
                  </a:lnTo>
                  <a:lnTo>
                    <a:pt x="438296" y="1179145"/>
                  </a:lnTo>
                  <a:lnTo>
                    <a:pt x="438271" y="1179145"/>
                  </a:lnTo>
                  <a:lnTo>
                    <a:pt x="438266" y="1179145"/>
                  </a:lnTo>
                  <a:lnTo>
                    <a:pt x="438257" y="1179146"/>
                  </a:lnTo>
                  <a:lnTo>
                    <a:pt x="438251" y="1179146"/>
                  </a:lnTo>
                  <a:lnTo>
                    <a:pt x="438232" y="1179144"/>
                  </a:lnTo>
                  <a:lnTo>
                    <a:pt x="438211" y="1179142"/>
                  </a:lnTo>
                  <a:lnTo>
                    <a:pt x="438202" y="1179140"/>
                  </a:lnTo>
                  <a:lnTo>
                    <a:pt x="438191" y="1179138"/>
                  </a:lnTo>
                  <a:lnTo>
                    <a:pt x="438184" y="1179136"/>
                  </a:lnTo>
                  <a:lnTo>
                    <a:pt x="438175" y="1179133"/>
                  </a:lnTo>
                  <a:lnTo>
                    <a:pt x="438160" y="1179126"/>
                  </a:lnTo>
                  <a:lnTo>
                    <a:pt x="438152" y="1179120"/>
                  </a:lnTo>
                  <a:lnTo>
                    <a:pt x="438145" y="1179116"/>
                  </a:lnTo>
                  <a:lnTo>
                    <a:pt x="438130" y="1179101"/>
                  </a:lnTo>
                  <a:lnTo>
                    <a:pt x="438122" y="1179093"/>
                  </a:lnTo>
                  <a:lnTo>
                    <a:pt x="438085" y="1179063"/>
                  </a:lnTo>
                  <a:lnTo>
                    <a:pt x="438081" y="1179061"/>
                  </a:lnTo>
                  <a:lnTo>
                    <a:pt x="438073" y="1179057"/>
                  </a:lnTo>
                  <a:lnTo>
                    <a:pt x="438066" y="1179054"/>
                  </a:lnTo>
                  <a:lnTo>
                    <a:pt x="438060" y="1179052"/>
                  </a:lnTo>
                  <a:lnTo>
                    <a:pt x="438020" y="1179035"/>
                  </a:lnTo>
                  <a:lnTo>
                    <a:pt x="437994" y="1179024"/>
                  </a:lnTo>
                  <a:lnTo>
                    <a:pt x="437985" y="1179022"/>
                  </a:lnTo>
                  <a:lnTo>
                    <a:pt x="437978" y="1179021"/>
                  </a:lnTo>
                  <a:lnTo>
                    <a:pt x="437964" y="1179021"/>
                  </a:lnTo>
                  <a:lnTo>
                    <a:pt x="437958" y="1179021"/>
                  </a:lnTo>
                  <a:lnTo>
                    <a:pt x="437951" y="1179022"/>
                  </a:lnTo>
                  <a:lnTo>
                    <a:pt x="437920" y="1179026"/>
                  </a:lnTo>
                  <a:lnTo>
                    <a:pt x="437913" y="1179027"/>
                  </a:lnTo>
                  <a:lnTo>
                    <a:pt x="437900" y="1179030"/>
                  </a:lnTo>
                  <a:lnTo>
                    <a:pt x="437889" y="1179032"/>
                  </a:lnTo>
                  <a:lnTo>
                    <a:pt x="437878" y="1179032"/>
                  </a:lnTo>
                  <a:lnTo>
                    <a:pt x="437868" y="1179033"/>
                  </a:lnTo>
                  <a:lnTo>
                    <a:pt x="437861" y="1179031"/>
                  </a:lnTo>
                  <a:lnTo>
                    <a:pt x="437856" y="1179029"/>
                  </a:lnTo>
                  <a:lnTo>
                    <a:pt x="437849" y="1179025"/>
                  </a:lnTo>
                  <a:lnTo>
                    <a:pt x="437845" y="1179021"/>
                  </a:lnTo>
                  <a:lnTo>
                    <a:pt x="437837" y="1179008"/>
                  </a:lnTo>
                  <a:lnTo>
                    <a:pt x="437833" y="1179004"/>
                  </a:lnTo>
                  <a:lnTo>
                    <a:pt x="437820" y="1178991"/>
                  </a:lnTo>
                  <a:lnTo>
                    <a:pt x="437812" y="1178985"/>
                  </a:lnTo>
                  <a:lnTo>
                    <a:pt x="437801" y="1178976"/>
                  </a:lnTo>
                  <a:lnTo>
                    <a:pt x="437785" y="1178965"/>
                  </a:lnTo>
                  <a:lnTo>
                    <a:pt x="437779" y="1178963"/>
                  </a:lnTo>
                  <a:lnTo>
                    <a:pt x="437767" y="1178960"/>
                  </a:lnTo>
                  <a:lnTo>
                    <a:pt x="437760" y="1178959"/>
                  </a:lnTo>
                  <a:lnTo>
                    <a:pt x="437722" y="1178950"/>
                  </a:lnTo>
                  <a:lnTo>
                    <a:pt x="437709" y="1178947"/>
                  </a:lnTo>
                  <a:lnTo>
                    <a:pt x="437701" y="1178946"/>
                  </a:lnTo>
                  <a:lnTo>
                    <a:pt x="437696" y="1178945"/>
                  </a:lnTo>
                  <a:lnTo>
                    <a:pt x="437684" y="1178942"/>
                  </a:lnTo>
                  <a:lnTo>
                    <a:pt x="437676" y="1178940"/>
                  </a:lnTo>
                  <a:lnTo>
                    <a:pt x="437668" y="1178938"/>
                  </a:lnTo>
                  <a:lnTo>
                    <a:pt x="437654" y="1178937"/>
                  </a:lnTo>
                  <a:lnTo>
                    <a:pt x="437647" y="1178937"/>
                  </a:lnTo>
                  <a:lnTo>
                    <a:pt x="437637" y="1178939"/>
                  </a:lnTo>
                  <a:lnTo>
                    <a:pt x="437631" y="1178942"/>
                  </a:lnTo>
                  <a:lnTo>
                    <a:pt x="437624" y="1178946"/>
                  </a:lnTo>
                  <a:lnTo>
                    <a:pt x="437616" y="1178955"/>
                  </a:lnTo>
                  <a:lnTo>
                    <a:pt x="437606" y="1178969"/>
                  </a:lnTo>
                  <a:lnTo>
                    <a:pt x="437598" y="1178979"/>
                  </a:lnTo>
                  <a:lnTo>
                    <a:pt x="437591" y="1178984"/>
                  </a:lnTo>
                  <a:lnTo>
                    <a:pt x="437585" y="1178987"/>
                  </a:lnTo>
                  <a:lnTo>
                    <a:pt x="437573" y="1178989"/>
                  </a:lnTo>
                  <a:lnTo>
                    <a:pt x="437561" y="1178988"/>
                  </a:lnTo>
                  <a:lnTo>
                    <a:pt x="437554" y="1178986"/>
                  </a:lnTo>
                  <a:lnTo>
                    <a:pt x="437544" y="1178983"/>
                  </a:lnTo>
                  <a:lnTo>
                    <a:pt x="437513" y="1178969"/>
                  </a:lnTo>
                  <a:lnTo>
                    <a:pt x="437493" y="1178961"/>
                  </a:lnTo>
                  <a:lnTo>
                    <a:pt x="437459" y="1178943"/>
                  </a:lnTo>
                  <a:lnTo>
                    <a:pt x="437450" y="1178939"/>
                  </a:lnTo>
                  <a:lnTo>
                    <a:pt x="437443" y="1178935"/>
                  </a:lnTo>
                  <a:lnTo>
                    <a:pt x="437433" y="1178930"/>
                  </a:lnTo>
                  <a:lnTo>
                    <a:pt x="437421" y="1178924"/>
                  </a:lnTo>
                  <a:lnTo>
                    <a:pt x="437402" y="1178916"/>
                  </a:lnTo>
                  <a:lnTo>
                    <a:pt x="437388" y="1178911"/>
                  </a:lnTo>
                  <a:lnTo>
                    <a:pt x="437376" y="1178906"/>
                  </a:lnTo>
                  <a:lnTo>
                    <a:pt x="437368" y="1178903"/>
                  </a:lnTo>
                  <a:lnTo>
                    <a:pt x="437353" y="1178897"/>
                  </a:lnTo>
                  <a:lnTo>
                    <a:pt x="437345" y="1178895"/>
                  </a:lnTo>
                  <a:lnTo>
                    <a:pt x="437337" y="1178895"/>
                  </a:lnTo>
                  <a:lnTo>
                    <a:pt x="437324" y="1178895"/>
                  </a:lnTo>
                  <a:lnTo>
                    <a:pt x="437318" y="1178896"/>
                  </a:lnTo>
                  <a:lnTo>
                    <a:pt x="437314" y="1178899"/>
                  </a:lnTo>
                  <a:lnTo>
                    <a:pt x="437305" y="1178905"/>
                  </a:lnTo>
                  <a:lnTo>
                    <a:pt x="437288" y="1178917"/>
                  </a:lnTo>
                  <a:lnTo>
                    <a:pt x="437272" y="1178928"/>
                  </a:lnTo>
                  <a:lnTo>
                    <a:pt x="437257" y="1178937"/>
                  </a:lnTo>
                  <a:lnTo>
                    <a:pt x="437243" y="1178943"/>
                  </a:lnTo>
                  <a:lnTo>
                    <a:pt x="437232" y="1178948"/>
                  </a:lnTo>
                  <a:lnTo>
                    <a:pt x="437223" y="1178951"/>
                  </a:lnTo>
                  <a:lnTo>
                    <a:pt x="437214" y="1178952"/>
                  </a:lnTo>
                  <a:lnTo>
                    <a:pt x="437206" y="1178953"/>
                  </a:lnTo>
                  <a:lnTo>
                    <a:pt x="437193" y="1178953"/>
                  </a:lnTo>
                  <a:lnTo>
                    <a:pt x="437185" y="1178953"/>
                  </a:lnTo>
                  <a:lnTo>
                    <a:pt x="437173" y="1178951"/>
                  </a:lnTo>
                  <a:lnTo>
                    <a:pt x="437164" y="1178950"/>
                  </a:lnTo>
                  <a:lnTo>
                    <a:pt x="437158" y="1178949"/>
                  </a:lnTo>
                  <a:lnTo>
                    <a:pt x="437151" y="1178948"/>
                  </a:lnTo>
                  <a:lnTo>
                    <a:pt x="437131" y="1178945"/>
                  </a:lnTo>
                  <a:lnTo>
                    <a:pt x="437115" y="1178942"/>
                  </a:lnTo>
                  <a:lnTo>
                    <a:pt x="437105" y="1178941"/>
                  </a:lnTo>
                  <a:lnTo>
                    <a:pt x="437090" y="1178937"/>
                  </a:lnTo>
                  <a:lnTo>
                    <a:pt x="437078" y="1178934"/>
                  </a:lnTo>
                  <a:lnTo>
                    <a:pt x="437071" y="1178932"/>
                  </a:lnTo>
                  <a:lnTo>
                    <a:pt x="437061" y="1178927"/>
                  </a:lnTo>
                  <a:lnTo>
                    <a:pt x="437053" y="1178925"/>
                  </a:lnTo>
                  <a:lnTo>
                    <a:pt x="437039" y="1178921"/>
                  </a:lnTo>
                  <a:lnTo>
                    <a:pt x="437025" y="1178918"/>
                  </a:lnTo>
                  <a:lnTo>
                    <a:pt x="437010" y="1178915"/>
                  </a:lnTo>
                  <a:lnTo>
                    <a:pt x="436996" y="1178912"/>
                  </a:lnTo>
                  <a:lnTo>
                    <a:pt x="436985" y="1178911"/>
                  </a:lnTo>
                  <a:lnTo>
                    <a:pt x="436949" y="1178911"/>
                  </a:lnTo>
                  <a:lnTo>
                    <a:pt x="436930" y="1178911"/>
                  </a:lnTo>
                  <a:lnTo>
                    <a:pt x="436901" y="1178911"/>
                  </a:lnTo>
                  <a:lnTo>
                    <a:pt x="436893" y="1178912"/>
                  </a:lnTo>
                  <a:lnTo>
                    <a:pt x="436885" y="1178915"/>
                  </a:lnTo>
                  <a:lnTo>
                    <a:pt x="436880" y="1178916"/>
                  </a:lnTo>
                  <a:lnTo>
                    <a:pt x="436876" y="1178918"/>
                  </a:lnTo>
                  <a:lnTo>
                    <a:pt x="436865" y="1178923"/>
                  </a:lnTo>
                  <a:lnTo>
                    <a:pt x="436857" y="1178928"/>
                  </a:lnTo>
                  <a:lnTo>
                    <a:pt x="436837" y="1178942"/>
                  </a:lnTo>
                  <a:lnTo>
                    <a:pt x="436831" y="1178945"/>
                  </a:lnTo>
                  <a:lnTo>
                    <a:pt x="436821" y="1178952"/>
                  </a:lnTo>
                  <a:lnTo>
                    <a:pt x="436794" y="1178971"/>
                  </a:lnTo>
                  <a:lnTo>
                    <a:pt x="436780" y="1178983"/>
                  </a:lnTo>
                  <a:lnTo>
                    <a:pt x="436774" y="1178986"/>
                  </a:lnTo>
                  <a:lnTo>
                    <a:pt x="436760" y="1178996"/>
                  </a:lnTo>
                  <a:lnTo>
                    <a:pt x="436755" y="1178998"/>
                  </a:lnTo>
                  <a:lnTo>
                    <a:pt x="436744" y="1179003"/>
                  </a:lnTo>
                  <a:lnTo>
                    <a:pt x="436738" y="1179006"/>
                  </a:lnTo>
                  <a:lnTo>
                    <a:pt x="436732" y="1179008"/>
                  </a:lnTo>
                  <a:lnTo>
                    <a:pt x="436724" y="1179009"/>
                  </a:lnTo>
                  <a:lnTo>
                    <a:pt x="436720" y="1179010"/>
                  </a:lnTo>
                  <a:lnTo>
                    <a:pt x="436697" y="1179013"/>
                  </a:lnTo>
                  <a:lnTo>
                    <a:pt x="436686" y="1179014"/>
                  </a:lnTo>
                  <a:lnTo>
                    <a:pt x="436676" y="1179017"/>
                  </a:lnTo>
                  <a:lnTo>
                    <a:pt x="436666" y="1179021"/>
                  </a:lnTo>
                  <a:lnTo>
                    <a:pt x="436645" y="1179031"/>
                  </a:lnTo>
                  <a:lnTo>
                    <a:pt x="436609" y="1179047"/>
                  </a:lnTo>
                  <a:lnTo>
                    <a:pt x="436602" y="1179051"/>
                  </a:lnTo>
                  <a:lnTo>
                    <a:pt x="436586" y="1179058"/>
                  </a:lnTo>
                  <a:lnTo>
                    <a:pt x="436570" y="1179064"/>
                  </a:lnTo>
                  <a:lnTo>
                    <a:pt x="436564" y="1179066"/>
                  </a:lnTo>
                  <a:lnTo>
                    <a:pt x="436552" y="1179069"/>
                  </a:lnTo>
                  <a:lnTo>
                    <a:pt x="436539" y="1179071"/>
                  </a:lnTo>
                  <a:lnTo>
                    <a:pt x="436519" y="1179071"/>
                  </a:lnTo>
                  <a:lnTo>
                    <a:pt x="436505" y="1179071"/>
                  </a:lnTo>
                  <a:lnTo>
                    <a:pt x="436499" y="1179070"/>
                  </a:lnTo>
                  <a:lnTo>
                    <a:pt x="436484" y="1179065"/>
                  </a:lnTo>
                  <a:lnTo>
                    <a:pt x="436473" y="1179060"/>
                  </a:lnTo>
                  <a:lnTo>
                    <a:pt x="436453" y="1179050"/>
                  </a:lnTo>
                  <a:lnTo>
                    <a:pt x="436428" y="1179037"/>
                  </a:lnTo>
                  <a:lnTo>
                    <a:pt x="436409" y="1179022"/>
                  </a:lnTo>
                  <a:lnTo>
                    <a:pt x="436396" y="1179018"/>
                  </a:lnTo>
                  <a:lnTo>
                    <a:pt x="436380" y="1179009"/>
                  </a:lnTo>
                  <a:lnTo>
                    <a:pt x="436371" y="1179004"/>
                  </a:lnTo>
                  <a:lnTo>
                    <a:pt x="436365" y="1179001"/>
                  </a:lnTo>
                  <a:lnTo>
                    <a:pt x="436360" y="1178998"/>
                  </a:lnTo>
                  <a:lnTo>
                    <a:pt x="436346" y="1178992"/>
                  </a:lnTo>
                  <a:lnTo>
                    <a:pt x="436323" y="1178984"/>
                  </a:lnTo>
                  <a:lnTo>
                    <a:pt x="436312" y="1178980"/>
                  </a:lnTo>
                  <a:lnTo>
                    <a:pt x="436296" y="1178974"/>
                  </a:lnTo>
                  <a:lnTo>
                    <a:pt x="436267" y="1178965"/>
                  </a:lnTo>
                  <a:lnTo>
                    <a:pt x="436255" y="1178962"/>
                  </a:lnTo>
                  <a:lnTo>
                    <a:pt x="436210" y="1178949"/>
                  </a:lnTo>
                  <a:lnTo>
                    <a:pt x="436199" y="1178946"/>
                  </a:lnTo>
                  <a:lnTo>
                    <a:pt x="436174" y="1178940"/>
                  </a:lnTo>
                  <a:lnTo>
                    <a:pt x="436156" y="1178935"/>
                  </a:lnTo>
                  <a:lnTo>
                    <a:pt x="436144" y="1178932"/>
                  </a:lnTo>
                  <a:lnTo>
                    <a:pt x="436132" y="1178930"/>
                  </a:lnTo>
                  <a:lnTo>
                    <a:pt x="436107" y="1178926"/>
                  </a:lnTo>
                  <a:lnTo>
                    <a:pt x="436093" y="1178924"/>
                  </a:lnTo>
                  <a:lnTo>
                    <a:pt x="436081" y="1178924"/>
                  </a:lnTo>
                  <a:lnTo>
                    <a:pt x="436075" y="1178925"/>
                  </a:lnTo>
                  <a:lnTo>
                    <a:pt x="436069" y="1178926"/>
                  </a:lnTo>
                  <a:lnTo>
                    <a:pt x="436061" y="1178929"/>
                  </a:lnTo>
                  <a:lnTo>
                    <a:pt x="436054" y="1178935"/>
                  </a:lnTo>
                  <a:lnTo>
                    <a:pt x="436048" y="1178942"/>
                  </a:lnTo>
                  <a:lnTo>
                    <a:pt x="436040" y="1178957"/>
                  </a:lnTo>
                  <a:lnTo>
                    <a:pt x="436037" y="1178965"/>
                  </a:lnTo>
                  <a:lnTo>
                    <a:pt x="436028" y="1178998"/>
                  </a:lnTo>
                  <a:lnTo>
                    <a:pt x="436026" y="1179007"/>
                  </a:lnTo>
                  <a:lnTo>
                    <a:pt x="436021" y="1179019"/>
                  </a:lnTo>
                  <a:lnTo>
                    <a:pt x="436014" y="1179043"/>
                  </a:lnTo>
                  <a:lnTo>
                    <a:pt x="436012" y="1179050"/>
                  </a:lnTo>
                  <a:lnTo>
                    <a:pt x="436008" y="1179063"/>
                  </a:lnTo>
                  <a:lnTo>
                    <a:pt x="436005" y="1179072"/>
                  </a:lnTo>
                  <a:lnTo>
                    <a:pt x="435997" y="1179091"/>
                  </a:lnTo>
                  <a:lnTo>
                    <a:pt x="435988" y="1179106"/>
                  </a:lnTo>
                  <a:lnTo>
                    <a:pt x="435976" y="1179125"/>
                  </a:lnTo>
                  <a:lnTo>
                    <a:pt x="435971" y="1179132"/>
                  </a:lnTo>
                  <a:lnTo>
                    <a:pt x="435964" y="1179145"/>
                  </a:lnTo>
                  <a:lnTo>
                    <a:pt x="435947" y="1179168"/>
                  </a:lnTo>
                  <a:lnTo>
                    <a:pt x="435941" y="1179179"/>
                  </a:lnTo>
                  <a:lnTo>
                    <a:pt x="435922" y="1179212"/>
                  </a:lnTo>
                  <a:lnTo>
                    <a:pt x="435912" y="1179227"/>
                  </a:lnTo>
                  <a:lnTo>
                    <a:pt x="435901" y="1179241"/>
                  </a:lnTo>
                  <a:lnTo>
                    <a:pt x="435889" y="1179256"/>
                  </a:lnTo>
                  <a:lnTo>
                    <a:pt x="435876" y="1179270"/>
                  </a:lnTo>
                  <a:lnTo>
                    <a:pt x="435866" y="1179280"/>
                  </a:lnTo>
                  <a:lnTo>
                    <a:pt x="435853" y="1179291"/>
                  </a:lnTo>
                  <a:lnTo>
                    <a:pt x="435846" y="1179295"/>
                  </a:lnTo>
                  <a:lnTo>
                    <a:pt x="435840" y="1179297"/>
                  </a:lnTo>
                  <a:lnTo>
                    <a:pt x="435818" y="1179302"/>
                  </a:lnTo>
                  <a:lnTo>
                    <a:pt x="435806" y="1179305"/>
                  </a:lnTo>
                  <a:lnTo>
                    <a:pt x="435784" y="1179310"/>
                  </a:lnTo>
                  <a:lnTo>
                    <a:pt x="435776" y="1179312"/>
                  </a:lnTo>
                  <a:lnTo>
                    <a:pt x="435764" y="1179315"/>
                  </a:lnTo>
                  <a:lnTo>
                    <a:pt x="435753" y="1179319"/>
                  </a:lnTo>
                  <a:lnTo>
                    <a:pt x="435739" y="1179324"/>
                  </a:lnTo>
                  <a:lnTo>
                    <a:pt x="435727" y="1179329"/>
                  </a:lnTo>
                  <a:lnTo>
                    <a:pt x="435713" y="1179335"/>
                  </a:lnTo>
                  <a:lnTo>
                    <a:pt x="435695" y="1179343"/>
                  </a:lnTo>
                  <a:lnTo>
                    <a:pt x="435687" y="1179348"/>
                  </a:lnTo>
                  <a:lnTo>
                    <a:pt x="435669" y="1179359"/>
                  </a:lnTo>
                  <a:lnTo>
                    <a:pt x="435652" y="1179372"/>
                  </a:lnTo>
                  <a:lnTo>
                    <a:pt x="435642" y="1179380"/>
                  </a:lnTo>
                  <a:lnTo>
                    <a:pt x="435634" y="1179386"/>
                  </a:lnTo>
                  <a:lnTo>
                    <a:pt x="435622" y="1179399"/>
                  </a:lnTo>
                  <a:lnTo>
                    <a:pt x="435614" y="1179408"/>
                  </a:lnTo>
                  <a:lnTo>
                    <a:pt x="435608" y="1179416"/>
                  </a:lnTo>
                  <a:lnTo>
                    <a:pt x="435602" y="1179427"/>
                  </a:lnTo>
                  <a:lnTo>
                    <a:pt x="435598" y="1179436"/>
                  </a:lnTo>
                  <a:lnTo>
                    <a:pt x="435593" y="1179448"/>
                  </a:lnTo>
                  <a:lnTo>
                    <a:pt x="435591" y="1179455"/>
                  </a:lnTo>
                  <a:lnTo>
                    <a:pt x="435582" y="1179475"/>
                  </a:lnTo>
                  <a:lnTo>
                    <a:pt x="435574" y="1179494"/>
                  </a:lnTo>
                  <a:lnTo>
                    <a:pt x="435571" y="1179503"/>
                  </a:lnTo>
                  <a:lnTo>
                    <a:pt x="435563" y="1179527"/>
                  </a:lnTo>
                  <a:lnTo>
                    <a:pt x="435556" y="1179554"/>
                  </a:lnTo>
                  <a:lnTo>
                    <a:pt x="435554" y="1179560"/>
                  </a:lnTo>
                  <a:lnTo>
                    <a:pt x="435543" y="1179584"/>
                  </a:lnTo>
                  <a:lnTo>
                    <a:pt x="435531" y="1179610"/>
                  </a:lnTo>
                  <a:lnTo>
                    <a:pt x="435526" y="1179619"/>
                  </a:lnTo>
                  <a:lnTo>
                    <a:pt x="435517" y="1179639"/>
                  </a:lnTo>
                  <a:lnTo>
                    <a:pt x="435512" y="1179652"/>
                  </a:lnTo>
                  <a:lnTo>
                    <a:pt x="435509" y="1179659"/>
                  </a:lnTo>
                  <a:lnTo>
                    <a:pt x="435505" y="1179667"/>
                  </a:lnTo>
                  <a:lnTo>
                    <a:pt x="435499" y="1179678"/>
                  </a:lnTo>
                  <a:lnTo>
                    <a:pt x="435489" y="1179694"/>
                  </a:lnTo>
                  <a:lnTo>
                    <a:pt x="435479" y="1179706"/>
                  </a:lnTo>
                  <a:lnTo>
                    <a:pt x="435465" y="1179726"/>
                  </a:lnTo>
                  <a:lnTo>
                    <a:pt x="435459" y="1179735"/>
                  </a:lnTo>
                  <a:lnTo>
                    <a:pt x="435452" y="1179746"/>
                  </a:lnTo>
                  <a:lnTo>
                    <a:pt x="435447" y="1179755"/>
                  </a:lnTo>
                  <a:lnTo>
                    <a:pt x="435438" y="1179778"/>
                  </a:lnTo>
                  <a:lnTo>
                    <a:pt x="435436" y="1179785"/>
                  </a:lnTo>
                  <a:lnTo>
                    <a:pt x="435432" y="1179793"/>
                  </a:lnTo>
                  <a:lnTo>
                    <a:pt x="435425" y="1179808"/>
                  </a:lnTo>
                  <a:lnTo>
                    <a:pt x="435417" y="1179821"/>
                  </a:lnTo>
                  <a:lnTo>
                    <a:pt x="435410" y="1179831"/>
                  </a:lnTo>
                  <a:lnTo>
                    <a:pt x="435398" y="1179846"/>
                  </a:lnTo>
                  <a:lnTo>
                    <a:pt x="435387" y="1179857"/>
                  </a:lnTo>
                  <a:lnTo>
                    <a:pt x="435378" y="1179864"/>
                  </a:lnTo>
                  <a:lnTo>
                    <a:pt x="435362" y="1179877"/>
                  </a:lnTo>
                  <a:lnTo>
                    <a:pt x="435352" y="1179886"/>
                  </a:lnTo>
                  <a:lnTo>
                    <a:pt x="435348" y="1179893"/>
                  </a:lnTo>
                  <a:lnTo>
                    <a:pt x="435342" y="1179904"/>
                  </a:lnTo>
                  <a:lnTo>
                    <a:pt x="435334" y="1179919"/>
                  </a:lnTo>
                  <a:lnTo>
                    <a:pt x="435331" y="1179926"/>
                  </a:lnTo>
                  <a:lnTo>
                    <a:pt x="435325" y="1179939"/>
                  </a:lnTo>
                  <a:lnTo>
                    <a:pt x="435319" y="1179949"/>
                  </a:lnTo>
                  <a:lnTo>
                    <a:pt x="435310" y="1179964"/>
                  </a:lnTo>
                  <a:lnTo>
                    <a:pt x="435303" y="1179974"/>
                  </a:lnTo>
                  <a:lnTo>
                    <a:pt x="435288" y="1179991"/>
                  </a:lnTo>
                  <a:lnTo>
                    <a:pt x="435277" y="1180005"/>
                  </a:lnTo>
                  <a:lnTo>
                    <a:pt x="435270" y="1180014"/>
                  </a:lnTo>
                  <a:lnTo>
                    <a:pt x="435255" y="1180033"/>
                  </a:lnTo>
                  <a:lnTo>
                    <a:pt x="435251" y="1180041"/>
                  </a:lnTo>
                  <a:lnTo>
                    <a:pt x="435240" y="1180056"/>
                  </a:lnTo>
                  <a:lnTo>
                    <a:pt x="435224" y="1180077"/>
                  </a:lnTo>
                  <a:lnTo>
                    <a:pt x="435219" y="1180084"/>
                  </a:lnTo>
                  <a:lnTo>
                    <a:pt x="435209" y="1180097"/>
                  </a:lnTo>
                  <a:lnTo>
                    <a:pt x="435195" y="1180119"/>
                  </a:lnTo>
                  <a:lnTo>
                    <a:pt x="435186" y="1180132"/>
                  </a:lnTo>
                  <a:lnTo>
                    <a:pt x="435168" y="1180156"/>
                  </a:lnTo>
                  <a:lnTo>
                    <a:pt x="435163" y="1180163"/>
                  </a:lnTo>
                  <a:lnTo>
                    <a:pt x="435154" y="1180180"/>
                  </a:lnTo>
                  <a:lnTo>
                    <a:pt x="435141" y="1180196"/>
                  </a:lnTo>
                  <a:lnTo>
                    <a:pt x="435131" y="1180210"/>
                  </a:lnTo>
                  <a:lnTo>
                    <a:pt x="435117" y="1180224"/>
                  </a:lnTo>
                  <a:lnTo>
                    <a:pt x="435104" y="1180237"/>
                  </a:lnTo>
                  <a:lnTo>
                    <a:pt x="435087" y="1180251"/>
                  </a:lnTo>
                  <a:lnTo>
                    <a:pt x="435076" y="1180261"/>
                  </a:lnTo>
                  <a:lnTo>
                    <a:pt x="435072" y="1180265"/>
                  </a:lnTo>
                  <a:lnTo>
                    <a:pt x="435065" y="1180273"/>
                  </a:lnTo>
                  <a:lnTo>
                    <a:pt x="435063" y="1180281"/>
                  </a:lnTo>
                  <a:lnTo>
                    <a:pt x="435046" y="1180301"/>
                  </a:lnTo>
                  <a:lnTo>
                    <a:pt x="435023" y="1180323"/>
                  </a:lnTo>
                  <a:lnTo>
                    <a:pt x="434995" y="1180348"/>
                  </a:lnTo>
                  <a:lnTo>
                    <a:pt x="434974" y="1180368"/>
                  </a:lnTo>
                  <a:lnTo>
                    <a:pt x="434955" y="1180386"/>
                  </a:lnTo>
                  <a:lnTo>
                    <a:pt x="434907" y="1180426"/>
                  </a:lnTo>
                  <a:lnTo>
                    <a:pt x="434880" y="1180450"/>
                  </a:lnTo>
                  <a:lnTo>
                    <a:pt x="434858" y="1180470"/>
                  </a:lnTo>
                  <a:lnTo>
                    <a:pt x="434812" y="1180501"/>
                  </a:lnTo>
                  <a:lnTo>
                    <a:pt x="434784" y="1180520"/>
                  </a:lnTo>
                  <a:lnTo>
                    <a:pt x="434717" y="1180568"/>
                  </a:lnTo>
                  <a:lnTo>
                    <a:pt x="434683" y="1180589"/>
                  </a:lnTo>
                  <a:lnTo>
                    <a:pt x="434622" y="1180626"/>
                  </a:lnTo>
                  <a:lnTo>
                    <a:pt x="434576" y="1180650"/>
                  </a:lnTo>
                  <a:lnTo>
                    <a:pt x="434526" y="1180678"/>
                  </a:lnTo>
                  <a:lnTo>
                    <a:pt x="434512" y="1180687"/>
                  </a:lnTo>
                  <a:lnTo>
                    <a:pt x="434475" y="1180715"/>
                  </a:lnTo>
                  <a:lnTo>
                    <a:pt x="434466" y="1180721"/>
                  </a:lnTo>
                  <a:lnTo>
                    <a:pt x="434462" y="1180724"/>
                  </a:lnTo>
                  <a:lnTo>
                    <a:pt x="434457" y="1180726"/>
                  </a:lnTo>
                  <a:lnTo>
                    <a:pt x="434430" y="1180736"/>
                  </a:lnTo>
                  <a:lnTo>
                    <a:pt x="434422" y="1180737"/>
                  </a:lnTo>
                  <a:lnTo>
                    <a:pt x="434398" y="1180740"/>
                  </a:lnTo>
                  <a:lnTo>
                    <a:pt x="434371" y="1180742"/>
                  </a:lnTo>
                  <a:lnTo>
                    <a:pt x="434330" y="1180745"/>
                  </a:lnTo>
                  <a:lnTo>
                    <a:pt x="434307" y="1180747"/>
                  </a:lnTo>
                  <a:lnTo>
                    <a:pt x="434266" y="1180749"/>
                  </a:lnTo>
                  <a:lnTo>
                    <a:pt x="434239" y="1180747"/>
                  </a:lnTo>
                  <a:lnTo>
                    <a:pt x="434228" y="1180745"/>
                  </a:lnTo>
                  <a:lnTo>
                    <a:pt x="434211" y="1180742"/>
                  </a:lnTo>
                  <a:lnTo>
                    <a:pt x="434205" y="1180741"/>
                  </a:lnTo>
                  <a:lnTo>
                    <a:pt x="434200" y="1180740"/>
                  </a:lnTo>
                  <a:lnTo>
                    <a:pt x="434192" y="1180739"/>
                  </a:lnTo>
                  <a:lnTo>
                    <a:pt x="434180" y="1180747"/>
                  </a:lnTo>
                  <a:lnTo>
                    <a:pt x="434173" y="1180753"/>
                  </a:lnTo>
                  <a:lnTo>
                    <a:pt x="434152" y="1180773"/>
                  </a:lnTo>
                  <a:lnTo>
                    <a:pt x="434142" y="1180780"/>
                  </a:lnTo>
                  <a:lnTo>
                    <a:pt x="434125" y="1180789"/>
                  </a:lnTo>
                  <a:lnTo>
                    <a:pt x="434107" y="1180797"/>
                  </a:lnTo>
                  <a:lnTo>
                    <a:pt x="434097" y="1180800"/>
                  </a:lnTo>
                  <a:lnTo>
                    <a:pt x="434081" y="1180802"/>
                  </a:lnTo>
                  <a:lnTo>
                    <a:pt x="434073" y="1180803"/>
                  </a:lnTo>
                  <a:lnTo>
                    <a:pt x="434068" y="1180804"/>
                  </a:lnTo>
                  <a:lnTo>
                    <a:pt x="434045" y="1180810"/>
                  </a:lnTo>
                  <a:lnTo>
                    <a:pt x="434038" y="1180813"/>
                  </a:lnTo>
                  <a:lnTo>
                    <a:pt x="434013" y="1180822"/>
                  </a:lnTo>
                  <a:lnTo>
                    <a:pt x="433986" y="1180833"/>
                  </a:lnTo>
                  <a:lnTo>
                    <a:pt x="433950" y="1180854"/>
                  </a:lnTo>
                  <a:lnTo>
                    <a:pt x="433917" y="1180872"/>
                  </a:lnTo>
                  <a:lnTo>
                    <a:pt x="433895" y="1180888"/>
                  </a:lnTo>
                  <a:lnTo>
                    <a:pt x="433868" y="1180906"/>
                  </a:lnTo>
                  <a:lnTo>
                    <a:pt x="433855" y="1180911"/>
                  </a:lnTo>
                  <a:lnTo>
                    <a:pt x="433850" y="1180913"/>
                  </a:lnTo>
                  <a:lnTo>
                    <a:pt x="433838" y="1180913"/>
                  </a:lnTo>
                  <a:lnTo>
                    <a:pt x="433829" y="1180913"/>
                  </a:lnTo>
                  <a:lnTo>
                    <a:pt x="433808" y="1180908"/>
                  </a:lnTo>
                  <a:lnTo>
                    <a:pt x="433787" y="1180903"/>
                  </a:lnTo>
                  <a:lnTo>
                    <a:pt x="433759" y="1180898"/>
                  </a:lnTo>
                  <a:lnTo>
                    <a:pt x="433742" y="1180896"/>
                  </a:lnTo>
                  <a:lnTo>
                    <a:pt x="433714" y="1180896"/>
                  </a:lnTo>
                  <a:lnTo>
                    <a:pt x="433694" y="1180899"/>
                  </a:lnTo>
                  <a:lnTo>
                    <a:pt x="433676" y="1180906"/>
                  </a:lnTo>
                  <a:lnTo>
                    <a:pt x="433670" y="1180911"/>
                  </a:lnTo>
                  <a:lnTo>
                    <a:pt x="433666" y="1180920"/>
                  </a:lnTo>
                  <a:lnTo>
                    <a:pt x="433665" y="1180926"/>
                  </a:lnTo>
                  <a:lnTo>
                    <a:pt x="433664" y="1180933"/>
                  </a:lnTo>
                  <a:lnTo>
                    <a:pt x="433665" y="1180956"/>
                  </a:lnTo>
                  <a:lnTo>
                    <a:pt x="433665" y="1180966"/>
                  </a:lnTo>
                  <a:lnTo>
                    <a:pt x="433665" y="1180975"/>
                  </a:lnTo>
                  <a:lnTo>
                    <a:pt x="433667" y="1181009"/>
                  </a:lnTo>
                  <a:lnTo>
                    <a:pt x="433667" y="1181021"/>
                  </a:lnTo>
                  <a:lnTo>
                    <a:pt x="433668" y="1181049"/>
                  </a:lnTo>
                  <a:lnTo>
                    <a:pt x="433667" y="1181075"/>
                  </a:lnTo>
                  <a:lnTo>
                    <a:pt x="433671" y="1181088"/>
                  </a:lnTo>
                  <a:lnTo>
                    <a:pt x="433674" y="1181091"/>
                  </a:lnTo>
                  <a:lnTo>
                    <a:pt x="433680" y="1181100"/>
                  </a:lnTo>
                  <a:lnTo>
                    <a:pt x="433706" y="1181126"/>
                  </a:lnTo>
                  <a:lnTo>
                    <a:pt x="433732" y="1181152"/>
                  </a:lnTo>
                  <a:lnTo>
                    <a:pt x="433748" y="1181174"/>
                  </a:lnTo>
                  <a:lnTo>
                    <a:pt x="433754" y="1181184"/>
                  </a:lnTo>
                  <a:lnTo>
                    <a:pt x="433760" y="1181201"/>
                  </a:lnTo>
                  <a:lnTo>
                    <a:pt x="433765" y="1181215"/>
                  </a:lnTo>
                  <a:lnTo>
                    <a:pt x="433774" y="1181251"/>
                  </a:lnTo>
                  <a:lnTo>
                    <a:pt x="433777" y="1181262"/>
                  </a:lnTo>
                  <a:lnTo>
                    <a:pt x="433779" y="1181268"/>
                  </a:lnTo>
                  <a:lnTo>
                    <a:pt x="433780" y="1181273"/>
                  </a:lnTo>
                  <a:lnTo>
                    <a:pt x="433784" y="1181301"/>
                  </a:lnTo>
                  <a:lnTo>
                    <a:pt x="433785" y="1181318"/>
                  </a:lnTo>
                  <a:lnTo>
                    <a:pt x="433785" y="1181324"/>
                  </a:lnTo>
                  <a:lnTo>
                    <a:pt x="433786" y="1181332"/>
                  </a:lnTo>
                  <a:lnTo>
                    <a:pt x="433784" y="1181346"/>
                  </a:lnTo>
                  <a:lnTo>
                    <a:pt x="433784" y="1181351"/>
                  </a:lnTo>
                  <a:lnTo>
                    <a:pt x="433780" y="1181370"/>
                  </a:lnTo>
                  <a:lnTo>
                    <a:pt x="433777" y="1181380"/>
                  </a:lnTo>
                  <a:lnTo>
                    <a:pt x="433776" y="1181387"/>
                  </a:lnTo>
                  <a:lnTo>
                    <a:pt x="433774" y="1181392"/>
                  </a:lnTo>
                  <a:lnTo>
                    <a:pt x="433767" y="1181406"/>
                  </a:lnTo>
                  <a:lnTo>
                    <a:pt x="433764" y="1181414"/>
                  </a:lnTo>
                  <a:lnTo>
                    <a:pt x="433757" y="1181430"/>
                  </a:lnTo>
                  <a:lnTo>
                    <a:pt x="433751" y="1181449"/>
                  </a:lnTo>
                  <a:lnTo>
                    <a:pt x="433758" y="1181469"/>
                  </a:lnTo>
                  <a:lnTo>
                    <a:pt x="433780" y="1181509"/>
                  </a:lnTo>
                  <a:lnTo>
                    <a:pt x="433789" y="1181534"/>
                  </a:lnTo>
                  <a:lnTo>
                    <a:pt x="433790" y="1181553"/>
                  </a:lnTo>
                  <a:lnTo>
                    <a:pt x="433790" y="1181578"/>
                  </a:lnTo>
                  <a:lnTo>
                    <a:pt x="433780" y="1181612"/>
                  </a:lnTo>
                  <a:lnTo>
                    <a:pt x="433774" y="1181638"/>
                  </a:lnTo>
                  <a:lnTo>
                    <a:pt x="433788" y="1181666"/>
                  </a:lnTo>
                  <a:lnTo>
                    <a:pt x="433807" y="1181694"/>
                  </a:lnTo>
                  <a:lnTo>
                    <a:pt x="433818" y="1181711"/>
                  </a:lnTo>
                  <a:lnTo>
                    <a:pt x="433823" y="1181726"/>
                  </a:lnTo>
                  <a:lnTo>
                    <a:pt x="433842" y="1181748"/>
                  </a:lnTo>
                  <a:lnTo>
                    <a:pt x="433868" y="1181769"/>
                  </a:lnTo>
                  <a:lnTo>
                    <a:pt x="433906" y="1181806"/>
                  </a:lnTo>
                  <a:lnTo>
                    <a:pt x="433916" y="1181815"/>
                  </a:lnTo>
                  <a:lnTo>
                    <a:pt x="433962" y="1181839"/>
                  </a:lnTo>
                  <a:lnTo>
                    <a:pt x="433989" y="1181851"/>
                  </a:lnTo>
                  <a:lnTo>
                    <a:pt x="434011" y="1181865"/>
                  </a:lnTo>
                  <a:lnTo>
                    <a:pt x="433994" y="1181917"/>
                  </a:lnTo>
                  <a:lnTo>
                    <a:pt x="433991" y="1181926"/>
                  </a:lnTo>
                  <a:lnTo>
                    <a:pt x="433987" y="1181937"/>
                  </a:lnTo>
                  <a:lnTo>
                    <a:pt x="433979" y="1181952"/>
                  </a:lnTo>
                  <a:lnTo>
                    <a:pt x="433958" y="1181988"/>
                  </a:lnTo>
                  <a:lnTo>
                    <a:pt x="433947" y="1182002"/>
                  </a:lnTo>
                  <a:lnTo>
                    <a:pt x="433936" y="1182018"/>
                  </a:lnTo>
                  <a:lnTo>
                    <a:pt x="433921" y="1182036"/>
                  </a:lnTo>
                  <a:lnTo>
                    <a:pt x="433910" y="1182050"/>
                  </a:lnTo>
                  <a:lnTo>
                    <a:pt x="433904" y="1182055"/>
                  </a:lnTo>
                  <a:lnTo>
                    <a:pt x="433887" y="1182076"/>
                  </a:lnTo>
                  <a:lnTo>
                    <a:pt x="433854" y="1182112"/>
                  </a:lnTo>
                  <a:lnTo>
                    <a:pt x="433840" y="1182126"/>
                  </a:lnTo>
                  <a:lnTo>
                    <a:pt x="433822" y="1182146"/>
                  </a:lnTo>
                  <a:lnTo>
                    <a:pt x="433816" y="1182153"/>
                  </a:lnTo>
                  <a:lnTo>
                    <a:pt x="433807" y="1182166"/>
                  </a:lnTo>
                  <a:lnTo>
                    <a:pt x="433801" y="1182174"/>
                  </a:lnTo>
                  <a:lnTo>
                    <a:pt x="433792" y="1182189"/>
                  </a:lnTo>
                  <a:lnTo>
                    <a:pt x="433779" y="1182209"/>
                  </a:lnTo>
                  <a:lnTo>
                    <a:pt x="433769" y="1182220"/>
                  </a:lnTo>
                  <a:lnTo>
                    <a:pt x="433764" y="1182225"/>
                  </a:lnTo>
                  <a:lnTo>
                    <a:pt x="433759" y="1182228"/>
                  </a:lnTo>
                  <a:lnTo>
                    <a:pt x="433744" y="1182237"/>
                  </a:lnTo>
                  <a:lnTo>
                    <a:pt x="433729" y="1182245"/>
                  </a:lnTo>
                  <a:lnTo>
                    <a:pt x="433715" y="1182253"/>
                  </a:lnTo>
                  <a:lnTo>
                    <a:pt x="433707" y="1182257"/>
                  </a:lnTo>
                  <a:lnTo>
                    <a:pt x="433682" y="1182273"/>
                  </a:lnTo>
                  <a:lnTo>
                    <a:pt x="433669" y="1182285"/>
                  </a:lnTo>
                  <a:lnTo>
                    <a:pt x="433665" y="1182289"/>
                  </a:lnTo>
                  <a:lnTo>
                    <a:pt x="433661" y="1182294"/>
                  </a:lnTo>
                  <a:lnTo>
                    <a:pt x="433654" y="1182309"/>
                  </a:lnTo>
                  <a:lnTo>
                    <a:pt x="433653" y="1182317"/>
                  </a:lnTo>
                  <a:lnTo>
                    <a:pt x="433650" y="1182346"/>
                  </a:lnTo>
                  <a:lnTo>
                    <a:pt x="433648" y="1182361"/>
                  </a:lnTo>
                  <a:lnTo>
                    <a:pt x="433643" y="1182384"/>
                  </a:lnTo>
                  <a:lnTo>
                    <a:pt x="433638" y="1182396"/>
                  </a:lnTo>
                  <a:lnTo>
                    <a:pt x="433631" y="1182406"/>
                  </a:lnTo>
                  <a:lnTo>
                    <a:pt x="433625" y="1182413"/>
                  </a:lnTo>
                  <a:lnTo>
                    <a:pt x="433620" y="1182419"/>
                  </a:lnTo>
                  <a:lnTo>
                    <a:pt x="433613" y="1182424"/>
                  </a:lnTo>
                  <a:lnTo>
                    <a:pt x="433598" y="1182433"/>
                  </a:lnTo>
                  <a:lnTo>
                    <a:pt x="433582" y="1182442"/>
                  </a:lnTo>
                  <a:lnTo>
                    <a:pt x="433570" y="1182448"/>
                  </a:lnTo>
                  <a:lnTo>
                    <a:pt x="433556" y="1182455"/>
                  </a:lnTo>
                  <a:lnTo>
                    <a:pt x="433549" y="1182458"/>
                  </a:lnTo>
                  <a:lnTo>
                    <a:pt x="433542" y="1182461"/>
                  </a:lnTo>
                  <a:lnTo>
                    <a:pt x="433532" y="1182467"/>
                  </a:lnTo>
                  <a:lnTo>
                    <a:pt x="433526" y="1182472"/>
                  </a:lnTo>
                  <a:lnTo>
                    <a:pt x="433514" y="1182484"/>
                  </a:lnTo>
                  <a:lnTo>
                    <a:pt x="433501" y="1182494"/>
                  </a:lnTo>
                  <a:lnTo>
                    <a:pt x="433481" y="1182515"/>
                  </a:lnTo>
                  <a:lnTo>
                    <a:pt x="433461" y="1182544"/>
                  </a:lnTo>
                  <a:lnTo>
                    <a:pt x="433436" y="1182576"/>
                  </a:lnTo>
                  <a:lnTo>
                    <a:pt x="433404" y="1182618"/>
                  </a:lnTo>
                  <a:lnTo>
                    <a:pt x="433397" y="1182624"/>
                  </a:lnTo>
                  <a:lnTo>
                    <a:pt x="433391" y="1182625"/>
                  </a:lnTo>
                  <a:lnTo>
                    <a:pt x="433386" y="1182625"/>
                  </a:lnTo>
                  <a:lnTo>
                    <a:pt x="433359" y="1182614"/>
                  </a:lnTo>
                  <a:lnTo>
                    <a:pt x="433342" y="1182606"/>
                  </a:lnTo>
                  <a:lnTo>
                    <a:pt x="433313" y="1182595"/>
                  </a:lnTo>
                  <a:lnTo>
                    <a:pt x="433297" y="1182591"/>
                  </a:lnTo>
                  <a:lnTo>
                    <a:pt x="433282" y="1182590"/>
                  </a:lnTo>
                  <a:lnTo>
                    <a:pt x="433274" y="1182590"/>
                  </a:lnTo>
                  <a:lnTo>
                    <a:pt x="433269" y="1182592"/>
                  </a:lnTo>
                  <a:lnTo>
                    <a:pt x="433257" y="1182600"/>
                  </a:lnTo>
                  <a:lnTo>
                    <a:pt x="433239" y="1182615"/>
                  </a:lnTo>
                  <a:lnTo>
                    <a:pt x="433205" y="1182647"/>
                  </a:lnTo>
                  <a:lnTo>
                    <a:pt x="433184" y="1182667"/>
                  </a:lnTo>
                  <a:lnTo>
                    <a:pt x="433174" y="1182678"/>
                  </a:lnTo>
                  <a:lnTo>
                    <a:pt x="433166" y="1182686"/>
                  </a:lnTo>
                  <a:lnTo>
                    <a:pt x="433163" y="1182690"/>
                  </a:lnTo>
                  <a:lnTo>
                    <a:pt x="433156" y="1182699"/>
                  </a:lnTo>
                  <a:lnTo>
                    <a:pt x="433151" y="1182707"/>
                  </a:lnTo>
                  <a:lnTo>
                    <a:pt x="433149" y="1182712"/>
                  </a:lnTo>
                  <a:lnTo>
                    <a:pt x="433147" y="1182717"/>
                  </a:lnTo>
                  <a:lnTo>
                    <a:pt x="433148" y="1182722"/>
                  </a:lnTo>
                  <a:lnTo>
                    <a:pt x="433151" y="1182730"/>
                  </a:lnTo>
                  <a:lnTo>
                    <a:pt x="433167" y="1182766"/>
                  </a:lnTo>
                  <a:lnTo>
                    <a:pt x="433172" y="1182773"/>
                  </a:lnTo>
                  <a:lnTo>
                    <a:pt x="433184" y="1182800"/>
                  </a:lnTo>
                  <a:lnTo>
                    <a:pt x="433188" y="1182812"/>
                  </a:lnTo>
                  <a:lnTo>
                    <a:pt x="433187" y="1182830"/>
                  </a:lnTo>
                  <a:lnTo>
                    <a:pt x="433186" y="1182836"/>
                  </a:lnTo>
                  <a:lnTo>
                    <a:pt x="433184" y="1182848"/>
                  </a:lnTo>
                  <a:lnTo>
                    <a:pt x="433178" y="1182862"/>
                  </a:lnTo>
                  <a:lnTo>
                    <a:pt x="433154" y="1182892"/>
                  </a:lnTo>
                  <a:lnTo>
                    <a:pt x="433140" y="1182905"/>
                  </a:lnTo>
                  <a:lnTo>
                    <a:pt x="433118" y="1182925"/>
                  </a:lnTo>
                  <a:lnTo>
                    <a:pt x="433082" y="1182952"/>
                  </a:lnTo>
                  <a:lnTo>
                    <a:pt x="433055" y="1182970"/>
                  </a:lnTo>
                  <a:lnTo>
                    <a:pt x="433033" y="1182983"/>
                  </a:lnTo>
                  <a:lnTo>
                    <a:pt x="433018" y="1182987"/>
                  </a:lnTo>
                  <a:lnTo>
                    <a:pt x="433006" y="1182987"/>
                  </a:lnTo>
                  <a:lnTo>
                    <a:pt x="432995" y="1182985"/>
                  </a:lnTo>
                  <a:lnTo>
                    <a:pt x="432971" y="1182985"/>
                  </a:lnTo>
                  <a:lnTo>
                    <a:pt x="432955" y="1182987"/>
                  </a:lnTo>
                  <a:lnTo>
                    <a:pt x="432928" y="1182995"/>
                  </a:lnTo>
                  <a:lnTo>
                    <a:pt x="432903" y="1183006"/>
                  </a:lnTo>
                  <a:lnTo>
                    <a:pt x="432852" y="1183030"/>
                  </a:lnTo>
                  <a:lnTo>
                    <a:pt x="432827" y="1183042"/>
                  </a:lnTo>
                  <a:lnTo>
                    <a:pt x="432776" y="1183068"/>
                  </a:lnTo>
                  <a:lnTo>
                    <a:pt x="432739" y="1183088"/>
                  </a:lnTo>
                  <a:lnTo>
                    <a:pt x="432731" y="1183090"/>
                  </a:lnTo>
                  <a:lnTo>
                    <a:pt x="432722" y="1183091"/>
                  </a:lnTo>
                  <a:lnTo>
                    <a:pt x="432707" y="1183089"/>
                  </a:lnTo>
                  <a:lnTo>
                    <a:pt x="432699" y="1183085"/>
                  </a:lnTo>
                  <a:lnTo>
                    <a:pt x="432691" y="1183081"/>
                  </a:lnTo>
                  <a:lnTo>
                    <a:pt x="432667" y="1183069"/>
                  </a:lnTo>
                  <a:lnTo>
                    <a:pt x="432620" y="1183043"/>
                  </a:lnTo>
                  <a:lnTo>
                    <a:pt x="432600" y="1183031"/>
                  </a:lnTo>
                  <a:lnTo>
                    <a:pt x="432583" y="1183019"/>
                  </a:lnTo>
                  <a:lnTo>
                    <a:pt x="432547" y="1182982"/>
                  </a:lnTo>
                  <a:lnTo>
                    <a:pt x="432525" y="1182956"/>
                  </a:lnTo>
                  <a:lnTo>
                    <a:pt x="432508" y="1182931"/>
                  </a:lnTo>
                  <a:lnTo>
                    <a:pt x="432484" y="1182894"/>
                  </a:lnTo>
                  <a:lnTo>
                    <a:pt x="432470" y="1182870"/>
                  </a:lnTo>
                  <a:lnTo>
                    <a:pt x="432456" y="1182847"/>
                  </a:lnTo>
                  <a:lnTo>
                    <a:pt x="432452" y="1182842"/>
                  </a:lnTo>
                  <a:lnTo>
                    <a:pt x="432444" y="1182830"/>
                  </a:lnTo>
                  <a:lnTo>
                    <a:pt x="432440" y="1182818"/>
                  </a:lnTo>
                  <a:lnTo>
                    <a:pt x="432440" y="1182812"/>
                  </a:lnTo>
                  <a:lnTo>
                    <a:pt x="432442" y="1182798"/>
                  </a:lnTo>
                  <a:lnTo>
                    <a:pt x="432441" y="1182788"/>
                  </a:lnTo>
                  <a:lnTo>
                    <a:pt x="432438" y="1182775"/>
                  </a:lnTo>
                  <a:lnTo>
                    <a:pt x="432436" y="1182768"/>
                  </a:lnTo>
                  <a:lnTo>
                    <a:pt x="432430" y="1182759"/>
                  </a:lnTo>
                  <a:lnTo>
                    <a:pt x="432423" y="1182749"/>
                  </a:lnTo>
                  <a:lnTo>
                    <a:pt x="432408" y="1182735"/>
                  </a:lnTo>
                  <a:lnTo>
                    <a:pt x="432395" y="1182726"/>
                  </a:lnTo>
                  <a:lnTo>
                    <a:pt x="432383" y="1182720"/>
                  </a:lnTo>
                  <a:lnTo>
                    <a:pt x="432360" y="1182711"/>
                  </a:lnTo>
                  <a:lnTo>
                    <a:pt x="432334" y="1182704"/>
                  </a:lnTo>
                  <a:lnTo>
                    <a:pt x="432325" y="1182699"/>
                  </a:lnTo>
                  <a:lnTo>
                    <a:pt x="432319" y="1182697"/>
                  </a:lnTo>
                  <a:lnTo>
                    <a:pt x="432312" y="1182691"/>
                  </a:lnTo>
                  <a:lnTo>
                    <a:pt x="432306" y="1182685"/>
                  </a:lnTo>
                  <a:lnTo>
                    <a:pt x="432297" y="1182673"/>
                  </a:lnTo>
                  <a:lnTo>
                    <a:pt x="432292" y="1182666"/>
                  </a:lnTo>
                  <a:lnTo>
                    <a:pt x="432281" y="1182651"/>
                  </a:lnTo>
                  <a:lnTo>
                    <a:pt x="432274" y="1182641"/>
                  </a:lnTo>
                  <a:lnTo>
                    <a:pt x="432271" y="1182636"/>
                  </a:lnTo>
                  <a:lnTo>
                    <a:pt x="432265" y="1182628"/>
                  </a:lnTo>
                  <a:lnTo>
                    <a:pt x="432261" y="1182623"/>
                  </a:lnTo>
                  <a:lnTo>
                    <a:pt x="432255" y="1182614"/>
                  </a:lnTo>
                  <a:lnTo>
                    <a:pt x="432249" y="1182608"/>
                  </a:lnTo>
                  <a:lnTo>
                    <a:pt x="432246" y="1182604"/>
                  </a:lnTo>
                  <a:lnTo>
                    <a:pt x="432238" y="1182598"/>
                  </a:lnTo>
                  <a:lnTo>
                    <a:pt x="432221" y="1182587"/>
                  </a:lnTo>
                  <a:lnTo>
                    <a:pt x="432201" y="1182575"/>
                  </a:lnTo>
                  <a:lnTo>
                    <a:pt x="432187" y="1182567"/>
                  </a:lnTo>
                  <a:lnTo>
                    <a:pt x="432155" y="1182550"/>
                  </a:lnTo>
                  <a:lnTo>
                    <a:pt x="432144" y="1182545"/>
                  </a:lnTo>
                  <a:lnTo>
                    <a:pt x="432105" y="1182527"/>
                  </a:lnTo>
                  <a:lnTo>
                    <a:pt x="432090" y="1182521"/>
                  </a:lnTo>
                  <a:lnTo>
                    <a:pt x="432056" y="1182509"/>
                  </a:lnTo>
                  <a:lnTo>
                    <a:pt x="432038" y="1182504"/>
                  </a:lnTo>
                  <a:lnTo>
                    <a:pt x="432007" y="1182491"/>
                  </a:lnTo>
                  <a:lnTo>
                    <a:pt x="431996" y="1182486"/>
                  </a:lnTo>
                  <a:lnTo>
                    <a:pt x="431958" y="1182470"/>
                  </a:lnTo>
                  <a:lnTo>
                    <a:pt x="431948" y="1182465"/>
                  </a:lnTo>
                  <a:lnTo>
                    <a:pt x="431929" y="1182454"/>
                  </a:lnTo>
                  <a:lnTo>
                    <a:pt x="431924" y="1182452"/>
                  </a:lnTo>
                  <a:lnTo>
                    <a:pt x="431920" y="1182449"/>
                  </a:lnTo>
                  <a:lnTo>
                    <a:pt x="431926" y="1182419"/>
                  </a:lnTo>
                  <a:lnTo>
                    <a:pt x="431928" y="1182391"/>
                  </a:lnTo>
                  <a:lnTo>
                    <a:pt x="431928" y="1182381"/>
                  </a:lnTo>
                  <a:lnTo>
                    <a:pt x="431927" y="1182350"/>
                  </a:lnTo>
                  <a:lnTo>
                    <a:pt x="431926" y="1182334"/>
                  </a:lnTo>
                  <a:lnTo>
                    <a:pt x="431921" y="1182312"/>
                  </a:lnTo>
                  <a:lnTo>
                    <a:pt x="431920" y="1182308"/>
                  </a:lnTo>
                  <a:lnTo>
                    <a:pt x="431917" y="1182299"/>
                  </a:lnTo>
                  <a:lnTo>
                    <a:pt x="431915" y="1182292"/>
                  </a:lnTo>
                  <a:lnTo>
                    <a:pt x="431901" y="1182272"/>
                  </a:lnTo>
                  <a:lnTo>
                    <a:pt x="431886" y="1182258"/>
                  </a:lnTo>
                  <a:lnTo>
                    <a:pt x="431861" y="1182233"/>
                  </a:lnTo>
                  <a:lnTo>
                    <a:pt x="431856" y="1182226"/>
                  </a:lnTo>
                  <a:lnTo>
                    <a:pt x="431848" y="1182215"/>
                  </a:lnTo>
                  <a:lnTo>
                    <a:pt x="431834" y="1182195"/>
                  </a:lnTo>
                  <a:lnTo>
                    <a:pt x="431830" y="1182187"/>
                  </a:lnTo>
                  <a:lnTo>
                    <a:pt x="431817" y="1182155"/>
                  </a:lnTo>
                  <a:lnTo>
                    <a:pt x="431815" y="1182148"/>
                  </a:lnTo>
                  <a:lnTo>
                    <a:pt x="431801" y="1182116"/>
                  </a:lnTo>
                  <a:lnTo>
                    <a:pt x="431795" y="1182103"/>
                  </a:lnTo>
                  <a:lnTo>
                    <a:pt x="431793" y="1182098"/>
                  </a:lnTo>
                  <a:lnTo>
                    <a:pt x="431786" y="1182078"/>
                  </a:lnTo>
                  <a:lnTo>
                    <a:pt x="431779" y="1182060"/>
                  </a:lnTo>
                  <a:lnTo>
                    <a:pt x="431769" y="1182039"/>
                  </a:lnTo>
                  <a:lnTo>
                    <a:pt x="431761" y="1182026"/>
                  </a:lnTo>
                  <a:lnTo>
                    <a:pt x="431752" y="1182013"/>
                  </a:lnTo>
                  <a:lnTo>
                    <a:pt x="431746" y="1182008"/>
                  </a:lnTo>
                  <a:lnTo>
                    <a:pt x="431741" y="1182005"/>
                  </a:lnTo>
                  <a:lnTo>
                    <a:pt x="431733" y="1182000"/>
                  </a:lnTo>
                  <a:lnTo>
                    <a:pt x="431728" y="1181998"/>
                  </a:lnTo>
                  <a:lnTo>
                    <a:pt x="431717" y="1181996"/>
                  </a:lnTo>
                  <a:lnTo>
                    <a:pt x="431704" y="1181996"/>
                  </a:lnTo>
                  <a:lnTo>
                    <a:pt x="431678" y="1181999"/>
                  </a:lnTo>
                  <a:lnTo>
                    <a:pt x="431667" y="1181999"/>
                  </a:lnTo>
                  <a:lnTo>
                    <a:pt x="431653" y="1181998"/>
                  </a:lnTo>
                  <a:lnTo>
                    <a:pt x="431645" y="1181996"/>
                  </a:lnTo>
                  <a:lnTo>
                    <a:pt x="431635" y="1181994"/>
                  </a:lnTo>
                  <a:lnTo>
                    <a:pt x="431627" y="1181993"/>
                  </a:lnTo>
                  <a:lnTo>
                    <a:pt x="431620" y="1181992"/>
                  </a:lnTo>
                  <a:lnTo>
                    <a:pt x="431609" y="1181993"/>
                  </a:lnTo>
                  <a:lnTo>
                    <a:pt x="431587" y="1182016"/>
                  </a:lnTo>
                  <a:lnTo>
                    <a:pt x="431581" y="1182022"/>
                  </a:lnTo>
                  <a:lnTo>
                    <a:pt x="431550" y="1182058"/>
                  </a:lnTo>
                  <a:lnTo>
                    <a:pt x="431534" y="1182075"/>
                  </a:lnTo>
                  <a:lnTo>
                    <a:pt x="431514" y="1182097"/>
                  </a:lnTo>
                  <a:lnTo>
                    <a:pt x="431504" y="1182108"/>
                  </a:lnTo>
                  <a:lnTo>
                    <a:pt x="431483" y="1182124"/>
                  </a:lnTo>
                  <a:lnTo>
                    <a:pt x="431467" y="1182137"/>
                  </a:lnTo>
                  <a:lnTo>
                    <a:pt x="431460" y="1182141"/>
                  </a:lnTo>
                  <a:lnTo>
                    <a:pt x="431446" y="1182147"/>
                  </a:lnTo>
                  <a:lnTo>
                    <a:pt x="431429" y="1182154"/>
                  </a:lnTo>
                  <a:lnTo>
                    <a:pt x="431416" y="1182157"/>
                  </a:lnTo>
                  <a:lnTo>
                    <a:pt x="431403" y="1182160"/>
                  </a:lnTo>
                  <a:lnTo>
                    <a:pt x="431394" y="1182163"/>
                  </a:lnTo>
                  <a:lnTo>
                    <a:pt x="431368" y="1182178"/>
                  </a:lnTo>
                  <a:lnTo>
                    <a:pt x="431355" y="1182187"/>
                  </a:lnTo>
                  <a:lnTo>
                    <a:pt x="431319" y="1182206"/>
                  </a:lnTo>
                  <a:lnTo>
                    <a:pt x="431315" y="1182210"/>
                  </a:lnTo>
                  <a:lnTo>
                    <a:pt x="431301" y="1182218"/>
                  </a:lnTo>
                  <a:lnTo>
                    <a:pt x="431270" y="1182233"/>
                  </a:lnTo>
                  <a:lnTo>
                    <a:pt x="431256" y="1182239"/>
                  </a:lnTo>
                  <a:lnTo>
                    <a:pt x="431220" y="1182255"/>
                  </a:lnTo>
                  <a:lnTo>
                    <a:pt x="431194" y="1182268"/>
                  </a:lnTo>
                  <a:lnTo>
                    <a:pt x="431172" y="1182277"/>
                  </a:lnTo>
                  <a:lnTo>
                    <a:pt x="431165" y="1182280"/>
                  </a:lnTo>
                  <a:lnTo>
                    <a:pt x="431148" y="1182286"/>
                  </a:lnTo>
                  <a:lnTo>
                    <a:pt x="431122" y="1182294"/>
                  </a:lnTo>
                  <a:lnTo>
                    <a:pt x="431115" y="1182295"/>
                  </a:lnTo>
                  <a:lnTo>
                    <a:pt x="431097" y="1182300"/>
                  </a:lnTo>
                  <a:lnTo>
                    <a:pt x="431073" y="1182305"/>
                  </a:lnTo>
                  <a:lnTo>
                    <a:pt x="431065" y="1182306"/>
                  </a:lnTo>
                  <a:lnTo>
                    <a:pt x="431051" y="1182308"/>
                  </a:lnTo>
                  <a:lnTo>
                    <a:pt x="431045" y="1182309"/>
                  </a:lnTo>
                  <a:lnTo>
                    <a:pt x="431030" y="1182310"/>
                  </a:lnTo>
                  <a:lnTo>
                    <a:pt x="431023" y="1182311"/>
                  </a:lnTo>
                  <a:lnTo>
                    <a:pt x="431011" y="1182313"/>
                  </a:lnTo>
                  <a:lnTo>
                    <a:pt x="430974" y="1182319"/>
                  </a:lnTo>
                  <a:lnTo>
                    <a:pt x="430958" y="1182321"/>
                  </a:lnTo>
                  <a:lnTo>
                    <a:pt x="430925" y="1182325"/>
                  </a:lnTo>
                  <a:lnTo>
                    <a:pt x="430919" y="1182325"/>
                  </a:lnTo>
                  <a:lnTo>
                    <a:pt x="430898" y="1182327"/>
                  </a:lnTo>
                  <a:lnTo>
                    <a:pt x="430883" y="1182327"/>
                  </a:lnTo>
                  <a:lnTo>
                    <a:pt x="430876" y="1182327"/>
                  </a:lnTo>
                  <a:lnTo>
                    <a:pt x="430869" y="1182326"/>
                  </a:lnTo>
                  <a:lnTo>
                    <a:pt x="430860" y="1182325"/>
                  </a:lnTo>
                  <a:lnTo>
                    <a:pt x="430842" y="1182320"/>
                  </a:lnTo>
                  <a:lnTo>
                    <a:pt x="430821" y="1182315"/>
                  </a:lnTo>
                  <a:lnTo>
                    <a:pt x="430791" y="1182303"/>
                  </a:lnTo>
                  <a:lnTo>
                    <a:pt x="430776" y="1182297"/>
                  </a:lnTo>
                  <a:lnTo>
                    <a:pt x="430769" y="1182294"/>
                  </a:lnTo>
                  <a:lnTo>
                    <a:pt x="430728" y="1182275"/>
                  </a:lnTo>
                  <a:lnTo>
                    <a:pt x="430719" y="1182271"/>
                  </a:lnTo>
                  <a:lnTo>
                    <a:pt x="430678" y="1182253"/>
                  </a:lnTo>
                  <a:lnTo>
                    <a:pt x="430672" y="1182250"/>
                  </a:lnTo>
                  <a:lnTo>
                    <a:pt x="430659" y="1182244"/>
                  </a:lnTo>
                  <a:lnTo>
                    <a:pt x="430629" y="1182230"/>
                  </a:lnTo>
                  <a:lnTo>
                    <a:pt x="430606" y="1182220"/>
                  </a:lnTo>
                  <a:lnTo>
                    <a:pt x="430575" y="1182206"/>
                  </a:lnTo>
                  <a:lnTo>
                    <a:pt x="430531" y="1182186"/>
                  </a:lnTo>
                  <a:lnTo>
                    <a:pt x="430524" y="1182183"/>
                  </a:lnTo>
                  <a:lnTo>
                    <a:pt x="430481" y="1182161"/>
                  </a:lnTo>
                  <a:lnTo>
                    <a:pt x="430432" y="1182137"/>
                  </a:lnTo>
                  <a:lnTo>
                    <a:pt x="430422" y="1182131"/>
                  </a:lnTo>
                  <a:lnTo>
                    <a:pt x="430395" y="1182116"/>
                  </a:lnTo>
                  <a:lnTo>
                    <a:pt x="430384" y="1182110"/>
                  </a:lnTo>
                  <a:lnTo>
                    <a:pt x="430368" y="1182100"/>
                  </a:lnTo>
                  <a:lnTo>
                    <a:pt x="430360" y="1182094"/>
                  </a:lnTo>
                  <a:lnTo>
                    <a:pt x="430335" y="1182076"/>
                  </a:lnTo>
                  <a:lnTo>
                    <a:pt x="430318" y="1182065"/>
                  </a:lnTo>
                  <a:lnTo>
                    <a:pt x="430297" y="1182052"/>
                  </a:lnTo>
                  <a:lnTo>
                    <a:pt x="430288" y="1182046"/>
                  </a:lnTo>
                  <a:lnTo>
                    <a:pt x="430282" y="1182043"/>
                  </a:lnTo>
                  <a:lnTo>
                    <a:pt x="430274" y="1182037"/>
                  </a:lnTo>
                  <a:lnTo>
                    <a:pt x="430270" y="1182027"/>
                  </a:lnTo>
                  <a:lnTo>
                    <a:pt x="430282" y="1182007"/>
                  </a:lnTo>
                  <a:lnTo>
                    <a:pt x="430287" y="1182000"/>
                  </a:lnTo>
                  <a:lnTo>
                    <a:pt x="430290" y="1181994"/>
                  </a:lnTo>
                  <a:lnTo>
                    <a:pt x="430305" y="1181960"/>
                  </a:lnTo>
                  <a:lnTo>
                    <a:pt x="430307" y="1181954"/>
                  </a:lnTo>
                  <a:lnTo>
                    <a:pt x="430310" y="1181947"/>
                  </a:lnTo>
                  <a:lnTo>
                    <a:pt x="430318" y="1181922"/>
                  </a:lnTo>
                  <a:lnTo>
                    <a:pt x="430320" y="1181912"/>
                  </a:lnTo>
                  <a:lnTo>
                    <a:pt x="430322" y="1181901"/>
                  </a:lnTo>
                  <a:lnTo>
                    <a:pt x="430322" y="1181882"/>
                  </a:lnTo>
                  <a:lnTo>
                    <a:pt x="430322" y="1181873"/>
                  </a:lnTo>
                  <a:lnTo>
                    <a:pt x="430318" y="1181843"/>
                  </a:lnTo>
                  <a:lnTo>
                    <a:pt x="430317" y="1181833"/>
                  </a:lnTo>
                  <a:lnTo>
                    <a:pt x="430312" y="1181803"/>
                  </a:lnTo>
                  <a:lnTo>
                    <a:pt x="430310" y="1181791"/>
                  </a:lnTo>
                  <a:lnTo>
                    <a:pt x="430303" y="1181763"/>
                  </a:lnTo>
                  <a:lnTo>
                    <a:pt x="430301" y="1181753"/>
                  </a:lnTo>
                  <a:lnTo>
                    <a:pt x="430291" y="1181725"/>
                  </a:lnTo>
                  <a:lnTo>
                    <a:pt x="430289" y="1181718"/>
                  </a:lnTo>
                  <a:lnTo>
                    <a:pt x="430282" y="1181704"/>
                  </a:lnTo>
                  <a:lnTo>
                    <a:pt x="430272" y="1181686"/>
                  </a:lnTo>
                  <a:lnTo>
                    <a:pt x="430268" y="1181681"/>
                  </a:lnTo>
                  <a:lnTo>
                    <a:pt x="430258" y="1181665"/>
                  </a:lnTo>
                  <a:lnTo>
                    <a:pt x="430253" y="1181660"/>
                  </a:lnTo>
                  <a:lnTo>
                    <a:pt x="430241" y="1181646"/>
                  </a:lnTo>
                  <a:lnTo>
                    <a:pt x="430237" y="1181642"/>
                  </a:lnTo>
                  <a:lnTo>
                    <a:pt x="430232" y="1181638"/>
                  </a:lnTo>
                  <a:lnTo>
                    <a:pt x="430220" y="1181630"/>
                  </a:lnTo>
                  <a:lnTo>
                    <a:pt x="430192" y="1181616"/>
                  </a:lnTo>
                  <a:lnTo>
                    <a:pt x="430185" y="1181613"/>
                  </a:lnTo>
                  <a:lnTo>
                    <a:pt x="430143" y="1181599"/>
                  </a:lnTo>
                  <a:lnTo>
                    <a:pt x="430119" y="1181589"/>
                  </a:lnTo>
                  <a:lnTo>
                    <a:pt x="430110" y="1181586"/>
                  </a:lnTo>
                  <a:lnTo>
                    <a:pt x="430094" y="1181581"/>
                  </a:lnTo>
                  <a:lnTo>
                    <a:pt x="430086" y="1181578"/>
                  </a:lnTo>
                  <a:lnTo>
                    <a:pt x="430075" y="1181574"/>
                  </a:lnTo>
                  <a:lnTo>
                    <a:pt x="430045" y="1181562"/>
                  </a:lnTo>
                  <a:lnTo>
                    <a:pt x="430039" y="1181560"/>
                  </a:lnTo>
                  <a:lnTo>
                    <a:pt x="430034" y="1181558"/>
                  </a:lnTo>
                  <a:lnTo>
                    <a:pt x="430027" y="1181554"/>
                  </a:lnTo>
                  <a:lnTo>
                    <a:pt x="430025" y="1181546"/>
                  </a:lnTo>
                  <a:lnTo>
                    <a:pt x="430025" y="1181522"/>
                  </a:lnTo>
                  <a:lnTo>
                    <a:pt x="430026" y="1181517"/>
                  </a:lnTo>
                  <a:lnTo>
                    <a:pt x="430026" y="1181508"/>
                  </a:lnTo>
                  <a:lnTo>
                    <a:pt x="430027" y="1181482"/>
                  </a:lnTo>
                  <a:lnTo>
                    <a:pt x="430027" y="1181475"/>
                  </a:lnTo>
                  <a:lnTo>
                    <a:pt x="430025" y="1181468"/>
                  </a:lnTo>
                  <a:lnTo>
                    <a:pt x="430016" y="1181450"/>
                  </a:lnTo>
                  <a:lnTo>
                    <a:pt x="430012" y="1181444"/>
                  </a:lnTo>
                  <a:lnTo>
                    <a:pt x="430008" y="1181433"/>
                  </a:lnTo>
                  <a:lnTo>
                    <a:pt x="430000" y="1181417"/>
                  </a:lnTo>
                  <a:lnTo>
                    <a:pt x="429997" y="1181404"/>
                  </a:lnTo>
                  <a:lnTo>
                    <a:pt x="429995" y="1181395"/>
                  </a:lnTo>
                  <a:lnTo>
                    <a:pt x="429994" y="1181387"/>
                  </a:lnTo>
                  <a:lnTo>
                    <a:pt x="429992" y="1181378"/>
                  </a:lnTo>
                  <a:lnTo>
                    <a:pt x="429992" y="1181363"/>
                  </a:lnTo>
                  <a:lnTo>
                    <a:pt x="429992" y="1181357"/>
                  </a:lnTo>
                  <a:lnTo>
                    <a:pt x="429991" y="1181326"/>
                  </a:lnTo>
                  <a:lnTo>
                    <a:pt x="429991" y="1181313"/>
                  </a:lnTo>
                  <a:lnTo>
                    <a:pt x="429992" y="1181287"/>
                  </a:lnTo>
                  <a:lnTo>
                    <a:pt x="429992" y="1181281"/>
                  </a:lnTo>
                  <a:lnTo>
                    <a:pt x="429992" y="1181260"/>
                  </a:lnTo>
                  <a:lnTo>
                    <a:pt x="429994" y="1181250"/>
                  </a:lnTo>
                  <a:lnTo>
                    <a:pt x="429998" y="1181244"/>
                  </a:lnTo>
                  <a:lnTo>
                    <a:pt x="430003" y="1181240"/>
                  </a:lnTo>
                  <a:lnTo>
                    <a:pt x="430019" y="1181230"/>
                  </a:lnTo>
                  <a:lnTo>
                    <a:pt x="430044" y="1181211"/>
                  </a:lnTo>
                  <a:lnTo>
                    <a:pt x="430049" y="1181206"/>
                  </a:lnTo>
                  <a:lnTo>
                    <a:pt x="430064" y="1181195"/>
                  </a:lnTo>
                  <a:lnTo>
                    <a:pt x="430084" y="1181171"/>
                  </a:lnTo>
                  <a:lnTo>
                    <a:pt x="430090" y="1181162"/>
                  </a:lnTo>
                  <a:lnTo>
                    <a:pt x="430107" y="1181131"/>
                  </a:lnTo>
                  <a:lnTo>
                    <a:pt x="430110" y="1181126"/>
                  </a:lnTo>
                  <a:lnTo>
                    <a:pt x="430115" y="1181111"/>
                  </a:lnTo>
                  <a:lnTo>
                    <a:pt x="430120" y="1181092"/>
                  </a:lnTo>
                  <a:lnTo>
                    <a:pt x="430123" y="1181080"/>
                  </a:lnTo>
                  <a:lnTo>
                    <a:pt x="430124" y="1181070"/>
                  </a:lnTo>
                  <a:lnTo>
                    <a:pt x="430124" y="1181052"/>
                  </a:lnTo>
                  <a:lnTo>
                    <a:pt x="430123" y="1181038"/>
                  </a:lnTo>
                  <a:lnTo>
                    <a:pt x="430120" y="1181013"/>
                  </a:lnTo>
                  <a:lnTo>
                    <a:pt x="430119" y="1181005"/>
                  </a:lnTo>
                  <a:lnTo>
                    <a:pt x="430115" y="1180988"/>
                  </a:lnTo>
                  <a:lnTo>
                    <a:pt x="430114" y="1180982"/>
                  </a:lnTo>
                  <a:lnTo>
                    <a:pt x="430110" y="1180974"/>
                  </a:lnTo>
                  <a:lnTo>
                    <a:pt x="430106" y="1180969"/>
                  </a:lnTo>
                  <a:lnTo>
                    <a:pt x="430091" y="1180955"/>
                  </a:lnTo>
                  <a:lnTo>
                    <a:pt x="430080" y="1180949"/>
                  </a:lnTo>
                  <a:lnTo>
                    <a:pt x="430061" y="1180945"/>
                  </a:lnTo>
                  <a:lnTo>
                    <a:pt x="430047" y="1180942"/>
                  </a:lnTo>
                  <a:lnTo>
                    <a:pt x="430013" y="1180934"/>
                  </a:lnTo>
                  <a:lnTo>
                    <a:pt x="429988" y="1180926"/>
                  </a:lnTo>
                  <a:lnTo>
                    <a:pt x="429964" y="1180921"/>
                  </a:lnTo>
                  <a:lnTo>
                    <a:pt x="429948" y="1180917"/>
                  </a:lnTo>
                  <a:lnTo>
                    <a:pt x="429929" y="1180913"/>
                  </a:lnTo>
                  <a:lnTo>
                    <a:pt x="429912" y="1180909"/>
                  </a:lnTo>
                  <a:lnTo>
                    <a:pt x="429890" y="1180901"/>
                  </a:lnTo>
                  <a:lnTo>
                    <a:pt x="429864" y="1180893"/>
                  </a:lnTo>
                  <a:lnTo>
                    <a:pt x="429848" y="1180887"/>
                  </a:lnTo>
                  <a:lnTo>
                    <a:pt x="429833" y="1180878"/>
                  </a:lnTo>
                  <a:lnTo>
                    <a:pt x="429816" y="1180867"/>
                  </a:lnTo>
                  <a:lnTo>
                    <a:pt x="429809" y="1180860"/>
                  </a:lnTo>
                  <a:lnTo>
                    <a:pt x="429797" y="1180847"/>
                  </a:lnTo>
                  <a:lnTo>
                    <a:pt x="429783" y="1180827"/>
                  </a:lnTo>
                  <a:lnTo>
                    <a:pt x="429775" y="1180814"/>
                  </a:lnTo>
                  <a:lnTo>
                    <a:pt x="429769" y="1180806"/>
                  </a:lnTo>
                  <a:lnTo>
                    <a:pt x="429756" y="1180790"/>
                  </a:lnTo>
                  <a:lnTo>
                    <a:pt x="429751" y="1180785"/>
                  </a:lnTo>
                  <a:lnTo>
                    <a:pt x="429745" y="1180782"/>
                  </a:lnTo>
                  <a:lnTo>
                    <a:pt x="429739" y="1180785"/>
                  </a:lnTo>
                  <a:lnTo>
                    <a:pt x="429730" y="1180790"/>
                  </a:lnTo>
                  <a:lnTo>
                    <a:pt x="429706" y="1180803"/>
                  </a:lnTo>
                  <a:lnTo>
                    <a:pt x="429682" y="1180816"/>
                  </a:lnTo>
                  <a:lnTo>
                    <a:pt x="429658" y="1180829"/>
                  </a:lnTo>
                  <a:lnTo>
                    <a:pt x="429644" y="1180838"/>
                  </a:lnTo>
                  <a:lnTo>
                    <a:pt x="429628" y="1180847"/>
                  </a:lnTo>
                  <a:lnTo>
                    <a:pt x="429610" y="1180857"/>
                  </a:lnTo>
                  <a:lnTo>
                    <a:pt x="429601" y="1180861"/>
                  </a:lnTo>
                  <a:lnTo>
                    <a:pt x="429586" y="1180865"/>
                  </a:lnTo>
                  <a:lnTo>
                    <a:pt x="429561" y="1180869"/>
                  </a:lnTo>
                  <a:lnTo>
                    <a:pt x="429547" y="1180871"/>
                  </a:lnTo>
                  <a:lnTo>
                    <a:pt x="429533" y="1180873"/>
                  </a:lnTo>
                  <a:lnTo>
                    <a:pt x="429520" y="1180875"/>
                  </a:lnTo>
                  <a:lnTo>
                    <a:pt x="429510" y="1180876"/>
                  </a:lnTo>
                  <a:lnTo>
                    <a:pt x="429495" y="1180877"/>
                  </a:lnTo>
                  <a:lnTo>
                    <a:pt x="429484" y="1180877"/>
                  </a:lnTo>
                  <a:lnTo>
                    <a:pt x="429463" y="1180876"/>
                  </a:lnTo>
                  <a:lnTo>
                    <a:pt x="429455" y="1180875"/>
                  </a:lnTo>
                  <a:lnTo>
                    <a:pt x="429442" y="1180875"/>
                  </a:lnTo>
                  <a:lnTo>
                    <a:pt x="429431" y="1180875"/>
                  </a:lnTo>
                  <a:lnTo>
                    <a:pt x="429422" y="1180877"/>
                  </a:lnTo>
                  <a:lnTo>
                    <a:pt x="429413" y="1180881"/>
                  </a:lnTo>
                  <a:lnTo>
                    <a:pt x="429407" y="1180886"/>
                  </a:lnTo>
                  <a:lnTo>
                    <a:pt x="429401" y="1180893"/>
                  </a:lnTo>
                  <a:lnTo>
                    <a:pt x="429386" y="1180920"/>
                  </a:lnTo>
                  <a:lnTo>
                    <a:pt x="429370" y="1180960"/>
                  </a:lnTo>
                  <a:lnTo>
                    <a:pt x="429363" y="1180973"/>
                  </a:lnTo>
                  <a:lnTo>
                    <a:pt x="429360" y="1180979"/>
                  </a:lnTo>
                  <a:lnTo>
                    <a:pt x="429350" y="1180999"/>
                  </a:lnTo>
                  <a:lnTo>
                    <a:pt x="429342" y="1181012"/>
                  </a:lnTo>
                  <a:lnTo>
                    <a:pt x="429328" y="1181033"/>
                  </a:lnTo>
                  <a:lnTo>
                    <a:pt x="429324" y="1181039"/>
                  </a:lnTo>
                  <a:lnTo>
                    <a:pt x="429314" y="1181053"/>
                  </a:lnTo>
                  <a:lnTo>
                    <a:pt x="429310" y="1181058"/>
                  </a:lnTo>
                  <a:lnTo>
                    <a:pt x="429300" y="1181067"/>
                  </a:lnTo>
                  <a:lnTo>
                    <a:pt x="429279" y="1181079"/>
                  </a:lnTo>
                  <a:lnTo>
                    <a:pt x="429271" y="1181083"/>
                  </a:lnTo>
                  <a:lnTo>
                    <a:pt x="429262" y="1181086"/>
                  </a:lnTo>
                  <a:lnTo>
                    <a:pt x="429252" y="1181089"/>
                  </a:lnTo>
                  <a:lnTo>
                    <a:pt x="429240" y="1181091"/>
                  </a:lnTo>
                  <a:lnTo>
                    <a:pt x="429230" y="1181092"/>
                  </a:lnTo>
                  <a:lnTo>
                    <a:pt x="429225" y="1181092"/>
                  </a:lnTo>
                  <a:lnTo>
                    <a:pt x="429212" y="1181093"/>
                  </a:lnTo>
                  <a:lnTo>
                    <a:pt x="429199" y="1181092"/>
                  </a:lnTo>
                  <a:lnTo>
                    <a:pt x="429192" y="1181091"/>
                  </a:lnTo>
                  <a:lnTo>
                    <a:pt x="429182" y="1181086"/>
                  </a:lnTo>
                  <a:lnTo>
                    <a:pt x="429173" y="1181081"/>
                  </a:lnTo>
                  <a:lnTo>
                    <a:pt x="429158" y="1181069"/>
                  </a:lnTo>
                  <a:lnTo>
                    <a:pt x="429145" y="1181061"/>
                  </a:lnTo>
                  <a:lnTo>
                    <a:pt x="429132" y="1181052"/>
                  </a:lnTo>
                  <a:lnTo>
                    <a:pt x="429128" y="1181048"/>
                  </a:lnTo>
                  <a:lnTo>
                    <a:pt x="429120" y="1181043"/>
                  </a:lnTo>
                  <a:lnTo>
                    <a:pt x="429110" y="1181037"/>
                  </a:lnTo>
                  <a:lnTo>
                    <a:pt x="429100" y="1181032"/>
                  </a:lnTo>
                  <a:lnTo>
                    <a:pt x="429091" y="1181029"/>
                  </a:lnTo>
                  <a:lnTo>
                    <a:pt x="429082" y="1181027"/>
                  </a:lnTo>
                  <a:lnTo>
                    <a:pt x="429074" y="1181026"/>
                  </a:lnTo>
                  <a:lnTo>
                    <a:pt x="429066" y="1181025"/>
                  </a:lnTo>
                  <a:lnTo>
                    <a:pt x="429034" y="1181025"/>
                  </a:lnTo>
                  <a:lnTo>
                    <a:pt x="429027" y="1181025"/>
                  </a:lnTo>
                  <a:lnTo>
                    <a:pt x="428983" y="1181024"/>
                  </a:lnTo>
                  <a:lnTo>
                    <a:pt x="428966" y="1181024"/>
                  </a:lnTo>
                  <a:lnTo>
                    <a:pt x="428934" y="1181018"/>
                  </a:lnTo>
                  <a:lnTo>
                    <a:pt x="428916" y="1181014"/>
                  </a:lnTo>
                  <a:lnTo>
                    <a:pt x="428885" y="1181009"/>
                  </a:lnTo>
                  <a:lnTo>
                    <a:pt x="428869" y="1181005"/>
                  </a:lnTo>
                  <a:lnTo>
                    <a:pt x="428834" y="1180997"/>
                  </a:lnTo>
                  <a:lnTo>
                    <a:pt x="428812" y="1180992"/>
                  </a:lnTo>
                  <a:lnTo>
                    <a:pt x="428786" y="1180988"/>
                  </a:lnTo>
                  <a:lnTo>
                    <a:pt x="428771" y="1180986"/>
                  </a:lnTo>
                  <a:lnTo>
                    <a:pt x="428750" y="1180984"/>
                  </a:lnTo>
                  <a:lnTo>
                    <a:pt x="428737" y="1180981"/>
                  </a:lnTo>
                  <a:lnTo>
                    <a:pt x="428723" y="1180979"/>
                  </a:lnTo>
                  <a:lnTo>
                    <a:pt x="428716" y="1180976"/>
                  </a:lnTo>
                  <a:lnTo>
                    <a:pt x="428688" y="1180968"/>
                  </a:lnTo>
                  <a:lnTo>
                    <a:pt x="428669" y="1180959"/>
                  </a:lnTo>
                  <a:lnTo>
                    <a:pt x="428637" y="1180945"/>
                  </a:lnTo>
                  <a:lnTo>
                    <a:pt x="428618" y="1180938"/>
                  </a:lnTo>
                  <a:lnTo>
                    <a:pt x="428589" y="1180927"/>
                  </a:lnTo>
                  <a:lnTo>
                    <a:pt x="428582" y="1180924"/>
                  </a:lnTo>
                  <a:lnTo>
                    <a:pt x="428570" y="1180918"/>
                  </a:lnTo>
                  <a:lnTo>
                    <a:pt x="428558" y="1180910"/>
                  </a:lnTo>
                  <a:lnTo>
                    <a:pt x="428543" y="1180895"/>
                  </a:lnTo>
                  <a:lnTo>
                    <a:pt x="428533" y="1180881"/>
                  </a:lnTo>
                  <a:lnTo>
                    <a:pt x="428529" y="1180875"/>
                  </a:lnTo>
                  <a:lnTo>
                    <a:pt x="428518" y="1180851"/>
                  </a:lnTo>
                  <a:lnTo>
                    <a:pt x="428514" y="1180842"/>
                  </a:lnTo>
                  <a:lnTo>
                    <a:pt x="428511" y="1180832"/>
                  </a:lnTo>
                  <a:lnTo>
                    <a:pt x="428504" y="1180812"/>
                  </a:lnTo>
                  <a:lnTo>
                    <a:pt x="428502" y="1180806"/>
                  </a:lnTo>
                  <a:lnTo>
                    <a:pt x="428498" y="1180797"/>
                  </a:lnTo>
                  <a:lnTo>
                    <a:pt x="428493" y="1180788"/>
                  </a:lnTo>
                  <a:lnTo>
                    <a:pt x="428487" y="1180780"/>
                  </a:lnTo>
                  <a:lnTo>
                    <a:pt x="428478" y="1180772"/>
                  </a:lnTo>
                  <a:lnTo>
                    <a:pt x="428470" y="1180768"/>
                  </a:lnTo>
                  <a:lnTo>
                    <a:pt x="428456" y="1180763"/>
                  </a:lnTo>
                  <a:lnTo>
                    <a:pt x="428442" y="1180758"/>
                  </a:lnTo>
                  <a:lnTo>
                    <a:pt x="428429" y="1180755"/>
                  </a:lnTo>
                  <a:lnTo>
                    <a:pt x="428419" y="1180753"/>
                  </a:lnTo>
                  <a:lnTo>
                    <a:pt x="428400" y="1180745"/>
                  </a:lnTo>
                  <a:lnTo>
                    <a:pt x="428381" y="1180737"/>
                  </a:lnTo>
                  <a:lnTo>
                    <a:pt x="428376" y="1180734"/>
                  </a:lnTo>
                  <a:lnTo>
                    <a:pt x="428364" y="1180726"/>
                  </a:lnTo>
                  <a:lnTo>
                    <a:pt x="428351" y="1180713"/>
                  </a:lnTo>
                  <a:lnTo>
                    <a:pt x="428337" y="1180697"/>
                  </a:lnTo>
                  <a:lnTo>
                    <a:pt x="428332" y="1180689"/>
                  </a:lnTo>
                  <a:lnTo>
                    <a:pt x="428327" y="1180679"/>
                  </a:lnTo>
                  <a:lnTo>
                    <a:pt x="428319" y="1180657"/>
                  </a:lnTo>
                  <a:lnTo>
                    <a:pt x="428318" y="1180652"/>
                  </a:lnTo>
                  <a:lnTo>
                    <a:pt x="428313" y="1180636"/>
                  </a:lnTo>
                  <a:lnTo>
                    <a:pt x="428309" y="1180616"/>
                  </a:lnTo>
                  <a:lnTo>
                    <a:pt x="428308" y="1180601"/>
                  </a:lnTo>
                  <a:lnTo>
                    <a:pt x="428308" y="1180588"/>
                  </a:lnTo>
                  <a:lnTo>
                    <a:pt x="428309" y="1180582"/>
                  </a:lnTo>
                  <a:lnTo>
                    <a:pt x="428309" y="1180576"/>
                  </a:lnTo>
                  <a:lnTo>
                    <a:pt x="428310" y="1180570"/>
                  </a:lnTo>
                  <a:lnTo>
                    <a:pt x="428312" y="1180563"/>
                  </a:lnTo>
                  <a:lnTo>
                    <a:pt x="428315" y="1180554"/>
                  </a:lnTo>
                  <a:lnTo>
                    <a:pt x="428325" y="1180539"/>
                  </a:lnTo>
                  <a:lnTo>
                    <a:pt x="428330" y="1180531"/>
                  </a:lnTo>
                  <a:lnTo>
                    <a:pt x="428333" y="1180525"/>
                  </a:lnTo>
                  <a:lnTo>
                    <a:pt x="428337" y="1180519"/>
                  </a:lnTo>
                  <a:lnTo>
                    <a:pt x="428342" y="1180508"/>
                  </a:lnTo>
                  <a:lnTo>
                    <a:pt x="428343" y="1180499"/>
                  </a:lnTo>
                  <a:lnTo>
                    <a:pt x="428343" y="1180491"/>
                  </a:lnTo>
                  <a:lnTo>
                    <a:pt x="428341" y="1180485"/>
                  </a:lnTo>
                  <a:lnTo>
                    <a:pt x="428337" y="1180479"/>
                  </a:lnTo>
                  <a:lnTo>
                    <a:pt x="428327" y="1180471"/>
                  </a:lnTo>
                  <a:lnTo>
                    <a:pt x="428312" y="1180462"/>
                  </a:lnTo>
                  <a:lnTo>
                    <a:pt x="428302" y="1180454"/>
                  </a:lnTo>
                  <a:lnTo>
                    <a:pt x="428288" y="1180444"/>
                  </a:lnTo>
                  <a:lnTo>
                    <a:pt x="428277" y="1180436"/>
                  </a:lnTo>
                  <a:lnTo>
                    <a:pt x="428264" y="1180423"/>
                  </a:lnTo>
                  <a:lnTo>
                    <a:pt x="428259" y="1180417"/>
                  </a:lnTo>
                  <a:lnTo>
                    <a:pt x="428247" y="1180407"/>
                  </a:lnTo>
                  <a:lnTo>
                    <a:pt x="428233" y="1180397"/>
                  </a:lnTo>
                  <a:lnTo>
                    <a:pt x="428214" y="1180386"/>
                  </a:lnTo>
                  <a:lnTo>
                    <a:pt x="428200" y="1180378"/>
                  </a:lnTo>
                  <a:lnTo>
                    <a:pt x="428184" y="1180368"/>
                  </a:lnTo>
                  <a:lnTo>
                    <a:pt x="428167" y="1180360"/>
                  </a:lnTo>
                  <a:lnTo>
                    <a:pt x="428162" y="1180358"/>
                  </a:lnTo>
                  <a:lnTo>
                    <a:pt x="428143" y="1180350"/>
                  </a:lnTo>
                  <a:lnTo>
                    <a:pt x="428116" y="1180342"/>
                  </a:lnTo>
                  <a:lnTo>
                    <a:pt x="428097" y="1180335"/>
                  </a:lnTo>
                  <a:lnTo>
                    <a:pt x="428068" y="1180323"/>
                  </a:lnTo>
                  <a:lnTo>
                    <a:pt x="428050" y="1180314"/>
                  </a:lnTo>
                  <a:lnTo>
                    <a:pt x="428032" y="1180304"/>
                  </a:lnTo>
                  <a:lnTo>
                    <a:pt x="428020" y="1180297"/>
                  </a:lnTo>
                  <a:lnTo>
                    <a:pt x="428009" y="1180292"/>
                  </a:lnTo>
                  <a:lnTo>
                    <a:pt x="427997" y="1180287"/>
                  </a:lnTo>
                  <a:lnTo>
                    <a:pt x="427989" y="1180283"/>
                  </a:lnTo>
                  <a:lnTo>
                    <a:pt x="427983" y="1180284"/>
                  </a:lnTo>
                  <a:lnTo>
                    <a:pt x="427969" y="1180285"/>
                  </a:lnTo>
                  <a:lnTo>
                    <a:pt x="427938" y="1180284"/>
                  </a:lnTo>
                  <a:lnTo>
                    <a:pt x="427910" y="1180284"/>
                  </a:lnTo>
                  <a:lnTo>
                    <a:pt x="427897" y="1180273"/>
                  </a:lnTo>
                  <a:lnTo>
                    <a:pt x="427885" y="1180258"/>
                  </a:lnTo>
                  <a:lnTo>
                    <a:pt x="427875" y="1180245"/>
                  </a:lnTo>
                  <a:lnTo>
                    <a:pt x="427862" y="1180231"/>
                  </a:lnTo>
                  <a:lnTo>
                    <a:pt x="427852" y="1180213"/>
                  </a:lnTo>
                  <a:lnTo>
                    <a:pt x="427841" y="1180197"/>
                  </a:lnTo>
                  <a:lnTo>
                    <a:pt x="427834" y="1180180"/>
                  </a:lnTo>
                  <a:lnTo>
                    <a:pt x="427824" y="1180154"/>
                  </a:lnTo>
                  <a:lnTo>
                    <a:pt x="427813" y="1180133"/>
                  </a:lnTo>
                  <a:lnTo>
                    <a:pt x="427804" y="1180106"/>
                  </a:lnTo>
                  <a:lnTo>
                    <a:pt x="427793" y="1180090"/>
                  </a:lnTo>
                  <a:lnTo>
                    <a:pt x="427781" y="1180070"/>
                  </a:lnTo>
                  <a:lnTo>
                    <a:pt x="427776" y="1180063"/>
                  </a:lnTo>
                  <a:lnTo>
                    <a:pt x="427773" y="1180056"/>
                  </a:lnTo>
                  <a:lnTo>
                    <a:pt x="427774" y="1180038"/>
                  </a:lnTo>
                  <a:lnTo>
                    <a:pt x="427775" y="1180027"/>
                  </a:lnTo>
                  <a:lnTo>
                    <a:pt x="427777" y="1180016"/>
                  </a:lnTo>
                  <a:lnTo>
                    <a:pt x="427781" y="1179990"/>
                  </a:lnTo>
                  <a:lnTo>
                    <a:pt x="427783" y="1179977"/>
                  </a:lnTo>
                  <a:lnTo>
                    <a:pt x="427784" y="1179968"/>
                  </a:lnTo>
                  <a:lnTo>
                    <a:pt x="427786" y="1179953"/>
                  </a:lnTo>
                  <a:lnTo>
                    <a:pt x="427790" y="1179925"/>
                  </a:lnTo>
                  <a:lnTo>
                    <a:pt x="427792" y="1179908"/>
                  </a:lnTo>
                  <a:lnTo>
                    <a:pt x="427794" y="1179894"/>
                  </a:lnTo>
                  <a:lnTo>
                    <a:pt x="427794" y="1179887"/>
                  </a:lnTo>
                  <a:lnTo>
                    <a:pt x="427795" y="1179871"/>
                  </a:lnTo>
                  <a:lnTo>
                    <a:pt x="427795" y="1179864"/>
                  </a:lnTo>
                  <a:lnTo>
                    <a:pt x="427794" y="1179850"/>
                  </a:lnTo>
                  <a:lnTo>
                    <a:pt x="427792" y="1179833"/>
                  </a:lnTo>
                  <a:lnTo>
                    <a:pt x="427791" y="1179824"/>
                  </a:lnTo>
                  <a:lnTo>
                    <a:pt x="427789" y="1179810"/>
                  </a:lnTo>
                  <a:lnTo>
                    <a:pt x="427786" y="1179797"/>
                  </a:lnTo>
                  <a:lnTo>
                    <a:pt x="427785" y="1179792"/>
                  </a:lnTo>
                  <a:lnTo>
                    <a:pt x="427782" y="1179784"/>
                  </a:lnTo>
                  <a:lnTo>
                    <a:pt x="427776" y="1179778"/>
                  </a:lnTo>
                  <a:lnTo>
                    <a:pt x="427772" y="1179775"/>
                  </a:lnTo>
                  <a:lnTo>
                    <a:pt x="427765" y="1179771"/>
                  </a:lnTo>
                  <a:lnTo>
                    <a:pt x="427752" y="1179767"/>
                  </a:lnTo>
                  <a:lnTo>
                    <a:pt x="427747" y="1179766"/>
                  </a:lnTo>
                  <a:lnTo>
                    <a:pt x="427736" y="1179764"/>
                  </a:lnTo>
                  <a:lnTo>
                    <a:pt x="427723" y="1179763"/>
                  </a:lnTo>
                  <a:lnTo>
                    <a:pt x="427716" y="1179762"/>
                  </a:lnTo>
                  <a:lnTo>
                    <a:pt x="427711" y="1179761"/>
                  </a:lnTo>
                  <a:lnTo>
                    <a:pt x="427704" y="1179758"/>
                  </a:lnTo>
                  <a:lnTo>
                    <a:pt x="427696" y="1179754"/>
                  </a:lnTo>
                  <a:lnTo>
                    <a:pt x="427679" y="1179747"/>
                  </a:lnTo>
                  <a:lnTo>
                    <a:pt x="427671" y="1179741"/>
                  </a:lnTo>
                  <a:lnTo>
                    <a:pt x="427667" y="1179736"/>
                  </a:lnTo>
                  <a:lnTo>
                    <a:pt x="427668" y="1179731"/>
                  </a:lnTo>
                  <a:lnTo>
                    <a:pt x="427672" y="1179723"/>
                  </a:lnTo>
                  <a:lnTo>
                    <a:pt x="427679" y="1179710"/>
                  </a:lnTo>
                  <a:lnTo>
                    <a:pt x="427682" y="1179703"/>
                  </a:lnTo>
                  <a:lnTo>
                    <a:pt x="427685" y="1179696"/>
                  </a:lnTo>
                  <a:lnTo>
                    <a:pt x="427688" y="1179689"/>
                  </a:lnTo>
                  <a:lnTo>
                    <a:pt x="427690" y="1179682"/>
                  </a:lnTo>
                  <a:lnTo>
                    <a:pt x="427692" y="1179674"/>
                  </a:lnTo>
                  <a:lnTo>
                    <a:pt x="427694" y="1179667"/>
                  </a:lnTo>
                  <a:lnTo>
                    <a:pt x="427695" y="1179660"/>
                  </a:lnTo>
                  <a:lnTo>
                    <a:pt x="427696" y="1179650"/>
                  </a:lnTo>
                  <a:lnTo>
                    <a:pt x="427698" y="1179643"/>
                  </a:lnTo>
                  <a:lnTo>
                    <a:pt x="427700" y="1179635"/>
                  </a:lnTo>
                  <a:lnTo>
                    <a:pt x="427701" y="1179629"/>
                  </a:lnTo>
                  <a:lnTo>
                    <a:pt x="427702" y="1179621"/>
                  </a:lnTo>
                  <a:lnTo>
                    <a:pt x="427705" y="1179613"/>
                  </a:lnTo>
                  <a:lnTo>
                    <a:pt x="427709" y="1179603"/>
                  </a:lnTo>
                  <a:lnTo>
                    <a:pt x="427714" y="1179595"/>
                  </a:lnTo>
                  <a:lnTo>
                    <a:pt x="427718" y="1179587"/>
                  </a:lnTo>
                  <a:lnTo>
                    <a:pt x="427722" y="1179582"/>
                  </a:lnTo>
                  <a:lnTo>
                    <a:pt x="427727" y="1179576"/>
                  </a:lnTo>
                  <a:lnTo>
                    <a:pt x="427733" y="1179568"/>
                  </a:lnTo>
                  <a:lnTo>
                    <a:pt x="427744" y="1179551"/>
                  </a:lnTo>
                  <a:lnTo>
                    <a:pt x="427750" y="1179543"/>
                  </a:lnTo>
                  <a:lnTo>
                    <a:pt x="427760" y="1179530"/>
                  </a:lnTo>
                  <a:lnTo>
                    <a:pt x="427768" y="1179520"/>
                  </a:lnTo>
                  <a:lnTo>
                    <a:pt x="427775" y="1179513"/>
                  </a:lnTo>
                  <a:lnTo>
                    <a:pt x="427783" y="1179505"/>
                  </a:lnTo>
                  <a:lnTo>
                    <a:pt x="427791" y="1179498"/>
                  </a:lnTo>
                  <a:lnTo>
                    <a:pt x="427803" y="1179488"/>
                  </a:lnTo>
                  <a:lnTo>
                    <a:pt x="427812" y="1179481"/>
                  </a:lnTo>
                  <a:lnTo>
                    <a:pt x="427847" y="1179455"/>
                  </a:lnTo>
                  <a:lnTo>
                    <a:pt x="427861" y="1179444"/>
                  </a:lnTo>
                  <a:lnTo>
                    <a:pt x="427884" y="1179424"/>
                  </a:lnTo>
                  <a:lnTo>
                    <a:pt x="427898" y="1179412"/>
                  </a:lnTo>
                  <a:lnTo>
                    <a:pt x="427918" y="1179394"/>
                  </a:lnTo>
                  <a:lnTo>
                    <a:pt x="427925" y="1179387"/>
                  </a:lnTo>
                  <a:lnTo>
                    <a:pt x="427933" y="1179379"/>
                  </a:lnTo>
                  <a:lnTo>
                    <a:pt x="427939" y="1179372"/>
                  </a:lnTo>
                  <a:lnTo>
                    <a:pt x="427945" y="1179365"/>
                  </a:lnTo>
                  <a:lnTo>
                    <a:pt x="427950" y="1179357"/>
                  </a:lnTo>
                  <a:lnTo>
                    <a:pt x="427953" y="1179351"/>
                  </a:lnTo>
                  <a:lnTo>
                    <a:pt x="427957" y="1179339"/>
                  </a:lnTo>
                  <a:lnTo>
                    <a:pt x="427959" y="1179333"/>
                  </a:lnTo>
                  <a:lnTo>
                    <a:pt x="427960" y="1179324"/>
                  </a:lnTo>
                  <a:lnTo>
                    <a:pt x="427961" y="1179318"/>
                  </a:lnTo>
                  <a:lnTo>
                    <a:pt x="427963" y="1179312"/>
                  </a:lnTo>
                  <a:lnTo>
                    <a:pt x="427965" y="1179305"/>
                  </a:lnTo>
                  <a:lnTo>
                    <a:pt x="427968" y="1179295"/>
                  </a:lnTo>
                  <a:lnTo>
                    <a:pt x="427977" y="1179275"/>
                  </a:lnTo>
                  <a:lnTo>
                    <a:pt x="427981" y="1179265"/>
                  </a:lnTo>
                  <a:lnTo>
                    <a:pt x="427983" y="1179260"/>
                  </a:lnTo>
                  <a:lnTo>
                    <a:pt x="427985" y="1179252"/>
                  </a:lnTo>
                  <a:lnTo>
                    <a:pt x="427986" y="1179241"/>
                  </a:lnTo>
                  <a:lnTo>
                    <a:pt x="427985" y="1179233"/>
                  </a:lnTo>
                  <a:lnTo>
                    <a:pt x="427983" y="1179226"/>
                  </a:lnTo>
                  <a:lnTo>
                    <a:pt x="427978" y="1179207"/>
                  </a:lnTo>
                  <a:lnTo>
                    <a:pt x="427973" y="1179196"/>
                  </a:lnTo>
                  <a:lnTo>
                    <a:pt x="427970" y="1179191"/>
                  </a:lnTo>
                  <a:lnTo>
                    <a:pt x="427966" y="1179187"/>
                  </a:lnTo>
                  <a:lnTo>
                    <a:pt x="427961" y="1179185"/>
                  </a:lnTo>
                  <a:lnTo>
                    <a:pt x="427956" y="1179184"/>
                  </a:lnTo>
                  <a:lnTo>
                    <a:pt x="427938" y="1179182"/>
                  </a:lnTo>
                  <a:lnTo>
                    <a:pt x="427906" y="1179179"/>
                  </a:lnTo>
                  <a:lnTo>
                    <a:pt x="427900" y="1179178"/>
                  </a:lnTo>
                  <a:lnTo>
                    <a:pt x="427891" y="1179176"/>
                  </a:lnTo>
                  <a:lnTo>
                    <a:pt x="427844" y="1179164"/>
                  </a:lnTo>
                  <a:lnTo>
                    <a:pt x="427828" y="1179159"/>
                  </a:lnTo>
                  <a:lnTo>
                    <a:pt x="427807" y="1179153"/>
                  </a:lnTo>
                  <a:lnTo>
                    <a:pt x="427798" y="1179150"/>
                  </a:lnTo>
                  <a:lnTo>
                    <a:pt x="427790" y="1179146"/>
                  </a:lnTo>
                  <a:lnTo>
                    <a:pt x="427784" y="1179141"/>
                  </a:lnTo>
                  <a:lnTo>
                    <a:pt x="427777" y="1179133"/>
                  </a:lnTo>
                  <a:lnTo>
                    <a:pt x="427773" y="1179128"/>
                  </a:lnTo>
                  <a:lnTo>
                    <a:pt x="427771" y="1179123"/>
                  </a:lnTo>
                  <a:lnTo>
                    <a:pt x="427770" y="1179118"/>
                  </a:lnTo>
                  <a:lnTo>
                    <a:pt x="427770" y="1179108"/>
                  </a:lnTo>
                  <a:lnTo>
                    <a:pt x="427771" y="1179095"/>
                  </a:lnTo>
                  <a:lnTo>
                    <a:pt x="427776" y="1179081"/>
                  </a:lnTo>
                  <a:lnTo>
                    <a:pt x="427786" y="1179059"/>
                  </a:lnTo>
                  <a:lnTo>
                    <a:pt x="427790" y="1179052"/>
                  </a:lnTo>
                  <a:lnTo>
                    <a:pt x="427812" y="1179016"/>
                  </a:lnTo>
                  <a:lnTo>
                    <a:pt x="427820" y="1179001"/>
                  </a:lnTo>
                  <a:lnTo>
                    <a:pt x="427835" y="1178974"/>
                  </a:lnTo>
                  <a:lnTo>
                    <a:pt x="427839" y="1178965"/>
                  </a:lnTo>
                  <a:lnTo>
                    <a:pt x="427853" y="1178931"/>
                  </a:lnTo>
                  <a:lnTo>
                    <a:pt x="427859" y="1178912"/>
                  </a:lnTo>
                  <a:lnTo>
                    <a:pt x="427856" y="1178907"/>
                  </a:lnTo>
                  <a:lnTo>
                    <a:pt x="427845" y="1178905"/>
                  </a:lnTo>
                  <a:lnTo>
                    <a:pt x="427833" y="1178902"/>
                  </a:lnTo>
                  <a:lnTo>
                    <a:pt x="427824" y="1178899"/>
                  </a:lnTo>
                  <a:lnTo>
                    <a:pt x="427817" y="1178896"/>
                  </a:lnTo>
                  <a:lnTo>
                    <a:pt x="427810" y="1178891"/>
                  </a:lnTo>
                  <a:lnTo>
                    <a:pt x="427805" y="1178888"/>
                  </a:lnTo>
                  <a:lnTo>
                    <a:pt x="427791" y="1178881"/>
                  </a:lnTo>
                  <a:lnTo>
                    <a:pt x="427778" y="1178872"/>
                  </a:lnTo>
                  <a:lnTo>
                    <a:pt x="427768" y="1178864"/>
                  </a:lnTo>
                  <a:lnTo>
                    <a:pt x="427761" y="1178859"/>
                  </a:lnTo>
                  <a:lnTo>
                    <a:pt x="427757" y="1178855"/>
                  </a:lnTo>
                  <a:lnTo>
                    <a:pt x="427752" y="1178848"/>
                  </a:lnTo>
                  <a:lnTo>
                    <a:pt x="427747" y="1178843"/>
                  </a:lnTo>
                  <a:lnTo>
                    <a:pt x="427742" y="1178837"/>
                  </a:lnTo>
                  <a:lnTo>
                    <a:pt x="427738" y="1178830"/>
                  </a:lnTo>
                  <a:lnTo>
                    <a:pt x="427732" y="1178821"/>
                  </a:lnTo>
                  <a:lnTo>
                    <a:pt x="427724" y="1178806"/>
                  </a:lnTo>
                  <a:lnTo>
                    <a:pt x="427719" y="1178797"/>
                  </a:lnTo>
                  <a:lnTo>
                    <a:pt x="427705" y="1178763"/>
                  </a:lnTo>
                  <a:lnTo>
                    <a:pt x="427702" y="1178756"/>
                  </a:lnTo>
                  <a:lnTo>
                    <a:pt x="427696" y="1178743"/>
                  </a:lnTo>
                  <a:lnTo>
                    <a:pt x="427690" y="1178724"/>
                  </a:lnTo>
                  <a:lnTo>
                    <a:pt x="427686" y="1178713"/>
                  </a:lnTo>
                  <a:lnTo>
                    <a:pt x="427672" y="1178677"/>
                  </a:lnTo>
                  <a:lnTo>
                    <a:pt x="427665" y="1178661"/>
                  </a:lnTo>
                  <a:lnTo>
                    <a:pt x="427653" y="1178634"/>
                  </a:lnTo>
                  <a:lnTo>
                    <a:pt x="427650" y="1178629"/>
                  </a:lnTo>
                  <a:lnTo>
                    <a:pt x="427644" y="1178616"/>
                  </a:lnTo>
                  <a:lnTo>
                    <a:pt x="427635" y="1178591"/>
                  </a:lnTo>
                  <a:lnTo>
                    <a:pt x="427632" y="1178583"/>
                  </a:lnTo>
                  <a:lnTo>
                    <a:pt x="427626" y="1178563"/>
                  </a:lnTo>
                  <a:lnTo>
                    <a:pt x="427622" y="1178548"/>
                  </a:lnTo>
                  <a:lnTo>
                    <a:pt x="427620" y="1178540"/>
                  </a:lnTo>
                  <a:lnTo>
                    <a:pt x="427618" y="1178530"/>
                  </a:lnTo>
                  <a:lnTo>
                    <a:pt x="427617" y="1178523"/>
                  </a:lnTo>
                  <a:lnTo>
                    <a:pt x="427617" y="1178515"/>
                  </a:lnTo>
                  <a:lnTo>
                    <a:pt x="427617" y="1178498"/>
                  </a:lnTo>
                  <a:lnTo>
                    <a:pt x="427618" y="1178489"/>
                  </a:lnTo>
                  <a:lnTo>
                    <a:pt x="427619" y="1178481"/>
                  </a:lnTo>
                  <a:lnTo>
                    <a:pt x="427620" y="1178476"/>
                  </a:lnTo>
                  <a:lnTo>
                    <a:pt x="427622" y="1178464"/>
                  </a:lnTo>
                  <a:lnTo>
                    <a:pt x="427624" y="1178452"/>
                  </a:lnTo>
                  <a:lnTo>
                    <a:pt x="427627" y="1178441"/>
                  </a:lnTo>
                  <a:lnTo>
                    <a:pt x="427633" y="1178426"/>
                  </a:lnTo>
                  <a:lnTo>
                    <a:pt x="427638" y="1178414"/>
                  </a:lnTo>
                  <a:lnTo>
                    <a:pt x="427643" y="1178404"/>
                  </a:lnTo>
                  <a:lnTo>
                    <a:pt x="427655" y="1178386"/>
                  </a:lnTo>
                  <a:lnTo>
                    <a:pt x="427650" y="1178384"/>
                  </a:lnTo>
                  <a:lnTo>
                    <a:pt x="427646" y="1178385"/>
                  </a:lnTo>
                  <a:lnTo>
                    <a:pt x="427625" y="1178391"/>
                  </a:lnTo>
                  <a:lnTo>
                    <a:pt x="427610" y="1178396"/>
                  </a:lnTo>
                  <a:lnTo>
                    <a:pt x="427600" y="1178398"/>
                  </a:lnTo>
                  <a:lnTo>
                    <a:pt x="427591" y="1178399"/>
                  </a:lnTo>
                  <a:lnTo>
                    <a:pt x="427584" y="1178399"/>
                  </a:lnTo>
                  <a:lnTo>
                    <a:pt x="427557" y="1178398"/>
                  </a:lnTo>
                  <a:lnTo>
                    <a:pt x="427550" y="1178397"/>
                  </a:lnTo>
                  <a:lnTo>
                    <a:pt x="427542" y="1178396"/>
                  </a:lnTo>
                  <a:lnTo>
                    <a:pt x="427531" y="1178394"/>
                  </a:lnTo>
                  <a:lnTo>
                    <a:pt x="427522" y="1178390"/>
                  </a:lnTo>
                  <a:lnTo>
                    <a:pt x="427508" y="1178385"/>
                  </a:lnTo>
                  <a:lnTo>
                    <a:pt x="427500" y="1178382"/>
                  </a:lnTo>
                  <a:lnTo>
                    <a:pt x="427483" y="1178374"/>
                  </a:lnTo>
                  <a:lnTo>
                    <a:pt x="427470" y="1178367"/>
                  </a:lnTo>
                  <a:lnTo>
                    <a:pt x="427464" y="1178363"/>
                  </a:lnTo>
                  <a:lnTo>
                    <a:pt x="427452" y="1178356"/>
                  </a:lnTo>
                  <a:lnTo>
                    <a:pt x="427419" y="1178332"/>
                  </a:lnTo>
                  <a:lnTo>
                    <a:pt x="427413" y="1178328"/>
                  </a:lnTo>
                  <a:lnTo>
                    <a:pt x="427402" y="1178320"/>
                  </a:lnTo>
                  <a:lnTo>
                    <a:pt x="427394" y="1178315"/>
                  </a:lnTo>
                  <a:lnTo>
                    <a:pt x="427389" y="1178314"/>
                  </a:lnTo>
                  <a:lnTo>
                    <a:pt x="427384" y="1178314"/>
                  </a:lnTo>
                  <a:lnTo>
                    <a:pt x="427380" y="1178315"/>
                  </a:lnTo>
                  <a:lnTo>
                    <a:pt x="427374" y="1178317"/>
                  </a:lnTo>
                  <a:lnTo>
                    <a:pt x="427368" y="1178319"/>
                  </a:lnTo>
                  <a:lnTo>
                    <a:pt x="427363" y="1178322"/>
                  </a:lnTo>
                  <a:lnTo>
                    <a:pt x="427355" y="1178328"/>
                  </a:lnTo>
                  <a:lnTo>
                    <a:pt x="427329" y="1178347"/>
                  </a:lnTo>
                  <a:lnTo>
                    <a:pt x="427306" y="1178363"/>
                  </a:lnTo>
                  <a:lnTo>
                    <a:pt x="427291" y="1178372"/>
                  </a:lnTo>
                  <a:lnTo>
                    <a:pt x="427284" y="1178376"/>
                  </a:lnTo>
                  <a:lnTo>
                    <a:pt x="427260" y="1178390"/>
                  </a:lnTo>
                  <a:lnTo>
                    <a:pt x="427250" y="1178393"/>
                  </a:lnTo>
                  <a:lnTo>
                    <a:pt x="427239" y="1178397"/>
                  </a:lnTo>
                  <a:lnTo>
                    <a:pt x="427232" y="1178399"/>
                  </a:lnTo>
                  <a:lnTo>
                    <a:pt x="427220" y="1178399"/>
                  </a:lnTo>
                  <a:lnTo>
                    <a:pt x="427215" y="1178398"/>
                  </a:lnTo>
                  <a:lnTo>
                    <a:pt x="427210" y="1178396"/>
                  </a:lnTo>
                  <a:lnTo>
                    <a:pt x="427202" y="1178392"/>
                  </a:lnTo>
                  <a:lnTo>
                    <a:pt x="427197" y="1178388"/>
                  </a:lnTo>
                  <a:lnTo>
                    <a:pt x="427191" y="1178379"/>
                  </a:lnTo>
                  <a:lnTo>
                    <a:pt x="427183" y="1178367"/>
                  </a:lnTo>
                  <a:lnTo>
                    <a:pt x="427177" y="1178352"/>
                  </a:lnTo>
                  <a:lnTo>
                    <a:pt x="427175" y="1178344"/>
                  </a:lnTo>
                  <a:lnTo>
                    <a:pt x="427174" y="1178337"/>
                  </a:lnTo>
                  <a:lnTo>
                    <a:pt x="427173" y="1178309"/>
                  </a:lnTo>
                  <a:lnTo>
                    <a:pt x="427173" y="1178291"/>
                  </a:lnTo>
                  <a:lnTo>
                    <a:pt x="427173" y="1178285"/>
                  </a:lnTo>
                  <a:lnTo>
                    <a:pt x="427173" y="1178267"/>
                  </a:lnTo>
                  <a:lnTo>
                    <a:pt x="427173" y="1178247"/>
                  </a:lnTo>
                  <a:lnTo>
                    <a:pt x="427172" y="1178238"/>
                  </a:lnTo>
                  <a:lnTo>
                    <a:pt x="427169" y="1178224"/>
                  </a:lnTo>
                  <a:lnTo>
                    <a:pt x="427166" y="1178216"/>
                  </a:lnTo>
                  <a:lnTo>
                    <a:pt x="427159" y="1178207"/>
                  </a:lnTo>
                  <a:lnTo>
                    <a:pt x="427150" y="1178200"/>
                  </a:lnTo>
                  <a:lnTo>
                    <a:pt x="427138" y="1178191"/>
                  </a:lnTo>
                  <a:lnTo>
                    <a:pt x="427119" y="1178184"/>
                  </a:lnTo>
                  <a:lnTo>
                    <a:pt x="427098" y="1178175"/>
                  </a:lnTo>
                  <a:lnTo>
                    <a:pt x="427080" y="1178169"/>
                  </a:lnTo>
                  <a:lnTo>
                    <a:pt x="427058" y="1178163"/>
                  </a:lnTo>
                  <a:lnTo>
                    <a:pt x="427032" y="1178155"/>
                  </a:lnTo>
                  <a:lnTo>
                    <a:pt x="427020" y="1178143"/>
                  </a:lnTo>
                  <a:lnTo>
                    <a:pt x="427009" y="1178130"/>
                  </a:lnTo>
                  <a:lnTo>
                    <a:pt x="426989" y="1178111"/>
                  </a:lnTo>
                  <a:lnTo>
                    <a:pt x="426971" y="1178100"/>
                  </a:lnTo>
                  <a:lnTo>
                    <a:pt x="426958" y="1178093"/>
                  </a:lnTo>
                  <a:lnTo>
                    <a:pt x="426939" y="1178083"/>
                  </a:lnTo>
                  <a:lnTo>
                    <a:pt x="426920" y="1178069"/>
                  </a:lnTo>
                  <a:lnTo>
                    <a:pt x="426902" y="1178055"/>
                  </a:lnTo>
                  <a:lnTo>
                    <a:pt x="426886" y="1178047"/>
                  </a:lnTo>
                  <a:lnTo>
                    <a:pt x="426872" y="1178045"/>
                  </a:lnTo>
                  <a:lnTo>
                    <a:pt x="426860" y="1178043"/>
                  </a:lnTo>
                  <a:lnTo>
                    <a:pt x="426836" y="1178043"/>
                  </a:lnTo>
                  <a:lnTo>
                    <a:pt x="426796" y="1178044"/>
                  </a:lnTo>
                  <a:lnTo>
                    <a:pt x="426770" y="1178049"/>
                  </a:lnTo>
                  <a:lnTo>
                    <a:pt x="426767" y="1178032"/>
                  </a:lnTo>
                  <a:lnTo>
                    <a:pt x="426756" y="1178001"/>
                  </a:lnTo>
                  <a:lnTo>
                    <a:pt x="426753" y="1177983"/>
                  </a:lnTo>
                  <a:lnTo>
                    <a:pt x="426747" y="1177972"/>
                  </a:lnTo>
                  <a:lnTo>
                    <a:pt x="426742" y="1177966"/>
                  </a:lnTo>
                  <a:lnTo>
                    <a:pt x="426728" y="1177962"/>
                  </a:lnTo>
                  <a:lnTo>
                    <a:pt x="426711" y="1177956"/>
                  </a:lnTo>
                  <a:lnTo>
                    <a:pt x="426670" y="1177935"/>
                  </a:lnTo>
                  <a:lnTo>
                    <a:pt x="426657" y="1177922"/>
                  </a:lnTo>
                  <a:lnTo>
                    <a:pt x="426652" y="1177916"/>
                  </a:lnTo>
                  <a:lnTo>
                    <a:pt x="426645" y="1177898"/>
                  </a:lnTo>
                  <a:lnTo>
                    <a:pt x="426643" y="1177889"/>
                  </a:lnTo>
                  <a:lnTo>
                    <a:pt x="426643" y="1177883"/>
                  </a:lnTo>
                  <a:lnTo>
                    <a:pt x="426643" y="1177873"/>
                  </a:lnTo>
                  <a:lnTo>
                    <a:pt x="426645" y="1177865"/>
                  </a:lnTo>
                  <a:lnTo>
                    <a:pt x="426652" y="1177853"/>
                  </a:lnTo>
                  <a:lnTo>
                    <a:pt x="426659" y="1177842"/>
                  </a:lnTo>
                  <a:lnTo>
                    <a:pt x="426675" y="1177816"/>
                  </a:lnTo>
                  <a:lnTo>
                    <a:pt x="426687" y="1177798"/>
                  </a:lnTo>
                  <a:lnTo>
                    <a:pt x="426700" y="1177777"/>
                  </a:lnTo>
                  <a:lnTo>
                    <a:pt x="426710" y="1177759"/>
                  </a:lnTo>
                  <a:lnTo>
                    <a:pt x="426718" y="1177740"/>
                  </a:lnTo>
                  <a:lnTo>
                    <a:pt x="426723" y="1177725"/>
                  </a:lnTo>
                  <a:lnTo>
                    <a:pt x="426727" y="1177710"/>
                  </a:lnTo>
                  <a:lnTo>
                    <a:pt x="426730" y="1177685"/>
                  </a:lnTo>
                  <a:lnTo>
                    <a:pt x="426732" y="1177666"/>
                  </a:lnTo>
                  <a:lnTo>
                    <a:pt x="426733" y="1177658"/>
                  </a:lnTo>
                  <a:lnTo>
                    <a:pt x="426738" y="1177629"/>
                  </a:lnTo>
                  <a:lnTo>
                    <a:pt x="426742" y="1177594"/>
                  </a:lnTo>
                  <a:lnTo>
                    <a:pt x="426743" y="1177573"/>
                  </a:lnTo>
                  <a:lnTo>
                    <a:pt x="426742" y="1177552"/>
                  </a:lnTo>
                  <a:lnTo>
                    <a:pt x="426740" y="1177544"/>
                  </a:lnTo>
                  <a:lnTo>
                    <a:pt x="426736" y="1177529"/>
                  </a:lnTo>
                  <a:lnTo>
                    <a:pt x="426733" y="1177519"/>
                  </a:lnTo>
                  <a:lnTo>
                    <a:pt x="426730" y="1177510"/>
                  </a:lnTo>
                  <a:lnTo>
                    <a:pt x="426725" y="1177503"/>
                  </a:lnTo>
                  <a:lnTo>
                    <a:pt x="426719" y="1177496"/>
                  </a:lnTo>
                  <a:lnTo>
                    <a:pt x="426714" y="1177491"/>
                  </a:lnTo>
                  <a:lnTo>
                    <a:pt x="426699" y="1177477"/>
                  </a:lnTo>
                  <a:lnTo>
                    <a:pt x="426673" y="1177461"/>
                  </a:lnTo>
                  <a:lnTo>
                    <a:pt x="426666" y="1177457"/>
                  </a:lnTo>
                  <a:lnTo>
                    <a:pt x="426655" y="1177453"/>
                  </a:lnTo>
                  <a:lnTo>
                    <a:pt x="426633" y="1177445"/>
                  </a:lnTo>
                  <a:lnTo>
                    <a:pt x="426603" y="1177436"/>
                  </a:lnTo>
                  <a:lnTo>
                    <a:pt x="426565" y="1177426"/>
                  </a:lnTo>
                  <a:lnTo>
                    <a:pt x="426533" y="1177418"/>
                  </a:lnTo>
                  <a:lnTo>
                    <a:pt x="426515" y="1177412"/>
                  </a:lnTo>
                  <a:lnTo>
                    <a:pt x="426499" y="1177407"/>
                  </a:lnTo>
                  <a:lnTo>
                    <a:pt x="426486" y="1177401"/>
                  </a:lnTo>
                  <a:lnTo>
                    <a:pt x="426479" y="1177397"/>
                  </a:lnTo>
                  <a:lnTo>
                    <a:pt x="426474" y="1177392"/>
                  </a:lnTo>
                  <a:lnTo>
                    <a:pt x="426468" y="1177385"/>
                  </a:lnTo>
                  <a:lnTo>
                    <a:pt x="426464" y="1177378"/>
                  </a:lnTo>
                  <a:lnTo>
                    <a:pt x="426462" y="1177370"/>
                  </a:lnTo>
                  <a:lnTo>
                    <a:pt x="426461" y="1177363"/>
                  </a:lnTo>
                  <a:lnTo>
                    <a:pt x="426461" y="1177356"/>
                  </a:lnTo>
                  <a:lnTo>
                    <a:pt x="426465" y="1177341"/>
                  </a:lnTo>
                  <a:lnTo>
                    <a:pt x="426473" y="1177315"/>
                  </a:lnTo>
                  <a:lnTo>
                    <a:pt x="426478" y="1177296"/>
                  </a:lnTo>
                  <a:lnTo>
                    <a:pt x="426488" y="1177258"/>
                  </a:lnTo>
                  <a:lnTo>
                    <a:pt x="426489" y="1177253"/>
                  </a:lnTo>
                  <a:lnTo>
                    <a:pt x="426492" y="1177232"/>
                  </a:lnTo>
                  <a:lnTo>
                    <a:pt x="426495" y="1177218"/>
                  </a:lnTo>
                  <a:lnTo>
                    <a:pt x="426496" y="1177210"/>
                  </a:lnTo>
                  <a:lnTo>
                    <a:pt x="426491" y="1177206"/>
                  </a:lnTo>
                  <a:lnTo>
                    <a:pt x="426474" y="1177202"/>
                  </a:lnTo>
                  <a:lnTo>
                    <a:pt x="426458" y="1177199"/>
                  </a:lnTo>
                  <a:lnTo>
                    <a:pt x="426404" y="1177193"/>
                  </a:lnTo>
                  <a:lnTo>
                    <a:pt x="426380" y="1177191"/>
                  </a:lnTo>
                  <a:lnTo>
                    <a:pt x="426333" y="1177187"/>
                  </a:lnTo>
                  <a:lnTo>
                    <a:pt x="426323" y="1177185"/>
                  </a:lnTo>
                  <a:lnTo>
                    <a:pt x="426263" y="1177179"/>
                  </a:lnTo>
                  <a:lnTo>
                    <a:pt x="426250" y="1177178"/>
                  </a:lnTo>
                  <a:lnTo>
                    <a:pt x="426193" y="1177169"/>
                  </a:lnTo>
                  <a:lnTo>
                    <a:pt x="426164" y="1177164"/>
                  </a:lnTo>
                  <a:lnTo>
                    <a:pt x="426142" y="1177159"/>
                  </a:lnTo>
                  <a:lnTo>
                    <a:pt x="426123" y="1177157"/>
                  </a:lnTo>
                  <a:lnTo>
                    <a:pt x="426115" y="1177158"/>
                  </a:lnTo>
                  <a:lnTo>
                    <a:pt x="426110" y="1177160"/>
                  </a:lnTo>
                  <a:lnTo>
                    <a:pt x="426102" y="1177165"/>
                  </a:lnTo>
                  <a:lnTo>
                    <a:pt x="426094" y="1177170"/>
                  </a:lnTo>
                  <a:lnTo>
                    <a:pt x="426088" y="1177175"/>
                  </a:lnTo>
                  <a:lnTo>
                    <a:pt x="426077" y="1177183"/>
                  </a:lnTo>
                  <a:lnTo>
                    <a:pt x="426054" y="1177201"/>
                  </a:lnTo>
                  <a:lnTo>
                    <a:pt x="426032" y="1177217"/>
                  </a:lnTo>
                  <a:lnTo>
                    <a:pt x="426013" y="1177231"/>
                  </a:lnTo>
                  <a:lnTo>
                    <a:pt x="425984" y="1177256"/>
                  </a:lnTo>
                  <a:lnTo>
                    <a:pt x="425973" y="1177262"/>
                  </a:lnTo>
                  <a:lnTo>
                    <a:pt x="425963" y="1177272"/>
                  </a:lnTo>
                  <a:lnTo>
                    <a:pt x="425949" y="1177282"/>
                  </a:lnTo>
                  <a:lnTo>
                    <a:pt x="425932" y="1177298"/>
                  </a:lnTo>
                  <a:lnTo>
                    <a:pt x="425917" y="1177313"/>
                  </a:lnTo>
                  <a:lnTo>
                    <a:pt x="425909" y="1177322"/>
                  </a:lnTo>
                  <a:lnTo>
                    <a:pt x="425899" y="1177335"/>
                  </a:lnTo>
                  <a:lnTo>
                    <a:pt x="425885" y="1177353"/>
                  </a:lnTo>
                  <a:lnTo>
                    <a:pt x="425873" y="1177370"/>
                  </a:lnTo>
                  <a:lnTo>
                    <a:pt x="425867" y="1177380"/>
                  </a:lnTo>
                  <a:lnTo>
                    <a:pt x="425862" y="1177405"/>
                  </a:lnTo>
                  <a:lnTo>
                    <a:pt x="425852" y="1177434"/>
                  </a:lnTo>
                  <a:lnTo>
                    <a:pt x="425830" y="1177477"/>
                  </a:lnTo>
                  <a:lnTo>
                    <a:pt x="425809" y="1177493"/>
                  </a:lnTo>
                  <a:lnTo>
                    <a:pt x="425778" y="1177505"/>
                  </a:lnTo>
                  <a:lnTo>
                    <a:pt x="425734" y="1177516"/>
                  </a:lnTo>
                  <a:lnTo>
                    <a:pt x="425722" y="1177518"/>
                  </a:lnTo>
                  <a:lnTo>
                    <a:pt x="425657" y="1177517"/>
                  </a:lnTo>
                  <a:lnTo>
                    <a:pt x="425635" y="1177513"/>
                  </a:lnTo>
                  <a:lnTo>
                    <a:pt x="425622" y="1177507"/>
                  </a:lnTo>
                  <a:lnTo>
                    <a:pt x="425583" y="1177491"/>
                  </a:lnTo>
                  <a:lnTo>
                    <a:pt x="425558" y="1177477"/>
                  </a:lnTo>
                  <a:lnTo>
                    <a:pt x="425531" y="1177457"/>
                  </a:lnTo>
                  <a:lnTo>
                    <a:pt x="425518" y="1177446"/>
                  </a:lnTo>
                  <a:lnTo>
                    <a:pt x="425503" y="1177433"/>
                  </a:lnTo>
                  <a:lnTo>
                    <a:pt x="425490" y="1177420"/>
                  </a:lnTo>
                  <a:lnTo>
                    <a:pt x="425482" y="1177413"/>
                  </a:lnTo>
                  <a:lnTo>
                    <a:pt x="425455" y="1177392"/>
                  </a:lnTo>
                  <a:lnTo>
                    <a:pt x="425449" y="1177387"/>
                  </a:lnTo>
                  <a:lnTo>
                    <a:pt x="425434" y="1177368"/>
                  </a:lnTo>
                  <a:lnTo>
                    <a:pt x="425424" y="1177344"/>
                  </a:lnTo>
                  <a:lnTo>
                    <a:pt x="425417" y="1177327"/>
                  </a:lnTo>
                  <a:lnTo>
                    <a:pt x="425415" y="1177318"/>
                  </a:lnTo>
                  <a:lnTo>
                    <a:pt x="425418" y="1177312"/>
                  </a:lnTo>
                  <a:lnTo>
                    <a:pt x="425432" y="1177290"/>
                  </a:lnTo>
                  <a:lnTo>
                    <a:pt x="425440" y="1177267"/>
                  </a:lnTo>
                  <a:lnTo>
                    <a:pt x="425444" y="1177230"/>
                  </a:lnTo>
                  <a:lnTo>
                    <a:pt x="425439" y="1177188"/>
                  </a:lnTo>
                  <a:lnTo>
                    <a:pt x="425430" y="1177175"/>
                  </a:lnTo>
                  <a:lnTo>
                    <a:pt x="425419" y="1177165"/>
                  </a:lnTo>
                  <a:lnTo>
                    <a:pt x="425409" y="1177145"/>
                  </a:lnTo>
                  <a:lnTo>
                    <a:pt x="425410" y="1177113"/>
                  </a:lnTo>
                  <a:lnTo>
                    <a:pt x="425413" y="1177083"/>
                  </a:lnTo>
                  <a:lnTo>
                    <a:pt x="425413" y="1177062"/>
                  </a:lnTo>
                  <a:lnTo>
                    <a:pt x="425390" y="1177049"/>
                  </a:lnTo>
                  <a:lnTo>
                    <a:pt x="425364" y="1177031"/>
                  </a:lnTo>
                  <a:lnTo>
                    <a:pt x="425349" y="1177023"/>
                  </a:lnTo>
                  <a:lnTo>
                    <a:pt x="425343" y="1177017"/>
                  </a:lnTo>
                  <a:lnTo>
                    <a:pt x="425341" y="1177001"/>
                  </a:lnTo>
                  <a:lnTo>
                    <a:pt x="425337" y="1176967"/>
                  </a:lnTo>
                  <a:lnTo>
                    <a:pt x="425332" y="1176934"/>
                  </a:lnTo>
                  <a:lnTo>
                    <a:pt x="425332" y="1176927"/>
                  </a:lnTo>
                  <a:lnTo>
                    <a:pt x="425328" y="1176910"/>
                  </a:lnTo>
                  <a:lnTo>
                    <a:pt x="425327" y="1176904"/>
                  </a:lnTo>
                  <a:lnTo>
                    <a:pt x="425313" y="1176903"/>
                  </a:lnTo>
                  <a:lnTo>
                    <a:pt x="425296" y="1176902"/>
                  </a:lnTo>
                  <a:lnTo>
                    <a:pt x="425268" y="1176902"/>
                  </a:lnTo>
                  <a:lnTo>
                    <a:pt x="425252" y="1176902"/>
                  </a:lnTo>
                  <a:lnTo>
                    <a:pt x="425237" y="1176899"/>
                  </a:lnTo>
                  <a:lnTo>
                    <a:pt x="425211" y="1176895"/>
                  </a:lnTo>
                  <a:lnTo>
                    <a:pt x="425195" y="1176893"/>
                  </a:lnTo>
                  <a:lnTo>
                    <a:pt x="425111" y="1176880"/>
                  </a:lnTo>
                  <a:lnTo>
                    <a:pt x="425091" y="1176863"/>
                  </a:lnTo>
                  <a:lnTo>
                    <a:pt x="425087" y="1176855"/>
                  </a:lnTo>
                  <a:lnTo>
                    <a:pt x="425088" y="1176844"/>
                  </a:lnTo>
                  <a:lnTo>
                    <a:pt x="425095" y="1176824"/>
                  </a:lnTo>
                  <a:lnTo>
                    <a:pt x="425109" y="1176788"/>
                  </a:lnTo>
                  <a:lnTo>
                    <a:pt x="425122" y="1176760"/>
                  </a:lnTo>
                  <a:lnTo>
                    <a:pt x="425135" y="1176731"/>
                  </a:lnTo>
                  <a:lnTo>
                    <a:pt x="425138" y="1176722"/>
                  </a:lnTo>
                  <a:lnTo>
                    <a:pt x="425142" y="1176707"/>
                  </a:lnTo>
                  <a:lnTo>
                    <a:pt x="425144" y="1176697"/>
                  </a:lnTo>
                  <a:lnTo>
                    <a:pt x="425142" y="1176692"/>
                  </a:lnTo>
                  <a:lnTo>
                    <a:pt x="425136" y="1176686"/>
                  </a:lnTo>
                  <a:lnTo>
                    <a:pt x="425129" y="1176681"/>
                  </a:lnTo>
                  <a:lnTo>
                    <a:pt x="425118" y="1176674"/>
                  </a:lnTo>
                  <a:lnTo>
                    <a:pt x="425101" y="1176661"/>
                  </a:lnTo>
                  <a:lnTo>
                    <a:pt x="425082" y="1176647"/>
                  </a:lnTo>
                  <a:lnTo>
                    <a:pt x="425065" y="1176631"/>
                  </a:lnTo>
                  <a:lnTo>
                    <a:pt x="425049" y="1176618"/>
                  </a:lnTo>
                  <a:lnTo>
                    <a:pt x="425034" y="1176609"/>
                  </a:lnTo>
                  <a:lnTo>
                    <a:pt x="425021" y="1176601"/>
                  </a:lnTo>
                  <a:lnTo>
                    <a:pt x="425006" y="1176595"/>
                  </a:lnTo>
                  <a:lnTo>
                    <a:pt x="424980" y="1176586"/>
                  </a:lnTo>
                  <a:lnTo>
                    <a:pt x="424955" y="1176577"/>
                  </a:lnTo>
                  <a:lnTo>
                    <a:pt x="424933" y="1176570"/>
                  </a:lnTo>
                  <a:lnTo>
                    <a:pt x="424922" y="1176566"/>
                  </a:lnTo>
                  <a:lnTo>
                    <a:pt x="424917" y="1176563"/>
                  </a:lnTo>
                  <a:lnTo>
                    <a:pt x="424914" y="1176559"/>
                  </a:lnTo>
                  <a:lnTo>
                    <a:pt x="424910" y="1176551"/>
                  </a:lnTo>
                  <a:lnTo>
                    <a:pt x="424908" y="1176536"/>
                  </a:lnTo>
                  <a:lnTo>
                    <a:pt x="424908" y="1176526"/>
                  </a:lnTo>
                  <a:lnTo>
                    <a:pt x="424908" y="1176519"/>
                  </a:lnTo>
                  <a:lnTo>
                    <a:pt x="424910" y="1176513"/>
                  </a:lnTo>
                  <a:lnTo>
                    <a:pt x="424913" y="1176505"/>
                  </a:lnTo>
                  <a:lnTo>
                    <a:pt x="424922" y="1176482"/>
                  </a:lnTo>
                  <a:lnTo>
                    <a:pt x="424932" y="1176456"/>
                  </a:lnTo>
                  <a:lnTo>
                    <a:pt x="424936" y="1176448"/>
                  </a:lnTo>
                  <a:lnTo>
                    <a:pt x="424947" y="1176425"/>
                  </a:lnTo>
                  <a:lnTo>
                    <a:pt x="424951" y="1176416"/>
                  </a:lnTo>
                  <a:lnTo>
                    <a:pt x="424953" y="1176410"/>
                  </a:lnTo>
                  <a:lnTo>
                    <a:pt x="424963" y="1176386"/>
                  </a:lnTo>
                  <a:lnTo>
                    <a:pt x="424964" y="1176380"/>
                  </a:lnTo>
                  <a:lnTo>
                    <a:pt x="424965" y="1176374"/>
                  </a:lnTo>
                  <a:lnTo>
                    <a:pt x="424961" y="1176368"/>
                  </a:lnTo>
                  <a:lnTo>
                    <a:pt x="424951" y="1176360"/>
                  </a:lnTo>
                  <a:lnTo>
                    <a:pt x="424914" y="1176336"/>
                  </a:lnTo>
                  <a:lnTo>
                    <a:pt x="424899" y="1176325"/>
                  </a:lnTo>
                  <a:lnTo>
                    <a:pt x="424890" y="1176318"/>
                  </a:lnTo>
                  <a:lnTo>
                    <a:pt x="424875" y="1176309"/>
                  </a:lnTo>
                  <a:lnTo>
                    <a:pt x="424852" y="1176297"/>
                  </a:lnTo>
                  <a:lnTo>
                    <a:pt x="424827" y="1176290"/>
                  </a:lnTo>
                  <a:lnTo>
                    <a:pt x="424806" y="1176286"/>
                  </a:lnTo>
                  <a:lnTo>
                    <a:pt x="424786" y="1176283"/>
                  </a:lnTo>
                  <a:lnTo>
                    <a:pt x="424750" y="1176281"/>
                  </a:lnTo>
                  <a:lnTo>
                    <a:pt x="424712" y="1176280"/>
                  </a:lnTo>
                  <a:lnTo>
                    <a:pt x="424680" y="1176276"/>
                  </a:lnTo>
                  <a:lnTo>
                    <a:pt x="424661" y="1176275"/>
                  </a:lnTo>
                  <a:lnTo>
                    <a:pt x="424649" y="1176272"/>
                  </a:lnTo>
                  <a:lnTo>
                    <a:pt x="424635" y="1176268"/>
                  </a:lnTo>
                  <a:lnTo>
                    <a:pt x="424627" y="1176263"/>
                  </a:lnTo>
                  <a:lnTo>
                    <a:pt x="424620" y="1176257"/>
                  </a:lnTo>
                  <a:lnTo>
                    <a:pt x="424611" y="1176243"/>
                  </a:lnTo>
                  <a:lnTo>
                    <a:pt x="424607" y="1176235"/>
                  </a:lnTo>
                  <a:lnTo>
                    <a:pt x="424604" y="1176224"/>
                  </a:lnTo>
                  <a:lnTo>
                    <a:pt x="424604" y="1176218"/>
                  </a:lnTo>
                  <a:lnTo>
                    <a:pt x="424605" y="1176212"/>
                  </a:lnTo>
                  <a:lnTo>
                    <a:pt x="424606" y="1176200"/>
                  </a:lnTo>
                  <a:lnTo>
                    <a:pt x="424612" y="1176186"/>
                  </a:lnTo>
                  <a:lnTo>
                    <a:pt x="424620" y="1176171"/>
                  </a:lnTo>
                  <a:lnTo>
                    <a:pt x="424631" y="1176152"/>
                  </a:lnTo>
                  <a:lnTo>
                    <a:pt x="424641" y="1176135"/>
                  </a:lnTo>
                  <a:lnTo>
                    <a:pt x="424650" y="1176118"/>
                  </a:lnTo>
                  <a:lnTo>
                    <a:pt x="424652" y="1176114"/>
                  </a:lnTo>
                  <a:lnTo>
                    <a:pt x="424654" y="1176106"/>
                  </a:lnTo>
                  <a:lnTo>
                    <a:pt x="424655" y="1176092"/>
                  </a:lnTo>
                  <a:lnTo>
                    <a:pt x="424658" y="1176072"/>
                  </a:lnTo>
                  <a:lnTo>
                    <a:pt x="424657" y="1176043"/>
                  </a:lnTo>
                  <a:lnTo>
                    <a:pt x="424654" y="1176016"/>
                  </a:lnTo>
                  <a:lnTo>
                    <a:pt x="424653" y="1176006"/>
                  </a:lnTo>
                  <a:lnTo>
                    <a:pt x="424648" y="1175978"/>
                  </a:lnTo>
                  <a:lnTo>
                    <a:pt x="424646" y="1175970"/>
                  </a:lnTo>
                  <a:lnTo>
                    <a:pt x="424641" y="1175917"/>
                  </a:lnTo>
                  <a:lnTo>
                    <a:pt x="424637" y="1175909"/>
                  </a:lnTo>
                  <a:lnTo>
                    <a:pt x="424630" y="1175902"/>
                  </a:lnTo>
                  <a:lnTo>
                    <a:pt x="424608" y="1175893"/>
                  </a:lnTo>
                  <a:lnTo>
                    <a:pt x="424591" y="1175887"/>
                  </a:lnTo>
                  <a:lnTo>
                    <a:pt x="424566" y="1175878"/>
                  </a:lnTo>
                  <a:lnTo>
                    <a:pt x="424501" y="1175865"/>
                  </a:lnTo>
                  <a:lnTo>
                    <a:pt x="424476" y="1175857"/>
                  </a:lnTo>
                  <a:lnTo>
                    <a:pt x="424443" y="1175846"/>
                  </a:lnTo>
                  <a:lnTo>
                    <a:pt x="424417" y="1175840"/>
                  </a:lnTo>
                  <a:lnTo>
                    <a:pt x="424408" y="1175838"/>
                  </a:lnTo>
                  <a:lnTo>
                    <a:pt x="424397" y="1175837"/>
                  </a:lnTo>
                  <a:lnTo>
                    <a:pt x="424384" y="1175830"/>
                  </a:lnTo>
                  <a:lnTo>
                    <a:pt x="424378" y="1175822"/>
                  </a:lnTo>
                  <a:lnTo>
                    <a:pt x="424379" y="1175815"/>
                  </a:lnTo>
                  <a:lnTo>
                    <a:pt x="424391" y="1175794"/>
                  </a:lnTo>
                  <a:lnTo>
                    <a:pt x="424394" y="1175789"/>
                  </a:lnTo>
                  <a:lnTo>
                    <a:pt x="424413" y="1175756"/>
                  </a:lnTo>
                  <a:lnTo>
                    <a:pt x="424424" y="1175733"/>
                  </a:lnTo>
                  <a:lnTo>
                    <a:pt x="424427" y="1175725"/>
                  </a:lnTo>
                  <a:lnTo>
                    <a:pt x="424437" y="1175696"/>
                  </a:lnTo>
                  <a:lnTo>
                    <a:pt x="424445" y="1175676"/>
                  </a:lnTo>
                  <a:lnTo>
                    <a:pt x="424448" y="1175662"/>
                  </a:lnTo>
                  <a:lnTo>
                    <a:pt x="424453" y="1175641"/>
                  </a:lnTo>
                  <a:lnTo>
                    <a:pt x="424455" y="1175619"/>
                  </a:lnTo>
                  <a:lnTo>
                    <a:pt x="424457" y="1175603"/>
                  </a:lnTo>
                  <a:lnTo>
                    <a:pt x="424458" y="1175592"/>
                  </a:lnTo>
                  <a:lnTo>
                    <a:pt x="424457" y="1175582"/>
                  </a:lnTo>
                  <a:lnTo>
                    <a:pt x="424455" y="1175577"/>
                  </a:lnTo>
                  <a:lnTo>
                    <a:pt x="424448" y="1175571"/>
                  </a:lnTo>
                  <a:lnTo>
                    <a:pt x="424441" y="1175565"/>
                  </a:lnTo>
                  <a:lnTo>
                    <a:pt x="424433" y="1175556"/>
                  </a:lnTo>
                  <a:lnTo>
                    <a:pt x="424428" y="1175549"/>
                  </a:lnTo>
                  <a:lnTo>
                    <a:pt x="424420" y="1175533"/>
                  </a:lnTo>
                  <a:lnTo>
                    <a:pt x="424417" y="1175519"/>
                  </a:lnTo>
                  <a:lnTo>
                    <a:pt x="424415" y="1175509"/>
                  </a:lnTo>
                  <a:lnTo>
                    <a:pt x="424415" y="1175498"/>
                  </a:lnTo>
                  <a:lnTo>
                    <a:pt x="424415" y="1175493"/>
                  </a:lnTo>
                  <a:lnTo>
                    <a:pt x="424416" y="1175478"/>
                  </a:lnTo>
                  <a:lnTo>
                    <a:pt x="424418" y="1175465"/>
                  </a:lnTo>
                  <a:lnTo>
                    <a:pt x="424420" y="1175453"/>
                  </a:lnTo>
                  <a:lnTo>
                    <a:pt x="424422" y="1175447"/>
                  </a:lnTo>
                  <a:lnTo>
                    <a:pt x="424429" y="1175432"/>
                  </a:lnTo>
                  <a:lnTo>
                    <a:pt x="424433" y="1175423"/>
                  </a:lnTo>
                  <a:lnTo>
                    <a:pt x="424446" y="1175400"/>
                  </a:lnTo>
                  <a:lnTo>
                    <a:pt x="424449" y="1175395"/>
                  </a:lnTo>
                  <a:lnTo>
                    <a:pt x="424455" y="1175385"/>
                  </a:lnTo>
                  <a:lnTo>
                    <a:pt x="424470" y="1175365"/>
                  </a:lnTo>
                  <a:lnTo>
                    <a:pt x="424490" y="1175338"/>
                  </a:lnTo>
                  <a:lnTo>
                    <a:pt x="424508" y="1175317"/>
                  </a:lnTo>
                  <a:lnTo>
                    <a:pt x="424515" y="1175310"/>
                  </a:lnTo>
                  <a:lnTo>
                    <a:pt x="424520" y="1175306"/>
                  </a:lnTo>
                  <a:lnTo>
                    <a:pt x="424529" y="1175301"/>
                  </a:lnTo>
                  <a:lnTo>
                    <a:pt x="424540" y="1175294"/>
                  </a:lnTo>
                  <a:lnTo>
                    <a:pt x="424552" y="1175287"/>
                  </a:lnTo>
                  <a:lnTo>
                    <a:pt x="424562" y="1175279"/>
                  </a:lnTo>
                  <a:lnTo>
                    <a:pt x="424578" y="1175258"/>
                  </a:lnTo>
                  <a:lnTo>
                    <a:pt x="424587" y="1175238"/>
                  </a:lnTo>
                  <a:lnTo>
                    <a:pt x="424591" y="1175228"/>
                  </a:lnTo>
                  <a:lnTo>
                    <a:pt x="424594" y="1175218"/>
                  </a:lnTo>
                  <a:lnTo>
                    <a:pt x="424602" y="1175194"/>
                  </a:lnTo>
                  <a:lnTo>
                    <a:pt x="424603" y="1175188"/>
                  </a:lnTo>
                  <a:lnTo>
                    <a:pt x="424605" y="1175179"/>
                  </a:lnTo>
                  <a:lnTo>
                    <a:pt x="424606" y="1175172"/>
                  </a:lnTo>
                  <a:lnTo>
                    <a:pt x="424609" y="1175151"/>
                  </a:lnTo>
                  <a:lnTo>
                    <a:pt x="424611" y="1175133"/>
                  </a:lnTo>
                  <a:lnTo>
                    <a:pt x="424615" y="1175111"/>
                  </a:lnTo>
                  <a:lnTo>
                    <a:pt x="424620" y="1175082"/>
                  </a:lnTo>
                  <a:lnTo>
                    <a:pt x="424625" y="1175061"/>
                  </a:lnTo>
                  <a:lnTo>
                    <a:pt x="424626" y="1175051"/>
                  </a:lnTo>
                  <a:lnTo>
                    <a:pt x="424632" y="1175029"/>
                  </a:lnTo>
                  <a:lnTo>
                    <a:pt x="424636" y="1175014"/>
                  </a:lnTo>
                  <a:lnTo>
                    <a:pt x="424644" y="1174997"/>
                  </a:lnTo>
                  <a:lnTo>
                    <a:pt x="424651" y="1174983"/>
                  </a:lnTo>
                  <a:lnTo>
                    <a:pt x="424663" y="1174966"/>
                  </a:lnTo>
                  <a:lnTo>
                    <a:pt x="424676" y="1174950"/>
                  </a:lnTo>
                  <a:lnTo>
                    <a:pt x="424684" y="1174940"/>
                  </a:lnTo>
                  <a:lnTo>
                    <a:pt x="424698" y="1174922"/>
                  </a:lnTo>
                  <a:lnTo>
                    <a:pt x="424709" y="1174905"/>
                  </a:lnTo>
                  <a:lnTo>
                    <a:pt x="424718" y="1174891"/>
                  </a:lnTo>
                  <a:lnTo>
                    <a:pt x="424726" y="1174876"/>
                  </a:lnTo>
                  <a:lnTo>
                    <a:pt x="424736" y="1174850"/>
                  </a:lnTo>
                  <a:lnTo>
                    <a:pt x="424740" y="1174836"/>
                  </a:lnTo>
                  <a:lnTo>
                    <a:pt x="424742" y="1174825"/>
                  </a:lnTo>
                  <a:lnTo>
                    <a:pt x="424742" y="1174811"/>
                  </a:lnTo>
                  <a:lnTo>
                    <a:pt x="424739" y="1174795"/>
                  </a:lnTo>
                  <a:lnTo>
                    <a:pt x="424735" y="1174780"/>
                  </a:lnTo>
                  <a:lnTo>
                    <a:pt x="424729" y="1174761"/>
                  </a:lnTo>
                  <a:lnTo>
                    <a:pt x="424723" y="1174750"/>
                  </a:lnTo>
                  <a:lnTo>
                    <a:pt x="424707" y="1174730"/>
                  </a:lnTo>
                  <a:lnTo>
                    <a:pt x="424689" y="1174706"/>
                  </a:lnTo>
                  <a:lnTo>
                    <a:pt x="424665" y="1174669"/>
                  </a:lnTo>
                  <a:lnTo>
                    <a:pt x="424649" y="1174641"/>
                  </a:lnTo>
                  <a:lnTo>
                    <a:pt x="424638" y="1174620"/>
                  </a:lnTo>
                  <a:lnTo>
                    <a:pt x="424633" y="1174608"/>
                  </a:lnTo>
                  <a:lnTo>
                    <a:pt x="424629" y="1174599"/>
                  </a:lnTo>
                  <a:lnTo>
                    <a:pt x="424620" y="1174582"/>
                  </a:lnTo>
                  <a:lnTo>
                    <a:pt x="424610" y="1174566"/>
                  </a:lnTo>
                  <a:lnTo>
                    <a:pt x="424599" y="1174551"/>
                  </a:lnTo>
                  <a:lnTo>
                    <a:pt x="424590" y="1174538"/>
                  </a:lnTo>
                  <a:lnTo>
                    <a:pt x="424581" y="1174528"/>
                  </a:lnTo>
                  <a:lnTo>
                    <a:pt x="424576" y="1174520"/>
                  </a:lnTo>
                  <a:lnTo>
                    <a:pt x="424576" y="1174512"/>
                  </a:lnTo>
                  <a:lnTo>
                    <a:pt x="424582" y="1174497"/>
                  </a:lnTo>
                  <a:lnTo>
                    <a:pt x="424589" y="1174480"/>
                  </a:lnTo>
                  <a:lnTo>
                    <a:pt x="424597" y="1174465"/>
                  </a:lnTo>
                  <a:lnTo>
                    <a:pt x="424604" y="1174454"/>
                  </a:lnTo>
                  <a:lnTo>
                    <a:pt x="424614" y="1174440"/>
                  </a:lnTo>
                  <a:lnTo>
                    <a:pt x="424622" y="1174429"/>
                  </a:lnTo>
                  <a:lnTo>
                    <a:pt x="424633" y="1174413"/>
                  </a:lnTo>
                  <a:lnTo>
                    <a:pt x="424644" y="1174398"/>
                  </a:lnTo>
                  <a:lnTo>
                    <a:pt x="424655" y="1174383"/>
                  </a:lnTo>
                  <a:lnTo>
                    <a:pt x="424665" y="1174368"/>
                  </a:lnTo>
                  <a:lnTo>
                    <a:pt x="424672" y="1174355"/>
                  </a:lnTo>
                  <a:lnTo>
                    <a:pt x="424676" y="1174347"/>
                  </a:lnTo>
                  <a:lnTo>
                    <a:pt x="424678" y="1174340"/>
                  </a:lnTo>
                  <a:lnTo>
                    <a:pt x="424680" y="1174333"/>
                  </a:lnTo>
                  <a:lnTo>
                    <a:pt x="424682" y="1174322"/>
                  </a:lnTo>
                  <a:lnTo>
                    <a:pt x="424683" y="1174310"/>
                  </a:lnTo>
                  <a:lnTo>
                    <a:pt x="424683" y="1174299"/>
                  </a:lnTo>
                  <a:lnTo>
                    <a:pt x="424680" y="1174289"/>
                  </a:lnTo>
                  <a:lnTo>
                    <a:pt x="424675" y="1174279"/>
                  </a:lnTo>
                  <a:lnTo>
                    <a:pt x="424665" y="1174265"/>
                  </a:lnTo>
                  <a:lnTo>
                    <a:pt x="424657" y="1174251"/>
                  </a:lnTo>
                  <a:lnTo>
                    <a:pt x="424645" y="1174229"/>
                  </a:lnTo>
                  <a:lnTo>
                    <a:pt x="424636" y="1174214"/>
                  </a:lnTo>
                  <a:lnTo>
                    <a:pt x="424626" y="1174197"/>
                  </a:lnTo>
                  <a:lnTo>
                    <a:pt x="424615" y="1174178"/>
                  </a:lnTo>
                  <a:lnTo>
                    <a:pt x="424605" y="1174158"/>
                  </a:lnTo>
                  <a:lnTo>
                    <a:pt x="424597" y="1174143"/>
                  </a:lnTo>
                  <a:lnTo>
                    <a:pt x="424589" y="1174125"/>
                  </a:lnTo>
                  <a:lnTo>
                    <a:pt x="424581" y="1174108"/>
                  </a:lnTo>
                  <a:lnTo>
                    <a:pt x="424575" y="1174095"/>
                  </a:lnTo>
                  <a:lnTo>
                    <a:pt x="424566" y="1174077"/>
                  </a:lnTo>
                  <a:lnTo>
                    <a:pt x="424558" y="1174061"/>
                  </a:lnTo>
                  <a:lnTo>
                    <a:pt x="424551" y="1174048"/>
                  </a:lnTo>
                  <a:lnTo>
                    <a:pt x="424537" y="1174026"/>
                  </a:lnTo>
                  <a:lnTo>
                    <a:pt x="424523" y="1174004"/>
                  </a:lnTo>
                  <a:lnTo>
                    <a:pt x="424513" y="1173986"/>
                  </a:lnTo>
                  <a:lnTo>
                    <a:pt x="424501" y="1173965"/>
                  </a:lnTo>
                  <a:lnTo>
                    <a:pt x="424490" y="1173945"/>
                  </a:lnTo>
                  <a:lnTo>
                    <a:pt x="424483" y="1173933"/>
                  </a:lnTo>
                  <a:lnTo>
                    <a:pt x="424470" y="1173912"/>
                  </a:lnTo>
                  <a:lnTo>
                    <a:pt x="424458" y="1173894"/>
                  </a:lnTo>
                  <a:lnTo>
                    <a:pt x="424449" y="1173880"/>
                  </a:lnTo>
                  <a:lnTo>
                    <a:pt x="424438" y="1173866"/>
                  </a:lnTo>
                  <a:lnTo>
                    <a:pt x="424425" y="1173853"/>
                  </a:lnTo>
                  <a:lnTo>
                    <a:pt x="424414" y="1173844"/>
                  </a:lnTo>
                  <a:lnTo>
                    <a:pt x="424399" y="1173830"/>
                  </a:lnTo>
                  <a:lnTo>
                    <a:pt x="424385" y="1173818"/>
                  </a:lnTo>
                  <a:lnTo>
                    <a:pt x="424367" y="1173807"/>
                  </a:lnTo>
                  <a:lnTo>
                    <a:pt x="424354" y="1173800"/>
                  </a:lnTo>
                  <a:lnTo>
                    <a:pt x="424342" y="1173797"/>
                  </a:lnTo>
                  <a:lnTo>
                    <a:pt x="424335" y="1173795"/>
                  </a:lnTo>
                  <a:lnTo>
                    <a:pt x="424322" y="1173795"/>
                  </a:lnTo>
                  <a:lnTo>
                    <a:pt x="424299" y="1173798"/>
                  </a:lnTo>
                  <a:lnTo>
                    <a:pt x="424276" y="1173800"/>
                  </a:lnTo>
                  <a:lnTo>
                    <a:pt x="424248" y="1173804"/>
                  </a:lnTo>
                  <a:lnTo>
                    <a:pt x="424227" y="1173808"/>
                  </a:lnTo>
                  <a:lnTo>
                    <a:pt x="424213" y="1173810"/>
                  </a:lnTo>
                  <a:lnTo>
                    <a:pt x="424173" y="1173815"/>
                  </a:lnTo>
                  <a:lnTo>
                    <a:pt x="424138" y="1173823"/>
                  </a:lnTo>
                  <a:lnTo>
                    <a:pt x="424110" y="1173830"/>
                  </a:lnTo>
                  <a:lnTo>
                    <a:pt x="424105" y="1173831"/>
                  </a:lnTo>
                  <a:lnTo>
                    <a:pt x="424093" y="1173833"/>
                  </a:lnTo>
                  <a:lnTo>
                    <a:pt x="424088" y="1173833"/>
                  </a:lnTo>
                  <a:lnTo>
                    <a:pt x="424074" y="1173836"/>
                  </a:lnTo>
                  <a:lnTo>
                    <a:pt x="424056" y="1173837"/>
                  </a:lnTo>
                  <a:lnTo>
                    <a:pt x="424043" y="1173837"/>
                  </a:lnTo>
                  <a:lnTo>
                    <a:pt x="424025" y="1173835"/>
                  </a:lnTo>
                  <a:lnTo>
                    <a:pt x="424007" y="1173832"/>
                  </a:lnTo>
                  <a:lnTo>
                    <a:pt x="423995" y="1173830"/>
                  </a:lnTo>
                  <a:lnTo>
                    <a:pt x="423984" y="1173826"/>
                  </a:lnTo>
                  <a:lnTo>
                    <a:pt x="423979" y="1173822"/>
                  </a:lnTo>
                  <a:lnTo>
                    <a:pt x="423976" y="1173817"/>
                  </a:lnTo>
                  <a:lnTo>
                    <a:pt x="423973" y="1173809"/>
                  </a:lnTo>
                  <a:lnTo>
                    <a:pt x="423969" y="1173791"/>
                  </a:lnTo>
                  <a:lnTo>
                    <a:pt x="423965" y="1173777"/>
                  </a:lnTo>
                  <a:lnTo>
                    <a:pt x="423959" y="1173761"/>
                  </a:lnTo>
                  <a:lnTo>
                    <a:pt x="423955" y="1173750"/>
                  </a:lnTo>
                  <a:lnTo>
                    <a:pt x="423948" y="1173731"/>
                  </a:lnTo>
                  <a:lnTo>
                    <a:pt x="423942" y="1173718"/>
                  </a:lnTo>
                  <a:lnTo>
                    <a:pt x="423934" y="1173705"/>
                  </a:lnTo>
                  <a:lnTo>
                    <a:pt x="423925" y="1173691"/>
                  </a:lnTo>
                  <a:lnTo>
                    <a:pt x="423912" y="1173677"/>
                  </a:lnTo>
                  <a:lnTo>
                    <a:pt x="423898" y="1173663"/>
                  </a:lnTo>
                  <a:lnTo>
                    <a:pt x="423883" y="1173649"/>
                  </a:lnTo>
                  <a:lnTo>
                    <a:pt x="423869" y="1173636"/>
                  </a:lnTo>
                  <a:lnTo>
                    <a:pt x="423856" y="1173623"/>
                  </a:lnTo>
                  <a:lnTo>
                    <a:pt x="423846" y="1173608"/>
                  </a:lnTo>
                  <a:lnTo>
                    <a:pt x="423837" y="1173596"/>
                  </a:lnTo>
                  <a:lnTo>
                    <a:pt x="423826" y="1173581"/>
                  </a:lnTo>
                  <a:lnTo>
                    <a:pt x="423812" y="1173561"/>
                  </a:lnTo>
                  <a:lnTo>
                    <a:pt x="423798" y="1173542"/>
                  </a:lnTo>
                  <a:lnTo>
                    <a:pt x="423783" y="1173526"/>
                  </a:lnTo>
                  <a:lnTo>
                    <a:pt x="423773" y="1173514"/>
                  </a:lnTo>
                  <a:lnTo>
                    <a:pt x="423762" y="1173504"/>
                  </a:lnTo>
                  <a:lnTo>
                    <a:pt x="423751" y="1173496"/>
                  </a:lnTo>
                  <a:lnTo>
                    <a:pt x="423745" y="1173495"/>
                  </a:lnTo>
                  <a:lnTo>
                    <a:pt x="423735" y="1173495"/>
                  </a:lnTo>
                  <a:lnTo>
                    <a:pt x="423724" y="1173495"/>
                  </a:lnTo>
                  <a:lnTo>
                    <a:pt x="423709" y="1173499"/>
                  </a:lnTo>
                  <a:lnTo>
                    <a:pt x="423692" y="1173502"/>
                  </a:lnTo>
                  <a:lnTo>
                    <a:pt x="423673" y="1173506"/>
                  </a:lnTo>
                  <a:lnTo>
                    <a:pt x="423654" y="1173509"/>
                  </a:lnTo>
                  <a:lnTo>
                    <a:pt x="423645" y="1173510"/>
                  </a:lnTo>
                  <a:lnTo>
                    <a:pt x="423618" y="1173514"/>
                  </a:lnTo>
                  <a:lnTo>
                    <a:pt x="423594" y="1173517"/>
                  </a:lnTo>
                  <a:lnTo>
                    <a:pt x="423577" y="1173519"/>
                  </a:lnTo>
                  <a:lnTo>
                    <a:pt x="423558" y="1173521"/>
                  </a:lnTo>
                  <a:lnTo>
                    <a:pt x="423539" y="1173521"/>
                  </a:lnTo>
                  <a:lnTo>
                    <a:pt x="423520" y="1173519"/>
                  </a:lnTo>
                  <a:lnTo>
                    <a:pt x="423502" y="1173517"/>
                  </a:lnTo>
                  <a:lnTo>
                    <a:pt x="423491" y="1173515"/>
                  </a:lnTo>
                  <a:lnTo>
                    <a:pt x="423485" y="1173512"/>
                  </a:lnTo>
                  <a:lnTo>
                    <a:pt x="423480" y="1173508"/>
                  </a:lnTo>
                  <a:lnTo>
                    <a:pt x="423477" y="1173503"/>
                  </a:lnTo>
                  <a:lnTo>
                    <a:pt x="423474" y="1173499"/>
                  </a:lnTo>
                  <a:lnTo>
                    <a:pt x="423463" y="1173482"/>
                  </a:lnTo>
                  <a:lnTo>
                    <a:pt x="423451" y="1173461"/>
                  </a:lnTo>
                  <a:lnTo>
                    <a:pt x="423448" y="1173457"/>
                  </a:lnTo>
                  <a:lnTo>
                    <a:pt x="423444" y="1173449"/>
                  </a:lnTo>
                  <a:lnTo>
                    <a:pt x="423440" y="1173442"/>
                  </a:lnTo>
                  <a:lnTo>
                    <a:pt x="423431" y="1173423"/>
                  </a:lnTo>
                  <a:lnTo>
                    <a:pt x="423426" y="1173411"/>
                  </a:lnTo>
                  <a:lnTo>
                    <a:pt x="423423" y="1173404"/>
                  </a:lnTo>
                  <a:lnTo>
                    <a:pt x="423420" y="1173397"/>
                  </a:lnTo>
                  <a:lnTo>
                    <a:pt x="423417" y="1173389"/>
                  </a:lnTo>
                  <a:lnTo>
                    <a:pt x="423412" y="1173374"/>
                  </a:lnTo>
                  <a:lnTo>
                    <a:pt x="423410" y="1173365"/>
                  </a:lnTo>
                  <a:lnTo>
                    <a:pt x="423410" y="1173360"/>
                  </a:lnTo>
                  <a:lnTo>
                    <a:pt x="423413" y="1173353"/>
                  </a:lnTo>
                  <a:lnTo>
                    <a:pt x="423418" y="1173347"/>
                  </a:lnTo>
                  <a:lnTo>
                    <a:pt x="423432" y="1173332"/>
                  </a:lnTo>
                  <a:lnTo>
                    <a:pt x="423439" y="1173325"/>
                  </a:lnTo>
                  <a:lnTo>
                    <a:pt x="423443" y="1173321"/>
                  </a:lnTo>
                  <a:lnTo>
                    <a:pt x="423448" y="1173316"/>
                  </a:lnTo>
                  <a:lnTo>
                    <a:pt x="423456" y="1173305"/>
                  </a:lnTo>
                  <a:lnTo>
                    <a:pt x="423465" y="1173292"/>
                  </a:lnTo>
                  <a:lnTo>
                    <a:pt x="423472" y="1173282"/>
                  </a:lnTo>
                  <a:lnTo>
                    <a:pt x="423477" y="1173272"/>
                  </a:lnTo>
                  <a:lnTo>
                    <a:pt x="423481" y="1173264"/>
                  </a:lnTo>
                  <a:lnTo>
                    <a:pt x="423483" y="1173259"/>
                  </a:lnTo>
                  <a:lnTo>
                    <a:pt x="423488" y="1173245"/>
                  </a:lnTo>
                  <a:lnTo>
                    <a:pt x="423493" y="1173228"/>
                  </a:lnTo>
                  <a:lnTo>
                    <a:pt x="423495" y="1173221"/>
                  </a:lnTo>
                  <a:lnTo>
                    <a:pt x="423499" y="1173211"/>
                  </a:lnTo>
                  <a:lnTo>
                    <a:pt x="423503" y="1173198"/>
                  </a:lnTo>
                  <a:lnTo>
                    <a:pt x="423506" y="1173181"/>
                  </a:lnTo>
                  <a:lnTo>
                    <a:pt x="423508" y="1173165"/>
                  </a:lnTo>
                  <a:lnTo>
                    <a:pt x="423509" y="1173148"/>
                  </a:lnTo>
                  <a:lnTo>
                    <a:pt x="423509" y="1173141"/>
                  </a:lnTo>
                  <a:lnTo>
                    <a:pt x="423508" y="1173135"/>
                  </a:lnTo>
                  <a:lnTo>
                    <a:pt x="423505" y="1173130"/>
                  </a:lnTo>
                  <a:lnTo>
                    <a:pt x="423495" y="1173118"/>
                  </a:lnTo>
                  <a:lnTo>
                    <a:pt x="423483" y="1173106"/>
                  </a:lnTo>
                  <a:lnTo>
                    <a:pt x="423468" y="1173093"/>
                  </a:lnTo>
                  <a:lnTo>
                    <a:pt x="423453" y="1173081"/>
                  </a:lnTo>
                  <a:lnTo>
                    <a:pt x="423436" y="1173068"/>
                  </a:lnTo>
                  <a:lnTo>
                    <a:pt x="423415" y="1173056"/>
                  </a:lnTo>
                  <a:lnTo>
                    <a:pt x="423390" y="1173043"/>
                  </a:lnTo>
                  <a:lnTo>
                    <a:pt x="423369" y="1173032"/>
                  </a:lnTo>
                  <a:lnTo>
                    <a:pt x="423344" y="1173019"/>
                  </a:lnTo>
                  <a:lnTo>
                    <a:pt x="423334" y="1173013"/>
                  </a:lnTo>
                  <a:lnTo>
                    <a:pt x="423330" y="1173009"/>
                  </a:lnTo>
                  <a:lnTo>
                    <a:pt x="423327" y="1173004"/>
                  </a:lnTo>
                  <a:lnTo>
                    <a:pt x="423325" y="1172999"/>
                  </a:lnTo>
                  <a:lnTo>
                    <a:pt x="423323" y="1172990"/>
                  </a:lnTo>
                  <a:lnTo>
                    <a:pt x="423323" y="1172980"/>
                  </a:lnTo>
                  <a:lnTo>
                    <a:pt x="423326" y="1172968"/>
                  </a:lnTo>
                  <a:lnTo>
                    <a:pt x="423328" y="1172959"/>
                  </a:lnTo>
                  <a:lnTo>
                    <a:pt x="423334" y="1172948"/>
                  </a:lnTo>
                  <a:lnTo>
                    <a:pt x="423344" y="1172932"/>
                  </a:lnTo>
                  <a:lnTo>
                    <a:pt x="423356" y="1172913"/>
                  </a:lnTo>
                  <a:lnTo>
                    <a:pt x="423366" y="1172893"/>
                  </a:lnTo>
                  <a:lnTo>
                    <a:pt x="423378" y="1172867"/>
                  </a:lnTo>
                  <a:lnTo>
                    <a:pt x="423384" y="1172855"/>
                  </a:lnTo>
                  <a:lnTo>
                    <a:pt x="423389" y="1172845"/>
                  </a:lnTo>
                  <a:lnTo>
                    <a:pt x="423391" y="1172840"/>
                  </a:lnTo>
                  <a:lnTo>
                    <a:pt x="423396" y="1172829"/>
                  </a:lnTo>
                  <a:lnTo>
                    <a:pt x="423401" y="1172817"/>
                  </a:lnTo>
                  <a:lnTo>
                    <a:pt x="423411" y="1172796"/>
                  </a:lnTo>
                  <a:lnTo>
                    <a:pt x="423416" y="1172784"/>
                  </a:lnTo>
                  <a:lnTo>
                    <a:pt x="423422" y="1172767"/>
                  </a:lnTo>
                  <a:lnTo>
                    <a:pt x="423425" y="1172753"/>
                  </a:lnTo>
                  <a:lnTo>
                    <a:pt x="423427" y="1172743"/>
                  </a:lnTo>
                  <a:lnTo>
                    <a:pt x="423431" y="1172725"/>
                  </a:lnTo>
                  <a:lnTo>
                    <a:pt x="423432" y="1172712"/>
                  </a:lnTo>
                  <a:lnTo>
                    <a:pt x="423433" y="1172705"/>
                  </a:lnTo>
                  <a:lnTo>
                    <a:pt x="423434" y="1172696"/>
                  </a:lnTo>
                  <a:lnTo>
                    <a:pt x="423435" y="1172681"/>
                  </a:lnTo>
                  <a:lnTo>
                    <a:pt x="423435" y="1172662"/>
                  </a:lnTo>
                  <a:lnTo>
                    <a:pt x="423434" y="1172631"/>
                  </a:lnTo>
                  <a:lnTo>
                    <a:pt x="423434" y="1172622"/>
                  </a:lnTo>
                  <a:lnTo>
                    <a:pt x="423433" y="1172601"/>
                  </a:lnTo>
                  <a:lnTo>
                    <a:pt x="423432" y="1172583"/>
                  </a:lnTo>
                  <a:lnTo>
                    <a:pt x="423431" y="1172573"/>
                  </a:lnTo>
                  <a:lnTo>
                    <a:pt x="423429" y="1172561"/>
                  </a:lnTo>
                  <a:lnTo>
                    <a:pt x="423426" y="1172553"/>
                  </a:lnTo>
                  <a:lnTo>
                    <a:pt x="423425" y="1172548"/>
                  </a:lnTo>
                  <a:lnTo>
                    <a:pt x="423416" y="1172533"/>
                  </a:lnTo>
                  <a:lnTo>
                    <a:pt x="423408" y="1172522"/>
                  </a:lnTo>
                  <a:lnTo>
                    <a:pt x="423395" y="1172507"/>
                  </a:lnTo>
                  <a:lnTo>
                    <a:pt x="423379" y="1172490"/>
                  </a:lnTo>
                  <a:lnTo>
                    <a:pt x="423364" y="1172473"/>
                  </a:lnTo>
                  <a:lnTo>
                    <a:pt x="423349" y="1172457"/>
                  </a:lnTo>
                  <a:lnTo>
                    <a:pt x="423337" y="1172444"/>
                  </a:lnTo>
                  <a:lnTo>
                    <a:pt x="423326" y="1172430"/>
                  </a:lnTo>
                  <a:lnTo>
                    <a:pt x="423314" y="1172416"/>
                  </a:lnTo>
                  <a:lnTo>
                    <a:pt x="423300" y="1172401"/>
                  </a:lnTo>
                  <a:lnTo>
                    <a:pt x="423286" y="1172385"/>
                  </a:lnTo>
                  <a:lnTo>
                    <a:pt x="423269" y="1172369"/>
                  </a:lnTo>
                  <a:lnTo>
                    <a:pt x="423255" y="1172356"/>
                  </a:lnTo>
                  <a:lnTo>
                    <a:pt x="423248" y="1172346"/>
                  </a:lnTo>
                  <a:lnTo>
                    <a:pt x="423255" y="1172340"/>
                  </a:lnTo>
                  <a:lnTo>
                    <a:pt x="423273" y="1172336"/>
                  </a:lnTo>
                  <a:lnTo>
                    <a:pt x="423292" y="1172333"/>
                  </a:lnTo>
                  <a:lnTo>
                    <a:pt x="423312" y="1172330"/>
                  </a:lnTo>
                  <a:lnTo>
                    <a:pt x="423331" y="1172328"/>
                  </a:lnTo>
                  <a:lnTo>
                    <a:pt x="423356" y="1172323"/>
                  </a:lnTo>
                  <a:lnTo>
                    <a:pt x="423371" y="1172318"/>
                  </a:lnTo>
                  <a:lnTo>
                    <a:pt x="423387" y="1172313"/>
                  </a:lnTo>
                  <a:lnTo>
                    <a:pt x="423401" y="1172307"/>
                  </a:lnTo>
                  <a:lnTo>
                    <a:pt x="423415" y="1172300"/>
                  </a:lnTo>
                  <a:lnTo>
                    <a:pt x="423441" y="1172288"/>
                  </a:lnTo>
                  <a:lnTo>
                    <a:pt x="423478" y="1172271"/>
                  </a:lnTo>
                  <a:lnTo>
                    <a:pt x="423517" y="1172252"/>
                  </a:lnTo>
                  <a:lnTo>
                    <a:pt x="423541" y="1172241"/>
                  </a:lnTo>
                  <a:lnTo>
                    <a:pt x="423572" y="1172228"/>
                  </a:lnTo>
                  <a:lnTo>
                    <a:pt x="423597" y="1172216"/>
                  </a:lnTo>
                  <a:lnTo>
                    <a:pt x="423623" y="1172204"/>
                  </a:lnTo>
                  <a:lnTo>
                    <a:pt x="423643" y="1172193"/>
                  </a:lnTo>
                  <a:lnTo>
                    <a:pt x="423663" y="1172183"/>
                  </a:lnTo>
                  <a:lnTo>
                    <a:pt x="423680" y="1172174"/>
                  </a:lnTo>
                  <a:lnTo>
                    <a:pt x="423688" y="1172169"/>
                  </a:lnTo>
                  <a:lnTo>
                    <a:pt x="423698" y="1172161"/>
                  </a:lnTo>
                  <a:lnTo>
                    <a:pt x="423708" y="1172152"/>
                  </a:lnTo>
                  <a:lnTo>
                    <a:pt x="423715" y="1172144"/>
                  </a:lnTo>
                  <a:lnTo>
                    <a:pt x="423722" y="1172134"/>
                  </a:lnTo>
                  <a:lnTo>
                    <a:pt x="423728" y="1172125"/>
                  </a:lnTo>
                  <a:lnTo>
                    <a:pt x="423736" y="1172111"/>
                  </a:lnTo>
                  <a:lnTo>
                    <a:pt x="423741" y="1172102"/>
                  </a:lnTo>
                  <a:lnTo>
                    <a:pt x="423744" y="1172095"/>
                  </a:lnTo>
                  <a:lnTo>
                    <a:pt x="423748" y="1172084"/>
                  </a:lnTo>
                  <a:lnTo>
                    <a:pt x="423751" y="1172071"/>
                  </a:lnTo>
                  <a:lnTo>
                    <a:pt x="423756" y="1172052"/>
                  </a:lnTo>
                  <a:lnTo>
                    <a:pt x="423760" y="1172038"/>
                  </a:lnTo>
                  <a:lnTo>
                    <a:pt x="423761" y="1172027"/>
                  </a:lnTo>
                  <a:lnTo>
                    <a:pt x="423760" y="1172016"/>
                  </a:lnTo>
                  <a:lnTo>
                    <a:pt x="423758" y="1172002"/>
                  </a:lnTo>
                  <a:lnTo>
                    <a:pt x="423753" y="1171984"/>
                  </a:lnTo>
                  <a:lnTo>
                    <a:pt x="423748" y="1171966"/>
                  </a:lnTo>
                  <a:lnTo>
                    <a:pt x="423741" y="1171946"/>
                  </a:lnTo>
                  <a:lnTo>
                    <a:pt x="423735" y="1171930"/>
                  </a:lnTo>
                  <a:lnTo>
                    <a:pt x="423729" y="1171917"/>
                  </a:lnTo>
                  <a:lnTo>
                    <a:pt x="423723" y="1171903"/>
                  </a:lnTo>
                  <a:lnTo>
                    <a:pt x="423715" y="1171887"/>
                  </a:lnTo>
                  <a:lnTo>
                    <a:pt x="423705" y="1171868"/>
                  </a:lnTo>
                  <a:lnTo>
                    <a:pt x="423694" y="1171850"/>
                  </a:lnTo>
                  <a:lnTo>
                    <a:pt x="423687" y="1171835"/>
                  </a:lnTo>
                  <a:lnTo>
                    <a:pt x="423682" y="1171822"/>
                  </a:lnTo>
                  <a:lnTo>
                    <a:pt x="423678" y="1171808"/>
                  </a:lnTo>
                  <a:lnTo>
                    <a:pt x="423674" y="1171793"/>
                  </a:lnTo>
                  <a:lnTo>
                    <a:pt x="423673" y="1171787"/>
                  </a:lnTo>
                  <a:lnTo>
                    <a:pt x="423671" y="1171778"/>
                  </a:lnTo>
                  <a:lnTo>
                    <a:pt x="423669" y="1171763"/>
                  </a:lnTo>
                  <a:lnTo>
                    <a:pt x="423666" y="1171736"/>
                  </a:lnTo>
                  <a:lnTo>
                    <a:pt x="423663" y="1171707"/>
                  </a:lnTo>
                  <a:lnTo>
                    <a:pt x="423661" y="1171681"/>
                  </a:lnTo>
                  <a:lnTo>
                    <a:pt x="423657" y="1171652"/>
                  </a:lnTo>
                  <a:lnTo>
                    <a:pt x="423653" y="1171630"/>
                  </a:lnTo>
                  <a:lnTo>
                    <a:pt x="423647" y="1171596"/>
                  </a:lnTo>
                  <a:lnTo>
                    <a:pt x="423643" y="1171575"/>
                  </a:lnTo>
                  <a:lnTo>
                    <a:pt x="423637" y="1171549"/>
                  </a:lnTo>
                  <a:lnTo>
                    <a:pt x="423634" y="1171528"/>
                  </a:lnTo>
                  <a:lnTo>
                    <a:pt x="423633" y="1171522"/>
                  </a:lnTo>
                  <a:lnTo>
                    <a:pt x="423631" y="1171511"/>
                  </a:lnTo>
                  <a:lnTo>
                    <a:pt x="423630" y="1171492"/>
                  </a:lnTo>
                  <a:lnTo>
                    <a:pt x="423632" y="1171483"/>
                  </a:lnTo>
                  <a:lnTo>
                    <a:pt x="423636" y="1171476"/>
                  </a:lnTo>
                  <a:lnTo>
                    <a:pt x="423643" y="1171469"/>
                  </a:lnTo>
                  <a:lnTo>
                    <a:pt x="423653" y="1171460"/>
                  </a:lnTo>
                  <a:lnTo>
                    <a:pt x="423671" y="1171449"/>
                  </a:lnTo>
                  <a:lnTo>
                    <a:pt x="423686" y="1171437"/>
                  </a:lnTo>
                  <a:lnTo>
                    <a:pt x="423693" y="1171431"/>
                  </a:lnTo>
                  <a:lnTo>
                    <a:pt x="423701" y="1171422"/>
                  </a:lnTo>
                  <a:lnTo>
                    <a:pt x="423707" y="1171413"/>
                  </a:lnTo>
                  <a:lnTo>
                    <a:pt x="423713" y="1171403"/>
                  </a:lnTo>
                  <a:lnTo>
                    <a:pt x="423722" y="1171389"/>
                  </a:lnTo>
                  <a:lnTo>
                    <a:pt x="423733" y="1171374"/>
                  </a:lnTo>
                  <a:lnTo>
                    <a:pt x="423742" y="1171363"/>
                  </a:lnTo>
                  <a:lnTo>
                    <a:pt x="423752" y="1171355"/>
                  </a:lnTo>
                  <a:lnTo>
                    <a:pt x="423766" y="1171345"/>
                  </a:lnTo>
                  <a:lnTo>
                    <a:pt x="423782" y="1171335"/>
                  </a:lnTo>
                  <a:lnTo>
                    <a:pt x="423804" y="1171323"/>
                  </a:lnTo>
                  <a:lnTo>
                    <a:pt x="423819" y="1171315"/>
                  </a:lnTo>
                  <a:lnTo>
                    <a:pt x="423838" y="1171305"/>
                  </a:lnTo>
                  <a:lnTo>
                    <a:pt x="423853" y="1171296"/>
                  </a:lnTo>
                  <a:lnTo>
                    <a:pt x="423868" y="1171287"/>
                  </a:lnTo>
                  <a:lnTo>
                    <a:pt x="423880" y="1171278"/>
                  </a:lnTo>
                  <a:lnTo>
                    <a:pt x="423878" y="1171270"/>
                  </a:lnTo>
                  <a:lnTo>
                    <a:pt x="423859" y="1171248"/>
                  </a:lnTo>
                  <a:lnTo>
                    <a:pt x="423845" y="1171230"/>
                  </a:lnTo>
                  <a:lnTo>
                    <a:pt x="423834" y="1171218"/>
                  </a:lnTo>
                  <a:lnTo>
                    <a:pt x="423822" y="1171205"/>
                  </a:lnTo>
                  <a:lnTo>
                    <a:pt x="423810" y="1171194"/>
                  </a:lnTo>
                  <a:lnTo>
                    <a:pt x="423795" y="1171183"/>
                  </a:lnTo>
                  <a:lnTo>
                    <a:pt x="423784" y="1171176"/>
                  </a:lnTo>
                  <a:lnTo>
                    <a:pt x="423769" y="1171168"/>
                  </a:lnTo>
                  <a:lnTo>
                    <a:pt x="423757" y="1171165"/>
                  </a:lnTo>
                  <a:lnTo>
                    <a:pt x="423743" y="1171163"/>
                  </a:lnTo>
                  <a:lnTo>
                    <a:pt x="423725" y="1171161"/>
                  </a:lnTo>
                  <a:lnTo>
                    <a:pt x="423712" y="1171159"/>
                  </a:lnTo>
                  <a:lnTo>
                    <a:pt x="423698" y="1171155"/>
                  </a:lnTo>
                  <a:lnTo>
                    <a:pt x="423675" y="1171147"/>
                  </a:lnTo>
                  <a:lnTo>
                    <a:pt x="423661" y="1171142"/>
                  </a:lnTo>
                  <a:lnTo>
                    <a:pt x="423652" y="1171137"/>
                  </a:lnTo>
                  <a:lnTo>
                    <a:pt x="423644" y="1171130"/>
                  </a:lnTo>
                  <a:lnTo>
                    <a:pt x="423635" y="1171122"/>
                  </a:lnTo>
                  <a:lnTo>
                    <a:pt x="423628" y="1171112"/>
                  </a:lnTo>
                  <a:lnTo>
                    <a:pt x="423617" y="1171097"/>
                  </a:lnTo>
                  <a:lnTo>
                    <a:pt x="423604" y="1171076"/>
                  </a:lnTo>
                  <a:lnTo>
                    <a:pt x="423592" y="1171058"/>
                  </a:lnTo>
                  <a:lnTo>
                    <a:pt x="423583" y="1171046"/>
                  </a:lnTo>
                  <a:lnTo>
                    <a:pt x="423573" y="1171030"/>
                  </a:lnTo>
                  <a:lnTo>
                    <a:pt x="423561" y="1171014"/>
                  </a:lnTo>
                  <a:lnTo>
                    <a:pt x="423552" y="1171001"/>
                  </a:lnTo>
                  <a:lnTo>
                    <a:pt x="423542" y="1170984"/>
                  </a:lnTo>
                  <a:lnTo>
                    <a:pt x="423532" y="1170970"/>
                  </a:lnTo>
                  <a:lnTo>
                    <a:pt x="423520" y="1170956"/>
                  </a:lnTo>
                  <a:lnTo>
                    <a:pt x="423517" y="1170952"/>
                  </a:lnTo>
                  <a:lnTo>
                    <a:pt x="423511" y="1170946"/>
                  </a:lnTo>
                  <a:lnTo>
                    <a:pt x="423500" y="1170936"/>
                  </a:lnTo>
                  <a:lnTo>
                    <a:pt x="423485" y="1170925"/>
                  </a:lnTo>
                  <a:lnTo>
                    <a:pt x="423470" y="1170916"/>
                  </a:lnTo>
                  <a:lnTo>
                    <a:pt x="423457" y="1170909"/>
                  </a:lnTo>
                  <a:lnTo>
                    <a:pt x="423449" y="1170903"/>
                  </a:lnTo>
                  <a:lnTo>
                    <a:pt x="423449" y="1170890"/>
                  </a:lnTo>
                  <a:lnTo>
                    <a:pt x="423448" y="1170867"/>
                  </a:lnTo>
                  <a:lnTo>
                    <a:pt x="423448" y="1170840"/>
                  </a:lnTo>
                  <a:lnTo>
                    <a:pt x="423448" y="1170830"/>
                  </a:lnTo>
                  <a:lnTo>
                    <a:pt x="423448" y="1170821"/>
                  </a:lnTo>
                  <a:lnTo>
                    <a:pt x="423447" y="1170814"/>
                  </a:lnTo>
                  <a:lnTo>
                    <a:pt x="423446" y="1170798"/>
                  </a:lnTo>
                  <a:lnTo>
                    <a:pt x="423445" y="1170789"/>
                  </a:lnTo>
                  <a:lnTo>
                    <a:pt x="423443" y="1170775"/>
                  </a:lnTo>
                  <a:lnTo>
                    <a:pt x="423441" y="1170756"/>
                  </a:lnTo>
                  <a:lnTo>
                    <a:pt x="423438" y="1170743"/>
                  </a:lnTo>
                  <a:lnTo>
                    <a:pt x="423430" y="1170713"/>
                  </a:lnTo>
                  <a:lnTo>
                    <a:pt x="423427" y="1170696"/>
                  </a:lnTo>
                  <a:lnTo>
                    <a:pt x="423423" y="1170669"/>
                  </a:lnTo>
                  <a:lnTo>
                    <a:pt x="423420" y="1170650"/>
                  </a:lnTo>
                  <a:lnTo>
                    <a:pt x="423417" y="1170629"/>
                  </a:lnTo>
                  <a:lnTo>
                    <a:pt x="423415" y="1170619"/>
                  </a:lnTo>
                  <a:lnTo>
                    <a:pt x="423414" y="1170612"/>
                  </a:lnTo>
                  <a:lnTo>
                    <a:pt x="423412" y="1170595"/>
                  </a:lnTo>
                  <a:lnTo>
                    <a:pt x="423409" y="1170573"/>
                  </a:lnTo>
                  <a:lnTo>
                    <a:pt x="423406" y="1170557"/>
                  </a:lnTo>
                  <a:lnTo>
                    <a:pt x="423402" y="1170534"/>
                  </a:lnTo>
                  <a:lnTo>
                    <a:pt x="423399" y="1170520"/>
                  </a:lnTo>
                  <a:lnTo>
                    <a:pt x="423398" y="1170515"/>
                  </a:lnTo>
                  <a:lnTo>
                    <a:pt x="423397" y="1170507"/>
                  </a:lnTo>
                  <a:lnTo>
                    <a:pt x="423396" y="1170503"/>
                  </a:lnTo>
                  <a:lnTo>
                    <a:pt x="423395" y="1170492"/>
                  </a:lnTo>
                  <a:lnTo>
                    <a:pt x="423394" y="1170483"/>
                  </a:lnTo>
                  <a:lnTo>
                    <a:pt x="423393" y="1170470"/>
                  </a:lnTo>
                  <a:lnTo>
                    <a:pt x="423392" y="1170446"/>
                  </a:lnTo>
                  <a:lnTo>
                    <a:pt x="423392" y="1170432"/>
                  </a:lnTo>
                  <a:lnTo>
                    <a:pt x="423390" y="1170421"/>
                  </a:lnTo>
                  <a:lnTo>
                    <a:pt x="423388" y="1170410"/>
                  </a:lnTo>
                  <a:lnTo>
                    <a:pt x="423385" y="1170404"/>
                  </a:lnTo>
                  <a:lnTo>
                    <a:pt x="423379" y="1170392"/>
                  </a:lnTo>
                  <a:lnTo>
                    <a:pt x="423376" y="1170388"/>
                  </a:lnTo>
                  <a:lnTo>
                    <a:pt x="423371" y="1170382"/>
                  </a:lnTo>
                  <a:lnTo>
                    <a:pt x="423361" y="1170371"/>
                  </a:lnTo>
                  <a:lnTo>
                    <a:pt x="423358" y="1170367"/>
                  </a:lnTo>
                  <a:lnTo>
                    <a:pt x="423350" y="1170358"/>
                  </a:lnTo>
                  <a:lnTo>
                    <a:pt x="423341" y="1170348"/>
                  </a:lnTo>
                  <a:lnTo>
                    <a:pt x="423332" y="1170342"/>
                  </a:lnTo>
                  <a:lnTo>
                    <a:pt x="423325" y="1170337"/>
                  </a:lnTo>
                  <a:lnTo>
                    <a:pt x="423319" y="1170335"/>
                  </a:lnTo>
                  <a:lnTo>
                    <a:pt x="423306" y="1170334"/>
                  </a:lnTo>
                  <a:lnTo>
                    <a:pt x="423287" y="1170332"/>
                  </a:lnTo>
                  <a:lnTo>
                    <a:pt x="423270" y="1170332"/>
                  </a:lnTo>
                  <a:lnTo>
                    <a:pt x="423244" y="1170333"/>
                  </a:lnTo>
                  <a:lnTo>
                    <a:pt x="423219" y="1170336"/>
                  </a:lnTo>
                  <a:lnTo>
                    <a:pt x="423214" y="1170336"/>
                  </a:lnTo>
                  <a:lnTo>
                    <a:pt x="423202" y="1170337"/>
                  </a:lnTo>
                  <a:lnTo>
                    <a:pt x="423186" y="1170336"/>
                  </a:lnTo>
                  <a:lnTo>
                    <a:pt x="423174" y="1170334"/>
                  </a:lnTo>
                  <a:lnTo>
                    <a:pt x="423163" y="1170331"/>
                  </a:lnTo>
                  <a:lnTo>
                    <a:pt x="423153" y="1170328"/>
                  </a:lnTo>
                  <a:lnTo>
                    <a:pt x="423137" y="1170324"/>
                  </a:lnTo>
                  <a:lnTo>
                    <a:pt x="423123" y="1170320"/>
                  </a:lnTo>
                  <a:lnTo>
                    <a:pt x="423110" y="1170318"/>
                  </a:lnTo>
                  <a:lnTo>
                    <a:pt x="423085" y="1170318"/>
                  </a:lnTo>
                  <a:lnTo>
                    <a:pt x="423064" y="1170317"/>
                  </a:lnTo>
                  <a:lnTo>
                    <a:pt x="423041" y="1170316"/>
                  </a:lnTo>
                  <a:lnTo>
                    <a:pt x="423018" y="1170313"/>
                  </a:lnTo>
                  <a:lnTo>
                    <a:pt x="422992" y="1170312"/>
                  </a:lnTo>
                  <a:lnTo>
                    <a:pt x="422967" y="1170311"/>
                  </a:lnTo>
                  <a:lnTo>
                    <a:pt x="422950" y="1170310"/>
                  </a:lnTo>
                  <a:lnTo>
                    <a:pt x="422940" y="1170312"/>
                  </a:lnTo>
                  <a:lnTo>
                    <a:pt x="422931" y="1170315"/>
                  </a:lnTo>
                  <a:lnTo>
                    <a:pt x="422916" y="1170323"/>
                  </a:lnTo>
                  <a:lnTo>
                    <a:pt x="422909" y="1170327"/>
                  </a:lnTo>
                  <a:lnTo>
                    <a:pt x="422901" y="1170329"/>
                  </a:lnTo>
                  <a:lnTo>
                    <a:pt x="422894" y="1170329"/>
                  </a:lnTo>
                  <a:lnTo>
                    <a:pt x="422888" y="1170328"/>
                  </a:lnTo>
                  <a:lnTo>
                    <a:pt x="422877" y="1170324"/>
                  </a:lnTo>
                  <a:lnTo>
                    <a:pt x="422866" y="1170321"/>
                  </a:lnTo>
                  <a:lnTo>
                    <a:pt x="422856" y="1170319"/>
                  </a:lnTo>
                  <a:lnTo>
                    <a:pt x="422846" y="1170320"/>
                  </a:lnTo>
                  <a:lnTo>
                    <a:pt x="422834" y="1170323"/>
                  </a:lnTo>
                  <a:lnTo>
                    <a:pt x="422825" y="1170325"/>
                  </a:lnTo>
                  <a:lnTo>
                    <a:pt x="422806" y="1170331"/>
                  </a:lnTo>
                  <a:lnTo>
                    <a:pt x="422788" y="1170338"/>
                  </a:lnTo>
                  <a:lnTo>
                    <a:pt x="422783" y="1170340"/>
                  </a:lnTo>
                  <a:lnTo>
                    <a:pt x="422767" y="1170343"/>
                  </a:lnTo>
                  <a:lnTo>
                    <a:pt x="422750" y="1170346"/>
                  </a:lnTo>
                  <a:lnTo>
                    <a:pt x="422730" y="1170348"/>
                  </a:lnTo>
                  <a:lnTo>
                    <a:pt x="422705" y="1170350"/>
                  </a:lnTo>
                  <a:lnTo>
                    <a:pt x="422696" y="1170350"/>
                  </a:lnTo>
                  <a:lnTo>
                    <a:pt x="422690" y="1170350"/>
                  </a:lnTo>
                  <a:lnTo>
                    <a:pt x="422662" y="1170350"/>
                  </a:lnTo>
                  <a:lnTo>
                    <a:pt x="422635" y="1170351"/>
                  </a:lnTo>
                  <a:lnTo>
                    <a:pt x="422628" y="1170351"/>
                  </a:lnTo>
                  <a:lnTo>
                    <a:pt x="422610" y="1170351"/>
                  </a:lnTo>
                  <a:lnTo>
                    <a:pt x="422602" y="1170350"/>
                  </a:lnTo>
                  <a:lnTo>
                    <a:pt x="422594" y="1170349"/>
                  </a:lnTo>
                  <a:lnTo>
                    <a:pt x="422579" y="1170347"/>
                  </a:lnTo>
                  <a:lnTo>
                    <a:pt x="422572" y="1170346"/>
                  </a:lnTo>
                  <a:lnTo>
                    <a:pt x="422546" y="1170338"/>
                  </a:lnTo>
                  <a:lnTo>
                    <a:pt x="422525" y="1170331"/>
                  </a:lnTo>
                  <a:lnTo>
                    <a:pt x="422507" y="1170324"/>
                  </a:lnTo>
                  <a:lnTo>
                    <a:pt x="422479" y="1170313"/>
                  </a:lnTo>
                  <a:lnTo>
                    <a:pt x="422461" y="1170305"/>
                  </a:lnTo>
                  <a:lnTo>
                    <a:pt x="422440" y="1170297"/>
                  </a:lnTo>
                  <a:lnTo>
                    <a:pt x="422421" y="1170291"/>
                  </a:lnTo>
                  <a:lnTo>
                    <a:pt x="422406" y="1170287"/>
                  </a:lnTo>
                  <a:lnTo>
                    <a:pt x="422396" y="1170285"/>
                  </a:lnTo>
                  <a:lnTo>
                    <a:pt x="422384" y="1170285"/>
                  </a:lnTo>
                  <a:lnTo>
                    <a:pt x="422373" y="1170285"/>
                  </a:lnTo>
                  <a:lnTo>
                    <a:pt x="422369" y="1170286"/>
                  </a:lnTo>
                  <a:lnTo>
                    <a:pt x="422351" y="1170290"/>
                  </a:lnTo>
                  <a:lnTo>
                    <a:pt x="422333" y="1170293"/>
                  </a:lnTo>
                  <a:lnTo>
                    <a:pt x="422313" y="1170297"/>
                  </a:lnTo>
                  <a:lnTo>
                    <a:pt x="422294" y="1170300"/>
                  </a:lnTo>
                  <a:lnTo>
                    <a:pt x="422287" y="1170300"/>
                  </a:lnTo>
                  <a:lnTo>
                    <a:pt x="422277" y="1170301"/>
                  </a:lnTo>
                  <a:lnTo>
                    <a:pt x="422264" y="1170303"/>
                  </a:lnTo>
                  <a:lnTo>
                    <a:pt x="422242" y="1170309"/>
                  </a:lnTo>
                  <a:lnTo>
                    <a:pt x="422234" y="1170310"/>
                  </a:lnTo>
                  <a:lnTo>
                    <a:pt x="422228" y="1170308"/>
                  </a:lnTo>
                  <a:lnTo>
                    <a:pt x="422221" y="1170300"/>
                  </a:lnTo>
                  <a:lnTo>
                    <a:pt x="422215" y="1170291"/>
                  </a:lnTo>
                  <a:lnTo>
                    <a:pt x="422207" y="1170282"/>
                  </a:lnTo>
                  <a:lnTo>
                    <a:pt x="422202" y="1170278"/>
                  </a:lnTo>
                  <a:lnTo>
                    <a:pt x="422195" y="1170274"/>
                  </a:lnTo>
                  <a:lnTo>
                    <a:pt x="422185" y="1170271"/>
                  </a:lnTo>
                  <a:lnTo>
                    <a:pt x="422172" y="1170268"/>
                  </a:lnTo>
                  <a:lnTo>
                    <a:pt x="422156" y="1170265"/>
                  </a:lnTo>
                  <a:lnTo>
                    <a:pt x="422150" y="1170264"/>
                  </a:lnTo>
                  <a:lnTo>
                    <a:pt x="422141" y="1170264"/>
                  </a:lnTo>
                  <a:lnTo>
                    <a:pt x="422136" y="1170264"/>
                  </a:lnTo>
                  <a:lnTo>
                    <a:pt x="422128" y="1170266"/>
                  </a:lnTo>
                  <a:lnTo>
                    <a:pt x="422118" y="1170272"/>
                  </a:lnTo>
                  <a:lnTo>
                    <a:pt x="422110" y="1170276"/>
                  </a:lnTo>
                  <a:lnTo>
                    <a:pt x="422105" y="1170277"/>
                  </a:lnTo>
                  <a:lnTo>
                    <a:pt x="422089" y="1170278"/>
                  </a:lnTo>
                  <a:lnTo>
                    <a:pt x="422077" y="1170278"/>
                  </a:lnTo>
                  <a:lnTo>
                    <a:pt x="422051" y="1170275"/>
                  </a:lnTo>
                  <a:lnTo>
                    <a:pt x="422028" y="1170273"/>
                  </a:lnTo>
                  <a:lnTo>
                    <a:pt x="422006" y="1170271"/>
                  </a:lnTo>
                  <a:lnTo>
                    <a:pt x="421992" y="1170270"/>
                  </a:lnTo>
                  <a:lnTo>
                    <a:pt x="421977" y="1170266"/>
                  </a:lnTo>
                  <a:lnTo>
                    <a:pt x="421958" y="1170263"/>
                  </a:lnTo>
                  <a:lnTo>
                    <a:pt x="421939" y="1170259"/>
                  </a:lnTo>
                  <a:lnTo>
                    <a:pt x="421924" y="1170255"/>
                  </a:lnTo>
                  <a:lnTo>
                    <a:pt x="421914" y="1170252"/>
                  </a:lnTo>
                  <a:lnTo>
                    <a:pt x="421908" y="1170250"/>
                  </a:lnTo>
                  <a:lnTo>
                    <a:pt x="421902" y="1170245"/>
                  </a:lnTo>
                  <a:lnTo>
                    <a:pt x="421897" y="1170241"/>
                  </a:lnTo>
                  <a:lnTo>
                    <a:pt x="421894" y="1170226"/>
                  </a:lnTo>
                  <a:lnTo>
                    <a:pt x="421892" y="1170214"/>
                  </a:lnTo>
                  <a:lnTo>
                    <a:pt x="421887" y="1170198"/>
                  </a:lnTo>
                  <a:lnTo>
                    <a:pt x="421883" y="1170184"/>
                  </a:lnTo>
                  <a:lnTo>
                    <a:pt x="421878" y="1170172"/>
                  </a:lnTo>
                  <a:lnTo>
                    <a:pt x="421872" y="1170160"/>
                  </a:lnTo>
                  <a:lnTo>
                    <a:pt x="421866" y="1170150"/>
                  </a:lnTo>
                  <a:lnTo>
                    <a:pt x="421856" y="1170138"/>
                  </a:lnTo>
                  <a:lnTo>
                    <a:pt x="421845" y="1170127"/>
                  </a:lnTo>
                  <a:lnTo>
                    <a:pt x="421835" y="1170118"/>
                  </a:lnTo>
                  <a:lnTo>
                    <a:pt x="421825" y="1170110"/>
                  </a:lnTo>
                  <a:lnTo>
                    <a:pt x="421801" y="1170095"/>
                  </a:lnTo>
                  <a:lnTo>
                    <a:pt x="421789" y="1170088"/>
                  </a:lnTo>
                  <a:lnTo>
                    <a:pt x="421774" y="1170080"/>
                  </a:lnTo>
                  <a:lnTo>
                    <a:pt x="421768" y="1170077"/>
                  </a:lnTo>
                  <a:lnTo>
                    <a:pt x="421761" y="1170073"/>
                  </a:lnTo>
                  <a:lnTo>
                    <a:pt x="421753" y="1170069"/>
                  </a:lnTo>
                  <a:lnTo>
                    <a:pt x="421741" y="1170064"/>
                  </a:lnTo>
                  <a:lnTo>
                    <a:pt x="421736" y="1170063"/>
                  </a:lnTo>
                  <a:lnTo>
                    <a:pt x="421700" y="1170051"/>
                  </a:lnTo>
                  <a:lnTo>
                    <a:pt x="421677" y="1170045"/>
                  </a:lnTo>
                  <a:lnTo>
                    <a:pt x="421652" y="1170039"/>
                  </a:lnTo>
                  <a:lnTo>
                    <a:pt x="421633" y="1170034"/>
                  </a:lnTo>
                  <a:lnTo>
                    <a:pt x="421611" y="1170030"/>
                  </a:lnTo>
                  <a:lnTo>
                    <a:pt x="421598" y="1170027"/>
                  </a:lnTo>
                  <a:lnTo>
                    <a:pt x="421583" y="1170024"/>
                  </a:lnTo>
                  <a:lnTo>
                    <a:pt x="421566" y="1170019"/>
                  </a:lnTo>
                  <a:lnTo>
                    <a:pt x="421552" y="1170015"/>
                  </a:lnTo>
                  <a:lnTo>
                    <a:pt x="421545" y="1170011"/>
                  </a:lnTo>
                  <a:lnTo>
                    <a:pt x="421541" y="1170008"/>
                  </a:lnTo>
                  <a:lnTo>
                    <a:pt x="421538" y="1170003"/>
                  </a:lnTo>
                  <a:lnTo>
                    <a:pt x="421536" y="1169993"/>
                  </a:lnTo>
                  <a:lnTo>
                    <a:pt x="421533" y="1169967"/>
                  </a:lnTo>
                  <a:lnTo>
                    <a:pt x="421533" y="1169948"/>
                  </a:lnTo>
                  <a:lnTo>
                    <a:pt x="421533" y="1169920"/>
                  </a:lnTo>
                  <a:lnTo>
                    <a:pt x="421534" y="1169902"/>
                  </a:lnTo>
                  <a:lnTo>
                    <a:pt x="421535" y="1169896"/>
                  </a:lnTo>
                  <a:lnTo>
                    <a:pt x="421535" y="1169885"/>
                  </a:lnTo>
                  <a:lnTo>
                    <a:pt x="421535" y="1169875"/>
                  </a:lnTo>
                  <a:lnTo>
                    <a:pt x="421535" y="1169852"/>
                  </a:lnTo>
                  <a:lnTo>
                    <a:pt x="421535" y="1169832"/>
                  </a:lnTo>
                  <a:lnTo>
                    <a:pt x="421533" y="1169804"/>
                  </a:lnTo>
                  <a:lnTo>
                    <a:pt x="421533" y="1169798"/>
                  </a:lnTo>
                  <a:lnTo>
                    <a:pt x="421533" y="1169789"/>
                  </a:lnTo>
                  <a:lnTo>
                    <a:pt x="421533" y="1169777"/>
                  </a:lnTo>
                  <a:lnTo>
                    <a:pt x="421531" y="1169765"/>
                  </a:lnTo>
                  <a:lnTo>
                    <a:pt x="421530" y="1169755"/>
                  </a:lnTo>
                  <a:lnTo>
                    <a:pt x="421526" y="1169745"/>
                  </a:lnTo>
                  <a:lnTo>
                    <a:pt x="421523" y="1169738"/>
                  </a:lnTo>
                  <a:lnTo>
                    <a:pt x="421520" y="1169732"/>
                  </a:lnTo>
                  <a:lnTo>
                    <a:pt x="421516" y="1169726"/>
                  </a:lnTo>
                  <a:lnTo>
                    <a:pt x="421507" y="1169712"/>
                  </a:lnTo>
                  <a:lnTo>
                    <a:pt x="421499" y="1169699"/>
                  </a:lnTo>
                  <a:lnTo>
                    <a:pt x="421495" y="1169694"/>
                  </a:lnTo>
                  <a:lnTo>
                    <a:pt x="421485" y="1169684"/>
                  </a:lnTo>
                  <a:lnTo>
                    <a:pt x="421476" y="1169676"/>
                  </a:lnTo>
                  <a:lnTo>
                    <a:pt x="421461" y="1169664"/>
                  </a:lnTo>
                  <a:lnTo>
                    <a:pt x="421448" y="1169655"/>
                  </a:lnTo>
                  <a:lnTo>
                    <a:pt x="421443" y="1169651"/>
                  </a:lnTo>
                  <a:lnTo>
                    <a:pt x="421430" y="1169641"/>
                  </a:lnTo>
                  <a:lnTo>
                    <a:pt x="421425" y="1169636"/>
                  </a:lnTo>
                  <a:lnTo>
                    <a:pt x="421418" y="1169629"/>
                  </a:lnTo>
                  <a:lnTo>
                    <a:pt x="421401" y="1169612"/>
                  </a:lnTo>
                  <a:lnTo>
                    <a:pt x="421387" y="1169597"/>
                  </a:lnTo>
                  <a:lnTo>
                    <a:pt x="421367" y="1169577"/>
                  </a:lnTo>
                  <a:lnTo>
                    <a:pt x="421348" y="1169558"/>
                  </a:lnTo>
                  <a:lnTo>
                    <a:pt x="421329" y="1169541"/>
                  </a:lnTo>
                  <a:lnTo>
                    <a:pt x="421308" y="1169519"/>
                  </a:lnTo>
                  <a:lnTo>
                    <a:pt x="421296" y="1169509"/>
                  </a:lnTo>
                  <a:lnTo>
                    <a:pt x="421282" y="1169498"/>
                  </a:lnTo>
                  <a:lnTo>
                    <a:pt x="421268" y="1169488"/>
                  </a:lnTo>
                  <a:lnTo>
                    <a:pt x="421261" y="1169482"/>
                  </a:lnTo>
                  <a:lnTo>
                    <a:pt x="421256" y="1169475"/>
                  </a:lnTo>
                  <a:lnTo>
                    <a:pt x="421254" y="1169469"/>
                  </a:lnTo>
                  <a:lnTo>
                    <a:pt x="421251" y="1169459"/>
                  </a:lnTo>
                  <a:lnTo>
                    <a:pt x="421249" y="1169442"/>
                  </a:lnTo>
                  <a:lnTo>
                    <a:pt x="421246" y="1169423"/>
                  </a:lnTo>
                  <a:lnTo>
                    <a:pt x="421244" y="1169409"/>
                  </a:lnTo>
                  <a:lnTo>
                    <a:pt x="421239" y="1169384"/>
                  </a:lnTo>
                  <a:lnTo>
                    <a:pt x="421235" y="1169363"/>
                  </a:lnTo>
                  <a:lnTo>
                    <a:pt x="421232" y="1169347"/>
                  </a:lnTo>
                  <a:lnTo>
                    <a:pt x="421231" y="1169341"/>
                  </a:lnTo>
                  <a:lnTo>
                    <a:pt x="421226" y="1169315"/>
                  </a:lnTo>
                  <a:lnTo>
                    <a:pt x="421222" y="1169291"/>
                  </a:lnTo>
                  <a:lnTo>
                    <a:pt x="421218" y="1169269"/>
                  </a:lnTo>
                  <a:lnTo>
                    <a:pt x="421214" y="1169249"/>
                  </a:lnTo>
                  <a:lnTo>
                    <a:pt x="421210" y="1169227"/>
                  </a:lnTo>
                  <a:lnTo>
                    <a:pt x="421207" y="1169219"/>
                  </a:lnTo>
                  <a:lnTo>
                    <a:pt x="421206" y="1169212"/>
                  </a:lnTo>
                  <a:lnTo>
                    <a:pt x="421201" y="1169194"/>
                  </a:lnTo>
                  <a:lnTo>
                    <a:pt x="421197" y="1169176"/>
                  </a:lnTo>
                  <a:lnTo>
                    <a:pt x="421195" y="1169168"/>
                  </a:lnTo>
                  <a:lnTo>
                    <a:pt x="421195" y="1169162"/>
                  </a:lnTo>
                  <a:lnTo>
                    <a:pt x="421194" y="1169152"/>
                  </a:lnTo>
                  <a:lnTo>
                    <a:pt x="421195" y="1169145"/>
                  </a:lnTo>
                  <a:lnTo>
                    <a:pt x="421197" y="1169138"/>
                  </a:lnTo>
                  <a:lnTo>
                    <a:pt x="421202" y="1169130"/>
                  </a:lnTo>
                  <a:lnTo>
                    <a:pt x="421211" y="1169120"/>
                  </a:lnTo>
                  <a:lnTo>
                    <a:pt x="421219" y="1169112"/>
                  </a:lnTo>
                  <a:lnTo>
                    <a:pt x="421230" y="1169102"/>
                  </a:lnTo>
                  <a:lnTo>
                    <a:pt x="421237" y="1169095"/>
                  </a:lnTo>
                  <a:lnTo>
                    <a:pt x="421246" y="1169090"/>
                  </a:lnTo>
                  <a:lnTo>
                    <a:pt x="421253" y="1169087"/>
                  </a:lnTo>
                  <a:lnTo>
                    <a:pt x="421266" y="1169082"/>
                  </a:lnTo>
                  <a:lnTo>
                    <a:pt x="421274" y="1169078"/>
                  </a:lnTo>
                  <a:lnTo>
                    <a:pt x="421281" y="1169074"/>
                  </a:lnTo>
                  <a:lnTo>
                    <a:pt x="421289" y="1169068"/>
                  </a:lnTo>
                  <a:lnTo>
                    <a:pt x="421295" y="1169063"/>
                  </a:lnTo>
                  <a:lnTo>
                    <a:pt x="421301" y="1169053"/>
                  </a:lnTo>
                  <a:lnTo>
                    <a:pt x="421309" y="1169041"/>
                  </a:lnTo>
                  <a:lnTo>
                    <a:pt x="421317" y="1169025"/>
                  </a:lnTo>
                  <a:lnTo>
                    <a:pt x="421321" y="1169015"/>
                  </a:lnTo>
                  <a:lnTo>
                    <a:pt x="421327" y="1168998"/>
                  </a:lnTo>
                  <a:lnTo>
                    <a:pt x="421332" y="1168983"/>
                  </a:lnTo>
                  <a:lnTo>
                    <a:pt x="421335" y="1168973"/>
                  </a:lnTo>
                  <a:lnTo>
                    <a:pt x="421335" y="1168962"/>
                  </a:lnTo>
                  <a:lnTo>
                    <a:pt x="421320" y="1168957"/>
                  </a:lnTo>
                  <a:lnTo>
                    <a:pt x="421307" y="1168953"/>
                  </a:lnTo>
                  <a:lnTo>
                    <a:pt x="421289" y="1168946"/>
                  </a:lnTo>
                  <a:lnTo>
                    <a:pt x="421280" y="1168942"/>
                  </a:lnTo>
                  <a:lnTo>
                    <a:pt x="421275" y="1168939"/>
                  </a:lnTo>
                  <a:lnTo>
                    <a:pt x="421260" y="1168933"/>
                  </a:lnTo>
                  <a:lnTo>
                    <a:pt x="421241" y="1168924"/>
                  </a:lnTo>
                  <a:lnTo>
                    <a:pt x="421221" y="1168917"/>
                  </a:lnTo>
                  <a:lnTo>
                    <a:pt x="421206" y="1168912"/>
                  </a:lnTo>
                  <a:lnTo>
                    <a:pt x="421188" y="1168905"/>
                  </a:lnTo>
                  <a:lnTo>
                    <a:pt x="421167" y="1168897"/>
                  </a:lnTo>
                  <a:lnTo>
                    <a:pt x="421156" y="1168892"/>
                  </a:lnTo>
                  <a:lnTo>
                    <a:pt x="421148" y="1168889"/>
                  </a:lnTo>
                  <a:lnTo>
                    <a:pt x="421143" y="1168887"/>
                  </a:lnTo>
                  <a:lnTo>
                    <a:pt x="421133" y="1168884"/>
                  </a:lnTo>
                  <a:lnTo>
                    <a:pt x="421125" y="1168882"/>
                  </a:lnTo>
                  <a:lnTo>
                    <a:pt x="421113" y="1168881"/>
                  </a:lnTo>
                  <a:lnTo>
                    <a:pt x="421101" y="1168881"/>
                  </a:lnTo>
                  <a:lnTo>
                    <a:pt x="421085" y="1168883"/>
                  </a:lnTo>
                  <a:lnTo>
                    <a:pt x="421077" y="1168885"/>
                  </a:lnTo>
                  <a:lnTo>
                    <a:pt x="421064" y="1168889"/>
                  </a:lnTo>
                  <a:lnTo>
                    <a:pt x="421044" y="1168896"/>
                  </a:lnTo>
                  <a:lnTo>
                    <a:pt x="421039" y="1168897"/>
                  </a:lnTo>
                  <a:lnTo>
                    <a:pt x="421026" y="1168902"/>
                  </a:lnTo>
                  <a:lnTo>
                    <a:pt x="421009" y="1168909"/>
                  </a:lnTo>
                  <a:lnTo>
                    <a:pt x="420985" y="1168918"/>
                  </a:lnTo>
                  <a:lnTo>
                    <a:pt x="420973" y="1168922"/>
                  </a:lnTo>
                  <a:lnTo>
                    <a:pt x="420960" y="1168925"/>
                  </a:lnTo>
                  <a:lnTo>
                    <a:pt x="420946" y="1168927"/>
                  </a:lnTo>
                  <a:lnTo>
                    <a:pt x="420938" y="1168928"/>
                  </a:lnTo>
                  <a:lnTo>
                    <a:pt x="420933" y="1168928"/>
                  </a:lnTo>
                  <a:lnTo>
                    <a:pt x="420921" y="1168928"/>
                  </a:lnTo>
                  <a:lnTo>
                    <a:pt x="420899" y="1168928"/>
                  </a:lnTo>
                  <a:lnTo>
                    <a:pt x="420884" y="1168927"/>
                  </a:lnTo>
                  <a:lnTo>
                    <a:pt x="420870" y="1168925"/>
                  </a:lnTo>
                  <a:lnTo>
                    <a:pt x="420856" y="1168922"/>
                  </a:lnTo>
                  <a:lnTo>
                    <a:pt x="420850" y="1168921"/>
                  </a:lnTo>
                  <a:lnTo>
                    <a:pt x="420843" y="1168919"/>
                  </a:lnTo>
                  <a:lnTo>
                    <a:pt x="420830" y="1168913"/>
                  </a:lnTo>
                  <a:lnTo>
                    <a:pt x="420816" y="1168906"/>
                  </a:lnTo>
                  <a:lnTo>
                    <a:pt x="420802" y="1168899"/>
                  </a:lnTo>
                  <a:lnTo>
                    <a:pt x="420795" y="1168894"/>
                  </a:lnTo>
                  <a:lnTo>
                    <a:pt x="420791" y="1168890"/>
                  </a:lnTo>
                  <a:lnTo>
                    <a:pt x="420786" y="1168880"/>
                  </a:lnTo>
                  <a:lnTo>
                    <a:pt x="420784" y="1168872"/>
                  </a:lnTo>
                  <a:lnTo>
                    <a:pt x="420778" y="1168853"/>
                  </a:lnTo>
                  <a:lnTo>
                    <a:pt x="420775" y="1168840"/>
                  </a:lnTo>
                  <a:lnTo>
                    <a:pt x="420772" y="1168823"/>
                  </a:lnTo>
                  <a:lnTo>
                    <a:pt x="420767" y="1168803"/>
                  </a:lnTo>
                  <a:lnTo>
                    <a:pt x="420762" y="1168785"/>
                  </a:lnTo>
                  <a:lnTo>
                    <a:pt x="420751" y="1168758"/>
                  </a:lnTo>
                  <a:lnTo>
                    <a:pt x="420749" y="1168753"/>
                  </a:lnTo>
                  <a:lnTo>
                    <a:pt x="420746" y="1168748"/>
                  </a:lnTo>
                  <a:lnTo>
                    <a:pt x="420743" y="1168739"/>
                  </a:lnTo>
                  <a:lnTo>
                    <a:pt x="420736" y="1168721"/>
                  </a:lnTo>
                  <a:lnTo>
                    <a:pt x="420732" y="1168710"/>
                  </a:lnTo>
                  <a:lnTo>
                    <a:pt x="420731" y="1168700"/>
                  </a:lnTo>
                  <a:lnTo>
                    <a:pt x="420731" y="1168687"/>
                  </a:lnTo>
                  <a:lnTo>
                    <a:pt x="420731" y="1168669"/>
                  </a:lnTo>
                  <a:lnTo>
                    <a:pt x="420728" y="1168651"/>
                  </a:lnTo>
                  <a:lnTo>
                    <a:pt x="420725" y="1168629"/>
                  </a:lnTo>
                  <a:lnTo>
                    <a:pt x="420721" y="1168606"/>
                  </a:lnTo>
                  <a:lnTo>
                    <a:pt x="420719" y="1168600"/>
                  </a:lnTo>
                  <a:lnTo>
                    <a:pt x="420719" y="1168595"/>
                  </a:lnTo>
                  <a:lnTo>
                    <a:pt x="420718" y="1168588"/>
                  </a:lnTo>
                  <a:lnTo>
                    <a:pt x="420716" y="1168574"/>
                  </a:lnTo>
                  <a:lnTo>
                    <a:pt x="420714" y="1168563"/>
                  </a:lnTo>
                  <a:lnTo>
                    <a:pt x="420712" y="1168556"/>
                  </a:lnTo>
                  <a:lnTo>
                    <a:pt x="420708" y="1168549"/>
                  </a:lnTo>
                  <a:lnTo>
                    <a:pt x="420704" y="1168542"/>
                  </a:lnTo>
                  <a:lnTo>
                    <a:pt x="420700" y="1168540"/>
                  </a:lnTo>
                  <a:lnTo>
                    <a:pt x="420693" y="1168534"/>
                  </a:lnTo>
                  <a:lnTo>
                    <a:pt x="420683" y="1168528"/>
                  </a:lnTo>
                  <a:lnTo>
                    <a:pt x="420675" y="1168524"/>
                  </a:lnTo>
                  <a:lnTo>
                    <a:pt x="420666" y="1168521"/>
                  </a:lnTo>
                  <a:lnTo>
                    <a:pt x="420655" y="1168518"/>
                  </a:lnTo>
                  <a:lnTo>
                    <a:pt x="420637" y="1168516"/>
                  </a:lnTo>
                  <a:lnTo>
                    <a:pt x="420626" y="1168513"/>
                  </a:lnTo>
                  <a:lnTo>
                    <a:pt x="420617" y="1168510"/>
                  </a:lnTo>
                  <a:lnTo>
                    <a:pt x="420609" y="1168504"/>
                  </a:lnTo>
                  <a:lnTo>
                    <a:pt x="420601" y="1168497"/>
                  </a:lnTo>
                  <a:lnTo>
                    <a:pt x="420593" y="1168487"/>
                  </a:lnTo>
                  <a:lnTo>
                    <a:pt x="420585" y="1168478"/>
                  </a:lnTo>
                  <a:lnTo>
                    <a:pt x="420579" y="1168467"/>
                  </a:lnTo>
                  <a:lnTo>
                    <a:pt x="420571" y="1168453"/>
                  </a:lnTo>
                  <a:lnTo>
                    <a:pt x="420564" y="1168439"/>
                  </a:lnTo>
                  <a:lnTo>
                    <a:pt x="420554" y="1168425"/>
                  </a:lnTo>
                  <a:lnTo>
                    <a:pt x="420549" y="1168419"/>
                  </a:lnTo>
                  <a:lnTo>
                    <a:pt x="420543" y="1168411"/>
                  </a:lnTo>
                  <a:lnTo>
                    <a:pt x="420531" y="1168396"/>
                  </a:lnTo>
                  <a:lnTo>
                    <a:pt x="420525" y="1168388"/>
                  </a:lnTo>
                  <a:lnTo>
                    <a:pt x="420519" y="1168380"/>
                  </a:lnTo>
                  <a:lnTo>
                    <a:pt x="420510" y="1168370"/>
                  </a:lnTo>
                  <a:lnTo>
                    <a:pt x="420502" y="1168364"/>
                  </a:lnTo>
                  <a:lnTo>
                    <a:pt x="420490" y="1168352"/>
                  </a:lnTo>
                  <a:lnTo>
                    <a:pt x="420473" y="1168337"/>
                  </a:lnTo>
                  <a:lnTo>
                    <a:pt x="420467" y="1168333"/>
                  </a:lnTo>
                  <a:lnTo>
                    <a:pt x="420445" y="1168316"/>
                  </a:lnTo>
                  <a:lnTo>
                    <a:pt x="420425" y="1168301"/>
                  </a:lnTo>
                  <a:lnTo>
                    <a:pt x="420401" y="1168281"/>
                  </a:lnTo>
                  <a:lnTo>
                    <a:pt x="420384" y="1168268"/>
                  </a:lnTo>
                  <a:lnTo>
                    <a:pt x="420368" y="1168254"/>
                  </a:lnTo>
                  <a:lnTo>
                    <a:pt x="420358" y="1168245"/>
                  </a:lnTo>
                  <a:lnTo>
                    <a:pt x="420346" y="1168233"/>
                  </a:lnTo>
                  <a:lnTo>
                    <a:pt x="420335" y="1168221"/>
                  </a:lnTo>
                  <a:lnTo>
                    <a:pt x="420326" y="1168210"/>
                  </a:lnTo>
                  <a:lnTo>
                    <a:pt x="420319" y="1168201"/>
                  </a:lnTo>
                  <a:lnTo>
                    <a:pt x="420314" y="1168192"/>
                  </a:lnTo>
                  <a:lnTo>
                    <a:pt x="420313" y="1168187"/>
                  </a:lnTo>
                  <a:lnTo>
                    <a:pt x="420315" y="1168180"/>
                  </a:lnTo>
                  <a:lnTo>
                    <a:pt x="420321" y="1168173"/>
                  </a:lnTo>
                  <a:lnTo>
                    <a:pt x="420329" y="1168165"/>
                  </a:lnTo>
                  <a:lnTo>
                    <a:pt x="420342" y="1168150"/>
                  </a:lnTo>
                  <a:lnTo>
                    <a:pt x="420353" y="1168136"/>
                  </a:lnTo>
                  <a:lnTo>
                    <a:pt x="420363" y="1168125"/>
                  </a:lnTo>
                  <a:lnTo>
                    <a:pt x="420371" y="1168115"/>
                  </a:lnTo>
                  <a:lnTo>
                    <a:pt x="420375" y="1168108"/>
                  </a:lnTo>
                  <a:lnTo>
                    <a:pt x="420378" y="1168102"/>
                  </a:lnTo>
                  <a:lnTo>
                    <a:pt x="420379" y="1168094"/>
                  </a:lnTo>
                  <a:lnTo>
                    <a:pt x="420380" y="1168086"/>
                  </a:lnTo>
                  <a:lnTo>
                    <a:pt x="420379" y="1168067"/>
                  </a:lnTo>
                  <a:lnTo>
                    <a:pt x="420377" y="1168047"/>
                  </a:lnTo>
                  <a:lnTo>
                    <a:pt x="420374" y="1168029"/>
                  </a:lnTo>
                  <a:lnTo>
                    <a:pt x="420371" y="1168012"/>
                  </a:lnTo>
                  <a:lnTo>
                    <a:pt x="420369" y="1167998"/>
                  </a:lnTo>
                  <a:lnTo>
                    <a:pt x="420365" y="1167984"/>
                  </a:lnTo>
                  <a:lnTo>
                    <a:pt x="420362" y="1167974"/>
                  </a:lnTo>
                  <a:lnTo>
                    <a:pt x="420358" y="1167957"/>
                  </a:lnTo>
                  <a:lnTo>
                    <a:pt x="420356" y="1167945"/>
                  </a:lnTo>
                  <a:lnTo>
                    <a:pt x="420355" y="1167929"/>
                  </a:lnTo>
                  <a:lnTo>
                    <a:pt x="420355" y="1167917"/>
                  </a:lnTo>
                  <a:lnTo>
                    <a:pt x="420357" y="1167904"/>
                  </a:lnTo>
                  <a:lnTo>
                    <a:pt x="420357" y="1167898"/>
                  </a:lnTo>
                  <a:lnTo>
                    <a:pt x="420360" y="1167882"/>
                  </a:lnTo>
                  <a:lnTo>
                    <a:pt x="420363" y="1167861"/>
                  </a:lnTo>
                  <a:lnTo>
                    <a:pt x="420363" y="1167855"/>
                  </a:lnTo>
                  <a:lnTo>
                    <a:pt x="420365" y="1167844"/>
                  </a:lnTo>
                  <a:lnTo>
                    <a:pt x="420365" y="1167835"/>
                  </a:lnTo>
                  <a:lnTo>
                    <a:pt x="420365" y="1167827"/>
                  </a:lnTo>
                  <a:lnTo>
                    <a:pt x="420363" y="1167821"/>
                  </a:lnTo>
                  <a:lnTo>
                    <a:pt x="420361" y="1167815"/>
                  </a:lnTo>
                  <a:lnTo>
                    <a:pt x="420356" y="1167806"/>
                  </a:lnTo>
                  <a:lnTo>
                    <a:pt x="420350" y="1167798"/>
                  </a:lnTo>
                  <a:lnTo>
                    <a:pt x="420343" y="1167789"/>
                  </a:lnTo>
                  <a:lnTo>
                    <a:pt x="420331" y="1167779"/>
                  </a:lnTo>
                  <a:lnTo>
                    <a:pt x="420324" y="1167773"/>
                  </a:lnTo>
                  <a:lnTo>
                    <a:pt x="420318" y="1167768"/>
                  </a:lnTo>
                  <a:lnTo>
                    <a:pt x="420308" y="1167758"/>
                  </a:lnTo>
                  <a:lnTo>
                    <a:pt x="420294" y="1167744"/>
                  </a:lnTo>
                  <a:lnTo>
                    <a:pt x="420293" y="1167738"/>
                  </a:lnTo>
                  <a:lnTo>
                    <a:pt x="420301" y="1167734"/>
                  </a:lnTo>
                  <a:lnTo>
                    <a:pt x="420313" y="1167730"/>
                  </a:lnTo>
                  <a:lnTo>
                    <a:pt x="420325" y="1167726"/>
                  </a:lnTo>
                  <a:lnTo>
                    <a:pt x="420338" y="1167721"/>
                  </a:lnTo>
                  <a:lnTo>
                    <a:pt x="420349" y="1167715"/>
                  </a:lnTo>
                  <a:lnTo>
                    <a:pt x="420361" y="1167709"/>
                  </a:lnTo>
                  <a:lnTo>
                    <a:pt x="420375" y="1167702"/>
                  </a:lnTo>
                  <a:lnTo>
                    <a:pt x="420388" y="1167696"/>
                  </a:lnTo>
                  <a:lnTo>
                    <a:pt x="420397" y="1167692"/>
                  </a:lnTo>
                  <a:lnTo>
                    <a:pt x="420403" y="1167688"/>
                  </a:lnTo>
                  <a:lnTo>
                    <a:pt x="420418" y="1167682"/>
                  </a:lnTo>
                  <a:lnTo>
                    <a:pt x="420431" y="1167677"/>
                  </a:lnTo>
                  <a:lnTo>
                    <a:pt x="420444" y="1167671"/>
                  </a:lnTo>
                  <a:lnTo>
                    <a:pt x="420456" y="1167665"/>
                  </a:lnTo>
                  <a:lnTo>
                    <a:pt x="420460" y="1167662"/>
                  </a:lnTo>
                  <a:lnTo>
                    <a:pt x="420466" y="1167659"/>
                  </a:lnTo>
                  <a:lnTo>
                    <a:pt x="420470" y="1167655"/>
                  </a:lnTo>
                  <a:lnTo>
                    <a:pt x="420475" y="1167651"/>
                  </a:lnTo>
                  <a:lnTo>
                    <a:pt x="420484" y="1167643"/>
                  </a:lnTo>
                  <a:lnTo>
                    <a:pt x="420492" y="1167635"/>
                  </a:lnTo>
                  <a:lnTo>
                    <a:pt x="420496" y="1167629"/>
                  </a:lnTo>
                  <a:lnTo>
                    <a:pt x="420501" y="1167621"/>
                  </a:lnTo>
                  <a:lnTo>
                    <a:pt x="420508" y="1167611"/>
                  </a:lnTo>
                  <a:lnTo>
                    <a:pt x="420514" y="1167603"/>
                  </a:lnTo>
                  <a:lnTo>
                    <a:pt x="420524" y="1167593"/>
                  </a:lnTo>
                  <a:lnTo>
                    <a:pt x="420531" y="1167586"/>
                  </a:lnTo>
                  <a:lnTo>
                    <a:pt x="420535" y="1167579"/>
                  </a:lnTo>
                  <a:lnTo>
                    <a:pt x="420536" y="1167574"/>
                  </a:lnTo>
                  <a:lnTo>
                    <a:pt x="420536" y="1167567"/>
                  </a:lnTo>
                  <a:lnTo>
                    <a:pt x="420535" y="1167561"/>
                  </a:lnTo>
                  <a:lnTo>
                    <a:pt x="420530" y="1167540"/>
                  </a:lnTo>
                  <a:lnTo>
                    <a:pt x="420527" y="1167530"/>
                  </a:lnTo>
                  <a:lnTo>
                    <a:pt x="420523" y="1167511"/>
                  </a:lnTo>
                  <a:lnTo>
                    <a:pt x="420521" y="1167497"/>
                  </a:lnTo>
                  <a:lnTo>
                    <a:pt x="420517" y="1167480"/>
                  </a:lnTo>
                  <a:lnTo>
                    <a:pt x="420514" y="1167464"/>
                  </a:lnTo>
                  <a:lnTo>
                    <a:pt x="420513" y="1167452"/>
                  </a:lnTo>
                  <a:lnTo>
                    <a:pt x="420513" y="1167436"/>
                  </a:lnTo>
                  <a:lnTo>
                    <a:pt x="420515" y="1167419"/>
                  </a:lnTo>
                  <a:lnTo>
                    <a:pt x="420517" y="1167406"/>
                  </a:lnTo>
                  <a:lnTo>
                    <a:pt x="420521" y="1167390"/>
                  </a:lnTo>
                  <a:lnTo>
                    <a:pt x="420525" y="1167370"/>
                  </a:lnTo>
                  <a:lnTo>
                    <a:pt x="420528" y="1167358"/>
                  </a:lnTo>
                  <a:lnTo>
                    <a:pt x="420530" y="1167337"/>
                  </a:lnTo>
                  <a:lnTo>
                    <a:pt x="420531" y="1167313"/>
                  </a:lnTo>
                  <a:lnTo>
                    <a:pt x="420532" y="1167292"/>
                  </a:lnTo>
                  <a:lnTo>
                    <a:pt x="420531" y="1167268"/>
                  </a:lnTo>
                  <a:lnTo>
                    <a:pt x="420529" y="1167249"/>
                  </a:lnTo>
                  <a:lnTo>
                    <a:pt x="420527" y="1167233"/>
                  </a:lnTo>
                  <a:lnTo>
                    <a:pt x="420524" y="1167219"/>
                  </a:lnTo>
                  <a:lnTo>
                    <a:pt x="420520" y="1167203"/>
                  </a:lnTo>
                  <a:lnTo>
                    <a:pt x="420517" y="1167192"/>
                  </a:lnTo>
                  <a:lnTo>
                    <a:pt x="420511" y="1167173"/>
                  </a:lnTo>
                  <a:lnTo>
                    <a:pt x="420505" y="1167156"/>
                  </a:lnTo>
                  <a:lnTo>
                    <a:pt x="420498" y="1167141"/>
                  </a:lnTo>
                  <a:lnTo>
                    <a:pt x="420491" y="1167129"/>
                  </a:lnTo>
                  <a:lnTo>
                    <a:pt x="420479" y="1167112"/>
                  </a:lnTo>
                  <a:lnTo>
                    <a:pt x="420468" y="1167095"/>
                  </a:lnTo>
                  <a:lnTo>
                    <a:pt x="420458" y="1167081"/>
                  </a:lnTo>
                  <a:lnTo>
                    <a:pt x="420449" y="1167072"/>
                  </a:lnTo>
                  <a:lnTo>
                    <a:pt x="420437" y="1167061"/>
                  </a:lnTo>
                  <a:lnTo>
                    <a:pt x="420434" y="1167058"/>
                  </a:lnTo>
                  <a:lnTo>
                    <a:pt x="420433" y="1167052"/>
                  </a:lnTo>
                  <a:lnTo>
                    <a:pt x="420435" y="1167045"/>
                  </a:lnTo>
                  <a:lnTo>
                    <a:pt x="420443" y="1167031"/>
                  </a:lnTo>
                  <a:lnTo>
                    <a:pt x="420452" y="1167017"/>
                  </a:lnTo>
                  <a:lnTo>
                    <a:pt x="420461" y="1167003"/>
                  </a:lnTo>
                  <a:lnTo>
                    <a:pt x="420471" y="1166990"/>
                  </a:lnTo>
                  <a:lnTo>
                    <a:pt x="420478" y="1166981"/>
                  </a:lnTo>
                  <a:lnTo>
                    <a:pt x="420484" y="1166971"/>
                  </a:lnTo>
                  <a:lnTo>
                    <a:pt x="420489" y="1166962"/>
                  </a:lnTo>
                  <a:lnTo>
                    <a:pt x="420492" y="1166958"/>
                  </a:lnTo>
                  <a:lnTo>
                    <a:pt x="420499" y="1166944"/>
                  </a:lnTo>
                  <a:lnTo>
                    <a:pt x="420505" y="1166929"/>
                  </a:lnTo>
                  <a:lnTo>
                    <a:pt x="420509" y="1166916"/>
                  </a:lnTo>
                  <a:lnTo>
                    <a:pt x="420510" y="1166910"/>
                  </a:lnTo>
                  <a:lnTo>
                    <a:pt x="420511" y="1166902"/>
                  </a:lnTo>
                  <a:lnTo>
                    <a:pt x="420509" y="1166897"/>
                  </a:lnTo>
                  <a:lnTo>
                    <a:pt x="420505" y="1166891"/>
                  </a:lnTo>
                  <a:lnTo>
                    <a:pt x="420498" y="1166883"/>
                  </a:lnTo>
                  <a:lnTo>
                    <a:pt x="420488" y="1166873"/>
                  </a:lnTo>
                  <a:lnTo>
                    <a:pt x="420474" y="1166861"/>
                  </a:lnTo>
                  <a:lnTo>
                    <a:pt x="420455" y="1166845"/>
                  </a:lnTo>
                  <a:lnTo>
                    <a:pt x="420434" y="1166825"/>
                  </a:lnTo>
                  <a:lnTo>
                    <a:pt x="420429" y="1166821"/>
                  </a:lnTo>
                  <a:lnTo>
                    <a:pt x="420415" y="1166807"/>
                  </a:lnTo>
                  <a:lnTo>
                    <a:pt x="420402" y="1166797"/>
                  </a:lnTo>
                  <a:lnTo>
                    <a:pt x="420388" y="1166787"/>
                  </a:lnTo>
                  <a:lnTo>
                    <a:pt x="420376" y="1166780"/>
                  </a:lnTo>
                  <a:lnTo>
                    <a:pt x="420362" y="1166769"/>
                  </a:lnTo>
                  <a:lnTo>
                    <a:pt x="420347" y="1166760"/>
                  </a:lnTo>
                  <a:lnTo>
                    <a:pt x="420332" y="1166750"/>
                  </a:lnTo>
                  <a:lnTo>
                    <a:pt x="420310" y="1166739"/>
                  </a:lnTo>
                  <a:lnTo>
                    <a:pt x="420289" y="1166730"/>
                  </a:lnTo>
                  <a:lnTo>
                    <a:pt x="420274" y="1166723"/>
                  </a:lnTo>
                  <a:lnTo>
                    <a:pt x="420259" y="1166717"/>
                  </a:lnTo>
                  <a:lnTo>
                    <a:pt x="420252" y="1166714"/>
                  </a:lnTo>
                  <a:lnTo>
                    <a:pt x="420236" y="1166708"/>
                  </a:lnTo>
                  <a:lnTo>
                    <a:pt x="420218" y="1166702"/>
                  </a:lnTo>
                  <a:lnTo>
                    <a:pt x="420200" y="1166696"/>
                  </a:lnTo>
                  <a:lnTo>
                    <a:pt x="420185" y="1166691"/>
                  </a:lnTo>
                  <a:lnTo>
                    <a:pt x="420168" y="1166686"/>
                  </a:lnTo>
                  <a:lnTo>
                    <a:pt x="420150" y="1166681"/>
                  </a:lnTo>
                  <a:lnTo>
                    <a:pt x="420131" y="1166674"/>
                  </a:lnTo>
                  <a:lnTo>
                    <a:pt x="420115" y="1166669"/>
                  </a:lnTo>
                  <a:lnTo>
                    <a:pt x="420102" y="1166665"/>
                  </a:lnTo>
                  <a:lnTo>
                    <a:pt x="420091" y="1166661"/>
                  </a:lnTo>
                  <a:lnTo>
                    <a:pt x="420086" y="1166658"/>
                  </a:lnTo>
                  <a:lnTo>
                    <a:pt x="420081" y="1166656"/>
                  </a:lnTo>
                  <a:lnTo>
                    <a:pt x="420071" y="1166651"/>
                  </a:lnTo>
                  <a:lnTo>
                    <a:pt x="420063" y="1166646"/>
                  </a:lnTo>
                  <a:lnTo>
                    <a:pt x="420055" y="1166641"/>
                  </a:lnTo>
                  <a:lnTo>
                    <a:pt x="420048" y="1166637"/>
                  </a:lnTo>
                  <a:lnTo>
                    <a:pt x="420041" y="1166631"/>
                  </a:lnTo>
                  <a:lnTo>
                    <a:pt x="420031" y="1166624"/>
                  </a:lnTo>
                  <a:lnTo>
                    <a:pt x="420018" y="1166613"/>
                  </a:lnTo>
                  <a:lnTo>
                    <a:pt x="420007" y="1166603"/>
                  </a:lnTo>
                  <a:lnTo>
                    <a:pt x="420003" y="1166599"/>
                  </a:lnTo>
                  <a:lnTo>
                    <a:pt x="419994" y="1166592"/>
                  </a:lnTo>
                  <a:lnTo>
                    <a:pt x="419983" y="1166585"/>
                  </a:lnTo>
                  <a:lnTo>
                    <a:pt x="419971" y="1166580"/>
                  </a:lnTo>
                  <a:lnTo>
                    <a:pt x="419966" y="1166579"/>
                  </a:lnTo>
                  <a:lnTo>
                    <a:pt x="419957" y="1166576"/>
                  </a:lnTo>
                  <a:lnTo>
                    <a:pt x="419946" y="1166574"/>
                  </a:lnTo>
                  <a:lnTo>
                    <a:pt x="419939" y="1166573"/>
                  </a:lnTo>
                  <a:lnTo>
                    <a:pt x="419926" y="1166571"/>
                  </a:lnTo>
                  <a:lnTo>
                    <a:pt x="419921" y="1166570"/>
                  </a:lnTo>
                  <a:lnTo>
                    <a:pt x="419916" y="1166569"/>
                  </a:lnTo>
                  <a:lnTo>
                    <a:pt x="419905" y="1166566"/>
                  </a:lnTo>
                  <a:lnTo>
                    <a:pt x="419897" y="1166563"/>
                  </a:lnTo>
                  <a:lnTo>
                    <a:pt x="419893" y="1166561"/>
                  </a:lnTo>
                  <a:lnTo>
                    <a:pt x="419878" y="1166556"/>
                  </a:lnTo>
                  <a:lnTo>
                    <a:pt x="419869" y="1166551"/>
                  </a:lnTo>
                  <a:lnTo>
                    <a:pt x="419864" y="1166549"/>
                  </a:lnTo>
                  <a:lnTo>
                    <a:pt x="419858" y="1166544"/>
                  </a:lnTo>
                  <a:lnTo>
                    <a:pt x="419855" y="1166539"/>
                  </a:lnTo>
                  <a:lnTo>
                    <a:pt x="419852" y="1166529"/>
                  </a:lnTo>
                  <a:lnTo>
                    <a:pt x="419848" y="1166520"/>
                  </a:lnTo>
                  <a:lnTo>
                    <a:pt x="419842" y="1166509"/>
                  </a:lnTo>
                  <a:lnTo>
                    <a:pt x="419829" y="1166487"/>
                  </a:lnTo>
                  <a:lnTo>
                    <a:pt x="419815" y="1166467"/>
                  </a:lnTo>
                  <a:lnTo>
                    <a:pt x="419798" y="1166444"/>
                  </a:lnTo>
                  <a:lnTo>
                    <a:pt x="419791" y="1166435"/>
                  </a:lnTo>
                  <a:lnTo>
                    <a:pt x="419784" y="1166427"/>
                  </a:lnTo>
                  <a:lnTo>
                    <a:pt x="419771" y="1166410"/>
                  </a:lnTo>
                  <a:lnTo>
                    <a:pt x="419761" y="1166396"/>
                  </a:lnTo>
                  <a:lnTo>
                    <a:pt x="419752" y="1166381"/>
                  </a:lnTo>
                  <a:lnTo>
                    <a:pt x="419745" y="1166371"/>
                  </a:lnTo>
                  <a:lnTo>
                    <a:pt x="419740" y="1166364"/>
                  </a:lnTo>
                  <a:lnTo>
                    <a:pt x="419735" y="1166363"/>
                  </a:lnTo>
                  <a:lnTo>
                    <a:pt x="419730" y="1166364"/>
                  </a:lnTo>
                  <a:lnTo>
                    <a:pt x="419711" y="1166372"/>
                  </a:lnTo>
                  <a:lnTo>
                    <a:pt x="419696" y="1166377"/>
                  </a:lnTo>
                  <a:lnTo>
                    <a:pt x="419691" y="1166378"/>
                  </a:lnTo>
                  <a:lnTo>
                    <a:pt x="419677" y="1166381"/>
                  </a:lnTo>
                  <a:lnTo>
                    <a:pt x="419660" y="1166382"/>
                  </a:lnTo>
                  <a:lnTo>
                    <a:pt x="419634" y="1166383"/>
                  </a:lnTo>
                  <a:lnTo>
                    <a:pt x="419609" y="1166382"/>
                  </a:lnTo>
                  <a:lnTo>
                    <a:pt x="419599" y="1166381"/>
                  </a:lnTo>
                  <a:lnTo>
                    <a:pt x="419581" y="1166379"/>
                  </a:lnTo>
                  <a:lnTo>
                    <a:pt x="419564" y="1166376"/>
                  </a:lnTo>
                  <a:lnTo>
                    <a:pt x="419553" y="1166373"/>
                  </a:lnTo>
                  <a:lnTo>
                    <a:pt x="419546" y="1166372"/>
                  </a:lnTo>
                  <a:lnTo>
                    <a:pt x="419532" y="1166368"/>
                  </a:lnTo>
                  <a:lnTo>
                    <a:pt x="419526" y="1166366"/>
                  </a:lnTo>
                  <a:lnTo>
                    <a:pt x="419498" y="1166357"/>
                  </a:lnTo>
                  <a:lnTo>
                    <a:pt x="419481" y="1166356"/>
                  </a:lnTo>
                  <a:lnTo>
                    <a:pt x="419465" y="1166352"/>
                  </a:lnTo>
                  <a:lnTo>
                    <a:pt x="419452" y="1166348"/>
                  </a:lnTo>
                  <a:lnTo>
                    <a:pt x="419435" y="1166343"/>
                  </a:lnTo>
                  <a:lnTo>
                    <a:pt x="419421" y="1166340"/>
                  </a:lnTo>
                  <a:lnTo>
                    <a:pt x="419410" y="1166336"/>
                  </a:lnTo>
                  <a:lnTo>
                    <a:pt x="419396" y="1166330"/>
                  </a:lnTo>
                  <a:lnTo>
                    <a:pt x="419376" y="1166325"/>
                  </a:lnTo>
                  <a:lnTo>
                    <a:pt x="419366" y="1166321"/>
                  </a:lnTo>
                  <a:lnTo>
                    <a:pt x="419360" y="1166318"/>
                  </a:lnTo>
                  <a:lnTo>
                    <a:pt x="419354" y="1166311"/>
                  </a:lnTo>
                  <a:lnTo>
                    <a:pt x="419345" y="1166300"/>
                  </a:lnTo>
                  <a:lnTo>
                    <a:pt x="419332" y="1166284"/>
                  </a:lnTo>
                  <a:lnTo>
                    <a:pt x="419318" y="1166268"/>
                  </a:lnTo>
                  <a:lnTo>
                    <a:pt x="419300" y="1166250"/>
                  </a:lnTo>
                  <a:lnTo>
                    <a:pt x="419295" y="1166244"/>
                  </a:lnTo>
                  <a:lnTo>
                    <a:pt x="419283" y="1166232"/>
                  </a:lnTo>
                  <a:lnTo>
                    <a:pt x="419272" y="1166220"/>
                  </a:lnTo>
                  <a:lnTo>
                    <a:pt x="419241" y="1166198"/>
                  </a:lnTo>
                  <a:lnTo>
                    <a:pt x="419216" y="1166179"/>
                  </a:lnTo>
                  <a:lnTo>
                    <a:pt x="419199" y="1166163"/>
                  </a:lnTo>
                  <a:lnTo>
                    <a:pt x="419189" y="1166151"/>
                  </a:lnTo>
                  <a:lnTo>
                    <a:pt x="419172" y="1166126"/>
                  </a:lnTo>
                  <a:lnTo>
                    <a:pt x="419165" y="1166117"/>
                  </a:lnTo>
                  <a:lnTo>
                    <a:pt x="419161" y="1166112"/>
                  </a:lnTo>
                  <a:lnTo>
                    <a:pt x="419155" y="1166113"/>
                  </a:lnTo>
                  <a:lnTo>
                    <a:pt x="419149" y="1166117"/>
                  </a:lnTo>
                  <a:lnTo>
                    <a:pt x="419136" y="1166126"/>
                  </a:lnTo>
                  <a:lnTo>
                    <a:pt x="419125" y="1166133"/>
                  </a:lnTo>
                  <a:lnTo>
                    <a:pt x="419111" y="1166141"/>
                  </a:lnTo>
                  <a:lnTo>
                    <a:pt x="419092" y="1166150"/>
                  </a:lnTo>
                  <a:lnTo>
                    <a:pt x="419066" y="1166162"/>
                  </a:lnTo>
                  <a:lnTo>
                    <a:pt x="419048" y="1166170"/>
                  </a:lnTo>
                  <a:lnTo>
                    <a:pt x="419036" y="1166177"/>
                  </a:lnTo>
                  <a:lnTo>
                    <a:pt x="419025" y="1166185"/>
                  </a:lnTo>
                  <a:lnTo>
                    <a:pt x="419014" y="1166195"/>
                  </a:lnTo>
                  <a:lnTo>
                    <a:pt x="419010" y="1166199"/>
                  </a:lnTo>
                  <a:lnTo>
                    <a:pt x="419004" y="1166207"/>
                  </a:lnTo>
                  <a:lnTo>
                    <a:pt x="418994" y="1166222"/>
                  </a:lnTo>
                  <a:lnTo>
                    <a:pt x="418985" y="1166235"/>
                  </a:lnTo>
                  <a:lnTo>
                    <a:pt x="418978" y="1166248"/>
                  </a:lnTo>
                  <a:lnTo>
                    <a:pt x="418972" y="1166262"/>
                  </a:lnTo>
                  <a:lnTo>
                    <a:pt x="418966" y="1166277"/>
                  </a:lnTo>
                  <a:lnTo>
                    <a:pt x="418961" y="1166290"/>
                  </a:lnTo>
                  <a:lnTo>
                    <a:pt x="418956" y="1166304"/>
                  </a:lnTo>
                  <a:lnTo>
                    <a:pt x="418950" y="1166317"/>
                  </a:lnTo>
                  <a:lnTo>
                    <a:pt x="418946" y="1166328"/>
                  </a:lnTo>
                  <a:lnTo>
                    <a:pt x="418941" y="1166337"/>
                  </a:lnTo>
                  <a:lnTo>
                    <a:pt x="418936" y="1166345"/>
                  </a:lnTo>
                  <a:lnTo>
                    <a:pt x="418930" y="1166353"/>
                  </a:lnTo>
                  <a:lnTo>
                    <a:pt x="418921" y="1166364"/>
                  </a:lnTo>
                  <a:lnTo>
                    <a:pt x="418909" y="1166378"/>
                  </a:lnTo>
                  <a:lnTo>
                    <a:pt x="418900" y="1166389"/>
                  </a:lnTo>
                  <a:lnTo>
                    <a:pt x="418892" y="1166398"/>
                  </a:lnTo>
                  <a:lnTo>
                    <a:pt x="418885" y="1166404"/>
                  </a:lnTo>
                  <a:lnTo>
                    <a:pt x="418878" y="1166409"/>
                  </a:lnTo>
                  <a:lnTo>
                    <a:pt x="418867" y="1166415"/>
                  </a:lnTo>
                  <a:lnTo>
                    <a:pt x="418860" y="1166419"/>
                  </a:lnTo>
                  <a:lnTo>
                    <a:pt x="418847" y="1166424"/>
                  </a:lnTo>
                  <a:lnTo>
                    <a:pt x="418832" y="1166429"/>
                  </a:lnTo>
                  <a:lnTo>
                    <a:pt x="418815" y="1166435"/>
                  </a:lnTo>
                  <a:lnTo>
                    <a:pt x="418788" y="1166441"/>
                  </a:lnTo>
                  <a:lnTo>
                    <a:pt x="418783" y="1166442"/>
                  </a:lnTo>
                  <a:lnTo>
                    <a:pt x="418779" y="1166443"/>
                  </a:lnTo>
                  <a:lnTo>
                    <a:pt x="418769" y="1166445"/>
                  </a:lnTo>
                  <a:lnTo>
                    <a:pt x="418750" y="1166450"/>
                  </a:lnTo>
                  <a:lnTo>
                    <a:pt x="418737" y="1166455"/>
                  </a:lnTo>
                  <a:lnTo>
                    <a:pt x="418716" y="1166462"/>
                  </a:lnTo>
                  <a:lnTo>
                    <a:pt x="418698" y="1166470"/>
                  </a:lnTo>
                  <a:lnTo>
                    <a:pt x="418684" y="1166476"/>
                  </a:lnTo>
                  <a:lnTo>
                    <a:pt x="418670" y="1166483"/>
                  </a:lnTo>
                  <a:lnTo>
                    <a:pt x="418657" y="1166491"/>
                  </a:lnTo>
                  <a:lnTo>
                    <a:pt x="418647" y="1166497"/>
                  </a:lnTo>
                  <a:lnTo>
                    <a:pt x="418638" y="1166503"/>
                  </a:lnTo>
                  <a:lnTo>
                    <a:pt x="418629" y="1166510"/>
                  </a:lnTo>
                  <a:lnTo>
                    <a:pt x="418620" y="1166517"/>
                  </a:lnTo>
                  <a:lnTo>
                    <a:pt x="418609" y="1166528"/>
                  </a:lnTo>
                  <a:lnTo>
                    <a:pt x="418599" y="1166539"/>
                  </a:lnTo>
                  <a:lnTo>
                    <a:pt x="418595" y="1166545"/>
                  </a:lnTo>
                  <a:lnTo>
                    <a:pt x="418589" y="1166552"/>
                  </a:lnTo>
                  <a:lnTo>
                    <a:pt x="418582" y="1166559"/>
                  </a:lnTo>
                  <a:lnTo>
                    <a:pt x="418575" y="1166560"/>
                  </a:lnTo>
                  <a:lnTo>
                    <a:pt x="418571" y="1166556"/>
                  </a:lnTo>
                  <a:lnTo>
                    <a:pt x="418563" y="1166547"/>
                  </a:lnTo>
                  <a:lnTo>
                    <a:pt x="418560" y="1166540"/>
                  </a:lnTo>
                  <a:lnTo>
                    <a:pt x="418550" y="1166531"/>
                  </a:lnTo>
                  <a:lnTo>
                    <a:pt x="418539" y="1166522"/>
                  </a:lnTo>
                  <a:lnTo>
                    <a:pt x="418528" y="1166515"/>
                  </a:lnTo>
                  <a:lnTo>
                    <a:pt x="418514" y="1166507"/>
                  </a:lnTo>
                  <a:lnTo>
                    <a:pt x="418479" y="1166488"/>
                  </a:lnTo>
                  <a:lnTo>
                    <a:pt x="418448" y="1166472"/>
                  </a:lnTo>
                  <a:lnTo>
                    <a:pt x="418420" y="1166456"/>
                  </a:lnTo>
                  <a:lnTo>
                    <a:pt x="418401" y="1166445"/>
                  </a:lnTo>
                  <a:lnTo>
                    <a:pt x="418380" y="1166433"/>
                  </a:lnTo>
                  <a:lnTo>
                    <a:pt x="418351" y="1166420"/>
                  </a:lnTo>
                  <a:lnTo>
                    <a:pt x="418327" y="1166408"/>
                  </a:lnTo>
                  <a:lnTo>
                    <a:pt x="418298" y="1166391"/>
                  </a:lnTo>
                  <a:lnTo>
                    <a:pt x="418274" y="1166378"/>
                  </a:lnTo>
                  <a:lnTo>
                    <a:pt x="418255" y="1166367"/>
                  </a:lnTo>
                  <a:lnTo>
                    <a:pt x="418237" y="1166354"/>
                  </a:lnTo>
                  <a:lnTo>
                    <a:pt x="418227" y="1166345"/>
                  </a:lnTo>
                  <a:lnTo>
                    <a:pt x="418213" y="1166332"/>
                  </a:lnTo>
                  <a:lnTo>
                    <a:pt x="418206" y="1166327"/>
                  </a:lnTo>
                  <a:lnTo>
                    <a:pt x="418202" y="1166328"/>
                  </a:lnTo>
                  <a:lnTo>
                    <a:pt x="418196" y="1166336"/>
                  </a:lnTo>
                  <a:lnTo>
                    <a:pt x="418184" y="1166354"/>
                  </a:lnTo>
                  <a:lnTo>
                    <a:pt x="418176" y="1166364"/>
                  </a:lnTo>
                  <a:lnTo>
                    <a:pt x="418164" y="1166377"/>
                  </a:lnTo>
                  <a:lnTo>
                    <a:pt x="418152" y="1166388"/>
                  </a:lnTo>
                  <a:lnTo>
                    <a:pt x="418138" y="1166397"/>
                  </a:lnTo>
                  <a:lnTo>
                    <a:pt x="418125" y="1166405"/>
                  </a:lnTo>
                  <a:lnTo>
                    <a:pt x="418119" y="1166407"/>
                  </a:lnTo>
                  <a:lnTo>
                    <a:pt x="418115" y="1166409"/>
                  </a:lnTo>
                  <a:lnTo>
                    <a:pt x="418104" y="1166414"/>
                  </a:lnTo>
                  <a:lnTo>
                    <a:pt x="418100" y="1166416"/>
                  </a:lnTo>
                  <a:lnTo>
                    <a:pt x="418084" y="1166423"/>
                  </a:lnTo>
                  <a:lnTo>
                    <a:pt x="418071" y="1166430"/>
                  </a:lnTo>
                  <a:lnTo>
                    <a:pt x="418054" y="1166440"/>
                  </a:lnTo>
                  <a:lnTo>
                    <a:pt x="418041" y="1166449"/>
                  </a:lnTo>
                  <a:lnTo>
                    <a:pt x="418031" y="1166457"/>
                  </a:lnTo>
                  <a:lnTo>
                    <a:pt x="418021" y="1166463"/>
                  </a:lnTo>
                  <a:lnTo>
                    <a:pt x="418015" y="1166467"/>
                  </a:lnTo>
                  <a:lnTo>
                    <a:pt x="418004" y="1166474"/>
                  </a:lnTo>
                  <a:lnTo>
                    <a:pt x="417987" y="1166483"/>
                  </a:lnTo>
                  <a:lnTo>
                    <a:pt x="417975" y="1166492"/>
                  </a:lnTo>
                  <a:lnTo>
                    <a:pt x="417964" y="1166500"/>
                  </a:lnTo>
                  <a:lnTo>
                    <a:pt x="417951" y="1166506"/>
                  </a:lnTo>
                  <a:lnTo>
                    <a:pt x="417940" y="1166511"/>
                  </a:lnTo>
                  <a:lnTo>
                    <a:pt x="417927" y="1166515"/>
                  </a:lnTo>
                  <a:lnTo>
                    <a:pt x="417910" y="1166521"/>
                  </a:lnTo>
                  <a:lnTo>
                    <a:pt x="417892" y="1166525"/>
                  </a:lnTo>
                  <a:lnTo>
                    <a:pt x="417874" y="1166529"/>
                  </a:lnTo>
                  <a:lnTo>
                    <a:pt x="417863" y="1166533"/>
                  </a:lnTo>
                  <a:lnTo>
                    <a:pt x="417857" y="1166536"/>
                  </a:lnTo>
                  <a:lnTo>
                    <a:pt x="417853" y="1166539"/>
                  </a:lnTo>
                  <a:lnTo>
                    <a:pt x="417845" y="1166544"/>
                  </a:lnTo>
                  <a:lnTo>
                    <a:pt x="417837" y="1166549"/>
                  </a:lnTo>
                  <a:lnTo>
                    <a:pt x="417825" y="1166556"/>
                  </a:lnTo>
                  <a:lnTo>
                    <a:pt x="417810" y="1166564"/>
                  </a:lnTo>
                  <a:lnTo>
                    <a:pt x="417796" y="1166572"/>
                  </a:lnTo>
                  <a:lnTo>
                    <a:pt x="417766" y="1166588"/>
                  </a:lnTo>
                  <a:lnTo>
                    <a:pt x="417752" y="1166595"/>
                  </a:lnTo>
                  <a:lnTo>
                    <a:pt x="417739" y="1166599"/>
                  </a:lnTo>
                  <a:lnTo>
                    <a:pt x="417729" y="1166600"/>
                  </a:lnTo>
                  <a:lnTo>
                    <a:pt x="417720" y="1166599"/>
                  </a:lnTo>
                  <a:lnTo>
                    <a:pt x="417704" y="1166594"/>
                  </a:lnTo>
                  <a:lnTo>
                    <a:pt x="417691" y="1166589"/>
                  </a:lnTo>
                  <a:lnTo>
                    <a:pt x="417675" y="1166581"/>
                  </a:lnTo>
                  <a:lnTo>
                    <a:pt x="417656" y="1166569"/>
                  </a:lnTo>
                  <a:lnTo>
                    <a:pt x="417649" y="1166563"/>
                  </a:lnTo>
                  <a:lnTo>
                    <a:pt x="417634" y="1166549"/>
                  </a:lnTo>
                  <a:lnTo>
                    <a:pt x="417631" y="1166544"/>
                  </a:lnTo>
                  <a:lnTo>
                    <a:pt x="417628" y="1166539"/>
                  </a:lnTo>
                  <a:lnTo>
                    <a:pt x="417618" y="1166530"/>
                  </a:lnTo>
                  <a:lnTo>
                    <a:pt x="417611" y="1166523"/>
                  </a:lnTo>
                  <a:lnTo>
                    <a:pt x="417596" y="1166511"/>
                  </a:lnTo>
                  <a:lnTo>
                    <a:pt x="417585" y="1166503"/>
                  </a:lnTo>
                  <a:lnTo>
                    <a:pt x="417566" y="1166491"/>
                  </a:lnTo>
                  <a:lnTo>
                    <a:pt x="417549" y="1166479"/>
                  </a:lnTo>
                  <a:lnTo>
                    <a:pt x="417531" y="1166470"/>
                  </a:lnTo>
                  <a:lnTo>
                    <a:pt x="417514" y="1166462"/>
                  </a:lnTo>
                  <a:lnTo>
                    <a:pt x="417499" y="1166455"/>
                  </a:lnTo>
                  <a:lnTo>
                    <a:pt x="417489" y="1166451"/>
                  </a:lnTo>
                  <a:lnTo>
                    <a:pt x="417473" y="1166449"/>
                  </a:lnTo>
                  <a:lnTo>
                    <a:pt x="417461" y="1166447"/>
                  </a:lnTo>
                  <a:lnTo>
                    <a:pt x="417452" y="1166444"/>
                  </a:lnTo>
                  <a:lnTo>
                    <a:pt x="417441" y="1166440"/>
                  </a:lnTo>
                  <a:lnTo>
                    <a:pt x="417434" y="1166437"/>
                  </a:lnTo>
                  <a:lnTo>
                    <a:pt x="417427" y="1166432"/>
                  </a:lnTo>
                  <a:lnTo>
                    <a:pt x="417420" y="1166424"/>
                  </a:lnTo>
                  <a:lnTo>
                    <a:pt x="417411" y="1166412"/>
                  </a:lnTo>
                  <a:lnTo>
                    <a:pt x="417401" y="1166395"/>
                  </a:lnTo>
                  <a:lnTo>
                    <a:pt x="417392" y="1166378"/>
                  </a:lnTo>
                  <a:lnTo>
                    <a:pt x="417385" y="1166362"/>
                  </a:lnTo>
                  <a:lnTo>
                    <a:pt x="417378" y="1166346"/>
                  </a:lnTo>
                  <a:lnTo>
                    <a:pt x="417369" y="1166325"/>
                  </a:lnTo>
                  <a:lnTo>
                    <a:pt x="417360" y="1166304"/>
                  </a:lnTo>
                  <a:lnTo>
                    <a:pt x="417353" y="1166288"/>
                  </a:lnTo>
                  <a:lnTo>
                    <a:pt x="417348" y="1166276"/>
                  </a:lnTo>
                  <a:lnTo>
                    <a:pt x="417343" y="1166266"/>
                  </a:lnTo>
                  <a:lnTo>
                    <a:pt x="417334" y="1166250"/>
                  </a:lnTo>
                  <a:lnTo>
                    <a:pt x="417328" y="1166240"/>
                  </a:lnTo>
                  <a:lnTo>
                    <a:pt x="417325" y="1166235"/>
                  </a:lnTo>
                  <a:lnTo>
                    <a:pt x="417313" y="1166220"/>
                  </a:lnTo>
                  <a:lnTo>
                    <a:pt x="417304" y="1166208"/>
                  </a:lnTo>
                  <a:lnTo>
                    <a:pt x="417292" y="1166195"/>
                  </a:lnTo>
                  <a:lnTo>
                    <a:pt x="417281" y="1166183"/>
                  </a:lnTo>
                  <a:lnTo>
                    <a:pt x="417271" y="1166175"/>
                  </a:lnTo>
                  <a:lnTo>
                    <a:pt x="417256" y="1166166"/>
                  </a:lnTo>
                  <a:lnTo>
                    <a:pt x="417248" y="1166162"/>
                  </a:lnTo>
                  <a:lnTo>
                    <a:pt x="417240" y="1166161"/>
                  </a:lnTo>
                  <a:lnTo>
                    <a:pt x="417232" y="1166161"/>
                  </a:lnTo>
                  <a:lnTo>
                    <a:pt x="417211" y="1166164"/>
                  </a:lnTo>
                  <a:lnTo>
                    <a:pt x="417184" y="1166168"/>
                  </a:lnTo>
                  <a:lnTo>
                    <a:pt x="417163" y="1166173"/>
                  </a:lnTo>
                  <a:lnTo>
                    <a:pt x="417140" y="1166178"/>
                  </a:lnTo>
                  <a:lnTo>
                    <a:pt x="417120" y="1166183"/>
                  </a:lnTo>
                  <a:lnTo>
                    <a:pt x="417110" y="1166187"/>
                  </a:lnTo>
                  <a:lnTo>
                    <a:pt x="417102" y="1166189"/>
                  </a:lnTo>
                  <a:lnTo>
                    <a:pt x="417090" y="1166193"/>
                  </a:lnTo>
                  <a:lnTo>
                    <a:pt x="417093" y="1166184"/>
                  </a:lnTo>
                  <a:lnTo>
                    <a:pt x="417103" y="1166172"/>
                  </a:lnTo>
                  <a:lnTo>
                    <a:pt x="417111" y="1166161"/>
                  </a:lnTo>
                  <a:lnTo>
                    <a:pt x="417118" y="1166151"/>
                  </a:lnTo>
                  <a:lnTo>
                    <a:pt x="417124" y="1166139"/>
                  </a:lnTo>
                  <a:lnTo>
                    <a:pt x="417129" y="1166126"/>
                  </a:lnTo>
                  <a:lnTo>
                    <a:pt x="417132" y="1166115"/>
                  </a:lnTo>
                  <a:lnTo>
                    <a:pt x="417136" y="1166101"/>
                  </a:lnTo>
                  <a:lnTo>
                    <a:pt x="417138" y="1166090"/>
                  </a:lnTo>
                  <a:lnTo>
                    <a:pt x="417139" y="1166078"/>
                  </a:lnTo>
                  <a:lnTo>
                    <a:pt x="417139" y="1166062"/>
                  </a:lnTo>
                  <a:lnTo>
                    <a:pt x="417139" y="1166037"/>
                  </a:lnTo>
                  <a:lnTo>
                    <a:pt x="417138" y="1166019"/>
                  </a:lnTo>
                  <a:lnTo>
                    <a:pt x="417138" y="1166011"/>
                  </a:lnTo>
                  <a:lnTo>
                    <a:pt x="417137" y="1166002"/>
                  </a:lnTo>
                  <a:lnTo>
                    <a:pt x="417135" y="1165994"/>
                  </a:lnTo>
                  <a:lnTo>
                    <a:pt x="417130" y="1165984"/>
                  </a:lnTo>
                  <a:lnTo>
                    <a:pt x="417125" y="1165975"/>
                  </a:lnTo>
                  <a:lnTo>
                    <a:pt x="417117" y="1165968"/>
                  </a:lnTo>
                  <a:lnTo>
                    <a:pt x="417107" y="1165957"/>
                  </a:lnTo>
                  <a:lnTo>
                    <a:pt x="417096" y="1165948"/>
                  </a:lnTo>
                  <a:lnTo>
                    <a:pt x="417076" y="1165930"/>
                  </a:lnTo>
                  <a:lnTo>
                    <a:pt x="417064" y="1165919"/>
                  </a:lnTo>
                  <a:lnTo>
                    <a:pt x="417056" y="1165911"/>
                  </a:lnTo>
                  <a:lnTo>
                    <a:pt x="417054" y="1165904"/>
                  </a:lnTo>
                  <a:lnTo>
                    <a:pt x="417054" y="1165897"/>
                  </a:lnTo>
                  <a:lnTo>
                    <a:pt x="417054" y="1165890"/>
                  </a:lnTo>
                  <a:lnTo>
                    <a:pt x="417056" y="1165883"/>
                  </a:lnTo>
                  <a:lnTo>
                    <a:pt x="417060" y="1165873"/>
                  </a:lnTo>
                  <a:lnTo>
                    <a:pt x="417067" y="1165860"/>
                  </a:lnTo>
                  <a:lnTo>
                    <a:pt x="417073" y="1165847"/>
                  </a:lnTo>
                  <a:lnTo>
                    <a:pt x="417080" y="1165834"/>
                  </a:lnTo>
                  <a:lnTo>
                    <a:pt x="417088" y="1165821"/>
                  </a:lnTo>
                  <a:lnTo>
                    <a:pt x="417098" y="1165805"/>
                  </a:lnTo>
                  <a:lnTo>
                    <a:pt x="417107" y="1165792"/>
                  </a:lnTo>
                  <a:lnTo>
                    <a:pt x="417116" y="1165778"/>
                  </a:lnTo>
                  <a:lnTo>
                    <a:pt x="417127" y="1165764"/>
                  </a:lnTo>
                  <a:lnTo>
                    <a:pt x="417139" y="1165749"/>
                  </a:lnTo>
                  <a:lnTo>
                    <a:pt x="417147" y="1165737"/>
                  </a:lnTo>
                  <a:lnTo>
                    <a:pt x="417152" y="1165727"/>
                  </a:lnTo>
                  <a:lnTo>
                    <a:pt x="417153" y="1165720"/>
                  </a:lnTo>
                  <a:lnTo>
                    <a:pt x="417154" y="1165713"/>
                  </a:lnTo>
                  <a:lnTo>
                    <a:pt x="417153" y="1165706"/>
                  </a:lnTo>
                  <a:lnTo>
                    <a:pt x="417151" y="1165695"/>
                  </a:lnTo>
                  <a:lnTo>
                    <a:pt x="417146" y="1165680"/>
                  </a:lnTo>
                  <a:lnTo>
                    <a:pt x="417144" y="1165674"/>
                  </a:lnTo>
                  <a:lnTo>
                    <a:pt x="417142" y="1165665"/>
                  </a:lnTo>
                  <a:lnTo>
                    <a:pt x="417142" y="1165653"/>
                  </a:lnTo>
                  <a:lnTo>
                    <a:pt x="417141" y="1165648"/>
                  </a:lnTo>
                  <a:lnTo>
                    <a:pt x="417138" y="1165639"/>
                  </a:lnTo>
                  <a:lnTo>
                    <a:pt x="417130" y="1165623"/>
                  </a:lnTo>
                  <a:lnTo>
                    <a:pt x="417126" y="1165615"/>
                  </a:lnTo>
                  <a:lnTo>
                    <a:pt x="417125" y="1165609"/>
                  </a:lnTo>
                  <a:lnTo>
                    <a:pt x="417125" y="1165599"/>
                  </a:lnTo>
                  <a:lnTo>
                    <a:pt x="417129" y="1165585"/>
                  </a:lnTo>
                  <a:lnTo>
                    <a:pt x="417133" y="1165573"/>
                  </a:lnTo>
                  <a:lnTo>
                    <a:pt x="417140" y="1165555"/>
                  </a:lnTo>
                  <a:lnTo>
                    <a:pt x="417144" y="1165542"/>
                  </a:lnTo>
                  <a:lnTo>
                    <a:pt x="417148" y="1165528"/>
                  </a:lnTo>
                  <a:lnTo>
                    <a:pt x="417150" y="1165515"/>
                  </a:lnTo>
                  <a:lnTo>
                    <a:pt x="417151" y="1165503"/>
                  </a:lnTo>
                  <a:lnTo>
                    <a:pt x="417152" y="1165492"/>
                  </a:lnTo>
                  <a:lnTo>
                    <a:pt x="417150" y="1165479"/>
                  </a:lnTo>
                  <a:lnTo>
                    <a:pt x="417149" y="1165472"/>
                  </a:lnTo>
                  <a:lnTo>
                    <a:pt x="417147" y="1165465"/>
                  </a:lnTo>
                  <a:lnTo>
                    <a:pt x="417140" y="1165453"/>
                  </a:lnTo>
                  <a:lnTo>
                    <a:pt x="417131" y="1165438"/>
                  </a:lnTo>
                  <a:lnTo>
                    <a:pt x="417117" y="1165417"/>
                  </a:lnTo>
                  <a:lnTo>
                    <a:pt x="417106" y="1165401"/>
                  </a:lnTo>
                  <a:lnTo>
                    <a:pt x="417089" y="1165380"/>
                  </a:lnTo>
                  <a:lnTo>
                    <a:pt x="417071" y="1165359"/>
                  </a:lnTo>
                  <a:lnTo>
                    <a:pt x="417060" y="1165349"/>
                  </a:lnTo>
                  <a:lnTo>
                    <a:pt x="417040" y="1165330"/>
                  </a:lnTo>
                  <a:lnTo>
                    <a:pt x="417018" y="1165311"/>
                  </a:lnTo>
                  <a:lnTo>
                    <a:pt x="417009" y="1165301"/>
                  </a:lnTo>
                  <a:lnTo>
                    <a:pt x="417002" y="1165293"/>
                  </a:lnTo>
                  <a:lnTo>
                    <a:pt x="416999" y="1165287"/>
                  </a:lnTo>
                  <a:lnTo>
                    <a:pt x="416996" y="1165281"/>
                  </a:lnTo>
                  <a:lnTo>
                    <a:pt x="416995" y="1165273"/>
                  </a:lnTo>
                  <a:lnTo>
                    <a:pt x="416994" y="1165262"/>
                  </a:lnTo>
                  <a:lnTo>
                    <a:pt x="416994" y="1165243"/>
                  </a:lnTo>
                  <a:lnTo>
                    <a:pt x="416994" y="1165214"/>
                  </a:lnTo>
                  <a:lnTo>
                    <a:pt x="416995" y="1165193"/>
                  </a:lnTo>
                  <a:lnTo>
                    <a:pt x="416995" y="1165176"/>
                  </a:lnTo>
                  <a:lnTo>
                    <a:pt x="416994" y="1165157"/>
                  </a:lnTo>
                  <a:lnTo>
                    <a:pt x="416993" y="1165149"/>
                  </a:lnTo>
                  <a:lnTo>
                    <a:pt x="416992" y="1165137"/>
                  </a:lnTo>
                  <a:lnTo>
                    <a:pt x="416990" y="1165122"/>
                  </a:lnTo>
                  <a:lnTo>
                    <a:pt x="416989" y="1165107"/>
                  </a:lnTo>
                  <a:lnTo>
                    <a:pt x="416986" y="1165098"/>
                  </a:lnTo>
                  <a:lnTo>
                    <a:pt x="416981" y="1165086"/>
                  </a:lnTo>
                  <a:lnTo>
                    <a:pt x="416974" y="1165074"/>
                  </a:lnTo>
                  <a:lnTo>
                    <a:pt x="416965" y="1165054"/>
                  </a:lnTo>
                  <a:lnTo>
                    <a:pt x="416963" y="1165045"/>
                  </a:lnTo>
                  <a:lnTo>
                    <a:pt x="416964" y="1165033"/>
                  </a:lnTo>
                  <a:lnTo>
                    <a:pt x="416968" y="1165019"/>
                  </a:lnTo>
                  <a:lnTo>
                    <a:pt x="416968" y="1165006"/>
                  </a:lnTo>
                  <a:lnTo>
                    <a:pt x="416967" y="1164998"/>
                  </a:lnTo>
                  <a:lnTo>
                    <a:pt x="416965" y="1164989"/>
                  </a:lnTo>
                  <a:lnTo>
                    <a:pt x="416962" y="1164981"/>
                  </a:lnTo>
                  <a:lnTo>
                    <a:pt x="416955" y="1164972"/>
                  </a:lnTo>
                  <a:lnTo>
                    <a:pt x="416934" y="1164945"/>
                  </a:lnTo>
                  <a:lnTo>
                    <a:pt x="416915" y="1164920"/>
                  </a:lnTo>
                  <a:lnTo>
                    <a:pt x="416902" y="1164901"/>
                  </a:lnTo>
                  <a:lnTo>
                    <a:pt x="416888" y="1164884"/>
                  </a:lnTo>
                  <a:lnTo>
                    <a:pt x="416874" y="1164865"/>
                  </a:lnTo>
                  <a:lnTo>
                    <a:pt x="416857" y="1164842"/>
                  </a:lnTo>
                  <a:lnTo>
                    <a:pt x="416842" y="1164821"/>
                  </a:lnTo>
                  <a:lnTo>
                    <a:pt x="416832" y="1164808"/>
                  </a:lnTo>
                  <a:lnTo>
                    <a:pt x="416822" y="1164795"/>
                  </a:lnTo>
                  <a:lnTo>
                    <a:pt x="416810" y="1164778"/>
                  </a:lnTo>
                  <a:lnTo>
                    <a:pt x="416798" y="1164763"/>
                  </a:lnTo>
                  <a:lnTo>
                    <a:pt x="416784" y="1164748"/>
                  </a:lnTo>
                  <a:lnTo>
                    <a:pt x="416766" y="1164730"/>
                  </a:lnTo>
                  <a:lnTo>
                    <a:pt x="416755" y="1164718"/>
                  </a:lnTo>
                  <a:lnTo>
                    <a:pt x="416741" y="1164704"/>
                  </a:lnTo>
                  <a:lnTo>
                    <a:pt x="416730" y="1164694"/>
                  </a:lnTo>
                  <a:lnTo>
                    <a:pt x="416719" y="1164687"/>
                  </a:lnTo>
                  <a:lnTo>
                    <a:pt x="416707" y="1164681"/>
                  </a:lnTo>
                  <a:lnTo>
                    <a:pt x="416692" y="1164673"/>
                  </a:lnTo>
                  <a:lnTo>
                    <a:pt x="416670" y="1164664"/>
                  </a:lnTo>
                  <a:lnTo>
                    <a:pt x="416652" y="1164658"/>
                  </a:lnTo>
                  <a:lnTo>
                    <a:pt x="416634" y="1164650"/>
                  </a:lnTo>
                  <a:lnTo>
                    <a:pt x="416621" y="1164647"/>
                  </a:lnTo>
                  <a:lnTo>
                    <a:pt x="416613" y="1164646"/>
                  </a:lnTo>
                  <a:lnTo>
                    <a:pt x="416609" y="1164643"/>
                  </a:lnTo>
                  <a:lnTo>
                    <a:pt x="416609" y="1164637"/>
                  </a:lnTo>
                  <a:lnTo>
                    <a:pt x="416610" y="1164615"/>
                  </a:lnTo>
                  <a:lnTo>
                    <a:pt x="416613" y="1164597"/>
                  </a:lnTo>
                  <a:lnTo>
                    <a:pt x="416614" y="1164581"/>
                  </a:lnTo>
                  <a:lnTo>
                    <a:pt x="416615" y="1164569"/>
                  </a:lnTo>
                  <a:lnTo>
                    <a:pt x="416613" y="1164555"/>
                  </a:lnTo>
                  <a:lnTo>
                    <a:pt x="416611" y="1164545"/>
                  </a:lnTo>
                  <a:lnTo>
                    <a:pt x="416608" y="1164536"/>
                  </a:lnTo>
                  <a:lnTo>
                    <a:pt x="416605" y="1164527"/>
                  </a:lnTo>
                  <a:lnTo>
                    <a:pt x="416602" y="1164521"/>
                  </a:lnTo>
                  <a:lnTo>
                    <a:pt x="416597" y="1164505"/>
                  </a:lnTo>
                  <a:lnTo>
                    <a:pt x="416591" y="1164483"/>
                  </a:lnTo>
                  <a:lnTo>
                    <a:pt x="416587" y="1164469"/>
                  </a:lnTo>
                  <a:lnTo>
                    <a:pt x="416583" y="1164457"/>
                  </a:lnTo>
                  <a:lnTo>
                    <a:pt x="416577" y="1164447"/>
                  </a:lnTo>
                  <a:lnTo>
                    <a:pt x="416572" y="1164437"/>
                  </a:lnTo>
                  <a:lnTo>
                    <a:pt x="416566" y="1164428"/>
                  </a:lnTo>
                  <a:lnTo>
                    <a:pt x="416555" y="1164417"/>
                  </a:lnTo>
                  <a:lnTo>
                    <a:pt x="416545" y="1164406"/>
                  </a:lnTo>
                  <a:lnTo>
                    <a:pt x="416539" y="1164396"/>
                  </a:lnTo>
                  <a:lnTo>
                    <a:pt x="416537" y="1164390"/>
                  </a:lnTo>
                  <a:lnTo>
                    <a:pt x="416537" y="1164384"/>
                  </a:lnTo>
                  <a:lnTo>
                    <a:pt x="416540" y="1164377"/>
                  </a:lnTo>
                  <a:lnTo>
                    <a:pt x="416546" y="1164365"/>
                  </a:lnTo>
                  <a:lnTo>
                    <a:pt x="416554" y="1164348"/>
                  </a:lnTo>
                  <a:lnTo>
                    <a:pt x="416561" y="1164336"/>
                  </a:lnTo>
                  <a:lnTo>
                    <a:pt x="416571" y="1164320"/>
                  </a:lnTo>
                  <a:lnTo>
                    <a:pt x="416581" y="1164306"/>
                  </a:lnTo>
                  <a:lnTo>
                    <a:pt x="416589" y="1164294"/>
                  </a:lnTo>
                  <a:lnTo>
                    <a:pt x="416602" y="1164275"/>
                  </a:lnTo>
                  <a:lnTo>
                    <a:pt x="416616" y="1164256"/>
                  </a:lnTo>
                  <a:lnTo>
                    <a:pt x="416629" y="1164236"/>
                  </a:lnTo>
                  <a:lnTo>
                    <a:pt x="416641" y="1164218"/>
                  </a:lnTo>
                  <a:lnTo>
                    <a:pt x="416655" y="1164200"/>
                  </a:lnTo>
                  <a:lnTo>
                    <a:pt x="416668" y="1164181"/>
                  </a:lnTo>
                  <a:lnTo>
                    <a:pt x="416687" y="1164153"/>
                  </a:lnTo>
                  <a:lnTo>
                    <a:pt x="416696" y="1164139"/>
                  </a:lnTo>
                  <a:lnTo>
                    <a:pt x="416704" y="1164125"/>
                  </a:lnTo>
                  <a:lnTo>
                    <a:pt x="416719" y="1164099"/>
                  </a:lnTo>
                  <a:lnTo>
                    <a:pt x="416726" y="1164086"/>
                  </a:lnTo>
                  <a:lnTo>
                    <a:pt x="416731" y="1164077"/>
                  </a:lnTo>
                  <a:lnTo>
                    <a:pt x="416732" y="1164071"/>
                  </a:lnTo>
                  <a:lnTo>
                    <a:pt x="416731" y="1164064"/>
                  </a:lnTo>
                  <a:lnTo>
                    <a:pt x="416727" y="1164059"/>
                  </a:lnTo>
                  <a:lnTo>
                    <a:pt x="416713" y="1164040"/>
                  </a:lnTo>
                  <a:lnTo>
                    <a:pt x="416710" y="1164036"/>
                  </a:lnTo>
                  <a:lnTo>
                    <a:pt x="416697" y="1164018"/>
                  </a:lnTo>
                  <a:lnTo>
                    <a:pt x="416689" y="1164008"/>
                  </a:lnTo>
                  <a:lnTo>
                    <a:pt x="416680" y="1163997"/>
                  </a:lnTo>
                  <a:lnTo>
                    <a:pt x="416662" y="1163973"/>
                  </a:lnTo>
                  <a:lnTo>
                    <a:pt x="416644" y="1163950"/>
                  </a:lnTo>
                  <a:lnTo>
                    <a:pt x="416629" y="1163930"/>
                  </a:lnTo>
                  <a:lnTo>
                    <a:pt x="416616" y="1163910"/>
                  </a:lnTo>
                  <a:lnTo>
                    <a:pt x="416603" y="1163888"/>
                  </a:lnTo>
                  <a:lnTo>
                    <a:pt x="416600" y="1163881"/>
                  </a:lnTo>
                  <a:lnTo>
                    <a:pt x="416593" y="1163867"/>
                  </a:lnTo>
                  <a:lnTo>
                    <a:pt x="416588" y="1163850"/>
                  </a:lnTo>
                  <a:lnTo>
                    <a:pt x="416584" y="1163837"/>
                  </a:lnTo>
                  <a:lnTo>
                    <a:pt x="416583" y="1163827"/>
                  </a:lnTo>
                  <a:lnTo>
                    <a:pt x="416582" y="1163816"/>
                  </a:lnTo>
                  <a:lnTo>
                    <a:pt x="416583" y="1163808"/>
                  </a:lnTo>
                  <a:lnTo>
                    <a:pt x="416585" y="1163800"/>
                  </a:lnTo>
                  <a:lnTo>
                    <a:pt x="416587" y="1163795"/>
                  </a:lnTo>
                  <a:lnTo>
                    <a:pt x="416590" y="1163789"/>
                  </a:lnTo>
                  <a:lnTo>
                    <a:pt x="416596" y="1163783"/>
                  </a:lnTo>
                  <a:lnTo>
                    <a:pt x="416605" y="1163775"/>
                  </a:lnTo>
                  <a:lnTo>
                    <a:pt x="416614" y="1163768"/>
                  </a:lnTo>
                  <a:lnTo>
                    <a:pt x="416629" y="1163760"/>
                  </a:lnTo>
                  <a:lnTo>
                    <a:pt x="416641" y="1163756"/>
                  </a:lnTo>
                  <a:lnTo>
                    <a:pt x="416653" y="1163755"/>
                  </a:lnTo>
                  <a:lnTo>
                    <a:pt x="416666" y="1163755"/>
                  </a:lnTo>
                  <a:lnTo>
                    <a:pt x="416676" y="1163756"/>
                  </a:lnTo>
                  <a:lnTo>
                    <a:pt x="416693" y="1163759"/>
                  </a:lnTo>
                  <a:lnTo>
                    <a:pt x="416709" y="1163765"/>
                  </a:lnTo>
                  <a:lnTo>
                    <a:pt x="416727" y="1163773"/>
                  </a:lnTo>
                  <a:lnTo>
                    <a:pt x="416743" y="1163782"/>
                  </a:lnTo>
                  <a:lnTo>
                    <a:pt x="416762" y="1163792"/>
                  </a:lnTo>
                  <a:lnTo>
                    <a:pt x="416783" y="1163802"/>
                  </a:lnTo>
                  <a:lnTo>
                    <a:pt x="416802" y="1163808"/>
                  </a:lnTo>
                  <a:lnTo>
                    <a:pt x="416826" y="1163815"/>
                  </a:lnTo>
                  <a:lnTo>
                    <a:pt x="416841" y="1163821"/>
                  </a:lnTo>
                  <a:lnTo>
                    <a:pt x="416860" y="1163829"/>
                  </a:lnTo>
                  <a:lnTo>
                    <a:pt x="416872" y="1163835"/>
                  </a:lnTo>
                  <a:lnTo>
                    <a:pt x="416881" y="1163842"/>
                  </a:lnTo>
                  <a:lnTo>
                    <a:pt x="416885" y="1163846"/>
                  </a:lnTo>
                  <a:lnTo>
                    <a:pt x="416890" y="1163852"/>
                  </a:lnTo>
                  <a:lnTo>
                    <a:pt x="416900" y="1163864"/>
                  </a:lnTo>
                  <a:lnTo>
                    <a:pt x="416909" y="1163878"/>
                  </a:lnTo>
                  <a:lnTo>
                    <a:pt x="416912" y="1163883"/>
                  </a:lnTo>
                  <a:lnTo>
                    <a:pt x="416918" y="1163890"/>
                  </a:lnTo>
                  <a:lnTo>
                    <a:pt x="416925" y="1163895"/>
                  </a:lnTo>
                  <a:lnTo>
                    <a:pt x="416932" y="1163898"/>
                  </a:lnTo>
                  <a:lnTo>
                    <a:pt x="416941" y="1163900"/>
                  </a:lnTo>
                  <a:lnTo>
                    <a:pt x="416951" y="1163899"/>
                  </a:lnTo>
                  <a:lnTo>
                    <a:pt x="416959" y="1163896"/>
                  </a:lnTo>
                  <a:lnTo>
                    <a:pt x="416970" y="1163891"/>
                  </a:lnTo>
                  <a:lnTo>
                    <a:pt x="416977" y="1163887"/>
                  </a:lnTo>
                  <a:lnTo>
                    <a:pt x="416984" y="1163882"/>
                  </a:lnTo>
                  <a:lnTo>
                    <a:pt x="416996" y="1163871"/>
                  </a:lnTo>
                  <a:lnTo>
                    <a:pt x="417009" y="1163858"/>
                  </a:lnTo>
                  <a:lnTo>
                    <a:pt x="417024" y="1163841"/>
                  </a:lnTo>
                  <a:lnTo>
                    <a:pt x="417044" y="1163817"/>
                  </a:lnTo>
                  <a:lnTo>
                    <a:pt x="417056" y="1163803"/>
                  </a:lnTo>
                  <a:lnTo>
                    <a:pt x="417061" y="1163799"/>
                  </a:lnTo>
                  <a:lnTo>
                    <a:pt x="417066" y="1163798"/>
                  </a:lnTo>
                  <a:lnTo>
                    <a:pt x="417080" y="1163799"/>
                  </a:lnTo>
                  <a:lnTo>
                    <a:pt x="417096" y="1163800"/>
                  </a:lnTo>
                  <a:lnTo>
                    <a:pt x="417115" y="1163802"/>
                  </a:lnTo>
                  <a:lnTo>
                    <a:pt x="417136" y="1163806"/>
                  </a:lnTo>
                  <a:lnTo>
                    <a:pt x="417160" y="1163814"/>
                  </a:lnTo>
                  <a:lnTo>
                    <a:pt x="417182" y="1163821"/>
                  </a:lnTo>
                  <a:lnTo>
                    <a:pt x="417207" y="1163829"/>
                  </a:lnTo>
                  <a:lnTo>
                    <a:pt x="417223" y="1163836"/>
                  </a:lnTo>
                  <a:lnTo>
                    <a:pt x="417240" y="1163846"/>
                  </a:lnTo>
                  <a:lnTo>
                    <a:pt x="417256" y="1163855"/>
                  </a:lnTo>
                  <a:lnTo>
                    <a:pt x="417270" y="1163865"/>
                  </a:lnTo>
                  <a:lnTo>
                    <a:pt x="417287" y="1163876"/>
                  </a:lnTo>
                  <a:lnTo>
                    <a:pt x="417302" y="1163886"/>
                  </a:lnTo>
                  <a:lnTo>
                    <a:pt x="417319" y="1163896"/>
                  </a:lnTo>
                  <a:lnTo>
                    <a:pt x="417339" y="1163907"/>
                  </a:lnTo>
                  <a:lnTo>
                    <a:pt x="417351" y="1163913"/>
                  </a:lnTo>
                  <a:lnTo>
                    <a:pt x="417356" y="1163914"/>
                  </a:lnTo>
                  <a:lnTo>
                    <a:pt x="417362" y="1163914"/>
                  </a:lnTo>
                  <a:lnTo>
                    <a:pt x="417367" y="1163912"/>
                  </a:lnTo>
                  <a:lnTo>
                    <a:pt x="417373" y="1163906"/>
                  </a:lnTo>
                  <a:lnTo>
                    <a:pt x="417386" y="1163893"/>
                  </a:lnTo>
                  <a:lnTo>
                    <a:pt x="417398" y="1163878"/>
                  </a:lnTo>
                  <a:lnTo>
                    <a:pt x="417408" y="1163868"/>
                  </a:lnTo>
                  <a:lnTo>
                    <a:pt x="417418" y="1163859"/>
                  </a:lnTo>
                  <a:lnTo>
                    <a:pt x="417428" y="1163852"/>
                  </a:lnTo>
                  <a:lnTo>
                    <a:pt x="417443" y="1163844"/>
                  </a:lnTo>
                  <a:lnTo>
                    <a:pt x="417466" y="1163831"/>
                  </a:lnTo>
                  <a:lnTo>
                    <a:pt x="417481" y="1163821"/>
                  </a:lnTo>
                  <a:lnTo>
                    <a:pt x="417496" y="1163811"/>
                  </a:lnTo>
                  <a:lnTo>
                    <a:pt x="417511" y="1163799"/>
                  </a:lnTo>
                  <a:lnTo>
                    <a:pt x="417532" y="1163780"/>
                  </a:lnTo>
                  <a:lnTo>
                    <a:pt x="417553" y="1163759"/>
                  </a:lnTo>
                  <a:lnTo>
                    <a:pt x="417562" y="1163752"/>
                  </a:lnTo>
                  <a:lnTo>
                    <a:pt x="417570" y="1163751"/>
                  </a:lnTo>
                  <a:lnTo>
                    <a:pt x="417576" y="1163751"/>
                  </a:lnTo>
                  <a:lnTo>
                    <a:pt x="417585" y="1163752"/>
                  </a:lnTo>
                  <a:lnTo>
                    <a:pt x="417600" y="1163757"/>
                  </a:lnTo>
                  <a:lnTo>
                    <a:pt x="417614" y="1163761"/>
                  </a:lnTo>
                  <a:lnTo>
                    <a:pt x="417633" y="1163765"/>
                  </a:lnTo>
                  <a:lnTo>
                    <a:pt x="417649" y="1163768"/>
                  </a:lnTo>
                  <a:lnTo>
                    <a:pt x="417662" y="1163768"/>
                  </a:lnTo>
                  <a:lnTo>
                    <a:pt x="417677" y="1163767"/>
                  </a:lnTo>
                  <a:lnTo>
                    <a:pt x="417694" y="1163765"/>
                  </a:lnTo>
                  <a:lnTo>
                    <a:pt x="417705" y="1163761"/>
                  </a:lnTo>
                  <a:lnTo>
                    <a:pt x="417713" y="1163755"/>
                  </a:lnTo>
                  <a:lnTo>
                    <a:pt x="417720" y="1163748"/>
                  </a:lnTo>
                  <a:lnTo>
                    <a:pt x="417725" y="1163738"/>
                  </a:lnTo>
                  <a:lnTo>
                    <a:pt x="417730" y="1163727"/>
                  </a:lnTo>
                  <a:lnTo>
                    <a:pt x="417734" y="1163711"/>
                  </a:lnTo>
                  <a:lnTo>
                    <a:pt x="417737" y="1163695"/>
                  </a:lnTo>
                  <a:lnTo>
                    <a:pt x="417739" y="1163679"/>
                  </a:lnTo>
                  <a:lnTo>
                    <a:pt x="417740" y="1163663"/>
                  </a:lnTo>
                  <a:lnTo>
                    <a:pt x="417740" y="1163640"/>
                  </a:lnTo>
                  <a:lnTo>
                    <a:pt x="417739" y="1163620"/>
                  </a:lnTo>
                  <a:lnTo>
                    <a:pt x="417739" y="1163605"/>
                  </a:lnTo>
                  <a:lnTo>
                    <a:pt x="417741" y="1163594"/>
                  </a:lnTo>
                  <a:lnTo>
                    <a:pt x="417746" y="1163580"/>
                  </a:lnTo>
                  <a:lnTo>
                    <a:pt x="417751" y="1163567"/>
                  </a:lnTo>
                  <a:lnTo>
                    <a:pt x="417757" y="1163556"/>
                  </a:lnTo>
                  <a:lnTo>
                    <a:pt x="417768" y="1163539"/>
                  </a:lnTo>
                  <a:lnTo>
                    <a:pt x="417781" y="1163525"/>
                  </a:lnTo>
                  <a:lnTo>
                    <a:pt x="417791" y="1163513"/>
                  </a:lnTo>
                  <a:lnTo>
                    <a:pt x="417795" y="1163507"/>
                  </a:lnTo>
                  <a:lnTo>
                    <a:pt x="417795" y="1163500"/>
                  </a:lnTo>
                  <a:lnTo>
                    <a:pt x="417790" y="1163494"/>
                  </a:lnTo>
                  <a:lnTo>
                    <a:pt x="417781" y="1163486"/>
                  </a:lnTo>
                  <a:lnTo>
                    <a:pt x="417769" y="1163476"/>
                  </a:lnTo>
                  <a:lnTo>
                    <a:pt x="417759" y="1163464"/>
                  </a:lnTo>
                  <a:lnTo>
                    <a:pt x="417743" y="1163442"/>
                  </a:lnTo>
                  <a:lnTo>
                    <a:pt x="417726" y="1163419"/>
                  </a:lnTo>
                  <a:lnTo>
                    <a:pt x="417702" y="1163391"/>
                  </a:lnTo>
                  <a:lnTo>
                    <a:pt x="417694" y="1163381"/>
                  </a:lnTo>
                  <a:lnTo>
                    <a:pt x="417686" y="1163371"/>
                  </a:lnTo>
                  <a:lnTo>
                    <a:pt x="417679" y="1163363"/>
                  </a:lnTo>
                  <a:lnTo>
                    <a:pt x="417660" y="1163341"/>
                  </a:lnTo>
                  <a:lnTo>
                    <a:pt x="417646" y="1163325"/>
                  </a:lnTo>
                  <a:lnTo>
                    <a:pt x="417637" y="1163315"/>
                  </a:lnTo>
                  <a:lnTo>
                    <a:pt x="417630" y="1163304"/>
                  </a:lnTo>
                  <a:lnTo>
                    <a:pt x="417617" y="1163289"/>
                  </a:lnTo>
                  <a:lnTo>
                    <a:pt x="417598" y="1163265"/>
                  </a:lnTo>
                  <a:lnTo>
                    <a:pt x="417581" y="1163242"/>
                  </a:lnTo>
                  <a:lnTo>
                    <a:pt x="417566" y="1163225"/>
                  </a:lnTo>
                  <a:lnTo>
                    <a:pt x="417556" y="1163214"/>
                  </a:lnTo>
                  <a:lnTo>
                    <a:pt x="417536" y="1163197"/>
                  </a:lnTo>
                  <a:lnTo>
                    <a:pt x="417528" y="1163191"/>
                  </a:lnTo>
                  <a:lnTo>
                    <a:pt x="417521" y="1163188"/>
                  </a:lnTo>
                  <a:lnTo>
                    <a:pt x="417516" y="1163188"/>
                  </a:lnTo>
                  <a:lnTo>
                    <a:pt x="417510" y="1163190"/>
                  </a:lnTo>
                  <a:lnTo>
                    <a:pt x="417505" y="1163192"/>
                  </a:lnTo>
                  <a:lnTo>
                    <a:pt x="417499" y="1163196"/>
                  </a:lnTo>
                  <a:lnTo>
                    <a:pt x="417487" y="1163207"/>
                  </a:lnTo>
                  <a:lnTo>
                    <a:pt x="417468" y="1163226"/>
                  </a:lnTo>
                  <a:lnTo>
                    <a:pt x="417448" y="1163237"/>
                  </a:lnTo>
                  <a:lnTo>
                    <a:pt x="417433" y="1163242"/>
                  </a:lnTo>
                  <a:lnTo>
                    <a:pt x="417414" y="1163245"/>
                  </a:lnTo>
                  <a:lnTo>
                    <a:pt x="417388" y="1163246"/>
                  </a:lnTo>
                  <a:lnTo>
                    <a:pt x="417348" y="1163248"/>
                  </a:lnTo>
                  <a:lnTo>
                    <a:pt x="417304" y="1163253"/>
                  </a:lnTo>
                  <a:lnTo>
                    <a:pt x="417265" y="1163255"/>
                  </a:lnTo>
                  <a:lnTo>
                    <a:pt x="417237" y="1163256"/>
                  </a:lnTo>
                  <a:lnTo>
                    <a:pt x="417218" y="1163255"/>
                  </a:lnTo>
                  <a:lnTo>
                    <a:pt x="417210" y="1163254"/>
                  </a:lnTo>
                  <a:lnTo>
                    <a:pt x="417200" y="1163253"/>
                  </a:lnTo>
                  <a:lnTo>
                    <a:pt x="417184" y="1163249"/>
                  </a:lnTo>
                  <a:lnTo>
                    <a:pt x="417172" y="1163245"/>
                  </a:lnTo>
                  <a:lnTo>
                    <a:pt x="417163" y="1163241"/>
                  </a:lnTo>
                  <a:lnTo>
                    <a:pt x="417157" y="1163237"/>
                  </a:lnTo>
                  <a:lnTo>
                    <a:pt x="417145" y="1163229"/>
                  </a:lnTo>
                  <a:lnTo>
                    <a:pt x="417135" y="1163222"/>
                  </a:lnTo>
                  <a:lnTo>
                    <a:pt x="417125" y="1163211"/>
                  </a:lnTo>
                  <a:lnTo>
                    <a:pt x="417120" y="1163206"/>
                  </a:lnTo>
                  <a:lnTo>
                    <a:pt x="417111" y="1163195"/>
                  </a:lnTo>
                  <a:lnTo>
                    <a:pt x="417100" y="1163180"/>
                  </a:lnTo>
                  <a:lnTo>
                    <a:pt x="417095" y="1163175"/>
                  </a:lnTo>
                  <a:lnTo>
                    <a:pt x="417090" y="1163168"/>
                  </a:lnTo>
                  <a:lnTo>
                    <a:pt x="417088" y="1163164"/>
                  </a:lnTo>
                  <a:lnTo>
                    <a:pt x="417078" y="1163151"/>
                  </a:lnTo>
                  <a:lnTo>
                    <a:pt x="417067" y="1163140"/>
                  </a:lnTo>
                  <a:lnTo>
                    <a:pt x="417058" y="1163132"/>
                  </a:lnTo>
                  <a:lnTo>
                    <a:pt x="417044" y="1163121"/>
                  </a:lnTo>
                  <a:lnTo>
                    <a:pt x="417032" y="1163113"/>
                  </a:lnTo>
                  <a:lnTo>
                    <a:pt x="417028" y="1163111"/>
                  </a:lnTo>
                  <a:lnTo>
                    <a:pt x="417018" y="1163106"/>
                  </a:lnTo>
                  <a:lnTo>
                    <a:pt x="417004" y="1163099"/>
                  </a:lnTo>
                  <a:lnTo>
                    <a:pt x="416998" y="1163096"/>
                  </a:lnTo>
                  <a:lnTo>
                    <a:pt x="416988" y="1163090"/>
                  </a:lnTo>
                  <a:lnTo>
                    <a:pt x="416969" y="1163081"/>
                  </a:lnTo>
                  <a:lnTo>
                    <a:pt x="416956" y="1163073"/>
                  </a:lnTo>
                  <a:lnTo>
                    <a:pt x="416943" y="1163064"/>
                  </a:lnTo>
                  <a:lnTo>
                    <a:pt x="416933" y="1163054"/>
                  </a:lnTo>
                  <a:lnTo>
                    <a:pt x="416924" y="1163045"/>
                  </a:lnTo>
                  <a:lnTo>
                    <a:pt x="416914" y="1163037"/>
                  </a:lnTo>
                  <a:lnTo>
                    <a:pt x="416900" y="1163026"/>
                  </a:lnTo>
                  <a:lnTo>
                    <a:pt x="416879" y="1163015"/>
                  </a:lnTo>
                  <a:lnTo>
                    <a:pt x="416862" y="1163006"/>
                  </a:lnTo>
                  <a:lnTo>
                    <a:pt x="416846" y="1162997"/>
                  </a:lnTo>
                  <a:lnTo>
                    <a:pt x="416831" y="1162985"/>
                  </a:lnTo>
                  <a:lnTo>
                    <a:pt x="416822" y="1162976"/>
                  </a:lnTo>
                  <a:lnTo>
                    <a:pt x="416817" y="1162968"/>
                  </a:lnTo>
                  <a:lnTo>
                    <a:pt x="416811" y="1162957"/>
                  </a:lnTo>
                  <a:lnTo>
                    <a:pt x="416808" y="1162945"/>
                  </a:lnTo>
                  <a:lnTo>
                    <a:pt x="416806" y="1162932"/>
                  </a:lnTo>
                  <a:lnTo>
                    <a:pt x="416807" y="1162909"/>
                  </a:lnTo>
                  <a:lnTo>
                    <a:pt x="416811" y="1162885"/>
                  </a:lnTo>
                  <a:lnTo>
                    <a:pt x="416815" y="1162855"/>
                  </a:lnTo>
                  <a:lnTo>
                    <a:pt x="416818" y="1162839"/>
                  </a:lnTo>
                  <a:lnTo>
                    <a:pt x="416821" y="1162827"/>
                  </a:lnTo>
                  <a:lnTo>
                    <a:pt x="416824" y="1162814"/>
                  </a:lnTo>
                  <a:lnTo>
                    <a:pt x="416829" y="1162799"/>
                  </a:lnTo>
                  <a:lnTo>
                    <a:pt x="416829" y="1162792"/>
                  </a:lnTo>
                  <a:lnTo>
                    <a:pt x="416824" y="1162790"/>
                  </a:lnTo>
                  <a:lnTo>
                    <a:pt x="416815" y="1162795"/>
                  </a:lnTo>
                  <a:lnTo>
                    <a:pt x="416803" y="1162799"/>
                  </a:lnTo>
                  <a:lnTo>
                    <a:pt x="416788" y="1162799"/>
                  </a:lnTo>
                  <a:lnTo>
                    <a:pt x="416776" y="1162799"/>
                  </a:lnTo>
                  <a:lnTo>
                    <a:pt x="416748" y="1162799"/>
                  </a:lnTo>
                  <a:lnTo>
                    <a:pt x="416700" y="1162800"/>
                  </a:lnTo>
                  <a:lnTo>
                    <a:pt x="416672" y="1162800"/>
                  </a:lnTo>
                  <a:lnTo>
                    <a:pt x="416650" y="1162798"/>
                  </a:lnTo>
                  <a:lnTo>
                    <a:pt x="416634" y="1162797"/>
                  </a:lnTo>
                  <a:lnTo>
                    <a:pt x="416614" y="1162798"/>
                  </a:lnTo>
                  <a:lnTo>
                    <a:pt x="416582" y="1162800"/>
                  </a:lnTo>
                  <a:lnTo>
                    <a:pt x="416562" y="1162802"/>
                  </a:lnTo>
                  <a:lnTo>
                    <a:pt x="416552" y="1162802"/>
                  </a:lnTo>
                  <a:lnTo>
                    <a:pt x="416538" y="1162801"/>
                  </a:lnTo>
                  <a:lnTo>
                    <a:pt x="416518" y="1162797"/>
                  </a:lnTo>
                  <a:lnTo>
                    <a:pt x="416499" y="1162793"/>
                  </a:lnTo>
                  <a:lnTo>
                    <a:pt x="416474" y="1162791"/>
                  </a:lnTo>
                  <a:lnTo>
                    <a:pt x="416448" y="1162789"/>
                  </a:lnTo>
                  <a:lnTo>
                    <a:pt x="416421" y="1162789"/>
                  </a:lnTo>
                  <a:lnTo>
                    <a:pt x="416393" y="1162790"/>
                  </a:lnTo>
                  <a:lnTo>
                    <a:pt x="416369" y="1162791"/>
                  </a:lnTo>
                  <a:lnTo>
                    <a:pt x="416354" y="1162793"/>
                  </a:lnTo>
                  <a:lnTo>
                    <a:pt x="416344" y="1162793"/>
                  </a:lnTo>
                  <a:lnTo>
                    <a:pt x="416331" y="1162794"/>
                  </a:lnTo>
                  <a:lnTo>
                    <a:pt x="416309" y="1162793"/>
                  </a:lnTo>
                  <a:lnTo>
                    <a:pt x="416286" y="1162803"/>
                  </a:lnTo>
                  <a:lnTo>
                    <a:pt x="416253" y="1162817"/>
                  </a:lnTo>
                  <a:lnTo>
                    <a:pt x="416224" y="1162827"/>
                  </a:lnTo>
                  <a:lnTo>
                    <a:pt x="416210" y="1162829"/>
                  </a:lnTo>
                  <a:lnTo>
                    <a:pt x="416197" y="1162824"/>
                  </a:lnTo>
                  <a:lnTo>
                    <a:pt x="416182" y="1162816"/>
                  </a:lnTo>
                  <a:lnTo>
                    <a:pt x="416173" y="1162814"/>
                  </a:lnTo>
                  <a:lnTo>
                    <a:pt x="416148" y="1162805"/>
                  </a:lnTo>
                  <a:lnTo>
                    <a:pt x="416134" y="1162803"/>
                  </a:lnTo>
                  <a:lnTo>
                    <a:pt x="416114" y="1162801"/>
                  </a:lnTo>
                  <a:lnTo>
                    <a:pt x="416091" y="1162797"/>
                  </a:lnTo>
                  <a:lnTo>
                    <a:pt x="416064" y="1162784"/>
                  </a:lnTo>
                  <a:lnTo>
                    <a:pt x="416048" y="1162770"/>
                  </a:lnTo>
                  <a:lnTo>
                    <a:pt x="416039" y="1162762"/>
                  </a:lnTo>
                  <a:lnTo>
                    <a:pt x="416028" y="1162750"/>
                  </a:lnTo>
                  <a:lnTo>
                    <a:pt x="416018" y="1162747"/>
                  </a:lnTo>
                  <a:lnTo>
                    <a:pt x="415995" y="1162758"/>
                  </a:lnTo>
                  <a:lnTo>
                    <a:pt x="415972" y="1162762"/>
                  </a:lnTo>
                  <a:lnTo>
                    <a:pt x="415928" y="1162778"/>
                  </a:lnTo>
                  <a:lnTo>
                    <a:pt x="415909" y="1162781"/>
                  </a:lnTo>
                  <a:lnTo>
                    <a:pt x="415891" y="1162781"/>
                  </a:lnTo>
                  <a:lnTo>
                    <a:pt x="415873" y="1162779"/>
                  </a:lnTo>
                  <a:lnTo>
                    <a:pt x="415854" y="1162780"/>
                  </a:lnTo>
                  <a:lnTo>
                    <a:pt x="415830" y="1162779"/>
                  </a:lnTo>
                  <a:lnTo>
                    <a:pt x="415814" y="1162778"/>
                  </a:lnTo>
                  <a:lnTo>
                    <a:pt x="415792" y="1162777"/>
                  </a:lnTo>
                  <a:lnTo>
                    <a:pt x="415777" y="1162772"/>
                  </a:lnTo>
                  <a:lnTo>
                    <a:pt x="415764" y="1162772"/>
                  </a:lnTo>
                  <a:lnTo>
                    <a:pt x="415741" y="1162775"/>
                  </a:lnTo>
                  <a:lnTo>
                    <a:pt x="415722" y="1162781"/>
                  </a:lnTo>
                  <a:lnTo>
                    <a:pt x="415709" y="1162778"/>
                  </a:lnTo>
                  <a:lnTo>
                    <a:pt x="415685" y="1162775"/>
                  </a:lnTo>
                  <a:lnTo>
                    <a:pt x="415650" y="1162774"/>
                  </a:lnTo>
                  <a:lnTo>
                    <a:pt x="415610" y="1162775"/>
                  </a:lnTo>
                  <a:lnTo>
                    <a:pt x="415595" y="1162773"/>
                  </a:lnTo>
                  <a:lnTo>
                    <a:pt x="415588" y="1162765"/>
                  </a:lnTo>
                  <a:lnTo>
                    <a:pt x="415582" y="1162756"/>
                  </a:lnTo>
                  <a:lnTo>
                    <a:pt x="415575" y="1162731"/>
                  </a:lnTo>
                  <a:lnTo>
                    <a:pt x="415569" y="1162722"/>
                  </a:lnTo>
                  <a:lnTo>
                    <a:pt x="415561" y="1162705"/>
                  </a:lnTo>
                  <a:lnTo>
                    <a:pt x="415554" y="1162679"/>
                  </a:lnTo>
                  <a:lnTo>
                    <a:pt x="415551" y="1162666"/>
                  </a:lnTo>
                  <a:lnTo>
                    <a:pt x="415548" y="1162647"/>
                  </a:lnTo>
                  <a:lnTo>
                    <a:pt x="415540" y="1162642"/>
                  </a:lnTo>
                  <a:lnTo>
                    <a:pt x="415526" y="1162635"/>
                  </a:lnTo>
                  <a:lnTo>
                    <a:pt x="415513" y="1162622"/>
                  </a:lnTo>
                  <a:lnTo>
                    <a:pt x="415500" y="1162605"/>
                  </a:lnTo>
                  <a:lnTo>
                    <a:pt x="415491" y="1162593"/>
                  </a:lnTo>
                  <a:lnTo>
                    <a:pt x="415478" y="1162587"/>
                  </a:lnTo>
                  <a:lnTo>
                    <a:pt x="415456" y="1162574"/>
                  </a:lnTo>
                  <a:lnTo>
                    <a:pt x="415439" y="1162568"/>
                  </a:lnTo>
                  <a:lnTo>
                    <a:pt x="415424" y="1162561"/>
                  </a:lnTo>
                  <a:lnTo>
                    <a:pt x="415406" y="1162557"/>
                  </a:lnTo>
                  <a:lnTo>
                    <a:pt x="415396" y="1162552"/>
                  </a:lnTo>
                  <a:lnTo>
                    <a:pt x="415392" y="1162547"/>
                  </a:lnTo>
                  <a:lnTo>
                    <a:pt x="415390" y="1162537"/>
                  </a:lnTo>
                  <a:lnTo>
                    <a:pt x="415385" y="1162533"/>
                  </a:lnTo>
                  <a:lnTo>
                    <a:pt x="415372" y="1162525"/>
                  </a:lnTo>
                  <a:lnTo>
                    <a:pt x="415355" y="1162515"/>
                  </a:lnTo>
                  <a:lnTo>
                    <a:pt x="415341" y="1162510"/>
                  </a:lnTo>
                  <a:lnTo>
                    <a:pt x="415329" y="1162502"/>
                  </a:lnTo>
                  <a:lnTo>
                    <a:pt x="415311" y="1162484"/>
                  </a:lnTo>
                  <a:lnTo>
                    <a:pt x="415301" y="1162480"/>
                  </a:lnTo>
                  <a:lnTo>
                    <a:pt x="415281" y="1162476"/>
                  </a:lnTo>
                  <a:lnTo>
                    <a:pt x="415273" y="1162469"/>
                  </a:lnTo>
                  <a:lnTo>
                    <a:pt x="415259" y="1162459"/>
                  </a:lnTo>
                  <a:lnTo>
                    <a:pt x="415252" y="1162459"/>
                  </a:lnTo>
                  <a:lnTo>
                    <a:pt x="415245" y="1162456"/>
                  </a:lnTo>
                  <a:lnTo>
                    <a:pt x="415237" y="1162446"/>
                  </a:lnTo>
                  <a:lnTo>
                    <a:pt x="415224" y="1162437"/>
                  </a:lnTo>
                  <a:lnTo>
                    <a:pt x="415203" y="1162426"/>
                  </a:lnTo>
                  <a:lnTo>
                    <a:pt x="415186" y="1162422"/>
                  </a:lnTo>
                  <a:lnTo>
                    <a:pt x="415168" y="1162415"/>
                  </a:lnTo>
                  <a:lnTo>
                    <a:pt x="415154" y="1162407"/>
                  </a:lnTo>
                  <a:lnTo>
                    <a:pt x="415128" y="1162388"/>
                  </a:lnTo>
                  <a:lnTo>
                    <a:pt x="415108" y="1162381"/>
                  </a:lnTo>
                  <a:lnTo>
                    <a:pt x="415090" y="1162371"/>
                  </a:lnTo>
                  <a:lnTo>
                    <a:pt x="415081" y="1162369"/>
                  </a:lnTo>
                  <a:lnTo>
                    <a:pt x="415071" y="1162368"/>
                  </a:lnTo>
                  <a:lnTo>
                    <a:pt x="415057" y="1162365"/>
                  </a:lnTo>
                  <a:lnTo>
                    <a:pt x="415036" y="1162344"/>
                  </a:lnTo>
                  <a:lnTo>
                    <a:pt x="415023" y="1162333"/>
                  </a:lnTo>
                  <a:lnTo>
                    <a:pt x="415005" y="1162323"/>
                  </a:lnTo>
                  <a:lnTo>
                    <a:pt x="414990" y="1162316"/>
                  </a:lnTo>
                  <a:lnTo>
                    <a:pt x="414953" y="1162295"/>
                  </a:lnTo>
                  <a:lnTo>
                    <a:pt x="414935" y="1162286"/>
                  </a:lnTo>
                  <a:lnTo>
                    <a:pt x="414905" y="1162267"/>
                  </a:lnTo>
                  <a:lnTo>
                    <a:pt x="414882" y="1162251"/>
                  </a:lnTo>
                  <a:lnTo>
                    <a:pt x="414856" y="1162237"/>
                  </a:lnTo>
                  <a:lnTo>
                    <a:pt x="414843" y="1162223"/>
                  </a:lnTo>
                  <a:lnTo>
                    <a:pt x="414839" y="1162210"/>
                  </a:lnTo>
                  <a:lnTo>
                    <a:pt x="414841" y="1162200"/>
                  </a:lnTo>
                  <a:lnTo>
                    <a:pt x="414844" y="1162191"/>
                  </a:lnTo>
                  <a:lnTo>
                    <a:pt x="414847" y="1162182"/>
                  </a:lnTo>
                  <a:lnTo>
                    <a:pt x="414852" y="1162172"/>
                  </a:lnTo>
                  <a:lnTo>
                    <a:pt x="414859" y="1162160"/>
                  </a:lnTo>
                  <a:lnTo>
                    <a:pt x="414866" y="1162147"/>
                  </a:lnTo>
                  <a:lnTo>
                    <a:pt x="414873" y="1162133"/>
                  </a:lnTo>
                  <a:lnTo>
                    <a:pt x="414878" y="1162123"/>
                  </a:lnTo>
                  <a:lnTo>
                    <a:pt x="414883" y="1162113"/>
                  </a:lnTo>
                  <a:lnTo>
                    <a:pt x="414889" y="1162099"/>
                  </a:lnTo>
                  <a:lnTo>
                    <a:pt x="414895" y="1162086"/>
                  </a:lnTo>
                  <a:lnTo>
                    <a:pt x="414901" y="1162071"/>
                  </a:lnTo>
                  <a:lnTo>
                    <a:pt x="414907" y="1162058"/>
                  </a:lnTo>
                  <a:lnTo>
                    <a:pt x="414912" y="1162048"/>
                  </a:lnTo>
                  <a:lnTo>
                    <a:pt x="414920" y="1162031"/>
                  </a:lnTo>
                  <a:lnTo>
                    <a:pt x="414930" y="1162009"/>
                  </a:lnTo>
                  <a:lnTo>
                    <a:pt x="414933" y="1162003"/>
                  </a:lnTo>
                  <a:lnTo>
                    <a:pt x="414936" y="1161994"/>
                  </a:lnTo>
                  <a:lnTo>
                    <a:pt x="414938" y="1161985"/>
                  </a:lnTo>
                  <a:lnTo>
                    <a:pt x="414940" y="1161976"/>
                  </a:lnTo>
                  <a:lnTo>
                    <a:pt x="414941" y="1161966"/>
                  </a:lnTo>
                  <a:lnTo>
                    <a:pt x="414941" y="1161955"/>
                  </a:lnTo>
                  <a:lnTo>
                    <a:pt x="414940" y="1161945"/>
                  </a:lnTo>
                  <a:lnTo>
                    <a:pt x="414938" y="1161938"/>
                  </a:lnTo>
                  <a:lnTo>
                    <a:pt x="414935" y="1161924"/>
                  </a:lnTo>
                  <a:lnTo>
                    <a:pt x="414931" y="1161910"/>
                  </a:lnTo>
                  <a:lnTo>
                    <a:pt x="414927" y="1161894"/>
                  </a:lnTo>
                  <a:lnTo>
                    <a:pt x="414924" y="1161876"/>
                  </a:lnTo>
                  <a:lnTo>
                    <a:pt x="414920" y="1161857"/>
                  </a:lnTo>
                  <a:lnTo>
                    <a:pt x="414916" y="1161835"/>
                  </a:lnTo>
                  <a:lnTo>
                    <a:pt x="414914" y="1161820"/>
                  </a:lnTo>
                  <a:lnTo>
                    <a:pt x="414914" y="1161801"/>
                  </a:lnTo>
                  <a:lnTo>
                    <a:pt x="414915" y="1161786"/>
                  </a:lnTo>
                  <a:lnTo>
                    <a:pt x="414916" y="1161775"/>
                  </a:lnTo>
                  <a:lnTo>
                    <a:pt x="414919" y="1161764"/>
                  </a:lnTo>
                  <a:lnTo>
                    <a:pt x="414923" y="1161754"/>
                  </a:lnTo>
                  <a:lnTo>
                    <a:pt x="414931" y="1161741"/>
                  </a:lnTo>
                  <a:lnTo>
                    <a:pt x="414938" y="1161731"/>
                  </a:lnTo>
                  <a:lnTo>
                    <a:pt x="414947" y="1161719"/>
                  </a:lnTo>
                  <a:lnTo>
                    <a:pt x="414955" y="1161703"/>
                  </a:lnTo>
                  <a:lnTo>
                    <a:pt x="414963" y="1161692"/>
                  </a:lnTo>
                  <a:lnTo>
                    <a:pt x="414973" y="1161678"/>
                  </a:lnTo>
                  <a:lnTo>
                    <a:pt x="414980" y="1161669"/>
                  </a:lnTo>
                  <a:lnTo>
                    <a:pt x="414987" y="1161658"/>
                  </a:lnTo>
                  <a:lnTo>
                    <a:pt x="414995" y="1161647"/>
                  </a:lnTo>
                  <a:lnTo>
                    <a:pt x="414999" y="1161640"/>
                  </a:lnTo>
                  <a:lnTo>
                    <a:pt x="415002" y="1161634"/>
                  </a:lnTo>
                  <a:lnTo>
                    <a:pt x="415003" y="1161629"/>
                  </a:lnTo>
                  <a:lnTo>
                    <a:pt x="415002" y="1161622"/>
                  </a:lnTo>
                  <a:lnTo>
                    <a:pt x="415000" y="1161610"/>
                  </a:lnTo>
                  <a:lnTo>
                    <a:pt x="414997" y="1161596"/>
                  </a:lnTo>
                  <a:lnTo>
                    <a:pt x="414993" y="1161580"/>
                  </a:lnTo>
                  <a:lnTo>
                    <a:pt x="414989" y="1161567"/>
                  </a:lnTo>
                  <a:lnTo>
                    <a:pt x="414986" y="1161555"/>
                  </a:lnTo>
                  <a:lnTo>
                    <a:pt x="414983" y="1161543"/>
                  </a:lnTo>
                  <a:lnTo>
                    <a:pt x="414980" y="1161533"/>
                  </a:lnTo>
                  <a:lnTo>
                    <a:pt x="414979" y="1161525"/>
                  </a:lnTo>
                  <a:lnTo>
                    <a:pt x="414980" y="1161520"/>
                  </a:lnTo>
                  <a:lnTo>
                    <a:pt x="414981" y="1161515"/>
                  </a:lnTo>
                  <a:lnTo>
                    <a:pt x="414984" y="1161501"/>
                  </a:lnTo>
                  <a:lnTo>
                    <a:pt x="414986" y="1161490"/>
                  </a:lnTo>
                  <a:lnTo>
                    <a:pt x="414991" y="1161476"/>
                  </a:lnTo>
                  <a:lnTo>
                    <a:pt x="414995" y="1161466"/>
                  </a:lnTo>
                  <a:lnTo>
                    <a:pt x="414999" y="1161458"/>
                  </a:lnTo>
                  <a:lnTo>
                    <a:pt x="415002" y="1161453"/>
                  </a:lnTo>
                  <a:lnTo>
                    <a:pt x="415002" y="1161447"/>
                  </a:lnTo>
                  <a:lnTo>
                    <a:pt x="414999" y="1161444"/>
                  </a:lnTo>
                  <a:lnTo>
                    <a:pt x="414987" y="1161442"/>
                  </a:lnTo>
                  <a:lnTo>
                    <a:pt x="414967" y="1161440"/>
                  </a:lnTo>
                  <a:lnTo>
                    <a:pt x="414937" y="1161439"/>
                  </a:lnTo>
                  <a:lnTo>
                    <a:pt x="414907" y="1161438"/>
                  </a:lnTo>
                  <a:lnTo>
                    <a:pt x="414888" y="1161437"/>
                  </a:lnTo>
                  <a:lnTo>
                    <a:pt x="414869" y="1161434"/>
                  </a:lnTo>
                  <a:lnTo>
                    <a:pt x="414846" y="1161431"/>
                  </a:lnTo>
                  <a:lnTo>
                    <a:pt x="414824" y="1161428"/>
                  </a:lnTo>
                  <a:lnTo>
                    <a:pt x="414801" y="1161425"/>
                  </a:lnTo>
                  <a:lnTo>
                    <a:pt x="414777" y="1161422"/>
                  </a:lnTo>
                  <a:lnTo>
                    <a:pt x="414756" y="1161419"/>
                  </a:lnTo>
                  <a:lnTo>
                    <a:pt x="414736" y="1161415"/>
                  </a:lnTo>
                  <a:lnTo>
                    <a:pt x="414717" y="1161411"/>
                  </a:lnTo>
                  <a:lnTo>
                    <a:pt x="414698" y="1161405"/>
                  </a:lnTo>
                  <a:lnTo>
                    <a:pt x="414681" y="1161400"/>
                  </a:lnTo>
                  <a:lnTo>
                    <a:pt x="414661" y="1161392"/>
                  </a:lnTo>
                  <a:lnTo>
                    <a:pt x="414635" y="1161384"/>
                  </a:lnTo>
                  <a:lnTo>
                    <a:pt x="414624" y="1161381"/>
                  </a:lnTo>
                  <a:lnTo>
                    <a:pt x="414596" y="1161372"/>
                  </a:lnTo>
                  <a:lnTo>
                    <a:pt x="414567" y="1161363"/>
                  </a:lnTo>
                  <a:lnTo>
                    <a:pt x="414539" y="1161355"/>
                  </a:lnTo>
                  <a:lnTo>
                    <a:pt x="414510" y="1161348"/>
                  </a:lnTo>
                  <a:lnTo>
                    <a:pt x="414479" y="1161341"/>
                  </a:lnTo>
                  <a:lnTo>
                    <a:pt x="414459" y="1161337"/>
                  </a:lnTo>
                  <a:lnTo>
                    <a:pt x="414442" y="1161336"/>
                  </a:lnTo>
                  <a:lnTo>
                    <a:pt x="414425" y="1161335"/>
                  </a:lnTo>
                  <a:lnTo>
                    <a:pt x="414410" y="1161335"/>
                  </a:lnTo>
                  <a:lnTo>
                    <a:pt x="414393" y="1161337"/>
                  </a:lnTo>
                  <a:lnTo>
                    <a:pt x="414378" y="1161338"/>
                  </a:lnTo>
                  <a:lnTo>
                    <a:pt x="414371" y="1161339"/>
                  </a:lnTo>
                  <a:lnTo>
                    <a:pt x="414356" y="1161342"/>
                  </a:lnTo>
                  <a:lnTo>
                    <a:pt x="414333" y="1161347"/>
                  </a:lnTo>
                  <a:lnTo>
                    <a:pt x="414319" y="1161351"/>
                  </a:lnTo>
                  <a:lnTo>
                    <a:pt x="414299" y="1161356"/>
                  </a:lnTo>
                  <a:lnTo>
                    <a:pt x="414280" y="1161362"/>
                  </a:lnTo>
                  <a:lnTo>
                    <a:pt x="414261" y="1161367"/>
                  </a:lnTo>
                  <a:lnTo>
                    <a:pt x="414250" y="1161371"/>
                  </a:lnTo>
                  <a:lnTo>
                    <a:pt x="414237" y="1161375"/>
                  </a:lnTo>
                  <a:lnTo>
                    <a:pt x="414217" y="1161384"/>
                  </a:lnTo>
                  <a:lnTo>
                    <a:pt x="414196" y="1161392"/>
                  </a:lnTo>
                  <a:lnTo>
                    <a:pt x="414183" y="1161398"/>
                  </a:lnTo>
                  <a:lnTo>
                    <a:pt x="414177" y="1161399"/>
                  </a:lnTo>
                  <a:lnTo>
                    <a:pt x="414172" y="1161396"/>
                  </a:lnTo>
                  <a:lnTo>
                    <a:pt x="414166" y="1161382"/>
                  </a:lnTo>
                  <a:lnTo>
                    <a:pt x="414159" y="1161368"/>
                  </a:lnTo>
                  <a:lnTo>
                    <a:pt x="414153" y="1161350"/>
                  </a:lnTo>
                  <a:lnTo>
                    <a:pt x="414149" y="1161338"/>
                  </a:lnTo>
                  <a:lnTo>
                    <a:pt x="414146" y="1161323"/>
                  </a:lnTo>
                  <a:lnTo>
                    <a:pt x="414143" y="1161304"/>
                  </a:lnTo>
                  <a:lnTo>
                    <a:pt x="414141" y="1161294"/>
                  </a:lnTo>
                  <a:lnTo>
                    <a:pt x="414140" y="1161283"/>
                  </a:lnTo>
                  <a:lnTo>
                    <a:pt x="414137" y="1161273"/>
                  </a:lnTo>
                  <a:lnTo>
                    <a:pt x="414134" y="1161260"/>
                  </a:lnTo>
                  <a:lnTo>
                    <a:pt x="414130" y="1161248"/>
                  </a:lnTo>
                  <a:lnTo>
                    <a:pt x="414124" y="1161235"/>
                  </a:lnTo>
                  <a:lnTo>
                    <a:pt x="414117" y="1161222"/>
                  </a:lnTo>
                  <a:lnTo>
                    <a:pt x="414109" y="1161207"/>
                  </a:lnTo>
                  <a:lnTo>
                    <a:pt x="414102" y="1161191"/>
                  </a:lnTo>
                  <a:lnTo>
                    <a:pt x="414098" y="1161180"/>
                  </a:lnTo>
                  <a:lnTo>
                    <a:pt x="414095" y="1161169"/>
                  </a:lnTo>
                  <a:lnTo>
                    <a:pt x="414092" y="1161152"/>
                  </a:lnTo>
                  <a:lnTo>
                    <a:pt x="414088" y="1161148"/>
                  </a:lnTo>
                  <a:lnTo>
                    <a:pt x="414081" y="1161154"/>
                  </a:lnTo>
                  <a:lnTo>
                    <a:pt x="414075" y="1161158"/>
                  </a:lnTo>
                  <a:lnTo>
                    <a:pt x="414069" y="1161162"/>
                  </a:lnTo>
                  <a:lnTo>
                    <a:pt x="414059" y="1161165"/>
                  </a:lnTo>
                  <a:lnTo>
                    <a:pt x="414043" y="1161170"/>
                  </a:lnTo>
                  <a:lnTo>
                    <a:pt x="414024" y="1161175"/>
                  </a:lnTo>
                  <a:lnTo>
                    <a:pt x="414014" y="1161177"/>
                  </a:lnTo>
                  <a:lnTo>
                    <a:pt x="413992" y="1161181"/>
                  </a:lnTo>
                  <a:lnTo>
                    <a:pt x="413986" y="1161183"/>
                  </a:lnTo>
                  <a:lnTo>
                    <a:pt x="413978" y="1161187"/>
                  </a:lnTo>
                  <a:lnTo>
                    <a:pt x="413967" y="1161193"/>
                  </a:lnTo>
                  <a:lnTo>
                    <a:pt x="413957" y="1161200"/>
                  </a:lnTo>
                  <a:lnTo>
                    <a:pt x="413944" y="1161208"/>
                  </a:lnTo>
                  <a:lnTo>
                    <a:pt x="413931" y="1161218"/>
                  </a:lnTo>
                  <a:lnTo>
                    <a:pt x="413921" y="1161226"/>
                  </a:lnTo>
                  <a:lnTo>
                    <a:pt x="413910" y="1161233"/>
                  </a:lnTo>
                  <a:lnTo>
                    <a:pt x="413900" y="1161242"/>
                  </a:lnTo>
                  <a:lnTo>
                    <a:pt x="413889" y="1161251"/>
                  </a:lnTo>
                  <a:lnTo>
                    <a:pt x="413882" y="1161258"/>
                  </a:lnTo>
                  <a:lnTo>
                    <a:pt x="413867" y="1161274"/>
                  </a:lnTo>
                  <a:lnTo>
                    <a:pt x="413858" y="1161284"/>
                  </a:lnTo>
                  <a:lnTo>
                    <a:pt x="413849" y="1161293"/>
                  </a:lnTo>
                  <a:lnTo>
                    <a:pt x="413845" y="1161298"/>
                  </a:lnTo>
                  <a:lnTo>
                    <a:pt x="413838" y="1161302"/>
                  </a:lnTo>
                  <a:lnTo>
                    <a:pt x="413826" y="1161301"/>
                  </a:lnTo>
                  <a:lnTo>
                    <a:pt x="413816" y="1161299"/>
                  </a:lnTo>
                  <a:lnTo>
                    <a:pt x="413800" y="1161295"/>
                  </a:lnTo>
                  <a:lnTo>
                    <a:pt x="413778" y="1161289"/>
                  </a:lnTo>
                  <a:lnTo>
                    <a:pt x="413762" y="1161284"/>
                  </a:lnTo>
                  <a:lnTo>
                    <a:pt x="413747" y="1161278"/>
                  </a:lnTo>
                  <a:lnTo>
                    <a:pt x="413732" y="1161273"/>
                  </a:lnTo>
                  <a:lnTo>
                    <a:pt x="413725" y="1161271"/>
                  </a:lnTo>
                  <a:lnTo>
                    <a:pt x="413718" y="1161273"/>
                  </a:lnTo>
                  <a:lnTo>
                    <a:pt x="413709" y="1161281"/>
                  </a:lnTo>
                  <a:lnTo>
                    <a:pt x="413701" y="1161290"/>
                  </a:lnTo>
                  <a:lnTo>
                    <a:pt x="413694" y="1161300"/>
                  </a:lnTo>
                  <a:lnTo>
                    <a:pt x="413685" y="1161313"/>
                  </a:lnTo>
                  <a:lnTo>
                    <a:pt x="413678" y="1161325"/>
                  </a:lnTo>
                  <a:lnTo>
                    <a:pt x="413670" y="1161337"/>
                  </a:lnTo>
                  <a:lnTo>
                    <a:pt x="413662" y="1161349"/>
                  </a:lnTo>
                  <a:lnTo>
                    <a:pt x="413649" y="1161365"/>
                  </a:lnTo>
                  <a:lnTo>
                    <a:pt x="413637" y="1161379"/>
                  </a:lnTo>
                  <a:lnTo>
                    <a:pt x="413633" y="1161387"/>
                  </a:lnTo>
                  <a:lnTo>
                    <a:pt x="413630" y="1161394"/>
                  </a:lnTo>
                  <a:lnTo>
                    <a:pt x="413629" y="1161400"/>
                  </a:lnTo>
                  <a:lnTo>
                    <a:pt x="413630" y="1161408"/>
                  </a:lnTo>
                  <a:lnTo>
                    <a:pt x="413633" y="1161417"/>
                  </a:lnTo>
                  <a:lnTo>
                    <a:pt x="413638" y="1161426"/>
                  </a:lnTo>
                  <a:lnTo>
                    <a:pt x="413642" y="1161433"/>
                  </a:lnTo>
                  <a:lnTo>
                    <a:pt x="413651" y="1161446"/>
                  </a:lnTo>
                  <a:lnTo>
                    <a:pt x="413666" y="1161467"/>
                  </a:lnTo>
                  <a:lnTo>
                    <a:pt x="413673" y="1161479"/>
                  </a:lnTo>
                  <a:lnTo>
                    <a:pt x="413681" y="1161493"/>
                  </a:lnTo>
                  <a:lnTo>
                    <a:pt x="413686" y="1161504"/>
                  </a:lnTo>
                  <a:lnTo>
                    <a:pt x="413693" y="1161521"/>
                  </a:lnTo>
                  <a:lnTo>
                    <a:pt x="413697" y="1161530"/>
                  </a:lnTo>
                  <a:lnTo>
                    <a:pt x="413700" y="1161543"/>
                  </a:lnTo>
                  <a:lnTo>
                    <a:pt x="413702" y="1161553"/>
                  </a:lnTo>
                  <a:lnTo>
                    <a:pt x="413703" y="1161572"/>
                  </a:lnTo>
                  <a:lnTo>
                    <a:pt x="413704" y="1161588"/>
                  </a:lnTo>
                  <a:lnTo>
                    <a:pt x="413707" y="1161604"/>
                  </a:lnTo>
                  <a:lnTo>
                    <a:pt x="413708" y="1161619"/>
                  </a:lnTo>
                  <a:lnTo>
                    <a:pt x="413711" y="1161634"/>
                  </a:lnTo>
                  <a:lnTo>
                    <a:pt x="413713" y="1161645"/>
                  </a:lnTo>
                  <a:lnTo>
                    <a:pt x="413716" y="1161655"/>
                  </a:lnTo>
                  <a:lnTo>
                    <a:pt x="413721" y="1161669"/>
                  </a:lnTo>
                  <a:lnTo>
                    <a:pt x="413722" y="1161675"/>
                  </a:lnTo>
                  <a:lnTo>
                    <a:pt x="413723" y="1161683"/>
                  </a:lnTo>
                  <a:lnTo>
                    <a:pt x="413722" y="1161693"/>
                  </a:lnTo>
                  <a:lnTo>
                    <a:pt x="413720" y="1161703"/>
                  </a:lnTo>
                  <a:lnTo>
                    <a:pt x="413715" y="1161717"/>
                  </a:lnTo>
                  <a:lnTo>
                    <a:pt x="413711" y="1161728"/>
                  </a:lnTo>
                  <a:lnTo>
                    <a:pt x="413706" y="1161739"/>
                  </a:lnTo>
                  <a:lnTo>
                    <a:pt x="413704" y="1161749"/>
                  </a:lnTo>
                  <a:lnTo>
                    <a:pt x="413703" y="1161759"/>
                  </a:lnTo>
                  <a:lnTo>
                    <a:pt x="413702" y="1161773"/>
                  </a:lnTo>
                  <a:lnTo>
                    <a:pt x="413702" y="1161786"/>
                  </a:lnTo>
                  <a:lnTo>
                    <a:pt x="413704" y="1161805"/>
                  </a:lnTo>
                  <a:lnTo>
                    <a:pt x="413705" y="1161823"/>
                  </a:lnTo>
                  <a:lnTo>
                    <a:pt x="413705" y="1161829"/>
                  </a:lnTo>
                  <a:lnTo>
                    <a:pt x="413704" y="1161837"/>
                  </a:lnTo>
                  <a:lnTo>
                    <a:pt x="413698" y="1161844"/>
                  </a:lnTo>
                  <a:lnTo>
                    <a:pt x="413692" y="1161849"/>
                  </a:lnTo>
                  <a:lnTo>
                    <a:pt x="413682" y="1161856"/>
                  </a:lnTo>
                  <a:lnTo>
                    <a:pt x="413666" y="1161863"/>
                  </a:lnTo>
                  <a:lnTo>
                    <a:pt x="413650" y="1161871"/>
                  </a:lnTo>
                  <a:lnTo>
                    <a:pt x="413635" y="1161879"/>
                  </a:lnTo>
                  <a:lnTo>
                    <a:pt x="413617" y="1161888"/>
                  </a:lnTo>
                  <a:lnTo>
                    <a:pt x="413595" y="1161900"/>
                  </a:lnTo>
                  <a:lnTo>
                    <a:pt x="413579" y="1161908"/>
                  </a:lnTo>
                  <a:lnTo>
                    <a:pt x="413568" y="1161915"/>
                  </a:lnTo>
                  <a:lnTo>
                    <a:pt x="413558" y="1161922"/>
                  </a:lnTo>
                  <a:lnTo>
                    <a:pt x="413542" y="1161933"/>
                  </a:lnTo>
                  <a:lnTo>
                    <a:pt x="413530" y="1161942"/>
                  </a:lnTo>
                  <a:lnTo>
                    <a:pt x="413519" y="1161950"/>
                  </a:lnTo>
                  <a:lnTo>
                    <a:pt x="413505" y="1161960"/>
                  </a:lnTo>
                  <a:lnTo>
                    <a:pt x="413492" y="1161968"/>
                  </a:lnTo>
                  <a:lnTo>
                    <a:pt x="413479" y="1161974"/>
                  </a:lnTo>
                  <a:lnTo>
                    <a:pt x="413464" y="1161981"/>
                  </a:lnTo>
                  <a:lnTo>
                    <a:pt x="413451" y="1161985"/>
                  </a:lnTo>
                  <a:lnTo>
                    <a:pt x="413433" y="1161992"/>
                  </a:lnTo>
                  <a:lnTo>
                    <a:pt x="413418" y="1161997"/>
                  </a:lnTo>
                  <a:lnTo>
                    <a:pt x="413409" y="1162002"/>
                  </a:lnTo>
                  <a:lnTo>
                    <a:pt x="413401" y="1162007"/>
                  </a:lnTo>
                  <a:lnTo>
                    <a:pt x="413395" y="1162013"/>
                  </a:lnTo>
                  <a:lnTo>
                    <a:pt x="413389" y="1162021"/>
                  </a:lnTo>
                  <a:lnTo>
                    <a:pt x="413381" y="1162030"/>
                  </a:lnTo>
                  <a:lnTo>
                    <a:pt x="413375" y="1162034"/>
                  </a:lnTo>
                  <a:lnTo>
                    <a:pt x="413366" y="1162039"/>
                  </a:lnTo>
                  <a:lnTo>
                    <a:pt x="413356" y="1162044"/>
                  </a:lnTo>
                  <a:lnTo>
                    <a:pt x="413344" y="1162048"/>
                  </a:lnTo>
                  <a:lnTo>
                    <a:pt x="413330" y="1162053"/>
                  </a:lnTo>
                  <a:lnTo>
                    <a:pt x="413309" y="1162058"/>
                  </a:lnTo>
                  <a:lnTo>
                    <a:pt x="413287" y="1162064"/>
                  </a:lnTo>
                  <a:lnTo>
                    <a:pt x="413271" y="1162068"/>
                  </a:lnTo>
                  <a:lnTo>
                    <a:pt x="413257" y="1162071"/>
                  </a:lnTo>
                  <a:lnTo>
                    <a:pt x="413240" y="1162072"/>
                  </a:lnTo>
                  <a:lnTo>
                    <a:pt x="413214" y="1162072"/>
                  </a:lnTo>
                  <a:lnTo>
                    <a:pt x="413194" y="1162071"/>
                  </a:lnTo>
                  <a:lnTo>
                    <a:pt x="413178" y="1162069"/>
                  </a:lnTo>
                  <a:lnTo>
                    <a:pt x="413164" y="1162066"/>
                  </a:lnTo>
                  <a:lnTo>
                    <a:pt x="413150" y="1162063"/>
                  </a:lnTo>
                  <a:lnTo>
                    <a:pt x="413131" y="1162058"/>
                  </a:lnTo>
                  <a:lnTo>
                    <a:pt x="413115" y="1162054"/>
                  </a:lnTo>
                  <a:lnTo>
                    <a:pt x="413101" y="1162050"/>
                  </a:lnTo>
                  <a:lnTo>
                    <a:pt x="413090" y="1162046"/>
                  </a:lnTo>
                  <a:lnTo>
                    <a:pt x="413079" y="1162041"/>
                  </a:lnTo>
                  <a:lnTo>
                    <a:pt x="413072" y="1162036"/>
                  </a:lnTo>
                  <a:lnTo>
                    <a:pt x="413060" y="1162026"/>
                  </a:lnTo>
                  <a:lnTo>
                    <a:pt x="413046" y="1162015"/>
                  </a:lnTo>
                  <a:lnTo>
                    <a:pt x="413028" y="1162000"/>
                  </a:lnTo>
                  <a:lnTo>
                    <a:pt x="413009" y="1161983"/>
                  </a:lnTo>
                  <a:lnTo>
                    <a:pt x="412998" y="1161974"/>
                  </a:lnTo>
                  <a:lnTo>
                    <a:pt x="412987" y="1161967"/>
                  </a:lnTo>
                  <a:lnTo>
                    <a:pt x="412978" y="1161963"/>
                  </a:lnTo>
                  <a:lnTo>
                    <a:pt x="412966" y="1161958"/>
                  </a:lnTo>
                  <a:lnTo>
                    <a:pt x="412953" y="1161952"/>
                  </a:lnTo>
                  <a:lnTo>
                    <a:pt x="412943" y="1161946"/>
                  </a:lnTo>
                  <a:lnTo>
                    <a:pt x="412931" y="1161939"/>
                  </a:lnTo>
                  <a:lnTo>
                    <a:pt x="412919" y="1161932"/>
                  </a:lnTo>
                  <a:lnTo>
                    <a:pt x="412904" y="1161924"/>
                  </a:lnTo>
                  <a:lnTo>
                    <a:pt x="412882" y="1161914"/>
                  </a:lnTo>
                  <a:lnTo>
                    <a:pt x="412861" y="1161906"/>
                  </a:lnTo>
                  <a:lnTo>
                    <a:pt x="412843" y="1161901"/>
                  </a:lnTo>
                  <a:lnTo>
                    <a:pt x="412831" y="1161899"/>
                  </a:lnTo>
                  <a:lnTo>
                    <a:pt x="412817" y="1161897"/>
                  </a:lnTo>
                  <a:lnTo>
                    <a:pt x="412804" y="1161897"/>
                  </a:lnTo>
                  <a:lnTo>
                    <a:pt x="412792" y="1161899"/>
                  </a:lnTo>
                  <a:lnTo>
                    <a:pt x="412779" y="1161903"/>
                  </a:lnTo>
                  <a:lnTo>
                    <a:pt x="412763" y="1161907"/>
                  </a:lnTo>
                  <a:lnTo>
                    <a:pt x="412753" y="1161910"/>
                  </a:lnTo>
                  <a:lnTo>
                    <a:pt x="412743" y="1161915"/>
                  </a:lnTo>
                  <a:lnTo>
                    <a:pt x="412732" y="1161921"/>
                  </a:lnTo>
                  <a:lnTo>
                    <a:pt x="412717" y="1161931"/>
                  </a:lnTo>
                  <a:lnTo>
                    <a:pt x="412696" y="1161946"/>
                  </a:lnTo>
                  <a:lnTo>
                    <a:pt x="412680" y="1161959"/>
                  </a:lnTo>
                  <a:lnTo>
                    <a:pt x="412672" y="1161963"/>
                  </a:lnTo>
                  <a:lnTo>
                    <a:pt x="412666" y="1161966"/>
                  </a:lnTo>
                  <a:lnTo>
                    <a:pt x="412659" y="1161967"/>
                  </a:lnTo>
                  <a:lnTo>
                    <a:pt x="412653" y="1161965"/>
                  </a:lnTo>
                  <a:lnTo>
                    <a:pt x="412643" y="1161960"/>
                  </a:lnTo>
                  <a:lnTo>
                    <a:pt x="412619" y="1161946"/>
                  </a:lnTo>
                  <a:lnTo>
                    <a:pt x="412610" y="1161940"/>
                  </a:lnTo>
                  <a:lnTo>
                    <a:pt x="412596" y="1161930"/>
                  </a:lnTo>
                  <a:lnTo>
                    <a:pt x="412581" y="1161920"/>
                  </a:lnTo>
                  <a:lnTo>
                    <a:pt x="412571" y="1161913"/>
                  </a:lnTo>
                  <a:lnTo>
                    <a:pt x="412556" y="1161906"/>
                  </a:lnTo>
                  <a:lnTo>
                    <a:pt x="412527" y="1161893"/>
                  </a:lnTo>
                  <a:lnTo>
                    <a:pt x="412507" y="1161885"/>
                  </a:lnTo>
                  <a:lnTo>
                    <a:pt x="412490" y="1161877"/>
                  </a:lnTo>
                  <a:lnTo>
                    <a:pt x="412473" y="1161870"/>
                  </a:lnTo>
                  <a:lnTo>
                    <a:pt x="412465" y="1161866"/>
                  </a:lnTo>
                  <a:lnTo>
                    <a:pt x="412461" y="1161863"/>
                  </a:lnTo>
                  <a:lnTo>
                    <a:pt x="412455" y="1161857"/>
                  </a:lnTo>
                  <a:lnTo>
                    <a:pt x="412453" y="1161850"/>
                  </a:lnTo>
                  <a:lnTo>
                    <a:pt x="412453" y="1161840"/>
                  </a:lnTo>
                  <a:lnTo>
                    <a:pt x="412454" y="1161828"/>
                  </a:lnTo>
                  <a:lnTo>
                    <a:pt x="412457" y="1161817"/>
                  </a:lnTo>
                  <a:lnTo>
                    <a:pt x="412463" y="1161793"/>
                  </a:lnTo>
                  <a:lnTo>
                    <a:pt x="412468" y="1161772"/>
                  </a:lnTo>
                  <a:lnTo>
                    <a:pt x="412473" y="1161753"/>
                  </a:lnTo>
                  <a:lnTo>
                    <a:pt x="412479" y="1161731"/>
                  </a:lnTo>
                  <a:lnTo>
                    <a:pt x="412483" y="1161717"/>
                  </a:lnTo>
                  <a:lnTo>
                    <a:pt x="412488" y="1161699"/>
                  </a:lnTo>
                  <a:lnTo>
                    <a:pt x="412494" y="1161685"/>
                  </a:lnTo>
                  <a:lnTo>
                    <a:pt x="412501" y="1161672"/>
                  </a:lnTo>
                  <a:lnTo>
                    <a:pt x="412504" y="1161664"/>
                  </a:lnTo>
                  <a:lnTo>
                    <a:pt x="412505" y="1161658"/>
                  </a:lnTo>
                  <a:lnTo>
                    <a:pt x="412505" y="1161648"/>
                  </a:lnTo>
                  <a:lnTo>
                    <a:pt x="412505" y="1161633"/>
                  </a:lnTo>
                  <a:lnTo>
                    <a:pt x="412504" y="1161622"/>
                  </a:lnTo>
                  <a:lnTo>
                    <a:pt x="412502" y="1161611"/>
                  </a:lnTo>
                  <a:lnTo>
                    <a:pt x="412500" y="1161596"/>
                  </a:lnTo>
                  <a:lnTo>
                    <a:pt x="412498" y="1161587"/>
                  </a:lnTo>
                  <a:lnTo>
                    <a:pt x="412494" y="1161576"/>
                  </a:lnTo>
                  <a:lnTo>
                    <a:pt x="412489" y="1161561"/>
                  </a:lnTo>
                  <a:lnTo>
                    <a:pt x="412489" y="1161554"/>
                  </a:lnTo>
                  <a:lnTo>
                    <a:pt x="412492" y="1161545"/>
                  </a:lnTo>
                  <a:lnTo>
                    <a:pt x="412495" y="1161539"/>
                  </a:lnTo>
                  <a:lnTo>
                    <a:pt x="412501" y="1161532"/>
                  </a:lnTo>
                  <a:lnTo>
                    <a:pt x="412511" y="1161519"/>
                  </a:lnTo>
                  <a:lnTo>
                    <a:pt x="412518" y="1161511"/>
                  </a:lnTo>
                  <a:lnTo>
                    <a:pt x="412523" y="1161499"/>
                  </a:lnTo>
                  <a:lnTo>
                    <a:pt x="412530" y="1161484"/>
                  </a:lnTo>
                  <a:lnTo>
                    <a:pt x="412534" y="1161471"/>
                  </a:lnTo>
                  <a:lnTo>
                    <a:pt x="412537" y="1161456"/>
                  </a:lnTo>
                  <a:lnTo>
                    <a:pt x="412543" y="1161441"/>
                  </a:lnTo>
                  <a:lnTo>
                    <a:pt x="412547" y="1161429"/>
                  </a:lnTo>
                  <a:lnTo>
                    <a:pt x="412551" y="1161420"/>
                  </a:lnTo>
                  <a:lnTo>
                    <a:pt x="412556" y="1161411"/>
                  </a:lnTo>
                  <a:lnTo>
                    <a:pt x="412571" y="1161388"/>
                  </a:lnTo>
                  <a:lnTo>
                    <a:pt x="412580" y="1161373"/>
                  </a:lnTo>
                  <a:lnTo>
                    <a:pt x="412587" y="1161360"/>
                  </a:lnTo>
                  <a:lnTo>
                    <a:pt x="412595" y="1161344"/>
                  </a:lnTo>
                  <a:lnTo>
                    <a:pt x="412601" y="1161333"/>
                  </a:lnTo>
                  <a:lnTo>
                    <a:pt x="412607" y="1161325"/>
                  </a:lnTo>
                  <a:lnTo>
                    <a:pt x="412616" y="1161313"/>
                  </a:lnTo>
                  <a:lnTo>
                    <a:pt x="412625" y="1161301"/>
                  </a:lnTo>
                  <a:lnTo>
                    <a:pt x="412635" y="1161289"/>
                  </a:lnTo>
                  <a:lnTo>
                    <a:pt x="412642" y="1161280"/>
                  </a:lnTo>
                  <a:lnTo>
                    <a:pt x="412648" y="1161271"/>
                  </a:lnTo>
                  <a:lnTo>
                    <a:pt x="412653" y="1161262"/>
                  </a:lnTo>
                  <a:lnTo>
                    <a:pt x="412657" y="1161253"/>
                  </a:lnTo>
                  <a:lnTo>
                    <a:pt x="412661" y="1161245"/>
                  </a:lnTo>
                  <a:lnTo>
                    <a:pt x="412666" y="1161228"/>
                  </a:lnTo>
                  <a:lnTo>
                    <a:pt x="412668" y="1161219"/>
                  </a:lnTo>
                  <a:lnTo>
                    <a:pt x="412670" y="1161212"/>
                  </a:lnTo>
                  <a:lnTo>
                    <a:pt x="412671" y="1161204"/>
                  </a:lnTo>
                  <a:lnTo>
                    <a:pt x="412672" y="1161189"/>
                  </a:lnTo>
                  <a:lnTo>
                    <a:pt x="412673" y="1161175"/>
                  </a:lnTo>
                  <a:lnTo>
                    <a:pt x="412673" y="1161157"/>
                  </a:lnTo>
                  <a:lnTo>
                    <a:pt x="412673" y="1161142"/>
                  </a:lnTo>
                  <a:lnTo>
                    <a:pt x="412672" y="1161133"/>
                  </a:lnTo>
                  <a:lnTo>
                    <a:pt x="412671" y="1161125"/>
                  </a:lnTo>
                  <a:lnTo>
                    <a:pt x="412668" y="1161116"/>
                  </a:lnTo>
                  <a:lnTo>
                    <a:pt x="412664" y="1161105"/>
                  </a:lnTo>
                  <a:lnTo>
                    <a:pt x="412661" y="1161098"/>
                  </a:lnTo>
                  <a:lnTo>
                    <a:pt x="412657" y="1161091"/>
                  </a:lnTo>
                  <a:lnTo>
                    <a:pt x="412650" y="1161080"/>
                  </a:lnTo>
                  <a:lnTo>
                    <a:pt x="412648" y="1161073"/>
                  </a:lnTo>
                  <a:lnTo>
                    <a:pt x="412649" y="1161064"/>
                  </a:lnTo>
                  <a:lnTo>
                    <a:pt x="412652" y="1161057"/>
                  </a:lnTo>
                  <a:lnTo>
                    <a:pt x="412659" y="1161045"/>
                  </a:lnTo>
                  <a:lnTo>
                    <a:pt x="412668" y="1161029"/>
                  </a:lnTo>
                  <a:lnTo>
                    <a:pt x="412679" y="1161014"/>
                  </a:lnTo>
                  <a:lnTo>
                    <a:pt x="412693" y="1160995"/>
                  </a:lnTo>
                  <a:lnTo>
                    <a:pt x="412704" y="1160981"/>
                  </a:lnTo>
                  <a:lnTo>
                    <a:pt x="412715" y="1160965"/>
                  </a:lnTo>
                  <a:lnTo>
                    <a:pt x="412727" y="1160947"/>
                  </a:lnTo>
                  <a:lnTo>
                    <a:pt x="412731" y="1160939"/>
                  </a:lnTo>
                  <a:lnTo>
                    <a:pt x="412737" y="1160928"/>
                  </a:lnTo>
                  <a:lnTo>
                    <a:pt x="412742" y="1160916"/>
                  </a:lnTo>
                  <a:lnTo>
                    <a:pt x="412743" y="1160910"/>
                  </a:lnTo>
                  <a:lnTo>
                    <a:pt x="412742" y="1160904"/>
                  </a:lnTo>
                  <a:lnTo>
                    <a:pt x="412735" y="1160898"/>
                  </a:lnTo>
                  <a:lnTo>
                    <a:pt x="412722" y="1160888"/>
                  </a:lnTo>
                  <a:lnTo>
                    <a:pt x="412714" y="1160883"/>
                  </a:lnTo>
                  <a:lnTo>
                    <a:pt x="412704" y="1160874"/>
                  </a:lnTo>
                  <a:lnTo>
                    <a:pt x="412683" y="1160860"/>
                  </a:lnTo>
                  <a:lnTo>
                    <a:pt x="412674" y="1160853"/>
                  </a:lnTo>
                  <a:lnTo>
                    <a:pt x="412653" y="1160841"/>
                  </a:lnTo>
                  <a:lnTo>
                    <a:pt x="412646" y="1160837"/>
                  </a:lnTo>
                  <a:lnTo>
                    <a:pt x="412614" y="1160816"/>
                  </a:lnTo>
                  <a:lnTo>
                    <a:pt x="412591" y="1160804"/>
                  </a:lnTo>
                  <a:lnTo>
                    <a:pt x="412571" y="1160791"/>
                  </a:lnTo>
                  <a:lnTo>
                    <a:pt x="412547" y="1160780"/>
                  </a:lnTo>
                  <a:lnTo>
                    <a:pt x="412525" y="1160769"/>
                  </a:lnTo>
                  <a:lnTo>
                    <a:pt x="412481" y="1160745"/>
                  </a:lnTo>
                  <a:lnTo>
                    <a:pt x="412463" y="1160735"/>
                  </a:lnTo>
                  <a:lnTo>
                    <a:pt x="412437" y="1160722"/>
                  </a:lnTo>
                  <a:lnTo>
                    <a:pt x="412417" y="1160713"/>
                  </a:lnTo>
                  <a:lnTo>
                    <a:pt x="412391" y="1160701"/>
                  </a:lnTo>
                  <a:lnTo>
                    <a:pt x="412370" y="1160690"/>
                  </a:lnTo>
                  <a:lnTo>
                    <a:pt x="412348" y="1160678"/>
                  </a:lnTo>
                  <a:lnTo>
                    <a:pt x="412319" y="1160664"/>
                  </a:lnTo>
                  <a:lnTo>
                    <a:pt x="412288" y="1160648"/>
                  </a:lnTo>
                  <a:lnTo>
                    <a:pt x="412267" y="1160637"/>
                  </a:lnTo>
                  <a:lnTo>
                    <a:pt x="412229" y="1160618"/>
                  </a:lnTo>
                  <a:lnTo>
                    <a:pt x="412197" y="1160600"/>
                  </a:lnTo>
                  <a:lnTo>
                    <a:pt x="412172" y="1160585"/>
                  </a:lnTo>
                  <a:lnTo>
                    <a:pt x="412151" y="1160574"/>
                  </a:lnTo>
                  <a:lnTo>
                    <a:pt x="412128" y="1160564"/>
                  </a:lnTo>
                  <a:lnTo>
                    <a:pt x="412111" y="1160555"/>
                  </a:lnTo>
                  <a:lnTo>
                    <a:pt x="412096" y="1160549"/>
                  </a:lnTo>
                  <a:lnTo>
                    <a:pt x="412084" y="1160546"/>
                  </a:lnTo>
                  <a:lnTo>
                    <a:pt x="412076" y="1160544"/>
                  </a:lnTo>
                  <a:lnTo>
                    <a:pt x="412063" y="1160544"/>
                  </a:lnTo>
                  <a:lnTo>
                    <a:pt x="412055" y="1160545"/>
                  </a:lnTo>
                  <a:lnTo>
                    <a:pt x="412046" y="1160547"/>
                  </a:lnTo>
                  <a:lnTo>
                    <a:pt x="412023" y="1160553"/>
                  </a:lnTo>
                  <a:lnTo>
                    <a:pt x="412000" y="1160558"/>
                  </a:lnTo>
                  <a:lnTo>
                    <a:pt x="411983" y="1160562"/>
                  </a:lnTo>
                  <a:lnTo>
                    <a:pt x="411961" y="1160568"/>
                  </a:lnTo>
                  <a:lnTo>
                    <a:pt x="411950" y="1160573"/>
                  </a:lnTo>
                  <a:lnTo>
                    <a:pt x="411929" y="1160580"/>
                  </a:lnTo>
                  <a:lnTo>
                    <a:pt x="411904" y="1160587"/>
                  </a:lnTo>
                  <a:lnTo>
                    <a:pt x="411887" y="1160592"/>
                  </a:lnTo>
                  <a:lnTo>
                    <a:pt x="411875" y="1160595"/>
                  </a:lnTo>
                  <a:lnTo>
                    <a:pt x="411869" y="1160595"/>
                  </a:lnTo>
                  <a:lnTo>
                    <a:pt x="411862" y="1160594"/>
                  </a:lnTo>
                  <a:lnTo>
                    <a:pt x="411850" y="1160591"/>
                  </a:lnTo>
                  <a:lnTo>
                    <a:pt x="411836" y="1160585"/>
                  </a:lnTo>
                  <a:lnTo>
                    <a:pt x="411818" y="1160575"/>
                  </a:lnTo>
                  <a:lnTo>
                    <a:pt x="411802" y="1160563"/>
                  </a:lnTo>
                  <a:lnTo>
                    <a:pt x="411788" y="1160551"/>
                  </a:lnTo>
                  <a:lnTo>
                    <a:pt x="411774" y="1160536"/>
                  </a:lnTo>
                  <a:lnTo>
                    <a:pt x="411752" y="1160511"/>
                  </a:lnTo>
                  <a:lnTo>
                    <a:pt x="411737" y="1160495"/>
                  </a:lnTo>
                  <a:lnTo>
                    <a:pt x="411733" y="1160492"/>
                  </a:lnTo>
                  <a:lnTo>
                    <a:pt x="411728" y="1160491"/>
                  </a:lnTo>
                  <a:lnTo>
                    <a:pt x="411723" y="1160494"/>
                  </a:lnTo>
                  <a:lnTo>
                    <a:pt x="411704" y="1160507"/>
                  </a:lnTo>
                  <a:lnTo>
                    <a:pt x="411687" y="1160518"/>
                  </a:lnTo>
                  <a:lnTo>
                    <a:pt x="411660" y="1160531"/>
                  </a:lnTo>
                  <a:lnTo>
                    <a:pt x="411631" y="1160546"/>
                  </a:lnTo>
                  <a:lnTo>
                    <a:pt x="411611" y="1160558"/>
                  </a:lnTo>
                  <a:lnTo>
                    <a:pt x="411588" y="1160569"/>
                  </a:lnTo>
                  <a:lnTo>
                    <a:pt x="411555" y="1160581"/>
                  </a:lnTo>
                  <a:lnTo>
                    <a:pt x="411540" y="1160586"/>
                  </a:lnTo>
                  <a:lnTo>
                    <a:pt x="411523" y="1160592"/>
                  </a:lnTo>
                  <a:lnTo>
                    <a:pt x="411511" y="1160596"/>
                  </a:lnTo>
                  <a:lnTo>
                    <a:pt x="411502" y="1160600"/>
                  </a:lnTo>
                  <a:lnTo>
                    <a:pt x="411485" y="1160609"/>
                  </a:lnTo>
                  <a:lnTo>
                    <a:pt x="411474" y="1160616"/>
                  </a:lnTo>
                  <a:lnTo>
                    <a:pt x="411465" y="1160623"/>
                  </a:lnTo>
                  <a:lnTo>
                    <a:pt x="411448" y="1160638"/>
                  </a:lnTo>
                  <a:lnTo>
                    <a:pt x="411435" y="1160650"/>
                  </a:lnTo>
                  <a:lnTo>
                    <a:pt x="411416" y="1160671"/>
                  </a:lnTo>
                  <a:lnTo>
                    <a:pt x="411403" y="1160686"/>
                  </a:lnTo>
                  <a:lnTo>
                    <a:pt x="411387" y="1160705"/>
                  </a:lnTo>
                  <a:lnTo>
                    <a:pt x="411374" y="1160717"/>
                  </a:lnTo>
                  <a:lnTo>
                    <a:pt x="411362" y="1160731"/>
                  </a:lnTo>
                  <a:lnTo>
                    <a:pt x="411346" y="1160749"/>
                  </a:lnTo>
                  <a:lnTo>
                    <a:pt x="411336" y="1160761"/>
                  </a:lnTo>
                  <a:lnTo>
                    <a:pt x="411326" y="1160773"/>
                  </a:lnTo>
                  <a:lnTo>
                    <a:pt x="411316" y="1160784"/>
                  </a:lnTo>
                  <a:lnTo>
                    <a:pt x="411309" y="1160791"/>
                  </a:lnTo>
                  <a:lnTo>
                    <a:pt x="411302" y="1160796"/>
                  </a:lnTo>
                  <a:lnTo>
                    <a:pt x="411296" y="1160799"/>
                  </a:lnTo>
                  <a:lnTo>
                    <a:pt x="411290" y="1160800"/>
                  </a:lnTo>
                  <a:lnTo>
                    <a:pt x="411284" y="1160799"/>
                  </a:lnTo>
                  <a:lnTo>
                    <a:pt x="411277" y="1160796"/>
                  </a:lnTo>
                  <a:lnTo>
                    <a:pt x="411268" y="1160790"/>
                  </a:lnTo>
                  <a:lnTo>
                    <a:pt x="411254" y="1160777"/>
                  </a:lnTo>
                  <a:lnTo>
                    <a:pt x="411245" y="1160768"/>
                  </a:lnTo>
                  <a:lnTo>
                    <a:pt x="411230" y="1160752"/>
                  </a:lnTo>
                  <a:lnTo>
                    <a:pt x="411219" y="1160739"/>
                  </a:lnTo>
                  <a:lnTo>
                    <a:pt x="411207" y="1160725"/>
                  </a:lnTo>
                  <a:lnTo>
                    <a:pt x="411201" y="1160720"/>
                  </a:lnTo>
                  <a:lnTo>
                    <a:pt x="411195" y="1160713"/>
                  </a:lnTo>
                  <a:lnTo>
                    <a:pt x="411189" y="1160708"/>
                  </a:lnTo>
                  <a:lnTo>
                    <a:pt x="411167" y="1160695"/>
                  </a:lnTo>
                  <a:lnTo>
                    <a:pt x="411153" y="1160687"/>
                  </a:lnTo>
                  <a:lnTo>
                    <a:pt x="411143" y="1160681"/>
                  </a:lnTo>
                  <a:lnTo>
                    <a:pt x="411132" y="1160673"/>
                  </a:lnTo>
                  <a:lnTo>
                    <a:pt x="411122" y="1160666"/>
                  </a:lnTo>
                  <a:lnTo>
                    <a:pt x="411111" y="1160655"/>
                  </a:lnTo>
                  <a:lnTo>
                    <a:pt x="411100" y="1160643"/>
                  </a:lnTo>
                  <a:lnTo>
                    <a:pt x="411085" y="1160625"/>
                  </a:lnTo>
                  <a:lnTo>
                    <a:pt x="411071" y="1160608"/>
                  </a:lnTo>
                  <a:lnTo>
                    <a:pt x="411057" y="1160592"/>
                  </a:lnTo>
                  <a:lnTo>
                    <a:pt x="411044" y="1160576"/>
                  </a:lnTo>
                  <a:lnTo>
                    <a:pt x="411037" y="1160566"/>
                  </a:lnTo>
                  <a:lnTo>
                    <a:pt x="411027" y="1160553"/>
                  </a:lnTo>
                  <a:lnTo>
                    <a:pt x="411018" y="1160540"/>
                  </a:lnTo>
                  <a:lnTo>
                    <a:pt x="411008" y="1160526"/>
                  </a:lnTo>
                  <a:lnTo>
                    <a:pt x="411000" y="1160514"/>
                  </a:lnTo>
                  <a:lnTo>
                    <a:pt x="410993" y="1160501"/>
                  </a:lnTo>
                  <a:lnTo>
                    <a:pt x="410987" y="1160488"/>
                  </a:lnTo>
                  <a:lnTo>
                    <a:pt x="410978" y="1160470"/>
                  </a:lnTo>
                  <a:lnTo>
                    <a:pt x="410967" y="1160448"/>
                  </a:lnTo>
                  <a:lnTo>
                    <a:pt x="410960" y="1160436"/>
                  </a:lnTo>
                  <a:lnTo>
                    <a:pt x="410953" y="1160423"/>
                  </a:lnTo>
                  <a:lnTo>
                    <a:pt x="410947" y="1160414"/>
                  </a:lnTo>
                  <a:lnTo>
                    <a:pt x="410939" y="1160404"/>
                  </a:lnTo>
                  <a:lnTo>
                    <a:pt x="410930" y="1160394"/>
                  </a:lnTo>
                  <a:lnTo>
                    <a:pt x="410921" y="1160384"/>
                  </a:lnTo>
                  <a:lnTo>
                    <a:pt x="410910" y="1160374"/>
                  </a:lnTo>
                  <a:lnTo>
                    <a:pt x="410900" y="1160366"/>
                  </a:lnTo>
                  <a:lnTo>
                    <a:pt x="410889" y="1160357"/>
                  </a:lnTo>
                  <a:lnTo>
                    <a:pt x="410878" y="1160349"/>
                  </a:lnTo>
                  <a:lnTo>
                    <a:pt x="410860" y="1160338"/>
                  </a:lnTo>
                  <a:lnTo>
                    <a:pt x="410848" y="1160332"/>
                  </a:lnTo>
                  <a:lnTo>
                    <a:pt x="410832" y="1160324"/>
                  </a:lnTo>
                  <a:lnTo>
                    <a:pt x="410824" y="1160320"/>
                  </a:lnTo>
                  <a:lnTo>
                    <a:pt x="410819" y="1160319"/>
                  </a:lnTo>
                  <a:lnTo>
                    <a:pt x="410815" y="1160320"/>
                  </a:lnTo>
                  <a:lnTo>
                    <a:pt x="410808" y="1160329"/>
                  </a:lnTo>
                  <a:lnTo>
                    <a:pt x="410802" y="1160337"/>
                  </a:lnTo>
                  <a:lnTo>
                    <a:pt x="410794" y="1160346"/>
                  </a:lnTo>
                  <a:lnTo>
                    <a:pt x="410786" y="1160355"/>
                  </a:lnTo>
                  <a:lnTo>
                    <a:pt x="410776" y="1160363"/>
                  </a:lnTo>
                  <a:lnTo>
                    <a:pt x="410759" y="1160376"/>
                  </a:lnTo>
                  <a:lnTo>
                    <a:pt x="410747" y="1160386"/>
                  </a:lnTo>
                  <a:lnTo>
                    <a:pt x="410730" y="1160397"/>
                  </a:lnTo>
                  <a:lnTo>
                    <a:pt x="410718" y="1160407"/>
                  </a:lnTo>
                  <a:lnTo>
                    <a:pt x="410708" y="1160414"/>
                  </a:lnTo>
                  <a:lnTo>
                    <a:pt x="410700" y="1160423"/>
                  </a:lnTo>
                  <a:lnTo>
                    <a:pt x="410693" y="1160432"/>
                  </a:lnTo>
                  <a:lnTo>
                    <a:pt x="410688" y="1160438"/>
                  </a:lnTo>
                  <a:lnTo>
                    <a:pt x="410684" y="1160445"/>
                  </a:lnTo>
                  <a:lnTo>
                    <a:pt x="410681" y="1160452"/>
                  </a:lnTo>
                  <a:lnTo>
                    <a:pt x="410679" y="1160460"/>
                  </a:lnTo>
                  <a:lnTo>
                    <a:pt x="410678" y="1160472"/>
                  </a:lnTo>
                  <a:lnTo>
                    <a:pt x="410677" y="1160490"/>
                  </a:lnTo>
                  <a:lnTo>
                    <a:pt x="410675" y="1160511"/>
                  </a:lnTo>
                  <a:lnTo>
                    <a:pt x="410673" y="1160536"/>
                  </a:lnTo>
                  <a:lnTo>
                    <a:pt x="410672" y="1160554"/>
                  </a:lnTo>
                  <a:lnTo>
                    <a:pt x="410673" y="1160577"/>
                  </a:lnTo>
                  <a:lnTo>
                    <a:pt x="410672" y="1160607"/>
                  </a:lnTo>
                  <a:lnTo>
                    <a:pt x="410672" y="1160637"/>
                  </a:lnTo>
                  <a:lnTo>
                    <a:pt x="410672" y="1160668"/>
                  </a:lnTo>
                  <a:lnTo>
                    <a:pt x="410672" y="1160696"/>
                  </a:lnTo>
                  <a:lnTo>
                    <a:pt x="410672" y="1160715"/>
                  </a:lnTo>
                  <a:lnTo>
                    <a:pt x="410671" y="1160742"/>
                  </a:lnTo>
                  <a:lnTo>
                    <a:pt x="410671" y="1160757"/>
                  </a:lnTo>
                  <a:lnTo>
                    <a:pt x="410670" y="1160769"/>
                  </a:lnTo>
                  <a:lnTo>
                    <a:pt x="410666" y="1160788"/>
                  </a:lnTo>
                  <a:lnTo>
                    <a:pt x="410661" y="1160809"/>
                  </a:lnTo>
                  <a:lnTo>
                    <a:pt x="410658" y="1160828"/>
                  </a:lnTo>
                  <a:lnTo>
                    <a:pt x="410655" y="1160843"/>
                  </a:lnTo>
                  <a:lnTo>
                    <a:pt x="410654" y="1160859"/>
                  </a:lnTo>
                  <a:lnTo>
                    <a:pt x="410654" y="1160870"/>
                  </a:lnTo>
                  <a:lnTo>
                    <a:pt x="410655" y="1160877"/>
                  </a:lnTo>
                  <a:lnTo>
                    <a:pt x="410657" y="1160884"/>
                  </a:lnTo>
                  <a:lnTo>
                    <a:pt x="410648" y="1160895"/>
                  </a:lnTo>
                  <a:lnTo>
                    <a:pt x="410636" y="1160902"/>
                  </a:lnTo>
                  <a:lnTo>
                    <a:pt x="410624" y="1160910"/>
                  </a:lnTo>
                  <a:lnTo>
                    <a:pt x="410607" y="1160917"/>
                  </a:lnTo>
                  <a:lnTo>
                    <a:pt x="410589" y="1160922"/>
                  </a:lnTo>
                  <a:lnTo>
                    <a:pt x="410571" y="1160921"/>
                  </a:lnTo>
                  <a:lnTo>
                    <a:pt x="410552" y="1160920"/>
                  </a:lnTo>
                  <a:lnTo>
                    <a:pt x="410528" y="1160915"/>
                  </a:lnTo>
                  <a:lnTo>
                    <a:pt x="410513" y="1160909"/>
                  </a:lnTo>
                  <a:lnTo>
                    <a:pt x="410499" y="1160901"/>
                  </a:lnTo>
                  <a:lnTo>
                    <a:pt x="410483" y="1160891"/>
                  </a:lnTo>
                  <a:lnTo>
                    <a:pt x="410466" y="1160883"/>
                  </a:lnTo>
                  <a:lnTo>
                    <a:pt x="410461" y="1160879"/>
                  </a:lnTo>
                  <a:lnTo>
                    <a:pt x="410448" y="1160871"/>
                  </a:lnTo>
                  <a:lnTo>
                    <a:pt x="410437" y="1160865"/>
                  </a:lnTo>
                  <a:lnTo>
                    <a:pt x="410426" y="1160862"/>
                  </a:lnTo>
                  <a:lnTo>
                    <a:pt x="410415" y="1160860"/>
                  </a:lnTo>
                  <a:lnTo>
                    <a:pt x="410402" y="1160860"/>
                  </a:lnTo>
                  <a:lnTo>
                    <a:pt x="410388" y="1160861"/>
                  </a:lnTo>
                  <a:lnTo>
                    <a:pt x="410376" y="1160863"/>
                  </a:lnTo>
                  <a:lnTo>
                    <a:pt x="410362" y="1160865"/>
                  </a:lnTo>
                  <a:lnTo>
                    <a:pt x="410327" y="1160867"/>
                  </a:lnTo>
                  <a:lnTo>
                    <a:pt x="410302" y="1160867"/>
                  </a:lnTo>
                  <a:lnTo>
                    <a:pt x="410292" y="1160866"/>
                  </a:lnTo>
                  <a:lnTo>
                    <a:pt x="410280" y="1160862"/>
                  </a:lnTo>
                  <a:lnTo>
                    <a:pt x="410263" y="1160855"/>
                  </a:lnTo>
                  <a:lnTo>
                    <a:pt x="410248" y="1160848"/>
                  </a:lnTo>
                  <a:lnTo>
                    <a:pt x="410236" y="1160841"/>
                  </a:lnTo>
                  <a:lnTo>
                    <a:pt x="410223" y="1160831"/>
                  </a:lnTo>
                  <a:lnTo>
                    <a:pt x="410207" y="1160819"/>
                  </a:lnTo>
                  <a:lnTo>
                    <a:pt x="410192" y="1160808"/>
                  </a:lnTo>
                  <a:lnTo>
                    <a:pt x="410184" y="1160804"/>
                  </a:lnTo>
                  <a:lnTo>
                    <a:pt x="410178" y="1160803"/>
                  </a:lnTo>
                  <a:lnTo>
                    <a:pt x="410172" y="1160804"/>
                  </a:lnTo>
                  <a:lnTo>
                    <a:pt x="410164" y="1160809"/>
                  </a:lnTo>
                  <a:lnTo>
                    <a:pt x="410150" y="1160821"/>
                  </a:lnTo>
                  <a:lnTo>
                    <a:pt x="410135" y="1160835"/>
                  </a:lnTo>
                  <a:lnTo>
                    <a:pt x="410122" y="1160844"/>
                  </a:lnTo>
                  <a:lnTo>
                    <a:pt x="410110" y="1160854"/>
                  </a:lnTo>
                  <a:lnTo>
                    <a:pt x="410099" y="1160862"/>
                  </a:lnTo>
                  <a:lnTo>
                    <a:pt x="410088" y="1160873"/>
                  </a:lnTo>
                  <a:lnTo>
                    <a:pt x="410080" y="1160883"/>
                  </a:lnTo>
                  <a:lnTo>
                    <a:pt x="410066" y="1160892"/>
                  </a:lnTo>
                  <a:lnTo>
                    <a:pt x="410048" y="1160904"/>
                  </a:lnTo>
                  <a:lnTo>
                    <a:pt x="410040" y="1160910"/>
                  </a:lnTo>
                  <a:lnTo>
                    <a:pt x="410035" y="1160916"/>
                  </a:lnTo>
                  <a:lnTo>
                    <a:pt x="410031" y="1160921"/>
                  </a:lnTo>
                  <a:lnTo>
                    <a:pt x="410024" y="1160933"/>
                  </a:lnTo>
                  <a:lnTo>
                    <a:pt x="410018" y="1160944"/>
                  </a:lnTo>
                  <a:lnTo>
                    <a:pt x="410012" y="1160956"/>
                  </a:lnTo>
                  <a:lnTo>
                    <a:pt x="410006" y="1160970"/>
                  </a:lnTo>
                  <a:lnTo>
                    <a:pt x="410002" y="1160983"/>
                  </a:lnTo>
                  <a:lnTo>
                    <a:pt x="409998" y="1160994"/>
                  </a:lnTo>
                  <a:lnTo>
                    <a:pt x="409995" y="1161002"/>
                  </a:lnTo>
                  <a:lnTo>
                    <a:pt x="409992" y="1161006"/>
                  </a:lnTo>
                  <a:lnTo>
                    <a:pt x="409987" y="1161010"/>
                  </a:lnTo>
                  <a:lnTo>
                    <a:pt x="409982" y="1161013"/>
                  </a:lnTo>
                  <a:lnTo>
                    <a:pt x="409976" y="1161015"/>
                  </a:lnTo>
                  <a:lnTo>
                    <a:pt x="409968" y="1161017"/>
                  </a:lnTo>
                  <a:lnTo>
                    <a:pt x="409951" y="1161018"/>
                  </a:lnTo>
                  <a:lnTo>
                    <a:pt x="409940" y="1161021"/>
                  </a:lnTo>
                  <a:lnTo>
                    <a:pt x="409924" y="1161025"/>
                  </a:lnTo>
                  <a:lnTo>
                    <a:pt x="409911" y="1161028"/>
                  </a:lnTo>
                  <a:lnTo>
                    <a:pt x="409894" y="1161032"/>
                  </a:lnTo>
                  <a:lnTo>
                    <a:pt x="409874" y="1161038"/>
                  </a:lnTo>
                  <a:lnTo>
                    <a:pt x="409854" y="1161043"/>
                  </a:lnTo>
                  <a:lnTo>
                    <a:pt x="409837" y="1161050"/>
                  </a:lnTo>
                  <a:lnTo>
                    <a:pt x="409821" y="1161056"/>
                  </a:lnTo>
                  <a:lnTo>
                    <a:pt x="409800" y="1161065"/>
                  </a:lnTo>
                  <a:lnTo>
                    <a:pt x="409784" y="1161072"/>
                  </a:lnTo>
                  <a:lnTo>
                    <a:pt x="409763" y="1161080"/>
                  </a:lnTo>
                  <a:lnTo>
                    <a:pt x="409752" y="1161083"/>
                  </a:lnTo>
                  <a:lnTo>
                    <a:pt x="409734" y="1161088"/>
                  </a:lnTo>
                  <a:lnTo>
                    <a:pt x="409717" y="1161091"/>
                  </a:lnTo>
                  <a:lnTo>
                    <a:pt x="409694" y="1161094"/>
                  </a:lnTo>
                  <a:lnTo>
                    <a:pt x="409674" y="1161097"/>
                  </a:lnTo>
                  <a:lnTo>
                    <a:pt x="409654" y="1161101"/>
                  </a:lnTo>
                  <a:lnTo>
                    <a:pt x="409631" y="1161105"/>
                  </a:lnTo>
                  <a:lnTo>
                    <a:pt x="409606" y="1161110"/>
                  </a:lnTo>
                  <a:lnTo>
                    <a:pt x="409587" y="1161111"/>
                  </a:lnTo>
                  <a:lnTo>
                    <a:pt x="409568" y="1161113"/>
                  </a:lnTo>
                  <a:lnTo>
                    <a:pt x="409552" y="1161114"/>
                  </a:lnTo>
                  <a:lnTo>
                    <a:pt x="409537" y="1161116"/>
                  </a:lnTo>
                  <a:lnTo>
                    <a:pt x="409525" y="1161120"/>
                  </a:lnTo>
                  <a:lnTo>
                    <a:pt x="409518" y="1161124"/>
                  </a:lnTo>
                  <a:lnTo>
                    <a:pt x="409513" y="1161127"/>
                  </a:lnTo>
                  <a:lnTo>
                    <a:pt x="409510" y="1161132"/>
                  </a:lnTo>
                  <a:lnTo>
                    <a:pt x="409506" y="1161143"/>
                  </a:lnTo>
                  <a:lnTo>
                    <a:pt x="409503" y="1161153"/>
                  </a:lnTo>
                  <a:lnTo>
                    <a:pt x="409501" y="1161163"/>
                  </a:lnTo>
                  <a:lnTo>
                    <a:pt x="409500" y="1161175"/>
                  </a:lnTo>
                  <a:lnTo>
                    <a:pt x="409499" y="1161189"/>
                  </a:lnTo>
                  <a:lnTo>
                    <a:pt x="409498" y="1161199"/>
                  </a:lnTo>
                  <a:lnTo>
                    <a:pt x="409498" y="1161218"/>
                  </a:lnTo>
                  <a:lnTo>
                    <a:pt x="409499" y="1161234"/>
                  </a:lnTo>
                  <a:lnTo>
                    <a:pt x="409499" y="1161253"/>
                  </a:lnTo>
                  <a:lnTo>
                    <a:pt x="409501" y="1161273"/>
                  </a:lnTo>
                  <a:lnTo>
                    <a:pt x="409502" y="1161284"/>
                  </a:lnTo>
                  <a:lnTo>
                    <a:pt x="409503" y="1161291"/>
                  </a:lnTo>
                  <a:lnTo>
                    <a:pt x="409506" y="1161303"/>
                  </a:lnTo>
                  <a:lnTo>
                    <a:pt x="409511" y="1161316"/>
                  </a:lnTo>
                  <a:lnTo>
                    <a:pt x="409516" y="1161325"/>
                  </a:lnTo>
                  <a:lnTo>
                    <a:pt x="409521" y="1161333"/>
                  </a:lnTo>
                  <a:lnTo>
                    <a:pt x="409526" y="1161340"/>
                  </a:lnTo>
                  <a:lnTo>
                    <a:pt x="409534" y="1161348"/>
                  </a:lnTo>
                  <a:lnTo>
                    <a:pt x="409539" y="1161355"/>
                  </a:lnTo>
                  <a:lnTo>
                    <a:pt x="409546" y="1161363"/>
                  </a:lnTo>
                  <a:lnTo>
                    <a:pt x="409552" y="1161372"/>
                  </a:lnTo>
                  <a:lnTo>
                    <a:pt x="409560" y="1161385"/>
                  </a:lnTo>
                  <a:lnTo>
                    <a:pt x="409570" y="1161400"/>
                  </a:lnTo>
                  <a:lnTo>
                    <a:pt x="409576" y="1161407"/>
                  </a:lnTo>
                  <a:lnTo>
                    <a:pt x="409581" y="1161413"/>
                  </a:lnTo>
                  <a:lnTo>
                    <a:pt x="409589" y="1161420"/>
                  </a:lnTo>
                  <a:lnTo>
                    <a:pt x="409599" y="1161428"/>
                  </a:lnTo>
                  <a:lnTo>
                    <a:pt x="409608" y="1161434"/>
                  </a:lnTo>
                  <a:lnTo>
                    <a:pt x="409611" y="1161438"/>
                  </a:lnTo>
                  <a:lnTo>
                    <a:pt x="409607" y="1161442"/>
                  </a:lnTo>
                  <a:lnTo>
                    <a:pt x="409592" y="1161444"/>
                  </a:lnTo>
                  <a:lnTo>
                    <a:pt x="409581" y="1161447"/>
                  </a:lnTo>
                  <a:lnTo>
                    <a:pt x="409570" y="1161451"/>
                  </a:lnTo>
                  <a:lnTo>
                    <a:pt x="409554" y="1161458"/>
                  </a:lnTo>
                  <a:lnTo>
                    <a:pt x="409539" y="1161463"/>
                  </a:lnTo>
                  <a:lnTo>
                    <a:pt x="409525" y="1161468"/>
                  </a:lnTo>
                  <a:lnTo>
                    <a:pt x="409512" y="1161472"/>
                  </a:lnTo>
                  <a:lnTo>
                    <a:pt x="409493" y="1161478"/>
                  </a:lnTo>
                  <a:lnTo>
                    <a:pt x="409483" y="1161483"/>
                  </a:lnTo>
                  <a:lnTo>
                    <a:pt x="409476" y="1161488"/>
                  </a:lnTo>
                  <a:lnTo>
                    <a:pt x="409467" y="1161496"/>
                  </a:lnTo>
                  <a:lnTo>
                    <a:pt x="409458" y="1161504"/>
                  </a:lnTo>
                  <a:lnTo>
                    <a:pt x="409445" y="1161514"/>
                  </a:lnTo>
                  <a:lnTo>
                    <a:pt x="409437" y="1161521"/>
                  </a:lnTo>
                  <a:lnTo>
                    <a:pt x="409424" y="1161529"/>
                  </a:lnTo>
                  <a:lnTo>
                    <a:pt x="409412" y="1161536"/>
                  </a:lnTo>
                  <a:lnTo>
                    <a:pt x="409396" y="1161545"/>
                  </a:lnTo>
                  <a:lnTo>
                    <a:pt x="409381" y="1161553"/>
                  </a:lnTo>
                  <a:lnTo>
                    <a:pt x="409366" y="1161561"/>
                  </a:lnTo>
                  <a:lnTo>
                    <a:pt x="409351" y="1161569"/>
                  </a:lnTo>
                  <a:lnTo>
                    <a:pt x="409345" y="1161571"/>
                  </a:lnTo>
                  <a:lnTo>
                    <a:pt x="409341" y="1161571"/>
                  </a:lnTo>
                  <a:lnTo>
                    <a:pt x="409333" y="1161568"/>
                  </a:lnTo>
                  <a:lnTo>
                    <a:pt x="409320" y="1161561"/>
                  </a:lnTo>
                  <a:lnTo>
                    <a:pt x="409298" y="1161549"/>
                  </a:lnTo>
                  <a:lnTo>
                    <a:pt x="409276" y="1161534"/>
                  </a:lnTo>
                  <a:lnTo>
                    <a:pt x="409258" y="1161520"/>
                  </a:lnTo>
                  <a:lnTo>
                    <a:pt x="409246" y="1161510"/>
                  </a:lnTo>
                  <a:lnTo>
                    <a:pt x="409241" y="1161503"/>
                  </a:lnTo>
                  <a:lnTo>
                    <a:pt x="409235" y="1161489"/>
                  </a:lnTo>
                  <a:lnTo>
                    <a:pt x="409227" y="1161470"/>
                  </a:lnTo>
                  <a:lnTo>
                    <a:pt x="409223" y="1161459"/>
                  </a:lnTo>
                  <a:lnTo>
                    <a:pt x="409216" y="1161444"/>
                  </a:lnTo>
                  <a:lnTo>
                    <a:pt x="409209" y="1161432"/>
                  </a:lnTo>
                  <a:lnTo>
                    <a:pt x="409198" y="1161415"/>
                  </a:lnTo>
                  <a:lnTo>
                    <a:pt x="409185" y="1161397"/>
                  </a:lnTo>
                  <a:lnTo>
                    <a:pt x="409178" y="1161388"/>
                  </a:lnTo>
                  <a:lnTo>
                    <a:pt x="409172" y="1161383"/>
                  </a:lnTo>
                  <a:lnTo>
                    <a:pt x="409166" y="1161379"/>
                  </a:lnTo>
                  <a:lnTo>
                    <a:pt x="409161" y="1161376"/>
                  </a:lnTo>
                  <a:lnTo>
                    <a:pt x="409144" y="1161368"/>
                  </a:lnTo>
                  <a:lnTo>
                    <a:pt x="409125" y="1161359"/>
                  </a:lnTo>
                  <a:lnTo>
                    <a:pt x="409109" y="1161352"/>
                  </a:lnTo>
                  <a:lnTo>
                    <a:pt x="409092" y="1161346"/>
                  </a:lnTo>
                  <a:lnTo>
                    <a:pt x="409075" y="1161342"/>
                  </a:lnTo>
                  <a:lnTo>
                    <a:pt x="409061" y="1161337"/>
                  </a:lnTo>
                  <a:lnTo>
                    <a:pt x="409048" y="1161331"/>
                  </a:lnTo>
                  <a:lnTo>
                    <a:pt x="409029" y="1161323"/>
                  </a:lnTo>
                  <a:lnTo>
                    <a:pt x="409003" y="1161312"/>
                  </a:lnTo>
                  <a:lnTo>
                    <a:pt x="408986" y="1161306"/>
                  </a:lnTo>
                  <a:lnTo>
                    <a:pt x="408966" y="1161299"/>
                  </a:lnTo>
                  <a:lnTo>
                    <a:pt x="408948" y="1161293"/>
                  </a:lnTo>
                  <a:lnTo>
                    <a:pt x="408937" y="1161291"/>
                  </a:lnTo>
                  <a:lnTo>
                    <a:pt x="408916" y="1161288"/>
                  </a:lnTo>
                  <a:lnTo>
                    <a:pt x="408897" y="1161285"/>
                  </a:lnTo>
                  <a:lnTo>
                    <a:pt x="408886" y="1161283"/>
                  </a:lnTo>
                  <a:lnTo>
                    <a:pt x="408863" y="1161280"/>
                  </a:lnTo>
                  <a:lnTo>
                    <a:pt x="408841" y="1161277"/>
                  </a:lnTo>
                  <a:lnTo>
                    <a:pt x="408833" y="1161277"/>
                  </a:lnTo>
                  <a:lnTo>
                    <a:pt x="408823" y="1161275"/>
                  </a:lnTo>
                  <a:lnTo>
                    <a:pt x="408811" y="1161270"/>
                  </a:lnTo>
                  <a:lnTo>
                    <a:pt x="408796" y="1161264"/>
                  </a:lnTo>
                  <a:lnTo>
                    <a:pt x="408776" y="1161255"/>
                  </a:lnTo>
                  <a:lnTo>
                    <a:pt x="408758" y="1161249"/>
                  </a:lnTo>
                  <a:lnTo>
                    <a:pt x="408740" y="1161241"/>
                  </a:lnTo>
                  <a:lnTo>
                    <a:pt x="408718" y="1161234"/>
                  </a:lnTo>
                  <a:lnTo>
                    <a:pt x="408705" y="1161230"/>
                  </a:lnTo>
                  <a:lnTo>
                    <a:pt x="408686" y="1161225"/>
                  </a:lnTo>
                  <a:lnTo>
                    <a:pt x="408667" y="1161221"/>
                  </a:lnTo>
                  <a:lnTo>
                    <a:pt x="408653" y="1161218"/>
                  </a:lnTo>
                  <a:lnTo>
                    <a:pt x="408647" y="1161216"/>
                  </a:lnTo>
                  <a:lnTo>
                    <a:pt x="408641" y="1161213"/>
                  </a:lnTo>
                  <a:lnTo>
                    <a:pt x="408638" y="1161209"/>
                  </a:lnTo>
                  <a:lnTo>
                    <a:pt x="408637" y="1161201"/>
                  </a:lnTo>
                  <a:lnTo>
                    <a:pt x="408637" y="1161186"/>
                  </a:lnTo>
                  <a:lnTo>
                    <a:pt x="408637" y="1161170"/>
                  </a:lnTo>
                  <a:lnTo>
                    <a:pt x="408637" y="1161160"/>
                  </a:lnTo>
                  <a:lnTo>
                    <a:pt x="408636" y="1161151"/>
                  </a:lnTo>
                  <a:lnTo>
                    <a:pt x="408635" y="1161143"/>
                  </a:lnTo>
                  <a:lnTo>
                    <a:pt x="408633" y="1161137"/>
                  </a:lnTo>
                  <a:lnTo>
                    <a:pt x="408629" y="1161127"/>
                  </a:lnTo>
                  <a:lnTo>
                    <a:pt x="408623" y="1161112"/>
                  </a:lnTo>
                  <a:lnTo>
                    <a:pt x="408621" y="1161106"/>
                  </a:lnTo>
                  <a:lnTo>
                    <a:pt x="408617" y="1161098"/>
                  </a:lnTo>
                  <a:lnTo>
                    <a:pt x="408611" y="1161087"/>
                  </a:lnTo>
                  <a:lnTo>
                    <a:pt x="408604" y="1161075"/>
                  </a:lnTo>
                  <a:lnTo>
                    <a:pt x="408598" y="1161063"/>
                  </a:lnTo>
                  <a:lnTo>
                    <a:pt x="408590" y="1161053"/>
                  </a:lnTo>
                  <a:lnTo>
                    <a:pt x="408579" y="1161037"/>
                  </a:lnTo>
                  <a:lnTo>
                    <a:pt x="408566" y="1161019"/>
                  </a:lnTo>
                  <a:lnTo>
                    <a:pt x="408557" y="1161005"/>
                  </a:lnTo>
                  <a:lnTo>
                    <a:pt x="408550" y="1160996"/>
                  </a:lnTo>
                  <a:lnTo>
                    <a:pt x="408540" y="1160985"/>
                  </a:lnTo>
                  <a:lnTo>
                    <a:pt x="408523" y="1160966"/>
                  </a:lnTo>
                  <a:lnTo>
                    <a:pt x="408506" y="1160946"/>
                  </a:lnTo>
                  <a:lnTo>
                    <a:pt x="408500" y="1160937"/>
                  </a:lnTo>
                  <a:lnTo>
                    <a:pt x="408490" y="1160922"/>
                  </a:lnTo>
                  <a:lnTo>
                    <a:pt x="408481" y="1160907"/>
                  </a:lnTo>
                  <a:lnTo>
                    <a:pt x="408475" y="1160896"/>
                  </a:lnTo>
                  <a:lnTo>
                    <a:pt x="408474" y="1160889"/>
                  </a:lnTo>
                  <a:lnTo>
                    <a:pt x="408474" y="1160881"/>
                  </a:lnTo>
                  <a:lnTo>
                    <a:pt x="408476" y="1160869"/>
                  </a:lnTo>
                  <a:lnTo>
                    <a:pt x="408479" y="1160857"/>
                  </a:lnTo>
                  <a:lnTo>
                    <a:pt x="408484" y="1160845"/>
                  </a:lnTo>
                  <a:lnTo>
                    <a:pt x="408489" y="1160836"/>
                  </a:lnTo>
                  <a:lnTo>
                    <a:pt x="408496" y="1160828"/>
                  </a:lnTo>
                  <a:lnTo>
                    <a:pt x="408502" y="1160821"/>
                  </a:lnTo>
                  <a:lnTo>
                    <a:pt x="408512" y="1160810"/>
                  </a:lnTo>
                  <a:lnTo>
                    <a:pt x="408516" y="1160803"/>
                  </a:lnTo>
                  <a:lnTo>
                    <a:pt x="408517" y="1160795"/>
                  </a:lnTo>
                  <a:lnTo>
                    <a:pt x="408514" y="1160782"/>
                  </a:lnTo>
                  <a:lnTo>
                    <a:pt x="408506" y="1160753"/>
                  </a:lnTo>
                  <a:lnTo>
                    <a:pt x="408504" y="1160736"/>
                  </a:lnTo>
                  <a:lnTo>
                    <a:pt x="408502" y="1160720"/>
                  </a:lnTo>
                  <a:lnTo>
                    <a:pt x="408501" y="1160703"/>
                  </a:lnTo>
                  <a:lnTo>
                    <a:pt x="408499" y="1160669"/>
                  </a:lnTo>
                  <a:lnTo>
                    <a:pt x="408497" y="1160645"/>
                  </a:lnTo>
                  <a:lnTo>
                    <a:pt x="408496" y="1160634"/>
                  </a:lnTo>
                  <a:lnTo>
                    <a:pt x="408495" y="1160612"/>
                  </a:lnTo>
                  <a:lnTo>
                    <a:pt x="408495" y="1160592"/>
                  </a:lnTo>
                  <a:lnTo>
                    <a:pt x="408495" y="1160574"/>
                  </a:lnTo>
                  <a:lnTo>
                    <a:pt x="408495" y="1160552"/>
                  </a:lnTo>
                  <a:lnTo>
                    <a:pt x="408497" y="1160533"/>
                  </a:lnTo>
                  <a:lnTo>
                    <a:pt x="408496" y="1160512"/>
                  </a:lnTo>
                  <a:lnTo>
                    <a:pt x="408495" y="1160498"/>
                  </a:lnTo>
                  <a:lnTo>
                    <a:pt x="408490" y="1160478"/>
                  </a:lnTo>
                  <a:lnTo>
                    <a:pt x="408487" y="1160462"/>
                  </a:lnTo>
                  <a:lnTo>
                    <a:pt x="408483" y="1160452"/>
                  </a:lnTo>
                  <a:lnTo>
                    <a:pt x="408477" y="1160441"/>
                  </a:lnTo>
                  <a:lnTo>
                    <a:pt x="408473" y="1160431"/>
                  </a:lnTo>
                  <a:lnTo>
                    <a:pt x="408464" y="1160426"/>
                  </a:lnTo>
                  <a:lnTo>
                    <a:pt x="408449" y="1160420"/>
                  </a:lnTo>
                  <a:lnTo>
                    <a:pt x="408431" y="1160414"/>
                  </a:lnTo>
                  <a:lnTo>
                    <a:pt x="408419" y="1160410"/>
                  </a:lnTo>
                  <a:lnTo>
                    <a:pt x="408398" y="1160399"/>
                  </a:lnTo>
                  <a:lnTo>
                    <a:pt x="408382" y="1160391"/>
                  </a:lnTo>
                  <a:lnTo>
                    <a:pt x="408367" y="1160378"/>
                  </a:lnTo>
                  <a:lnTo>
                    <a:pt x="408344" y="1160362"/>
                  </a:lnTo>
                  <a:lnTo>
                    <a:pt x="408333" y="1160360"/>
                  </a:lnTo>
                  <a:lnTo>
                    <a:pt x="408323" y="1160361"/>
                  </a:lnTo>
                  <a:lnTo>
                    <a:pt x="408309" y="1160365"/>
                  </a:lnTo>
                  <a:lnTo>
                    <a:pt x="408298" y="1160367"/>
                  </a:lnTo>
                  <a:lnTo>
                    <a:pt x="408278" y="1160368"/>
                  </a:lnTo>
                  <a:lnTo>
                    <a:pt x="408270" y="1160369"/>
                  </a:lnTo>
                  <a:lnTo>
                    <a:pt x="408249" y="1160370"/>
                  </a:lnTo>
                  <a:lnTo>
                    <a:pt x="408242" y="1160370"/>
                  </a:lnTo>
                  <a:lnTo>
                    <a:pt x="408234" y="1160372"/>
                  </a:lnTo>
                  <a:lnTo>
                    <a:pt x="408225" y="1160373"/>
                  </a:lnTo>
                  <a:lnTo>
                    <a:pt x="408202" y="1160375"/>
                  </a:lnTo>
                  <a:lnTo>
                    <a:pt x="408191" y="1160375"/>
                  </a:lnTo>
                  <a:lnTo>
                    <a:pt x="408184" y="1160373"/>
                  </a:lnTo>
                  <a:lnTo>
                    <a:pt x="408165" y="1160375"/>
                  </a:lnTo>
                  <a:lnTo>
                    <a:pt x="408145" y="1160378"/>
                  </a:lnTo>
                  <a:lnTo>
                    <a:pt x="408135" y="1160380"/>
                  </a:lnTo>
                  <a:lnTo>
                    <a:pt x="408121" y="1160386"/>
                  </a:lnTo>
                  <a:lnTo>
                    <a:pt x="408114" y="1160388"/>
                  </a:lnTo>
                  <a:lnTo>
                    <a:pt x="408098" y="1160389"/>
                  </a:lnTo>
                  <a:lnTo>
                    <a:pt x="408085" y="1160393"/>
                  </a:lnTo>
                  <a:lnTo>
                    <a:pt x="408066" y="1160399"/>
                  </a:lnTo>
                  <a:lnTo>
                    <a:pt x="408046" y="1160406"/>
                  </a:lnTo>
                  <a:lnTo>
                    <a:pt x="408038" y="1160410"/>
                  </a:lnTo>
                  <a:lnTo>
                    <a:pt x="408033" y="1160410"/>
                  </a:lnTo>
                  <a:lnTo>
                    <a:pt x="408023" y="1160408"/>
                  </a:lnTo>
                  <a:lnTo>
                    <a:pt x="408013" y="1160405"/>
                  </a:lnTo>
                  <a:lnTo>
                    <a:pt x="408001" y="1160399"/>
                  </a:lnTo>
                  <a:lnTo>
                    <a:pt x="407985" y="1160389"/>
                  </a:lnTo>
                  <a:lnTo>
                    <a:pt x="407966" y="1160376"/>
                  </a:lnTo>
                  <a:lnTo>
                    <a:pt x="407948" y="1160361"/>
                  </a:lnTo>
                  <a:lnTo>
                    <a:pt x="407934" y="1160347"/>
                  </a:lnTo>
                  <a:lnTo>
                    <a:pt x="407918" y="1160331"/>
                  </a:lnTo>
                  <a:lnTo>
                    <a:pt x="407903" y="1160316"/>
                  </a:lnTo>
                  <a:lnTo>
                    <a:pt x="407888" y="1160302"/>
                  </a:lnTo>
                  <a:lnTo>
                    <a:pt x="407872" y="1160287"/>
                  </a:lnTo>
                  <a:lnTo>
                    <a:pt x="407857" y="1160272"/>
                  </a:lnTo>
                  <a:lnTo>
                    <a:pt x="407847" y="1160261"/>
                  </a:lnTo>
                  <a:lnTo>
                    <a:pt x="407836" y="1160255"/>
                  </a:lnTo>
                  <a:lnTo>
                    <a:pt x="407819" y="1160245"/>
                  </a:lnTo>
                  <a:lnTo>
                    <a:pt x="407810" y="1160240"/>
                  </a:lnTo>
                  <a:lnTo>
                    <a:pt x="407806" y="1160237"/>
                  </a:lnTo>
                  <a:lnTo>
                    <a:pt x="407793" y="1160230"/>
                  </a:lnTo>
                  <a:lnTo>
                    <a:pt x="407775" y="1160223"/>
                  </a:lnTo>
                  <a:lnTo>
                    <a:pt x="407768" y="1160225"/>
                  </a:lnTo>
                  <a:lnTo>
                    <a:pt x="407762" y="1160229"/>
                  </a:lnTo>
                  <a:lnTo>
                    <a:pt x="407755" y="1160232"/>
                  </a:lnTo>
                  <a:lnTo>
                    <a:pt x="407740" y="1160227"/>
                  </a:lnTo>
                  <a:lnTo>
                    <a:pt x="407727" y="1160223"/>
                  </a:lnTo>
                  <a:lnTo>
                    <a:pt x="407715" y="1160219"/>
                  </a:lnTo>
                  <a:lnTo>
                    <a:pt x="407708" y="1160217"/>
                  </a:lnTo>
                  <a:lnTo>
                    <a:pt x="407698" y="1160215"/>
                  </a:lnTo>
                  <a:lnTo>
                    <a:pt x="407688" y="1160215"/>
                  </a:lnTo>
                  <a:lnTo>
                    <a:pt x="407675" y="1160216"/>
                  </a:lnTo>
                  <a:lnTo>
                    <a:pt x="407663" y="1160217"/>
                  </a:lnTo>
                  <a:lnTo>
                    <a:pt x="407650" y="1160216"/>
                  </a:lnTo>
                  <a:lnTo>
                    <a:pt x="407632" y="1160213"/>
                  </a:lnTo>
                  <a:lnTo>
                    <a:pt x="407618" y="1160211"/>
                  </a:lnTo>
                  <a:lnTo>
                    <a:pt x="407603" y="1160213"/>
                  </a:lnTo>
                  <a:lnTo>
                    <a:pt x="407592" y="1160209"/>
                  </a:lnTo>
                  <a:lnTo>
                    <a:pt x="407581" y="1160201"/>
                  </a:lnTo>
                  <a:lnTo>
                    <a:pt x="407567" y="1160197"/>
                  </a:lnTo>
                  <a:lnTo>
                    <a:pt x="407556" y="1160198"/>
                  </a:lnTo>
                  <a:lnTo>
                    <a:pt x="407546" y="1160199"/>
                  </a:lnTo>
                  <a:lnTo>
                    <a:pt x="407534" y="1160201"/>
                  </a:lnTo>
                  <a:lnTo>
                    <a:pt x="407520" y="1160200"/>
                  </a:lnTo>
                  <a:lnTo>
                    <a:pt x="407518" y="1160191"/>
                  </a:lnTo>
                  <a:lnTo>
                    <a:pt x="407515" y="1160185"/>
                  </a:lnTo>
                  <a:lnTo>
                    <a:pt x="407509" y="1160168"/>
                  </a:lnTo>
                  <a:lnTo>
                    <a:pt x="407503" y="1160149"/>
                  </a:lnTo>
                  <a:lnTo>
                    <a:pt x="407496" y="1160130"/>
                  </a:lnTo>
                  <a:lnTo>
                    <a:pt x="407493" y="1160119"/>
                  </a:lnTo>
                  <a:lnTo>
                    <a:pt x="407487" y="1160099"/>
                  </a:lnTo>
                  <a:lnTo>
                    <a:pt x="407482" y="1160086"/>
                  </a:lnTo>
                  <a:lnTo>
                    <a:pt x="407480" y="1160076"/>
                  </a:lnTo>
                  <a:lnTo>
                    <a:pt x="407478" y="1160066"/>
                  </a:lnTo>
                  <a:lnTo>
                    <a:pt x="407477" y="1160060"/>
                  </a:lnTo>
                  <a:lnTo>
                    <a:pt x="407475" y="1160048"/>
                  </a:lnTo>
                  <a:lnTo>
                    <a:pt x="407473" y="1160035"/>
                  </a:lnTo>
                  <a:lnTo>
                    <a:pt x="407470" y="1160019"/>
                  </a:lnTo>
                  <a:lnTo>
                    <a:pt x="407469" y="1160002"/>
                  </a:lnTo>
                  <a:lnTo>
                    <a:pt x="407468" y="1159989"/>
                  </a:lnTo>
                  <a:lnTo>
                    <a:pt x="407464" y="1159969"/>
                  </a:lnTo>
                  <a:lnTo>
                    <a:pt x="407462" y="1159949"/>
                  </a:lnTo>
                  <a:lnTo>
                    <a:pt x="407459" y="1159929"/>
                  </a:lnTo>
                  <a:lnTo>
                    <a:pt x="407458" y="1159913"/>
                  </a:lnTo>
                  <a:lnTo>
                    <a:pt x="407457" y="1159897"/>
                  </a:lnTo>
                  <a:lnTo>
                    <a:pt x="407457" y="1159883"/>
                  </a:lnTo>
                  <a:lnTo>
                    <a:pt x="407458" y="1159872"/>
                  </a:lnTo>
                  <a:lnTo>
                    <a:pt x="407463" y="1159861"/>
                  </a:lnTo>
                  <a:lnTo>
                    <a:pt x="407469" y="1159853"/>
                  </a:lnTo>
                  <a:lnTo>
                    <a:pt x="407468" y="1159846"/>
                  </a:lnTo>
                  <a:lnTo>
                    <a:pt x="407458" y="1159824"/>
                  </a:lnTo>
                  <a:lnTo>
                    <a:pt x="407444" y="1159802"/>
                  </a:lnTo>
                  <a:lnTo>
                    <a:pt x="407427" y="1159780"/>
                  </a:lnTo>
                  <a:lnTo>
                    <a:pt x="407407" y="1159753"/>
                  </a:lnTo>
                  <a:lnTo>
                    <a:pt x="407402" y="1159745"/>
                  </a:lnTo>
                  <a:lnTo>
                    <a:pt x="407397" y="1159726"/>
                  </a:lnTo>
                  <a:lnTo>
                    <a:pt x="407395" y="1159714"/>
                  </a:lnTo>
                  <a:lnTo>
                    <a:pt x="407392" y="1159692"/>
                  </a:lnTo>
                  <a:lnTo>
                    <a:pt x="407389" y="1159675"/>
                  </a:lnTo>
                  <a:lnTo>
                    <a:pt x="407387" y="1159666"/>
                  </a:lnTo>
                  <a:lnTo>
                    <a:pt x="407383" y="1159650"/>
                  </a:lnTo>
                  <a:lnTo>
                    <a:pt x="407382" y="1159638"/>
                  </a:lnTo>
                  <a:lnTo>
                    <a:pt x="407380" y="1159620"/>
                  </a:lnTo>
                  <a:lnTo>
                    <a:pt x="407378" y="1159611"/>
                  </a:lnTo>
                  <a:lnTo>
                    <a:pt x="407374" y="1159603"/>
                  </a:lnTo>
                  <a:lnTo>
                    <a:pt x="407368" y="1159596"/>
                  </a:lnTo>
                  <a:lnTo>
                    <a:pt x="407357" y="1159589"/>
                  </a:lnTo>
                  <a:lnTo>
                    <a:pt x="407345" y="1159581"/>
                  </a:lnTo>
                  <a:lnTo>
                    <a:pt x="407339" y="1159576"/>
                  </a:lnTo>
                  <a:lnTo>
                    <a:pt x="407336" y="1159571"/>
                  </a:lnTo>
                  <a:lnTo>
                    <a:pt x="407335" y="1159558"/>
                  </a:lnTo>
                  <a:lnTo>
                    <a:pt x="407336" y="1159531"/>
                  </a:lnTo>
                  <a:lnTo>
                    <a:pt x="407338" y="1159510"/>
                  </a:lnTo>
                  <a:lnTo>
                    <a:pt x="407339" y="1159494"/>
                  </a:lnTo>
                  <a:lnTo>
                    <a:pt x="407339" y="1159483"/>
                  </a:lnTo>
                  <a:lnTo>
                    <a:pt x="407338" y="1159464"/>
                  </a:lnTo>
                  <a:lnTo>
                    <a:pt x="407335" y="1159443"/>
                  </a:lnTo>
                  <a:lnTo>
                    <a:pt x="407331" y="1159423"/>
                  </a:lnTo>
                  <a:lnTo>
                    <a:pt x="407327" y="1159407"/>
                  </a:lnTo>
                  <a:lnTo>
                    <a:pt x="407322" y="1159393"/>
                  </a:lnTo>
                  <a:lnTo>
                    <a:pt x="407317" y="1159382"/>
                  </a:lnTo>
                  <a:lnTo>
                    <a:pt x="407309" y="1159367"/>
                  </a:lnTo>
                  <a:lnTo>
                    <a:pt x="407300" y="1159351"/>
                  </a:lnTo>
                  <a:lnTo>
                    <a:pt x="407293" y="1159336"/>
                  </a:lnTo>
                  <a:lnTo>
                    <a:pt x="407285" y="1159324"/>
                  </a:lnTo>
                  <a:lnTo>
                    <a:pt x="407274" y="1159311"/>
                  </a:lnTo>
                  <a:lnTo>
                    <a:pt x="407263" y="1159293"/>
                  </a:lnTo>
                  <a:lnTo>
                    <a:pt x="407249" y="1159276"/>
                  </a:lnTo>
                  <a:lnTo>
                    <a:pt x="407245" y="1159269"/>
                  </a:lnTo>
                  <a:lnTo>
                    <a:pt x="407239" y="1159258"/>
                  </a:lnTo>
                  <a:lnTo>
                    <a:pt x="407218" y="1159231"/>
                  </a:lnTo>
                  <a:lnTo>
                    <a:pt x="407195" y="1159201"/>
                  </a:lnTo>
                  <a:lnTo>
                    <a:pt x="407175" y="1159173"/>
                  </a:lnTo>
                  <a:lnTo>
                    <a:pt x="407141" y="1159136"/>
                  </a:lnTo>
                  <a:lnTo>
                    <a:pt x="407115" y="1159102"/>
                  </a:lnTo>
                  <a:lnTo>
                    <a:pt x="407111" y="1159094"/>
                  </a:lnTo>
                  <a:lnTo>
                    <a:pt x="407105" y="1159073"/>
                  </a:lnTo>
                  <a:lnTo>
                    <a:pt x="407098" y="1159064"/>
                  </a:lnTo>
                  <a:lnTo>
                    <a:pt x="407091" y="1159065"/>
                  </a:lnTo>
                  <a:lnTo>
                    <a:pt x="407079" y="1159070"/>
                  </a:lnTo>
                  <a:lnTo>
                    <a:pt x="407067" y="1159078"/>
                  </a:lnTo>
                  <a:lnTo>
                    <a:pt x="407050" y="1159090"/>
                  </a:lnTo>
                  <a:lnTo>
                    <a:pt x="407041" y="1159095"/>
                  </a:lnTo>
                  <a:lnTo>
                    <a:pt x="407034" y="1159101"/>
                  </a:lnTo>
                  <a:lnTo>
                    <a:pt x="407023" y="1159108"/>
                  </a:lnTo>
                  <a:lnTo>
                    <a:pt x="407011" y="1159114"/>
                  </a:lnTo>
                  <a:lnTo>
                    <a:pt x="407002" y="1159119"/>
                  </a:lnTo>
                  <a:lnTo>
                    <a:pt x="406993" y="1159125"/>
                  </a:lnTo>
                  <a:lnTo>
                    <a:pt x="406984" y="1159129"/>
                  </a:lnTo>
                  <a:lnTo>
                    <a:pt x="406972" y="1159132"/>
                  </a:lnTo>
                  <a:lnTo>
                    <a:pt x="406966" y="1159136"/>
                  </a:lnTo>
                  <a:lnTo>
                    <a:pt x="406957" y="1159140"/>
                  </a:lnTo>
                  <a:lnTo>
                    <a:pt x="406950" y="1159147"/>
                  </a:lnTo>
                  <a:lnTo>
                    <a:pt x="406942" y="1159152"/>
                  </a:lnTo>
                  <a:lnTo>
                    <a:pt x="406933" y="1159156"/>
                  </a:lnTo>
                  <a:lnTo>
                    <a:pt x="406921" y="1159164"/>
                  </a:lnTo>
                  <a:lnTo>
                    <a:pt x="406912" y="1159166"/>
                  </a:lnTo>
                  <a:lnTo>
                    <a:pt x="406905" y="1159166"/>
                  </a:lnTo>
                  <a:lnTo>
                    <a:pt x="406896" y="1159164"/>
                  </a:lnTo>
                  <a:lnTo>
                    <a:pt x="406891" y="1159164"/>
                  </a:lnTo>
                  <a:lnTo>
                    <a:pt x="406886" y="1159165"/>
                  </a:lnTo>
                  <a:lnTo>
                    <a:pt x="406881" y="1159170"/>
                  </a:lnTo>
                  <a:lnTo>
                    <a:pt x="406871" y="1159176"/>
                  </a:lnTo>
                  <a:lnTo>
                    <a:pt x="406865" y="1159180"/>
                  </a:lnTo>
                  <a:lnTo>
                    <a:pt x="406848" y="1159188"/>
                  </a:lnTo>
                  <a:lnTo>
                    <a:pt x="406841" y="1159192"/>
                  </a:lnTo>
                  <a:lnTo>
                    <a:pt x="406835" y="1159198"/>
                  </a:lnTo>
                  <a:lnTo>
                    <a:pt x="406828" y="1159203"/>
                  </a:lnTo>
                  <a:lnTo>
                    <a:pt x="406821" y="1159204"/>
                  </a:lnTo>
                  <a:lnTo>
                    <a:pt x="406810" y="1159202"/>
                  </a:lnTo>
                  <a:lnTo>
                    <a:pt x="406804" y="1159202"/>
                  </a:lnTo>
                  <a:lnTo>
                    <a:pt x="406798" y="1159204"/>
                  </a:lnTo>
                  <a:lnTo>
                    <a:pt x="406786" y="1159207"/>
                  </a:lnTo>
                  <a:lnTo>
                    <a:pt x="406769" y="1159210"/>
                  </a:lnTo>
                  <a:lnTo>
                    <a:pt x="406762" y="1159214"/>
                  </a:lnTo>
                  <a:lnTo>
                    <a:pt x="406739" y="1159230"/>
                  </a:lnTo>
                  <a:lnTo>
                    <a:pt x="406730" y="1159235"/>
                  </a:lnTo>
                  <a:lnTo>
                    <a:pt x="406713" y="1159246"/>
                  </a:lnTo>
                  <a:lnTo>
                    <a:pt x="406691" y="1159255"/>
                  </a:lnTo>
                  <a:lnTo>
                    <a:pt x="406668" y="1159260"/>
                  </a:lnTo>
                  <a:lnTo>
                    <a:pt x="406657" y="1159262"/>
                  </a:lnTo>
                  <a:lnTo>
                    <a:pt x="406644" y="1159262"/>
                  </a:lnTo>
                  <a:lnTo>
                    <a:pt x="406637" y="1159261"/>
                  </a:lnTo>
                  <a:lnTo>
                    <a:pt x="406621" y="1159254"/>
                  </a:lnTo>
                  <a:lnTo>
                    <a:pt x="406614" y="1159252"/>
                  </a:lnTo>
                  <a:lnTo>
                    <a:pt x="406610" y="1159251"/>
                  </a:lnTo>
                  <a:lnTo>
                    <a:pt x="406601" y="1159246"/>
                  </a:lnTo>
                  <a:lnTo>
                    <a:pt x="406592" y="1159242"/>
                  </a:lnTo>
                  <a:lnTo>
                    <a:pt x="406586" y="1159240"/>
                  </a:lnTo>
                  <a:lnTo>
                    <a:pt x="406577" y="1159234"/>
                  </a:lnTo>
                  <a:lnTo>
                    <a:pt x="406570" y="1159229"/>
                  </a:lnTo>
                  <a:lnTo>
                    <a:pt x="406567" y="1159222"/>
                  </a:lnTo>
                  <a:lnTo>
                    <a:pt x="406563" y="1159211"/>
                  </a:lnTo>
                  <a:lnTo>
                    <a:pt x="406558" y="1159193"/>
                  </a:lnTo>
                  <a:lnTo>
                    <a:pt x="406554" y="1159176"/>
                  </a:lnTo>
                  <a:lnTo>
                    <a:pt x="406551" y="1159155"/>
                  </a:lnTo>
                  <a:lnTo>
                    <a:pt x="406549" y="1159148"/>
                  </a:lnTo>
                  <a:lnTo>
                    <a:pt x="406549" y="1159131"/>
                  </a:lnTo>
                  <a:lnTo>
                    <a:pt x="406548" y="1159115"/>
                  </a:lnTo>
                  <a:lnTo>
                    <a:pt x="406547" y="1159093"/>
                  </a:lnTo>
                  <a:lnTo>
                    <a:pt x="406548" y="1159076"/>
                  </a:lnTo>
                  <a:lnTo>
                    <a:pt x="406549" y="1159059"/>
                  </a:lnTo>
                  <a:lnTo>
                    <a:pt x="406552" y="1159038"/>
                  </a:lnTo>
                  <a:lnTo>
                    <a:pt x="406554" y="1159025"/>
                  </a:lnTo>
                  <a:lnTo>
                    <a:pt x="406557" y="1159011"/>
                  </a:lnTo>
                  <a:lnTo>
                    <a:pt x="406560" y="1159000"/>
                  </a:lnTo>
                  <a:lnTo>
                    <a:pt x="406564" y="1158984"/>
                  </a:lnTo>
                  <a:lnTo>
                    <a:pt x="406570" y="1158961"/>
                  </a:lnTo>
                  <a:lnTo>
                    <a:pt x="406575" y="1158945"/>
                  </a:lnTo>
                  <a:lnTo>
                    <a:pt x="406579" y="1158927"/>
                  </a:lnTo>
                  <a:lnTo>
                    <a:pt x="406581" y="1158917"/>
                  </a:lnTo>
                  <a:lnTo>
                    <a:pt x="406582" y="1158909"/>
                  </a:lnTo>
                  <a:lnTo>
                    <a:pt x="406581" y="1158903"/>
                  </a:lnTo>
                  <a:lnTo>
                    <a:pt x="406575" y="1158897"/>
                  </a:lnTo>
                  <a:lnTo>
                    <a:pt x="406563" y="1158886"/>
                  </a:lnTo>
                  <a:lnTo>
                    <a:pt x="406553" y="1158877"/>
                  </a:lnTo>
                  <a:lnTo>
                    <a:pt x="406542" y="1158869"/>
                  </a:lnTo>
                  <a:lnTo>
                    <a:pt x="406534" y="1158865"/>
                  </a:lnTo>
                  <a:lnTo>
                    <a:pt x="406517" y="1158857"/>
                  </a:lnTo>
                  <a:lnTo>
                    <a:pt x="406498" y="1158849"/>
                  </a:lnTo>
                  <a:lnTo>
                    <a:pt x="406480" y="1158841"/>
                  </a:lnTo>
                  <a:lnTo>
                    <a:pt x="406461" y="1158834"/>
                  </a:lnTo>
                  <a:lnTo>
                    <a:pt x="406443" y="1158828"/>
                  </a:lnTo>
                  <a:lnTo>
                    <a:pt x="406426" y="1158823"/>
                  </a:lnTo>
                  <a:lnTo>
                    <a:pt x="406415" y="1158819"/>
                  </a:lnTo>
                  <a:lnTo>
                    <a:pt x="406397" y="1158814"/>
                  </a:lnTo>
                  <a:lnTo>
                    <a:pt x="406380" y="1158809"/>
                  </a:lnTo>
                  <a:lnTo>
                    <a:pt x="406361" y="1158803"/>
                  </a:lnTo>
                  <a:lnTo>
                    <a:pt x="406334" y="1158796"/>
                  </a:lnTo>
                  <a:lnTo>
                    <a:pt x="406324" y="1158794"/>
                  </a:lnTo>
                  <a:lnTo>
                    <a:pt x="406309" y="1158790"/>
                  </a:lnTo>
                  <a:lnTo>
                    <a:pt x="406299" y="1158787"/>
                  </a:lnTo>
                  <a:lnTo>
                    <a:pt x="406288" y="1158781"/>
                  </a:lnTo>
                  <a:lnTo>
                    <a:pt x="406281" y="1158776"/>
                  </a:lnTo>
                  <a:lnTo>
                    <a:pt x="406278" y="1158769"/>
                  </a:lnTo>
                  <a:lnTo>
                    <a:pt x="406278" y="1158762"/>
                  </a:lnTo>
                  <a:lnTo>
                    <a:pt x="406281" y="1158748"/>
                  </a:lnTo>
                  <a:lnTo>
                    <a:pt x="406283" y="1158738"/>
                  </a:lnTo>
                  <a:lnTo>
                    <a:pt x="406284" y="1158730"/>
                  </a:lnTo>
                  <a:lnTo>
                    <a:pt x="406284" y="1158722"/>
                  </a:lnTo>
                  <a:lnTo>
                    <a:pt x="406284" y="1158706"/>
                  </a:lnTo>
                  <a:lnTo>
                    <a:pt x="406282" y="1158685"/>
                  </a:lnTo>
                  <a:lnTo>
                    <a:pt x="406281" y="1158664"/>
                  </a:lnTo>
                  <a:lnTo>
                    <a:pt x="406279" y="1158638"/>
                  </a:lnTo>
                  <a:lnTo>
                    <a:pt x="406277" y="1158614"/>
                  </a:lnTo>
                  <a:lnTo>
                    <a:pt x="406276" y="1158595"/>
                  </a:lnTo>
                  <a:lnTo>
                    <a:pt x="406275" y="1158582"/>
                  </a:lnTo>
                  <a:lnTo>
                    <a:pt x="406273" y="1158569"/>
                  </a:lnTo>
                  <a:lnTo>
                    <a:pt x="406271" y="1158560"/>
                  </a:lnTo>
                  <a:lnTo>
                    <a:pt x="406268" y="1158552"/>
                  </a:lnTo>
                  <a:lnTo>
                    <a:pt x="406265" y="1158542"/>
                  </a:lnTo>
                  <a:lnTo>
                    <a:pt x="406260" y="1158535"/>
                  </a:lnTo>
                  <a:lnTo>
                    <a:pt x="406255" y="1158525"/>
                  </a:lnTo>
                  <a:lnTo>
                    <a:pt x="406247" y="1158515"/>
                  </a:lnTo>
                  <a:lnTo>
                    <a:pt x="406239" y="1158507"/>
                  </a:lnTo>
                  <a:lnTo>
                    <a:pt x="406230" y="1158500"/>
                  </a:lnTo>
                  <a:lnTo>
                    <a:pt x="406222" y="1158494"/>
                  </a:lnTo>
                  <a:lnTo>
                    <a:pt x="406213" y="1158490"/>
                  </a:lnTo>
                  <a:lnTo>
                    <a:pt x="406200" y="1158483"/>
                  </a:lnTo>
                  <a:lnTo>
                    <a:pt x="406189" y="1158475"/>
                  </a:lnTo>
                  <a:lnTo>
                    <a:pt x="406178" y="1158466"/>
                  </a:lnTo>
                  <a:lnTo>
                    <a:pt x="406172" y="1158460"/>
                  </a:lnTo>
                  <a:lnTo>
                    <a:pt x="406164" y="1158451"/>
                  </a:lnTo>
                  <a:lnTo>
                    <a:pt x="406155" y="1158442"/>
                  </a:lnTo>
                  <a:lnTo>
                    <a:pt x="406144" y="1158428"/>
                  </a:lnTo>
                  <a:lnTo>
                    <a:pt x="406133" y="1158413"/>
                  </a:lnTo>
                  <a:lnTo>
                    <a:pt x="406124" y="1158398"/>
                  </a:lnTo>
                  <a:lnTo>
                    <a:pt x="406112" y="1158375"/>
                  </a:lnTo>
                  <a:lnTo>
                    <a:pt x="406105" y="1158361"/>
                  </a:lnTo>
                  <a:lnTo>
                    <a:pt x="406097" y="1158342"/>
                  </a:lnTo>
                  <a:lnTo>
                    <a:pt x="406092" y="1158327"/>
                  </a:lnTo>
                  <a:lnTo>
                    <a:pt x="406087" y="1158304"/>
                  </a:lnTo>
                  <a:lnTo>
                    <a:pt x="406085" y="1158284"/>
                  </a:lnTo>
                  <a:lnTo>
                    <a:pt x="406082" y="1158261"/>
                  </a:lnTo>
                  <a:lnTo>
                    <a:pt x="406080" y="1158248"/>
                  </a:lnTo>
                  <a:lnTo>
                    <a:pt x="406077" y="1158236"/>
                  </a:lnTo>
                  <a:lnTo>
                    <a:pt x="406073" y="1158225"/>
                  </a:lnTo>
                  <a:lnTo>
                    <a:pt x="406067" y="1158215"/>
                  </a:lnTo>
                  <a:lnTo>
                    <a:pt x="406059" y="1158201"/>
                  </a:lnTo>
                  <a:lnTo>
                    <a:pt x="406051" y="1158191"/>
                  </a:lnTo>
                  <a:lnTo>
                    <a:pt x="406043" y="1158182"/>
                  </a:lnTo>
                  <a:lnTo>
                    <a:pt x="406038" y="1158183"/>
                  </a:lnTo>
                  <a:lnTo>
                    <a:pt x="406031" y="1158192"/>
                  </a:lnTo>
                  <a:lnTo>
                    <a:pt x="406022" y="1158207"/>
                  </a:lnTo>
                  <a:lnTo>
                    <a:pt x="406014" y="1158220"/>
                  </a:lnTo>
                  <a:lnTo>
                    <a:pt x="406006" y="1158232"/>
                  </a:lnTo>
                  <a:lnTo>
                    <a:pt x="405996" y="1158246"/>
                  </a:lnTo>
                  <a:lnTo>
                    <a:pt x="405977" y="1158262"/>
                  </a:lnTo>
                  <a:lnTo>
                    <a:pt x="405967" y="1158271"/>
                  </a:lnTo>
                  <a:lnTo>
                    <a:pt x="405961" y="1158278"/>
                  </a:lnTo>
                  <a:lnTo>
                    <a:pt x="405950" y="1158289"/>
                  </a:lnTo>
                  <a:lnTo>
                    <a:pt x="405931" y="1158309"/>
                  </a:lnTo>
                  <a:lnTo>
                    <a:pt x="405911" y="1158326"/>
                  </a:lnTo>
                  <a:lnTo>
                    <a:pt x="405890" y="1158344"/>
                  </a:lnTo>
                  <a:lnTo>
                    <a:pt x="405875" y="1158356"/>
                  </a:lnTo>
                  <a:lnTo>
                    <a:pt x="405862" y="1158367"/>
                  </a:lnTo>
                  <a:lnTo>
                    <a:pt x="405834" y="1158390"/>
                  </a:lnTo>
                  <a:lnTo>
                    <a:pt x="405816" y="1158404"/>
                  </a:lnTo>
                  <a:lnTo>
                    <a:pt x="405812" y="1158408"/>
                  </a:lnTo>
                  <a:lnTo>
                    <a:pt x="405804" y="1158423"/>
                  </a:lnTo>
                  <a:lnTo>
                    <a:pt x="405796" y="1158446"/>
                  </a:lnTo>
                  <a:lnTo>
                    <a:pt x="405789" y="1158460"/>
                  </a:lnTo>
                  <a:lnTo>
                    <a:pt x="405779" y="1158472"/>
                  </a:lnTo>
                  <a:lnTo>
                    <a:pt x="405774" y="1158484"/>
                  </a:lnTo>
                  <a:lnTo>
                    <a:pt x="405765" y="1158507"/>
                  </a:lnTo>
                  <a:lnTo>
                    <a:pt x="405755" y="1158527"/>
                  </a:lnTo>
                  <a:lnTo>
                    <a:pt x="405743" y="1158544"/>
                  </a:lnTo>
                  <a:lnTo>
                    <a:pt x="405731" y="1158553"/>
                  </a:lnTo>
                  <a:lnTo>
                    <a:pt x="405724" y="1158555"/>
                  </a:lnTo>
                  <a:lnTo>
                    <a:pt x="405714" y="1158559"/>
                  </a:lnTo>
                  <a:lnTo>
                    <a:pt x="405702" y="1158564"/>
                  </a:lnTo>
                  <a:lnTo>
                    <a:pt x="405688" y="1158567"/>
                  </a:lnTo>
                  <a:lnTo>
                    <a:pt x="405684" y="1158571"/>
                  </a:lnTo>
                  <a:lnTo>
                    <a:pt x="405679" y="1158576"/>
                  </a:lnTo>
                  <a:lnTo>
                    <a:pt x="405671" y="1158574"/>
                  </a:lnTo>
                  <a:lnTo>
                    <a:pt x="405663" y="1158569"/>
                  </a:lnTo>
                  <a:lnTo>
                    <a:pt x="405653" y="1158565"/>
                  </a:lnTo>
                  <a:lnTo>
                    <a:pt x="405646" y="1158563"/>
                  </a:lnTo>
                  <a:lnTo>
                    <a:pt x="405634" y="1158561"/>
                  </a:lnTo>
                  <a:lnTo>
                    <a:pt x="405612" y="1158561"/>
                  </a:lnTo>
                  <a:lnTo>
                    <a:pt x="405579" y="1158560"/>
                  </a:lnTo>
                  <a:lnTo>
                    <a:pt x="405561" y="1158559"/>
                  </a:lnTo>
                  <a:lnTo>
                    <a:pt x="405548" y="1158558"/>
                  </a:lnTo>
                  <a:lnTo>
                    <a:pt x="405534" y="1158559"/>
                  </a:lnTo>
                  <a:lnTo>
                    <a:pt x="405514" y="1158561"/>
                  </a:lnTo>
                  <a:lnTo>
                    <a:pt x="405501" y="1158563"/>
                  </a:lnTo>
                  <a:lnTo>
                    <a:pt x="405486" y="1158566"/>
                  </a:lnTo>
                  <a:lnTo>
                    <a:pt x="405469" y="1158571"/>
                  </a:lnTo>
                  <a:lnTo>
                    <a:pt x="405428" y="1158584"/>
                  </a:lnTo>
                  <a:lnTo>
                    <a:pt x="405399" y="1158590"/>
                  </a:lnTo>
                  <a:lnTo>
                    <a:pt x="405362" y="1158592"/>
                  </a:lnTo>
                  <a:lnTo>
                    <a:pt x="405337" y="1158596"/>
                  </a:lnTo>
                  <a:lnTo>
                    <a:pt x="405316" y="1158586"/>
                  </a:lnTo>
                  <a:lnTo>
                    <a:pt x="405295" y="1158570"/>
                  </a:lnTo>
                  <a:lnTo>
                    <a:pt x="405274" y="1158549"/>
                  </a:lnTo>
                  <a:lnTo>
                    <a:pt x="405236" y="1158524"/>
                  </a:lnTo>
                  <a:lnTo>
                    <a:pt x="405229" y="1158517"/>
                  </a:lnTo>
                  <a:lnTo>
                    <a:pt x="405216" y="1158504"/>
                  </a:lnTo>
                  <a:lnTo>
                    <a:pt x="405204" y="1158494"/>
                  </a:lnTo>
                  <a:lnTo>
                    <a:pt x="405192" y="1158484"/>
                  </a:lnTo>
                  <a:lnTo>
                    <a:pt x="405179" y="1158473"/>
                  </a:lnTo>
                  <a:lnTo>
                    <a:pt x="405168" y="1158464"/>
                  </a:lnTo>
                  <a:lnTo>
                    <a:pt x="405164" y="1158460"/>
                  </a:lnTo>
                  <a:lnTo>
                    <a:pt x="405152" y="1158450"/>
                  </a:lnTo>
                  <a:lnTo>
                    <a:pt x="405133" y="1158433"/>
                  </a:lnTo>
                  <a:lnTo>
                    <a:pt x="405116" y="1158418"/>
                  </a:lnTo>
                  <a:lnTo>
                    <a:pt x="405102" y="1158405"/>
                  </a:lnTo>
                  <a:lnTo>
                    <a:pt x="405089" y="1158392"/>
                  </a:lnTo>
                  <a:lnTo>
                    <a:pt x="405077" y="1158386"/>
                  </a:lnTo>
                  <a:lnTo>
                    <a:pt x="405069" y="1158384"/>
                  </a:lnTo>
                  <a:lnTo>
                    <a:pt x="405060" y="1158383"/>
                  </a:lnTo>
                  <a:lnTo>
                    <a:pt x="405042" y="1158383"/>
                  </a:lnTo>
                  <a:lnTo>
                    <a:pt x="405010" y="1158387"/>
                  </a:lnTo>
                  <a:lnTo>
                    <a:pt x="404993" y="1158389"/>
                  </a:lnTo>
                  <a:lnTo>
                    <a:pt x="404976" y="1158393"/>
                  </a:lnTo>
                  <a:lnTo>
                    <a:pt x="404954" y="1158398"/>
                  </a:lnTo>
                  <a:lnTo>
                    <a:pt x="404940" y="1158403"/>
                  </a:lnTo>
                  <a:lnTo>
                    <a:pt x="404927" y="1158408"/>
                  </a:lnTo>
                  <a:lnTo>
                    <a:pt x="404917" y="1158412"/>
                  </a:lnTo>
                  <a:lnTo>
                    <a:pt x="404907" y="1158417"/>
                  </a:lnTo>
                  <a:lnTo>
                    <a:pt x="404896" y="1158424"/>
                  </a:lnTo>
                  <a:lnTo>
                    <a:pt x="404887" y="1158432"/>
                  </a:lnTo>
                  <a:lnTo>
                    <a:pt x="404877" y="1158438"/>
                  </a:lnTo>
                  <a:lnTo>
                    <a:pt x="404872" y="1158440"/>
                  </a:lnTo>
                  <a:lnTo>
                    <a:pt x="404867" y="1158441"/>
                  </a:lnTo>
                  <a:lnTo>
                    <a:pt x="404856" y="1158439"/>
                  </a:lnTo>
                  <a:lnTo>
                    <a:pt x="404832" y="1158435"/>
                  </a:lnTo>
                  <a:lnTo>
                    <a:pt x="404810" y="1158432"/>
                  </a:lnTo>
                  <a:lnTo>
                    <a:pt x="404795" y="1158431"/>
                  </a:lnTo>
                  <a:lnTo>
                    <a:pt x="404776" y="1158431"/>
                  </a:lnTo>
                  <a:lnTo>
                    <a:pt x="404745" y="1158433"/>
                  </a:lnTo>
                  <a:lnTo>
                    <a:pt x="404711" y="1158433"/>
                  </a:lnTo>
                  <a:lnTo>
                    <a:pt x="404675" y="1158433"/>
                  </a:lnTo>
                  <a:lnTo>
                    <a:pt x="404641" y="1158434"/>
                  </a:lnTo>
                  <a:lnTo>
                    <a:pt x="404614" y="1158435"/>
                  </a:lnTo>
                  <a:lnTo>
                    <a:pt x="404589" y="1158438"/>
                  </a:lnTo>
                  <a:lnTo>
                    <a:pt x="404568" y="1158442"/>
                  </a:lnTo>
                  <a:lnTo>
                    <a:pt x="404549" y="1158447"/>
                  </a:lnTo>
                  <a:lnTo>
                    <a:pt x="404529" y="1158452"/>
                  </a:lnTo>
                  <a:lnTo>
                    <a:pt x="404512" y="1158459"/>
                  </a:lnTo>
                  <a:lnTo>
                    <a:pt x="404502" y="1158462"/>
                  </a:lnTo>
                  <a:lnTo>
                    <a:pt x="404495" y="1158464"/>
                  </a:lnTo>
                  <a:lnTo>
                    <a:pt x="404487" y="1158466"/>
                  </a:lnTo>
                  <a:lnTo>
                    <a:pt x="404482" y="1158468"/>
                  </a:lnTo>
                  <a:lnTo>
                    <a:pt x="404474" y="1158470"/>
                  </a:lnTo>
                  <a:lnTo>
                    <a:pt x="404468" y="1158472"/>
                  </a:lnTo>
                  <a:lnTo>
                    <a:pt x="404463" y="1158475"/>
                  </a:lnTo>
                  <a:lnTo>
                    <a:pt x="404453" y="1158479"/>
                  </a:lnTo>
                  <a:lnTo>
                    <a:pt x="404442" y="1158483"/>
                  </a:lnTo>
                  <a:lnTo>
                    <a:pt x="404429" y="1158491"/>
                  </a:lnTo>
                  <a:lnTo>
                    <a:pt x="404422" y="1158499"/>
                  </a:lnTo>
                  <a:lnTo>
                    <a:pt x="404416" y="1158507"/>
                  </a:lnTo>
                  <a:lnTo>
                    <a:pt x="404412" y="1158521"/>
                  </a:lnTo>
                  <a:lnTo>
                    <a:pt x="404406" y="1158539"/>
                  </a:lnTo>
                  <a:lnTo>
                    <a:pt x="404405" y="1158547"/>
                  </a:lnTo>
                  <a:lnTo>
                    <a:pt x="404401" y="1158569"/>
                  </a:lnTo>
                  <a:lnTo>
                    <a:pt x="404398" y="1158586"/>
                  </a:lnTo>
                  <a:lnTo>
                    <a:pt x="404396" y="1158594"/>
                  </a:lnTo>
                  <a:lnTo>
                    <a:pt x="404391" y="1158600"/>
                  </a:lnTo>
                  <a:lnTo>
                    <a:pt x="404380" y="1158606"/>
                  </a:lnTo>
                  <a:lnTo>
                    <a:pt x="404365" y="1158612"/>
                  </a:lnTo>
                  <a:lnTo>
                    <a:pt x="404347" y="1158618"/>
                  </a:lnTo>
                  <a:lnTo>
                    <a:pt x="404328" y="1158624"/>
                  </a:lnTo>
                  <a:lnTo>
                    <a:pt x="404306" y="1158632"/>
                  </a:lnTo>
                  <a:lnTo>
                    <a:pt x="404284" y="1158639"/>
                  </a:lnTo>
                  <a:lnTo>
                    <a:pt x="404261" y="1158647"/>
                  </a:lnTo>
                  <a:lnTo>
                    <a:pt x="404226" y="1158659"/>
                  </a:lnTo>
                  <a:lnTo>
                    <a:pt x="404205" y="1158665"/>
                  </a:lnTo>
                  <a:lnTo>
                    <a:pt x="404196" y="1158668"/>
                  </a:lnTo>
                  <a:lnTo>
                    <a:pt x="404181" y="1158672"/>
                  </a:lnTo>
                  <a:lnTo>
                    <a:pt x="404166" y="1158673"/>
                  </a:lnTo>
                  <a:lnTo>
                    <a:pt x="404146" y="1158674"/>
                  </a:lnTo>
                  <a:lnTo>
                    <a:pt x="404121" y="1158674"/>
                  </a:lnTo>
                  <a:lnTo>
                    <a:pt x="404084" y="1158674"/>
                  </a:lnTo>
                  <a:lnTo>
                    <a:pt x="404035" y="1158674"/>
                  </a:lnTo>
                  <a:lnTo>
                    <a:pt x="403991" y="1158674"/>
                  </a:lnTo>
                  <a:lnTo>
                    <a:pt x="403968" y="1158675"/>
                  </a:lnTo>
                  <a:lnTo>
                    <a:pt x="403932" y="1158675"/>
                  </a:lnTo>
                  <a:lnTo>
                    <a:pt x="403901" y="1158678"/>
                  </a:lnTo>
                  <a:lnTo>
                    <a:pt x="403860" y="1158681"/>
                  </a:lnTo>
                  <a:lnTo>
                    <a:pt x="403836" y="1158684"/>
                  </a:lnTo>
                  <a:lnTo>
                    <a:pt x="403825" y="1158685"/>
                  </a:lnTo>
                  <a:lnTo>
                    <a:pt x="403817" y="1158685"/>
                  </a:lnTo>
                  <a:lnTo>
                    <a:pt x="403810" y="1158684"/>
                  </a:lnTo>
                  <a:lnTo>
                    <a:pt x="403803" y="1158682"/>
                  </a:lnTo>
                  <a:lnTo>
                    <a:pt x="403799" y="1158679"/>
                  </a:lnTo>
                  <a:lnTo>
                    <a:pt x="403794" y="1158674"/>
                  </a:lnTo>
                  <a:lnTo>
                    <a:pt x="403781" y="1158662"/>
                  </a:lnTo>
                  <a:lnTo>
                    <a:pt x="403773" y="1158653"/>
                  </a:lnTo>
                  <a:lnTo>
                    <a:pt x="403767" y="1158646"/>
                  </a:lnTo>
                  <a:lnTo>
                    <a:pt x="403757" y="1158632"/>
                  </a:lnTo>
                  <a:lnTo>
                    <a:pt x="403744" y="1158613"/>
                  </a:lnTo>
                  <a:lnTo>
                    <a:pt x="403733" y="1158599"/>
                  </a:lnTo>
                  <a:lnTo>
                    <a:pt x="403724" y="1158589"/>
                  </a:lnTo>
                  <a:lnTo>
                    <a:pt x="403709" y="1158578"/>
                  </a:lnTo>
                  <a:lnTo>
                    <a:pt x="403698" y="1158571"/>
                  </a:lnTo>
                  <a:lnTo>
                    <a:pt x="403684" y="1158562"/>
                  </a:lnTo>
                  <a:lnTo>
                    <a:pt x="403665" y="1158553"/>
                  </a:lnTo>
                  <a:lnTo>
                    <a:pt x="403645" y="1158543"/>
                  </a:lnTo>
                  <a:lnTo>
                    <a:pt x="403622" y="1158531"/>
                  </a:lnTo>
                  <a:lnTo>
                    <a:pt x="403610" y="1158524"/>
                  </a:lnTo>
                  <a:lnTo>
                    <a:pt x="403599" y="1158517"/>
                  </a:lnTo>
                  <a:lnTo>
                    <a:pt x="403583" y="1158504"/>
                  </a:lnTo>
                  <a:lnTo>
                    <a:pt x="403566" y="1158487"/>
                  </a:lnTo>
                  <a:lnTo>
                    <a:pt x="403552" y="1158471"/>
                  </a:lnTo>
                  <a:lnTo>
                    <a:pt x="403542" y="1158459"/>
                  </a:lnTo>
                  <a:lnTo>
                    <a:pt x="403535" y="1158450"/>
                  </a:lnTo>
                  <a:lnTo>
                    <a:pt x="403520" y="1158433"/>
                  </a:lnTo>
                  <a:lnTo>
                    <a:pt x="403507" y="1158421"/>
                  </a:lnTo>
                  <a:lnTo>
                    <a:pt x="403497" y="1158412"/>
                  </a:lnTo>
                  <a:lnTo>
                    <a:pt x="403485" y="1158404"/>
                  </a:lnTo>
                  <a:lnTo>
                    <a:pt x="403462" y="1158390"/>
                  </a:lnTo>
                  <a:lnTo>
                    <a:pt x="403450" y="1158382"/>
                  </a:lnTo>
                  <a:lnTo>
                    <a:pt x="403439" y="1158375"/>
                  </a:lnTo>
                  <a:lnTo>
                    <a:pt x="403433" y="1158368"/>
                  </a:lnTo>
                  <a:lnTo>
                    <a:pt x="403429" y="1158363"/>
                  </a:lnTo>
                  <a:lnTo>
                    <a:pt x="403426" y="1158358"/>
                  </a:lnTo>
                  <a:lnTo>
                    <a:pt x="403424" y="1158350"/>
                  </a:lnTo>
                  <a:lnTo>
                    <a:pt x="403422" y="1158337"/>
                  </a:lnTo>
                  <a:lnTo>
                    <a:pt x="403422" y="1158321"/>
                  </a:lnTo>
                  <a:lnTo>
                    <a:pt x="403425" y="1158304"/>
                  </a:lnTo>
                  <a:lnTo>
                    <a:pt x="403428" y="1158292"/>
                  </a:lnTo>
                  <a:lnTo>
                    <a:pt x="403430" y="1158273"/>
                  </a:lnTo>
                  <a:lnTo>
                    <a:pt x="403431" y="1158254"/>
                  </a:lnTo>
                  <a:lnTo>
                    <a:pt x="403432" y="1158235"/>
                  </a:lnTo>
                  <a:lnTo>
                    <a:pt x="403432" y="1158222"/>
                  </a:lnTo>
                  <a:lnTo>
                    <a:pt x="403432" y="1158211"/>
                  </a:lnTo>
                  <a:lnTo>
                    <a:pt x="403431" y="1158202"/>
                  </a:lnTo>
                  <a:lnTo>
                    <a:pt x="403428" y="1158191"/>
                  </a:lnTo>
                  <a:lnTo>
                    <a:pt x="403426" y="1158183"/>
                  </a:lnTo>
                  <a:lnTo>
                    <a:pt x="403420" y="1158173"/>
                  </a:lnTo>
                  <a:lnTo>
                    <a:pt x="403415" y="1158165"/>
                  </a:lnTo>
                  <a:lnTo>
                    <a:pt x="403406" y="1158156"/>
                  </a:lnTo>
                  <a:lnTo>
                    <a:pt x="403400" y="1158150"/>
                  </a:lnTo>
                  <a:lnTo>
                    <a:pt x="403394" y="1158147"/>
                  </a:lnTo>
                  <a:lnTo>
                    <a:pt x="403383" y="1158143"/>
                  </a:lnTo>
                  <a:lnTo>
                    <a:pt x="403358" y="1158136"/>
                  </a:lnTo>
                  <a:lnTo>
                    <a:pt x="403330" y="1158129"/>
                  </a:lnTo>
                  <a:lnTo>
                    <a:pt x="403305" y="1158124"/>
                  </a:lnTo>
                  <a:lnTo>
                    <a:pt x="403287" y="1158120"/>
                  </a:lnTo>
                  <a:lnTo>
                    <a:pt x="403269" y="1158118"/>
                  </a:lnTo>
                  <a:lnTo>
                    <a:pt x="403236" y="1158114"/>
                  </a:lnTo>
                  <a:lnTo>
                    <a:pt x="403207" y="1158113"/>
                  </a:lnTo>
                  <a:lnTo>
                    <a:pt x="403182" y="1158112"/>
                  </a:lnTo>
                  <a:lnTo>
                    <a:pt x="403164" y="1158109"/>
                  </a:lnTo>
                  <a:lnTo>
                    <a:pt x="403151" y="1158108"/>
                  </a:lnTo>
                  <a:lnTo>
                    <a:pt x="403147" y="1158105"/>
                  </a:lnTo>
                  <a:lnTo>
                    <a:pt x="403155" y="1158099"/>
                  </a:lnTo>
                  <a:lnTo>
                    <a:pt x="403163" y="1158094"/>
                  </a:lnTo>
                  <a:lnTo>
                    <a:pt x="403170" y="1158088"/>
                  </a:lnTo>
                  <a:lnTo>
                    <a:pt x="403179" y="1158079"/>
                  </a:lnTo>
                  <a:lnTo>
                    <a:pt x="403183" y="1158074"/>
                  </a:lnTo>
                  <a:lnTo>
                    <a:pt x="403188" y="1158068"/>
                  </a:lnTo>
                  <a:lnTo>
                    <a:pt x="403192" y="1158061"/>
                  </a:lnTo>
                  <a:lnTo>
                    <a:pt x="403197" y="1158052"/>
                  </a:lnTo>
                  <a:lnTo>
                    <a:pt x="403203" y="1158039"/>
                  </a:lnTo>
                  <a:lnTo>
                    <a:pt x="403207" y="1158028"/>
                  </a:lnTo>
                  <a:lnTo>
                    <a:pt x="403211" y="1158017"/>
                  </a:lnTo>
                  <a:lnTo>
                    <a:pt x="403213" y="1158009"/>
                  </a:lnTo>
                  <a:lnTo>
                    <a:pt x="403216" y="1157990"/>
                  </a:lnTo>
                  <a:lnTo>
                    <a:pt x="403218" y="1157979"/>
                  </a:lnTo>
                  <a:lnTo>
                    <a:pt x="403222" y="1157964"/>
                  </a:lnTo>
                  <a:lnTo>
                    <a:pt x="403225" y="1157953"/>
                  </a:lnTo>
                  <a:lnTo>
                    <a:pt x="403229" y="1157944"/>
                  </a:lnTo>
                  <a:lnTo>
                    <a:pt x="403233" y="1157934"/>
                  </a:lnTo>
                  <a:lnTo>
                    <a:pt x="403243" y="1157913"/>
                  </a:lnTo>
                  <a:lnTo>
                    <a:pt x="403250" y="1157895"/>
                  </a:lnTo>
                  <a:lnTo>
                    <a:pt x="403255" y="1157883"/>
                  </a:lnTo>
                  <a:lnTo>
                    <a:pt x="403264" y="1157862"/>
                  </a:lnTo>
                  <a:lnTo>
                    <a:pt x="403271" y="1157848"/>
                  </a:lnTo>
                  <a:lnTo>
                    <a:pt x="403279" y="1157830"/>
                  </a:lnTo>
                  <a:lnTo>
                    <a:pt x="403286" y="1157814"/>
                  </a:lnTo>
                  <a:lnTo>
                    <a:pt x="403294" y="1157793"/>
                  </a:lnTo>
                  <a:lnTo>
                    <a:pt x="403298" y="1157781"/>
                  </a:lnTo>
                  <a:lnTo>
                    <a:pt x="403302" y="1157770"/>
                  </a:lnTo>
                  <a:lnTo>
                    <a:pt x="403306" y="1157752"/>
                  </a:lnTo>
                  <a:lnTo>
                    <a:pt x="403309" y="1157739"/>
                  </a:lnTo>
                  <a:lnTo>
                    <a:pt x="403310" y="1157728"/>
                  </a:lnTo>
                  <a:lnTo>
                    <a:pt x="403311" y="1157704"/>
                  </a:lnTo>
                  <a:lnTo>
                    <a:pt x="403310" y="1157676"/>
                  </a:lnTo>
                  <a:lnTo>
                    <a:pt x="403311" y="1157657"/>
                  </a:lnTo>
                  <a:lnTo>
                    <a:pt x="403312" y="1157639"/>
                  </a:lnTo>
                  <a:lnTo>
                    <a:pt x="403314" y="1157624"/>
                  </a:lnTo>
                  <a:lnTo>
                    <a:pt x="403318" y="1157607"/>
                  </a:lnTo>
                  <a:lnTo>
                    <a:pt x="403321" y="1157594"/>
                  </a:lnTo>
                  <a:lnTo>
                    <a:pt x="403326" y="1157582"/>
                  </a:lnTo>
                  <a:lnTo>
                    <a:pt x="403332" y="1157573"/>
                  </a:lnTo>
                  <a:lnTo>
                    <a:pt x="403342" y="1157560"/>
                  </a:lnTo>
                  <a:lnTo>
                    <a:pt x="403350" y="1157552"/>
                  </a:lnTo>
                  <a:lnTo>
                    <a:pt x="403365" y="1157537"/>
                  </a:lnTo>
                  <a:lnTo>
                    <a:pt x="403377" y="1157524"/>
                  </a:lnTo>
                  <a:lnTo>
                    <a:pt x="403397" y="1157505"/>
                  </a:lnTo>
                  <a:lnTo>
                    <a:pt x="403409" y="1157495"/>
                  </a:lnTo>
                  <a:lnTo>
                    <a:pt x="403421" y="1157484"/>
                  </a:lnTo>
                  <a:lnTo>
                    <a:pt x="403429" y="1157476"/>
                  </a:lnTo>
                  <a:lnTo>
                    <a:pt x="403432" y="1157472"/>
                  </a:lnTo>
                  <a:lnTo>
                    <a:pt x="403436" y="1157466"/>
                  </a:lnTo>
                  <a:lnTo>
                    <a:pt x="403438" y="1157458"/>
                  </a:lnTo>
                  <a:lnTo>
                    <a:pt x="403442" y="1157438"/>
                  </a:lnTo>
                  <a:lnTo>
                    <a:pt x="403446" y="1157415"/>
                  </a:lnTo>
                  <a:lnTo>
                    <a:pt x="403449" y="1157395"/>
                  </a:lnTo>
                  <a:lnTo>
                    <a:pt x="403453" y="1157368"/>
                  </a:lnTo>
                  <a:lnTo>
                    <a:pt x="403459" y="1157338"/>
                  </a:lnTo>
                  <a:lnTo>
                    <a:pt x="403464" y="1157313"/>
                  </a:lnTo>
                  <a:lnTo>
                    <a:pt x="403472" y="1157288"/>
                  </a:lnTo>
                  <a:lnTo>
                    <a:pt x="403477" y="1157271"/>
                  </a:lnTo>
                  <a:lnTo>
                    <a:pt x="403481" y="1157257"/>
                  </a:lnTo>
                  <a:lnTo>
                    <a:pt x="403478" y="1157250"/>
                  </a:lnTo>
                  <a:lnTo>
                    <a:pt x="403474" y="1157244"/>
                  </a:lnTo>
                  <a:lnTo>
                    <a:pt x="403467" y="1157236"/>
                  </a:lnTo>
                  <a:lnTo>
                    <a:pt x="403453" y="1157224"/>
                  </a:lnTo>
                  <a:lnTo>
                    <a:pt x="403438" y="1157211"/>
                  </a:lnTo>
                  <a:lnTo>
                    <a:pt x="403423" y="1157198"/>
                  </a:lnTo>
                  <a:lnTo>
                    <a:pt x="403410" y="1157188"/>
                  </a:lnTo>
                  <a:lnTo>
                    <a:pt x="403397" y="1157179"/>
                  </a:lnTo>
                  <a:lnTo>
                    <a:pt x="403380" y="1157170"/>
                  </a:lnTo>
                  <a:lnTo>
                    <a:pt x="403363" y="1157160"/>
                  </a:lnTo>
                  <a:lnTo>
                    <a:pt x="403344" y="1157152"/>
                  </a:lnTo>
                  <a:lnTo>
                    <a:pt x="403327" y="1157145"/>
                  </a:lnTo>
                  <a:lnTo>
                    <a:pt x="403314" y="1157138"/>
                  </a:lnTo>
                  <a:lnTo>
                    <a:pt x="403299" y="1157130"/>
                  </a:lnTo>
                  <a:lnTo>
                    <a:pt x="403278" y="1157118"/>
                  </a:lnTo>
                  <a:lnTo>
                    <a:pt x="403258" y="1157106"/>
                  </a:lnTo>
                  <a:lnTo>
                    <a:pt x="403249" y="1157100"/>
                  </a:lnTo>
                  <a:lnTo>
                    <a:pt x="403240" y="1157094"/>
                  </a:lnTo>
                  <a:lnTo>
                    <a:pt x="403228" y="1157085"/>
                  </a:lnTo>
                  <a:lnTo>
                    <a:pt x="403220" y="1157077"/>
                  </a:lnTo>
                  <a:lnTo>
                    <a:pt x="403214" y="1157071"/>
                  </a:lnTo>
                  <a:lnTo>
                    <a:pt x="403211" y="1157067"/>
                  </a:lnTo>
                  <a:lnTo>
                    <a:pt x="403207" y="1157061"/>
                  </a:lnTo>
                  <a:lnTo>
                    <a:pt x="403204" y="1157053"/>
                  </a:lnTo>
                  <a:lnTo>
                    <a:pt x="403199" y="1157038"/>
                  </a:lnTo>
                  <a:lnTo>
                    <a:pt x="403194" y="1157021"/>
                  </a:lnTo>
                  <a:lnTo>
                    <a:pt x="403188" y="1157007"/>
                  </a:lnTo>
                  <a:lnTo>
                    <a:pt x="403185" y="1157001"/>
                  </a:lnTo>
                  <a:lnTo>
                    <a:pt x="403180" y="1156992"/>
                  </a:lnTo>
                  <a:lnTo>
                    <a:pt x="403172" y="1156979"/>
                  </a:lnTo>
                  <a:lnTo>
                    <a:pt x="403164" y="1156965"/>
                  </a:lnTo>
                  <a:lnTo>
                    <a:pt x="403152" y="1156949"/>
                  </a:lnTo>
                  <a:lnTo>
                    <a:pt x="403141" y="1156935"/>
                  </a:lnTo>
                  <a:lnTo>
                    <a:pt x="403131" y="1156922"/>
                  </a:lnTo>
                  <a:lnTo>
                    <a:pt x="403119" y="1156908"/>
                  </a:lnTo>
                  <a:lnTo>
                    <a:pt x="403110" y="1156898"/>
                  </a:lnTo>
                  <a:lnTo>
                    <a:pt x="403098" y="1156886"/>
                  </a:lnTo>
                  <a:lnTo>
                    <a:pt x="403090" y="1156878"/>
                  </a:lnTo>
                  <a:lnTo>
                    <a:pt x="403076" y="1156865"/>
                  </a:lnTo>
                  <a:lnTo>
                    <a:pt x="403068" y="1156858"/>
                  </a:lnTo>
                  <a:lnTo>
                    <a:pt x="403057" y="1156848"/>
                  </a:lnTo>
                  <a:lnTo>
                    <a:pt x="403052" y="1156842"/>
                  </a:lnTo>
                  <a:lnTo>
                    <a:pt x="403038" y="1156826"/>
                  </a:lnTo>
                  <a:lnTo>
                    <a:pt x="403032" y="1156819"/>
                  </a:lnTo>
                  <a:lnTo>
                    <a:pt x="403028" y="1156815"/>
                  </a:lnTo>
                  <a:lnTo>
                    <a:pt x="403003" y="1156787"/>
                  </a:lnTo>
                  <a:lnTo>
                    <a:pt x="402982" y="1156764"/>
                  </a:lnTo>
                  <a:lnTo>
                    <a:pt x="402964" y="1156742"/>
                  </a:lnTo>
                  <a:lnTo>
                    <a:pt x="402948" y="1156719"/>
                  </a:lnTo>
                  <a:lnTo>
                    <a:pt x="402935" y="1156696"/>
                  </a:lnTo>
                  <a:lnTo>
                    <a:pt x="402927" y="1156679"/>
                  </a:lnTo>
                  <a:lnTo>
                    <a:pt x="402921" y="1156661"/>
                  </a:lnTo>
                  <a:lnTo>
                    <a:pt x="402919" y="1156646"/>
                  </a:lnTo>
                  <a:lnTo>
                    <a:pt x="402917" y="1156630"/>
                  </a:lnTo>
                  <a:lnTo>
                    <a:pt x="402917" y="1156615"/>
                  </a:lnTo>
                  <a:lnTo>
                    <a:pt x="402922" y="1156595"/>
                  </a:lnTo>
                  <a:lnTo>
                    <a:pt x="402917" y="1156594"/>
                  </a:lnTo>
                  <a:lnTo>
                    <a:pt x="402908" y="1156604"/>
                  </a:lnTo>
                  <a:lnTo>
                    <a:pt x="402897" y="1156618"/>
                  </a:lnTo>
                  <a:lnTo>
                    <a:pt x="402887" y="1156628"/>
                  </a:lnTo>
                  <a:lnTo>
                    <a:pt x="402880" y="1156634"/>
                  </a:lnTo>
                  <a:lnTo>
                    <a:pt x="402872" y="1156639"/>
                  </a:lnTo>
                  <a:lnTo>
                    <a:pt x="402854" y="1156647"/>
                  </a:lnTo>
                  <a:lnTo>
                    <a:pt x="402830" y="1156657"/>
                  </a:lnTo>
                  <a:lnTo>
                    <a:pt x="402803" y="1156667"/>
                  </a:lnTo>
                  <a:lnTo>
                    <a:pt x="402777" y="1156677"/>
                  </a:lnTo>
                  <a:lnTo>
                    <a:pt x="402750" y="1156689"/>
                  </a:lnTo>
                  <a:lnTo>
                    <a:pt x="402723" y="1156701"/>
                  </a:lnTo>
                  <a:lnTo>
                    <a:pt x="402696" y="1156712"/>
                  </a:lnTo>
                  <a:lnTo>
                    <a:pt x="402679" y="1156720"/>
                  </a:lnTo>
                  <a:lnTo>
                    <a:pt x="402656" y="1156733"/>
                  </a:lnTo>
                  <a:lnTo>
                    <a:pt x="402636" y="1156748"/>
                  </a:lnTo>
                  <a:lnTo>
                    <a:pt x="402621" y="1156761"/>
                  </a:lnTo>
                  <a:lnTo>
                    <a:pt x="402603" y="1156775"/>
                  </a:lnTo>
                  <a:lnTo>
                    <a:pt x="402572" y="1156804"/>
                  </a:lnTo>
                  <a:lnTo>
                    <a:pt x="402557" y="1156818"/>
                  </a:lnTo>
                  <a:lnTo>
                    <a:pt x="402552" y="1156819"/>
                  </a:lnTo>
                  <a:lnTo>
                    <a:pt x="402545" y="1156817"/>
                  </a:lnTo>
                  <a:lnTo>
                    <a:pt x="402532" y="1156807"/>
                  </a:lnTo>
                  <a:lnTo>
                    <a:pt x="402486" y="1156775"/>
                  </a:lnTo>
                  <a:lnTo>
                    <a:pt x="402460" y="1156758"/>
                  </a:lnTo>
                  <a:lnTo>
                    <a:pt x="402438" y="1156743"/>
                  </a:lnTo>
                  <a:lnTo>
                    <a:pt x="402417" y="1156727"/>
                  </a:lnTo>
                  <a:lnTo>
                    <a:pt x="402389" y="1156704"/>
                  </a:lnTo>
                  <a:lnTo>
                    <a:pt x="402367" y="1156686"/>
                  </a:lnTo>
                  <a:lnTo>
                    <a:pt x="402339" y="1156662"/>
                  </a:lnTo>
                  <a:lnTo>
                    <a:pt x="402321" y="1156646"/>
                  </a:lnTo>
                  <a:lnTo>
                    <a:pt x="402304" y="1156628"/>
                  </a:lnTo>
                  <a:lnTo>
                    <a:pt x="402287" y="1156612"/>
                  </a:lnTo>
                  <a:lnTo>
                    <a:pt x="402271" y="1156593"/>
                  </a:lnTo>
                  <a:lnTo>
                    <a:pt x="402258" y="1156577"/>
                  </a:lnTo>
                  <a:lnTo>
                    <a:pt x="402248" y="1156562"/>
                  </a:lnTo>
                  <a:lnTo>
                    <a:pt x="402244" y="1156558"/>
                  </a:lnTo>
                  <a:lnTo>
                    <a:pt x="402239" y="1156555"/>
                  </a:lnTo>
                  <a:lnTo>
                    <a:pt x="402217" y="1156551"/>
                  </a:lnTo>
                  <a:lnTo>
                    <a:pt x="402186" y="1156548"/>
                  </a:lnTo>
                  <a:lnTo>
                    <a:pt x="402165" y="1156547"/>
                  </a:lnTo>
                  <a:lnTo>
                    <a:pt x="402120" y="1156547"/>
                  </a:lnTo>
                  <a:lnTo>
                    <a:pt x="402090" y="1156545"/>
                  </a:lnTo>
                  <a:lnTo>
                    <a:pt x="402072" y="1156542"/>
                  </a:lnTo>
                  <a:lnTo>
                    <a:pt x="402050" y="1156539"/>
                  </a:lnTo>
                  <a:lnTo>
                    <a:pt x="402040" y="1156539"/>
                  </a:lnTo>
                  <a:lnTo>
                    <a:pt x="402035" y="1156543"/>
                  </a:lnTo>
                  <a:lnTo>
                    <a:pt x="402025" y="1156558"/>
                  </a:lnTo>
                  <a:lnTo>
                    <a:pt x="402016" y="1156571"/>
                  </a:lnTo>
                  <a:lnTo>
                    <a:pt x="402006" y="1156583"/>
                  </a:lnTo>
                  <a:lnTo>
                    <a:pt x="401999" y="1156592"/>
                  </a:lnTo>
                  <a:lnTo>
                    <a:pt x="401984" y="1156606"/>
                  </a:lnTo>
                  <a:lnTo>
                    <a:pt x="401975" y="1156615"/>
                  </a:lnTo>
                  <a:lnTo>
                    <a:pt x="401967" y="1156625"/>
                  </a:lnTo>
                  <a:lnTo>
                    <a:pt x="401955" y="1156642"/>
                  </a:lnTo>
                  <a:lnTo>
                    <a:pt x="401946" y="1156655"/>
                  </a:lnTo>
                  <a:lnTo>
                    <a:pt x="401938" y="1156668"/>
                  </a:lnTo>
                  <a:lnTo>
                    <a:pt x="401928" y="1156687"/>
                  </a:lnTo>
                  <a:lnTo>
                    <a:pt x="401918" y="1156705"/>
                  </a:lnTo>
                  <a:lnTo>
                    <a:pt x="401910" y="1156720"/>
                  </a:lnTo>
                  <a:lnTo>
                    <a:pt x="401903" y="1156729"/>
                  </a:lnTo>
                  <a:lnTo>
                    <a:pt x="401890" y="1156745"/>
                  </a:lnTo>
                  <a:lnTo>
                    <a:pt x="401882" y="1156752"/>
                  </a:lnTo>
                  <a:lnTo>
                    <a:pt x="401878" y="1156755"/>
                  </a:lnTo>
                  <a:lnTo>
                    <a:pt x="401866" y="1156760"/>
                  </a:lnTo>
                  <a:lnTo>
                    <a:pt x="401813" y="1156781"/>
                  </a:lnTo>
                  <a:lnTo>
                    <a:pt x="401783" y="1156797"/>
                  </a:lnTo>
                  <a:lnTo>
                    <a:pt x="401757" y="1156818"/>
                  </a:lnTo>
                  <a:lnTo>
                    <a:pt x="401734" y="1156829"/>
                  </a:lnTo>
                  <a:lnTo>
                    <a:pt x="401716" y="1156834"/>
                  </a:lnTo>
                  <a:lnTo>
                    <a:pt x="401710" y="1156834"/>
                  </a:lnTo>
                  <a:lnTo>
                    <a:pt x="401704" y="1156832"/>
                  </a:lnTo>
                  <a:lnTo>
                    <a:pt x="401687" y="1156825"/>
                  </a:lnTo>
                  <a:lnTo>
                    <a:pt x="401680" y="1156820"/>
                  </a:lnTo>
                  <a:lnTo>
                    <a:pt x="401659" y="1156810"/>
                  </a:lnTo>
                  <a:lnTo>
                    <a:pt x="401642" y="1156800"/>
                  </a:lnTo>
                  <a:lnTo>
                    <a:pt x="401612" y="1156789"/>
                  </a:lnTo>
                  <a:lnTo>
                    <a:pt x="401596" y="1156787"/>
                  </a:lnTo>
                  <a:lnTo>
                    <a:pt x="401582" y="1156786"/>
                  </a:lnTo>
                  <a:lnTo>
                    <a:pt x="401568" y="1156787"/>
                  </a:lnTo>
                  <a:lnTo>
                    <a:pt x="401550" y="1156786"/>
                  </a:lnTo>
                  <a:lnTo>
                    <a:pt x="401522" y="1156785"/>
                  </a:lnTo>
                  <a:lnTo>
                    <a:pt x="401486" y="1156781"/>
                  </a:lnTo>
                  <a:lnTo>
                    <a:pt x="401482" y="1156779"/>
                  </a:lnTo>
                  <a:lnTo>
                    <a:pt x="401466" y="1156771"/>
                  </a:lnTo>
                  <a:lnTo>
                    <a:pt x="401445" y="1156759"/>
                  </a:lnTo>
                  <a:lnTo>
                    <a:pt x="401422" y="1156747"/>
                  </a:lnTo>
                  <a:lnTo>
                    <a:pt x="401402" y="1156738"/>
                  </a:lnTo>
                  <a:lnTo>
                    <a:pt x="401380" y="1156723"/>
                  </a:lnTo>
                  <a:lnTo>
                    <a:pt x="401359" y="1156710"/>
                  </a:lnTo>
                  <a:lnTo>
                    <a:pt x="401336" y="1156705"/>
                  </a:lnTo>
                  <a:lnTo>
                    <a:pt x="401317" y="1156707"/>
                  </a:lnTo>
                  <a:lnTo>
                    <a:pt x="401299" y="1156708"/>
                  </a:lnTo>
                  <a:lnTo>
                    <a:pt x="401284" y="1156710"/>
                  </a:lnTo>
                  <a:lnTo>
                    <a:pt x="401269" y="1156713"/>
                  </a:lnTo>
                  <a:lnTo>
                    <a:pt x="401262" y="1156716"/>
                  </a:lnTo>
                  <a:lnTo>
                    <a:pt x="401255" y="1156722"/>
                  </a:lnTo>
                  <a:lnTo>
                    <a:pt x="401237" y="1156735"/>
                  </a:lnTo>
                  <a:lnTo>
                    <a:pt x="401226" y="1156739"/>
                  </a:lnTo>
                  <a:lnTo>
                    <a:pt x="401202" y="1156741"/>
                  </a:lnTo>
                  <a:lnTo>
                    <a:pt x="401188" y="1156742"/>
                  </a:lnTo>
                  <a:lnTo>
                    <a:pt x="401167" y="1156747"/>
                  </a:lnTo>
                  <a:lnTo>
                    <a:pt x="401138" y="1156756"/>
                  </a:lnTo>
                  <a:lnTo>
                    <a:pt x="401119" y="1156761"/>
                  </a:lnTo>
                  <a:lnTo>
                    <a:pt x="401103" y="1156765"/>
                  </a:lnTo>
                  <a:lnTo>
                    <a:pt x="401089" y="1156768"/>
                  </a:lnTo>
                  <a:lnTo>
                    <a:pt x="401072" y="1156770"/>
                  </a:lnTo>
                  <a:lnTo>
                    <a:pt x="401057" y="1156772"/>
                  </a:lnTo>
                  <a:lnTo>
                    <a:pt x="401035" y="1156776"/>
                  </a:lnTo>
                  <a:lnTo>
                    <a:pt x="401014" y="1156781"/>
                  </a:lnTo>
                  <a:lnTo>
                    <a:pt x="400998" y="1156786"/>
                  </a:lnTo>
                  <a:lnTo>
                    <a:pt x="400981" y="1156793"/>
                  </a:lnTo>
                  <a:lnTo>
                    <a:pt x="400964" y="1156802"/>
                  </a:lnTo>
                  <a:lnTo>
                    <a:pt x="400949" y="1156811"/>
                  </a:lnTo>
                  <a:lnTo>
                    <a:pt x="400932" y="1156823"/>
                  </a:lnTo>
                  <a:lnTo>
                    <a:pt x="400914" y="1156835"/>
                  </a:lnTo>
                  <a:lnTo>
                    <a:pt x="400905" y="1156842"/>
                  </a:lnTo>
                  <a:lnTo>
                    <a:pt x="400900" y="1156848"/>
                  </a:lnTo>
                  <a:lnTo>
                    <a:pt x="400892" y="1156860"/>
                  </a:lnTo>
                  <a:lnTo>
                    <a:pt x="400887" y="1156869"/>
                  </a:lnTo>
                  <a:lnTo>
                    <a:pt x="400881" y="1156883"/>
                  </a:lnTo>
                  <a:lnTo>
                    <a:pt x="400877" y="1156893"/>
                  </a:lnTo>
                  <a:lnTo>
                    <a:pt x="400875" y="1156906"/>
                  </a:lnTo>
                  <a:lnTo>
                    <a:pt x="400873" y="1156921"/>
                  </a:lnTo>
                  <a:lnTo>
                    <a:pt x="400872" y="1156936"/>
                  </a:lnTo>
                  <a:lnTo>
                    <a:pt x="400872" y="1156952"/>
                  </a:lnTo>
                  <a:lnTo>
                    <a:pt x="400872" y="1156969"/>
                  </a:lnTo>
                  <a:lnTo>
                    <a:pt x="400872" y="1156989"/>
                  </a:lnTo>
                  <a:lnTo>
                    <a:pt x="400874" y="1157011"/>
                  </a:lnTo>
                  <a:lnTo>
                    <a:pt x="400876" y="1157027"/>
                  </a:lnTo>
                  <a:lnTo>
                    <a:pt x="400877" y="1157040"/>
                  </a:lnTo>
                  <a:lnTo>
                    <a:pt x="400877" y="1157049"/>
                  </a:lnTo>
                  <a:lnTo>
                    <a:pt x="400876" y="1157065"/>
                  </a:lnTo>
                  <a:lnTo>
                    <a:pt x="400876" y="1157080"/>
                  </a:lnTo>
                  <a:lnTo>
                    <a:pt x="400874" y="1157093"/>
                  </a:lnTo>
                  <a:lnTo>
                    <a:pt x="400871" y="1157106"/>
                  </a:lnTo>
                  <a:lnTo>
                    <a:pt x="400866" y="1157120"/>
                  </a:lnTo>
                  <a:lnTo>
                    <a:pt x="400861" y="1157133"/>
                  </a:lnTo>
                  <a:lnTo>
                    <a:pt x="400859" y="1157143"/>
                  </a:lnTo>
                  <a:lnTo>
                    <a:pt x="400855" y="1157152"/>
                  </a:lnTo>
                  <a:lnTo>
                    <a:pt x="400851" y="1157161"/>
                  </a:lnTo>
                  <a:lnTo>
                    <a:pt x="400843" y="1157172"/>
                  </a:lnTo>
                  <a:lnTo>
                    <a:pt x="400832" y="1157180"/>
                  </a:lnTo>
                  <a:lnTo>
                    <a:pt x="400822" y="1157186"/>
                  </a:lnTo>
                  <a:lnTo>
                    <a:pt x="400813" y="1157192"/>
                  </a:lnTo>
                  <a:lnTo>
                    <a:pt x="400804" y="1157197"/>
                  </a:lnTo>
                  <a:lnTo>
                    <a:pt x="400788" y="1157203"/>
                  </a:lnTo>
                  <a:lnTo>
                    <a:pt x="400779" y="1157206"/>
                  </a:lnTo>
                  <a:lnTo>
                    <a:pt x="400763" y="1157212"/>
                  </a:lnTo>
                  <a:lnTo>
                    <a:pt x="400743" y="1157218"/>
                  </a:lnTo>
                  <a:lnTo>
                    <a:pt x="400714" y="1157227"/>
                  </a:lnTo>
                  <a:lnTo>
                    <a:pt x="400695" y="1157233"/>
                  </a:lnTo>
                  <a:lnTo>
                    <a:pt x="400675" y="1157238"/>
                  </a:lnTo>
                  <a:lnTo>
                    <a:pt x="400647" y="1157244"/>
                  </a:lnTo>
                  <a:lnTo>
                    <a:pt x="400630" y="1157247"/>
                  </a:lnTo>
                  <a:lnTo>
                    <a:pt x="400611" y="1157249"/>
                  </a:lnTo>
                  <a:lnTo>
                    <a:pt x="400589" y="1157251"/>
                  </a:lnTo>
                  <a:lnTo>
                    <a:pt x="400563" y="1157250"/>
                  </a:lnTo>
                  <a:lnTo>
                    <a:pt x="400539" y="1157247"/>
                  </a:lnTo>
                  <a:lnTo>
                    <a:pt x="400521" y="1157245"/>
                  </a:lnTo>
                  <a:lnTo>
                    <a:pt x="400494" y="1157238"/>
                  </a:lnTo>
                  <a:lnTo>
                    <a:pt x="400473" y="1157231"/>
                  </a:lnTo>
                  <a:lnTo>
                    <a:pt x="400458" y="1157228"/>
                  </a:lnTo>
                  <a:lnTo>
                    <a:pt x="400448" y="1157228"/>
                  </a:lnTo>
                  <a:lnTo>
                    <a:pt x="400433" y="1157230"/>
                  </a:lnTo>
                  <a:lnTo>
                    <a:pt x="400425" y="1157232"/>
                  </a:lnTo>
                  <a:lnTo>
                    <a:pt x="400412" y="1157238"/>
                  </a:lnTo>
                  <a:lnTo>
                    <a:pt x="400393" y="1157247"/>
                  </a:lnTo>
                  <a:lnTo>
                    <a:pt x="400370" y="1157261"/>
                  </a:lnTo>
                  <a:lnTo>
                    <a:pt x="400346" y="1157276"/>
                  </a:lnTo>
                  <a:lnTo>
                    <a:pt x="400330" y="1157294"/>
                  </a:lnTo>
                  <a:lnTo>
                    <a:pt x="400318" y="1157308"/>
                  </a:lnTo>
                  <a:lnTo>
                    <a:pt x="400305" y="1157334"/>
                  </a:lnTo>
                  <a:lnTo>
                    <a:pt x="400298" y="1157343"/>
                  </a:lnTo>
                  <a:lnTo>
                    <a:pt x="400284" y="1157361"/>
                  </a:lnTo>
                  <a:lnTo>
                    <a:pt x="400273" y="1157371"/>
                  </a:lnTo>
                  <a:lnTo>
                    <a:pt x="400258" y="1157381"/>
                  </a:lnTo>
                  <a:lnTo>
                    <a:pt x="400239" y="1157385"/>
                  </a:lnTo>
                  <a:lnTo>
                    <a:pt x="400221" y="1157393"/>
                  </a:lnTo>
                  <a:lnTo>
                    <a:pt x="400199" y="1157409"/>
                  </a:lnTo>
                  <a:lnTo>
                    <a:pt x="400153" y="1157443"/>
                  </a:lnTo>
                  <a:lnTo>
                    <a:pt x="400108" y="1157474"/>
                  </a:lnTo>
                  <a:lnTo>
                    <a:pt x="400096" y="1157483"/>
                  </a:lnTo>
                  <a:lnTo>
                    <a:pt x="400090" y="1157491"/>
                  </a:lnTo>
                  <a:lnTo>
                    <a:pt x="400083" y="1157497"/>
                  </a:lnTo>
                  <a:lnTo>
                    <a:pt x="400076" y="1157502"/>
                  </a:lnTo>
                  <a:lnTo>
                    <a:pt x="400069" y="1157507"/>
                  </a:lnTo>
                  <a:lnTo>
                    <a:pt x="400058" y="1157511"/>
                  </a:lnTo>
                  <a:lnTo>
                    <a:pt x="400040" y="1157517"/>
                  </a:lnTo>
                  <a:lnTo>
                    <a:pt x="400011" y="1157527"/>
                  </a:lnTo>
                  <a:lnTo>
                    <a:pt x="399986" y="1157533"/>
                  </a:lnTo>
                  <a:lnTo>
                    <a:pt x="399971" y="1157537"/>
                  </a:lnTo>
                  <a:lnTo>
                    <a:pt x="399953" y="1157542"/>
                  </a:lnTo>
                  <a:lnTo>
                    <a:pt x="399933" y="1157547"/>
                  </a:lnTo>
                  <a:lnTo>
                    <a:pt x="399911" y="1157552"/>
                  </a:lnTo>
                  <a:lnTo>
                    <a:pt x="399885" y="1157559"/>
                  </a:lnTo>
                  <a:lnTo>
                    <a:pt x="399859" y="1157566"/>
                  </a:lnTo>
                  <a:lnTo>
                    <a:pt x="399840" y="1157572"/>
                  </a:lnTo>
                  <a:lnTo>
                    <a:pt x="399821" y="1157577"/>
                  </a:lnTo>
                  <a:lnTo>
                    <a:pt x="399804" y="1157581"/>
                  </a:lnTo>
                  <a:lnTo>
                    <a:pt x="399785" y="1157585"/>
                  </a:lnTo>
                  <a:lnTo>
                    <a:pt x="399764" y="1157590"/>
                  </a:lnTo>
                  <a:lnTo>
                    <a:pt x="399742" y="1157594"/>
                  </a:lnTo>
                  <a:lnTo>
                    <a:pt x="399711" y="1157598"/>
                  </a:lnTo>
                  <a:lnTo>
                    <a:pt x="399688" y="1157599"/>
                  </a:lnTo>
                  <a:lnTo>
                    <a:pt x="399660" y="1157600"/>
                  </a:lnTo>
                  <a:lnTo>
                    <a:pt x="399635" y="1157600"/>
                  </a:lnTo>
                  <a:lnTo>
                    <a:pt x="399626" y="1157598"/>
                  </a:lnTo>
                  <a:lnTo>
                    <a:pt x="399616" y="1157594"/>
                  </a:lnTo>
                  <a:lnTo>
                    <a:pt x="399609" y="1157590"/>
                  </a:lnTo>
                  <a:lnTo>
                    <a:pt x="399601" y="1157584"/>
                  </a:lnTo>
                  <a:lnTo>
                    <a:pt x="399595" y="1157577"/>
                  </a:lnTo>
                  <a:lnTo>
                    <a:pt x="399589" y="1157569"/>
                  </a:lnTo>
                  <a:lnTo>
                    <a:pt x="399582" y="1157557"/>
                  </a:lnTo>
                  <a:lnTo>
                    <a:pt x="399573" y="1157540"/>
                  </a:lnTo>
                  <a:lnTo>
                    <a:pt x="399566" y="1157528"/>
                  </a:lnTo>
                  <a:lnTo>
                    <a:pt x="399556" y="1157513"/>
                  </a:lnTo>
                  <a:lnTo>
                    <a:pt x="399551" y="1157504"/>
                  </a:lnTo>
                  <a:lnTo>
                    <a:pt x="399545" y="1157498"/>
                  </a:lnTo>
                  <a:lnTo>
                    <a:pt x="399540" y="1157496"/>
                  </a:lnTo>
                  <a:lnTo>
                    <a:pt x="399503" y="1157489"/>
                  </a:lnTo>
                  <a:lnTo>
                    <a:pt x="399472" y="1157484"/>
                  </a:lnTo>
                  <a:lnTo>
                    <a:pt x="399446" y="1157479"/>
                  </a:lnTo>
                  <a:lnTo>
                    <a:pt x="399423" y="1157476"/>
                  </a:lnTo>
                  <a:lnTo>
                    <a:pt x="399397" y="1157473"/>
                  </a:lnTo>
                  <a:lnTo>
                    <a:pt x="399366" y="1157469"/>
                  </a:lnTo>
                  <a:lnTo>
                    <a:pt x="399346" y="1157467"/>
                  </a:lnTo>
                  <a:lnTo>
                    <a:pt x="399329" y="1157465"/>
                  </a:lnTo>
                  <a:lnTo>
                    <a:pt x="399314" y="1157462"/>
                  </a:lnTo>
                  <a:lnTo>
                    <a:pt x="399300" y="1157458"/>
                  </a:lnTo>
                  <a:lnTo>
                    <a:pt x="399284" y="1157452"/>
                  </a:lnTo>
                  <a:lnTo>
                    <a:pt x="399267" y="1157445"/>
                  </a:lnTo>
                  <a:lnTo>
                    <a:pt x="399250" y="1157437"/>
                  </a:lnTo>
                  <a:lnTo>
                    <a:pt x="399236" y="1157429"/>
                  </a:lnTo>
                  <a:lnTo>
                    <a:pt x="399220" y="1157420"/>
                  </a:lnTo>
                  <a:lnTo>
                    <a:pt x="399205" y="1157409"/>
                  </a:lnTo>
                  <a:lnTo>
                    <a:pt x="399193" y="1157399"/>
                  </a:lnTo>
                  <a:lnTo>
                    <a:pt x="399182" y="1157389"/>
                  </a:lnTo>
                  <a:lnTo>
                    <a:pt x="399170" y="1157379"/>
                  </a:lnTo>
                  <a:lnTo>
                    <a:pt x="399155" y="1157364"/>
                  </a:lnTo>
                  <a:lnTo>
                    <a:pt x="399135" y="1157348"/>
                  </a:lnTo>
                  <a:lnTo>
                    <a:pt x="399121" y="1157336"/>
                  </a:lnTo>
                  <a:lnTo>
                    <a:pt x="399112" y="1157328"/>
                  </a:lnTo>
                  <a:lnTo>
                    <a:pt x="399107" y="1157327"/>
                  </a:lnTo>
                  <a:lnTo>
                    <a:pt x="399101" y="1157327"/>
                  </a:lnTo>
                  <a:lnTo>
                    <a:pt x="399093" y="1157329"/>
                  </a:lnTo>
                  <a:lnTo>
                    <a:pt x="399074" y="1157337"/>
                  </a:lnTo>
                  <a:lnTo>
                    <a:pt x="399058" y="1157341"/>
                  </a:lnTo>
                  <a:lnTo>
                    <a:pt x="399047" y="1157343"/>
                  </a:lnTo>
                  <a:lnTo>
                    <a:pt x="399036" y="1157343"/>
                  </a:lnTo>
                  <a:lnTo>
                    <a:pt x="399029" y="1157342"/>
                  </a:lnTo>
                  <a:lnTo>
                    <a:pt x="399017" y="1157338"/>
                  </a:lnTo>
                  <a:lnTo>
                    <a:pt x="398991" y="1157328"/>
                  </a:lnTo>
                  <a:lnTo>
                    <a:pt x="398972" y="1157321"/>
                  </a:lnTo>
                  <a:lnTo>
                    <a:pt x="398946" y="1157312"/>
                  </a:lnTo>
                  <a:lnTo>
                    <a:pt x="398922" y="1157304"/>
                  </a:lnTo>
                  <a:lnTo>
                    <a:pt x="398897" y="1157295"/>
                  </a:lnTo>
                  <a:lnTo>
                    <a:pt x="398874" y="1157288"/>
                  </a:lnTo>
                  <a:lnTo>
                    <a:pt x="398859" y="1157282"/>
                  </a:lnTo>
                  <a:lnTo>
                    <a:pt x="398837" y="1157273"/>
                  </a:lnTo>
                  <a:lnTo>
                    <a:pt x="398821" y="1157266"/>
                  </a:lnTo>
                  <a:lnTo>
                    <a:pt x="398809" y="1157262"/>
                  </a:lnTo>
                  <a:lnTo>
                    <a:pt x="398801" y="1157260"/>
                  </a:lnTo>
                  <a:lnTo>
                    <a:pt x="398789" y="1157259"/>
                  </a:lnTo>
                  <a:lnTo>
                    <a:pt x="398771" y="1157260"/>
                  </a:lnTo>
                  <a:lnTo>
                    <a:pt x="398753" y="1157262"/>
                  </a:lnTo>
                  <a:lnTo>
                    <a:pt x="398741" y="1157265"/>
                  </a:lnTo>
                  <a:lnTo>
                    <a:pt x="398730" y="1157270"/>
                  </a:lnTo>
                  <a:lnTo>
                    <a:pt x="398720" y="1157275"/>
                  </a:lnTo>
                  <a:lnTo>
                    <a:pt x="398712" y="1157282"/>
                  </a:lnTo>
                  <a:lnTo>
                    <a:pt x="398706" y="1157287"/>
                  </a:lnTo>
                  <a:lnTo>
                    <a:pt x="398700" y="1157296"/>
                  </a:lnTo>
                  <a:lnTo>
                    <a:pt x="398693" y="1157307"/>
                  </a:lnTo>
                  <a:lnTo>
                    <a:pt x="398685" y="1157319"/>
                  </a:lnTo>
                  <a:lnTo>
                    <a:pt x="398673" y="1157332"/>
                  </a:lnTo>
                  <a:lnTo>
                    <a:pt x="398663" y="1157340"/>
                  </a:lnTo>
                  <a:lnTo>
                    <a:pt x="398654" y="1157347"/>
                  </a:lnTo>
                  <a:lnTo>
                    <a:pt x="398646" y="1157350"/>
                  </a:lnTo>
                  <a:lnTo>
                    <a:pt x="398637" y="1157354"/>
                  </a:lnTo>
                  <a:lnTo>
                    <a:pt x="398622" y="1157360"/>
                  </a:lnTo>
                  <a:lnTo>
                    <a:pt x="398600" y="1157366"/>
                  </a:lnTo>
                  <a:lnTo>
                    <a:pt x="398587" y="1157370"/>
                  </a:lnTo>
                  <a:lnTo>
                    <a:pt x="398574" y="1157372"/>
                  </a:lnTo>
                  <a:lnTo>
                    <a:pt x="398561" y="1157375"/>
                  </a:lnTo>
                  <a:lnTo>
                    <a:pt x="398543" y="1157378"/>
                  </a:lnTo>
                  <a:lnTo>
                    <a:pt x="398522" y="1157381"/>
                  </a:lnTo>
                  <a:lnTo>
                    <a:pt x="398502" y="1157382"/>
                  </a:lnTo>
                  <a:lnTo>
                    <a:pt x="398475" y="1157382"/>
                  </a:lnTo>
                  <a:lnTo>
                    <a:pt x="398456" y="1157382"/>
                  </a:lnTo>
                  <a:lnTo>
                    <a:pt x="398442" y="1157381"/>
                  </a:lnTo>
                  <a:lnTo>
                    <a:pt x="398423" y="1157378"/>
                  </a:lnTo>
                  <a:lnTo>
                    <a:pt x="398398" y="1157374"/>
                  </a:lnTo>
                  <a:lnTo>
                    <a:pt x="398380" y="1157371"/>
                  </a:lnTo>
                  <a:lnTo>
                    <a:pt x="398357" y="1157367"/>
                  </a:lnTo>
                  <a:lnTo>
                    <a:pt x="398333" y="1157364"/>
                  </a:lnTo>
                  <a:lnTo>
                    <a:pt x="398319" y="1157363"/>
                  </a:lnTo>
                  <a:lnTo>
                    <a:pt x="398308" y="1157361"/>
                  </a:lnTo>
                  <a:lnTo>
                    <a:pt x="398299" y="1157357"/>
                  </a:lnTo>
                  <a:lnTo>
                    <a:pt x="398287" y="1157352"/>
                  </a:lnTo>
                  <a:lnTo>
                    <a:pt x="398274" y="1157346"/>
                  </a:lnTo>
                  <a:lnTo>
                    <a:pt x="398262" y="1157341"/>
                  </a:lnTo>
                  <a:lnTo>
                    <a:pt x="398254" y="1157335"/>
                  </a:lnTo>
                  <a:lnTo>
                    <a:pt x="398244" y="1157329"/>
                  </a:lnTo>
                  <a:lnTo>
                    <a:pt x="398235" y="1157322"/>
                  </a:lnTo>
                  <a:lnTo>
                    <a:pt x="398226" y="1157315"/>
                  </a:lnTo>
                  <a:lnTo>
                    <a:pt x="398216" y="1157307"/>
                  </a:lnTo>
                  <a:lnTo>
                    <a:pt x="398207" y="1157298"/>
                  </a:lnTo>
                  <a:lnTo>
                    <a:pt x="398198" y="1157290"/>
                  </a:lnTo>
                  <a:lnTo>
                    <a:pt x="398191" y="1157281"/>
                  </a:lnTo>
                  <a:lnTo>
                    <a:pt x="398180" y="1157269"/>
                  </a:lnTo>
                  <a:lnTo>
                    <a:pt x="398167" y="1157256"/>
                  </a:lnTo>
                  <a:lnTo>
                    <a:pt x="398154" y="1157241"/>
                  </a:lnTo>
                  <a:lnTo>
                    <a:pt x="398142" y="1157228"/>
                  </a:lnTo>
                  <a:lnTo>
                    <a:pt x="398133" y="1157219"/>
                  </a:lnTo>
                  <a:lnTo>
                    <a:pt x="398123" y="1157208"/>
                  </a:lnTo>
                  <a:lnTo>
                    <a:pt x="398111" y="1157195"/>
                  </a:lnTo>
                  <a:lnTo>
                    <a:pt x="398099" y="1157181"/>
                  </a:lnTo>
                  <a:lnTo>
                    <a:pt x="398089" y="1157170"/>
                  </a:lnTo>
                  <a:lnTo>
                    <a:pt x="398074" y="1157153"/>
                  </a:lnTo>
                  <a:lnTo>
                    <a:pt x="398064" y="1157142"/>
                  </a:lnTo>
                  <a:lnTo>
                    <a:pt x="398054" y="1157130"/>
                  </a:lnTo>
                  <a:lnTo>
                    <a:pt x="398044" y="1157120"/>
                  </a:lnTo>
                  <a:lnTo>
                    <a:pt x="398035" y="1157113"/>
                  </a:lnTo>
                  <a:lnTo>
                    <a:pt x="398026" y="1157106"/>
                  </a:lnTo>
                  <a:lnTo>
                    <a:pt x="398015" y="1157101"/>
                  </a:lnTo>
                  <a:lnTo>
                    <a:pt x="398000" y="1157093"/>
                  </a:lnTo>
                  <a:lnTo>
                    <a:pt x="397986" y="1157085"/>
                  </a:lnTo>
                  <a:lnTo>
                    <a:pt x="397973" y="1157077"/>
                  </a:lnTo>
                  <a:lnTo>
                    <a:pt x="397963" y="1157070"/>
                  </a:lnTo>
                  <a:lnTo>
                    <a:pt x="397952" y="1157060"/>
                  </a:lnTo>
                  <a:lnTo>
                    <a:pt x="397944" y="1157052"/>
                  </a:lnTo>
                  <a:lnTo>
                    <a:pt x="397931" y="1157038"/>
                  </a:lnTo>
                  <a:lnTo>
                    <a:pt x="397925" y="1157016"/>
                  </a:lnTo>
                  <a:lnTo>
                    <a:pt x="397912" y="1156990"/>
                  </a:lnTo>
                  <a:lnTo>
                    <a:pt x="397902" y="1156951"/>
                  </a:lnTo>
                  <a:lnTo>
                    <a:pt x="397899" y="1156923"/>
                  </a:lnTo>
                  <a:lnTo>
                    <a:pt x="397894" y="1156895"/>
                  </a:lnTo>
                  <a:lnTo>
                    <a:pt x="397891" y="1156876"/>
                  </a:lnTo>
                  <a:lnTo>
                    <a:pt x="397882" y="1156849"/>
                  </a:lnTo>
                  <a:lnTo>
                    <a:pt x="397873" y="1156838"/>
                  </a:lnTo>
                  <a:lnTo>
                    <a:pt x="397852" y="1156819"/>
                  </a:lnTo>
                  <a:lnTo>
                    <a:pt x="397832" y="1156805"/>
                  </a:lnTo>
                  <a:lnTo>
                    <a:pt x="397824" y="1156795"/>
                  </a:lnTo>
                  <a:lnTo>
                    <a:pt x="397816" y="1156780"/>
                  </a:lnTo>
                  <a:lnTo>
                    <a:pt x="397811" y="1156768"/>
                  </a:lnTo>
                  <a:lnTo>
                    <a:pt x="397810" y="1156752"/>
                  </a:lnTo>
                  <a:lnTo>
                    <a:pt x="397810" y="1156700"/>
                  </a:lnTo>
                  <a:lnTo>
                    <a:pt x="397807" y="1156683"/>
                  </a:lnTo>
                  <a:lnTo>
                    <a:pt x="397788" y="1156626"/>
                  </a:lnTo>
                  <a:lnTo>
                    <a:pt x="397775" y="1156599"/>
                  </a:lnTo>
                  <a:lnTo>
                    <a:pt x="397770" y="1156587"/>
                  </a:lnTo>
                  <a:lnTo>
                    <a:pt x="397773" y="1156582"/>
                  </a:lnTo>
                  <a:lnTo>
                    <a:pt x="397794" y="1156559"/>
                  </a:lnTo>
                  <a:lnTo>
                    <a:pt x="397815" y="1156537"/>
                  </a:lnTo>
                  <a:lnTo>
                    <a:pt x="397839" y="1156515"/>
                  </a:lnTo>
                  <a:lnTo>
                    <a:pt x="397863" y="1156493"/>
                  </a:lnTo>
                  <a:lnTo>
                    <a:pt x="397896" y="1156460"/>
                  </a:lnTo>
                  <a:lnTo>
                    <a:pt x="397920" y="1156436"/>
                  </a:lnTo>
                  <a:lnTo>
                    <a:pt x="397940" y="1156416"/>
                  </a:lnTo>
                  <a:lnTo>
                    <a:pt x="397954" y="1156401"/>
                  </a:lnTo>
                  <a:lnTo>
                    <a:pt x="397969" y="1156384"/>
                  </a:lnTo>
                  <a:lnTo>
                    <a:pt x="397981" y="1156368"/>
                  </a:lnTo>
                  <a:lnTo>
                    <a:pt x="397993" y="1156349"/>
                  </a:lnTo>
                  <a:lnTo>
                    <a:pt x="398003" y="1156330"/>
                  </a:lnTo>
                  <a:lnTo>
                    <a:pt x="398012" y="1156311"/>
                  </a:lnTo>
                  <a:lnTo>
                    <a:pt x="398019" y="1156294"/>
                  </a:lnTo>
                  <a:lnTo>
                    <a:pt x="398024" y="1156275"/>
                  </a:lnTo>
                  <a:lnTo>
                    <a:pt x="398029" y="1156252"/>
                  </a:lnTo>
                  <a:lnTo>
                    <a:pt x="398037" y="1156226"/>
                  </a:lnTo>
                  <a:lnTo>
                    <a:pt x="398043" y="1156204"/>
                  </a:lnTo>
                  <a:lnTo>
                    <a:pt x="398046" y="1156183"/>
                  </a:lnTo>
                  <a:lnTo>
                    <a:pt x="398048" y="1156168"/>
                  </a:lnTo>
                  <a:lnTo>
                    <a:pt x="398047" y="1156148"/>
                  </a:lnTo>
                  <a:lnTo>
                    <a:pt x="398045" y="1156123"/>
                  </a:lnTo>
                  <a:lnTo>
                    <a:pt x="398041" y="1156106"/>
                  </a:lnTo>
                  <a:lnTo>
                    <a:pt x="398034" y="1156080"/>
                  </a:lnTo>
                  <a:lnTo>
                    <a:pt x="398024" y="1156056"/>
                  </a:lnTo>
                  <a:lnTo>
                    <a:pt x="398018" y="1156039"/>
                  </a:lnTo>
                  <a:lnTo>
                    <a:pt x="398006" y="1156010"/>
                  </a:lnTo>
                  <a:lnTo>
                    <a:pt x="397997" y="1155990"/>
                  </a:lnTo>
                  <a:lnTo>
                    <a:pt x="397981" y="1155956"/>
                  </a:lnTo>
                  <a:lnTo>
                    <a:pt x="397968" y="1155932"/>
                  </a:lnTo>
                  <a:lnTo>
                    <a:pt x="397957" y="1155917"/>
                  </a:lnTo>
                  <a:lnTo>
                    <a:pt x="397941" y="1155895"/>
                  </a:lnTo>
                  <a:lnTo>
                    <a:pt x="397927" y="1155877"/>
                  </a:lnTo>
                  <a:lnTo>
                    <a:pt x="397915" y="1155862"/>
                  </a:lnTo>
                  <a:lnTo>
                    <a:pt x="397900" y="1155841"/>
                  </a:lnTo>
                  <a:lnTo>
                    <a:pt x="397886" y="1155822"/>
                  </a:lnTo>
                  <a:lnTo>
                    <a:pt x="397878" y="1155813"/>
                  </a:lnTo>
                  <a:lnTo>
                    <a:pt x="397869" y="1155805"/>
                  </a:lnTo>
                  <a:lnTo>
                    <a:pt x="397858" y="1155800"/>
                  </a:lnTo>
                  <a:lnTo>
                    <a:pt x="397850" y="1155798"/>
                  </a:lnTo>
                  <a:lnTo>
                    <a:pt x="397842" y="1155797"/>
                  </a:lnTo>
                  <a:lnTo>
                    <a:pt x="397832" y="1155798"/>
                  </a:lnTo>
                  <a:lnTo>
                    <a:pt x="397805" y="1155803"/>
                  </a:lnTo>
                  <a:lnTo>
                    <a:pt x="397786" y="1155806"/>
                  </a:lnTo>
                  <a:lnTo>
                    <a:pt x="397757" y="1155808"/>
                  </a:lnTo>
                  <a:lnTo>
                    <a:pt x="397718" y="1155808"/>
                  </a:lnTo>
                  <a:lnTo>
                    <a:pt x="397690" y="1155806"/>
                  </a:lnTo>
                  <a:lnTo>
                    <a:pt x="397653" y="1155804"/>
                  </a:lnTo>
                  <a:lnTo>
                    <a:pt x="397616" y="1155801"/>
                  </a:lnTo>
                  <a:lnTo>
                    <a:pt x="397596" y="1155801"/>
                  </a:lnTo>
                  <a:lnTo>
                    <a:pt x="397558" y="1155802"/>
                  </a:lnTo>
                  <a:lnTo>
                    <a:pt x="397524" y="1155804"/>
                  </a:lnTo>
                  <a:lnTo>
                    <a:pt x="397495" y="1155805"/>
                  </a:lnTo>
                  <a:lnTo>
                    <a:pt x="397458" y="1155806"/>
                  </a:lnTo>
                  <a:lnTo>
                    <a:pt x="397436" y="1155808"/>
                  </a:lnTo>
                  <a:lnTo>
                    <a:pt x="397416" y="1155812"/>
                  </a:lnTo>
                  <a:lnTo>
                    <a:pt x="397411" y="1155814"/>
                  </a:lnTo>
                  <a:lnTo>
                    <a:pt x="397399" y="1155814"/>
                  </a:lnTo>
                  <a:lnTo>
                    <a:pt x="397372" y="1155814"/>
                  </a:lnTo>
                  <a:lnTo>
                    <a:pt x="397355" y="1155814"/>
                  </a:lnTo>
                  <a:lnTo>
                    <a:pt x="397335" y="1155820"/>
                  </a:lnTo>
                  <a:lnTo>
                    <a:pt x="397306" y="1155829"/>
                  </a:lnTo>
                  <a:lnTo>
                    <a:pt x="397286" y="1155831"/>
                  </a:lnTo>
                  <a:lnTo>
                    <a:pt x="397265" y="1155836"/>
                  </a:lnTo>
                  <a:lnTo>
                    <a:pt x="397250" y="1155841"/>
                  </a:lnTo>
                  <a:lnTo>
                    <a:pt x="397231" y="1155847"/>
                  </a:lnTo>
                  <a:lnTo>
                    <a:pt x="397218" y="1155854"/>
                  </a:lnTo>
                  <a:lnTo>
                    <a:pt x="397197" y="1155862"/>
                  </a:lnTo>
                  <a:lnTo>
                    <a:pt x="397166" y="1155874"/>
                  </a:lnTo>
                  <a:lnTo>
                    <a:pt x="397132" y="1155886"/>
                  </a:lnTo>
                  <a:lnTo>
                    <a:pt x="397107" y="1155894"/>
                  </a:lnTo>
                  <a:lnTo>
                    <a:pt x="397079" y="1155904"/>
                  </a:lnTo>
                  <a:lnTo>
                    <a:pt x="397033" y="1155920"/>
                  </a:lnTo>
                  <a:lnTo>
                    <a:pt x="397003" y="1155927"/>
                  </a:lnTo>
                  <a:lnTo>
                    <a:pt x="396979" y="1155918"/>
                  </a:lnTo>
                  <a:lnTo>
                    <a:pt x="396950" y="1155900"/>
                  </a:lnTo>
                  <a:lnTo>
                    <a:pt x="396938" y="1155895"/>
                  </a:lnTo>
                  <a:lnTo>
                    <a:pt x="396912" y="1155883"/>
                  </a:lnTo>
                  <a:lnTo>
                    <a:pt x="396897" y="1155879"/>
                  </a:lnTo>
                  <a:lnTo>
                    <a:pt x="396873" y="1155873"/>
                  </a:lnTo>
                  <a:lnTo>
                    <a:pt x="396855" y="1155871"/>
                  </a:lnTo>
                  <a:lnTo>
                    <a:pt x="396838" y="1155867"/>
                  </a:lnTo>
                  <a:lnTo>
                    <a:pt x="396818" y="1155864"/>
                  </a:lnTo>
                  <a:lnTo>
                    <a:pt x="396794" y="1155858"/>
                  </a:lnTo>
                  <a:lnTo>
                    <a:pt x="396787" y="1155855"/>
                  </a:lnTo>
                  <a:lnTo>
                    <a:pt x="396769" y="1155842"/>
                  </a:lnTo>
                  <a:lnTo>
                    <a:pt x="396750" y="1155828"/>
                  </a:lnTo>
                  <a:lnTo>
                    <a:pt x="396731" y="1155815"/>
                  </a:lnTo>
                  <a:lnTo>
                    <a:pt x="396704" y="1155796"/>
                  </a:lnTo>
                  <a:lnTo>
                    <a:pt x="396680" y="1155779"/>
                  </a:lnTo>
                  <a:lnTo>
                    <a:pt x="396655" y="1155763"/>
                  </a:lnTo>
                  <a:lnTo>
                    <a:pt x="396634" y="1155750"/>
                  </a:lnTo>
                  <a:lnTo>
                    <a:pt x="396614" y="1155740"/>
                  </a:lnTo>
                  <a:lnTo>
                    <a:pt x="396582" y="1155726"/>
                  </a:lnTo>
                  <a:lnTo>
                    <a:pt x="396559" y="1155716"/>
                  </a:lnTo>
                  <a:lnTo>
                    <a:pt x="396529" y="1155702"/>
                  </a:lnTo>
                  <a:lnTo>
                    <a:pt x="396515" y="1155695"/>
                  </a:lnTo>
                  <a:lnTo>
                    <a:pt x="396486" y="1155679"/>
                  </a:lnTo>
                  <a:lnTo>
                    <a:pt x="396459" y="1155663"/>
                  </a:lnTo>
                  <a:lnTo>
                    <a:pt x="396431" y="1155648"/>
                  </a:lnTo>
                  <a:lnTo>
                    <a:pt x="396417" y="1155640"/>
                  </a:lnTo>
                  <a:lnTo>
                    <a:pt x="396396" y="1155629"/>
                  </a:lnTo>
                  <a:lnTo>
                    <a:pt x="396376" y="1155620"/>
                  </a:lnTo>
                  <a:lnTo>
                    <a:pt x="396345" y="1155598"/>
                  </a:lnTo>
                  <a:lnTo>
                    <a:pt x="396323" y="1155594"/>
                  </a:lnTo>
                  <a:lnTo>
                    <a:pt x="396314" y="1155596"/>
                  </a:lnTo>
                  <a:lnTo>
                    <a:pt x="396307" y="1155598"/>
                  </a:lnTo>
                  <a:lnTo>
                    <a:pt x="396296" y="1155601"/>
                  </a:lnTo>
                  <a:lnTo>
                    <a:pt x="396281" y="1155605"/>
                  </a:lnTo>
                  <a:lnTo>
                    <a:pt x="396259" y="1155611"/>
                  </a:lnTo>
                  <a:lnTo>
                    <a:pt x="396240" y="1155613"/>
                  </a:lnTo>
                  <a:lnTo>
                    <a:pt x="396228" y="1155612"/>
                  </a:lnTo>
                  <a:lnTo>
                    <a:pt x="396220" y="1155609"/>
                  </a:lnTo>
                  <a:lnTo>
                    <a:pt x="396198" y="1155596"/>
                  </a:lnTo>
                  <a:lnTo>
                    <a:pt x="396175" y="1155589"/>
                  </a:lnTo>
                  <a:lnTo>
                    <a:pt x="396158" y="1155585"/>
                  </a:lnTo>
                  <a:lnTo>
                    <a:pt x="396142" y="1155576"/>
                  </a:lnTo>
                  <a:lnTo>
                    <a:pt x="396123" y="1155563"/>
                  </a:lnTo>
                  <a:lnTo>
                    <a:pt x="396104" y="1155550"/>
                  </a:lnTo>
                  <a:lnTo>
                    <a:pt x="396083" y="1155538"/>
                  </a:lnTo>
                  <a:lnTo>
                    <a:pt x="396062" y="1155527"/>
                  </a:lnTo>
                  <a:lnTo>
                    <a:pt x="396049" y="1155521"/>
                  </a:lnTo>
                  <a:lnTo>
                    <a:pt x="396034" y="1155518"/>
                  </a:lnTo>
                  <a:lnTo>
                    <a:pt x="396009" y="1155513"/>
                  </a:lnTo>
                  <a:lnTo>
                    <a:pt x="395978" y="1155509"/>
                  </a:lnTo>
                  <a:lnTo>
                    <a:pt x="395946" y="1155506"/>
                  </a:lnTo>
                  <a:lnTo>
                    <a:pt x="395925" y="1155502"/>
                  </a:lnTo>
                  <a:lnTo>
                    <a:pt x="395904" y="1155497"/>
                  </a:lnTo>
                  <a:lnTo>
                    <a:pt x="395886" y="1155491"/>
                  </a:lnTo>
                  <a:lnTo>
                    <a:pt x="395849" y="1155475"/>
                  </a:lnTo>
                  <a:lnTo>
                    <a:pt x="395825" y="1155466"/>
                  </a:lnTo>
                  <a:lnTo>
                    <a:pt x="395779" y="1155448"/>
                  </a:lnTo>
                  <a:lnTo>
                    <a:pt x="395745" y="1155433"/>
                  </a:lnTo>
                  <a:lnTo>
                    <a:pt x="395707" y="1155420"/>
                  </a:lnTo>
                  <a:lnTo>
                    <a:pt x="395675" y="1155407"/>
                  </a:lnTo>
                  <a:lnTo>
                    <a:pt x="395615" y="1155383"/>
                  </a:lnTo>
                  <a:lnTo>
                    <a:pt x="395581" y="1155367"/>
                  </a:lnTo>
                  <a:lnTo>
                    <a:pt x="395554" y="1155354"/>
                  </a:lnTo>
                  <a:lnTo>
                    <a:pt x="395552" y="1155349"/>
                  </a:lnTo>
                  <a:lnTo>
                    <a:pt x="395562" y="1155346"/>
                  </a:lnTo>
                  <a:lnTo>
                    <a:pt x="395584" y="1155339"/>
                  </a:lnTo>
                  <a:lnTo>
                    <a:pt x="395599" y="1155332"/>
                  </a:lnTo>
                  <a:lnTo>
                    <a:pt x="395612" y="1155323"/>
                  </a:lnTo>
                  <a:lnTo>
                    <a:pt x="395622" y="1155315"/>
                  </a:lnTo>
                  <a:lnTo>
                    <a:pt x="395633" y="1155305"/>
                  </a:lnTo>
                  <a:lnTo>
                    <a:pt x="395644" y="1155293"/>
                  </a:lnTo>
                  <a:lnTo>
                    <a:pt x="395654" y="1155281"/>
                  </a:lnTo>
                  <a:lnTo>
                    <a:pt x="395663" y="1155269"/>
                  </a:lnTo>
                  <a:lnTo>
                    <a:pt x="395671" y="1155256"/>
                  </a:lnTo>
                  <a:lnTo>
                    <a:pt x="395679" y="1155241"/>
                  </a:lnTo>
                  <a:lnTo>
                    <a:pt x="395684" y="1155231"/>
                  </a:lnTo>
                  <a:lnTo>
                    <a:pt x="395692" y="1155211"/>
                  </a:lnTo>
                  <a:lnTo>
                    <a:pt x="395701" y="1155182"/>
                  </a:lnTo>
                  <a:lnTo>
                    <a:pt x="395708" y="1155148"/>
                  </a:lnTo>
                  <a:lnTo>
                    <a:pt x="395712" y="1155129"/>
                  </a:lnTo>
                  <a:lnTo>
                    <a:pt x="395714" y="1155118"/>
                  </a:lnTo>
                  <a:lnTo>
                    <a:pt x="395715" y="1155094"/>
                  </a:lnTo>
                  <a:lnTo>
                    <a:pt x="395716" y="1155068"/>
                  </a:lnTo>
                  <a:lnTo>
                    <a:pt x="395716" y="1155053"/>
                  </a:lnTo>
                  <a:lnTo>
                    <a:pt x="395715" y="1155022"/>
                  </a:lnTo>
                  <a:lnTo>
                    <a:pt x="395712" y="1154987"/>
                  </a:lnTo>
                  <a:lnTo>
                    <a:pt x="395710" y="1154952"/>
                  </a:lnTo>
                  <a:lnTo>
                    <a:pt x="395709" y="1154925"/>
                  </a:lnTo>
                  <a:lnTo>
                    <a:pt x="395709" y="1154901"/>
                  </a:lnTo>
                  <a:lnTo>
                    <a:pt x="395711" y="1154881"/>
                  </a:lnTo>
                  <a:lnTo>
                    <a:pt x="395714" y="1154857"/>
                  </a:lnTo>
                  <a:lnTo>
                    <a:pt x="395715" y="1154837"/>
                  </a:lnTo>
                  <a:lnTo>
                    <a:pt x="395714" y="1154815"/>
                  </a:lnTo>
                  <a:lnTo>
                    <a:pt x="395711" y="1154803"/>
                  </a:lnTo>
                  <a:lnTo>
                    <a:pt x="395706" y="1154792"/>
                  </a:lnTo>
                  <a:lnTo>
                    <a:pt x="395700" y="1154779"/>
                  </a:lnTo>
                  <a:lnTo>
                    <a:pt x="395687" y="1154760"/>
                  </a:lnTo>
                  <a:lnTo>
                    <a:pt x="395678" y="1154746"/>
                  </a:lnTo>
                  <a:lnTo>
                    <a:pt x="395670" y="1154734"/>
                  </a:lnTo>
                  <a:lnTo>
                    <a:pt x="395656" y="1154718"/>
                  </a:lnTo>
                  <a:lnTo>
                    <a:pt x="395639" y="1154701"/>
                  </a:lnTo>
                  <a:lnTo>
                    <a:pt x="395619" y="1154684"/>
                  </a:lnTo>
                  <a:lnTo>
                    <a:pt x="395595" y="1154663"/>
                  </a:lnTo>
                  <a:lnTo>
                    <a:pt x="395583" y="1154652"/>
                  </a:lnTo>
                  <a:lnTo>
                    <a:pt x="395565" y="1154636"/>
                  </a:lnTo>
                  <a:lnTo>
                    <a:pt x="395553" y="1154625"/>
                  </a:lnTo>
                  <a:lnTo>
                    <a:pt x="395526" y="1154602"/>
                  </a:lnTo>
                  <a:lnTo>
                    <a:pt x="395503" y="1154584"/>
                  </a:lnTo>
                  <a:lnTo>
                    <a:pt x="395495" y="1154576"/>
                  </a:lnTo>
                  <a:lnTo>
                    <a:pt x="395489" y="1154569"/>
                  </a:lnTo>
                  <a:lnTo>
                    <a:pt x="395488" y="1154563"/>
                  </a:lnTo>
                  <a:lnTo>
                    <a:pt x="395488" y="1154553"/>
                  </a:lnTo>
                  <a:lnTo>
                    <a:pt x="395490" y="1154543"/>
                  </a:lnTo>
                  <a:lnTo>
                    <a:pt x="395497" y="1154519"/>
                  </a:lnTo>
                  <a:lnTo>
                    <a:pt x="395502" y="1154501"/>
                  </a:lnTo>
                  <a:lnTo>
                    <a:pt x="395506" y="1154480"/>
                  </a:lnTo>
                  <a:lnTo>
                    <a:pt x="395507" y="1154470"/>
                  </a:lnTo>
                  <a:lnTo>
                    <a:pt x="395506" y="1154449"/>
                  </a:lnTo>
                  <a:lnTo>
                    <a:pt x="395505" y="1154438"/>
                  </a:lnTo>
                  <a:lnTo>
                    <a:pt x="395501" y="1154426"/>
                  </a:lnTo>
                  <a:lnTo>
                    <a:pt x="395494" y="1154405"/>
                  </a:lnTo>
                  <a:lnTo>
                    <a:pt x="395485" y="1154381"/>
                  </a:lnTo>
                  <a:lnTo>
                    <a:pt x="395473" y="1154353"/>
                  </a:lnTo>
                  <a:lnTo>
                    <a:pt x="395467" y="1154338"/>
                  </a:lnTo>
                  <a:lnTo>
                    <a:pt x="395462" y="1154318"/>
                  </a:lnTo>
                  <a:lnTo>
                    <a:pt x="395458" y="1154300"/>
                  </a:lnTo>
                  <a:lnTo>
                    <a:pt x="395453" y="1154284"/>
                  </a:lnTo>
                  <a:lnTo>
                    <a:pt x="395448" y="1154274"/>
                  </a:lnTo>
                  <a:lnTo>
                    <a:pt x="395441" y="1154263"/>
                  </a:lnTo>
                  <a:lnTo>
                    <a:pt x="395430" y="1154248"/>
                  </a:lnTo>
                  <a:lnTo>
                    <a:pt x="395417" y="1154235"/>
                  </a:lnTo>
                  <a:lnTo>
                    <a:pt x="395404" y="1154223"/>
                  </a:lnTo>
                  <a:lnTo>
                    <a:pt x="395395" y="1154213"/>
                  </a:lnTo>
                  <a:lnTo>
                    <a:pt x="395389" y="1154204"/>
                  </a:lnTo>
                  <a:lnTo>
                    <a:pt x="395383" y="1154191"/>
                  </a:lnTo>
                  <a:lnTo>
                    <a:pt x="395378" y="1154172"/>
                  </a:lnTo>
                  <a:lnTo>
                    <a:pt x="395374" y="1154153"/>
                  </a:lnTo>
                  <a:lnTo>
                    <a:pt x="395372" y="1154129"/>
                  </a:lnTo>
                  <a:lnTo>
                    <a:pt x="395371" y="1154107"/>
                  </a:lnTo>
                  <a:lnTo>
                    <a:pt x="395372" y="1154074"/>
                  </a:lnTo>
                  <a:lnTo>
                    <a:pt x="395374" y="1154055"/>
                  </a:lnTo>
                  <a:lnTo>
                    <a:pt x="395375" y="1154042"/>
                  </a:lnTo>
                  <a:lnTo>
                    <a:pt x="395374" y="1154027"/>
                  </a:lnTo>
                  <a:lnTo>
                    <a:pt x="395372" y="1154001"/>
                  </a:lnTo>
                  <a:lnTo>
                    <a:pt x="395370" y="1153985"/>
                  </a:lnTo>
                  <a:lnTo>
                    <a:pt x="395368" y="1153970"/>
                  </a:lnTo>
                  <a:lnTo>
                    <a:pt x="395365" y="1153959"/>
                  </a:lnTo>
                  <a:lnTo>
                    <a:pt x="395360" y="1153947"/>
                  </a:lnTo>
                  <a:lnTo>
                    <a:pt x="395355" y="1153933"/>
                  </a:lnTo>
                  <a:lnTo>
                    <a:pt x="395350" y="1153923"/>
                  </a:lnTo>
                  <a:lnTo>
                    <a:pt x="395343" y="1153913"/>
                  </a:lnTo>
                  <a:lnTo>
                    <a:pt x="395331" y="1153898"/>
                  </a:lnTo>
                  <a:lnTo>
                    <a:pt x="395314" y="1153876"/>
                  </a:lnTo>
                  <a:lnTo>
                    <a:pt x="395300" y="1153857"/>
                  </a:lnTo>
                  <a:lnTo>
                    <a:pt x="395284" y="1153836"/>
                  </a:lnTo>
                  <a:lnTo>
                    <a:pt x="395274" y="1153825"/>
                  </a:lnTo>
                  <a:lnTo>
                    <a:pt x="395268" y="1153818"/>
                  </a:lnTo>
                  <a:lnTo>
                    <a:pt x="395256" y="1153802"/>
                  </a:lnTo>
                  <a:lnTo>
                    <a:pt x="395245" y="1153786"/>
                  </a:lnTo>
                  <a:lnTo>
                    <a:pt x="395232" y="1153775"/>
                  </a:lnTo>
                  <a:lnTo>
                    <a:pt x="395225" y="1153768"/>
                  </a:lnTo>
                  <a:lnTo>
                    <a:pt x="395216" y="1153761"/>
                  </a:lnTo>
                  <a:lnTo>
                    <a:pt x="395202" y="1153754"/>
                  </a:lnTo>
                  <a:lnTo>
                    <a:pt x="395193" y="1153751"/>
                  </a:lnTo>
                  <a:lnTo>
                    <a:pt x="395164" y="1153744"/>
                  </a:lnTo>
                  <a:lnTo>
                    <a:pt x="395142" y="1153737"/>
                  </a:lnTo>
                  <a:lnTo>
                    <a:pt x="395131" y="1153731"/>
                  </a:lnTo>
                  <a:lnTo>
                    <a:pt x="395120" y="1153723"/>
                  </a:lnTo>
                  <a:lnTo>
                    <a:pt x="395104" y="1153701"/>
                  </a:lnTo>
                  <a:lnTo>
                    <a:pt x="395088" y="1153676"/>
                  </a:lnTo>
                  <a:lnTo>
                    <a:pt x="395084" y="1153661"/>
                  </a:lnTo>
                  <a:lnTo>
                    <a:pt x="395081" y="1153645"/>
                  </a:lnTo>
                  <a:lnTo>
                    <a:pt x="395078" y="1153632"/>
                  </a:lnTo>
                  <a:lnTo>
                    <a:pt x="395062" y="1153634"/>
                  </a:lnTo>
                  <a:lnTo>
                    <a:pt x="395045" y="1153639"/>
                  </a:lnTo>
                  <a:lnTo>
                    <a:pt x="395031" y="1153642"/>
                  </a:lnTo>
                  <a:lnTo>
                    <a:pt x="395011" y="1153643"/>
                  </a:lnTo>
                  <a:lnTo>
                    <a:pt x="395001" y="1153643"/>
                  </a:lnTo>
                  <a:lnTo>
                    <a:pt x="394986" y="1153643"/>
                  </a:lnTo>
                  <a:lnTo>
                    <a:pt x="394970" y="1153641"/>
                  </a:lnTo>
                  <a:lnTo>
                    <a:pt x="394957" y="1153639"/>
                  </a:lnTo>
                  <a:lnTo>
                    <a:pt x="394944" y="1153637"/>
                  </a:lnTo>
                  <a:lnTo>
                    <a:pt x="394928" y="1153634"/>
                  </a:lnTo>
                  <a:lnTo>
                    <a:pt x="394917" y="1153631"/>
                  </a:lnTo>
                  <a:lnTo>
                    <a:pt x="394911" y="1153629"/>
                  </a:lnTo>
                  <a:lnTo>
                    <a:pt x="394903" y="1153625"/>
                  </a:lnTo>
                  <a:lnTo>
                    <a:pt x="394896" y="1153620"/>
                  </a:lnTo>
                  <a:lnTo>
                    <a:pt x="394885" y="1153607"/>
                  </a:lnTo>
                  <a:lnTo>
                    <a:pt x="394870" y="1153589"/>
                  </a:lnTo>
                  <a:lnTo>
                    <a:pt x="394853" y="1153576"/>
                  </a:lnTo>
                  <a:lnTo>
                    <a:pt x="394833" y="1153556"/>
                  </a:lnTo>
                  <a:lnTo>
                    <a:pt x="394829" y="1153549"/>
                  </a:lnTo>
                  <a:lnTo>
                    <a:pt x="394822" y="1153534"/>
                  </a:lnTo>
                  <a:lnTo>
                    <a:pt x="394815" y="1153523"/>
                  </a:lnTo>
                  <a:lnTo>
                    <a:pt x="394809" y="1153515"/>
                  </a:lnTo>
                  <a:lnTo>
                    <a:pt x="394799" y="1153503"/>
                  </a:lnTo>
                  <a:lnTo>
                    <a:pt x="394790" y="1153490"/>
                  </a:lnTo>
                  <a:lnTo>
                    <a:pt x="394783" y="1153477"/>
                  </a:lnTo>
                  <a:lnTo>
                    <a:pt x="394777" y="1153466"/>
                  </a:lnTo>
                  <a:lnTo>
                    <a:pt x="394772" y="1153461"/>
                  </a:lnTo>
                  <a:lnTo>
                    <a:pt x="394766" y="1153458"/>
                  </a:lnTo>
                  <a:lnTo>
                    <a:pt x="394761" y="1153456"/>
                  </a:lnTo>
                  <a:lnTo>
                    <a:pt x="394753" y="1153456"/>
                  </a:lnTo>
                  <a:lnTo>
                    <a:pt x="394742" y="1153458"/>
                  </a:lnTo>
                  <a:lnTo>
                    <a:pt x="394729" y="1153462"/>
                  </a:lnTo>
                  <a:lnTo>
                    <a:pt x="394715" y="1153465"/>
                  </a:lnTo>
                  <a:lnTo>
                    <a:pt x="394697" y="1153467"/>
                  </a:lnTo>
                  <a:lnTo>
                    <a:pt x="394678" y="1153471"/>
                  </a:lnTo>
                  <a:lnTo>
                    <a:pt x="394656" y="1153475"/>
                  </a:lnTo>
                  <a:lnTo>
                    <a:pt x="394630" y="1153480"/>
                  </a:lnTo>
                  <a:lnTo>
                    <a:pt x="394610" y="1153483"/>
                  </a:lnTo>
                  <a:lnTo>
                    <a:pt x="394593" y="1153485"/>
                  </a:lnTo>
                  <a:lnTo>
                    <a:pt x="394569" y="1153487"/>
                  </a:lnTo>
                  <a:lnTo>
                    <a:pt x="394535" y="1153486"/>
                  </a:lnTo>
                  <a:lnTo>
                    <a:pt x="394512" y="1153484"/>
                  </a:lnTo>
                  <a:lnTo>
                    <a:pt x="394493" y="1153480"/>
                  </a:lnTo>
                  <a:lnTo>
                    <a:pt x="394480" y="1153476"/>
                  </a:lnTo>
                  <a:lnTo>
                    <a:pt x="394463" y="1153469"/>
                  </a:lnTo>
                  <a:lnTo>
                    <a:pt x="394443" y="1153456"/>
                  </a:lnTo>
                  <a:lnTo>
                    <a:pt x="394413" y="1153436"/>
                  </a:lnTo>
                  <a:lnTo>
                    <a:pt x="394392" y="1153423"/>
                  </a:lnTo>
                  <a:lnTo>
                    <a:pt x="394375" y="1153414"/>
                  </a:lnTo>
                  <a:lnTo>
                    <a:pt x="394360" y="1153408"/>
                  </a:lnTo>
                  <a:lnTo>
                    <a:pt x="394344" y="1153402"/>
                  </a:lnTo>
                  <a:lnTo>
                    <a:pt x="394332" y="1153400"/>
                  </a:lnTo>
                  <a:lnTo>
                    <a:pt x="394316" y="1153398"/>
                  </a:lnTo>
                  <a:lnTo>
                    <a:pt x="394303" y="1153397"/>
                  </a:lnTo>
                  <a:lnTo>
                    <a:pt x="394289" y="1153397"/>
                  </a:lnTo>
                  <a:lnTo>
                    <a:pt x="394268" y="1153400"/>
                  </a:lnTo>
                  <a:lnTo>
                    <a:pt x="394250" y="1153404"/>
                  </a:lnTo>
                  <a:lnTo>
                    <a:pt x="394235" y="1153407"/>
                  </a:lnTo>
                  <a:lnTo>
                    <a:pt x="394212" y="1153414"/>
                  </a:lnTo>
                  <a:lnTo>
                    <a:pt x="394196" y="1153418"/>
                  </a:lnTo>
                  <a:lnTo>
                    <a:pt x="394172" y="1153426"/>
                  </a:lnTo>
                  <a:lnTo>
                    <a:pt x="394149" y="1153434"/>
                  </a:lnTo>
                  <a:lnTo>
                    <a:pt x="394127" y="1153441"/>
                  </a:lnTo>
                  <a:lnTo>
                    <a:pt x="394106" y="1153446"/>
                  </a:lnTo>
                  <a:lnTo>
                    <a:pt x="394090" y="1153450"/>
                  </a:lnTo>
                  <a:lnTo>
                    <a:pt x="394075" y="1153456"/>
                  </a:lnTo>
                  <a:lnTo>
                    <a:pt x="394061" y="1153462"/>
                  </a:lnTo>
                  <a:lnTo>
                    <a:pt x="394053" y="1153464"/>
                  </a:lnTo>
                  <a:lnTo>
                    <a:pt x="394042" y="1153465"/>
                  </a:lnTo>
                  <a:lnTo>
                    <a:pt x="394032" y="1153466"/>
                  </a:lnTo>
                  <a:lnTo>
                    <a:pt x="394020" y="1153465"/>
                  </a:lnTo>
                  <a:lnTo>
                    <a:pt x="394010" y="1153463"/>
                  </a:lnTo>
                  <a:lnTo>
                    <a:pt x="393993" y="1153460"/>
                  </a:lnTo>
                  <a:lnTo>
                    <a:pt x="393979" y="1153455"/>
                  </a:lnTo>
                  <a:lnTo>
                    <a:pt x="393965" y="1153448"/>
                  </a:lnTo>
                  <a:lnTo>
                    <a:pt x="393950" y="1153439"/>
                  </a:lnTo>
                  <a:lnTo>
                    <a:pt x="393927" y="1153427"/>
                  </a:lnTo>
                  <a:lnTo>
                    <a:pt x="393905" y="1153416"/>
                  </a:lnTo>
                  <a:lnTo>
                    <a:pt x="393890" y="1153410"/>
                  </a:lnTo>
                  <a:lnTo>
                    <a:pt x="393880" y="1153407"/>
                  </a:lnTo>
                  <a:lnTo>
                    <a:pt x="393873" y="1153405"/>
                  </a:lnTo>
                  <a:lnTo>
                    <a:pt x="393866" y="1153405"/>
                  </a:lnTo>
                  <a:lnTo>
                    <a:pt x="393861" y="1153406"/>
                  </a:lnTo>
                  <a:lnTo>
                    <a:pt x="393852" y="1153411"/>
                  </a:lnTo>
                  <a:lnTo>
                    <a:pt x="393847" y="1153417"/>
                  </a:lnTo>
                  <a:lnTo>
                    <a:pt x="393839" y="1153428"/>
                  </a:lnTo>
                  <a:lnTo>
                    <a:pt x="393829" y="1153443"/>
                  </a:lnTo>
                  <a:lnTo>
                    <a:pt x="393822" y="1153452"/>
                  </a:lnTo>
                  <a:lnTo>
                    <a:pt x="393809" y="1153474"/>
                  </a:lnTo>
                  <a:lnTo>
                    <a:pt x="393798" y="1153490"/>
                  </a:lnTo>
                  <a:lnTo>
                    <a:pt x="393779" y="1153519"/>
                  </a:lnTo>
                  <a:lnTo>
                    <a:pt x="393772" y="1153530"/>
                  </a:lnTo>
                  <a:lnTo>
                    <a:pt x="393762" y="1153546"/>
                  </a:lnTo>
                  <a:lnTo>
                    <a:pt x="393750" y="1153566"/>
                  </a:lnTo>
                  <a:lnTo>
                    <a:pt x="393742" y="1153578"/>
                  </a:lnTo>
                  <a:lnTo>
                    <a:pt x="393734" y="1153590"/>
                  </a:lnTo>
                  <a:lnTo>
                    <a:pt x="393724" y="1153603"/>
                  </a:lnTo>
                  <a:lnTo>
                    <a:pt x="393710" y="1153622"/>
                  </a:lnTo>
                  <a:lnTo>
                    <a:pt x="393700" y="1153635"/>
                  </a:lnTo>
                  <a:lnTo>
                    <a:pt x="393693" y="1153642"/>
                  </a:lnTo>
                  <a:lnTo>
                    <a:pt x="393684" y="1153643"/>
                  </a:lnTo>
                  <a:lnTo>
                    <a:pt x="393680" y="1153640"/>
                  </a:lnTo>
                  <a:lnTo>
                    <a:pt x="393671" y="1153628"/>
                  </a:lnTo>
                  <a:lnTo>
                    <a:pt x="393663" y="1153616"/>
                  </a:lnTo>
                  <a:lnTo>
                    <a:pt x="393658" y="1153609"/>
                  </a:lnTo>
                  <a:lnTo>
                    <a:pt x="393647" y="1153598"/>
                  </a:lnTo>
                  <a:lnTo>
                    <a:pt x="393636" y="1153588"/>
                  </a:lnTo>
                  <a:lnTo>
                    <a:pt x="393624" y="1153578"/>
                  </a:lnTo>
                  <a:lnTo>
                    <a:pt x="393606" y="1153567"/>
                  </a:lnTo>
                  <a:lnTo>
                    <a:pt x="393577" y="1153546"/>
                  </a:lnTo>
                  <a:lnTo>
                    <a:pt x="393556" y="1153533"/>
                  </a:lnTo>
                  <a:lnTo>
                    <a:pt x="393539" y="1153525"/>
                  </a:lnTo>
                  <a:lnTo>
                    <a:pt x="393525" y="1153521"/>
                  </a:lnTo>
                  <a:lnTo>
                    <a:pt x="393510" y="1153518"/>
                  </a:lnTo>
                  <a:lnTo>
                    <a:pt x="393498" y="1153517"/>
                  </a:lnTo>
                  <a:lnTo>
                    <a:pt x="393485" y="1153516"/>
                  </a:lnTo>
                  <a:lnTo>
                    <a:pt x="393464" y="1153517"/>
                  </a:lnTo>
                  <a:lnTo>
                    <a:pt x="393447" y="1153518"/>
                  </a:lnTo>
                  <a:lnTo>
                    <a:pt x="393425" y="1153520"/>
                  </a:lnTo>
                  <a:lnTo>
                    <a:pt x="393409" y="1153520"/>
                  </a:lnTo>
                  <a:lnTo>
                    <a:pt x="393395" y="1153518"/>
                  </a:lnTo>
                  <a:lnTo>
                    <a:pt x="393385" y="1153514"/>
                  </a:lnTo>
                  <a:lnTo>
                    <a:pt x="393369" y="1153510"/>
                  </a:lnTo>
                  <a:lnTo>
                    <a:pt x="393357" y="1153508"/>
                  </a:lnTo>
                  <a:lnTo>
                    <a:pt x="393350" y="1153508"/>
                  </a:lnTo>
                  <a:lnTo>
                    <a:pt x="393337" y="1153511"/>
                  </a:lnTo>
                  <a:lnTo>
                    <a:pt x="393325" y="1153516"/>
                  </a:lnTo>
                  <a:lnTo>
                    <a:pt x="393312" y="1153523"/>
                  </a:lnTo>
                  <a:lnTo>
                    <a:pt x="393297" y="1153534"/>
                  </a:lnTo>
                  <a:lnTo>
                    <a:pt x="393285" y="1153545"/>
                  </a:lnTo>
                  <a:lnTo>
                    <a:pt x="393269" y="1153563"/>
                  </a:lnTo>
                  <a:lnTo>
                    <a:pt x="393257" y="1153579"/>
                  </a:lnTo>
                  <a:lnTo>
                    <a:pt x="393245" y="1153597"/>
                  </a:lnTo>
                  <a:lnTo>
                    <a:pt x="393236" y="1153611"/>
                  </a:lnTo>
                  <a:lnTo>
                    <a:pt x="393230" y="1153623"/>
                  </a:lnTo>
                  <a:lnTo>
                    <a:pt x="393225" y="1153636"/>
                  </a:lnTo>
                  <a:lnTo>
                    <a:pt x="393219" y="1153653"/>
                  </a:lnTo>
                  <a:lnTo>
                    <a:pt x="393214" y="1153663"/>
                  </a:lnTo>
                  <a:lnTo>
                    <a:pt x="393209" y="1153670"/>
                  </a:lnTo>
                  <a:lnTo>
                    <a:pt x="393203" y="1153676"/>
                  </a:lnTo>
                  <a:lnTo>
                    <a:pt x="393194" y="1153682"/>
                  </a:lnTo>
                  <a:lnTo>
                    <a:pt x="393182" y="1153689"/>
                  </a:lnTo>
                  <a:lnTo>
                    <a:pt x="393158" y="1153703"/>
                  </a:lnTo>
                  <a:lnTo>
                    <a:pt x="393149" y="1153707"/>
                  </a:lnTo>
                  <a:lnTo>
                    <a:pt x="393138" y="1153711"/>
                  </a:lnTo>
                  <a:lnTo>
                    <a:pt x="393123" y="1153716"/>
                  </a:lnTo>
                  <a:lnTo>
                    <a:pt x="393103" y="1153723"/>
                  </a:lnTo>
                  <a:lnTo>
                    <a:pt x="393085" y="1153730"/>
                  </a:lnTo>
                  <a:lnTo>
                    <a:pt x="393062" y="1153737"/>
                  </a:lnTo>
                  <a:lnTo>
                    <a:pt x="393046" y="1153743"/>
                  </a:lnTo>
                  <a:lnTo>
                    <a:pt x="393028" y="1153748"/>
                  </a:lnTo>
                  <a:lnTo>
                    <a:pt x="393012" y="1153750"/>
                  </a:lnTo>
                  <a:lnTo>
                    <a:pt x="393000" y="1153753"/>
                  </a:lnTo>
                  <a:lnTo>
                    <a:pt x="392977" y="1153760"/>
                  </a:lnTo>
                  <a:lnTo>
                    <a:pt x="392956" y="1153765"/>
                  </a:lnTo>
                  <a:lnTo>
                    <a:pt x="392943" y="1153770"/>
                  </a:lnTo>
                  <a:lnTo>
                    <a:pt x="392924" y="1153776"/>
                  </a:lnTo>
                  <a:lnTo>
                    <a:pt x="392912" y="1153781"/>
                  </a:lnTo>
                  <a:lnTo>
                    <a:pt x="392902" y="1153787"/>
                  </a:lnTo>
                  <a:lnTo>
                    <a:pt x="392893" y="1153794"/>
                  </a:lnTo>
                  <a:lnTo>
                    <a:pt x="392883" y="1153803"/>
                  </a:lnTo>
                  <a:lnTo>
                    <a:pt x="392868" y="1153819"/>
                  </a:lnTo>
                  <a:lnTo>
                    <a:pt x="392862" y="1153824"/>
                  </a:lnTo>
                  <a:lnTo>
                    <a:pt x="392855" y="1153829"/>
                  </a:lnTo>
                  <a:lnTo>
                    <a:pt x="392838" y="1153838"/>
                  </a:lnTo>
                  <a:lnTo>
                    <a:pt x="392821" y="1153847"/>
                  </a:lnTo>
                  <a:lnTo>
                    <a:pt x="392813" y="1153850"/>
                  </a:lnTo>
                  <a:lnTo>
                    <a:pt x="392807" y="1153853"/>
                  </a:lnTo>
                  <a:lnTo>
                    <a:pt x="392799" y="1153854"/>
                  </a:lnTo>
                  <a:lnTo>
                    <a:pt x="392784" y="1153856"/>
                  </a:lnTo>
                  <a:lnTo>
                    <a:pt x="392767" y="1153859"/>
                  </a:lnTo>
                  <a:lnTo>
                    <a:pt x="392758" y="1153862"/>
                  </a:lnTo>
                  <a:lnTo>
                    <a:pt x="392746" y="1153866"/>
                  </a:lnTo>
                  <a:lnTo>
                    <a:pt x="392735" y="1153870"/>
                  </a:lnTo>
                  <a:lnTo>
                    <a:pt x="392724" y="1153872"/>
                  </a:lnTo>
                  <a:lnTo>
                    <a:pt x="392711" y="1153873"/>
                  </a:lnTo>
                  <a:lnTo>
                    <a:pt x="392687" y="1153871"/>
                  </a:lnTo>
                  <a:lnTo>
                    <a:pt x="392653" y="1153871"/>
                  </a:lnTo>
                  <a:lnTo>
                    <a:pt x="392636" y="1153872"/>
                  </a:lnTo>
                  <a:lnTo>
                    <a:pt x="392612" y="1153876"/>
                  </a:lnTo>
                  <a:lnTo>
                    <a:pt x="392596" y="1153879"/>
                  </a:lnTo>
                  <a:lnTo>
                    <a:pt x="392588" y="1153879"/>
                  </a:lnTo>
                  <a:lnTo>
                    <a:pt x="392584" y="1153879"/>
                  </a:lnTo>
                  <a:lnTo>
                    <a:pt x="392576" y="1153873"/>
                  </a:lnTo>
                  <a:lnTo>
                    <a:pt x="392568" y="1153865"/>
                  </a:lnTo>
                  <a:lnTo>
                    <a:pt x="392558" y="1153853"/>
                  </a:lnTo>
                  <a:lnTo>
                    <a:pt x="392548" y="1153842"/>
                  </a:lnTo>
                  <a:lnTo>
                    <a:pt x="392543" y="1153838"/>
                  </a:lnTo>
                  <a:lnTo>
                    <a:pt x="392531" y="1153833"/>
                  </a:lnTo>
                  <a:lnTo>
                    <a:pt x="392519" y="1153827"/>
                  </a:lnTo>
                  <a:lnTo>
                    <a:pt x="392504" y="1153820"/>
                  </a:lnTo>
                  <a:lnTo>
                    <a:pt x="392487" y="1153810"/>
                  </a:lnTo>
                  <a:lnTo>
                    <a:pt x="392473" y="1153801"/>
                  </a:lnTo>
                  <a:lnTo>
                    <a:pt x="392464" y="1153793"/>
                  </a:lnTo>
                  <a:lnTo>
                    <a:pt x="392460" y="1153788"/>
                  </a:lnTo>
                  <a:lnTo>
                    <a:pt x="392456" y="1153780"/>
                  </a:lnTo>
                  <a:lnTo>
                    <a:pt x="392453" y="1153768"/>
                  </a:lnTo>
                  <a:lnTo>
                    <a:pt x="392451" y="1153751"/>
                  </a:lnTo>
                  <a:lnTo>
                    <a:pt x="392450" y="1153737"/>
                  </a:lnTo>
                  <a:lnTo>
                    <a:pt x="392449" y="1153721"/>
                  </a:lnTo>
                  <a:lnTo>
                    <a:pt x="392446" y="1153702"/>
                  </a:lnTo>
                  <a:lnTo>
                    <a:pt x="392444" y="1153688"/>
                  </a:lnTo>
                  <a:lnTo>
                    <a:pt x="392438" y="1153667"/>
                  </a:lnTo>
                  <a:lnTo>
                    <a:pt x="392434" y="1153652"/>
                  </a:lnTo>
                  <a:lnTo>
                    <a:pt x="392431" y="1153639"/>
                  </a:lnTo>
                  <a:lnTo>
                    <a:pt x="392429" y="1153617"/>
                  </a:lnTo>
                  <a:lnTo>
                    <a:pt x="392427" y="1153597"/>
                  </a:lnTo>
                  <a:lnTo>
                    <a:pt x="392425" y="1153582"/>
                  </a:lnTo>
                  <a:lnTo>
                    <a:pt x="392425" y="1153567"/>
                  </a:lnTo>
                  <a:lnTo>
                    <a:pt x="392428" y="1153552"/>
                  </a:lnTo>
                  <a:lnTo>
                    <a:pt x="392430" y="1153534"/>
                  </a:lnTo>
                  <a:lnTo>
                    <a:pt x="392432" y="1153520"/>
                  </a:lnTo>
                  <a:lnTo>
                    <a:pt x="392433" y="1153502"/>
                  </a:lnTo>
                  <a:lnTo>
                    <a:pt x="392432" y="1153480"/>
                  </a:lnTo>
                  <a:lnTo>
                    <a:pt x="392431" y="1153471"/>
                  </a:lnTo>
                  <a:lnTo>
                    <a:pt x="392428" y="1153463"/>
                  </a:lnTo>
                  <a:lnTo>
                    <a:pt x="392417" y="1153440"/>
                  </a:lnTo>
                  <a:lnTo>
                    <a:pt x="392411" y="1153425"/>
                  </a:lnTo>
                  <a:lnTo>
                    <a:pt x="392403" y="1153410"/>
                  </a:lnTo>
                  <a:lnTo>
                    <a:pt x="392391" y="1153390"/>
                  </a:lnTo>
                  <a:lnTo>
                    <a:pt x="392382" y="1153371"/>
                  </a:lnTo>
                  <a:lnTo>
                    <a:pt x="392373" y="1153354"/>
                  </a:lnTo>
                  <a:lnTo>
                    <a:pt x="392362" y="1153335"/>
                  </a:lnTo>
                  <a:lnTo>
                    <a:pt x="392351" y="1153315"/>
                  </a:lnTo>
                  <a:lnTo>
                    <a:pt x="392344" y="1153304"/>
                  </a:lnTo>
                  <a:lnTo>
                    <a:pt x="392331" y="1153288"/>
                  </a:lnTo>
                  <a:lnTo>
                    <a:pt x="392327" y="1153280"/>
                  </a:lnTo>
                  <a:lnTo>
                    <a:pt x="392331" y="1153272"/>
                  </a:lnTo>
                  <a:lnTo>
                    <a:pt x="392345" y="1153258"/>
                  </a:lnTo>
                  <a:lnTo>
                    <a:pt x="392367" y="1153240"/>
                  </a:lnTo>
                  <a:lnTo>
                    <a:pt x="392386" y="1153225"/>
                  </a:lnTo>
                  <a:lnTo>
                    <a:pt x="392409" y="1153206"/>
                  </a:lnTo>
                  <a:lnTo>
                    <a:pt x="392426" y="1153191"/>
                  </a:lnTo>
                  <a:lnTo>
                    <a:pt x="392441" y="1153179"/>
                  </a:lnTo>
                  <a:lnTo>
                    <a:pt x="392458" y="1153168"/>
                  </a:lnTo>
                  <a:lnTo>
                    <a:pt x="392476" y="1153154"/>
                  </a:lnTo>
                  <a:lnTo>
                    <a:pt x="392497" y="1153138"/>
                  </a:lnTo>
                  <a:lnTo>
                    <a:pt x="392508" y="1153129"/>
                  </a:lnTo>
                  <a:lnTo>
                    <a:pt x="392519" y="1153120"/>
                  </a:lnTo>
                  <a:lnTo>
                    <a:pt x="392534" y="1153106"/>
                  </a:lnTo>
                  <a:lnTo>
                    <a:pt x="392551" y="1153093"/>
                  </a:lnTo>
                  <a:lnTo>
                    <a:pt x="392563" y="1153083"/>
                  </a:lnTo>
                  <a:lnTo>
                    <a:pt x="392575" y="1153072"/>
                  </a:lnTo>
                  <a:lnTo>
                    <a:pt x="392595" y="1153051"/>
                  </a:lnTo>
                  <a:lnTo>
                    <a:pt x="392612" y="1153036"/>
                  </a:lnTo>
                  <a:lnTo>
                    <a:pt x="392621" y="1153027"/>
                  </a:lnTo>
                  <a:lnTo>
                    <a:pt x="392639" y="1153007"/>
                  </a:lnTo>
                  <a:lnTo>
                    <a:pt x="392653" y="1152992"/>
                  </a:lnTo>
                  <a:lnTo>
                    <a:pt x="392665" y="1152979"/>
                  </a:lnTo>
                  <a:lnTo>
                    <a:pt x="392677" y="1152964"/>
                  </a:lnTo>
                  <a:lnTo>
                    <a:pt x="392690" y="1152947"/>
                  </a:lnTo>
                  <a:lnTo>
                    <a:pt x="392696" y="1152938"/>
                  </a:lnTo>
                  <a:lnTo>
                    <a:pt x="392700" y="1152931"/>
                  </a:lnTo>
                  <a:lnTo>
                    <a:pt x="392704" y="1152923"/>
                  </a:lnTo>
                  <a:lnTo>
                    <a:pt x="392709" y="1152907"/>
                  </a:lnTo>
                  <a:lnTo>
                    <a:pt x="392714" y="1152891"/>
                  </a:lnTo>
                  <a:lnTo>
                    <a:pt x="392717" y="1152877"/>
                  </a:lnTo>
                  <a:lnTo>
                    <a:pt x="392720" y="1152863"/>
                  </a:lnTo>
                  <a:lnTo>
                    <a:pt x="392722" y="1152850"/>
                  </a:lnTo>
                  <a:lnTo>
                    <a:pt x="392723" y="1152836"/>
                  </a:lnTo>
                  <a:lnTo>
                    <a:pt x="392722" y="1152820"/>
                  </a:lnTo>
                  <a:lnTo>
                    <a:pt x="392721" y="1152803"/>
                  </a:lnTo>
                  <a:lnTo>
                    <a:pt x="392720" y="1152787"/>
                  </a:lnTo>
                  <a:lnTo>
                    <a:pt x="392716" y="1152763"/>
                  </a:lnTo>
                  <a:lnTo>
                    <a:pt x="392713" y="1152743"/>
                  </a:lnTo>
                  <a:lnTo>
                    <a:pt x="392708" y="1152718"/>
                  </a:lnTo>
                  <a:lnTo>
                    <a:pt x="392705" y="1152704"/>
                  </a:lnTo>
                  <a:lnTo>
                    <a:pt x="392698" y="1152678"/>
                  </a:lnTo>
                  <a:lnTo>
                    <a:pt x="392692" y="1152659"/>
                  </a:lnTo>
                  <a:lnTo>
                    <a:pt x="392688" y="1152647"/>
                  </a:lnTo>
                  <a:lnTo>
                    <a:pt x="392681" y="1152625"/>
                  </a:lnTo>
                  <a:lnTo>
                    <a:pt x="392674" y="1152605"/>
                  </a:lnTo>
                  <a:lnTo>
                    <a:pt x="392669" y="1152584"/>
                  </a:lnTo>
                  <a:lnTo>
                    <a:pt x="392662" y="1152566"/>
                  </a:lnTo>
                  <a:lnTo>
                    <a:pt x="392653" y="1152542"/>
                  </a:lnTo>
                  <a:lnTo>
                    <a:pt x="392647" y="1152525"/>
                  </a:lnTo>
                  <a:lnTo>
                    <a:pt x="392642" y="1152511"/>
                  </a:lnTo>
                  <a:lnTo>
                    <a:pt x="392635" y="1152489"/>
                  </a:lnTo>
                  <a:lnTo>
                    <a:pt x="392627" y="1152466"/>
                  </a:lnTo>
                  <a:lnTo>
                    <a:pt x="392620" y="1152446"/>
                  </a:lnTo>
                  <a:lnTo>
                    <a:pt x="392615" y="1152431"/>
                  </a:lnTo>
                  <a:lnTo>
                    <a:pt x="392614" y="1152423"/>
                  </a:lnTo>
                  <a:lnTo>
                    <a:pt x="392620" y="1152417"/>
                  </a:lnTo>
                  <a:lnTo>
                    <a:pt x="392638" y="1152406"/>
                  </a:lnTo>
                  <a:lnTo>
                    <a:pt x="392662" y="1152391"/>
                  </a:lnTo>
                  <a:lnTo>
                    <a:pt x="392685" y="1152375"/>
                  </a:lnTo>
                  <a:lnTo>
                    <a:pt x="392699" y="1152366"/>
                  </a:lnTo>
                  <a:lnTo>
                    <a:pt x="392714" y="1152354"/>
                  </a:lnTo>
                  <a:lnTo>
                    <a:pt x="392730" y="1152343"/>
                  </a:lnTo>
                  <a:lnTo>
                    <a:pt x="392746" y="1152332"/>
                  </a:lnTo>
                  <a:lnTo>
                    <a:pt x="392759" y="1152325"/>
                  </a:lnTo>
                  <a:lnTo>
                    <a:pt x="392786" y="1152315"/>
                  </a:lnTo>
                  <a:lnTo>
                    <a:pt x="392804" y="1152308"/>
                  </a:lnTo>
                  <a:lnTo>
                    <a:pt x="392821" y="1152300"/>
                  </a:lnTo>
                  <a:lnTo>
                    <a:pt x="392840" y="1152288"/>
                  </a:lnTo>
                  <a:lnTo>
                    <a:pt x="392860" y="1152278"/>
                  </a:lnTo>
                  <a:lnTo>
                    <a:pt x="392878" y="1152267"/>
                  </a:lnTo>
                  <a:lnTo>
                    <a:pt x="392890" y="1152263"/>
                  </a:lnTo>
                  <a:lnTo>
                    <a:pt x="392900" y="1152261"/>
                  </a:lnTo>
                  <a:lnTo>
                    <a:pt x="392909" y="1152261"/>
                  </a:lnTo>
                  <a:lnTo>
                    <a:pt x="392915" y="1152263"/>
                  </a:lnTo>
                  <a:lnTo>
                    <a:pt x="392924" y="1152267"/>
                  </a:lnTo>
                  <a:lnTo>
                    <a:pt x="392935" y="1152274"/>
                  </a:lnTo>
                  <a:lnTo>
                    <a:pt x="392951" y="1152284"/>
                  </a:lnTo>
                  <a:lnTo>
                    <a:pt x="392964" y="1152294"/>
                  </a:lnTo>
                  <a:lnTo>
                    <a:pt x="392982" y="1152305"/>
                  </a:lnTo>
                  <a:lnTo>
                    <a:pt x="392992" y="1152311"/>
                  </a:lnTo>
                  <a:lnTo>
                    <a:pt x="393013" y="1152323"/>
                  </a:lnTo>
                  <a:lnTo>
                    <a:pt x="393038" y="1152337"/>
                  </a:lnTo>
                  <a:lnTo>
                    <a:pt x="393055" y="1152346"/>
                  </a:lnTo>
                  <a:lnTo>
                    <a:pt x="393069" y="1152353"/>
                  </a:lnTo>
                  <a:lnTo>
                    <a:pt x="393090" y="1152364"/>
                  </a:lnTo>
                  <a:lnTo>
                    <a:pt x="393105" y="1152370"/>
                  </a:lnTo>
                  <a:lnTo>
                    <a:pt x="393117" y="1152374"/>
                  </a:lnTo>
                  <a:lnTo>
                    <a:pt x="393129" y="1152376"/>
                  </a:lnTo>
                  <a:lnTo>
                    <a:pt x="393142" y="1152377"/>
                  </a:lnTo>
                  <a:lnTo>
                    <a:pt x="393163" y="1152376"/>
                  </a:lnTo>
                  <a:lnTo>
                    <a:pt x="393191" y="1152375"/>
                  </a:lnTo>
                  <a:lnTo>
                    <a:pt x="393203" y="1152375"/>
                  </a:lnTo>
                  <a:lnTo>
                    <a:pt x="393221" y="1152377"/>
                  </a:lnTo>
                  <a:lnTo>
                    <a:pt x="393237" y="1152377"/>
                  </a:lnTo>
                  <a:lnTo>
                    <a:pt x="393256" y="1152377"/>
                  </a:lnTo>
                  <a:lnTo>
                    <a:pt x="393267" y="1152375"/>
                  </a:lnTo>
                  <a:lnTo>
                    <a:pt x="393280" y="1152371"/>
                  </a:lnTo>
                  <a:lnTo>
                    <a:pt x="393296" y="1152364"/>
                  </a:lnTo>
                  <a:lnTo>
                    <a:pt x="393306" y="1152358"/>
                  </a:lnTo>
                  <a:lnTo>
                    <a:pt x="393321" y="1152349"/>
                  </a:lnTo>
                  <a:lnTo>
                    <a:pt x="393330" y="1152342"/>
                  </a:lnTo>
                  <a:lnTo>
                    <a:pt x="393339" y="1152333"/>
                  </a:lnTo>
                  <a:lnTo>
                    <a:pt x="393345" y="1152327"/>
                  </a:lnTo>
                  <a:lnTo>
                    <a:pt x="393353" y="1152317"/>
                  </a:lnTo>
                  <a:lnTo>
                    <a:pt x="393361" y="1152309"/>
                  </a:lnTo>
                  <a:lnTo>
                    <a:pt x="393369" y="1152303"/>
                  </a:lnTo>
                  <a:lnTo>
                    <a:pt x="393382" y="1152295"/>
                  </a:lnTo>
                  <a:lnTo>
                    <a:pt x="393392" y="1152292"/>
                  </a:lnTo>
                  <a:lnTo>
                    <a:pt x="393404" y="1152289"/>
                  </a:lnTo>
                  <a:lnTo>
                    <a:pt x="393418" y="1152286"/>
                  </a:lnTo>
                  <a:lnTo>
                    <a:pt x="393429" y="1152283"/>
                  </a:lnTo>
                  <a:lnTo>
                    <a:pt x="393434" y="1152278"/>
                  </a:lnTo>
                  <a:lnTo>
                    <a:pt x="393438" y="1152272"/>
                  </a:lnTo>
                  <a:lnTo>
                    <a:pt x="393441" y="1152265"/>
                  </a:lnTo>
                  <a:lnTo>
                    <a:pt x="393447" y="1152251"/>
                  </a:lnTo>
                  <a:lnTo>
                    <a:pt x="393452" y="1152236"/>
                  </a:lnTo>
                  <a:lnTo>
                    <a:pt x="393461" y="1152220"/>
                  </a:lnTo>
                  <a:lnTo>
                    <a:pt x="393467" y="1152207"/>
                  </a:lnTo>
                  <a:lnTo>
                    <a:pt x="393475" y="1152193"/>
                  </a:lnTo>
                  <a:lnTo>
                    <a:pt x="393486" y="1152176"/>
                  </a:lnTo>
                  <a:lnTo>
                    <a:pt x="393493" y="1152166"/>
                  </a:lnTo>
                  <a:lnTo>
                    <a:pt x="393503" y="1152153"/>
                  </a:lnTo>
                  <a:lnTo>
                    <a:pt x="393517" y="1152136"/>
                  </a:lnTo>
                  <a:lnTo>
                    <a:pt x="393528" y="1152123"/>
                  </a:lnTo>
                  <a:lnTo>
                    <a:pt x="393536" y="1152115"/>
                  </a:lnTo>
                  <a:lnTo>
                    <a:pt x="393550" y="1152104"/>
                  </a:lnTo>
                  <a:lnTo>
                    <a:pt x="393562" y="1152095"/>
                  </a:lnTo>
                  <a:lnTo>
                    <a:pt x="393571" y="1152091"/>
                  </a:lnTo>
                  <a:lnTo>
                    <a:pt x="393589" y="1152087"/>
                  </a:lnTo>
                  <a:lnTo>
                    <a:pt x="393598" y="1152083"/>
                  </a:lnTo>
                  <a:lnTo>
                    <a:pt x="393611" y="1152077"/>
                  </a:lnTo>
                  <a:lnTo>
                    <a:pt x="393623" y="1152070"/>
                  </a:lnTo>
                  <a:lnTo>
                    <a:pt x="393633" y="1152063"/>
                  </a:lnTo>
                  <a:lnTo>
                    <a:pt x="393641" y="1152056"/>
                  </a:lnTo>
                  <a:lnTo>
                    <a:pt x="393652" y="1152046"/>
                  </a:lnTo>
                  <a:lnTo>
                    <a:pt x="393665" y="1152035"/>
                  </a:lnTo>
                  <a:lnTo>
                    <a:pt x="393680" y="1152022"/>
                  </a:lnTo>
                  <a:lnTo>
                    <a:pt x="393693" y="1152008"/>
                  </a:lnTo>
                  <a:lnTo>
                    <a:pt x="393704" y="1151999"/>
                  </a:lnTo>
                  <a:lnTo>
                    <a:pt x="393720" y="1151989"/>
                  </a:lnTo>
                  <a:lnTo>
                    <a:pt x="393738" y="1151981"/>
                  </a:lnTo>
                  <a:lnTo>
                    <a:pt x="393751" y="1151977"/>
                  </a:lnTo>
                  <a:lnTo>
                    <a:pt x="393768" y="1151973"/>
                  </a:lnTo>
                  <a:lnTo>
                    <a:pt x="393782" y="1151969"/>
                  </a:lnTo>
                  <a:lnTo>
                    <a:pt x="393793" y="1151965"/>
                  </a:lnTo>
                  <a:lnTo>
                    <a:pt x="393804" y="1151960"/>
                  </a:lnTo>
                  <a:lnTo>
                    <a:pt x="393814" y="1151955"/>
                  </a:lnTo>
                  <a:lnTo>
                    <a:pt x="393827" y="1151951"/>
                  </a:lnTo>
                  <a:lnTo>
                    <a:pt x="393838" y="1151947"/>
                  </a:lnTo>
                  <a:lnTo>
                    <a:pt x="393852" y="1151943"/>
                  </a:lnTo>
                  <a:lnTo>
                    <a:pt x="393881" y="1151937"/>
                  </a:lnTo>
                  <a:lnTo>
                    <a:pt x="393893" y="1151934"/>
                  </a:lnTo>
                  <a:lnTo>
                    <a:pt x="393906" y="1151930"/>
                  </a:lnTo>
                  <a:lnTo>
                    <a:pt x="393928" y="1151922"/>
                  </a:lnTo>
                  <a:lnTo>
                    <a:pt x="393953" y="1151915"/>
                  </a:lnTo>
                  <a:lnTo>
                    <a:pt x="393965" y="1151912"/>
                  </a:lnTo>
                  <a:lnTo>
                    <a:pt x="393975" y="1151909"/>
                  </a:lnTo>
                  <a:lnTo>
                    <a:pt x="393990" y="1151903"/>
                  </a:lnTo>
                  <a:lnTo>
                    <a:pt x="394002" y="1151897"/>
                  </a:lnTo>
                  <a:lnTo>
                    <a:pt x="394020" y="1151888"/>
                  </a:lnTo>
                  <a:lnTo>
                    <a:pt x="394034" y="1151880"/>
                  </a:lnTo>
                  <a:lnTo>
                    <a:pt x="394050" y="1151870"/>
                  </a:lnTo>
                  <a:lnTo>
                    <a:pt x="394060" y="1151863"/>
                  </a:lnTo>
                  <a:lnTo>
                    <a:pt x="394070" y="1151853"/>
                  </a:lnTo>
                  <a:lnTo>
                    <a:pt x="394082" y="1151842"/>
                  </a:lnTo>
                  <a:lnTo>
                    <a:pt x="394088" y="1151836"/>
                  </a:lnTo>
                  <a:lnTo>
                    <a:pt x="394095" y="1151827"/>
                  </a:lnTo>
                  <a:lnTo>
                    <a:pt x="394101" y="1151819"/>
                  </a:lnTo>
                  <a:lnTo>
                    <a:pt x="394106" y="1151809"/>
                  </a:lnTo>
                  <a:lnTo>
                    <a:pt x="394108" y="1151800"/>
                  </a:lnTo>
                  <a:lnTo>
                    <a:pt x="394109" y="1151789"/>
                  </a:lnTo>
                  <a:lnTo>
                    <a:pt x="394109" y="1151775"/>
                  </a:lnTo>
                  <a:lnTo>
                    <a:pt x="394106" y="1151750"/>
                  </a:lnTo>
                  <a:lnTo>
                    <a:pt x="394104" y="1151731"/>
                  </a:lnTo>
                  <a:lnTo>
                    <a:pt x="394104" y="1151717"/>
                  </a:lnTo>
                  <a:lnTo>
                    <a:pt x="394105" y="1151707"/>
                  </a:lnTo>
                  <a:lnTo>
                    <a:pt x="394105" y="1151694"/>
                  </a:lnTo>
                  <a:lnTo>
                    <a:pt x="394105" y="1151679"/>
                  </a:lnTo>
                  <a:lnTo>
                    <a:pt x="394105" y="1151661"/>
                  </a:lnTo>
                  <a:lnTo>
                    <a:pt x="394103" y="1151646"/>
                  </a:lnTo>
                  <a:lnTo>
                    <a:pt x="394102" y="1151629"/>
                  </a:lnTo>
                  <a:lnTo>
                    <a:pt x="394102" y="1151613"/>
                  </a:lnTo>
                  <a:lnTo>
                    <a:pt x="394102" y="1151592"/>
                  </a:lnTo>
                  <a:lnTo>
                    <a:pt x="394098" y="1151579"/>
                  </a:lnTo>
                  <a:lnTo>
                    <a:pt x="394095" y="1151568"/>
                  </a:lnTo>
                  <a:lnTo>
                    <a:pt x="394093" y="1151559"/>
                  </a:lnTo>
                  <a:lnTo>
                    <a:pt x="394099" y="1151558"/>
                  </a:lnTo>
                  <a:lnTo>
                    <a:pt x="394106" y="1151564"/>
                  </a:lnTo>
                  <a:lnTo>
                    <a:pt x="394112" y="1151568"/>
                  </a:lnTo>
                  <a:lnTo>
                    <a:pt x="394120" y="1151570"/>
                  </a:lnTo>
                  <a:lnTo>
                    <a:pt x="394129" y="1151571"/>
                  </a:lnTo>
                  <a:lnTo>
                    <a:pt x="394141" y="1151572"/>
                  </a:lnTo>
                  <a:lnTo>
                    <a:pt x="394152" y="1151571"/>
                  </a:lnTo>
                  <a:lnTo>
                    <a:pt x="394159" y="1151570"/>
                  </a:lnTo>
                  <a:lnTo>
                    <a:pt x="394166" y="1151568"/>
                  </a:lnTo>
                  <a:lnTo>
                    <a:pt x="394177" y="1151563"/>
                  </a:lnTo>
                  <a:lnTo>
                    <a:pt x="394189" y="1151555"/>
                  </a:lnTo>
                  <a:lnTo>
                    <a:pt x="394201" y="1151547"/>
                  </a:lnTo>
                  <a:lnTo>
                    <a:pt x="394213" y="1151537"/>
                  </a:lnTo>
                  <a:lnTo>
                    <a:pt x="394222" y="1151529"/>
                  </a:lnTo>
                  <a:lnTo>
                    <a:pt x="394229" y="1151521"/>
                  </a:lnTo>
                  <a:lnTo>
                    <a:pt x="394237" y="1151513"/>
                  </a:lnTo>
                  <a:lnTo>
                    <a:pt x="394242" y="1151508"/>
                  </a:lnTo>
                  <a:lnTo>
                    <a:pt x="394254" y="1151500"/>
                  </a:lnTo>
                  <a:lnTo>
                    <a:pt x="394270" y="1151490"/>
                  </a:lnTo>
                  <a:lnTo>
                    <a:pt x="394287" y="1151478"/>
                  </a:lnTo>
                  <a:lnTo>
                    <a:pt x="394304" y="1151469"/>
                  </a:lnTo>
                  <a:lnTo>
                    <a:pt x="394326" y="1151457"/>
                  </a:lnTo>
                  <a:lnTo>
                    <a:pt x="394340" y="1151449"/>
                  </a:lnTo>
                  <a:lnTo>
                    <a:pt x="394353" y="1151439"/>
                  </a:lnTo>
                  <a:lnTo>
                    <a:pt x="394365" y="1151429"/>
                  </a:lnTo>
                  <a:lnTo>
                    <a:pt x="394377" y="1151419"/>
                  </a:lnTo>
                  <a:lnTo>
                    <a:pt x="394389" y="1151407"/>
                  </a:lnTo>
                  <a:lnTo>
                    <a:pt x="394397" y="1151399"/>
                  </a:lnTo>
                  <a:lnTo>
                    <a:pt x="394408" y="1151387"/>
                  </a:lnTo>
                  <a:lnTo>
                    <a:pt x="394418" y="1151375"/>
                  </a:lnTo>
                  <a:lnTo>
                    <a:pt x="394424" y="1151366"/>
                  </a:lnTo>
                  <a:lnTo>
                    <a:pt x="394432" y="1151355"/>
                  </a:lnTo>
                  <a:lnTo>
                    <a:pt x="394437" y="1151345"/>
                  </a:lnTo>
                  <a:lnTo>
                    <a:pt x="394443" y="1151334"/>
                  </a:lnTo>
                  <a:lnTo>
                    <a:pt x="394448" y="1151321"/>
                  </a:lnTo>
                  <a:lnTo>
                    <a:pt x="394454" y="1151305"/>
                  </a:lnTo>
                  <a:lnTo>
                    <a:pt x="394458" y="1151294"/>
                  </a:lnTo>
                  <a:lnTo>
                    <a:pt x="394448" y="1151288"/>
                  </a:lnTo>
                  <a:lnTo>
                    <a:pt x="394435" y="1151284"/>
                  </a:lnTo>
                  <a:lnTo>
                    <a:pt x="394425" y="1151279"/>
                  </a:lnTo>
                  <a:lnTo>
                    <a:pt x="394413" y="1151274"/>
                  </a:lnTo>
                  <a:lnTo>
                    <a:pt x="394401" y="1151269"/>
                  </a:lnTo>
                  <a:lnTo>
                    <a:pt x="394385" y="1151260"/>
                  </a:lnTo>
                  <a:lnTo>
                    <a:pt x="394371" y="1151252"/>
                  </a:lnTo>
                  <a:lnTo>
                    <a:pt x="394360" y="1151246"/>
                  </a:lnTo>
                  <a:lnTo>
                    <a:pt x="394353" y="1151240"/>
                  </a:lnTo>
                  <a:lnTo>
                    <a:pt x="394344" y="1151233"/>
                  </a:lnTo>
                  <a:lnTo>
                    <a:pt x="394332" y="1151223"/>
                  </a:lnTo>
                  <a:lnTo>
                    <a:pt x="394321" y="1151213"/>
                  </a:lnTo>
                  <a:lnTo>
                    <a:pt x="394315" y="1151205"/>
                  </a:lnTo>
                  <a:lnTo>
                    <a:pt x="394305" y="1151194"/>
                  </a:lnTo>
                  <a:lnTo>
                    <a:pt x="394295" y="1151180"/>
                  </a:lnTo>
                  <a:lnTo>
                    <a:pt x="394289" y="1151170"/>
                  </a:lnTo>
                  <a:lnTo>
                    <a:pt x="394277" y="1151153"/>
                  </a:lnTo>
                  <a:lnTo>
                    <a:pt x="394268" y="1151137"/>
                  </a:lnTo>
                  <a:lnTo>
                    <a:pt x="394261" y="1151121"/>
                  </a:lnTo>
                  <a:lnTo>
                    <a:pt x="394250" y="1151098"/>
                  </a:lnTo>
                  <a:lnTo>
                    <a:pt x="394244" y="1151085"/>
                  </a:lnTo>
                  <a:lnTo>
                    <a:pt x="394238" y="1151072"/>
                  </a:lnTo>
                  <a:lnTo>
                    <a:pt x="394233" y="1151060"/>
                  </a:lnTo>
                  <a:lnTo>
                    <a:pt x="394229" y="1151052"/>
                  </a:lnTo>
                  <a:lnTo>
                    <a:pt x="394224" y="1151043"/>
                  </a:lnTo>
                  <a:lnTo>
                    <a:pt x="394216" y="1151031"/>
                  </a:lnTo>
                  <a:lnTo>
                    <a:pt x="394201" y="1151011"/>
                  </a:lnTo>
                  <a:lnTo>
                    <a:pt x="394187" y="1150996"/>
                  </a:lnTo>
                  <a:lnTo>
                    <a:pt x="394174" y="1150979"/>
                  </a:lnTo>
                  <a:lnTo>
                    <a:pt x="394168" y="1150971"/>
                  </a:lnTo>
                  <a:lnTo>
                    <a:pt x="394162" y="1150962"/>
                  </a:lnTo>
                  <a:lnTo>
                    <a:pt x="394157" y="1150952"/>
                  </a:lnTo>
                  <a:lnTo>
                    <a:pt x="394152" y="1150939"/>
                  </a:lnTo>
                  <a:lnTo>
                    <a:pt x="394146" y="1150923"/>
                  </a:lnTo>
                  <a:lnTo>
                    <a:pt x="394140" y="1150908"/>
                  </a:lnTo>
                  <a:lnTo>
                    <a:pt x="394134" y="1150895"/>
                  </a:lnTo>
                  <a:lnTo>
                    <a:pt x="394129" y="1150883"/>
                  </a:lnTo>
                  <a:lnTo>
                    <a:pt x="394126" y="1150872"/>
                  </a:lnTo>
                  <a:lnTo>
                    <a:pt x="394125" y="1150861"/>
                  </a:lnTo>
                  <a:lnTo>
                    <a:pt x="394123" y="1150829"/>
                  </a:lnTo>
                  <a:lnTo>
                    <a:pt x="394123" y="1150819"/>
                  </a:lnTo>
                  <a:lnTo>
                    <a:pt x="394122" y="1150811"/>
                  </a:lnTo>
                  <a:lnTo>
                    <a:pt x="394119" y="1150802"/>
                  </a:lnTo>
                  <a:lnTo>
                    <a:pt x="394114" y="1150788"/>
                  </a:lnTo>
                  <a:lnTo>
                    <a:pt x="394110" y="1150778"/>
                  </a:lnTo>
                  <a:lnTo>
                    <a:pt x="394102" y="1150760"/>
                  </a:lnTo>
                  <a:lnTo>
                    <a:pt x="394092" y="1150741"/>
                  </a:lnTo>
                  <a:lnTo>
                    <a:pt x="394081" y="1150722"/>
                  </a:lnTo>
                  <a:lnTo>
                    <a:pt x="394073" y="1150705"/>
                  </a:lnTo>
                  <a:lnTo>
                    <a:pt x="394064" y="1150687"/>
                  </a:lnTo>
                  <a:lnTo>
                    <a:pt x="394055" y="1150665"/>
                  </a:lnTo>
                  <a:lnTo>
                    <a:pt x="394051" y="1150657"/>
                  </a:lnTo>
                  <a:lnTo>
                    <a:pt x="394045" y="1150640"/>
                  </a:lnTo>
                  <a:lnTo>
                    <a:pt x="394040" y="1150625"/>
                  </a:lnTo>
                  <a:lnTo>
                    <a:pt x="394034" y="1150605"/>
                  </a:lnTo>
                  <a:lnTo>
                    <a:pt x="394029" y="1150585"/>
                  </a:lnTo>
                  <a:lnTo>
                    <a:pt x="394024" y="1150567"/>
                  </a:lnTo>
                  <a:lnTo>
                    <a:pt x="394019" y="1150548"/>
                  </a:lnTo>
                  <a:lnTo>
                    <a:pt x="394015" y="1150525"/>
                  </a:lnTo>
                  <a:lnTo>
                    <a:pt x="394011" y="1150505"/>
                  </a:lnTo>
                  <a:lnTo>
                    <a:pt x="394005" y="1150471"/>
                  </a:lnTo>
                  <a:lnTo>
                    <a:pt x="394002" y="1150442"/>
                  </a:lnTo>
                  <a:lnTo>
                    <a:pt x="394000" y="1150426"/>
                  </a:lnTo>
                  <a:lnTo>
                    <a:pt x="394000" y="1150407"/>
                  </a:lnTo>
                  <a:lnTo>
                    <a:pt x="394002" y="1150388"/>
                  </a:lnTo>
                  <a:lnTo>
                    <a:pt x="394003" y="1150380"/>
                  </a:lnTo>
                  <a:lnTo>
                    <a:pt x="394005" y="1150366"/>
                  </a:lnTo>
                  <a:lnTo>
                    <a:pt x="394007" y="1150355"/>
                  </a:lnTo>
                  <a:lnTo>
                    <a:pt x="394007" y="1150344"/>
                  </a:lnTo>
                  <a:lnTo>
                    <a:pt x="394007" y="1150333"/>
                  </a:lnTo>
                  <a:lnTo>
                    <a:pt x="394006" y="1150321"/>
                  </a:lnTo>
                  <a:lnTo>
                    <a:pt x="394004" y="1150311"/>
                  </a:lnTo>
                  <a:lnTo>
                    <a:pt x="394003" y="1150305"/>
                  </a:lnTo>
                  <a:lnTo>
                    <a:pt x="394001" y="1150299"/>
                  </a:lnTo>
                  <a:lnTo>
                    <a:pt x="393997" y="1150291"/>
                  </a:lnTo>
                  <a:lnTo>
                    <a:pt x="393992" y="1150280"/>
                  </a:lnTo>
                  <a:lnTo>
                    <a:pt x="393986" y="1150272"/>
                  </a:lnTo>
                  <a:lnTo>
                    <a:pt x="393976" y="1150259"/>
                  </a:lnTo>
                  <a:lnTo>
                    <a:pt x="393967" y="1150246"/>
                  </a:lnTo>
                  <a:lnTo>
                    <a:pt x="393954" y="1150231"/>
                  </a:lnTo>
                  <a:lnTo>
                    <a:pt x="393945" y="1150220"/>
                  </a:lnTo>
                  <a:lnTo>
                    <a:pt x="393932" y="1150207"/>
                  </a:lnTo>
                  <a:lnTo>
                    <a:pt x="393917" y="1150190"/>
                  </a:lnTo>
                  <a:lnTo>
                    <a:pt x="393907" y="1150179"/>
                  </a:lnTo>
                  <a:lnTo>
                    <a:pt x="393896" y="1150167"/>
                  </a:lnTo>
                  <a:lnTo>
                    <a:pt x="393888" y="1150158"/>
                  </a:lnTo>
                  <a:lnTo>
                    <a:pt x="393878" y="1150150"/>
                  </a:lnTo>
                  <a:lnTo>
                    <a:pt x="393868" y="1150143"/>
                  </a:lnTo>
                  <a:lnTo>
                    <a:pt x="393858" y="1150137"/>
                  </a:lnTo>
                  <a:lnTo>
                    <a:pt x="393846" y="1150130"/>
                  </a:lnTo>
                  <a:lnTo>
                    <a:pt x="393834" y="1150124"/>
                  </a:lnTo>
                  <a:lnTo>
                    <a:pt x="393820" y="1150118"/>
                  </a:lnTo>
                  <a:lnTo>
                    <a:pt x="393808" y="1150114"/>
                  </a:lnTo>
                  <a:lnTo>
                    <a:pt x="393795" y="1150110"/>
                  </a:lnTo>
                  <a:lnTo>
                    <a:pt x="393777" y="1150106"/>
                  </a:lnTo>
                  <a:lnTo>
                    <a:pt x="393758" y="1150101"/>
                  </a:lnTo>
                  <a:lnTo>
                    <a:pt x="393745" y="1150099"/>
                  </a:lnTo>
                  <a:lnTo>
                    <a:pt x="393733" y="1150096"/>
                  </a:lnTo>
                  <a:lnTo>
                    <a:pt x="393719" y="1150094"/>
                  </a:lnTo>
                  <a:lnTo>
                    <a:pt x="393701" y="1150094"/>
                  </a:lnTo>
                  <a:lnTo>
                    <a:pt x="393684" y="1150095"/>
                  </a:lnTo>
                  <a:lnTo>
                    <a:pt x="393665" y="1150098"/>
                  </a:lnTo>
                  <a:lnTo>
                    <a:pt x="393645" y="1150102"/>
                  </a:lnTo>
                  <a:lnTo>
                    <a:pt x="393630" y="1150106"/>
                  </a:lnTo>
                  <a:lnTo>
                    <a:pt x="393617" y="1150109"/>
                  </a:lnTo>
                  <a:lnTo>
                    <a:pt x="393606" y="1150113"/>
                  </a:lnTo>
                  <a:lnTo>
                    <a:pt x="393596" y="1150118"/>
                  </a:lnTo>
                  <a:lnTo>
                    <a:pt x="393585" y="1150124"/>
                  </a:lnTo>
                  <a:lnTo>
                    <a:pt x="393572" y="1150131"/>
                  </a:lnTo>
                  <a:lnTo>
                    <a:pt x="393563" y="1150136"/>
                  </a:lnTo>
                  <a:lnTo>
                    <a:pt x="393548" y="1150142"/>
                  </a:lnTo>
                  <a:lnTo>
                    <a:pt x="393532" y="1150148"/>
                  </a:lnTo>
                  <a:lnTo>
                    <a:pt x="393522" y="1150151"/>
                  </a:lnTo>
                  <a:lnTo>
                    <a:pt x="393515" y="1150151"/>
                  </a:lnTo>
                  <a:lnTo>
                    <a:pt x="393506" y="1150150"/>
                  </a:lnTo>
                  <a:lnTo>
                    <a:pt x="393493" y="1150147"/>
                  </a:lnTo>
                  <a:lnTo>
                    <a:pt x="393482" y="1150145"/>
                  </a:lnTo>
                  <a:lnTo>
                    <a:pt x="393462" y="1150143"/>
                  </a:lnTo>
                  <a:lnTo>
                    <a:pt x="393439" y="1150141"/>
                  </a:lnTo>
                  <a:lnTo>
                    <a:pt x="393413" y="1150138"/>
                  </a:lnTo>
                  <a:lnTo>
                    <a:pt x="393387" y="1150137"/>
                  </a:lnTo>
                  <a:lnTo>
                    <a:pt x="393371" y="1150135"/>
                  </a:lnTo>
                  <a:lnTo>
                    <a:pt x="393363" y="1150133"/>
                  </a:lnTo>
                  <a:lnTo>
                    <a:pt x="393352" y="1150128"/>
                  </a:lnTo>
                  <a:lnTo>
                    <a:pt x="393333" y="1150118"/>
                  </a:lnTo>
                  <a:lnTo>
                    <a:pt x="393321" y="1150113"/>
                  </a:lnTo>
                  <a:lnTo>
                    <a:pt x="393314" y="1150109"/>
                  </a:lnTo>
                  <a:lnTo>
                    <a:pt x="393308" y="1150104"/>
                  </a:lnTo>
                  <a:lnTo>
                    <a:pt x="393303" y="1150099"/>
                  </a:lnTo>
                  <a:lnTo>
                    <a:pt x="393296" y="1150090"/>
                  </a:lnTo>
                  <a:lnTo>
                    <a:pt x="393287" y="1150079"/>
                  </a:lnTo>
                  <a:lnTo>
                    <a:pt x="393276" y="1150064"/>
                  </a:lnTo>
                  <a:lnTo>
                    <a:pt x="393266" y="1150051"/>
                  </a:lnTo>
                  <a:lnTo>
                    <a:pt x="393255" y="1150036"/>
                  </a:lnTo>
                  <a:lnTo>
                    <a:pt x="393249" y="1150030"/>
                  </a:lnTo>
                  <a:lnTo>
                    <a:pt x="393240" y="1150020"/>
                  </a:lnTo>
                  <a:lnTo>
                    <a:pt x="393229" y="1150008"/>
                  </a:lnTo>
                  <a:lnTo>
                    <a:pt x="393209" y="1149990"/>
                  </a:lnTo>
                  <a:lnTo>
                    <a:pt x="393198" y="1149980"/>
                  </a:lnTo>
                  <a:lnTo>
                    <a:pt x="393175" y="1149962"/>
                  </a:lnTo>
                  <a:lnTo>
                    <a:pt x="393165" y="1149954"/>
                  </a:lnTo>
                  <a:lnTo>
                    <a:pt x="393150" y="1149942"/>
                  </a:lnTo>
                  <a:lnTo>
                    <a:pt x="393133" y="1149928"/>
                  </a:lnTo>
                  <a:lnTo>
                    <a:pt x="393119" y="1149916"/>
                  </a:lnTo>
                  <a:lnTo>
                    <a:pt x="393105" y="1149902"/>
                  </a:lnTo>
                  <a:lnTo>
                    <a:pt x="393090" y="1149883"/>
                  </a:lnTo>
                  <a:lnTo>
                    <a:pt x="393079" y="1149868"/>
                  </a:lnTo>
                  <a:lnTo>
                    <a:pt x="393069" y="1149854"/>
                  </a:lnTo>
                  <a:lnTo>
                    <a:pt x="393061" y="1149843"/>
                  </a:lnTo>
                  <a:lnTo>
                    <a:pt x="393047" y="1149823"/>
                  </a:lnTo>
                  <a:lnTo>
                    <a:pt x="393033" y="1149803"/>
                  </a:lnTo>
                  <a:lnTo>
                    <a:pt x="393025" y="1149790"/>
                  </a:lnTo>
                  <a:lnTo>
                    <a:pt x="393018" y="1149780"/>
                  </a:lnTo>
                  <a:lnTo>
                    <a:pt x="393010" y="1149765"/>
                  </a:lnTo>
                  <a:lnTo>
                    <a:pt x="393004" y="1149750"/>
                  </a:lnTo>
                  <a:lnTo>
                    <a:pt x="392995" y="1149723"/>
                  </a:lnTo>
                  <a:lnTo>
                    <a:pt x="392989" y="1149706"/>
                  </a:lnTo>
                  <a:lnTo>
                    <a:pt x="392983" y="1149688"/>
                  </a:lnTo>
                  <a:lnTo>
                    <a:pt x="392981" y="1149678"/>
                  </a:lnTo>
                  <a:lnTo>
                    <a:pt x="392978" y="1149667"/>
                  </a:lnTo>
                  <a:lnTo>
                    <a:pt x="392975" y="1149645"/>
                  </a:lnTo>
                  <a:lnTo>
                    <a:pt x="392973" y="1149627"/>
                  </a:lnTo>
                  <a:lnTo>
                    <a:pt x="392971" y="1149613"/>
                  </a:lnTo>
                  <a:lnTo>
                    <a:pt x="392970" y="1149601"/>
                  </a:lnTo>
                  <a:lnTo>
                    <a:pt x="392966" y="1149590"/>
                  </a:lnTo>
                  <a:lnTo>
                    <a:pt x="392962" y="1149579"/>
                  </a:lnTo>
                  <a:lnTo>
                    <a:pt x="392955" y="1149563"/>
                  </a:lnTo>
                  <a:lnTo>
                    <a:pt x="392946" y="1149543"/>
                  </a:lnTo>
                  <a:lnTo>
                    <a:pt x="392936" y="1149524"/>
                  </a:lnTo>
                  <a:lnTo>
                    <a:pt x="392924" y="1149503"/>
                  </a:lnTo>
                  <a:lnTo>
                    <a:pt x="392912" y="1149484"/>
                  </a:lnTo>
                  <a:lnTo>
                    <a:pt x="392904" y="1149469"/>
                  </a:lnTo>
                  <a:lnTo>
                    <a:pt x="392893" y="1149450"/>
                  </a:lnTo>
                  <a:lnTo>
                    <a:pt x="392886" y="1149437"/>
                  </a:lnTo>
                  <a:lnTo>
                    <a:pt x="392879" y="1149426"/>
                  </a:lnTo>
                  <a:lnTo>
                    <a:pt x="392871" y="1149416"/>
                  </a:lnTo>
                  <a:lnTo>
                    <a:pt x="392865" y="1149409"/>
                  </a:lnTo>
                  <a:lnTo>
                    <a:pt x="392855" y="1149399"/>
                  </a:lnTo>
                  <a:lnTo>
                    <a:pt x="392842" y="1149388"/>
                  </a:lnTo>
                  <a:lnTo>
                    <a:pt x="392825" y="1149375"/>
                  </a:lnTo>
                  <a:lnTo>
                    <a:pt x="392814" y="1149365"/>
                  </a:lnTo>
                  <a:lnTo>
                    <a:pt x="392796" y="1149353"/>
                  </a:lnTo>
                  <a:lnTo>
                    <a:pt x="392781" y="1149344"/>
                  </a:lnTo>
                  <a:lnTo>
                    <a:pt x="392768" y="1149336"/>
                  </a:lnTo>
                  <a:lnTo>
                    <a:pt x="392755" y="1149326"/>
                  </a:lnTo>
                  <a:lnTo>
                    <a:pt x="392744" y="1149314"/>
                  </a:lnTo>
                  <a:lnTo>
                    <a:pt x="392737" y="1149309"/>
                  </a:lnTo>
                  <a:lnTo>
                    <a:pt x="392733" y="1149307"/>
                  </a:lnTo>
                  <a:lnTo>
                    <a:pt x="392728" y="1149307"/>
                  </a:lnTo>
                  <a:lnTo>
                    <a:pt x="392715" y="1149310"/>
                  </a:lnTo>
                  <a:lnTo>
                    <a:pt x="392699" y="1149316"/>
                  </a:lnTo>
                  <a:lnTo>
                    <a:pt x="392689" y="1149321"/>
                  </a:lnTo>
                  <a:lnTo>
                    <a:pt x="392676" y="1149328"/>
                  </a:lnTo>
                  <a:lnTo>
                    <a:pt x="392667" y="1149334"/>
                  </a:lnTo>
                  <a:lnTo>
                    <a:pt x="392656" y="1149343"/>
                  </a:lnTo>
                  <a:lnTo>
                    <a:pt x="392644" y="1149357"/>
                  </a:lnTo>
                  <a:lnTo>
                    <a:pt x="392628" y="1149374"/>
                  </a:lnTo>
                  <a:lnTo>
                    <a:pt x="392618" y="1149383"/>
                  </a:lnTo>
                  <a:lnTo>
                    <a:pt x="392606" y="1149391"/>
                  </a:lnTo>
                  <a:lnTo>
                    <a:pt x="392594" y="1149397"/>
                  </a:lnTo>
                  <a:lnTo>
                    <a:pt x="392588" y="1149399"/>
                  </a:lnTo>
                  <a:lnTo>
                    <a:pt x="392577" y="1149399"/>
                  </a:lnTo>
                  <a:lnTo>
                    <a:pt x="392561" y="1149397"/>
                  </a:lnTo>
                  <a:lnTo>
                    <a:pt x="392547" y="1149394"/>
                  </a:lnTo>
                  <a:lnTo>
                    <a:pt x="392529" y="1149388"/>
                  </a:lnTo>
                  <a:lnTo>
                    <a:pt x="392510" y="1149381"/>
                  </a:lnTo>
                  <a:lnTo>
                    <a:pt x="392492" y="1149376"/>
                  </a:lnTo>
                  <a:lnTo>
                    <a:pt x="392481" y="1149374"/>
                  </a:lnTo>
                  <a:lnTo>
                    <a:pt x="392470" y="1149373"/>
                  </a:lnTo>
                  <a:lnTo>
                    <a:pt x="392463" y="1149373"/>
                  </a:lnTo>
                  <a:lnTo>
                    <a:pt x="392457" y="1149375"/>
                  </a:lnTo>
                  <a:lnTo>
                    <a:pt x="392447" y="1149381"/>
                  </a:lnTo>
                  <a:lnTo>
                    <a:pt x="392437" y="1149387"/>
                  </a:lnTo>
                  <a:lnTo>
                    <a:pt x="392428" y="1149391"/>
                  </a:lnTo>
                  <a:lnTo>
                    <a:pt x="392412" y="1149396"/>
                  </a:lnTo>
                  <a:lnTo>
                    <a:pt x="392404" y="1149400"/>
                  </a:lnTo>
                  <a:lnTo>
                    <a:pt x="392399" y="1149403"/>
                  </a:lnTo>
                  <a:lnTo>
                    <a:pt x="392396" y="1149408"/>
                  </a:lnTo>
                  <a:lnTo>
                    <a:pt x="392393" y="1149415"/>
                  </a:lnTo>
                  <a:lnTo>
                    <a:pt x="392389" y="1149424"/>
                  </a:lnTo>
                  <a:lnTo>
                    <a:pt x="392384" y="1149432"/>
                  </a:lnTo>
                  <a:lnTo>
                    <a:pt x="392377" y="1149440"/>
                  </a:lnTo>
                  <a:lnTo>
                    <a:pt x="392370" y="1149447"/>
                  </a:lnTo>
                  <a:lnTo>
                    <a:pt x="392362" y="1149453"/>
                  </a:lnTo>
                  <a:lnTo>
                    <a:pt x="392353" y="1149458"/>
                  </a:lnTo>
                  <a:lnTo>
                    <a:pt x="392341" y="1149461"/>
                  </a:lnTo>
                  <a:lnTo>
                    <a:pt x="392327" y="1149464"/>
                  </a:lnTo>
                  <a:lnTo>
                    <a:pt x="392309" y="1149466"/>
                  </a:lnTo>
                  <a:lnTo>
                    <a:pt x="392286" y="1149468"/>
                  </a:lnTo>
                  <a:lnTo>
                    <a:pt x="392275" y="1149471"/>
                  </a:lnTo>
                  <a:lnTo>
                    <a:pt x="392269" y="1149474"/>
                  </a:lnTo>
                  <a:lnTo>
                    <a:pt x="392265" y="1149480"/>
                  </a:lnTo>
                  <a:lnTo>
                    <a:pt x="392261" y="1149489"/>
                  </a:lnTo>
                  <a:lnTo>
                    <a:pt x="392256" y="1149503"/>
                  </a:lnTo>
                  <a:lnTo>
                    <a:pt x="392253" y="1149521"/>
                  </a:lnTo>
                  <a:lnTo>
                    <a:pt x="392250" y="1149540"/>
                  </a:lnTo>
                  <a:lnTo>
                    <a:pt x="392247" y="1149551"/>
                  </a:lnTo>
                  <a:lnTo>
                    <a:pt x="392243" y="1149561"/>
                  </a:lnTo>
                  <a:lnTo>
                    <a:pt x="392234" y="1149578"/>
                  </a:lnTo>
                  <a:lnTo>
                    <a:pt x="392228" y="1149589"/>
                  </a:lnTo>
                  <a:lnTo>
                    <a:pt x="392220" y="1149600"/>
                  </a:lnTo>
                  <a:lnTo>
                    <a:pt x="392215" y="1149612"/>
                  </a:lnTo>
                  <a:lnTo>
                    <a:pt x="392209" y="1149627"/>
                  </a:lnTo>
                  <a:lnTo>
                    <a:pt x="392209" y="1149640"/>
                  </a:lnTo>
                  <a:lnTo>
                    <a:pt x="392210" y="1149652"/>
                  </a:lnTo>
                  <a:lnTo>
                    <a:pt x="392209" y="1149680"/>
                  </a:lnTo>
                  <a:lnTo>
                    <a:pt x="392207" y="1149690"/>
                  </a:lnTo>
                  <a:lnTo>
                    <a:pt x="392203" y="1149696"/>
                  </a:lnTo>
                  <a:lnTo>
                    <a:pt x="392199" y="1149700"/>
                  </a:lnTo>
                  <a:lnTo>
                    <a:pt x="392192" y="1149706"/>
                  </a:lnTo>
                  <a:lnTo>
                    <a:pt x="392181" y="1149714"/>
                  </a:lnTo>
                  <a:lnTo>
                    <a:pt x="392162" y="1149725"/>
                  </a:lnTo>
                  <a:lnTo>
                    <a:pt x="392145" y="1149735"/>
                  </a:lnTo>
                  <a:lnTo>
                    <a:pt x="392121" y="1149748"/>
                  </a:lnTo>
                  <a:lnTo>
                    <a:pt x="392102" y="1149758"/>
                  </a:lnTo>
                  <a:lnTo>
                    <a:pt x="392086" y="1149767"/>
                  </a:lnTo>
                  <a:lnTo>
                    <a:pt x="392072" y="1149775"/>
                  </a:lnTo>
                  <a:lnTo>
                    <a:pt x="392059" y="1149781"/>
                  </a:lnTo>
                  <a:lnTo>
                    <a:pt x="392045" y="1149787"/>
                  </a:lnTo>
                  <a:lnTo>
                    <a:pt x="392025" y="1149794"/>
                  </a:lnTo>
                  <a:lnTo>
                    <a:pt x="392005" y="1149801"/>
                  </a:lnTo>
                  <a:lnTo>
                    <a:pt x="391993" y="1149806"/>
                  </a:lnTo>
                  <a:lnTo>
                    <a:pt x="391977" y="1149814"/>
                  </a:lnTo>
                  <a:lnTo>
                    <a:pt x="391963" y="1149821"/>
                  </a:lnTo>
                  <a:lnTo>
                    <a:pt x="391936" y="1149836"/>
                  </a:lnTo>
                  <a:lnTo>
                    <a:pt x="391911" y="1149851"/>
                  </a:lnTo>
                  <a:lnTo>
                    <a:pt x="391886" y="1149865"/>
                  </a:lnTo>
                  <a:lnTo>
                    <a:pt x="391859" y="1149878"/>
                  </a:lnTo>
                  <a:lnTo>
                    <a:pt x="391836" y="1149889"/>
                  </a:lnTo>
                  <a:lnTo>
                    <a:pt x="391820" y="1149896"/>
                  </a:lnTo>
                  <a:lnTo>
                    <a:pt x="391814" y="1149898"/>
                  </a:lnTo>
                  <a:lnTo>
                    <a:pt x="391807" y="1149898"/>
                  </a:lnTo>
                  <a:lnTo>
                    <a:pt x="391800" y="1149897"/>
                  </a:lnTo>
                  <a:lnTo>
                    <a:pt x="391790" y="1149895"/>
                  </a:lnTo>
                  <a:lnTo>
                    <a:pt x="391780" y="1149890"/>
                  </a:lnTo>
                  <a:lnTo>
                    <a:pt x="391762" y="1149883"/>
                  </a:lnTo>
                  <a:lnTo>
                    <a:pt x="391752" y="1149878"/>
                  </a:lnTo>
                  <a:lnTo>
                    <a:pt x="391738" y="1149869"/>
                  </a:lnTo>
                  <a:lnTo>
                    <a:pt x="391724" y="1149861"/>
                  </a:lnTo>
                  <a:lnTo>
                    <a:pt x="391713" y="1149857"/>
                  </a:lnTo>
                  <a:lnTo>
                    <a:pt x="391702" y="1149854"/>
                  </a:lnTo>
                  <a:lnTo>
                    <a:pt x="391686" y="1149852"/>
                  </a:lnTo>
                  <a:lnTo>
                    <a:pt x="391670" y="1149850"/>
                  </a:lnTo>
                  <a:lnTo>
                    <a:pt x="391640" y="1149851"/>
                  </a:lnTo>
                  <a:lnTo>
                    <a:pt x="391619" y="1149851"/>
                  </a:lnTo>
                  <a:lnTo>
                    <a:pt x="391602" y="1149854"/>
                  </a:lnTo>
                  <a:lnTo>
                    <a:pt x="391583" y="1149857"/>
                  </a:lnTo>
                  <a:lnTo>
                    <a:pt x="391569" y="1149860"/>
                  </a:lnTo>
                  <a:lnTo>
                    <a:pt x="391556" y="1149865"/>
                  </a:lnTo>
                  <a:lnTo>
                    <a:pt x="391549" y="1149869"/>
                  </a:lnTo>
                  <a:lnTo>
                    <a:pt x="391540" y="1149877"/>
                  </a:lnTo>
                  <a:lnTo>
                    <a:pt x="391531" y="1149884"/>
                  </a:lnTo>
                  <a:lnTo>
                    <a:pt x="391519" y="1149892"/>
                  </a:lnTo>
                  <a:lnTo>
                    <a:pt x="391509" y="1149897"/>
                  </a:lnTo>
                  <a:lnTo>
                    <a:pt x="391502" y="1149900"/>
                  </a:lnTo>
                  <a:lnTo>
                    <a:pt x="391486" y="1149906"/>
                  </a:lnTo>
                  <a:lnTo>
                    <a:pt x="391474" y="1149912"/>
                  </a:lnTo>
                  <a:lnTo>
                    <a:pt x="391465" y="1149918"/>
                  </a:lnTo>
                  <a:lnTo>
                    <a:pt x="391457" y="1149925"/>
                  </a:lnTo>
                  <a:lnTo>
                    <a:pt x="391451" y="1149933"/>
                  </a:lnTo>
                  <a:lnTo>
                    <a:pt x="391445" y="1149940"/>
                  </a:lnTo>
                  <a:lnTo>
                    <a:pt x="391439" y="1149951"/>
                  </a:lnTo>
                  <a:lnTo>
                    <a:pt x="391432" y="1149970"/>
                  </a:lnTo>
                  <a:lnTo>
                    <a:pt x="391423" y="1149987"/>
                  </a:lnTo>
                  <a:lnTo>
                    <a:pt x="391419" y="1149995"/>
                  </a:lnTo>
                  <a:lnTo>
                    <a:pt x="391415" y="1149998"/>
                  </a:lnTo>
                  <a:lnTo>
                    <a:pt x="391408" y="1149994"/>
                  </a:lnTo>
                  <a:lnTo>
                    <a:pt x="391401" y="1149990"/>
                  </a:lnTo>
                  <a:lnTo>
                    <a:pt x="391389" y="1149982"/>
                  </a:lnTo>
                  <a:lnTo>
                    <a:pt x="391379" y="1149978"/>
                  </a:lnTo>
                  <a:lnTo>
                    <a:pt x="391370" y="1149975"/>
                  </a:lnTo>
                  <a:lnTo>
                    <a:pt x="391357" y="1149974"/>
                  </a:lnTo>
                  <a:lnTo>
                    <a:pt x="391345" y="1149972"/>
                  </a:lnTo>
                  <a:lnTo>
                    <a:pt x="391335" y="1149969"/>
                  </a:lnTo>
                  <a:lnTo>
                    <a:pt x="391322" y="1149965"/>
                  </a:lnTo>
                  <a:lnTo>
                    <a:pt x="391312" y="1149960"/>
                  </a:lnTo>
                  <a:lnTo>
                    <a:pt x="391303" y="1149954"/>
                  </a:lnTo>
                  <a:lnTo>
                    <a:pt x="391294" y="1149946"/>
                  </a:lnTo>
                  <a:lnTo>
                    <a:pt x="391286" y="1149940"/>
                  </a:lnTo>
                  <a:lnTo>
                    <a:pt x="391276" y="1149935"/>
                  </a:lnTo>
                  <a:lnTo>
                    <a:pt x="391267" y="1149932"/>
                  </a:lnTo>
                  <a:lnTo>
                    <a:pt x="391252" y="1149929"/>
                  </a:lnTo>
                  <a:lnTo>
                    <a:pt x="391235" y="1149928"/>
                  </a:lnTo>
                  <a:lnTo>
                    <a:pt x="391225" y="1149928"/>
                  </a:lnTo>
                  <a:lnTo>
                    <a:pt x="391216" y="1149929"/>
                  </a:lnTo>
                  <a:lnTo>
                    <a:pt x="391206" y="1149932"/>
                  </a:lnTo>
                  <a:lnTo>
                    <a:pt x="391196" y="1149936"/>
                  </a:lnTo>
                  <a:lnTo>
                    <a:pt x="391191" y="1149940"/>
                  </a:lnTo>
                  <a:lnTo>
                    <a:pt x="391181" y="1149947"/>
                  </a:lnTo>
                  <a:lnTo>
                    <a:pt x="391173" y="1149956"/>
                  </a:lnTo>
                  <a:lnTo>
                    <a:pt x="391164" y="1149967"/>
                  </a:lnTo>
                  <a:lnTo>
                    <a:pt x="391153" y="1149980"/>
                  </a:lnTo>
                  <a:lnTo>
                    <a:pt x="391144" y="1149990"/>
                  </a:lnTo>
                  <a:lnTo>
                    <a:pt x="391137" y="1149995"/>
                  </a:lnTo>
                  <a:lnTo>
                    <a:pt x="391131" y="1149999"/>
                  </a:lnTo>
                  <a:lnTo>
                    <a:pt x="391110" y="1150001"/>
                  </a:lnTo>
                  <a:lnTo>
                    <a:pt x="391090" y="1150001"/>
                  </a:lnTo>
                  <a:lnTo>
                    <a:pt x="391077" y="1150003"/>
                  </a:lnTo>
                  <a:lnTo>
                    <a:pt x="391069" y="1150005"/>
                  </a:lnTo>
                  <a:lnTo>
                    <a:pt x="391060" y="1150009"/>
                  </a:lnTo>
                  <a:lnTo>
                    <a:pt x="391054" y="1150012"/>
                  </a:lnTo>
                  <a:lnTo>
                    <a:pt x="391050" y="1150018"/>
                  </a:lnTo>
                  <a:lnTo>
                    <a:pt x="391048" y="1150028"/>
                  </a:lnTo>
                  <a:lnTo>
                    <a:pt x="391048" y="1150043"/>
                  </a:lnTo>
                  <a:lnTo>
                    <a:pt x="391047" y="1150053"/>
                  </a:lnTo>
                  <a:lnTo>
                    <a:pt x="391045" y="1150062"/>
                  </a:lnTo>
                  <a:lnTo>
                    <a:pt x="391041" y="1150071"/>
                  </a:lnTo>
                  <a:lnTo>
                    <a:pt x="391037" y="1150079"/>
                  </a:lnTo>
                  <a:lnTo>
                    <a:pt x="391032" y="1150086"/>
                  </a:lnTo>
                  <a:lnTo>
                    <a:pt x="391027" y="1150092"/>
                  </a:lnTo>
                  <a:lnTo>
                    <a:pt x="391022" y="1150098"/>
                  </a:lnTo>
                  <a:lnTo>
                    <a:pt x="391016" y="1150103"/>
                  </a:lnTo>
                  <a:lnTo>
                    <a:pt x="391004" y="1150112"/>
                  </a:lnTo>
                  <a:lnTo>
                    <a:pt x="390994" y="1150118"/>
                  </a:lnTo>
                  <a:lnTo>
                    <a:pt x="390982" y="1150126"/>
                  </a:lnTo>
                  <a:lnTo>
                    <a:pt x="390972" y="1150132"/>
                  </a:lnTo>
                  <a:lnTo>
                    <a:pt x="390966" y="1150134"/>
                  </a:lnTo>
                  <a:lnTo>
                    <a:pt x="390958" y="1150135"/>
                  </a:lnTo>
                  <a:lnTo>
                    <a:pt x="390946" y="1150136"/>
                  </a:lnTo>
                  <a:lnTo>
                    <a:pt x="390932" y="1150135"/>
                  </a:lnTo>
                  <a:lnTo>
                    <a:pt x="390923" y="1150133"/>
                  </a:lnTo>
                  <a:lnTo>
                    <a:pt x="390906" y="1150130"/>
                  </a:lnTo>
                  <a:lnTo>
                    <a:pt x="390893" y="1150127"/>
                  </a:lnTo>
                  <a:lnTo>
                    <a:pt x="390886" y="1150127"/>
                  </a:lnTo>
                  <a:lnTo>
                    <a:pt x="390874" y="1150128"/>
                  </a:lnTo>
                  <a:lnTo>
                    <a:pt x="390853" y="1150133"/>
                  </a:lnTo>
                  <a:lnTo>
                    <a:pt x="390839" y="1150136"/>
                  </a:lnTo>
                  <a:lnTo>
                    <a:pt x="390822" y="1150138"/>
                  </a:lnTo>
                  <a:lnTo>
                    <a:pt x="390783" y="1150139"/>
                  </a:lnTo>
                  <a:lnTo>
                    <a:pt x="390761" y="1150140"/>
                  </a:lnTo>
                  <a:lnTo>
                    <a:pt x="390722" y="1150139"/>
                  </a:lnTo>
                  <a:lnTo>
                    <a:pt x="390699" y="1150138"/>
                  </a:lnTo>
                  <a:lnTo>
                    <a:pt x="390681" y="1150138"/>
                  </a:lnTo>
                  <a:lnTo>
                    <a:pt x="390671" y="1150139"/>
                  </a:lnTo>
                  <a:lnTo>
                    <a:pt x="390666" y="1150140"/>
                  </a:lnTo>
                  <a:lnTo>
                    <a:pt x="390660" y="1150144"/>
                  </a:lnTo>
                  <a:lnTo>
                    <a:pt x="390653" y="1150153"/>
                  </a:lnTo>
                  <a:lnTo>
                    <a:pt x="390645" y="1150164"/>
                  </a:lnTo>
                  <a:lnTo>
                    <a:pt x="390637" y="1150174"/>
                  </a:lnTo>
                  <a:lnTo>
                    <a:pt x="390628" y="1150185"/>
                  </a:lnTo>
                  <a:lnTo>
                    <a:pt x="390620" y="1150193"/>
                  </a:lnTo>
                  <a:lnTo>
                    <a:pt x="390607" y="1150204"/>
                  </a:lnTo>
                  <a:lnTo>
                    <a:pt x="390595" y="1150212"/>
                  </a:lnTo>
                  <a:lnTo>
                    <a:pt x="390588" y="1150218"/>
                  </a:lnTo>
                  <a:lnTo>
                    <a:pt x="390579" y="1150223"/>
                  </a:lnTo>
                  <a:lnTo>
                    <a:pt x="390570" y="1150228"/>
                  </a:lnTo>
                  <a:lnTo>
                    <a:pt x="390563" y="1150235"/>
                  </a:lnTo>
                  <a:lnTo>
                    <a:pt x="390551" y="1150244"/>
                  </a:lnTo>
                  <a:lnTo>
                    <a:pt x="390539" y="1150247"/>
                  </a:lnTo>
                  <a:lnTo>
                    <a:pt x="390520" y="1150250"/>
                  </a:lnTo>
                  <a:lnTo>
                    <a:pt x="390494" y="1150251"/>
                  </a:lnTo>
                  <a:lnTo>
                    <a:pt x="390475" y="1150253"/>
                  </a:lnTo>
                  <a:lnTo>
                    <a:pt x="390464" y="1150255"/>
                  </a:lnTo>
                  <a:lnTo>
                    <a:pt x="390451" y="1150258"/>
                  </a:lnTo>
                  <a:lnTo>
                    <a:pt x="390443" y="1150262"/>
                  </a:lnTo>
                  <a:lnTo>
                    <a:pt x="390432" y="1150267"/>
                  </a:lnTo>
                  <a:lnTo>
                    <a:pt x="390413" y="1150275"/>
                  </a:lnTo>
                  <a:lnTo>
                    <a:pt x="390396" y="1150282"/>
                  </a:lnTo>
                  <a:lnTo>
                    <a:pt x="390387" y="1150287"/>
                  </a:lnTo>
                  <a:lnTo>
                    <a:pt x="390376" y="1150293"/>
                  </a:lnTo>
                  <a:lnTo>
                    <a:pt x="390367" y="1150300"/>
                  </a:lnTo>
                  <a:lnTo>
                    <a:pt x="390358" y="1150308"/>
                  </a:lnTo>
                  <a:lnTo>
                    <a:pt x="390348" y="1150315"/>
                  </a:lnTo>
                  <a:lnTo>
                    <a:pt x="390337" y="1150321"/>
                  </a:lnTo>
                  <a:lnTo>
                    <a:pt x="390322" y="1150328"/>
                  </a:lnTo>
                  <a:lnTo>
                    <a:pt x="390310" y="1150333"/>
                  </a:lnTo>
                  <a:lnTo>
                    <a:pt x="390300" y="1150337"/>
                  </a:lnTo>
                  <a:lnTo>
                    <a:pt x="390294" y="1150338"/>
                  </a:lnTo>
                  <a:lnTo>
                    <a:pt x="390289" y="1150338"/>
                  </a:lnTo>
                  <a:lnTo>
                    <a:pt x="390284" y="1150338"/>
                  </a:lnTo>
                  <a:lnTo>
                    <a:pt x="390273" y="1150333"/>
                  </a:lnTo>
                  <a:lnTo>
                    <a:pt x="390252" y="1150326"/>
                  </a:lnTo>
                  <a:lnTo>
                    <a:pt x="390231" y="1150320"/>
                  </a:lnTo>
                  <a:lnTo>
                    <a:pt x="390212" y="1150315"/>
                  </a:lnTo>
                  <a:lnTo>
                    <a:pt x="390192" y="1150311"/>
                  </a:lnTo>
                  <a:lnTo>
                    <a:pt x="390165" y="1150307"/>
                  </a:lnTo>
                  <a:lnTo>
                    <a:pt x="390143" y="1150305"/>
                  </a:lnTo>
                  <a:lnTo>
                    <a:pt x="390124" y="1150301"/>
                  </a:lnTo>
                  <a:lnTo>
                    <a:pt x="390104" y="1150298"/>
                  </a:lnTo>
                  <a:lnTo>
                    <a:pt x="390081" y="1150296"/>
                  </a:lnTo>
                  <a:lnTo>
                    <a:pt x="390060" y="1150291"/>
                  </a:lnTo>
                  <a:lnTo>
                    <a:pt x="390044" y="1150288"/>
                  </a:lnTo>
                  <a:lnTo>
                    <a:pt x="390028" y="1150285"/>
                  </a:lnTo>
                  <a:lnTo>
                    <a:pt x="390004" y="1150278"/>
                  </a:lnTo>
                  <a:lnTo>
                    <a:pt x="389981" y="1150271"/>
                  </a:lnTo>
                  <a:lnTo>
                    <a:pt x="389964" y="1150267"/>
                  </a:lnTo>
                  <a:lnTo>
                    <a:pt x="389943" y="1150264"/>
                  </a:lnTo>
                  <a:lnTo>
                    <a:pt x="389920" y="1150260"/>
                  </a:lnTo>
                  <a:lnTo>
                    <a:pt x="389898" y="1150255"/>
                  </a:lnTo>
                  <a:lnTo>
                    <a:pt x="389880" y="1150250"/>
                  </a:lnTo>
                  <a:lnTo>
                    <a:pt x="389857" y="1150243"/>
                  </a:lnTo>
                  <a:lnTo>
                    <a:pt x="389835" y="1150236"/>
                  </a:lnTo>
                  <a:lnTo>
                    <a:pt x="389804" y="1150228"/>
                  </a:lnTo>
                  <a:lnTo>
                    <a:pt x="389789" y="1150224"/>
                  </a:lnTo>
                  <a:lnTo>
                    <a:pt x="389781" y="1150220"/>
                  </a:lnTo>
                  <a:lnTo>
                    <a:pt x="389761" y="1150212"/>
                  </a:lnTo>
                  <a:lnTo>
                    <a:pt x="389747" y="1150207"/>
                  </a:lnTo>
                  <a:lnTo>
                    <a:pt x="389737" y="1150204"/>
                  </a:lnTo>
                  <a:lnTo>
                    <a:pt x="389721" y="1150202"/>
                  </a:lnTo>
                  <a:lnTo>
                    <a:pt x="389702" y="1150200"/>
                  </a:lnTo>
                  <a:lnTo>
                    <a:pt x="389687" y="1150199"/>
                  </a:lnTo>
                  <a:lnTo>
                    <a:pt x="389666" y="1150199"/>
                  </a:lnTo>
                  <a:lnTo>
                    <a:pt x="389641" y="1150199"/>
                  </a:lnTo>
                  <a:lnTo>
                    <a:pt x="389615" y="1150198"/>
                  </a:lnTo>
                  <a:lnTo>
                    <a:pt x="389602" y="1150196"/>
                  </a:lnTo>
                  <a:lnTo>
                    <a:pt x="389587" y="1150194"/>
                  </a:lnTo>
                  <a:lnTo>
                    <a:pt x="389571" y="1150190"/>
                  </a:lnTo>
                  <a:lnTo>
                    <a:pt x="389557" y="1150187"/>
                  </a:lnTo>
                  <a:lnTo>
                    <a:pt x="389544" y="1150183"/>
                  </a:lnTo>
                  <a:lnTo>
                    <a:pt x="389527" y="1150177"/>
                  </a:lnTo>
                  <a:lnTo>
                    <a:pt x="389520" y="1150174"/>
                  </a:lnTo>
                  <a:lnTo>
                    <a:pt x="389515" y="1150170"/>
                  </a:lnTo>
                  <a:lnTo>
                    <a:pt x="389505" y="1150163"/>
                  </a:lnTo>
                  <a:lnTo>
                    <a:pt x="389495" y="1150153"/>
                  </a:lnTo>
                  <a:lnTo>
                    <a:pt x="389487" y="1150146"/>
                  </a:lnTo>
                  <a:lnTo>
                    <a:pt x="389480" y="1150137"/>
                  </a:lnTo>
                  <a:lnTo>
                    <a:pt x="389472" y="1150128"/>
                  </a:lnTo>
                  <a:lnTo>
                    <a:pt x="389464" y="1150115"/>
                  </a:lnTo>
                  <a:lnTo>
                    <a:pt x="389457" y="1150102"/>
                  </a:lnTo>
                  <a:lnTo>
                    <a:pt x="389455" y="1150097"/>
                  </a:lnTo>
                  <a:lnTo>
                    <a:pt x="389452" y="1150085"/>
                  </a:lnTo>
                  <a:lnTo>
                    <a:pt x="389447" y="1150064"/>
                  </a:lnTo>
                  <a:lnTo>
                    <a:pt x="389442" y="1150042"/>
                  </a:lnTo>
                  <a:lnTo>
                    <a:pt x="389438" y="1150025"/>
                  </a:lnTo>
                  <a:lnTo>
                    <a:pt x="389435" y="1150010"/>
                  </a:lnTo>
                  <a:lnTo>
                    <a:pt x="389432" y="1149995"/>
                  </a:lnTo>
                  <a:lnTo>
                    <a:pt x="389431" y="1149982"/>
                  </a:lnTo>
                  <a:lnTo>
                    <a:pt x="389428" y="1149960"/>
                  </a:lnTo>
                  <a:lnTo>
                    <a:pt x="389428" y="1149944"/>
                  </a:lnTo>
                  <a:lnTo>
                    <a:pt x="389428" y="1149925"/>
                  </a:lnTo>
                  <a:lnTo>
                    <a:pt x="389430" y="1149905"/>
                  </a:lnTo>
                  <a:lnTo>
                    <a:pt x="389431" y="1149894"/>
                  </a:lnTo>
                  <a:lnTo>
                    <a:pt x="389432" y="1149886"/>
                  </a:lnTo>
                  <a:lnTo>
                    <a:pt x="389440" y="1149867"/>
                  </a:lnTo>
                  <a:lnTo>
                    <a:pt x="389443" y="1149859"/>
                  </a:lnTo>
                  <a:lnTo>
                    <a:pt x="389451" y="1149847"/>
                  </a:lnTo>
                  <a:lnTo>
                    <a:pt x="389466" y="1149820"/>
                  </a:lnTo>
                  <a:lnTo>
                    <a:pt x="389477" y="1149800"/>
                  </a:lnTo>
                  <a:lnTo>
                    <a:pt x="389483" y="1149788"/>
                  </a:lnTo>
                  <a:lnTo>
                    <a:pt x="389489" y="1149775"/>
                  </a:lnTo>
                  <a:lnTo>
                    <a:pt x="389496" y="1149762"/>
                  </a:lnTo>
                  <a:lnTo>
                    <a:pt x="389510" y="1149740"/>
                  </a:lnTo>
                  <a:lnTo>
                    <a:pt x="389518" y="1149727"/>
                  </a:lnTo>
                  <a:lnTo>
                    <a:pt x="389532" y="1149707"/>
                  </a:lnTo>
                  <a:lnTo>
                    <a:pt x="389539" y="1149696"/>
                  </a:lnTo>
                  <a:lnTo>
                    <a:pt x="389547" y="1149683"/>
                  </a:lnTo>
                  <a:lnTo>
                    <a:pt x="389551" y="1149679"/>
                  </a:lnTo>
                  <a:lnTo>
                    <a:pt x="389555" y="1149677"/>
                  </a:lnTo>
                  <a:lnTo>
                    <a:pt x="389565" y="1149676"/>
                  </a:lnTo>
                  <a:lnTo>
                    <a:pt x="389577" y="1149676"/>
                  </a:lnTo>
                  <a:lnTo>
                    <a:pt x="389595" y="1149674"/>
                  </a:lnTo>
                  <a:lnTo>
                    <a:pt x="389614" y="1149671"/>
                  </a:lnTo>
                  <a:lnTo>
                    <a:pt x="389634" y="1149666"/>
                  </a:lnTo>
                  <a:lnTo>
                    <a:pt x="389652" y="1149661"/>
                  </a:lnTo>
                  <a:lnTo>
                    <a:pt x="389672" y="1149654"/>
                  </a:lnTo>
                  <a:lnTo>
                    <a:pt x="389688" y="1149650"/>
                  </a:lnTo>
                  <a:lnTo>
                    <a:pt x="389704" y="1149647"/>
                  </a:lnTo>
                  <a:lnTo>
                    <a:pt x="389720" y="1149643"/>
                  </a:lnTo>
                  <a:lnTo>
                    <a:pt x="389740" y="1149637"/>
                  </a:lnTo>
                  <a:lnTo>
                    <a:pt x="389757" y="1149633"/>
                  </a:lnTo>
                  <a:lnTo>
                    <a:pt x="389767" y="1149632"/>
                  </a:lnTo>
                  <a:lnTo>
                    <a:pt x="389778" y="1149632"/>
                  </a:lnTo>
                  <a:lnTo>
                    <a:pt x="389790" y="1149635"/>
                  </a:lnTo>
                  <a:lnTo>
                    <a:pt x="389800" y="1149640"/>
                  </a:lnTo>
                  <a:lnTo>
                    <a:pt x="389815" y="1149651"/>
                  </a:lnTo>
                  <a:lnTo>
                    <a:pt x="389822" y="1149654"/>
                  </a:lnTo>
                  <a:lnTo>
                    <a:pt x="389831" y="1149657"/>
                  </a:lnTo>
                  <a:lnTo>
                    <a:pt x="389841" y="1149657"/>
                  </a:lnTo>
                  <a:lnTo>
                    <a:pt x="389855" y="1149656"/>
                  </a:lnTo>
                  <a:lnTo>
                    <a:pt x="389869" y="1149651"/>
                  </a:lnTo>
                  <a:lnTo>
                    <a:pt x="389882" y="1149645"/>
                  </a:lnTo>
                  <a:lnTo>
                    <a:pt x="389895" y="1149638"/>
                  </a:lnTo>
                  <a:lnTo>
                    <a:pt x="389905" y="1149629"/>
                  </a:lnTo>
                  <a:lnTo>
                    <a:pt x="389913" y="1149618"/>
                  </a:lnTo>
                  <a:lnTo>
                    <a:pt x="389919" y="1149611"/>
                  </a:lnTo>
                  <a:lnTo>
                    <a:pt x="389925" y="1149603"/>
                  </a:lnTo>
                  <a:lnTo>
                    <a:pt x="389930" y="1149591"/>
                  </a:lnTo>
                  <a:lnTo>
                    <a:pt x="389935" y="1149579"/>
                  </a:lnTo>
                  <a:lnTo>
                    <a:pt x="389940" y="1149559"/>
                  </a:lnTo>
                  <a:lnTo>
                    <a:pt x="389943" y="1149544"/>
                  </a:lnTo>
                  <a:lnTo>
                    <a:pt x="389945" y="1149536"/>
                  </a:lnTo>
                  <a:lnTo>
                    <a:pt x="389946" y="1149525"/>
                  </a:lnTo>
                  <a:lnTo>
                    <a:pt x="389946" y="1149512"/>
                  </a:lnTo>
                  <a:lnTo>
                    <a:pt x="389946" y="1149503"/>
                  </a:lnTo>
                  <a:lnTo>
                    <a:pt x="389944" y="1149493"/>
                  </a:lnTo>
                  <a:lnTo>
                    <a:pt x="389943" y="1149487"/>
                  </a:lnTo>
                  <a:lnTo>
                    <a:pt x="389939" y="1149477"/>
                  </a:lnTo>
                  <a:lnTo>
                    <a:pt x="389934" y="1149465"/>
                  </a:lnTo>
                  <a:lnTo>
                    <a:pt x="389927" y="1149449"/>
                  </a:lnTo>
                  <a:lnTo>
                    <a:pt x="389923" y="1149435"/>
                  </a:lnTo>
                  <a:lnTo>
                    <a:pt x="389920" y="1149421"/>
                  </a:lnTo>
                  <a:lnTo>
                    <a:pt x="389918" y="1149400"/>
                  </a:lnTo>
                  <a:lnTo>
                    <a:pt x="389918" y="1149377"/>
                  </a:lnTo>
                  <a:lnTo>
                    <a:pt x="389918" y="1149346"/>
                  </a:lnTo>
                  <a:lnTo>
                    <a:pt x="389920" y="1149330"/>
                  </a:lnTo>
                  <a:lnTo>
                    <a:pt x="389922" y="1149310"/>
                  </a:lnTo>
                  <a:lnTo>
                    <a:pt x="389924" y="1149295"/>
                  </a:lnTo>
                  <a:lnTo>
                    <a:pt x="389927" y="1149280"/>
                  </a:lnTo>
                  <a:lnTo>
                    <a:pt x="389929" y="1149273"/>
                  </a:lnTo>
                  <a:lnTo>
                    <a:pt x="389934" y="1149263"/>
                  </a:lnTo>
                  <a:lnTo>
                    <a:pt x="389944" y="1149244"/>
                  </a:lnTo>
                  <a:lnTo>
                    <a:pt x="389953" y="1149225"/>
                  </a:lnTo>
                  <a:lnTo>
                    <a:pt x="389960" y="1149212"/>
                  </a:lnTo>
                  <a:lnTo>
                    <a:pt x="389969" y="1149198"/>
                  </a:lnTo>
                  <a:lnTo>
                    <a:pt x="389975" y="1149188"/>
                  </a:lnTo>
                  <a:lnTo>
                    <a:pt x="389983" y="1149179"/>
                  </a:lnTo>
                  <a:lnTo>
                    <a:pt x="389992" y="1149169"/>
                  </a:lnTo>
                  <a:lnTo>
                    <a:pt x="390002" y="1149161"/>
                  </a:lnTo>
                  <a:lnTo>
                    <a:pt x="390012" y="1149152"/>
                  </a:lnTo>
                  <a:lnTo>
                    <a:pt x="390025" y="1149143"/>
                  </a:lnTo>
                  <a:lnTo>
                    <a:pt x="390038" y="1149134"/>
                  </a:lnTo>
                  <a:lnTo>
                    <a:pt x="390052" y="1149126"/>
                  </a:lnTo>
                  <a:lnTo>
                    <a:pt x="390070" y="1149116"/>
                  </a:lnTo>
                  <a:lnTo>
                    <a:pt x="390088" y="1149105"/>
                  </a:lnTo>
                  <a:lnTo>
                    <a:pt x="390101" y="1149096"/>
                  </a:lnTo>
                  <a:lnTo>
                    <a:pt x="390119" y="1149083"/>
                  </a:lnTo>
                  <a:lnTo>
                    <a:pt x="390132" y="1149075"/>
                  </a:lnTo>
                  <a:lnTo>
                    <a:pt x="390149" y="1149066"/>
                  </a:lnTo>
                  <a:lnTo>
                    <a:pt x="390161" y="1149060"/>
                  </a:lnTo>
                  <a:lnTo>
                    <a:pt x="390179" y="1149049"/>
                  </a:lnTo>
                  <a:lnTo>
                    <a:pt x="390191" y="1149041"/>
                  </a:lnTo>
                  <a:lnTo>
                    <a:pt x="390204" y="1149032"/>
                  </a:lnTo>
                  <a:lnTo>
                    <a:pt x="390213" y="1149024"/>
                  </a:lnTo>
                  <a:lnTo>
                    <a:pt x="390223" y="1149016"/>
                  </a:lnTo>
                  <a:lnTo>
                    <a:pt x="390233" y="1149010"/>
                  </a:lnTo>
                  <a:lnTo>
                    <a:pt x="390248" y="1149001"/>
                  </a:lnTo>
                  <a:lnTo>
                    <a:pt x="390262" y="1148993"/>
                  </a:lnTo>
                  <a:lnTo>
                    <a:pt x="390274" y="1148985"/>
                  </a:lnTo>
                  <a:lnTo>
                    <a:pt x="390286" y="1148976"/>
                  </a:lnTo>
                  <a:lnTo>
                    <a:pt x="390298" y="1148967"/>
                  </a:lnTo>
                  <a:lnTo>
                    <a:pt x="390308" y="1148958"/>
                  </a:lnTo>
                  <a:lnTo>
                    <a:pt x="390315" y="1148951"/>
                  </a:lnTo>
                  <a:lnTo>
                    <a:pt x="390321" y="1148943"/>
                  </a:lnTo>
                  <a:lnTo>
                    <a:pt x="390329" y="1148935"/>
                  </a:lnTo>
                  <a:lnTo>
                    <a:pt x="390335" y="1148926"/>
                  </a:lnTo>
                  <a:lnTo>
                    <a:pt x="390342" y="1148916"/>
                  </a:lnTo>
                  <a:lnTo>
                    <a:pt x="390347" y="1148906"/>
                  </a:lnTo>
                  <a:lnTo>
                    <a:pt x="390351" y="1148897"/>
                  </a:lnTo>
                  <a:lnTo>
                    <a:pt x="390353" y="1148889"/>
                  </a:lnTo>
                  <a:lnTo>
                    <a:pt x="390356" y="1148880"/>
                  </a:lnTo>
                  <a:lnTo>
                    <a:pt x="390359" y="1148866"/>
                  </a:lnTo>
                  <a:lnTo>
                    <a:pt x="390362" y="1148853"/>
                  </a:lnTo>
                  <a:lnTo>
                    <a:pt x="390366" y="1148835"/>
                  </a:lnTo>
                  <a:lnTo>
                    <a:pt x="390371" y="1148822"/>
                  </a:lnTo>
                  <a:lnTo>
                    <a:pt x="390375" y="1148815"/>
                  </a:lnTo>
                  <a:lnTo>
                    <a:pt x="390382" y="1148806"/>
                  </a:lnTo>
                  <a:lnTo>
                    <a:pt x="390386" y="1148800"/>
                  </a:lnTo>
                  <a:lnTo>
                    <a:pt x="390391" y="1148792"/>
                  </a:lnTo>
                  <a:lnTo>
                    <a:pt x="390395" y="1148785"/>
                  </a:lnTo>
                  <a:lnTo>
                    <a:pt x="390399" y="1148775"/>
                  </a:lnTo>
                  <a:lnTo>
                    <a:pt x="390402" y="1148762"/>
                  </a:lnTo>
                  <a:lnTo>
                    <a:pt x="390402" y="1148754"/>
                  </a:lnTo>
                  <a:lnTo>
                    <a:pt x="390403" y="1148744"/>
                  </a:lnTo>
                  <a:lnTo>
                    <a:pt x="390405" y="1148731"/>
                  </a:lnTo>
                  <a:lnTo>
                    <a:pt x="390410" y="1148706"/>
                  </a:lnTo>
                  <a:lnTo>
                    <a:pt x="390413" y="1148690"/>
                  </a:lnTo>
                  <a:lnTo>
                    <a:pt x="390417" y="1148670"/>
                  </a:lnTo>
                  <a:lnTo>
                    <a:pt x="390419" y="1148658"/>
                  </a:lnTo>
                  <a:lnTo>
                    <a:pt x="390419" y="1148651"/>
                  </a:lnTo>
                  <a:lnTo>
                    <a:pt x="390418" y="1148642"/>
                  </a:lnTo>
                  <a:lnTo>
                    <a:pt x="390416" y="1148634"/>
                  </a:lnTo>
                  <a:lnTo>
                    <a:pt x="390409" y="1148618"/>
                  </a:lnTo>
                  <a:lnTo>
                    <a:pt x="390398" y="1148600"/>
                  </a:lnTo>
                  <a:lnTo>
                    <a:pt x="390385" y="1148583"/>
                  </a:lnTo>
                  <a:lnTo>
                    <a:pt x="390372" y="1148564"/>
                  </a:lnTo>
                  <a:lnTo>
                    <a:pt x="390351" y="1148535"/>
                  </a:lnTo>
                  <a:lnTo>
                    <a:pt x="390331" y="1148509"/>
                  </a:lnTo>
                  <a:lnTo>
                    <a:pt x="390322" y="1148497"/>
                  </a:lnTo>
                  <a:lnTo>
                    <a:pt x="390301" y="1148474"/>
                  </a:lnTo>
                  <a:lnTo>
                    <a:pt x="390287" y="1148457"/>
                  </a:lnTo>
                  <a:lnTo>
                    <a:pt x="390270" y="1148440"/>
                  </a:lnTo>
                  <a:lnTo>
                    <a:pt x="390253" y="1148423"/>
                  </a:lnTo>
                  <a:lnTo>
                    <a:pt x="390239" y="1148407"/>
                  </a:lnTo>
                  <a:lnTo>
                    <a:pt x="390219" y="1148389"/>
                  </a:lnTo>
                  <a:lnTo>
                    <a:pt x="390202" y="1148372"/>
                  </a:lnTo>
                  <a:lnTo>
                    <a:pt x="390186" y="1148358"/>
                  </a:lnTo>
                  <a:lnTo>
                    <a:pt x="390171" y="1148345"/>
                  </a:lnTo>
                  <a:lnTo>
                    <a:pt x="390160" y="1148337"/>
                  </a:lnTo>
                  <a:lnTo>
                    <a:pt x="390146" y="1148329"/>
                  </a:lnTo>
                  <a:lnTo>
                    <a:pt x="390129" y="1148323"/>
                  </a:lnTo>
                  <a:lnTo>
                    <a:pt x="390114" y="1148318"/>
                  </a:lnTo>
                  <a:lnTo>
                    <a:pt x="390089" y="1148311"/>
                  </a:lnTo>
                  <a:lnTo>
                    <a:pt x="390063" y="1148304"/>
                  </a:lnTo>
                  <a:lnTo>
                    <a:pt x="390037" y="1148294"/>
                  </a:lnTo>
                  <a:lnTo>
                    <a:pt x="390014" y="1148286"/>
                  </a:lnTo>
                  <a:lnTo>
                    <a:pt x="389984" y="1148274"/>
                  </a:lnTo>
                  <a:lnTo>
                    <a:pt x="389959" y="1148261"/>
                  </a:lnTo>
                  <a:lnTo>
                    <a:pt x="389941" y="1148251"/>
                  </a:lnTo>
                  <a:lnTo>
                    <a:pt x="389910" y="1148233"/>
                  </a:lnTo>
                  <a:lnTo>
                    <a:pt x="389882" y="1148220"/>
                  </a:lnTo>
                  <a:lnTo>
                    <a:pt x="389868" y="1148216"/>
                  </a:lnTo>
                  <a:lnTo>
                    <a:pt x="389853" y="1148214"/>
                  </a:lnTo>
                  <a:lnTo>
                    <a:pt x="389831" y="1148214"/>
                  </a:lnTo>
                  <a:lnTo>
                    <a:pt x="389798" y="1148218"/>
                  </a:lnTo>
                  <a:lnTo>
                    <a:pt x="389770" y="1148218"/>
                  </a:lnTo>
                  <a:lnTo>
                    <a:pt x="389751" y="1148215"/>
                  </a:lnTo>
                  <a:lnTo>
                    <a:pt x="389736" y="1148211"/>
                  </a:lnTo>
                  <a:lnTo>
                    <a:pt x="389717" y="1148205"/>
                  </a:lnTo>
                  <a:lnTo>
                    <a:pt x="389692" y="1148198"/>
                  </a:lnTo>
                  <a:lnTo>
                    <a:pt x="389659" y="1148189"/>
                  </a:lnTo>
                  <a:lnTo>
                    <a:pt x="389629" y="1148180"/>
                  </a:lnTo>
                  <a:lnTo>
                    <a:pt x="389607" y="1148175"/>
                  </a:lnTo>
                  <a:lnTo>
                    <a:pt x="389578" y="1148172"/>
                  </a:lnTo>
                  <a:lnTo>
                    <a:pt x="389550" y="1148168"/>
                  </a:lnTo>
                  <a:lnTo>
                    <a:pt x="389528" y="1148166"/>
                  </a:lnTo>
                  <a:lnTo>
                    <a:pt x="389503" y="1148165"/>
                  </a:lnTo>
                  <a:lnTo>
                    <a:pt x="389481" y="1148163"/>
                  </a:lnTo>
                  <a:lnTo>
                    <a:pt x="389464" y="1148160"/>
                  </a:lnTo>
                  <a:lnTo>
                    <a:pt x="389444" y="1148156"/>
                  </a:lnTo>
                  <a:lnTo>
                    <a:pt x="389432" y="1148152"/>
                  </a:lnTo>
                  <a:lnTo>
                    <a:pt x="389423" y="1148148"/>
                  </a:lnTo>
                  <a:lnTo>
                    <a:pt x="389416" y="1148142"/>
                  </a:lnTo>
                  <a:lnTo>
                    <a:pt x="389409" y="1148133"/>
                  </a:lnTo>
                  <a:lnTo>
                    <a:pt x="389401" y="1148127"/>
                  </a:lnTo>
                  <a:lnTo>
                    <a:pt x="389384" y="1148119"/>
                  </a:lnTo>
                  <a:lnTo>
                    <a:pt x="389362" y="1148109"/>
                  </a:lnTo>
                  <a:lnTo>
                    <a:pt x="389345" y="1148098"/>
                  </a:lnTo>
                  <a:lnTo>
                    <a:pt x="389330" y="1148089"/>
                  </a:lnTo>
                  <a:lnTo>
                    <a:pt x="389318" y="1148084"/>
                  </a:lnTo>
                  <a:lnTo>
                    <a:pt x="389301" y="1148079"/>
                  </a:lnTo>
                  <a:lnTo>
                    <a:pt x="389293" y="1148075"/>
                  </a:lnTo>
                  <a:lnTo>
                    <a:pt x="389273" y="1148065"/>
                  </a:lnTo>
                  <a:lnTo>
                    <a:pt x="389254" y="1148058"/>
                  </a:lnTo>
                  <a:lnTo>
                    <a:pt x="389241" y="1148053"/>
                  </a:lnTo>
                  <a:lnTo>
                    <a:pt x="389231" y="1148053"/>
                  </a:lnTo>
                  <a:lnTo>
                    <a:pt x="389220" y="1148052"/>
                  </a:lnTo>
                  <a:lnTo>
                    <a:pt x="389210" y="1148049"/>
                  </a:lnTo>
                  <a:lnTo>
                    <a:pt x="389201" y="1148046"/>
                  </a:lnTo>
                  <a:lnTo>
                    <a:pt x="389192" y="1148039"/>
                  </a:lnTo>
                  <a:lnTo>
                    <a:pt x="389178" y="1148027"/>
                  </a:lnTo>
                  <a:lnTo>
                    <a:pt x="389168" y="1148019"/>
                  </a:lnTo>
                  <a:lnTo>
                    <a:pt x="389148" y="1148011"/>
                  </a:lnTo>
                  <a:lnTo>
                    <a:pt x="389136" y="1148005"/>
                  </a:lnTo>
                  <a:lnTo>
                    <a:pt x="389118" y="1147996"/>
                  </a:lnTo>
                  <a:lnTo>
                    <a:pt x="389109" y="1147990"/>
                  </a:lnTo>
                  <a:lnTo>
                    <a:pt x="389097" y="1147982"/>
                  </a:lnTo>
                  <a:lnTo>
                    <a:pt x="389080" y="1147968"/>
                  </a:lnTo>
                  <a:lnTo>
                    <a:pt x="389061" y="1147956"/>
                  </a:lnTo>
                  <a:lnTo>
                    <a:pt x="389037" y="1147942"/>
                  </a:lnTo>
                  <a:lnTo>
                    <a:pt x="389022" y="1147933"/>
                  </a:lnTo>
                  <a:lnTo>
                    <a:pt x="389002" y="1147924"/>
                  </a:lnTo>
                  <a:lnTo>
                    <a:pt x="388980" y="1147914"/>
                  </a:lnTo>
                  <a:lnTo>
                    <a:pt x="388960" y="1147904"/>
                  </a:lnTo>
                  <a:lnTo>
                    <a:pt x="388951" y="1147900"/>
                  </a:lnTo>
                  <a:lnTo>
                    <a:pt x="388942" y="1147893"/>
                  </a:lnTo>
                  <a:lnTo>
                    <a:pt x="388935" y="1147884"/>
                  </a:lnTo>
                  <a:lnTo>
                    <a:pt x="388932" y="1147877"/>
                  </a:lnTo>
                  <a:lnTo>
                    <a:pt x="388928" y="1147873"/>
                  </a:lnTo>
                  <a:lnTo>
                    <a:pt x="388915" y="1147864"/>
                  </a:lnTo>
                  <a:lnTo>
                    <a:pt x="388897" y="1147850"/>
                  </a:lnTo>
                  <a:lnTo>
                    <a:pt x="388880" y="1147836"/>
                  </a:lnTo>
                  <a:lnTo>
                    <a:pt x="388861" y="1147818"/>
                  </a:lnTo>
                  <a:lnTo>
                    <a:pt x="388837" y="1147797"/>
                  </a:lnTo>
                  <a:lnTo>
                    <a:pt x="388814" y="1147775"/>
                  </a:lnTo>
                  <a:lnTo>
                    <a:pt x="388793" y="1147756"/>
                  </a:lnTo>
                  <a:lnTo>
                    <a:pt x="388774" y="1147737"/>
                  </a:lnTo>
                  <a:lnTo>
                    <a:pt x="388755" y="1147722"/>
                  </a:lnTo>
                  <a:lnTo>
                    <a:pt x="388739" y="1147710"/>
                  </a:lnTo>
                  <a:lnTo>
                    <a:pt x="388713" y="1147695"/>
                  </a:lnTo>
                  <a:lnTo>
                    <a:pt x="388704" y="1147688"/>
                  </a:lnTo>
                  <a:lnTo>
                    <a:pt x="388696" y="1147681"/>
                  </a:lnTo>
                  <a:lnTo>
                    <a:pt x="388691" y="1147675"/>
                  </a:lnTo>
                  <a:lnTo>
                    <a:pt x="388684" y="1147662"/>
                  </a:lnTo>
                  <a:lnTo>
                    <a:pt x="388677" y="1147650"/>
                  </a:lnTo>
                  <a:lnTo>
                    <a:pt x="388671" y="1147632"/>
                  </a:lnTo>
                  <a:lnTo>
                    <a:pt x="388667" y="1147618"/>
                  </a:lnTo>
                  <a:lnTo>
                    <a:pt x="388662" y="1147595"/>
                  </a:lnTo>
                  <a:lnTo>
                    <a:pt x="388658" y="1147574"/>
                  </a:lnTo>
                  <a:lnTo>
                    <a:pt x="388655" y="1147554"/>
                  </a:lnTo>
                  <a:lnTo>
                    <a:pt x="388653" y="1147535"/>
                  </a:lnTo>
                  <a:lnTo>
                    <a:pt x="388655" y="1147522"/>
                  </a:lnTo>
                  <a:lnTo>
                    <a:pt x="388659" y="1147506"/>
                  </a:lnTo>
                  <a:lnTo>
                    <a:pt x="388662" y="1147493"/>
                  </a:lnTo>
                  <a:lnTo>
                    <a:pt x="388663" y="1147484"/>
                  </a:lnTo>
                  <a:lnTo>
                    <a:pt x="388662" y="1147477"/>
                  </a:lnTo>
                  <a:lnTo>
                    <a:pt x="388658" y="1147470"/>
                  </a:lnTo>
                  <a:lnTo>
                    <a:pt x="388649" y="1147453"/>
                  </a:lnTo>
                  <a:lnTo>
                    <a:pt x="388640" y="1147442"/>
                  </a:lnTo>
                  <a:lnTo>
                    <a:pt x="388627" y="1147430"/>
                  </a:lnTo>
                  <a:lnTo>
                    <a:pt x="388619" y="1147424"/>
                  </a:lnTo>
                  <a:lnTo>
                    <a:pt x="388614" y="1147419"/>
                  </a:lnTo>
                  <a:lnTo>
                    <a:pt x="388601" y="1147405"/>
                  </a:lnTo>
                  <a:lnTo>
                    <a:pt x="388584" y="1147388"/>
                  </a:lnTo>
                  <a:lnTo>
                    <a:pt x="388571" y="1147372"/>
                  </a:lnTo>
                  <a:lnTo>
                    <a:pt x="388562" y="1147358"/>
                  </a:lnTo>
                  <a:lnTo>
                    <a:pt x="388547" y="1147335"/>
                  </a:lnTo>
                  <a:lnTo>
                    <a:pt x="388529" y="1147309"/>
                  </a:lnTo>
                  <a:lnTo>
                    <a:pt x="388511" y="1147285"/>
                  </a:lnTo>
                  <a:lnTo>
                    <a:pt x="388494" y="1147259"/>
                  </a:lnTo>
                  <a:lnTo>
                    <a:pt x="388481" y="1147239"/>
                  </a:lnTo>
                  <a:lnTo>
                    <a:pt x="388464" y="1147217"/>
                  </a:lnTo>
                  <a:lnTo>
                    <a:pt x="388452" y="1147200"/>
                  </a:lnTo>
                  <a:lnTo>
                    <a:pt x="388446" y="1147189"/>
                  </a:lnTo>
                  <a:lnTo>
                    <a:pt x="388442" y="1147178"/>
                  </a:lnTo>
                  <a:lnTo>
                    <a:pt x="388439" y="1147163"/>
                  </a:lnTo>
                  <a:lnTo>
                    <a:pt x="388434" y="1147151"/>
                  </a:lnTo>
                  <a:lnTo>
                    <a:pt x="388428" y="1147141"/>
                  </a:lnTo>
                  <a:lnTo>
                    <a:pt x="388417" y="1147131"/>
                  </a:lnTo>
                  <a:lnTo>
                    <a:pt x="388408" y="1147122"/>
                  </a:lnTo>
                  <a:lnTo>
                    <a:pt x="388404" y="1147114"/>
                  </a:lnTo>
                  <a:lnTo>
                    <a:pt x="388400" y="1147102"/>
                  </a:lnTo>
                  <a:lnTo>
                    <a:pt x="388398" y="1147085"/>
                  </a:lnTo>
                  <a:lnTo>
                    <a:pt x="388397" y="1147064"/>
                  </a:lnTo>
                  <a:lnTo>
                    <a:pt x="388398" y="1147040"/>
                  </a:lnTo>
                  <a:lnTo>
                    <a:pt x="388401" y="1147024"/>
                  </a:lnTo>
                  <a:lnTo>
                    <a:pt x="388407" y="1147005"/>
                  </a:lnTo>
                  <a:lnTo>
                    <a:pt x="388409" y="1146994"/>
                  </a:lnTo>
                  <a:lnTo>
                    <a:pt x="388409" y="1146983"/>
                  </a:lnTo>
                  <a:lnTo>
                    <a:pt x="388408" y="1146975"/>
                  </a:lnTo>
                  <a:lnTo>
                    <a:pt x="388406" y="1146967"/>
                  </a:lnTo>
                  <a:lnTo>
                    <a:pt x="388397" y="1146950"/>
                  </a:lnTo>
                  <a:lnTo>
                    <a:pt x="388388" y="1146933"/>
                  </a:lnTo>
                  <a:lnTo>
                    <a:pt x="388376" y="1146914"/>
                  </a:lnTo>
                  <a:lnTo>
                    <a:pt x="388364" y="1146895"/>
                  </a:lnTo>
                  <a:lnTo>
                    <a:pt x="388356" y="1146882"/>
                  </a:lnTo>
                  <a:lnTo>
                    <a:pt x="388345" y="1146869"/>
                  </a:lnTo>
                  <a:lnTo>
                    <a:pt x="388337" y="1146859"/>
                  </a:lnTo>
                  <a:lnTo>
                    <a:pt x="388326" y="1146841"/>
                  </a:lnTo>
                  <a:lnTo>
                    <a:pt x="388320" y="1146833"/>
                  </a:lnTo>
                  <a:lnTo>
                    <a:pt x="388313" y="1146825"/>
                  </a:lnTo>
                  <a:lnTo>
                    <a:pt x="388308" y="1146820"/>
                  </a:lnTo>
                  <a:lnTo>
                    <a:pt x="388297" y="1146808"/>
                  </a:lnTo>
                  <a:lnTo>
                    <a:pt x="388286" y="1146795"/>
                  </a:lnTo>
                  <a:lnTo>
                    <a:pt x="388275" y="1146783"/>
                  </a:lnTo>
                  <a:lnTo>
                    <a:pt x="388261" y="1146772"/>
                  </a:lnTo>
                  <a:lnTo>
                    <a:pt x="388249" y="1146766"/>
                  </a:lnTo>
                  <a:lnTo>
                    <a:pt x="388229" y="1146757"/>
                  </a:lnTo>
                  <a:lnTo>
                    <a:pt x="388211" y="1146748"/>
                  </a:lnTo>
                  <a:lnTo>
                    <a:pt x="388196" y="1146740"/>
                  </a:lnTo>
                  <a:lnTo>
                    <a:pt x="388186" y="1146733"/>
                  </a:lnTo>
                  <a:lnTo>
                    <a:pt x="388178" y="1146726"/>
                  </a:lnTo>
                  <a:lnTo>
                    <a:pt x="388173" y="1146718"/>
                  </a:lnTo>
                  <a:lnTo>
                    <a:pt x="388165" y="1146704"/>
                  </a:lnTo>
                  <a:lnTo>
                    <a:pt x="388158" y="1146691"/>
                  </a:lnTo>
                  <a:lnTo>
                    <a:pt x="388148" y="1146670"/>
                  </a:lnTo>
                  <a:lnTo>
                    <a:pt x="388139" y="1146648"/>
                  </a:lnTo>
                  <a:lnTo>
                    <a:pt x="388135" y="1146632"/>
                  </a:lnTo>
                  <a:lnTo>
                    <a:pt x="388130" y="1146610"/>
                  </a:lnTo>
                  <a:lnTo>
                    <a:pt x="388127" y="1146588"/>
                  </a:lnTo>
                  <a:lnTo>
                    <a:pt x="388123" y="1146558"/>
                  </a:lnTo>
                  <a:lnTo>
                    <a:pt x="388119" y="1146535"/>
                  </a:lnTo>
                  <a:lnTo>
                    <a:pt x="388112" y="1146505"/>
                  </a:lnTo>
                  <a:lnTo>
                    <a:pt x="388109" y="1146488"/>
                  </a:lnTo>
                  <a:lnTo>
                    <a:pt x="388103" y="1146459"/>
                  </a:lnTo>
                  <a:lnTo>
                    <a:pt x="388096" y="1146434"/>
                  </a:lnTo>
                  <a:lnTo>
                    <a:pt x="388089" y="1146418"/>
                  </a:lnTo>
                  <a:lnTo>
                    <a:pt x="388083" y="1146407"/>
                  </a:lnTo>
                  <a:lnTo>
                    <a:pt x="388073" y="1146387"/>
                  </a:lnTo>
                  <a:lnTo>
                    <a:pt x="388059" y="1146365"/>
                  </a:lnTo>
                  <a:lnTo>
                    <a:pt x="388041" y="1146330"/>
                  </a:lnTo>
                  <a:lnTo>
                    <a:pt x="388036" y="1146320"/>
                  </a:lnTo>
                  <a:lnTo>
                    <a:pt x="388028" y="1146299"/>
                  </a:lnTo>
                  <a:lnTo>
                    <a:pt x="388020" y="1146282"/>
                  </a:lnTo>
                  <a:lnTo>
                    <a:pt x="388008" y="1146260"/>
                  </a:lnTo>
                  <a:lnTo>
                    <a:pt x="388002" y="1146250"/>
                  </a:lnTo>
                  <a:lnTo>
                    <a:pt x="387994" y="1146240"/>
                  </a:lnTo>
                  <a:lnTo>
                    <a:pt x="387985" y="1146230"/>
                  </a:lnTo>
                  <a:lnTo>
                    <a:pt x="387983" y="1146225"/>
                  </a:lnTo>
                  <a:lnTo>
                    <a:pt x="387982" y="1146212"/>
                  </a:lnTo>
                  <a:lnTo>
                    <a:pt x="387982" y="1146182"/>
                  </a:lnTo>
                  <a:lnTo>
                    <a:pt x="387980" y="1146172"/>
                  </a:lnTo>
                  <a:lnTo>
                    <a:pt x="387976" y="1146161"/>
                  </a:lnTo>
                  <a:lnTo>
                    <a:pt x="387966" y="1146138"/>
                  </a:lnTo>
                  <a:lnTo>
                    <a:pt x="387951" y="1146113"/>
                  </a:lnTo>
                  <a:lnTo>
                    <a:pt x="387939" y="1146095"/>
                  </a:lnTo>
                  <a:lnTo>
                    <a:pt x="387932" y="1146087"/>
                  </a:lnTo>
                  <a:lnTo>
                    <a:pt x="387926" y="1146082"/>
                  </a:lnTo>
                  <a:lnTo>
                    <a:pt x="387918" y="1146078"/>
                  </a:lnTo>
                  <a:lnTo>
                    <a:pt x="387910" y="1146077"/>
                  </a:lnTo>
                  <a:lnTo>
                    <a:pt x="387895" y="1146077"/>
                  </a:lnTo>
                  <a:lnTo>
                    <a:pt x="387887" y="1146077"/>
                  </a:lnTo>
                  <a:lnTo>
                    <a:pt x="387843" y="1146075"/>
                  </a:lnTo>
                  <a:lnTo>
                    <a:pt x="387825" y="1146077"/>
                  </a:lnTo>
                  <a:lnTo>
                    <a:pt x="387808" y="1146081"/>
                  </a:lnTo>
                  <a:lnTo>
                    <a:pt x="387788" y="1146087"/>
                  </a:lnTo>
                  <a:lnTo>
                    <a:pt x="387764" y="1146097"/>
                  </a:lnTo>
                  <a:lnTo>
                    <a:pt x="387755" y="1146098"/>
                  </a:lnTo>
                  <a:lnTo>
                    <a:pt x="387744" y="1146097"/>
                  </a:lnTo>
                  <a:lnTo>
                    <a:pt x="387736" y="1146095"/>
                  </a:lnTo>
                  <a:lnTo>
                    <a:pt x="387725" y="1146089"/>
                  </a:lnTo>
                  <a:lnTo>
                    <a:pt x="387716" y="1146081"/>
                  </a:lnTo>
                  <a:lnTo>
                    <a:pt x="387703" y="1146068"/>
                  </a:lnTo>
                  <a:lnTo>
                    <a:pt x="387693" y="1146057"/>
                  </a:lnTo>
                  <a:lnTo>
                    <a:pt x="387685" y="1146044"/>
                  </a:lnTo>
                  <a:lnTo>
                    <a:pt x="387678" y="1146034"/>
                  </a:lnTo>
                  <a:lnTo>
                    <a:pt x="387671" y="1146027"/>
                  </a:lnTo>
                  <a:lnTo>
                    <a:pt x="387662" y="1146022"/>
                  </a:lnTo>
                  <a:lnTo>
                    <a:pt x="387646" y="1146014"/>
                  </a:lnTo>
                  <a:lnTo>
                    <a:pt x="387638" y="1146009"/>
                  </a:lnTo>
                  <a:lnTo>
                    <a:pt x="387631" y="1146002"/>
                  </a:lnTo>
                  <a:lnTo>
                    <a:pt x="387625" y="1145993"/>
                  </a:lnTo>
                  <a:lnTo>
                    <a:pt x="387622" y="1145985"/>
                  </a:lnTo>
                  <a:lnTo>
                    <a:pt x="387617" y="1145971"/>
                  </a:lnTo>
                  <a:lnTo>
                    <a:pt x="387611" y="1145955"/>
                  </a:lnTo>
                  <a:lnTo>
                    <a:pt x="387607" y="1145948"/>
                  </a:lnTo>
                  <a:lnTo>
                    <a:pt x="387601" y="1145942"/>
                  </a:lnTo>
                  <a:lnTo>
                    <a:pt x="387592" y="1145935"/>
                  </a:lnTo>
                  <a:lnTo>
                    <a:pt x="387572" y="1145927"/>
                  </a:lnTo>
                  <a:lnTo>
                    <a:pt x="387555" y="1145922"/>
                  </a:lnTo>
                  <a:lnTo>
                    <a:pt x="387536" y="1145918"/>
                  </a:lnTo>
                  <a:lnTo>
                    <a:pt x="387520" y="1145915"/>
                  </a:lnTo>
                  <a:lnTo>
                    <a:pt x="387510" y="1145912"/>
                  </a:lnTo>
                  <a:lnTo>
                    <a:pt x="387493" y="1145907"/>
                  </a:lnTo>
                  <a:lnTo>
                    <a:pt x="387473" y="1145898"/>
                  </a:lnTo>
                  <a:lnTo>
                    <a:pt x="387460" y="1145890"/>
                  </a:lnTo>
                  <a:lnTo>
                    <a:pt x="387445" y="1145879"/>
                  </a:lnTo>
                  <a:lnTo>
                    <a:pt x="387432" y="1145870"/>
                  </a:lnTo>
                  <a:lnTo>
                    <a:pt x="387412" y="1145856"/>
                  </a:lnTo>
                  <a:lnTo>
                    <a:pt x="387397" y="1145846"/>
                  </a:lnTo>
                  <a:lnTo>
                    <a:pt x="387387" y="1145837"/>
                  </a:lnTo>
                  <a:lnTo>
                    <a:pt x="387379" y="1145825"/>
                  </a:lnTo>
                  <a:lnTo>
                    <a:pt x="387376" y="1145816"/>
                  </a:lnTo>
                  <a:lnTo>
                    <a:pt x="387375" y="1145798"/>
                  </a:lnTo>
                  <a:lnTo>
                    <a:pt x="387374" y="1145785"/>
                  </a:lnTo>
                  <a:lnTo>
                    <a:pt x="387372" y="1145777"/>
                  </a:lnTo>
                  <a:lnTo>
                    <a:pt x="387370" y="1145770"/>
                  </a:lnTo>
                  <a:lnTo>
                    <a:pt x="387365" y="1145760"/>
                  </a:lnTo>
                  <a:lnTo>
                    <a:pt x="387348" y="1145742"/>
                  </a:lnTo>
                  <a:lnTo>
                    <a:pt x="387338" y="1145729"/>
                  </a:lnTo>
                  <a:lnTo>
                    <a:pt x="387330" y="1145715"/>
                  </a:lnTo>
                  <a:lnTo>
                    <a:pt x="387326" y="1145706"/>
                  </a:lnTo>
                  <a:lnTo>
                    <a:pt x="387323" y="1145695"/>
                  </a:lnTo>
                  <a:lnTo>
                    <a:pt x="387321" y="1145684"/>
                  </a:lnTo>
                  <a:lnTo>
                    <a:pt x="387319" y="1145674"/>
                  </a:lnTo>
                  <a:lnTo>
                    <a:pt x="387317" y="1145669"/>
                  </a:lnTo>
                  <a:lnTo>
                    <a:pt x="387312" y="1145662"/>
                  </a:lnTo>
                  <a:lnTo>
                    <a:pt x="387308" y="1145658"/>
                  </a:lnTo>
                  <a:lnTo>
                    <a:pt x="387303" y="1145656"/>
                  </a:lnTo>
                  <a:lnTo>
                    <a:pt x="387288" y="1145654"/>
                  </a:lnTo>
                  <a:lnTo>
                    <a:pt x="387277" y="1145652"/>
                  </a:lnTo>
                  <a:lnTo>
                    <a:pt x="387267" y="1145648"/>
                  </a:lnTo>
                  <a:lnTo>
                    <a:pt x="387252" y="1145638"/>
                  </a:lnTo>
                  <a:lnTo>
                    <a:pt x="387228" y="1145622"/>
                  </a:lnTo>
                  <a:lnTo>
                    <a:pt x="387202" y="1145604"/>
                  </a:lnTo>
                  <a:lnTo>
                    <a:pt x="387186" y="1145590"/>
                  </a:lnTo>
                  <a:lnTo>
                    <a:pt x="387172" y="1145576"/>
                  </a:lnTo>
                  <a:lnTo>
                    <a:pt x="387167" y="1145570"/>
                  </a:lnTo>
                  <a:lnTo>
                    <a:pt x="387164" y="1145561"/>
                  </a:lnTo>
                  <a:lnTo>
                    <a:pt x="387162" y="1145541"/>
                  </a:lnTo>
                  <a:lnTo>
                    <a:pt x="387162" y="1145527"/>
                  </a:lnTo>
                  <a:lnTo>
                    <a:pt x="387164" y="1145516"/>
                  </a:lnTo>
                  <a:lnTo>
                    <a:pt x="387168" y="1145498"/>
                  </a:lnTo>
                  <a:lnTo>
                    <a:pt x="387172" y="1145484"/>
                  </a:lnTo>
                  <a:lnTo>
                    <a:pt x="387174" y="1145475"/>
                  </a:lnTo>
                  <a:lnTo>
                    <a:pt x="387175" y="1145467"/>
                  </a:lnTo>
                  <a:lnTo>
                    <a:pt x="387175" y="1145457"/>
                  </a:lnTo>
                  <a:lnTo>
                    <a:pt x="387174" y="1145444"/>
                  </a:lnTo>
                  <a:lnTo>
                    <a:pt x="387170" y="1145430"/>
                  </a:lnTo>
                  <a:lnTo>
                    <a:pt x="387168" y="1145423"/>
                  </a:lnTo>
                  <a:lnTo>
                    <a:pt x="387161" y="1145413"/>
                  </a:lnTo>
                  <a:lnTo>
                    <a:pt x="387156" y="1145403"/>
                  </a:lnTo>
                  <a:lnTo>
                    <a:pt x="387147" y="1145388"/>
                  </a:lnTo>
                  <a:lnTo>
                    <a:pt x="387146" y="1145380"/>
                  </a:lnTo>
                  <a:lnTo>
                    <a:pt x="387145" y="1145368"/>
                  </a:lnTo>
                  <a:lnTo>
                    <a:pt x="387142" y="1145344"/>
                  </a:lnTo>
                  <a:lnTo>
                    <a:pt x="387139" y="1145322"/>
                  </a:lnTo>
                  <a:lnTo>
                    <a:pt x="387136" y="1145308"/>
                  </a:lnTo>
                  <a:lnTo>
                    <a:pt x="387131" y="1145279"/>
                  </a:lnTo>
                  <a:lnTo>
                    <a:pt x="387127" y="1145262"/>
                  </a:lnTo>
                  <a:lnTo>
                    <a:pt x="387124" y="1145249"/>
                  </a:lnTo>
                  <a:lnTo>
                    <a:pt x="387121" y="1145237"/>
                  </a:lnTo>
                  <a:lnTo>
                    <a:pt x="387118" y="1145229"/>
                  </a:lnTo>
                  <a:lnTo>
                    <a:pt x="387112" y="1145222"/>
                  </a:lnTo>
                  <a:lnTo>
                    <a:pt x="387101" y="1145210"/>
                  </a:lnTo>
                  <a:lnTo>
                    <a:pt x="387087" y="1145192"/>
                  </a:lnTo>
                  <a:lnTo>
                    <a:pt x="387073" y="1145175"/>
                  </a:lnTo>
                  <a:lnTo>
                    <a:pt x="387061" y="1145156"/>
                  </a:lnTo>
                  <a:lnTo>
                    <a:pt x="387055" y="1145145"/>
                  </a:lnTo>
                  <a:lnTo>
                    <a:pt x="387048" y="1145130"/>
                  </a:lnTo>
                  <a:lnTo>
                    <a:pt x="387039" y="1145104"/>
                  </a:lnTo>
                  <a:lnTo>
                    <a:pt x="387031" y="1145083"/>
                  </a:lnTo>
                  <a:lnTo>
                    <a:pt x="387028" y="1145073"/>
                  </a:lnTo>
                  <a:lnTo>
                    <a:pt x="387027" y="1145064"/>
                  </a:lnTo>
                  <a:lnTo>
                    <a:pt x="387028" y="1145053"/>
                  </a:lnTo>
                  <a:lnTo>
                    <a:pt x="387031" y="1145041"/>
                  </a:lnTo>
                  <a:lnTo>
                    <a:pt x="387039" y="1145023"/>
                  </a:lnTo>
                  <a:lnTo>
                    <a:pt x="387046" y="1145006"/>
                  </a:lnTo>
                  <a:lnTo>
                    <a:pt x="387052" y="1144988"/>
                  </a:lnTo>
                  <a:lnTo>
                    <a:pt x="387056" y="1144970"/>
                  </a:lnTo>
                  <a:lnTo>
                    <a:pt x="387060" y="1144955"/>
                  </a:lnTo>
                  <a:lnTo>
                    <a:pt x="387068" y="1144930"/>
                  </a:lnTo>
                  <a:lnTo>
                    <a:pt x="387077" y="1144905"/>
                  </a:lnTo>
                  <a:lnTo>
                    <a:pt x="387083" y="1144885"/>
                  </a:lnTo>
                  <a:lnTo>
                    <a:pt x="387085" y="1144877"/>
                  </a:lnTo>
                  <a:lnTo>
                    <a:pt x="387083" y="1144872"/>
                  </a:lnTo>
                  <a:lnTo>
                    <a:pt x="387073" y="1144861"/>
                  </a:lnTo>
                  <a:lnTo>
                    <a:pt x="387061" y="1144849"/>
                  </a:lnTo>
                  <a:lnTo>
                    <a:pt x="387052" y="1144836"/>
                  </a:lnTo>
                  <a:lnTo>
                    <a:pt x="387039" y="1144812"/>
                  </a:lnTo>
                  <a:lnTo>
                    <a:pt x="387028" y="1144787"/>
                  </a:lnTo>
                  <a:lnTo>
                    <a:pt x="387021" y="1144773"/>
                  </a:lnTo>
                  <a:lnTo>
                    <a:pt x="387017" y="1144768"/>
                  </a:lnTo>
                  <a:lnTo>
                    <a:pt x="387008" y="1144759"/>
                  </a:lnTo>
                  <a:lnTo>
                    <a:pt x="387001" y="1144750"/>
                  </a:lnTo>
                  <a:lnTo>
                    <a:pt x="386996" y="1144739"/>
                  </a:lnTo>
                  <a:lnTo>
                    <a:pt x="386992" y="1144726"/>
                  </a:lnTo>
                  <a:lnTo>
                    <a:pt x="386989" y="1144706"/>
                  </a:lnTo>
                  <a:lnTo>
                    <a:pt x="386987" y="1144674"/>
                  </a:lnTo>
                  <a:lnTo>
                    <a:pt x="386986" y="1144644"/>
                  </a:lnTo>
                  <a:lnTo>
                    <a:pt x="386986" y="1144622"/>
                  </a:lnTo>
                  <a:lnTo>
                    <a:pt x="386988" y="1144597"/>
                  </a:lnTo>
                  <a:lnTo>
                    <a:pt x="386990" y="1144579"/>
                  </a:lnTo>
                  <a:lnTo>
                    <a:pt x="386994" y="1144563"/>
                  </a:lnTo>
                  <a:lnTo>
                    <a:pt x="387000" y="1144542"/>
                  </a:lnTo>
                  <a:lnTo>
                    <a:pt x="387006" y="1144526"/>
                  </a:lnTo>
                  <a:lnTo>
                    <a:pt x="387009" y="1144503"/>
                  </a:lnTo>
                  <a:lnTo>
                    <a:pt x="387011" y="1144485"/>
                  </a:lnTo>
                  <a:lnTo>
                    <a:pt x="387013" y="1144461"/>
                  </a:lnTo>
                  <a:lnTo>
                    <a:pt x="387011" y="1144452"/>
                  </a:lnTo>
                  <a:lnTo>
                    <a:pt x="387007" y="1144449"/>
                  </a:lnTo>
                  <a:lnTo>
                    <a:pt x="386994" y="1144447"/>
                  </a:lnTo>
                  <a:lnTo>
                    <a:pt x="386970" y="1144443"/>
                  </a:lnTo>
                  <a:lnTo>
                    <a:pt x="386949" y="1144441"/>
                  </a:lnTo>
                  <a:lnTo>
                    <a:pt x="386934" y="1144436"/>
                  </a:lnTo>
                  <a:lnTo>
                    <a:pt x="386920" y="1144431"/>
                  </a:lnTo>
                  <a:lnTo>
                    <a:pt x="386903" y="1144422"/>
                  </a:lnTo>
                  <a:lnTo>
                    <a:pt x="386877" y="1144405"/>
                  </a:lnTo>
                  <a:lnTo>
                    <a:pt x="386858" y="1144396"/>
                  </a:lnTo>
                  <a:lnTo>
                    <a:pt x="386832" y="1144383"/>
                  </a:lnTo>
                  <a:lnTo>
                    <a:pt x="386813" y="1144373"/>
                  </a:lnTo>
                  <a:lnTo>
                    <a:pt x="386804" y="1144366"/>
                  </a:lnTo>
                  <a:lnTo>
                    <a:pt x="386795" y="1144358"/>
                  </a:lnTo>
                  <a:lnTo>
                    <a:pt x="386789" y="1144351"/>
                  </a:lnTo>
                  <a:lnTo>
                    <a:pt x="386776" y="1144343"/>
                  </a:lnTo>
                  <a:lnTo>
                    <a:pt x="386763" y="1144336"/>
                  </a:lnTo>
                  <a:lnTo>
                    <a:pt x="386747" y="1144330"/>
                  </a:lnTo>
                  <a:lnTo>
                    <a:pt x="386728" y="1144323"/>
                  </a:lnTo>
                  <a:lnTo>
                    <a:pt x="386698" y="1144317"/>
                  </a:lnTo>
                  <a:lnTo>
                    <a:pt x="386672" y="1144310"/>
                  </a:lnTo>
                  <a:lnTo>
                    <a:pt x="386648" y="1144302"/>
                  </a:lnTo>
                  <a:lnTo>
                    <a:pt x="386616" y="1144290"/>
                  </a:lnTo>
                  <a:lnTo>
                    <a:pt x="386598" y="1144283"/>
                  </a:lnTo>
                  <a:lnTo>
                    <a:pt x="386581" y="1144275"/>
                  </a:lnTo>
                  <a:lnTo>
                    <a:pt x="386564" y="1144265"/>
                  </a:lnTo>
                  <a:lnTo>
                    <a:pt x="386548" y="1144256"/>
                  </a:lnTo>
                  <a:lnTo>
                    <a:pt x="386534" y="1144245"/>
                  </a:lnTo>
                  <a:lnTo>
                    <a:pt x="386518" y="1144233"/>
                  </a:lnTo>
                  <a:lnTo>
                    <a:pt x="386503" y="1144219"/>
                  </a:lnTo>
                  <a:lnTo>
                    <a:pt x="386486" y="1144202"/>
                  </a:lnTo>
                  <a:lnTo>
                    <a:pt x="386474" y="1144186"/>
                  </a:lnTo>
                  <a:lnTo>
                    <a:pt x="386463" y="1144171"/>
                  </a:lnTo>
                  <a:lnTo>
                    <a:pt x="386453" y="1144160"/>
                  </a:lnTo>
                  <a:lnTo>
                    <a:pt x="386451" y="1144154"/>
                  </a:lnTo>
                  <a:lnTo>
                    <a:pt x="386451" y="1144143"/>
                  </a:lnTo>
                  <a:lnTo>
                    <a:pt x="386452" y="1144130"/>
                  </a:lnTo>
                  <a:lnTo>
                    <a:pt x="386451" y="1144118"/>
                  </a:lnTo>
                  <a:lnTo>
                    <a:pt x="386449" y="1144103"/>
                  </a:lnTo>
                  <a:lnTo>
                    <a:pt x="386446" y="1144095"/>
                  </a:lnTo>
                  <a:lnTo>
                    <a:pt x="386436" y="1144080"/>
                  </a:lnTo>
                  <a:lnTo>
                    <a:pt x="386432" y="1144076"/>
                  </a:lnTo>
                  <a:lnTo>
                    <a:pt x="386425" y="1144072"/>
                  </a:lnTo>
                  <a:lnTo>
                    <a:pt x="386413" y="1144066"/>
                  </a:lnTo>
                  <a:lnTo>
                    <a:pt x="386395" y="1144060"/>
                  </a:lnTo>
                  <a:lnTo>
                    <a:pt x="386371" y="1144052"/>
                  </a:lnTo>
                  <a:lnTo>
                    <a:pt x="386346" y="1144045"/>
                  </a:lnTo>
                  <a:lnTo>
                    <a:pt x="386322" y="1144039"/>
                  </a:lnTo>
                  <a:lnTo>
                    <a:pt x="386286" y="1144031"/>
                  </a:lnTo>
                  <a:lnTo>
                    <a:pt x="386254" y="1144024"/>
                  </a:lnTo>
                  <a:lnTo>
                    <a:pt x="386227" y="1144017"/>
                  </a:lnTo>
                  <a:lnTo>
                    <a:pt x="386199" y="1144008"/>
                  </a:lnTo>
                  <a:lnTo>
                    <a:pt x="386180" y="1144003"/>
                  </a:lnTo>
                  <a:lnTo>
                    <a:pt x="386166" y="1143996"/>
                  </a:lnTo>
                  <a:lnTo>
                    <a:pt x="386151" y="1143988"/>
                  </a:lnTo>
                  <a:lnTo>
                    <a:pt x="386131" y="1143975"/>
                  </a:lnTo>
                  <a:lnTo>
                    <a:pt x="386107" y="1143959"/>
                  </a:lnTo>
                  <a:lnTo>
                    <a:pt x="386080" y="1143938"/>
                  </a:lnTo>
                  <a:lnTo>
                    <a:pt x="386057" y="1143922"/>
                  </a:lnTo>
                  <a:lnTo>
                    <a:pt x="386031" y="1143906"/>
                  </a:lnTo>
                  <a:lnTo>
                    <a:pt x="386015" y="1143897"/>
                  </a:lnTo>
                  <a:lnTo>
                    <a:pt x="385983" y="1143875"/>
                  </a:lnTo>
                  <a:lnTo>
                    <a:pt x="385967" y="1143869"/>
                  </a:lnTo>
                  <a:lnTo>
                    <a:pt x="385951" y="1143865"/>
                  </a:lnTo>
                  <a:lnTo>
                    <a:pt x="385933" y="1143859"/>
                  </a:lnTo>
                  <a:lnTo>
                    <a:pt x="385919" y="1143855"/>
                  </a:lnTo>
                  <a:lnTo>
                    <a:pt x="385895" y="1143846"/>
                  </a:lnTo>
                  <a:lnTo>
                    <a:pt x="385876" y="1143839"/>
                  </a:lnTo>
                  <a:lnTo>
                    <a:pt x="385870" y="1143836"/>
                  </a:lnTo>
                  <a:lnTo>
                    <a:pt x="385854" y="1143826"/>
                  </a:lnTo>
                  <a:lnTo>
                    <a:pt x="385839" y="1143814"/>
                  </a:lnTo>
                  <a:lnTo>
                    <a:pt x="385822" y="1143799"/>
                  </a:lnTo>
                  <a:lnTo>
                    <a:pt x="385806" y="1143784"/>
                  </a:lnTo>
                  <a:lnTo>
                    <a:pt x="385787" y="1143767"/>
                  </a:lnTo>
                  <a:lnTo>
                    <a:pt x="385767" y="1143748"/>
                  </a:lnTo>
                  <a:lnTo>
                    <a:pt x="385752" y="1143734"/>
                  </a:lnTo>
                  <a:lnTo>
                    <a:pt x="385737" y="1143722"/>
                  </a:lnTo>
                  <a:lnTo>
                    <a:pt x="385714" y="1143710"/>
                  </a:lnTo>
                  <a:lnTo>
                    <a:pt x="385691" y="1143700"/>
                  </a:lnTo>
                  <a:lnTo>
                    <a:pt x="385670" y="1143692"/>
                  </a:lnTo>
                  <a:lnTo>
                    <a:pt x="385653" y="1143688"/>
                  </a:lnTo>
                  <a:lnTo>
                    <a:pt x="385634" y="1143687"/>
                  </a:lnTo>
                  <a:lnTo>
                    <a:pt x="385610" y="1143689"/>
                  </a:lnTo>
                  <a:lnTo>
                    <a:pt x="385593" y="1143691"/>
                  </a:lnTo>
                  <a:lnTo>
                    <a:pt x="385582" y="1143695"/>
                  </a:lnTo>
                  <a:lnTo>
                    <a:pt x="385571" y="1143701"/>
                  </a:lnTo>
                  <a:lnTo>
                    <a:pt x="385552" y="1143715"/>
                  </a:lnTo>
                  <a:lnTo>
                    <a:pt x="385541" y="1143726"/>
                  </a:lnTo>
                  <a:lnTo>
                    <a:pt x="385525" y="1143744"/>
                  </a:lnTo>
                  <a:lnTo>
                    <a:pt x="385511" y="1143765"/>
                  </a:lnTo>
                  <a:lnTo>
                    <a:pt x="385491" y="1143793"/>
                  </a:lnTo>
                  <a:lnTo>
                    <a:pt x="385475" y="1143814"/>
                  </a:lnTo>
                  <a:lnTo>
                    <a:pt x="385459" y="1143836"/>
                  </a:lnTo>
                  <a:lnTo>
                    <a:pt x="385441" y="1143860"/>
                  </a:lnTo>
                  <a:lnTo>
                    <a:pt x="385429" y="1143882"/>
                  </a:lnTo>
                  <a:lnTo>
                    <a:pt x="385418" y="1143908"/>
                  </a:lnTo>
                  <a:lnTo>
                    <a:pt x="385406" y="1143931"/>
                  </a:lnTo>
                  <a:lnTo>
                    <a:pt x="385390" y="1143959"/>
                  </a:lnTo>
                  <a:lnTo>
                    <a:pt x="385379" y="1143980"/>
                  </a:lnTo>
                  <a:lnTo>
                    <a:pt x="385368" y="1144002"/>
                  </a:lnTo>
                  <a:lnTo>
                    <a:pt x="385358" y="1144025"/>
                  </a:lnTo>
                  <a:lnTo>
                    <a:pt x="385346" y="1144048"/>
                  </a:lnTo>
                  <a:lnTo>
                    <a:pt x="385332" y="1144074"/>
                  </a:lnTo>
                  <a:lnTo>
                    <a:pt x="385324" y="1144093"/>
                  </a:lnTo>
                  <a:lnTo>
                    <a:pt x="385320" y="1144108"/>
                  </a:lnTo>
                  <a:lnTo>
                    <a:pt x="385316" y="1144130"/>
                  </a:lnTo>
                  <a:lnTo>
                    <a:pt x="385314" y="1144141"/>
                  </a:lnTo>
                  <a:lnTo>
                    <a:pt x="385310" y="1144145"/>
                  </a:lnTo>
                  <a:lnTo>
                    <a:pt x="385297" y="1144149"/>
                  </a:lnTo>
                  <a:lnTo>
                    <a:pt x="385274" y="1144156"/>
                  </a:lnTo>
                  <a:lnTo>
                    <a:pt x="385267" y="1144160"/>
                  </a:lnTo>
                  <a:lnTo>
                    <a:pt x="385261" y="1144167"/>
                  </a:lnTo>
                  <a:lnTo>
                    <a:pt x="385253" y="1144179"/>
                  </a:lnTo>
                  <a:lnTo>
                    <a:pt x="385245" y="1144193"/>
                  </a:lnTo>
                  <a:lnTo>
                    <a:pt x="385238" y="1144211"/>
                  </a:lnTo>
                  <a:lnTo>
                    <a:pt x="385234" y="1144231"/>
                  </a:lnTo>
                  <a:lnTo>
                    <a:pt x="385231" y="1144239"/>
                  </a:lnTo>
                  <a:lnTo>
                    <a:pt x="385227" y="1144246"/>
                  </a:lnTo>
                  <a:lnTo>
                    <a:pt x="385216" y="1144262"/>
                  </a:lnTo>
                  <a:lnTo>
                    <a:pt x="385196" y="1144285"/>
                  </a:lnTo>
                  <a:lnTo>
                    <a:pt x="385185" y="1144297"/>
                  </a:lnTo>
                  <a:lnTo>
                    <a:pt x="385180" y="1144305"/>
                  </a:lnTo>
                  <a:lnTo>
                    <a:pt x="385172" y="1144326"/>
                  </a:lnTo>
                  <a:lnTo>
                    <a:pt x="385162" y="1144351"/>
                  </a:lnTo>
                  <a:lnTo>
                    <a:pt x="385157" y="1144367"/>
                  </a:lnTo>
                  <a:lnTo>
                    <a:pt x="385153" y="1144385"/>
                  </a:lnTo>
                  <a:lnTo>
                    <a:pt x="385151" y="1144392"/>
                  </a:lnTo>
                  <a:lnTo>
                    <a:pt x="385147" y="1144398"/>
                  </a:lnTo>
                  <a:lnTo>
                    <a:pt x="385141" y="1144403"/>
                  </a:lnTo>
                  <a:lnTo>
                    <a:pt x="385129" y="1144410"/>
                  </a:lnTo>
                  <a:lnTo>
                    <a:pt x="385111" y="1144421"/>
                  </a:lnTo>
                  <a:lnTo>
                    <a:pt x="385092" y="1144430"/>
                  </a:lnTo>
                  <a:lnTo>
                    <a:pt x="385051" y="1144452"/>
                  </a:lnTo>
                  <a:lnTo>
                    <a:pt x="385045" y="1144456"/>
                  </a:lnTo>
                  <a:lnTo>
                    <a:pt x="385036" y="1144465"/>
                  </a:lnTo>
                  <a:lnTo>
                    <a:pt x="385029" y="1144475"/>
                  </a:lnTo>
                  <a:lnTo>
                    <a:pt x="385023" y="1144488"/>
                  </a:lnTo>
                  <a:lnTo>
                    <a:pt x="385016" y="1144506"/>
                  </a:lnTo>
                  <a:lnTo>
                    <a:pt x="385008" y="1144520"/>
                  </a:lnTo>
                  <a:lnTo>
                    <a:pt x="385001" y="1144533"/>
                  </a:lnTo>
                  <a:lnTo>
                    <a:pt x="384991" y="1144546"/>
                  </a:lnTo>
                  <a:lnTo>
                    <a:pt x="384978" y="1144562"/>
                  </a:lnTo>
                  <a:lnTo>
                    <a:pt x="384968" y="1144574"/>
                  </a:lnTo>
                  <a:lnTo>
                    <a:pt x="384955" y="1144588"/>
                  </a:lnTo>
                  <a:lnTo>
                    <a:pt x="384944" y="1144600"/>
                  </a:lnTo>
                  <a:lnTo>
                    <a:pt x="384938" y="1144606"/>
                  </a:lnTo>
                  <a:lnTo>
                    <a:pt x="384921" y="1144619"/>
                  </a:lnTo>
                  <a:lnTo>
                    <a:pt x="384899" y="1144635"/>
                  </a:lnTo>
                  <a:lnTo>
                    <a:pt x="384887" y="1144643"/>
                  </a:lnTo>
                  <a:lnTo>
                    <a:pt x="384861" y="1144658"/>
                  </a:lnTo>
                  <a:lnTo>
                    <a:pt x="384843" y="1144669"/>
                  </a:lnTo>
                  <a:lnTo>
                    <a:pt x="384818" y="1144683"/>
                  </a:lnTo>
                  <a:lnTo>
                    <a:pt x="384799" y="1144698"/>
                  </a:lnTo>
                  <a:lnTo>
                    <a:pt x="384776" y="1144714"/>
                  </a:lnTo>
                  <a:lnTo>
                    <a:pt x="384763" y="1144725"/>
                  </a:lnTo>
                  <a:lnTo>
                    <a:pt x="384755" y="1144730"/>
                  </a:lnTo>
                  <a:lnTo>
                    <a:pt x="384742" y="1144737"/>
                  </a:lnTo>
                  <a:lnTo>
                    <a:pt x="384723" y="1144748"/>
                  </a:lnTo>
                  <a:lnTo>
                    <a:pt x="384699" y="1144759"/>
                  </a:lnTo>
                  <a:lnTo>
                    <a:pt x="384679" y="1144767"/>
                  </a:lnTo>
                  <a:lnTo>
                    <a:pt x="384656" y="1144775"/>
                  </a:lnTo>
                  <a:lnTo>
                    <a:pt x="384625" y="1144783"/>
                  </a:lnTo>
                  <a:lnTo>
                    <a:pt x="384594" y="1144792"/>
                  </a:lnTo>
                  <a:lnTo>
                    <a:pt x="384572" y="1144797"/>
                  </a:lnTo>
                  <a:lnTo>
                    <a:pt x="384552" y="1144801"/>
                  </a:lnTo>
                  <a:lnTo>
                    <a:pt x="384526" y="1144805"/>
                  </a:lnTo>
                  <a:lnTo>
                    <a:pt x="384502" y="1144811"/>
                  </a:lnTo>
                  <a:lnTo>
                    <a:pt x="384476" y="1144818"/>
                  </a:lnTo>
                  <a:lnTo>
                    <a:pt x="384461" y="1144824"/>
                  </a:lnTo>
                  <a:lnTo>
                    <a:pt x="384451" y="1144830"/>
                  </a:lnTo>
                  <a:lnTo>
                    <a:pt x="384443" y="1144835"/>
                  </a:lnTo>
                  <a:lnTo>
                    <a:pt x="384433" y="1144844"/>
                  </a:lnTo>
                  <a:lnTo>
                    <a:pt x="384426" y="1144849"/>
                  </a:lnTo>
                  <a:lnTo>
                    <a:pt x="384411" y="1144857"/>
                  </a:lnTo>
                  <a:lnTo>
                    <a:pt x="384396" y="1144865"/>
                  </a:lnTo>
                  <a:lnTo>
                    <a:pt x="384362" y="1144881"/>
                  </a:lnTo>
                  <a:lnTo>
                    <a:pt x="384346" y="1144887"/>
                  </a:lnTo>
                  <a:lnTo>
                    <a:pt x="384323" y="1144895"/>
                  </a:lnTo>
                  <a:lnTo>
                    <a:pt x="384315" y="1144898"/>
                  </a:lnTo>
                  <a:lnTo>
                    <a:pt x="384308" y="1144902"/>
                  </a:lnTo>
                  <a:lnTo>
                    <a:pt x="384304" y="1144905"/>
                  </a:lnTo>
                  <a:lnTo>
                    <a:pt x="384297" y="1144908"/>
                  </a:lnTo>
                  <a:lnTo>
                    <a:pt x="384289" y="1144909"/>
                  </a:lnTo>
                  <a:lnTo>
                    <a:pt x="384275" y="1144909"/>
                  </a:lnTo>
                  <a:lnTo>
                    <a:pt x="384256" y="1144907"/>
                  </a:lnTo>
                  <a:lnTo>
                    <a:pt x="384242" y="1144905"/>
                  </a:lnTo>
                  <a:lnTo>
                    <a:pt x="384232" y="1144902"/>
                  </a:lnTo>
                  <a:lnTo>
                    <a:pt x="384224" y="1144899"/>
                  </a:lnTo>
                  <a:lnTo>
                    <a:pt x="384216" y="1144895"/>
                  </a:lnTo>
                  <a:lnTo>
                    <a:pt x="384212" y="1144891"/>
                  </a:lnTo>
                  <a:lnTo>
                    <a:pt x="384208" y="1144887"/>
                  </a:lnTo>
                  <a:lnTo>
                    <a:pt x="384205" y="1144881"/>
                  </a:lnTo>
                  <a:lnTo>
                    <a:pt x="384202" y="1144873"/>
                  </a:lnTo>
                  <a:lnTo>
                    <a:pt x="384199" y="1144860"/>
                  </a:lnTo>
                  <a:lnTo>
                    <a:pt x="384194" y="1144843"/>
                  </a:lnTo>
                  <a:lnTo>
                    <a:pt x="384190" y="1144829"/>
                  </a:lnTo>
                  <a:lnTo>
                    <a:pt x="384188" y="1144824"/>
                  </a:lnTo>
                  <a:lnTo>
                    <a:pt x="384185" y="1144815"/>
                  </a:lnTo>
                  <a:lnTo>
                    <a:pt x="384180" y="1144804"/>
                  </a:lnTo>
                  <a:lnTo>
                    <a:pt x="384176" y="1144797"/>
                  </a:lnTo>
                  <a:lnTo>
                    <a:pt x="384165" y="1144784"/>
                  </a:lnTo>
                  <a:lnTo>
                    <a:pt x="384157" y="1144771"/>
                  </a:lnTo>
                  <a:lnTo>
                    <a:pt x="384149" y="1144760"/>
                  </a:lnTo>
                  <a:lnTo>
                    <a:pt x="384142" y="1144751"/>
                  </a:lnTo>
                  <a:lnTo>
                    <a:pt x="384131" y="1144739"/>
                  </a:lnTo>
                  <a:lnTo>
                    <a:pt x="384120" y="1144726"/>
                  </a:lnTo>
                  <a:lnTo>
                    <a:pt x="384109" y="1144713"/>
                  </a:lnTo>
                  <a:lnTo>
                    <a:pt x="384095" y="1144694"/>
                  </a:lnTo>
                  <a:lnTo>
                    <a:pt x="384086" y="1144682"/>
                  </a:lnTo>
                  <a:lnTo>
                    <a:pt x="384076" y="1144670"/>
                  </a:lnTo>
                  <a:lnTo>
                    <a:pt x="384069" y="1144663"/>
                  </a:lnTo>
                  <a:lnTo>
                    <a:pt x="384065" y="1144659"/>
                  </a:lnTo>
                  <a:lnTo>
                    <a:pt x="384054" y="1144651"/>
                  </a:lnTo>
                  <a:lnTo>
                    <a:pt x="384047" y="1144647"/>
                  </a:lnTo>
                  <a:lnTo>
                    <a:pt x="384039" y="1144644"/>
                  </a:lnTo>
                  <a:lnTo>
                    <a:pt x="384029" y="1144642"/>
                  </a:lnTo>
                  <a:lnTo>
                    <a:pt x="384018" y="1144641"/>
                  </a:lnTo>
                  <a:lnTo>
                    <a:pt x="384010" y="1144640"/>
                  </a:lnTo>
                  <a:lnTo>
                    <a:pt x="383990" y="1144639"/>
                  </a:lnTo>
                  <a:lnTo>
                    <a:pt x="383973" y="1144637"/>
                  </a:lnTo>
                  <a:lnTo>
                    <a:pt x="383957" y="1144633"/>
                  </a:lnTo>
                  <a:lnTo>
                    <a:pt x="383946" y="1144630"/>
                  </a:lnTo>
                  <a:lnTo>
                    <a:pt x="383935" y="1144626"/>
                  </a:lnTo>
                  <a:lnTo>
                    <a:pt x="383925" y="1144620"/>
                  </a:lnTo>
                  <a:lnTo>
                    <a:pt x="383907" y="1144608"/>
                  </a:lnTo>
                  <a:lnTo>
                    <a:pt x="383900" y="1144604"/>
                  </a:lnTo>
                  <a:lnTo>
                    <a:pt x="383890" y="1144599"/>
                  </a:lnTo>
                  <a:lnTo>
                    <a:pt x="383881" y="1144597"/>
                  </a:lnTo>
                  <a:lnTo>
                    <a:pt x="383876" y="1144595"/>
                  </a:lnTo>
                  <a:lnTo>
                    <a:pt x="383858" y="1144590"/>
                  </a:lnTo>
                  <a:lnTo>
                    <a:pt x="383850" y="1144587"/>
                  </a:lnTo>
                  <a:lnTo>
                    <a:pt x="383840" y="1144582"/>
                  </a:lnTo>
                  <a:lnTo>
                    <a:pt x="383834" y="1144576"/>
                  </a:lnTo>
                  <a:lnTo>
                    <a:pt x="383823" y="1144567"/>
                  </a:lnTo>
                  <a:lnTo>
                    <a:pt x="383816" y="1144559"/>
                  </a:lnTo>
                  <a:lnTo>
                    <a:pt x="383807" y="1144549"/>
                  </a:lnTo>
                  <a:lnTo>
                    <a:pt x="383801" y="1144539"/>
                  </a:lnTo>
                  <a:lnTo>
                    <a:pt x="383797" y="1144532"/>
                  </a:lnTo>
                  <a:lnTo>
                    <a:pt x="383791" y="1144520"/>
                  </a:lnTo>
                  <a:lnTo>
                    <a:pt x="383787" y="1144506"/>
                  </a:lnTo>
                  <a:lnTo>
                    <a:pt x="383782" y="1144494"/>
                  </a:lnTo>
                  <a:lnTo>
                    <a:pt x="383778" y="1144482"/>
                  </a:lnTo>
                  <a:lnTo>
                    <a:pt x="383773" y="1144468"/>
                  </a:lnTo>
                  <a:lnTo>
                    <a:pt x="383769" y="1144459"/>
                  </a:lnTo>
                  <a:lnTo>
                    <a:pt x="383765" y="1144450"/>
                  </a:lnTo>
                  <a:lnTo>
                    <a:pt x="383755" y="1144433"/>
                  </a:lnTo>
                  <a:lnTo>
                    <a:pt x="383745" y="1144417"/>
                  </a:lnTo>
                  <a:lnTo>
                    <a:pt x="383741" y="1144411"/>
                  </a:lnTo>
                  <a:lnTo>
                    <a:pt x="383732" y="1144397"/>
                  </a:lnTo>
                  <a:lnTo>
                    <a:pt x="383727" y="1144388"/>
                  </a:lnTo>
                  <a:lnTo>
                    <a:pt x="383721" y="1144381"/>
                  </a:lnTo>
                  <a:lnTo>
                    <a:pt x="383714" y="1144373"/>
                  </a:lnTo>
                  <a:lnTo>
                    <a:pt x="383706" y="1144365"/>
                  </a:lnTo>
                  <a:lnTo>
                    <a:pt x="383698" y="1144359"/>
                  </a:lnTo>
                  <a:lnTo>
                    <a:pt x="383682" y="1144350"/>
                  </a:lnTo>
                  <a:lnTo>
                    <a:pt x="383667" y="1144342"/>
                  </a:lnTo>
                  <a:lnTo>
                    <a:pt x="383650" y="1144333"/>
                  </a:lnTo>
                  <a:lnTo>
                    <a:pt x="383645" y="1144331"/>
                  </a:lnTo>
                  <a:lnTo>
                    <a:pt x="383632" y="1144324"/>
                  </a:lnTo>
                  <a:lnTo>
                    <a:pt x="383615" y="1144315"/>
                  </a:lnTo>
                  <a:lnTo>
                    <a:pt x="383594" y="1144304"/>
                  </a:lnTo>
                  <a:lnTo>
                    <a:pt x="383584" y="1144299"/>
                  </a:lnTo>
                  <a:lnTo>
                    <a:pt x="383571" y="1144293"/>
                  </a:lnTo>
                  <a:lnTo>
                    <a:pt x="383563" y="1144290"/>
                  </a:lnTo>
                  <a:lnTo>
                    <a:pt x="383546" y="1144288"/>
                  </a:lnTo>
                  <a:lnTo>
                    <a:pt x="383535" y="1144286"/>
                  </a:lnTo>
                  <a:lnTo>
                    <a:pt x="383525" y="1144284"/>
                  </a:lnTo>
                  <a:lnTo>
                    <a:pt x="383514" y="1144280"/>
                  </a:lnTo>
                  <a:lnTo>
                    <a:pt x="383501" y="1144274"/>
                  </a:lnTo>
                  <a:lnTo>
                    <a:pt x="383490" y="1144268"/>
                  </a:lnTo>
                  <a:lnTo>
                    <a:pt x="383483" y="1144263"/>
                  </a:lnTo>
                  <a:lnTo>
                    <a:pt x="383476" y="1144258"/>
                  </a:lnTo>
                  <a:lnTo>
                    <a:pt x="383464" y="1144246"/>
                  </a:lnTo>
                  <a:lnTo>
                    <a:pt x="383451" y="1144236"/>
                  </a:lnTo>
                  <a:lnTo>
                    <a:pt x="383442" y="1144227"/>
                  </a:lnTo>
                  <a:lnTo>
                    <a:pt x="383439" y="1144223"/>
                  </a:lnTo>
                  <a:lnTo>
                    <a:pt x="383433" y="1144217"/>
                  </a:lnTo>
                  <a:lnTo>
                    <a:pt x="383428" y="1144209"/>
                  </a:lnTo>
                  <a:lnTo>
                    <a:pt x="383423" y="1144200"/>
                  </a:lnTo>
                  <a:lnTo>
                    <a:pt x="383421" y="1144193"/>
                  </a:lnTo>
                  <a:lnTo>
                    <a:pt x="383420" y="1144183"/>
                  </a:lnTo>
                  <a:lnTo>
                    <a:pt x="383420" y="1144165"/>
                  </a:lnTo>
                  <a:lnTo>
                    <a:pt x="383419" y="1144158"/>
                  </a:lnTo>
                  <a:lnTo>
                    <a:pt x="383416" y="1144152"/>
                  </a:lnTo>
                  <a:lnTo>
                    <a:pt x="383410" y="1144145"/>
                  </a:lnTo>
                  <a:lnTo>
                    <a:pt x="383403" y="1144139"/>
                  </a:lnTo>
                  <a:lnTo>
                    <a:pt x="383391" y="1144131"/>
                  </a:lnTo>
                  <a:lnTo>
                    <a:pt x="383377" y="1144124"/>
                  </a:lnTo>
                  <a:lnTo>
                    <a:pt x="383363" y="1144118"/>
                  </a:lnTo>
                  <a:lnTo>
                    <a:pt x="383346" y="1144110"/>
                  </a:lnTo>
                  <a:lnTo>
                    <a:pt x="383331" y="1144102"/>
                  </a:lnTo>
                  <a:lnTo>
                    <a:pt x="383312" y="1144093"/>
                  </a:lnTo>
                  <a:lnTo>
                    <a:pt x="383300" y="1144087"/>
                  </a:lnTo>
                  <a:lnTo>
                    <a:pt x="383293" y="1144082"/>
                  </a:lnTo>
                  <a:lnTo>
                    <a:pt x="383287" y="1144077"/>
                  </a:lnTo>
                  <a:lnTo>
                    <a:pt x="383280" y="1144068"/>
                  </a:lnTo>
                  <a:lnTo>
                    <a:pt x="383271" y="1144056"/>
                  </a:lnTo>
                  <a:lnTo>
                    <a:pt x="383260" y="1144043"/>
                  </a:lnTo>
                  <a:lnTo>
                    <a:pt x="383244" y="1144027"/>
                  </a:lnTo>
                  <a:lnTo>
                    <a:pt x="383225" y="1144012"/>
                  </a:lnTo>
                  <a:lnTo>
                    <a:pt x="383212" y="1144000"/>
                  </a:lnTo>
                  <a:lnTo>
                    <a:pt x="383205" y="1143992"/>
                  </a:lnTo>
                  <a:lnTo>
                    <a:pt x="383200" y="1143985"/>
                  </a:lnTo>
                  <a:lnTo>
                    <a:pt x="383198" y="1143980"/>
                  </a:lnTo>
                  <a:lnTo>
                    <a:pt x="383197" y="1143974"/>
                  </a:lnTo>
                  <a:lnTo>
                    <a:pt x="383199" y="1143969"/>
                  </a:lnTo>
                  <a:lnTo>
                    <a:pt x="383203" y="1143962"/>
                  </a:lnTo>
                  <a:lnTo>
                    <a:pt x="383213" y="1143949"/>
                  </a:lnTo>
                  <a:lnTo>
                    <a:pt x="383223" y="1143936"/>
                  </a:lnTo>
                  <a:lnTo>
                    <a:pt x="383235" y="1143923"/>
                  </a:lnTo>
                  <a:lnTo>
                    <a:pt x="383248" y="1143909"/>
                  </a:lnTo>
                  <a:lnTo>
                    <a:pt x="383258" y="1143898"/>
                  </a:lnTo>
                  <a:lnTo>
                    <a:pt x="383269" y="1143888"/>
                  </a:lnTo>
                  <a:lnTo>
                    <a:pt x="383286" y="1143874"/>
                  </a:lnTo>
                  <a:lnTo>
                    <a:pt x="383298" y="1143863"/>
                  </a:lnTo>
                  <a:lnTo>
                    <a:pt x="383310" y="1143853"/>
                  </a:lnTo>
                  <a:lnTo>
                    <a:pt x="383322" y="1143843"/>
                  </a:lnTo>
                  <a:lnTo>
                    <a:pt x="383331" y="1143836"/>
                  </a:lnTo>
                  <a:lnTo>
                    <a:pt x="383337" y="1143830"/>
                  </a:lnTo>
                  <a:lnTo>
                    <a:pt x="383343" y="1143822"/>
                  </a:lnTo>
                  <a:lnTo>
                    <a:pt x="383346" y="1143817"/>
                  </a:lnTo>
                  <a:lnTo>
                    <a:pt x="383349" y="1143810"/>
                  </a:lnTo>
                  <a:lnTo>
                    <a:pt x="383352" y="1143796"/>
                  </a:lnTo>
                  <a:lnTo>
                    <a:pt x="383356" y="1143779"/>
                  </a:lnTo>
                  <a:lnTo>
                    <a:pt x="383358" y="1143768"/>
                  </a:lnTo>
                  <a:lnTo>
                    <a:pt x="383358" y="1143758"/>
                  </a:lnTo>
                  <a:lnTo>
                    <a:pt x="383356" y="1143745"/>
                  </a:lnTo>
                  <a:lnTo>
                    <a:pt x="383355" y="1143729"/>
                  </a:lnTo>
                  <a:lnTo>
                    <a:pt x="383353" y="1143717"/>
                  </a:lnTo>
                  <a:lnTo>
                    <a:pt x="383350" y="1143705"/>
                  </a:lnTo>
                  <a:lnTo>
                    <a:pt x="383346" y="1143691"/>
                  </a:lnTo>
                  <a:lnTo>
                    <a:pt x="383341" y="1143677"/>
                  </a:lnTo>
                  <a:lnTo>
                    <a:pt x="383335" y="1143661"/>
                  </a:lnTo>
                  <a:lnTo>
                    <a:pt x="383327" y="1143644"/>
                  </a:lnTo>
                  <a:lnTo>
                    <a:pt x="383320" y="1143630"/>
                  </a:lnTo>
                  <a:lnTo>
                    <a:pt x="383310" y="1143610"/>
                  </a:lnTo>
                  <a:lnTo>
                    <a:pt x="383302" y="1143597"/>
                  </a:lnTo>
                  <a:lnTo>
                    <a:pt x="383295" y="1143586"/>
                  </a:lnTo>
                  <a:lnTo>
                    <a:pt x="383291" y="1143580"/>
                  </a:lnTo>
                  <a:lnTo>
                    <a:pt x="383287" y="1143576"/>
                  </a:lnTo>
                  <a:lnTo>
                    <a:pt x="383280" y="1143569"/>
                  </a:lnTo>
                  <a:lnTo>
                    <a:pt x="383269" y="1143558"/>
                  </a:lnTo>
                  <a:lnTo>
                    <a:pt x="383257" y="1143547"/>
                  </a:lnTo>
                  <a:lnTo>
                    <a:pt x="383245" y="1143538"/>
                  </a:lnTo>
                  <a:lnTo>
                    <a:pt x="383230" y="1143527"/>
                  </a:lnTo>
                  <a:lnTo>
                    <a:pt x="383223" y="1143523"/>
                  </a:lnTo>
                  <a:lnTo>
                    <a:pt x="383213" y="1143516"/>
                  </a:lnTo>
                  <a:lnTo>
                    <a:pt x="383194" y="1143505"/>
                  </a:lnTo>
                  <a:lnTo>
                    <a:pt x="383180" y="1143497"/>
                  </a:lnTo>
                  <a:lnTo>
                    <a:pt x="383156" y="1143487"/>
                  </a:lnTo>
                  <a:lnTo>
                    <a:pt x="383126" y="1143477"/>
                  </a:lnTo>
                  <a:lnTo>
                    <a:pt x="383100" y="1143468"/>
                  </a:lnTo>
                  <a:lnTo>
                    <a:pt x="383074" y="1143461"/>
                  </a:lnTo>
                  <a:lnTo>
                    <a:pt x="383054" y="1143456"/>
                  </a:lnTo>
                  <a:lnTo>
                    <a:pt x="383048" y="1143455"/>
                  </a:lnTo>
                  <a:lnTo>
                    <a:pt x="383025" y="1143449"/>
                  </a:lnTo>
                  <a:lnTo>
                    <a:pt x="383011" y="1143445"/>
                  </a:lnTo>
                  <a:lnTo>
                    <a:pt x="382998" y="1143442"/>
                  </a:lnTo>
                  <a:lnTo>
                    <a:pt x="382983" y="1143435"/>
                  </a:lnTo>
                  <a:lnTo>
                    <a:pt x="382978" y="1143433"/>
                  </a:lnTo>
                  <a:lnTo>
                    <a:pt x="382972" y="1143430"/>
                  </a:lnTo>
                  <a:lnTo>
                    <a:pt x="382959" y="1143422"/>
                  </a:lnTo>
                  <a:lnTo>
                    <a:pt x="382945" y="1143412"/>
                  </a:lnTo>
                  <a:lnTo>
                    <a:pt x="382923" y="1143396"/>
                  </a:lnTo>
                  <a:lnTo>
                    <a:pt x="382911" y="1143388"/>
                  </a:lnTo>
                  <a:lnTo>
                    <a:pt x="382899" y="1143380"/>
                  </a:lnTo>
                  <a:lnTo>
                    <a:pt x="382875" y="1143362"/>
                  </a:lnTo>
                  <a:lnTo>
                    <a:pt x="382867" y="1143356"/>
                  </a:lnTo>
                  <a:lnTo>
                    <a:pt x="382863" y="1143354"/>
                  </a:lnTo>
                  <a:lnTo>
                    <a:pt x="382853" y="1143346"/>
                  </a:lnTo>
                  <a:lnTo>
                    <a:pt x="382832" y="1143330"/>
                  </a:lnTo>
                  <a:lnTo>
                    <a:pt x="382829" y="1143327"/>
                  </a:lnTo>
                  <a:lnTo>
                    <a:pt x="382815" y="1143316"/>
                  </a:lnTo>
                  <a:lnTo>
                    <a:pt x="382802" y="1143304"/>
                  </a:lnTo>
                  <a:lnTo>
                    <a:pt x="382793" y="1143294"/>
                  </a:lnTo>
                  <a:lnTo>
                    <a:pt x="382784" y="1143281"/>
                  </a:lnTo>
                  <a:lnTo>
                    <a:pt x="382776" y="1143268"/>
                  </a:lnTo>
                  <a:lnTo>
                    <a:pt x="382771" y="1143256"/>
                  </a:lnTo>
                  <a:lnTo>
                    <a:pt x="382763" y="1143237"/>
                  </a:lnTo>
                  <a:lnTo>
                    <a:pt x="382754" y="1143213"/>
                  </a:lnTo>
                  <a:lnTo>
                    <a:pt x="382750" y="1143201"/>
                  </a:lnTo>
                  <a:lnTo>
                    <a:pt x="382749" y="1143187"/>
                  </a:lnTo>
                  <a:lnTo>
                    <a:pt x="382747" y="1143167"/>
                  </a:lnTo>
                  <a:lnTo>
                    <a:pt x="382742" y="1143167"/>
                  </a:lnTo>
                  <a:lnTo>
                    <a:pt x="382736" y="1143170"/>
                  </a:lnTo>
                  <a:lnTo>
                    <a:pt x="382721" y="1143185"/>
                  </a:lnTo>
                  <a:lnTo>
                    <a:pt x="382706" y="1143199"/>
                  </a:lnTo>
                  <a:lnTo>
                    <a:pt x="382693" y="1143212"/>
                  </a:lnTo>
                  <a:lnTo>
                    <a:pt x="382678" y="1143225"/>
                  </a:lnTo>
                  <a:lnTo>
                    <a:pt x="382663" y="1143237"/>
                  </a:lnTo>
                  <a:lnTo>
                    <a:pt x="382648" y="1143246"/>
                  </a:lnTo>
                  <a:lnTo>
                    <a:pt x="382636" y="1143253"/>
                  </a:lnTo>
                  <a:lnTo>
                    <a:pt x="382625" y="1143257"/>
                  </a:lnTo>
                  <a:lnTo>
                    <a:pt x="382616" y="1143259"/>
                  </a:lnTo>
                  <a:lnTo>
                    <a:pt x="382604" y="1143259"/>
                  </a:lnTo>
                  <a:lnTo>
                    <a:pt x="382583" y="1143259"/>
                  </a:lnTo>
                  <a:lnTo>
                    <a:pt x="382566" y="1143260"/>
                  </a:lnTo>
                  <a:lnTo>
                    <a:pt x="382552" y="1143265"/>
                  </a:lnTo>
                  <a:lnTo>
                    <a:pt x="382536" y="1143272"/>
                  </a:lnTo>
                  <a:lnTo>
                    <a:pt x="382525" y="1143279"/>
                  </a:lnTo>
                  <a:lnTo>
                    <a:pt x="382513" y="1143288"/>
                  </a:lnTo>
                  <a:lnTo>
                    <a:pt x="382504" y="1143296"/>
                  </a:lnTo>
                  <a:lnTo>
                    <a:pt x="382497" y="1143308"/>
                  </a:lnTo>
                  <a:lnTo>
                    <a:pt x="382493" y="1143316"/>
                  </a:lnTo>
                  <a:lnTo>
                    <a:pt x="382491" y="1143322"/>
                  </a:lnTo>
                  <a:lnTo>
                    <a:pt x="382490" y="1143328"/>
                  </a:lnTo>
                  <a:lnTo>
                    <a:pt x="382489" y="1143336"/>
                  </a:lnTo>
                  <a:lnTo>
                    <a:pt x="382488" y="1143355"/>
                  </a:lnTo>
                  <a:lnTo>
                    <a:pt x="382488" y="1143378"/>
                  </a:lnTo>
                  <a:lnTo>
                    <a:pt x="382487" y="1143391"/>
                  </a:lnTo>
                  <a:lnTo>
                    <a:pt x="382486" y="1143401"/>
                  </a:lnTo>
                  <a:lnTo>
                    <a:pt x="382483" y="1143407"/>
                  </a:lnTo>
                  <a:lnTo>
                    <a:pt x="382478" y="1143415"/>
                  </a:lnTo>
                  <a:lnTo>
                    <a:pt x="382471" y="1143423"/>
                  </a:lnTo>
                  <a:lnTo>
                    <a:pt x="382462" y="1143431"/>
                  </a:lnTo>
                  <a:lnTo>
                    <a:pt x="382452" y="1143438"/>
                  </a:lnTo>
                  <a:lnTo>
                    <a:pt x="382447" y="1143425"/>
                  </a:lnTo>
                  <a:lnTo>
                    <a:pt x="382444" y="1143412"/>
                  </a:lnTo>
                  <a:lnTo>
                    <a:pt x="382442" y="1143407"/>
                  </a:lnTo>
                  <a:lnTo>
                    <a:pt x="382439" y="1143402"/>
                  </a:lnTo>
                  <a:lnTo>
                    <a:pt x="382430" y="1143391"/>
                  </a:lnTo>
                  <a:lnTo>
                    <a:pt x="382425" y="1143386"/>
                  </a:lnTo>
                  <a:lnTo>
                    <a:pt x="382420" y="1143381"/>
                  </a:lnTo>
                  <a:lnTo>
                    <a:pt x="382407" y="1143364"/>
                  </a:lnTo>
                  <a:lnTo>
                    <a:pt x="382399" y="1143351"/>
                  </a:lnTo>
                  <a:lnTo>
                    <a:pt x="382395" y="1143343"/>
                  </a:lnTo>
                  <a:lnTo>
                    <a:pt x="382390" y="1143326"/>
                  </a:lnTo>
                  <a:lnTo>
                    <a:pt x="382385" y="1143314"/>
                  </a:lnTo>
                  <a:lnTo>
                    <a:pt x="382378" y="1143301"/>
                  </a:lnTo>
                  <a:lnTo>
                    <a:pt x="382372" y="1143294"/>
                  </a:lnTo>
                  <a:lnTo>
                    <a:pt x="382368" y="1143289"/>
                  </a:lnTo>
                  <a:lnTo>
                    <a:pt x="382361" y="1143284"/>
                  </a:lnTo>
                  <a:lnTo>
                    <a:pt x="382354" y="1143279"/>
                  </a:lnTo>
                  <a:lnTo>
                    <a:pt x="382339" y="1143276"/>
                  </a:lnTo>
                  <a:lnTo>
                    <a:pt x="382312" y="1143268"/>
                  </a:lnTo>
                  <a:lnTo>
                    <a:pt x="382287" y="1143261"/>
                  </a:lnTo>
                  <a:lnTo>
                    <a:pt x="382276" y="1143259"/>
                  </a:lnTo>
                  <a:lnTo>
                    <a:pt x="382268" y="1143256"/>
                  </a:lnTo>
                  <a:lnTo>
                    <a:pt x="382261" y="1143251"/>
                  </a:lnTo>
                  <a:lnTo>
                    <a:pt x="382253" y="1143243"/>
                  </a:lnTo>
                  <a:lnTo>
                    <a:pt x="382242" y="1143232"/>
                  </a:lnTo>
                  <a:lnTo>
                    <a:pt x="382237" y="1143229"/>
                  </a:lnTo>
                  <a:lnTo>
                    <a:pt x="382227" y="1143223"/>
                  </a:lnTo>
                  <a:lnTo>
                    <a:pt x="382207" y="1143216"/>
                  </a:lnTo>
                  <a:lnTo>
                    <a:pt x="382183" y="1143206"/>
                  </a:lnTo>
                  <a:lnTo>
                    <a:pt x="382156" y="1143198"/>
                  </a:lnTo>
                  <a:lnTo>
                    <a:pt x="382131" y="1143190"/>
                  </a:lnTo>
                  <a:lnTo>
                    <a:pt x="382123" y="1143188"/>
                  </a:lnTo>
                  <a:lnTo>
                    <a:pt x="382111" y="1143184"/>
                  </a:lnTo>
                  <a:lnTo>
                    <a:pt x="382091" y="1143176"/>
                  </a:lnTo>
                  <a:lnTo>
                    <a:pt x="382076" y="1143170"/>
                  </a:lnTo>
                  <a:lnTo>
                    <a:pt x="382061" y="1143162"/>
                  </a:lnTo>
                  <a:lnTo>
                    <a:pt x="382046" y="1143154"/>
                  </a:lnTo>
                  <a:lnTo>
                    <a:pt x="382033" y="1143145"/>
                  </a:lnTo>
                  <a:lnTo>
                    <a:pt x="382028" y="1143142"/>
                  </a:lnTo>
                  <a:lnTo>
                    <a:pt x="382024" y="1143139"/>
                  </a:lnTo>
                  <a:lnTo>
                    <a:pt x="382017" y="1143134"/>
                  </a:lnTo>
                  <a:lnTo>
                    <a:pt x="382011" y="1143129"/>
                  </a:lnTo>
                  <a:lnTo>
                    <a:pt x="382005" y="1143122"/>
                  </a:lnTo>
                  <a:lnTo>
                    <a:pt x="381996" y="1143111"/>
                  </a:lnTo>
                  <a:lnTo>
                    <a:pt x="381987" y="1143097"/>
                  </a:lnTo>
                  <a:lnTo>
                    <a:pt x="381981" y="1143088"/>
                  </a:lnTo>
                  <a:lnTo>
                    <a:pt x="381973" y="1143077"/>
                  </a:lnTo>
                  <a:lnTo>
                    <a:pt x="381965" y="1143067"/>
                  </a:lnTo>
                  <a:lnTo>
                    <a:pt x="381953" y="1143056"/>
                  </a:lnTo>
                  <a:lnTo>
                    <a:pt x="381942" y="1143046"/>
                  </a:lnTo>
                  <a:lnTo>
                    <a:pt x="381926" y="1143035"/>
                  </a:lnTo>
                  <a:lnTo>
                    <a:pt x="381903" y="1143018"/>
                  </a:lnTo>
                  <a:lnTo>
                    <a:pt x="381886" y="1143005"/>
                  </a:lnTo>
                  <a:lnTo>
                    <a:pt x="381873" y="1142993"/>
                  </a:lnTo>
                  <a:lnTo>
                    <a:pt x="381863" y="1142985"/>
                  </a:lnTo>
                  <a:lnTo>
                    <a:pt x="381853" y="1142974"/>
                  </a:lnTo>
                  <a:lnTo>
                    <a:pt x="381843" y="1142961"/>
                  </a:lnTo>
                  <a:lnTo>
                    <a:pt x="381835" y="1142948"/>
                  </a:lnTo>
                  <a:lnTo>
                    <a:pt x="381831" y="1142942"/>
                  </a:lnTo>
                  <a:lnTo>
                    <a:pt x="381829" y="1142938"/>
                  </a:lnTo>
                  <a:lnTo>
                    <a:pt x="381822" y="1142928"/>
                  </a:lnTo>
                  <a:lnTo>
                    <a:pt x="381816" y="1142920"/>
                  </a:lnTo>
                  <a:lnTo>
                    <a:pt x="381804" y="1142909"/>
                  </a:lnTo>
                  <a:lnTo>
                    <a:pt x="381794" y="1142901"/>
                  </a:lnTo>
                  <a:lnTo>
                    <a:pt x="381784" y="1142896"/>
                  </a:lnTo>
                  <a:lnTo>
                    <a:pt x="381772" y="1142890"/>
                  </a:lnTo>
                  <a:lnTo>
                    <a:pt x="381761" y="1142887"/>
                  </a:lnTo>
                  <a:lnTo>
                    <a:pt x="381749" y="1142885"/>
                  </a:lnTo>
                  <a:lnTo>
                    <a:pt x="381735" y="1142884"/>
                  </a:lnTo>
                  <a:lnTo>
                    <a:pt x="381712" y="1142886"/>
                  </a:lnTo>
                  <a:lnTo>
                    <a:pt x="381682" y="1142891"/>
                  </a:lnTo>
                  <a:lnTo>
                    <a:pt x="381676" y="1142892"/>
                  </a:lnTo>
                  <a:lnTo>
                    <a:pt x="381651" y="1142894"/>
                  </a:lnTo>
                  <a:lnTo>
                    <a:pt x="381635" y="1142893"/>
                  </a:lnTo>
                  <a:lnTo>
                    <a:pt x="381622" y="1142892"/>
                  </a:lnTo>
                  <a:lnTo>
                    <a:pt x="381612" y="1142888"/>
                  </a:lnTo>
                  <a:lnTo>
                    <a:pt x="381599" y="1142880"/>
                  </a:lnTo>
                  <a:lnTo>
                    <a:pt x="381587" y="1142872"/>
                  </a:lnTo>
                  <a:lnTo>
                    <a:pt x="381576" y="1142861"/>
                  </a:lnTo>
                  <a:lnTo>
                    <a:pt x="381567" y="1142850"/>
                  </a:lnTo>
                  <a:lnTo>
                    <a:pt x="381560" y="1142835"/>
                  </a:lnTo>
                  <a:lnTo>
                    <a:pt x="381555" y="1142824"/>
                  </a:lnTo>
                  <a:lnTo>
                    <a:pt x="381545" y="1142804"/>
                  </a:lnTo>
                  <a:lnTo>
                    <a:pt x="381543" y="1142799"/>
                  </a:lnTo>
                  <a:lnTo>
                    <a:pt x="381537" y="1142790"/>
                  </a:lnTo>
                  <a:lnTo>
                    <a:pt x="381529" y="1142798"/>
                  </a:lnTo>
                  <a:lnTo>
                    <a:pt x="381523" y="1142804"/>
                  </a:lnTo>
                  <a:lnTo>
                    <a:pt x="381516" y="1142809"/>
                  </a:lnTo>
                  <a:lnTo>
                    <a:pt x="381511" y="1142812"/>
                  </a:lnTo>
                  <a:lnTo>
                    <a:pt x="381507" y="1142814"/>
                  </a:lnTo>
                  <a:lnTo>
                    <a:pt x="381494" y="1142818"/>
                  </a:lnTo>
                  <a:lnTo>
                    <a:pt x="381483" y="1142821"/>
                  </a:lnTo>
                  <a:lnTo>
                    <a:pt x="381477" y="1142821"/>
                  </a:lnTo>
                  <a:lnTo>
                    <a:pt x="381468" y="1142821"/>
                  </a:lnTo>
                  <a:lnTo>
                    <a:pt x="381458" y="1142818"/>
                  </a:lnTo>
                  <a:lnTo>
                    <a:pt x="381444" y="1142811"/>
                  </a:lnTo>
                  <a:lnTo>
                    <a:pt x="381429" y="1142801"/>
                  </a:lnTo>
                  <a:lnTo>
                    <a:pt x="381411" y="1142788"/>
                  </a:lnTo>
                  <a:lnTo>
                    <a:pt x="381392" y="1142775"/>
                  </a:lnTo>
                  <a:lnTo>
                    <a:pt x="381377" y="1142767"/>
                  </a:lnTo>
                  <a:lnTo>
                    <a:pt x="381368" y="1142763"/>
                  </a:lnTo>
                  <a:lnTo>
                    <a:pt x="381360" y="1142760"/>
                  </a:lnTo>
                  <a:lnTo>
                    <a:pt x="381347" y="1142758"/>
                  </a:lnTo>
                  <a:lnTo>
                    <a:pt x="381338" y="1142757"/>
                  </a:lnTo>
                  <a:lnTo>
                    <a:pt x="381333" y="1142755"/>
                  </a:lnTo>
                  <a:lnTo>
                    <a:pt x="381329" y="1142749"/>
                  </a:lnTo>
                  <a:lnTo>
                    <a:pt x="381326" y="1142739"/>
                  </a:lnTo>
                  <a:lnTo>
                    <a:pt x="381325" y="1142725"/>
                  </a:lnTo>
                  <a:lnTo>
                    <a:pt x="381322" y="1142714"/>
                  </a:lnTo>
                  <a:lnTo>
                    <a:pt x="381318" y="1142704"/>
                  </a:lnTo>
                  <a:lnTo>
                    <a:pt x="381314" y="1142696"/>
                  </a:lnTo>
                  <a:lnTo>
                    <a:pt x="381310" y="1142691"/>
                  </a:lnTo>
                  <a:lnTo>
                    <a:pt x="381304" y="1142685"/>
                  </a:lnTo>
                  <a:lnTo>
                    <a:pt x="381293" y="1142678"/>
                  </a:lnTo>
                  <a:lnTo>
                    <a:pt x="381288" y="1142674"/>
                  </a:lnTo>
                  <a:lnTo>
                    <a:pt x="381282" y="1142670"/>
                  </a:lnTo>
                  <a:lnTo>
                    <a:pt x="381274" y="1142661"/>
                  </a:lnTo>
                  <a:lnTo>
                    <a:pt x="381271" y="1142655"/>
                  </a:lnTo>
                  <a:lnTo>
                    <a:pt x="381268" y="1142646"/>
                  </a:lnTo>
                  <a:lnTo>
                    <a:pt x="381264" y="1142637"/>
                  </a:lnTo>
                  <a:lnTo>
                    <a:pt x="381260" y="1142630"/>
                  </a:lnTo>
                  <a:lnTo>
                    <a:pt x="381256" y="1142626"/>
                  </a:lnTo>
                  <a:lnTo>
                    <a:pt x="381252" y="1142622"/>
                  </a:lnTo>
                  <a:lnTo>
                    <a:pt x="381245" y="1142615"/>
                  </a:lnTo>
                  <a:lnTo>
                    <a:pt x="381233" y="1142610"/>
                  </a:lnTo>
                  <a:lnTo>
                    <a:pt x="381223" y="1142607"/>
                  </a:lnTo>
                  <a:lnTo>
                    <a:pt x="381200" y="1142604"/>
                  </a:lnTo>
                  <a:lnTo>
                    <a:pt x="381191" y="1142604"/>
                  </a:lnTo>
                  <a:lnTo>
                    <a:pt x="381184" y="1142602"/>
                  </a:lnTo>
                  <a:lnTo>
                    <a:pt x="381176" y="1142598"/>
                  </a:lnTo>
                  <a:lnTo>
                    <a:pt x="381168" y="1142591"/>
                  </a:lnTo>
                  <a:lnTo>
                    <a:pt x="381164" y="1142588"/>
                  </a:lnTo>
                  <a:lnTo>
                    <a:pt x="381149" y="1142575"/>
                  </a:lnTo>
                  <a:lnTo>
                    <a:pt x="381132" y="1142559"/>
                  </a:lnTo>
                  <a:lnTo>
                    <a:pt x="381121" y="1142547"/>
                  </a:lnTo>
                  <a:lnTo>
                    <a:pt x="381108" y="1142533"/>
                  </a:lnTo>
                  <a:lnTo>
                    <a:pt x="381097" y="1142519"/>
                  </a:lnTo>
                  <a:lnTo>
                    <a:pt x="381084" y="1142504"/>
                  </a:lnTo>
                  <a:lnTo>
                    <a:pt x="381076" y="1142493"/>
                  </a:lnTo>
                  <a:lnTo>
                    <a:pt x="381072" y="1142487"/>
                  </a:lnTo>
                  <a:lnTo>
                    <a:pt x="381067" y="1142475"/>
                  </a:lnTo>
                  <a:lnTo>
                    <a:pt x="381059" y="1142460"/>
                  </a:lnTo>
                  <a:lnTo>
                    <a:pt x="381053" y="1142446"/>
                  </a:lnTo>
                  <a:lnTo>
                    <a:pt x="381044" y="1142429"/>
                  </a:lnTo>
                  <a:lnTo>
                    <a:pt x="381038" y="1142417"/>
                  </a:lnTo>
                  <a:lnTo>
                    <a:pt x="381033" y="1142409"/>
                  </a:lnTo>
                  <a:lnTo>
                    <a:pt x="381027" y="1142401"/>
                  </a:lnTo>
                  <a:lnTo>
                    <a:pt x="381021" y="1142392"/>
                  </a:lnTo>
                  <a:lnTo>
                    <a:pt x="381014" y="1142382"/>
                  </a:lnTo>
                  <a:lnTo>
                    <a:pt x="381002" y="1142370"/>
                  </a:lnTo>
                  <a:lnTo>
                    <a:pt x="380996" y="1142363"/>
                  </a:lnTo>
                  <a:lnTo>
                    <a:pt x="380990" y="1142356"/>
                  </a:lnTo>
                  <a:lnTo>
                    <a:pt x="380984" y="1142347"/>
                  </a:lnTo>
                  <a:lnTo>
                    <a:pt x="380979" y="1142334"/>
                  </a:lnTo>
                  <a:lnTo>
                    <a:pt x="380975" y="1142319"/>
                  </a:lnTo>
                  <a:lnTo>
                    <a:pt x="380972" y="1142306"/>
                  </a:lnTo>
                  <a:lnTo>
                    <a:pt x="380971" y="1142298"/>
                  </a:lnTo>
                  <a:lnTo>
                    <a:pt x="380969" y="1142284"/>
                  </a:lnTo>
                  <a:lnTo>
                    <a:pt x="380967" y="1142271"/>
                  </a:lnTo>
                  <a:lnTo>
                    <a:pt x="380964" y="1142254"/>
                  </a:lnTo>
                  <a:lnTo>
                    <a:pt x="380962" y="1142244"/>
                  </a:lnTo>
                  <a:lnTo>
                    <a:pt x="380961" y="1142229"/>
                  </a:lnTo>
                  <a:lnTo>
                    <a:pt x="380960" y="1142201"/>
                  </a:lnTo>
                  <a:lnTo>
                    <a:pt x="380957" y="1142175"/>
                  </a:lnTo>
                  <a:lnTo>
                    <a:pt x="380955" y="1142162"/>
                  </a:lnTo>
                  <a:lnTo>
                    <a:pt x="380951" y="1142140"/>
                  </a:lnTo>
                  <a:lnTo>
                    <a:pt x="380945" y="1142121"/>
                  </a:lnTo>
                  <a:lnTo>
                    <a:pt x="380940" y="1142108"/>
                  </a:lnTo>
                  <a:lnTo>
                    <a:pt x="380935" y="1142103"/>
                  </a:lnTo>
                  <a:lnTo>
                    <a:pt x="380931" y="1142099"/>
                  </a:lnTo>
                  <a:lnTo>
                    <a:pt x="380921" y="1142094"/>
                  </a:lnTo>
                  <a:lnTo>
                    <a:pt x="380909" y="1142091"/>
                  </a:lnTo>
                  <a:lnTo>
                    <a:pt x="380901" y="1142089"/>
                  </a:lnTo>
                  <a:lnTo>
                    <a:pt x="380877" y="1142089"/>
                  </a:lnTo>
                  <a:lnTo>
                    <a:pt x="380862" y="1142088"/>
                  </a:lnTo>
                  <a:lnTo>
                    <a:pt x="380851" y="1142086"/>
                  </a:lnTo>
                  <a:lnTo>
                    <a:pt x="380839" y="1142083"/>
                  </a:lnTo>
                  <a:lnTo>
                    <a:pt x="380826" y="1142079"/>
                  </a:lnTo>
                  <a:lnTo>
                    <a:pt x="380816" y="1142073"/>
                  </a:lnTo>
                  <a:lnTo>
                    <a:pt x="380809" y="1142068"/>
                  </a:lnTo>
                  <a:lnTo>
                    <a:pt x="380799" y="1142060"/>
                  </a:lnTo>
                  <a:lnTo>
                    <a:pt x="380781" y="1142045"/>
                  </a:lnTo>
                  <a:lnTo>
                    <a:pt x="380764" y="1142030"/>
                  </a:lnTo>
                  <a:lnTo>
                    <a:pt x="380761" y="1142026"/>
                  </a:lnTo>
                  <a:lnTo>
                    <a:pt x="380755" y="1142020"/>
                  </a:lnTo>
                  <a:lnTo>
                    <a:pt x="380741" y="1142004"/>
                  </a:lnTo>
                  <a:lnTo>
                    <a:pt x="380726" y="1141984"/>
                  </a:lnTo>
                  <a:lnTo>
                    <a:pt x="380703" y="1141955"/>
                  </a:lnTo>
                  <a:lnTo>
                    <a:pt x="380688" y="1141937"/>
                  </a:lnTo>
                  <a:lnTo>
                    <a:pt x="380679" y="1141924"/>
                  </a:lnTo>
                  <a:lnTo>
                    <a:pt x="380671" y="1141910"/>
                  </a:lnTo>
                  <a:lnTo>
                    <a:pt x="380665" y="1141904"/>
                  </a:lnTo>
                  <a:lnTo>
                    <a:pt x="380656" y="1141896"/>
                  </a:lnTo>
                  <a:lnTo>
                    <a:pt x="380645" y="1141890"/>
                  </a:lnTo>
                  <a:lnTo>
                    <a:pt x="380624" y="1141879"/>
                  </a:lnTo>
                  <a:lnTo>
                    <a:pt x="380603" y="1141870"/>
                  </a:lnTo>
                  <a:lnTo>
                    <a:pt x="380573" y="1141858"/>
                  </a:lnTo>
                  <a:lnTo>
                    <a:pt x="380556" y="1141853"/>
                  </a:lnTo>
                  <a:lnTo>
                    <a:pt x="380533" y="1141847"/>
                  </a:lnTo>
                  <a:lnTo>
                    <a:pt x="380517" y="1141840"/>
                  </a:lnTo>
                  <a:lnTo>
                    <a:pt x="380494" y="1141829"/>
                  </a:lnTo>
                  <a:lnTo>
                    <a:pt x="380474" y="1141819"/>
                  </a:lnTo>
                  <a:lnTo>
                    <a:pt x="380452" y="1141807"/>
                  </a:lnTo>
                  <a:lnTo>
                    <a:pt x="380447" y="1141804"/>
                  </a:lnTo>
                  <a:lnTo>
                    <a:pt x="380434" y="1141796"/>
                  </a:lnTo>
                  <a:lnTo>
                    <a:pt x="380421" y="1141786"/>
                  </a:lnTo>
                  <a:lnTo>
                    <a:pt x="380411" y="1141775"/>
                  </a:lnTo>
                  <a:lnTo>
                    <a:pt x="380405" y="1141767"/>
                  </a:lnTo>
                  <a:lnTo>
                    <a:pt x="380399" y="1141757"/>
                  </a:lnTo>
                  <a:lnTo>
                    <a:pt x="380393" y="1141744"/>
                  </a:lnTo>
                  <a:lnTo>
                    <a:pt x="380386" y="1141726"/>
                  </a:lnTo>
                  <a:lnTo>
                    <a:pt x="380379" y="1141706"/>
                  </a:lnTo>
                  <a:lnTo>
                    <a:pt x="380373" y="1141684"/>
                  </a:lnTo>
                  <a:lnTo>
                    <a:pt x="380368" y="1141668"/>
                  </a:lnTo>
                  <a:lnTo>
                    <a:pt x="380362" y="1141652"/>
                  </a:lnTo>
                  <a:lnTo>
                    <a:pt x="380351" y="1141630"/>
                  </a:lnTo>
                  <a:lnTo>
                    <a:pt x="380339" y="1141604"/>
                  </a:lnTo>
                  <a:lnTo>
                    <a:pt x="380327" y="1141579"/>
                  </a:lnTo>
                  <a:lnTo>
                    <a:pt x="380319" y="1141572"/>
                  </a:lnTo>
                  <a:lnTo>
                    <a:pt x="380314" y="1141571"/>
                  </a:lnTo>
                  <a:lnTo>
                    <a:pt x="380298" y="1141568"/>
                  </a:lnTo>
                  <a:lnTo>
                    <a:pt x="380288" y="1141564"/>
                  </a:lnTo>
                  <a:lnTo>
                    <a:pt x="380275" y="1141557"/>
                  </a:lnTo>
                  <a:lnTo>
                    <a:pt x="380259" y="1141546"/>
                  </a:lnTo>
                  <a:lnTo>
                    <a:pt x="380245" y="1141538"/>
                  </a:lnTo>
                  <a:lnTo>
                    <a:pt x="380238" y="1141536"/>
                  </a:lnTo>
                  <a:lnTo>
                    <a:pt x="380230" y="1141536"/>
                  </a:lnTo>
                  <a:lnTo>
                    <a:pt x="380220" y="1141539"/>
                  </a:lnTo>
                  <a:lnTo>
                    <a:pt x="380208" y="1141545"/>
                  </a:lnTo>
                  <a:lnTo>
                    <a:pt x="380186" y="1141559"/>
                  </a:lnTo>
                  <a:lnTo>
                    <a:pt x="380167" y="1141572"/>
                  </a:lnTo>
                  <a:lnTo>
                    <a:pt x="380163" y="1141574"/>
                  </a:lnTo>
                  <a:lnTo>
                    <a:pt x="380157" y="1141578"/>
                  </a:lnTo>
                  <a:lnTo>
                    <a:pt x="380150" y="1141579"/>
                  </a:lnTo>
                  <a:lnTo>
                    <a:pt x="380144" y="1141576"/>
                  </a:lnTo>
                  <a:lnTo>
                    <a:pt x="380141" y="1141572"/>
                  </a:lnTo>
                  <a:lnTo>
                    <a:pt x="380137" y="1141563"/>
                  </a:lnTo>
                  <a:lnTo>
                    <a:pt x="380135" y="1141539"/>
                  </a:lnTo>
                  <a:lnTo>
                    <a:pt x="380133" y="1141528"/>
                  </a:lnTo>
                  <a:lnTo>
                    <a:pt x="380127" y="1141519"/>
                  </a:lnTo>
                  <a:lnTo>
                    <a:pt x="380118" y="1141511"/>
                  </a:lnTo>
                  <a:lnTo>
                    <a:pt x="380099" y="1141499"/>
                  </a:lnTo>
                  <a:lnTo>
                    <a:pt x="380077" y="1141484"/>
                  </a:lnTo>
                  <a:lnTo>
                    <a:pt x="380067" y="1141477"/>
                  </a:lnTo>
                  <a:lnTo>
                    <a:pt x="380062" y="1141471"/>
                  </a:lnTo>
                  <a:lnTo>
                    <a:pt x="380059" y="1141463"/>
                  </a:lnTo>
                  <a:lnTo>
                    <a:pt x="380055" y="1141450"/>
                  </a:lnTo>
                  <a:lnTo>
                    <a:pt x="380053" y="1141433"/>
                  </a:lnTo>
                  <a:lnTo>
                    <a:pt x="380051" y="1141416"/>
                  </a:lnTo>
                  <a:lnTo>
                    <a:pt x="380049" y="1141409"/>
                  </a:lnTo>
                  <a:lnTo>
                    <a:pt x="380043" y="1141391"/>
                  </a:lnTo>
                  <a:lnTo>
                    <a:pt x="380038" y="1141378"/>
                  </a:lnTo>
                  <a:lnTo>
                    <a:pt x="380029" y="1141362"/>
                  </a:lnTo>
                  <a:lnTo>
                    <a:pt x="380019" y="1141345"/>
                  </a:lnTo>
                  <a:lnTo>
                    <a:pt x="380007" y="1141329"/>
                  </a:lnTo>
                  <a:lnTo>
                    <a:pt x="379999" y="1141317"/>
                  </a:lnTo>
                  <a:lnTo>
                    <a:pt x="379992" y="1141304"/>
                  </a:lnTo>
                  <a:lnTo>
                    <a:pt x="379985" y="1141290"/>
                  </a:lnTo>
                  <a:lnTo>
                    <a:pt x="379978" y="1141277"/>
                  </a:lnTo>
                  <a:lnTo>
                    <a:pt x="379973" y="1141265"/>
                  </a:lnTo>
                  <a:lnTo>
                    <a:pt x="379965" y="1141250"/>
                  </a:lnTo>
                  <a:lnTo>
                    <a:pt x="379956" y="1141235"/>
                  </a:lnTo>
                  <a:lnTo>
                    <a:pt x="379946" y="1141221"/>
                  </a:lnTo>
                  <a:lnTo>
                    <a:pt x="379936" y="1141211"/>
                  </a:lnTo>
                  <a:lnTo>
                    <a:pt x="379921" y="1141197"/>
                  </a:lnTo>
                  <a:lnTo>
                    <a:pt x="379906" y="1141186"/>
                  </a:lnTo>
                  <a:lnTo>
                    <a:pt x="379888" y="1141174"/>
                  </a:lnTo>
                  <a:lnTo>
                    <a:pt x="379873" y="1141165"/>
                  </a:lnTo>
                  <a:lnTo>
                    <a:pt x="379858" y="1141158"/>
                  </a:lnTo>
                  <a:lnTo>
                    <a:pt x="379839" y="1141149"/>
                  </a:lnTo>
                  <a:lnTo>
                    <a:pt x="379817" y="1141141"/>
                  </a:lnTo>
                  <a:lnTo>
                    <a:pt x="379797" y="1141135"/>
                  </a:lnTo>
                  <a:lnTo>
                    <a:pt x="379779" y="1141131"/>
                  </a:lnTo>
                  <a:lnTo>
                    <a:pt x="379757" y="1141125"/>
                  </a:lnTo>
                  <a:lnTo>
                    <a:pt x="379745" y="1141123"/>
                  </a:lnTo>
                  <a:lnTo>
                    <a:pt x="379735" y="1141122"/>
                  </a:lnTo>
                  <a:lnTo>
                    <a:pt x="379726" y="1141123"/>
                  </a:lnTo>
                  <a:lnTo>
                    <a:pt x="379709" y="1141127"/>
                  </a:lnTo>
                  <a:lnTo>
                    <a:pt x="379692" y="1141133"/>
                  </a:lnTo>
                  <a:lnTo>
                    <a:pt x="379674" y="1141141"/>
                  </a:lnTo>
                  <a:lnTo>
                    <a:pt x="379655" y="1141150"/>
                  </a:lnTo>
                  <a:lnTo>
                    <a:pt x="379641" y="1141157"/>
                  </a:lnTo>
                  <a:lnTo>
                    <a:pt x="379615" y="1141174"/>
                  </a:lnTo>
                  <a:lnTo>
                    <a:pt x="379600" y="1141187"/>
                  </a:lnTo>
                  <a:lnTo>
                    <a:pt x="379586" y="1141200"/>
                  </a:lnTo>
                  <a:lnTo>
                    <a:pt x="379574" y="1141212"/>
                  </a:lnTo>
                  <a:lnTo>
                    <a:pt x="379553" y="1141237"/>
                  </a:lnTo>
                  <a:lnTo>
                    <a:pt x="379533" y="1141258"/>
                  </a:lnTo>
                  <a:lnTo>
                    <a:pt x="379518" y="1141276"/>
                  </a:lnTo>
                  <a:lnTo>
                    <a:pt x="379505" y="1141294"/>
                  </a:lnTo>
                  <a:lnTo>
                    <a:pt x="379492" y="1141311"/>
                  </a:lnTo>
                  <a:lnTo>
                    <a:pt x="379488" y="1141316"/>
                  </a:lnTo>
                  <a:lnTo>
                    <a:pt x="379483" y="1141315"/>
                  </a:lnTo>
                  <a:lnTo>
                    <a:pt x="379462" y="1141300"/>
                  </a:lnTo>
                  <a:lnTo>
                    <a:pt x="379439" y="1141284"/>
                  </a:lnTo>
                  <a:lnTo>
                    <a:pt x="379422" y="1141271"/>
                  </a:lnTo>
                  <a:lnTo>
                    <a:pt x="379394" y="1141253"/>
                  </a:lnTo>
                  <a:lnTo>
                    <a:pt x="379375" y="1141239"/>
                  </a:lnTo>
                  <a:lnTo>
                    <a:pt x="379362" y="1141227"/>
                  </a:lnTo>
                  <a:lnTo>
                    <a:pt x="379353" y="1141218"/>
                  </a:lnTo>
                  <a:lnTo>
                    <a:pt x="379349" y="1141211"/>
                  </a:lnTo>
                  <a:lnTo>
                    <a:pt x="379345" y="1141205"/>
                  </a:lnTo>
                  <a:lnTo>
                    <a:pt x="379341" y="1141194"/>
                  </a:lnTo>
                  <a:lnTo>
                    <a:pt x="379337" y="1141182"/>
                  </a:lnTo>
                  <a:lnTo>
                    <a:pt x="379332" y="1141165"/>
                  </a:lnTo>
                  <a:lnTo>
                    <a:pt x="379328" y="1141150"/>
                  </a:lnTo>
                  <a:lnTo>
                    <a:pt x="379321" y="1141122"/>
                  </a:lnTo>
                  <a:lnTo>
                    <a:pt x="379314" y="1141097"/>
                  </a:lnTo>
                  <a:lnTo>
                    <a:pt x="379306" y="1141073"/>
                  </a:lnTo>
                  <a:lnTo>
                    <a:pt x="379300" y="1141056"/>
                  </a:lnTo>
                  <a:lnTo>
                    <a:pt x="379292" y="1141035"/>
                  </a:lnTo>
                  <a:lnTo>
                    <a:pt x="379283" y="1141016"/>
                  </a:lnTo>
                  <a:lnTo>
                    <a:pt x="379276" y="1141005"/>
                  </a:lnTo>
                  <a:lnTo>
                    <a:pt x="379269" y="1140997"/>
                  </a:lnTo>
                  <a:lnTo>
                    <a:pt x="379264" y="1140991"/>
                  </a:lnTo>
                  <a:lnTo>
                    <a:pt x="379259" y="1140989"/>
                  </a:lnTo>
                  <a:lnTo>
                    <a:pt x="379250" y="1140988"/>
                  </a:lnTo>
                  <a:lnTo>
                    <a:pt x="379235" y="1140987"/>
                  </a:lnTo>
                  <a:lnTo>
                    <a:pt x="379202" y="1140986"/>
                  </a:lnTo>
                  <a:lnTo>
                    <a:pt x="379194" y="1140986"/>
                  </a:lnTo>
                  <a:lnTo>
                    <a:pt x="379171" y="1140985"/>
                  </a:lnTo>
                  <a:lnTo>
                    <a:pt x="379148" y="1140986"/>
                  </a:lnTo>
                  <a:lnTo>
                    <a:pt x="379127" y="1140988"/>
                  </a:lnTo>
                  <a:lnTo>
                    <a:pt x="379103" y="1140993"/>
                  </a:lnTo>
                  <a:lnTo>
                    <a:pt x="379068" y="1141003"/>
                  </a:lnTo>
                  <a:lnTo>
                    <a:pt x="379061" y="1141004"/>
                  </a:lnTo>
                  <a:lnTo>
                    <a:pt x="379048" y="1141008"/>
                  </a:lnTo>
                  <a:lnTo>
                    <a:pt x="379041" y="1141010"/>
                  </a:lnTo>
                  <a:lnTo>
                    <a:pt x="379025" y="1141014"/>
                  </a:lnTo>
                  <a:lnTo>
                    <a:pt x="379015" y="1141019"/>
                  </a:lnTo>
                  <a:lnTo>
                    <a:pt x="379008" y="1141026"/>
                  </a:lnTo>
                  <a:lnTo>
                    <a:pt x="379004" y="1141035"/>
                  </a:lnTo>
                  <a:lnTo>
                    <a:pt x="379002" y="1141046"/>
                  </a:lnTo>
                  <a:lnTo>
                    <a:pt x="379000" y="1141068"/>
                  </a:lnTo>
                  <a:lnTo>
                    <a:pt x="378998" y="1141077"/>
                  </a:lnTo>
                  <a:lnTo>
                    <a:pt x="378997" y="1141085"/>
                  </a:lnTo>
                  <a:lnTo>
                    <a:pt x="378996" y="1141101"/>
                  </a:lnTo>
                  <a:lnTo>
                    <a:pt x="378996" y="1141116"/>
                  </a:lnTo>
                  <a:lnTo>
                    <a:pt x="378998" y="1141134"/>
                  </a:lnTo>
                  <a:lnTo>
                    <a:pt x="379001" y="1141153"/>
                  </a:lnTo>
                  <a:lnTo>
                    <a:pt x="379005" y="1141169"/>
                  </a:lnTo>
                  <a:lnTo>
                    <a:pt x="379010" y="1141179"/>
                  </a:lnTo>
                  <a:lnTo>
                    <a:pt x="379017" y="1141192"/>
                  </a:lnTo>
                  <a:lnTo>
                    <a:pt x="379023" y="1141201"/>
                  </a:lnTo>
                  <a:lnTo>
                    <a:pt x="379031" y="1141214"/>
                  </a:lnTo>
                  <a:lnTo>
                    <a:pt x="379044" y="1141237"/>
                  </a:lnTo>
                  <a:lnTo>
                    <a:pt x="379047" y="1141241"/>
                  </a:lnTo>
                  <a:lnTo>
                    <a:pt x="379063" y="1141265"/>
                  </a:lnTo>
                  <a:lnTo>
                    <a:pt x="379070" y="1141275"/>
                  </a:lnTo>
                  <a:lnTo>
                    <a:pt x="379076" y="1141283"/>
                  </a:lnTo>
                  <a:lnTo>
                    <a:pt x="379077" y="1141292"/>
                  </a:lnTo>
                  <a:lnTo>
                    <a:pt x="379076" y="1141301"/>
                  </a:lnTo>
                  <a:lnTo>
                    <a:pt x="379073" y="1141314"/>
                  </a:lnTo>
                  <a:lnTo>
                    <a:pt x="379069" y="1141334"/>
                  </a:lnTo>
                  <a:lnTo>
                    <a:pt x="379064" y="1141347"/>
                  </a:lnTo>
                  <a:lnTo>
                    <a:pt x="379059" y="1141359"/>
                  </a:lnTo>
                  <a:lnTo>
                    <a:pt x="379052" y="1141371"/>
                  </a:lnTo>
                  <a:lnTo>
                    <a:pt x="379042" y="1141387"/>
                  </a:lnTo>
                  <a:lnTo>
                    <a:pt x="379028" y="1141407"/>
                  </a:lnTo>
                  <a:lnTo>
                    <a:pt x="379009" y="1141432"/>
                  </a:lnTo>
                  <a:lnTo>
                    <a:pt x="379000" y="1141445"/>
                  </a:lnTo>
                  <a:lnTo>
                    <a:pt x="378997" y="1141449"/>
                  </a:lnTo>
                  <a:lnTo>
                    <a:pt x="378991" y="1141460"/>
                  </a:lnTo>
                  <a:lnTo>
                    <a:pt x="378989" y="1141469"/>
                  </a:lnTo>
                  <a:lnTo>
                    <a:pt x="378990" y="1141480"/>
                  </a:lnTo>
                  <a:lnTo>
                    <a:pt x="378993" y="1141492"/>
                  </a:lnTo>
                  <a:lnTo>
                    <a:pt x="378998" y="1141502"/>
                  </a:lnTo>
                  <a:lnTo>
                    <a:pt x="379005" y="1141513"/>
                  </a:lnTo>
                  <a:lnTo>
                    <a:pt x="379017" y="1141535"/>
                  </a:lnTo>
                  <a:lnTo>
                    <a:pt x="379025" y="1141550"/>
                  </a:lnTo>
                  <a:lnTo>
                    <a:pt x="379036" y="1141572"/>
                  </a:lnTo>
                  <a:lnTo>
                    <a:pt x="379043" y="1141593"/>
                  </a:lnTo>
                  <a:lnTo>
                    <a:pt x="379048" y="1141612"/>
                  </a:lnTo>
                  <a:lnTo>
                    <a:pt x="379051" y="1141631"/>
                  </a:lnTo>
                  <a:lnTo>
                    <a:pt x="379054" y="1141660"/>
                  </a:lnTo>
                  <a:lnTo>
                    <a:pt x="379056" y="1141678"/>
                  </a:lnTo>
                  <a:lnTo>
                    <a:pt x="379059" y="1141690"/>
                  </a:lnTo>
                  <a:lnTo>
                    <a:pt x="379064" y="1141702"/>
                  </a:lnTo>
                  <a:lnTo>
                    <a:pt x="379070" y="1141717"/>
                  </a:lnTo>
                  <a:lnTo>
                    <a:pt x="379078" y="1141733"/>
                  </a:lnTo>
                  <a:lnTo>
                    <a:pt x="379088" y="1141754"/>
                  </a:lnTo>
                  <a:lnTo>
                    <a:pt x="379089" y="1141759"/>
                  </a:lnTo>
                  <a:lnTo>
                    <a:pt x="379084" y="1141759"/>
                  </a:lnTo>
                  <a:lnTo>
                    <a:pt x="379060" y="1141752"/>
                  </a:lnTo>
                  <a:lnTo>
                    <a:pt x="379033" y="1141742"/>
                  </a:lnTo>
                  <a:lnTo>
                    <a:pt x="379020" y="1141736"/>
                  </a:lnTo>
                  <a:lnTo>
                    <a:pt x="379002" y="1141727"/>
                  </a:lnTo>
                  <a:lnTo>
                    <a:pt x="378985" y="1141716"/>
                  </a:lnTo>
                  <a:lnTo>
                    <a:pt x="378972" y="1141706"/>
                  </a:lnTo>
                  <a:lnTo>
                    <a:pt x="378961" y="1141696"/>
                  </a:lnTo>
                  <a:lnTo>
                    <a:pt x="378953" y="1141686"/>
                  </a:lnTo>
                  <a:lnTo>
                    <a:pt x="378944" y="1141673"/>
                  </a:lnTo>
                  <a:lnTo>
                    <a:pt x="378938" y="1141663"/>
                  </a:lnTo>
                  <a:lnTo>
                    <a:pt x="378931" y="1141648"/>
                  </a:lnTo>
                  <a:lnTo>
                    <a:pt x="378924" y="1141626"/>
                  </a:lnTo>
                  <a:lnTo>
                    <a:pt x="378918" y="1141610"/>
                  </a:lnTo>
                  <a:lnTo>
                    <a:pt x="378910" y="1141592"/>
                  </a:lnTo>
                  <a:lnTo>
                    <a:pt x="378903" y="1141576"/>
                  </a:lnTo>
                  <a:lnTo>
                    <a:pt x="378900" y="1141569"/>
                  </a:lnTo>
                  <a:lnTo>
                    <a:pt x="378896" y="1141566"/>
                  </a:lnTo>
                  <a:lnTo>
                    <a:pt x="378890" y="1141563"/>
                  </a:lnTo>
                  <a:lnTo>
                    <a:pt x="378881" y="1141561"/>
                  </a:lnTo>
                  <a:lnTo>
                    <a:pt x="378868" y="1141563"/>
                  </a:lnTo>
                  <a:lnTo>
                    <a:pt x="378849" y="1141568"/>
                  </a:lnTo>
                  <a:lnTo>
                    <a:pt x="378828" y="1141577"/>
                  </a:lnTo>
                  <a:lnTo>
                    <a:pt x="378802" y="1141589"/>
                  </a:lnTo>
                  <a:lnTo>
                    <a:pt x="378776" y="1141603"/>
                  </a:lnTo>
                  <a:lnTo>
                    <a:pt x="378765" y="1141609"/>
                  </a:lnTo>
                  <a:lnTo>
                    <a:pt x="378755" y="1141615"/>
                  </a:lnTo>
                  <a:lnTo>
                    <a:pt x="378732" y="1141631"/>
                  </a:lnTo>
                  <a:lnTo>
                    <a:pt x="378706" y="1141649"/>
                  </a:lnTo>
                  <a:lnTo>
                    <a:pt x="378681" y="1141667"/>
                  </a:lnTo>
                  <a:lnTo>
                    <a:pt x="378660" y="1141681"/>
                  </a:lnTo>
                  <a:lnTo>
                    <a:pt x="378632" y="1141699"/>
                  </a:lnTo>
                  <a:lnTo>
                    <a:pt x="378603" y="1141717"/>
                  </a:lnTo>
                  <a:lnTo>
                    <a:pt x="378576" y="1141735"/>
                  </a:lnTo>
                  <a:lnTo>
                    <a:pt x="378544" y="1141757"/>
                  </a:lnTo>
                  <a:lnTo>
                    <a:pt x="378526" y="1141770"/>
                  </a:lnTo>
                  <a:lnTo>
                    <a:pt x="378500" y="1141786"/>
                  </a:lnTo>
                  <a:lnTo>
                    <a:pt x="378470" y="1141804"/>
                  </a:lnTo>
                  <a:lnTo>
                    <a:pt x="378454" y="1141811"/>
                  </a:lnTo>
                  <a:lnTo>
                    <a:pt x="378457" y="1141786"/>
                  </a:lnTo>
                  <a:lnTo>
                    <a:pt x="378457" y="1141779"/>
                  </a:lnTo>
                  <a:lnTo>
                    <a:pt x="378459" y="1141765"/>
                  </a:lnTo>
                  <a:lnTo>
                    <a:pt x="378459" y="1141750"/>
                  </a:lnTo>
                  <a:lnTo>
                    <a:pt x="378459" y="1141733"/>
                  </a:lnTo>
                  <a:lnTo>
                    <a:pt x="378458" y="1141710"/>
                  </a:lnTo>
                  <a:lnTo>
                    <a:pt x="378457" y="1141694"/>
                  </a:lnTo>
                  <a:lnTo>
                    <a:pt x="378454" y="1141680"/>
                  </a:lnTo>
                  <a:lnTo>
                    <a:pt x="378450" y="1141661"/>
                  </a:lnTo>
                  <a:lnTo>
                    <a:pt x="378446" y="1141646"/>
                  </a:lnTo>
                  <a:lnTo>
                    <a:pt x="378442" y="1141624"/>
                  </a:lnTo>
                  <a:lnTo>
                    <a:pt x="378436" y="1141590"/>
                  </a:lnTo>
                  <a:lnTo>
                    <a:pt x="378433" y="1141562"/>
                  </a:lnTo>
                  <a:lnTo>
                    <a:pt x="378431" y="1141551"/>
                  </a:lnTo>
                  <a:lnTo>
                    <a:pt x="378428" y="1141534"/>
                  </a:lnTo>
                  <a:lnTo>
                    <a:pt x="378424" y="1141520"/>
                  </a:lnTo>
                  <a:lnTo>
                    <a:pt x="378415" y="1141499"/>
                  </a:lnTo>
                  <a:lnTo>
                    <a:pt x="378407" y="1141480"/>
                  </a:lnTo>
                  <a:lnTo>
                    <a:pt x="378402" y="1141469"/>
                  </a:lnTo>
                  <a:lnTo>
                    <a:pt x="378397" y="1141457"/>
                  </a:lnTo>
                  <a:lnTo>
                    <a:pt x="378387" y="1141435"/>
                  </a:lnTo>
                  <a:lnTo>
                    <a:pt x="378376" y="1141414"/>
                  </a:lnTo>
                  <a:lnTo>
                    <a:pt x="378368" y="1141400"/>
                  </a:lnTo>
                  <a:lnTo>
                    <a:pt x="378358" y="1141386"/>
                  </a:lnTo>
                  <a:lnTo>
                    <a:pt x="378347" y="1141373"/>
                  </a:lnTo>
                  <a:lnTo>
                    <a:pt x="378336" y="1141359"/>
                  </a:lnTo>
                  <a:lnTo>
                    <a:pt x="378324" y="1141342"/>
                  </a:lnTo>
                  <a:lnTo>
                    <a:pt x="378320" y="1141335"/>
                  </a:lnTo>
                  <a:lnTo>
                    <a:pt x="378314" y="1141324"/>
                  </a:lnTo>
                  <a:lnTo>
                    <a:pt x="378310" y="1141315"/>
                  </a:lnTo>
                  <a:lnTo>
                    <a:pt x="378308" y="1141306"/>
                  </a:lnTo>
                  <a:lnTo>
                    <a:pt x="378307" y="1141287"/>
                  </a:lnTo>
                  <a:lnTo>
                    <a:pt x="378305" y="1141277"/>
                  </a:lnTo>
                  <a:lnTo>
                    <a:pt x="378302" y="1141265"/>
                  </a:lnTo>
                  <a:lnTo>
                    <a:pt x="378299" y="1141258"/>
                  </a:lnTo>
                  <a:lnTo>
                    <a:pt x="378294" y="1141250"/>
                  </a:lnTo>
                  <a:lnTo>
                    <a:pt x="378286" y="1141242"/>
                  </a:lnTo>
                  <a:lnTo>
                    <a:pt x="378273" y="1141230"/>
                  </a:lnTo>
                  <a:lnTo>
                    <a:pt x="378259" y="1141220"/>
                  </a:lnTo>
                  <a:lnTo>
                    <a:pt x="378245" y="1141208"/>
                  </a:lnTo>
                  <a:lnTo>
                    <a:pt x="378223" y="1141193"/>
                  </a:lnTo>
                  <a:lnTo>
                    <a:pt x="378212" y="1141184"/>
                  </a:lnTo>
                  <a:lnTo>
                    <a:pt x="378197" y="1141168"/>
                  </a:lnTo>
                  <a:lnTo>
                    <a:pt x="378178" y="1141145"/>
                  </a:lnTo>
                  <a:lnTo>
                    <a:pt x="378158" y="1141122"/>
                  </a:lnTo>
                  <a:lnTo>
                    <a:pt x="378146" y="1141109"/>
                  </a:lnTo>
                  <a:lnTo>
                    <a:pt x="378132" y="1141091"/>
                  </a:lnTo>
                  <a:lnTo>
                    <a:pt x="378123" y="1141079"/>
                  </a:lnTo>
                  <a:lnTo>
                    <a:pt x="378114" y="1141070"/>
                  </a:lnTo>
                  <a:lnTo>
                    <a:pt x="378102" y="1141060"/>
                  </a:lnTo>
                  <a:lnTo>
                    <a:pt x="378091" y="1141053"/>
                  </a:lnTo>
                  <a:lnTo>
                    <a:pt x="378081" y="1141048"/>
                  </a:lnTo>
                  <a:lnTo>
                    <a:pt x="378064" y="1141043"/>
                  </a:lnTo>
                  <a:lnTo>
                    <a:pt x="378051" y="1141041"/>
                  </a:lnTo>
                  <a:lnTo>
                    <a:pt x="378027" y="1141039"/>
                  </a:lnTo>
                  <a:lnTo>
                    <a:pt x="377997" y="1141040"/>
                  </a:lnTo>
                  <a:lnTo>
                    <a:pt x="377981" y="1141042"/>
                  </a:lnTo>
                  <a:lnTo>
                    <a:pt x="377969" y="1141045"/>
                  </a:lnTo>
                  <a:lnTo>
                    <a:pt x="377953" y="1141053"/>
                  </a:lnTo>
                  <a:lnTo>
                    <a:pt x="377948" y="1141057"/>
                  </a:lnTo>
                  <a:lnTo>
                    <a:pt x="377941" y="1141062"/>
                  </a:lnTo>
                  <a:lnTo>
                    <a:pt x="377934" y="1141069"/>
                  </a:lnTo>
                  <a:lnTo>
                    <a:pt x="377923" y="1141083"/>
                  </a:lnTo>
                  <a:lnTo>
                    <a:pt x="377916" y="1141092"/>
                  </a:lnTo>
                  <a:lnTo>
                    <a:pt x="377909" y="1141096"/>
                  </a:lnTo>
                  <a:lnTo>
                    <a:pt x="377897" y="1141100"/>
                  </a:lnTo>
                  <a:lnTo>
                    <a:pt x="377885" y="1141103"/>
                  </a:lnTo>
                  <a:lnTo>
                    <a:pt x="377874" y="1141104"/>
                  </a:lnTo>
                  <a:lnTo>
                    <a:pt x="377867" y="1141103"/>
                  </a:lnTo>
                  <a:lnTo>
                    <a:pt x="377862" y="1141092"/>
                  </a:lnTo>
                  <a:lnTo>
                    <a:pt x="377855" y="1141073"/>
                  </a:lnTo>
                  <a:lnTo>
                    <a:pt x="377852" y="1141065"/>
                  </a:lnTo>
                  <a:lnTo>
                    <a:pt x="377847" y="1141053"/>
                  </a:lnTo>
                  <a:lnTo>
                    <a:pt x="377839" y="1141034"/>
                  </a:lnTo>
                  <a:lnTo>
                    <a:pt x="377825" y="1141010"/>
                  </a:lnTo>
                  <a:lnTo>
                    <a:pt x="377815" y="1140991"/>
                  </a:lnTo>
                  <a:lnTo>
                    <a:pt x="377809" y="1140982"/>
                  </a:lnTo>
                  <a:lnTo>
                    <a:pt x="377804" y="1140972"/>
                  </a:lnTo>
                  <a:lnTo>
                    <a:pt x="377799" y="1140966"/>
                  </a:lnTo>
                  <a:lnTo>
                    <a:pt x="377790" y="1140959"/>
                  </a:lnTo>
                  <a:lnTo>
                    <a:pt x="377780" y="1140951"/>
                  </a:lnTo>
                  <a:lnTo>
                    <a:pt x="377765" y="1140941"/>
                  </a:lnTo>
                  <a:lnTo>
                    <a:pt x="377748" y="1140930"/>
                  </a:lnTo>
                  <a:lnTo>
                    <a:pt x="377732" y="1140921"/>
                  </a:lnTo>
                  <a:lnTo>
                    <a:pt x="377719" y="1140912"/>
                  </a:lnTo>
                  <a:lnTo>
                    <a:pt x="377710" y="1140904"/>
                  </a:lnTo>
                  <a:lnTo>
                    <a:pt x="377698" y="1140893"/>
                  </a:lnTo>
                  <a:lnTo>
                    <a:pt x="377687" y="1140882"/>
                  </a:lnTo>
                  <a:lnTo>
                    <a:pt x="377675" y="1140867"/>
                  </a:lnTo>
                  <a:lnTo>
                    <a:pt x="377668" y="1140855"/>
                  </a:lnTo>
                  <a:lnTo>
                    <a:pt x="377663" y="1140841"/>
                  </a:lnTo>
                  <a:lnTo>
                    <a:pt x="377658" y="1140826"/>
                  </a:lnTo>
                  <a:lnTo>
                    <a:pt x="377656" y="1140809"/>
                  </a:lnTo>
                  <a:lnTo>
                    <a:pt x="377655" y="1140788"/>
                  </a:lnTo>
                  <a:lnTo>
                    <a:pt x="377656" y="1140772"/>
                  </a:lnTo>
                  <a:lnTo>
                    <a:pt x="377658" y="1140749"/>
                  </a:lnTo>
                  <a:lnTo>
                    <a:pt x="377660" y="1140736"/>
                  </a:lnTo>
                  <a:lnTo>
                    <a:pt x="377659" y="1140720"/>
                  </a:lnTo>
                  <a:lnTo>
                    <a:pt x="377658" y="1140698"/>
                  </a:lnTo>
                  <a:lnTo>
                    <a:pt x="377657" y="1140671"/>
                  </a:lnTo>
                  <a:lnTo>
                    <a:pt x="377655" y="1140653"/>
                  </a:lnTo>
                  <a:lnTo>
                    <a:pt x="377654" y="1140646"/>
                  </a:lnTo>
                  <a:lnTo>
                    <a:pt x="377653" y="1140632"/>
                  </a:lnTo>
                  <a:lnTo>
                    <a:pt x="377650" y="1140613"/>
                  </a:lnTo>
                  <a:lnTo>
                    <a:pt x="377645" y="1140595"/>
                  </a:lnTo>
                  <a:lnTo>
                    <a:pt x="377641" y="1140574"/>
                  </a:lnTo>
                  <a:lnTo>
                    <a:pt x="377638" y="1140556"/>
                  </a:lnTo>
                  <a:lnTo>
                    <a:pt x="377635" y="1140544"/>
                  </a:lnTo>
                  <a:lnTo>
                    <a:pt x="377633" y="1140535"/>
                  </a:lnTo>
                  <a:lnTo>
                    <a:pt x="377628" y="1140526"/>
                  </a:lnTo>
                  <a:lnTo>
                    <a:pt x="377621" y="1140516"/>
                  </a:lnTo>
                  <a:lnTo>
                    <a:pt x="377610" y="1140503"/>
                  </a:lnTo>
                  <a:lnTo>
                    <a:pt x="377592" y="1140482"/>
                  </a:lnTo>
                  <a:lnTo>
                    <a:pt x="377582" y="1140470"/>
                  </a:lnTo>
                  <a:lnTo>
                    <a:pt x="377575" y="1140460"/>
                  </a:lnTo>
                  <a:lnTo>
                    <a:pt x="377567" y="1140448"/>
                  </a:lnTo>
                  <a:lnTo>
                    <a:pt x="377563" y="1140443"/>
                  </a:lnTo>
                  <a:lnTo>
                    <a:pt x="377551" y="1140434"/>
                  </a:lnTo>
                  <a:lnTo>
                    <a:pt x="377535" y="1140423"/>
                  </a:lnTo>
                  <a:lnTo>
                    <a:pt x="377511" y="1140409"/>
                  </a:lnTo>
                  <a:lnTo>
                    <a:pt x="377484" y="1140397"/>
                  </a:lnTo>
                  <a:lnTo>
                    <a:pt x="377465" y="1140388"/>
                  </a:lnTo>
                  <a:lnTo>
                    <a:pt x="377452" y="1140380"/>
                  </a:lnTo>
                  <a:lnTo>
                    <a:pt x="377438" y="1140370"/>
                  </a:lnTo>
                  <a:lnTo>
                    <a:pt x="377427" y="1140361"/>
                  </a:lnTo>
                  <a:lnTo>
                    <a:pt x="377419" y="1140354"/>
                  </a:lnTo>
                  <a:lnTo>
                    <a:pt x="377410" y="1140344"/>
                  </a:lnTo>
                  <a:lnTo>
                    <a:pt x="377404" y="1140335"/>
                  </a:lnTo>
                  <a:lnTo>
                    <a:pt x="377399" y="1140327"/>
                  </a:lnTo>
                  <a:lnTo>
                    <a:pt x="377393" y="1140309"/>
                  </a:lnTo>
                  <a:lnTo>
                    <a:pt x="377389" y="1140288"/>
                  </a:lnTo>
                  <a:lnTo>
                    <a:pt x="377386" y="1140273"/>
                  </a:lnTo>
                  <a:lnTo>
                    <a:pt x="377381" y="1140260"/>
                  </a:lnTo>
                  <a:lnTo>
                    <a:pt x="377377" y="1140251"/>
                  </a:lnTo>
                  <a:lnTo>
                    <a:pt x="377372" y="1140241"/>
                  </a:lnTo>
                  <a:lnTo>
                    <a:pt x="377367" y="1140232"/>
                  </a:lnTo>
                  <a:lnTo>
                    <a:pt x="377360" y="1140222"/>
                  </a:lnTo>
                  <a:lnTo>
                    <a:pt x="377351" y="1140212"/>
                  </a:lnTo>
                  <a:lnTo>
                    <a:pt x="377340" y="1140201"/>
                  </a:lnTo>
                  <a:lnTo>
                    <a:pt x="377329" y="1140190"/>
                  </a:lnTo>
                  <a:lnTo>
                    <a:pt x="377316" y="1140178"/>
                  </a:lnTo>
                  <a:lnTo>
                    <a:pt x="377307" y="1140171"/>
                  </a:lnTo>
                  <a:lnTo>
                    <a:pt x="377301" y="1140166"/>
                  </a:lnTo>
                  <a:lnTo>
                    <a:pt x="377295" y="1140155"/>
                  </a:lnTo>
                  <a:lnTo>
                    <a:pt x="377288" y="1140141"/>
                  </a:lnTo>
                  <a:lnTo>
                    <a:pt x="377282" y="1140127"/>
                  </a:lnTo>
                  <a:lnTo>
                    <a:pt x="377275" y="1140108"/>
                  </a:lnTo>
                  <a:lnTo>
                    <a:pt x="377268" y="1140094"/>
                  </a:lnTo>
                  <a:lnTo>
                    <a:pt x="377261" y="1140082"/>
                  </a:lnTo>
                  <a:lnTo>
                    <a:pt x="377253" y="1140070"/>
                  </a:lnTo>
                  <a:lnTo>
                    <a:pt x="377248" y="1140061"/>
                  </a:lnTo>
                  <a:lnTo>
                    <a:pt x="377244" y="1140056"/>
                  </a:lnTo>
                  <a:lnTo>
                    <a:pt x="377234" y="1140045"/>
                  </a:lnTo>
                  <a:lnTo>
                    <a:pt x="377227" y="1140037"/>
                  </a:lnTo>
                  <a:lnTo>
                    <a:pt x="377219" y="1140031"/>
                  </a:lnTo>
                  <a:lnTo>
                    <a:pt x="377213" y="1140028"/>
                  </a:lnTo>
                  <a:lnTo>
                    <a:pt x="377201" y="1140025"/>
                  </a:lnTo>
                  <a:lnTo>
                    <a:pt x="377179" y="1140020"/>
                  </a:lnTo>
                  <a:lnTo>
                    <a:pt x="377156" y="1140017"/>
                  </a:lnTo>
                  <a:lnTo>
                    <a:pt x="377135" y="1140012"/>
                  </a:lnTo>
                  <a:lnTo>
                    <a:pt x="377109" y="1140006"/>
                  </a:lnTo>
                  <a:lnTo>
                    <a:pt x="377095" y="1140004"/>
                  </a:lnTo>
                  <a:lnTo>
                    <a:pt x="377075" y="1140004"/>
                  </a:lnTo>
                  <a:lnTo>
                    <a:pt x="377054" y="1140006"/>
                  </a:lnTo>
                  <a:lnTo>
                    <a:pt x="377032" y="1140010"/>
                  </a:lnTo>
                  <a:lnTo>
                    <a:pt x="377009" y="1140016"/>
                  </a:lnTo>
                  <a:lnTo>
                    <a:pt x="376984" y="1140021"/>
                  </a:lnTo>
                  <a:lnTo>
                    <a:pt x="376968" y="1140023"/>
                  </a:lnTo>
                  <a:lnTo>
                    <a:pt x="376951" y="1140025"/>
                  </a:lnTo>
                  <a:lnTo>
                    <a:pt x="376935" y="1140024"/>
                  </a:lnTo>
                  <a:lnTo>
                    <a:pt x="376924" y="1140022"/>
                  </a:lnTo>
                  <a:lnTo>
                    <a:pt x="376912" y="1140017"/>
                  </a:lnTo>
                  <a:lnTo>
                    <a:pt x="376894" y="1140006"/>
                  </a:lnTo>
                  <a:lnTo>
                    <a:pt x="376874" y="1139995"/>
                  </a:lnTo>
                  <a:lnTo>
                    <a:pt x="376860" y="1139987"/>
                  </a:lnTo>
                  <a:lnTo>
                    <a:pt x="376854" y="1139984"/>
                  </a:lnTo>
                  <a:lnTo>
                    <a:pt x="376833" y="1139975"/>
                  </a:lnTo>
                  <a:lnTo>
                    <a:pt x="376818" y="1139971"/>
                  </a:lnTo>
                  <a:lnTo>
                    <a:pt x="376812" y="1139970"/>
                  </a:lnTo>
                  <a:lnTo>
                    <a:pt x="376807" y="1139968"/>
                  </a:lnTo>
                  <a:lnTo>
                    <a:pt x="376795" y="1139967"/>
                  </a:lnTo>
                  <a:lnTo>
                    <a:pt x="376779" y="1139967"/>
                  </a:lnTo>
                  <a:lnTo>
                    <a:pt x="376771" y="1139966"/>
                  </a:lnTo>
                  <a:lnTo>
                    <a:pt x="376764" y="1139962"/>
                  </a:lnTo>
                  <a:lnTo>
                    <a:pt x="376757" y="1139956"/>
                  </a:lnTo>
                  <a:lnTo>
                    <a:pt x="376751" y="1139951"/>
                  </a:lnTo>
                  <a:lnTo>
                    <a:pt x="376742" y="1139945"/>
                  </a:lnTo>
                  <a:lnTo>
                    <a:pt x="376720" y="1139935"/>
                  </a:lnTo>
                  <a:lnTo>
                    <a:pt x="376701" y="1139929"/>
                  </a:lnTo>
                  <a:lnTo>
                    <a:pt x="376673" y="1139922"/>
                  </a:lnTo>
                  <a:lnTo>
                    <a:pt x="376657" y="1139920"/>
                  </a:lnTo>
                  <a:lnTo>
                    <a:pt x="376650" y="1139921"/>
                  </a:lnTo>
                  <a:lnTo>
                    <a:pt x="376641" y="1139924"/>
                  </a:lnTo>
                  <a:lnTo>
                    <a:pt x="376627" y="1139933"/>
                  </a:lnTo>
                  <a:lnTo>
                    <a:pt x="376617" y="1139943"/>
                  </a:lnTo>
                  <a:lnTo>
                    <a:pt x="376607" y="1139958"/>
                  </a:lnTo>
                  <a:lnTo>
                    <a:pt x="376599" y="1139975"/>
                  </a:lnTo>
                  <a:lnTo>
                    <a:pt x="376593" y="1139991"/>
                  </a:lnTo>
                  <a:lnTo>
                    <a:pt x="376587" y="1140012"/>
                  </a:lnTo>
                  <a:lnTo>
                    <a:pt x="376585" y="1140021"/>
                  </a:lnTo>
                  <a:lnTo>
                    <a:pt x="376583" y="1140033"/>
                  </a:lnTo>
                  <a:lnTo>
                    <a:pt x="376578" y="1140059"/>
                  </a:lnTo>
                  <a:lnTo>
                    <a:pt x="376574" y="1140095"/>
                  </a:lnTo>
                  <a:lnTo>
                    <a:pt x="376571" y="1140126"/>
                  </a:lnTo>
                  <a:lnTo>
                    <a:pt x="376567" y="1140154"/>
                  </a:lnTo>
                  <a:lnTo>
                    <a:pt x="376562" y="1140174"/>
                  </a:lnTo>
                  <a:lnTo>
                    <a:pt x="376557" y="1140190"/>
                  </a:lnTo>
                  <a:lnTo>
                    <a:pt x="376552" y="1140207"/>
                  </a:lnTo>
                  <a:lnTo>
                    <a:pt x="376545" y="1140221"/>
                  </a:lnTo>
                  <a:lnTo>
                    <a:pt x="376540" y="1140230"/>
                  </a:lnTo>
                  <a:lnTo>
                    <a:pt x="376528" y="1140247"/>
                  </a:lnTo>
                  <a:lnTo>
                    <a:pt x="376515" y="1140265"/>
                  </a:lnTo>
                  <a:lnTo>
                    <a:pt x="376500" y="1140284"/>
                  </a:lnTo>
                  <a:lnTo>
                    <a:pt x="376486" y="1140300"/>
                  </a:lnTo>
                  <a:lnTo>
                    <a:pt x="376467" y="1140319"/>
                  </a:lnTo>
                  <a:lnTo>
                    <a:pt x="376445" y="1140339"/>
                  </a:lnTo>
                  <a:lnTo>
                    <a:pt x="376439" y="1140344"/>
                  </a:lnTo>
                  <a:lnTo>
                    <a:pt x="376435" y="1140347"/>
                  </a:lnTo>
                  <a:lnTo>
                    <a:pt x="376410" y="1140365"/>
                  </a:lnTo>
                  <a:lnTo>
                    <a:pt x="376395" y="1140375"/>
                  </a:lnTo>
                  <a:lnTo>
                    <a:pt x="376378" y="1140385"/>
                  </a:lnTo>
                  <a:lnTo>
                    <a:pt x="376360" y="1140393"/>
                  </a:lnTo>
                  <a:lnTo>
                    <a:pt x="376339" y="1140403"/>
                  </a:lnTo>
                  <a:lnTo>
                    <a:pt x="376327" y="1140409"/>
                  </a:lnTo>
                  <a:lnTo>
                    <a:pt x="376313" y="1140417"/>
                  </a:lnTo>
                  <a:lnTo>
                    <a:pt x="376292" y="1140432"/>
                  </a:lnTo>
                  <a:lnTo>
                    <a:pt x="376273" y="1140446"/>
                  </a:lnTo>
                  <a:lnTo>
                    <a:pt x="376260" y="1140455"/>
                  </a:lnTo>
                  <a:lnTo>
                    <a:pt x="376249" y="1140461"/>
                  </a:lnTo>
                  <a:lnTo>
                    <a:pt x="376238" y="1140467"/>
                  </a:lnTo>
                  <a:lnTo>
                    <a:pt x="376229" y="1140471"/>
                  </a:lnTo>
                  <a:lnTo>
                    <a:pt x="376215" y="1140474"/>
                  </a:lnTo>
                  <a:lnTo>
                    <a:pt x="376204" y="1140476"/>
                  </a:lnTo>
                  <a:lnTo>
                    <a:pt x="376182" y="1140477"/>
                  </a:lnTo>
                  <a:lnTo>
                    <a:pt x="376152" y="1140479"/>
                  </a:lnTo>
                  <a:lnTo>
                    <a:pt x="376126" y="1140481"/>
                  </a:lnTo>
                  <a:lnTo>
                    <a:pt x="376105" y="1140483"/>
                  </a:lnTo>
                  <a:lnTo>
                    <a:pt x="376078" y="1140488"/>
                  </a:lnTo>
                  <a:lnTo>
                    <a:pt x="376061" y="1140490"/>
                  </a:lnTo>
                  <a:lnTo>
                    <a:pt x="376041" y="1140491"/>
                  </a:lnTo>
                  <a:lnTo>
                    <a:pt x="376015" y="1140491"/>
                  </a:lnTo>
                  <a:lnTo>
                    <a:pt x="375985" y="1140489"/>
                  </a:lnTo>
                  <a:lnTo>
                    <a:pt x="375961" y="1140486"/>
                  </a:lnTo>
                  <a:lnTo>
                    <a:pt x="375934" y="1140482"/>
                  </a:lnTo>
                  <a:lnTo>
                    <a:pt x="375914" y="1140479"/>
                  </a:lnTo>
                  <a:lnTo>
                    <a:pt x="375899" y="1140475"/>
                  </a:lnTo>
                  <a:lnTo>
                    <a:pt x="375885" y="1140469"/>
                  </a:lnTo>
                  <a:lnTo>
                    <a:pt x="375870" y="1140462"/>
                  </a:lnTo>
                  <a:lnTo>
                    <a:pt x="375854" y="1140452"/>
                  </a:lnTo>
                  <a:lnTo>
                    <a:pt x="375834" y="1140439"/>
                  </a:lnTo>
                  <a:lnTo>
                    <a:pt x="375816" y="1140430"/>
                  </a:lnTo>
                  <a:lnTo>
                    <a:pt x="375803" y="1140427"/>
                  </a:lnTo>
                  <a:lnTo>
                    <a:pt x="375791" y="1140427"/>
                  </a:lnTo>
                  <a:lnTo>
                    <a:pt x="375776" y="1140430"/>
                  </a:lnTo>
                  <a:lnTo>
                    <a:pt x="375755" y="1140437"/>
                  </a:lnTo>
                  <a:lnTo>
                    <a:pt x="375734" y="1140446"/>
                  </a:lnTo>
                  <a:lnTo>
                    <a:pt x="375703" y="1140462"/>
                  </a:lnTo>
                  <a:lnTo>
                    <a:pt x="375696" y="1140463"/>
                  </a:lnTo>
                  <a:lnTo>
                    <a:pt x="375694" y="1140459"/>
                  </a:lnTo>
                  <a:lnTo>
                    <a:pt x="375689" y="1140442"/>
                  </a:lnTo>
                  <a:lnTo>
                    <a:pt x="375681" y="1140421"/>
                  </a:lnTo>
                  <a:lnTo>
                    <a:pt x="375673" y="1140404"/>
                  </a:lnTo>
                  <a:lnTo>
                    <a:pt x="375663" y="1140381"/>
                  </a:lnTo>
                  <a:lnTo>
                    <a:pt x="375656" y="1140366"/>
                  </a:lnTo>
                  <a:lnTo>
                    <a:pt x="375650" y="1140354"/>
                  </a:lnTo>
                  <a:lnTo>
                    <a:pt x="375644" y="1140346"/>
                  </a:lnTo>
                  <a:lnTo>
                    <a:pt x="375638" y="1140340"/>
                  </a:lnTo>
                  <a:lnTo>
                    <a:pt x="375632" y="1140336"/>
                  </a:lnTo>
                  <a:lnTo>
                    <a:pt x="375616" y="1140330"/>
                  </a:lnTo>
                  <a:lnTo>
                    <a:pt x="375593" y="1140322"/>
                  </a:lnTo>
                  <a:lnTo>
                    <a:pt x="375559" y="1140309"/>
                  </a:lnTo>
                  <a:lnTo>
                    <a:pt x="375529" y="1140300"/>
                  </a:lnTo>
                  <a:lnTo>
                    <a:pt x="375501" y="1140291"/>
                  </a:lnTo>
                  <a:lnTo>
                    <a:pt x="375479" y="1140283"/>
                  </a:lnTo>
                  <a:lnTo>
                    <a:pt x="375457" y="1140274"/>
                  </a:lnTo>
                  <a:lnTo>
                    <a:pt x="375429" y="1140259"/>
                  </a:lnTo>
                  <a:lnTo>
                    <a:pt x="375403" y="1140245"/>
                  </a:lnTo>
                  <a:lnTo>
                    <a:pt x="375386" y="1140236"/>
                  </a:lnTo>
                  <a:lnTo>
                    <a:pt x="375369" y="1140225"/>
                  </a:lnTo>
                  <a:lnTo>
                    <a:pt x="375355" y="1140215"/>
                  </a:lnTo>
                  <a:lnTo>
                    <a:pt x="375337" y="1140201"/>
                  </a:lnTo>
                  <a:lnTo>
                    <a:pt x="375333" y="1140198"/>
                  </a:lnTo>
                  <a:lnTo>
                    <a:pt x="375321" y="1140187"/>
                  </a:lnTo>
                  <a:lnTo>
                    <a:pt x="375305" y="1140171"/>
                  </a:lnTo>
                  <a:lnTo>
                    <a:pt x="375282" y="1140148"/>
                  </a:lnTo>
                  <a:lnTo>
                    <a:pt x="375263" y="1140129"/>
                  </a:lnTo>
                  <a:lnTo>
                    <a:pt x="375256" y="1140120"/>
                  </a:lnTo>
                  <a:lnTo>
                    <a:pt x="375249" y="1140112"/>
                  </a:lnTo>
                  <a:lnTo>
                    <a:pt x="375237" y="1140098"/>
                  </a:lnTo>
                  <a:lnTo>
                    <a:pt x="375226" y="1140086"/>
                  </a:lnTo>
                  <a:lnTo>
                    <a:pt x="375211" y="1140071"/>
                  </a:lnTo>
                  <a:lnTo>
                    <a:pt x="375198" y="1140060"/>
                  </a:lnTo>
                  <a:lnTo>
                    <a:pt x="375186" y="1140051"/>
                  </a:lnTo>
                  <a:lnTo>
                    <a:pt x="375171" y="1140041"/>
                  </a:lnTo>
                  <a:lnTo>
                    <a:pt x="375155" y="1140035"/>
                  </a:lnTo>
                  <a:lnTo>
                    <a:pt x="375147" y="1140031"/>
                  </a:lnTo>
                  <a:lnTo>
                    <a:pt x="375147" y="1140023"/>
                  </a:lnTo>
                  <a:lnTo>
                    <a:pt x="375149" y="1140008"/>
                  </a:lnTo>
                  <a:lnTo>
                    <a:pt x="375149" y="1139996"/>
                  </a:lnTo>
                  <a:lnTo>
                    <a:pt x="375148" y="1139963"/>
                  </a:lnTo>
                  <a:lnTo>
                    <a:pt x="375146" y="1139942"/>
                  </a:lnTo>
                  <a:lnTo>
                    <a:pt x="375145" y="1139912"/>
                  </a:lnTo>
                  <a:lnTo>
                    <a:pt x="375145" y="1139884"/>
                  </a:lnTo>
                  <a:lnTo>
                    <a:pt x="375146" y="1139864"/>
                  </a:lnTo>
                  <a:lnTo>
                    <a:pt x="375149" y="1139836"/>
                  </a:lnTo>
                  <a:lnTo>
                    <a:pt x="375151" y="1139823"/>
                  </a:lnTo>
                  <a:lnTo>
                    <a:pt x="375150" y="1139808"/>
                  </a:lnTo>
                  <a:lnTo>
                    <a:pt x="375150" y="1139797"/>
                  </a:lnTo>
                  <a:lnTo>
                    <a:pt x="375148" y="1139788"/>
                  </a:lnTo>
                  <a:lnTo>
                    <a:pt x="375141" y="1139768"/>
                  </a:lnTo>
                  <a:lnTo>
                    <a:pt x="375135" y="1139753"/>
                  </a:lnTo>
                  <a:lnTo>
                    <a:pt x="375128" y="1139739"/>
                  </a:lnTo>
                  <a:lnTo>
                    <a:pt x="375120" y="1139725"/>
                  </a:lnTo>
                  <a:lnTo>
                    <a:pt x="375108" y="1139707"/>
                  </a:lnTo>
                  <a:lnTo>
                    <a:pt x="375104" y="1139700"/>
                  </a:lnTo>
                  <a:lnTo>
                    <a:pt x="375091" y="1139682"/>
                  </a:lnTo>
                  <a:lnTo>
                    <a:pt x="375070" y="1139651"/>
                  </a:lnTo>
                  <a:lnTo>
                    <a:pt x="375059" y="1139630"/>
                  </a:lnTo>
                  <a:lnTo>
                    <a:pt x="375047" y="1139601"/>
                  </a:lnTo>
                  <a:lnTo>
                    <a:pt x="375038" y="1139577"/>
                  </a:lnTo>
                  <a:lnTo>
                    <a:pt x="375035" y="1139566"/>
                  </a:lnTo>
                  <a:lnTo>
                    <a:pt x="375033" y="1139553"/>
                  </a:lnTo>
                  <a:lnTo>
                    <a:pt x="375033" y="1139540"/>
                  </a:lnTo>
                  <a:lnTo>
                    <a:pt x="375034" y="1139525"/>
                  </a:lnTo>
                  <a:lnTo>
                    <a:pt x="375037" y="1139514"/>
                  </a:lnTo>
                  <a:lnTo>
                    <a:pt x="375041" y="1139502"/>
                  </a:lnTo>
                  <a:lnTo>
                    <a:pt x="375046" y="1139492"/>
                  </a:lnTo>
                  <a:lnTo>
                    <a:pt x="375049" y="1139483"/>
                  </a:lnTo>
                  <a:lnTo>
                    <a:pt x="375051" y="1139476"/>
                  </a:lnTo>
                  <a:lnTo>
                    <a:pt x="375053" y="1139453"/>
                  </a:lnTo>
                  <a:lnTo>
                    <a:pt x="375054" y="1139431"/>
                  </a:lnTo>
                  <a:lnTo>
                    <a:pt x="375054" y="1139417"/>
                  </a:lnTo>
                  <a:lnTo>
                    <a:pt x="375052" y="1139410"/>
                  </a:lnTo>
                  <a:lnTo>
                    <a:pt x="375045" y="1139404"/>
                  </a:lnTo>
                  <a:lnTo>
                    <a:pt x="375035" y="1139400"/>
                  </a:lnTo>
                  <a:lnTo>
                    <a:pt x="375015" y="1139391"/>
                  </a:lnTo>
                  <a:lnTo>
                    <a:pt x="374997" y="1139383"/>
                  </a:lnTo>
                  <a:lnTo>
                    <a:pt x="374974" y="1139372"/>
                  </a:lnTo>
                  <a:lnTo>
                    <a:pt x="374958" y="1139361"/>
                  </a:lnTo>
                  <a:lnTo>
                    <a:pt x="374945" y="1139352"/>
                  </a:lnTo>
                  <a:lnTo>
                    <a:pt x="374929" y="1139337"/>
                  </a:lnTo>
                  <a:lnTo>
                    <a:pt x="374912" y="1139320"/>
                  </a:lnTo>
                  <a:lnTo>
                    <a:pt x="374891" y="1139300"/>
                  </a:lnTo>
                  <a:lnTo>
                    <a:pt x="374874" y="1139288"/>
                  </a:lnTo>
                  <a:lnTo>
                    <a:pt x="374864" y="1139282"/>
                  </a:lnTo>
                  <a:lnTo>
                    <a:pt x="374856" y="1139280"/>
                  </a:lnTo>
                  <a:lnTo>
                    <a:pt x="374849" y="1139279"/>
                  </a:lnTo>
                  <a:lnTo>
                    <a:pt x="374798" y="1139283"/>
                  </a:lnTo>
                  <a:lnTo>
                    <a:pt x="374746" y="1139282"/>
                  </a:lnTo>
                  <a:lnTo>
                    <a:pt x="374693" y="1139281"/>
                  </a:lnTo>
                  <a:lnTo>
                    <a:pt x="374671" y="1139280"/>
                  </a:lnTo>
                  <a:lnTo>
                    <a:pt x="374647" y="1139280"/>
                  </a:lnTo>
                  <a:lnTo>
                    <a:pt x="374635" y="1139282"/>
                  </a:lnTo>
                  <a:lnTo>
                    <a:pt x="374620" y="1139286"/>
                  </a:lnTo>
                  <a:lnTo>
                    <a:pt x="374600" y="1139295"/>
                  </a:lnTo>
                  <a:lnTo>
                    <a:pt x="374584" y="1139302"/>
                  </a:lnTo>
                  <a:lnTo>
                    <a:pt x="374561" y="1139308"/>
                  </a:lnTo>
                  <a:lnTo>
                    <a:pt x="374550" y="1139310"/>
                  </a:lnTo>
                  <a:lnTo>
                    <a:pt x="374542" y="1139310"/>
                  </a:lnTo>
                  <a:lnTo>
                    <a:pt x="374525" y="1139306"/>
                  </a:lnTo>
                  <a:lnTo>
                    <a:pt x="374509" y="1139304"/>
                  </a:lnTo>
                  <a:lnTo>
                    <a:pt x="374485" y="1139299"/>
                  </a:lnTo>
                  <a:lnTo>
                    <a:pt x="374463" y="1139295"/>
                  </a:lnTo>
                  <a:lnTo>
                    <a:pt x="374443" y="1139293"/>
                  </a:lnTo>
                  <a:lnTo>
                    <a:pt x="374421" y="1139293"/>
                  </a:lnTo>
                  <a:lnTo>
                    <a:pt x="374397" y="1139295"/>
                  </a:lnTo>
                  <a:lnTo>
                    <a:pt x="374374" y="1139296"/>
                  </a:lnTo>
                  <a:lnTo>
                    <a:pt x="374358" y="1139296"/>
                  </a:lnTo>
                  <a:lnTo>
                    <a:pt x="374341" y="1139293"/>
                  </a:lnTo>
                  <a:lnTo>
                    <a:pt x="374329" y="1139289"/>
                  </a:lnTo>
                  <a:lnTo>
                    <a:pt x="374318" y="1139284"/>
                  </a:lnTo>
                  <a:lnTo>
                    <a:pt x="374305" y="1139276"/>
                  </a:lnTo>
                  <a:lnTo>
                    <a:pt x="374289" y="1139267"/>
                  </a:lnTo>
                  <a:lnTo>
                    <a:pt x="374284" y="1139265"/>
                  </a:lnTo>
                  <a:lnTo>
                    <a:pt x="374277" y="1139262"/>
                  </a:lnTo>
                  <a:lnTo>
                    <a:pt x="374258" y="1139259"/>
                  </a:lnTo>
                  <a:lnTo>
                    <a:pt x="374244" y="1139258"/>
                  </a:lnTo>
                  <a:lnTo>
                    <a:pt x="374239" y="1139255"/>
                  </a:lnTo>
                  <a:lnTo>
                    <a:pt x="374233" y="1139244"/>
                  </a:lnTo>
                  <a:lnTo>
                    <a:pt x="374229" y="1139236"/>
                  </a:lnTo>
                  <a:lnTo>
                    <a:pt x="374223" y="1139228"/>
                  </a:lnTo>
                  <a:lnTo>
                    <a:pt x="374217" y="1139222"/>
                  </a:lnTo>
                  <a:lnTo>
                    <a:pt x="374209" y="1139217"/>
                  </a:lnTo>
                  <a:lnTo>
                    <a:pt x="374205" y="1139215"/>
                  </a:lnTo>
                  <a:lnTo>
                    <a:pt x="374184" y="1139203"/>
                  </a:lnTo>
                  <a:lnTo>
                    <a:pt x="374167" y="1139195"/>
                  </a:lnTo>
                  <a:lnTo>
                    <a:pt x="374146" y="1139187"/>
                  </a:lnTo>
                  <a:lnTo>
                    <a:pt x="374126" y="1139180"/>
                  </a:lnTo>
                  <a:lnTo>
                    <a:pt x="374102" y="1139173"/>
                  </a:lnTo>
                  <a:lnTo>
                    <a:pt x="374072" y="1139163"/>
                  </a:lnTo>
                  <a:lnTo>
                    <a:pt x="374052" y="1139158"/>
                  </a:lnTo>
                  <a:lnTo>
                    <a:pt x="374035" y="1139153"/>
                  </a:lnTo>
                  <a:lnTo>
                    <a:pt x="374023" y="1139145"/>
                  </a:lnTo>
                  <a:lnTo>
                    <a:pt x="374010" y="1139136"/>
                  </a:lnTo>
                  <a:lnTo>
                    <a:pt x="373998" y="1139125"/>
                  </a:lnTo>
                  <a:lnTo>
                    <a:pt x="373989" y="1139115"/>
                  </a:lnTo>
                  <a:lnTo>
                    <a:pt x="373981" y="1139104"/>
                  </a:lnTo>
                  <a:lnTo>
                    <a:pt x="373974" y="1139091"/>
                  </a:lnTo>
                  <a:lnTo>
                    <a:pt x="373965" y="1139071"/>
                  </a:lnTo>
                  <a:lnTo>
                    <a:pt x="373958" y="1139053"/>
                  </a:lnTo>
                  <a:lnTo>
                    <a:pt x="373951" y="1139038"/>
                  </a:lnTo>
                  <a:lnTo>
                    <a:pt x="373945" y="1139027"/>
                  </a:lnTo>
                  <a:lnTo>
                    <a:pt x="373932" y="1139009"/>
                  </a:lnTo>
                  <a:lnTo>
                    <a:pt x="373920" y="1138995"/>
                  </a:lnTo>
                  <a:lnTo>
                    <a:pt x="373908" y="1138982"/>
                  </a:lnTo>
                  <a:lnTo>
                    <a:pt x="373895" y="1138971"/>
                  </a:lnTo>
                  <a:lnTo>
                    <a:pt x="373880" y="1138962"/>
                  </a:lnTo>
                  <a:lnTo>
                    <a:pt x="373866" y="1138957"/>
                  </a:lnTo>
                  <a:lnTo>
                    <a:pt x="373854" y="1138955"/>
                  </a:lnTo>
                  <a:lnTo>
                    <a:pt x="373843" y="1138956"/>
                  </a:lnTo>
                  <a:lnTo>
                    <a:pt x="373836" y="1138958"/>
                  </a:lnTo>
                  <a:lnTo>
                    <a:pt x="373831" y="1138959"/>
                  </a:lnTo>
                  <a:lnTo>
                    <a:pt x="373816" y="1138968"/>
                  </a:lnTo>
                  <a:lnTo>
                    <a:pt x="373797" y="1138980"/>
                  </a:lnTo>
                  <a:lnTo>
                    <a:pt x="373782" y="1138993"/>
                  </a:lnTo>
                  <a:lnTo>
                    <a:pt x="373768" y="1139005"/>
                  </a:lnTo>
                  <a:lnTo>
                    <a:pt x="373763" y="1139000"/>
                  </a:lnTo>
                  <a:lnTo>
                    <a:pt x="373761" y="1138987"/>
                  </a:lnTo>
                  <a:lnTo>
                    <a:pt x="373759" y="1138968"/>
                  </a:lnTo>
                  <a:lnTo>
                    <a:pt x="373758" y="1138942"/>
                  </a:lnTo>
                  <a:lnTo>
                    <a:pt x="373758" y="1138920"/>
                  </a:lnTo>
                  <a:lnTo>
                    <a:pt x="373758" y="1138897"/>
                  </a:lnTo>
                  <a:lnTo>
                    <a:pt x="373757" y="1138880"/>
                  </a:lnTo>
                  <a:lnTo>
                    <a:pt x="373755" y="1138868"/>
                  </a:lnTo>
                  <a:lnTo>
                    <a:pt x="373752" y="1138857"/>
                  </a:lnTo>
                  <a:lnTo>
                    <a:pt x="373747" y="1138843"/>
                  </a:lnTo>
                  <a:lnTo>
                    <a:pt x="373742" y="1138831"/>
                  </a:lnTo>
                  <a:lnTo>
                    <a:pt x="373735" y="1138815"/>
                  </a:lnTo>
                  <a:lnTo>
                    <a:pt x="373726" y="1138800"/>
                  </a:lnTo>
                  <a:lnTo>
                    <a:pt x="373719" y="1138786"/>
                  </a:lnTo>
                  <a:lnTo>
                    <a:pt x="373713" y="1138777"/>
                  </a:lnTo>
                  <a:lnTo>
                    <a:pt x="373708" y="1138772"/>
                  </a:lnTo>
                  <a:lnTo>
                    <a:pt x="373687" y="1138750"/>
                  </a:lnTo>
                  <a:lnTo>
                    <a:pt x="373668" y="1138733"/>
                  </a:lnTo>
                  <a:lnTo>
                    <a:pt x="373652" y="1138718"/>
                  </a:lnTo>
                  <a:lnTo>
                    <a:pt x="373647" y="1138713"/>
                  </a:lnTo>
                  <a:lnTo>
                    <a:pt x="373631" y="1138698"/>
                  </a:lnTo>
                  <a:lnTo>
                    <a:pt x="373620" y="1138685"/>
                  </a:lnTo>
                  <a:lnTo>
                    <a:pt x="373615" y="1138681"/>
                  </a:lnTo>
                  <a:lnTo>
                    <a:pt x="373607" y="1138677"/>
                  </a:lnTo>
                  <a:lnTo>
                    <a:pt x="373597" y="1138674"/>
                  </a:lnTo>
                  <a:lnTo>
                    <a:pt x="373577" y="1138669"/>
                  </a:lnTo>
                  <a:lnTo>
                    <a:pt x="373552" y="1138664"/>
                  </a:lnTo>
                  <a:lnTo>
                    <a:pt x="373541" y="1138660"/>
                  </a:lnTo>
                  <a:lnTo>
                    <a:pt x="373530" y="1138657"/>
                  </a:lnTo>
                  <a:lnTo>
                    <a:pt x="373521" y="1138654"/>
                  </a:lnTo>
                  <a:lnTo>
                    <a:pt x="373508" y="1138651"/>
                  </a:lnTo>
                  <a:lnTo>
                    <a:pt x="373486" y="1138649"/>
                  </a:lnTo>
                  <a:lnTo>
                    <a:pt x="373459" y="1138646"/>
                  </a:lnTo>
                  <a:lnTo>
                    <a:pt x="373438" y="1138646"/>
                  </a:lnTo>
                  <a:lnTo>
                    <a:pt x="373410" y="1138644"/>
                  </a:lnTo>
                  <a:lnTo>
                    <a:pt x="373389" y="1138642"/>
                  </a:lnTo>
                  <a:lnTo>
                    <a:pt x="373376" y="1138641"/>
                  </a:lnTo>
                  <a:lnTo>
                    <a:pt x="373362" y="1138639"/>
                  </a:lnTo>
                  <a:lnTo>
                    <a:pt x="373352" y="1138638"/>
                  </a:lnTo>
                  <a:lnTo>
                    <a:pt x="373343" y="1138638"/>
                  </a:lnTo>
                  <a:lnTo>
                    <a:pt x="373337" y="1138639"/>
                  </a:lnTo>
                  <a:lnTo>
                    <a:pt x="373319" y="1138650"/>
                  </a:lnTo>
                  <a:lnTo>
                    <a:pt x="373295" y="1138665"/>
                  </a:lnTo>
                  <a:lnTo>
                    <a:pt x="373273" y="1138682"/>
                  </a:lnTo>
                  <a:lnTo>
                    <a:pt x="373258" y="1138696"/>
                  </a:lnTo>
                  <a:lnTo>
                    <a:pt x="373239" y="1138714"/>
                  </a:lnTo>
                  <a:lnTo>
                    <a:pt x="373224" y="1138729"/>
                  </a:lnTo>
                  <a:lnTo>
                    <a:pt x="373207" y="1138748"/>
                  </a:lnTo>
                  <a:lnTo>
                    <a:pt x="373192" y="1138768"/>
                  </a:lnTo>
                  <a:lnTo>
                    <a:pt x="373176" y="1138786"/>
                  </a:lnTo>
                  <a:lnTo>
                    <a:pt x="373167" y="1138798"/>
                  </a:lnTo>
                  <a:lnTo>
                    <a:pt x="373159" y="1138806"/>
                  </a:lnTo>
                  <a:lnTo>
                    <a:pt x="373145" y="1138816"/>
                  </a:lnTo>
                  <a:lnTo>
                    <a:pt x="373133" y="1138825"/>
                  </a:lnTo>
                  <a:lnTo>
                    <a:pt x="373118" y="1138835"/>
                  </a:lnTo>
                  <a:lnTo>
                    <a:pt x="373100" y="1138846"/>
                  </a:lnTo>
                  <a:lnTo>
                    <a:pt x="373087" y="1138856"/>
                  </a:lnTo>
                  <a:lnTo>
                    <a:pt x="373069" y="1138865"/>
                  </a:lnTo>
                  <a:lnTo>
                    <a:pt x="373055" y="1138872"/>
                  </a:lnTo>
                  <a:lnTo>
                    <a:pt x="373037" y="1138882"/>
                  </a:lnTo>
                  <a:lnTo>
                    <a:pt x="373015" y="1138895"/>
                  </a:lnTo>
                  <a:lnTo>
                    <a:pt x="372990" y="1138907"/>
                  </a:lnTo>
                  <a:lnTo>
                    <a:pt x="372968" y="1138917"/>
                  </a:lnTo>
                  <a:lnTo>
                    <a:pt x="372956" y="1138923"/>
                  </a:lnTo>
                  <a:lnTo>
                    <a:pt x="372946" y="1138929"/>
                  </a:lnTo>
                  <a:lnTo>
                    <a:pt x="372936" y="1138937"/>
                  </a:lnTo>
                  <a:lnTo>
                    <a:pt x="372926" y="1138945"/>
                  </a:lnTo>
                  <a:lnTo>
                    <a:pt x="372915" y="1138960"/>
                  </a:lnTo>
                  <a:lnTo>
                    <a:pt x="372908" y="1138972"/>
                  </a:lnTo>
                  <a:lnTo>
                    <a:pt x="372901" y="1138992"/>
                  </a:lnTo>
                  <a:lnTo>
                    <a:pt x="372894" y="1139012"/>
                  </a:lnTo>
                  <a:lnTo>
                    <a:pt x="372888" y="1139027"/>
                  </a:lnTo>
                  <a:lnTo>
                    <a:pt x="372882" y="1139043"/>
                  </a:lnTo>
                  <a:lnTo>
                    <a:pt x="372877" y="1139059"/>
                  </a:lnTo>
                  <a:lnTo>
                    <a:pt x="372871" y="1139078"/>
                  </a:lnTo>
                  <a:lnTo>
                    <a:pt x="372863" y="1139104"/>
                  </a:lnTo>
                  <a:lnTo>
                    <a:pt x="372859" y="1139120"/>
                  </a:lnTo>
                  <a:lnTo>
                    <a:pt x="372856" y="1139134"/>
                  </a:lnTo>
                  <a:lnTo>
                    <a:pt x="372854" y="1139140"/>
                  </a:lnTo>
                  <a:lnTo>
                    <a:pt x="372849" y="1139144"/>
                  </a:lnTo>
                  <a:lnTo>
                    <a:pt x="372839" y="1139145"/>
                  </a:lnTo>
                  <a:lnTo>
                    <a:pt x="372820" y="1139141"/>
                  </a:lnTo>
                  <a:lnTo>
                    <a:pt x="372796" y="1139134"/>
                  </a:lnTo>
                  <a:lnTo>
                    <a:pt x="372775" y="1139127"/>
                  </a:lnTo>
                  <a:lnTo>
                    <a:pt x="372761" y="1139123"/>
                  </a:lnTo>
                  <a:lnTo>
                    <a:pt x="372750" y="1139120"/>
                  </a:lnTo>
                  <a:lnTo>
                    <a:pt x="372728" y="1139114"/>
                  </a:lnTo>
                  <a:lnTo>
                    <a:pt x="372707" y="1139107"/>
                  </a:lnTo>
                  <a:lnTo>
                    <a:pt x="372686" y="1139103"/>
                  </a:lnTo>
                  <a:lnTo>
                    <a:pt x="372676" y="1139101"/>
                  </a:lnTo>
                  <a:lnTo>
                    <a:pt x="372661" y="1139099"/>
                  </a:lnTo>
                  <a:lnTo>
                    <a:pt x="372648" y="1139098"/>
                  </a:lnTo>
                  <a:lnTo>
                    <a:pt x="372630" y="1139096"/>
                  </a:lnTo>
                  <a:lnTo>
                    <a:pt x="372602" y="1139092"/>
                  </a:lnTo>
                  <a:lnTo>
                    <a:pt x="372577" y="1139088"/>
                  </a:lnTo>
                  <a:lnTo>
                    <a:pt x="372561" y="1139083"/>
                  </a:lnTo>
                  <a:lnTo>
                    <a:pt x="372551" y="1139078"/>
                  </a:lnTo>
                  <a:lnTo>
                    <a:pt x="372532" y="1139067"/>
                  </a:lnTo>
                  <a:lnTo>
                    <a:pt x="372519" y="1139060"/>
                  </a:lnTo>
                  <a:lnTo>
                    <a:pt x="372513" y="1139057"/>
                  </a:lnTo>
                  <a:lnTo>
                    <a:pt x="372499" y="1139051"/>
                  </a:lnTo>
                  <a:lnTo>
                    <a:pt x="372479" y="1139046"/>
                  </a:lnTo>
                  <a:lnTo>
                    <a:pt x="372462" y="1139041"/>
                  </a:lnTo>
                  <a:lnTo>
                    <a:pt x="372452" y="1139037"/>
                  </a:lnTo>
                  <a:lnTo>
                    <a:pt x="372439" y="1139030"/>
                  </a:lnTo>
                  <a:lnTo>
                    <a:pt x="372435" y="1139028"/>
                  </a:lnTo>
                  <a:lnTo>
                    <a:pt x="372428" y="1139025"/>
                  </a:lnTo>
                  <a:lnTo>
                    <a:pt x="372410" y="1139021"/>
                  </a:lnTo>
                  <a:lnTo>
                    <a:pt x="372394" y="1139017"/>
                  </a:lnTo>
                  <a:lnTo>
                    <a:pt x="372373" y="1139014"/>
                  </a:lnTo>
                  <a:lnTo>
                    <a:pt x="372354" y="1139012"/>
                  </a:lnTo>
                  <a:lnTo>
                    <a:pt x="372343" y="1139012"/>
                  </a:lnTo>
                  <a:lnTo>
                    <a:pt x="372335" y="1139013"/>
                  </a:lnTo>
                  <a:lnTo>
                    <a:pt x="372323" y="1139017"/>
                  </a:lnTo>
                  <a:lnTo>
                    <a:pt x="372315" y="1139019"/>
                  </a:lnTo>
                  <a:lnTo>
                    <a:pt x="372304" y="1139019"/>
                  </a:lnTo>
                  <a:lnTo>
                    <a:pt x="372282" y="1139018"/>
                  </a:lnTo>
                  <a:lnTo>
                    <a:pt x="372268" y="1139017"/>
                  </a:lnTo>
                  <a:lnTo>
                    <a:pt x="372260" y="1139016"/>
                  </a:lnTo>
                  <a:lnTo>
                    <a:pt x="372245" y="1139014"/>
                  </a:lnTo>
                  <a:lnTo>
                    <a:pt x="372232" y="1139011"/>
                  </a:lnTo>
                  <a:lnTo>
                    <a:pt x="372226" y="1139007"/>
                  </a:lnTo>
                  <a:lnTo>
                    <a:pt x="372219" y="1139001"/>
                  </a:lnTo>
                  <a:lnTo>
                    <a:pt x="372213" y="1138996"/>
                  </a:lnTo>
                  <a:lnTo>
                    <a:pt x="372207" y="1138991"/>
                  </a:lnTo>
                  <a:lnTo>
                    <a:pt x="372200" y="1138988"/>
                  </a:lnTo>
                  <a:lnTo>
                    <a:pt x="372189" y="1138987"/>
                  </a:lnTo>
                  <a:lnTo>
                    <a:pt x="372179" y="1138988"/>
                  </a:lnTo>
                  <a:lnTo>
                    <a:pt x="372167" y="1138993"/>
                  </a:lnTo>
                  <a:lnTo>
                    <a:pt x="372153" y="1139001"/>
                  </a:lnTo>
                  <a:lnTo>
                    <a:pt x="372143" y="1139007"/>
                  </a:lnTo>
                  <a:lnTo>
                    <a:pt x="372131" y="1139017"/>
                  </a:lnTo>
                  <a:lnTo>
                    <a:pt x="372104" y="1139034"/>
                  </a:lnTo>
                  <a:lnTo>
                    <a:pt x="372082" y="1139047"/>
                  </a:lnTo>
                  <a:lnTo>
                    <a:pt x="372060" y="1139060"/>
                  </a:lnTo>
                  <a:lnTo>
                    <a:pt x="372044" y="1139069"/>
                  </a:lnTo>
                  <a:lnTo>
                    <a:pt x="372025" y="1139081"/>
                  </a:lnTo>
                  <a:lnTo>
                    <a:pt x="372014" y="1139090"/>
                  </a:lnTo>
                  <a:lnTo>
                    <a:pt x="372003" y="1139101"/>
                  </a:lnTo>
                  <a:lnTo>
                    <a:pt x="371993" y="1139112"/>
                  </a:lnTo>
                  <a:lnTo>
                    <a:pt x="371984" y="1139118"/>
                  </a:lnTo>
                  <a:lnTo>
                    <a:pt x="371977" y="1139121"/>
                  </a:lnTo>
                  <a:lnTo>
                    <a:pt x="371973" y="1139121"/>
                  </a:lnTo>
                  <a:lnTo>
                    <a:pt x="371968" y="1139120"/>
                  </a:lnTo>
                  <a:lnTo>
                    <a:pt x="371962" y="1139117"/>
                  </a:lnTo>
                  <a:lnTo>
                    <a:pt x="371957" y="1139112"/>
                  </a:lnTo>
                  <a:lnTo>
                    <a:pt x="371953" y="1139109"/>
                  </a:lnTo>
                  <a:lnTo>
                    <a:pt x="371943" y="1139098"/>
                  </a:lnTo>
                  <a:lnTo>
                    <a:pt x="371937" y="1139093"/>
                  </a:lnTo>
                  <a:lnTo>
                    <a:pt x="371925" y="1139085"/>
                  </a:lnTo>
                  <a:lnTo>
                    <a:pt x="371911" y="1139078"/>
                  </a:lnTo>
                  <a:lnTo>
                    <a:pt x="371897" y="1139075"/>
                  </a:lnTo>
                  <a:lnTo>
                    <a:pt x="371875" y="1139073"/>
                  </a:lnTo>
                  <a:lnTo>
                    <a:pt x="371832" y="1139070"/>
                  </a:lnTo>
                  <a:lnTo>
                    <a:pt x="371799" y="1139069"/>
                  </a:lnTo>
                  <a:lnTo>
                    <a:pt x="371777" y="1139067"/>
                  </a:lnTo>
                  <a:lnTo>
                    <a:pt x="371745" y="1139061"/>
                  </a:lnTo>
                  <a:lnTo>
                    <a:pt x="371715" y="1139056"/>
                  </a:lnTo>
                  <a:lnTo>
                    <a:pt x="371688" y="1139051"/>
                  </a:lnTo>
                  <a:lnTo>
                    <a:pt x="371672" y="1139049"/>
                  </a:lnTo>
                  <a:lnTo>
                    <a:pt x="371654" y="1139049"/>
                  </a:lnTo>
                  <a:lnTo>
                    <a:pt x="371636" y="1139050"/>
                  </a:lnTo>
                  <a:lnTo>
                    <a:pt x="371622" y="1139055"/>
                  </a:lnTo>
                  <a:lnTo>
                    <a:pt x="371608" y="1139061"/>
                  </a:lnTo>
                  <a:lnTo>
                    <a:pt x="371592" y="1139068"/>
                  </a:lnTo>
                  <a:lnTo>
                    <a:pt x="371584" y="1139068"/>
                  </a:lnTo>
                  <a:lnTo>
                    <a:pt x="371572" y="1139069"/>
                  </a:lnTo>
                  <a:lnTo>
                    <a:pt x="371558" y="1139067"/>
                  </a:lnTo>
                  <a:lnTo>
                    <a:pt x="371548" y="1139064"/>
                  </a:lnTo>
                  <a:lnTo>
                    <a:pt x="371543" y="1139062"/>
                  </a:lnTo>
                  <a:lnTo>
                    <a:pt x="371524" y="1139055"/>
                  </a:lnTo>
                  <a:lnTo>
                    <a:pt x="371511" y="1139049"/>
                  </a:lnTo>
                  <a:lnTo>
                    <a:pt x="371499" y="1139043"/>
                  </a:lnTo>
                  <a:lnTo>
                    <a:pt x="371483" y="1139035"/>
                  </a:lnTo>
                  <a:lnTo>
                    <a:pt x="371475" y="1139031"/>
                  </a:lnTo>
                  <a:lnTo>
                    <a:pt x="371444" y="1139015"/>
                  </a:lnTo>
                  <a:lnTo>
                    <a:pt x="371416" y="1139001"/>
                  </a:lnTo>
                  <a:lnTo>
                    <a:pt x="371386" y="1138987"/>
                  </a:lnTo>
                  <a:lnTo>
                    <a:pt x="371361" y="1138976"/>
                  </a:lnTo>
                  <a:lnTo>
                    <a:pt x="371341" y="1138968"/>
                  </a:lnTo>
                  <a:lnTo>
                    <a:pt x="371313" y="1138961"/>
                  </a:lnTo>
                  <a:lnTo>
                    <a:pt x="371282" y="1138956"/>
                  </a:lnTo>
                  <a:lnTo>
                    <a:pt x="371256" y="1138953"/>
                  </a:lnTo>
                  <a:lnTo>
                    <a:pt x="371250" y="1138953"/>
                  </a:lnTo>
                  <a:lnTo>
                    <a:pt x="371243" y="1138953"/>
                  </a:lnTo>
                  <a:lnTo>
                    <a:pt x="371229" y="1138952"/>
                  </a:lnTo>
                  <a:lnTo>
                    <a:pt x="371212" y="1138952"/>
                  </a:lnTo>
                  <a:lnTo>
                    <a:pt x="371201" y="1138952"/>
                  </a:lnTo>
                  <a:lnTo>
                    <a:pt x="371176" y="1138951"/>
                  </a:lnTo>
                  <a:lnTo>
                    <a:pt x="371134" y="1138950"/>
                  </a:lnTo>
                  <a:lnTo>
                    <a:pt x="371088" y="1138949"/>
                  </a:lnTo>
                  <a:lnTo>
                    <a:pt x="371051" y="1138948"/>
                  </a:lnTo>
                  <a:lnTo>
                    <a:pt x="371045" y="1138947"/>
                  </a:lnTo>
                  <a:lnTo>
                    <a:pt x="371021" y="1138948"/>
                  </a:lnTo>
                  <a:lnTo>
                    <a:pt x="371004" y="1138948"/>
                  </a:lnTo>
                  <a:lnTo>
                    <a:pt x="370975" y="1138952"/>
                  </a:lnTo>
                  <a:lnTo>
                    <a:pt x="370954" y="1138957"/>
                  </a:lnTo>
                  <a:lnTo>
                    <a:pt x="370946" y="1138961"/>
                  </a:lnTo>
                  <a:lnTo>
                    <a:pt x="370940" y="1138964"/>
                  </a:lnTo>
                  <a:lnTo>
                    <a:pt x="370920" y="1138976"/>
                  </a:lnTo>
                  <a:lnTo>
                    <a:pt x="370908" y="1138982"/>
                  </a:lnTo>
                  <a:lnTo>
                    <a:pt x="370885" y="1138991"/>
                  </a:lnTo>
                  <a:lnTo>
                    <a:pt x="370878" y="1138995"/>
                  </a:lnTo>
                  <a:lnTo>
                    <a:pt x="370845" y="1139009"/>
                  </a:lnTo>
                  <a:lnTo>
                    <a:pt x="370819" y="1139022"/>
                  </a:lnTo>
                  <a:lnTo>
                    <a:pt x="370802" y="1139033"/>
                  </a:lnTo>
                  <a:lnTo>
                    <a:pt x="370787" y="1139041"/>
                  </a:lnTo>
                  <a:lnTo>
                    <a:pt x="370778" y="1139045"/>
                  </a:lnTo>
                  <a:lnTo>
                    <a:pt x="370768" y="1139047"/>
                  </a:lnTo>
                  <a:lnTo>
                    <a:pt x="370759" y="1139046"/>
                  </a:lnTo>
                  <a:lnTo>
                    <a:pt x="370745" y="1139044"/>
                  </a:lnTo>
                  <a:lnTo>
                    <a:pt x="370719" y="1139043"/>
                  </a:lnTo>
                  <a:lnTo>
                    <a:pt x="370698" y="1139044"/>
                  </a:lnTo>
                  <a:lnTo>
                    <a:pt x="370673" y="1139048"/>
                  </a:lnTo>
                  <a:lnTo>
                    <a:pt x="370652" y="1139052"/>
                  </a:lnTo>
                  <a:lnTo>
                    <a:pt x="370626" y="1139060"/>
                  </a:lnTo>
                  <a:lnTo>
                    <a:pt x="370587" y="1139071"/>
                  </a:lnTo>
                  <a:lnTo>
                    <a:pt x="370547" y="1139081"/>
                  </a:lnTo>
                  <a:lnTo>
                    <a:pt x="370511" y="1139091"/>
                  </a:lnTo>
                  <a:lnTo>
                    <a:pt x="370481" y="1139097"/>
                  </a:lnTo>
                  <a:lnTo>
                    <a:pt x="370456" y="1139101"/>
                  </a:lnTo>
                  <a:lnTo>
                    <a:pt x="370442" y="1139103"/>
                  </a:lnTo>
                  <a:lnTo>
                    <a:pt x="370423" y="1139106"/>
                  </a:lnTo>
                  <a:lnTo>
                    <a:pt x="370386" y="1139113"/>
                  </a:lnTo>
                  <a:lnTo>
                    <a:pt x="370357" y="1139119"/>
                  </a:lnTo>
                  <a:lnTo>
                    <a:pt x="370340" y="1139123"/>
                  </a:lnTo>
                  <a:lnTo>
                    <a:pt x="370331" y="1139126"/>
                  </a:lnTo>
                  <a:lnTo>
                    <a:pt x="370318" y="1139133"/>
                  </a:lnTo>
                  <a:lnTo>
                    <a:pt x="370310" y="1139135"/>
                  </a:lnTo>
                  <a:lnTo>
                    <a:pt x="370305" y="1139122"/>
                  </a:lnTo>
                  <a:lnTo>
                    <a:pt x="370303" y="1139114"/>
                  </a:lnTo>
                  <a:lnTo>
                    <a:pt x="370295" y="1139094"/>
                  </a:lnTo>
                  <a:lnTo>
                    <a:pt x="370285" y="1139072"/>
                  </a:lnTo>
                  <a:lnTo>
                    <a:pt x="370266" y="1139032"/>
                  </a:lnTo>
                  <a:lnTo>
                    <a:pt x="370260" y="1139017"/>
                  </a:lnTo>
                  <a:lnTo>
                    <a:pt x="370258" y="1139008"/>
                  </a:lnTo>
                  <a:lnTo>
                    <a:pt x="370254" y="1138986"/>
                  </a:lnTo>
                  <a:lnTo>
                    <a:pt x="370251" y="1138973"/>
                  </a:lnTo>
                  <a:lnTo>
                    <a:pt x="370250" y="1138954"/>
                  </a:lnTo>
                  <a:lnTo>
                    <a:pt x="370247" y="1138941"/>
                  </a:lnTo>
                  <a:lnTo>
                    <a:pt x="370243" y="1138928"/>
                  </a:lnTo>
                  <a:lnTo>
                    <a:pt x="370238" y="1138915"/>
                  </a:lnTo>
                  <a:lnTo>
                    <a:pt x="370228" y="1138897"/>
                  </a:lnTo>
                  <a:lnTo>
                    <a:pt x="370219" y="1138881"/>
                  </a:lnTo>
                  <a:lnTo>
                    <a:pt x="370208" y="1138860"/>
                  </a:lnTo>
                  <a:lnTo>
                    <a:pt x="370197" y="1138838"/>
                  </a:lnTo>
                  <a:lnTo>
                    <a:pt x="370190" y="1138821"/>
                  </a:lnTo>
                  <a:lnTo>
                    <a:pt x="370183" y="1138807"/>
                  </a:lnTo>
                  <a:lnTo>
                    <a:pt x="370176" y="1138790"/>
                  </a:lnTo>
                  <a:lnTo>
                    <a:pt x="370168" y="1138767"/>
                  </a:lnTo>
                  <a:lnTo>
                    <a:pt x="370159" y="1138741"/>
                  </a:lnTo>
                  <a:lnTo>
                    <a:pt x="370153" y="1138723"/>
                  </a:lnTo>
                  <a:lnTo>
                    <a:pt x="370150" y="1138716"/>
                  </a:lnTo>
                  <a:lnTo>
                    <a:pt x="370147" y="1138707"/>
                  </a:lnTo>
                  <a:lnTo>
                    <a:pt x="370142" y="1138700"/>
                  </a:lnTo>
                  <a:lnTo>
                    <a:pt x="370134" y="1138684"/>
                  </a:lnTo>
                  <a:lnTo>
                    <a:pt x="370122" y="1138662"/>
                  </a:lnTo>
                  <a:lnTo>
                    <a:pt x="370119" y="1138658"/>
                  </a:lnTo>
                  <a:lnTo>
                    <a:pt x="370102" y="1138626"/>
                  </a:lnTo>
                  <a:lnTo>
                    <a:pt x="370098" y="1138617"/>
                  </a:lnTo>
                  <a:lnTo>
                    <a:pt x="370095" y="1138609"/>
                  </a:lnTo>
                  <a:lnTo>
                    <a:pt x="370093" y="1138596"/>
                  </a:lnTo>
                  <a:lnTo>
                    <a:pt x="370091" y="1138565"/>
                  </a:lnTo>
                  <a:lnTo>
                    <a:pt x="370089" y="1138554"/>
                  </a:lnTo>
                  <a:lnTo>
                    <a:pt x="370084" y="1138535"/>
                  </a:lnTo>
                  <a:lnTo>
                    <a:pt x="370080" y="1138510"/>
                  </a:lnTo>
                  <a:lnTo>
                    <a:pt x="370078" y="1138496"/>
                  </a:lnTo>
                  <a:lnTo>
                    <a:pt x="370077" y="1138473"/>
                  </a:lnTo>
                  <a:lnTo>
                    <a:pt x="370078" y="1138450"/>
                  </a:lnTo>
                  <a:lnTo>
                    <a:pt x="370078" y="1138435"/>
                  </a:lnTo>
                  <a:lnTo>
                    <a:pt x="370077" y="1138428"/>
                  </a:lnTo>
                  <a:lnTo>
                    <a:pt x="370075" y="1138419"/>
                  </a:lnTo>
                  <a:lnTo>
                    <a:pt x="370069" y="1138401"/>
                  </a:lnTo>
                  <a:lnTo>
                    <a:pt x="370068" y="1138392"/>
                  </a:lnTo>
                  <a:lnTo>
                    <a:pt x="370067" y="1138379"/>
                  </a:lnTo>
                  <a:lnTo>
                    <a:pt x="370068" y="1138367"/>
                  </a:lnTo>
                  <a:lnTo>
                    <a:pt x="370072" y="1138348"/>
                  </a:lnTo>
                  <a:lnTo>
                    <a:pt x="370078" y="1138333"/>
                  </a:lnTo>
                  <a:lnTo>
                    <a:pt x="370084" y="1138319"/>
                  </a:lnTo>
                  <a:lnTo>
                    <a:pt x="370090" y="1138309"/>
                  </a:lnTo>
                  <a:lnTo>
                    <a:pt x="370101" y="1138294"/>
                  </a:lnTo>
                  <a:lnTo>
                    <a:pt x="370116" y="1138273"/>
                  </a:lnTo>
                  <a:lnTo>
                    <a:pt x="370124" y="1138261"/>
                  </a:lnTo>
                  <a:lnTo>
                    <a:pt x="370132" y="1138248"/>
                  </a:lnTo>
                  <a:lnTo>
                    <a:pt x="370138" y="1138239"/>
                  </a:lnTo>
                  <a:lnTo>
                    <a:pt x="370141" y="1138230"/>
                  </a:lnTo>
                  <a:lnTo>
                    <a:pt x="370142" y="1138220"/>
                  </a:lnTo>
                  <a:lnTo>
                    <a:pt x="370142" y="1138212"/>
                  </a:lnTo>
                  <a:lnTo>
                    <a:pt x="370142" y="1138198"/>
                  </a:lnTo>
                  <a:lnTo>
                    <a:pt x="370143" y="1138187"/>
                  </a:lnTo>
                  <a:lnTo>
                    <a:pt x="370147" y="1138173"/>
                  </a:lnTo>
                  <a:lnTo>
                    <a:pt x="370156" y="1138154"/>
                  </a:lnTo>
                  <a:lnTo>
                    <a:pt x="370161" y="1138143"/>
                  </a:lnTo>
                  <a:lnTo>
                    <a:pt x="370164" y="1138139"/>
                  </a:lnTo>
                  <a:lnTo>
                    <a:pt x="370167" y="1138135"/>
                  </a:lnTo>
                  <a:lnTo>
                    <a:pt x="370174" y="1138127"/>
                  </a:lnTo>
                  <a:lnTo>
                    <a:pt x="370184" y="1138120"/>
                  </a:lnTo>
                  <a:lnTo>
                    <a:pt x="370205" y="1138107"/>
                  </a:lnTo>
                  <a:lnTo>
                    <a:pt x="370226" y="1138094"/>
                  </a:lnTo>
                  <a:lnTo>
                    <a:pt x="370239" y="1138086"/>
                  </a:lnTo>
                  <a:lnTo>
                    <a:pt x="370250" y="1138082"/>
                  </a:lnTo>
                  <a:lnTo>
                    <a:pt x="370266" y="1138080"/>
                  </a:lnTo>
                  <a:lnTo>
                    <a:pt x="370281" y="1138080"/>
                  </a:lnTo>
                  <a:lnTo>
                    <a:pt x="370304" y="1138086"/>
                  </a:lnTo>
                  <a:lnTo>
                    <a:pt x="370321" y="1138089"/>
                  </a:lnTo>
                  <a:lnTo>
                    <a:pt x="370341" y="1138091"/>
                  </a:lnTo>
                  <a:lnTo>
                    <a:pt x="370357" y="1138091"/>
                  </a:lnTo>
                  <a:lnTo>
                    <a:pt x="370380" y="1138092"/>
                  </a:lnTo>
                  <a:lnTo>
                    <a:pt x="370390" y="1138091"/>
                  </a:lnTo>
                  <a:lnTo>
                    <a:pt x="370405" y="1138086"/>
                  </a:lnTo>
                  <a:lnTo>
                    <a:pt x="370417" y="1138081"/>
                  </a:lnTo>
                  <a:lnTo>
                    <a:pt x="370425" y="1138078"/>
                  </a:lnTo>
                  <a:lnTo>
                    <a:pt x="370440" y="1138071"/>
                  </a:lnTo>
                  <a:lnTo>
                    <a:pt x="370448" y="1138067"/>
                  </a:lnTo>
                  <a:lnTo>
                    <a:pt x="370462" y="1138057"/>
                  </a:lnTo>
                  <a:lnTo>
                    <a:pt x="370477" y="1138046"/>
                  </a:lnTo>
                  <a:lnTo>
                    <a:pt x="370486" y="1138038"/>
                  </a:lnTo>
                  <a:lnTo>
                    <a:pt x="370491" y="1138032"/>
                  </a:lnTo>
                  <a:lnTo>
                    <a:pt x="370502" y="1138020"/>
                  </a:lnTo>
                  <a:lnTo>
                    <a:pt x="370511" y="1138008"/>
                  </a:lnTo>
                  <a:lnTo>
                    <a:pt x="370521" y="1137992"/>
                  </a:lnTo>
                  <a:lnTo>
                    <a:pt x="370533" y="1137968"/>
                  </a:lnTo>
                  <a:lnTo>
                    <a:pt x="370542" y="1137949"/>
                  </a:lnTo>
                  <a:lnTo>
                    <a:pt x="370553" y="1137930"/>
                  </a:lnTo>
                  <a:lnTo>
                    <a:pt x="370561" y="1137913"/>
                  </a:lnTo>
                  <a:lnTo>
                    <a:pt x="370570" y="1137901"/>
                  </a:lnTo>
                  <a:lnTo>
                    <a:pt x="370587" y="1137878"/>
                  </a:lnTo>
                  <a:lnTo>
                    <a:pt x="370598" y="1137861"/>
                  </a:lnTo>
                  <a:lnTo>
                    <a:pt x="370606" y="1137849"/>
                  </a:lnTo>
                  <a:lnTo>
                    <a:pt x="370609" y="1137841"/>
                  </a:lnTo>
                  <a:lnTo>
                    <a:pt x="370612" y="1137836"/>
                  </a:lnTo>
                  <a:lnTo>
                    <a:pt x="370618" y="1137818"/>
                  </a:lnTo>
                  <a:lnTo>
                    <a:pt x="370626" y="1137799"/>
                  </a:lnTo>
                  <a:lnTo>
                    <a:pt x="370628" y="1137794"/>
                  </a:lnTo>
                  <a:lnTo>
                    <a:pt x="370638" y="1137772"/>
                  </a:lnTo>
                  <a:lnTo>
                    <a:pt x="370649" y="1137751"/>
                  </a:lnTo>
                  <a:lnTo>
                    <a:pt x="370658" y="1137736"/>
                  </a:lnTo>
                  <a:lnTo>
                    <a:pt x="370671" y="1137717"/>
                  </a:lnTo>
                  <a:lnTo>
                    <a:pt x="370687" y="1137698"/>
                  </a:lnTo>
                  <a:lnTo>
                    <a:pt x="370706" y="1137673"/>
                  </a:lnTo>
                  <a:lnTo>
                    <a:pt x="370712" y="1137664"/>
                  </a:lnTo>
                  <a:lnTo>
                    <a:pt x="370725" y="1137646"/>
                  </a:lnTo>
                  <a:lnTo>
                    <a:pt x="370729" y="1137638"/>
                  </a:lnTo>
                  <a:lnTo>
                    <a:pt x="370725" y="1137632"/>
                  </a:lnTo>
                  <a:lnTo>
                    <a:pt x="370720" y="1137628"/>
                  </a:lnTo>
                  <a:lnTo>
                    <a:pt x="370706" y="1137617"/>
                  </a:lnTo>
                  <a:lnTo>
                    <a:pt x="370692" y="1137602"/>
                  </a:lnTo>
                  <a:lnTo>
                    <a:pt x="370674" y="1137583"/>
                  </a:lnTo>
                  <a:lnTo>
                    <a:pt x="370659" y="1137567"/>
                  </a:lnTo>
                  <a:lnTo>
                    <a:pt x="370648" y="1137553"/>
                  </a:lnTo>
                  <a:lnTo>
                    <a:pt x="370639" y="1137538"/>
                  </a:lnTo>
                  <a:lnTo>
                    <a:pt x="370632" y="1137525"/>
                  </a:lnTo>
                  <a:lnTo>
                    <a:pt x="370626" y="1137508"/>
                  </a:lnTo>
                  <a:lnTo>
                    <a:pt x="370620" y="1137492"/>
                  </a:lnTo>
                  <a:lnTo>
                    <a:pt x="370615" y="1137475"/>
                  </a:lnTo>
                  <a:lnTo>
                    <a:pt x="370612" y="1137456"/>
                  </a:lnTo>
                  <a:lnTo>
                    <a:pt x="370609" y="1137436"/>
                  </a:lnTo>
                  <a:lnTo>
                    <a:pt x="370611" y="1137420"/>
                  </a:lnTo>
                  <a:lnTo>
                    <a:pt x="370615" y="1137399"/>
                  </a:lnTo>
                  <a:lnTo>
                    <a:pt x="370616" y="1137393"/>
                  </a:lnTo>
                  <a:lnTo>
                    <a:pt x="370621" y="1137372"/>
                  </a:lnTo>
                  <a:lnTo>
                    <a:pt x="370623" y="1137362"/>
                  </a:lnTo>
                  <a:lnTo>
                    <a:pt x="370625" y="1137346"/>
                  </a:lnTo>
                  <a:lnTo>
                    <a:pt x="370627" y="1137337"/>
                  </a:lnTo>
                  <a:lnTo>
                    <a:pt x="370630" y="1137329"/>
                  </a:lnTo>
                  <a:lnTo>
                    <a:pt x="370634" y="1137321"/>
                  </a:lnTo>
                  <a:lnTo>
                    <a:pt x="370638" y="1137315"/>
                  </a:lnTo>
                  <a:lnTo>
                    <a:pt x="370655" y="1137292"/>
                  </a:lnTo>
                  <a:lnTo>
                    <a:pt x="370669" y="1137274"/>
                  </a:lnTo>
                  <a:lnTo>
                    <a:pt x="370681" y="1137256"/>
                  </a:lnTo>
                  <a:lnTo>
                    <a:pt x="370687" y="1137245"/>
                  </a:lnTo>
                  <a:lnTo>
                    <a:pt x="370688" y="1137240"/>
                  </a:lnTo>
                  <a:lnTo>
                    <a:pt x="370689" y="1137230"/>
                  </a:lnTo>
                  <a:lnTo>
                    <a:pt x="370690" y="1137218"/>
                  </a:lnTo>
                  <a:lnTo>
                    <a:pt x="370692" y="1137208"/>
                  </a:lnTo>
                  <a:lnTo>
                    <a:pt x="370695" y="1137195"/>
                  </a:lnTo>
                  <a:lnTo>
                    <a:pt x="370697" y="1137188"/>
                  </a:lnTo>
                  <a:lnTo>
                    <a:pt x="370702" y="1137173"/>
                  </a:lnTo>
                  <a:lnTo>
                    <a:pt x="370706" y="1137162"/>
                  </a:lnTo>
                  <a:lnTo>
                    <a:pt x="370712" y="1137150"/>
                  </a:lnTo>
                  <a:lnTo>
                    <a:pt x="370720" y="1137138"/>
                  </a:lnTo>
                  <a:lnTo>
                    <a:pt x="370729" y="1137126"/>
                  </a:lnTo>
                  <a:lnTo>
                    <a:pt x="370741" y="1137110"/>
                  </a:lnTo>
                  <a:lnTo>
                    <a:pt x="370760" y="1137086"/>
                  </a:lnTo>
                  <a:lnTo>
                    <a:pt x="370775" y="1137069"/>
                  </a:lnTo>
                  <a:lnTo>
                    <a:pt x="370791" y="1137052"/>
                  </a:lnTo>
                  <a:lnTo>
                    <a:pt x="370801" y="1137039"/>
                  </a:lnTo>
                  <a:lnTo>
                    <a:pt x="370815" y="1137021"/>
                  </a:lnTo>
                  <a:lnTo>
                    <a:pt x="370822" y="1137010"/>
                  </a:lnTo>
                  <a:lnTo>
                    <a:pt x="370830" y="1136997"/>
                  </a:lnTo>
                  <a:lnTo>
                    <a:pt x="370840" y="1136980"/>
                  </a:lnTo>
                  <a:lnTo>
                    <a:pt x="370846" y="1136970"/>
                  </a:lnTo>
                  <a:lnTo>
                    <a:pt x="370851" y="1136963"/>
                  </a:lnTo>
                  <a:lnTo>
                    <a:pt x="370860" y="1136956"/>
                  </a:lnTo>
                  <a:lnTo>
                    <a:pt x="370876" y="1136945"/>
                  </a:lnTo>
                  <a:lnTo>
                    <a:pt x="370895" y="1136937"/>
                  </a:lnTo>
                  <a:lnTo>
                    <a:pt x="370908" y="1136933"/>
                  </a:lnTo>
                  <a:lnTo>
                    <a:pt x="370921" y="1136932"/>
                  </a:lnTo>
                  <a:lnTo>
                    <a:pt x="370945" y="1136932"/>
                  </a:lnTo>
                  <a:lnTo>
                    <a:pt x="370965" y="1136933"/>
                  </a:lnTo>
                  <a:lnTo>
                    <a:pt x="370951" y="1136923"/>
                  </a:lnTo>
                  <a:lnTo>
                    <a:pt x="370932" y="1136914"/>
                  </a:lnTo>
                  <a:lnTo>
                    <a:pt x="370918" y="1136905"/>
                  </a:lnTo>
                  <a:lnTo>
                    <a:pt x="370904" y="1136893"/>
                  </a:lnTo>
                  <a:lnTo>
                    <a:pt x="370888" y="1136880"/>
                  </a:lnTo>
                  <a:lnTo>
                    <a:pt x="370871" y="1136866"/>
                  </a:lnTo>
                  <a:lnTo>
                    <a:pt x="370855" y="1136854"/>
                  </a:lnTo>
                  <a:lnTo>
                    <a:pt x="370831" y="1136838"/>
                  </a:lnTo>
                  <a:lnTo>
                    <a:pt x="370817" y="1136828"/>
                  </a:lnTo>
                  <a:lnTo>
                    <a:pt x="370800" y="1136818"/>
                  </a:lnTo>
                  <a:lnTo>
                    <a:pt x="370783" y="1136807"/>
                  </a:lnTo>
                  <a:lnTo>
                    <a:pt x="370777" y="1136803"/>
                  </a:lnTo>
                  <a:lnTo>
                    <a:pt x="370762" y="1136789"/>
                  </a:lnTo>
                  <a:lnTo>
                    <a:pt x="370746" y="1136771"/>
                  </a:lnTo>
                  <a:lnTo>
                    <a:pt x="370729" y="1136752"/>
                  </a:lnTo>
                  <a:lnTo>
                    <a:pt x="370713" y="1136736"/>
                  </a:lnTo>
                  <a:lnTo>
                    <a:pt x="370703" y="1136724"/>
                  </a:lnTo>
                  <a:lnTo>
                    <a:pt x="370694" y="1136711"/>
                  </a:lnTo>
                  <a:lnTo>
                    <a:pt x="370688" y="1136705"/>
                  </a:lnTo>
                  <a:lnTo>
                    <a:pt x="370676" y="1136691"/>
                  </a:lnTo>
                  <a:lnTo>
                    <a:pt x="370659" y="1136673"/>
                  </a:lnTo>
                  <a:lnTo>
                    <a:pt x="370644" y="1136656"/>
                  </a:lnTo>
                  <a:lnTo>
                    <a:pt x="370640" y="1136651"/>
                  </a:lnTo>
                  <a:lnTo>
                    <a:pt x="370630" y="1136641"/>
                  </a:lnTo>
                  <a:lnTo>
                    <a:pt x="370621" y="1136629"/>
                  </a:lnTo>
                  <a:lnTo>
                    <a:pt x="370609" y="1136614"/>
                  </a:lnTo>
                  <a:lnTo>
                    <a:pt x="370602" y="1136608"/>
                  </a:lnTo>
                  <a:lnTo>
                    <a:pt x="370591" y="1136600"/>
                  </a:lnTo>
                  <a:lnTo>
                    <a:pt x="370579" y="1136595"/>
                  </a:lnTo>
                  <a:lnTo>
                    <a:pt x="370566" y="1136591"/>
                  </a:lnTo>
                  <a:lnTo>
                    <a:pt x="370551" y="1136587"/>
                  </a:lnTo>
                  <a:lnTo>
                    <a:pt x="370538" y="1136584"/>
                  </a:lnTo>
                  <a:lnTo>
                    <a:pt x="370522" y="1136582"/>
                  </a:lnTo>
                  <a:lnTo>
                    <a:pt x="370501" y="1136581"/>
                  </a:lnTo>
                  <a:lnTo>
                    <a:pt x="370476" y="1136580"/>
                  </a:lnTo>
                  <a:lnTo>
                    <a:pt x="370453" y="1136580"/>
                  </a:lnTo>
                  <a:lnTo>
                    <a:pt x="370430" y="1136581"/>
                  </a:lnTo>
                  <a:lnTo>
                    <a:pt x="370406" y="1136584"/>
                  </a:lnTo>
                  <a:lnTo>
                    <a:pt x="370386" y="1136586"/>
                  </a:lnTo>
                  <a:lnTo>
                    <a:pt x="370369" y="1136586"/>
                  </a:lnTo>
                  <a:lnTo>
                    <a:pt x="370340" y="1136586"/>
                  </a:lnTo>
                  <a:lnTo>
                    <a:pt x="370313" y="1136585"/>
                  </a:lnTo>
                  <a:lnTo>
                    <a:pt x="370300" y="1136584"/>
                  </a:lnTo>
                  <a:lnTo>
                    <a:pt x="370292" y="1136582"/>
                  </a:lnTo>
                  <a:lnTo>
                    <a:pt x="370283" y="1136577"/>
                  </a:lnTo>
                  <a:lnTo>
                    <a:pt x="370278" y="1136572"/>
                  </a:lnTo>
                  <a:lnTo>
                    <a:pt x="370275" y="1136568"/>
                  </a:lnTo>
                  <a:lnTo>
                    <a:pt x="370272" y="1136562"/>
                  </a:lnTo>
                  <a:lnTo>
                    <a:pt x="370270" y="1136544"/>
                  </a:lnTo>
                  <a:lnTo>
                    <a:pt x="370269" y="1136520"/>
                  </a:lnTo>
                  <a:lnTo>
                    <a:pt x="370267" y="1136493"/>
                  </a:lnTo>
                  <a:lnTo>
                    <a:pt x="370265" y="1136468"/>
                  </a:lnTo>
                  <a:lnTo>
                    <a:pt x="370263" y="1136445"/>
                  </a:lnTo>
                  <a:lnTo>
                    <a:pt x="370263" y="1136434"/>
                  </a:lnTo>
                  <a:lnTo>
                    <a:pt x="370263" y="1136428"/>
                  </a:lnTo>
                  <a:lnTo>
                    <a:pt x="370263" y="1136407"/>
                  </a:lnTo>
                  <a:lnTo>
                    <a:pt x="370265" y="1136394"/>
                  </a:lnTo>
                  <a:lnTo>
                    <a:pt x="370268" y="1136386"/>
                  </a:lnTo>
                  <a:lnTo>
                    <a:pt x="370275" y="1136382"/>
                  </a:lnTo>
                  <a:lnTo>
                    <a:pt x="370303" y="1136384"/>
                  </a:lnTo>
                  <a:lnTo>
                    <a:pt x="370326" y="1136387"/>
                  </a:lnTo>
                  <a:lnTo>
                    <a:pt x="370349" y="1136392"/>
                  </a:lnTo>
                  <a:lnTo>
                    <a:pt x="370365" y="1136395"/>
                  </a:lnTo>
                  <a:lnTo>
                    <a:pt x="370389" y="1136398"/>
                  </a:lnTo>
                  <a:lnTo>
                    <a:pt x="370398" y="1136398"/>
                  </a:lnTo>
                  <a:lnTo>
                    <a:pt x="370413" y="1136399"/>
                  </a:lnTo>
                  <a:lnTo>
                    <a:pt x="370431" y="1136398"/>
                  </a:lnTo>
                  <a:lnTo>
                    <a:pt x="370451" y="1136396"/>
                  </a:lnTo>
                  <a:lnTo>
                    <a:pt x="370461" y="1136394"/>
                  </a:lnTo>
                  <a:lnTo>
                    <a:pt x="370474" y="1136390"/>
                  </a:lnTo>
                  <a:lnTo>
                    <a:pt x="370490" y="1136384"/>
                  </a:lnTo>
                  <a:lnTo>
                    <a:pt x="370500" y="1136381"/>
                  </a:lnTo>
                  <a:lnTo>
                    <a:pt x="370505" y="1136377"/>
                  </a:lnTo>
                  <a:lnTo>
                    <a:pt x="370508" y="1136373"/>
                  </a:lnTo>
                  <a:lnTo>
                    <a:pt x="370511" y="1136367"/>
                  </a:lnTo>
                  <a:lnTo>
                    <a:pt x="370513" y="1136358"/>
                  </a:lnTo>
                  <a:lnTo>
                    <a:pt x="370514" y="1136347"/>
                  </a:lnTo>
                  <a:lnTo>
                    <a:pt x="370514" y="1136327"/>
                  </a:lnTo>
                  <a:lnTo>
                    <a:pt x="370513" y="1136309"/>
                  </a:lnTo>
                  <a:lnTo>
                    <a:pt x="370512" y="1136295"/>
                  </a:lnTo>
                  <a:lnTo>
                    <a:pt x="370514" y="1136280"/>
                  </a:lnTo>
                  <a:lnTo>
                    <a:pt x="370516" y="1136268"/>
                  </a:lnTo>
                  <a:lnTo>
                    <a:pt x="370521" y="1136252"/>
                  </a:lnTo>
                  <a:lnTo>
                    <a:pt x="370528" y="1136235"/>
                  </a:lnTo>
                  <a:lnTo>
                    <a:pt x="370529" y="1136228"/>
                  </a:lnTo>
                  <a:lnTo>
                    <a:pt x="370537" y="1136200"/>
                  </a:lnTo>
                  <a:lnTo>
                    <a:pt x="370541" y="1136183"/>
                  </a:lnTo>
                  <a:lnTo>
                    <a:pt x="370547" y="1136166"/>
                  </a:lnTo>
                  <a:lnTo>
                    <a:pt x="370553" y="1136150"/>
                  </a:lnTo>
                  <a:lnTo>
                    <a:pt x="370557" y="1136140"/>
                  </a:lnTo>
                  <a:lnTo>
                    <a:pt x="370560" y="1136132"/>
                  </a:lnTo>
                  <a:lnTo>
                    <a:pt x="370567" y="1136113"/>
                  </a:lnTo>
                  <a:lnTo>
                    <a:pt x="370573" y="1136098"/>
                  </a:lnTo>
                  <a:lnTo>
                    <a:pt x="370579" y="1136086"/>
                  </a:lnTo>
                  <a:lnTo>
                    <a:pt x="370583" y="1136077"/>
                  </a:lnTo>
                  <a:lnTo>
                    <a:pt x="370589" y="1136067"/>
                  </a:lnTo>
                  <a:lnTo>
                    <a:pt x="370595" y="1136059"/>
                  </a:lnTo>
                  <a:lnTo>
                    <a:pt x="370603" y="1136050"/>
                  </a:lnTo>
                  <a:lnTo>
                    <a:pt x="370615" y="1136039"/>
                  </a:lnTo>
                  <a:lnTo>
                    <a:pt x="370627" y="1136028"/>
                  </a:lnTo>
                  <a:lnTo>
                    <a:pt x="370639" y="1136018"/>
                  </a:lnTo>
                  <a:lnTo>
                    <a:pt x="370655" y="1136004"/>
                  </a:lnTo>
                  <a:lnTo>
                    <a:pt x="370668" y="1135994"/>
                  </a:lnTo>
                  <a:lnTo>
                    <a:pt x="370684" y="1135981"/>
                  </a:lnTo>
                  <a:lnTo>
                    <a:pt x="370694" y="1135973"/>
                  </a:lnTo>
                  <a:lnTo>
                    <a:pt x="370698" y="1135969"/>
                  </a:lnTo>
                  <a:lnTo>
                    <a:pt x="370710" y="1135960"/>
                  </a:lnTo>
                  <a:lnTo>
                    <a:pt x="370719" y="1135953"/>
                  </a:lnTo>
                  <a:lnTo>
                    <a:pt x="370728" y="1135947"/>
                  </a:lnTo>
                  <a:lnTo>
                    <a:pt x="370739" y="1135942"/>
                  </a:lnTo>
                  <a:lnTo>
                    <a:pt x="370747" y="1135939"/>
                  </a:lnTo>
                  <a:lnTo>
                    <a:pt x="370756" y="1135935"/>
                  </a:lnTo>
                  <a:lnTo>
                    <a:pt x="370778" y="1135929"/>
                  </a:lnTo>
                  <a:lnTo>
                    <a:pt x="370801" y="1135923"/>
                  </a:lnTo>
                  <a:lnTo>
                    <a:pt x="370827" y="1135918"/>
                  </a:lnTo>
                  <a:lnTo>
                    <a:pt x="370833" y="1135917"/>
                  </a:lnTo>
                  <a:lnTo>
                    <a:pt x="370850" y="1135913"/>
                  </a:lnTo>
                  <a:lnTo>
                    <a:pt x="370861" y="1135910"/>
                  </a:lnTo>
                  <a:lnTo>
                    <a:pt x="370866" y="1135907"/>
                  </a:lnTo>
                  <a:lnTo>
                    <a:pt x="370873" y="1135903"/>
                  </a:lnTo>
                  <a:lnTo>
                    <a:pt x="370885" y="1135892"/>
                  </a:lnTo>
                  <a:lnTo>
                    <a:pt x="370899" y="1135878"/>
                  </a:lnTo>
                  <a:lnTo>
                    <a:pt x="370911" y="1135865"/>
                  </a:lnTo>
                  <a:lnTo>
                    <a:pt x="370927" y="1135850"/>
                  </a:lnTo>
                  <a:lnTo>
                    <a:pt x="370941" y="1135838"/>
                  </a:lnTo>
                  <a:lnTo>
                    <a:pt x="370957" y="1135827"/>
                  </a:lnTo>
                  <a:lnTo>
                    <a:pt x="370969" y="1135819"/>
                  </a:lnTo>
                  <a:lnTo>
                    <a:pt x="370982" y="1135812"/>
                  </a:lnTo>
                  <a:lnTo>
                    <a:pt x="371000" y="1135804"/>
                  </a:lnTo>
                  <a:lnTo>
                    <a:pt x="371014" y="1135798"/>
                  </a:lnTo>
                  <a:lnTo>
                    <a:pt x="371026" y="1135795"/>
                  </a:lnTo>
                  <a:lnTo>
                    <a:pt x="371032" y="1135794"/>
                  </a:lnTo>
                  <a:lnTo>
                    <a:pt x="371047" y="1135790"/>
                  </a:lnTo>
                  <a:lnTo>
                    <a:pt x="371054" y="1135789"/>
                  </a:lnTo>
                  <a:lnTo>
                    <a:pt x="371074" y="1135785"/>
                  </a:lnTo>
                  <a:lnTo>
                    <a:pt x="371096" y="1135782"/>
                  </a:lnTo>
                  <a:lnTo>
                    <a:pt x="371115" y="1135781"/>
                  </a:lnTo>
                  <a:lnTo>
                    <a:pt x="371141" y="1135779"/>
                  </a:lnTo>
                  <a:lnTo>
                    <a:pt x="371158" y="1135777"/>
                  </a:lnTo>
                  <a:lnTo>
                    <a:pt x="371187" y="1135775"/>
                  </a:lnTo>
                  <a:lnTo>
                    <a:pt x="371197" y="1135773"/>
                  </a:lnTo>
                  <a:lnTo>
                    <a:pt x="371212" y="1135770"/>
                  </a:lnTo>
                  <a:lnTo>
                    <a:pt x="371224" y="1135767"/>
                  </a:lnTo>
                  <a:lnTo>
                    <a:pt x="371236" y="1135762"/>
                  </a:lnTo>
                  <a:lnTo>
                    <a:pt x="371251" y="1135755"/>
                  </a:lnTo>
                  <a:lnTo>
                    <a:pt x="371264" y="1135749"/>
                  </a:lnTo>
                  <a:lnTo>
                    <a:pt x="371278" y="1135740"/>
                  </a:lnTo>
                  <a:lnTo>
                    <a:pt x="371294" y="1135730"/>
                  </a:lnTo>
                  <a:lnTo>
                    <a:pt x="371307" y="1135721"/>
                  </a:lnTo>
                  <a:lnTo>
                    <a:pt x="371322" y="1135711"/>
                  </a:lnTo>
                  <a:lnTo>
                    <a:pt x="371335" y="1135704"/>
                  </a:lnTo>
                  <a:lnTo>
                    <a:pt x="371347" y="1135697"/>
                  </a:lnTo>
                  <a:lnTo>
                    <a:pt x="371356" y="1135693"/>
                  </a:lnTo>
                  <a:lnTo>
                    <a:pt x="371369" y="1135690"/>
                  </a:lnTo>
                  <a:lnTo>
                    <a:pt x="371378" y="1135688"/>
                  </a:lnTo>
                  <a:lnTo>
                    <a:pt x="371391" y="1135687"/>
                  </a:lnTo>
                  <a:lnTo>
                    <a:pt x="371402" y="1135687"/>
                  </a:lnTo>
                  <a:lnTo>
                    <a:pt x="371409" y="1135690"/>
                  </a:lnTo>
                  <a:lnTo>
                    <a:pt x="371421" y="1135696"/>
                  </a:lnTo>
                  <a:lnTo>
                    <a:pt x="371438" y="1135704"/>
                  </a:lnTo>
                  <a:lnTo>
                    <a:pt x="371450" y="1135710"/>
                  </a:lnTo>
                  <a:lnTo>
                    <a:pt x="371459" y="1135713"/>
                  </a:lnTo>
                  <a:lnTo>
                    <a:pt x="371460" y="1135708"/>
                  </a:lnTo>
                  <a:lnTo>
                    <a:pt x="371456" y="1135700"/>
                  </a:lnTo>
                  <a:lnTo>
                    <a:pt x="371450" y="1135695"/>
                  </a:lnTo>
                  <a:lnTo>
                    <a:pt x="371439" y="1135687"/>
                  </a:lnTo>
                  <a:lnTo>
                    <a:pt x="371433" y="1135683"/>
                  </a:lnTo>
                  <a:lnTo>
                    <a:pt x="371425" y="1135678"/>
                  </a:lnTo>
                  <a:lnTo>
                    <a:pt x="371414" y="1135671"/>
                  </a:lnTo>
                  <a:lnTo>
                    <a:pt x="371409" y="1135666"/>
                  </a:lnTo>
                  <a:lnTo>
                    <a:pt x="371405" y="1135660"/>
                  </a:lnTo>
                  <a:lnTo>
                    <a:pt x="371403" y="1135655"/>
                  </a:lnTo>
                  <a:lnTo>
                    <a:pt x="371402" y="1135644"/>
                  </a:lnTo>
                  <a:lnTo>
                    <a:pt x="371401" y="1135635"/>
                  </a:lnTo>
                  <a:lnTo>
                    <a:pt x="371398" y="1135621"/>
                  </a:lnTo>
                  <a:lnTo>
                    <a:pt x="371393" y="1135603"/>
                  </a:lnTo>
                  <a:lnTo>
                    <a:pt x="371391" y="1135590"/>
                  </a:lnTo>
                  <a:lnTo>
                    <a:pt x="371389" y="1135580"/>
                  </a:lnTo>
                  <a:lnTo>
                    <a:pt x="371389" y="1135571"/>
                  </a:lnTo>
                  <a:lnTo>
                    <a:pt x="371391" y="1135555"/>
                  </a:lnTo>
                  <a:lnTo>
                    <a:pt x="371394" y="1135537"/>
                  </a:lnTo>
                  <a:lnTo>
                    <a:pt x="371397" y="1135520"/>
                  </a:lnTo>
                  <a:lnTo>
                    <a:pt x="371399" y="1135508"/>
                  </a:lnTo>
                  <a:lnTo>
                    <a:pt x="371400" y="1135494"/>
                  </a:lnTo>
                  <a:lnTo>
                    <a:pt x="371402" y="1135484"/>
                  </a:lnTo>
                  <a:lnTo>
                    <a:pt x="371403" y="1135478"/>
                  </a:lnTo>
                  <a:lnTo>
                    <a:pt x="371406" y="1135466"/>
                  </a:lnTo>
                  <a:lnTo>
                    <a:pt x="371409" y="1135455"/>
                  </a:lnTo>
                  <a:lnTo>
                    <a:pt x="371414" y="1135437"/>
                  </a:lnTo>
                  <a:lnTo>
                    <a:pt x="371418" y="1135421"/>
                  </a:lnTo>
                  <a:lnTo>
                    <a:pt x="371421" y="1135409"/>
                  </a:lnTo>
                  <a:lnTo>
                    <a:pt x="371424" y="1135401"/>
                  </a:lnTo>
                  <a:lnTo>
                    <a:pt x="371429" y="1135390"/>
                  </a:lnTo>
                  <a:lnTo>
                    <a:pt x="371437" y="1135379"/>
                  </a:lnTo>
                  <a:lnTo>
                    <a:pt x="371444" y="1135371"/>
                  </a:lnTo>
                  <a:lnTo>
                    <a:pt x="371453" y="1135363"/>
                  </a:lnTo>
                  <a:lnTo>
                    <a:pt x="371464" y="1135356"/>
                  </a:lnTo>
                  <a:lnTo>
                    <a:pt x="371476" y="1135347"/>
                  </a:lnTo>
                  <a:lnTo>
                    <a:pt x="371486" y="1135339"/>
                  </a:lnTo>
                  <a:lnTo>
                    <a:pt x="371494" y="1135331"/>
                  </a:lnTo>
                  <a:lnTo>
                    <a:pt x="371503" y="1135319"/>
                  </a:lnTo>
                  <a:lnTo>
                    <a:pt x="371510" y="1135307"/>
                  </a:lnTo>
                  <a:lnTo>
                    <a:pt x="371518" y="1135293"/>
                  </a:lnTo>
                  <a:lnTo>
                    <a:pt x="371527" y="1135281"/>
                  </a:lnTo>
                  <a:lnTo>
                    <a:pt x="371535" y="1135269"/>
                  </a:lnTo>
                  <a:lnTo>
                    <a:pt x="371544" y="1135256"/>
                  </a:lnTo>
                  <a:lnTo>
                    <a:pt x="371554" y="1135241"/>
                  </a:lnTo>
                  <a:lnTo>
                    <a:pt x="371564" y="1135225"/>
                  </a:lnTo>
                  <a:lnTo>
                    <a:pt x="371577" y="1135203"/>
                  </a:lnTo>
                  <a:lnTo>
                    <a:pt x="371587" y="1135187"/>
                  </a:lnTo>
                  <a:lnTo>
                    <a:pt x="371593" y="1135176"/>
                  </a:lnTo>
                  <a:lnTo>
                    <a:pt x="371604" y="1135159"/>
                  </a:lnTo>
                  <a:lnTo>
                    <a:pt x="371613" y="1135143"/>
                  </a:lnTo>
                  <a:lnTo>
                    <a:pt x="371620" y="1135130"/>
                  </a:lnTo>
                  <a:lnTo>
                    <a:pt x="371627" y="1135118"/>
                  </a:lnTo>
                  <a:lnTo>
                    <a:pt x="371636" y="1135100"/>
                  </a:lnTo>
                  <a:lnTo>
                    <a:pt x="371642" y="1135088"/>
                  </a:lnTo>
                  <a:lnTo>
                    <a:pt x="371645" y="1135078"/>
                  </a:lnTo>
                  <a:lnTo>
                    <a:pt x="371647" y="1135071"/>
                  </a:lnTo>
                  <a:lnTo>
                    <a:pt x="371650" y="1135067"/>
                  </a:lnTo>
                  <a:lnTo>
                    <a:pt x="371656" y="1135063"/>
                  </a:lnTo>
                  <a:lnTo>
                    <a:pt x="371664" y="1135058"/>
                  </a:lnTo>
                  <a:lnTo>
                    <a:pt x="371680" y="1135050"/>
                  </a:lnTo>
                  <a:lnTo>
                    <a:pt x="371687" y="1135045"/>
                  </a:lnTo>
                  <a:lnTo>
                    <a:pt x="371691" y="1135041"/>
                  </a:lnTo>
                  <a:lnTo>
                    <a:pt x="371694" y="1135036"/>
                  </a:lnTo>
                  <a:lnTo>
                    <a:pt x="371699" y="1135025"/>
                  </a:lnTo>
                  <a:lnTo>
                    <a:pt x="371708" y="1135005"/>
                  </a:lnTo>
                  <a:lnTo>
                    <a:pt x="371713" y="1134989"/>
                  </a:lnTo>
                  <a:lnTo>
                    <a:pt x="371716" y="1134980"/>
                  </a:lnTo>
                  <a:lnTo>
                    <a:pt x="371721" y="1134962"/>
                  </a:lnTo>
                  <a:lnTo>
                    <a:pt x="371726" y="1134944"/>
                  </a:lnTo>
                  <a:lnTo>
                    <a:pt x="371729" y="1134925"/>
                  </a:lnTo>
                  <a:lnTo>
                    <a:pt x="371734" y="1134909"/>
                  </a:lnTo>
                  <a:lnTo>
                    <a:pt x="371737" y="1134896"/>
                  </a:lnTo>
                  <a:lnTo>
                    <a:pt x="371742" y="1134874"/>
                  </a:lnTo>
                  <a:lnTo>
                    <a:pt x="371746" y="1134852"/>
                  </a:lnTo>
                  <a:lnTo>
                    <a:pt x="371745" y="1134846"/>
                  </a:lnTo>
                  <a:lnTo>
                    <a:pt x="371740" y="1134843"/>
                  </a:lnTo>
                  <a:lnTo>
                    <a:pt x="371735" y="1134841"/>
                  </a:lnTo>
                  <a:lnTo>
                    <a:pt x="371707" y="1134828"/>
                  </a:lnTo>
                  <a:lnTo>
                    <a:pt x="371682" y="1134816"/>
                  </a:lnTo>
                  <a:lnTo>
                    <a:pt x="371665" y="1134806"/>
                  </a:lnTo>
                  <a:lnTo>
                    <a:pt x="371654" y="1134798"/>
                  </a:lnTo>
                  <a:lnTo>
                    <a:pt x="371644" y="1134791"/>
                  </a:lnTo>
                  <a:lnTo>
                    <a:pt x="371638" y="1134784"/>
                  </a:lnTo>
                  <a:lnTo>
                    <a:pt x="371631" y="1134776"/>
                  </a:lnTo>
                  <a:lnTo>
                    <a:pt x="371623" y="1134762"/>
                  </a:lnTo>
                  <a:lnTo>
                    <a:pt x="371615" y="1134750"/>
                  </a:lnTo>
                  <a:lnTo>
                    <a:pt x="371607" y="1134740"/>
                  </a:lnTo>
                  <a:lnTo>
                    <a:pt x="371598" y="1134732"/>
                  </a:lnTo>
                  <a:lnTo>
                    <a:pt x="371589" y="1134726"/>
                  </a:lnTo>
                  <a:lnTo>
                    <a:pt x="371583" y="1134723"/>
                  </a:lnTo>
                  <a:lnTo>
                    <a:pt x="371573" y="1134720"/>
                  </a:lnTo>
                  <a:lnTo>
                    <a:pt x="371558" y="1134718"/>
                  </a:lnTo>
                  <a:lnTo>
                    <a:pt x="371541" y="1134717"/>
                  </a:lnTo>
                  <a:lnTo>
                    <a:pt x="371526" y="1134715"/>
                  </a:lnTo>
                  <a:lnTo>
                    <a:pt x="371519" y="1134714"/>
                  </a:lnTo>
                  <a:lnTo>
                    <a:pt x="371511" y="1134710"/>
                  </a:lnTo>
                  <a:lnTo>
                    <a:pt x="371497" y="1134705"/>
                  </a:lnTo>
                  <a:lnTo>
                    <a:pt x="371478" y="1134696"/>
                  </a:lnTo>
                  <a:lnTo>
                    <a:pt x="371455" y="1134688"/>
                  </a:lnTo>
                  <a:lnTo>
                    <a:pt x="371438" y="1134682"/>
                  </a:lnTo>
                  <a:lnTo>
                    <a:pt x="371423" y="1134676"/>
                  </a:lnTo>
                  <a:lnTo>
                    <a:pt x="371406" y="1134671"/>
                  </a:lnTo>
                  <a:lnTo>
                    <a:pt x="371389" y="1134667"/>
                  </a:lnTo>
                  <a:lnTo>
                    <a:pt x="371369" y="1134665"/>
                  </a:lnTo>
                  <a:lnTo>
                    <a:pt x="371352" y="1134664"/>
                  </a:lnTo>
                  <a:lnTo>
                    <a:pt x="371328" y="1134665"/>
                  </a:lnTo>
                  <a:lnTo>
                    <a:pt x="371296" y="1134666"/>
                  </a:lnTo>
                  <a:lnTo>
                    <a:pt x="371282" y="1134667"/>
                  </a:lnTo>
                  <a:lnTo>
                    <a:pt x="371274" y="1134664"/>
                  </a:lnTo>
                  <a:lnTo>
                    <a:pt x="371274" y="1134648"/>
                  </a:lnTo>
                  <a:lnTo>
                    <a:pt x="371276" y="1134627"/>
                  </a:lnTo>
                  <a:lnTo>
                    <a:pt x="371275" y="1134616"/>
                  </a:lnTo>
                  <a:lnTo>
                    <a:pt x="371272" y="1134608"/>
                  </a:lnTo>
                  <a:lnTo>
                    <a:pt x="371267" y="1134599"/>
                  </a:lnTo>
                  <a:lnTo>
                    <a:pt x="371258" y="1134591"/>
                  </a:lnTo>
                  <a:lnTo>
                    <a:pt x="371248" y="1134583"/>
                  </a:lnTo>
                  <a:lnTo>
                    <a:pt x="371240" y="1134579"/>
                  </a:lnTo>
                  <a:lnTo>
                    <a:pt x="371233" y="1134576"/>
                  </a:lnTo>
                  <a:lnTo>
                    <a:pt x="371222" y="1134574"/>
                  </a:lnTo>
                  <a:lnTo>
                    <a:pt x="371207" y="1134573"/>
                  </a:lnTo>
                  <a:lnTo>
                    <a:pt x="371184" y="1134573"/>
                  </a:lnTo>
                  <a:lnTo>
                    <a:pt x="371157" y="1134573"/>
                  </a:lnTo>
                  <a:lnTo>
                    <a:pt x="371143" y="1134574"/>
                  </a:lnTo>
                  <a:lnTo>
                    <a:pt x="371129" y="1134573"/>
                  </a:lnTo>
                  <a:lnTo>
                    <a:pt x="371109" y="1134571"/>
                  </a:lnTo>
                  <a:lnTo>
                    <a:pt x="371091" y="1134568"/>
                  </a:lnTo>
                  <a:lnTo>
                    <a:pt x="371080" y="1134568"/>
                  </a:lnTo>
                  <a:lnTo>
                    <a:pt x="371051" y="1134567"/>
                  </a:lnTo>
                  <a:lnTo>
                    <a:pt x="371024" y="1134567"/>
                  </a:lnTo>
                  <a:lnTo>
                    <a:pt x="371006" y="1134565"/>
                  </a:lnTo>
                  <a:lnTo>
                    <a:pt x="370985" y="1134564"/>
                  </a:lnTo>
                  <a:lnTo>
                    <a:pt x="370965" y="1134561"/>
                  </a:lnTo>
                  <a:lnTo>
                    <a:pt x="370947" y="1134559"/>
                  </a:lnTo>
                  <a:lnTo>
                    <a:pt x="370924" y="1134555"/>
                  </a:lnTo>
                  <a:lnTo>
                    <a:pt x="370903" y="1134554"/>
                  </a:lnTo>
                  <a:lnTo>
                    <a:pt x="370880" y="1134553"/>
                  </a:lnTo>
                  <a:lnTo>
                    <a:pt x="370854" y="1134553"/>
                  </a:lnTo>
                  <a:lnTo>
                    <a:pt x="370835" y="1134552"/>
                  </a:lnTo>
                  <a:lnTo>
                    <a:pt x="370823" y="1134550"/>
                  </a:lnTo>
                  <a:lnTo>
                    <a:pt x="370806" y="1134547"/>
                  </a:lnTo>
                  <a:lnTo>
                    <a:pt x="370790" y="1134542"/>
                  </a:lnTo>
                  <a:lnTo>
                    <a:pt x="370771" y="1134539"/>
                  </a:lnTo>
                  <a:lnTo>
                    <a:pt x="370756" y="1134536"/>
                  </a:lnTo>
                  <a:lnTo>
                    <a:pt x="370742" y="1134536"/>
                  </a:lnTo>
                  <a:lnTo>
                    <a:pt x="370735" y="1134534"/>
                  </a:lnTo>
                  <a:lnTo>
                    <a:pt x="370733" y="1134529"/>
                  </a:lnTo>
                  <a:lnTo>
                    <a:pt x="370733" y="1134512"/>
                  </a:lnTo>
                  <a:lnTo>
                    <a:pt x="370735" y="1134493"/>
                  </a:lnTo>
                  <a:lnTo>
                    <a:pt x="370735" y="1134479"/>
                  </a:lnTo>
                  <a:lnTo>
                    <a:pt x="370733" y="1134467"/>
                  </a:lnTo>
                  <a:lnTo>
                    <a:pt x="370730" y="1134453"/>
                  </a:lnTo>
                  <a:lnTo>
                    <a:pt x="370725" y="1134438"/>
                  </a:lnTo>
                  <a:lnTo>
                    <a:pt x="370720" y="1134419"/>
                  </a:lnTo>
                  <a:lnTo>
                    <a:pt x="370714" y="1134402"/>
                  </a:lnTo>
                  <a:lnTo>
                    <a:pt x="370712" y="1134392"/>
                  </a:lnTo>
                  <a:lnTo>
                    <a:pt x="370708" y="1134379"/>
                  </a:lnTo>
                  <a:lnTo>
                    <a:pt x="370707" y="1134373"/>
                  </a:lnTo>
                  <a:lnTo>
                    <a:pt x="370706" y="1134368"/>
                  </a:lnTo>
                  <a:lnTo>
                    <a:pt x="370705" y="1134346"/>
                  </a:lnTo>
                  <a:lnTo>
                    <a:pt x="370705" y="1134334"/>
                  </a:lnTo>
                  <a:lnTo>
                    <a:pt x="370707" y="1134319"/>
                  </a:lnTo>
                  <a:lnTo>
                    <a:pt x="370709" y="1134304"/>
                  </a:lnTo>
                  <a:lnTo>
                    <a:pt x="370712" y="1134290"/>
                  </a:lnTo>
                  <a:lnTo>
                    <a:pt x="370713" y="1134283"/>
                  </a:lnTo>
                  <a:lnTo>
                    <a:pt x="370718" y="1134264"/>
                  </a:lnTo>
                  <a:lnTo>
                    <a:pt x="370725" y="1134247"/>
                  </a:lnTo>
                  <a:lnTo>
                    <a:pt x="370731" y="1134235"/>
                  </a:lnTo>
                  <a:lnTo>
                    <a:pt x="370741" y="1134222"/>
                  </a:lnTo>
                  <a:lnTo>
                    <a:pt x="370748" y="1134216"/>
                  </a:lnTo>
                  <a:lnTo>
                    <a:pt x="370764" y="1134206"/>
                  </a:lnTo>
                  <a:lnTo>
                    <a:pt x="370781" y="1134196"/>
                  </a:lnTo>
                  <a:lnTo>
                    <a:pt x="370798" y="1134186"/>
                  </a:lnTo>
                  <a:lnTo>
                    <a:pt x="370816" y="1134178"/>
                  </a:lnTo>
                  <a:lnTo>
                    <a:pt x="370826" y="1134172"/>
                  </a:lnTo>
                  <a:lnTo>
                    <a:pt x="370832" y="1134168"/>
                  </a:lnTo>
                  <a:lnTo>
                    <a:pt x="370838" y="1134161"/>
                  </a:lnTo>
                  <a:lnTo>
                    <a:pt x="370843" y="1134153"/>
                  </a:lnTo>
                  <a:lnTo>
                    <a:pt x="370847" y="1134144"/>
                  </a:lnTo>
                  <a:lnTo>
                    <a:pt x="370852" y="1134128"/>
                  </a:lnTo>
                  <a:lnTo>
                    <a:pt x="370856" y="1134119"/>
                  </a:lnTo>
                  <a:lnTo>
                    <a:pt x="370860" y="1134112"/>
                  </a:lnTo>
                  <a:lnTo>
                    <a:pt x="370867" y="1134097"/>
                  </a:lnTo>
                  <a:lnTo>
                    <a:pt x="370870" y="1134088"/>
                  </a:lnTo>
                  <a:lnTo>
                    <a:pt x="370873" y="1134077"/>
                  </a:lnTo>
                  <a:lnTo>
                    <a:pt x="370874" y="1134066"/>
                  </a:lnTo>
                  <a:lnTo>
                    <a:pt x="370876" y="1134057"/>
                  </a:lnTo>
                  <a:lnTo>
                    <a:pt x="370880" y="1134049"/>
                  </a:lnTo>
                  <a:lnTo>
                    <a:pt x="370886" y="1134037"/>
                  </a:lnTo>
                  <a:lnTo>
                    <a:pt x="370895" y="1134023"/>
                  </a:lnTo>
                  <a:lnTo>
                    <a:pt x="370904" y="1134008"/>
                  </a:lnTo>
                  <a:lnTo>
                    <a:pt x="370913" y="1133991"/>
                  </a:lnTo>
                  <a:lnTo>
                    <a:pt x="370923" y="1133974"/>
                  </a:lnTo>
                  <a:lnTo>
                    <a:pt x="370932" y="1133957"/>
                  </a:lnTo>
                  <a:lnTo>
                    <a:pt x="370939" y="1133942"/>
                  </a:lnTo>
                  <a:lnTo>
                    <a:pt x="370946" y="1133928"/>
                  </a:lnTo>
                  <a:lnTo>
                    <a:pt x="370949" y="1133917"/>
                  </a:lnTo>
                  <a:lnTo>
                    <a:pt x="370952" y="1133904"/>
                  </a:lnTo>
                  <a:lnTo>
                    <a:pt x="370952" y="1133892"/>
                  </a:lnTo>
                  <a:lnTo>
                    <a:pt x="370951" y="1133880"/>
                  </a:lnTo>
                  <a:lnTo>
                    <a:pt x="370950" y="1133865"/>
                  </a:lnTo>
                  <a:lnTo>
                    <a:pt x="370949" y="1133847"/>
                  </a:lnTo>
                  <a:lnTo>
                    <a:pt x="370949" y="1133825"/>
                  </a:lnTo>
                  <a:lnTo>
                    <a:pt x="370949" y="1133802"/>
                  </a:lnTo>
                  <a:lnTo>
                    <a:pt x="370949" y="1133788"/>
                  </a:lnTo>
                  <a:lnTo>
                    <a:pt x="370947" y="1133782"/>
                  </a:lnTo>
                  <a:lnTo>
                    <a:pt x="370944" y="1133777"/>
                  </a:lnTo>
                  <a:lnTo>
                    <a:pt x="370938" y="1133772"/>
                  </a:lnTo>
                  <a:lnTo>
                    <a:pt x="370933" y="1133769"/>
                  </a:lnTo>
                  <a:lnTo>
                    <a:pt x="370924" y="1133767"/>
                  </a:lnTo>
                  <a:lnTo>
                    <a:pt x="370916" y="1133763"/>
                  </a:lnTo>
                  <a:lnTo>
                    <a:pt x="370908" y="1133758"/>
                  </a:lnTo>
                  <a:lnTo>
                    <a:pt x="370899" y="1133751"/>
                  </a:lnTo>
                  <a:lnTo>
                    <a:pt x="370892" y="1133743"/>
                  </a:lnTo>
                  <a:lnTo>
                    <a:pt x="370884" y="1133733"/>
                  </a:lnTo>
                  <a:lnTo>
                    <a:pt x="370876" y="1133722"/>
                  </a:lnTo>
                  <a:lnTo>
                    <a:pt x="370868" y="1133710"/>
                  </a:lnTo>
                  <a:lnTo>
                    <a:pt x="370858" y="1133695"/>
                  </a:lnTo>
                  <a:lnTo>
                    <a:pt x="370849" y="1133681"/>
                  </a:lnTo>
                  <a:lnTo>
                    <a:pt x="370838" y="1133667"/>
                  </a:lnTo>
                  <a:lnTo>
                    <a:pt x="370830" y="1133653"/>
                  </a:lnTo>
                  <a:lnTo>
                    <a:pt x="370824" y="1133642"/>
                  </a:lnTo>
                  <a:lnTo>
                    <a:pt x="370820" y="1133633"/>
                  </a:lnTo>
                  <a:lnTo>
                    <a:pt x="370819" y="1133623"/>
                  </a:lnTo>
                  <a:lnTo>
                    <a:pt x="370818" y="1133612"/>
                  </a:lnTo>
                  <a:lnTo>
                    <a:pt x="370818" y="1133593"/>
                  </a:lnTo>
                  <a:lnTo>
                    <a:pt x="370820" y="1133583"/>
                  </a:lnTo>
                  <a:lnTo>
                    <a:pt x="370824" y="1133569"/>
                  </a:lnTo>
                  <a:lnTo>
                    <a:pt x="370829" y="1133554"/>
                  </a:lnTo>
                  <a:lnTo>
                    <a:pt x="370835" y="1133534"/>
                  </a:lnTo>
                  <a:lnTo>
                    <a:pt x="370840" y="1133520"/>
                  </a:lnTo>
                  <a:lnTo>
                    <a:pt x="370848" y="1133501"/>
                  </a:lnTo>
                  <a:lnTo>
                    <a:pt x="370857" y="1133484"/>
                  </a:lnTo>
                  <a:lnTo>
                    <a:pt x="370866" y="1133466"/>
                  </a:lnTo>
                  <a:lnTo>
                    <a:pt x="370878" y="1133447"/>
                  </a:lnTo>
                  <a:lnTo>
                    <a:pt x="370885" y="1133438"/>
                  </a:lnTo>
                  <a:lnTo>
                    <a:pt x="370893" y="1133429"/>
                  </a:lnTo>
                  <a:lnTo>
                    <a:pt x="370903" y="1133420"/>
                  </a:lnTo>
                  <a:lnTo>
                    <a:pt x="370911" y="1133413"/>
                  </a:lnTo>
                  <a:lnTo>
                    <a:pt x="370918" y="1133406"/>
                  </a:lnTo>
                  <a:lnTo>
                    <a:pt x="370923" y="1133400"/>
                  </a:lnTo>
                  <a:lnTo>
                    <a:pt x="370925" y="1133395"/>
                  </a:lnTo>
                  <a:lnTo>
                    <a:pt x="370927" y="1133384"/>
                  </a:lnTo>
                  <a:lnTo>
                    <a:pt x="370928" y="1133374"/>
                  </a:lnTo>
                  <a:lnTo>
                    <a:pt x="370925" y="1133357"/>
                  </a:lnTo>
                  <a:lnTo>
                    <a:pt x="370921" y="1133338"/>
                  </a:lnTo>
                  <a:lnTo>
                    <a:pt x="370916" y="1133313"/>
                  </a:lnTo>
                  <a:lnTo>
                    <a:pt x="370913" y="1133300"/>
                  </a:lnTo>
                  <a:lnTo>
                    <a:pt x="370912" y="1133294"/>
                  </a:lnTo>
                  <a:lnTo>
                    <a:pt x="370909" y="1133281"/>
                  </a:lnTo>
                  <a:lnTo>
                    <a:pt x="370901" y="1133256"/>
                  </a:lnTo>
                  <a:lnTo>
                    <a:pt x="370896" y="1133240"/>
                  </a:lnTo>
                  <a:lnTo>
                    <a:pt x="370895" y="1133235"/>
                  </a:lnTo>
                  <a:lnTo>
                    <a:pt x="370886" y="1133208"/>
                  </a:lnTo>
                  <a:lnTo>
                    <a:pt x="370875" y="1133178"/>
                  </a:lnTo>
                  <a:lnTo>
                    <a:pt x="370864" y="1133149"/>
                  </a:lnTo>
                  <a:lnTo>
                    <a:pt x="370858" y="1133133"/>
                  </a:lnTo>
                  <a:lnTo>
                    <a:pt x="370850" y="1133112"/>
                  </a:lnTo>
                  <a:lnTo>
                    <a:pt x="370843" y="1133095"/>
                  </a:lnTo>
                  <a:lnTo>
                    <a:pt x="370838" y="1133084"/>
                  </a:lnTo>
                  <a:lnTo>
                    <a:pt x="370831" y="1133083"/>
                  </a:lnTo>
                  <a:lnTo>
                    <a:pt x="370825" y="1133084"/>
                  </a:lnTo>
                  <a:lnTo>
                    <a:pt x="370812" y="1133089"/>
                  </a:lnTo>
                  <a:lnTo>
                    <a:pt x="370807" y="1133091"/>
                  </a:lnTo>
                  <a:lnTo>
                    <a:pt x="370801" y="1133090"/>
                  </a:lnTo>
                  <a:lnTo>
                    <a:pt x="370795" y="1133088"/>
                  </a:lnTo>
                  <a:lnTo>
                    <a:pt x="370787" y="1133084"/>
                  </a:lnTo>
                  <a:lnTo>
                    <a:pt x="370770" y="1133075"/>
                  </a:lnTo>
                  <a:lnTo>
                    <a:pt x="370752" y="1133066"/>
                  </a:lnTo>
                  <a:lnTo>
                    <a:pt x="370734" y="1133058"/>
                  </a:lnTo>
                  <a:lnTo>
                    <a:pt x="370722" y="1133053"/>
                  </a:lnTo>
                  <a:lnTo>
                    <a:pt x="370694" y="1133044"/>
                  </a:lnTo>
                  <a:lnTo>
                    <a:pt x="370672" y="1133037"/>
                  </a:lnTo>
                  <a:lnTo>
                    <a:pt x="370649" y="1133030"/>
                  </a:lnTo>
                  <a:lnTo>
                    <a:pt x="370630" y="1133027"/>
                  </a:lnTo>
                  <a:lnTo>
                    <a:pt x="370615" y="1133026"/>
                  </a:lnTo>
                  <a:lnTo>
                    <a:pt x="370599" y="1133026"/>
                  </a:lnTo>
                  <a:lnTo>
                    <a:pt x="370586" y="1133026"/>
                  </a:lnTo>
                  <a:lnTo>
                    <a:pt x="370580" y="1133025"/>
                  </a:lnTo>
                  <a:lnTo>
                    <a:pt x="370558" y="1133020"/>
                  </a:lnTo>
                  <a:lnTo>
                    <a:pt x="370543" y="1133018"/>
                  </a:lnTo>
                  <a:lnTo>
                    <a:pt x="370528" y="1133019"/>
                  </a:lnTo>
                  <a:lnTo>
                    <a:pt x="370507" y="1133021"/>
                  </a:lnTo>
                  <a:lnTo>
                    <a:pt x="370486" y="1133024"/>
                  </a:lnTo>
                  <a:lnTo>
                    <a:pt x="370465" y="1133028"/>
                  </a:lnTo>
                  <a:lnTo>
                    <a:pt x="370439" y="1133032"/>
                  </a:lnTo>
                  <a:lnTo>
                    <a:pt x="370408" y="1133037"/>
                  </a:lnTo>
                  <a:lnTo>
                    <a:pt x="370390" y="1133041"/>
                  </a:lnTo>
                  <a:lnTo>
                    <a:pt x="370378" y="1133044"/>
                  </a:lnTo>
                  <a:lnTo>
                    <a:pt x="370362" y="1133047"/>
                  </a:lnTo>
                  <a:lnTo>
                    <a:pt x="370342" y="1133051"/>
                  </a:lnTo>
                  <a:lnTo>
                    <a:pt x="370323" y="1133053"/>
                  </a:lnTo>
                  <a:lnTo>
                    <a:pt x="370302" y="1133056"/>
                  </a:lnTo>
                  <a:lnTo>
                    <a:pt x="370279" y="1133061"/>
                  </a:lnTo>
                  <a:lnTo>
                    <a:pt x="370263" y="1133063"/>
                  </a:lnTo>
                  <a:lnTo>
                    <a:pt x="370252" y="1133063"/>
                  </a:lnTo>
                  <a:lnTo>
                    <a:pt x="370241" y="1133060"/>
                  </a:lnTo>
                  <a:lnTo>
                    <a:pt x="370233" y="1133060"/>
                  </a:lnTo>
                  <a:lnTo>
                    <a:pt x="370228" y="1133061"/>
                  </a:lnTo>
                  <a:lnTo>
                    <a:pt x="370222" y="1133065"/>
                  </a:lnTo>
                  <a:lnTo>
                    <a:pt x="370207" y="1133074"/>
                  </a:lnTo>
                  <a:lnTo>
                    <a:pt x="370197" y="1133079"/>
                  </a:lnTo>
                  <a:lnTo>
                    <a:pt x="370190" y="1133081"/>
                  </a:lnTo>
                  <a:lnTo>
                    <a:pt x="370174" y="1133086"/>
                  </a:lnTo>
                  <a:lnTo>
                    <a:pt x="370159" y="1133090"/>
                  </a:lnTo>
                  <a:lnTo>
                    <a:pt x="370144" y="1133093"/>
                  </a:lnTo>
                  <a:lnTo>
                    <a:pt x="370122" y="1133096"/>
                  </a:lnTo>
                  <a:lnTo>
                    <a:pt x="370091" y="1133101"/>
                  </a:lnTo>
                  <a:lnTo>
                    <a:pt x="370060" y="1133106"/>
                  </a:lnTo>
                  <a:lnTo>
                    <a:pt x="370028" y="1133112"/>
                  </a:lnTo>
                  <a:lnTo>
                    <a:pt x="370008" y="1133114"/>
                  </a:lnTo>
                  <a:lnTo>
                    <a:pt x="369985" y="1133117"/>
                  </a:lnTo>
                  <a:lnTo>
                    <a:pt x="369969" y="1133120"/>
                  </a:lnTo>
                  <a:lnTo>
                    <a:pt x="369958" y="1133122"/>
                  </a:lnTo>
                  <a:lnTo>
                    <a:pt x="369945" y="1133127"/>
                  </a:lnTo>
                  <a:lnTo>
                    <a:pt x="369931" y="1133133"/>
                  </a:lnTo>
                  <a:lnTo>
                    <a:pt x="369916" y="1133141"/>
                  </a:lnTo>
                  <a:lnTo>
                    <a:pt x="369903" y="1133147"/>
                  </a:lnTo>
                  <a:lnTo>
                    <a:pt x="369897" y="1133149"/>
                  </a:lnTo>
                  <a:lnTo>
                    <a:pt x="369889" y="1133151"/>
                  </a:lnTo>
                  <a:lnTo>
                    <a:pt x="369873" y="1133152"/>
                  </a:lnTo>
                  <a:lnTo>
                    <a:pt x="369856" y="1133154"/>
                  </a:lnTo>
                  <a:lnTo>
                    <a:pt x="369830" y="1133155"/>
                  </a:lnTo>
                  <a:lnTo>
                    <a:pt x="369804" y="1133157"/>
                  </a:lnTo>
                  <a:lnTo>
                    <a:pt x="369779" y="1133158"/>
                  </a:lnTo>
                  <a:lnTo>
                    <a:pt x="369757" y="1133157"/>
                  </a:lnTo>
                  <a:lnTo>
                    <a:pt x="369742" y="1133157"/>
                  </a:lnTo>
                  <a:lnTo>
                    <a:pt x="369733" y="1133155"/>
                  </a:lnTo>
                  <a:lnTo>
                    <a:pt x="369727" y="1133153"/>
                  </a:lnTo>
                  <a:lnTo>
                    <a:pt x="369721" y="1133149"/>
                  </a:lnTo>
                  <a:lnTo>
                    <a:pt x="369714" y="1133142"/>
                  </a:lnTo>
                  <a:lnTo>
                    <a:pt x="369706" y="1133133"/>
                  </a:lnTo>
                  <a:lnTo>
                    <a:pt x="369695" y="1133120"/>
                  </a:lnTo>
                  <a:lnTo>
                    <a:pt x="369685" y="1133109"/>
                  </a:lnTo>
                  <a:lnTo>
                    <a:pt x="369678" y="1133101"/>
                  </a:lnTo>
                  <a:lnTo>
                    <a:pt x="369668" y="1133095"/>
                  </a:lnTo>
                  <a:lnTo>
                    <a:pt x="369659" y="1133090"/>
                  </a:lnTo>
                  <a:lnTo>
                    <a:pt x="369650" y="1133087"/>
                  </a:lnTo>
                  <a:lnTo>
                    <a:pt x="369637" y="1133083"/>
                  </a:lnTo>
                  <a:lnTo>
                    <a:pt x="369625" y="1133081"/>
                  </a:lnTo>
                  <a:lnTo>
                    <a:pt x="369610" y="1133080"/>
                  </a:lnTo>
                  <a:lnTo>
                    <a:pt x="369599" y="1133081"/>
                  </a:lnTo>
                  <a:lnTo>
                    <a:pt x="369583" y="1133085"/>
                  </a:lnTo>
                  <a:lnTo>
                    <a:pt x="369575" y="1133087"/>
                  </a:lnTo>
                  <a:lnTo>
                    <a:pt x="369569" y="1133088"/>
                  </a:lnTo>
                  <a:lnTo>
                    <a:pt x="369564" y="1133085"/>
                  </a:lnTo>
                  <a:lnTo>
                    <a:pt x="369560" y="1133080"/>
                  </a:lnTo>
                  <a:lnTo>
                    <a:pt x="369556" y="1133072"/>
                  </a:lnTo>
                  <a:lnTo>
                    <a:pt x="369548" y="1133056"/>
                  </a:lnTo>
                  <a:lnTo>
                    <a:pt x="369539" y="1133039"/>
                  </a:lnTo>
                  <a:lnTo>
                    <a:pt x="369528" y="1133018"/>
                  </a:lnTo>
                  <a:lnTo>
                    <a:pt x="369520" y="1133002"/>
                  </a:lnTo>
                  <a:lnTo>
                    <a:pt x="369508" y="1132979"/>
                  </a:lnTo>
                  <a:lnTo>
                    <a:pt x="369498" y="1132961"/>
                  </a:lnTo>
                  <a:lnTo>
                    <a:pt x="369491" y="1132947"/>
                  </a:lnTo>
                  <a:lnTo>
                    <a:pt x="369482" y="1132930"/>
                  </a:lnTo>
                  <a:lnTo>
                    <a:pt x="369471" y="1132912"/>
                  </a:lnTo>
                  <a:lnTo>
                    <a:pt x="369464" y="1132902"/>
                  </a:lnTo>
                  <a:lnTo>
                    <a:pt x="369458" y="1132895"/>
                  </a:lnTo>
                  <a:lnTo>
                    <a:pt x="369450" y="1132889"/>
                  </a:lnTo>
                  <a:lnTo>
                    <a:pt x="369443" y="1132884"/>
                  </a:lnTo>
                  <a:lnTo>
                    <a:pt x="369430" y="1132880"/>
                  </a:lnTo>
                  <a:lnTo>
                    <a:pt x="369413" y="1132875"/>
                  </a:lnTo>
                  <a:lnTo>
                    <a:pt x="369397" y="1132871"/>
                  </a:lnTo>
                  <a:lnTo>
                    <a:pt x="369382" y="1132869"/>
                  </a:lnTo>
                  <a:lnTo>
                    <a:pt x="369365" y="1132870"/>
                  </a:lnTo>
                  <a:lnTo>
                    <a:pt x="369358" y="1132871"/>
                  </a:lnTo>
                  <a:lnTo>
                    <a:pt x="369344" y="1132871"/>
                  </a:lnTo>
                  <a:lnTo>
                    <a:pt x="369331" y="1132869"/>
                  </a:lnTo>
                  <a:lnTo>
                    <a:pt x="369321" y="1132867"/>
                  </a:lnTo>
                  <a:lnTo>
                    <a:pt x="369313" y="1132864"/>
                  </a:lnTo>
                  <a:lnTo>
                    <a:pt x="369306" y="1132860"/>
                  </a:lnTo>
                  <a:lnTo>
                    <a:pt x="369291" y="1132851"/>
                  </a:lnTo>
                  <a:lnTo>
                    <a:pt x="369272" y="1132838"/>
                  </a:lnTo>
                  <a:lnTo>
                    <a:pt x="369267" y="1132834"/>
                  </a:lnTo>
                  <a:lnTo>
                    <a:pt x="369255" y="1132826"/>
                  </a:lnTo>
                  <a:lnTo>
                    <a:pt x="369242" y="1132816"/>
                  </a:lnTo>
                  <a:lnTo>
                    <a:pt x="369226" y="1132803"/>
                  </a:lnTo>
                  <a:lnTo>
                    <a:pt x="369209" y="1132788"/>
                  </a:lnTo>
                  <a:lnTo>
                    <a:pt x="369194" y="1132776"/>
                  </a:lnTo>
                  <a:lnTo>
                    <a:pt x="369183" y="1132767"/>
                  </a:lnTo>
                  <a:lnTo>
                    <a:pt x="369172" y="1132760"/>
                  </a:lnTo>
                  <a:lnTo>
                    <a:pt x="369157" y="1132753"/>
                  </a:lnTo>
                  <a:lnTo>
                    <a:pt x="369143" y="1132747"/>
                  </a:lnTo>
                  <a:lnTo>
                    <a:pt x="369123" y="1132741"/>
                  </a:lnTo>
                  <a:lnTo>
                    <a:pt x="369104" y="1132735"/>
                  </a:lnTo>
                  <a:lnTo>
                    <a:pt x="369085" y="1132731"/>
                  </a:lnTo>
                  <a:lnTo>
                    <a:pt x="369065" y="1132728"/>
                  </a:lnTo>
                  <a:lnTo>
                    <a:pt x="369042" y="1132725"/>
                  </a:lnTo>
                  <a:lnTo>
                    <a:pt x="369024" y="1132722"/>
                  </a:lnTo>
                  <a:lnTo>
                    <a:pt x="369014" y="1132719"/>
                  </a:lnTo>
                  <a:lnTo>
                    <a:pt x="369008" y="1132715"/>
                  </a:lnTo>
                  <a:lnTo>
                    <a:pt x="368997" y="1132710"/>
                  </a:lnTo>
                  <a:lnTo>
                    <a:pt x="368984" y="1132702"/>
                  </a:lnTo>
                  <a:lnTo>
                    <a:pt x="368972" y="1132693"/>
                  </a:lnTo>
                  <a:lnTo>
                    <a:pt x="368964" y="1132686"/>
                  </a:lnTo>
                  <a:lnTo>
                    <a:pt x="368953" y="1132673"/>
                  </a:lnTo>
                  <a:lnTo>
                    <a:pt x="368939" y="1132657"/>
                  </a:lnTo>
                  <a:lnTo>
                    <a:pt x="368924" y="1132640"/>
                  </a:lnTo>
                  <a:lnTo>
                    <a:pt x="368909" y="1132623"/>
                  </a:lnTo>
                  <a:lnTo>
                    <a:pt x="368895" y="1132609"/>
                  </a:lnTo>
                  <a:lnTo>
                    <a:pt x="368881" y="1132591"/>
                  </a:lnTo>
                  <a:lnTo>
                    <a:pt x="368871" y="1132577"/>
                  </a:lnTo>
                  <a:lnTo>
                    <a:pt x="368868" y="1132570"/>
                  </a:lnTo>
                  <a:lnTo>
                    <a:pt x="368867" y="1132564"/>
                  </a:lnTo>
                  <a:lnTo>
                    <a:pt x="368870" y="1132554"/>
                  </a:lnTo>
                  <a:lnTo>
                    <a:pt x="368877" y="1132541"/>
                  </a:lnTo>
                  <a:lnTo>
                    <a:pt x="368890" y="1132526"/>
                  </a:lnTo>
                  <a:lnTo>
                    <a:pt x="368911" y="1132506"/>
                  </a:lnTo>
                  <a:lnTo>
                    <a:pt x="368918" y="1132498"/>
                  </a:lnTo>
                  <a:lnTo>
                    <a:pt x="368919" y="1132492"/>
                  </a:lnTo>
                  <a:lnTo>
                    <a:pt x="368913" y="1132488"/>
                  </a:lnTo>
                  <a:lnTo>
                    <a:pt x="368903" y="1132486"/>
                  </a:lnTo>
                  <a:lnTo>
                    <a:pt x="368896" y="1132482"/>
                  </a:lnTo>
                  <a:lnTo>
                    <a:pt x="368887" y="1132476"/>
                  </a:lnTo>
                  <a:lnTo>
                    <a:pt x="368875" y="1132463"/>
                  </a:lnTo>
                  <a:lnTo>
                    <a:pt x="368864" y="1132452"/>
                  </a:lnTo>
                  <a:lnTo>
                    <a:pt x="368852" y="1132441"/>
                  </a:lnTo>
                  <a:lnTo>
                    <a:pt x="368834" y="1132425"/>
                  </a:lnTo>
                  <a:lnTo>
                    <a:pt x="368812" y="1132407"/>
                  </a:lnTo>
                  <a:lnTo>
                    <a:pt x="368796" y="1132394"/>
                  </a:lnTo>
                  <a:lnTo>
                    <a:pt x="368780" y="1132382"/>
                  </a:lnTo>
                  <a:lnTo>
                    <a:pt x="368763" y="1132369"/>
                  </a:lnTo>
                  <a:lnTo>
                    <a:pt x="368740" y="1132353"/>
                  </a:lnTo>
                  <a:lnTo>
                    <a:pt x="368723" y="1132342"/>
                  </a:lnTo>
                  <a:lnTo>
                    <a:pt x="368711" y="1132333"/>
                  </a:lnTo>
                  <a:lnTo>
                    <a:pt x="368701" y="1132326"/>
                  </a:lnTo>
                  <a:lnTo>
                    <a:pt x="368692" y="1132318"/>
                  </a:lnTo>
                  <a:lnTo>
                    <a:pt x="368683" y="1132307"/>
                  </a:lnTo>
                  <a:lnTo>
                    <a:pt x="368670" y="1132289"/>
                  </a:lnTo>
                  <a:lnTo>
                    <a:pt x="368663" y="1132281"/>
                  </a:lnTo>
                  <a:lnTo>
                    <a:pt x="368656" y="1132272"/>
                  </a:lnTo>
                  <a:lnTo>
                    <a:pt x="368646" y="1132258"/>
                  </a:lnTo>
                  <a:lnTo>
                    <a:pt x="368642" y="1132252"/>
                  </a:lnTo>
                  <a:lnTo>
                    <a:pt x="368641" y="1132247"/>
                  </a:lnTo>
                  <a:lnTo>
                    <a:pt x="368641" y="1132240"/>
                  </a:lnTo>
                  <a:lnTo>
                    <a:pt x="368644" y="1132232"/>
                  </a:lnTo>
                  <a:lnTo>
                    <a:pt x="368652" y="1132214"/>
                  </a:lnTo>
                  <a:lnTo>
                    <a:pt x="368655" y="1132203"/>
                  </a:lnTo>
                  <a:lnTo>
                    <a:pt x="368658" y="1132194"/>
                  </a:lnTo>
                  <a:lnTo>
                    <a:pt x="368659" y="1132185"/>
                  </a:lnTo>
                  <a:lnTo>
                    <a:pt x="368659" y="1132175"/>
                  </a:lnTo>
                  <a:lnTo>
                    <a:pt x="368656" y="1132166"/>
                  </a:lnTo>
                  <a:lnTo>
                    <a:pt x="368651" y="1132157"/>
                  </a:lnTo>
                  <a:lnTo>
                    <a:pt x="368642" y="1132141"/>
                  </a:lnTo>
                  <a:lnTo>
                    <a:pt x="368637" y="1132132"/>
                  </a:lnTo>
                  <a:lnTo>
                    <a:pt x="368630" y="1132124"/>
                  </a:lnTo>
                  <a:lnTo>
                    <a:pt x="368624" y="1132118"/>
                  </a:lnTo>
                  <a:lnTo>
                    <a:pt x="368618" y="1132110"/>
                  </a:lnTo>
                  <a:lnTo>
                    <a:pt x="368615" y="1132102"/>
                  </a:lnTo>
                  <a:lnTo>
                    <a:pt x="368612" y="1132087"/>
                  </a:lnTo>
                  <a:lnTo>
                    <a:pt x="368610" y="1132080"/>
                  </a:lnTo>
                  <a:lnTo>
                    <a:pt x="368608" y="1132070"/>
                  </a:lnTo>
                  <a:lnTo>
                    <a:pt x="368606" y="1132059"/>
                  </a:lnTo>
                  <a:lnTo>
                    <a:pt x="368605" y="1132054"/>
                  </a:lnTo>
                  <a:lnTo>
                    <a:pt x="368603" y="1132039"/>
                  </a:lnTo>
                  <a:lnTo>
                    <a:pt x="368600" y="1132021"/>
                  </a:lnTo>
                  <a:lnTo>
                    <a:pt x="368596" y="1132004"/>
                  </a:lnTo>
                  <a:lnTo>
                    <a:pt x="368590" y="1131982"/>
                  </a:lnTo>
                  <a:lnTo>
                    <a:pt x="368585" y="1131967"/>
                  </a:lnTo>
                  <a:lnTo>
                    <a:pt x="368579" y="1131953"/>
                  </a:lnTo>
                  <a:lnTo>
                    <a:pt x="368575" y="1131946"/>
                  </a:lnTo>
                  <a:lnTo>
                    <a:pt x="368565" y="1131932"/>
                  </a:lnTo>
                  <a:lnTo>
                    <a:pt x="368559" y="1131925"/>
                  </a:lnTo>
                  <a:lnTo>
                    <a:pt x="368557" y="1131919"/>
                  </a:lnTo>
                  <a:lnTo>
                    <a:pt x="368558" y="1131913"/>
                  </a:lnTo>
                  <a:lnTo>
                    <a:pt x="368565" y="1131905"/>
                  </a:lnTo>
                  <a:lnTo>
                    <a:pt x="368576" y="1131894"/>
                  </a:lnTo>
                  <a:lnTo>
                    <a:pt x="368587" y="1131882"/>
                  </a:lnTo>
                  <a:lnTo>
                    <a:pt x="368595" y="1131875"/>
                  </a:lnTo>
                  <a:lnTo>
                    <a:pt x="368600" y="1131869"/>
                  </a:lnTo>
                  <a:lnTo>
                    <a:pt x="368604" y="1131862"/>
                  </a:lnTo>
                  <a:lnTo>
                    <a:pt x="368609" y="1131854"/>
                  </a:lnTo>
                  <a:lnTo>
                    <a:pt x="368614" y="1131843"/>
                  </a:lnTo>
                  <a:lnTo>
                    <a:pt x="368618" y="1131833"/>
                  </a:lnTo>
                  <a:lnTo>
                    <a:pt x="368621" y="1131822"/>
                  </a:lnTo>
                  <a:lnTo>
                    <a:pt x="368625" y="1131810"/>
                  </a:lnTo>
                  <a:lnTo>
                    <a:pt x="368631" y="1131797"/>
                  </a:lnTo>
                  <a:lnTo>
                    <a:pt x="368638" y="1131784"/>
                  </a:lnTo>
                  <a:lnTo>
                    <a:pt x="368644" y="1131773"/>
                  </a:lnTo>
                  <a:lnTo>
                    <a:pt x="368650" y="1131762"/>
                  </a:lnTo>
                  <a:lnTo>
                    <a:pt x="368655" y="1131751"/>
                  </a:lnTo>
                  <a:lnTo>
                    <a:pt x="368656" y="1131744"/>
                  </a:lnTo>
                  <a:lnTo>
                    <a:pt x="368657" y="1131728"/>
                  </a:lnTo>
                  <a:lnTo>
                    <a:pt x="368657" y="1131711"/>
                  </a:lnTo>
                  <a:lnTo>
                    <a:pt x="368655" y="1131695"/>
                  </a:lnTo>
                  <a:lnTo>
                    <a:pt x="368654" y="1131688"/>
                  </a:lnTo>
                  <a:lnTo>
                    <a:pt x="368650" y="1131676"/>
                  </a:lnTo>
                  <a:lnTo>
                    <a:pt x="368647" y="1131665"/>
                  </a:lnTo>
                  <a:lnTo>
                    <a:pt x="368647" y="1131654"/>
                  </a:lnTo>
                  <a:lnTo>
                    <a:pt x="368646" y="1131637"/>
                  </a:lnTo>
                  <a:lnTo>
                    <a:pt x="368645" y="1131626"/>
                  </a:lnTo>
                  <a:lnTo>
                    <a:pt x="368643" y="1131619"/>
                  </a:lnTo>
                  <a:lnTo>
                    <a:pt x="368641" y="1131613"/>
                  </a:lnTo>
                  <a:lnTo>
                    <a:pt x="368633" y="1131597"/>
                  </a:lnTo>
                  <a:lnTo>
                    <a:pt x="368625" y="1131581"/>
                  </a:lnTo>
                  <a:lnTo>
                    <a:pt x="368618" y="1131569"/>
                  </a:lnTo>
                  <a:lnTo>
                    <a:pt x="368606" y="1131550"/>
                  </a:lnTo>
                  <a:lnTo>
                    <a:pt x="368595" y="1131534"/>
                  </a:lnTo>
                  <a:lnTo>
                    <a:pt x="368588" y="1131522"/>
                  </a:lnTo>
                  <a:lnTo>
                    <a:pt x="368573" y="1131502"/>
                  </a:lnTo>
                  <a:lnTo>
                    <a:pt x="368562" y="1131490"/>
                  </a:lnTo>
                  <a:lnTo>
                    <a:pt x="368552" y="1131481"/>
                  </a:lnTo>
                  <a:lnTo>
                    <a:pt x="368543" y="1131475"/>
                  </a:lnTo>
                  <a:lnTo>
                    <a:pt x="368535" y="1131470"/>
                  </a:lnTo>
                  <a:lnTo>
                    <a:pt x="368518" y="1131462"/>
                  </a:lnTo>
                  <a:lnTo>
                    <a:pt x="368500" y="1131456"/>
                  </a:lnTo>
                  <a:lnTo>
                    <a:pt x="368489" y="1131451"/>
                  </a:lnTo>
                  <a:lnTo>
                    <a:pt x="368466" y="1131442"/>
                  </a:lnTo>
                  <a:lnTo>
                    <a:pt x="368454" y="1131436"/>
                  </a:lnTo>
                  <a:lnTo>
                    <a:pt x="368446" y="1131430"/>
                  </a:lnTo>
                  <a:lnTo>
                    <a:pt x="368438" y="1131424"/>
                  </a:lnTo>
                  <a:lnTo>
                    <a:pt x="368433" y="1131415"/>
                  </a:lnTo>
                  <a:lnTo>
                    <a:pt x="368431" y="1131407"/>
                  </a:lnTo>
                  <a:lnTo>
                    <a:pt x="368430" y="1131393"/>
                  </a:lnTo>
                  <a:lnTo>
                    <a:pt x="368429" y="1131375"/>
                  </a:lnTo>
                  <a:lnTo>
                    <a:pt x="368427" y="1131365"/>
                  </a:lnTo>
                  <a:lnTo>
                    <a:pt x="368421" y="1131360"/>
                  </a:lnTo>
                  <a:lnTo>
                    <a:pt x="368412" y="1131358"/>
                  </a:lnTo>
                  <a:lnTo>
                    <a:pt x="368390" y="1131354"/>
                  </a:lnTo>
                  <a:lnTo>
                    <a:pt x="368367" y="1131351"/>
                  </a:lnTo>
                  <a:lnTo>
                    <a:pt x="368339" y="1131348"/>
                  </a:lnTo>
                  <a:lnTo>
                    <a:pt x="368311" y="1131348"/>
                  </a:lnTo>
                  <a:lnTo>
                    <a:pt x="368294" y="1131350"/>
                  </a:lnTo>
                  <a:lnTo>
                    <a:pt x="368278" y="1131354"/>
                  </a:lnTo>
                  <a:lnTo>
                    <a:pt x="368262" y="1131356"/>
                  </a:lnTo>
                  <a:lnTo>
                    <a:pt x="368244" y="1131358"/>
                  </a:lnTo>
                  <a:lnTo>
                    <a:pt x="368220" y="1131358"/>
                  </a:lnTo>
                  <a:lnTo>
                    <a:pt x="368189" y="1131356"/>
                  </a:lnTo>
                  <a:lnTo>
                    <a:pt x="368162" y="1131354"/>
                  </a:lnTo>
                  <a:lnTo>
                    <a:pt x="368143" y="1131354"/>
                  </a:lnTo>
                  <a:lnTo>
                    <a:pt x="368132" y="1131356"/>
                  </a:lnTo>
                  <a:lnTo>
                    <a:pt x="368120" y="1131360"/>
                  </a:lnTo>
                  <a:lnTo>
                    <a:pt x="368096" y="1131368"/>
                  </a:lnTo>
                  <a:lnTo>
                    <a:pt x="368075" y="1131374"/>
                  </a:lnTo>
                  <a:lnTo>
                    <a:pt x="368058" y="1131377"/>
                  </a:lnTo>
                  <a:lnTo>
                    <a:pt x="368036" y="1131380"/>
                  </a:lnTo>
                  <a:lnTo>
                    <a:pt x="368003" y="1131385"/>
                  </a:lnTo>
                  <a:lnTo>
                    <a:pt x="367988" y="1131387"/>
                  </a:lnTo>
                  <a:lnTo>
                    <a:pt x="367963" y="1131390"/>
                  </a:lnTo>
                  <a:lnTo>
                    <a:pt x="367941" y="1131392"/>
                  </a:lnTo>
                  <a:lnTo>
                    <a:pt x="367918" y="1131393"/>
                  </a:lnTo>
                  <a:lnTo>
                    <a:pt x="367887" y="1131393"/>
                  </a:lnTo>
                  <a:lnTo>
                    <a:pt x="367854" y="1131394"/>
                  </a:lnTo>
                  <a:lnTo>
                    <a:pt x="367829" y="1131395"/>
                  </a:lnTo>
                  <a:lnTo>
                    <a:pt x="367821" y="1131396"/>
                  </a:lnTo>
                  <a:lnTo>
                    <a:pt x="367810" y="1131397"/>
                  </a:lnTo>
                  <a:lnTo>
                    <a:pt x="367786" y="1131400"/>
                  </a:lnTo>
                  <a:lnTo>
                    <a:pt x="367774" y="1131401"/>
                  </a:lnTo>
                  <a:lnTo>
                    <a:pt x="367763" y="1131400"/>
                  </a:lnTo>
                  <a:lnTo>
                    <a:pt x="367757" y="1131398"/>
                  </a:lnTo>
                  <a:lnTo>
                    <a:pt x="367746" y="1131392"/>
                  </a:lnTo>
                  <a:lnTo>
                    <a:pt x="367734" y="1131384"/>
                  </a:lnTo>
                  <a:lnTo>
                    <a:pt x="367716" y="1131371"/>
                  </a:lnTo>
                  <a:lnTo>
                    <a:pt x="367696" y="1131358"/>
                  </a:lnTo>
                  <a:lnTo>
                    <a:pt x="367681" y="1131351"/>
                  </a:lnTo>
                  <a:lnTo>
                    <a:pt x="367667" y="1131345"/>
                  </a:lnTo>
                  <a:lnTo>
                    <a:pt x="367658" y="1131343"/>
                  </a:lnTo>
                  <a:lnTo>
                    <a:pt x="367646" y="1131340"/>
                  </a:lnTo>
                  <a:lnTo>
                    <a:pt x="367635" y="1131336"/>
                  </a:lnTo>
                  <a:lnTo>
                    <a:pt x="367625" y="1131331"/>
                  </a:lnTo>
                  <a:lnTo>
                    <a:pt x="367612" y="1131321"/>
                  </a:lnTo>
                  <a:lnTo>
                    <a:pt x="367604" y="1131314"/>
                  </a:lnTo>
                  <a:lnTo>
                    <a:pt x="367600" y="1131307"/>
                  </a:lnTo>
                  <a:lnTo>
                    <a:pt x="367598" y="1131297"/>
                  </a:lnTo>
                  <a:lnTo>
                    <a:pt x="367600" y="1131276"/>
                  </a:lnTo>
                  <a:lnTo>
                    <a:pt x="367600" y="1131258"/>
                  </a:lnTo>
                  <a:lnTo>
                    <a:pt x="367600" y="1131249"/>
                  </a:lnTo>
                  <a:lnTo>
                    <a:pt x="367597" y="1131236"/>
                  </a:lnTo>
                  <a:lnTo>
                    <a:pt x="367593" y="1131225"/>
                  </a:lnTo>
                  <a:lnTo>
                    <a:pt x="367584" y="1131208"/>
                  </a:lnTo>
                  <a:lnTo>
                    <a:pt x="367568" y="1131183"/>
                  </a:lnTo>
                  <a:lnTo>
                    <a:pt x="367556" y="1131165"/>
                  </a:lnTo>
                  <a:lnTo>
                    <a:pt x="367545" y="1131149"/>
                  </a:lnTo>
                  <a:lnTo>
                    <a:pt x="367533" y="1131132"/>
                  </a:lnTo>
                  <a:lnTo>
                    <a:pt x="367519" y="1131114"/>
                  </a:lnTo>
                  <a:lnTo>
                    <a:pt x="367507" y="1131099"/>
                  </a:lnTo>
                  <a:lnTo>
                    <a:pt x="367505" y="1131095"/>
                  </a:lnTo>
                  <a:lnTo>
                    <a:pt x="367490" y="1131075"/>
                  </a:lnTo>
                  <a:lnTo>
                    <a:pt x="367474" y="1131054"/>
                  </a:lnTo>
                  <a:lnTo>
                    <a:pt x="367455" y="1131030"/>
                  </a:lnTo>
                  <a:lnTo>
                    <a:pt x="367437" y="1131008"/>
                  </a:lnTo>
                  <a:lnTo>
                    <a:pt x="367423" y="1130995"/>
                  </a:lnTo>
                  <a:lnTo>
                    <a:pt x="367411" y="1130984"/>
                  </a:lnTo>
                  <a:lnTo>
                    <a:pt x="367390" y="1130967"/>
                  </a:lnTo>
                  <a:lnTo>
                    <a:pt x="367375" y="1130956"/>
                  </a:lnTo>
                  <a:lnTo>
                    <a:pt x="367356" y="1130943"/>
                  </a:lnTo>
                  <a:lnTo>
                    <a:pt x="367334" y="1130931"/>
                  </a:lnTo>
                  <a:lnTo>
                    <a:pt x="367316" y="1130921"/>
                  </a:lnTo>
                  <a:lnTo>
                    <a:pt x="367298" y="1130912"/>
                  </a:lnTo>
                  <a:lnTo>
                    <a:pt x="367279" y="1130902"/>
                  </a:lnTo>
                  <a:lnTo>
                    <a:pt x="367271" y="1130896"/>
                  </a:lnTo>
                  <a:lnTo>
                    <a:pt x="367263" y="1130886"/>
                  </a:lnTo>
                  <a:lnTo>
                    <a:pt x="367252" y="1130873"/>
                  </a:lnTo>
                  <a:lnTo>
                    <a:pt x="367240" y="1130858"/>
                  </a:lnTo>
                  <a:lnTo>
                    <a:pt x="367236" y="1130852"/>
                  </a:lnTo>
                  <a:lnTo>
                    <a:pt x="367232" y="1130842"/>
                  </a:lnTo>
                  <a:lnTo>
                    <a:pt x="367227" y="1130827"/>
                  </a:lnTo>
                  <a:lnTo>
                    <a:pt x="367217" y="1130804"/>
                  </a:lnTo>
                  <a:lnTo>
                    <a:pt x="367206" y="1130781"/>
                  </a:lnTo>
                  <a:lnTo>
                    <a:pt x="367199" y="1130765"/>
                  </a:lnTo>
                  <a:lnTo>
                    <a:pt x="367190" y="1130747"/>
                  </a:lnTo>
                  <a:lnTo>
                    <a:pt x="367185" y="1130737"/>
                  </a:lnTo>
                  <a:lnTo>
                    <a:pt x="367183" y="1130729"/>
                  </a:lnTo>
                  <a:lnTo>
                    <a:pt x="367183" y="1130720"/>
                  </a:lnTo>
                  <a:lnTo>
                    <a:pt x="367185" y="1130710"/>
                  </a:lnTo>
                  <a:lnTo>
                    <a:pt x="367191" y="1130695"/>
                  </a:lnTo>
                  <a:lnTo>
                    <a:pt x="367196" y="1130684"/>
                  </a:lnTo>
                  <a:lnTo>
                    <a:pt x="367202" y="1130675"/>
                  </a:lnTo>
                  <a:lnTo>
                    <a:pt x="367210" y="1130667"/>
                  </a:lnTo>
                  <a:lnTo>
                    <a:pt x="367229" y="1130648"/>
                  </a:lnTo>
                  <a:lnTo>
                    <a:pt x="367247" y="1130632"/>
                  </a:lnTo>
                  <a:lnTo>
                    <a:pt x="367260" y="1130621"/>
                  </a:lnTo>
                  <a:lnTo>
                    <a:pt x="367275" y="1130612"/>
                  </a:lnTo>
                  <a:lnTo>
                    <a:pt x="367298" y="1130598"/>
                  </a:lnTo>
                  <a:lnTo>
                    <a:pt x="367313" y="1130590"/>
                  </a:lnTo>
                  <a:lnTo>
                    <a:pt x="367324" y="1130583"/>
                  </a:lnTo>
                  <a:lnTo>
                    <a:pt x="367338" y="1130575"/>
                  </a:lnTo>
                  <a:lnTo>
                    <a:pt x="367359" y="1130563"/>
                  </a:lnTo>
                  <a:lnTo>
                    <a:pt x="367378" y="1130549"/>
                  </a:lnTo>
                  <a:lnTo>
                    <a:pt x="367391" y="1130540"/>
                  </a:lnTo>
                  <a:lnTo>
                    <a:pt x="367405" y="1130528"/>
                  </a:lnTo>
                  <a:lnTo>
                    <a:pt x="367419" y="1130514"/>
                  </a:lnTo>
                  <a:lnTo>
                    <a:pt x="367431" y="1130501"/>
                  </a:lnTo>
                  <a:lnTo>
                    <a:pt x="367445" y="1130484"/>
                  </a:lnTo>
                  <a:lnTo>
                    <a:pt x="367458" y="1130471"/>
                  </a:lnTo>
                  <a:lnTo>
                    <a:pt x="367463" y="1130463"/>
                  </a:lnTo>
                  <a:lnTo>
                    <a:pt x="367469" y="1130452"/>
                  </a:lnTo>
                  <a:lnTo>
                    <a:pt x="367472" y="1130443"/>
                  </a:lnTo>
                  <a:lnTo>
                    <a:pt x="367473" y="1130433"/>
                  </a:lnTo>
                  <a:lnTo>
                    <a:pt x="367471" y="1130422"/>
                  </a:lnTo>
                  <a:lnTo>
                    <a:pt x="367465" y="1130405"/>
                  </a:lnTo>
                  <a:lnTo>
                    <a:pt x="367459" y="1130388"/>
                  </a:lnTo>
                  <a:lnTo>
                    <a:pt x="367455" y="1130378"/>
                  </a:lnTo>
                  <a:lnTo>
                    <a:pt x="367453" y="1130367"/>
                  </a:lnTo>
                  <a:lnTo>
                    <a:pt x="367451" y="1130352"/>
                  </a:lnTo>
                  <a:lnTo>
                    <a:pt x="367450" y="1130326"/>
                  </a:lnTo>
                  <a:lnTo>
                    <a:pt x="367447" y="1130298"/>
                  </a:lnTo>
                  <a:lnTo>
                    <a:pt x="367445" y="1130276"/>
                  </a:lnTo>
                  <a:lnTo>
                    <a:pt x="367442" y="1130253"/>
                  </a:lnTo>
                  <a:lnTo>
                    <a:pt x="367442" y="1130242"/>
                  </a:lnTo>
                  <a:lnTo>
                    <a:pt x="367443" y="1130235"/>
                  </a:lnTo>
                  <a:lnTo>
                    <a:pt x="367445" y="1130231"/>
                  </a:lnTo>
                  <a:lnTo>
                    <a:pt x="367449" y="1130219"/>
                  </a:lnTo>
                  <a:lnTo>
                    <a:pt x="367458" y="1130204"/>
                  </a:lnTo>
                  <a:lnTo>
                    <a:pt x="367467" y="1130193"/>
                  </a:lnTo>
                  <a:lnTo>
                    <a:pt x="367480" y="1130180"/>
                  </a:lnTo>
                  <a:lnTo>
                    <a:pt x="367491" y="1130166"/>
                  </a:lnTo>
                  <a:lnTo>
                    <a:pt x="367498" y="1130158"/>
                  </a:lnTo>
                  <a:lnTo>
                    <a:pt x="367507" y="1130148"/>
                  </a:lnTo>
                  <a:lnTo>
                    <a:pt x="367520" y="1130130"/>
                  </a:lnTo>
                  <a:lnTo>
                    <a:pt x="367530" y="1130117"/>
                  </a:lnTo>
                  <a:lnTo>
                    <a:pt x="367536" y="1130105"/>
                  </a:lnTo>
                  <a:lnTo>
                    <a:pt x="367542" y="1130092"/>
                  </a:lnTo>
                  <a:lnTo>
                    <a:pt x="367546" y="1130080"/>
                  </a:lnTo>
                  <a:lnTo>
                    <a:pt x="367548" y="1130069"/>
                  </a:lnTo>
                  <a:lnTo>
                    <a:pt x="367548" y="1130056"/>
                  </a:lnTo>
                  <a:lnTo>
                    <a:pt x="367547" y="1130040"/>
                  </a:lnTo>
                  <a:lnTo>
                    <a:pt x="367545" y="1130032"/>
                  </a:lnTo>
                  <a:lnTo>
                    <a:pt x="367539" y="1130020"/>
                  </a:lnTo>
                  <a:lnTo>
                    <a:pt x="367539" y="1130014"/>
                  </a:lnTo>
                  <a:lnTo>
                    <a:pt x="367541" y="1130008"/>
                  </a:lnTo>
                  <a:lnTo>
                    <a:pt x="367545" y="1129999"/>
                  </a:lnTo>
                  <a:lnTo>
                    <a:pt x="367546" y="1129992"/>
                  </a:lnTo>
                  <a:lnTo>
                    <a:pt x="367545" y="1129985"/>
                  </a:lnTo>
                  <a:lnTo>
                    <a:pt x="367538" y="1129975"/>
                  </a:lnTo>
                  <a:lnTo>
                    <a:pt x="367535" y="1129966"/>
                  </a:lnTo>
                  <a:lnTo>
                    <a:pt x="367534" y="1129957"/>
                  </a:lnTo>
                  <a:lnTo>
                    <a:pt x="367536" y="1129948"/>
                  </a:lnTo>
                  <a:lnTo>
                    <a:pt x="367542" y="1129939"/>
                  </a:lnTo>
                  <a:lnTo>
                    <a:pt x="367548" y="1129932"/>
                  </a:lnTo>
                  <a:lnTo>
                    <a:pt x="367555" y="1129927"/>
                  </a:lnTo>
                  <a:lnTo>
                    <a:pt x="367577" y="1129916"/>
                  </a:lnTo>
                  <a:lnTo>
                    <a:pt x="367601" y="1129905"/>
                  </a:lnTo>
                  <a:lnTo>
                    <a:pt x="367628" y="1129894"/>
                  </a:lnTo>
                  <a:lnTo>
                    <a:pt x="367650" y="1129886"/>
                  </a:lnTo>
                  <a:lnTo>
                    <a:pt x="367675" y="1129876"/>
                  </a:lnTo>
                  <a:lnTo>
                    <a:pt x="367703" y="1129867"/>
                  </a:lnTo>
                  <a:lnTo>
                    <a:pt x="367718" y="1129862"/>
                  </a:lnTo>
                  <a:lnTo>
                    <a:pt x="367737" y="1129859"/>
                  </a:lnTo>
                  <a:lnTo>
                    <a:pt x="367758" y="1129858"/>
                  </a:lnTo>
                  <a:lnTo>
                    <a:pt x="367778" y="1129860"/>
                  </a:lnTo>
                  <a:lnTo>
                    <a:pt x="367803" y="1129860"/>
                  </a:lnTo>
                  <a:lnTo>
                    <a:pt x="367826" y="1129860"/>
                  </a:lnTo>
                  <a:lnTo>
                    <a:pt x="367842" y="1129858"/>
                  </a:lnTo>
                  <a:lnTo>
                    <a:pt x="367855" y="1129855"/>
                  </a:lnTo>
                  <a:lnTo>
                    <a:pt x="367877" y="1129850"/>
                  </a:lnTo>
                  <a:lnTo>
                    <a:pt x="367897" y="1129843"/>
                  </a:lnTo>
                  <a:lnTo>
                    <a:pt x="367913" y="1129836"/>
                  </a:lnTo>
                  <a:lnTo>
                    <a:pt x="367930" y="1129826"/>
                  </a:lnTo>
                  <a:lnTo>
                    <a:pt x="367946" y="1129817"/>
                  </a:lnTo>
                  <a:lnTo>
                    <a:pt x="367958" y="1129811"/>
                  </a:lnTo>
                  <a:lnTo>
                    <a:pt x="367968" y="1129803"/>
                  </a:lnTo>
                  <a:lnTo>
                    <a:pt x="367977" y="1129795"/>
                  </a:lnTo>
                  <a:lnTo>
                    <a:pt x="367984" y="1129788"/>
                  </a:lnTo>
                  <a:lnTo>
                    <a:pt x="367990" y="1129778"/>
                  </a:lnTo>
                  <a:lnTo>
                    <a:pt x="367999" y="1129757"/>
                  </a:lnTo>
                  <a:lnTo>
                    <a:pt x="368006" y="1129736"/>
                  </a:lnTo>
                  <a:lnTo>
                    <a:pt x="368011" y="1129715"/>
                  </a:lnTo>
                  <a:lnTo>
                    <a:pt x="368013" y="1129703"/>
                  </a:lnTo>
                  <a:lnTo>
                    <a:pt x="368017" y="1129677"/>
                  </a:lnTo>
                  <a:lnTo>
                    <a:pt x="368020" y="1129656"/>
                  </a:lnTo>
                  <a:lnTo>
                    <a:pt x="368021" y="1129642"/>
                  </a:lnTo>
                  <a:lnTo>
                    <a:pt x="368022" y="1129624"/>
                  </a:lnTo>
                  <a:lnTo>
                    <a:pt x="368021" y="1129612"/>
                  </a:lnTo>
                  <a:lnTo>
                    <a:pt x="368018" y="1129600"/>
                  </a:lnTo>
                  <a:lnTo>
                    <a:pt x="368014" y="1129589"/>
                  </a:lnTo>
                  <a:lnTo>
                    <a:pt x="368008" y="1129580"/>
                  </a:lnTo>
                  <a:lnTo>
                    <a:pt x="368003" y="1129573"/>
                  </a:lnTo>
                  <a:lnTo>
                    <a:pt x="367996" y="1129567"/>
                  </a:lnTo>
                  <a:lnTo>
                    <a:pt x="367983" y="1129559"/>
                  </a:lnTo>
                  <a:lnTo>
                    <a:pt x="367959" y="1129546"/>
                  </a:lnTo>
                  <a:lnTo>
                    <a:pt x="367939" y="1129537"/>
                  </a:lnTo>
                  <a:lnTo>
                    <a:pt x="367927" y="1129532"/>
                  </a:lnTo>
                  <a:lnTo>
                    <a:pt x="367909" y="1129526"/>
                  </a:lnTo>
                  <a:lnTo>
                    <a:pt x="367897" y="1129522"/>
                  </a:lnTo>
                  <a:lnTo>
                    <a:pt x="367892" y="1129517"/>
                  </a:lnTo>
                  <a:lnTo>
                    <a:pt x="367895" y="1129505"/>
                  </a:lnTo>
                  <a:lnTo>
                    <a:pt x="367904" y="1129485"/>
                  </a:lnTo>
                  <a:lnTo>
                    <a:pt x="367914" y="1129459"/>
                  </a:lnTo>
                  <a:lnTo>
                    <a:pt x="367922" y="1129438"/>
                  </a:lnTo>
                  <a:lnTo>
                    <a:pt x="367932" y="1129408"/>
                  </a:lnTo>
                  <a:lnTo>
                    <a:pt x="367943" y="1129370"/>
                  </a:lnTo>
                  <a:lnTo>
                    <a:pt x="367945" y="1129363"/>
                  </a:lnTo>
                  <a:lnTo>
                    <a:pt x="367950" y="1129346"/>
                  </a:lnTo>
                  <a:lnTo>
                    <a:pt x="367956" y="1129324"/>
                  </a:lnTo>
                  <a:lnTo>
                    <a:pt x="367961" y="1129300"/>
                  </a:lnTo>
                  <a:lnTo>
                    <a:pt x="367965" y="1129279"/>
                  </a:lnTo>
                  <a:lnTo>
                    <a:pt x="367967" y="1129265"/>
                  </a:lnTo>
                  <a:lnTo>
                    <a:pt x="367968" y="1129249"/>
                  </a:lnTo>
                  <a:lnTo>
                    <a:pt x="367968" y="1129230"/>
                  </a:lnTo>
                  <a:lnTo>
                    <a:pt x="367967" y="1129217"/>
                  </a:lnTo>
                  <a:lnTo>
                    <a:pt x="367966" y="1129212"/>
                  </a:lnTo>
                  <a:lnTo>
                    <a:pt x="367964" y="1129201"/>
                  </a:lnTo>
                  <a:lnTo>
                    <a:pt x="367959" y="1129177"/>
                  </a:lnTo>
                  <a:lnTo>
                    <a:pt x="367954" y="1129159"/>
                  </a:lnTo>
                  <a:lnTo>
                    <a:pt x="367948" y="1129139"/>
                  </a:lnTo>
                  <a:lnTo>
                    <a:pt x="367940" y="1129118"/>
                  </a:lnTo>
                  <a:lnTo>
                    <a:pt x="367935" y="1129104"/>
                  </a:lnTo>
                  <a:lnTo>
                    <a:pt x="367928" y="1129084"/>
                  </a:lnTo>
                  <a:lnTo>
                    <a:pt x="367923" y="1129072"/>
                  </a:lnTo>
                  <a:lnTo>
                    <a:pt x="367920" y="1129060"/>
                  </a:lnTo>
                  <a:lnTo>
                    <a:pt x="367913" y="1129043"/>
                  </a:lnTo>
                  <a:lnTo>
                    <a:pt x="367907" y="1129031"/>
                  </a:lnTo>
                  <a:lnTo>
                    <a:pt x="367899" y="1129018"/>
                  </a:lnTo>
                  <a:lnTo>
                    <a:pt x="367893" y="1129009"/>
                  </a:lnTo>
                  <a:lnTo>
                    <a:pt x="367886" y="1129001"/>
                  </a:lnTo>
                  <a:lnTo>
                    <a:pt x="367876" y="1128991"/>
                  </a:lnTo>
                  <a:lnTo>
                    <a:pt x="367863" y="1128980"/>
                  </a:lnTo>
                  <a:lnTo>
                    <a:pt x="367847" y="1128969"/>
                  </a:lnTo>
                  <a:lnTo>
                    <a:pt x="367831" y="1128959"/>
                  </a:lnTo>
                  <a:lnTo>
                    <a:pt x="367820" y="1128953"/>
                  </a:lnTo>
                  <a:lnTo>
                    <a:pt x="367811" y="1128950"/>
                  </a:lnTo>
                  <a:lnTo>
                    <a:pt x="367801" y="1128947"/>
                  </a:lnTo>
                  <a:lnTo>
                    <a:pt x="367791" y="1128945"/>
                  </a:lnTo>
                  <a:lnTo>
                    <a:pt x="367774" y="1128946"/>
                  </a:lnTo>
                  <a:lnTo>
                    <a:pt x="367749" y="1128947"/>
                  </a:lnTo>
                  <a:lnTo>
                    <a:pt x="367737" y="1128948"/>
                  </a:lnTo>
                  <a:lnTo>
                    <a:pt x="367732" y="1128948"/>
                  </a:lnTo>
                  <a:lnTo>
                    <a:pt x="367722" y="1128947"/>
                  </a:lnTo>
                  <a:lnTo>
                    <a:pt x="367714" y="1128944"/>
                  </a:lnTo>
                  <a:lnTo>
                    <a:pt x="367705" y="1128937"/>
                  </a:lnTo>
                  <a:lnTo>
                    <a:pt x="367698" y="1128931"/>
                  </a:lnTo>
                  <a:lnTo>
                    <a:pt x="367684" y="1128916"/>
                  </a:lnTo>
                  <a:lnTo>
                    <a:pt x="367672" y="1128904"/>
                  </a:lnTo>
                  <a:lnTo>
                    <a:pt x="367666" y="1128896"/>
                  </a:lnTo>
                  <a:lnTo>
                    <a:pt x="367661" y="1128891"/>
                  </a:lnTo>
                  <a:lnTo>
                    <a:pt x="367652" y="1128882"/>
                  </a:lnTo>
                  <a:lnTo>
                    <a:pt x="367630" y="1128861"/>
                  </a:lnTo>
                  <a:lnTo>
                    <a:pt x="367646" y="1128857"/>
                  </a:lnTo>
                  <a:lnTo>
                    <a:pt x="367661" y="1128856"/>
                  </a:lnTo>
                  <a:lnTo>
                    <a:pt x="367686" y="1128853"/>
                  </a:lnTo>
                  <a:lnTo>
                    <a:pt x="367705" y="1128849"/>
                  </a:lnTo>
                  <a:lnTo>
                    <a:pt x="367721" y="1128844"/>
                  </a:lnTo>
                  <a:lnTo>
                    <a:pt x="367732" y="1128841"/>
                  </a:lnTo>
                  <a:lnTo>
                    <a:pt x="367749" y="1128832"/>
                  </a:lnTo>
                  <a:lnTo>
                    <a:pt x="367759" y="1128827"/>
                  </a:lnTo>
                  <a:lnTo>
                    <a:pt x="367766" y="1128821"/>
                  </a:lnTo>
                  <a:lnTo>
                    <a:pt x="367774" y="1128813"/>
                  </a:lnTo>
                  <a:lnTo>
                    <a:pt x="367783" y="1128803"/>
                  </a:lnTo>
                  <a:lnTo>
                    <a:pt x="367789" y="1128793"/>
                  </a:lnTo>
                  <a:lnTo>
                    <a:pt x="367794" y="1128782"/>
                  </a:lnTo>
                  <a:lnTo>
                    <a:pt x="367802" y="1128765"/>
                  </a:lnTo>
                  <a:lnTo>
                    <a:pt x="367811" y="1128743"/>
                  </a:lnTo>
                  <a:lnTo>
                    <a:pt x="367817" y="1128725"/>
                  </a:lnTo>
                  <a:lnTo>
                    <a:pt x="367822" y="1128706"/>
                  </a:lnTo>
                  <a:lnTo>
                    <a:pt x="367824" y="1128691"/>
                  </a:lnTo>
                  <a:lnTo>
                    <a:pt x="367826" y="1128672"/>
                  </a:lnTo>
                  <a:lnTo>
                    <a:pt x="367827" y="1128656"/>
                  </a:lnTo>
                  <a:lnTo>
                    <a:pt x="367827" y="1128642"/>
                  </a:lnTo>
                  <a:lnTo>
                    <a:pt x="367825" y="1128610"/>
                  </a:lnTo>
                  <a:lnTo>
                    <a:pt x="367824" y="1128585"/>
                  </a:lnTo>
                  <a:lnTo>
                    <a:pt x="367824" y="1128567"/>
                  </a:lnTo>
                  <a:lnTo>
                    <a:pt x="367824" y="1128558"/>
                  </a:lnTo>
                  <a:lnTo>
                    <a:pt x="367825" y="1128537"/>
                  </a:lnTo>
                  <a:lnTo>
                    <a:pt x="367824" y="1128523"/>
                  </a:lnTo>
                  <a:lnTo>
                    <a:pt x="367825" y="1128517"/>
                  </a:lnTo>
                  <a:lnTo>
                    <a:pt x="367827" y="1128511"/>
                  </a:lnTo>
                  <a:lnTo>
                    <a:pt x="367833" y="1128505"/>
                  </a:lnTo>
                  <a:lnTo>
                    <a:pt x="367848" y="1128494"/>
                  </a:lnTo>
                  <a:lnTo>
                    <a:pt x="367868" y="1128480"/>
                  </a:lnTo>
                  <a:lnTo>
                    <a:pt x="367887" y="1128468"/>
                  </a:lnTo>
                  <a:lnTo>
                    <a:pt x="367900" y="1128459"/>
                  </a:lnTo>
                  <a:lnTo>
                    <a:pt x="367908" y="1128452"/>
                  </a:lnTo>
                  <a:lnTo>
                    <a:pt x="367916" y="1128444"/>
                  </a:lnTo>
                  <a:lnTo>
                    <a:pt x="367924" y="1128435"/>
                  </a:lnTo>
                  <a:lnTo>
                    <a:pt x="367931" y="1128425"/>
                  </a:lnTo>
                  <a:lnTo>
                    <a:pt x="367940" y="1128409"/>
                  </a:lnTo>
                  <a:lnTo>
                    <a:pt x="367946" y="1128396"/>
                  </a:lnTo>
                  <a:lnTo>
                    <a:pt x="367956" y="1128374"/>
                  </a:lnTo>
                  <a:lnTo>
                    <a:pt x="367964" y="1128355"/>
                  </a:lnTo>
                  <a:lnTo>
                    <a:pt x="367967" y="1128345"/>
                  </a:lnTo>
                  <a:lnTo>
                    <a:pt x="367975" y="1128320"/>
                  </a:lnTo>
                  <a:lnTo>
                    <a:pt x="367982" y="1128296"/>
                  </a:lnTo>
                  <a:lnTo>
                    <a:pt x="367986" y="1128284"/>
                  </a:lnTo>
                  <a:lnTo>
                    <a:pt x="367989" y="1128269"/>
                  </a:lnTo>
                  <a:lnTo>
                    <a:pt x="367992" y="1128247"/>
                  </a:lnTo>
                  <a:lnTo>
                    <a:pt x="367994" y="1128228"/>
                  </a:lnTo>
                  <a:lnTo>
                    <a:pt x="367996" y="1128218"/>
                  </a:lnTo>
                  <a:lnTo>
                    <a:pt x="367997" y="1128207"/>
                  </a:lnTo>
                  <a:lnTo>
                    <a:pt x="367999" y="1128188"/>
                  </a:lnTo>
                  <a:lnTo>
                    <a:pt x="368001" y="1128167"/>
                  </a:lnTo>
                  <a:lnTo>
                    <a:pt x="368000" y="1128159"/>
                  </a:lnTo>
                  <a:lnTo>
                    <a:pt x="367998" y="1128153"/>
                  </a:lnTo>
                  <a:lnTo>
                    <a:pt x="367992" y="1128149"/>
                  </a:lnTo>
                  <a:lnTo>
                    <a:pt x="367981" y="1128143"/>
                  </a:lnTo>
                  <a:lnTo>
                    <a:pt x="367974" y="1128137"/>
                  </a:lnTo>
                  <a:lnTo>
                    <a:pt x="367967" y="1128130"/>
                  </a:lnTo>
                  <a:lnTo>
                    <a:pt x="367959" y="1128121"/>
                  </a:lnTo>
                  <a:lnTo>
                    <a:pt x="367951" y="1128110"/>
                  </a:lnTo>
                  <a:lnTo>
                    <a:pt x="367942" y="1128098"/>
                  </a:lnTo>
                  <a:lnTo>
                    <a:pt x="367932" y="1128082"/>
                  </a:lnTo>
                  <a:lnTo>
                    <a:pt x="367927" y="1128071"/>
                  </a:lnTo>
                  <a:lnTo>
                    <a:pt x="367924" y="1128059"/>
                  </a:lnTo>
                  <a:lnTo>
                    <a:pt x="367923" y="1128048"/>
                  </a:lnTo>
                  <a:lnTo>
                    <a:pt x="367924" y="1128039"/>
                  </a:lnTo>
                  <a:lnTo>
                    <a:pt x="367927" y="1128034"/>
                  </a:lnTo>
                  <a:lnTo>
                    <a:pt x="367938" y="1128024"/>
                  </a:lnTo>
                  <a:lnTo>
                    <a:pt x="367955" y="1128012"/>
                  </a:lnTo>
                  <a:lnTo>
                    <a:pt x="367975" y="1127996"/>
                  </a:lnTo>
                  <a:lnTo>
                    <a:pt x="367992" y="1127984"/>
                  </a:lnTo>
                  <a:lnTo>
                    <a:pt x="368004" y="1127975"/>
                  </a:lnTo>
                  <a:lnTo>
                    <a:pt x="368008" y="1127970"/>
                  </a:lnTo>
                  <a:lnTo>
                    <a:pt x="368020" y="1127954"/>
                  </a:lnTo>
                  <a:lnTo>
                    <a:pt x="368030" y="1127941"/>
                  </a:lnTo>
                  <a:lnTo>
                    <a:pt x="368043" y="1127926"/>
                  </a:lnTo>
                  <a:lnTo>
                    <a:pt x="368057" y="1127913"/>
                  </a:lnTo>
                  <a:lnTo>
                    <a:pt x="368069" y="1127903"/>
                  </a:lnTo>
                  <a:lnTo>
                    <a:pt x="368089" y="1127891"/>
                  </a:lnTo>
                  <a:lnTo>
                    <a:pt x="368108" y="1127879"/>
                  </a:lnTo>
                  <a:lnTo>
                    <a:pt x="368120" y="1127871"/>
                  </a:lnTo>
                  <a:lnTo>
                    <a:pt x="368131" y="1127862"/>
                  </a:lnTo>
                  <a:lnTo>
                    <a:pt x="368146" y="1127849"/>
                  </a:lnTo>
                  <a:lnTo>
                    <a:pt x="368157" y="1127839"/>
                  </a:lnTo>
                  <a:lnTo>
                    <a:pt x="368165" y="1127829"/>
                  </a:lnTo>
                  <a:lnTo>
                    <a:pt x="368172" y="1127819"/>
                  </a:lnTo>
                  <a:lnTo>
                    <a:pt x="368178" y="1127807"/>
                  </a:lnTo>
                  <a:lnTo>
                    <a:pt x="368189" y="1127783"/>
                  </a:lnTo>
                  <a:lnTo>
                    <a:pt x="368201" y="1127762"/>
                  </a:lnTo>
                  <a:lnTo>
                    <a:pt x="368213" y="1127746"/>
                  </a:lnTo>
                  <a:lnTo>
                    <a:pt x="368226" y="1127729"/>
                  </a:lnTo>
                  <a:lnTo>
                    <a:pt x="368240" y="1127711"/>
                  </a:lnTo>
                  <a:lnTo>
                    <a:pt x="368253" y="1127698"/>
                  </a:lnTo>
                  <a:lnTo>
                    <a:pt x="368262" y="1127689"/>
                  </a:lnTo>
                  <a:lnTo>
                    <a:pt x="368269" y="1127685"/>
                  </a:lnTo>
                  <a:lnTo>
                    <a:pt x="368289" y="1127675"/>
                  </a:lnTo>
                  <a:lnTo>
                    <a:pt x="368306" y="1127667"/>
                  </a:lnTo>
                  <a:lnTo>
                    <a:pt x="368319" y="1127659"/>
                  </a:lnTo>
                  <a:lnTo>
                    <a:pt x="368330" y="1127652"/>
                  </a:lnTo>
                  <a:lnTo>
                    <a:pt x="368344" y="1127643"/>
                  </a:lnTo>
                  <a:lnTo>
                    <a:pt x="368352" y="1127639"/>
                  </a:lnTo>
                  <a:lnTo>
                    <a:pt x="368362" y="1127634"/>
                  </a:lnTo>
                  <a:lnTo>
                    <a:pt x="368383" y="1127628"/>
                  </a:lnTo>
                  <a:lnTo>
                    <a:pt x="368407" y="1127622"/>
                  </a:lnTo>
                  <a:lnTo>
                    <a:pt x="368433" y="1127615"/>
                  </a:lnTo>
                  <a:lnTo>
                    <a:pt x="368437" y="1127610"/>
                  </a:lnTo>
                  <a:lnTo>
                    <a:pt x="368437" y="1127603"/>
                  </a:lnTo>
                  <a:lnTo>
                    <a:pt x="368434" y="1127591"/>
                  </a:lnTo>
                  <a:lnTo>
                    <a:pt x="368427" y="1127571"/>
                  </a:lnTo>
                  <a:lnTo>
                    <a:pt x="368418" y="1127555"/>
                  </a:lnTo>
                  <a:lnTo>
                    <a:pt x="368408" y="1127539"/>
                  </a:lnTo>
                  <a:lnTo>
                    <a:pt x="368397" y="1127525"/>
                  </a:lnTo>
                  <a:lnTo>
                    <a:pt x="368385" y="1127511"/>
                  </a:lnTo>
                  <a:lnTo>
                    <a:pt x="368375" y="1127501"/>
                  </a:lnTo>
                  <a:lnTo>
                    <a:pt x="368360" y="1127487"/>
                  </a:lnTo>
                  <a:lnTo>
                    <a:pt x="368340" y="1127471"/>
                  </a:lnTo>
                  <a:lnTo>
                    <a:pt x="368323" y="1127454"/>
                  </a:lnTo>
                  <a:lnTo>
                    <a:pt x="368313" y="1127443"/>
                  </a:lnTo>
                  <a:lnTo>
                    <a:pt x="368299" y="1127425"/>
                  </a:lnTo>
                  <a:lnTo>
                    <a:pt x="368291" y="1127412"/>
                  </a:lnTo>
                  <a:lnTo>
                    <a:pt x="368285" y="1127401"/>
                  </a:lnTo>
                  <a:lnTo>
                    <a:pt x="368282" y="1127393"/>
                  </a:lnTo>
                  <a:lnTo>
                    <a:pt x="368280" y="1127385"/>
                  </a:lnTo>
                  <a:lnTo>
                    <a:pt x="368279" y="1127360"/>
                  </a:lnTo>
                  <a:lnTo>
                    <a:pt x="368278" y="1127342"/>
                  </a:lnTo>
                  <a:lnTo>
                    <a:pt x="368274" y="1127321"/>
                  </a:lnTo>
                  <a:lnTo>
                    <a:pt x="368267" y="1127308"/>
                  </a:lnTo>
                  <a:lnTo>
                    <a:pt x="368259" y="1127297"/>
                  </a:lnTo>
                  <a:lnTo>
                    <a:pt x="368253" y="1127289"/>
                  </a:lnTo>
                  <a:lnTo>
                    <a:pt x="368243" y="1127278"/>
                  </a:lnTo>
                  <a:lnTo>
                    <a:pt x="368232" y="1127266"/>
                  </a:lnTo>
                  <a:lnTo>
                    <a:pt x="368225" y="1127256"/>
                  </a:lnTo>
                  <a:lnTo>
                    <a:pt x="368216" y="1127244"/>
                  </a:lnTo>
                  <a:lnTo>
                    <a:pt x="368211" y="1127234"/>
                  </a:lnTo>
                  <a:lnTo>
                    <a:pt x="368208" y="1127224"/>
                  </a:lnTo>
                  <a:lnTo>
                    <a:pt x="368206" y="1127213"/>
                  </a:lnTo>
                  <a:lnTo>
                    <a:pt x="368204" y="1127195"/>
                  </a:lnTo>
                  <a:lnTo>
                    <a:pt x="368200" y="1127172"/>
                  </a:lnTo>
                  <a:lnTo>
                    <a:pt x="368196" y="1127162"/>
                  </a:lnTo>
                  <a:lnTo>
                    <a:pt x="368189" y="1127151"/>
                  </a:lnTo>
                  <a:lnTo>
                    <a:pt x="368181" y="1127139"/>
                  </a:lnTo>
                  <a:lnTo>
                    <a:pt x="368177" y="1127133"/>
                  </a:lnTo>
                  <a:lnTo>
                    <a:pt x="368173" y="1127127"/>
                  </a:lnTo>
                  <a:lnTo>
                    <a:pt x="368171" y="1127120"/>
                  </a:lnTo>
                  <a:lnTo>
                    <a:pt x="368170" y="1127115"/>
                  </a:lnTo>
                  <a:lnTo>
                    <a:pt x="368167" y="1127093"/>
                  </a:lnTo>
                  <a:lnTo>
                    <a:pt x="368162" y="1127072"/>
                  </a:lnTo>
                  <a:lnTo>
                    <a:pt x="368155" y="1127058"/>
                  </a:lnTo>
                  <a:lnTo>
                    <a:pt x="368146" y="1127041"/>
                  </a:lnTo>
                  <a:lnTo>
                    <a:pt x="368132" y="1127018"/>
                  </a:lnTo>
                  <a:lnTo>
                    <a:pt x="368122" y="1127001"/>
                  </a:lnTo>
                  <a:lnTo>
                    <a:pt x="368113" y="1126985"/>
                  </a:lnTo>
                  <a:lnTo>
                    <a:pt x="368104" y="1126965"/>
                  </a:lnTo>
                  <a:lnTo>
                    <a:pt x="368097" y="1126951"/>
                  </a:lnTo>
                  <a:lnTo>
                    <a:pt x="368094" y="1126939"/>
                  </a:lnTo>
                  <a:lnTo>
                    <a:pt x="368092" y="1126925"/>
                  </a:lnTo>
                  <a:lnTo>
                    <a:pt x="368090" y="1126905"/>
                  </a:lnTo>
                  <a:lnTo>
                    <a:pt x="368091" y="1126892"/>
                  </a:lnTo>
                  <a:lnTo>
                    <a:pt x="368094" y="1126877"/>
                  </a:lnTo>
                  <a:lnTo>
                    <a:pt x="368095" y="1126870"/>
                  </a:lnTo>
                  <a:lnTo>
                    <a:pt x="368092" y="1126864"/>
                  </a:lnTo>
                  <a:lnTo>
                    <a:pt x="368086" y="1126861"/>
                  </a:lnTo>
                  <a:lnTo>
                    <a:pt x="368070" y="1126859"/>
                  </a:lnTo>
                  <a:lnTo>
                    <a:pt x="368056" y="1126857"/>
                  </a:lnTo>
                  <a:lnTo>
                    <a:pt x="368044" y="1126851"/>
                  </a:lnTo>
                  <a:lnTo>
                    <a:pt x="368032" y="1126844"/>
                  </a:lnTo>
                  <a:lnTo>
                    <a:pt x="368016" y="1126833"/>
                  </a:lnTo>
                  <a:lnTo>
                    <a:pt x="368001" y="1126820"/>
                  </a:lnTo>
                  <a:lnTo>
                    <a:pt x="367995" y="1126812"/>
                  </a:lnTo>
                  <a:lnTo>
                    <a:pt x="367992" y="1126806"/>
                  </a:lnTo>
                  <a:lnTo>
                    <a:pt x="367992" y="1126801"/>
                  </a:lnTo>
                  <a:lnTo>
                    <a:pt x="367996" y="1126794"/>
                  </a:lnTo>
                  <a:lnTo>
                    <a:pt x="368006" y="1126785"/>
                  </a:lnTo>
                  <a:lnTo>
                    <a:pt x="368019" y="1126774"/>
                  </a:lnTo>
                  <a:lnTo>
                    <a:pt x="368029" y="1126767"/>
                  </a:lnTo>
                  <a:lnTo>
                    <a:pt x="368045" y="1126754"/>
                  </a:lnTo>
                  <a:lnTo>
                    <a:pt x="368069" y="1126737"/>
                  </a:lnTo>
                  <a:lnTo>
                    <a:pt x="368089" y="1126723"/>
                  </a:lnTo>
                  <a:lnTo>
                    <a:pt x="368101" y="1126714"/>
                  </a:lnTo>
                  <a:lnTo>
                    <a:pt x="368110" y="1126705"/>
                  </a:lnTo>
                  <a:lnTo>
                    <a:pt x="368114" y="1126699"/>
                  </a:lnTo>
                  <a:lnTo>
                    <a:pt x="368116" y="1126693"/>
                  </a:lnTo>
                  <a:lnTo>
                    <a:pt x="368117" y="1126688"/>
                  </a:lnTo>
                  <a:lnTo>
                    <a:pt x="368115" y="1126675"/>
                  </a:lnTo>
                  <a:lnTo>
                    <a:pt x="368109" y="1126650"/>
                  </a:lnTo>
                  <a:lnTo>
                    <a:pt x="368102" y="1126628"/>
                  </a:lnTo>
                  <a:lnTo>
                    <a:pt x="368094" y="1126610"/>
                  </a:lnTo>
                  <a:lnTo>
                    <a:pt x="368086" y="1126589"/>
                  </a:lnTo>
                  <a:lnTo>
                    <a:pt x="368077" y="1126572"/>
                  </a:lnTo>
                  <a:lnTo>
                    <a:pt x="368071" y="1126563"/>
                  </a:lnTo>
                  <a:lnTo>
                    <a:pt x="368058" y="1126548"/>
                  </a:lnTo>
                  <a:lnTo>
                    <a:pt x="368053" y="1126541"/>
                  </a:lnTo>
                  <a:lnTo>
                    <a:pt x="368051" y="1126533"/>
                  </a:lnTo>
                  <a:lnTo>
                    <a:pt x="368048" y="1126516"/>
                  </a:lnTo>
                  <a:lnTo>
                    <a:pt x="368047" y="1126504"/>
                  </a:lnTo>
                  <a:lnTo>
                    <a:pt x="368044" y="1126481"/>
                  </a:lnTo>
                  <a:lnTo>
                    <a:pt x="368041" y="1126473"/>
                  </a:lnTo>
                  <a:lnTo>
                    <a:pt x="368037" y="1126467"/>
                  </a:lnTo>
                  <a:lnTo>
                    <a:pt x="368029" y="1126461"/>
                  </a:lnTo>
                  <a:lnTo>
                    <a:pt x="368012" y="1126448"/>
                  </a:lnTo>
                  <a:lnTo>
                    <a:pt x="367989" y="1126432"/>
                  </a:lnTo>
                  <a:lnTo>
                    <a:pt x="367970" y="1126419"/>
                  </a:lnTo>
                  <a:lnTo>
                    <a:pt x="367947" y="1126407"/>
                  </a:lnTo>
                  <a:lnTo>
                    <a:pt x="367928" y="1126396"/>
                  </a:lnTo>
                  <a:lnTo>
                    <a:pt x="367914" y="1126387"/>
                  </a:lnTo>
                  <a:lnTo>
                    <a:pt x="367900" y="1126379"/>
                  </a:lnTo>
                  <a:lnTo>
                    <a:pt x="367886" y="1126373"/>
                  </a:lnTo>
                  <a:lnTo>
                    <a:pt x="367872" y="1126369"/>
                  </a:lnTo>
                  <a:lnTo>
                    <a:pt x="367854" y="1126368"/>
                  </a:lnTo>
                  <a:lnTo>
                    <a:pt x="367835" y="1126364"/>
                  </a:lnTo>
                  <a:lnTo>
                    <a:pt x="367820" y="1126354"/>
                  </a:lnTo>
                  <a:lnTo>
                    <a:pt x="367804" y="1126342"/>
                  </a:lnTo>
                  <a:lnTo>
                    <a:pt x="367796" y="1126333"/>
                  </a:lnTo>
                  <a:lnTo>
                    <a:pt x="367792" y="1126329"/>
                  </a:lnTo>
                  <a:lnTo>
                    <a:pt x="367784" y="1126318"/>
                  </a:lnTo>
                  <a:lnTo>
                    <a:pt x="367778" y="1126303"/>
                  </a:lnTo>
                  <a:lnTo>
                    <a:pt x="367775" y="1126292"/>
                  </a:lnTo>
                  <a:lnTo>
                    <a:pt x="367771" y="1126275"/>
                  </a:lnTo>
                  <a:lnTo>
                    <a:pt x="367768" y="1126259"/>
                  </a:lnTo>
                  <a:lnTo>
                    <a:pt x="367765" y="1126244"/>
                  </a:lnTo>
                  <a:lnTo>
                    <a:pt x="367761" y="1126236"/>
                  </a:lnTo>
                  <a:lnTo>
                    <a:pt x="367754" y="1126227"/>
                  </a:lnTo>
                  <a:lnTo>
                    <a:pt x="367746" y="1126215"/>
                  </a:lnTo>
                  <a:lnTo>
                    <a:pt x="367742" y="1126204"/>
                  </a:lnTo>
                  <a:lnTo>
                    <a:pt x="367740" y="1126194"/>
                  </a:lnTo>
                  <a:lnTo>
                    <a:pt x="367740" y="1126179"/>
                  </a:lnTo>
                  <a:lnTo>
                    <a:pt x="367742" y="1126161"/>
                  </a:lnTo>
                  <a:lnTo>
                    <a:pt x="367742" y="1126154"/>
                  </a:lnTo>
                  <a:lnTo>
                    <a:pt x="367740" y="1126148"/>
                  </a:lnTo>
                  <a:lnTo>
                    <a:pt x="367733" y="1126137"/>
                  </a:lnTo>
                  <a:lnTo>
                    <a:pt x="367721" y="1126121"/>
                  </a:lnTo>
                  <a:lnTo>
                    <a:pt x="367711" y="1126102"/>
                  </a:lnTo>
                  <a:lnTo>
                    <a:pt x="367702" y="1126085"/>
                  </a:lnTo>
                  <a:lnTo>
                    <a:pt x="367693" y="1126069"/>
                  </a:lnTo>
                  <a:lnTo>
                    <a:pt x="367687" y="1126054"/>
                  </a:lnTo>
                  <a:lnTo>
                    <a:pt x="367684" y="1126043"/>
                  </a:lnTo>
                  <a:lnTo>
                    <a:pt x="367682" y="1126032"/>
                  </a:lnTo>
                  <a:lnTo>
                    <a:pt x="367681" y="1126004"/>
                  </a:lnTo>
                  <a:lnTo>
                    <a:pt x="367680" y="1125978"/>
                  </a:lnTo>
                  <a:lnTo>
                    <a:pt x="367679" y="1125939"/>
                  </a:lnTo>
                  <a:lnTo>
                    <a:pt x="367679" y="1125921"/>
                  </a:lnTo>
                  <a:lnTo>
                    <a:pt x="367676" y="1125910"/>
                  </a:lnTo>
                  <a:lnTo>
                    <a:pt x="367672" y="1125895"/>
                  </a:lnTo>
                  <a:lnTo>
                    <a:pt x="367671" y="1125881"/>
                  </a:lnTo>
                  <a:lnTo>
                    <a:pt x="367671" y="1125870"/>
                  </a:lnTo>
                  <a:lnTo>
                    <a:pt x="367674" y="1125860"/>
                  </a:lnTo>
                  <a:lnTo>
                    <a:pt x="367685" y="1125834"/>
                  </a:lnTo>
                  <a:lnTo>
                    <a:pt x="367689" y="1125822"/>
                  </a:lnTo>
                  <a:lnTo>
                    <a:pt x="367695" y="1125803"/>
                  </a:lnTo>
                  <a:lnTo>
                    <a:pt x="367702" y="1125777"/>
                  </a:lnTo>
                  <a:lnTo>
                    <a:pt x="367707" y="1125764"/>
                  </a:lnTo>
                  <a:lnTo>
                    <a:pt x="367711" y="1125744"/>
                  </a:lnTo>
                  <a:lnTo>
                    <a:pt x="367715" y="1125716"/>
                  </a:lnTo>
                  <a:lnTo>
                    <a:pt x="367718" y="1125690"/>
                  </a:lnTo>
                  <a:lnTo>
                    <a:pt x="367718" y="1125675"/>
                  </a:lnTo>
                  <a:lnTo>
                    <a:pt x="367716" y="1125663"/>
                  </a:lnTo>
                  <a:lnTo>
                    <a:pt x="367711" y="1125638"/>
                  </a:lnTo>
                  <a:lnTo>
                    <a:pt x="367708" y="1125630"/>
                  </a:lnTo>
                  <a:lnTo>
                    <a:pt x="367701" y="1125615"/>
                  </a:lnTo>
                  <a:lnTo>
                    <a:pt x="367687" y="1125592"/>
                  </a:lnTo>
                  <a:lnTo>
                    <a:pt x="367674" y="1125571"/>
                  </a:lnTo>
                  <a:lnTo>
                    <a:pt x="367659" y="1125549"/>
                  </a:lnTo>
                  <a:lnTo>
                    <a:pt x="367644" y="1125533"/>
                  </a:lnTo>
                  <a:lnTo>
                    <a:pt x="367629" y="1125521"/>
                  </a:lnTo>
                  <a:lnTo>
                    <a:pt x="367610" y="1125508"/>
                  </a:lnTo>
                  <a:lnTo>
                    <a:pt x="367596" y="1125497"/>
                  </a:lnTo>
                  <a:lnTo>
                    <a:pt x="367586" y="1125486"/>
                  </a:lnTo>
                  <a:lnTo>
                    <a:pt x="367572" y="1125470"/>
                  </a:lnTo>
                  <a:lnTo>
                    <a:pt x="367560" y="1125457"/>
                  </a:lnTo>
                  <a:lnTo>
                    <a:pt x="367546" y="1125443"/>
                  </a:lnTo>
                  <a:lnTo>
                    <a:pt x="367542" y="1125438"/>
                  </a:lnTo>
                  <a:lnTo>
                    <a:pt x="367516" y="1125414"/>
                  </a:lnTo>
                  <a:lnTo>
                    <a:pt x="367504" y="1125404"/>
                  </a:lnTo>
                  <a:lnTo>
                    <a:pt x="367485" y="1125388"/>
                  </a:lnTo>
                  <a:lnTo>
                    <a:pt x="367469" y="1125376"/>
                  </a:lnTo>
                  <a:lnTo>
                    <a:pt x="367454" y="1125367"/>
                  </a:lnTo>
                  <a:lnTo>
                    <a:pt x="367439" y="1125361"/>
                  </a:lnTo>
                  <a:lnTo>
                    <a:pt x="367422" y="1125356"/>
                  </a:lnTo>
                  <a:lnTo>
                    <a:pt x="367407" y="1125353"/>
                  </a:lnTo>
                  <a:lnTo>
                    <a:pt x="367391" y="1125353"/>
                  </a:lnTo>
                  <a:lnTo>
                    <a:pt x="367375" y="1125355"/>
                  </a:lnTo>
                  <a:lnTo>
                    <a:pt x="367357" y="1125360"/>
                  </a:lnTo>
                  <a:lnTo>
                    <a:pt x="367346" y="1125364"/>
                  </a:lnTo>
                  <a:lnTo>
                    <a:pt x="367330" y="1125370"/>
                  </a:lnTo>
                  <a:lnTo>
                    <a:pt x="367313" y="1125377"/>
                  </a:lnTo>
                  <a:lnTo>
                    <a:pt x="367298" y="1125383"/>
                  </a:lnTo>
                  <a:lnTo>
                    <a:pt x="367273" y="1125395"/>
                  </a:lnTo>
                  <a:lnTo>
                    <a:pt x="367264" y="1125400"/>
                  </a:lnTo>
                  <a:lnTo>
                    <a:pt x="367252" y="1125407"/>
                  </a:lnTo>
                  <a:lnTo>
                    <a:pt x="367243" y="1125412"/>
                  </a:lnTo>
                  <a:lnTo>
                    <a:pt x="367236" y="1125413"/>
                  </a:lnTo>
                  <a:lnTo>
                    <a:pt x="367224" y="1125412"/>
                  </a:lnTo>
                  <a:lnTo>
                    <a:pt x="367210" y="1125407"/>
                  </a:lnTo>
                  <a:lnTo>
                    <a:pt x="367181" y="1125394"/>
                  </a:lnTo>
                  <a:lnTo>
                    <a:pt x="367163" y="1125384"/>
                  </a:lnTo>
                  <a:lnTo>
                    <a:pt x="367130" y="1125369"/>
                  </a:lnTo>
                  <a:lnTo>
                    <a:pt x="367104" y="1125359"/>
                  </a:lnTo>
                  <a:lnTo>
                    <a:pt x="367092" y="1125355"/>
                  </a:lnTo>
                  <a:lnTo>
                    <a:pt x="367077" y="1125354"/>
                  </a:lnTo>
                  <a:lnTo>
                    <a:pt x="367054" y="1125353"/>
                  </a:lnTo>
                  <a:lnTo>
                    <a:pt x="367045" y="1125351"/>
                  </a:lnTo>
                  <a:lnTo>
                    <a:pt x="367027" y="1125348"/>
                  </a:lnTo>
                  <a:lnTo>
                    <a:pt x="367007" y="1125343"/>
                  </a:lnTo>
                  <a:lnTo>
                    <a:pt x="366979" y="1125335"/>
                  </a:lnTo>
                  <a:lnTo>
                    <a:pt x="366970" y="1125333"/>
                  </a:lnTo>
                  <a:lnTo>
                    <a:pt x="366953" y="1125330"/>
                  </a:lnTo>
                  <a:lnTo>
                    <a:pt x="366925" y="1125323"/>
                  </a:lnTo>
                  <a:lnTo>
                    <a:pt x="366899" y="1125318"/>
                  </a:lnTo>
                  <a:lnTo>
                    <a:pt x="366890" y="1125314"/>
                  </a:lnTo>
                  <a:lnTo>
                    <a:pt x="366886" y="1125310"/>
                  </a:lnTo>
                  <a:lnTo>
                    <a:pt x="366880" y="1125301"/>
                  </a:lnTo>
                  <a:lnTo>
                    <a:pt x="366878" y="1125294"/>
                  </a:lnTo>
                  <a:lnTo>
                    <a:pt x="366878" y="1125280"/>
                  </a:lnTo>
                  <a:lnTo>
                    <a:pt x="366880" y="1125257"/>
                  </a:lnTo>
                  <a:lnTo>
                    <a:pt x="366879" y="1125249"/>
                  </a:lnTo>
                  <a:lnTo>
                    <a:pt x="366877" y="1125243"/>
                  </a:lnTo>
                  <a:lnTo>
                    <a:pt x="366868" y="1125233"/>
                  </a:lnTo>
                  <a:lnTo>
                    <a:pt x="366853" y="1125215"/>
                  </a:lnTo>
                  <a:lnTo>
                    <a:pt x="366845" y="1125206"/>
                  </a:lnTo>
                  <a:lnTo>
                    <a:pt x="366836" y="1125191"/>
                  </a:lnTo>
                  <a:lnTo>
                    <a:pt x="366827" y="1125174"/>
                  </a:lnTo>
                  <a:lnTo>
                    <a:pt x="366820" y="1125158"/>
                  </a:lnTo>
                  <a:lnTo>
                    <a:pt x="366815" y="1125142"/>
                  </a:lnTo>
                  <a:lnTo>
                    <a:pt x="366810" y="1125121"/>
                  </a:lnTo>
                  <a:lnTo>
                    <a:pt x="366805" y="1125098"/>
                  </a:lnTo>
                  <a:lnTo>
                    <a:pt x="366802" y="1125080"/>
                  </a:lnTo>
                  <a:lnTo>
                    <a:pt x="366797" y="1125071"/>
                  </a:lnTo>
                  <a:lnTo>
                    <a:pt x="366787" y="1125069"/>
                  </a:lnTo>
                  <a:lnTo>
                    <a:pt x="366767" y="1125068"/>
                  </a:lnTo>
                  <a:lnTo>
                    <a:pt x="366756" y="1125066"/>
                  </a:lnTo>
                  <a:lnTo>
                    <a:pt x="366747" y="1125063"/>
                  </a:lnTo>
                  <a:lnTo>
                    <a:pt x="366737" y="1125057"/>
                  </a:lnTo>
                  <a:lnTo>
                    <a:pt x="366731" y="1125051"/>
                  </a:lnTo>
                  <a:lnTo>
                    <a:pt x="366725" y="1125044"/>
                  </a:lnTo>
                  <a:lnTo>
                    <a:pt x="366721" y="1125035"/>
                  </a:lnTo>
                  <a:lnTo>
                    <a:pt x="366717" y="1125015"/>
                  </a:lnTo>
                  <a:lnTo>
                    <a:pt x="366713" y="1125000"/>
                  </a:lnTo>
                  <a:lnTo>
                    <a:pt x="366703" y="1124980"/>
                  </a:lnTo>
                  <a:lnTo>
                    <a:pt x="366693" y="1124965"/>
                  </a:lnTo>
                  <a:lnTo>
                    <a:pt x="366678" y="1124948"/>
                  </a:lnTo>
                  <a:lnTo>
                    <a:pt x="366665" y="1124934"/>
                  </a:lnTo>
                  <a:lnTo>
                    <a:pt x="366652" y="1124923"/>
                  </a:lnTo>
                  <a:lnTo>
                    <a:pt x="366638" y="1124915"/>
                  </a:lnTo>
                  <a:lnTo>
                    <a:pt x="366624" y="1124909"/>
                  </a:lnTo>
                  <a:lnTo>
                    <a:pt x="366607" y="1124904"/>
                  </a:lnTo>
                  <a:lnTo>
                    <a:pt x="366590" y="1124902"/>
                  </a:lnTo>
                  <a:lnTo>
                    <a:pt x="366567" y="1124901"/>
                  </a:lnTo>
                  <a:lnTo>
                    <a:pt x="366517" y="1124900"/>
                  </a:lnTo>
                  <a:lnTo>
                    <a:pt x="366499" y="1124898"/>
                  </a:lnTo>
                  <a:lnTo>
                    <a:pt x="366486" y="1124894"/>
                  </a:lnTo>
                  <a:lnTo>
                    <a:pt x="366474" y="1124887"/>
                  </a:lnTo>
                  <a:lnTo>
                    <a:pt x="366464" y="1124877"/>
                  </a:lnTo>
                  <a:lnTo>
                    <a:pt x="366453" y="1124864"/>
                  </a:lnTo>
                  <a:lnTo>
                    <a:pt x="366443" y="1124846"/>
                  </a:lnTo>
                  <a:lnTo>
                    <a:pt x="366432" y="1124833"/>
                  </a:lnTo>
                  <a:lnTo>
                    <a:pt x="366419" y="1124821"/>
                  </a:lnTo>
                  <a:lnTo>
                    <a:pt x="366412" y="1124819"/>
                  </a:lnTo>
                  <a:lnTo>
                    <a:pt x="366406" y="1124819"/>
                  </a:lnTo>
                  <a:lnTo>
                    <a:pt x="366400" y="1124823"/>
                  </a:lnTo>
                  <a:lnTo>
                    <a:pt x="366396" y="1124827"/>
                  </a:lnTo>
                  <a:lnTo>
                    <a:pt x="366386" y="1124838"/>
                  </a:lnTo>
                  <a:lnTo>
                    <a:pt x="366368" y="1124859"/>
                  </a:lnTo>
                  <a:lnTo>
                    <a:pt x="366360" y="1124867"/>
                  </a:lnTo>
                  <a:lnTo>
                    <a:pt x="366356" y="1124871"/>
                  </a:lnTo>
                  <a:lnTo>
                    <a:pt x="366349" y="1124874"/>
                  </a:lnTo>
                  <a:lnTo>
                    <a:pt x="366332" y="1124878"/>
                  </a:lnTo>
                  <a:lnTo>
                    <a:pt x="366299" y="1124884"/>
                  </a:lnTo>
                  <a:lnTo>
                    <a:pt x="366288" y="1124886"/>
                  </a:lnTo>
                  <a:lnTo>
                    <a:pt x="366256" y="1124891"/>
                  </a:lnTo>
                  <a:lnTo>
                    <a:pt x="366222" y="1124898"/>
                  </a:lnTo>
                  <a:lnTo>
                    <a:pt x="366187" y="1124905"/>
                  </a:lnTo>
                  <a:lnTo>
                    <a:pt x="366181" y="1124906"/>
                  </a:lnTo>
                  <a:lnTo>
                    <a:pt x="366148" y="1124912"/>
                  </a:lnTo>
                  <a:lnTo>
                    <a:pt x="366116" y="1124919"/>
                  </a:lnTo>
                  <a:lnTo>
                    <a:pt x="366096" y="1124925"/>
                  </a:lnTo>
                  <a:lnTo>
                    <a:pt x="366089" y="1124928"/>
                  </a:lnTo>
                  <a:lnTo>
                    <a:pt x="366075" y="1124935"/>
                  </a:lnTo>
                  <a:lnTo>
                    <a:pt x="366062" y="1124944"/>
                  </a:lnTo>
                  <a:lnTo>
                    <a:pt x="366053" y="1124951"/>
                  </a:lnTo>
                  <a:lnTo>
                    <a:pt x="366049" y="1124954"/>
                  </a:lnTo>
                  <a:lnTo>
                    <a:pt x="366036" y="1124966"/>
                  </a:lnTo>
                  <a:lnTo>
                    <a:pt x="366024" y="1124980"/>
                  </a:lnTo>
                  <a:lnTo>
                    <a:pt x="366010" y="1124996"/>
                  </a:lnTo>
                  <a:lnTo>
                    <a:pt x="365993" y="1125016"/>
                  </a:lnTo>
                  <a:lnTo>
                    <a:pt x="365981" y="1125028"/>
                  </a:lnTo>
                  <a:lnTo>
                    <a:pt x="365971" y="1125035"/>
                  </a:lnTo>
                  <a:lnTo>
                    <a:pt x="365964" y="1125036"/>
                  </a:lnTo>
                  <a:lnTo>
                    <a:pt x="365956" y="1125036"/>
                  </a:lnTo>
                  <a:lnTo>
                    <a:pt x="365950" y="1125034"/>
                  </a:lnTo>
                  <a:lnTo>
                    <a:pt x="365937" y="1125029"/>
                  </a:lnTo>
                  <a:lnTo>
                    <a:pt x="365911" y="1125019"/>
                  </a:lnTo>
                  <a:lnTo>
                    <a:pt x="365895" y="1125014"/>
                  </a:lnTo>
                  <a:lnTo>
                    <a:pt x="365876" y="1125011"/>
                  </a:lnTo>
                  <a:lnTo>
                    <a:pt x="365865" y="1125011"/>
                  </a:lnTo>
                  <a:lnTo>
                    <a:pt x="365858" y="1125012"/>
                  </a:lnTo>
                  <a:lnTo>
                    <a:pt x="365845" y="1125020"/>
                  </a:lnTo>
                  <a:lnTo>
                    <a:pt x="365829" y="1125036"/>
                  </a:lnTo>
                  <a:lnTo>
                    <a:pt x="365809" y="1125052"/>
                  </a:lnTo>
                  <a:lnTo>
                    <a:pt x="365791" y="1125073"/>
                  </a:lnTo>
                  <a:lnTo>
                    <a:pt x="365783" y="1125085"/>
                  </a:lnTo>
                  <a:lnTo>
                    <a:pt x="365775" y="1125106"/>
                  </a:lnTo>
                  <a:lnTo>
                    <a:pt x="365765" y="1125125"/>
                  </a:lnTo>
                  <a:lnTo>
                    <a:pt x="365754" y="1125148"/>
                  </a:lnTo>
                  <a:lnTo>
                    <a:pt x="365745" y="1125166"/>
                  </a:lnTo>
                  <a:lnTo>
                    <a:pt x="365734" y="1125186"/>
                  </a:lnTo>
                  <a:lnTo>
                    <a:pt x="365722" y="1125211"/>
                  </a:lnTo>
                  <a:lnTo>
                    <a:pt x="365709" y="1125235"/>
                  </a:lnTo>
                  <a:lnTo>
                    <a:pt x="365707" y="1125240"/>
                  </a:lnTo>
                  <a:lnTo>
                    <a:pt x="365703" y="1125249"/>
                  </a:lnTo>
                  <a:lnTo>
                    <a:pt x="365702" y="1125258"/>
                  </a:lnTo>
                  <a:lnTo>
                    <a:pt x="365703" y="1125267"/>
                  </a:lnTo>
                  <a:lnTo>
                    <a:pt x="365711" y="1125287"/>
                  </a:lnTo>
                  <a:lnTo>
                    <a:pt x="365728" y="1125317"/>
                  </a:lnTo>
                  <a:lnTo>
                    <a:pt x="365735" y="1125329"/>
                  </a:lnTo>
                  <a:lnTo>
                    <a:pt x="365737" y="1125340"/>
                  </a:lnTo>
                  <a:lnTo>
                    <a:pt x="365739" y="1125353"/>
                  </a:lnTo>
                  <a:lnTo>
                    <a:pt x="365740" y="1125376"/>
                  </a:lnTo>
                  <a:lnTo>
                    <a:pt x="365741" y="1125398"/>
                  </a:lnTo>
                  <a:lnTo>
                    <a:pt x="365742" y="1125428"/>
                  </a:lnTo>
                  <a:lnTo>
                    <a:pt x="365744" y="1125448"/>
                  </a:lnTo>
                  <a:lnTo>
                    <a:pt x="365746" y="1125472"/>
                  </a:lnTo>
                  <a:lnTo>
                    <a:pt x="365745" y="1125478"/>
                  </a:lnTo>
                  <a:lnTo>
                    <a:pt x="365742" y="1125486"/>
                  </a:lnTo>
                  <a:lnTo>
                    <a:pt x="365734" y="1125500"/>
                  </a:lnTo>
                  <a:lnTo>
                    <a:pt x="365725" y="1125509"/>
                  </a:lnTo>
                  <a:lnTo>
                    <a:pt x="365711" y="1125523"/>
                  </a:lnTo>
                  <a:lnTo>
                    <a:pt x="365698" y="1125534"/>
                  </a:lnTo>
                  <a:lnTo>
                    <a:pt x="365681" y="1125547"/>
                  </a:lnTo>
                  <a:lnTo>
                    <a:pt x="365664" y="1125557"/>
                  </a:lnTo>
                  <a:lnTo>
                    <a:pt x="365649" y="1125563"/>
                  </a:lnTo>
                  <a:lnTo>
                    <a:pt x="365634" y="1125567"/>
                  </a:lnTo>
                  <a:lnTo>
                    <a:pt x="365614" y="1125569"/>
                  </a:lnTo>
                  <a:lnTo>
                    <a:pt x="365580" y="1125572"/>
                  </a:lnTo>
                  <a:lnTo>
                    <a:pt x="365559" y="1125576"/>
                  </a:lnTo>
                  <a:lnTo>
                    <a:pt x="365549" y="1125581"/>
                  </a:lnTo>
                  <a:lnTo>
                    <a:pt x="365539" y="1125588"/>
                  </a:lnTo>
                  <a:lnTo>
                    <a:pt x="365526" y="1125600"/>
                  </a:lnTo>
                  <a:lnTo>
                    <a:pt x="365516" y="1125612"/>
                  </a:lnTo>
                  <a:lnTo>
                    <a:pt x="365507" y="1125626"/>
                  </a:lnTo>
                  <a:lnTo>
                    <a:pt x="365499" y="1125641"/>
                  </a:lnTo>
                  <a:lnTo>
                    <a:pt x="365494" y="1125656"/>
                  </a:lnTo>
                  <a:lnTo>
                    <a:pt x="365486" y="1125679"/>
                  </a:lnTo>
                  <a:lnTo>
                    <a:pt x="365481" y="1125696"/>
                  </a:lnTo>
                  <a:lnTo>
                    <a:pt x="365472" y="1125719"/>
                  </a:lnTo>
                  <a:lnTo>
                    <a:pt x="365467" y="1125733"/>
                  </a:lnTo>
                  <a:lnTo>
                    <a:pt x="365463" y="1125743"/>
                  </a:lnTo>
                  <a:lnTo>
                    <a:pt x="365459" y="1125752"/>
                  </a:lnTo>
                  <a:lnTo>
                    <a:pt x="365453" y="1125762"/>
                  </a:lnTo>
                  <a:lnTo>
                    <a:pt x="365445" y="1125770"/>
                  </a:lnTo>
                  <a:lnTo>
                    <a:pt x="365437" y="1125776"/>
                  </a:lnTo>
                  <a:lnTo>
                    <a:pt x="365420" y="1125787"/>
                  </a:lnTo>
                  <a:lnTo>
                    <a:pt x="365398" y="1125800"/>
                  </a:lnTo>
                  <a:lnTo>
                    <a:pt x="365386" y="1125808"/>
                  </a:lnTo>
                  <a:lnTo>
                    <a:pt x="365379" y="1125815"/>
                  </a:lnTo>
                  <a:lnTo>
                    <a:pt x="365373" y="1125825"/>
                  </a:lnTo>
                  <a:lnTo>
                    <a:pt x="365370" y="1125834"/>
                  </a:lnTo>
                  <a:lnTo>
                    <a:pt x="365368" y="1125845"/>
                  </a:lnTo>
                  <a:lnTo>
                    <a:pt x="365367" y="1125864"/>
                  </a:lnTo>
                  <a:lnTo>
                    <a:pt x="365368" y="1125888"/>
                  </a:lnTo>
                  <a:lnTo>
                    <a:pt x="365369" y="1125908"/>
                  </a:lnTo>
                  <a:lnTo>
                    <a:pt x="365372" y="1125935"/>
                  </a:lnTo>
                  <a:lnTo>
                    <a:pt x="365373" y="1125949"/>
                  </a:lnTo>
                  <a:lnTo>
                    <a:pt x="365373" y="1125961"/>
                  </a:lnTo>
                  <a:lnTo>
                    <a:pt x="365371" y="1125982"/>
                  </a:lnTo>
                  <a:lnTo>
                    <a:pt x="365367" y="1126011"/>
                  </a:lnTo>
                  <a:lnTo>
                    <a:pt x="365363" y="1126040"/>
                  </a:lnTo>
                  <a:lnTo>
                    <a:pt x="365359" y="1126064"/>
                  </a:lnTo>
                  <a:lnTo>
                    <a:pt x="365355" y="1126092"/>
                  </a:lnTo>
                  <a:lnTo>
                    <a:pt x="365352" y="1126114"/>
                  </a:lnTo>
                  <a:lnTo>
                    <a:pt x="365349" y="1126121"/>
                  </a:lnTo>
                  <a:lnTo>
                    <a:pt x="365337" y="1126119"/>
                  </a:lnTo>
                  <a:lnTo>
                    <a:pt x="365306" y="1126104"/>
                  </a:lnTo>
                  <a:lnTo>
                    <a:pt x="365282" y="1126093"/>
                  </a:lnTo>
                  <a:lnTo>
                    <a:pt x="365257" y="1126081"/>
                  </a:lnTo>
                  <a:lnTo>
                    <a:pt x="365243" y="1126074"/>
                  </a:lnTo>
                  <a:lnTo>
                    <a:pt x="365221" y="1126062"/>
                  </a:lnTo>
                  <a:lnTo>
                    <a:pt x="365200" y="1126050"/>
                  </a:lnTo>
                  <a:lnTo>
                    <a:pt x="365177" y="1126037"/>
                  </a:lnTo>
                  <a:lnTo>
                    <a:pt x="365149" y="1126021"/>
                  </a:lnTo>
                  <a:lnTo>
                    <a:pt x="365118" y="1126003"/>
                  </a:lnTo>
                  <a:lnTo>
                    <a:pt x="365092" y="1125988"/>
                  </a:lnTo>
                  <a:lnTo>
                    <a:pt x="365065" y="1125973"/>
                  </a:lnTo>
                  <a:lnTo>
                    <a:pt x="365037" y="1125956"/>
                  </a:lnTo>
                  <a:lnTo>
                    <a:pt x="365010" y="1125941"/>
                  </a:lnTo>
                  <a:lnTo>
                    <a:pt x="364986" y="1125927"/>
                  </a:lnTo>
                  <a:lnTo>
                    <a:pt x="364964" y="1125913"/>
                  </a:lnTo>
                  <a:lnTo>
                    <a:pt x="364939" y="1125895"/>
                  </a:lnTo>
                  <a:lnTo>
                    <a:pt x="364914" y="1125879"/>
                  </a:lnTo>
                  <a:lnTo>
                    <a:pt x="364888" y="1125861"/>
                  </a:lnTo>
                  <a:lnTo>
                    <a:pt x="364860" y="1125843"/>
                  </a:lnTo>
                  <a:lnTo>
                    <a:pt x="364843" y="1125832"/>
                  </a:lnTo>
                  <a:lnTo>
                    <a:pt x="364836" y="1125828"/>
                  </a:lnTo>
                  <a:lnTo>
                    <a:pt x="364817" y="1125819"/>
                  </a:lnTo>
                  <a:lnTo>
                    <a:pt x="364796" y="1125811"/>
                  </a:lnTo>
                  <a:lnTo>
                    <a:pt x="364765" y="1125799"/>
                  </a:lnTo>
                  <a:lnTo>
                    <a:pt x="364731" y="1125786"/>
                  </a:lnTo>
                  <a:lnTo>
                    <a:pt x="364713" y="1125779"/>
                  </a:lnTo>
                  <a:lnTo>
                    <a:pt x="364692" y="1125773"/>
                  </a:lnTo>
                  <a:lnTo>
                    <a:pt x="364674" y="1125770"/>
                  </a:lnTo>
                  <a:lnTo>
                    <a:pt x="364661" y="1125769"/>
                  </a:lnTo>
                  <a:lnTo>
                    <a:pt x="364638" y="1125770"/>
                  </a:lnTo>
                  <a:lnTo>
                    <a:pt x="364619" y="1125773"/>
                  </a:lnTo>
                  <a:lnTo>
                    <a:pt x="364601" y="1125780"/>
                  </a:lnTo>
                  <a:lnTo>
                    <a:pt x="364577" y="1125792"/>
                  </a:lnTo>
                  <a:lnTo>
                    <a:pt x="364552" y="1125808"/>
                  </a:lnTo>
                  <a:lnTo>
                    <a:pt x="364519" y="1125830"/>
                  </a:lnTo>
                  <a:lnTo>
                    <a:pt x="364495" y="1125847"/>
                  </a:lnTo>
                  <a:lnTo>
                    <a:pt x="364475" y="1125861"/>
                  </a:lnTo>
                  <a:lnTo>
                    <a:pt x="364438" y="1125884"/>
                  </a:lnTo>
                  <a:lnTo>
                    <a:pt x="364412" y="1125900"/>
                  </a:lnTo>
                  <a:lnTo>
                    <a:pt x="364396" y="1125909"/>
                  </a:lnTo>
                  <a:lnTo>
                    <a:pt x="364388" y="1125913"/>
                  </a:lnTo>
                  <a:lnTo>
                    <a:pt x="364362" y="1125924"/>
                  </a:lnTo>
                  <a:lnTo>
                    <a:pt x="364334" y="1125935"/>
                  </a:lnTo>
                  <a:lnTo>
                    <a:pt x="364310" y="1125942"/>
                  </a:lnTo>
                  <a:lnTo>
                    <a:pt x="364294" y="1125945"/>
                  </a:lnTo>
                  <a:lnTo>
                    <a:pt x="364276" y="1125946"/>
                  </a:lnTo>
                  <a:lnTo>
                    <a:pt x="364263" y="1125944"/>
                  </a:lnTo>
                  <a:lnTo>
                    <a:pt x="364257" y="1125942"/>
                  </a:lnTo>
                  <a:lnTo>
                    <a:pt x="364253" y="1125938"/>
                  </a:lnTo>
                  <a:lnTo>
                    <a:pt x="364242" y="1125920"/>
                  </a:lnTo>
                  <a:lnTo>
                    <a:pt x="364233" y="1125910"/>
                  </a:lnTo>
                  <a:lnTo>
                    <a:pt x="364223" y="1125897"/>
                  </a:lnTo>
                  <a:lnTo>
                    <a:pt x="364204" y="1125876"/>
                  </a:lnTo>
                  <a:lnTo>
                    <a:pt x="364194" y="1125866"/>
                  </a:lnTo>
                  <a:lnTo>
                    <a:pt x="364188" y="1125860"/>
                  </a:lnTo>
                  <a:lnTo>
                    <a:pt x="364173" y="1125845"/>
                  </a:lnTo>
                  <a:lnTo>
                    <a:pt x="364159" y="1125831"/>
                  </a:lnTo>
                  <a:lnTo>
                    <a:pt x="364143" y="1125813"/>
                  </a:lnTo>
                  <a:lnTo>
                    <a:pt x="364131" y="1125803"/>
                  </a:lnTo>
                  <a:lnTo>
                    <a:pt x="364116" y="1125796"/>
                  </a:lnTo>
                  <a:lnTo>
                    <a:pt x="364090" y="1125788"/>
                  </a:lnTo>
                  <a:lnTo>
                    <a:pt x="364059" y="1125778"/>
                  </a:lnTo>
                  <a:lnTo>
                    <a:pt x="364041" y="1125770"/>
                  </a:lnTo>
                  <a:lnTo>
                    <a:pt x="364027" y="1125763"/>
                  </a:lnTo>
                  <a:lnTo>
                    <a:pt x="364001" y="1125747"/>
                  </a:lnTo>
                  <a:lnTo>
                    <a:pt x="363976" y="1125731"/>
                  </a:lnTo>
                  <a:lnTo>
                    <a:pt x="363948" y="1125711"/>
                  </a:lnTo>
                  <a:lnTo>
                    <a:pt x="363931" y="1125700"/>
                  </a:lnTo>
                  <a:lnTo>
                    <a:pt x="363920" y="1125691"/>
                  </a:lnTo>
                  <a:lnTo>
                    <a:pt x="363908" y="1125678"/>
                  </a:lnTo>
                  <a:lnTo>
                    <a:pt x="363899" y="1125662"/>
                  </a:lnTo>
                  <a:lnTo>
                    <a:pt x="363896" y="1125652"/>
                  </a:lnTo>
                  <a:lnTo>
                    <a:pt x="363893" y="1125626"/>
                  </a:lnTo>
                  <a:lnTo>
                    <a:pt x="363891" y="1125618"/>
                  </a:lnTo>
                  <a:lnTo>
                    <a:pt x="363884" y="1125614"/>
                  </a:lnTo>
                  <a:lnTo>
                    <a:pt x="363864" y="1125609"/>
                  </a:lnTo>
                  <a:lnTo>
                    <a:pt x="363846" y="1125608"/>
                  </a:lnTo>
                  <a:lnTo>
                    <a:pt x="363839" y="1125608"/>
                  </a:lnTo>
                  <a:lnTo>
                    <a:pt x="363821" y="1125612"/>
                  </a:lnTo>
                  <a:lnTo>
                    <a:pt x="363775" y="1125623"/>
                  </a:lnTo>
                  <a:lnTo>
                    <a:pt x="363734" y="1125631"/>
                  </a:lnTo>
                  <a:lnTo>
                    <a:pt x="363710" y="1125636"/>
                  </a:lnTo>
                  <a:lnTo>
                    <a:pt x="363688" y="1125639"/>
                  </a:lnTo>
                  <a:lnTo>
                    <a:pt x="363645" y="1125643"/>
                  </a:lnTo>
                  <a:lnTo>
                    <a:pt x="363617" y="1125647"/>
                  </a:lnTo>
                  <a:lnTo>
                    <a:pt x="363583" y="1125655"/>
                  </a:lnTo>
                  <a:lnTo>
                    <a:pt x="363533" y="1125668"/>
                  </a:lnTo>
                  <a:lnTo>
                    <a:pt x="363507" y="1125674"/>
                  </a:lnTo>
                  <a:lnTo>
                    <a:pt x="363485" y="1125682"/>
                  </a:lnTo>
                  <a:lnTo>
                    <a:pt x="363457" y="1125694"/>
                  </a:lnTo>
                  <a:lnTo>
                    <a:pt x="363444" y="1125701"/>
                  </a:lnTo>
                  <a:lnTo>
                    <a:pt x="363442" y="1125706"/>
                  </a:lnTo>
                  <a:lnTo>
                    <a:pt x="363441" y="1125712"/>
                  </a:lnTo>
                  <a:lnTo>
                    <a:pt x="363443" y="1125723"/>
                  </a:lnTo>
                  <a:lnTo>
                    <a:pt x="363446" y="1125751"/>
                  </a:lnTo>
                  <a:lnTo>
                    <a:pt x="363450" y="1125798"/>
                  </a:lnTo>
                  <a:lnTo>
                    <a:pt x="363454" y="1125835"/>
                  </a:lnTo>
                  <a:lnTo>
                    <a:pt x="363455" y="1125847"/>
                  </a:lnTo>
                  <a:lnTo>
                    <a:pt x="363456" y="1125855"/>
                  </a:lnTo>
                  <a:lnTo>
                    <a:pt x="363457" y="1125864"/>
                  </a:lnTo>
                  <a:lnTo>
                    <a:pt x="363459" y="1125890"/>
                  </a:lnTo>
                  <a:lnTo>
                    <a:pt x="363464" y="1125917"/>
                  </a:lnTo>
                  <a:lnTo>
                    <a:pt x="363468" y="1125946"/>
                  </a:lnTo>
                  <a:lnTo>
                    <a:pt x="363473" y="1125980"/>
                  </a:lnTo>
                  <a:lnTo>
                    <a:pt x="363477" y="1126007"/>
                  </a:lnTo>
                  <a:lnTo>
                    <a:pt x="363481" y="1126032"/>
                  </a:lnTo>
                  <a:lnTo>
                    <a:pt x="363485" y="1126056"/>
                  </a:lnTo>
                  <a:lnTo>
                    <a:pt x="363490" y="1126083"/>
                  </a:lnTo>
                  <a:lnTo>
                    <a:pt x="363495" y="1126111"/>
                  </a:lnTo>
                  <a:lnTo>
                    <a:pt x="363500" y="1126137"/>
                  </a:lnTo>
                  <a:lnTo>
                    <a:pt x="363501" y="1126143"/>
                  </a:lnTo>
                  <a:lnTo>
                    <a:pt x="363504" y="1126162"/>
                  </a:lnTo>
                  <a:lnTo>
                    <a:pt x="363509" y="1126184"/>
                  </a:lnTo>
                  <a:lnTo>
                    <a:pt x="363509" y="1126190"/>
                  </a:lnTo>
                  <a:lnTo>
                    <a:pt x="363510" y="1126196"/>
                  </a:lnTo>
                  <a:lnTo>
                    <a:pt x="363508" y="1126213"/>
                  </a:lnTo>
                  <a:lnTo>
                    <a:pt x="363502" y="1126233"/>
                  </a:lnTo>
                  <a:lnTo>
                    <a:pt x="363495" y="1126260"/>
                  </a:lnTo>
                  <a:lnTo>
                    <a:pt x="363489" y="1126286"/>
                  </a:lnTo>
                  <a:lnTo>
                    <a:pt x="363482" y="1126315"/>
                  </a:lnTo>
                  <a:lnTo>
                    <a:pt x="363479" y="1126325"/>
                  </a:lnTo>
                  <a:lnTo>
                    <a:pt x="363474" y="1126330"/>
                  </a:lnTo>
                  <a:lnTo>
                    <a:pt x="363467" y="1126330"/>
                  </a:lnTo>
                  <a:lnTo>
                    <a:pt x="363453" y="1126326"/>
                  </a:lnTo>
                  <a:lnTo>
                    <a:pt x="363436" y="1126321"/>
                  </a:lnTo>
                  <a:lnTo>
                    <a:pt x="363428" y="1126319"/>
                  </a:lnTo>
                  <a:lnTo>
                    <a:pt x="363416" y="1126315"/>
                  </a:lnTo>
                  <a:lnTo>
                    <a:pt x="363398" y="1126309"/>
                  </a:lnTo>
                  <a:lnTo>
                    <a:pt x="363380" y="1126305"/>
                  </a:lnTo>
                  <a:lnTo>
                    <a:pt x="363358" y="1126305"/>
                  </a:lnTo>
                  <a:lnTo>
                    <a:pt x="363336" y="1126309"/>
                  </a:lnTo>
                  <a:lnTo>
                    <a:pt x="363313" y="1126313"/>
                  </a:lnTo>
                  <a:lnTo>
                    <a:pt x="363290" y="1126320"/>
                  </a:lnTo>
                  <a:lnTo>
                    <a:pt x="363257" y="1126330"/>
                  </a:lnTo>
                  <a:lnTo>
                    <a:pt x="363235" y="1126339"/>
                  </a:lnTo>
                  <a:lnTo>
                    <a:pt x="363213" y="1126350"/>
                  </a:lnTo>
                  <a:lnTo>
                    <a:pt x="363194" y="1126360"/>
                  </a:lnTo>
                  <a:lnTo>
                    <a:pt x="363174" y="1126374"/>
                  </a:lnTo>
                  <a:lnTo>
                    <a:pt x="363155" y="1126388"/>
                  </a:lnTo>
                  <a:lnTo>
                    <a:pt x="363139" y="1126404"/>
                  </a:lnTo>
                  <a:lnTo>
                    <a:pt x="363120" y="1126422"/>
                  </a:lnTo>
                  <a:lnTo>
                    <a:pt x="363099" y="1126443"/>
                  </a:lnTo>
                  <a:lnTo>
                    <a:pt x="363087" y="1126456"/>
                  </a:lnTo>
                  <a:lnTo>
                    <a:pt x="363082" y="1126465"/>
                  </a:lnTo>
                  <a:lnTo>
                    <a:pt x="363070" y="1126487"/>
                  </a:lnTo>
                  <a:lnTo>
                    <a:pt x="363067" y="1126492"/>
                  </a:lnTo>
                  <a:lnTo>
                    <a:pt x="363058" y="1126507"/>
                  </a:lnTo>
                  <a:lnTo>
                    <a:pt x="363044" y="1126531"/>
                  </a:lnTo>
                  <a:lnTo>
                    <a:pt x="363032" y="1126551"/>
                  </a:lnTo>
                  <a:lnTo>
                    <a:pt x="363020" y="1126571"/>
                  </a:lnTo>
                  <a:lnTo>
                    <a:pt x="363009" y="1126589"/>
                  </a:lnTo>
                  <a:lnTo>
                    <a:pt x="362997" y="1126610"/>
                  </a:lnTo>
                  <a:lnTo>
                    <a:pt x="362987" y="1126627"/>
                  </a:lnTo>
                  <a:lnTo>
                    <a:pt x="362980" y="1126640"/>
                  </a:lnTo>
                  <a:lnTo>
                    <a:pt x="362971" y="1126652"/>
                  </a:lnTo>
                  <a:lnTo>
                    <a:pt x="362966" y="1126658"/>
                  </a:lnTo>
                  <a:lnTo>
                    <a:pt x="362958" y="1126667"/>
                  </a:lnTo>
                  <a:lnTo>
                    <a:pt x="362953" y="1126672"/>
                  </a:lnTo>
                  <a:lnTo>
                    <a:pt x="362944" y="1126681"/>
                  </a:lnTo>
                  <a:lnTo>
                    <a:pt x="362931" y="1126694"/>
                  </a:lnTo>
                  <a:lnTo>
                    <a:pt x="362913" y="1126709"/>
                  </a:lnTo>
                  <a:lnTo>
                    <a:pt x="362900" y="1126720"/>
                  </a:lnTo>
                  <a:lnTo>
                    <a:pt x="362893" y="1126726"/>
                  </a:lnTo>
                  <a:lnTo>
                    <a:pt x="362886" y="1126732"/>
                  </a:lnTo>
                  <a:lnTo>
                    <a:pt x="362879" y="1126737"/>
                  </a:lnTo>
                  <a:lnTo>
                    <a:pt x="362871" y="1126742"/>
                  </a:lnTo>
                  <a:lnTo>
                    <a:pt x="362864" y="1126745"/>
                  </a:lnTo>
                  <a:lnTo>
                    <a:pt x="362856" y="1126746"/>
                  </a:lnTo>
                  <a:lnTo>
                    <a:pt x="362842" y="1126748"/>
                  </a:lnTo>
                  <a:lnTo>
                    <a:pt x="362829" y="1126749"/>
                  </a:lnTo>
                  <a:lnTo>
                    <a:pt x="362817" y="1126750"/>
                  </a:lnTo>
                  <a:lnTo>
                    <a:pt x="362807" y="1126749"/>
                  </a:lnTo>
                  <a:lnTo>
                    <a:pt x="362796" y="1126748"/>
                  </a:lnTo>
                  <a:lnTo>
                    <a:pt x="362786" y="1126745"/>
                  </a:lnTo>
                  <a:lnTo>
                    <a:pt x="362777" y="1126742"/>
                  </a:lnTo>
                  <a:lnTo>
                    <a:pt x="362772" y="1126738"/>
                  </a:lnTo>
                  <a:lnTo>
                    <a:pt x="362766" y="1126733"/>
                  </a:lnTo>
                  <a:lnTo>
                    <a:pt x="362760" y="1126726"/>
                  </a:lnTo>
                  <a:lnTo>
                    <a:pt x="362753" y="1126717"/>
                  </a:lnTo>
                  <a:lnTo>
                    <a:pt x="362748" y="1126709"/>
                  </a:lnTo>
                  <a:lnTo>
                    <a:pt x="362743" y="1126700"/>
                  </a:lnTo>
                  <a:lnTo>
                    <a:pt x="362736" y="1126691"/>
                  </a:lnTo>
                  <a:lnTo>
                    <a:pt x="362730" y="1126685"/>
                  </a:lnTo>
                  <a:lnTo>
                    <a:pt x="362722" y="1126681"/>
                  </a:lnTo>
                  <a:lnTo>
                    <a:pt x="362713" y="1126677"/>
                  </a:lnTo>
                  <a:lnTo>
                    <a:pt x="362705" y="1126675"/>
                  </a:lnTo>
                  <a:lnTo>
                    <a:pt x="362696" y="1126675"/>
                  </a:lnTo>
                  <a:lnTo>
                    <a:pt x="362687" y="1126676"/>
                  </a:lnTo>
                  <a:lnTo>
                    <a:pt x="362672" y="1126679"/>
                  </a:lnTo>
                  <a:lnTo>
                    <a:pt x="362658" y="1126682"/>
                  </a:lnTo>
                  <a:lnTo>
                    <a:pt x="362645" y="1126688"/>
                  </a:lnTo>
                  <a:lnTo>
                    <a:pt x="362627" y="1126699"/>
                  </a:lnTo>
                  <a:lnTo>
                    <a:pt x="362622" y="1126701"/>
                  </a:lnTo>
                  <a:lnTo>
                    <a:pt x="362613" y="1126706"/>
                  </a:lnTo>
                  <a:lnTo>
                    <a:pt x="362601" y="1126712"/>
                  </a:lnTo>
                  <a:lnTo>
                    <a:pt x="362591" y="1126718"/>
                  </a:lnTo>
                  <a:lnTo>
                    <a:pt x="362587" y="1126720"/>
                  </a:lnTo>
                  <a:lnTo>
                    <a:pt x="362578" y="1126726"/>
                  </a:lnTo>
                  <a:lnTo>
                    <a:pt x="362567" y="1126732"/>
                  </a:lnTo>
                  <a:lnTo>
                    <a:pt x="362556" y="1126737"/>
                  </a:lnTo>
                  <a:lnTo>
                    <a:pt x="362546" y="1126740"/>
                  </a:lnTo>
                  <a:lnTo>
                    <a:pt x="362536" y="1126743"/>
                  </a:lnTo>
                  <a:lnTo>
                    <a:pt x="362527" y="1126746"/>
                  </a:lnTo>
                  <a:lnTo>
                    <a:pt x="362519" y="1126748"/>
                  </a:lnTo>
                  <a:lnTo>
                    <a:pt x="362511" y="1126748"/>
                  </a:lnTo>
                  <a:lnTo>
                    <a:pt x="362505" y="1126748"/>
                  </a:lnTo>
                  <a:lnTo>
                    <a:pt x="362495" y="1126746"/>
                  </a:lnTo>
                  <a:lnTo>
                    <a:pt x="362488" y="1126744"/>
                  </a:lnTo>
                  <a:lnTo>
                    <a:pt x="362482" y="1126742"/>
                  </a:lnTo>
                  <a:lnTo>
                    <a:pt x="362463" y="1126734"/>
                  </a:lnTo>
                  <a:lnTo>
                    <a:pt x="362447" y="1126728"/>
                  </a:lnTo>
                  <a:lnTo>
                    <a:pt x="362440" y="1126725"/>
                  </a:lnTo>
                  <a:lnTo>
                    <a:pt x="362432" y="1126722"/>
                  </a:lnTo>
                  <a:lnTo>
                    <a:pt x="362428" y="1126719"/>
                  </a:lnTo>
                  <a:lnTo>
                    <a:pt x="362429" y="1126712"/>
                  </a:lnTo>
                  <a:lnTo>
                    <a:pt x="362432" y="1126701"/>
                  </a:lnTo>
                  <a:lnTo>
                    <a:pt x="362433" y="1126691"/>
                  </a:lnTo>
                  <a:lnTo>
                    <a:pt x="362433" y="1126670"/>
                  </a:lnTo>
                  <a:lnTo>
                    <a:pt x="362431" y="1126651"/>
                  </a:lnTo>
                  <a:lnTo>
                    <a:pt x="362429" y="1126633"/>
                  </a:lnTo>
                  <a:lnTo>
                    <a:pt x="362425" y="1126618"/>
                  </a:lnTo>
                  <a:lnTo>
                    <a:pt x="362423" y="1126606"/>
                  </a:lnTo>
                  <a:lnTo>
                    <a:pt x="362418" y="1126591"/>
                  </a:lnTo>
                  <a:lnTo>
                    <a:pt x="362412" y="1126575"/>
                  </a:lnTo>
                  <a:lnTo>
                    <a:pt x="362406" y="1126562"/>
                  </a:lnTo>
                  <a:lnTo>
                    <a:pt x="362401" y="1126552"/>
                  </a:lnTo>
                  <a:lnTo>
                    <a:pt x="362393" y="1126535"/>
                  </a:lnTo>
                  <a:lnTo>
                    <a:pt x="362390" y="1126528"/>
                  </a:lnTo>
                  <a:lnTo>
                    <a:pt x="362386" y="1126520"/>
                  </a:lnTo>
                  <a:lnTo>
                    <a:pt x="362379" y="1126505"/>
                  </a:lnTo>
                  <a:lnTo>
                    <a:pt x="362376" y="1126500"/>
                  </a:lnTo>
                  <a:lnTo>
                    <a:pt x="362373" y="1126494"/>
                  </a:lnTo>
                  <a:lnTo>
                    <a:pt x="362367" y="1126487"/>
                  </a:lnTo>
                  <a:lnTo>
                    <a:pt x="362360" y="1126481"/>
                  </a:lnTo>
                  <a:lnTo>
                    <a:pt x="362353" y="1126476"/>
                  </a:lnTo>
                  <a:lnTo>
                    <a:pt x="362344" y="1126470"/>
                  </a:lnTo>
                  <a:lnTo>
                    <a:pt x="362331" y="1126462"/>
                  </a:lnTo>
                  <a:lnTo>
                    <a:pt x="362319" y="1126455"/>
                  </a:lnTo>
                  <a:lnTo>
                    <a:pt x="362312" y="1126451"/>
                  </a:lnTo>
                  <a:lnTo>
                    <a:pt x="362306" y="1126450"/>
                  </a:lnTo>
                  <a:lnTo>
                    <a:pt x="362298" y="1126449"/>
                  </a:lnTo>
                  <a:lnTo>
                    <a:pt x="362290" y="1126448"/>
                  </a:lnTo>
                  <a:lnTo>
                    <a:pt x="362286" y="1126446"/>
                  </a:lnTo>
                  <a:lnTo>
                    <a:pt x="362280" y="1126442"/>
                  </a:lnTo>
                  <a:lnTo>
                    <a:pt x="362275" y="1126437"/>
                  </a:lnTo>
                  <a:lnTo>
                    <a:pt x="362266" y="1126426"/>
                  </a:lnTo>
                  <a:lnTo>
                    <a:pt x="362259" y="1126417"/>
                  </a:lnTo>
                  <a:lnTo>
                    <a:pt x="362254" y="1126408"/>
                  </a:lnTo>
                  <a:lnTo>
                    <a:pt x="362249" y="1126398"/>
                  </a:lnTo>
                  <a:lnTo>
                    <a:pt x="362238" y="1126379"/>
                  </a:lnTo>
                  <a:lnTo>
                    <a:pt x="362231" y="1126368"/>
                  </a:lnTo>
                  <a:lnTo>
                    <a:pt x="362227" y="1126359"/>
                  </a:lnTo>
                  <a:lnTo>
                    <a:pt x="362221" y="1126346"/>
                  </a:lnTo>
                  <a:lnTo>
                    <a:pt x="362216" y="1126334"/>
                  </a:lnTo>
                  <a:lnTo>
                    <a:pt x="362210" y="1126320"/>
                  </a:lnTo>
                  <a:lnTo>
                    <a:pt x="362205" y="1126315"/>
                  </a:lnTo>
                  <a:lnTo>
                    <a:pt x="362198" y="1126313"/>
                  </a:lnTo>
                  <a:lnTo>
                    <a:pt x="362170" y="1126313"/>
                  </a:lnTo>
                  <a:lnTo>
                    <a:pt x="362134" y="1126313"/>
                  </a:lnTo>
                  <a:lnTo>
                    <a:pt x="362118" y="1126313"/>
                  </a:lnTo>
                  <a:lnTo>
                    <a:pt x="362094" y="1126313"/>
                  </a:lnTo>
                  <a:lnTo>
                    <a:pt x="362056" y="1126313"/>
                  </a:lnTo>
                  <a:lnTo>
                    <a:pt x="362033" y="1126315"/>
                  </a:lnTo>
                  <a:lnTo>
                    <a:pt x="362021" y="1126315"/>
                  </a:lnTo>
                  <a:lnTo>
                    <a:pt x="362015" y="1126315"/>
                  </a:lnTo>
                  <a:lnTo>
                    <a:pt x="362001" y="1126314"/>
                  </a:lnTo>
                  <a:lnTo>
                    <a:pt x="361980" y="1126311"/>
                  </a:lnTo>
                  <a:lnTo>
                    <a:pt x="361973" y="1126310"/>
                  </a:lnTo>
                  <a:lnTo>
                    <a:pt x="361947" y="1126307"/>
                  </a:lnTo>
                  <a:lnTo>
                    <a:pt x="361922" y="1126304"/>
                  </a:lnTo>
                  <a:lnTo>
                    <a:pt x="361911" y="1126302"/>
                  </a:lnTo>
                  <a:lnTo>
                    <a:pt x="361902" y="1126302"/>
                  </a:lnTo>
                  <a:lnTo>
                    <a:pt x="361889" y="1126300"/>
                  </a:lnTo>
                  <a:lnTo>
                    <a:pt x="361880" y="1126298"/>
                  </a:lnTo>
                  <a:lnTo>
                    <a:pt x="361874" y="1126296"/>
                  </a:lnTo>
                  <a:lnTo>
                    <a:pt x="361869" y="1126293"/>
                  </a:lnTo>
                  <a:lnTo>
                    <a:pt x="361864" y="1126287"/>
                  </a:lnTo>
                  <a:lnTo>
                    <a:pt x="361859" y="1126281"/>
                  </a:lnTo>
                  <a:lnTo>
                    <a:pt x="361856" y="1126275"/>
                  </a:lnTo>
                  <a:lnTo>
                    <a:pt x="361852" y="1126265"/>
                  </a:lnTo>
                  <a:lnTo>
                    <a:pt x="361848" y="1126254"/>
                  </a:lnTo>
                  <a:lnTo>
                    <a:pt x="361844" y="1126240"/>
                  </a:lnTo>
                  <a:lnTo>
                    <a:pt x="361839" y="1126220"/>
                  </a:lnTo>
                  <a:lnTo>
                    <a:pt x="361834" y="1126208"/>
                  </a:lnTo>
                  <a:lnTo>
                    <a:pt x="361828" y="1126190"/>
                  </a:lnTo>
                  <a:lnTo>
                    <a:pt x="361821" y="1126172"/>
                  </a:lnTo>
                  <a:lnTo>
                    <a:pt x="361814" y="1126158"/>
                  </a:lnTo>
                  <a:lnTo>
                    <a:pt x="361807" y="1126142"/>
                  </a:lnTo>
                  <a:lnTo>
                    <a:pt x="361805" y="1126137"/>
                  </a:lnTo>
                  <a:lnTo>
                    <a:pt x="361799" y="1126125"/>
                  </a:lnTo>
                  <a:lnTo>
                    <a:pt x="361791" y="1126112"/>
                  </a:lnTo>
                  <a:lnTo>
                    <a:pt x="361785" y="1126103"/>
                  </a:lnTo>
                  <a:lnTo>
                    <a:pt x="361778" y="1126092"/>
                  </a:lnTo>
                  <a:lnTo>
                    <a:pt x="361770" y="1126083"/>
                  </a:lnTo>
                  <a:lnTo>
                    <a:pt x="361764" y="1126074"/>
                  </a:lnTo>
                  <a:lnTo>
                    <a:pt x="361758" y="1126067"/>
                  </a:lnTo>
                  <a:lnTo>
                    <a:pt x="361754" y="1126061"/>
                  </a:lnTo>
                  <a:lnTo>
                    <a:pt x="361749" y="1126053"/>
                  </a:lnTo>
                  <a:lnTo>
                    <a:pt x="361747" y="1126047"/>
                  </a:lnTo>
                  <a:lnTo>
                    <a:pt x="361742" y="1126034"/>
                  </a:lnTo>
                  <a:lnTo>
                    <a:pt x="361737" y="1126023"/>
                  </a:lnTo>
                  <a:lnTo>
                    <a:pt x="361727" y="1126014"/>
                  </a:lnTo>
                  <a:lnTo>
                    <a:pt x="361715" y="1126004"/>
                  </a:lnTo>
                  <a:lnTo>
                    <a:pt x="361710" y="1125999"/>
                  </a:lnTo>
                  <a:lnTo>
                    <a:pt x="361695" y="1125984"/>
                  </a:lnTo>
                  <a:lnTo>
                    <a:pt x="361686" y="1125973"/>
                  </a:lnTo>
                  <a:lnTo>
                    <a:pt x="361678" y="1125963"/>
                  </a:lnTo>
                  <a:lnTo>
                    <a:pt x="361666" y="1125949"/>
                  </a:lnTo>
                  <a:lnTo>
                    <a:pt x="361656" y="1125937"/>
                  </a:lnTo>
                  <a:lnTo>
                    <a:pt x="361648" y="1125929"/>
                  </a:lnTo>
                  <a:lnTo>
                    <a:pt x="361638" y="1125921"/>
                  </a:lnTo>
                  <a:lnTo>
                    <a:pt x="361627" y="1125913"/>
                  </a:lnTo>
                  <a:lnTo>
                    <a:pt x="361617" y="1125908"/>
                  </a:lnTo>
                  <a:lnTo>
                    <a:pt x="361607" y="1125904"/>
                  </a:lnTo>
                  <a:lnTo>
                    <a:pt x="361591" y="1125899"/>
                  </a:lnTo>
                  <a:lnTo>
                    <a:pt x="361576" y="1125896"/>
                  </a:lnTo>
                  <a:lnTo>
                    <a:pt x="361560" y="1125892"/>
                  </a:lnTo>
                  <a:lnTo>
                    <a:pt x="361548" y="1125889"/>
                  </a:lnTo>
                  <a:lnTo>
                    <a:pt x="361533" y="1125885"/>
                  </a:lnTo>
                  <a:lnTo>
                    <a:pt x="361522" y="1125882"/>
                  </a:lnTo>
                  <a:lnTo>
                    <a:pt x="361509" y="1125877"/>
                  </a:lnTo>
                  <a:lnTo>
                    <a:pt x="361498" y="1125872"/>
                  </a:lnTo>
                  <a:lnTo>
                    <a:pt x="361485" y="1125867"/>
                  </a:lnTo>
                  <a:lnTo>
                    <a:pt x="361471" y="1125861"/>
                  </a:lnTo>
                  <a:lnTo>
                    <a:pt x="361465" y="1125858"/>
                  </a:lnTo>
                  <a:lnTo>
                    <a:pt x="361454" y="1125850"/>
                  </a:lnTo>
                  <a:lnTo>
                    <a:pt x="361441" y="1125850"/>
                  </a:lnTo>
                  <a:lnTo>
                    <a:pt x="361428" y="1125852"/>
                  </a:lnTo>
                  <a:lnTo>
                    <a:pt x="361414" y="1125855"/>
                  </a:lnTo>
                  <a:lnTo>
                    <a:pt x="361399" y="1125856"/>
                  </a:lnTo>
                  <a:lnTo>
                    <a:pt x="361376" y="1125856"/>
                  </a:lnTo>
                  <a:lnTo>
                    <a:pt x="361364" y="1125856"/>
                  </a:lnTo>
                  <a:lnTo>
                    <a:pt x="361358" y="1125855"/>
                  </a:lnTo>
                  <a:lnTo>
                    <a:pt x="361353" y="1125853"/>
                  </a:lnTo>
                  <a:lnTo>
                    <a:pt x="361342" y="1125845"/>
                  </a:lnTo>
                  <a:lnTo>
                    <a:pt x="361327" y="1125837"/>
                  </a:lnTo>
                  <a:lnTo>
                    <a:pt x="361313" y="1125830"/>
                  </a:lnTo>
                  <a:lnTo>
                    <a:pt x="361300" y="1125825"/>
                  </a:lnTo>
                  <a:lnTo>
                    <a:pt x="361287" y="1125821"/>
                  </a:lnTo>
                  <a:lnTo>
                    <a:pt x="361277" y="1125818"/>
                  </a:lnTo>
                  <a:lnTo>
                    <a:pt x="361264" y="1125815"/>
                  </a:lnTo>
                  <a:lnTo>
                    <a:pt x="361240" y="1125810"/>
                  </a:lnTo>
                  <a:lnTo>
                    <a:pt x="361233" y="1125808"/>
                  </a:lnTo>
                  <a:lnTo>
                    <a:pt x="361226" y="1125805"/>
                  </a:lnTo>
                  <a:lnTo>
                    <a:pt x="361216" y="1125801"/>
                  </a:lnTo>
                  <a:lnTo>
                    <a:pt x="361206" y="1125795"/>
                  </a:lnTo>
                  <a:lnTo>
                    <a:pt x="361193" y="1125787"/>
                  </a:lnTo>
                  <a:lnTo>
                    <a:pt x="361180" y="1125779"/>
                  </a:lnTo>
                  <a:lnTo>
                    <a:pt x="361168" y="1125773"/>
                  </a:lnTo>
                  <a:lnTo>
                    <a:pt x="361155" y="1125767"/>
                  </a:lnTo>
                  <a:lnTo>
                    <a:pt x="361145" y="1125763"/>
                  </a:lnTo>
                  <a:lnTo>
                    <a:pt x="361132" y="1125759"/>
                  </a:lnTo>
                  <a:lnTo>
                    <a:pt x="361119" y="1125756"/>
                  </a:lnTo>
                  <a:lnTo>
                    <a:pt x="361111" y="1125752"/>
                  </a:lnTo>
                  <a:lnTo>
                    <a:pt x="361116" y="1125741"/>
                  </a:lnTo>
                  <a:lnTo>
                    <a:pt x="361131" y="1125724"/>
                  </a:lnTo>
                  <a:lnTo>
                    <a:pt x="361147" y="1125707"/>
                  </a:lnTo>
                  <a:lnTo>
                    <a:pt x="361153" y="1125701"/>
                  </a:lnTo>
                  <a:lnTo>
                    <a:pt x="361159" y="1125695"/>
                  </a:lnTo>
                  <a:lnTo>
                    <a:pt x="361173" y="1125683"/>
                  </a:lnTo>
                  <a:lnTo>
                    <a:pt x="361189" y="1125671"/>
                  </a:lnTo>
                  <a:lnTo>
                    <a:pt x="361203" y="1125660"/>
                  </a:lnTo>
                  <a:lnTo>
                    <a:pt x="361219" y="1125648"/>
                  </a:lnTo>
                  <a:lnTo>
                    <a:pt x="361241" y="1125631"/>
                  </a:lnTo>
                  <a:lnTo>
                    <a:pt x="361260" y="1125617"/>
                  </a:lnTo>
                  <a:lnTo>
                    <a:pt x="361276" y="1125603"/>
                  </a:lnTo>
                  <a:lnTo>
                    <a:pt x="361295" y="1125588"/>
                  </a:lnTo>
                  <a:lnTo>
                    <a:pt x="361306" y="1125578"/>
                  </a:lnTo>
                  <a:lnTo>
                    <a:pt x="361314" y="1125569"/>
                  </a:lnTo>
                  <a:lnTo>
                    <a:pt x="361320" y="1125561"/>
                  </a:lnTo>
                  <a:lnTo>
                    <a:pt x="361327" y="1125550"/>
                  </a:lnTo>
                  <a:lnTo>
                    <a:pt x="361333" y="1125537"/>
                  </a:lnTo>
                  <a:lnTo>
                    <a:pt x="361340" y="1125523"/>
                  </a:lnTo>
                  <a:lnTo>
                    <a:pt x="361345" y="1125506"/>
                  </a:lnTo>
                  <a:lnTo>
                    <a:pt x="361350" y="1125489"/>
                  </a:lnTo>
                  <a:lnTo>
                    <a:pt x="361352" y="1125481"/>
                  </a:lnTo>
                  <a:lnTo>
                    <a:pt x="361355" y="1125470"/>
                  </a:lnTo>
                  <a:lnTo>
                    <a:pt x="361357" y="1125457"/>
                  </a:lnTo>
                  <a:lnTo>
                    <a:pt x="361359" y="1125440"/>
                  </a:lnTo>
                  <a:lnTo>
                    <a:pt x="361359" y="1125434"/>
                  </a:lnTo>
                  <a:lnTo>
                    <a:pt x="361360" y="1125415"/>
                  </a:lnTo>
                  <a:lnTo>
                    <a:pt x="361359" y="1125410"/>
                  </a:lnTo>
                  <a:lnTo>
                    <a:pt x="361359" y="1125393"/>
                  </a:lnTo>
                  <a:lnTo>
                    <a:pt x="361357" y="1125370"/>
                  </a:lnTo>
                  <a:lnTo>
                    <a:pt x="361354" y="1125345"/>
                  </a:lnTo>
                  <a:lnTo>
                    <a:pt x="361352" y="1125319"/>
                  </a:lnTo>
                  <a:lnTo>
                    <a:pt x="361348" y="1125296"/>
                  </a:lnTo>
                  <a:lnTo>
                    <a:pt x="361343" y="1125274"/>
                  </a:lnTo>
                  <a:lnTo>
                    <a:pt x="361338" y="1125261"/>
                  </a:lnTo>
                  <a:lnTo>
                    <a:pt x="361330" y="1125248"/>
                  </a:lnTo>
                  <a:lnTo>
                    <a:pt x="361320" y="1125233"/>
                  </a:lnTo>
                  <a:lnTo>
                    <a:pt x="361309" y="1125218"/>
                  </a:lnTo>
                  <a:lnTo>
                    <a:pt x="361300" y="1125206"/>
                  </a:lnTo>
                  <a:lnTo>
                    <a:pt x="361293" y="1125199"/>
                  </a:lnTo>
                  <a:lnTo>
                    <a:pt x="361283" y="1125191"/>
                  </a:lnTo>
                  <a:lnTo>
                    <a:pt x="361276" y="1125186"/>
                  </a:lnTo>
                  <a:lnTo>
                    <a:pt x="361270" y="1125182"/>
                  </a:lnTo>
                  <a:lnTo>
                    <a:pt x="361257" y="1125176"/>
                  </a:lnTo>
                  <a:lnTo>
                    <a:pt x="361243" y="1125170"/>
                  </a:lnTo>
                  <a:lnTo>
                    <a:pt x="361232" y="1125167"/>
                  </a:lnTo>
                  <a:lnTo>
                    <a:pt x="361221" y="1125165"/>
                  </a:lnTo>
                  <a:lnTo>
                    <a:pt x="361203" y="1125163"/>
                  </a:lnTo>
                  <a:lnTo>
                    <a:pt x="361187" y="1125161"/>
                  </a:lnTo>
                  <a:lnTo>
                    <a:pt x="361168" y="1125160"/>
                  </a:lnTo>
                  <a:lnTo>
                    <a:pt x="361136" y="1125160"/>
                  </a:lnTo>
                  <a:lnTo>
                    <a:pt x="361095" y="1125158"/>
                  </a:lnTo>
                  <a:lnTo>
                    <a:pt x="361080" y="1125158"/>
                  </a:lnTo>
                  <a:lnTo>
                    <a:pt x="361076" y="1125157"/>
                  </a:lnTo>
                  <a:lnTo>
                    <a:pt x="361071" y="1125156"/>
                  </a:lnTo>
                  <a:lnTo>
                    <a:pt x="361064" y="1125153"/>
                  </a:lnTo>
                  <a:lnTo>
                    <a:pt x="361054" y="1125148"/>
                  </a:lnTo>
                  <a:lnTo>
                    <a:pt x="361032" y="1125134"/>
                  </a:lnTo>
                  <a:lnTo>
                    <a:pt x="361016" y="1125121"/>
                  </a:lnTo>
                  <a:lnTo>
                    <a:pt x="361006" y="1125114"/>
                  </a:lnTo>
                  <a:lnTo>
                    <a:pt x="360986" y="1125099"/>
                  </a:lnTo>
                  <a:lnTo>
                    <a:pt x="360966" y="1125083"/>
                  </a:lnTo>
                  <a:lnTo>
                    <a:pt x="360955" y="1125074"/>
                  </a:lnTo>
                  <a:lnTo>
                    <a:pt x="360937" y="1125058"/>
                  </a:lnTo>
                  <a:lnTo>
                    <a:pt x="360912" y="1125038"/>
                  </a:lnTo>
                  <a:lnTo>
                    <a:pt x="360894" y="1125024"/>
                  </a:lnTo>
                  <a:lnTo>
                    <a:pt x="360881" y="1125012"/>
                  </a:lnTo>
                  <a:lnTo>
                    <a:pt x="360873" y="1125003"/>
                  </a:lnTo>
                  <a:lnTo>
                    <a:pt x="360863" y="1124992"/>
                  </a:lnTo>
                  <a:lnTo>
                    <a:pt x="360851" y="1124979"/>
                  </a:lnTo>
                  <a:lnTo>
                    <a:pt x="360841" y="1124964"/>
                  </a:lnTo>
                  <a:lnTo>
                    <a:pt x="360833" y="1124954"/>
                  </a:lnTo>
                  <a:lnTo>
                    <a:pt x="360824" y="1124940"/>
                  </a:lnTo>
                  <a:lnTo>
                    <a:pt x="360815" y="1124926"/>
                  </a:lnTo>
                  <a:lnTo>
                    <a:pt x="360809" y="1124913"/>
                  </a:lnTo>
                  <a:lnTo>
                    <a:pt x="360801" y="1124902"/>
                  </a:lnTo>
                  <a:lnTo>
                    <a:pt x="360797" y="1124899"/>
                  </a:lnTo>
                  <a:lnTo>
                    <a:pt x="360788" y="1124898"/>
                  </a:lnTo>
                  <a:lnTo>
                    <a:pt x="360780" y="1124899"/>
                  </a:lnTo>
                  <a:lnTo>
                    <a:pt x="360775" y="1124900"/>
                  </a:lnTo>
                  <a:lnTo>
                    <a:pt x="360769" y="1124902"/>
                  </a:lnTo>
                  <a:lnTo>
                    <a:pt x="360757" y="1124907"/>
                  </a:lnTo>
                  <a:lnTo>
                    <a:pt x="360738" y="1124917"/>
                  </a:lnTo>
                  <a:lnTo>
                    <a:pt x="360726" y="1124925"/>
                  </a:lnTo>
                  <a:lnTo>
                    <a:pt x="360712" y="1124935"/>
                  </a:lnTo>
                  <a:lnTo>
                    <a:pt x="360698" y="1124944"/>
                  </a:lnTo>
                  <a:lnTo>
                    <a:pt x="360684" y="1124955"/>
                  </a:lnTo>
                  <a:lnTo>
                    <a:pt x="360672" y="1124966"/>
                  </a:lnTo>
                  <a:lnTo>
                    <a:pt x="360666" y="1124973"/>
                  </a:lnTo>
                  <a:lnTo>
                    <a:pt x="360663" y="1124979"/>
                  </a:lnTo>
                  <a:lnTo>
                    <a:pt x="360658" y="1124988"/>
                  </a:lnTo>
                  <a:lnTo>
                    <a:pt x="360655" y="1124997"/>
                  </a:lnTo>
                  <a:lnTo>
                    <a:pt x="360652" y="1125006"/>
                  </a:lnTo>
                  <a:lnTo>
                    <a:pt x="360648" y="1125026"/>
                  </a:lnTo>
                  <a:lnTo>
                    <a:pt x="360646" y="1125042"/>
                  </a:lnTo>
                  <a:lnTo>
                    <a:pt x="360644" y="1125058"/>
                  </a:lnTo>
                  <a:lnTo>
                    <a:pt x="360641" y="1125072"/>
                  </a:lnTo>
                  <a:lnTo>
                    <a:pt x="360639" y="1125092"/>
                  </a:lnTo>
                  <a:lnTo>
                    <a:pt x="360637" y="1125119"/>
                  </a:lnTo>
                  <a:lnTo>
                    <a:pt x="360636" y="1125144"/>
                  </a:lnTo>
                  <a:lnTo>
                    <a:pt x="360635" y="1125152"/>
                  </a:lnTo>
                  <a:lnTo>
                    <a:pt x="360632" y="1125159"/>
                  </a:lnTo>
                  <a:lnTo>
                    <a:pt x="360628" y="1125169"/>
                  </a:lnTo>
                  <a:lnTo>
                    <a:pt x="360622" y="1125181"/>
                  </a:lnTo>
                  <a:lnTo>
                    <a:pt x="360617" y="1125190"/>
                  </a:lnTo>
                  <a:lnTo>
                    <a:pt x="360611" y="1125201"/>
                  </a:lnTo>
                  <a:lnTo>
                    <a:pt x="360606" y="1125212"/>
                  </a:lnTo>
                  <a:lnTo>
                    <a:pt x="360602" y="1125221"/>
                  </a:lnTo>
                  <a:lnTo>
                    <a:pt x="360596" y="1125237"/>
                  </a:lnTo>
                  <a:lnTo>
                    <a:pt x="360594" y="1125243"/>
                  </a:lnTo>
                  <a:lnTo>
                    <a:pt x="360593" y="1125252"/>
                  </a:lnTo>
                  <a:lnTo>
                    <a:pt x="360593" y="1125262"/>
                  </a:lnTo>
                  <a:lnTo>
                    <a:pt x="360596" y="1125280"/>
                  </a:lnTo>
                  <a:lnTo>
                    <a:pt x="360600" y="1125293"/>
                  </a:lnTo>
                  <a:lnTo>
                    <a:pt x="360605" y="1125308"/>
                  </a:lnTo>
                  <a:lnTo>
                    <a:pt x="360610" y="1125322"/>
                  </a:lnTo>
                  <a:lnTo>
                    <a:pt x="360613" y="1125330"/>
                  </a:lnTo>
                  <a:lnTo>
                    <a:pt x="360611" y="1125338"/>
                  </a:lnTo>
                  <a:lnTo>
                    <a:pt x="360607" y="1125342"/>
                  </a:lnTo>
                  <a:lnTo>
                    <a:pt x="360601" y="1125344"/>
                  </a:lnTo>
                  <a:lnTo>
                    <a:pt x="360591" y="1125348"/>
                  </a:lnTo>
                  <a:lnTo>
                    <a:pt x="360573" y="1125356"/>
                  </a:lnTo>
                  <a:lnTo>
                    <a:pt x="360554" y="1125365"/>
                  </a:lnTo>
                  <a:lnTo>
                    <a:pt x="360533" y="1125374"/>
                  </a:lnTo>
                  <a:lnTo>
                    <a:pt x="360513" y="1125384"/>
                  </a:lnTo>
                  <a:lnTo>
                    <a:pt x="360491" y="1125396"/>
                  </a:lnTo>
                  <a:lnTo>
                    <a:pt x="360472" y="1125406"/>
                  </a:lnTo>
                  <a:lnTo>
                    <a:pt x="360453" y="1125413"/>
                  </a:lnTo>
                  <a:lnTo>
                    <a:pt x="360435" y="1125421"/>
                  </a:lnTo>
                  <a:lnTo>
                    <a:pt x="360423" y="1125427"/>
                  </a:lnTo>
                  <a:lnTo>
                    <a:pt x="360410" y="1125435"/>
                  </a:lnTo>
                  <a:lnTo>
                    <a:pt x="360400" y="1125440"/>
                  </a:lnTo>
                  <a:lnTo>
                    <a:pt x="360391" y="1125445"/>
                  </a:lnTo>
                  <a:lnTo>
                    <a:pt x="360378" y="1125449"/>
                  </a:lnTo>
                  <a:lnTo>
                    <a:pt x="360360" y="1125453"/>
                  </a:lnTo>
                  <a:lnTo>
                    <a:pt x="360346" y="1125454"/>
                  </a:lnTo>
                  <a:lnTo>
                    <a:pt x="360322" y="1125454"/>
                  </a:lnTo>
                  <a:lnTo>
                    <a:pt x="360306" y="1125454"/>
                  </a:lnTo>
                  <a:lnTo>
                    <a:pt x="360282" y="1125453"/>
                  </a:lnTo>
                  <a:lnTo>
                    <a:pt x="360276" y="1125453"/>
                  </a:lnTo>
                  <a:lnTo>
                    <a:pt x="360263" y="1125451"/>
                  </a:lnTo>
                  <a:lnTo>
                    <a:pt x="360246" y="1125449"/>
                  </a:lnTo>
                  <a:lnTo>
                    <a:pt x="360226" y="1125444"/>
                  </a:lnTo>
                  <a:lnTo>
                    <a:pt x="360210" y="1125441"/>
                  </a:lnTo>
                  <a:lnTo>
                    <a:pt x="360191" y="1125439"/>
                  </a:lnTo>
                  <a:lnTo>
                    <a:pt x="360169" y="1125437"/>
                  </a:lnTo>
                  <a:lnTo>
                    <a:pt x="360148" y="1125435"/>
                  </a:lnTo>
                  <a:lnTo>
                    <a:pt x="360125" y="1125434"/>
                  </a:lnTo>
                  <a:lnTo>
                    <a:pt x="360119" y="1125433"/>
                  </a:lnTo>
                  <a:lnTo>
                    <a:pt x="360113" y="1125432"/>
                  </a:lnTo>
                  <a:lnTo>
                    <a:pt x="360096" y="1125429"/>
                  </a:lnTo>
                  <a:lnTo>
                    <a:pt x="360084" y="1125425"/>
                  </a:lnTo>
                  <a:lnTo>
                    <a:pt x="360070" y="1125420"/>
                  </a:lnTo>
                  <a:lnTo>
                    <a:pt x="360063" y="1125417"/>
                  </a:lnTo>
                  <a:lnTo>
                    <a:pt x="360053" y="1125416"/>
                  </a:lnTo>
                  <a:lnTo>
                    <a:pt x="360035" y="1125416"/>
                  </a:lnTo>
                  <a:lnTo>
                    <a:pt x="360015" y="1125417"/>
                  </a:lnTo>
                  <a:lnTo>
                    <a:pt x="359995" y="1125418"/>
                  </a:lnTo>
                  <a:lnTo>
                    <a:pt x="359979" y="1125418"/>
                  </a:lnTo>
                  <a:lnTo>
                    <a:pt x="359966" y="1125416"/>
                  </a:lnTo>
                  <a:lnTo>
                    <a:pt x="359960" y="1125415"/>
                  </a:lnTo>
                  <a:lnTo>
                    <a:pt x="359950" y="1125411"/>
                  </a:lnTo>
                  <a:lnTo>
                    <a:pt x="359943" y="1125407"/>
                  </a:lnTo>
                  <a:lnTo>
                    <a:pt x="359939" y="1125405"/>
                  </a:lnTo>
                  <a:lnTo>
                    <a:pt x="359921" y="1125397"/>
                  </a:lnTo>
                  <a:lnTo>
                    <a:pt x="359904" y="1125392"/>
                  </a:lnTo>
                  <a:lnTo>
                    <a:pt x="359890" y="1125388"/>
                  </a:lnTo>
                  <a:lnTo>
                    <a:pt x="359873" y="1125384"/>
                  </a:lnTo>
                  <a:lnTo>
                    <a:pt x="359862" y="1125382"/>
                  </a:lnTo>
                  <a:lnTo>
                    <a:pt x="359848" y="1125379"/>
                  </a:lnTo>
                  <a:lnTo>
                    <a:pt x="359825" y="1125376"/>
                  </a:lnTo>
                  <a:lnTo>
                    <a:pt x="359806" y="1125374"/>
                  </a:lnTo>
                  <a:lnTo>
                    <a:pt x="359786" y="1125373"/>
                  </a:lnTo>
                  <a:lnTo>
                    <a:pt x="359766" y="1125374"/>
                  </a:lnTo>
                  <a:lnTo>
                    <a:pt x="359726" y="1125375"/>
                  </a:lnTo>
                  <a:lnTo>
                    <a:pt x="359706" y="1125376"/>
                  </a:lnTo>
                  <a:lnTo>
                    <a:pt x="359689" y="1125376"/>
                  </a:lnTo>
                  <a:lnTo>
                    <a:pt x="359678" y="1125374"/>
                  </a:lnTo>
                  <a:lnTo>
                    <a:pt x="359671" y="1125373"/>
                  </a:lnTo>
                  <a:lnTo>
                    <a:pt x="359665" y="1125369"/>
                  </a:lnTo>
                  <a:lnTo>
                    <a:pt x="359655" y="1125362"/>
                  </a:lnTo>
                  <a:lnTo>
                    <a:pt x="359641" y="1125349"/>
                  </a:lnTo>
                  <a:lnTo>
                    <a:pt x="359627" y="1125339"/>
                  </a:lnTo>
                  <a:lnTo>
                    <a:pt x="359615" y="1125330"/>
                  </a:lnTo>
                  <a:lnTo>
                    <a:pt x="359604" y="1125320"/>
                  </a:lnTo>
                  <a:lnTo>
                    <a:pt x="359596" y="1125314"/>
                  </a:lnTo>
                  <a:lnTo>
                    <a:pt x="359581" y="1125306"/>
                  </a:lnTo>
                  <a:lnTo>
                    <a:pt x="359567" y="1125298"/>
                  </a:lnTo>
                  <a:lnTo>
                    <a:pt x="359554" y="1125291"/>
                  </a:lnTo>
                  <a:lnTo>
                    <a:pt x="359548" y="1125288"/>
                  </a:lnTo>
                  <a:lnTo>
                    <a:pt x="359540" y="1125285"/>
                  </a:lnTo>
                  <a:lnTo>
                    <a:pt x="359529" y="1125288"/>
                  </a:lnTo>
                  <a:lnTo>
                    <a:pt x="359520" y="1125290"/>
                  </a:lnTo>
                  <a:lnTo>
                    <a:pt x="359516" y="1125291"/>
                  </a:lnTo>
                  <a:lnTo>
                    <a:pt x="359497" y="1125296"/>
                  </a:lnTo>
                  <a:lnTo>
                    <a:pt x="359477" y="1125301"/>
                  </a:lnTo>
                  <a:lnTo>
                    <a:pt x="359464" y="1125304"/>
                  </a:lnTo>
                  <a:lnTo>
                    <a:pt x="359454" y="1125307"/>
                  </a:lnTo>
                  <a:lnTo>
                    <a:pt x="359433" y="1125312"/>
                  </a:lnTo>
                  <a:lnTo>
                    <a:pt x="359419" y="1125316"/>
                  </a:lnTo>
                  <a:lnTo>
                    <a:pt x="359405" y="1125320"/>
                  </a:lnTo>
                  <a:lnTo>
                    <a:pt x="359392" y="1125323"/>
                  </a:lnTo>
                  <a:lnTo>
                    <a:pt x="359383" y="1125326"/>
                  </a:lnTo>
                  <a:lnTo>
                    <a:pt x="359377" y="1125327"/>
                  </a:lnTo>
                  <a:lnTo>
                    <a:pt x="359371" y="1125327"/>
                  </a:lnTo>
                  <a:lnTo>
                    <a:pt x="359363" y="1125326"/>
                  </a:lnTo>
                  <a:lnTo>
                    <a:pt x="359353" y="1125324"/>
                  </a:lnTo>
                  <a:lnTo>
                    <a:pt x="359322" y="1125313"/>
                  </a:lnTo>
                  <a:lnTo>
                    <a:pt x="359293" y="1125302"/>
                  </a:lnTo>
                  <a:lnTo>
                    <a:pt x="359267" y="1125294"/>
                  </a:lnTo>
                  <a:lnTo>
                    <a:pt x="359244" y="1125287"/>
                  </a:lnTo>
                  <a:lnTo>
                    <a:pt x="359217" y="1125280"/>
                  </a:lnTo>
                  <a:lnTo>
                    <a:pt x="359199" y="1125275"/>
                  </a:lnTo>
                  <a:lnTo>
                    <a:pt x="359186" y="1125270"/>
                  </a:lnTo>
                  <a:lnTo>
                    <a:pt x="359181" y="1125266"/>
                  </a:lnTo>
                  <a:lnTo>
                    <a:pt x="359177" y="1125262"/>
                  </a:lnTo>
                  <a:lnTo>
                    <a:pt x="359171" y="1125246"/>
                  </a:lnTo>
                  <a:lnTo>
                    <a:pt x="359165" y="1125232"/>
                  </a:lnTo>
                  <a:lnTo>
                    <a:pt x="359158" y="1125216"/>
                  </a:lnTo>
                  <a:lnTo>
                    <a:pt x="359150" y="1125199"/>
                  </a:lnTo>
                  <a:lnTo>
                    <a:pt x="359143" y="1125188"/>
                  </a:lnTo>
                  <a:lnTo>
                    <a:pt x="359135" y="1125176"/>
                  </a:lnTo>
                  <a:lnTo>
                    <a:pt x="359123" y="1125162"/>
                  </a:lnTo>
                  <a:lnTo>
                    <a:pt x="359116" y="1125154"/>
                  </a:lnTo>
                  <a:lnTo>
                    <a:pt x="359111" y="1125150"/>
                  </a:lnTo>
                  <a:lnTo>
                    <a:pt x="359107" y="1125148"/>
                  </a:lnTo>
                  <a:lnTo>
                    <a:pt x="359099" y="1125148"/>
                  </a:lnTo>
                  <a:lnTo>
                    <a:pt x="359077" y="1125149"/>
                  </a:lnTo>
                  <a:lnTo>
                    <a:pt x="359037" y="1125152"/>
                  </a:lnTo>
                  <a:lnTo>
                    <a:pt x="358995" y="1125156"/>
                  </a:lnTo>
                  <a:lnTo>
                    <a:pt x="358969" y="1125158"/>
                  </a:lnTo>
                  <a:lnTo>
                    <a:pt x="358942" y="1125160"/>
                  </a:lnTo>
                  <a:lnTo>
                    <a:pt x="358915" y="1125162"/>
                  </a:lnTo>
                  <a:lnTo>
                    <a:pt x="358886" y="1125164"/>
                  </a:lnTo>
                  <a:lnTo>
                    <a:pt x="358868" y="1125165"/>
                  </a:lnTo>
                  <a:lnTo>
                    <a:pt x="358862" y="1125165"/>
                  </a:lnTo>
                  <a:lnTo>
                    <a:pt x="358856" y="1125163"/>
                  </a:lnTo>
                  <a:lnTo>
                    <a:pt x="358843" y="1125156"/>
                  </a:lnTo>
                  <a:lnTo>
                    <a:pt x="358821" y="1125147"/>
                  </a:lnTo>
                  <a:lnTo>
                    <a:pt x="358805" y="1125138"/>
                  </a:lnTo>
                  <a:lnTo>
                    <a:pt x="358792" y="1125132"/>
                  </a:lnTo>
                  <a:lnTo>
                    <a:pt x="358778" y="1125127"/>
                  </a:lnTo>
                  <a:lnTo>
                    <a:pt x="358762" y="1125122"/>
                  </a:lnTo>
                  <a:lnTo>
                    <a:pt x="358743" y="1125116"/>
                  </a:lnTo>
                  <a:lnTo>
                    <a:pt x="358720" y="1125107"/>
                  </a:lnTo>
                  <a:lnTo>
                    <a:pt x="358706" y="1125101"/>
                  </a:lnTo>
                  <a:lnTo>
                    <a:pt x="358694" y="1125095"/>
                  </a:lnTo>
                  <a:lnTo>
                    <a:pt x="358683" y="1125088"/>
                  </a:lnTo>
                  <a:lnTo>
                    <a:pt x="358674" y="1125082"/>
                  </a:lnTo>
                  <a:lnTo>
                    <a:pt x="358670" y="1125080"/>
                  </a:lnTo>
                  <a:lnTo>
                    <a:pt x="358657" y="1125071"/>
                  </a:lnTo>
                  <a:lnTo>
                    <a:pt x="358645" y="1125065"/>
                  </a:lnTo>
                  <a:lnTo>
                    <a:pt x="358622" y="1125051"/>
                  </a:lnTo>
                  <a:lnTo>
                    <a:pt x="358606" y="1125041"/>
                  </a:lnTo>
                  <a:lnTo>
                    <a:pt x="358583" y="1125028"/>
                  </a:lnTo>
                  <a:lnTo>
                    <a:pt x="358565" y="1125018"/>
                  </a:lnTo>
                  <a:lnTo>
                    <a:pt x="358556" y="1125013"/>
                  </a:lnTo>
                  <a:lnTo>
                    <a:pt x="358543" y="1125009"/>
                  </a:lnTo>
                  <a:lnTo>
                    <a:pt x="358520" y="1125001"/>
                  </a:lnTo>
                  <a:lnTo>
                    <a:pt x="358499" y="1124994"/>
                  </a:lnTo>
                  <a:lnTo>
                    <a:pt x="358484" y="1124989"/>
                  </a:lnTo>
                  <a:lnTo>
                    <a:pt x="358463" y="1124983"/>
                  </a:lnTo>
                  <a:lnTo>
                    <a:pt x="358438" y="1124975"/>
                  </a:lnTo>
                  <a:lnTo>
                    <a:pt x="358414" y="1124966"/>
                  </a:lnTo>
                  <a:lnTo>
                    <a:pt x="358393" y="1124959"/>
                  </a:lnTo>
                  <a:lnTo>
                    <a:pt x="358369" y="1124951"/>
                  </a:lnTo>
                  <a:lnTo>
                    <a:pt x="358352" y="1124945"/>
                  </a:lnTo>
                  <a:lnTo>
                    <a:pt x="358342" y="1124941"/>
                  </a:lnTo>
                  <a:lnTo>
                    <a:pt x="358332" y="1124937"/>
                  </a:lnTo>
                  <a:lnTo>
                    <a:pt x="358321" y="1124930"/>
                  </a:lnTo>
                  <a:lnTo>
                    <a:pt x="358313" y="1124923"/>
                  </a:lnTo>
                  <a:lnTo>
                    <a:pt x="358305" y="1124916"/>
                  </a:lnTo>
                  <a:lnTo>
                    <a:pt x="358297" y="1124909"/>
                  </a:lnTo>
                  <a:lnTo>
                    <a:pt x="358291" y="1124900"/>
                  </a:lnTo>
                  <a:lnTo>
                    <a:pt x="358286" y="1124893"/>
                  </a:lnTo>
                  <a:lnTo>
                    <a:pt x="358280" y="1124885"/>
                  </a:lnTo>
                  <a:lnTo>
                    <a:pt x="358276" y="1124876"/>
                  </a:lnTo>
                  <a:lnTo>
                    <a:pt x="358271" y="1124865"/>
                  </a:lnTo>
                  <a:lnTo>
                    <a:pt x="358266" y="1124852"/>
                  </a:lnTo>
                  <a:lnTo>
                    <a:pt x="358261" y="1124839"/>
                  </a:lnTo>
                  <a:lnTo>
                    <a:pt x="358256" y="1124830"/>
                  </a:lnTo>
                  <a:lnTo>
                    <a:pt x="358248" y="1124819"/>
                  </a:lnTo>
                  <a:lnTo>
                    <a:pt x="358237" y="1124808"/>
                  </a:lnTo>
                  <a:lnTo>
                    <a:pt x="358228" y="1124799"/>
                  </a:lnTo>
                  <a:lnTo>
                    <a:pt x="358217" y="1124791"/>
                  </a:lnTo>
                  <a:lnTo>
                    <a:pt x="358207" y="1124785"/>
                  </a:lnTo>
                  <a:lnTo>
                    <a:pt x="358200" y="1124783"/>
                  </a:lnTo>
                  <a:lnTo>
                    <a:pt x="358186" y="1124780"/>
                  </a:lnTo>
                  <a:lnTo>
                    <a:pt x="358176" y="1124780"/>
                  </a:lnTo>
                  <a:lnTo>
                    <a:pt x="358158" y="1124783"/>
                  </a:lnTo>
                  <a:lnTo>
                    <a:pt x="358147" y="1124784"/>
                  </a:lnTo>
                  <a:lnTo>
                    <a:pt x="358131" y="1124786"/>
                  </a:lnTo>
                  <a:lnTo>
                    <a:pt x="358112" y="1124791"/>
                  </a:lnTo>
                  <a:lnTo>
                    <a:pt x="358104" y="1124792"/>
                  </a:lnTo>
                  <a:lnTo>
                    <a:pt x="358100" y="1124793"/>
                  </a:lnTo>
                  <a:lnTo>
                    <a:pt x="358081" y="1124797"/>
                  </a:lnTo>
                  <a:lnTo>
                    <a:pt x="358062" y="1124798"/>
                  </a:lnTo>
                  <a:lnTo>
                    <a:pt x="358037" y="1124798"/>
                  </a:lnTo>
                  <a:lnTo>
                    <a:pt x="358015" y="1124795"/>
                  </a:lnTo>
                  <a:lnTo>
                    <a:pt x="357998" y="1124793"/>
                  </a:lnTo>
                  <a:lnTo>
                    <a:pt x="357988" y="1124790"/>
                  </a:lnTo>
                  <a:lnTo>
                    <a:pt x="357976" y="1124784"/>
                  </a:lnTo>
                  <a:lnTo>
                    <a:pt x="357962" y="1124775"/>
                  </a:lnTo>
                  <a:lnTo>
                    <a:pt x="357946" y="1124766"/>
                  </a:lnTo>
                  <a:lnTo>
                    <a:pt x="357928" y="1124755"/>
                  </a:lnTo>
                  <a:lnTo>
                    <a:pt x="357913" y="1124747"/>
                  </a:lnTo>
                  <a:lnTo>
                    <a:pt x="357901" y="1124740"/>
                  </a:lnTo>
                  <a:lnTo>
                    <a:pt x="357892" y="1124733"/>
                  </a:lnTo>
                  <a:lnTo>
                    <a:pt x="357886" y="1124725"/>
                  </a:lnTo>
                  <a:lnTo>
                    <a:pt x="357875" y="1124710"/>
                  </a:lnTo>
                  <a:lnTo>
                    <a:pt x="357861" y="1124689"/>
                  </a:lnTo>
                  <a:lnTo>
                    <a:pt x="357844" y="1124665"/>
                  </a:lnTo>
                  <a:lnTo>
                    <a:pt x="357832" y="1124651"/>
                  </a:lnTo>
                  <a:lnTo>
                    <a:pt x="357822" y="1124640"/>
                  </a:lnTo>
                  <a:lnTo>
                    <a:pt x="357811" y="1124628"/>
                  </a:lnTo>
                  <a:lnTo>
                    <a:pt x="357807" y="1124622"/>
                  </a:lnTo>
                  <a:lnTo>
                    <a:pt x="357802" y="1124612"/>
                  </a:lnTo>
                  <a:lnTo>
                    <a:pt x="357800" y="1124602"/>
                  </a:lnTo>
                  <a:lnTo>
                    <a:pt x="357798" y="1124591"/>
                  </a:lnTo>
                  <a:lnTo>
                    <a:pt x="357796" y="1124579"/>
                  </a:lnTo>
                  <a:lnTo>
                    <a:pt x="357796" y="1124559"/>
                  </a:lnTo>
                  <a:lnTo>
                    <a:pt x="357797" y="1124533"/>
                  </a:lnTo>
                  <a:lnTo>
                    <a:pt x="357798" y="1124508"/>
                  </a:lnTo>
                  <a:lnTo>
                    <a:pt x="357800" y="1124480"/>
                  </a:lnTo>
                  <a:lnTo>
                    <a:pt x="357800" y="1124474"/>
                  </a:lnTo>
                  <a:lnTo>
                    <a:pt x="357800" y="1124465"/>
                  </a:lnTo>
                  <a:lnTo>
                    <a:pt x="357796" y="1124456"/>
                  </a:lnTo>
                  <a:lnTo>
                    <a:pt x="357789" y="1124446"/>
                  </a:lnTo>
                  <a:lnTo>
                    <a:pt x="357776" y="1124427"/>
                  </a:lnTo>
                  <a:lnTo>
                    <a:pt x="357766" y="1124414"/>
                  </a:lnTo>
                  <a:lnTo>
                    <a:pt x="357755" y="1124398"/>
                  </a:lnTo>
                  <a:lnTo>
                    <a:pt x="357743" y="1124380"/>
                  </a:lnTo>
                  <a:lnTo>
                    <a:pt x="357734" y="1124368"/>
                  </a:lnTo>
                  <a:lnTo>
                    <a:pt x="357726" y="1124359"/>
                  </a:lnTo>
                  <a:lnTo>
                    <a:pt x="357720" y="1124352"/>
                  </a:lnTo>
                  <a:lnTo>
                    <a:pt x="357715" y="1124347"/>
                  </a:lnTo>
                  <a:lnTo>
                    <a:pt x="357706" y="1124341"/>
                  </a:lnTo>
                  <a:lnTo>
                    <a:pt x="357694" y="1124336"/>
                  </a:lnTo>
                  <a:lnTo>
                    <a:pt x="357675" y="1124330"/>
                  </a:lnTo>
                  <a:lnTo>
                    <a:pt x="357654" y="1124324"/>
                  </a:lnTo>
                  <a:lnTo>
                    <a:pt x="357644" y="1124320"/>
                  </a:lnTo>
                  <a:lnTo>
                    <a:pt x="357639" y="1124318"/>
                  </a:lnTo>
                  <a:lnTo>
                    <a:pt x="357632" y="1124316"/>
                  </a:lnTo>
                  <a:lnTo>
                    <a:pt x="357622" y="1124313"/>
                  </a:lnTo>
                  <a:lnTo>
                    <a:pt x="357608" y="1124308"/>
                  </a:lnTo>
                  <a:lnTo>
                    <a:pt x="357594" y="1124301"/>
                  </a:lnTo>
                  <a:lnTo>
                    <a:pt x="357583" y="1124294"/>
                  </a:lnTo>
                  <a:lnTo>
                    <a:pt x="357570" y="1124285"/>
                  </a:lnTo>
                  <a:lnTo>
                    <a:pt x="357563" y="1124281"/>
                  </a:lnTo>
                  <a:lnTo>
                    <a:pt x="357557" y="1124275"/>
                  </a:lnTo>
                  <a:lnTo>
                    <a:pt x="357550" y="1124269"/>
                  </a:lnTo>
                  <a:lnTo>
                    <a:pt x="357543" y="1124261"/>
                  </a:lnTo>
                  <a:lnTo>
                    <a:pt x="357539" y="1124254"/>
                  </a:lnTo>
                  <a:lnTo>
                    <a:pt x="357535" y="1124247"/>
                  </a:lnTo>
                  <a:lnTo>
                    <a:pt x="357532" y="1124238"/>
                  </a:lnTo>
                  <a:lnTo>
                    <a:pt x="357529" y="1124224"/>
                  </a:lnTo>
                  <a:lnTo>
                    <a:pt x="357527" y="1124214"/>
                  </a:lnTo>
                  <a:lnTo>
                    <a:pt x="357520" y="1124187"/>
                  </a:lnTo>
                  <a:lnTo>
                    <a:pt x="357517" y="1124174"/>
                  </a:lnTo>
                  <a:lnTo>
                    <a:pt x="357512" y="1124158"/>
                  </a:lnTo>
                  <a:lnTo>
                    <a:pt x="357508" y="1124146"/>
                  </a:lnTo>
                  <a:lnTo>
                    <a:pt x="357504" y="1124137"/>
                  </a:lnTo>
                  <a:lnTo>
                    <a:pt x="357496" y="1124124"/>
                  </a:lnTo>
                  <a:lnTo>
                    <a:pt x="357488" y="1124113"/>
                  </a:lnTo>
                  <a:lnTo>
                    <a:pt x="357480" y="1124100"/>
                  </a:lnTo>
                  <a:lnTo>
                    <a:pt x="357473" y="1124092"/>
                  </a:lnTo>
                  <a:lnTo>
                    <a:pt x="357466" y="1124086"/>
                  </a:lnTo>
                  <a:lnTo>
                    <a:pt x="357454" y="1124075"/>
                  </a:lnTo>
                  <a:lnTo>
                    <a:pt x="357443" y="1124067"/>
                  </a:lnTo>
                  <a:lnTo>
                    <a:pt x="357427" y="1124057"/>
                  </a:lnTo>
                  <a:lnTo>
                    <a:pt x="357409" y="1124047"/>
                  </a:lnTo>
                  <a:lnTo>
                    <a:pt x="357393" y="1124038"/>
                  </a:lnTo>
                  <a:lnTo>
                    <a:pt x="357377" y="1124028"/>
                  </a:lnTo>
                  <a:lnTo>
                    <a:pt x="357359" y="1124018"/>
                  </a:lnTo>
                  <a:lnTo>
                    <a:pt x="357339" y="1124007"/>
                  </a:lnTo>
                  <a:lnTo>
                    <a:pt x="357322" y="1123997"/>
                  </a:lnTo>
                  <a:lnTo>
                    <a:pt x="357309" y="1123991"/>
                  </a:lnTo>
                  <a:lnTo>
                    <a:pt x="357296" y="1123986"/>
                  </a:lnTo>
                  <a:lnTo>
                    <a:pt x="357289" y="1123984"/>
                  </a:lnTo>
                  <a:lnTo>
                    <a:pt x="357278" y="1123984"/>
                  </a:lnTo>
                  <a:lnTo>
                    <a:pt x="357265" y="1123986"/>
                  </a:lnTo>
                  <a:lnTo>
                    <a:pt x="357243" y="1123991"/>
                  </a:lnTo>
                  <a:lnTo>
                    <a:pt x="357221" y="1123994"/>
                  </a:lnTo>
                  <a:lnTo>
                    <a:pt x="357210" y="1123995"/>
                  </a:lnTo>
                  <a:lnTo>
                    <a:pt x="357192" y="1123995"/>
                  </a:lnTo>
                  <a:lnTo>
                    <a:pt x="357169" y="1123995"/>
                  </a:lnTo>
                  <a:lnTo>
                    <a:pt x="357142" y="1123995"/>
                  </a:lnTo>
                  <a:lnTo>
                    <a:pt x="357128" y="1123995"/>
                  </a:lnTo>
                  <a:lnTo>
                    <a:pt x="357116" y="1123994"/>
                  </a:lnTo>
                  <a:lnTo>
                    <a:pt x="357100" y="1123992"/>
                  </a:lnTo>
                  <a:lnTo>
                    <a:pt x="357085" y="1123991"/>
                  </a:lnTo>
                  <a:lnTo>
                    <a:pt x="357071" y="1123989"/>
                  </a:lnTo>
                  <a:lnTo>
                    <a:pt x="357054" y="1123987"/>
                  </a:lnTo>
                  <a:lnTo>
                    <a:pt x="357048" y="1123986"/>
                  </a:lnTo>
                  <a:lnTo>
                    <a:pt x="357032" y="1123983"/>
                  </a:lnTo>
                  <a:lnTo>
                    <a:pt x="357015" y="1123979"/>
                  </a:lnTo>
                  <a:lnTo>
                    <a:pt x="356998" y="1123974"/>
                  </a:lnTo>
                  <a:lnTo>
                    <a:pt x="356993" y="1123972"/>
                  </a:lnTo>
                  <a:lnTo>
                    <a:pt x="356976" y="1123966"/>
                  </a:lnTo>
                  <a:lnTo>
                    <a:pt x="356944" y="1123952"/>
                  </a:lnTo>
                  <a:lnTo>
                    <a:pt x="356920" y="1123941"/>
                  </a:lnTo>
                  <a:lnTo>
                    <a:pt x="356903" y="1123934"/>
                  </a:lnTo>
                  <a:lnTo>
                    <a:pt x="356886" y="1123926"/>
                  </a:lnTo>
                  <a:lnTo>
                    <a:pt x="356860" y="1123916"/>
                  </a:lnTo>
                  <a:lnTo>
                    <a:pt x="356841" y="1123908"/>
                  </a:lnTo>
                  <a:lnTo>
                    <a:pt x="356823" y="1123903"/>
                  </a:lnTo>
                  <a:lnTo>
                    <a:pt x="356801" y="1123897"/>
                  </a:lnTo>
                  <a:lnTo>
                    <a:pt x="356784" y="1123894"/>
                  </a:lnTo>
                  <a:lnTo>
                    <a:pt x="356769" y="1123892"/>
                  </a:lnTo>
                  <a:lnTo>
                    <a:pt x="356757" y="1123892"/>
                  </a:lnTo>
                  <a:lnTo>
                    <a:pt x="356744" y="1123892"/>
                  </a:lnTo>
                  <a:lnTo>
                    <a:pt x="356732" y="1123894"/>
                  </a:lnTo>
                  <a:lnTo>
                    <a:pt x="356719" y="1123896"/>
                  </a:lnTo>
                  <a:lnTo>
                    <a:pt x="356705" y="1123901"/>
                  </a:lnTo>
                  <a:lnTo>
                    <a:pt x="356691" y="1123907"/>
                  </a:lnTo>
                  <a:lnTo>
                    <a:pt x="356683" y="1123912"/>
                  </a:lnTo>
                  <a:lnTo>
                    <a:pt x="356661" y="1123927"/>
                  </a:lnTo>
                  <a:lnTo>
                    <a:pt x="356639" y="1123941"/>
                  </a:lnTo>
                  <a:lnTo>
                    <a:pt x="356623" y="1123954"/>
                  </a:lnTo>
                  <a:lnTo>
                    <a:pt x="356606" y="1123967"/>
                  </a:lnTo>
                  <a:lnTo>
                    <a:pt x="356594" y="1123977"/>
                  </a:lnTo>
                  <a:lnTo>
                    <a:pt x="356583" y="1123986"/>
                  </a:lnTo>
                  <a:lnTo>
                    <a:pt x="356573" y="1123997"/>
                  </a:lnTo>
                  <a:lnTo>
                    <a:pt x="356565" y="1124009"/>
                  </a:lnTo>
                  <a:lnTo>
                    <a:pt x="356559" y="1124020"/>
                  </a:lnTo>
                  <a:lnTo>
                    <a:pt x="356554" y="1124032"/>
                  </a:lnTo>
                  <a:lnTo>
                    <a:pt x="356552" y="1124045"/>
                  </a:lnTo>
                  <a:lnTo>
                    <a:pt x="356549" y="1124059"/>
                  </a:lnTo>
                  <a:lnTo>
                    <a:pt x="356549" y="1124064"/>
                  </a:lnTo>
                  <a:lnTo>
                    <a:pt x="356548" y="1124070"/>
                  </a:lnTo>
                  <a:lnTo>
                    <a:pt x="356548" y="1124079"/>
                  </a:lnTo>
                  <a:lnTo>
                    <a:pt x="356548" y="1124096"/>
                  </a:lnTo>
                  <a:lnTo>
                    <a:pt x="356549" y="1124120"/>
                  </a:lnTo>
                  <a:lnTo>
                    <a:pt x="356549" y="1124141"/>
                  </a:lnTo>
                  <a:lnTo>
                    <a:pt x="356549" y="1124153"/>
                  </a:lnTo>
                  <a:lnTo>
                    <a:pt x="356552" y="1124165"/>
                  </a:lnTo>
                  <a:lnTo>
                    <a:pt x="356554" y="1124175"/>
                  </a:lnTo>
                  <a:lnTo>
                    <a:pt x="356557" y="1124184"/>
                  </a:lnTo>
                  <a:lnTo>
                    <a:pt x="356559" y="1124189"/>
                  </a:lnTo>
                  <a:lnTo>
                    <a:pt x="356560" y="1124194"/>
                  </a:lnTo>
                  <a:lnTo>
                    <a:pt x="356565" y="1124206"/>
                  </a:lnTo>
                  <a:lnTo>
                    <a:pt x="356558" y="1124210"/>
                  </a:lnTo>
                  <a:lnTo>
                    <a:pt x="356551" y="1124209"/>
                  </a:lnTo>
                  <a:lnTo>
                    <a:pt x="356531" y="1124202"/>
                  </a:lnTo>
                  <a:lnTo>
                    <a:pt x="356511" y="1124195"/>
                  </a:lnTo>
                  <a:lnTo>
                    <a:pt x="356492" y="1124190"/>
                  </a:lnTo>
                  <a:lnTo>
                    <a:pt x="356473" y="1124185"/>
                  </a:lnTo>
                  <a:lnTo>
                    <a:pt x="356453" y="1124182"/>
                  </a:lnTo>
                  <a:lnTo>
                    <a:pt x="356428" y="1124180"/>
                  </a:lnTo>
                  <a:lnTo>
                    <a:pt x="356402" y="1124179"/>
                  </a:lnTo>
                  <a:lnTo>
                    <a:pt x="356388" y="1124177"/>
                  </a:lnTo>
                  <a:lnTo>
                    <a:pt x="356372" y="1124174"/>
                  </a:lnTo>
                  <a:lnTo>
                    <a:pt x="356352" y="1124168"/>
                  </a:lnTo>
                  <a:lnTo>
                    <a:pt x="356335" y="1124163"/>
                  </a:lnTo>
                  <a:lnTo>
                    <a:pt x="356308" y="1124153"/>
                  </a:lnTo>
                  <a:lnTo>
                    <a:pt x="356292" y="1124147"/>
                  </a:lnTo>
                  <a:lnTo>
                    <a:pt x="356279" y="1124142"/>
                  </a:lnTo>
                  <a:lnTo>
                    <a:pt x="356266" y="1124135"/>
                  </a:lnTo>
                  <a:lnTo>
                    <a:pt x="356254" y="1124128"/>
                  </a:lnTo>
                  <a:lnTo>
                    <a:pt x="356237" y="1124117"/>
                  </a:lnTo>
                  <a:lnTo>
                    <a:pt x="356229" y="1124111"/>
                  </a:lnTo>
                  <a:lnTo>
                    <a:pt x="356221" y="1124104"/>
                  </a:lnTo>
                  <a:lnTo>
                    <a:pt x="356214" y="1124098"/>
                  </a:lnTo>
                  <a:lnTo>
                    <a:pt x="356207" y="1124092"/>
                  </a:lnTo>
                  <a:lnTo>
                    <a:pt x="356202" y="1124087"/>
                  </a:lnTo>
                  <a:lnTo>
                    <a:pt x="356194" y="1124080"/>
                  </a:lnTo>
                  <a:lnTo>
                    <a:pt x="356183" y="1124071"/>
                  </a:lnTo>
                  <a:lnTo>
                    <a:pt x="356174" y="1124064"/>
                  </a:lnTo>
                  <a:lnTo>
                    <a:pt x="356164" y="1124059"/>
                  </a:lnTo>
                  <a:lnTo>
                    <a:pt x="356156" y="1124056"/>
                  </a:lnTo>
                  <a:lnTo>
                    <a:pt x="356147" y="1124055"/>
                  </a:lnTo>
                  <a:lnTo>
                    <a:pt x="356137" y="1124054"/>
                  </a:lnTo>
                  <a:lnTo>
                    <a:pt x="356126" y="1124055"/>
                  </a:lnTo>
                  <a:lnTo>
                    <a:pt x="356116" y="1124058"/>
                  </a:lnTo>
                  <a:lnTo>
                    <a:pt x="356104" y="1124063"/>
                  </a:lnTo>
                  <a:lnTo>
                    <a:pt x="356098" y="1124066"/>
                  </a:lnTo>
                  <a:lnTo>
                    <a:pt x="356088" y="1124072"/>
                  </a:lnTo>
                  <a:lnTo>
                    <a:pt x="356082" y="1124075"/>
                  </a:lnTo>
                  <a:lnTo>
                    <a:pt x="356073" y="1124078"/>
                  </a:lnTo>
                  <a:lnTo>
                    <a:pt x="356061" y="1124083"/>
                  </a:lnTo>
                  <a:lnTo>
                    <a:pt x="356045" y="1124087"/>
                  </a:lnTo>
                  <a:lnTo>
                    <a:pt x="356021" y="1124092"/>
                  </a:lnTo>
                  <a:lnTo>
                    <a:pt x="355992" y="1124098"/>
                  </a:lnTo>
                  <a:lnTo>
                    <a:pt x="355967" y="1124104"/>
                  </a:lnTo>
                  <a:lnTo>
                    <a:pt x="355943" y="1124108"/>
                  </a:lnTo>
                  <a:lnTo>
                    <a:pt x="355920" y="1124112"/>
                  </a:lnTo>
                  <a:lnTo>
                    <a:pt x="355901" y="1124116"/>
                  </a:lnTo>
                  <a:lnTo>
                    <a:pt x="355880" y="1124120"/>
                  </a:lnTo>
                  <a:lnTo>
                    <a:pt x="355860" y="1124124"/>
                  </a:lnTo>
                  <a:lnTo>
                    <a:pt x="355831" y="1124128"/>
                  </a:lnTo>
                  <a:lnTo>
                    <a:pt x="355809" y="1124132"/>
                  </a:lnTo>
                  <a:lnTo>
                    <a:pt x="355798" y="1124133"/>
                  </a:lnTo>
                  <a:lnTo>
                    <a:pt x="355788" y="1124133"/>
                  </a:lnTo>
                  <a:lnTo>
                    <a:pt x="355779" y="1124131"/>
                  </a:lnTo>
                  <a:lnTo>
                    <a:pt x="355764" y="1124125"/>
                  </a:lnTo>
                  <a:lnTo>
                    <a:pt x="355750" y="1124120"/>
                  </a:lnTo>
                  <a:lnTo>
                    <a:pt x="355742" y="1124117"/>
                  </a:lnTo>
                  <a:lnTo>
                    <a:pt x="355728" y="1124107"/>
                  </a:lnTo>
                  <a:lnTo>
                    <a:pt x="355713" y="1124099"/>
                  </a:lnTo>
                  <a:lnTo>
                    <a:pt x="355701" y="1124092"/>
                  </a:lnTo>
                  <a:lnTo>
                    <a:pt x="355696" y="1124090"/>
                  </a:lnTo>
                  <a:lnTo>
                    <a:pt x="355691" y="1124090"/>
                  </a:lnTo>
                  <a:lnTo>
                    <a:pt x="355686" y="1124091"/>
                  </a:lnTo>
                  <a:lnTo>
                    <a:pt x="355681" y="1124094"/>
                  </a:lnTo>
                  <a:lnTo>
                    <a:pt x="355673" y="1124101"/>
                  </a:lnTo>
                  <a:lnTo>
                    <a:pt x="355660" y="1124111"/>
                  </a:lnTo>
                  <a:lnTo>
                    <a:pt x="355650" y="1124117"/>
                  </a:lnTo>
                  <a:lnTo>
                    <a:pt x="355641" y="1124122"/>
                  </a:lnTo>
                  <a:lnTo>
                    <a:pt x="355631" y="1124125"/>
                  </a:lnTo>
                  <a:lnTo>
                    <a:pt x="355623" y="1124127"/>
                  </a:lnTo>
                  <a:lnTo>
                    <a:pt x="355606" y="1124130"/>
                  </a:lnTo>
                  <a:lnTo>
                    <a:pt x="355593" y="1124131"/>
                  </a:lnTo>
                  <a:lnTo>
                    <a:pt x="355576" y="1124131"/>
                  </a:lnTo>
                  <a:lnTo>
                    <a:pt x="355567" y="1124130"/>
                  </a:lnTo>
                  <a:lnTo>
                    <a:pt x="355555" y="1124128"/>
                  </a:lnTo>
                  <a:lnTo>
                    <a:pt x="355542" y="1124124"/>
                  </a:lnTo>
                  <a:lnTo>
                    <a:pt x="355528" y="1124120"/>
                  </a:lnTo>
                  <a:lnTo>
                    <a:pt x="355516" y="1124116"/>
                  </a:lnTo>
                  <a:lnTo>
                    <a:pt x="355501" y="1124110"/>
                  </a:lnTo>
                  <a:lnTo>
                    <a:pt x="355494" y="1124107"/>
                  </a:lnTo>
                  <a:lnTo>
                    <a:pt x="355485" y="1124102"/>
                  </a:lnTo>
                  <a:lnTo>
                    <a:pt x="355467" y="1124092"/>
                  </a:lnTo>
                  <a:lnTo>
                    <a:pt x="355442" y="1124079"/>
                  </a:lnTo>
                  <a:lnTo>
                    <a:pt x="355424" y="1124070"/>
                  </a:lnTo>
                  <a:lnTo>
                    <a:pt x="355403" y="1124058"/>
                  </a:lnTo>
                  <a:lnTo>
                    <a:pt x="355384" y="1124048"/>
                  </a:lnTo>
                  <a:lnTo>
                    <a:pt x="355359" y="1124035"/>
                  </a:lnTo>
                  <a:lnTo>
                    <a:pt x="355344" y="1124026"/>
                  </a:lnTo>
                  <a:lnTo>
                    <a:pt x="355333" y="1124020"/>
                  </a:lnTo>
                  <a:lnTo>
                    <a:pt x="355314" y="1124009"/>
                  </a:lnTo>
                  <a:lnTo>
                    <a:pt x="355298" y="1123999"/>
                  </a:lnTo>
                  <a:lnTo>
                    <a:pt x="355283" y="1123988"/>
                  </a:lnTo>
                  <a:lnTo>
                    <a:pt x="355270" y="1123978"/>
                  </a:lnTo>
                  <a:lnTo>
                    <a:pt x="355258" y="1123968"/>
                  </a:lnTo>
                  <a:lnTo>
                    <a:pt x="355246" y="1123957"/>
                  </a:lnTo>
                  <a:lnTo>
                    <a:pt x="355226" y="1123939"/>
                  </a:lnTo>
                  <a:lnTo>
                    <a:pt x="355210" y="1123924"/>
                  </a:lnTo>
                  <a:lnTo>
                    <a:pt x="355196" y="1123910"/>
                  </a:lnTo>
                  <a:lnTo>
                    <a:pt x="355184" y="1123896"/>
                  </a:lnTo>
                  <a:lnTo>
                    <a:pt x="355174" y="1123883"/>
                  </a:lnTo>
                  <a:lnTo>
                    <a:pt x="355167" y="1123873"/>
                  </a:lnTo>
                  <a:lnTo>
                    <a:pt x="355161" y="1123864"/>
                  </a:lnTo>
                  <a:lnTo>
                    <a:pt x="355157" y="1123856"/>
                  </a:lnTo>
                  <a:lnTo>
                    <a:pt x="355153" y="1123845"/>
                  </a:lnTo>
                  <a:lnTo>
                    <a:pt x="355151" y="1123836"/>
                  </a:lnTo>
                  <a:lnTo>
                    <a:pt x="355150" y="1123823"/>
                  </a:lnTo>
                  <a:lnTo>
                    <a:pt x="355150" y="1123814"/>
                  </a:lnTo>
                  <a:lnTo>
                    <a:pt x="355149" y="1123803"/>
                  </a:lnTo>
                  <a:lnTo>
                    <a:pt x="355148" y="1123796"/>
                  </a:lnTo>
                  <a:lnTo>
                    <a:pt x="355146" y="1123790"/>
                  </a:lnTo>
                  <a:lnTo>
                    <a:pt x="355139" y="1123779"/>
                  </a:lnTo>
                  <a:lnTo>
                    <a:pt x="355130" y="1123765"/>
                  </a:lnTo>
                  <a:lnTo>
                    <a:pt x="355126" y="1123759"/>
                  </a:lnTo>
                  <a:lnTo>
                    <a:pt x="355110" y="1123741"/>
                  </a:lnTo>
                  <a:lnTo>
                    <a:pt x="355105" y="1123736"/>
                  </a:lnTo>
                  <a:lnTo>
                    <a:pt x="355095" y="1123727"/>
                  </a:lnTo>
                  <a:lnTo>
                    <a:pt x="355085" y="1123717"/>
                  </a:lnTo>
                  <a:lnTo>
                    <a:pt x="355068" y="1123704"/>
                  </a:lnTo>
                  <a:lnTo>
                    <a:pt x="355053" y="1123695"/>
                  </a:lnTo>
                  <a:lnTo>
                    <a:pt x="355042" y="1123691"/>
                  </a:lnTo>
                  <a:lnTo>
                    <a:pt x="355031" y="1123689"/>
                  </a:lnTo>
                  <a:lnTo>
                    <a:pt x="355023" y="1123689"/>
                  </a:lnTo>
                  <a:lnTo>
                    <a:pt x="355017" y="1123688"/>
                  </a:lnTo>
                  <a:lnTo>
                    <a:pt x="354996" y="1123689"/>
                  </a:lnTo>
                  <a:lnTo>
                    <a:pt x="354976" y="1123691"/>
                  </a:lnTo>
                  <a:lnTo>
                    <a:pt x="354964" y="1123692"/>
                  </a:lnTo>
                  <a:lnTo>
                    <a:pt x="354950" y="1123690"/>
                  </a:lnTo>
                  <a:lnTo>
                    <a:pt x="354936" y="1123686"/>
                  </a:lnTo>
                  <a:lnTo>
                    <a:pt x="354921" y="1123682"/>
                  </a:lnTo>
                  <a:lnTo>
                    <a:pt x="354910" y="1123677"/>
                  </a:lnTo>
                  <a:lnTo>
                    <a:pt x="354899" y="1123670"/>
                  </a:lnTo>
                  <a:lnTo>
                    <a:pt x="354888" y="1123662"/>
                  </a:lnTo>
                  <a:lnTo>
                    <a:pt x="354880" y="1123655"/>
                  </a:lnTo>
                  <a:lnTo>
                    <a:pt x="354871" y="1123644"/>
                  </a:lnTo>
                  <a:lnTo>
                    <a:pt x="354866" y="1123636"/>
                  </a:lnTo>
                  <a:lnTo>
                    <a:pt x="354863" y="1123630"/>
                  </a:lnTo>
                  <a:lnTo>
                    <a:pt x="354858" y="1123622"/>
                  </a:lnTo>
                  <a:lnTo>
                    <a:pt x="354856" y="1123616"/>
                  </a:lnTo>
                  <a:lnTo>
                    <a:pt x="354851" y="1123606"/>
                  </a:lnTo>
                  <a:lnTo>
                    <a:pt x="354846" y="1123595"/>
                  </a:lnTo>
                  <a:lnTo>
                    <a:pt x="354839" y="1123580"/>
                  </a:lnTo>
                  <a:lnTo>
                    <a:pt x="354833" y="1123566"/>
                  </a:lnTo>
                  <a:lnTo>
                    <a:pt x="354827" y="1123551"/>
                  </a:lnTo>
                  <a:lnTo>
                    <a:pt x="354822" y="1123541"/>
                  </a:lnTo>
                  <a:lnTo>
                    <a:pt x="354819" y="1123537"/>
                  </a:lnTo>
                  <a:lnTo>
                    <a:pt x="354813" y="1123536"/>
                  </a:lnTo>
                  <a:lnTo>
                    <a:pt x="354805" y="1123538"/>
                  </a:lnTo>
                  <a:lnTo>
                    <a:pt x="354800" y="1123540"/>
                  </a:lnTo>
                  <a:lnTo>
                    <a:pt x="354790" y="1123543"/>
                  </a:lnTo>
                  <a:lnTo>
                    <a:pt x="354774" y="1123548"/>
                  </a:lnTo>
                  <a:lnTo>
                    <a:pt x="354750" y="1123555"/>
                  </a:lnTo>
                  <a:lnTo>
                    <a:pt x="354723" y="1123563"/>
                  </a:lnTo>
                  <a:lnTo>
                    <a:pt x="354707" y="1123568"/>
                  </a:lnTo>
                  <a:lnTo>
                    <a:pt x="354684" y="1123573"/>
                  </a:lnTo>
                  <a:lnTo>
                    <a:pt x="354664" y="1123577"/>
                  </a:lnTo>
                  <a:lnTo>
                    <a:pt x="354654" y="1123579"/>
                  </a:lnTo>
                  <a:lnTo>
                    <a:pt x="354649" y="1123580"/>
                  </a:lnTo>
                  <a:lnTo>
                    <a:pt x="354628" y="1123583"/>
                  </a:lnTo>
                  <a:lnTo>
                    <a:pt x="354608" y="1123585"/>
                  </a:lnTo>
                  <a:lnTo>
                    <a:pt x="354586" y="1123586"/>
                  </a:lnTo>
                  <a:lnTo>
                    <a:pt x="354562" y="1123585"/>
                  </a:lnTo>
                  <a:lnTo>
                    <a:pt x="354535" y="1123584"/>
                  </a:lnTo>
                  <a:lnTo>
                    <a:pt x="354507" y="1123581"/>
                  </a:lnTo>
                  <a:lnTo>
                    <a:pt x="354496" y="1123579"/>
                  </a:lnTo>
                  <a:lnTo>
                    <a:pt x="354482" y="1123576"/>
                  </a:lnTo>
                  <a:lnTo>
                    <a:pt x="354466" y="1123570"/>
                  </a:lnTo>
                  <a:lnTo>
                    <a:pt x="354449" y="1123564"/>
                  </a:lnTo>
                  <a:lnTo>
                    <a:pt x="354438" y="1123561"/>
                  </a:lnTo>
                  <a:lnTo>
                    <a:pt x="354424" y="1123557"/>
                  </a:lnTo>
                  <a:lnTo>
                    <a:pt x="354411" y="1123553"/>
                  </a:lnTo>
                  <a:lnTo>
                    <a:pt x="354396" y="1123552"/>
                  </a:lnTo>
                  <a:lnTo>
                    <a:pt x="354386" y="1123552"/>
                  </a:lnTo>
                  <a:lnTo>
                    <a:pt x="354377" y="1123554"/>
                  </a:lnTo>
                  <a:lnTo>
                    <a:pt x="354364" y="1123560"/>
                  </a:lnTo>
                  <a:lnTo>
                    <a:pt x="354358" y="1123562"/>
                  </a:lnTo>
                  <a:lnTo>
                    <a:pt x="354344" y="1123563"/>
                  </a:lnTo>
                  <a:lnTo>
                    <a:pt x="354334" y="1123563"/>
                  </a:lnTo>
                  <a:lnTo>
                    <a:pt x="354328" y="1123561"/>
                  </a:lnTo>
                  <a:lnTo>
                    <a:pt x="354322" y="1123559"/>
                  </a:lnTo>
                  <a:lnTo>
                    <a:pt x="354315" y="1123556"/>
                  </a:lnTo>
                  <a:lnTo>
                    <a:pt x="354303" y="1123550"/>
                  </a:lnTo>
                  <a:lnTo>
                    <a:pt x="354288" y="1123541"/>
                  </a:lnTo>
                  <a:lnTo>
                    <a:pt x="354277" y="1123535"/>
                  </a:lnTo>
                  <a:lnTo>
                    <a:pt x="354256" y="1123525"/>
                  </a:lnTo>
                  <a:lnTo>
                    <a:pt x="354230" y="1123515"/>
                  </a:lnTo>
                  <a:lnTo>
                    <a:pt x="354220" y="1123512"/>
                  </a:lnTo>
                  <a:lnTo>
                    <a:pt x="354211" y="1123510"/>
                  </a:lnTo>
                  <a:lnTo>
                    <a:pt x="354191" y="1123506"/>
                  </a:lnTo>
                  <a:lnTo>
                    <a:pt x="354174" y="1123503"/>
                  </a:lnTo>
                  <a:lnTo>
                    <a:pt x="354163" y="1123500"/>
                  </a:lnTo>
                  <a:lnTo>
                    <a:pt x="354149" y="1123495"/>
                  </a:lnTo>
                  <a:lnTo>
                    <a:pt x="354123" y="1123485"/>
                  </a:lnTo>
                  <a:lnTo>
                    <a:pt x="354105" y="1123479"/>
                  </a:lnTo>
                  <a:lnTo>
                    <a:pt x="354086" y="1123471"/>
                  </a:lnTo>
                  <a:lnTo>
                    <a:pt x="354066" y="1123464"/>
                  </a:lnTo>
                  <a:lnTo>
                    <a:pt x="354052" y="1123461"/>
                  </a:lnTo>
                  <a:lnTo>
                    <a:pt x="354042" y="1123460"/>
                  </a:lnTo>
                  <a:lnTo>
                    <a:pt x="354030" y="1123460"/>
                  </a:lnTo>
                  <a:lnTo>
                    <a:pt x="354024" y="1123463"/>
                  </a:lnTo>
                  <a:lnTo>
                    <a:pt x="354013" y="1123471"/>
                  </a:lnTo>
                  <a:lnTo>
                    <a:pt x="354001" y="1123481"/>
                  </a:lnTo>
                  <a:lnTo>
                    <a:pt x="353991" y="1123489"/>
                  </a:lnTo>
                  <a:lnTo>
                    <a:pt x="353982" y="1123498"/>
                  </a:lnTo>
                  <a:lnTo>
                    <a:pt x="353974" y="1123508"/>
                  </a:lnTo>
                  <a:lnTo>
                    <a:pt x="353967" y="1123515"/>
                  </a:lnTo>
                  <a:lnTo>
                    <a:pt x="353961" y="1123520"/>
                  </a:lnTo>
                  <a:lnTo>
                    <a:pt x="353952" y="1123526"/>
                  </a:lnTo>
                  <a:lnTo>
                    <a:pt x="353946" y="1123530"/>
                  </a:lnTo>
                  <a:lnTo>
                    <a:pt x="353939" y="1123533"/>
                  </a:lnTo>
                  <a:lnTo>
                    <a:pt x="353925" y="1123537"/>
                  </a:lnTo>
                  <a:lnTo>
                    <a:pt x="353899" y="1123545"/>
                  </a:lnTo>
                  <a:lnTo>
                    <a:pt x="353877" y="1123552"/>
                  </a:lnTo>
                  <a:lnTo>
                    <a:pt x="353859" y="1123557"/>
                  </a:lnTo>
                  <a:lnTo>
                    <a:pt x="353840" y="1123563"/>
                  </a:lnTo>
                  <a:lnTo>
                    <a:pt x="353815" y="1123573"/>
                  </a:lnTo>
                  <a:lnTo>
                    <a:pt x="353792" y="1123582"/>
                  </a:lnTo>
                  <a:lnTo>
                    <a:pt x="353773" y="1123590"/>
                  </a:lnTo>
                  <a:lnTo>
                    <a:pt x="353754" y="1123598"/>
                  </a:lnTo>
                  <a:lnTo>
                    <a:pt x="353737" y="1123606"/>
                  </a:lnTo>
                  <a:lnTo>
                    <a:pt x="353724" y="1123612"/>
                  </a:lnTo>
                  <a:lnTo>
                    <a:pt x="353712" y="1123617"/>
                  </a:lnTo>
                  <a:lnTo>
                    <a:pt x="353696" y="1123622"/>
                  </a:lnTo>
                  <a:lnTo>
                    <a:pt x="353678" y="1123626"/>
                  </a:lnTo>
                  <a:lnTo>
                    <a:pt x="353664" y="1123629"/>
                  </a:lnTo>
                  <a:lnTo>
                    <a:pt x="353639" y="1123632"/>
                  </a:lnTo>
                  <a:lnTo>
                    <a:pt x="353606" y="1123635"/>
                  </a:lnTo>
                  <a:lnTo>
                    <a:pt x="353582" y="1123636"/>
                  </a:lnTo>
                  <a:lnTo>
                    <a:pt x="353557" y="1123637"/>
                  </a:lnTo>
                  <a:lnTo>
                    <a:pt x="353543" y="1123636"/>
                  </a:lnTo>
                  <a:lnTo>
                    <a:pt x="353532" y="1123634"/>
                  </a:lnTo>
                  <a:lnTo>
                    <a:pt x="353522" y="1123631"/>
                  </a:lnTo>
                  <a:lnTo>
                    <a:pt x="353511" y="1123627"/>
                  </a:lnTo>
                  <a:lnTo>
                    <a:pt x="353499" y="1123621"/>
                  </a:lnTo>
                  <a:lnTo>
                    <a:pt x="353491" y="1123618"/>
                  </a:lnTo>
                  <a:lnTo>
                    <a:pt x="353485" y="1123618"/>
                  </a:lnTo>
                  <a:lnTo>
                    <a:pt x="353479" y="1123619"/>
                  </a:lnTo>
                  <a:lnTo>
                    <a:pt x="353469" y="1123623"/>
                  </a:lnTo>
                  <a:lnTo>
                    <a:pt x="353460" y="1123628"/>
                  </a:lnTo>
                  <a:lnTo>
                    <a:pt x="353448" y="1123637"/>
                  </a:lnTo>
                  <a:lnTo>
                    <a:pt x="353436" y="1123646"/>
                  </a:lnTo>
                  <a:lnTo>
                    <a:pt x="353429" y="1123651"/>
                  </a:lnTo>
                  <a:lnTo>
                    <a:pt x="353425" y="1123654"/>
                  </a:lnTo>
                  <a:lnTo>
                    <a:pt x="353415" y="1123660"/>
                  </a:lnTo>
                  <a:lnTo>
                    <a:pt x="353405" y="1123665"/>
                  </a:lnTo>
                  <a:lnTo>
                    <a:pt x="353391" y="1123670"/>
                  </a:lnTo>
                  <a:lnTo>
                    <a:pt x="353370" y="1123675"/>
                  </a:lnTo>
                  <a:lnTo>
                    <a:pt x="353351" y="1123680"/>
                  </a:lnTo>
                  <a:lnTo>
                    <a:pt x="353343" y="1123681"/>
                  </a:lnTo>
                  <a:lnTo>
                    <a:pt x="353333" y="1123681"/>
                  </a:lnTo>
                  <a:lnTo>
                    <a:pt x="353317" y="1123677"/>
                  </a:lnTo>
                  <a:lnTo>
                    <a:pt x="353300" y="1123673"/>
                  </a:lnTo>
                  <a:lnTo>
                    <a:pt x="353286" y="1123669"/>
                  </a:lnTo>
                  <a:lnTo>
                    <a:pt x="353274" y="1123664"/>
                  </a:lnTo>
                  <a:lnTo>
                    <a:pt x="353262" y="1123658"/>
                  </a:lnTo>
                  <a:lnTo>
                    <a:pt x="353252" y="1123651"/>
                  </a:lnTo>
                  <a:lnTo>
                    <a:pt x="353241" y="1123640"/>
                  </a:lnTo>
                  <a:lnTo>
                    <a:pt x="353227" y="1123626"/>
                  </a:lnTo>
                  <a:lnTo>
                    <a:pt x="353222" y="1123622"/>
                  </a:lnTo>
                  <a:lnTo>
                    <a:pt x="353215" y="1123619"/>
                  </a:lnTo>
                  <a:lnTo>
                    <a:pt x="353207" y="1123617"/>
                  </a:lnTo>
                  <a:lnTo>
                    <a:pt x="353178" y="1123613"/>
                  </a:lnTo>
                  <a:lnTo>
                    <a:pt x="353166" y="1123612"/>
                  </a:lnTo>
                  <a:lnTo>
                    <a:pt x="353151" y="1123609"/>
                  </a:lnTo>
                  <a:lnTo>
                    <a:pt x="353132" y="1123604"/>
                  </a:lnTo>
                  <a:lnTo>
                    <a:pt x="353120" y="1123598"/>
                  </a:lnTo>
                  <a:lnTo>
                    <a:pt x="353111" y="1123592"/>
                  </a:lnTo>
                  <a:lnTo>
                    <a:pt x="353099" y="1123582"/>
                  </a:lnTo>
                  <a:lnTo>
                    <a:pt x="353090" y="1123572"/>
                  </a:lnTo>
                  <a:lnTo>
                    <a:pt x="353082" y="1123563"/>
                  </a:lnTo>
                  <a:lnTo>
                    <a:pt x="353077" y="1123558"/>
                  </a:lnTo>
                  <a:lnTo>
                    <a:pt x="353071" y="1123556"/>
                  </a:lnTo>
                  <a:lnTo>
                    <a:pt x="353062" y="1123555"/>
                  </a:lnTo>
                  <a:lnTo>
                    <a:pt x="353052" y="1123555"/>
                  </a:lnTo>
                  <a:lnTo>
                    <a:pt x="353029" y="1123555"/>
                  </a:lnTo>
                  <a:lnTo>
                    <a:pt x="353011" y="1123554"/>
                  </a:lnTo>
                  <a:lnTo>
                    <a:pt x="352998" y="1123552"/>
                  </a:lnTo>
                  <a:lnTo>
                    <a:pt x="352983" y="1123549"/>
                  </a:lnTo>
                  <a:lnTo>
                    <a:pt x="352970" y="1123545"/>
                  </a:lnTo>
                  <a:lnTo>
                    <a:pt x="352957" y="1123540"/>
                  </a:lnTo>
                  <a:lnTo>
                    <a:pt x="352944" y="1123535"/>
                  </a:lnTo>
                  <a:lnTo>
                    <a:pt x="352935" y="1123530"/>
                  </a:lnTo>
                  <a:lnTo>
                    <a:pt x="352925" y="1123524"/>
                  </a:lnTo>
                  <a:lnTo>
                    <a:pt x="352913" y="1123516"/>
                  </a:lnTo>
                  <a:lnTo>
                    <a:pt x="352902" y="1123508"/>
                  </a:lnTo>
                  <a:lnTo>
                    <a:pt x="352892" y="1123501"/>
                  </a:lnTo>
                  <a:lnTo>
                    <a:pt x="352880" y="1123490"/>
                  </a:lnTo>
                  <a:lnTo>
                    <a:pt x="352866" y="1123476"/>
                  </a:lnTo>
                  <a:lnTo>
                    <a:pt x="352854" y="1123462"/>
                  </a:lnTo>
                  <a:lnTo>
                    <a:pt x="352844" y="1123454"/>
                  </a:lnTo>
                  <a:lnTo>
                    <a:pt x="352836" y="1123449"/>
                  </a:lnTo>
                  <a:lnTo>
                    <a:pt x="352827" y="1123445"/>
                  </a:lnTo>
                  <a:lnTo>
                    <a:pt x="352816" y="1123442"/>
                  </a:lnTo>
                  <a:lnTo>
                    <a:pt x="352807" y="1123441"/>
                  </a:lnTo>
                  <a:lnTo>
                    <a:pt x="352796" y="1123441"/>
                  </a:lnTo>
                  <a:lnTo>
                    <a:pt x="352783" y="1123443"/>
                  </a:lnTo>
                  <a:lnTo>
                    <a:pt x="352766" y="1123446"/>
                  </a:lnTo>
                  <a:lnTo>
                    <a:pt x="352748" y="1123451"/>
                  </a:lnTo>
                  <a:lnTo>
                    <a:pt x="352725" y="1123458"/>
                  </a:lnTo>
                  <a:lnTo>
                    <a:pt x="352710" y="1123462"/>
                  </a:lnTo>
                  <a:lnTo>
                    <a:pt x="352696" y="1123464"/>
                  </a:lnTo>
                  <a:lnTo>
                    <a:pt x="352666" y="1123467"/>
                  </a:lnTo>
                  <a:lnTo>
                    <a:pt x="352628" y="1123469"/>
                  </a:lnTo>
                  <a:lnTo>
                    <a:pt x="352610" y="1123470"/>
                  </a:lnTo>
                  <a:lnTo>
                    <a:pt x="352599" y="1123470"/>
                  </a:lnTo>
                  <a:lnTo>
                    <a:pt x="352569" y="1123470"/>
                  </a:lnTo>
                  <a:lnTo>
                    <a:pt x="352554" y="1123469"/>
                  </a:lnTo>
                  <a:lnTo>
                    <a:pt x="352535" y="1123468"/>
                  </a:lnTo>
                  <a:lnTo>
                    <a:pt x="352520" y="1123466"/>
                  </a:lnTo>
                  <a:lnTo>
                    <a:pt x="352502" y="1123463"/>
                  </a:lnTo>
                  <a:lnTo>
                    <a:pt x="352493" y="1123461"/>
                  </a:lnTo>
                  <a:lnTo>
                    <a:pt x="352484" y="1123457"/>
                  </a:lnTo>
                  <a:lnTo>
                    <a:pt x="352473" y="1123453"/>
                  </a:lnTo>
                  <a:lnTo>
                    <a:pt x="352467" y="1123450"/>
                  </a:lnTo>
                  <a:lnTo>
                    <a:pt x="352462" y="1123449"/>
                  </a:lnTo>
                  <a:lnTo>
                    <a:pt x="352439" y="1123446"/>
                  </a:lnTo>
                  <a:lnTo>
                    <a:pt x="352425" y="1123445"/>
                  </a:lnTo>
                  <a:lnTo>
                    <a:pt x="352413" y="1123444"/>
                  </a:lnTo>
                  <a:lnTo>
                    <a:pt x="352397" y="1123444"/>
                  </a:lnTo>
                  <a:lnTo>
                    <a:pt x="352378" y="1123444"/>
                  </a:lnTo>
                  <a:lnTo>
                    <a:pt x="352367" y="1123445"/>
                  </a:lnTo>
                  <a:lnTo>
                    <a:pt x="352356" y="1123445"/>
                  </a:lnTo>
                  <a:lnTo>
                    <a:pt x="352350" y="1123445"/>
                  </a:lnTo>
                  <a:lnTo>
                    <a:pt x="352333" y="1123444"/>
                  </a:lnTo>
                  <a:lnTo>
                    <a:pt x="352324" y="1123444"/>
                  </a:lnTo>
                  <a:lnTo>
                    <a:pt x="352315" y="1123443"/>
                  </a:lnTo>
                  <a:lnTo>
                    <a:pt x="352306" y="1123442"/>
                  </a:lnTo>
                  <a:lnTo>
                    <a:pt x="352300" y="1123442"/>
                  </a:lnTo>
                  <a:lnTo>
                    <a:pt x="352291" y="1123441"/>
                  </a:lnTo>
                  <a:lnTo>
                    <a:pt x="352284" y="1123440"/>
                  </a:lnTo>
                  <a:lnTo>
                    <a:pt x="352275" y="1123439"/>
                  </a:lnTo>
                  <a:lnTo>
                    <a:pt x="352268" y="1123436"/>
                  </a:lnTo>
                  <a:lnTo>
                    <a:pt x="352263" y="1123433"/>
                  </a:lnTo>
                  <a:lnTo>
                    <a:pt x="352249" y="1123422"/>
                  </a:lnTo>
                  <a:lnTo>
                    <a:pt x="352238" y="1123413"/>
                  </a:lnTo>
                  <a:lnTo>
                    <a:pt x="352228" y="1123406"/>
                  </a:lnTo>
                  <a:lnTo>
                    <a:pt x="352222" y="1123401"/>
                  </a:lnTo>
                  <a:lnTo>
                    <a:pt x="352216" y="1123394"/>
                  </a:lnTo>
                  <a:lnTo>
                    <a:pt x="352207" y="1123385"/>
                  </a:lnTo>
                  <a:lnTo>
                    <a:pt x="352200" y="1123376"/>
                  </a:lnTo>
                  <a:lnTo>
                    <a:pt x="352192" y="1123366"/>
                  </a:lnTo>
                  <a:lnTo>
                    <a:pt x="352186" y="1123357"/>
                  </a:lnTo>
                  <a:lnTo>
                    <a:pt x="352179" y="1123348"/>
                  </a:lnTo>
                  <a:lnTo>
                    <a:pt x="352172" y="1123337"/>
                  </a:lnTo>
                  <a:lnTo>
                    <a:pt x="352164" y="1123326"/>
                  </a:lnTo>
                  <a:lnTo>
                    <a:pt x="352153" y="1123311"/>
                  </a:lnTo>
                  <a:lnTo>
                    <a:pt x="352141" y="1123297"/>
                  </a:lnTo>
                  <a:lnTo>
                    <a:pt x="352130" y="1123285"/>
                  </a:lnTo>
                  <a:lnTo>
                    <a:pt x="352124" y="1123279"/>
                  </a:lnTo>
                  <a:lnTo>
                    <a:pt x="352118" y="1123274"/>
                  </a:lnTo>
                  <a:lnTo>
                    <a:pt x="352107" y="1123267"/>
                  </a:lnTo>
                  <a:lnTo>
                    <a:pt x="352097" y="1123262"/>
                  </a:lnTo>
                  <a:lnTo>
                    <a:pt x="352085" y="1123258"/>
                  </a:lnTo>
                  <a:lnTo>
                    <a:pt x="352074" y="1123254"/>
                  </a:lnTo>
                  <a:lnTo>
                    <a:pt x="352057" y="1123250"/>
                  </a:lnTo>
                  <a:lnTo>
                    <a:pt x="352042" y="1123247"/>
                  </a:lnTo>
                  <a:lnTo>
                    <a:pt x="352027" y="1123244"/>
                  </a:lnTo>
                  <a:lnTo>
                    <a:pt x="352008" y="1123241"/>
                  </a:lnTo>
                  <a:lnTo>
                    <a:pt x="351993" y="1123238"/>
                  </a:lnTo>
                  <a:lnTo>
                    <a:pt x="351975" y="1123237"/>
                  </a:lnTo>
                  <a:lnTo>
                    <a:pt x="351956" y="1123235"/>
                  </a:lnTo>
                  <a:lnTo>
                    <a:pt x="351939" y="1123234"/>
                  </a:lnTo>
                  <a:lnTo>
                    <a:pt x="351920" y="1123234"/>
                  </a:lnTo>
                  <a:lnTo>
                    <a:pt x="351900" y="1123233"/>
                  </a:lnTo>
                  <a:lnTo>
                    <a:pt x="351881" y="1123233"/>
                  </a:lnTo>
                  <a:lnTo>
                    <a:pt x="351860" y="1123234"/>
                  </a:lnTo>
                  <a:lnTo>
                    <a:pt x="351845" y="1123235"/>
                  </a:lnTo>
                  <a:lnTo>
                    <a:pt x="351836" y="1123234"/>
                  </a:lnTo>
                  <a:lnTo>
                    <a:pt x="351830" y="1123233"/>
                  </a:lnTo>
                  <a:lnTo>
                    <a:pt x="351826" y="1123230"/>
                  </a:lnTo>
                  <a:lnTo>
                    <a:pt x="351820" y="1123219"/>
                  </a:lnTo>
                  <a:lnTo>
                    <a:pt x="351813" y="1123203"/>
                  </a:lnTo>
                  <a:lnTo>
                    <a:pt x="351807" y="1123192"/>
                  </a:lnTo>
                  <a:lnTo>
                    <a:pt x="351800" y="1123178"/>
                  </a:lnTo>
                  <a:lnTo>
                    <a:pt x="351792" y="1123165"/>
                  </a:lnTo>
                  <a:lnTo>
                    <a:pt x="351784" y="1123154"/>
                  </a:lnTo>
                  <a:lnTo>
                    <a:pt x="351775" y="1123143"/>
                  </a:lnTo>
                  <a:lnTo>
                    <a:pt x="351765" y="1123131"/>
                  </a:lnTo>
                  <a:lnTo>
                    <a:pt x="351753" y="1123119"/>
                  </a:lnTo>
                  <a:lnTo>
                    <a:pt x="351743" y="1123109"/>
                  </a:lnTo>
                  <a:lnTo>
                    <a:pt x="351734" y="1123101"/>
                  </a:lnTo>
                  <a:lnTo>
                    <a:pt x="351723" y="1123092"/>
                  </a:lnTo>
                  <a:lnTo>
                    <a:pt x="351712" y="1123084"/>
                  </a:lnTo>
                  <a:lnTo>
                    <a:pt x="351697" y="1123075"/>
                  </a:lnTo>
                  <a:lnTo>
                    <a:pt x="351682" y="1123068"/>
                  </a:lnTo>
                  <a:lnTo>
                    <a:pt x="351666" y="1123060"/>
                  </a:lnTo>
                  <a:lnTo>
                    <a:pt x="351641" y="1123051"/>
                  </a:lnTo>
                  <a:lnTo>
                    <a:pt x="351623" y="1123045"/>
                  </a:lnTo>
                  <a:lnTo>
                    <a:pt x="351604" y="1123038"/>
                  </a:lnTo>
                  <a:lnTo>
                    <a:pt x="351587" y="1123033"/>
                  </a:lnTo>
                  <a:lnTo>
                    <a:pt x="351570" y="1123028"/>
                  </a:lnTo>
                  <a:lnTo>
                    <a:pt x="351554" y="1123023"/>
                  </a:lnTo>
                  <a:lnTo>
                    <a:pt x="351541" y="1123018"/>
                  </a:lnTo>
                  <a:lnTo>
                    <a:pt x="351535" y="1123015"/>
                  </a:lnTo>
                  <a:lnTo>
                    <a:pt x="351528" y="1123011"/>
                  </a:lnTo>
                  <a:lnTo>
                    <a:pt x="351522" y="1123006"/>
                  </a:lnTo>
                  <a:lnTo>
                    <a:pt x="351515" y="1123001"/>
                  </a:lnTo>
                  <a:lnTo>
                    <a:pt x="351508" y="1122995"/>
                  </a:lnTo>
                  <a:lnTo>
                    <a:pt x="351501" y="1122986"/>
                  </a:lnTo>
                  <a:lnTo>
                    <a:pt x="351494" y="1122977"/>
                  </a:lnTo>
                  <a:lnTo>
                    <a:pt x="351488" y="1122968"/>
                  </a:lnTo>
                  <a:lnTo>
                    <a:pt x="351483" y="1122957"/>
                  </a:lnTo>
                  <a:lnTo>
                    <a:pt x="351475" y="1122939"/>
                  </a:lnTo>
                  <a:lnTo>
                    <a:pt x="351467" y="1122923"/>
                  </a:lnTo>
                  <a:lnTo>
                    <a:pt x="351456" y="1122899"/>
                  </a:lnTo>
                  <a:lnTo>
                    <a:pt x="351447" y="1122880"/>
                  </a:lnTo>
                  <a:lnTo>
                    <a:pt x="351438" y="1122862"/>
                  </a:lnTo>
                  <a:lnTo>
                    <a:pt x="351430" y="1122847"/>
                  </a:lnTo>
                  <a:lnTo>
                    <a:pt x="351421" y="1122830"/>
                  </a:lnTo>
                  <a:lnTo>
                    <a:pt x="351415" y="1122819"/>
                  </a:lnTo>
                  <a:lnTo>
                    <a:pt x="351411" y="1122809"/>
                  </a:lnTo>
                  <a:lnTo>
                    <a:pt x="351408" y="1122799"/>
                  </a:lnTo>
                  <a:lnTo>
                    <a:pt x="351408" y="1122794"/>
                  </a:lnTo>
                  <a:lnTo>
                    <a:pt x="351410" y="1122786"/>
                  </a:lnTo>
                  <a:lnTo>
                    <a:pt x="351417" y="1122769"/>
                  </a:lnTo>
                  <a:lnTo>
                    <a:pt x="351423" y="1122752"/>
                  </a:lnTo>
                  <a:lnTo>
                    <a:pt x="351427" y="1122738"/>
                  </a:lnTo>
                  <a:lnTo>
                    <a:pt x="351430" y="1122726"/>
                  </a:lnTo>
                  <a:lnTo>
                    <a:pt x="351431" y="1122715"/>
                  </a:lnTo>
                  <a:lnTo>
                    <a:pt x="351433" y="1122701"/>
                  </a:lnTo>
                  <a:lnTo>
                    <a:pt x="351433" y="1122688"/>
                  </a:lnTo>
                  <a:lnTo>
                    <a:pt x="351431" y="1122665"/>
                  </a:lnTo>
                  <a:lnTo>
                    <a:pt x="351429" y="1122639"/>
                  </a:lnTo>
                  <a:lnTo>
                    <a:pt x="351426" y="1122618"/>
                  </a:lnTo>
                  <a:lnTo>
                    <a:pt x="351423" y="1122600"/>
                  </a:lnTo>
                  <a:lnTo>
                    <a:pt x="351421" y="1122584"/>
                  </a:lnTo>
                  <a:lnTo>
                    <a:pt x="351419" y="1122570"/>
                  </a:lnTo>
                  <a:lnTo>
                    <a:pt x="351417" y="1122548"/>
                  </a:lnTo>
                  <a:lnTo>
                    <a:pt x="351414" y="1122524"/>
                  </a:lnTo>
                  <a:lnTo>
                    <a:pt x="351412" y="1122497"/>
                  </a:lnTo>
                  <a:lnTo>
                    <a:pt x="351410" y="1122486"/>
                  </a:lnTo>
                  <a:lnTo>
                    <a:pt x="351408" y="1122478"/>
                  </a:lnTo>
                  <a:lnTo>
                    <a:pt x="351403" y="1122466"/>
                  </a:lnTo>
                  <a:lnTo>
                    <a:pt x="351399" y="1122461"/>
                  </a:lnTo>
                  <a:lnTo>
                    <a:pt x="351391" y="1122453"/>
                  </a:lnTo>
                  <a:lnTo>
                    <a:pt x="351376" y="1122441"/>
                  </a:lnTo>
                  <a:lnTo>
                    <a:pt x="351365" y="1122432"/>
                  </a:lnTo>
                  <a:lnTo>
                    <a:pt x="351353" y="1122422"/>
                  </a:lnTo>
                  <a:lnTo>
                    <a:pt x="351343" y="1122413"/>
                  </a:lnTo>
                  <a:lnTo>
                    <a:pt x="351331" y="1122400"/>
                  </a:lnTo>
                  <a:lnTo>
                    <a:pt x="351319" y="1122387"/>
                  </a:lnTo>
                  <a:lnTo>
                    <a:pt x="351305" y="1122372"/>
                  </a:lnTo>
                  <a:lnTo>
                    <a:pt x="351291" y="1122357"/>
                  </a:lnTo>
                  <a:lnTo>
                    <a:pt x="351279" y="1122345"/>
                  </a:lnTo>
                  <a:lnTo>
                    <a:pt x="351273" y="1122343"/>
                  </a:lnTo>
                  <a:lnTo>
                    <a:pt x="351254" y="1122342"/>
                  </a:lnTo>
                  <a:lnTo>
                    <a:pt x="351231" y="1122341"/>
                  </a:lnTo>
                  <a:lnTo>
                    <a:pt x="351214" y="1122341"/>
                  </a:lnTo>
                  <a:lnTo>
                    <a:pt x="351197" y="1122343"/>
                  </a:lnTo>
                  <a:lnTo>
                    <a:pt x="351175" y="1122346"/>
                  </a:lnTo>
                  <a:lnTo>
                    <a:pt x="351153" y="1122350"/>
                  </a:lnTo>
                  <a:lnTo>
                    <a:pt x="351131" y="1122355"/>
                  </a:lnTo>
                  <a:lnTo>
                    <a:pt x="351112" y="1122358"/>
                  </a:lnTo>
                  <a:lnTo>
                    <a:pt x="351096" y="1122361"/>
                  </a:lnTo>
                  <a:lnTo>
                    <a:pt x="351081" y="1122361"/>
                  </a:lnTo>
                  <a:lnTo>
                    <a:pt x="351060" y="1122360"/>
                  </a:lnTo>
                  <a:lnTo>
                    <a:pt x="351034" y="1122358"/>
                  </a:lnTo>
                  <a:lnTo>
                    <a:pt x="351001" y="1122357"/>
                  </a:lnTo>
                  <a:lnTo>
                    <a:pt x="350980" y="1122357"/>
                  </a:lnTo>
                  <a:lnTo>
                    <a:pt x="350946" y="1122357"/>
                  </a:lnTo>
                  <a:lnTo>
                    <a:pt x="350919" y="1122357"/>
                  </a:lnTo>
                  <a:lnTo>
                    <a:pt x="350892" y="1122355"/>
                  </a:lnTo>
                  <a:lnTo>
                    <a:pt x="350868" y="1122354"/>
                  </a:lnTo>
                  <a:lnTo>
                    <a:pt x="350858" y="1122354"/>
                  </a:lnTo>
                  <a:lnTo>
                    <a:pt x="350826" y="1122353"/>
                  </a:lnTo>
                  <a:lnTo>
                    <a:pt x="350798" y="1122351"/>
                  </a:lnTo>
                  <a:lnTo>
                    <a:pt x="350784" y="1122351"/>
                  </a:lnTo>
                  <a:lnTo>
                    <a:pt x="350776" y="1122351"/>
                  </a:lnTo>
                  <a:lnTo>
                    <a:pt x="350771" y="1122350"/>
                  </a:lnTo>
                  <a:lnTo>
                    <a:pt x="350766" y="1122348"/>
                  </a:lnTo>
                  <a:lnTo>
                    <a:pt x="350755" y="1122340"/>
                  </a:lnTo>
                  <a:lnTo>
                    <a:pt x="350737" y="1122329"/>
                  </a:lnTo>
                  <a:lnTo>
                    <a:pt x="350729" y="1122324"/>
                  </a:lnTo>
                  <a:lnTo>
                    <a:pt x="350722" y="1122319"/>
                  </a:lnTo>
                  <a:lnTo>
                    <a:pt x="350708" y="1122313"/>
                  </a:lnTo>
                  <a:lnTo>
                    <a:pt x="350695" y="1122306"/>
                  </a:lnTo>
                  <a:lnTo>
                    <a:pt x="350677" y="1122298"/>
                  </a:lnTo>
                  <a:lnTo>
                    <a:pt x="350663" y="1122291"/>
                  </a:lnTo>
                  <a:lnTo>
                    <a:pt x="350653" y="1122285"/>
                  </a:lnTo>
                  <a:lnTo>
                    <a:pt x="350638" y="1122275"/>
                  </a:lnTo>
                  <a:lnTo>
                    <a:pt x="350626" y="1122267"/>
                  </a:lnTo>
                  <a:lnTo>
                    <a:pt x="350614" y="1122257"/>
                  </a:lnTo>
                  <a:lnTo>
                    <a:pt x="350598" y="1122245"/>
                  </a:lnTo>
                  <a:lnTo>
                    <a:pt x="350585" y="1122234"/>
                  </a:lnTo>
                  <a:lnTo>
                    <a:pt x="350571" y="1122222"/>
                  </a:lnTo>
                  <a:lnTo>
                    <a:pt x="350559" y="1122210"/>
                  </a:lnTo>
                  <a:lnTo>
                    <a:pt x="350556" y="1122207"/>
                  </a:lnTo>
                  <a:lnTo>
                    <a:pt x="350544" y="1122195"/>
                  </a:lnTo>
                  <a:lnTo>
                    <a:pt x="350526" y="1122177"/>
                  </a:lnTo>
                  <a:lnTo>
                    <a:pt x="350509" y="1122162"/>
                  </a:lnTo>
                  <a:lnTo>
                    <a:pt x="350495" y="1122149"/>
                  </a:lnTo>
                  <a:lnTo>
                    <a:pt x="350480" y="1122135"/>
                  </a:lnTo>
                  <a:lnTo>
                    <a:pt x="350465" y="1122122"/>
                  </a:lnTo>
                  <a:lnTo>
                    <a:pt x="350447" y="1122107"/>
                  </a:lnTo>
                  <a:lnTo>
                    <a:pt x="350429" y="1122092"/>
                  </a:lnTo>
                  <a:lnTo>
                    <a:pt x="350420" y="1122086"/>
                  </a:lnTo>
                  <a:lnTo>
                    <a:pt x="350410" y="1122081"/>
                  </a:lnTo>
                  <a:lnTo>
                    <a:pt x="350403" y="1122080"/>
                  </a:lnTo>
                  <a:lnTo>
                    <a:pt x="350396" y="1122080"/>
                  </a:lnTo>
                  <a:lnTo>
                    <a:pt x="350382" y="1122079"/>
                  </a:lnTo>
                  <a:lnTo>
                    <a:pt x="350373" y="1122078"/>
                  </a:lnTo>
                  <a:lnTo>
                    <a:pt x="350362" y="1122077"/>
                  </a:lnTo>
                  <a:lnTo>
                    <a:pt x="350351" y="1122074"/>
                  </a:lnTo>
                  <a:lnTo>
                    <a:pt x="350342" y="1122072"/>
                  </a:lnTo>
                  <a:lnTo>
                    <a:pt x="350327" y="1122067"/>
                  </a:lnTo>
                  <a:lnTo>
                    <a:pt x="350311" y="1122062"/>
                  </a:lnTo>
                  <a:lnTo>
                    <a:pt x="350296" y="1122057"/>
                  </a:lnTo>
                  <a:lnTo>
                    <a:pt x="350279" y="1122051"/>
                  </a:lnTo>
                  <a:lnTo>
                    <a:pt x="350265" y="1122046"/>
                  </a:lnTo>
                  <a:lnTo>
                    <a:pt x="350254" y="1122042"/>
                  </a:lnTo>
                  <a:lnTo>
                    <a:pt x="350240" y="1122035"/>
                  </a:lnTo>
                  <a:lnTo>
                    <a:pt x="350226" y="1122027"/>
                  </a:lnTo>
                  <a:lnTo>
                    <a:pt x="350210" y="1122018"/>
                  </a:lnTo>
                  <a:lnTo>
                    <a:pt x="350196" y="1122009"/>
                  </a:lnTo>
                  <a:lnTo>
                    <a:pt x="350181" y="1122000"/>
                  </a:lnTo>
                  <a:lnTo>
                    <a:pt x="350167" y="1121990"/>
                  </a:lnTo>
                  <a:lnTo>
                    <a:pt x="350154" y="1121981"/>
                  </a:lnTo>
                  <a:lnTo>
                    <a:pt x="350136" y="1121968"/>
                  </a:lnTo>
                  <a:lnTo>
                    <a:pt x="350127" y="1121960"/>
                  </a:lnTo>
                  <a:lnTo>
                    <a:pt x="350115" y="1121948"/>
                  </a:lnTo>
                  <a:lnTo>
                    <a:pt x="350097" y="1121932"/>
                  </a:lnTo>
                  <a:lnTo>
                    <a:pt x="350085" y="1121921"/>
                  </a:lnTo>
                  <a:lnTo>
                    <a:pt x="350075" y="1121911"/>
                  </a:lnTo>
                  <a:lnTo>
                    <a:pt x="350060" y="1121897"/>
                  </a:lnTo>
                  <a:lnTo>
                    <a:pt x="350047" y="1121884"/>
                  </a:lnTo>
                  <a:lnTo>
                    <a:pt x="350034" y="1121872"/>
                  </a:lnTo>
                  <a:lnTo>
                    <a:pt x="350025" y="1121864"/>
                  </a:lnTo>
                  <a:lnTo>
                    <a:pt x="350019" y="1121857"/>
                  </a:lnTo>
                  <a:lnTo>
                    <a:pt x="350013" y="1121849"/>
                  </a:lnTo>
                  <a:lnTo>
                    <a:pt x="350008" y="1121842"/>
                  </a:lnTo>
                  <a:lnTo>
                    <a:pt x="350004" y="1121835"/>
                  </a:lnTo>
                  <a:lnTo>
                    <a:pt x="349997" y="1121819"/>
                  </a:lnTo>
                  <a:lnTo>
                    <a:pt x="349990" y="1121807"/>
                  </a:lnTo>
                  <a:lnTo>
                    <a:pt x="349985" y="1121802"/>
                  </a:lnTo>
                  <a:lnTo>
                    <a:pt x="349976" y="1121793"/>
                  </a:lnTo>
                  <a:lnTo>
                    <a:pt x="349966" y="1121785"/>
                  </a:lnTo>
                  <a:lnTo>
                    <a:pt x="349956" y="1121778"/>
                  </a:lnTo>
                  <a:lnTo>
                    <a:pt x="349941" y="1121770"/>
                  </a:lnTo>
                  <a:lnTo>
                    <a:pt x="349928" y="1121764"/>
                  </a:lnTo>
                  <a:lnTo>
                    <a:pt x="349915" y="1121759"/>
                  </a:lnTo>
                  <a:lnTo>
                    <a:pt x="349904" y="1121756"/>
                  </a:lnTo>
                  <a:lnTo>
                    <a:pt x="349891" y="1121752"/>
                  </a:lnTo>
                  <a:lnTo>
                    <a:pt x="349874" y="1121746"/>
                  </a:lnTo>
                  <a:lnTo>
                    <a:pt x="349853" y="1121739"/>
                  </a:lnTo>
                  <a:lnTo>
                    <a:pt x="349837" y="1121733"/>
                  </a:lnTo>
                  <a:lnTo>
                    <a:pt x="349813" y="1121726"/>
                  </a:lnTo>
                  <a:lnTo>
                    <a:pt x="349792" y="1121717"/>
                  </a:lnTo>
                  <a:lnTo>
                    <a:pt x="349770" y="1121707"/>
                  </a:lnTo>
                  <a:lnTo>
                    <a:pt x="349745" y="1121698"/>
                  </a:lnTo>
                  <a:lnTo>
                    <a:pt x="349731" y="1121692"/>
                  </a:lnTo>
                  <a:lnTo>
                    <a:pt x="349716" y="1121688"/>
                  </a:lnTo>
                  <a:lnTo>
                    <a:pt x="349705" y="1121686"/>
                  </a:lnTo>
                  <a:lnTo>
                    <a:pt x="349698" y="1121686"/>
                  </a:lnTo>
                  <a:lnTo>
                    <a:pt x="349681" y="1121688"/>
                  </a:lnTo>
                  <a:lnTo>
                    <a:pt x="349664" y="1121690"/>
                  </a:lnTo>
                  <a:lnTo>
                    <a:pt x="349650" y="1121690"/>
                  </a:lnTo>
                  <a:lnTo>
                    <a:pt x="349639" y="1121689"/>
                  </a:lnTo>
                  <a:lnTo>
                    <a:pt x="349615" y="1121685"/>
                  </a:lnTo>
                  <a:lnTo>
                    <a:pt x="349602" y="1121683"/>
                  </a:lnTo>
                  <a:lnTo>
                    <a:pt x="349582" y="1121679"/>
                  </a:lnTo>
                  <a:lnTo>
                    <a:pt x="349553" y="1121672"/>
                  </a:lnTo>
                  <a:lnTo>
                    <a:pt x="349528" y="1121667"/>
                  </a:lnTo>
                  <a:lnTo>
                    <a:pt x="349508" y="1121662"/>
                  </a:lnTo>
                  <a:lnTo>
                    <a:pt x="349494" y="1121658"/>
                  </a:lnTo>
                  <a:lnTo>
                    <a:pt x="349471" y="1121652"/>
                  </a:lnTo>
                  <a:lnTo>
                    <a:pt x="349447" y="1121648"/>
                  </a:lnTo>
                  <a:lnTo>
                    <a:pt x="349424" y="1121643"/>
                  </a:lnTo>
                  <a:lnTo>
                    <a:pt x="349410" y="1121641"/>
                  </a:lnTo>
                  <a:lnTo>
                    <a:pt x="349388" y="1121637"/>
                  </a:lnTo>
                  <a:lnTo>
                    <a:pt x="349369" y="1121634"/>
                  </a:lnTo>
                  <a:lnTo>
                    <a:pt x="349358" y="1121632"/>
                  </a:lnTo>
                  <a:lnTo>
                    <a:pt x="349339" y="1121629"/>
                  </a:lnTo>
                  <a:lnTo>
                    <a:pt x="349316" y="1121626"/>
                  </a:lnTo>
                  <a:lnTo>
                    <a:pt x="349298" y="1121625"/>
                  </a:lnTo>
                  <a:lnTo>
                    <a:pt x="349278" y="1121624"/>
                  </a:lnTo>
                  <a:lnTo>
                    <a:pt x="349259" y="1121625"/>
                  </a:lnTo>
                  <a:lnTo>
                    <a:pt x="349237" y="1121627"/>
                  </a:lnTo>
                  <a:lnTo>
                    <a:pt x="349214" y="1121630"/>
                  </a:lnTo>
                  <a:lnTo>
                    <a:pt x="349203" y="1121631"/>
                  </a:lnTo>
                  <a:lnTo>
                    <a:pt x="349190" y="1121631"/>
                  </a:lnTo>
                  <a:lnTo>
                    <a:pt x="349184" y="1121631"/>
                  </a:lnTo>
                  <a:lnTo>
                    <a:pt x="349178" y="1121629"/>
                  </a:lnTo>
                  <a:lnTo>
                    <a:pt x="349166" y="1121626"/>
                  </a:lnTo>
                  <a:lnTo>
                    <a:pt x="349155" y="1121621"/>
                  </a:lnTo>
                  <a:lnTo>
                    <a:pt x="349142" y="1121614"/>
                  </a:lnTo>
                  <a:lnTo>
                    <a:pt x="349130" y="1121608"/>
                  </a:lnTo>
                  <a:lnTo>
                    <a:pt x="349113" y="1121603"/>
                  </a:lnTo>
                  <a:lnTo>
                    <a:pt x="349099" y="1121600"/>
                  </a:lnTo>
                  <a:lnTo>
                    <a:pt x="349085" y="1121598"/>
                  </a:lnTo>
                  <a:lnTo>
                    <a:pt x="349058" y="1121597"/>
                  </a:lnTo>
                  <a:lnTo>
                    <a:pt x="349044" y="1121594"/>
                  </a:lnTo>
                  <a:lnTo>
                    <a:pt x="349023" y="1121590"/>
                  </a:lnTo>
                  <a:lnTo>
                    <a:pt x="349005" y="1121586"/>
                  </a:lnTo>
                  <a:lnTo>
                    <a:pt x="348991" y="1121582"/>
                  </a:lnTo>
                  <a:lnTo>
                    <a:pt x="348984" y="1121580"/>
                  </a:lnTo>
                  <a:lnTo>
                    <a:pt x="348972" y="1121576"/>
                  </a:lnTo>
                  <a:lnTo>
                    <a:pt x="348965" y="1121572"/>
                  </a:lnTo>
                  <a:lnTo>
                    <a:pt x="348960" y="1121569"/>
                  </a:lnTo>
                  <a:lnTo>
                    <a:pt x="348948" y="1121558"/>
                  </a:lnTo>
                  <a:lnTo>
                    <a:pt x="348937" y="1121547"/>
                  </a:lnTo>
                  <a:lnTo>
                    <a:pt x="348922" y="1121537"/>
                  </a:lnTo>
                  <a:lnTo>
                    <a:pt x="348910" y="1121529"/>
                  </a:lnTo>
                  <a:lnTo>
                    <a:pt x="348896" y="1121518"/>
                  </a:lnTo>
                  <a:lnTo>
                    <a:pt x="348882" y="1121510"/>
                  </a:lnTo>
                  <a:lnTo>
                    <a:pt x="348865" y="1121500"/>
                  </a:lnTo>
                  <a:lnTo>
                    <a:pt x="348849" y="1121492"/>
                  </a:lnTo>
                  <a:lnTo>
                    <a:pt x="348835" y="1121483"/>
                  </a:lnTo>
                  <a:lnTo>
                    <a:pt x="348819" y="1121474"/>
                  </a:lnTo>
                  <a:lnTo>
                    <a:pt x="348808" y="1121467"/>
                  </a:lnTo>
                  <a:lnTo>
                    <a:pt x="348797" y="1121458"/>
                  </a:lnTo>
                  <a:lnTo>
                    <a:pt x="348782" y="1121445"/>
                  </a:lnTo>
                  <a:lnTo>
                    <a:pt x="348776" y="1121441"/>
                  </a:lnTo>
                  <a:lnTo>
                    <a:pt x="348772" y="1121438"/>
                  </a:lnTo>
                  <a:lnTo>
                    <a:pt x="348763" y="1121434"/>
                  </a:lnTo>
                  <a:lnTo>
                    <a:pt x="348751" y="1121431"/>
                  </a:lnTo>
                  <a:lnTo>
                    <a:pt x="348744" y="1121431"/>
                  </a:lnTo>
                  <a:lnTo>
                    <a:pt x="348732" y="1121432"/>
                  </a:lnTo>
                  <a:lnTo>
                    <a:pt x="348720" y="1121436"/>
                  </a:lnTo>
                  <a:lnTo>
                    <a:pt x="348698" y="1121442"/>
                  </a:lnTo>
                  <a:lnTo>
                    <a:pt x="348687" y="1121444"/>
                  </a:lnTo>
                  <a:lnTo>
                    <a:pt x="348678" y="1121445"/>
                  </a:lnTo>
                  <a:lnTo>
                    <a:pt x="348668" y="1121445"/>
                  </a:lnTo>
                  <a:lnTo>
                    <a:pt x="348660" y="1121444"/>
                  </a:lnTo>
                  <a:lnTo>
                    <a:pt x="348655" y="1121442"/>
                  </a:lnTo>
                  <a:lnTo>
                    <a:pt x="348642" y="1121437"/>
                  </a:lnTo>
                  <a:lnTo>
                    <a:pt x="348627" y="1121428"/>
                  </a:lnTo>
                  <a:lnTo>
                    <a:pt x="348619" y="1121421"/>
                  </a:lnTo>
                  <a:lnTo>
                    <a:pt x="348596" y="1121405"/>
                  </a:lnTo>
                  <a:lnTo>
                    <a:pt x="348572" y="1121388"/>
                  </a:lnTo>
                  <a:lnTo>
                    <a:pt x="348551" y="1121372"/>
                  </a:lnTo>
                  <a:lnTo>
                    <a:pt x="348535" y="1121361"/>
                  </a:lnTo>
                  <a:lnTo>
                    <a:pt x="348510" y="1121349"/>
                  </a:lnTo>
                  <a:lnTo>
                    <a:pt x="348493" y="1121340"/>
                  </a:lnTo>
                  <a:lnTo>
                    <a:pt x="348472" y="1121331"/>
                  </a:lnTo>
                  <a:lnTo>
                    <a:pt x="348455" y="1121324"/>
                  </a:lnTo>
                  <a:lnTo>
                    <a:pt x="348430" y="1121316"/>
                  </a:lnTo>
                  <a:lnTo>
                    <a:pt x="348406" y="1121310"/>
                  </a:lnTo>
                  <a:lnTo>
                    <a:pt x="348385" y="1121304"/>
                  </a:lnTo>
                  <a:lnTo>
                    <a:pt x="348361" y="1121298"/>
                  </a:lnTo>
                  <a:lnTo>
                    <a:pt x="348341" y="1121294"/>
                  </a:lnTo>
                  <a:lnTo>
                    <a:pt x="348326" y="1121291"/>
                  </a:lnTo>
                  <a:lnTo>
                    <a:pt x="348310" y="1121286"/>
                  </a:lnTo>
                  <a:lnTo>
                    <a:pt x="348288" y="1121276"/>
                  </a:lnTo>
                  <a:lnTo>
                    <a:pt x="348260" y="1121264"/>
                  </a:lnTo>
                  <a:lnTo>
                    <a:pt x="348234" y="1121253"/>
                  </a:lnTo>
                  <a:lnTo>
                    <a:pt x="348220" y="1121245"/>
                  </a:lnTo>
                  <a:lnTo>
                    <a:pt x="348207" y="1121238"/>
                  </a:lnTo>
                  <a:lnTo>
                    <a:pt x="348193" y="1121230"/>
                  </a:lnTo>
                  <a:lnTo>
                    <a:pt x="348184" y="1121224"/>
                  </a:lnTo>
                  <a:lnTo>
                    <a:pt x="348171" y="1121214"/>
                  </a:lnTo>
                  <a:lnTo>
                    <a:pt x="348148" y="1121198"/>
                  </a:lnTo>
                  <a:lnTo>
                    <a:pt x="348133" y="1121187"/>
                  </a:lnTo>
                  <a:lnTo>
                    <a:pt x="348120" y="1121180"/>
                  </a:lnTo>
                  <a:lnTo>
                    <a:pt x="348106" y="1121171"/>
                  </a:lnTo>
                  <a:lnTo>
                    <a:pt x="348085" y="1121156"/>
                  </a:lnTo>
                  <a:lnTo>
                    <a:pt x="348067" y="1121144"/>
                  </a:lnTo>
                  <a:lnTo>
                    <a:pt x="348051" y="1121133"/>
                  </a:lnTo>
                  <a:lnTo>
                    <a:pt x="348033" y="1121119"/>
                  </a:lnTo>
                  <a:lnTo>
                    <a:pt x="348013" y="1121104"/>
                  </a:lnTo>
                  <a:lnTo>
                    <a:pt x="347997" y="1121092"/>
                  </a:lnTo>
                  <a:lnTo>
                    <a:pt x="347985" y="1121082"/>
                  </a:lnTo>
                  <a:lnTo>
                    <a:pt x="347973" y="1121071"/>
                  </a:lnTo>
                  <a:lnTo>
                    <a:pt x="347953" y="1121052"/>
                  </a:lnTo>
                  <a:lnTo>
                    <a:pt x="347945" y="1121044"/>
                  </a:lnTo>
                  <a:lnTo>
                    <a:pt x="347921" y="1121022"/>
                  </a:lnTo>
                  <a:lnTo>
                    <a:pt x="347896" y="1121002"/>
                  </a:lnTo>
                  <a:lnTo>
                    <a:pt x="347882" y="1120993"/>
                  </a:lnTo>
                  <a:lnTo>
                    <a:pt x="347868" y="1120987"/>
                  </a:lnTo>
                  <a:lnTo>
                    <a:pt x="347850" y="1120981"/>
                  </a:lnTo>
                  <a:lnTo>
                    <a:pt x="347838" y="1120979"/>
                  </a:lnTo>
                  <a:lnTo>
                    <a:pt x="347813" y="1120975"/>
                  </a:lnTo>
                  <a:lnTo>
                    <a:pt x="347787" y="1120972"/>
                  </a:lnTo>
                  <a:lnTo>
                    <a:pt x="347782" y="1120972"/>
                  </a:lnTo>
                  <a:lnTo>
                    <a:pt x="347771" y="1120971"/>
                  </a:lnTo>
                  <a:lnTo>
                    <a:pt x="347750" y="1120968"/>
                  </a:lnTo>
                  <a:lnTo>
                    <a:pt x="347721" y="1120965"/>
                  </a:lnTo>
                  <a:lnTo>
                    <a:pt x="347699" y="1120963"/>
                  </a:lnTo>
                  <a:lnTo>
                    <a:pt x="347675" y="1120960"/>
                  </a:lnTo>
                  <a:lnTo>
                    <a:pt x="347649" y="1120957"/>
                  </a:lnTo>
                  <a:lnTo>
                    <a:pt x="347627" y="1120955"/>
                  </a:lnTo>
                  <a:lnTo>
                    <a:pt x="347608" y="1120953"/>
                  </a:lnTo>
                  <a:lnTo>
                    <a:pt x="347593" y="1120951"/>
                  </a:lnTo>
                  <a:lnTo>
                    <a:pt x="347579" y="1120948"/>
                  </a:lnTo>
                  <a:lnTo>
                    <a:pt x="347572" y="1120945"/>
                  </a:lnTo>
                  <a:lnTo>
                    <a:pt x="347566" y="1120942"/>
                  </a:lnTo>
                  <a:lnTo>
                    <a:pt x="347560" y="1120937"/>
                  </a:lnTo>
                  <a:lnTo>
                    <a:pt x="347553" y="1120932"/>
                  </a:lnTo>
                  <a:lnTo>
                    <a:pt x="347540" y="1120920"/>
                  </a:lnTo>
                  <a:lnTo>
                    <a:pt x="347524" y="1120903"/>
                  </a:lnTo>
                  <a:lnTo>
                    <a:pt x="347507" y="1120886"/>
                  </a:lnTo>
                  <a:lnTo>
                    <a:pt x="347491" y="1120869"/>
                  </a:lnTo>
                  <a:lnTo>
                    <a:pt x="347471" y="1120846"/>
                  </a:lnTo>
                  <a:lnTo>
                    <a:pt x="347456" y="1120830"/>
                  </a:lnTo>
                  <a:lnTo>
                    <a:pt x="347440" y="1120812"/>
                  </a:lnTo>
                  <a:lnTo>
                    <a:pt x="347429" y="1120800"/>
                  </a:lnTo>
                  <a:lnTo>
                    <a:pt x="347412" y="1120782"/>
                  </a:lnTo>
                  <a:lnTo>
                    <a:pt x="347396" y="1120766"/>
                  </a:lnTo>
                  <a:lnTo>
                    <a:pt x="347380" y="1120751"/>
                  </a:lnTo>
                  <a:lnTo>
                    <a:pt x="347366" y="1120739"/>
                  </a:lnTo>
                  <a:lnTo>
                    <a:pt x="347355" y="1120729"/>
                  </a:lnTo>
                  <a:lnTo>
                    <a:pt x="347348" y="1120725"/>
                  </a:lnTo>
                  <a:lnTo>
                    <a:pt x="347340" y="1120724"/>
                  </a:lnTo>
                  <a:lnTo>
                    <a:pt x="347325" y="1120725"/>
                  </a:lnTo>
                  <a:lnTo>
                    <a:pt x="347298" y="1120731"/>
                  </a:lnTo>
                  <a:lnTo>
                    <a:pt x="347290" y="1120731"/>
                  </a:lnTo>
                  <a:lnTo>
                    <a:pt x="347278" y="1120733"/>
                  </a:lnTo>
                  <a:lnTo>
                    <a:pt x="347263" y="1120734"/>
                  </a:lnTo>
                  <a:lnTo>
                    <a:pt x="347239" y="1120736"/>
                  </a:lnTo>
                  <a:lnTo>
                    <a:pt x="347218" y="1120738"/>
                  </a:lnTo>
                  <a:lnTo>
                    <a:pt x="347200" y="1120737"/>
                  </a:lnTo>
                  <a:lnTo>
                    <a:pt x="347185" y="1120738"/>
                  </a:lnTo>
                  <a:lnTo>
                    <a:pt x="347162" y="1120737"/>
                  </a:lnTo>
                  <a:lnTo>
                    <a:pt x="347143" y="1120735"/>
                  </a:lnTo>
                  <a:lnTo>
                    <a:pt x="347120" y="1120731"/>
                  </a:lnTo>
                  <a:lnTo>
                    <a:pt x="347106" y="1120728"/>
                  </a:lnTo>
                  <a:lnTo>
                    <a:pt x="347087" y="1120725"/>
                  </a:lnTo>
                  <a:lnTo>
                    <a:pt x="347069" y="1120722"/>
                  </a:lnTo>
                  <a:lnTo>
                    <a:pt x="347044" y="1120717"/>
                  </a:lnTo>
                  <a:lnTo>
                    <a:pt x="347014" y="1120710"/>
                  </a:lnTo>
                  <a:lnTo>
                    <a:pt x="346994" y="1120703"/>
                  </a:lnTo>
                  <a:lnTo>
                    <a:pt x="346979" y="1120699"/>
                  </a:lnTo>
                  <a:lnTo>
                    <a:pt x="346963" y="1120694"/>
                  </a:lnTo>
                  <a:lnTo>
                    <a:pt x="346944" y="1120686"/>
                  </a:lnTo>
                  <a:lnTo>
                    <a:pt x="346927" y="1120679"/>
                  </a:lnTo>
                  <a:lnTo>
                    <a:pt x="346916" y="1120673"/>
                  </a:lnTo>
                  <a:lnTo>
                    <a:pt x="346909" y="1120670"/>
                  </a:lnTo>
                  <a:lnTo>
                    <a:pt x="346901" y="1120665"/>
                  </a:lnTo>
                  <a:lnTo>
                    <a:pt x="346872" y="1120656"/>
                  </a:lnTo>
                  <a:lnTo>
                    <a:pt x="346853" y="1120650"/>
                  </a:lnTo>
                  <a:lnTo>
                    <a:pt x="346829" y="1120641"/>
                  </a:lnTo>
                  <a:lnTo>
                    <a:pt x="346805" y="1120632"/>
                  </a:lnTo>
                  <a:lnTo>
                    <a:pt x="346785" y="1120625"/>
                  </a:lnTo>
                  <a:lnTo>
                    <a:pt x="346771" y="1120621"/>
                  </a:lnTo>
                  <a:lnTo>
                    <a:pt x="346760" y="1120620"/>
                  </a:lnTo>
                  <a:lnTo>
                    <a:pt x="346750" y="1120622"/>
                  </a:lnTo>
                  <a:lnTo>
                    <a:pt x="346738" y="1120626"/>
                  </a:lnTo>
                  <a:lnTo>
                    <a:pt x="346718" y="1120634"/>
                  </a:lnTo>
                  <a:lnTo>
                    <a:pt x="346703" y="1120641"/>
                  </a:lnTo>
                  <a:lnTo>
                    <a:pt x="346692" y="1120647"/>
                  </a:lnTo>
                  <a:lnTo>
                    <a:pt x="346681" y="1120654"/>
                  </a:lnTo>
                  <a:lnTo>
                    <a:pt x="346673" y="1120661"/>
                  </a:lnTo>
                  <a:lnTo>
                    <a:pt x="346665" y="1120669"/>
                  </a:lnTo>
                  <a:lnTo>
                    <a:pt x="346658" y="1120679"/>
                  </a:lnTo>
                  <a:lnTo>
                    <a:pt x="346650" y="1120692"/>
                  </a:lnTo>
                  <a:lnTo>
                    <a:pt x="346645" y="1120702"/>
                  </a:lnTo>
                  <a:lnTo>
                    <a:pt x="346641" y="1120712"/>
                  </a:lnTo>
                  <a:lnTo>
                    <a:pt x="346637" y="1120723"/>
                  </a:lnTo>
                  <a:lnTo>
                    <a:pt x="346635" y="1120736"/>
                  </a:lnTo>
                  <a:lnTo>
                    <a:pt x="346634" y="1120749"/>
                  </a:lnTo>
                  <a:lnTo>
                    <a:pt x="346632" y="1120766"/>
                  </a:lnTo>
                  <a:lnTo>
                    <a:pt x="346630" y="1120785"/>
                  </a:lnTo>
                  <a:lnTo>
                    <a:pt x="346629" y="1120801"/>
                  </a:lnTo>
                  <a:lnTo>
                    <a:pt x="346630" y="1120835"/>
                  </a:lnTo>
                  <a:lnTo>
                    <a:pt x="346632" y="1120868"/>
                  </a:lnTo>
                  <a:lnTo>
                    <a:pt x="346635" y="1120892"/>
                  </a:lnTo>
                  <a:lnTo>
                    <a:pt x="346639" y="1120916"/>
                  </a:lnTo>
                  <a:lnTo>
                    <a:pt x="346644" y="1120943"/>
                  </a:lnTo>
                  <a:lnTo>
                    <a:pt x="346650" y="1120966"/>
                  </a:lnTo>
                  <a:lnTo>
                    <a:pt x="346652" y="1120977"/>
                  </a:lnTo>
                  <a:lnTo>
                    <a:pt x="346658" y="1120997"/>
                  </a:lnTo>
                  <a:lnTo>
                    <a:pt x="346664" y="1121021"/>
                  </a:lnTo>
                  <a:lnTo>
                    <a:pt x="346670" y="1121044"/>
                  </a:lnTo>
                  <a:lnTo>
                    <a:pt x="346674" y="1121058"/>
                  </a:lnTo>
                  <a:lnTo>
                    <a:pt x="346677" y="1121075"/>
                  </a:lnTo>
                  <a:lnTo>
                    <a:pt x="346682" y="1121097"/>
                  </a:lnTo>
                  <a:lnTo>
                    <a:pt x="346687" y="1121121"/>
                  </a:lnTo>
                  <a:lnTo>
                    <a:pt x="346693" y="1121152"/>
                  </a:lnTo>
                  <a:lnTo>
                    <a:pt x="346697" y="1121172"/>
                  </a:lnTo>
                  <a:lnTo>
                    <a:pt x="346698" y="1121185"/>
                  </a:lnTo>
                  <a:lnTo>
                    <a:pt x="346702" y="1121212"/>
                  </a:lnTo>
                  <a:lnTo>
                    <a:pt x="346703" y="1121237"/>
                  </a:lnTo>
                  <a:lnTo>
                    <a:pt x="346705" y="1121266"/>
                  </a:lnTo>
                  <a:lnTo>
                    <a:pt x="346707" y="1121293"/>
                  </a:lnTo>
                  <a:lnTo>
                    <a:pt x="346710" y="1121313"/>
                  </a:lnTo>
                  <a:lnTo>
                    <a:pt x="346714" y="1121336"/>
                  </a:lnTo>
                  <a:lnTo>
                    <a:pt x="346721" y="1121365"/>
                  </a:lnTo>
                  <a:lnTo>
                    <a:pt x="346728" y="1121394"/>
                  </a:lnTo>
                  <a:lnTo>
                    <a:pt x="346734" y="1121416"/>
                  </a:lnTo>
                  <a:lnTo>
                    <a:pt x="346745" y="1121445"/>
                  </a:lnTo>
                  <a:lnTo>
                    <a:pt x="346756" y="1121474"/>
                  </a:lnTo>
                  <a:lnTo>
                    <a:pt x="346765" y="1121496"/>
                  </a:lnTo>
                  <a:lnTo>
                    <a:pt x="346779" y="1121523"/>
                  </a:lnTo>
                  <a:lnTo>
                    <a:pt x="346792" y="1121550"/>
                  </a:lnTo>
                  <a:lnTo>
                    <a:pt x="346801" y="1121573"/>
                  </a:lnTo>
                  <a:lnTo>
                    <a:pt x="346809" y="1121592"/>
                  </a:lnTo>
                  <a:lnTo>
                    <a:pt x="346815" y="1121609"/>
                  </a:lnTo>
                  <a:lnTo>
                    <a:pt x="346820" y="1121624"/>
                  </a:lnTo>
                  <a:lnTo>
                    <a:pt x="346825" y="1121640"/>
                  </a:lnTo>
                  <a:lnTo>
                    <a:pt x="346828" y="1121656"/>
                  </a:lnTo>
                  <a:lnTo>
                    <a:pt x="346831" y="1121670"/>
                  </a:lnTo>
                  <a:lnTo>
                    <a:pt x="346832" y="1121688"/>
                  </a:lnTo>
                  <a:lnTo>
                    <a:pt x="346832" y="1121699"/>
                  </a:lnTo>
                  <a:lnTo>
                    <a:pt x="346831" y="1121713"/>
                  </a:lnTo>
                  <a:lnTo>
                    <a:pt x="346828" y="1121724"/>
                  </a:lnTo>
                  <a:lnTo>
                    <a:pt x="346824" y="1121735"/>
                  </a:lnTo>
                  <a:lnTo>
                    <a:pt x="346821" y="1121744"/>
                  </a:lnTo>
                  <a:lnTo>
                    <a:pt x="346815" y="1121756"/>
                  </a:lnTo>
                  <a:lnTo>
                    <a:pt x="346807" y="1121767"/>
                  </a:lnTo>
                  <a:lnTo>
                    <a:pt x="346804" y="1121771"/>
                  </a:lnTo>
                  <a:lnTo>
                    <a:pt x="346797" y="1121780"/>
                  </a:lnTo>
                  <a:lnTo>
                    <a:pt x="346786" y="1121793"/>
                  </a:lnTo>
                  <a:lnTo>
                    <a:pt x="346773" y="1121805"/>
                  </a:lnTo>
                  <a:lnTo>
                    <a:pt x="346761" y="1121816"/>
                  </a:lnTo>
                  <a:lnTo>
                    <a:pt x="346751" y="1121824"/>
                  </a:lnTo>
                  <a:lnTo>
                    <a:pt x="346737" y="1121836"/>
                  </a:lnTo>
                  <a:lnTo>
                    <a:pt x="346721" y="1121848"/>
                  </a:lnTo>
                  <a:lnTo>
                    <a:pt x="346706" y="1121857"/>
                  </a:lnTo>
                  <a:lnTo>
                    <a:pt x="346689" y="1121868"/>
                  </a:lnTo>
                  <a:lnTo>
                    <a:pt x="346670" y="1121876"/>
                  </a:lnTo>
                  <a:lnTo>
                    <a:pt x="346646" y="1121884"/>
                  </a:lnTo>
                  <a:lnTo>
                    <a:pt x="346620" y="1121893"/>
                  </a:lnTo>
                  <a:lnTo>
                    <a:pt x="346606" y="1121899"/>
                  </a:lnTo>
                  <a:lnTo>
                    <a:pt x="346597" y="1121904"/>
                  </a:lnTo>
                  <a:lnTo>
                    <a:pt x="346593" y="1121908"/>
                  </a:lnTo>
                  <a:lnTo>
                    <a:pt x="346588" y="1121913"/>
                  </a:lnTo>
                  <a:lnTo>
                    <a:pt x="346584" y="1121921"/>
                  </a:lnTo>
                  <a:lnTo>
                    <a:pt x="346579" y="1121934"/>
                  </a:lnTo>
                  <a:lnTo>
                    <a:pt x="346575" y="1121945"/>
                  </a:lnTo>
                  <a:lnTo>
                    <a:pt x="346565" y="1121969"/>
                  </a:lnTo>
                  <a:lnTo>
                    <a:pt x="346558" y="1121984"/>
                  </a:lnTo>
                  <a:lnTo>
                    <a:pt x="346549" y="1122005"/>
                  </a:lnTo>
                  <a:lnTo>
                    <a:pt x="346537" y="1122030"/>
                  </a:lnTo>
                  <a:lnTo>
                    <a:pt x="346527" y="1122049"/>
                  </a:lnTo>
                  <a:lnTo>
                    <a:pt x="346518" y="1122063"/>
                  </a:lnTo>
                  <a:lnTo>
                    <a:pt x="346509" y="1122076"/>
                  </a:lnTo>
                  <a:lnTo>
                    <a:pt x="346497" y="1122092"/>
                  </a:lnTo>
                  <a:lnTo>
                    <a:pt x="346484" y="1122110"/>
                  </a:lnTo>
                  <a:lnTo>
                    <a:pt x="346469" y="1122129"/>
                  </a:lnTo>
                  <a:lnTo>
                    <a:pt x="346462" y="1122140"/>
                  </a:lnTo>
                  <a:lnTo>
                    <a:pt x="346454" y="1122151"/>
                  </a:lnTo>
                  <a:lnTo>
                    <a:pt x="346450" y="1122156"/>
                  </a:lnTo>
                  <a:lnTo>
                    <a:pt x="346444" y="1122166"/>
                  </a:lnTo>
                  <a:lnTo>
                    <a:pt x="346435" y="1122177"/>
                  </a:lnTo>
                  <a:lnTo>
                    <a:pt x="346425" y="1122188"/>
                  </a:lnTo>
                  <a:lnTo>
                    <a:pt x="346414" y="1122198"/>
                  </a:lnTo>
                  <a:lnTo>
                    <a:pt x="346402" y="1122207"/>
                  </a:lnTo>
                  <a:lnTo>
                    <a:pt x="346384" y="1122219"/>
                  </a:lnTo>
                  <a:lnTo>
                    <a:pt x="346369" y="1122229"/>
                  </a:lnTo>
                  <a:lnTo>
                    <a:pt x="346353" y="1122241"/>
                  </a:lnTo>
                  <a:lnTo>
                    <a:pt x="346342" y="1122247"/>
                  </a:lnTo>
                  <a:lnTo>
                    <a:pt x="346321" y="1122258"/>
                  </a:lnTo>
                  <a:lnTo>
                    <a:pt x="346297" y="1122271"/>
                  </a:lnTo>
                  <a:lnTo>
                    <a:pt x="346275" y="1122282"/>
                  </a:lnTo>
                  <a:lnTo>
                    <a:pt x="346256" y="1122291"/>
                  </a:lnTo>
                  <a:lnTo>
                    <a:pt x="346234" y="1122300"/>
                  </a:lnTo>
                  <a:lnTo>
                    <a:pt x="346205" y="1122311"/>
                  </a:lnTo>
                  <a:lnTo>
                    <a:pt x="346187" y="1122318"/>
                  </a:lnTo>
                  <a:lnTo>
                    <a:pt x="346172" y="1122321"/>
                  </a:lnTo>
                  <a:lnTo>
                    <a:pt x="346162" y="1122322"/>
                  </a:lnTo>
                  <a:lnTo>
                    <a:pt x="346154" y="1122322"/>
                  </a:lnTo>
                  <a:lnTo>
                    <a:pt x="346146" y="1122320"/>
                  </a:lnTo>
                  <a:lnTo>
                    <a:pt x="346136" y="1122315"/>
                  </a:lnTo>
                  <a:lnTo>
                    <a:pt x="346112" y="1122301"/>
                  </a:lnTo>
                  <a:lnTo>
                    <a:pt x="346091" y="1122287"/>
                  </a:lnTo>
                  <a:lnTo>
                    <a:pt x="346071" y="1122274"/>
                  </a:lnTo>
                  <a:lnTo>
                    <a:pt x="346051" y="1122260"/>
                  </a:lnTo>
                  <a:lnTo>
                    <a:pt x="346030" y="1122247"/>
                  </a:lnTo>
                  <a:lnTo>
                    <a:pt x="346012" y="1122237"/>
                  </a:lnTo>
                  <a:lnTo>
                    <a:pt x="345999" y="1122231"/>
                  </a:lnTo>
                  <a:lnTo>
                    <a:pt x="345988" y="1122227"/>
                  </a:lnTo>
                  <a:lnTo>
                    <a:pt x="345970" y="1122222"/>
                  </a:lnTo>
                  <a:lnTo>
                    <a:pt x="345955" y="1122220"/>
                  </a:lnTo>
                  <a:lnTo>
                    <a:pt x="345945" y="1122221"/>
                  </a:lnTo>
                  <a:lnTo>
                    <a:pt x="345931" y="1122224"/>
                  </a:lnTo>
                  <a:lnTo>
                    <a:pt x="345914" y="1122228"/>
                  </a:lnTo>
                  <a:lnTo>
                    <a:pt x="345897" y="1122231"/>
                  </a:lnTo>
                  <a:lnTo>
                    <a:pt x="345883" y="1122233"/>
                  </a:lnTo>
                  <a:lnTo>
                    <a:pt x="345871" y="1122232"/>
                  </a:lnTo>
                  <a:lnTo>
                    <a:pt x="345862" y="1122231"/>
                  </a:lnTo>
                  <a:lnTo>
                    <a:pt x="345852" y="1122229"/>
                  </a:lnTo>
                  <a:lnTo>
                    <a:pt x="345843" y="1122227"/>
                  </a:lnTo>
                  <a:lnTo>
                    <a:pt x="345815" y="1122220"/>
                  </a:lnTo>
                  <a:lnTo>
                    <a:pt x="345780" y="1122211"/>
                  </a:lnTo>
                  <a:lnTo>
                    <a:pt x="345744" y="1122202"/>
                  </a:lnTo>
                  <a:lnTo>
                    <a:pt x="345716" y="1122195"/>
                  </a:lnTo>
                  <a:lnTo>
                    <a:pt x="345693" y="1122189"/>
                  </a:lnTo>
                  <a:lnTo>
                    <a:pt x="345666" y="1122182"/>
                  </a:lnTo>
                  <a:lnTo>
                    <a:pt x="345647" y="1122178"/>
                  </a:lnTo>
                  <a:lnTo>
                    <a:pt x="345638" y="1122176"/>
                  </a:lnTo>
                  <a:lnTo>
                    <a:pt x="345629" y="1122172"/>
                  </a:lnTo>
                  <a:lnTo>
                    <a:pt x="345614" y="1122163"/>
                  </a:lnTo>
                  <a:lnTo>
                    <a:pt x="345605" y="1122159"/>
                  </a:lnTo>
                  <a:lnTo>
                    <a:pt x="345593" y="1122152"/>
                  </a:lnTo>
                  <a:lnTo>
                    <a:pt x="345570" y="1122138"/>
                  </a:lnTo>
                  <a:lnTo>
                    <a:pt x="345557" y="1122131"/>
                  </a:lnTo>
                  <a:lnTo>
                    <a:pt x="345542" y="1122124"/>
                  </a:lnTo>
                  <a:lnTo>
                    <a:pt x="345530" y="1122120"/>
                  </a:lnTo>
                  <a:lnTo>
                    <a:pt x="345511" y="1122116"/>
                  </a:lnTo>
                  <a:lnTo>
                    <a:pt x="345482" y="1122110"/>
                  </a:lnTo>
                  <a:lnTo>
                    <a:pt x="345461" y="1122105"/>
                  </a:lnTo>
                  <a:lnTo>
                    <a:pt x="345437" y="1122098"/>
                  </a:lnTo>
                  <a:lnTo>
                    <a:pt x="345415" y="1122091"/>
                  </a:lnTo>
                  <a:lnTo>
                    <a:pt x="345399" y="1122084"/>
                  </a:lnTo>
                  <a:lnTo>
                    <a:pt x="345385" y="1122076"/>
                  </a:lnTo>
                  <a:lnTo>
                    <a:pt x="345373" y="1122068"/>
                  </a:lnTo>
                  <a:lnTo>
                    <a:pt x="345364" y="1122060"/>
                  </a:lnTo>
                  <a:lnTo>
                    <a:pt x="345354" y="1122049"/>
                  </a:lnTo>
                  <a:lnTo>
                    <a:pt x="345345" y="1122041"/>
                  </a:lnTo>
                  <a:lnTo>
                    <a:pt x="345342" y="1122036"/>
                  </a:lnTo>
                  <a:lnTo>
                    <a:pt x="345334" y="1122023"/>
                  </a:lnTo>
                  <a:lnTo>
                    <a:pt x="345325" y="1122009"/>
                  </a:lnTo>
                  <a:lnTo>
                    <a:pt x="345311" y="1121985"/>
                  </a:lnTo>
                  <a:lnTo>
                    <a:pt x="345297" y="1121964"/>
                  </a:lnTo>
                  <a:lnTo>
                    <a:pt x="345285" y="1121943"/>
                  </a:lnTo>
                  <a:lnTo>
                    <a:pt x="345275" y="1121929"/>
                  </a:lnTo>
                  <a:lnTo>
                    <a:pt x="345269" y="1121919"/>
                  </a:lnTo>
                  <a:lnTo>
                    <a:pt x="345257" y="1121901"/>
                  </a:lnTo>
                  <a:lnTo>
                    <a:pt x="345243" y="1121883"/>
                  </a:lnTo>
                  <a:lnTo>
                    <a:pt x="345232" y="1121869"/>
                  </a:lnTo>
                  <a:lnTo>
                    <a:pt x="345219" y="1121855"/>
                  </a:lnTo>
                  <a:lnTo>
                    <a:pt x="345206" y="1121842"/>
                  </a:lnTo>
                  <a:lnTo>
                    <a:pt x="345194" y="1121831"/>
                  </a:lnTo>
                  <a:lnTo>
                    <a:pt x="345182" y="1121820"/>
                  </a:lnTo>
                  <a:lnTo>
                    <a:pt x="345164" y="1121806"/>
                  </a:lnTo>
                  <a:lnTo>
                    <a:pt x="345144" y="1121792"/>
                  </a:lnTo>
                  <a:lnTo>
                    <a:pt x="345124" y="1121780"/>
                  </a:lnTo>
                  <a:lnTo>
                    <a:pt x="345103" y="1121767"/>
                  </a:lnTo>
                  <a:lnTo>
                    <a:pt x="345093" y="1121763"/>
                  </a:lnTo>
                  <a:lnTo>
                    <a:pt x="345082" y="1121761"/>
                  </a:lnTo>
                  <a:lnTo>
                    <a:pt x="345056" y="1121757"/>
                  </a:lnTo>
                  <a:lnTo>
                    <a:pt x="345047" y="1121756"/>
                  </a:lnTo>
                  <a:lnTo>
                    <a:pt x="345034" y="1121753"/>
                  </a:lnTo>
                  <a:lnTo>
                    <a:pt x="345017" y="1121748"/>
                  </a:lnTo>
                  <a:lnTo>
                    <a:pt x="344999" y="1121742"/>
                  </a:lnTo>
                  <a:lnTo>
                    <a:pt x="344980" y="1121734"/>
                  </a:lnTo>
                  <a:lnTo>
                    <a:pt x="344962" y="1121727"/>
                  </a:lnTo>
                  <a:lnTo>
                    <a:pt x="344944" y="1121719"/>
                  </a:lnTo>
                  <a:lnTo>
                    <a:pt x="344932" y="1121714"/>
                  </a:lnTo>
                  <a:lnTo>
                    <a:pt x="344917" y="1121706"/>
                  </a:lnTo>
                  <a:lnTo>
                    <a:pt x="344903" y="1121698"/>
                  </a:lnTo>
                  <a:lnTo>
                    <a:pt x="344881" y="1121685"/>
                  </a:lnTo>
                  <a:lnTo>
                    <a:pt x="344871" y="1121678"/>
                  </a:lnTo>
                  <a:lnTo>
                    <a:pt x="344858" y="1121669"/>
                  </a:lnTo>
                  <a:lnTo>
                    <a:pt x="344840" y="1121655"/>
                  </a:lnTo>
                  <a:lnTo>
                    <a:pt x="344826" y="1121642"/>
                  </a:lnTo>
                  <a:lnTo>
                    <a:pt x="344813" y="1121632"/>
                  </a:lnTo>
                  <a:lnTo>
                    <a:pt x="344803" y="1121625"/>
                  </a:lnTo>
                  <a:lnTo>
                    <a:pt x="344790" y="1121618"/>
                  </a:lnTo>
                  <a:lnTo>
                    <a:pt x="344771" y="1121611"/>
                  </a:lnTo>
                  <a:lnTo>
                    <a:pt x="344740" y="1121602"/>
                  </a:lnTo>
                  <a:lnTo>
                    <a:pt x="344708" y="1121593"/>
                  </a:lnTo>
                  <a:lnTo>
                    <a:pt x="344680" y="1121585"/>
                  </a:lnTo>
                  <a:lnTo>
                    <a:pt x="344648" y="1121577"/>
                  </a:lnTo>
                  <a:lnTo>
                    <a:pt x="344620" y="1121570"/>
                  </a:lnTo>
                  <a:lnTo>
                    <a:pt x="344589" y="1121561"/>
                  </a:lnTo>
                  <a:lnTo>
                    <a:pt x="344571" y="1121556"/>
                  </a:lnTo>
                  <a:lnTo>
                    <a:pt x="344549" y="1121547"/>
                  </a:lnTo>
                  <a:lnTo>
                    <a:pt x="344525" y="1121538"/>
                  </a:lnTo>
                  <a:lnTo>
                    <a:pt x="344496" y="1121528"/>
                  </a:lnTo>
                  <a:lnTo>
                    <a:pt x="344474" y="1121520"/>
                  </a:lnTo>
                  <a:lnTo>
                    <a:pt x="344457" y="1121513"/>
                  </a:lnTo>
                  <a:lnTo>
                    <a:pt x="344434" y="1121501"/>
                  </a:lnTo>
                  <a:lnTo>
                    <a:pt x="344416" y="1121493"/>
                  </a:lnTo>
                  <a:lnTo>
                    <a:pt x="344399" y="1121481"/>
                  </a:lnTo>
                  <a:lnTo>
                    <a:pt x="344393" y="1121478"/>
                  </a:lnTo>
                  <a:lnTo>
                    <a:pt x="344388" y="1121476"/>
                  </a:lnTo>
                  <a:lnTo>
                    <a:pt x="344381" y="1121474"/>
                  </a:lnTo>
                  <a:lnTo>
                    <a:pt x="344373" y="1121474"/>
                  </a:lnTo>
                  <a:lnTo>
                    <a:pt x="344362" y="1121475"/>
                  </a:lnTo>
                  <a:lnTo>
                    <a:pt x="344346" y="1121479"/>
                  </a:lnTo>
                  <a:lnTo>
                    <a:pt x="344325" y="1121487"/>
                  </a:lnTo>
                  <a:lnTo>
                    <a:pt x="344298" y="1121498"/>
                  </a:lnTo>
                  <a:lnTo>
                    <a:pt x="344276" y="1121508"/>
                  </a:lnTo>
                  <a:lnTo>
                    <a:pt x="344260" y="1121517"/>
                  </a:lnTo>
                  <a:lnTo>
                    <a:pt x="344246" y="1121526"/>
                  </a:lnTo>
                  <a:lnTo>
                    <a:pt x="344233" y="1121535"/>
                  </a:lnTo>
                  <a:lnTo>
                    <a:pt x="344223" y="1121544"/>
                  </a:lnTo>
                  <a:lnTo>
                    <a:pt x="344213" y="1121554"/>
                  </a:lnTo>
                  <a:lnTo>
                    <a:pt x="344203" y="1121567"/>
                  </a:lnTo>
                  <a:lnTo>
                    <a:pt x="344196" y="1121577"/>
                  </a:lnTo>
                  <a:lnTo>
                    <a:pt x="344186" y="1121593"/>
                  </a:lnTo>
                  <a:lnTo>
                    <a:pt x="344177" y="1121609"/>
                  </a:lnTo>
                  <a:lnTo>
                    <a:pt x="344168" y="1121624"/>
                  </a:lnTo>
                  <a:lnTo>
                    <a:pt x="344159" y="1121644"/>
                  </a:lnTo>
                  <a:lnTo>
                    <a:pt x="344150" y="1121665"/>
                  </a:lnTo>
                  <a:lnTo>
                    <a:pt x="344142" y="1121685"/>
                  </a:lnTo>
                  <a:lnTo>
                    <a:pt x="344140" y="1121691"/>
                  </a:lnTo>
                  <a:lnTo>
                    <a:pt x="344133" y="1121712"/>
                  </a:lnTo>
                  <a:lnTo>
                    <a:pt x="344123" y="1121739"/>
                  </a:lnTo>
                  <a:lnTo>
                    <a:pt x="344117" y="1121757"/>
                  </a:lnTo>
                  <a:lnTo>
                    <a:pt x="344112" y="1121778"/>
                  </a:lnTo>
                  <a:lnTo>
                    <a:pt x="344108" y="1121796"/>
                  </a:lnTo>
                  <a:lnTo>
                    <a:pt x="344103" y="1121822"/>
                  </a:lnTo>
                  <a:lnTo>
                    <a:pt x="344099" y="1121843"/>
                  </a:lnTo>
                  <a:lnTo>
                    <a:pt x="344096" y="1121864"/>
                  </a:lnTo>
                  <a:lnTo>
                    <a:pt x="344094" y="1121882"/>
                  </a:lnTo>
                  <a:lnTo>
                    <a:pt x="344093" y="1121902"/>
                  </a:lnTo>
                  <a:lnTo>
                    <a:pt x="344090" y="1121927"/>
                  </a:lnTo>
                  <a:lnTo>
                    <a:pt x="344088" y="1121949"/>
                  </a:lnTo>
                  <a:lnTo>
                    <a:pt x="344087" y="1121967"/>
                  </a:lnTo>
                  <a:lnTo>
                    <a:pt x="344086" y="1121995"/>
                  </a:lnTo>
                  <a:lnTo>
                    <a:pt x="344086" y="1122010"/>
                  </a:lnTo>
                  <a:lnTo>
                    <a:pt x="344085" y="1122031"/>
                  </a:lnTo>
                  <a:lnTo>
                    <a:pt x="344084" y="1122055"/>
                  </a:lnTo>
                  <a:lnTo>
                    <a:pt x="344084" y="1122073"/>
                  </a:lnTo>
                  <a:lnTo>
                    <a:pt x="344085" y="1122103"/>
                  </a:lnTo>
                  <a:lnTo>
                    <a:pt x="344087" y="1122138"/>
                  </a:lnTo>
                  <a:lnTo>
                    <a:pt x="344089" y="1122164"/>
                  </a:lnTo>
                  <a:lnTo>
                    <a:pt x="344092" y="1122190"/>
                  </a:lnTo>
                  <a:lnTo>
                    <a:pt x="344095" y="1122215"/>
                  </a:lnTo>
                  <a:lnTo>
                    <a:pt x="344099" y="1122239"/>
                  </a:lnTo>
                  <a:lnTo>
                    <a:pt x="344105" y="1122271"/>
                  </a:lnTo>
                  <a:lnTo>
                    <a:pt x="344109" y="1122292"/>
                  </a:lnTo>
                  <a:lnTo>
                    <a:pt x="344113" y="1122316"/>
                  </a:lnTo>
                  <a:lnTo>
                    <a:pt x="344116" y="1122332"/>
                  </a:lnTo>
                  <a:lnTo>
                    <a:pt x="344121" y="1122351"/>
                  </a:lnTo>
                  <a:lnTo>
                    <a:pt x="344126" y="1122374"/>
                  </a:lnTo>
                  <a:lnTo>
                    <a:pt x="344129" y="1122387"/>
                  </a:lnTo>
                  <a:lnTo>
                    <a:pt x="344133" y="1122408"/>
                  </a:lnTo>
                  <a:lnTo>
                    <a:pt x="344137" y="1122428"/>
                  </a:lnTo>
                  <a:lnTo>
                    <a:pt x="344142" y="1122448"/>
                  </a:lnTo>
                  <a:lnTo>
                    <a:pt x="344147" y="1122472"/>
                  </a:lnTo>
                  <a:lnTo>
                    <a:pt x="344151" y="1122497"/>
                  </a:lnTo>
                  <a:lnTo>
                    <a:pt x="344157" y="1122524"/>
                  </a:lnTo>
                  <a:lnTo>
                    <a:pt x="344157" y="1122535"/>
                  </a:lnTo>
                  <a:lnTo>
                    <a:pt x="344156" y="1122541"/>
                  </a:lnTo>
                  <a:lnTo>
                    <a:pt x="344153" y="1122546"/>
                  </a:lnTo>
                  <a:lnTo>
                    <a:pt x="344148" y="1122550"/>
                  </a:lnTo>
                  <a:lnTo>
                    <a:pt x="344138" y="1122553"/>
                  </a:lnTo>
                  <a:lnTo>
                    <a:pt x="344125" y="1122556"/>
                  </a:lnTo>
                  <a:lnTo>
                    <a:pt x="344106" y="1122558"/>
                  </a:lnTo>
                  <a:lnTo>
                    <a:pt x="344082" y="1122561"/>
                  </a:lnTo>
                  <a:lnTo>
                    <a:pt x="344040" y="1122564"/>
                  </a:lnTo>
                  <a:lnTo>
                    <a:pt x="343994" y="1122565"/>
                  </a:lnTo>
                  <a:lnTo>
                    <a:pt x="343966" y="1122567"/>
                  </a:lnTo>
                  <a:lnTo>
                    <a:pt x="343944" y="1122570"/>
                  </a:lnTo>
                  <a:lnTo>
                    <a:pt x="343927" y="1122573"/>
                  </a:lnTo>
                  <a:lnTo>
                    <a:pt x="343911" y="1122578"/>
                  </a:lnTo>
                  <a:lnTo>
                    <a:pt x="343896" y="1122585"/>
                  </a:lnTo>
                  <a:lnTo>
                    <a:pt x="343876" y="1122595"/>
                  </a:lnTo>
                  <a:lnTo>
                    <a:pt x="343860" y="1122605"/>
                  </a:lnTo>
                  <a:lnTo>
                    <a:pt x="343846" y="1122615"/>
                  </a:lnTo>
                  <a:lnTo>
                    <a:pt x="343836" y="1122624"/>
                  </a:lnTo>
                  <a:lnTo>
                    <a:pt x="343827" y="1122635"/>
                  </a:lnTo>
                  <a:lnTo>
                    <a:pt x="343820" y="1122645"/>
                  </a:lnTo>
                  <a:lnTo>
                    <a:pt x="343812" y="1122661"/>
                  </a:lnTo>
                  <a:lnTo>
                    <a:pt x="343805" y="1122680"/>
                  </a:lnTo>
                  <a:lnTo>
                    <a:pt x="343798" y="1122700"/>
                  </a:lnTo>
                  <a:lnTo>
                    <a:pt x="343794" y="1122717"/>
                  </a:lnTo>
                  <a:lnTo>
                    <a:pt x="343790" y="1122736"/>
                  </a:lnTo>
                  <a:lnTo>
                    <a:pt x="343787" y="1122747"/>
                  </a:lnTo>
                  <a:lnTo>
                    <a:pt x="343784" y="1122760"/>
                  </a:lnTo>
                  <a:lnTo>
                    <a:pt x="343781" y="1122775"/>
                  </a:lnTo>
                  <a:lnTo>
                    <a:pt x="343779" y="1122795"/>
                  </a:lnTo>
                  <a:lnTo>
                    <a:pt x="343777" y="1122813"/>
                  </a:lnTo>
                  <a:lnTo>
                    <a:pt x="343776" y="1122852"/>
                  </a:lnTo>
                  <a:lnTo>
                    <a:pt x="343775" y="1122881"/>
                  </a:lnTo>
                  <a:lnTo>
                    <a:pt x="343775" y="1122907"/>
                  </a:lnTo>
                  <a:lnTo>
                    <a:pt x="343774" y="1122946"/>
                  </a:lnTo>
                  <a:lnTo>
                    <a:pt x="343774" y="1122959"/>
                  </a:lnTo>
                  <a:lnTo>
                    <a:pt x="343774" y="1122977"/>
                  </a:lnTo>
                  <a:lnTo>
                    <a:pt x="343774" y="1122982"/>
                  </a:lnTo>
                  <a:lnTo>
                    <a:pt x="343772" y="1123023"/>
                  </a:lnTo>
                  <a:lnTo>
                    <a:pt x="343771" y="1123036"/>
                  </a:lnTo>
                  <a:lnTo>
                    <a:pt x="343771" y="1123045"/>
                  </a:lnTo>
                  <a:lnTo>
                    <a:pt x="343769" y="1123070"/>
                  </a:lnTo>
                  <a:lnTo>
                    <a:pt x="343767" y="1123102"/>
                  </a:lnTo>
                  <a:lnTo>
                    <a:pt x="343765" y="1123123"/>
                  </a:lnTo>
                  <a:lnTo>
                    <a:pt x="343765" y="1123146"/>
                  </a:lnTo>
                  <a:lnTo>
                    <a:pt x="343765" y="1123162"/>
                  </a:lnTo>
                  <a:lnTo>
                    <a:pt x="343768" y="1123186"/>
                  </a:lnTo>
                  <a:lnTo>
                    <a:pt x="343771" y="1123213"/>
                  </a:lnTo>
                  <a:lnTo>
                    <a:pt x="343773" y="1123238"/>
                  </a:lnTo>
                  <a:lnTo>
                    <a:pt x="343773" y="1123276"/>
                  </a:lnTo>
                  <a:lnTo>
                    <a:pt x="343772" y="1123307"/>
                  </a:lnTo>
                  <a:lnTo>
                    <a:pt x="343772" y="1123331"/>
                  </a:lnTo>
                  <a:lnTo>
                    <a:pt x="343770" y="1123357"/>
                  </a:lnTo>
                  <a:lnTo>
                    <a:pt x="343768" y="1123381"/>
                  </a:lnTo>
                  <a:lnTo>
                    <a:pt x="343766" y="1123404"/>
                  </a:lnTo>
                  <a:lnTo>
                    <a:pt x="343763" y="1123431"/>
                  </a:lnTo>
                  <a:lnTo>
                    <a:pt x="343759" y="1123466"/>
                  </a:lnTo>
                  <a:lnTo>
                    <a:pt x="343755" y="1123497"/>
                  </a:lnTo>
                  <a:lnTo>
                    <a:pt x="343751" y="1123524"/>
                  </a:lnTo>
                  <a:lnTo>
                    <a:pt x="343746" y="1123551"/>
                  </a:lnTo>
                  <a:lnTo>
                    <a:pt x="343742" y="1123575"/>
                  </a:lnTo>
                  <a:lnTo>
                    <a:pt x="343738" y="1123601"/>
                  </a:lnTo>
                  <a:lnTo>
                    <a:pt x="343735" y="1123623"/>
                  </a:lnTo>
                  <a:lnTo>
                    <a:pt x="343733" y="1123642"/>
                  </a:lnTo>
                  <a:lnTo>
                    <a:pt x="343731" y="1123658"/>
                  </a:lnTo>
                  <a:lnTo>
                    <a:pt x="343732" y="1123687"/>
                  </a:lnTo>
                  <a:lnTo>
                    <a:pt x="343732" y="1123712"/>
                  </a:lnTo>
                  <a:lnTo>
                    <a:pt x="343733" y="1123736"/>
                  </a:lnTo>
                  <a:lnTo>
                    <a:pt x="343736" y="1123767"/>
                  </a:lnTo>
                  <a:lnTo>
                    <a:pt x="343738" y="1123790"/>
                  </a:lnTo>
                  <a:lnTo>
                    <a:pt x="343740" y="1123807"/>
                  </a:lnTo>
                  <a:lnTo>
                    <a:pt x="343743" y="1123829"/>
                  </a:lnTo>
                  <a:lnTo>
                    <a:pt x="343744" y="1123839"/>
                  </a:lnTo>
                  <a:lnTo>
                    <a:pt x="343748" y="1123861"/>
                  </a:lnTo>
                  <a:lnTo>
                    <a:pt x="343752" y="1123880"/>
                  </a:lnTo>
                  <a:lnTo>
                    <a:pt x="343755" y="1123890"/>
                  </a:lnTo>
                  <a:lnTo>
                    <a:pt x="343760" y="1123903"/>
                  </a:lnTo>
                  <a:lnTo>
                    <a:pt x="343766" y="1123917"/>
                  </a:lnTo>
                  <a:lnTo>
                    <a:pt x="343772" y="1123929"/>
                  </a:lnTo>
                  <a:lnTo>
                    <a:pt x="343779" y="1123940"/>
                  </a:lnTo>
                  <a:lnTo>
                    <a:pt x="343787" y="1123951"/>
                  </a:lnTo>
                  <a:lnTo>
                    <a:pt x="343794" y="1123959"/>
                  </a:lnTo>
                  <a:lnTo>
                    <a:pt x="343808" y="1123971"/>
                  </a:lnTo>
                  <a:lnTo>
                    <a:pt x="343824" y="1123983"/>
                  </a:lnTo>
                  <a:lnTo>
                    <a:pt x="343844" y="1123998"/>
                  </a:lnTo>
                  <a:lnTo>
                    <a:pt x="343862" y="1124012"/>
                  </a:lnTo>
                  <a:lnTo>
                    <a:pt x="343886" y="1124030"/>
                  </a:lnTo>
                  <a:lnTo>
                    <a:pt x="343910" y="1124047"/>
                  </a:lnTo>
                  <a:lnTo>
                    <a:pt x="343934" y="1124063"/>
                  </a:lnTo>
                  <a:lnTo>
                    <a:pt x="343948" y="1124075"/>
                  </a:lnTo>
                  <a:lnTo>
                    <a:pt x="343957" y="1124084"/>
                  </a:lnTo>
                  <a:lnTo>
                    <a:pt x="343968" y="1124097"/>
                  </a:lnTo>
                  <a:lnTo>
                    <a:pt x="343977" y="1124109"/>
                  </a:lnTo>
                  <a:lnTo>
                    <a:pt x="343982" y="1124119"/>
                  </a:lnTo>
                  <a:lnTo>
                    <a:pt x="343985" y="1124126"/>
                  </a:lnTo>
                  <a:lnTo>
                    <a:pt x="343987" y="1124137"/>
                  </a:lnTo>
                  <a:lnTo>
                    <a:pt x="343986" y="1124149"/>
                  </a:lnTo>
                  <a:lnTo>
                    <a:pt x="343983" y="1124163"/>
                  </a:lnTo>
                  <a:lnTo>
                    <a:pt x="343977" y="1124182"/>
                  </a:lnTo>
                  <a:lnTo>
                    <a:pt x="343970" y="1124198"/>
                  </a:lnTo>
                  <a:lnTo>
                    <a:pt x="343965" y="1124212"/>
                  </a:lnTo>
                  <a:lnTo>
                    <a:pt x="343957" y="1124229"/>
                  </a:lnTo>
                  <a:lnTo>
                    <a:pt x="343947" y="1124246"/>
                  </a:lnTo>
                  <a:lnTo>
                    <a:pt x="343939" y="1124259"/>
                  </a:lnTo>
                  <a:lnTo>
                    <a:pt x="343928" y="1124274"/>
                  </a:lnTo>
                  <a:lnTo>
                    <a:pt x="343915" y="1124292"/>
                  </a:lnTo>
                  <a:lnTo>
                    <a:pt x="343902" y="1124307"/>
                  </a:lnTo>
                  <a:lnTo>
                    <a:pt x="343885" y="1124323"/>
                  </a:lnTo>
                  <a:lnTo>
                    <a:pt x="343871" y="1124334"/>
                  </a:lnTo>
                  <a:lnTo>
                    <a:pt x="343856" y="1124345"/>
                  </a:lnTo>
                  <a:lnTo>
                    <a:pt x="343842" y="1124353"/>
                  </a:lnTo>
                  <a:lnTo>
                    <a:pt x="343829" y="1124358"/>
                  </a:lnTo>
                  <a:lnTo>
                    <a:pt x="343820" y="1124360"/>
                  </a:lnTo>
                  <a:lnTo>
                    <a:pt x="343813" y="1124360"/>
                  </a:lnTo>
                  <a:lnTo>
                    <a:pt x="343806" y="1124358"/>
                  </a:lnTo>
                  <a:lnTo>
                    <a:pt x="343797" y="1124354"/>
                  </a:lnTo>
                  <a:lnTo>
                    <a:pt x="343787" y="1124346"/>
                  </a:lnTo>
                  <a:lnTo>
                    <a:pt x="343764" y="1124331"/>
                  </a:lnTo>
                  <a:lnTo>
                    <a:pt x="343742" y="1124315"/>
                  </a:lnTo>
                  <a:lnTo>
                    <a:pt x="343714" y="1124296"/>
                  </a:lnTo>
                  <a:lnTo>
                    <a:pt x="343692" y="1124282"/>
                  </a:lnTo>
                  <a:lnTo>
                    <a:pt x="343675" y="1124270"/>
                  </a:lnTo>
                  <a:lnTo>
                    <a:pt x="343658" y="1124261"/>
                  </a:lnTo>
                  <a:lnTo>
                    <a:pt x="343641" y="1124254"/>
                  </a:lnTo>
                  <a:lnTo>
                    <a:pt x="343629" y="1124250"/>
                  </a:lnTo>
                  <a:lnTo>
                    <a:pt x="343618" y="1124248"/>
                  </a:lnTo>
                  <a:lnTo>
                    <a:pt x="343604" y="1124246"/>
                  </a:lnTo>
                  <a:lnTo>
                    <a:pt x="343588" y="1124246"/>
                  </a:lnTo>
                  <a:lnTo>
                    <a:pt x="343570" y="1124248"/>
                  </a:lnTo>
                  <a:lnTo>
                    <a:pt x="343548" y="1124253"/>
                  </a:lnTo>
                  <a:lnTo>
                    <a:pt x="343524" y="1124259"/>
                  </a:lnTo>
                  <a:lnTo>
                    <a:pt x="343508" y="1124263"/>
                  </a:lnTo>
                  <a:lnTo>
                    <a:pt x="343475" y="1124272"/>
                  </a:lnTo>
                  <a:lnTo>
                    <a:pt x="343448" y="1124279"/>
                  </a:lnTo>
                  <a:lnTo>
                    <a:pt x="343427" y="1124284"/>
                  </a:lnTo>
                  <a:lnTo>
                    <a:pt x="343407" y="1124289"/>
                  </a:lnTo>
                  <a:lnTo>
                    <a:pt x="343378" y="1124293"/>
                  </a:lnTo>
                  <a:lnTo>
                    <a:pt x="343356" y="1124296"/>
                  </a:lnTo>
                  <a:lnTo>
                    <a:pt x="343333" y="1124298"/>
                  </a:lnTo>
                  <a:lnTo>
                    <a:pt x="343302" y="1124300"/>
                  </a:lnTo>
                  <a:lnTo>
                    <a:pt x="343279" y="1124300"/>
                  </a:lnTo>
                  <a:lnTo>
                    <a:pt x="343251" y="1124300"/>
                  </a:lnTo>
                  <a:lnTo>
                    <a:pt x="343223" y="1124299"/>
                  </a:lnTo>
                  <a:lnTo>
                    <a:pt x="343199" y="1124297"/>
                  </a:lnTo>
                  <a:lnTo>
                    <a:pt x="343175" y="1124294"/>
                  </a:lnTo>
                  <a:lnTo>
                    <a:pt x="343149" y="1124291"/>
                  </a:lnTo>
                  <a:lnTo>
                    <a:pt x="343126" y="1124288"/>
                  </a:lnTo>
                  <a:lnTo>
                    <a:pt x="343104" y="1124283"/>
                  </a:lnTo>
                  <a:lnTo>
                    <a:pt x="343084" y="1124280"/>
                  </a:lnTo>
                  <a:lnTo>
                    <a:pt x="343069" y="1124277"/>
                  </a:lnTo>
                  <a:lnTo>
                    <a:pt x="343045" y="1124270"/>
                  </a:lnTo>
                  <a:lnTo>
                    <a:pt x="343023" y="1124263"/>
                  </a:lnTo>
                  <a:lnTo>
                    <a:pt x="342992" y="1124253"/>
                  </a:lnTo>
                  <a:lnTo>
                    <a:pt x="342967" y="1124244"/>
                  </a:lnTo>
                  <a:lnTo>
                    <a:pt x="342949" y="1124238"/>
                  </a:lnTo>
                  <a:lnTo>
                    <a:pt x="342929" y="1124230"/>
                  </a:lnTo>
                  <a:lnTo>
                    <a:pt x="342900" y="1124218"/>
                  </a:lnTo>
                  <a:lnTo>
                    <a:pt x="342865" y="1124206"/>
                  </a:lnTo>
                  <a:lnTo>
                    <a:pt x="342822" y="1124189"/>
                  </a:lnTo>
                  <a:lnTo>
                    <a:pt x="342789" y="1124176"/>
                  </a:lnTo>
                  <a:lnTo>
                    <a:pt x="342751" y="1124160"/>
                  </a:lnTo>
                  <a:lnTo>
                    <a:pt x="342720" y="1124148"/>
                  </a:lnTo>
                  <a:lnTo>
                    <a:pt x="342698" y="1124138"/>
                  </a:lnTo>
                  <a:lnTo>
                    <a:pt x="342676" y="1124128"/>
                  </a:lnTo>
                  <a:lnTo>
                    <a:pt x="342645" y="1124111"/>
                  </a:lnTo>
                  <a:lnTo>
                    <a:pt x="342614" y="1124094"/>
                  </a:lnTo>
                  <a:lnTo>
                    <a:pt x="342573" y="1124071"/>
                  </a:lnTo>
                  <a:lnTo>
                    <a:pt x="342545" y="1124057"/>
                  </a:lnTo>
                  <a:lnTo>
                    <a:pt x="342508" y="1124041"/>
                  </a:lnTo>
                  <a:lnTo>
                    <a:pt x="342469" y="1124025"/>
                  </a:lnTo>
                  <a:lnTo>
                    <a:pt x="342439" y="1124012"/>
                  </a:lnTo>
                  <a:lnTo>
                    <a:pt x="342414" y="1124003"/>
                  </a:lnTo>
                  <a:lnTo>
                    <a:pt x="342383" y="1123989"/>
                  </a:lnTo>
                  <a:lnTo>
                    <a:pt x="342352" y="1123975"/>
                  </a:lnTo>
                  <a:lnTo>
                    <a:pt x="342322" y="1123962"/>
                  </a:lnTo>
                  <a:lnTo>
                    <a:pt x="342302" y="1123954"/>
                  </a:lnTo>
                  <a:lnTo>
                    <a:pt x="342282" y="1123946"/>
                  </a:lnTo>
                  <a:lnTo>
                    <a:pt x="342259" y="1123939"/>
                  </a:lnTo>
                  <a:lnTo>
                    <a:pt x="342239" y="1123931"/>
                  </a:lnTo>
                  <a:lnTo>
                    <a:pt x="342215" y="1123923"/>
                  </a:lnTo>
                  <a:lnTo>
                    <a:pt x="342200" y="1123917"/>
                  </a:lnTo>
                  <a:lnTo>
                    <a:pt x="342182" y="1123911"/>
                  </a:lnTo>
                  <a:lnTo>
                    <a:pt x="342161" y="1123905"/>
                  </a:lnTo>
                  <a:lnTo>
                    <a:pt x="342128" y="1123897"/>
                  </a:lnTo>
                  <a:lnTo>
                    <a:pt x="342091" y="1123889"/>
                  </a:lnTo>
                  <a:lnTo>
                    <a:pt x="342062" y="1123884"/>
                  </a:lnTo>
                  <a:lnTo>
                    <a:pt x="342038" y="1123881"/>
                  </a:lnTo>
                  <a:lnTo>
                    <a:pt x="342010" y="1123875"/>
                  </a:lnTo>
                  <a:lnTo>
                    <a:pt x="341990" y="1123871"/>
                  </a:lnTo>
                  <a:lnTo>
                    <a:pt x="341967" y="1123865"/>
                  </a:lnTo>
                  <a:lnTo>
                    <a:pt x="341938" y="1123856"/>
                  </a:lnTo>
                  <a:lnTo>
                    <a:pt x="341915" y="1123847"/>
                  </a:lnTo>
                  <a:lnTo>
                    <a:pt x="341890" y="1123839"/>
                  </a:lnTo>
                  <a:lnTo>
                    <a:pt x="341866" y="1123832"/>
                  </a:lnTo>
                  <a:lnTo>
                    <a:pt x="341847" y="1123828"/>
                  </a:lnTo>
                  <a:lnTo>
                    <a:pt x="341832" y="1123825"/>
                  </a:lnTo>
                  <a:lnTo>
                    <a:pt x="341816" y="1123823"/>
                  </a:lnTo>
                  <a:lnTo>
                    <a:pt x="341789" y="1123821"/>
                  </a:lnTo>
                  <a:lnTo>
                    <a:pt x="341763" y="1123821"/>
                  </a:lnTo>
                  <a:lnTo>
                    <a:pt x="341743" y="1123822"/>
                  </a:lnTo>
                  <a:lnTo>
                    <a:pt x="341719" y="1123823"/>
                  </a:lnTo>
                  <a:lnTo>
                    <a:pt x="341702" y="1123823"/>
                  </a:lnTo>
                  <a:lnTo>
                    <a:pt x="341682" y="1123821"/>
                  </a:lnTo>
                  <a:lnTo>
                    <a:pt x="341658" y="1123820"/>
                  </a:lnTo>
                  <a:lnTo>
                    <a:pt x="341636" y="1123818"/>
                  </a:lnTo>
                  <a:lnTo>
                    <a:pt x="341620" y="1123815"/>
                  </a:lnTo>
                  <a:lnTo>
                    <a:pt x="341616" y="1123814"/>
                  </a:lnTo>
                  <a:lnTo>
                    <a:pt x="341599" y="1123806"/>
                  </a:lnTo>
                  <a:lnTo>
                    <a:pt x="341506" y="1123786"/>
                  </a:lnTo>
                  <a:lnTo>
                    <a:pt x="341452" y="1123773"/>
                  </a:lnTo>
                  <a:lnTo>
                    <a:pt x="341419" y="1123765"/>
                  </a:lnTo>
                  <a:lnTo>
                    <a:pt x="341409" y="1123765"/>
                  </a:lnTo>
                  <a:lnTo>
                    <a:pt x="341399" y="1123765"/>
                  </a:lnTo>
                  <a:lnTo>
                    <a:pt x="341389" y="1123771"/>
                  </a:lnTo>
                  <a:lnTo>
                    <a:pt x="341364" y="1123790"/>
                  </a:lnTo>
                  <a:lnTo>
                    <a:pt x="341348" y="1123803"/>
                  </a:lnTo>
                  <a:lnTo>
                    <a:pt x="341335" y="1123812"/>
                  </a:lnTo>
                  <a:lnTo>
                    <a:pt x="341318" y="1123820"/>
                  </a:lnTo>
                  <a:lnTo>
                    <a:pt x="341301" y="1123823"/>
                  </a:lnTo>
                  <a:lnTo>
                    <a:pt x="341275" y="1123827"/>
                  </a:lnTo>
                  <a:lnTo>
                    <a:pt x="341208" y="1123830"/>
                  </a:lnTo>
                  <a:lnTo>
                    <a:pt x="341139" y="1123832"/>
                  </a:lnTo>
                  <a:lnTo>
                    <a:pt x="341133" y="1123832"/>
                  </a:lnTo>
                  <a:lnTo>
                    <a:pt x="341123" y="1123830"/>
                  </a:lnTo>
                  <a:lnTo>
                    <a:pt x="341116" y="1123824"/>
                  </a:lnTo>
                  <a:lnTo>
                    <a:pt x="341105" y="1123808"/>
                  </a:lnTo>
                  <a:lnTo>
                    <a:pt x="341088" y="1123784"/>
                  </a:lnTo>
                  <a:lnTo>
                    <a:pt x="341072" y="1123768"/>
                  </a:lnTo>
                  <a:lnTo>
                    <a:pt x="341043" y="1123744"/>
                  </a:lnTo>
                  <a:lnTo>
                    <a:pt x="340977" y="1123690"/>
                  </a:lnTo>
                  <a:lnTo>
                    <a:pt x="340895" y="1123632"/>
                  </a:lnTo>
                  <a:lnTo>
                    <a:pt x="340842" y="1123598"/>
                  </a:lnTo>
                  <a:lnTo>
                    <a:pt x="340768" y="1123554"/>
                  </a:lnTo>
                  <a:lnTo>
                    <a:pt x="340713" y="1123526"/>
                  </a:lnTo>
                  <a:lnTo>
                    <a:pt x="340655" y="1123498"/>
                  </a:lnTo>
                  <a:lnTo>
                    <a:pt x="340618" y="1123483"/>
                  </a:lnTo>
                  <a:lnTo>
                    <a:pt x="340599" y="1123472"/>
                  </a:lnTo>
                  <a:lnTo>
                    <a:pt x="340581" y="1123454"/>
                  </a:lnTo>
                  <a:lnTo>
                    <a:pt x="340561" y="1123430"/>
                  </a:lnTo>
                  <a:lnTo>
                    <a:pt x="340544" y="1123401"/>
                  </a:lnTo>
                  <a:lnTo>
                    <a:pt x="340529" y="1123373"/>
                  </a:lnTo>
                  <a:lnTo>
                    <a:pt x="340506" y="1123332"/>
                  </a:lnTo>
                  <a:lnTo>
                    <a:pt x="340488" y="1123295"/>
                  </a:lnTo>
                  <a:lnTo>
                    <a:pt x="340473" y="1123254"/>
                  </a:lnTo>
                  <a:lnTo>
                    <a:pt x="340464" y="1123224"/>
                  </a:lnTo>
                  <a:lnTo>
                    <a:pt x="340453" y="1123193"/>
                  </a:lnTo>
                  <a:lnTo>
                    <a:pt x="340443" y="1123160"/>
                  </a:lnTo>
                  <a:lnTo>
                    <a:pt x="340428" y="1123116"/>
                  </a:lnTo>
                  <a:lnTo>
                    <a:pt x="340412" y="1123071"/>
                  </a:lnTo>
                  <a:lnTo>
                    <a:pt x="340393" y="1123024"/>
                  </a:lnTo>
                  <a:lnTo>
                    <a:pt x="340376" y="1122979"/>
                  </a:lnTo>
                  <a:lnTo>
                    <a:pt x="340363" y="1122947"/>
                  </a:lnTo>
                  <a:lnTo>
                    <a:pt x="340359" y="1122938"/>
                  </a:lnTo>
                  <a:lnTo>
                    <a:pt x="340353" y="1122927"/>
                  </a:lnTo>
                  <a:lnTo>
                    <a:pt x="340341" y="1122900"/>
                  </a:lnTo>
                  <a:lnTo>
                    <a:pt x="340317" y="1122854"/>
                  </a:lnTo>
                  <a:lnTo>
                    <a:pt x="340293" y="1122819"/>
                  </a:lnTo>
                  <a:lnTo>
                    <a:pt x="340270" y="1122792"/>
                  </a:lnTo>
                  <a:lnTo>
                    <a:pt x="340250" y="1122773"/>
                  </a:lnTo>
                  <a:lnTo>
                    <a:pt x="340203" y="1122737"/>
                  </a:lnTo>
                  <a:lnTo>
                    <a:pt x="340157" y="1122708"/>
                  </a:lnTo>
                  <a:lnTo>
                    <a:pt x="340123" y="1122691"/>
                  </a:lnTo>
                  <a:lnTo>
                    <a:pt x="340081" y="1122676"/>
                  </a:lnTo>
                  <a:lnTo>
                    <a:pt x="340045" y="1122664"/>
                  </a:lnTo>
                  <a:lnTo>
                    <a:pt x="339993" y="1122649"/>
                  </a:lnTo>
                  <a:lnTo>
                    <a:pt x="339950" y="1122640"/>
                  </a:lnTo>
                  <a:lnTo>
                    <a:pt x="339895" y="1122629"/>
                  </a:lnTo>
                  <a:lnTo>
                    <a:pt x="339852" y="1122618"/>
                  </a:lnTo>
                  <a:lnTo>
                    <a:pt x="339805" y="1122610"/>
                  </a:lnTo>
                  <a:lnTo>
                    <a:pt x="339767" y="1122601"/>
                  </a:lnTo>
                  <a:lnTo>
                    <a:pt x="339735" y="1122595"/>
                  </a:lnTo>
                  <a:lnTo>
                    <a:pt x="339719" y="1122588"/>
                  </a:lnTo>
                  <a:lnTo>
                    <a:pt x="339709" y="1122582"/>
                  </a:lnTo>
                  <a:lnTo>
                    <a:pt x="339700" y="1122576"/>
                  </a:lnTo>
                  <a:lnTo>
                    <a:pt x="339691" y="1122567"/>
                  </a:lnTo>
                  <a:lnTo>
                    <a:pt x="339683" y="1122558"/>
                  </a:lnTo>
                  <a:lnTo>
                    <a:pt x="339676" y="1122547"/>
                  </a:lnTo>
                  <a:lnTo>
                    <a:pt x="339667" y="1122515"/>
                  </a:lnTo>
                  <a:lnTo>
                    <a:pt x="339661" y="1122503"/>
                  </a:lnTo>
                  <a:lnTo>
                    <a:pt x="339656" y="1122495"/>
                  </a:lnTo>
                  <a:lnTo>
                    <a:pt x="339646" y="1122480"/>
                  </a:lnTo>
                  <a:lnTo>
                    <a:pt x="339640" y="1122469"/>
                  </a:lnTo>
                  <a:lnTo>
                    <a:pt x="339633" y="1122454"/>
                  </a:lnTo>
                  <a:lnTo>
                    <a:pt x="339619" y="1122423"/>
                  </a:lnTo>
                  <a:lnTo>
                    <a:pt x="339601" y="1122394"/>
                  </a:lnTo>
                  <a:lnTo>
                    <a:pt x="339593" y="1122381"/>
                  </a:lnTo>
                  <a:lnTo>
                    <a:pt x="339588" y="1122377"/>
                  </a:lnTo>
                  <a:lnTo>
                    <a:pt x="339580" y="1122372"/>
                  </a:lnTo>
                  <a:lnTo>
                    <a:pt x="339569" y="1122368"/>
                  </a:lnTo>
                  <a:lnTo>
                    <a:pt x="339554" y="1122364"/>
                  </a:lnTo>
                  <a:lnTo>
                    <a:pt x="339518" y="1122356"/>
                  </a:lnTo>
                  <a:lnTo>
                    <a:pt x="339478" y="1122346"/>
                  </a:lnTo>
                  <a:lnTo>
                    <a:pt x="339458" y="1122339"/>
                  </a:lnTo>
                  <a:lnTo>
                    <a:pt x="339444" y="1122331"/>
                  </a:lnTo>
                  <a:lnTo>
                    <a:pt x="339429" y="1122321"/>
                  </a:lnTo>
                  <a:lnTo>
                    <a:pt x="339419" y="1122309"/>
                  </a:lnTo>
                  <a:lnTo>
                    <a:pt x="339400" y="1122291"/>
                  </a:lnTo>
                  <a:lnTo>
                    <a:pt x="339376" y="1122265"/>
                  </a:lnTo>
                  <a:lnTo>
                    <a:pt x="339348" y="1122240"/>
                  </a:lnTo>
                  <a:lnTo>
                    <a:pt x="339323" y="1122219"/>
                  </a:lnTo>
                  <a:lnTo>
                    <a:pt x="339296" y="1122198"/>
                  </a:lnTo>
                  <a:lnTo>
                    <a:pt x="339285" y="1122186"/>
                  </a:lnTo>
                  <a:lnTo>
                    <a:pt x="339282" y="1122180"/>
                  </a:lnTo>
                  <a:lnTo>
                    <a:pt x="339279" y="1122166"/>
                  </a:lnTo>
                  <a:lnTo>
                    <a:pt x="339277" y="1122152"/>
                  </a:lnTo>
                  <a:lnTo>
                    <a:pt x="339274" y="1122143"/>
                  </a:lnTo>
                  <a:lnTo>
                    <a:pt x="339265" y="1122143"/>
                  </a:lnTo>
                  <a:lnTo>
                    <a:pt x="339253" y="1122147"/>
                  </a:lnTo>
                  <a:lnTo>
                    <a:pt x="339239" y="1122148"/>
                  </a:lnTo>
                  <a:lnTo>
                    <a:pt x="339227" y="1122147"/>
                  </a:lnTo>
                  <a:lnTo>
                    <a:pt x="339213" y="1122143"/>
                  </a:lnTo>
                  <a:lnTo>
                    <a:pt x="339194" y="1122135"/>
                  </a:lnTo>
                  <a:lnTo>
                    <a:pt x="339177" y="1122128"/>
                  </a:lnTo>
                  <a:lnTo>
                    <a:pt x="339154" y="1122116"/>
                  </a:lnTo>
                  <a:lnTo>
                    <a:pt x="339123" y="1122099"/>
                  </a:lnTo>
                  <a:lnTo>
                    <a:pt x="339098" y="1122084"/>
                  </a:lnTo>
                  <a:lnTo>
                    <a:pt x="339060" y="1122058"/>
                  </a:lnTo>
                  <a:lnTo>
                    <a:pt x="339027" y="1122038"/>
                  </a:lnTo>
                  <a:lnTo>
                    <a:pt x="339007" y="1122024"/>
                  </a:lnTo>
                  <a:lnTo>
                    <a:pt x="338994" y="1122011"/>
                  </a:lnTo>
                  <a:lnTo>
                    <a:pt x="338987" y="1122005"/>
                  </a:lnTo>
                  <a:lnTo>
                    <a:pt x="338980" y="1122004"/>
                  </a:lnTo>
                  <a:lnTo>
                    <a:pt x="338976" y="1122010"/>
                  </a:lnTo>
                  <a:lnTo>
                    <a:pt x="338970" y="1122029"/>
                  </a:lnTo>
                  <a:lnTo>
                    <a:pt x="338957" y="1122070"/>
                  </a:lnTo>
                  <a:lnTo>
                    <a:pt x="338949" y="1122098"/>
                  </a:lnTo>
                  <a:lnTo>
                    <a:pt x="338939" y="1122141"/>
                  </a:lnTo>
                  <a:lnTo>
                    <a:pt x="338930" y="1122169"/>
                  </a:lnTo>
                  <a:lnTo>
                    <a:pt x="338920" y="1122196"/>
                  </a:lnTo>
                  <a:lnTo>
                    <a:pt x="338907" y="1122225"/>
                  </a:lnTo>
                  <a:lnTo>
                    <a:pt x="338889" y="1122259"/>
                  </a:lnTo>
                  <a:lnTo>
                    <a:pt x="338878" y="1122276"/>
                  </a:lnTo>
                  <a:lnTo>
                    <a:pt x="338866" y="1122288"/>
                  </a:lnTo>
                  <a:lnTo>
                    <a:pt x="338858" y="1122294"/>
                  </a:lnTo>
                  <a:lnTo>
                    <a:pt x="338847" y="1122299"/>
                  </a:lnTo>
                  <a:lnTo>
                    <a:pt x="338838" y="1122302"/>
                  </a:lnTo>
                  <a:lnTo>
                    <a:pt x="338827" y="1122303"/>
                  </a:lnTo>
                  <a:lnTo>
                    <a:pt x="338814" y="1122302"/>
                  </a:lnTo>
                  <a:lnTo>
                    <a:pt x="338799" y="1122299"/>
                  </a:lnTo>
                  <a:lnTo>
                    <a:pt x="338776" y="1122292"/>
                  </a:lnTo>
                  <a:lnTo>
                    <a:pt x="338745" y="1122277"/>
                  </a:lnTo>
                  <a:lnTo>
                    <a:pt x="338728" y="1122264"/>
                  </a:lnTo>
                  <a:lnTo>
                    <a:pt x="338716" y="1122250"/>
                  </a:lnTo>
                  <a:lnTo>
                    <a:pt x="338709" y="1122239"/>
                  </a:lnTo>
                  <a:lnTo>
                    <a:pt x="338706" y="1122232"/>
                  </a:lnTo>
                  <a:lnTo>
                    <a:pt x="338704" y="1122224"/>
                  </a:lnTo>
                  <a:lnTo>
                    <a:pt x="338703" y="1122209"/>
                  </a:lnTo>
                  <a:lnTo>
                    <a:pt x="338704" y="1122182"/>
                  </a:lnTo>
                  <a:lnTo>
                    <a:pt x="338707" y="1122158"/>
                  </a:lnTo>
                  <a:lnTo>
                    <a:pt x="338710" y="1122139"/>
                  </a:lnTo>
                  <a:lnTo>
                    <a:pt x="338716" y="1122125"/>
                  </a:lnTo>
                  <a:lnTo>
                    <a:pt x="338720" y="1122113"/>
                  </a:lnTo>
                  <a:lnTo>
                    <a:pt x="338723" y="1122086"/>
                  </a:lnTo>
                  <a:lnTo>
                    <a:pt x="338723" y="1122080"/>
                  </a:lnTo>
                  <a:lnTo>
                    <a:pt x="338715" y="1122071"/>
                  </a:lnTo>
                  <a:lnTo>
                    <a:pt x="338703" y="1122065"/>
                  </a:lnTo>
                  <a:lnTo>
                    <a:pt x="338686" y="1122058"/>
                  </a:lnTo>
                  <a:lnTo>
                    <a:pt x="338672" y="1122050"/>
                  </a:lnTo>
                  <a:lnTo>
                    <a:pt x="338660" y="1122041"/>
                  </a:lnTo>
                  <a:lnTo>
                    <a:pt x="338646" y="1122028"/>
                  </a:lnTo>
                  <a:lnTo>
                    <a:pt x="338634" y="1122009"/>
                  </a:lnTo>
                  <a:lnTo>
                    <a:pt x="338613" y="1121975"/>
                  </a:lnTo>
                  <a:lnTo>
                    <a:pt x="338600" y="1121953"/>
                  </a:lnTo>
                  <a:lnTo>
                    <a:pt x="338585" y="1121921"/>
                  </a:lnTo>
                  <a:lnTo>
                    <a:pt x="338574" y="1121896"/>
                  </a:lnTo>
                  <a:lnTo>
                    <a:pt x="338560" y="1121869"/>
                  </a:lnTo>
                  <a:lnTo>
                    <a:pt x="338549" y="1121857"/>
                  </a:lnTo>
                  <a:lnTo>
                    <a:pt x="338539" y="1121851"/>
                  </a:lnTo>
                  <a:lnTo>
                    <a:pt x="338533" y="1121849"/>
                  </a:lnTo>
                  <a:lnTo>
                    <a:pt x="338524" y="1121851"/>
                  </a:lnTo>
                  <a:lnTo>
                    <a:pt x="338503" y="1121861"/>
                  </a:lnTo>
                  <a:lnTo>
                    <a:pt x="338467" y="1121879"/>
                  </a:lnTo>
                  <a:lnTo>
                    <a:pt x="338442" y="1121891"/>
                  </a:lnTo>
                  <a:lnTo>
                    <a:pt x="338423" y="1121900"/>
                  </a:lnTo>
                  <a:lnTo>
                    <a:pt x="338395" y="1121908"/>
                  </a:lnTo>
                  <a:lnTo>
                    <a:pt x="338363" y="1121911"/>
                  </a:lnTo>
                  <a:lnTo>
                    <a:pt x="338321" y="1121912"/>
                  </a:lnTo>
                  <a:lnTo>
                    <a:pt x="338250" y="1121918"/>
                  </a:lnTo>
                  <a:lnTo>
                    <a:pt x="338209" y="1121923"/>
                  </a:lnTo>
                  <a:lnTo>
                    <a:pt x="338168" y="1121925"/>
                  </a:lnTo>
                  <a:lnTo>
                    <a:pt x="338143" y="1121922"/>
                  </a:lnTo>
                  <a:lnTo>
                    <a:pt x="338113" y="1121916"/>
                  </a:lnTo>
                  <a:lnTo>
                    <a:pt x="338096" y="1121914"/>
                  </a:lnTo>
                  <a:lnTo>
                    <a:pt x="338078" y="1121914"/>
                  </a:lnTo>
                  <a:lnTo>
                    <a:pt x="338054" y="1121915"/>
                  </a:lnTo>
                  <a:lnTo>
                    <a:pt x="338028" y="1121919"/>
                  </a:lnTo>
                  <a:lnTo>
                    <a:pt x="337983" y="1121924"/>
                  </a:lnTo>
                  <a:lnTo>
                    <a:pt x="337954" y="1121925"/>
                  </a:lnTo>
                  <a:lnTo>
                    <a:pt x="337914" y="1121924"/>
                  </a:lnTo>
                  <a:lnTo>
                    <a:pt x="337883" y="1121920"/>
                  </a:lnTo>
                  <a:lnTo>
                    <a:pt x="337848" y="1121913"/>
                  </a:lnTo>
                  <a:lnTo>
                    <a:pt x="337808" y="1121902"/>
                  </a:lnTo>
                  <a:lnTo>
                    <a:pt x="337765" y="1121891"/>
                  </a:lnTo>
                  <a:lnTo>
                    <a:pt x="337736" y="1121884"/>
                  </a:lnTo>
                  <a:lnTo>
                    <a:pt x="337719" y="1121880"/>
                  </a:lnTo>
                  <a:lnTo>
                    <a:pt x="337708" y="1121879"/>
                  </a:lnTo>
                  <a:lnTo>
                    <a:pt x="337698" y="1121879"/>
                  </a:lnTo>
                  <a:lnTo>
                    <a:pt x="337692" y="1121882"/>
                  </a:lnTo>
                  <a:lnTo>
                    <a:pt x="337684" y="1121887"/>
                  </a:lnTo>
                  <a:lnTo>
                    <a:pt x="337667" y="1121905"/>
                  </a:lnTo>
                  <a:lnTo>
                    <a:pt x="337633" y="1121950"/>
                  </a:lnTo>
                  <a:lnTo>
                    <a:pt x="337606" y="1121985"/>
                  </a:lnTo>
                  <a:lnTo>
                    <a:pt x="337597" y="1121997"/>
                  </a:lnTo>
                  <a:lnTo>
                    <a:pt x="337594" y="1122004"/>
                  </a:lnTo>
                  <a:lnTo>
                    <a:pt x="337593" y="1122012"/>
                  </a:lnTo>
                  <a:lnTo>
                    <a:pt x="337596" y="1122021"/>
                  </a:lnTo>
                  <a:lnTo>
                    <a:pt x="337603" y="1122044"/>
                  </a:lnTo>
                  <a:lnTo>
                    <a:pt x="337613" y="1122081"/>
                  </a:lnTo>
                  <a:lnTo>
                    <a:pt x="337622" y="1122112"/>
                  </a:lnTo>
                  <a:lnTo>
                    <a:pt x="337631" y="1122147"/>
                  </a:lnTo>
                  <a:lnTo>
                    <a:pt x="337636" y="1122173"/>
                  </a:lnTo>
                  <a:lnTo>
                    <a:pt x="337637" y="1122183"/>
                  </a:lnTo>
                  <a:lnTo>
                    <a:pt x="337634" y="1122199"/>
                  </a:lnTo>
                  <a:lnTo>
                    <a:pt x="337628" y="1122214"/>
                  </a:lnTo>
                  <a:lnTo>
                    <a:pt x="337609" y="1122233"/>
                  </a:lnTo>
                  <a:lnTo>
                    <a:pt x="337571" y="1122272"/>
                  </a:lnTo>
                  <a:lnTo>
                    <a:pt x="337545" y="1122301"/>
                  </a:lnTo>
                  <a:lnTo>
                    <a:pt x="337509" y="1122345"/>
                  </a:lnTo>
                  <a:lnTo>
                    <a:pt x="337491" y="1122369"/>
                  </a:lnTo>
                  <a:lnTo>
                    <a:pt x="337478" y="1122396"/>
                  </a:lnTo>
                  <a:lnTo>
                    <a:pt x="337468" y="1122422"/>
                  </a:lnTo>
                  <a:lnTo>
                    <a:pt x="337465" y="1122432"/>
                  </a:lnTo>
                  <a:lnTo>
                    <a:pt x="337464" y="1122446"/>
                  </a:lnTo>
                  <a:lnTo>
                    <a:pt x="337469" y="1122462"/>
                  </a:lnTo>
                  <a:lnTo>
                    <a:pt x="337484" y="1122499"/>
                  </a:lnTo>
                  <a:lnTo>
                    <a:pt x="337497" y="1122522"/>
                  </a:lnTo>
                  <a:lnTo>
                    <a:pt x="337507" y="1122536"/>
                  </a:lnTo>
                  <a:lnTo>
                    <a:pt x="337527" y="1122556"/>
                  </a:lnTo>
                  <a:lnTo>
                    <a:pt x="337543" y="1122572"/>
                  </a:lnTo>
                  <a:lnTo>
                    <a:pt x="337548" y="1122578"/>
                  </a:lnTo>
                  <a:lnTo>
                    <a:pt x="337551" y="1122586"/>
                  </a:lnTo>
                  <a:lnTo>
                    <a:pt x="337551" y="1122594"/>
                  </a:lnTo>
                  <a:lnTo>
                    <a:pt x="337549" y="1122612"/>
                  </a:lnTo>
                  <a:lnTo>
                    <a:pt x="337544" y="1122636"/>
                  </a:lnTo>
                  <a:lnTo>
                    <a:pt x="337532" y="1122674"/>
                  </a:lnTo>
                  <a:lnTo>
                    <a:pt x="337518" y="1122723"/>
                  </a:lnTo>
                  <a:lnTo>
                    <a:pt x="337505" y="1122767"/>
                  </a:lnTo>
                  <a:lnTo>
                    <a:pt x="337496" y="1122794"/>
                  </a:lnTo>
                  <a:lnTo>
                    <a:pt x="337479" y="1122840"/>
                  </a:lnTo>
                  <a:lnTo>
                    <a:pt x="337472" y="1122858"/>
                  </a:lnTo>
                  <a:lnTo>
                    <a:pt x="337461" y="1122878"/>
                  </a:lnTo>
                  <a:lnTo>
                    <a:pt x="337453" y="1122892"/>
                  </a:lnTo>
                  <a:lnTo>
                    <a:pt x="337422" y="1122932"/>
                  </a:lnTo>
                  <a:lnTo>
                    <a:pt x="337402" y="1122960"/>
                  </a:lnTo>
                  <a:lnTo>
                    <a:pt x="337384" y="1122989"/>
                  </a:lnTo>
                  <a:lnTo>
                    <a:pt x="337371" y="1123014"/>
                  </a:lnTo>
                  <a:lnTo>
                    <a:pt x="337362" y="1123037"/>
                  </a:lnTo>
                  <a:lnTo>
                    <a:pt x="337359" y="1123055"/>
                  </a:lnTo>
                  <a:lnTo>
                    <a:pt x="337359" y="1123082"/>
                  </a:lnTo>
                  <a:lnTo>
                    <a:pt x="337360" y="1123094"/>
                  </a:lnTo>
                  <a:lnTo>
                    <a:pt x="337361" y="1123101"/>
                  </a:lnTo>
                  <a:lnTo>
                    <a:pt x="337364" y="1123107"/>
                  </a:lnTo>
                  <a:lnTo>
                    <a:pt x="337371" y="1123113"/>
                  </a:lnTo>
                  <a:lnTo>
                    <a:pt x="337390" y="1123123"/>
                  </a:lnTo>
                  <a:lnTo>
                    <a:pt x="337412" y="1123131"/>
                  </a:lnTo>
                  <a:lnTo>
                    <a:pt x="337438" y="1123135"/>
                  </a:lnTo>
                  <a:lnTo>
                    <a:pt x="337489" y="1123136"/>
                  </a:lnTo>
                  <a:lnTo>
                    <a:pt x="337548" y="1123134"/>
                  </a:lnTo>
                  <a:lnTo>
                    <a:pt x="337590" y="1123132"/>
                  </a:lnTo>
                  <a:lnTo>
                    <a:pt x="337612" y="1123134"/>
                  </a:lnTo>
                  <a:lnTo>
                    <a:pt x="337629" y="1123137"/>
                  </a:lnTo>
                  <a:lnTo>
                    <a:pt x="337643" y="1123141"/>
                  </a:lnTo>
                  <a:lnTo>
                    <a:pt x="337652" y="1123149"/>
                  </a:lnTo>
                  <a:lnTo>
                    <a:pt x="337662" y="1123164"/>
                  </a:lnTo>
                  <a:lnTo>
                    <a:pt x="337677" y="1123189"/>
                  </a:lnTo>
                  <a:lnTo>
                    <a:pt x="337691" y="1123203"/>
                  </a:lnTo>
                  <a:lnTo>
                    <a:pt x="337704" y="1123212"/>
                  </a:lnTo>
                  <a:lnTo>
                    <a:pt x="337715" y="1123217"/>
                  </a:lnTo>
                  <a:lnTo>
                    <a:pt x="337724" y="1123219"/>
                  </a:lnTo>
                  <a:lnTo>
                    <a:pt x="337735" y="1123222"/>
                  </a:lnTo>
                  <a:lnTo>
                    <a:pt x="337760" y="1123223"/>
                  </a:lnTo>
                  <a:lnTo>
                    <a:pt x="337782" y="1123223"/>
                  </a:lnTo>
                  <a:lnTo>
                    <a:pt x="337807" y="1123223"/>
                  </a:lnTo>
                  <a:lnTo>
                    <a:pt x="337825" y="1123227"/>
                  </a:lnTo>
                  <a:lnTo>
                    <a:pt x="337842" y="1123235"/>
                  </a:lnTo>
                  <a:lnTo>
                    <a:pt x="337858" y="1123246"/>
                  </a:lnTo>
                  <a:lnTo>
                    <a:pt x="337875" y="1123265"/>
                  </a:lnTo>
                  <a:lnTo>
                    <a:pt x="337886" y="1123281"/>
                  </a:lnTo>
                  <a:lnTo>
                    <a:pt x="337902" y="1123303"/>
                  </a:lnTo>
                  <a:lnTo>
                    <a:pt x="337931" y="1123342"/>
                  </a:lnTo>
                  <a:lnTo>
                    <a:pt x="337947" y="1123359"/>
                  </a:lnTo>
                  <a:lnTo>
                    <a:pt x="337968" y="1123377"/>
                  </a:lnTo>
                  <a:lnTo>
                    <a:pt x="337989" y="1123393"/>
                  </a:lnTo>
                  <a:lnTo>
                    <a:pt x="338009" y="1123407"/>
                  </a:lnTo>
                  <a:lnTo>
                    <a:pt x="338026" y="1123417"/>
                  </a:lnTo>
                  <a:lnTo>
                    <a:pt x="338045" y="1123425"/>
                  </a:lnTo>
                  <a:lnTo>
                    <a:pt x="338070" y="1123433"/>
                  </a:lnTo>
                  <a:lnTo>
                    <a:pt x="338093" y="1123436"/>
                  </a:lnTo>
                  <a:lnTo>
                    <a:pt x="338109" y="1123437"/>
                  </a:lnTo>
                  <a:lnTo>
                    <a:pt x="338159" y="1123436"/>
                  </a:lnTo>
                  <a:lnTo>
                    <a:pt x="338176" y="1123437"/>
                  </a:lnTo>
                  <a:lnTo>
                    <a:pt x="338189" y="1123442"/>
                  </a:lnTo>
                  <a:lnTo>
                    <a:pt x="338200" y="1123449"/>
                  </a:lnTo>
                  <a:lnTo>
                    <a:pt x="338210" y="1123461"/>
                  </a:lnTo>
                  <a:lnTo>
                    <a:pt x="338217" y="1123472"/>
                  </a:lnTo>
                  <a:lnTo>
                    <a:pt x="338220" y="1123484"/>
                  </a:lnTo>
                  <a:lnTo>
                    <a:pt x="338221" y="1123513"/>
                  </a:lnTo>
                  <a:lnTo>
                    <a:pt x="338217" y="1123558"/>
                  </a:lnTo>
                  <a:lnTo>
                    <a:pt x="338217" y="1123592"/>
                  </a:lnTo>
                  <a:lnTo>
                    <a:pt x="338217" y="1123608"/>
                  </a:lnTo>
                  <a:lnTo>
                    <a:pt x="338220" y="1123616"/>
                  </a:lnTo>
                  <a:lnTo>
                    <a:pt x="338222" y="1123622"/>
                  </a:lnTo>
                  <a:lnTo>
                    <a:pt x="338226" y="1123627"/>
                  </a:lnTo>
                  <a:lnTo>
                    <a:pt x="338237" y="1123632"/>
                  </a:lnTo>
                  <a:lnTo>
                    <a:pt x="338265" y="1123641"/>
                  </a:lnTo>
                  <a:lnTo>
                    <a:pt x="338307" y="1123656"/>
                  </a:lnTo>
                  <a:lnTo>
                    <a:pt x="338348" y="1123668"/>
                  </a:lnTo>
                  <a:lnTo>
                    <a:pt x="338391" y="1123679"/>
                  </a:lnTo>
                  <a:lnTo>
                    <a:pt x="338430" y="1123686"/>
                  </a:lnTo>
                  <a:lnTo>
                    <a:pt x="338460" y="1123692"/>
                  </a:lnTo>
                  <a:lnTo>
                    <a:pt x="338474" y="1123692"/>
                  </a:lnTo>
                  <a:lnTo>
                    <a:pt x="338495" y="1123690"/>
                  </a:lnTo>
                  <a:lnTo>
                    <a:pt x="338512" y="1123686"/>
                  </a:lnTo>
                  <a:lnTo>
                    <a:pt x="338542" y="1123678"/>
                  </a:lnTo>
                  <a:lnTo>
                    <a:pt x="338552" y="1123675"/>
                  </a:lnTo>
                  <a:lnTo>
                    <a:pt x="338559" y="1123675"/>
                  </a:lnTo>
                  <a:lnTo>
                    <a:pt x="338564" y="1123677"/>
                  </a:lnTo>
                  <a:lnTo>
                    <a:pt x="338570" y="1123683"/>
                  </a:lnTo>
                  <a:lnTo>
                    <a:pt x="338576" y="1123696"/>
                  </a:lnTo>
                  <a:lnTo>
                    <a:pt x="338581" y="1123710"/>
                  </a:lnTo>
                  <a:lnTo>
                    <a:pt x="338582" y="1123716"/>
                  </a:lnTo>
                  <a:lnTo>
                    <a:pt x="338582" y="1123721"/>
                  </a:lnTo>
                  <a:lnTo>
                    <a:pt x="338580" y="1123727"/>
                  </a:lnTo>
                  <a:lnTo>
                    <a:pt x="338574" y="1123734"/>
                  </a:lnTo>
                  <a:lnTo>
                    <a:pt x="338558" y="1123749"/>
                  </a:lnTo>
                  <a:lnTo>
                    <a:pt x="338531" y="1123772"/>
                  </a:lnTo>
                  <a:lnTo>
                    <a:pt x="338494" y="1123804"/>
                  </a:lnTo>
                  <a:lnTo>
                    <a:pt x="338475" y="1123823"/>
                  </a:lnTo>
                  <a:lnTo>
                    <a:pt x="338460" y="1123839"/>
                  </a:lnTo>
                  <a:lnTo>
                    <a:pt x="338440" y="1123867"/>
                  </a:lnTo>
                  <a:lnTo>
                    <a:pt x="338418" y="1123900"/>
                  </a:lnTo>
                  <a:lnTo>
                    <a:pt x="338384" y="1123953"/>
                  </a:lnTo>
                  <a:lnTo>
                    <a:pt x="338377" y="1123963"/>
                  </a:lnTo>
                  <a:lnTo>
                    <a:pt x="338375" y="1123968"/>
                  </a:lnTo>
                  <a:lnTo>
                    <a:pt x="338355" y="1123999"/>
                  </a:lnTo>
                  <a:lnTo>
                    <a:pt x="338338" y="1124030"/>
                  </a:lnTo>
                  <a:lnTo>
                    <a:pt x="338326" y="1124058"/>
                  </a:lnTo>
                  <a:lnTo>
                    <a:pt x="338310" y="1124111"/>
                  </a:lnTo>
                  <a:lnTo>
                    <a:pt x="338292" y="1124173"/>
                  </a:lnTo>
                  <a:lnTo>
                    <a:pt x="338278" y="1124229"/>
                  </a:lnTo>
                  <a:lnTo>
                    <a:pt x="338269" y="1124258"/>
                  </a:lnTo>
                  <a:lnTo>
                    <a:pt x="338260" y="1124272"/>
                  </a:lnTo>
                  <a:lnTo>
                    <a:pt x="338248" y="1124290"/>
                  </a:lnTo>
                  <a:lnTo>
                    <a:pt x="338231" y="1124307"/>
                  </a:lnTo>
                  <a:lnTo>
                    <a:pt x="338208" y="1124327"/>
                  </a:lnTo>
                  <a:lnTo>
                    <a:pt x="338191" y="1124336"/>
                  </a:lnTo>
                  <a:lnTo>
                    <a:pt x="338175" y="1124342"/>
                  </a:lnTo>
                  <a:lnTo>
                    <a:pt x="338162" y="1124346"/>
                  </a:lnTo>
                  <a:lnTo>
                    <a:pt x="338132" y="1124348"/>
                  </a:lnTo>
                  <a:lnTo>
                    <a:pt x="338102" y="1124347"/>
                  </a:lnTo>
                  <a:lnTo>
                    <a:pt x="338088" y="1124346"/>
                  </a:lnTo>
                  <a:lnTo>
                    <a:pt x="338071" y="1124341"/>
                  </a:lnTo>
                  <a:lnTo>
                    <a:pt x="338049" y="1124340"/>
                  </a:lnTo>
                  <a:lnTo>
                    <a:pt x="338008" y="1124340"/>
                  </a:lnTo>
                  <a:lnTo>
                    <a:pt x="337965" y="1124337"/>
                  </a:lnTo>
                  <a:lnTo>
                    <a:pt x="337941" y="1124335"/>
                  </a:lnTo>
                  <a:lnTo>
                    <a:pt x="337932" y="1124335"/>
                  </a:lnTo>
                  <a:lnTo>
                    <a:pt x="337922" y="1124330"/>
                  </a:lnTo>
                  <a:lnTo>
                    <a:pt x="337907" y="1124320"/>
                  </a:lnTo>
                  <a:lnTo>
                    <a:pt x="337882" y="1124301"/>
                  </a:lnTo>
                  <a:lnTo>
                    <a:pt x="337851" y="1124277"/>
                  </a:lnTo>
                  <a:lnTo>
                    <a:pt x="337832" y="1124266"/>
                  </a:lnTo>
                  <a:lnTo>
                    <a:pt x="337826" y="1124264"/>
                  </a:lnTo>
                  <a:lnTo>
                    <a:pt x="337821" y="1124264"/>
                  </a:lnTo>
                  <a:lnTo>
                    <a:pt x="337817" y="1124268"/>
                  </a:lnTo>
                  <a:lnTo>
                    <a:pt x="337810" y="1124277"/>
                  </a:lnTo>
                  <a:lnTo>
                    <a:pt x="337799" y="1124292"/>
                  </a:lnTo>
                  <a:lnTo>
                    <a:pt x="337778" y="1124311"/>
                  </a:lnTo>
                  <a:lnTo>
                    <a:pt x="337762" y="1124322"/>
                  </a:lnTo>
                  <a:lnTo>
                    <a:pt x="337751" y="1124326"/>
                  </a:lnTo>
                  <a:lnTo>
                    <a:pt x="337741" y="1124329"/>
                  </a:lnTo>
                  <a:lnTo>
                    <a:pt x="337734" y="1124329"/>
                  </a:lnTo>
                  <a:lnTo>
                    <a:pt x="337720" y="1124328"/>
                  </a:lnTo>
                  <a:lnTo>
                    <a:pt x="337709" y="1124324"/>
                  </a:lnTo>
                  <a:lnTo>
                    <a:pt x="337690" y="1124317"/>
                  </a:lnTo>
                  <a:lnTo>
                    <a:pt x="337673" y="1124306"/>
                  </a:lnTo>
                  <a:lnTo>
                    <a:pt x="337663" y="1124301"/>
                  </a:lnTo>
                  <a:lnTo>
                    <a:pt x="337656" y="1124300"/>
                  </a:lnTo>
                  <a:lnTo>
                    <a:pt x="337646" y="1124299"/>
                  </a:lnTo>
                  <a:lnTo>
                    <a:pt x="337628" y="1124300"/>
                  </a:lnTo>
                  <a:lnTo>
                    <a:pt x="337614" y="1124304"/>
                  </a:lnTo>
                  <a:lnTo>
                    <a:pt x="337597" y="1124311"/>
                  </a:lnTo>
                  <a:lnTo>
                    <a:pt x="337567" y="1124328"/>
                  </a:lnTo>
                  <a:lnTo>
                    <a:pt x="337555" y="1124333"/>
                  </a:lnTo>
                  <a:lnTo>
                    <a:pt x="337549" y="1124334"/>
                  </a:lnTo>
                  <a:lnTo>
                    <a:pt x="337541" y="1124334"/>
                  </a:lnTo>
                  <a:lnTo>
                    <a:pt x="337529" y="1124331"/>
                  </a:lnTo>
                  <a:lnTo>
                    <a:pt x="337513" y="1124330"/>
                  </a:lnTo>
                  <a:lnTo>
                    <a:pt x="337505" y="1124330"/>
                  </a:lnTo>
                  <a:lnTo>
                    <a:pt x="337497" y="1124332"/>
                  </a:lnTo>
                  <a:lnTo>
                    <a:pt x="337480" y="1124338"/>
                  </a:lnTo>
                  <a:lnTo>
                    <a:pt x="337461" y="1124345"/>
                  </a:lnTo>
                  <a:lnTo>
                    <a:pt x="337449" y="1124350"/>
                  </a:lnTo>
                  <a:lnTo>
                    <a:pt x="337438" y="1124352"/>
                  </a:lnTo>
                  <a:lnTo>
                    <a:pt x="337425" y="1124353"/>
                  </a:lnTo>
                  <a:lnTo>
                    <a:pt x="337408" y="1124352"/>
                  </a:lnTo>
                  <a:lnTo>
                    <a:pt x="337393" y="1124349"/>
                  </a:lnTo>
                  <a:lnTo>
                    <a:pt x="337376" y="1124345"/>
                  </a:lnTo>
                  <a:lnTo>
                    <a:pt x="337359" y="1124338"/>
                  </a:lnTo>
                  <a:lnTo>
                    <a:pt x="337339" y="1124330"/>
                  </a:lnTo>
                  <a:lnTo>
                    <a:pt x="337320" y="1124322"/>
                  </a:lnTo>
                  <a:lnTo>
                    <a:pt x="337300" y="1124318"/>
                  </a:lnTo>
                  <a:lnTo>
                    <a:pt x="337281" y="1124315"/>
                  </a:lnTo>
                  <a:lnTo>
                    <a:pt x="337266" y="1124315"/>
                  </a:lnTo>
                  <a:lnTo>
                    <a:pt x="337255" y="1124315"/>
                  </a:lnTo>
                  <a:lnTo>
                    <a:pt x="337246" y="1124316"/>
                  </a:lnTo>
                  <a:lnTo>
                    <a:pt x="337237" y="1124320"/>
                  </a:lnTo>
                  <a:lnTo>
                    <a:pt x="337217" y="1124332"/>
                  </a:lnTo>
                  <a:lnTo>
                    <a:pt x="337194" y="1124346"/>
                  </a:lnTo>
                  <a:lnTo>
                    <a:pt x="337176" y="1124354"/>
                  </a:lnTo>
                  <a:lnTo>
                    <a:pt x="337166" y="1124363"/>
                  </a:lnTo>
                  <a:lnTo>
                    <a:pt x="337152" y="1124380"/>
                  </a:lnTo>
                  <a:lnTo>
                    <a:pt x="337135" y="1124406"/>
                  </a:lnTo>
                  <a:lnTo>
                    <a:pt x="337123" y="1124430"/>
                  </a:lnTo>
                  <a:lnTo>
                    <a:pt x="337114" y="1124447"/>
                  </a:lnTo>
                  <a:lnTo>
                    <a:pt x="337109" y="1124457"/>
                  </a:lnTo>
                  <a:lnTo>
                    <a:pt x="337108" y="1124464"/>
                  </a:lnTo>
                  <a:lnTo>
                    <a:pt x="337108" y="1124469"/>
                  </a:lnTo>
                  <a:lnTo>
                    <a:pt x="337112" y="1124474"/>
                  </a:lnTo>
                  <a:lnTo>
                    <a:pt x="337120" y="1124480"/>
                  </a:lnTo>
                  <a:lnTo>
                    <a:pt x="337163" y="1124507"/>
                  </a:lnTo>
                  <a:lnTo>
                    <a:pt x="337193" y="1124529"/>
                  </a:lnTo>
                  <a:lnTo>
                    <a:pt x="337219" y="1124548"/>
                  </a:lnTo>
                  <a:lnTo>
                    <a:pt x="337237" y="1124563"/>
                  </a:lnTo>
                  <a:lnTo>
                    <a:pt x="337259" y="1124583"/>
                  </a:lnTo>
                  <a:lnTo>
                    <a:pt x="337280" y="1124602"/>
                  </a:lnTo>
                  <a:lnTo>
                    <a:pt x="337292" y="1124612"/>
                  </a:lnTo>
                  <a:lnTo>
                    <a:pt x="337308" y="1124621"/>
                  </a:lnTo>
                  <a:lnTo>
                    <a:pt x="337323" y="1124631"/>
                  </a:lnTo>
                  <a:lnTo>
                    <a:pt x="337325" y="1124637"/>
                  </a:lnTo>
                  <a:lnTo>
                    <a:pt x="337325" y="1124644"/>
                  </a:lnTo>
                  <a:lnTo>
                    <a:pt x="337322" y="1124657"/>
                  </a:lnTo>
                  <a:lnTo>
                    <a:pt x="337317" y="1124698"/>
                  </a:lnTo>
                  <a:lnTo>
                    <a:pt x="337313" y="1124753"/>
                  </a:lnTo>
                  <a:lnTo>
                    <a:pt x="337311" y="1124795"/>
                  </a:lnTo>
                  <a:lnTo>
                    <a:pt x="337312" y="1124832"/>
                  </a:lnTo>
                  <a:lnTo>
                    <a:pt x="337314" y="1124879"/>
                  </a:lnTo>
                  <a:lnTo>
                    <a:pt x="337313" y="1124913"/>
                  </a:lnTo>
                  <a:lnTo>
                    <a:pt x="337308" y="1124943"/>
                  </a:lnTo>
                  <a:lnTo>
                    <a:pt x="337302" y="1124968"/>
                  </a:lnTo>
                  <a:lnTo>
                    <a:pt x="337302" y="1124974"/>
                  </a:lnTo>
                  <a:lnTo>
                    <a:pt x="337308" y="1124979"/>
                  </a:lnTo>
                  <a:lnTo>
                    <a:pt x="337333" y="1124991"/>
                  </a:lnTo>
                  <a:lnTo>
                    <a:pt x="337356" y="1125005"/>
                  </a:lnTo>
                  <a:lnTo>
                    <a:pt x="337381" y="1125021"/>
                  </a:lnTo>
                  <a:lnTo>
                    <a:pt x="337406" y="1125040"/>
                  </a:lnTo>
                  <a:lnTo>
                    <a:pt x="337429" y="1125058"/>
                  </a:lnTo>
                  <a:lnTo>
                    <a:pt x="337456" y="1125083"/>
                  </a:lnTo>
                  <a:lnTo>
                    <a:pt x="337473" y="1125097"/>
                  </a:lnTo>
                  <a:lnTo>
                    <a:pt x="337489" y="1125106"/>
                  </a:lnTo>
                  <a:lnTo>
                    <a:pt x="337506" y="1125113"/>
                  </a:lnTo>
                  <a:lnTo>
                    <a:pt x="337530" y="1125121"/>
                  </a:lnTo>
                  <a:lnTo>
                    <a:pt x="337549" y="1125128"/>
                  </a:lnTo>
                  <a:lnTo>
                    <a:pt x="337562" y="1125134"/>
                  </a:lnTo>
                  <a:lnTo>
                    <a:pt x="337574" y="1125146"/>
                  </a:lnTo>
                  <a:lnTo>
                    <a:pt x="337584" y="1125161"/>
                  </a:lnTo>
                  <a:lnTo>
                    <a:pt x="337593" y="1125181"/>
                  </a:lnTo>
                  <a:lnTo>
                    <a:pt x="337594" y="1125187"/>
                  </a:lnTo>
                  <a:lnTo>
                    <a:pt x="337586" y="1125198"/>
                  </a:lnTo>
                  <a:lnTo>
                    <a:pt x="337558" y="1125232"/>
                  </a:lnTo>
                  <a:lnTo>
                    <a:pt x="337546" y="1125251"/>
                  </a:lnTo>
                  <a:lnTo>
                    <a:pt x="337533" y="1125274"/>
                  </a:lnTo>
                  <a:lnTo>
                    <a:pt x="337519" y="1125303"/>
                  </a:lnTo>
                  <a:lnTo>
                    <a:pt x="337507" y="1125341"/>
                  </a:lnTo>
                  <a:lnTo>
                    <a:pt x="337492" y="1125392"/>
                  </a:lnTo>
                  <a:lnTo>
                    <a:pt x="337479" y="1125436"/>
                  </a:lnTo>
                  <a:lnTo>
                    <a:pt x="337457" y="1125514"/>
                  </a:lnTo>
                  <a:lnTo>
                    <a:pt x="337447" y="1125550"/>
                  </a:lnTo>
                  <a:lnTo>
                    <a:pt x="337440" y="1125586"/>
                  </a:lnTo>
                  <a:lnTo>
                    <a:pt x="337433" y="1125615"/>
                  </a:lnTo>
                  <a:lnTo>
                    <a:pt x="337432" y="1125637"/>
                  </a:lnTo>
                  <a:lnTo>
                    <a:pt x="337433" y="1125651"/>
                  </a:lnTo>
                  <a:lnTo>
                    <a:pt x="337436" y="1125662"/>
                  </a:lnTo>
                  <a:lnTo>
                    <a:pt x="337439" y="1125676"/>
                  </a:lnTo>
                  <a:lnTo>
                    <a:pt x="337447" y="1125691"/>
                  </a:lnTo>
                  <a:lnTo>
                    <a:pt x="337457" y="1125706"/>
                  </a:lnTo>
                  <a:lnTo>
                    <a:pt x="337470" y="1125722"/>
                  </a:lnTo>
                  <a:lnTo>
                    <a:pt x="337477" y="1125727"/>
                  </a:lnTo>
                  <a:lnTo>
                    <a:pt x="337499" y="1125749"/>
                  </a:lnTo>
                  <a:lnTo>
                    <a:pt x="337509" y="1125756"/>
                  </a:lnTo>
                  <a:lnTo>
                    <a:pt x="337512" y="1125759"/>
                  </a:lnTo>
                  <a:lnTo>
                    <a:pt x="337536" y="1125781"/>
                  </a:lnTo>
                  <a:lnTo>
                    <a:pt x="337552" y="1125800"/>
                  </a:lnTo>
                  <a:lnTo>
                    <a:pt x="337566" y="1125818"/>
                  </a:lnTo>
                  <a:lnTo>
                    <a:pt x="337578" y="1125838"/>
                  </a:lnTo>
                  <a:lnTo>
                    <a:pt x="337585" y="1125854"/>
                  </a:lnTo>
                  <a:lnTo>
                    <a:pt x="337592" y="1125878"/>
                  </a:lnTo>
                  <a:lnTo>
                    <a:pt x="337595" y="1125910"/>
                  </a:lnTo>
                  <a:lnTo>
                    <a:pt x="337595" y="1125931"/>
                  </a:lnTo>
                  <a:lnTo>
                    <a:pt x="337591" y="1125945"/>
                  </a:lnTo>
                  <a:lnTo>
                    <a:pt x="337585" y="1125968"/>
                  </a:lnTo>
                  <a:lnTo>
                    <a:pt x="337580" y="1125982"/>
                  </a:lnTo>
                  <a:lnTo>
                    <a:pt x="337572" y="1125998"/>
                  </a:lnTo>
                  <a:lnTo>
                    <a:pt x="337558" y="1126020"/>
                  </a:lnTo>
                  <a:lnTo>
                    <a:pt x="337539" y="1126045"/>
                  </a:lnTo>
                  <a:lnTo>
                    <a:pt x="337514" y="1126078"/>
                  </a:lnTo>
                  <a:lnTo>
                    <a:pt x="337482" y="1126114"/>
                  </a:lnTo>
                  <a:lnTo>
                    <a:pt x="337473" y="1126123"/>
                  </a:lnTo>
                  <a:lnTo>
                    <a:pt x="337470" y="1126126"/>
                  </a:lnTo>
                  <a:lnTo>
                    <a:pt x="337465" y="1126133"/>
                  </a:lnTo>
                  <a:lnTo>
                    <a:pt x="337460" y="1126139"/>
                  </a:lnTo>
                  <a:lnTo>
                    <a:pt x="337422" y="1126179"/>
                  </a:lnTo>
                  <a:lnTo>
                    <a:pt x="337409" y="1126194"/>
                  </a:lnTo>
                  <a:lnTo>
                    <a:pt x="337385" y="1126226"/>
                  </a:lnTo>
                  <a:lnTo>
                    <a:pt x="337375" y="1126244"/>
                  </a:lnTo>
                  <a:lnTo>
                    <a:pt x="337366" y="1126264"/>
                  </a:lnTo>
                  <a:lnTo>
                    <a:pt x="337355" y="1126279"/>
                  </a:lnTo>
                  <a:lnTo>
                    <a:pt x="337347" y="1126287"/>
                  </a:lnTo>
                  <a:lnTo>
                    <a:pt x="337340" y="1126293"/>
                  </a:lnTo>
                  <a:lnTo>
                    <a:pt x="337324" y="1126303"/>
                  </a:lnTo>
                  <a:lnTo>
                    <a:pt x="337299" y="1126320"/>
                  </a:lnTo>
                  <a:lnTo>
                    <a:pt x="337287" y="1126330"/>
                  </a:lnTo>
                  <a:lnTo>
                    <a:pt x="337281" y="1126339"/>
                  </a:lnTo>
                  <a:lnTo>
                    <a:pt x="337277" y="1126346"/>
                  </a:lnTo>
                  <a:lnTo>
                    <a:pt x="337276" y="1126354"/>
                  </a:lnTo>
                  <a:lnTo>
                    <a:pt x="337277" y="1126377"/>
                  </a:lnTo>
                  <a:lnTo>
                    <a:pt x="337277" y="1126423"/>
                  </a:lnTo>
                  <a:lnTo>
                    <a:pt x="337276" y="1126431"/>
                  </a:lnTo>
                  <a:lnTo>
                    <a:pt x="337267" y="1126451"/>
                  </a:lnTo>
                  <a:lnTo>
                    <a:pt x="337249" y="1126494"/>
                  </a:lnTo>
                  <a:lnTo>
                    <a:pt x="337227" y="1126530"/>
                  </a:lnTo>
                  <a:lnTo>
                    <a:pt x="337200" y="1126575"/>
                  </a:lnTo>
                  <a:lnTo>
                    <a:pt x="337184" y="1126597"/>
                  </a:lnTo>
                  <a:lnTo>
                    <a:pt x="337170" y="1126614"/>
                  </a:lnTo>
                  <a:lnTo>
                    <a:pt x="337163" y="1126622"/>
                  </a:lnTo>
                  <a:lnTo>
                    <a:pt x="337162" y="1126628"/>
                  </a:lnTo>
                  <a:lnTo>
                    <a:pt x="337175" y="1126635"/>
                  </a:lnTo>
                  <a:lnTo>
                    <a:pt x="337195" y="1126644"/>
                  </a:lnTo>
                  <a:lnTo>
                    <a:pt x="337215" y="1126658"/>
                  </a:lnTo>
                  <a:lnTo>
                    <a:pt x="337246" y="1126677"/>
                  </a:lnTo>
                  <a:lnTo>
                    <a:pt x="337282" y="1126702"/>
                  </a:lnTo>
                  <a:lnTo>
                    <a:pt x="337320" y="1126732"/>
                  </a:lnTo>
                  <a:lnTo>
                    <a:pt x="337354" y="1126760"/>
                  </a:lnTo>
                  <a:lnTo>
                    <a:pt x="337400" y="1126805"/>
                  </a:lnTo>
                  <a:lnTo>
                    <a:pt x="337422" y="1126826"/>
                  </a:lnTo>
                  <a:lnTo>
                    <a:pt x="337464" y="1126873"/>
                  </a:lnTo>
                  <a:lnTo>
                    <a:pt x="337487" y="1126906"/>
                  </a:lnTo>
                  <a:lnTo>
                    <a:pt x="337523" y="1126947"/>
                  </a:lnTo>
                  <a:lnTo>
                    <a:pt x="337549" y="1126976"/>
                  </a:lnTo>
                  <a:lnTo>
                    <a:pt x="337566" y="1126988"/>
                  </a:lnTo>
                  <a:lnTo>
                    <a:pt x="337581" y="1126998"/>
                  </a:lnTo>
                  <a:lnTo>
                    <a:pt x="337595" y="1127004"/>
                  </a:lnTo>
                  <a:lnTo>
                    <a:pt x="337608" y="1127005"/>
                  </a:lnTo>
                  <a:lnTo>
                    <a:pt x="337617" y="1127005"/>
                  </a:lnTo>
                  <a:lnTo>
                    <a:pt x="337628" y="1126999"/>
                  </a:lnTo>
                  <a:lnTo>
                    <a:pt x="337648" y="1126987"/>
                  </a:lnTo>
                  <a:lnTo>
                    <a:pt x="337671" y="1126974"/>
                  </a:lnTo>
                  <a:lnTo>
                    <a:pt x="337698" y="1126964"/>
                  </a:lnTo>
                  <a:lnTo>
                    <a:pt x="337715" y="1126960"/>
                  </a:lnTo>
                  <a:lnTo>
                    <a:pt x="337730" y="1126961"/>
                  </a:lnTo>
                  <a:lnTo>
                    <a:pt x="337745" y="1126966"/>
                  </a:lnTo>
                  <a:lnTo>
                    <a:pt x="337783" y="1126980"/>
                  </a:lnTo>
                  <a:lnTo>
                    <a:pt x="337803" y="1126987"/>
                  </a:lnTo>
                  <a:lnTo>
                    <a:pt x="337823" y="1126990"/>
                  </a:lnTo>
                  <a:lnTo>
                    <a:pt x="337838" y="1126991"/>
                  </a:lnTo>
                  <a:lnTo>
                    <a:pt x="337854" y="1126991"/>
                  </a:lnTo>
                  <a:lnTo>
                    <a:pt x="337877" y="1126983"/>
                  </a:lnTo>
                  <a:lnTo>
                    <a:pt x="337896" y="1126976"/>
                  </a:lnTo>
                  <a:lnTo>
                    <a:pt x="337915" y="1126971"/>
                  </a:lnTo>
                  <a:lnTo>
                    <a:pt x="337924" y="1126972"/>
                  </a:lnTo>
                  <a:lnTo>
                    <a:pt x="337935" y="1126976"/>
                  </a:lnTo>
                  <a:lnTo>
                    <a:pt x="337950" y="1126990"/>
                  </a:lnTo>
                  <a:lnTo>
                    <a:pt x="337965" y="1127002"/>
                  </a:lnTo>
                  <a:lnTo>
                    <a:pt x="338000" y="1127040"/>
                  </a:lnTo>
                  <a:lnTo>
                    <a:pt x="338027" y="1127070"/>
                  </a:lnTo>
                  <a:lnTo>
                    <a:pt x="338054" y="1127095"/>
                  </a:lnTo>
                  <a:lnTo>
                    <a:pt x="338080" y="1127119"/>
                  </a:lnTo>
                  <a:lnTo>
                    <a:pt x="338093" y="1127136"/>
                  </a:lnTo>
                  <a:lnTo>
                    <a:pt x="338111" y="1127157"/>
                  </a:lnTo>
                  <a:lnTo>
                    <a:pt x="338128" y="1127181"/>
                  </a:lnTo>
                  <a:lnTo>
                    <a:pt x="338158" y="1127227"/>
                  </a:lnTo>
                  <a:lnTo>
                    <a:pt x="338160" y="1127234"/>
                  </a:lnTo>
                  <a:lnTo>
                    <a:pt x="338168" y="1127282"/>
                  </a:lnTo>
                  <a:lnTo>
                    <a:pt x="338176" y="1127326"/>
                  </a:lnTo>
                  <a:lnTo>
                    <a:pt x="338180" y="1127347"/>
                  </a:lnTo>
                  <a:lnTo>
                    <a:pt x="338187" y="1127365"/>
                  </a:lnTo>
                  <a:lnTo>
                    <a:pt x="338199" y="1127391"/>
                  </a:lnTo>
                  <a:lnTo>
                    <a:pt x="338214" y="1127413"/>
                  </a:lnTo>
                  <a:lnTo>
                    <a:pt x="338225" y="1127425"/>
                  </a:lnTo>
                  <a:lnTo>
                    <a:pt x="338243" y="1127439"/>
                  </a:lnTo>
                  <a:lnTo>
                    <a:pt x="338268" y="1127455"/>
                  </a:lnTo>
                  <a:lnTo>
                    <a:pt x="338287" y="1127469"/>
                  </a:lnTo>
                  <a:lnTo>
                    <a:pt x="338300" y="1127482"/>
                  </a:lnTo>
                  <a:lnTo>
                    <a:pt x="338310" y="1127495"/>
                  </a:lnTo>
                  <a:lnTo>
                    <a:pt x="338314" y="1127506"/>
                  </a:lnTo>
                  <a:lnTo>
                    <a:pt x="338316" y="1127518"/>
                  </a:lnTo>
                  <a:lnTo>
                    <a:pt x="338316" y="1127526"/>
                  </a:lnTo>
                  <a:lnTo>
                    <a:pt x="338313" y="1127533"/>
                  </a:lnTo>
                  <a:lnTo>
                    <a:pt x="338306" y="1127539"/>
                  </a:lnTo>
                  <a:lnTo>
                    <a:pt x="338294" y="1127547"/>
                  </a:lnTo>
                  <a:lnTo>
                    <a:pt x="338271" y="1127561"/>
                  </a:lnTo>
                  <a:lnTo>
                    <a:pt x="338238" y="1127578"/>
                  </a:lnTo>
                  <a:lnTo>
                    <a:pt x="338218" y="1127588"/>
                  </a:lnTo>
                  <a:lnTo>
                    <a:pt x="338203" y="1127596"/>
                  </a:lnTo>
                  <a:lnTo>
                    <a:pt x="338188" y="1127602"/>
                  </a:lnTo>
                  <a:lnTo>
                    <a:pt x="338167" y="1127609"/>
                  </a:lnTo>
                  <a:lnTo>
                    <a:pt x="338142" y="1127615"/>
                  </a:lnTo>
                  <a:lnTo>
                    <a:pt x="338117" y="1127617"/>
                  </a:lnTo>
                  <a:lnTo>
                    <a:pt x="338084" y="1127621"/>
                  </a:lnTo>
                  <a:lnTo>
                    <a:pt x="338068" y="1127623"/>
                  </a:lnTo>
                  <a:lnTo>
                    <a:pt x="338058" y="1127628"/>
                  </a:lnTo>
                  <a:lnTo>
                    <a:pt x="338052" y="1127638"/>
                  </a:lnTo>
                  <a:lnTo>
                    <a:pt x="338042" y="1127661"/>
                  </a:lnTo>
                  <a:lnTo>
                    <a:pt x="338034" y="1127680"/>
                  </a:lnTo>
                  <a:lnTo>
                    <a:pt x="338025" y="1127697"/>
                  </a:lnTo>
                  <a:lnTo>
                    <a:pt x="338020" y="1127707"/>
                  </a:lnTo>
                  <a:lnTo>
                    <a:pt x="338011" y="1127720"/>
                  </a:lnTo>
                  <a:lnTo>
                    <a:pt x="337995" y="1127735"/>
                  </a:lnTo>
                  <a:lnTo>
                    <a:pt x="337986" y="1127743"/>
                  </a:lnTo>
                  <a:lnTo>
                    <a:pt x="337980" y="1127748"/>
                  </a:lnTo>
                  <a:lnTo>
                    <a:pt x="337975" y="1127750"/>
                  </a:lnTo>
                  <a:lnTo>
                    <a:pt x="337948" y="1127764"/>
                  </a:lnTo>
                  <a:lnTo>
                    <a:pt x="337935" y="1127770"/>
                  </a:lnTo>
                  <a:lnTo>
                    <a:pt x="337914" y="1127778"/>
                  </a:lnTo>
                  <a:lnTo>
                    <a:pt x="337892" y="1127786"/>
                  </a:lnTo>
                  <a:lnTo>
                    <a:pt x="337886" y="1127788"/>
                  </a:lnTo>
                  <a:lnTo>
                    <a:pt x="337878" y="1127791"/>
                  </a:lnTo>
                  <a:lnTo>
                    <a:pt x="337872" y="1127797"/>
                  </a:lnTo>
                  <a:lnTo>
                    <a:pt x="337860" y="1127808"/>
                  </a:lnTo>
                  <a:lnTo>
                    <a:pt x="337848" y="1127824"/>
                  </a:lnTo>
                  <a:lnTo>
                    <a:pt x="337835" y="1127845"/>
                  </a:lnTo>
                  <a:lnTo>
                    <a:pt x="337819" y="1127875"/>
                  </a:lnTo>
                  <a:lnTo>
                    <a:pt x="337810" y="1127891"/>
                  </a:lnTo>
                  <a:lnTo>
                    <a:pt x="337800" y="1127912"/>
                  </a:lnTo>
                  <a:lnTo>
                    <a:pt x="337785" y="1127939"/>
                  </a:lnTo>
                  <a:lnTo>
                    <a:pt x="337776" y="1127954"/>
                  </a:lnTo>
                  <a:lnTo>
                    <a:pt x="337768" y="1127967"/>
                  </a:lnTo>
                  <a:lnTo>
                    <a:pt x="337760" y="1127984"/>
                  </a:lnTo>
                  <a:lnTo>
                    <a:pt x="337751" y="1127999"/>
                  </a:lnTo>
                  <a:lnTo>
                    <a:pt x="337743" y="1128008"/>
                  </a:lnTo>
                  <a:lnTo>
                    <a:pt x="337736" y="1128013"/>
                  </a:lnTo>
                  <a:lnTo>
                    <a:pt x="337730" y="1128017"/>
                  </a:lnTo>
                  <a:lnTo>
                    <a:pt x="337723" y="1128020"/>
                  </a:lnTo>
                  <a:lnTo>
                    <a:pt x="337710" y="1128023"/>
                  </a:lnTo>
                  <a:lnTo>
                    <a:pt x="337688" y="1128027"/>
                  </a:lnTo>
                  <a:lnTo>
                    <a:pt x="337642" y="1128027"/>
                  </a:lnTo>
                  <a:lnTo>
                    <a:pt x="337603" y="1128025"/>
                  </a:lnTo>
                  <a:lnTo>
                    <a:pt x="337585" y="1128025"/>
                  </a:lnTo>
                  <a:lnTo>
                    <a:pt x="337564" y="1128026"/>
                  </a:lnTo>
                  <a:lnTo>
                    <a:pt x="337543" y="1128031"/>
                  </a:lnTo>
                  <a:lnTo>
                    <a:pt x="337524" y="1128033"/>
                  </a:lnTo>
                  <a:lnTo>
                    <a:pt x="337496" y="1128041"/>
                  </a:lnTo>
                  <a:lnTo>
                    <a:pt x="337477" y="1128048"/>
                  </a:lnTo>
                  <a:lnTo>
                    <a:pt x="337457" y="1128057"/>
                  </a:lnTo>
                  <a:lnTo>
                    <a:pt x="337433" y="1128066"/>
                  </a:lnTo>
                  <a:lnTo>
                    <a:pt x="337416" y="1128075"/>
                  </a:lnTo>
                  <a:lnTo>
                    <a:pt x="337409" y="1128081"/>
                  </a:lnTo>
                  <a:lnTo>
                    <a:pt x="337405" y="1128087"/>
                  </a:lnTo>
                  <a:lnTo>
                    <a:pt x="337403" y="1128095"/>
                  </a:lnTo>
                  <a:lnTo>
                    <a:pt x="337402" y="1128103"/>
                  </a:lnTo>
                  <a:lnTo>
                    <a:pt x="337405" y="1128121"/>
                  </a:lnTo>
                  <a:lnTo>
                    <a:pt x="337412" y="1128145"/>
                  </a:lnTo>
                  <a:lnTo>
                    <a:pt x="337417" y="1128164"/>
                  </a:lnTo>
                  <a:lnTo>
                    <a:pt x="337420" y="1128180"/>
                  </a:lnTo>
                  <a:lnTo>
                    <a:pt x="337421" y="1128201"/>
                  </a:lnTo>
                  <a:lnTo>
                    <a:pt x="337422" y="1128223"/>
                  </a:lnTo>
                  <a:lnTo>
                    <a:pt x="337424" y="1128230"/>
                  </a:lnTo>
                  <a:lnTo>
                    <a:pt x="337429" y="1128243"/>
                  </a:lnTo>
                  <a:lnTo>
                    <a:pt x="337432" y="1128249"/>
                  </a:lnTo>
                  <a:lnTo>
                    <a:pt x="337437" y="1128267"/>
                  </a:lnTo>
                  <a:lnTo>
                    <a:pt x="337448" y="1128300"/>
                  </a:lnTo>
                  <a:lnTo>
                    <a:pt x="337474" y="1128370"/>
                  </a:lnTo>
                  <a:lnTo>
                    <a:pt x="337486" y="1128406"/>
                  </a:lnTo>
                  <a:lnTo>
                    <a:pt x="337492" y="1128429"/>
                  </a:lnTo>
                  <a:lnTo>
                    <a:pt x="337493" y="1128442"/>
                  </a:lnTo>
                  <a:lnTo>
                    <a:pt x="337493" y="1128448"/>
                  </a:lnTo>
                  <a:lnTo>
                    <a:pt x="337491" y="1128457"/>
                  </a:lnTo>
                  <a:lnTo>
                    <a:pt x="337485" y="1128474"/>
                  </a:lnTo>
                  <a:lnTo>
                    <a:pt x="337475" y="1128496"/>
                  </a:lnTo>
                  <a:lnTo>
                    <a:pt x="337463" y="1128517"/>
                  </a:lnTo>
                  <a:lnTo>
                    <a:pt x="337446" y="1128542"/>
                  </a:lnTo>
                  <a:lnTo>
                    <a:pt x="337433" y="1128558"/>
                  </a:lnTo>
                  <a:lnTo>
                    <a:pt x="337423" y="1128567"/>
                  </a:lnTo>
                  <a:lnTo>
                    <a:pt x="337407" y="1128576"/>
                  </a:lnTo>
                  <a:lnTo>
                    <a:pt x="337381" y="1128590"/>
                  </a:lnTo>
                  <a:lnTo>
                    <a:pt x="337353" y="1128603"/>
                  </a:lnTo>
                  <a:lnTo>
                    <a:pt x="337333" y="1128610"/>
                  </a:lnTo>
                  <a:lnTo>
                    <a:pt x="337315" y="1128619"/>
                  </a:lnTo>
                  <a:lnTo>
                    <a:pt x="337300" y="1128628"/>
                  </a:lnTo>
                  <a:lnTo>
                    <a:pt x="337289" y="1128637"/>
                  </a:lnTo>
                  <a:lnTo>
                    <a:pt x="337287" y="1128643"/>
                  </a:lnTo>
                  <a:lnTo>
                    <a:pt x="337292" y="1128646"/>
                  </a:lnTo>
                  <a:lnTo>
                    <a:pt x="337302" y="1128645"/>
                  </a:lnTo>
                  <a:lnTo>
                    <a:pt x="337316" y="1128643"/>
                  </a:lnTo>
                  <a:lnTo>
                    <a:pt x="337334" y="1128639"/>
                  </a:lnTo>
                  <a:lnTo>
                    <a:pt x="337350" y="1128636"/>
                  </a:lnTo>
                  <a:lnTo>
                    <a:pt x="337374" y="1128637"/>
                  </a:lnTo>
                  <a:lnTo>
                    <a:pt x="337397" y="1128641"/>
                  </a:lnTo>
                  <a:lnTo>
                    <a:pt x="337421" y="1128645"/>
                  </a:lnTo>
                  <a:lnTo>
                    <a:pt x="337440" y="1128647"/>
                  </a:lnTo>
                  <a:lnTo>
                    <a:pt x="337465" y="1128648"/>
                  </a:lnTo>
                  <a:lnTo>
                    <a:pt x="337478" y="1128648"/>
                  </a:lnTo>
                  <a:lnTo>
                    <a:pt x="337507" y="1128646"/>
                  </a:lnTo>
                  <a:lnTo>
                    <a:pt x="337520" y="1128641"/>
                  </a:lnTo>
                  <a:lnTo>
                    <a:pt x="337555" y="1128627"/>
                  </a:lnTo>
                  <a:lnTo>
                    <a:pt x="337576" y="1128616"/>
                  </a:lnTo>
                  <a:lnTo>
                    <a:pt x="337604" y="1128600"/>
                  </a:lnTo>
                  <a:lnTo>
                    <a:pt x="337626" y="1128588"/>
                  </a:lnTo>
                  <a:lnTo>
                    <a:pt x="337651" y="1128577"/>
                  </a:lnTo>
                  <a:lnTo>
                    <a:pt x="337673" y="1128569"/>
                  </a:lnTo>
                  <a:lnTo>
                    <a:pt x="337684" y="1128568"/>
                  </a:lnTo>
                  <a:lnTo>
                    <a:pt x="337699" y="1128568"/>
                  </a:lnTo>
                  <a:lnTo>
                    <a:pt x="337722" y="1128569"/>
                  </a:lnTo>
                  <a:lnTo>
                    <a:pt x="337735" y="1128568"/>
                  </a:lnTo>
                  <a:lnTo>
                    <a:pt x="337748" y="1128566"/>
                  </a:lnTo>
                  <a:lnTo>
                    <a:pt x="337769" y="1128560"/>
                  </a:lnTo>
                  <a:lnTo>
                    <a:pt x="337829" y="1128536"/>
                  </a:lnTo>
                  <a:lnTo>
                    <a:pt x="337848" y="1128528"/>
                  </a:lnTo>
                  <a:lnTo>
                    <a:pt x="337866" y="1128523"/>
                  </a:lnTo>
                  <a:lnTo>
                    <a:pt x="337890" y="1128520"/>
                  </a:lnTo>
                  <a:lnTo>
                    <a:pt x="337910" y="1128518"/>
                  </a:lnTo>
                  <a:lnTo>
                    <a:pt x="337950" y="1128519"/>
                  </a:lnTo>
                  <a:lnTo>
                    <a:pt x="337999" y="1128523"/>
                  </a:lnTo>
                  <a:lnTo>
                    <a:pt x="338008" y="1128526"/>
                  </a:lnTo>
                  <a:lnTo>
                    <a:pt x="338017" y="1128532"/>
                  </a:lnTo>
                  <a:lnTo>
                    <a:pt x="338029" y="1128545"/>
                  </a:lnTo>
                  <a:lnTo>
                    <a:pt x="338034" y="1128554"/>
                  </a:lnTo>
                  <a:lnTo>
                    <a:pt x="338039" y="1128567"/>
                  </a:lnTo>
                  <a:lnTo>
                    <a:pt x="338043" y="1128589"/>
                  </a:lnTo>
                  <a:lnTo>
                    <a:pt x="338044" y="1128636"/>
                  </a:lnTo>
                  <a:lnTo>
                    <a:pt x="338042" y="1128653"/>
                  </a:lnTo>
                  <a:lnTo>
                    <a:pt x="338037" y="1128685"/>
                  </a:lnTo>
                  <a:lnTo>
                    <a:pt x="338029" y="1128721"/>
                  </a:lnTo>
                  <a:lnTo>
                    <a:pt x="338017" y="1128755"/>
                  </a:lnTo>
                  <a:lnTo>
                    <a:pt x="338008" y="1128782"/>
                  </a:lnTo>
                  <a:lnTo>
                    <a:pt x="338000" y="1128802"/>
                  </a:lnTo>
                  <a:lnTo>
                    <a:pt x="337988" y="1128826"/>
                  </a:lnTo>
                  <a:lnTo>
                    <a:pt x="337983" y="1128844"/>
                  </a:lnTo>
                  <a:lnTo>
                    <a:pt x="337982" y="1128867"/>
                  </a:lnTo>
                  <a:lnTo>
                    <a:pt x="337981" y="1128894"/>
                  </a:lnTo>
                  <a:lnTo>
                    <a:pt x="337977" y="1128931"/>
                  </a:lnTo>
                  <a:lnTo>
                    <a:pt x="337971" y="1128966"/>
                  </a:lnTo>
                  <a:lnTo>
                    <a:pt x="337968" y="1128987"/>
                  </a:lnTo>
                  <a:lnTo>
                    <a:pt x="337964" y="1128998"/>
                  </a:lnTo>
                  <a:lnTo>
                    <a:pt x="337952" y="1129023"/>
                  </a:lnTo>
                  <a:lnTo>
                    <a:pt x="337926" y="1129075"/>
                  </a:lnTo>
                  <a:lnTo>
                    <a:pt x="337905" y="1129125"/>
                  </a:lnTo>
                  <a:lnTo>
                    <a:pt x="337892" y="1129163"/>
                  </a:lnTo>
                  <a:lnTo>
                    <a:pt x="337884" y="1129187"/>
                  </a:lnTo>
                  <a:lnTo>
                    <a:pt x="337878" y="1129199"/>
                  </a:lnTo>
                  <a:lnTo>
                    <a:pt x="337873" y="1129202"/>
                  </a:lnTo>
                  <a:lnTo>
                    <a:pt x="337864" y="1129203"/>
                  </a:lnTo>
                  <a:lnTo>
                    <a:pt x="337856" y="1129207"/>
                  </a:lnTo>
                  <a:lnTo>
                    <a:pt x="337845" y="1129214"/>
                  </a:lnTo>
                  <a:lnTo>
                    <a:pt x="337828" y="1129227"/>
                  </a:lnTo>
                  <a:lnTo>
                    <a:pt x="337817" y="1129240"/>
                  </a:lnTo>
                  <a:lnTo>
                    <a:pt x="337810" y="1129252"/>
                  </a:lnTo>
                  <a:lnTo>
                    <a:pt x="337798" y="1129274"/>
                  </a:lnTo>
                  <a:lnTo>
                    <a:pt x="337787" y="1129301"/>
                  </a:lnTo>
                  <a:lnTo>
                    <a:pt x="337776" y="1129330"/>
                  </a:lnTo>
                  <a:lnTo>
                    <a:pt x="337769" y="1129356"/>
                  </a:lnTo>
                  <a:lnTo>
                    <a:pt x="337763" y="1129375"/>
                  </a:lnTo>
                  <a:lnTo>
                    <a:pt x="337751" y="1129414"/>
                  </a:lnTo>
                  <a:lnTo>
                    <a:pt x="337743" y="1129455"/>
                  </a:lnTo>
                  <a:lnTo>
                    <a:pt x="337735" y="1129491"/>
                  </a:lnTo>
                  <a:lnTo>
                    <a:pt x="337727" y="1129528"/>
                  </a:lnTo>
                  <a:lnTo>
                    <a:pt x="337719" y="1129568"/>
                  </a:lnTo>
                  <a:lnTo>
                    <a:pt x="337713" y="1129590"/>
                  </a:lnTo>
                  <a:lnTo>
                    <a:pt x="337704" y="1129606"/>
                  </a:lnTo>
                  <a:lnTo>
                    <a:pt x="337694" y="1129621"/>
                  </a:lnTo>
                  <a:lnTo>
                    <a:pt x="337676" y="1129637"/>
                  </a:lnTo>
                  <a:lnTo>
                    <a:pt x="337642" y="1129661"/>
                  </a:lnTo>
                  <a:lnTo>
                    <a:pt x="337620" y="1129673"/>
                  </a:lnTo>
                  <a:lnTo>
                    <a:pt x="337599" y="1129686"/>
                  </a:lnTo>
                  <a:lnTo>
                    <a:pt x="337587" y="1129696"/>
                  </a:lnTo>
                  <a:lnTo>
                    <a:pt x="337561" y="1129712"/>
                  </a:lnTo>
                  <a:lnTo>
                    <a:pt x="337541" y="1129729"/>
                  </a:lnTo>
                  <a:lnTo>
                    <a:pt x="337518" y="1129750"/>
                  </a:lnTo>
                  <a:lnTo>
                    <a:pt x="337493" y="1129773"/>
                  </a:lnTo>
                  <a:lnTo>
                    <a:pt x="337471" y="1129796"/>
                  </a:lnTo>
                  <a:lnTo>
                    <a:pt x="337442" y="1129822"/>
                  </a:lnTo>
                  <a:lnTo>
                    <a:pt x="337416" y="1129848"/>
                  </a:lnTo>
                  <a:lnTo>
                    <a:pt x="337402" y="1129859"/>
                  </a:lnTo>
                  <a:lnTo>
                    <a:pt x="337379" y="1129874"/>
                  </a:lnTo>
                  <a:lnTo>
                    <a:pt x="337361" y="1129883"/>
                  </a:lnTo>
                  <a:lnTo>
                    <a:pt x="337342" y="1129891"/>
                  </a:lnTo>
                  <a:lnTo>
                    <a:pt x="337323" y="1129902"/>
                  </a:lnTo>
                  <a:lnTo>
                    <a:pt x="337295" y="1129922"/>
                  </a:lnTo>
                  <a:lnTo>
                    <a:pt x="337279" y="1129940"/>
                  </a:lnTo>
                  <a:lnTo>
                    <a:pt x="337253" y="1129972"/>
                  </a:lnTo>
                  <a:lnTo>
                    <a:pt x="337234" y="1129996"/>
                  </a:lnTo>
                  <a:lnTo>
                    <a:pt x="337214" y="1130023"/>
                  </a:lnTo>
                  <a:lnTo>
                    <a:pt x="337198" y="1130040"/>
                  </a:lnTo>
                  <a:lnTo>
                    <a:pt x="337169" y="1130076"/>
                  </a:lnTo>
                  <a:lnTo>
                    <a:pt x="337152" y="1130093"/>
                  </a:lnTo>
                  <a:lnTo>
                    <a:pt x="337144" y="1130100"/>
                  </a:lnTo>
                  <a:lnTo>
                    <a:pt x="337127" y="1130109"/>
                  </a:lnTo>
                  <a:lnTo>
                    <a:pt x="337111" y="1130114"/>
                  </a:lnTo>
                  <a:lnTo>
                    <a:pt x="337095" y="1130118"/>
                  </a:lnTo>
                  <a:lnTo>
                    <a:pt x="337082" y="1130120"/>
                  </a:lnTo>
                  <a:lnTo>
                    <a:pt x="337059" y="1130121"/>
                  </a:lnTo>
                  <a:lnTo>
                    <a:pt x="337033" y="1130121"/>
                  </a:lnTo>
                  <a:lnTo>
                    <a:pt x="337006" y="1130123"/>
                  </a:lnTo>
                  <a:lnTo>
                    <a:pt x="336994" y="1130125"/>
                  </a:lnTo>
                  <a:lnTo>
                    <a:pt x="336992" y="1130132"/>
                  </a:lnTo>
                  <a:lnTo>
                    <a:pt x="336994" y="1130138"/>
                  </a:lnTo>
                  <a:lnTo>
                    <a:pt x="337002" y="1130154"/>
                  </a:lnTo>
                  <a:lnTo>
                    <a:pt x="337011" y="1130170"/>
                  </a:lnTo>
                  <a:lnTo>
                    <a:pt x="337023" y="1130188"/>
                  </a:lnTo>
                  <a:lnTo>
                    <a:pt x="337039" y="1130214"/>
                  </a:lnTo>
                  <a:lnTo>
                    <a:pt x="337061" y="1130244"/>
                  </a:lnTo>
                  <a:lnTo>
                    <a:pt x="337084" y="1130274"/>
                  </a:lnTo>
                  <a:lnTo>
                    <a:pt x="337115" y="1130312"/>
                  </a:lnTo>
                  <a:lnTo>
                    <a:pt x="337133" y="1130336"/>
                  </a:lnTo>
                  <a:lnTo>
                    <a:pt x="337146" y="1130355"/>
                  </a:lnTo>
                  <a:lnTo>
                    <a:pt x="337157" y="1130378"/>
                  </a:lnTo>
                  <a:lnTo>
                    <a:pt x="337165" y="1130396"/>
                  </a:lnTo>
                  <a:lnTo>
                    <a:pt x="337170" y="1130409"/>
                  </a:lnTo>
                  <a:lnTo>
                    <a:pt x="337176" y="1130432"/>
                  </a:lnTo>
                  <a:lnTo>
                    <a:pt x="337182" y="1130463"/>
                  </a:lnTo>
                  <a:lnTo>
                    <a:pt x="337188" y="1130494"/>
                  </a:lnTo>
                  <a:lnTo>
                    <a:pt x="337191" y="1130521"/>
                  </a:lnTo>
                  <a:lnTo>
                    <a:pt x="337193" y="1130555"/>
                  </a:lnTo>
                  <a:lnTo>
                    <a:pt x="337191" y="1130568"/>
                  </a:lnTo>
                  <a:lnTo>
                    <a:pt x="337189" y="1130576"/>
                  </a:lnTo>
                  <a:lnTo>
                    <a:pt x="337184" y="1130589"/>
                  </a:lnTo>
                  <a:lnTo>
                    <a:pt x="337181" y="1130597"/>
                  </a:lnTo>
                  <a:lnTo>
                    <a:pt x="337171" y="1130613"/>
                  </a:lnTo>
                  <a:lnTo>
                    <a:pt x="337161" y="1130631"/>
                  </a:lnTo>
                  <a:lnTo>
                    <a:pt x="337140" y="1130668"/>
                  </a:lnTo>
                  <a:lnTo>
                    <a:pt x="337116" y="1130711"/>
                  </a:lnTo>
                  <a:lnTo>
                    <a:pt x="337105" y="1130729"/>
                  </a:lnTo>
                  <a:lnTo>
                    <a:pt x="337094" y="1130748"/>
                  </a:lnTo>
                  <a:lnTo>
                    <a:pt x="337071" y="1130777"/>
                  </a:lnTo>
                  <a:lnTo>
                    <a:pt x="337055" y="1130799"/>
                  </a:lnTo>
                  <a:lnTo>
                    <a:pt x="337038" y="1130816"/>
                  </a:lnTo>
                  <a:lnTo>
                    <a:pt x="337024" y="1130834"/>
                  </a:lnTo>
                  <a:lnTo>
                    <a:pt x="337008" y="1130853"/>
                  </a:lnTo>
                  <a:lnTo>
                    <a:pt x="336998" y="1130869"/>
                  </a:lnTo>
                  <a:lnTo>
                    <a:pt x="336988" y="1130883"/>
                  </a:lnTo>
                  <a:lnTo>
                    <a:pt x="336979" y="1130892"/>
                  </a:lnTo>
                  <a:lnTo>
                    <a:pt x="336970" y="1130897"/>
                  </a:lnTo>
                  <a:lnTo>
                    <a:pt x="336962" y="1130900"/>
                  </a:lnTo>
                  <a:lnTo>
                    <a:pt x="336948" y="1130905"/>
                  </a:lnTo>
                  <a:lnTo>
                    <a:pt x="336937" y="1130910"/>
                  </a:lnTo>
                  <a:lnTo>
                    <a:pt x="336929" y="1130918"/>
                  </a:lnTo>
                  <a:lnTo>
                    <a:pt x="336927" y="1130923"/>
                  </a:lnTo>
                  <a:lnTo>
                    <a:pt x="336927" y="1130938"/>
                  </a:lnTo>
                  <a:lnTo>
                    <a:pt x="336931" y="1130966"/>
                  </a:lnTo>
                  <a:lnTo>
                    <a:pt x="336933" y="1131000"/>
                  </a:lnTo>
                  <a:lnTo>
                    <a:pt x="336932" y="1131037"/>
                  </a:lnTo>
                  <a:lnTo>
                    <a:pt x="336933" y="1131063"/>
                  </a:lnTo>
                  <a:lnTo>
                    <a:pt x="336937" y="1131079"/>
                  </a:lnTo>
                  <a:lnTo>
                    <a:pt x="336943" y="1131092"/>
                  </a:lnTo>
                  <a:lnTo>
                    <a:pt x="336950" y="1131110"/>
                  </a:lnTo>
                  <a:lnTo>
                    <a:pt x="336967" y="1131143"/>
                  </a:lnTo>
                  <a:lnTo>
                    <a:pt x="336982" y="1131175"/>
                  </a:lnTo>
                  <a:lnTo>
                    <a:pt x="336997" y="1131204"/>
                  </a:lnTo>
                  <a:lnTo>
                    <a:pt x="337006" y="1131222"/>
                  </a:lnTo>
                  <a:lnTo>
                    <a:pt x="337028" y="1131253"/>
                  </a:lnTo>
                  <a:lnTo>
                    <a:pt x="337045" y="1131276"/>
                  </a:lnTo>
                  <a:lnTo>
                    <a:pt x="337062" y="1131292"/>
                  </a:lnTo>
                  <a:lnTo>
                    <a:pt x="337079" y="1131308"/>
                  </a:lnTo>
                  <a:lnTo>
                    <a:pt x="337096" y="1131322"/>
                  </a:lnTo>
                  <a:lnTo>
                    <a:pt x="337101" y="1131332"/>
                  </a:lnTo>
                  <a:lnTo>
                    <a:pt x="337102" y="1131343"/>
                  </a:lnTo>
                  <a:lnTo>
                    <a:pt x="337099" y="1131363"/>
                  </a:lnTo>
                  <a:lnTo>
                    <a:pt x="337098" y="1131378"/>
                  </a:lnTo>
                  <a:lnTo>
                    <a:pt x="337099" y="1131391"/>
                  </a:lnTo>
                  <a:lnTo>
                    <a:pt x="337104" y="1131410"/>
                  </a:lnTo>
                  <a:lnTo>
                    <a:pt x="337110" y="1131429"/>
                  </a:lnTo>
                  <a:lnTo>
                    <a:pt x="337119" y="1131450"/>
                  </a:lnTo>
                  <a:lnTo>
                    <a:pt x="337126" y="1131473"/>
                  </a:lnTo>
                  <a:lnTo>
                    <a:pt x="337132" y="1131494"/>
                  </a:lnTo>
                  <a:lnTo>
                    <a:pt x="337136" y="1131509"/>
                  </a:lnTo>
                  <a:lnTo>
                    <a:pt x="337140" y="1131522"/>
                  </a:lnTo>
                  <a:lnTo>
                    <a:pt x="337147" y="1131537"/>
                  </a:lnTo>
                  <a:lnTo>
                    <a:pt x="337156" y="1131553"/>
                  </a:lnTo>
                  <a:lnTo>
                    <a:pt x="337165" y="1131568"/>
                  </a:lnTo>
                  <a:lnTo>
                    <a:pt x="337170" y="1131583"/>
                  </a:lnTo>
                  <a:lnTo>
                    <a:pt x="337175" y="1131603"/>
                  </a:lnTo>
                  <a:lnTo>
                    <a:pt x="337181" y="1131623"/>
                  </a:lnTo>
                  <a:lnTo>
                    <a:pt x="337183" y="1131633"/>
                  </a:lnTo>
                  <a:lnTo>
                    <a:pt x="337188" y="1131643"/>
                  </a:lnTo>
                  <a:lnTo>
                    <a:pt x="337194" y="1131653"/>
                  </a:lnTo>
                  <a:lnTo>
                    <a:pt x="337203" y="1131668"/>
                  </a:lnTo>
                  <a:lnTo>
                    <a:pt x="337206" y="1131679"/>
                  </a:lnTo>
                  <a:lnTo>
                    <a:pt x="337207" y="1131693"/>
                  </a:lnTo>
                  <a:lnTo>
                    <a:pt x="337206" y="1131705"/>
                  </a:lnTo>
                  <a:lnTo>
                    <a:pt x="337205" y="1131718"/>
                  </a:lnTo>
                  <a:lnTo>
                    <a:pt x="337194" y="1131757"/>
                  </a:lnTo>
                  <a:lnTo>
                    <a:pt x="337189" y="1131781"/>
                  </a:lnTo>
                  <a:lnTo>
                    <a:pt x="337183" y="1131796"/>
                  </a:lnTo>
                  <a:lnTo>
                    <a:pt x="337174" y="1131814"/>
                  </a:lnTo>
                  <a:lnTo>
                    <a:pt x="337165" y="1131837"/>
                  </a:lnTo>
                  <a:lnTo>
                    <a:pt x="337158" y="1131855"/>
                  </a:lnTo>
                  <a:lnTo>
                    <a:pt x="337151" y="1131881"/>
                  </a:lnTo>
                  <a:lnTo>
                    <a:pt x="337148" y="1131901"/>
                  </a:lnTo>
                  <a:lnTo>
                    <a:pt x="337146" y="1131918"/>
                  </a:lnTo>
                  <a:lnTo>
                    <a:pt x="337146" y="1131930"/>
                  </a:lnTo>
                  <a:lnTo>
                    <a:pt x="337147" y="1131951"/>
                  </a:lnTo>
                  <a:lnTo>
                    <a:pt x="337150" y="1131979"/>
                  </a:lnTo>
                  <a:lnTo>
                    <a:pt x="337155" y="1132005"/>
                  </a:lnTo>
                  <a:lnTo>
                    <a:pt x="337159" y="1132028"/>
                  </a:lnTo>
                  <a:lnTo>
                    <a:pt x="337167" y="1132048"/>
                  </a:lnTo>
                  <a:lnTo>
                    <a:pt x="337177" y="1132086"/>
                  </a:lnTo>
                  <a:lnTo>
                    <a:pt x="337187" y="1132123"/>
                  </a:lnTo>
                  <a:lnTo>
                    <a:pt x="337196" y="1132151"/>
                  </a:lnTo>
                  <a:lnTo>
                    <a:pt x="337199" y="1132166"/>
                  </a:lnTo>
                  <a:lnTo>
                    <a:pt x="337200" y="1132173"/>
                  </a:lnTo>
                  <a:lnTo>
                    <a:pt x="337199" y="1132179"/>
                  </a:lnTo>
                  <a:lnTo>
                    <a:pt x="337190" y="1132192"/>
                  </a:lnTo>
                  <a:lnTo>
                    <a:pt x="337184" y="1132206"/>
                  </a:lnTo>
                  <a:lnTo>
                    <a:pt x="337182" y="1132219"/>
                  </a:lnTo>
                  <a:lnTo>
                    <a:pt x="337176" y="1132238"/>
                  </a:lnTo>
                  <a:lnTo>
                    <a:pt x="337173" y="1132254"/>
                  </a:lnTo>
                  <a:lnTo>
                    <a:pt x="337169" y="1132267"/>
                  </a:lnTo>
                  <a:lnTo>
                    <a:pt x="337162" y="1132281"/>
                  </a:lnTo>
                  <a:lnTo>
                    <a:pt x="337153" y="1132290"/>
                  </a:lnTo>
                  <a:lnTo>
                    <a:pt x="337144" y="1132296"/>
                  </a:lnTo>
                  <a:lnTo>
                    <a:pt x="337128" y="1132302"/>
                  </a:lnTo>
                  <a:lnTo>
                    <a:pt x="337105" y="1132307"/>
                  </a:lnTo>
                  <a:lnTo>
                    <a:pt x="337089" y="1132310"/>
                  </a:lnTo>
                  <a:lnTo>
                    <a:pt x="337073" y="1132314"/>
                  </a:lnTo>
                  <a:lnTo>
                    <a:pt x="337068" y="1132316"/>
                  </a:lnTo>
                  <a:lnTo>
                    <a:pt x="337062" y="1132317"/>
                  </a:lnTo>
                  <a:lnTo>
                    <a:pt x="337047" y="1132323"/>
                  </a:lnTo>
                  <a:lnTo>
                    <a:pt x="337035" y="1132330"/>
                  </a:lnTo>
                  <a:lnTo>
                    <a:pt x="337024" y="1132336"/>
                  </a:lnTo>
                  <a:lnTo>
                    <a:pt x="337014" y="1132341"/>
                  </a:lnTo>
                  <a:lnTo>
                    <a:pt x="337001" y="1132345"/>
                  </a:lnTo>
                  <a:lnTo>
                    <a:pt x="336982" y="1132348"/>
                  </a:lnTo>
                  <a:lnTo>
                    <a:pt x="336963" y="1132353"/>
                  </a:lnTo>
                  <a:lnTo>
                    <a:pt x="336936" y="1132359"/>
                  </a:lnTo>
                  <a:lnTo>
                    <a:pt x="336922" y="1132364"/>
                  </a:lnTo>
                  <a:lnTo>
                    <a:pt x="336906" y="1132372"/>
                  </a:lnTo>
                  <a:lnTo>
                    <a:pt x="336896" y="1132378"/>
                  </a:lnTo>
                  <a:lnTo>
                    <a:pt x="336882" y="1132389"/>
                  </a:lnTo>
                  <a:lnTo>
                    <a:pt x="336862" y="1132405"/>
                  </a:lnTo>
                  <a:lnTo>
                    <a:pt x="336830" y="1132431"/>
                  </a:lnTo>
                  <a:lnTo>
                    <a:pt x="336816" y="1132442"/>
                  </a:lnTo>
                  <a:lnTo>
                    <a:pt x="336804" y="1132449"/>
                  </a:lnTo>
                  <a:lnTo>
                    <a:pt x="336788" y="1132459"/>
                  </a:lnTo>
                  <a:lnTo>
                    <a:pt x="336770" y="1132469"/>
                  </a:lnTo>
                  <a:lnTo>
                    <a:pt x="336753" y="1132477"/>
                  </a:lnTo>
                  <a:lnTo>
                    <a:pt x="336729" y="1132487"/>
                  </a:lnTo>
                  <a:lnTo>
                    <a:pt x="336715" y="1132494"/>
                  </a:lnTo>
                  <a:lnTo>
                    <a:pt x="336706" y="1132499"/>
                  </a:lnTo>
                  <a:lnTo>
                    <a:pt x="336683" y="1132520"/>
                  </a:lnTo>
                  <a:lnTo>
                    <a:pt x="336667" y="1132537"/>
                  </a:lnTo>
                  <a:lnTo>
                    <a:pt x="336650" y="1132551"/>
                  </a:lnTo>
                  <a:lnTo>
                    <a:pt x="336637" y="1132560"/>
                  </a:lnTo>
                  <a:lnTo>
                    <a:pt x="336614" y="1132571"/>
                  </a:lnTo>
                  <a:lnTo>
                    <a:pt x="336597" y="1132580"/>
                  </a:lnTo>
                  <a:lnTo>
                    <a:pt x="336585" y="1132589"/>
                  </a:lnTo>
                  <a:lnTo>
                    <a:pt x="336566" y="1132603"/>
                  </a:lnTo>
                  <a:lnTo>
                    <a:pt x="336539" y="1132622"/>
                  </a:lnTo>
                  <a:lnTo>
                    <a:pt x="336516" y="1132638"/>
                  </a:lnTo>
                  <a:lnTo>
                    <a:pt x="336483" y="1132658"/>
                  </a:lnTo>
                  <a:lnTo>
                    <a:pt x="336461" y="1132671"/>
                  </a:lnTo>
                  <a:lnTo>
                    <a:pt x="336438" y="1132684"/>
                  </a:lnTo>
                  <a:lnTo>
                    <a:pt x="336405" y="1132700"/>
                  </a:lnTo>
                  <a:lnTo>
                    <a:pt x="336390" y="1132708"/>
                  </a:lnTo>
                  <a:lnTo>
                    <a:pt x="336373" y="1132716"/>
                  </a:lnTo>
                  <a:lnTo>
                    <a:pt x="336352" y="1132722"/>
                  </a:lnTo>
                  <a:lnTo>
                    <a:pt x="336329" y="1132726"/>
                  </a:lnTo>
                  <a:lnTo>
                    <a:pt x="336313" y="1132729"/>
                  </a:lnTo>
                  <a:lnTo>
                    <a:pt x="336302" y="1132733"/>
                  </a:lnTo>
                  <a:lnTo>
                    <a:pt x="336290" y="1132742"/>
                  </a:lnTo>
                  <a:lnTo>
                    <a:pt x="336272" y="1132758"/>
                  </a:lnTo>
                  <a:lnTo>
                    <a:pt x="336262" y="1132770"/>
                  </a:lnTo>
                  <a:lnTo>
                    <a:pt x="336251" y="1132789"/>
                  </a:lnTo>
                  <a:lnTo>
                    <a:pt x="336239" y="1132809"/>
                  </a:lnTo>
                  <a:lnTo>
                    <a:pt x="336231" y="1132824"/>
                  </a:lnTo>
                  <a:lnTo>
                    <a:pt x="336223" y="1132852"/>
                  </a:lnTo>
                  <a:lnTo>
                    <a:pt x="336216" y="1132882"/>
                  </a:lnTo>
                  <a:lnTo>
                    <a:pt x="336210" y="1132905"/>
                  </a:lnTo>
                  <a:lnTo>
                    <a:pt x="336206" y="1132915"/>
                  </a:lnTo>
                  <a:lnTo>
                    <a:pt x="336201" y="1132924"/>
                  </a:lnTo>
                  <a:lnTo>
                    <a:pt x="336177" y="1132950"/>
                  </a:lnTo>
                  <a:lnTo>
                    <a:pt x="336157" y="1132972"/>
                  </a:lnTo>
                  <a:lnTo>
                    <a:pt x="336135" y="1132996"/>
                  </a:lnTo>
                  <a:lnTo>
                    <a:pt x="336116" y="1133018"/>
                  </a:lnTo>
                  <a:lnTo>
                    <a:pt x="336111" y="1133024"/>
                  </a:lnTo>
                  <a:lnTo>
                    <a:pt x="336111" y="1133034"/>
                  </a:lnTo>
                  <a:lnTo>
                    <a:pt x="336111" y="1133079"/>
                  </a:lnTo>
                  <a:lnTo>
                    <a:pt x="336109" y="1133139"/>
                  </a:lnTo>
                  <a:lnTo>
                    <a:pt x="336105" y="1133188"/>
                  </a:lnTo>
                  <a:lnTo>
                    <a:pt x="336100" y="1133214"/>
                  </a:lnTo>
                  <a:lnTo>
                    <a:pt x="336095" y="1133232"/>
                  </a:lnTo>
                  <a:lnTo>
                    <a:pt x="336089" y="1133253"/>
                  </a:lnTo>
                  <a:lnTo>
                    <a:pt x="336084" y="1133265"/>
                  </a:lnTo>
                  <a:lnTo>
                    <a:pt x="336078" y="1133272"/>
                  </a:lnTo>
                  <a:lnTo>
                    <a:pt x="336069" y="1133278"/>
                  </a:lnTo>
                  <a:lnTo>
                    <a:pt x="336054" y="1133282"/>
                  </a:lnTo>
                  <a:lnTo>
                    <a:pt x="336019" y="1133288"/>
                  </a:lnTo>
                  <a:lnTo>
                    <a:pt x="336002" y="1133292"/>
                  </a:lnTo>
                  <a:lnTo>
                    <a:pt x="335985" y="1133298"/>
                  </a:lnTo>
                  <a:lnTo>
                    <a:pt x="335975" y="1133303"/>
                  </a:lnTo>
                  <a:lnTo>
                    <a:pt x="335963" y="1133312"/>
                  </a:lnTo>
                  <a:lnTo>
                    <a:pt x="335960" y="1133316"/>
                  </a:lnTo>
                  <a:lnTo>
                    <a:pt x="335954" y="1133320"/>
                  </a:lnTo>
                  <a:lnTo>
                    <a:pt x="335940" y="1133333"/>
                  </a:lnTo>
                  <a:lnTo>
                    <a:pt x="335923" y="1133345"/>
                  </a:lnTo>
                  <a:lnTo>
                    <a:pt x="335898" y="1133361"/>
                  </a:lnTo>
                  <a:lnTo>
                    <a:pt x="335882" y="1133367"/>
                  </a:lnTo>
                  <a:lnTo>
                    <a:pt x="335849" y="1133378"/>
                  </a:lnTo>
                  <a:lnTo>
                    <a:pt x="335805" y="1133388"/>
                  </a:lnTo>
                  <a:lnTo>
                    <a:pt x="335762" y="1133397"/>
                  </a:lnTo>
                  <a:lnTo>
                    <a:pt x="335717" y="1133408"/>
                  </a:lnTo>
                  <a:lnTo>
                    <a:pt x="335676" y="1133417"/>
                  </a:lnTo>
                  <a:lnTo>
                    <a:pt x="335636" y="1133431"/>
                  </a:lnTo>
                  <a:lnTo>
                    <a:pt x="335617" y="1133439"/>
                  </a:lnTo>
                  <a:lnTo>
                    <a:pt x="335604" y="1133446"/>
                  </a:lnTo>
                  <a:lnTo>
                    <a:pt x="335593" y="1133456"/>
                  </a:lnTo>
                  <a:lnTo>
                    <a:pt x="335577" y="1133469"/>
                  </a:lnTo>
                  <a:lnTo>
                    <a:pt x="335558" y="1133492"/>
                  </a:lnTo>
                  <a:lnTo>
                    <a:pt x="335538" y="1133518"/>
                  </a:lnTo>
                  <a:lnTo>
                    <a:pt x="335517" y="1133546"/>
                  </a:lnTo>
                  <a:lnTo>
                    <a:pt x="335500" y="1133566"/>
                  </a:lnTo>
                  <a:lnTo>
                    <a:pt x="335490" y="1133577"/>
                  </a:lnTo>
                  <a:lnTo>
                    <a:pt x="335473" y="1133589"/>
                  </a:lnTo>
                  <a:lnTo>
                    <a:pt x="335452" y="1133600"/>
                  </a:lnTo>
                  <a:lnTo>
                    <a:pt x="335421" y="1133613"/>
                  </a:lnTo>
                  <a:lnTo>
                    <a:pt x="335383" y="1133626"/>
                  </a:lnTo>
                  <a:lnTo>
                    <a:pt x="335345" y="1133640"/>
                  </a:lnTo>
                  <a:lnTo>
                    <a:pt x="335306" y="1133654"/>
                  </a:lnTo>
                  <a:lnTo>
                    <a:pt x="335269" y="1133665"/>
                  </a:lnTo>
                  <a:lnTo>
                    <a:pt x="335242" y="1133672"/>
                  </a:lnTo>
                  <a:lnTo>
                    <a:pt x="335227" y="1133678"/>
                  </a:lnTo>
                  <a:lnTo>
                    <a:pt x="335216" y="1133685"/>
                  </a:lnTo>
                  <a:lnTo>
                    <a:pt x="335208" y="1133692"/>
                  </a:lnTo>
                  <a:lnTo>
                    <a:pt x="335202" y="1133701"/>
                  </a:lnTo>
                  <a:lnTo>
                    <a:pt x="335195" y="1133716"/>
                  </a:lnTo>
                  <a:lnTo>
                    <a:pt x="335169" y="1133760"/>
                  </a:lnTo>
                  <a:lnTo>
                    <a:pt x="335138" y="1133814"/>
                  </a:lnTo>
                  <a:lnTo>
                    <a:pt x="335124" y="1133839"/>
                  </a:lnTo>
                  <a:lnTo>
                    <a:pt x="335096" y="1133880"/>
                  </a:lnTo>
                  <a:lnTo>
                    <a:pt x="335074" y="1133910"/>
                  </a:lnTo>
                  <a:lnTo>
                    <a:pt x="335046" y="1133948"/>
                  </a:lnTo>
                  <a:lnTo>
                    <a:pt x="335012" y="1133991"/>
                  </a:lnTo>
                  <a:lnTo>
                    <a:pt x="334991" y="1134018"/>
                  </a:lnTo>
                  <a:lnTo>
                    <a:pt x="334973" y="1134041"/>
                  </a:lnTo>
                  <a:lnTo>
                    <a:pt x="334950" y="1134075"/>
                  </a:lnTo>
                  <a:lnTo>
                    <a:pt x="334923" y="1134115"/>
                  </a:lnTo>
                  <a:lnTo>
                    <a:pt x="334896" y="1134155"/>
                  </a:lnTo>
                  <a:lnTo>
                    <a:pt x="334890" y="1134166"/>
                  </a:lnTo>
                  <a:lnTo>
                    <a:pt x="334886" y="1134170"/>
                  </a:lnTo>
                  <a:lnTo>
                    <a:pt x="334875" y="1134185"/>
                  </a:lnTo>
                  <a:lnTo>
                    <a:pt x="334862" y="1134203"/>
                  </a:lnTo>
                  <a:lnTo>
                    <a:pt x="334854" y="1134214"/>
                  </a:lnTo>
                  <a:lnTo>
                    <a:pt x="334848" y="1134220"/>
                  </a:lnTo>
                  <a:lnTo>
                    <a:pt x="334841" y="1134229"/>
                  </a:lnTo>
                  <a:lnTo>
                    <a:pt x="334812" y="1134259"/>
                  </a:lnTo>
                  <a:lnTo>
                    <a:pt x="334780" y="1134291"/>
                  </a:lnTo>
                  <a:lnTo>
                    <a:pt x="334739" y="1134325"/>
                  </a:lnTo>
                  <a:lnTo>
                    <a:pt x="334697" y="1134362"/>
                  </a:lnTo>
                  <a:lnTo>
                    <a:pt x="334670" y="1134386"/>
                  </a:lnTo>
                  <a:lnTo>
                    <a:pt x="334642" y="1134411"/>
                  </a:lnTo>
                  <a:lnTo>
                    <a:pt x="334613" y="1134442"/>
                  </a:lnTo>
                  <a:lnTo>
                    <a:pt x="334586" y="1134473"/>
                  </a:lnTo>
                  <a:lnTo>
                    <a:pt x="334560" y="1134500"/>
                  </a:lnTo>
                  <a:lnTo>
                    <a:pt x="334556" y="1134505"/>
                  </a:lnTo>
                  <a:lnTo>
                    <a:pt x="334537" y="1134531"/>
                  </a:lnTo>
                  <a:lnTo>
                    <a:pt x="334524" y="1134559"/>
                  </a:lnTo>
                  <a:lnTo>
                    <a:pt x="334517" y="1134571"/>
                  </a:lnTo>
                  <a:lnTo>
                    <a:pt x="334515" y="1134577"/>
                  </a:lnTo>
                  <a:lnTo>
                    <a:pt x="334506" y="1134611"/>
                  </a:lnTo>
                  <a:lnTo>
                    <a:pt x="334502" y="1134626"/>
                  </a:lnTo>
                  <a:lnTo>
                    <a:pt x="334502" y="1134645"/>
                  </a:lnTo>
                  <a:lnTo>
                    <a:pt x="334500" y="1134670"/>
                  </a:lnTo>
                  <a:lnTo>
                    <a:pt x="334499" y="1134678"/>
                  </a:lnTo>
                  <a:lnTo>
                    <a:pt x="334496" y="1134691"/>
                  </a:lnTo>
                  <a:lnTo>
                    <a:pt x="334494" y="1134720"/>
                  </a:lnTo>
                  <a:lnTo>
                    <a:pt x="334493" y="1134824"/>
                  </a:lnTo>
                  <a:lnTo>
                    <a:pt x="334491" y="1134849"/>
                  </a:lnTo>
                  <a:lnTo>
                    <a:pt x="334489" y="1134859"/>
                  </a:lnTo>
                  <a:lnTo>
                    <a:pt x="334485" y="1134871"/>
                  </a:lnTo>
                  <a:lnTo>
                    <a:pt x="334484" y="1134879"/>
                  </a:lnTo>
                  <a:lnTo>
                    <a:pt x="334484" y="1134889"/>
                  </a:lnTo>
                  <a:lnTo>
                    <a:pt x="334482" y="1134899"/>
                  </a:lnTo>
                  <a:lnTo>
                    <a:pt x="334475" y="1134901"/>
                  </a:lnTo>
                  <a:lnTo>
                    <a:pt x="334421" y="1134901"/>
                  </a:lnTo>
                  <a:lnTo>
                    <a:pt x="334380" y="1134901"/>
                  </a:lnTo>
                  <a:lnTo>
                    <a:pt x="334289" y="1134908"/>
                  </a:lnTo>
                  <a:lnTo>
                    <a:pt x="334199" y="1134916"/>
                  </a:lnTo>
                  <a:lnTo>
                    <a:pt x="334181" y="1134917"/>
                  </a:lnTo>
                  <a:lnTo>
                    <a:pt x="334132" y="1134914"/>
                  </a:lnTo>
                  <a:lnTo>
                    <a:pt x="334107" y="1134911"/>
                  </a:lnTo>
                  <a:lnTo>
                    <a:pt x="334085" y="1134906"/>
                  </a:lnTo>
                  <a:lnTo>
                    <a:pt x="334060" y="1134899"/>
                  </a:lnTo>
                  <a:lnTo>
                    <a:pt x="334045" y="1134896"/>
                  </a:lnTo>
                  <a:lnTo>
                    <a:pt x="334014" y="1134895"/>
                  </a:lnTo>
                  <a:lnTo>
                    <a:pt x="333991" y="1134897"/>
                  </a:lnTo>
                  <a:lnTo>
                    <a:pt x="333963" y="1134909"/>
                  </a:lnTo>
                  <a:lnTo>
                    <a:pt x="333928" y="1134928"/>
                  </a:lnTo>
                  <a:lnTo>
                    <a:pt x="333915" y="1134935"/>
                  </a:lnTo>
                  <a:lnTo>
                    <a:pt x="333880" y="1134947"/>
                  </a:lnTo>
                  <a:lnTo>
                    <a:pt x="333869" y="1134952"/>
                  </a:lnTo>
                  <a:lnTo>
                    <a:pt x="333854" y="1134959"/>
                  </a:lnTo>
                  <a:lnTo>
                    <a:pt x="333837" y="1134967"/>
                  </a:lnTo>
                  <a:lnTo>
                    <a:pt x="333825" y="1134972"/>
                  </a:lnTo>
                  <a:lnTo>
                    <a:pt x="333815" y="1134973"/>
                  </a:lnTo>
                  <a:lnTo>
                    <a:pt x="333809" y="1134972"/>
                  </a:lnTo>
                  <a:lnTo>
                    <a:pt x="333803" y="1134969"/>
                  </a:lnTo>
                  <a:lnTo>
                    <a:pt x="333798" y="1134963"/>
                  </a:lnTo>
                  <a:lnTo>
                    <a:pt x="333792" y="1134951"/>
                  </a:lnTo>
                  <a:lnTo>
                    <a:pt x="333786" y="1134942"/>
                  </a:lnTo>
                  <a:lnTo>
                    <a:pt x="333777" y="1134933"/>
                  </a:lnTo>
                  <a:lnTo>
                    <a:pt x="333767" y="1134923"/>
                  </a:lnTo>
                  <a:lnTo>
                    <a:pt x="333742" y="1134906"/>
                  </a:lnTo>
                  <a:lnTo>
                    <a:pt x="333704" y="1134879"/>
                  </a:lnTo>
                  <a:lnTo>
                    <a:pt x="333687" y="1134868"/>
                  </a:lnTo>
                  <a:lnTo>
                    <a:pt x="333662" y="1134852"/>
                  </a:lnTo>
                  <a:lnTo>
                    <a:pt x="333641" y="1134841"/>
                  </a:lnTo>
                  <a:lnTo>
                    <a:pt x="333618" y="1134830"/>
                  </a:lnTo>
                  <a:lnTo>
                    <a:pt x="333600" y="1134823"/>
                  </a:lnTo>
                  <a:lnTo>
                    <a:pt x="333589" y="1134816"/>
                  </a:lnTo>
                  <a:lnTo>
                    <a:pt x="333576" y="1134806"/>
                  </a:lnTo>
                  <a:lnTo>
                    <a:pt x="333552" y="1134783"/>
                  </a:lnTo>
                  <a:lnTo>
                    <a:pt x="333529" y="1134757"/>
                  </a:lnTo>
                  <a:lnTo>
                    <a:pt x="333511" y="1134740"/>
                  </a:lnTo>
                  <a:lnTo>
                    <a:pt x="333499" y="1134730"/>
                  </a:lnTo>
                  <a:lnTo>
                    <a:pt x="333484" y="1134719"/>
                  </a:lnTo>
                  <a:lnTo>
                    <a:pt x="333475" y="1134709"/>
                  </a:lnTo>
                  <a:lnTo>
                    <a:pt x="333467" y="1134697"/>
                  </a:lnTo>
                  <a:lnTo>
                    <a:pt x="333462" y="1134687"/>
                  </a:lnTo>
                  <a:lnTo>
                    <a:pt x="333458" y="1134664"/>
                  </a:lnTo>
                  <a:lnTo>
                    <a:pt x="333457" y="1134645"/>
                  </a:lnTo>
                  <a:lnTo>
                    <a:pt x="333458" y="1134612"/>
                  </a:lnTo>
                  <a:lnTo>
                    <a:pt x="333460" y="1134593"/>
                  </a:lnTo>
                  <a:lnTo>
                    <a:pt x="333466" y="1134571"/>
                  </a:lnTo>
                  <a:lnTo>
                    <a:pt x="333468" y="1134545"/>
                  </a:lnTo>
                  <a:lnTo>
                    <a:pt x="333468" y="1134506"/>
                  </a:lnTo>
                  <a:lnTo>
                    <a:pt x="333467" y="1134494"/>
                  </a:lnTo>
                  <a:lnTo>
                    <a:pt x="333461" y="1134482"/>
                  </a:lnTo>
                  <a:lnTo>
                    <a:pt x="333452" y="1134473"/>
                  </a:lnTo>
                  <a:lnTo>
                    <a:pt x="333438" y="1134460"/>
                  </a:lnTo>
                  <a:lnTo>
                    <a:pt x="333414" y="1134444"/>
                  </a:lnTo>
                  <a:lnTo>
                    <a:pt x="333393" y="1134428"/>
                  </a:lnTo>
                  <a:lnTo>
                    <a:pt x="333375" y="1134412"/>
                  </a:lnTo>
                  <a:lnTo>
                    <a:pt x="333367" y="1134397"/>
                  </a:lnTo>
                  <a:lnTo>
                    <a:pt x="333357" y="1134378"/>
                  </a:lnTo>
                  <a:lnTo>
                    <a:pt x="333351" y="1134369"/>
                  </a:lnTo>
                  <a:lnTo>
                    <a:pt x="333342" y="1134365"/>
                  </a:lnTo>
                  <a:lnTo>
                    <a:pt x="333330" y="1134363"/>
                  </a:lnTo>
                  <a:lnTo>
                    <a:pt x="333305" y="1134363"/>
                  </a:lnTo>
                  <a:lnTo>
                    <a:pt x="333285" y="1134364"/>
                  </a:lnTo>
                  <a:lnTo>
                    <a:pt x="333274" y="1134363"/>
                  </a:lnTo>
                  <a:lnTo>
                    <a:pt x="333259" y="1134362"/>
                  </a:lnTo>
                  <a:lnTo>
                    <a:pt x="333248" y="1134361"/>
                  </a:lnTo>
                  <a:lnTo>
                    <a:pt x="333240" y="1134362"/>
                  </a:lnTo>
                  <a:lnTo>
                    <a:pt x="333234" y="1134363"/>
                  </a:lnTo>
                  <a:lnTo>
                    <a:pt x="333224" y="1134366"/>
                  </a:lnTo>
                  <a:lnTo>
                    <a:pt x="333219" y="1134370"/>
                  </a:lnTo>
                  <a:lnTo>
                    <a:pt x="333212" y="1134376"/>
                  </a:lnTo>
                  <a:lnTo>
                    <a:pt x="333210" y="1134383"/>
                  </a:lnTo>
                  <a:lnTo>
                    <a:pt x="333211" y="1134391"/>
                  </a:lnTo>
                  <a:lnTo>
                    <a:pt x="333213" y="1134399"/>
                  </a:lnTo>
                  <a:lnTo>
                    <a:pt x="333221" y="1134408"/>
                  </a:lnTo>
                  <a:lnTo>
                    <a:pt x="333229" y="1134417"/>
                  </a:lnTo>
                  <a:lnTo>
                    <a:pt x="333233" y="1134427"/>
                  </a:lnTo>
                  <a:lnTo>
                    <a:pt x="333237" y="1134449"/>
                  </a:lnTo>
                  <a:lnTo>
                    <a:pt x="333240" y="1134465"/>
                  </a:lnTo>
                  <a:lnTo>
                    <a:pt x="333243" y="1134479"/>
                  </a:lnTo>
                  <a:lnTo>
                    <a:pt x="333254" y="1134502"/>
                  </a:lnTo>
                  <a:lnTo>
                    <a:pt x="333262" y="1134522"/>
                  </a:lnTo>
                  <a:lnTo>
                    <a:pt x="333263" y="1134534"/>
                  </a:lnTo>
                  <a:lnTo>
                    <a:pt x="333264" y="1134553"/>
                  </a:lnTo>
                  <a:lnTo>
                    <a:pt x="333262" y="1134563"/>
                  </a:lnTo>
                  <a:lnTo>
                    <a:pt x="333257" y="1134572"/>
                  </a:lnTo>
                  <a:lnTo>
                    <a:pt x="333249" y="1134588"/>
                  </a:lnTo>
                  <a:lnTo>
                    <a:pt x="333245" y="1134600"/>
                  </a:lnTo>
                  <a:lnTo>
                    <a:pt x="333236" y="1134608"/>
                  </a:lnTo>
                  <a:lnTo>
                    <a:pt x="333227" y="1134606"/>
                  </a:lnTo>
                  <a:lnTo>
                    <a:pt x="333212" y="1134601"/>
                  </a:lnTo>
                  <a:lnTo>
                    <a:pt x="333169" y="1134597"/>
                  </a:lnTo>
                  <a:lnTo>
                    <a:pt x="333137" y="1134602"/>
                  </a:lnTo>
                  <a:lnTo>
                    <a:pt x="333077" y="1134607"/>
                  </a:lnTo>
                  <a:lnTo>
                    <a:pt x="333008" y="1134610"/>
                  </a:lnTo>
                  <a:lnTo>
                    <a:pt x="332934" y="1134609"/>
                  </a:lnTo>
                  <a:lnTo>
                    <a:pt x="332882" y="1134609"/>
                  </a:lnTo>
                  <a:lnTo>
                    <a:pt x="332836" y="1134610"/>
                  </a:lnTo>
                  <a:lnTo>
                    <a:pt x="332799" y="1134615"/>
                  </a:lnTo>
                  <a:lnTo>
                    <a:pt x="332744" y="1134624"/>
                  </a:lnTo>
                  <a:lnTo>
                    <a:pt x="332733" y="1134629"/>
                  </a:lnTo>
                  <a:lnTo>
                    <a:pt x="332711" y="1134641"/>
                  </a:lnTo>
                  <a:lnTo>
                    <a:pt x="332674" y="1134665"/>
                  </a:lnTo>
                  <a:lnTo>
                    <a:pt x="332645" y="1134687"/>
                  </a:lnTo>
                  <a:lnTo>
                    <a:pt x="332604" y="1134724"/>
                  </a:lnTo>
                  <a:lnTo>
                    <a:pt x="332569" y="1134761"/>
                  </a:lnTo>
                  <a:lnTo>
                    <a:pt x="332545" y="1134781"/>
                  </a:lnTo>
                  <a:lnTo>
                    <a:pt x="332528" y="1134793"/>
                  </a:lnTo>
                  <a:lnTo>
                    <a:pt x="332524" y="1134794"/>
                  </a:lnTo>
                  <a:lnTo>
                    <a:pt x="332464" y="1134795"/>
                  </a:lnTo>
                  <a:lnTo>
                    <a:pt x="332403" y="1134794"/>
                  </a:lnTo>
                  <a:lnTo>
                    <a:pt x="332397" y="1134793"/>
                  </a:lnTo>
                  <a:lnTo>
                    <a:pt x="332374" y="1134798"/>
                  </a:lnTo>
                  <a:lnTo>
                    <a:pt x="332338" y="1134806"/>
                  </a:lnTo>
                  <a:lnTo>
                    <a:pt x="332308" y="1134809"/>
                  </a:lnTo>
                  <a:lnTo>
                    <a:pt x="332280" y="1134809"/>
                  </a:lnTo>
                  <a:lnTo>
                    <a:pt x="332252" y="1134805"/>
                  </a:lnTo>
                  <a:lnTo>
                    <a:pt x="332230" y="1134799"/>
                  </a:lnTo>
                  <a:lnTo>
                    <a:pt x="332210" y="1134793"/>
                  </a:lnTo>
                  <a:lnTo>
                    <a:pt x="332194" y="1134790"/>
                  </a:lnTo>
                  <a:lnTo>
                    <a:pt x="332172" y="1134789"/>
                  </a:lnTo>
                  <a:lnTo>
                    <a:pt x="332148" y="1134788"/>
                  </a:lnTo>
                  <a:lnTo>
                    <a:pt x="332116" y="1134790"/>
                  </a:lnTo>
                  <a:lnTo>
                    <a:pt x="332105" y="1134793"/>
                  </a:lnTo>
                  <a:lnTo>
                    <a:pt x="332083" y="1134796"/>
                  </a:lnTo>
                  <a:lnTo>
                    <a:pt x="332032" y="1134798"/>
                  </a:lnTo>
                  <a:lnTo>
                    <a:pt x="331929" y="1134799"/>
                  </a:lnTo>
                  <a:lnTo>
                    <a:pt x="331889" y="1134798"/>
                  </a:lnTo>
                  <a:lnTo>
                    <a:pt x="331863" y="1134799"/>
                  </a:lnTo>
                  <a:lnTo>
                    <a:pt x="331858" y="1134800"/>
                  </a:lnTo>
                  <a:lnTo>
                    <a:pt x="331846" y="1134805"/>
                  </a:lnTo>
                  <a:lnTo>
                    <a:pt x="331814" y="1134829"/>
                  </a:lnTo>
                  <a:lnTo>
                    <a:pt x="331790" y="1134845"/>
                  </a:lnTo>
                  <a:lnTo>
                    <a:pt x="331771" y="1134855"/>
                  </a:lnTo>
                  <a:lnTo>
                    <a:pt x="331757" y="1134859"/>
                  </a:lnTo>
                  <a:lnTo>
                    <a:pt x="331739" y="1134861"/>
                  </a:lnTo>
                  <a:lnTo>
                    <a:pt x="331705" y="1134862"/>
                  </a:lnTo>
                  <a:lnTo>
                    <a:pt x="331682" y="1134864"/>
                  </a:lnTo>
                  <a:lnTo>
                    <a:pt x="331673" y="1134867"/>
                  </a:lnTo>
                  <a:lnTo>
                    <a:pt x="331656" y="1134874"/>
                  </a:lnTo>
                  <a:lnTo>
                    <a:pt x="331635" y="1134885"/>
                  </a:lnTo>
                  <a:lnTo>
                    <a:pt x="331618" y="1134895"/>
                  </a:lnTo>
                  <a:lnTo>
                    <a:pt x="331590" y="1134914"/>
                  </a:lnTo>
                  <a:lnTo>
                    <a:pt x="331572" y="1134928"/>
                  </a:lnTo>
                  <a:lnTo>
                    <a:pt x="331555" y="1134939"/>
                  </a:lnTo>
                  <a:lnTo>
                    <a:pt x="331539" y="1134948"/>
                  </a:lnTo>
                  <a:lnTo>
                    <a:pt x="331523" y="1134954"/>
                  </a:lnTo>
                  <a:lnTo>
                    <a:pt x="331503" y="1134958"/>
                  </a:lnTo>
                  <a:lnTo>
                    <a:pt x="331484" y="1134961"/>
                  </a:lnTo>
                  <a:lnTo>
                    <a:pt x="331441" y="1134956"/>
                  </a:lnTo>
                  <a:lnTo>
                    <a:pt x="331424" y="1134954"/>
                  </a:lnTo>
                  <a:lnTo>
                    <a:pt x="331400" y="1134952"/>
                  </a:lnTo>
                  <a:lnTo>
                    <a:pt x="331380" y="1134953"/>
                  </a:lnTo>
                  <a:lnTo>
                    <a:pt x="331358" y="1134956"/>
                  </a:lnTo>
                  <a:lnTo>
                    <a:pt x="331325" y="1134964"/>
                  </a:lnTo>
                  <a:lnTo>
                    <a:pt x="331309" y="1134967"/>
                  </a:lnTo>
                  <a:lnTo>
                    <a:pt x="331286" y="1134969"/>
                  </a:lnTo>
                  <a:lnTo>
                    <a:pt x="331271" y="1134969"/>
                  </a:lnTo>
                  <a:lnTo>
                    <a:pt x="331265" y="1134970"/>
                  </a:lnTo>
                  <a:lnTo>
                    <a:pt x="331259" y="1134972"/>
                  </a:lnTo>
                  <a:lnTo>
                    <a:pt x="331256" y="1134980"/>
                  </a:lnTo>
                  <a:lnTo>
                    <a:pt x="331252" y="1134991"/>
                  </a:lnTo>
                  <a:lnTo>
                    <a:pt x="331245" y="1135023"/>
                  </a:lnTo>
                  <a:lnTo>
                    <a:pt x="331239" y="1135053"/>
                  </a:lnTo>
                  <a:lnTo>
                    <a:pt x="331232" y="1135117"/>
                  </a:lnTo>
                  <a:lnTo>
                    <a:pt x="331224" y="1135175"/>
                  </a:lnTo>
                  <a:lnTo>
                    <a:pt x="331221" y="1135214"/>
                  </a:lnTo>
                  <a:lnTo>
                    <a:pt x="331221" y="1135246"/>
                  </a:lnTo>
                  <a:lnTo>
                    <a:pt x="331225" y="1135260"/>
                  </a:lnTo>
                  <a:lnTo>
                    <a:pt x="331234" y="1135283"/>
                  </a:lnTo>
                  <a:lnTo>
                    <a:pt x="331240" y="1135297"/>
                  </a:lnTo>
                  <a:lnTo>
                    <a:pt x="331251" y="1135312"/>
                  </a:lnTo>
                  <a:lnTo>
                    <a:pt x="331265" y="1135327"/>
                  </a:lnTo>
                  <a:lnTo>
                    <a:pt x="331289" y="1135349"/>
                  </a:lnTo>
                  <a:lnTo>
                    <a:pt x="331304" y="1135360"/>
                  </a:lnTo>
                  <a:lnTo>
                    <a:pt x="331323" y="1135373"/>
                  </a:lnTo>
                  <a:lnTo>
                    <a:pt x="331343" y="1135389"/>
                  </a:lnTo>
                  <a:lnTo>
                    <a:pt x="331353" y="1135400"/>
                  </a:lnTo>
                  <a:lnTo>
                    <a:pt x="331365" y="1135415"/>
                  </a:lnTo>
                  <a:lnTo>
                    <a:pt x="331387" y="1135447"/>
                  </a:lnTo>
                  <a:lnTo>
                    <a:pt x="331433" y="1135528"/>
                  </a:lnTo>
                  <a:lnTo>
                    <a:pt x="331460" y="1135569"/>
                  </a:lnTo>
                  <a:lnTo>
                    <a:pt x="331492" y="1135614"/>
                  </a:lnTo>
                  <a:lnTo>
                    <a:pt x="331516" y="1135646"/>
                  </a:lnTo>
                  <a:lnTo>
                    <a:pt x="331535" y="1135667"/>
                  </a:lnTo>
                  <a:lnTo>
                    <a:pt x="331549" y="1135683"/>
                  </a:lnTo>
                  <a:lnTo>
                    <a:pt x="331570" y="1135700"/>
                  </a:lnTo>
                  <a:lnTo>
                    <a:pt x="331609" y="1135725"/>
                  </a:lnTo>
                  <a:lnTo>
                    <a:pt x="331638" y="1135742"/>
                  </a:lnTo>
                  <a:lnTo>
                    <a:pt x="331670" y="1135758"/>
                  </a:lnTo>
                  <a:lnTo>
                    <a:pt x="331702" y="1135774"/>
                  </a:lnTo>
                  <a:lnTo>
                    <a:pt x="331719" y="1135779"/>
                  </a:lnTo>
                  <a:lnTo>
                    <a:pt x="331755" y="1135790"/>
                  </a:lnTo>
                  <a:lnTo>
                    <a:pt x="331794" y="1135800"/>
                  </a:lnTo>
                  <a:lnTo>
                    <a:pt x="331833" y="1135811"/>
                  </a:lnTo>
                  <a:lnTo>
                    <a:pt x="331857" y="1135820"/>
                  </a:lnTo>
                  <a:lnTo>
                    <a:pt x="331871" y="1135839"/>
                  </a:lnTo>
                  <a:lnTo>
                    <a:pt x="331888" y="1135868"/>
                  </a:lnTo>
                  <a:lnTo>
                    <a:pt x="331920" y="1135943"/>
                  </a:lnTo>
                  <a:lnTo>
                    <a:pt x="331940" y="1135989"/>
                  </a:lnTo>
                  <a:lnTo>
                    <a:pt x="331951" y="1136021"/>
                  </a:lnTo>
                  <a:lnTo>
                    <a:pt x="331958" y="1136036"/>
                  </a:lnTo>
                  <a:lnTo>
                    <a:pt x="331971" y="1136053"/>
                  </a:lnTo>
                  <a:lnTo>
                    <a:pt x="331990" y="1136071"/>
                  </a:lnTo>
                  <a:lnTo>
                    <a:pt x="332017" y="1136089"/>
                  </a:lnTo>
                  <a:lnTo>
                    <a:pt x="332049" y="1136108"/>
                  </a:lnTo>
                  <a:lnTo>
                    <a:pt x="332070" y="1136119"/>
                  </a:lnTo>
                  <a:lnTo>
                    <a:pt x="332085" y="1136134"/>
                  </a:lnTo>
                  <a:lnTo>
                    <a:pt x="332100" y="1136154"/>
                  </a:lnTo>
                  <a:lnTo>
                    <a:pt x="332111" y="1136173"/>
                  </a:lnTo>
                  <a:lnTo>
                    <a:pt x="332123" y="1136198"/>
                  </a:lnTo>
                  <a:lnTo>
                    <a:pt x="332132" y="1136213"/>
                  </a:lnTo>
                  <a:lnTo>
                    <a:pt x="332144" y="1136233"/>
                  </a:lnTo>
                  <a:lnTo>
                    <a:pt x="332157" y="1136246"/>
                  </a:lnTo>
                  <a:lnTo>
                    <a:pt x="332172" y="1136258"/>
                  </a:lnTo>
                  <a:lnTo>
                    <a:pt x="332190" y="1136267"/>
                  </a:lnTo>
                  <a:lnTo>
                    <a:pt x="332202" y="1136270"/>
                  </a:lnTo>
                  <a:lnTo>
                    <a:pt x="332217" y="1136272"/>
                  </a:lnTo>
                  <a:lnTo>
                    <a:pt x="332250" y="1136272"/>
                  </a:lnTo>
                  <a:lnTo>
                    <a:pt x="332261" y="1136273"/>
                  </a:lnTo>
                  <a:lnTo>
                    <a:pt x="332270" y="1136277"/>
                  </a:lnTo>
                  <a:lnTo>
                    <a:pt x="332287" y="1136289"/>
                  </a:lnTo>
                  <a:lnTo>
                    <a:pt x="332312" y="1136314"/>
                  </a:lnTo>
                  <a:lnTo>
                    <a:pt x="332332" y="1136341"/>
                  </a:lnTo>
                  <a:lnTo>
                    <a:pt x="332352" y="1136375"/>
                  </a:lnTo>
                  <a:lnTo>
                    <a:pt x="332356" y="1136383"/>
                  </a:lnTo>
                  <a:lnTo>
                    <a:pt x="332358" y="1136408"/>
                  </a:lnTo>
                  <a:lnTo>
                    <a:pt x="332358" y="1136435"/>
                  </a:lnTo>
                  <a:lnTo>
                    <a:pt x="332359" y="1136469"/>
                  </a:lnTo>
                  <a:lnTo>
                    <a:pt x="332362" y="1136495"/>
                  </a:lnTo>
                  <a:lnTo>
                    <a:pt x="332368" y="1136528"/>
                  </a:lnTo>
                  <a:lnTo>
                    <a:pt x="332381" y="1136570"/>
                  </a:lnTo>
                  <a:lnTo>
                    <a:pt x="332393" y="1136592"/>
                  </a:lnTo>
                  <a:lnTo>
                    <a:pt x="332410" y="1136622"/>
                  </a:lnTo>
                  <a:lnTo>
                    <a:pt x="332430" y="1136659"/>
                  </a:lnTo>
                  <a:lnTo>
                    <a:pt x="332449" y="1136690"/>
                  </a:lnTo>
                  <a:lnTo>
                    <a:pt x="332463" y="1136711"/>
                  </a:lnTo>
                  <a:lnTo>
                    <a:pt x="332487" y="1136741"/>
                  </a:lnTo>
                  <a:lnTo>
                    <a:pt x="332515" y="1136772"/>
                  </a:lnTo>
                  <a:lnTo>
                    <a:pt x="332542" y="1136795"/>
                  </a:lnTo>
                  <a:lnTo>
                    <a:pt x="332561" y="1136808"/>
                  </a:lnTo>
                  <a:lnTo>
                    <a:pt x="332580" y="1136817"/>
                  </a:lnTo>
                  <a:lnTo>
                    <a:pt x="332610" y="1136826"/>
                  </a:lnTo>
                  <a:lnTo>
                    <a:pt x="332632" y="1136831"/>
                  </a:lnTo>
                  <a:lnTo>
                    <a:pt x="332653" y="1136836"/>
                  </a:lnTo>
                  <a:lnTo>
                    <a:pt x="332661" y="1136837"/>
                  </a:lnTo>
                  <a:lnTo>
                    <a:pt x="332667" y="1136842"/>
                  </a:lnTo>
                  <a:lnTo>
                    <a:pt x="332662" y="1136863"/>
                  </a:lnTo>
                  <a:lnTo>
                    <a:pt x="332653" y="1136885"/>
                  </a:lnTo>
                  <a:lnTo>
                    <a:pt x="332644" y="1136897"/>
                  </a:lnTo>
                  <a:lnTo>
                    <a:pt x="332620" y="1136920"/>
                  </a:lnTo>
                  <a:lnTo>
                    <a:pt x="332609" y="1136938"/>
                  </a:lnTo>
                  <a:lnTo>
                    <a:pt x="332594" y="1136961"/>
                  </a:lnTo>
                  <a:lnTo>
                    <a:pt x="332593" y="1136969"/>
                  </a:lnTo>
                  <a:lnTo>
                    <a:pt x="332592" y="1136983"/>
                  </a:lnTo>
                  <a:lnTo>
                    <a:pt x="332602" y="1137037"/>
                  </a:lnTo>
                  <a:lnTo>
                    <a:pt x="332605" y="1137069"/>
                  </a:lnTo>
                  <a:lnTo>
                    <a:pt x="332603" y="1137086"/>
                  </a:lnTo>
                  <a:lnTo>
                    <a:pt x="332596" y="1137101"/>
                  </a:lnTo>
                  <a:lnTo>
                    <a:pt x="332584" y="1137120"/>
                  </a:lnTo>
                  <a:lnTo>
                    <a:pt x="332569" y="1137134"/>
                  </a:lnTo>
                  <a:lnTo>
                    <a:pt x="332555" y="1137143"/>
                  </a:lnTo>
                  <a:lnTo>
                    <a:pt x="332540" y="1137153"/>
                  </a:lnTo>
                  <a:lnTo>
                    <a:pt x="332529" y="1137160"/>
                  </a:lnTo>
                  <a:lnTo>
                    <a:pt x="332513" y="1137167"/>
                  </a:lnTo>
                  <a:lnTo>
                    <a:pt x="332501" y="1137172"/>
                  </a:lnTo>
                  <a:lnTo>
                    <a:pt x="332490" y="1137179"/>
                  </a:lnTo>
                  <a:lnTo>
                    <a:pt x="332478" y="1137189"/>
                  </a:lnTo>
                  <a:lnTo>
                    <a:pt x="332470" y="1137201"/>
                  </a:lnTo>
                  <a:lnTo>
                    <a:pt x="332461" y="1137208"/>
                  </a:lnTo>
                  <a:lnTo>
                    <a:pt x="332448" y="1137214"/>
                  </a:lnTo>
                  <a:lnTo>
                    <a:pt x="332436" y="1137215"/>
                  </a:lnTo>
                  <a:lnTo>
                    <a:pt x="332430" y="1137217"/>
                  </a:lnTo>
                  <a:lnTo>
                    <a:pt x="332436" y="1137233"/>
                  </a:lnTo>
                  <a:lnTo>
                    <a:pt x="332447" y="1137259"/>
                  </a:lnTo>
                  <a:lnTo>
                    <a:pt x="332457" y="1137287"/>
                  </a:lnTo>
                  <a:lnTo>
                    <a:pt x="332470" y="1137317"/>
                  </a:lnTo>
                  <a:lnTo>
                    <a:pt x="332486" y="1137344"/>
                  </a:lnTo>
                  <a:lnTo>
                    <a:pt x="332506" y="1137375"/>
                  </a:lnTo>
                  <a:lnTo>
                    <a:pt x="332558" y="1137453"/>
                  </a:lnTo>
                  <a:lnTo>
                    <a:pt x="332587" y="1137508"/>
                  </a:lnTo>
                  <a:lnTo>
                    <a:pt x="332609" y="1137559"/>
                  </a:lnTo>
                  <a:lnTo>
                    <a:pt x="332621" y="1137594"/>
                  </a:lnTo>
                  <a:lnTo>
                    <a:pt x="332621" y="1137646"/>
                  </a:lnTo>
                  <a:lnTo>
                    <a:pt x="332621" y="1137706"/>
                  </a:lnTo>
                  <a:lnTo>
                    <a:pt x="332616" y="1137732"/>
                  </a:lnTo>
                  <a:lnTo>
                    <a:pt x="332608" y="1137768"/>
                  </a:lnTo>
                  <a:lnTo>
                    <a:pt x="332601" y="1137793"/>
                  </a:lnTo>
                  <a:lnTo>
                    <a:pt x="332580" y="1137874"/>
                  </a:lnTo>
                  <a:lnTo>
                    <a:pt x="332567" y="1137919"/>
                  </a:lnTo>
                  <a:lnTo>
                    <a:pt x="332558" y="1137965"/>
                  </a:lnTo>
                  <a:lnTo>
                    <a:pt x="332557" y="1137997"/>
                  </a:lnTo>
                  <a:lnTo>
                    <a:pt x="332560" y="1138021"/>
                  </a:lnTo>
                  <a:lnTo>
                    <a:pt x="332561" y="1138040"/>
                  </a:lnTo>
                  <a:lnTo>
                    <a:pt x="332569" y="1138082"/>
                  </a:lnTo>
                  <a:lnTo>
                    <a:pt x="332577" y="1138124"/>
                  </a:lnTo>
                  <a:lnTo>
                    <a:pt x="332578" y="1138133"/>
                  </a:lnTo>
                  <a:lnTo>
                    <a:pt x="332578" y="1138157"/>
                  </a:lnTo>
                  <a:lnTo>
                    <a:pt x="332582" y="1138170"/>
                  </a:lnTo>
                  <a:lnTo>
                    <a:pt x="332603" y="1138213"/>
                  </a:lnTo>
                  <a:lnTo>
                    <a:pt x="332610" y="1138240"/>
                  </a:lnTo>
                  <a:lnTo>
                    <a:pt x="332611" y="1138268"/>
                  </a:lnTo>
                  <a:lnTo>
                    <a:pt x="332611" y="1138277"/>
                  </a:lnTo>
                  <a:lnTo>
                    <a:pt x="332606" y="1138306"/>
                  </a:lnTo>
                  <a:lnTo>
                    <a:pt x="332599" y="1138319"/>
                  </a:lnTo>
                  <a:lnTo>
                    <a:pt x="332594" y="1138327"/>
                  </a:lnTo>
                  <a:lnTo>
                    <a:pt x="332571" y="1138368"/>
                  </a:lnTo>
                  <a:lnTo>
                    <a:pt x="332542" y="1138416"/>
                  </a:lnTo>
                  <a:lnTo>
                    <a:pt x="332511" y="1138468"/>
                  </a:lnTo>
                  <a:lnTo>
                    <a:pt x="332492" y="1138495"/>
                  </a:lnTo>
                  <a:lnTo>
                    <a:pt x="332483" y="1138507"/>
                  </a:lnTo>
                  <a:lnTo>
                    <a:pt x="332482" y="1138513"/>
                  </a:lnTo>
                  <a:lnTo>
                    <a:pt x="332501" y="1138533"/>
                  </a:lnTo>
                  <a:lnTo>
                    <a:pt x="332515" y="1138555"/>
                  </a:lnTo>
                  <a:lnTo>
                    <a:pt x="332542" y="1138602"/>
                  </a:lnTo>
                  <a:lnTo>
                    <a:pt x="332567" y="1138638"/>
                  </a:lnTo>
                  <a:lnTo>
                    <a:pt x="332592" y="1138666"/>
                  </a:lnTo>
                  <a:lnTo>
                    <a:pt x="332611" y="1138680"/>
                  </a:lnTo>
                  <a:lnTo>
                    <a:pt x="332628" y="1138690"/>
                  </a:lnTo>
                  <a:lnTo>
                    <a:pt x="332634" y="1138695"/>
                  </a:lnTo>
                  <a:lnTo>
                    <a:pt x="332637" y="1138702"/>
                  </a:lnTo>
                  <a:lnTo>
                    <a:pt x="332636" y="1138709"/>
                  </a:lnTo>
                  <a:lnTo>
                    <a:pt x="332633" y="1138717"/>
                  </a:lnTo>
                  <a:lnTo>
                    <a:pt x="332625" y="1138729"/>
                  </a:lnTo>
                  <a:lnTo>
                    <a:pt x="332615" y="1138738"/>
                  </a:lnTo>
                  <a:lnTo>
                    <a:pt x="332589" y="1138761"/>
                  </a:lnTo>
                  <a:lnTo>
                    <a:pt x="332571" y="1138777"/>
                  </a:lnTo>
                  <a:lnTo>
                    <a:pt x="332568" y="1138782"/>
                  </a:lnTo>
                  <a:lnTo>
                    <a:pt x="332570" y="1138808"/>
                  </a:lnTo>
                  <a:lnTo>
                    <a:pt x="332570" y="1138849"/>
                  </a:lnTo>
                  <a:lnTo>
                    <a:pt x="332564" y="1138889"/>
                  </a:lnTo>
                  <a:lnTo>
                    <a:pt x="332557" y="1138926"/>
                  </a:lnTo>
                  <a:lnTo>
                    <a:pt x="332550" y="1138939"/>
                  </a:lnTo>
                  <a:lnTo>
                    <a:pt x="332541" y="1138952"/>
                  </a:lnTo>
                  <a:lnTo>
                    <a:pt x="332514" y="1138977"/>
                  </a:lnTo>
                  <a:lnTo>
                    <a:pt x="332485" y="1138996"/>
                  </a:lnTo>
                  <a:lnTo>
                    <a:pt x="332458" y="1139011"/>
                  </a:lnTo>
                  <a:lnTo>
                    <a:pt x="332428" y="1139025"/>
                  </a:lnTo>
                  <a:lnTo>
                    <a:pt x="332399" y="1139036"/>
                  </a:lnTo>
                  <a:lnTo>
                    <a:pt x="332380" y="1139042"/>
                  </a:lnTo>
                  <a:lnTo>
                    <a:pt x="332368" y="1139052"/>
                  </a:lnTo>
                  <a:lnTo>
                    <a:pt x="332338" y="1139071"/>
                  </a:lnTo>
                  <a:lnTo>
                    <a:pt x="332311" y="1139085"/>
                  </a:lnTo>
                  <a:lnTo>
                    <a:pt x="332289" y="1139096"/>
                  </a:lnTo>
                  <a:lnTo>
                    <a:pt x="332266" y="1139107"/>
                  </a:lnTo>
                  <a:lnTo>
                    <a:pt x="332248" y="1139122"/>
                  </a:lnTo>
                  <a:lnTo>
                    <a:pt x="332230" y="1139147"/>
                  </a:lnTo>
                  <a:lnTo>
                    <a:pt x="332197" y="1139192"/>
                  </a:lnTo>
                  <a:lnTo>
                    <a:pt x="332182" y="1139217"/>
                  </a:lnTo>
                  <a:lnTo>
                    <a:pt x="332175" y="1139238"/>
                  </a:lnTo>
                  <a:lnTo>
                    <a:pt x="332169" y="1139270"/>
                  </a:lnTo>
                  <a:lnTo>
                    <a:pt x="332162" y="1139300"/>
                  </a:lnTo>
                  <a:lnTo>
                    <a:pt x="332153" y="1139329"/>
                  </a:lnTo>
                  <a:lnTo>
                    <a:pt x="332138" y="1139361"/>
                  </a:lnTo>
                  <a:lnTo>
                    <a:pt x="332107" y="1139409"/>
                  </a:lnTo>
                  <a:lnTo>
                    <a:pt x="332090" y="1139429"/>
                  </a:lnTo>
                  <a:lnTo>
                    <a:pt x="332083" y="1139434"/>
                  </a:lnTo>
                  <a:lnTo>
                    <a:pt x="332071" y="1139441"/>
                  </a:lnTo>
                  <a:lnTo>
                    <a:pt x="332049" y="1139449"/>
                  </a:lnTo>
                  <a:lnTo>
                    <a:pt x="332033" y="1139453"/>
                  </a:lnTo>
                  <a:lnTo>
                    <a:pt x="332019" y="1139454"/>
                  </a:lnTo>
                  <a:lnTo>
                    <a:pt x="332013" y="1139457"/>
                  </a:lnTo>
                  <a:lnTo>
                    <a:pt x="332015" y="1139476"/>
                  </a:lnTo>
                  <a:lnTo>
                    <a:pt x="332013" y="1139518"/>
                  </a:lnTo>
                  <a:lnTo>
                    <a:pt x="332007" y="1139560"/>
                  </a:lnTo>
                  <a:lnTo>
                    <a:pt x="332002" y="1139578"/>
                  </a:lnTo>
                  <a:lnTo>
                    <a:pt x="331992" y="1139603"/>
                  </a:lnTo>
                  <a:lnTo>
                    <a:pt x="331987" y="1139621"/>
                  </a:lnTo>
                  <a:lnTo>
                    <a:pt x="331986" y="1139655"/>
                  </a:lnTo>
                  <a:lnTo>
                    <a:pt x="331983" y="1139674"/>
                  </a:lnTo>
                  <a:lnTo>
                    <a:pt x="331979" y="1139683"/>
                  </a:lnTo>
                  <a:lnTo>
                    <a:pt x="331967" y="1139700"/>
                  </a:lnTo>
                  <a:lnTo>
                    <a:pt x="331944" y="1139730"/>
                  </a:lnTo>
                  <a:lnTo>
                    <a:pt x="331908" y="1139788"/>
                  </a:lnTo>
                  <a:lnTo>
                    <a:pt x="331885" y="1139832"/>
                  </a:lnTo>
                  <a:lnTo>
                    <a:pt x="331878" y="1139849"/>
                  </a:lnTo>
                  <a:lnTo>
                    <a:pt x="331877" y="1139860"/>
                  </a:lnTo>
                  <a:lnTo>
                    <a:pt x="331880" y="1139875"/>
                  </a:lnTo>
                  <a:lnTo>
                    <a:pt x="331891" y="1139915"/>
                  </a:lnTo>
                  <a:lnTo>
                    <a:pt x="331900" y="1139981"/>
                  </a:lnTo>
                  <a:lnTo>
                    <a:pt x="331903" y="1140077"/>
                  </a:lnTo>
                  <a:lnTo>
                    <a:pt x="331902" y="1140143"/>
                  </a:lnTo>
                  <a:lnTo>
                    <a:pt x="331883" y="1140150"/>
                  </a:lnTo>
                  <a:lnTo>
                    <a:pt x="331843" y="1140158"/>
                  </a:lnTo>
                  <a:lnTo>
                    <a:pt x="331808" y="1140163"/>
                  </a:lnTo>
                  <a:lnTo>
                    <a:pt x="331778" y="1140167"/>
                  </a:lnTo>
                  <a:lnTo>
                    <a:pt x="331754" y="1140171"/>
                  </a:lnTo>
                  <a:lnTo>
                    <a:pt x="331742" y="1140174"/>
                  </a:lnTo>
                  <a:lnTo>
                    <a:pt x="331696" y="1140195"/>
                  </a:lnTo>
                  <a:lnTo>
                    <a:pt x="331662" y="1140208"/>
                  </a:lnTo>
                  <a:lnTo>
                    <a:pt x="331638" y="1140217"/>
                  </a:lnTo>
                  <a:lnTo>
                    <a:pt x="331588" y="1140225"/>
                  </a:lnTo>
                  <a:lnTo>
                    <a:pt x="331576" y="1140229"/>
                  </a:lnTo>
                  <a:lnTo>
                    <a:pt x="331571" y="1140234"/>
                  </a:lnTo>
                  <a:lnTo>
                    <a:pt x="331570" y="1140266"/>
                  </a:lnTo>
                  <a:lnTo>
                    <a:pt x="331562" y="1140305"/>
                  </a:lnTo>
                  <a:lnTo>
                    <a:pt x="331557" y="1140318"/>
                  </a:lnTo>
                  <a:lnTo>
                    <a:pt x="331544" y="1140338"/>
                  </a:lnTo>
                  <a:lnTo>
                    <a:pt x="331524" y="1140354"/>
                  </a:lnTo>
                  <a:lnTo>
                    <a:pt x="331497" y="1140372"/>
                  </a:lnTo>
                  <a:lnTo>
                    <a:pt x="331467" y="1140388"/>
                  </a:lnTo>
                  <a:lnTo>
                    <a:pt x="331440" y="1140399"/>
                  </a:lnTo>
                  <a:lnTo>
                    <a:pt x="331428" y="1140401"/>
                  </a:lnTo>
                  <a:lnTo>
                    <a:pt x="331396" y="1140408"/>
                  </a:lnTo>
                  <a:lnTo>
                    <a:pt x="331345" y="1140418"/>
                  </a:lnTo>
                  <a:lnTo>
                    <a:pt x="331287" y="1140429"/>
                  </a:lnTo>
                  <a:lnTo>
                    <a:pt x="331257" y="1140436"/>
                  </a:lnTo>
                  <a:lnTo>
                    <a:pt x="331247" y="1140438"/>
                  </a:lnTo>
                  <a:lnTo>
                    <a:pt x="331181" y="1140445"/>
                  </a:lnTo>
                  <a:lnTo>
                    <a:pt x="331110" y="1140445"/>
                  </a:lnTo>
                  <a:lnTo>
                    <a:pt x="331056" y="1140447"/>
                  </a:lnTo>
                  <a:lnTo>
                    <a:pt x="331017" y="1140448"/>
                  </a:lnTo>
                  <a:lnTo>
                    <a:pt x="330993" y="1140453"/>
                  </a:lnTo>
                  <a:lnTo>
                    <a:pt x="330977" y="1140460"/>
                  </a:lnTo>
                  <a:lnTo>
                    <a:pt x="330971" y="1140462"/>
                  </a:lnTo>
                  <a:lnTo>
                    <a:pt x="330948" y="1140476"/>
                  </a:lnTo>
                  <a:lnTo>
                    <a:pt x="330939" y="1140484"/>
                  </a:lnTo>
                  <a:lnTo>
                    <a:pt x="330932" y="1140490"/>
                  </a:lnTo>
                  <a:lnTo>
                    <a:pt x="330922" y="1140500"/>
                  </a:lnTo>
                  <a:lnTo>
                    <a:pt x="330916" y="1140507"/>
                  </a:lnTo>
                  <a:lnTo>
                    <a:pt x="330901" y="1140522"/>
                  </a:lnTo>
                  <a:lnTo>
                    <a:pt x="330880" y="1140538"/>
                  </a:lnTo>
                  <a:lnTo>
                    <a:pt x="330855" y="1140552"/>
                  </a:lnTo>
                  <a:lnTo>
                    <a:pt x="330812" y="1140567"/>
                  </a:lnTo>
                  <a:lnTo>
                    <a:pt x="330790" y="1140574"/>
                  </a:lnTo>
                  <a:lnTo>
                    <a:pt x="330780" y="1140581"/>
                  </a:lnTo>
                  <a:lnTo>
                    <a:pt x="330757" y="1140600"/>
                  </a:lnTo>
                  <a:lnTo>
                    <a:pt x="330735" y="1140617"/>
                  </a:lnTo>
                  <a:lnTo>
                    <a:pt x="330700" y="1140645"/>
                  </a:lnTo>
                  <a:lnTo>
                    <a:pt x="330673" y="1140669"/>
                  </a:lnTo>
                  <a:lnTo>
                    <a:pt x="330649" y="1140687"/>
                  </a:lnTo>
                  <a:lnTo>
                    <a:pt x="330638" y="1140695"/>
                  </a:lnTo>
                  <a:lnTo>
                    <a:pt x="330615" y="1140705"/>
                  </a:lnTo>
                  <a:lnTo>
                    <a:pt x="330577" y="1140719"/>
                  </a:lnTo>
                  <a:lnTo>
                    <a:pt x="330534" y="1140736"/>
                  </a:lnTo>
                  <a:lnTo>
                    <a:pt x="330521" y="1140743"/>
                  </a:lnTo>
                  <a:lnTo>
                    <a:pt x="330498" y="1140758"/>
                  </a:lnTo>
                  <a:lnTo>
                    <a:pt x="330467" y="1140780"/>
                  </a:lnTo>
                  <a:lnTo>
                    <a:pt x="330437" y="1140797"/>
                  </a:lnTo>
                  <a:lnTo>
                    <a:pt x="330424" y="1140808"/>
                  </a:lnTo>
                  <a:lnTo>
                    <a:pt x="330443" y="1140819"/>
                  </a:lnTo>
                  <a:lnTo>
                    <a:pt x="330478" y="1140836"/>
                  </a:lnTo>
                  <a:lnTo>
                    <a:pt x="330519" y="1140855"/>
                  </a:lnTo>
                  <a:lnTo>
                    <a:pt x="330556" y="1140875"/>
                  </a:lnTo>
                  <a:lnTo>
                    <a:pt x="330599" y="1140898"/>
                  </a:lnTo>
                  <a:lnTo>
                    <a:pt x="330626" y="1140914"/>
                  </a:lnTo>
                  <a:lnTo>
                    <a:pt x="330645" y="1140926"/>
                  </a:lnTo>
                  <a:lnTo>
                    <a:pt x="330655" y="1140929"/>
                  </a:lnTo>
                  <a:lnTo>
                    <a:pt x="330669" y="1140932"/>
                  </a:lnTo>
                  <a:lnTo>
                    <a:pt x="330693" y="1140936"/>
                  </a:lnTo>
                  <a:lnTo>
                    <a:pt x="330717" y="1140942"/>
                  </a:lnTo>
                  <a:lnTo>
                    <a:pt x="330738" y="1140951"/>
                  </a:lnTo>
                  <a:lnTo>
                    <a:pt x="330755" y="1140959"/>
                  </a:lnTo>
                  <a:lnTo>
                    <a:pt x="330769" y="1140967"/>
                  </a:lnTo>
                  <a:lnTo>
                    <a:pt x="330783" y="1140976"/>
                  </a:lnTo>
                  <a:lnTo>
                    <a:pt x="330801" y="1140986"/>
                  </a:lnTo>
                  <a:lnTo>
                    <a:pt x="330822" y="1140994"/>
                  </a:lnTo>
                  <a:lnTo>
                    <a:pt x="330838" y="1140998"/>
                  </a:lnTo>
                  <a:lnTo>
                    <a:pt x="330873" y="1141010"/>
                  </a:lnTo>
                  <a:lnTo>
                    <a:pt x="330899" y="1141021"/>
                  </a:lnTo>
                  <a:lnTo>
                    <a:pt x="330915" y="1141030"/>
                  </a:lnTo>
                  <a:lnTo>
                    <a:pt x="330922" y="1141036"/>
                  </a:lnTo>
                  <a:lnTo>
                    <a:pt x="330927" y="1141041"/>
                  </a:lnTo>
                  <a:lnTo>
                    <a:pt x="330938" y="1141057"/>
                  </a:lnTo>
                  <a:lnTo>
                    <a:pt x="330948" y="1141072"/>
                  </a:lnTo>
                  <a:lnTo>
                    <a:pt x="330955" y="1141081"/>
                  </a:lnTo>
                  <a:lnTo>
                    <a:pt x="330977" y="1141095"/>
                  </a:lnTo>
                  <a:lnTo>
                    <a:pt x="331011" y="1141112"/>
                  </a:lnTo>
                  <a:lnTo>
                    <a:pt x="331047" y="1141129"/>
                  </a:lnTo>
                  <a:lnTo>
                    <a:pt x="331088" y="1141158"/>
                  </a:lnTo>
                  <a:lnTo>
                    <a:pt x="331111" y="1141177"/>
                  </a:lnTo>
                  <a:lnTo>
                    <a:pt x="331113" y="1141181"/>
                  </a:lnTo>
                  <a:lnTo>
                    <a:pt x="331115" y="1141220"/>
                  </a:lnTo>
                  <a:lnTo>
                    <a:pt x="331116" y="1141279"/>
                  </a:lnTo>
                  <a:lnTo>
                    <a:pt x="331118" y="1141291"/>
                  </a:lnTo>
                  <a:lnTo>
                    <a:pt x="331127" y="1141323"/>
                  </a:lnTo>
                  <a:lnTo>
                    <a:pt x="331133" y="1141338"/>
                  </a:lnTo>
                  <a:lnTo>
                    <a:pt x="331134" y="1141352"/>
                  </a:lnTo>
                  <a:lnTo>
                    <a:pt x="331134" y="1141360"/>
                  </a:lnTo>
                  <a:lnTo>
                    <a:pt x="331132" y="1141371"/>
                  </a:lnTo>
                  <a:lnTo>
                    <a:pt x="331122" y="1141388"/>
                  </a:lnTo>
                  <a:lnTo>
                    <a:pt x="331103" y="1141410"/>
                  </a:lnTo>
                  <a:lnTo>
                    <a:pt x="331088" y="1141424"/>
                  </a:lnTo>
                  <a:lnTo>
                    <a:pt x="331083" y="1141428"/>
                  </a:lnTo>
                  <a:lnTo>
                    <a:pt x="331061" y="1141448"/>
                  </a:lnTo>
                  <a:lnTo>
                    <a:pt x="331046" y="1141465"/>
                  </a:lnTo>
                  <a:lnTo>
                    <a:pt x="331037" y="1141479"/>
                  </a:lnTo>
                  <a:lnTo>
                    <a:pt x="331028" y="1141496"/>
                  </a:lnTo>
                  <a:lnTo>
                    <a:pt x="331020" y="1141515"/>
                  </a:lnTo>
                  <a:lnTo>
                    <a:pt x="331011" y="1141527"/>
                  </a:lnTo>
                  <a:lnTo>
                    <a:pt x="330999" y="1141535"/>
                  </a:lnTo>
                  <a:lnTo>
                    <a:pt x="330981" y="1141542"/>
                  </a:lnTo>
                  <a:lnTo>
                    <a:pt x="330977" y="1141545"/>
                  </a:lnTo>
                  <a:lnTo>
                    <a:pt x="330972" y="1141547"/>
                  </a:lnTo>
                  <a:lnTo>
                    <a:pt x="330968" y="1141552"/>
                  </a:lnTo>
                  <a:lnTo>
                    <a:pt x="330964" y="1141565"/>
                  </a:lnTo>
                  <a:lnTo>
                    <a:pt x="330956" y="1141584"/>
                  </a:lnTo>
                  <a:lnTo>
                    <a:pt x="330949" y="1141595"/>
                  </a:lnTo>
                  <a:lnTo>
                    <a:pt x="330938" y="1141610"/>
                  </a:lnTo>
                  <a:lnTo>
                    <a:pt x="330924" y="1141627"/>
                  </a:lnTo>
                  <a:lnTo>
                    <a:pt x="330908" y="1141641"/>
                  </a:lnTo>
                  <a:lnTo>
                    <a:pt x="330898" y="1141653"/>
                  </a:lnTo>
                  <a:lnTo>
                    <a:pt x="330877" y="1141684"/>
                  </a:lnTo>
                  <a:lnTo>
                    <a:pt x="330864" y="1141702"/>
                  </a:lnTo>
                  <a:lnTo>
                    <a:pt x="330837" y="1141732"/>
                  </a:lnTo>
                  <a:lnTo>
                    <a:pt x="330810" y="1141759"/>
                  </a:lnTo>
                  <a:lnTo>
                    <a:pt x="330786" y="1141785"/>
                  </a:lnTo>
                  <a:lnTo>
                    <a:pt x="330769" y="1141801"/>
                  </a:lnTo>
                  <a:lnTo>
                    <a:pt x="330763" y="1141804"/>
                  </a:lnTo>
                  <a:lnTo>
                    <a:pt x="330758" y="1141804"/>
                  </a:lnTo>
                  <a:lnTo>
                    <a:pt x="330753" y="1141800"/>
                  </a:lnTo>
                  <a:lnTo>
                    <a:pt x="330742" y="1141786"/>
                  </a:lnTo>
                  <a:lnTo>
                    <a:pt x="330731" y="1141774"/>
                  </a:lnTo>
                  <a:lnTo>
                    <a:pt x="330710" y="1141757"/>
                  </a:lnTo>
                  <a:lnTo>
                    <a:pt x="330697" y="1141750"/>
                  </a:lnTo>
                  <a:lnTo>
                    <a:pt x="330670" y="1141738"/>
                  </a:lnTo>
                  <a:lnTo>
                    <a:pt x="330649" y="1141729"/>
                  </a:lnTo>
                  <a:lnTo>
                    <a:pt x="330631" y="1141726"/>
                  </a:lnTo>
                  <a:lnTo>
                    <a:pt x="330609" y="1141726"/>
                  </a:lnTo>
                  <a:lnTo>
                    <a:pt x="330588" y="1141727"/>
                  </a:lnTo>
                  <a:lnTo>
                    <a:pt x="330552" y="1141732"/>
                  </a:lnTo>
                  <a:lnTo>
                    <a:pt x="330538" y="1141734"/>
                  </a:lnTo>
                  <a:lnTo>
                    <a:pt x="330526" y="1141737"/>
                  </a:lnTo>
                  <a:lnTo>
                    <a:pt x="330510" y="1141741"/>
                  </a:lnTo>
                  <a:lnTo>
                    <a:pt x="330495" y="1141747"/>
                  </a:lnTo>
                  <a:lnTo>
                    <a:pt x="330475" y="1141757"/>
                  </a:lnTo>
                  <a:lnTo>
                    <a:pt x="330456" y="1141772"/>
                  </a:lnTo>
                  <a:lnTo>
                    <a:pt x="330443" y="1141782"/>
                  </a:lnTo>
                  <a:lnTo>
                    <a:pt x="330430" y="1141790"/>
                  </a:lnTo>
                  <a:lnTo>
                    <a:pt x="330416" y="1141799"/>
                  </a:lnTo>
                  <a:lnTo>
                    <a:pt x="330402" y="1141804"/>
                  </a:lnTo>
                  <a:lnTo>
                    <a:pt x="330380" y="1141812"/>
                  </a:lnTo>
                  <a:lnTo>
                    <a:pt x="330353" y="1141817"/>
                  </a:lnTo>
                  <a:lnTo>
                    <a:pt x="330339" y="1141820"/>
                  </a:lnTo>
                  <a:lnTo>
                    <a:pt x="330331" y="1141825"/>
                  </a:lnTo>
                  <a:lnTo>
                    <a:pt x="330324" y="1141834"/>
                  </a:lnTo>
                  <a:lnTo>
                    <a:pt x="330318" y="1141849"/>
                  </a:lnTo>
                  <a:lnTo>
                    <a:pt x="330313" y="1141858"/>
                  </a:lnTo>
                  <a:lnTo>
                    <a:pt x="330311" y="1141863"/>
                  </a:lnTo>
                  <a:lnTo>
                    <a:pt x="330298" y="1141877"/>
                  </a:lnTo>
                  <a:lnTo>
                    <a:pt x="330285" y="1141889"/>
                  </a:lnTo>
                  <a:lnTo>
                    <a:pt x="330259" y="1141910"/>
                  </a:lnTo>
                  <a:lnTo>
                    <a:pt x="330243" y="1141928"/>
                  </a:lnTo>
                  <a:lnTo>
                    <a:pt x="330225" y="1141945"/>
                  </a:lnTo>
                  <a:lnTo>
                    <a:pt x="330214" y="1141956"/>
                  </a:lnTo>
                  <a:lnTo>
                    <a:pt x="330204" y="1141958"/>
                  </a:lnTo>
                  <a:lnTo>
                    <a:pt x="330182" y="1141958"/>
                  </a:lnTo>
                  <a:lnTo>
                    <a:pt x="330138" y="1141959"/>
                  </a:lnTo>
                  <a:lnTo>
                    <a:pt x="330113" y="1141959"/>
                  </a:lnTo>
                  <a:lnTo>
                    <a:pt x="330094" y="1141961"/>
                  </a:lnTo>
                  <a:lnTo>
                    <a:pt x="330067" y="1141965"/>
                  </a:lnTo>
                  <a:lnTo>
                    <a:pt x="330044" y="1141966"/>
                  </a:lnTo>
                  <a:lnTo>
                    <a:pt x="330026" y="1141966"/>
                  </a:lnTo>
                  <a:lnTo>
                    <a:pt x="330014" y="1141964"/>
                  </a:lnTo>
                  <a:lnTo>
                    <a:pt x="329996" y="1141959"/>
                  </a:lnTo>
                  <a:lnTo>
                    <a:pt x="329974" y="1141951"/>
                  </a:lnTo>
                  <a:lnTo>
                    <a:pt x="329964" y="1141949"/>
                  </a:lnTo>
                  <a:lnTo>
                    <a:pt x="329935" y="1141948"/>
                  </a:lnTo>
                  <a:lnTo>
                    <a:pt x="329890" y="1141948"/>
                  </a:lnTo>
                  <a:lnTo>
                    <a:pt x="329853" y="1141951"/>
                  </a:lnTo>
                  <a:lnTo>
                    <a:pt x="329823" y="1141955"/>
                  </a:lnTo>
                  <a:lnTo>
                    <a:pt x="329795" y="1141960"/>
                  </a:lnTo>
                  <a:lnTo>
                    <a:pt x="329771" y="1141964"/>
                  </a:lnTo>
                  <a:lnTo>
                    <a:pt x="329737" y="1141967"/>
                  </a:lnTo>
                  <a:lnTo>
                    <a:pt x="329718" y="1141971"/>
                  </a:lnTo>
                  <a:lnTo>
                    <a:pt x="329696" y="1141972"/>
                  </a:lnTo>
                  <a:lnTo>
                    <a:pt x="329681" y="1141971"/>
                  </a:lnTo>
                  <a:lnTo>
                    <a:pt x="329673" y="1141971"/>
                  </a:lnTo>
                  <a:lnTo>
                    <a:pt x="329661" y="1141970"/>
                  </a:lnTo>
                  <a:lnTo>
                    <a:pt x="329647" y="1141971"/>
                  </a:lnTo>
                  <a:lnTo>
                    <a:pt x="329624" y="1141978"/>
                  </a:lnTo>
                  <a:lnTo>
                    <a:pt x="329604" y="1141984"/>
                  </a:lnTo>
                  <a:lnTo>
                    <a:pt x="329594" y="1141984"/>
                  </a:lnTo>
                  <a:lnTo>
                    <a:pt x="329588" y="1141983"/>
                  </a:lnTo>
                  <a:lnTo>
                    <a:pt x="329580" y="1141982"/>
                  </a:lnTo>
                  <a:lnTo>
                    <a:pt x="329571" y="1141975"/>
                  </a:lnTo>
                  <a:lnTo>
                    <a:pt x="329562" y="1141965"/>
                  </a:lnTo>
                  <a:lnTo>
                    <a:pt x="329551" y="1141941"/>
                  </a:lnTo>
                  <a:lnTo>
                    <a:pt x="329532" y="1141903"/>
                  </a:lnTo>
                  <a:lnTo>
                    <a:pt x="329517" y="1141867"/>
                  </a:lnTo>
                  <a:lnTo>
                    <a:pt x="329506" y="1141845"/>
                  </a:lnTo>
                  <a:lnTo>
                    <a:pt x="329499" y="1141836"/>
                  </a:lnTo>
                  <a:lnTo>
                    <a:pt x="329480" y="1141808"/>
                  </a:lnTo>
                  <a:lnTo>
                    <a:pt x="329474" y="1141799"/>
                  </a:lnTo>
                  <a:lnTo>
                    <a:pt x="329460" y="1141774"/>
                  </a:lnTo>
                  <a:lnTo>
                    <a:pt x="329455" y="1141761"/>
                  </a:lnTo>
                  <a:lnTo>
                    <a:pt x="329453" y="1141741"/>
                  </a:lnTo>
                  <a:lnTo>
                    <a:pt x="329449" y="1141712"/>
                  </a:lnTo>
                  <a:lnTo>
                    <a:pt x="329446" y="1141699"/>
                  </a:lnTo>
                  <a:lnTo>
                    <a:pt x="329437" y="1141679"/>
                  </a:lnTo>
                  <a:lnTo>
                    <a:pt x="329430" y="1141669"/>
                  </a:lnTo>
                  <a:lnTo>
                    <a:pt x="329423" y="1141663"/>
                  </a:lnTo>
                  <a:lnTo>
                    <a:pt x="329411" y="1141658"/>
                  </a:lnTo>
                  <a:lnTo>
                    <a:pt x="329378" y="1141651"/>
                  </a:lnTo>
                  <a:lnTo>
                    <a:pt x="329354" y="1141643"/>
                  </a:lnTo>
                  <a:lnTo>
                    <a:pt x="329328" y="1141631"/>
                  </a:lnTo>
                  <a:lnTo>
                    <a:pt x="329313" y="1141623"/>
                  </a:lnTo>
                  <a:lnTo>
                    <a:pt x="329291" y="1141604"/>
                  </a:lnTo>
                  <a:lnTo>
                    <a:pt x="329276" y="1141589"/>
                  </a:lnTo>
                  <a:lnTo>
                    <a:pt x="329264" y="1141574"/>
                  </a:lnTo>
                  <a:lnTo>
                    <a:pt x="329256" y="1141549"/>
                  </a:lnTo>
                  <a:lnTo>
                    <a:pt x="329249" y="1141525"/>
                  </a:lnTo>
                  <a:lnTo>
                    <a:pt x="329222" y="1141472"/>
                  </a:lnTo>
                  <a:lnTo>
                    <a:pt x="329192" y="1141414"/>
                  </a:lnTo>
                  <a:lnTo>
                    <a:pt x="329177" y="1141386"/>
                  </a:lnTo>
                  <a:lnTo>
                    <a:pt x="329158" y="1141364"/>
                  </a:lnTo>
                  <a:lnTo>
                    <a:pt x="329130" y="1141336"/>
                  </a:lnTo>
                  <a:lnTo>
                    <a:pt x="329107" y="1141316"/>
                  </a:lnTo>
                  <a:lnTo>
                    <a:pt x="329098" y="1141310"/>
                  </a:lnTo>
                  <a:lnTo>
                    <a:pt x="329066" y="1141296"/>
                  </a:lnTo>
                  <a:lnTo>
                    <a:pt x="329038" y="1141287"/>
                  </a:lnTo>
                  <a:lnTo>
                    <a:pt x="329012" y="1141281"/>
                  </a:lnTo>
                  <a:lnTo>
                    <a:pt x="328988" y="1141280"/>
                  </a:lnTo>
                  <a:lnTo>
                    <a:pt x="328958" y="1141282"/>
                  </a:lnTo>
                  <a:lnTo>
                    <a:pt x="328941" y="1141283"/>
                  </a:lnTo>
                  <a:lnTo>
                    <a:pt x="328918" y="1141297"/>
                  </a:lnTo>
                  <a:lnTo>
                    <a:pt x="328910" y="1141302"/>
                  </a:lnTo>
                  <a:lnTo>
                    <a:pt x="328894" y="1141302"/>
                  </a:lnTo>
                  <a:lnTo>
                    <a:pt x="328862" y="1141301"/>
                  </a:lnTo>
                  <a:lnTo>
                    <a:pt x="328824" y="1141298"/>
                  </a:lnTo>
                  <a:lnTo>
                    <a:pt x="328787" y="1141294"/>
                  </a:lnTo>
                  <a:lnTo>
                    <a:pt x="328748" y="1141287"/>
                  </a:lnTo>
                  <a:lnTo>
                    <a:pt x="328726" y="1141283"/>
                  </a:lnTo>
                  <a:lnTo>
                    <a:pt x="328699" y="1141281"/>
                  </a:lnTo>
                  <a:lnTo>
                    <a:pt x="328682" y="1141278"/>
                  </a:lnTo>
                  <a:lnTo>
                    <a:pt x="328667" y="1141272"/>
                  </a:lnTo>
                  <a:lnTo>
                    <a:pt x="328655" y="1141268"/>
                  </a:lnTo>
                  <a:lnTo>
                    <a:pt x="328631" y="1141256"/>
                  </a:lnTo>
                  <a:lnTo>
                    <a:pt x="328610" y="1141243"/>
                  </a:lnTo>
                  <a:lnTo>
                    <a:pt x="328605" y="1141241"/>
                  </a:lnTo>
                  <a:lnTo>
                    <a:pt x="328595" y="1141246"/>
                  </a:lnTo>
                  <a:lnTo>
                    <a:pt x="328583" y="1141261"/>
                  </a:lnTo>
                  <a:lnTo>
                    <a:pt x="328577" y="1141265"/>
                  </a:lnTo>
                  <a:lnTo>
                    <a:pt x="328568" y="1141277"/>
                  </a:lnTo>
                  <a:lnTo>
                    <a:pt x="328551" y="1141300"/>
                  </a:lnTo>
                  <a:lnTo>
                    <a:pt x="328541" y="1141315"/>
                  </a:lnTo>
                  <a:lnTo>
                    <a:pt x="328534" y="1141332"/>
                  </a:lnTo>
                  <a:lnTo>
                    <a:pt x="328529" y="1141344"/>
                  </a:lnTo>
                  <a:lnTo>
                    <a:pt x="328520" y="1141357"/>
                  </a:lnTo>
                  <a:lnTo>
                    <a:pt x="328486" y="1141392"/>
                  </a:lnTo>
                  <a:lnTo>
                    <a:pt x="328450" y="1141430"/>
                  </a:lnTo>
                  <a:lnTo>
                    <a:pt x="328423" y="1141457"/>
                  </a:lnTo>
                  <a:lnTo>
                    <a:pt x="328377" y="1141502"/>
                  </a:lnTo>
                  <a:lnTo>
                    <a:pt x="328351" y="1141533"/>
                  </a:lnTo>
                  <a:lnTo>
                    <a:pt x="328331" y="1141556"/>
                  </a:lnTo>
                  <a:lnTo>
                    <a:pt x="328318" y="1141573"/>
                  </a:lnTo>
                  <a:lnTo>
                    <a:pt x="328307" y="1141588"/>
                  </a:lnTo>
                  <a:lnTo>
                    <a:pt x="328284" y="1141629"/>
                  </a:lnTo>
                  <a:lnTo>
                    <a:pt x="328257" y="1141675"/>
                  </a:lnTo>
                  <a:lnTo>
                    <a:pt x="328226" y="1141732"/>
                  </a:lnTo>
                  <a:lnTo>
                    <a:pt x="328215" y="1141760"/>
                  </a:lnTo>
                  <a:lnTo>
                    <a:pt x="328211" y="1141772"/>
                  </a:lnTo>
                  <a:lnTo>
                    <a:pt x="328205" y="1141785"/>
                  </a:lnTo>
                  <a:lnTo>
                    <a:pt x="328196" y="1141799"/>
                  </a:lnTo>
                  <a:lnTo>
                    <a:pt x="328186" y="1141807"/>
                  </a:lnTo>
                  <a:lnTo>
                    <a:pt x="328175" y="1141814"/>
                  </a:lnTo>
                  <a:lnTo>
                    <a:pt x="328150" y="1141818"/>
                  </a:lnTo>
                  <a:lnTo>
                    <a:pt x="328134" y="1141818"/>
                  </a:lnTo>
                  <a:lnTo>
                    <a:pt x="328123" y="1141818"/>
                  </a:lnTo>
                  <a:lnTo>
                    <a:pt x="328102" y="1141808"/>
                  </a:lnTo>
                  <a:lnTo>
                    <a:pt x="328069" y="1141786"/>
                  </a:lnTo>
                  <a:lnTo>
                    <a:pt x="328040" y="1141765"/>
                  </a:lnTo>
                  <a:lnTo>
                    <a:pt x="328018" y="1141744"/>
                  </a:lnTo>
                  <a:lnTo>
                    <a:pt x="328000" y="1141720"/>
                  </a:lnTo>
                  <a:lnTo>
                    <a:pt x="327987" y="1141694"/>
                  </a:lnTo>
                  <a:lnTo>
                    <a:pt x="327975" y="1141681"/>
                  </a:lnTo>
                  <a:lnTo>
                    <a:pt x="327957" y="1141666"/>
                  </a:lnTo>
                  <a:lnTo>
                    <a:pt x="327927" y="1141648"/>
                  </a:lnTo>
                  <a:lnTo>
                    <a:pt x="327895" y="1141632"/>
                  </a:lnTo>
                  <a:lnTo>
                    <a:pt x="327861" y="1141618"/>
                  </a:lnTo>
                  <a:lnTo>
                    <a:pt x="327842" y="1141611"/>
                  </a:lnTo>
                  <a:lnTo>
                    <a:pt x="327828" y="1141612"/>
                  </a:lnTo>
                  <a:lnTo>
                    <a:pt x="327812" y="1141618"/>
                  </a:lnTo>
                  <a:lnTo>
                    <a:pt x="327780" y="1141632"/>
                  </a:lnTo>
                  <a:lnTo>
                    <a:pt x="327757" y="1141645"/>
                  </a:lnTo>
                  <a:lnTo>
                    <a:pt x="327742" y="1141651"/>
                  </a:lnTo>
                  <a:lnTo>
                    <a:pt x="327723" y="1141656"/>
                  </a:lnTo>
                  <a:lnTo>
                    <a:pt x="327705" y="1141657"/>
                  </a:lnTo>
                  <a:lnTo>
                    <a:pt x="327677" y="1141653"/>
                  </a:lnTo>
                  <a:lnTo>
                    <a:pt x="327644" y="1141650"/>
                  </a:lnTo>
                  <a:lnTo>
                    <a:pt x="327613" y="1141652"/>
                  </a:lnTo>
                  <a:lnTo>
                    <a:pt x="327573" y="1141662"/>
                  </a:lnTo>
                  <a:lnTo>
                    <a:pt x="327541" y="1141675"/>
                  </a:lnTo>
                  <a:lnTo>
                    <a:pt x="327517" y="1141689"/>
                  </a:lnTo>
                  <a:lnTo>
                    <a:pt x="327474" y="1141732"/>
                  </a:lnTo>
                  <a:lnTo>
                    <a:pt x="327454" y="1141749"/>
                  </a:lnTo>
                  <a:lnTo>
                    <a:pt x="327444" y="1141754"/>
                  </a:lnTo>
                  <a:lnTo>
                    <a:pt x="327429" y="1141758"/>
                  </a:lnTo>
                  <a:lnTo>
                    <a:pt x="327408" y="1141757"/>
                  </a:lnTo>
                  <a:lnTo>
                    <a:pt x="327385" y="1141758"/>
                  </a:lnTo>
                  <a:lnTo>
                    <a:pt x="327369" y="1141760"/>
                  </a:lnTo>
                  <a:lnTo>
                    <a:pt x="327362" y="1141763"/>
                  </a:lnTo>
                  <a:lnTo>
                    <a:pt x="327351" y="1141769"/>
                  </a:lnTo>
                  <a:lnTo>
                    <a:pt x="327334" y="1141786"/>
                  </a:lnTo>
                  <a:lnTo>
                    <a:pt x="327315" y="1141812"/>
                  </a:lnTo>
                  <a:lnTo>
                    <a:pt x="327307" y="1141821"/>
                  </a:lnTo>
                  <a:lnTo>
                    <a:pt x="327297" y="1141827"/>
                  </a:lnTo>
                  <a:lnTo>
                    <a:pt x="327288" y="1141830"/>
                  </a:lnTo>
                  <a:lnTo>
                    <a:pt x="327271" y="1141833"/>
                  </a:lnTo>
                  <a:lnTo>
                    <a:pt x="327237" y="1141829"/>
                  </a:lnTo>
                  <a:lnTo>
                    <a:pt x="327206" y="1141822"/>
                  </a:lnTo>
                  <a:lnTo>
                    <a:pt x="327180" y="1141815"/>
                  </a:lnTo>
                  <a:lnTo>
                    <a:pt x="327129" y="1141808"/>
                  </a:lnTo>
                  <a:lnTo>
                    <a:pt x="327095" y="1141804"/>
                  </a:lnTo>
                  <a:lnTo>
                    <a:pt x="327049" y="1141796"/>
                  </a:lnTo>
                  <a:lnTo>
                    <a:pt x="327027" y="1141789"/>
                  </a:lnTo>
                  <a:lnTo>
                    <a:pt x="327003" y="1141780"/>
                  </a:lnTo>
                  <a:lnTo>
                    <a:pt x="326983" y="1141774"/>
                  </a:lnTo>
                  <a:lnTo>
                    <a:pt x="326960" y="1141767"/>
                  </a:lnTo>
                  <a:lnTo>
                    <a:pt x="326942" y="1141764"/>
                  </a:lnTo>
                  <a:lnTo>
                    <a:pt x="326918" y="1141765"/>
                  </a:lnTo>
                  <a:lnTo>
                    <a:pt x="326898" y="1141769"/>
                  </a:lnTo>
                  <a:lnTo>
                    <a:pt x="326877" y="1141772"/>
                  </a:lnTo>
                  <a:lnTo>
                    <a:pt x="326855" y="1141775"/>
                  </a:lnTo>
                  <a:lnTo>
                    <a:pt x="326805" y="1141776"/>
                  </a:lnTo>
                  <a:lnTo>
                    <a:pt x="326781" y="1141774"/>
                  </a:lnTo>
                  <a:lnTo>
                    <a:pt x="326753" y="1141778"/>
                  </a:lnTo>
                  <a:lnTo>
                    <a:pt x="326725" y="1141781"/>
                  </a:lnTo>
                  <a:lnTo>
                    <a:pt x="326662" y="1141781"/>
                  </a:lnTo>
                  <a:lnTo>
                    <a:pt x="326638" y="1141780"/>
                  </a:lnTo>
                  <a:lnTo>
                    <a:pt x="326616" y="1141777"/>
                  </a:lnTo>
                  <a:lnTo>
                    <a:pt x="326600" y="1141772"/>
                  </a:lnTo>
                  <a:lnTo>
                    <a:pt x="326586" y="1141765"/>
                  </a:lnTo>
                  <a:lnTo>
                    <a:pt x="326572" y="1141750"/>
                  </a:lnTo>
                  <a:lnTo>
                    <a:pt x="326551" y="1141726"/>
                  </a:lnTo>
                  <a:lnTo>
                    <a:pt x="326523" y="1141694"/>
                  </a:lnTo>
                  <a:lnTo>
                    <a:pt x="326501" y="1141668"/>
                  </a:lnTo>
                  <a:lnTo>
                    <a:pt x="326485" y="1141646"/>
                  </a:lnTo>
                  <a:lnTo>
                    <a:pt x="326472" y="1141619"/>
                  </a:lnTo>
                  <a:lnTo>
                    <a:pt x="326465" y="1141594"/>
                  </a:lnTo>
                  <a:lnTo>
                    <a:pt x="326455" y="1141581"/>
                  </a:lnTo>
                  <a:lnTo>
                    <a:pt x="326442" y="1141570"/>
                  </a:lnTo>
                  <a:lnTo>
                    <a:pt x="326423" y="1141558"/>
                  </a:lnTo>
                  <a:lnTo>
                    <a:pt x="326394" y="1141546"/>
                  </a:lnTo>
                  <a:lnTo>
                    <a:pt x="326361" y="1141535"/>
                  </a:lnTo>
                  <a:lnTo>
                    <a:pt x="326316" y="1141525"/>
                  </a:lnTo>
                  <a:lnTo>
                    <a:pt x="326286" y="1141517"/>
                  </a:lnTo>
                  <a:lnTo>
                    <a:pt x="326260" y="1141515"/>
                  </a:lnTo>
                  <a:lnTo>
                    <a:pt x="326213" y="1141518"/>
                  </a:lnTo>
                  <a:lnTo>
                    <a:pt x="326178" y="1141526"/>
                  </a:lnTo>
                  <a:lnTo>
                    <a:pt x="326136" y="1141539"/>
                  </a:lnTo>
                  <a:lnTo>
                    <a:pt x="326113" y="1141546"/>
                  </a:lnTo>
                  <a:lnTo>
                    <a:pt x="326088" y="1141550"/>
                  </a:lnTo>
                  <a:lnTo>
                    <a:pt x="326061" y="1141551"/>
                  </a:lnTo>
                  <a:lnTo>
                    <a:pt x="326026" y="1141552"/>
                  </a:lnTo>
                  <a:lnTo>
                    <a:pt x="326006" y="1141551"/>
                  </a:lnTo>
                  <a:lnTo>
                    <a:pt x="325993" y="1141552"/>
                  </a:lnTo>
                  <a:lnTo>
                    <a:pt x="325976" y="1141560"/>
                  </a:lnTo>
                  <a:lnTo>
                    <a:pt x="325967" y="1141564"/>
                  </a:lnTo>
                  <a:lnTo>
                    <a:pt x="325958" y="1141565"/>
                  </a:lnTo>
                  <a:lnTo>
                    <a:pt x="325950" y="1141563"/>
                  </a:lnTo>
                  <a:lnTo>
                    <a:pt x="325936" y="1141554"/>
                  </a:lnTo>
                  <a:lnTo>
                    <a:pt x="325909" y="1141534"/>
                  </a:lnTo>
                  <a:lnTo>
                    <a:pt x="325888" y="1141521"/>
                  </a:lnTo>
                  <a:lnTo>
                    <a:pt x="325856" y="1141506"/>
                  </a:lnTo>
                  <a:lnTo>
                    <a:pt x="325816" y="1141489"/>
                  </a:lnTo>
                  <a:lnTo>
                    <a:pt x="325774" y="1141470"/>
                  </a:lnTo>
                  <a:lnTo>
                    <a:pt x="325725" y="1141442"/>
                  </a:lnTo>
                  <a:lnTo>
                    <a:pt x="325679" y="1141421"/>
                  </a:lnTo>
                  <a:lnTo>
                    <a:pt x="325649" y="1141402"/>
                  </a:lnTo>
                  <a:lnTo>
                    <a:pt x="325623" y="1141392"/>
                  </a:lnTo>
                  <a:lnTo>
                    <a:pt x="325593" y="1141384"/>
                  </a:lnTo>
                  <a:lnTo>
                    <a:pt x="325563" y="1141376"/>
                  </a:lnTo>
                  <a:lnTo>
                    <a:pt x="325555" y="1141373"/>
                  </a:lnTo>
                  <a:lnTo>
                    <a:pt x="325548" y="1141366"/>
                  </a:lnTo>
                  <a:lnTo>
                    <a:pt x="325543" y="1141351"/>
                  </a:lnTo>
                  <a:lnTo>
                    <a:pt x="325527" y="1141317"/>
                  </a:lnTo>
                  <a:lnTo>
                    <a:pt x="325510" y="1141265"/>
                  </a:lnTo>
                  <a:lnTo>
                    <a:pt x="325505" y="1141238"/>
                  </a:lnTo>
                  <a:lnTo>
                    <a:pt x="325500" y="1141152"/>
                  </a:lnTo>
                  <a:lnTo>
                    <a:pt x="325495" y="1141100"/>
                  </a:lnTo>
                  <a:lnTo>
                    <a:pt x="325489" y="1141087"/>
                  </a:lnTo>
                  <a:lnTo>
                    <a:pt x="325478" y="1141066"/>
                  </a:lnTo>
                  <a:lnTo>
                    <a:pt x="325476" y="1141060"/>
                  </a:lnTo>
                  <a:lnTo>
                    <a:pt x="325473" y="1141043"/>
                  </a:lnTo>
                  <a:lnTo>
                    <a:pt x="325473" y="1141022"/>
                  </a:lnTo>
                  <a:lnTo>
                    <a:pt x="325465" y="1140958"/>
                  </a:lnTo>
                  <a:lnTo>
                    <a:pt x="325462" y="1140949"/>
                  </a:lnTo>
                  <a:lnTo>
                    <a:pt x="325457" y="1140940"/>
                  </a:lnTo>
                  <a:lnTo>
                    <a:pt x="325442" y="1140923"/>
                  </a:lnTo>
                  <a:lnTo>
                    <a:pt x="325429" y="1140908"/>
                  </a:lnTo>
                  <a:lnTo>
                    <a:pt x="325397" y="1140875"/>
                  </a:lnTo>
                  <a:lnTo>
                    <a:pt x="325380" y="1140855"/>
                  </a:lnTo>
                  <a:lnTo>
                    <a:pt x="325369" y="1140837"/>
                  </a:lnTo>
                  <a:lnTo>
                    <a:pt x="325356" y="1140804"/>
                  </a:lnTo>
                  <a:lnTo>
                    <a:pt x="325332" y="1140749"/>
                  </a:lnTo>
                  <a:lnTo>
                    <a:pt x="325315" y="1140716"/>
                  </a:lnTo>
                  <a:lnTo>
                    <a:pt x="325299" y="1140688"/>
                  </a:lnTo>
                  <a:lnTo>
                    <a:pt x="325288" y="1140670"/>
                  </a:lnTo>
                  <a:lnTo>
                    <a:pt x="325281" y="1140663"/>
                  </a:lnTo>
                  <a:lnTo>
                    <a:pt x="325270" y="1140660"/>
                  </a:lnTo>
                  <a:lnTo>
                    <a:pt x="325196" y="1140660"/>
                  </a:lnTo>
                  <a:lnTo>
                    <a:pt x="325132" y="1140661"/>
                  </a:lnTo>
                  <a:lnTo>
                    <a:pt x="325100" y="1140661"/>
                  </a:lnTo>
                  <a:lnTo>
                    <a:pt x="325079" y="1140660"/>
                  </a:lnTo>
                  <a:lnTo>
                    <a:pt x="325069" y="1140659"/>
                  </a:lnTo>
                  <a:lnTo>
                    <a:pt x="325042" y="1140649"/>
                  </a:lnTo>
                  <a:lnTo>
                    <a:pt x="325022" y="1140639"/>
                  </a:lnTo>
                  <a:lnTo>
                    <a:pt x="325002" y="1140628"/>
                  </a:lnTo>
                  <a:lnTo>
                    <a:pt x="324985" y="1140608"/>
                  </a:lnTo>
                  <a:lnTo>
                    <a:pt x="324970" y="1140586"/>
                  </a:lnTo>
                  <a:lnTo>
                    <a:pt x="324951" y="1140551"/>
                  </a:lnTo>
                  <a:lnTo>
                    <a:pt x="324926" y="1140517"/>
                  </a:lnTo>
                  <a:lnTo>
                    <a:pt x="324907" y="1140490"/>
                  </a:lnTo>
                  <a:lnTo>
                    <a:pt x="324883" y="1140458"/>
                  </a:lnTo>
                  <a:lnTo>
                    <a:pt x="324871" y="1140443"/>
                  </a:lnTo>
                  <a:lnTo>
                    <a:pt x="324860" y="1140432"/>
                  </a:lnTo>
                  <a:lnTo>
                    <a:pt x="324847" y="1140422"/>
                  </a:lnTo>
                  <a:lnTo>
                    <a:pt x="324837" y="1140408"/>
                  </a:lnTo>
                  <a:lnTo>
                    <a:pt x="324836" y="1140397"/>
                  </a:lnTo>
                  <a:lnTo>
                    <a:pt x="324838" y="1140384"/>
                  </a:lnTo>
                  <a:lnTo>
                    <a:pt x="324847" y="1140354"/>
                  </a:lnTo>
                  <a:lnTo>
                    <a:pt x="324851" y="1140330"/>
                  </a:lnTo>
                  <a:lnTo>
                    <a:pt x="324851" y="1140306"/>
                  </a:lnTo>
                  <a:lnTo>
                    <a:pt x="324841" y="1140271"/>
                  </a:lnTo>
                  <a:lnTo>
                    <a:pt x="324831" y="1140246"/>
                  </a:lnTo>
                  <a:lnTo>
                    <a:pt x="324817" y="1140224"/>
                  </a:lnTo>
                  <a:lnTo>
                    <a:pt x="324802" y="1140205"/>
                  </a:lnTo>
                  <a:lnTo>
                    <a:pt x="324788" y="1140190"/>
                  </a:lnTo>
                  <a:lnTo>
                    <a:pt x="324768" y="1140173"/>
                  </a:lnTo>
                  <a:lnTo>
                    <a:pt x="324740" y="1140156"/>
                  </a:lnTo>
                  <a:lnTo>
                    <a:pt x="324715" y="1140143"/>
                  </a:lnTo>
                  <a:lnTo>
                    <a:pt x="324658" y="1140117"/>
                  </a:lnTo>
                  <a:lnTo>
                    <a:pt x="324637" y="1140106"/>
                  </a:lnTo>
                  <a:lnTo>
                    <a:pt x="324617" y="1140093"/>
                  </a:lnTo>
                  <a:lnTo>
                    <a:pt x="324585" y="1140066"/>
                  </a:lnTo>
                  <a:lnTo>
                    <a:pt x="324569" y="1140056"/>
                  </a:lnTo>
                  <a:lnTo>
                    <a:pt x="324549" y="1140048"/>
                  </a:lnTo>
                  <a:lnTo>
                    <a:pt x="324528" y="1140042"/>
                  </a:lnTo>
                  <a:lnTo>
                    <a:pt x="324512" y="1140034"/>
                  </a:lnTo>
                  <a:lnTo>
                    <a:pt x="324485" y="1140016"/>
                  </a:lnTo>
                  <a:lnTo>
                    <a:pt x="324460" y="1139994"/>
                  </a:lnTo>
                  <a:lnTo>
                    <a:pt x="324443" y="1139976"/>
                  </a:lnTo>
                  <a:lnTo>
                    <a:pt x="324434" y="1139961"/>
                  </a:lnTo>
                  <a:lnTo>
                    <a:pt x="324424" y="1139940"/>
                  </a:lnTo>
                  <a:lnTo>
                    <a:pt x="324409" y="1139920"/>
                  </a:lnTo>
                  <a:lnTo>
                    <a:pt x="324386" y="1139897"/>
                  </a:lnTo>
                  <a:lnTo>
                    <a:pt x="324369" y="1139883"/>
                  </a:lnTo>
                  <a:lnTo>
                    <a:pt x="324352" y="1139870"/>
                  </a:lnTo>
                  <a:lnTo>
                    <a:pt x="324339" y="1139850"/>
                  </a:lnTo>
                  <a:lnTo>
                    <a:pt x="324329" y="1139835"/>
                  </a:lnTo>
                  <a:lnTo>
                    <a:pt x="324306" y="1139810"/>
                  </a:lnTo>
                  <a:lnTo>
                    <a:pt x="324279" y="1139790"/>
                  </a:lnTo>
                  <a:lnTo>
                    <a:pt x="324253" y="1139774"/>
                  </a:lnTo>
                  <a:lnTo>
                    <a:pt x="324219" y="1139757"/>
                  </a:lnTo>
                  <a:lnTo>
                    <a:pt x="324193" y="1139744"/>
                  </a:lnTo>
                  <a:lnTo>
                    <a:pt x="324188" y="1139740"/>
                  </a:lnTo>
                  <a:lnTo>
                    <a:pt x="324189" y="1139729"/>
                  </a:lnTo>
                  <a:lnTo>
                    <a:pt x="324195" y="1139702"/>
                  </a:lnTo>
                  <a:lnTo>
                    <a:pt x="324220" y="1139607"/>
                  </a:lnTo>
                  <a:lnTo>
                    <a:pt x="324232" y="1139573"/>
                  </a:lnTo>
                  <a:lnTo>
                    <a:pt x="324255" y="1139511"/>
                  </a:lnTo>
                  <a:lnTo>
                    <a:pt x="324276" y="1139468"/>
                  </a:lnTo>
                  <a:lnTo>
                    <a:pt x="324298" y="1139431"/>
                  </a:lnTo>
                  <a:lnTo>
                    <a:pt x="324320" y="1139397"/>
                  </a:lnTo>
                  <a:lnTo>
                    <a:pt x="324329" y="1139376"/>
                  </a:lnTo>
                  <a:lnTo>
                    <a:pt x="324340" y="1139346"/>
                  </a:lnTo>
                  <a:lnTo>
                    <a:pt x="324361" y="1139313"/>
                  </a:lnTo>
                  <a:lnTo>
                    <a:pt x="324383" y="1139286"/>
                  </a:lnTo>
                  <a:lnTo>
                    <a:pt x="324399" y="1139273"/>
                  </a:lnTo>
                  <a:lnTo>
                    <a:pt x="324412" y="1139266"/>
                  </a:lnTo>
                  <a:lnTo>
                    <a:pt x="324417" y="1139261"/>
                  </a:lnTo>
                  <a:lnTo>
                    <a:pt x="324442" y="1139227"/>
                  </a:lnTo>
                  <a:lnTo>
                    <a:pt x="324463" y="1139196"/>
                  </a:lnTo>
                  <a:lnTo>
                    <a:pt x="324472" y="1139174"/>
                  </a:lnTo>
                  <a:lnTo>
                    <a:pt x="324477" y="1139149"/>
                  </a:lnTo>
                  <a:lnTo>
                    <a:pt x="324480" y="1139122"/>
                  </a:lnTo>
                  <a:lnTo>
                    <a:pt x="324487" y="1139097"/>
                  </a:lnTo>
                  <a:lnTo>
                    <a:pt x="324500" y="1139058"/>
                  </a:lnTo>
                  <a:lnTo>
                    <a:pt x="324510" y="1139029"/>
                  </a:lnTo>
                  <a:lnTo>
                    <a:pt x="324514" y="1138997"/>
                  </a:lnTo>
                  <a:lnTo>
                    <a:pt x="324515" y="1138986"/>
                  </a:lnTo>
                  <a:lnTo>
                    <a:pt x="324517" y="1138922"/>
                  </a:lnTo>
                  <a:lnTo>
                    <a:pt x="324523" y="1138885"/>
                  </a:lnTo>
                  <a:lnTo>
                    <a:pt x="324526" y="1138865"/>
                  </a:lnTo>
                  <a:lnTo>
                    <a:pt x="324539" y="1138844"/>
                  </a:lnTo>
                  <a:lnTo>
                    <a:pt x="324556" y="1138811"/>
                  </a:lnTo>
                  <a:lnTo>
                    <a:pt x="324559" y="1138797"/>
                  </a:lnTo>
                  <a:lnTo>
                    <a:pt x="324557" y="1138785"/>
                  </a:lnTo>
                  <a:lnTo>
                    <a:pt x="324548" y="1138771"/>
                  </a:lnTo>
                  <a:lnTo>
                    <a:pt x="324542" y="1138762"/>
                  </a:lnTo>
                  <a:lnTo>
                    <a:pt x="324538" y="1138753"/>
                  </a:lnTo>
                  <a:lnTo>
                    <a:pt x="324538" y="1138728"/>
                  </a:lnTo>
                  <a:lnTo>
                    <a:pt x="324543" y="1138714"/>
                  </a:lnTo>
                  <a:lnTo>
                    <a:pt x="324551" y="1138694"/>
                  </a:lnTo>
                  <a:lnTo>
                    <a:pt x="324565" y="1138674"/>
                  </a:lnTo>
                  <a:lnTo>
                    <a:pt x="324584" y="1138658"/>
                  </a:lnTo>
                  <a:lnTo>
                    <a:pt x="324603" y="1138654"/>
                  </a:lnTo>
                  <a:lnTo>
                    <a:pt x="324632" y="1138642"/>
                  </a:lnTo>
                  <a:lnTo>
                    <a:pt x="324651" y="1138628"/>
                  </a:lnTo>
                  <a:lnTo>
                    <a:pt x="324667" y="1138614"/>
                  </a:lnTo>
                  <a:lnTo>
                    <a:pt x="324684" y="1138602"/>
                  </a:lnTo>
                  <a:lnTo>
                    <a:pt x="324714" y="1138587"/>
                  </a:lnTo>
                  <a:lnTo>
                    <a:pt x="324746" y="1138574"/>
                  </a:lnTo>
                  <a:lnTo>
                    <a:pt x="324772" y="1138565"/>
                  </a:lnTo>
                  <a:lnTo>
                    <a:pt x="324786" y="1138557"/>
                  </a:lnTo>
                  <a:lnTo>
                    <a:pt x="324790" y="1138551"/>
                  </a:lnTo>
                  <a:lnTo>
                    <a:pt x="324788" y="1138540"/>
                  </a:lnTo>
                  <a:lnTo>
                    <a:pt x="324786" y="1138516"/>
                  </a:lnTo>
                  <a:lnTo>
                    <a:pt x="324786" y="1138490"/>
                  </a:lnTo>
                  <a:lnTo>
                    <a:pt x="324791" y="1138466"/>
                  </a:lnTo>
                  <a:lnTo>
                    <a:pt x="324803" y="1138437"/>
                  </a:lnTo>
                  <a:lnTo>
                    <a:pt x="324831" y="1138398"/>
                  </a:lnTo>
                  <a:lnTo>
                    <a:pt x="324846" y="1138374"/>
                  </a:lnTo>
                  <a:lnTo>
                    <a:pt x="324866" y="1138345"/>
                  </a:lnTo>
                  <a:lnTo>
                    <a:pt x="324870" y="1138331"/>
                  </a:lnTo>
                  <a:lnTo>
                    <a:pt x="324873" y="1138310"/>
                  </a:lnTo>
                  <a:lnTo>
                    <a:pt x="324871" y="1138250"/>
                  </a:lnTo>
                  <a:lnTo>
                    <a:pt x="324871" y="1138225"/>
                  </a:lnTo>
                  <a:lnTo>
                    <a:pt x="324881" y="1138198"/>
                  </a:lnTo>
                  <a:lnTo>
                    <a:pt x="324893" y="1138174"/>
                  </a:lnTo>
                  <a:lnTo>
                    <a:pt x="324898" y="1138158"/>
                  </a:lnTo>
                  <a:lnTo>
                    <a:pt x="324898" y="1138148"/>
                  </a:lnTo>
                  <a:lnTo>
                    <a:pt x="324893" y="1138126"/>
                  </a:lnTo>
                  <a:lnTo>
                    <a:pt x="324876" y="1138080"/>
                  </a:lnTo>
                  <a:lnTo>
                    <a:pt x="324861" y="1138053"/>
                  </a:lnTo>
                  <a:lnTo>
                    <a:pt x="324842" y="1138021"/>
                  </a:lnTo>
                  <a:lnTo>
                    <a:pt x="324827" y="1138001"/>
                  </a:lnTo>
                  <a:lnTo>
                    <a:pt x="324808" y="1137982"/>
                  </a:lnTo>
                  <a:lnTo>
                    <a:pt x="324781" y="1137960"/>
                  </a:lnTo>
                  <a:lnTo>
                    <a:pt x="324760" y="1137941"/>
                  </a:lnTo>
                  <a:lnTo>
                    <a:pt x="324740" y="1137919"/>
                  </a:lnTo>
                  <a:lnTo>
                    <a:pt x="324728" y="1137900"/>
                  </a:lnTo>
                  <a:lnTo>
                    <a:pt x="324719" y="1137878"/>
                  </a:lnTo>
                  <a:lnTo>
                    <a:pt x="324712" y="1137858"/>
                  </a:lnTo>
                  <a:lnTo>
                    <a:pt x="324697" y="1137826"/>
                  </a:lnTo>
                  <a:lnTo>
                    <a:pt x="324682" y="1137791"/>
                  </a:lnTo>
                  <a:lnTo>
                    <a:pt x="324671" y="1137763"/>
                  </a:lnTo>
                  <a:lnTo>
                    <a:pt x="324661" y="1137745"/>
                  </a:lnTo>
                  <a:lnTo>
                    <a:pt x="324650" y="1137731"/>
                  </a:lnTo>
                  <a:lnTo>
                    <a:pt x="324628" y="1137713"/>
                  </a:lnTo>
                  <a:lnTo>
                    <a:pt x="324620" y="1137700"/>
                  </a:lnTo>
                  <a:lnTo>
                    <a:pt x="324619" y="1137692"/>
                  </a:lnTo>
                  <a:lnTo>
                    <a:pt x="324617" y="1137678"/>
                  </a:lnTo>
                  <a:lnTo>
                    <a:pt x="324616" y="1137640"/>
                  </a:lnTo>
                  <a:lnTo>
                    <a:pt x="324612" y="1137626"/>
                  </a:lnTo>
                  <a:lnTo>
                    <a:pt x="324602" y="1137615"/>
                  </a:lnTo>
                  <a:lnTo>
                    <a:pt x="324576" y="1137592"/>
                  </a:lnTo>
                  <a:lnTo>
                    <a:pt x="324554" y="1137576"/>
                  </a:lnTo>
                  <a:lnTo>
                    <a:pt x="324527" y="1137554"/>
                  </a:lnTo>
                  <a:lnTo>
                    <a:pt x="324501" y="1137529"/>
                  </a:lnTo>
                  <a:lnTo>
                    <a:pt x="324477" y="1137507"/>
                  </a:lnTo>
                  <a:lnTo>
                    <a:pt x="324452" y="1137488"/>
                  </a:lnTo>
                  <a:lnTo>
                    <a:pt x="324424" y="1137467"/>
                  </a:lnTo>
                  <a:lnTo>
                    <a:pt x="324398" y="1137452"/>
                  </a:lnTo>
                  <a:lnTo>
                    <a:pt x="324371" y="1137440"/>
                  </a:lnTo>
                  <a:lnTo>
                    <a:pt x="324341" y="1137429"/>
                  </a:lnTo>
                  <a:lnTo>
                    <a:pt x="324324" y="1137426"/>
                  </a:lnTo>
                  <a:lnTo>
                    <a:pt x="324290" y="1137424"/>
                  </a:lnTo>
                  <a:lnTo>
                    <a:pt x="324252" y="1137427"/>
                  </a:lnTo>
                  <a:lnTo>
                    <a:pt x="324210" y="1137441"/>
                  </a:lnTo>
                  <a:lnTo>
                    <a:pt x="324175" y="1137453"/>
                  </a:lnTo>
                  <a:lnTo>
                    <a:pt x="324138" y="1137469"/>
                  </a:lnTo>
                  <a:lnTo>
                    <a:pt x="324121" y="1137479"/>
                  </a:lnTo>
                  <a:lnTo>
                    <a:pt x="324095" y="1137488"/>
                  </a:lnTo>
                  <a:lnTo>
                    <a:pt x="324058" y="1137502"/>
                  </a:lnTo>
                  <a:lnTo>
                    <a:pt x="324026" y="1137510"/>
                  </a:lnTo>
                  <a:lnTo>
                    <a:pt x="324002" y="1137516"/>
                  </a:lnTo>
                  <a:lnTo>
                    <a:pt x="323989" y="1137521"/>
                  </a:lnTo>
                  <a:lnTo>
                    <a:pt x="323954" y="1137520"/>
                  </a:lnTo>
                  <a:lnTo>
                    <a:pt x="323900" y="1137514"/>
                  </a:lnTo>
                  <a:lnTo>
                    <a:pt x="323837" y="1137499"/>
                  </a:lnTo>
                  <a:lnTo>
                    <a:pt x="323795" y="1137488"/>
                  </a:lnTo>
                  <a:lnTo>
                    <a:pt x="323762" y="1137480"/>
                  </a:lnTo>
                  <a:lnTo>
                    <a:pt x="323727" y="1137470"/>
                  </a:lnTo>
                  <a:lnTo>
                    <a:pt x="323725" y="1137462"/>
                  </a:lnTo>
                  <a:lnTo>
                    <a:pt x="323741" y="1137418"/>
                  </a:lnTo>
                  <a:lnTo>
                    <a:pt x="323763" y="1137378"/>
                  </a:lnTo>
                  <a:lnTo>
                    <a:pt x="323774" y="1137354"/>
                  </a:lnTo>
                  <a:lnTo>
                    <a:pt x="323779" y="1137328"/>
                  </a:lnTo>
                  <a:lnTo>
                    <a:pt x="323784" y="1137297"/>
                  </a:lnTo>
                  <a:lnTo>
                    <a:pt x="323788" y="1137283"/>
                  </a:lnTo>
                  <a:lnTo>
                    <a:pt x="323812" y="1137238"/>
                  </a:lnTo>
                  <a:lnTo>
                    <a:pt x="323828" y="1137207"/>
                  </a:lnTo>
                  <a:lnTo>
                    <a:pt x="323841" y="1137180"/>
                  </a:lnTo>
                  <a:lnTo>
                    <a:pt x="323862" y="1137148"/>
                  </a:lnTo>
                  <a:lnTo>
                    <a:pt x="323873" y="1137128"/>
                  </a:lnTo>
                  <a:lnTo>
                    <a:pt x="323876" y="1137122"/>
                  </a:lnTo>
                  <a:lnTo>
                    <a:pt x="323876" y="1137115"/>
                  </a:lnTo>
                  <a:lnTo>
                    <a:pt x="323868" y="1137089"/>
                  </a:lnTo>
                  <a:lnTo>
                    <a:pt x="323854" y="1137055"/>
                  </a:lnTo>
                  <a:lnTo>
                    <a:pt x="323847" y="1137018"/>
                  </a:lnTo>
                  <a:lnTo>
                    <a:pt x="323845" y="1136990"/>
                  </a:lnTo>
                  <a:lnTo>
                    <a:pt x="323845" y="1136974"/>
                  </a:lnTo>
                  <a:lnTo>
                    <a:pt x="323850" y="1136952"/>
                  </a:lnTo>
                  <a:lnTo>
                    <a:pt x="323865" y="1136915"/>
                  </a:lnTo>
                  <a:lnTo>
                    <a:pt x="323881" y="1136888"/>
                  </a:lnTo>
                  <a:lnTo>
                    <a:pt x="323886" y="1136875"/>
                  </a:lnTo>
                  <a:lnTo>
                    <a:pt x="323894" y="1136840"/>
                  </a:lnTo>
                  <a:lnTo>
                    <a:pt x="323899" y="1136808"/>
                  </a:lnTo>
                  <a:lnTo>
                    <a:pt x="323897" y="1136777"/>
                  </a:lnTo>
                  <a:lnTo>
                    <a:pt x="323890" y="1136740"/>
                  </a:lnTo>
                  <a:lnTo>
                    <a:pt x="323875" y="1136683"/>
                  </a:lnTo>
                  <a:lnTo>
                    <a:pt x="323867" y="1136652"/>
                  </a:lnTo>
                  <a:lnTo>
                    <a:pt x="323867" y="1136639"/>
                  </a:lnTo>
                  <a:lnTo>
                    <a:pt x="323864" y="1136623"/>
                  </a:lnTo>
                  <a:lnTo>
                    <a:pt x="323856" y="1136594"/>
                  </a:lnTo>
                  <a:lnTo>
                    <a:pt x="323846" y="1136558"/>
                  </a:lnTo>
                  <a:lnTo>
                    <a:pt x="323831" y="1136526"/>
                  </a:lnTo>
                  <a:lnTo>
                    <a:pt x="323813" y="1136498"/>
                  </a:lnTo>
                  <a:lnTo>
                    <a:pt x="323797" y="1136470"/>
                  </a:lnTo>
                  <a:lnTo>
                    <a:pt x="323782" y="1136439"/>
                  </a:lnTo>
                  <a:lnTo>
                    <a:pt x="323770" y="1136421"/>
                  </a:lnTo>
                  <a:lnTo>
                    <a:pt x="323754" y="1136403"/>
                  </a:lnTo>
                  <a:lnTo>
                    <a:pt x="323740" y="1136391"/>
                  </a:lnTo>
                  <a:lnTo>
                    <a:pt x="323724" y="1136377"/>
                  </a:lnTo>
                  <a:lnTo>
                    <a:pt x="323706" y="1136364"/>
                  </a:lnTo>
                  <a:lnTo>
                    <a:pt x="323682" y="1136355"/>
                  </a:lnTo>
                  <a:lnTo>
                    <a:pt x="323665" y="1136349"/>
                  </a:lnTo>
                  <a:lnTo>
                    <a:pt x="323655" y="1136345"/>
                  </a:lnTo>
                  <a:lnTo>
                    <a:pt x="323649" y="1136337"/>
                  </a:lnTo>
                  <a:lnTo>
                    <a:pt x="323633" y="1136316"/>
                  </a:lnTo>
                  <a:lnTo>
                    <a:pt x="323621" y="1136301"/>
                  </a:lnTo>
                  <a:lnTo>
                    <a:pt x="323613" y="1136287"/>
                  </a:lnTo>
                  <a:lnTo>
                    <a:pt x="323611" y="1136282"/>
                  </a:lnTo>
                  <a:lnTo>
                    <a:pt x="323610" y="1136273"/>
                  </a:lnTo>
                  <a:lnTo>
                    <a:pt x="323612" y="1136265"/>
                  </a:lnTo>
                  <a:lnTo>
                    <a:pt x="323614" y="1136247"/>
                  </a:lnTo>
                  <a:lnTo>
                    <a:pt x="323616" y="1136224"/>
                  </a:lnTo>
                  <a:lnTo>
                    <a:pt x="323614" y="1136186"/>
                  </a:lnTo>
                  <a:lnTo>
                    <a:pt x="323616" y="1136176"/>
                  </a:lnTo>
                  <a:lnTo>
                    <a:pt x="323618" y="1136166"/>
                  </a:lnTo>
                  <a:lnTo>
                    <a:pt x="323628" y="1136141"/>
                  </a:lnTo>
                  <a:lnTo>
                    <a:pt x="323644" y="1136111"/>
                  </a:lnTo>
                  <a:lnTo>
                    <a:pt x="323667" y="1136061"/>
                  </a:lnTo>
                  <a:lnTo>
                    <a:pt x="323676" y="1136037"/>
                  </a:lnTo>
                  <a:lnTo>
                    <a:pt x="323678" y="1136029"/>
                  </a:lnTo>
                  <a:lnTo>
                    <a:pt x="323685" y="1136018"/>
                  </a:lnTo>
                  <a:lnTo>
                    <a:pt x="323700" y="1135994"/>
                  </a:lnTo>
                  <a:lnTo>
                    <a:pt x="323718" y="1135962"/>
                  </a:lnTo>
                  <a:lnTo>
                    <a:pt x="323727" y="1135942"/>
                  </a:lnTo>
                  <a:lnTo>
                    <a:pt x="323729" y="1135928"/>
                  </a:lnTo>
                  <a:lnTo>
                    <a:pt x="323729" y="1135899"/>
                  </a:lnTo>
                  <a:lnTo>
                    <a:pt x="323726" y="1135868"/>
                  </a:lnTo>
                  <a:lnTo>
                    <a:pt x="323728" y="1135843"/>
                  </a:lnTo>
                  <a:lnTo>
                    <a:pt x="323737" y="1135812"/>
                  </a:lnTo>
                  <a:lnTo>
                    <a:pt x="323748" y="1135781"/>
                  </a:lnTo>
                  <a:lnTo>
                    <a:pt x="323769" y="1135747"/>
                  </a:lnTo>
                  <a:lnTo>
                    <a:pt x="323789" y="1135721"/>
                  </a:lnTo>
                  <a:lnTo>
                    <a:pt x="323791" y="1135715"/>
                  </a:lnTo>
                  <a:lnTo>
                    <a:pt x="323791" y="1135710"/>
                  </a:lnTo>
                  <a:lnTo>
                    <a:pt x="323784" y="1135697"/>
                  </a:lnTo>
                  <a:lnTo>
                    <a:pt x="323773" y="1135677"/>
                  </a:lnTo>
                  <a:lnTo>
                    <a:pt x="323769" y="1135665"/>
                  </a:lnTo>
                  <a:lnTo>
                    <a:pt x="323766" y="1135625"/>
                  </a:lnTo>
                  <a:lnTo>
                    <a:pt x="323762" y="1135573"/>
                  </a:lnTo>
                  <a:lnTo>
                    <a:pt x="323765" y="1135526"/>
                  </a:lnTo>
                  <a:lnTo>
                    <a:pt x="323764" y="1135502"/>
                  </a:lnTo>
                  <a:lnTo>
                    <a:pt x="323761" y="1135488"/>
                  </a:lnTo>
                  <a:lnTo>
                    <a:pt x="323760" y="1135469"/>
                  </a:lnTo>
                  <a:lnTo>
                    <a:pt x="323762" y="1135454"/>
                  </a:lnTo>
                  <a:lnTo>
                    <a:pt x="323769" y="1135418"/>
                  </a:lnTo>
                  <a:lnTo>
                    <a:pt x="323778" y="1135382"/>
                  </a:lnTo>
                  <a:lnTo>
                    <a:pt x="323784" y="1135352"/>
                  </a:lnTo>
                  <a:lnTo>
                    <a:pt x="323785" y="1135340"/>
                  </a:lnTo>
                  <a:lnTo>
                    <a:pt x="323781" y="1135324"/>
                  </a:lnTo>
                  <a:lnTo>
                    <a:pt x="323771" y="1135304"/>
                  </a:lnTo>
                  <a:lnTo>
                    <a:pt x="323765" y="1135293"/>
                  </a:lnTo>
                  <a:lnTo>
                    <a:pt x="323763" y="1135278"/>
                  </a:lnTo>
                  <a:lnTo>
                    <a:pt x="323766" y="1135238"/>
                  </a:lnTo>
                  <a:lnTo>
                    <a:pt x="323769" y="1135209"/>
                  </a:lnTo>
                  <a:lnTo>
                    <a:pt x="323773" y="1135191"/>
                  </a:lnTo>
                  <a:lnTo>
                    <a:pt x="323778" y="1135177"/>
                  </a:lnTo>
                  <a:lnTo>
                    <a:pt x="323786" y="1135159"/>
                  </a:lnTo>
                  <a:lnTo>
                    <a:pt x="323795" y="1135135"/>
                  </a:lnTo>
                  <a:lnTo>
                    <a:pt x="323801" y="1135119"/>
                  </a:lnTo>
                  <a:lnTo>
                    <a:pt x="323800" y="1135114"/>
                  </a:lnTo>
                  <a:lnTo>
                    <a:pt x="323790" y="1135098"/>
                  </a:lnTo>
                  <a:lnTo>
                    <a:pt x="323784" y="1135081"/>
                  </a:lnTo>
                  <a:lnTo>
                    <a:pt x="323781" y="1135056"/>
                  </a:lnTo>
                  <a:lnTo>
                    <a:pt x="323778" y="1135050"/>
                  </a:lnTo>
                  <a:lnTo>
                    <a:pt x="323773" y="1135044"/>
                  </a:lnTo>
                  <a:lnTo>
                    <a:pt x="323767" y="1135041"/>
                  </a:lnTo>
                  <a:lnTo>
                    <a:pt x="323746" y="1135032"/>
                  </a:lnTo>
                  <a:lnTo>
                    <a:pt x="323724" y="1135024"/>
                  </a:lnTo>
                  <a:lnTo>
                    <a:pt x="323702" y="1135014"/>
                  </a:lnTo>
                  <a:lnTo>
                    <a:pt x="323690" y="1135005"/>
                  </a:lnTo>
                  <a:lnTo>
                    <a:pt x="323671" y="1134985"/>
                  </a:lnTo>
                  <a:lnTo>
                    <a:pt x="323650" y="1134958"/>
                  </a:lnTo>
                  <a:lnTo>
                    <a:pt x="323632" y="1134935"/>
                  </a:lnTo>
                  <a:lnTo>
                    <a:pt x="323621" y="1134918"/>
                  </a:lnTo>
                  <a:lnTo>
                    <a:pt x="323615" y="1134902"/>
                  </a:lnTo>
                  <a:lnTo>
                    <a:pt x="323608" y="1134877"/>
                  </a:lnTo>
                  <a:lnTo>
                    <a:pt x="323603" y="1134856"/>
                  </a:lnTo>
                  <a:lnTo>
                    <a:pt x="323600" y="1134824"/>
                  </a:lnTo>
                  <a:lnTo>
                    <a:pt x="323595" y="1134814"/>
                  </a:lnTo>
                  <a:lnTo>
                    <a:pt x="323587" y="1134806"/>
                  </a:lnTo>
                  <a:lnTo>
                    <a:pt x="323576" y="1134800"/>
                  </a:lnTo>
                  <a:lnTo>
                    <a:pt x="323548" y="1134791"/>
                  </a:lnTo>
                  <a:lnTo>
                    <a:pt x="323505" y="1134777"/>
                  </a:lnTo>
                  <a:lnTo>
                    <a:pt x="323464" y="1134766"/>
                  </a:lnTo>
                  <a:lnTo>
                    <a:pt x="323433" y="1134754"/>
                  </a:lnTo>
                  <a:lnTo>
                    <a:pt x="323406" y="1134746"/>
                  </a:lnTo>
                  <a:lnTo>
                    <a:pt x="323373" y="1134736"/>
                  </a:lnTo>
                  <a:lnTo>
                    <a:pt x="323362" y="1134735"/>
                  </a:lnTo>
                  <a:lnTo>
                    <a:pt x="323355" y="1134736"/>
                  </a:lnTo>
                  <a:lnTo>
                    <a:pt x="323345" y="1134738"/>
                  </a:lnTo>
                  <a:lnTo>
                    <a:pt x="323336" y="1134741"/>
                  </a:lnTo>
                  <a:lnTo>
                    <a:pt x="323323" y="1134742"/>
                  </a:lnTo>
                  <a:lnTo>
                    <a:pt x="323310" y="1134742"/>
                  </a:lnTo>
                  <a:lnTo>
                    <a:pt x="323300" y="1134738"/>
                  </a:lnTo>
                  <a:lnTo>
                    <a:pt x="323275" y="1134719"/>
                  </a:lnTo>
                  <a:lnTo>
                    <a:pt x="323256" y="1134709"/>
                  </a:lnTo>
                  <a:lnTo>
                    <a:pt x="323221" y="1134694"/>
                  </a:lnTo>
                  <a:lnTo>
                    <a:pt x="323211" y="1134692"/>
                  </a:lnTo>
                  <a:lnTo>
                    <a:pt x="323195" y="1134690"/>
                  </a:lnTo>
                  <a:lnTo>
                    <a:pt x="323180" y="1134691"/>
                  </a:lnTo>
                  <a:lnTo>
                    <a:pt x="323162" y="1134693"/>
                  </a:lnTo>
                  <a:lnTo>
                    <a:pt x="323145" y="1134699"/>
                  </a:lnTo>
                  <a:lnTo>
                    <a:pt x="323133" y="1134701"/>
                  </a:lnTo>
                  <a:lnTo>
                    <a:pt x="323126" y="1134701"/>
                  </a:lnTo>
                  <a:lnTo>
                    <a:pt x="323115" y="1134699"/>
                  </a:lnTo>
                  <a:lnTo>
                    <a:pt x="323101" y="1134693"/>
                  </a:lnTo>
                  <a:lnTo>
                    <a:pt x="323084" y="1134684"/>
                  </a:lnTo>
                  <a:lnTo>
                    <a:pt x="323063" y="1134673"/>
                  </a:lnTo>
                  <a:lnTo>
                    <a:pt x="323046" y="1134660"/>
                  </a:lnTo>
                  <a:lnTo>
                    <a:pt x="323018" y="1134636"/>
                  </a:lnTo>
                  <a:lnTo>
                    <a:pt x="323002" y="1134619"/>
                  </a:lnTo>
                  <a:lnTo>
                    <a:pt x="322996" y="1134611"/>
                  </a:lnTo>
                  <a:lnTo>
                    <a:pt x="322995" y="1134604"/>
                  </a:lnTo>
                  <a:lnTo>
                    <a:pt x="322997" y="1134581"/>
                  </a:lnTo>
                  <a:lnTo>
                    <a:pt x="322997" y="1134574"/>
                  </a:lnTo>
                  <a:lnTo>
                    <a:pt x="322994" y="1134563"/>
                  </a:lnTo>
                  <a:lnTo>
                    <a:pt x="322989" y="1134545"/>
                  </a:lnTo>
                  <a:lnTo>
                    <a:pt x="322975" y="1134521"/>
                  </a:lnTo>
                  <a:lnTo>
                    <a:pt x="322965" y="1134506"/>
                  </a:lnTo>
                  <a:lnTo>
                    <a:pt x="322950" y="1134486"/>
                  </a:lnTo>
                  <a:lnTo>
                    <a:pt x="322946" y="1134478"/>
                  </a:lnTo>
                  <a:lnTo>
                    <a:pt x="322944" y="1134473"/>
                  </a:lnTo>
                  <a:lnTo>
                    <a:pt x="322942" y="1134464"/>
                  </a:lnTo>
                  <a:lnTo>
                    <a:pt x="322944" y="1134442"/>
                  </a:lnTo>
                  <a:lnTo>
                    <a:pt x="322947" y="1134429"/>
                  </a:lnTo>
                  <a:lnTo>
                    <a:pt x="322947" y="1134416"/>
                  </a:lnTo>
                  <a:lnTo>
                    <a:pt x="322946" y="1134405"/>
                  </a:lnTo>
                  <a:lnTo>
                    <a:pt x="322941" y="1134383"/>
                  </a:lnTo>
                  <a:lnTo>
                    <a:pt x="322936" y="1134355"/>
                  </a:lnTo>
                  <a:lnTo>
                    <a:pt x="322933" y="1134335"/>
                  </a:lnTo>
                  <a:lnTo>
                    <a:pt x="322927" y="1134300"/>
                  </a:lnTo>
                  <a:lnTo>
                    <a:pt x="322925" y="1134280"/>
                  </a:lnTo>
                  <a:lnTo>
                    <a:pt x="322922" y="1134259"/>
                  </a:lnTo>
                  <a:lnTo>
                    <a:pt x="322919" y="1134250"/>
                  </a:lnTo>
                  <a:lnTo>
                    <a:pt x="322911" y="1134236"/>
                  </a:lnTo>
                  <a:lnTo>
                    <a:pt x="322906" y="1134225"/>
                  </a:lnTo>
                  <a:lnTo>
                    <a:pt x="322906" y="1134219"/>
                  </a:lnTo>
                  <a:lnTo>
                    <a:pt x="322904" y="1134215"/>
                  </a:lnTo>
                  <a:lnTo>
                    <a:pt x="322900" y="1134203"/>
                  </a:lnTo>
                  <a:lnTo>
                    <a:pt x="322898" y="1134192"/>
                  </a:lnTo>
                  <a:lnTo>
                    <a:pt x="322896" y="1134185"/>
                  </a:lnTo>
                  <a:lnTo>
                    <a:pt x="322886" y="1134174"/>
                  </a:lnTo>
                  <a:lnTo>
                    <a:pt x="322880" y="1134173"/>
                  </a:lnTo>
                  <a:lnTo>
                    <a:pt x="322859" y="1134173"/>
                  </a:lnTo>
                  <a:lnTo>
                    <a:pt x="322841" y="1134174"/>
                  </a:lnTo>
                  <a:lnTo>
                    <a:pt x="322831" y="1134173"/>
                  </a:lnTo>
                  <a:lnTo>
                    <a:pt x="322817" y="1134166"/>
                  </a:lnTo>
                  <a:lnTo>
                    <a:pt x="322777" y="1134134"/>
                  </a:lnTo>
                  <a:lnTo>
                    <a:pt x="322756" y="1134118"/>
                  </a:lnTo>
                  <a:lnTo>
                    <a:pt x="322727" y="1134100"/>
                  </a:lnTo>
                  <a:lnTo>
                    <a:pt x="322685" y="1134074"/>
                  </a:lnTo>
                  <a:lnTo>
                    <a:pt x="322669" y="1134064"/>
                  </a:lnTo>
                  <a:lnTo>
                    <a:pt x="322664" y="1134055"/>
                  </a:lnTo>
                  <a:lnTo>
                    <a:pt x="322664" y="1134043"/>
                  </a:lnTo>
                  <a:lnTo>
                    <a:pt x="322667" y="1134030"/>
                  </a:lnTo>
                  <a:lnTo>
                    <a:pt x="322673" y="1134008"/>
                  </a:lnTo>
                  <a:lnTo>
                    <a:pt x="322675" y="1133996"/>
                  </a:lnTo>
                  <a:lnTo>
                    <a:pt x="322675" y="1133979"/>
                  </a:lnTo>
                  <a:lnTo>
                    <a:pt x="322672" y="1133962"/>
                  </a:lnTo>
                  <a:lnTo>
                    <a:pt x="322659" y="1133914"/>
                  </a:lnTo>
                  <a:lnTo>
                    <a:pt x="322653" y="1133898"/>
                  </a:lnTo>
                  <a:lnTo>
                    <a:pt x="322642" y="1133878"/>
                  </a:lnTo>
                  <a:lnTo>
                    <a:pt x="322614" y="1133840"/>
                  </a:lnTo>
                  <a:lnTo>
                    <a:pt x="322605" y="1133827"/>
                  </a:lnTo>
                  <a:lnTo>
                    <a:pt x="322593" y="1133819"/>
                  </a:lnTo>
                  <a:lnTo>
                    <a:pt x="322581" y="1133814"/>
                  </a:lnTo>
                  <a:lnTo>
                    <a:pt x="322563" y="1133806"/>
                  </a:lnTo>
                  <a:lnTo>
                    <a:pt x="322550" y="1133797"/>
                  </a:lnTo>
                  <a:lnTo>
                    <a:pt x="322526" y="1133773"/>
                  </a:lnTo>
                  <a:lnTo>
                    <a:pt x="322521" y="1133763"/>
                  </a:lnTo>
                  <a:lnTo>
                    <a:pt x="322516" y="1133749"/>
                  </a:lnTo>
                  <a:lnTo>
                    <a:pt x="322514" y="1133734"/>
                  </a:lnTo>
                  <a:lnTo>
                    <a:pt x="322505" y="1133707"/>
                  </a:lnTo>
                  <a:lnTo>
                    <a:pt x="322498" y="1133690"/>
                  </a:lnTo>
                  <a:lnTo>
                    <a:pt x="322496" y="1133674"/>
                  </a:lnTo>
                  <a:lnTo>
                    <a:pt x="322493" y="1133663"/>
                  </a:lnTo>
                  <a:lnTo>
                    <a:pt x="322484" y="1133650"/>
                  </a:lnTo>
                  <a:lnTo>
                    <a:pt x="322460" y="1133609"/>
                  </a:lnTo>
                  <a:lnTo>
                    <a:pt x="322450" y="1133595"/>
                  </a:lnTo>
                  <a:lnTo>
                    <a:pt x="322441" y="1133588"/>
                  </a:lnTo>
                  <a:lnTo>
                    <a:pt x="322432" y="1133587"/>
                  </a:lnTo>
                  <a:lnTo>
                    <a:pt x="322421" y="1133587"/>
                  </a:lnTo>
                  <a:lnTo>
                    <a:pt x="322399" y="1133592"/>
                  </a:lnTo>
                  <a:lnTo>
                    <a:pt x="322373" y="1133599"/>
                  </a:lnTo>
                  <a:lnTo>
                    <a:pt x="322343" y="1133607"/>
                  </a:lnTo>
                  <a:lnTo>
                    <a:pt x="322323" y="1133613"/>
                  </a:lnTo>
                  <a:lnTo>
                    <a:pt x="322316" y="1133613"/>
                  </a:lnTo>
                  <a:lnTo>
                    <a:pt x="322308" y="1133611"/>
                  </a:lnTo>
                  <a:lnTo>
                    <a:pt x="322298" y="1133605"/>
                  </a:lnTo>
                  <a:lnTo>
                    <a:pt x="322291" y="1133603"/>
                  </a:lnTo>
                  <a:lnTo>
                    <a:pt x="322277" y="1133601"/>
                  </a:lnTo>
                  <a:lnTo>
                    <a:pt x="322210" y="1133603"/>
                  </a:lnTo>
                  <a:lnTo>
                    <a:pt x="322191" y="1133603"/>
                  </a:lnTo>
                  <a:lnTo>
                    <a:pt x="322182" y="1133602"/>
                  </a:lnTo>
                  <a:lnTo>
                    <a:pt x="322173" y="1133598"/>
                  </a:lnTo>
                  <a:lnTo>
                    <a:pt x="322164" y="1133588"/>
                  </a:lnTo>
                  <a:lnTo>
                    <a:pt x="322154" y="1133573"/>
                  </a:lnTo>
                  <a:lnTo>
                    <a:pt x="322131" y="1133530"/>
                  </a:lnTo>
                  <a:lnTo>
                    <a:pt x="322120" y="1133510"/>
                  </a:lnTo>
                  <a:lnTo>
                    <a:pt x="322119" y="1133497"/>
                  </a:lnTo>
                  <a:lnTo>
                    <a:pt x="322120" y="1133485"/>
                  </a:lnTo>
                  <a:lnTo>
                    <a:pt x="322126" y="1133472"/>
                  </a:lnTo>
                  <a:lnTo>
                    <a:pt x="322132" y="1133460"/>
                  </a:lnTo>
                  <a:lnTo>
                    <a:pt x="322136" y="1133447"/>
                  </a:lnTo>
                  <a:lnTo>
                    <a:pt x="322135" y="1133435"/>
                  </a:lnTo>
                  <a:lnTo>
                    <a:pt x="322128" y="1133411"/>
                  </a:lnTo>
                  <a:lnTo>
                    <a:pt x="322120" y="1133387"/>
                  </a:lnTo>
                  <a:lnTo>
                    <a:pt x="322119" y="1133373"/>
                  </a:lnTo>
                  <a:lnTo>
                    <a:pt x="322118" y="1133340"/>
                  </a:lnTo>
                  <a:lnTo>
                    <a:pt x="322119" y="1133327"/>
                  </a:lnTo>
                  <a:lnTo>
                    <a:pt x="322118" y="1133320"/>
                  </a:lnTo>
                  <a:lnTo>
                    <a:pt x="322116" y="1133308"/>
                  </a:lnTo>
                  <a:lnTo>
                    <a:pt x="322113" y="1133293"/>
                  </a:lnTo>
                  <a:lnTo>
                    <a:pt x="322114" y="1133280"/>
                  </a:lnTo>
                  <a:lnTo>
                    <a:pt x="322115" y="1133264"/>
                  </a:lnTo>
                  <a:lnTo>
                    <a:pt x="322123" y="1133232"/>
                  </a:lnTo>
                  <a:lnTo>
                    <a:pt x="322124" y="1133219"/>
                  </a:lnTo>
                  <a:lnTo>
                    <a:pt x="322124" y="1133212"/>
                  </a:lnTo>
                  <a:lnTo>
                    <a:pt x="322120" y="1133200"/>
                  </a:lnTo>
                  <a:lnTo>
                    <a:pt x="322110" y="1133181"/>
                  </a:lnTo>
                  <a:lnTo>
                    <a:pt x="322087" y="1133149"/>
                  </a:lnTo>
                  <a:lnTo>
                    <a:pt x="322080" y="1133137"/>
                  </a:lnTo>
                  <a:lnTo>
                    <a:pt x="322068" y="1133084"/>
                  </a:lnTo>
                  <a:lnTo>
                    <a:pt x="322063" y="1133056"/>
                  </a:lnTo>
                  <a:lnTo>
                    <a:pt x="322057" y="1133008"/>
                  </a:lnTo>
                  <a:lnTo>
                    <a:pt x="322056" y="1132985"/>
                  </a:lnTo>
                  <a:lnTo>
                    <a:pt x="322060" y="1132942"/>
                  </a:lnTo>
                  <a:lnTo>
                    <a:pt x="322058" y="1132920"/>
                  </a:lnTo>
                  <a:lnTo>
                    <a:pt x="322056" y="1132908"/>
                  </a:lnTo>
                  <a:lnTo>
                    <a:pt x="322052" y="1132897"/>
                  </a:lnTo>
                  <a:lnTo>
                    <a:pt x="322040" y="1132891"/>
                  </a:lnTo>
                  <a:lnTo>
                    <a:pt x="322021" y="1132888"/>
                  </a:lnTo>
                  <a:lnTo>
                    <a:pt x="322001" y="1132887"/>
                  </a:lnTo>
                  <a:lnTo>
                    <a:pt x="321976" y="1132889"/>
                  </a:lnTo>
                  <a:lnTo>
                    <a:pt x="321958" y="1132889"/>
                  </a:lnTo>
                  <a:lnTo>
                    <a:pt x="321942" y="1132888"/>
                  </a:lnTo>
                  <a:lnTo>
                    <a:pt x="321925" y="1132883"/>
                  </a:lnTo>
                  <a:lnTo>
                    <a:pt x="321915" y="1132878"/>
                  </a:lnTo>
                  <a:lnTo>
                    <a:pt x="321904" y="1132871"/>
                  </a:lnTo>
                  <a:lnTo>
                    <a:pt x="321891" y="1132858"/>
                  </a:lnTo>
                  <a:lnTo>
                    <a:pt x="321873" y="1132841"/>
                  </a:lnTo>
                  <a:lnTo>
                    <a:pt x="321846" y="1132820"/>
                  </a:lnTo>
                  <a:lnTo>
                    <a:pt x="321828" y="1132811"/>
                  </a:lnTo>
                  <a:lnTo>
                    <a:pt x="321805" y="1132802"/>
                  </a:lnTo>
                  <a:lnTo>
                    <a:pt x="321783" y="1132793"/>
                  </a:lnTo>
                  <a:lnTo>
                    <a:pt x="321759" y="1132779"/>
                  </a:lnTo>
                  <a:lnTo>
                    <a:pt x="321752" y="1132771"/>
                  </a:lnTo>
                  <a:lnTo>
                    <a:pt x="321740" y="1132763"/>
                  </a:lnTo>
                  <a:lnTo>
                    <a:pt x="321728" y="1132760"/>
                  </a:lnTo>
                  <a:lnTo>
                    <a:pt x="321711" y="1132758"/>
                  </a:lnTo>
                  <a:lnTo>
                    <a:pt x="321699" y="1132757"/>
                  </a:lnTo>
                  <a:lnTo>
                    <a:pt x="321694" y="1132751"/>
                  </a:lnTo>
                  <a:lnTo>
                    <a:pt x="321699" y="1132747"/>
                  </a:lnTo>
                  <a:lnTo>
                    <a:pt x="321719" y="1132738"/>
                  </a:lnTo>
                  <a:lnTo>
                    <a:pt x="321736" y="1132726"/>
                  </a:lnTo>
                  <a:lnTo>
                    <a:pt x="321756" y="1132707"/>
                  </a:lnTo>
                  <a:lnTo>
                    <a:pt x="321766" y="1132694"/>
                  </a:lnTo>
                  <a:lnTo>
                    <a:pt x="321769" y="1132685"/>
                  </a:lnTo>
                  <a:lnTo>
                    <a:pt x="321770" y="1132677"/>
                  </a:lnTo>
                  <a:lnTo>
                    <a:pt x="321768" y="1132667"/>
                  </a:lnTo>
                  <a:lnTo>
                    <a:pt x="321758" y="1132647"/>
                  </a:lnTo>
                  <a:lnTo>
                    <a:pt x="321748" y="1132629"/>
                  </a:lnTo>
                  <a:lnTo>
                    <a:pt x="321737" y="1132613"/>
                  </a:lnTo>
                  <a:lnTo>
                    <a:pt x="321714" y="1132592"/>
                  </a:lnTo>
                  <a:lnTo>
                    <a:pt x="321705" y="1132580"/>
                  </a:lnTo>
                  <a:lnTo>
                    <a:pt x="321698" y="1132567"/>
                  </a:lnTo>
                  <a:lnTo>
                    <a:pt x="321696" y="1132561"/>
                  </a:lnTo>
                  <a:lnTo>
                    <a:pt x="321698" y="1132554"/>
                  </a:lnTo>
                  <a:lnTo>
                    <a:pt x="321706" y="1132544"/>
                  </a:lnTo>
                  <a:lnTo>
                    <a:pt x="321730" y="1132528"/>
                  </a:lnTo>
                  <a:lnTo>
                    <a:pt x="321749" y="1132519"/>
                  </a:lnTo>
                  <a:lnTo>
                    <a:pt x="321786" y="1132509"/>
                  </a:lnTo>
                  <a:lnTo>
                    <a:pt x="321835" y="1132492"/>
                  </a:lnTo>
                  <a:lnTo>
                    <a:pt x="321847" y="1132487"/>
                  </a:lnTo>
                  <a:lnTo>
                    <a:pt x="321867" y="1132484"/>
                  </a:lnTo>
                  <a:lnTo>
                    <a:pt x="321890" y="1132483"/>
                  </a:lnTo>
                  <a:lnTo>
                    <a:pt x="321903" y="1132480"/>
                  </a:lnTo>
                  <a:lnTo>
                    <a:pt x="321912" y="1132476"/>
                  </a:lnTo>
                  <a:lnTo>
                    <a:pt x="321960" y="1132450"/>
                  </a:lnTo>
                  <a:lnTo>
                    <a:pt x="322073" y="1132391"/>
                  </a:lnTo>
                  <a:lnTo>
                    <a:pt x="322137" y="1132359"/>
                  </a:lnTo>
                  <a:lnTo>
                    <a:pt x="322153" y="1132347"/>
                  </a:lnTo>
                  <a:lnTo>
                    <a:pt x="322163" y="1132337"/>
                  </a:lnTo>
                  <a:lnTo>
                    <a:pt x="322172" y="1132323"/>
                  </a:lnTo>
                  <a:lnTo>
                    <a:pt x="322174" y="1132311"/>
                  </a:lnTo>
                  <a:lnTo>
                    <a:pt x="322174" y="1132290"/>
                  </a:lnTo>
                  <a:lnTo>
                    <a:pt x="322173" y="1132274"/>
                  </a:lnTo>
                  <a:lnTo>
                    <a:pt x="322178" y="1132219"/>
                  </a:lnTo>
                  <a:lnTo>
                    <a:pt x="322182" y="1132197"/>
                  </a:lnTo>
                  <a:lnTo>
                    <a:pt x="322186" y="1132155"/>
                  </a:lnTo>
                  <a:lnTo>
                    <a:pt x="322191" y="1132135"/>
                  </a:lnTo>
                  <a:lnTo>
                    <a:pt x="322202" y="1132105"/>
                  </a:lnTo>
                  <a:lnTo>
                    <a:pt x="322205" y="1132092"/>
                  </a:lnTo>
                  <a:lnTo>
                    <a:pt x="322207" y="1132075"/>
                  </a:lnTo>
                  <a:lnTo>
                    <a:pt x="322206" y="1132060"/>
                  </a:lnTo>
                  <a:lnTo>
                    <a:pt x="322204" y="1132054"/>
                  </a:lnTo>
                  <a:lnTo>
                    <a:pt x="322197" y="1132051"/>
                  </a:lnTo>
                  <a:lnTo>
                    <a:pt x="322175" y="1132048"/>
                  </a:lnTo>
                  <a:lnTo>
                    <a:pt x="322133" y="1132043"/>
                  </a:lnTo>
                  <a:lnTo>
                    <a:pt x="322115" y="1132039"/>
                  </a:lnTo>
                  <a:lnTo>
                    <a:pt x="322094" y="1132037"/>
                  </a:lnTo>
                  <a:lnTo>
                    <a:pt x="322084" y="1132034"/>
                  </a:lnTo>
                  <a:lnTo>
                    <a:pt x="322079" y="1132022"/>
                  </a:lnTo>
                  <a:lnTo>
                    <a:pt x="322065" y="1132000"/>
                  </a:lnTo>
                  <a:lnTo>
                    <a:pt x="322051" y="1131978"/>
                  </a:lnTo>
                  <a:lnTo>
                    <a:pt x="322041" y="1131968"/>
                  </a:lnTo>
                  <a:lnTo>
                    <a:pt x="322036" y="1131960"/>
                  </a:lnTo>
                  <a:lnTo>
                    <a:pt x="322027" y="1131940"/>
                  </a:lnTo>
                  <a:lnTo>
                    <a:pt x="322016" y="1131898"/>
                  </a:lnTo>
                  <a:lnTo>
                    <a:pt x="322009" y="1131884"/>
                  </a:lnTo>
                  <a:lnTo>
                    <a:pt x="322003" y="1131874"/>
                  </a:lnTo>
                  <a:lnTo>
                    <a:pt x="321998" y="1131866"/>
                  </a:lnTo>
                  <a:lnTo>
                    <a:pt x="321993" y="1131863"/>
                  </a:lnTo>
                  <a:lnTo>
                    <a:pt x="321988" y="1131861"/>
                  </a:lnTo>
                  <a:lnTo>
                    <a:pt x="321980" y="1131859"/>
                  </a:lnTo>
                  <a:lnTo>
                    <a:pt x="321967" y="1131858"/>
                  </a:lnTo>
                  <a:lnTo>
                    <a:pt x="321948" y="1131859"/>
                  </a:lnTo>
                  <a:lnTo>
                    <a:pt x="321925" y="1131863"/>
                  </a:lnTo>
                  <a:lnTo>
                    <a:pt x="321918" y="1131863"/>
                  </a:lnTo>
                  <a:lnTo>
                    <a:pt x="321907" y="1131860"/>
                  </a:lnTo>
                  <a:lnTo>
                    <a:pt x="321884" y="1131846"/>
                  </a:lnTo>
                  <a:lnTo>
                    <a:pt x="321852" y="1131828"/>
                  </a:lnTo>
                  <a:lnTo>
                    <a:pt x="321820" y="1131809"/>
                  </a:lnTo>
                  <a:lnTo>
                    <a:pt x="321797" y="1131790"/>
                  </a:lnTo>
                  <a:lnTo>
                    <a:pt x="321776" y="1131767"/>
                  </a:lnTo>
                  <a:lnTo>
                    <a:pt x="321744" y="1131726"/>
                  </a:lnTo>
                  <a:lnTo>
                    <a:pt x="321732" y="1131712"/>
                  </a:lnTo>
                  <a:lnTo>
                    <a:pt x="321724" y="1131706"/>
                  </a:lnTo>
                  <a:lnTo>
                    <a:pt x="321718" y="1131704"/>
                  </a:lnTo>
                  <a:lnTo>
                    <a:pt x="321711" y="1131703"/>
                  </a:lnTo>
                  <a:lnTo>
                    <a:pt x="321698" y="1131706"/>
                  </a:lnTo>
                  <a:lnTo>
                    <a:pt x="321684" y="1131706"/>
                  </a:lnTo>
                  <a:lnTo>
                    <a:pt x="321663" y="1131702"/>
                  </a:lnTo>
                  <a:lnTo>
                    <a:pt x="321647" y="1131699"/>
                  </a:lnTo>
                  <a:lnTo>
                    <a:pt x="321634" y="1131694"/>
                  </a:lnTo>
                  <a:lnTo>
                    <a:pt x="321614" y="1131687"/>
                  </a:lnTo>
                  <a:lnTo>
                    <a:pt x="321564" y="1131676"/>
                  </a:lnTo>
                  <a:lnTo>
                    <a:pt x="321532" y="1131670"/>
                  </a:lnTo>
                  <a:lnTo>
                    <a:pt x="321523" y="1131667"/>
                  </a:lnTo>
                  <a:lnTo>
                    <a:pt x="321515" y="1131661"/>
                  </a:lnTo>
                  <a:lnTo>
                    <a:pt x="321512" y="1131655"/>
                  </a:lnTo>
                  <a:lnTo>
                    <a:pt x="321511" y="1131645"/>
                  </a:lnTo>
                  <a:lnTo>
                    <a:pt x="321511" y="1131631"/>
                  </a:lnTo>
                  <a:lnTo>
                    <a:pt x="321515" y="1131601"/>
                  </a:lnTo>
                  <a:lnTo>
                    <a:pt x="321519" y="1131583"/>
                  </a:lnTo>
                  <a:lnTo>
                    <a:pt x="321521" y="1131567"/>
                  </a:lnTo>
                  <a:lnTo>
                    <a:pt x="321521" y="1131544"/>
                  </a:lnTo>
                  <a:lnTo>
                    <a:pt x="321522" y="1131524"/>
                  </a:lnTo>
                  <a:lnTo>
                    <a:pt x="321525" y="1131504"/>
                  </a:lnTo>
                  <a:lnTo>
                    <a:pt x="321534" y="1131483"/>
                  </a:lnTo>
                  <a:lnTo>
                    <a:pt x="321541" y="1131469"/>
                  </a:lnTo>
                  <a:lnTo>
                    <a:pt x="321542" y="1131460"/>
                  </a:lnTo>
                  <a:lnTo>
                    <a:pt x="321542" y="1131447"/>
                  </a:lnTo>
                  <a:lnTo>
                    <a:pt x="321541" y="1131435"/>
                  </a:lnTo>
                  <a:lnTo>
                    <a:pt x="321543" y="1131427"/>
                  </a:lnTo>
                  <a:lnTo>
                    <a:pt x="321546" y="1131412"/>
                  </a:lnTo>
                  <a:lnTo>
                    <a:pt x="321549" y="1131400"/>
                  </a:lnTo>
                  <a:lnTo>
                    <a:pt x="321550" y="1131390"/>
                  </a:lnTo>
                  <a:lnTo>
                    <a:pt x="321545" y="1131377"/>
                  </a:lnTo>
                  <a:lnTo>
                    <a:pt x="321539" y="1131366"/>
                  </a:lnTo>
                  <a:lnTo>
                    <a:pt x="321530" y="1131358"/>
                  </a:lnTo>
                  <a:lnTo>
                    <a:pt x="321520" y="1131354"/>
                  </a:lnTo>
                  <a:lnTo>
                    <a:pt x="321503" y="1131353"/>
                  </a:lnTo>
                  <a:lnTo>
                    <a:pt x="321469" y="1131351"/>
                  </a:lnTo>
                  <a:lnTo>
                    <a:pt x="321452" y="1131347"/>
                  </a:lnTo>
                  <a:lnTo>
                    <a:pt x="321434" y="1131340"/>
                  </a:lnTo>
                  <a:lnTo>
                    <a:pt x="321413" y="1131328"/>
                  </a:lnTo>
                  <a:lnTo>
                    <a:pt x="321407" y="1131325"/>
                  </a:lnTo>
                  <a:lnTo>
                    <a:pt x="321398" y="1131320"/>
                  </a:lnTo>
                  <a:lnTo>
                    <a:pt x="321382" y="1131314"/>
                  </a:lnTo>
                  <a:lnTo>
                    <a:pt x="321368" y="1131302"/>
                  </a:lnTo>
                  <a:lnTo>
                    <a:pt x="321376" y="1131294"/>
                  </a:lnTo>
                  <a:lnTo>
                    <a:pt x="321380" y="1131263"/>
                  </a:lnTo>
                  <a:lnTo>
                    <a:pt x="321386" y="1131226"/>
                  </a:lnTo>
                  <a:lnTo>
                    <a:pt x="321397" y="1131173"/>
                  </a:lnTo>
                  <a:lnTo>
                    <a:pt x="321420" y="1131139"/>
                  </a:lnTo>
                  <a:lnTo>
                    <a:pt x="321471" y="1131051"/>
                  </a:lnTo>
                  <a:lnTo>
                    <a:pt x="321482" y="1131020"/>
                  </a:lnTo>
                  <a:lnTo>
                    <a:pt x="321501" y="1130949"/>
                  </a:lnTo>
                  <a:lnTo>
                    <a:pt x="321529" y="1130885"/>
                  </a:lnTo>
                  <a:lnTo>
                    <a:pt x="321551" y="1130815"/>
                  </a:lnTo>
                  <a:lnTo>
                    <a:pt x="321542" y="1130790"/>
                  </a:lnTo>
                  <a:lnTo>
                    <a:pt x="321506" y="1130751"/>
                  </a:lnTo>
                  <a:lnTo>
                    <a:pt x="321482" y="1130714"/>
                  </a:lnTo>
                  <a:lnTo>
                    <a:pt x="321476" y="1130666"/>
                  </a:lnTo>
                  <a:lnTo>
                    <a:pt x="321483" y="1130618"/>
                  </a:lnTo>
                  <a:lnTo>
                    <a:pt x="321497" y="1130551"/>
                  </a:lnTo>
                  <a:lnTo>
                    <a:pt x="321522" y="1130506"/>
                  </a:lnTo>
                  <a:lnTo>
                    <a:pt x="321562" y="1130476"/>
                  </a:lnTo>
                  <a:lnTo>
                    <a:pt x="321585" y="1130451"/>
                  </a:lnTo>
                  <a:lnTo>
                    <a:pt x="321596" y="1130405"/>
                  </a:lnTo>
                  <a:lnTo>
                    <a:pt x="321611" y="1130352"/>
                  </a:lnTo>
                  <a:lnTo>
                    <a:pt x="321606" y="1130318"/>
                  </a:lnTo>
                  <a:lnTo>
                    <a:pt x="321550" y="1130281"/>
                  </a:lnTo>
                  <a:lnTo>
                    <a:pt x="321463" y="1130261"/>
                  </a:lnTo>
                  <a:lnTo>
                    <a:pt x="321349" y="1130238"/>
                  </a:lnTo>
                  <a:lnTo>
                    <a:pt x="321274" y="1130230"/>
                  </a:lnTo>
                  <a:lnTo>
                    <a:pt x="321206" y="1130235"/>
                  </a:lnTo>
                  <a:lnTo>
                    <a:pt x="321175" y="1130224"/>
                  </a:lnTo>
                  <a:lnTo>
                    <a:pt x="321153" y="1130195"/>
                  </a:lnTo>
                  <a:lnTo>
                    <a:pt x="321129" y="1130135"/>
                  </a:lnTo>
                  <a:lnTo>
                    <a:pt x="321113" y="1130100"/>
                  </a:lnTo>
                  <a:lnTo>
                    <a:pt x="321072" y="1130079"/>
                  </a:lnTo>
                  <a:lnTo>
                    <a:pt x="321025" y="1130070"/>
                  </a:lnTo>
                  <a:lnTo>
                    <a:pt x="320972" y="1130059"/>
                  </a:lnTo>
                  <a:lnTo>
                    <a:pt x="320917" y="1130033"/>
                  </a:lnTo>
                  <a:lnTo>
                    <a:pt x="320841" y="1130021"/>
                  </a:lnTo>
                  <a:lnTo>
                    <a:pt x="320799" y="1130013"/>
                  </a:lnTo>
                  <a:lnTo>
                    <a:pt x="320759" y="1129988"/>
                  </a:lnTo>
                  <a:lnTo>
                    <a:pt x="320716" y="1129948"/>
                  </a:lnTo>
                  <a:lnTo>
                    <a:pt x="320659" y="1129886"/>
                  </a:lnTo>
                  <a:lnTo>
                    <a:pt x="320631" y="1129837"/>
                  </a:lnTo>
                  <a:lnTo>
                    <a:pt x="320627" y="1129799"/>
                  </a:lnTo>
                  <a:lnTo>
                    <a:pt x="320627" y="1129756"/>
                  </a:lnTo>
                  <a:lnTo>
                    <a:pt x="320623" y="1129710"/>
                  </a:lnTo>
                  <a:lnTo>
                    <a:pt x="320606" y="1129669"/>
                  </a:lnTo>
                  <a:lnTo>
                    <a:pt x="320569" y="1129643"/>
                  </a:lnTo>
                  <a:lnTo>
                    <a:pt x="320554" y="1129620"/>
                  </a:lnTo>
                  <a:lnTo>
                    <a:pt x="320524" y="1129598"/>
                  </a:lnTo>
                  <a:lnTo>
                    <a:pt x="320467" y="1129553"/>
                  </a:lnTo>
                  <a:lnTo>
                    <a:pt x="320435" y="1129520"/>
                  </a:lnTo>
                  <a:lnTo>
                    <a:pt x="320396" y="1129514"/>
                  </a:lnTo>
                  <a:lnTo>
                    <a:pt x="320357" y="1129503"/>
                  </a:lnTo>
                  <a:lnTo>
                    <a:pt x="320313" y="1129476"/>
                  </a:lnTo>
                  <a:lnTo>
                    <a:pt x="320300" y="1129473"/>
                  </a:lnTo>
                  <a:lnTo>
                    <a:pt x="320262" y="1129461"/>
                  </a:lnTo>
                  <a:lnTo>
                    <a:pt x="320245" y="1129456"/>
                  </a:lnTo>
                  <a:lnTo>
                    <a:pt x="320225" y="1129463"/>
                  </a:lnTo>
                  <a:lnTo>
                    <a:pt x="320197" y="1129463"/>
                  </a:lnTo>
                  <a:lnTo>
                    <a:pt x="320191" y="1129462"/>
                  </a:lnTo>
                  <a:lnTo>
                    <a:pt x="320164" y="1129446"/>
                  </a:lnTo>
                  <a:lnTo>
                    <a:pt x="320141" y="1129439"/>
                  </a:lnTo>
                  <a:lnTo>
                    <a:pt x="320116" y="1129433"/>
                  </a:lnTo>
                  <a:lnTo>
                    <a:pt x="320090" y="1129430"/>
                  </a:lnTo>
                  <a:lnTo>
                    <a:pt x="320081" y="1129428"/>
                  </a:lnTo>
                  <a:lnTo>
                    <a:pt x="320075" y="1129419"/>
                  </a:lnTo>
                  <a:lnTo>
                    <a:pt x="320060" y="1129398"/>
                  </a:lnTo>
                  <a:lnTo>
                    <a:pt x="320043" y="1129384"/>
                  </a:lnTo>
                  <a:lnTo>
                    <a:pt x="320010" y="1129368"/>
                  </a:lnTo>
                  <a:lnTo>
                    <a:pt x="319990" y="1129354"/>
                  </a:lnTo>
                  <a:lnTo>
                    <a:pt x="319976" y="1129348"/>
                  </a:lnTo>
                  <a:lnTo>
                    <a:pt x="319965" y="1129346"/>
                  </a:lnTo>
                  <a:lnTo>
                    <a:pt x="319921" y="1129333"/>
                  </a:lnTo>
                  <a:lnTo>
                    <a:pt x="319894" y="1129319"/>
                  </a:lnTo>
                  <a:lnTo>
                    <a:pt x="319851" y="1129306"/>
                  </a:lnTo>
                  <a:lnTo>
                    <a:pt x="319832" y="1129302"/>
                  </a:lnTo>
                  <a:lnTo>
                    <a:pt x="319803" y="1129306"/>
                  </a:lnTo>
                  <a:lnTo>
                    <a:pt x="319727" y="1129330"/>
                  </a:lnTo>
                  <a:lnTo>
                    <a:pt x="319696" y="1129320"/>
                  </a:lnTo>
                  <a:lnTo>
                    <a:pt x="319647" y="1129299"/>
                  </a:lnTo>
                  <a:lnTo>
                    <a:pt x="319618" y="1129277"/>
                  </a:lnTo>
                  <a:lnTo>
                    <a:pt x="319604" y="1129267"/>
                  </a:lnTo>
                  <a:lnTo>
                    <a:pt x="319591" y="1129252"/>
                  </a:lnTo>
                  <a:lnTo>
                    <a:pt x="319573" y="1129231"/>
                  </a:lnTo>
                  <a:lnTo>
                    <a:pt x="319552" y="1129205"/>
                  </a:lnTo>
                  <a:lnTo>
                    <a:pt x="319532" y="1129172"/>
                  </a:lnTo>
                  <a:lnTo>
                    <a:pt x="319517" y="1129155"/>
                  </a:lnTo>
                  <a:lnTo>
                    <a:pt x="319507" y="1129155"/>
                  </a:lnTo>
                  <a:lnTo>
                    <a:pt x="319465" y="1129164"/>
                  </a:lnTo>
                  <a:lnTo>
                    <a:pt x="319406" y="1129179"/>
                  </a:lnTo>
                  <a:lnTo>
                    <a:pt x="319357" y="1129192"/>
                  </a:lnTo>
                  <a:lnTo>
                    <a:pt x="319313" y="1129208"/>
                  </a:lnTo>
                  <a:lnTo>
                    <a:pt x="319264" y="1129210"/>
                  </a:lnTo>
                  <a:lnTo>
                    <a:pt x="319237" y="1129203"/>
                  </a:lnTo>
                  <a:lnTo>
                    <a:pt x="319192" y="1129196"/>
                  </a:lnTo>
                  <a:lnTo>
                    <a:pt x="319147" y="1129198"/>
                  </a:lnTo>
                  <a:lnTo>
                    <a:pt x="319105" y="1129210"/>
                  </a:lnTo>
                  <a:lnTo>
                    <a:pt x="319069" y="1129211"/>
                  </a:lnTo>
                  <a:lnTo>
                    <a:pt x="319025" y="1129213"/>
                  </a:lnTo>
                  <a:lnTo>
                    <a:pt x="318968" y="1129211"/>
                  </a:lnTo>
                  <a:lnTo>
                    <a:pt x="318922" y="1129217"/>
                  </a:lnTo>
                  <a:lnTo>
                    <a:pt x="318913" y="1129220"/>
                  </a:lnTo>
                  <a:lnTo>
                    <a:pt x="318885" y="1129229"/>
                  </a:lnTo>
                  <a:lnTo>
                    <a:pt x="318846" y="1129232"/>
                  </a:lnTo>
                  <a:lnTo>
                    <a:pt x="318800" y="1129228"/>
                  </a:lnTo>
                  <a:lnTo>
                    <a:pt x="318759" y="1129217"/>
                  </a:lnTo>
                  <a:lnTo>
                    <a:pt x="318657" y="1129227"/>
                  </a:lnTo>
                  <a:lnTo>
                    <a:pt x="318584" y="1129253"/>
                  </a:lnTo>
                  <a:lnTo>
                    <a:pt x="318564" y="1129256"/>
                  </a:lnTo>
                  <a:lnTo>
                    <a:pt x="318556" y="1129253"/>
                  </a:lnTo>
                  <a:lnTo>
                    <a:pt x="318507" y="1129232"/>
                  </a:lnTo>
                  <a:lnTo>
                    <a:pt x="318469" y="1129221"/>
                  </a:lnTo>
                  <a:lnTo>
                    <a:pt x="318439" y="1129213"/>
                  </a:lnTo>
                  <a:lnTo>
                    <a:pt x="318403" y="1129209"/>
                  </a:lnTo>
                  <a:lnTo>
                    <a:pt x="318336" y="1129206"/>
                  </a:lnTo>
                  <a:lnTo>
                    <a:pt x="318291" y="1129198"/>
                  </a:lnTo>
                  <a:lnTo>
                    <a:pt x="318224" y="1129196"/>
                  </a:lnTo>
                  <a:lnTo>
                    <a:pt x="318189" y="1129203"/>
                  </a:lnTo>
                  <a:lnTo>
                    <a:pt x="318170" y="1129210"/>
                  </a:lnTo>
                  <a:lnTo>
                    <a:pt x="318162" y="1129214"/>
                  </a:lnTo>
                  <a:lnTo>
                    <a:pt x="318139" y="1129224"/>
                  </a:lnTo>
                  <a:lnTo>
                    <a:pt x="318117" y="1129228"/>
                  </a:lnTo>
                  <a:lnTo>
                    <a:pt x="318089" y="1129230"/>
                  </a:lnTo>
                  <a:lnTo>
                    <a:pt x="318044" y="1129238"/>
                  </a:lnTo>
                  <a:lnTo>
                    <a:pt x="318026" y="1129244"/>
                  </a:lnTo>
                  <a:lnTo>
                    <a:pt x="317991" y="1129253"/>
                  </a:lnTo>
                  <a:lnTo>
                    <a:pt x="317950" y="1129273"/>
                  </a:lnTo>
                  <a:lnTo>
                    <a:pt x="317903" y="1129298"/>
                  </a:lnTo>
                  <a:lnTo>
                    <a:pt x="317884" y="1129315"/>
                  </a:lnTo>
                  <a:lnTo>
                    <a:pt x="317853" y="1129326"/>
                  </a:lnTo>
                  <a:lnTo>
                    <a:pt x="317808" y="1129334"/>
                  </a:lnTo>
                  <a:lnTo>
                    <a:pt x="317783" y="1129340"/>
                  </a:lnTo>
                  <a:lnTo>
                    <a:pt x="317711" y="1129363"/>
                  </a:lnTo>
                  <a:lnTo>
                    <a:pt x="317689" y="1129386"/>
                  </a:lnTo>
                  <a:lnTo>
                    <a:pt x="317643" y="1129417"/>
                  </a:lnTo>
                  <a:lnTo>
                    <a:pt x="317595" y="1129456"/>
                  </a:lnTo>
                  <a:lnTo>
                    <a:pt x="317582" y="1129481"/>
                  </a:lnTo>
                  <a:lnTo>
                    <a:pt x="317574" y="1129495"/>
                  </a:lnTo>
                  <a:lnTo>
                    <a:pt x="317562" y="1129509"/>
                  </a:lnTo>
                  <a:lnTo>
                    <a:pt x="317521" y="1129537"/>
                  </a:lnTo>
                  <a:lnTo>
                    <a:pt x="317492" y="1129525"/>
                  </a:lnTo>
                  <a:lnTo>
                    <a:pt x="317434" y="1129496"/>
                  </a:lnTo>
                  <a:lnTo>
                    <a:pt x="317386" y="1129457"/>
                  </a:lnTo>
                  <a:lnTo>
                    <a:pt x="317338" y="1129437"/>
                  </a:lnTo>
                  <a:lnTo>
                    <a:pt x="317282" y="1129427"/>
                  </a:lnTo>
                  <a:lnTo>
                    <a:pt x="317241" y="1129405"/>
                  </a:lnTo>
                  <a:lnTo>
                    <a:pt x="317206" y="1129376"/>
                  </a:lnTo>
                  <a:lnTo>
                    <a:pt x="317173" y="1129361"/>
                  </a:lnTo>
                  <a:lnTo>
                    <a:pt x="317138" y="1129345"/>
                  </a:lnTo>
                  <a:lnTo>
                    <a:pt x="317132" y="1129342"/>
                  </a:lnTo>
                  <a:lnTo>
                    <a:pt x="317124" y="1129329"/>
                  </a:lnTo>
                  <a:lnTo>
                    <a:pt x="317104" y="1129292"/>
                  </a:lnTo>
                  <a:lnTo>
                    <a:pt x="317099" y="1129253"/>
                  </a:lnTo>
                  <a:lnTo>
                    <a:pt x="317097" y="1129246"/>
                  </a:lnTo>
                  <a:lnTo>
                    <a:pt x="317090" y="1129189"/>
                  </a:lnTo>
                  <a:lnTo>
                    <a:pt x="317087" y="1129144"/>
                  </a:lnTo>
                  <a:lnTo>
                    <a:pt x="317086" y="1129104"/>
                  </a:lnTo>
                  <a:lnTo>
                    <a:pt x="317095" y="1129084"/>
                  </a:lnTo>
                  <a:lnTo>
                    <a:pt x="317107" y="1129062"/>
                  </a:lnTo>
                  <a:lnTo>
                    <a:pt x="317127" y="1129037"/>
                  </a:lnTo>
                  <a:lnTo>
                    <a:pt x="317138" y="1129030"/>
                  </a:lnTo>
                  <a:lnTo>
                    <a:pt x="317179" y="1129003"/>
                  </a:lnTo>
                  <a:lnTo>
                    <a:pt x="317253" y="1128959"/>
                  </a:lnTo>
                  <a:lnTo>
                    <a:pt x="317277" y="1128943"/>
                  </a:lnTo>
                  <a:lnTo>
                    <a:pt x="317297" y="1128923"/>
                  </a:lnTo>
                  <a:lnTo>
                    <a:pt x="317310" y="1128898"/>
                  </a:lnTo>
                  <a:lnTo>
                    <a:pt x="317311" y="1128885"/>
                  </a:lnTo>
                  <a:lnTo>
                    <a:pt x="317302" y="1128867"/>
                  </a:lnTo>
                  <a:lnTo>
                    <a:pt x="317300" y="1128861"/>
                  </a:lnTo>
                  <a:lnTo>
                    <a:pt x="317288" y="1128838"/>
                  </a:lnTo>
                  <a:lnTo>
                    <a:pt x="317285" y="1128823"/>
                  </a:lnTo>
                  <a:lnTo>
                    <a:pt x="317286" y="1128807"/>
                  </a:lnTo>
                  <a:lnTo>
                    <a:pt x="317286" y="1128794"/>
                  </a:lnTo>
                  <a:lnTo>
                    <a:pt x="317276" y="1128780"/>
                  </a:lnTo>
                  <a:lnTo>
                    <a:pt x="317248" y="1128758"/>
                  </a:lnTo>
                  <a:lnTo>
                    <a:pt x="317214" y="1128741"/>
                  </a:lnTo>
                  <a:lnTo>
                    <a:pt x="317196" y="1128721"/>
                  </a:lnTo>
                  <a:lnTo>
                    <a:pt x="317191" y="1128716"/>
                  </a:lnTo>
                  <a:lnTo>
                    <a:pt x="317187" y="1128708"/>
                  </a:lnTo>
                  <a:lnTo>
                    <a:pt x="317186" y="1128694"/>
                  </a:lnTo>
                  <a:lnTo>
                    <a:pt x="317184" y="1128673"/>
                  </a:lnTo>
                  <a:lnTo>
                    <a:pt x="317172" y="1128638"/>
                  </a:lnTo>
                  <a:lnTo>
                    <a:pt x="317151" y="1128596"/>
                  </a:lnTo>
                  <a:lnTo>
                    <a:pt x="317137" y="1128582"/>
                  </a:lnTo>
                  <a:lnTo>
                    <a:pt x="317129" y="1128572"/>
                  </a:lnTo>
                  <a:lnTo>
                    <a:pt x="317090" y="1128553"/>
                  </a:lnTo>
                  <a:lnTo>
                    <a:pt x="317067" y="1128545"/>
                  </a:lnTo>
                  <a:lnTo>
                    <a:pt x="317034" y="1128538"/>
                  </a:lnTo>
                  <a:lnTo>
                    <a:pt x="317021" y="1128535"/>
                  </a:lnTo>
                  <a:lnTo>
                    <a:pt x="316968" y="1128509"/>
                  </a:lnTo>
                  <a:lnTo>
                    <a:pt x="316942" y="1128497"/>
                  </a:lnTo>
                  <a:lnTo>
                    <a:pt x="316906" y="1128493"/>
                  </a:lnTo>
                  <a:lnTo>
                    <a:pt x="316862" y="1128486"/>
                  </a:lnTo>
                  <a:lnTo>
                    <a:pt x="316838" y="1128477"/>
                  </a:lnTo>
                  <a:lnTo>
                    <a:pt x="316804" y="1128452"/>
                  </a:lnTo>
                  <a:lnTo>
                    <a:pt x="316768" y="1128422"/>
                  </a:lnTo>
                  <a:lnTo>
                    <a:pt x="316743" y="1128411"/>
                  </a:lnTo>
                  <a:lnTo>
                    <a:pt x="316716" y="1128410"/>
                  </a:lnTo>
                  <a:lnTo>
                    <a:pt x="316693" y="1128411"/>
                  </a:lnTo>
                  <a:lnTo>
                    <a:pt x="316689" y="1128411"/>
                  </a:lnTo>
                  <a:lnTo>
                    <a:pt x="316664" y="1128403"/>
                  </a:lnTo>
                  <a:lnTo>
                    <a:pt x="316622" y="1128384"/>
                  </a:lnTo>
                  <a:lnTo>
                    <a:pt x="316618" y="1128379"/>
                  </a:lnTo>
                  <a:lnTo>
                    <a:pt x="316613" y="1128372"/>
                  </a:lnTo>
                  <a:lnTo>
                    <a:pt x="316595" y="1128339"/>
                  </a:lnTo>
                  <a:lnTo>
                    <a:pt x="316576" y="1128290"/>
                  </a:lnTo>
                  <a:lnTo>
                    <a:pt x="316550" y="1128238"/>
                  </a:lnTo>
                  <a:lnTo>
                    <a:pt x="316532" y="1128215"/>
                  </a:lnTo>
                  <a:lnTo>
                    <a:pt x="316508" y="1128189"/>
                  </a:lnTo>
                  <a:lnTo>
                    <a:pt x="316461" y="1128126"/>
                  </a:lnTo>
                  <a:lnTo>
                    <a:pt x="316443" y="1128109"/>
                  </a:lnTo>
                  <a:lnTo>
                    <a:pt x="316396" y="1128060"/>
                  </a:lnTo>
                  <a:lnTo>
                    <a:pt x="316374" y="1128039"/>
                  </a:lnTo>
                  <a:lnTo>
                    <a:pt x="316342" y="1128018"/>
                  </a:lnTo>
                  <a:lnTo>
                    <a:pt x="316329" y="1128003"/>
                  </a:lnTo>
                  <a:lnTo>
                    <a:pt x="316323" y="1127980"/>
                  </a:lnTo>
                  <a:lnTo>
                    <a:pt x="316315" y="1127958"/>
                  </a:lnTo>
                  <a:lnTo>
                    <a:pt x="316304" y="1127942"/>
                  </a:lnTo>
                  <a:lnTo>
                    <a:pt x="316296" y="1127928"/>
                  </a:lnTo>
                  <a:lnTo>
                    <a:pt x="316274" y="1127910"/>
                  </a:lnTo>
                  <a:lnTo>
                    <a:pt x="316270" y="1127901"/>
                  </a:lnTo>
                  <a:lnTo>
                    <a:pt x="316270" y="1127883"/>
                  </a:lnTo>
                  <a:lnTo>
                    <a:pt x="316277" y="1127861"/>
                  </a:lnTo>
                  <a:lnTo>
                    <a:pt x="316296" y="1127816"/>
                  </a:lnTo>
                  <a:lnTo>
                    <a:pt x="316332" y="1127770"/>
                  </a:lnTo>
                  <a:lnTo>
                    <a:pt x="316349" y="1127734"/>
                  </a:lnTo>
                  <a:lnTo>
                    <a:pt x="316362" y="1127705"/>
                  </a:lnTo>
                  <a:lnTo>
                    <a:pt x="316369" y="1127682"/>
                  </a:lnTo>
                  <a:lnTo>
                    <a:pt x="316368" y="1127674"/>
                  </a:lnTo>
                  <a:lnTo>
                    <a:pt x="316364" y="1127656"/>
                  </a:lnTo>
                  <a:lnTo>
                    <a:pt x="316361" y="1127647"/>
                  </a:lnTo>
                  <a:lnTo>
                    <a:pt x="316350" y="1127635"/>
                  </a:lnTo>
                  <a:lnTo>
                    <a:pt x="316320" y="1127608"/>
                  </a:lnTo>
                  <a:lnTo>
                    <a:pt x="316287" y="1127592"/>
                  </a:lnTo>
                  <a:lnTo>
                    <a:pt x="316255" y="1127584"/>
                  </a:lnTo>
                  <a:lnTo>
                    <a:pt x="316249" y="1127584"/>
                  </a:lnTo>
                  <a:lnTo>
                    <a:pt x="316203" y="1127586"/>
                  </a:lnTo>
                  <a:lnTo>
                    <a:pt x="316157" y="1127601"/>
                  </a:lnTo>
                  <a:lnTo>
                    <a:pt x="316091" y="1127613"/>
                  </a:lnTo>
                  <a:lnTo>
                    <a:pt x="315998" y="1127633"/>
                  </a:lnTo>
                  <a:lnTo>
                    <a:pt x="315928" y="1127655"/>
                  </a:lnTo>
                  <a:lnTo>
                    <a:pt x="315900" y="1127655"/>
                  </a:lnTo>
                  <a:lnTo>
                    <a:pt x="315860" y="1127646"/>
                  </a:lnTo>
                  <a:lnTo>
                    <a:pt x="315820" y="1127637"/>
                  </a:lnTo>
                  <a:lnTo>
                    <a:pt x="315805" y="1127636"/>
                  </a:lnTo>
                  <a:lnTo>
                    <a:pt x="315784" y="1127635"/>
                  </a:lnTo>
                  <a:lnTo>
                    <a:pt x="315748" y="1127641"/>
                  </a:lnTo>
                  <a:lnTo>
                    <a:pt x="315680" y="1127643"/>
                  </a:lnTo>
                  <a:lnTo>
                    <a:pt x="315606" y="1127653"/>
                  </a:lnTo>
                  <a:lnTo>
                    <a:pt x="315561" y="1127662"/>
                  </a:lnTo>
                  <a:lnTo>
                    <a:pt x="315520" y="1127670"/>
                  </a:lnTo>
                  <a:lnTo>
                    <a:pt x="315501" y="1127684"/>
                  </a:lnTo>
                  <a:lnTo>
                    <a:pt x="315484" y="1127707"/>
                  </a:lnTo>
                  <a:lnTo>
                    <a:pt x="315477" y="1127712"/>
                  </a:lnTo>
                  <a:lnTo>
                    <a:pt x="315468" y="1127715"/>
                  </a:lnTo>
                  <a:lnTo>
                    <a:pt x="315452" y="1127713"/>
                  </a:lnTo>
                  <a:lnTo>
                    <a:pt x="315430" y="1127711"/>
                  </a:lnTo>
                  <a:lnTo>
                    <a:pt x="315419" y="1127711"/>
                  </a:lnTo>
                  <a:lnTo>
                    <a:pt x="315409" y="1127713"/>
                  </a:lnTo>
                  <a:lnTo>
                    <a:pt x="315396" y="1127722"/>
                  </a:lnTo>
                  <a:lnTo>
                    <a:pt x="315387" y="1127731"/>
                  </a:lnTo>
                  <a:lnTo>
                    <a:pt x="315381" y="1127739"/>
                  </a:lnTo>
                  <a:lnTo>
                    <a:pt x="315368" y="1127764"/>
                  </a:lnTo>
                  <a:lnTo>
                    <a:pt x="315360" y="1127760"/>
                  </a:lnTo>
                  <a:lnTo>
                    <a:pt x="315340" y="1127741"/>
                  </a:lnTo>
                  <a:lnTo>
                    <a:pt x="315318" y="1127727"/>
                  </a:lnTo>
                  <a:lnTo>
                    <a:pt x="315303" y="1127722"/>
                  </a:lnTo>
                  <a:lnTo>
                    <a:pt x="315269" y="1127720"/>
                  </a:lnTo>
                  <a:lnTo>
                    <a:pt x="315229" y="1127720"/>
                  </a:lnTo>
                  <a:lnTo>
                    <a:pt x="315203" y="1127715"/>
                  </a:lnTo>
                  <a:lnTo>
                    <a:pt x="315138" y="1127688"/>
                  </a:lnTo>
                  <a:lnTo>
                    <a:pt x="315107" y="1127678"/>
                  </a:lnTo>
                  <a:lnTo>
                    <a:pt x="315089" y="1127680"/>
                  </a:lnTo>
                  <a:lnTo>
                    <a:pt x="315009" y="1127693"/>
                  </a:lnTo>
                  <a:lnTo>
                    <a:pt x="314960" y="1127697"/>
                  </a:lnTo>
                  <a:lnTo>
                    <a:pt x="314917" y="1127700"/>
                  </a:lnTo>
                  <a:lnTo>
                    <a:pt x="314883" y="1127702"/>
                  </a:lnTo>
                  <a:lnTo>
                    <a:pt x="314845" y="1127699"/>
                  </a:lnTo>
                  <a:lnTo>
                    <a:pt x="314840" y="1127691"/>
                  </a:lnTo>
                  <a:lnTo>
                    <a:pt x="314841" y="1127677"/>
                  </a:lnTo>
                  <a:lnTo>
                    <a:pt x="314847" y="1127658"/>
                  </a:lnTo>
                  <a:lnTo>
                    <a:pt x="314846" y="1127625"/>
                  </a:lnTo>
                  <a:lnTo>
                    <a:pt x="314844" y="1127576"/>
                  </a:lnTo>
                  <a:lnTo>
                    <a:pt x="314840" y="1127537"/>
                  </a:lnTo>
                  <a:lnTo>
                    <a:pt x="314843" y="1127515"/>
                  </a:lnTo>
                  <a:lnTo>
                    <a:pt x="314840" y="1127506"/>
                  </a:lnTo>
                  <a:lnTo>
                    <a:pt x="314836" y="1127496"/>
                  </a:lnTo>
                  <a:lnTo>
                    <a:pt x="314817" y="1127467"/>
                  </a:lnTo>
                  <a:lnTo>
                    <a:pt x="314807" y="1127439"/>
                  </a:lnTo>
                  <a:lnTo>
                    <a:pt x="314801" y="1127428"/>
                  </a:lnTo>
                  <a:lnTo>
                    <a:pt x="314789" y="1127415"/>
                  </a:lnTo>
                  <a:lnTo>
                    <a:pt x="314777" y="1127410"/>
                  </a:lnTo>
                  <a:lnTo>
                    <a:pt x="314769" y="1127406"/>
                  </a:lnTo>
                  <a:lnTo>
                    <a:pt x="314747" y="1127399"/>
                  </a:lnTo>
                  <a:lnTo>
                    <a:pt x="314708" y="1127392"/>
                  </a:lnTo>
                  <a:lnTo>
                    <a:pt x="314672" y="1127375"/>
                  </a:lnTo>
                  <a:lnTo>
                    <a:pt x="314626" y="1127349"/>
                  </a:lnTo>
                  <a:lnTo>
                    <a:pt x="314607" y="1127335"/>
                  </a:lnTo>
                  <a:lnTo>
                    <a:pt x="314600" y="1127310"/>
                  </a:lnTo>
                  <a:lnTo>
                    <a:pt x="314585" y="1127285"/>
                  </a:lnTo>
                  <a:lnTo>
                    <a:pt x="314569" y="1127271"/>
                  </a:lnTo>
                  <a:lnTo>
                    <a:pt x="314535" y="1127248"/>
                  </a:lnTo>
                  <a:lnTo>
                    <a:pt x="314513" y="1127223"/>
                  </a:lnTo>
                  <a:lnTo>
                    <a:pt x="314473" y="1127158"/>
                  </a:lnTo>
                  <a:lnTo>
                    <a:pt x="314440" y="1127114"/>
                  </a:lnTo>
                  <a:lnTo>
                    <a:pt x="314427" y="1127095"/>
                  </a:lnTo>
                  <a:lnTo>
                    <a:pt x="314409" y="1127074"/>
                  </a:lnTo>
                  <a:lnTo>
                    <a:pt x="314403" y="1127068"/>
                  </a:lnTo>
                  <a:lnTo>
                    <a:pt x="314394" y="1127063"/>
                  </a:lnTo>
                  <a:lnTo>
                    <a:pt x="314380" y="1127059"/>
                  </a:lnTo>
                  <a:lnTo>
                    <a:pt x="314363" y="1127058"/>
                  </a:lnTo>
                  <a:lnTo>
                    <a:pt x="314315" y="1127060"/>
                  </a:lnTo>
                  <a:lnTo>
                    <a:pt x="314272" y="1127053"/>
                  </a:lnTo>
                  <a:lnTo>
                    <a:pt x="314159" y="1127030"/>
                  </a:lnTo>
                  <a:lnTo>
                    <a:pt x="314086" y="1127013"/>
                  </a:lnTo>
                  <a:lnTo>
                    <a:pt x="314062" y="1127014"/>
                  </a:lnTo>
                  <a:lnTo>
                    <a:pt x="314055" y="1127015"/>
                  </a:lnTo>
                  <a:lnTo>
                    <a:pt x="314037" y="1127013"/>
                  </a:lnTo>
                  <a:lnTo>
                    <a:pt x="314014" y="1127008"/>
                  </a:lnTo>
                  <a:lnTo>
                    <a:pt x="313992" y="1127000"/>
                  </a:lnTo>
                  <a:lnTo>
                    <a:pt x="313963" y="1126982"/>
                  </a:lnTo>
                  <a:lnTo>
                    <a:pt x="313924" y="1126967"/>
                  </a:lnTo>
                  <a:lnTo>
                    <a:pt x="313893" y="1126956"/>
                  </a:lnTo>
                  <a:lnTo>
                    <a:pt x="313830" y="1126949"/>
                  </a:lnTo>
                  <a:lnTo>
                    <a:pt x="313793" y="1126931"/>
                  </a:lnTo>
                  <a:lnTo>
                    <a:pt x="313757" y="1126918"/>
                  </a:lnTo>
                  <a:lnTo>
                    <a:pt x="313719" y="1126918"/>
                  </a:lnTo>
                  <a:lnTo>
                    <a:pt x="313675" y="1126918"/>
                  </a:lnTo>
                  <a:lnTo>
                    <a:pt x="313656" y="1126921"/>
                  </a:lnTo>
                  <a:lnTo>
                    <a:pt x="313636" y="1126930"/>
                  </a:lnTo>
                  <a:lnTo>
                    <a:pt x="313590" y="1126959"/>
                  </a:lnTo>
                  <a:lnTo>
                    <a:pt x="313555" y="1126980"/>
                  </a:lnTo>
                  <a:lnTo>
                    <a:pt x="313535" y="1126995"/>
                  </a:lnTo>
                  <a:lnTo>
                    <a:pt x="313475" y="1127026"/>
                  </a:lnTo>
                  <a:lnTo>
                    <a:pt x="313441" y="1127037"/>
                  </a:lnTo>
                  <a:lnTo>
                    <a:pt x="313419" y="1127039"/>
                  </a:lnTo>
                  <a:lnTo>
                    <a:pt x="313387" y="1127034"/>
                  </a:lnTo>
                  <a:lnTo>
                    <a:pt x="313363" y="1127037"/>
                  </a:lnTo>
                  <a:lnTo>
                    <a:pt x="313297" y="1127054"/>
                  </a:lnTo>
                  <a:lnTo>
                    <a:pt x="313261" y="1127071"/>
                  </a:lnTo>
                  <a:lnTo>
                    <a:pt x="313252" y="1127075"/>
                  </a:lnTo>
                  <a:lnTo>
                    <a:pt x="313205" y="1127104"/>
                  </a:lnTo>
                  <a:lnTo>
                    <a:pt x="313178" y="1127111"/>
                  </a:lnTo>
                  <a:lnTo>
                    <a:pt x="313165" y="1127109"/>
                  </a:lnTo>
                  <a:lnTo>
                    <a:pt x="313140" y="1127100"/>
                  </a:lnTo>
                  <a:lnTo>
                    <a:pt x="313106" y="1127082"/>
                  </a:lnTo>
                  <a:lnTo>
                    <a:pt x="313084" y="1127071"/>
                  </a:lnTo>
                  <a:lnTo>
                    <a:pt x="313071" y="1127064"/>
                  </a:lnTo>
                  <a:lnTo>
                    <a:pt x="313024" y="1127052"/>
                  </a:lnTo>
                  <a:lnTo>
                    <a:pt x="312990" y="1127033"/>
                  </a:lnTo>
                  <a:lnTo>
                    <a:pt x="312966" y="1127031"/>
                  </a:lnTo>
                  <a:lnTo>
                    <a:pt x="312938" y="1127040"/>
                  </a:lnTo>
                  <a:lnTo>
                    <a:pt x="312909" y="1127054"/>
                  </a:lnTo>
                  <a:lnTo>
                    <a:pt x="312898" y="1127054"/>
                  </a:lnTo>
                  <a:lnTo>
                    <a:pt x="312884" y="1127052"/>
                  </a:lnTo>
                  <a:lnTo>
                    <a:pt x="312846" y="1127037"/>
                  </a:lnTo>
                  <a:lnTo>
                    <a:pt x="312828" y="1127036"/>
                  </a:lnTo>
                  <a:lnTo>
                    <a:pt x="312817" y="1127031"/>
                  </a:lnTo>
                  <a:lnTo>
                    <a:pt x="312777" y="1126998"/>
                  </a:lnTo>
                  <a:lnTo>
                    <a:pt x="312740" y="1126957"/>
                  </a:lnTo>
                  <a:lnTo>
                    <a:pt x="312701" y="1126922"/>
                  </a:lnTo>
                  <a:lnTo>
                    <a:pt x="312696" y="1126915"/>
                  </a:lnTo>
                  <a:lnTo>
                    <a:pt x="312671" y="1126885"/>
                  </a:lnTo>
                  <a:lnTo>
                    <a:pt x="312653" y="1126852"/>
                  </a:lnTo>
                  <a:lnTo>
                    <a:pt x="312638" y="1126807"/>
                  </a:lnTo>
                  <a:lnTo>
                    <a:pt x="312619" y="1126768"/>
                  </a:lnTo>
                  <a:lnTo>
                    <a:pt x="312604" y="1126742"/>
                  </a:lnTo>
                  <a:lnTo>
                    <a:pt x="312575" y="1126711"/>
                  </a:lnTo>
                  <a:lnTo>
                    <a:pt x="312547" y="1126691"/>
                  </a:lnTo>
                  <a:lnTo>
                    <a:pt x="312537" y="1126675"/>
                  </a:lnTo>
                  <a:lnTo>
                    <a:pt x="312510" y="1126652"/>
                  </a:lnTo>
                  <a:lnTo>
                    <a:pt x="312496" y="1126649"/>
                  </a:lnTo>
                  <a:lnTo>
                    <a:pt x="312407" y="1126658"/>
                  </a:lnTo>
                  <a:lnTo>
                    <a:pt x="312360" y="1126657"/>
                  </a:lnTo>
                  <a:lnTo>
                    <a:pt x="312333" y="1126647"/>
                  </a:lnTo>
                  <a:lnTo>
                    <a:pt x="312251" y="1126646"/>
                  </a:lnTo>
                  <a:lnTo>
                    <a:pt x="312243" y="1126646"/>
                  </a:lnTo>
                  <a:lnTo>
                    <a:pt x="312155" y="1126638"/>
                  </a:lnTo>
                  <a:lnTo>
                    <a:pt x="312131" y="1126638"/>
                  </a:lnTo>
                  <a:lnTo>
                    <a:pt x="312057" y="1126640"/>
                  </a:lnTo>
                  <a:lnTo>
                    <a:pt x="312004" y="1126635"/>
                  </a:lnTo>
                  <a:lnTo>
                    <a:pt x="311952" y="1126635"/>
                  </a:lnTo>
                  <a:lnTo>
                    <a:pt x="311900" y="1126637"/>
                  </a:lnTo>
                  <a:lnTo>
                    <a:pt x="311881" y="1126635"/>
                  </a:lnTo>
                  <a:lnTo>
                    <a:pt x="311853" y="1126627"/>
                  </a:lnTo>
                  <a:lnTo>
                    <a:pt x="311829" y="1126611"/>
                  </a:lnTo>
                  <a:lnTo>
                    <a:pt x="311808" y="1126585"/>
                  </a:lnTo>
                  <a:lnTo>
                    <a:pt x="311791" y="1126558"/>
                  </a:lnTo>
                  <a:lnTo>
                    <a:pt x="311778" y="1126530"/>
                  </a:lnTo>
                  <a:lnTo>
                    <a:pt x="311769" y="1126488"/>
                  </a:lnTo>
                  <a:lnTo>
                    <a:pt x="311764" y="1126456"/>
                  </a:lnTo>
                  <a:lnTo>
                    <a:pt x="311764" y="1126423"/>
                  </a:lnTo>
                  <a:lnTo>
                    <a:pt x="311771" y="1126387"/>
                  </a:lnTo>
                  <a:lnTo>
                    <a:pt x="311786" y="1126331"/>
                  </a:lnTo>
                  <a:lnTo>
                    <a:pt x="311807" y="1126260"/>
                  </a:lnTo>
                  <a:lnTo>
                    <a:pt x="311809" y="1126254"/>
                  </a:lnTo>
                  <a:lnTo>
                    <a:pt x="311831" y="1126200"/>
                  </a:lnTo>
                  <a:lnTo>
                    <a:pt x="311837" y="1126180"/>
                  </a:lnTo>
                  <a:lnTo>
                    <a:pt x="311838" y="1126164"/>
                  </a:lnTo>
                  <a:lnTo>
                    <a:pt x="311833" y="1126157"/>
                  </a:lnTo>
                  <a:lnTo>
                    <a:pt x="311822" y="1126150"/>
                  </a:lnTo>
                  <a:lnTo>
                    <a:pt x="311806" y="1126146"/>
                  </a:lnTo>
                  <a:lnTo>
                    <a:pt x="311783" y="1126138"/>
                  </a:lnTo>
                  <a:lnTo>
                    <a:pt x="311775" y="1126135"/>
                  </a:lnTo>
                  <a:lnTo>
                    <a:pt x="311759" y="1126123"/>
                  </a:lnTo>
                  <a:lnTo>
                    <a:pt x="311746" y="1126114"/>
                  </a:lnTo>
                  <a:lnTo>
                    <a:pt x="311668" y="1126050"/>
                  </a:lnTo>
                  <a:lnTo>
                    <a:pt x="311629" y="1126034"/>
                  </a:lnTo>
                  <a:lnTo>
                    <a:pt x="311556" y="1125989"/>
                  </a:lnTo>
                  <a:lnTo>
                    <a:pt x="311493" y="1125962"/>
                  </a:lnTo>
                  <a:lnTo>
                    <a:pt x="311450" y="1125930"/>
                  </a:lnTo>
                  <a:lnTo>
                    <a:pt x="311362" y="1125897"/>
                  </a:lnTo>
                  <a:lnTo>
                    <a:pt x="311310" y="1125867"/>
                  </a:lnTo>
                  <a:lnTo>
                    <a:pt x="311267" y="1125799"/>
                  </a:lnTo>
                  <a:lnTo>
                    <a:pt x="311249" y="1125782"/>
                  </a:lnTo>
                  <a:lnTo>
                    <a:pt x="311221" y="1125772"/>
                  </a:lnTo>
                  <a:lnTo>
                    <a:pt x="311203" y="1125761"/>
                  </a:lnTo>
                  <a:lnTo>
                    <a:pt x="311195" y="1125740"/>
                  </a:lnTo>
                  <a:lnTo>
                    <a:pt x="311173" y="1125705"/>
                  </a:lnTo>
                  <a:lnTo>
                    <a:pt x="311150" y="1125685"/>
                  </a:lnTo>
                  <a:lnTo>
                    <a:pt x="311116" y="1125657"/>
                  </a:lnTo>
                  <a:lnTo>
                    <a:pt x="311097" y="1125623"/>
                  </a:lnTo>
                  <a:lnTo>
                    <a:pt x="311076" y="1125536"/>
                  </a:lnTo>
                  <a:lnTo>
                    <a:pt x="311066" y="1125488"/>
                  </a:lnTo>
                  <a:lnTo>
                    <a:pt x="311061" y="1125439"/>
                  </a:lnTo>
                  <a:lnTo>
                    <a:pt x="311065" y="1125388"/>
                  </a:lnTo>
                  <a:lnTo>
                    <a:pt x="311078" y="1125326"/>
                  </a:lnTo>
                  <a:lnTo>
                    <a:pt x="311107" y="1125277"/>
                  </a:lnTo>
                  <a:lnTo>
                    <a:pt x="311128" y="1125238"/>
                  </a:lnTo>
                  <a:lnTo>
                    <a:pt x="311144" y="1125182"/>
                  </a:lnTo>
                  <a:lnTo>
                    <a:pt x="311146" y="1125162"/>
                  </a:lnTo>
                  <a:lnTo>
                    <a:pt x="311135" y="1125143"/>
                  </a:lnTo>
                  <a:lnTo>
                    <a:pt x="311103" y="1125137"/>
                  </a:lnTo>
                  <a:lnTo>
                    <a:pt x="311026" y="1125127"/>
                  </a:lnTo>
                  <a:lnTo>
                    <a:pt x="310892" y="1125104"/>
                  </a:lnTo>
                  <a:lnTo>
                    <a:pt x="310827" y="1125076"/>
                  </a:lnTo>
                  <a:lnTo>
                    <a:pt x="310806" y="1125054"/>
                  </a:lnTo>
                  <a:lnTo>
                    <a:pt x="310781" y="1125020"/>
                  </a:lnTo>
                  <a:lnTo>
                    <a:pt x="310759" y="1124941"/>
                  </a:lnTo>
                  <a:lnTo>
                    <a:pt x="310716" y="1124828"/>
                  </a:lnTo>
                  <a:lnTo>
                    <a:pt x="310712" y="1124797"/>
                  </a:lnTo>
                  <a:lnTo>
                    <a:pt x="310695" y="1124757"/>
                  </a:lnTo>
                  <a:lnTo>
                    <a:pt x="310655" y="1124711"/>
                  </a:lnTo>
                  <a:lnTo>
                    <a:pt x="310555" y="1124597"/>
                  </a:lnTo>
                  <a:lnTo>
                    <a:pt x="310534" y="1124567"/>
                  </a:lnTo>
                  <a:lnTo>
                    <a:pt x="310524" y="1124558"/>
                  </a:lnTo>
                  <a:lnTo>
                    <a:pt x="310504" y="1124551"/>
                  </a:lnTo>
                  <a:lnTo>
                    <a:pt x="310487" y="1124552"/>
                  </a:lnTo>
                  <a:lnTo>
                    <a:pt x="310448" y="1124550"/>
                  </a:lnTo>
                  <a:lnTo>
                    <a:pt x="310417" y="1124537"/>
                  </a:lnTo>
                  <a:lnTo>
                    <a:pt x="310385" y="1124507"/>
                  </a:lnTo>
                  <a:lnTo>
                    <a:pt x="310317" y="1124438"/>
                  </a:lnTo>
                  <a:lnTo>
                    <a:pt x="310291" y="1124398"/>
                  </a:lnTo>
                  <a:lnTo>
                    <a:pt x="310267" y="1124380"/>
                  </a:lnTo>
                  <a:lnTo>
                    <a:pt x="310262" y="1124360"/>
                  </a:lnTo>
                  <a:lnTo>
                    <a:pt x="310264" y="1124338"/>
                  </a:lnTo>
                  <a:lnTo>
                    <a:pt x="310267" y="1124309"/>
                  </a:lnTo>
                  <a:lnTo>
                    <a:pt x="310255" y="1124287"/>
                  </a:lnTo>
                  <a:lnTo>
                    <a:pt x="310235" y="1124254"/>
                  </a:lnTo>
                  <a:lnTo>
                    <a:pt x="310213" y="1124228"/>
                  </a:lnTo>
                  <a:lnTo>
                    <a:pt x="310201" y="1124213"/>
                  </a:lnTo>
                  <a:lnTo>
                    <a:pt x="310192" y="1124211"/>
                  </a:lnTo>
                  <a:lnTo>
                    <a:pt x="310166" y="1124215"/>
                  </a:lnTo>
                  <a:lnTo>
                    <a:pt x="310128" y="1124231"/>
                  </a:lnTo>
                  <a:lnTo>
                    <a:pt x="310094" y="1124245"/>
                  </a:lnTo>
                  <a:lnTo>
                    <a:pt x="310078" y="1124252"/>
                  </a:lnTo>
                  <a:lnTo>
                    <a:pt x="310070" y="1124251"/>
                  </a:lnTo>
                  <a:lnTo>
                    <a:pt x="310059" y="1124242"/>
                  </a:lnTo>
                  <a:lnTo>
                    <a:pt x="310052" y="1124227"/>
                  </a:lnTo>
                  <a:lnTo>
                    <a:pt x="310047" y="1124214"/>
                  </a:lnTo>
                  <a:lnTo>
                    <a:pt x="310033" y="1124179"/>
                  </a:lnTo>
                  <a:lnTo>
                    <a:pt x="310012" y="1124132"/>
                  </a:lnTo>
                  <a:lnTo>
                    <a:pt x="309991" y="1124104"/>
                  </a:lnTo>
                  <a:lnTo>
                    <a:pt x="309972" y="1124075"/>
                  </a:lnTo>
                  <a:lnTo>
                    <a:pt x="309950" y="1124054"/>
                  </a:lnTo>
                  <a:lnTo>
                    <a:pt x="309922" y="1124035"/>
                  </a:lnTo>
                  <a:lnTo>
                    <a:pt x="309869" y="1124007"/>
                  </a:lnTo>
                  <a:lnTo>
                    <a:pt x="309828" y="1123978"/>
                  </a:lnTo>
                  <a:lnTo>
                    <a:pt x="309738" y="1123944"/>
                  </a:lnTo>
                  <a:lnTo>
                    <a:pt x="309692" y="1123926"/>
                  </a:lnTo>
                  <a:lnTo>
                    <a:pt x="309651" y="1123899"/>
                  </a:lnTo>
                  <a:lnTo>
                    <a:pt x="309623" y="1123886"/>
                  </a:lnTo>
                  <a:lnTo>
                    <a:pt x="309609" y="1123879"/>
                  </a:lnTo>
                  <a:lnTo>
                    <a:pt x="309600" y="1123870"/>
                  </a:lnTo>
                  <a:lnTo>
                    <a:pt x="309599" y="1123854"/>
                  </a:lnTo>
                  <a:lnTo>
                    <a:pt x="309600" y="1123830"/>
                  </a:lnTo>
                  <a:lnTo>
                    <a:pt x="309603" y="1123810"/>
                  </a:lnTo>
                  <a:lnTo>
                    <a:pt x="309604" y="1123717"/>
                  </a:lnTo>
                  <a:lnTo>
                    <a:pt x="309613" y="1123687"/>
                  </a:lnTo>
                  <a:lnTo>
                    <a:pt x="309614" y="1123677"/>
                  </a:lnTo>
                  <a:lnTo>
                    <a:pt x="309611" y="1123669"/>
                  </a:lnTo>
                  <a:lnTo>
                    <a:pt x="309607" y="1123661"/>
                  </a:lnTo>
                  <a:lnTo>
                    <a:pt x="309585" y="1123611"/>
                  </a:lnTo>
                  <a:lnTo>
                    <a:pt x="309568" y="1123570"/>
                  </a:lnTo>
                  <a:lnTo>
                    <a:pt x="309561" y="1123561"/>
                  </a:lnTo>
                  <a:lnTo>
                    <a:pt x="309552" y="1123549"/>
                  </a:lnTo>
                  <a:lnTo>
                    <a:pt x="309541" y="1123523"/>
                  </a:lnTo>
                  <a:lnTo>
                    <a:pt x="309534" y="1123506"/>
                  </a:lnTo>
                  <a:lnTo>
                    <a:pt x="309519" y="1123489"/>
                  </a:lnTo>
                  <a:lnTo>
                    <a:pt x="309497" y="1123473"/>
                  </a:lnTo>
                  <a:lnTo>
                    <a:pt x="309484" y="1123467"/>
                  </a:lnTo>
                  <a:lnTo>
                    <a:pt x="309464" y="1123471"/>
                  </a:lnTo>
                  <a:lnTo>
                    <a:pt x="309442" y="1123470"/>
                  </a:lnTo>
                  <a:lnTo>
                    <a:pt x="309409" y="1123463"/>
                  </a:lnTo>
                  <a:lnTo>
                    <a:pt x="309391" y="1123452"/>
                  </a:lnTo>
                  <a:lnTo>
                    <a:pt x="309345" y="1123399"/>
                  </a:lnTo>
                  <a:lnTo>
                    <a:pt x="309325" y="1123391"/>
                  </a:lnTo>
                  <a:lnTo>
                    <a:pt x="309290" y="1123375"/>
                  </a:lnTo>
                  <a:lnTo>
                    <a:pt x="309287" y="1123368"/>
                  </a:lnTo>
                  <a:lnTo>
                    <a:pt x="309285" y="1123343"/>
                  </a:lnTo>
                  <a:lnTo>
                    <a:pt x="309285" y="1123330"/>
                  </a:lnTo>
                  <a:lnTo>
                    <a:pt x="309275" y="1123313"/>
                  </a:lnTo>
                  <a:lnTo>
                    <a:pt x="309246" y="1123285"/>
                  </a:lnTo>
                  <a:lnTo>
                    <a:pt x="309204" y="1123248"/>
                  </a:lnTo>
                  <a:lnTo>
                    <a:pt x="309185" y="1123223"/>
                  </a:lnTo>
                  <a:lnTo>
                    <a:pt x="309155" y="1123169"/>
                  </a:lnTo>
                  <a:lnTo>
                    <a:pt x="309102" y="1123101"/>
                  </a:lnTo>
                  <a:lnTo>
                    <a:pt x="309068" y="1123070"/>
                  </a:lnTo>
                  <a:lnTo>
                    <a:pt x="309039" y="1123042"/>
                  </a:lnTo>
                  <a:lnTo>
                    <a:pt x="308998" y="1123005"/>
                  </a:lnTo>
                  <a:lnTo>
                    <a:pt x="308960" y="1122968"/>
                  </a:lnTo>
                  <a:lnTo>
                    <a:pt x="308942" y="1122931"/>
                  </a:lnTo>
                  <a:lnTo>
                    <a:pt x="308932" y="1122898"/>
                  </a:lnTo>
                  <a:lnTo>
                    <a:pt x="308926" y="1122880"/>
                  </a:lnTo>
                  <a:lnTo>
                    <a:pt x="308919" y="1122869"/>
                  </a:lnTo>
                  <a:lnTo>
                    <a:pt x="308908" y="1122862"/>
                  </a:lnTo>
                  <a:lnTo>
                    <a:pt x="308884" y="1122866"/>
                  </a:lnTo>
                  <a:lnTo>
                    <a:pt x="308866" y="1122870"/>
                  </a:lnTo>
                  <a:lnTo>
                    <a:pt x="308821" y="1122870"/>
                  </a:lnTo>
                  <a:lnTo>
                    <a:pt x="308771" y="1122862"/>
                  </a:lnTo>
                  <a:lnTo>
                    <a:pt x="308727" y="1122849"/>
                  </a:lnTo>
                  <a:lnTo>
                    <a:pt x="308676" y="1122816"/>
                  </a:lnTo>
                  <a:lnTo>
                    <a:pt x="308649" y="1122792"/>
                  </a:lnTo>
                  <a:lnTo>
                    <a:pt x="308613" y="1122775"/>
                  </a:lnTo>
                  <a:lnTo>
                    <a:pt x="308590" y="1122762"/>
                  </a:lnTo>
                  <a:lnTo>
                    <a:pt x="308574" y="1122746"/>
                  </a:lnTo>
                  <a:lnTo>
                    <a:pt x="308558" y="1122726"/>
                  </a:lnTo>
                  <a:lnTo>
                    <a:pt x="308539" y="1122693"/>
                  </a:lnTo>
                  <a:lnTo>
                    <a:pt x="308502" y="1122643"/>
                  </a:lnTo>
                  <a:lnTo>
                    <a:pt x="308474" y="1122612"/>
                  </a:lnTo>
                  <a:lnTo>
                    <a:pt x="308443" y="1122576"/>
                  </a:lnTo>
                  <a:lnTo>
                    <a:pt x="308423" y="1122548"/>
                  </a:lnTo>
                  <a:lnTo>
                    <a:pt x="308411" y="1122536"/>
                  </a:lnTo>
                  <a:lnTo>
                    <a:pt x="308378" y="1122516"/>
                  </a:lnTo>
                  <a:lnTo>
                    <a:pt x="308356" y="1122500"/>
                  </a:lnTo>
                  <a:lnTo>
                    <a:pt x="308336" y="1122479"/>
                  </a:lnTo>
                  <a:lnTo>
                    <a:pt x="308302" y="1122451"/>
                  </a:lnTo>
                  <a:lnTo>
                    <a:pt x="308254" y="1122425"/>
                  </a:lnTo>
                  <a:lnTo>
                    <a:pt x="308223" y="1122387"/>
                  </a:lnTo>
                  <a:lnTo>
                    <a:pt x="308200" y="1122361"/>
                  </a:lnTo>
                  <a:lnTo>
                    <a:pt x="308190" y="1122332"/>
                  </a:lnTo>
                  <a:lnTo>
                    <a:pt x="308180" y="1122300"/>
                  </a:lnTo>
                  <a:lnTo>
                    <a:pt x="308171" y="1122281"/>
                  </a:lnTo>
                  <a:lnTo>
                    <a:pt x="308148" y="1122262"/>
                  </a:lnTo>
                  <a:lnTo>
                    <a:pt x="308082" y="1122223"/>
                  </a:lnTo>
                  <a:lnTo>
                    <a:pt x="308036" y="1122198"/>
                  </a:lnTo>
                  <a:lnTo>
                    <a:pt x="308001" y="1122181"/>
                  </a:lnTo>
                  <a:lnTo>
                    <a:pt x="307983" y="1122171"/>
                  </a:lnTo>
                  <a:lnTo>
                    <a:pt x="307957" y="1122170"/>
                  </a:lnTo>
                  <a:lnTo>
                    <a:pt x="307925" y="1122164"/>
                  </a:lnTo>
                  <a:lnTo>
                    <a:pt x="307898" y="1122153"/>
                  </a:lnTo>
                  <a:lnTo>
                    <a:pt x="307868" y="1122128"/>
                  </a:lnTo>
                  <a:lnTo>
                    <a:pt x="307851" y="1122108"/>
                  </a:lnTo>
                  <a:lnTo>
                    <a:pt x="307832" y="1122083"/>
                  </a:lnTo>
                  <a:lnTo>
                    <a:pt x="307804" y="1122060"/>
                  </a:lnTo>
                  <a:lnTo>
                    <a:pt x="307782" y="1122053"/>
                  </a:lnTo>
                  <a:lnTo>
                    <a:pt x="307705" y="1122043"/>
                  </a:lnTo>
                  <a:lnTo>
                    <a:pt x="307652" y="1122040"/>
                  </a:lnTo>
                  <a:lnTo>
                    <a:pt x="307615" y="1122042"/>
                  </a:lnTo>
                  <a:lnTo>
                    <a:pt x="307607" y="1122048"/>
                  </a:lnTo>
                  <a:lnTo>
                    <a:pt x="307592" y="1122063"/>
                  </a:lnTo>
                  <a:lnTo>
                    <a:pt x="307585" y="1122085"/>
                  </a:lnTo>
                  <a:lnTo>
                    <a:pt x="307582" y="1122101"/>
                  </a:lnTo>
                  <a:lnTo>
                    <a:pt x="307576" y="1122112"/>
                  </a:lnTo>
                  <a:lnTo>
                    <a:pt x="307543" y="1122138"/>
                  </a:lnTo>
                  <a:lnTo>
                    <a:pt x="307524" y="1122152"/>
                  </a:lnTo>
                  <a:lnTo>
                    <a:pt x="307450" y="1122179"/>
                  </a:lnTo>
                  <a:lnTo>
                    <a:pt x="307434" y="1122204"/>
                  </a:lnTo>
                  <a:lnTo>
                    <a:pt x="307432" y="1122235"/>
                  </a:lnTo>
                  <a:lnTo>
                    <a:pt x="307434" y="1122248"/>
                  </a:lnTo>
                  <a:lnTo>
                    <a:pt x="307439" y="1122257"/>
                  </a:lnTo>
                  <a:lnTo>
                    <a:pt x="307444" y="1122270"/>
                  </a:lnTo>
                  <a:lnTo>
                    <a:pt x="307438" y="1122274"/>
                  </a:lnTo>
                  <a:lnTo>
                    <a:pt x="307427" y="1122276"/>
                  </a:lnTo>
                  <a:lnTo>
                    <a:pt x="307411" y="1122275"/>
                  </a:lnTo>
                  <a:lnTo>
                    <a:pt x="307361" y="1122264"/>
                  </a:lnTo>
                  <a:lnTo>
                    <a:pt x="307335" y="1122257"/>
                  </a:lnTo>
                  <a:lnTo>
                    <a:pt x="307248" y="1122260"/>
                  </a:lnTo>
                  <a:lnTo>
                    <a:pt x="307202" y="1122266"/>
                  </a:lnTo>
                  <a:lnTo>
                    <a:pt x="307155" y="1122283"/>
                  </a:lnTo>
                  <a:lnTo>
                    <a:pt x="307150" y="1122278"/>
                  </a:lnTo>
                  <a:lnTo>
                    <a:pt x="307138" y="1122267"/>
                  </a:lnTo>
                  <a:lnTo>
                    <a:pt x="307119" y="1122248"/>
                  </a:lnTo>
                  <a:lnTo>
                    <a:pt x="307106" y="1122237"/>
                  </a:lnTo>
                  <a:lnTo>
                    <a:pt x="307078" y="1122209"/>
                  </a:lnTo>
                  <a:lnTo>
                    <a:pt x="307056" y="1122190"/>
                  </a:lnTo>
                  <a:lnTo>
                    <a:pt x="307038" y="1122187"/>
                  </a:lnTo>
                  <a:lnTo>
                    <a:pt x="307018" y="1122191"/>
                  </a:lnTo>
                  <a:lnTo>
                    <a:pt x="306987" y="1122199"/>
                  </a:lnTo>
                  <a:lnTo>
                    <a:pt x="306968" y="1122194"/>
                  </a:lnTo>
                  <a:lnTo>
                    <a:pt x="306944" y="1122181"/>
                  </a:lnTo>
                  <a:lnTo>
                    <a:pt x="306933" y="1122169"/>
                  </a:lnTo>
                  <a:lnTo>
                    <a:pt x="306916" y="1122126"/>
                  </a:lnTo>
                  <a:lnTo>
                    <a:pt x="306907" y="1122097"/>
                  </a:lnTo>
                  <a:lnTo>
                    <a:pt x="306904" y="1122079"/>
                  </a:lnTo>
                  <a:lnTo>
                    <a:pt x="306909" y="1122035"/>
                  </a:lnTo>
                  <a:lnTo>
                    <a:pt x="306908" y="1122018"/>
                  </a:lnTo>
                  <a:lnTo>
                    <a:pt x="306901" y="1121989"/>
                  </a:lnTo>
                  <a:lnTo>
                    <a:pt x="306890" y="1121969"/>
                  </a:lnTo>
                  <a:lnTo>
                    <a:pt x="306868" y="1121935"/>
                  </a:lnTo>
                  <a:lnTo>
                    <a:pt x="306850" y="1121918"/>
                  </a:lnTo>
                  <a:lnTo>
                    <a:pt x="306834" y="1121906"/>
                  </a:lnTo>
                  <a:lnTo>
                    <a:pt x="306806" y="1121889"/>
                  </a:lnTo>
                  <a:lnTo>
                    <a:pt x="306793" y="1121879"/>
                  </a:lnTo>
                  <a:lnTo>
                    <a:pt x="306773" y="1121875"/>
                  </a:lnTo>
                  <a:lnTo>
                    <a:pt x="306721" y="1121878"/>
                  </a:lnTo>
                  <a:lnTo>
                    <a:pt x="306684" y="1121872"/>
                  </a:lnTo>
                  <a:lnTo>
                    <a:pt x="306634" y="1121870"/>
                  </a:lnTo>
                  <a:lnTo>
                    <a:pt x="306593" y="1121865"/>
                  </a:lnTo>
                  <a:lnTo>
                    <a:pt x="306565" y="1121857"/>
                  </a:lnTo>
                  <a:lnTo>
                    <a:pt x="306546" y="1121847"/>
                  </a:lnTo>
                  <a:lnTo>
                    <a:pt x="306535" y="1121827"/>
                  </a:lnTo>
                  <a:lnTo>
                    <a:pt x="306530" y="1121821"/>
                  </a:lnTo>
                  <a:lnTo>
                    <a:pt x="306503" y="1121791"/>
                  </a:lnTo>
                  <a:lnTo>
                    <a:pt x="306486" y="1121767"/>
                  </a:lnTo>
                  <a:lnTo>
                    <a:pt x="306484" y="1121762"/>
                  </a:lnTo>
                  <a:lnTo>
                    <a:pt x="306487" y="1121735"/>
                  </a:lnTo>
                  <a:lnTo>
                    <a:pt x="306494" y="1121704"/>
                  </a:lnTo>
                  <a:lnTo>
                    <a:pt x="306505" y="1121664"/>
                  </a:lnTo>
                  <a:lnTo>
                    <a:pt x="306520" y="1121616"/>
                  </a:lnTo>
                  <a:lnTo>
                    <a:pt x="306525" y="1121573"/>
                  </a:lnTo>
                  <a:lnTo>
                    <a:pt x="306523" y="1121542"/>
                  </a:lnTo>
                  <a:lnTo>
                    <a:pt x="306516" y="1121528"/>
                  </a:lnTo>
                  <a:lnTo>
                    <a:pt x="306501" y="1121507"/>
                  </a:lnTo>
                  <a:lnTo>
                    <a:pt x="306476" y="1121483"/>
                  </a:lnTo>
                  <a:lnTo>
                    <a:pt x="306445" y="1121456"/>
                  </a:lnTo>
                  <a:lnTo>
                    <a:pt x="306439" y="1121454"/>
                  </a:lnTo>
                  <a:lnTo>
                    <a:pt x="306402" y="1121441"/>
                  </a:lnTo>
                  <a:lnTo>
                    <a:pt x="306368" y="1121422"/>
                  </a:lnTo>
                  <a:lnTo>
                    <a:pt x="306349" y="1121414"/>
                  </a:lnTo>
                  <a:lnTo>
                    <a:pt x="306281" y="1121389"/>
                  </a:lnTo>
                  <a:lnTo>
                    <a:pt x="306207" y="1121354"/>
                  </a:lnTo>
                  <a:lnTo>
                    <a:pt x="306171" y="1121329"/>
                  </a:lnTo>
                  <a:lnTo>
                    <a:pt x="306124" y="1121295"/>
                  </a:lnTo>
                  <a:lnTo>
                    <a:pt x="306115" y="1121288"/>
                  </a:lnTo>
                  <a:lnTo>
                    <a:pt x="306096" y="1121279"/>
                  </a:lnTo>
                  <a:lnTo>
                    <a:pt x="306076" y="1121276"/>
                  </a:lnTo>
                  <a:lnTo>
                    <a:pt x="306057" y="1121276"/>
                  </a:lnTo>
                  <a:lnTo>
                    <a:pt x="306050" y="1121276"/>
                  </a:lnTo>
                  <a:lnTo>
                    <a:pt x="306053" y="1121264"/>
                  </a:lnTo>
                  <a:lnTo>
                    <a:pt x="306060" y="1121252"/>
                  </a:lnTo>
                  <a:lnTo>
                    <a:pt x="306065" y="1121240"/>
                  </a:lnTo>
                  <a:lnTo>
                    <a:pt x="306071" y="1121227"/>
                  </a:lnTo>
                  <a:lnTo>
                    <a:pt x="306069" y="1121210"/>
                  </a:lnTo>
                  <a:lnTo>
                    <a:pt x="306059" y="1121194"/>
                  </a:lnTo>
                  <a:lnTo>
                    <a:pt x="306024" y="1121157"/>
                  </a:lnTo>
                  <a:lnTo>
                    <a:pt x="305975" y="1121098"/>
                  </a:lnTo>
                  <a:lnTo>
                    <a:pt x="305938" y="1121070"/>
                  </a:lnTo>
                  <a:lnTo>
                    <a:pt x="305912" y="1121054"/>
                  </a:lnTo>
                  <a:lnTo>
                    <a:pt x="305854" y="1121027"/>
                  </a:lnTo>
                  <a:lnTo>
                    <a:pt x="305804" y="1121005"/>
                  </a:lnTo>
                  <a:lnTo>
                    <a:pt x="305753" y="1120982"/>
                  </a:lnTo>
                  <a:lnTo>
                    <a:pt x="305727" y="1120964"/>
                  </a:lnTo>
                  <a:lnTo>
                    <a:pt x="305703" y="1120925"/>
                  </a:lnTo>
                  <a:lnTo>
                    <a:pt x="305684" y="1120879"/>
                  </a:lnTo>
                  <a:lnTo>
                    <a:pt x="305668" y="1120848"/>
                  </a:lnTo>
                  <a:lnTo>
                    <a:pt x="305659" y="1120844"/>
                  </a:lnTo>
                  <a:lnTo>
                    <a:pt x="305646" y="1120844"/>
                  </a:lnTo>
                  <a:lnTo>
                    <a:pt x="305610" y="1120846"/>
                  </a:lnTo>
                  <a:lnTo>
                    <a:pt x="305591" y="1120842"/>
                  </a:lnTo>
                  <a:lnTo>
                    <a:pt x="305566" y="1120830"/>
                  </a:lnTo>
                  <a:lnTo>
                    <a:pt x="305541" y="1120809"/>
                  </a:lnTo>
                  <a:lnTo>
                    <a:pt x="305516" y="1120782"/>
                  </a:lnTo>
                  <a:lnTo>
                    <a:pt x="305488" y="1120763"/>
                  </a:lnTo>
                  <a:lnTo>
                    <a:pt x="305447" y="1120745"/>
                  </a:lnTo>
                  <a:lnTo>
                    <a:pt x="305397" y="1120724"/>
                  </a:lnTo>
                  <a:lnTo>
                    <a:pt x="305351" y="1120714"/>
                  </a:lnTo>
                  <a:lnTo>
                    <a:pt x="305304" y="1120697"/>
                  </a:lnTo>
                  <a:lnTo>
                    <a:pt x="305262" y="1120688"/>
                  </a:lnTo>
                  <a:lnTo>
                    <a:pt x="305215" y="1120660"/>
                  </a:lnTo>
                  <a:lnTo>
                    <a:pt x="305172" y="1120640"/>
                  </a:lnTo>
                  <a:lnTo>
                    <a:pt x="305161" y="1120625"/>
                  </a:lnTo>
                  <a:lnTo>
                    <a:pt x="305143" y="1120589"/>
                  </a:lnTo>
                  <a:lnTo>
                    <a:pt x="305129" y="1120561"/>
                  </a:lnTo>
                  <a:lnTo>
                    <a:pt x="305116" y="1120549"/>
                  </a:lnTo>
                  <a:lnTo>
                    <a:pt x="305076" y="1120528"/>
                  </a:lnTo>
                  <a:lnTo>
                    <a:pt x="305024" y="1120496"/>
                  </a:lnTo>
                  <a:lnTo>
                    <a:pt x="304977" y="1120470"/>
                  </a:lnTo>
                  <a:lnTo>
                    <a:pt x="304944" y="1120451"/>
                  </a:lnTo>
                  <a:lnTo>
                    <a:pt x="304923" y="1120446"/>
                  </a:lnTo>
                  <a:lnTo>
                    <a:pt x="304884" y="1120447"/>
                  </a:lnTo>
                  <a:lnTo>
                    <a:pt x="304780" y="1120471"/>
                  </a:lnTo>
                  <a:lnTo>
                    <a:pt x="304757" y="1120473"/>
                  </a:lnTo>
                  <a:lnTo>
                    <a:pt x="304744" y="1120464"/>
                  </a:lnTo>
                  <a:lnTo>
                    <a:pt x="304713" y="1120419"/>
                  </a:lnTo>
                  <a:lnTo>
                    <a:pt x="304655" y="1120355"/>
                  </a:lnTo>
                  <a:lnTo>
                    <a:pt x="304640" y="1120335"/>
                  </a:lnTo>
                  <a:lnTo>
                    <a:pt x="304594" y="1120290"/>
                  </a:lnTo>
                  <a:lnTo>
                    <a:pt x="304575" y="1120280"/>
                  </a:lnTo>
                  <a:lnTo>
                    <a:pt x="304558" y="1120269"/>
                  </a:lnTo>
                  <a:lnTo>
                    <a:pt x="304549" y="1120258"/>
                  </a:lnTo>
                  <a:lnTo>
                    <a:pt x="304540" y="1120249"/>
                  </a:lnTo>
                  <a:lnTo>
                    <a:pt x="304527" y="1120245"/>
                  </a:lnTo>
                  <a:lnTo>
                    <a:pt x="304514" y="1120243"/>
                  </a:lnTo>
                  <a:lnTo>
                    <a:pt x="304500" y="1120238"/>
                  </a:lnTo>
                  <a:lnTo>
                    <a:pt x="304497" y="1120233"/>
                  </a:lnTo>
                  <a:lnTo>
                    <a:pt x="304495" y="1120213"/>
                  </a:lnTo>
                  <a:lnTo>
                    <a:pt x="304493" y="1120196"/>
                  </a:lnTo>
                  <a:lnTo>
                    <a:pt x="304487" y="1120186"/>
                  </a:lnTo>
                  <a:lnTo>
                    <a:pt x="304473" y="1120178"/>
                  </a:lnTo>
                  <a:lnTo>
                    <a:pt x="304442" y="1120168"/>
                  </a:lnTo>
                  <a:lnTo>
                    <a:pt x="304421" y="1120166"/>
                  </a:lnTo>
                  <a:lnTo>
                    <a:pt x="304395" y="1120168"/>
                  </a:lnTo>
                  <a:lnTo>
                    <a:pt x="304369" y="1120185"/>
                  </a:lnTo>
                  <a:lnTo>
                    <a:pt x="304362" y="1120182"/>
                  </a:lnTo>
                  <a:lnTo>
                    <a:pt x="304361" y="1120173"/>
                  </a:lnTo>
                  <a:lnTo>
                    <a:pt x="304362" y="1120144"/>
                  </a:lnTo>
                  <a:lnTo>
                    <a:pt x="304360" y="1120122"/>
                  </a:lnTo>
                  <a:lnTo>
                    <a:pt x="304351" y="1120106"/>
                  </a:lnTo>
                  <a:lnTo>
                    <a:pt x="304315" y="1120071"/>
                  </a:lnTo>
                  <a:lnTo>
                    <a:pt x="304273" y="1120020"/>
                  </a:lnTo>
                  <a:lnTo>
                    <a:pt x="304239" y="1119968"/>
                  </a:lnTo>
                  <a:lnTo>
                    <a:pt x="304224" y="1119943"/>
                  </a:lnTo>
                  <a:lnTo>
                    <a:pt x="304221" y="1119939"/>
                  </a:lnTo>
                  <a:lnTo>
                    <a:pt x="304208" y="1119914"/>
                  </a:lnTo>
                  <a:lnTo>
                    <a:pt x="304204" y="1119894"/>
                  </a:lnTo>
                  <a:lnTo>
                    <a:pt x="304199" y="1119890"/>
                  </a:lnTo>
                  <a:lnTo>
                    <a:pt x="304141" y="1119912"/>
                  </a:lnTo>
                  <a:lnTo>
                    <a:pt x="304113" y="1119922"/>
                  </a:lnTo>
                  <a:lnTo>
                    <a:pt x="304078" y="1119930"/>
                  </a:lnTo>
                  <a:lnTo>
                    <a:pt x="303998" y="1119958"/>
                  </a:lnTo>
                  <a:lnTo>
                    <a:pt x="303916" y="1120001"/>
                  </a:lnTo>
                  <a:lnTo>
                    <a:pt x="303834" y="1120034"/>
                  </a:lnTo>
                  <a:lnTo>
                    <a:pt x="303811" y="1120037"/>
                  </a:lnTo>
                  <a:lnTo>
                    <a:pt x="303776" y="1120040"/>
                  </a:lnTo>
                  <a:lnTo>
                    <a:pt x="303761" y="1120039"/>
                  </a:lnTo>
                  <a:lnTo>
                    <a:pt x="303748" y="1120031"/>
                  </a:lnTo>
                  <a:lnTo>
                    <a:pt x="303731" y="1120011"/>
                  </a:lnTo>
                  <a:lnTo>
                    <a:pt x="303708" y="1119985"/>
                  </a:lnTo>
                  <a:lnTo>
                    <a:pt x="303675" y="1119948"/>
                  </a:lnTo>
                  <a:lnTo>
                    <a:pt x="303651" y="1119924"/>
                  </a:lnTo>
                  <a:lnTo>
                    <a:pt x="303612" y="1119891"/>
                  </a:lnTo>
                  <a:lnTo>
                    <a:pt x="303585" y="1119856"/>
                  </a:lnTo>
                  <a:lnTo>
                    <a:pt x="303565" y="1119815"/>
                  </a:lnTo>
                  <a:lnTo>
                    <a:pt x="303559" y="1119783"/>
                  </a:lnTo>
                  <a:lnTo>
                    <a:pt x="303549" y="1119745"/>
                  </a:lnTo>
                  <a:lnTo>
                    <a:pt x="303527" y="1119672"/>
                  </a:lnTo>
                  <a:lnTo>
                    <a:pt x="303522" y="1119656"/>
                  </a:lnTo>
                  <a:lnTo>
                    <a:pt x="303512" y="1119633"/>
                  </a:lnTo>
                  <a:lnTo>
                    <a:pt x="303508" y="1119607"/>
                  </a:lnTo>
                  <a:lnTo>
                    <a:pt x="303484" y="1119528"/>
                  </a:lnTo>
                  <a:lnTo>
                    <a:pt x="303457" y="1119452"/>
                  </a:lnTo>
                  <a:lnTo>
                    <a:pt x="303452" y="1119447"/>
                  </a:lnTo>
                  <a:lnTo>
                    <a:pt x="303428" y="1119449"/>
                  </a:lnTo>
                  <a:lnTo>
                    <a:pt x="303367" y="1119455"/>
                  </a:lnTo>
                  <a:lnTo>
                    <a:pt x="303304" y="1119458"/>
                  </a:lnTo>
                  <a:lnTo>
                    <a:pt x="303227" y="1119451"/>
                  </a:lnTo>
                  <a:lnTo>
                    <a:pt x="303154" y="1119448"/>
                  </a:lnTo>
                  <a:lnTo>
                    <a:pt x="303132" y="1119440"/>
                  </a:lnTo>
                  <a:lnTo>
                    <a:pt x="303121" y="1119440"/>
                  </a:lnTo>
                  <a:lnTo>
                    <a:pt x="303117" y="1119449"/>
                  </a:lnTo>
                  <a:lnTo>
                    <a:pt x="303096" y="1119515"/>
                  </a:lnTo>
                  <a:lnTo>
                    <a:pt x="303095" y="1119524"/>
                  </a:lnTo>
                  <a:lnTo>
                    <a:pt x="303090" y="1119545"/>
                  </a:lnTo>
                  <a:lnTo>
                    <a:pt x="303087" y="1119561"/>
                  </a:lnTo>
                  <a:lnTo>
                    <a:pt x="303083" y="1119581"/>
                  </a:lnTo>
                  <a:lnTo>
                    <a:pt x="303079" y="1119597"/>
                  </a:lnTo>
                  <a:lnTo>
                    <a:pt x="303067" y="1119618"/>
                  </a:lnTo>
                  <a:lnTo>
                    <a:pt x="303061" y="1119624"/>
                  </a:lnTo>
                  <a:lnTo>
                    <a:pt x="303054" y="1119626"/>
                  </a:lnTo>
                  <a:lnTo>
                    <a:pt x="303039" y="1119625"/>
                  </a:lnTo>
                  <a:lnTo>
                    <a:pt x="303001" y="1119619"/>
                  </a:lnTo>
                  <a:lnTo>
                    <a:pt x="302977" y="1119607"/>
                  </a:lnTo>
                  <a:lnTo>
                    <a:pt x="302950" y="1119599"/>
                  </a:lnTo>
                  <a:lnTo>
                    <a:pt x="302935" y="1119591"/>
                  </a:lnTo>
                  <a:lnTo>
                    <a:pt x="302914" y="1119589"/>
                  </a:lnTo>
                  <a:lnTo>
                    <a:pt x="302887" y="1119591"/>
                  </a:lnTo>
                  <a:lnTo>
                    <a:pt x="302860" y="1119591"/>
                  </a:lnTo>
                  <a:lnTo>
                    <a:pt x="302828" y="1119596"/>
                  </a:lnTo>
                  <a:lnTo>
                    <a:pt x="302761" y="1119598"/>
                  </a:lnTo>
                  <a:lnTo>
                    <a:pt x="302722" y="1119601"/>
                  </a:lnTo>
                  <a:lnTo>
                    <a:pt x="302701" y="1119604"/>
                  </a:lnTo>
                  <a:lnTo>
                    <a:pt x="302647" y="1119607"/>
                  </a:lnTo>
                  <a:lnTo>
                    <a:pt x="302624" y="1119607"/>
                  </a:lnTo>
                  <a:lnTo>
                    <a:pt x="302604" y="1119605"/>
                  </a:lnTo>
                  <a:lnTo>
                    <a:pt x="302575" y="1119601"/>
                  </a:lnTo>
                  <a:lnTo>
                    <a:pt x="302551" y="1119595"/>
                  </a:lnTo>
                  <a:lnTo>
                    <a:pt x="302534" y="1119585"/>
                  </a:lnTo>
                  <a:lnTo>
                    <a:pt x="302529" y="1119584"/>
                  </a:lnTo>
                  <a:lnTo>
                    <a:pt x="302526" y="1119591"/>
                  </a:lnTo>
                  <a:lnTo>
                    <a:pt x="302519" y="1119606"/>
                  </a:lnTo>
                  <a:lnTo>
                    <a:pt x="302507" y="1119618"/>
                  </a:lnTo>
                  <a:lnTo>
                    <a:pt x="302492" y="1119624"/>
                  </a:lnTo>
                  <a:lnTo>
                    <a:pt x="302470" y="1119628"/>
                  </a:lnTo>
                  <a:lnTo>
                    <a:pt x="302448" y="1119624"/>
                  </a:lnTo>
                  <a:lnTo>
                    <a:pt x="302422" y="1119614"/>
                  </a:lnTo>
                  <a:lnTo>
                    <a:pt x="302394" y="1119607"/>
                  </a:lnTo>
                  <a:lnTo>
                    <a:pt x="302359" y="1119597"/>
                  </a:lnTo>
                  <a:lnTo>
                    <a:pt x="302347" y="1119599"/>
                  </a:lnTo>
                  <a:lnTo>
                    <a:pt x="302333" y="1119609"/>
                  </a:lnTo>
                  <a:lnTo>
                    <a:pt x="302284" y="1119677"/>
                  </a:lnTo>
                  <a:lnTo>
                    <a:pt x="302247" y="1119752"/>
                  </a:lnTo>
                  <a:lnTo>
                    <a:pt x="302234" y="1119771"/>
                  </a:lnTo>
                  <a:lnTo>
                    <a:pt x="302211" y="1119786"/>
                  </a:lnTo>
                  <a:lnTo>
                    <a:pt x="302186" y="1119796"/>
                  </a:lnTo>
                  <a:lnTo>
                    <a:pt x="302167" y="1119797"/>
                  </a:lnTo>
                  <a:lnTo>
                    <a:pt x="302151" y="1119796"/>
                  </a:lnTo>
                  <a:lnTo>
                    <a:pt x="302127" y="1119786"/>
                  </a:lnTo>
                  <a:lnTo>
                    <a:pt x="302097" y="1119771"/>
                  </a:lnTo>
                  <a:lnTo>
                    <a:pt x="302080" y="1119766"/>
                  </a:lnTo>
                  <a:lnTo>
                    <a:pt x="302066" y="1119765"/>
                  </a:lnTo>
                  <a:lnTo>
                    <a:pt x="302051" y="1119767"/>
                  </a:lnTo>
                  <a:lnTo>
                    <a:pt x="302040" y="1119772"/>
                  </a:lnTo>
                  <a:lnTo>
                    <a:pt x="302020" y="1119783"/>
                  </a:lnTo>
                  <a:lnTo>
                    <a:pt x="301994" y="1119797"/>
                  </a:lnTo>
                  <a:lnTo>
                    <a:pt x="301988" y="1119799"/>
                  </a:lnTo>
                  <a:lnTo>
                    <a:pt x="301954" y="1119796"/>
                  </a:lnTo>
                  <a:lnTo>
                    <a:pt x="301922" y="1119795"/>
                  </a:lnTo>
                  <a:lnTo>
                    <a:pt x="301893" y="1119796"/>
                  </a:lnTo>
                  <a:lnTo>
                    <a:pt x="301817" y="1119795"/>
                  </a:lnTo>
                  <a:lnTo>
                    <a:pt x="301795" y="1119797"/>
                  </a:lnTo>
                  <a:lnTo>
                    <a:pt x="301790" y="1119799"/>
                  </a:lnTo>
                  <a:lnTo>
                    <a:pt x="301777" y="1119808"/>
                  </a:lnTo>
                  <a:lnTo>
                    <a:pt x="301770" y="1119810"/>
                  </a:lnTo>
                  <a:lnTo>
                    <a:pt x="301758" y="1119811"/>
                  </a:lnTo>
                  <a:lnTo>
                    <a:pt x="301735" y="1119806"/>
                  </a:lnTo>
                  <a:lnTo>
                    <a:pt x="301724" y="1119804"/>
                  </a:lnTo>
                  <a:lnTo>
                    <a:pt x="301701" y="1119802"/>
                  </a:lnTo>
                  <a:lnTo>
                    <a:pt x="301693" y="1119804"/>
                  </a:lnTo>
                  <a:lnTo>
                    <a:pt x="301688" y="1119811"/>
                  </a:lnTo>
                  <a:lnTo>
                    <a:pt x="301688" y="1119819"/>
                  </a:lnTo>
                  <a:lnTo>
                    <a:pt x="301688" y="1119838"/>
                  </a:lnTo>
                  <a:lnTo>
                    <a:pt x="301692" y="1119862"/>
                  </a:lnTo>
                  <a:lnTo>
                    <a:pt x="301696" y="1119889"/>
                  </a:lnTo>
                  <a:lnTo>
                    <a:pt x="301694" y="1119922"/>
                  </a:lnTo>
                  <a:lnTo>
                    <a:pt x="301695" y="1119940"/>
                  </a:lnTo>
                  <a:lnTo>
                    <a:pt x="301706" y="1119984"/>
                  </a:lnTo>
                  <a:lnTo>
                    <a:pt x="301703" y="1119995"/>
                  </a:lnTo>
                  <a:lnTo>
                    <a:pt x="301696" y="1120010"/>
                  </a:lnTo>
                  <a:lnTo>
                    <a:pt x="301653" y="1120063"/>
                  </a:lnTo>
                  <a:lnTo>
                    <a:pt x="301609" y="1120089"/>
                  </a:lnTo>
                  <a:lnTo>
                    <a:pt x="301558" y="1120132"/>
                  </a:lnTo>
                  <a:lnTo>
                    <a:pt x="301528" y="1120151"/>
                  </a:lnTo>
                  <a:lnTo>
                    <a:pt x="301509" y="1120163"/>
                  </a:lnTo>
                  <a:lnTo>
                    <a:pt x="301472" y="1120181"/>
                  </a:lnTo>
                  <a:lnTo>
                    <a:pt x="301460" y="1120197"/>
                  </a:lnTo>
                  <a:lnTo>
                    <a:pt x="301460" y="1120215"/>
                  </a:lnTo>
                  <a:lnTo>
                    <a:pt x="301470" y="1120239"/>
                  </a:lnTo>
                  <a:lnTo>
                    <a:pt x="301484" y="1120259"/>
                  </a:lnTo>
                  <a:lnTo>
                    <a:pt x="301484" y="1120265"/>
                  </a:lnTo>
                  <a:lnTo>
                    <a:pt x="301480" y="1120275"/>
                  </a:lnTo>
                  <a:lnTo>
                    <a:pt x="301478" y="1120281"/>
                  </a:lnTo>
                  <a:lnTo>
                    <a:pt x="301464" y="1120291"/>
                  </a:lnTo>
                  <a:lnTo>
                    <a:pt x="301426" y="1120306"/>
                  </a:lnTo>
                  <a:lnTo>
                    <a:pt x="301378" y="1120331"/>
                  </a:lnTo>
                  <a:lnTo>
                    <a:pt x="301349" y="1120341"/>
                  </a:lnTo>
                  <a:lnTo>
                    <a:pt x="301327" y="1120343"/>
                  </a:lnTo>
                  <a:lnTo>
                    <a:pt x="301286" y="1120339"/>
                  </a:lnTo>
                  <a:lnTo>
                    <a:pt x="301231" y="1120333"/>
                  </a:lnTo>
                  <a:lnTo>
                    <a:pt x="301211" y="1120340"/>
                  </a:lnTo>
                  <a:lnTo>
                    <a:pt x="301201" y="1120348"/>
                  </a:lnTo>
                  <a:lnTo>
                    <a:pt x="301194" y="1120373"/>
                  </a:lnTo>
                  <a:lnTo>
                    <a:pt x="301188" y="1120389"/>
                  </a:lnTo>
                  <a:lnTo>
                    <a:pt x="301177" y="1120422"/>
                  </a:lnTo>
                  <a:lnTo>
                    <a:pt x="301156" y="1120453"/>
                  </a:lnTo>
                  <a:lnTo>
                    <a:pt x="301129" y="1120472"/>
                  </a:lnTo>
                  <a:lnTo>
                    <a:pt x="301098" y="1120482"/>
                  </a:lnTo>
                  <a:lnTo>
                    <a:pt x="301073" y="1120497"/>
                  </a:lnTo>
                  <a:lnTo>
                    <a:pt x="301056" y="1120509"/>
                  </a:lnTo>
                  <a:lnTo>
                    <a:pt x="301026" y="1120537"/>
                  </a:lnTo>
                  <a:lnTo>
                    <a:pt x="301009" y="1120551"/>
                  </a:lnTo>
                  <a:lnTo>
                    <a:pt x="300989" y="1120557"/>
                  </a:lnTo>
                  <a:lnTo>
                    <a:pt x="300930" y="1120559"/>
                  </a:lnTo>
                  <a:lnTo>
                    <a:pt x="300870" y="1120564"/>
                  </a:lnTo>
                  <a:lnTo>
                    <a:pt x="300839" y="1120566"/>
                  </a:lnTo>
                  <a:lnTo>
                    <a:pt x="300830" y="1120566"/>
                  </a:lnTo>
                  <a:lnTo>
                    <a:pt x="300823" y="1120566"/>
                  </a:lnTo>
                  <a:lnTo>
                    <a:pt x="300791" y="1120564"/>
                  </a:lnTo>
                  <a:lnTo>
                    <a:pt x="300754" y="1120551"/>
                  </a:lnTo>
                  <a:lnTo>
                    <a:pt x="300716" y="1120538"/>
                  </a:lnTo>
                  <a:lnTo>
                    <a:pt x="300696" y="1120534"/>
                  </a:lnTo>
                  <a:lnTo>
                    <a:pt x="300676" y="1120537"/>
                  </a:lnTo>
                  <a:lnTo>
                    <a:pt x="300664" y="1120538"/>
                  </a:lnTo>
                  <a:lnTo>
                    <a:pt x="300654" y="1120535"/>
                  </a:lnTo>
                  <a:lnTo>
                    <a:pt x="300645" y="1120530"/>
                  </a:lnTo>
                  <a:lnTo>
                    <a:pt x="300638" y="1120521"/>
                  </a:lnTo>
                  <a:lnTo>
                    <a:pt x="300634" y="1120513"/>
                  </a:lnTo>
                  <a:lnTo>
                    <a:pt x="300620" y="1120474"/>
                  </a:lnTo>
                  <a:lnTo>
                    <a:pt x="300600" y="1120444"/>
                  </a:lnTo>
                  <a:lnTo>
                    <a:pt x="300567" y="1120412"/>
                  </a:lnTo>
                  <a:lnTo>
                    <a:pt x="300530" y="1120383"/>
                  </a:lnTo>
                  <a:lnTo>
                    <a:pt x="300492" y="1120363"/>
                  </a:lnTo>
                  <a:lnTo>
                    <a:pt x="300465" y="1120351"/>
                  </a:lnTo>
                  <a:lnTo>
                    <a:pt x="300426" y="1120345"/>
                  </a:lnTo>
                  <a:lnTo>
                    <a:pt x="300394" y="1120321"/>
                  </a:lnTo>
                  <a:lnTo>
                    <a:pt x="300345" y="1120272"/>
                  </a:lnTo>
                  <a:lnTo>
                    <a:pt x="300292" y="1120212"/>
                  </a:lnTo>
                  <a:lnTo>
                    <a:pt x="300244" y="1120186"/>
                  </a:lnTo>
                  <a:lnTo>
                    <a:pt x="300166" y="1120138"/>
                  </a:lnTo>
                  <a:lnTo>
                    <a:pt x="300104" y="1120098"/>
                  </a:lnTo>
                  <a:lnTo>
                    <a:pt x="300068" y="1120075"/>
                  </a:lnTo>
                  <a:lnTo>
                    <a:pt x="300065" y="1120065"/>
                  </a:lnTo>
                  <a:lnTo>
                    <a:pt x="300064" y="1120050"/>
                  </a:lnTo>
                  <a:lnTo>
                    <a:pt x="300067" y="1120032"/>
                  </a:lnTo>
                  <a:lnTo>
                    <a:pt x="300066" y="1120013"/>
                  </a:lnTo>
                  <a:lnTo>
                    <a:pt x="300055" y="1119968"/>
                  </a:lnTo>
                  <a:lnTo>
                    <a:pt x="300046" y="1119943"/>
                  </a:lnTo>
                  <a:lnTo>
                    <a:pt x="300040" y="1119921"/>
                  </a:lnTo>
                  <a:lnTo>
                    <a:pt x="300031" y="1119876"/>
                  </a:lnTo>
                  <a:lnTo>
                    <a:pt x="300016" y="1119839"/>
                  </a:lnTo>
                  <a:lnTo>
                    <a:pt x="299995" y="1119799"/>
                  </a:lnTo>
                  <a:lnTo>
                    <a:pt x="299974" y="1119755"/>
                  </a:lnTo>
                  <a:lnTo>
                    <a:pt x="299968" y="1119741"/>
                  </a:lnTo>
                  <a:lnTo>
                    <a:pt x="299955" y="1119675"/>
                  </a:lnTo>
                  <a:lnTo>
                    <a:pt x="299942" y="1119633"/>
                  </a:lnTo>
                  <a:lnTo>
                    <a:pt x="299935" y="1119617"/>
                  </a:lnTo>
                  <a:lnTo>
                    <a:pt x="299925" y="1119611"/>
                  </a:lnTo>
                  <a:lnTo>
                    <a:pt x="299902" y="1119604"/>
                  </a:lnTo>
                  <a:lnTo>
                    <a:pt x="299854" y="1119597"/>
                  </a:lnTo>
                  <a:lnTo>
                    <a:pt x="299837" y="1119589"/>
                  </a:lnTo>
                  <a:lnTo>
                    <a:pt x="299807" y="1119550"/>
                  </a:lnTo>
                  <a:lnTo>
                    <a:pt x="299777" y="1119508"/>
                  </a:lnTo>
                  <a:lnTo>
                    <a:pt x="299763" y="1119481"/>
                  </a:lnTo>
                  <a:lnTo>
                    <a:pt x="299750" y="1119445"/>
                  </a:lnTo>
                  <a:lnTo>
                    <a:pt x="299747" y="1119410"/>
                  </a:lnTo>
                  <a:lnTo>
                    <a:pt x="299746" y="1119391"/>
                  </a:lnTo>
                  <a:lnTo>
                    <a:pt x="299742" y="1119389"/>
                  </a:lnTo>
                  <a:lnTo>
                    <a:pt x="299736" y="1119392"/>
                  </a:lnTo>
                  <a:lnTo>
                    <a:pt x="299725" y="1119399"/>
                  </a:lnTo>
                  <a:lnTo>
                    <a:pt x="299702" y="1119411"/>
                  </a:lnTo>
                  <a:lnTo>
                    <a:pt x="299688" y="1119414"/>
                  </a:lnTo>
                  <a:lnTo>
                    <a:pt x="299681" y="1119414"/>
                  </a:lnTo>
                  <a:lnTo>
                    <a:pt x="299644" y="1119415"/>
                  </a:lnTo>
                  <a:lnTo>
                    <a:pt x="299590" y="1119410"/>
                  </a:lnTo>
                  <a:lnTo>
                    <a:pt x="299556" y="1119403"/>
                  </a:lnTo>
                  <a:lnTo>
                    <a:pt x="299518" y="1119390"/>
                  </a:lnTo>
                  <a:lnTo>
                    <a:pt x="299512" y="1119388"/>
                  </a:lnTo>
                  <a:lnTo>
                    <a:pt x="299481" y="1119385"/>
                  </a:lnTo>
                  <a:lnTo>
                    <a:pt x="299461" y="1119377"/>
                  </a:lnTo>
                  <a:lnTo>
                    <a:pt x="299453" y="1119371"/>
                  </a:lnTo>
                  <a:lnTo>
                    <a:pt x="299436" y="1119344"/>
                  </a:lnTo>
                  <a:lnTo>
                    <a:pt x="299422" y="1119331"/>
                  </a:lnTo>
                  <a:lnTo>
                    <a:pt x="299407" y="1119321"/>
                  </a:lnTo>
                  <a:lnTo>
                    <a:pt x="299384" y="1119311"/>
                  </a:lnTo>
                  <a:lnTo>
                    <a:pt x="299356" y="1119303"/>
                  </a:lnTo>
                  <a:lnTo>
                    <a:pt x="299314" y="1119294"/>
                  </a:lnTo>
                  <a:lnTo>
                    <a:pt x="299290" y="1119289"/>
                  </a:lnTo>
                  <a:lnTo>
                    <a:pt x="299279" y="1119285"/>
                  </a:lnTo>
                  <a:lnTo>
                    <a:pt x="299257" y="1119273"/>
                  </a:lnTo>
                  <a:lnTo>
                    <a:pt x="299245" y="1119266"/>
                  </a:lnTo>
                  <a:lnTo>
                    <a:pt x="299238" y="1119260"/>
                  </a:lnTo>
                  <a:lnTo>
                    <a:pt x="299226" y="1119250"/>
                  </a:lnTo>
                  <a:lnTo>
                    <a:pt x="299212" y="1119240"/>
                  </a:lnTo>
                  <a:lnTo>
                    <a:pt x="299188" y="1119214"/>
                  </a:lnTo>
                  <a:lnTo>
                    <a:pt x="299168" y="1119169"/>
                  </a:lnTo>
                  <a:lnTo>
                    <a:pt x="299159" y="1119138"/>
                  </a:lnTo>
                  <a:lnTo>
                    <a:pt x="299139" y="1119082"/>
                  </a:lnTo>
                  <a:lnTo>
                    <a:pt x="299122" y="1119022"/>
                  </a:lnTo>
                  <a:lnTo>
                    <a:pt x="299094" y="1118965"/>
                  </a:lnTo>
                  <a:lnTo>
                    <a:pt x="299074" y="1118935"/>
                  </a:lnTo>
                  <a:lnTo>
                    <a:pt x="299048" y="1118910"/>
                  </a:lnTo>
                  <a:lnTo>
                    <a:pt x="299015" y="1118880"/>
                  </a:lnTo>
                  <a:lnTo>
                    <a:pt x="298960" y="1118823"/>
                  </a:lnTo>
                  <a:lnTo>
                    <a:pt x="298945" y="1118806"/>
                  </a:lnTo>
                  <a:lnTo>
                    <a:pt x="298920" y="1118776"/>
                  </a:lnTo>
                  <a:lnTo>
                    <a:pt x="298913" y="1118766"/>
                  </a:lnTo>
                  <a:lnTo>
                    <a:pt x="298889" y="1118734"/>
                  </a:lnTo>
                  <a:lnTo>
                    <a:pt x="298880" y="1118727"/>
                  </a:lnTo>
                  <a:lnTo>
                    <a:pt x="298877" y="1118709"/>
                  </a:lnTo>
                  <a:lnTo>
                    <a:pt x="298875" y="1118689"/>
                  </a:lnTo>
                  <a:lnTo>
                    <a:pt x="298870" y="1118670"/>
                  </a:lnTo>
                  <a:lnTo>
                    <a:pt x="298862" y="1118656"/>
                  </a:lnTo>
                  <a:lnTo>
                    <a:pt x="298851" y="1118644"/>
                  </a:lnTo>
                  <a:lnTo>
                    <a:pt x="298842" y="1118637"/>
                  </a:lnTo>
                  <a:lnTo>
                    <a:pt x="298819" y="1118634"/>
                  </a:lnTo>
                  <a:lnTo>
                    <a:pt x="298789" y="1118641"/>
                  </a:lnTo>
                  <a:lnTo>
                    <a:pt x="298753" y="1118655"/>
                  </a:lnTo>
                  <a:lnTo>
                    <a:pt x="298689" y="1118692"/>
                  </a:lnTo>
                  <a:lnTo>
                    <a:pt x="298666" y="1118710"/>
                  </a:lnTo>
                  <a:lnTo>
                    <a:pt x="298632" y="1118729"/>
                  </a:lnTo>
                  <a:lnTo>
                    <a:pt x="298580" y="1118743"/>
                  </a:lnTo>
                  <a:lnTo>
                    <a:pt x="298553" y="1118744"/>
                  </a:lnTo>
                  <a:lnTo>
                    <a:pt x="298525" y="1118755"/>
                  </a:lnTo>
                  <a:lnTo>
                    <a:pt x="298497" y="1118770"/>
                  </a:lnTo>
                  <a:lnTo>
                    <a:pt x="298468" y="1118789"/>
                  </a:lnTo>
                  <a:lnTo>
                    <a:pt x="298438" y="1118801"/>
                  </a:lnTo>
                  <a:lnTo>
                    <a:pt x="298424" y="1118794"/>
                  </a:lnTo>
                  <a:lnTo>
                    <a:pt x="298395" y="1118777"/>
                  </a:lnTo>
                  <a:lnTo>
                    <a:pt x="298370" y="1118763"/>
                  </a:lnTo>
                  <a:lnTo>
                    <a:pt x="298346" y="1118737"/>
                  </a:lnTo>
                  <a:lnTo>
                    <a:pt x="298331" y="1118713"/>
                  </a:lnTo>
                  <a:lnTo>
                    <a:pt x="298318" y="1118686"/>
                  </a:lnTo>
                  <a:lnTo>
                    <a:pt x="298304" y="1118652"/>
                  </a:lnTo>
                  <a:lnTo>
                    <a:pt x="298297" y="1118622"/>
                  </a:lnTo>
                  <a:lnTo>
                    <a:pt x="298284" y="1118596"/>
                  </a:lnTo>
                  <a:lnTo>
                    <a:pt x="298270" y="1118575"/>
                  </a:lnTo>
                  <a:lnTo>
                    <a:pt x="298250" y="1118554"/>
                  </a:lnTo>
                  <a:lnTo>
                    <a:pt x="298229" y="1118538"/>
                  </a:lnTo>
                  <a:lnTo>
                    <a:pt x="298209" y="1118529"/>
                  </a:lnTo>
                  <a:lnTo>
                    <a:pt x="298200" y="1118527"/>
                  </a:lnTo>
                  <a:lnTo>
                    <a:pt x="298164" y="1118528"/>
                  </a:lnTo>
                  <a:lnTo>
                    <a:pt x="298156" y="1118530"/>
                  </a:lnTo>
                  <a:lnTo>
                    <a:pt x="298134" y="1118535"/>
                  </a:lnTo>
                  <a:lnTo>
                    <a:pt x="298111" y="1118535"/>
                  </a:lnTo>
                  <a:lnTo>
                    <a:pt x="298087" y="1118530"/>
                  </a:lnTo>
                  <a:lnTo>
                    <a:pt x="298068" y="1118519"/>
                  </a:lnTo>
                  <a:lnTo>
                    <a:pt x="298048" y="1118506"/>
                  </a:lnTo>
                  <a:lnTo>
                    <a:pt x="298043" y="1118504"/>
                  </a:lnTo>
                  <a:lnTo>
                    <a:pt x="298023" y="1118508"/>
                  </a:lnTo>
                  <a:lnTo>
                    <a:pt x="297980" y="1118513"/>
                  </a:lnTo>
                  <a:lnTo>
                    <a:pt x="297949" y="1118519"/>
                  </a:lnTo>
                  <a:lnTo>
                    <a:pt x="297925" y="1118531"/>
                  </a:lnTo>
                  <a:lnTo>
                    <a:pt x="297892" y="1118551"/>
                  </a:lnTo>
                  <a:lnTo>
                    <a:pt x="297867" y="1118561"/>
                  </a:lnTo>
                  <a:lnTo>
                    <a:pt x="297855" y="1118565"/>
                  </a:lnTo>
                  <a:lnTo>
                    <a:pt x="297839" y="1118564"/>
                  </a:lnTo>
                  <a:lnTo>
                    <a:pt x="297828" y="1118565"/>
                  </a:lnTo>
                  <a:lnTo>
                    <a:pt x="297808" y="1118573"/>
                  </a:lnTo>
                  <a:lnTo>
                    <a:pt x="297799" y="1118578"/>
                  </a:lnTo>
                  <a:lnTo>
                    <a:pt x="297792" y="1118578"/>
                  </a:lnTo>
                  <a:lnTo>
                    <a:pt x="297787" y="1118576"/>
                  </a:lnTo>
                  <a:lnTo>
                    <a:pt x="297782" y="1118568"/>
                  </a:lnTo>
                  <a:lnTo>
                    <a:pt x="297768" y="1118548"/>
                  </a:lnTo>
                  <a:lnTo>
                    <a:pt x="297753" y="1118530"/>
                  </a:lnTo>
                  <a:lnTo>
                    <a:pt x="297700" y="1118496"/>
                  </a:lnTo>
                  <a:lnTo>
                    <a:pt x="297663" y="1118480"/>
                  </a:lnTo>
                  <a:lnTo>
                    <a:pt x="297629" y="1118470"/>
                  </a:lnTo>
                  <a:lnTo>
                    <a:pt x="297580" y="1118468"/>
                  </a:lnTo>
                  <a:lnTo>
                    <a:pt x="297545" y="1118468"/>
                  </a:lnTo>
                  <a:lnTo>
                    <a:pt x="297522" y="1118474"/>
                  </a:lnTo>
                  <a:lnTo>
                    <a:pt x="297486" y="1118490"/>
                  </a:lnTo>
                  <a:lnTo>
                    <a:pt x="297446" y="1118503"/>
                  </a:lnTo>
                  <a:lnTo>
                    <a:pt x="297425" y="1118508"/>
                  </a:lnTo>
                  <a:lnTo>
                    <a:pt x="297411" y="1118507"/>
                  </a:lnTo>
                  <a:lnTo>
                    <a:pt x="297404" y="1118503"/>
                  </a:lnTo>
                  <a:lnTo>
                    <a:pt x="297400" y="1118500"/>
                  </a:lnTo>
                  <a:lnTo>
                    <a:pt x="297392" y="1118495"/>
                  </a:lnTo>
                  <a:lnTo>
                    <a:pt x="297369" y="1118475"/>
                  </a:lnTo>
                  <a:lnTo>
                    <a:pt x="297347" y="1118459"/>
                  </a:lnTo>
                  <a:lnTo>
                    <a:pt x="297323" y="1118442"/>
                  </a:lnTo>
                  <a:lnTo>
                    <a:pt x="297319" y="1118440"/>
                  </a:lnTo>
                  <a:lnTo>
                    <a:pt x="297281" y="1118416"/>
                  </a:lnTo>
                  <a:lnTo>
                    <a:pt x="297227" y="1118398"/>
                  </a:lnTo>
                  <a:lnTo>
                    <a:pt x="297197" y="1118395"/>
                  </a:lnTo>
                  <a:lnTo>
                    <a:pt x="297169" y="1118384"/>
                  </a:lnTo>
                  <a:lnTo>
                    <a:pt x="297128" y="1118364"/>
                  </a:lnTo>
                  <a:lnTo>
                    <a:pt x="297061" y="1118313"/>
                  </a:lnTo>
                  <a:lnTo>
                    <a:pt x="297029" y="1118294"/>
                  </a:lnTo>
                  <a:lnTo>
                    <a:pt x="297003" y="1118275"/>
                  </a:lnTo>
                  <a:lnTo>
                    <a:pt x="296971" y="1118254"/>
                  </a:lnTo>
                  <a:lnTo>
                    <a:pt x="296948" y="1118237"/>
                  </a:lnTo>
                  <a:lnTo>
                    <a:pt x="296926" y="1118225"/>
                  </a:lnTo>
                  <a:lnTo>
                    <a:pt x="296905" y="1118221"/>
                  </a:lnTo>
                  <a:lnTo>
                    <a:pt x="296866" y="1118219"/>
                  </a:lnTo>
                  <a:lnTo>
                    <a:pt x="296820" y="1118227"/>
                  </a:lnTo>
                  <a:lnTo>
                    <a:pt x="296768" y="1118220"/>
                  </a:lnTo>
                  <a:lnTo>
                    <a:pt x="296735" y="1118217"/>
                  </a:lnTo>
                  <a:lnTo>
                    <a:pt x="296700" y="1118214"/>
                  </a:lnTo>
                  <a:lnTo>
                    <a:pt x="296649" y="1118215"/>
                  </a:lnTo>
                  <a:lnTo>
                    <a:pt x="296615" y="1118218"/>
                  </a:lnTo>
                  <a:lnTo>
                    <a:pt x="296548" y="1118194"/>
                  </a:lnTo>
                  <a:lnTo>
                    <a:pt x="296514" y="1118180"/>
                  </a:lnTo>
                  <a:lnTo>
                    <a:pt x="296507" y="1118174"/>
                  </a:lnTo>
                  <a:lnTo>
                    <a:pt x="296504" y="1118148"/>
                  </a:lnTo>
                  <a:lnTo>
                    <a:pt x="296505" y="1118128"/>
                  </a:lnTo>
                  <a:lnTo>
                    <a:pt x="296507" y="1118116"/>
                  </a:lnTo>
                  <a:lnTo>
                    <a:pt x="296508" y="1118094"/>
                  </a:lnTo>
                  <a:lnTo>
                    <a:pt x="296508" y="1118077"/>
                  </a:lnTo>
                  <a:lnTo>
                    <a:pt x="296505" y="1118070"/>
                  </a:lnTo>
                  <a:lnTo>
                    <a:pt x="296502" y="1118062"/>
                  </a:lnTo>
                  <a:lnTo>
                    <a:pt x="296491" y="1118054"/>
                  </a:lnTo>
                  <a:lnTo>
                    <a:pt x="296486" y="1118043"/>
                  </a:lnTo>
                  <a:lnTo>
                    <a:pt x="296483" y="1118034"/>
                  </a:lnTo>
                  <a:lnTo>
                    <a:pt x="296481" y="1118014"/>
                  </a:lnTo>
                  <a:lnTo>
                    <a:pt x="296481" y="1117990"/>
                  </a:lnTo>
                  <a:lnTo>
                    <a:pt x="296475" y="1117976"/>
                  </a:lnTo>
                  <a:lnTo>
                    <a:pt x="296463" y="1117957"/>
                  </a:lnTo>
                  <a:lnTo>
                    <a:pt x="296441" y="1117937"/>
                  </a:lnTo>
                  <a:lnTo>
                    <a:pt x="296399" y="1117919"/>
                  </a:lnTo>
                  <a:lnTo>
                    <a:pt x="296364" y="1117893"/>
                  </a:lnTo>
                  <a:lnTo>
                    <a:pt x="296316" y="1117855"/>
                  </a:lnTo>
                  <a:lnTo>
                    <a:pt x="296282" y="1117828"/>
                  </a:lnTo>
                  <a:lnTo>
                    <a:pt x="296238" y="1117799"/>
                  </a:lnTo>
                  <a:lnTo>
                    <a:pt x="296203" y="1117782"/>
                  </a:lnTo>
                  <a:lnTo>
                    <a:pt x="296164" y="1117759"/>
                  </a:lnTo>
                  <a:lnTo>
                    <a:pt x="296126" y="1117737"/>
                  </a:lnTo>
                  <a:lnTo>
                    <a:pt x="296071" y="1117708"/>
                  </a:lnTo>
                  <a:lnTo>
                    <a:pt x="296029" y="1117690"/>
                  </a:lnTo>
                  <a:lnTo>
                    <a:pt x="295982" y="1117675"/>
                  </a:lnTo>
                  <a:lnTo>
                    <a:pt x="295960" y="1117671"/>
                  </a:lnTo>
                  <a:lnTo>
                    <a:pt x="295952" y="1117663"/>
                  </a:lnTo>
                  <a:lnTo>
                    <a:pt x="295952" y="1117650"/>
                  </a:lnTo>
                  <a:lnTo>
                    <a:pt x="295941" y="1117624"/>
                  </a:lnTo>
                  <a:lnTo>
                    <a:pt x="295917" y="1117589"/>
                  </a:lnTo>
                  <a:lnTo>
                    <a:pt x="295875" y="1117506"/>
                  </a:lnTo>
                  <a:lnTo>
                    <a:pt x="295865" y="1117478"/>
                  </a:lnTo>
                  <a:lnTo>
                    <a:pt x="295859" y="1117459"/>
                  </a:lnTo>
                  <a:lnTo>
                    <a:pt x="295859" y="1117452"/>
                  </a:lnTo>
                  <a:lnTo>
                    <a:pt x="295861" y="1117430"/>
                  </a:lnTo>
                  <a:lnTo>
                    <a:pt x="295861" y="1117425"/>
                  </a:lnTo>
                  <a:lnTo>
                    <a:pt x="295856" y="1117421"/>
                  </a:lnTo>
                  <a:lnTo>
                    <a:pt x="295848" y="1117417"/>
                  </a:lnTo>
                  <a:lnTo>
                    <a:pt x="295831" y="1117411"/>
                  </a:lnTo>
                  <a:lnTo>
                    <a:pt x="295779" y="1117403"/>
                  </a:lnTo>
                  <a:lnTo>
                    <a:pt x="295672" y="1117367"/>
                  </a:lnTo>
                  <a:lnTo>
                    <a:pt x="295632" y="1117354"/>
                  </a:lnTo>
                  <a:lnTo>
                    <a:pt x="295598" y="1117342"/>
                  </a:lnTo>
                  <a:lnTo>
                    <a:pt x="295581" y="1117337"/>
                  </a:lnTo>
                  <a:lnTo>
                    <a:pt x="295560" y="1117336"/>
                  </a:lnTo>
                  <a:lnTo>
                    <a:pt x="295532" y="1117338"/>
                  </a:lnTo>
                  <a:lnTo>
                    <a:pt x="295522" y="1117338"/>
                  </a:lnTo>
                  <a:lnTo>
                    <a:pt x="295498" y="1117331"/>
                  </a:lnTo>
                  <a:lnTo>
                    <a:pt x="295466" y="1117319"/>
                  </a:lnTo>
                  <a:lnTo>
                    <a:pt x="295441" y="1117308"/>
                  </a:lnTo>
                  <a:lnTo>
                    <a:pt x="295430" y="1117296"/>
                  </a:lnTo>
                  <a:lnTo>
                    <a:pt x="295406" y="1117272"/>
                  </a:lnTo>
                  <a:lnTo>
                    <a:pt x="295369" y="1117242"/>
                  </a:lnTo>
                  <a:lnTo>
                    <a:pt x="295349" y="1117231"/>
                  </a:lnTo>
                  <a:lnTo>
                    <a:pt x="295334" y="1117222"/>
                  </a:lnTo>
                  <a:lnTo>
                    <a:pt x="295323" y="1117215"/>
                  </a:lnTo>
                  <a:lnTo>
                    <a:pt x="295310" y="1117194"/>
                  </a:lnTo>
                  <a:lnTo>
                    <a:pt x="295305" y="1117182"/>
                  </a:lnTo>
                  <a:lnTo>
                    <a:pt x="295295" y="1117151"/>
                  </a:lnTo>
                  <a:lnTo>
                    <a:pt x="295292" y="1117138"/>
                  </a:lnTo>
                  <a:lnTo>
                    <a:pt x="295288" y="1117128"/>
                  </a:lnTo>
                  <a:lnTo>
                    <a:pt x="295288" y="1117106"/>
                  </a:lnTo>
                  <a:lnTo>
                    <a:pt x="295291" y="1117084"/>
                  </a:lnTo>
                  <a:lnTo>
                    <a:pt x="295309" y="1117043"/>
                  </a:lnTo>
                  <a:lnTo>
                    <a:pt x="295345" y="1116991"/>
                  </a:lnTo>
                  <a:lnTo>
                    <a:pt x="295371" y="1116964"/>
                  </a:lnTo>
                  <a:lnTo>
                    <a:pt x="295377" y="1116959"/>
                  </a:lnTo>
                  <a:lnTo>
                    <a:pt x="295395" y="1116944"/>
                  </a:lnTo>
                  <a:lnTo>
                    <a:pt x="295401" y="1116936"/>
                  </a:lnTo>
                  <a:lnTo>
                    <a:pt x="295404" y="1116932"/>
                  </a:lnTo>
                  <a:lnTo>
                    <a:pt x="295407" y="1116927"/>
                  </a:lnTo>
                  <a:lnTo>
                    <a:pt x="295409" y="1116920"/>
                  </a:lnTo>
                  <a:lnTo>
                    <a:pt x="295400" y="1116914"/>
                  </a:lnTo>
                  <a:lnTo>
                    <a:pt x="295393" y="1116909"/>
                  </a:lnTo>
                  <a:lnTo>
                    <a:pt x="295374" y="1116897"/>
                  </a:lnTo>
                  <a:lnTo>
                    <a:pt x="295351" y="1116887"/>
                  </a:lnTo>
                  <a:lnTo>
                    <a:pt x="295329" y="1116886"/>
                  </a:lnTo>
                  <a:lnTo>
                    <a:pt x="295302" y="1116886"/>
                  </a:lnTo>
                  <a:lnTo>
                    <a:pt x="295275" y="1116890"/>
                  </a:lnTo>
                  <a:lnTo>
                    <a:pt x="295250" y="1116901"/>
                  </a:lnTo>
                  <a:lnTo>
                    <a:pt x="295218" y="1116896"/>
                  </a:lnTo>
                  <a:lnTo>
                    <a:pt x="295179" y="1116884"/>
                  </a:lnTo>
                  <a:lnTo>
                    <a:pt x="295157" y="1116877"/>
                  </a:lnTo>
                  <a:lnTo>
                    <a:pt x="295146" y="1116873"/>
                  </a:lnTo>
                  <a:lnTo>
                    <a:pt x="295134" y="1116873"/>
                  </a:lnTo>
                  <a:lnTo>
                    <a:pt x="295118" y="1116875"/>
                  </a:lnTo>
                  <a:lnTo>
                    <a:pt x="295106" y="1116870"/>
                  </a:lnTo>
                  <a:lnTo>
                    <a:pt x="295085" y="1116860"/>
                  </a:lnTo>
                  <a:lnTo>
                    <a:pt x="295075" y="1116852"/>
                  </a:lnTo>
                  <a:lnTo>
                    <a:pt x="295058" y="1116845"/>
                  </a:lnTo>
                  <a:lnTo>
                    <a:pt x="295050" y="1116843"/>
                  </a:lnTo>
                  <a:lnTo>
                    <a:pt x="295046" y="1116847"/>
                  </a:lnTo>
                  <a:lnTo>
                    <a:pt x="295045" y="1116862"/>
                  </a:lnTo>
                  <a:lnTo>
                    <a:pt x="295046" y="1116880"/>
                  </a:lnTo>
                  <a:lnTo>
                    <a:pt x="295045" y="1116892"/>
                  </a:lnTo>
                  <a:lnTo>
                    <a:pt x="295040" y="1116904"/>
                  </a:lnTo>
                  <a:lnTo>
                    <a:pt x="295028" y="1116924"/>
                  </a:lnTo>
                  <a:lnTo>
                    <a:pt x="295006" y="1116939"/>
                  </a:lnTo>
                  <a:lnTo>
                    <a:pt x="294953" y="1116962"/>
                  </a:lnTo>
                  <a:lnTo>
                    <a:pt x="294905" y="1116982"/>
                  </a:lnTo>
                  <a:lnTo>
                    <a:pt x="294873" y="1117015"/>
                  </a:lnTo>
                  <a:lnTo>
                    <a:pt x="294823" y="1117059"/>
                  </a:lnTo>
                  <a:lnTo>
                    <a:pt x="294797" y="1117065"/>
                  </a:lnTo>
                  <a:lnTo>
                    <a:pt x="294791" y="1117065"/>
                  </a:lnTo>
                  <a:lnTo>
                    <a:pt x="294767" y="1117070"/>
                  </a:lnTo>
                  <a:lnTo>
                    <a:pt x="294754" y="1117074"/>
                  </a:lnTo>
                  <a:lnTo>
                    <a:pt x="294733" y="1117077"/>
                  </a:lnTo>
                  <a:lnTo>
                    <a:pt x="294720" y="1117077"/>
                  </a:lnTo>
                  <a:lnTo>
                    <a:pt x="294694" y="1117072"/>
                  </a:lnTo>
                  <a:lnTo>
                    <a:pt x="294682" y="1117071"/>
                  </a:lnTo>
                  <a:lnTo>
                    <a:pt x="294669" y="1117075"/>
                  </a:lnTo>
                  <a:lnTo>
                    <a:pt x="294659" y="1117083"/>
                  </a:lnTo>
                  <a:lnTo>
                    <a:pt x="294648" y="1117093"/>
                  </a:lnTo>
                  <a:lnTo>
                    <a:pt x="294625" y="1117113"/>
                  </a:lnTo>
                  <a:lnTo>
                    <a:pt x="294588" y="1117141"/>
                  </a:lnTo>
                  <a:lnTo>
                    <a:pt x="294533" y="1117157"/>
                  </a:lnTo>
                  <a:lnTo>
                    <a:pt x="294477" y="1117171"/>
                  </a:lnTo>
                  <a:lnTo>
                    <a:pt x="294440" y="1117178"/>
                  </a:lnTo>
                  <a:lnTo>
                    <a:pt x="294428" y="1117178"/>
                  </a:lnTo>
                  <a:lnTo>
                    <a:pt x="294413" y="1117180"/>
                  </a:lnTo>
                  <a:lnTo>
                    <a:pt x="294379" y="1117182"/>
                  </a:lnTo>
                  <a:lnTo>
                    <a:pt x="294358" y="1117181"/>
                  </a:lnTo>
                  <a:lnTo>
                    <a:pt x="294323" y="1117180"/>
                  </a:lnTo>
                  <a:lnTo>
                    <a:pt x="294289" y="1117173"/>
                  </a:lnTo>
                  <a:lnTo>
                    <a:pt x="294267" y="1117170"/>
                  </a:lnTo>
                  <a:lnTo>
                    <a:pt x="294250" y="1117167"/>
                  </a:lnTo>
                  <a:lnTo>
                    <a:pt x="294209" y="1117165"/>
                  </a:lnTo>
                  <a:lnTo>
                    <a:pt x="294181" y="1117160"/>
                  </a:lnTo>
                  <a:lnTo>
                    <a:pt x="294143" y="1117158"/>
                  </a:lnTo>
                  <a:lnTo>
                    <a:pt x="294109" y="1117160"/>
                  </a:lnTo>
                  <a:lnTo>
                    <a:pt x="294087" y="1117167"/>
                  </a:lnTo>
                  <a:lnTo>
                    <a:pt x="294051" y="1117180"/>
                  </a:lnTo>
                  <a:lnTo>
                    <a:pt x="294033" y="1117182"/>
                  </a:lnTo>
                  <a:lnTo>
                    <a:pt x="293998" y="1117181"/>
                  </a:lnTo>
                  <a:lnTo>
                    <a:pt x="293961" y="1117171"/>
                  </a:lnTo>
                  <a:lnTo>
                    <a:pt x="293919" y="1117154"/>
                  </a:lnTo>
                  <a:lnTo>
                    <a:pt x="293874" y="1117141"/>
                  </a:lnTo>
                  <a:lnTo>
                    <a:pt x="293827" y="1117136"/>
                  </a:lnTo>
                  <a:lnTo>
                    <a:pt x="293821" y="1117135"/>
                  </a:lnTo>
                  <a:lnTo>
                    <a:pt x="293809" y="1117134"/>
                  </a:lnTo>
                  <a:lnTo>
                    <a:pt x="293794" y="1117132"/>
                  </a:lnTo>
                  <a:lnTo>
                    <a:pt x="293780" y="1117128"/>
                  </a:lnTo>
                  <a:lnTo>
                    <a:pt x="293771" y="1117118"/>
                  </a:lnTo>
                  <a:lnTo>
                    <a:pt x="293767" y="1117114"/>
                  </a:lnTo>
                  <a:lnTo>
                    <a:pt x="293744" y="1117092"/>
                  </a:lnTo>
                  <a:lnTo>
                    <a:pt x="293732" y="1117068"/>
                  </a:lnTo>
                  <a:lnTo>
                    <a:pt x="293720" y="1117010"/>
                  </a:lnTo>
                  <a:lnTo>
                    <a:pt x="293713" y="1116975"/>
                  </a:lnTo>
                  <a:lnTo>
                    <a:pt x="293708" y="1116967"/>
                  </a:lnTo>
                  <a:lnTo>
                    <a:pt x="293704" y="1116955"/>
                  </a:lnTo>
                  <a:lnTo>
                    <a:pt x="293690" y="1116921"/>
                  </a:lnTo>
                  <a:lnTo>
                    <a:pt x="293684" y="1116914"/>
                  </a:lnTo>
                  <a:lnTo>
                    <a:pt x="293665" y="1116902"/>
                  </a:lnTo>
                  <a:lnTo>
                    <a:pt x="293641" y="1116885"/>
                  </a:lnTo>
                  <a:lnTo>
                    <a:pt x="293633" y="1116880"/>
                  </a:lnTo>
                  <a:lnTo>
                    <a:pt x="293600" y="1116863"/>
                  </a:lnTo>
                  <a:lnTo>
                    <a:pt x="293562" y="1116846"/>
                  </a:lnTo>
                  <a:lnTo>
                    <a:pt x="293484" y="1116814"/>
                  </a:lnTo>
                  <a:lnTo>
                    <a:pt x="293463" y="1116809"/>
                  </a:lnTo>
                  <a:lnTo>
                    <a:pt x="293437" y="1116805"/>
                  </a:lnTo>
                  <a:lnTo>
                    <a:pt x="293387" y="1116807"/>
                  </a:lnTo>
                  <a:lnTo>
                    <a:pt x="293352" y="1116807"/>
                  </a:lnTo>
                  <a:lnTo>
                    <a:pt x="293337" y="1116807"/>
                  </a:lnTo>
                  <a:lnTo>
                    <a:pt x="293321" y="1116805"/>
                  </a:lnTo>
                  <a:lnTo>
                    <a:pt x="293301" y="1116797"/>
                  </a:lnTo>
                  <a:lnTo>
                    <a:pt x="293288" y="1116788"/>
                  </a:lnTo>
                  <a:lnTo>
                    <a:pt x="293279" y="1116782"/>
                  </a:lnTo>
                  <a:lnTo>
                    <a:pt x="293267" y="1116778"/>
                  </a:lnTo>
                  <a:lnTo>
                    <a:pt x="293250" y="1116776"/>
                  </a:lnTo>
                  <a:lnTo>
                    <a:pt x="293234" y="1116775"/>
                  </a:lnTo>
                  <a:lnTo>
                    <a:pt x="293227" y="1116769"/>
                  </a:lnTo>
                  <a:lnTo>
                    <a:pt x="293224" y="1116764"/>
                  </a:lnTo>
                  <a:lnTo>
                    <a:pt x="293217" y="1116760"/>
                  </a:lnTo>
                  <a:lnTo>
                    <a:pt x="293207" y="1116747"/>
                  </a:lnTo>
                  <a:lnTo>
                    <a:pt x="293194" y="1116728"/>
                  </a:lnTo>
                  <a:lnTo>
                    <a:pt x="293181" y="1116719"/>
                  </a:lnTo>
                  <a:lnTo>
                    <a:pt x="293163" y="1116714"/>
                  </a:lnTo>
                  <a:lnTo>
                    <a:pt x="293128" y="1116715"/>
                  </a:lnTo>
                  <a:lnTo>
                    <a:pt x="293073" y="1116744"/>
                  </a:lnTo>
                  <a:lnTo>
                    <a:pt x="293047" y="1116757"/>
                  </a:lnTo>
                  <a:lnTo>
                    <a:pt x="293017" y="1116775"/>
                  </a:lnTo>
                  <a:lnTo>
                    <a:pt x="292994" y="1116802"/>
                  </a:lnTo>
                  <a:lnTo>
                    <a:pt x="292978" y="1116829"/>
                  </a:lnTo>
                  <a:lnTo>
                    <a:pt x="292960" y="1116852"/>
                  </a:lnTo>
                  <a:lnTo>
                    <a:pt x="292944" y="1116886"/>
                  </a:lnTo>
                  <a:lnTo>
                    <a:pt x="292940" y="1116894"/>
                  </a:lnTo>
                  <a:lnTo>
                    <a:pt x="292937" y="1116899"/>
                  </a:lnTo>
                  <a:lnTo>
                    <a:pt x="292933" y="1116905"/>
                  </a:lnTo>
                  <a:lnTo>
                    <a:pt x="292921" y="1116916"/>
                  </a:lnTo>
                  <a:lnTo>
                    <a:pt x="292911" y="1116921"/>
                  </a:lnTo>
                  <a:lnTo>
                    <a:pt x="292903" y="1116921"/>
                  </a:lnTo>
                  <a:lnTo>
                    <a:pt x="292891" y="1116918"/>
                  </a:lnTo>
                  <a:lnTo>
                    <a:pt x="292879" y="1116911"/>
                  </a:lnTo>
                  <a:lnTo>
                    <a:pt x="292862" y="1116904"/>
                  </a:lnTo>
                  <a:lnTo>
                    <a:pt x="292847" y="1116896"/>
                  </a:lnTo>
                  <a:lnTo>
                    <a:pt x="292827" y="1116892"/>
                  </a:lnTo>
                  <a:lnTo>
                    <a:pt x="292792" y="1116891"/>
                  </a:lnTo>
                  <a:lnTo>
                    <a:pt x="292755" y="1116892"/>
                  </a:lnTo>
                  <a:lnTo>
                    <a:pt x="292719" y="1116907"/>
                  </a:lnTo>
                  <a:lnTo>
                    <a:pt x="292683" y="1116923"/>
                  </a:lnTo>
                  <a:lnTo>
                    <a:pt x="292633" y="1116937"/>
                  </a:lnTo>
                  <a:lnTo>
                    <a:pt x="292602" y="1116942"/>
                  </a:lnTo>
                  <a:lnTo>
                    <a:pt x="292557" y="1116945"/>
                  </a:lnTo>
                  <a:lnTo>
                    <a:pt x="292505" y="1116963"/>
                  </a:lnTo>
                  <a:lnTo>
                    <a:pt x="292493" y="1116970"/>
                  </a:lnTo>
                  <a:lnTo>
                    <a:pt x="292483" y="1116978"/>
                  </a:lnTo>
                  <a:lnTo>
                    <a:pt x="292468" y="1116991"/>
                  </a:lnTo>
                  <a:lnTo>
                    <a:pt x="292459" y="1117006"/>
                  </a:lnTo>
                  <a:lnTo>
                    <a:pt x="292455" y="1117019"/>
                  </a:lnTo>
                  <a:lnTo>
                    <a:pt x="292451" y="1117030"/>
                  </a:lnTo>
                  <a:lnTo>
                    <a:pt x="292445" y="1117038"/>
                  </a:lnTo>
                  <a:lnTo>
                    <a:pt x="292438" y="1117043"/>
                  </a:lnTo>
                  <a:lnTo>
                    <a:pt x="292414" y="1117050"/>
                  </a:lnTo>
                  <a:lnTo>
                    <a:pt x="292389" y="1117057"/>
                  </a:lnTo>
                  <a:lnTo>
                    <a:pt x="292358" y="1117080"/>
                  </a:lnTo>
                  <a:lnTo>
                    <a:pt x="292339" y="1117080"/>
                  </a:lnTo>
                  <a:lnTo>
                    <a:pt x="292322" y="1117068"/>
                  </a:lnTo>
                  <a:lnTo>
                    <a:pt x="292301" y="1117042"/>
                  </a:lnTo>
                  <a:lnTo>
                    <a:pt x="292272" y="1117016"/>
                  </a:lnTo>
                  <a:lnTo>
                    <a:pt x="292236" y="1116996"/>
                  </a:lnTo>
                  <a:lnTo>
                    <a:pt x="292179" y="1116974"/>
                  </a:lnTo>
                  <a:lnTo>
                    <a:pt x="292114" y="1116934"/>
                  </a:lnTo>
                  <a:lnTo>
                    <a:pt x="292068" y="1116896"/>
                  </a:lnTo>
                  <a:lnTo>
                    <a:pt x="292032" y="1116860"/>
                  </a:lnTo>
                  <a:lnTo>
                    <a:pt x="292007" y="1116821"/>
                  </a:lnTo>
                  <a:lnTo>
                    <a:pt x="291980" y="1116745"/>
                  </a:lnTo>
                  <a:lnTo>
                    <a:pt x="291946" y="1116675"/>
                  </a:lnTo>
                  <a:lnTo>
                    <a:pt x="291922" y="1116626"/>
                  </a:lnTo>
                  <a:lnTo>
                    <a:pt x="291880" y="1116578"/>
                  </a:lnTo>
                  <a:lnTo>
                    <a:pt x="291872" y="1116564"/>
                  </a:lnTo>
                  <a:lnTo>
                    <a:pt x="291869" y="1116535"/>
                  </a:lnTo>
                  <a:lnTo>
                    <a:pt x="291866" y="1116483"/>
                  </a:lnTo>
                  <a:lnTo>
                    <a:pt x="291865" y="1116474"/>
                  </a:lnTo>
                  <a:lnTo>
                    <a:pt x="291865" y="1116468"/>
                  </a:lnTo>
                  <a:lnTo>
                    <a:pt x="291863" y="1116422"/>
                  </a:lnTo>
                  <a:lnTo>
                    <a:pt x="291863" y="1116414"/>
                  </a:lnTo>
                  <a:lnTo>
                    <a:pt x="291867" y="1116403"/>
                  </a:lnTo>
                  <a:lnTo>
                    <a:pt x="291878" y="1116381"/>
                  </a:lnTo>
                  <a:lnTo>
                    <a:pt x="291879" y="1116372"/>
                  </a:lnTo>
                  <a:lnTo>
                    <a:pt x="291877" y="1116364"/>
                  </a:lnTo>
                  <a:lnTo>
                    <a:pt x="291867" y="1116358"/>
                  </a:lnTo>
                  <a:lnTo>
                    <a:pt x="291862" y="1116354"/>
                  </a:lnTo>
                  <a:lnTo>
                    <a:pt x="291797" y="1116297"/>
                  </a:lnTo>
                  <a:lnTo>
                    <a:pt x="291781" y="1116284"/>
                  </a:lnTo>
                  <a:lnTo>
                    <a:pt x="291726" y="1116231"/>
                  </a:lnTo>
                  <a:lnTo>
                    <a:pt x="291670" y="1116200"/>
                  </a:lnTo>
                  <a:lnTo>
                    <a:pt x="291644" y="1116176"/>
                  </a:lnTo>
                  <a:lnTo>
                    <a:pt x="291625" y="1116163"/>
                  </a:lnTo>
                  <a:lnTo>
                    <a:pt x="291576" y="1116143"/>
                  </a:lnTo>
                  <a:lnTo>
                    <a:pt x="291527" y="1116130"/>
                  </a:lnTo>
                  <a:lnTo>
                    <a:pt x="291511" y="1116124"/>
                  </a:lnTo>
                  <a:lnTo>
                    <a:pt x="291489" y="1116113"/>
                  </a:lnTo>
                  <a:lnTo>
                    <a:pt x="291474" y="1116101"/>
                  </a:lnTo>
                  <a:lnTo>
                    <a:pt x="291429" y="1116056"/>
                  </a:lnTo>
                  <a:lnTo>
                    <a:pt x="291367" y="1115991"/>
                  </a:lnTo>
                  <a:lnTo>
                    <a:pt x="291349" y="1115974"/>
                  </a:lnTo>
                  <a:lnTo>
                    <a:pt x="291328" y="1115958"/>
                  </a:lnTo>
                  <a:lnTo>
                    <a:pt x="291310" y="1115938"/>
                  </a:lnTo>
                  <a:lnTo>
                    <a:pt x="291291" y="1115920"/>
                  </a:lnTo>
                  <a:lnTo>
                    <a:pt x="291262" y="1115894"/>
                  </a:lnTo>
                  <a:lnTo>
                    <a:pt x="291222" y="1115870"/>
                  </a:lnTo>
                  <a:lnTo>
                    <a:pt x="291200" y="1115852"/>
                  </a:lnTo>
                  <a:lnTo>
                    <a:pt x="291191" y="1115839"/>
                  </a:lnTo>
                  <a:lnTo>
                    <a:pt x="291182" y="1115814"/>
                  </a:lnTo>
                  <a:lnTo>
                    <a:pt x="291175" y="1115807"/>
                  </a:lnTo>
                  <a:lnTo>
                    <a:pt x="291170" y="1115803"/>
                  </a:lnTo>
                  <a:lnTo>
                    <a:pt x="291156" y="1115790"/>
                  </a:lnTo>
                  <a:lnTo>
                    <a:pt x="291151" y="1115778"/>
                  </a:lnTo>
                  <a:lnTo>
                    <a:pt x="291153" y="1115774"/>
                  </a:lnTo>
                  <a:lnTo>
                    <a:pt x="291164" y="1115771"/>
                  </a:lnTo>
                  <a:lnTo>
                    <a:pt x="291190" y="1115766"/>
                  </a:lnTo>
                  <a:lnTo>
                    <a:pt x="291208" y="1115761"/>
                  </a:lnTo>
                  <a:lnTo>
                    <a:pt x="291226" y="1115752"/>
                  </a:lnTo>
                  <a:lnTo>
                    <a:pt x="291248" y="1115742"/>
                  </a:lnTo>
                  <a:lnTo>
                    <a:pt x="291259" y="1115737"/>
                  </a:lnTo>
                  <a:lnTo>
                    <a:pt x="291265" y="1115729"/>
                  </a:lnTo>
                  <a:lnTo>
                    <a:pt x="291269" y="1115723"/>
                  </a:lnTo>
                  <a:lnTo>
                    <a:pt x="291271" y="1115715"/>
                  </a:lnTo>
                  <a:lnTo>
                    <a:pt x="291268" y="1115703"/>
                  </a:lnTo>
                  <a:lnTo>
                    <a:pt x="291251" y="1115676"/>
                  </a:lnTo>
                  <a:lnTo>
                    <a:pt x="291238" y="1115644"/>
                  </a:lnTo>
                  <a:lnTo>
                    <a:pt x="291209" y="1115585"/>
                  </a:lnTo>
                  <a:lnTo>
                    <a:pt x="291192" y="1115540"/>
                  </a:lnTo>
                  <a:lnTo>
                    <a:pt x="291166" y="1115505"/>
                  </a:lnTo>
                  <a:lnTo>
                    <a:pt x="291151" y="1115467"/>
                  </a:lnTo>
                  <a:lnTo>
                    <a:pt x="291136" y="1115429"/>
                  </a:lnTo>
                  <a:lnTo>
                    <a:pt x="291126" y="1115405"/>
                  </a:lnTo>
                  <a:lnTo>
                    <a:pt x="291123" y="1115359"/>
                  </a:lnTo>
                  <a:lnTo>
                    <a:pt x="291127" y="1115318"/>
                  </a:lnTo>
                  <a:lnTo>
                    <a:pt x="291139" y="1115278"/>
                  </a:lnTo>
                  <a:lnTo>
                    <a:pt x="291144" y="1115246"/>
                  </a:lnTo>
                  <a:lnTo>
                    <a:pt x="291145" y="1115212"/>
                  </a:lnTo>
                  <a:lnTo>
                    <a:pt x="291135" y="1115144"/>
                  </a:lnTo>
                  <a:lnTo>
                    <a:pt x="291125" y="1115117"/>
                  </a:lnTo>
                  <a:lnTo>
                    <a:pt x="291117" y="1115063"/>
                  </a:lnTo>
                  <a:lnTo>
                    <a:pt x="291112" y="1115044"/>
                  </a:lnTo>
                  <a:lnTo>
                    <a:pt x="291095" y="1115020"/>
                  </a:lnTo>
                  <a:lnTo>
                    <a:pt x="291072" y="1114979"/>
                  </a:lnTo>
                  <a:lnTo>
                    <a:pt x="291065" y="1114970"/>
                  </a:lnTo>
                  <a:lnTo>
                    <a:pt x="291051" y="1114958"/>
                  </a:lnTo>
                  <a:lnTo>
                    <a:pt x="291040" y="1114954"/>
                  </a:lnTo>
                  <a:lnTo>
                    <a:pt x="291023" y="1114952"/>
                  </a:lnTo>
                  <a:lnTo>
                    <a:pt x="290974" y="1114955"/>
                  </a:lnTo>
                  <a:lnTo>
                    <a:pt x="290956" y="1114955"/>
                  </a:lnTo>
                  <a:lnTo>
                    <a:pt x="290927" y="1114942"/>
                  </a:lnTo>
                  <a:lnTo>
                    <a:pt x="290890" y="1114921"/>
                  </a:lnTo>
                  <a:lnTo>
                    <a:pt x="290860" y="1114906"/>
                  </a:lnTo>
                  <a:lnTo>
                    <a:pt x="290821" y="1114896"/>
                  </a:lnTo>
                  <a:lnTo>
                    <a:pt x="290794" y="1114889"/>
                  </a:lnTo>
                  <a:lnTo>
                    <a:pt x="290751" y="1114890"/>
                  </a:lnTo>
                  <a:lnTo>
                    <a:pt x="290728" y="1114888"/>
                  </a:lnTo>
                  <a:lnTo>
                    <a:pt x="290711" y="1114882"/>
                  </a:lnTo>
                  <a:lnTo>
                    <a:pt x="290699" y="1114874"/>
                  </a:lnTo>
                  <a:lnTo>
                    <a:pt x="290681" y="1114869"/>
                  </a:lnTo>
                  <a:lnTo>
                    <a:pt x="290654" y="1114869"/>
                  </a:lnTo>
                  <a:lnTo>
                    <a:pt x="290635" y="1114867"/>
                  </a:lnTo>
                  <a:lnTo>
                    <a:pt x="290621" y="1114863"/>
                  </a:lnTo>
                  <a:lnTo>
                    <a:pt x="290597" y="1114855"/>
                  </a:lnTo>
                  <a:lnTo>
                    <a:pt x="290557" y="1114831"/>
                  </a:lnTo>
                  <a:lnTo>
                    <a:pt x="290530" y="1114822"/>
                  </a:lnTo>
                  <a:lnTo>
                    <a:pt x="290505" y="1114818"/>
                  </a:lnTo>
                  <a:lnTo>
                    <a:pt x="290495" y="1114816"/>
                  </a:lnTo>
                  <a:lnTo>
                    <a:pt x="290483" y="1114808"/>
                  </a:lnTo>
                  <a:lnTo>
                    <a:pt x="290464" y="1114791"/>
                  </a:lnTo>
                  <a:lnTo>
                    <a:pt x="290457" y="1114786"/>
                  </a:lnTo>
                  <a:lnTo>
                    <a:pt x="290450" y="1114784"/>
                  </a:lnTo>
                  <a:lnTo>
                    <a:pt x="290439" y="1114784"/>
                  </a:lnTo>
                  <a:lnTo>
                    <a:pt x="290426" y="1114789"/>
                  </a:lnTo>
                  <a:lnTo>
                    <a:pt x="290415" y="1114794"/>
                  </a:lnTo>
                  <a:lnTo>
                    <a:pt x="290404" y="1114797"/>
                  </a:lnTo>
                  <a:lnTo>
                    <a:pt x="290390" y="1114800"/>
                  </a:lnTo>
                  <a:lnTo>
                    <a:pt x="290380" y="1114801"/>
                  </a:lnTo>
                  <a:lnTo>
                    <a:pt x="290346" y="1114799"/>
                  </a:lnTo>
                  <a:lnTo>
                    <a:pt x="290315" y="1114796"/>
                  </a:lnTo>
                  <a:lnTo>
                    <a:pt x="290307" y="1114794"/>
                  </a:lnTo>
                  <a:lnTo>
                    <a:pt x="290275" y="1114789"/>
                  </a:lnTo>
                  <a:lnTo>
                    <a:pt x="290249" y="1114784"/>
                  </a:lnTo>
                  <a:lnTo>
                    <a:pt x="290225" y="1114780"/>
                  </a:lnTo>
                  <a:lnTo>
                    <a:pt x="290174" y="1114766"/>
                  </a:lnTo>
                  <a:lnTo>
                    <a:pt x="290138" y="1114749"/>
                  </a:lnTo>
                  <a:lnTo>
                    <a:pt x="290121" y="1114735"/>
                  </a:lnTo>
                  <a:lnTo>
                    <a:pt x="290080" y="1114709"/>
                  </a:lnTo>
                  <a:lnTo>
                    <a:pt x="290069" y="1114705"/>
                  </a:lnTo>
                  <a:lnTo>
                    <a:pt x="290053" y="1114705"/>
                  </a:lnTo>
                  <a:lnTo>
                    <a:pt x="290044" y="1114705"/>
                  </a:lnTo>
                  <a:lnTo>
                    <a:pt x="290018" y="1114715"/>
                  </a:lnTo>
                  <a:lnTo>
                    <a:pt x="289997" y="1114725"/>
                  </a:lnTo>
                  <a:lnTo>
                    <a:pt x="289982" y="1114727"/>
                  </a:lnTo>
                  <a:lnTo>
                    <a:pt x="289963" y="1114729"/>
                  </a:lnTo>
                  <a:lnTo>
                    <a:pt x="289914" y="1114725"/>
                  </a:lnTo>
                  <a:lnTo>
                    <a:pt x="289872" y="1114721"/>
                  </a:lnTo>
                  <a:lnTo>
                    <a:pt x="289864" y="1114719"/>
                  </a:lnTo>
                  <a:lnTo>
                    <a:pt x="289828" y="1114716"/>
                  </a:lnTo>
                  <a:lnTo>
                    <a:pt x="289812" y="1114715"/>
                  </a:lnTo>
                  <a:lnTo>
                    <a:pt x="289792" y="1114708"/>
                  </a:lnTo>
                  <a:lnTo>
                    <a:pt x="289777" y="1114702"/>
                  </a:lnTo>
                  <a:lnTo>
                    <a:pt x="289753" y="1114694"/>
                  </a:lnTo>
                  <a:lnTo>
                    <a:pt x="289698" y="1114683"/>
                  </a:lnTo>
                  <a:lnTo>
                    <a:pt x="289630" y="1114673"/>
                  </a:lnTo>
                  <a:lnTo>
                    <a:pt x="289592" y="1114669"/>
                  </a:lnTo>
                  <a:lnTo>
                    <a:pt x="289563" y="1114674"/>
                  </a:lnTo>
                  <a:lnTo>
                    <a:pt x="289539" y="1114683"/>
                  </a:lnTo>
                  <a:lnTo>
                    <a:pt x="289503" y="1114695"/>
                  </a:lnTo>
                  <a:lnTo>
                    <a:pt x="289468" y="1114700"/>
                  </a:lnTo>
                  <a:lnTo>
                    <a:pt x="289422" y="1114698"/>
                  </a:lnTo>
                  <a:lnTo>
                    <a:pt x="289384" y="1114698"/>
                  </a:lnTo>
                  <a:lnTo>
                    <a:pt x="289354" y="1114705"/>
                  </a:lnTo>
                  <a:lnTo>
                    <a:pt x="289344" y="1114709"/>
                  </a:lnTo>
                  <a:lnTo>
                    <a:pt x="289309" y="1114714"/>
                  </a:lnTo>
                  <a:lnTo>
                    <a:pt x="289245" y="1114724"/>
                  </a:lnTo>
                  <a:lnTo>
                    <a:pt x="289193" y="1114737"/>
                  </a:lnTo>
                  <a:lnTo>
                    <a:pt x="289147" y="1114754"/>
                  </a:lnTo>
                  <a:lnTo>
                    <a:pt x="289090" y="1114789"/>
                  </a:lnTo>
                  <a:lnTo>
                    <a:pt x="289063" y="1114807"/>
                  </a:lnTo>
                  <a:lnTo>
                    <a:pt x="289043" y="1114811"/>
                  </a:lnTo>
                  <a:lnTo>
                    <a:pt x="289027" y="1114811"/>
                  </a:lnTo>
                  <a:lnTo>
                    <a:pt x="289022" y="1114811"/>
                  </a:lnTo>
                  <a:lnTo>
                    <a:pt x="289009" y="1114803"/>
                  </a:lnTo>
                  <a:lnTo>
                    <a:pt x="288998" y="1114794"/>
                  </a:lnTo>
                  <a:lnTo>
                    <a:pt x="288986" y="1114786"/>
                  </a:lnTo>
                  <a:lnTo>
                    <a:pt x="288958" y="1114778"/>
                  </a:lnTo>
                  <a:lnTo>
                    <a:pt x="288940" y="1114769"/>
                  </a:lnTo>
                  <a:lnTo>
                    <a:pt x="288934" y="1114766"/>
                  </a:lnTo>
                  <a:lnTo>
                    <a:pt x="288918" y="1114759"/>
                  </a:lnTo>
                  <a:lnTo>
                    <a:pt x="288909" y="1114760"/>
                  </a:lnTo>
                  <a:lnTo>
                    <a:pt x="288893" y="1114761"/>
                  </a:lnTo>
                  <a:lnTo>
                    <a:pt x="288875" y="1114767"/>
                  </a:lnTo>
                  <a:lnTo>
                    <a:pt x="288851" y="1114779"/>
                  </a:lnTo>
                  <a:lnTo>
                    <a:pt x="288845" y="1114779"/>
                  </a:lnTo>
                  <a:lnTo>
                    <a:pt x="288831" y="1114778"/>
                  </a:lnTo>
                  <a:lnTo>
                    <a:pt x="288820" y="1114770"/>
                  </a:lnTo>
                  <a:lnTo>
                    <a:pt x="288800" y="1114756"/>
                  </a:lnTo>
                  <a:lnTo>
                    <a:pt x="288793" y="1114749"/>
                  </a:lnTo>
                  <a:lnTo>
                    <a:pt x="288778" y="1114742"/>
                  </a:lnTo>
                  <a:lnTo>
                    <a:pt x="288770" y="1114741"/>
                  </a:lnTo>
                  <a:lnTo>
                    <a:pt x="288744" y="1114743"/>
                  </a:lnTo>
                  <a:lnTo>
                    <a:pt x="288721" y="1114749"/>
                  </a:lnTo>
                  <a:lnTo>
                    <a:pt x="288708" y="1114753"/>
                  </a:lnTo>
                  <a:lnTo>
                    <a:pt x="288701" y="1114759"/>
                  </a:lnTo>
                  <a:lnTo>
                    <a:pt x="288688" y="1114776"/>
                  </a:lnTo>
                  <a:lnTo>
                    <a:pt x="288672" y="1114793"/>
                  </a:lnTo>
                  <a:lnTo>
                    <a:pt x="288646" y="1114813"/>
                  </a:lnTo>
                  <a:lnTo>
                    <a:pt x="288609" y="1114838"/>
                  </a:lnTo>
                  <a:lnTo>
                    <a:pt x="288542" y="1114861"/>
                  </a:lnTo>
                  <a:lnTo>
                    <a:pt x="288530" y="1114868"/>
                  </a:lnTo>
                  <a:lnTo>
                    <a:pt x="288508" y="1114881"/>
                  </a:lnTo>
                  <a:lnTo>
                    <a:pt x="288491" y="1114897"/>
                  </a:lnTo>
                  <a:lnTo>
                    <a:pt x="288462" y="1114912"/>
                  </a:lnTo>
                  <a:lnTo>
                    <a:pt x="288446" y="1114923"/>
                  </a:lnTo>
                  <a:lnTo>
                    <a:pt x="288430" y="1114927"/>
                  </a:lnTo>
                  <a:lnTo>
                    <a:pt x="288423" y="1114926"/>
                  </a:lnTo>
                  <a:lnTo>
                    <a:pt x="288401" y="1114913"/>
                  </a:lnTo>
                  <a:lnTo>
                    <a:pt x="288383" y="1114901"/>
                  </a:lnTo>
                  <a:lnTo>
                    <a:pt x="288363" y="1114891"/>
                  </a:lnTo>
                  <a:lnTo>
                    <a:pt x="288339" y="1114873"/>
                  </a:lnTo>
                  <a:lnTo>
                    <a:pt x="288330" y="1114864"/>
                  </a:lnTo>
                  <a:lnTo>
                    <a:pt x="288317" y="1114855"/>
                  </a:lnTo>
                  <a:lnTo>
                    <a:pt x="288294" y="1114830"/>
                  </a:lnTo>
                  <a:lnTo>
                    <a:pt x="288268" y="1114775"/>
                  </a:lnTo>
                  <a:lnTo>
                    <a:pt x="288263" y="1114764"/>
                  </a:lnTo>
                  <a:lnTo>
                    <a:pt x="288245" y="1114732"/>
                  </a:lnTo>
                  <a:lnTo>
                    <a:pt x="288232" y="1114711"/>
                  </a:lnTo>
                  <a:lnTo>
                    <a:pt x="288213" y="1114683"/>
                  </a:lnTo>
                  <a:lnTo>
                    <a:pt x="288197" y="1114663"/>
                  </a:lnTo>
                  <a:lnTo>
                    <a:pt x="288173" y="1114639"/>
                  </a:lnTo>
                  <a:lnTo>
                    <a:pt x="288145" y="1114620"/>
                  </a:lnTo>
                  <a:lnTo>
                    <a:pt x="288110" y="1114596"/>
                  </a:lnTo>
                  <a:lnTo>
                    <a:pt x="288088" y="1114580"/>
                  </a:lnTo>
                  <a:lnTo>
                    <a:pt x="288061" y="1114563"/>
                  </a:lnTo>
                  <a:lnTo>
                    <a:pt x="288024" y="1114545"/>
                  </a:lnTo>
                  <a:lnTo>
                    <a:pt x="287989" y="1114515"/>
                  </a:lnTo>
                  <a:lnTo>
                    <a:pt x="287973" y="1114492"/>
                  </a:lnTo>
                  <a:lnTo>
                    <a:pt x="287944" y="1114467"/>
                  </a:lnTo>
                  <a:lnTo>
                    <a:pt x="287926" y="1114446"/>
                  </a:lnTo>
                  <a:lnTo>
                    <a:pt x="287896" y="1114432"/>
                  </a:lnTo>
                  <a:lnTo>
                    <a:pt x="287876" y="1114420"/>
                  </a:lnTo>
                  <a:lnTo>
                    <a:pt x="287859" y="1114402"/>
                  </a:lnTo>
                  <a:lnTo>
                    <a:pt x="287847" y="1114384"/>
                  </a:lnTo>
                  <a:lnTo>
                    <a:pt x="287838" y="1114367"/>
                  </a:lnTo>
                  <a:lnTo>
                    <a:pt x="287831" y="1114340"/>
                  </a:lnTo>
                  <a:lnTo>
                    <a:pt x="287821" y="1114314"/>
                  </a:lnTo>
                  <a:lnTo>
                    <a:pt x="287814" y="1114308"/>
                  </a:lnTo>
                  <a:lnTo>
                    <a:pt x="287806" y="1114303"/>
                  </a:lnTo>
                  <a:lnTo>
                    <a:pt x="287762" y="1114292"/>
                  </a:lnTo>
                  <a:lnTo>
                    <a:pt x="287743" y="1114286"/>
                  </a:lnTo>
                  <a:lnTo>
                    <a:pt x="287734" y="1114283"/>
                  </a:lnTo>
                  <a:lnTo>
                    <a:pt x="287699" y="1114262"/>
                  </a:lnTo>
                  <a:lnTo>
                    <a:pt x="287673" y="1114255"/>
                  </a:lnTo>
                  <a:lnTo>
                    <a:pt x="287625" y="1114253"/>
                  </a:lnTo>
                  <a:lnTo>
                    <a:pt x="287593" y="1114241"/>
                  </a:lnTo>
                  <a:lnTo>
                    <a:pt x="287542" y="1114214"/>
                  </a:lnTo>
                  <a:lnTo>
                    <a:pt x="287522" y="1114212"/>
                  </a:lnTo>
                  <a:lnTo>
                    <a:pt x="287480" y="1114221"/>
                  </a:lnTo>
                  <a:lnTo>
                    <a:pt x="287444" y="1114225"/>
                  </a:lnTo>
                  <a:lnTo>
                    <a:pt x="287385" y="1114225"/>
                  </a:lnTo>
                  <a:lnTo>
                    <a:pt x="287302" y="1114234"/>
                  </a:lnTo>
                  <a:lnTo>
                    <a:pt x="287297" y="1114233"/>
                  </a:lnTo>
                  <a:lnTo>
                    <a:pt x="287250" y="1114225"/>
                  </a:lnTo>
                  <a:lnTo>
                    <a:pt x="287223" y="1114222"/>
                  </a:lnTo>
                  <a:lnTo>
                    <a:pt x="287170" y="1114235"/>
                  </a:lnTo>
                  <a:lnTo>
                    <a:pt x="287096" y="1114239"/>
                  </a:lnTo>
                  <a:lnTo>
                    <a:pt x="287032" y="1114240"/>
                  </a:lnTo>
                  <a:lnTo>
                    <a:pt x="286982" y="1114223"/>
                  </a:lnTo>
                  <a:lnTo>
                    <a:pt x="286928" y="1114201"/>
                  </a:lnTo>
                  <a:lnTo>
                    <a:pt x="286905" y="1114186"/>
                  </a:lnTo>
                  <a:lnTo>
                    <a:pt x="286885" y="1114168"/>
                  </a:lnTo>
                  <a:lnTo>
                    <a:pt x="286882" y="1114145"/>
                  </a:lnTo>
                  <a:lnTo>
                    <a:pt x="286880" y="1114110"/>
                  </a:lnTo>
                  <a:lnTo>
                    <a:pt x="286878" y="1114101"/>
                  </a:lnTo>
                  <a:lnTo>
                    <a:pt x="286874" y="1114090"/>
                  </a:lnTo>
                  <a:lnTo>
                    <a:pt x="286871" y="1114080"/>
                  </a:lnTo>
                  <a:lnTo>
                    <a:pt x="286866" y="1114075"/>
                  </a:lnTo>
                  <a:lnTo>
                    <a:pt x="286848" y="1114069"/>
                  </a:lnTo>
                  <a:lnTo>
                    <a:pt x="286829" y="1114069"/>
                  </a:lnTo>
                  <a:lnTo>
                    <a:pt x="286809" y="1114066"/>
                  </a:lnTo>
                  <a:lnTo>
                    <a:pt x="286790" y="1114061"/>
                  </a:lnTo>
                  <a:lnTo>
                    <a:pt x="286697" y="1114012"/>
                  </a:lnTo>
                  <a:lnTo>
                    <a:pt x="286668" y="1113996"/>
                  </a:lnTo>
                  <a:lnTo>
                    <a:pt x="286654" y="1113991"/>
                  </a:lnTo>
                  <a:lnTo>
                    <a:pt x="286630" y="1113987"/>
                  </a:lnTo>
                  <a:lnTo>
                    <a:pt x="286615" y="1113982"/>
                  </a:lnTo>
                  <a:lnTo>
                    <a:pt x="286597" y="1113971"/>
                  </a:lnTo>
                  <a:lnTo>
                    <a:pt x="286570" y="1113947"/>
                  </a:lnTo>
                  <a:lnTo>
                    <a:pt x="286554" y="1113906"/>
                  </a:lnTo>
                  <a:lnTo>
                    <a:pt x="286534" y="1113872"/>
                  </a:lnTo>
                  <a:lnTo>
                    <a:pt x="286505" y="1113840"/>
                  </a:lnTo>
                  <a:lnTo>
                    <a:pt x="286489" y="1113824"/>
                  </a:lnTo>
                  <a:lnTo>
                    <a:pt x="286475" y="1113803"/>
                  </a:lnTo>
                  <a:lnTo>
                    <a:pt x="286471" y="1113793"/>
                  </a:lnTo>
                  <a:lnTo>
                    <a:pt x="286460" y="1113761"/>
                  </a:lnTo>
                  <a:lnTo>
                    <a:pt x="286455" y="1113760"/>
                  </a:lnTo>
                  <a:lnTo>
                    <a:pt x="286441" y="1113772"/>
                  </a:lnTo>
                  <a:lnTo>
                    <a:pt x="286409" y="1113794"/>
                  </a:lnTo>
                  <a:lnTo>
                    <a:pt x="286374" y="1113811"/>
                  </a:lnTo>
                  <a:lnTo>
                    <a:pt x="286329" y="1113830"/>
                  </a:lnTo>
                  <a:lnTo>
                    <a:pt x="286283" y="1113848"/>
                  </a:lnTo>
                  <a:lnTo>
                    <a:pt x="286264" y="1113853"/>
                  </a:lnTo>
                  <a:lnTo>
                    <a:pt x="286245" y="1113852"/>
                  </a:lnTo>
                  <a:lnTo>
                    <a:pt x="286216" y="1113837"/>
                  </a:lnTo>
                  <a:lnTo>
                    <a:pt x="286156" y="1113795"/>
                  </a:lnTo>
                  <a:lnTo>
                    <a:pt x="286103" y="1113760"/>
                  </a:lnTo>
                  <a:lnTo>
                    <a:pt x="286081" y="1113746"/>
                  </a:lnTo>
                  <a:lnTo>
                    <a:pt x="286068" y="1113747"/>
                  </a:lnTo>
                  <a:lnTo>
                    <a:pt x="286025" y="1113764"/>
                  </a:lnTo>
                  <a:lnTo>
                    <a:pt x="286006" y="1113774"/>
                  </a:lnTo>
                  <a:lnTo>
                    <a:pt x="285978" y="1113792"/>
                  </a:lnTo>
                  <a:lnTo>
                    <a:pt x="285958" y="1113804"/>
                  </a:lnTo>
                  <a:lnTo>
                    <a:pt x="285941" y="1113815"/>
                  </a:lnTo>
                  <a:lnTo>
                    <a:pt x="285919" y="1113829"/>
                  </a:lnTo>
                  <a:lnTo>
                    <a:pt x="285903" y="1113834"/>
                  </a:lnTo>
                  <a:lnTo>
                    <a:pt x="285880" y="1113845"/>
                  </a:lnTo>
                  <a:lnTo>
                    <a:pt x="285872" y="1113852"/>
                  </a:lnTo>
                  <a:lnTo>
                    <a:pt x="285865" y="1113861"/>
                  </a:lnTo>
                  <a:lnTo>
                    <a:pt x="285860" y="1113869"/>
                  </a:lnTo>
                  <a:lnTo>
                    <a:pt x="285846" y="1113910"/>
                  </a:lnTo>
                  <a:lnTo>
                    <a:pt x="285831" y="1113934"/>
                  </a:lnTo>
                  <a:lnTo>
                    <a:pt x="285795" y="1113966"/>
                  </a:lnTo>
                  <a:lnTo>
                    <a:pt x="285784" y="1113975"/>
                  </a:lnTo>
                  <a:lnTo>
                    <a:pt x="285771" y="1113990"/>
                  </a:lnTo>
                  <a:lnTo>
                    <a:pt x="285755" y="1114012"/>
                  </a:lnTo>
                  <a:lnTo>
                    <a:pt x="285741" y="1114046"/>
                  </a:lnTo>
                  <a:lnTo>
                    <a:pt x="285738" y="1114051"/>
                  </a:lnTo>
                  <a:lnTo>
                    <a:pt x="285721" y="1114066"/>
                  </a:lnTo>
                  <a:lnTo>
                    <a:pt x="285710" y="1114072"/>
                  </a:lnTo>
                  <a:lnTo>
                    <a:pt x="285697" y="1114079"/>
                  </a:lnTo>
                  <a:lnTo>
                    <a:pt x="285681" y="1114083"/>
                  </a:lnTo>
                  <a:lnTo>
                    <a:pt x="285645" y="1114096"/>
                  </a:lnTo>
                  <a:lnTo>
                    <a:pt x="285515" y="1114140"/>
                  </a:lnTo>
                  <a:lnTo>
                    <a:pt x="285501" y="1114145"/>
                  </a:lnTo>
                  <a:lnTo>
                    <a:pt x="285438" y="1114173"/>
                  </a:lnTo>
                  <a:lnTo>
                    <a:pt x="285326" y="1114225"/>
                  </a:lnTo>
                  <a:lnTo>
                    <a:pt x="285286" y="1114241"/>
                  </a:lnTo>
                  <a:lnTo>
                    <a:pt x="285241" y="1114242"/>
                  </a:lnTo>
                  <a:lnTo>
                    <a:pt x="285167" y="1114248"/>
                  </a:lnTo>
                  <a:lnTo>
                    <a:pt x="285071" y="1114283"/>
                  </a:lnTo>
                  <a:lnTo>
                    <a:pt x="284967" y="1114317"/>
                  </a:lnTo>
                  <a:lnTo>
                    <a:pt x="284947" y="1114328"/>
                  </a:lnTo>
                  <a:lnTo>
                    <a:pt x="284919" y="1114348"/>
                  </a:lnTo>
                  <a:lnTo>
                    <a:pt x="284896" y="1114366"/>
                  </a:lnTo>
                  <a:lnTo>
                    <a:pt x="284872" y="1114393"/>
                  </a:lnTo>
                  <a:lnTo>
                    <a:pt x="284857" y="1114422"/>
                  </a:lnTo>
                  <a:lnTo>
                    <a:pt x="284843" y="1114440"/>
                  </a:lnTo>
                  <a:lnTo>
                    <a:pt x="284811" y="1114467"/>
                  </a:lnTo>
                  <a:lnTo>
                    <a:pt x="284800" y="1114469"/>
                  </a:lnTo>
                  <a:lnTo>
                    <a:pt x="284788" y="1114464"/>
                  </a:lnTo>
                  <a:lnTo>
                    <a:pt x="284752" y="1114446"/>
                  </a:lnTo>
                  <a:lnTo>
                    <a:pt x="284730" y="1114429"/>
                  </a:lnTo>
                  <a:lnTo>
                    <a:pt x="284715" y="1114423"/>
                  </a:lnTo>
                  <a:lnTo>
                    <a:pt x="284701" y="1114426"/>
                  </a:lnTo>
                  <a:lnTo>
                    <a:pt x="284657" y="1114453"/>
                  </a:lnTo>
                  <a:lnTo>
                    <a:pt x="284627" y="1114463"/>
                  </a:lnTo>
                  <a:lnTo>
                    <a:pt x="284604" y="1114471"/>
                  </a:lnTo>
                  <a:lnTo>
                    <a:pt x="284555" y="1114475"/>
                  </a:lnTo>
                  <a:lnTo>
                    <a:pt x="284531" y="1114467"/>
                  </a:lnTo>
                  <a:lnTo>
                    <a:pt x="284439" y="1114425"/>
                  </a:lnTo>
                  <a:lnTo>
                    <a:pt x="284375" y="1114405"/>
                  </a:lnTo>
                  <a:lnTo>
                    <a:pt x="284312" y="1114398"/>
                  </a:lnTo>
                  <a:lnTo>
                    <a:pt x="284240" y="1114405"/>
                  </a:lnTo>
                  <a:lnTo>
                    <a:pt x="284199" y="1114411"/>
                  </a:lnTo>
                  <a:lnTo>
                    <a:pt x="284182" y="1114421"/>
                  </a:lnTo>
                  <a:lnTo>
                    <a:pt x="284176" y="1114424"/>
                  </a:lnTo>
                  <a:lnTo>
                    <a:pt x="284152" y="1114453"/>
                  </a:lnTo>
                  <a:lnTo>
                    <a:pt x="284096" y="1114516"/>
                  </a:lnTo>
                  <a:lnTo>
                    <a:pt x="284081" y="1114534"/>
                  </a:lnTo>
                  <a:lnTo>
                    <a:pt x="283995" y="1114620"/>
                  </a:lnTo>
                  <a:lnTo>
                    <a:pt x="283863" y="1114744"/>
                  </a:lnTo>
                  <a:lnTo>
                    <a:pt x="283740" y="1114836"/>
                  </a:lnTo>
                  <a:lnTo>
                    <a:pt x="283735" y="1114840"/>
                  </a:lnTo>
                  <a:lnTo>
                    <a:pt x="283644" y="1114912"/>
                  </a:lnTo>
                  <a:lnTo>
                    <a:pt x="283591" y="1114957"/>
                  </a:lnTo>
                  <a:lnTo>
                    <a:pt x="283570" y="1114976"/>
                  </a:lnTo>
                  <a:lnTo>
                    <a:pt x="283518" y="1115038"/>
                  </a:lnTo>
                  <a:lnTo>
                    <a:pt x="283456" y="1115111"/>
                  </a:lnTo>
                  <a:lnTo>
                    <a:pt x="283409" y="1115162"/>
                  </a:lnTo>
                  <a:lnTo>
                    <a:pt x="283368" y="1115197"/>
                  </a:lnTo>
                  <a:lnTo>
                    <a:pt x="283340" y="1115209"/>
                  </a:lnTo>
                  <a:lnTo>
                    <a:pt x="283307" y="1115217"/>
                  </a:lnTo>
                  <a:lnTo>
                    <a:pt x="283298" y="1115217"/>
                  </a:lnTo>
                  <a:lnTo>
                    <a:pt x="283255" y="1115220"/>
                  </a:lnTo>
                  <a:lnTo>
                    <a:pt x="283198" y="1115211"/>
                  </a:lnTo>
                  <a:lnTo>
                    <a:pt x="283159" y="1115213"/>
                  </a:lnTo>
                  <a:lnTo>
                    <a:pt x="283085" y="1115216"/>
                  </a:lnTo>
                  <a:lnTo>
                    <a:pt x="283026" y="1115199"/>
                  </a:lnTo>
                  <a:lnTo>
                    <a:pt x="282863" y="1115148"/>
                  </a:lnTo>
                  <a:lnTo>
                    <a:pt x="282852" y="1115143"/>
                  </a:lnTo>
                  <a:lnTo>
                    <a:pt x="282782" y="1115115"/>
                  </a:lnTo>
                  <a:lnTo>
                    <a:pt x="282661" y="1115059"/>
                  </a:lnTo>
                  <a:lnTo>
                    <a:pt x="282551" y="1115013"/>
                  </a:lnTo>
                  <a:lnTo>
                    <a:pt x="282442" y="1114978"/>
                  </a:lnTo>
                  <a:lnTo>
                    <a:pt x="282411" y="1114966"/>
                  </a:lnTo>
                  <a:lnTo>
                    <a:pt x="282405" y="1114964"/>
                  </a:lnTo>
                  <a:lnTo>
                    <a:pt x="282376" y="1114953"/>
                  </a:lnTo>
                  <a:lnTo>
                    <a:pt x="282342" y="1114933"/>
                  </a:lnTo>
                  <a:lnTo>
                    <a:pt x="282299" y="1114892"/>
                  </a:lnTo>
                  <a:lnTo>
                    <a:pt x="282248" y="1114827"/>
                  </a:lnTo>
                  <a:lnTo>
                    <a:pt x="282184" y="1114701"/>
                  </a:lnTo>
                  <a:lnTo>
                    <a:pt x="282154" y="1114643"/>
                  </a:lnTo>
                  <a:lnTo>
                    <a:pt x="282130" y="1114608"/>
                  </a:lnTo>
                  <a:lnTo>
                    <a:pt x="282106" y="1114592"/>
                  </a:lnTo>
                  <a:lnTo>
                    <a:pt x="282052" y="1114574"/>
                  </a:lnTo>
                  <a:lnTo>
                    <a:pt x="281983" y="1114564"/>
                  </a:lnTo>
                  <a:lnTo>
                    <a:pt x="281957" y="1114561"/>
                  </a:lnTo>
                  <a:lnTo>
                    <a:pt x="281900" y="1114554"/>
                  </a:lnTo>
                  <a:lnTo>
                    <a:pt x="281714" y="1114539"/>
                  </a:lnTo>
                  <a:lnTo>
                    <a:pt x="281681" y="1114535"/>
                  </a:lnTo>
                  <a:lnTo>
                    <a:pt x="281548" y="1114518"/>
                  </a:lnTo>
                  <a:lnTo>
                    <a:pt x="281511" y="1114500"/>
                  </a:lnTo>
                  <a:lnTo>
                    <a:pt x="281499" y="1114494"/>
                  </a:lnTo>
                  <a:lnTo>
                    <a:pt x="281478" y="1114472"/>
                  </a:lnTo>
                  <a:lnTo>
                    <a:pt x="281448" y="1114446"/>
                  </a:lnTo>
                  <a:lnTo>
                    <a:pt x="281391" y="1114377"/>
                  </a:lnTo>
                  <a:lnTo>
                    <a:pt x="281341" y="1114305"/>
                  </a:lnTo>
                  <a:lnTo>
                    <a:pt x="281273" y="1114203"/>
                  </a:lnTo>
                  <a:lnTo>
                    <a:pt x="281238" y="1114145"/>
                  </a:lnTo>
                  <a:lnTo>
                    <a:pt x="281221" y="1114101"/>
                  </a:lnTo>
                  <a:lnTo>
                    <a:pt x="281194" y="1114032"/>
                  </a:lnTo>
                  <a:lnTo>
                    <a:pt x="281155" y="1113926"/>
                  </a:lnTo>
                  <a:lnTo>
                    <a:pt x="281140" y="1113869"/>
                  </a:lnTo>
                  <a:lnTo>
                    <a:pt x="281120" y="1113771"/>
                  </a:lnTo>
                  <a:lnTo>
                    <a:pt x="281098" y="1113677"/>
                  </a:lnTo>
                  <a:lnTo>
                    <a:pt x="281095" y="1113665"/>
                  </a:lnTo>
                  <a:lnTo>
                    <a:pt x="281080" y="1113609"/>
                  </a:lnTo>
                  <a:lnTo>
                    <a:pt x="281066" y="1113583"/>
                  </a:lnTo>
                  <a:lnTo>
                    <a:pt x="281058" y="1113571"/>
                  </a:lnTo>
                  <a:lnTo>
                    <a:pt x="281037" y="1113536"/>
                  </a:lnTo>
                  <a:lnTo>
                    <a:pt x="281019" y="1113515"/>
                  </a:lnTo>
                  <a:lnTo>
                    <a:pt x="281007" y="1113506"/>
                  </a:lnTo>
                  <a:lnTo>
                    <a:pt x="280980" y="1113493"/>
                  </a:lnTo>
                  <a:lnTo>
                    <a:pt x="280878" y="1113463"/>
                  </a:lnTo>
                  <a:lnTo>
                    <a:pt x="280777" y="1113440"/>
                  </a:lnTo>
                  <a:lnTo>
                    <a:pt x="280642" y="1113421"/>
                  </a:lnTo>
                  <a:lnTo>
                    <a:pt x="280612" y="1113418"/>
                  </a:lnTo>
                  <a:lnTo>
                    <a:pt x="280515" y="1113410"/>
                  </a:lnTo>
                  <a:lnTo>
                    <a:pt x="280415" y="1113398"/>
                  </a:lnTo>
                  <a:lnTo>
                    <a:pt x="280240" y="1113370"/>
                  </a:lnTo>
                  <a:lnTo>
                    <a:pt x="280166" y="1113361"/>
                  </a:lnTo>
                  <a:lnTo>
                    <a:pt x="280054" y="1113347"/>
                  </a:lnTo>
                  <a:lnTo>
                    <a:pt x="279840" y="1113340"/>
                  </a:lnTo>
                  <a:lnTo>
                    <a:pt x="279734" y="1113335"/>
                  </a:lnTo>
                  <a:lnTo>
                    <a:pt x="279720" y="1113335"/>
                  </a:lnTo>
                  <a:lnTo>
                    <a:pt x="279636" y="1113336"/>
                  </a:lnTo>
                  <a:lnTo>
                    <a:pt x="279509" y="1113348"/>
                  </a:lnTo>
                  <a:lnTo>
                    <a:pt x="279449" y="1113348"/>
                  </a:lnTo>
                  <a:lnTo>
                    <a:pt x="279443" y="1113335"/>
                  </a:lnTo>
                  <a:lnTo>
                    <a:pt x="279441" y="1113318"/>
                  </a:lnTo>
                  <a:lnTo>
                    <a:pt x="279444" y="1113268"/>
                  </a:lnTo>
                  <a:lnTo>
                    <a:pt x="279445" y="1113241"/>
                  </a:lnTo>
                  <a:lnTo>
                    <a:pt x="279445" y="1113196"/>
                  </a:lnTo>
                  <a:lnTo>
                    <a:pt x="279442" y="1113101"/>
                  </a:lnTo>
                  <a:lnTo>
                    <a:pt x="279433" y="1113010"/>
                  </a:lnTo>
                  <a:lnTo>
                    <a:pt x="279425" y="1112965"/>
                  </a:lnTo>
                  <a:lnTo>
                    <a:pt x="279416" y="1112930"/>
                  </a:lnTo>
                  <a:lnTo>
                    <a:pt x="279393" y="1112871"/>
                  </a:lnTo>
                  <a:lnTo>
                    <a:pt x="279366" y="1112815"/>
                  </a:lnTo>
                  <a:lnTo>
                    <a:pt x="279361" y="1112804"/>
                  </a:lnTo>
                  <a:lnTo>
                    <a:pt x="279338" y="1112758"/>
                  </a:lnTo>
                  <a:lnTo>
                    <a:pt x="279269" y="1112672"/>
                  </a:lnTo>
                  <a:lnTo>
                    <a:pt x="279250" y="1112648"/>
                  </a:lnTo>
                  <a:lnTo>
                    <a:pt x="279207" y="1112584"/>
                  </a:lnTo>
                  <a:lnTo>
                    <a:pt x="279181" y="1112534"/>
                  </a:lnTo>
                  <a:lnTo>
                    <a:pt x="279156" y="1112478"/>
                  </a:lnTo>
                  <a:lnTo>
                    <a:pt x="279140" y="1112421"/>
                  </a:lnTo>
                  <a:lnTo>
                    <a:pt x="279130" y="1112369"/>
                  </a:lnTo>
                  <a:lnTo>
                    <a:pt x="279126" y="1112350"/>
                  </a:lnTo>
                  <a:lnTo>
                    <a:pt x="279129" y="1112301"/>
                  </a:lnTo>
                  <a:lnTo>
                    <a:pt x="279139" y="1112258"/>
                  </a:lnTo>
                  <a:lnTo>
                    <a:pt x="279147" y="1112224"/>
                  </a:lnTo>
                  <a:lnTo>
                    <a:pt x="279157" y="1112160"/>
                  </a:lnTo>
                  <a:lnTo>
                    <a:pt x="279169" y="1112114"/>
                  </a:lnTo>
                  <a:lnTo>
                    <a:pt x="279173" y="1112089"/>
                  </a:lnTo>
                  <a:lnTo>
                    <a:pt x="279176" y="1112045"/>
                  </a:lnTo>
                  <a:lnTo>
                    <a:pt x="279169" y="1111990"/>
                  </a:lnTo>
                  <a:lnTo>
                    <a:pt x="279160" y="1111951"/>
                  </a:lnTo>
                  <a:lnTo>
                    <a:pt x="279153" y="1111932"/>
                  </a:lnTo>
                  <a:lnTo>
                    <a:pt x="279124" y="1111860"/>
                  </a:lnTo>
                  <a:lnTo>
                    <a:pt x="279078" y="1111781"/>
                  </a:lnTo>
                  <a:lnTo>
                    <a:pt x="279063" y="1111745"/>
                  </a:lnTo>
                  <a:lnTo>
                    <a:pt x="279059" y="1111713"/>
                  </a:lnTo>
                  <a:lnTo>
                    <a:pt x="279059" y="1111668"/>
                  </a:lnTo>
                  <a:lnTo>
                    <a:pt x="279070" y="1111631"/>
                  </a:lnTo>
                  <a:lnTo>
                    <a:pt x="279086" y="1111582"/>
                  </a:lnTo>
                  <a:lnTo>
                    <a:pt x="279094" y="1111529"/>
                  </a:lnTo>
                  <a:lnTo>
                    <a:pt x="279094" y="1111495"/>
                  </a:lnTo>
                  <a:lnTo>
                    <a:pt x="279094" y="1111484"/>
                  </a:lnTo>
                  <a:lnTo>
                    <a:pt x="279090" y="1111448"/>
                  </a:lnTo>
                  <a:lnTo>
                    <a:pt x="279081" y="1111421"/>
                  </a:lnTo>
                  <a:lnTo>
                    <a:pt x="279038" y="1111355"/>
                  </a:lnTo>
                  <a:lnTo>
                    <a:pt x="278968" y="1111274"/>
                  </a:lnTo>
                  <a:lnTo>
                    <a:pt x="278829" y="1111161"/>
                  </a:lnTo>
                  <a:lnTo>
                    <a:pt x="278811" y="1111149"/>
                  </a:lnTo>
                  <a:lnTo>
                    <a:pt x="278737" y="1111100"/>
                  </a:lnTo>
                  <a:lnTo>
                    <a:pt x="278692" y="1111061"/>
                  </a:lnTo>
                  <a:lnTo>
                    <a:pt x="278687" y="1111057"/>
                  </a:lnTo>
                  <a:lnTo>
                    <a:pt x="278658" y="1111029"/>
                  </a:lnTo>
                  <a:lnTo>
                    <a:pt x="278617" y="1110966"/>
                  </a:lnTo>
                  <a:lnTo>
                    <a:pt x="278582" y="1110913"/>
                  </a:lnTo>
                  <a:lnTo>
                    <a:pt x="278509" y="1110838"/>
                  </a:lnTo>
                  <a:lnTo>
                    <a:pt x="278465" y="1110809"/>
                  </a:lnTo>
                  <a:lnTo>
                    <a:pt x="278423" y="1110792"/>
                  </a:lnTo>
                  <a:lnTo>
                    <a:pt x="278388" y="1110787"/>
                  </a:lnTo>
                  <a:lnTo>
                    <a:pt x="278355" y="1110783"/>
                  </a:lnTo>
                  <a:lnTo>
                    <a:pt x="278318" y="1110787"/>
                  </a:lnTo>
                  <a:lnTo>
                    <a:pt x="278284" y="1110787"/>
                  </a:lnTo>
                  <a:lnTo>
                    <a:pt x="278298" y="1110764"/>
                  </a:lnTo>
                  <a:lnTo>
                    <a:pt x="278313" y="1110745"/>
                  </a:lnTo>
                  <a:lnTo>
                    <a:pt x="278321" y="1110731"/>
                  </a:lnTo>
                  <a:lnTo>
                    <a:pt x="278341" y="1110699"/>
                  </a:lnTo>
                  <a:lnTo>
                    <a:pt x="278351" y="1110673"/>
                  </a:lnTo>
                  <a:lnTo>
                    <a:pt x="278359" y="1110636"/>
                  </a:lnTo>
                  <a:lnTo>
                    <a:pt x="278361" y="1110626"/>
                  </a:lnTo>
                  <a:lnTo>
                    <a:pt x="278370" y="1110572"/>
                  </a:lnTo>
                  <a:lnTo>
                    <a:pt x="278370" y="1110544"/>
                  </a:lnTo>
                  <a:lnTo>
                    <a:pt x="278373" y="1110515"/>
                  </a:lnTo>
                  <a:lnTo>
                    <a:pt x="278364" y="1110424"/>
                  </a:lnTo>
                  <a:lnTo>
                    <a:pt x="278358" y="1110346"/>
                  </a:lnTo>
                  <a:lnTo>
                    <a:pt x="278353" y="1110293"/>
                  </a:lnTo>
                  <a:lnTo>
                    <a:pt x="278346" y="1110255"/>
                  </a:lnTo>
                  <a:lnTo>
                    <a:pt x="278338" y="1110225"/>
                  </a:lnTo>
                  <a:lnTo>
                    <a:pt x="278325" y="1110197"/>
                  </a:lnTo>
                  <a:lnTo>
                    <a:pt x="278321" y="1110189"/>
                  </a:lnTo>
                  <a:lnTo>
                    <a:pt x="278311" y="1110167"/>
                  </a:lnTo>
                  <a:lnTo>
                    <a:pt x="278270" y="1110075"/>
                  </a:lnTo>
                  <a:lnTo>
                    <a:pt x="278245" y="1110041"/>
                  </a:lnTo>
                  <a:lnTo>
                    <a:pt x="278227" y="1110027"/>
                  </a:lnTo>
                  <a:lnTo>
                    <a:pt x="278173" y="1110027"/>
                  </a:lnTo>
                  <a:lnTo>
                    <a:pt x="278058" y="1110032"/>
                  </a:lnTo>
                  <a:lnTo>
                    <a:pt x="277960" y="1110028"/>
                  </a:lnTo>
                  <a:lnTo>
                    <a:pt x="277927" y="1110018"/>
                  </a:lnTo>
                  <a:lnTo>
                    <a:pt x="277909" y="1110003"/>
                  </a:lnTo>
                  <a:lnTo>
                    <a:pt x="277883" y="1109980"/>
                  </a:lnTo>
                  <a:lnTo>
                    <a:pt x="277877" y="1109975"/>
                  </a:lnTo>
                  <a:lnTo>
                    <a:pt x="277866" y="1109964"/>
                  </a:lnTo>
                  <a:lnTo>
                    <a:pt x="277841" y="1109939"/>
                  </a:lnTo>
                  <a:lnTo>
                    <a:pt x="277825" y="1109916"/>
                  </a:lnTo>
                  <a:lnTo>
                    <a:pt x="277811" y="1109893"/>
                  </a:lnTo>
                  <a:lnTo>
                    <a:pt x="277808" y="1109883"/>
                  </a:lnTo>
                  <a:lnTo>
                    <a:pt x="277807" y="1109870"/>
                  </a:lnTo>
                  <a:lnTo>
                    <a:pt x="277805" y="1109836"/>
                  </a:lnTo>
                  <a:lnTo>
                    <a:pt x="277802" y="1109821"/>
                  </a:lnTo>
                  <a:lnTo>
                    <a:pt x="277790" y="1109809"/>
                  </a:lnTo>
                  <a:lnTo>
                    <a:pt x="277774" y="1109796"/>
                  </a:lnTo>
                  <a:lnTo>
                    <a:pt x="277749" y="1109780"/>
                  </a:lnTo>
                  <a:lnTo>
                    <a:pt x="277725" y="1109759"/>
                  </a:lnTo>
                  <a:lnTo>
                    <a:pt x="277694" y="1109734"/>
                  </a:lnTo>
                  <a:lnTo>
                    <a:pt x="277664" y="1109699"/>
                  </a:lnTo>
                  <a:lnTo>
                    <a:pt x="277645" y="1109679"/>
                  </a:lnTo>
                  <a:lnTo>
                    <a:pt x="277635" y="1109663"/>
                  </a:lnTo>
                  <a:lnTo>
                    <a:pt x="277630" y="1109648"/>
                  </a:lnTo>
                  <a:lnTo>
                    <a:pt x="277629" y="1109629"/>
                  </a:lnTo>
                  <a:lnTo>
                    <a:pt x="277624" y="1109603"/>
                  </a:lnTo>
                  <a:lnTo>
                    <a:pt x="277619" y="1109578"/>
                  </a:lnTo>
                  <a:lnTo>
                    <a:pt x="277617" y="1109550"/>
                  </a:lnTo>
                  <a:lnTo>
                    <a:pt x="277617" y="1109527"/>
                  </a:lnTo>
                  <a:lnTo>
                    <a:pt x="277612" y="1109501"/>
                  </a:lnTo>
                  <a:lnTo>
                    <a:pt x="277603" y="1109487"/>
                  </a:lnTo>
                  <a:lnTo>
                    <a:pt x="277591" y="1109481"/>
                  </a:lnTo>
                  <a:lnTo>
                    <a:pt x="277572" y="1109478"/>
                  </a:lnTo>
                  <a:lnTo>
                    <a:pt x="277553" y="1109478"/>
                  </a:lnTo>
                  <a:lnTo>
                    <a:pt x="277535" y="1109477"/>
                  </a:lnTo>
                  <a:lnTo>
                    <a:pt x="277517" y="1109492"/>
                  </a:lnTo>
                  <a:lnTo>
                    <a:pt x="277510" y="1109497"/>
                  </a:lnTo>
                  <a:lnTo>
                    <a:pt x="277496" y="1109504"/>
                  </a:lnTo>
                  <a:lnTo>
                    <a:pt x="277474" y="1109512"/>
                  </a:lnTo>
                  <a:lnTo>
                    <a:pt x="277461" y="1109513"/>
                  </a:lnTo>
                  <a:lnTo>
                    <a:pt x="277456" y="1109513"/>
                  </a:lnTo>
                  <a:lnTo>
                    <a:pt x="277429" y="1109510"/>
                  </a:lnTo>
                  <a:lnTo>
                    <a:pt x="277371" y="1109493"/>
                  </a:lnTo>
                  <a:lnTo>
                    <a:pt x="277352" y="1109481"/>
                  </a:lnTo>
                  <a:lnTo>
                    <a:pt x="277285" y="1109452"/>
                  </a:lnTo>
                  <a:lnTo>
                    <a:pt x="277241" y="1109420"/>
                  </a:lnTo>
                  <a:lnTo>
                    <a:pt x="277203" y="1109393"/>
                  </a:lnTo>
                  <a:lnTo>
                    <a:pt x="277174" y="1109360"/>
                  </a:lnTo>
                  <a:lnTo>
                    <a:pt x="277145" y="1109318"/>
                  </a:lnTo>
                  <a:lnTo>
                    <a:pt x="277143" y="1109314"/>
                  </a:lnTo>
                  <a:lnTo>
                    <a:pt x="277129" y="1109298"/>
                  </a:lnTo>
                  <a:lnTo>
                    <a:pt x="277110" y="1109282"/>
                  </a:lnTo>
                  <a:lnTo>
                    <a:pt x="277092" y="1109277"/>
                  </a:lnTo>
                  <a:lnTo>
                    <a:pt x="277064" y="1109272"/>
                  </a:lnTo>
                  <a:lnTo>
                    <a:pt x="276974" y="1109268"/>
                  </a:lnTo>
                  <a:lnTo>
                    <a:pt x="276906" y="1109260"/>
                  </a:lnTo>
                  <a:lnTo>
                    <a:pt x="276864" y="1109251"/>
                  </a:lnTo>
                  <a:lnTo>
                    <a:pt x="276836" y="1109246"/>
                  </a:lnTo>
                  <a:lnTo>
                    <a:pt x="276808" y="1109239"/>
                  </a:lnTo>
                  <a:lnTo>
                    <a:pt x="276766" y="1109229"/>
                  </a:lnTo>
                  <a:lnTo>
                    <a:pt x="276724" y="1109215"/>
                  </a:lnTo>
                  <a:lnTo>
                    <a:pt x="276680" y="1109197"/>
                  </a:lnTo>
                  <a:lnTo>
                    <a:pt x="276658" y="1109193"/>
                  </a:lnTo>
                  <a:lnTo>
                    <a:pt x="276608" y="1109191"/>
                  </a:lnTo>
                  <a:lnTo>
                    <a:pt x="276578" y="1109192"/>
                  </a:lnTo>
                  <a:lnTo>
                    <a:pt x="276541" y="1109200"/>
                  </a:lnTo>
                  <a:lnTo>
                    <a:pt x="276509" y="1109213"/>
                  </a:lnTo>
                  <a:lnTo>
                    <a:pt x="276483" y="1109227"/>
                  </a:lnTo>
                  <a:lnTo>
                    <a:pt x="276464" y="1109236"/>
                  </a:lnTo>
                  <a:lnTo>
                    <a:pt x="276451" y="1109238"/>
                  </a:lnTo>
                  <a:lnTo>
                    <a:pt x="276432" y="1109235"/>
                  </a:lnTo>
                  <a:lnTo>
                    <a:pt x="276426" y="1109233"/>
                  </a:lnTo>
                  <a:lnTo>
                    <a:pt x="276397" y="1109220"/>
                  </a:lnTo>
                  <a:lnTo>
                    <a:pt x="276381" y="1109201"/>
                  </a:lnTo>
                  <a:lnTo>
                    <a:pt x="276359" y="1109181"/>
                  </a:lnTo>
                  <a:lnTo>
                    <a:pt x="276329" y="1109168"/>
                  </a:lnTo>
                  <a:lnTo>
                    <a:pt x="276302" y="1109163"/>
                  </a:lnTo>
                  <a:lnTo>
                    <a:pt x="276283" y="1109164"/>
                  </a:lnTo>
                  <a:lnTo>
                    <a:pt x="276249" y="1109156"/>
                  </a:lnTo>
                  <a:lnTo>
                    <a:pt x="276218" y="1109141"/>
                  </a:lnTo>
                  <a:lnTo>
                    <a:pt x="276199" y="1109121"/>
                  </a:lnTo>
                  <a:lnTo>
                    <a:pt x="276183" y="1109103"/>
                  </a:lnTo>
                  <a:lnTo>
                    <a:pt x="276153" y="1109065"/>
                  </a:lnTo>
                  <a:lnTo>
                    <a:pt x="276128" y="1109029"/>
                  </a:lnTo>
                  <a:lnTo>
                    <a:pt x="276096" y="1108991"/>
                  </a:lnTo>
                  <a:lnTo>
                    <a:pt x="276067" y="1108963"/>
                  </a:lnTo>
                  <a:lnTo>
                    <a:pt x="276057" y="1108937"/>
                  </a:lnTo>
                  <a:lnTo>
                    <a:pt x="276041" y="1108909"/>
                  </a:lnTo>
                  <a:lnTo>
                    <a:pt x="276012" y="1108874"/>
                  </a:lnTo>
                  <a:lnTo>
                    <a:pt x="275982" y="1108840"/>
                  </a:lnTo>
                  <a:lnTo>
                    <a:pt x="275951" y="1108795"/>
                  </a:lnTo>
                  <a:lnTo>
                    <a:pt x="275938" y="1108764"/>
                  </a:lnTo>
                  <a:lnTo>
                    <a:pt x="275926" y="1108744"/>
                  </a:lnTo>
                  <a:lnTo>
                    <a:pt x="275905" y="1108712"/>
                  </a:lnTo>
                  <a:lnTo>
                    <a:pt x="275880" y="1108681"/>
                  </a:lnTo>
                  <a:lnTo>
                    <a:pt x="275868" y="1108660"/>
                  </a:lnTo>
                  <a:lnTo>
                    <a:pt x="275859" y="1108617"/>
                  </a:lnTo>
                  <a:lnTo>
                    <a:pt x="275860" y="1108564"/>
                  </a:lnTo>
                  <a:lnTo>
                    <a:pt x="275865" y="1108488"/>
                  </a:lnTo>
                  <a:lnTo>
                    <a:pt x="275862" y="1108424"/>
                  </a:lnTo>
                  <a:lnTo>
                    <a:pt x="275885" y="1108385"/>
                  </a:lnTo>
                  <a:lnTo>
                    <a:pt x="275899" y="1108368"/>
                  </a:lnTo>
                  <a:lnTo>
                    <a:pt x="275918" y="1108349"/>
                  </a:lnTo>
                  <a:lnTo>
                    <a:pt x="275944" y="1108317"/>
                  </a:lnTo>
                  <a:lnTo>
                    <a:pt x="275959" y="1108301"/>
                  </a:lnTo>
                  <a:lnTo>
                    <a:pt x="275977" y="1108255"/>
                  </a:lnTo>
                  <a:lnTo>
                    <a:pt x="275980" y="1108241"/>
                  </a:lnTo>
                  <a:lnTo>
                    <a:pt x="275981" y="1108226"/>
                  </a:lnTo>
                  <a:lnTo>
                    <a:pt x="275978" y="1108201"/>
                  </a:lnTo>
                  <a:lnTo>
                    <a:pt x="275974" y="1108181"/>
                  </a:lnTo>
                  <a:lnTo>
                    <a:pt x="275964" y="1108145"/>
                  </a:lnTo>
                  <a:lnTo>
                    <a:pt x="275971" y="1108136"/>
                  </a:lnTo>
                  <a:lnTo>
                    <a:pt x="275990" y="1108137"/>
                  </a:lnTo>
                  <a:lnTo>
                    <a:pt x="276019" y="1108136"/>
                  </a:lnTo>
                  <a:lnTo>
                    <a:pt x="276123" y="1108129"/>
                  </a:lnTo>
                  <a:lnTo>
                    <a:pt x="276202" y="1108121"/>
                  </a:lnTo>
                  <a:lnTo>
                    <a:pt x="276275" y="1108127"/>
                  </a:lnTo>
                  <a:lnTo>
                    <a:pt x="276330" y="1108128"/>
                  </a:lnTo>
                  <a:lnTo>
                    <a:pt x="276385" y="1108119"/>
                  </a:lnTo>
                  <a:lnTo>
                    <a:pt x="276394" y="1108108"/>
                  </a:lnTo>
                  <a:lnTo>
                    <a:pt x="276396" y="1108098"/>
                  </a:lnTo>
                  <a:lnTo>
                    <a:pt x="276396" y="1108083"/>
                  </a:lnTo>
                  <a:lnTo>
                    <a:pt x="276389" y="1108051"/>
                  </a:lnTo>
                  <a:lnTo>
                    <a:pt x="276381" y="1108017"/>
                  </a:lnTo>
                  <a:lnTo>
                    <a:pt x="276376" y="1107993"/>
                  </a:lnTo>
                  <a:lnTo>
                    <a:pt x="276363" y="1107947"/>
                  </a:lnTo>
                  <a:lnTo>
                    <a:pt x="276352" y="1107915"/>
                  </a:lnTo>
                  <a:lnTo>
                    <a:pt x="276352" y="1107863"/>
                  </a:lnTo>
                  <a:lnTo>
                    <a:pt x="276355" y="1107835"/>
                  </a:lnTo>
                  <a:lnTo>
                    <a:pt x="276369" y="1107797"/>
                  </a:lnTo>
                  <a:lnTo>
                    <a:pt x="276372" y="1107760"/>
                  </a:lnTo>
                  <a:lnTo>
                    <a:pt x="276378" y="1107735"/>
                  </a:lnTo>
                  <a:lnTo>
                    <a:pt x="276396" y="1107687"/>
                  </a:lnTo>
                  <a:lnTo>
                    <a:pt x="276405" y="1107652"/>
                  </a:lnTo>
                  <a:lnTo>
                    <a:pt x="276411" y="1107617"/>
                  </a:lnTo>
                  <a:lnTo>
                    <a:pt x="276411" y="1107592"/>
                  </a:lnTo>
                  <a:lnTo>
                    <a:pt x="276410" y="1107573"/>
                  </a:lnTo>
                  <a:lnTo>
                    <a:pt x="276398" y="1107539"/>
                  </a:lnTo>
                  <a:lnTo>
                    <a:pt x="276377" y="1107484"/>
                  </a:lnTo>
                  <a:lnTo>
                    <a:pt x="276353" y="1107441"/>
                  </a:lnTo>
                  <a:lnTo>
                    <a:pt x="276320" y="1107397"/>
                  </a:lnTo>
                  <a:lnTo>
                    <a:pt x="276297" y="1107361"/>
                  </a:lnTo>
                  <a:lnTo>
                    <a:pt x="276254" y="1107302"/>
                  </a:lnTo>
                  <a:lnTo>
                    <a:pt x="276216" y="1107262"/>
                  </a:lnTo>
                  <a:lnTo>
                    <a:pt x="276164" y="1107207"/>
                  </a:lnTo>
                  <a:lnTo>
                    <a:pt x="276155" y="1107185"/>
                  </a:lnTo>
                  <a:lnTo>
                    <a:pt x="276144" y="1107157"/>
                  </a:lnTo>
                  <a:lnTo>
                    <a:pt x="276136" y="1107114"/>
                  </a:lnTo>
                  <a:lnTo>
                    <a:pt x="276113" y="1107027"/>
                  </a:lnTo>
                  <a:lnTo>
                    <a:pt x="276110" y="1107004"/>
                  </a:lnTo>
                  <a:lnTo>
                    <a:pt x="276102" y="1106978"/>
                  </a:lnTo>
                  <a:lnTo>
                    <a:pt x="276090" y="1106932"/>
                  </a:lnTo>
                  <a:lnTo>
                    <a:pt x="276083" y="1106911"/>
                  </a:lnTo>
                  <a:lnTo>
                    <a:pt x="276060" y="1106868"/>
                  </a:lnTo>
                  <a:lnTo>
                    <a:pt x="276053" y="1106861"/>
                  </a:lnTo>
                  <a:lnTo>
                    <a:pt x="276035" y="1106846"/>
                  </a:lnTo>
                  <a:lnTo>
                    <a:pt x="276013" y="1106833"/>
                  </a:lnTo>
                  <a:lnTo>
                    <a:pt x="275987" y="1106820"/>
                  </a:lnTo>
                  <a:lnTo>
                    <a:pt x="275970" y="1106814"/>
                  </a:lnTo>
                  <a:lnTo>
                    <a:pt x="275957" y="1106809"/>
                  </a:lnTo>
                  <a:lnTo>
                    <a:pt x="275931" y="1106798"/>
                  </a:lnTo>
                  <a:lnTo>
                    <a:pt x="275906" y="1106762"/>
                  </a:lnTo>
                  <a:lnTo>
                    <a:pt x="275886" y="1106716"/>
                  </a:lnTo>
                  <a:lnTo>
                    <a:pt x="275861" y="1106690"/>
                  </a:lnTo>
                  <a:lnTo>
                    <a:pt x="275829" y="1106657"/>
                  </a:lnTo>
                  <a:lnTo>
                    <a:pt x="275800" y="1106626"/>
                  </a:lnTo>
                  <a:lnTo>
                    <a:pt x="275759" y="1106575"/>
                  </a:lnTo>
                  <a:lnTo>
                    <a:pt x="275733" y="1106545"/>
                  </a:lnTo>
                  <a:lnTo>
                    <a:pt x="275684" y="1106509"/>
                  </a:lnTo>
                  <a:lnTo>
                    <a:pt x="275637" y="1106483"/>
                  </a:lnTo>
                  <a:lnTo>
                    <a:pt x="275598" y="1106444"/>
                  </a:lnTo>
                  <a:lnTo>
                    <a:pt x="275560" y="1106404"/>
                  </a:lnTo>
                  <a:lnTo>
                    <a:pt x="275544" y="1106384"/>
                  </a:lnTo>
                  <a:lnTo>
                    <a:pt x="275522" y="1106355"/>
                  </a:lnTo>
                  <a:lnTo>
                    <a:pt x="275499" y="1106327"/>
                  </a:lnTo>
                  <a:lnTo>
                    <a:pt x="275471" y="1106292"/>
                  </a:lnTo>
                  <a:lnTo>
                    <a:pt x="275466" y="1106279"/>
                  </a:lnTo>
                  <a:lnTo>
                    <a:pt x="275463" y="1106263"/>
                  </a:lnTo>
                  <a:lnTo>
                    <a:pt x="275447" y="1106217"/>
                  </a:lnTo>
                  <a:lnTo>
                    <a:pt x="275422" y="1106161"/>
                  </a:lnTo>
                  <a:lnTo>
                    <a:pt x="275415" y="1106137"/>
                  </a:lnTo>
                  <a:lnTo>
                    <a:pt x="275417" y="1106128"/>
                  </a:lnTo>
                  <a:lnTo>
                    <a:pt x="275427" y="1106116"/>
                  </a:lnTo>
                  <a:lnTo>
                    <a:pt x="275443" y="1106093"/>
                  </a:lnTo>
                  <a:lnTo>
                    <a:pt x="275450" y="1106081"/>
                  </a:lnTo>
                  <a:lnTo>
                    <a:pt x="275455" y="1106071"/>
                  </a:lnTo>
                  <a:lnTo>
                    <a:pt x="275456" y="1106059"/>
                  </a:lnTo>
                  <a:lnTo>
                    <a:pt x="275448" y="1106031"/>
                  </a:lnTo>
                  <a:lnTo>
                    <a:pt x="275434" y="1105975"/>
                  </a:lnTo>
                  <a:lnTo>
                    <a:pt x="275425" y="1105945"/>
                  </a:lnTo>
                  <a:lnTo>
                    <a:pt x="275413" y="1105912"/>
                  </a:lnTo>
                  <a:lnTo>
                    <a:pt x="275394" y="1105884"/>
                  </a:lnTo>
                  <a:lnTo>
                    <a:pt x="275395" y="1105880"/>
                  </a:lnTo>
                  <a:lnTo>
                    <a:pt x="275410" y="1105880"/>
                  </a:lnTo>
                  <a:lnTo>
                    <a:pt x="275422" y="1105877"/>
                  </a:lnTo>
                  <a:lnTo>
                    <a:pt x="275427" y="1105874"/>
                  </a:lnTo>
                  <a:lnTo>
                    <a:pt x="275459" y="1105856"/>
                  </a:lnTo>
                  <a:lnTo>
                    <a:pt x="275516" y="1105819"/>
                  </a:lnTo>
                  <a:lnTo>
                    <a:pt x="275532" y="1105803"/>
                  </a:lnTo>
                  <a:lnTo>
                    <a:pt x="275543" y="1105784"/>
                  </a:lnTo>
                  <a:lnTo>
                    <a:pt x="275551" y="1105760"/>
                  </a:lnTo>
                  <a:lnTo>
                    <a:pt x="275559" y="1105729"/>
                  </a:lnTo>
                  <a:lnTo>
                    <a:pt x="275562" y="1105672"/>
                  </a:lnTo>
                  <a:lnTo>
                    <a:pt x="275583" y="1105603"/>
                  </a:lnTo>
                  <a:lnTo>
                    <a:pt x="275597" y="1105548"/>
                  </a:lnTo>
                  <a:lnTo>
                    <a:pt x="275601" y="1105528"/>
                  </a:lnTo>
                  <a:lnTo>
                    <a:pt x="275607" y="1105519"/>
                  </a:lnTo>
                  <a:lnTo>
                    <a:pt x="275617" y="1105521"/>
                  </a:lnTo>
                  <a:lnTo>
                    <a:pt x="275640" y="1105534"/>
                  </a:lnTo>
                  <a:lnTo>
                    <a:pt x="275661" y="1105544"/>
                  </a:lnTo>
                  <a:lnTo>
                    <a:pt x="275689" y="1105555"/>
                  </a:lnTo>
                  <a:lnTo>
                    <a:pt x="275725" y="1105567"/>
                  </a:lnTo>
                  <a:lnTo>
                    <a:pt x="275739" y="1105567"/>
                  </a:lnTo>
                  <a:lnTo>
                    <a:pt x="275754" y="1105560"/>
                  </a:lnTo>
                  <a:lnTo>
                    <a:pt x="275790" y="1105518"/>
                  </a:lnTo>
                  <a:lnTo>
                    <a:pt x="275801" y="1105502"/>
                  </a:lnTo>
                  <a:lnTo>
                    <a:pt x="275805" y="1105488"/>
                  </a:lnTo>
                  <a:lnTo>
                    <a:pt x="275804" y="1105473"/>
                  </a:lnTo>
                  <a:lnTo>
                    <a:pt x="275789" y="1105441"/>
                  </a:lnTo>
                  <a:lnTo>
                    <a:pt x="275768" y="1105404"/>
                  </a:lnTo>
                  <a:lnTo>
                    <a:pt x="275727" y="1105348"/>
                  </a:lnTo>
                  <a:lnTo>
                    <a:pt x="275699" y="1105300"/>
                  </a:lnTo>
                  <a:lnTo>
                    <a:pt x="275657" y="1105242"/>
                  </a:lnTo>
                  <a:lnTo>
                    <a:pt x="275632" y="1105214"/>
                  </a:lnTo>
                  <a:lnTo>
                    <a:pt x="275606" y="1105196"/>
                  </a:lnTo>
                  <a:lnTo>
                    <a:pt x="275602" y="1105193"/>
                  </a:lnTo>
                  <a:lnTo>
                    <a:pt x="275575" y="1105181"/>
                  </a:lnTo>
                  <a:lnTo>
                    <a:pt x="275565" y="1105175"/>
                  </a:lnTo>
                  <a:lnTo>
                    <a:pt x="275552" y="1105145"/>
                  </a:lnTo>
                  <a:lnTo>
                    <a:pt x="275525" y="1105110"/>
                  </a:lnTo>
                  <a:lnTo>
                    <a:pt x="275486" y="1105074"/>
                  </a:lnTo>
                  <a:lnTo>
                    <a:pt x="275461" y="1105035"/>
                  </a:lnTo>
                  <a:lnTo>
                    <a:pt x="275458" y="1105029"/>
                  </a:lnTo>
                  <a:lnTo>
                    <a:pt x="275447" y="1104995"/>
                  </a:lnTo>
                  <a:lnTo>
                    <a:pt x="275443" y="1104975"/>
                  </a:lnTo>
                  <a:lnTo>
                    <a:pt x="275439" y="1104931"/>
                  </a:lnTo>
                  <a:lnTo>
                    <a:pt x="275431" y="1104900"/>
                  </a:lnTo>
                  <a:lnTo>
                    <a:pt x="275430" y="1104891"/>
                  </a:lnTo>
                  <a:lnTo>
                    <a:pt x="275433" y="1104883"/>
                  </a:lnTo>
                  <a:lnTo>
                    <a:pt x="275445" y="1104868"/>
                  </a:lnTo>
                  <a:lnTo>
                    <a:pt x="275452" y="1104855"/>
                  </a:lnTo>
                  <a:lnTo>
                    <a:pt x="275474" y="1104831"/>
                  </a:lnTo>
                  <a:lnTo>
                    <a:pt x="275516" y="1104807"/>
                  </a:lnTo>
                  <a:lnTo>
                    <a:pt x="275550" y="1104786"/>
                  </a:lnTo>
                  <a:lnTo>
                    <a:pt x="275604" y="1104766"/>
                  </a:lnTo>
                  <a:lnTo>
                    <a:pt x="275633" y="1104753"/>
                  </a:lnTo>
                  <a:lnTo>
                    <a:pt x="275661" y="1104745"/>
                  </a:lnTo>
                  <a:lnTo>
                    <a:pt x="275674" y="1104743"/>
                  </a:lnTo>
                  <a:lnTo>
                    <a:pt x="275681" y="1104742"/>
                  </a:lnTo>
                  <a:lnTo>
                    <a:pt x="275696" y="1104736"/>
                  </a:lnTo>
                  <a:lnTo>
                    <a:pt x="275721" y="1104719"/>
                  </a:lnTo>
                  <a:lnTo>
                    <a:pt x="275736" y="1104713"/>
                  </a:lnTo>
                  <a:lnTo>
                    <a:pt x="275748" y="1104707"/>
                  </a:lnTo>
                  <a:lnTo>
                    <a:pt x="275759" y="1104695"/>
                  </a:lnTo>
                  <a:lnTo>
                    <a:pt x="275763" y="1104676"/>
                  </a:lnTo>
                  <a:lnTo>
                    <a:pt x="275765" y="1104643"/>
                  </a:lnTo>
                  <a:lnTo>
                    <a:pt x="275767" y="1104630"/>
                  </a:lnTo>
                  <a:lnTo>
                    <a:pt x="275771" y="1104622"/>
                  </a:lnTo>
                  <a:lnTo>
                    <a:pt x="275779" y="1104606"/>
                  </a:lnTo>
                  <a:lnTo>
                    <a:pt x="275783" y="1104595"/>
                  </a:lnTo>
                  <a:lnTo>
                    <a:pt x="275784" y="1104587"/>
                  </a:lnTo>
                  <a:lnTo>
                    <a:pt x="275771" y="1104583"/>
                  </a:lnTo>
                  <a:lnTo>
                    <a:pt x="275754" y="1104581"/>
                  </a:lnTo>
                  <a:lnTo>
                    <a:pt x="275732" y="1104580"/>
                  </a:lnTo>
                  <a:lnTo>
                    <a:pt x="275712" y="1104578"/>
                  </a:lnTo>
                  <a:lnTo>
                    <a:pt x="275686" y="1104571"/>
                  </a:lnTo>
                  <a:lnTo>
                    <a:pt x="275667" y="1104570"/>
                  </a:lnTo>
                  <a:lnTo>
                    <a:pt x="275654" y="1104572"/>
                  </a:lnTo>
                  <a:lnTo>
                    <a:pt x="275635" y="1104567"/>
                  </a:lnTo>
                  <a:lnTo>
                    <a:pt x="275627" y="1104560"/>
                  </a:lnTo>
                  <a:lnTo>
                    <a:pt x="275617" y="1104546"/>
                  </a:lnTo>
                  <a:lnTo>
                    <a:pt x="275599" y="1104525"/>
                  </a:lnTo>
                  <a:lnTo>
                    <a:pt x="275591" y="1104520"/>
                  </a:lnTo>
                  <a:lnTo>
                    <a:pt x="275583" y="1104517"/>
                  </a:lnTo>
                  <a:lnTo>
                    <a:pt x="275572" y="1104516"/>
                  </a:lnTo>
                  <a:lnTo>
                    <a:pt x="275551" y="1104517"/>
                  </a:lnTo>
                  <a:lnTo>
                    <a:pt x="275511" y="1104510"/>
                  </a:lnTo>
                  <a:lnTo>
                    <a:pt x="275447" y="1104488"/>
                  </a:lnTo>
                  <a:lnTo>
                    <a:pt x="275405" y="1104478"/>
                  </a:lnTo>
                  <a:lnTo>
                    <a:pt x="275341" y="1104474"/>
                  </a:lnTo>
                  <a:lnTo>
                    <a:pt x="275300" y="1104473"/>
                  </a:lnTo>
                  <a:lnTo>
                    <a:pt x="275283" y="1104473"/>
                  </a:lnTo>
                  <a:lnTo>
                    <a:pt x="275262" y="1104468"/>
                  </a:lnTo>
                  <a:lnTo>
                    <a:pt x="275219" y="1104443"/>
                  </a:lnTo>
                  <a:lnTo>
                    <a:pt x="275203" y="1104433"/>
                  </a:lnTo>
                  <a:lnTo>
                    <a:pt x="275195" y="1104425"/>
                  </a:lnTo>
                  <a:lnTo>
                    <a:pt x="275189" y="1104397"/>
                  </a:lnTo>
                  <a:lnTo>
                    <a:pt x="275181" y="1104361"/>
                  </a:lnTo>
                  <a:lnTo>
                    <a:pt x="275167" y="1104310"/>
                  </a:lnTo>
                  <a:lnTo>
                    <a:pt x="275155" y="1104229"/>
                  </a:lnTo>
                  <a:lnTo>
                    <a:pt x="275147" y="1104214"/>
                  </a:lnTo>
                  <a:lnTo>
                    <a:pt x="275125" y="1104180"/>
                  </a:lnTo>
                  <a:lnTo>
                    <a:pt x="275108" y="1104123"/>
                  </a:lnTo>
                  <a:lnTo>
                    <a:pt x="275066" y="1104056"/>
                  </a:lnTo>
                  <a:lnTo>
                    <a:pt x="275053" y="1104045"/>
                  </a:lnTo>
                  <a:lnTo>
                    <a:pt x="275026" y="1104019"/>
                  </a:lnTo>
                  <a:lnTo>
                    <a:pt x="275003" y="1103981"/>
                  </a:lnTo>
                  <a:lnTo>
                    <a:pt x="274985" y="1103970"/>
                  </a:lnTo>
                  <a:lnTo>
                    <a:pt x="274945" y="1103960"/>
                  </a:lnTo>
                  <a:lnTo>
                    <a:pt x="274918" y="1103945"/>
                  </a:lnTo>
                  <a:lnTo>
                    <a:pt x="274896" y="1103930"/>
                  </a:lnTo>
                  <a:lnTo>
                    <a:pt x="274867" y="1103916"/>
                  </a:lnTo>
                  <a:lnTo>
                    <a:pt x="274856" y="1103912"/>
                  </a:lnTo>
                  <a:lnTo>
                    <a:pt x="274834" y="1103910"/>
                  </a:lnTo>
                  <a:lnTo>
                    <a:pt x="274821" y="1103912"/>
                  </a:lnTo>
                  <a:lnTo>
                    <a:pt x="274810" y="1103920"/>
                  </a:lnTo>
                  <a:lnTo>
                    <a:pt x="274778" y="1103939"/>
                  </a:lnTo>
                  <a:lnTo>
                    <a:pt x="274767" y="1103941"/>
                  </a:lnTo>
                  <a:lnTo>
                    <a:pt x="274754" y="1103939"/>
                  </a:lnTo>
                  <a:lnTo>
                    <a:pt x="274732" y="1103934"/>
                  </a:lnTo>
                  <a:lnTo>
                    <a:pt x="274705" y="1103933"/>
                  </a:lnTo>
                  <a:lnTo>
                    <a:pt x="274688" y="1103935"/>
                  </a:lnTo>
                  <a:lnTo>
                    <a:pt x="274675" y="1103935"/>
                  </a:lnTo>
                  <a:lnTo>
                    <a:pt x="274661" y="1103937"/>
                  </a:lnTo>
                  <a:lnTo>
                    <a:pt x="274638" y="1103937"/>
                  </a:lnTo>
                  <a:lnTo>
                    <a:pt x="274585" y="1103940"/>
                  </a:lnTo>
                  <a:lnTo>
                    <a:pt x="274560" y="1103935"/>
                  </a:lnTo>
                  <a:lnTo>
                    <a:pt x="274536" y="1103922"/>
                  </a:lnTo>
                  <a:lnTo>
                    <a:pt x="274501" y="1103900"/>
                  </a:lnTo>
                  <a:lnTo>
                    <a:pt x="274493" y="1103894"/>
                  </a:lnTo>
                  <a:lnTo>
                    <a:pt x="274490" y="1103887"/>
                  </a:lnTo>
                  <a:lnTo>
                    <a:pt x="274488" y="1103878"/>
                  </a:lnTo>
                  <a:lnTo>
                    <a:pt x="274490" y="1103855"/>
                  </a:lnTo>
                  <a:lnTo>
                    <a:pt x="274488" y="1103823"/>
                  </a:lnTo>
                  <a:lnTo>
                    <a:pt x="274486" y="1103798"/>
                  </a:lnTo>
                  <a:lnTo>
                    <a:pt x="274482" y="1103784"/>
                  </a:lnTo>
                  <a:lnTo>
                    <a:pt x="274474" y="1103777"/>
                  </a:lnTo>
                  <a:lnTo>
                    <a:pt x="274447" y="1103767"/>
                  </a:lnTo>
                  <a:lnTo>
                    <a:pt x="274420" y="1103755"/>
                  </a:lnTo>
                  <a:lnTo>
                    <a:pt x="274399" y="1103743"/>
                  </a:lnTo>
                  <a:lnTo>
                    <a:pt x="274392" y="1103741"/>
                  </a:lnTo>
                  <a:lnTo>
                    <a:pt x="274377" y="1103738"/>
                  </a:lnTo>
                  <a:lnTo>
                    <a:pt x="274355" y="1103739"/>
                  </a:lnTo>
                  <a:lnTo>
                    <a:pt x="274326" y="1103740"/>
                  </a:lnTo>
                  <a:lnTo>
                    <a:pt x="274302" y="1103738"/>
                  </a:lnTo>
                  <a:lnTo>
                    <a:pt x="274285" y="1103732"/>
                  </a:lnTo>
                  <a:lnTo>
                    <a:pt x="274272" y="1103730"/>
                  </a:lnTo>
                  <a:lnTo>
                    <a:pt x="274218" y="1103728"/>
                  </a:lnTo>
                  <a:lnTo>
                    <a:pt x="274202" y="1103729"/>
                  </a:lnTo>
                  <a:lnTo>
                    <a:pt x="274186" y="1103730"/>
                  </a:lnTo>
                  <a:lnTo>
                    <a:pt x="274168" y="1103735"/>
                  </a:lnTo>
                  <a:lnTo>
                    <a:pt x="274159" y="1103736"/>
                  </a:lnTo>
                  <a:lnTo>
                    <a:pt x="274155" y="1103736"/>
                  </a:lnTo>
                  <a:lnTo>
                    <a:pt x="274143" y="1103726"/>
                  </a:lnTo>
                  <a:lnTo>
                    <a:pt x="274126" y="1103711"/>
                  </a:lnTo>
                  <a:lnTo>
                    <a:pt x="274090" y="1103686"/>
                  </a:lnTo>
                  <a:lnTo>
                    <a:pt x="274066" y="1103660"/>
                  </a:lnTo>
                  <a:lnTo>
                    <a:pt x="274046" y="1103631"/>
                  </a:lnTo>
                  <a:lnTo>
                    <a:pt x="274017" y="1103597"/>
                  </a:lnTo>
                  <a:lnTo>
                    <a:pt x="273964" y="1103568"/>
                  </a:lnTo>
                  <a:lnTo>
                    <a:pt x="273942" y="1103560"/>
                  </a:lnTo>
                  <a:lnTo>
                    <a:pt x="273930" y="1103554"/>
                  </a:lnTo>
                  <a:lnTo>
                    <a:pt x="273908" y="1103543"/>
                  </a:lnTo>
                  <a:lnTo>
                    <a:pt x="273891" y="1103531"/>
                  </a:lnTo>
                  <a:lnTo>
                    <a:pt x="273862" y="1103513"/>
                  </a:lnTo>
                  <a:lnTo>
                    <a:pt x="273803" y="1103480"/>
                  </a:lnTo>
                  <a:lnTo>
                    <a:pt x="273764" y="1103462"/>
                  </a:lnTo>
                  <a:lnTo>
                    <a:pt x="273710" y="1103444"/>
                  </a:lnTo>
                  <a:lnTo>
                    <a:pt x="273638" y="1103435"/>
                  </a:lnTo>
                  <a:lnTo>
                    <a:pt x="273550" y="1103433"/>
                  </a:lnTo>
                  <a:lnTo>
                    <a:pt x="273512" y="1103434"/>
                  </a:lnTo>
                  <a:lnTo>
                    <a:pt x="273454" y="1103454"/>
                  </a:lnTo>
                  <a:lnTo>
                    <a:pt x="273429" y="1103472"/>
                  </a:lnTo>
                  <a:lnTo>
                    <a:pt x="273386" y="1103488"/>
                  </a:lnTo>
                  <a:lnTo>
                    <a:pt x="273321" y="1103499"/>
                  </a:lnTo>
                  <a:lnTo>
                    <a:pt x="273291" y="1103495"/>
                  </a:lnTo>
                  <a:lnTo>
                    <a:pt x="273246" y="1103473"/>
                  </a:lnTo>
                  <a:lnTo>
                    <a:pt x="273183" y="1103432"/>
                  </a:lnTo>
                  <a:lnTo>
                    <a:pt x="273133" y="1103410"/>
                  </a:lnTo>
                  <a:lnTo>
                    <a:pt x="273089" y="1103387"/>
                  </a:lnTo>
                  <a:lnTo>
                    <a:pt x="273051" y="1103362"/>
                  </a:lnTo>
                  <a:lnTo>
                    <a:pt x="273034" y="1103339"/>
                  </a:lnTo>
                  <a:lnTo>
                    <a:pt x="273025" y="1103321"/>
                  </a:lnTo>
                  <a:lnTo>
                    <a:pt x="273021" y="1103282"/>
                  </a:lnTo>
                  <a:lnTo>
                    <a:pt x="273015" y="1103220"/>
                  </a:lnTo>
                  <a:lnTo>
                    <a:pt x="273005" y="1103146"/>
                  </a:lnTo>
                  <a:lnTo>
                    <a:pt x="272995" y="1103120"/>
                  </a:lnTo>
                  <a:lnTo>
                    <a:pt x="272969" y="1103100"/>
                  </a:lnTo>
                  <a:lnTo>
                    <a:pt x="272919" y="1103056"/>
                  </a:lnTo>
                  <a:lnTo>
                    <a:pt x="272898" y="1103029"/>
                  </a:lnTo>
                  <a:lnTo>
                    <a:pt x="272874" y="1102978"/>
                  </a:lnTo>
                  <a:lnTo>
                    <a:pt x="272841" y="1102935"/>
                  </a:lnTo>
                  <a:lnTo>
                    <a:pt x="272828" y="1102903"/>
                  </a:lnTo>
                  <a:lnTo>
                    <a:pt x="272821" y="1102873"/>
                  </a:lnTo>
                  <a:lnTo>
                    <a:pt x="272831" y="1102818"/>
                  </a:lnTo>
                  <a:lnTo>
                    <a:pt x="272848" y="1102794"/>
                  </a:lnTo>
                  <a:lnTo>
                    <a:pt x="272872" y="1102757"/>
                  </a:lnTo>
                  <a:lnTo>
                    <a:pt x="272889" y="1102719"/>
                  </a:lnTo>
                  <a:lnTo>
                    <a:pt x="272930" y="1102686"/>
                  </a:lnTo>
                  <a:lnTo>
                    <a:pt x="272956" y="1102672"/>
                  </a:lnTo>
                  <a:lnTo>
                    <a:pt x="272979" y="1102659"/>
                  </a:lnTo>
                  <a:lnTo>
                    <a:pt x="272996" y="1102658"/>
                  </a:lnTo>
                  <a:lnTo>
                    <a:pt x="273031" y="1102658"/>
                  </a:lnTo>
                  <a:lnTo>
                    <a:pt x="273060" y="1102659"/>
                  </a:lnTo>
                  <a:lnTo>
                    <a:pt x="273136" y="1102672"/>
                  </a:lnTo>
                  <a:lnTo>
                    <a:pt x="273327" y="1102688"/>
                  </a:lnTo>
                  <a:lnTo>
                    <a:pt x="273374" y="1102703"/>
                  </a:lnTo>
                  <a:lnTo>
                    <a:pt x="273403" y="1102703"/>
                  </a:lnTo>
                  <a:lnTo>
                    <a:pt x="273458" y="1102693"/>
                  </a:lnTo>
                  <a:lnTo>
                    <a:pt x="273536" y="1102683"/>
                  </a:lnTo>
                  <a:lnTo>
                    <a:pt x="273565" y="1102666"/>
                  </a:lnTo>
                  <a:lnTo>
                    <a:pt x="273577" y="1102654"/>
                  </a:lnTo>
                  <a:lnTo>
                    <a:pt x="273580" y="1102643"/>
                  </a:lnTo>
                  <a:lnTo>
                    <a:pt x="273579" y="1102628"/>
                  </a:lnTo>
                  <a:lnTo>
                    <a:pt x="273573" y="1102604"/>
                  </a:lnTo>
                  <a:lnTo>
                    <a:pt x="273571" y="1102570"/>
                  </a:lnTo>
                  <a:lnTo>
                    <a:pt x="273577" y="1102538"/>
                  </a:lnTo>
                  <a:lnTo>
                    <a:pt x="273585" y="1102505"/>
                  </a:lnTo>
                  <a:lnTo>
                    <a:pt x="273606" y="1102436"/>
                  </a:lnTo>
                  <a:lnTo>
                    <a:pt x="273625" y="1102400"/>
                  </a:lnTo>
                  <a:lnTo>
                    <a:pt x="273659" y="1102349"/>
                  </a:lnTo>
                  <a:lnTo>
                    <a:pt x="273679" y="1102321"/>
                  </a:lnTo>
                  <a:lnTo>
                    <a:pt x="273683" y="1102304"/>
                  </a:lnTo>
                  <a:lnTo>
                    <a:pt x="273676" y="1102289"/>
                  </a:lnTo>
                  <a:lnTo>
                    <a:pt x="273656" y="1102268"/>
                  </a:lnTo>
                  <a:lnTo>
                    <a:pt x="273643" y="1102248"/>
                  </a:lnTo>
                  <a:lnTo>
                    <a:pt x="273624" y="1102215"/>
                  </a:lnTo>
                  <a:lnTo>
                    <a:pt x="273605" y="1102179"/>
                  </a:lnTo>
                  <a:lnTo>
                    <a:pt x="273600" y="1102157"/>
                  </a:lnTo>
                  <a:lnTo>
                    <a:pt x="273600" y="1102126"/>
                  </a:lnTo>
                  <a:lnTo>
                    <a:pt x="273602" y="1102107"/>
                  </a:lnTo>
                  <a:lnTo>
                    <a:pt x="273610" y="1102086"/>
                  </a:lnTo>
                  <a:lnTo>
                    <a:pt x="273634" y="1102045"/>
                  </a:lnTo>
                  <a:lnTo>
                    <a:pt x="273660" y="1102016"/>
                  </a:lnTo>
                  <a:lnTo>
                    <a:pt x="273678" y="1102006"/>
                  </a:lnTo>
                  <a:lnTo>
                    <a:pt x="273699" y="1101994"/>
                  </a:lnTo>
                  <a:lnTo>
                    <a:pt x="273712" y="1101982"/>
                  </a:lnTo>
                  <a:lnTo>
                    <a:pt x="273721" y="1101973"/>
                  </a:lnTo>
                  <a:lnTo>
                    <a:pt x="273721" y="1101966"/>
                  </a:lnTo>
                  <a:lnTo>
                    <a:pt x="273718" y="1101956"/>
                  </a:lnTo>
                  <a:lnTo>
                    <a:pt x="273713" y="1101948"/>
                  </a:lnTo>
                  <a:lnTo>
                    <a:pt x="273701" y="1101935"/>
                  </a:lnTo>
                  <a:lnTo>
                    <a:pt x="273687" y="1101914"/>
                  </a:lnTo>
                  <a:lnTo>
                    <a:pt x="273684" y="1101902"/>
                  </a:lnTo>
                  <a:lnTo>
                    <a:pt x="273685" y="1101893"/>
                  </a:lnTo>
                  <a:lnTo>
                    <a:pt x="273672" y="1101881"/>
                  </a:lnTo>
                  <a:lnTo>
                    <a:pt x="273641" y="1101855"/>
                  </a:lnTo>
                  <a:lnTo>
                    <a:pt x="273615" y="1101842"/>
                  </a:lnTo>
                  <a:lnTo>
                    <a:pt x="273603" y="1101830"/>
                  </a:lnTo>
                  <a:lnTo>
                    <a:pt x="273602" y="1101819"/>
                  </a:lnTo>
                  <a:lnTo>
                    <a:pt x="273607" y="1101805"/>
                  </a:lnTo>
                  <a:lnTo>
                    <a:pt x="273632" y="1101782"/>
                  </a:lnTo>
                  <a:lnTo>
                    <a:pt x="273671" y="1101750"/>
                  </a:lnTo>
                  <a:lnTo>
                    <a:pt x="273700" y="1101719"/>
                  </a:lnTo>
                  <a:lnTo>
                    <a:pt x="273707" y="1101701"/>
                  </a:lnTo>
                  <a:lnTo>
                    <a:pt x="273705" y="1101693"/>
                  </a:lnTo>
                  <a:lnTo>
                    <a:pt x="273691" y="1101679"/>
                  </a:lnTo>
                  <a:lnTo>
                    <a:pt x="273656" y="1101657"/>
                  </a:lnTo>
                  <a:lnTo>
                    <a:pt x="273613" y="1101627"/>
                  </a:lnTo>
                  <a:lnTo>
                    <a:pt x="273605" y="1101616"/>
                  </a:lnTo>
                  <a:lnTo>
                    <a:pt x="273593" y="1101602"/>
                  </a:lnTo>
                  <a:lnTo>
                    <a:pt x="273578" y="1101600"/>
                  </a:lnTo>
                  <a:lnTo>
                    <a:pt x="273566" y="1101601"/>
                  </a:lnTo>
                  <a:lnTo>
                    <a:pt x="273552" y="1101601"/>
                  </a:lnTo>
                  <a:lnTo>
                    <a:pt x="273540" y="1101600"/>
                  </a:lnTo>
                  <a:lnTo>
                    <a:pt x="273532" y="1101595"/>
                  </a:lnTo>
                  <a:lnTo>
                    <a:pt x="273522" y="1101586"/>
                  </a:lnTo>
                  <a:lnTo>
                    <a:pt x="273515" y="1101576"/>
                  </a:lnTo>
                  <a:lnTo>
                    <a:pt x="273506" y="1101569"/>
                  </a:lnTo>
                  <a:lnTo>
                    <a:pt x="273492" y="1101567"/>
                  </a:lnTo>
                  <a:lnTo>
                    <a:pt x="273475" y="1101563"/>
                  </a:lnTo>
                  <a:lnTo>
                    <a:pt x="273451" y="1101557"/>
                  </a:lnTo>
                  <a:lnTo>
                    <a:pt x="273431" y="1101550"/>
                  </a:lnTo>
                  <a:lnTo>
                    <a:pt x="273382" y="1101530"/>
                  </a:lnTo>
                  <a:lnTo>
                    <a:pt x="273344" y="1101511"/>
                  </a:lnTo>
                  <a:lnTo>
                    <a:pt x="273313" y="1101495"/>
                  </a:lnTo>
                  <a:lnTo>
                    <a:pt x="273260" y="1101470"/>
                  </a:lnTo>
                  <a:lnTo>
                    <a:pt x="273239" y="1101455"/>
                  </a:lnTo>
                  <a:lnTo>
                    <a:pt x="273227" y="1101441"/>
                  </a:lnTo>
                  <a:lnTo>
                    <a:pt x="273219" y="1101423"/>
                  </a:lnTo>
                  <a:lnTo>
                    <a:pt x="273215" y="1101406"/>
                  </a:lnTo>
                  <a:lnTo>
                    <a:pt x="273209" y="1101392"/>
                  </a:lnTo>
                  <a:lnTo>
                    <a:pt x="273200" y="1101381"/>
                  </a:lnTo>
                  <a:lnTo>
                    <a:pt x="273187" y="1101376"/>
                  </a:lnTo>
                  <a:lnTo>
                    <a:pt x="273166" y="1101372"/>
                  </a:lnTo>
                  <a:lnTo>
                    <a:pt x="273126" y="1101365"/>
                  </a:lnTo>
                  <a:lnTo>
                    <a:pt x="273105" y="1101360"/>
                  </a:lnTo>
                  <a:lnTo>
                    <a:pt x="273086" y="1101351"/>
                  </a:lnTo>
                  <a:lnTo>
                    <a:pt x="273065" y="1101340"/>
                  </a:lnTo>
                  <a:lnTo>
                    <a:pt x="273022" y="1101312"/>
                  </a:lnTo>
                  <a:lnTo>
                    <a:pt x="273006" y="1101305"/>
                  </a:lnTo>
                  <a:lnTo>
                    <a:pt x="272989" y="1101299"/>
                  </a:lnTo>
                  <a:lnTo>
                    <a:pt x="272968" y="1101286"/>
                  </a:lnTo>
                  <a:lnTo>
                    <a:pt x="272962" y="1101273"/>
                  </a:lnTo>
                  <a:lnTo>
                    <a:pt x="272957" y="1101232"/>
                  </a:lnTo>
                  <a:lnTo>
                    <a:pt x="272956" y="1101198"/>
                  </a:lnTo>
                  <a:lnTo>
                    <a:pt x="272954" y="1101163"/>
                  </a:lnTo>
                  <a:lnTo>
                    <a:pt x="272951" y="1101133"/>
                  </a:lnTo>
                  <a:lnTo>
                    <a:pt x="272945" y="1101071"/>
                  </a:lnTo>
                  <a:lnTo>
                    <a:pt x="272938" y="1101014"/>
                  </a:lnTo>
                  <a:lnTo>
                    <a:pt x="272933" y="1100995"/>
                  </a:lnTo>
                  <a:lnTo>
                    <a:pt x="272921" y="1100970"/>
                  </a:lnTo>
                  <a:lnTo>
                    <a:pt x="272891" y="1100921"/>
                  </a:lnTo>
                  <a:lnTo>
                    <a:pt x="272869" y="1100882"/>
                  </a:lnTo>
                  <a:lnTo>
                    <a:pt x="272856" y="1100855"/>
                  </a:lnTo>
                  <a:lnTo>
                    <a:pt x="272849" y="1100831"/>
                  </a:lnTo>
                  <a:lnTo>
                    <a:pt x="272843" y="1100808"/>
                  </a:lnTo>
                  <a:lnTo>
                    <a:pt x="272842" y="1100775"/>
                  </a:lnTo>
                  <a:lnTo>
                    <a:pt x="272840" y="1100732"/>
                  </a:lnTo>
                  <a:lnTo>
                    <a:pt x="272834" y="1100705"/>
                  </a:lnTo>
                  <a:lnTo>
                    <a:pt x="272823" y="1100677"/>
                  </a:lnTo>
                  <a:lnTo>
                    <a:pt x="272812" y="1100655"/>
                  </a:lnTo>
                  <a:lnTo>
                    <a:pt x="272796" y="1100633"/>
                  </a:lnTo>
                  <a:lnTo>
                    <a:pt x="272778" y="1100618"/>
                  </a:lnTo>
                  <a:lnTo>
                    <a:pt x="272762" y="1100608"/>
                  </a:lnTo>
                  <a:lnTo>
                    <a:pt x="272741" y="1100601"/>
                  </a:lnTo>
                  <a:lnTo>
                    <a:pt x="272709" y="1100595"/>
                  </a:lnTo>
                  <a:lnTo>
                    <a:pt x="272685" y="1100586"/>
                  </a:lnTo>
                  <a:lnTo>
                    <a:pt x="272646" y="1100571"/>
                  </a:lnTo>
                  <a:lnTo>
                    <a:pt x="272612" y="1100551"/>
                  </a:lnTo>
                  <a:lnTo>
                    <a:pt x="272587" y="1100539"/>
                  </a:lnTo>
                  <a:lnTo>
                    <a:pt x="272549" y="1100528"/>
                  </a:lnTo>
                  <a:lnTo>
                    <a:pt x="272524" y="1100520"/>
                  </a:lnTo>
                  <a:lnTo>
                    <a:pt x="272497" y="1100511"/>
                  </a:lnTo>
                  <a:lnTo>
                    <a:pt x="272478" y="1100501"/>
                  </a:lnTo>
                  <a:lnTo>
                    <a:pt x="272469" y="1100492"/>
                  </a:lnTo>
                  <a:lnTo>
                    <a:pt x="272461" y="1100484"/>
                  </a:lnTo>
                  <a:lnTo>
                    <a:pt x="272451" y="1100478"/>
                  </a:lnTo>
                  <a:lnTo>
                    <a:pt x="272443" y="1100478"/>
                  </a:lnTo>
                  <a:lnTo>
                    <a:pt x="272435" y="1100478"/>
                  </a:lnTo>
                  <a:lnTo>
                    <a:pt x="272416" y="1100486"/>
                  </a:lnTo>
                  <a:lnTo>
                    <a:pt x="272365" y="1100503"/>
                  </a:lnTo>
                  <a:lnTo>
                    <a:pt x="272342" y="1100514"/>
                  </a:lnTo>
                  <a:lnTo>
                    <a:pt x="272327" y="1100517"/>
                  </a:lnTo>
                  <a:lnTo>
                    <a:pt x="272301" y="1100521"/>
                  </a:lnTo>
                  <a:lnTo>
                    <a:pt x="272286" y="1100521"/>
                  </a:lnTo>
                  <a:lnTo>
                    <a:pt x="272265" y="1100517"/>
                  </a:lnTo>
                  <a:lnTo>
                    <a:pt x="272231" y="1100505"/>
                  </a:lnTo>
                  <a:lnTo>
                    <a:pt x="272199" y="1100491"/>
                  </a:lnTo>
                  <a:lnTo>
                    <a:pt x="272180" y="1100484"/>
                  </a:lnTo>
                  <a:lnTo>
                    <a:pt x="272169" y="1100478"/>
                  </a:lnTo>
                  <a:lnTo>
                    <a:pt x="272158" y="1100470"/>
                  </a:lnTo>
                  <a:lnTo>
                    <a:pt x="272149" y="1100467"/>
                  </a:lnTo>
                  <a:lnTo>
                    <a:pt x="272137" y="1100477"/>
                  </a:lnTo>
                  <a:lnTo>
                    <a:pt x="272124" y="1100492"/>
                  </a:lnTo>
                  <a:lnTo>
                    <a:pt x="272095" y="1100516"/>
                  </a:lnTo>
                  <a:lnTo>
                    <a:pt x="272065" y="1100542"/>
                  </a:lnTo>
                  <a:lnTo>
                    <a:pt x="272026" y="1100577"/>
                  </a:lnTo>
                  <a:lnTo>
                    <a:pt x="271998" y="1100595"/>
                  </a:lnTo>
                  <a:lnTo>
                    <a:pt x="271983" y="1100601"/>
                  </a:lnTo>
                  <a:lnTo>
                    <a:pt x="271966" y="1100603"/>
                  </a:lnTo>
                  <a:lnTo>
                    <a:pt x="271951" y="1100602"/>
                  </a:lnTo>
                  <a:lnTo>
                    <a:pt x="271921" y="1100598"/>
                  </a:lnTo>
                  <a:lnTo>
                    <a:pt x="271875" y="1100590"/>
                  </a:lnTo>
                  <a:lnTo>
                    <a:pt x="271848" y="1100588"/>
                  </a:lnTo>
                  <a:lnTo>
                    <a:pt x="271817" y="1100587"/>
                  </a:lnTo>
                  <a:lnTo>
                    <a:pt x="271794" y="1100585"/>
                  </a:lnTo>
                  <a:lnTo>
                    <a:pt x="271742" y="1100575"/>
                  </a:lnTo>
                  <a:lnTo>
                    <a:pt x="271711" y="1100571"/>
                  </a:lnTo>
                  <a:lnTo>
                    <a:pt x="271685" y="1100572"/>
                  </a:lnTo>
                  <a:lnTo>
                    <a:pt x="271662" y="1100578"/>
                  </a:lnTo>
                  <a:lnTo>
                    <a:pt x="271635" y="1100595"/>
                  </a:lnTo>
                  <a:lnTo>
                    <a:pt x="271608" y="1100609"/>
                  </a:lnTo>
                  <a:lnTo>
                    <a:pt x="271592" y="1100615"/>
                  </a:lnTo>
                  <a:lnTo>
                    <a:pt x="271577" y="1100618"/>
                  </a:lnTo>
                  <a:lnTo>
                    <a:pt x="271541" y="1100625"/>
                  </a:lnTo>
                  <a:lnTo>
                    <a:pt x="271521" y="1100634"/>
                  </a:lnTo>
                  <a:lnTo>
                    <a:pt x="271496" y="1100653"/>
                  </a:lnTo>
                  <a:lnTo>
                    <a:pt x="271476" y="1100665"/>
                  </a:lnTo>
                  <a:lnTo>
                    <a:pt x="271458" y="1100671"/>
                  </a:lnTo>
                  <a:lnTo>
                    <a:pt x="271426" y="1100676"/>
                  </a:lnTo>
                  <a:lnTo>
                    <a:pt x="271401" y="1100681"/>
                  </a:lnTo>
                  <a:lnTo>
                    <a:pt x="271370" y="1100690"/>
                  </a:lnTo>
                  <a:lnTo>
                    <a:pt x="271339" y="1100703"/>
                  </a:lnTo>
                  <a:lnTo>
                    <a:pt x="271325" y="1100713"/>
                  </a:lnTo>
                  <a:lnTo>
                    <a:pt x="271305" y="1100733"/>
                  </a:lnTo>
                  <a:lnTo>
                    <a:pt x="271289" y="1100755"/>
                  </a:lnTo>
                  <a:lnTo>
                    <a:pt x="271276" y="1100780"/>
                  </a:lnTo>
                  <a:lnTo>
                    <a:pt x="271260" y="1100805"/>
                  </a:lnTo>
                  <a:lnTo>
                    <a:pt x="271251" y="1100813"/>
                  </a:lnTo>
                  <a:lnTo>
                    <a:pt x="271231" y="1100825"/>
                  </a:lnTo>
                  <a:lnTo>
                    <a:pt x="271215" y="1100830"/>
                  </a:lnTo>
                  <a:lnTo>
                    <a:pt x="271188" y="1100837"/>
                  </a:lnTo>
                  <a:lnTo>
                    <a:pt x="271152" y="1100839"/>
                  </a:lnTo>
                  <a:lnTo>
                    <a:pt x="271120" y="1100845"/>
                  </a:lnTo>
                  <a:lnTo>
                    <a:pt x="271092" y="1100853"/>
                  </a:lnTo>
                  <a:lnTo>
                    <a:pt x="271052" y="1100870"/>
                  </a:lnTo>
                  <a:lnTo>
                    <a:pt x="271031" y="1100881"/>
                  </a:lnTo>
                  <a:lnTo>
                    <a:pt x="271002" y="1100898"/>
                  </a:lnTo>
                  <a:lnTo>
                    <a:pt x="270973" y="1100913"/>
                  </a:lnTo>
                  <a:lnTo>
                    <a:pt x="270936" y="1100926"/>
                  </a:lnTo>
                  <a:lnTo>
                    <a:pt x="270903" y="1100939"/>
                  </a:lnTo>
                  <a:lnTo>
                    <a:pt x="270847" y="1100960"/>
                  </a:lnTo>
                  <a:lnTo>
                    <a:pt x="270825" y="1100973"/>
                  </a:lnTo>
                  <a:lnTo>
                    <a:pt x="270792" y="1100987"/>
                  </a:lnTo>
                  <a:lnTo>
                    <a:pt x="270771" y="1100997"/>
                  </a:lnTo>
                  <a:lnTo>
                    <a:pt x="270749" y="1101003"/>
                  </a:lnTo>
                  <a:lnTo>
                    <a:pt x="270717" y="1101006"/>
                  </a:lnTo>
                  <a:lnTo>
                    <a:pt x="270683" y="1101017"/>
                  </a:lnTo>
                  <a:lnTo>
                    <a:pt x="270656" y="1101031"/>
                  </a:lnTo>
                  <a:lnTo>
                    <a:pt x="270610" y="1101051"/>
                  </a:lnTo>
                  <a:lnTo>
                    <a:pt x="270588" y="1101058"/>
                  </a:lnTo>
                  <a:lnTo>
                    <a:pt x="270570" y="1101066"/>
                  </a:lnTo>
                  <a:lnTo>
                    <a:pt x="270550" y="1101069"/>
                  </a:lnTo>
                  <a:lnTo>
                    <a:pt x="270501" y="1101070"/>
                  </a:lnTo>
                  <a:lnTo>
                    <a:pt x="270472" y="1101067"/>
                  </a:lnTo>
                  <a:lnTo>
                    <a:pt x="270444" y="1101064"/>
                  </a:lnTo>
                  <a:lnTo>
                    <a:pt x="270409" y="1101065"/>
                  </a:lnTo>
                  <a:lnTo>
                    <a:pt x="270328" y="1101065"/>
                  </a:lnTo>
                  <a:lnTo>
                    <a:pt x="270280" y="1101066"/>
                  </a:lnTo>
                  <a:lnTo>
                    <a:pt x="270253" y="1101068"/>
                  </a:lnTo>
                  <a:lnTo>
                    <a:pt x="270227" y="1101075"/>
                  </a:lnTo>
                  <a:lnTo>
                    <a:pt x="270208" y="1101081"/>
                  </a:lnTo>
                  <a:lnTo>
                    <a:pt x="270192" y="1101087"/>
                  </a:lnTo>
                  <a:lnTo>
                    <a:pt x="270175" y="1101087"/>
                  </a:lnTo>
                  <a:lnTo>
                    <a:pt x="270156" y="1101083"/>
                  </a:lnTo>
                  <a:lnTo>
                    <a:pt x="270122" y="1101057"/>
                  </a:lnTo>
                  <a:lnTo>
                    <a:pt x="270078" y="1101008"/>
                  </a:lnTo>
                  <a:lnTo>
                    <a:pt x="270043" y="1100962"/>
                  </a:lnTo>
                  <a:lnTo>
                    <a:pt x="270021" y="1100936"/>
                  </a:lnTo>
                  <a:lnTo>
                    <a:pt x="269989" y="1100910"/>
                  </a:lnTo>
                  <a:lnTo>
                    <a:pt x="269972" y="1100897"/>
                  </a:lnTo>
                  <a:lnTo>
                    <a:pt x="269948" y="1100873"/>
                  </a:lnTo>
                  <a:lnTo>
                    <a:pt x="269928" y="1100848"/>
                  </a:lnTo>
                  <a:lnTo>
                    <a:pt x="269921" y="1100836"/>
                  </a:lnTo>
                  <a:lnTo>
                    <a:pt x="269918" y="1100820"/>
                  </a:lnTo>
                  <a:lnTo>
                    <a:pt x="269914" y="1100791"/>
                  </a:lnTo>
                  <a:lnTo>
                    <a:pt x="269904" y="1100725"/>
                  </a:lnTo>
                  <a:lnTo>
                    <a:pt x="269892" y="1100666"/>
                  </a:lnTo>
                  <a:lnTo>
                    <a:pt x="269882" y="1100635"/>
                  </a:lnTo>
                  <a:lnTo>
                    <a:pt x="269862" y="1100599"/>
                  </a:lnTo>
                  <a:lnTo>
                    <a:pt x="269856" y="1100582"/>
                  </a:lnTo>
                  <a:lnTo>
                    <a:pt x="269854" y="1100568"/>
                  </a:lnTo>
                  <a:lnTo>
                    <a:pt x="269855" y="1100540"/>
                  </a:lnTo>
                  <a:lnTo>
                    <a:pt x="269861" y="1100497"/>
                  </a:lnTo>
                  <a:lnTo>
                    <a:pt x="269866" y="1100440"/>
                  </a:lnTo>
                  <a:lnTo>
                    <a:pt x="269862" y="1100396"/>
                  </a:lnTo>
                  <a:lnTo>
                    <a:pt x="269855" y="1100359"/>
                  </a:lnTo>
                  <a:lnTo>
                    <a:pt x="269847" y="1100332"/>
                  </a:lnTo>
                  <a:lnTo>
                    <a:pt x="269820" y="1100268"/>
                  </a:lnTo>
                  <a:lnTo>
                    <a:pt x="269801" y="1100224"/>
                  </a:lnTo>
                  <a:lnTo>
                    <a:pt x="269784" y="1100183"/>
                  </a:lnTo>
                  <a:lnTo>
                    <a:pt x="269764" y="1100143"/>
                  </a:lnTo>
                  <a:lnTo>
                    <a:pt x="269748" y="1100115"/>
                  </a:lnTo>
                  <a:lnTo>
                    <a:pt x="269737" y="1100103"/>
                  </a:lnTo>
                  <a:lnTo>
                    <a:pt x="269722" y="1100093"/>
                  </a:lnTo>
                  <a:lnTo>
                    <a:pt x="269696" y="1100081"/>
                  </a:lnTo>
                  <a:lnTo>
                    <a:pt x="269676" y="1100071"/>
                  </a:lnTo>
                  <a:lnTo>
                    <a:pt x="269646" y="1100056"/>
                  </a:lnTo>
                  <a:lnTo>
                    <a:pt x="269629" y="1100049"/>
                  </a:lnTo>
                  <a:lnTo>
                    <a:pt x="269617" y="1100040"/>
                  </a:lnTo>
                  <a:lnTo>
                    <a:pt x="269597" y="1100022"/>
                  </a:lnTo>
                  <a:lnTo>
                    <a:pt x="269575" y="1100005"/>
                  </a:lnTo>
                  <a:lnTo>
                    <a:pt x="269548" y="1099988"/>
                  </a:lnTo>
                  <a:lnTo>
                    <a:pt x="269520" y="1099979"/>
                  </a:lnTo>
                  <a:lnTo>
                    <a:pt x="269501" y="1099974"/>
                  </a:lnTo>
                  <a:lnTo>
                    <a:pt x="269475" y="1099962"/>
                  </a:lnTo>
                  <a:lnTo>
                    <a:pt x="269453" y="1099947"/>
                  </a:lnTo>
                  <a:lnTo>
                    <a:pt x="269432" y="1099931"/>
                  </a:lnTo>
                  <a:lnTo>
                    <a:pt x="269405" y="1099897"/>
                  </a:lnTo>
                  <a:lnTo>
                    <a:pt x="269388" y="1099867"/>
                  </a:lnTo>
                  <a:lnTo>
                    <a:pt x="269382" y="1099836"/>
                  </a:lnTo>
                  <a:lnTo>
                    <a:pt x="269374" y="1099790"/>
                  </a:lnTo>
                  <a:lnTo>
                    <a:pt x="269365" y="1099773"/>
                  </a:lnTo>
                  <a:lnTo>
                    <a:pt x="269352" y="1099759"/>
                  </a:lnTo>
                  <a:lnTo>
                    <a:pt x="269336" y="1099749"/>
                  </a:lnTo>
                  <a:lnTo>
                    <a:pt x="269322" y="1099735"/>
                  </a:lnTo>
                  <a:lnTo>
                    <a:pt x="269289" y="1099710"/>
                  </a:lnTo>
                  <a:lnTo>
                    <a:pt x="269263" y="1099695"/>
                  </a:lnTo>
                  <a:lnTo>
                    <a:pt x="269250" y="1099685"/>
                  </a:lnTo>
                  <a:lnTo>
                    <a:pt x="269244" y="1099677"/>
                  </a:lnTo>
                  <a:lnTo>
                    <a:pt x="269243" y="1099649"/>
                  </a:lnTo>
                  <a:lnTo>
                    <a:pt x="269251" y="1099619"/>
                  </a:lnTo>
                  <a:lnTo>
                    <a:pt x="269263" y="1099584"/>
                  </a:lnTo>
                  <a:lnTo>
                    <a:pt x="269273" y="1099555"/>
                  </a:lnTo>
                  <a:lnTo>
                    <a:pt x="269274" y="1099540"/>
                  </a:lnTo>
                  <a:lnTo>
                    <a:pt x="269268" y="1099536"/>
                  </a:lnTo>
                  <a:lnTo>
                    <a:pt x="269253" y="1099537"/>
                  </a:lnTo>
                  <a:lnTo>
                    <a:pt x="269237" y="1099539"/>
                  </a:lnTo>
                  <a:lnTo>
                    <a:pt x="269224" y="1099533"/>
                  </a:lnTo>
                  <a:lnTo>
                    <a:pt x="269188" y="1099505"/>
                  </a:lnTo>
                  <a:lnTo>
                    <a:pt x="269178" y="1099491"/>
                  </a:lnTo>
                  <a:lnTo>
                    <a:pt x="269177" y="1099472"/>
                  </a:lnTo>
                  <a:lnTo>
                    <a:pt x="269180" y="1099443"/>
                  </a:lnTo>
                  <a:lnTo>
                    <a:pt x="269190" y="1099412"/>
                  </a:lnTo>
                  <a:lnTo>
                    <a:pt x="269191" y="1099395"/>
                  </a:lnTo>
                  <a:lnTo>
                    <a:pt x="269189" y="1099381"/>
                  </a:lnTo>
                  <a:lnTo>
                    <a:pt x="269184" y="1099370"/>
                  </a:lnTo>
                  <a:lnTo>
                    <a:pt x="269169" y="1099352"/>
                  </a:lnTo>
                  <a:lnTo>
                    <a:pt x="269150" y="1099334"/>
                  </a:lnTo>
                  <a:lnTo>
                    <a:pt x="269131" y="1099303"/>
                  </a:lnTo>
                  <a:lnTo>
                    <a:pt x="269114" y="1099288"/>
                  </a:lnTo>
                  <a:lnTo>
                    <a:pt x="269093" y="1099275"/>
                  </a:lnTo>
                  <a:lnTo>
                    <a:pt x="269082" y="1099263"/>
                  </a:lnTo>
                  <a:lnTo>
                    <a:pt x="269071" y="1099234"/>
                  </a:lnTo>
                  <a:lnTo>
                    <a:pt x="269058" y="1099217"/>
                  </a:lnTo>
                  <a:lnTo>
                    <a:pt x="269034" y="1099198"/>
                  </a:lnTo>
                  <a:lnTo>
                    <a:pt x="269011" y="1099170"/>
                  </a:lnTo>
                  <a:lnTo>
                    <a:pt x="268996" y="1099143"/>
                  </a:lnTo>
                  <a:lnTo>
                    <a:pt x="268980" y="1099111"/>
                  </a:lnTo>
                  <a:lnTo>
                    <a:pt x="268974" y="1099091"/>
                  </a:lnTo>
                  <a:lnTo>
                    <a:pt x="268953" y="1099026"/>
                  </a:lnTo>
                  <a:lnTo>
                    <a:pt x="268944" y="1098980"/>
                  </a:lnTo>
                  <a:lnTo>
                    <a:pt x="268944" y="1098944"/>
                  </a:lnTo>
                  <a:lnTo>
                    <a:pt x="268941" y="1098921"/>
                  </a:lnTo>
                  <a:lnTo>
                    <a:pt x="268944" y="1098903"/>
                  </a:lnTo>
                  <a:lnTo>
                    <a:pt x="268963" y="1098871"/>
                  </a:lnTo>
                  <a:lnTo>
                    <a:pt x="268979" y="1098850"/>
                  </a:lnTo>
                  <a:lnTo>
                    <a:pt x="268979" y="1098841"/>
                  </a:lnTo>
                  <a:lnTo>
                    <a:pt x="268973" y="1098827"/>
                  </a:lnTo>
                  <a:lnTo>
                    <a:pt x="268960" y="1098812"/>
                  </a:lnTo>
                  <a:lnTo>
                    <a:pt x="268936" y="1098787"/>
                  </a:lnTo>
                  <a:lnTo>
                    <a:pt x="268919" y="1098764"/>
                  </a:lnTo>
                  <a:lnTo>
                    <a:pt x="268914" y="1098741"/>
                  </a:lnTo>
                  <a:lnTo>
                    <a:pt x="268918" y="1098709"/>
                  </a:lnTo>
                  <a:lnTo>
                    <a:pt x="268923" y="1098688"/>
                  </a:lnTo>
                  <a:lnTo>
                    <a:pt x="268922" y="1098681"/>
                  </a:lnTo>
                  <a:lnTo>
                    <a:pt x="268918" y="1098677"/>
                  </a:lnTo>
                  <a:lnTo>
                    <a:pt x="268907" y="1098677"/>
                  </a:lnTo>
                  <a:lnTo>
                    <a:pt x="268891" y="1098676"/>
                  </a:lnTo>
                  <a:lnTo>
                    <a:pt x="268853" y="1098674"/>
                  </a:lnTo>
                  <a:lnTo>
                    <a:pt x="268835" y="1098671"/>
                  </a:lnTo>
                  <a:lnTo>
                    <a:pt x="268806" y="1098660"/>
                  </a:lnTo>
                  <a:lnTo>
                    <a:pt x="268784" y="1098651"/>
                  </a:lnTo>
                  <a:lnTo>
                    <a:pt x="268769" y="1098642"/>
                  </a:lnTo>
                  <a:lnTo>
                    <a:pt x="268759" y="1098626"/>
                  </a:lnTo>
                  <a:lnTo>
                    <a:pt x="268755" y="1098615"/>
                  </a:lnTo>
                  <a:lnTo>
                    <a:pt x="268746" y="1098604"/>
                  </a:lnTo>
                  <a:lnTo>
                    <a:pt x="268701" y="1098559"/>
                  </a:lnTo>
                  <a:lnTo>
                    <a:pt x="268686" y="1098548"/>
                  </a:lnTo>
                  <a:lnTo>
                    <a:pt x="268660" y="1098537"/>
                  </a:lnTo>
                  <a:lnTo>
                    <a:pt x="268631" y="1098523"/>
                  </a:lnTo>
                  <a:lnTo>
                    <a:pt x="268617" y="1098513"/>
                  </a:lnTo>
                  <a:lnTo>
                    <a:pt x="268601" y="1098495"/>
                  </a:lnTo>
                  <a:lnTo>
                    <a:pt x="268587" y="1098471"/>
                  </a:lnTo>
                  <a:lnTo>
                    <a:pt x="268563" y="1098421"/>
                  </a:lnTo>
                  <a:lnTo>
                    <a:pt x="268541" y="1098371"/>
                  </a:lnTo>
                  <a:lnTo>
                    <a:pt x="268533" y="1098355"/>
                  </a:lnTo>
                  <a:lnTo>
                    <a:pt x="268519" y="1098339"/>
                  </a:lnTo>
                  <a:lnTo>
                    <a:pt x="268500" y="1098319"/>
                  </a:lnTo>
                  <a:lnTo>
                    <a:pt x="268483" y="1098306"/>
                  </a:lnTo>
                  <a:lnTo>
                    <a:pt x="268469" y="1098295"/>
                  </a:lnTo>
                  <a:lnTo>
                    <a:pt x="268446" y="1098282"/>
                  </a:lnTo>
                  <a:lnTo>
                    <a:pt x="268425" y="1098260"/>
                  </a:lnTo>
                  <a:lnTo>
                    <a:pt x="268375" y="1098219"/>
                  </a:lnTo>
                  <a:lnTo>
                    <a:pt x="268336" y="1098185"/>
                  </a:lnTo>
                  <a:lnTo>
                    <a:pt x="268294" y="1098152"/>
                  </a:lnTo>
                  <a:lnTo>
                    <a:pt x="268264" y="1098123"/>
                  </a:lnTo>
                  <a:lnTo>
                    <a:pt x="268252" y="1098108"/>
                  </a:lnTo>
                  <a:lnTo>
                    <a:pt x="268247" y="1098098"/>
                  </a:lnTo>
                  <a:lnTo>
                    <a:pt x="268246" y="1098084"/>
                  </a:lnTo>
                  <a:lnTo>
                    <a:pt x="268245" y="1098054"/>
                  </a:lnTo>
                  <a:lnTo>
                    <a:pt x="268244" y="1098011"/>
                  </a:lnTo>
                  <a:lnTo>
                    <a:pt x="268245" y="1097981"/>
                  </a:lnTo>
                  <a:lnTo>
                    <a:pt x="268241" y="1097968"/>
                  </a:lnTo>
                  <a:lnTo>
                    <a:pt x="268231" y="1097953"/>
                  </a:lnTo>
                  <a:lnTo>
                    <a:pt x="268216" y="1097935"/>
                  </a:lnTo>
                  <a:lnTo>
                    <a:pt x="268201" y="1097924"/>
                  </a:lnTo>
                  <a:lnTo>
                    <a:pt x="268186" y="1097919"/>
                  </a:lnTo>
                  <a:lnTo>
                    <a:pt x="268165" y="1097916"/>
                  </a:lnTo>
                  <a:lnTo>
                    <a:pt x="268147" y="1097911"/>
                  </a:lnTo>
                  <a:lnTo>
                    <a:pt x="268128" y="1097902"/>
                  </a:lnTo>
                  <a:lnTo>
                    <a:pt x="268110" y="1097891"/>
                  </a:lnTo>
                  <a:lnTo>
                    <a:pt x="268100" y="1097878"/>
                  </a:lnTo>
                  <a:lnTo>
                    <a:pt x="268091" y="1097861"/>
                  </a:lnTo>
                  <a:lnTo>
                    <a:pt x="268070" y="1097821"/>
                  </a:lnTo>
                  <a:lnTo>
                    <a:pt x="268048" y="1097777"/>
                  </a:lnTo>
                  <a:lnTo>
                    <a:pt x="268038" y="1097762"/>
                  </a:lnTo>
                  <a:lnTo>
                    <a:pt x="268025" y="1097745"/>
                  </a:lnTo>
                  <a:lnTo>
                    <a:pt x="267998" y="1097717"/>
                  </a:lnTo>
                  <a:lnTo>
                    <a:pt x="267979" y="1097684"/>
                  </a:lnTo>
                  <a:lnTo>
                    <a:pt x="267969" y="1097663"/>
                  </a:lnTo>
                  <a:lnTo>
                    <a:pt x="267964" y="1097645"/>
                  </a:lnTo>
                  <a:lnTo>
                    <a:pt x="267953" y="1097616"/>
                  </a:lnTo>
                  <a:lnTo>
                    <a:pt x="267947" y="1097597"/>
                  </a:lnTo>
                  <a:lnTo>
                    <a:pt x="267942" y="1097567"/>
                  </a:lnTo>
                  <a:lnTo>
                    <a:pt x="267936" y="1097552"/>
                  </a:lnTo>
                  <a:lnTo>
                    <a:pt x="267926" y="1097533"/>
                  </a:lnTo>
                  <a:lnTo>
                    <a:pt x="267917" y="1097511"/>
                  </a:lnTo>
                  <a:lnTo>
                    <a:pt x="267907" y="1097498"/>
                  </a:lnTo>
                  <a:lnTo>
                    <a:pt x="267883" y="1097465"/>
                  </a:lnTo>
                  <a:lnTo>
                    <a:pt x="267857" y="1097428"/>
                  </a:lnTo>
                  <a:lnTo>
                    <a:pt x="267835" y="1097398"/>
                  </a:lnTo>
                  <a:lnTo>
                    <a:pt x="267797" y="1097358"/>
                  </a:lnTo>
                  <a:lnTo>
                    <a:pt x="267770" y="1097334"/>
                  </a:lnTo>
                  <a:lnTo>
                    <a:pt x="267744" y="1097316"/>
                  </a:lnTo>
                  <a:lnTo>
                    <a:pt x="267721" y="1097300"/>
                  </a:lnTo>
                  <a:lnTo>
                    <a:pt x="267707" y="1097278"/>
                  </a:lnTo>
                  <a:lnTo>
                    <a:pt x="267702" y="1097266"/>
                  </a:lnTo>
                  <a:lnTo>
                    <a:pt x="267702" y="1097255"/>
                  </a:lnTo>
                  <a:lnTo>
                    <a:pt x="267704" y="1097234"/>
                  </a:lnTo>
                  <a:lnTo>
                    <a:pt x="267713" y="1097219"/>
                  </a:lnTo>
                  <a:lnTo>
                    <a:pt x="267727" y="1097197"/>
                  </a:lnTo>
                  <a:lnTo>
                    <a:pt x="267734" y="1097182"/>
                  </a:lnTo>
                  <a:lnTo>
                    <a:pt x="267740" y="1097165"/>
                  </a:lnTo>
                  <a:lnTo>
                    <a:pt x="267743" y="1097132"/>
                  </a:lnTo>
                  <a:lnTo>
                    <a:pt x="267750" y="1097091"/>
                  </a:lnTo>
                  <a:lnTo>
                    <a:pt x="267759" y="1097051"/>
                  </a:lnTo>
                  <a:lnTo>
                    <a:pt x="267758" y="1097033"/>
                  </a:lnTo>
                  <a:lnTo>
                    <a:pt x="267754" y="1097022"/>
                  </a:lnTo>
                  <a:lnTo>
                    <a:pt x="267742" y="1097012"/>
                  </a:lnTo>
                  <a:lnTo>
                    <a:pt x="267728" y="1097003"/>
                  </a:lnTo>
                  <a:lnTo>
                    <a:pt x="267687" y="1096986"/>
                  </a:lnTo>
                  <a:lnTo>
                    <a:pt x="267660" y="1096980"/>
                  </a:lnTo>
                  <a:lnTo>
                    <a:pt x="267630" y="1096974"/>
                  </a:lnTo>
                  <a:lnTo>
                    <a:pt x="267603" y="1096970"/>
                  </a:lnTo>
                  <a:lnTo>
                    <a:pt x="267578" y="1096970"/>
                  </a:lnTo>
                  <a:lnTo>
                    <a:pt x="267550" y="1096972"/>
                  </a:lnTo>
                  <a:lnTo>
                    <a:pt x="267517" y="1096976"/>
                  </a:lnTo>
                  <a:lnTo>
                    <a:pt x="267499" y="1096980"/>
                  </a:lnTo>
                  <a:lnTo>
                    <a:pt x="267481" y="1096979"/>
                  </a:lnTo>
                  <a:lnTo>
                    <a:pt x="267466" y="1096973"/>
                  </a:lnTo>
                  <a:lnTo>
                    <a:pt x="267433" y="1096950"/>
                  </a:lnTo>
                  <a:lnTo>
                    <a:pt x="267404" y="1096928"/>
                  </a:lnTo>
                  <a:lnTo>
                    <a:pt x="267379" y="1096903"/>
                  </a:lnTo>
                  <a:lnTo>
                    <a:pt x="267362" y="1096879"/>
                  </a:lnTo>
                  <a:lnTo>
                    <a:pt x="267350" y="1096846"/>
                  </a:lnTo>
                  <a:lnTo>
                    <a:pt x="267331" y="1096797"/>
                  </a:lnTo>
                  <a:lnTo>
                    <a:pt x="267322" y="1096780"/>
                  </a:lnTo>
                  <a:lnTo>
                    <a:pt x="267307" y="1096753"/>
                  </a:lnTo>
                  <a:lnTo>
                    <a:pt x="267292" y="1096724"/>
                  </a:lnTo>
                  <a:lnTo>
                    <a:pt x="267275" y="1096690"/>
                  </a:lnTo>
                  <a:lnTo>
                    <a:pt x="267254" y="1096643"/>
                  </a:lnTo>
                  <a:lnTo>
                    <a:pt x="267236" y="1096603"/>
                  </a:lnTo>
                  <a:lnTo>
                    <a:pt x="267224" y="1096584"/>
                  </a:lnTo>
                  <a:lnTo>
                    <a:pt x="267210" y="1096566"/>
                  </a:lnTo>
                  <a:lnTo>
                    <a:pt x="267183" y="1096541"/>
                  </a:lnTo>
                  <a:lnTo>
                    <a:pt x="267159" y="1096529"/>
                  </a:lnTo>
                  <a:lnTo>
                    <a:pt x="267121" y="1096518"/>
                  </a:lnTo>
                  <a:lnTo>
                    <a:pt x="267097" y="1096509"/>
                  </a:lnTo>
                  <a:lnTo>
                    <a:pt x="267085" y="1096501"/>
                  </a:lnTo>
                  <a:lnTo>
                    <a:pt x="267065" y="1096479"/>
                  </a:lnTo>
                  <a:lnTo>
                    <a:pt x="267032" y="1096448"/>
                  </a:lnTo>
                  <a:lnTo>
                    <a:pt x="267000" y="1096421"/>
                  </a:lnTo>
                  <a:lnTo>
                    <a:pt x="266973" y="1096401"/>
                  </a:lnTo>
                  <a:lnTo>
                    <a:pt x="266949" y="1096390"/>
                  </a:lnTo>
                  <a:lnTo>
                    <a:pt x="266935" y="1096388"/>
                  </a:lnTo>
                  <a:lnTo>
                    <a:pt x="266920" y="1096388"/>
                  </a:lnTo>
                  <a:lnTo>
                    <a:pt x="266914" y="1096390"/>
                  </a:lnTo>
                  <a:lnTo>
                    <a:pt x="266905" y="1096392"/>
                  </a:lnTo>
                  <a:lnTo>
                    <a:pt x="266884" y="1096407"/>
                  </a:lnTo>
                  <a:lnTo>
                    <a:pt x="266876" y="1096413"/>
                  </a:lnTo>
                  <a:lnTo>
                    <a:pt x="266858" y="1096428"/>
                  </a:lnTo>
                  <a:lnTo>
                    <a:pt x="266849" y="1096442"/>
                  </a:lnTo>
                  <a:lnTo>
                    <a:pt x="266831" y="1096465"/>
                  </a:lnTo>
                  <a:lnTo>
                    <a:pt x="266814" y="1096473"/>
                  </a:lnTo>
                  <a:lnTo>
                    <a:pt x="266767" y="1096484"/>
                  </a:lnTo>
                  <a:lnTo>
                    <a:pt x="266725" y="1096493"/>
                  </a:lnTo>
                  <a:lnTo>
                    <a:pt x="266699" y="1096509"/>
                  </a:lnTo>
                  <a:lnTo>
                    <a:pt x="266633" y="1096592"/>
                  </a:lnTo>
                  <a:lnTo>
                    <a:pt x="266622" y="1096604"/>
                  </a:lnTo>
                  <a:lnTo>
                    <a:pt x="266597" y="1096612"/>
                  </a:lnTo>
                  <a:lnTo>
                    <a:pt x="266557" y="1096619"/>
                  </a:lnTo>
                  <a:lnTo>
                    <a:pt x="266488" y="1096636"/>
                  </a:lnTo>
                  <a:lnTo>
                    <a:pt x="266446" y="1096640"/>
                  </a:lnTo>
                  <a:lnTo>
                    <a:pt x="266418" y="1096642"/>
                  </a:lnTo>
                  <a:lnTo>
                    <a:pt x="266388" y="1096641"/>
                  </a:lnTo>
                  <a:lnTo>
                    <a:pt x="266356" y="1096622"/>
                  </a:lnTo>
                  <a:lnTo>
                    <a:pt x="266291" y="1096613"/>
                  </a:lnTo>
                  <a:lnTo>
                    <a:pt x="266256" y="1096610"/>
                  </a:lnTo>
                  <a:lnTo>
                    <a:pt x="266195" y="1096597"/>
                  </a:lnTo>
                  <a:lnTo>
                    <a:pt x="266171" y="1096585"/>
                  </a:lnTo>
                  <a:lnTo>
                    <a:pt x="266121" y="1096546"/>
                  </a:lnTo>
                  <a:lnTo>
                    <a:pt x="266071" y="1096511"/>
                  </a:lnTo>
                  <a:lnTo>
                    <a:pt x="266020" y="1096487"/>
                  </a:lnTo>
                  <a:lnTo>
                    <a:pt x="265980" y="1096475"/>
                  </a:lnTo>
                  <a:lnTo>
                    <a:pt x="265973" y="1096473"/>
                  </a:lnTo>
                  <a:lnTo>
                    <a:pt x="265938" y="1096465"/>
                  </a:lnTo>
                  <a:lnTo>
                    <a:pt x="265927" y="1096459"/>
                  </a:lnTo>
                  <a:lnTo>
                    <a:pt x="265920" y="1096451"/>
                  </a:lnTo>
                  <a:lnTo>
                    <a:pt x="265916" y="1096435"/>
                  </a:lnTo>
                  <a:lnTo>
                    <a:pt x="265916" y="1096424"/>
                  </a:lnTo>
                  <a:lnTo>
                    <a:pt x="265915" y="1096418"/>
                  </a:lnTo>
                  <a:lnTo>
                    <a:pt x="265905" y="1096408"/>
                  </a:lnTo>
                  <a:lnTo>
                    <a:pt x="265889" y="1096396"/>
                  </a:lnTo>
                  <a:lnTo>
                    <a:pt x="265862" y="1096393"/>
                  </a:lnTo>
                  <a:lnTo>
                    <a:pt x="265830" y="1096389"/>
                  </a:lnTo>
                  <a:lnTo>
                    <a:pt x="265817" y="1096384"/>
                  </a:lnTo>
                  <a:lnTo>
                    <a:pt x="265801" y="1096368"/>
                  </a:lnTo>
                  <a:lnTo>
                    <a:pt x="265771" y="1096349"/>
                  </a:lnTo>
                  <a:lnTo>
                    <a:pt x="265759" y="1096343"/>
                  </a:lnTo>
                  <a:lnTo>
                    <a:pt x="265745" y="1096341"/>
                  </a:lnTo>
                  <a:lnTo>
                    <a:pt x="265717" y="1096339"/>
                  </a:lnTo>
                  <a:lnTo>
                    <a:pt x="265695" y="1096337"/>
                  </a:lnTo>
                  <a:lnTo>
                    <a:pt x="265683" y="1096334"/>
                  </a:lnTo>
                  <a:lnTo>
                    <a:pt x="265669" y="1096327"/>
                  </a:lnTo>
                  <a:lnTo>
                    <a:pt x="265658" y="1096319"/>
                  </a:lnTo>
                  <a:lnTo>
                    <a:pt x="265630" y="1096282"/>
                  </a:lnTo>
                  <a:lnTo>
                    <a:pt x="265621" y="1096267"/>
                  </a:lnTo>
                  <a:lnTo>
                    <a:pt x="265606" y="1096248"/>
                  </a:lnTo>
                  <a:lnTo>
                    <a:pt x="265589" y="1096241"/>
                  </a:lnTo>
                  <a:lnTo>
                    <a:pt x="265563" y="1096232"/>
                  </a:lnTo>
                  <a:lnTo>
                    <a:pt x="265534" y="1096218"/>
                  </a:lnTo>
                  <a:lnTo>
                    <a:pt x="265476" y="1096200"/>
                  </a:lnTo>
                  <a:lnTo>
                    <a:pt x="265435" y="1096190"/>
                  </a:lnTo>
                  <a:lnTo>
                    <a:pt x="265404" y="1096162"/>
                  </a:lnTo>
                  <a:lnTo>
                    <a:pt x="265375" y="1096145"/>
                  </a:lnTo>
                  <a:lnTo>
                    <a:pt x="265347" y="1096135"/>
                  </a:lnTo>
                  <a:lnTo>
                    <a:pt x="265283" y="1096120"/>
                  </a:lnTo>
                  <a:lnTo>
                    <a:pt x="265247" y="1096106"/>
                  </a:lnTo>
                  <a:lnTo>
                    <a:pt x="265215" y="1096090"/>
                  </a:lnTo>
                  <a:lnTo>
                    <a:pt x="265176" y="1096059"/>
                  </a:lnTo>
                  <a:lnTo>
                    <a:pt x="265159" y="1096039"/>
                  </a:lnTo>
                  <a:lnTo>
                    <a:pt x="265139" y="1096006"/>
                  </a:lnTo>
                  <a:lnTo>
                    <a:pt x="265126" y="1095961"/>
                  </a:lnTo>
                  <a:lnTo>
                    <a:pt x="265112" y="1095936"/>
                  </a:lnTo>
                  <a:lnTo>
                    <a:pt x="265100" y="1095921"/>
                  </a:lnTo>
                  <a:lnTo>
                    <a:pt x="265061" y="1095888"/>
                  </a:lnTo>
                  <a:lnTo>
                    <a:pt x="264997" y="1095840"/>
                  </a:lnTo>
                  <a:lnTo>
                    <a:pt x="264971" y="1095809"/>
                  </a:lnTo>
                  <a:lnTo>
                    <a:pt x="264953" y="1095775"/>
                  </a:lnTo>
                  <a:lnTo>
                    <a:pt x="264918" y="1095754"/>
                  </a:lnTo>
                  <a:lnTo>
                    <a:pt x="264874" y="1095713"/>
                  </a:lnTo>
                  <a:lnTo>
                    <a:pt x="264850" y="1095683"/>
                  </a:lnTo>
                  <a:lnTo>
                    <a:pt x="264838" y="1095650"/>
                  </a:lnTo>
                  <a:lnTo>
                    <a:pt x="264809" y="1095584"/>
                  </a:lnTo>
                  <a:lnTo>
                    <a:pt x="264778" y="1095536"/>
                  </a:lnTo>
                  <a:lnTo>
                    <a:pt x="264771" y="1095508"/>
                  </a:lnTo>
                  <a:lnTo>
                    <a:pt x="264778" y="1095450"/>
                  </a:lnTo>
                  <a:lnTo>
                    <a:pt x="264781" y="1095372"/>
                  </a:lnTo>
                  <a:lnTo>
                    <a:pt x="264779" y="1095306"/>
                  </a:lnTo>
                  <a:lnTo>
                    <a:pt x="264761" y="1095246"/>
                  </a:lnTo>
                  <a:lnTo>
                    <a:pt x="264745" y="1095234"/>
                  </a:lnTo>
                  <a:lnTo>
                    <a:pt x="264726" y="1095224"/>
                  </a:lnTo>
                  <a:lnTo>
                    <a:pt x="264708" y="1095218"/>
                  </a:lnTo>
                  <a:lnTo>
                    <a:pt x="264673" y="1095215"/>
                  </a:lnTo>
                  <a:lnTo>
                    <a:pt x="264650" y="1095205"/>
                  </a:lnTo>
                  <a:lnTo>
                    <a:pt x="264619" y="1095184"/>
                  </a:lnTo>
                  <a:lnTo>
                    <a:pt x="264588" y="1095152"/>
                  </a:lnTo>
                  <a:lnTo>
                    <a:pt x="264559" y="1095137"/>
                  </a:lnTo>
                  <a:lnTo>
                    <a:pt x="264477" y="1095123"/>
                  </a:lnTo>
                  <a:lnTo>
                    <a:pt x="264397" y="1095111"/>
                  </a:lnTo>
                  <a:lnTo>
                    <a:pt x="264356" y="1095096"/>
                  </a:lnTo>
                  <a:lnTo>
                    <a:pt x="264293" y="1095072"/>
                  </a:lnTo>
                  <a:lnTo>
                    <a:pt x="264240" y="1095050"/>
                  </a:lnTo>
                  <a:lnTo>
                    <a:pt x="264186" y="1095021"/>
                  </a:lnTo>
                  <a:lnTo>
                    <a:pt x="264166" y="1095006"/>
                  </a:lnTo>
                  <a:lnTo>
                    <a:pt x="264142" y="1094981"/>
                  </a:lnTo>
                  <a:lnTo>
                    <a:pt x="264102" y="1094943"/>
                  </a:lnTo>
                  <a:lnTo>
                    <a:pt x="264041" y="1094905"/>
                  </a:lnTo>
                  <a:lnTo>
                    <a:pt x="263970" y="1094869"/>
                  </a:lnTo>
                  <a:lnTo>
                    <a:pt x="263909" y="1094841"/>
                  </a:lnTo>
                  <a:lnTo>
                    <a:pt x="263896" y="1094833"/>
                  </a:lnTo>
                  <a:lnTo>
                    <a:pt x="263874" y="1094824"/>
                  </a:lnTo>
                  <a:lnTo>
                    <a:pt x="263863" y="1094818"/>
                  </a:lnTo>
                  <a:lnTo>
                    <a:pt x="263851" y="1094800"/>
                  </a:lnTo>
                  <a:lnTo>
                    <a:pt x="263825" y="1094774"/>
                  </a:lnTo>
                  <a:lnTo>
                    <a:pt x="263772" y="1094742"/>
                  </a:lnTo>
                  <a:lnTo>
                    <a:pt x="263734" y="1094713"/>
                  </a:lnTo>
                  <a:lnTo>
                    <a:pt x="263704" y="1094696"/>
                  </a:lnTo>
                  <a:lnTo>
                    <a:pt x="263682" y="1094691"/>
                  </a:lnTo>
                  <a:lnTo>
                    <a:pt x="263611" y="1094689"/>
                  </a:lnTo>
                  <a:lnTo>
                    <a:pt x="263550" y="1094680"/>
                  </a:lnTo>
                  <a:lnTo>
                    <a:pt x="263494" y="1094679"/>
                  </a:lnTo>
                  <a:lnTo>
                    <a:pt x="263442" y="1094675"/>
                  </a:lnTo>
                  <a:lnTo>
                    <a:pt x="263401" y="1094666"/>
                  </a:lnTo>
                  <a:lnTo>
                    <a:pt x="263351" y="1094651"/>
                  </a:lnTo>
                  <a:lnTo>
                    <a:pt x="263300" y="1094651"/>
                  </a:lnTo>
                  <a:lnTo>
                    <a:pt x="263280" y="1094661"/>
                  </a:lnTo>
                  <a:lnTo>
                    <a:pt x="263253" y="1094704"/>
                  </a:lnTo>
                  <a:lnTo>
                    <a:pt x="263215" y="1094758"/>
                  </a:lnTo>
                  <a:lnTo>
                    <a:pt x="263198" y="1094789"/>
                  </a:lnTo>
                  <a:lnTo>
                    <a:pt x="263180" y="1094841"/>
                  </a:lnTo>
                  <a:lnTo>
                    <a:pt x="263165" y="1094906"/>
                  </a:lnTo>
                  <a:lnTo>
                    <a:pt x="263153" y="1094983"/>
                  </a:lnTo>
                  <a:lnTo>
                    <a:pt x="263155" y="1095043"/>
                  </a:lnTo>
                  <a:lnTo>
                    <a:pt x="263171" y="1095144"/>
                  </a:lnTo>
                  <a:lnTo>
                    <a:pt x="263185" y="1095208"/>
                  </a:lnTo>
                  <a:lnTo>
                    <a:pt x="263191" y="1095246"/>
                  </a:lnTo>
                  <a:lnTo>
                    <a:pt x="263198" y="1095269"/>
                  </a:lnTo>
                  <a:lnTo>
                    <a:pt x="263208" y="1095295"/>
                  </a:lnTo>
                  <a:lnTo>
                    <a:pt x="263223" y="1095308"/>
                  </a:lnTo>
                  <a:lnTo>
                    <a:pt x="263240" y="1095318"/>
                  </a:lnTo>
                  <a:lnTo>
                    <a:pt x="263258" y="1095336"/>
                  </a:lnTo>
                  <a:lnTo>
                    <a:pt x="263280" y="1095362"/>
                  </a:lnTo>
                  <a:lnTo>
                    <a:pt x="263294" y="1095393"/>
                  </a:lnTo>
                  <a:lnTo>
                    <a:pt x="263293" y="1095416"/>
                  </a:lnTo>
                  <a:lnTo>
                    <a:pt x="263288" y="1095430"/>
                  </a:lnTo>
                  <a:lnTo>
                    <a:pt x="263269" y="1095442"/>
                  </a:lnTo>
                  <a:lnTo>
                    <a:pt x="263237" y="1095459"/>
                  </a:lnTo>
                  <a:lnTo>
                    <a:pt x="263214" y="1095481"/>
                  </a:lnTo>
                  <a:lnTo>
                    <a:pt x="263204" y="1095502"/>
                  </a:lnTo>
                  <a:lnTo>
                    <a:pt x="263193" y="1095525"/>
                  </a:lnTo>
                  <a:lnTo>
                    <a:pt x="263170" y="1095569"/>
                  </a:lnTo>
                  <a:lnTo>
                    <a:pt x="263159" y="1095594"/>
                  </a:lnTo>
                  <a:lnTo>
                    <a:pt x="263125" y="1095653"/>
                  </a:lnTo>
                  <a:lnTo>
                    <a:pt x="263119" y="1095686"/>
                  </a:lnTo>
                  <a:lnTo>
                    <a:pt x="263102" y="1095718"/>
                  </a:lnTo>
                  <a:lnTo>
                    <a:pt x="263085" y="1095733"/>
                  </a:lnTo>
                  <a:lnTo>
                    <a:pt x="263071" y="1095740"/>
                  </a:lnTo>
                  <a:lnTo>
                    <a:pt x="263049" y="1095739"/>
                  </a:lnTo>
                  <a:lnTo>
                    <a:pt x="263009" y="1095727"/>
                  </a:lnTo>
                  <a:lnTo>
                    <a:pt x="262961" y="1095711"/>
                  </a:lnTo>
                  <a:lnTo>
                    <a:pt x="262956" y="1095708"/>
                  </a:lnTo>
                  <a:lnTo>
                    <a:pt x="262936" y="1095696"/>
                  </a:lnTo>
                  <a:lnTo>
                    <a:pt x="262919" y="1095683"/>
                  </a:lnTo>
                  <a:lnTo>
                    <a:pt x="262908" y="1095670"/>
                  </a:lnTo>
                  <a:lnTo>
                    <a:pt x="262900" y="1095663"/>
                  </a:lnTo>
                  <a:lnTo>
                    <a:pt x="262882" y="1095657"/>
                  </a:lnTo>
                  <a:lnTo>
                    <a:pt x="262878" y="1095656"/>
                  </a:lnTo>
                  <a:lnTo>
                    <a:pt x="262850" y="1095654"/>
                  </a:lnTo>
                  <a:lnTo>
                    <a:pt x="262810" y="1095660"/>
                  </a:lnTo>
                  <a:lnTo>
                    <a:pt x="262774" y="1095670"/>
                  </a:lnTo>
                  <a:lnTo>
                    <a:pt x="262701" y="1095704"/>
                  </a:lnTo>
                  <a:lnTo>
                    <a:pt x="262649" y="1095717"/>
                  </a:lnTo>
                  <a:lnTo>
                    <a:pt x="262575" y="1095736"/>
                  </a:lnTo>
                  <a:lnTo>
                    <a:pt x="262531" y="1095745"/>
                  </a:lnTo>
                  <a:lnTo>
                    <a:pt x="262508" y="1095758"/>
                  </a:lnTo>
                  <a:lnTo>
                    <a:pt x="262495" y="1095770"/>
                  </a:lnTo>
                  <a:lnTo>
                    <a:pt x="262468" y="1095804"/>
                  </a:lnTo>
                  <a:lnTo>
                    <a:pt x="262438" y="1095843"/>
                  </a:lnTo>
                  <a:lnTo>
                    <a:pt x="262419" y="1095859"/>
                  </a:lnTo>
                  <a:lnTo>
                    <a:pt x="262349" y="1095885"/>
                  </a:lnTo>
                  <a:lnTo>
                    <a:pt x="262273" y="1095907"/>
                  </a:lnTo>
                  <a:lnTo>
                    <a:pt x="262251" y="1095916"/>
                  </a:lnTo>
                  <a:lnTo>
                    <a:pt x="262192" y="1095941"/>
                  </a:lnTo>
                  <a:lnTo>
                    <a:pt x="262146" y="1095974"/>
                  </a:lnTo>
                  <a:lnTo>
                    <a:pt x="262121" y="1096001"/>
                  </a:lnTo>
                  <a:lnTo>
                    <a:pt x="262101" y="1096030"/>
                  </a:lnTo>
                  <a:lnTo>
                    <a:pt x="262069" y="1096057"/>
                  </a:lnTo>
                  <a:lnTo>
                    <a:pt x="262055" y="1096069"/>
                  </a:lnTo>
                  <a:lnTo>
                    <a:pt x="262019" y="1096078"/>
                  </a:lnTo>
                  <a:lnTo>
                    <a:pt x="261994" y="1096081"/>
                  </a:lnTo>
                  <a:lnTo>
                    <a:pt x="261985" y="1096083"/>
                  </a:lnTo>
                  <a:lnTo>
                    <a:pt x="261890" y="1096102"/>
                  </a:lnTo>
                  <a:lnTo>
                    <a:pt x="261853" y="1096117"/>
                  </a:lnTo>
                  <a:lnTo>
                    <a:pt x="261831" y="1096129"/>
                  </a:lnTo>
                  <a:lnTo>
                    <a:pt x="261800" y="1096139"/>
                  </a:lnTo>
                  <a:lnTo>
                    <a:pt x="261793" y="1096141"/>
                  </a:lnTo>
                  <a:lnTo>
                    <a:pt x="261724" y="1096174"/>
                  </a:lnTo>
                  <a:lnTo>
                    <a:pt x="261710" y="1096185"/>
                  </a:lnTo>
                  <a:lnTo>
                    <a:pt x="261702" y="1096194"/>
                  </a:lnTo>
                  <a:lnTo>
                    <a:pt x="261688" y="1096209"/>
                  </a:lnTo>
                  <a:lnTo>
                    <a:pt x="261671" y="1096217"/>
                  </a:lnTo>
                  <a:lnTo>
                    <a:pt x="261653" y="1096221"/>
                  </a:lnTo>
                  <a:lnTo>
                    <a:pt x="261613" y="1096218"/>
                  </a:lnTo>
                  <a:lnTo>
                    <a:pt x="261593" y="1096217"/>
                  </a:lnTo>
                  <a:lnTo>
                    <a:pt x="261553" y="1096207"/>
                  </a:lnTo>
                  <a:lnTo>
                    <a:pt x="261461" y="1096196"/>
                  </a:lnTo>
                  <a:lnTo>
                    <a:pt x="261412" y="1096194"/>
                  </a:lnTo>
                  <a:lnTo>
                    <a:pt x="261383" y="1096197"/>
                  </a:lnTo>
                  <a:lnTo>
                    <a:pt x="261367" y="1096201"/>
                  </a:lnTo>
                  <a:lnTo>
                    <a:pt x="261341" y="1096215"/>
                  </a:lnTo>
                  <a:lnTo>
                    <a:pt x="261324" y="1096221"/>
                  </a:lnTo>
                  <a:lnTo>
                    <a:pt x="261318" y="1096222"/>
                  </a:lnTo>
                  <a:lnTo>
                    <a:pt x="261309" y="1096234"/>
                  </a:lnTo>
                  <a:lnTo>
                    <a:pt x="261290" y="1096255"/>
                  </a:lnTo>
                  <a:lnTo>
                    <a:pt x="261271" y="1096275"/>
                  </a:lnTo>
                  <a:lnTo>
                    <a:pt x="261244" y="1096301"/>
                  </a:lnTo>
                  <a:lnTo>
                    <a:pt x="261219" y="1096324"/>
                  </a:lnTo>
                  <a:lnTo>
                    <a:pt x="261196" y="1096344"/>
                  </a:lnTo>
                  <a:lnTo>
                    <a:pt x="261188" y="1096352"/>
                  </a:lnTo>
                  <a:lnTo>
                    <a:pt x="261173" y="1096380"/>
                  </a:lnTo>
                  <a:lnTo>
                    <a:pt x="261167" y="1096401"/>
                  </a:lnTo>
                  <a:lnTo>
                    <a:pt x="261165" y="1096409"/>
                  </a:lnTo>
                  <a:lnTo>
                    <a:pt x="261152" y="1096429"/>
                  </a:lnTo>
                  <a:lnTo>
                    <a:pt x="261117" y="1096478"/>
                  </a:lnTo>
                  <a:lnTo>
                    <a:pt x="261113" y="1096486"/>
                  </a:lnTo>
                  <a:lnTo>
                    <a:pt x="261094" y="1096531"/>
                  </a:lnTo>
                  <a:lnTo>
                    <a:pt x="261084" y="1096553"/>
                  </a:lnTo>
                  <a:lnTo>
                    <a:pt x="261069" y="1096566"/>
                  </a:lnTo>
                  <a:lnTo>
                    <a:pt x="261048" y="1096573"/>
                  </a:lnTo>
                  <a:lnTo>
                    <a:pt x="261001" y="1096588"/>
                  </a:lnTo>
                  <a:lnTo>
                    <a:pt x="260968" y="1096603"/>
                  </a:lnTo>
                  <a:lnTo>
                    <a:pt x="260948" y="1096609"/>
                  </a:lnTo>
                  <a:lnTo>
                    <a:pt x="260924" y="1096613"/>
                  </a:lnTo>
                  <a:lnTo>
                    <a:pt x="260875" y="1096610"/>
                  </a:lnTo>
                  <a:lnTo>
                    <a:pt x="260847" y="1096616"/>
                  </a:lnTo>
                  <a:lnTo>
                    <a:pt x="260810" y="1096644"/>
                  </a:lnTo>
                  <a:lnTo>
                    <a:pt x="260778" y="1096672"/>
                  </a:lnTo>
                  <a:lnTo>
                    <a:pt x="260750" y="1096688"/>
                  </a:lnTo>
                  <a:lnTo>
                    <a:pt x="260725" y="1096689"/>
                  </a:lnTo>
                  <a:lnTo>
                    <a:pt x="260704" y="1096698"/>
                  </a:lnTo>
                  <a:lnTo>
                    <a:pt x="260681" y="1096719"/>
                  </a:lnTo>
                  <a:lnTo>
                    <a:pt x="260672" y="1096749"/>
                  </a:lnTo>
                  <a:lnTo>
                    <a:pt x="260669" y="1096785"/>
                  </a:lnTo>
                  <a:lnTo>
                    <a:pt x="260665" y="1096853"/>
                  </a:lnTo>
                  <a:lnTo>
                    <a:pt x="260645" y="1096899"/>
                  </a:lnTo>
                  <a:lnTo>
                    <a:pt x="260622" y="1096934"/>
                  </a:lnTo>
                  <a:lnTo>
                    <a:pt x="260598" y="1096972"/>
                  </a:lnTo>
                  <a:lnTo>
                    <a:pt x="260592" y="1097017"/>
                  </a:lnTo>
                  <a:lnTo>
                    <a:pt x="260593" y="1097061"/>
                  </a:lnTo>
                  <a:lnTo>
                    <a:pt x="260598" y="1097086"/>
                  </a:lnTo>
                  <a:lnTo>
                    <a:pt x="260597" y="1097095"/>
                  </a:lnTo>
                  <a:lnTo>
                    <a:pt x="260593" y="1097101"/>
                  </a:lnTo>
                  <a:lnTo>
                    <a:pt x="260583" y="1097103"/>
                  </a:lnTo>
                  <a:lnTo>
                    <a:pt x="260558" y="1097097"/>
                  </a:lnTo>
                  <a:lnTo>
                    <a:pt x="260538" y="1097092"/>
                  </a:lnTo>
                  <a:lnTo>
                    <a:pt x="260522" y="1097092"/>
                  </a:lnTo>
                  <a:lnTo>
                    <a:pt x="260508" y="1097093"/>
                  </a:lnTo>
                  <a:lnTo>
                    <a:pt x="260481" y="1097094"/>
                  </a:lnTo>
                  <a:lnTo>
                    <a:pt x="260458" y="1097097"/>
                  </a:lnTo>
                  <a:lnTo>
                    <a:pt x="260426" y="1097099"/>
                  </a:lnTo>
                  <a:lnTo>
                    <a:pt x="260420" y="1097093"/>
                  </a:lnTo>
                  <a:lnTo>
                    <a:pt x="260419" y="1097079"/>
                  </a:lnTo>
                  <a:lnTo>
                    <a:pt x="260427" y="1097006"/>
                  </a:lnTo>
                  <a:lnTo>
                    <a:pt x="260432" y="1096936"/>
                  </a:lnTo>
                  <a:lnTo>
                    <a:pt x="260421" y="1096904"/>
                  </a:lnTo>
                  <a:lnTo>
                    <a:pt x="260409" y="1096866"/>
                  </a:lnTo>
                  <a:lnTo>
                    <a:pt x="260408" y="1096816"/>
                  </a:lnTo>
                  <a:lnTo>
                    <a:pt x="260415" y="1096747"/>
                  </a:lnTo>
                  <a:lnTo>
                    <a:pt x="260409" y="1096722"/>
                  </a:lnTo>
                  <a:lnTo>
                    <a:pt x="260394" y="1096699"/>
                  </a:lnTo>
                  <a:lnTo>
                    <a:pt x="260389" y="1096692"/>
                  </a:lnTo>
                  <a:lnTo>
                    <a:pt x="260370" y="1096672"/>
                  </a:lnTo>
                  <a:lnTo>
                    <a:pt x="260359" y="1096660"/>
                  </a:lnTo>
                  <a:lnTo>
                    <a:pt x="260348" y="1096655"/>
                  </a:lnTo>
                  <a:lnTo>
                    <a:pt x="260340" y="1096654"/>
                  </a:lnTo>
                  <a:lnTo>
                    <a:pt x="260335" y="1096655"/>
                  </a:lnTo>
                  <a:lnTo>
                    <a:pt x="260308" y="1096652"/>
                  </a:lnTo>
                  <a:lnTo>
                    <a:pt x="260294" y="1096642"/>
                  </a:lnTo>
                  <a:lnTo>
                    <a:pt x="260283" y="1096628"/>
                  </a:lnTo>
                  <a:lnTo>
                    <a:pt x="260280" y="1096611"/>
                  </a:lnTo>
                  <a:lnTo>
                    <a:pt x="260270" y="1096582"/>
                  </a:lnTo>
                  <a:lnTo>
                    <a:pt x="260251" y="1096568"/>
                  </a:lnTo>
                  <a:lnTo>
                    <a:pt x="260225" y="1096556"/>
                  </a:lnTo>
                  <a:lnTo>
                    <a:pt x="260197" y="1096536"/>
                  </a:lnTo>
                  <a:lnTo>
                    <a:pt x="260175" y="1096522"/>
                  </a:lnTo>
                  <a:lnTo>
                    <a:pt x="260158" y="1096504"/>
                  </a:lnTo>
                  <a:lnTo>
                    <a:pt x="260143" y="1096484"/>
                  </a:lnTo>
                  <a:lnTo>
                    <a:pt x="260131" y="1096475"/>
                  </a:lnTo>
                  <a:lnTo>
                    <a:pt x="260112" y="1096465"/>
                  </a:lnTo>
                  <a:lnTo>
                    <a:pt x="260098" y="1096464"/>
                  </a:lnTo>
                  <a:lnTo>
                    <a:pt x="260062" y="1096477"/>
                  </a:lnTo>
                  <a:lnTo>
                    <a:pt x="260054" y="1096477"/>
                  </a:lnTo>
                  <a:lnTo>
                    <a:pt x="260035" y="1096455"/>
                  </a:lnTo>
                  <a:lnTo>
                    <a:pt x="260027" y="1096445"/>
                  </a:lnTo>
                  <a:lnTo>
                    <a:pt x="260011" y="1096429"/>
                  </a:lnTo>
                  <a:lnTo>
                    <a:pt x="259988" y="1096409"/>
                  </a:lnTo>
                  <a:lnTo>
                    <a:pt x="259982" y="1096406"/>
                  </a:lnTo>
                  <a:lnTo>
                    <a:pt x="259956" y="1096393"/>
                  </a:lnTo>
                  <a:lnTo>
                    <a:pt x="259933" y="1096392"/>
                  </a:lnTo>
                  <a:lnTo>
                    <a:pt x="259890" y="1096395"/>
                  </a:lnTo>
                  <a:lnTo>
                    <a:pt x="259857" y="1096392"/>
                  </a:lnTo>
                  <a:lnTo>
                    <a:pt x="259790" y="1096377"/>
                  </a:lnTo>
                  <a:lnTo>
                    <a:pt x="259729" y="1096370"/>
                  </a:lnTo>
                  <a:lnTo>
                    <a:pt x="259695" y="1096355"/>
                  </a:lnTo>
                  <a:lnTo>
                    <a:pt x="259669" y="1096346"/>
                  </a:lnTo>
                  <a:lnTo>
                    <a:pt x="259653" y="1096333"/>
                  </a:lnTo>
                  <a:lnTo>
                    <a:pt x="259632" y="1096315"/>
                  </a:lnTo>
                  <a:lnTo>
                    <a:pt x="259607" y="1096300"/>
                  </a:lnTo>
                  <a:lnTo>
                    <a:pt x="259591" y="1096292"/>
                  </a:lnTo>
                  <a:lnTo>
                    <a:pt x="259583" y="1096290"/>
                  </a:lnTo>
                  <a:lnTo>
                    <a:pt x="259569" y="1096294"/>
                  </a:lnTo>
                  <a:lnTo>
                    <a:pt x="259538" y="1096293"/>
                  </a:lnTo>
                  <a:lnTo>
                    <a:pt x="259512" y="1096292"/>
                  </a:lnTo>
                  <a:lnTo>
                    <a:pt x="259505" y="1096293"/>
                  </a:lnTo>
                  <a:lnTo>
                    <a:pt x="259481" y="1096297"/>
                  </a:lnTo>
                  <a:lnTo>
                    <a:pt x="259469" y="1096302"/>
                  </a:lnTo>
                  <a:lnTo>
                    <a:pt x="259456" y="1096304"/>
                  </a:lnTo>
                  <a:lnTo>
                    <a:pt x="259443" y="1096302"/>
                  </a:lnTo>
                  <a:lnTo>
                    <a:pt x="259423" y="1096298"/>
                  </a:lnTo>
                  <a:lnTo>
                    <a:pt x="259409" y="1096297"/>
                  </a:lnTo>
                  <a:lnTo>
                    <a:pt x="259341" y="1096311"/>
                  </a:lnTo>
                  <a:lnTo>
                    <a:pt x="259318" y="1096313"/>
                  </a:lnTo>
                  <a:lnTo>
                    <a:pt x="259270" y="1096311"/>
                  </a:lnTo>
                  <a:lnTo>
                    <a:pt x="259216" y="1096301"/>
                  </a:lnTo>
                  <a:lnTo>
                    <a:pt x="259157" y="1096285"/>
                  </a:lnTo>
                  <a:lnTo>
                    <a:pt x="259149" y="1096283"/>
                  </a:lnTo>
                  <a:lnTo>
                    <a:pt x="259126" y="1096276"/>
                  </a:lnTo>
                  <a:lnTo>
                    <a:pt x="259116" y="1096267"/>
                  </a:lnTo>
                  <a:lnTo>
                    <a:pt x="259108" y="1096256"/>
                  </a:lnTo>
                  <a:lnTo>
                    <a:pt x="259098" y="1096236"/>
                  </a:lnTo>
                  <a:lnTo>
                    <a:pt x="259091" y="1096211"/>
                  </a:lnTo>
                  <a:lnTo>
                    <a:pt x="259076" y="1096193"/>
                  </a:lnTo>
                  <a:lnTo>
                    <a:pt x="259069" y="1096182"/>
                  </a:lnTo>
                  <a:lnTo>
                    <a:pt x="259051" y="1096146"/>
                  </a:lnTo>
                  <a:lnTo>
                    <a:pt x="259045" y="1096108"/>
                  </a:lnTo>
                  <a:lnTo>
                    <a:pt x="259039" y="1096045"/>
                  </a:lnTo>
                  <a:lnTo>
                    <a:pt x="259026" y="1096021"/>
                  </a:lnTo>
                  <a:lnTo>
                    <a:pt x="259007" y="1096010"/>
                  </a:lnTo>
                  <a:lnTo>
                    <a:pt x="258973" y="1096006"/>
                  </a:lnTo>
                  <a:lnTo>
                    <a:pt x="258938" y="1095994"/>
                  </a:lnTo>
                  <a:lnTo>
                    <a:pt x="258904" y="1095968"/>
                  </a:lnTo>
                  <a:lnTo>
                    <a:pt x="258854" y="1095955"/>
                  </a:lnTo>
                  <a:lnTo>
                    <a:pt x="258806" y="1095947"/>
                  </a:lnTo>
                  <a:lnTo>
                    <a:pt x="258752" y="1095946"/>
                  </a:lnTo>
                  <a:lnTo>
                    <a:pt x="258717" y="1095961"/>
                  </a:lnTo>
                  <a:lnTo>
                    <a:pt x="258674" y="1095970"/>
                  </a:lnTo>
                  <a:lnTo>
                    <a:pt x="258643" y="1095972"/>
                  </a:lnTo>
                  <a:lnTo>
                    <a:pt x="258617" y="1095965"/>
                  </a:lnTo>
                  <a:lnTo>
                    <a:pt x="258593" y="1095955"/>
                  </a:lnTo>
                  <a:lnTo>
                    <a:pt x="258564" y="1095940"/>
                  </a:lnTo>
                  <a:lnTo>
                    <a:pt x="258539" y="1095937"/>
                  </a:lnTo>
                  <a:lnTo>
                    <a:pt x="258494" y="1095926"/>
                  </a:lnTo>
                  <a:lnTo>
                    <a:pt x="258462" y="1095903"/>
                  </a:lnTo>
                  <a:lnTo>
                    <a:pt x="258448" y="1095873"/>
                  </a:lnTo>
                  <a:lnTo>
                    <a:pt x="258443" y="1095834"/>
                  </a:lnTo>
                  <a:lnTo>
                    <a:pt x="258436" y="1095783"/>
                  </a:lnTo>
                  <a:lnTo>
                    <a:pt x="258422" y="1095739"/>
                  </a:lnTo>
                  <a:lnTo>
                    <a:pt x="258414" y="1095698"/>
                  </a:lnTo>
                  <a:lnTo>
                    <a:pt x="258399" y="1095669"/>
                  </a:lnTo>
                  <a:lnTo>
                    <a:pt x="258399" y="1095634"/>
                  </a:lnTo>
                  <a:lnTo>
                    <a:pt x="258399" y="1095591"/>
                  </a:lnTo>
                  <a:lnTo>
                    <a:pt x="258391" y="1095549"/>
                  </a:lnTo>
                  <a:lnTo>
                    <a:pt x="258373" y="1095528"/>
                  </a:lnTo>
                  <a:lnTo>
                    <a:pt x="258342" y="1095502"/>
                  </a:lnTo>
                  <a:lnTo>
                    <a:pt x="258313" y="1095486"/>
                  </a:lnTo>
                  <a:lnTo>
                    <a:pt x="258269" y="1095469"/>
                  </a:lnTo>
                  <a:lnTo>
                    <a:pt x="258244" y="1095463"/>
                  </a:lnTo>
                  <a:lnTo>
                    <a:pt x="258226" y="1095445"/>
                  </a:lnTo>
                  <a:lnTo>
                    <a:pt x="258205" y="1095410"/>
                  </a:lnTo>
                  <a:lnTo>
                    <a:pt x="258181" y="1095363"/>
                  </a:lnTo>
                  <a:lnTo>
                    <a:pt x="258171" y="1095332"/>
                  </a:lnTo>
                  <a:lnTo>
                    <a:pt x="258154" y="1095292"/>
                  </a:lnTo>
                  <a:lnTo>
                    <a:pt x="258141" y="1095269"/>
                  </a:lnTo>
                  <a:lnTo>
                    <a:pt x="258112" y="1095246"/>
                  </a:lnTo>
                  <a:lnTo>
                    <a:pt x="258060" y="1095198"/>
                  </a:lnTo>
                  <a:lnTo>
                    <a:pt x="258007" y="1095158"/>
                  </a:lnTo>
                  <a:lnTo>
                    <a:pt x="257920" y="1095118"/>
                  </a:lnTo>
                  <a:lnTo>
                    <a:pt x="257899" y="1095104"/>
                  </a:lnTo>
                  <a:lnTo>
                    <a:pt x="257891" y="1095085"/>
                  </a:lnTo>
                  <a:lnTo>
                    <a:pt x="257891" y="1095066"/>
                  </a:lnTo>
                  <a:lnTo>
                    <a:pt x="257887" y="1095029"/>
                  </a:lnTo>
                  <a:lnTo>
                    <a:pt x="257875" y="1095012"/>
                  </a:lnTo>
                  <a:lnTo>
                    <a:pt x="257862" y="1094989"/>
                  </a:lnTo>
                  <a:lnTo>
                    <a:pt x="257861" y="1094959"/>
                  </a:lnTo>
                  <a:lnTo>
                    <a:pt x="257861" y="1094905"/>
                  </a:lnTo>
                  <a:lnTo>
                    <a:pt x="257858" y="1094855"/>
                  </a:lnTo>
                  <a:lnTo>
                    <a:pt x="257841" y="1094816"/>
                  </a:lnTo>
                  <a:lnTo>
                    <a:pt x="257829" y="1094772"/>
                  </a:lnTo>
                  <a:lnTo>
                    <a:pt x="257809" y="1094743"/>
                  </a:lnTo>
                  <a:lnTo>
                    <a:pt x="257787" y="1094727"/>
                  </a:lnTo>
                  <a:lnTo>
                    <a:pt x="257759" y="1094707"/>
                  </a:lnTo>
                  <a:lnTo>
                    <a:pt x="257721" y="1094682"/>
                  </a:lnTo>
                  <a:lnTo>
                    <a:pt x="257699" y="1094665"/>
                  </a:lnTo>
                  <a:lnTo>
                    <a:pt x="257657" y="1094647"/>
                  </a:lnTo>
                  <a:lnTo>
                    <a:pt x="257624" y="1094637"/>
                  </a:lnTo>
                  <a:lnTo>
                    <a:pt x="257570" y="1094635"/>
                  </a:lnTo>
                  <a:lnTo>
                    <a:pt x="257516" y="1094628"/>
                  </a:lnTo>
                  <a:lnTo>
                    <a:pt x="257478" y="1094607"/>
                  </a:lnTo>
                  <a:lnTo>
                    <a:pt x="257433" y="1094581"/>
                  </a:lnTo>
                  <a:lnTo>
                    <a:pt x="257388" y="1094556"/>
                  </a:lnTo>
                  <a:lnTo>
                    <a:pt x="257368" y="1094539"/>
                  </a:lnTo>
                  <a:lnTo>
                    <a:pt x="257348" y="1094516"/>
                  </a:lnTo>
                  <a:lnTo>
                    <a:pt x="257349" y="1094472"/>
                  </a:lnTo>
                  <a:lnTo>
                    <a:pt x="257356" y="1094433"/>
                  </a:lnTo>
                  <a:lnTo>
                    <a:pt x="257357" y="1094398"/>
                  </a:lnTo>
                  <a:lnTo>
                    <a:pt x="257353" y="1094357"/>
                  </a:lnTo>
                  <a:lnTo>
                    <a:pt x="257342" y="1094333"/>
                  </a:lnTo>
                  <a:lnTo>
                    <a:pt x="257326" y="1094322"/>
                  </a:lnTo>
                  <a:lnTo>
                    <a:pt x="257245" y="1094307"/>
                  </a:lnTo>
                  <a:lnTo>
                    <a:pt x="257207" y="1094287"/>
                  </a:lnTo>
                  <a:lnTo>
                    <a:pt x="257179" y="1094249"/>
                  </a:lnTo>
                  <a:lnTo>
                    <a:pt x="257149" y="1094215"/>
                  </a:lnTo>
                  <a:lnTo>
                    <a:pt x="257110" y="1094172"/>
                  </a:lnTo>
                  <a:lnTo>
                    <a:pt x="257064" y="1094128"/>
                  </a:lnTo>
                  <a:lnTo>
                    <a:pt x="257028" y="1094100"/>
                  </a:lnTo>
                  <a:lnTo>
                    <a:pt x="256969" y="1094048"/>
                  </a:lnTo>
                  <a:lnTo>
                    <a:pt x="256950" y="1094027"/>
                  </a:lnTo>
                  <a:lnTo>
                    <a:pt x="256935" y="1094004"/>
                  </a:lnTo>
                  <a:lnTo>
                    <a:pt x="256921" y="1093978"/>
                  </a:lnTo>
                  <a:lnTo>
                    <a:pt x="256906" y="1093959"/>
                  </a:lnTo>
                  <a:lnTo>
                    <a:pt x="256888" y="1093946"/>
                  </a:lnTo>
                  <a:lnTo>
                    <a:pt x="256868" y="1093939"/>
                  </a:lnTo>
                  <a:lnTo>
                    <a:pt x="256861" y="1093933"/>
                  </a:lnTo>
                  <a:lnTo>
                    <a:pt x="256866" y="1093926"/>
                  </a:lnTo>
                  <a:lnTo>
                    <a:pt x="256882" y="1093917"/>
                  </a:lnTo>
                  <a:lnTo>
                    <a:pt x="256898" y="1093907"/>
                  </a:lnTo>
                  <a:lnTo>
                    <a:pt x="256912" y="1093889"/>
                  </a:lnTo>
                  <a:lnTo>
                    <a:pt x="256915" y="1093883"/>
                  </a:lnTo>
                  <a:lnTo>
                    <a:pt x="256914" y="1093866"/>
                  </a:lnTo>
                  <a:lnTo>
                    <a:pt x="256908" y="1093854"/>
                  </a:lnTo>
                  <a:lnTo>
                    <a:pt x="256910" y="1093843"/>
                  </a:lnTo>
                  <a:lnTo>
                    <a:pt x="256920" y="1093815"/>
                  </a:lnTo>
                  <a:lnTo>
                    <a:pt x="256927" y="1093802"/>
                  </a:lnTo>
                  <a:lnTo>
                    <a:pt x="256953" y="1093753"/>
                  </a:lnTo>
                  <a:lnTo>
                    <a:pt x="256981" y="1093710"/>
                  </a:lnTo>
                  <a:lnTo>
                    <a:pt x="257006" y="1093662"/>
                  </a:lnTo>
                  <a:lnTo>
                    <a:pt x="257026" y="1093615"/>
                  </a:lnTo>
                  <a:lnTo>
                    <a:pt x="257039" y="1093557"/>
                  </a:lnTo>
                  <a:lnTo>
                    <a:pt x="257038" y="1093540"/>
                  </a:lnTo>
                  <a:lnTo>
                    <a:pt x="257032" y="1093525"/>
                  </a:lnTo>
                  <a:lnTo>
                    <a:pt x="257006" y="1093501"/>
                  </a:lnTo>
                  <a:lnTo>
                    <a:pt x="256973" y="1093470"/>
                  </a:lnTo>
                  <a:lnTo>
                    <a:pt x="256942" y="1093438"/>
                  </a:lnTo>
                  <a:lnTo>
                    <a:pt x="256927" y="1093415"/>
                  </a:lnTo>
                  <a:lnTo>
                    <a:pt x="256913" y="1093380"/>
                  </a:lnTo>
                  <a:lnTo>
                    <a:pt x="256904" y="1093349"/>
                  </a:lnTo>
                  <a:lnTo>
                    <a:pt x="256899" y="1093305"/>
                  </a:lnTo>
                  <a:lnTo>
                    <a:pt x="256893" y="1093283"/>
                  </a:lnTo>
                  <a:lnTo>
                    <a:pt x="256876" y="1093250"/>
                  </a:lnTo>
                  <a:lnTo>
                    <a:pt x="256857" y="1093227"/>
                  </a:lnTo>
                  <a:lnTo>
                    <a:pt x="256833" y="1093204"/>
                  </a:lnTo>
                  <a:lnTo>
                    <a:pt x="256806" y="1093185"/>
                  </a:lnTo>
                  <a:lnTo>
                    <a:pt x="256782" y="1093171"/>
                  </a:lnTo>
                  <a:lnTo>
                    <a:pt x="256715" y="1093152"/>
                  </a:lnTo>
                  <a:lnTo>
                    <a:pt x="256651" y="1093131"/>
                  </a:lnTo>
                  <a:lnTo>
                    <a:pt x="256609" y="1093118"/>
                  </a:lnTo>
                  <a:lnTo>
                    <a:pt x="256596" y="1093113"/>
                  </a:lnTo>
                  <a:lnTo>
                    <a:pt x="256577" y="1093099"/>
                  </a:lnTo>
                  <a:lnTo>
                    <a:pt x="256571" y="1093081"/>
                  </a:lnTo>
                  <a:lnTo>
                    <a:pt x="256571" y="1093024"/>
                  </a:lnTo>
                  <a:lnTo>
                    <a:pt x="256574" y="1092999"/>
                  </a:lnTo>
                  <a:lnTo>
                    <a:pt x="256571" y="1092966"/>
                  </a:lnTo>
                  <a:lnTo>
                    <a:pt x="256560" y="1092936"/>
                  </a:lnTo>
                  <a:lnTo>
                    <a:pt x="256543" y="1092902"/>
                  </a:lnTo>
                  <a:lnTo>
                    <a:pt x="256521" y="1092868"/>
                  </a:lnTo>
                  <a:lnTo>
                    <a:pt x="256515" y="1092845"/>
                  </a:lnTo>
                  <a:lnTo>
                    <a:pt x="256512" y="1092821"/>
                  </a:lnTo>
                  <a:lnTo>
                    <a:pt x="256522" y="1092782"/>
                  </a:lnTo>
                  <a:lnTo>
                    <a:pt x="256542" y="1092749"/>
                  </a:lnTo>
                  <a:lnTo>
                    <a:pt x="256569" y="1092722"/>
                  </a:lnTo>
                  <a:lnTo>
                    <a:pt x="256594" y="1092690"/>
                  </a:lnTo>
                  <a:lnTo>
                    <a:pt x="256610" y="1092667"/>
                  </a:lnTo>
                  <a:lnTo>
                    <a:pt x="256620" y="1092646"/>
                  </a:lnTo>
                  <a:lnTo>
                    <a:pt x="256621" y="1092624"/>
                  </a:lnTo>
                  <a:lnTo>
                    <a:pt x="256617" y="1092609"/>
                  </a:lnTo>
                  <a:lnTo>
                    <a:pt x="256597" y="1092584"/>
                  </a:lnTo>
                  <a:lnTo>
                    <a:pt x="256558" y="1092542"/>
                  </a:lnTo>
                  <a:lnTo>
                    <a:pt x="256517" y="1092495"/>
                  </a:lnTo>
                  <a:lnTo>
                    <a:pt x="256478" y="1092441"/>
                  </a:lnTo>
                  <a:lnTo>
                    <a:pt x="256432" y="1092388"/>
                  </a:lnTo>
                  <a:lnTo>
                    <a:pt x="256385" y="1092349"/>
                  </a:lnTo>
                  <a:lnTo>
                    <a:pt x="256349" y="1092317"/>
                  </a:lnTo>
                  <a:lnTo>
                    <a:pt x="256326" y="1092296"/>
                  </a:lnTo>
                  <a:lnTo>
                    <a:pt x="256306" y="1092278"/>
                  </a:lnTo>
                  <a:lnTo>
                    <a:pt x="256288" y="1092265"/>
                  </a:lnTo>
                  <a:lnTo>
                    <a:pt x="256270" y="1092263"/>
                  </a:lnTo>
                  <a:lnTo>
                    <a:pt x="256242" y="1092277"/>
                  </a:lnTo>
                  <a:lnTo>
                    <a:pt x="256237" y="1092280"/>
                  </a:lnTo>
                  <a:lnTo>
                    <a:pt x="256205" y="1092299"/>
                  </a:lnTo>
                  <a:lnTo>
                    <a:pt x="256199" y="1092300"/>
                  </a:lnTo>
                  <a:lnTo>
                    <a:pt x="256194" y="1092301"/>
                  </a:lnTo>
                  <a:lnTo>
                    <a:pt x="256180" y="1092300"/>
                  </a:lnTo>
                  <a:lnTo>
                    <a:pt x="256153" y="1092322"/>
                  </a:lnTo>
                  <a:lnTo>
                    <a:pt x="256133" y="1092329"/>
                  </a:lnTo>
                  <a:lnTo>
                    <a:pt x="256118" y="1092333"/>
                  </a:lnTo>
                  <a:lnTo>
                    <a:pt x="256100" y="1092334"/>
                  </a:lnTo>
                  <a:lnTo>
                    <a:pt x="256077" y="1092333"/>
                  </a:lnTo>
                  <a:lnTo>
                    <a:pt x="256038" y="1092336"/>
                  </a:lnTo>
                  <a:lnTo>
                    <a:pt x="255986" y="1092340"/>
                  </a:lnTo>
                  <a:lnTo>
                    <a:pt x="255941" y="1092346"/>
                  </a:lnTo>
                  <a:lnTo>
                    <a:pt x="255917" y="1092346"/>
                  </a:lnTo>
                  <a:lnTo>
                    <a:pt x="255890" y="1092338"/>
                  </a:lnTo>
                  <a:lnTo>
                    <a:pt x="255864" y="1092336"/>
                  </a:lnTo>
                  <a:lnTo>
                    <a:pt x="255854" y="1092336"/>
                  </a:lnTo>
                  <a:lnTo>
                    <a:pt x="255841" y="1092344"/>
                  </a:lnTo>
                  <a:lnTo>
                    <a:pt x="255830" y="1092351"/>
                  </a:lnTo>
                  <a:lnTo>
                    <a:pt x="255815" y="1092357"/>
                  </a:lnTo>
                  <a:lnTo>
                    <a:pt x="255800" y="1092357"/>
                  </a:lnTo>
                  <a:lnTo>
                    <a:pt x="255793" y="1092354"/>
                  </a:lnTo>
                  <a:lnTo>
                    <a:pt x="255778" y="1092339"/>
                  </a:lnTo>
                  <a:lnTo>
                    <a:pt x="255755" y="1092314"/>
                  </a:lnTo>
                  <a:lnTo>
                    <a:pt x="255733" y="1092288"/>
                  </a:lnTo>
                  <a:lnTo>
                    <a:pt x="255716" y="1092278"/>
                  </a:lnTo>
                  <a:lnTo>
                    <a:pt x="255691" y="1092272"/>
                  </a:lnTo>
                  <a:lnTo>
                    <a:pt x="255677" y="1092271"/>
                  </a:lnTo>
                  <a:lnTo>
                    <a:pt x="255660" y="1092268"/>
                  </a:lnTo>
                  <a:lnTo>
                    <a:pt x="255642" y="1092259"/>
                  </a:lnTo>
                  <a:lnTo>
                    <a:pt x="255620" y="1092244"/>
                  </a:lnTo>
                  <a:lnTo>
                    <a:pt x="255606" y="1092236"/>
                  </a:lnTo>
                  <a:lnTo>
                    <a:pt x="255594" y="1092230"/>
                  </a:lnTo>
                  <a:lnTo>
                    <a:pt x="255583" y="1092228"/>
                  </a:lnTo>
                  <a:lnTo>
                    <a:pt x="255568" y="1092228"/>
                  </a:lnTo>
                  <a:lnTo>
                    <a:pt x="255554" y="1092227"/>
                  </a:lnTo>
                  <a:lnTo>
                    <a:pt x="255543" y="1092224"/>
                  </a:lnTo>
                  <a:lnTo>
                    <a:pt x="255534" y="1092217"/>
                  </a:lnTo>
                  <a:lnTo>
                    <a:pt x="255525" y="1092209"/>
                  </a:lnTo>
                  <a:lnTo>
                    <a:pt x="255502" y="1092189"/>
                  </a:lnTo>
                  <a:lnTo>
                    <a:pt x="255490" y="1092182"/>
                  </a:lnTo>
                  <a:lnTo>
                    <a:pt x="255479" y="1092182"/>
                  </a:lnTo>
                  <a:lnTo>
                    <a:pt x="255465" y="1092183"/>
                  </a:lnTo>
                  <a:lnTo>
                    <a:pt x="255449" y="1092186"/>
                  </a:lnTo>
                  <a:lnTo>
                    <a:pt x="255420" y="1092190"/>
                  </a:lnTo>
                  <a:lnTo>
                    <a:pt x="255353" y="1092194"/>
                  </a:lnTo>
                  <a:lnTo>
                    <a:pt x="255334" y="1092203"/>
                  </a:lnTo>
                  <a:lnTo>
                    <a:pt x="255321" y="1092212"/>
                  </a:lnTo>
                  <a:lnTo>
                    <a:pt x="255309" y="1092223"/>
                  </a:lnTo>
                  <a:lnTo>
                    <a:pt x="255297" y="1092233"/>
                  </a:lnTo>
                  <a:lnTo>
                    <a:pt x="255289" y="1092235"/>
                  </a:lnTo>
                  <a:lnTo>
                    <a:pt x="255281" y="1092234"/>
                  </a:lnTo>
                  <a:lnTo>
                    <a:pt x="255265" y="1092228"/>
                  </a:lnTo>
                  <a:lnTo>
                    <a:pt x="255245" y="1092220"/>
                  </a:lnTo>
                  <a:lnTo>
                    <a:pt x="255235" y="1092218"/>
                  </a:lnTo>
                  <a:lnTo>
                    <a:pt x="255218" y="1092216"/>
                  </a:lnTo>
                  <a:lnTo>
                    <a:pt x="255197" y="1092216"/>
                  </a:lnTo>
                  <a:lnTo>
                    <a:pt x="255183" y="1092213"/>
                  </a:lnTo>
                  <a:lnTo>
                    <a:pt x="255165" y="1092203"/>
                  </a:lnTo>
                  <a:lnTo>
                    <a:pt x="255146" y="1092195"/>
                  </a:lnTo>
                  <a:lnTo>
                    <a:pt x="255113" y="1092167"/>
                  </a:lnTo>
                  <a:lnTo>
                    <a:pt x="255101" y="1092160"/>
                  </a:lnTo>
                  <a:lnTo>
                    <a:pt x="255082" y="1092153"/>
                  </a:lnTo>
                  <a:lnTo>
                    <a:pt x="255055" y="1092148"/>
                  </a:lnTo>
                  <a:lnTo>
                    <a:pt x="255025" y="1092144"/>
                  </a:lnTo>
                  <a:lnTo>
                    <a:pt x="254989" y="1092138"/>
                  </a:lnTo>
                  <a:lnTo>
                    <a:pt x="254978" y="1092132"/>
                  </a:lnTo>
                  <a:lnTo>
                    <a:pt x="254967" y="1092131"/>
                  </a:lnTo>
                  <a:lnTo>
                    <a:pt x="254952" y="1092134"/>
                  </a:lnTo>
                  <a:lnTo>
                    <a:pt x="254941" y="1092144"/>
                  </a:lnTo>
                  <a:lnTo>
                    <a:pt x="254924" y="1092162"/>
                  </a:lnTo>
                  <a:lnTo>
                    <a:pt x="254911" y="1092173"/>
                  </a:lnTo>
                  <a:lnTo>
                    <a:pt x="254892" y="1092186"/>
                  </a:lnTo>
                  <a:lnTo>
                    <a:pt x="254855" y="1092207"/>
                  </a:lnTo>
                  <a:lnTo>
                    <a:pt x="254826" y="1092223"/>
                  </a:lnTo>
                  <a:lnTo>
                    <a:pt x="254812" y="1092236"/>
                  </a:lnTo>
                  <a:lnTo>
                    <a:pt x="254801" y="1092245"/>
                  </a:lnTo>
                  <a:lnTo>
                    <a:pt x="254790" y="1092254"/>
                  </a:lnTo>
                  <a:lnTo>
                    <a:pt x="254777" y="1092259"/>
                  </a:lnTo>
                  <a:lnTo>
                    <a:pt x="254766" y="1092259"/>
                  </a:lnTo>
                  <a:lnTo>
                    <a:pt x="254755" y="1092255"/>
                  </a:lnTo>
                  <a:lnTo>
                    <a:pt x="254748" y="1092252"/>
                  </a:lnTo>
                  <a:lnTo>
                    <a:pt x="254732" y="1092248"/>
                  </a:lnTo>
                  <a:lnTo>
                    <a:pt x="254720" y="1092249"/>
                  </a:lnTo>
                  <a:lnTo>
                    <a:pt x="254704" y="1092255"/>
                  </a:lnTo>
                  <a:lnTo>
                    <a:pt x="254653" y="1092265"/>
                  </a:lnTo>
                  <a:lnTo>
                    <a:pt x="254628" y="1092274"/>
                  </a:lnTo>
                  <a:lnTo>
                    <a:pt x="254587" y="1092281"/>
                  </a:lnTo>
                  <a:lnTo>
                    <a:pt x="254552" y="1092291"/>
                  </a:lnTo>
                  <a:lnTo>
                    <a:pt x="254533" y="1092297"/>
                  </a:lnTo>
                  <a:lnTo>
                    <a:pt x="254508" y="1092315"/>
                  </a:lnTo>
                  <a:lnTo>
                    <a:pt x="254488" y="1092329"/>
                  </a:lnTo>
                  <a:lnTo>
                    <a:pt x="254473" y="1092343"/>
                  </a:lnTo>
                  <a:lnTo>
                    <a:pt x="254466" y="1092344"/>
                  </a:lnTo>
                  <a:lnTo>
                    <a:pt x="254456" y="1092341"/>
                  </a:lnTo>
                  <a:lnTo>
                    <a:pt x="254439" y="1092337"/>
                  </a:lnTo>
                  <a:lnTo>
                    <a:pt x="254417" y="1092333"/>
                  </a:lnTo>
                  <a:lnTo>
                    <a:pt x="254399" y="1092330"/>
                  </a:lnTo>
                  <a:lnTo>
                    <a:pt x="254377" y="1092327"/>
                  </a:lnTo>
                  <a:lnTo>
                    <a:pt x="254358" y="1092322"/>
                  </a:lnTo>
                  <a:lnTo>
                    <a:pt x="254340" y="1092315"/>
                  </a:lnTo>
                  <a:lnTo>
                    <a:pt x="254320" y="1092310"/>
                  </a:lnTo>
                  <a:lnTo>
                    <a:pt x="254303" y="1092312"/>
                  </a:lnTo>
                  <a:lnTo>
                    <a:pt x="254282" y="1092316"/>
                  </a:lnTo>
                  <a:lnTo>
                    <a:pt x="254245" y="1092328"/>
                  </a:lnTo>
                  <a:lnTo>
                    <a:pt x="254219" y="1092339"/>
                  </a:lnTo>
                  <a:lnTo>
                    <a:pt x="254197" y="1092347"/>
                  </a:lnTo>
                  <a:lnTo>
                    <a:pt x="254173" y="1092359"/>
                  </a:lnTo>
                  <a:lnTo>
                    <a:pt x="254157" y="1092368"/>
                  </a:lnTo>
                  <a:lnTo>
                    <a:pt x="254149" y="1092375"/>
                  </a:lnTo>
                  <a:lnTo>
                    <a:pt x="254131" y="1092378"/>
                  </a:lnTo>
                  <a:lnTo>
                    <a:pt x="254120" y="1092378"/>
                  </a:lnTo>
                  <a:lnTo>
                    <a:pt x="254104" y="1092379"/>
                  </a:lnTo>
                  <a:lnTo>
                    <a:pt x="254083" y="1092392"/>
                  </a:lnTo>
                  <a:lnTo>
                    <a:pt x="254050" y="1092409"/>
                  </a:lnTo>
                  <a:lnTo>
                    <a:pt x="254023" y="1092424"/>
                  </a:lnTo>
                  <a:lnTo>
                    <a:pt x="253994" y="1092436"/>
                  </a:lnTo>
                  <a:lnTo>
                    <a:pt x="253959" y="1092446"/>
                  </a:lnTo>
                  <a:lnTo>
                    <a:pt x="253934" y="1092456"/>
                  </a:lnTo>
                  <a:lnTo>
                    <a:pt x="253920" y="1092465"/>
                  </a:lnTo>
                  <a:lnTo>
                    <a:pt x="253911" y="1092471"/>
                  </a:lnTo>
                  <a:lnTo>
                    <a:pt x="253895" y="1092494"/>
                  </a:lnTo>
                  <a:lnTo>
                    <a:pt x="253874" y="1092510"/>
                  </a:lnTo>
                  <a:lnTo>
                    <a:pt x="253850" y="1092518"/>
                  </a:lnTo>
                  <a:lnTo>
                    <a:pt x="253826" y="1092522"/>
                  </a:lnTo>
                  <a:lnTo>
                    <a:pt x="253809" y="1092529"/>
                  </a:lnTo>
                  <a:lnTo>
                    <a:pt x="253795" y="1092539"/>
                  </a:lnTo>
                  <a:lnTo>
                    <a:pt x="253783" y="1092553"/>
                  </a:lnTo>
                  <a:lnTo>
                    <a:pt x="253761" y="1092572"/>
                  </a:lnTo>
                  <a:lnTo>
                    <a:pt x="253731" y="1092587"/>
                  </a:lnTo>
                  <a:lnTo>
                    <a:pt x="253713" y="1092595"/>
                  </a:lnTo>
                  <a:lnTo>
                    <a:pt x="253694" y="1092608"/>
                  </a:lnTo>
                  <a:lnTo>
                    <a:pt x="253664" y="1092621"/>
                  </a:lnTo>
                  <a:lnTo>
                    <a:pt x="253631" y="1092645"/>
                  </a:lnTo>
                  <a:lnTo>
                    <a:pt x="253590" y="1092665"/>
                  </a:lnTo>
                  <a:lnTo>
                    <a:pt x="253559" y="1092686"/>
                  </a:lnTo>
                  <a:lnTo>
                    <a:pt x="253539" y="1092695"/>
                  </a:lnTo>
                  <a:lnTo>
                    <a:pt x="253523" y="1092698"/>
                  </a:lnTo>
                  <a:lnTo>
                    <a:pt x="253509" y="1092697"/>
                  </a:lnTo>
                  <a:lnTo>
                    <a:pt x="253494" y="1092697"/>
                  </a:lnTo>
                  <a:lnTo>
                    <a:pt x="253477" y="1092699"/>
                  </a:lnTo>
                  <a:lnTo>
                    <a:pt x="253451" y="1092710"/>
                  </a:lnTo>
                  <a:lnTo>
                    <a:pt x="253429" y="1092716"/>
                  </a:lnTo>
                  <a:lnTo>
                    <a:pt x="253409" y="1092719"/>
                  </a:lnTo>
                  <a:lnTo>
                    <a:pt x="253376" y="1092723"/>
                  </a:lnTo>
                  <a:lnTo>
                    <a:pt x="253353" y="1092721"/>
                  </a:lnTo>
                  <a:lnTo>
                    <a:pt x="253332" y="1092723"/>
                  </a:lnTo>
                  <a:lnTo>
                    <a:pt x="253306" y="1092733"/>
                  </a:lnTo>
                  <a:lnTo>
                    <a:pt x="253272" y="1092739"/>
                  </a:lnTo>
                  <a:lnTo>
                    <a:pt x="253250" y="1092737"/>
                  </a:lnTo>
                  <a:lnTo>
                    <a:pt x="253225" y="1092733"/>
                  </a:lnTo>
                  <a:lnTo>
                    <a:pt x="253199" y="1092735"/>
                  </a:lnTo>
                  <a:lnTo>
                    <a:pt x="253172" y="1092735"/>
                  </a:lnTo>
                  <a:lnTo>
                    <a:pt x="253152" y="1092730"/>
                  </a:lnTo>
                  <a:lnTo>
                    <a:pt x="253143" y="1092723"/>
                  </a:lnTo>
                  <a:lnTo>
                    <a:pt x="253128" y="1092721"/>
                  </a:lnTo>
                  <a:lnTo>
                    <a:pt x="253118" y="1092720"/>
                  </a:lnTo>
                  <a:lnTo>
                    <a:pt x="253102" y="1092722"/>
                  </a:lnTo>
                  <a:lnTo>
                    <a:pt x="253083" y="1092723"/>
                  </a:lnTo>
                  <a:lnTo>
                    <a:pt x="253072" y="1092719"/>
                  </a:lnTo>
                  <a:lnTo>
                    <a:pt x="253065" y="1092706"/>
                  </a:lnTo>
                  <a:lnTo>
                    <a:pt x="253063" y="1092690"/>
                  </a:lnTo>
                  <a:lnTo>
                    <a:pt x="253068" y="1092656"/>
                  </a:lnTo>
                  <a:lnTo>
                    <a:pt x="253065" y="1092592"/>
                  </a:lnTo>
                  <a:lnTo>
                    <a:pt x="253056" y="1092558"/>
                  </a:lnTo>
                  <a:lnTo>
                    <a:pt x="253041" y="1092509"/>
                  </a:lnTo>
                  <a:lnTo>
                    <a:pt x="253034" y="1092494"/>
                  </a:lnTo>
                  <a:lnTo>
                    <a:pt x="253020" y="1092479"/>
                  </a:lnTo>
                  <a:lnTo>
                    <a:pt x="253001" y="1092443"/>
                  </a:lnTo>
                  <a:lnTo>
                    <a:pt x="252996" y="1092409"/>
                  </a:lnTo>
                  <a:lnTo>
                    <a:pt x="252993" y="1092401"/>
                  </a:lnTo>
                  <a:lnTo>
                    <a:pt x="252982" y="1092386"/>
                  </a:lnTo>
                  <a:lnTo>
                    <a:pt x="252977" y="1092378"/>
                  </a:lnTo>
                  <a:lnTo>
                    <a:pt x="252975" y="1092348"/>
                  </a:lnTo>
                  <a:lnTo>
                    <a:pt x="252976" y="1092308"/>
                  </a:lnTo>
                  <a:lnTo>
                    <a:pt x="252968" y="1092265"/>
                  </a:lnTo>
                  <a:lnTo>
                    <a:pt x="252952" y="1092241"/>
                  </a:lnTo>
                  <a:lnTo>
                    <a:pt x="252944" y="1092213"/>
                  </a:lnTo>
                  <a:lnTo>
                    <a:pt x="252942" y="1092192"/>
                  </a:lnTo>
                  <a:lnTo>
                    <a:pt x="252941" y="1092178"/>
                  </a:lnTo>
                  <a:lnTo>
                    <a:pt x="252936" y="1092156"/>
                  </a:lnTo>
                  <a:lnTo>
                    <a:pt x="252918" y="1092104"/>
                  </a:lnTo>
                  <a:lnTo>
                    <a:pt x="252895" y="1092063"/>
                  </a:lnTo>
                  <a:lnTo>
                    <a:pt x="252872" y="1092037"/>
                  </a:lnTo>
                  <a:lnTo>
                    <a:pt x="252860" y="1092020"/>
                  </a:lnTo>
                  <a:lnTo>
                    <a:pt x="252856" y="1091996"/>
                  </a:lnTo>
                  <a:lnTo>
                    <a:pt x="252848" y="1091943"/>
                  </a:lnTo>
                  <a:lnTo>
                    <a:pt x="252816" y="1091883"/>
                  </a:lnTo>
                  <a:lnTo>
                    <a:pt x="252800" y="1091831"/>
                  </a:lnTo>
                  <a:lnTo>
                    <a:pt x="252786" y="1091793"/>
                  </a:lnTo>
                  <a:lnTo>
                    <a:pt x="252770" y="1091749"/>
                  </a:lnTo>
                  <a:lnTo>
                    <a:pt x="252769" y="1091735"/>
                  </a:lnTo>
                  <a:lnTo>
                    <a:pt x="252775" y="1091702"/>
                  </a:lnTo>
                  <a:lnTo>
                    <a:pt x="252784" y="1091678"/>
                  </a:lnTo>
                  <a:lnTo>
                    <a:pt x="252782" y="1091610"/>
                  </a:lnTo>
                  <a:lnTo>
                    <a:pt x="252771" y="1091549"/>
                  </a:lnTo>
                  <a:lnTo>
                    <a:pt x="252749" y="1091477"/>
                  </a:lnTo>
                  <a:lnTo>
                    <a:pt x="252730" y="1091436"/>
                  </a:lnTo>
                  <a:lnTo>
                    <a:pt x="252712" y="1091419"/>
                  </a:lnTo>
                  <a:lnTo>
                    <a:pt x="252702" y="1091411"/>
                  </a:lnTo>
                  <a:lnTo>
                    <a:pt x="252689" y="1091397"/>
                  </a:lnTo>
                  <a:lnTo>
                    <a:pt x="252675" y="1091381"/>
                  </a:lnTo>
                  <a:lnTo>
                    <a:pt x="252671" y="1091364"/>
                  </a:lnTo>
                  <a:lnTo>
                    <a:pt x="252673" y="1091352"/>
                  </a:lnTo>
                  <a:lnTo>
                    <a:pt x="252693" y="1091325"/>
                  </a:lnTo>
                  <a:lnTo>
                    <a:pt x="252735" y="1091273"/>
                  </a:lnTo>
                  <a:lnTo>
                    <a:pt x="252788" y="1091211"/>
                  </a:lnTo>
                  <a:lnTo>
                    <a:pt x="252812" y="1091170"/>
                  </a:lnTo>
                  <a:lnTo>
                    <a:pt x="252844" y="1091076"/>
                  </a:lnTo>
                  <a:lnTo>
                    <a:pt x="252856" y="1091018"/>
                  </a:lnTo>
                  <a:lnTo>
                    <a:pt x="252852" y="1090968"/>
                  </a:lnTo>
                  <a:lnTo>
                    <a:pt x="252839" y="1090931"/>
                  </a:lnTo>
                  <a:lnTo>
                    <a:pt x="252822" y="1090865"/>
                  </a:lnTo>
                  <a:lnTo>
                    <a:pt x="252802" y="1090792"/>
                  </a:lnTo>
                  <a:lnTo>
                    <a:pt x="252783" y="1090725"/>
                  </a:lnTo>
                  <a:lnTo>
                    <a:pt x="252760" y="1090652"/>
                  </a:lnTo>
                  <a:lnTo>
                    <a:pt x="252747" y="1090611"/>
                  </a:lnTo>
                  <a:lnTo>
                    <a:pt x="252739" y="1090576"/>
                  </a:lnTo>
                  <a:lnTo>
                    <a:pt x="252713" y="1090507"/>
                  </a:lnTo>
                  <a:lnTo>
                    <a:pt x="252683" y="1090445"/>
                  </a:lnTo>
                  <a:lnTo>
                    <a:pt x="252641" y="1090390"/>
                  </a:lnTo>
                  <a:lnTo>
                    <a:pt x="252621" y="1090350"/>
                  </a:lnTo>
                  <a:lnTo>
                    <a:pt x="252603" y="1090321"/>
                  </a:lnTo>
                  <a:lnTo>
                    <a:pt x="252591" y="1090306"/>
                  </a:lnTo>
                  <a:lnTo>
                    <a:pt x="252575" y="1090292"/>
                  </a:lnTo>
                  <a:lnTo>
                    <a:pt x="252554" y="1090283"/>
                  </a:lnTo>
                  <a:lnTo>
                    <a:pt x="252503" y="1090282"/>
                  </a:lnTo>
                  <a:lnTo>
                    <a:pt x="252469" y="1090287"/>
                  </a:lnTo>
                  <a:lnTo>
                    <a:pt x="252447" y="1090298"/>
                  </a:lnTo>
                  <a:lnTo>
                    <a:pt x="252429" y="1090309"/>
                  </a:lnTo>
                  <a:lnTo>
                    <a:pt x="252404" y="1090324"/>
                  </a:lnTo>
                  <a:lnTo>
                    <a:pt x="252358" y="1090353"/>
                  </a:lnTo>
                  <a:lnTo>
                    <a:pt x="252323" y="1090373"/>
                  </a:lnTo>
                  <a:lnTo>
                    <a:pt x="252268" y="1090402"/>
                  </a:lnTo>
                  <a:lnTo>
                    <a:pt x="252230" y="1090421"/>
                  </a:lnTo>
                  <a:lnTo>
                    <a:pt x="252189" y="1090436"/>
                  </a:lnTo>
                  <a:lnTo>
                    <a:pt x="252120" y="1090452"/>
                  </a:lnTo>
                  <a:lnTo>
                    <a:pt x="252093" y="1090458"/>
                  </a:lnTo>
                  <a:lnTo>
                    <a:pt x="252049" y="1090478"/>
                  </a:lnTo>
                  <a:lnTo>
                    <a:pt x="252004" y="1090480"/>
                  </a:lnTo>
                  <a:lnTo>
                    <a:pt x="251950" y="1090478"/>
                  </a:lnTo>
                  <a:lnTo>
                    <a:pt x="251904" y="1090473"/>
                  </a:lnTo>
                  <a:lnTo>
                    <a:pt x="251871" y="1090465"/>
                  </a:lnTo>
                  <a:lnTo>
                    <a:pt x="251814" y="1090458"/>
                  </a:lnTo>
                  <a:lnTo>
                    <a:pt x="251766" y="1090439"/>
                  </a:lnTo>
                  <a:lnTo>
                    <a:pt x="251741" y="1090429"/>
                  </a:lnTo>
                  <a:lnTo>
                    <a:pt x="251727" y="1090423"/>
                  </a:lnTo>
                  <a:lnTo>
                    <a:pt x="251709" y="1090425"/>
                  </a:lnTo>
                  <a:lnTo>
                    <a:pt x="251694" y="1090434"/>
                  </a:lnTo>
                  <a:lnTo>
                    <a:pt x="251661" y="1090458"/>
                  </a:lnTo>
                  <a:lnTo>
                    <a:pt x="251630" y="1090473"/>
                  </a:lnTo>
                  <a:lnTo>
                    <a:pt x="251604" y="1090487"/>
                  </a:lnTo>
                  <a:lnTo>
                    <a:pt x="251585" y="1090495"/>
                  </a:lnTo>
                  <a:lnTo>
                    <a:pt x="251545" y="1090501"/>
                  </a:lnTo>
                  <a:lnTo>
                    <a:pt x="251532" y="1090503"/>
                  </a:lnTo>
                  <a:lnTo>
                    <a:pt x="251501" y="1090503"/>
                  </a:lnTo>
                  <a:lnTo>
                    <a:pt x="251482" y="1090503"/>
                  </a:lnTo>
                  <a:lnTo>
                    <a:pt x="251465" y="1090503"/>
                  </a:lnTo>
                  <a:lnTo>
                    <a:pt x="251455" y="1090510"/>
                  </a:lnTo>
                  <a:lnTo>
                    <a:pt x="251444" y="1090534"/>
                  </a:lnTo>
                  <a:lnTo>
                    <a:pt x="251425" y="1090567"/>
                  </a:lnTo>
                  <a:lnTo>
                    <a:pt x="251397" y="1090605"/>
                  </a:lnTo>
                  <a:lnTo>
                    <a:pt x="251362" y="1090652"/>
                  </a:lnTo>
                  <a:lnTo>
                    <a:pt x="251336" y="1090680"/>
                  </a:lnTo>
                  <a:lnTo>
                    <a:pt x="251286" y="1090729"/>
                  </a:lnTo>
                  <a:lnTo>
                    <a:pt x="251274" y="1090745"/>
                  </a:lnTo>
                  <a:lnTo>
                    <a:pt x="251267" y="1090759"/>
                  </a:lnTo>
                  <a:lnTo>
                    <a:pt x="251267" y="1090786"/>
                  </a:lnTo>
                  <a:lnTo>
                    <a:pt x="251271" y="1090824"/>
                  </a:lnTo>
                  <a:lnTo>
                    <a:pt x="251285" y="1090858"/>
                  </a:lnTo>
                  <a:lnTo>
                    <a:pt x="251290" y="1090888"/>
                  </a:lnTo>
                  <a:lnTo>
                    <a:pt x="251288" y="1090923"/>
                  </a:lnTo>
                  <a:lnTo>
                    <a:pt x="251292" y="1090976"/>
                  </a:lnTo>
                  <a:lnTo>
                    <a:pt x="251284" y="1091021"/>
                  </a:lnTo>
                  <a:lnTo>
                    <a:pt x="251273" y="1091055"/>
                  </a:lnTo>
                  <a:lnTo>
                    <a:pt x="251258" y="1091094"/>
                  </a:lnTo>
                  <a:lnTo>
                    <a:pt x="251246" y="1091115"/>
                  </a:lnTo>
                  <a:lnTo>
                    <a:pt x="251216" y="1091124"/>
                  </a:lnTo>
                  <a:lnTo>
                    <a:pt x="251177" y="1091135"/>
                  </a:lnTo>
                  <a:lnTo>
                    <a:pt x="251150" y="1091148"/>
                  </a:lnTo>
                  <a:lnTo>
                    <a:pt x="251131" y="1091162"/>
                  </a:lnTo>
                  <a:lnTo>
                    <a:pt x="251111" y="1091175"/>
                  </a:lnTo>
                  <a:lnTo>
                    <a:pt x="251082" y="1091185"/>
                  </a:lnTo>
                  <a:lnTo>
                    <a:pt x="251043" y="1091191"/>
                  </a:lnTo>
                  <a:lnTo>
                    <a:pt x="251003" y="1091199"/>
                  </a:lnTo>
                  <a:lnTo>
                    <a:pt x="250959" y="1091205"/>
                  </a:lnTo>
                  <a:lnTo>
                    <a:pt x="250944" y="1091203"/>
                  </a:lnTo>
                  <a:lnTo>
                    <a:pt x="250924" y="1091201"/>
                  </a:lnTo>
                  <a:lnTo>
                    <a:pt x="250914" y="1091202"/>
                  </a:lnTo>
                  <a:lnTo>
                    <a:pt x="250907" y="1091220"/>
                  </a:lnTo>
                  <a:lnTo>
                    <a:pt x="250902" y="1091239"/>
                  </a:lnTo>
                  <a:lnTo>
                    <a:pt x="250883" y="1091262"/>
                  </a:lnTo>
                  <a:lnTo>
                    <a:pt x="250847" y="1091289"/>
                  </a:lnTo>
                  <a:lnTo>
                    <a:pt x="250804" y="1091322"/>
                  </a:lnTo>
                  <a:lnTo>
                    <a:pt x="250783" y="1091344"/>
                  </a:lnTo>
                  <a:lnTo>
                    <a:pt x="250754" y="1091369"/>
                  </a:lnTo>
                  <a:lnTo>
                    <a:pt x="250736" y="1091389"/>
                  </a:lnTo>
                  <a:lnTo>
                    <a:pt x="250718" y="1091412"/>
                  </a:lnTo>
                  <a:lnTo>
                    <a:pt x="250689" y="1091449"/>
                  </a:lnTo>
                  <a:lnTo>
                    <a:pt x="250666" y="1091479"/>
                  </a:lnTo>
                  <a:lnTo>
                    <a:pt x="250637" y="1091516"/>
                  </a:lnTo>
                  <a:lnTo>
                    <a:pt x="250622" y="1091540"/>
                  </a:lnTo>
                  <a:lnTo>
                    <a:pt x="250608" y="1091608"/>
                  </a:lnTo>
                  <a:lnTo>
                    <a:pt x="250593" y="1091659"/>
                  </a:lnTo>
                  <a:lnTo>
                    <a:pt x="250587" y="1091681"/>
                  </a:lnTo>
                  <a:lnTo>
                    <a:pt x="250565" y="1091712"/>
                  </a:lnTo>
                  <a:lnTo>
                    <a:pt x="250559" y="1091736"/>
                  </a:lnTo>
                  <a:lnTo>
                    <a:pt x="250548" y="1091777"/>
                  </a:lnTo>
                  <a:lnTo>
                    <a:pt x="250539" y="1091829"/>
                  </a:lnTo>
                  <a:lnTo>
                    <a:pt x="250537" y="1091867"/>
                  </a:lnTo>
                  <a:lnTo>
                    <a:pt x="250533" y="1091889"/>
                  </a:lnTo>
                  <a:lnTo>
                    <a:pt x="250523" y="1091903"/>
                  </a:lnTo>
                  <a:lnTo>
                    <a:pt x="250498" y="1091933"/>
                  </a:lnTo>
                  <a:lnTo>
                    <a:pt x="250470" y="1091953"/>
                  </a:lnTo>
                  <a:lnTo>
                    <a:pt x="250425" y="1091988"/>
                  </a:lnTo>
                  <a:lnTo>
                    <a:pt x="250381" y="1092018"/>
                  </a:lnTo>
                  <a:lnTo>
                    <a:pt x="250354" y="1092037"/>
                  </a:lnTo>
                  <a:lnTo>
                    <a:pt x="250332" y="1092052"/>
                  </a:lnTo>
                  <a:lnTo>
                    <a:pt x="250307" y="1092064"/>
                  </a:lnTo>
                  <a:lnTo>
                    <a:pt x="250291" y="1092065"/>
                  </a:lnTo>
                  <a:lnTo>
                    <a:pt x="250271" y="1092062"/>
                  </a:lnTo>
                  <a:lnTo>
                    <a:pt x="250251" y="1092063"/>
                  </a:lnTo>
                  <a:lnTo>
                    <a:pt x="250239" y="1092067"/>
                  </a:lnTo>
                  <a:lnTo>
                    <a:pt x="250207" y="1092077"/>
                  </a:lnTo>
                  <a:lnTo>
                    <a:pt x="250190" y="1092089"/>
                  </a:lnTo>
                  <a:lnTo>
                    <a:pt x="250167" y="1092108"/>
                  </a:lnTo>
                  <a:lnTo>
                    <a:pt x="250130" y="1092131"/>
                  </a:lnTo>
                  <a:lnTo>
                    <a:pt x="250102" y="1092155"/>
                  </a:lnTo>
                  <a:lnTo>
                    <a:pt x="250068" y="1092176"/>
                  </a:lnTo>
                  <a:lnTo>
                    <a:pt x="250031" y="1092208"/>
                  </a:lnTo>
                  <a:lnTo>
                    <a:pt x="250013" y="1092222"/>
                  </a:lnTo>
                  <a:lnTo>
                    <a:pt x="249985" y="1092249"/>
                  </a:lnTo>
                  <a:lnTo>
                    <a:pt x="249956" y="1092281"/>
                  </a:lnTo>
                  <a:lnTo>
                    <a:pt x="249942" y="1092295"/>
                  </a:lnTo>
                  <a:lnTo>
                    <a:pt x="249920" y="1092303"/>
                  </a:lnTo>
                  <a:lnTo>
                    <a:pt x="249875" y="1092305"/>
                  </a:lnTo>
                  <a:lnTo>
                    <a:pt x="249837" y="1092307"/>
                  </a:lnTo>
                  <a:lnTo>
                    <a:pt x="249789" y="1092306"/>
                  </a:lnTo>
                  <a:lnTo>
                    <a:pt x="249721" y="1092297"/>
                  </a:lnTo>
                  <a:lnTo>
                    <a:pt x="249660" y="1092289"/>
                  </a:lnTo>
                  <a:lnTo>
                    <a:pt x="249575" y="1092278"/>
                  </a:lnTo>
                  <a:lnTo>
                    <a:pt x="249552" y="1092276"/>
                  </a:lnTo>
                  <a:lnTo>
                    <a:pt x="249519" y="1092276"/>
                  </a:lnTo>
                  <a:lnTo>
                    <a:pt x="249494" y="1092280"/>
                  </a:lnTo>
                  <a:lnTo>
                    <a:pt x="249475" y="1092280"/>
                  </a:lnTo>
                  <a:lnTo>
                    <a:pt x="249462" y="1092293"/>
                  </a:lnTo>
                  <a:lnTo>
                    <a:pt x="249456" y="1092315"/>
                  </a:lnTo>
                  <a:lnTo>
                    <a:pt x="249453" y="1092329"/>
                  </a:lnTo>
                  <a:lnTo>
                    <a:pt x="249446" y="1092346"/>
                  </a:lnTo>
                  <a:lnTo>
                    <a:pt x="249434" y="1092365"/>
                  </a:lnTo>
                  <a:lnTo>
                    <a:pt x="249408" y="1092384"/>
                  </a:lnTo>
                  <a:lnTo>
                    <a:pt x="249378" y="1092394"/>
                  </a:lnTo>
                  <a:lnTo>
                    <a:pt x="249343" y="1092403"/>
                  </a:lnTo>
                  <a:lnTo>
                    <a:pt x="249310" y="1092407"/>
                  </a:lnTo>
                  <a:lnTo>
                    <a:pt x="249294" y="1092413"/>
                  </a:lnTo>
                  <a:lnTo>
                    <a:pt x="249282" y="1092420"/>
                  </a:lnTo>
                  <a:lnTo>
                    <a:pt x="249262" y="1092432"/>
                  </a:lnTo>
                  <a:lnTo>
                    <a:pt x="249239" y="1092447"/>
                  </a:lnTo>
                  <a:lnTo>
                    <a:pt x="249214" y="1092452"/>
                  </a:lnTo>
                  <a:lnTo>
                    <a:pt x="249185" y="1092461"/>
                  </a:lnTo>
                  <a:lnTo>
                    <a:pt x="249172" y="1092468"/>
                  </a:lnTo>
                  <a:lnTo>
                    <a:pt x="249162" y="1092476"/>
                  </a:lnTo>
                  <a:lnTo>
                    <a:pt x="249146" y="1092477"/>
                  </a:lnTo>
                  <a:lnTo>
                    <a:pt x="249133" y="1092468"/>
                  </a:lnTo>
                  <a:lnTo>
                    <a:pt x="249116" y="1092459"/>
                  </a:lnTo>
                  <a:lnTo>
                    <a:pt x="249101" y="1092460"/>
                  </a:lnTo>
                  <a:lnTo>
                    <a:pt x="249078" y="1092470"/>
                  </a:lnTo>
                  <a:lnTo>
                    <a:pt x="249061" y="1092484"/>
                  </a:lnTo>
                  <a:lnTo>
                    <a:pt x="249049" y="1092486"/>
                  </a:lnTo>
                  <a:lnTo>
                    <a:pt x="249033" y="1092485"/>
                  </a:lnTo>
                  <a:lnTo>
                    <a:pt x="249012" y="1092475"/>
                  </a:lnTo>
                  <a:lnTo>
                    <a:pt x="248996" y="1092472"/>
                  </a:lnTo>
                  <a:lnTo>
                    <a:pt x="248990" y="1092470"/>
                  </a:lnTo>
                  <a:lnTo>
                    <a:pt x="248975" y="1092472"/>
                  </a:lnTo>
                  <a:lnTo>
                    <a:pt x="248950" y="1092485"/>
                  </a:lnTo>
                  <a:lnTo>
                    <a:pt x="248911" y="1092499"/>
                  </a:lnTo>
                  <a:lnTo>
                    <a:pt x="248875" y="1092515"/>
                  </a:lnTo>
                  <a:lnTo>
                    <a:pt x="248850" y="1092520"/>
                  </a:lnTo>
                  <a:lnTo>
                    <a:pt x="248825" y="1092521"/>
                  </a:lnTo>
                  <a:lnTo>
                    <a:pt x="248805" y="1092516"/>
                  </a:lnTo>
                  <a:lnTo>
                    <a:pt x="248781" y="1092519"/>
                  </a:lnTo>
                  <a:lnTo>
                    <a:pt x="248748" y="1092523"/>
                  </a:lnTo>
                  <a:lnTo>
                    <a:pt x="248728" y="1092521"/>
                  </a:lnTo>
                  <a:lnTo>
                    <a:pt x="248705" y="1092524"/>
                  </a:lnTo>
                  <a:lnTo>
                    <a:pt x="248671" y="1092528"/>
                  </a:lnTo>
                  <a:lnTo>
                    <a:pt x="248651" y="1092538"/>
                  </a:lnTo>
                  <a:lnTo>
                    <a:pt x="248634" y="1092542"/>
                  </a:lnTo>
                  <a:lnTo>
                    <a:pt x="248623" y="1092544"/>
                  </a:lnTo>
                  <a:lnTo>
                    <a:pt x="248607" y="1092553"/>
                  </a:lnTo>
                  <a:lnTo>
                    <a:pt x="248595" y="1092563"/>
                  </a:lnTo>
                  <a:lnTo>
                    <a:pt x="248589" y="1092581"/>
                  </a:lnTo>
                  <a:lnTo>
                    <a:pt x="248585" y="1092598"/>
                  </a:lnTo>
                  <a:lnTo>
                    <a:pt x="248582" y="1092615"/>
                  </a:lnTo>
                  <a:lnTo>
                    <a:pt x="248576" y="1092630"/>
                  </a:lnTo>
                  <a:lnTo>
                    <a:pt x="248566" y="1092647"/>
                  </a:lnTo>
                  <a:lnTo>
                    <a:pt x="248555" y="1092667"/>
                  </a:lnTo>
                  <a:lnTo>
                    <a:pt x="248535" y="1092701"/>
                  </a:lnTo>
                  <a:lnTo>
                    <a:pt x="248517" y="1092721"/>
                  </a:lnTo>
                  <a:lnTo>
                    <a:pt x="248491" y="1092746"/>
                  </a:lnTo>
                  <a:lnTo>
                    <a:pt x="248453" y="1092780"/>
                  </a:lnTo>
                  <a:lnTo>
                    <a:pt x="248434" y="1092795"/>
                  </a:lnTo>
                  <a:lnTo>
                    <a:pt x="248416" y="1092800"/>
                  </a:lnTo>
                  <a:lnTo>
                    <a:pt x="248400" y="1092812"/>
                  </a:lnTo>
                  <a:lnTo>
                    <a:pt x="248388" y="1092826"/>
                  </a:lnTo>
                  <a:lnTo>
                    <a:pt x="248372" y="1092849"/>
                  </a:lnTo>
                  <a:lnTo>
                    <a:pt x="248354" y="1092875"/>
                  </a:lnTo>
                  <a:lnTo>
                    <a:pt x="248340" y="1092899"/>
                  </a:lnTo>
                  <a:lnTo>
                    <a:pt x="248322" y="1092938"/>
                  </a:lnTo>
                  <a:lnTo>
                    <a:pt x="248317" y="1092956"/>
                  </a:lnTo>
                  <a:lnTo>
                    <a:pt x="248309" y="1092978"/>
                  </a:lnTo>
                  <a:lnTo>
                    <a:pt x="248300" y="1092988"/>
                  </a:lnTo>
                  <a:lnTo>
                    <a:pt x="248290" y="1092990"/>
                  </a:lnTo>
                  <a:lnTo>
                    <a:pt x="248271" y="1092990"/>
                  </a:lnTo>
                  <a:lnTo>
                    <a:pt x="248247" y="1092995"/>
                  </a:lnTo>
                  <a:lnTo>
                    <a:pt x="248217" y="1093004"/>
                  </a:lnTo>
                  <a:lnTo>
                    <a:pt x="248196" y="1093010"/>
                  </a:lnTo>
                  <a:lnTo>
                    <a:pt x="248174" y="1093023"/>
                  </a:lnTo>
                  <a:lnTo>
                    <a:pt x="248141" y="1093042"/>
                  </a:lnTo>
                  <a:lnTo>
                    <a:pt x="248124" y="1093051"/>
                  </a:lnTo>
                  <a:lnTo>
                    <a:pt x="248106" y="1093061"/>
                  </a:lnTo>
                  <a:lnTo>
                    <a:pt x="248086" y="1093076"/>
                  </a:lnTo>
                  <a:lnTo>
                    <a:pt x="248065" y="1093096"/>
                  </a:lnTo>
                  <a:lnTo>
                    <a:pt x="248051" y="1093110"/>
                  </a:lnTo>
                  <a:lnTo>
                    <a:pt x="248039" y="1093128"/>
                  </a:lnTo>
                  <a:lnTo>
                    <a:pt x="248031" y="1093145"/>
                  </a:lnTo>
                  <a:lnTo>
                    <a:pt x="248028" y="1093156"/>
                  </a:lnTo>
                  <a:lnTo>
                    <a:pt x="248027" y="1093169"/>
                  </a:lnTo>
                  <a:lnTo>
                    <a:pt x="248026" y="1093184"/>
                  </a:lnTo>
                  <a:lnTo>
                    <a:pt x="248035" y="1093208"/>
                  </a:lnTo>
                  <a:lnTo>
                    <a:pt x="248052" y="1093239"/>
                  </a:lnTo>
                  <a:lnTo>
                    <a:pt x="248050" y="1093275"/>
                  </a:lnTo>
                  <a:lnTo>
                    <a:pt x="248044" y="1093324"/>
                  </a:lnTo>
                  <a:lnTo>
                    <a:pt x="248033" y="1093372"/>
                  </a:lnTo>
                  <a:lnTo>
                    <a:pt x="248029" y="1093400"/>
                  </a:lnTo>
                  <a:lnTo>
                    <a:pt x="248028" y="1093423"/>
                  </a:lnTo>
                  <a:lnTo>
                    <a:pt x="248024" y="1093453"/>
                  </a:lnTo>
                  <a:lnTo>
                    <a:pt x="248024" y="1093485"/>
                  </a:lnTo>
                  <a:lnTo>
                    <a:pt x="248019" y="1093514"/>
                  </a:lnTo>
                  <a:lnTo>
                    <a:pt x="248029" y="1093537"/>
                  </a:lnTo>
                  <a:lnTo>
                    <a:pt x="248048" y="1093548"/>
                  </a:lnTo>
                  <a:lnTo>
                    <a:pt x="248094" y="1093583"/>
                  </a:lnTo>
                  <a:lnTo>
                    <a:pt x="248137" y="1093615"/>
                  </a:lnTo>
                  <a:lnTo>
                    <a:pt x="248185" y="1093640"/>
                  </a:lnTo>
                  <a:lnTo>
                    <a:pt x="248238" y="1093667"/>
                  </a:lnTo>
                  <a:lnTo>
                    <a:pt x="248296" y="1093695"/>
                  </a:lnTo>
                  <a:lnTo>
                    <a:pt x="248369" y="1093729"/>
                  </a:lnTo>
                  <a:lnTo>
                    <a:pt x="248409" y="1093741"/>
                  </a:lnTo>
                  <a:lnTo>
                    <a:pt x="248450" y="1093766"/>
                  </a:lnTo>
                  <a:lnTo>
                    <a:pt x="248495" y="1093784"/>
                  </a:lnTo>
                  <a:lnTo>
                    <a:pt x="248516" y="1093794"/>
                  </a:lnTo>
                  <a:lnTo>
                    <a:pt x="248528" y="1093800"/>
                  </a:lnTo>
                  <a:lnTo>
                    <a:pt x="248552" y="1093811"/>
                  </a:lnTo>
                  <a:lnTo>
                    <a:pt x="248571" y="1093817"/>
                  </a:lnTo>
                  <a:lnTo>
                    <a:pt x="248577" y="1093821"/>
                  </a:lnTo>
                  <a:lnTo>
                    <a:pt x="248637" y="1093830"/>
                  </a:lnTo>
                  <a:lnTo>
                    <a:pt x="248740" y="1093841"/>
                  </a:lnTo>
                  <a:lnTo>
                    <a:pt x="248786" y="1093851"/>
                  </a:lnTo>
                  <a:lnTo>
                    <a:pt x="248816" y="1093860"/>
                  </a:lnTo>
                  <a:lnTo>
                    <a:pt x="248836" y="1093864"/>
                  </a:lnTo>
                  <a:lnTo>
                    <a:pt x="248891" y="1093883"/>
                  </a:lnTo>
                  <a:lnTo>
                    <a:pt x="248896" y="1093889"/>
                  </a:lnTo>
                  <a:lnTo>
                    <a:pt x="248909" y="1093915"/>
                  </a:lnTo>
                  <a:lnTo>
                    <a:pt x="248916" y="1093926"/>
                  </a:lnTo>
                  <a:lnTo>
                    <a:pt x="248934" y="1093965"/>
                  </a:lnTo>
                  <a:lnTo>
                    <a:pt x="248951" y="1094005"/>
                  </a:lnTo>
                  <a:lnTo>
                    <a:pt x="248970" y="1094035"/>
                  </a:lnTo>
                  <a:lnTo>
                    <a:pt x="248987" y="1094057"/>
                  </a:lnTo>
                  <a:lnTo>
                    <a:pt x="248992" y="1094068"/>
                  </a:lnTo>
                  <a:lnTo>
                    <a:pt x="248992" y="1094075"/>
                  </a:lnTo>
                  <a:lnTo>
                    <a:pt x="248987" y="1094084"/>
                  </a:lnTo>
                  <a:lnTo>
                    <a:pt x="248976" y="1094099"/>
                  </a:lnTo>
                  <a:lnTo>
                    <a:pt x="248956" y="1094119"/>
                  </a:lnTo>
                  <a:lnTo>
                    <a:pt x="248934" y="1094140"/>
                  </a:lnTo>
                  <a:lnTo>
                    <a:pt x="248911" y="1094156"/>
                  </a:lnTo>
                  <a:lnTo>
                    <a:pt x="248896" y="1094165"/>
                  </a:lnTo>
                  <a:lnTo>
                    <a:pt x="248883" y="1094175"/>
                  </a:lnTo>
                  <a:lnTo>
                    <a:pt x="248867" y="1094194"/>
                  </a:lnTo>
                  <a:lnTo>
                    <a:pt x="248835" y="1094240"/>
                  </a:lnTo>
                  <a:lnTo>
                    <a:pt x="248802" y="1094293"/>
                  </a:lnTo>
                  <a:lnTo>
                    <a:pt x="248776" y="1094343"/>
                  </a:lnTo>
                  <a:lnTo>
                    <a:pt x="248765" y="1094375"/>
                  </a:lnTo>
                  <a:lnTo>
                    <a:pt x="248762" y="1094389"/>
                  </a:lnTo>
                  <a:lnTo>
                    <a:pt x="248762" y="1094418"/>
                  </a:lnTo>
                  <a:lnTo>
                    <a:pt x="248760" y="1094426"/>
                  </a:lnTo>
                  <a:lnTo>
                    <a:pt x="248751" y="1094454"/>
                  </a:lnTo>
                  <a:lnTo>
                    <a:pt x="248749" y="1094475"/>
                  </a:lnTo>
                  <a:lnTo>
                    <a:pt x="248745" y="1094506"/>
                  </a:lnTo>
                  <a:lnTo>
                    <a:pt x="248741" y="1094523"/>
                  </a:lnTo>
                  <a:lnTo>
                    <a:pt x="248738" y="1094530"/>
                  </a:lnTo>
                  <a:lnTo>
                    <a:pt x="248692" y="1094561"/>
                  </a:lnTo>
                  <a:lnTo>
                    <a:pt x="248656" y="1094590"/>
                  </a:lnTo>
                  <a:lnTo>
                    <a:pt x="248637" y="1094605"/>
                  </a:lnTo>
                  <a:lnTo>
                    <a:pt x="248633" y="1094626"/>
                  </a:lnTo>
                  <a:lnTo>
                    <a:pt x="248637" y="1094637"/>
                  </a:lnTo>
                  <a:lnTo>
                    <a:pt x="248667" y="1094690"/>
                  </a:lnTo>
                  <a:lnTo>
                    <a:pt x="248721" y="1094764"/>
                  </a:lnTo>
                  <a:lnTo>
                    <a:pt x="248742" y="1094807"/>
                  </a:lnTo>
                  <a:lnTo>
                    <a:pt x="248775" y="1094847"/>
                  </a:lnTo>
                  <a:lnTo>
                    <a:pt x="248808" y="1094895"/>
                  </a:lnTo>
                  <a:lnTo>
                    <a:pt x="248829" y="1094924"/>
                  </a:lnTo>
                  <a:lnTo>
                    <a:pt x="248836" y="1094959"/>
                  </a:lnTo>
                  <a:lnTo>
                    <a:pt x="248845" y="1094994"/>
                  </a:lnTo>
                  <a:lnTo>
                    <a:pt x="248857" y="1095007"/>
                  </a:lnTo>
                  <a:lnTo>
                    <a:pt x="248889" y="1095032"/>
                  </a:lnTo>
                  <a:lnTo>
                    <a:pt x="248901" y="1095050"/>
                  </a:lnTo>
                  <a:lnTo>
                    <a:pt x="248909" y="1095063"/>
                  </a:lnTo>
                  <a:lnTo>
                    <a:pt x="248904" y="1095104"/>
                  </a:lnTo>
                  <a:lnTo>
                    <a:pt x="248904" y="1095141"/>
                  </a:lnTo>
                  <a:lnTo>
                    <a:pt x="248902" y="1095165"/>
                  </a:lnTo>
                  <a:lnTo>
                    <a:pt x="248901" y="1095172"/>
                  </a:lnTo>
                  <a:lnTo>
                    <a:pt x="248903" y="1095190"/>
                  </a:lnTo>
                  <a:lnTo>
                    <a:pt x="248914" y="1095223"/>
                  </a:lnTo>
                  <a:lnTo>
                    <a:pt x="248919" y="1095234"/>
                  </a:lnTo>
                  <a:lnTo>
                    <a:pt x="248923" y="1095245"/>
                  </a:lnTo>
                  <a:lnTo>
                    <a:pt x="248925" y="1095254"/>
                  </a:lnTo>
                  <a:lnTo>
                    <a:pt x="248927" y="1095259"/>
                  </a:lnTo>
                  <a:lnTo>
                    <a:pt x="248924" y="1095276"/>
                  </a:lnTo>
                  <a:lnTo>
                    <a:pt x="248917" y="1095295"/>
                  </a:lnTo>
                  <a:lnTo>
                    <a:pt x="248912" y="1095315"/>
                  </a:lnTo>
                  <a:lnTo>
                    <a:pt x="248906" y="1095349"/>
                  </a:lnTo>
                  <a:lnTo>
                    <a:pt x="248884" y="1095365"/>
                  </a:lnTo>
                  <a:lnTo>
                    <a:pt x="248875" y="1095369"/>
                  </a:lnTo>
                  <a:lnTo>
                    <a:pt x="248839" y="1095393"/>
                  </a:lnTo>
                  <a:lnTo>
                    <a:pt x="248773" y="1095448"/>
                  </a:lnTo>
                  <a:lnTo>
                    <a:pt x="248731" y="1095486"/>
                  </a:lnTo>
                  <a:lnTo>
                    <a:pt x="248722" y="1095505"/>
                  </a:lnTo>
                  <a:lnTo>
                    <a:pt x="248707" y="1095546"/>
                  </a:lnTo>
                  <a:lnTo>
                    <a:pt x="248698" y="1095570"/>
                  </a:lnTo>
                  <a:lnTo>
                    <a:pt x="248686" y="1095599"/>
                  </a:lnTo>
                  <a:lnTo>
                    <a:pt x="248669" y="1095626"/>
                  </a:lnTo>
                  <a:lnTo>
                    <a:pt x="248640" y="1095665"/>
                  </a:lnTo>
                  <a:lnTo>
                    <a:pt x="248623" y="1095687"/>
                  </a:lnTo>
                  <a:lnTo>
                    <a:pt x="248611" y="1095698"/>
                  </a:lnTo>
                  <a:lnTo>
                    <a:pt x="248598" y="1095705"/>
                  </a:lnTo>
                  <a:lnTo>
                    <a:pt x="248555" y="1095720"/>
                  </a:lnTo>
                  <a:lnTo>
                    <a:pt x="248508" y="1095743"/>
                  </a:lnTo>
                  <a:lnTo>
                    <a:pt x="248476" y="1095758"/>
                  </a:lnTo>
                  <a:lnTo>
                    <a:pt x="248445" y="1095779"/>
                  </a:lnTo>
                  <a:lnTo>
                    <a:pt x="248416" y="1095805"/>
                  </a:lnTo>
                  <a:lnTo>
                    <a:pt x="248396" y="1095820"/>
                  </a:lnTo>
                  <a:lnTo>
                    <a:pt x="248391" y="1095822"/>
                  </a:lnTo>
                  <a:lnTo>
                    <a:pt x="248383" y="1095824"/>
                  </a:lnTo>
                  <a:lnTo>
                    <a:pt x="248362" y="1095821"/>
                  </a:lnTo>
                  <a:lnTo>
                    <a:pt x="248326" y="1095813"/>
                  </a:lnTo>
                  <a:lnTo>
                    <a:pt x="248269" y="1095801"/>
                  </a:lnTo>
                  <a:lnTo>
                    <a:pt x="248190" y="1095786"/>
                  </a:lnTo>
                  <a:lnTo>
                    <a:pt x="248159" y="1095778"/>
                  </a:lnTo>
                  <a:lnTo>
                    <a:pt x="248142" y="1095765"/>
                  </a:lnTo>
                  <a:lnTo>
                    <a:pt x="248108" y="1095706"/>
                  </a:lnTo>
                  <a:lnTo>
                    <a:pt x="248102" y="1095676"/>
                  </a:lnTo>
                  <a:lnTo>
                    <a:pt x="248094" y="1095664"/>
                  </a:lnTo>
                  <a:lnTo>
                    <a:pt x="248080" y="1095655"/>
                  </a:lnTo>
                  <a:lnTo>
                    <a:pt x="248056" y="1095653"/>
                  </a:lnTo>
                  <a:lnTo>
                    <a:pt x="248036" y="1095647"/>
                  </a:lnTo>
                  <a:lnTo>
                    <a:pt x="248016" y="1095635"/>
                  </a:lnTo>
                  <a:lnTo>
                    <a:pt x="247992" y="1095621"/>
                  </a:lnTo>
                  <a:lnTo>
                    <a:pt x="247892" y="1095588"/>
                  </a:lnTo>
                  <a:lnTo>
                    <a:pt x="247839" y="1095558"/>
                  </a:lnTo>
                  <a:lnTo>
                    <a:pt x="247791" y="1095524"/>
                  </a:lnTo>
                  <a:lnTo>
                    <a:pt x="247770" y="1095502"/>
                  </a:lnTo>
                  <a:lnTo>
                    <a:pt x="247738" y="1095457"/>
                  </a:lnTo>
                  <a:lnTo>
                    <a:pt x="247729" y="1095435"/>
                  </a:lnTo>
                  <a:lnTo>
                    <a:pt x="247721" y="1095421"/>
                  </a:lnTo>
                  <a:lnTo>
                    <a:pt x="247707" y="1095380"/>
                  </a:lnTo>
                  <a:lnTo>
                    <a:pt x="247700" y="1095352"/>
                  </a:lnTo>
                  <a:lnTo>
                    <a:pt x="247691" y="1095351"/>
                  </a:lnTo>
                  <a:lnTo>
                    <a:pt x="247664" y="1095351"/>
                  </a:lnTo>
                  <a:lnTo>
                    <a:pt x="247623" y="1095347"/>
                  </a:lnTo>
                  <a:lnTo>
                    <a:pt x="247591" y="1095344"/>
                  </a:lnTo>
                  <a:lnTo>
                    <a:pt x="247565" y="1095344"/>
                  </a:lnTo>
                  <a:lnTo>
                    <a:pt x="247515" y="1095346"/>
                  </a:lnTo>
                  <a:lnTo>
                    <a:pt x="247488" y="1095349"/>
                  </a:lnTo>
                  <a:lnTo>
                    <a:pt x="247466" y="1095352"/>
                  </a:lnTo>
                  <a:lnTo>
                    <a:pt x="247422" y="1095360"/>
                  </a:lnTo>
                  <a:lnTo>
                    <a:pt x="247395" y="1095364"/>
                  </a:lnTo>
                  <a:lnTo>
                    <a:pt x="247380" y="1095365"/>
                  </a:lnTo>
                  <a:lnTo>
                    <a:pt x="247308" y="1095348"/>
                  </a:lnTo>
                  <a:lnTo>
                    <a:pt x="247278" y="1095346"/>
                  </a:lnTo>
                  <a:lnTo>
                    <a:pt x="247259" y="1095348"/>
                  </a:lnTo>
                  <a:lnTo>
                    <a:pt x="247246" y="1095351"/>
                  </a:lnTo>
                  <a:lnTo>
                    <a:pt x="247199" y="1095372"/>
                  </a:lnTo>
                  <a:lnTo>
                    <a:pt x="247142" y="1095396"/>
                  </a:lnTo>
                  <a:lnTo>
                    <a:pt x="247119" y="1095414"/>
                  </a:lnTo>
                  <a:lnTo>
                    <a:pt x="247095" y="1095423"/>
                  </a:lnTo>
                  <a:lnTo>
                    <a:pt x="247025" y="1095447"/>
                  </a:lnTo>
                  <a:lnTo>
                    <a:pt x="246990" y="1095463"/>
                  </a:lnTo>
                  <a:lnTo>
                    <a:pt x="246971" y="1095492"/>
                  </a:lnTo>
                  <a:lnTo>
                    <a:pt x="246954" y="1095538"/>
                  </a:lnTo>
                  <a:lnTo>
                    <a:pt x="246927" y="1095612"/>
                  </a:lnTo>
                  <a:lnTo>
                    <a:pt x="246919" y="1095626"/>
                  </a:lnTo>
                  <a:lnTo>
                    <a:pt x="246894" y="1095635"/>
                  </a:lnTo>
                  <a:lnTo>
                    <a:pt x="246816" y="1095665"/>
                  </a:lnTo>
                  <a:lnTo>
                    <a:pt x="246721" y="1095684"/>
                  </a:lnTo>
                  <a:lnTo>
                    <a:pt x="246699" y="1095685"/>
                  </a:lnTo>
                  <a:lnTo>
                    <a:pt x="246676" y="1095690"/>
                  </a:lnTo>
                  <a:lnTo>
                    <a:pt x="246616" y="1095711"/>
                  </a:lnTo>
                  <a:lnTo>
                    <a:pt x="246552" y="1095733"/>
                  </a:lnTo>
                  <a:lnTo>
                    <a:pt x="246465" y="1095753"/>
                  </a:lnTo>
                  <a:lnTo>
                    <a:pt x="246415" y="1095767"/>
                  </a:lnTo>
                  <a:lnTo>
                    <a:pt x="246369" y="1095783"/>
                  </a:lnTo>
                  <a:lnTo>
                    <a:pt x="246314" y="1095811"/>
                  </a:lnTo>
                  <a:lnTo>
                    <a:pt x="246281" y="1095834"/>
                  </a:lnTo>
                  <a:lnTo>
                    <a:pt x="246229" y="1095876"/>
                  </a:lnTo>
                  <a:lnTo>
                    <a:pt x="246211" y="1095897"/>
                  </a:lnTo>
                  <a:lnTo>
                    <a:pt x="246199" y="1095910"/>
                  </a:lnTo>
                  <a:lnTo>
                    <a:pt x="246176" y="1095939"/>
                  </a:lnTo>
                  <a:lnTo>
                    <a:pt x="246156" y="1095954"/>
                  </a:lnTo>
                  <a:lnTo>
                    <a:pt x="246122" y="1095994"/>
                  </a:lnTo>
                  <a:lnTo>
                    <a:pt x="246104" y="1096019"/>
                  </a:lnTo>
                  <a:lnTo>
                    <a:pt x="246099" y="1096023"/>
                  </a:lnTo>
                  <a:lnTo>
                    <a:pt x="246092" y="1096024"/>
                  </a:lnTo>
                  <a:lnTo>
                    <a:pt x="246073" y="1096025"/>
                  </a:lnTo>
                  <a:lnTo>
                    <a:pt x="246059" y="1096024"/>
                  </a:lnTo>
                  <a:lnTo>
                    <a:pt x="245990" y="1096029"/>
                  </a:lnTo>
                  <a:lnTo>
                    <a:pt x="245867" y="1096032"/>
                  </a:lnTo>
                  <a:lnTo>
                    <a:pt x="245821" y="1096056"/>
                  </a:lnTo>
                  <a:lnTo>
                    <a:pt x="245783" y="1096089"/>
                  </a:lnTo>
                  <a:lnTo>
                    <a:pt x="245762" y="1096115"/>
                  </a:lnTo>
                  <a:lnTo>
                    <a:pt x="245753" y="1096129"/>
                  </a:lnTo>
                  <a:lnTo>
                    <a:pt x="245736" y="1096157"/>
                  </a:lnTo>
                  <a:lnTo>
                    <a:pt x="245732" y="1096161"/>
                  </a:lnTo>
                  <a:lnTo>
                    <a:pt x="245726" y="1096162"/>
                  </a:lnTo>
                  <a:lnTo>
                    <a:pt x="245710" y="1096157"/>
                  </a:lnTo>
                  <a:lnTo>
                    <a:pt x="245676" y="1096147"/>
                  </a:lnTo>
                  <a:lnTo>
                    <a:pt x="245657" y="1096143"/>
                  </a:lnTo>
                  <a:lnTo>
                    <a:pt x="245626" y="1096142"/>
                  </a:lnTo>
                  <a:lnTo>
                    <a:pt x="245560" y="1096146"/>
                  </a:lnTo>
                  <a:lnTo>
                    <a:pt x="245549" y="1096146"/>
                  </a:lnTo>
                  <a:lnTo>
                    <a:pt x="245522" y="1096145"/>
                  </a:lnTo>
                  <a:lnTo>
                    <a:pt x="245503" y="1096145"/>
                  </a:lnTo>
                  <a:lnTo>
                    <a:pt x="245455" y="1096140"/>
                  </a:lnTo>
                  <a:lnTo>
                    <a:pt x="245433" y="1096138"/>
                  </a:lnTo>
                  <a:lnTo>
                    <a:pt x="245362" y="1096143"/>
                  </a:lnTo>
                  <a:lnTo>
                    <a:pt x="245329" y="1096153"/>
                  </a:lnTo>
                  <a:lnTo>
                    <a:pt x="245286" y="1096173"/>
                  </a:lnTo>
                  <a:lnTo>
                    <a:pt x="245254" y="1096194"/>
                  </a:lnTo>
                  <a:lnTo>
                    <a:pt x="245245" y="1096204"/>
                  </a:lnTo>
                  <a:lnTo>
                    <a:pt x="245232" y="1096219"/>
                  </a:lnTo>
                  <a:lnTo>
                    <a:pt x="245191" y="1096251"/>
                  </a:lnTo>
                  <a:lnTo>
                    <a:pt x="245177" y="1096258"/>
                  </a:lnTo>
                  <a:lnTo>
                    <a:pt x="245165" y="1096261"/>
                  </a:lnTo>
                  <a:lnTo>
                    <a:pt x="245137" y="1096262"/>
                  </a:lnTo>
                  <a:lnTo>
                    <a:pt x="245122" y="1096263"/>
                  </a:lnTo>
                  <a:lnTo>
                    <a:pt x="245104" y="1096263"/>
                  </a:lnTo>
                  <a:lnTo>
                    <a:pt x="245082" y="1096261"/>
                  </a:lnTo>
                  <a:lnTo>
                    <a:pt x="245077" y="1096260"/>
                  </a:lnTo>
                  <a:lnTo>
                    <a:pt x="245065" y="1096259"/>
                  </a:lnTo>
                  <a:lnTo>
                    <a:pt x="245012" y="1096235"/>
                  </a:lnTo>
                  <a:lnTo>
                    <a:pt x="244938" y="1096195"/>
                  </a:lnTo>
                  <a:lnTo>
                    <a:pt x="244892" y="1096172"/>
                  </a:lnTo>
                  <a:lnTo>
                    <a:pt x="244872" y="1096153"/>
                  </a:lnTo>
                  <a:lnTo>
                    <a:pt x="244860" y="1096133"/>
                  </a:lnTo>
                  <a:lnTo>
                    <a:pt x="244834" y="1096098"/>
                  </a:lnTo>
                  <a:lnTo>
                    <a:pt x="244822" y="1096082"/>
                  </a:lnTo>
                  <a:lnTo>
                    <a:pt x="244811" y="1096073"/>
                  </a:lnTo>
                  <a:lnTo>
                    <a:pt x="244781" y="1096055"/>
                  </a:lnTo>
                  <a:lnTo>
                    <a:pt x="244775" y="1096049"/>
                  </a:lnTo>
                  <a:lnTo>
                    <a:pt x="244771" y="1096042"/>
                  </a:lnTo>
                  <a:lnTo>
                    <a:pt x="244754" y="1096023"/>
                  </a:lnTo>
                  <a:lnTo>
                    <a:pt x="244736" y="1096013"/>
                  </a:lnTo>
                  <a:lnTo>
                    <a:pt x="244710" y="1096010"/>
                  </a:lnTo>
                  <a:lnTo>
                    <a:pt x="244692" y="1096011"/>
                  </a:lnTo>
                  <a:lnTo>
                    <a:pt x="244674" y="1096018"/>
                  </a:lnTo>
                  <a:lnTo>
                    <a:pt x="244669" y="1096024"/>
                  </a:lnTo>
                  <a:lnTo>
                    <a:pt x="244657" y="1096036"/>
                  </a:lnTo>
                  <a:lnTo>
                    <a:pt x="244637" y="1096046"/>
                  </a:lnTo>
                  <a:lnTo>
                    <a:pt x="244605" y="1096068"/>
                  </a:lnTo>
                  <a:lnTo>
                    <a:pt x="244548" y="1096114"/>
                  </a:lnTo>
                  <a:lnTo>
                    <a:pt x="244526" y="1096130"/>
                  </a:lnTo>
                  <a:lnTo>
                    <a:pt x="244512" y="1096137"/>
                  </a:lnTo>
                  <a:lnTo>
                    <a:pt x="244507" y="1096140"/>
                  </a:lnTo>
                  <a:lnTo>
                    <a:pt x="244501" y="1096139"/>
                  </a:lnTo>
                  <a:lnTo>
                    <a:pt x="244491" y="1096137"/>
                  </a:lnTo>
                  <a:lnTo>
                    <a:pt x="244480" y="1096130"/>
                  </a:lnTo>
                  <a:lnTo>
                    <a:pt x="244437" y="1096093"/>
                  </a:lnTo>
                  <a:lnTo>
                    <a:pt x="244388" y="1096053"/>
                  </a:lnTo>
                  <a:lnTo>
                    <a:pt x="244377" y="1096042"/>
                  </a:lnTo>
                  <a:lnTo>
                    <a:pt x="244363" y="1096025"/>
                  </a:lnTo>
                  <a:lnTo>
                    <a:pt x="244341" y="1096006"/>
                  </a:lnTo>
                  <a:lnTo>
                    <a:pt x="244314" y="1095991"/>
                  </a:lnTo>
                  <a:lnTo>
                    <a:pt x="244299" y="1095986"/>
                  </a:lnTo>
                  <a:lnTo>
                    <a:pt x="244281" y="1095984"/>
                  </a:lnTo>
                  <a:lnTo>
                    <a:pt x="244258" y="1095986"/>
                  </a:lnTo>
                  <a:lnTo>
                    <a:pt x="244247" y="1095985"/>
                  </a:lnTo>
                  <a:lnTo>
                    <a:pt x="244242" y="1095957"/>
                  </a:lnTo>
                  <a:lnTo>
                    <a:pt x="244235" y="1095936"/>
                  </a:lnTo>
                  <a:lnTo>
                    <a:pt x="244232" y="1095929"/>
                  </a:lnTo>
                  <a:lnTo>
                    <a:pt x="244214" y="1095907"/>
                  </a:lnTo>
                  <a:lnTo>
                    <a:pt x="244188" y="1095868"/>
                  </a:lnTo>
                  <a:lnTo>
                    <a:pt x="244168" y="1095834"/>
                  </a:lnTo>
                  <a:lnTo>
                    <a:pt x="244146" y="1095809"/>
                  </a:lnTo>
                  <a:lnTo>
                    <a:pt x="244142" y="1095792"/>
                  </a:lnTo>
                  <a:lnTo>
                    <a:pt x="244139" y="1095751"/>
                  </a:lnTo>
                  <a:lnTo>
                    <a:pt x="244145" y="1095693"/>
                  </a:lnTo>
                  <a:lnTo>
                    <a:pt x="244138" y="1095649"/>
                  </a:lnTo>
                  <a:lnTo>
                    <a:pt x="244136" y="1095628"/>
                  </a:lnTo>
                  <a:lnTo>
                    <a:pt x="244135" y="1095623"/>
                  </a:lnTo>
                  <a:lnTo>
                    <a:pt x="244134" y="1095617"/>
                  </a:lnTo>
                  <a:lnTo>
                    <a:pt x="244129" y="1095603"/>
                  </a:lnTo>
                  <a:lnTo>
                    <a:pt x="244119" y="1095579"/>
                  </a:lnTo>
                  <a:lnTo>
                    <a:pt x="244117" y="1095574"/>
                  </a:lnTo>
                  <a:lnTo>
                    <a:pt x="244095" y="1095540"/>
                  </a:lnTo>
                  <a:lnTo>
                    <a:pt x="244058" y="1095507"/>
                  </a:lnTo>
                  <a:lnTo>
                    <a:pt x="244035" y="1095497"/>
                  </a:lnTo>
                  <a:lnTo>
                    <a:pt x="243952" y="1095493"/>
                  </a:lnTo>
                  <a:lnTo>
                    <a:pt x="243917" y="1095485"/>
                  </a:lnTo>
                  <a:lnTo>
                    <a:pt x="243902" y="1095456"/>
                  </a:lnTo>
                  <a:lnTo>
                    <a:pt x="243875" y="1095412"/>
                  </a:lnTo>
                  <a:lnTo>
                    <a:pt x="243862" y="1095369"/>
                  </a:lnTo>
                  <a:lnTo>
                    <a:pt x="243847" y="1095320"/>
                  </a:lnTo>
                  <a:lnTo>
                    <a:pt x="243838" y="1095293"/>
                  </a:lnTo>
                  <a:lnTo>
                    <a:pt x="243822" y="1095260"/>
                  </a:lnTo>
                  <a:lnTo>
                    <a:pt x="243806" y="1095240"/>
                  </a:lnTo>
                  <a:lnTo>
                    <a:pt x="243799" y="1095219"/>
                  </a:lnTo>
                  <a:lnTo>
                    <a:pt x="243787" y="1095186"/>
                  </a:lnTo>
                  <a:lnTo>
                    <a:pt x="243786" y="1095179"/>
                  </a:lnTo>
                  <a:lnTo>
                    <a:pt x="243787" y="1095174"/>
                  </a:lnTo>
                  <a:lnTo>
                    <a:pt x="243802" y="1095138"/>
                  </a:lnTo>
                  <a:lnTo>
                    <a:pt x="243815" y="1095091"/>
                  </a:lnTo>
                  <a:lnTo>
                    <a:pt x="243830" y="1095042"/>
                  </a:lnTo>
                  <a:lnTo>
                    <a:pt x="243853" y="1094955"/>
                  </a:lnTo>
                  <a:lnTo>
                    <a:pt x="243875" y="1094901"/>
                  </a:lnTo>
                  <a:lnTo>
                    <a:pt x="243898" y="1094846"/>
                  </a:lnTo>
                  <a:lnTo>
                    <a:pt x="243918" y="1094814"/>
                  </a:lnTo>
                  <a:lnTo>
                    <a:pt x="243931" y="1094799"/>
                  </a:lnTo>
                  <a:lnTo>
                    <a:pt x="243961" y="1094759"/>
                  </a:lnTo>
                  <a:lnTo>
                    <a:pt x="243984" y="1094738"/>
                  </a:lnTo>
                  <a:lnTo>
                    <a:pt x="243987" y="1094732"/>
                  </a:lnTo>
                  <a:lnTo>
                    <a:pt x="243983" y="1094723"/>
                  </a:lnTo>
                  <a:lnTo>
                    <a:pt x="243969" y="1094704"/>
                  </a:lnTo>
                  <a:lnTo>
                    <a:pt x="243956" y="1094685"/>
                  </a:lnTo>
                  <a:lnTo>
                    <a:pt x="243951" y="1094677"/>
                  </a:lnTo>
                  <a:lnTo>
                    <a:pt x="243924" y="1094642"/>
                  </a:lnTo>
                  <a:lnTo>
                    <a:pt x="243883" y="1094598"/>
                  </a:lnTo>
                  <a:lnTo>
                    <a:pt x="243859" y="1094567"/>
                  </a:lnTo>
                  <a:lnTo>
                    <a:pt x="243823" y="1094519"/>
                  </a:lnTo>
                  <a:lnTo>
                    <a:pt x="243818" y="1094514"/>
                  </a:lnTo>
                  <a:lnTo>
                    <a:pt x="243811" y="1094509"/>
                  </a:lnTo>
                  <a:lnTo>
                    <a:pt x="243801" y="1094501"/>
                  </a:lnTo>
                  <a:lnTo>
                    <a:pt x="243778" y="1094471"/>
                  </a:lnTo>
                  <a:lnTo>
                    <a:pt x="243762" y="1094455"/>
                  </a:lnTo>
                  <a:lnTo>
                    <a:pt x="243745" y="1094425"/>
                  </a:lnTo>
                  <a:lnTo>
                    <a:pt x="243740" y="1094398"/>
                  </a:lnTo>
                  <a:lnTo>
                    <a:pt x="243724" y="1094373"/>
                  </a:lnTo>
                  <a:lnTo>
                    <a:pt x="243709" y="1094359"/>
                  </a:lnTo>
                  <a:lnTo>
                    <a:pt x="243681" y="1094339"/>
                  </a:lnTo>
                  <a:lnTo>
                    <a:pt x="243653" y="1094314"/>
                  </a:lnTo>
                  <a:lnTo>
                    <a:pt x="243646" y="1094303"/>
                  </a:lnTo>
                  <a:lnTo>
                    <a:pt x="243639" y="1094280"/>
                  </a:lnTo>
                  <a:lnTo>
                    <a:pt x="243629" y="1094253"/>
                  </a:lnTo>
                  <a:lnTo>
                    <a:pt x="243615" y="1094225"/>
                  </a:lnTo>
                  <a:lnTo>
                    <a:pt x="243598" y="1094152"/>
                  </a:lnTo>
                  <a:lnTo>
                    <a:pt x="243586" y="1094094"/>
                  </a:lnTo>
                  <a:lnTo>
                    <a:pt x="243572" y="1094062"/>
                  </a:lnTo>
                  <a:lnTo>
                    <a:pt x="243566" y="1094039"/>
                  </a:lnTo>
                  <a:lnTo>
                    <a:pt x="243568" y="1094024"/>
                  </a:lnTo>
                  <a:lnTo>
                    <a:pt x="243573" y="1094013"/>
                  </a:lnTo>
                  <a:lnTo>
                    <a:pt x="243600" y="1093986"/>
                  </a:lnTo>
                  <a:lnTo>
                    <a:pt x="243625" y="1093959"/>
                  </a:lnTo>
                  <a:lnTo>
                    <a:pt x="243667" y="1093902"/>
                  </a:lnTo>
                  <a:lnTo>
                    <a:pt x="243677" y="1093887"/>
                  </a:lnTo>
                  <a:lnTo>
                    <a:pt x="243694" y="1093848"/>
                  </a:lnTo>
                  <a:lnTo>
                    <a:pt x="243693" y="1093839"/>
                  </a:lnTo>
                  <a:lnTo>
                    <a:pt x="243688" y="1093815"/>
                  </a:lnTo>
                  <a:lnTo>
                    <a:pt x="243686" y="1093799"/>
                  </a:lnTo>
                  <a:lnTo>
                    <a:pt x="243687" y="1093759"/>
                  </a:lnTo>
                  <a:lnTo>
                    <a:pt x="243684" y="1093742"/>
                  </a:lnTo>
                  <a:lnTo>
                    <a:pt x="243661" y="1093719"/>
                  </a:lnTo>
                  <a:lnTo>
                    <a:pt x="243620" y="1093691"/>
                  </a:lnTo>
                  <a:lnTo>
                    <a:pt x="243580" y="1093653"/>
                  </a:lnTo>
                  <a:lnTo>
                    <a:pt x="243533" y="1093610"/>
                  </a:lnTo>
                  <a:lnTo>
                    <a:pt x="243507" y="1093594"/>
                  </a:lnTo>
                  <a:lnTo>
                    <a:pt x="243469" y="1093580"/>
                  </a:lnTo>
                  <a:lnTo>
                    <a:pt x="243406" y="1093541"/>
                  </a:lnTo>
                  <a:lnTo>
                    <a:pt x="243364" y="1093530"/>
                  </a:lnTo>
                  <a:lnTo>
                    <a:pt x="243332" y="1093514"/>
                  </a:lnTo>
                  <a:lnTo>
                    <a:pt x="243307" y="1093492"/>
                  </a:lnTo>
                  <a:lnTo>
                    <a:pt x="243284" y="1093462"/>
                  </a:lnTo>
                  <a:lnTo>
                    <a:pt x="243264" y="1093424"/>
                  </a:lnTo>
                  <a:lnTo>
                    <a:pt x="243249" y="1093403"/>
                  </a:lnTo>
                  <a:lnTo>
                    <a:pt x="243231" y="1093400"/>
                  </a:lnTo>
                  <a:lnTo>
                    <a:pt x="243214" y="1093394"/>
                  </a:lnTo>
                  <a:lnTo>
                    <a:pt x="243185" y="1093367"/>
                  </a:lnTo>
                  <a:lnTo>
                    <a:pt x="243125" y="1093340"/>
                  </a:lnTo>
                  <a:lnTo>
                    <a:pt x="243054" y="1093304"/>
                  </a:lnTo>
                  <a:lnTo>
                    <a:pt x="243027" y="1093285"/>
                  </a:lnTo>
                  <a:lnTo>
                    <a:pt x="242985" y="1093247"/>
                  </a:lnTo>
                  <a:lnTo>
                    <a:pt x="242940" y="1093220"/>
                  </a:lnTo>
                  <a:lnTo>
                    <a:pt x="242922" y="1093205"/>
                  </a:lnTo>
                  <a:lnTo>
                    <a:pt x="242919" y="1093183"/>
                  </a:lnTo>
                  <a:lnTo>
                    <a:pt x="242902" y="1093157"/>
                  </a:lnTo>
                  <a:lnTo>
                    <a:pt x="242872" y="1093138"/>
                  </a:lnTo>
                  <a:lnTo>
                    <a:pt x="242850" y="1093114"/>
                  </a:lnTo>
                  <a:lnTo>
                    <a:pt x="242829" y="1093100"/>
                  </a:lnTo>
                  <a:lnTo>
                    <a:pt x="242758" y="1093079"/>
                  </a:lnTo>
                  <a:lnTo>
                    <a:pt x="242703" y="1093051"/>
                  </a:lnTo>
                  <a:lnTo>
                    <a:pt x="242679" y="1093036"/>
                  </a:lnTo>
                  <a:lnTo>
                    <a:pt x="242669" y="1093020"/>
                  </a:lnTo>
                  <a:lnTo>
                    <a:pt x="242658" y="1093004"/>
                  </a:lnTo>
                  <a:lnTo>
                    <a:pt x="242630" y="1092987"/>
                  </a:lnTo>
                  <a:lnTo>
                    <a:pt x="242602" y="1092976"/>
                  </a:lnTo>
                  <a:lnTo>
                    <a:pt x="242571" y="1092967"/>
                  </a:lnTo>
                  <a:lnTo>
                    <a:pt x="242553" y="1092967"/>
                  </a:lnTo>
                  <a:lnTo>
                    <a:pt x="242533" y="1092978"/>
                  </a:lnTo>
                  <a:lnTo>
                    <a:pt x="242513" y="1093002"/>
                  </a:lnTo>
                  <a:lnTo>
                    <a:pt x="242504" y="1093008"/>
                  </a:lnTo>
                  <a:lnTo>
                    <a:pt x="242376" y="1092973"/>
                  </a:lnTo>
                  <a:lnTo>
                    <a:pt x="242336" y="1092965"/>
                  </a:lnTo>
                  <a:lnTo>
                    <a:pt x="242258" y="1092940"/>
                  </a:lnTo>
                  <a:lnTo>
                    <a:pt x="242195" y="1092919"/>
                  </a:lnTo>
                  <a:lnTo>
                    <a:pt x="242129" y="1092906"/>
                  </a:lnTo>
                  <a:lnTo>
                    <a:pt x="242103" y="1092908"/>
                  </a:lnTo>
                  <a:lnTo>
                    <a:pt x="242063" y="1092921"/>
                  </a:lnTo>
                  <a:lnTo>
                    <a:pt x="242041" y="1092941"/>
                  </a:lnTo>
                  <a:lnTo>
                    <a:pt x="242031" y="1092960"/>
                  </a:lnTo>
                  <a:lnTo>
                    <a:pt x="242027" y="1092991"/>
                  </a:lnTo>
                  <a:lnTo>
                    <a:pt x="242030" y="1093036"/>
                  </a:lnTo>
                  <a:lnTo>
                    <a:pt x="242028" y="1093052"/>
                  </a:lnTo>
                  <a:lnTo>
                    <a:pt x="242008" y="1093086"/>
                  </a:lnTo>
                  <a:lnTo>
                    <a:pt x="241926" y="1093182"/>
                  </a:lnTo>
                  <a:lnTo>
                    <a:pt x="241875" y="1093238"/>
                  </a:lnTo>
                  <a:lnTo>
                    <a:pt x="241835" y="1093272"/>
                  </a:lnTo>
                  <a:lnTo>
                    <a:pt x="241793" y="1093310"/>
                  </a:lnTo>
                  <a:lnTo>
                    <a:pt x="241759" y="1093345"/>
                  </a:lnTo>
                  <a:lnTo>
                    <a:pt x="241741" y="1093375"/>
                  </a:lnTo>
                  <a:lnTo>
                    <a:pt x="241723" y="1093454"/>
                  </a:lnTo>
                  <a:lnTo>
                    <a:pt x="241704" y="1093480"/>
                  </a:lnTo>
                  <a:lnTo>
                    <a:pt x="241674" y="1093523"/>
                  </a:lnTo>
                  <a:lnTo>
                    <a:pt x="241637" y="1093556"/>
                  </a:lnTo>
                  <a:lnTo>
                    <a:pt x="241612" y="1093582"/>
                  </a:lnTo>
                  <a:lnTo>
                    <a:pt x="241596" y="1093617"/>
                  </a:lnTo>
                  <a:lnTo>
                    <a:pt x="241567" y="1093656"/>
                  </a:lnTo>
                  <a:lnTo>
                    <a:pt x="241549" y="1093673"/>
                  </a:lnTo>
                  <a:lnTo>
                    <a:pt x="241506" y="1093686"/>
                  </a:lnTo>
                  <a:lnTo>
                    <a:pt x="241389" y="1093717"/>
                  </a:lnTo>
                  <a:lnTo>
                    <a:pt x="241335" y="1093734"/>
                  </a:lnTo>
                  <a:lnTo>
                    <a:pt x="241325" y="1093735"/>
                  </a:lnTo>
                  <a:lnTo>
                    <a:pt x="241286" y="1093698"/>
                  </a:lnTo>
                  <a:lnTo>
                    <a:pt x="241237" y="1093662"/>
                  </a:lnTo>
                  <a:lnTo>
                    <a:pt x="241170" y="1093628"/>
                  </a:lnTo>
                  <a:lnTo>
                    <a:pt x="241127" y="1093599"/>
                  </a:lnTo>
                  <a:lnTo>
                    <a:pt x="241068" y="1093558"/>
                  </a:lnTo>
                  <a:lnTo>
                    <a:pt x="241055" y="1093551"/>
                  </a:lnTo>
                  <a:lnTo>
                    <a:pt x="240999" y="1093552"/>
                  </a:lnTo>
                  <a:lnTo>
                    <a:pt x="240926" y="1093558"/>
                  </a:lnTo>
                  <a:lnTo>
                    <a:pt x="240876" y="1093573"/>
                  </a:lnTo>
                  <a:lnTo>
                    <a:pt x="240852" y="1093571"/>
                  </a:lnTo>
                  <a:lnTo>
                    <a:pt x="240825" y="1093559"/>
                  </a:lnTo>
                  <a:lnTo>
                    <a:pt x="240786" y="1093535"/>
                  </a:lnTo>
                  <a:lnTo>
                    <a:pt x="240766" y="1093530"/>
                  </a:lnTo>
                  <a:lnTo>
                    <a:pt x="240720" y="1093523"/>
                  </a:lnTo>
                  <a:lnTo>
                    <a:pt x="240670" y="1093499"/>
                  </a:lnTo>
                  <a:lnTo>
                    <a:pt x="240609" y="1093475"/>
                  </a:lnTo>
                  <a:lnTo>
                    <a:pt x="240562" y="1093460"/>
                  </a:lnTo>
                  <a:lnTo>
                    <a:pt x="240525" y="1093463"/>
                  </a:lnTo>
                  <a:lnTo>
                    <a:pt x="240484" y="1093474"/>
                  </a:lnTo>
                  <a:lnTo>
                    <a:pt x="240432" y="1093478"/>
                  </a:lnTo>
                  <a:lnTo>
                    <a:pt x="240371" y="1093500"/>
                  </a:lnTo>
                  <a:lnTo>
                    <a:pt x="240319" y="1093525"/>
                  </a:lnTo>
                  <a:lnTo>
                    <a:pt x="240288" y="1093555"/>
                  </a:lnTo>
                  <a:lnTo>
                    <a:pt x="240228" y="1093597"/>
                  </a:lnTo>
                  <a:lnTo>
                    <a:pt x="240202" y="1093635"/>
                  </a:lnTo>
                  <a:lnTo>
                    <a:pt x="240191" y="1093662"/>
                  </a:lnTo>
                  <a:lnTo>
                    <a:pt x="240182" y="1093698"/>
                  </a:lnTo>
                  <a:lnTo>
                    <a:pt x="240173" y="1093713"/>
                  </a:lnTo>
                  <a:lnTo>
                    <a:pt x="240161" y="1093733"/>
                  </a:lnTo>
                  <a:lnTo>
                    <a:pt x="240130" y="1093776"/>
                  </a:lnTo>
                  <a:lnTo>
                    <a:pt x="240107" y="1093795"/>
                  </a:lnTo>
                  <a:lnTo>
                    <a:pt x="240099" y="1093799"/>
                  </a:lnTo>
                  <a:lnTo>
                    <a:pt x="240079" y="1093811"/>
                  </a:lnTo>
                  <a:lnTo>
                    <a:pt x="240055" y="1093817"/>
                  </a:lnTo>
                  <a:lnTo>
                    <a:pt x="240013" y="1093833"/>
                  </a:lnTo>
                  <a:lnTo>
                    <a:pt x="240001" y="1093841"/>
                  </a:lnTo>
                  <a:lnTo>
                    <a:pt x="239978" y="1093860"/>
                  </a:lnTo>
                  <a:lnTo>
                    <a:pt x="239954" y="1093884"/>
                  </a:lnTo>
                  <a:lnTo>
                    <a:pt x="239926" y="1093903"/>
                  </a:lnTo>
                  <a:lnTo>
                    <a:pt x="239904" y="1093916"/>
                  </a:lnTo>
                  <a:lnTo>
                    <a:pt x="239882" y="1093922"/>
                  </a:lnTo>
                  <a:lnTo>
                    <a:pt x="239847" y="1093922"/>
                  </a:lnTo>
                  <a:lnTo>
                    <a:pt x="239816" y="1093925"/>
                  </a:lnTo>
                  <a:lnTo>
                    <a:pt x="239727" y="1093945"/>
                  </a:lnTo>
                  <a:lnTo>
                    <a:pt x="239653" y="1093951"/>
                  </a:lnTo>
                  <a:lnTo>
                    <a:pt x="239566" y="1093955"/>
                  </a:lnTo>
                  <a:lnTo>
                    <a:pt x="239515" y="1093963"/>
                  </a:lnTo>
                  <a:lnTo>
                    <a:pt x="239505" y="1093967"/>
                  </a:lnTo>
                  <a:lnTo>
                    <a:pt x="239485" y="1093976"/>
                  </a:lnTo>
                  <a:lnTo>
                    <a:pt x="239463" y="1093984"/>
                  </a:lnTo>
                  <a:lnTo>
                    <a:pt x="239456" y="1093985"/>
                  </a:lnTo>
                  <a:lnTo>
                    <a:pt x="239443" y="1093984"/>
                  </a:lnTo>
                  <a:lnTo>
                    <a:pt x="239428" y="1093983"/>
                  </a:lnTo>
                  <a:lnTo>
                    <a:pt x="239414" y="1093982"/>
                  </a:lnTo>
                  <a:lnTo>
                    <a:pt x="239400" y="1093983"/>
                  </a:lnTo>
                  <a:lnTo>
                    <a:pt x="239374" y="1093991"/>
                  </a:lnTo>
                  <a:lnTo>
                    <a:pt x="239349" y="1093996"/>
                  </a:lnTo>
                  <a:lnTo>
                    <a:pt x="239335" y="1093995"/>
                  </a:lnTo>
                  <a:lnTo>
                    <a:pt x="239322" y="1093991"/>
                  </a:lnTo>
                  <a:lnTo>
                    <a:pt x="239315" y="1093992"/>
                  </a:lnTo>
                  <a:lnTo>
                    <a:pt x="239298" y="1093999"/>
                  </a:lnTo>
                  <a:lnTo>
                    <a:pt x="239240" y="1093999"/>
                  </a:lnTo>
                  <a:lnTo>
                    <a:pt x="239213" y="1093997"/>
                  </a:lnTo>
                  <a:lnTo>
                    <a:pt x="239187" y="1094000"/>
                  </a:lnTo>
                  <a:lnTo>
                    <a:pt x="239119" y="1094011"/>
                  </a:lnTo>
                  <a:lnTo>
                    <a:pt x="239094" y="1094014"/>
                  </a:lnTo>
                  <a:lnTo>
                    <a:pt x="239058" y="1094020"/>
                  </a:lnTo>
                  <a:lnTo>
                    <a:pt x="239023" y="1094030"/>
                  </a:lnTo>
                  <a:lnTo>
                    <a:pt x="238978" y="1094048"/>
                  </a:lnTo>
                  <a:lnTo>
                    <a:pt x="238942" y="1094058"/>
                  </a:lnTo>
                  <a:lnTo>
                    <a:pt x="238927" y="1094063"/>
                  </a:lnTo>
                  <a:lnTo>
                    <a:pt x="238909" y="1094068"/>
                  </a:lnTo>
                  <a:lnTo>
                    <a:pt x="238900" y="1094068"/>
                  </a:lnTo>
                  <a:lnTo>
                    <a:pt x="238893" y="1094068"/>
                  </a:lnTo>
                  <a:lnTo>
                    <a:pt x="238881" y="1094061"/>
                  </a:lnTo>
                  <a:lnTo>
                    <a:pt x="238868" y="1094051"/>
                  </a:lnTo>
                  <a:lnTo>
                    <a:pt x="238857" y="1094040"/>
                  </a:lnTo>
                  <a:lnTo>
                    <a:pt x="238815" y="1094001"/>
                  </a:lnTo>
                  <a:lnTo>
                    <a:pt x="238809" y="1093992"/>
                  </a:lnTo>
                  <a:lnTo>
                    <a:pt x="238795" y="1093906"/>
                  </a:lnTo>
                  <a:lnTo>
                    <a:pt x="238792" y="1093874"/>
                  </a:lnTo>
                  <a:lnTo>
                    <a:pt x="238795" y="1093817"/>
                  </a:lnTo>
                  <a:lnTo>
                    <a:pt x="238795" y="1093811"/>
                  </a:lnTo>
                  <a:lnTo>
                    <a:pt x="238785" y="1093800"/>
                  </a:lnTo>
                  <a:lnTo>
                    <a:pt x="238779" y="1093793"/>
                  </a:lnTo>
                  <a:lnTo>
                    <a:pt x="238749" y="1093746"/>
                  </a:lnTo>
                  <a:lnTo>
                    <a:pt x="238730" y="1093714"/>
                  </a:lnTo>
                  <a:lnTo>
                    <a:pt x="238721" y="1093690"/>
                  </a:lnTo>
                  <a:lnTo>
                    <a:pt x="238714" y="1093662"/>
                  </a:lnTo>
                  <a:lnTo>
                    <a:pt x="238684" y="1093628"/>
                  </a:lnTo>
                  <a:lnTo>
                    <a:pt x="238638" y="1093588"/>
                  </a:lnTo>
                  <a:lnTo>
                    <a:pt x="238573" y="1093552"/>
                  </a:lnTo>
                  <a:lnTo>
                    <a:pt x="238500" y="1093517"/>
                  </a:lnTo>
                  <a:lnTo>
                    <a:pt x="238451" y="1093488"/>
                  </a:lnTo>
                  <a:lnTo>
                    <a:pt x="238403" y="1093459"/>
                  </a:lnTo>
                  <a:lnTo>
                    <a:pt x="238358" y="1093443"/>
                  </a:lnTo>
                  <a:lnTo>
                    <a:pt x="238325" y="1093438"/>
                  </a:lnTo>
                  <a:lnTo>
                    <a:pt x="238299" y="1093425"/>
                  </a:lnTo>
                  <a:lnTo>
                    <a:pt x="238269" y="1093383"/>
                  </a:lnTo>
                  <a:lnTo>
                    <a:pt x="238232" y="1093350"/>
                  </a:lnTo>
                  <a:lnTo>
                    <a:pt x="238168" y="1093296"/>
                  </a:lnTo>
                  <a:lnTo>
                    <a:pt x="238126" y="1093262"/>
                  </a:lnTo>
                  <a:lnTo>
                    <a:pt x="238075" y="1093236"/>
                  </a:lnTo>
                  <a:lnTo>
                    <a:pt x="238030" y="1093209"/>
                  </a:lnTo>
                  <a:lnTo>
                    <a:pt x="237980" y="1093199"/>
                  </a:lnTo>
                  <a:lnTo>
                    <a:pt x="237944" y="1093193"/>
                  </a:lnTo>
                  <a:lnTo>
                    <a:pt x="237923" y="1093189"/>
                  </a:lnTo>
                  <a:lnTo>
                    <a:pt x="237913" y="1093184"/>
                  </a:lnTo>
                  <a:lnTo>
                    <a:pt x="237906" y="1093173"/>
                  </a:lnTo>
                  <a:lnTo>
                    <a:pt x="237906" y="1093160"/>
                  </a:lnTo>
                  <a:lnTo>
                    <a:pt x="237907" y="1093142"/>
                  </a:lnTo>
                  <a:lnTo>
                    <a:pt x="237912" y="1093124"/>
                  </a:lnTo>
                  <a:lnTo>
                    <a:pt x="237917" y="1093104"/>
                  </a:lnTo>
                  <a:lnTo>
                    <a:pt x="237923" y="1093083"/>
                  </a:lnTo>
                  <a:lnTo>
                    <a:pt x="237923" y="1093058"/>
                  </a:lnTo>
                  <a:lnTo>
                    <a:pt x="237921" y="1093033"/>
                  </a:lnTo>
                  <a:lnTo>
                    <a:pt x="237903" y="1092988"/>
                  </a:lnTo>
                  <a:lnTo>
                    <a:pt x="237898" y="1092955"/>
                  </a:lnTo>
                  <a:lnTo>
                    <a:pt x="237883" y="1092900"/>
                  </a:lnTo>
                  <a:lnTo>
                    <a:pt x="237877" y="1092870"/>
                  </a:lnTo>
                  <a:lnTo>
                    <a:pt x="237867" y="1092847"/>
                  </a:lnTo>
                  <a:lnTo>
                    <a:pt x="237849" y="1092830"/>
                  </a:lnTo>
                  <a:lnTo>
                    <a:pt x="237826" y="1092805"/>
                  </a:lnTo>
                  <a:lnTo>
                    <a:pt x="237795" y="1092759"/>
                  </a:lnTo>
                  <a:lnTo>
                    <a:pt x="237765" y="1092725"/>
                  </a:lnTo>
                  <a:lnTo>
                    <a:pt x="237730" y="1092681"/>
                  </a:lnTo>
                  <a:lnTo>
                    <a:pt x="237705" y="1092648"/>
                  </a:lnTo>
                  <a:lnTo>
                    <a:pt x="237684" y="1092625"/>
                  </a:lnTo>
                  <a:lnTo>
                    <a:pt x="237640" y="1092579"/>
                  </a:lnTo>
                  <a:lnTo>
                    <a:pt x="237609" y="1092551"/>
                  </a:lnTo>
                  <a:lnTo>
                    <a:pt x="237579" y="1092523"/>
                  </a:lnTo>
                  <a:lnTo>
                    <a:pt x="237553" y="1092492"/>
                  </a:lnTo>
                  <a:lnTo>
                    <a:pt x="237515" y="1092464"/>
                  </a:lnTo>
                  <a:lnTo>
                    <a:pt x="237475" y="1092449"/>
                  </a:lnTo>
                  <a:lnTo>
                    <a:pt x="237414" y="1092414"/>
                  </a:lnTo>
                  <a:lnTo>
                    <a:pt x="237364" y="1092392"/>
                  </a:lnTo>
                  <a:lnTo>
                    <a:pt x="237308" y="1092373"/>
                  </a:lnTo>
                  <a:lnTo>
                    <a:pt x="237268" y="1092357"/>
                  </a:lnTo>
                  <a:lnTo>
                    <a:pt x="237194" y="1092333"/>
                  </a:lnTo>
                  <a:lnTo>
                    <a:pt x="237173" y="1092325"/>
                  </a:lnTo>
                  <a:lnTo>
                    <a:pt x="237164" y="1092311"/>
                  </a:lnTo>
                  <a:lnTo>
                    <a:pt x="237160" y="1092286"/>
                  </a:lnTo>
                  <a:lnTo>
                    <a:pt x="237162" y="1092263"/>
                  </a:lnTo>
                  <a:lnTo>
                    <a:pt x="237162" y="1092235"/>
                  </a:lnTo>
                  <a:lnTo>
                    <a:pt x="237155" y="1092188"/>
                  </a:lnTo>
                  <a:lnTo>
                    <a:pt x="237134" y="1092156"/>
                  </a:lnTo>
                  <a:lnTo>
                    <a:pt x="237115" y="1092133"/>
                  </a:lnTo>
                  <a:lnTo>
                    <a:pt x="237100" y="1092125"/>
                  </a:lnTo>
                  <a:lnTo>
                    <a:pt x="237078" y="1092119"/>
                  </a:lnTo>
                  <a:lnTo>
                    <a:pt x="237056" y="1092119"/>
                  </a:lnTo>
                  <a:lnTo>
                    <a:pt x="237016" y="1092117"/>
                  </a:lnTo>
                  <a:lnTo>
                    <a:pt x="236993" y="1092115"/>
                  </a:lnTo>
                  <a:lnTo>
                    <a:pt x="236970" y="1092103"/>
                  </a:lnTo>
                  <a:lnTo>
                    <a:pt x="236953" y="1092088"/>
                  </a:lnTo>
                  <a:lnTo>
                    <a:pt x="236931" y="1092075"/>
                  </a:lnTo>
                  <a:lnTo>
                    <a:pt x="236917" y="1092068"/>
                  </a:lnTo>
                  <a:lnTo>
                    <a:pt x="236895" y="1092056"/>
                  </a:lnTo>
                  <a:lnTo>
                    <a:pt x="236873" y="1092041"/>
                  </a:lnTo>
                  <a:lnTo>
                    <a:pt x="236851" y="1092020"/>
                  </a:lnTo>
                  <a:lnTo>
                    <a:pt x="236835" y="1092007"/>
                  </a:lnTo>
                  <a:lnTo>
                    <a:pt x="236822" y="1091997"/>
                  </a:lnTo>
                  <a:lnTo>
                    <a:pt x="236800" y="1091995"/>
                  </a:lnTo>
                  <a:lnTo>
                    <a:pt x="236782" y="1091995"/>
                  </a:lnTo>
                  <a:lnTo>
                    <a:pt x="236761" y="1092006"/>
                  </a:lnTo>
                  <a:lnTo>
                    <a:pt x="236711" y="1092024"/>
                  </a:lnTo>
                  <a:lnTo>
                    <a:pt x="236683" y="1092033"/>
                  </a:lnTo>
                  <a:lnTo>
                    <a:pt x="236656" y="1092045"/>
                  </a:lnTo>
                  <a:lnTo>
                    <a:pt x="236629" y="1092051"/>
                  </a:lnTo>
                  <a:lnTo>
                    <a:pt x="236615" y="1092045"/>
                  </a:lnTo>
                  <a:lnTo>
                    <a:pt x="236602" y="1092030"/>
                  </a:lnTo>
                  <a:lnTo>
                    <a:pt x="236591" y="1092013"/>
                  </a:lnTo>
                  <a:lnTo>
                    <a:pt x="236580" y="1091995"/>
                  </a:lnTo>
                  <a:lnTo>
                    <a:pt x="236558" y="1091978"/>
                  </a:lnTo>
                  <a:lnTo>
                    <a:pt x="236469" y="1091939"/>
                  </a:lnTo>
                  <a:lnTo>
                    <a:pt x="236390" y="1091923"/>
                  </a:lnTo>
                  <a:lnTo>
                    <a:pt x="236346" y="1091919"/>
                  </a:lnTo>
                  <a:lnTo>
                    <a:pt x="236256" y="1091929"/>
                  </a:lnTo>
                  <a:lnTo>
                    <a:pt x="236231" y="1091931"/>
                  </a:lnTo>
                  <a:lnTo>
                    <a:pt x="236193" y="1091936"/>
                  </a:lnTo>
                  <a:lnTo>
                    <a:pt x="236148" y="1091936"/>
                  </a:lnTo>
                  <a:lnTo>
                    <a:pt x="236124" y="1091925"/>
                  </a:lnTo>
                  <a:lnTo>
                    <a:pt x="236102" y="1091910"/>
                  </a:lnTo>
                  <a:lnTo>
                    <a:pt x="236088" y="1091898"/>
                  </a:lnTo>
                  <a:lnTo>
                    <a:pt x="236071" y="1091878"/>
                  </a:lnTo>
                  <a:lnTo>
                    <a:pt x="236057" y="1091861"/>
                  </a:lnTo>
                  <a:lnTo>
                    <a:pt x="236040" y="1091842"/>
                  </a:lnTo>
                  <a:lnTo>
                    <a:pt x="236015" y="1091834"/>
                  </a:lnTo>
                  <a:lnTo>
                    <a:pt x="235982" y="1091827"/>
                  </a:lnTo>
                  <a:lnTo>
                    <a:pt x="235953" y="1091826"/>
                  </a:lnTo>
                  <a:lnTo>
                    <a:pt x="235910" y="1091826"/>
                  </a:lnTo>
                  <a:lnTo>
                    <a:pt x="235892" y="1091822"/>
                  </a:lnTo>
                  <a:lnTo>
                    <a:pt x="235874" y="1091817"/>
                  </a:lnTo>
                  <a:lnTo>
                    <a:pt x="235856" y="1091807"/>
                  </a:lnTo>
                  <a:lnTo>
                    <a:pt x="235848" y="1091795"/>
                  </a:lnTo>
                  <a:lnTo>
                    <a:pt x="235834" y="1091777"/>
                  </a:lnTo>
                  <a:lnTo>
                    <a:pt x="235814" y="1091755"/>
                  </a:lnTo>
                  <a:lnTo>
                    <a:pt x="235794" y="1091745"/>
                  </a:lnTo>
                  <a:lnTo>
                    <a:pt x="235765" y="1091735"/>
                  </a:lnTo>
                  <a:lnTo>
                    <a:pt x="235729" y="1091733"/>
                  </a:lnTo>
                  <a:lnTo>
                    <a:pt x="235705" y="1091726"/>
                  </a:lnTo>
                  <a:lnTo>
                    <a:pt x="235677" y="1091715"/>
                  </a:lnTo>
                  <a:lnTo>
                    <a:pt x="235645" y="1091707"/>
                  </a:lnTo>
                  <a:lnTo>
                    <a:pt x="235620" y="1091704"/>
                  </a:lnTo>
                  <a:lnTo>
                    <a:pt x="235589" y="1091707"/>
                  </a:lnTo>
                  <a:lnTo>
                    <a:pt x="235555" y="1091715"/>
                  </a:lnTo>
                  <a:lnTo>
                    <a:pt x="235524" y="1091711"/>
                  </a:lnTo>
                  <a:lnTo>
                    <a:pt x="235489" y="1091712"/>
                  </a:lnTo>
                  <a:lnTo>
                    <a:pt x="235466" y="1091717"/>
                  </a:lnTo>
                  <a:lnTo>
                    <a:pt x="235436" y="1091720"/>
                  </a:lnTo>
                  <a:lnTo>
                    <a:pt x="235389" y="1091721"/>
                  </a:lnTo>
                  <a:lnTo>
                    <a:pt x="235350" y="1091732"/>
                  </a:lnTo>
                  <a:lnTo>
                    <a:pt x="235298" y="1091746"/>
                  </a:lnTo>
                  <a:lnTo>
                    <a:pt x="235269" y="1091756"/>
                  </a:lnTo>
                  <a:lnTo>
                    <a:pt x="235246" y="1091762"/>
                  </a:lnTo>
                  <a:lnTo>
                    <a:pt x="235228" y="1091765"/>
                  </a:lnTo>
                  <a:lnTo>
                    <a:pt x="235220" y="1091770"/>
                  </a:lnTo>
                  <a:lnTo>
                    <a:pt x="235204" y="1091786"/>
                  </a:lnTo>
                  <a:lnTo>
                    <a:pt x="235184" y="1091790"/>
                  </a:lnTo>
                  <a:lnTo>
                    <a:pt x="235173" y="1091788"/>
                  </a:lnTo>
                  <a:lnTo>
                    <a:pt x="235165" y="1091762"/>
                  </a:lnTo>
                  <a:lnTo>
                    <a:pt x="235159" y="1091736"/>
                  </a:lnTo>
                  <a:lnTo>
                    <a:pt x="235149" y="1091714"/>
                  </a:lnTo>
                  <a:lnTo>
                    <a:pt x="235132" y="1091695"/>
                  </a:lnTo>
                  <a:lnTo>
                    <a:pt x="235114" y="1091687"/>
                  </a:lnTo>
                  <a:lnTo>
                    <a:pt x="235087" y="1091673"/>
                  </a:lnTo>
                  <a:lnTo>
                    <a:pt x="235065" y="1091656"/>
                  </a:lnTo>
                  <a:lnTo>
                    <a:pt x="235049" y="1091635"/>
                  </a:lnTo>
                  <a:lnTo>
                    <a:pt x="235044" y="1091610"/>
                  </a:lnTo>
                  <a:lnTo>
                    <a:pt x="235040" y="1091572"/>
                  </a:lnTo>
                  <a:lnTo>
                    <a:pt x="235047" y="1091535"/>
                  </a:lnTo>
                  <a:lnTo>
                    <a:pt x="235056" y="1091507"/>
                  </a:lnTo>
                  <a:lnTo>
                    <a:pt x="235057" y="1091481"/>
                  </a:lnTo>
                  <a:lnTo>
                    <a:pt x="235043" y="1091453"/>
                  </a:lnTo>
                  <a:lnTo>
                    <a:pt x="235015" y="1091418"/>
                  </a:lnTo>
                  <a:lnTo>
                    <a:pt x="234992" y="1091387"/>
                  </a:lnTo>
                  <a:lnTo>
                    <a:pt x="234961" y="1091348"/>
                  </a:lnTo>
                  <a:lnTo>
                    <a:pt x="234944" y="1091314"/>
                  </a:lnTo>
                  <a:lnTo>
                    <a:pt x="234926" y="1091287"/>
                  </a:lnTo>
                  <a:lnTo>
                    <a:pt x="234924" y="1091273"/>
                  </a:lnTo>
                  <a:lnTo>
                    <a:pt x="234925" y="1091265"/>
                  </a:lnTo>
                  <a:lnTo>
                    <a:pt x="234933" y="1091251"/>
                  </a:lnTo>
                  <a:lnTo>
                    <a:pt x="234944" y="1091232"/>
                  </a:lnTo>
                  <a:lnTo>
                    <a:pt x="234951" y="1091213"/>
                  </a:lnTo>
                  <a:lnTo>
                    <a:pt x="234952" y="1091201"/>
                  </a:lnTo>
                  <a:lnTo>
                    <a:pt x="234947" y="1091187"/>
                  </a:lnTo>
                  <a:lnTo>
                    <a:pt x="234937" y="1091172"/>
                  </a:lnTo>
                  <a:lnTo>
                    <a:pt x="234923" y="1091162"/>
                  </a:lnTo>
                  <a:lnTo>
                    <a:pt x="234911" y="1091159"/>
                  </a:lnTo>
                  <a:lnTo>
                    <a:pt x="234904" y="1091155"/>
                  </a:lnTo>
                  <a:lnTo>
                    <a:pt x="234899" y="1091139"/>
                  </a:lnTo>
                  <a:lnTo>
                    <a:pt x="234896" y="1091121"/>
                  </a:lnTo>
                  <a:lnTo>
                    <a:pt x="234890" y="1091105"/>
                  </a:lnTo>
                  <a:lnTo>
                    <a:pt x="234883" y="1091098"/>
                  </a:lnTo>
                  <a:lnTo>
                    <a:pt x="234878" y="1091093"/>
                  </a:lnTo>
                  <a:lnTo>
                    <a:pt x="234858" y="1091075"/>
                  </a:lnTo>
                  <a:lnTo>
                    <a:pt x="234845" y="1091067"/>
                  </a:lnTo>
                  <a:lnTo>
                    <a:pt x="234825" y="1091055"/>
                  </a:lnTo>
                  <a:lnTo>
                    <a:pt x="234807" y="1091036"/>
                  </a:lnTo>
                  <a:lnTo>
                    <a:pt x="234788" y="1091020"/>
                  </a:lnTo>
                  <a:lnTo>
                    <a:pt x="234776" y="1091018"/>
                  </a:lnTo>
                  <a:lnTo>
                    <a:pt x="234756" y="1091023"/>
                  </a:lnTo>
                  <a:lnTo>
                    <a:pt x="234725" y="1091037"/>
                  </a:lnTo>
                  <a:lnTo>
                    <a:pt x="234695" y="1091039"/>
                  </a:lnTo>
                  <a:lnTo>
                    <a:pt x="234683" y="1091033"/>
                  </a:lnTo>
                  <a:lnTo>
                    <a:pt x="234648" y="1091007"/>
                  </a:lnTo>
                  <a:lnTo>
                    <a:pt x="234621" y="1091003"/>
                  </a:lnTo>
                  <a:lnTo>
                    <a:pt x="234577" y="1090987"/>
                  </a:lnTo>
                  <a:lnTo>
                    <a:pt x="234545" y="1090959"/>
                  </a:lnTo>
                  <a:lnTo>
                    <a:pt x="234521" y="1090932"/>
                  </a:lnTo>
                  <a:lnTo>
                    <a:pt x="234517" y="1090925"/>
                  </a:lnTo>
                  <a:lnTo>
                    <a:pt x="234518" y="1090920"/>
                  </a:lnTo>
                  <a:lnTo>
                    <a:pt x="234526" y="1090912"/>
                  </a:lnTo>
                  <a:lnTo>
                    <a:pt x="234564" y="1090876"/>
                  </a:lnTo>
                  <a:lnTo>
                    <a:pt x="234566" y="1090870"/>
                  </a:lnTo>
                  <a:lnTo>
                    <a:pt x="234568" y="1090856"/>
                  </a:lnTo>
                  <a:lnTo>
                    <a:pt x="234567" y="1090836"/>
                  </a:lnTo>
                  <a:lnTo>
                    <a:pt x="234569" y="1090820"/>
                  </a:lnTo>
                  <a:lnTo>
                    <a:pt x="234573" y="1090799"/>
                  </a:lnTo>
                  <a:lnTo>
                    <a:pt x="234574" y="1090793"/>
                  </a:lnTo>
                  <a:lnTo>
                    <a:pt x="234584" y="1090762"/>
                  </a:lnTo>
                  <a:lnTo>
                    <a:pt x="234596" y="1090736"/>
                  </a:lnTo>
                  <a:lnTo>
                    <a:pt x="234605" y="1090715"/>
                  </a:lnTo>
                  <a:lnTo>
                    <a:pt x="234606" y="1090708"/>
                  </a:lnTo>
                  <a:lnTo>
                    <a:pt x="234601" y="1090694"/>
                  </a:lnTo>
                  <a:lnTo>
                    <a:pt x="234592" y="1090673"/>
                  </a:lnTo>
                  <a:lnTo>
                    <a:pt x="234592" y="1090667"/>
                  </a:lnTo>
                  <a:lnTo>
                    <a:pt x="234597" y="1090651"/>
                  </a:lnTo>
                  <a:lnTo>
                    <a:pt x="234607" y="1090622"/>
                  </a:lnTo>
                  <a:lnTo>
                    <a:pt x="234605" y="1090610"/>
                  </a:lnTo>
                  <a:lnTo>
                    <a:pt x="234604" y="1090604"/>
                  </a:lnTo>
                  <a:lnTo>
                    <a:pt x="234565" y="1090557"/>
                  </a:lnTo>
                  <a:lnTo>
                    <a:pt x="234538" y="1090505"/>
                  </a:lnTo>
                  <a:lnTo>
                    <a:pt x="234539" y="1090488"/>
                  </a:lnTo>
                  <a:lnTo>
                    <a:pt x="234528" y="1090465"/>
                  </a:lnTo>
                  <a:lnTo>
                    <a:pt x="234503" y="1090434"/>
                  </a:lnTo>
                  <a:lnTo>
                    <a:pt x="234475" y="1090407"/>
                  </a:lnTo>
                  <a:lnTo>
                    <a:pt x="234465" y="1090388"/>
                  </a:lnTo>
                  <a:lnTo>
                    <a:pt x="234455" y="1090369"/>
                  </a:lnTo>
                  <a:lnTo>
                    <a:pt x="234435" y="1090334"/>
                  </a:lnTo>
                  <a:lnTo>
                    <a:pt x="234429" y="1090320"/>
                  </a:lnTo>
                  <a:lnTo>
                    <a:pt x="234431" y="1090278"/>
                  </a:lnTo>
                  <a:lnTo>
                    <a:pt x="234444" y="1090233"/>
                  </a:lnTo>
                  <a:lnTo>
                    <a:pt x="234459" y="1090202"/>
                  </a:lnTo>
                  <a:lnTo>
                    <a:pt x="234462" y="1090189"/>
                  </a:lnTo>
                  <a:lnTo>
                    <a:pt x="234470" y="1090150"/>
                  </a:lnTo>
                  <a:lnTo>
                    <a:pt x="234480" y="1090118"/>
                  </a:lnTo>
                  <a:lnTo>
                    <a:pt x="234494" y="1090095"/>
                  </a:lnTo>
                  <a:lnTo>
                    <a:pt x="234518" y="1090059"/>
                  </a:lnTo>
                  <a:lnTo>
                    <a:pt x="234522" y="1090044"/>
                  </a:lnTo>
                  <a:lnTo>
                    <a:pt x="234524" y="1090036"/>
                  </a:lnTo>
                  <a:lnTo>
                    <a:pt x="234522" y="1090017"/>
                  </a:lnTo>
                  <a:lnTo>
                    <a:pt x="234508" y="1089985"/>
                  </a:lnTo>
                  <a:lnTo>
                    <a:pt x="234500" y="1089958"/>
                  </a:lnTo>
                  <a:lnTo>
                    <a:pt x="234502" y="1089944"/>
                  </a:lnTo>
                  <a:lnTo>
                    <a:pt x="234508" y="1089938"/>
                  </a:lnTo>
                  <a:lnTo>
                    <a:pt x="234528" y="1089927"/>
                  </a:lnTo>
                  <a:lnTo>
                    <a:pt x="234534" y="1089911"/>
                  </a:lnTo>
                  <a:lnTo>
                    <a:pt x="234529" y="1089862"/>
                  </a:lnTo>
                  <a:lnTo>
                    <a:pt x="234529" y="1089850"/>
                  </a:lnTo>
                  <a:lnTo>
                    <a:pt x="234535" y="1089838"/>
                  </a:lnTo>
                  <a:lnTo>
                    <a:pt x="234546" y="1089819"/>
                  </a:lnTo>
                  <a:lnTo>
                    <a:pt x="234552" y="1089803"/>
                  </a:lnTo>
                  <a:lnTo>
                    <a:pt x="234550" y="1089787"/>
                  </a:lnTo>
                  <a:lnTo>
                    <a:pt x="234523" y="1089742"/>
                  </a:lnTo>
                  <a:lnTo>
                    <a:pt x="234513" y="1089701"/>
                  </a:lnTo>
                  <a:lnTo>
                    <a:pt x="234511" y="1089647"/>
                  </a:lnTo>
                  <a:lnTo>
                    <a:pt x="234495" y="1089602"/>
                  </a:lnTo>
                  <a:lnTo>
                    <a:pt x="234494" y="1089591"/>
                  </a:lnTo>
                  <a:lnTo>
                    <a:pt x="234497" y="1089583"/>
                  </a:lnTo>
                  <a:lnTo>
                    <a:pt x="234511" y="1089560"/>
                  </a:lnTo>
                  <a:lnTo>
                    <a:pt x="234514" y="1089553"/>
                  </a:lnTo>
                  <a:lnTo>
                    <a:pt x="234515" y="1089547"/>
                  </a:lnTo>
                  <a:lnTo>
                    <a:pt x="234512" y="1089541"/>
                  </a:lnTo>
                  <a:lnTo>
                    <a:pt x="234505" y="1089532"/>
                  </a:lnTo>
                  <a:lnTo>
                    <a:pt x="234493" y="1089514"/>
                  </a:lnTo>
                  <a:lnTo>
                    <a:pt x="234488" y="1089506"/>
                  </a:lnTo>
                  <a:lnTo>
                    <a:pt x="234481" y="1089455"/>
                  </a:lnTo>
                  <a:lnTo>
                    <a:pt x="234488" y="1089417"/>
                  </a:lnTo>
                  <a:lnTo>
                    <a:pt x="234488" y="1089404"/>
                  </a:lnTo>
                  <a:lnTo>
                    <a:pt x="234482" y="1089381"/>
                  </a:lnTo>
                  <a:lnTo>
                    <a:pt x="234477" y="1089354"/>
                  </a:lnTo>
                  <a:lnTo>
                    <a:pt x="234477" y="1089330"/>
                  </a:lnTo>
                  <a:lnTo>
                    <a:pt x="234478" y="1089310"/>
                  </a:lnTo>
                  <a:lnTo>
                    <a:pt x="234476" y="1089293"/>
                  </a:lnTo>
                  <a:lnTo>
                    <a:pt x="234468" y="1089270"/>
                  </a:lnTo>
                  <a:lnTo>
                    <a:pt x="234458" y="1089240"/>
                  </a:lnTo>
                  <a:lnTo>
                    <a:pt x="234452" y="1089231"/>
                  </a:lnTo>
                  <a:lnTo>
                    <a:pt x="234416" y="1089196"/>
                  </a:lnTo>
                  <a:lnTo>
                    <a:pt x="234370" y="1089167"/>
                  </a:lnTo>
                  <a:lnTo>
                    <a:pt x="234336" y="1089156"/>
                  </a:lnTo>
                  <a:lnTo>
                    <a:pt x="234314" y="1089150"/>
                  </a:lnTo>
                  <a:lnTo>
                    <a:pt x="234295" y="1089144"/>
                  </a:lnTo>
                  <a:lnTo>
                    <a:pt x="234287" y="1089140"/>
                  </a:lnTo>
                  <a:lnTo>
                    <a:pt x="234262" y="1089119"/>
                  </a:lnTo>
                  <a:lnTo>
                    <a:pt x="234247" y="1089106"/>
                  </a:lnTo>
                  <a:lnTo>
                    <a:pt x="234229" y="1089101"/>
                  </a:lnTo>
                  <a:lnTo>
                    <a:pt x="234208" y="1089092"/>
                  </a:lnTo>
                  <a:lnTo>
                    <a:pt x="234198" y="1089088"/>
                  </a:lnTo>
                  <a:lnTo>
                    <a:pt x="234182" y="1089086"/>
                  </a:lnTo>
                  <a:lnTo>
                    <a:pt x="234170" y="1089085"/>
                  </a:lnTo>
                  <a:lnTo>
                    <a:pt x="234161" y="1089081"/>
                  </a:lnTo>
                  <a:lnTo>
                    <a:pt x="234159" y="1089076"/>
                  </a:lnTo>
                  <a:lnTo>
                    <a:pt x="234159" y="1089061"/>
                  </a:lnTo>
                  <a:lnTo>
                    <a:pt x="234159" y="1089035"/>
                  </a:lnTo>
                  <a:lnTo>
                    <a:pt x="234153" y="1089015"/>
                  </a:lnTo>
                  <a:lnTo>
                    <a:pt x="234135" y="1088987"/>
                  </a:lnTo>
                  <a:lnTo>
                    <a:pt x="234106" y="1088947"/>
                  </a:lnTo>
                  <a:lnTo>
                    <a:pt x="234076" y="1088918"/>
                  </a:lnTo>
                  <a:lnTo>
                    <a:pt x="234043" y="1088905"/>
                  </a:lnTo>
                  <a:lnTo>
                    <a:pt x="233991" y="1088869"/>
                  </a:lnTo>
                  <a:lnTo>
                    <a:pt x="233975" y="1088830"/>
                  </a:lnTo>
                  <a:lnTo>
                    <a:pt x="233971" y="1088825"/>
                  </a:lnTo>
                  <a:lnTo>
                    <a:pt x="233963" y="1088814"/>
                  </a:lnTo>
                  <a:lnTo>
                    <a:pt x="233957" y="1088810"/>
                  </a:lnTo>
                  <a:lnTo>
                    <a:pt x="233939" y="1088804"/>
                  </a:lnTo>
                  <a:lnTo>
                    <a:pt x="233928" y="1088793"/>
                  </a:lnTo>
                  <a:lnTo>
                    <a:pt x="233907" y="1088769"/>
                  </a:lnTo>
                  <a:lnTo>
                    <a:pt x="233885" y="1088750"/>
                  </a:lnTo>
                  <a:lnTo>
                    <a:pt x="233879" y="1088748"/>
                  </a:lnTo>
                  <a:lnTo>
                    <a:pt x="233870" y="1088748"/>
                  </a:lnTo>
                  <a:lnTo>
                    <a:pt x="233839" y="1088742"/>
                  </a:lnTo>
                  <a:lnTo>
                    <a:pt x="233792" y="1088730"/>
                  </a:lnTo>
                  <a:lnTo>
                    <a:pt x="233704" y="1088708"/>
                  </a:lnTo>
                  <a:lnTo>
                    <a:pt x="233636" y="1088699"/>
                  </a:lnTo>
                  <a:lnTo>
                    <a:pt x="233590" y="1088687"/>
                  </a:lnTo>
                  <a:lnTo>
                    <a:pt x="233574" y="1088679"/>
                  </a:lnTo>
                  <a:lnTo>
                    <a:pt x="233557" y="1088656"/>
                  </a:lnTo>
                  <a:lnTo>
                    <a:pt x="233553" y="1088620"/>
                  </a:lnTo>
                  <a:lnTo>
                    <a:pt x="233549" y="1088555"/>
                  </a:lnTo>
                  <a:lnTo>
                    <a:pt x="233554" y="1088463"/>
                  </a:lnTo>
                  <a:lnTo>
                    <a:pt x="233566" y="1088402"/>
                  </a:lnTo>
                  <a:lnTo>
                    <a:pt x="233572" y="1088366"/>
                  </a:lnTo>
                  <a:lnTo>
                    <a:pt x="233569" y="1088320"/>
                  </a:lnTo>
                  <a:lnTo>
                    <a:pt x="233549" y="1088242"/>
                  </a:lnTo>
                  <a:lnTo>
                    <a:pt x="233534" y="1088184"/>
                  </a:lnTo>
                  <a:lnTo>
                    <a:pt x="233524" y="1088140"/>
                  </a:lnTo>
                  <a:lnTo>
                    <a:pt x="233523" y="1088077"/>
                  </a:lnTo>
                  <a:lnTo>
                    <a:pt x="233509" y="1088029"/>
                  </a:lnTo>
                  <a:lnTo>
                    <a:pt x="233508" y="1088015"/>
                  </a:lnTo>
                  <a:lnTo>
                    <a:pt x="233516" y="1087992"/>
                  </a:lnTo>
                  <a:lnTo>
                    <a:pt x="233538" y="1087953"/>
                  </a:lnTo>
                  <a:lnTo>
                    <a:pt x="233553" y="1087943"/>
                  </a:lnTo>
                  <a:lnTo>
                    <a:pt x="233575" y="1087937"/>
                  </a:lnTo>
                  <a:lnTo>
                    <a:pt x="233603" y="1087936"/>
                  </a:lnTo>
                  <a:lnTo>
                    <a:pt x="233633" y="1087935"/>
                  </a:lnTo>
                  <a:lnTo>
                    <a:pt x="233644" y="1087933"/>
                  </a:lnTo>
                  <a:lnTo>
                    <a:pt x="233651" y="1087929"/>
                  </a:lnTo>
                  <a:lnTo>
                    <a:pt x="233666" y="1087912"/>
                  </a:lnTo>
                  <a:lnTo>
                    <a:pt x="233689" y="1087892"/>
                  </a:lnTo>
                  <a:lnTo>
                    <a:pt x="233748" y="1087851"/>
                  </a:lnTo>
                  <a:lnTo>
                    <a:pt x="233770" y="1087834"/>
                  </a:lnTo>
                  <a:lnTo>
                    <a:pt x="233789" y="1087817"/>
                  </a:lnTo>
                  <a:lnTo>
                    <a:pt x="233794" y="1087810"/>
                  </a:lnTo>
                  <a:lnTo>
                    <a:pt x="233796" y="1087800"/>
                  </a:lnTo>
                  <a:lnTo>
                    <a:pt x="233796" y="1087790"/>
                  </a:lnTo>
                  <a:lnTo>
                    <a:pt x="233796" y="1087779"/>
                  </a:lnTo>
                  <a:lnTo>
                    <a:pt x="233789" y="1087752"/>
                  </a:lnTo>
                  <a:lnTo>
                    <a:pt x="233782" y="1087699"/>
                  </a:lnTo>
                  <a:lnTo>
                    <a:pt x="233770" y="1087674"/>
                  </a:lnTo>
                  <a:lnTo>
                    <a:pt x="233768" y="1087662"/>
                  </a:lnTo>
                  <a:lnTo>
                    <a:pt x="233772" y="1087645"/>
                  </a:lnTo>
                  <a:lnTo>
                    <a:pt x="233825" y="1087599"/>
                  </a:lnTo>
                  <a:lnTo>
                    <a:pt x="233844" y="1087573"/>
                  </a:lnTo>
                  <a:lnTo>
                    <a:pt x="233859" y="1087556"/>
                  </a:lnTo>
                  <a:lnTo>
                    <a:pt x="233862" y="1087506"/>
                  </a:lnTo>
                  <a:lnTo>
                    <a:pt x="233871" y="1087486"/>
                  </a:lnTo>
                  <a:lnTo>
                    <a:pt x="233903" y="1087450"/>
                  </a:lnTo>
                  <a:lnTo>
                    <a:pt x="233913" y="1087437"/>
                  </a:lnTo>
                  <a:lnTo>
                    <a:pt x="233919" y="1087416"/>
                  </a:lnTo>
                  <a:lnTo>
                    <a:pt x="233914" y="1087383"/>
                  </a:lnTo>
                  <a:lnTo>
                    <a:pt x="233933" y="1087340"/>
                  </a:lnTo>
                  <a:lnTo>
                    <a:pt x="233970" y="1087269"/>
                  </a:lnTo>
                  <a:lnTo>
                    <a:pt x="233996" y="1087233"/>
                  </a:lnTo>
                  <a:lnTo>
                    <a:pt x="234007" y="1087175"/>
                  </a:lnTo>
                  <a:lnTo>
                    <a:pt x="234008" y="1087135"/>
                  </a:lnTo>
                  <a:lnTo>
                    <a:pt x="234015" y="1087112"/>
                  </a:lnTo>
                  <a:lnTo>
                    <a:pt x="234024" y="1087089"/>
                  </a:lnTo>
                  <a:lnTo>
                    <a:pt x="234035" y="1087080"/>
                  </a:lnTo>
                  <a:lnTo>
                    <a:pt x="234050" y="1087065"/>
                  </a:lnTo>
                  <a:lnTo>
                    <a:pt x="234070" y="1087045"/>
                  </a:lnTo>
                  <a:lnTo>
                    <a:pt x="234078" y="1087032"/>
                  </a:lnTo>
                  <a:lnTo>
                    <a:pt x="234081" y="1087002"/>
                  </a:lnTo>
                  <a:lnTo>
                    <a:pt x="234094" y="1086961"/>
                  </a:lnTo>
                  <a:lnTo>
                    <a:pt x="234109" y="1086907"/>
                  </a:lnTo>
                  <a:lnTo>
                    <a:pt x="234117" y="1086893"/>
                  </a:lnTo>
                  <a:lnTo>
                    <a:pt x="234131" y="1086880"/>
                  </a:lnTo>
                  <a:lnTo>
                    <a:pt x="234142" y="1086875"/>
                  </a:lnTo>
                  <a:lnTo>
                    <a:pt x="234175" y="1086863"/>
                  </a:lnTo>
                  <a:lnTo>
                    <a:pt x="234183" y="1086861"/>
                  </a:lnTo>
                  <a:lnTo>
                    <a:pt x="234206" y="1086858"/>
                  </a:lnTo>
                  <a:lnTo>
                    <a:pt x="234235" y="1086853"/>
                  </a:lnTo>
                  <a:lnTo>
                    <a:pt x="234270" y="1086841"/>
                  </a:lnTo>
                  <a:lnTo>
                    <a:pt x="234302" y="1086820"/>
                  </a:lnTo>
                  <a:lnTo>
                    <a:pt x="234324" y="1086804"/>
                  </a:lnTo>
                  <a:lnTo>
                    <a:pt x="234332" y="1086801"/>
                  </a:lnTo>
                  <a:lnTo>
                    <a:pt x="234342" y="1086801"/>
                  </a:lnTo>
                  <a:lnTo>
                    <a:pt x="234358" y="1086800"/>
                  </a:lnTo>
                  <a:lnTo>
                    <a:pt x="234366" y="1086797"/>
                  </a:lnTo>
                  <a:lnTo>
                    <a:pt x="234377" y="1086788"/>
                  </a:lnTo>
                  <a:lnTo>
                    <a:pt x="234396" y="1086770"/>
                  </a:lnTo>
                  <a:lnTo>
                    <a:pt x="234418" y="1086741"/>
                  </a:lnTo>
                  <a:lnTo>
                    <a:pt x="234426" y="1086726"/>
                  </a:lnTo>
                  <a:lnTo>
                    <a:pt x="234435" y="1086711"/>
                  </a:lnTo>
                  <a:lnTo>
                    <a:pt x="234451" y="1086688"/>
                  </a:lnTo>
                  <a:lnTo>
                    <a:pt x="234469" y="1086670"/>
                  </a:lnTo>
                  <a:lnTo>
                    <a:pt x="234480" y="1086641"/>
                  </a:lnTo>
                  <a:lnTo>
                    <a:pt x="234508" y="1086591"/>
                  </a:lnTo>
                  <a:lnTo>
                    <a:pt x="234515" y="1086572"/>
                  </a:lnTo>
                  <a:lnTo>
                    <a:pt x="234513" y="1086553"/>
                  </a:lnTo>
                  <a:lnTo>
                    <a:pt x="234494" y="1086503"/>
                  </a:lnTo>
                  <a:lnTo>
                    <a:pt x="234483" y="1086482"/>
                  </a:lnTo>
                  <a:lnTo>
                    <a:pt x="234470" y="1086453"/>
                  </a:lnTo>
                  <a:lnTo>
                    <a:pt x="234454" y="1086423"/>
                  </a:lnTo>
                  <a:lnTo>
                    <a:pt x="234447" y="1086401"/>
                  </a:lnTo>
                  <a:lnTo>
                    <a:pt x="234437" y="1086365"/>
                  </a:lnTo>
                  <a:lnTo>
                    <a:pt x="234435" y="1086343"/>
                  </a:lnTo>
                  <a:lnTo>
                    <a:pt x="234423" y="1086314"/>
                  </a:lnTo>
                  <a:lnTo>
                    <a:pt x="234420" y="1086305"/>
                  </a:lnTo>
                  <a:lnTo>
                    <a:pt x="234419" y="1086266"/>
                  </a:lnTo>
                  <a:lnTo>
                    <a:pt x="234421" y="1086259"/>
                  </a:lnTo>
                  <a:lnTo>
                    <a:pt x="234430" y="1086236"/>
                  </a:lnTo>
                  <a:lnTo>
                    <a:pt x="234446" y="1086209"/>
                  </a:lnTo>
                  <a:lnTo>
                    <a:pt x="234456" y="1086195"/>
                  </a:lnTo>
                  <a:lnTo>
                    <a:pt x="234469" y="1086186"/>
                  </a:lnTo>
                  <a:lnTo>
                    <a:pt x="234485" y="1086179"/>
                  </a:lnTo>
                  <a:lnTo>
                    <a:pt x="234488" y="1086173"/>
                  </a:lnTo>
                  <a:lnTo>
                    <a:pt x="234491" y="1086163"/>
                  </a:lnTo>
                  <a:lnTo>
                    <a:pt x="234495" y="1086154"/>
                  </a:lnTo>
                  <a:lnTo>
                    <a:pt x="234504" y="1086138"/>
                  </a:lnTo>
                  <a:lnTo>
                    <a:pt x="234506" y="1086131"/>
                  </a:lnTo>
                  <a:lnTo>
                    <a:pt x="234506" y="1086126"/>
                  </a:lnTo>
                  <a:lnTo>
                    <a:pt x="234504" y="1086105"/>
                  </a:lnTo>
                  <a:lnTo>
                    <a:pt x="234503" y="1086096"/>
                  </a:lnTo>
                  <a:lnTo>
                    <a:pt x="234503" y="1086087"/>
                  </a:lnTo>
                  <a:lnTo>
                    <a:pt x="234507" y="1086068"/>
                  </a:lnTo>
                  <a:lnTo>
                    <a:pt x="234533" y="1086041"/>
                  </a:lnTo>
                  <a:lnTo>
                    <a:pt x="234537" y="1086030"/>
                  </a:lnTo>
                  <a:lnTo>
                    <a:pt x="234536" y="1086002"/>
                  </a:lnTo>
                  <a:lnTo>
                    <a:pt x="234537" y="1085922"/>
                  </a:lnTo>
                  <a:lnTo>
                    <a:pt x="234538" y="1085885"/>
                  </a:lnTo>
                  <a:lnTo>
                    <a:pt x="234534" y="1085839"/>
                  </a:lnTo>
                  <a:lnTo>
                    <a:pt x="234530" y="1085801"/>
                  </a:lnTo>
                  <a:lnTo>
                    <a:pt x="234526" y="1085792"/>
                  </a:lnTo>
                  <a:lnTo>
                    <a:pt x="234519" y="1085784"/>
                  </a:lnTo>
                  <a:lnTo>
                    <a:pt x="234502" y="1085773"/>
                  </a:lnTo>
                  <a:lnTo>
                    <a:pt x="234472" y="1085757"/>
                  </a:lnTo>
                  <a:lnTo>
                    <a:pt x="234467" y="1085752"/>
                  </a:lnTo>
                  <a:lnTo>
                    <a:pt x="234479" y="1085740"/>
                  </a:lnTo>
                  <a:lnTo>
                    <a:pt x="234482" y="1085735"/>
                  </a:lnTo>
                  <a:lnTo>
                    <a:pt x="234478" y="1085721"/>
                  </a:lnTo>
                  <a:lnTo>
                    <a:pt x="234465" y="1085694"/>
                  </a:lnTo>
                  <a:lnTo>
                    <a:pt x="234452" y="1085676"/>
                  </a:lnTo>
                  <a:lnTo>
                    <a:pt x="234433" y="1085656"/>
                  </a:lnTo>
                  <a:lnTo>
                    <a:pt x="234418" y="1085631"/>
                  </a:lnTo>
                  <a:lnTo>
                    <a:pt x="234409" y="1085600"/>
                  </a:lnTo>
                  <a:lnTo>
                    <a:pt x="234404" y="1085572"/>
                  </a:lnTo>
                  <a:lnTo>
                    <a:pt x="234406" y="1085528"/>
                  </a:lnTo>
                  <a:lnTo>
                    <a:pt x="234406" y="1085507"/>
                  </a:lnTo>
                  <a:lnTo>
                    <a:pt x="234404" y="1085488"/>
                  </a:lnTo>
                  <a:lnTo>
                    <a:pt x="234399" y="1085468"/>
                  </a:lnTo>
                  <a:lnTo>
                    <a:pt x="234391" y="1085454"/>
                  </a:lnTo>
                  <a:lnTo>
                    <a:pt x="234373" y="1085406"/>
                  </a:lnTo>
                  <a:lnTo>
                    <a:pt x="234367" y="1085377"/>
                  </a:lnTo>
                  <a:lnTo>
                    <a:pt x="234365" y="1085350"/>
                  </a:lnTo>
                  <a:lnTo>
                    <a:pt x="234355" y="1085333"/>
                  </a:lnTo>
                  <a:lnTo>
                    <a:pt x="234342" y="1085323"/>
                  </a:lnTo>
                  <a:lnTo>
                    <a:pt x="234316" y="1085305"/>
                  </a:lnTo>
                  <a:lnTo>
                    <a:pt x="234292" y="1085286"/>
                  </a:lnTo>
                  <a:lnTo>
                    <a:pt x="234277" y="1085265"/>
                  </a:lnTo>
                  <a:lnTo>
                    <a:pt x="234273" y="1085252"/>
                  </a:lnTo>
                  <a:lnTo>
                    <a:pt x="234272" y="1085235"/>
                  </a:lnTo>
                  <a:lnTo>
                    <a:pt x="234271" y="1085222"/>
                  </a:lnTo>
                  <a:lnTo>
                    <a:pt x="234268" y="1085214"/>
                  </a:lnTo>
                  <a:lnTo>
                    <a:pt x="234264" y="1085209"/>
                  </a:lnTo>
                  <a:lnTo>
                    <a:pt x="234259" y="1085208"/>
                  </a:lnTo>
                  <a:lnTo>
                    <a:pt x="234249" y="1085208"/>
                  </a:lnTo>
                  <a:lnTo>
                    <a:pt x="234238" y="1085214"/>
                  </a:lnTo>
                  <a:lnTo>
                    <a:pt x="234189" y="1085242"/>
                  </a:lnTo>
                  <a:lnTo>
                    <a:pt x="234165" y="1085256"/>
                  </a:lnTo>
                  <a:lnTo>
                    <a:pt x="234153" y="1085260"/>
                  </a:lnTo>
                  <a:lnTo>
                    <a:pt x="234144" y="1085254"/>
                  </a:lnTo>
                  <a:lnTo>
                    <a:pt x="234132" y="1085233"/>
                  </a:lnTo>
                  <a:lnTo>
                    <a:pt x="234104" y="1085183"/>
                  </a:lnTo>
                  <a:lnTo>
                    <a:pt x="234094" y="1085170"/>
                  </a:lnTo>
                  <a:lnTo>
                    <a:pt x="234087" y="1085144"/>
                  </a:lnTo>
                  <a:lnTo>
                    <a:pt x="234085" y="1085118"/>
                  </a:lnTo>
                  <a:lnTo>
                    <a:pt x="234083" y="1085110"/>
                  </a:lnTo>
                  <a:lnTo>
                    <a:pt x="234078" y="1085104"/>
                  </a:lnTo>
                  <a:lnTo>
                    <a:pt x="234068" y="1085104"/>
                  </a:lnTo>
                  <a:lnTo>
                    <a:pt x="234051" y="1085108"/>
                  </a:lnTo>
                  <a:lnTo>
                    <a:pt x="234012" y="1085114"/>
                  </a:lnTo>
                  <a:lnTo>
                    <a:pt x="233983" y="1085127"/>
                  </a:lnTo>
                  <a:lnTo>
                    <a:pt x="233969" y="1085132"/>
                  </a:lnTo>
                  <a:lnTo>
                    <a:pt x="233958" y="1085134"/>
                  </a:lnTo>
                  <a:lnTo>
                    <a:pt x="233942" y="1085134"/>
                  </a:lnTo>
                  <a:lnTo>
                    <a:pt x="233927" y="1085127"/>
                  </a:lnTo>
                  <a:lnTo>
                    <a:pt x="233910" y="1085115"/>
                  </a:lnTo>
                  <a:lnTo>
                    <a:pt x="233894" y="1085109"/>
                  </a:lnTo>
                  <a:lnTo>
                    <a:pt x="233879" y="1085102"/>
                  </a:lnTo>
                  <a:lnTo>
                    <a:pt x="233858" y="1085091"/>
                  </a:lnTo>
                  <a:lnTo>
                    <a:pt x="233833" y="1085084"/>
                  </a:lnTo>
                  <a:lnTo>
                    <a:pt x="233798" y="1085075"/>
                  </a:lnTo>
                  <a:lnTo>
                    <a:pt x="233758" y="1085060"/>
                  </a:lnTo>
                  <a:lnTo>
                    <a:pt x="233724" y="1085058"/>
                  </a:lnTo>
                  <a:lnTo>
                    <a:pt x="233705" y="1085057"/>
                  </a:lnTo>
                  <a:lnTo>
                    <a:pt x="233690" y="1085051"/>
                  </a:lnTo>
                  <a:lnTo>
                    <a:pt x="233675" y="1085044"/>
                  </a:lnTo>
                  <a:lnTo>
                    <a:pt x="233658" y="1085037"/>
                  </a:lnTo>
                  <a:lnTo>
                    <a:pt x="233650" y="1085029"/>
                  </a:lnTo>
                  <a:lnTo>
                    <a:pt x="233644" y="1085017"/>
                  </a:lnTo>
                  <a:lnTo>
                    <a:pt x="233637" y="1085008"/>
                  </a:lnTo>
                  <a:lnTo>
                    <a:pt x="233615" y="1084991"/>
                  </a:lnTo>
                  <a:lnTo>
                    <a:pt x="233598" y="1084979"/>
                  </a:lnTo>
                  <a:lnTo>
                    <a:pt x="233581" y="1084967"/>
                  </a:lnTo>
                  <a:lnTo>
                    <a:pt x="233548" y="1084951"/>
                  </a:lnTo>
                  <a:lnTo>
                    <a:pt x="233511" y="1084932"/>
                  </a:lnTo>
                  <a:lnTo>
                    <a:pt x="233488" y="1084917"/>
                  </a:lnTo>
                  <a:lnTo>
                    <a:pt x="233466" y="1084903"/>
                  </a:lnTo>
                  <a:lnTo>
                    <a:pt x="233417" y="1084876"/>
                  </a:lnTo>
                  <a:lnTo>
                    <a:pt x="233374" y="1084856"/>
                  </a:lnTo>
                  <a:lnTo>
                    <a:pt x="233340" y="1084842"/>
                  </a:lnTo>
                  <a:lnTo>
                    <a:pt x="233323" y="1084837"/>
                  </a:lnTo>
                  <a:lnTo>
                    <a:pt x="233310" y="1084835"/>
                  </a:lnTo>
                  <a:lnTo>
                    <a:pt x="233297" y="1084832"/>
                  </a:lnTo>
                  <a:lnTo>
                    <a:pt x="233282" y="1084827"/>
                  </a:lnTo>
                  <a:lnTo>
                    <a:pt x="233264" y="1084817"/>
                  </a:lnTo>
                  <a:lnTo>
                    <a:pt x="233248" y="1084808"/>
                  </a:lnTo>
                  <a:lnTo>
                    <a:pt x="233237" y="1084802"/>
                  </a:lnTo>
                  <a:lnTo>
                    <a:pt x="233221" y="1084792"/>
                  </a:lnTo>
                  <a:lnTo>
                    <a:pt x="233169" y="1084775"/>
                  </a:lnTo>
                  <a:lnTo>
                    <a:pt x="233140" y="1084764"/>
                  </a:lnTo>
                  <a:lnTo>
                    <a:pt x="233127" y="1084758"/>
                  </a:lnTo>
                  <a:lnTo>
                    <a:pt x="233109" y="1084746"/>
                  </a:lnTo>
                  <a:lnTo>
                    <a:pt x="233104" y="1084740"/>
                  </a:lnTo>
                  <a:lnTo>
                    <a:pt x="233099" y="1084724"/>
                  </a:lnTo>
                  <a:lnTo>
                    <a:pt x="233092" y="1084684"/>
                  </a:lnTo>
                  <a:lnTo>
                    <a:pt x="233089" y="1084661"/>
                  </a:lnTo>
                  <a:lnTo>
                    <a:pt x="233090" y="1084637"/>
                  </a:lnTo>
                  <a:lnTo>
                    <a:pt x="233089" y="1084612"/>
                  </a:lnTo>
                  <a:lnTo>
                    <a:pt x="233092" y="1084605"/>
                  </a:lnTo>
                  <a:lnTo>
                    <a:pt x="233115" y="1084580"/>
                  </a:lnTo>
                  <a:lnTo>
                    <a:pt x="233129" y="1084568"/>
                  </a:lnTo>
                  <a:lnTo>
                    <a:pt x="233138" y="1084557"/>
                  </a:lnTo>
                  <a:lnTo>
                    <a:pt x="233139" y="1084546"/>
                  </a:lnTo>
                  <a:lnTo>
                    <a:pt x="233140" y="1084536"/>
                  </a:lnTo>
                  <a:lnTo>
                    <a:pt x="233133" y="1084527"/>
                  </a:lnTo>
                  <a:lnTo>
                    <a:pt x="233116" y="1084512"/>
                  </a:lnTo>
                  <a:lnTo>
                    <a:pt x="233087" y="1084493"/>
                  </a:lnTo>
                  <a:lnTo>
                    <a:pt x="233059" y="1084478"/>
                  </a:lnTo>
                  <a:lnTo>
                    <a:pt x="233054" y="1084468"/>
                  </a:lnTo>
                  <a:lnTo>
                    <a:pt x="233041" y="1084442"/>
                  </a:lnTo>
                  <a:lnTo>
                    <a:pt x="233019" y="1084402"/>
                  </a:lnTo>
                  <a:lnTo>
                    <a:pt x="232997" y="1084372"/>
                  </a:lnTo>
                  <a:lnTo>
                    <a:pt x="232979" y="1084361"/>
                  </a:lnTo>
                  <a:lnTo>
                    <a:pt x="232958" y="1084348"/>
                  </a:lnTo>
                  <a:lnTo>
                    <a:pt x="232936" y="1084341"/>
                  </a:lnTo>
                  <a:lnTo>
                    <a:pt x="232920" y="1084335"/>
                  </a:lnTo>
                  <a:lnTo>
                    <a:pt x="232900" y="1084324"/>
                  </a:lnTo>
                  <a:lnTo>
                    <a:pt x="232882" y="1084297"/>
                  </a:lnTo>
                  <a:lnTo>
                    <a:pt x="232855" y="1084263"/>
                  </a:lnTo>
                  <a:lnTo>
                    <a:pt x="232828" y="1084244"/>
                  </a:lnTo>
                  <a:lnTo>
                    <a:pt x="232807" y="1084233"/>
                  </a:lnTo>
                  <a:lnTo>
                    <a:pt x="232764" y="1084216"/>
                  </a:lnTo>
                  <a:lnTo>
                    <a:pt x="232748" y="1084205"/>
                  </a:lnTo>
                  <a:lnTo>
                    <a:pt x="232730" y="1084186"/>
                  </a:lnTo>
                  <a:lnTo>
                    <a:pt x="232704" y="1084147"/>
                  </a:lnTo>
                  <a:lnTo>
                    <a:pt x="232689" y="1084123"/>
                  </a:lnTo>
                  <a:lnTo>
                    <a:pt x="232684" y="1084104"/>
                  </a:lnTo>
                  <a:lnTo>
                    <a:pt x="232687" y="1084091"/>
                  </a:lnTo>
                  <a:lnTo>
                    <a:pt x="232699" y="1084060"/>
                  </a:lnTo>
                  <a:lnTo>
                    <a:pt x="232701" y="1084039"/>
                  </a:lnTo>
                  <a:lnTo>
                    <a:pt x="232700" y="1084013"/>
                  </a:lnTo>
                  <a:lnTo>
                    <a:pt x="232684" y="1083977"/>
                  </a:lnTo>
                  <a:lnTo>
                    <a:pt x="232651" y="1083911"/>
                  </a:lnTo>
                  <a:lnTo>
                    <a:pt x="232632" y="1083885"/>
                  </a:lnTo>
                  <a:lnTo>
                    <a:pt x="232623" y="1083874"/>
                  </a:lnTo>
                  <a:lnTo>
                    <a:pt x="232595" y="1083825"/>
                  </a:lnTo>
                  <a:lnTo>
                    <a:pt x="232581" y="1083797"/>
                  </a:lnTo>
                  <a:lnTo>
                    <a:pt x="232568" y="1083775"/>
                  </a:lnTo>
                  <a:lnTo>
                    <a:pt x="232560" y="1083746"/>
                  </a:lnTo>
                  <a:lnTo>
                    <a:pt x="232558" y="1083723"/>
                  </a:lnTo>
                  <a:lnTo>
                    <a:pt x="232565" y="1083700"/>
                  </a:lnTo>
                  <a:lnTo>
                    <a:pt x="232571" y="1083670"/>
                  </a:lnTo>
                  <a:lnTo>
                    <a:pt x="232582" y="1083643"/>
                  </a:lnTo>
                  <a:lnTo>
                    <a:pt x="232595" y="1083618"/>
                  </a:lnTo>
                  <a:lnTo>
                    <a:pt x="232606" y="1083605"/>
                  </a:lnTo>
                  <a:lnTo>
                    <a:pt x="232637" y="1083591"/>
                  </a:lnTo>
                  <a:lnTo>
                    <a:pt x="232663" y="1083573"/>
                  </a:lnTo>
                  <a:lnTo>
                    <a:pt x="232682" y="1083554"/>
                  </a:lnTo>
                  <a:lnTo>
                    <a:pt x="232710" y="1083515"/>
                  </a:lnTo>
                  <a:lnTo>
                    <a:pt x="232730" y="1083486"/>
                  </a:lnTo>
                  <a:lnTo>
                    <a:pt x="232739" y="1083462"/>
                  </a:lnTo>
                  <a:lnTo>
                    <a:pt x="232741" y="1083410"/>
                  </a:lnTo>
                  <a:lnTo>
                    <a:pt x="232735" y="1083355"/>
                  </a:lnTo>
                  <a:lnTo>
                    <a:pt x="232718" y="1083308"/>
                  </a:lnTo>
                  <a:lnTo>
                    <a:pt x="232707" y="1083284"/>
                  </a:lnTo>
                  <a:lnTo>
                    <a:pt x="232695" y="1083271"/>
                  </a:lnTo>
                  <a:lnTo>
                    <a:pt x="232687" y="1083269"/>
                  </a:lnTo>
                  <a:lnTo>
                    <a:pt x="232670" y="1083277"/>
                  </a:lnTo>
                  <a:lnTo>
                    <a:pt x="232649" y="1083284"/>
                  </a:lnTo>
                  <a:lnTo>
                    <a:pt x="232595" y="1083294"/>
                  </a:lnTo>
                  <a:lnTo>
                    <a:pt x="232534" y="1083296"/>
                  </a:lnTo>
                  <a:lnTo>
                    <a:pt x="232475" y="1083296"/>
                  </a:lnTo>
                  <a:lnTo>
                    <a:pt x="232415" y="1083306"/>
                  </a:lnTo>
                  <a:lnTo>
                    <a:pt x="232357" y="1083308"/>
                  </a:lnTo>
                  <a:lnTo>
                    <a:pt x="232301" y="1083312"/>
                  </a:lnTo>
                  <a:lnTo>
                    <a:pt x="232277" y="1083312"/>
                  </a:lnTo>
                  <a:lnTo>
                    <a:pt x="232253" y="1083302"/>
                  </a:lnTo>
                  <a:lnTo>
                    <a:pt x="232227" y="1083282"/>
                  </a:lnTo>
                  <a:lnTo>
                    <a:pt x="232208" y="1083274"/>
                  </a:lnTo>
                  <a:lnTo>
                    <a:pt x="232187" y="1083272"/>
                  </a:lnTo>
                  <a:lnTo>
                    <a:pt x="232144" y="1083273"/>
                  </a:lnTo>
                  <a:lnTo>
                    <a:pt x="232107" y="1083276"/>
                  </a:lnTo>
                  <a:lnTo>
                    <a:pt x="232072" y="1083276"/>
                  </a:lnTo>
                  <a:lnTo>
                    <a:pt x="232025" y="1083287"/>
                  </a:lnTo>
                  <a:lnTo>
                    <a:pt x="231997" y="1083288"/>
                  </a:lnTo>
                  <a:lnTo>
                    <a:pt x="231981" y="1083286"/>
                  </a:lnTo>
                  <a:lnTo>
                    <a:pt x="231960" y="1083278"/>
                  </a:lnTo>
                  <a:lnTo>
                    <a:pt x="231943" y="1083271"/>
                  </a:lnTo>
                  <a:lnTo>
                    <a:pt x="231928" y="1083260"/>
                  </a:lnTo>
                  <a:lnTo>
                    <a:pt x="231914" y="1083244"/>
                  </a:lnTo>
                  <a:lnTo>
                    <a:pt x="231894" y="1083224"/>
                  </a:lnTo>
                  <a:lnTo>
                    <a:pt x="231875" y="1083196"/>
                  </a:lnTo>
                  <a:lnTo>
                    <a:pt x="231847" y="1083157"/>
                  </a:lnTo>
                  <a:lnTo>
                    <a:pt x="231825" y="1083132"/>
                  </a:lnTo>
                  <a:lnTo>
                    <a:pt x="231794" y="1083101"/>
                  </a:lnTo>
                  <a:lnTo>
                    <a:pt x="231785" y="1083088"/>
                  </a:lnTo>
                  <a:lnTo>
                    <a:pt x="231783" y="1083080"/>
                  </a:lnTo>
                  <a:lnTo>
                    <a:pt x="231783" y="1083068"/>
                  </a:lnTo>
                  <a:lnTo>
                    <a:pt x="231788" y="1083047"/>
                  </a:lnTo>
                  <a:lnTo>
                    <a:pt x="231789" y="1083029"/>
                  </a:lnTo>
                  <a:lnTo>
                    <a:pt x="231786" y="1083004"/>
                  </a:lnTo>
                  <a:lnTo>
                    <a:pt x="231779" y="1082964"/>
                  </a:lnTo>
                  <a:lnTo>
                    <a:pt x="231766" y="1082945"/>
                  </a:lnTo>
                  <a:lnTo>
                    <a:pt x="231745" y="1082920"/>
                  </a:lnTo>
                  <a:lnTo>
                    <a:pt x="231722" y="1082902"/>
                  </a:lnTo>
                  <a:lnTo>
                    <a:pt x="231705" y="1082895"/>
                  </a:lnTo>
                  <a:lnTo>
                    <a:pt x="231679" y="1082885"/>
                  </a:lnTo>
                  <a:lnTo>
                    <a:pt x="231642" y="1082866"/>
                  </a:lnTo>
                  <a:lnTo>
                    <a:pt x="231629" y="1082858"/>
                  </a:lnTo>
                  <a:lnTo>
                    <a:pt x="231618" y="1082847"/>
                  </a:lnTo>
                  <a:lnTo>
                    <a:pt x="231614" y="1082835"/>
                  </a:lnTo>
                  <a:lnTo>
                    <a:pt x="231613" y="1082817"/>
                  </a:lnTo>
                  <a:lnTo>
                    <a:pt x="231615" y="1082757"/>
                  </a:lnTo>
                  <a:lnTo>
                    <a:pt x="231612" y="1082681"/>
                  </a:lnTo>
                  <a:lnTo>
                    <a:pt x="231614" y="1082562"/>
                  </a:lnTo>
                  <a:lnTo>
                    <a:pt x="231602" y="1082516"/>
                  </a:lnTo>
                  <a:lnTo>
                    <a:pt x="231573" y="1082465"/>
                  </a:lnTo>
                  <a:lnTo>
                    <a:pt x="231554" y="1082443"/>
                  </a:lnTo>
                  <a:lnTo>
                    <a:pt x="231522" y="1082412"/>
                  </a:lnTo>
                  <a:lnTo>
                    <a:pt x="231513" y="1082392"/>
                  </a:lnTo>
                  <a:lnTo>
                    <a:pt x="231511" y="1082357"/>
                  </a:lnTo>
                  <a:lnTo>
                    <a:pt x="231517" y="1082298"/>
                  </a:lnTo>
                  <a:lnTo>
                    <a:pt x="231522" y="1082262"/>
                  </a:lnTo>
                  <a:lnTo>
                    <a:pt x="231528" y="1082239"/>
                  </a:lnTo>
                  <a:lnTo>
                    <a:pt x="231530" y="1082228"/>
                  </a:lnTo>
                  <a:lnTo>
                    <a:pt x="231527" y="1082207"/>
                  </a:lnTo>
                  <a:lnTo>
                    <a:pt x="231522" y="1082189"/>
                  </a:lnTo>
                  <a:lnTo>
                    <a:pt x="231519" y="1082166"/>
                  </a:lnTo>
                  <a:lnTo>
                    <a:pt x="231516" y="1082127"/>
                  </a:lnTo>
                  <a:lnTo>
                    <a:pt x="231515" y="1082077"/>
                  </a:lnTo>
                  <a:lnTo>
                    <a:pt x="231504" y="1082048"/>
                  </a:lnTo>
                  <a:lnTo>
                    <a:pt x="231484" y="1082020"/>
                  </a:lnTo>
                  <a:lnTo>
                    <a:pt x="231477" y="1082008"/>
                  </a:lnTo>
                  <a:lnTo>
                    <a:pt x="231448" y="1081958"/>
                  </a:lnTo>
                  <a:lnTo>
                    <a:pt x="231434" y="1081942"/>
                  </a:lnTo>
                  <a:lnTo>
                    <a:pt x="231418" y="1081917"/>
                  </a:lnTo>
                  <a:lnTo>
                    <a:pt x="231413" y="1081908"/>
                  </a:lnTo>
                  <a:lnTo>
                    <a:pt x="231416" y="1081894"/>
                  </a:lnTo>
                  <a:lnTo>
                    <a:pt x="231415" y="1081881"/>
                  </a:lnTo>
                  <a:lnTo>
                    <a:pt x="231401" y="1081841"/>
                  </a:lnTo>
                  <a:lnTo>
                    <a:pt x="231393" y="1081802"/>
                  </a:lnTo>
                  <a:lnTo>
                    <a:pt x="231393" y="1081778"/>
                  </a:lnTo>
                  <a:lnTo>
                    <a:pt x="231391" y="1081763"/>
                  </a:lnTo>
                  <a:lnTo>
                    <a:pt x="231386" y="1081755"/>
                  </a:lnTo>
                  <a:lnTo>
                    <a:pt x="231363" y="1081730"/>
                  </a:lnTo>
                  <a:lnTo>
                    <a:pt x="231341" y="1081717"/>
                  </a:lnTo>
                  <a:lnTo>
                    <a:pt x="231324" y="1081705"/>
                  </a:lnTo>
                  <a:lnTo>
                    <a:pt x="231301" y="1081675"/>
                  </a:lnTo>
                  <a:lnTo>
                    <a:pt x="231287" y="1081663"/>
                  </a:lnTo>
                  <a:lnTo>
                    <a:pt x="231255" y="1081650"/>
                  </a:lnTo>
                  <a:lnTo>
                    <a:pt x="231223" y="1081633"/>
                  </a:lnTo>
                  <a:lnTo>
                    <a:pt x="231172" y="1081612"/>
                  </a:lnTo>
                  <a:lnTo>
                    <a:pt x="231143" y="1081598"/>
                  </a:lnTo>
                  <a:lnTo>
                    <a:pt x="231124" y="1081584"/>
                  </a:lnTo>
                  <a:lnTo>
                    <a:pt x="231103" y="1081567"/>
                  </a:lnTo>
                  <a:lnTo>
                    <a:pt x="231084" y="1081557"/>
                  </a:lnTo>
                  <a:lnTo>
                    <a:pt x="231058" y="1081538"/>
                  </a:lnTo>
                  <a:lnTo>
                    <a:pt x="231042" y="1081526"/>
                  </a:lnTo>
                  <a:lnTo>
                    <a:pt x="231028" y="1081509"/>
                  </a:lnTo>
                  <a:lnTo>
                    <a:pt x="231019" y="1081493"/>
                  </a:lnTo>
                  <a:lnTo>
                    <a:pt x="231006" y="1081467"/>
                  </a:lnTo>
                  <a:lnTo>
                    <a:pt x="230990" y="1081442"/>
                  </a:lnTo>
                  <a:lnTo>
                    <a:pt x="230976" y="1081429"/>
                  </a:lnTo>
                  <a:lnTo>
                    <a:pt x="230962" y="1081418"/>
                  </a:lnTo>
                  <a:lnTo>
                    <a:pt x="230940" y="1081404"/>
                  </a:lnTo>
                  <a:lnTo>
                    <a:pt x="230894" y="1081377"/>
                  </a:lnTo>
                  <a:lnTo>
                    <a:pt x="230856" y="1081363"/>
                  </a:lnTo>
                  <a:lnTo>
                    <a:pt x="230844" y="1081362"/>
                  </a:lnTo>
                  <a:lnTo>
                    <a:pt x="230834" y="1081360"/>
                  </a:lnTo>
                  <a:lnTo>
                    <a:pt x="230818" y="1081355"/>
                  </a:lnTo>
                  <a:lnTo>
                    <a:pt x="230802" y="1081344"/>
                  </a:lnTo>
                  <a:lnTo>
                    <a:pt x="230785" y="1081335"/>
                  </a:lnTo>
                  <a:lnTo>
                    <a:pt x="230772" y="1081332"/>
                  </a:lnTo>
                  <a:lnTo>
                    <a:pt x="230754" y="1081325"/>
                  </a:lnTo>
                  <a:lnTo>
                    <a:pt x="230732" y="1081323"/>
                  </a:lnTo>
                  <a:lnTo>
                    <a:pt x="230697" y="1081316"/>
                  </a:lnTo>
                  <a:lnTo>
                    <a:pt x="230675" y="1081309"/>
                  </a:lnTo>
                  <a:lnTo>
                    <a:pt x="230641" y="1081285"/>
                  </a:lnTo>
                  <a:lnTo>
                    <a:pt x="230615" y="1081267"/>
                  </a:lnTo>
                  <a:lnTo>
                    <a:pt x="230592" y="1081252"/>
                  </a:lnTo>
                  <a:lnTo>
                    <a:pt x="230563" y="1081228"/>
                  </a:lnTo>
                  <a:lnTo>
                    <a:pt x="230515" y="1081198"/>
                  </a:lnTo>
                  <a:lnTo>
                    <a:pt x="230483" y="1081173"/>
                  </a:lnTo>
                  <a:lnTo>
                    <a:pt x="230462" y="1081152"/>
                  </a:lnTo>
                  <a:lnTo>
                    <a:pt x="230409" y="1081119"/>
                  </a:lnTo>
                  <a:lnTo>
                    <a:pt x="230380" y="1081101"/>
                  </a:lnTo>
                  <a:lnTo>
                    <a:pt x="230345" y="1081075"/>
                  </a:lnTo>
                  <a:lnTo>
                    <a:pt x="230294" y="1081030"/>
                  </a:lnTo>
                  <a:lnTo>
                    <a:pt x="230218" y="1080959"/>
                  </a:lnTo>
                  <a:lnTo>
                    <a:pt x="230173" y="1080922"/>
                  </a:lnTo>
                  <a:lnTo>
                    <a:pt x="230152" y="1080906"/>
                  </a:lnTo>
                  <a:lnTo>
                    <a:pt x="230122" y="1080870"/>
                  </a:lnTo>
                  <a:lnTo>
                    <a:pt x="230103" y="1080853"/>
                  </a:lnTo>
                  <a:lnTo>
                    <a:pt x="230084" y="1080826"/>
                  </a:lnTo>
                  <a:lnTo>
                    <a:pt x="230064" y="1080785"/>
                  </a:lnTo>
                  <a:lnTo>
                    <a:pt x="230056" y="1080773"/>
                  </a:lnTo>
                  <a:lnTo>
                    <a:pt x="230030" y="1080737"/>
                  </a:lnTo>
                  <a:lnTo>
                    <a:pt x="230020" y="1080708"/>
                  </a:lnTo>
                  <a:lnTo>
                    <a:pt x="230016" y="1080683"/>
                  </a:lnTo>
                  <a:lnTo>
                    <a:pt x="230018" y="1080669"/>
                  </a:lnTo>
                  <a:lnTo>
                    <a:pt x="230026" y="1080652"/>
                  </a:lnTo>
                  <a:lnTo>
                    <a:pt x="230044" y="1080608"/>
                  </a:lnTo>
                  <a:lnTo>
                    <a:pt x="230049" y="1080575"/>
                  </a:lnTo>
                  <a:lnTo>
                    <a:pt x="230054" y="1080530"/>
                  </a:lnTo>
                  <a:lnTo>
                    <a:pt x="230057" y="1080515"/>
                  </a:lnTo>
                  <a:lnTo>
                    <a:pt x="230070" y="1080491"/>
                  </a:lnTo>
                  <a:lnTo>
                    <a:pt x="230073" y="1080474"/>
                  </a:lnTo>
                  <a:lnTo>
                    <a:pt x="230060" y="1080462"/>
                  </a:lnTo>
                  <a:lnTo>
                    <a:pt x="230039" y="1080447"/>
                  </a:lnTo>
                  <a:lnTo>
                    <a:pt x="230025" y="1080426"/>
                  </a:lnTo>
                  <a:lnTo>
                    <a:pt x="230007" y="1080401"/>
                  </a:lnTo>
                  <a:lnTo>
                    <a:pt x="229950" y="1080330"/>
                  </a:lnTo>
                  <a:lnTo>
                    <a:pt x="229935" y="1080307"/>
                  </a:lnTo>
                  <a:lnTo>
                    <a:pt x="229927" y="1080283"/>
                  </a:lnTo>
                  <a:lnTo>
                    <a:pt x="229896" y="1080214"/>
                  </a:lnTo>
                  <a:lnTo>
                    <a:pt x="229875" y="1080153"/>
                  </a:lnTo>
                  <a:lnTo>
                    <a:pt x="229861" y="1080123"/>
                  </a:lnTo>
                  <a:lnTo>
                    <a:pt x="229861" y="1080108"/>
                  </a:lnTo>
                  <a:lnTo>
                    <a:pt x="229865" y="1080100"/>
                  </a:lnTo>
                  <a:lnTo>
                    <a:pt x="229869" y="1080093"/>
                  </a:lnTo>
                  <a:lnTo>
                    <a:pt x="229870" y="1080083"/>
                  </a:lnTo>
                  <a:lnTo>
                    <a:pt x="229865" y="1080071"/>
                  </a:lnTo>
                  <a:lnTo>
                    <a:pt x="229857" y="1080055"/>
                  </a:lnTo>
                  <a:lnTo>
                    <a:pt x="229857" y="1080043"/>
                  </a:lnTo>
                  <a:lnTo>
                    <a:pt x="229862" y="1080030"/>
                  </a:lnTo>
                  <a:lnTo>
                    <a:pt x="229866" y="1080015"/>
                  </a:lnTo>
                  <a:lnTo>
                    <a:pt x="229877" y="1079990"/>
                  </a:lnTo>
                  <a:lnTo>
                    <a:pt x="229881" y="1079967"/>
                  </a:lnTo>
                  <a:lnTo>
                    <a:pt x="229876" y="1079953"/>
                  </a:lnTo>
                  <a:lnTo>
                    <a:pt x="229871" y="1079937"/>
                  </a:lnTo>
                  <a:lnTo>
                    <a:pt x="229860" y="1079924"/>
                  </a:lnTo>
                  <a:lnTo>
                    <a:pt x="229838" y="1079909"/>
                  </a:lnTo>
                  <a:lnTo>
                    <a:pt x="229821" y="1079889"/>
                  </a:lnTo>
                  <a:lnTo>
                    <a:pt x="229811" y="1079877"/>
                  </a:lnTo>
                  <a:lnTo>
                    <a:pt x="229801" y="1079834"/>
                  </a:lnTo>
                  <a:lnTo>
                    <a:pt x="229794" y="1079799"/>
                  </a:lnTo>
                  <a:lnTo>
                    <a:pt x="229790" y="1079757"/>
                  </a:lnTo>
                  <a:lnTo>
                    <a:pt x="229777" y="1079644"/>
                  </a:lnTo>
                  <a:lnTo>
                    <a:pt x="229752" y="1079538"/>
                  </a:lnTo>
                  <a:lnTo>
                    <a:pt x="229739" y="1079507"/>
                  </a:lnTo>
                  <a:lnTo>
                    <a:pt x="229730" y="1079479"/>
                  </a:lnTo>
                  <a:lnTo>
                    <a:pt x="229722" y="1079456"/>
                  </a:lnTo>
                  <a:lnTo>
                    <a:pt x="229715" y="1079434"/>
                  </a:lnTo>
                  <a:lnTo>
                    <a:pt x="229702" y="1079410"/>
                  </a:lnTo>
                  <a:lnTo>
                    <a:pt x="229683" y="1079373"/>
                  </a:lnTo>
                  <a:lnTo>
                    <a:pt x="229670" y="1079342"/>
                  </a:lnTo>
                  <a:lnTo>
                    <a:pt x="229655" y="1079313"/>
                  </a:lnTo>
                  <a:lnTo>
                    <a:pt x="229639" y="1079282"/>
                  </a:lnTo>
                  <a:lnTo>
                    <a:pt x="229623" y="1079251"/>
                  </a:lnTo>
                  <a:lnTo>
                    <a:pt x="229610" y="1079201"/>
                  </a:lnTo>
                  <a:lnTo>
                    <a:pt x="229596" y="1079155"/>
                  </a:lnTo>
                  <a:lnTo>
                    <a:pt x="229582" y="1079135"/>
                  </a:lnTo>
                  <a:lnTo>
                    <a:pt x="229568" y="1079122"/>
                  </a:lnTo>
                  <a:lnTo>
                    <a:pt x="229545" y="1079106"/>
                  </a:lnTo>
                  <a:lnTo>
                    <a:pt x="229523" y="1079086"/>
                  </a:lnTo>
                  <a:lnTo>
                    <a:pt x="229491" y="1079067"/>
                  </a:lnTo>
                  <a:lnTo>
                    <a:pt x="229429" y="1079030"/>
                  </a:lnTo>
                  <a:lnTo>
                    <a:pt x="229375" y="1079006"/>
                  </a:lnTo>
                  <a:lnTo>
                    <a:pt x="229341" y="1078992"/>
                  </a:lnTo>
                  <a:lnTo>
                    <a:pt x="229320" y="1078984"/>
                  </a:lnTo>
                  <a:lnTo>
                    <a:pt x="229286" y="1078965"/>
                  </a:lnTo>
                  <a:lnTo>
                    <a:pt x="229265" y="1078950"/>
                  </a:lnTo>
                  <a:lnTo>
                    <a:pt x="229239" y="1078930"/>
                  </a:lnTo>
                  <a:lnTo>
                    <a:pt x="229215" y="1078913"/>
                  </a:lnTo>
                  <a:lnTo>
                    <a:pt x="229198" y="1078896"/>
                  </a:lnTo>
                  <a:lnTo>
                    <a:pt x="229182" y="1078872"/>
                  </a:lnTo>
                  <a:lnTo>
                    <a:pt x="229170" y="1078854"/>
                  </a:lnTo>
                  <a:lnTo>
                    <a:pt x="229160" y="1078836"/>
                  </a:lnTo>
                  <a:lnTo>
                    <a:pt x="229139" y="1078805"/>
                  </a:lnTo>
                  <a:lnTo>
                    <a:pt x="229124" y="1078788"/>
                  </a:lnTo>
                  <a:lnTo>
                    <a:pt x="229113" y="1078765"/>
                  </a:lnTo>
                  <a:lnTo>
                    <a:pt x="229109" y="1078739"/>
                  </a:lnTo>
                  <a:lnTo>
                    <a:pt x="229104" y="1078725"/>
                  </a:lnTo>
                  <a:lnTo>
                    <a:pt x="229093" y="1078707"/>
                  </a:lnTo>
                  <a:lnTo>
                    <a:pt x="229082" y="1078693"/>
                  </a:lnTo>
                  <a:lnTo>
                    <a:pt x="229067" y="1078677"/>
                  </a:lnTo>
                  <a:lnTo>
                    <a:pt x="229059" y="1078664"/>
                  </a:lnTo>
                  <a:lnTo>
                    <a:pt x="229046" y="1078641"/>
                  </a:lnTo>
                  <a:lnTo>
                    <a:pt x="229038" y="1078620"/>
                  </a:lnTo>
                  <a:lnTo>
                    <a:pt x="229021" y="1078597"/>
                  </a:lnTo>
                  <a:lnTo>
                    <a:pt x="229013" y="1078587"/>
                  </a:lnTo>
                  <a:lnTo>
                    <a:pt x="228996" y="1078555"/>
                  </a:lnTo>
                  <a:lnTo>
                    <a:pt x="228985" y="1078545"/>
                  </a:lnTo>
                  <a:lnTo>
                    <a:pt x="228970" y="1078540"/>
                  </a:lnTo>
                  <a:lnTo>
                    <a:pt x="228957" y="1078536"/>
                  </a:lnTo>
                  <a:lnTo>
                    <a:pt x="228936" y="1078536"/>
                  </a:lnTo>
                  <a:lnTo>
                    <a:pt x="228910" y="1078544"/>
                  </a:lnTo>
                  <a:lnTo>
                    <a:pt x="228882" y="1078557"/>
                  </a:lnTo>
                  <a:lnTo>
                    <a:pt x="228835" y="1078585"/>
                  </a:lnTo>
                  <a:lnTo>
                    <a:pt x="228798" y="1078607"/>
                  </a:lnTo>
                  <a:lnTo>
                    <a:pt x="228779" y="1078616"/>
                  </a:lnTo>
                  <a:lnTo>
                    <a:pt x="228757" y="1078626"/>
                  </a:lnTo>
                  <a:lnTo>
                    <a:pt x="228717" y="1078635"/>
                  </a:lnTo>
                  <a:lnTo>
                    <a:pt x="228657" y="1078649"/>
                  </a:lnTo>
                  <a:lnTo>
                    <a:pt x="228632" y="1078657"/>
                  </a:lnTo>
                  <a:lnTo>
                    <a:pt x="228609" y="1078669"/>
                  </a:lnTo>
                  <a:lnTo>
                    <a:pt x="228587" y="1078691"/>
                  </a:lnTo>
                  <a:lnTo>
                    <a:pt x="228568" y="1078717"/>
                  </a:lnTo>
                  <a:lnTo>
                    <a:pt x="228555" y="1078754"/>
                  </a:lnTo>
                  <a:lnTo>
                    <a:pt x="228542" y="1078781"/>
                  </a:lnTo>
                  <a:lnTo>
                    <a:pt x="228529" y="1078807"/>
                  </a:lnTo>
                  <a:lnTo>
                    <a:pt x="228525" y="1078831"/>
                  </a:lnTo>
                  <a:lnTo>
                    <a:pt x="228524" y="1078850"/>
                  </a:lnTo>
                  <a:lnTo>
                    <a:pt x="228529" y="1078870"/>
                  </a:lnTo>
                  <a:lnTo>
                    <a:pt x="228537" y="1078899"/>
                  </a:lnTo>
                  <a:lnTo>
                    <a:pt x="228545" y="1078922"/>
                  </a:lnTo>
                  <a:lnTo>
                    <a:pt x="228556" y="1078975"/>
                  </a:lnTo>
                  <a:lnTo>
                    <a:pt x="228559" y="1079004"/>
                  </a:lnTo>
                  <a:lnTo>
                    <a:pt x="228554" y="1079040"/>
                  </a:lnTo>
                  <a:lnTo>
                    <a:pt x="228549" y="1079070"/>
                  </a:lnTo>
                  <a:lnTo>
                    <a:pt x="228549" y="1079086"/>
                  </a:lnTo>
                  <a:lnTo>
                    <a:pt x="228561" y="1079109"/>
                  </a:lnTo>
                  <a:lnTo>
                    <a:pt x="228583" y="1079125"/>
                  </a:lnTo>
                  <a:lnTo>
                    <a:pt x="228615" y="1079139"/>
                  </a:lnTo>
                  <a:lnTo>
                    <a:pt x="228653" y="1079165"/>
                  </a:lnTo>
                  <a:lnTo>
                    <a:pt x="228687" y="1079212"/>
                  </a:lnTo>
                  <a:lnTo>
                    <a:pt x="228713" y="1079240"/>
                  </a:lnTo>
                  <a:lnTo>
                    <a:pt x="228731" y="1079265"/>
                  </a:lnTo>
                  <a:lnTo>
                    <a:pt x="228743" y="1079302"/>
                  </a:lnTo>
                  <a:lnTo>
                    <a:pt x="228747" y="1079326"/>
                  </a:lnTo>
                  <a:lnTo>
                    <a:pt x="228747" y="1079348"/>
                  </a:lnTo>
                  <a:lnTo>
                    <a:pt x="228738" y="1079366"/>
                  </a:lnTo>
                  <a:lnTo>
                    <a:pt x="228727" y="1079384"/>
                  </a:lnTo>
                  <a:lnTo>
                    <a:pt x="228718" y="1079413"/>
                  </a:lnTo>
                  <a:lnTo>
                    <a:pt x="228719" y="1079434"/>
                  </a:lnTo>
                  <a:lnTo>
                    <a:pt x="228720" y="1079456"/>
                  </a:lnTo>
                  <a:lnTo>
                    <a:pt x="228718" y="1079477"/>
                  </a:lnTo>
                  <a:lnTo>
                    <a:pt x="228714" y="1079489"/>
                  </a:lnTo>
                  <a:lnTo>
                    <a:pt x="228703" y="1079510"/>
                  </a:lnTo>
                  <a:lnTo>
                    <a:pt x="228691" y="1079521"/>
                  </a:lnTo>
                  <a:lnTo>
                    <a:pt x="228665" y="1079533"/>
                  </a:lnTo>
                  <a:lnTo>
                    <a:pt x="228635" y="1079543"/>
                  </a:lnTo>
                  <a:lnTo>
                    <a:pt x="228585" y="1079556"/>
                  </a:lnTo>
                  <a:lnTo>
                    <a:pt x="228553" y="1079557"/>
                  </a:lnTo>
                  <a:lnTo>
                    <a:pt x="228523" y="1079555"/>
                  </a:lnTo>
                  <a:lnTo>
                    <a:pt x="228496" y="1079547"/>
                  </a:lnTo>
                  <a:lnTo>
                    <a:pt x="228474" y="1079542"/>
                  </a:lnTo>
                  <a:lnTo>
                    <a:pt x="228441" y="1079533"/>
                  </a:lnTo>
                  <a:lnTo>
                    <a:pt x="228411" y="1079531"/>
                  </a:lnTo>
                  <a:lnTo>
                    <a:pt x="228343" y="1079514"/>
                  </a:lnTo>
                  <a:lnTo>
                    <a:pt x="228319" y="1079508"/>
                  </a:lnTo>
                  <a:lnTo>
                    <a:pt x="228282" y="1079497"/>
                  </a:lnTo>
                  <a:lnTo>
                    <a:pt x="228254" y="1079489"/>
                  </a:lnTo>
                  <a:lnTo>
                    <a:pt x="228234" y="1079484"/>
                  </a:lnTo>
                  <a:lnTo>
                    <a:pt x="228204" y="1079478"/>
                  </a:lnTo>
                  <a:lnTo>
                    <a:pt x="228163" y="1079471"/>
                  </a:lnTo>
                  <a:lnTo>
                    <a:pt x="228136" y="1079474"/>
                  </a:lnTo>
                  <a:lnTo>
                    <a:pt x="228114" y="1079481"/>
                  </a:lnTo>
                  <a:lnTo>
                    <a:pt x="228071" y="1079495"/>
                  </a:lnTo>
                  <a:lnTo>
                    <a:pt x="228037" y="1079512"/>
                  </a:lnTo>
                  <a:lnTo>
                    <a:pt x="228010" y="1079526"/>
                  </a:lnTo>
                  <a:lnTo>
                    <a:pt x="227987" y="1079543"/>
                  </a:lnTo>
                  <a:lnTo>
                    <a:pt x="227961" y="1079562"/>
                  </a:lnTo>
                  <a:lnTo>
                    <a:pt x="227943" y="1079572"/>
                  </a:lnTo>
                  <a:lnTo>
                    <a:pt x="227906" y="1079575"/>
                  </a:lnTo>
                  <a:lnTo>
                    <a:pt x="227870" y="1079574"/>
                  </a:lnTo>
                  <a:lnTo>
                    <a:pt x="227831" y="1079572"/>
                  </a:lnTo>
                  <a:lnTo>
                    <a:pt x="227801" y="1079570"/>
                  </a:lnTo>
                  <a:lnTo>
                    <a:pt x="227727" y="1079556"/>
                  </a:lnTo>
                  <a:lnTo>
                    <a:pt x="227676" y="1079549"/>
                  </a:lnTo>
                  <a:lnTo>
                    <a:pt x="227651" y="1079541"/>
                  </a:lnTo>
                  <a:lnTo>
                    <a:pt x="227622" y="1079531"/>
                  </a:lnTo>
                  <a:lnTo>
                    <a:pt x="227569" y="1079516"/>
                  </a:lnTo>
                  <a:lnTo>
                    <a:pt x="227546" y="1079510"/>
                  </a:lnTo>
                  <a:lnTo>
                    <a:pt x="227506" y="1079498"/>
                  </a:lnTo>
                  <a:lnTo>
                    <a:pt x="227473" y="1079485"/>
                  </a:lnTo>
                  <a:lnTo>
                    <a:pt x="227425" y="1079473"/>
                  </a:lnTo>
                  <a:lnTo>
                    <a:pt x="227396" y="1079466"/>
                  </a:lnTo>
                  <a:lnTo>
                    <a:pt x="227361" y="1079451"/>
                  </a:lnTo>
                  <a:lnTo>
                    <a:pt x="227337" y="1079442"/>
                  </a:lnTo>
                  <a:lnTo>
                    <a:pt x="227310" y="1079430"/>
                  </a:lnTo>
                  <a:lnTo>
                    <a:pt x="227280" y="1079417"/>
                  </a:lnTo>
                  <a:lnTo>
                    <a:pt x="227252" y="1079405"/>
                  </a:lnTo>
                  <a:lnTo>
                    <a:pt x="227208" y="1079383"/>
                  </a:lnTo>
                  <a:lnTo>
                    <a:pt x="227173" y="1079368"/>
                  </a:lnTo>
                  <a:lnTo>
                    <a:pt x="227151" y="1079357"/>
                  </a:lnTo>
                  <a:lnTo>
                    <a:pt x="227118" y="1079346"/>
                  </a:lnTo>
                  <a:lnTo>
                    <a:pt x="227079" y="1079330"/>
                  </a:lnTo>
                  <a:lnTo>
                    <a:pt x="227062" y="1079328"/>
                  </a:lnTo>
                  <a:lnTo>
                    <a:pt x="227043" y="1079324"/>
                  </a:lnTo>
                  <a:lnTo>
                    <a:pt x="227037" y="1079319"/>
                  </a:lnTo>
                  <a:lnTo>
                    <a:pt x="227027" y="1079302"/>
                  </a:lnTo>
                  <a:lnTo>
                    <a:pt x="227014" y="1079279"/>
                  </a:lnTo>
                  <a:lnTo>
                    <a:pt x="226994" y="1079254"/>
                  </a:lnTo>
                  <a:lnTo>
                    <a:pt x="226978" y="1079235"/>
                  </a:lnTo>
                  <a:lnTo>
                    <a:pt x="226967" y="1079218"/>
                  </a:lnTo>
                  <a:lnTo>
                    <a:pt x="226962" y="1079190"/>
                  </a:lnTo>
                  <a:lnTo>
                    <a:pt x="226963" y="1079154"/>
                  </a:lnTo>
                  <a:lnTo>
                    <a:pt x="226958" y="1079124"/>
                  </a:lnTo>
                  <a:lnTo>
                    <a:pt x="226946" y="1079095"/>
                  </a:lnTo>
                  <a:lnTo>
                    <a:pt x="226943" y="1079070"/>
                  </a:lnTo>
                  <a:lnTo>
                    <a:pt x="226944" y="1079049"/>
                  </a:lnTo>
                  <a:lnTo>
                    <a:pt x="226942" y="1079028"/>
                  </a:lnTo>
                  <a:lnTo>
                    <a:pt x="226927" y="1079011"/>
                  </a:lnTo>
                  <a:lnTo>
                    <a:pt x="226894" y="1078979"/>
                  </a:lnTo>
                  <a:lnTo>
                    <a:pt x="226873" y="1078965"/>
                  </a:lnTo>
                  <a:lnTo>
                    <a:pt x="226844" y="1078947"/>
                  </a:lnTo>
                  <a:lnTo>
                    <a:pt x="226818" y="1078935"/>
                  </a:lnTo>
                  <a:lnTo>
                    <a:pt x="226797" y="1078932"/>
                  </a:lnTo>
                  <a:lnTo>
                    <a:pt x="226776" y="1078932"/>
                  </a:lnTo>
                  <a:lnTo>
                    <a:pt x="226742" y="1078935"/>
                  </a:lnTo>
                  <a:lnTo>
                    <a:pt x="226699" y="1078945"/>
                  </a:lnTo>
                  <a:lnTo>
                    <a:pt x="226657" y="1078958"/>
                  </a:lnTo>
                  <a:lnTo>
                    <a:pt x="226619" y="1078969"/>
                  </a:lnTo>
                  <a:lnTo>
                    <a:pt x="226582" y="1078982"/>
                  </a:lnTo>
                  <a:lnTo>
                    <a:pt x="226552" y="1078994"/>
                  </a:lnTo>
                  <a:lnTo>
                    <a:pt x="226505" y="1079000"/>
                  </a:lnTo>
                  <a:lnTo>
                    <a:pt x="226446" y="1078999"/>
                  </a:lnTo>
                  <a:lnTo>
                    <a:pt x="226371" y="1078995"/>
                  </a:lnTo>
                  <a:lnTo>
                    <a:pt x="226352" y="1078991"/>
                  </a:lnTo>
                  <a:lnTo>
                    <a:pt x="226336" y="1078988"/>
                  </a:lnTo>
                  <a:lnTo>
                    <a:pt x="226318" y="1078988"/>
                  </a:lnTo>
                  <a:lnTo>
                    <a:pt x="226286" y="1079002"/>
                  </a:lnTo>
                  <a:lnTo>
                    <a:pt x="226258" y="1079014"/>
                  </a:lnTo>
                  <a:lnTo>
                    <a:pt x="226223" y="1079028"/>
                  </a:lnTo>
                  <a:lnTo>
                    <a:pt x="226179" y="1079050"/>
                  </a:lnTo>
                  <a:lnTo>
                    <a:pt x="226128" y="1079069"/>
                  </a:lnTo>
                  <a:lnTo>
                    <a:pt x="226096" y="1079077"/>
                  </a:lnTo>
                  <a:lnTo>
                    <a:pt x="226069" y="1079081"/>
                  </a:lnTo>
                  <a:lnTo>
                    <a:pt x="226022" y="1079081"/>
                  </a:lnTo>
                  <a:lnTo>
                    <a:pt x="225992" y="1079079"/>
                  </a:lnTo>
                  <a:lnTo>
                    <a:pt x="225980" y="1079075"/>
                  </a:lnTo>
                  <a:lnTo>
                    <a:pt x="225968" y="1079068"/>
                  </a:lnTo>
                  <a:lnTo>
                    <a:pt x="225958" y="1079057"/>
                  </a:lnTo>
                  <a:lnTo>
                    <a:pt x="225952" y="1079044"/>
                  </a:lnTo>
                  <a:lnTo>
                    <a:pt x="225931" y="1079006"/>
                  </a:lnTo>
                  <a:lnTo>
                    <a:pt x="225912" y="1078983"/>
                  </a:lnTo>
                  <a:lnTo>
                    <a:pt x="225893" y="1078957"/>
                  </a:lnTo>
                  <a:lnTo>
                    <a:pt x="225869" y="1078936"/>
                  </a:lnTo>
                  <a:lnTo>
                    <a:pt x="225843" y="1078926"/>
                  </a:lnTo>
                  <a:lnTo>
                    <a:pt x="225816" y="1078917"/>
                  </a:lnTo>
                  <a:lnTo>
                    <a:pt x="225789" y="1078907"/>
                  </a:lnTo>
                  <a:lnTo>
                    <a:pt x="225767" y="1078896"/>
                  </a:lnTo>
                  <a:lnTo>
                    <a:pt x="225732" y="1078890"/>
                  </a:lnTo>
                  <a:lnTo>
                    <a:pt x="225710" y="1078886"/>
                  </a:lnTo>
                  <a:lnTo>
                    <a:pt x="225694" y="1078881"/>
                  </a:lnTo>
                  <a:lnTo>
                    <a:pt x="225676" y="1078871"/>
                  </a:lnTo>
                  <a:lnTo>
                    <a:pt x="225656" y="1078855"/>
                  </a:lnTo>
                  <a:lnTo>
                    <a:pt x="225635" y="1078835"/>
                  </a:lnTo>
                  <a:lnTo>
                    <a:pt x="225613" y="1078823"/>
                  </a:lnTo>
                  <a:lnTo>
                    <a:pt x="225578" y="1078810"/>
                  </a:lnTo>
                  <a:lnTo>
                    <a:pt x="225553" y="1078798"/>
                  </a:lnTo>
                  <a:lnTo>
                    <a:pt x="225528" y="1078791"/>
                  </a:lnTo>
                  <a:lnTo>
                    <a:pt x="225466" y="1078754"/>
                  </a:lnTo>
                  <a:lnTo>
                    <a:pt x="225418" y="1078714"/>
                  </a:lnTo>
                  <a:lnTo>
                    <a:pt x="225393" y="1078690"/>
                  </a:lnTo>
                  <a:lnTo>
                    <a:pt x="225382" y="1078674"/>
                  </a:lnTo>
                  <a:lnTo>
                    <a:pt x="225379" y="1078660"/>
                  </a:lnTo>
                  <a:lnTo>
                    <a:pt x="225383" y="1078633"/>
                  </a:lnTo>
                  <a:lnTo>
                    <a:pt x="225396" y="1078597"/>
                  </a:lnTo>
                  <a:lnTo>
                    <a:pt x="225412" y="1078561"/>
                  </a:lnTo>
                  <a:lnTo>
                    <a:pt x="225425" y="1078512"/>
                  </a:lnTo>
                  <a:lnTo>
                    <a:pt x="225433" y="1078485"/>
                  </a:lnTo>
                  <a:lnTo>
                    <a:pt x="225429" y="1078445"/>
                  </a:lnTo>
                  <a:lnTo>
                    <a:pt x="225421" y="1078419"/>
                  </a:lnTo>
                  <a:lnTo>
                    <a:pt x="225391" y="1078345"/>
                  </a:lnTo>
                  <a:lnTo>
                    <a:pt x="225357" y="1078296"/>
                  </a:lnTo>
                  <a:lnTo>
                    <a:pt x="225321" y="1078258"/>
                  </a:lnTo>
                  <a:lnTo>
                    <a:pt x="225286" y="1078229"/>
                  </a:lnTo>
                  <a:lnTo>
                    <a:pt x="225256" y="1078202"/>
                  </a:lnTo>
                  <a:lnTo>
                    <a:pt x="225216" y="1078184"/>
                  </a:lnTo>
                  <a:lnTo>
                    <a:pt x="225191" y="1078182"/>
                  </a:lnTo>
                  <a:lnTo>
                    <a:pt x="225125" y="1078157"/>
                  </a:lnTo>
                  <a:lnTo>
                    <a:pt x="225084" y="1078147"/>
                  </a:lnTo>
                  <a:lnTo>
                    <a:pt x="225052" y="1078126"/>
                  </a:lnTo>
                  <a:lnTo>
                    <a:pt x="225029" y="1078111"/>
                  </a:lnTo>
                  <a:lnTo>
                    <a:pt x="225007" y="1078085"/>
                  </a:lnTo>
                  <a:lnTo>
                    <a:pt x="224986" y="1078058"/>
                  </a:lnTo>
                  <a:lnTo>
                    <a:pt x="224973" y="1078029"/>
                  </a:lnTo>
                  <a:lnTo>
                    <a:pt x="224965" y="1078003"/>
                  </a:lnTo>
                  <a:lnTo>
                    <a:pt x="224965" y="1077959"/>
                  </a:lnTo>
                  <a:lnTo>
                    <a:pt x="224955" y="1077892"/>
                  </a:lnTo>
                  <a:lnTo>
                    <a:pt x="224959" y="1077878"/>
                  </a:lnTo>
                  <a:lnTo>
                    <a:pt x="224975" y="1077866"/>
                  </a:lnTo>
                  <a:lnTo>
                    <a:pt x="224996" y="1077856"/>
                  </a:lnTo>
                  <a:lnTo>
                    <a:pt x="225020" y="1077847"/>
                  </a:lnTo>
                  <a:lnTo>
                    <a:pt x="225033" y="1077847"/>
                  </a:lnTo>
                  <a:lnTo>
                    <a:pt x="225102" y="1077830"/>
                  </a:lnTo>
                  <a:lnTo>
                    <a:pt x="225137" y="1077816"/>
                  </a:lnTo>
                  <a:lnTo>
                    <a:pt x="225166" y="1077784"/>
                  </a:lnTo>
                  <a:lnTo>
                    <a:pt x="225193" y="1077752"/>
                  </a:lnTo>
                  <a:lnTo>
                    <a:pt x="225210" y="1077722"/>
                  </a:lnTo>
                  <a:lnTo>
                    <a:pt x="225217" y="1077706"/>
                  </a:lnTo>
                  <a:lnTo>
                    <a:pt x="225218" y="1077695"/>
                  </a:lnTo>
                  <a:lnTo>
                    <a:pt x="225215" y="1077689"/>
                  </a:lnTo>
                  <a:lnTo>
                    <a:pt x="225210" y="1077680"/>
                  </a:lnTo>
                  <a:lnTo>
                    <a:pt x="225201" y="1077671"/>
                  </a:lnTo>
                  <a:lnTo>
                    <a:pt x="225188" y="1077659"/>
                  </a:lnTo>
                  <a:lnTo>
                    <a:pt x="225181" y="1077656"/>
                  </a:lnTo>
                  <a:lnTo>
                    <a:pt x="225172" y="1077652"/>
                  </a:lnTo>
                  <a:lnTo>
                    <a:pt x="225161" y="1077640"/>
                  </a:lnTo>
                  <a:lnTo>
                    <a:pt x="225151" y="1077629"/>
                  </a:lnTo>
                  <a:lnTo>
                    <a:pt x="225134" y="1077605"/>
                  </a:lnTo>
                  <a:lnTo>
                    <a:pt x="225119" y="1077582"/>
                  </a:lnTo>
                  <a:lnTo>
                    <a:pt x="225111" y="1077569"/>
                  </a:lnTo>
                  <a:lnTo>
                    <a:pt x="225099" y="1077553"/>
                  </a:lnTo>
                  <a:lnTo>
                    <a:pt x="225086" y="1077541"/>
                  </a:lnTo>
                  <a:lnTo>
                    <a:pt x="225066" y="1077524"/>
                  </a:lnTo>
                  <a:lnTo>
                    <a:pt x="225050" y="1077509"/>
                  </a:lnTo>
                  <a:lnTo>
                    <a:pt x="225035" y="1077492"/>
                  </a:lnTo>
                  <a:lnTo>
                    <a:pt x="225021" y="1077481"/>
                  </a:lnTo>
                  <a:lnTo>
                    <a:pt x="225010" y="1077475"/>
                  </a:lnTo>
                  <a:lnTo>
                    <a:pt x="224993" y="1077467"/>
                  </a:lnTo>
                  <a:lnTo>
                    <a:pt x="224967" y="1077451"/>
                  </a:lnTo>
                  <a:lnTo>
                    <a:pt x="224947" y="1077441"/>
                  </a:lnTo>
                  <a:lnTo>
                    <a:pt x="224934" y="1077434"/>
                  </a:lnTo>
                  <a:lnTo>
                    <a:pt x="224924" y="1077426"/>
                  </a:lnTo>
                  <a:lnTo>
                    <a:pt x="224906" y="1077421"/>
                  </a:lnTo>
                  <a:lnTo>
                    <a:pt x="224902" y="1077419"/>
                  </a:lnTo>
                  <a:lnTo>
                    <a:pt x="224862" y="1077393"/>
                  </a:lnTo>
                  <a:lnTo>
                    <a:pt x="224838" y="1077373"/>
                  </a:lnTo>
                  <a:lnTo>
                    <a:pt x="224813" y="1077355"/>
                  </a:lnTo>
                  <a:lnTo>
                    <a:pt x="224781" y="1077331"/>
                  </a:lnTo>
                  <a:lnTo>
                    <a:pt x="224756" y="1077309"/>
                  </a:lnTo>
                  <a:lnTo>
                    <a:pt x="224745" y="1077294"/>
                  </a:lnTo>
                  <a:lnTo>
                    <a:pt x="224744" y="1077280"/>
                  </a:lnTo>
                  <a:lnTo>
                    <a:pt x="224751" y="1077258"/>
                  </a:lnTo>
                  <a:lnTo>
                    <a:pt x="224763" y="1077225"/>
                  </a:lnTo>
                  <a:lnTo>
                    <a:pt x="224777" y="1077190"/>
                  </a:lnTo>
                  <a:lnTo>
                    <a:pt x="224791" y="1077170"/>
                  </a:lnTo>
                  <a:lnTo>
                    <a:pt x="224812" y="1077143"/>
                  </a:lnTo>
                  <a:lnTo>
                    <a:pt x="224829" y="1077124"/>
                  </a:lnTo>
                  <a:lnTo>
                    <a:pt x="224845" y="1077115"/>
                  </a:lnTo>
                  <a:lnTo>
                    <a:pt x="224867" y="1077109"/>
                  </a:lnTo>
                  <a:lnTo>
                    <a:pt x="224891" y="1077099"/>
                  </a:lnTo>
                  <a:lnTo>
                    <a:pt x="224918" y="1077084"/>
                  </a:lnTo>
                  <a:lnTo>
                    <a:pt x="224934" y="1077068"/>
                  </a:lnTo>
                  <a:lnTo>
                    <a:pt x="224952" y="1077051"/>
                  </a:lnTo>
                  <a:lnTo>
                    <a:pt x="224975" y="1077018"/>
                  </a:lnTo>
                  <a:lnTo>
                    <a:pt x="224986" y="1077002"/>
                  </a:lnTo>
                  <a:lnTo>
                    <a:pt x="224999" y="1076971"/>
                  </a:lnTo>
                  <a:lnTo>
                    <a:pt x="225008" y="1076945"/>
                  </a:lnTo>
                  <a:lnTo>
                    <a:pt x="225012" y="1076916"/>
                  </a:lnTo>
                  <a:lnTo>
                    <a:pt x="225005" y="1076893"/>
                  </a:lnTo>
                  <a:lnTo>
                    <a:pt x="224989" y="1076869"/>
                  </a:lnTo>
                  <a:lnTo>
                    <a:pt x="224974" y="1076847"/>
                  </a:lnTo>
                  <a:lnTo>
                    <a:pt x="224965" y="1076835"/>
                  </a:lnTo>
                  <a:lnTo>
                    <a:pt x="224952" y="1076816"/>
                  </a:lnTo>
                  <a:lnTo>
                    <a:pt x="224949" y="1076804"/>
                  </a:lnTo>
                  <a:lnTo>
                    <a:pt x="224944" y="1076797"/>
                  </a:lnTo>
                  <a:lnTo>
                    <a:pt x="224938" y="1076795"/>
                  </a:lnTo>
                  <a:lnTo>
                    <a:pt x="224921" y="1076791"/>
                  </a:lnTo>
                  <a:lnTo>
                    <a:pt x="224909" y="1076789"/>
                  </a:lnTo>
                  <a:lnTo>
                    <a:pt x="224885" y="1076774"/>
                  </a:lnTo>
                  <a:lnTo>
                    <a:pt x="224862" y="1076757"/>
                  </a:lnTo>
                  <a:lnTo>
                    <a:pt x="224840" y="1076744"/>
                  </a:lnTo>
                  <a:lnTo>
                    <a:pt x="224815" y="1076724"/>
                  </a:lnTo>
                  <a:lnTo>
                    <a:pt x="224796" y="1076701"/>
                  </a:lnTo>
                  <a:lnTo>
                    <a:pt x="224756" y="1076665"/>
                  </a:lnTo>
                  <a:lnTo>
                    <a:pt x="224741" y="1076654"/>
                  </a:lnTo>
                  <a:lnTo>
                    <a:pt x="224725" y="1076636"/>
                  </a:lnTo>
                  <a:lnTo>
                    <a:pt x="224712" y="1076608"/>
                  </a:lnTo>
                  <a:lnTo>
                    <a:pt x="224694" y="1076583"/>
                  </a:lnTo>
                  <a:lnTo>
                    <a:pt x="224677" y="1076567"/>
                  </a:lnTo>
                  <a:lnTo>
                    <a:pt x="224654" y="1076556"/>
                  </a:lnTo>
                  <a:lnTo>
                    <a:pt x="224605" y="1076545"/>
                  </a:lnTo>
                  <a:lnTo>
                    <a:pt x="224571" y="1076529"/>
                  </a:lnTo>
                  <a:lnTo>
                    <a:pt x="224536" y="1076515"/>
                  </a:lnTo>
                  <a:lnTo>
                    <a:pt x="224503" y="1076501"/>
                  </a:lnTo>
                  <a:lnTo>
                    <a:pt x="224473" y="1076492"/>
                  </a:lnTo>
                  <a:lnTo>
                    <a:pt x="224432" y="1076477"/>
                  </a:lnTo>
                  <a:lnTo>
                    <a:pt x="224415" y="1076467"/>
                  </a:lnTo>
                  <a:lnTo>
                    <a:pt x="224410" y="1076443"/>
                  </a:lnTo>
                  <a:lnTo>
                    <a:pt x="224404" y="1076412"/>
                  </a:lnTo>
                  <a:lnTo>
                    <a:pt x="224396" y="1076387"/>
                  </a:lnTo>
                  <a:lnTo>
                    <a:pt x="224368" y="1076345"/>
                  </a:lnTo>
                  <a:lnTo>
                    <a:pt x="224356" y="1076320"/>
                  </a:lnTo>
                  <a:lnTo>
                    <a:pt x="224335" y="1076301"/>
                  </a:lnTo>
                  <a:lnTo>
                    <a:pt x="224320" y="1076289"/>
                  </a:lnTo>
                  <a:lnTo>
                    <a:pt x="224286" y="1076270"/>
                  </a:lnTo>
                  <a:lnTo>
                    <a:pt x="224256" y="1076252"/>
                  </a:lnTo>
                  <a:lnTo>
                    <a:pt x="224240" y="1076238"/>
                  </a:lnTo>
                  <a:lnTo>
                    <a:pt x="224218" y="1076206"/>
                  </a:lnTo>
                  <a:lnTo>
                    <a:pt x="224205" y="1076174"/>
                  </a:lnTo>
                  <a:lnTo>
                    <a:pt x="224186" y="1076140"/>
                  </a:lnTo>
                  <a:lnTo>
                    <a:pt x="224171" y="1076104"/>
                  </a:lnTo>
                  <a:lnTo>
                    <a:pt x="224168" y="1076092"/>
                  </a:lnTo>
                  <a:lnTo>
                    <a:pt x="224166" y="1076082"/>
                  </a:lnTo>
                  <a:lnTo>
                    <a:pt x="224162" y="1076045"/>
                  </a:lnTo>
                  <a:lnTo>
                    <a:pt x="224163" y="1076001"/>
                  </a:lnTo>
                  <a:lnTo>
                    <a:pt x="224165" y="1075981"/>
                  </a:lnTo>
                  <a:lnTo>
                    <a:pt x="224168" y="1075974"/>
                  </a:lnTo>
                  <a:lnTo>
                    <a:pt x="224179" y="1075948"/>
                  </a:lnTo>
                  <a:lnTo>
                    <a:pt x="224199" y="1075923"/>
                  </a:lnTo>
                  <a:lnTo>
                    <a:pt x="224206" y="1075916"/>
                  </a:lnTo>
                  <a:lnTo>
                    <a:pt x="224218" y="1075909"/>
                  </a:lnTo>
                  <a:lnTo>
                    <a:pt x="224227" y="1075903"/>
                  </a:lnTo>
                  <a:lnTo>
                    <a:pt x="224237" y="1075900"/>
                  </a:lnTo>
                  <a:lnTo>
                    <a:pt x="224248" y="1075899"/>
                  </a:lnTo>
                  <a:lnTo>
                    <a:pt x="224259" y="1075898"/>
                  </a:lnTo>
                  <a:lnTo>
                    <a:pt x="224270" y="1075896"/>
                  </a:lnTo>
                  <a:lnTo>
                    <a:pt x="224280" y="1075894"/>
                  </a:lnTo>
                  <a:lnTo>
                    <a:pt x="224291" y="1075891"/>
                  </a:lnTo>
                  <a:lnTo>
                    <a:pt x="224301" y="1075888"/>
                  </a:lnTo>
                  <a:lnTo>
                    <a:pt x="224311" y="1075884"/>
                  </a:lnTo>
                  <a:lnTo>
                    <a:pt x="224321" y="1075880"/>
                  </a:lnTo>
                  <a:lnTo>
                    <a:pt x="224331" y="1075876"/>
                  </a:lnTo>
                  <a:lnTo>
                    <a:pt x="224341" y="1075872"/>
                  </a:lnTo>
                  <a:lnTo>
                    <a:pt x="224351" y="1075868"/>
                  </a:lnTo>
                  <a:lnTo>
                    <a:pt x="224361" y="1075864"/>
                  </a:lnTo>
                  <a:lnTo>
                    <a:pt x="224372" y="1075861"/>
                  </a:lnTo>
                  <a:lnTo>
                    <a:pt x="224382" y="1075857"/>
                  </a:lnTo>
                  <a:lnTo>
                    <a:pt x="224392" y="1075853"/>
                  </a:lnTo>
                  <a:lnTo>
                    <a:pt x="224401" y="1075847"/>
                  </a:lnTo>
                  <a:lnTo>
                    <a:pt x="224409" y="1075841"/>
                  </a:lnTo>
                  <a:lnTo>
                    <a:pt x="224417" y="1075833"/>
                  </a:lnTo>
                  <a:lnTo>
                    <a:pt x="224424" y="1075825"/>
                  </a:lnTo>
                  <a:lnTo>
                    <a:pt x="224432" y="1075818"/>
                  </a:lnTo>
                  <a:lnTo>
                    <a:pt x="224439" y="1075810"/>
                  </a:lnTo>
                  <a:lnTo>
                    <a:pt x="224447" y="1075803"/>
                  </a:lnTo>
                  <a:lnTo>
                    <a:pt x="224454" y="1075795"/>
                  </a:lnTo>
                  <a:lnTo>
                    <a:pt x="224461" y="1075786"/>
                  </a:lnTo>
                  <a:lnTo>
                    <a:pt x="224467" y="1075778"/>
                  </a:lnTo>
                  <a:lnTo>
                    <a:pt x="224473" y="1075769"/>
                  </a:lnTo>
                  <a:lnTo>
                    <a:pt x="224478" y="1075760"/>
                  </a:lnTo>
                  <a:lnTo>
                    <a:pt x="224483" y="1075750"/>
                  </a:lnTo>
                  <a:lnTo>
                    <a:pt x="224487" y="1075741"/>
                  </a:lnTo>
                  <a:lnTo>
                    <a:pt x="224490" y="1075730"/>
                  </a:lnTo>
                  <a:lnTo>
                    <a:pt x="224493" y="1075720"/>
                  </a:lnTo>
                  <a:lnTo>
                    <a:pt x="224495" y="1075710"/>
                  </a:lnTo>
                  <a:lnTo>
                    <a:pt x="224497" y="1075699"/>
                  </a:lnTo>
                  <a:lnTo>
                    <a:pt x="224500" y="1075689"/>
                  </a:lnTo>
                  <a:lnTo>
                    <a:pt x="224501" y="1075679"/>
                  </a:lnTo>
                  <a:lnTo>
                    <a:pt x="224502" y="1075668"/>
                  </a:lnTo>
                  <a:lnTo>
                    <a:pt x="224502" y="1075658"/>
                  </a:lnTo>
                  <a:lnTo>
                    <a:pt x="224502" y="1075647"/>
                  </a:lnTo>
                  <a:lnTo>
                    <a:pt x="224503" y="1075636"/>
                  </a:lnTo>
                  <a:lnTo>
                    <a:pt x="224503" y="1075626"/>
                  </a:lnTo>
                  <a:lnTo>
                    <a:pt x="224503" y="1075615"/>
                  </a:lnTo>
                  <a:lnTo>
                    <a:pt x="224501" y="1075605"/>
                  </a:lnTo>
                  <a:lnTo>
                    <a:pt x="224499" y="1075595"/>
                  </a:lnTo>
                  <a:lnTo>
                    <a:pt x="224495" y="1075585"/>
                  </a:lnTo>
                  <a:lnTo>
                    <a:pt x="224492" y="1075574"/>
                  </a:lnTo>
                  <a:lnTo>
                    <a:pt x="224490" y="1075564"/>
                  </a:lnTo>
                  <a:lnTo>
                    <a:pt x="224486" y="1075554"/>
                  </a:lnTo>
                  <a:lnTo>
                    <a:pt x="224482" y="1075545"/>
                  </a:lnTo>
                  <a:lnTo>
                    <a:pt x="224477" y="1075535"/>
                  </a:lnTo>
                  <a:lnTo>
                    <a:pt x="224472" y="1075526"/>
                  </a:lnTo>
                  <a:lnTo>
                    <a:pt x="224465" y="1075517"/>
                  </a:lnTo>
                  <a:lnTo>
                    <a:pt x="224458" y="1075510"/>
                  </a:lnTo>
                  <a:lnTo>
                    <a:pt x="224449" y="1075504"/>
                  </a:lnTo>
                  <a:lnTo>
                    <a:pt x="224440" y="1075498"/>
                  </a:lnTo>
                  <a:lnTo>
                    <a:pt x="224431" y="1075492"/>
                  </a:lnTo>
                  <a:lnTo>
                    <a:pt x="224422" y="1075486"/>
                  </a:lnTo>
                  <a:lnTo>
                    <a:pt x="224414" y="1075479"/>
                  </a:lnTo>
                  <a:lnTo>
                    <a:pt x="224406" y="1075472"/>
                  </a:lnTo>
                  <a:lnTo>
                    <a:pt x="224398" y="1075465"/>
                  </a:lnTo>
                  <a:lnTo>
                    <a:pt x="224389" y="1075459"/>
                  </a:lnTo>
                  <a:lnTo>
                    <a:pt x="224380" y="1075452"/>
                  </a:lnTo>
                  <a:lnTo>
                    <a:pt x="224373" y="1075445"/>
                  </a:lnTo>
                  <a:lnTo>
                    <a:pt x="224367" y="1075436"/>
                  </a:lnTo>
                  <a:lnTo>
                    <a:pt x="224360" y="1075428"/>
                  </a:lnTo>
                  <a:lnTo>
                    <a:pt x="224354" y="1075419"/>
                  </a:lnTo>
                  <a:lnTo>
                    <a:pt x="224350" y="1075409"/>
                  </a:lnTo>
                  <a:lnTo>
                    <a:pt x="224349" y="1075399"/>
                  </a:lnTo>
                  <a:lnTo>
                    <a:pt x="224347" y="1075388"/>
                  </a:lnTo>
                  <a:lnTo>
                    <a:pt x="224346" y="1075378"/>
                  </a:lnTo>
                  <a:lnTo>
                    <a:pt x="224346" y="1075367"/>
                  </a:lnTo>
                  <a:lnTo>
                    <a:pt x="224347" y="1075357"/>
                  </a:lnTo>
                  <a:lnTo>
                    <a:pt x="224349" y="1075346"/>
                  </a:lnTo>
                  <a:lnTo>
                    <a:pt x="224350" y="1075336"/>
                  </a:lnTo>
                  <a:lnTo>
                    <a:pt x="224350" y="1075325"/>
                  </a:lnTo>
                  <a:lnTo>
                    <a:pt x="224350" y="1075315"/>
                  </a:lnTo>
                  <a:lnTo>
                    <a:pt x="224350" y="1075304"/>
                  </a:lnTo>
                  <a:lnTo>
                    <a:pt x="224350" y="1075293"/>
                  </a:lnTo>
                  <a:lnTo>
                    <a:pt x="224349" y="1075283"/>
                  </a:lnTo>
                  <a:lnTo>
                    <a:pt x="224349" y="1075272"/>
                  </a:lnTo>
                  <a:lnTo>
                    <a:pt x="224348" y="1075262"/>
                  </a:lnTo>
                  <a:lnTo>
                    <a:pt x="224347" y="1075251"/>
                  </a:lnTo>
                  <a:lnTo>
                    <a:pt x="224346" y="1075241"/>
                  </a:lnTo>
                  <a:lnTo>
                    <a:pt x="224344" y="1075230"/>
                  </a:lnTo>
                  <a:lnTo>
                    <a:pt x="224341" y="1075220"/>
                  </a:lnTo>
                  <a:lnTo>
                    <a:pt x="224335" y="1075211"/>
                  </a:lnTo>
                  <a:lnTo>
                    <a:pt x="224329" y="1075203"/>
                  </a:lnTo>
                  <a:lnTo>
                    <a:pt x="224323" y="1075194"/>
                  </a:lnTo>
                  <a:lnTo>
                    <a:pt x="224316" y="1075186"/>
                  </a:lnTo>
                  <a:lnTo>
                    <a:pt x="224309" y="1075178"/>
                  </a:lnTo>
                  <a:lnTo>
                    <a:pt x="224301" y="1075170"/>
                  </a:lnTo>
                  <a:lnTo>
                    <a:pt x="224295" y="1075161"/>
                  </a:lnTo>
                  <a:lnTo>
                    <a:pt x="224297" y="1075151"/>
                  </a:lnTo>
                  <a:lnTo>
                    <a:pt x="224306" y="1075145"/>
                  </a:lnTo>
                  <a:lnTo>
                    <a:pt x="224313" y="1075137"/>
                  </a:lnTo>
                  <a:lnTo>
                    <a:pt x="224319" y="1075128"/>
                  </a:lnTo>
                  <a:lnTo>
                    <a:pt x="224324" y="1075119"/>
                  </a:lnTo>
                  <a:lnTo>
                    <a:pt x="224328" y="1075109"/>
                  </a:lnTo>
                  <a:lnTo>
                    <a:pt x="224331" y="1075099"/>
                  </a:lnTo>
                  <a:lnTo>
                    <a:pt x="224335" y="1075089"/>
                  </a:lnTo>
                  <a:lnTo>
                    <a:pt x="224340" y="1075080"/>
                  </a:lnTo>
                  <a:lnTo>
                    <a:pt x="224345" y="1075070"/>
                  </a:lnTo>
                  <a:lnTo>
                    <a:pt x="224350" y="1075061"/>
                  </a:lnTo>
                  <a:lnTo>
                    <a:pt x="224358" y="1075054"/>
                  </a:lnTo>
                  <a:lnTo>
                    <a:pt x="224366" y="1075047"/>
                  </a:lnTo>
                  <a:lnTo>
                    <a:pt x="224374" y="1075040"/>
                  </a:lnTo>
                  <a:lnTo>
                    <a:pt x="224381" y="1075032"/>
                  </a:lnTo>
                  <a:lnTo>
                    <a:pt x="224387" y="1075023"/>
                  </a:lnTo>
                  <a:lnTo>
                    <a:pt x="224393" y="1075014"/>
                  </a:lnTo>
                  <a:lnTo>
                    <a:pt x="224398" y="1075004"/>
                  </a:lnTo>
                  <a:lnTo>
                    <a:pt x="224403" y="1074995"/>
                  </a:lnTo>
                  <a:lnTo>
                    <a:pt x="224409" y="1074986"/>
                  </a:lnTo>
                  <a:lnTo>
                    <a:pt x="224415" y="1074978"/>
                  </a:lnTo>
                  <a:lnTo>
                    <a:pt x="224422" y="1074969"/>
                  </a:lnTo>
                  <a:lnTo>
                    <a:pt x="224428" y="1074960"/>
                  </a:lnTo>
                  <a:lnTo>
                    <a:pt x="224433" y="1074951"/>
                  </a:lnTo>
                  <a:lnTo>
                    <a:pt x="224437" y="1074941"/>
                  </a:lnTo>
                  <a:lnTo>
                    <a:pt x="224440" y="1074931"/>
                  </a:lnTo>
                  <a:lnTo>
                    <a:pt x="224442" y="1074921"/>
                  </a:lnTo>
                  <a:lnTo>
                    <a:pt x="224443" y="1074910"/>
                  </a:lnTo>
                  <a:lnTo>
                    <a:pt x="224444" y="1074900"/>
                  </a:lnTo>
                  <a:lnTo>
                    <a:pt x="224446" y="1074889"/>
                  </a:lnTo>
                  <a:lnTo>
                    <a:pt x="224448" y="1074879"/>
                  </a:lnTo>
                  <a:lnTo>
                    <a:pt x="224449" y="1074868"/>
                  </a:lnTo>
                  <a:lnTo>
                    <a:pt x="224451" y="1074858"/>
                  </a:lnTo>
                  <a:lnTo>
                    <a:pt x="224453" y="1074847"/>
                  </a:lnTo>
                  <a:lnTo>
                    <a:pt x="224457" y="1074838"/>
                  </a:lnTo>
                  <a:lnTo>
                    <a:pt x="224463" y="1074829"/>
                  </a:lnTo>
                  <a:lnTo>
                    <a:pt x="224471" y="1074821"/>
                  </a:lnTo>
                  <a:lnTo>
                    <a:pt x="224478" y="1074814"/>
                  </a:lnTo>
                  <a:lnTo>
                    <a:pt x="224486" y="1074807"/>
                  </a:lnTo>
                  <a:lnTo>
                    <a:pt x="224494" y="1074800"/>
                  </a:lnTo>
                  <a:lnTo>
                    <a:pt x="224503" y="1074793"/>
                  </a:lnTo>
                  <a:lnTo>
                    <a:pt x="224512" y="1074787"/>
                  </a:lnTo>
                  <a:lnTo>
                    <a:pt x="224520" y="1074781"/>
                  </a:lnTo>
                  <a:lnTo>
                    <a:pt x="224529" y="1074775"/>
                  </a:lnTo>
                  <a:lnTo>
                    <a:pt x="224537" y="1074768"/>
                  </a:lnTo>
                  <a:lnTo>
                    <a:pt x="224545" y="1074761"/>
                  </a:lnTo>
                  <a:lnTo>
                    <a:pt x="224553" y="1074753"/>
                  </a:lnTo>
                  <a:lnTo>
                    <a:pt x="224560" y="1074745"/>
                  </a:lnTo>
                  <a:lnTo>
                    <a:pt x="224567" y="1074737"/>
                  </a:lnTo>
                  <a:lnTo>
                    <a:pt x="224574" y="1074729"/>
                  </a:lnTo>
                  <a:lnTo>
                    <a:pt x="224581" y="1074721"/>
                  </a:lnTo>
                  <a:lnTo>
                    <a:pt x="224588" y="1074713"/>
                  </a:lnTo>
                  <a:lnTo>
                    <a:pt x="224595" y="1074705"/>
                  </a:lnTo>
                  <a:lnTo>
                    <a:pt x="224602" y="1074697"/>
                  </a:lnTo>
                  <a:lnTo>
                    <a:pt x="224608" y="1074688"/>
                  </a:lnTo>
                  <a:lnTo>
                    <a:pt x="224614" y="1074679"/>
                  </a:lnTo>
                  <a:lnTo>
                    <a:pt x="224620" y="1074670"/>
                  </a:lnTo>
                  <a:lnTo>
                    <a:pt x="224625" y="1074661"/>
                  </a:lnTo>
                  <a:lnTo>
                    <a:pt x="224631" y="1074652"/>
                  </a:lnTo>
                  <a:lnTo>
                    <a:pt x="224637" y="1074643"/>
                  </a:lnTo>
                  <a:lnTo>
                    <a:pt x="224643" y="1074635"/>
                  </a:lnTo>
                  <a:lnTo>
                    <a:pt x="224647" y="1074627"/>
                  </a:lnTo>
                  <a:lnTo>
                    <a:pt x="224653" y="1074616"/>
                  </a:lnTo>
                  <a:lnTo>
                    <a:pt x="224657" y="1074606"/>
                  </a:lnTo>
                  <a:lnTo>
                    <a:pt x="224659" y="1074596"/>
                  </a:lnTo>
                  <a:lnTo>
                    <a:pt x="224659" y="1074585"/>
                  </a:lnTo>
                  <a:lnTo>
                    <a:pt x="224659" y="1074575"/>
                  </a:lnTo>
                  <a:lnTo>
                    <a:pt x="224659" y="1074564"/>
                  </a:lnTo>
                  <a:lnTo>
                    <a:pt x="224658" y="1074554"/>
                  </a:lnTo>
                  <a:lnTo>
                    <a:pt x="224655" y="1074544"/>
                  </a:lnTo>
                  <a:lnTo>
                    <a:pt x="224651" y="1074534"/>
                  </a:lnTo>
                  <a:lnTo>
                    <a:pt x="224646" y="1074524"/>
                  </a:lnTo>
                  <a:lnTo>
                    <a:pt x="224642" y="1074514"/>
                  </a:lnTo>
                  <a:lnTo>
                    <a:pt x="224639" y="1074504"/>
                  </a:lnTo>
                  <a:lnTo>
                    <a:pt x="224637" y="1074494"/>
                  </a:lnTo>
                  <a:lnTo>
                    <a:pt x="224636" y="1074483"/>
                  </a:lnTo>
                  <a:lnTo>
                    <a:pt x="224634" y="1074473"/>
                  </a:lnTo>
                  <a:lnTo>
                    <a:pt x="224630" y="1074463"/>
                  </a:lnTo>
                  <a:lnTo>
                    <a:pt x="224626" y="1074454"/>
                  </a:lnTo>
                  <a:lnTo>
                    <a:pt x="224624" y="1074443"/>
                  </a:lnTo>
                  <a:lnTo>
                    <a:pt x="224622" y="1074433"/>
                  </a:lnTo>
                  <a:lnTo>
                    <a:pt x="224620" y="1074422"/>
                  </a:lnTo>
                  <a:lnTo>
                    <a:pt x="224620" y="1074412"/>
                  </a:lnTo>
                  <a:lnTo>
                    <a:pt x="224624" y="1074402"/>
                  </a:lnTo>
                  <a:lnTo>
                    <a:pt x="224629" y="1074393"/>
                  </a:lnTo>
                  <a:lnTo>
                    <a:pt x="224636" y="1074385"/>
                  </a:lnTo>
                  <a:lnTo>
                    <a:pt x="224645" y="1074378"/>
                  </a:lnTo>
                  <a:lnTo>
                    <a:pt x="224653" y="1074371"/>
                  </a:lnTo>
                  <a:lnTo>
                    <a:pt x="224663" y="1074366"/>
                  </a:lnTo>
                  <a:lnTo>
                    <a:pt x="224673" y="1074362"/>
                  </a:lnTo>
                  <a:lnTo>
                    <a:pt x="224683" y="1074359"/>
                  </a:lnTo>
                  <a:lnTo>
                    <a:pt x="224694" y="1074356"/>
                  </a:lnTo>
                  <a:lnTo>
                    <a:pt x="224704" y="1074353"/>
                  </a:lnTo>
                  <a:lnTo>
                    <a:pt x="224714" y="1074349"/>
                  </a:lnTo>
                  <a:lnTo>
                    <a:pt x="224724" y="1074345"/>
                  </a:lnTo>
                  <a:lnTo>
                    <a:pt x="224734" y="1074341"/>
                  </a:lnTo>
                  <a:lnTo>
                    <a:pt x="224744" y="1074336"/>
                  </a:lnTo>
                  <a:lnTo>
                    <a:pt x="224753" y="1074332"/>
                  </a:lnTo>
                  <a:lnTo>
                    <a:pt x="224763" y="1074328"/>
                  </a:lnTo>
                  <a:lnTo>
                    <a:pt x="224773" y="1074323"/>
                  </a:lnTo>
                  <a:lnTo>
                    <a:pt x="224783" y="1074319"/>
                  </a:lnTo>
                  <a:lnTo>
                    <a:pt x="224793" y="1074314"/>
                  </a:lnTo>
                  <a:lnTo>
                    <a:pt x="224802" y="1074309"/>
                  </a:lnTo>
                  <a:lnTo>
                    <a:pt x="224812" y="1074305"/>
                  </a:lnTo>
                  <a:lnTo>
                    <a:pt x="224822" y="1074301"/>
                  </a:lnTo>
                  <a:lnTo>
                    <a:pt x="224833" y="1074297"/>
                  </a:lnTo>
                  <a:lnTo>
                    <a:pt x="224843" y="1074293"/>
                  </a:lnTo>
                  <a:lnTo>
                    <a:pt x="224853" y="1074289"/>
                  </a:lnTo>
                  <a:lnTo>
                    <a:pt x="224861" y="1074283"/>
                  </a:lnTo>
                  <a:lnTo>
                    <a:pt x="224868" y="1074275"/>
                  </a:lnTo>
                  <a:lnTo>
                    <a:pt x="224874" y="1074265"/>
                  </a:lnTo>
                  <a:lnTo>
                    <a:pt x="224879" y="1074256"/>
                  </a:lnTo>
                  <a:lnTo>
                    <a:pt x="224884" y="1074247"/>
                  </a:lnTo>
                  <a:lnTo>
                    <a:pt x="224890" y="1074238"/>
                  </a:lnTo>
                  <a:lnTo>
                    <a:pt x="224897" y="1074230"/>
                  </a:lnTo>
                  <a:lnTo>
                    <a:pt x="224903" y="1074221"/>
                  </a:lnTo>
                  <a:lnTo>
                    <a:pt x="224910" y="1074213"/>
                  </a:lnTo>
                  <a:lnTo>
                    <a:pt x="224917" y="1074205"/>
                  </a:lnTo>
                  <a:lnTo>
                    <a:pt x="224924" y="1074197"/>
                  </a:lnTo>
                  <a:lnTo>
                    <a:pt x="224932" y="1074190"/>
                  </a:lnTo>
                  <a:lnTo>
                    <a:pt x="224940" y="1074182"/>
                  </a:lnTo>
                  <a:lnTo>
                    <a:pt x="224947" y="1074175"/>
                  </a:lnTo>
                  <a:lnTo>
                    <a:pt x="224955" y="1074167"/>
                  </a:lnTo>
                  <a:lnTo>
                    <a:pt x="224961" y="1074158"/>
                  </a:lnTo>
                  <a:lnTo>
                    <a:pt x="224965" y="1074149"/>
                  </a:lnTo>
                  <a:lnTo>
                    <a:pt x="224967" y="1074138"/>
                  </a:lnTo>
                  <a:lnTo>
                    <a:pt x="224968" y="1074128"/>
                  </a:lnTo>
                  <a:lnTo>
                    <a:pt x="224967" y="1074117"/>
                  </a:lnTo>
                  <a:lnTo>
                    <a:pt x="224964" y="1074107"/>
                  </a:lnTo>
                  <a:lnTo>
                    <a:pt x="224961" y="1074097"/>
                  </a:lnTo>
                  <a:lnTo>
                    <a:pt x="224961" y="1074086"/>
                  </a:lnTo>
                  <a:lnTo>
                    <a:pt x="224963" y="1074076"/>
                  </a:lnTo>
                  <a:lnTo>
                    <a:pt x="224965" y="1074065"/>
                  </a:lnTo>
                  <a:lnTo>
                    <a:pt x="224968" y="1074055"/>
                  </a:lnTo>
                  <a:lnTo>
                    <a:pt x="224971" y="1074045"/>
                  </a:lnTo>
                  <a:lnTo>
                    <a:pt x="224974" y="1074035"/>
                  </a:lnTo>
                  <a:lnTo>
                    <a:pt x="224977" y="1074025"/>
                  </a:lnTo>
                  <a:lnTo>
                    <a:pt x="224980" y="1074015"/>
                  </a:lnTo>
                  <a:lnTo>
                    <a:pt x="224985" y="1074005"/>
                  </a:lnTo>
                  <a:lnTo>
                    <a:pt x="224989" y="1073995"/>
                  </a:lnTo>
                  <a:lnTo>
                    <a:pt x="224993" y="1073985"/>
                  </a:lnTo>
                  <a:lnTo>
                    <a:pt x="224997" y="1073976"/>
                  </a:lnTo>
                  <a:lnTo>
                    <a:pt x="225000" y="1073966"/>
                  </a:lnTo>
                  <a:lnTo>
                    <a:pt x="225004" y="1073956"/>
                  </a:lnTo>
                  <a:lnTo>
                    <a:pt x="225008" y="1073946"/>
                  </a:lnTo>
                  <a:lnTo>
                    <a:pt x="225012" y="1073936"/>
                  </a:lnTo>
                  <a:lnTo>
                    <a:pt x="225017" y="1073927"/>
                  </a:lnTo>
                  <a:lnTo>
                    <a:pt x="225022" y="1073917"/>
                  </a:lnTo>
                  <a:lnTo>
                    <a:pt x="225027" y="1073908"/>
                  </a:lnTo>
                  <a:lnTo>
                    <a:pt x="225032" y="1073899"/>
                  </a:lnTo>
                  <a:lnTo>
                    <a:pt x="225038" y="1073890"/>
                  </a:lnTo>
                  <a:lnTo>
                    <a:pt x="225044" y="1073881"/>
                  </a:lnTo>
                  <a:lnTo>
                    <a:pt x="225052" y="1073874"/>
                  </a:lnTo>
                  <a:lnTo>
                    <a:pt x="225060" y="1073867"/>
                  </a:lnTo>
                  <a:lnTo>
                    <a:pt x="225069" y="1073861"/>
                  </a:lnTo>
                  <a:lnTo>
                    <a:pt x="225077" y="1073854"/>
                  </a:lnTo>
                  <a:lnTo>
                    <a:pt x="225083" y="1073845"/>
                  </a:lnTo>
                  <a:lnTo>
                    <a:pt x="225089" y="1073836"/>
                  </a:lnTo>
                  <a:lnTo>
                    <a:pt x="225094" y="1073827"/>
                  </a:lnTo>
                  <a:lnTo>
                    <a:pt x="225099" y="1073817"/>
                  </a:lnTo>
                  <a:lnTo>
                    <a:pt x="225103" y="1073808"/>
                  </a:lnTo>
                  <a:lnTo>
                    <a:pt x="225107" y="1073798"/>
                  </a:lnTo>
                  <a:lnTo>
                    <a:pt x="225109" y="1073787"/>
                  </a:lnTo>
                  <a:lnTo>
                    <a:pt x="225111" y="1073777"/>
                  </a:lnTo>
                  <a:lnTo>
                    <a:pt x="225111" y="1073766"/>
                  </a:lnTo>
                  <a:lnTo>
                    <a:pt x="225111" y="1073756"/>
                  </a:lnTo>
                  <a:lnTo>
                    <a:pt x="225109" y="1073745"/>
                  </a:lnTo>
                  <a:lnTo>
                    <a:pt x="225108" y="1073735"/>
                  </a:lnTo>
                  <a:lnTo>
                    <a:pt x="225106" y="1073724"/>
                  </a:lnTo>
                  <a:lnTo>
                    <a:pt x="225106" y="1073714"/>
                  </a:lnTo>
                  <a:lnTo>
                    <a:pt x="225106" y="1073703"/>
                  </a:lnTo>
                  <a:lnTo>
                    <a:pt x="225107" y="1073693"/>
                  </a:lnTo>
                  <a:lnTo>
                    <a:pt x="225110" y="1073683"/>
                  </a:lnTo>
                  <a:lnTo>
                    <a:pt x="225114" y="1073673"/>
                  </a:lnTo>
                  <a:lnTo>
                    <a:pt x="225120" y="1073664"/>
                  </a:lnTo>
                  <a:lnTo>
                    <a:pt x="225128" y="1073657"/>
                  </a:lnTo>
                  <a:lnTo>
                    <a:pt x="225136" y="1073650"/>
                  </a:lnTo>
                  <a:lnTo>
                    <a:pt x="225144" y="1073642"/>
                  </a:lnTo>
                  <a:lnTo>
                    <a:pt x="225152" y="1073635"/>
                  </a:lnTo>
                  <a:lnTo>
                    <a:pt x="225160" y="1073628"/>
                  </a:lnTo>
                  <a:lnTo>
                    <a:pt x="225167" y="1073621"/>
                  </a:lnTo>
                  <a:lnTo>
                    <a:pt x="225175" y="1073613"/>
                  </a:lnTo>
                  <a:lnTo>
                    <a:pt x="225182" y="1073605"/>
                  </a:lnTo>
                  <a:lnTo>
                    <a:pt x="225189" y="1073597"/>
                  </a:lnTo>
                  <a:lnTo>
                    <a:pt x="225196" y="1073589"/>
                  </a:lnTo>
                  <a:lnTo>
                    <a:pt x="225204" y="1073582"/>
                  </a:lnTo>
                  <a:lnTo>
                    <a:pt x="225212" y="1073574"/>
                  </a:lnTo>
                  <a:lnTo>
                    <a:pt x="225219" y="1073566"/>
                  </a:lnTo>
                  <a:lnTo>
                    <a:pt x="225225" y="1073558"/>
                  </a:lnTo>
                  <a:lnTo>
                    <a:pt x="225231" y="1073549"/>
                  </a:lnTo>
                  <a:lnTo>
                    <a:pt x="225235" y="1073539"/>
                  </a:lnTo>
                  <a:lnTo>
                    <a:pt x="225241" y="1073530"/>
                  </a:lnTo>
                  <a:lnTo>
                    <a:pt x="225248" y="1073522"/>
                  </a:lnTo>
                  <a:lnTo>
                    <a:pt x="225255" y="1073514"/>
                  </a:lnTo>
                  <a:lnTo>
                    <a:pt x="225263" y="1073507"/>
                  </a:lnTo>
                  <a:lnTo>
                    <a:pt x="225271" y="1073500"/>
                  </a:lnTo>
                  <a:lnTo>
                    <a:pt x="225281" y="1073496"/>
                  </a:lnTo>
                  <a:lnTo>
                    <a:pt x="225292" y="1073494"/>
                  </a:lnTo>
                  <a:lnTo>
                    <a:pt x="225302" y="1073491"/>
                  </a:lnTo>
                  <a:lnTo>
                    <a:pt x="225312" y="1073486"/>
                  </a:lnTo>
                  <a:lnTo>
                    <a:pt x="225321" y="1073481"/>
                  </a:lnTo>
                  <a:lnTo>
                    <a:pt x="225330" y="1073474"/>
                  </a:lnTo>
                  <a:lnTo>
                    <a:pt x="225335" y="1073470"/>
                  </a:lnTo>
                  <a:lnTo>
                    <a:pt x="225338" y="1073467"/>
                  </a:lnTo>
                  <a:lnTo>
                    <a:pt x="225345" y="1073459"/>
                  </a:lnTo>
                  <a:lnTo>
                    <a:pt x="225352" y="1073451"/>
                  </a:lnTo>
                  <a:lnTo>
                    <a:pt x="225360" y="1073444"/>
                  </a:lnTo>
                  <a:lnTo>
                    <a:pt x="225368" y="1073436"/>
                  </a:lnTo>
                  <a:lnTo>
                    <a:pt x="225375" y="1073429"/>
                  </a:lnTo>
                  <a:lnTo>
                    <a:pt x="225381" y="1073420"/>
                  </a:lnTo>
                  <a:lnTo>
                    <a:pt x="225386" y="1073410"/>
                  </a:lnTo>
                  <a:lnTo>
                    <a:pt x="225389" y="1073400"/>
                  </a:lnTo>
                  <a:lnTo>
                    <a:pt x="225392" y="1073390"/>
                  </a:lnTo>
                  <a:lnTo>
                    <a:pt x="225396" y="1073380"/>
                  </a:lnTo>
                  <a:lnTo>
                    <a:pt x="225399" y="1073370"/>
                  </a:lnTo>
                  <a:lnTo>
                    <a:pt x="225403" y="1073360"/>
                  </a:lnTo>
                  <a:lnTo>
                    <a:pt x="225407" y="1073351"/>
                  </a:lnTo>
                  <a:lnTo>
                    <a:pt x="225411" y="1073341"/>
                  </a:lnTo>
                  <a:lnTo>
                    <a:pt x="225415" y="1073331"/>
                  </a:lnTo>
                  <a:lnTo>
                    <a:pt x="225418" y="1073321"/>
                  </a:lnTo>
                  <a:lnTo>
                    <a:pt x="225420" y="1073310"/>
                  </a:lnTo>
                  <a:lnTo>
                    <a:pt x="225421" y="1073300"/>
                  </a:lnTo>
                  <a:lnTo>
                    <a:pt x="225423" y="1073289"/>
                  </a:lnTo>
                  <a:lnTo>
                    <a:pt x="225425" y="1073279"/>
                  </a:lnTo>
                  <a:lnTo>
                    <a:pt x="225429" y="1073269"/>
                  </a:lnTo>
                  <a:lnTo>
                    <a:pt x="225433" y="1073259"/>
                  </a:lnTo>
                  <a:lnTo>
                    <a:pt x="225437" y="1073249"/>
                  </a:lnTo>
                  <a:lnTo>
                    <a:pt x="225444" y="1073241"/>
                  </a:lnTo>
                  <a:lnTo>
                    <a:pt x="225453" y="1073235"/>
                  </a:lnTo>
                  <a:lnTo>
                    <a:pt x="225461" y="1073228"/>
                  </a:lnTo>
                  <a:lnTo>
                    <a:pt x="225468" y="1073220"/>
                  </a:lnTo>
                  <a:lnTo>
                    <a:pt x="225476" y="1073212"/>
                  </a:lnTo>
                  <a:lnTo>
                    <a:pt x="225483" y="1073204"/>
                  </a:lnTo>
                  <a:lnTo>
                    <a:pt x="225489" y="1073196"/>
                  </a:lnTo>
                  <a:lnTo>
                    <a:pt x="225494" y="1073186"/>
                  </a:lnTo>
                  <a:lnTo>
                    <a:pt x="225498" y="1073177"/>
                  </a:lnTo>
                  <a:lnTo>
                    <a:pt x="225502" y="1073167"/>
                  </a:lnTo>
                  <a:lnTo>
                    <a:pt x="225505" y="1073157"/>
                  </a:lnTo>
                  <a:lnTo>
                    <a:pt x="225508" y="1073147"/>
                  </a:lnTo>
                  <a:lnTo>
                    <a:pt x="225512" y="1073137"/>
                  </a:lnTo>
                  <a:lnTo>
                    <a:pt x="225516" y="1073127"/>
                  </a:lnTo>
                  <a:lnTo>
                    <a:pt x="225520" y="1073117"/>
                  </a:lnTo>
                  <a:lnTo>
                    <a:pt x="225524" y="1073107"/>
                  </a:lnTo>
                  <a:lnTo>
                    <a:pt x="225529" y="1073098"/>
                  </a:lnTo>
                  <a:lnTo>
                    <a:pt x="225533" y="1073088"/>
                  </a:lnTo>
                  <a:lnTo>
                    <a:pt x="225537" y="1073078"/>
                  </a:lnTo>
                  <a:lnTo>
                    <a:pt x="225540" y="1073068"/>
                  </a:lnTo>
                  <a:lnTo>
                    <a:pt x="225543" y="1073058"/>
                  </a:lnTo>
                  <a:lnTo>
                    <a:pt x="225548" y="1073049"/>
                  </a:lnTo>
                  <a:lnTo>
                    <a:pt x="225553" y="1073039"/>
                  </a:lnTo>
                  <a:lnTo>
                    <a:pt x="225560" y="1073032"/>
                  </a:lnTo>
                  <a:lnTo>
                    <a:pt x="225571" y="1073031"/>
                  </a:lnTo>
                  <a:lnTo>
                    <a:pt x="225582" y="1073030"/>
                  </a:lnTo>
                  <a:lnTo>
                    <a:pt x="225593" y="1073028"/>
                  </a:lnTo>
                  <a:lnTo>
                    <a:pt x="225603" y="1073025"/>
                  </a:lnTo>
                  <a:lnTo>
                    <a:pt x="225613" y="1073021"/>
                  </a:lnTo>
                  <a:lnTo>
                    <a:pt x="225623" y="1073017"/>
                  </a:lnTo>
                  <a:lnTo>
                    <a:pt x="225632" y="1073012"/>
                  </a:lnTo>
                  <a:lnTo>
                    <a:pt x="225642" y="1073007"/>
                  </a:lnTo>
                  <a:lnTo>
                    <a:pt x="225652" y="1073003"/>
                  </a:lnTo>
                  <a:lnTo>
                    <a:pt x="225662" y="1072999"/>
                  </a:lnTo>
                  <a:lnTo>
                    <a:pt x="225672" y="1072995"/>
                  </a:lnTo>
                  <a:lnTo>
                    <a:pt x="225682" y="1072991"/>
                  </a:lnTo>
                  <a:lnTo>
                    <a:pt x="225691" y="1072985"/>
                  </a:lnTo>
                  <a:lnTo>
                    <a:pt x="225699" y="1072978"/>
                  </a:lnTo>
                  <a:lnTo>
                    <a:pt x="225707" y="1072970"/>
                  </a:lnTo>
                  <a:lnTo>
                    <a:pt x="225713" y="1072962"/>
                  </a:lnTo>
                  <a:lnTo>
                    <a:pt x="225719" y="1072953"/>
                  </a:lnTo>
                  <a:lnTo>
                    <a:pt x="225723" y="1072943"/>
                  </a:lnTo>
                  <a:lnTo>
                    <a:pt x="225727" y="1072933"/>
                  </a:lnTo>
                  <a:lnTo>
                    <a:pt x="225733" y="1072924"/>
                  </a:lnTo>
                  <a:lnTo>
                    <a:pt x="225739" y="1072915"/>
                  </a:lnTo>
                  <a:lnTo>
                    <a:pt x="225744" y="1072906"/>
                  </a:lnTo>
                  <a:lnTo>
                    <a:pt x="225749" y="1072897"/>
                  </a:lnTo>
                  <a:lnTo>
                    <a:pt x="225753" y="1072887"/>
                  </a:lnTo>
                  <a:lnTo>
                    <a:pt x="225758" y="1072877"/>
                  </a:lnTo>
                  <a:lnTo>
                    <a:pt x="225763" y="1072868"/>
                  </a:lnTo>
                  <a:lnTo>
                    <a:pt x="225766" y="1072858"/>
                  </a:lnTo>
                  <a:lnTo>
                    <a:pt x="225768" y="1072848"/>
                  </a:lnTo>
                  <a:lnTo>
                    <a:pt x="225771" y="1072837"/>
                  </a:lnTo>
                  <a:lnTo>
                    <a:pt x="225774" y="1072827"/>
                  </a:lnTo>
                  <a:lnTo>
                    <a:pt x="225778" y="1072817"/>
                  </a:lnTo>
                  <a:lnTo>
                    <a:pt x="225782" y="1072808"/>
                  </a:lnTo>
                  <a:lnTo>
                    <a:pt x="225787" y="1072799"/>
                  </a:lnTo>
                  <a:lnTo>
                    <a:pt x="225793" y="1072789"/>
                  </a:lnTo>
                  <a:lnTo>
                    <a:pt x="225797" y="1072780"/>
                  </a:lnTo>
                  <a:lnTo>
                    <a:pt x="225801" y="1072770"/>
                  </a:lnTo>
                  <a:lnTo>
                    <a:pt x="225805" y="1072760"/>
                  </a:lnTo>
                  <a:lnTo>
                    <a:pt x="225810" y="1072750"/>
                  </a:lnTo>
                  <a:lnTo>
                    <a:pt x="225817" y="1072742"/>
                  </a:lnTo>
                  <a:lnTo>
                    <a:pt x="225822" y="1072733"/>
                  </a:lnTo>
                  <a:lnTo>
                    <a:pt x="225830" y="1072725"/>
                  </a:lnTo>
                  <a:lnTo>
                    <a:pt x="225839" y="1072724"/>
                  </a:lnTo>
                  <a:lnTo>
                    <a:pt x="225851" y="1072726"/>
                  </a:lnTo>
                  <a:lnTo>
                    <a:pt x="225861" y="1072729"/>
                  </a:lnTo>
                  <a:lnTo>
                    <a:pt x="225872" y="1072729"/>
                  </a:lnTo>
                  <a:lnTo>
                    <a:pt x="225883" y="1072728"/>
                  </a:lnTo>
                  <a:lnTo>
                    <a:pt x="225894" y="1072726"/>
                  </a:lnTo>
                  <a:lnTo>
                    <a:pt x="225904" y="1072725"/>
                  </a:lnTo>
                  <a:lnTo>
                    <a:pt x="225915" y="1072723"/>
                  </a:lnTo>
                  <a:lnTo>
                    <a:pt x="225925" y="1072720"/>
                  </a:lnTo>
                  <a:lnTo>
                    <a:pt x="225936" y="1072717"/>
                  </a:lnTo>
                  <a:lnTo>
                    <a:pt x="225946" y="1072714"/>
                  </a:lnTo>
                  <a:lnTo>
                    <a:pt x="225956" y="1072710"/>
                  </a:lnTo>
                  <a:lnTo>
                    <a:pt x="225966" y="1072706"/>
                  </a:lnTo>
                  <a:lnTo>
                    <a:pt x="225976" y="1072701"/>
                  </a:lnTo>
                  <a:lnTo>
                    <a:pt x="225985" y="1072695"/>
                  </a:lnTo>
                  <a:lnTo>
                    <a:pt x="225993" y="1072688"/>
                  </a:lnTo>
                  <a:lnTo>
                    <a:pt x="225998" y="1072679"/>
                  </a:lnTo>
                  <a:lnTo>
                    <a:pt x="226001" y="1072669"/>
                  </a:lnTo>
                  <a:lnTo>
                    <a:pt x="226006" y="1072660"/>
                  </a:lnTo>
                  <a:lnTo>
                    <a:pt x="226017" y="1072656"/>
                  </a:lnTo>
                  <a:lnTo>
                    <a:pt x="226027" y="1072654"/>
                  </a:lnTo>
                  <a:lnTo>
                    <a:pt x="226038" y="1072653"/>
                  </a:lnTo>
                  <a:lnTo>
                    <a:pt x="226049" y="1072653"/>
                  </a:lnTo>
                  <a:lnTo>
                    <a:pt x="226060" y="1072652"/>
                  </a:lnTo>
                  <a:lnTo>
                    <a:pt x="226070" y="1072650"/>
                  </a:lnTo>
                  <a:lnTo>
                    <a:pt x="226080" y="1072646"/>
                  </a:lnTo>
                  <a:lnTo>
                    <a:pt x="226090" y="1072641"/>
                  </a:lnTo>
                  <a:lnTo>
                    <a:pt x="226100" y="1072636"/>
                  </a:lnTo>
                  <a:lnTo>
                    <a:pt x="226109" y="1072630"/>
                  </a:lnTo>
                  <a:lnTo>
                    <a:pt x="226116" y="1072623"/>
                  </a:lnTo>
                  <a:lnTo>
                    <a:pt x="226122" y="1072614"/>
                  </a:lnTo>
                  <a:lnTo>
                    <a:pt x="226127" y="1072604"/>
                  </a:lnTo>
                  <a:lnTo>
                    <a:pt x="226131" y="1072594"/>
                  </a:lnTo>
                  <a:lnTo>
                    <a:pt x="226134" y="1072584"/>
                  </a:lnTo>
                  <a:lnTo>
                    <a:pt x="226138" y="1072574"/>
                  </a:lnTo>
                  <a:lnTo>
                    <a:pt x="226143" y="1072565"/>
                  </a:lnTo>
                  <a:lnTo>
                    <a:pt x="226150" y="1072557"/>
                  </a:lnTo>
                  <a:lnTo>
                    <a:pt x="226157" y="1072549"/>
                  </a:lnTo>
                  <a:lnTo>
                    <a:pt x="226164" y="1072541"/>
                  </a:lnTo>
                  <a:lnTo>
                    <a:pt x="226171" y="1072532"/>
                  </a:lnTo>
                  <a:lnTo>
                    <a:pt x="226177" y="1072524"/>
                  </a:lnTo>
                  <a:lnTo>
                    <a:pt x="226182" y="1072515"/>
                  </a:lnTo>
                  <a:lnTo>
                    <a:pt x="226188" y="1072506"/>
                  </a:lnTo>
                  <a:lnTo>
                    <a:pt x="226194" y="1072497"/>
                  </a:lnTo>
                  <a:lnTo>
                    <a:pt x="226198" y="1072487"/>
                  </a:lnTo>
                  <a:lnTo>
                    <a:pt x="226200" y="1072477"/>
                  </a:lnTo>
                  <a:lnTo>
                    <a:pt x="226201" y="1072466"/>
                  </a:lnTo>
                  <a:lnTo>
                    <a:pt x="226201" y="1072455"/>
                  </a:lnTo>
                  <a:lnTo>
                    <a:pt x="226200" y="1072445"/>
                  </a:lnTo>
                  <a:lnTo>
                    <a:pt x="226197" y="1072435"/>
                  </a:lnTo>
                  <a:lnTo>
                    <a:pt x="226194" y="1072425"/>
                  </a:lnTo>
                  <a:lnTo>
                    <a:pt x="226192" y="1072414"/>
                  </a:lnTo>
                  <a:lnTo>
                    <a:pt x="226189" y="1072404"/>
                  </a:lnTo>
                  <a:lnTo>
                    <a:pt x="226187" y="1072394"/>
                  </a:lnTo>
                  <a:lnTo>
                    <a:pt x="226184" y="1072384"/>
                  </a:lnTo>
                  <a:lnTo>
                    <a:pt x="226181" y="1072374"/>
                  </a:lnTo>
                  <a:lnTo>
                    <a:pt x="226178" y="1072363"/>
                  </a:lnTo>
                  <a:lnTo>
                    <a:pt x="226175" y="1072353"/>
                  </a:lnTo>
                  <a:lnTo>
                    <a:pt x="226174" y="1072343"/>
                  </a:lnTo>
                  <a:lnTo>
                    <a:pt x="226173" y="1072332"/>
                  </a:lnTo>
                  <a:lnTo>
                    <a:pt x="226173" y="1072322"/>
                  </a:lnTo>
                  <a:lnTo>
                    <a:pt x="226173" y="1072311"/>
                  </a:lnTo>
                  <a:lnTo>
                    <a:pt x="226172" y="1072301"/>
                  </a:lnTo>
                  <a:lnTo>
                    <a:pt x="226172" y="1072290"/>
                  </a:lnTo>
                  <a:lnTo>
                    <a:pt x="226171" y="1072279"/>
                  </a:lnTo>
                  <a:lnTo>
                    <a:pt x="226168" y="1072269"/>
                  </a:lnTo>
                  <a:lnTo>
                    <a:pt x="226160" y="1072262"/>
                  </a:lnTo>
                  <a:lnTo>
                    <a:pt x="226151" y="1072256"/>
                  </a:lnTo>
                  <a:lnTo>
                    <a:pt x="226140" y="1072253"/>
                  </a:lnTo>
                  <a:lnTo>
                    <a:pt x="226130" y="1072252"/>
                  </a:lnTo>
                  <a:lnTo>
                    <a:pt x="226119" y="1072252"/>
                  </a:lnTo>
                  <a:lnTo>
                    <a:pt x="226108" y="1072253"/>
                  </a:lnTo>
                  <a:lnTo>
                    <a:pt x="226097" y="1072255"/>
                  </a:lnTo>
                  <a:lnTo>
                    <a:pt x="226087" y="1072257"/>
                  </a:lnTo>
                  <a:lnTo>
                    <a:pt x="226076" y="1072259"/>
                  </a:lnTo>
                  <a:lnTo>
                    <a:pt x="226065" y="1072260"/>
                  </a:lnTo>
                  <a:lnTo>
                    <a:pt x="226054" y="1072259"/>
                  </a:lnTo>
                  <a:lnTo>
                    <a:pt x="226044" y="1072255"/>
                  </a:lnTo>
                  <a:lnTo>
                    <a:pt x="226035" y="1072249"/>
                  </a:lnTo>
                  <a:lnTo>
                    <a:pt x="226027" y="1072242"/>
                  </a:lnTo>
                  <a:lnTo>
                    <a:pt x="226020" y="1072234"/>
                  </a:lnTo>
                  <a:lnTo>
                    <a:pt x="226013" y="1072226"/>
                  </a:lnTo>
                  <a:lnTo>
                    <a:pt x="226006" y="1072217"/>
                  </a:lnTo>
                  <a:lnTo>
                    <a:pt x="225999" y="1072210"/>
                  </a:lnTo>
                  <a:lnTo>
                    <a:pt x="225990" y="1072204"/>
                  </a:lnTo>
                  <a:lnTo>
                    <a:pt x="225981" y="1072198"/>
                  </a:lnTo>
                  <a:lnTo>
                    <a:pt x="225972" y="1072192"/>
                  </a:lnTo>
                  <a:lnTo>
                    <a:pt x="225962" y="1072186"/>
                  </a:lnTo>
                  <a:lnTo>
                    <a:pt x="225953" y="1072181"/>
                  </a:lnTo>
                  <a:lnTo>
                    <a:pt x="225944" y="1072175"/>
                  </a:lnTo>
                  <a:lnTo>
                    <a:pt x="225935" y="1072169"/>
                  </a:lnTo>
                  <a:lnTo>
                    <a:pt x="225927" y="1072163"/>
                  </a:lnTo>
                  <a:lnTo>
                    <a:pt x="225918" y="1072157"/>
                  </a:lnTo>
                  <a:lnTo>
                    <a:pt x="225909" y="1072150"/>
                  </a:lnTo>
                  <a:lnTo>
                    <a:pt x="225901" y="1072144"/>
                  </a:lnTo>
                  <a:lnTo>
                    <a:pt x="225892" y="1072138"/>
                  </a:lnTo>
                  <a:lnTo>
                    <a:pt x="225882" y="1072133"/>
                  </a:lnTo>
                  <a:lnTo>
                    <a:pt x="225873" y="1072127"/>
                  </a:lnTo>
                  <a:lnTo>
                    <a:pt x="225864" y="1072122"/>
                  </a:lnTo>
                  <a:lnTo>
                    <a:pt x="225855" y="1072116"/>
                  </a:lnTo>
                  <a:lnTo>
                    <a:pt x="225847" y="1072109"/>
                  </a:lnTo>
                  <a:lnTo>
                    <a:pt x="225839" y="1072101"/>
                  </a:lnTo>
                  <a:lnTo>
                    <a:pt x="225832" y="1072093"/>
                  </a:lnTo>
                  <a:lnTo>
                    <a:pt x="225825" y="1072085"/>
                  </a:lnTo>
                  <a:lnTo>
                    <a:pt x="225819" y="1072077"/>
                  </a:lnTo>
                  <a:lnTo>
                    <a:pt x="225812" y="1072068"/>
                  </a:lnTo>
                  <a:lnTo>
                    <a:pt x="225804" y="1072061"/>
                  </a:lnTo>
                  <a:lnTo>
                    <a:pt x="225797" y="1072053"/>
                  </a:lnTo>
                  <a:lnTo>
                    <a:pt x="225789" y="1072045"/>
                  </a:lnTo>
                  <a:lnTo>
                    <a:pt x="225781" y="1072038"/>
                  </a:lnTo>
                  <a:lnTo>
                    <a:pt x="225772" y="1072032"/>
                  </a:lnTo>
                  <a:lnTo>
                    <a:pt x="225763" y="1072027"/>
                  </a:lnTo>
                  <a:lnTo>
                    <a:pt x="225753" y="1072023"/>
                  </a:lnTo>
                  <a:lnTo>
                    <a:pt x="225742" y="1072020"/>
                  </a:lnTo>
                  <a:lnTo>
                    <a:pt x="225732" y="1072016"/>
                  </a:lnTo>
                  <a:lnTo>
                    <a:pt x="225722" y="1072012"/>
                  </a:lnTo>
                  <a:lnTo>
                    <a:pt x="225712" y="1072009"/>
                  </a:lnTo>
                  <a:lnTo>
                    <a:pt x="225702" y="1072005"/>
                  </a:lnTo>
                  <a:lnTo>
                    <a:pt x="225692" y="1072001"/>
                  </a:lnTo>
                  <a:lnTo>
                    <a:pt x="225681" y="1071997"/>
                  </a:lnTo>
                  <a:lnTo>
                    <a:pt x="225671" y="1071994"/>
                  </a:lnTo>
                  <a:lnTo>
                    <a:pt x="225661" y="1071992"/>
                  </a:lnTo>
                  <a:lnTo>
                    <a:pt x="225650" y="1071991"/>
                  </a:lnTo>
                  <a:lnTo>
                    <a:pt x="225639" y="1071991"/>
                  </a:lnTo>
                  <a:lnTo>
                    <a:pt x="225628" y="1071990"/>
                  </a:lnTo>
                  <a:lnTo>
                    <a:pt x="225617" y="1071991"/>
                  </a:lnTo>
                  <a:lnTo>
                    <a:pt x="225606" y="1071991"/>
                  </a:lnTo>
                  <a:lnTo>
                    <a:pt x="225595" y="1071991"/>
                  </a:lnTo>
                  <a:lnTo>
                    <a:pt x="225585" y="1071992"/>
                  </a:lnTo>
                  <a:lnTo>
                    <a:pt x="225574" y="1071992"/>
                  </a:lnTo>
                  <a:lnTo>
                    <a:pt x="225563" y="1071992"/>
                  </a:lnTo>
                  <a:lnTo>
                    <a:pt x="225552" y="1071992"/>
                  </a:lnTo>
                  <a:lnTo>
                    <a:pt x="225541" y="1071991"/>
                  </a:lnTo>
                  <a:lnTo>
                    <a:pt x="225531" y="1071990"/>
                  </a:lnTo>
                  <a:lnTo>
                    <a:pt x="225520" y="1071990"/>
                  </a:lnTo>
                  <a:lnTo>
                    <a:pt x="225509" y="1071989"/>
                  </a:lnTo>
                  <a:lnTo>
                    <a:pt x="225498" y="1071989"/>
                  </a:lnTo>
                  <a:lnTo>
                    <a:pt x="225487" y="1071988"/>
                  </a:lnTo>
                  <a:lnTo>
                    <a:pt x="225476" y="1071987"/>
                  </a:lnTo>
                  <a:lnTo>
                    <a:pt x="225466" y="1071984"/>
                  </a:lnTo>
                  <a:lnTo>
                    <a:pt x="225455" y="1071981"/>
                  </a:lnTo>
                  <a:lnTo>
                    <a:pt x="225444" y="1071980"/>
                  </a:lnTo>
                  <a:lnTo>
                    <a:pt x="225435" y="1071974"/>
                  </a:lnTo>
                  <a:lnTo>
                    <a:pt x="225429" y="1071966"/>
                  </a:lnTo>
                  <a:lnTo>
                    <a:pt x="225423" y="1071957"/>
                  </a:lnTo>
                  <a:lnTo>
                    <a:pt x="225416" y="1071949"/>
                  </a:lnTo>
                  <a:lnTo>
                    <a:pt x="225408" y="1071942"/>
                  </a:lnTo>
                  <a:lnTo>
                    <a:pt x="225399" y="1071936"/>
                  </a:lnTo>
                  <a:lnTo>
                    <a:pt x="225391" y="1071929"/>
                  </a:lnTo>
                  <a:lnTo>
                    <a:pt x="225383" y="1071922"/>
                  </a:lnTo>
                  <a:lnTo>
                    <a:pt x="225376" y="1071914"/>
                  </a:lnTo>
                  <a:lnTo>
                    <a:pt x="225369" y="1071906"/>
                  </a:lnTo>
                  <a:lnTo>
                    <a:pt x="225362" y="1071898"/>
                  </a:lnTo>
                  <a:lnTo>
                    <a:pt x="225354" y="1071891"/>
                  </a:lnTo>
                  <a:lnTo>
                    <a:pt x="225345" y="1071884"/>
                  </a:lnTo>
                  <a:lnTo>
                    <a:pt x="225337" y="1071877"/>
                  </a:lnTo>
                  <a:lnTo>
                    <a:pt x="225329" y="1071870"/>
                  </a:lnTo>
                  <a:lnTo>
                    <a:pt x="225321" y="1071863"/>
                  </a:lnTo>
                  <a:lnTo>
                    <a:pt x="225313" y="1071856"/>
                  </a:lnTo>
                  <a:lnTo>
                    <a:pt x="225306" y="1071848"/>
                  </a:lnTo>
                  <a:lnTo>
                    <a:pt x="225299" y="1071840"/>
                  </a:lnTo>
                  <a:lnTo>
                    <a:pt x="225291" y="1071832"/>
                  </a:lnTo>
                  <a:lnTo>
                    <a:pt x="225283" y="1071825"/>
                  </a:lnTo>
                  <a:lnTo>
                    <a:pt x="225276" y="1071818"/>
                  </a:lnTo>
                  <a:lnTo>
                    <a:pt x="225269" y="1071810"/>
                  </a:lnTo>
                  <a:lnTo>
                    <a:pt x="225263" y="1071801"/>
                  </a:lnTo>
                  <a:lnTo>
                    <a:pt x="225256" y="1071793"/>
                  </a:lnTo>
                  <a:lnTo>
                    <a:pt x="225249" y="1071784"/>
                  </a:lnTo>
                  <a:lnTo>
                    <a:pt x="225242" y="1071776"/>
                  </a:lnTo>
                  <a:lnTo>
                    <a:pt x="225236" y="1071767"/>
                  </a:lnTo>
                  <a:lnTo>
                    <a:pt x="225232" y="1071758"/>
                  </a:lnTo>
                  <a:lnTo>
                    <a:pt x="225229" y="1071747"/>
                  </a:lnTo>
                  <a:lnTo>
                    <a:pt x="225227" y="1071737"/>
                  </a:lnTo>
                  <a:lnTo>
                    <a:pt x="225224" y="1071727"/>
                  </a:lnTo>
                  <a:lnTo>
                    <a:pt x="225222" y="1071717"/>
                  </a:lnTo>
                  <a:lnTo>
                    <a:pt x="225219" y="1071706"/>
                  </a:lnTo>
                  <a:lnTo>
                    <a:pt x="225216" y="1071696"/>
                  </a:lnTo>
                  <a:lnTo>
                    <a:pt x="225212" y="1071686"/>
                  </a:lnTo>
                  <a:lnTo>
                    <a:pt x="225209" y="1071676"/>
                  </a:lnTo>
                  <a:lnTo>
                    <a:pt x="225206" y="1071666"/>
                  </a:lnTo>
                  <a:lnTo>
                    <a:pt x="225203" y="1071656"/>
                  </a:lnTo>
                  <a:lnTo>
                    <a:pt x="225201" y="1071646"/>
                  </a:lnTo>
                  <a:lnTo>
                    <a:pt x="225198" y="1071635"/>
                  </a:lnTo>
                  <a:lnTo>
                    <a:pt x="225196" y="1071625"/>
                  </a:lnTo>
                  <a:lnTo>
                    <a:pt x="225194" y="1071615"/>
                  </a:lnTo>
                  <a:lnTo>
                    <a:pt x="225193" y="1071604"/>
                  </a:lnTo>
                  <a:lnTo>
                    <a:pt x="225193" y="1071594"/>
                  </a:lnTo>
                  <a:lnTo>
                    <a:pt x="225194" y="1071583"/>
                  </a:lnTo>
                  <a:lnTo>
                    <a:pt x="225194" y="1071572"/>
                  </a:lnTo>
                  <a:lnTo>
                    <a:pt x="225195" y="1071562"/>
                  </a:lnTo>
                  <a:lnTo>
                    <a:pt x="225196" y="1071551"/>
                  </a:lnTo>
                  <a:lnTo>
                    <a:pt x="225196" y="1071541"/>
                  </a:lnTo>
                  <a:lnTo>
                    <a:pt x="225195" y="1071530"/>
                  </a:lnTo>
                  <a:lnTo>
                    <a:pt x="225194" y="1071520"/>
                  </a:lnTo>
                  <a:lnTo>
                    <a:pt x="225191" y="1071510"/>
                  </a:lnTo>
                  <a:lnTo>
                    <a:pt x="225189" y="1071499"/>
                  </a:lnTo>
                  <a:lnTo>
                    <a:pt x="225186" y="1071489"/>
                  </a:lnTo>
                  <a:lnTo>
                    <a:pt x="225183" y="1071479"/>
                  </a:lnTo>
                  <a:lnTo>
                    <a:pt x="225180" y="1071469"/>
                  </a:lnTo>
                  <a:lnTo>
                    <a:pt x="225177" y="1071459"/>
                  </a:lnTo>
                  <a:lnTo>
                    <a:pt x="225174" y="1071448"/>
                  </a:lnTo>
                  <a:lnTo>
                    <a:pt x="225171" y="1071438"/>
                  </a:lnTo>
                  <a:lnTo>
                    <a:pt x="225166" y="1071429"/>
                  </a:lnTo>
                  <a:lnTo>
                    <a:pt x="225160" y="1071420"/>
                  </a:lnTo>
                  <a:lnTo>
                    <a:pt x="225155" y="1071411"/>
                  </a:lnTo>
                  <a:lnTo>
                    <a:pt x="225150" y="1071401"/>
                  </a:lnTo>
                  <a:lnTo>
                    <a:pt x="225144" y="1071392"/>
                  </a:lnTo>
                  <a:lnTo>
                    <a:pt x="225137" y="1071384"/>
                  </a:lnTo>
                  <a:lnTo>
                    <a:pt x="225130" y="1071377"/>
                  </a:lnTo>
                  <a:lnTo>
                    <a:pt x="225122" y="1071369"/>
                  </a:lnTo>
                  <a:lnTo>
                    <a:pt x="225115" y="1071361"/>
                  </a:lnTo>
                  <a:lnTo>
                    <a:pt x="225108" y="1071353"/>
                  </a:lnTo>
                  <a:lnTo>
                    <a:pt x="225101" y="1071345"/>
                  </a:lnTo>
                  <a:lnTo>
                    <a:pt x="225094" y="1071337"/>
                  </a:lnTo>
                  <a:lnTo>
                    <a:pt x="225087" y="1071329"/>
                  </a:lnTo>
                  <a:lnTo>
                    <a:pt x="225080" y="1071321"/>
                  </a:lnTo>
                  <a:lnTo>
                    <a:pt x="225074" y="1071312"/>
                  </a:lnTo>
                  <a:lnTo>
                    <a:pt x="225069" y="1071303"/>
                  </a:lnTo>
                  <a:lnTo>
                    <a:pt x="225067" y="1071292"/>
                  </a:lnTo>
                  <a:lnTo>
                    <a:pt x="225068" y="1071282"/>
                  </a:lnTo>
                  <a:lnTo>
                    <a:pt x="225071" y="1071272"/>
                  </a:lnTo>
                  <a:lnTo>
                    <a:pt x="225071" y="1071261"/>
                  </a:lnTo>
                  <a:lnTo>
                    <a:pt x="225071" y="1071251"/>
                  </a:lnTo>
                  <a:lnTo>
                    <a:pt x="225073" y="1071240"/>
                  </a:lnTo>
                  <a:lnTo>
                    <a:pt x="225074" y="1071230"/>
                  </a:lnTo>
                  <a:lnTo>
                    <a:pt x="225073" y="1071219"/>
                  </a:lnTo>
                  <a:lnTo>
                    <a:pt x="225069" y="1071210"/>
                  </a:lnTo>
                  <a:lnTo>
                    <a:pt x="225061" y="1071201"/>
                  </a:lnTo>
                  <a:lnTo>
                    <a:pt x="225054" y="1071194"/>
                  </a:lnTo>
                  <a:lnTo>
                    <a:pt x="225046" y="1071187"/>
                  </a:lnTo>
                  <a:lnTo>
                    <a:pt x="225039" y="1071178"/>
                  </a:lnTo>
                  <a:lnTo>
                    <a:pt x="225034" y="1071170"/>
                  </a:lnTo>
                  <a:lnTo>
                    <a:pt x="225029" y="1071160"/>
                  </a:lnTo>
                  <a:lnTo>
                    <a:pt x="225024" y="1071150"/>
                  </a:lnTo>
                  <a:lnTo>
                    <a:pt x="225020" y="1071141"/>
                  </a:lnTo>
                  <a:lnTo>
                    <a:pt x="225014" y="1071132"/>
                  </a:lnTo>
                  <a:lnTo>
                    <a:pt x="225009" y="1071122"/>
                  </a:lnTo>
                  <a:lnTo>
                    <a:pt x="225004" y="1071113"/>
                  </a:lnTo>
                  <a:lnTo>
                    <a:pt x="224999" y="1071104"/>
                  </a:lnTo>
                  <a:lnTo>
                    <a:pt x="224994" y="1071094"/>
                  </a:lnTo>
                  <a:lnTo>
                    <a:pt x="224990" y="1071084"/>
                  </a:lnTo>
                  <a:lnTo>
                    <a:pt x="224987" y="1071075"/>
                  </a:lnTo>
                  <a:lnTo>
                    <a:pt x="224983" y="1071064"/>
                  </a:lnTo>
                  <a:lnTo>
                    <a:pt x="224980" y="1071054"/>
                  </a:lnTo>
                  <a:lnTo>
                    <a:pt x="224978" y="1071044"/>
                  </a:lnTo>
                  <a:lnTo>
                    <a:pt x="224975" y="1071034"/>
                  </a:lnTo>
                  <a:lnTo>
                    <a:pt x="224972" y="1071024"/>
                  </a:lnTo>
                  <a:lnTo>
                    <a:pt x="224968" y="1071014"/>
                  </a:lnTo>
                  <a:lnTo>
                    <a:pt x="224963" y="1071004"/>
                  </a:lnTo>
                  <a:lnTo>
                    <a:pt x="224959" y="1070994"/>
                  </a:lnTo>
                  <a:lnTo>
                    <a:pt x="224956" y="1070984"/>
                  </a:lnTo>
                  <a:lnTo>
                    <a:pt x="224954" y="1070974"/>
                  </a:lnTo>
                  <a:lnTo>
                    <a:pt x="224952" y="1070964"/>
                  </a:lnTo>
                  <a:lnTo>
                    <a:pt x="224949" y="1070953"/>
                  </a:lnTo>
                  <a:lnTo>
                    <a:pt x="224946" y="1070943"/>
                  </a:lnTo>
                  <a:lnTo>
                    <a:pt x="224942" y="1070933"/>
                  </a:lnTo>
                  <a:lnTo>
                    <a:pt x="224939" y="1070923"/>
                  </a:lnTo>
                  <a:lnTo>
                    <a:pt x="224936" y="1070913"/>
                  </a:lnTo>
                  <a:lnTo>
                    <a:pt x="224931" y="1070904"/>
                  </a:lnTo>
                  <a:lnTo>
                    <a:pt x="224925" y="1070895"/>
                  </a:lnTo>
                  <a:lnTo>
                    <a:pt x="224917" y="1070888"/>
                  </a:lnTo>
                  <a:lnTo>
                    <a:pt x="224909" y="1070880"/>
                  </a:lnTo>
                  <a:lnTo>
                    <a:pt x="224901" y="1070874"/>
                  </a:lnTo>
                  <a:lnTo>
                    <a:pt x="224892" y="1070868"/>
                  </a:lnTo>
                  <a:lnTo>
                    <a:pt x="224883" y="1070862"/>
                  </a:lnTo>
                  <a:lnTo>
                    <a:pt x="224873" y="1070858"/>
                  </a:lnTo>
                  <a:lnTo>
                    <a:pt x="224863" y="1070854"/>
                  </a:lnTo>
                  <a:lnTo>
                    <a:pt x="224853" y="1070850"/>
                  </a:lnTo>
                  <a:lnTo>
                    <a:pt x="224843" y="1070846"/>
                  </a:lnTo>
                  <a:lnTo>
                    <a:pt x="224833" y="1070842"/>
                  </a:lnTo>
                  <a:lnTo>
                    <a:pt x="224823" y="1070837"/>
                  </a:lnTo>
                  <a:lnTo>
                    <a:pt x="224813" y="1070832"/>
                  </a:lnTo>
                  <a:lnTo>
                    <a:pt x="224804" y="1070827"/>
                  </a:lnTo>
                  <a:lnTo>
                    <a:pt x="224795" y="1070821"/>
                  </a:lnTo>
                  <a:lnTo>
                    <a:pt x="224786" y="1070816"/>
                  </a:lnTo>
                  <a:lnTo>
                    <a:pt x="224777" y="1070810"/>
                  </a:lnTo>
                  <a:lnTo>
                    <a:pt x="224768" y="1070803"/>
                  </a:lnTo>
                  <a:lnTo>
                    <a:pt x="224759" y="1070797"/>
                  </a:lnTo>
                  <a:lnTo>
                    <a:pt x="224751" y="1070790"/>
                  </a:lnTo>
                  <a:lnTo>
                    <a:pt x="224742" y="1070784"/>
                  </a:lnTo>
                  <a:lnTo>
                    <a:pt x="224734" y="1070777"/>
                  </a:lnTo>
                  <a:lnTo>
                    <a:pt x="224727" y="1070769"/>
                  </a:lnTo>
                  <a:lnTo>
                    <a:pt x="224721" y="1070760"/>
                  </a:lnTo>
                  <a:lnTo>
                    <a:pt x="224716" y="1070751"/>
                  </a:lnTo>
                  <a:lnTo>
                    <a:pt x="224711" y="1070741"/>
                  </a:lnTo>
                  <a:lnTo>
                    <a:pt x="224708" y="1070731"/>
                  </a:lnTo>
                  <a:lnTo>
                    <a:pt x="224708" y="1070721"/>
                  </a:lnTo>
                  <a:lnTo>
                    <a:pt x="224710" y="1070710"/>
                  </a:lnTo>
                  <a:lnTo>
                    <a:pt x="224709" y="1070700"/>
                  </a:lnTo>
                  <a:lnTo>
                    <a:pt x="224706" y="1070690"/>
                  </a:lnTo>
                  <a:lnTo>
                    <a:pt x="224702" y="1070680"/>
                  </a:lnTo>
                  <a:lnTo>
                    <a:pt x="224698" y="1070670"/>
                  </a:lnTo>
                  <a:lnTo>
                    <a:pt x="224693" y="1070660"/>
                  </a:lnTo>
                  <a:lnTo>
                    <a:pt x="224689" y="1070651"/>
                  </a:lnTo>
                  <a:lnTo>
                    <a:pt x="224684" y="1070641"/>
                  </a:lnTo>
                  <a:lnTo>
                    <a:pt x="224679" y="1070632"/>
                  </a:lnTo>
                  <a:lnTo>
                    <a:pt x="224673" y="1070623"/>
                  </a:lnTo>
                  <a:lnTo>
                    <a:pt x="224668" y="1070614"/>
                  </a:lnTo>
                  <a:lnTo>
                    <a:pt x="224663" y="1070605"/>
                  </a:lnTo>
                  <a:lnTo>
                    <a:pt x="224658" y="1070595"/>
                  </a:lnTo>
                  <a:lnTo>
                    <a:pt x="224653" y="1070586"/>
                  </a:lnTo>
                  <a:lnTo>
                    <a:pt x="224648" y="1070577"/>
                  </a:lnTo>
                  <a:lnTo>
                    <a:pt x="224641" y="1070568"/>
                  </a:lnTo>
                  <a:lnTo>
                    <a:pt x="224635" y="1070559"/>
                  </a:lnTo>
                  <a:lnTo>
                    <a:pt x="224630" y="1070550"/>
                  </a:lnTo>
                  <a:lnTo>
                    <a:pt x="224626" y="1070540"/>
                  </a:lnTo>
                  <a:lnTo>
                    <a:pt x="224620" y="1070532"/>
                  </a:lnTo>
                  <a:lnTo>
                    <a:pt x="224613" y="1070523"/>
                  </a:lnTo>
                  <a:lnTo>
                    <a:pt x="224606" y="1070515"/>
                  </a:lnTo>
                  <a:lnTo>
                    <a:pt x="224599" y="1070507"/>
                  </a:lnTo>
                  <a:lnTo>
                    <a:pt x="224592" y="1070499"/>
                  </a:lnTo>
                  <a:lnTo>
                    <a:pt x="224583" y="1070493"/>
                  </a:lnTo>
                  <a:lnTo>
                    <a:pt x="224574" y="1070487"/>
                  </a:lnTo>
                  <a:lnTo>
                    <a:pt x="224566" y="1070480"/>
                  </a:lnTo>
                  <a:lnTo>
                    <a:pt x="224558" y="1070473"/>
                  </a:lnTo>
                  <a:lnTo>
                    <a:pt x="224549" y="1070467"/>
                  </a:lnTo>
                  <a:lnTo>
                    <a:pt x="224541" y="1070459"/>
                  </a:lnTo>
                  <a:lnTo>
                    <a:pt x="224534" y="1070452"/>
                  </a:lnTo>
                  <a:lnTo>
                    <a:pt x="224526" y="1070444"/>
                  </a:lnTo>
                  <a:lnTo>
                    <a:pt x="224518" y="1070437"/>
                  </a:lnTo>
                  <a:lnTo>
                    <a:pt x="224511" y="1070430"/>
                  </a:lnTo>
                  <a:lnTo>
                    <a:pt x="224503" y="1070422"/>
                  </a:lnTo>
                  <a:lnTo>
                    <a:pt x="224496" y="1070414"/>
                  </a:lnTo>
                  <a:lnTo>
                    <a:pt x="224487" y="1070408"/>
                  </a:lnTo>
                  <a:lnTo>
                    <a:pt x="224476" y="1070406"/>
                  </a:lnTo>
                  <a:lnTo>
                    <a:pt x="224465" y="1070406"/>
                  </a:lnTo>
                  <a:lnTo>
                    <a:pt x="224454" y="1070407"/>
                  </a:lnTo>
                  <a:lnTo>
                    <a:pt x="224444" y="1070407"/>
                  </a:lnTo>
                  <a:lnTo>
                    <a:pt x="224433" y="1070408"/>
                  </a:lnTo>
                  <a:lnTo>
                    <a:pt x="224422" y="1070410"/>
                  </a:lnTo>
                  <a:lnTo>
                    <a:pt x="224412" y="1070412"/>
                  </a:lnTo>
                  <a:lnTo>
                    <a:pt x="224401" y="1070413"/>
                  </a:lnTo>
                  <a:lnTo>
                    <a:pt x="224390" y="1070415"/>
                  </a:lnTo>
                  <a:lnTo>
                    <a:pt x="224379" y="1070416"/>
                  </a:lnTo>
                  <a:lnTo>
                    <a:pt x="224369" y="1070416"/>
                  </a:lnTo>
                  <a:lnTo>
                    <a:pt x="224358" y="1070416"/>
                  </a:lnTo>
                  <a:lnTo>
                    <a:pt x="224347" y="1070416"/>
                  </a:lnTo>
                  <a:lnTo>
                    <a:pt x="224336" y="1070416"/>
                  </a:lnTo>
                  <a:lnTo>
                    <a:pt x="224325" y="1070415"/>
                  </a:lnTo>
                  <a:lnTo>
                    <a:pt x="224314" y="1070415"/>
                  </a:lnTo>
                  <a:lnTo>
                    <a:pt x="224303" y="1070415"/>
                  </a:lnTo>
                  <a:lnTo>
                    <a:pt x="224293" y="1070414"/>
                  </a:lnTo>
                  <a:lnTo>
                    <a:pt x="224282" y="1070412"/>
                  </a:lnTo>
                  <a:lnTo>
                    <a:pt x="224272" y="1070410"/>
                  </a:lnTo>
                  <a:lnTo>
                    <a:pt x="224261" y="1070407"/>
                  </a:lnTo>
                  <a:lnTo>
                    <a:pt x="224251" y="1070404"/>
                  </a:lnTo>
                  <a:lnTo>
                    <a:pt x="224240" y="1070401"/>
                  </a:lnTo>
                  <a:lnTo>
                    <a:pt x="224230" y="1070397"/>
                  </a:lnTo>
                  <a:lnTo>
                    <a:pt x="224220" y="1070392"/>
                  </a:lnTo>
                  <a:lnTo>
                    <a:pt x="224212" y="1070385"/>
                  </a:lnTo>
                  <a:lnTo>
                    <a:pt x="224206" y="1070377"/>
                  </a:lnTo>
                  <a:lnTo>
                    <a:pt x="224195" y="1070358"/>
                  </a:lnTo>
                  <a:lnTo>
                    <a:pt x="224186" y="1070332"/>
                  </a:lnTo>
                  <a:lnTo>
                    <a:pt x="224174" y="1070312"/>
                  </a:lnTo>
                  <a:lnTo>
                    <a:pt x="224167" y="1070303"/>
                  </a:lnTo>
                  <a:lnTo>
                    <a:pt x="224148" y="1070294"/>
                  </a:lnTo>
                  <a:lnTo>
                    <a:pt x="224120" y="1070303"/>
                  </a:lnTo>
                  <a:lnTo>
                    <a:pt x="224088" y="1070314"/>
                  </a:lnTo>
                  <a:lnTo>
                    <a:pt x="224034" y="1070335"/>
                  </a:lnTo>
                  <a:lnTo>
                    <a:pt x="224019" y="1070339"/>
                  </a:lnTo>
                  <a:lnTo>
                    <a:pt x="223984" y="1070351"/>
                  </a:lnTo>
                  <a:lnTo>
                    <a:pt x="223945" y="1070368"/>
                  </a:lnTo>
                  <a:lnTo>
                    <a:pt x="223920" y="1070387"/>
                  </a:lnTo>
                  <a:lnTo>
                    <a:pt x="223901" y="1070406"/>
                  </a:lnTo>
                  <a:lnTo>
                    <a:pt x="223856" y="1070447"/>
                  </a:lnTo>
                  <a:lnTo>
                    <a:pt x="223823" y="1070471"/>
                  </a:lnTo>
                  <a:lnTo>
                    <a:pt x="223792" y="1070482"/>
                  </a:lnTo>
                  <a:lnTo>
                    <a:pt x="223771" y="1070486"/>
                  </a:lnTo>
                  <a:lnTo>
                    <a:pt x="223752" y="1070487"/>
                  </a:lnTo>
                  <a:lnTo>
                    <a:pt x="223737" y="1070486"/>
                  </a:lnTo>
                  <a:lnTo>
                    <a:pt x="223725" y="1070485"/>
                  </a:lnTo>
                  <a:lnTo>
                    <a:pt x="223707" y="1070482"/>
                  </a:lnTo>
                  <a:lnTo>
                    <a:pt x="223699" y="1070478"/>
                  </a:lnTo>
                  <a:lnTo>
                    <a:pt x="223647" y="1070454"/>
                  </a:lnTo>
                  <a:lnTo>
                    <a:pt x="223623" y="1070436"/>
                  </a:lnTo>
                  <a:lnTo>
                    <a:pt x="223587" y="1070399"/>
                  </a:lnTo>
                  <a:lnTo>
                    <a:pt x="223549" y="1070391"/>
                  </a:lnTo>
                  <a:lnTo>
                    <a:pt x="223502" y="1070380"/>
                  </a:lnTo>
                  <a:lnTo>
                    <a:pt x="223456" y="1070380"/>
                  </a:lnTo>
                  <a:lnTo>
                    <a:pt x="223411" y="1070375"/>
                  </a:lnTo>
                  <a:lnTo>
                    <a:pt x="223361" y="1070367"/>
                  </a:lnTo>
                  <a:lnTo>
                    <a:pt x="223330" y="1070359"/>
                  </a:lnTo>
                  <a:lnTo>
                    <a:pt x="223311" y="1070359"/>
                  </a:lnTo>
                  <a:lnTo>
                    <a:pt x="223270" y="1070375"/>
                  </a:lnTo>
                  <a:lnTo>
                    <a:pt x="223254" y="1070381"/>
                  </a:lnTo>
                  <a:lnTo>
                    <a:pt x="223209" y="1070392"/>
                  </a:lnTo>
                  <a:lnTo>
                    <a:pt x="223198" y="1070395"/>
                  </a:lnTo>
                  <a:lnTo>
                    <a:pt x="223188" y="1070393"/>
                  </a:lnTo>
                  <a:lnTo>
                    <a:pt x="223182" y="1070391"/>
                  </a:lnTo>
                  <a:lnTo>
                    <a:pt x="223175" y="1070384"/>
                  </a:lnTo>
                  <a:lnTo>
                    <a:pt x="223166" y="1070375"/>
                  </a:lnTo>
                  <a:lnTo>
                    <a:pt x="223127" y="1070340"/>
                  </a:lnTo>
                  <a:lnTo>
                    <a:pt x="223115" y="1070324"/>
                  </a:lnTo>
                  <a:lnTo>
                    <a:pt x="223110" y="1070303"/>
                  </a:lnTo>
                  <a:lnTo>
                    <a:pt x="223111" y="1070283"/>
                  </a:lnTo>
                  <a:lnTo>
                    <a:pt x="223118" y="1070258"/>
                  </a:lnTo>
                  <a:lnTo>
                    <a:pt x="223124" y="1070244"/>
                  </a:lnTo>
                  <a:lnTo>
                    <a:pt x="223147" y="1070203"/>
                  </a:lnTo>
                  <a:lnTo>
                    <a:pt x="223174" y="1070141"/>
                  </a:lnTo>
                  <a:lnTo>
                    <a:pt x="223187" y="1070121"/>
                  </a:lnTo>
                  <a:lnTo>
                    <a:pt x="223198" y="1070093"/>
                  </a:lnTo>
                  <a:lnTo>
                    <a:pt x="223205" y="1070051"/>
                  </a:lnTo>
                  <a:lnTo>
                    <a:pt x="223200" y="1070042"/>
                  </a:lnTo>
                  <a:lnTo>
                    <a:pt x="223191" y="1070034"/>
                  </a:lnTo>
                  <a:lnTo>
                    <a:pt x="223181" y="1070026"/>
                  </a:lnTo>
                  <a:lnTo>
                    <a:pt x="223149" y="1069999"/>
                  </a:lnTo>
                  <a:lnTo>
                    <a:pt x="223112" y="1069957"/>
                  </a:lnTo>
                  <a:lnTo>
                    <a:pt x="223073" y="1069909"/>
                  </a:lnTo>
                  <a:lnTo>
                    <a:pt x="223050" y="1069872"/>
                  </a:lnTo>
                  <a:lnTo>
                    <a:pt x="223035" y="1069839"/>
                  </a:lnTo>
                  <a:lnTo>
                    <a:pt x="223034" y="1069785"/>
                  </a:lnTo>
                  <a:lnTo>
                    <a:pt x="223036" y="1069726"/>
                  </a:lnTo>
                  <a:lnTo>
                    <a:pt x="223053" y="1069664"/>
                  </a:lnTo>
                  <a:lnTo>
                    <a:pt x="223062" y="1069643"/>
                  </a:lnTo>
                  <a:lnTo>
                    <a:pt x="223064" y="1069636"/>
                  </a:lnTo>
                  <a:lnTo>
                    <a:pt x="223060" y="1069628"/>
                  </a:lnTo>
                  <a:lnTo>
                    <a:pt x="223054" y="1069621"/>
                  </a:lnTo>
                  <a:lnTo>
                    <a:pt x="223029" y="1069590"/>
                  </a:lnTo>
                  <a:lnTo>
                    <a:pt x="223020" y="1069575"/>
                  </a:lnTo>
                  <a:lnTo>
                    <a:pt x="223017" y="1069571"/>
                  </a:lnTo>
                  <a:lnTo>
                    <a:pt x="223008" y="1069559"/>
                  </a:lnTo>
                  <a:lnTo>
                    <a:pt x="222987" y="1069533"/>
                  </a:lnTo>
                  <a:lnTo>
                    <a:pt x="222967" y="1069500"/>
                  </a:lnTo>
                  <a:lnTo>
                    <a:pt x="222958" y="1069477"/>
                  </a:lnTo>
                  <a:lnTo>
                    <a:pt x="222950" y="1069424"/>
                  </a:lnTo>
                  <a:lnTo>
                    <a:pt x="222950" y="1069367"/>
                  </a:lnTo>
                  <a:lnTo>
                    <a:pt x="222950" y="1069337"/>
                  </a:lnTo>
                  <a:lnTo>
                    <a:pt x="222948" y="1069313"/>
                  </a:lnTo>
                  <a:lnTo>
                    <a:pt x="222943" y="1069291"/>
                  </a:lnTo>
                  <a:lnTo>
                    <a:pt x="222922" y="1069259"/>
                  </a:lnTo>
                  <a:lnTo>
                    <a:pt x="222913" y="1069239"/>
                  </a:lnTo>
                  <a:lnTo>
                    <a:pt x="222908" y="1069219"/>
                  </a:lnTo>
                  <a:lnTo>
                    <a:pt x="222906" y="1069197"/>
                  </a:lnTo>
                  <a:lnTo>
                    <a:pt x="222906" y="1069176"/>
                  </a:lnTo>
                  <a:lnTo>
                    <a:pt x="222908" y="1069161"/>
                  </a:lnTo>
                  <a:lnTo>
                    <a:pt x="222922" y="1069136"/>
                  </a:lnTo>
                  <a:lnTo>
                    <a:pt x="222936" y="1069113"/>
                  </a:lnTo>
                  <a:lnTo>
                    <a:pt x="222944" y="1069102"/>
                  </a:lnTo>
                  <a:lnTo>
                    <a:pt x="222951" y="1069094"/>
                  </a:lnTo>
                  <a:lnTo>
                    <a:pt x="222969" y="1069057"/>
                  </a:lnTo>
                  <a:lnTo>
                    <a:pt x="222969" y="1069028"/>
                  </a:lnTo>
                  <a:lnTo>
                    <a:pt x="222972" y="1068980"/>
                  </a:lnTo>
                  <a:lnTo>
                    <a:pt x="222972" y="1068972"/>
                  </a:lnTo>
                  <a:lnTo>
                    <a:pt x="222974" y="1068960"/>
                  </a:lnTo>
                  <a:lnTo>
                    <a:pt x="222976" y="1068949"/>
                  </a:lnTo>
                  <a:lnTo>
                    <a:pt x="222979" y="1068941"/>
                  </a:lnTo>
                  <a:lnTo>
                    <a:pt x="222985" y="1068936"/>
                  </a:lnTo>
                  <a:lnTo>
                    <a:pt x="222996" y="1068931"/>
                  </a:lnTo>
                  <a:lnTo>
                    <a:pt x="223015" y="1068921"/>
                  </a:lnTo>
                  <a:lnTo>
                    <a:pt x="223028" y="1068912"/>
                  </a:lnTo>
                  <a:lnTo>
                    <a:pt x="223056" y="1068893"/>
                  </a:lnTo>
                  <a:lnTo>
                    <a:pt x="223079" y="1068871"/>
                  </a:lnTo>
                  <a:lnTo>
                    <a:pt x="223107" y="1068850"/>
                  </a:lnTo>
                  <a:lnTo>
                    <a:pt x="223141" y="1068807"/>
                  </a:lnTo>
                  <a:lnTo>
                    <a:pt x="223155" y="1068779"/>
                  </a:lnTo>
                  <a:lnTo>
                    <a:pt x="223183" y="1068749"/>
                  </a:lnTo>
                  <a:lnTo>
                    <a:pt x="223201" y="1068707"/>
                  </a:lnTo>
                  <a:lnTo>
                    <a:pt x="223217" y="1068650"/>
                  </a:lnTo>
                  <a:lnTo>
                    <a:pt x="223230" y="1068607"/>
                  </a:lnTo>
                  <a:lnTo>
                    <a:pt x="223241" y="1068578"/>
                  </a:lnTo>
                  <a:lnTo>
                    <a:pt x="223252" y="1068544"/>
                  </a:lnTo>
                  <a:lnTo>
                    <a:pt x="223263" y="1068510"/>
                  </a:lnTo>
                  <a:lnTo>
                    <a:pt x="223271" y="1068463"/>
                  </a:lnTo>
                  <a:lnTo>
                    <a:pt x="223276" y="1068388"/>
                  </a:lnTo>
                  <a:lnTo>
                    <a:pt x="223282" y="1068308"/>
                  </a:lnTo>
                  <a:lnTo>
                    <a:pt x="223289" y="1068249"/>
                  </a:lnTo>
                  <a:lnTo>
                    <a:pt x="223300" y="1068208"/>
                  </a:lnTo>
                  <a:lnTo>
                    <a:pt x="223319" y="1068171"/>
                  </a:lnTo>
                  <a:lnTo>
                    <a:pt x="223321" y="1068129"/>
                  </a:lnTo>
                  <a:lnTo>
                    <a:pt x="223326" y="1068091"/>
                  </a:lnTo>
                  <a:lnTo>
                    <a:pt x="223340" y="1068015"/>
                  </a:lnTo>
                  <a:lnTo>
                    <a:pt x="223354" y="1067988"/>
                  </a:lnTo>
                  <a:lnTo>
                    <a:pt x="223382" y="1067955"/>
                  </a:lnTo>
                  <a:lnTo>
                    <a:pt x="223449" y="1067917"/>
                  </a:lnTo>
                  <a:lnTo>
                    <a:pt x="223479" y="1067890"/>
                  </a:lnTo>
                  <a:lnTo>
                    <a:pt x="223501" y="1067860"/>
                  </a:lnTo>
                  <a:lnTo>
                    <a:pt x="223515" y="1067835"/>
                  </a:lnTo>
                  <a:lnTo>
                    <a:pt x="223538" y="1067816"/>
                  </a:lnTo>
                  <a:lnTo>
                    <a:pt x="223557" y="1067806"/>
                  </a:lnTo>
                  <a:lnTo>
                    <a:pt x="223623" y="1067796"/>
                  </a:lnTo>
                  <a:lnTo>
                    <a:pt x="223682" y="1067785"/>
                  </a:lnTo>
                  <a:lnTo>
                    <a:pt x="223720" y="1067770"/>
                  </a:lnTo>
                  <a:lnTo>
                    <a:pt x="223747" y="1067753"/>
                  </a:lnTo>
                  <a:lnTo>
                    <a:pt x="223765" y="1067719"/>
                  </a:lnTo>
                  <a:lnTo>
                    <a:pt x="223779" y="1067693"/>
                  </a:lnTo>
                  <a:lnTo>
                    <a:pt x="223800" y="1067665"/>
                  </a:lnTo>
                  <a:lnTo>
                    <a:pt x="223828" y="1067631"/>
                  </a:lnTo>
                  <a:lnTo>
                    <a:pt x="223851" y="1067608"/>
                  </a:lnTo>
                  <a:lnTo>
                    <a:pt x="223881" y="1067580"/>
                  </a:lnTo>
                  <a:lnTo>
                    <a:pt x="223912" y="1067566"/>
                  </a:lnTo>
                  <a:lnTo>
                    <a:pt x="223942" y="1067567"/>
                  </a:lnTo>
                  <a:lnTo>
                    <a:pt x="223983" y="1067581"/>
                  </a:lnTo>
                  <a:lnTo>
                    <a:pt x="224039" y="1067590"/>
                  </a:lnTo>
                  <a:lnTo>
                    <a:pt x="224060" y="1067589"/>
                  </a:lnTo>
                  <a:lnTo>
                    <a:pt x="224148" y="1067578"/>
                  </a:lnTo>
                  <a:lnTo>
                    <a:pt x="224168" y="1067579"/>
                  </a:lnTo>
                  <a:lnTo>
                    <a:pt x="224184" y="1067579"/>
                  </a:lnTo>
                  <a:lnTo>
                    <a:pt x="224208" y="1067582"/>
                  </a:lnTo>
                  <a:lnTo>
                    <a:pt x="224243" y="1067596"/>
                  </a:lnTo>
                  <a:lnTo>
                    <a:pt x="224261" y="1067601"/>
                  </a:lnTo>
                  <a:lnTo>
                    <a:pt x="224304" y="1067598"/>
                  </a:lnTo>
                  <a:lnTo>
                    <a:pt x="224333" y="1067589"/>
                  </a:lnTo>
                  <a:lnTo>
                    <a:pt x="224342" y="1067580"/>
                  </a:lnTo>
                  <a:lnTo>
                    <a:pt x="224347" y="1067571"/>
                  </a:lnTo>
                  <a:lnTo>
                    <a:pt x="224351" y="1067563"/>
                  </a:lnTo>
                  <a:lnTo>
                    <a:pt x="224357" y="1067561"/>
                  </a:lnTo>
                  <a:lnTo>
                    <a:pt x="224376" y="1067561"/>
                  </a:lnTo>
                  <a:lnTo>
                    <a:pt x="224388" y="1067563"/>
                  </a:lnTo>
                  <a:lnTo>
                    <a:pt x="224395" y="1067562"/>
                  </a:lnTo>
                  <a:lnTo>
                    <a:pt x="224401" y="1067559"/>
                  </a:lnTo>
                  <a:lnTo>
                    <a:pt x="224422" y="1067551"/>
                  </a:lnTo>
                  <a:lnTo>
                    <a:pt x="224450" y="1067539"/>
                  </a:lnTo>
                  <a:lnTo>
                    <a:pt x="224482" y="1067524"/>
                  </a:lnTo>
                  <a:lnTo>
                    <a:pt x="224505" y="1067512"/>
                  </a:lnTo>
                  <a:lnTo>
                    <a:pt x="224523" y="1067499"/>
                  </a:lnTo>
                  <a:lnTo>
                    <a:pt x="224540" y="1067484"/>
                  </a:lnTo>
                  <a:lnTo>
                    <a:pt x="224553" y="1067460"/>
                  </a:lnTo>
                  <a:lnTo>
                    <a:pt x="224593" y="1067401"/>
                  </a:lnTo>
                  <a:lnTo>
                    <a:pt x="224605" y="1067378"/>
                  </a:lnTo>
                  <a:lnTo>
                    <a:pt x="224617" y="1067357"/>
                  </a:lnTo>
                  <a:lnTo>
                    <a:pt x="224626" y="1067332"/>
                  </a:lnTo>
                  <a:lnTo>
                    <a:pt x="224640" y="1067286"/>
                  </a:lnTo>
                  <a:lnTo>
                    <a:pt x="224648" y="1067256"/>
                  </a:lnTo>
                  <a:lnTo>
                    <a:pt x="224653" y="1067237"/>
                  </a:lnTo>
                  <a:lnTo>
                    <a:pt x="224655" y="1067212"/>
                  </a:lnTo>
                  <a:lnTo>
                    <a:pt x="224661" y="1067198"/>
                  </a:lnTo>
                  <a:lnTo>
                    <a:pt x="224673" y="1067200"/>
                  </a:lnTo>
                  <a:lnTo>
                    <a:pt x="224694" y="1067211"/>
                  </a:lnTo>
                  <a:lnTo>
                    <a:pt x="224715" y="1067222"/>
                  </a:lnTo>
                  <a:lnTo>
                    <a:pt x="224727" y="1067227"/>
                  </a:lnTo>
                  <a:lnTo>
                    <a:pt x="224759" y="1067243"/>
                  </a:lnTo>
                  <a:lnTo>
                    <a:pt x="224776" y="1067256"/>
                  </a:lnTo>
                  <a:lnTo>
                    <a:pt x="224794" y="1067281"/>
                  </a:lnTo>
                  <a:lnTo>
                    <a:pt x="224828" y="1067319"/>
                  </a:lnTo>
                  <a:lnTo>
                    <a:pt x="224863" y="1067357"/>
                  </a:lnTo>
                  <a:lnTo>
                    <a:pt x="224901" y="1067386"/>
                  </a:lnTo>
                  <a:lnTo>
                    <a:pt x="224939" y="1067404"/>
                  </a:lnTo>
                  <a:lnTo>
                    <a:pt x="224981" y="1067422"/>
                  </a:lnTo>
                  <a:lnTo>
                    <a:pt x="225000" y="1067430"/>
                  </a:lnTo>
                  <a:lnTo>
                    <a:pt x="225044" y="1067445"/>
                  </a:lnTo>
                  <a:lnTo>
                    <a:pt x="225095" y="1067448"/>
                  </a:lnTo>
                  <a:lnTo>
                    <a:pt x="225139" y="1067450"/>
                  </a:lnTo>
                  <a:lnTo>
                    <a:pt x="225191" y="1067454"/>
                  </a:lnTo>
                  <a:lnTo>
                    <a:pt x="225219" y="1067461"/>
                  </a:lnTo>
                  <a:lnTo>
                    <a:pt x="225238" y="1067458"/>
                  </a:lnTo>
                  <a:lnTo>
                    <a:pt x="225255" y="1067446"/>
                  </a:lnTo>
                  <a:lnTo>
                    <a:pt x="225269" y="1067432"/>
                  </a:lnTo>
                  <a:lnTo>
                    <a:pt x="225282" y="1067418"/>
                  </a:lnTo>
                  <a:lnTo>
                    <a:pt x="225297" y="1067394"/>
                  </a:lnTo>
                  <a:lnTo>
                    <a:pt x="225309" y="1067362"/>
                  </a:lnTo>
                  <a:lnTo>
                    <a:pt x="225324" y="1067327"/>
                  </a:lnTo>
                  <a:lnTo>
                    <a:pt x="225335" y="1067301"/>
                  </a:lnTo>
                  <a:lnTo>
                    <a:pt x="225337" y="1067283"/>
                  </a:lnTo>
                  <a:lnTo>
                    <a:pt x="225340" y="1067262"/>
                  </a:lnTo>
                  <a:lnTo>
                    <a:pt x="225339" y="1067219"/>
                  </a:lnTo>
                  <a:lnTo>
                    <a:pt x="225339" y="1067185"/>
                  </a:lnTo>
                  <a:lnTo>
                    <a:pt x="225341" y="1067161"/>
                  </a:lnTo>
                  <a:lnTo>
                    <a:pt x="225348" y="1067137"/>
                  </a:lnTo>
                  <a:lnTo>
                    <a:pt x="225357" y="1067112"/>
                  </a:lnTo>
                  <a:lnTo>
                    <a:pt x="225365" y="1067089"/>
                  </a:lnTo>
                  <a:lnTo>
                    <a:pt x="225383" y="1067055"/>
                  </a:lnTo>
                  <a:lnTo>
                    <a:pt x="225390" y="1067027"/>
                  </a:lnTo>
                  <a:lnTo>
                    <a:pt x="225397" y="1067001"/>
                  </a:lnTo>
                  <a:lnTo>
                    <a:pt x="225414" y="1066934"/>
                  </a:lnTo>
                  <a:lnTo>
                    <a:pt x="225424" y="1066910"/>
                  </a:lnTo>
                  <a:lnTo>
                    <a:pt x="225441" y="1066886"/>
                  </a:lnTo>
                  <a:lnTo>
                    <a:pt x="225457" y="1066858"/>
                  </a:lnTo>
                  <a:lnTo>
                    <a:pt x="225474" y="1066855"/>
                  </a:lnTo>
                  <a:lnTo>
                    <a:pt x="225510" y="1066854"/>
                  </a:lnTo>
                  <a:lnTo>
                    <a:pt x="225538" y="1066851"/>
                  </a:lnTo>
                  <a:lnTo>
                    <a:pt x="225562" y="1066847"/>
                  </a:lnTo>
                  <a:lnTo>
                    <a:pt x="225581" y="1066841"/>
                  </a:lnTo>
                  <a:lnTo>
                    <a:pt x="225595" y="1066833"/>
                  </a:lnTo>
                  <a:lnTo>
                    <a:pt x="225613" y="1066819"/>
                  </a:lnTo>
                  <a:lnTo>
                    <a:pt x="225657" y="1066784"/>
                  </a:lnTo>
                  <a:lnTo>
                    <a:pt x="225696" y="1066758"/>
                  </a:lnTo>
                  <a:lnTo>
                    <a:pt x="225721" y="1066741"/>
                  </a:lnTo>
                  <a:lnTo>
                    <a:pt x="225753" y="1066725"/>
                  </a:lnTo>
                  <a:lnTo>
                    <a:pt x="225784" y="1066710"/>
                  </a:lnTo>
                  <a:lnTo>
                    <a:pt x="225812" y="1066695"/>
                  </a:lnTo>
                  <a:lnTo>
                    <a:pt x="225838" y="1066682"/>
                  </a:lnTo>
                  <a:lnTo>
                    <a:pt x="225862" y="1066666"/>
                  </a:lnTo>
                  <a:lnTo>
                    <a:pt x="225888" y="1066651"/>
                  </a:lnTo>
                  <a:lnTo>
                    <a:pt x="225933" y="1066637"/>
                  </a:lnTo>
                  <a:lnTo>
                    <a:pt x="225958" y="1066624"/>
                  </a:lnTo>
                  <a:lnTo>
                    <a:pt x="225983" y="1066608"/>
                  </a:lnTo>
                  <a:lnTo>
                    <a:pt x="226004" y="1066593"/>
                  </a:lnTo>
                  <a:lnTo>
                    <a:pt x="226026" y="1066581"/>
                  </a:lnTo>
                  <a:lnTo>
                    <a:pt x="226059" y="1066571"/>
                  </a:lnTo>
                  <a:lnTo>
                    <a:pt x="226084" y="1066568"/>
                  </a:lnTo>
                  <a:lnTo>
                    <a:pt x="226172" y="1066555"/>
                  </a:lnTo>
                  <a:lnTo>
                    <a:pt x="226191" y="1066546"/>
                  </a:lnTo>
                  <a:lnTo>
                    <a:pt x="226204" y="1066534"/>
                  </a:lnTo>
                  <a:lnTo>
                    <a:pt x="226212" y="1066519"/>
                  </a:lnTo>
                  <a:lnTo>
                    <a:pt x="226229" y="1066506"/>
                  </a:lnTo>
                  <a:lnTo>
                    <a:pt x="226256" y="1066494"/>
                  </a:lnTo>
                  <a:lnTo>
                    <a:pt x="226323" y="1066463"/>
                  </a:lnTo>
                  <a:lnTo>
                    <a:pt x="226347" y="1066454"/>
                  </a:lnTo>
                  <a:lnTo>
                    <a:pt x="226376" y="1066435"/>
                  </a:lnTo>
                  <a:lnTo>
                    <a:pt x="226394" y="1066415"/>
                  </a:lnTo>
                  <a:lnTo>
                    <a:pt x="226416" y="1066393"/>
                  </a:lnTo>
                  <a:lnTo>
                    <a:pt x="226439" y="1066367"/>
                  </a:lnTo>
                  <a:lnTo>
                    <a:pt x="226480" y="1066305"/>
                  </a:lnTo>
                  <a:lnTo>
                    <a:pt x="226499" y="1066277"/>
                  </a:lnTo>
                  <a:lnTo>
                    <a:pt x="226514" y="1066254"/>
                  </a:lnTo>
                  <a:lnTo>
                    <a:pt x="226524" y="1066228"/>
                  </a:lnTo>
                  <a:lnTo>
                    <a:pt x="226546" y="1066180"/>
                  </a:lnTo>
                  <a:lnTo>
                    <a:pt x="226557" y="1066137"/>
                  </a:lnTo>
                  <a:lnTo>
                    <a:pt x="226569" y="1066095"/>
                  </a:lnTo>
                  <a:lnTo>
                    <a:pt x="226576" y="1066061"/>
                  </a:lnTo>
                  <a:lnTo>
                    <a:pt x="226590" y="1065998"/>
                  </a:lnTo>
                  <a:lnTo>
                    <a:pt x="226592" y="1065968"/>
                  </a:lnTo>
                  <a:lnTo>
                    <a:pt x="226591" y="1065931"/>
                  </a:lnTo>
                  <a:lnTo>
                    <a:pt x="226586" y="1065907"/>
                  </a:lnTo>
                  <a:lnTo>
                    <a:pt x="226575" y="1065872"/>
                  </a:lnTo>
                  <a:lnTo>
                    <a:pt x="226567" y="1065837"/>
                  </a:lnTo>
                  <a:lnTo>
                    <a:pt x="226567" y="1065817"/>
                  </a:lnTo>
                  <a:lnTo>
                    <a:pt x="226570" y="1065803"/>
                  </a:lnTo>
                  <a:lnTo>
                    <a:pt x="226580" y="1065797"/>
                  </a:lnTo>
                  <a:lnTo>
                    <a:pt x="226603" y="1065796"/>
                  </a:lnTo>
                  <a:lnTo>
                    <a:pt x="226633" y="1065805"/>
                  </a:lnTo>
                  <a:lnTo>
                    <a:pt x="226660" y="1065818"/>
                  </a:lnTo>
                  <a:lnTo>
                    <a:pt x="226686" y="1065825"/>
                  </a:lnTo>
                  <a:lnTo>
                    <a:pt x="226725" y="1065825"/>
                  </a:lnTo>
                  <a:lnTo>
                    <a:pt x="226812" y="1065826"/>
                  </a:lnTo>
                  <a:lnTo>
                    <a:pt x="226845" y="1065820"/>
                  </a:lnTo>
                  <a:lnTo>
                    <a:pt x="226864" y="1065810"/>
                  </a:lnTo>
                  <a:lnTo>
                    <a:pt x="226882" y="1065800"/>
                  </a:lnTo>
                  <a:lnTo>
                    <a:pt x="226902" y="1065797"/>
                  </a:lnTo>
                  <a:lnTo>
                    <a:pt x="226920" y="1065797"/>
                  </a:lnTo>
                  <a:lnTo>
                    <a:pt x="226969" y="1065804"/>
                  </a:lnTo>
                  <a:lnTo>
                    <a:pt x="227008" y="1065810"/>
                  </a:lnTo>
                  <a:lnTo>
                    <a:pt x="227029" y="1065812"/>
                  </a:lnTo>
                  <a:lnTo>
                    <a:pt x="227057" y="1065810"/>
                  </a:lnTo>
                  <a:lnTo>
                    <a:pt x="227095" y="1065801"/>
                  </a:lnTo>
                  <a:lnTo>
                    <a:pt x="227115" y="1065791"/>
                  </a:lnTo>
                  <a:lnTo>
                    <a:pt x="227138" y="1065777"/>
                  </a:lnTo>
                  <a:lnTo>
                    <a:pt x="227156" y="1065762"/>
                  </a:lnTo>
                  <a:lnTo>
                    <a:pt x="227180" y="1065741"/>
                  </a:lnTo>
                  <a:lnTo>
                    <a:pt x="227191" y="1065727"/>
                  </a:lnTo>
                  <a:lnTo>
                    <a:pt x="227207" y="1065711"/>
                  </a:lnTo>
                  <a:lnTo>
                    <a:pt x="227211" y="1065697"/>
                  </a:lnTo>
                  <a:lnTo>
                    <a:pt x="227211" y="1065672"/>
                  </a:lnTo>
                  <a:lnTo>
                    <a:pt x="227225" y="1065641"/>
                  </a:lnTo>
                  <a:lnTo>
                    <a:pt x="227238" y="1065617"/>
                  </a:lnTo>
                  <a:lnTo>
                    <a:pt x="227246" y="1065595"/>
                  </a:lnTo>
                  <a:lnTo>
                    <a:pt x="227254" y="1065572"/>
                  </a:lnTo>
                  <a:lnTo>
                    <a:pt x="227262" y="1065557"/>
                  </a:lnTo>
                  <a:lnTo>
                    <a:pt x="227272" y="1065516"/>
                  </a:lnTo>
                  <a:lnTo>
                    <a:pt x="227282" y="1065493"/>
                  </a:lnTo>
                  <a:lnTo>
                    <a:pt x="227285" y="1065485"/>
                  </a:lnTo>
                  <a:lnTo>
                    <a:pt x="227287" y="1065463"/>
                  </a:lnTo>
                  <a:lnTo>
                    <a:pt x="227291" y="1065459"/>
                  </a:lnTo>
                  <a:lnTo>
                    <a:pt x="227315" y="1065445"/>
                  </a:lnTo>
                  <a:lnTo>
                    <a:pt x="227335" y="1065430"/>
                  </a:lnTo>
                  <a:lnTo>
                    <a:pt x="227382" y="1065395"/>
                  </a:lnTo>
                  <a:lnTo>
                    <a:pt x="227400" y="1065378"/>
                  </a:lnTo>
                  <a:lnTo>
                    <a:pt x="227420" y="1065351"/>
                  </a:lnTo>
                  <a:lnTo>
                    <a:pt x="227432" y="1065333"/>
                  </a:lnTo>
                  <a:lnTo>
                    <a:pt x="227453" y="1065297"/>
                  </a:lnTo>
                  <a:lnTo>
                    <a:pt x="227464" y="1065267"/>
                  </a:lnTo>
                  <a:lnTo>
                    <a:pt x="227471" y="1065240"/>
                  </a:lnTo>
                  <a:lnTo>
                    <a:pt x="227474" y="1065211"/>
                  </a:lnTo>
                  <a:lnTo>
                    <a:pt x="227499" y="1065161"/>
                  </a:lnTo>
                  <a:lnTo>
                    <a:pt x="227516" y="1065144"/>
                  </a:lnTo>
                  <a:lnTo>
                    <a:pt x="227539" y="1065125"/>
                  </a:lnTo>
                  <a:lnTo>
                    <a:pt x="227563" y="1065097"/>
                  </a:lnTo>
                  <a:lnTo>
                    <a:pt x="227575" y="1065076"/>
                  </a:lnTo>
                  <a:lnTo>
                    <a:pt x="227589" y="1065042"/>
                  </a:lnTo>
                  <a:lnTo>
                    <a:pt x="227601" y="1065026"/>
                  </a:lnTo>
                  <a:lnTo>
                    <a:pt x="227621" y="1065009"/>
                  </a:lnTo>
                  <a:lnTo>
                    <a:pt x="227642" y="1064996"/>
                  </a:lnTo>
                  <a:lnTo>
                    <a:pt x="227660" y="1064984"/>
                  </a:lnTo>
                  <a:lnTo>
                    <a:pt x="227673" y="1064974"/>
                  </a:lnTo>
                  <a:lnTo>
                    <a:pt x="227674" y="1064962"/>
                  </a:lnTo>
                  <a:lnTo>
                    <a:pt x="227670" y="1064951"/>
                  </a:lnTo>
                  <a:lnTo>
                    <a:pt x="227667" y="1064929"/>
                  </a:lnTo>
                  <a:lnTo>
                    <a:pt x="227669" y="1064906"/>
                  </a:lnTo>
                  <a:lnTo>
                    <a:pt x="227674" y="1064892"/>
                  </a:lnTo>
                  <a:lnTo>
                    <a:pt x="227681" y="1064880"/>
                  </a:lnTo>
                  <a:lnTo>
                    <a:pt x="227718" y="1064842"/>
                  </a:lnTo>
                  <a:lnTo>
                    <a:pt x="227731" y="1064830"/>
                  </a:lnTo>
                  <a:lnTo>
                    <a:pt x="227763" y="1064815"/>
                  </a:lnTo>
                  <a:lnTo>
                    <a:pt x="227790" y="1064816"/>
                  </a:lnTo>
                  <a:lnTo>
                    <a:pt x="227816" y="1064824"/>
                  </a:lnTo>
                  <a:lnTo>
                    <a:pt x="227858" y="1064844"/>
                  </a:lnTo>
                  <a:lnTo>
                    <a:pt x="227919" y="1064869"/>
                  </a:lnTo>
                  <a:lnTo>
                    <a:pt x="228000" y="1064883"/>
                  </a:lnTo>
                  <a:lnTo>
                    <a:pt x="228039" y="1064889"/>
                  </a:lnTo>
                  <a:lnTo>
                    <a:pt x="228063" y="1064890"/>
                  </a:lnTo>
                  <a:lnTo>
                    <a:pt x="228068" y="1064884"/>
                  </a:lnTo>
                  <a:lnTo>
                    <a:pt x="228066" y="1064872"/>
                  </a:lnTo>
                  <a:lnTo>
                    <a:pt x="228059" y="1064851"/>
                  </a:lnTo>
                  <a:lnTo>
                    <a:pt x="228059" y="1064815"/>
                  </a:lnTo>
                  <a:lnTo>
                    <a:pt x="228063" y="1064786"/>
                  </a:lnTo>
                  <a:lnTo>
                    <a:pt x="228073" y="1064759"/>
                  </a:lnTo>
                  <a:lnTo>
                    <a:pt x="228080" y="1064728"/>
                  </a:lnTo>
                  <a:lnTo>
                    <a:pt x="228096" y="1064695"/>
                  </a:lnTo>
                  <a:lnTo>
                    <a:pt x="228109" y="1064685"/>
                  </a:lnTo>
                  <a:lnTo>
                    <a:pt x="228127" y="1064671"/>
                  </a:lnTo>
                  <a:lnTo>
                    <a:pt x="228148" y="1064665"/>
                  </a:lnTo>
                  <a:lnTo>
                    <a:pt x="228160" y="1064657"/>
                  </a:lnTo>
                  <a:lnTo>
                    <a:pt x="228167" y="1064644"/>
                  </a:lnTo>
                  <a:lnTo>
                    <a:pt x="228176" y="1064624"/>
                  </a:lnTo>
                  <a:lnTo>
                    <a:pt x="228185" y="1064598"/>
                  </a:lnTo>
                  <a:lnTo>
                    <a:pt x="228206" y="1064547"/>
                  </a:lnTo>
                  <a:lnTo>
                    <a:pt x="228213" y="1064524"/>
                  </a:lnTo>
                  <a:lnTo>
                    <a:pt x="228225" y="1064499"/>
                  </a:lnTo>
                  <a:lnTo>
                    <a:pt x="228241" y="1064475"/>
                  </a:lnTo>
                  <a:lnTo>
                    <a:pt x="228269" y="1064439"/>
                  </a:lnTo>
                  <a:lnTo>
                    <a:pt x="228279" y="1064421"/>
                  </a:lnTo>
                  <a:lnTo>
                    <a:pt x="228288" y="1064391"/>
                  </a:lnTo>
                  <a:lnTo>
                    <a:pt x="228299" y="1064358"/>
                  </a:lnTo>
                  <a:lnTo>
                    <a:pt x="228299" y="1064320"/>
                  </a:lnTo>
                  <a:lnTo>
                    <a:pt x="228292" y="1064284"/>
                  </a:lnTo>
                  <a:lnTo>
                    <a:pt x="228282" y="1064249"/>
                  </a:lnTo>
                  <a:lnTo>
                    <a:pt x="228278" y="1064236"/>
                  </a:lnTo>
                  <a:lnTo>
                    <a:pt x="228266" y="1064207"/>
                  </a:lnTo>
                  <a:lnTo>
                    <a:pt x="228254" y="1064189"/>
                  </a:lnTo>
                  <a:lnTo>
                    <a:pt x="228243" y="1064174"/>
                  </a:lnTo>
                  <a:lnTo>
                    <a:pt x="228235" y="1064148"/>
                  </a:lnTo>
                  <a:lnTo>
                    <a:pt x="228225" y="1064113"/>
                  </a:lnTo>
                  <a:lnTo>
                    <a:pt x="228213" y="1064082"/>
                  </a:lnTo>
                  <a:lnTo>
                    <a:pt x="228203" y="1064059"/>
                  </a:lnTo>
                  <a:lnTo>
                    <a:pt x="228200" y="1064036"/>
                  </a:lnTo>
                  <a:lnTo>
                    <a:pt x="228195" y="1064006"/>
                  </a:lnTo>
                  <a:lnTo>
                    <a:pt x="228186" y="1063961"/>
                  </a:lnTo>
                  <a:lnTo>
                    <a:pt x="228172" y="1063924"/>
                  </a:lnTo>
                  <a:lnTo>
                    <a:pt x="228161" y="1063897"/>
                  </a:lnTo>
                  <a:lnTo>
                    <a:pt x="228159" y="1063890"/>
                  </a:lnTo>
                  <a:lnTo>
                    <a:pt x="228156" y="1063853"/>
                  </a:lnTo>
                  <a:lnTo>
                    <a:pt x="228159" y="1063829"/>
                  </a:lnTo>
                  <a:lnTo>
                    <a:pt x="228156" y="1063806"/>
                  </a:lnTo>
                  <a:lnTo>
                    <a:pt x="228144" y="1063786"/>
                  </a:lnTo>
                  <a:lnTo>
                    <a:pt x="228134" y="1063773"/>
                  </a:lnTo>
                  <a:lnTo>
                    <a:pt x="228115" y="1063733"/>
                  </a:lnTo>
                  <a:lnTo>
                    <a:pt x="228099" y="1063699"/>
                  </a:lnTo>
                  <a:lnTo>
                    <a:pt x="228085" y="1063670"/>
                  </a:lnTo>
                  <a:lnTo>
                    <a:pt x="228079" y="1063660"/>
                  </a:lnTo>
                  <a:lnTo>
                    <a:pt x="228069" y="1063653"/>
                  </a:lnTo>
                  <a:lnTo>
                    <a:pt x="228030" y="1063621"/>
                  </a:lnTo>
                  <a:lnTo>
                    <a:pt x="228014" y="1063609"/>
                  </a:lnTo>
                  <a:lnTo>
                    <a:pt x="227996" y="1063600"/>
                  </a:lnTo>
                  <a:lnTo>
                    <a:pt x="227977" y="1063597"/>
                  </a:lnTo>
                  <a:lnTo>
                    <a:pt x="227955" y="1063599"/>
                  </a:lnTo>
                  <a:lnTo>
                    <a:pt x="227934" y="1063606"/>
                  </a:lnTo>
                  <a:lnTo>
                    <a:pt x="227913" y="1063607"/>
                  </a:lnTo>
                  <a:lnTo>
                    <a:pt x="227832" y="1063599"/>
                  </a:lnTo>
                  <a:lnTo>
                    <a:pt x="227804" y="1063594"/>
                  </a:lnTo>
                  <a:lnTo>
                    <a:pt x="227778" y="1063581"/>
                  </a:lnTo>
                  <a:lnTo>
                    <a:pt x="227737" y="1063564"/>
                  </a:lnTo>
                  <a:lnTo>
                    <a:pt x="227710" y="1063561"/>
                  </a:lnTo>
                  <a:lnTo>
                    <a:pt x="227678" y="1063555"/>
                  </a:lnTo>
                  <a:lnTo>
                    <a:pt x="227643" y="1063537"/>
                  </a:lnTo>
                  <a:lnTo>
                    <a:pt x="227620" y="1063524"/>
                  </a:lnTo>
                  <a:lnTo>
                    <a:pt x="227595" y="1063506"/>
                  </a:lnTo>
                  <a:lnTo>
                    <a:pt x="227563" y="1063483"/>
                  </a:lnTo>
                  <a:lnTo>
                    <a:pt x="227538" y="1063455"/>
                  </a:lnTo>
                  <a:lnTo>
                    <a:pt x="227526" y="1063430"/>
                  </a:lnTo>
                  <a:lnTo>
                    <a:pt x="227520" y="1063404"/>
                  </a:lnTo>
                  <a:lnTo>
                    <a:pt x="227516" y="1063375"/>
                  </a:lnTo>
                  <a:lnTo>
                    <a:pt x="227503" y="1063343"/>
                  </a:lnTo>
                  <a:lnTo>
                    <a:pt x="227486" y="1063313"/>
                  </a:lnTo>
                  <a:lnTo>
                    <a:pt x="227478" y="1063294"/>
                  </a:lnTo>
                  <a:lnTo>
                    <a:pt x="227471" y="1063284"/>
                  </a:lnTo>
                  <a:lnTo>
                    <a:pt x="227453" y="1063277"/>
                  </a:lnTo>
                  <a:lnTo>
                    <a:pt x="227430" y="1063265"/>
                  </a:lnTo>
                  <a:lnTo>
                    <a:pt x="227416" y="1063254"/>
                  </a:lnTo>
                  <a:lnTo>
                    <a:pt x="227393" y="1063231"/>
                  </a:lnTo>
                  <a:lnTo>
                    <a:pt x="227384" y="1063210"/>
                  </a:lnTo>
                  <a:lnTo>
                    <a:pt x="227375" y="1063187"/>
                  </a:lnTo>
                  <a:lnTo>
                    <a:pt x="227366" y="1063180"/>
                  </a:lnTo>
                  <a:lnTo>
                    <a:pt x="227350" y="1063177"/>
                  </a:lnTo>
                  <a:lnTo>
                    <a:pt x="227325" y="1063175"/>
                  </a:lnTo>
                  <a:lnTo>
                    <a:pt x="227305" y="1063166"/>
                  </a:lnTo>
                  <a:lnTo>
                    <a:pt x="227285" y="1063144"/>
                  </a:lnTo>
                  <a:lnTo>
                    <a:pt x="227257" y="1063103"/>
                  </a:lnTo>
                  <a:lnTo>
                    <a:pt x="227246" y="1063077"/>
                  </a:lnTo>
                  <a:lnTo>
                    <a:pt x="227234" y="1063056"/>
                  </a:lnTo>
                  <a:lnTo>
                    <a:pt x="227220" y="1063040"/>
                  </a:lnTo>
                  <a:lnTo>
                    <a:pt x="227209" y="1063027"/>
                  </a:lnTo>
                  <a:lnTo>
                    <a:pt x="227177" y="1063000"/>
                  </a:lnTo>
                  <a:lnTo>
                    <a:pt x="227161" y="1062986"/>
                  </a:lnTo>
                  <a:lnTo>
                    <a:pt x="227150" y="1062964"/>
                  </a:lnTo>
                  <a:lnTo>
                    <a:pt x="227139" y="1062936"/>
                  </a:lnTo>
                  <a:lnTo>
                    <a:pt x="227135" y="1062923"/>
                  </a:lnTo>
                  <a:lnTo>
                    <a:pt x="227130" y="1062907"/>
                  </a:lnTo>
                  <a:lnTo>
                    <a:pt x="227123" y="1062894"/>
                  </a:lnTo>
                  <a:lnTo>
                    <a:pt x="227114" y="1062886"/>
                  </a:lnTo>
                  <a:lnTo>
                    <a:pt x="227103" y="1062879"/>
                  </a:lnTo>
                  <a:lnTo>
                    <a:pt x="227088" y="1062871"/>
                  </a:lnTo>
                  <a:lnTo>
                    <a:pt x="227060" y="1062853"/>
                  </a:lnTo>
                  <a:lnTo>
                    <a:pt x="227039" y="1062850"/>
                  </a:lnTo>
                  <a:lnTo>
                    <a:pt x="227014" y="1062847"/>
                  </a:lnTo>
                  <a:lnTo>
                    <a:pt x="226987" y="1062851"/>
                  </a:lnTo>
                  <a:lnTo>
                    <a:pt x="226930" y="1062860"/>
                  </a:lnTo>
                  <a:lnTo>
                    <a:pt x="226895" y="1062862"/>
                  </a:lnTo>
                  <a:lnTo>
                    <a:pt x="226864" y="1062862"/>
                  </a:lnTo>
                  <a:lnTo>
                    <a:pt x="226830" y="1062868"/>
                  </a:lnTo>
                  <a:lnTo>
                    <a:pt x="226809" y="1062873"/>
                  </a:lnTo>
                  <a:lnTo>
                    <a:pt x="226793" y="1062874"/>
                  </a:lnTo>
                  <a:lnTo>
                    <a:pt x="226763" y="1062863"/>
                  </a:lnTo>
                  <a:lnTo>
                    <a:pt x="226734" y="1062853"/>
                  </a:lnTo>
                  <a:lnTo>
                    <a:pt x="226712" y="1062842"/>
                  </a:lnTo>
                  <a:lnTo>
                    <a:pt x="226683" y="1062832"/>
                  </a:lnTo>
                  <a:lnTo>
                    <a:pt x="226669" y="1062817"/>
                  </a:lnTo>
                  <a:lnTo>
                    <a:pt x="226656" y="1062792"/>
                  </a:lnTo>
                  <a:lnTo>
                    <a:pt x="226646" y="1062763"/>
                  </a:lnTo>
                  <a:lnTo>
                    <a:pt x="226621" y="1062724"/>
                  </a:lnTo>
                  <a:lnTo>
                    <a:pt x="226609" y="1062690"/>
                  </a:lnTo>
                  <a:lnTo>
                    <a:pt x="226604" y="1062677"/>
                  </a:lnTo>
                  <a:lnTo>
                    <a:pt x="226590" y="1062666"/>
                  </a:lnTo>
                  <a:lnTo>
                    <a:pt x="226574" y="1062653"/>
                  </a:lnTo>
                  <a:lnTo>
                    <a:pt x="226542" y="1062606"/>
                  </a:lnTo>
                  <a:lnTo>
                    <a:pt x="226526" y="1062576"/>
                  </a:lnTo>
                  <a:lnTo>
                    <a:pt x="226500" y="1062548"/>
                  </a:lnTo>
                  <a:lnTo>
                    <a:pt x="226477" y="1062511"/>
                  </a:lnTo>
                  <a:lnTo>
                    <a:pt x="226459" y="1062483"/>
                  </a:lnTo>
                  <a:lnTo>
                    <a:pt x="226445" y="1062465"/>
                  </a:lnTo>
                  <a:lnTo>
                    <a:pt x="226424" y="1062446"/>
                  </a:lnTo>
                  <a:lnTo>
                    <a:pt x="226398" y="1062424"/>
                  </a:lnTo>
                  <a:lnTo>
                    <a:pt x="226375" y="1062394"/>
                  </a:lnTo>
                  <a:lnTo>
                    <a:pt x="226370" y="1062380"/>
                  </a:lnTo>
                  <a:lnTo>
                    <a:pt x="226370" y="1062357"/>
                  </a:lnTo>
                  <a:lnTo>
                    <a:pt x="226373" y="1062336"/>
                  </a:lnTo>
                  <a:lnTo>
                    <a:pt x="226370" y="1062314"/>
                  </a:lnTo>
                  <a:lnTo>
                    <a:pt x="226365" y="1062279"/>
                  </a:lnTo>
                  <a:lnTo>
                    <a:pt x="226354" y="1062250"/>
                  </a:lnTo>
                  <a:lnTo>
                    <a:pt x="226337" y="1062218"/>
                  </a:lnTo>
                  <a:lnTo>
                    <a:pt x="226325" y="1062200"/>
                  </a:lnTo>
                  <a:lnTo>
                    <a:pt x="226307" y="1062169"/>
                  </a:lnTo>
                  <a:lnTo>
                    <a:pt x="226303" y="1062150"/>
                  </a:lnTo>
                  <a:lnTo>
                    <a:pt x="226302" y="1062129"/>
                  </a:lnTo>
                  <a:lnTo>
                    <a:pt x="226303" y="1062103"/>
                  </a:lnTo>
                  <a:lnTo>
                    <a:pt x="226297" y="1062065"/>
                  </a:lnTo>
                  <a:lnTo>
                    <a:pt x="226294" y="1062038"/>
                  </a:lnTo>
                  <a:lnTo>
                    <a:pt x="226294" y="1062013"/>
                  </a:lnTo>
                  <a:lnTo>
                    <a:pt x="226285" y="1061989"/>
                  </a:lnTo>
                  <a:lnTo>
                    <a:pt x="226276" y="1061965"/>
                  </a:lnTo>
                  <a:lnTo>
                    <a:pt x="226266" y="1061949"/>
                  </a:lnTo>
                  <a:lnTo>
                    <a:pt x="226258" y="1061931"/>
                  </a:lnTo>
                  <a:lnTo>
                    <a:pt x="226237" y="1061901"/>
                  </a:lnTo>
                  <a:lnTo>
                    <a:pt x="226230" y="1061879"/>
                  </a:lnTo>
                  <a:lnTo>
                    <a:pt x="226232" y="1061858"/>
                  </a:lnTo>
                  <a:lnTo>
                    <a:pt x="226240" y="1061832"/>
                  </a:lnTo>
                  <a:lnTo>
                    <a:pt x="226243" y="1061802"/>
                  </a:lnTo>
                  <a:lnTo>
                    <a:pt x="226255" y="1061788"/>
                  </a:lnTo>
                  <a:lnTo>
                    <a:pt x="226269" y="1061775"/>
                  </a:lnTo>
                  <a:lnTo>
                    <a:pt x="226295" y="1061747"/>
                  </a:lnTo>
                  <a:lnTo>
                    <a:pt x="226301" y="1061721"/>
                  </a:lnTo>
                  <a:lnTo>
                    <a:pt x="226302" y="1061691"/>
                  </a:lnTo>
                  <a:lnTo>
                    <a:pt x="226296" y="1061664"/>
                  </a:lnTo>
                  <a:lnTo>
                    <a:pt x="226282" y="1061625"/>
                  </a:lnTo>
                  <a:lnTo>
                    <a:pt x="226276" y="1061596"/>
                  </a:lnTo>
                  <a:lnTo>
                    <a:pt x="226270" y="1061576"/>
                  </a:lnTo>
                  <a:lnTo>
                    <a:pt x="226265" y="1061547"/>
                  </a:lnTo>
                  <a:lnTo>
                    <a:pt x="226267" y="1061495"/>
                  </a:lnTo>
                  <a:lnTo>
                    <a:pt x="226267" y="1061489"/>
                  </a:lnTo>
                  <a:lnTo>
                    <a:pt x="226261" y="1061478"/>
                  </a:lnTo>
                  <a:lnTo>
                    <a:pt x="226252" y="1061461"/>
                  </a:lnTo>
                  <a:lnTo>
                    <a:pt x="226241" y="1061435"/>
                  </a:lnTo>
                  <a:lnTo>
                    <a:pt x="226234" y="1061416"/>
                  </a:lnTo>
                  <a:lnTo>
                    <a:pt x="226229" y="1061386"/>
                  </a:lnTo>
                  <a:lnTo>
                    <a:pt x="226229" y="1061374"/>
                  </a:lnTo>
                  <a:lnTo>
                    <a:pt x="226237" y="1061336"/>
                  </a:lnTo>
                  <a:lnTo>
                    <a:pt x="226241" y="1061313"/>
                  </a:lnTo>
                  <a:lnTo>
                    <a:pt x="226248" y="1061261"/>
                  </a:lnTo>
                  <a:lnTo>
                    <a:pt x="226258" y="1061225"/>
                  </a:lnTo>
                  <a:lnTo>
                    <a:pt x="226271" y="1061198"/>
                  </a:lnTo>
                  <a:lnTo>
                    <a:pt x="226274" y="1061158"/>
                  </a:lnTo>
                  <a:lnTo>
                    <a:pt x="226274" y="1061126"/>
                  </a:lnTo>
                  <a:lnTo>
                    <a:pt x="226276" y="1061107"/>
                  </a:lnTo>
                  <a:lnTo>
                    <a:pt x="226286" y="1061089"/>
                  </a:lnTo>
                  <a:lnTo>
                    <a:pt x="226309" y="1061062"/>
                  </a:lnTo>
                  <a:lnTo>
                    <a:pt x="226327" y="1061032"/>
                  </a:lnTo>
                  <a:lnTo>
                    <a:pt x="226349" y="1060997"/>
                  </a:lnTo>
                  <a:lnTo>
                    <a:pt x="226353" y="1060972"/>
                  </a:lnTo>
                  <a:lnTo>
                    <a:pt x="226351" y="1060951"/>
                  </a:lnTo>
                  <a:lnTo>
                    <a:pt x="226347" y="1060936"/>
                  </a:lnTo>
                  <a:lnTo>
                    <a:pt x="226336" y="1060916"/>
                  </a:lnTo>
                  <a:lnTo>
                    <a:pt x="226321" y="1060888"/>
                  </a:lnTo>
                  <a:lnTo>
                    <a:pt x="226298" y="1060848"/>
                  </a:lnTo>
                  <a:lnTo>
                    <a:pt x="226280" y="1060809"/>
                  </a:lnTo>
                  <a:lnTo>
                    <a:pt x="226259" y="1060774"/>
                  </a:lnTo>
                  <a:lnTo>
                    <a:pt x="226244" y="1060752"/>
                  </a:lnTo>
                  <a:lnTo>
                    <a:pt x="226238" y="1060750"/>
                  </a:lnTo>
                  <a:lnTo>
                    <a:pt x="226228" y="1060750"/>
                  </a:lnTo>
                  <a:lnTo>
                    <a:pt x="226217" y="1060752"/>
                  </a:lnTo>
                  <a:lnTo>
                    <a:pt x="226194" y="1060761"/>
                  </a:lnTo>
                  <a:lnTo>
                    <a:pt x="226157" y="1060774"/>
                  </a:lnTo>
                  <a:lnTo>
                    <a:pt x="226120" y="1060785"/>
                  </a:lnTo>
                  <a:lnTo>
                    <a:pt x="226092" y="1060791"/>
                  </a:lnTo>
                  <a:lnTo>
                    <a:pt x="226065" y="1060796"/>
                  </a:lnTo>
                  <a:lnTo>
                    <a:pt x="226034" y="1060803"/>
                  </a:lnTo>
                  <a:lnTo>
                    <a:pt x="226023" y="1060808"/>
                  </a:lnTo>
                  <a:lnTo>
                    <a:pt x="225987" y="1060832"/>
                  </a:lnTo>
                  <a:lnTo>
                    <a:pt x="225957" y="1060855"/>
                  </a:lnTo>
                  <a:lnTo>
                    <a:pt x="225930" y="1060863"/>
                  </a:lnTo>
                  <a:lnTo>
                    <a:pt x="225912" y="1060874"/>
                  </a:lnTo>
                  <a:lnTo>
                    <a:pt x="225893" y="1060893"/>
                  </a:lnTo>
                  <a:lnTo>
                    <a:pt x="225872" y="1060912"/>
                  </a:lnTo>
                  <a:lnTo>
                    <a:pt x="225851" y="1060943"/>
                  </a:lnTo>
                  <a:lnTo>
                    <a:pt x="225827" y="1060968"/>
                  </a:lnTo>
                  <a:lnTo>
                    <a:pt x="225805" y="1060980"/>
                  </a:lnTo>
                  <a:lnTo>
                    <a:pt x="225787" y="1060985"/>
                  </a:lnTo>
                  <a:lnTo>
                    <a:pt x="225756" y="1060989"/>
                  </a:lnTo>
                  <a:lnTo>
                    <a:pt x="225734" y="1060985"/>
                  </a:lnTo>
                  <a:lnTo>
                    <a:pt x="225694" y="1060979"/>
                  </a:lnTo>
                  <a:lnTo>
                    <a:pt x="225668" y="1060974"/>
                  </a:lnTo>
                  <a:lnTo>
                    <a:pt x="225636" y="1060968"/>
                  </a:lnTo>
                  <a:lnTo>
                    <a:pt x="225617" y="1060972"/>
                  </a:lnTo>
                  <a:lnTo>
                    <a:pt x="225584" y="1060980"/>
                  </a:lnTo>
                  <a:lnTo>
                    <a:pt x="225560" y="1060983"/>
                  </a:lnTo>
                  <a:lnTo>
                    <a:pt x="225526" y="1060977"/>
                  </a:lnTo>
                  <a:lnTo>
                    <a:pt x="225495" y="1060977"/>
                  </a:lnTo>
                  <a:lnTo>
                    <a:pt x="225478" y="1060978"/>
                  </a:lnTo>
                  <a:lnTo>
                    <a:pt x="225469" y="1060985"/>
                  </a:lnTo>
                  <a:lnTo>
                    <a:pt x="225454" y="1060993"/>
                  </a:lnTo>
                  <a:lnTo>
                    <a:pt x="225426" y="1060999"/>
                  </a:lnTo>
                  <a:lnTo>
                    <a:pt x="225389" y="1061002"/>
                  </a:lnTo>
                  <a:lnTo>
                    <a:pt x="225359" y="1061012"/>
                  </a:lnTo>
                  <a:lnTo>
                    <a:pt x="225336" y="1061020"/>
                  </a:lnTo>
                  <a:lnTo>
                    <a:pt x="225311" y="1061034"/>
                  </a:lnTo>
                  <a:lnTo>
                    <a:pt x="225273" y="1061040"/>
                  </a:lnTo>
                  <a:lnTo>
                    <a:pt x="225242" y="1061038"/>
                  </a:lnTo>
                  <a:lnTo>
                    <a:pt x="225204" y="1061030"/>
                  </a:lnTo>
                  <a:lnTo>
                    <a:pt x="225189" y="1061029"/>
                  </a:lnTo>
                  <a:lnTo>
                    <a:pt x="225167" y="1061033"/>
                  </a:lnTo>
                  <a:lnTo>
                    <a:pt x="225150" y="1061038"/>
                  </a:lnTo>
                  <a:lnTo>
                    <a:pt x="225128" y="1061050"/>
                  </a:lnTo>
                  <a:lnTo>
                    <a:pt x="225084" y="1061078"/>
                  </a:lnTo>
                  <a:lnTo>
                    <a:pt x="225031" y="1061091"/>
                  </a:lnTo>
                  <a:lnTo>
                    <a:pt x="224986" y="1061099"/>
                  </a:lnTo>
                  <a:lnTo>
                    <a:pt x="224952" y="1061106"/>
                  </a:lnTo>
                  <a:lnTo>
                    <a:pt x="224905" y="1061109"/>
                  </a:lnTo>
                  <a:lnTo>
                    <a:pt x="224873" y="1061113"/>
                  </a:lnTo>
                  <a:lnTo>
                    <a:pt x="224845" y="1061109"/>
                  </a:lnTo>
                  <a:lnTo>
                    <a:pt x="224807" y="1061105"/>
                  </a:lnTo>
                  <a:lnTo>
                    <a:pt x="224743" y="1061106"/>
                  </a:lnTo>
                  <a:lnTo>
                    <a:pt x="224707" y="1061099"/>
                  </a:lnTo>
                  <a:lnTo>
                    <a:pt x="224675" y="1061096"/>
                  </a:lnTo>
                  <a:lnTo>
                    <a:pt x="224640" y="1061095"/>
                  </a:lnTo>
                  <a:lnTo>
                    <a:pt x="224622" y="1061092"/>
                  </a:lnTo>
                  <a:lnTo>
                    <a:pt x="224580" y="1061070"/>
                  </a:lnTo>
                  <a:lnTo>
                    <a:pt x="224547" y="1061046"/>
                  </a:lnTo>
                  <a:lnTo>
                    <a:pt x="224508" y="1061025"/>
                  </a:lnTo>
                  <a:lnTo>
                    <a:pt x="224468" y="1061002"/>
                  </a:lnTo>
                  <a:lnTo>
                    <a:pt x="224430" y="1060982"/>
                  </a:lnTo>
                  <a:lnTo>
                    <a:pt x="224406" y="1060974"/>
                  </a:lnTo>
                  <a:lnTo>
                    <a:pt x="224388" y="1060962"/>
                  </a:lnTo>
                  <a:lnTo>
                    <a:pt x="224363" y="1060937"/>
                  </a:lnTo>
                  <a:lnTo>
                    <a:pt x="224341" y="1060912"/>
                  </a:lnTo>
                  <a:lnTo>
                    <a:pt x="224326" y="1060904"/>
                  </a:lnTo>
                  <a:lnTo>
                    <a:pt x="224302" y="1060883"/>
                  </a:lnTo>
                  <a:lnTo>
                    <a:pt x="224279" y="1060864"/>
                  </a:lnTo>
                  <a:lnTo>
                    <a:pt x="224258" y="1060852"/>
                  </a:lnTo>
                  <a:lnTo>
                    <a:pt x="224247" y="1060851"/>
                  </a:lnTo>
                  <a:lnTo>
                    <a:pt x="224231" y="1060847"/>
                  </a:lnTo>
                  <a:lnTo>
                    <a:pt x="224222" y="1060834"/>
                  </a:lnTo>
                  <a:lnTo>
                    <a:pt x="224209" y="1060807"/>
                  </a:lnTo>
                  <a:lnTo>
                    <a:pt x="224206" y="1060800"/>
                  </a:lnTo>
                  <a:lnTo>
                    <a:pt x="224191" y="1060769"/>
                  </a:lnTo>
                  <a:lnTo>
                    <a:pt x="224168" y="1060733"/>
                  </a:lnTo>
                  <a:lnTo>
                    <a:pt x="224165" y="1060728"/>
                  </a:lnTo>
                  <a:lnTo>
                    <a:pt x="224148" y="1060699"/>
                  </a:lnTo>
                  <a:lnTo>
                    <a:pt x="224140" y="1060670"/>
                  </a:lnTo>
                  <a:lnTo>
                    <a:pt x="224135" y="1060630"/>
                  </a:lnTo>
                  <a:lnTo>
                    <a:pt x="224134" y="1060609"/>
                  </a:lnTo>
                  <a:lnTo>
                    <a:pt x="224136" y="1060596"/>
                  </a:lnTo>
                  <a:lnTo>
                    <a:pt x="224140" y="1060586"/>
                  </a:lnTo>
                  <a:lnTo>
                    <a:pt x="224148" y="1060579"/>
                  </a:lnTo>
                  <a:lnTo>
                    <a:pt x="224156" y="1060572"/>
                  </a:lnTo>
                  <a:lnTo>
                    <a:pt x="224168" y="1060556"/>
                  </a:lnTo>
                  <a:lnTo>
                    <a:pt x="224181" y="1060540"/>
                  </a:lnTo>
                  <a:lnTo>
                    <a:pt x="224206" y="1060530"/>
                  </a:lnTo>
                  <a:lnTo>
                    <a:pt x="224212" y="1060527"/>
                  </a:lnTo>
                  <a:lnTo>
                    <a:pt x="224235" y="1060519"/>
                  </a:lnTo>
                  <a:lnTo>
                    <a:pt x="224250" y="1060502"/>
                  </a:lnTo>
                  <a:lnTo>
                    <a:pt x="224264" y="1060480"/>
                  </a:lnTo>
                  <a:lnTo>
                    <a:pt x="224290" y="1060456"/>
                  </a:lnTo>
                  <a:lnTo>
                    <a:pt x="224303" y="1060440"/>
                  </a:lnTo>
                  <a:lnTo>
                    <a:pt x="224325" y="1060416"/>
                  </a:lnTo>
                  <a:lnTo>
                    <a:pt x="224345" y="1060397"/>
                  </a:lnTo>
                  <a:lnTo>
                    <a:pt x="224345" y="1060382"/>
                  </a:lnTo>
                  <a:lnTo>
                    <a:pt x="224335" y="1060368"/>
                  </a:lnTo>
                  <a:lnTo>
                    <a:pt x="224325" y="1060349"/>
                  </a:lnTo>
                  <a:lnTo>
                    <a:pt x="224305" y="1060314"/>
                  </a:lnTo>
                  <a:lnTo>
                    <a:pt x="224303" y="1060297"/>
                  </a:lnTo>
                  <a:lnTo>
                    <a:pt x="224302" y="1060273"/>
                  </a:lnTo>
                  <a:lnTo>
                    <a:pt x="224302" y="1060249"/>
                  </a:lnTo>
                  <a:lnTo>
                    <a:pt x="224304" y="1060228"/>
                  </a:lnTo>
                  <a:lnTo>
                    <a:pt x="224313" y="1060198"/>
                  </a:lnTo>
                  <a:lnTo>
                    <a:pt x="224318" y="1060174"/>
                  </a:lnTo>
                  <a:lnTo>
                    <a:pt x="224336" y="1060136"/>
                  </a:lnTo>
                  <a:lnTo>
                    <a:pt x="224341" y="1060119"/>
                  </a:lnTo>
                  <a:lnTo>
                    <a:pt x="224338" y="1060111"/>
                  </a:lnTo>
                  <a:lnTo>
                    <a:pt x="224324" y="1060097"/>
                  </a:lnTo>
                  <a:lnTo>
                    <a:pt x="224303" y="1060067"/>
                  </a:lnTo>
                  <a:lnTo>
                    <a:pt x="224274" y="1060030"/>
                  </a:lnTo>
                  <a:lnTo>
                    <a:pt x="224220" y="1059961"/>
                  </a:lnTo>
                  <a:lnTo>
                    <a:pt x="224206" y="1059947"/>
                  </a:lnTo>
                  <a:lnTo>
                    <a:pt x="224179" y="1059919"/>
                  </a:lnTo>
                  <a:lnTo>
                    <a:pt x="224168" y="1059909"/>
                  </a:lnTo>
                  <a:lnTo>
                    <a:pt x="224148" y="1059891"/>
                  </a:lnTo>
                  <a:lnTo>
                    <a:pt x="224140" y="1059887"/>
                  </a:lnTo>
                  <a:lnTo>
                    <a:pt x="224112" y="1059868"/>
                  </a:lnTo>
                  <a:lnTo>
                    <a:pt x="224096" y="1059849"/>
                  </a:lnTo>
                  <a:lnTo>
                    <a:pt x="224081" y="1059826"/>
                  </a:lnTo>
                  <a:lnTo>
                    <a:pt x="224069" y="1059812"/>
                  </a:lnTo>
                  <a:lnTo>
                    <a:pt x="224049" y="1059776"/>
                  </a:lnTo>
                  <a:lnTo>
                    <a:pt x="224038" y="1059750"/>
                  </a:lnTo>
                  <a:lnTo>
                    <a:pt x="224025" y="1059725"/>
                  </a:lnTo>
                  <a:lnTo>
                    <a:pt x="224004" y="1059691"/>
                  </a:lnTo>
                  <a:lnTo>
                    <a:pt x="223997" y="1059672"/>
                  </a:lnTo>
                  <a:lnTo>
                    <a:pt x="223983" y="1059650"/>
                  </a:lnTo>
                  <a:lnTo>
                    <a:pt x="223955" y="1059615"/>
                  </a:lnTo>
                  <a:lnTo>
                    <a:pt x="223946" y="1059596"/>
                  </a:lnTo>
                  <a:lnTo>
                    <a:pt x="223942" y="1059581"/>
                  </a:lnTo>
                  <a:lnTo>
                    <a:pt x="223942" y="1059573"/>
                  </a:lnTo>
                  <a:lnTo>
                    <a:pt x="223947" y="1059543"/>
                  </a:lnTo>
                  <a:lnTo>
                    <a:pt x="223947" y="1059512"/>
                  </a:lnTo>
                  <a:lnTo>
                    <a:pt x="223948" y="1059487"/>
                  </a:lnTo>
                  <a:lnTo>
                    <a:pt x="223951" y="1059467"/>
                  </a:lnTo>
                  <a:lnTo>
                    <a:pt x="223951" y="1059447"/>
                  </a:lnTo>
                  <a:lnTo>
                    <a:pt x="223950" y="1059434"/>
                  </a:lnTo>
                  <a:lnTo>
                    <a:pt x="223944" y="1059417"/>
                  </a:lnTo>
                  <a:lnTo>
                    <a:pt x="223941" y="1059401"/>
                  </a:lnTo>
                  <a:lnTo>
                    <a:pt x="223942" y="1059384"/>
                  </a:lnTo>
                  <a:lnTo>
                    <a:pt x="223942" y="1059362"/>
                  </a:lnTo>
                  <a:lnTo>
                    <a:pt x="223940" y="1059339"/>
                  </a:lnTo>
                  <a:lnTo>
                    <a:pt x="223934" y="1059313"/>
                  </a:lnTo>
                  <a:lnTo>
                    <a:pt x="223930" y="1059286"/>
                  </a:lnTo>
                  <a:lnTo>
                    <a:pt x="223918" y="1059259"/>
                  </a:lnTo>
                  <a:lnTo>
                    <a:pt x="223900" y="1059224"/>
                  </a:lnTo>
                  <a:lnTo>
                    <a:pt x="223892" y="1059193"/>
                  </a:lnTo>
                  <a:lnTo>
                    <a:pt x="223882" y="1059165"/>
                  </a:lnTo>
                  <a:lnTo>
                    <a:pt x="223875" y="1059142"/>
                  </a:lnTo>
                  <a:lnTo>
                    <a:pt x="223873" y="1059122"/>
                  </a:lnTo>
                  <a:lnTo>
                    <a:pt x="223873" y="1059096"/>
                  </a:lnTo>
                  <a:lnTo>
                    <a:pt x="223872" y="1059071"/>
                  </a:lnTo>
                  <a:lnTo>
                    <a:pt x="223864" y="1059034"/>
                  </a:lnTo>
                  <a:lnTo>
                    <a:pt x="223864" y="1059010"/>
                  </a:lnTo>
                  <a:lnTo>
                    <a:pt x="223861" y="1058989"/>
                  </a:lnTo>
                  <a:lnTo>
                    <a:pt x="223854" y="1058973"/>
                  </a:lnTo>
                  <a:lnTo>
                    <a:pt x="223843" y="1058961"/>
                  </a:lnTo>
                  <a:lnTo>
                    <a:pt x="223827" y="1058949"/>
                  </a:lnTo>
                  <a:lnTo>
                    <a:pt x="223806" y="1058944"/>
                  </a:lnTo>
                  <a:lnTo>
                    <a:pt x="223772" y="1058932"/>
                  </a:lnTo>
                  <a:lnTo>
                    <a:pt x="223749" y="1058922"/>
                  </a:lnTo>
                  <a:lnTo>
                    <a:pt x="223726" y="1058909"/>
                  </a:lnTo>
                  <a:lnTo>
                    <a:pt x="223705" y="1058894"/>
                  </a:lnTo>
                  <a:lnTo>
                    <a:pt x="223691" y="1058874"/>
                  </a:lnTo>
                  <a:lnTo>
                    <a:pt x="223677" y="1058843"/>
                  </a:lnTo>
                  <a:lnTo>
                    <a:pt x="223662" y="1058814"/>
                  </a:lnTo>
                  <a:lnTo>
                    <a:pt x="223644" y="1058789"/>
                  </a:lnTo>
                  <a:lnTo>
                    <a:pt x="223635" y="1058773"/>
                  </a:lnTo>
                  <a:lnTo>
                    <a:pt x="223626" y="1058765"/>
                  </a:lnTo>
                  <a:lnTo>
                    <a:pt x="223604" y="1058757"/>
                  </a:lnTo>
                  <a:lnTo>
                    <a:pt x="223574" y="1058749"/>
                  </a:lnTo>
                  <a:lnTo>
                    <a:pt x="223540" y="1058737"/>
                  </a:lnTo>
                  <a:lnTo>
                    <a:pt x="223513" y="1058729"/>
                  </a:lnTo>
                  <a:lnTo>
                    <a:pt x="223499" y="1058721"/>
                  </a:lnTo>
                  <a:lnTo>
                    <a:pt x="223491" y="1058710"/>
                  </a:lnTo>
                  <a:lnTo>
                    <a:pt x="223492" y="1058701"/>
                  </a:lnTo>
                  <a:lnTo>
                    <a:pt x="223497" y="1058685"/>
                  </a:lnTo>
                  <a:lnTo>
                    <a:pt x="223499" y="1058653"/>
                  </a:lnTo>
                  <a:lnTo>
                    <a:pt x="223498" y="1058630"/>
                  </a:lnTo>
                  <a:lnTo>
                    <a:pt x="223495" y="1058617"/>
                  </a:lnTo>
                  <a:lnTo>
                    <a:pt x="223483" y="1058588"/>
                  </a:lnTo>
                  <a:lnTo>
                    <a:pt x="223470" y="1058559"/>
                  </a:lnTo>
                  <a:lnTo>
                    <a:pt x="223449" y="1058541"/>
                  </a:lnTo>
                  <a:lnTo>
                    <a:pt x="223434" y="1058526"/>
                  </a:lnTo>
                  <a:lnTo>
                    <a:pt x="223424" y="1058509"/>
                  </a:lnTo>
                  <a:lnTo>
                    <a:pt x="223416" y="1058478"/>
                  </a:lnTo>
                  <a:lnTo>
                    <a:pt x="223418" y="1058439"/>
                  </a:lnTo>
                  <a:lnTo>
                    <a:pt x="223418" y="1058418"/>
                  </a:lnTo>
                  <a:lnTo>
                    <a:pt x="223415" y="1058406"/>
                  </a:lnTo>
                  <a:lnTo>
                    <a:pt x="223405" y="1058391"/>
                  </a:lnTo>
                  <a:lnTo>
                    <a:pt x="223389" y="1058364"/>
                  </a:lnTo>
                  <a:lnTo>
                    <a:pt x="223373" y="1058343"/>
                  </a:lnTo>
                  <a:lnTo>
                    <a:pt x="223351" y="1058313"/>
                  </a:lnTo>
                  <a:lnTo>
                    <a:pt x="223339" y="1058296"/>
                  </a:lnTo>
                  <a:lnTo>
                    <a:pt x="223331" y="1058276"/>
                  </a:lnTo>
                  <a:lnTo>
                    <a:pt x="223330" y="1058263"/>
                  </a:lnTo>
                  <a:lnTo>
                    <a:pt x="223332" y="1058234"/>
                  </a:lnTo>
                  <a:lnTo>
                    <a:pt x="223334" y="1058208"/>
                  </a:lnTo>
                  <a:lnTo>
                    <a:pt x="223338" y="1058187"/>
                  </a:lnTo>
                  <a:lnTo>
                    <a:pt x="223342" y="1058165"/>
                  </a:lnTo>
                  <a:lnTo>
                    <a:pt x="223336" y="1058147"/>
                  </a:lnTo>
                  <a:lnTo>
                    <a:pt x="223316" y="1058122"/>
                  </a:lnTo>
                  <a:lnTo>
                    <a:pt x="223308" y="1058108"/>
                  </a:lnTo>
                  <a:lnTo>
                    <a:pt x="223306" y="1058093"/>
                  </a:lnTo>
                  <a:lnTo>
                    <a:pt x="223299" y="1058057"/>
                  </a:lnTo>
                  <a:lnTo>
                    <a:pt x="223288" y="1058022"/>
                  </a:lnTo>
                  <a:lnTo>
                    <a:pt x="223282" y="1057996"/>
                  </a:lnTo>
                  <a:lnTo>
                    <a:pt x="223276" y="1057979"/>
                  </a:lnTo>
                  <a:lnTo>
                    <a:pt x="223258" y="1057939"/>
                  </a:lnTo>
                  <a:lnTo>
                    <a:pt x="223240" y="1057906"/>
                  </a:lnTo>
                  <a:lnTo>
                    <a:pt x="223228" y="1057869"/>
                  </a:lnTo>
                  <a:lnTo>
                    <a:pt x="223224" y="1057846"/>
                  </a:lnTo>
                  <a:lnTo>
                    <a:pt x="223225" y="1057824"/>
                  </a:lnTo>
                  <a:lnTo>
                    <a:pt x="223225" y="1057808"/>
                  </a:lnTo>
                  <a:lnTo>
                    <a:pt x="223230" y="1057792"/>
                  </a:lnTo>
                  <a:lnTo>
                    <a:pt x="223240" y="1057773"/>
                  </a:lnTo>
                  <a:lnTo>
                    <a:pt x="223252" y="1057745"/>
                  </a:lnTo>
                  <a:lnTo>
                    <a:pt x="223264" y="1057721"/>
                  </a:lnTo>
                  <a:lnTo>
                    <a:pt x="223280" y="1057702"/>
                  </a:lnTo>
                  <a:lnTo>
                    <a:pt x="223287" y="1057682"/>
                  </a:lnTo>
                  <a:lnTo>
                    <a:pt x="223284" y="1057674"/>
                  </a:lnTo>
                  <a:lnTo>
                    <a:pt x="223271" y="1057649"/>
                  </a:lnTo>
                  <a:lnTo>
                    <a:pt x="223252" y="1057627"/>
                  </a:lnTo>
                  <a:lnTo>
                    <a:pt x="223229" y="1057595"/>
                  </a:lnTo>
                  <a:lnTo>
                    <a:pt x="223197" y="1057564"/>
                  </a:lnTo>
                  <a:lnTo>
                    <a:pt x="223179" y="1057546"/>
                  </a:lnTo>
                  <a:lnTo>
                    <a:pt x="223160" y="1057521"/>
                  </a:lnTo>
                  <a:lnTo>
                    <a:pt x="223149" y="1057499"/>
                  </a:lnTo>
                  <a:lnTo>
                    <a:pt x="223132" y="1057474"/>
                  </a:lnTo>
                  <a:lnTo>
                    <a:pt x="223116" y="1057444"/>
                  </a:lnTo>
                  <a:lnTo>
                    <a:pt x="223101" y="1057410"/>
                  </a:lnTo>
                  <a:lnTo>
                    <a:pt x="223090" y="1057385"/>
                  </a:lnTo>
                  <a:lnTo>
                    <a:pt x="223089" y="1057371"/>
                  </a:lnTo>
                  <a:lnTo>
                    <a:pt x="223091" y="1057352"/>
                  </a:lnTo>
                  <a:lnTo>
                    <a:pt x="223097" y="1057341"/>
                  </a:lnTo>
                  <a:lnTo>
                    <a:pt x="223113" y="1057327"/>
                  </a:lnTo>
                  <a:lnTo>
                    <a:pt x="223130" y="1057303"/>
                  </a:lnTo>
                  <a:lnTo>
                    <a:pt x="223135" y="1057278"/>
                  </a:lnTo>
                  <a:lnTo>
                    <a:pt x="223140" y="1057241"/>
                  </a:lnTo>
                  <a:lnTo>
                    <a:pt x="223144" y="1057208"/>
                  </a:lnTo>
                  <a:lnTo>
                    <a:pt x="223140" y="1057183"/>
                  </a:lnTo>
                  <a:lnTo>
                    <a:pt x="223137" y="1057147"/>
                  </a:lnTo>
                  <a:lnTo>
                    <a:pt x="223136" y="1057107"/>
                  </a:lnTo>
                  <a:lnTo>
                    <a:pt x="223131" y="1057079"/>
                  </a:lnTo>
                  <a:lnTo>
                    <a:pt x="223123" y="1057060"/>
                  </a:lnTo>
                  <a:lnTo>
                    <a:pt x="223111" y="1057036"/>
                  </a:lnTo>
                  <a:lnTo>
                    <a:pt x="223089" y="1057006"/>
                  </a:lnTo>
                  <a:lnTo>
                    <a:pt x="223070" y="1056992"/>
                  </a:lnTo>
                  <a:lnTo>
                    <a:pt x="223045" y="1056980"/>
                  </a:lnTo>
                  <a:lnTo>
                    <a:pt x="223023" y="1056960"/>
                  </a:lnTo>
                  <a:lnTo>
                    <a:pt x="223005" y="1056934"/>
                  </a:lnTo>
                  <a:lnTo>
                    <a:pt x="222977" y="1056909"/>
                  </a:lnTo>
                  <a:lnTo>
                    <a:pt x="222946" y="1056883"/>
                  </a:lnTo>
                  <a:lnTo>
                    <a:pt x="222918" y="1056852"/>
                  </a:lnTo>
                  <a:lnTo>
                    <a:pt x="222902" y="1056837"/>
                  </a:lnTo>
                  <a:lnTo>
                    <a:pt x="222883" y="1056820"/>
                  </a:lnTo>
                  <a:lnTo>
                    <a:pt x="222868" y="1056802"/>
                  </a:lnTo>
                  <a:lnTo>
                    <a:pt x="222862" y="1056788"/>
                  </a:lnTo>
                  <a:lnTo>
                    <a:pt x="222858" y="1056767"/>
                  </a:lnTo>
                  <a:lnTo>
                    <a:pt x="222848" y="1056742"/>
                  </a:lnTo>
                  <a:lnTo>
                    <a:pt x="222837" y="1056721"/>
                  </a:lnTo>
                  <a:lnTo>
                    <a:pt x="222821" y="1056700"/>
                  </a:lnTo>
                  <a:lnTo>
                    <a:pt x="222798" y="1056670"/>
                  </a:lnTo>
                  <a:lnTo>
                    <a:pt x="222768" y="1056643"/>
                  </a:lnTo>
                  <a:lnTo>
                    <a:pt x="222747" y="1056625"/>
                  </a:lnTo>
                  <a:lnTo>
                    <a:pt x="222728" y="1056607"/>
                  </a:lnTo>
                  <a:lnTo>
                    <a:pt x="222701" y="1056593"/>
                  </a:lnTo>
                  <a:lnTo>
                    <a:pt x="222681" y="1056583"/>
                  </a:lnTo>
                  <a:lnTo>
                    <a:pt x="222670" y="1056571"/>
                  </a:lnTo>
                  <a:lnTo>
                    <a:pt x="222658" y="1056556"/>
                  </a:lnTo>
                  <a:lnTo>
                    <a:pt x="222650" y="1056543"/>
                  </a:lnTo>
                  <a:lnTo>
                    <a:pt x="222631" y="1056532"/>
                  </a:lnTo>
                  <a:lnTo>
                    <a:pt x="222617" y="1056524"/>
                  </a:lnTo>
                  <a:lnTo>
                    <a:pt x="222598" y="1056500"/>
                  </a:lnTo>
                  <a:lnTo>
                    <a:pt x="222582" y="1056487"/>
                  </a:lnTo>
                  <a:lnTo>
                    <a:pt x="222570" y="1056481"/>
                  </a:lnTo>
                  <a:lnTo>
                    <a:pt x="222549" y="1056476"/>
                  </a:lnTo>
                  <a:lnTo>
                    <a:pt x="222508" y="1056465"/>
                  </a:lnTo>
                  <a:lnTo>
                    <a:pt x="222476" y="1056451"/>
                  </a:lnTo>
                  <a:lnTo>
                    <a:pt x="222457" y="1056439"/>
                  </a:lnTo>
                  <a:lnTo>
                    <a:pt x="222421" y="1056409"/>
                  </a:lnTo>
                  <a:lnTo>
                    <a:pt x="222402" y="1056393"/>
                  </a:lnTo>
                  <a:lnTo>
                    <a:pt x="222375" y="1056378"/>
                  </a:lnTo>
                  <a:lnTo>
                    <a:pt x="222338" y="1056360"/>
                  </a:lnTo>
                  <a:lnTo>
                    <a:pt x="222310" y="1056339"/>
                  </a:lnTo>
                  <a:lnTo>
                    <a:pt x="222277" y="1056314"/>
                  </a:lnTo>
                  <a:lnTo>
                    <a:pt x="222272" y="1056302"/>
                  </a:lnTo>
                  <a:lnTo>
                    <a:pt x="222270" y="1056293"/>
                  </a:lnTo>
                  <a:lnTo>
                    <a:pt x="222268" y="1056278"/>
                  </a:lnTo>
                  <a:lnTo>
                    <a:pt x="222269" y="1056249"/>
                  </a:lnTo>
                  <a:lnTo>
                    <a:pt x="222270" y="1056221"/>
                  </a:lnTo>
                  <a:lnTo>
                    <a:pt x="222267" y="1056184"/>
                  </a:lnTo>
                  <a:lnTo>
                    <a:pt x="222264" y="1056151"/>
                  </a:lnTo>
                  <a:lnTo>
                    <a:pt x="222257" y="1056124"/>
                  </a:lnTo>
                  <a:lnTo>
                    <a:pt x="222248" y="1056100"/>
                  </a:lnTo>
                  <a:lnTo>
                    <a:pt x="222243" y="1056081"/>
                  </a:lnTo>
                  <a:lnTo>
                    <a:pt x="222242" y="1056064"/>
                  </a:lnTo>
                  <a:lnTo>
                    <a:pt x="222243" y="1056053"/>
                  </a:lnTo>
                  <a:lnTo>
                    <a:pt x="222246" y="1056034"/>
                  </a:lnTo>
                  <a:lnTo>
                    <a:pt x="222255" y="1056013"/>
                  </a:lnTo>
                  <a:lnTo>
                    <a:pt x="222257" y="1055995"/>
                  </a:lnTo>
                  <a:lnTo>
                    <a:pt x="222255" y="1055973"/>
                  </a:lnTo>
                  <a:lnTo>
                    <a:pt x="222249" y="1055956"/>
                  </a:lnTo>
                  <a:lnTo>
                    <a:pt x="222242" y="1055948"/>
                  </a:lnTo>
                  <a:lnTo>
                    <a:pt x="222230" y="1055943"/>
                  </a:lnTo>
                  <a:lnTo>
                    <a:pt x="222213" y="1055940"/>
                  </a:lnTo>
                  <a:lnTo>
                    <a:pt x="222188" y="1055937"/>
                  </a:lnTo>
                  <a:lnTo>
                    <a:pt x="222157" y="1055930"/>
                  </a:lnTo>
                  <a:lnTo>
                    <a:pt x="222122" y="1055913"/>
                  </a:lnTo>
                  <a:lnTo>
                    <a:pt x="222087" y="1055896"/>
                  </a:lnTo>
                  <a:lnTo>
                    <a:pt x="222051" y="1055877"/>
                  </a:lnTo>
                  <a:lnTo>
                    <a:pt x="222016" y="1055857"/>
                  </a:lnTo>
                  <a:lnTo>
                    <a:pt x="221997" y="1055839"/>
                  </a:lnTo>
                  <a:lnTo>
                    <a:pt x="221981" y="1055820"/>
                  </a:lnTo>
                  <a:lnTo>
                    <a:pt x="221953" y="1055793"/>
                  </a:lnTo>
                  <a:lnTo>
                    <a:pt x="221934" y="1055772"/>
                  </a:lnTo>
                  <a:lnTo>
                    <a:pt x="221919" y="1055752"/>
                  </a:lnTo>
                  <a:lnTo>
                    <a:pt x="221895" y="1055721"/>
                  </a:lnTo>
                  <a:lnTo>
                    <a:pt x="221886" y="1055713"/>
                  </a:lnTo>
                  <a:lnTo>
                    <a:pt x="221875" y="1055710"/>
                  </a:lnTo>
                  <a:lnTo>
                    <a:pt x="221867" y="1055710"/>
                  </a:lnTo>
                  <a:lnTo>
                    <a:pt x="221853" y="1055718"/>
                  </a:lnTo>
                  <a:lnTo>
                    <a:pt x="221815" y="1055737"/>
                  </a:lnTo>
                  <a:lnTo>
                    <a:pt x="221775" y="1055753"/>
                  </a:lnTo>
                  <a:lnTo>
                    <a:pt x="221745" y="1055762"/>
                  </a:lnTo>
                  <a:lnTo>
                    <a:pt x="221712" y="1055766"/>
                  </a:lnTo>
                  <a:lnTo>
                    <a:pt x="221643" y="1055768"/>
                  </a:lnTo>
                  <a:lnTo>
                    <a:pt x="221619" y="1055765"/>
                  </a:lnTo>
                  <a:lnTo>
                    <a:pt x="221601" y="1055758"/>
                  </a:lnTo>
                  <a:lnTo>
                    <a:pt x="221591" y="1055750"/>
                  </a:lnTo>
                  <a:lnTo>
                    <a:pt x="221565" y="1055733"/>
                  </a:lnTo>
                  <a:lnTo>
                    <a:pt x="221541" y="1055714"/>
                  </a:lnTo>
                  <a:lnTo>
                    <a:pt x="221516" y="1055692"/>
                  </a:lnTo>
                  <a:lnTo>
                    <a:pt x="221491" y="1055680"/>
                  </a:lnTo>
                  <a:lnTo>
                    <a:pt x="221451" y="1055661"/>
                  </a:lnTo>
                  <a:lnTo>
                    <a:pt x="221427" y="1055649"/>
                  </a:lnTo>
                  <a:lnTo>
                    <a:pt x="221408" y="1055638"/>
                  </a:lnTo>
                  <a:lnTo>
                    <a:pt x="221367" y="1055620"/>
                  </a:lnTo>
                  <a:lnTo>
                    <a:pt x="221339" y="1055607"/>
                  </a:lnTo>
                  <a:lnTo>
                    <a:pt x="221315" y="1055594"/>
                  </a:lnTo>
                  <a:lnTo>
                    <a:pt x="221278" y="1055574"/>
                  </a:lnTo>
                  <a:lnTo>
                    <a:pt x="221258" y="1055557"/>
                  </a:lnTo>
                  <a:lnTo>
                    <a:pt x="221228" y="1055537"/>
                  </a:lnTo>
                  <a:lnTo>
                    <a:pt x="221206" y="1055516"/>
                  </a:lnTo>
                  <a:lnTo>
                    <a:pt x="221178" y="1055485"/>
                  </a:lnTo>
                  <a:lnTo>
                    <a:pt x="221169" y="1055469"/>
                  </a:lnTo>
                  <a:lnTo>
                    <a:pt x="221138" y="1055432"/>
                  </a:lnTo>
                  <a:lnTo>
                    <a:pt x="221122" y="1055409"/>
                  </a:lnTo>
                  <a:lnTo>
                    <a:pt x="221104" y="1055388"/>
                  </a:lnTo>
                  <a:lnTo>
                    <a:pt x="221079" y="1055361"/>
                  </a:lnTo>
                  <a:lnTo>
                    <a:pt x="221060" y="1055343"/>
                  </a:lnTo>
                  <a:lnTo>
                    <a:pt x="221028" y="1055310"/>
                  </a:lnTo>
                  <a:lnTo>
                    <a:pt x="220998" y="1055285"/>
                  </a:lnTo>
                  <a:lnTo>
                    <a:pt x="220976" y="1055268"/>
                  </a:lnTo>
                  <a:lnTo>
                    <a:pt x="220957" y="1055261"/>
                  </a:lnTo>
                  <a:lnTo>
                    <a:pt x="220935" y="1055259"/>
                  </a:lnTo>
                  <a:lnTo>
                    <a:pt x="220925" y="1055253"/>
                  </a:lnTo>
                  <a:lnTo>
                    <a:pt x="220921" y="1055245"/>
                  </a:lnTo>
                  <a:lnTo>
                    <a:pt x="220917" y="1055235"/>
                  </a:lnTo>
                  <a:lnTo>
                    <a:pt x="220903" y="1055206"/>
                  </a:lnTo>
                  <a:lnTo>
                    <a:pt x="220894" y="1055190"/>
                  </a:lnTo>
                  <a:lnTo>
                    <a:pt x="220876" y="1055170"/>
                  </a:lnTo>
                  <a:lnTo>
                    <a:pt x="220858" y="1055155"/>
                  </a:lnTo>
                  <a:lnTo>
                    <a:pt x="220844" y="1055132"/>
                  </a:lnTo>
                  <a:lnTo>
                    <a:pt x="220830" y="1055115"/>
                  </a:lnTo>
                  <a:lnTo>
                    <a:pt x="220811" y="1055094"/>
                  </a:lnTo>
                  <a:lnTo>
                    <a:pt x="220798" y="1055083"/>
                  </a:lnTo>
                  <a:lnTo>
                    <a:pt x="220777" y="1055061"/>
                  </a:lnTo>
                  <a:lnTo>
                    <a:pt x="220752" y="1055051"/>
                  </a:lnTo>
                  <a:lnTo>
                    <a:pt x="220734" y="1055045"/>
                  </a:lnTo>
                  <a:lnTo>
                    <a:pt x="220703" y="1055039"/>
                  </a:lnTo>
                  <a:lnTo>
                    <a:pt x="220675" y="1055030"/>
                  </a:lnTo>
                  <a:lnTo>
                    <a:pt x="220650" y="1055015"/>
                  </a:lnTo>
                  <a:lnTo>
                    <a:pt x="220632" y="1055006"/>
                  </a:lnTo>
                  <a:lnTo>
                    <a:pt x="220611" y="1054988"/>
                  </a:lnTo>
                  <a:lnTo>
                    <a:pt x="220588" y="1054961"/>
                  </a:lnTo>
                  <a:lnTo>
                    <a:pt x="220568" y="1054937"/>
                  </a:lnTo>
                  <a:lnTo>
                    <a:pt x="220535" y="1054901"/>
                  </a:lnTo>
                  <a:lnTo>
                    <a:pt x="220511" y="1054873"/>
                  </a:lnTo>
                  <a:lnTo>
                    <a:pt x="220486" y="1054847"/>
                  </a:lnTo>
                  <a:lnTo>
                    <a:pt x="220469" y="1054832"/>
                  </a:lnTo>
                  <a:lnTo>
                    <a:pt x="220455" y="1054812"/>
                  </a:lnTo>
                  <a:lnTo>
                    <a:pt x="220429" y="1054786"/>
                  </a:lnTo>
                  <a:lnTo>
                    <a:pt x="220402" y="1054753"/>
                  </a:lnTo>
                  <a:lnTo>
                    <a:pt x="220377" y="1054728"/>
                  </a:lnTo>
                  <a:lnTo>
                    <a:pt x="220354" y="1054702"/>
                  </a:lnTo>
                  <a:lnTo>
                    <a:pt x="220341" y="1054687"/>
                  </a:lnTo>
                  <a:lnTo>
                    <a:pt x="220326" y="1054661"/>
                  </a:lnTo>
                  <a:lnTo>
                    <a:pt x="220308" y="1054638"/>
                  </a:lnTo>
                  <a:lnTo>
                    <a:pt x="220279" y="1054605"/>
                  </a:lnTo>
                  <a:lnTo>
                    <a:pt x="220262" y="1054592"/>
                  </a:lnTo>
                  <a:lnTo>
                    <a:pt x="220231" y="1054571"/>
                  </a:lnTo>
                  <a:lnTo>
                    <a:pt x="220204" y="1054549"/>
                  </a:lnTo>
                  <a:lnTo>
                    <a:pt x="220175" y="1054524"/>
                  </a:lnTo>
                  <a:lnTo>
                    <a:pt x="220149" y="1054501"/>
                  </a:lnTo>
                  <a:lnTo>
                    <a:pt x="220133" y="1054474"/>
                  </a:lnTo>
                  <a:lnTo>
                    <a:pt x="220123" y="1054462"/>
                  </a:lnTo>
                  <a:lnTo>
                    <a:pt x="220120" y="1054444"/>
                  </a:lnTo>
                  <a:lnTo>
                    <a:pt x="220120" y="1054412"/>
                  </a:lnTo>
                  <a:lnTo>
                    <a:pt x="220119" y="1054376"/>
                  </a:lnTo>
                  <a:lnTo>
                    <a:pt x="220112" y="1054353"/>
                  </a:lnTo>
                  <a:lnTo>
                    <a:pt x="220092" y="1054327"/>
                  </a:lnTo>
                  <a:lnTo>
                    <a:pt x="220080" y="1054300"/>
                  </a:lnTo>
                  <a:lnTo>
                    <a:pt x="220060" y="1054271"/>
                  </a:lnTo>
                  <a:lnTo>
                    <a:pt x="220030" y="1054243"/>
                  </a:lnTo>
                  <a:lnTo>
                    <a:pt x="220014" y="1054219"/>
                  </a:lnTo>
                  <a:lnTo>
                    <a:pt x="219982" y="1054186"/>
                  </a:lnTo>
                  <a:lnTo>
                    <a:pt x="219960" y="1054154"/>
                  </a:lnTo>
                  <a:lnTo>
                    <a:pt x="219952" y="1054132"/>
                  </a:lnTo>
                  <a:lnTo>
                    <a:pt x="219950" y="1054110"/>
                  </a:lnTo>
                  <a:lnTo>
                    <a:pt x="219950" y="1054092"/>
                  </a:lnTo>
                  <a:lnTo>
                    <a:pt x="219953" y="1054033"/>
                  </a:lnTo>
                  <a:lnTo>
                    <a:pt x="219951" y="1054011"/>
                  </a:lnTo>
                  <a:lnTo>
                    <a:pt x="219946" y="1053980"/>
                  </a:lnTo>
                  <a:lnTo>
                    <a:pt x="219941" y="1053964"/>
                  </a:lnTo>
                  <a:lnTo>
                    <a:pt x="219926" y="1053941"/>
                  </a:lnTo>
                  <a:lnTo>
                    <a:pt x="219906" y="1053916"/>
                  </a:lnTo>
                  <a:lnTo>
                    <a:pt x="219895" y="1053897"/>
                  </a:lnTo>
                  <a:lnTo>
                    <a:pt x="219892" y="1053883"/>
                  </a:lnTo>
                  <a:lnTo>
                    <a:pt x="219895" y="1053874"/>
                  </a:lnTo>
                  <a:lnTo>
                    <a:pt x="219901" y="1053860"/>
                  </a:lnTo>
                  <a:lnTo>
                    <a:pt x="219918" y="1053836"/>
                  </a:lnTo>
                  <a:lnTo>
                    <a:pt x="219923" y="1053817"/>
                  </a:lnTo>
                  <a:lnTo>
                    <a:pt x="219926" y="1053786"/>
                  </a:lnTo>
                  <a:lnTo>
                    <a:pt x="219926" y="1053763"/>
                  </a:lnTo>
                  <a:lnTo>
                    <a:pt x="219930" y="1053740"/>
                  </a:lnTo>
                  <a:lnTo>
                    <a:pt x="219942" y="1053690"/>
                  </a:lnTo>
                  <a:lnTo>
                    <a:pt x="219954" y="1053639"/>
                  </a:lnTo>
                  <a:lnTo>
                    <a:pt x="219960" y="1053616"/>
                  </a:lnTo>
                  <a:lnTo>
                    <a:pt x="219976" y="1053556"/>
                  </a:lnTo>
                  <a:lnTo>
                    <a:pt x="219982" y="1053510"/>
                  </a:lnTo>
                  <a:lnTo>
                    <a:pt x="219978" y="1053486"/>
                  </a:lnTo>
                  <a:lnTo>
                    <a:pt x="219972" y="1053455"/>
                  </a:lnTo>
                  <a:lnTo>
                    <a:pt x="219963" y="1053429"/>
                  </a:lnTo>
                  <a:lnTo>
                    <a:pt x="219961" y="1053414"/>
                  </a:lnTo>
                  <a:lnTo>
                    <a:pt x="219961" y="1053408"/>
                  </a:lnTo>
                  <a:lnTo>
                    <a:pt x="219950" y="1053397"/>
                  </a:lnTo>
                  <a:lnTo>
                    <a:pt x="219940" y="1053387"/>
                  </a:lnTo>
                  <a:lnTo>
                    <a:pt x="219941" y="1053364"/>
                  </a:lnTo>
                  <a:lnTo>
                    <a:pt x="219937" y="1053339"/>
                  </a:lnTo>
                  <a:lnTo>
                    <a:pt x="219936" y="1053324"/>
                  </a:lnTo>
                  <a:lnTo>
                    <a:pt x="219941" y="1053303"/>
                  </a:lnTo>
                  <a:lnTo>
                    <a:pt x="219953" y="1053284"/>
                  </a:lnTo>
                  <a:lnTo>
                    <a:pt x="219970" y="1053264"/>
                  </a:lnTo>
                  <a:lnTo>
                    <a:pt x="219983" y="1053243"/>
                  </a:lnTo>
                  <a:lnTo>
                    <a:pt x="219998" y="1053220"/>
                  </a:lnTo>
                  <a:lnTo>
                    <a:pt x="220014" y="1053195"/>
                  </a:lnTo>
                  <a:lnTo>
                    <a:pt x="220050" y="1053159"/>
                  </a:lnTo>
                  <a:lnTo>
                    <a:pt x="220064" y="1053147"/>
                  </a:lnTo>
                  <a:lnTo>
                    <a:pt x="220094" y="1053115"/>
                  </a:lnTo>
                  <a:lnTo>
                    <a:pt x="220113" y="1053094"/>
                  </a:lnTo>
                  <a:lnTo>
                    <a:pt x="220131" y="1053071"/>
                  </a:lnTo>
                  <a:lnTo>
                    <a:pt x="220143" y="1053052"/>
                  </a:lnTo>
                  <a:lnTo>
                    <a:pt x="220155" y="1053027"/>
                  </a:lnTo>
                  <a:lnTo>
                    <a:pt x="220169" y="1053002"/>
                  </a:lnTo>
                  <a:lnTo>
                    <a:pt x="220180" y="1052977"/>
                  </a:lnTo>
                  <a:lnTo>
                    <a:pt x="220194" y="1052955"/>
                  </a:lnTo>
                  <a:lnTo>
                    <a:pt x="220208" y="1052924"/>
                  </a:lnTo>
                  <a:lnTo>
                    <a:pt x="220219" y="1052903"/>
                  </a:lnTo>
                  <a:lnTo>
                    <a:pt x="220233" y="1052871"/>
                  </a:lnTo>
                  <a:lnTo>
                    <a:pt x="220248" y="1052827"/>
                  </a:lnTo>
                  <a:lnTo>
                    <a:pt x="220260" y="1052804"/>
                  </a:lnTo>
                  <a:lnTo>
                    <a:pt x="220268" y="1052772"/>
                  </a:lnTo>
                  <a:lnTo>
                    <a:pt x="220271" y="1052744"/>
                  </a:lnTo>
                  <a:lnTo>
                    <a:pt x="220278" y="1052730"/>
                  </a:lnTo>
                  <a:lnTo>
                    <a:pt x="220295" y="1052704"/>
                  </a:lnTo>
                  <a:lnTo>
                    <a:pt x="220322" y="1052675"/>
                  </a:lnTo>
                  <a:lnTo>
                    <a:pt x="220344" y="1052648"/>
                  </a:lnTo>
                  <a:lnTo>
                    <a:pt x="220362" y="1052616"/>
                  </a:lnTo>
                  <a:lnTo>
                    <a:pt x="220383" y="1052597"/>
                  </a:lnTo>
                  <a:lnTo>
                    <a:pt x="220403" y="1052581"/>
                  </a:lnTo>
                  <a:lnTo>
                    <a:pt x="220432" y="1052556"/>
                  </a:lnTo>
                  <a:lnTo>
                    <a:pt x="220464" y="1052522"/>
                  </a:lnTo>
                  <a:lnTo>
                    <a:pt x="220494" y="1052489"/>
                  </a:lnTo>
                  <a:lnTo>
                    <a:pt x="220510" y="1052472"/>
                  </a:lnTo>
                  <a:lnTo>
                    <a:pt x="220526" y="1052450"/>
                  </a:lnTo>
                  <a:lnTo>
                    <a:pt x="220546" y="1052428"/>
                  </a:lnTo>
                  <a:lnTo>
                    <a:pt x="220554" y="1052409"/>
                  </a:lnTo>
                  <a:lnTo>
                    <a:pt x="220564" y="1052390"/>
                  </a:lnTo>
                  <a:lnTo>
                    <a:pt x="220570" y="1052364"/>
                  </a:lnTo>
                  <a:lnTo>
                    <a:pt x="220579" y="1052329"/>
                  </a:lnTo>
                  <a:lnTo>
                    <a:pt x="220580" y="1052316"/>
                  </a:lnTo>
                  <a:lnTo>
                    <a:pt x="220592" y="1052292"/>
                  </a:lnTo>
                  <a:lnTo>
                    <a:pt x="220604" y="1052267"/>
                  </a:lnTo>
                  <a:lnTo>
                    <a:pt x="220628" y="1052238"/>
                  </a:lnTo>
                  <a:lnTo>
                    <a:pt x="220644" y="1052220"/>
                  </a:lnTo>
                  <a:lnTo>
                    <a:pt x="220658" y="1052202"/>
                  </a:lnTo>
                  <a:lnTo>
                    <a:pt x="220706" y="1052155"/>
                  </a:lnTo>
                  <a:lnTo>
                    <a:pt x="220729" y="1052131"/>
                  </a:lnTo>
                  <a:lnTo>
                    <a:pt x="220743" y="1052112"/>
                  </a:lnTo>
                  <a:lnTo>
                    <a:pt x="220745" y="1052098"/>
                  </a:lnTo>
                  <a:lnTo>
                    <a:pt x="220746" y="1052085"/>
                  </a:lnTo>
                  <a:lnTo>
                    <a:pt x="220746" y="1052072"/>
                  </a:lnTo>
                  <a:lnTo>
                    <a:pt x="220749" y="1052061"/>
                  </a:lnTo>
                  <a:lnTo>
                    <a:pt x="220753" y="1052057"/>
                  </a:lnTo>
                  <a:lnTo>
                    <a:pt x="220760" y="1052054"/>
                  </a:lnTo>
                  <a:lnTo>
                    <a:pt x="220771" y="1052058"/>
                  </a:lnTo>
                  <a:lnTo>
                    <a:pt x="220784" y="1052064"/>
                  </a:lnTo>
                  <a:lnTo>
                    <a:pt x="220797" y="1052065"/>
                  </a:lnTo>
                  <a:lnTo>
                    <a:pt x="220814" y="1052052"/>
                  </a:lnTo>
                  <a:lnTo>
                    <a:pt x="220833" y="1052028"/>
                  </a:lnTo>
                  <a:lnTo>
                    <a:pt x="220855" y="1052015"/>
                  </a:lnTo>
                  <a:lnTo>
                    <a:pt x="220880" y="1052006"/>
                  </a:lnTo>
                  <a:lnTo>
                    <a:pt x="220902" y="1051998"/>
                  </a:lnTo>
                  <a:lnTo>
                    <a:pt x="220923" y="1051980"/>
                  </a:lnTo>
                  <a:lnTo>
                    <a:pt x="220956" y="1051955"/>
                  </a:lnTo>
                  <a:lnTo>
                    <a:pt x="220977" y="1051940"/>
                  </a:lnTo>
                  <a:lnTo>
                    <a:pt x="220997" y="1051918"/>
                  </a:lnTo>
                  <a:lnTo>
                    <a:pt x="221017" y="1051898"/>
                  </a:lnTo>
                  <a:lnTo>
                    <a:pt x="221039" y="1051882"/>
                  </a:lnTo>
                  <a:lnTo>
                    <a:pt x="221055" y="1051877"/>
                  </a:lnTo>
                  <a:lnTo>
                    <a:pt x="221084" y="1051866"/>
                  </a:lnTo>
                  <a:lnTo>
                    <a:pt x="221111" y="1051854"/>
                  </a:lnTo>
                  <a:lnTo>
                    <a:pt x="221128" y="1051850"/>
                  </a:lnTo>
                  <a:lnTo>
                    <a:pt x="221148" y="1051846"/>
                  </a:lnTo>
                  <a:lnTo>
                    <a:pt x="221171" y="1051836"/>
                  </a:lnTo>
                  <a:lnTo>
                    <a:pt x="221203" y="1051824"/>
                  </a:lnTo>
                  <a:lnTo>
                    <a:pt x="221239" y="1051806"/>
                  </a:lnTo>
                  <a:lnTo>
                    <a:pt x="221258" y="1051796"/>
                  </a:lnTo>
                  <a:lnTo>
                    <a:pt x="221283" y="1051776"/>
                  </a:lnTo>
                  <a:lnTo>
                    <a:pt x="221307" y="1051746"/>
                  </a:lnTo>
                  <a:lnTo>
                    <a:pt x="221324" y="1051724"/>
                  </a:lnTo>
                  <a:lnTo>
                    <a:pt x="221345" y="1051693"/>
                  </a:lnTo>
                  <a:lnTo>
                    <a:pt x="221362" y="1051662"/>
                  </a:lnTo>
                  <a:lnTo>
                    <a:pt x="221373" y="1051640"/>
                  </a:lnTo>
                  <a:lnTo>
                    <a:pt x="221389" y="1051624"/>
                  </a:lnTo>
                  <a:lnTo>
                    <a:pt x="221400" y="1051615"/>
                  </a:lnTo>
                  <a:lnTo>
                    <a:pt x="221415" y="1051609"/>
                  </a:lnTo>
                  <a:lnTo>
                    <a:pt x="221431" y="1051609"/>
                  </a:lnTo>
                  <a:lnTo>
                    <a:pt x="221453" y="1051605"/>
                  </a:lnTo>
                  <a:lnTo>
                    <a:pt x="221478" y="1051593"/>
                  </a:lnTo>
                  <a:lnTo>
                    <a:pt x="221519" y="1051581"/>
                  </a:lnTo>
                  <a:lnTo>
                    <a:pt x="221548" y="1051574"/>
                  </a:lnTo>
                  <a:lnTo>
                    <a:pt x="221587" y="1051558"/>
                  </a:lnTo>
                  <a:lnTo>
                    <a:pt x="221613" y="1051550"/>
                  </a:lnTo>
                  <a:lnTo>
                    <a:pt x="221643" y="1051533"/>
                  </a:lnTo>
                  <a:lnTo>
                    <a:pt x="221674" y="1051523"/>
                  </a:lnTo>
                  <a:lnTo>
                    <a:pt x="221688" y="1051523"/>
                  </a:lnTo>
                  <a:lnTo>
                    <a:pt x="221723" y="1051510"/>
                  </a:lnTo>
                  <a:lnTo>
                    <a:pt x="221770" y="1051489"/>
                  </a:lnTo>
                  <a:lnTo>
                    <a:pt x="221791" y="1051482"/>
                  </a:lnTo>
                  <a:lnTo>
                    <a:pt x="221822" y="1051462"/>
                  </a:lnTo>
                  <a:lnTo>
                    <a:pt x="221844" y="1051440"/>
                  </a:lnTo>
                  <a:lnTo>
                    <a:pt x="221857" y="1051425"/>
                  </a:lnTo>
                  <a:lnTo>
                    <a:pt x="221877" y="1051403"/>
                  </a:lnTo>
                  <a:lnTo>
                    <a:pt x="221897" y="1051382"/>
                  </a:lnTo>
                  <a:lnTo>
                    <a:pt x="221918" y="1051363"/>
                  </a:lnTo>
                  <a:lnTo>
                    <a:pt x="221931" y="1051347"/>
                  </a:lnTo>
                  <a:lnTo>
                    <a:pt x="221945" y="1051319"/>
                  </a:lnTo>
                  <a:lnTo>
                    <a:pt x="221955" y="1051306"/>
                  </a:lnTo>
                  <a:lnTo>
                    <a:pt x="221966" y="1051300"/>
                  </a:lnTo>
                  <a:lnTo>
                    <a:pt x="221981" y="1051299"/>
                  </a:lnTo>
                  <a:lnTo>
                    <a:pt x="222001" y="1051292"/>
                  </a:lnTo>
                  <a:lnTo>
                    <a:pt x="222026" y="1051281"/>
                  </a:lnTo>
                  <a:lnTo>
                    <a:pt x="222041" y="1051270"/>
                  </a:lnTo>
                  <a:lnTo>
                    <a:pt x="222052" y="1051260"/>
                  </a:lnTo>
                  <a:lnTo>
                    <a:pt x="222059" y="1051245"/>
                  </a:lnTo>
                  <a:lnTo>
                    <a:pt x="222062" y="1051215"/>
                  </a:lnTo>
                  <a:lnTo>
                    <a:pt x="222066" y="1051197"/>
                  </a:lnTo>
                  <a:lnTo>
                    <a:pt x="222074" y="1051184"/>
                  </a:lnTo>
                  <a:lnTo>
                    <a:pt x="222090" y="1051170"/>
                  </a:lnTo>
                  <a:lnTo>
                    <a:pt x="222106" y="1051158"/>
                  </a:lnTo>
                  <a:lnTo>
                    <a:pt x="222121" y="1051145"/>
                  </a:lnTo>
                  <a:lnTo>
                    <a:pt x="222136" y="1051124"/>
                  </a:lnTo>
                  <a:lnTo>
                    <a:pt x="222153" y="1051109"/>
                  </a:lnTo>
                  <a:lnTo>
                    <a:pt x="222172" y="1051101"/>
                  </a:lnTo>
                  <a:lnTo>
                    <a:pt x="222184" y="1051099"/>
                  </a:lnTo>
                  <a:lnTo>
                    <a:pt x="222202" y="1051098"/>
                  </a:lnTo>
                  <a:lnTo>
                    <a:pt x="222215" y="1051102"/>
                  </a:lnTo>
                  <a:lnTo>
                    <a:pt x="222230" y="1051112"/>
                  </a:lnTo>
                  <a:lnTo>
                    <a:pt x="222244" y="1051125"/>
                  </a:lnTo>
                  <a:lnTo>
                    <a:pt x="222261" y="1051139"/>
                  </a:lnTo>
                  <a:lnTo>
                    <a:pt x="222286" y="1051146"/>
                  </a:lnTo>
                  <a:lnTo>
                    <a:pt x="222305" y="1051148"/>
                  </a:lnTo>
                  <a:lnTo>
                    <a:pt x="222327" y="1051164"/>
                  </a:lnTo>
                  <a:lnTo>
                    <a:pt x="222355" y="1051179"/>
                  </a:lnTo>
                  <a:lnTo>
                    <a:pt x="222386" y="1051199"/>
                  </a:lnTo>
                  <a:lnTo>
                    <a:pt x="222416" y="1051210"/>
                  </a:lnTo>
                  <a:lnTo>
                    <a:pt x="222439" y="1051224"/>
                  </a:lnTo>
                  <a:lnTo>
                    <a:pt x="222463" y="1051241"/>
                  </a:lnTo>
                  <a:lnTo>
                    <a:pt x="222492" y="1051259"/>
                  </a:lnTo>
                  <a:lnTo>
                    <a:pt x="222516" y="1051276"/>
                  </a:lnTo>
                  <a:lnTo>
                    <a:pt x="222543" y="1051290"/>
                  </a:lnTo>
                  <a:lnTo>
                    <a:pt x="222553" y="1051294"/>
                  </a:lnTo>
                  <a:lnTo>
                    <a:pt x="222573" y="1051293"/>
                  </a:lnTo>
                  <a:lnTo>
                    <a:pt x="222596" y="1051279"/>
                  </a:lnTo>
                  <a:lnTo>
                    <a:pt x="222627" y="1051271"/>
                  </a:lnTo>
                  <a:lnTo>
                    <a:pt x="222658" y="1051260"/>
                  </a:lnTo>
                  <a:lnTo>
                    <a:pt x="222675" y="1051243"/>
                  </a:lnTo>
                  <a:lnTo>
                    <a:pt x="222690" y="1051224"/>
                  </a:lnTo>
                  <a:lnTo>
                    <a:pt x="222717" y="1051199"/>
                  </a:lnTo>
                  <a:lnTo>
                    <a:pt x="222743" y="1051168"/>
                  </a:lnTo>
                  <a:lnTo>
                    <a:pt x="222770" y="1051139"/>
                  </a:lnTo>
                  <a:lnTo>
                    <a:pt x="222789" y="1051123"/>
                  </a:lnTo>
                  <a:lnTo>
                    <a:pt x="222805" y="1051104"/>
                  </a:lnTo>
                  <a:lnTo>
                    <a:pt x="222827" y="1051084"/>
                  </a:lnTo>
                  <a:lnTo>
                    <a:pt x="222846" y="1051076"/>
                  </a:lnTo>
                  <a:lnTo>
                    <a:pt x="222867" y="1051071"/>
                  </a:lnTo>
                  <a:lnTo>
                    <a:pt x="222883" y="1051069"/>
                  </a:lnTo>
                  <a:lnTo>
                    <a:pt x="222906" y="1051059"/>
                  </a:lnTo>
                  <a:lnTo>
                    <a:pt x="222928" y="1051050"/>
                  </a:lnTo>
                  <a:lnTo>
                    <a:pt x="222948" y="1051032"/>
                  </a:lnTo>
                  <a:lnTo>
                    <a:pt x="222960" y="1051017"/>
                  </a:lnTo>
                  <a:lnTo>
                    <a:pt x="222978" y="1050982"/>
                  </a:lnTo>
                  <a:lnTo>
                    <a:pt x="222997" y="1050952"/>
                  </a:lnTo>
                  <a:lnTo>
                    <a:pt x="223014" y="1050931"/>
                  </a:lnTo>
                  <a:lnTo>
                    <a:pt x="223045" y="1050903"/>
                  </a:lnTo>
                  <a:lnTo>
                    <a:pt x="223066" y="1050893"/>
                  </a:lnTo>
                  <a:lnTo>
                    <a:pt x="223094" y="1050887"/>
                  </a:lnTo>
                  <a:lnTo>
                    <a:pt x="223131" y="1050883"/>
                  </a:lnTo>
                  <a:lnTo>
                    <a:pt x="223167" y="1050889"/>
                  </a:lnTo>
                  <a:lnTo>
                    <a:pt x="223196" y="1050895"/>
                  </a:lnTo>
                  <a:lnTo>
                    <a:pt x="223230" y="1050905"/>
                  </a:lnTo>
                  <a:lnTo>
                    <a:pt x="223259" y="1050914"/>
                  </a:lnTo>
                  <a:lnTo>
                    <a:pt x="223283" y="1050921"/>
                  </a:lnTo>
                  <a:lnTo>
                    <a:pt x="223329" y="1050918"/>
                  </a:lnTo>
                  <a:lnTo>
                    <a:pt x="223363" y="1050919"/>
                  </a:lnTo>
                  <a:lnTo>
                    <a:pt x="223389" y="1050924"/>
                  </a:lnTo>
                  <a:lnTo>
                    <a:pt x="223425" y="1050926"/>
                  </a:lnTo>
                  <a:lnTo>
                    <a:pt x="223463" y="1050931"/>
                  </a:lnTo>
                  <a:lnTo>
                    <a:pt x="223490" y="1050931"/>
                  </a:lnTo>
                  <a:lnTo>
                    <a:pt x="223521" y="1050927"/>
                  </a:lnTo>
                  <a:lnTo>
                    <a:pt x="223563" y="1050928"/>
                  </a:lnTo>
                  <a:lnTo>
                    <a:pt x="223583" y="1050929"/>
                  </a:lnTo>
                  <a:lnTo>
                    <a:pt x="223602" y="1050931"/>
                  </a:lnTo>
                  <a:lnTo>
                    <a:pt x="223629" y="1050925"/>
                  </a:lnTo>
                  <a:lnTo>
                    <a:pt x="223662" y="1050910"/>
                  </a:lnTo>
                  <a:lnTo>
                    <a:pt x="223681" y="1050903"/>
                  </a:lnTo>
                  <a:lnTo>
                    <a:pt x="223686" y="1050901"/>
                  </a:lnTo>
                  <a:lnTo>
                    <a:pt x="223704" y="1050895"/>
                  </a:lnTo>
                  <a:lnTo>
                    <a:pt x="223723" y="1050891"/>
                  </a:lnTo>
                  <a:lnTo>
                    <a:pt x="223749" y="1050893"/>
                  </a:lnTo>
                  <a:lnTo>
                    <a:pt x="223774" y="1050896"/>
                  </a:lnTo>
                  <a:lnTo>
                    <a:pt x="223790" y="1050891"/>
                  </a:lnTo>
                  <a:lnTo>
                    <a:pt x="223805" y="1050881"/>
                  </a:lnTo>
                  <a:lnTo>
                    <a:pt x="223834" y="1050852"/>
                  </a:lnTo>
                  <a:lnTo>
                    <a:pt x="223867" y="1050816"/>
                  </a:lnTo>
                  <a:lnTo>
                    <a:pt x="223891" y="1050776"/>
                  </a:lnTo>
                  <a:lnTo>
                    <a:pt x="223907" y="1050759"/>
                  </a:lnTo>
                  <a:lnTo>
                    <a:pt x="223932" y="1050724"/>
                  </a:lnTo>
                  <a:lnTo>
                    <a:pt x="223948" y="1050707"/>
                  </a:lnTo>
                  <a:lnTo>
                    <a:pt x="223969" y="1050689"/>
                  </a:lnTo>
                  <a:lnTo>
                    <a:pt x="223982" y="1050678"/>
                  </a:lnTo>
                  <a:lnTo>
                    <a:pt x="224004" y="1050659"/>
                  </a:lnTo>
                  <a:lnTo>
                    <a:pt x="224022" y="1050641"/>
                  </a:lnTo>
                  <a:lnTo>
                    <a:pt x="224045" y="1050608"/>
                  </a:lnTo>
                  <a:lnTo>
                    <a:pt x="224069" y="1050580"/>
                  </a:lnTo>
                  <a:lnTo>
                    <a:pt x="224071" y="1050555"/>
                  </a:lnTo>
                  <a:lnTo>
                    <a:pt x="224070" y="1050541"/>
                  </a:lnTo>
                  <a:lnTo>
                    <a:pt x="224061" y="1050525"/>
                  </a:lnTo>
                  <a:lnTo>
                    <a:pt x="224040" y="1050504"/>
                  </a:lnTo>
                  <a:lnTo>
                    <a:pt x="224021" y="1050485"/>
                  </a:lnTo>
                  <a:lnTo>
                    <a:pt x="224017" y="1050469"/>
                  </a:lnTo>
                  <a:lnTo>
                    <a:pt x="224012" y="1050444"/>
                  </a:lnTo>
                  <a:lnTo>
                    <a:pt x="224006" y="1050377"/>
                  </a:lnTo>
                  <a:lnTo>
                    <a:pt x="224003" y="1050351"/>
                  </a:lnTo>
                  <a:lnTo>
                    <a:pt x="223994" y="1050317"/>
                  </a:lnTo>
                  <a:lnTo>
                    <a:pt x="223986" y="1050303"/>
                  </a:lnTo>
                  <a:lnTo>
                    <a:pt x="223962" y="1050288"/>
                  </a:lnTo>
                  <a:lnTo>
                    <a:pt x="223932" y="1050281"/>
                  </a:lnTo>
                  <a:lnTo>
                    <a:pt x="223892" y="1050276"/>
                  </a:lnTo>
                  <a:lnTo>
                    <a:pt x="223872" y="1050274"/>
                  </a:lnTo>
                  <a:lnTo>
                    <a:pt x="223850" y="1050269"/>
                  </a:lnTo>
                  <a:lnTo>
                    <a:pt x="223832" y="1050260"/>
                  </a:lnTo>
                  <a:lnTo>
                    <a:pt x="223817" y="1050250"/>
                  </a:lnTo>
                  <a:lnTo>
                    <a:pt x="223808" y="1050236"/>
                  </a:lnTo>
                  <a:lnTo>
                    <a:pt x="223804" y="1050218"/>
                  </a:lnTo>
                  <a:lnTo>
                    <a:pt x="223804" y="1050194"/>
                  </a:lnTo>
                  <a:lnTo>
                    <a:pt x="223810" y="1050172"/>
                  </a:lnTo>
                  <a:lnTo>
                    <a:pt x="223816" y="1050140"/>
                  </a:lnTo>
                  <a:lnTo>
                    <a:pt x="223819" y="1050119"/>
                  </a:lnTo>
                  <a:lnTo>
                    <a:pt x="223837" y="1050096"/>
                  </a:lnTo>
                  <a:lnTo>
                    <a:pt x="223883" y="1050063"/>
                  </a:lnTo>
                  <a:lnTo>
                    <a:pt x="223911" y="1050048"/>
                  </a:lnTo>
                  <a:lnTo>
                    <a:pt x="223959" y="1050014"/>
                  </a:lnTo>
                  <a:lnTo>
                    <a:pt x="223989" y="1049998"/>
                  </a:lnTo>
                  <a:lnTo>
                    <a:pt x="224035" y="1049966"/>
                  </a:lnTo>
                  <a:lnTo>
                    <a:pt x="224068" y="1049937"/>
                  </a:lnTo>
                  <a:lnTo>
                    <a:pt x="224096" y="1049907"/>
                  </a:lnTo>
                  <a:lnTo>
                    <a:pt x="224121" y="1049879"/>
                  </a:lnTo>
                  <a:lnTo>
                    <a:pt x="224134" y="1049858"/>
                  </a:lnTo>
                  <a:lnTo>
                    <a:pt x="224143" y="1049828"/>
                  </a:lnTo>
                  <a:lnTo>
                    <a:pt x="224148" y="1049821"/>
                  </a:lnTo>
                  <a:lnTo>
                    <a:pt x="224169" y="1049805"/>
                  </a:lnTo>
                  <a:lnTo>
                    <a:pt x="224190" y="1049789"/>
                  </a:lnTo>
                  <a:lnTo>
                    <a:pt x="224203" y="1049776"/>
                  </a:lnTo>
                  <a:lnTo>
                    <a:pt x="224206" y="1049772"/>
                  </a:lnTo>
                  <a:lnTo>
                    <a:pt x="224216" y="1049755"/>
                  </a:lnTo>
                  <a:lnTo>
                    <a:pt x="224221" y="1049742"/>
                  </a:lnTo>
                  <a:lnTo>
                    <a:pt x="224219" y="1049711"/>
                  </a:lnTo>
                  <a:lnTo>
                    <a:pt x="224218" y="1049672"/>
                  </a:lnTo>
                  <a:lnTo>
                    <a:pt x="224216" y="1049652"/>
                  </a:lnTo>
                  <a:lnTo>
                    <a:pt x="224217" y="1049637"/>
                  </a:lnTo>
                  <a:lnTo>
                    <a:pt x="224226" y="1049619"/>
                  </a:lnTo>
                  <a:lnTo>
                    <a:pt x="224236" y="1049607"/>
                  </a:lnTo>
                  <a:lnTo>
                    <a:pt x="224250" y="1049603"/>
                  </a:lnTo>
                  <a:lnTo>
                    <a:pt x="224257" y="1049598"/>
                  </a:lnTo>
                  <a:lnTo>
                    <a:pt x="224261" y="1049588"/>
                  </a:lnTo>
                  <a:lnTo>
                    <a:pt x="224255" y="1049560"/>
                  </a:lnTo>
                  <a:lnTo>
                    <a:pt x="224252" y="1049548"/>
                  </a:lnTo>
                  <a:lnTo>
                    <a:pt x="224251" y="1049535"/>
                  </a:lnTo>
                  <a:lnTo>
                    <a:pt x="224256" y="1049523"/>
                  </a:lnTo>
                  <a:lnTo>
                    <a:pt x="224267" y="1049511"/>
                  </a:lnTo>
                  <a:lnTo>
                    <a:pt x="224288" y="1049501"/>
                  </a:lnTo>
                  <a:lnTo>
                    <a:pt x="224312" y="1049496"/>
                  </a:lnTo>
                  <a:lnTo>
                    <a:pt x="224320" y="1049491"/>
                  </a:lnTo>
                  <a:lnTo>
                    <a:pt x="224328" y="1049483"/>
                  </a:lnTo>
                  <a:lnTo>
                    <a:pt x="224334" y="1049468"/>
                  </a:lnTo>
                  <a:lnTo>
                    <a:pt x="224341" y="1049452"/>
                  </a:lnTo>
                  <a:lnTo>
                    <a:pt x="224354" y="1049441"/>
                  </a:lnTo>
                  <a:lnTo>
                    <a:pt x="224375" y="1049427"/>
                  </a:lnTo>
                  <a:lnTo>
                    <a:pt x="224394" y="1049421"/>
                  </a:lnTo>
                  <a:lnTo>
                    <a:pt x="224413" y="1049415"/>
                  </a:lnTo>
                  <a:lnTo>
                    <a:pt x="224426" y="1049407"/>
                  </a:lnTo>
                  <a:lnTo>
                    <a:pt x="224438" y="1049386"/>
                  </a:lnTo>
                  <a:lnTo>
                    <a:pt x="224447" y="1049365"/>
                  </a:lnTo>
                  <a:lnTo>
                    <a:pt x="224459" y="1049339"/>
                  </a:lnTo>
                  <a:lnTo>
                    <a:pt x="224468" y="1049307"/>
                  </a:lnTo>
                  <a:lnTo>
                    <a:pt x="224478" y="1049277"/>
                  </a:lnTo>
                  <a:lnTo>
                    <a:pt x="224491" y="1049240"/>
                  </a:lnTo>
                  <a:lnTo>
                    <a:pt x="224499" y="1049226"/>
                  </a:lnTo>
                  <a:lnTo>
                    <a:pt x="224503" y="1049219"/>
                  </a:lnTo>
                  <a:lnTo>
                    <a:pt x="224508" y="1049212"/>
                  </a:lnTo>
                  <a:lnTo>
                    <a:pt x="224532" y="1049199"/>
                  </a:lnTo>
                  <a:lnTo>
                    <a:pt x="224551" y="1049193"/>
                  </a:lnTo>
                  <a:lnTo>
                    <a:pt x="224563" y="1049183"/>
                  </a:lnTo>
                  <a:lnTo>
                    <a:pt x="224581" y="1049156"/>
                  </a:lnTo>
                  <a:lnTo>
                    <a:pt x="224595" y="1049119"/>
                  </a:lnTo>
                  <a:lnTo>
                    <a:pt x="224602" y="1049100"/>
                  </a:lnTo>
                  <a:lnTo>
                    <a:pt x="224610" y="1049091"/>
                  </a:lnTo>
                  <a:lnTo>
                    <a:pt x="224627" y="1049085"/>
                  </a:lnTo>
                  <a:lnTo>
                    <a:pt x="224659" y="1049088"/>
                  </a:lnTo>
                  <a:lnTo>
                    <a:pt x="224698" y="1049088"/>
                  </a:lnTo>
                  <a:lnTo>
                    <a:pt x="224726" y="1049087"/>
                  </a:lnTo>
                  <a:lnTo>
                    <a:pt x="224762" y="1049077"/>
                  </a:lnTo>
                  <a:lnTo>
                    <a:pt x="224794" y="1049067"/>
                  </a:lnTo>
                  <a:lnTo>
                    <a:pt x="224824" y="1049051"/>
                  </a:lnTo>
                  <a:lnTo>
                    <a:pt x="224856" y="1049022"/>
                  </a:lnTo>
                  <a:lnTo>
                    <a:pt x="224879" y="1049001"/>
                  </a:lnTo>
                  <a:lnTo>
                    <a:pt x="224899" y="1048988"/>
                  </a:lnTo>
                  <a:lnTo>
                    <a:pt x="224920" y="1048970"/>
                  </a:lnTo>
                  <a:lnTo>
                    <a:pt x="224942" y="1048943"/>
                  </a:lnTo>
                  <a:lnTo>
                    <a:pt x="224963" y="1048908"/>
                  </a:lnTo>
                  <a:lnTo>
                    <a:pt x="224974" y="1048885"/>
                  </a:lnTo>
                  <a:lnTo>
                    <a:pt x="224986" y="1048863"/>
                  </a:lnTo>
                  <a:lnTo>
                    <a:pt x="224994" y="1048845"/>
                  </a:lnTo>
                  <a:lnTo>
                    <a:pt x="225002" y="1048829"/>
                  </a:lnTo>
                  <a:lnTo>
                    <a:pt x="225016" y="1048822"/>
                  </a:lnTo>
                  <a:lnTo>
                    <a:pt x="225034" y="1048812"/>
                  </a:lnTo>
                  <a:lnTo>
                    <a:pt x="225044" y="1048806"/>
                  </a:lnTo>
                  <a:lnTo>
                    <a:pt x="225053" y="1048796"/>
                  </a:lnTo>
                  <a:lnTo>
                    <a:pt x="225052" y="1048775"/>
                  </a:lnTo>
                  <a:lnTo>
                    <a:pt x="225051" y="1048749"/>
                  </a:lnTo>
                  <a:lnTo>
                    <a:pt x="225037" y="1048709"/>
                  </a:lnTo>
                  <a:lnTo>
                    <a:pt x="225032" y="1048697"/>
                  </a:lnTo>
                  <a:lnTo>
                    <a:pt x="225032" y="1048678"/>
                  </a:lnTo>
                  <a:lnTo>
                    <a:pt x="225041" y="1048654"/>
                  </a:lnTo>
                  <a:lnTo>
                    <a:pt x="225039" y="1048646"/>
                  </a:lnTo>
                  <a:lnTo>
                    <a:pt x="225033" y="1048639"/>
                  </a:lnTo>
                  <a:lnTo>
                    <a:pt x="225009" y="1048612"/>
                  </a:lnTo>
                  <a:lnTo>
                    <a:pt x="225005" y="1048590"/>
                  </a:lnTo>
                  <a:lnTo>
                    <a:pt x="225002" y="1048557"/>
                  </a:lnTo>
                  <a:lnTo>
                    <a:pt x="224997" y="1048515"/>
                  </a:lnTo>
                  <a:lnTo>
                    <a:pt x="224989" y="1048479"/>
                  </a:lnTo>
                  <a:lnTo>
                    <a:pt x="224974" y="1048438"/>
                  </a:lnTo>
                  <a:lnTo>
                    <a:pt x="224964" y="1048422"/>
                  </a:lnTo>
                  <a:lnTo>
                    <a:pt x="224965" y="1048400"/>
                  </a:lnTo>
                  <a:lnTo>
                    <a:pt x="224979" y="1048366"/>
                  </a:lnTo>
                  <a:lnTo>
                    <a:pt x="224986" y="1048334"/>
                  </a:lnTo>
                  <a:lnTo>
                    <a:pt x="224998" y="1048290"/>
                  </a:lnTo>
                  <a:lnTo>
                    <a:pt x="225007" y="1048264"/>
                  </a:lnTo>
                  <a:lnTo>
                    <a:pt x="225014" y="1048243"/>
                  </a:lnTo>
                  <a:lnTo>
                    <a:pt x="225018" y="1048200"/>
                  </a:lnTo>
                  <a:lnTo>
                    <a:pt x="225021" y="1048181"/>
                  </a:lnTo>
                  <a:lnTo>
                    <a:pt x="225025" y="1048157"/>
                  </a:lnTo>
                  <a:lnTo>
                    <a:pt x="225021" y="1048132"/>
                  </a:lnTo>
                  <a:lnTo>
                    <a:pt x="225005" y="1048109"/>
                  </a:lnTo>
                  <a:lnTo>
                    <a:pt x="224993" y="1048096"/>
                  </a:lnTo>
                  <a:lnTo>
                    <a:pt x="224993" y="1048071"/>
                  </a:lnTo>
                  <a:lnTo>
                    <a:pt x="224987" y="1048047"/>
                  </a:lnTo>
                  <a:lnTo>
                    <a:pt x="224982" y="1048038"/>
                  </a:lnTo>
                  <a:lnTo>
                    <a:pt x="224966" y="1048028"/>
                  </a:lnTo>
                  <a:lnTo>
                    <a:pt x="224952" y="1048019"/>
                  </a:lnTo>
                  <a:lnTo>
                    <a:pt x="224944" y="1048001"/>
                  </a:lnTo>
                  <a:lnTo>
                    <a:pt x="224931" y="1047976"/>
                  </a:lnTo>
                  <a:lnTo>
                    <a:pt x="224917" y="1047937"/>
                  </a:lnTo>
                  <a:lnTo>
                    <a:pt x="224902" y="1047926"/>
                  </a:lnTo>
                  <a:lnTo>
                    <a:pt x="224888" y="1047917"/>
                  </a:lnTo>
                  <a:lnTo>
                    <a:pt x="224866" y="1047907"/>
                  </a:lnTo>
                  <a:lnTo>
                    <a:pt x="224815" y="1047897"/>
                  </a:lnTo>
                  <a:lnTo>
                    <a:pt x="224807" y="1047891"/>
                  </a:lnTo>
                  <a:lnTo>
                    <a:pt x="224798" y="1047883"/>
                  </a:lnTo>
                  <a:lnTo>
                    <a:pt x="224787" y="1047882"/>
                  </a:lnTo>
                  <a:lnTo>
                    <a:pt x="224770" y="1047899"/>
                  </a:lnTo>
                  <a:lnTo>
                    <a:pt x="224759" y="1047911"/>
                  </a:lnTo>
                  <a:lnTo>
                    <a:pt x="224714" y="1047935"/>
                  </a:lnTo>
                  <a:lnTo>
                    <a:pt x="224690" y="1047946"/>
                  </a:lnTo>
                  <a:lnTo>
                    <a:pt x="224668" y="1047959"/>
                  </a:lnTo>
                  <a:lnTo>
                    <a:pt x="224654" y="1047969"/>
                  </a:lnTo>
                  <a:lnTo>
                    <a:pt x="224640" y="1047973"/>
                  </a:lnTo>
                  <a:lnTo>
                    <a:pt x="224632" y="1047973"/>
                  </a:lnTo>
                  <a:lnTo>
                    <a:pt x="224623" y="1047969"/>
                  </a:lnTo>
                  <a:lnTo>
                    <a:pt x="224612" y="1047955"/>
                  </a:lnTo>
                  <a:lnTo>
                    <a:pt x="224599" y="1047925"/>
                  </a:lnTo>
                  <a:lnTo>
                    <a:pt x="224590" y="1047892"/>
                  </a:lnTo>
                  <a:lnTo>
                    <a:pt x="224588" y="1047879"/>
                  </a:lnTo>
                  <a:lnTo>
                    <a:pt x="224592" y="1047856"/>
                  </a:lnTo>
                  <a:lnTo>
                    <a:pt x="224589" y="1047841"/>
                  </a:lnTo>
                  <a:lnTo>
                    <a:pt x="224579" y="1047829"/>
                  </a:lnTo>
                  <a:lnTo>
                    <a:pt x="224553" y="1047815"/>
                  </a:lnTo>
                  <a:lnTo>
                    <a:pt x="224531" y="1047802"/>
                  </a:lnTo>
                  <a:lnTo>
                    <a:pt x="224519" y="1047792"/>
                  </a:lnTo>
                  <a:lnTo>
                    <a:pt x="224499" y="1047779"/>
                  </a:lnTo>
                  <a:lnTo>
                    <a:pt x="224459" y="1047774"/>
                  </a:lnTo>
                  <a:lnTo>
                    <a:pt x="224371" y="1047756"/>
                  </a:lnTo>
                  <a:lnTo>
                    <a:pt x="224317" y="1047740"/>
                  </a:lnTo>
                  <a:lnTo>
                    <a:pt x="224286" y="1047732"/>
                  </a:lnTo>
                  <a:lnTo>
                    <a:pt x="224246" y="1047722"/>
                  </a:lnTo>
                  <a:lnTo>
                    <a:pt x="224219" y="1047712"/>
                  </a:lnTo>
                  <a:lnTo>
                    <a:pt x="224206" y="1047707"/>
                  </a:lnTo>
                  <a:lnTo>
                    <a:pt x="224196" y="1047703"/>
                  </a:lnTo>
                  <a:lnTo>
                    <a:pt x="224173" y="1047694"/>
                  </a:lnTo>
                  <a:lnTo>
                    <a:pt x="224168" y="1047690"/>
                  </a:lnTo>
                  <a:lnTo>
                    <a:pt x="224157" y="1047679"/>
                  </a:lnTo>
                  <a:lnTo>
                    <a:pt x="224148" y="1047666"/>
                  </a:lnTo>
                  <a:lnTo>
                    <a:pt x="224132" y="1047666"/>
                  </a:lnTo>
                  <a:lnTo>
                    <a:pt x="224092" y="1047669"/>
                  </a:lnTo>
                  <a:lnTo>
                    <a:pt x="224062" y="1047669"/>
                  </a:lnTo>
                  <a:lnTo>
                    <a:pt x="224029" y="1047661"/>
                  </a:lnTo>
                  <a:lnTo>
                    <a:pt x="223987" y="1047651"/>
                  </a:lnTo>
                  <a:lnTo>
                    <a:pt x="223965" y="1047646"/>
                  </a:lnTo>
                  <a:lnTo>
                    <a:pt x="223931" y="1047638"/>
                  </a:lnTo>
                  <a:lnTo>
                    <a:pt x="223914" y="1047635"/>
                  </a:lnTo>
                  <a:lnTo>
                    <a:pt x="223906" y="1047631"/>
                  </a:lnTo>
                  <a:lnTo>
                    <a:pt x="223899" y="1047623"/>
                  </a:lnTo>
                  <a:lnTo>
                    <a:pt x="223888" y="1047606"/>
                  </a:lnTo>
                  <a:lnTo>
                    <a:pt x="223877" y="1047594"/>
                  </a:lnTo>
                  <a:lnTo>
                    <a:pt x="223860" y="1047583"/>
                  </a:lnTo>
                  <a:lnTo>
                    <a:pt x="223826" y="1047574"/>
                  </a:lnTo>
                  <a:lnTo>
                    <a:pt x="223801" y="1047561"/>
                  </a:lnTo>
                  <a:lnTo>
                    <a:pt x="223778" y="1047549"/>
                  </a:lnTo>
                  <a:lnTo>
                    <a:pt x="223749" y="1047538"/>
                  </a:lnTo>
                  <a:lnTo>
                    <a:pt x="223722" y="1047527"/>
                  </a:lnTo>
                  <a:lnTo>
                    <a:pt x="223702" y="1047508"/>
                  </a:lnTo>
                  <a:lnTo>
                    <a:pt x="223672" y="1047487"/>
                  </a:lnTo>
                  <a:lnTo>
                    <a:pt x="223659" y="1047476"/>
                  </a:lnTo>
                  <a:lnTo>
                    <a:pt x="223648" y="1047464"/>
                  </a:lnTo>
                  <a:lnTo>
                    <a:pt x="223639" y="1047442"/>
                  </a:lnTo>
                  <a:lnTo>
                    <a:pt x="223630" y="1047414"/>
                  </a:lnTo>
                  <a:lnTo>
                    <a:pt x="223619" y="1047385"/>
                  </a:lnTo>
                  <a:lnTo>
                    <a:pt x="223600" y="1047361"/>
                  </a:lnTo>
                  <a:lnTo>
                    <a:pt x="223587" y="1047330"/>
                  </a:lnTo>
                  <a:lnTo>
                    <a:pt x="223576" y="1047306"/>
                  </a:lnTo>
                  <a:lnTo>
                    <a:pt x="223574" y="1047284"/>
                  </a:lnTo>
                  <a:lnTo>
                    <a:pt x="223571" y="1047259"/>
                  </a:lnTo>
                  <a:lnTo>
                    <a:pt x="223567" y="1047236"/>
                  </a:lnTo>
                  <a:lnTo>
                    <a:pt x="223568" y="1047216"/>
                  </a:lnTo>
                  <a:lnTo>
                    <a:pt x="223570" y="1047188"/>
                  </a:lnTo>
                  <a:lnTo>
                    <a:pt x="223567" y="1047178"/>
                  </a:lnTo>
                  <a:lnTo>
                    <a:pt x="223557" y="1047167"/>
                  </a:lnTo>
                  <a:lnTo>
                    <a:pt x="223530" y="1047149"/>
                  </a:lnTo>
                  <a:lnTo>
                    <a:pt x="223523" y="1047141"/>
                  </a:lnTo>
                  <a:lnTo>
                    <a:pt x="223520" y="1047132"/>
                  </a:lnTo>
                  <a:lnTo>
                    <a:pt x="223515" y="1047116"/>
                  </a:lnTo>
                  <a:lnTo>
                    <a:pt x="223513" y="1047103"/>
                  </a:lnTo>
                  <a:lnTo>
                    <a:pt x="223514" y="1047084"/>
                  </a:lnTo>
                  <a:lnTo>
                    <a:pt x="223519" y="1047064"/>
                  </a:lnTo>
                  <a:lnTo>
                    <a:pt x="223529" y="1047047"/>
                  </a:lnTo>
                  <a:lnTo>
                    <a:pt x="223542" y="1047012"/>
                  </a:lnTo>
                  <a:lnTo>
                    <a:pt x="223552" y="1046995"/>
                  </a:lnTo>
                  <a:lnTo>
                    <a:pt x="223561" y="1046974"/>
                  </a:lnTo>
                  <a:lnTo>
                    <a:pt x="223566" y="1046944"/>
                  </a:lnTo>
                  <a:lnTo>
                    <a:pt x="223568" y="1046905"/>
                  </a:lnTo>
                  <a:lnTo>
                    <a:pt x="223567" y="1046880"/>
                  </a:lnTo>
                  <a:lnTo>
                    <a:pt x="223562" y="1046865"/>
                  </a:lnTo>
                  <a:lnTo>
                    <a:pt x="223548" y="1046851"/>
                  </a:lnTo>
                  <a:lnTo>
                    <a:pt x="223534" y="1046840"/>
                  </a:lnTo>
                  <a:lnTo>
                    <a:pt x="223504" y="1046832"/>
                  </a:lnTo>
                  <a:lnTo>
                    <a:pt x="223474" y="1046823"/>
                  </a:lnTo>
                  <a:lnTo>
                    <a:pt x="223444" y="1046817"/>
                  </a:lnTo>
                  <a:lnTo>
                    <a:pt x="223409" y="1046810"/>
                  </a:lnTo>
                  <a:lnTo>
                    <a:pt x="223372" y="1046801"/>
                  </a:lnTo>
                  <a:lnTo>
                    <a:pt x="223338" y="1046787"/>
                  </a:lnTo>
                  <a:lnTo>
                    <a:pt x="223309" y="1046769"/>
                  </a:lnTo>
                  <a:lnTo>
                    <a:pt x="223262" y="1046731"/>
                  </a:lnTo>
                  <a:lnTo>
                    <a:pt x="223244" y="1046716"/>
                  </a:lnTo>
                  <a:lnTo>
                    <a:pt x="223203" y="1046681"/>
                  </a:lnTo>
                  <a:lnTo>
                    <a:pt x="223172" y="1046646"/>
                  </a:lnTo>
                  <a:lnTo>
                    <a:pt x="223161" y="1046630"/>
                  </a:lnTo>
                  <a:lnTo>
                    <a:pt x="223135" y="1046602"/>
                  </a:lnTo>
                  <a:lnTo>
                    <a:pt x="223118" y="1046588"/>
                  </a:lnTo>
                  <a:lnTo>
                    <a:pt x="223105" y="1046581"/>
                  </a:lnTo>
                  <a:lnTo>
                    <a:pt x="223091" y="1046579"/>
                  </a:lnTo>
                  <a:lnTo>
                    <a:pt x="223066" y="1046578"/>
                  </a:lnTo>
                  <a:lnTo>
                    <a:pt x="223050" y="1046576"/>
                  </a:lnTo>
                  <a:lnTo>
                    <a:pt x="223024" y="1046562"/>
                  </a:lnTo>
                  <a:lnTo>
                    <a:pt x="223003" y="1046546"/>
                  </a:lnTo>
                  <a:lnTo>
                    <a:pt x="222980" y="1046533"/>
                  </a:lnTo>
                  <a:lnTo>
                    <a:pt x="222957" y="1046521"/>
                  </a:lnTo>
                  <a:lnTo>
                    <a:pt x="222929" y="1046505"/>
                  </a:lnTo>
                  <a:lnTo>
                    <a:pt x="222912" y="1046499"/>
                  </a:lnTo>
                  <a:lnTo>
                    <a:pt x="222881" y="1046487"/>
                  </a:lnTo>
                  <a:lnTo>
                    <a:pt x="222823" y="1046470"/>
                  </a:lnTo>
                  <a:lnTo>
                    <a:pt x="222790" y="1046459"/>
                  </a:lnTo>
                  <a:lnTo>
                    <a:pt x="222762" y="1046446"/>
                  </a:lnTo>
                  <a:lnTo>
                    <a:pt x="222744" y="1046434"/>
                  </a:lnTo>
                  <a:lnTo>
                    <a:pt x="222731" y="1046421"/>
                  </a:lnTo>
                  <a:lnTo>
                    <a:pt x="222722" y="1046406"/>
                  </a:lnTo>
                  <a:lnTo>
                    <a:pt x="222714" y="1046383"/>
                  </a:lnTo>
                  <a:lnTo>
                    <a:pt x="222705" y="1046368"/>
                  </a:lnTo>
                  <a:lnTo>
                    <a:pt x="222691" y="1046355"/>
                  </a:lnTo>
                  <a:lnTo>
                    <a:pt x="222668" y="1046344"/>
                  </a:lnTo>
                  <a:lnTo>
                    <a:pt x="222651" y="1046322"/>
                  </a:lnTo>
                  <a:lnTo>
                    <a:pt x="222641" y="1046298"/>
                  </a:lnTo>
                  <a:lnTo>
                    <a:pt x="222629" y="1046270"/>
                  </a:lnTo>
                  <a:lnTo>
                    <a:pt x="222613" y="1046246"/>
                  </a:lnTo>
                  <a:lnTo>
                    <a:pt x="222601" y="1046225"/>
                  </a:lnTo>
                  <a:lnTo>
                    <a:pt x="222590" y="1046202"/>
                  </a:lnTo>
                  <a:lnTo>
                    <a:pt x="222583" y="1046184"/>
                  </a:lnTo>
                  <a:lnTo>
                    <a:pt x="222576" y="1046160"/>
                  </a:lnTo>
                  <a:lnTo>
                    <a:pt x="222570" y="1046125"/>
                  </a:lnTo>
                  <a:lnTo>
                    <a:pt x="222562" y="1046102"/>
                  </a:lnTo>
                  <a:lnTo>
                    <a:pt x="222552" y="1046086"/>
                  </a:lnTo>
                  <a:lnTo>
                    <a:pt x="222539" y="1046074"/>
                  </a:lnTo>
                  <a:lnTo>
                    <a:pt x="222520" y="1046057"/>
                  </a:lnTo>
                  <a:lnTo>
                    <a:pt x="222509" y="1046051"/>
                  </a:lnTo>
                  <a:lnTo>
                    <a:pt x="222497" y="1046042"/>
                  </a:lnTo>
                  <a:lnTo>
                    <a:pt x="222471" y="1046025"/>
                  </a:lnTo>
                  <a:lnTo>
                    <a:pt x="222444" y="1046011"/>
                  </a:lnTo>
                  <a:lnTo>
                    <a:pt x="222420" y="1045991"/>
                  </a:lnTo>
                  <a:lnTo>
                    <a:pt x="222390" y="1045969"/>
                  </a:lnTo>
                  <a:lnTo>
                    <a:pt x="222372" y="1045957"/>
                  </a:lnTo>
                  <a:lnTo>
                    <a:pt x="222341" y="1045931"/>
                  </a:lnTo>
                  <a:lnTo>
                    <a:pt x="222318" y="1045911"/>
                  </a:lnTo>
                  <a:lnTo>
                    <a:pt x="222295" y="1045894"/>
                  </a:lnTo>
                  <a:lnTo>
                    <a:pt x="222285" y="1045883"/>
                  </a:lnTo>
                  <a:lnTo>
                    <a:pt x="222263" y="1045850"/>
                  </a:lnTo>
                  <a:lnTo>
                    <a:pt x="222243" y="1045822"/>
                  </a:lnTo>
                  <a:lnTo>
                    <a:pt x="222224" y="1045805"/>
                  </a:lnTo>
                  <a:lnTo>
                    <a:pt x="222206" y="1045784"/>
                  </a:lnTo>
                  <a:lnTo>
                    <a:pt x="222185" y="1045769"/>
                  </a:lnTo>
                  <a:lnTo>
                    <a:pt x="222159" y="1045755"/>
                  </a:lnTo>
                  <a:lnTo>
                    <a:pt x="222135" y="1045748"/>
                  </a:lnTo>
                  <a:lnTo>
                    <a:pt x="222114" y="1045747"/>
                  </a:lnTo>
                  <a:lnTo>
                    <a:pt x="222090" y="1045741"/>
                  </a:lnTo>
                  <a:lnTo>
                    <a:pt x="222076" y="1045737"/>
                  </a:lnTo>
                  <a:lnTo>
                    <a:pt x="222052" y="1045730"/>
                  </a:lnTo>
                  <a:lnTo>
                    <a:pt x="222018" y="1045719"/>
                  </a:lnTo>
                  <a:lnTo>
                    <a:pt x="221994" y="1045706"/>
                  </a:lnTo>
                  <a:lnTo>
                    <a:pt x="221974" y="1045700"/>
                  </a:lnTo>
                  <a:lnTo>
                    <a:pt x="221956" y="1045698"/>
                  </a:lnTo>
                  <a:lnTo>
                    <a:pt x="221939" y="1045696"/>
                  </a:lnTo>
                  <a:lnTo>
                    <a:pt x="221925" y="1045692"/>
                  </a:lnTo>
                  <a:lnTo>
                    <a:pt x="221912" y="1045681"/>
                  </a:lnTo>
                  <a:lnTo>
                    <a:pt x="221903" y="1045671"/>
                  </a:lnTo>
                  <a:lnTo>
                    <a:pt x="221881" y="1045652"/>
                  </a:lnTo>
                  <a:lnTo>
                    <a:pt x="221857" y="1045643"/>
                  </a:lnTo>
                  <a:lnTo>
                    <a:pt x="221826" y="1045632"/>
                  </a:lnTo>
                  <a:lnTo>
                    <a:pt x="221792" y="1045619"/>
                  </a:lnTo>
                  <a:lnTo>
                    <a:pt x="221762" y="1045612"/>
                  </a:lnTo>
                  <a:lnTo>
                    <a:pt x="221739" y="1045605"/>
                  </a:lnTo>
                  <a:lnTo>
                    <a:pt x="221708" y="1045604"/>
                  </a:lnTo>
                  <a:lnTo>
                    <a:pt x="221680" y="1045603"/>
                  </a:lnTo>
                  <a:lnTo>
                    <a:pt x="221643" y="1045592"/>
                  </a:lnTo>
                  <a:lnTo>
                    <a:pt x="221614" y="1045586"/>
                  </a:lnTo>
                  <a:lnTo>
                    <a:pt x="221570" y="1045572"/>
                  </a:lnTo>
                  <a:lnTo>
                    <a:pt x="221549" y="1045563"/>
                  </a:lnTo>
                  <a:lnTo>
                    <a:pt x="221528" y="1045559"/>
                  </a:lnTo>
                  <a:lnTo>
                    <a:pt x="221513" y="1045560"/>
                  </a:lnTo>
                  <a:lnTo>
                    <a:pt x="221481" y="1045569"/>
                  </a:lnTo>
                  <a:lnTo>
                    <a:pt x="221467" y="1045569"/>
                  </a:lnTo>
                  <a:lnTo>
                    <a:pt x="221453" y="1045565"/>
                  </a:lnTo>
                  <a:lnTo>
                    <a:pt x="221419" y="1045545"/>
                  </a:lnTo>
                  <a:lnTo>
                    <a:pt x="221398" y="1045535"/>
                  </a:lnTo>
                  <a:lnTo>
                    <a:pt x="221382" y="1045535"/>
                  </a:lnTo>
                  <a:lnTo>
                    <a:pt x="221364" y="1045538"/>
                  </a:lnTo>
                  <a:lnTo>
                    <a:pt x="221332" y="1045549"/>
                  </a:lnTo>
                  <a:lnTo>
                    <a:pt x="221304" y="1045550"/>
                  </a:lnTo>
                  <a:lnTo>
                    <a:pt x="221284" y="1045547"/>
                  </a:lnTo>
                  <a:lnTo>
                    <a:pt x="221270" y="1045539"/>
                  </a:lnTo>
                  <a:lnTo>
                    <a:pt x="221259" y="1045532"/>
                  </a:lnTo>
                  <a:lnTo>
                    <a:pt x="221235" y="1045511"/>
                  </a:lnTo>
                  <a:lnTo>
                    <a:pt x="221215" y="1045495"/>
                  </a:lnTo>
                  <a:lnTo>
                    <a:pt x="221202" y="1045490"/>
                  </a:lnTo>
                  <a:lnTo>
                    <a:pt x="221185" y="1045487"/>
                  </a:lnTo>
                  <a:lnTo>
                    <a:pt x="221153" y="1045490"/>
                  </a:lnTo>
                  <a:lnTo>
                    <a:pt x="221130" y="1045491"/>
                  </a:lnTo>
                  <a:lnTo>
                    <a:pt x="221117" y="1045487"/>
                  </a:lnTo>
                  <a:lnTo>
                    <a:pt x="221100" y="1045472"/>
                  </a:lnTo>
                  <a:lnTo>
                    <a:pt x="221087" y="1045458"/>
                  </a:lnTo>
                  <a:lnTo>
                    <a:pt x="221045" y="1045435"/>
                  </a:lnTo>
                  <a:lnTo>
                    <a:pt x="221019" y="1045417"/>
                  </a:lnTo>
                  <a:lnTo>
                    <a:pt x="221006" y="1045415"/>
                  </a:lnTo>
                  <a:lnTo>
                    <a:pt x="220980" y="1045413"/>
                  </a:lnTo>
                  <a:lnTo>
                    <a:pt x="220954" y="1045411"/>
                  </a:lnTo>
                  <a:lnTo>
                    <a:pt x="220930" y="1045407"/>
                  </a:lnTo>
                  <a:lnTo>
                    <a:pt x="220917" y="1045400"/>
                  </a:lnTo>
                  <a:lnTo>
                    <a:pt x="220885" y="1045380"/>
                  </a:lnTo>
                  <a:lnTo>
                    <a:pt x="220854" y="1045362"/>
                  </a:lnTo>
                  <a:lnTo>
                    <a:pt x="220826" y="1045334"/>
                  </a:lnTo>
                  <a:lnTo>
                    <a:pt x="220819" y="1045327"/>
                  </a:lnTo>
                  <a:lnTo>
                    <a:pt x="220800" y="1045320"/>
                  </a:lnTo>
                  <a:lnTo>
                    <a:pt x="220774" y="1045318"/>
                  </a:lnTo>
                  <a:lnTo>
                    <a:pt x="220759" y="1045317"/>
                  </a:lnTo>
                  <a:lnTo>
                    <a:pt x="220749" y="1045317"/>
                  </a:lnTo>
                  <a:lnTo>
                    <a:pt x="220733" y="1045316"/>
                  </a:lnTo>
                  <a:lnTo>
                    <a:pt x="220708" y="1045316"/>
                  </a:lnTo>
                  <a:lnTo>
                    <a:pt x="220688" y="1045316"/>
                  </a:lnTo>
                  <a:lnTo>
                    <a:pt x="220656" y="1045317"/>
                  </a:lnTo>
                  <a:lnTo>
                    <a:pt x="220642" y="1045316"/>
                  </a:lnTo>
                  <a:lnTo>
                    <a:pt x="220611" y="1045315"/>
                  </a:lnTo>
                  <a:lnTo>
                    <a:pt x="220594" y="1045307"/>
                  </a:lnTo>
                  <a:lnTo>
                    <a:pt x="220581" y="1045297"/>
                  </a:lnTo>
                  <a:lnTo>
                    <a:pt x="220567" y="1045278"/>
                  </a:lnTo>
                  <a:lnTo>
                    <a:pt x="220546" y="1045261"/>
                  </a:lnTo>
                  <a:lnTo>
                    <a:pt x="220531" y="1045252"/>
                  </a:lnTo>
                  <a:lnTo>
                    <a:pt x="220505" y="1045243"/>
                  </a:lnTo>
                  <a:lnTo>
                    <a:pt x="220487" y="1045242"/>
                  </a:lnTo>
                  <a:lnTo>
                    <a:pt x="220435" y="1045251"/>
                  </a:lnTo>
                  <a:lnTo>
                    <a:pt x="220409" y="1045249"/>
                  </a:lnTo>
                  <a:lnTo>
                    <a:pt x="220369" y="1045249"/>
                  </a:lnTo>
                  <a:lnTo>
                    <a:pt x="220330" y="1045239"/>
                  </a:lnTo>
                  <a:lnTo>
                    <a:pt x="220281" y="1045222"/>
                  </a:lnTo>
                  <a:lnTo>
                    <a:pt x="220247" y="1045204"/>
                  </a:lnTo>
                  <a:lnTo>
                    <a:pt x="220210" y="1045179"/>
                  </a:lnTo>
                  <a:lnTo>
                    <a:pt x="220131" y="1045126"/>
                  </a:lnTo>
                  <a:lnTo>
                    <a:pt x="220077" y="1045087"/>
                  </a:lnTo>
                  <a:lnTo>
                    <a:pt x="220040" y="1045049"/>
                  </a:lnTo>
                  <a:lnTo>
                    <a:pt x="220011" y="1045017"/>
                  </a:lnTo>
                  <a:lnTo>
                    <a:pt x="219986" y="1044985"/>
                  </a:lnTo>
                  <a:lnTo>
                    <a:pt x="219941" y="1044907"/>
                  </a:lnTo>
                  <a:lnTo>
                    <a:pt x="219926" y="1044907"/>
                  </a:lnTo>
                  <a:lnTo>
                    <a:pt x="219905" y="1044902"/>
                  </a:lnTo>
                  <a:lnTo>
                    <a:pt x="219893" y="1044898"/>
                  </a:lnTo>
                  <a:lnTo>
                    <a:pt x="219865" y="1044891"/>
                  </a:lnTo>
                  <a:lnTo>
                    <a:pt x="219841" y="1044884"/>
                  </a:lnTo>
                  <a:lnTo>
                    <a:pt x="219820" y="1044875"/>
                  </a:lnTo>
                  <a:lnTo>
                    <a:pt x="219803" y="1044867"/>
                  </a:lnTo>
                  <a:lnTo>
                    <a:pt x="219791" y="1044860"/>
                  </a:lnTo>
                  <a:lnTo>
                    <a:pt x="219783" y="1044852"/>
                  </a:lnTo>
                  <a:lnTo>
                    <a:pt x="219776" y="1044839"/>
                  </a:lnTo>
                  <a:lnTo>
                    <a:pt x="219771" y="1044829"/>
                  </a:lnTo>
                  <a:lnTo>
                    <a:pt x="219766" y="1044823"/>
                  </a:lnTo>
                  <a:lnTo>
                    <a:pt x="219752" y="1044818"/>
                  </a:lnTo>
                  <a:lnTo>
                    <a:pt x="219747" y="1044817"/>
                  </a:lnTo>
                  <a:lnTo>
                    <a:pt x="219737" y="1044817"/>
                  </a:lnTo>
                  <a:lnTo>
                    <a:pt x="219718" y="1044814"/>
                  </a:lnTo>
                  <a:lnTo>
                    <a:pt x="219709" y="1044810"/>
                  </a:lnTo>
                  <a:lnTo>
                    <a:pt x="219689" y="1044801"/>
                  </a:lnTo>
                  <a:lnTo>
                    <a:pt x="219655" y="1044780"/>
                  </a:lnTo>
                  <a:lnTo>
                    <a:pt x="219625" y="1044760"/>
                  </a:lnTo>
                  <a:lnTo>
                    <a:pt x="219596" y="1044744"/>
                  </a:lnTo>
                  <a:lnTo>
                    <a:pt x="219581" y="1044735"/>
                  </a:lnTo>
                  <a:lnTo>
                    <a:pt x="219546" y="1044713"/>
                  </a:lnTo>
                  <a:lnTo>
                    <a:pt x="219526" y="1044699"/>
                  </a:lnTo>
                  <a:lnTo>
                    <a:pt x="219509" y="1044681"/>
                  </a:lnTo>
                  <a:lnTo>
                    <a:pt x="219502" y="1044672"/>
                  </a:lnTo>
                  <a:lnTo>
                    <a:pt x="219494" y="1044665"/>
                  </a:lnTo>
                  <a:lnTo>
                    <a:pt x="219482" y="1044663"/>
                  </a:lnTo>
                  <a:lnTo>
                    <a:pt x="219476" y="1044664"/>
                  </a:lnTo>
                  <a:lnTo>
                    <a:pt x="219471" y="1044663"/>
                  </a:lnTo>
                  <a:lnTo>
                    <a:pt x="219465" y="1044659"/>
                  </a:lnTo>
                  <a:lnTo>
                    <a:pt x="219456" y="1044649"/>
                  </a:lnTo>
                  <a:lnTo>
                    <a:pt x="219440" y="1044644"/>
                  </a:lnTo>
                  <a:lnTo>
                    <a:pt x="219419" y="1044640"/>
                  </a:lnTo>
                  <a:lnTo>
                    <a:pt x="219403" y="1044640"/>
                  </a:lnTo>
                  <a:lnTo>
                    <a:pt x="219384" y="1044642"/>
                  </a:lnTo>
                  <a:lnTo>
                    <a:pt x="219374" y="1044641"/>
                  </a:lnTo>
                  <a:lnTo>
                    <a:pt x="219370" y="1044640"/>
                  </a:lnTo>
                  <a:lnTo>
                    <a:pt x="219354" y="1044633"/>
                  </a:lnTo>
                  <a:lnTo>
                    <a:pt x="219347" y="1044630"/>
                  </a:lnTo>
                  <a:lnTo>
                    <a:pt x="219338" y="1044630"/>
                  </a:lnTo>
                  <a:lnTo>
                    <a:pt x="219330" y="1044628"/>
                  </a:lnTo>
                  <a:lnTo>
                    <a:pt x="219317" y="1044622"/>
                  </a:lnTo>
                  <a:lnTo>
                    <a:pt x="219302" y="1044615"/>
                  </a:lnTo>
                  <a:lnTo>
                    <a:pt x="219279" y="1044604"/>
                  </a:lnTo>
                  <a:lnTo>
                    <a:pt x="219259" y="1044594"/>
                  </a:lnTo>
                  <a:lnTo>
                    <a:pt x="219233" y="1044579"/>
                  </a:lnTo>
                  <a:lnTo>
                    <a:pt x="219214" y="1044569"/>
                  </a:lnTo>
                  <a:lnTo>
                    <a:pt x="219185" y="1044558"/>
                  </a:lnTo>
                  <a:lnTo>
                    <a:pt x="219168" y="1044554"/>
                  </a:lnTo>
                  <a:lnTo>
                    <a:pt x="219158" y="1044547"/>
                  </a:lnTo>
                  <a:lnTo>
                    <a:pt x="219148" y="1044540"/>
                  </a:lnTo>
                  <a:lnTo>
                    <a:pt x="219135" y="1044535"/>
                  </a:lnTo>
                  <a:lnTo>
                    <a:pt x="219122" y="1044532"/>
                  </a:lnTo>
                  <a:lnTo>
                    <a:pt x="219113" y="1044525"/>
                  </a:lnTo>
                  <a:lnTo>
                    <a:pt x="219100" y="1044515"/>
                  </a:lnTo>
                  <a:lnTo>
                    <a:pt x="219089" y="1044503"/>
                  </a:lnTo>
                  <a:lnTo>
                    <a:pt x="219081" y="1044493"/>
                  </a:lnTo>
                  <a:lnTo>
                    <a:pt x="219065" y="1044484"/>
                  </a:lnTo>
                  <a:lnTo>
                    <a:pt x="219050" y="1044480"/>
                  </a:lnTo>
                  <a:lnTo>
                    <a:pt x="219038" y="1044476"/>
                  </a:lnTo>
                  <a:lnTo>
                    <a:pt x="219030" y="1044471"/>
                  </a:lnTo>
                  <a:lnTo>
                    <a:pt x="219023" y="1044461"/>
                  </a:lnTo>
                  <a:lnTo>
                    <a:pt x="219004" y="1044446"/>
                  </a:lnTo>
                  <a:lnTo>
                    <a:pt x="218977" y="1044431"/>
                  </a:lnTo>
                  <a:lnTo>
                    <a:pt x="218964" y="1044423"/>
                  </a:lnTo>
                  <a:lnTo>
                    <a:pt x="218949" y="1044418"/>
                  </a:lnTo>
                  <a:lnTo>
                    <a:pt x="218932" y="1044413"/>
                  </a:lnTo>
                  <a:lnTo>
                    <a:pt x="218927" y="1044410"/>
                  </a:lnTo>
                  <a:lnTo>
                    <a:pt x="218915" y="1044394"/>
                  </a:lnTo>
                  <a:lnTo>
                    <a:pt x="218908" y="1044388"/>
                  </a:lnTo>
                  <a:lnTo>
                    <a:pt x="218898" y="1044385"/>
                  </a:lnTo>
                  <a:lnTo>
                    <a:pt x="218872" y="1044378"/>
                  </a:lnTo>
                  <a:lnTo>
                    <a:pt x="218857" y="1044373"/>
                  </a:lnTo>
                  <a:lnTo>
                    <a:pt x="218846" y="1044372"/>
                  </a:lnTo>
                  <a:lnTo>
                    <a:pt x="218832" y="1044373"/>
                  </a:lnTo>
                  <a:lnTo>
                    <a:pt x="218812" y="1044375"/>
                  </a:lnTo>
                  <a:lnTo>
                    <a:pt x="218803" y="1044374"/>
                  </a:lnTo>
                  <a:lnTo>
                    <a:pt x="218784" y="1044367"/>
                  </a:lnTo>
                  <a:lnTo>
                    <a:pt x="218772" y="1044363"/>
                  </a:lnTo>
                  <a:lnTo>
                    <a:pt x="218764" y="1044363"/>
                  </a:lnTo>
                  <a:lnTo>
                    <a:pt x="218751" y="1044365"/>
                  </a:lnTo>
                  <a:lnTo>
                    <a:pt x="218741" y="1044365"/>
                  </a:lnTo>
                  <a:lnTo>
                    <a:pt x="218725" y="1044365"/>
                  </a:lnTo>
                  <a:lnTo>
                    <a:pt x="218712" y="1044362"/>
                  </a:lnTo>
                  <a:lnTo>
                    <a:pt x="218706" y="1044361"/>
                  </a:lnTo>
                  <a:lnTo>
                    <a:pt x="218697" y="1044362"/>
                  </a:lnTo>
                  <a:lnTo>
                    <a:pt x="218689" y="1044368"/>
                  </a:lnTo>
                  <a:lnTo>
                    <a:pt x="218679" y="1044368"/>
                  </a:lnTo>
                  <a:lnTo>
                    <a:pt x="218668" y="1044367"/>
                  </a:lnTo>
                  <a:lnTo>
                    <a:pt x="218650" y="1044366"/>
                  </a:lnTo>
                  <a:lnTo>
                    <a:pt x="218635" y="1044368"/>
                  </a:lnTo>
                  <a:lnTo>
                    <a:pt x="218625" y="1044369"/>
                  </a:lnTo>
                  <a:lnTo>
                    <a:pt x="218619" y="1044372"/>
                  </a:lnTo>
                  <a:lnTo>
                    <a:pt x="218615" y="1044376"/>
                  </a:lnTo>
                  <a:lnTo>
                    <a:pt x="218611" y="1044382"/>
                  </a:lnTo>
                  <a:lnTo>
                    <a:pt x="218606" y="1044386"/>
                  </a:lnTo>
                  <a:lnTo>
                    <a:pt x="218594" y="1044392"/>
                  </a:lnTo>
                  <a:lnTo>
                    <a:pt x="218572" y="1044402"/>
                  </a:lnTo>
                  <a:lnTo>
                    <a:pt x="218550" y="1044412"/>
                  </a:lnTo>
                  <a:lnTo>
                    <a:pt x="218528" y="1044419"/>
                  </a:lnTo>
                  <a:lnTo>
                    <a:pt x="218523" y="1044420"/>
                  </a:lnTo>
                  <a:lnTo>
                    <a:pt x="218508" y="1044420"/>
                  </a:lnTo>
                  <a:lnTo>
                    <a:pt x="218491" y="1044415"/>
                  </a:lnTo>
                  <a:lnTo>
                    <a:pt x="218476" y="1044403"/>
                  </a:lnTo>
                  <a:lnTo>
                    <a:pt x="218470" y="1044393"/>
                  </a:lnTo>
                  <a:lnTo>
                    <a:pt x="218468" y="1044378"/>
                  </a:lnTo>
                  <a:lnTo>
                    <a:pt x="218473" y="1044363"/>
                  </a:lnTo>
                  <a:lnTo>
                    <a:pt x="218484" y="1044342"/>
                  </a:lnTo>
                  <a:lnTo>
                    <a:pt x="218497" y="1044310"/>
                  </a:lnTo>
                  <a:lnTo>
                    <a:pt x="218500" y="1044294"/>
                  </a:lnTo>
                  <a:lnTo>
                    <a:pt x="218498" y="1044283"/>
                  </a:lnTo>
                  <a:lnTo>
                    <a:pt x="218492" y="1044277"/>
                  </a:lnTo>
                  <a:lnTo>
                    <a:pt x="218477" y="1044270"/>
                  </a:lnTo>
                  <a:lnTo>
                    <a:pt x="218446" y="1044262"/>
                  </a:lnTo>
                  <a:lnTo>
                    <a:pt x="218426" y="1044259"/>
                  </a:lnTo>
                  <a:lnTo>
                    <a:pt x="218412" y="1044257"/>
                  </a:lnTo>
                  <a:lnTo>
                    <a:pt x="218401" y="1044258"/>
                  </a:lnTo>
                  <a:lnTo>
                    <a:pt x="218387" y="1044257"/>
                  </a:lnTo>
                  <a:lnTo>
                    <a:pt x="218371" y="1044252"/>
                  </a:lnTo>
                  <a:lnTo>
                    <a:pt x="218352" y="1044243"/>
                  </a:lnTo>
                  <a:lnTo>
                    <a:pt x="218327" y="1044238"/>
                  </a:lnTo>
                  <a:lnTo>
                    <a:pt x="218317" y="1044237"/>
                  </a:lnTo>
                  <a:lnTo>
                    <a:pt x="218303" y="1044238"/>
                  </a:lnTo>
                  <a:lnTo>
                    <a:pt x="218291" y="1044243"/>
                  </a:lnTo>
                  <a:lnTo>
                    <a:pt x="218271" y="1044259"/>
                  </a:lnTo>
                  <a:lnTo>
                    <a:pt x="218245" y="1044269"/>
                  </a:lnTo>
                  <a:lnTo>
                    <a:pt x="218228" y="1044276"/>
                  </a:lnTo>
                  <a:lnTo>
                    <a:pt x="218216" y="1044276"/>
                  </a:lnTo>
                  <a:lnTo>
                    <a:pt x="218206" y="1044275"/>
                  </a:lnTo>
                  <a:lnTo>
                    <a:pt x="218195" y="1044268"/>
                  </a:lnTo>
                  <a:lnTo>
                    <a:pt x="218182" y="1044255"/>
                  </a:lnTo>
                  <a:lnTo>
                    <a:pt x="218165" y="1044228"/>
                  </a:lnTo>
                  <a:lnTo>
                    <a:pt x="218058" y="1044095"/>
                  </a:lnTo>
                  <a:lnTo>
                    <a:pt x="218042" y="1044075"/>
                  </a:lnTo>
                  <a:lnTo>
                    <a:pt x="218026" y="1044059"/>
                  </a:lnTo>
                  <a:lnTo>
                    <a:pt x="218010" y="1044047"/>
                  </a:lnTo>
                  <a:lnTo>
                    <a:pt x="217992" y="1044035"/>
                  </a:lnTo>
                  <a:lnTo>
                    <a:pt x="217971" y="1044025"/>
                  </a:lnTo>
                  <a:lnTo>
                    <a:pt x="217953" y="1044015"/>
                  </a:lnTo>
                  <a:lnTo>
                    <a:pt x="217949" y="1044012"/>
                  </a:lnTo>
                  <a:lnTo>
                    <a:pt x="217943" y="1044007"/>
                  </a:lnTo>
                  <a:lnTo>
                    <a:pt x="217936" y="1044005"/>
                  </a:lnTo>
                  <a:lnTo>
                    <a:pt x="217929" y="1044005"/>
                  </a:lnTo>
                  <a:lnTo>
                    <a:pt x="217924" y="1044005"/>
                  </a:lnTo>
                  <a:lnTo>
                    <a:pt x="217917" y="1044006"/>
                  </a:lnTo>
                  <a:lnTo>
                    <a:pt x="217909" y="1044008"/>
                  </a:lnTo>
                  <a:lnTo>
                    <a:pt x="217894" y="1044011"/>
                  </a:lnTo>
                  <a:lnTo>
                    <a:pt x="217878" y="1044013"/>
                  </a:lnTo>
                  <a:lnTo>
                    <a:pt x="217870" y="1044013"/>
                  </a:lnTo>
                  <a:lnTo>
                    <a:pt x="217864" y="1044012"/>
                  </a:lnTo>
                  <a:lnTo>
                    <a:pt x="217855" y="1044010"/>
                  </a:lnTo>
                  <a:lnTo>
                    <a:pt x="217849" y="1044008"/>
                  </a:lnTo>
                  <a:lnTo>
                    <a:pt x="217838" y="1044002"/>
                  </a:lnTo>
                  <a:lnTo>
                    <a:pt x="217828" y="1043997"/>
                  </a:lnTo>
                  <a:lnTo>
                    <a:pt x="217815" y="1043990"/>
                  </a:lnTo>
                  <a:lnTo>
                    <a:pt x="217803" y="1043982"/>
                  </a:lnTo>
                  <a:lnTo>
                    <a:pt x="217795" y="1043979"/>
                  </a:lnTo>
                  <a:lnTo>
                    <a:pt x="217779" y="1043974"/>
                  </a:lnTo>
                  <a:lnTo>
                    <a:pt x="217768" y="1043971"/>
                  </a:lnTo>
                  <a:lnTo>
                    <a:pt x="217754" y="1043969"/>
                  </a:lnTo>
                  <a:lnTo>
                    <a:pt x="217738" y="1043967"/>
                  </a:lnTo>
                  <a:lnTo>
                    <a:pt x="217725" y="1043967"/>
                  </a:lnTo>
                  <a:lnTo>
                    <a:pt x="217718" y="1043967"/>
                  </a:lnTo>
                  <a:lnTo>
                    <a:pt x="217706" y="1043967"/>
                  </a:lnTo>
                  <a:lnTo>
                    <a:pt x="217699" y="1043967"/>
                  </a:lnTo>
                  <a:lnTo>
                    <a:pt x="217692" y="1043969"/>
                  </a:lnTo>
                  <a:lnTo>
                    <a:pt x="217688" y="1043974"/>
                  </a:lnTo>
                  <a:lnTo>
                    <a:pt x="217685" y="1043982"/>
                  </a:lnTo>
                  <a:lnTo>
                    <a:pt x="217678" y="1043984"/>
                  </a:lnTo>
                  <a:lnTo>
                    <a:pt x="217674" y="1043983"/>
                  </a:lnTo>
                  <a:lnTo>
                    <a:pt x="217670" y="1043986"/>
                  </a:lnTo>
                  <a:lnTo>
                    <a:pt x="217664" y="1043990"/>
                  </a:lnTo>
                  <a:lnTo>
                    <a:pt x="217660" y="1043994"/>
                  </a:lnTo>
                  <a:lnTo>
                    <a:pt x="217655" y="1044000"/>
                  </a:lnTo>
                  <a:lnTo>
                    <a:pt x="217648" y="1044012"/>
                  </a:lnTo>
                  <a:lnTo>
                    <a:pt x="217641" y="1044022"/>
                  </a:lnTo>
                  <a:lnTo>
                    <a:pt x="217638" y="1044029"/>
                  </a:lnTo>
                  <a:lnTo>
                    <a:pt x="217633" y="1044039"/>
                  </a:lnTo>
                  <a:lnTo>
                    <a:pt x="217629" y="1044044"/>
                  </a:lnTo>
                  <a:lnTo>
                    <a:pt x="217621" y="1044050"/>
                  </a:lnTo>
                  <a:lnTo>
                    <a:pt x="217609" y="1044058"/>
                  </a:lnTo>
                  <a:lnTo>
                    <a:pt x="217601" y="1044060"/>
                  </a:lnTo>
                  <a:lnTo>
                    <a:pt x="217590" y="1044063"/>
                  </a:lnTo>
                  <a:lnTo>
                    <a:pt x="217580" y="1044064"/>
                  </a:lnTo>
                  <a:lnTo>
                    <a:pt x="217575" y="1044064"/>
                  </a:lnTo>
                  <a:lnTo>
                    <a:pt x="217566" y="1044066"/>
                  </a:lnTo>
                  <a:lnTo>
                    <a:pt x="217554" y="1044069"/>
                  </a:lnTo>
                  <a:lnTo>
                    <a:pt x="217538" y="1044072"/>
                  </a:lnTo>
                  <a:lnTo>
                    <a:pt x="217527" y="1044074"/>
                  </a:lnTo>
                  <a:lnTo>
                    <a:pt x="217520" y="1044076"/>
                  </a:lnTo>
                  <a:lnTo>
                    <a:pt x="217504" y="1044079"/>
                  </a:lnTo>
                  <a:lnTo>
                    <a:pt x="217500" y="1044080"/>
                  </a:lnTo>
                  <a:lnTo>
                    <a:pt x="217508" y="1044062"/>
                  </a:lnTo>
                  <a:lnTo>
                    <a:pt x="217521" y="1044043"/>
                  </a:lnTo>
                  <a:lnTo>
                    <a:pt x="217550" y="1044017"/>
                  </a:lnTo>
                  <a:lnTo>
                    <a:pt x="217553" y="1044007"/>
                  </a:lnTo>
                  <a:lnTo>
                    <a:pt x="217549" y="1043978"/>
                  </a:lnTo>
                  <a:lnTo>
                    <a:pt x="217540" y="1043943"/>
                  </a:lnTo>
                  <a:lnTo>
                    <a:pt x="217548" y="1043911"/>
                  </a:lnTo>
                  <a:lnTo>
                    <a:pt x="217577" y="1043882"/>
                  </a:lnTo>
                  <a:lnTo>
                    <a:pt x="217608" y="1043845"/>
                  </a:lnTo>
                  <a:lnTo>
                    <a:pt x="217619" y="1043825"/>
                  </a:lnTo>
                  <a:lnTo>
                    <a:pt x="217621" y="1043793"/>
                  </a:lnTo>
                  <a:lnTo>
                    <a:pt x="217614" y="1043755"/>
                  </a:lnTo>
                  <a:lnTo>
                    <a:pt x="217608" y="1043720"/>
                  </a:lnTo>
                  <a:lnTo>
                    <a:pt x="217605" y="1043711"/>
                  </a:lnTo>
                  <a:lnTo>
                    <a:pt x="217582" y="1043678"/>
                  </a:lnTo>
                  <a:lnTo>
                    <a:pt x="217563" y="1043651"/>
                  </a:lnTo>
                  <a:lnTo>
                    <a:pt x="217559" y="1043631"/>
                  </a:lnTo>
                  <a:lnTo>
                    <a:pt x="217552" y="1043582"/>
                  </a:lnTo>
                  <a:lnTo>
                    <a:pt x="217554" y="1043561"/>
                  </a:lnTo>
                  <a:lnTo>
                    <a:pt x="217544" y="1043517"/>
                  </a:lnTo>
                  <a:lnTo>
                    <a:pt x="217517" y="1043382"/>
                  </a:lnTo>
                  <a:lnTo>
                    <a:pt x="217511" y="1043317"/>
                  </a:lnTo>
                  <a:lnTo>
                    <a:pt x="217516" y="1043293"/>
                  </a:lnTo>
                  <a:lnTo>
                    <a:pt x="217535" y="1043270"/>
                  </a:lnTo>
                  <a:lnTo>
                    <a:pt x="217550" y="1043266"/>
                  </a:lnTo>
                  <a:lnTo>
                    <a:pt x="217565" y="1043270"/>
                  </a:lnTo>
                  <a:lnTo>
                    <a:pt x="217595" y="1043280"/>
                  </a:lnTo>
                  <a:lnTo>
                    <a:pt x="217617" y="1043280"/>
                  </a:lnTo>
                  <a:lnTo>
                    <a:pt x="217639" y="1043265"/>
                  </a:lnTo>
                  <a:lnTo>
                    <a:pt x="217666" y="1043227"/>
                  </a:lnTo>
                  <a:lnTo>
                    <a:pt x="217685" y="1043184"/>
                  </a:lnTo>
                  <a:lnTo>
                    <a:pt x="217690" y="1043123"/>
                  </a:lnTo>
                  <a:lnTo>
                    <a:pt x="217702" y="1043080"/>
                  </a:lnTo>
                  <a:lnTo>
                    <a:pt x="217712" y="1043058"/>
                  </a:lnTo>
                  <a:lnTo>
                    <a:pt x="217733" y="1043036"/>
                  </a:lnTo>
                  <a:lnTo>
                    <a:pt x="217765" y="1043016"/>
                  </a:lnTo>
                  <a:lnTo>
                    <a:pt x="217787" y="1043005"/>
                  </a:lnTo>
                  <a:lnTo>
                    <a:pt x="217807" y="1042991"/>
                  </a:lnTo>
                  <a:lnTo>
                    <a:pt x="217822" y="1042977"/>
                  </a:lnTo>
                  <a:lnTo>
                    <a:pt x="217828" y="1042952"/>
                  </a:lnTo>
                  <a:lnTo>
                    <a:pt x="217829" y="1042934"/>
                  </a:lnTo>
                  <a:lnTo>
                    <a:pt x="217818" y="1042921"/>
                  </a:lnTo>
                  <a:lnTo>
                    <a:pt x="217804" y="1042901"/>
                  </a:lnTo>
                  <a:lnTo>
                    <a:pt x="217802" y="1042888"/>
                  </a:lnTo>
                  <a:lnTo>
                    <a:pt x="217807" y="1042877"/>
                  </a:lnTo>
                  <a:lnTo>
                    <a:pt x="217819" y="1042862"/>
                  </a:lnTo>
                  <a:lnTo>
                    <a:pt x="217851" y="1042856"/>
                  </a:lnTo>
                  <a:lnTo>
                    <a:pt x="217879" y="1042855"/>
                  </a:lnTo>
                  <a:lnTo>
                    <a:pt x="217898" y="1042856"/>
                  </a:lnTo>
                  <a:lnTo>
                    <a:pt x="217923" y="1042856"/>
                  </a:lnTo>
                  <a:lnTo>
                    <a:pt x="217935" y="1042855"/>
                  </a:lnTo>
                  <a:lnTo>
                    <a:pt x="217954" y="1042850"/>
                  </a:lnTo>
                  <a:lnTo>
                    <a:pt x="217981" y="1042841"/>
                  </a:lnTo>
                  <a:lnTo>
                    <a:pt x="217997" y="1042829"/>
                  </a:lnTo>
                  <a:lnTo>
                    <a:pt x="218002" y="1042818"/>
                  </a:lnTo>
                  <a:lnTo>
                    <a:pt x="218001" y="1042792"/>
                  </a:lnTo>
                  <a:lnTo>
                    <a:pt x="218006" y="1042763"/>
                  </a:lnTo>
                  <a:lnTo>
                    <a:pt x="218018" y="1042727"/>
                  </a:lnTo>
                  <a:lnTo>
                    <a:pt x="218034" y="1042700"/>
                  </a:lnTo>
                  <a:lnTo>
                    <a:pt x="218057" y="1042669"/>
                  </a:lnTo>
                  <a:lnTo>
                    <a:pt x="218074" y="1042623"/>
                  </a:lnTo>
                  <a:lnTo>
                    <a:pt x="218073" y="1042597"/>
                  </a:lnTo>
                  <a:lnTo>
                    <a:pt x="218067" y="1042567"/>
                  </a:lnTo>
                  <a:lnTo>
                    <a:pt x="218050" y="1042540"/>
                  </a:lnTo>
                  <a:lnTo>
                    <a:pt x="218014" y="1042494"/>
                  </a:lnTo>
                  <a:lnTo>
                    <a:pt x="217996" y="1042459"/>
                  </a:lnTo>
                  <a:lnTo>
                    <a:pt x="217983" y="1042431"/>
                  </a:lnTo>
                  <a:lnTo>
                    <a:pt x="217978" y="1042412"/>
                  </a:lnTo>
                  <a:lnTo>
                    <a:pt x="217974" y="1042381"/>
                  </a:lnTo>
                  <a:lnTo>
                    <a:pt x="217961" y="1042368"/>
                  </a:lnTo>
                  <a:lnTo>
                    <a:pt x="217928" y="1042343"/>
                  </a:lnTo>
                  <a:lnTo>
                    <a:pt x="217916" y="1042327"/>
                  </a:lnTo>
                  <a:lnTo>
                    <a:pt x="217913" y="1042317"/>
                  </a:lnTo>
                  <a:lnTo>
                    <a:pt x="217916" y="1042302"/>
                  </a:lnTo>
                  <a:lnTo>
                    <a:pt x="217917" y="1042288"/>
                  </a:lnTo>
                  <a:lnTo>
                    <a:pt x="217913" y="1042267"/>
                  </a:lnTo>
                  <a:lnTo>
                    <a:pt x="217910" y="1042251"/>
                  </a:lnTo>
                  <a:lnTo>
                    <a:pt x="217882" y="1042228"/>
                  </a:lnTo>
                  <a:lnTo>
                    <a:pt x="217858" y="1042211"/>
                  </a:lnTo>
                  <a:lnTo>
                    <a:pt x="217830" y="1042195"/>
                  </a:lnTo>
                  <a:lnTo>
                    <a:pt x="217814" y="1042182"/>
                  </a:lnTo>
                  <a:lnTo>
                    <a:pt x="217784" y="1042155"/>
                  </a:lnTo>
                  <a:lnTo>
                    <a:pt x="217774" y="1042146"/>
                  </a:lnTo>
                  <a:lnTo>
                    <a:pt x="217753" y="1042141"/>
                  </a:lnTo>
                  <a:lnTo>
                    <a:pt x="217720" y="1042139"/>
                  </a:lnTo>
                  <a:lnTo>
                    <a:pt x="217683" y="1042137"/>
                  </a:lnTo>
                  <a:lnTo>
                    <a:pt x="217666" y="1042131"/>
                  </a:lnTo>
                  <a:lnTo>
                    <a:pt x="217657" y="1042118"/>
                  </a:lnTo>
                  <a:lnTo>
                    <a:pt x="217644" y="1042098"/>
                  </a:lnTo>
                  <a:lnTo>
                    <a:pt x="217629" y="1042076"/>
                  </a:lnTo>
                  <a:lnTo>
                    <a:pt x="217611" y="1042062"/>
                  </a:lnTo>
                  <a:lnTo>
                    <a:pt x="217587" y="1042054"/>
                  </a:lnTo>
                  <a:lnTo>
                    <a:pt x="217523" y="1042051"/>
                  </a:lnTo>
                  <a:lnTo>
                    <a:pt x="217494" y="1042048"/>
                  </a:lnTo>
                  <a:lnTo>
                    <a:pt x="217448" y="1042048"/>
                  </a:lnTo>
                  <a:lnTo>
                    <a:pt x="217343" y="1042086"/>
                  </a:lnTo>
                  <a:lnTo>
                    <a:pt x="217282" y="1042133"/>
                  </a:lnTo>
                  <a:lnTo>
                    <a:pt x="217263" y="1042156"/>
                  </a:lnTo>
                  <a:lnTo>
                    <a:pt x="217244" y="1042187"/>
                  </a:lnTo>
                  <a:lnTo>
                    <a:pt x="217220" y="1042235"/>
                  </a:lnTo>
                  <a:lnTo>
                    <a:pt x="217187" y="1042291"/>
                  </a:lnTo>
                  <a:lnTo>
                    <a:pt x="217156" y="1042313"/>
                  </a:lnTo>
                  <a:lnTo>
                    <a:pt x="217110" y="1042309"/>
                  </a:lnTo>
                  <a:lnTo>
                    <a:pt x="217061" y="1042291"/>
                  </a:lnTo>
                  <a:lnTo>
                    <a:pt x="216988" y="1042239"/>
                  </a:lnTo>
                  <a:lnTo>
                    <a:pt x="216938" y="1042217"/>
                  </a:lnTo>
                  <a:lnTo>
                    <a:pt x="216880" y="1042226"/>
                  </a:lnTo>
                  <a:lnTo>
                    <a:pt x="216781" y="1042275"/>
                  </a:lnTo>
                  <a:lnTo>
                    <a:pt x="216690" y="1042332"/>
                  </a:lnTo>
                  <a:lnTo>
                    <a:pt x="216600" y="1042376"/>
                  </a:lnTo>
                  <a:lnTo>
                    <a:pt x="216541" y="1042398"/>
                  </a:lnTo>
                  <a:lnTo>
                    <a:pt x="216516" y="1042404"/>
                  </a:lnTo>
                  <a:lnTo>
                    <a:pt x="216490" y="1042417"/>
                  </a:lnTo>
                  <a:lnTo>
                    <a:pt x="216362" y="1042449"/>
                  </a:lnTo>
                  <a:lnTo>
                    <a:pt x="216306" y="1042455"/>
                  </a:lnTo>
                  <a:lnTo>
                    <a:pt x="216274" y="1042448"/>
                  </a:lnTo>
                  <a:lnTo>
                    <a:pt x="216244" y="1042433"/>
                  </a:lnTo>
                  <a:lnTo>
                    <a:pt x="216221" y="1042407"/>
                  </a:lnTo>
                  <a:lnTo>
                    <a:pt x="216207" y="1042396"/>
                  </a:lnTo>
                  <a:lnTo>
                    <a:pt x="216186" y="1042386"/>
                  </a:lnTo>
                  <a:lnTo>
                    <a:pt x="216175" y="1042386"/>
                  </a:lnTo>
                  <a:lnTo>
                    <a:pt x="216136" y="1042391"/>
                  </a:lnTo>
                  <a:lnTo>
                    <a:pt x="216069" y="1042401"/>
                  </a:lnTo>
                  <a:lnTo>
                    <a:pt x="216043" y="1042399"/>
                  </a:lnTo>
                  <a:lnTo>
                    <a:pt x="216012" y="1042394"/>
                  </a:lnTo>
                  <a:lnTo>
                    <a:pt x="216001" y="1042391"/>
                  </a:lnTo>
                  <a:lnTo>
                    <a:pt x="215973" y="1042391"/>
                  </a:lnTo>
                  <a:lnTo>
                    <a:pt x="215934" y="1042396"/>
                  </a:lnTo>
                  <a:lnTo>
                    <a:pt x="215816" y="1042429"/>
                  </a:lnTo>
                  <a:lnTo>
                    <a:pt x="215789" y="1042437"/>
                  </a:lnTo>
                  <a:lnTo>
                    <a:pt x="215747" y="1042431"/>
                  </a:lnTo>
                  <a:lnTo>
                    <a:pt x="215737" y="1042422"/>
                  </a:lnTo>
                  <a:lnTo>
                    <a:pt x="215720" y="1042416"/>
                  </a:lnTo>
                  <a:lnTo>
                    <a:pt x="215671" y="1042379"/>
                  </a:lnTo>
                  <a:lnTo>
                    <a:pt x="215624" y="1042332"/>
                  </a:lnTo>
                  <a:lnTo>
                    <a:pt x="215613" y="1042316"/>
                  </a:lnTo>
                  <a:lnTo>
                    <a:pt x="215596" y="1042304"/>
                  </a:lnTo>
                  <a:lnTo>
                    <a:pt x="215590" y="1042298"/>
                  </a:lnTo>
                  <a:lnTo>
                    <a:pt x="215571" y="1042290"/>
                  </a:lnTo>
                  <a:lnTo>
                    <a:pt x="215560" y="1042293"/>
                  </a:lnTo>
                  <a:lnTo>
                    <a:pt x="215549" y="1042308"/>
                  </a:lnTo>
                  <a:lnTo>
                    <a:pt x="215535" y="1042333"/>
                  </a:lnTo>
                  <a:lnTo>
                    <a:pt x="215520" y="1042357"/>
                  </a:lnTo>
                  <a:lnTo>
                    <a:pt x="215497" y="1042368"/>
                  </a:lnTo>
                  <a:lnTo>
                    <a:pt x="215458" y="1042378"/>
                  </a:lnTo>
                  <a:lnTo>
                    <a:pt x="215345" y="1042437"/>
                  </a:lnTo>
                  <a:lnTo>
                    <a:pt x="215240" y="1042476"/>
                  </a:lnTo>
                  <a:lnTo>
                    <a:pt x="215180" y="1042483"/>
                  </a:lnTo>
                  <a:lnTo>
                    <a:pt x="215110" y="1042503"/>
                  </a:lnTo>
                  <a:lnTo>
                    <a:pt x="215102" y="1042506"/>
                  </a:lnTo>
                  <a:lnTo>
                    <a:pt x="215066" y="1042518"/>
                  </a:lnTo>
                  <a:lnTo>
                    <a:pt x="215061" y="1042504"/>
                  </a:lnTo>
                  <a:lnTo>
                    <a:pt x="215061" y="1042456"/>
                  </a:lnTo>
                  <a:lnTo>
                    <a:pt x="215058" y="1042368"/>
                  </a:lnTo>
                  <a:lnTo>
                    <a:pt x="215064" y="1042335"/>
                  </a:lnTo>
                  <a:lnTo>
                    <a:pt x="215069" y="1042313"/>
                  </a:lnTo>
                  <a:lnTo>
                    <a:pt x="215090" y="1042275"/>
                  </a:lnTo>
                  <a:lnTo>
                    <a:pt x="215135" y="1042191"/>
                  </a:lnTo>
                  <a:lnTo>
                    <a:pt x="215165" y="1042143"/>
                  </a:lnTo>
                  <a:lnTo>
                    <a:pt x="215195" y="1042104"/>
                  </a:lnTo>
                  <a:lnTo>
                    <a:pt x="215224" y="1042078"/>
                  </a:lnTo>
                  <a:lnTo>
                    <a:pt x="215236" y="1042048"/>
                  </a:lnTo>
                  <a:lnTo>
                    <a:pt x="215232" y="1042003"/>
                  </a:lnTo>
                  <a:lnTo>
                    <a:pt x="215232" y="1041962"/>
                  </a:lnTo>
                  <a:lnTo>
                    <a:pt x="215239" y="1041927"/>
                  </a:lnTo>
                  <a:lnTo>
                    <a:pt x="215257" y="1041888"/>
                  </a:lnTo>
                  <a:lnTo>
                    <a:pt x="215267" y="1041870"/>
                  </a:lnTo>
                  <a:lnTo>
                    <a:pt x="215269" y="1041862"/>
                  </a:lnTo>
                  <a:lnTo>
                    <a:pt x="215269" y="1041852"/>
                  </a:lnTo>
                  <a:lnTo>
                    <a:pt x="215266" y="1041839"/>
                  </a:lnTo>
                  <a:lnTo>
                    <a:pt x="215262" y="1041817"/>
                  </a:lnTo>
                  <a:lnTo>
                    <a:pt x="215262" y="1041808"/>
                  </a:lnTo>
                  <a:lnTo>
                    <a:pt x="215258" y="1041766"/>
                  </a:lnTo>
                  <a:lnTo>
                    <a:pt x="215246" y="1041724"/>
                  </a:lnTo>
                  <a:lnTo>
                    <a:pt x="215240" y="1041696"/>
                  </a:lnTo>
                  <a:lnTo>
                    <a:pt x="215237" y="1041606"/>
                  </a:lnTo>
                  <a:lnTo>
                    <a:pt x="215222" y="1041496"/>
                  </a:lnTo>
                  <a:lnTo>
                    <a:pt x="215215" y="1041426"/>
                  </a:lnTo>
                  <a:lnTo>
                    <a:pt x="215217" y="1041389"/>
                  </a:lnTo>
                  <a:lnTo>
                    <a:pt x="215220" y="1041364"/>
                  </a:lnTo>
                  <a:lnTo>
                    <a:pt x="215242" y="1041256"/>
                  </a:lnTo>
                  <a:lnTo>
                    <a:pt x="215243" y="1041249"/>
                  </a:lnTo>
                  <a:lnTo>
                    <a:pt x="215247" y="1041238"/>
                  </a:lnTo>
                  <a:lnTo>
                    <a:pt x="215256" y="1041213"/>
                  </a:lnTo>
                  <a:lnTo>
                    <a:pt x="215259" y="1041200"/>
                  </a:lnTo>
                  <a:lnTo>
                    <a:pt x="215261" y="1041182"/>
                  </a:lnTo>
                  <a:lnTo>
                    <a:pt x="215260" y="1041170"/>
                  </a:lnTo>
                  <a:lnTo>
                    <a:pt x="215264" y="1041152"/>
                  </a:lnTo>
                  <a:lnTo>
                    <a:pt x="215271" y="1041089"/>
                  </a:lnTo>
                  <a:lnTo>
                    <a:pt x="215278" y="1040983"/>
                  </a:lnTo>
                  <a:lnTo>
                    <a:pt x="215281" y="1040931"/>
                  </a:lnTo>
                  <a:lnTo>
                    <a:pt x="215277" y="1040904"/>
                  </a:lnTo>
                  <a:lnTo>
                    <a:pt x="215266" y="1040885"/>
                  </a:lnTo>
                  <a:lnTo>
                    <a:pt x="215255" y="1040852"/>
                  </a:lnTo>
                  <a:lnTo>
                    <a:pt x="215259" y="1040795"/>
                  </a:lnTo>
                  <a:lnTo>
                    <a:pt x="215258" y="1040745"/>
                  </a:lnTo>
                  <a:lnTo>
                    <a:pt x="215263" y="1040698"/>
                  </a:lnTo>
                  <a:lnTo>
                    <a:pt x="215281" y="1040660"/>
                  </a:lnTo>
                  <a:lnTo>
                    <a:pt x="215316" y="1040585"/>
                  </a:lnTo>
                  <a:lnTo>
                    <a:pt x="215368" y="1040496"/>
                  </a:lnTo>
                  <a:lnTo>
                    <a:pt x="215391" y="1040414"/>
                  </a:lnTo>
                  <a:lnTo>
                    <a:pt x="215405" y="1040355"/>
                  </a:lnTo>
                  <a:lnTo>
                    <a:pt x="215413" y="1040319"/>
                  </a:lnTo>
                  <a:lnTo>
                    <a:pt x="215421" y="1040248"/>
                  </a:lnTo>
                  <a:lnTo>
                    <a:pt x="215425" y="1040213"/>
                  </a:lnTo>
                  <a:lnTo>
                    <a:pt x="215419" y="1040204"/>
                  </a:lnTo>
                  <a:lnTo>
                    <a:pt x="215391" y="1040177"/>
                  </a:lnTo>
                  <a:lnTo>
                    <a:pt x="215356" y="1040159"/>
                  </a:lnTo>
                  <a:lnTo>
                    <a:pt x="215318" y="1040136"/>
                  </a:lnTo>
                  <a:lnTo>
                    <a:pt x="215277" y="1040117"/>
                  </a:lnTo>
                  <a:lnTo>
                    <a:pt x="215213" y="1040102"/>
                  </a:lnTo>
                  <a:lnTo>
                    <a:pt x="215175" y="1040082"/>
                  </a:lnTo>
                  <a:lnTo>
                    <a:pt x="215127" y="1040055"/>
                  </a:lnTo>
                  <a:lnTo>
                    <a:pt x="215095" y="1040032"/>
                  </a:lnTo>
                  <a:lnTo>
                    <a:pt x="215029" y="1039994"/>
                  </a:lnTo>
                  <a:lnTo>
                    <a:pt x="215003" y="1039976"/>
                  </a:lnTo>
                  <a:lnTo>
                    <a:pt x="214969" y="1039945"/>
                  </a:lnTo>
                  <a:lnTo>
                    <a:pt x="214956" y="1039937"/>
                  </a:lnTo>
                  <a:lnTo>
                    <a:pt x="214948" y="1039936"/>
                  </a:lnTo>
                  <a:lnTo>
                    <a:pt x="214936" y="1039938"/>
                  </a:lnTo>
                  <a:lnTo>
                    <a:pt x="214912" y="1039939"/>
                  </a:lnTo>
                  <a:lnTo>
                    <a:pt x="214890" y="1039932"/>
                  </a:lnTo>
                  <a:lnTo>
                    <a:pt x="214881" y="1039919"/>
                  </a:lnTo>
                  <a:lnTo>
                    <a:pt x="214859" y="1039886"/>
                  </a:lnTo>
                  <a:lnTo>
                    <a:pt x="214837" y="1039854"/>
                  </a:lnTo>
                  <a:lnTo>
                    <a:pt x="214825" y="1039837"/>
                  </a:lnTo>
                  <a:lnTo>
                    <a:pt x="214802" y="1039824"/>
                  </a:lnTo>
                  <a:lnTo>
                    <a:pt x="214775" y="1039792"/>
                  </a:lnTo>
                  <a:lnTo>
                    <a:pt x="214757" y="1039771"/>
                  </a:lnTo>
                  <a:lnTo>
                    <a:pt x="214728" y="1039756"/>
                  </a:lnTo>
                  <a:lnTo>
                    <a:pt x="214688" y="1039717"/>
                  </a:lnTo>
                  <a:lnTo>
                    <a:pt x="214655" y="1039688"/>
                  </a:lnTo>
                  <a:lnTo>
                    <a:pt x="214618" y="1039659"/>
                  </a:lnTo>
                  <a:lnTo>
                    <a:pt x="214578" y="1039637"/>
                  </a:lnTo>
                  <a:lnTo>
                    <a:pt x="214558" y="1039615"/>
                  </a:lnTo>
                  <a:lnTo>
                    <a:pt x="214553" y="1039570"/>
                  </a:lnTo>
                  <a:lnTo>
                    <a:pt x="214553" y="1039520"/>
                  </a:lnTo>
                  <a:lnTo>
                    <a:pt x="214545" y="1039499"/>
                  </a:lnTo>
                  <a:lnTo>
                    <a:pt x="214523" y="1039471"/>
                  </a:lnTo>
                  <a:lnTo>
                    <a:pt x="214493" y="1039440"/>
                  </a:lnTo>
                  <a:lnTo>
                    <a:pt x="214466" y="1039401"/>
                  </a:lnTo>
                  <a:lnTo>
                    <a:pt x="214443" y="1039376"/>
                  </a:lnTo>
                  <a:lnTo>
                    <a:pt x="214407" y="1039350"/>
                  </a:lnTo>
                  <a:lnTo>
                    <a:pt x="214386" y="1039327"/>
                  </a:lnTo>
                  <a:lnTo>
                    <a:pt x="214357" y="1039299"/>
                  </a:lnTo>
                  <a:lnTo>
                    <a:pt x="214324" y="1039266"/>
                  </a:lnTo>
                  <a:lnTo>
                    <a:pt x="214275" y="1039231"/>
                  </a:lnTo>
                  <a:lnTo>
                    <a:pt x="214261" y="1039206"/>
                  </a:lnTo>
                  <a:lnTo>
                    <a:pt x="214259" y="1039196"/>
                  </a:lnTo>
                  <a:lnTo>
                    <a:pt x="214259" y="1039177"/>
                  </a:lnTo>
                  <a:lnTo>
                    <a:pt x="214260" y="1039163"/>
                  </a:lnTo>
                  <a:lnTo>
                    <a:pt x="214259" y="1039150"/>
                  </a:lnTo>
                  <a:lnTo>
                    <a:pt x="214256" y="1039134"/>
                  </a:lnTo>
                  <a:lnTo>
                    <a:pt x="214247" y="1039116"/>
                  </a:lnTo>
                  <a:lnTo>
                    <a:pt x="214228" y="1039040"/>
                  </a:lnTo>
                  <a:lnTo>
                    <a:pt x="214212" y="1038976"/>
                  </a:lnTo>
                  <a:lnTo>
                    <a:pt x="214186" y="1038944"/>
                  </a:lnTo>
                  <a:lnTo>
                    <a:pt x="214140" y="1038901"/>
                  </a:lnTo>
                  <a:lnTo>
                    <a:pt x="214124" y="1038878"/>
                  </a:lnTo>
                  <a:lnTo>
                    <a:pt x="214118" y="1038851"/>
                  </a:lnTo>
                  <a:lnTo>
                    <a:pt x="214098" y="1038760"/>
                  </a:lnTo>
                  <a:lnTo>
                    <a:pt x="214096" y="1038726"/>
                  </a:lnTo>
                  <a:lnTo>
                    <a:pt x="214100" y="1038699"/>
                  </a:lnTo>
                  <a:lnTo>
                    <a:pt x="214118" y="1038649"/>
                  </a:lnTo>
                  <a:lnTo>
                    <a:pt x="214121" y="1038626"/>
                  </a:lnTo>
                  <a:lnTo>
                    <a:pt x="214109" y="1038597"/>
                  </a:lnTo>
                  <a:lnTo>
                    <a:pt x="214112" y="1038580"/>
                  </a:lnTo>
                  <a:lnTo>
                    <a:pt x="214121" y="1038563"/>
                  </a:lnTo>
                  <a:lnTo>
                    <a:pt x="214155" y="1038523"/>
                  </a:lnTo>
                  <a:lnTo>
                    <a:pt x="214164" y="1038511"/>
                  </a:lnTo>
                  <a:lnTo>
                    <a:pt x="214161" y="1038505"/>
                  </a:lnTo>
                  <a:lnTo>
                    <a:pt x="214146" y="1038498"/>
                  </a:lnTo>
                  <a:lnTo>
                    <a:pt x="214118" y="1038493"/>
                  </a:lnTo>
                  <a:lnTo>
                    <a:pt x="214075" y="1038492"/>
                  </a:lnTo>
                  <a:lnTo>
                    <a:pt x="214058" y="1038483"/>
                  </a:lnTo>
                  <a:lnTo>
                    <a:pt x="214044" y="1038471"/>
                  </a:lnTo>
                  <a:lnTo>
                    <a:pt x="214014" y="1038417"/>
                  </a:lnTo>
                  <a:lnTo>
                    <a:pt x="213996" y="1038390"/>
                  </a:lnTo>
                  <a:lnTo>
                    <a:pt x="213984" y="1038364"/>
                  </a:lnTo>
                  <a:lnTo>
                    <a:pt x="213982" y="1038336"/>
                  </a:lnTo>
                  <a:lnTo>
                    <a:pt x="213982" y="1038277"/>
                  </a:lnTo>
                  <a:lnTo>
                    <a:pt x="213977" y="1038242"/>
                  </a:lnTo>
                  <a:lnTo>
                    <a:pt x="213963" y="1038217"/>
                  </a:lnTo>
                  <a:lnTo>
                    <a:pt x="213937" y="1038180"/>
                  </a:lnTo>
                  <a:lnTo>
                    <a:pt x="213911" y="1038150"/>
                  </a:lnTo>
                  <a:lnTo>
                    <a:pt x="213874" y="1038112"/>
                  </a:lnTo>
                  <a:lnTo>
                    <a:pt x="213871" y="1038102"/>
                  </a:lnTo>
                  <a:lnTo>
                    <a:pt x="213861" y="1038073"/>
                  </a:lnTo>
                  <a:lnTo>
                    <a:pt x="213847" y="1038058"/>
                  </a:lnTo>
                  <a:lnTo>
                    <a:pt x="213826" y="1038061"/>
                  </a:lnTo>
                  <a:lnTo>
                    <a:pt x="213752" y="1038093"/>
                  </a:lnTo>
                  <a:lnTo>
                    <a:pt x="213668" y="1038127"/>
                  </a:lnTo>
                  <a:lnTo>
                    <a:pt x="213610" y="1038145"/>
                  </a:lnTo>
                  <a:lnTo>
                    <a:pt x="213529" y="1038156"/>
                  </a:lnTo>
                  <a:lnTo>
                    <a:pt x="213513" y="1038158"/>
                  </a:lnTo>
                  <a:lnTo>
                    <a:pt x="213492" y="1038163"/>
                  </a:lnTo>
                  <a:lnTo>
                    <a:pt x="213470" y="1038169"/>
                  </a:lnTo>
                  <a:lnTo>
                    <a:pt x="213443" y="1038170"/>
                  </a:lnTo>
                  <a:lnTo>
                    <a:pt x="213416" y="1038174"/>
                  </a:lnTo>
                  <a:lnTo>
                    <a:pt x="213380" y="1038175"/>
                  </a:lnTo>
                  <a:lnTo>
                    <a:pt x="213343" y="1038177"/>
                  </a:lnTo>
                  <a:lnTo>
                    <a:pt x="213330" y="1038181"/>
                  </a:lnTo>
                  <a:lnTo>
                    <a:pt x="213326" y="1038185"/>
                  </a:lnTo>
                  <a:lnTo>
                    <a:pt x="213321" y="1038193"/>
                  </a:lnTo>
                  <a:lnTo>
                    <a:pt x="213314" y="1038210"/>
                  </a:lnTo>
                  <a:lnTo>
                    <a:pt x="213311" y="1038221"/>
                  </a:lnTo>
                  <a:lnTo>
                    <a:pt x="213310" y="1038281"/>
                  </a:lnTo>
                  <a:lnTo>
                    <a:pt x="213301" y="1038303"/>
                  </a:lnTo>
                  <a:lnTo>
                    <a:pt x="213279" y="1038324"/>
                  </a:lnTo>
                  <a:lnTo>
                    <a:pt x="213251" y="1038344"/>
                  </a:lnTo>
                  <a:lnTo>
                    <a:pt x="213224" y="1038363"/>
                  </a:lnTo>
                  <a:lnTo>
                    <a:pt x="213206" y="1038388"/>
                  </a:lnTo>
                  <a:lnTo>
                    <a:pt x="213177" y="1038431"/>
                  </a:lnTo>
                  <a:lnTo>
                    <a:pt x="213155" y="1038466"/>
                  </a:lnTo>
                  <a:lnTo>
                    <a:pt x="213128" y="1038505"/>
                  </a:lnTo>
                  <a:lnTo>
                    <a:pt x="213106" y="1038521"/>
                  </a:lnTo>
                  <a:lnTo>
                    <a:pt x="213082" y="1038531"/>
                  </a:lnTo>
                  <a:lnTo>
                    <a:pt x="213041" y="1038537"/>
                  </a:lnTo>
                  <a:lnTo>
                    <a:pt x="212992" y="1038544"/>
                  </a:lnTo>
                  <a:lnTo>
                    <a:pt x="212940" y="1038545"/>
                  </a:lnTo>
                  <a:lnTo>
                    <a:pt x="212888" y="1038541"/>
                  </a:lnTo>
                  <a:lnTo>
                    <a:pt x="212856" y="1038542"/>
                  </a:lnTo>
                  <a:lnTo>
                    <a:pt x="212832" y="1038554"/>
                  </a:lnTo>
                  <a:lnTo>
                    <a:pt x="212794" y="1038602"/>
                  </a:lnTo>
                  <a:lnTo>
                    <a:pt x="212761" y="1038641"/>
                  </a:lnTo>
                  <a:lnTo>
                    <a:pt x="212735" y="1038662"/>
                  </a:lnTo>
                  <a:lnTo>
                    <a:pt x="212702" y="1038682"/>
                  </a:lnTo>
                  <a:lnTo>
                    <a:pt x="212684" y="1038687"/>
                  </a:lnTo>
                  <a:lnTo>
                    <a:pt x="212640" y="1038711"/>
                  </a:lnTo>
                  <a:lnTo>
                    <a:pt x="212606" y="1038727"/>
                  </a:lnTo>
                  <a:lnTo>
                    <a:pt x="212572" y="1038743"/>
                  </a:lnTo>
                  <a:lnTo>
                    <a:pt x="212539" y="1038750"/>
                  </a:lnTo>
                  <a:lnTo>
                    <a:pt x="212498" y="1038752"/>
                  </a:lnTo>
                  <a:lnTo>
                    <a:pt x="212456" y="1038754"/>
                  </a:lnTo>
                  <a:lnTo>
                    <a:pt x="212385" y="1038765"/>
                  </a:lnTo>
                  <a:lnTo>
                    <a:pt x="212331" y="1038766"/>
                  </a:lnTo>
                  <a:lnTo>
                    <a:pt x="212295" y="1038768"/>
                  </a:lnTo>
                  <a:lnTo>
                    <a:pt x="212275" y="1038780"/>
                  </a:lnTo>
                  <a:lnTo>
                    <a:pt x="212248" y="1038823"/>
                  </a:lnTo>
                  <a:lnTo>
                    <a:pt x="212220" y="1038863"/>
                  </a:lnTo>
                  <a:lnTo>
                    <a:pt x="212191" y="1038912"/>
                  </a:lnTo>
                  <a:lnTo>
                    <a:pt x="212169" y="1038941"/>
                  </a:lnTo>
                  <a:lnTo>
                    <a:pt x="212158" y="1038954"/>
                  </a:lnTo>
                  <a:lnTo>
                    <a:pt x="212143" y="1038966"/>
                  </a:lnTo>
                  <a:lnTo>
                    <a:pt x="212126" y="1038984"/>
                  </a:lnTo>
                  <a:lnTo>
                    <a:pt x="212102" y="1039005"/>
                  </a:lnTo>
                  <a:lnTo>
                    <a:pt x="212097" y="1039008"/>
                  </a:lnTo>
                  <a:lnTo>
                    <a:pt x="212089" y="1039006"/>
                  </a:lnTo>
                  <a:lnTo>
                    <a:pt x="212061" y="1038995"/>
                  </a:lnTo>
                  <a:lnTo>
                    <a:pt x="212029" y="1038984"/>
                  </a:lnTo>
                  <a:lnTo>
                    <a:pt x="211997" y="1038970"/>
                  </a:lnTo>
                  <a:lnTo>
                    <a:pt x="211961" y="1038951"/>
                  </a:lnTo>
                  <a:lnTo>
                    <a:pt x="211914" y="1038920"/>
                  </a:lnTo>
                  <a:lnTo>
                    <a:pt x="211841" y="1038882"/>
                  </a:lnTo>
                  <a:lnTo>
                    <a:pt x="211802" y="1038869"/>
                  </a:lnTo>
                  <a:lnTo>
                    <a:pt x="211781" y="1038858"/>
                  </a:lnTo>
                  <a:lnTo>
                    <a:pt x="211740" y="1038829"/>
                  </a:lnTo>
                  <a:lnTo>
                    <a:pt x="211687" y="1038788"/>
                  </a:lnTo>
                  <a:lnTo>
                    <a:pt x="211651" y="1038767"/>
                  </a:lnTo>
                  <a:lnTo>
                    <a:pt x="211608" y="1038748"/>
                  </a:lnTo>
                  <a:lnTo>
                    <a:pt x="211604" y="1038738"/>
                  </a:lnTo>
                  <a:lnTo>
                    <a:pt x="211617" y="1038710"/>
                  </a:lnTo>
                  <a:lnTo>
                    <a:pt x="211620" y="1038687"/>
                  </a:lnTo>
                  <a:lnTo>
                    <a:pt x="211618" y="1038656"/>
                  </a:lnTo>
                  <a:lnTo>
                    <a:pt x="211604" y="1038619"/>
                  </a:lnTo>
                  <a:lnTo>
                    <a:pt x="211598" y="1038587"/>
                  </a:lnTo>
                  <a:lnTo>
                    <a:pt x="211578" y="1038544"/>
                  </a:lnTo>
                  <a:lnTo>
                    <a:pt x="211561" y="1038517"/>
                  </a:lnTo>
                  <a:lnTo>
                    <a:pt x="211558" y="1038481"/>
                  </a:lnTo>
                  <a:lnTo>
                    <a:pt x="211562" y="1038441"/>
                  </a:lnTo>
                  <a:lnTo>
                    <a:pt x="211574" y="1038411"/>
                  </a:lnTo>
                  <a:lnTo>
                    <a:pt x="211578" y="1038362"/>
                  </a:lnTo>
                  <a:lnTo>
                    <a:pt x="211595" y="1038300"/>
                  </a:lnTo>
                  <a:lnTo>
                    <a:pt x="211607" y="1038263"/>
                  </a:lnTo>
                  <a:lnTo>
                    <a:pt x="211633" y="1038221"/>
                  </a:lnTo>
                  <a:lnTo>
                    <a:pt x="211643" y="1038183"/>
                  </a:lnTo>
                  <a:lnTo>
                    <a:pt x="211615" y="1038171"/>
                  </a:lnTo>
                  <a:lnTo>
                    <a:pt x="211545" y="1038148"/>
                  </a:lnTo>
                  <a:lnTo>
                    <a:pt x="211510" y="1038133"/>
                  </a:lnTo>
                  <a:lnTo>
                    <a:pt x="211432" y="1038116"/>
                  </a:lnTo>
                  <a:lnTo>
                    <a:pt x="211386" y="1038110"/>
                  </a:lnTo>
                  <a:lnTo>
                    <a:pt x="211352" y="1038110"/>
                  </a:lnTo>
                  <a:lnTo>
                    <a:pt x="211306" y="1038115"/>
                  </a:lnTo>
                  <a:lnTo>
                    <a:pt x="211266" y="1038117"/>
                  </a:lnTo>
                  <a:lnTo>
                    <a:pt x="211256" y="1038106"/>
                  </a:lnTo>
                  <a:lnTo>
                    <a:pt x="211247" y="1038093"/>
                  </a:lnTo>
                  <a:lnTo>
                    <a:pt x="211233" y="1038057"/>
                  </a:lnTo>
                  <a:lnTo>
                    <a:pt x="211216" y="1038017"/>
                  </a:lnTo>
                  <a:lnTo>
                    <a:pt x="211177" y="1037917"/>
                  </a:lnTo>
                  <a:lnTo>
                    <a:pt x="211151" y="1037869"/>
                  </a:lnTo>
                  <a:lnTo>
                    <a:pt x="211139" y="1037829"/>
                  </a:lnTo>
                  <a:lnTo>
                    <a:pt x="211144" y="1037819"/>
                  </a:lnTo>
                  <a:lnTo>
                    <a:pt x="211168" y="1037799"/>
                  </a:lnTo>
                  <a:lnTo>
                    <a:pt x="211219" y="1037753"/>
                  </a:lnTo>
                  <a:lnTo>
                    <a:pt x="211246" y="1037724"/>
                  </a:lnTo>
                  <a:lnTo>
                    <a:pt x="211264" y="1037700"/>
                  </a:lnTo>
                  <a:lnTo>
                    <a:pt x="211283" y="1037669"/>
                  </a:lnTo>
                  <a:lnTo>
                    <a:pt x="211299" y="1037630"/>
                  </a:lnTo>
                  <a:lnTo>
                    <a:pt x="211325" y="1037588"/>
                  </a:lnTo>
                  <a:lnTo>
                    <a:pt x="211336" y="1037572"/>
                  </a:lnTo>
                  <a:lnTo>
                    <a:pt x="211339" y="1037561"/>
                  </a:lnTo>
                  <a:lnTo>
                    <a:pt x="211338" y="1037530"/>
                  </a:lnTo>
                  <a:lnTo>
                    <a:pt x="211325" y="1037500"/>
                  </a:lnTo>
                  <a:lnTo>
                    <a:pt x="211304" y="1037448"/>
                  </a:lnTo>
                  <a:lnTo>
                    <a:pt x="211281" y="1037400"/>
                  </a:lnTo>
                  <a:lnTo>
                    <a:pt x="211263" y="1037357"/>
                  </a:lnTo>
                  <a:lnTo>
                    <a:pt x="211243" y="1037319"/>
                  </a:lnTo>
                  <a:lnTo>
                    <a:pt x="211219" y="1037291"/>
                  </a:lnTo>
                  <a:lnTo>
                    <a:pt x="211193" y="1037254"/>
                  </a:lnTo>
                  <a:lnTo>
                    <a:pt x="211189" y="1037247"/>
                  </a:lnTo>
                  <a:lnTo>
                    <a:pt x="211186" y="1037236"/>
                  </a:lnTo>
                  <a:lnTo>
                    <a:pt x="211183" y="1037223"/>
                  </a:lnTo>
                  <a:lnTo>
                    <a:pt x="211163" y="1037154"/>
                  </a:lnTo>
                  <a:lnTo>
                    <a:pt x="211146" y="1037116"/>
                  </a:lnTo>
                  <a:lnTo>
                    <a:pt x="211147" y="1037099"/>
                  </a:lnTo>
                  <a:lnTo>
                    <a:pt x="211163" y="1037081"/>
                  </a:lnTo>
                  <a:lnTo>
                    <a:pt x="211170" y="1037058"/>
                  </a:lnTo>
                  <a:lnTo>
                    <a:pt x="211179" y="1037020"/>
                  </a:lnTo>
                  <a:lnTo>
                    <a:pt x="211177" y="1036983"/>
                  </a:lnTo>
                  <a:lnTo>
                    <a:pt x="211173" y="1036950"/>
                  </a:lnTo>
                  <a:lnTo>
                    <a:pt x="211166" y="1036924"/>
                  </a:lnTo>
                  <a:lnTo>
                    <a:pt x="211161" y="1036913"/>
                  </a:lnTo>
                  <a:lnTo>
                    <a:pt x="211145" y="1036898"/>
                  </a:lnTo>
                  <a:lnTo>
                    <a:pt x="211039" y="1036794"/>
                  </a:lnTo>
                  <a:lnTo>
                    <a:pt x="210981" y="1036731"/>
                  </a:lnTo>
                  <a:lnTo>
                    <a:pt x="210957" y="1036701"/>
                  </a:lnTo>
                  <a:lnTo>
                    <a:pt x="210957" y="1036689"/>
                  </a:lnTo>
                  <a:lnTo>
                    <a:pt x="210966" y="1036670"/>
                  </a:lnTo>
                  <a:lnTo>
                    <a:pt x="210975" y="1036655"/>
                  </a:lnTo>
                  <a:lnTo>
                    <a:pt x="211000" y="1036627"/>
                  </a:lnTo>
                  <a:lnTo>
                    <a:pt x="211031" y="1036580"/>
                  </a:lnTo>
                  <a:lnTo>
                    <a:pt x="211043" y="1036553"/>
                  </a:lnTo>
                  <a:lnTo>
                    <a:pt x="211051" y="1036523"/>
                  </a:lnTo>
                  <a:lnTo>
                    <a:pt x="211066" y="1036497"/>
                  </a:lnTo>
                  <a:lnTo>
                    <a:pt x="211084" y="1036465"/>
                  </a:lnTo>
                  <a:lnTo>
                    <a:pt x="211131" y="1036424"/>
                  </a:lnTo>
                  <a:lnTo>
                    <a:pt x="211148" y="1036409"/>
                  </a:lnTo>
                  <a:lnTo>
                    <a:pt x="211155" y="1036403"/>
                  </a:lnTo>
                  <a:lnTo>
                    <a:pt x="211152" y="1036397"/>
                  </a:lnTo>
                  <a:lnTo>
                    <a:pt x="211143" y="1036379"/>
                  </a:lnTo>
                  <a:lnTo>
                    <a:pt x="211136" y="1036332"/>
                  </a:lnTo>
                  <a:lnTo>
                    <a:pt x="211132" y="1036292"/>
                  </a:lnTo>
                  <a:lnTo>
                    <a:pt x="211115" y="1036231"/>
                  </a:lnTo>
                  <a:lnTo>
                    <a:pt x="211102" y="1036188"/>
                  </a:lnTo>
                  <a:lnTo>
                    <a:pt x="211083" y="1036146"/>
                  </a:lnTo>
                  <a:lnTo>
                    <a:pt x="211057" y="1036092"/>
                  </a:lnTo>
                  <a:lnTo>
                    <a:pt x="211025" y="1036025"/>
                  </a:lnTo>
                  <a:lnTo>
                    <a:pt x="211018" y="1035996"/>
                  </a:lnTo>
                  <a:lnTo>
                    <a:pt x="211021" y="1035974"/>
                  </a:lnTo>
                  <a:lnTo>
                    <a:pt x="211029" y="1035953"/>
                  </a:lnTo>
                  <a:lnTo>
                    <a:pt x="211032" y="1035938"/>
                  </a:lnTo>
                  <a:lnTo>
                    <a:pt x="211031" y="1035905"/>
                  </a:lnTo>
                  <a:lnTo>
                    <a:pt x="211016" y="1035868"/>
                  </a:lnTo>
                  <a:lnTo>
                    <a:pt x="210992" y="1035844"/>
                  </a:lnTo>
                  <a:lnTo>
                    <a:pt x="210970" y="1035834"/>
                  </a:lnTo>
                  <a:lnTo>
                    <a:pt x="210952" y="1035831"/>
                  </a:lnTo>
                  <a:lnTo>
                    <a:pt x="210918" y="1035838"/>
                  </a:lnTo>
                  <a:lnTo>
                    <a:pt x="210864" y="1035841"/>
                  </a:lnTo>
                  <a:lnTo>
                    <a:pt x="210842" y="1035831"/>
                  </a:lnTo>
                  <a:lnTo>
                    <a:pt x="210824" y="1035824"/>
                  </a:lnTo>
                  <a:lnTo>
                    <a:pt x="210787" y="1035838"/>
                  </a:lnTo>
                  <a:lnTo>
                    <a:pt x="210772" y="1035839"/>
                  </a:lnTo>
                  <a:lnTo>
                    <a:pt x="210764" y="1035834"/>
                  </a:lnTo>
                  <a:lnTo>
                    <a:pt x="210755" y="1035825"/>
                  </a:lnTo>
                  <a:lnTo>
                    <a:pt x="210739" y="1035816"/>
                  </a:lnTo>
                  <a:lnTo>
                    <a:pt x="210712" y="1035805"/>
                  </a:lnTo>
                  <a:lnTo>
                    <a:pt x="210689" y="1035802"/>
                  </a:lnTo>
                  <a:lnTo>
                    <a:pt x="210654" y="1035805"/>
                  </a:lnTo>
                  <a:lnTo>
                    <a:pt x="210614" y="1035812"/>
                  </a:lnTo>
                  <a:lnTo>
                    <a:pt x="210600" y="1035812"/>
                  </a:lnTo>
                  <a:lnTo>
                    <a:pt x="210584" y="1035815"/>
                  </a:lnTo>
                  <a:lnTo>
                    <a:pt x="210571" y="1035819"/>
                  </a:lnTo>
                  <a:lnTo>
                    <a:pt x="210566" y="1035818"/>
                  </a:lnTo>
                  <a:lnTo>
                    <a:pt x="210565" y="1035807"/>
                  </a:lnTo>
                  <a:lnTo>
                    <a:pt x="210568" y="1035796"/>
                  </a:lnTo>
                  <a:lnTo>
                    <a:pt x="210571" y="1035790"/>
                  </a:lnTo>
                  <a:lnTo>
                    <a:pt x="210591" y="1035763"/>
                  </a:lnTo>
                  <a:lnTo>
                    <a:pt x="210601" y="1035738"/>
                  </a:lnTo>
                  <a:lnTo>
                    <a:pt x="210603" y="1035721"/>
                  </a:lnTo>
                  <a:lnTo>
                    <a:pt x="210598" y="1035694"/>
                  </a:lnTo>
                  <a:lnTo>
                    <a:pt x="210592" y="1035663"/>
                  </a:lnTo>
                  <a:lnTo>
                    <a:pt x="210592" y="1035611"/>
                  </a:lnTo>
                  <a:lnTo>
                    <a:pt x="210585" y="1035592"/>
                  </a:lnTo>
                  <a:lnTo>
                    <a:pt x="210561" y="1035546"/>
                  </a:lnTo>
                  <a:lnTo>
                    <a:pt x="210542" y="1035500"/>
                  </a:lnTo>
                  <a:lnTo>
                    <a:pt x="210523" y="1035453"/>
                  </a:lnTo>
                  <a:lnTo>
                    <a:pt x="210523" y="1035439"/>
                  </a:lnTo>
                  <a:lnTo>
                    <a:pt x="210522" y="1035419"/>
                  </a:lnTo>
                  <a:lnTo>
                    <a:pt x="210519" y="1035405"/>
                  </a:lnTo>
                  <a:lnTo>
                    <a:pt x="210494" y="1035344"/>
                  </a:lnTo>
                  <a:lnTo>
                    <a:pt x="210472" y="1035297"/>
                  </a:lnTo>
                  <a:lnTo>
                    <a:pt x="210458" y="1035243"/>
                  </a:lnTo>
                  <a:lnTo>
                    <a:pt x="210443" y="1035212"/>
                  </a:lnTo>
                  <a:lnTo>
                    <a:pt x="210442" y="1035197"/>
                  </a:lnTo>
                  <a:lnTo>
                    <a:pt x="210448" y="1035184"/>
                  </a:lnTo>
                  <a:lnTo>
                    <a:pt x="210484" y="1035156"/>
                  </a:lnTo>
                  <a:lnTo>
                    <a:pt x="210506" y="1035130"/>
                  </a:lnTo>
                  <a:lnTo>
                    <a:pt x="210526" y="1035110"/>
                  </a:lnTo>
                  <a:lnTo>
                    <a:pt x="210542" y="1035087"/>
                  </a:lnTo>
                  <a:lnTo>
                    <a:pt x="210557" y="1035053"/>
                  </a:lnTo>
                  <a:lnTo>
                    <a:pt x="210559" y="1035037"/>
                  </a:lnTo>
                  <a:lnTo>
                    <a:pt x="210552" y="1035008"/>
                  </a:lnTo>
                  <a:lnTo>
                    <a:pt x="210556" y="1034992"/>
                  </a:lnTo>
                  <a:lnTo>
                    <a:pt x="210566" y="1034983"/>
                  </a:lnTo>
                  <a:lnTo>
                    <a:pt x="210598" y="1034973"/>
                  </a:lnTo>
                  <a:lnTo>
                    <a:pt x="210673" y="1034956"/>
                  </a:lnTo>
                  <a:lnTo>
                    <a:pt x="210708" y="1034942"/>
                  </a:lnTo>
                  <a:lnTo>
                    <a:pt x="210754" y="1034921"/>
                  </a:lnTo>
                  <a:lnTo>
                    <a:pt x="210801" y="1034910"/>
                  </a:lnTo>
                  <a:lnTo>
                    <a:pt x="210836" y="1034894"/>
                  </a:lnTo>
                  <a:lnTo>
                    <a:pt x="210874" y="1034875"/>
                  </a:lnTo>
                  <a:lnTo>
                    <a:pt x="210984" y="1034818"/>
                  </a:lnTo>
                  <a:lnTo>
                    <a:pt x="211048" y="1034791"/>
                  </a:lnTo>
                  <a:lnTo>
                    <a:pt x="211070" y="1034773"/>
                  </a:lnTo>
                  <a:lnTo>
                    <a:pt x="211083" y="1034755"/>
                  </a:lnTo>
                  <a:lnTo>
                    <a:pt x="211097" y="1034738"/>
                  </a:lnTo>
                  <a:lnTo>
                    <a:pt x="211118" y="1034727"/>
                  </a:lnTo>
                  <a:lnTo>
                    <a:pt x="211137" y="1034722"/>
                  </a:lnTo>
                  <a:lnTo>
                    <a:pt x="211151" y="1034712"/>
                  </a:lnTo>
                  <a:lnTo>
                    <a:pt x="211165" y="1034693"/>
                  </a:lnTo>
                  <a:lnTo>
                    <a:pt x="211201" y="1034651"/>
                  </a:lnTo>
                  <a:lnTo>
                    <a:pt x="211242" y="1034610"/>
                  </a:lnTo>
                  <a:lnTo>
                    <a:pt x="211264" y="1034588"/>
                  </a:lnTo>
                  <a:lnTo>
                    <a:pt x="211285" y="1034564"/>
                  </a:lnTo>
                  <a:lnTo>
                    <a:pt x="211311" y="1034534"/>
                  </a:lnTo>
                  <a:lnTo>
                    <a:pt x="211332" y="1034494"/>
                  </a:lnTo>
                  <a:lnTo>
                    <a:pt x="211360" y="1034443"/>
                  </a:lnTo>
                  <a:lnTo>
                    <a:pt x="211376" y="1034419"/>
                  </a:lnTo>
                  <a:lnTo>
                    <a:pt x="211385" y="1034386"/>
                  </a:lnTo>
                  <a:lnTo>
                    <a:pt x="211392" y="1034345"/>
                  </a:lnTo>
                  <a:lnTo>
                    <a:pt x="211425" y="1034292"/>
                  </a:lnTo>
                  <a:lnTo>
                    <a:pt x="211461" y="1034246"/>
                  </a:lnTo>
                  <a:lnTo>
                    <a:pt x="211479" y="1034228"/>
                  </a:lnTo>
                  <a:lnTo>
                    <a:pt x="211512" y="1034224"/>
                  </a:lnTo>
                  <a:lnTo>
                    <a:pt x="211558" y="1034221"/>
                  </a:lnTo>
                  <a:lnTo>
                    <a:pt x="211594" y="1034215"/>
                  </a:lnTo>
                  <a:lnTo>
                    <a:pt x="211648" y="1034194"/>
                  </a:lnTo>
                  <a:lnTo>
                    <a:pt x="211709" y="1034158"/>
                  </a:lnTo>
                  <a:lnTo>
                    <a:pt x="211738" y="1034138"/>
                  </a:lnTo>
                  <a:lnTo>
                    <a:pt x="211753" y="1034121"/>
                  </a:lnTo>
                  <a:lnTo>
                    <a:pt x="211766" y="1034115"/>
                  </a:lnTo>
                  <a:lnTo>
                    <a:pt x="211804" y="1034106"/>
                  </a:lnTo>
                  <a:lnTo>
                    <a:pt x="211828" y="1034097"/>
                  </a:lnTo>
                  <a:lnTo>
                    <a:pt x="211847" y="1034083"/>
                  </a:lnTo>
                  <a:lnTo>
                    <a:pt x="211858" y="1034074"/>
                  </a:lnTo>
                  <a:lnTo>
                    <a:pt x="211882" y="1034049"/>
                  </a:lnTo>
                  <a:lnTo>
                    <a:pt x="211902" y="1034032"/>
                  </a:lnTo>
                  <a:lnTo>
                    <a:pt x="211921" y="1034029"/>
                  </a:lnTo>
                  <a:lnTo>
                    <a:pt x="211960" y="1034028"/>
                  </a:lnTo>
                  <a:lnTo>
                    <a:pt x="212012" y="1034024"/>
                  </a:lnTo>
                  <a:lnTo>
                    <a:pt x="212072" y="1034015"/>
                  </a:lnTo>
                  <a:lnTo>
                    <a:pt x="212113" y="1034005"/>
                  </a:lnTo>
                  <a:lnTo>
                    <a:pt x="212146" y="1033993"/>
                  </a:lnTo>
                  <a:lnTo>
                    <a:pt x="212166" y="1033993"/>
                  </a:lnTo>
                  <a:lnTo>
                    <a:pt x="212210" y="1033984"/>
                  </a:lnTo>
                  <a:lnTo>
                    <a:pt x="212230" y="1033976"/>
                  </a:lnTo>
                  <a:lnTo>
                    <a:pt x="212269" y="1033962"/>
                  </a:lnTo>
                  <a:lnTo>
                    <a:pt x="212292" y="1033946"/>
                  </a:lnTo>
                  <a:lnTo>
                    <a:pt x="212314" y="1033926"/>
                  </a:lnTo>
                  <a:lnTo>
                    <a:pt x="212321" y="1033905"/>
                  </a:lnTo>
                  <a:lnTo>
                    <a:pt x="212326" y="1033884"/>
                  </a:lnTo>
                  <a:lnTo>
                    <a:pt x="212330" y="1033864"/>
                  </a:lnTo>
                  <a:lnTo>
                    <a:pt x="212343" y="1033841"/>
                  </a:lnTo>
                  <a:lnTo>
                    <a:pt x="212347" y="1033825"/>
                  </a:lnTo>
                  <a:lnTo>
                    <a:pt x="212348" y="1033799"/>
                  </a:lnTo>
                  <a:lnTo>
                    <a:pt x="212352" y="1033687"/>
                  </a:lnTo>
                  <a:lnTo>
                    <a:pt x="212353" y="1033619"/>
                  </a:lnTo>
                  <a:lnTo>
                    <a:pt x="212348" y="1033583"/>
                  </a:lnTo>
                  <a:lnTo>
                    <a:pt x="212339" y="1033530"/>
                  </a:lnTo>
                  <a:lnTo>
                    <a:pt x="212328" y="1033503"/>
                  </a:lnTo>
                  <a:lnTo>
                    <a:pt x="212323" y="1033483"/>
                  </a:lnTo>
                  <a:lnTo>
                    <a:pt x="212329" y="1033470"/>
                  </a:lnTo>
                  <a:lnTo>
                    <a:pt x="212355" y="1033453"/>
                  </a:lnTo>
                  <a:lnTo>
                    <a:pt x="212376" y="1033443"/>
                  </a:lnTo>
                  <a:lnTo>
                    <a:pt x="212406" y="1033428"/>
                  </a:lnTo>
                  <a:lnTo>
                    <a:pt x="212425" y="1033420"/>
                  </a:lnTo>
                  <a:lnTo>
                    <a:pt x="212460" y="1033414"/>
                  </a:lnTo>
                  <a:lnTo>
                    <a:pt x="212492" y="1033410"/>
                  </a:lnTo>
                  <a:lnTo>
                    <a:pt x="212519" y="1033412"/>
                  </a:lnTo>
                  <a:lnTo>
                    <a:pt x="212539" y="1033414"/>
                  </a:lnTo>
                  <a:lnTo>
                    <a:pt x="212559" y="1033417"/>
                  </a:lnTo>
                  <a:lnTo>
                    <a:pt x="212578" y="1033421"/>
                  </a:lnTo>
                  <a:lnTo>
                    <a:pt x="212607" y="1033418"/>
                  </a:lnTo>
                  <a:lnTo>
                    <a:pt x="212636" y="1033409"/>
                  </a:lnTo>
                  <a:lnTo>
                    <a:pt x="212678" y="1033395"/>
                  </a:lnTo>
                  <a:lnTo>
                    <a:pt x="212701" y="1033387"/>
                  </a:lnTo>
                  <a:lnTo>
                    <a:pt x="212712" y="1033380"/>
                  </a:lnTo>
                  <a:lnTo>
                    <a:pt x="212732" y="1033367"/>
                  </a:lnTo>
                  <a:lnTo>
                    <a:pt x="212741" y="1033354"/>
                  </a:lnTo>
                  <a:lnTo>
                    <a:pt x="212753" y="1033333"/>
                  </a:lnTo>
                  <a:lnTo>
                    <a:pt x="212768" y="1033310"/>
                  </a:lnTo>
                  <a:lnTo>
                    <a:pt x="212777" y="1033286"/>
                  </a:lnTo>
                  <a:lnTo>
                    <a:pt x="212787" y="1033275"/>
                  </a:lnTo>
                  <a:lnTo>
                    <a:pt x="212800" y="1033260"/>
                  </a:lnTo>
                  <a:lnTo>
                    <a:pt x="212809" y="1033254"/>
                  </a:lnTo>
                  <a:lnTo>
                    <a:pt x="212812" y="1033250"/>
                  </a:lnTo>
                  <a:lnTo>
                    <a:pt x="212831" y="1033226"/>
                  </a:lnTo>
                  <a:lnTo>
                    <a:pt x="212843" y="1033206"/>
                  </a:lnTo>
                  <a:lnTo>
                    <a:pt x="212848" y="1033181"/>
                  </a:lnTo>
                  <a:lnTo>
                    <a:pt x="212851" y="1033152"/>
                  </a:lnTo>
                  <a:lnTo>
                    <a:pt x="212847" y="1033122"/>
                  </a:lnTo>
                  <a:lnTo>
                    <a:pt x="212859" y="1033080"/>
                  </a:lnTo>
                  <a:lnTo>
                    <a:pt x="212866" y="1033057"/>
                  </a:lnTo>
                  <a:lnTo>
                    <a:pt x="212868" y="1033039"/>
                  </a:lnTo>
                  <a:lnTo>
                    <a:pt x="212862" y="1033014"/>
                  </a:lnTo>
                  <a:lnTo>
                    <a:pt x="212849" y="1032962"/>
                  </a:lnTo>
                  <a:lnTo>
                    <a:pt x="212843" y="1032928"/>
                  </a:lnTo>
                  <a:lnTo>
                    <a:pt x="212845" y="1032916"/>
                  </a:lnTo>
                  <a:lnTo>
                    <a:pt x="212854" y="1032909"/>
                  </a:lnTo>
                  <a:lnTo>
                    <a:pt x="212868" y="1032903"/>
                  </a:lnTo>
                  <a:lnTo>
                    <a:pt x="212889" y="1032891"/>
                  </a:lnTo>
                  <a:lnTo>
                    <a:pt x="212911" y="1032875"/>
                  </a:lnTo>
                  <a:lnTo>
                    <a:pt x="212947" y="1032847"/>
                  </a:lnTo>
                  <a:lnTo>
                    <a:pt x="212985" y="1032822"/>
                  </a:lnTo>
                  <a:lnTo>
                    <a:pt x="213017" y="1032800"/>
                  </a:lnTo>
                  <a:lnTo>
                    <a:pt x="213056" y="1032782"/>
                  </a:lnTo>
                  <a:lnTo>
                    <a:pt x="213080" y="1032775"/>
                  </a:lnTo>
                  <a:lnTo>
                    <a:pt x="213088" y="1032768"/>
                  </a:lnTo>
                  <a:lnTo>
                    <a:pt x="213087" y="1032736"/>
                  </a:lnTo>
                  <a:lnTo>
                    <a:pt x="213085" y="1032683"/>
                  </a:lnTo>
                  <a:lnTo>
                    <a:pt x="213078" y="1032654"/>
                  </a:lnTo>
                  <a:lnTo>
                    <a:pt x="213073" y="1032631"/>
                  </a:lnTo>
                  <a:lnTo>
                    <a:pt x="213071" y="1032604"/>
                  </a:lnTo>
                  <a:lnTo>
                    <a:pt x="213064" y="1032587"/>
                  </a:lnTo>
                  <a:lnTo>
                    <a:pt x="213041" y="1032567"/>
                  </a:lnTo>
                  <a:lnTo>
                    <a:pt x="212975" y="1032504"/>
                  </a:lnTo>
                  <a:lnTo>
                    <a:pt x="212964" y="1032488"/>
                  </a:lnTo>
                  <a:lnTo>
                    <a:pt x="212949" y="1032444"/>
                  </a:lnTo>
                  <a:lnTo>
                    <a:pt x="212949" y="1032422"/>
                  </a:lnTo>
                  <a:lnTo>
                    <a:pt x="212953" y="1032407"/>
                  </a:lnTo>
                  <a:lnTo>
                    <a:pt x="212956" y="1032394"/>
                  </a:lnTo>
                  <a:lnTo>
                    <a:pt x="212963" y="1032379"/>
                  </a:lnTo>
                  <a:lnTo>
                    <a:pt x="212983" y="1032370"/>
                  </a:lnTo>
                  <a:lnTo>
                    <a:pt x="213024" y="1032344"/>
                  </a:lnTo>
                  <a:lnTo>
                    <a:pt x="213057" y="1032319"/>
                  </a:lnTo>
                  <a:lnTo>
                    <a:pt x="213081" y="1032302"/>
                  </a:lnTo>
                  <a:lnTo>
                    <a:pt x="213090" y="1032293"/>
                  </a:lnTo>
                  <a:lnTo>
                    <a:pt x="213094" y="1032281"/>
                  </a:lnTo>
                  <a:lnTo>
                    <a:pt x="213100" y="1032271"/>
                  </a:lnTo>
                  <a:lnTo>
                    <a:pt x="213106" y="1032268"/>
                  </a:lnTo>
                  <a:lnTo>
                    <a:pt x="213124" y="1032263"/>
                  </a:lnTo>
                  <a:lnTo>
                    <a:pt x="213146" y="1032252"/>
                  </a:lnTo>
                  <a:lnTo>
                    <a:pt x="213178" y="1032235"/>
                  </a:lnTo>
                  <a:lnTo>
                    <a:pt x="213199" y="1032216"/>
                  </a:lnTo>
                  <a:lnTo>
                    <a:pt x="213205" y="1032202"/>
                  </a:lnTo>
                  <a:lnTo>
                    <a:pt x="213209" y="1032188"/>
                  </a:lnTo>
                  <a:lnTo>
                    <a:pt x="213205" y="1032172"/>
                  </a:lnTo>
                  <a:lnTo>
                    <a:pt x="213190" y="1032133"/>
                  </a:lnTo>
                  <a:lnTo>
                    <a:pt x="213179" y="1032101"/>
                  </a:lnTo>
                  <a:lnTo>
                    <a:pt x="213150" y="1032054"/>
                  </a:lnTo>
                  <a:lnTo>
                    <a:pt x="213128" y="1032030"/>
                  </a:lnTo>
                  <a:lnTo>
                    <a:pt x="213108" y="1032016"/>
                  </a:lnTo>
                  <a:lnTo>
                    <a:pt x="213035" y="1031981"/>
                  </a:lnTo>
                  <a:lnTo>
                    <a:pt x="213014" y="1031968"/>
                  </a:lnTo>
                  <a:lnTo>
                    <a:pt x="213003" y="1031955"/>
                  </a:lnTo>
                  <a:lnTo>
                    <a:pt x="212995" y="1031935"/>
                  </a:lnTo>
                  <a:lnTo>
                    <a:pt x="212991" y="1031912"/>
                  </a:lnTo>
                  <a:lnTo>
                    <a:pt x="213001" y="1031884"/>
                  </a:lnTo>
                  <a:lnTo>
                    <a:pt x="213018" y="1031856"/>
                  </a:lnTo>
                  <a:lnTo>
                    <a:pt x="213034" y="1031837"/>
                  </a:lnTo>
                  <a:lnTo>
                    <a:pt x="213078" y="1031809"/>
                  </a:lnTo>
                  <a:lnTo>
                    <a:pt x="213101" y="1031792"/>
                  </a:lnTo>
                  <a:lnTo>
                    <a:pt x="213134" y="1031763"/>
                  </a:lnTo>
                  <a:lnTo>
                    <a:pt x="213175" y="1031722"/>
                  </a:lnTo>
                  <a:lnTo>
                    <a:pt x="213211" y="1031685"/>
                  </a:lnTo>
                  <a:lnTo>
                    <a:pt x="213230" y="1031654"/>
                  </a:lnTo>
                  <a:lnTo>
                    <a:pt x="213240" y="1031639"/>
                  </a:lnTo>
                  <a:lnTo>
                    <a:pt x="213239" y="1031620"/>
                  </a:lnTo>
                  <a:lnTo>
                    <a:pt x="213232" y="1031596"/>
                  </a:lnTo>
                  <a:lnTo>
                    <a:pt x="213225" y="1031575"/>
                  </a:lnTo>
                  <a:lnTo>
                    <a:pt x="213222" y="1031559"/>
                  </a:lnTo>
                  <a:lnTo>
                    <a:pt x="213229" y="1031543"/>
                  </a:lnTo>
                  <a:lnTo>
                    <a:pt x="213245" y="1031529"/>
                  </a:lnTo>
                  <a:lnTo>
                    <a:pt x="213271" y="1031519"/>
                  </a:lnTo>
                  <a:lnTo>
                    <a:pt x="213294" y="1031516"/>
                  </a:lnTo>
                  <a:lnTo>
                    <a:pt x="213305" y="1031512"/>
                  </a:lnTo>
                  <a:lnTo>
                    <a:pt x="213316" y="1031507"/>
                  </a:lnTo>
                  <a:lnTo>
                    <a:pt x="213341" y="1031495"/>
                  </a:lnTo>
                  <a:lnTo>
                    <a:pt x="213358" y="1031484"/>
                  </a:lnTo>
                  <a:lnTo>
                    <a:pt x="213370" y="1031473"/>
                  </a:lnTo>
                  <a:lnTo>
                    <a:pt x="213375" y="1031465"/>
                  </a:lnTo>
                  <a:lnTo>
                    <a:pt x="213378" y="1031453"/>
                  </a:lnTo>
                  <a:lnTo>
                    <a:pt x="213382" y="1031429"/>
                  </a:lnTo>
                  <a:lnTo>
                    <a:pt x="213389" y="1031396"/>
                  </a:lnTo>
                  <a:lnTo>
                    <a:pt x="213393" y="1031387"/>
                  </a:lnTo>
                  <a:lnTo>
                    <a:pt x="213394" y="1031381"/>
                  </a:lnTo>
                  <a:lnTo>
                    <a:pt x="213397" y="1031352"/>
                  </a:lnTo>
                  <a:lnTo>
                    <a:pt x="213406" y="1031328"/>
                  </a:lnTo>
                  <a:lnTo>
                    <a:pt x="213435" y="1031284"/>
                  </a:lnTo>
                  <a:lnTo>
                    <a:pt x="213450" y="1031255"/>
                  </a:lnTo>
                  <a:lnTo>
                    <a:pt x="213458" y="1031231"/>
                  </a:lnTo>
                  <a:lnTo>
                    <a:pt x="213465" y="1031144"/>
                  </a:lnTo>
                  <a:lnTo>
                    <a:pt x="213465" y="1031102"/>
                  </a:lnTo>
                  <a:lnTo>
                    <a:pt x="213462" y="1031089"/>
                  </a:lnTo>
                  <a:lnTo>
                    <a:pt x="213452" y="1031070"/>
                  </a:lnTo>
                  <a:lnTo>
                    <a:pt x="213441" y="1031056"/>
                  </a:lnTo>
                  <a:lnTo>
                    <a:pt x="213434" y="1031036"/>
                  </a:lnTo>
                  <a:lnTo>
                    <a:pt x="213438" y="1031014"/>
                  </a:lnTo>
                  <a:lnTo>
                    <a:pt x="213447" y="1030993"/>
                  </a:lnTo>
                  <a:lnTo>
                    <a:pt x="213470" y="1030980"/>
                  </a:lnTo>
                  <a:lnTo>
                    <a:pt x="213481" y="1030983"/>
                  </a:lnTo>
                  <a:lnTo>
                    <a:pt x="213491" y="1030985"/>
                  </a:lnTo>
                  <a:lnTo>
                    <a:pt x="213504" y="1030985"/>
                  </a:lnTo>
                  <a:lnTo>
                    <a:pt x="213524" y="1030984"/>
                  </a:lnTo>
                  <a:lnTo>
                    <a:pt x="213529" y="1030984"/>
                  </a:lnTo>
                  <a:lnTo>
                    <a:pt x="213555" y="1030979"/>
                  </a:lnTo>
                  <a:lnTo>
                    <a:pt x="213571" y="1030972"/>
                  </a:lnTo>
                  <a:lnTo>
                    <a:pt x="213614" y="1030963"/>
                  </a:lnTo>
                  <a:lnTo>
                    <a:pt x="213665" y="1030941"/>
                  </a:lnTo>
                  <a:lnTo>
                    <a:pt x="213700" y="1030917"/>
                  </a:lnTo>
                  <a:lnTo>
                    <a:pt x="213724" y="1030888"/>
                  </a:lnTo>
                  <a:lnTo>
                    <a:pt x="213740" y="1030863"/>
                  </a:lnTo>
                  <a:lnTo>
                    <a:pt x="213759" y="1030844"/>
                  </a:lnTo>
                  <a:lnTo>
                    <a:pt x="213814" y="1030821"/>
                  </a:lnTo>
                  <a:lnTo>
                    <a:pt x="213847" y="1030801"/>
                  </a:lnTo>
                  <a:lnTo>
                    <a:pt x="213862" y="1030783"/>
                  </a:lnTo>
                  <a:lnTo>
                    <a:pt x="213863" y="1030771"/>
                  </a:lnTo>
                  <a:lnTo>
                    <a:pt x="213860" y="1030757"/>
                  </a:lnTo>
                  <a:lnTo>
                    <a:pt x="213859" y="1030740"/>
                  </a:lnTo>
                  <a:lnTo>
                    <a:pt x="213864" y="1030730"/>
                  </a:lnTo>
                  <a:lnTo>
                    <a:pt x="213883" y="1030721"/>
                  </a:lnTo>
                  <a:lnTo>
                    <a:pt x="213905" y="1030717"/>
                  </a:lnTo>
                  <a:lnTo>
                    <a:pt x="213929" y="1030715"/>
                  </a:lnTo>
                  <a:lnTo>
                    <a:pt x="213938" y="1030706"/>
                  </a:lnTo>
                  <a:lnTo>
                    <a:pt x="213950" y="1030691"/>
                  </a:lnTo>
                  <a:lnTo>
                    <a:pt x="213952" y="1030675"/>
                  </a:lnTo>
                  <a:lnTo>
                    <a:pt x="213949" y="1030648"/>
                  </a:lnTo>
                  <a:lnTo>
                    <a:pt x="213934" y="1030627"/>
                  </a:lnTo>
                  <a:lnTo>
                    <a:pt x="213922" y="1030606"/>
                  </a:lnTo>
                  <a:lnTo>
                    <a:pt x="213900" y="1030595"/>
                  </a:lnTo>
                  <a:lnTo>
                    <a:pt x="213884" y="1030581"/>
                  </a:lnTo>
                  <a:lnTo>
                    <a:pt x="213880" y="1030570"/>
                  </a:lnTo>
                  <a:lnTo>
                    <a:pt x="213864" y="1030555"/>
                  </a:lnTo>
                  <a:lnTo>
                    <a:pt x="213823" y="1030519"/>
                  </a:lnTo>
                  <a:lnTo>
                    <a:pt x="213781" y="1030480"/>
                  </a:lnTo>
                  <a:lnTo>
                    <a:pt x="213742" y="1030438"/>
                  </a:lnTo>
                  <a:lnTo>
                    <a:pt x="213712" y="1030394"/>
                  </a:lnTo>
                  <a:lnTo>
                    <a:pt x="213675" y="1030348"/>
                  </a:lnTo>
                  <a:lnTo>
                    <a:pt x="213634" y="1030291"/>
                  </a:lnTo>
                  <a:lnTo>
                    <a:pt x="213618" y="1030250"/>
                  </a:lnTo>
                  <a:lnTo>
                    <a:pt x="213614" y="1030218"/>
                  </a:lnTo>
                  <a:lnTo>
                    <a:pt x="213614" y="1030168"/>
                  </a:lnTo>
                  <a:lnTo>
                    <a:pt x="213606" y="1030131"/>
                  </a:lnTo>
                  <a:lnTo>
                    <a:pt x="213601" y="1030117"/>
                  </a:lnTo>
                  <a:lnTo>
                    <a:pt x="213597" y="1030089"/>
                  </a:lnTo>
                  <a:lnTo>
                    <a:pt x="213594" y="1030052"/>
                  </a:lnTo>
                  <a:lnTo>
                    <a:pt x="213593" y="1030009"/>
                  </a:lnTo>
                  <a:lnTo>
                    <a:pt x="213593" y="1029955"/>
                  </a:lnTo>
                  <a:lnTo>
                    <a:pt x="213592" y="1029892"/>
                  </a:lnTo>
                  <a:lnTo>
                    <a:pt x="213586" y="1029866"/>
                  </a:lnTo>
                  <a:lnTo>
                    <a:pt x="213585" y="1029857"/>
                  </a:lnTo>
                  <a:lnTo>
                    <a:pt x="213578" y="1029843"/>
                  </a:lnTo>
                  <a:lnTo>
                    <a:pt x="213553" y="1029824"/>
                  </a:lnTo>
                  <a:lnTo>
                    <a:pt x="213529" y="1029806"/>
                  </a:lnTo>
                  <a:lnTo>
                    <a:pt x="213524" y="1029803"/>
                  </a:lnTo>
                  <a:lnTo>
                    <a:pt x="213507" y="1029779"/>
                  </a:lnTo>
                  <a:lnTo>
                    <a:pt x="213491" y="1029758"/>
                  </a:lnTo>
                  <a:lnTo>
                    <a:pt x="213470" y="1029729"/>
                  </a:lnTo>
                  <a:lnTo>
                    <a:pt x="213460" y="1029712"/>
                  </a:lnTo>
                  <a:lnTo>
                    <a:pt x="213457" y="1029700"/>
                  </a:lnTo>
                  <a:lnTo>
                    <a:pt x="213451" y="1029675"/>
                  </a:lnTo>
                  <a:lnTo>
                    <a:pt x="213451" y="1029655"/>
                  </a:lnTo>
                  <a:lnTo>
                    <a:pt x="213437" y="1029629"/>
                  </a:lnTo>
                  <a:lnTo>
                    <a:pt x="213415" y="1029593"/>
                  </a:lnTo>
                  <a:lnTo>
                    <a:pt x="213407" y="1029578"/>
                  </a:lnTo>
                  <a:lnTo>
                    <a:pt x="213399" y="1029572"/>
                  </a:lnTo>
                  <a:lnTo>
                    <a:pt x="213371" y="1029593"/>
                  </a:lnTo>
                  <a:lnTo>
                    <a:pt x="213305" y="1029631"/>
                  </a:lnTo>
                  <a:lnTo>
                    <a:pt x="213275" y="1029644"/>
                  </a:lnTo>
                  <a:lnTo>
                    <a:pt x="213228" y="1029654"/>
                  </a:lnTo>
                  <a:lnTo>
                    <a:pt x="213185" y="1029660"/>
                  </a:lnTo>
                  <a:lnTo>
                    <a:pt x="213162" y="1029659"/>
                  </a:lnTo>
                  <a:lnTo>
                    <a:pt x="213102" y="1029655"/>
                  </a:lnTo>
                  <a:lnTo>
                    <a:pt x="213057" y="1029649"/>
                  </a:lnTo>
                  <a:lnTo>
                    <a:pt x="213011" y="1029634"/>
                  </a:lnTo>
                  <a:lnTo>
                    <a:pt x="212991" y="1029618"/>
                  </a:lnTo>
                  <a:lnTo>
                    <a:pt x="212982" y="1029605"/>
                  </a:lnTo>
                  <a:lnTo>
                    <a:pt x="212973" y="1029581"/>
                  </a:lnTo>
                  <a:lnTo>
                    <a:pt x="212967" y="1029569"/>
                  </a:lnTo>
                  <a:lnTo>
                    <a:pt x="212942" y="1029568"/>
                  </a:lnTo>
                  <a:lnTo>
                    <a:pt x="212920" y="1029561"/>
                  </a:lnTo>
                  <a:lnTo>
                    <a:pt x="212883" y="1029556"/>
                  </a:lnTo>
                  <a:lnTo>
                    <a:pt x="212863" y="1029549"/>
                  </a:lnTo>
                  <a:lnTo>
                    <a:pt x="212830" y="1029533"/>
                  </a:lnTo>
                  <a:lnTo>
                    <a:pt x="212787" y="1029522"/>
                  </a:lnTo>
                  <a:lnTo>
                    <a:pt x="212735" y="1029510"/>
                  </a:lnTo>
                  <a:lnTo>
                    <a:pt x="212704" y="1029501"/>
                  </a:lnTo>
                  <a:lnTo>
                    <a:pt x="212680" y="1029486"/>
                  </a:lnTo>
                  <a:lnTo>
                    <a:pt x="212665" y="1029468"/>
                  </a:lnTo>
                  <a:lnTo>
                    <a:pt x="212663" y="1029450"/>
                  </a:lnTo>
                  <a:lnTo>
                    <a:pt x="212662" y="1029415"/>
                  </a:lnTo>
                  <a:lnTo>
                    <a:pt x="212660" y="1029390"/>
                  </a:lnTo>
                  <a:lnTo>
                    <a:pt x="212648" y="1029375"/>
                  </a:lnTo>
                  <a:lnTo>
                    <a:pt x="212634" y="1029367"/>
                  </a:lnTo>
                  <a:lnTo>
                    <a:pt x="212606" y="1029357"/>
                  </a:lnTo>
                  <a:lnTo>
                    <a:pt x="212587" y="1029342"/>
                  </a:lnTo>
                  <a:lnTo>
                    <a:pt x="212562" y="1029317"/>
                  </a:lnTo>
                  <a:lnTo>
                    <a:pt x="212535" y="1029293"/>
                  </a:lnTo>
                  <a:lnTo>
                    <a:pt x="212529" y="1029280"/>
                  </a:lnTo>
                  <a:lnTo>
                    <a:pt x="212527" y="1029261"/>
                  </a:lnTo>
                  <a:lnTo>
                    <a:pt x="212519" y="1029221"/>
                  </a:lnTo>
                  <a:lnTo>
                    <a:pt x="212507" y="1029170"/>
                  </a:lnTo>
                  <a:lnTo>
                    <a:pt x="212501" y="1029155"/>
                  </a:lnTo>
                  <a:lnTo>
                    <a:pt x="212495" y="1029149"/>
                  </a:lnTo>
                  <a:lnTo>
                    <a:pt x="212477" y="1029133"/>
                  </a:lnTo>
                  <a:lnTo>
                    <a:pt x="212471" y="1029120"/>
                  </a:lnTo>
                  <a:lnTo>
                    <a:pt x="212471" y="1029113"/>
                  </a:lnTo>
                  <a:lnTo>
                    <a:pt x="212482" y="1029101"/>
                  </a:lnTo>
                  <a:lnTo>
                    <a:pt x="212493" y="1029089"/>
                  </a:lnTo>
                  <a:lnTo>
                    <a:pt x="212504" y="1029065"/>
                  </a:lnTo>
                  <a:lnTo>
                    <a:pt x="212534" y="1029022"/>
                  </a:lnTo>
                  <a:lnTo>
                    <a:pt x="212595" y="1028936"/>
                  </a:lnTo>
                  <a:lnTo>
                    <a:pt x="212608" y="1028906"/>
                  </a:lnTo>
                  <a:lnTo>
                    <a:pt x="212608" y="1028868"/>
                  </a:lnTo>
                  <a:lnTo>
                    <a:pt x="212620" y="1028836"/>
                  </a:lnTo>
                  <a:lnTo>
                    <a:pt x="212668" y="1028812"/>
                  </a:lnTo>
                  <a:lnTo>
                    <a:pt x="212696" y="1028791"/>
                  </a:lnTo>
                  <a:lnTo>
                    <a:pt x="212707" y="1028768"/>
                  </a:lnTo>
                  <a:lnTo>
                    <a:pt x="212731" y="1028747"/>
                  </a:lnTo>
                  <a:lnTo>
                    <a:pt x="212771" y="1028724"/>
                  </a:lnTo>
                  <a:lnTo>
                    <a:pt x="212795" y="1028682"/>
                  </a:lnTo>
                  <a:lnTo>
                    <a:pt x="212816" y="1028646"/>
                  </a:lnTo>
                  <a:lnTo>
                    <a:pt x="212816" y="1028628"/>
                  </a:lnTo>
                  <a:lnTo>
                    <a:pt x="212801" y="1028590"/>
                  </a:lnTo>
                  <a:lnTo>
                    <a:pt x="212773" y="1028545"/>
                  </a:lnTo>
                  <a:lnTo>
                    <a:pt x="212751" y="1028492"/>
                  </a:lnTo>
                  <a:lnTo>
                    <a:pt x="212746" y="1028459"/>
                  </a:lnTo>
                  <a:lnTo>
                    <a:pt x="212745" y="1028416"/>
                  </a:lnTo>
                  <a:lnTo>
                    <a:pt x="212756" y="1028386"/>
                  </a:lnTo>
                  <a:lnTo>
                    <a:pt x="212781" y="1028351"/>
                  </a:lnTo>
                  <a:lnTo>
                    <a:pt x="212784" y="1028322"/>
                  </a:lnTo>
                  <a:lnTo>
                    <a:pt x="212789" y="1028248"/>
                  </a:lnTo>
                  <a:lnTo>
                    <a:pt x="212795" y="1028230"/>
                  </a:lnTo>
                  <a:lnTo>
                    <a:pt x="212822" y="1028224"/>
                  </a:lnTo>
                  <a:lnTo>
                    <a:pt x="212850" y="1028185"/>
                  </a:lnTo>
                  <a:lnTo>
                    <a:pt x="212872" y="1028118"/>
                  </a:lnTo>
                  <a:lnTo>
                    <a:pt x="212880" y="1028093"/>
                  </a:lnTo>
                  <a:lnTo>
                    <a:pt x="212879" y="1028060"/>
                  </a:lnTo>
                  <a:lnTo>
                    <a:pt x="212876" y="1028025"/>
                  </a:lnTo>
                  <a:lnTo>
                    <a:pt x="212886" y="1027902"/>
                  </a:lnTo>
                  <a:lnTo>
                    <a:pt x="212878" y="1027851"/>
                  </a:lnTo>
                  <a:lnTo>
                    <a:pt x="212870" y="1027821"/>
                  </a:lnTo>
                  <a:lnTo>
                    <a:pt x="212831" y="1027766"/>
                  </a:lnTo>
                  <a:lnTo>
                    <a:pt x="212757" y="1027665"/>
                  </a:lnTo>
                  <a:lnTo>
                    <a:pt x="212727" y="1027622"/>
                  </a:lnTo>
                  <a:lnTo>
                    <a:pt x="212703" y="1027586"/>
                  </a:lnTo>
                  <a:lnTo>
                    <a:pt x="212689" y="1027572"/>
                  </a:lnTo>
                  <a:lnTo>
                    <a:pt x="212675" y="1027567"/>
                  </a:lnTo>
                  <a:lnTo>
                    <a:pt x="212655" y="1027575"/>
                  </a:lnTo>
                  <a:lnTo>
                    <a:pt x="212605" y="1027589"/>
                  </a:lnTo>
                  <a:lnTo>
                    <a:pt x="212532" y="1027618"/>
                  </a:lnTo>
                  <a:lnTo>
                    <a:pt x="212495" y="1027631"/>
                  </a:lnTo>
                  <a:lnTo>
                    <a:pt x="212419" y="1027647"/>
                  </a:lnTo>
                  <a:lnTo>
                    <a:pt x="212371" y="1027656"/>
                  </a:lnTo>
                  <a:lnTo>
                    <a:pt x="212313" y="1027661"/>
                  </a:lnTo>
                  <a:lnTo>
                    <a:pt x="212272" y="1027658"/>
                  </a:lnTo>
                  <a:lnTo>
                    <a:pt x="212232" y="1027653"/>
                  </a:lnTo>
                  <a:lnTo>
                    <a:pt x="212212" y="1027642"/>
                  </a:lnTo>
                  <a:lnTo>
                    <a:pt x="212192" y="1027617"/>
                  </a:lnTo>
                  <a:lnTo>
                    <a:pt x="212181" y="1027592"/>
                  </a:lnTo>
                  <a:lnTo>
                    <a:pt x="212169" y="1027564"/>
                  </a:lnTo>
                  <a:lnTo>
                    <a:pt x="212157" y="1027548"/>
                  </a:lnTo>
                  <a:lnTo>
                    <a:pt x="212124" y="1027491"/>
                  </a:lnTo>
                  <a:lnTo>
                    <a:pt x="212105" y="1027454"/>
                  </a:lnTo>
                  <a:lnTo>
                    <a:pt x="212102" y="1027395"/>
                  </a:lnTo>
                  <a:lnTo>
                    <a:pt x="212096" y="1027375"/>
                  </a:lnTo>
                  <a:lnTo>
                    <a:pt x="212090" y="1027334"/>
                  </a:lnTo>
                  <a:lnTo>
                    <a:pt x="212073" y="1027309"/>
                  </a:lnTo>
                  <a:lnTo>
                    <a:pt x="212058" y="1027282"/>
                  </a:lnTo>
                  <a:lnTo>
                    <a:pt x="212049" y="1027262"/>
                  </a:lnTo>
                  <a:lnTo>
                    <a:pt x="212029" y="1027216"/>
                  </a:lnTo>
                  <a:lnTo>
                    <a:pt x="212010" y="1027194"/>
                  </a:lnTo>
                  <a:lnTo>
                    <a:pt x="211967" y="1027175"/>
                  </a:lnTo>
                  <a:lnTo>
                    <a:pt x="211939" y="1027156"/>
                  </a:lnTo>
                  <a:lnTo>
                    <a:pt x="211923" y="1027142"/>
                  </a:lnTo>
                  <a:lnTo>
                    <a:pt x="211900" y="1027121"/>
                  </a:lnTo>
                  <a:lnTo>
                    <a:pt x="211883" y="1027098"/>
                  </a:lnTo>
                  <a:lnTo>
                    <a:pt x="211877" y="1027087"/>
                  </a:lnTo>
                  <a:lnTo>
                    <a:pt x="211870" y="1027069"/>
                  </a:lnTo>
                  <a:lnTo>
                    <a:pt x="211841" y="1027042"/>
                  </a:lnTo>
                  <a:lnTo>
                    <a:pt x="211808" y="1027029"/>
                  </a:lnTo>
                  <a:lnTo>
                    <a:pt x="211787" y="1027014"/>
                  </a:lnTo>
                  <a:lnTo>
                    <a:pt x="211738" y="1026944"/>
                  </a:lnTo>
                  <a:lnTo>
                    <a:pt x="211715" y="1026915"/>
                  </a:lnTo>
                  <a:lnTo>
                    <a:pt x="211705" y="1026887"/>
                  </a:lnTo>
                  <a:lnTo>
                    <a:pt x="211679" y="1026858"/>
                  </a:lnTo>
                  <a:lnTo>
                    <a:pt x="211662" y="1026823"/>
                  </a:lnTo>
                  <a:lnTo>
                    <a:pt x="211649" y="1026785"/>
                  </a:lnTo>
                  <a:lnTo>
                    <a:pt x="211632" y="1026668"/>
                  </a:lnTo>
                  <a:lnTo>
                    <a:pt x="211623" y="1026628"/>
                  </a:lnTo>
                  <a:lnTo>
                    <a:pt x="211600" y="1026579"/>
                  </a:lnTo>
                  <a:lnTo>
                    <a:pt x="211597" y="1026549"/>
                  </a:lnTo>
                  <a:lnTo>
                    <a:pt x="211585" y="1026507"/>
                  </a:lnTo>
                  <a:lnTo>
                    <a:pt x="211585" y="1026463"/>
                  </a:lnTo>
                  <a:lnTo>
                    <a:pt x="211594" y="1026446"/>
                  </a:lnTo>
                  <a:lnTo>
                    <a:pt x="211630" y="1026412"/>
                  </a:lnTo>
                  <a:lnTo>
                    <a:pt x="211649" y="1026387"/>
                  </a:lnTo>
                  <a:lnTo>
                    <a:pt x="211669" y="1026368"/>
                  </a:lnTo>
                  <a:lnTo>
                    <a:pt x="211708" y="1026358"/>
                  </a:lnTo>
                  <a:lnTo>
                    <a:pt x="211737" y="1026352"/>
                  </a:lnTo>
                  <a:lnTo>
                    <a:pt x="211763" y="1026340"/>
                  </a:lnTo>
                  <a:lnTo>
                    <a:pt x="211813" y="1026316"/>
                  </a:lnTo>
                  <a:lnTo>
                    <a:pt x="211900" y="1026294"/>
                  </a:lnTo>
                  <a:lnTo>
                    <a:pt x="211942" y="1026284"/>
                  </a:lnTo>
                  <a:lnTo>
                    <a:pt x="211964" y="1026277"/>
                  </a:lnTo>
                  <a:lnTo>
                    <a:pt x="212004" y="1026254"/>
                  </a:lnTo>
                  <a:lnTo>
                    <a:pt x="212025" y="1026247"/>
                  </a:lnTo>
                  <a:lnTo>
                    <a:pt x="212062" y="1026241"/>
                  </a:lnTo>
                  <a:lnTo>
                    <a:pt x="212115" y="1026240"/>
                  </a:lnTo>
                  <a:lnTo>
                    <a:pt x="212143" y="1026245"/>
                  </a:lnTo>
                  <a:lnTo>
                    <a:pt x="212166" y="1026238"/>
                  </a:lnTo>
                  <a:lnTo>
                    <a:pt x="212185" y="1026208"/>
                  </a:lnTo>
                  <a:lnTo>
                    <a:pt x="212218" y="1026171"/>
                  </a:lnTo>
                  <a:lnTo>
                    <a:pt x="212248" y="1026145"/>
                  </a:lnTo>
                  <a:lnTo>
                    <a:pt x="212264" y="1026115"/>
                  </a:lnTo>
                  <a:lnTo>
                    <a:pt x="212265" y="1026094"/>
                  </a:lnTo>
                  <a:lnTo>
                    <a:pt x="212264" y="1026077"/>
                  </a:lnTo>
                  <a:lnTo>
                    <a:pt x="212249" y="1026051"/>
                  </a:lnTo>
                  <a:lnTo>
                    <a:pt x="212230" y="1025998"/>
                  </a:lnTo>
                  <a:lnTo>
                    <a:pt x="212217" y="1025943"/>
                  </a:lnTo>
                  <a:lnTo>
                    <a:pt x="212219" y="1025898"/>
                  </a:lnTo>
                  <a:lnTo>
                    <a:pt x="212223" y="1025855"/>
                  </a:lnTo>
                  <a:lnTo>
                    <a:pt x="212242" y="1025824"/>
                  </a:lnTo>
                  <a:lnTo>
                    <a:pt x="212270" y="1025794"/>
                  </a:lnTo>
                  <a:lnTo>
                    <a:pt x="212278" y="1025756"/>
                  </a:lnTo>
                  <a:lnTo>
                    <a:pt x="212280" y="1025747"/>
                  </a:lnTo>
                  <a:lnTo>
                    <a:pt x="212283" y="1025738"/>
                  </a:lnTo>
                  <a:lnTo>
                    <a:pt x="212288" y="1025717"/>
                  </a:lnTo>
                  <a:lnTo>
                    <a:pt x="212294" y="1025695"/>
                  </a:lnTo>
                  <a:lnTo>
                    <a:pt x="212293" y="1025682"/>
                  </a:lnTo>
                  <a:lnTo>
                    <a:pt x="212293" y="1025650"/>
                  </a:lnTo>
                  <a:lnTo>
                    <a:pt x="212293" y="1025609"/>
                  </a:lnTo>
                  <a:lnTo>
                    <a:pt x="212296" y="1025574"/>
                  </a:lnTo>
                  <a:lnTo>
                    <a:pt x="212298" y="1025555"/>
                  </a:lnTo>
                  <a:lnTo>
                    <a:pt x="212301" y="1025550"/>
                  </a:lnTo>
                  <a:lnTo>
                    <a:pt x="212305" y="1025531"/>
                  </a:lnTo>
                  <a:lnTo>
                    <a:pt x="212305" y="1025517"/>
                  </a:lnTo>
                  <a:lnTo>
                    <a:pt x="212298" y="1025499"/>
                  </a:lnTo>
                  <a:lnTo>
                    <a:pt x="212292" y="1025491"/>
                  </a:lnTo>
                  <a:lnTo>
                    <a:pt x="212278" y="1025480"/>
                  </a:lnTo>
                  <a:lnTo>
                    <a:pt x="212271" y="1025474"/>
                  </a:lnTo>
                  <a:lnTo>
                    <a:pt x="212270" y="1025468"/>
                  </a:lnTo>
                  <a:lnTo>
                    <a:pt x="212273" y="1025462"/>
                  </a:lnTo>
                  <a:lnTo>
                    <a:pt x="212284" y="1025457"/>
                  </a:lnTo>
                  <a:lnTo>
                    <a:pt x="212295" y="1025453"/>
                  </a:lnTo>
                  <a:lnTo>
                    <a:pt x="212308" y="1025437"/>
                  </a:lnTo>
                  <a:lnTo>
                    <a:pt x="212339" y="1025403"/>
                  </a:lnTo>
                  <a:lnTo>
                    <a:pt x="212348" y="1025386"/>
                  </a:lnTo>
                  <a:lnTo>
                    <a:pt x="212337" y="1025366"/>
                  </a:lnTo>
                  <a:lnTo>
                    <a:pt x="212283" y="1025307"/>
                  </a:lnTo>
                  <a:lnTo>
                    <a:pt x="212257" y="1025273"/>
                  </a:lnTo>
                  <a:lnTo>
                    <a:pt x="212244" y="1025234"/>
                  </a:lnTo>
                  <a:lnTo>
                    <a:pt x="212235" y="1025199"/>
                  </a:lnTo>
                  <a:lnTo>
                    <a:pt x="212229" y="1025165"/>
                  </a:lnTo>
                  <a:lnTo>
                    <a:pt x="212208" y="1025093"/>
                  </a:lnTo>
                  <a:lnTo>
                    <a:pt x="212212" y="1025065"/>
                  </a:lnTo>
                  <a:lnTo>
                    <a:pt x="212218" y="1025041"/>
                  </a:lnTo>
                  <a:lnTo>
                    <a:pt x="212238" y="1024983"/>
                  </a:lnTo>
                  <a:lnTo>
                    <a:pt x="212243" y="1024930"/>
                  </a:lnTo>
                  <a:lnTo>
                    <a:pt x="212233" y="1024893"/>
                  </a:lnTo>
                  <a:lnTo>
                    <a:pt x="212237" y="1024871"/>
                  </a:lnTo>
                  <a:lnTo>
                    <a:pt x="212245" y="1024844"/>
                  </a:lnTo>
                  <a:lnTo>
                    <a:pt x="212268" y="1024787"/>
                  </a:lnTo>
                  <a:lnTo>
                    <a:pt x="212287" y="1024736"/>
                  </a:lnTo>
                  <a:lnTo>
                    <a:pt x="212298" y="1024694"/>
                  </a:lnTo>
                  <a:lnTo>
                    <a:pt x="212297" y="1024662"/>
                  </a:lnTo>
                  <a:lnTo>
                    <a:pt x="212285" y="1024644"/>
                  </a:lnTo>
                  <a:lnTo>
                    <a:pt x="212278" y="1024623"/>
                  </a:lnTo>
                  <a:lnTo>
                    <a:pt x="212276" y="1024604"/>
                  </a:lnTo>
                  <a:lnTo>
                    <a:pt x="212287" y="1024576"/>
                  </a:lnTo>
                  <a:lnTo>
                    <a:pt x="212299" y="1024554"/>
                  </a:lnTo>
                  <a:lnTo>
                    <a:pt x="212304" y="1024528"/>
                  </a:lnTo>
                  <a:lnTo>
                    <a:pt x="212308" y="1024504"/>
                  </a:lnTo>
                  <a:lnTo>
                    <a:pt x="212312" y="1024442"/>
                  </a:lnTo>
                  <a:lnTo>
                    <a:pt x="212313" y="1024403"/>
                  </a:lnTo>
                  <a:lnTo>
                    <a:pt x="212314" y="1024356"/>
                  </a:lnTo>
                  <a:lnTo>
                    <a:pt x="212323" y="1024277"/>
                  </a:lnTo>
                  <a:lnTo>
                    <a:pt x="212324" y="1024233"/>
                  </a:lnTo>
                  <a:lnTo>
                    <a:pt x="212326" y="1024210"/>
                  </a:lnTo>
                  <a:lnTo>
                    <a:pt x="212326" y="1024178"/>
                  </a:lnTo>
                  <a:lnTo>
                    <a:pt x="212316" y="1024157"/>
                  </a:lnTo>
                  <a:lnTo>
                    <a:pt x="212310" y="1024133"/>
                  </a:lnTo>
                  <a:lnTo>
                    <a:pt x="212306" y="1024089"/>
                  </a:lnTo>
                  <a:lnTo>
                    <a:pt x="212293" y="1024063"/>
                  </a:lnTo>
                  <a:lnTo>
                    <a:pt x="212292" y="1024050"/>
                  </a:lnTo>
                  <a:lnTo>
                    <a:pt x="212304" y="1024030"/>
                  </a:lnTo>
                  <a:lnTo>
                    <a:pt x="212325" y="1023995"/>
                  </a:lnTo>
                  <a:lnTo>
                    <a:pt x="212334" y="1023958"/>
                  </a:lnTo>
                  <a:lnTo>
                    <a:pt x="212334" y="1023927"/>
                  </a:lnTo>
                  <a:lnTo>
                    <a:pt x="212341" y="1023892"/>
                  </a:lnTo>
                  <a:lnTo>
                    <a:pt x="212352" y="1023866"/>
                  </a:lnTo>
                  <a:lnTo>
                    <a:pt x="212357" y="1023854"/>
                  </a:lnTo>
                  <a:lnTo>
                    <a:pt x="212350" y="1023849"/>
                  </a:lnTo>
                  <a:lnTo>
                    <a:pt x="212338" y="1023847"/>
                  </a:lnTo>
                  <a:lnTo>
                    <a:pt x="212299" y="1023834"/>
                  </a:lnTo>
                  <a:lnTo>
                    <a:pt x="212284" y="1023829"/>
                  </a:lnTo>
                  <a:lnTo>
                    <a:pt x="212260" y="1023823"/>
                  </a:lnTo>
                  <a:lnTo>
                    <a:pt x="212208" y="1023812"/>
                  </a:lnTo>
                  <a:lnTo>
                    <a:pt x="212130" y="1023796"/>
                  </a:lnTo>
                  <a:lnTo>
                    <a:pt x="212086" y="1023791"/>
                  </a:lnTo>
                  <a:lnTo>
                    <a:pt x="212065" y="1023781"/>
                  </a:lnTo>
                  <a:lnTo>
                    <a:pt x="212041" y="1023755"/>
                  </a:lnTo>
                  <a:lnTo>
                    <a:pt x="212023" y="1023735"/>
                  </a:lnTo>
                  <a:lnTo>
                    <a:pt x="212005" y="1023722"/>
                  </a:lnTo>
                  <a:lnTo>
                    <a:pt x="211999" y="1023701"/>
                  </a:lnTo>
                  <a:lnTo>
                    <a:pt x="211990" y="1023688"/>
                  </a:lnTo>
                  <a:lnTo>
                    <a:pt x="211970" y="1023679"/>
                  </a:lnTo>
                  <a:lnTo>
                    <a:pt x="211948" y="1023668"/>
                  </a:lnTo>
                  <a:lnTo>
                    <a:pt x="211936" y="1023659"/>
                  </a:lnTo>
                  <a:lnTo>
                    <a:pt x="211928" y="1023638"/>
                  </a:lnTo>
                  <a:lnTo>
                    <a:pt x="211927" y="1023609"/>
                  </a:lnTo>
                  <a:lnTo>
                    <a:pt x="211910" y="1023583"/>
                  </a:lnTo>
                  <a:lnTo>
                    <a:pt x="211898" y="1023553"/>
                  </a:lnTo>
                  <a:lnTo>
                    <a:pt x="211901" y="1023525"/>
                  </a:lnTo>
                  <a:lnTo>
                    <a:pt x="211904" y="1023485"/>
                  </a:lnTo>
                  <a:lnTo>
                    <a:pt x="211907" y="1023415"/>
                  </a:lnTo>
                  <a:lnTo>
                    <a:pt x="211903" y="1023384"/>
                  </a:lnTo>
                  <a:lnTo>
                    <a:pt x="211896" y="1023366"/>
                  </a:lnTo>
                  <a:lnTo>
                    <a:pt x="211886" y="1023353"/>
                  </a:lnTo>
                  <a:lnTo>
                    <a:pt x="211877" y="1023336"/>
                  </a:lnTo>
                  <a:lnTo>
                    <a:pt x="211864" y="1023306"/>
                  </a:lnTo>
                  <a:lnTo>
                    <a:pt x="211848" y="1023283"/>
                  </a:lnTo>
                  <a:lnTo>
                    <a:pt x="211822" y="1023275"/>
                  </a:lnTo>
                  <a:lnTo>
                    <a:pt x="211787" y="1023255"/>
                  </a:lnTo>
                  <a:lnTo>
                    <a:pt x="211748" y="1023232"/>
                  </a:lnTo>
                  <a:lnTo>
                    <a:pt x="211702" y="1023228"/>
                  </a:lnTo>
                  <a:lnTo>
                    <a:pt x="211640" y="1023208"/>
                  </a:lnTo>
                  <a:lnTo>
                    <a:pt x="211608" y="1023207"/>
                  </a:lnTo>
                  <a:lnTo>
                    <a:pt x="211577" y="1023194"/>
                  </a:lnTo>
                  <a:lnTo>
                    <a:pt x="211558" y="1023178"/>
                  </a:lnTo>
                  <a:lnTo>
                    <a:pt x="211543" y="1023155"/>
                  </a:lnTo>
                  <a:lnTo>
                    <a:pt x="211526" y="1023124"/>
                  </a:lnTo>
                  <a:lnTo>
                    <a:pt x="211500" y="1023094"/>
                  </a:lnTo>
                  <a:lnTo>
                    <a:pt x="211454" y="1023062"/>
                  </a:lnTo>
                  <a:lnTo>
                    <a:pt x="211414" y="1023040"/>
                  </a:lnTo>
                  <a:lnTo>
                    <a:pt x="211399" y="1023024"/>
                  </a:lnTo>
                  <a:lnTo>
                    <a:pt x="211407" y="1023005"/>
                  </a:lnTo>
                  <a:lnTo>
                    <a:pt x="211428" y="1022971"/>
                  </a:lnTo>
                  <a:lnTo>
                    <a:pt x="211456" y="1022925"/>
                  </a:lnTo>
                  <a:lnTo>
                    <a:pt x="211476" y="1022882"/>
                  </a:lnTo>
                  <a:lnTo>
                    <a:pt x="211502" y="1022843"/>
                  </a:lnTo>
                  <a:lnTo>
                    <a:pt x="211532" y="1022796"/>
                  </a:lnTo>
                  <a:lnTo>
                    <a:pt x="211564" y="1022732"/>
                  </a:lnTo>
                  <a:lnTo>
                    <a:pt x="211581" y="1022681"/>
                  </a:lnTo>
                  <a:lnTo>
                    <a:pt x="211599" y="1022622"/>
                  </a:lnTo>
                  <a:lnTo>
                    <a:pt x="211601" y="1022599"/>
                  </a:lnTo>
                  <a:lnTo>
                    <a:pt x="211604" y="1022567"/>
                  </a:lnTo>
                  <a:lnTo>
                    <a:pt x="211595" y="1022545"/>
                  </a:lnTo>
                  <a:lnTo>
                    <a:pt x="211590" y="1022525"/>
                  </a:lnTo>
                  <a:lnTo>
                    <a:pt x="211573" y="1022510"/>
                  </a:lnTo>
                  <a:lnTo>
                    <a:pt x="211547" y="1022493"/>
                  </a:lnTo>
                  <a:lnTo>
                    <a:pt x="211528" y="1022479"/>
                  </a:lnTo>
                  <a:lnTo>
                    <a:pt x="211523" y="1022461"/>
                  </a:lnTo>
                  <a:lnTo>
                    <a:pt x="211509" y="1022434"/>
                  </a:lnTo>
                  <a:lnTo>
                    <a:pt x="211489" y="1022399"/>
                  </a:lnTo>
                  <a:lnTo>
                    <a:pt x="211459" y="1022370"/>
                  </a:lnTo>
                  <a:lnTo>
                    <a:pt x="211429" y="1022346"/>
                  </a:lnTo>
                  <a:lnTo>
                    <a:pt x="211396" y="1022327"/>
                  </a:lnTo>
                  <a:lnTo>
                    <a:pt x="211368" y="1022320"/>
                  </a:lnTo>
                  <a:lnTo>
                    <a:pt x="211295" y="1022317"/>
                  </a:lnTo>
                  <a:lnTo>
                    <a:pt x="211253" y="1022313"/>
                  </a:lnTo>
                  <a:lnTo>
                    <a:pt x="211218" y="1022308"/>
                  </a:lnTo>
                  <a:lnTo>
                    <a:pt x="211188" y="1022290"/>
                  </a:lnTo>
                  <a:lnTo>
                    <a:pt x="211167" y="1022282"/>
                  </a:lnTo>
                  <a:lnTo>
                    <a:pt x="211137" y="1022250"/>
                  </a:lnTo>
                  <a:lnTo>
                    <a:pt x="211108" y="1022221"/>
                  </a:lnTo>
                  <a:lnTo>
                    <a:pt x="211083" y="1022207"/>
                  </a:lnTo>
                  <a:lnTo>
                    <a:pt x="211048" y="1022180"/>
                  </a:lnTo>
                  <a:lnTo>
                    <a:pt x="211028" y="1022156"/>
                  </a:lnTo>
                  <a:lnTo>
                    <a:pt x="211000" y="1022143"/>
                  </a:lnTo>
                  <a:lnTo>
                    <a:pt x="210975" y="1022121"/>
                  </a:lnTo>
                  <a:lnTo>
                    <a:pt x="210968" y="1022098"/>
                  </a:lnTo>
                  <a:lnTo>
                    <a:pt x="210959" y="1022061"/>
                  </a:lnTo>
                  <a:lnTo>
                    <a:pt x="210948" y="1022030"/>
                  </a:lnTo>
                  <a:lnTo>
                    <a:pt x="210940" y="1021994"/>
                  </a:lnTo>
                  <a:lnTo>
                    <a:pt x="210935" y="1021960"/>
                  </a:lnTo>
                  <a:lnTo>
                    <a:pt x="210920" y="1021887"/>
                  </a:lnTo>
                  <a:lnTo>
                    <a:pt x="210912" y="1021847"/>
                  </a:lnTo>
                  <a:lnTo>
                    <a:pt x="210899" y="1021818"/>
                  </a:lnTo>
                  <a:lnTo>
                    <a:pt x="210877" y="1021799"/>
                  </a:lnTo>
                  <a:lnTo>
                    <a:pt x="210849" y="1021771"/>
                  </a:lnTo>
                  <a:lnTo>
                    <a:pt x="210812" y="1021738"/>
                  </a:lnTo>
                  <a:lnTo>
                    <a:pt x="210791" y="1021712"/>
                  </a:lnTo>
                  <a:lnTo>
                    <a:pt x="210776" y="1021690"/>
                  </a:lnTo>
                  <a:lnTo>
                    <a:pt x="210749" y="1021668"/>
                  </a:lnTo>
                  <a:lnTo>
                    <a:pt x="210718" y="1021655"/>
                  </a:lnTo>
                  <a:lnTo>
                    <a:pt x="210686" y="1021639"/>
                  </a:lnTo>
                  <a:lnTo>
                    <a:pt x="210679" y="1021627"/>
                  </a:lnTo>
                  <a:lnTo>
                    <a:pt x="210667" y="1021608"/>
                  </a:lnTo>
                  <a:lnTo>
                    <a:pt x="210656" y="1021602"/>
                  </a:lnTo>
                  <a:lnTo>
                    <a:pt x="210635" y="1021596"/>
                  </a:lnTo>
                  <a:lnTo>
                    <a:pt x="210613" y="1021594"/>
                  </a:lnTo>
                  <a:lnTo>
                    <a:pt x="210589" y="1021580"/>
                  </a:lnTo>
                  <a:lnTo>
                    <a:pt x="210571" y="1021558"/>
                  </a:lnTo>
                  <a:lnTo>
                    <a:pt x="210556" y="1021533"/>
                  </a:lnTo>
                  <a:lnTo>
                    <a:pt x="210547" y="1021503"/>
                  </a:lnTo>
                  <a:lnTo>
                    <a:pt x="210539" y="1021456"/>
                  </a:lnTo>
                  <a:lnTo>
                    <a:pt x="210532" y="1021427"/>
                  </a:lnTo>
                  <a:lnTo>
                    <a:pt x="210509" y="1021385"/>
                  </a:lnTo>
                  <a:lnTo>
                    <a:pt x="210474" y="1021332"/>
                  </a:lnTo>
                  <a:lnTo>
                    <a:pt x="210430" y="1021293"/>
                  </a:lnTo>
                  <a:lnTo>
                    <a:pt x="210408" y="1021256"/>
                  </a:lnTo>
                  <a:lnTo>
                    <a:pt x="210380" y="1021219"/>
                  </a:lnTo>
                  <a:lnTo>
                    <a:pt x="210371" y="1021194"/>
                  </a:lnTo>
                  <a:lnTo>
                    <a:pt x="210366" y="1021176"/>
                  </a:lnTo>
                  <a:lnTo>
                    <a:pt x="210369" y="1021129"/>
                  </a:lnTo>
                  <a:lnTo>
                    <a:pt x="210370" y="1021122"/>
                  </a:lnTo>
                  <a:lnTo>
                    <a:pt x="210371" y="1021111"/>
                  </a:lnTo>
                  <a:lnTo>
                    <a:pt x="210369" y="1021104"/>
                  </a:lnTo>
                  <a:lnTo>
                    <a:pt x="210365" y="1021099"/>
                  </a:lnTo>
                  <a:lnTo>
                    <a:pt x="210358" y="1021093"/>
                  </a:lnTo>
                  <a:lnTo>
                    <a:pt x="210348" y="1021085"/>
                  </a:lnTo>
                  <a:lnTo>
                    <a:pt x="210358" y="1021074"/>
                  </a:lnTo>
                  <a:lnTo>
                    <a:pt x="210366" y="1021066"/>
                  </a:lnTo>
                  <a:lnTo>
                    <a:pt x="210399" y="1021030"/>
                  </a:lnTo>
                  <a:lnTo>
                    <a:pt x="210435" y="1020983"/>
                  </a:lnTo>
                  <a:lnTo>
                    <a:pt x="210453" y="1020958"/>
                  </a:lnTo>
                  <a:lnTo>
                    <a:pt x="210462" y="1020941"/>
                  </a:lnTo>
                  <a:lnTo>
                    <a:pt x="210441" y="1020910"/>
                  </a:lnTo>
                  <a:lnTo>
                    <a:pt x="210395" y="1020862"/>
                  </a:lnTo>
                  <a:lnTo>
                    <a:pt x="210350" y="1020820"/>
                  </a:lnTo>
                  <a:lnTo>
                    <a:pt x="210342" y="1020806"/>
                  </a:lnTo>
                  <a:lnTo>
                    <a:pt x="210333" y="1020794"/>
                  </a:lnTo>
                  <a:lnTo>
                    <a:pt x="210324" y="1020783"/>
                  </a:lnTo>
                  <a:lnTo>
                    <a:pt x="210305" y="1020765"/>
                  </a:lnTo>
                  <a:lnTo>
                    <a:pt x="210282" y="1020734"/>
                  </a:lnTo>
                  <a:lnTo>
                    <a:pt x="210253" y="1020699"/>
                  </a:lnTo>
                  <a:lnTo>
                    <a:pt x="210235" y="1020656"/>
                  </a:lnTo>
                  <a:lnTo>
                    <a:pt x="210229" y="1020636"/>
                  </a:lnTo>
                  <a:lnTo>
                    <a:pt x="210221" y="1020620"/>
                  </a:lnTo>
                  <a:lnTo>
                    <a:pt x="210203" y="1020592"/>
                  </a:lnTo>
                  <a:lnTo>
                    <a:pt x="210180" y="1020549"/>
                  </a:lnTo>
                  <a:lnTo>
                    <a:pt x="210156" y="1020527"/>
                  </a:lnTo>
                  <a:lnTo>
                    <a:pt x="210124" y="1020483"/>
                  </a:lnTo>
                  <a:lnTo>
                    <a:pt x="210089" y="1020445"/>
                  </a:lnTo>
                  <a:lnTo>
                    <a:pt x="210034" y="1020388"/>
                  </a:lnTo>
                  <a:lnTo>
                    <a:pt x="210014" y="1020369"/>
                  </a:lnTo>
                  <a:lnTo>
                    <a:pt x="209989" y="1020343"/>
                  </a:lnTo>
                  <a:lnTo>
                    <a:pt x="209968" y="1020329"/>
                  </a:lnTo>
                  <a:lnTo>
                    <a:pt x="209922" y="1020315"/>
                  </a:lnTo>
                  <a:lnTo>
                    <a:pt x="209859" y="1020299"/>
                  </a:lnTo>
                  <a:lnTo>
                    <a:pt x="209813" y="1020289"/>
                  </a:lnTo>
                  <a:lnTo>
                    <a:pt x="209785" y="1020272"/>
                  </a:lnTo>
                  <a:lnTo>
                    <a:pt x="209749" y="1020244"/>
                  </a:lnTo>
                  <a:lnTo>
                    <a:pt x="209728" y="1020201"/>
                  </a:lnTo>
                  <a:lnTo>
                    <a:pt x="209716" y="1020157"/>
                  </a:lnTo>
                  <a:lnTo>
                    <a:pt x="209711" y="1020144"/>
                  </a:lnTo>
                  <a:lnTo>
                    <a:pt x="209710" y="1020138"/>
                  </a:lnTo>
                  <a:lnTo>
                    <a:pt x="209706" y="1020122"/>
                  </a:lnTo>
                  <a:lnTo>
                    <a:pt x="209697" y="1020109"/>
                  </a:lnTo>
                  <a:lnTo>
                    <a:pt x="209693" y="1020106"/>
                  </a:lnTo>
                  <a:lnTo>
                    <a:pt x="209668" y="1020098"/>
                  </a:lnTo>
                  <a:lnTo>
                    <a:pt x="209638" y="1020076"/>
                  </a:lnTo>
                  <a:lnTo>
                    <a:pt x="209625" y="1020050"/>
                  </a:lnTo>
                  <a:lnTo>
                    <a:pt x="209593" y="1020020"/>
                  </a:lnTo>
                  <a:lnTo>
                    <a:pt x="209581" y="1020015"/>
                  </a:lnTo>
                  <a:lnTo>
                    <a:pt x="209556" y="1020008"/>
                  </a:lnTo>
                  <a:lnTo>
                    <a:pt x="209522" y="1020001"/>
                  </a:lnTo>
                  <a:lnTo>
                    <a:pt x="209501" y="1019994"/>
                  </a:lnTo>
                  <a:lnTo>
                    <a:pt x="209476" y="1019980"/>
                  </a:lnTo>
                  <a:lnTo>
                    <a:pt x="209459" y="1019971"/>
                  </a:lnTo>
                  <a:lnTo>
                    <a:pt x="209449" y="1019969"/>
                  </a:lnTo>
                  <a:lnTo>
                    <a:pt x="209443" y="1019969"/>
                  </a:lnTo>
                  <a:lnTo>
                    <a:pt x="209419" y="1019962"/>
                  </a:lnTo>
                  <a:lnTo>
                    <a:pt x="209379" y="1019964"/>
                  </a:lnTo>
                  <a:lnTo>
                    <a:pt x="209295" y="1019950"/>
                  </a:lnTo>
                  <a:lnTo>
                    <a:pt x="209211" y="1019922"/>
                  </a:lnTo>
                  <a:lnTo>
                    <a:pt x="209198" y="1019894"/>
                  </a:lnTo>
                  <a:lnTo>
                    <a:pt x="209187" y="1019828"/>
                  </a:lnTo>
                  <a:lnTo>
                    <a:pt x="209171" y="1019783"/>
                  </a:lnTo>
                  <a:lnTo>
                    <a:pt x="209155" y="1019748"/>
                  </a:lnTo>
                  <a:lnTo>
                    <a:pt x="209134" y="1019726"/>
                  </a:lnTo>
                  <a:lnTo>
                    <a:pt x="209111" y="1019710"/>
                  </a:lnTo>
                  <a:lnTo>
                    <a:pt x="209094" y="1019702"/>
                  </a:lnTo>
                  <a:lnTo>
                    <a:pt x="209065" y="1019683"/>
                  </a:lnTo>
                  <a:lnTo>
                    <a:pt x="209044" y="1019669"/>
                  </a:lnTo>
                  <a:lnTo>
                    <a:pt x="209041" y="1019665"/>
                  </a:lnTo>
                  <a:lnTo>
                    <a:pt x="209041" y="1019656"/>
                  </a:lnTo>
                  <a:lnTo>
                    <a:pt x="209040" y="1019644"/>
                  </a:lnTo>
                  <a:lnTo>
                    <a:pt x="209038" y="1019600"/>
                  </a:lnTo>
                  <a:lnTo>
                    <a:pt x="209013" y="1019549"/>
                  </a:lnTo>
                  <a:lnTo>
                    <a:pt x="208994" y="1019516"/>
                  </a:lnTo>
                  <a:lnTo>
                    <a:pt x="208982" y="1019463"/>
                  </a:lnTo>
                  <a:lnTo>
                    <a:pt x="208986" y="1019399"/>
                  </a:lnTo>
                  <a:lnTo>
                    <a:pt x="208978" y="1019362"/>
                  </a:lnTo>
                  <a:lnTo>
                    <a:pt x="208963" y="1019334"/>
                  </a:lnTo>
                  <a:lnTo>
                    <a:pt x="208961" y="1019319"/>
                  </a:lnTo>
                  <a:lnTo>
                    <a:pt x="208959" y="1019300"/>
                  </a:lnTo>
                  <a:lnTo>
                    <a:pt x="208952" y="1019276"/>
                  </a:lnTo>
                  <a:lnTo>
                    <a:pt x="208951" y="1019267"/>
                  </a:lnTo>
                  <a:lnTo>
                    <a:pt x="208952" y="1019261"/>
                  </a:lnTo>
                  <a:lnTo>
                    <a:pt x="208957" y="1019251"/>
                  </a:lnTo>
                  <a:lnTo>
                    <a:pt x="208965" y="1019242"/>
                  </a:lnTo>
                  <a:lnTo>
                    <a:pt x="208980" y="1019231"/>
                  </a:lnTo>
                  <a:lnTo>
                    <a:pt x="208989" y="1019220"/>
                  </a:lnTo>
                  <a:lnTo>
                    <a:pt x="209012" y="1019180"/>
                  </a:lnTo>
                  <a:lnTo>
                    <a:pt x="209028" y="1019163"/>
                  </a:lnTo>
                  <a:lnTo>
                    <a:pt x="209067" y="1019139"/>
                  </a:lnTo>
                  <a:lnTo>
                    <a:pt x="209091" y="1019133"/>
                  </a:lnTo>
                  <a:lnTo>
                    <a:pt x="209133" y="1019130"/>
                  </a:lnTo>
                  <a:lnTo>
                    <a:pt x="209179" y="1019114"/>
                  </a:lnTo>
                  <a:lnTo>
                    <a:pt x="209197" y="1019094"/>
                  </a:lnTo>
                  <a:lnTo>
                    <a:pt x="209223" y="1019073"/>
                  </a:lnTo>
                  <a:lnTo>
                    <a:pt x="209259" y="1019041"/>
                  </a:lnTo>
                  <a:lnTo>
                    <a:pt x="209278" y="1019024"/>
                  </a:lnTo>
                  <a:lnTo>
                    <a:pt x="209324" y="1018997"/>
                  </a:lnTo>
                  <a:lnTo>
                    <a:pt x="209336" y="1018985"/>
                  </a:lnTo>
                  <a:lnTo>
                    <a:pt x="209343" y="1018979"/>
                  </a:lnTo>
                  <a:lnTo>
                    <a:pt x="209357" y="1018969"/>
                  </a:lnTo>
                  <a:lnTo>
                    <a:pt x="209373" y="1018960"/>
                  </a:lnTo>
                  <a:lnTo>
                    <a:pt x="209393" y="1018952"/>
                  </a:lnTo>
                  <a:lnTo>
                    <a:pt x="209401" y="1018950"/>
                  </a:lnTo>
                  <a:lnTo>
                    <a:pt x="209407" y="1018948"/>
                  </a:lnTo>
                  <a:lnTo>
                    <a:pt x="209431" y="1018942"/>
                  </a:lnTo>
                  <a:lnTo>
                    <a:pt x="209456" y="1018941"/>
                  </a:lnTo>
                  <a:lnTo>
                    <a:pt x="209476" y="1018943"/>
                  </a:lnTo>
                  <a:lnTo>
                    <a:pt x="209498" y="1018939"/>
                  </a:lnTo>
                  <a:lnTo>
                    <a:pt x="209502" y="1018895"/>
                  </a:lnTo>
                  <a:lnTo>
                    <a:pt x="209507" y="1018870"/>
                  </a:lnTo>
                  <a:lnTo>
                    <a:pt x="209527" y="1018824"/>
                  </a:lnTo>
                  <a:lnTo>
                    <a:pt x="209533" y="1018782"/>
                  </a:lnTo>
                  <a:lnTo>
                    <a:pt x="209530" y="1018736"/>
                  </a:lnTo>
                  <a:lnTo>
                    <a:pt x="209520" y="1018655"/>
                  </a:lnTo>
                  <a:lnTo>
                    <a:pt x="209513" y="1018614"/>
                  </a:lnTo>
                  <a:lnTo>
                    <a:pt x="209517" y="1018594"/>
                  </a:lnTo>
                  <a:lnTo>
                    <a:pt x="209526" y="1018581"/>
                  </a:lnTo>
                  <a:lnTo>
                    <a:pt x="209548" y="1018566"/>
                  </a:lnTo>
                  <a:lnTo>
                    <a:pt x="209563" y="1018555"/>
                  </a:lnTo>
                  <a:lnTo>
                    <a:pt x="209577" y="1018527"/>
                  </a:lnTo>
                  <a:lnTo>
                    <a:pt x="209593" y="1018492"/>
                  </a:lnTo>
                  <a:lnTo>
                    <a:pt x="209613" y="1018477"/>
                  </a:lnTo>
                  <a:lnTo>
                    <a:pt x="209632" y="1018464"/>
                  </a:lnTo>
                  <a:lnTo>
                    <a:pt x="209670" y="1018456"/>
                  </a:lnTo>
                  <a:lnTo>
                    <a:pt x="209680" y="1018447"/>
                  </a:lnTo>
                  <a:lnTo>
                    <a:pt x="209682" y="1018427"/>
                  </a:lnTo>
                  <a:lnTo>
                    <a:pt x="209684" y="1018404"/>
                  </a:lnTo>
                  <a:lnTo>
                    <a:pt x="209693" y="1018384"/>
                  </a:lnTo>
                  <a:lnTo>
                    <a:pt x="209702" y="1018367"/>
                  </a:lnTo>
                  <a:lnTo>
                    <a:pt x="209731" y="1018349"/>
                  </a:lnTo>
                  <a:lnTo>
                    <a:pt x="209752" y="1018323"/>
                  </a:lnTo>
                  <a:lnTo>
                    <a:pt x="209760" y="1018312"/>
                  </a:lnTo>
                  <a:lnTo>
                    <a:pt x="209770" y="1018298"/>
                  </a:lnTo>
                  <a:lnTo>
                    <a:pt x="209783" y="1018279"/>
                  </a:lnTo>
                  <a:lnTo>
                    <a:pt x="209793" y="1018261"/>
                  </a:lnTo>
                  <a:lnTo>
                    <a:pt x="209796" y="1018254"/>
                  </a:lnTo>
                  <a:lnTo>
                    <a:pt x="209798" y="1018247"/>
                  </a:lnTo>
                  <a:lnTo>
                    <a:pt x="209799" y="1018234"/>
                  </a:lnTo>
                  <a:lnTo>
                    <a:pt x="209800" y="1018224"/>
                  </a:lnTo>
                  <a:lnTo>
                    <a:pt x="209798" y="1018169"/>
                  </a:lnTo>
                  <a:lnTo>
                    <a:pt x="209799" y="1018129"/>
                  </a:lnTo>
                  <a:lnTo>
                    <a:pt x="209819" y="1018064"/>
                  </a:lnTo>
                  <a:lnTo>
                    <a:pt x="209832" y="1018019"/>
                  </a:lnTo>
                  <a:lnTo>
                    <a:pt x="209844" y="1017977"/>
                  </a:lnTo>
                  <a:lnTo>
                    <a:pt x="209848" y="1017950"/>
                  </a:lnTo>
                  <a:lnTo>
                    <a:pt x="209861" y="1017933"/>
                  </a:lnTo>
                  <a:lnTo>
                    <a:pt x="209898" y="1017902"/>
                  </a:lnTo>
                  <a:lnTo>
                    <a:pt x="209941" y="1017868"/>
                  </a:lnTo>
                  <a:lnTo>
                    <a:pt x="209966" y="1017855"/>
                  </a:lnTo>
                  <a:lnTo>
                    <a:pt x="210001" y="1017842"/>
                  </a:lnTo>
                  <a:lnTo>
                    <a:pt x="210045" y="1017820"/>
                  </a:lnTo>
                  <a:lnTo>
                    <a:pt x="210077" y="1017800"/>
                  </a:lnTo>
                  <a:lnTo>
                    <a:pt x="210112" y="1017787"/>
                  </a:lnTo>
                  <a:lnTo>
                    <a:pt x="210159" y="1017783"/>
                  </a:lnTo>
                  <a:lnTo>
                    <a:pt x="210202" y="1017780"/>
                  </a:lnTo>
                  <a:lnTo>
                    <a:pt x="210249" y="1017773"/>
                  </a:lnTo>
                  <a:lnTo>
                    <a:pt x="210308" y="1017771"/>
                  </a:lnTo>
                  <a:lnTo>
                    <a:pt x="210355" y="1017765"/>
                  </a:lnTo>
                  <a:lnTo>
                    <a:pt x="210393" y="1017765"/>
                  </a:lnTo>
                  <a:lnTo>
                    <a:pt x="210426" y="1017769"/>
                  </a:lnTo>
                  <a:lnTo>
                    <a:pt x="210469" y="1017770"/>
                  </a:lnTo>
                  <a:lnTo>
                    <a:pt x="210490" y="1017761"/>
                  </a:lnTo>
                  <a:lnTo>
                    <a:pt x="210526" y="1017743"/>
                  </a:lnTo>
                  <a:lnTo>
                    <a:pt x="210563" y="1017731"/>
                  </a:lnTo>
                  <a:lnTo>
                    <a:pt x="210614" y="1017701"/>
                  </a:lnTo>
                  <a:lnTo>
                    <a:pt x="210631" y="1017679"/>
                  </a:lnTo>
                  <a:lnTo>
                    <a:pt x="210661" y="1017660"/>
                  </a:lnTo>
                  <a:lnTo>
                    <a:pt x="210685" y="1017643"/>
                  </a:lnTo>
                  <a:lnTo>
                    <a:pt x="210723" y="1017631"/>
                  </a:lnTo>
                  <a:lnTo>
                    <a:pt x="210775" y="1017632"/>
                  </a:lnTo>
                  <a:lnTo>
                    <a:pt x="210814" y="1017628"/>
                  </a:lnTo>
                  <a:lnTo>
                    <a:pt x="210841" y="1017612"/>
                  </a:lnTo>
                  <a:lnTo>
                    <a:pt x="210879" y="1017603"/>
                  </a:lnTo>
                  <a:lnTo>
                    <a:pt x="210950" y="1017600"/>
                  </a:lnTo>
                  <a:lnTo>
                    <a:pt x="211000" y="1017598"/>
                  </a:lnTo>
                  <a:lnTo>
                    <a:pt x="211016" y="1017598"/>
                  </a:lnTo>
                  <a:lnTo>
                    <a:pt x="211039" y="1017599"/>
                  </a:lnTo>
                  <a:lnTo>
                    <a:pt x="211073" y="1017597"/>
                  </a:lnTo>
                  <a:lnTo>
                    <a:pt x="211108" y="1017592"/>
                  </a:lnTo>
                  <a:lnTo>
                    <a:pt x="211140" y="1017589"/>
                  </a:lnTo>
                  <a:lnTo>
                    <a:pt x="211191" y="1017583"/>
                  </a:lnTo>
                  <a:lnTo>
                    <a:pt x="211254" y="1017566"/>
                  </a:lnTo>
                  <a:lnTo>
                    <a:pt x="211283" y="1017553"/>
                  </a:lnTo>
                  <a:lnTo>
                    <a:pt x="211324" y="1017537"/>
                  </a:lnTo>
                  <a:lnTo>
                    <a:pt x="211356" y="1017508"/>
                  </a:lnTo>
                  <a:lnTo>
                    <a:pt x="211380" y="1017490"/>
                  </a:lnTo>
                  <a:lnTo>
                    <a:pt x="211403" y="1017477"/>
                  </a:lnTo>
                  <a:lnTo>
                    <a:pt x="211435" y="1017469"/>
                  </a:lnTo>
                  <a:lnTo>
                    <a:pt x="211460" y="1017451"/>
                  </a:lnTo>
                  <a:lnTo>
                    <a:pt x="211468" y="1017442"/>
                  </a:lnTo>
                  <a:lnTo>
                    <a:pt x="211461" y="1017418"/>
                  </a:lnTo>
                  <a:lnTo>
                    <a:pt x="211460" y="1017397"/>
                  </a:lnTo>
                  <a:lnTo>
                    <a:pt x="211469" y="1017379"/>
                  </a:lnTo>
                  <a:lnTo>
                    <a:pt x="211481" y="1017354"/>
                  </a:lnTo>
                  <a:lnTo>
                    <a:pt x="211491" y="1017337"/>
                  </a:lnTo>
                  <a:lnTo>
                    <a:pt x="211492" y="1017300"/>
                  </a:lnTo>
                  <a:lnTo>
                    <a:pt x="211496" y="1017268"/>
                  </a:lnTo>
                  <a:lnTo>
                    <a:pt x="211504" y="1017242"/>
                  </a:lnTo>
                  <a:lnTo>
                    <a:pt x="211514" y="1017221"/>
                  </a:lnTo>
                  <a:lnTo>
                    <a:pt x="211525" y="1017209"/>
                  </a:lnTo>
                  <a:lnTo>
                    <a:pt x="211548" y="1017210"/>
                  </a:lnTo>
                  <a:lnTo>
                    <a:pt x="211578" y="1017218"/>
                  </a:lnTo>
                  <a:lnTo>
                    <a:pt x="211612" y="1017231"/>
                  </a:lnTo>
                  <a:lnTo>
                    <a:pt x="211666" y="1017250"/>
                  </a:lnTo>
                  <a:lnTo>
                    <a:pt x="211703" y="1017259"/>
                  </a:lnTo>
                  <a:lnTo>
                    <a:pt x="211757" y="1017260"/>
                  </a:lnTo>
                  <a:lnTo>
                    <a:pt x="211808" y="1017263"/>
                  </a:lnTo>
                  <a:lnTo>
                    <a:pt x="211879" y="1017267"/>
                  </a:lnTo>
                  <a:lnTo>
                    <a:pt x="211943" y="1017270"/>
                  </a:lnTo>
                  <a:lnTo>
                    <a:pt x="211949" y="1017270"/>
                  </a:lnTo>
                  <a:lnTo>
                    <a:pt x="211970" y="1017272"/>
                  </a:lnTo>
                  <a:lnTo>
                    <a:pt x="211982" y="1017271"/>
                  </a:lnTo>
                  <a:lnTo>
                    <a:pt x="212017" y="1017266"/>
                  </a:lnTo>
                  <a:lnTo>
                    <a:pt x="212025" y="1017264"/>
                  </a:lnTo>
                  <a:lnTo>
                    <a:pt x="212091" y="1017271"/>
                  </a:lnTo>
                  <a:lnTo>
                    <a:pt x="212200" y="1017289"/>
                  </a:lnTo>
                  <a:lnTo>
                    <a:pt x="212224" y="1017295"/>
                  </a:lnTo>
                  <a:lnTo>
                    <a:pt x="212246" y="1017308"/>
                  </a:lnTo>
                  <a:lnTo>
                    <a:pt x="212268" y="1017320"/>
                  </a:lnTo>
                  <a:lnTo>
                    <a:pt x="212291" y="1017330"/>
                  </a:lnTo>
                  <a:lnTo>
                    <a:pt x="212315" y="1017343"/>
                  </a:lnTo>
                  <a:lnTo>
                    <a:pt x="212322" y="1017348"/>
                  </a:lnTo>
                  <a:lnTo>
                    <a:pt x="212339" y="1017365"/>
                  </a:lnTo>
                  <a:lnTo>
                    <a:pt x="212370" y="1017407"/>
                  </a:lnTo>
                  <a:lnTo>
                    <a:pt x="212406" y="1017437"/>
                  </a:lnTo>
                  <a:lnTo>
                    <a:pt x="212440" y="1017440"/>
                  </a:lnTo>
                  <a:lnTo>
                    <a:pt x="212514" y="1017440"/>
                  </a:lnTo>
                  <a:lnTo>
                    <a:pt x="212554" y="1017431"/>
                  </a:lnTo>
                  <a:lnTo>
                    <a:pt x="212635" y="1017414"/>
                  </a:lnTo>
                  <a:lnTo>
                    <a:pt x="212661" y="1017406"/>
                  </a:lnTo>
                  <a:lnTo>
                    <a:pt x="212696" y="1017395"/>
                  </a:lnTo>
                  <a:lnTo>
                    <a:pt x="212733" y="1017386"/>
                  </a:lnTo>
                  <a:lnTo>
                    <a:pt x="212747" y="1017374"/>
                  </a:lnTo>
                  <a:lnTo>
                    <a:pt x="212754" y="1017354"/>
                  </a:lnTo>
                  <a:lnTo>
                    <a:pt x="212759" y="1017325"/>
                  </a:lnTo>
                  <a:lnTo>
                    <a:pt x="212776" y="1017299"/>
                  </a:lnTo>
                  <a:lnTo>
                    <a:pt x="212799" y="1017271"/>
                  </a:lnTo>
                  <a:lnTo>
                    <a:pt x="212839" y="1017236"/>
                  </a:lnTo>
                  <a:lnTo>
                    <a:pt x="212860" y="1017217"/>
                  </a:lnTo>
                  <a:lnTo>
                    <a:pt x="212884" y="1017197"/>
                  </a:lnTo>
                  <a:lnTo>
                    <a:pt x="212912" y="1017191"/>
                  </a:lnTo>
                  <a:lnTo>
                    <a:pt x="212941" y="1017191"/>
                  </a:lnTo>
                  <a:lnTo>
                    <a:pt x="212964" y="1017185"/>
                  </a:lnTo>
                  <a:lnTo>
                    <a:pt x="212988" y="1017167"/>
                  </a:lnTo>
                  <a:lnTo>
                    <a:pt x="213003" y="1017152"/>
                  </a:lnTo>
                  <a:lnTo>
                    <a:pt x="213025" y="1017128"/>
                  </a:lnTo>
                  <a:lnTo>
                    <a:pt x="213047" y="1017100"/>
                  </a:lnTo>
                  <a:lnTo>
                    <a:pt x="213075" y="1017076"/>
                  </a:lnTo>
                  <a:lnTo>
                    <a:pt x="213096" y="1017055"/>
                  </a:lnTo>
                  <a:lnTo>
                    <a:pt x="213115" y="1017033"/>
                  </a:lnTo>
                  <a:lnTo>
                    <a:pt x="213132" y="1017019"/>
                  </a:lnTo>
                  <a:lnTo>
                    <a:pt x="213151" y="1017008"/>
                  </a:lnTo>
                  <a:lnTo>
                    <a:pt x="213177" y="1017017"/>
                  </a:lnTo>
                  <a:lnTo>
                    <a:pt x="213216" y="1017033"/>
                  </a:lnTo>
                  <a:lnTo>
                    <a:pt x="213239" y="1017051"/>
                  </a:lnTo>
                  <a:lnTo>
                    <a:pt x="213267" y="1017066"/>
                  </a:lnTo>
                  <a:lnTo>
                    <a:pt x="213309" y="1017083"/>
                  </a:lnTo>
                  <a:lnTo>
                    <a:pt x="213356" y="1017110"/>
                  </a:lnTo>
                  <a:lnTo>
                    <a:pt x="213386" y="1017112"/>
                  </a:lnTo>
                  <a:lnTo>
                    <a:pt x="213423" y="1017103"/>
                  </a:lnTo>
                  <a:lnTo>
                    <a:pt x="213452" y="1017100"/>
                  </a:lnTo>
                  <a:lnTo>
                    <a:pt x="213470" y="1017098"/>
                  </a:lnTo>
                  <a:lnTo>
                    <a:pt x="213484" y="1017096"/>
                  </a:lnTo>
                  <a:lnTo>
                    <a:pt x="213492" y="1017093"/>
                  </a:lnTo>
                  <a:lnTo>
                    <a:pt x="213498" y="1017091"/>
                  </a:lnTo>
                  <a:lnTo>
                    <a:pt x="213520" y="1017081"/>
                  </a:lnTo>
                  <a:lnTo>
                    <a:pt x="213529" y="1017075"/>
                  </a:lnTo>
                  <a:lnTo>
                    <a:pt x="213544" y="1017065"/>
                  </a:lnTo>
                  <a:lnTo>
                    <a:pt x="213568" y="1017046"/>
                  </a:lnTo>
                  <a:lnTo>
                    <a:pt x="213578" y="1017024"/>
                  </a:lnTo>
                  <a:lnTo>
                    <a:pt x="213616" y="1016964"/>
                  </a:lnTo>
                  <a:lnTo>
                    <a:pt x="213636" y="1016917"/>
                  </a:lnTo>
                  <a:lnTo>
                    <a:pt x="213660" y="1016882"/>
                  </a:lnTo>
                  <a:lnTo>
                    <a:pt x="213682" y="1016844"/>
                  </a:lnTo>
                  <a:lnTo>
                    <a:pt x="213711" y="1016794"/>
                  </a:lnTo>
                  <a:lnTo>
                    <a:pt x="213726" y="1016764"/>
                  </a:lnTo>
                  <a:lnTo>
                    <a:pt x="213728" y="1016725"/>
                  </a:lnTo>
                  <a:lnTo>
                    <a:pt x="213729" y="1016700"/>
                  </a:lnTo>
                  <a:lnTo>
                    <a:pt x="213739" y="1016671"/>
                  </a:lnTo>
                  <a:lnTo>
                    <a:pt x="213749" y="1016636"/>
                  </a:lnTo>
                  <a:lnTo>
                    <a:pt x="213762" y="1016614"/>
                  </a:lnTo>
                  <a:lnTo>
                    <a:pt x="213778" y="1016591"/>
                  </a:lnTo>
                  <a:lnTo>
                    <a:pt x="213815" y="1016550"/>
                  </a:lnTo>
                  <a:lnTo>
                    <a:pt x="213868" y="1016483"/>
                  </a:lnTo>
                  <a:lnTo>
                    <a:pt x="213918" y="1016428"/>
                  </a:lnTo>
                  <a:lnTo>
                    <a:pt x="213949" y="1016407"/>
                  </a:lnTo>
                  <a:lnTo>
                    <a:pt x="213980" y="1016387"/>
                  </a:lnTo>
                  <a:lnTo>
                    <a:pt x="214012" y="1016360"/>
                  </a:lnTo>
                  <a:lnTo>
                    <a:pt x="214035" y="1016341"/>
                  </a:lnTo>
                  <a:lnTo>
                    <a:pt x="214041" y="1016314"/>
                  </a:lnTo>
                  <a:lnTo>
                    <a:pt x="214041" y="1016266"/>
                  </a:lnTo>
                  <a:lnTo>
                    <a:pt x="214051" y="1016233"/>
                  </a:lnTo>
                  <a:lnTo>
                    <a:pt x="214070" y="1016210"/>
                  </a:lnTo>
                  <a:lnTo>
                    <a:pt x="214102" y="1016131"/>
                  </a:lnTo>
                  <a:lnTo>
                    <a:pt x="214153" y="1015978"/>
                  </a:lnTo>
                  <a:lnTo>
                    <a:pt x="214157" y="1015946"/>
                  </a:lnTo>
                  <a:lnTo>
                    <a:pt x="214144" y="1015818"/>
                  </a:lnTo>
                  <a:lnTo>
                    <a:pt x="214141" y="1015784"/>
                  </a:lnTo>
                  <a:lnTo>
                    <a:pt x="214137" y="1015732"/>
                  </a:lnTo>
                  <a:lnTo>
                    <a:pt x="214128" y="1015683"/>
                  </a:lnTo>
                  <a:lnTo>
                    <a:pt x="214128" y="1015657"/>
                  </a:lnTo>
                  <a:lnTo>
                    <a:pt x="214149" y="1015610"/>
                  </a:lnTo>
                  <a:lnTo>
                    <a:pt x="214159" y="1015591"/>
                  </a:lnTo>
                  <a:lnTo>
                    <a:pt x="214166" y="1015571"/>
                  </a:lnTo>
                  <a:lnTo>
                    <a:pt x="214180" y="1015561"/>
                  </a:lnTo>
                  <a:lnTo>
                    <a:pt x="214197" y="1015560"/>
                  </a:lnTo>
                  <a:lnTo>
                    <a:pt x="214208" y="1015565"/>
                  </a:lnTo>
                  <a:lnTo>
                    <a:pt x="214223" y="1015574"/>
                  </a:lnTo>
                  <a:lnTo>
                    <a:pt x="214232" y="1015587"/>
                  </a:lnTo>
                  <a:lnTo>
                    <a:pt x="214257" y="1015609"/>
                  </a:lnTo>
                  <a:lnTo>
                    <a:pt x="214302" y="1015631"/>
                  </a:lnTo>
                  <a:lnTo>
                    <a:pt x="214327" y="1015636"/>
                  </a:lnTo>
                  <a:lnTo>
                    <a:pt x="214370" y="1015630"/>
                  </a:lnTo>
                  <a:lnTo>
                    <a:pt x="214389" y="1015619"/>
                  </a:lnTo>
                  <a:lnTo>
                    <a:pt x="214398" y="1015604"/>
                  </a:lnTo>
                  <a:lnTo>
                    <a:pt x="214410" y="1015576"/>
                  </a:lnTo>
                  <a:lnTo>
                    <a:pt x="214431" y="1015545"/>
                  </a:lnTo>
                  <a:lnTo>
                    <a:pt x="214465" y="1015528"/>
                  </a:lnTo>
                  <a:lnTo>
                    <a:pt x="214510" y="1015500"/>
                  </a:lnTo>
                  <a:lnTo>
                    <a:pt x="214524" y="1015486"/>
                  </a:lnTo>
                  <a:lnTo>
                    <a:pt x="214533" y="1015462"/>
                  </a:lnTo>
                  <a:lnTo>
                    <a:pt x="214532" y="1015440"/>
                  </a:lnTo>
                  <a:lnTo>
                    <a:pt x="214541" y="1015408"/>
                  </a:lnTo>
                  <a:lnTo>
                    <a:pt x="214557" y="1015361"/>
                  </a:lnTo>
                  <a:lnTo>
                    <a:pt x="214563" y="1015309"/>
                  </a:lnTo>
                  <a:lnTo>
                    <a:pt x="214557" y="1015279"/>
                  </a:lnTo>
                  <a:lnTo>
                    <a:pt x="214557" y="1015268"/>
                  </a:lnTo>
                  <a:lnTo>
                    <a:pt x="214563" y="1015248"/>
                  </a:lnTo>
                  <a:lnTo>
                    <a:pt x="214563" y="1015242"/>
                  </a:lnTo>
                  <a:lnTo>
                    <a:pt x="214570" y="1015233"/>
                  </a:lnTo>
                  <a:lnTo>
                    <a:pt x="214581" y="1015238"/>
                  </a:lnTo>
                  <a:lnTo>
                    <a:pt x="214594" y="1015248"/>
                  </a:lnTo>
                  <a:lnTo>
                    <a:pt x="214604" y="1015264"/>
                  </a:lnTo>
                  <a:lnTo>
                    <a:pt x="214608" y="1015287"/>
                  </a:lnTo>
                  <a:lnTo>
                    <a:pt x="214606" y="1015316"/>
                  </a:lnTo>
                  <a:lnTo>
                    <a:pt x="214589" y="1015391"/>
                  </a:lnTo>
                  <a:lnTo>
                    <a:pt x="214586" y="1015438"/>
                  </a:lnTo>
                  <a:lnTo>
                    <a:pt x="214585" y="1015484"/>
                  </a:lnTo>
                  <a:lnTo>
                    <a:pt x="214587" y="1015522"/>
                  </a:lnTo>
                  <a:lnTo>
                    <a:pt x="214601" y="1015576"/>
                  </a:lnTo>
                  <a:lnTo>
                    <a:pt x="214609" y="1015623"/>
                  </a:lnTo>
                  <a:lnTo>
                    <a:pt x="214616" y="1015680"/>
                  </a:lnTo>
                  <a:lnTo>
                    <a:pt x="214622" y="1015714"/>
                  </a:lnTo>
                  <a:lnTo>
                    <a:pt x="214631" y="1015728"/>
                  </a:lnTo>
                  <a:lnTo>
                    <a:pt x="214637" y="1015732"/>
                  </a:lnTo>
                  <a:lnTo>
                    <a:pt x="214651" y="1015727"/>
                  </a:lnTo>
                  <a:lnTo>
                    <a:pt x="214673" y="1015718"/>
                  </a:lnTo>
                  <a:lnTo>
                    <a:pt x="214701" y="1015706"/>
                  </a:lnTo>
                  <a:lnTo>
                    <a:pt x="214777" y="1015688"/>
                  </a:lnTo>
                  <a:lnTo>
                    <a:pt x="214835" y="1015660"/>
                  </a:lnTo>
                  <a:lnTo>
                    <a:pt x="214848" y="1015656"/>
                  </a:lnTo>
                  <a:lnTo>
                    <a:pt x="214863" y="1015649"/>
                  </a:lnTo>
                  <a:lnTo>
                    <a:pt x="214886" y="1015641"/>
                  </a:lnTo>
                  <a:lnTo>
                    <a:pt x="214898" y="1015638"/>
                  </a:lnTo>
                  <a:lnTo>
                    <a:pt x="214909" y="1015638"/>
                  </a:lnTo>
                  <a:lnTo>
                    <a:pt x="214931" y="1015642"/>
                  </a:lnTo>
                  <a:lnTo>
                    <a:pt x="214974" y="1015649"/>
                  </a:lnTo>
                  <a:lnTo>
                    <a:pt x="215006" y="1015653"/>
                  </a:lnTo>
                  <a:lnTo>
                    <a:pt x="215034" y="1015659"/>
                  </a:lnTo>
                  <a:lnTo>
                    <a:pt x="215064" y="1015671"/>
                  </a:lnTo>
                  <a:lnTo>
                    <a:pt x="215088" y="1015670"/>
                  </a:lnTo>
                  <a:lnTo>
                    <a:pt x="215130" y="1015668"/>
                  </a:lnTo>
                  <a:lnTo>
                    <a:pt x="215191" y="1015657"/>
                  </a:lnTo>
                  <a:lnTo>
                    <a:pt x="215212" y="1015658"/>
                  </a:lnTo>
                  <a:lnTo>
                    <a:pt x="215236" y="1015652"/>
                  </a:lnTo>
                  <a:lnTo>
                    <a:pt x="215261" y="1015643"/>
                  </a:lnTo>
                  <a:lnTo>
                    <a:pt x="215277" y="1015627"/>
                  </a:lnTo>
                  <a:lnTo>
                    <a:pt x="215320" y="1015604"/>
                  </a:lnTo>
                  <a:lnTo>
                    <a:pt x="215335" y="1015605"/>
                  </a:lnTo>
                  <a:lnTo>
                    <a:pt x="215358" y="1015607"/>
                  </a:lnTo>
                  <a:lnTo>
                    <a:pt x="215378" y="1015611"/>
                  </a:lnTo>
                  <a:lnTo>
                    <a:pt x="215411" y="1015619"/>
                  </a:lnTo>
                  <a:lnTo>
                    <a:pt x="215433" y="1015623"/>
                  </a:lnTo>
                  <a:lnTo>
                    <a:pt x="215441" y="1015622"/>
                  </a:lnTo>
                  <a:lnTo>
                    <a:pt x="215445" y="1015618"/>
                  </a:lnTo>
                  <a:lnTo>
                    <a:pt x="215447" y="1015596"/>
                  </a:lnTo>
                  <a:lnTo>
                    <a:pt x="215450" y="1015577"/>
                  </a:lnTo>
                  <a:lnTo>
                    <a:pt x="215456" y="1015557"/>
                  </a:lnTo>
                  <a:lnTo>
                    <a:pt x="215457" y="1015533"/>
                  </a:lnTo>
                  <a:lnTo>
                    <a:pt x="215452" y="1015483"/>
                  </a:lnTo>
                  <a:lnTo>
                    <a:pt x="215451" y="1015425"/>
                  </a:lnTo>
                  <a:lnTo>
                    <a:pt x="215448" y="1015382"/>
                  </a:lnTo>
                  <a:lnTo>
                    <a:pt x="215456" y="1015369"/>
                  </a:lnTo>
                  <a:lnTo>
                    <a:pt x="215479" y="1015366"/>
                  </a:lnTo>
                  <a:lnTo>
                    <a:pt x="215527" y="1015381"/>
                  </a:lnTo>
                  <a:lnTo>
                    <a:pt x="215558" y="1015396"/>
                  </a:lnTo>
                  <a:lnTo>
                    <a:pt x="215584" y="1015407"/>
                  </a:lnTo>
                  <a:lnTo>
                    <a:pt x="215612" y="1015414"/>
                  </a:lnTo>
                  <a:lnTo>
                    <a:pt x="215658" y="1015422"/>
                  </a:lnTo>
                  <a:lnTo>
                    <a:pt x="215702" y="1015431"/>
                  </a:lnTo>
                  <a:lnTo>
                    <a:pt x="215780" y="1015448"/>
                  </a:lnTo>
                  <a:lnTo>
                    <a:pt x="215851" y="1015460"/>
                  </a:lnTo>
                  <a:lnTo>
                    <a:pt x="215866" y="1015459"/>
                  </a:lnTo>
                  <a:lnTo>
                    <a:pt x="215872" y="1015452"/>
                  </a:lnTo>
                  <a:lnTo>
                    <a:pt x="215883" y="1015413"/>
                  </a:lnTo>
                  <a:lnTo>
                    <a:pt x="215884" y="1015383"/>
                  </a:lnTo>
                  <a:lnTo>
                    <a:pt x="215899" y="1015353"/>
                  </a:lnTo>
                  <a:lnTo>
                    <a:pt x="215922" y="1015291"/>
                  </a:lnTo>
                  <a:lnTo>
                    <a:pt x="215938" y="1015255"/>
                  </a:lnTo>
                  <a:lnTo>
                    <a:pt x="215941" y="1015229"/>
                  </a:lnTo>
                  <a:lnTo>
                    <a:pt x="215950" y="1015191"/>
                  </a:lnTo>
                  <a:lnTo>
                    <a:pt x="215963" y="1015160"/>
                  </a:lnTo>
                  <a:lnTo>
                    <a:pt x="215977" y="1015133"/>
                  </a:lnTo>
                  <a:lnTo>
                    <a:pt x="215975" y="1015115"/>
                  </a:lnTo>
                  <a:lnTo>
                    <a:pt x="215981" y="1015103"/>
                  </a:lnTo>
                  <a:lnTo>
                    <a:pt x="215988" y="1015111"/>
                  </a:lnTo>
                  <a:lnTo>
                    <a:pt x="216001" y="1015138"/>
                  </a:lnTo>
                  <a:lnTo>
                    <a:pt x="216025" y="1015161"/>
                  </a:lnTo>
                  <a:lnTo>
                    <a:pt x="216034" y="1015167"/>
                  </a:lnTo>
                  <a:lnTo>
                    <a:pt x="216042" y="1015169"/>
                  </a:lnTo>
                  <a:lnTo>
                    <a:pt x="216058" y="1015175"/>
                  </a:lnTo>
                  <a:lnTo>
                    <a:pt x="216078" y="1015189"/>
                  </a:lnTo>
                  <a:lnTo>
                    <a:pt x="216096" y="1015203"/>
                  </a:lnTo>
                  <a:lnTo>
                    <a:pt x="216108" y="1015224"/>
                  </a:lnTo>
                  <a:lnTo>
                    <a:pt x="216112" y="1015246"/>
                  </a:lnTo>
                  <a:lnTo>
                    <a:pt x="216122" y="1015289"/>
                  </a:lnTo>
                  <a:lnTo>
                    <a:pt x="216133" y="1015326"/>
                  </a:lnTo>
                  <a:lnTo>
                    <a:pt x="216141" y="1015345"/>
                  </a:lnTo>
                  <a:lnTo>
                    <a:pt x="216146" y="1015386"/>
                  </a:lnTo>
                  <a:lnTo>
                    <a:pt x="216147" y="1015416"/>
                  </a:lnTo>
                  <a:lnTo>
                    <a:pt x="216150" y="1015453"/>
                  </a:lnTo>
                  <a:lnTo>
                    <a:pt x="216165" y="1015493"/>
                  </a:lnTo>
                  <a:lnTo>
                    <a:pt x="216179" y="1015507"/>
                  </a:lnTo>
                  <a:lnTo>
                    <a:pt x="216199" y="1015515"/>
                  </a:lnTo>
                  <a:lnTo>
                    <a:pt x="216254" y="1015516"/>
                  </a:lnTo>
                  <a:lnTo>
                    <a:pt x="216315" y="1015523"/>
                  </a:lnTo>
                  <a:lnTo>
                    <a:pt x="216387" y="1015522"/>
                  </a:lnTo>
                  <a:lnTo>
                    <a:pt x="216414" y="1015512"/>
                  </a:lnTo>
                  <a:lnTo>
                    <a:pt x="216425" y="1015487"/>
                  </a:lnTo>
                  <a:lnTo>
                    <a:pt x="216436" y="1015441"/>
                  </a:lnTo>
                  <a:lnTo>
                    <a:pt x="216447" y="1015404"/>
                  </a:lnTo>
                  <a:lnTo>
                    <a:pt x="216451" y="1015343"/>
                  </a:lnTo>
                  <a:lnTo>
                    <a:pt x="216473" y="1015272"/>
                  </a:lnTo>
                  <a:lnTo>
                    <a:pt x="216480" y="1015241"/>
                  </a:lnTo>
                  <a:lnTo>
                    <a:pt x="216493" y="1015197"/>
                  </a:lnTo>
                  <a:lnTo>
                    <a:pt x="216500" y="1015154"/>
                  </a:lnTo>
                  <a:lnTo>
                    <a:pt x="216513" y="1015119"/>
                  </a:lnTo>
                  <a:lnTo>
                    <a:pt x="216527" y="1015112"/>
                  </a:lnTo>
                  <a:lnTo>
                    <a:pt x="216545" y="1015106"/>
                  </a:lnTo>
                  <a:lnTo>
                    <a:pt x="216574" y="1015102"/>
                  </a:lnTo>
                  <a:lnTo>
                    <a:pt x="216605" y="1015100"/>
                  </a:lnTo>
                  <a:lnTo>
                    <a:pt x="216636" y="1015103"/>
                  </a:lnTo>
                  <a:lnTo>
                    <a:pt x="216652" y="1015105"/>
                  </a:lnTo>
                  <a:lnTo>
                    <a:pt x="216681" y="1015118"/>
                  </a:lnTo>
                  <a:lnTo>
                    <a:pt x="216768" y="1015145"/>
                  </a:lnTo>
                  <a:lnTo>
                    <a:pt x="216805" y="1015163"/>
                  </a:lnTo>
                  <a:lnTo>
                    <a:pt x="216836" y="1015182"/>
                  </a:lnTo>
                  <a:lnTo>
                    <a:pt x="216864" y="1015218"/>
                  </a:lnTo>
                  <a:lnTo>
                    <a:pt x="216871" y="1015228"/>
                  </a:lnTo>
                  <a:lnTo>
                    <a:pt x="216876" y="1015238"/>
                  </a:lnTo>
                  <a:lnTo>
                    <a:pt x="216888" y="1015254"/>
                  </a:lnTo>
                  <a:lnTo>
                    <a:pt x="216896" y="1015264"/>
                  </a:lnTo>
                  <a:lnTo>
                    <a:pt x="216902" y="1015264"/>
                  </a:lnTo>
                  <a:lnTo>
                    <a:pt x="216906" y="1015260"/>
                  </a:lnTo>
                  <a:lnTo>
                    <a:pt x="216904" y="1015251"/>
                  </a:lnTo>
                  <a:lnTo>
                    <a:pt x="216896" y="1015227"/>
                  </a:lnTo>
                  <a:lnTo>
                    <a:pt x="216892" y="1015214"/>
                  </a:lnTo>
                  <a:lnTo>
                    <a:pt x="216891" y="1015200"/>
                  </a:lnTo>
                  <a:lnTo>
                    <a:pt x="216899" y="1015167"/>
                  </a:lnTo>
                  <a:lnTo>
                    <a:pt x="216916" y="1015124"/>
                  </a:lnTo>
                  <a:lnTo>
                    <a:pt x="216919" y="1015087"/>
                  </a:lnTo>
                  <a:lnTo>
                    <a:pt x="216920" y="1015058"/>
                  </a:lnTo>
                  <a:lnTo>
                    <a:pt x="216915" y="1015018"/>
                  </a:lnTo>
                  <a:lnTo>
                    <a:pt x="216913" y="1014973"/>
                  </a:lnTo>
                  <a:lnTo>
                    <a:pt x="216932" y="1014925"/>
                  </a:lnTo>
                  <a:lnTo>
                    <a:pt x="216929" y="1014898"/>
                  </a:lnTo>
                  <a:lnTo>
                    <a:pt x="216925" y="1014885"/>
                  </a:lnTo>
                  <a:lnTo>
                    <a:pt x="216911" y="1014855"/>
                  </a:lnTo>
                  <a:lnTo>
                    <a:pt x="216902" y="1014833"/>
                  </a:lnTo>
                  <a:lnTo>
                    <a:pt x="216882" y="1014795"/>
                  </a:lnTo>
                  <a:lnTo>
                    <a:pt x="216850" y="1014760"/>
                  </a:lnTo>
                  <a:lnTo>
                    <a:pt x="216825" y="1014724"/>
                  </a:lnTo>
                  <a:lnTo>
                    <a:pt x="216815" y="1014690"/>
                  </a:lnTo>
                  <a:lnTo>
                    <a:pt x="216813" y="1014665"/>
                  </a:lnTo>
                  <a:lnTo>
                    <a:pt x="216811" y="1014637"/>
                  </a:lnTo>
                  <a:lnTo>
                    <a:pt x="216820" y="1014607"/>
                  </a:lnTo>
                  <a:lnTo>
                    <a:pt x="216833" y="1014583"/>
                  </a:lnTo>
                  <a:lnTo>
                    <a:pt x="216846" y="1014534"/>
                  </a:lnTo>
                  <a:lnTo>
                    <a:pt x="216859" y="1014498"/>
                  </a:lnTo>
                  <a:lnTo>
                    <a:pt x="216876" y="1014465"/>
                  </a:lnTo>
                  <a:lnTo>
                    <a:pt x="216905" y="1014421"/>
                  </a:lnTo>
                  <a:lnTo>
                    <a:pt x="216924" y="1014401"/>
                  </a:lnTo>
                  <a:lnTo>
                    <a:pt x="216987" y="1014357"/>
                  </a:lnTo>
                  <a:lnTo>
                    <a:pt x="217003" y="1014346"/>
                  </a:lnTo>
                  <a:lnTo>
                    <a:pt x="217029" y="1014330"/>
                  </a:lnTo>
                  <a:lnTo>
                    <a:pt x="217069" y="1014284"/>
                  </a:lnTo>
                  <a:lnTo>
                    <a:pt x="217117" y="1014230"/>
                  </a:lnTo>
                  <a:lnTo>
                    <a:pt x="217134" y="1014213"/>
                  </a:lnTo>
                  <a:lnTo>
                    <a:pt x="217152" y="1014209"/>
                  </a:lnTo>
                  <a:lnTo>
                    <a:pt x="217171" y="1014207"/>
                  </a:lnTo>
                  <a:lnTo>
                    <a:pt x="217201" y="1014207"/>
                  </a:lnTo>
                  <a:lnTo>
                    <a:pt x="217259" y="1014212"/>
                  </a:lnTo>
                  <a:lnTo>
                    <a:pt x="217326" y="1014233"/>
                  </a:lnTo>
                  <a:lnTo>
                    <a:pt x="217363" y="1014251"/>
                  </a:lnTo>
                  <a:lnTo>
                    <a:pt x="217389" y="1014262"/>
                  </a:lnTo>
                  <a:lnTo>
                    <a:pt x="217405" y="1014271"/>
                  </a:lnTo>
                  <a:lnTo>
                    <a:pt x="217441" y="1014301"/>
                  </a:lnTo>
                  <a:lnTo>
                    <a:pt x="217466" y="1014324"/>
                  </a:lnTo>
                  <a:lnTo>
                    <a:pt x="217500" y="1014342"/>
                  </a:lnTo>
                  <a:lnTo>
                    <a:pt x="217549" y="1014369"/>
                  </a:lnTo>
                  <a:lnTo>
                    <a:pt x="217581" y="1014386"/>
                  </a:lnTo>
                  <a:lnTo>
                    <a:pt x="217618" y="1014389"/>
                  </a:lnTo>
                  <a:lnTo>
                    <a:pt x="217677" y="1014378"/>
                  </a:lnTo>
                  <a:lnTo>
                    <a:pt x="217708" y="1014371"/>
                  </a:lnTo>
                  <a:lnTo>
                    <a:pt x="217752" y="1014372"/>
                  </a:lnTo>
                  <a:lnTo>
                    <a:pt x="217774" y="1014379"/>
                  </a:lnTo>
                  <a:lnTo>
                    <a:pt x="217834" y="1014410"/>
                  </a:lnTo>
                  <a:lnTo>
                    <a:pt x="217870" y="1014426"/>
                  </a:lnTo>
                  <a:lnTo>
                    <a:pt x="217918" y="1014435"/>
                  </a:lnTo>
                  <a:lnTo>
                    <a:pt x="217956" y="1014444"/>
                  </a:lnTo>
                  <a:lnTo>
                    <a:pt x="218035" y="1014457"/>
                  </a:lnTo>
                  <a:lnTo>
                    <a:pt x="218069" y="1014470"/>
                  </a:lnTo>
                  <a:lnTo>
                    <a:pt x="218121" y="1014489"/>
                  </a:lnTo>
                  <a:lnTo>
                    <a:pt x="218167" y="1014508"/>
                  </a:lnTo>
                  <a:lnTo>
                    <a:pt x="218187" y="1014521"/>
                  </a:lnTo>
                  <a:lnTo>
                    <a:pt x="218227" y="1014542"/>
                  </a:lnTo>
                  <a:lnTo>
                    <a:pt x="218262" y="1014556"/>
                  </a:lnTo>
                  <a:lnTo>
                    <a:pt x="218302" y="1014574"/>
                  </a:lnTo>
                  <a:lnTo>
                    <a:pt x="218389" y="1014624"/>
                  </a:lnTo>
                  <a:lnTo>
                    <a:pt x="218430" y="1014636"/>
                  </a:lnTo>
                  <a:lnTo>
                    <a:pt x="218464" y="1014647"/>
                  </a:lnTo>
                  <a:lnTo>
                    <a:pt x="218491" y="1014652"/>
                  </a:lnTo>
                  <a:lnTo>
                    <a:pt x="218529" y="1014667"/>
                  </a:lnTo>
                  <a:lnTo>
                    <a:pt x="218552" y="1014679"/>
                  </a:lnTo>
                  <a:lnTo>
                    <a:pt x="218578" y="1014693"/>
                  </a:lnTo>
                  <a:lnTo>
                    <a:pt x="218600" y="1014707"/>
                  </a:lnTo>
                  <a:lnTo>
                    <a:pt x="218621" y="1014715"/>
                  </a:lnTo>
                  <a:lnTo>
                    <a:pt x="218645" y="1014721"/>
                  </a:lnTo>
                  <a:lnTo>
                    <a:pt x="218675" y="1014720"/>
                  </a:lnTo>
                  <a:lnTo>
                    <a:pt x="218727" y="1014718"/>
                  </a:lnTo>
                  <a:lnTo>
                    <a:pt x="218766" y="1014721"/>
                  </a:lnTo>
                  <a:lnTo>
                    <a:pt x="218809" y="1014715"/>
                  </a:lnTo>
                  <a:lnTo>
                    <a:pt x="218858" y="1014697"/>
                  </a:lnTo>
                  <a:lnTo>
                    <a:pt x="218889" y="1014679"/>
                  </a:lnTo>
                  <a:lnTo>
                    <a:pt x="218930" y="1014663"/>
                  </a:lnTo>
                  <a:lnTo>
                    <a:pt x="218986" y="1014634"/>
                  </a:lnTo>
                  <a:lnTo>
                    <a:pt x="219019" y="1014614"/>
                  </a:lnTo>
                  <a:lnTo>
                    <a:pt x="219039" y="1014595"/>
                  </a:lnTo>
                  <a:lnTo>
                    <a:pt x="219063" y="1014574"/>
                  </a:lnTo>
                  <a:lnTo>
                    <a:pt x="219082" y="1014551"/>
                  </a:lnTo>
                  <a:lnTo>
                    <a:pt x="219086" y="1014534"/>
                  </a:lnTo>
                  <a:lnTo>
                    <a:pt x="219087" y="1014488"/>
                  </a:lnTo>
                  <a:lnTo>
                    <a:pt x="219088" y="1014466"/>
                  </a:lnTo>
                  <a:lnTo>
                    <a:pt x="219091" y="1014444"/>
                  </a:lnTo>
                  <a:lnTo>
                    <a:pt x="219107" y="1014408"/>
                  </a:lnTo>
                  <a:lnTo>
                    <a:pt x="219116" y="1014382"/>
                  </a:lnTo>
                  <a:lnTo>
                    <a:pt x="219114" y="1014356"/>
                  </a:lnTo>
                  <a:lnTo>
                    <a:pt x="219111" y="1014317"/>
                  </a:lnTo>
                  <a:lnTo>
                    <a:pt x="219111" y="1014289"/>
                  </a:lnTo>
                  <a:lnTo>
                    <a:pt x="219117" y="1014264"/>
                  </a:lnTo>
                  <a:lnTo>
                    <a:pt x="219138" y="1014232"/>
                  </a:lnTo>
                  <a:lnTo>
                    <a:pt x="219155" y="1014211"/>
                  </a:lnTo>
                  <a:lnTo>
                    <a:pt x="219171" y="1014180"/>
                  </a:lnTo>
                  <a:lnTo>
                    <a:pt x="219181" y="1014158"/>
                  </a:lnTo>
                  <a:lnTo>
                    <a:pt x="219192" y="1014131"/>
                  </a:lnTo>
                  <a:lnTo>
                    <a:pt x="219202" y="1014088"/>
                  </a:lnTo>
                  <a:lnTo>
                    <a:pt x="219205" y="1014066"/>
                  </a:lnTo>
                  <a:lnTo>
                    <a:pt x="219208" y="1014017"/>
                  </a:lnTo>
                  <a:lnTo>
                    <a:pt x="219207" y="1013993"/>
                  </a:lnTo>
                  <a:lnTo>
                    <a:pt x="219217" y="1013977"/>
                  </a:lnTo>
                  <a:lnTo>
                    <a:pt x="219227" y="1013961"/>
                  </a:lnTo>
                  <a:lnTo>
                    <a:pt x="219247" y="1013943"/>
                  </a:lnTo>
                  <a:lnTo>
                    <a:pt x="219284" y="1013934"/>
                  </a:lnTo>
                  <a:lnTo>
                    <a:pt x="219308" y="1013936"/>
                  </a:lnTo>
                  <a:lnTo>
                    <a:pt x="219324" y="1013945"/>
                  </a:lnTo>
                  <a:lnTo>
                    <a:pt x="219338" y="1013962"/>
                  </a:lnTo>
                  <a:lnTo>
                    <a:pt x="219352" y="1013971"/>
                  </a:lnTo>
                  <a:lnTo>
                    <a:pt x="219375" y="1013974"/>
                  </a:lnTo>
                  <a:lnTo>
                    <a:pt x="219409" y="1013968"/>
                  </a:lnTo>
                  <a:lnTo>
                    <a:pt x="219434" y="1013961"/>
                  </a:lnTo>
                  <a:lnTo>
                    <a:pt x="219465" y="1013944"/>
                  </a:lnTo>
                  <a:lnTo>
                    <a:pt x="219488" y="1013932"/>
                  </a:lnTo>
                  <a:lnTo>
                    <a:pt x="219494" y="1013920"/>
                  </a:lnTo>
                  <a:lnTo>
                    <a:pt x="219497" y="1013899"/>
                  </a:lnTo>
                  <a:lnTo>
                    <a:pt x="219502" y="1013880"/>
                  </a:lnTo>
                  <a:lnTo>
                    <a:pt x="219515" y="1013875"/>
                  </a:lnTo>
                  <a:lnTo>
                    <a:pt x="219531" y="1013867"/>
                  </a:lnTo>
                  <a:lnTo>
                    <a:pt x="219551" y="1013867"/>
                  </a:lnTo>
                  <a:lnTo>
                    <a:pt x="219584" y="1013872"/>
                  </a:lnTo>
                  <a:lnTo>
                    <a:pt x="219608" y="1013864"/>
                  </a:lnTo>
                  <a:lnTo>
                    <a:pt x="219629" y="1013846"/>
                  </a:lnTo>
                  <a:lnTo>
                    <a:pt x="219639" y="1013823"/>
                  </a:lnTo>
                  <a:lnTo>
                    <a:pt x="219644" y="1013807"/>
                  </a:lnTo>
                  <a:lnTo>
                    <a:pt x="219636" y="1013794"/>
                  </a:lnTo>
                  <a:lnTo>
                    <a:pt x="219628" y="1013770"/>
                  </a:lnTo>
                  <a:lnTo>
                    <a:pt x="219632" y="1013735"/>
                  </a:lnTo>
                  <a:lnTo>
                    <a:pt x="219643" y="1013719"/>
                  </a:lnTo>
                  <a:lnTo>
                    <a:pt x="219663" y="1013707"/>
                  </a:lnTo>
                  <a:lnTo>
                    <a:pt x="219722" y="1013694"/>
                  </a:lnTo>
                  <a:lnTo>
                    <a:pt x="219750" y="1013690"/>
                  </a:lnTo>
                  <a:lnTo>
                    <a:pt x="219770" y="1013679"/>
                  </a:lnTo>
                  <a:lnTo>
                    <a:pt x="219825" y="1013641"/>
                  </a:lnTo>
                  <a:lnTo>
                    <a:pt x="219896" y="1013605"/>
                  </a:lnTo>
                  <a:lnTo>
                    <a:pt x="219932" y="1013592"/>
                  </a:lnTo>
                  <a:lnTo>
                    <a:pt x="219978" y="1013572"/>
                  </a:lnTo>
                  <a:lnTo>
                    <a:pt x="219999" y="1013558"/>
                  </a:lnTo>
                  <a:lnTo>
                    <a:pt x="220017" y="1013538"/>
                  </a:lnTo>
                  <a:lnTo>
                    <a:pt x="220053" y="1013482"/>
                  </a:lnTo>
                  <a:lnTo>
                    <a:pt x="220084" y="1013445"/>
                  </a:lnTo>
                  <a:lnTo>
                    <a:pt x="220102" y="1013420"/>
                  </a:lnTo>
                  <a:lnTo>
                    <a:pt x="220135" y="1013406"/>
                  </a:lnTo>
                  <a:lnTo>
                    <a:pt x="220168" y="1013391"/>
                  </a:lnTo>
                  <a:lnTo>
                    <a:pt x="220201" y="1013373"/>
                  </a:lnTo>
                  <a:lnTo>
                    <a:pt x="220248" y="1013362"/>
                  </a:lnTo>
                  <a:lnTo>
                    <a:pt x="220298" y="1013349"/>
                  </a:lnTo>
                  <a:lnTo>
                    <a:pt x="220384" y="1013326"/>
                  </a:lnTo>
                  <a:lnTo>
                    <a:pt x="220421" y="1013320"/>
                  </a:lnTo>
                  <a:lnTo>
                    <a:pt x="220457" y="1013308"/>
                  </a:lnTo>
                  <a:lnTo>
                    <a:pt x="220511" y="1013292"/>
                  </a:lnTo>
                  <a:lnTo>
                    <a:pt x="220555" y="1013277"/>
                  </a:lnTo>
                  <a:lnTo>
                    <a:pt x="220600" y="1013262"/>
                  </a:lnTo>
                  <a:lnTo>
                    <a:pt x="220644" y="1013239"/>
                  </a:lnTo>
                  <a:lnTo>
                    <a:pt x="220666" y="1013225"/>
                  </a:lnTo>
                  <a:lnTo>
                    <a:pt x="220686" y="1013209"/>
                  </a:lnTo>
                  <a:lnTo>
                    <a:pt x="220715" y="1013178"/>
                  </a:lnTo>
                  <a:lnTo>
                    <a:pt x="220733" y="1013157"/>
                  </a:lnTo>
                  <a:lnTo>
                    <a:pt x="220790" y="1013107"/>
                  </a:lnTo>
                  <a:lnTo>
                    <a:pt x="220816" y="1013086"/>
                  </a:lnTo>
                  <a:lnTo>
                    <a:pt x="220840" y="1013069"/>
                  </a:lnTo>
                  <a:lnTo>
                    <a:pt x="220885" y="1013044"/>
                  </a:lnTo>
                  <a:lnTo>
                    <a:pt x="220924" y="1013021"/>
                  </a:lnTo>
                  <a:lnTo>
                    <a:pt x="220939" y="1013008"/>
                  </a:lnTo>
                  <a:lnTo>
                    <a:pt x="220943" y="1013004"/>
                  </a:lnTo>
                  <a:lnTo>
                    <a:pt x="220959" y="1012994"/>
                  </a:lnTo>
                  <a:lnTo>
                    <a:pt x="220977" y="1012982"/>
                  </a:lnTo>
                  <a:lnTo>
                    <a:pt x="221009" y="1012964"/>
                  </a:lnTo>
                  <a:lnTo>
                    <a:pt x="221022" y="1012957"/>
                  </a:lnTo>
                  <a:lnTo>
                    <a:pt x="221051" y="1012920"/>
                  </a:lnTo>
                  <a:lnTo>
                    <a:pt x="221088" y="1012877"/>
                  </a:lnTo>
                  <a:lnTo>
                    <a:pt x="221146" y="1012799"/>
                  </a:lnTo>
                  <a:lnTo>
                    <a:pt x="221176" y="1012763"/>
                  </a:lnTo>
                  <a:lnTo>
                    <a:pt x="221190" y="1012725"/>
                  </a:lnTo>
                  <a:lnTo>
                    <a:pt x="221192" y="1012667"/>
                  </a:lnTo>
                  <a:lnTo>
                    <a:pt x="221199" y="1012603"/>
                  </a:lnTo>
                  <a:lnTo>
                    <a:pt x="221207" y="1012523"/>
                  </a:lnTo>
                  <a:lnTo>
                    <a:pt x="221229" y="1012425"/>
                  </a:lnTo>
                  <a:lnTo>
                    <a:pt x="221242" y="1012379"/>
                  </a:lnTo>
                  <a:lnTo>
                    <a:pt x="221259" y="1012320"/>
                  </a:lnTo>
                  <a:lnTo>
                    <a:pt x="221277" y="1012304"/>
                  </a:lnTo>
                  <a:lnTo>
                    <a:pt x="221311" y="1012272"/>
                  </a:lnTo>
                  <a:lnTo>
                    <a:pt x="221376" y="1012227"/>
                  </a:lnTo>
                  <a:lnTo>
                    <a:pt x="221418" y="1012210"/>
                  </a:lnTo>
                  <a:lnTo>
                    <a:pt x="221458" y="1012203"/>
                  </a:lnTo>
                  <a:lnTo>
                    <a:pt x="221490" y="1012199"/>
                  </a:lnTo>
                  <a:lnTo>
                    <a:pt x="221535" y="1012189"/>
                  </a:lnTo>
                  <a:lnTo>
                    <a:pt x="221577" y="1012176"/>
                  </a:lnTo>
                  <a:lnTo>
                    <a:pt x="221599" y="1012163"/>
                  </a:lnTo>
                  <a:lnTo>
                    <a:pt x="221623" y="1012144"/>
                  </a:lnTo>
                  <a:lnTo>
                    <a:pt x="221666" y="1012118"/>
                  </a:lnTo>
                  <a:lnTo>
                    <a:pt x="221724" y="1012067"/>
                  </a:lnTo>
                  <a:lnTo>
                    <a:pt x="221747" y="1012051"/>
                  </a:lnTo>
                  <a:lnTo>
                    <a:pt x="221791" y="1012036"/>
                  </a:lnTo>
                  <a:lnTo>
                    <a:pt x="221854" y="1012023"/>
                  </a:lnTo>
                  <a:lnTo>
                    <a:pt x="221909" y="1012018"/>
                  </a:lnTo>
                  <a:lnTo>
                    <a:pt x="221935" y="1012030"/>
                  </a:lnTo>
                  <a:lnTo>
                    <a:pt x="221963" y="1012043"/>
                  </a:lnTo>
                  <a:lnTo>
                    <a:pt x="221987" y="1012045"/>
                  </a:lnTo>
                  <a:lnTo>
                    <a:pt x="222004" y="1012040"/>
                  </a:lnTo>
                  <a:lnTo>
                    <a:pt x="222026" y="1012034"/>
                  </a:lnTo>
                  <a:lnTo>
                    <a:pt x="222055" y="1012026"/>
                  </a:lnTo>
                  <a:lnTo>
                    <a:pt x="222102" y="1012019"/>
                  </a:lnTo>
                  <a:lnTo>
                    <a:pt x="222138" y="1012011"/>
                  </a:lnTo>
                  <a:lnTo>
                    <a:pt x="222187" y="1011990"/>
                  </a:lnTo>
                  <a:lnTo>
                    <a:pt x="222238" y="1011966"/>
                  </a:lnTo>
                  <a:lnTo>
                    <a:pt x="222266" y="1011953"/>
                  </a:lnTo>
                  <a:lnTo>
                    <a:pt x="222280" y="1011955"/>
                  </a:lnTo>
                  <a:lnTo>
                    <a:pt x="222289" y="1011966"/>
                  </a:lnTo>
                  <a:lnTo>
                    <a:pt x="222327" y="1011994"/>
                  </a:lnTo>
                  <a:lnTo>
                    <a:pt x="222337" y="1011997"/>
                  </a:lnTo>
                  <a:lnTo>
                    <a:pt x="222352" y="1011984"/>
                  </a:lnTo>
                  <a:lnTo>
                    <a:pt x="222399" y="1011948"/>
                  </a:lnTo>
                  <a:lnTo>
                    <a:pt x="222475" y="1011875"/>
                  </a:lnTo>
                  <a:lnTo>
                    <a:pt x="222520" y="1011805"/>
                  </a:lnTo>
                  <a:lnTo>
                    <a:pt x="222556" y="1011739"/>
                  </a:lnTo>
                  <a:lnTo>
                    <a:pt x="222591" y="1011682"/>
                  </a:lnTo>
                  <a:lnTo>
                    <a:pt x="222629" y="1011626"/>
                  </a:lnTo>
                  <a:lnTo>
                    <a:pt x="222650" y="1011581"/>
                  </a:lnTo>
                  <a:lnTo>
                    <a:pt x="222661" y="1011541"/>
                  </a:lnTo>
                  <a:lnTo>
                    <a:pt x="222668" y="1011496"/>
                  </a:lnTo>
                  <a:lnTo>
                    <a:pt x="222675" y="1011452"/>
                  </a:lnTo>
                  <a:lnTo>
                    <a:pt x="222665" y="1011396"/>
                  </a:lnTo>
                  <a:lnTo>
                    <a:pt x="222639" y="1011351"/>
                  </a:lnTo>
                  <a:lnTo>
                    <a:pt x="222613" y="1011331"/>
                  </a:lnTo>
                  <a:lnTo>
                    <a:pt x="222586" y="1011311"/>
                  </a:lnTo>
                  <a:lnTo>
                    <a:pt x="222556" y="1011293"/>
                  </a:lnTo>
                  <a:lnTo>
                    <a:pt x="222554" y="1011284"/>
                  </a:lnTo>
                  <a:lnTo>
                    <a:pt x="222574" y="1011278"/>
                  </a:lnTo>
                  <a:lnTo>
                    <a:pt x="222627" y="1011229"/>
                  </a:lnTo>
                  <a:lnTo>
                    <a:pt x="222662" y="1011220"/>
                  </a:lnTo>
                  <a:lnTo>
                    <a:pt x="222709" y="1011215"/>
                  </a:lnTo>
                  <a:lnTo>
                    <a:pt x="222734" y="1011220"/>
                  </a:lnTo>
                  <a:lnTo>
                    <a:pt x="222788" y="1011217"/>
                  </a:lnTo>
                  <a:lnTo>
                    <a:pt x="222812" y="1011209"/>
                  </a:lnTo>
                  <a:lnTo>
                    <a:pt x="222836" y="1011200"/>
                  </a:lnTo>
                  <a:lnTo>
                    <a:pt x="222866" y="1011185"/>
                  </a:lnTo>
                  <a:lnTo>
                    <a:pt x="222888" y="1011187"/>
                  </a:lnTo>
                  <a:lnTo>
                    <a:pt x="222928" y="1011187"/>
                  </a:lnTo>
                  <a:lnTo>
                    <a:pt x="222987" y="1011190"/>
                  </a:lnTo>
                  <a:lnTo>
                    <a:pt x="223032" y="1011190"/>
                  </a:lnTo>
                  <a:lnTo>
                    <a:pt x="223056" y="1011198"/>
                  </a:lnTo>
                  <a:lnTo>
                    <a:pt x="223068" y="1011196"/>
                  </a:lnTo>
                  <a:lnTo>
                    <a:pt x="223081" y="1011191"/>
                  </a:lnTo>
                  <a:lnTo>
                    <a:pt x="223089" y="1011182"/>
                  </a:lnTo>
                  <a:lnTo>
                    <a:pt x="223091" y="1011168"/>
                  </a:lnTo>
                  <a:lnTo>
                    <a:pt x="223089" y="1011132"/>
                  </a:lnTo>
                  <a:lnTo>
                    <a:pt x="223092" y="1011113"/>
                  </a:lnTo>
                  <a:lnTo>
                    <a:pt x="223101" y="1011094"/>
                  </a:lnTo>
                  <a:lnTo>
                    <a:pt x="223122" y="1011075"/>
                  </a:lnTo>
                  <a:lnTo>
                    <a:pt x="223144" y="1011042"/>
                  </a:lnTo>
                  <a:lnTo>
                    <a:pt x="223169" y="1011000"/>
                  </a:lnTo>
                  <a:lnTo>
                    <a:pt x="223188" y="1010989"/>
                  </a:lnTo>
                  <a:lnTo>
                    <a:pt x="223215" y="1010973"/>
                  </a:lnTo>
                  <a:lnTo>
                    <a:pt x="223227" y="1010948"/>
                  </a:lnTo>
                  <a:lnTo>
                    <a:pt x="223249" y="1010918"/>
                  </a:lnTo>
                  <a:lnTo>
                    <a:pt x="223275" y="1010909"/>
                  </a:lnTo>
                  <a:lnTo>
                    <a:pt x="223308" y="1010911"/>
                  </a:lnTo>
                  <a:lnTo>
                    <a:pt x="223349" y="1010928"/>
                  </a:lnTo>
                  <a:lnTo>
                    <a:pt x="223411" y="1010952"/>
                  </a:lnTo>
                  <a:lnTo>
                    <a:pt x="223446" y="1010968"/>
                  </a:lnTo>
                  <a:lnTo>
                    <a:pt x="223480" y="1010985"/>
                  </a:lnTo>
                  <a:lnTo>
                    <a:pt x="223539" y="1011020"/>
                  </a:lnTo>
                  <a:lnTo>
                    <a:pt x="223587" y="1011040"/>
                  </a:lnTo>
                  <a:lnTo>
                    <a:pt x="223625" y="1011041"/>
                  </a:lnTo>
                  <a:lnTo>
                    <a:pt x="223648" y="1011038"/>
                  </a:lnTo>
                  <a:lnTo>
                    <a:pt x="223712" y="1011021"/>
                  </a:lnTo>
                  <a:lnTo>
                    <a:pt x="223795" y="1010978"/>
                  </a:lnTo>
                  <a:lnTo>
                    <a:pt x="223825" y="1010969"/>
                  </a:lnTo>
                  <a:lnTo>
                    <a:pt x="223846" y="1010974"/>
                  </a:lnTo>
                  <a:lnTo>
                    <a:pt x="223868" y="1010994"/>
                  </a:lnTo>
                  <a:lnTo>
                    <a:pt x="223916" y="1011044"/>
                  </a:lnTo>
                  <a:lnTo>
                    <a:pt x="223976" y="1011106"/>
                  </a:lnTo>
                  <a:lnTo>
                    <a:pt x="223990" y="1011130"/>
                  </a:lnTo>
                  <a:lnTo>
                    <a:pt x="223990" y="1011145"/>
                  </a:lnTo>
                  <a:lnTo>
                    <a:pt x="223976" y="1011164"/>
                  </a:lnTo>
                  <a:lnTo>
                    <a:pt x="223966" y="1011187"/>
                  </a:lnTo>
                  <a:lnTo>
                    <a:pt x="223954" y="1011233"/>
                  </a:lnTo>
                  <a:lnTo>
                    <a:pt x="223947" y="1011260"/>
                  </a:lnTo>
                  <a:lnTo>
                    <a:pt x="223936" y="1011290"/>
                  </a:lnTo>
                  <a:lnTo>
                    <a:pt x="223918" y="1011320"/>
                  </a:lnTo>
                  <a:lnTo>
                    <a:pt x="223873" y="1011385"/>
                  </a:lnTo>
                  <a:lnTo>
                    <a:pt x="223854" y="1011418"/>
                  </a:lnTo>
                  <a:lnTo>
                    <a:pt x="223825" y="1011460"/>
                  </a:lnTo>
                  <a:lnTo>
                    <a:pt x="223800" y="1011509"/>
                  </a:lnTo>
                  <a:lnTo>
                    <a:pt x="223750" y="1011573"/>
                  </a:lnTo>
                  <a:lnTo>
                    <a:pt x="223729" y="1011597"/>
                  </a:lnTo>
                  <a:lnTo>
                    <a:pt x="223726" y="1011611"/>
                  </a:lnTo>
                  <a:lnTo>
                    <a:pt x="223749" y="1011646"/>
                  </a:lnTo>
                  <a:lnTo>
                    <a:pt x="223786" y="1011675"/>
                  </a:lnTo>
                  <a:lnTo>
                    <a:pt x="223831" y="1011722"/>
                  </a:lnTo>
                  <a:lnTo>
                    <a:pt x="223864" y="1011745"/>
                  </a:lnTo>
                  <a:lnTo>
                    <a:pt x="223902" y="1011746"/>
                  </a:lnTo>
                  <a:lnTo>
                    <a:pt x="223928" y="1011748"/>
                  </a:lnTo>
                  <a:lnTo>
                    <a:pt x="223978" y="1011771"/>
                  </a:lnTo>
                  <a:lnTo>
                    <a:pt x="224043" y="1011806"/>
                  </a:lnTo>
                  <a:lnTo>
                    <a:pt x="224084" y="1011844"/>
                  </a:lnTo>
                  <a:lnTo>
                    <a:pt x="224115" y="1011882"/>
                  </a:lnTo>
                  <a:lnTo>
                    <a:pt x="224147" y="1011930"/>
                  </a:lnTo>
                  <a:lnTo>
                    <a:pt x="224156" y="1011937"/>
                  </a:lnTo>
                  <a:lnTo>
                    <a:pt x="224164" y="1011963"/>
                  </a:lnTo>
                  <a:lnTo>
                    <a:pt x="224163" y="1012014"/>
                  </a:lnTo>
                  <a:lnTo>
                    <a:pt x="224159" y="1012033"/>
                  </a:lnTo>
                  <a:lnTo>
                    <a:pt x="224154" y="1012042"/>
                  </a:lnTo>
                  <a:lnTo>
                    <a:pt x="224147" y="1012055"/>
                  </a:lnTo>
                  <a:lnTo>
                    <a:pt x="224134" y="1012079"/>
                  </a:lnTo>
                  <a:lnTo>
                    <a:pt x="224125" y="1012112"/>
                  </a:lnTo>
                  <a:lnTo>
                    <a:pt x="224106" y="1012183"/>
                  </a:lnTo>
                  <a:lnTo>
                    <a:pt x="224093" y="1012216"/>
                  </a:lnTo>
                  <a:lnTo>
                    <a:pt x="224064" y="1012257"/>
                  </a:lnTo>
                  <a:lnTo>
                    <a:pt x="224046" y="1012295"/>
                  </a:lnTo>
                  <a:lnTo>
                    <a:pt x="224029" y="1012320"/>
                  </a:lnTo>
                  <a:lnTo>
                    <a:pt x="224018" y="1012338"/>
                  </a:lnTo>
                  <a:lnTo>
                    <a:pt x="224012" y="1012371"/>
                  </a:lnTo>
                  <a:lnTo>
                    <a:pt x="223993" y="1012430"/>
                  </a:lnTo>
                  <a:lnTo>
                    <a:pt x="223970" y="1012491"/>
                  </a:lnTo>
                  <a:lnTo>
                    <a:pt x="223939" y="1012534"/>
                  </a:lnTo>
                  <a:lnTo>
                    <a:pt x="223939" y="1012557"/>
                  </a:lnTo>
                  <a:lnTo>
                    <a:pt x="223943" y="1012591"/>
                  </a:lnTo>
                  <a:lnTo>
                    <a:pt x="223948" y="1012657"/>
                  </a:lnTo>
                  <a:lnTo>
                    <a:pt x="223947" y="1012701"/>
                  </a:lnTo>
                  <a:lnTo>
                    <a:pt x="223924" y="1012726"/>
                  </a:lnTo>
                  <a:lnTo>
                    <a:pt x="223916" y="1012760"/>
                  </a:lnTo>
                  <a:lnTo>
                    <a:pt x="223912" y="1012793"/>
                  </a:lnTo>
                  <a:lnTo>
                    <a:pt x="223910" y="1012845"/>
                  </a:lnTo>
                  <a:lnTo>
                    <a:pt x="223907" y="1012884"/>
                  </a:lnTo>
                  <a:lnTo>
                    <a:pt x="223909" y="1012940"/>
                  </a:lnTo>
                  <a:lnTo>
                    <a:pt x="223906" y="1012978"/>
                  </a:lnTo>
                  <a:lnTo>
                    <a:pt x="223901" y="1012996"/>
                  </a:lnTo>
                  <a:lnTo>
                    <a:pt x="223899" y="1013006"/>
                  </a:lnTo>
                  <a:lnTo>
                    <a:pt x="223887" y="1013012"/>
                  </a:lnTo>
                  <a:lnTo>
                    <a:pt x="223871" y="1013019"/>
                  </a:lnTo>
                  <a:lnTo>
                    <a:pt x="223847" y="1013042"/>
                  </a:lnTo>
                  <a:lnTo>
                    <a:pt x="223801" y="1013090"/>
                  </a:lnTo>
                  <a:lnTo>
                    <a:pt x="223768" y="1013121"/>
                  </a:lnTo>
                  <a:lnTo>
                    <a:pt x="223752" y="1013152"/>
                  </a:lnTo>
                  <a:lnTo>
                    <a:pt x="223758" y="1013176"/>
                  </a:lnTo>
                  <a:lnTo>
                    <a:pt x="223768" y="1013198"/>
                  </a:lnTo>
                  <a:lnTo>
                    <a:pt x="223773" y="1013233"/>
                  </a:lnTo>
                  <a:lnTo>
                    <a:pt x="223767" y="1013266"/>
                  </a:lnTo>
                  <a:lnTo>
                    <a:pt x="223761" y="1013298"/>
                  </a:lnTo>
                  <a:lnTo>
                    <a:pt x="223763" y="1013323"/>
                  </a:lnTo>
                  <a:lnTo>
                    <a:pt x="223771" y="1013349"/>
                  </a:lnTo>
                  <a:lnTo>
                    <a:pt x="223783" y="1013388"/>
                  </a:lnTo>
                  <a:lnTo>
                    <a:pt x="223800" y="1013426"/>
                  </a:lnTo>
                  <a:lnTo>
                    <a:pt x="223815" y="1013466"/>
                  </a:lnTo>
                  <a:lnTo>
                    <a:pt x="223819" y="1013515"/>
                  </a:lnTo>
                  <a:lnTo>
                    <a:pt x="223826" y="1013544"/>
                  </a:lnTo>
                  <a:lnTo>
                    <a:pt x="223832" y="1013574"/>
                  </a:lnTo>
                  <a:lnTo>
                    <a:pt x="223844" y="1013593"/>
                  </a:lnTo>
                  <a:lnTo>
                    <a:pt x="223866" y="1013604"/>
                  </a:lnTo>
                  <a:lnTo>
                    <a:pt x="223895" y="1013621"/>
                  </a:lnTo>
                  <a:lnTo>
                    <a:pt x="223926" y="1013644"/>
                  </a:lnTo>
                  <a:lnTo>
                    <a:pt x="223961" y="1013677"/>
                  </a:lnTo>
                  <a:lnTo>
                    <a:pt x="223985" y="1013711"/>
                  </a:lnTo>
                  <a:lnTo>
                    <a:pt x="224011" y="1013743"/>
                  </a:lnTo>
                  <a:lnTo>
                    <a:pt x="224019" y="1013754"/>
                  </a:lnTo>
                  <a:lnTo>
                    <a:pt x="224027" y="1013779"/>
                  </a:lnTo>
                  <a:lnTo>
                    <a:pt x="224045" y="1013825"/>
                  </a:lnTo>
                  <a:lnTo>
                    <a:pt x="224062" y="1013849"/>
                  </a:lnTo>
                  <a:lnTo>
                    <a:pt x="224080" y="1013858"/>
                  </a:lnTo>
                  <a:lnTo>
                    <a:pt x="224097" y="1013862"/>
                  </a:lnTo>
                  <a:lnTo>
                    <a:pt x="224113" y="1013871"/>
                  </a:lnTo>
                  <a:lnTo>
                    <a:pt x="224127" y="1013887"/>
                  </a:lnTo>
                  <a:lnTo>
                    <a:pt x="224134" y="1013897"/>
                  </a:lnTo>
                  <a:lnTo>
                    <a:pt x="224141" y="1013900"/>
                  </a:lnTo>
                  <a:lnTo>
                    <a:pt x="224147" y="1013898"/>
                  </a:lnTo>
                  <a:lnTo>
                    <a:pt x="224161" y="1013929"/>
                  </a:lnTo>
                  <a:lnTo>
                    <a:pt x="224169" y="1013934"/>
                  </a:lnTo>
                  <a:lnTo>
                    <a:pt x="224181" y="1013943"/>
                  </a:lnTo>
                  <a:lnTo>
                    <a:pt x="224206" y="1013956"/>
                  </a:lnTo>
                  <a:lnTo>
                    <a:pt x="224215" y="1013961"/>
                  </a:lnTo>
                  <a:lnTo>
                    <a:pt x="224224" y="1013979"/>
                  </a:lnTo>
                  <a:lnTo>
                    <a:pt x="224228" y="1013997"/>
                  </a:lnTo>
                  <a:lnTo>
                    <a:pt x="224224" y="1014052"/>
                  </a:lnTo>
                  <a:lnTo>
                    <a:pt x="224228" y="1014103"/>
                  </a:lnTo>
                  <a:lnTo>
                    <a:pt x="224230" y="1014127"/>
                  </a:lnTo>
                  <a:lnTo>
                    <a:pt x="224232" y="1014213"/>
                  </a:lnTo>
                  <a:lnTo>
                    <a:pt x="224237" y="1014241"/>
                  </a:lnTo>
                  <a:lnTo>
                    <a:pt x="224247" y="1014266"/>
                  </a:lnTo>
                  <a:lnTo>
                    <a:pt x="224265" y="1014288"/>
                  </a:lnTo>
                  <a:lnTo>
                    <a:pt x="224306" y="1014320"/>
                  </a:lnTo>
                  <a:lnTo>
                    <a:pt x="224330" y="1014341"/>
                  </a:lnTo>
                  <a:lnTo>
                    <a:pt x="224376" y="1014376"/>
                  </a:lnTo>
                  <a:lnTo>
                    <a:pt x="224400" y="1014393"/>
                  </a:lnTo>
                  <a:lnTo>
                    <a:pt x="224431" y="1014404"/>
                  </a:lnTo>
                  <a:lnTo>
                    <a:pt x="224467" y="1014427"/>
                  </a:lnTo>
                  <a:lnTo>
                    <a:pt x="224506" y="1014454"/>
                  </a:lnTo>
                  <a:lnTo>
                    <a:pt x="224545" y="1014482"/>
                  </a:lnTo>
                  <a:lnTo>
                    <a:pt x="224572" y="1014487"/>
                  </a:lnTo>
                  <a:lnTo>
                    <a:pt x="224630" y="1014518"/>
                  </a:lnTo>
                  <a:lnTo>
                    <a:pt x="224681" y="1014537"/>
                  </a:lnTo>
                  <a:lnTo>
                    <a:pt x="224720" y="1014553"/>
                  </a:lnTo>
                  <a:lnTo>
                    <a:pt x="224756" y="1014569"/>
                  </a:lnTo>
                  <a:lnTo>
                    <a:pt x="224781" y="1014578"/>
                  </a:lnTo>
                  <a:lnTo>
                    <a:pt x="224819" y="1014602"/>
                  </a:lnTo>
                  <a:lnTo>
                    <a:pt x="224847" y="1014627"/>
                  </a:lnTo>
                  <a:lnTo>
                    <a:pt x="224887" y="1014650"/>
                  </a:lnTo>
                  <a:lnTo>
                    <a:pt x="224914" y="1014668"/>
                  </a:lnTo>
                  <a:lnTo>
                    <a:pt x="224947" y="1014689"/>
                  </a:lnTo>
                  <a:lnTo>
                    <a:pt x="224980" y="1014708"/>
                  </a:lnTo>
                  <a:lnTo>
                    <a:pt x="224994" y="1014737"/>
                  </a:lnTo>
                  <a:lnTo>
                    <a:pt x="225015" y="1014770"/>
                  </a:lnTo>
                  <a:lnTo>
                    <a:pt x="225033" y="1014804"/>
                  </a:lnTo>
                  <a:lnTo>
                    <a:pt x="225039" y="1014819"/>
                  </a:lnTo>
                  <a:lnTo>
                    <a:pt x="225055" y="1014840"/>
                  </a:lnTo>
                  <a:lnTo>
                    <a:pt x="225061" y="1014871"/>
                  </a:lnTo>
                  <a:lnTo>
                    <a:pt x="225056" y="1014904"/>
                  </a:lnTo>
                  <a:lnTo>
                    <a:pt x="225050" y="1014914"/>
                  </a:lnTo>
                  <a:lnTo>
                    <a:pt x="225054" y="1014936"/>
                  </a:lnTo>
                  <a:lnTo>
                    <a:pt x="225070" y="1014965"/>
                  </a:lnTo>
                  <a:lnTo>
                    <a:pt x="225091" y="1015004"/>
                  </a:lnTo>
                  <a:lnTo>
                    <a:pt x="225099" y="1015032"/>
                  </a:lnTo>
                  <a:lnTo>
                    <a:pt x="225108" y="1015066"/>
                  </a:lnTo>
                  <a:lnTo>
                    <a:pt x="225112" y="1015095"/>
                  </a:lnTo>
                  <a:lnTo>
                    <a:pt x="225117" y="1015113"/>
                  </a:lnTo>
                  <a:lnTo>
                    <a:pt x="225161" y="1015214"/>
                  </a:lnTo>
                  <a:lnTo>
                    <a:pt x="225172" y="1015235"/>
                  </a:lnTo>
                  <a:lnTo>
                    <a:pt x="225175" y="1015245"/>
                  </a:lnTo>
                  <a:lnTo>
                    <a:pt x="225172" y="1015269"/>
                  </a:lnTo>
                  <a:lnTo>
                    <a:pt x="225168" y="1015284"/>
                  </a:lnTo>
                  <a:lnTo>
                    <a:pt x="225169" y="1015290"/>
                  </a:lnTo>
                  <a:lnTo>
                    <a:pt x="225172" y="1015300"/>
                  </a:lnTo>
                  <a:lnTo>
                    <a:pt x="225192" y="1015319"/>
                  </a:lnTo>
                  <a:lnTo>
                    <a:pt x="225210" y="1015328"/>
                  </a:lnTo>
                  <a:lnTo>
                    <a:pt x="225246" y="1015350"/>
                  </a:lnTo>
                  <a:lnTo>
                    <a:pt x="225289" y="1015367"/>
                  </a:lnTo>
                  <a:lnTo>
                    <a:pt x="225346" y="1015377"/>
                  </a:lnTo>
                  <a:lnTo>
                    <a:pt x="225382" y="1015388"/>
                  </a:lnTo>
                  <a:lnTo>
                    <a:pt x="225416" y="1015404"/>
                  </a:lnTo>
                  <a:lnTo>
                    <a:pt x="225450" y="1015419"/>
                  </a:lnTo>
                  <a:lnTo>
                    <a:pt x="225490" y="1015434"/>
                  </a:lnTo>
                  <a:lnTo>
                    <a:pt x="225529" y="1015449"/>
                  </a:lnTo>
                  <a:lnTo>
                    <a:pt x="225535" y="1015456"/>
                  </a:lnTo>
                  <a:lnTo>
                    <a:pt x="225521" y="1015471"/>
                  </a:lnTo>
                  <a:lnTo>
                    <a:pt x="225493" y="1015519"/>
                  </a:lnTo>
                  <a:lnTo>
                    <a:pt x="225469" y="1015560"/>
                  </a:lnTo>
                  <a:lnTo>
                    <a:pt x="225456" y="1015591"/>
                  </a:lnTo>
                  <a:lnTo>
                    <a:pt x="225447" y="1015623"/>
                  </a:lnTo>
                  <a:lnTo>
                    <a:pt x="225440" y="1015658"/>
                  </a:lnTo>
                  <a:lnTo>
                    <a:pt x="225428" y="1015710"/>
                  </a:lnTo>
                  <a:lnTo>
                    <a:pt x="225428" y="1015733"/>
                  </a:lnTo>
                  <a:lnTo>
                    <a:pt x="225415" y="1015770"/>
                  </a:lnTo>
                  <a:lnTo>
                    <a:pt x="225411" y="1015786"/>
                  </a:lnTo>
                  <a:lnTo>
                    <a:pt x="225389" y="1015795"/>
                  </a:lnTo>
                  <a:lnTo>
                    <a:pt x="225371" y="1015810"/>
                  </a:lnTo>
                  <a:lnTo>
                    <a:pt x="225365" y="1015831"/>
                  </a:lnTo>
                  <a:lnTo>
                    <a:pt x="225349" y="1015887"/>
                  </a:lnTo>
                  <a:lnTo>
                    <a:pt x="225341" y="1015917"/>
                  </a:lnTo>
                  <a:lnTo>
                    <a:pt x="225333" y="1015940"/>
                  </a:lnTo>
                  <a:lnTo>
                    <a:pt x="225338" y="1015973"/>
                  </a:lnTo>
                  <a:lnTo>
                    <a:pt x="225355" y="1016008"/>
                  </a:lnTo>
                  <a:lnTo>
                    <a:pt x="225362" y="1016058"/>
                  </a:lnTo>
                  <a:lnTo>
                    <a:pt x="225361" y="1016124"/>
                  </a:lnTo>
                  <a:lnTo>
                    <a:pt x="225365" y="1016203"/>
                  </a:lnTo>
                  <a:lnTo>
                    <a:pt x="225366" y="1016238"/>
                  </a:lnTo>
                  <a:lnTo>
                    <a:pt x="225355" y="1016263"/>
                  </a:lnTo>
                  <a:lnTo>
                    <a:pt x="225341" y="1016299"/>
                  </a:lnTo>
                  <a:lnTo>
                    <a:pt x="225339" y="1016328"/>
                  </a:lnTo>
                  <a:lnTo>
                    <a:pt x="225336" y="1016359"/>
                  </a:lnTo>
                  <a:lnTo>
                    <a:pt x="225326" y="1016413"/>
                  </a:lnTo>
                  <a:lnTo>
                    <a:pt x="225311" y="1016462"/>
                  </a:lnTo>
                  <a:lnTo>
                    <a:pt x="225304" y="1016499"/>
                  </a:lnTo>
                  <a:lnTo>
                    <a:pt x="225308" y="1016541"/>
                  </a:lnTo>
                  <a:lnTo>
                    <a:pt x="225313" y="1016563"/>
                  </a:lnTo>
                  <a:lnTo>
                    <a:pt x="225315" y="1016592"/>
                  </a:lnTo>
                  <a:lnTo>
                    <a:pt x="225309" y="1016600"/>
                  </a:lnTo>
                  <a:lnTo>
                    <a:pt x="225297" y="1016614"/>
                  </a:lnTo>
                  <a:lnTo>
                    <a:pt x="225273" y="1016641"/>
                  </a:lnTo>
                  <a:lnTo>
                    <a:pt x="225235" y="1016679"/>
                  </a:lnTo>
                  <a:lnTo>
                    <a:pt x="225219" y="1016705"/>
                  </a:lnTo>
                  <a:lnTo>
                    <a:pt x="225211" y="1016734"/>
                  </a:lnTo>
                  <a:lnTo>
                    <a:pt x="225212" y="1016755"/>
                  </a:lnTo>
                  <a:lnTo>
                    <a:pt x="225216" y="1016806"/>
                  </a:lnTo>
                  <a:lnTo>
                    <a:pt x="225220" y="1016853"/>
                  </a:lnTo>
                  <a:lnTo>
                    <a:pt x="225212" y="1016898"/>
                  </a:lnTo>
                  <a:lnTo>
                    <a:pt x="225187" y="1016944"/>
                  </a:lnTo>
                  <a:lnTo>
                    <a:pt x="225162" y="1016978"/>
                  </a:lnTo>
                  <a:lnTo>
                    <a:pt x="225120" y="1017024"/>
                  </a:lnTo>
                  <a:lnTo>
                    <a:pt x="225083" y="1017060"/>
                  </a:lnTo>
                  <a:lnTo>
                    <a:pt x="225065" y="1017073"/>
                  </a:lnTo>
                  <a:lnTo>
                    <a:pt x="225042" y="1017104"/>
                  </a:lnTo>
                  <a:lnTo>
                    <a:pt x="225019" y="1017133"/>
                  </a:lnTo>
                  <a:lnTo>
                    <a:pt x="224992" y="1017148"/>
                  </a:lnTo>
                  <a:lnTo>
                    <a:pt x="224967" y="1017167"/>
                  </a:lnTo>
                  <a:lnTo>
                    <a:pt x="224929" y="1017185"/>
                  </a:lnTo>
                  <a:lnTo>
                    <a:pt x="224890" y="1017196"/>
                  </a:lnTo>
                  <a:lnTo>
                    <a:pt x="224830" y="1017227"/>
                  </a:lnTo>
                  <a:lnTo>
                    <a:pt x="224788" y="1017241"/>
                  </a:lnTo>
                  <a:lnTo>
                    <a:pt x="224747" y="1017250"/>
                  </a:lnTo>
                  <a:lnTo>
                    <a:pt x="224704" y="1017244"/>
                  </a:lnTo>
                  <a:lnTo>
                    <a:pt x="224676" y="1017234"/>
                  </a:lnTo>
                  <a:lnTo>
                    <a:pt x="224634" y="1017213"/>
                  </a:lnTo>
                  <a:lnTo>
                    <a:pt x="224614" y="1017203"/>
                  </a:lnTo>
                  <a:lnTo>
                    <a:pt x="224603" y="1017205"/>
                  </a:lnTo>
                  <a:lnTo>
                    <a:pt x="224596" y="1017212"/>
                  </a:lnTo>
                  <a:lnTo>
                    <a:pt x="224606" y="1017259"/>
                  </a:lnTo>
                  <a:lnTo>
                    <a:pt x="224628" y="1017322"/>
                  </a:lnTo>
                  <a:lnTo>
                    <a:pt x="224634" y="1017396"/>
                  </a:lnTo>
                  <a:lnTo>
                    <a:pt x="224645" y="1017470"/>
                  </a:lnTo>
                  <a:lnTo>
                    <a:pt x="224647" y="1017512"/>
                  </a:lnTo>
                  <a:lnTo>
                    <a:pt x="224641" y="1017534"/>
                  </a:lnTo>
                  <a:lnTo>
                    <a:pt x="224618" y="1017568"/>
                  </a:lnTo>
                  <a:lnTo>
                    <a:pt x="224591" y="1017600"/>
                  </a:lnTo>
                  <a:lnTo>
                    <a:pt x="224553" y="1017650"/>
                  </a:lnTo>
                  <a:lnTo>
                    <a:pt x="224506" y="1017708"/>
                  </a:lnTo>
                  <a:lnTo>
                    <a:pt x="224470" y="1017738"/>
                  </a:lnTo>
                  <a:lnTo>
                    <a:pt x="224435" y="1017781"/>
                  </a:lnTo>
                  <a:lnTo>
                    <a:pt x="224443" y="1017808"/>
                  </a:lnTo>
                  <a:lnTo>
                    <a:pt x="224457" y="1017847"/>
                  </a:lnTo>
                  <a:lnTo>
                    <a:pt x="224478" y="1017897"/>
                  </a:lnTo>
                  <a:lnTo>
                    <a:pt x="224477" y="1017929"/>
                  </a:lnTo>
                  <a:lnTo>
                    <a:pt x="224472" y="1017949"/>
                  </a:lnTo>
                  <a:lnTo>
                    <a:pt x="224472" y="1017957"/>
                  </a:lnTo>
                  <a:lnTo>
                    <a:pt x="224472" y="1017969"/>
                  </a:lnTo>
                  <a:lnTo>
                    <a:pt x="224476" y="1017982"/>
                  </a:lnTo>
                  <a:lnTo>
                    <a:pt x="224488" y="1018001"/>
                  </a:lnTo>
                  <a:lnTo>
                    <a:pt x="224503" y="1018016"/>
                  </a:lnTo>
                  <a:lnTo>
                    <a:pt x="224513" y="1018022"/>
                  </a:lnTo>
                  <a:lnTo>
                    <a:pt x="224536" y="1018038"/>
                  </a:lnTo>
                  <a:lnTo>
                    <a:pt x="224550" y="1018067"/>
                  </a:lnTo>
                  <a:lnTo>
                    <a:pt x="224594" y="1018149"/>
                  </a:lnTo>
                  <a:lnTo>
                    <a:pt x="224634" y="1018229"/>
                  </a:lnTo>
                  <a:lnTo>
                    <a:pt x="224650" y="1018261"/>
                  </a:lnTo>
                  <a:lnTo>
                    <a:pt x="224655" y="1018278"/>
                  </a:lnTo>
                  <a:lnTo>
                    <a:pt x="224654" y="1018292"/>
                  </a:lnTo>
                  <a:lnTo>
                    <a:pt x="224643" y="1018305"/>
                  </a:lnTo>
                  <a:lnTo>
                    <a:pt x="224617" y="1018308"/>
                  </a:lnTo>
                  <a:lnTo>
                    <a:pt x="224596" y="1018299"/>
                  </a:lnTo>
                  <a:lnTo>
                    <a:pt x="224584" y="1018295"/>
                  </a:lnTo>
                  <a:lnTo>
                    <a:pt x="224567" y="1018289"/>
                  </a:lnTo>
                  <a:lnTo>
                    <a:pt x="224560" y="1018287"/>
                  </a:lnTo>
                  <a:lnTo>
                    <a:pt x="224553" y="1018288"/>
                  </a:lnTo>
                  <a:lnTo>
                    <a:pt x="224549" y="1018291"/>
                  </a:lnTo>
                  <a:lnTo>
                    <a:pt x="224544" y="1018298"/>
                  </a:lnTo>
                  <a:lnTo>
                    <a:pt x="224545" y="1018306"/>
                  </a:lnTo>
                  <a:lnTo>
                    <a:pt x="224546" y="1018314"/>
                  </a:lnTo>
                  <a:lnTo>
                    <a:pt x="224550" y="1018325"/>
                  </a:lnTo>
                  <a:lnTo>
                    <a:pt x="224555" y="1018333"/>
                  </a:lnTo>
                  <a:lnTo>
                    <a:pt x="224592" y="1018387"/>
                  </a:lnTo>
                  <a:lnTo>
                    <a:pt x="224668" y="1018493"/>
                  </a:lnTo>
                  <a:lnTo>
                    <a:pt x="224683" y="1018520"/>
                  </a:lnTo>
                  <a:lnTo>
                    <a:pt x="224687" y="1018563"/>
                  </a:lnTo>
                  <a:lnTo>
                    <a:pt x="224686" y="1018608"/>
                  </a:lnTo>
                  <a:lnTo>
                    <a:pt x="224703" y="1018656"/>
                  </a:lnTo>
                  <a:lnTo>
                    <a:pt x="224728" y="1018697"/>
                  </a:lnTo>
                  <a:lnTo>
                    <a:pt x="224733" y="1018720"/>
                  </a:lnTo>
                  <a:lnTo>
                    <a:pt x="224741" y="1018752"/>
                  </a:lnTo>
                  <a:lnTo>
                    <a:pt x="224742" y="1018765"/>
                  </a:lnTo>
                  <a:lnTo>
                    <a:pt x="224748" y="1018784"/>
                  </a:lnTo>
                  <a:lnTo>
                    <a:pt x="224761" y="1018797"/>
                  </a:lnTo>
                  <a:lnTo>
                    <a:pt x="224792" y="1018814"/>
                  </a:lnTo>
                  <a:lnTo>
                    <a:pt x="224859" y="1018869"/>
                  </a:lnTo>
                  <a:lnTo>
                    <a:pt x="224905" y="1018919"/>
                  </a:lnTo>
                  <a:lnTo>
                    <a:pt x="224953" y="1018967"/>
                  </a:lnTo>
                  <a:lnTo>
                    <a:pt x="224997" y="1019001"/>
                  </a:lnTo>
                  <a:lnTo>
                    <a:pt x="225033" y="1019058"/>
                  </a:lnTo>
                  <a:lnTo>
                    <a:pt x="225069" y="1019108"/>
                  </a:lnTo>
                  <a:lnTo>
                    <a:pt x="225090" y="1019163"/>
                  </a:lnTo>
                  <a:lnTo>
                    <a:pt x="225093" y="1019192"/>
                  </a:lnTo>
                  <a:lnTo>
                    <a:pt x="225079" y="1019204"/>
                  </a:lnTo>
                  <a:lnTo>
                    <a:pt x="225044" y="1019216"/>
                  </a:lnTo>
                  <a:lnTo>
                    <a:pt x="224965" y="1019255"/>
                  </a:lnTo>
                  <a:lnTo>
                    <a:pt x="224908" y="1019296"/>
                  </a:lnTo>
                  <a:lnTo>
                    <a:pt x="224887" y="1019317"/>
                  </a:lnTo>
                  <a:lnTo>
                    <a:pt x="224879" y="1019328"/>
                  </a:lnTo>
                  <a:lnTo>
                    <a:pt x="224880" y="1019337"/>
                  </a:lnTo>
                  <a:lnTo>
                    <a:pt x="224893" y="1019353"/>
                  </a:lnTo>
                  <a:lnTo>
                    <a:pt x="224923" y="1019381"/>
                  </a:lnTo>
                  <a:lnTo>
                    <a:pt x="224941" y="1019404"/>
                  </a:lnTo>
                  <a:lnTo>
                    <a:pt x="224952" y="1019501"/>
                  </a:lnTo>
                  <a:lnTo>
                    <a:pt x="224946" y="1019552"/>
                  </a:lnTo>
                  <a:lnTo>
                    <a:pt x="224950" y="1019600"/>
                  </a:lnTo>
                  <a:lnTo>
                    <a:pt x="224956" y="1019639"/>
                  </a:lnTo>
                  <a:lnTo>
                    <a:pt x="224988" y="1019684"/>
                  </a:lnTo>
                  <a:lnTo>
                    <a:pt x="225013" y="1019726"/>
                  </a:lnTo>
                  <a:lnTo>
                    <a:pt x="225023" y="1019757"/>
                  </a:lnTo>
                  <a:lnTo>
                    <a:pt x="225032" y="1019780"/>
                  </a:lnTo>
                  <a:lnTo>
                    <a:pt x="225040" y="1019825"/>
                  </a:lnTo>
                  <a:lnTo>
                    <a:pt x="225039" y="1019850"/>
                  </a:lnTo>
                  <a:lnTo>
                    <a:pt x="225023" y="1019879"/>
                  </a:lnTo>
                  <a:lnTo>
                    <a:pt x="225017" y="1019901"/>
                  </a:lnTo>
                  <a:lnTo>
                    <a:pt x="225027" y="1019927"/>
                  </a:lnTo>
                  <a:lnTo>
                    <a:pt x="225071" y="1019971"/>
                  </a:lnTo>
                  <a:lnTo>
                    <a:pt x="225104" y="1020012"/>
                  </a:lnTo>
                  <a:lnTo>
                    <a:pt x="225128" y="1020034"/>
                  </a:lnTo>
                  <a:lnTo>
                    <a:pt x="225168" y="1020067"/>
                  </a:lnTo>
                  <a:lnTo>
                    <a:pt x="225221" y="1020106"/>
                  </a:lnTo>
                  <a:lnTo>
                    <a:pt x="225346" y="1020228"/>
                  </a:lnTo>
                  <a:lnTo>
                    <a:pt x="225400" y="1020273"/>
                  </a:lnTo>
                  <a:lnTo>
                    <a:pt x="225433" y="1020306"/>
                  </a:lnTo>
                  <a:lnTo>
                    <a:pt x="225460" y="1020322"/>
                  </a:lnTo>
                  <a:lnTo>
                    <a:pt x="225483" y="1020338"/>
                  </a:lnTo>
                  <a:lnTo>
                    <a:pt x="225470" y="1020360"/>
                  </a:lnTo>
                  <a:lnTo>
                    <a:pt x="225425" y="1020418"/>
                  </a:lnTo>
                  <a:lnTo>
                    <a:pt x="225385" y="1020469"/>
                  </a:lnTo>
                  <a:lnTo>
                    <a:pt x="225373" y="1020508"/>
                  </a:lnTo>
                  <a:lnTo>
                    <a:pt x="225368" y="1020519"/>
                  </a:lnTo>
                  <a:lnTo>
                    <a:pt x="225360" y="1020543"/>
                  </a:lnTo>
                  <a:lnTo>
                    <a:pt x="225359" y="1020554"/>
                  </a:lnTo>
                  <a:lnTo>
                    <a:pt x="225359" y="1020562"/>
                  </a:lnTo>
                  <a:lnTo>
                    <a:pt x="225363" y="1020573"/>
                  </a:lnTo>
                  <a:lnTo>
                    <a:pt x="225384" y="1020612"/>
                  </a:lnTo>
                  <a:lnTo>
                    <a:pt x="225408" y="1020671"/>
                  </a:lnTo>
                  <a:lnTo>
                    <a:pt x="225422" y="1020709"/>
                  </a:lnTo>
                  <a:lnTo>
                    <a:pt x="225423" y="1020808"/>
                  </a:lnTo>
                  <a:lnTo>
                    <a:pt x="225437" y="1020873"/>
                  </a:lnTo>
                  <a:lnTo>
                    <a:pt x="225452" y="1020920"/>
                  </a:lnTo>
                  <a:lnTo>
                    <a:pt x="225452" y="1020981"/>
                  </a:lnTo>
                  <a:lnTo>
                    <a:pt x="225442" y="1021014"/>
                  </a:lnTo>
                  <a:lnTo>
                    <a:pt x="225423" y="1021064"/>
                  </a:lnTo>
                  <a:lnTo>
                    <a:pt x="225414" y="1021076"/>
                  </a:lnTo>
                  <a:lnTo>
                    <a:pt x="225406" y="1021086"/>
                  </a:lnTo>
                  <a:lnTo>
                    <a:pt x="225403" y="1021094"/>
                  </a:lnTo>
                  <a:lnTo>
                    <a:pt x="225399" y="1021108"/>
                  </a:lnTo>
                  <a:lnTo>
                    <a:pt x="225385" y="1021144"/>
                  </a:lnTo>
                  <a:lnTo>
                    <a:pt x="225375" y="1021182"/>
                  </a:lnTo>
                  <a:lnTo>
                    <a:pt x="225374" y="1021211"/>
                  </a:lnTo>
                  <a:lnTo>
                    <a:pt x="225378" y="1021230"/>
                  </a:lnTo>
                  <a:lnTo>
                    <a:pt x="225396" y="1021252"/>
                  </a:lnTo>
                  <a:lnTo>
                    <a:pt x="225414" y="1021281"/>
                  </a:lnTo>
                  <a:lnTo>
                    <a:pt x="225415" y="1021295"/>
                  </a:lnTo>
                  <a:lnTo>
                    <a:pt x="225405" y="1021328"/>
                  </a:lnTo>
                  <a:lnTo>
                    <a:pt x="225397" y="1021343"/>
                  </a:lnTo>
                  <a:lnTo>
                    <a:pt x="225390" y="1021381"/>
                  </a:lnTo>
                  <a:lnTo>
                    <a:pt x="225391" y="1021406"/>
                  </a:lnTo>
                  <a:lnTo>
                    <a:pt x="225404" y="1021450"/>
                  </a:lnTo>
                  <a:lnTo>
                    <a:pt x="225420" y="1021490"/>
                  </a:lnTo>
                  <a:lnTo>
                    <a:pt x="225453" y="1021574"/>
                  </a:lnTo>
                  <a:lnTo>
                    <a:pt x="225455" y="1021597"/>
                  </a:lnTo>
                  <a:lnTo>
                    <a:pt x="225458" y="1021666"/>
                  </a:lnTo>
                  <a:lnTo>
                    <a:pt x="225461" y="1021684"/>
                  </a:lnTo>
                  <a:lnTo>
                    <a:pt x="225475" y="1021717"/>
                  </a:lnTo>
                  <a:lnTo>
                    <a:pt x="225495" y="1021745"/>
                  </a:lnTo>
                  <a:lnTo>
                    <a:pt x="225527" y="1021772"/>
                  </a:lnTo>
                  <a:lnTo>
                    <a:pt x="225543" y="1021787"/>
                  </a:lnTo>
                  <a:lnTo>
                    <a:pt x="225545" y="1021806"/>
                  </a:lnTo>
                  <a:lnTo>
                    <a:pt x="225529" y="1021840"/>
                  </a:lnTo>
                  <a:lnTo>
                    <a:pt x="225520" y="1021890"/>
                  </a:lnTo>
                  <a:lnTo>
                    <a:pt x="225516" y="1021926"/>
                  </a:lnTo>
                  <a:lnTo>
                    <a:pt x="225509" y="1021974"/>
                  </a:lnTo>
                  <a:lnTo>
                    <a:pt x="225494" y="1022007"/>
                  </a:lnTo>
                  <a:lnTo>
                    <a:pt x="225476" y="1022048"/>
                  </a:lnTo>
                  <a:lnTo>
                    <a:pt x="225453" y="1022084"/>
                  </a:lnTo>
                  <a:lnTo>
                    <a:pt x="225424" y="1022128"/>
                  </a:lnTo>
                  <a:lnTo>
                    <a:pt x="225429" y="1022138"/>
                  </a:lnTo>
                  <a:lnTo>
                    <a:pt x="225459" y="1022145"/>
                  </a:lnTo>
                  <a:lnTo>
                    <a:pt x="225515" y="1022153"/>
                  </a:lnTo>
                  <a:lnTo>
                    <a:pt x="225557" y="1022162"/>
                  </a:lnTo>
                  <a:lnTo>
                    <a:pt x="225626" y="1022166"/>
                  </a:lnTo>
                  <a:lnTo>
                    <a:pt x="225665" y="1022163"/>
                  </a:lnTo>
                  <a:lnTo>
                    <a:pt x="225715" y="1022165"/>
                  </a:lnTo>
                  <a:lnTo>
                    <a:pt x="225758" y="1022178"/>
                  </a:lnTo>
                  <a:lnTo>
                    <a:pt x="225808" y="1022196"/>
                  </a:lnTo>
                  <a:lnTo>
                    <a:pt x="225863" y="1022210"/>
                  </a:lnTo>
                  <a:lnTo>
                    <a:pt x="225925" y="1022216"/>
                  </a:lnTo>
                  <a:lnTo>
                    <a:pt x="225958" y="1022220"/>
                  </a:lnTo>
                  <a:lnTo>
                    <a:pt x="225975" y="1022230"/>
                  </a:lnTo>
                  <a:lnTo>
                    <a:pt x="225999" y="1022252"/>
                  </a:lnTo>
                  <a:lnTo>
                    <a:pt x="226016" y="1022264"/>
                  </a:lnTo>
                  <a:lnTo>
                    <a:pt x="226044" y="1022267"/>
                  </a:lnTo>
                  <a:lnTo>
                    <a:pt x="226086" y="1022266"/>
                  </a:lnTo>
                  <a:lnTo>
                    <a:pt x="226095" y="1022279"/>
                  </a:lnTo>
                  <a:lnTo>
                    <a:pt x="226120" y="1022300"/>
                  </a:lnTo>
                  <a:lnTo>
                    <a:pt x="226144" y="1022328"/>
                  </a:lnTo>
                  <a:lnTo>
                    <a:pt x="226151" y="1022345"/>
                  </a:lnTo>
                  <a:lnTo>
                    <a:pt x="226146" y="1022367"/>
                  </a:lnTo>
                  <a:lnTo>
                    <a:pt x="226143" y="1022401"/>
                  </a:lnTo>
                  <a:lnTo>
                    <a:pt x="226144" y="1022430"/>
                  </a:lnTo>
                  <a:lnTo>
                    <a:pt x="226152" y="1022458"/>
                  </a:lnTo>
                  <a:lnTo>
                    <a:pt x="226170" y="1022488"/>
                  </a:lnTo>
                  <a:lnTo>
                    <a:pt x="226188" y="1022510"/>
                  </a:lnTo>
                  <a:lnTo>
                    <a:pt x="226207" y="1022527"/>
                  </a:lnTo>
                  <a:lnTo>
                    <a:pt x="226221" y="1022541"/>
                  </a:lnTo>
                  <a:lnTo>
                    <a:pt x="226235" y="1022566"/>
                  </a:lnTo>
                  <a:lnTo>
                    <a:pt x="226244" y="1022611"/>
                  </a:lnTo>
                  <a:lnTo>
                    <a:pt x="226253" y="1022672"/>
                  </a:lnTo>
                  <a:lnTo>
                    <a:pt x="226252" y="1022698"/>
                  </a:lnTo>
                  <a:lnTo>
                    <a:pt x="226242" y="1022724"/>
                  </a:lnTo>
                  <a:lnTo>
                    <a:pt x="226225" y="1022755"/>
                  </a:lnTo>
                  <a:lnTo>
                    <a:pt x="226211" y="1022786"/>
                  </a:lnTo>
                  <a:lnTo>
                    <a:pt x="226208" y="1022811"/>
                  </a:lnTo>
                  <a:lnTo>
                    <a:pt x="226220" y="1022829"/>
                  </a:lnTo>
                  <a:lnTo>
                    <a:pt x="226249" y="1022859"/>
                  </a:lnTo>
                  <a:lnTo>
                    <a:pt x="226278" y="1022892"/>
                  </a:lnTo>
                  <a:lnTo>
                    <a:pt x="226300" y="1022925"/>
                  </a:lnTo>
                  <a:lnTo>
                    <a:pt x="226320" y="1022947"/>
                  </a:lnTo>
                  <a:lnTo>
                    <a:pt x="226328" y="1022962"/>
                  </a:lnTo>
                  <a:lnTo>
                    <a:pt x="226346" y="1022980"/>
                  </a:lnTo>
                  <a:lnTo>
                    <a:pt x="226364" y="1023007"/>
                  </a:lnTo>
                  <a:lnTo>
                    <a:pt x="226370" y="1023019"/>
                  </a:lnTo>
                  <a:lnTo>
                    <a:pt x="226399" y="1023076"/>
                  </a:lnTo>
                  <a:lnTo>
                    <a:pt x="226405" y="1023105"/>
                  </a:lnTo>
                  <a:lnTo>
                    <a:pt x="226412" y="1023138"/>
                  </a:lnTo>
                  <a:lnTo>
                    <a:pt x="226415" y="1023164"/>
                  </a:lnTo>
                  <a:lnTo>
                    <a:pt x="226408" y="1023197"/>
                  </a:lnTo>
                  <a:lnTo>
                    <a:pt x="226405" y="1023217"/>
                  </a:lnTo>
                  <a:lnTo>
                    <a:pt x="226408" y="1023235"/>
                  </a:lnTo>
                  <a:lnTo>
                    <a:pt x="226411" y="1023250"/>
                  </a:lnTo>
                  <a:lnTo>
                    <a:pt x="226428" y="1023274"/>
                  </a:lnTo>
                  <a:lnTo>
                    <a:pt x="226447" y="1023299"/>
                  </a:lnTo>
                  <a:lnTo>
                    <a:pt x="226459" y="1023318"/>
                  </a:lnTo>
                  <a:lnTo>
                    <a:pt x="226509" y="1023432"/>
                  </a:lnTo>
                  <a:lnTo>
                    <a:pt x="226532" y="1023462"/>
                  </a:lnTo>
                  <a:lnTo>
                    <a:pt x="226544" y="1023501"/>
                  </a:lnTo>
                  <a:lnTo>
                    <a:pt x="226561" y="1023551"/>
                  </a:lnTo>
                  <a:lnTo>
                    <a:pt x="226578" y="1023600"/>
                  </a:lnTo>
                  <a:lnTo>
                    <a:pt x="226597" y="1023642"/>
                  </a:lnTo>
                  <a:lnTo>
                    <a:pt x="226604" y="1023691"/>
                  </a:lnTo>
                  <a:lnTo>
                    <a:pt x="226605" y="1023751"/>
                  </a:lnTo>
                  <a:lnTo>
                    <a:pt x="226598" y="1023796"/>
                  </a:lnTo>
                  <a:lnTo>
                    <a:pt x="226586" y="1023849"/>
                  </a:lnTo>
                  <a:lnTo>
                    <a:pt x="226591" y="1023873"/>
                  </a:lnTo>
                  <a:lnTo>
                    <a:pt x="226602" y="1023910"/>
                  </a:lnTo>
                  <a:lnTo>
                    <a:pt x="226617" y="1023944"/>
                  </a:lnTo>
                  <a:lnTo>
                    <a:pt x="226645" y="1023970"/>
                  </a:lnTo>
                  <a:lnTo>
                    <a:pt x="226659" y="1023993"/>
                  </a:lnTo>
                  <a:lnTo>
                    <a:pt x="226668" y="1024058"/>
                  </a:lnTo>
                  <a:lnTo>
                    <a:pt x="226674" y="1024096"/>
                  </a:lnTo>
                  <a:lnTo>
                    <a:pt x="226687" y="1024123"/>
                  </a:lnTo>
                  <a:lnTo>
                    <a:pt x="226711" y="1024142"/>
                  </a:lnTo>
                  <a:lnTo>
                    <a:pt x="226746" y="1024173"/>
                  </a:lnTo>
                  <a:lnTo>
                    <a:pt x="226793" y="1024209"/>
                  </a:lnTo>
                  <a:lnTo>
                    <a:pt x="226826" y="1024245"/>
                  </a:lnTo>
                  <a:lnTo>
                    <a:pt x="226860" y="1024284"/>
                  </a:lnTo>
                  <a:lnTo>
                    <a:pt x="226887" y="1024312"/>
                  </a:lnTo>
                  <a:lnTo>
                    <a:pt x="226909" y="1024324"/>
                  </a:lnTo>
                  <a:lnTo>
                    <a:pt x="226936" y="1024334"/>
                  </a:lnTo>
                  <a:lnTo>
                    <a:pt x="226963" y="1024346"/>
                  </a:lnTo>
                  <a:lnTo>
                    <a:pt x="226978" y="1024364"/>
                  </a:lnTo>
                  <a:lnTo>
                    <a:pt x="226995" y="1024384"/>
                  </a:lnTo>
                  <a:lnTo>
                    <a:pt x="226999" y="1024411"/>
                  </a:lnTo>
                  <a:lnTo>
                    <a:pt x="227000" y="1024427"/>
                  </a:lnTo>
                  <a:lnTo>
                    <a:pt x="227005" y="1024434"/>
                  </a:lnTo>
                  <a:lnTo>
                    <a:pt x="227027" y="1024428"/>
                  </a:lnTo>
                  <a:lnTo>
                    <a:pt x="227054" y="1024412"/>
                  </a:lnTo>
                  <a:lnTo>
                    <a:pt x="227088" y="1024397"/>
                  </a:lnTo>
                  <a:lnTo>
                    <a:pt x="227115" y="1024395"/>
                  </a:lnTo>
                  <a:lnTo>
                    <a:pt x="227142" y="1024406"/>
                  </a:lnTo>
                  <a:lnTo>
                    <a:pt x="227172" y="1024429"/>
                  </a:lnTo>
                  <a:lnTo>
                    <a:pt x="227188" y="1024444"/>
                  </a:lnTo>
                  <a:lnTo>
                    <a:pt x="227215" y="1024464"/>
                  </a:lnTo>
                  <a:lnTo>
                    <a:pt x="227247" y="1024504"/>
                  </a:lnTo>
                  <a:lnTo>
                    <a:pt x="227252" y="1024517"/>
                  </a:lnTo>
                  <a:lnTo>
                    <a:pt x="227274" y="1024527"/>
                  </a:lnTo>
                  <a:lnTo>
                    <a:pt x="227299" y="1024543"/>
                  </a:lnTo>
                  <a:lnTo>
                    <a:pt x="227342" y="1024557"/>
                  </a:lnTo>
                  <a:lnTo>
                    <a:pt x="227385" y="1024562"/>
                  </a:lnTo>
                  <a:lnTo>
                    <a:pt x="227447" y="1024566"/>
                  </a:lnTo>
                  <a:lnTo>
                    <a:pt x="227485" y="1024570"/>
                  </a:lnTo>
                  <a:lnTo>
                    <a:pt x="227516" y="1024579"/>
                  </a:lnTo>
                  <a:lnTo>
                    <a:pt x="227549" y="1024580"/>
                  </a:lnTo>
                  <a:lnTo>
                    <a:pt x="227613" y="1024582"/>
                  </a:lnTo>
                  <a:lnTo>
                    <a:pt x="227652" y="1024584"/>
                  </a:lnTo>
                  <a:lnTo>
                    <a:pt x="227665" y="1024589"/>
                  </a:lnTo>
                  <a:lnTo>
                    <a:pt x="227674" y="1024606"/>
                  </a:lnTo>
                  <a:lnTo>
                    <a:pt x="227692" y="1024631"/>
                  </a:lnTo>
                  <a:lnTo>
                    <a:pt x="227704" y="1024663"/>
                  </a:lnTo>
                  <a:lnTo>
                    <a:pt x="227714" y="1024699"/>
                  </a:lnTo>
                  <a:lnTo>
                    <a:pt x="227727" y="1024738"/>
                  </a:lnTo>
                  <a:lnTo>
                    <a:pt x="227748" y="1024780"/>
                  </a:lnTo>
                  <a:lnTo>
                    <a:pt x="227759" y="1024812"/>
                  </a:lnTo>
                  <a:lnTo>
                    <a:pt x="227759" y="1024838"/>
                  </a:lnTo>
                  <a:lnTo>
                    <a:pt x="227751" y="1024862"/>
                  </a:lnTo>
                  <a:lnTo>
                    <a:pt x="227730" y="1024900"/>
                  </a:lnTo>
                  <a:lnTo>
                    <a:pt x="227718" y="1024945"/>
                  </a:lnTo>
                  <a:lnTo>
                    <a:pt x="227711" y="1024967"/>
                  </a:lnTo>
                  <a:lnTo>
                    <a:pt x="227712" y="1025011"/>
                  </a:lnTo>
                  <a:lnTo>
                    <a:pt x="227721" y="1025040"/>
                  </a:lnTo>
                  <a:lnTo>
                    <a:pt x="227752" y="1025105"/>
                  </a:lnTo>
                  <a:lnTo>
                    <a:pt x="227778" y="1025136"/>
                  </a:lnTo>
                  <a:lnTo>
                    <a:pt x="227802" y="1025162"/>
                  </a:lnTo>
                  <a:lnTo>
                    <a:pt x="227827" y="1025188"/>
                  </a:lnTo>
                  <a:lnTo>
                    <a:pt x="227851" y="1025221"/>
                  </a:lnTo>
                  <a:lnTo>
                    <a:pt x="227878" y="1025236"/>
                  </a:lnTo>
                  <a:lnTo>
                    <a:pt x="227896" y="1025251"/>
                  </a:lnTo>
                  <a:lnTo>
                    <a:pt x="227919" y="1025289"/>
                  </a:lnTo>
                  <a:lnTo>
                    <a:pt x="227945" y="1025322"/>
                  </a:lnTo>
                  <a:lnTo>
                    <a:pt x="227973" y="1025346"/>
                  </a:lnTo>
                  <a:lnTo>
                    <a:pt x="227995" y="1025360"/>
                  </a:lnTo>
                  <a:lnTo>
                    <a:pt x="228023" y="1025374"/>
                  </a:lnTo>
                  <a:lnTo>
                    <a:pt x="228068" y="1025386"/>
                  </a:lnTo>
                  <a:lnTo>
                    <a:pt x="228105" y="1025403"/>
                  </a:lnTo>
                  <a:lnTo>
                    <a:pt x="228151" y="1025426"/>
                  </a:lnTo>
                  <a:lnTo>
                    <a:pt x="228164" y="1025430"/>
                  </a:lnTo>
                  <a:lnTo>
                    <a:pt x="228180" y="1025422"/>
                  </a:lnTo>
                  <a:lnTo>
                    <a:pt x="228195" y="1025407"/>
                  </a:lnTo>
                  <a:lnTo>
                    <a:pt x="228217" y="1025390"/>
                  </a:lnTo>
                  <a:lnTo>
                    <a:pt x="228255" y="1025374"/>
                  </a:lnTo>
                  <a:lnTo>
                    <a:pt x="228276" y="1025355"/>
                  </a:lnTo>
                  <a:lnTo>
                    <a:pt x="228315" y="1025333"/>
                  </a:lnTo>
                  <a:lnTo>
                    <a:pt x="228346" y="1025322"/>
                  </a:lnTo>
                  <a:lnTo>
                    <a:pt x="228372" y="1025308"/>
                  </a:lnTo>
                  <a:lnTo>
                    <a:pt x="228404" y="1025303"/>
                  </a:lnTo>
                  <a:lnTo>
                    <a:pt x="228443" y="1025304"/>
                  </a:lnTo>
                  <a:lnTo>
                    <a:pt x="228467" y="1025305"/>
                  </a:lnTo>
                  <a:lnTo>
                    <a:pt x="228495" y="1025313"/>
                  </a:lnTo>
                  <a:lnTo>
                    <a:pt x="228515" y="1025314"/>
                  </a:lnTo>
                  <a:lnTo>
                    <a:pt x="228529" y="1025310"/>
                  </a:lnTo>
                  <a:lnTo>
                    <a:pt x="228554" y="1025298"/>
                  </a:lnTo>
                  <a:lnTo>
                    <a:pt x="228580" y="1025282"/>
                  </a:lnTo>
                  <a:lnTo>
                    <a:pt x="228606" y="1025271"/>
                  </a:lnTo>
                  <a:lnTo>
                    <a:pt x="228626" y="1025264"/>
                  </a:lnTo>
                  <a:lnTo>
                    <a:pt x="228703" y="1025244"/>
                  </a:lnTo>
                  <a:lnTo>
                    <a:pt x="228746" y="1025243"/>
                  </a:lnTo>
                  <a:lnTo>
                    <a:pt x="228786" y="1025256"/>
                  </a:lnTo>
                  <a:lnTo>
                    <a:pt x="228821" y="1025279"/>
                  </a:lnTo>
                  <a:lnTo>
                    <a:pt x="228871" y="1025293"/>
                  </a:lnTo>
                  <a:lnTo>
                    <a:pt x="228911" y="1025298"/>
                  </a:lnTo>
                  <a:lnTo>
                    <a:pt x="228951" y="1025296"/>
                  </a:lnTo>
                  <a:lnTo>
                    <a:pt x="228994" y="1025292"/>
                  </a:lnTo>
                  <a:lnTo>
                    <a:pt x="229084" y="1025296"/>
                  </a:lnTo>
                  <a:lnTo>
                    <a:pt x="229148" y="1025291"/>
                  </a:lnTo>
                  <a:lnTo>
                    <a:pt x="229204" y="1025284"/>
                  </a:lnTo>
                  <a:lnTo>
                    <a:pt x="229234" y="1025278"/>
                  </a:lnTo>
                  <a:lnTo>
                    <a:pt x="229242" y="1025281"/>
                  </a:lnTo>
                  <a:lnTo>
                    <a:pt x="229255" y="1025302"/>
                  </a:lnTo>
                  <a:lnTo>
                    <a:pt x="229291" y="1025342"/>
                  </a:lnTo>
                  <a:lnTo>
                    <a:pt x="229329" y="1025382"/>
                  </a:lnTo>
                  <a:lnTo>
                    <a:pt x="229363" y="1025428"/>
                  </a:lnTo>
                  <a:lnTo>
                    <a:pt x="229401" y="1025500"/>
                  </a:lnTo>
                  <a:lnTo>
                    <a:pt x="229426" y="1025540"/>
                  </a:lnTo>
                  <a:lnTo>
                    <a:pt x="229436" y="1025554"/>
                  </a:lnTo>
                  <a:lnTo>
                    <a:pt x="229434" y="1025571"/>
                  </a:lnTo>
                  <a:lnTo>
                    <a:pt x="229435" y="1025587"/>
                  </a:lnTo>
                  <a:lnTo>
                    <a:pt x="229443" y="1025610"/>
                  </a:lnTo>
                  <a:lnTo>
                    <a:pt x="229461" y="1025645"/>
                  </a:lnTo>
                  <a:lnTo>
                    <a:pt x="229478" y="1025681"/>
                  </a:lnTo>
                  <a:lnTo>
                    <a:pt x="229507" y="1025718"/>
                  </a:lnTo>
                  <a:lnTo>
                    <a:pt x="229534" y="1025758"/>
                  </a:lnTo>
                  <a:lnTo>
                    <a:pt x="229549" y="1025779"/>
                  </a:lnTo>
                  <a:lnTo>
                    <a:pt x="229564" y="1025803"/>
                  </a:lnTo>
                  <a:lnTo>
                    <a:pt x="229584" y="1025827"/>
                  </a:lnTo>
                  <a:lnTo>
                    <a:pt x="229596" y="1025845"/>
                  </a:lnTo>
                  <a:lnTo>
                    <a:pt x="229606" y="1025864"/>
                  </a:lnTo>
                  <a:lnTo>
                    <a:pt x="229640" y="1025886"/>
                  </a:lnTo>
                  <a:lnTo>
                    <a:pt x="229678" y="1025913"/>
                  </a:lnTo>
                  <a:lnTo>
                    <a:pt x="229700" y="1025935"/>
                  </a:lnTo>
                  <a:lnTo>
                    <a:pt x="229727" y="1025962"/>
                  </a:lnTo>
                  <a:lnTo>
                    <a:pt x="229743" y="1025983"/>
                  </a:lnTo>
                  <a:lnTo>
                    <a:pt x="229764" y="1026003"/>
                  </a:lnTo>
                  <a:lnTo>
                    <a:pt x="229785" y="1026023"/>
                  </a:lnTo>
                  <a:lnTo>
                    <a:pt x="229800" y="1026032"/>
                  </a:lnTo>
                  <a:lnTo>
                    <a:pt x="229832" y="1026033"/>
                  </a:lnTo>
                  <a:lnTo>
                    <a:pt x="229925" y="1026032"/>
                  </a:lnTo>
                  <a:lnTo>
                    <a:pt x="229978" y="1026024"/>
                  </a:lnTo>
                  <a:lnTo>
                    <a:pt x="230085" y="1025990"/>
                  </a:lnTo>
                  <a:lnTo>
                    <a:pt x="230129" y="1025972"/>
                  </a:lnTo>
                  <a:lnTo>
                    <a:pt x="230184" y="1025950"/>
                  </a:lnTo>
                  <a:lnTo>
                    <a:pt x="230213" y="1025933"/>
                  </a:lnTo>
                  <a:lnTo>
                    <a:pt x="230232" y="1025922"/>
                  </a:lnTo>
                  <a:lnTo>
                    <a:pt x="230250" y="1025916"/>
                  </a:lnTo>
                  <a:lnTo>
                    <a:pt x="230266" y="1025927"/>
                  </a:lnTo>
                  <a:lnTo>
                    <a:pt x="230299" y="1025960"/>
                  </a:lnTo>
                  <a:lnTo>
                    <a:pt x="230329" y="1025990"/>
                  </a:lnTo>
                  <a:lnTo>
                    <a:pt x="230345" y="1026016"/>
                  </a:lnTo>
                  <a:lnTo>
                    <a:pt x="230360" y="1026043"/>
                  </a:lnTo>
                  <a:lnTo>
                    <a:pt x="230373" y="1026070"/>
                  </a:lnTo>
                  <a:lnTo>
                    <a:pt x="230381" y="1026110"/>
                  </a:lnTo>
                  <a:lnTo>
                    <a:pt x="230382" y="1026135"/>
                  </a:lnTo>
                  <a:lnTo>
                    <a:pt x="230384" y="1026172"/>
                  </a:lnTo>
                  <a:lnTo>
                    <a:pt x="230392" y="1026190"/>
                  </a:lnTo>
                  <a:lnTo>
                    <a:pt x="230425" y="1026198"/>
                  </a:lnTo>
                  <a:lnTo>
                    <a:pt x="230495" y="1026197"/>
                  </a:lnTo>
                  <a:lnTo>
                    <a:pt x="230543" y="1026200"/>
                  </a:lnTo>
                  <a:lnTo>
                    <a:pt x="230584" y="1026200"/>
                  </a:lnTo>
                  <a:lnTo>
                    <a:pt x="230621" y="1026193"/>
                  </a:lnTo>
                  <a:lnTo>
                    <a:pt x="230646" y="1026199"/>
                  </a:lnTo>
                  <a:lnTo>
                    <a:pt x="230672" y="1026214"/>
                  </a:lnTo>
                  <a:lnTo>
                    <a:pt x="230693" y="1026238"/>
                  </a:lnTo>
                  <a:lnTo>
                    <a:pt x="230709" y="1026267"/>
                  </a:lnTo>
                  <a:lnTo>
                    <a:pt x="230721" y="1026291"/>
                  </a:lnTo>
                  <a:lnTo>
                    <a:pt x="230737" y="1026320"/>
                  </a:lnTo>
                  <a:lnTo>
                    <a:pt x="230757" y="1026351"/>
                  </a:lnTo>
                  <a:lnTo>
                    <a:pt x="230769" y="1026373"/>
                  </a:lnTo>
                  <a:lnTo>
                    <a:pt x="230792" y="1026416"/>
                  </a:lnTo>
                  <a:lnTo>
                    <a:pt x="230808" y="1026447"/>
                  </a:lnTo>
                  <a:lnTo>
                    <a:pt x="230821" y="1026457"/>
                  </a:lnTo>
                  <a:lnTo>
                    <a:pt x="230823" y="1026464"/>
                  </a:lnTo>
                  <a:lnTo>
                    <a:pt x="230806" y="1026482"/>
                  </a:lnTo>
                  <a:lnTo>
                    <a:pt x="230781" y="1026513"/>
                  </a:lnTo>
                  <a:lnTo>
                    <a:pt x="230753" y="1026539"/>
                  </a:lnTo>
                  <a:lnTo>
                    <a:pt x="230702" y="1026582"/>
                  </a:lnTo>
                  <a:lnTo>
                    <a:pt x="230684" y="1026602"/>
                  </a:lnTo>
                  <a:lnTo>
                    <a:pt x="230677" y="1026630"/>
                  </a:lnTo>
                  <a:lnTo>
                    <a:pt x="230674" y="1026655"/>
                  </a:lnTo>
                  <a:lnTo>
                    <a:pt x="230670" y="1026688"/>
                  </a:lnTo>
                  <a:lnTo>
                    <a:pt x="230668" y="1026733"/>
                  </a:lnTo>
                  <a:lnTo>
                    <a:pt x="230663" y="1026792"/>
                  </a:lnTo>
                  <a:lnTo>
                    <a:pt x="230656" y="1026821"/>
                  </a:lnTo>
                  <a:lnTo>
                    <a:pt x="230653" y="1026842"/>
                  </a:lnTo>
                  <a:lnTo>
                    <a:pt x="230642" y="1026860"/>
                  </a:lnTo>
                  <a:lnTo>
                    <a:pt x="230634" y="1026870"/>
                  </a:lnTo>
                  <a:lnTo>
                    <a:pt x="230650" y="1026878"/>
                  </a:lnTo>
                  <a:lnTo>
                    <a:pt x="230679" y="1026885"/>
                  </a:lnTo>
                  <a:lnTo>
                    <a:pt x="230720" y="1026904"/>
                  </a:lnTo>
                  <a:lnTo>
                    <a:pt x="230763" y="1026931"/>
                  </a:lnTo>
                  <a:lnTo>
                    <a:pt x="230807" y="1026961"/>
                  </a:lnTo>
                  <a:lnTo>
                    <a:pt x="230828" y="1026987"/>
                  </a:lnTo>
                  <a:lnTo>
                    <a:pt x="230843" y="1027005"/>
                  </a:lnTo>
                  <a:lnTo>
                    <a:pt x="230848" y="1027018"/>
                  </a:lnTo>
                  <a:lnTo>
                    <a:pt x="230851" y="1027055"/>
                  </a:lnTo>
                  <a:lnTo>
                    <a:pt x="230855" y="1027077"/>
                  </a:lnTo>
                  <a:lnTo>
                    <a:pt x="230850" y="1027120"/>
                  </a:lnTo>
                  <a:lnTo>
                    <a:pt x="230854" y="1027158"/>
                  </a:lnTo>
                  <a:lnTo>
                    <a:pt x="230858" y="1027170"/>
                  </a:lnTo>
                  <a:lnTo>
                    <a:pt x="230872" y="1027197"/>
                  </a:lnTo>
                  <a:lnTo>
                    <a:pt x="230887" y="1027225"/>
                  </a:lnTo>
                  <a:lnTo>
                    <a:pt x="230900" y="1027253"/>
                  </a:lnTo>
                  <a:lnTo>
                    <a:pt x="230909" y="1027271"/>
                  </a:lnTo>
                  <a:lnTo>
                    <a:pt x="230940" y="1027292"/>
                  </a:lnTo>
                  <a:lnTo>
                    <a:pt x="230963" y="1027304"/>
                  </a:lnTo>
                  <a:lnTo>
                    <a:pt x="231023" y="1027329"/>
                  </a:lnTo>
                  <a:lnTo>
                    <a:pt x="231041" y="1027344"/>
                  </a:lnTo>
                  <a:lnTo>
                    <a:pt x="231071" y="1027373"/>
                  </a:lnTo>
                  <a:lnTo>
                    <a:pt x="231091" y="1027393"/>
                  </a:lnTo>
                  <a:lnTo>
                    <a:pt x="231102" y="1027408"/>
                  </a:lnTo>
                  <a:lnTo>
                    <a:pt x="231114" y="1027439"/>
                  </a:lnTo>
                  <a:lnTo>
                    <a:pt x="231128" y="1027467"/>
                  </a:lnTo>
                  <a:lnTo>
                    <a:pt x="231141" y="1027479"/>
                  </a:lnTo>
                  <a:lnTo>
                    <a:pt x="231164" y="1027492"/>
                  </a:lnTo>
                  <a:lnTo>
                    <a:pt x="231213" y="1027511"/>
                  </a:lnTo>
                  <a:lnTo>
                    <a:pt x="231246" y="1027519"/>
                  </a:lnTo>
                  <a:lnTo>
                    <a:pt x="231267" y="1027520"/>
                  </a:lnTo>
                  <a:lnTo>
                    <a:pt x="231293" y="1027527"/>
                  </a:lnTo>
                  <a:lnTo>
                    <a:pt x="231322" y="1027548"/>
                  </a:lnTo>
                  <a:lnTo>
                    <a:pt x="231352" y="1027561"/>
                  </a:lnTo>
                  <a:lnTo>
                    <a:pt x="231416" y="1027580"/>
                  </a:lnTo>
                  <a:lnTo>
                    <a:pt x="231452" y="1027591"/>
                  </a:lnTo>
                  <a:lnTo>
                    <a:pt x="231497" y="1027602"/>
                  </a:lnTo>
                  <a:lnTo>
                    <a:pt x="231518" y="1027620"/>
                  </a:lnTo>
                  <a:lnTo>
                    <a:pt x="231555" y="1027640"/>
                  </a:lnTo>
                  <a:lnTo>
                    <a:pt x="231588" y="1027653"/>
                  </a:lnTo>
                  <a:lnTo>
                    <a:pt x="231651" y="1027677"/>
                  </a:lnTo>
                  <a:lnTo>
                    <a:pt x="231661" y="1027683"/>
                  </a:lnTo>
                  <a:lnTo>
                    <a:pt x="231680" y="1027695"/>
                  </a:lnTo>
                  <a:lnTo>
                    <a:pt x="231721" y="1027708"/>
                  </a:lnTo>
                  <a:lnTo>
                    <a:pt x="231747" y="1027712"/>
                  </a:lnTo>
                  <a:lnTo>
                    <a:pt x="231766" y="1027714"/>
                  </a:lnTo>
                  <a:lnTo>
                    <a:pt x="231781" y="1027715"/>
                  </a:lnTo>
                  <a:lnTo>
                    <a:pt x="231830" y="1027716"/>
                  </a:lnTo>
                  <a:lnTo>
                    <a:pt x="231853" y="1027722"/>
                  </a:lnTo>
                  <a:lnTo>
                    <a:pt x="231864" y="1027734"/>
                  </a:lnTo>
                  <a:lnTo>
                    <a:pt x="231878" y="1027759"/>
                  </a:lnTo>
                  <a:lnTo>
                    <a:pt x="231903" y="1027820"/>
                  </a:lnTo>
                  <a:lnTo>
                    <a:pt x="231939" y="1027870"/>
                  </a:lnTo>
                  <a:lnTo>
                    <a:pt x="231947" y="1027883"/>
                  </a:lnTo>
                  <a:lnTo>
                    <a:pt x="231948" y="1027896"/>
                  </a:lnTo>
                  <a:lnTo>
                    <a:pt x="231949" y="1027911"/>
                  </a:lnTo>
                  <a:lnTo>
                    <a:pt x="231950" y="1027919"/>
                  </a:lnTo>
                  <a:lnTo>
                    <a:pt x="231955" y="1027920"/>
                  </a:lnTo>
                  <a:lnTo>
                    <a:pt x="231977" y="1027909"/>
                  </a:lnTo>
                  <a:lnTo>
                    <a:pt x="231992" y="1027905"/>
                  </a:lnTo>
                  <a:lnTo>
                    <a:pt x="232026" y="1027900"/>
                  </a:lnTo>
                  <a:lnTo>
                    <a:pt x="232074" y="1027898"/>
                  </a:lnTo>
                  <a:lnTo>
                    <a:pt x="232110" y="1027895"/>
                  </a:lnTo>
                  <a:lnTo>
                    <a:pt x="232133" y="1027890"/>
                  </a:lnTo>
                  <a:lnTo>
                    <a:pt x="232138" y="1027890"/>
                  </a:lnTo>
                  <a:lnTo>
                    <a:pt x="232144" y="1027894"/>
                  </a:lnTo>
                  <a:lnTo>
                    <a:pt x="232165" y="1027908"/>
                  </a:lnTo>
                  <a:lnTo>
                    <a:pt x="232196" y="1027931"/>
                  </a:lnTo>
                  <a:lnTo>
                    <a:pt x="232240" y="1027970"/>
                  </a:lnTo>
                  <a:lnTo>
                    <a:pt x="232261" y="1027987"/>
                  </a:lnTo>
                  <a:lnTo>
                    <a:pt x="232269" y="1028001"/>
                  </a:lnTo>
                  <a:lnTo>
                    <a:pt x="232274" y="1028024"/>
                  </a:lnTo>
                  <a:lnTo>
                    <a:pt x="232269" y="1028066"/>
                  </a:lnTo>
                  <a:lnTo>
                    <a:pt x="232263" y="1028113"/>
                  </a:lnTo>
                  <a:lnTo>
                    <a:pt x="232267" y="1028134"/>
                  </a:lnTo>
                  <a:lnTo>
                    <a:pt x="232280" y="1028141"/>
                  </a:lnTo>
                  <a:lnTo>
                    <a:pt x="232303" y="1028149"/>
                  </a:lnTo>
                  <a:lnTo>
                    <a:pt x="232351" y="1028162"/>
                  </a:lnTo>
                  <a:lnTo>
                    <a:pt x="232373" y="1028173"/>
                  </a:lnTo>
                  <a:lnTo>
                    <a:pt x="232396" y="1028185"/>
                  </a:lnTo>
                  <a:lnTo>
                    <a:pt x="232415" y="1028195"/>
                  </a:lnTo>
                  <a:lnTo>
                    <a:pt x="232441" y="1028209"/>
                  </a:lnTo>
                  <a:lnTo>
                    <a:pt x="232465" y="1028219"/>
                  </a:lnTo>
                  <a:lnTo>
                    <a:pt x="232486" y="1028223"/>
                  </a:lnTo>
                  <a:lnTo>
                    <a:pt x="232504" y="1028228"/>
                  </a:lnTo>
                  <a:lnTo>
                    <a:pt x="232524" y="1028239"/>
                  </a:lnTo>
                  <a:lnTo>
                    <a:pt x="232544" y="1028250"/>
                  </a:lnTo>
                  <a:lnTo>
                    <a:pt x="232545" y="1028256"/>
                  </a:lnTo>
                  <a:lnTo>
                    <a:pt x="232547" y="1028287"/>
                  </a:lnTo>
                  <a:lnTo>
                    <a:pt x="232550" y="1028326"/>
                  </a:lnTo>
                  <a:lnTo>
                    <a:pt x="232554" y="1028340"/>
                  </a:lnTo>
                  <a:lnTo>
                    <a:pt x="232572" y="1028357"/>
                  </a:lnTo>
                  <a:lnTo>
                    <a:pt x="232591" y="1028368"/>
                  </a:lnTo>
                  <a:lnTo>
                    <a:pt x="232629" y="1028377"/>
                  </a:lnTo>
                  <a:lnTo>
                    <a:pt x="232682" y="1028389"/>
                  </a:lnTo>
                  <a:lnTo>
                    <a:pt x="232719" y="1028403"/>
                  </a:lnTo>
                  <a:lnTo>
                    <a:pt x="232767" y="1028427"/>
                  </a:lnTo>
                  <a:lnTo>
                    <a:pt x="232802" y="1028441"/>
                  </a:lnTo>
                  <a:lnTo>
                    <a:pt x="232834" y="1028461"/>
                  </a:lnTo>
                  <a:lnTo>
                    <a:pt x="232878" y="1028497"/>
                  </a:lnTo>
                  <a:lnTo>
                    <a:pt x="232908" y="1028524"/>
                  </a:lnTo>
                  <a:lnTo>
                    <a:pt x="232931" y="1028549"/>
                  </a:lnTo>
                  <a:lnTo>
                    <a:pt x="232954" y="1028576"/>
                  </a:lnTo>
                  <a:lnTo>
                    <a:pt x="232965" y="1028592"/>
                  </a:lnTo>
                  <a:lnTo>
                    <a:pt x="232968" y="1028599"/>
                  </a:lnTo>
                  <a:lnTo>
                    <a:pt x="232967" y="1028618"/>
                  </a:lnTo>
                  <a:lnTo>
                    <a:pt x="232967" y="1028627"/>
                  </a:lnTo>
                  <a:lnTo>
                    <a:pt x="232970" y="1028638"/>
                  </a:lnTo>
                  <a:lnTo>
                    <a:pt x="232981" y="1028661"/>
                  </a:lnTo>
                  <a:lnTo>
                    <a:pt x="232987" y="1028673"/>
                  </a:lnTo>
                  <a:lnTo>
                    <a:pt x="233008" y="1028712"/>
                  </a:lnTo>
                  <a:lnTo>
                    <a:pt x="233029" y="1028737"/>
                  </a:lnTo>
                  <a:lnTo>
                    <a:pt x="233058" y="1028757"/>
                  </a:lnTo>
                  <a:lnTo>
                    <a:pt x="233083" y="1028774"/>
                  </a:lnTo>
                  <a:lnTo>
                    <a:pt x="233124" y="1028790"/>
                  </a:lnTo>
                  <a:lnTo>
                    <a:pt x="233167" y="1028790"/>
                  </a:lnTo>
                  <a:lnTo>
                    <a:pt x="233172" y="1028795"/>
                  </a:lnTo>
                  <a:lnTo>
                    <a:pt x="233178" y="1028807"/>
                  </a:lnTo>
                  <a:lnTo>
                    <a:pt x="233182" y="1028832"/>
                  </a:lnTo>
                  <a:lnTo>
                    <a:pt x="233194" y="1028857"/>
                  </a:lnTo>
                  <a:lnTo>
                    <a:pt x="233215" y="1028885"/>
                  </a:lnTo>
                  <a:lnTo>
                    <a:pt x="233239" y="1028906"/>
                  </a:lnTo>
                  <a:lnTo>
                    <a:pt x="233267" y="1028925"/>
                  </a:lnTo>
                  <a:lnTo>
                    <a:pt x="233291" y="1028941"/>
                  </a:lnTo>
                  <a:lnTo>
                    <a:pt x="233318" y="1028957"/>
                  </a:lnTo>
                  <a:lnTo>
                    <a:pt x="233334" y="1028968"/>
                  </a:lnTo>
                  <a:lnTo>
                    <a:pt x="233360" y="1028986"/>
                  </a:lnTo>
                  <a:lnTo>
                    <a:pt x="233401" y="1029010"/>
                  </a:lnTo>
                  <a:lnTo>
                    <a:pt x="233435" y="1029025"/>
                  </a:lnTo>
                  <a:lnTo>
                    <a:pt x="233472" y="1029041"/>
                  </a:lnTo>
                  <a:lnTo>
                    <a:pt x="233497" y="1029052"/>
                  </a:lnTo>
                  <a:lnTo>
                    <a:pt x="233505" y="1029049"/>
                  </a:lnTo>
                  <a:lnTo>
                    <a:pt x="233515" y="1029041"/>
                  </a:lnTo>
                  <a:lnTo>
                    <a:pt x="233541" y="1029022"/>
                  </a:lnTo>
                  <a:lnTo>
                    <a:pt x="233581" y="1029007"/>
                  </a:lnTo>
                  <a:lnTo>
                    <a:pt x="233603" y="1029002"/>
                  </a:lnTo>
                  <a:lnTo>
                    <a:pt x="233638" y="1028980"/>
                  </a:lnTo>
                  <a:lnTo>
                    <a:pt x="233661" y="1028962"/>
                  </a:lnTo>
                  <a:lnTo>
                    <a:pt x="233683" y="1028937"/>
                  </a:lnTo>
                  <a:lnTo>
                    <a:pt x="233710" y="1028897"/>
                  </a:lnTo>
                  <a:lnTo>
                    <a:pt x="233731" y="1028860"/>
                  </a:lnTo>
                  <a:lnTo>
                    <a:pt x="233746" y="1028823"/>
                  </a:lnTo>
                  <a:lnTo>
                    <a:pt x="233781" y="1028750"/>
                  </a:lnTo>
                  <a:lnTo>
                    <a:pt x="233804" y="1028717"/>
                  </a:lnTo>
                  <a:lnTo>
                    <a:pt x="233830" y="1028675"/>
                  </a:lnTo>
                  <a:lnTo>
                    <a:pt x="233849" y="1028655"/>
                  </a:lnTo>
                  <a:lnTo>
                    <a:pt x="233861" y="1028633"/>
                  </a:lnTo>
                  <a:lnTo>
                    <a:pt x="233866" y="1028597"/>
                  </a:lnTo>
                  <a:lnTo>
                    <a:pt x="233871" y="1028575"/>
                  </a:lnTo>
                  <a:lnTo>
                    <a:pt x="233881" y="1028558"/>
                  </a:lnTo>
                  <a:lnTo>
                    <a:pt x="233890" y="1028547"/>
                  </a:lnTo>
                  <a:lnTo>
                    <a:pt x="233895" y="1028528"/>
                  </a:lnTo>
                  <a:lnTo>
                    <a:pt x="233895" y="1028508"/>
                  </a:lnTo>
                  <a:lnTo>
                    <a:pt x="233901" y="1028490"/>
                  </a:lnTo>
                  <a:lnTo>
                    <a:pt x="233909" y="1028470"/>
                  </a:lnTo>
                  <a:lnTo>
                    <a:pt x="233925" y="1028438"/>
                  </a:lnTo>
                  <a:lnTo>
                    <a:pt x="233946" y="1028402"/>
                  </a:lnTo>
                  <a:lnTo>
                    <a:pt x="233955" y="1028367"/>
                  </a:lnTo>
                  <a:lnTo>
                    <a:pt x="233992" y="1028291"/>
                  </a:lnTo>
                  <a:lnTo>
                    <a:pt x="234015" y="1028240"/>
                  </a:lnTo>
                  <a:lnTo>
                    <a:pt x="234038" y="1028203"/>
                  </a:lnTo>
                  <a:lnTo>
                    <a:pt x="234044" y="1028180"/>
                  </a:lnTo>
                  <a:lnTo>
                    <a:pt x="234053" y="1028124"/>
                  </a:lnTo>
                  <a:lnTo>
                    <a:pt x="234058" y="1028094"/>
                  </a:lnTo>
                  <a:lnTo>
                    <a:pt x="234074" y="1028050"/>
                  </a:lnTo>
                  <a:lnTo>
                    <a:pt x="234089" y="1028029"/>
                  </a:lnTo>
                  <a:lnTo>
                    <a:pt x="234107" y="1027993"/>
                  </a:lnTo>
                  <a:lnTo>
                    <a:pt x="234131" y="1027952"/>
                  </a:lnTo>
                  <a:lnTo>
                    <a:pt x="234171" y="1027875"/>
                  </a:lnTo>
                  <a:lnTo>
                    <a:pt x="234200" y="1027815"/>
                  </a:lnTo>
                  <a:lnTo>
                    <a:pt x="234206" y="1027795"/>
                  </a:lnTo>
                  <a:lnTo>
                    <a:pt x="234212" y="1027780"/>
                  </a:lnTo>
                  <a:lnTo>
                    <a:pt x="234224" y="1027759"/>
                  </a:lnTo>
                  <a:lnTo>
                    <a:pt x="234232" y="1027746"/>
                  </a:lnTo>
                  <a:lnTo>
                    <a:pt x="234249" y="1027706"/>
                  </a:lnTo>
                  <a:lnTo>
                    <a:pt x="234266" y="1027661"/>
                  </a:lnTo>
                  <a:lnTo>
                    <a:pt x="234276" y="1027612"/>
                  </a:lnTo>
                  <a:lnTo>
                    <a:pt x="234283" y="1027567"/>
                  </a:lnTo>
                  <a:lnTo>
                    <a:pt x="234289" y="1027550"/>
                  </a:lnTo>
                  <a:lnTo>
                    <a:pt x="234306" y="1027529"/>
                  </a:lnTo>
                  <a:lnTo>
                    <a:pt x="234323" y="1027501"/>
                  </a:lnTo>
                  <a:lnTo>
                    <a:pt x="234331" y="1027487"/>
                  </a:lnTo>
                  <a:lnTo>
                    <a:pt x="234343" y="1027476"/>
                  </a:lnTo>
                  <a:lnTo>
                    <a:pt x="234359" y="1027461"/>
                  </a:lnTo>
                  <a:lnTo>
                    <a:pt x="234366" y="1027443"/>
                  </a:lnTo>
                  <a:lnTo>
                    <a:pt x="234381" y="1027415"/>
                  </a:lnTo>
                  <a:lnTo>
                    <a:pt x="234399" y="1027380"/>
                  </a:lnTo>
                  <a:lnTo>
                    <a:pt x="234415" y="1027352"/>
                  </a:lnTo>
                  <a:lnTo>
                    <a:pt x="234423" y="1027340"/>
                  </a:lnTo>
                  <a:lnTo>
                    <a:pt x="234432" y="1027332"/>
                  </a:lnTo>
                  <a:lnTo>
                    <a:pt x="234450" y="1027307"/>
                  </a:lnTo>
                  <a:lnTo>
                    <a:pt x="234473" y="1027298"/>
                  </a:lnTo>
                  <a:lnTo>
                    <a:pt x="234511" y="1027282"/>
                  </a:lnTo>
                  <a:lnTo>
                    <a:pt x="234545" y="1027257"/>
                  </a:lnTo>
                  <a:lnTo>
                    <a:pt x="234589" y="1027233"/>
                  </a:lnTo>
                  <a:lnTo>
                    <a:pt x="234634" y="1027214"/>
                  </a:lnTo>
                  <a:lnTo>
                    <a:pt x="234678" y="1027187"/>
                  </a:lnTo>
                  <a:lnTo>
                    <a:pt x="234692" y="1027171"/>
                  </a:lnTo>
                  <a:lnTo>
                    <a:pt x="234708" y="1027157"/>
                  </a:lnTo>
                  <a:lnTo>
                    <a:pt x="234737" y="1027145"/>
                  </a:lnTo>
                  <a:lnTo>
                    <a:pt x="234770" y="1027144"/>
                  </a:lnTo>
                  <a:lnTo>
                    <a:pt x="234796" y="1027137"/>
                  </a:lnTo>
                  <a:lnTo>
                    <a:pt x="234825" y="1027129"/>
                  </a:lnTo>
                  <a:lnTo>
                    <a:pt x="234844" y="1027122"/>
                  </a:lnTo>
                  <a:lnTo>
                    <a:pt x="234874" y="1027112"/>
                  </a:lnTo>
                  <a:lnTo>
                    <a:pt x="234883" y="1027109"/>
                  </a:lnTo>
                  <a:lnTo>
                    <a:pt x="234902" y="1027103"/>
                  </a:lnTo>
                  <a:lnTo>
                    <a:pt x="234975" y="1027067"/>
                  </a:lnTo>
                  <a:lnTo>
                    <a:pt x="235037" y="1027037"/>
                  </a:lnTo>
                  <a:lnTo>
                    <a:pt x="235098" y="1026997"/>
                  </a:lnTo>
                  <a:lnTo>
                    <a:pt x="235282" y="1026904"/>
                  </a:lnTo>
                  <a:lnTo>
                    <a:pt x="235311" y="1026897"/>
                  </a:lnTo>
                  <a:lnTo>
                    <a:pt x="235341" y="1026886"/>
                  </a:lnTo>
                  <a:lnTo>
                    <a:pt x="235374" y="1026874"/>
                  </a:lnTo>
                  <a:lnTo>
                    <a:pt x="235406" y="1026857"/>
                  </a:lnTo>
                  <a:lnTo>
                    <a:pt x="235430" y="1026850"/>
                  </a:lnTo>
                  <a:lnTo>
                    <a:pt x="235448" y="1026847"/>
                  </a:lnTo>
                  <a:lnTo>
                    <a:pt x="235468" y="1026846"/>
                  </a:lnTo>
                  <a:lnTo>
                    <a:pt x="235486" y="1026851"/>
                  </a:lnTo>
                  <a:lnTo>
                    <a:pt x="235539" y="1026866"/>
                  </a:lnTo>
                  <a:lnTo>
                    <a:pt x="235561" y="1026860"/>
                  </a:lnTo>
                  <a:lnTo>
                    <a:pt x="235571" y="1026858"/>
                  </a:lnTo>
                  <a:lnTo>
                    <a:pt x="235581" y="1026854"/>
                  </a:lnTo>
                  <a:lnTo>
                    <a:pt x="235590" y="1026849"/>
                  </a:lnTo>
                  <a:lnTo>
                    <a:pt x="235599" y="1026842"/>
                  </a:lnTo>
                  <a:lnTo>
                    <a:pt x="235606" y="1026834"/>
                  </a:lnTo>
                  <a:lnTo>
                    <a:pt x="235632" y="1026813"/>
                  </a:lnTo>
                  <a:lnTo>
                    <a:pt x="235665" y="1026783"/>
                  </a:lnTo>
                  <a:lnTo>
                    <a:pt x="235687" y="1026758"/>
                  </a:lnTo>
                  <a:lnTo>
                    <a:pt x="235701" y="1026737"/>
                  </a:lnTo>
                  <a:lnTo>
                    <a:pt x="235714" y="1026717"/>
                  </a:lnTo>
                  <a:lnTo>
                    <a:pt x="235740" y="1026706"/>
                  </a:lnTo>
                  <a:lnTo>
                    <a:pt x="235760" y="1026704"/>
                  </a:lnTo>
                  <a:lnTo>
                    <a:pt x="235775" y="1026708"/>
                  </a:lnTo>
                  <a:lnTo>
                    <a:pt x="235810" y="1026723"/>
                  </a:lnTo>
                  <a:lnTo>
                    <a:pt x="235848" y="1026744"/>
                  </a:lnTo>
                  <a:lnTo>
                    <a:pt x="235892" y="1026772"/>
                  </a:lnTo>
                  <a:lnTo>
                    <a:pt x="235911" y="1026787"/>
                  </a:lnTo>
                  <a:lnTo>
                    <a:pt x="235945" y="1026806"/>
                  </a:lnTo>
                  <a:lnTo>
                    <a:pt x="235972" y="1026819"/>
                  </a:lnTo>
                  <a:lnTo>
                    <a:pt x="236007" y="1026838"/>
                  </a:lnTo>
                  <a:lnTo>
                    <a:pt x="236027" y="1026846"/>
                  </a:lnTo>
                  <a:lnTo>
                    <a:pt x="236051" y="1026859"/>
                  </a:lnTo>
                  <a:lnTo>
                    <a:pt x="236083" y="1026876"/>
                  </a:lnTo>
                  <a:lnTo>
                    <a:pt x="236117" y="1026879"/>
                  </a:lnTo>
                  <a:lnTo>
                    <a:pt x="236142" y="1026870"/>
                  </a:lnTo>
                  <a:lnTo>
                    <a:pt x="236175" y="1026861"/>
                  </a:lnTo>
                  <a:lnTo>
                    <a:pt x="236205" y="1026851"/>
                  </a:lnTo>
                  <a:lnTo>
                    <a:pt x="236307" y="1026805"/>
                  </a:lnTo>
                  <a:lnTo>
                    <a:pt x="236357" y="1026774"/>
                  </a:lnTo>
                  <a:lnTo>
                    <a:pt x="236395" y="1026761"/>
                  </a:lnTo>
                  <a:lnTo>
                    <a:pt x="236425" y="1026755"/>
                  </a:lnTo>
                  <a:lnTo>
                    <a:pt x="236451" y="1026757"/>
                  </a:lnTo>
                  <a:lnTo>
                    <a:pt x="236503" y="1026763"/>
                  </a:lnTo>
                  <a:lnTo>
                    <a:pt x="236533" y="1026777"/>
                  </a:lnTo>
                  <a:lnTo>
                    <a:pt x="236571" y="1026789"/>
                  </a:lnTo>
                  <a:lnTo>
                    <a:pt x="236609" y="1026794"/>
                  </a:lnTo>
                  <a:lnTo>
                    <a:pt x="236725" y="1026774"/>
                  </a:lnTo>
                  <a:lnTo>
                    <a:pt x="236774" y="1026760"/>
                  </a:lnTo>
                  <a:lnTo>
                    <a:pt x="236819" y="1026750"/>
                  </a:lnTo>
                  <a:lnTo>
                    <a:pt x="236866" y="1026743"/>
                  </a:lnTo>
                  <a:lnTo>
                    <a:pt x="236949" y="1026724"/>
                  </a:lnTo>
                  <a:lnTo>
                    <a:pt x="237114" y="1026649"/>
                  </a:lnTo>
                  <a:lnTo>
                    <a:pt x="237183" y="1026607"/>
                  </a:lnTo>
                  <a:lnTo>
                    <a:pt x="237224" y="1026590"/>
                  </a:lnTo>
                  <a:lnTo>
                    <a:pt x="237262" y="1026575"/>
                  </a:lnTo>
                  <a:lnTo>
                    <a:pt x="237307" y="1026561"/>
                  </a:lnTo>
                  <a:lnTo>
                    <a:pt x="237344" y="1026557"/>
                  </a:lnTo>
                  <a:lnTo>
                    <a:pt x="237369" y="1026552"/>
                  </a:lnTo>
                  <a:lnTo>
                    <a:pt x="237387" y="1026553"/>
                  </a:lnTo>
                  <a:lnTo>
                    <a:pt x="237414" y="1026563"/>
                  </a:lnTo>
                  <a:lnTo>
                    <a:pt x="237446" y="1026568"/>
                  </a:lnTo>
                  <a:lnTo>
                    <a:pt x="237470" y="1026567"/>
                  </a:lnTo>
                  <a:lnTo>
                    <a:pt x="237486" y="1026573"/>
                  </a:lnTo>
                  <a:lnTo>
                    <a:pt x="237508" y="1026582"/>
                  </a:lnTo>
                  <a:lnTo>
                    <a:pt x="237541" y="1026589"/>
                  </a:lnTo>
                  <a:lnTo>
                    <a:pt x="237567" y="1026595"/>
                  </a:lnTo>
                  <a:lnTo>
                    <a:pt x="237578" y="1026598"/>
                  </a:lnTo>
                  <a:lnTo>
                    <a:pt x="237608" y="1026616"/>
                  </a:lnTo>
                  <a:lnTo>
                    <a:pt x="237655" y="1026638"/>
                  </a:lnTo>
                  <a:lnTo>
                    <a:pt x="237701" y="1026650"/>
                  </a:lnTo>
                  <a:lnTo>
                    <a:pt x="237735" y="1026659"/>
                  </a:lnTo>
                  <a:lnTo>
                    <a:pt x="237791" y="1026678"/>
                  </a:lnTo>
                  <a:lnTo>
                    <a:pt x="237843" y="1026692"/>
                  </a:lnTo>
                  <a:lnTo>
                    <a:pt x="237888" y="1026699"/>
                  </a:lnTo>
                  <a:lnTo>
                    <a:pt x="237913" y="1026707"/>
                  </a:lnTo>
                  <a:lnTo>
                    <a:pt x="237929" y="1026719"/>
                  </a:lnTo>
                  <a:lnTo>
                    <a:pt x="237945" y="1026736"/>
                  </a:lnTo>
                  <a:lnTo>
                    <a:pt x="237957" y="1026747"/>
                  </a:lnTo>
                  <a:lnTo>
                    <a:pt x="237967" y="1026761"/>
                  </a:lnTo>
                  <a:lnTo>
                    <a:pt x="237983" y="1026777"/>
                  </a:lnTo>
                  <a:lnTo>
                    <a:pt x="238000" y="1026790"/>
                  </a:lnTo>
                  <a:lnTo>
                    <a:pt x="238100" y="1026852"/>
                  </a:lnTo>
                  <a:lnTo>
                    <a:pt x="238205" y="1026887"/>
                  </a:lnTo>
                  <a:lnTo>
                    <a:pt x="238271" y="1026907"/>
                  </a:lnTo>
                  <a:lnTo>
                    <a:pt x="238296" y="1026914"/>
                  </a:lnTo>
                  <a:lnTo>
                    <a:pt x="238316" y="1026918"/>
                  </a:lnTo>
                  <a:lnTo>
                    <a:pt x="238326" y="1026922"/>
                  </a:lnTo>
                  <a:lnTo>
                    <a:pt x="238330" y="1026926"/>
                  </a:lnTo>
                  <a:lnTo>
                    <a:pt x="238334" y="1026933"/>
                  </a:lnTo>
                  <a:lnTo>
                    <a:pt x="238344" y="1026950"/>
                  </a:lnTo>
                  <a:lnTo>
                    <a:pt x="238356" y="1026975"/>
                  </a:lnTo>
                  <a:lnTo>
                    <a:pt x="238362" y="1026990"/>
                  </a:lnTo>
                  <a:lnTo>
                    <a:pt x="238372" y="1027004"/>
                  </a:lnTo>
                  <a:lnTo>
                    <a:pt x="238384" y="1027025"/>
                  </a:lnTo>
                  <a:lnTo>
                    <a:pt x="238400" y="1027060"/>
                  </a:lnTo>
                  <a:lnTo>
                    <a:pt x="238418" y="1027083"/>
                  </a:lnTo>
                  <a:lnTo>
                    <a:pt x="238458" y="1027119"/>
                  </a:lnTo>
                  <a:lnTo>
                    <a:pt x="238491" y="1027142"/>
                  </a:lnTo>
                  <a:lnTo>
                    <a:pt x="238517" y="1027172"/>
                  </a:lnTo>
                  <a:lnTo>
                    <a:pt x="238521" y="1027182"/>
                  </a:lnTo>
                  <a:lnTo>
                    <a:pt x="238532" y="1027195"/>
                  </a:lnTo>
                  <a:lnTo>
                    <a:pt x="238538" y="1027209"/>
                  </a:lnTo>
                  <a:lnTo>
                    <a:pt x="238542" y="1027219"/>
                  </a:lnTo>
                  <a:lnTo>
                    <a:pt x="238545" y="1027246"/>
                  </a:lnTo>
                  <a:lnTo>
                    <a:pt x="238551" y="1027267"/>
                  </a:lnTo>
                  <a:lnTo>
                    <a:pt x="238559" y="1027277"/>
                  </a:lnTo>
                  <a:lnTo>
                    <a:pt x="238566" y="1027280"/>
                  </a:lnTo>
                  <a:lnTo>
                    <a:pt x="238588" y="1027277"/>
                  </a:lnTo>
                  <a:lnTo>
                    <a:pt x="238637" y="1027273"/>
                  </a:lnTo>
                  <a:lnTo>
                    <a:pt x="238655" y="1027273"/>
                  </a:lnTo>
                  <a:lnTo>
                    <a:pt x="238684" y="1027276"/>
                  </a:lnTo>
                  <a:lnTo>
                    <a:pt x="238718" y="1027286"/>
                  </a:lnTo>
                  <a:lnTo>
                    <a:pt x="238743" y="1027294"/>
                  </a:lnTo>
                  <a:lnTo>
                    <a:pt x="238797" y="1027320"/>
                  </a:lnTo>
                  <a:lnTo>
                    <a:pt x="238860" y="1027337"/>
                  </a:lnTo>
                  <a:lnTo>
                    <a:pt x="238899" y="1027338"/>
                  </a:lnTo>
                  <a:lnTo>
                    <a:pt x="238922" y="1027340"/>
                  </a:lnTo>
                  <a:lnTo>
                    <a:pt x="238943" y="1027347"/>
                  </a:lnTo>
                  <a:lnTo>
                    <a:pt x="238976" y="1027360"/>
                  </a:lnTo>
                  <a:lnTo>
                    <a:pt x="238993" y="1027368"/>
                  </a:lnTo>
                  <a:lnTo>
                    <a:pt x="239014" y="1027378"/>
                  </a:lnTo>
                  <a:lnTo>
                    <a:pt x="239029" y="1027384"/>
                  </a:lnTo>
                  <a:lnTo>
                    <a:pt x="239048" y="1027389"/>
                  </a:lnTo>
                  <a:lnTo>
                    <a:pt x="239057" y="1027389"/>
                  </a:lnTo>
                  <a:lnTo>
                    <a:pt x="239068" y="1027388"/>
                  </a:lnTo>
                  <a:lnTo>
                    <a:pt x="239089" y="1027381"/>
                  </a:lnTo>
                  <a:lnTo>
                    <a:pt x="239123" y="1027359"/>
                  </a:lnTo>
                  <a:lnTo>
                    <a:pt x="239143" y="1027343"/>
                  </a:lnTo>
                  <a:lnTo>
                    <a:pt x="239180" y="1027316"/>
                  </a:lnTo>
                  <a:lnTo>
                    <a:pt x="239234" y="1027273"/>
                  </a:lnTo>
                  <a:lnTo>
                    <a:pt x="239274" y="1027231"/>
                  </a:lnTo>
                  <a:lnTo>
                    <a:pt x="239295" y="1027208"/>
                  </a:lnTo>
                  <a:lnTo>
                    <a:pt x="239309" y="1027187"/>
                  </a:lnTo>
                  <a:lnTo>
                    <a:pt x="239322" y="1027149"/>
                  </a:lnTo>
                  <a:lnTo>
                    <a:pt x="239326" y="1027129"/>
                  </a:lnTo>
                  <a:lnTo>
                    <a:pt x="239325" y="1027107"/>
                  </a:lnTo>
                  <a:lnTo>
                    <a:pt x="239321" y="1027092"/>
                  </a:lnTo>
                  <a:lnTo>
                    <a:pt x="239316" y="1027073"/>
                  </a:lnTo>
                  <a:lnTo>
                    <a:pt x="239312" y="1027060"/>
                  </a:lnTo>
                  <a:lnTo>
                    <a:pt x="239298" y="1027045"/>
                  </a:lnTo>
                  <a:lnTo>
                    <a:pt x="239283" y="1027034"/>
                  </a:lnTo>
                  <a:lnTo>
                    <a:pt x="239268" y="1027022"/>
                  </a:lnTo>
                  <a:lnTo>
                    <a:pt x="239257" y="1027010"/>
                  </a:lnTo>
                  <a:lnTo>
                    <a:pt x="239250" y="1026995"/>
                  </a:lnTo>
                  <a:lnTo>
                    <a:pt x="239248" y="1026986"/>
                  </a:lnTo>
                  <a:lnTo>
                    <a:pt x="239243" y="1026959"/>
                  </a:lnTo>
                  <a:lnTo>
                    <a:pt x="239239" y="1026943"/>
                  </a:lnTo>
                  <a:lnTo>
                    <a:pt x="239233" y="1026867"/>
                  </a:lnTo>
                  <a:lnTo>
                    <a:pt x="239229" y="1026831"/>
                  </a:lnTo>
                  <a:lnTo>
                    <a:pt x="239222" y="1026770"/>
                  </a:lnTo>
                  <a:lnTo>
                    <a:pt x="239217" y="1026707"/>
                  </a:lnTo>
                  <a:lnTo>
                    <a:pt x="239212" y="1026677"/>
                  </a:lnTo>
                  <a:lnTo>
                    <a:pt x="239199" y="1026634"/>
                  </a:lnTo>
                  <a:lnTo>
                    <a:pt x="239197" y="1026603"/>
                  </a:lnTo>
                  <a:lnTo>
                    <a:pt x="239199" y="1026585"/>
                  </a:lnTo>
                  <a:lnTo>
                    <a:pt x="239208" y="1026558"/>
                  </a:lnTo>
                  <a:lnTo>
                    <a:pt x="239223" y="1026541"/>
                  </a:lnTo>
                  <a:lnTo>
                    <a:pt x="239233" y="1026530"/>
                  </a:lnTo>
                  <a:lnTo>
                    <a:pt x="239237" y="1026527"/>
                  </a:lnTo>
                  <a:lnTo>
                    <a:pt x="239260" y="1026509"/>
                  </a:lnTo>
                  <a:lnTo>
                    <a:pt x="239284" y="1026491"/>
                  </a:lnTo>
                  <a:lnTo>
                    <a:pt x="239291" y="1026481"/>
                  </a:lnTo>
                  <a:lnTo>
                    <a:pt x="239307" y="1026459"/>
                  </a:lnTo>
                  <a:lnTo>
                    <a:pt x="239324" y="1026438"/>
                  </a:lnTo>
                  <a:lnTo>
                    <a:pt x="239327" y="1026428"/>
                  </a:lnTo>
                  <a:lnTo>
                    <a:pt x="239326" y="1026407"/>
                  </a:lnTo>
                  <a:lnTo>
                    <a:pt x="239326" y="1026394"/>
                  </a:lnTo>
                  <a:lnTo>
                    <a:pt x="239325" y="1026379"/>
                  </a:lnTo>
                  <a:lnTo>
                    <a:pt x="239324" y="1026362"/>
                  </a:lnTo>
                  <a:lnTo>
                    <a:pt x="239312" y="1026351"/>
                  </a:lnTo>
                  <a:lnTo>
                    <a:pt x="239290" y="1026339"/>
                  </a:lnTo>
                  <a:lnTo>
                    <a:pt x="239251" y="1026330"/>
                  </a:lnTo>
                  <a:lnTo>
                    <a:pt x="239218" y="1026310"/>
                  </a:lnTo>
                  <a:lnTo>
                    <a:pt x="239201" y="1026300"/>
                  </a:lnTo>
                  <a:lnTo>
                    <a:pt x="239185" y="1026280"/>
                  </a:lnTo>
                  <a:lnTo>
                    <a:pt x="239164" y="1026247"/>
                  </a:lnTo>
                  <a:lnTo>
                    <a:pt x="239155" y="1026229"/>
                  </a:lnTo>
                  <a:lnTo>
                    <a:pt x="239135" y="1026157"/>
                  </a:lnTo>
                  <a:lnTo>
                    <a:pt x="239131" y="1026146"/>
                  </a:lnTo>
                  <a:lnTo>
                    <a:pt x="239126" y="1026124"/>
                  </a:lnTo>
                  <a:lnTo>
                    <a:pt x="239121" y="1026098"/>
                  </a:lnTo>
                  <a:lnTo>
                    <a:pt x="239121" y="1026086"/>
                  </a:lnTo>
                  <a:lnTo>
                    <a:pt x="239123" y="1026072"/>
                  </a:lnTo>
                  <a:lnTo>
                    <a:pt x="239127" y="1026065"/>
                  </a:lnTo>
                  <a:lnTo>
                    <a:pt x="239149" y="1026061"/>
                  </a:lnTo>
                  <a:lnTo>
                    <a:pt x="239171" y="1026058"/>
                  </a:lnTo>
                  <a:lnTo>
                    <a:pt x="239188" y="1026050"/>
                  </a:lnTo>
                  <a:lnTo>
                    <a:pt x="239201" y="1026039"/>
                  </a:lnTo>
                  <a:lnTo>
                    <a:pt x="239225" y="1026019"/>
                  </a:lnTo>
                  <a:lnTo>
                    <a:pt x="239238" y="1026012"/>
                  </a:lnTo>
                  <a:lnTo>
                    <a:pt x="239274" y="1025984"/>
                  </a:lnTo>
                  <a:lnTo>
                    <a:pt x="239291" y="1025962"/>
                  </a:lnTo>
                  <a:lnTo>
                    <a:pt x="239295" y="1025940"/>
                  </a:lnTo>
                  <a:lnTo>
                    <a:pt x="239299" y="1025910"/>
                  </a:lnTo>
                  <a:lnTo>
                    <a:pt x="239300" y="1025880"/>
                  </a:lnTo>
                  <a:lnTo>
                    <a:pt x="239306" y="1025861"/>
                  </a:lnTo>
                  <a:lnTo>
                    <a:pt x="239348" y="1025750"/>
                  </a:lnTo>
                  <a:lnTo>
                    <a:pt x="239351" y="1025740"/>
                  </a:lnTo>
                  <a:lnTo>
                    <a:pt x="239356" y="1025721"/>
                  </a:lnTo>
                  <a:lnTo>
                    <a:pt x="239358" y="1025706"/>
                  </a:lnTo>
                  <a:lnTo>
                    <a:pt x="239363" y="1025695"/>
                  </a:lnTo>
                  <a:lnTo>
                    <a:pt x="239365" y="1025681"/>
                  </a:lnTo>
                  <a:lnTo>
                    <a:pt x="239365" y="1025672"/>
                  </a:lnTo>
                  <a:lnTo>
                    <a:pt x="239362" y="1025660"/>
                  </a:lnTo>
                  <a:lnTo>
                    <a:pt x="239357" y="1025629"/>
                  </a:lnTo>
                  <a:lnTo>
                    <a:pt x="239350" y="1025583"/>
                  </a:lnTo>
                  <a:lnTo>
                    <a:pt x="239352" y="1025569"/>
                  </a:lnTo>
                  <a:lnTo>
                    <a:pt x="239364" y="1025558"/>
                  </a:lnTo>
                  <a:lnTo>
                    <a:pt x="239402" y="1025530"/>
                  </a:lnTo>
                  <a:lnTo>
                    <a:pt x="239432" y="1025505"/>
                  </a:lnTo>
                  <a:lnTo>
                    <a:pt x="239470" y="1025478"/>
                  </a:lnTo>
                  <a:lnTo>
                    <a:pt x="239498" y="1025461"/>
                  </a:lnTo>
                  <a:lnTo>
                    <a:pt x="239528" y="1025451"/>
                  </a:lnTo>
                  <a:lnTo>
                    <a:pt x="239556" y="1025447"/>
                  </a:lnTo>
                  <a:lnTo>
                    <a:pt x="239601" y="1025431"/>
                  </a:lnTo>
                  <a:lnTo>
                    <a:pt x="239646" y="1025396"/>
                  </a:lnTo>
                  <a:lnTo>
                    <a:pt x="239661" y="1025387"/>
                  </a:lnTo>
                  <a:lnTo>
                    <a:pt x="239668" y="1025377"/>
                  </a:lnTo>
                  <a:lnTo>
                    <a:pt x="239668" y="1025371"/>
                  </a:lnTo>
                  <a:lnTo>
                    <a:pt x="239663" y="1025346"/>
                  </a:lnTo>
                  <a:lnTo>
                    <a:pt x="239651" y="1025316"/>
                  </a:lnTo>
                  <a:lnTo>
                    <a:pt x="239640" y="1025280"/>
                  </a:lnTo>
                  <a:lnTo>
                    <a:pt x="239638" y="1025252"/>
                  </a:lnTo>
                  <a:lnTo>
                    <a:pt x="239645" y="1025227"/>
                  </a:lnTo>
                  <a:lnTo>
                    <a:pt x="239651" y="1025213"/>
                  </a:lnTo>
                  <a:lnTo>
                    <a:pt x="239662" y="1025192"/>
                  </a:lnTo>
                  <a:lnTo>
                    <a:pt x="239687" y="1025139"/>
                  </a:lnTo>
                  <a:lnTo>
                    <a:pt x="239703" y="1025109"/>
                  </a:lnTo>
                  <a:lnTo>
                    <a:pt x="239719" y="1025077"/>
                  </a:lnTo>
                  <a:lnTo>
                    <a:pt x="239728" y="1025062"/>
                  </a:lnTo>
                  <a:lnTo>
                    <a:pt x="239741" y="1025049"/>
                  </a:lnTo>
                  <a:lnTo>
                    <a:pt x="239768" y="1025049"/>
                  </a:lnTo>
                  <a:lnTo>
                    <a:pt x="239794" y="1025056"/>
                  </a:lnTo>
                  <a:lnTo>
                    <a:pt x="239835" y="1025073"/>
                  </a:lnTo>
                  <a:lnTo>
                    <a:pt x="239874" y="1025084"/>
                  </a:lnTo>
                  <a:lnTo>
                    <a:pt x="239916" y="1025085"/>
                  </a:lnTo>
                  <a:lnTo>
                    <a:pt x="239968" y="1025081"/>
                  </a:lnTo>
                  <a:lnTo>
                    <a:pt x="240050" y="1025063"/>
                  </a:lnTo>
                  <a:lnTo>
                    <a:pt x="240093" y="1025055"/>
                  </a:lnTo>
                  <a:lnTo>
                    <a:pt x="240129" y="1025047"/>
                  </a:lnTo>
                  <a:lnTo>
                    <a:pt x="240171" y="1025041"/>
                  </a:lnTo>
                  <a:lnTo>
                    <a:pt x="240185" y="1025033"/>
                  </a:lnTo>
                  <a:lnTo>
                    <a:pt x="240198" y="1025013"/>
                  </a:lnTo>
                  <a:lnTo>
                    <a:pt x="240212" y="1024982"/>
                  </a:lnTo>
                  <a:lnTo>
                    <a:pt x="240239" y="1024919"/>
                  </a:lnTo>
                  <a:lnTo>
                    <a:pt x="240249" y="1024895"/>
                  </a:lnTo>
                  <a:lnTo>
                    <a:pt x="240243" y="1024872"/>
                  </a:lnTo>
                  <a:lnTo>
                    <a:pt x="240230" y="1024828"/>
                  </a:lnTo>
                  <a:lnTo>
                    <a:pt x="240198" y="1024763"/>
                  </a:lnTo>
                  <a:lnTo>
                    <a:pt x="240186" y="1024736"/>
                  </a:lnTo>
                  <a:lnTo>
                    <a:pt x="240166" y="1024691"/>
                  </a:lnTo>
                  <a:lnTo>
                    <a:pt x="240129" y="1024619"/>
                  </a:lnTo>
                  <a:lnTo>
                    <a:pt x="240111" y="1024590"/>
                  </a:lnTo>
                  <a:lnTo>
                    <a:pt x="240101" y="1024570"/>
                  </a:lnTo>
                  <a:lnTo>
                    <a:pt x="240093" y="1024544"/>
                  </a:lnTo>
                  <a:lnTo>
                    <a:pt x="240085" y="1024511"/>
                  </a:lnTo>
                  <a:lnTo>
                    <a:pt x="240079" y="1024491"/>
                  </a:lnTo>
                  <a:lnTo>
                    <a:pt x="240066" y="1024404"/>
                  </a:lnTo>
                  <a:lnTo>
                    <a:pt x="240060" y="1024286"/>
                  </a:lnTo>
                  <a:lnTo>
                    <a:pt x="240060" y="1024261"/>
                  </a:lnTo>
                  <a:lnTo>
                    <a:pt x="240057" y="1024249"/>
                  </a:lnTo>
                  <a:lnTo>
                    <a:pt x="240048" y="1024236"/>
                  </a:lnTo>
                  <a:lnTo>
                    <a:pt x="240024" y="1024224"/>
                  </a:lnTo>
                  <a:lnTo>
                    <a:pt x="239992" y="1024206"/>
                  </a:lnTo>
                  <a:lnTo>
                    <a:pt x="239968" y="1024195"/>
                  </a:lnTo>
                  <a:lnTo>
                    <a:pt x="239946" y="1024184"/>
                  </a:lnTo>
                  <a:lnTo>
                    <a:pt x="239927" y="1024172"/>
                  </a:lnTo>
                  <a:lnTo>
                    <a:pt x="239908" y="1024159"/>
                  </a:lnTo>
                  <a:lnTo>
                    <a:pt x="239885" y="1024140"/>
                  </a:lnTo>
                  <a:lnTo>
                    <a:pt x="239871" y="1024128"/>
                  </a:lnTo>
                  <a:lnTo>
                    <a:pt x="239860" y="1024115"/>
                  </a:lnTo>
                  <a:lnTo>
                    <a:pt x="239854" y="1024091"/>
                  </a:lnTo>
                  <a:lnTo>
                    <a:pt x="239859" y="1024047"/>
                  </a:lnTo>
                  <a:lnTo>
                    <a:pt x="239861" y="1024031"/>
                  </a:lnTo>
                  <a:lnTo>
                    <a:pt x="239865" y="1023981"/>
                  </a:lnTo>
                  <a:lnTo>
                    <a:pt x="239876" y="1023936"/>
                  </a:lnTo>
                  <a:lnTo>
                    <a:pt x="239889" y="1023896"/>
                  </a:lnTo>
                  <a:lnTo>
                    <a:pt x="239912" y="1023860"/>
                  </a:lnTo>
                  <a:lnTo>
                    <a:pt x="239963" y="1023784"/>
                  </a:lnTo>
                  <a:lnTo>
                    <a:pt x="240015" y="1023679"/>
                  </a:lnTo>
                  <a:lnTo>
                    <a:pt x="240020" y="1023660"/>
                  </a:lnTo>
                  <a:lnTo>
                    <a:pt x="240022" y="1023638"/>
                  </a:lnTo>
                  <a:lnTo>
                    <a:pt x="240021" y="1023630"/>
                  </a:lnTo>
                  <a:lnTo>
                    <a:pt x="240018" y="1023625"/>
                  </a:lnTo>
                  <a:lnTo>
                    <a:pt x="240011" y="1023619"/>
                  </a:lnTo>
                  <a:lnTo>
                    <a:pt x="240000" y="1023610"/>
                  </a:lnTo>
                  <a:lnTo>
                    <a:pt x="239988" y="1023598"/>
                  </a:lnTo>
                  <a:lnTo>
                    <a:pt x="239983" y="1023592"/>
                  </a:lnTo>
                  <a:lnTo>
                    <a:pt x="239977" y="1023587"/>
                  </a:lnTo>
                  <a:lnTo>
                    <a:pt x="239955" y="1023563"/>
                  </a:lnTo>
                  <a:lnTo>
                    <a:pt x="239946" y="1023542"/>
                  </a:lnTo>
                  <a:lnTo>
                    <a:pt x="239939" y="1023509"/>
                  </a:lnTo>
                  <a:lnTo>
                    <a:pt x="239935" y="1023478"/>
                  </a:lnTo>
                  <a:lnTo>
                    <a:pt x="239931" y="1023446"/>
                  </a:lnTo>
                  <a:lnTo>
                    <a:pt x="239928" y="1023419"/>
                  </a:lnTo>
                  <a:lnTo>
                    <a:pt x="239916" y="1023381"/>
                  </a:lnTo>
                  <a:lnTo>
                    <a:pt x="239901" y="1023361"/>
                  </a:lnTo>
                  <a:lnTo>
                    <a:pt x="239883" y="1023329"/>
                  </a:lnTo>
                  <a:lnTo>
                    <a:pt x="239871" y="1023310"/>
                  </a:lnTo>
                  <a:lnTo>
                    <a:pt x="239869" y="1023289"/>
                  </a:lnTo>
                  <a:lnTo>
                    <a:pt x="239886" y="1023271"/>
                  </a:lnTo>
                  <a:lnTo>
                    <a:pt x="239931" y="1023249"/>
                  </a:lnTo>
                  <a:lnTo>
                    <a:pt x="239959" y="1023230"/>
                  </a:lnTo>
                  <a:lnTo>
                    <a:pt x="239969" y="1023203"/>
                  </a:lnTo>
                  <a:lnTo>
                    <a:pt x="239987" y="1023127"/>
                  </a:lnTo>
                  <a:lnTo>
                    <a:pt x="239994" y="1023111"/>
                  </a:lnTo>
                  <a:lnTo>
                    <a:pt x="239997" y="1023103"/>
                  </a:lnTo>
                  <a:lnTo>
                    <a:pt x="240004" y="1023091"/>
                  </a:lnTo>
                  <a:lnTo>
                    <a:pt x="240015" y="1023080"/>
                  </a:lnTo>
                  <a:lnTo>
                    <a:pt x="240033" y="1023065"/>
                  </a:lnTo>
                  <a:lnTo>
                    <a:pt x="240051" y="1023054"/>
                  </a:lnTo>
                  <a:lnTo>
                    <a:pt x="240074" y="1023046"/>
                  </a:lnTo>
                  <a:lnTo>
                    <a:pt x="240096" y="1023039"/>
                  </a:lnTo>
                  <a:lnTo>
                    <a:pt x="240114" y="1023036"/>
                  </a:lnTo>
                  <a:lnTo>
                    <a:pt x="240141" y="1023025"/>
                  </a:lnTo>
                  <a:lnTo>
                    <a:pt x="240272" y="1022983"/>
                  </a:lnTo>
                  <a:lnTo>
                    <a:pt x="240286" y="1022978"/>
                  </a:lnTo>
                  <a:lnTo>
                    <a:pt x="240308" y="1022975"/>
                  </a:lnTo>
                  <a:lnTo>
                    <a:pt x="240314" y="1022970"/>
                  </a:lnTo>
                  <a:lnTo>
                    <a:pt x="240315" y="1022963"/>
                  </a:lnTo>
                  <a:lnTo>
                    <a:pt x="240313" y="1022953"/>
                  </a:lnTo>
                  <a:lnTo>
                    <a:pt x="240305" y="1022930"/>
                  </a:lnTo>
                  <a:lnTo>
                    <a:pt x="240289" y="1022881"/>
                  </a:lnTo>
                  <a:lnTo>
                    <a:pt x="240275" y="1022841"/>
                  </a:lnTo>
                  <a:lnTo>
                    <a:pt x="240269" y="1022802"/>
                  </a:lnTo>
                  <a:lnTo>
                    <a:pt x="240274" y="1022773"/>
                  </a:lnTo>
                  <a:lnTo>
                    <a:pt x="240291" y="1022744"/>
                  </a:lnTo>
                  <a:lnTo>
                    <a:pt x="240298" y="1022732"/>
                  </a:lnTo>
                  <a:lnTo>
                    <a:pt x="240339" y="1022700"/>
                  </a:lnTo>
                  <a:lnTo>
                    <a:pt x="240364" y="1022690"/>
                  </a:lnTo>
                  <a:lnTo>
                    <a:pt x="240387" y="1022673"/>
                  </a:lnTo>
                  <a:lnTo>
                    <a:pt x="240427" y="1022643"/>
                  </a:lnTo>
                  <a:lnTo>
                    <a:pt x="240457" y="1022611"/>
                  </a:lnTo>
                  <a:lnTo>
                    <a:pt x="240473" y="1022593"/>
                  </a:lnTo>
                  <a:lnTo>
                    <a:pt x="240489" y="1022562"/>
                  </a:lnTo>
                  <a:lnTo>
                    <a:pt x="240497" y="1022527"/>
                  </a:lnTo>
                  <a:lnTo>
                    <a:pt x="240499" y="1022505"/>
                  </a:lnTo>
                  <a:lnTo>
                    <a:pt x="240490" y="1022462"/>
                  </a:lnTo>
                  <a:lnTo>
                    <a:pt x="240474" y="1022442"/>
                  </a:lnTo>
                  <a:lnTo>
                    <a:pt x="240437" y="1022393"/>
                  </a:lnTo>
                  <a:lnTo>
                    <a:pt x="240419" y="1022373"/>
                  </a:lnTo>
                  <a:lnTo>
                    <a:pt x="240405" y="1022355"/>
                  </a:lnTo>
                  <a:lnTo>
                    <a:pt x="240377" y="1022282"/>
                  </a:lnTo>
                  <a:lnTo>
                    <a:pt x="240370" y="1022238"/>
                  </a:lnTo>
                  <a:lnTo>
                    <a:pt x="240369" y="1022214"/>
                  </a:lnTo>
                  <a:lnTo>
                    <a:pt x="240380" y="1022150"/>
                  </a:lnTo>
                  <a:lnTo>
                    <a:pt x="240393" y="1022126"/>
                  </a:lnTo>
                  <a:lnTo>
                    <a:pt x="240439" y="1022051"/>
                  </a:lnTo>
                  <a:lnTo>
                    <a:pt x="240448" y="1022028"/>
                  </a:lnTo>
                  <a:lnTo>
                    <a:pt x="240471" y="1022023"/>
                  </a:lnTo>
                  <a:lnTo>
                    <a:pt x="240490" y="1022022"/>
                  </a:lnTo>
                  <a:lnTo>
                    <a:pt x="240531" y="1022032"/>
                  </a:lnTo>
                  <a:lnTo>
                    <a:pt x="240595" y="1022048"/>
                  </a:lnTo>
                  <a:lnTo>
                    <a:pt x="240671" y="1022056"/>
                  </a:lnTo>
                  <a:lnTo>
                    <a:pt x="240758" y="1022071"/>
                  </a:lnTo>
                  <a:lnTo>
                    <a:pt x="240806" y="1022079"/>
                  </a:lnTo>
                  <a:lnTo>
                    <a:pt x="240852" y="1022099"/>
                  </a:lnTo>
                  <a:lnTo>
                    <a:pt x="240929" y="1022146"/>
                  </a:lnTo>
                  <a:lnTo>
                    <a:pt x="240991" y="1022177"/>
                  </a:lnTo>
                  <a:lnTo>
                    <a:pt x="241024" y="1022189"/>
                  </a:lnTo>
                  <a:lnTo>
                    <a:pt x="241038" y="1022198"/>
                  </a:lnTo>
                  <a:lnTo>
                    <a:pt x="241111" y="1022224"/>
                  </a:lnTo>
                  <a:lnTo>
                    <a:pt x="241188" y="1022233"/>
                  </a:lnTo>
                  <a:lnTo>
                    <a:pt x="241212" y="1022230"/>
                  </a:lnTo>
                  <a:lnTo>
                    <a:pt x="241218" y="1022226"/>
                  </a:lnTo>
                  <a:lnTo>
                    <a:pt x="241232" y="1022207"/>
                  </a:lnTo>
                  <a:lnTo>
                    <a:pt x="241258" y="1022172"/>
                  </a:lnTo>
                  <a:lnTo>
                    <a:pt x="241273" y="1022131"/>
                  </a:lnTo>
                  <a:lnTo>
                    <a:pt x="241289" y="1022081"/>
                  </a:lnTo>
                  <a:lnTo>
                    <a:pt x="241290" y="1022039"/>
                  </a:lnTo>
                  <a:lnTo>
                    <a:pt x="241303" y="1021973"/>
                  </a:lnTo>
                  <a:lnTo>
                    <a:pt x="241294" y="1021937"/>
                  </a:lnTo>
                  <a:lnTo>
                    <a:pt x="241280" y="1021894"/>
                  </a:lnTo>
                  <a:lnTo>
                    <a:pt x="241282" y="1021832"/>
                  </a:lnTo>
                  <a:lnTo>
                    <a:pt x="241290" y="1021765"/>
                  </a:lnTo>
                  <a:lnTo>
                    <a:pt x="241290" y="1021738"/>
                  </a:lnTo>
                  <a:lnTo>
                    <a:pt x="241290" y="1021676"/>
                  </a:lnTo>
                  <a:lnTo>
                    <a:pt x="241293" y="1021646"/>
                  </a:lnTo>
                  <a:lnTo>
                    <a:pt x="241295" y="1021634"/>
                  </a:lnTo>
                  <a:lnTo>
                    <a:pt x="241306" y="1021620"/>
                  </a:lnTo>
                  <a:lnTo>
                    <a:pt x="241341" y="1021599"/>
                  </a:lnTo>
                  <a:lnTo>
                    <a:pt x="241358" y="1021586"/>
                  </a:lnTo>
                  <a:lnTo>
                    <a:pt x="241395" y="1021555"/>
                  </a:lnTo>
                  <a:lnTo>
                    <a:pt x="241414" y="1021527"/>
                  </a:lnTo>
                  <a:lnTo>
                    <a:pt x="241432" y="1021510"/>
                  </a:lnTo>
                  <a:lnTo>
                    <a:pt x="241445" y="1021484"/>
                  </a:lnTo>
                  <a:lnTo>
                    <a:pt x="241458" y="1021451"/>
                  </a:lnTo>
                  <a:lnTo>
                    <a:pt x="241475" y="1021411"/>
                  </a:lnTo>
                  <a:lnTo>
                    <a:pt x="241482" y="1021377"/>
                  </a:lnTo>
                  <a:lnTo>
                    <a:pt x="241486" y="1021366"/>
                  </a:lnTo>
                  <a:lnTo>
                    <a:pt x="241489" y="1021362"/>
                  </a:lnTo>
                  <a:lnTo>
                    <a:pt x="241524" y="1021351"/>
                  </a:lnTo>
                  <a:lnTo>
                    <a:pt x="241545" y="1021341"/>
                  </a:lnTo>
                  <a:lnTo>
                    <a:pt x="241619" y="1021288"/>
                  </a:lnTo>
                  <a:lnTo>
                    <a:pt x="241642" y="1021260"/>
                  </a:lnTo>
                  <a:lnTo>
                    <a:pt x="241669" y="1021248"/>
                  </a:lnTo>
                  <a:lnTo>
                    <a:pt x="241691" y="1021262"/>
                  </a:lnTo>
                  <a:lnTo>
                    <a:pt x="241756" y="1021305"/>
                  </a:lnTo>
                  <a:lnTo>
                    <a:pt x="241837" y="1021348"/>
                  </a:lnTo>
                  <a:lnTo>
                    <a:pt x="241860" y="1021358"/>
                  </a:lnTo>
                  <a:lnTo>
                    <a:pt x="241946" y="1021403"/>
                  </a:lnTo>
                  <a:lnTo>
                    <a:pt x="241973" y="1021417"/>
                  </a:lnTo>
                  <a:lnTo>
                    <a:pt x="241995" y="1021419"/>
                  </a:lnTo>
                  <a:lnTo>
                    <a:pt x="242016" y="1021413"/>
                  </a:lnTo>
                  <a:lnTo>
                    <a:pt x="242034" y="1021406"/>
                  </a:lnTo>
                  <a:lnTo>
                    <a:pt x="242039" y="1021404"/>
                  </a:lnTo>
                  <a:lnTo>
                    <a:pt x="242066" y="1021396"/>
                  </a:lnTo>
                  <a:lnTo>
                    <a:pt x="242104" y="1021377"/>
                  </a:lnTo>
                  <a:lnTo>
                    <a:pt x="242204" y="1021311"/>
                  </a:lnTo>
                  <a:lnTo>
                    <a:pt x="242214" y="1021302"/>
                  </a:lnTo>
                  <a:lnTo>
                    <a:pt x="242241" y="1021299"/>
                  </a:lnTo>
                  <a:lnTo>
                    <a:pt x="242281" y="1021301"/>
                  </a:lnTo>
                  <a:lnTo>
                    <a:pt x="242400" y="1021273"/>
                  </a:lnTo>
                  <a:lnTo>
                    <a:pt x="242477" y="1021261"/>
                  </a:lnTo>
                  <a:lnTo>
                    <a:pt x="242609" y="1021243"/>
                  </a:lnTo>
                  <a:lnTo>
                    <a:pt x="242666" y="1021235"/>
                  </a:lnTo>
                  <a:lnTo>
                    <a:pt x="242712" y="1021221"/>
                  </a:lnTo>
                  <a:lnTo>
                    <a:pt x="242719" y="1021216"/>
                  </a:lnTo>
                  <a:lnTo>
                    <a:pt x="242727" y="1021210"/>
                  </a:lnTo>
                  <a:lnTo>
                    <a:pt x="242727" y="1021200"/>
                  </a:lnTo>
                  <a:lnTo>
                    <a:pt x="242722" y="1021186"/>
                  </a:lnTo>
                  <a:lnTo>
                    <a:pt x="242708" y="1021160"/>
                  </a:lnTo>
                  <a:lnTo>
                    <a:pt x="242701" y="1021150"/>
                  </a:lnTo>
                  <a:lnTo>
                    <a:pt x="242664" y="1021092"/>
                  </a:lnTo>
                  <a:lnTo>
                    <a:pt x="242660" y="1021085"/>
                  </a:lnTo>
                  <a:lnTo>
                    <a:pt x="242655" y="1021075"/>
                  </a:lnTo>
                  <a:lnTo>
                    <a:pt x="242632" y="1021031"/>
                  </a:lnTo>
                  <a:lnTo>
                    <a:pt x="242622" y="1021005"/>
                  </a:lnTo>
                  <a:lnTo>
                    <a:pt x="242609" y="1020966"/>
                  </a:lnTo>
                  <a:lnTo>
                    <a:pt x="242601" y="1020948"/>
                  </a:lnTo>
                  <a:lnTo>
                    <a:pt x="242596" y="1020929"/>
                  </a:lnTo>
                  <a:lnTo>
                    <a:pt x="242597" y="1020921"/>
                  </a:lnTo>
                  <a:lnTo>
                    <a:pt x="242611" y="1020913"/>
                  </a:lnTo>
                  <a:lnTo>
                    <a:pt x="242618" y="1020905"/>
                  </a:lnTo>
                  <a:lnTo>
                    <a:pt x="242634" y="1020871"/>
                  </a:lnTo>
                  <a:lnTo>
                    <a:pt x="242638" y="1020861"/>
                  </a:lnTo>
                  <a:lnTo>
                    <a:pt x="242643" y="1020849"/>
                  </a:lnTo>
                  <a:lnTo>
                    <a:pt x="242645" y="1020833"/>
                  </a:lnTo>
                  <a:lnTo>
                    <a:pt x="242647" y="1020823"/>
                  </a:lnTo>
                  <a:lnTo>
                    <a:pt x="242657" y="1020801"/>
                  </a:lnTo>
                  <a:lnTo>
                    <a:pt x="242665" y="1020758"/>
                  </a:lnTo>
                  <a:lnTo>
                    <a:pt x="242666" y="1020744"/>
                  </a:lnTo>
                  <a:lnTo>
                    <a:pt x="242665" y="1020726"/>
                  </a:lnTo>
                  <a:lnTo>
                    <a:pt x="242660" y="1020702"/>
                  </a:lnTo>
                  <a:lnTo>
                    <a:pt x="242652" y="1020678"/>
                  </a:lnTo>
                  <a:lnTo>
                    <a:pt x="242644" y="1020666"/>
                  </a:lnTo>
                  <a:lnTo>
                    <a:pt x="242643" y="1020616"/>
                  </a:lnTo>
                  <a:lnTo>
                    <a:pt x="242640" y="1020592"/>
                  </a:lnTo>
                  <a:lnTo>
                    <a:pt x="242644" y="1020571"/>
                  </a:lnTo>
                  <a:lnTo>
                    <a:pt x="242659" y="1020550"/>
                  </a:lnTo>
                  <a:lnTo>
                    <a:pt x="242675" y="1020518"/>
                  </a:lnTo>
                  <a:lnTo>
                    <a:pt x="242688" y="1020493"/>
                  </a:lnTo>
                  <a:lnTo>
                    <a:pt x="242691" y="1020485"/>
                  </a:lnTo>
                  <a:lnTo>
                    <a:pt x="242694" y="1020481"/>
                  </a:lnTo>
                  <a:lnTo>
                    <a:pt x="242706" y="1020473"/>
                  </a:lnTo>
                  <a:lnTo>
                    <a:pt x="242718" y="1020467"/>
                  </a:lnTo>
                  <a:lnTo>
                    <a:pt x="242735" y="1020461"/>
                  </a:lnTo>
                  <a:lnTo>
                    <a:pt x="242752" y="1020458"/>
                  </a:lnTo>
                  <a:lnTo>
                    <a:pt x="242767" y="1020451"/>
                  </a:lnTo>
                  <a:lnTo>
                    <a:pt x="242796" y="1020429"/>
                  </a:lnTo>
                  <a:lnTo>
                    <a:pt x="242826" y="1020413"/>
                  </a:lnTo>
                  <a:lnTo>
                    <a:pt x="242845" y="1020400"/>
                  </a:lnTo>
                  <a:lnTo>
                    <a:pt x="242858" y="1020390"/>
                  </a:lnTo>
                  <a:lnTo>
                    <a:pt x="242874" y="1020358"/>
                  </a:lnTo>
                  <a:lnTo>
                    <a:pt x="242881" y="1020350"/>
                  </a:lnTo>
                  <a:lnTo>
                    <a:pt x="242891" y="1020345"/>
                  </a:lnTo>
                  <a:lnTo>
                    <a:pt x="242904" y="1020347"/>
                  </a:lnTo>
                  <a:lnTo>
                    <a:pt x="242922" y="1020352"/>
                  </a:lnTo>
                  <a:lnTo>
                    <a:pt x="242952" y="1020362"/>
                  </a:lnTo>
                  <a:lnTo>
                    <a:pt x="242983" y="1020373"/>
                  </a:lnTo>
                  <a:lnTo>
                    <a:pt x="243000" y="1020375"/>
                  </a:lnTo>
                  <a:lnTo>
                    <a:pt x="243046" y="1020385"/>
                  </a:lnTo>
                  <a:lnTo>
                    <a:pt x="243086" y="1020388"/>
                  </a:lnTo>
                  <a:lnTo>
                    <a:pt x="243155" y="1020408"/>
                  </a:lnTo>
                  <a:lnTo>
                    <a:pt x="243199" y="1020424"/>
                  </a:lnTo>
                  <a:lnTo>
                    <a:pt x="243209" y="1020437"/>
                  </a:lnTo>
                  <a:lnTo>
                    <a:pt x="243214" y="1020451"/>
                  </a:lnTo>
                  <a:lnTo>
                    <a:pt x="243221" y="1020476"/>
                  </a:lnTo>
                  <a:lnTo>
                    <a:pt x="243227" y="1020502"/>
                  </a:lnTo>
                  <a:lnTo>
                    <a:pt x="243238" y="1020532"/>
                  </a:lnTo>
                  <a:lnTo>
                    <a:pt x="243252" y="1020550"/>
                  </a:lnTo>
                  <a:lnTo>
                    <a:pt x="243263" y="1020561"/>
                  </a:lnTo>
                  <a:lnTo>
                    <a:pt x="243287" y="1020566"/>
                  </a:lnTo>
                  <a:lnTo>
                    <a:pt x="243313" y="1020565"/>
                  </a:lnTo>
                  <a:lnTo>
                    <a:pt x="243389" y="1020558"/>
                  </a:lnTo>
                  <a:lnTo>
                    <a:pt x="243412" y="1020554"/>
                  </a:lnTo>
                  <a:lnTo>
                    <a:pt x="243427" y="1020548"/>
                  </a:lnTo>
                  <a:lnTo>
                    <a:pt x="243458" y="1020531"/>
                  </a:lnTo>
                  <a:lnTo>
                    <a:pt x="243468" y="1020525"/>
                  </a:lnTo>
                  <a:lnTo>
                    <a:pt x="243482" y="1020525"/>
                  </a:lnTo>
                  <a:lnTo>
                    <a:pt x="243496" y="1020530"/>
                  </a:lnTo>
                  <a:lnTo>
                    <a:pt x="243506" y="1020535"/>
                  </a:lnTo>
                  <a:lnTo>
                    <a:pt x="243514" y="1020541"/>
                  </a:lnTo>
                  <a:lnTo>
                    <a:pt x="243523" y="1020551"/>
                  </a:lnTo>
                  <a:lnTo>
                    <a:pt x="243548" y="1020572"/>
                  </a:lnTo>
                  <a:lnTo>
                    <a:pt x="243568" y="1020588"/>
                  </a:lnTo>
                  <a:lnTo>
                    <a:pt x="243587" y="1020593"/>
                  </a:lnTo>
                  <a:lnTo>
                    <a:pt x="243628" y="1020602"/>
                  </a:lnTo>
                  <a:lnTo>
                    <a:pt x="243683" y="1020607"/>
                  </a:lnTo>
                  <a:lnTo>
                    <a:pt x="243721" y="1020599"/>
                  </a:lnTo>
                  <a:lnTo>
                    <a:pt x="243756" y="1020590"/>
                  </a:lnTo>
                  <a:lnTo>
                    <a:pt x="243781" y="1020581"/>
                  </a:lnTo>
                  <a:lnTo>
                    <a:pt x="243820" y="1020563"/>
                  </a:lnTo>
                  <a:lnTo>
                    <a:pt x="243846" y="1020546"/>
                  </a:lnTo>
                  <a:lnTo>
                    <a:pt x="243862" y="1020541"/>
                  </a:lnTo>
                  <a:lnTo>
                    <a:pt x="243874" y="1020541"/>
                  </a:lnTo>
                  <a:lnTo>
                    <a:pt x="243894" y="1020546"/>
                  </a:lnTo>
                  <a:lnTo>
                    <a:pt x="243930" y="1020559"/>
                  </a:lnTo>
                  <a:lnTo>
                    <a:pt x="243954" y="1020566"/>
                  </a:lnTo>
                  <a:lnTo>
                    <a:pt x="243986" y="1020572"/>
                  </a:lnTo>
                  <a:lnTo>
                    <a:pt x="244033" y="1020591"/>
                  </a:lnTo>
                  <a:lnTo>
                    <a:pt x="244046" y="1020595"/>
                  </a:lnTo>
                  <a:lnTo>
                    <a:pt x="244082" y="1020609"/>
                  </a:lnTo>
                  <a:lnTo>
                    <a:pt x="244150" y="1020631"/>
                  </a:lnTo>
                  <a:lnTo>
                    <a:pt x="244164" y="1020633"/>
                  </a:lnTo>
                  <a:lnTo>
                    <a:pt x="244188" y="1020629"/>
                  </a:lnTo>
                  <a:lnTo>
                    <a:pt x="244230" y="1020626"/>
                  </a:lnTo>
                  <a:lnTo>
                    <a:pt x="244274" y="1020626"/>
                  </a:lnTo>
                  <a:lnTo>
                    <a:pt x="244284" y="1020624"/>
                  </a:lnTo>
                  <a:lnTo>
                    <a:pt x="244302" y="1020625"/>
                  </a:lnTo>
                  <a:lnTo>
                    <a:pt x="244311" y="1020624"/>
                  </a:lnTo>
                  <a:lnTo>
                    <a:pt x="244313" y="1020616"/>
                  </a:lnTo>
                  <a:lnTo>
                    <a:pt x="244310" y="1020570"/>
                  </a:lnTo>
                  <a:lnTo>
                    <a:pt x="244303" y="1020532"/>
                  </a:lnTo>
                  <a:lnTo>
                    <a:pt x="244304" y="1020514"/>
                  </a:lnTo>
                  <a:lnTo>
                    <a:pt x="244302" y="1020494"/>
                  </a:lnTo>
                  <a:lnTo>
                    <a:pt x="244287" y="1020459"/>
                  </a:lnTo>
                  <a:lnTo>
                    <a:pt x="244270" y="1020423"/>
                  </a:lnTo>
                  <a:lnTo>
                    <a:pt x="244263" y="1020413"/>
                  </a:lnTo>
                  <a:lnTo>
                    <a:pt x="244258" y="1020404"/>
                  </a:lnTo>
                  <a:lnTo>
                    <a:pt x="244258" y="1020396"/>
                  </a:lnTo>
                  <a:lnTo>
                    <a:pt x="244257" y="1020384"/>
                  </a:lnTo>
                  <a:lnTo>
                    <a:pt x="244259" y="1020372"/>
                  </a:lnTo>
                  <a:lnTo>
                    <a:pt x="244260" y="1020365"/>
                  </a:lnTo>
                  <a:lnTo>
                    <a:pt x="244264" y="1020352"/>
                  </a:lnTo>
                  <a:lnTo>
                    <a:pt x="244272" y="1020324"/>
                  </a:lnTo>
                  <a:lnTo>
                    <a:pt x="244280" y="1020297"/>
                  </a:lnTo>
                  <a:lnTo>
                    <a:pt x="244282" y="1020267"/>
                  </a:lnTo>
                  <a:lnTo>
                    <a:pt x="244283" y="1020232"/>
                  </a:lnTo>
                  <a:lnTo>
                    <a:pt x="244283" y="1020173"/>
                  </a:lnTo>
                  <a:lnTo>
                    <a:pt x="244293" y="1020138"/>
                  </a:lnTo>
                  <a:lnTo>
                    <a:pt x="244303" y="1020098"/>
                  </a:lnTo>
                  <a:lnTo>
                    <a:pt x="244313" y="1020058"/>
                  </a:lnTo>
                  <a:lnTo>
                    <a:pt x="244317" y="1020046"/>
                  </a:lnTo>
                  <a:lnTo>
                    <a:pt x="244317" y="1020041"/>
                  </a:lnTo>
                  <a:lnTo>
                    <a:pt x="244312" y="1020031"/>
                  </a:lnTo>
                  <a:lnTo>
                    <a:pt x="244309" y="1020012"/>
                  </a:lnTo>
                  <a:lnTo>
                    <a:pt x="244308" y="1019991"/>
                  </a:lnTo>
                  <a:lnTo>
                    <a:pt x="244309" y="1019973"/>
                  </a:lnTo>
                  <a:lnTo>
                    <a:pt x="244317" y="1019947"/>
                  </a:lnTo>
                  <a:lnTo>
                    <a:pt x="244335" y="1019927"/>
                  </a:lnTo>
                  <a:lnTo>
                    <a:pt x="244359" y="1019913"/>
                  </a:lnTo>
                  <a:lnTo>
                    <a:pt x="244376" y="1019901"/>
                  </a:lnTo>
                  <a:lnTo>
                    <a:pt x="244387" y="1019901"/>
                  </a:lnTo>
                  <a:lnTo>
                    <a:pt x="244398" y="1019906"/>
                  </a:lnTo>
                  <a:lnTo>
                    <a:pt x="244407" y="1019914"/>
                  </a:lnTo>
                  <a:lnTo>
                    <a:pt x="244436" y="1019947"/>
                  </a:lnTo>
                  <a:lnTo>
                    <a:pt x="244456" y="1019963"/>
                  </a:lnTo>
                  <a:lnTo>
                    <a:pt x="244474" y="1019978"/>
                  </a:lnTo>
                  <a:lnTo>
                    <a:pt x="244508" y="1020005"/>
                  </a:lnTo>
                  <a:lnTo>
                    <a:pt x="244531" y="1020015"/>
                  </a:lnTo>
                  <a:lnTo>
                    <a:pt x="244556" y="1020029"/>
                  </a:lnTo>
                  <a:lnTo>
                    <a:pt x="244590" y="1020047"/>
                  </a:lnTo>
                  <a:lnTo>
                    <a:pt x="244618" y="1020059"/>
                  </a:lnTo>
                  <a:lnTo>
                    <a:pt x="244633" y="1020075"/>
                  </a:lnTo>
                  <a:lnTo>
                    <a:pt x="244694" y="1020113"/>
                  </a:lnTo>
                  <a:lnTo>
                    <a:pt x="244718" y="1020133"/>
                  </a:lnTo>
                  <a:lnTo>
                    <a:pt x="244747" y="1020152"/>
                  </a:lnTo>
                  <a:lnTo>
                    <a:pt x="244776" y="1020163"/>
                  </a:lnTo>
                  <a:lnTo>
                    <a:pt x="244790" y="1020171"/>
                  </a:lnTo>
                  <a:lnTo>
                    <a:pt x="244831" y="1020186"/>
                  </a:lnTo>
                  <a:lnTo>
                    <a:pt x="244868" y="1020194"/>
                  </a:lnTo>
                  <a:lnTo>
                    <a:pt x="244896" y="1020198"/>
                  </a:lnTo>
                  <a:lnTo>
                    <a:pt x="244937" y="1020206"/>
                  </a:lnTo>
                  <a:lnTo>
                    <a:pt x="244966" y="1020208"/>
                  </a:lnTo>
                  <a:lnTo>
                    <a:pt x="244981" y="1020207"/>
                  </a:lnTo>
                  <a:lnTo>
                    <a:pt x="245012" y="1020207"/>
                  </a:lnTo>
                  <a:lnTo>
                    <a:pt x="245036" y="1020209"/>
                  </a:lnTo>
                  <a:lnTo>
                    <a:pt x="245073" y="1020220"/>
                  </a:lnTo>
                  <a:lnTo>
                    <a:pt x="245097" y="1020232"/>
                  </a:lnTo>
                  <a:lnTo>
                    <a:pt x="245138" y="1020246"/>
                  </a:lnTo>
                  <a:lnTo>
                    <a:pt x="245169" y="1020251"/>
                  </a:lnTo>
                  <a:lnTo>
                    <a:pt x="245190" y="1020255"/>
                  </a:lnTo>
                  <a:lnTo>
                    <a:pt x="245223" y="1020258"/>
                  </a:lnTo>
                  <a:lnTo>
                    <a:pt x="245253" y="1020257"/>
                  </a:lnTo>
                  <a:lnTo>
                    <a:pt x="245270" y="1020254"/>
                  </a:lnTo>
                  <a:lnTo>
                    <a:pt x="245320" y="1020256"/>
                  </a:lnTo>
                  <a:lnTo>
                    <a:pt x="245349" y="1020258"/>
                  </a:lnTo>
                  <a:lnTo>
                    <a:pt x="245401" y="1020279"/>
                  </a:lnTo>
                  <a:lnTo>
                    <a:pt x="245422" y="1020284"/>
                  </a:lnTo>
                  <a:lnTo>
                    <a:pt x="245441" y="1020285"/>
                  </a:lnTo>
                  <a:lnTo>
                    <a:pt x="245448" y="1020284"/>
                  </a:lnTo>
                  <a:lnTo>
                    <a:pt x="245451" y="1020280"/>
                  </a:lnTo>
                  <a:lnTo>
                    <a:pt x="245458" y="1020270"/>
                  </a:lnTo>
                  <a:lnTo>
                    <a:pt x="245473" y="1020243"/>
                  </a:lnTo>
                  <a:lnTo>
                    <a:pt x="245502" y="1020179"/>
                  </a:lnTo>
                  <a:lnTo>
                    <a:pt x="245508" y="1020178"/>
                  </a:lnTo>
                  <a:lnTo>
                    <a:pt x="245523" y="1020162"/>
                  </a:lnTo>
                  <a:lnTo>
                    <a:pt x="245542" y="1020142"/>
                  </a:lnTo>
                  <a:lnTo>
                    <a:pt x="245551" y="1020129"/>
                  </a:lnTo>
                  <a:lnTo>
                    <a:pt x="245560" y="1020124"/>
                  </a:lnTo>
                  <a:lnTo>
                    <a:pt x="245577" y="1020116"/>
                  </a:lnTo>
                  <a:lnTo>
                    <a:pt x="245589" y="1020108"/>
                  </a:lnTo>
                  <a:lnTo>
                    <a:pt x="245595" y="1020103"/>
                  </a:lnTo>
                  <a:lnTo>
                    <a:pt x="245600" y="1020099"/>
                  </a:lnTo>
                  <a:lnTo>
                    <a:pt x="245617" y="1020090"/>
                  </a:lnTo>
                  <a:lnTo>
                    <a:pt x="245637" y="1020081"/>
                  </a:lnTo>
                  <a:lnTo>
                    <a:pt x="245642" y="1020076"/>
                  </a:lnTo>
                  <a:lnTo>
                    <a:pt x="245641" y="1020069"/>
                  </a:lnTo>
                  <a:lnTo>
                    <a:pt x="245639" y="1020063"/>
                  </a:lnTo>
                  <a:lnTo>
                    <a:pt x="245628" y="1020044"/>
                  </a:lnTo>
                  <a:lnTo>
                    <a:pt x="245608" y="1020017"/>
                  </a:lnTo>
                  <a:lnTo>
                    <a:pt x="245601" y="1020004"/>
                  </a:lnTo>
                  <a:lnTo>
                    <a:pt x="245582" y="1019978"/>
                  </a:lnTo>
                  <a:lnTo>
                    <a:pt x="245564" y="1019953"/>
                  </a:lnTo>
                  <a:lnTo>
                    <a:pt x="245560" y="1019946"/>
                  </a:lnTo>
                  <a:lnTo>
                    <a:pt x="245551" y="1019929"/>
                  </a:lnTo>
                  <a:lnTo>
                    <a:pt x="245550" y="1019916"/>
                  </a:lnTo>
                  <a:lnTo>
                    <a:pt x="245552" y="1019901"/>
                  </a:lnTo>
                  <a:lnTo>
                    <a:pt x="245560" y="1019878"/>
                  </a:lnTo>
                  <a:lnTo>
                    <a:pt x="245564" y="1019869"/>
                  </a:lnTo>
                  <a:lnTo>
                    <a:pt x="245576" y="1019845"/>
                  </a:lnTo>
                  <a:lnTo>
                    <a:pt x="245585" y="1019824"/>
                  </a:lnTo>
                  <a:lnTo>
                    <a:pt x="245591" y="1019803"/>
                  </a:lnTo>
                  <a:lnTo>
                    <a:pt x="245594" y="1019797"/>
                  </a:lnTo>
                  <a:lnTo>
                    <a:pt x="245595" y="1019790"/>
                  </a:lnTo>
                  <a:lnTo>
                    <a:pt x="245606" y="1019781"/>
                  </a:lnTo>
                  <a:lnTo>
                    <a:pt x="245615" y="1019768"/>
                  </a:lnTo>
                  <a:lnTo>
                    <a:pt x="245641" y="1019749"/>
                  </a:lnTo>
                  <a:lnTo>
                    <a:pt x="245661" y="1019736"/>
                  </a:lnTo>
                  <a:lnTo>
                    <a:pt x="245672" y="1019729"/>
                  </a:lnTo>
                  <a:lnTo>
                    <a:pt x="245679" y="1019719"/>
                  </a:lnTo>
                  <a:lnTo>
                    <a:pt x="245680" y="1019713"/>
                  </a:lnTo>
                  <a:lnTo>
                    <a:pt x="245677" y="1019682"/>
                  </a:lnTo>
                  <a:lnTo>
                    <a:pt x="245675" y="1019649"/>
                  </a:lnTo>
                  <a:lnTo>
                    <a:pt x="245672" y="1019613"/>
                  </a:lnTo>
                  <a:lnTo>
                    <a:pt x="245674" y="1019580"/>
                  </a:lnTo>
                  <a:lnTo>
                    <a:pt x="245687" y="1019538"/>
                  </a:lnTo>
                  <a:lnTo>
                    <a:pt x="245703" y="1019486"/>
                  </a:lnTo>
                  <a:lnTo>
                    <a:pt x="245731" y="1019434"/>
                  </a:lnTo>
                  <a:lnTo>
                    <a:pt x="245742" y="1019415"/>
                  </a:lnTo>
                  <a:lnTo>
                    <a:pt x="245762" y="1019374"/>
                  </a:lnTo>
                  <a:lnTo>
                    <a:pt x="245820" y="1019309"/>
                  </a:lnTo>
                  <a:lnTo>
                    <a:pt x="245839" y="1019288"/>
                  </a:lnTo>
                  <a:lnTo>
                    <a:pt x="245858" y="1019281"/>
                  </a:lnTo>
                  <a:lnTo>
                    <a:pt x="245869" y="1019282"/>
                  </a:lnTo>
                  <a:lnTo>
                    <a:pt x="245876" y="1019287"/>
                  </a:lnTo>
                  <a:lnTo>
                    <a:pt x="245889" y="1019300"/>
                  </a:lnTo>
                  <a:lnTo>
                    <a:pt x="245912" y="1019319"/>
                  </a:lnTo>
                  <a:lnTo>
                    <a:pt x="245921" y="1019332"/>
                  </a:lnTo>
                  <a:lnTo>
                    <a:pt x="245937" y="1019342"/>
                  </a:lnTo>
                  <a:lnTo>
                    <a:pt x="245954" y="1019349"/>
                  </a:lnTo>
                  <a:lnTo>
                    <a:pt x="245990" y="1019355"/>
                  </a:lnTo>
                  <a:lnTo>
                    <a:pt x="246026" y="1019357"/>
                  </a:lnTo>
                  <a:lnTo>
                    <a:pt x="246068" y="1019349"/>
                  </a:lnTo>
                  <a:lnTo>
                    <a:pt x="246108" y="1019338"/>
                  </a:lnTo>
                  <a:lnTo>
                    <a:pt x="246131" y="1019327"/>
                  </a:lnTo>
                  <a:lnTo>
                    <a:pt x="246168" y="1019311"/>
                  </a:lnTo>
                  <a:lnTo>
                    <a:pt x="246201" y="1019290"/>
                  </a:lnTo>
                  <a:lnTo>
                    <a:pt x="246230" y="1019266"/>
                  </a:lnTo>
                  <a:lnTo>
                    <a:pt x="246263" y="1019233"/>
                  </a:lnTo>
                  <a:lnTo>
                    <a:pt x="246280" y="1019215"/>
                  </a:lnTo>
                  <a:lnTo>
                    <a:pt x="246288" y="1019192"/>
                  </a:lnTo>
                  <a:lnTo>
                    <a:pt x="246300" y="1019151"/>
                  </a:lnTo>
                  <a:lnTo>
                    <a:pt x="246305" y="1019125"/>
                  </a:lnTo>
                  <a:lnTo>
                    <a:pt x="246309" y="1019105"/>
                  </a:lnTo>
                  <a:lnTo>
                    <a:pt x="246313" y="1019087"/>
                  </a:lnTo>
                  <a:lnTo>
                    <a:pt x="246313" y="1019056"/>
                  </a:lnTo>
                  <a:lnTo>
                    <a:pt x="246318" y="1019023"/>
                  </a:lnTo>
                  <a:lnTo>
                    <a:pt x="246321" y="1019001"/>
                  </a:lnTo>
                  <a:lnTo>
                    <a:pt x="246331" y="1018981"/>
                  </a:lnTo>
                  <a:lnTo>
                    <a:pt x="246340" y="1018970"/>
                  </a:lnTo>
                  <a:lnTo>
                    <a:pt x="246356" y="1018962"/>
                  </a:lnTo>
                  <a:lnTo>
                    <a:pt x="246365" y="1018957"/>
                  </a:lnTo>
                  <a:lnTo>
                    <a:pt x="246383" y="1018942"/>
                  </a:lnTo>
                  <a:lnTo>
                    <a:pt x="246397" y="1018935"/>
                  </a:lnTo>
                  <a:lnTo>
                    <a:pt x="246416" y="1018921"/>
                  </a:lnTo>
                  <a:lnTo>
                    <a:pt x="246425" y="1018912"/>
                  </a:lnTo>
                  <a:lnTo>
                    <a:pt x="246433" y="1018901"/>
                  </a:lnTo>
                  <a:lnTo>
                    <a:pt x="246441" y="1018890"/>
                  </a:lnTo>
                  <a:lnTo>
                    <a:pt x="246449" y="1018876"/>
                  </a:lnTo>
                  <a:lnTo>
                    <a:pt x="246464" y="1018845"/>
                  </a:lnTo>
                  <a:lnTo>
                    <a:pt x="246477" y="1018822"/>
                  </a:lnTo>
                  <a:lnTo>
                    <a:pt x="246532" y="1018701"/>
                  </a:lnTo>
                  <a:lnTo>
                    <a:pt x="246549" y="1018648"/>
                  </a:lnTo>
                  <a:lnTo>
                    <a:pt x="246557" y="1018632"/>
                  </a:lnTo>
                  <a:lnTo>
                    <a:pt x="246569" y="1018611"/>
                  </a:lnTo>
                  <a:lnTo>
                    <a:pt x="246579" y="1018586"/>
                  </a:lnTo>
                  <a:lnTo>
                    <a:pt x="246597" y="1018544"/>
                  </a:lnTo>
                  <a:lnTo>
                    <a:pt x="246606" y="1018526"/>
                  </a:lnTo>
                  <a:lnTo>
                    <a:pt x="246616" y="1018507"/>
                  </a:lnTo>
                  <a:lnTo>
                    <a:pt x="246623" y="1018484"/>
                  </a:lnTo>
                  <a:lnTo>
                    <a:pt x="246622" y="1018451"/>
                  </a:lnTo>
                  <a:lnTo>
                    <a:pt x="246625" y="1018404"/>
                  </a:lnTo>
                  <a:lnTo>
                    <a:pt x="246623" y="1018371"/>
                  </a:lnTo>
                  <a:lnTo>
                    <a:pt x="246619" y="1018346"/>
                  </a:lnTo>
                  <a:lnTo>
                    <a:pt x="246611" y="1018347"/>
                  </a:lnTo>
                  <a:lnTo>
                    <a:pt x="246595" y="1018348"/>
                  </a:lnTo>
                  <a:lnTo>
                    <a:pt x="246577" y="1018349"/>
                  </a:lnTo>
                  <a:lnTo>
                    <a:pt x="246559" y="1018347"/>
                  </a:lnTo>
                  <a:lnTo>
                    <a:pt x="246537" y="1018349"/>
                  </a:lnTo>
                  <a:lnTo>
                    <a:pt x="246505" y="1018351"/>
                  </a:lnTo>
                  <a:lnTo>
                    <a:pt x="246458" y="1018342"/>
                  </a:lnTo>
                  <a:lnTo>
                    <a:pt x="246427" y="1018331"/>
                  </a:lnTo>
                  <a:lnTo>
                    <a:pt x="246395" y="1018319"/>
                  </a:lnTo>
                  <a:lnTo>
                    <a:pt x="246368" y="1018311"/>
                  </a:lnTo>
                  <a:lnTo>
                    <a:pt x="246343" y="1018303"/>
                  </a:lnTo>
                  <a:lnTo>
                    <a:pt x="246322" y="1018290"/>
                  </a:lnTo>
                  <a:lnTo>
                    <a:pt x="246304" y="1018265"/>
                  </a:lnTo>
                  <a:lnTo>
                    <a:pt x="246290" y="1018251"/>
                  </a:lnTo>
                  <a:lnTo>
                    <a:pt x="246263" y="1018218"/>
                  </a:lnTo>
                  <a:lnTo>
                    <a:pt x="246240" y="1018187"/>
                  </a:lnTo>
                  <a:lnTo>
                    <a:pt x="246230" y="1018171"/>
                  </a:lnTo>
                  <a:lnTo>
                    <a:pt x="246219" y="1018150"/>
                  </a:lnTo>
                  <a:lnTo>
                    <a:pt x="246211" y="1018109"/>
                  </a:lnTo>
                  <a:lnTo>
                    <a:pt x="246204" y="1018094"/>
                  </a:lnTo>
                  <a:lnTo>
                    <a:pt x="246204" y="1018086"/>
                  </a:lnTo>
                  <a:lnTo>
                    <a:pt x="246207" y="1018081"/>
                  </a:lnTo>
                  <a:lnTo>
                    <a:pt x="246242" y="1018063"/>
                  </a:lnTo>
                  <a:lnTo>
                    <a:pt x="246281" y="1018046"/>
                  </a:lnTo>
                  <a:lnTo>
                    <a:pt x="246291" y="1018040"/>
                  </a:lnTo>
                  <a:lnTo>
                    <a:pt x="246314" y="1018024"/>
                  </a:lnTo>
                  <a:lnTo>
                    <a:pt x="246333" y="1018007"/>
                  </a:lnTo>
                  <a:lnTo>
                    <a:pt x="246357" y="1017978"/>
                  </a:lnTo>
                  <a:lnTo>
                    <a:pt x="246375" y="1017958"/>
                  </a:lnTo>
                  <a:lnTo>
                    <a:pt x="246386" y="1017941"/>
                  </a:lnTo>
                  <a:lnTo>
                    <a:pt x="246417" y="1017924"/>
                  </a:lnTo>
                  <a:lnTo>
                    <a:pt x="246436" y="1017915"/>
                  </a:lnTo>
                  <a:lnTo>
                    <a:pt x="246456" y="1017892"/>
                  </a:lnTo>
                  <a:lnTo>
                    <a:pt x="246468" y="1017867"/>
                  </a:lnTo>
                  <a:lnTo>
                    <a:pt x="246463" y="1017854"/>
                  </a:lnTo>
                  <a:lnTo>
                    <a:pt x="246470" y="1017827"/>
                  </a:lnTo>
                  <a:lnTo>
                    <a:pt x="246475" y="1017814"/>
                  </a:lnTo>
                  <a:lnTo>
                    <a:pt x="246478" y="1017808"/>
                  </a:lnTo>
                  <a:lnTo>
                    <a:pt x="246495" y="1017790"/>
                  </a:lnTo>
                  <a:lnTo>
                    <a:pt x="246506" y="1017779"/>
                  </a:lnTo>
                  <a:lnTo>
                    <a:pt x="246515" y="1017768"/>
                  </a:lnTo>
                  <a:lnTo>
                    <a:pt x="246534" y="1017750"/>
                  </a:lnTo>
                  <a:lnTo>
                    <a:pt x="246554" y="1017728"/>
                  </a:lnTo>
                  <a:lnTo>
                    <a:pt x="246577" y="1017706"/>
                  </a:lnTo>
                  <a:lnTo>
                    <a:pt x="246596" y="1017682"/>
                  </a:lnTo>
                  <a:lnTo>
                    <a:pt x="246642" y="1017634"/>
                  </a:lnTo>
                  <a:lnTo>
                    <a:pt x="246717" y="1017526"/>
                  </a:lnTo>
                  <a:lnTo>
                    <a:pt x="246723" y="1017440"/>
                  </a:lnTo>
                  <a:lnTo>
                    <a:pt x="246726" y="1017405"/>
                  </a:lnTo>
                  <a:lnTo>
                    <a:pt x="246724" y="1017383"/>
                  </a:lnTo>
                  <a:lnTo>
                    <a:pt x="246723" y="1017366"/>
                  </a:lnTo>
                  <a:lnTo>
                    <a:pt x="246724" y="1017356"/>
                  </a:lnTo>
                  <a:lnTo>
                    <a:pt x="246747" y="1017347"/>
                  </a:lnTo>
                  <a:lnTo>
                    <a:pt x="246757" y="1017345"/>
                  </a:lnTo>
                  <a:lnTo>
                    <a:pt x="246787" y="1017334"/>
                  </a:lnTo>
                  <a:lnTo>
                    <a:pt x="246811" y="1017326"/>
                  </a:lnTo>
                  <a:lnTo>
                    <a:pt x="246826" y="1017315"/>
                  </a:lnTo>
                  <a:lnTo>
                    <a:pt x="246832" y="1017272"/>
                  </a:lnTo>
                  <a:lnTo>
                    <a:pt x="246860" y="1017212"/>
                  </a:lnTo>
                  <a:lnTo>
                    <a:pt x="246879" y="1017162"/>
                  </a:lnTo>
                  <a:lnTo>
                    <a:pt x="246901" y="1017118"/>
                  </a:lnTo>
                  <a:lnTo>
                    <a:pt x="246924" y="1017069"/>
                  </a:lnTo>
                  <a:lnTo>
                    <a:pt x="246938" y="1017023"/>
                  </a:lnTo>
                  <a:lnTo>
                    <a:pt x="246967" y="1017015"/>
                  </a:lnTo>
                  <a:lnTo>
                    <a:pt x="247048" y="1016967"/>
                  </a:lnTo>
                  <a:lnTo>
                    <a:pt x="247104" y="1016939"/>
                  </a:lnTo>
                  <a:lnTo>
                    <a:pt x="247153" y="1016914"/>
                  </a:lnTo>
                  <a:lnTo>
                    <a:pt x="247186" y="1016896"/>
                  </a:lnTo>
                  <a:lnTo>
                    <a:pt x="247222" y="1016870"/>
                  </a:lnTo>
                  <a:lnTo>
                    <a:pt x="247236" y="1016850"/>
                  </a:lnTo>
                  <a:lnTo>
                    <a:pt x="247284" y="1016737"/>
                  </a:lnTo>
                  <a:lnTo>
                    <a:pt x="247298" y="1016707"/>
                  </a:lnTo>
                  <a:lnTo>
                    <a:pt x="247276" y="1016685"/>
                  </a:lnTo>
                  <a:lnTo>
                    <a:pt x="247252" y="1016663"/>
                  </a:lnTo>
                  <a:lnTo>
                    <a:pt x="247234" y="1016647"/>
                  </a:lnTo>
                  <a:lnTo>
                    <a:pt x="247212" y="1016627"/>
                  </a:lnTo>
                  <a:lnTo>
                    <a:pt x="247205" y="1016617"/>
                  </a:lnTo>
                  <a:lnTo>
                    <a:pt x="247196" y="1016605"/>
                  </a:lnTo>
                  <a:lnTo>
                    <a:pt x="247189" y="1016594"/>
                  </a:lnTo>
                  <a:lnTo>
                    <a:pt x="247184" y="1016583"/>
                  </a:lnTo>
                  <a:lnTo>
                    <a:pt x="247183" y="1016577"/>
                  </a:lnTo>
                  <a:lnTo>
                    <a:pt x="247184" y="1016556"/>
                  </a:lnTo>
                  <a:lnTo>
                    <a:pt x="247184" y="1016531"/>
                  </a:lnTo>
                  <a:lnTo>
                    <a:pt x="247186" y="1016524"/>
                  </a:lnTo>
                  <a:lnTo>
                    <a:pt x="247187" y="1016515"/>
                  </a:lnTo>
                  <a:lnTo>
                    <a:pt x="247190" y="1016492"/>
                  </a:lnTo>
                  <a:lnTo>
                    <a:pt x="247201" y="1016464"/>
                  </a:lnTo>
                  <a:lnTo>
                    <a:pt x="247214" y="1016437"/>
                  </a:lnTo>
                  <a:lnTo>
                    <a:pt x="247219" y="1016428"/>
                  </a:lnTo>
                  <a:lnTo>
                    <a:pt x="247217" y="1016415"/>
                  </a:lnTo>
                  <a:lnTo>
                    <a:pt x="247209" y="1016386"/>
                  </a:lnTo>
                  <a:lnTo>
                    <a:pt x="247209" y="1016377"/>
                  </a:lnTo>
                  <a:lnTo>
                    <a:pt x="247212" y="1016368"/>
                  </a:lnTo>
                  <a:lnTo>
                    <a:pt x="247224" y="1016362"/>
                  </a:lnTo>
                  <a:lnTo>
                    <a:pt x="247242" y="1016358"/>
                  </a:lnTo>
                  <a:lnTo>
                    <a:pt x="247267" y="1016358"/>
                  </a:lnTo>
                  <a:lnTo>
                    <a:pt x="247281" y="1016354"/>
                  </a:lnTo>
                  <a:lnTo>
                    <a:pt x="247292" y="1016347"/>
                  </a:lnTo>
                  <a:lnTo>
                    <a:pt x="247297" y="1016338"/>
                  </a:lnTo>
                  <a:lnTo>
                    <a:pt x="247298" y="1016325"/>
                  </a:lnTo>
                  <a:lnTo>
                    <a:pt x="247295" y="1016316"/>
                  </a:lnTo>
                  <a:lnTo>
                    <a:pt x="247291" y="1016308"/>
                  </a:lnTo>
                  <a:lnTo>
                    <a:pt x="247282" y="1016298"/>
                  </a:lnTo>
                  <a:lnTo>
                    <a:pt x="247278" y="1016291"/>
                  </a:lnTo>
                  <a:lnTo>
                    <a:pt x="247275" y="1016279"/>
                  </a:lnTo>
                  <a:lnTo>
                    <a:pt x="247272" y="1016271"/>
                  </a:lnTo>
                  <a:lnTo>
                    <a:pt x="247275" y="1016265"/>
                  </a:lnTo>
                  <a:lnTo>
                    <a:pt x="247287" y="1016260"/>
                  </a:lnTo>
                  <a:lnTo>
                    <a:pt x="247305" y="1016260"/>
                  </a:lnTo>
                  <a:lnTo>
                    <a:pt x="247321" y="1016263"/>
                  </a:lnTo>
                  <a:lnTo>
                    <a:pt x="247355" y="1016261"/>
                  </a:lnTo>
                  <a:lnTo>
                    <a:pt x="247399" y="1016260"/>
                  </a:lnTo>
                  <a:lnTo>
                    <a:pt x="247446" y="1016248"/>
                  </a:lnTo>
                  <a:lnTo>
                    <a:pt x="247516" y="1016243"/>
                  </a:lnTo>
                  <a:lnTo>
                    <a:pt x="247646" y="1016236"/>
                  </a:lnTo>
                  <a:lnTo>
                    <a:pt x="247708" y="1016229"/>
                  </a:lnTo>
                  <a:lnTo>
                    <a:pt x="247776" y="1016213"/>
                  </a:lnTo>
                  <a:lnTo>
                    <a:pt x="247811" y="1016196"/>
                  </a:lnTo>
                  <a:lnTo>
                    <a:pt x="247846" y="1016171"/>
                  </a:lnTo>
                  <a:lnTo>
                    <a:pt x="247876" y="1016147"/>
                  </a:lnTo>
                  <a:lnTo>
                    <a:pt x="247882" y="1016138"/>
                  </a:lnTo>
                  <a:lnTo>
                    <a:pt x="247901" y="1016122"/>
                  </a:lnTo>
                  <a:lnTo>
                    <a:pt x="247914" y="1016111"/>
                  </a:lnTo>
                  <a:lnTo>
                    <a:pt x="247916" y="1016103"/>
                  </a:lnTo>
                  <a:lnTo>
                    <a:pt x="247910" y="1016090"/>
                  </a:lnTo>
                  <a:lnTo>
                    <a:pt x="247898" y="1016073"/>
                  </a:lnTo>
                  <a:lnTo>
                    <a:pt x="247891" y="1016063"/>
                  </a:lnTo>
                  <a:lnTo>
                    <a:pt x="247873" y="1016042"/>
                  </a:lnTo>
                  <a:lnTo>
                    <a:pt x="247858" y="1016015"/>
                  </a:lnTo>
                  <a:lnTo>
                    <a:pt x="247847" y="1015989"/>
                  </a:lnTo>
                  <a:lnTo>
                    <a:pt x="247827" y="1015944"/>
                  </a:lnTo>
                  <a:lnTo>
                    <a:pt x="247810" y="1015916"/>
                  </a:lnTo>
                  <a:lnTo>
                    <a:pt x="247800" y="1015866"/>
                  </a:lnTo>
                  <a:lnTo>
                    <a:pt x="247795" y="1015814"/>
                  </a:lnTo>
                  <a:lnTo>
                    <a:pt x="247793" y="1015801"/>
                  </a:lnTo>
                  <a:lnTo>
                    <a:pt x="247782" y="1015770"/>
                  </a:lnTo>
                  <a:lnTo>
                    <a:pt x="247756" y="1015732"/>
                  </a:lnTo>
                  <a:lnTo>
                    <a:pt x="247742" y="1015707"/>
                  </a:lnTo>
                  <a:lnTo>
                    <a:pt x="247734" y="1015692"/>
                  </a:lnTo>
                  <a:lnTo>
                    <a:pt x="247729" y="1015686"/>
                  </a:lnTo>
                  <a:lnTo>
                    <a:pt x="247712" y="1015657"/>
                  </a:lnTo>
                  <a:lnTo>
                    <a:pt x="247709" y="1015644"/>
                  </a:lnTo>
                  <a:lnTo>
                    <a:pt x="247707" y="1015635"/>
                  </a:lnTo>
                  <a:lnTo>
                    <a:pt x="247700" y="1015618"/>
                  </a:lnTo>
                  <a:lnTo>
                    <a:pt x="247680" y="1015600"/>
                  </a:lnTo>
                  <a:lnTo>
                    <a:pt x="247650" y="1015570"/>
                  </a:lnTo>
                  <a:lnTo>
                    <a:pt x="247632" y="1015544"/>
                  </a:lnTo>
                  <a:lnTo>
                    <a:pt x="247618" y="1015516"/>
                  </a:lnTo>
                  <a:lnTo>
                    <a:pt x="247616" y="1015507"/>
                  </a:lnTo>
                  <a:lnTo>
                    <a:pt x="247612" y="1015501"/>
                  </a:lnTo>
                  <a:lnTo>
                    <a:pt x="247606" y="1015475"/>
                  </a:lnTo>
                  <a:lnTo>
                    <a:pt x="247602" y="1015452"/>
                  </a:lnTo>
                  <a:lnTo>
                    <a:pt x="247598" y="1015432"/>
                  </a:lnTo>
                  <a:lnTo>
                    <a:pt x="247574" y="1015356"/>
                  </a:lnTo>
                  <a:lnTo>
                    <a:pt x="247551" y="1015289"/>
                  </a:lnTo>
                  <a:lnTo>
                    <a:pt x="247553" y="1015263"/>
                  </a:lnTo>
                  <a:lnTo>
                    <a:pt x="247551" y="1015253"/>
                  </a:lnTo>
                  <a:lnTo>
                    <a:pt x="247544" y="1015248"/>
                  </a:lnTo>
                  <a:lnTo>
                    <a:pt x="247520" y="1015235"/>
                  </a:lnTo>
                  <a:lnTo>
                    <a:pt x="247512" y="1015227"/>
                  </a:lnTo>
                  <a:lnTo>
                    <a:pt x="247505" y="1015223"/>
                  </a:lnTo>
                  <a:lnTo>
                    <a:pt x="247480" y="1015203"/>
                  </a:lnTo>
                  <a:lnTo>
                    <a:pt x="247462" y="1015188"/>
                  </a:lnTo>
                  <a:lnTo>
                    <a:pt x="247449" y="1015178"/>
                  </a:lnTo>
                  <a:lnTo>
                    <a:pt x="247442" y="1015169"/>
                  </a:lnTo>
                  <a:lnTo>
                    <a:pt x="247429" y="1015153"/>
                  </a:lnTo>
                  <a:lnTo>
                    <a:pt x="247426" y="1015148"/>
                  </a:lnTo>
                  <a:lnTo>
                    <a:pt x="247412" y="1015125"/>
                  </a:lnTo>
                  <a:lnTo>
                    <a:pt x="247404" y="1015105"/>
                  </a:lnTo>
                  <a:lnTo>
                    <a:pt x="247402" y="1015092"/>
                  </a:lnTo>
                  <a:lnTo>
                    <a:pt x="247397" y="1015073"/>
                  </a:lnTo>
                  <a:lnTo>
                    <a:pt x="247372" y="1015042"/>
                  </a:lnTo>
                  <a:lnTo>
                    <a:pt x="247354" y="1015019"/>
                  </a:lnTo>
                  <a:lnTo>
                    <a:pt x="247302" y="1014971"/>
                  </a:lnTo>
                  <a:lnTo>
                    <a:pt x="247280" y="1014947"/>
                  </a:lnTo>
                  <a:lnTo>
                    <a:pt x="247269" y="1014931"/>
                  </a:lnTo>
                  <a:lnTo>
                    <a:pt x="247263" y="1014912"/>
                  </a:lnTo>
                  <a:lnTo>
                    <a:pt x="247261" y="1014887"/>
                  </a:lnTo>
                  <a:lnTo>
                    <a:pt x="247262" y="1014867"/>
                  </a:lnTo>
                  <a:lnTo>
                    <a:pt x="247258" y="1014827"/>
                  </a:lnTo>
                  <a:lnTo>
                    <a:pt x="247257" y="1014787"/>
                  </a:lnTo>
                  <a:lnTo>
                    <a:pt x="247286" y="1014737"/>
                  </a:lnTo>
                  <a:lnTo>
                    <a:pt x="247307" y="1014704"/>
                  </a:lnTo>
                  <a:lnTo>
                    <a:pt x="247328" y="1014686"/>
                  </a:lnTo>
                  <a:lnTo>
                    <a:pt x="247378" y="1014643"/>
                  </a:lnTo>
                  <a:lnTo>
                    <a:pt x="247395" y="1014627"/>
                  </a:lnTo>
                  <a:lnTo>
                    <a:pt x="247409" y="1014609"/>
                  </a:lnTo>
                  <a:lnTo>
                    <a:pt x="247429" y="1014578"/>
                  </a:lnTo>
                  <a:lnTo>
                    <a:pt x="247439" y="1014555"/>
                  </a:lnTo>
                  <a:lnTo>
                    <a:pt x="247448" y="1014532"/>
                  </a:lnTo>
                  <a:lnTo>
                    <a:pt x="247453" y="1014507"/>
                  </a:lnTo>
                  <a:lnTo>
                    <a:pt x="247465" y="1014475"/>
                  </a:lnTo>
                  <a:lnTo>
                    <a:pt x="247474" y="1014450"/>
                  </a:lnTo>
                  <a:lnTo>
                    <a:pt x="247476" y="1014442"/>
                  </a:lnTo>
                  <a:lnTo>
                    <a:pt x="247477" y="1014406"/>
                  </a:lnTo>
                  <a:lnTo>
                    <a:pt x="247474" y="1014382"/>
                  </a:lnTo>
                  <a:lnTo>
                    <a:pt x="247473" y="1014356"/>
                  </a:lnTo>
                  <a:lnTo>
                    <a:pt x="247472" y="1014318"/>
                  </a:lnTo>
                  <a:lnTo>
                    <a:pt x="247472" y="1014285"/>
                  </a:lnTo>
                  <a:lnTo>
                    <a:pt x="247471" y="1014276"/>
                  </a:lnTo>
                  <a:lnTo>
                    <a:pt x="247461" y="1014271"/>
                  </a:lnTo>
                  <a:lnTo>
                    <a:pt x="247446" y="1014267"/>
                  </a:lnTo>
                  <a:lnTo>
                    <a:pt x="247421" y="1014256"/>
                  </a:lnTo>
                  <a:lnTo>
                    <a:pt x="247406" y="1014251"/>
                  </a:lnTo>
                  <a:lnTo>
                    <a:pt x="247387" y="1014240"/>
                  </a:lnTo>
                  <a:lnTo>
                    <a:pt x="247369" y="1014230"/>
                  </a:lnTo>
                  <a:lnTo>
                    <a:pt x="247342" y="1014203"/>
                  </a:lnTo>
                  <a:lnTo>
                    <a:pt x="247314" y="1014173"/>
                  </a:lnTo>
                  <a:lnTo>
                    <a:pt x="247295" y="1014154"/>
                  </a:lnTo>
                  <a:lnTo>
                    <a:pt x="247257" y="1014116"/>
                  </a:lnTo>
                  <a:lnTo>
                    <a:pt x="247234" y="1014101"/>
                  </a:lnTo>
                  <a:lnTo>
                    <a:pt x="247196" y="1014071"/>
                  </a:lnTo>
                  <a:lnTo>
                    <a:pt x="247174" y="1014056"/>
                  </a:lnTo>
                  <a:lnTo>
                    <a:pt x="247164" y="1014026"/>
                  </a:lnTo>
                  <a:lnTo>
                    <a:pt x="247147" y="1013996"/>
                  </a:lnTo>
                  <a:lnTo>
                    <a:pt x="247125" y="1013962"/>
                  </a:lnTo>
                  <a:lnTo>
                    <a:pt x="247113" y="1013940"/>
                  </a:lnTo>
                  <a:lnTo>
                    <a:pt x="247098" y="1013893"/>
                  </a:lnTo>
                  <a:lnTo>
                    <a:pt x="247096" y="1013886"/>
                  </a:lnTo>
                  <a:lnTo>
                    <a:pt x="247091" y="1013862"/>
                  </a:lnTo>
                  <a:lnTo>
                    <a:pt x="247088" y="1013837"/>
                  </a:lnTo>
                  <a:lnTo>
                    <a:pt x="247091" y="1013800"/>
                  </a:lnTo>
                  <a:lnTo>
                    <a:pt x="247094" y="1013778"/>
                  </a:lnTo>
                  <a:lnTo>
                    <a:pt x="247101" y="1013754"/>
                  </a:lnTo>
                  <a:lnTo>
                    <a:pt x="247099" y="1013748"/>
                  </a:lnTo>
                  <a:lnTo>
                    <a:pt x="247092" y="1013747"/>
                  </a:lnTo>
                  <a:lnTo>
                    <a:pt x="247066" y="1013742"/>
                  </a:lnTo>
                  <a:lnTo>
                    <a:pt x="247051" y="1013736"/>
                  </a:lnTo>
                  <a:lnTo>
                    <a:pt x="247034" y="1013732"/>
                  </a:lnTo>
                  <a:lnTo>
                    <a:pt x="247012" y="1013719"/>
                  </a:lnTo>
                  <a:lnTo>
                    <a:pt x="246991" y="1013709"/>
                  </a:lnTo>
                  <a:lnTo>
                    <a:pt x="246960" y="1013693"/>
                  </a:lnTo>
                  <a:lnTo>
                    <a:pt x="246936" y="1013681"/>
                  </a:lnTo>
                  <a:lnTo>
                    <a:pt x="246911" y="1013664"/>
                  </a:lnTo>
                  <a:lnTo>
                    <a:pt x="246894" y="1013627"/>
                  </a:lnTo>
                  <a:lnTo>
                    <a:pt x="246874" y="1013606"/>
                  </a:lnTo>
                  <a:lnTo>
                    <a:pt x="246860" y="1013588"/>
                  </a:lnTo>
                  <a:lnTo>
                    <a:pt x="246834" y="1013560"/>
                  </a:lnTo>
                  <a:lnTo>
                    <a:pt x="246828" y="1013555"/>
                  </a:lnTo>
                  <a:lnTo>
                    <a:pt x="246812" y="1013542"/>
                  </a:lnTo>
                  <a:lnTo>
                    <a:pt x="246783" y="1013509"/>
                  </a:lnTo>
                  <a:lnTo>
                    <a:pt x="246760" y="1013484"/>
                  </a:lnTo>
                  <a:lnTo>
                    <a:pt x="246739" y="1013463"/>
                  </a:lnTo>
                  <a:lnTo>
                    <a:pt x="246740" y="1013455"/>
                  </a:lnTo>
                  <a:lnTo>
                    <a:pt x="246742" y="1013443"/>
                  </a:lnTo>
                  <a:lnTo>
                    <a:pt x="246744" y="1013426"/>
                  </a:lnTo>
                  <a:lnTo>
                    <a:pt x="246743" y="1013413"/>
                  </a:lnTo>
                  <a:lnTo>
                    <a:pt x="246734" y="1013396"/>
                  </a:lnTo>
                  <a:lnTo>
                    <a:pt x="246726" y="1013371"/>
                  </a:lnTo>
                  <a:lnTo>
                    <a:pt x="246724" y="1013350"/>
                  </a:lnTo>
                  <a:lnTo>
                    <a:pt x="246725" y="1013335"/>
                  </a:lnTo>
                  <a:lnTo>
                    <a:pt x="246732" y="1013314"/>
                  </a:lnTo>
                  <a:lnTo>
                    <a:pt x="246750" y="1013282"/>
                  </a:lnTo>
                  <a:lnTo>
                    <a:pt x="246756" y="1013267"/>
                  </a:lnTo>
                  <a:lnTo>
                    <a:pt x="246767" y="1013223"/>
                  </a:lnTo>
                  <a:lnTo>
                    <a:pt x="246762" y="1013186"/>
                  </a:lnTo>
                  <a:lnTo>
                    <a:pt x="246752" y="1013157"/>
                  </a:lnTo>
                  <a:lnTo>
                    <a:pt x="246736" y="1013133"/>
                  </a:lnTo>
                  <a:lnTo>
                    <a:pt x="246711" y="1013104"/>
                  </a:lnTo>
                  <a:lnTo>
                    <a:pt x="246681" y="1013083"/>
                  </a:lnTo>
                  <a:lnTo>
                    <a:pt x="246603" y="1013006"/>
                  </a:lnTo>
                  <a:lnTo>
                    <a:pt x="246598" y="1012996"/>
                  </a:lnTo>
                  <a:lnTo>
                    <a:pt x="246583" y="1012970"/>
                  </a:lnTo>
                  <a:lnTo>
                    <a:pt x="246571" y="1012950"/>
                  </a:lnTo>
                  <a:lnTo>
                    <a:pt x="246559" y="1012920"/>
                  </a:lnTo>
                  <a:lnTo>
                    <a:pt x="246551" y="1012897"/>
                  </a:lnTo>
                  <a:lnTo>
                    <a:pt x="246549" y="1012884"/>
                  </a:lnTo>
                  <a:lnTo>
                    <a:pt x="246546" y="1012867"/>
                  </a:lnTo>
                  <a:lnTo>
                    <a:pt x="246532" y="1012837"/>
                  </a:lnTo>
                  <a:lnTo>
                    <a:pt x="246503" y="1012750"/>
                  </a:lnTo>
                  <a:lnTo>
                    <a:pt x="246477" y="1012666"/>
                  </a:lnTo>
                  <a:lnTo>
                    <a:pt x="246463" y="1012640"/>
                  </a:lnTo>
                  <a:lnTo>
                    <a:pt x="246450" y="1012628"/>
                  </a:lnTo>
                  <a:lnTo>
                    <a:pt x="246438" y="1012624"/>
                  </a:lnTo>
                  <a:lnTo>
                    <a:pt x="246430" y="1012624"/>
                  </a:lnTo>
                  <a:lnTo>
                    <a:pt x="246416" y="1012628"/>
                  </a:lnTo>
                  <a:lnTo>
                    <a:pt x="246400" y="1012632"/>
                  </a:lnTo>
                  <a:lnTo>
                    <a:pt x="246386" y="1012635"/>
                  </a:lnTo>
                  <a:lnTo>
                    <a:pt x="246365" y="1012637"/>
                  </a:lnTo>
                  <a:lnTo>
                    <a:pt x="246354" y="1012636"/>
                  </a:lnTo>
                  <a:lnTo>
                    <a:pt x="246340" y="1012626"/>
                  </a:lnTo>
                  <a:lnTo>
                    <a:pt x="246333" y="1012619"/>
                  </a:lnTo>
                  <a:lnTo>
                    <a:pt x="246328" y="1012616"/>
                  </a:lnTo>
                  <a:lnTo>
                    <a:pt x="246319" y="1012605"/>
                  </a:lnTo>
                  <a:lnTo>
                    <a:pt x="246315" y="1012580"/>
                  </a:lnTo>
                  <a:lnTo>
                    <a:pt x="246315" y="1012548"/>
                  </a:lnTo>
                  <a:lnTo>
                    <a:pt x="246323" y="1012461"/>
                  </a:lnTo>
                  <a:lnTo>
                    <a:pt x="246326" y="1012436"/>
                  </a:lnTo>
                  <a:lnTo>
                    <a:pt x="246326" y="1012359"/>
                  </a:lnTo>
                  <a:lnTo>
                    <a:pt x="246325" y="1012320"/>
                  </a:lnTo>
                  <a:lnTo>
                    <a:pt x="246314" y="1012266"/>
                  </a:lnTo>
                  <a:lnTo>
                    <a:pt x="246296" y="1012227"/>
                  </a:lnTo>
                  <a:lnTo>
                    <a:pt x="246284" y="1012189"/>
                  </a:lnTo>
                  <a:lnTo>
                    <a:pt x="246286" y="1012162"/>
                  </a:lnTo>
                  <a:lnTo>
                    <a:pt x="246296" y="1012142"/>
                  </a:lnTo>
                  <a:lnTo>
                    <a:pt x="246310" y="1012128"/>
                  </a:lnTo>
                  <a:lnTo>
                    <a:pt x="246323" y="1012111"/>
                  </a:lnTo>
                  <a:lnTo>
                    <a:pt x="246335" y="1012095"/>
                  </a:lnTo>
                  <a:lnTo>
                    <a:pt x="246339" y="1012092"/>
                  </a:lnTo>
                  <a:lnTo>
                    <a:pt x="246362" y="1012081"/>
                  </a:lnTo>
                  <a:lnTo>
                    <a:pt x="246390" y="1012069"/>
                  </a:lnTo>
                  <a:lnTo>
                    <a:pt x="246472" y="1012060"/>
                  </a:lnTo>
                  <a:lnTo>
                    <a:pt x="246510" y="1012043"/>
                  </a:lnTo>
                  <a:lnTo>
                    <a:pt x="246537" y="1012023"/>
                  </a:lnTo>
                  <a:lnTo>
                    <a:pt x="246570" y="1011988"/>
                  </a:lnTo>
                  <a:lnTo>
                    <a:pt x="246611" y="1011964"/>
                  </a:lnTo>
                  <a:lnTo>
                    <a:pt x="246645" y="1011960"/>
                  </a:lnTo>
                  <a:lnTo>
                    <a:pt x="246675" y="1011963"/>
                  </a:lnTo>
                  <a:lnTo>
                    <a:pt x="246709" y="1011985"/>
                  </a:lnTo>
                  <a:lnTo>
                    <a:pt x="246751" y="1012012"/>
                  </a:lnTo>
                  <a:lnTo>
                    <a:pt x="246762" y="1012019"/>
                  </a:lnTo>
                  <a:lnTo>
                    <a:pt x="246777" y="1012029"/>
                  </a:lnTo>
                  <a:lnTo>
                    <a:pt x="246783" y="1012029"/>
                  </a:lnTo>
                  <a:lnTo>
                    <a:pt x="246786" y="1012018"/>
                  </a:lnTo>
                  <a:lnTo>
                    <a:pt x="246784" y="1012005"/>
                  </a:lnTo>
                  <a:lnTo>
                    <a:pt x="246778" y="1011987"/>
                  </a:lnTo>
                  <a:lnTo>
                    <a:pt x="246766" y="1011967"/>
                  </a:lnTo>
                  <a:lnTo>
                    <a:pt x="246762" y="1011959"/>
                  </a:lnTo>
                  <a:lnTo>
                    <a:pt x="246752" y="1011944"/>
                  </a:lnTo>
                  <a:lnTo>
                    <a:pt x="246743" y="1011923"/>
                  </a:lnTo>
                  <a:lnTo>
                    <a:pt x="246749" y="1011903"/>
                  </a:lnTo>
                  <a:lnTo>
                    <a:pt x="246786" y="1011866"/>
                  </a:lnTo>
                  <a:lnTo>
                    <a:pt x="246828" y="1011811"/>
                  </a:lnTo>
                  <a:lnTo>
                    <a:pt x="246863" y="1011774"/>
                  </a:lnTo>
                  <a:lnTo>
                    <a:pt x="246903" y="1011741"/>
                  </a:lnTo>
                  <a:lnTo>
                    <a:pt x="246938" y="1011714"/>
                  </a:lnTo>
                  <a:lnTo>
                    <a:pt x="246959" y="1011660"/>
                  </a:lnTo>
                  <a:lnTo>
                    <a:pt x="246986" y="1011552"/>
                  </a:lnTo>
                  <a:lnTo>
                    <a:pt x="246991" y="1011538"/>
                  </a:lnTo>
                  <a:lnTo>
                    <a:pt x="246995" y="1011518"/>
                  </a:lnTo>
                  <a:lnTo>
                    <a:pt x="247006" y="1011498"/>
                  </a:lnTo>
                  <a:lnTo>
                    <a:pt x="247016" y="1011465"/>
                  </a:lnTo>
                  <a:lnTo>
                    <a:pt x="247019" y="1011446"/>
                  </a:lnTo>
                  <a:lnTo>
                    <a:pt x="247018" y="1011422"/>
                  </a:lnTo>
                  <a:lnTo>
                    <a:pt x="247016" y="1011402"/>
                  </a:lnTo>
                  <a:lnTo>
                    <a:pt x="247018" y="1011386"/>
                  </a:lnTo>
                  <a:lnTo>
                    <a:pt x="247028" y="1011352"/>
                  </a:lnTo>
                  <a:lnTo>
                    <a:pt x="247030" y="1011333"/>
                  </a:lnTo>
                  <a:lnTo>
                    <a:pt x="247040" y="1011292"/>
                  </a:lnTo>
                  <a:lnTo>
                    <a:pt x="247032" y="1011252"/>
                  </a:lnTo>
                  <a:lnTo>
                    <a:pt x="247020" y="1011229"/>
                  </a:lnTo>
                  <a:lnTo>
                    <a:pt x="246972" y="1011189"/>
                  </a:lnTo>
                  <a:lnTo>
                    <a:pt x="246867" y="1011125"/>
                  </a:lnTo>
                  <a:lnTo>
                    <a:pt x="246808" y="1011079"/>
                  </a:lnTo>
                  <a:lnTo>
                    <a:pt x="246753" y="1011018"/>
                  </a:lnTo>
                  <a:lnTo>
                    <a:pt x="246739" y="1010999"/>
                  </a:lnTo>
                  <a:lnTo>
                    <a:pt x="246736" y="1010979"/>
                  </a:lnTo>
                  <a:lnTo>
                    <a:pt x="246740" y="1010953"/>
                  </a:lnTo>
                  <a:lnTo>
                    <a:pt x="246760" y="1010910"/>
                  </a:lnTo>
                  <a:lnTo>
                    <a:pt x="246777" y="1010876"/>
                  </a:lnTo>
                  <a:lnTo>
                    <a:pt x="246781" y="1010862"/>
                  </a:lnTo>
                  <a:lnTo>
                    <a:pt x="246789" y="1010842"/>
                  </a:lnTo>
                  <a:lnTo>
                    <a:pt x="246800" y="1010828"/>
                  </a:lnTo>
                  <a:lnTo>
                    <a:pt x="246814" y="1010818"/>
                  </a:lnTo>
                  <a:lnTo>
                    <a:pt x="246823" y="1010808"/>
                  </a:lnTo>
                  <a:lnTo>
                    <a:pt x="246829" y="1010790"/>
                  </a:lnTo>
                  <a:lnTo>
                    <a:pt x="246834" y="1010758"/>
                  </a:lnTo>
                  <a:lnTo>
                    <a:pt x="246835" y="1010729"/>
                  </a:lnTo>
                  <a:lnTo>
                    <a:pt x="246839" y="1010713"/>
                  </a:lnTo>
                  <a:lnTo>
                    <a:pt x="246851" y="1010700"/>
                  </a:lnTo>
                  <a:lnTo>
                    <a:pt x="246868" y="1010693"/>
                  </a:lnTo>
                  <a:lnTo>
                    <a:pt x="246928" y="1010693"/>
                  </a:lnTo>
                  <a:lnTo>
                    <a:pt x="247052" y="1010691"/>
                  </a:lnTo>
                  <a:lnTo>
                    <a:pt x="247099" y="1010687"/>
                  </a:lnTo>
                  <a:lnTo>
                    <a:pt x="247110" y="1010684"/>
                  </a:lnTo>
                  <a:lnTo>
                    <a:pt x="247115" y="1010677"/>
                  </a:lnTo>
                  <a:lnTo>
                    <a:pt x="247126" y="1010665"/>
                  </a:lnTo>
                  <a:lnTo>
                    <a:pt x="247130" y="1010656"/>
                  </a:lnTo>
                  <a:lnTo>
                    <a:pt x="247130" y="1010649"/>
                  </a:lnTo>
                  <a:lnTo>
                    <a:pt x="247133" y="1010621"/>
                  </a:lnTo>
                  <a:lnTo>
                    <a:pt x="247139" y="1010584"/>
                  </a:lnTo>
                  <a:lnTo>
                    <a:pt x="247152" y="1010559"/>
                  </a:lnTo>
                  <a:lnTo>
                    <a:pt x="247171" y="1010536"/>
                  </a:lnTo>
                  <a:lnTo>
                    <a:pt x="247193" y="1010520"/>
                  </a:lnTo>
                  <a:lnTo>
                    <a:pt x="247235" y="1010501"/>
                  </a:lnTo>
                  <a:lnTo>
                    <a:pt x="247267" y="1010469"/>
                  </a:lnTo>
                  <a:lnTo>
                    <a:pt x="247292" y="1010448"/>
                  </a:lnTo>
                  <a:lnTo>
                    <a:pt x="247347" y="1010425"/>
                  </a:lnTo>
                  <a:lnTo>
                    <a:pt x="247456" y="1010391"/>
                  </a:lnTo>
                  <a:lnTo>
                    <a:pt x="247494" y="1010368"/>
                  </a:lnTo>
                  <a:lnTo>
                    <a:pt x="247500" y="1010358"/>
                  </a:lnTo>
                  <a:lnTo>
                    <a:pt x="247501" y="1010343"/>
                  </a:lnTo>
                  <a:lnTo>
                    <a:pt x="247493" y="1010319"/>
                  </a:lnTo>
                  <a:lnTo>
                    <a:pt x="247474" y="1010280"/>
                  </a:lnTo>
                  <a:lnTo>
                    <a:pt x="247469" y="1010260"/>
                  </a:lnTo>
                  <a:lnTo>
                    <a:pt x="247466" y="1010231"/>
                  </a:lnTo>
                  <a:lnTo>
                    <a:pt x="247468" y="1010197"/>
                  </a:lnTo>
                  <a:lnTo>
                    <a:pt x="247468" y="1010163"/>
                  </a:lnTo>
                  <a:lnTo>
                    <a:pt x="247461" y="1010132"/>
                  </a:lnTo>
                  <a:lnTo>
                    <a:pt x="247460" y="1010110"/>
                  </a:lnTo>
                  <a:lnTo>
                    <a:pt x="247474" y="1010058"/>
                  </a:lnTo>
                  <a:lnTo>
                    <a:pt x="247514" y="1009988"/>
                  </a:lnTo>
                  <a:lnTo>
                    <a:pt x="247535" y="1009952"/>
                  </a:lnTo>
                  <a:lnTo>
                    <a:pt x="247535" y="1009946"/>
                  </a:lnTo>
                  <a:lnTo>
                    <a:pt x="247527" y="1009941"/>
                  </a:lnTo>
                  <a:lnTo>
                    <a:pt x="247508" y="1009935"/>
                  </a:lnTo>
                  <a:lnTo>
                    <a:pt x="247467" y="1009935"/>
                  </a:lnTo>
                  <a:lnTo>
                    <a:pt x="247449" y="1009925"/>
                  </a:lnTo>
                  <a:lnTo>
                    <a:pt x="247394" y="1009895"/>
                  </a:lnTo>
                  <a:lnTo>
                    <a:pt x="247360" y="1009893"/>
                  </a:lnTo>
                  <a:lnTo>
                    <a:pt x="247316" y="1009884"/>
                  </a:lnTo>
                  <a:lnTo>
                    <a:pt x="247307" y="1009879"/>
                  </a:lnTo>
                  <a:lnTo>
                    <a:pt x="247271" y="1009856"/>
                  </a:lnTo>
                  <a:lnTo>
                    <a:pt x="247247" y="1009839"/>
                  </a:lnTo>
                  <a:lnTo>
                    <a:pt x="247229" y="1009821"/>
                  </a:lnTo>
                  <a:lnTo>
                    <a:pt x="247208" y="1009791"/>
                  </a:lnTo>
                  <a:lnTo>
                    <a:pt x="247195" y="1009768"/>
                  </a:lnTo>
                  <a:lnTo>
                    <a:pt x="247183" y="1009746"/>
                  </a:lnTo>
                  <a:lnTo>
                    <a:pt x="247179" y="1009729"/>
                  </a:lnTo>
                  <a:lnTo>
                    <a:pt x="247171" y="1009713"/>
                  </a:lnTo>
                  <a:lnTo>
                    <a:pt x="247163" y="1009666"/>
                  </a:lnTo>
                  <a:lnTo>
                    <a:pt x="247166" y="1009625"/>
                  </a:lnTo>
                  <a:lnTo>
                    <a:pt x="247177" y="1009596"/>
                  </a:lnTo>
                  <a:lnTo>
                    <a:pt x="247223" y="1009508"/>
                  </a:lnTo>
                  <a:lnTo>
                    <a:pt x="247227" y="1009495"/>
                  </a:lnTo>
                  <a:lnTo>
                    <a:pt x="247233" y="1009468"/>
                  </a:lnTo>
                  <a:lnTo>
                    <a:pt x="247239" y="1009448"/>
                  </a:lnTo>
                  <a:lnTo>
                    <a:pt x="247244" y="1009417"/>
                  </a:lnTo>
                  <a:lnTo>
                    <a:pt x="247237" y="1009395"/>
                  </a:lnTo>
                  <a:lnTo>
                    <a:pt x="247227" y="1009374"/>
                  </a:lnTo>
                  <a:lnTo>
                    <a:pt x="247177" y="1009336"/>
                  </a:lnTo>
                  <a:lnTo>
                    <a:pt x="247102" y="1009283"/>
                  </a:lnTo>
                  <a:lnTo>
                    <a:pt x="247073" y="1009255"/>
                  </a:lnTo>
                  <a:lnTo>
                    <a:pt x="247030" y="1009201"/>
                  </a:lnTo>
                  <a:lnTo>
                    <a:pt x="247033" y="1009154"/>
                  </a:lnTo>
                  <a:lnTo>
                    <a:pt x="247032" y="1009106"/>
                  </a:lnTo>
                  <a:lnTo>
                    <a:pt x="247028" y="1009090"/>
                  </a:lnTo>
                  <a:lnTo>
                    <a:pt x="247009" y="1009071"/>
                  </a:lnTo>
                  <a:lnTo>
                    <a:pt x="246987" y="1009049"/>
                  </a:lnTo>
                  <a:lnTo>
                    <a:pt x="246970" y="1009024"/>
                  </a:lnTo>
                  <a:lnTo>
                    <a:pt x="246966" y="1009016"/>
                  </a:lnTo>
                  <a:lnTo>
                    <a:pt x="246938" y="1008985"/>
                  </a:lnTo>
                  <a:lnTo>
                    <a:pt x="246884" y="1008948"/>
                  </a:lnTo>
                  <a:lnTo>
                    <a:pt x="246874" y="1008937"/>
                  </a:lnTo>
                  <a:lnTo>
                    <a:pt x="246870" y="1008913"/>
                  </a:lnTo>
                  <a:lnTo>
                    <a:pt x="246874" y="1008891"/>
                  </a:lnTo>
                  <a:lnTo>
                    <a:pt x="246900" y="1008866"/>
                  </a:lnTo>
                  <a:lnTo>
                    <a:pt x="246928" y="1008822"/>
                  </a:lnTo>
                  <a:lnTo>
                    <a:pt x="246932" y="1008799"/>
                  </a:lnTo>
                  <a:lnTo>
                    <a:pt x="246920" y="1008758"/>
                  </a:lnTo>
                  <a:lnTo>
                    <a:pt x="246905" y="1008725"/>
                  </a:lnTo>
                  <a:lnTo>
                    <a:pt x="246881" y="1008671"/>
                  </a:lnTo>
                  <a:lnTo>
                    <a:pt x="246875" y="1008627"/>
                  </a:lnTo>
                  <a:lnTo>
                    <a:pt x="246875" y="1008589"/>
                  </a:lnTo>
                  <a:lnTo>
                    <a:pt x="246893" y="1008541"/>
                  </a:lnTo>
                  <a:lnTo>
                    <a:pt x="246905" y="1008513"/>
                  </a:lnTo>
                  <a:lnTo>
                    <a:pt x="246918" y="1008486"/>
                  </a:lnTo>
                  <a:lnTo>
                    <a:pt x="246926" y="1008465"/>
                  </a:lnTo>
                  <a:lnTo>
                    <a:pt x="246926" y="1008452"/>
                  </a:lnTo>
                  <a:lnTo>
                    <a:pt x="246923" y="1008437"/>
                  </a:lnTo>
                  <a:lnTo>
                    <a:pt x="246921" y="1008428"/>
                  </a:lnTo>
                  <a:lnTo>
                    <a:pt x="246904" y="1008419"/>
                  </a:lnTo>
                  <a:lnTo>
                    <a:pt x="246869" y="1008401"/>
                  </a:lnTo>
                  <a:lnTo>
                    <a:pt x="246843" y="1008384"/>
                  </a:lnTo>
                  <a:lnTo>
                    <a:pt x="246816" y="1008344"/>
                  </a:lnTo>
                  <a:lnTo>
                    <a:pt x="246789" y="1008329"/>
                  </a:lnTo>
                  <a:lnTo>
                    <a:pt x="246748" y="1008316"/>
                  </a:lnTo>
                  <a:lnTo>
                    <a:pt x="246713" y="1008297"/>
                  </a:lnTo>
                  <a:lnTo>
                    <a:pt x="246695" y="1008274"/>
                  </a:lnTo>
                  <a:lnTo>
                    <a:pt x="246680" y="1008241"/>
                  </a:lnTo>
                  <a:lnTo>
                    <a:pt x="246674" y="1008190"/>
                  </a:lnTo>
                  <a:lnTo>
                    <a:pt x="246673" y="1008177"/>
                  </a:lnTo>
                  <a:lnTo>
                    <a:pt x="246669" y="1008153"/>
                  </a:lnTo>
                  <a:lnTo>
                    <a:pt x="246666" y="1008140"/>
                  </a:lnTo>
                  <a:lnTo>
                    <a:pt x="246661" y="1008121"/>
                  </a:lnTo>
                  <a:lnTo>
                    <a:pt x="246656" y="1008109"/>
                  </a:lnTo>
                  <a:lnTo>
                    <a:pt x="246652" y="1008080"/>
                  </a:lnTo>
                  <a:lnTo>
                    <a:pt x="246633" y="1008018"/>
                  </a:lnTo>
                  <a:lnTo>
                    <a:pt x="246632" y="1007995"/>
                  </a:lnTo>
                  <a:lnTo>
                    <a:pt x="246634" y="1007979"/>
                  </a:lnTo>
                  <a:lnTo>
                    <a:pt x="246639" y="1007964"/>
                  </a:lnTo>
                  <a:lnTo>
                    <a:pt x="246643" y="1007949"/>
                  </a:lnTo>
                  <a:lnTo>
                    <a:pt x="246642" y="1007941"/>
                  </a:lnTo>
                  <a:lnTo>
                    <a:pt x="246639" y="1007924"/>
                  </a:lnTo>
                  <a:lnTo>
                    <a:pt x="246634" y="1007918"/>
                  </a:lnTo>
                  <a:lnTo>
                    <a:pt x="246621" y="1007874"/>
                  </a:lnTo>
                  <a:lnTo>
                    <a:pt x="246615" y="1007849"/>
                  </a:lnTo>
                  <a:lnTo>
                    <a:pt x="246613" y="1007828"/>
                  </a:lnTo>
                  <a:lnTo>
                    <a:pt x="246612" y="1007807"/>
                  </a:lnTo>
                  <a:lnTo>
                    <a:pt x="246615" y="1007784"/>
                  </a:lnTo>
                  <a:lnTo>
                    <a:pt x="246614" y="1007754"/>
                  </a:lnTo>
                  <a:lnTo>
                    <a:pt x="246605" y="1007681"/>
                  </a:lnTo>
                  <a:lnTo>
                    <a:pt x="246591" y="1007644"/>
                  </a:lnTo>
                  <a:lnTo>
                    <a:pt x="246589" y="1007638"/>
                  </a:lnTo>
                  <a:lnTo>
                    <a:pt x="246574" y="1007608"/>
                  </a:lnTo>
                  <a:lnTo>
                    <a:pt x="246570" y="1007593"/>
                  </a:lnTo>
                  <a:lnTo>
                    <a:pt x="246571" y="1007562"/>
                  </a:lnTo>
                  <a:lnTo>
                    <a:pt x="246572" y="1007532"/>
                  </a:lnTo>
                  <a:lnTo>
                    <a:pt x="246583" y="1007476"/>
                  </a:lnTo>
                  <a:lnTo>
                    <a:pt x="246595" y="1007421"/>
                  </a:lnTo>
                  <a:lnTo>
                    <a:pt x="246602" y="1007394"/>
                  </a:lnTo>
                  <a:lnTo>
                    <a:pt x="246591" y="1007388"/>
                  </a:lnTo>
                  <a:lnTo>
                    <a:pt x="246574" y="1007398"/>
                  </a:lnTo>
                  <a:lnTo>
                    <a:pt x="246550" y="1007419"/>
                  </a:lnTo>
                  <a:lnTo>
                    <a:pt x="246515" y="1007452"/>
                  </a:lnTo>
                  <a:lnTo>
                    <a:pt x="246476" y="1007462"/>
                  </a:lnTo>
                  <a:lnTo>
                    <a:pt x="246452" y="1007463"/>
                  </a:lnTo>
                  <a:lnTo>
                    <a:pt x="246419" y="1007455"/>
                  </a:lnTo>
                  <a:lnTo>
                    <a:pt x="246394" y="1007434"/>
                  </a:lnTo>
                  <a:lnTo>
                    <a:pt x="246370" y="1007416"/>
                  </a:lnTo>
                  <a:lnTo>
                    <a:pt x="246332" y="1007374"/>
                  </a:lnTo>
                  <a:lnTo>
                    <a:pt x="246304" y="1007350"/>
                  </a:lnTo>
                  <a:lnTo>
                    <a:pt x="246282" y="1007339"/>
                  </a:lnTo>
                  <a:lnTo>
                    <a:pt x="246261" y="1007326"/>
                  </a:lnTo>
                  <a:lnTo>
                    <a:pt x="246241" y="1007317"/>
                  </a:lnTo>
                  <a:lnTo>
                    <a:pt x="246224" y="1007303"/>
                  </a:lnTo>
                  <a:lnTo>
                    <a:pt x="246206" y="1007288"/>
                  </a:lnTo>
                  <a:lnTo>
                    <a:pt x="246196" y="1007281"/>
                  </a:lnTo>
                  <a:lnTo>
                    <a:pt x="246137" y="1007241"/>
                  </a:lnTo>
                  <a:lnTo>
                    <a:pt x="246109" y="1007213"/>
                  </a:lnTo>
                  <a:lnTo>
                    <a:pt x="246098" y="1007199"/>
                  </a:lnTo>
                  <a:lnTo>
                    <a:pt x="246097" y="1007170"/>
                  </a:lnTo>
                  <a:lnTo>
                    <a:pt x="246093" y="1007132"/>
                  </a:lnTo>
                  <a:lnTo>
                    <a:pt x="246083" y="1007120"/>
                  </a:lnTo>
                  <a:lnTo>
                    <a:pt x="246057" y="1007103"/>
                  </a:lnTo>
                  <a:lnTo>
                    <a:pt x="246029" y="1007097"/>
                  </a:lnTo>
                  <a:lnTo>
                    <a:pt x="245974" y="1007090"/>
                  </a:lnTo>
                  <a:lnTo>
                    <a:pt x="245914" y="1007083"/>
                  </a:lnTo>
                  <a:lnTo>
                    <a:pt x="245888" y="1007076"/>
                  </a:lnTo>
                  <a:lnTo>
                    <a:pt x="245846" y="1007050"/>
                  </a:lnTo>
                  <a:lnTo>
                    <a:pt x="245806" y="1007039"/>
                  </a:lnTo>
                  <a:lnTo>
                    <a:pt x="245784" y="1007039"/>
                  </a:lnTo>
                  <a:lnTo>
                    <a:pt x="245747" y="1007045"/>
                  </a:lnTo>
                  <a:lnTo>
                    <a:pt x="245687" y="1007048"/>
                  </a:lnTo>
                  <a:lnTo>
                    <a:pt x="245623" y="1007043"/>
                  </a:lnTo>
                  <a:lnTo>
                    <a:pt x="245562" y="1007029"/>
                  </a:lnTo>
                  <a:lnTo>
                    <a:pt x="245551" y="1007026"/>
                  </a:lnTo>
                  <a:lnTo>
                    <a:pt x="245532" y="1007024"/>
                  </a:lnTo>
                  <a:lnTo>
                    <a:pt x="245522" y="1007024"/>
                  </a:lnTo>
                  <a:lnTo>
                    <a:pt x="245516" y="1007024"/>
                  </a:lnTo>
                  <a:lnTo>
                    <a:pt x="245502" y="1007029"/>
                  </a:lnTo>
                  <a:lnTo>
                    <a:pt x="245453" y="1007014"/>
                  </a:lnTo>
                  <a:lnTo>
                    <a:pt x="245353" y="1006985"/>
                  </a:lnTo>
                  <a:lnTo>
                    <a:pt x="245304" y="1006969"/>
                  </a:lnTo>
                  <a:lnTo>
                    <a:pt x="245248" y="1006955"/>
                  </a:lnTo>
                  <a:lnTo>
                    <a:pt x="245201" y="1006947"/>
                  </a:lnTo>
                  <a:lnTo>
                    <a:pt x="245191" y="1006951"/>
                  </a:lnTo>
                  <a:lnTo>
                    <a:pt x="245189" y="1006956"/>
                  </a:lnTo>
                  <a:lnTo>
                    <a:pt x="245181" y="1006991"/>
                  </a:lnTo>
                  <a:lnTo>
                    <a:pt x="245163" y="1007036"/>
                  </a:lnTo>
                  <a:lnTo>
                    <a:pt x="245119" y="1007093"/>
                  </a:lnTo>
                  <a:lnTo>
                    <a:pt x="245068" y="1007137"/>
                  </a:lnTo>
                  <a:lnTo>
                    <a:pt x="244999" y="1007173"/>
                  </a:lnTo>
                  <a:lnTo>
                    <a:pt x="244915" y="1007227"/>
                  </a:lnTo>
                  <a:lnTo>
                    <a:pt x="244865" y="1007270"/>
                  </a:lnTo>
                  <a:lnTo>
                    <a:pt x="244840" y="1007297"/>
                  </a:lnTo>
                  <a:lnTo>
                    <a:pt x="244815" y="1007304"/>
                  </a:lnTo>
                  <a:lnTo>
                    <a:pt x="244775" y="1007301"/>
                  </a:lnTo>
                  <a:lnTo>
                    <a:pt x="244749" y="1007292"/>
                  </a:lnTo>
                  <a:lnTo>
                    <a:pt x="244652" y="1007214"/>
                  </a:lnTo>
                  <a:lnTo>
                    <a:pt x="244575" y="1007166"/>
                  </a:lnTo>
                  <a:lnTo>
                    <a:pt x="244547" y="1007163"/>
                  </a:lnTo>
                  <a:lnTo>
                    <a:pt x="244513" y="1007165"/>
                  </a:lnTo>
                  <a:lnTo>
                    <a:pt x="244434" y="1007174"/>
                  </a:lnTo>
                  <a:lnTo>
                    <a:pt x="244372" y="1007175"/>
                  </a:lnTo>
                  <a:lnTo>
                    <a:pt x="244353" y="1007169"/>
                  </a:lnTo>
                  <a:lnTo>
                    <a:pt x="244349" y="1007162"/>
                  </a:lnTo>
                  <a:lnTo>
                    <a:pt x="244349" y="1007155"/>
                  </a:lnTo>
                  <a:lnTo>
                    <a:pt x="244364" y="1007143"/>
                  </a:lnTo>
                  <a:lnTo>
                    <a:pt x="244392" y="1007122"/>
                  </a:lnTo>
                  <a:lnTo>
                    <a:pt x="244414" y="1007092"/>
                  </a:lnTo>
                  <a:lnTo>
                    <a:pt x="244423" y="1007068"/>
                  </a:lnTo>
                  <a:lnTo>
                    <a:pt x="244423" y="1007030"/>
                  </a:lnTo>
                  <a:lnTo>
                    <a:pt x="244419" y="1007020"/>
                  </a:lnTo>
                  <a:lnTo>
                    <a:pt x="244419" y="1007009"/>
                  </a:lnTo>
                  <a:lnTo>
                    <a:pt x="244426" y="1006995"/>
                  </a:lnTo>
                  <a:lnTo>
                    <a:pt x="244436" y="1006983"/>
                  </a:lnTo>
                  <a:lnTo>
                    <a:pt x="244453" y="1006958"/>
                  </a:lnTo>
                  <a:lnTo>
                    <a:pt x="244462" y="1006921"/>
                  </a:lnTo>
                  <a:lnTo>
                    <a:pt x="244465" y="1006894"/>
                  </a:lnTo>
                  <a:lnTo>
                    <a:pt x="244465" y="1006870"/>
                  </a:lnTo>
                  <a:lnTo>
                    <a:pt x="244454" y="1006830"/>
                  </a:lnTo>
                  <a:lnTo>
                    <a:pt x="244441" y="1006793"/>
                  </a:lnTo>
                  <a:lnTo>
                    <a:pt x="244410" y="1006743"/>
                  </a:lnTo>
                  <a:lnTo>
                    <a:pt x="244380" y="1006714"/>
                  </a:lnTo>
                  <a:lnTo>
                    <a:pt x="244370" y="1006706"/>
                  </a:lnTo>
                  <a:lnTo>
                    <a:pt x="244368" y="1006686"/>
                  </a:lnTo>
                  <a:lnTo>
                    <a:pt x="244372" y="1006658"/>
                  </a:lnTo>
                  <a:lnTo>
                    <a:pt x="244385" y="1006614"/>
                  </a:lnTo>
                  <a:lnTo>
                    <a:pt x="244411" y="1006550"/>
                  </a:lnTo>
                  <a:lnTo>
                    <a:pt x="244448" y="1006474"/>
                  </a:lnTo>
                  <a:lnTo>
                    <a:pt x="244459" y="1006433"/>
                  </a:lnTo>
                  <a:lnTo>
                    <a:pt x="244467" y="1006379"/>
                  </a:lnTo>
                  <a:lnTo>
                    <a:pt x="244469" y="1006301"/>
                  </a:lnTo>
                  <a:lnTo>
                    <a:pt x="244466" y="1006281"/>
                  </a:lnTo>
                  <a:lnTo>
                    <a:pt x="244461" y="1006258"/>
                  </a:lnTo>
                  <a:lnTo>
                    <a:pt x="244442" y="1006236"/>
                  </a:lnTo>
                  <a:lnTo>
                    <a:pt x="244411" y="1006196"/>
                  </a:lnTo>
                  <a:lnTo>
                    <a:pt x="244387" y="1006159"/>
                  </a:lnTo>
                  <a:lnTo>
                    <a:pt x="244375" y="1006121"/>
                  </a:lnTo>
                  <a:lnTo>
                    <a:pt x="244375" y="1006107"/>
                  </a:lnTo>
                  <a:lnTo>
                    <a:pt x="244377" y="1006094"/>
                  </a:lnTo>
                  <a:lnTo>
                    <a:pt x="244382" y="1006086"/>
                  </a:lnTo>
                  <a:lnTo>
                    <a:pt x="244398" y="1006076"/>
                  </a:lnTo>
                  <a:lnTo>
                    <a:pt x="244419" y="1006070"/>
                  </a:lnTo>
                  <a:lnTo>
                    <a:pt x="244458" y="1006055"/>
                  </a:lnTo>
                  <a:lnTo>
                    <a:pt x="244475" y="1006044"/>
                  </a:lnTo>
                  <a:lnTo>
                    <a:pt x="244480" y="1006030"/>
                  </a:lnTo>
                  <a:lnTo>
                    <a:pt x="244491" y="1006012"/>
                  </a:lnTo>
                  <a:lnTo>
                    <a:pt x="244509" y="1005974"/>
                  </a:lnTo>
                  <a:lnTo>
                    <a:pt x="244526" y="1005951"/>
                  </a:lnTo>
                  <a:lnTo>
                    <a:pt x="244540" y="1005927"/>
                  </a:lnTo>
                  <a:lnTo>
                    <a:pt x="244570" y="1005897"/>
                  </a:lnTo>
                  <a:lnTo>
                    <a:pt x="244611" y="1005847"/>
                  </a:lnTo>
                  <a:lnTo>
                    <a:pt x="244628" y="1005817"/>
                  </a:lnTo>
                  <a:lnTo>
                    <a:pt x="244649" y="1005776"/>
                  </a:lnTo>
                  <a:lnTo>
                    <a:pt x="244656" y="1005750"/>
                  </a:lnTo>
                  <a:lnTo>
                    <a:pt x="244654" y="1005732"/>
                  </a:lnTo>
                  <a:lnTo>
                    <a:pt x="244655" y="1005713"/>
                  </a:lnTo>
                  <a:lnTo>
                    <a:pt x="244645" y="1005684"/>
                  </a:lnTo>
                  <a:lnTo>
                    <a:pt x="244631" y="1005657"/>
                  </a:lnTo>
                  <a:lnTo>
                    <a:pt x="244616" y="1005583"/>
                  </a:lnTo>
                  <a:lnTo>
                    <a:pt x="244604" y="1005561"/>
                  </a:lnTo>
                  <a:lnTo>
                    <a:pt x="244599" y="1005556"/>
                  </a:lnTo>
                  <a:lnTo>
                    <a:pt x="244578" y="1005534"/>
                  </a:lnTo>
                  <a:lnTo>
                    <a:pt x="244582" y="1005528"/>
                  </a:lnTo>
                  <a:lnTo>
                    <a:pt x="244598" y="1005522"/>
                  </a:lnTo>
                  <a:lnTo>
                    <a:pt x="244614" y="1005518"/>
                  </a:lnTo>
                  <a:lnTo>
                    <a:pt x="244629" y="1005513"/>
                  </a:lnTo>
                  <a:lnTo>
                    <a:pt x="244665" y="1005500"/>
                  </a:lnTo>
                  <a:lnTo>
                    <a:pt x="244688" y="1005490"/>
                  </a:lnTo>
                  <a:lnTo>
                    <a:pt x="244717" y="1005464"/>
                  </a:lnTo>
                  <a:lnTo>
                    <a:pt x="244729" y="1005436"/>
                  </a:lnTo>
                  <a:lnTo>
                    <a:pt x="244746" y="1005409"/>
                  </a:lnTo>
                  <a:lnTo>
                    <a:pt x="244749" y="1005394"/>
                  </a:lnTo>
                  <a:lnTo>
                    <a:pt x="244750" y="1005383"/>
                  </a:lnTo>
                  <a:lnTo>
                    <a:pt x="244748" y="1005375"/>
                  </a:lnTo>
                  <a:lnTo>
                    <a:pt x="244740" y="1005366"/>
                  </a:lnTo>
                  <a:lnTo>
                    <a:pt x="244705" y="1005346"/>
                  </a:lnTo>
                  <a:lnTo>
                    <a:pt x="244674" y="1005327"/>
                  </a:lnTo>
                  <a:lnTo>
                    <a:pt x="244653" y="1005302"/>
                  </a:lnTo>
                  <a:lnTo>
                    <a:pt x="244617" y="1005265"/>
                  </a:lnTo>
                  <a:lnTo>
                    <a:pt x="244586" y="1005243"/>
                  </a:lnTo>
                  <a:lnTo>
                    <a:pt x="244524" y="1005202"/>
                  </a:lnTo>
                  <a:lnTo>
                    <a:pt x="244489" y="1005171"/>
                  </a:lnTo>
                  <a:lnTo>
                    <a:pt x="244467" y="1005146"/>
                  </a:lnTo>
                  <a:lnTo>
                    <a:pt x="244462" y="1005123"/>
                  </a:lnTo>
                  <a:lnTo>
                    <a:pt x="244459" y="1005069"/>
                  </a:lnTo>
                  <a:lnTo>
                    <a:pt x="244451" y="1005031"/>
                  </a:lnTo>
                  <a:lnTo>
                    <a:pt x="244446" y="1004997"/>
                  </a:lnTo>
                  <a:lnTo>
                    <a:pt x="244450" y="1004971"/>
                  </a:lnTo>
                  <a:lnTo>
                    <a:pt x="244459" y="1004959"/>
                  </a:lnTo>
                  <a:lnTo>
                    <a:pt x="244486" y="1004931"/>
                  </a:lnTo>
                  <a:lnTo>
                    <a:pt x="244493" y="1004925"/>
                  </a:lnTo>
                  <a:lnTo>
                    <a:pt x="244494" y="1004916"/>
                  </a:lnTo>
                  <a:lnTo>
                    <a:pt x="244505" y="1004898"/>
                  </a:lnTo>
                  <a:lnTo>
                    <a:pt x="244548" y="1004860"/>
                  </a:lnTo>
                  <a:lnTo>
                    <a:pt x="244569" y="1004838"/>
                  </a:lnTo>
                  <a:lnTo>
                    <a:pt x="244589" y="1004784"/>
                  </a:lnTo>
                  <a:lnTo>
                    <a:pt x="244591" y="1004756"/>
                  </a:lnTo>
                  <a:lnTo>
                    <a:pt x="244618" y="1004717"/>
                  </a:lnTo>
                  <a:lnTo>
                    <a:pt x="244628" y="1004683"/>
                  </a:lnTo>
                  <a:lnTo>
                    <a:pt x="244639" y="1004625"/>
                  </a:lnTo>
                  <a:lnTo>
                    <a:pt x="244646" y="1004581"/>
                  </a:lnTo>
                  <a:lnTo>
                    <a:pt x="244645" y="1004532"/>
                  </a:lnTo>
                  <a:lnTo>
                    <a:pt x="244647" y="1004503"/>
                  </a:lnTo>
                  <a:lnTo>
                    <a:pt x="244647" y="1004491"/>
                  </a:lnTo>
                  <a:lnTo>
                    <a:pt x="244669" y="1004483"/>
                  </a:lnTo>
                  <a:lnTo>
                    <a:pt x="244705" y="1004479"/>
                  </a:lnTo>
                  <a:lnTo>
                    <a:pt x="244728" y="1004469"/>
                  </a:lnTo>
                  <a:lnTo>
                    <a:pt x="244761" y="1004442"/>
                  </a:lnTo>
                  <a:lnTo>
                    <a:pt x="244799" y="1004408"/>
                  </a:lnTo>
                  <a:lnTo>
                    <a:pt x="244824" y="1004366"/>
                  </a:lnTo>
                  <a:lnTo>
                    <a:pt x="244840" y="1004336"/>
                  </a:lnTo>
                  <a:lnTo>
                    <a:pt x="244873" y="1004285"/>
                  </a:lnTo>
                  <a:lnTo>
                    <a:pt x="244894" y="1004246"/>
                  </a:lnTo>
                  <a:lnTo>
                    <a:pt x="244904" y="1004215"/>
                  </a:lnTo>
                  <a:lnTo>
                    <a:pt x="244908" y="1004199"/>
                  </a:lnTo>
                  <a:lnTo>
                    <a:pt x="244895" y="1004188"/>
                  </a:lnTo>
                  <a:lnTo>
                    <a:pt x="244841" y="1004164"/>
                  </a:lnTo>
                  <a:lnTo>
                    <a:pt x="244805" y="1004141"/>
                  </a:lnTo>
                  <a:lnTo>
                    <a:pt x="244784" y="1004118"/>
                  </a:lnTo>
                  <a:lnTo>
                    <a:pt x="244773" y="1004087"/>
                  </a:lnTo>
                  <a:lnTo>
                    <a:pt x="244733" y="1004040"/>
                  </a:lnTo>
                  <a:lnTo>
                    <a:pt x="244711" y="1004021"/>
                  </a:lnTo>
                  <a:lnTo>
                    <a:pt x="244700" y="1004006"/>
                  </a:lnTo>
                  <a:lnTo>
                    <a:pt x="244651" y="1003967"/>
                  </a:lnTo>
                  <a:lnTo>
                    <a:pt x="244641" y="1003954"/>
                  </a:lnTo>
                  <a:lnTo>
                    <a:pt x="244624" y="1003930"/>
                  </a:lnTo>
                  <a:lnTo>
                    <a:pt x="244613" y="1003897"/>
                  </a:lnTo>
                  <a:lnTo>
                    <a:pt x="244598" y="1003840"/>
                  </a:lnTo>
                  <a:lnTo>
                    <a:pt x="244580" y="1003785"/>
                  </a:lnTo>
                  <a:lnTo>
                    <a:pt x="244581" y="1003761"/>
                  </a:lnTo>
                  <a:lnTo>
                    <a:pt x="244587" y="1003708"/>
                  </a:lnTo>
                  <a:lnTo>
                    <a:pt x="244593" y="1003650"/>
                  </a:lnTo>
                  <a:lnTo>
                    <a:pt x="244597" y="1003622"/>
                  </a:lnTo>
                  <a:lnTo>
                    <a:pt x="244586" y="1003574"/>
                  </a:lnTo>
                  <a:lnTo>
                    <a:pt x="244581" y="1003529"/>
                  </a:lnTo>
                  <a:lnTo>
                    <a:pt x="244579" y="1003507"/>
                  </a:lnTo>
                  <a:lnTo>
                    <a:pt x="244607" y="1003440"/>
                  </a:lnTo>
                  <a:lnTo>
                    <a:pt x="244630" y="1003378"/>
                  </a:lnTo>
                  <a:lnTo>
                    <a:pt x="244679" y="1003315"/>
                  </a:lnTo>
                  <a:lnTo>
                    <a:pt x="244710" y="1003279"/>
                  </a:lnTo>
                  <a:lnTo>
                    <a:pt x="244730" y="1003249"/>
                  </a:lnTo>
                  <a:lnTo>
                    <a:pt x="244750" y="1003212"/>
                  </a:lnTo>
                  <a:lnTo>
                    <a:pt x="244762" y="1003164"/>
                  </a:lnTo>
                  <a:lnTo>
                    <a:pt x="244763" y="1003139"/>
                  </a:lnTo>
                  <a:lnTo>
                    <a:pt x="244757" y="1003107"/>
                  </a:lnTo>
                  <a:lnTo>
                    <a:pt x="244739" y="1003066"/>
                  </a:lnTo>
                  <a:lnTo>
                    <a:pt x="244707" y="1003015"/>
                  </a:lnTo>
                  <a:lnTo>
                    <a:pt x="244693" y="1002990"/>
                  </a:lnTo>
                  <a:lnTo>
                    <a:pt x="244689" y="1002979"/>
                  </a:lnTo>
                  <a:lnTo>
                    <a:pt x="244694" y="1002968"/>
                  </a:lnTo>
                  <a:lnTo>
                    <a:pt x="244703" y="1002964"/>
                  </a:lnTo>
                  <a:lnTo>
                    <a:pt x="244795" y="1002907"/>
                  </a:lnTo>
                  <a:lnTo>
                    <a:pt x="244821" y="1002884"/>
                  </a:lnTo>
                  <a:lnTo>
                    <a:pt x="244831" y="1002830"/>
                  </a:lnTo>
                  <a:lnTo>
                    <a:pt x="244828" y="1002781"/>
                  </a:lnTo>
                  <a:lnTo>
                    <a:pt x="244831" y="1002744"/>
                  </a:lnTo>
                  <a:lnTo>
                    <a:pt x="244832" y="1002712"/>
                  </a:lnTo>
                  <a:lnTo>
                    <a:pt x="244853" y="1002680"/>
                  </a:lnTo>
                  <a:lnTo>
                    <a:pt x="244862" y="1002658"/>
                  </a:lnTo>
                  <a:lnTo>
                    <a:pt x="244860" y="1002637"/>
                  </a:lnTo>
                  <a:lnTo>
                    <a:pt x="244852" y="1002618"/>
                  </a:lnTo>
                  <a:lnTo>
                    <a:pt x="244826" y="1002581"/>
                  </a:lnTo>
                  <a:lnTo>
                    <a:pt x="244794" y="1002526"/>
                  </a:lnTo>
                  <a:lnTo>
                    <a:pt x="244767" y="1002467"/>
                  </a:lnTo>
                  <a:lnTo>
                    <a:pt x="244735" y="1002425"/>
                  </a:lnTo>
                  <a:lnTo>
                    <a:pt x="244714" y="1002398"/>
                  </a:lnTo>
                  <a:lnTo>
                    <a:pt x="244700" y="1002368"/>
                  </a:lnTo>
                  <a:lnTo>
                    <a:pt x="244684" y="1002345"/>
                  </a:lnTo>
                  <a:lnTo>
                    <a:pt x="244674" y="1002338"/>
                  </a:lnTo>
                  <a:lnTo>
                    <a:pt x="244667" y="1002334"/>
                  </a:lnTo>
                  <a:lnTo>
                    <a:pt x="244644" y="1002325"/>
                  </a:lnTo>
                  <a:lnTo>
                    <a:pt x="244597" y="1002309"/>
                  </a:lnTo>
                  <a:lnTo>
                    <a:pt x="244575" y="1002301"/>
                  </a:lnTo>
                  <a:lnTo>
                    <a:pt x="244558" y="1002288"/>
                  </a:lnTo>
                  <a:lnTo>
                    <a:pt x="244539" y="1002269"/>
                  </a:lnTo>
                  <a:lnTo>
                    <a:pt x="244528" y="1002245"/>
                  </a:lnTo>
                  <a:lnTo>
                    <a:pt x="244521" y="1002217"/>
                  </a:lnTo>
                  <a:lnTo>
                    <a:pt x="244520" y="1002184"/>
                  </a:lnTo>
                  <a:lnTo>
                    <a:pt x="244523" y="1002145"/>
                  </a:lnTo>
                  <a:lnTo>
                    <a:pt x="244514" y="1002121"/>
                  </a:lnTo>
                  <a:lnTo>
                    <a:pt x="244495" y="1002098"/>
                  </a:lnTo>
                  <a:lnTo>
                    <a:pt x="244472" y="1002072"/>
                  </a:lnTo>
                  <a:lnTo>
                    <a:pt x="244469" y="1002057"/>
                  </a:lnTo>
                  <a:lnTo>
                    <a:pt x="244478" y="1002040"/>
                  </a:lnTo>
                  <a:lnTo>
                    <a:pt x="244509" y="1002009"/>
                  </a:lnTo>
                  <a:lnTo>
                    <a:pt x="244548" y="1001965"/>
                  </a:lnTo>
                  <a:lnTo>
                    <a:pt x="244588" y="1001929"/>
                  </a:lnTo>
                  <a:lnTo>
                    <a:pt x="244604" y="1001905"/>
                  </a:lnTo>
                  <a:lnTo>
                    <a:pt x="244617" y="1001888"/>
                  </a:lnTo>
                  <a:lnTo>
                    <a:pt x="244663" y="1001829"/>
                  </a:lnTo>
                  <a:lnTo>
                    <a:pt x="244682" y="1001791"/>
                  </a:lnTo>
                  <a:lnTo>
                    <a:pt x="244683" y="1001750"/>
                  </a:lnTo>
                  <a:lnTo>
                    <a:pt x="244687" y="1001736"/>
                  </a:lnTo>
                  <a:lnTo>
                    <a:pt x="244705" y="1001717"/>
                  </a:lnTo>
                  <a:lnTo>
                    <a:pt x="244727" y="1001703"/>
                  </a:lnTo>
                  <a:lnTo>
                    <a:pt x="244749" y="1001684"/>
                  </a:lnTo>
                  <a:lnTo>
                    <a:pt x="244760" y="1001668"/>
                  </a:lnTo>
                  <a:lnTo>
                    <a:pt x="244767" y="1001627"/>
                  </a:lnTo>
                  <a:lnTo>
                    <a:pt x="244772" y="1001567"/>
                  </a:lnTo>
                  <a:lnTo>
                    <a:pt x="244781" y="1001529"/>
                  </a:lnTo>
                  <a:lnTo>
                    <a:pt x="244779" y="1001505"/>
                  </a:lnTo>
                  <a:lnTo>
                    <a:pt x="244765" y="1001476"/>
                  </a:lnTo>
                  <a:lnTo>
                    <a:pt x="244760" y="1001461"/>
                  </a:lnTo>
                  <a:lnTo>
                    <a:pt x="244765" y="1001424"/>
                  </a:lnTo>
                  <a:lnTo>
                    <a:pt x="244773" y="1001404"/>
                  </a:lnTo>
                  <a:lnTo>
                    <a:pt x="244777" y="1001393"/>
                  </a:lnTo>
                  <a:lnTo>
                    <a:pt x="244781" y="1001384"/>
                  </a:lnTo>
                  <a:lnTo>
                    <a:pt x="244783" y="1001351"/>
                  </a:lnTo>
                  <a:lnTo>
                    <a:pt x="244783" y="1001327"/>
                  </a:lnTo>
                  <a:lnTo>
                    <a:pt x="244783" y="1001320"/>
                  </a:lnTo>
                  <a:lnTo>
                    <a:pt x="244779" y="1001316"/>
                  </a:lnTo>
                  <a:lnTo>
                    <a:pt x="244758" y="1001305"/>
                  </a:lnTo>
                  <a:lnTo>
                    <a:pt x="244749" y="1001295"/>
                  </a:lnTo>
                  <a:lnTo>
                    <a:pt x="244742" y="1001284"/>
                  </a:lnTo>
                  <a:lnTo>
                    <a:pt x="244733" y="1001258"/>
                  </a:lnTo>
                  <a:lnTo>
                    <a:pt x="244726" y="1001235"/>
                  </a:lnTo>
                  <a:lnTo>
                    <a:pt x="244719" y="1001217"/>
                  </a:lnTo>
                  <a:lnTo>
                    <a:pt x="244704" y="1001181"/>
                  </a:lnTo>
                  <a:lnTo>
                    <a:pt x="244696" y="1001140"/>
                  </a:lnTo>
                  <a:lnTo>
                    <a:pt x="244698" y="1001111"/>
                  </a:lnTo>
                  <a:lnTo>
                    <a:pt x="244703" y="1001093"/>
                  </a:lnTo>
                  <a:lnTo>
                    <a:pt x="244724" y="1001053"/>
                  </a:lnTo>
                  <a:lnTo>
                    <a:pt x="244766" y="1000989"/>
                  </a:lnTo>
                  <a:lnTo>
                    <a:pt x="244844" y="1000915"/>
                  </a:lnTo>
                  <a:lnTo>
                    <a:pt x="244874" y="1000867"/>
                  </a:lnTo>
                  <a:lnTo>
                    <a:pt x="244892" y="1000836"/>
                  </a:lnTo>
                  <a:lnTo>
                    <a:pt x="244922" y="1000777"/>
                  </a:lnTo>
                  <a:lnTo>
                    <a:pt x="244981" y="1000678"/>
                  </a:lnTo>
                  <a:lnTo>
                    <a:pt x="245016" y="1000614"/>
                  </a:lnTo>
                  <a:lnTo>
                    <a:pt x="245091" y="1000489"/>
                  </a:lnTo>
                  <a:lnTo>
                    <a:pt x="245141" y="1000402"/>
                  </a:lnTo>
                  <a:lnTo>
                    <a:pt x="245242" y="1000222"/>
                  </a:lnTo>
                  <a:lnTo>
                    <a:pt x="245333" y="1000065"/>
                  </a:lnTo>
                  <a:lnTo>
                    <a:pt x="245416" y="999914"/>
                  </a:lnTo>
                  <a:lnTo>
                    <a:pt x="245461" y="999839"/>
                  </a:lnTo>
                  <a:lnTo>
                    <a:pt x="245502" y="999766"/>
                  </a:lnTo>
                  <a:lnTo>
                    <a:pt x="245522" y="999735"/>
                  </a:lnTo>
                  <a:lnTo>
                    <a:pt x="245529" y="999725"/>
                  </a:lnTo>
                  <a:lnTo>
                    <a:pt x="245551" y="999690"/>
                  </a:lnTo>
                  <a:lnTo>
                    <a:pt x="245561" y="999679"/>
                  </a:lnTo>
                  <a:lnTo>
                    <a:pt x="245574" y="999663"/>
                  </a:lnTo>
                  <a:lnTo>
                    <a:pt x="245605" y="999625"/>
                  </a:lnTo>
                  <a:lnTo>
                    <a:pt x="245625" y="999610"/>
                  </a:lnTo>
                  <a:lnTo>
                    <a:pt x="245663" y="999586"/>
                  </a:lnTo>
                  <a:lnTo>
                    <a:pt x="245673" y="999577"/>
                  </a:lnTo>
                  <a:lnTo>
                    <a:pt x="245676" y="999558"/>
                  </a:lnTo>
                  <a:lnTo>
                    <a:pt x="245677" y="999545"/>
                  </a:lnTo>
                  <a:lnTo>
                    <a:pt x="245674" y="999522"/>
                  </a:lnTo>
                  <a:lnTo>
                    <a:pt x="245662" y="999501"/>
                  </a:lnTo>
                  <a:lnTo>
                    <a:pt x="245630" y="999469"/>
                  </a:lnTo>
                  <a:lnTo>
                    <a:pt x="245597" y="999443"/>
                  </a:lnTo>
                  <a:lnTo>
                    <a:pt x="245559" y="999405"/>
                  </a:lnTo>
                  <a:lnTo>
                    <a:pt x="245534" y="999398"/>
                  </a:lnTo>
                  <a:lnTo>
                    <a:pt x="245522" y="999398"/>
                  </a:lnTo>
                  <a:lnTo>
                    <a:pt x="245502" y="999396"/>
                  </a:lnTo>
                  <a:lnTo>
                    <a:pt x="245484" y="999351"/>
                  </a:lnTo>
                  <a:lnTo>
                    <a:pt x="245458" y="999305"/>
                  </a:lnTo>
                  <a:lnTo>
                    <a:pt x="245431" y="999279"/>
                  </a:lnTo>
                  <a:lnTo>
                    <a:pt x="245403" y="999257"/>
                  </a:lnTo>
                  <a:lnTo>
                    <a:pt x="245358" y="999241"/>
                  </a:lnTo>
                  <a:lnTo>
                    <a:pt x="245331" y="999226"/>
                  </a:lnTo>
                  <a:lnTo>
                    <a:pt x="245289" y="999207"/>
                  </a:lnTo>
                  <a:lnTo>
                    <a:pt x="245261" y="999183"/>
                  </a:lnTo>
                  <a:lnTo>
                    <a:pt x="245247" y="999158"/>
                  </a:lnTo>
                  <a:lnTo>
                    <a:pt x="245238" y="999147"/>
                  </a:lnTo>
                  <a:lnTo>
                    <a:pt x="245230" y="999132"/>
                  </a:lnTo>
                  <a:lnTo>
                    <a:pt x="245218" y="999116"/>
                  </a:lnTo>
                  <a:lnTo>
                    <a:pt x="245203" y="999100"/>
                  </a:lnTo>
                  <a:lnTo>
                    <a:pt x="245182" y="999086"/>
                  </a:lnTo>
                  <a:lnTo>
                    <a:pt x="245154" y="999078"/>
                  </a:lnTo>
                  <a:lnTo>
                    <a:pt x="245139" y="999070"/>
                  </a:lnTo>
                  <a:lnTo>
                    <a:pt x="245112" y="999049"/>
                  </a:lnTo>
                  <a:lnTo>
                    <a:pt x="245099" y="999038"/>
                  </a:lnTo>
                  <a:lnTo>
                    <a:pt x="245089" y="999034"/>
                  </a:lnTo>
                  <a:lnTo>
                    <a:pt x="245079" y="999031"/>
                  </a:lnTo>
                  <a:lnTo>
                    <a:pt x="245063" y="999029"/>
                  </a:lnTo>
                  <a:lnTo>
                    <a:pt x="245054" y="999027"/>
                  </a:lnTo>
                  <a:lnTo>
                    <a:pt x="245041" y="999015"/>
                  </a:lnTo>
                  <a:lnTo>
                    <a:pt x="245031" y="998999"/>
                  </a:lnTo>
                  <a:lnTo>
                    <a:pt x="245025" y="998986"/>
                  </a:lnTo>
                  <a:lnTo>
                    <a:pt x="245017" y="998976"/>
                  </a:lnTo>
                  <a:lnTo>
                    <a:pt x="245000" y="998952"/>
                  </a:lnTo>
                  <a:lnTo>
                    <a:pt x="244982" y="998939"/>
                  </a:lnTo>
                  <a:lnTo>
                    <a:pt x="244954" y="998934"/>
                  </a:lnTo>
                  <a:lnTo>
                    <a:pt x="244870" y="998922"/>
                  </a:lnTo>
                  <a:lnTo>
                    <a:pt x="244836" y="998916"/>
                  </a:lnTo>
                  <a:lnTo>
                    <a:pt x="244810" y="998915"/>
                  </a:lnTo>
                  <a:lnTo>
                    <a:pt x="244753" y="998905"/>
                  </a:lnTo>
                  <a:lnTo>
                    <a:pt x="244727" y="998887"/>
                  </a:lnTo>
                  <a:lnTo>
                    <a:pt x="244692" y="998852"/>
                  </a:lnTo>
                  <a:lnTo>
                    <a:pt x="244667" y="998835"/>
                  </a:lnTo>
                  <a:lnTo>
                    <a:pt x="244652" y="998818"/>
                  </a:lnTo>
                  <a:lnTo>
                    <a:pt x="244623" y="998796"/>
                  </a:lnTo>
                  <a:lnTo>
                    <a:pt x="244603" y="998780"/>
                  </a:lnTo>
                  <a:lnTo>
                    <a:pt x="244596" y="998764"/>
                  </a:lnTo>
                  <a:lnTo>
                    <a:pt x="244568" y="998713"/>
                  </a:lnTo>
                  <a:lnTo>
                    <a:pt x="244549" y="998655"/>
                  </a:lnTo>
                  <a:lnTo>
                    <a:pt x="244528" y="998588"/>
                  </a:lnTo>
                  <a:lnTo>
                    <a:pt x="244511" y="998524"/>
                  </a:lnTo>
                  <a:lnTo>
                    <a:pt x="244501" y="998462"/>
                  </a:lnTo>
                  <a:lnTo>
                    <a:pt x="244495" y="998431"/>
                  </a:lnTo>
                  <a:lnTo>
                    <a:pt x="244492" y="998412"/>
                  </a:lnTo>
                  <a:lnTo>
                    <a:pt x="244488" y="998403"/>
                  </a:lnTo>
                  <a:lnTo>
                    <a:pt x="244479" y="998401"/>
                  </a:lnTo>
                  <a:lnTo>
                    <a:pt x="244470" y="998411"/>
                  </a:lnTo>
                  <a:lnTo>
                    <a:pt x="244451" y="998466"/>
                  </a:lnTo>
                  <a:lnTo>
                    <a:pt x="244442" y="998501"/>
                  </a:lnTo>
                  <a:lnTo>
                    <a:pt x="244422" y="998539"/>
                  </a:lnTo>
                  <a:lnTo>
                    <a:pt x="244393" y="998578"/>
                  </a:lnTo>
                  <a:lnTo>
                    <a:pt x="244365" y="998615"/>
                  </a:lnTo>
                  <a:lnTo>
                    <a:pt x="244324" y="998676"/>
                  </a:lnTo>
                  <a:lnTo>
                    <a:pt x="244280" y="998716"/>
                  </a:lnTo>
                  <a:lnTo>
                    <a:pt x="244251" y="998735"/>
                  </a:lnTo>
                  <a:lnTo>
                    <a:pt x="244222" y="998747"/>
                  </a:lnTo>
                  <a:lnTo>
                    <a:pt x="244164" y="998774"/>
                  </a:lnTo>
                  <a:lnTo>
                    <a:pt x="244122" y="998780"/>
                  </a:lnTo>
                  <a:lnTo>
                    <a:pt x="244083" y="998782"/>
                  </a:lnTo>
                  <a:lnTo>
                    <a:pt x="244054" y="998775"/>
                  </a:lnTo>
                  <a:lnTo>
                    <a:pt x="244010" y="998759"/>
                  </a:lnTo>
                  <a:lnTo>
                    <a:pt x="243985" y="998749"/>
                  </a:lnTo>
                  <a:lnTo>
                    <a:pt x="243977" y="998730"/>
                  </a:lnTo>
                  <a:lnTo>
                    <a:pt x="243958" y="998698"/>
                  </a:lnTo>
                  <a:lnTo>
                    <a:pt x="243939" y="998665"/>
                  </a:lnTo>
                  <a:lnTo>
                    <a:pt x="243908" y="998625"/>
                  </a:lnTo>
                  <a:lnTo>
                    <a:pt x="243863" y="998575"/>
                  </a:lnTo>
                  <a:lnTo>
                    <a:pt x="243824" y="998542"/>
                  </a:lnTo>
                  <a:lnTo>
                    <a:pt x="243803" y="998530"/>
                  </a:lnTo>
                  <a:lnTo>
                    <a:pt x="243795" y="998526"/>
                  </a:lnTo>
                  <a:lnTo>
                    <a:pt x="243776" y="998526"/>
                  </a:lnTo>
                  <a:lnTo>
                    <a:pt x="243729" y="998531"/>
                  </a:lnTo>
                  <a:lnTo>
                    <a:pt x="243702" y="998534"/>
                  </a:lnTo>
                  <a:lnTo>
                    <a:pt x="243684" y="998533"/>
                  </a:lnTo>
                  <a:lnTo>
                    <a:pt x="243646" y="998527"/>
                  </a:lnTo>
                  <a:lnTo>
                    <a:pt x="243609" y="998516"/>
                  </a:lnTo>
                  <a:lnTo>
                    <a:pt x="243568" y="998500"/>
                  </a:lnTo>
                  <a:lnTo>
                    <a:pt x="243517" y="998494"/>
                  </a:lnTo>
                  <a:lnTo>
                    <a:pt x="243483" y="998486"/>
                  </a:lnTo>
                  <a:lnTo>
                    <a:pt x="243463" y="998467"/>
                  </a:lnTo>
                  <a:lnTo>
                    <a:pt x="243445" y="998444"/>
                  </a:lnTo>
                  <a:lnTo>
                    <a:pt x="243437" y="998385"/>
                  </a:lnTo>
                  <a:lnTo>
                    <a:pt x="243428" y="998349"/>
                  </a:lnTo>
                  <a:lnTo>
                    <a:pt x="243417" y="998313"/>
                  </a:lnTo>
                  <a:lnTo>
                    <a:pt x="243420" y="998266"/>
                  </a:lnTo>
                  <a:lnTo>
                    <a:pt x="243432" y="998213"/>
                  </a:lnTo>
                  <a:lnTo>
                    <a:pt x="243428" y="998190"/>
                  </a:lnTo>
                  <a:lnTo>
                    <a:pt x="243428" y="998175"/>
                  </a:lnTo>
                  <a:lnTo>
                    <a:pt x="243414" y="998144"/>
                  </a:lnTo>
                  <a:lnTo>
                    <a:pt x="243404" y="998115"/>
                  </a:lnTo>
                  <a:lnTo>
                    <a:pt x="243405" y="998085"/>
                  </a:lnTo>
                  <a:lnTo>
                    <a:pt x="243413" y="998067"/>
                  </a:lnTo>
                  <a:lnTo>
                    <a:pt x="243404" y="998023"/>
                  </a:lnTo>
                  <a:lnTo>
                    <a:pt x="243403" y="997992"/>
                  </a:lnTo>
                  <a:lnTo>
                    <a:pt x="243406" y="997968"/>
                  </a:lnTo>
                  <a:lnTo>
                    <a:pt x="243419" y="997915"/>
                  </a:lnTo>
                  <a:lnTo>
                    <a:pt x="243420" y="997892"/>
                  </a:lnTo>
                  <a:lnTo>
                    <a:pt x="243384" y="997830"/>
                  </a:lnTo>
                  <a:lnTo>
                    <a:pt x="243366" y="997811"/>
                  </a:lnTo>
                  <a:lnTo>
                    <a:pt x="243304" y="997783"/>
                  </a:lnTo>
                  <a:lnTo>
                    <a:pt x="243266" y="997771"/>
                  </a:lnTo>
                  <a:lnTo>
                    <a:pt x="243165" y="997748"/>
                  </a:lnTo>
                  <a:lnTo>
                    <a:pt x="243121" y="997743"/>
                  </a:lnTo>
                  <a:lnTo>
                    <a:pt x="243079" y="997738"/>
                  </a:lnTo>
                  <a:lnTo>
                    <a:pt x="243050" y="997718"/>
                  </a:lnTo>
                  <a:lnTo>
                    <a:pt x="243037" y="997686"/>
                  </a:lnTo>
                  <a:lnTo>
                    <a:pt x="243026" y="997655"/>
                  </a:lnTo>
                  <a:lnTo>
                    <a:pt x="243006" y="997618"/>
                  </a:lnTo>
                  <a:lnTo>
                    <a:pt x="242979" y="997590"/>
                  </a:lnTo>
                  <a:lnTo>
                    <a:pt x="242956" y="997577"/>
                  </a:lnTo>
                  <a:lnTo>
                    <a:pt x="242941" y="997569"/>
                  </a:lnTo>
                  <a:lnTo>
                    <a:pt x="242915" y="997545"/>
                  </a:lnTo>
                  <a:lnTo>
                    <a:pt x="242884" y="997533"/>
                  </a:lnTo>
                  <a:lnTo>
                    <a:pt x="242856" y="997532"/>
                  </a:lnTo>
                  <a:lnTo>
                    <a:pt x="242837" y="997533"/>
                  </a:lnTo>
                  <a:lnTo>
                    <a:pt x="242776" y="997569"/>
                  </a:lnTo>
                  <a:lnTo>
                    <a:pt x="242731" y="997605"/>
                  </a:lnTo>
                  <a:lnTo>
                    <a:pt x="242692" y="997640"/>
                  </a:lnTo>
                  <a:lnTo>
                    <a:pt x="242674" y="997671"/>
                  </a:lnTo>
                  <a:lnTo>
                    <a:pt x="242627" y="997713"/>
                  </a:lnTo>
                  <a:lnTo>
                    <a:pt x="242602" y="997726"/>
                  </a:lnTo>
                  <a:lnTo>
                    <a:pt x="242584" y="997732"/>
                  </a:lnTo>
                  <a:lnTo>
                    <a:pt x="242547" y="997739"/>
                  </a:lnTo>
                  <a:lnTo>
                    <a:pt x="242492" y="997741"/>
                  </a:lnTo>
                  <a:lnTo>
                    <a:pt x="242463" y="997733"/>
                  </a:lnTo>
                  <a:lnTo>
                    <a:pt x="242443" y="997727"/>
                  </a:lnTo>
                  <a:lnTo>
                    <a:pt x="242362" y="997677"/>
                  </a:lnTo>
                  <a:lnTo>
                    <a:pt x="242315" y="997622"/>
                  </a:lnTo>
                  <a:lnTo>
                    <a:pt x="242294" y="997577"/>
                  </a:lnTo>
                  <a:lnTo>
                    <a:pt x="242265" y="997538"/>
                  </a:lnTo>
                  <a:lnTo>
                    <a:pt x="242253" y="997500"/>
                  </a:lnTo>
                  <a:lnTo>
                    <a:pt x="242251" y="997467"/>
                  </a:lnTo>
                  <a:lnTo>
                    <a:pt x="242262" y="997403"/>
                  </a:lnTo>
                  <a:lnTo>
                    <a:pt x="242282" y="997323"/>
                  </a:lnTo>
                  <a:lnTo>
                    <a:pt x="242314" y="997254"/>
                  </a:lnTo>
                  <a:lnTo>
                    <a:pt x="242320" y="997232"/>
                  </a:lnTo>
                  <a:lnTo>
                    <a:pt x="242319" y="997206"/>
                  </a:lnTo>
                  <a:lnTo>
                    <a:pt x="242292" y="997156"/>
                  </a:lnTo>
                  <a:lnTo>
                    <a:pt x="242268" y="997119"/>
                  </a:lnTo>
                  <a:lnTo>
                    <a:pt x="242212" y="997080"/>
                  </a:lnTo>
                  <a:lnTo>
                    <a:pt x="242169" y="997043"/>
                  </a:lnTo>
                  <a:lnTo>
                    <a:pt x="242098" y="996991"/>
                  </a:lnTo>
                  <a:lnTo>
                    <a:pt x="242064" y="996957"/>
                  </a:lnTo>
                  <a:lnTo>
                    <a:pt x="242029" y="996913"/>
                  </a:lnTo>
                  <a:lnTo>
                    <a:pt x="242003" y="996866"/>
                  </a:lnTo>
                  <a:lnTo>
                    <a:pt x="241997" y="996851"/>
                  </a:lnTo>
                  <a:lnTo>
                    <a:pt x="241988" y="996833"/>
                  </a:lnTo>
                  <a:lnTo>
                    <a:pt x="241978" y="996809"/>
                  </a:lnTo>
                  <a:lnTo>
                    <a:pt x="241973" y="996775"/>
                  </a:lnTo>
                  <a:lnTo>
                    <a:pt x="241963" y="996714"/>
                  </a:lnTo>
                  <a:lnTo>
                    <a:pt x="241966" y="996675"/>
                  </a:lnTo>
                  <a:lnTo>
                    <a:pt x="241980" y="996642"/>
                  </a:lnTo>
                  <a:lnTo>
                    <a:pt x="241988" y="996581"/>
                  </a:lnTo>
                  <a:lnTo>
                    <a:pt x="241997" y="996539"/>
                  </a:lnTo>
                  <a:lnTo>
                    <a:pt x="242000" y="996466"/>
                  </a:lnTo>
                  <a:lnTo>
                    <a:pt x="241995" y="996436"/>
                  </a:lnTo>
                  <a:lnTo>
                    <a:pt x="241967" y="996382"/>
                  </a:lnTo>
                  <a:lnTo>
                    <a:pt x="241927" y="996343"/>
                  </a:lnTo>
                  <a:lnTo>
                    <a:pt x="241889" y="996304"/>
                  </a:lnTo>
                  <a:lnTo>
                    <a:pt x="241855" y="996288"/>
                  </a:lnTo>
                  <a:lnTo>
                    <a:pt x="241794" y="996250"/>
                  </a:lnTo>
                  <a:lnTo>
                    <a:pt x="241749" y="996221"/>
                  </a:lnTo>
                  <a:lnTo>
                    <a:pt x="241717" y="996158"/>
                  </a:lnTo>
                  <a:lnTo>
                    <a:pt x="241704" y="996129"/>
                  </a:lnTo>
                  <a:lnTo>
                    <a:pt x="241674" y="995973"/>
                  </a:lnTo>
                  <a:lnTo>
                    <a:pt x="241633" y="995765"/>
                  </a:lnTo>
                  <a:lnTo>
                    <a:pt x="241591" y="995549"/>
                  </a:lnTo>
                  <a:lnTo>
                    <a:pt x="241553" y="995359"/>
                  </a:lnTo>
                  <a:lnTo>
                    <a:pt x="241511" y="995147"/>
                  </a:lnTo>
                  <a:lnTo>
                    <a:pt x="241468" y="994931"/>
                  </a:lnTo>
                  <a:lnTo>
                    <a:pt x="241421" y="994694"/>
                  </a:lnTo>
                  <a:lnTo>
                    <a:pt x="241375" y="994470"/>
                  </a:lnTo>
                  <a:lnTo>
                    <a:pt x="241336" y="994278"/>
                  </a:lnTo>
                  <a:lnTo>
                    <a:pt x="241302" y="994117"/>
                  </a:lnTo>
                  <a:lnTo>
                    <a:pt x="241290" y="994034"/>
                  </a:lnTo>
                  <a:lnTo>
                    <a:pt x="241256" y="993876"/>
                  </a:lnTo>
                  <a:lnTo>
                    <a:pt x="241215" y="993674"/>
                  </a:lnTo>
                  <a:lnTo>
                    <a:pt x="241176" y="993482"/>
                  </a:lnTo>
                  <a:lnTo>
                    <a:pt x="241139" y="993310"/>
                  </a:lnTo>
                  <a:lnTo>
                    <a:pt x="241096" y="993069"/>
                  </a:lnTo>
                  <a:lnTo>
                    <a:pt x="241061" y="992891"/>
                  </a:lnTo>
                  <a:lnTo>
                    <a:pt x="241018" y="992675"/>
                  </a:lnTo>
                  <a:lnTo>
                    <a:pt x="240982" y="992503"/>
                  </a:lnTo>
                  <a:lnTo>
                    <a:pt x="240960" y="992399"/>
                  </a:lnTo>
                  <a:lnTo>
                    <a:pt x="240928" y="992241"/>
                  </a:lnTo>
                  <a:lnTo>
                    <a:pt x="240902" y="992101"/>
                  </a:lnTo>
                  <a:lnTo>
                    <a:pt x="240883" y="992005"/>
                  </a:lnTo>
                  <a:lnTo>
                    <a:pt x="240853" y="991872"/>
                  </a:lnTo>
                  <a:lnTo>
                    <a:pt x="240837" y="991780"/>
                  </a:lnTo>
                  <a:lnTo>
                    <a:pt x="240831" y="991741"/>
                  </a:lnTo>
                  <a:lnTo>
                    <a:pt x="240831" y="991720"/>
                  </a:lnTo>
                  <a:lnTo>
                    <a:pt x="240842" y="991690"/>
                  </a:lnTo>
                  <a:lnTo>
                    <a:pt x="240857" y="991648"/>
                  </a:lnTo>
                  <a:lnTo>
                    <a:pt x="240867" y="991607"/>
                  </a:lnTo>
                  <a:lnTo>
                    <a:pt x="240879" y="991575"/>
                  </a:lnTo>
                  <a:lnTo>
                    <a:pt x="240883" y="991535"/>
                  </a:lnTo>
                  <a:lnTo>
                    <a:pt x="240891" y="991481"/>
                  </a:lnTo>
                  <a:lnTo>
                    <a:pt x="240895" y="991453"/>
                  </a:lnTo>
                  <a:lnTo>
                    <a:pt x="240902" y="991413"/>
                  </a:lnTo>
                  <a:lnTo>
                    <a:pt x="240898" y="991374"/>
                  </a:lnTo>
                  <a:lnTo>
                    <a:pt x="240901" y="991287"/>
                  </a:lnTo>
                  <a:lnTo>
                    <a:pt x="240905" y="991239"/>
                  </a:lnTo>
                  <a:lnTo>
                    <a:pt x="240905" y="991185"/>
                  </a:lnTo>
                  <a:lnTo>
                    <a:pt x="240908" y="991138"/>
                  </a:lnTo>
                  <a:lnTo>
                    <a:pt x="240911" y="991085"/>
                  </a:lnTo>
                  <a:lnTo>
                    <a:pt x="240913" y="991053"/>
                  </a:lnTo>
                  <a:lnTo>
                    <a:pt x="240916" y="991027"/>
                  </a:lnTo>
                  <a:lnTo>
                    <a:pt x="240924" y="991004"/>
                  </a:lnTo>
                  <a:lnTo>
                    <a:pt x="240940" y="990982"/>
                  </a:lnTo>
                  <a:lnTo>
                    <a:pt x="240953" y="990957"/>
                  </a:lnTo>
                  <a:lnTo>
                    <a:pt x="240956" y="990941"/>
                  </a:lnTo>
                  <a:lnTo>
                    <a:pt x="240954" y="990920"/>
                  </a:lnTo>
                  <a:lnTo>
                    <a:pt x="240952" y="990894"/>
                  </a:lnTo>
                  <a:lnTo>
                    <a:pt x="240947" y="990865"/>
                  </a:lnTo>
                  <a:lnTo>
                    <a:pt x="240949" y="990842"/>
                  </a:lnTo>
                  <a:lnTo>
                    <a:pt x="240956" y="990821"/>
                  </a:lnTo>
                  <a:lnTo>
                    <a:pt x="240973" y="990788"/>
                  </a:lnTo>
                  <a:lnTo>
                    <a:pt x="241003" y="990743"/>
                  </a:lnTo>
                  <a:lnTo>
                    <a:pt x="241024" y="990726"/>
                  </a:lnTo>
                  <a:lnTo>
                    <a:pt x="241047" y="990708"/>
                  </a:lnTo>
                  <a:lnTo>
                    <a:pt x="241055" y="990689"/>
                  </a:lnTo>
                  <a:lnTo>
                    <a:pt x="241066" y="990661"/>
                  </a:lnTo>
                  <a:lnTo>
                    <a:pt x="241074" y="990630"/>
                  </a:lnTo>
                  <a:lnTo>
                    <a:pt x="241081" y="990597"/>
                  </a:lnTo>
                  <a:lnTo>
                    <a:pt x="241084" y="990554"/>
                  </a:lnTo>
                  <a:lnTo>
                    <a:pt x="241082" y="990520"/>
                  </a:lnTo>
                  <a:lnTo>
                    <a:pt x="241103" y="990438"/>
                  </a:lnTo>
                  <a:lnTo>
                    <a:pt x="241111" y="990380"/>
                  </a:lnTo>
                  <a:lnTo>
                    <a:pt x="241118" y="990323"/>
                  </a:lnTo>
                  <a:lnTo>
                    <a:pt x="241110" y="990251"/>
                  </a:lnTo>
                  <a:lnTo>
                    <a:pt x="241105" y="990215"/>
                  </a:lnTo>
                  <a:lnTo>
                    <a:pt x="241098" y="990193"/>
                  </a:lnTo>
                  <a:lnTo>
                    <a:pt x="241083" y="990168"/>
                  </a:lnTo>
                  <a:lnTo>
                    <a:pt x="241080" y="990153"/>
                  </a:lnTo>
                  <a:lnTo>
                    <a:pt x="241084" y="990138"/>
                  </a:lnTo>
                  <a:lnTo>
                    <a:pt x="241114" y="990083"/>
                  </a:lnTo>
                  <a:lnTo>
                    <a:pt x="241128" y="990047"/>
                  </a:lnTo>
                  <a:lnTo>
                    <a:pt x="241133" y="990023"/>
                  </a:lnTo>
                  <a:lnTo>
                    <a:pt x="241137" y="989967"/>
                  </a:lnTo>
                  <a:lnTo>
                    <a:pt x="241144" y="989892"/>
                  </a:lnTo>
                  <a:lnTo>
                    <a:pt x="241146" y="989865"/>
                  </a:lnTo>
                  <a:lnTo>
                    <a:pt x="241147" y="989837"/>
                  </a:lnTo>
                  <a:lnTo>
                    <a:pt x="241142" y="989821"/>
                  </a:lnTo>
                  <a:lnTo>
                    <a:pt x="241132" y="989798"/>
                  </a:lnTo>
                  <a:lnTo>
                    <a:pt x="241120" y="989774"/>
                  </a:lnTo>
                  <a:lnTo>
                    <a:pt x="241117" y="989721"/>
                  </a:lnTo>
                  <a:lnTo>
                    <a:pt x="241120" y="989691"/>
                  </a:lnTo>
                  <a:lnTo>
                    <a:pt x="241130" y="989658"/>
                  </a:lnTo>
                  <a:lnTo>
                    <a:pt x="241151" y="989600"/>
                  </a:lnTo>
                  <a:lnTo>
                    <a:pt x="241181" y="989515"/>
                  </a:lnTo>
                  <a:lnTo>
                    <a:pt x="241192" y="989483"/>
                  </a:lnTo>
                  <a:lnTo>
                    <a:pt x="241219" y="989458"/>
                  </a:lnTo>
                  <a:lnTo>
                    <a:pt x="241256" y="989421"/>
                  </a:lnTo>
                  <a:lnTo>
                    <a:pt x="241318" y="989366"/>
                  </a:lnTo>
                  <a:lnTo>
                    <a:pt x="241354" y="989332"/>
                  </a:lnTo>
                  <a:lnTo>
                    <a:pt x="241375" y="989315"/>
                  </a:lnTo>
                  <a:lnTo>
                    <a:pt x="241391" y="989285"/>
                  </a:lnTo>
                  <a:lnTo>
                    <a:pt x="241394" y="989261"/>
                  </a:lnTo>
                  <a:lnTo>
                    <a:pt x="241398" y="989225"/>
                  </a:lnTo>
                  <a:lnTo>
                    <a:pt x="241407" y="989160"/>
                  </a:lnTo>
                  <a:lnTo>
                    <a:pt x="241404" y="989093"/>
                  </a:lnTo>
                  <a:lnTo>
                    <a:pt x="241391" y="989069"/>
                  </a:lnTo>
                  <a:lnTo>
                    <a:pt x="241388" y="989065"/>
                  </a:lnTo>
                  <a:lnTo>
                    <a:pt x="241389" y="989059"/>
                  </a:lnTo>
                  <a:lnTo>
                    <a:pt x="241392" y="989053"/>
                  </a:lnTo>
                  <a:lnTo>
                    <a:pt x="241397" y="989037"/>
                  </a:lnTo>
                  <a:lnTo>
                    <a:pt x="241412" y="989007"/>
                  </a:lnTo>
                  <a:lnTo>
                    <a:pt x="241442" y="988977"/>
                  </a:lnTo>
                  <a:lnTo>
                    <a:pt x="241476" y="988954"/>
                  </a:lnTo>
                  <a:lnTo>
                    <a:pt x="241503" y="988944"/>
                  </a:lnTo>
                  <a:lnTo>
                    <a:pt x="241546" y="988922"/>
                  </a:lnTo>
                  <a:lnTo>
                    <a:pt x="241583" y="988898"/>
                  </a:lnTo>
                  <a:lnTo>
                    <a:pt x="241608" y="988872"/>
                  </a:lnTo>
                  <a:lnTo>
                    <a:pt x="241639" y="988841"/>
                  </a:lnTo>
                  <a:lnTo>
                    <a:pt x="241657" y="988823"/>
                  </a:lnTo>
                  <a:lnTo>
                    <a:pt x="241678" y="988806"/>
                  </a:lnTo>
                  <a:lnTo>
                    <a:pt x="241711" y="988789"/>
                  </a:lnTo>
                  <a:lnTo>
                    <a:pt x="241743" y="988778"/>
                  </a:lnTo>
                  <a:lnTo>
                    <a:pt x="241760" y="988771"/>
                  </a:lnTo>
                  <a:lnTo>
                    <a:pt x="241782" y="988761"/>
                  </a:lnTo>
                  <a:lnTo>
                    <a:pt x="241788" y="988752"/>
                  </a:lnTo>
                  <a:lnTo>
                    <a:pt x="241796" y="988741"/>
                  </a:lnTo>
                  <a:lnTo>
                    <a:pt x="241808" y="988725"/>
                  </a:lnTo>
                  <a:lnTo>
                    <a:pt x="241830" y="988696"/>
                  </a:lnTo>
                  <a:lnTo>
                    <a:pt x="241847" y="988665"/>
                  </a:lnTo>
                  <a:lnTo>
                    <a:pt x="241871" y="988630"/>
                  </a:lnTo>
                  <a:lnTo>
                    <a:pt x="241887" y="988606"/>
                  </a:lnTo>
                  <a:lnTo>
                    <a:pt x="241898" y="988569"/>
                  </a:lnTo>
                  <a:lnTo>
                    <a:pt x="241902" y="988551"/>
                  </a:lnTo>
                  <a:lnTo>
                    <a:pt x="241894" y="988526"/>
                  </a:lnTo>
                  <a:lnTo>
                    <a:pt x="241873" y="988483"/>
                  </a:lnTo>
                  <a:lnTo>
                    <a:pt x="241856" y="988457"/>
                  </a:lnTo>
                  <a:lnTo>
                    <a:pt x="241842" y="988445"/>
                  </a:lnTo>
                  <a:lnTo>
                    <a:pt x="241805" y="988424"/>
                  </a:lnTo>
                  <a:lnTo>
                    <a:pt x="241775" y="988398"/>
                  </a:lnTo>
                  <a:lnTo>
                    <a:pt x="241752" y="988381"/>
                  </a:lnTo>
                  <a:lnTo>
                    <a:pt x="241695" y="988358"/>
                  </a:lnTo>
                  <a:lnTo>
                    <a:pt x="241672" y="988341"/>
                  </a:lnTo>
                  <a:lnTo>
                    <a:pt x="241628" y="988312"/>
                  </a:lnTo>
                  <a:lnTo>
                    <a:pt x="241600" y="988295"/>
                  </a:lnTo>
                  <a:lnTo>
                    <a:pt x="241551" y="988272"/>
                  </a:lnTo>
                  <a:lnTo>
                    <a:pt x="241521" y="988260"/>
                  </a:lnTo>
                  <a:lnTo>
                    <a:pt x="241503" y="988247"/>
                  </a:lnTo>
                  <a:lnTo>
                    <a:pt x="241480" y="988223"/>
                  </a:lnTo>
                  <a:lnTo>
                    <a:pt x="241452" y="988198"/>
                  </a:lnTo>
                  <a:lnTo>
                    <a:pt x="241437" y="988179"/>
                  </a:lnTo>
                  <a:lnTo>
                    <a:pt x="241427" y="988153"/>
                  </a:lnTo>
                  <a:lnTo>
                    <a:pt x="241413" y="988128"/>
                  </a:lnTo>
                  <a:lnTo>
                    <a:pt x="241380" y="988082"/>
                  </a:lnTo>
                  <a:lnTo>
                    <a:pt x="241360" y="988042"/>
                  </a:lnTo>
                  <a:lnTo>
                    <a:pt x="241348" y="988015"/>
                  </a:lnTo>
                  <a:lnTo>
                    <a:pt x="241316" y="988001"/>
                  </a:lnTo>
                  <a:lnTo>
                    <a:pt x="241258" y="987969"/>
                  </a:lnTo>
                  <a:lnTo>
                    <a:pt x="241210" y="987939"/>
                  </a:lnTo>
                  <a:lnTo>
                    <a:pt x="241181" y="987927"/>
                  </a:lnTo>
                  <a:lnTo>
                    <a:pt x="241142" y="987906"/>
                  </a:lnTo>
                  <a:lnTo>
                    <a:pt x="241115" y="987890"/>
                  </a:lnTo>
                  <a:lnTo>
                    <a:pt x="241084" y="987874"/>
                  </a:lnTo>
                  <a:lnTo>
                    <a:pt x="241048" y="987850"/>
                  </a:lnTo>
                  <a:lnTo>
                    <a:pt x="241027" y="987836"/>
                  </a:lnTo>
                  <a:lnTo>
                    <a:pt x="241018" y="987820"/>
                  </a:lnTo>
                  <a:lnTo>
                    <a:pt x="241016" y="987803"/>
                  </a:lnTo>
                  <a:lnTo>
                    <a:pt x="241016" y="987744"/>
                  </a:lnTo>
                  <a:lnTo>
                    <a:pt x="241011" y="987707"/>
                  </a:lnTo>
                  <a:lnTo>
                    <a:pt x="241006" y="987675"/>
                  </a:lnTo>
                  <a:lnTo>
                    <a:pt x="240996" y="987657"/>
                  </a:lnTo>
                  <a:lnTo>
                    <a:pt x="240980" y="987639"/>
                  </a:lnTo>
                  <a:lnTo>
                    <a:pt x="240949" y="987614"/>
                  </a:lnTo>
                  <a:lnTo>
                    <a:pt x="240895" y="987580"/>
                  </a:lnTo>
                  <a:lnTo>
                    <a:pt x="240866" y="987561"/>
                  </a:lnTo>
                  <a:lnTo>
                    <a:pt x="240856" y="987548"/>
                  </a:lnTo>
                  <a:lnTo>
                    <a:pt x="240832" y="987523"/>
                  </a:lnTo>
                  <a:lnTo>
                    <a:pt x="240798" y="987499"/>
                  </a:lnTo>
                  <a:lnTo>
                    <a:pt x="240763" y="987497"/>
                  </a:lnTo>
                  <a:lnTo>
                    <a:pt x="240728" y="987500"/>
                  </a:lnTo>
                  <a:lnTo>
                    <a:pt x="240690" y="987499"/>
                  </a:lnTo>
                  <a:lnTo>
                    <a:pt x="240662" y="987490"/>
                  </a:lnTo>
                  <a:lnTo>
                    <a:pt x="240636" y="987478"/>
                  </a:lnTo>
                  <a:lnTo>
                    <a:pt x="240621" y="987458"/>
                  </a:lnTo>
                  <a:lnTo>
                    <a:pt x="240595" y="987437"/>
                  </a:lnTo>
                  <a:lnTo>
                    <a:pt x="240561" y="987409"/>
                  </a:lnTo>
                  <a:lnTo>
                    <a:pt x="240532" y="987380"/>
                  </a:lnTo>
                  <a:lnTo>
                    <a:pt x="240503" y="987316"/>
                  </a:lnTo>
                  <a:lnTo>
                    <a:pt x="240493" y="987275"/>
                  </a:lnTo>
                  <a:lnTo>
                    <a:pt x="240485" y="987241"/>
                  </a:lnTo>
                  <a:lnTo>
                    <a:pt x="240471" y="987205"/>
                  </a:lnTo>
                  <a:lnTo>
                    <a:pt x="240445" y="987166"/>
                  </a:lnTo>
                  <a:lnTo>
                    <a:pt x="240417" y="987136"/>
                  </a:lnTo>
                  <a:lnTo>
                    <a:pt x="240392" y="987117"/>
                  </a:lnTo>
                  <a:lnTo>
                    <a:pt x="240360" y="987098"/>
                  </a:lnTo>
                  <a:lnTo>
                    <a:pt x="240337" y="987084"/>
                  </a:lnTo>
                  <a:lnTo>
                    <a:pt x="240308" y="987076"/>
                  </a:lnTo>
                  <a:lnTo>
                    <a:pt x="240270" y="987071"/>
                  </a:lnTo>
                  <a:lnTo>
                    <a:pt x="240237" y="987061"/>
                  </a:lnTo>
                  <a:lnTo>
                    <a:pt x="240204" y="987049"/>
                  </a:lnTo>
                  <a:lnTo>
                    <a:pt x="240179" y="987035"/>
                  </a:lnTo>
                  <a:lnTo>
                    <a:pt x="240162" y="987032"/>
                  </a:lnTo>
                  <a:lnTo>
                    <a:pt x="240114" y="987035"/>
                  </a:lnTo>
                  <a:lnTo>
                    <a:pt x="240071" y="987048"/>
                  </a:lnTo>
                  <a:lnTo>
                    <a:pt x="240013" y="987056"/>
                  </a:lnTo>
                  <a:lnTo>
                    <a:pt x="239980" y="987066"/>
                  </a:lnTo>
                  <a:lnTo>
                    <a:pt x="239945" y="987083"/>
                  </a:lnTo>
                  <a:lnTo>
                    <a:pt x="239895" y="987115"/>
                  </a:lnTo>
                  <a:lnTo>
                    <a:pt x="239868" y="987126"/>
                  </a:lnTo>
                  <a:lnTo>
                    <a:pt x="239805" y="987149"/>
                  </a:lnTo>
                  <a:lnTo>
                    <a:pt x="239775" y="987149"/>
                  </a:lnTo>
                  <a:lnTo>
                    <a:pt x="239723" y="987148"/>
                  </a:lnTo>
                  <a:lnTo>
                    <a:pt x="239693" y="987142"/>
                  </a:lnTo>
                  <a:lnTo>
                    <a:pt x="239615" y="987134"/>
                  </a:lnTo>
                  <a:lnTo>
                    <a:pt x="239590" y="987132"/>
                  </a:lnTo>
                  <a:lnTo>
                    <a:pt x="239564" y="987134"/>
                  </a:lnTo>
                  <a:lnTo>
                    <a:pt x="239508" y="987145"/>
                  </a:lnTo>
                  <a:lnTo>
                    <a:pt x="239458" y="987155"/>
                  </a:lnTo>
                  <a:lnTo>
                    <a:pt x="239431" y="987158"/>
                  </a:lnTo>
                  <a:lnTo>
                    <a:pt x="239408" y="987139"/>
                  </a:lnTo>
                  <a:lnTo>
                    <a:pt x="239389" y="987118"/>
                  </a:lnTo>
                  <a:lnTo>
                    <a:pt x="239364" y="987078"/>
                  </a:lnTo>
                  <a:lnTo>
                    <a:pt x="239325" y="987012"/>
                  </a:lnTo>
                  <a:lnTo>
                    <a:pt x="239289" y="986914"/>
                  </a:lnTo>
                  <a:lnTo>
                    <a:pt x="239274" y="986857"/>
                  </a:lnTo>
                  <a:lnTo>
                    <a:pt x="239265" y="986828"/>
                  </a:lnTo>
                  <a:lnTo>
                    <a:pt x="239260" y="986805"/>
                  </a:lnTo>
                  <a:lnTo>
                    <a:pt x="239248" y="986798"/>
                  </a:lnTo>
                  <a:lnTo>
                    <a:pt x="239225" y="986795"/>
                  </a:lnTo>
                  <a:lnTo>
                    <a:pt x="239175" y="986794"/>
                  </a:lnTo>
                  <a:lnTo>
                    <a:pt x="239130" y="986791"/>
                  </a:lnTo>
                  <a:lnTo>
                    <a:pt x="239097" y="986788"/>
                  </a:lnTo>
                  <a:lnTo>
                    <a:pt x="239084" y="986775"/>
                  </a:lnTo>
                  <a:lnTo>
                    <a:pt x="239084" y="986763"/>
                  </a:lnTo>
                  <a:lnTo>
                    <a:pt x="239056" y="986690"/>
                  </a:lnTo>
                  <a:lnTo>
                    <a:pt x="239040" y="986669"/>
                  </a:lnTo>
                  <a:lnTo>
                    <a:pt x="239025" y="986655"/>
                  </a:lnTo>
                  <a:lnTo>
                    <a:pt x="239009" y="986647"/>
                  </a:lnTo>
                  <a:lnTo>
                    <a:pt x="238990" y="986649"/>
                  </a:lnTo>
                  <a:lnTo>
                    <a:pt x="238941" y="986639"/>
                  </a:lnTo>
                  <a:lnTo>
                    <a:pt x="238911" y="986627"/>
                  </a:lnTo>
                  <a:lnTo>
                    <a:pt x="238894" y="986619"/>
                  </a:lnTo>
                  <a:lnTo>
                    <a:pt x="238863" y="986599"/>
                  </a:lnTo>
                  <a:lnTo>
                    <a:pt x="238838" y="986576"/>
                  </a:lnTo>
                  <a:lnTo>
                    <a:pt x="238827" y="986557"/>
                  </a:lnTo>
                  <a:lnTo>
                    <a:pt x="238813" y="986517"/>
                  </a:lnTo>
                  <a:lnTo>
                    <a:pt x="238805" y="986473"/>
                  </a:lnTo>
                  <a:lnTo>
                    <a:pt x="238796" y="986461"/>
                  </a:lnTo>
                  <a:lnTo>
                    <a:pt x="238773" y="986451"/>
                  </a:lnTo>
                  <a:lnTo>
                    <a:pt x="238734" y="986438"/>
                  </a:lnTo>
                  <a:lnTo>
                    <a:pt x="238688" y="986424"/>
                  </a:lnTo>
                  <a:lnTo>
                    <a:pt x="238657" y="986410"/>
                  </a:lnTo>
                  <a:lnTo>
                    <a:pt x="238598" y="986372"/>
                  </a:lnTo>
                  <a:lnTo>
                    <a:pt x="238571" y="986341"/>
                  </a:lnTo>
                  <a:lnTo>
                    <a:pt x="238553" y="986323"/>
                  </a:lnTo>
                  <a:lnTo>
                    <a:pt x="238541" y="986301"/>
                  </a:lnTo>
                  <a:lnTo>
                    <a:pt x="238530" y="986280"/>
                  </a:lnTo>
                  <a:lnTo>
                    <a:pt x="238518" y="986260"/>
                  </a:lnTo>
                  <a:lnTo>
                    <a:pt x="238487" y="986234"/>
                  </a:lnTo>
                  <a:lnTo>
                    <a:pt x="238428" y="986192"/>
                  </a:lnTo>
                  <a:lnTo>
                    <a:pt x="238389" y="986165"/>
                  </a:lnTo>
                  <a:lnTo>
                    <a:pt x="238360" y="986151"/>
                  </a:lnTo>
                  <a:lnTo>
                    <a:pt x="238327" y="986145"/>
                  </a:lnTo>
                  <a:lnTo>
                    <a:pt x="238288" y="986137"/>
                  </a:lnTo>
                  <a:lnTo>
                    <a:pt x="238238" y="986136"/>
                  </a:lnTo>
                  <a:lnTo>
                    <a:pt x="238217" y="986131"/>
                  </a:lnTo>
                  <a:lnTo>
                    <a:pt x="238138" y="986103"/>
                  </a:lnTo>
                  <a:lnTo>
                    <a:pt x="238114" y="986093"/>
                  </a:lnTo>
                  <a:lnTo>
                    <a:pt x="238085" y="986089"/>
                  </a:lnTo>
                  <a:lnTo>
                    <a:pt x="238045" y="986082"/>
                  </a:lnTo>
                  <a:lnTo>
                    <a:pt x="238032" y="986077"/>
                  </a:lnTo>
                  <a:lnTo>
                    <a:pt x="237998" y="986054"/>
                  </a:lnTo>
                  <a:lnTo>
                    <a:pt x="237988" y="986042"/>
                  </a:lnTo>
                  <a:lnTo>
                    <a:pt x="237953" y="986010"/>
                  </a:lnTo>
                  <a:lnTo>
                    <a:pt x="237927" y="985988"/>
                  </a:lnTo>
                  <a:lnTo>
                    <a:pt x="237897" y="985964"/>
                  </a:lnTo>
                  <a:lnTo>
                    <a:pt x="237888" y="985955"/>
                  </a:lnTo>
                  <a:lnTo>
                    <a:pt x="237880" y="985942"/>
                  </a:lnTo>
                  <a:lnTo>
                    <a:pt x="237873" y="985923"/>
                  </a:lnTo>
                  <a:lnTo>
                    <a:pt x="237863" y="985892"/>
                  </a:lnTo>
                  <a:lnTo>
                    <a:pt x="237858" y="985865"/>
                  </a:lnTo>
                  <a:lnTo>
                    <a:pt x="237838" y="985802"/>
                  </a:lnTo>
                  <a:lnTo>
                    <a:pt x="237825" y="985779"/>
                  </a:lnTo>
                  <a:lnTo>
                    <a:pt x="237814" y="985762"/>
                  </a:lnTo>
                  <a:lnTo>
                    <a:pt x="237794" y="985735"/>
                  </a:lnTo>
                  <a:lnTo>
                    <a:pt x="237762" y="985696"/>
                  </a:lnTo>
                  <a:lnTo>
                    <a:pt x="237750" y="985679"/>
                  </a:lnTo>
                  <a:lnTo>
                    <a:pt x="237706" y="985617"/>
                  </a:lnTo>
                  <a:lnTo>
                    <a:pt x="237699" y="985582"/>
                  </a:lnTo>
                  <a:lnTo>
                    <a:pt x="237696" y="985548"/>
                  </a:lnTo>
                  <a:lnTo>
                    <a:pt x="237689" y="985518"/>
                  </a:lnTo>
                  <a:lnTo>
                    <a:pt x="237685" y="985489"/>
                  </a:lnTo>
                  <a:lnTo>
                    <a:pt x="237690" y="985417"/>
                  </a:lnTo>
                  <a:lnTo>
                    <a:pt x="237695" y="985395"/>
                  </a:lnTo>
                  <a:lnTo>
                    <a:pt x="237707" y="985345"/>
                  </a:lnTo>
                  <a:lnTo>
                    <a:pt x="237717" y="985320"/>
                  </a:lnTo>
                  <a:lnTo>
                    <a:pt x="237729" y="985308"/>
                  </a:lnTo>
                  <a:lnTo>
                    <a:pt x="237740" y="985302"/>
                  </a:lnTo>
                  <a:lnTo>
                    <a:pt x="237757" y="985299"/>
                  </a:lnTo>
                  <a:lnTo>
                    <a:pt x="237791" y="985295"/>
                  </a:lnTo>
                  <a:lnTo>
                    <a:pt x="237818" y="985291"/>
                  </a:lnTo>
                  <a:lnTo>
                    <a:pt x="237855" y="985280"/>
                  </a:lnTo>
                  <a:lnTo>
                    <a:pt x="237881" y="985269"/>
                  </a:lnTo>
                  <a:lnTo>
                    <a:pt x="237935" y="985241"/>
                  </a:lnTo>
                  <a:lnTo>
                    <a:pt x="237981" y="985221"/>
                  </a:lnTo>
                  <a:lnTo>
                    <a:pt x="238007" y="985208"/>
                  </a:lnTo>
                  <a:lnTo>
                    <a:pt x="238024" y="985191"/>
                  </a:lnTo>
                  <a:lnTo>
                    <a:pt x="238077" y="985136"/>
                  </a:lnTo>
                  <a:lnTo>
                    <a:pt x="238101" y="985108"/>
                  </a:lnTo>
                  <a:lnTo>
                    <a:pt x="238121" y="985092"/>
                  </a:lnTo>
                  <a:lnTo>
                    <a:pt x="238164" y="985059"/>
                  </a:lnTo>
                  <a:lnTo>
                    <a:pt x="238193" y="985032"/>
                  </a:lnTo>
                  <a:lnTo>
                    <a:pt x="238236" y="984989"/>
                  </a:lnTo>
                  <a:lnTo>
                    <a:pt x="238263" y="984967"/>
                  </a:lnTo>
                  <a:lnTo>
                    <a:pt x="238278" y="984950"/>
                  </a:lnTo>
                  <a:lnTo>
                    <a:pt x="238275" y="984944"/>
                  </a:lnTo>
                  <a:lnTo>
                    <a:pt x="238267" y="984943"/>
                  </a:lnTo>
                  <a:lnTo>
                    <a:pt x="238236" y="984934"/>
                  </a:lnTo>
                  <a:lnTo>
                    <a:pt x="238190" y="984911"/>
                  </a:lnTo>
                  <a:lnTo>
                    <a:pt x="238155" y="984893"/>
                  </a:lnTo>
                  <a:lnTo>
                    <a:pt x="238110" y="984863"/>
                  </a:lnTo>
                  <a:lnTo>
                    <a:pt x="238081" y="984850"/>
                  </a:lnTo>
                  <a:lnTo>
                    <a:pt x="238039" y="984815"/>
                  </a:lnTo>
                  <a:lnTo>
                    <a:pt x="238001" y="984772"/>
                  </a:lnTo>
                  <a:lnTo>
                    <a:pt x="237956" y="984729"/>
                  </a:lnTo>
                  <a:lnTo>
                    <a:pt x="237927" y="984698"/>
                  </a:lnTo>
                  <a:lnTo>
                    <a:pt x="237902" y="984667"/>
                  </a:lnTo>
                  <a:lnTo>
                    <a:pt x="237876" y="984643"/>
                  </a:lnTo>
                  <a:lnTo>
                    <a:pt x="237856" y="984623"/>
                  </a:lnTo>
                  <a:lnTo>
                    <a:pt x="237822" y="984610"/>
                  </a:lnTo>
                  <a:lnTo>
                    <a:pt x="237789" y="984596"/>
                  </a:lnTo>
                  <a:lnTo>
                    <a:pt x="237771" y="984581"/>
                  </a:lnTo>
                  <a:lnTo>
                    <a:pt x="237744" y="984565"/>
                  </a:lnTo>
                  <a:lnTo>
                    <a:pt x="237719" y="984555"/>
                  </a:lnTo>
                  <a:lnTo>
                    <a:pt x="237693" y="984549"/>
                  </a:lnTo>
                  <a:lnTo>
                    <a:pt x="237648" y="984545"/>
                  </a:lnTo>
                  <a:lnTo>
                    <a:pt x="237590" y="984540"/>
                  </a:lnTo>
                  <a:lnTo>
                    <a:pt x="237562" y="984537"/>
                  </a:lnTo>
                  <a:lnTo>
                    <a:pt x="237529" y="984524"/>
                  </a:lnTo>
                  <a:lnTo>
                    <a:pt x="237496" y="984513"/>
                  </a:lnTo>
                  <a:lnTo>
                    <a:pt x="237462" y="984498"/>
                  </a:lnTo>
                  <a:lnTo>
                    <a:pt x="237422" y="984479"/>
                  </a:lnTo>
                  <a:lnTo>
                    <a:pt x="237400" y="984462"/>
                  </a:lnTo>
                  <a:lnTo>
                    <a:pt x="237331" y="984406"/>
                  </a:lnTo>
                  <a:lnTo>
                    <a:pt x="237301" y="984376"/>
                  </a:lnTo>
                  <a:lnTo>
                    <a:pt x="237277" y="984358"/>
                  </a:lnTo>
                  <a:lnTo>
                    <a:pt x="237243" y="984343"/>
                  </a:lnTo>
                  <a:lnTo>
                    <a:pt x="237218" y="984329"/>
                  </a:lnTo>
                  <a:lnTo>
                    <a:pt x="237192" y="984308"/>
                  </a:lnTo>
                  <a:lnTo>
                    <a:pt x="237176" y="984282"/>
                  </a:lnTo>
                  <a:lnTo>
                    <a:pt x="237163" y="984222"/>
                  </a:lnTo>
                  <a:lnTo>
                    <a:pt x="237160" y="984191"/>
                  </a:lnTo>
                  <a:lnTo>
                    <a:pt x="237148" y="984165"/>
                  </a:lnTo>
                  <a:lnTo>
                    <a:pt x="237133" y="984154"/>
                  </a:lnTo>
                  <a:lnTo>
                    <a:pt x="237091" y="984149"/>
                  </a:lnTo>
                  <a:lnTo>
                    <a:pt x="237030" y="984147"/>
                  </a:lnTo>
                  <a:lnTo>
                    <a:pt x="236922" y="984149"/>
                  </a:lnTo>
                  <a:lnTo>
                    <a:pt x="236877" y="984160"/>
                  </a:lnTo>
                  <a:lnTo>
                    <a:pt x="236807" y="984190"/>
                  </a:lnTo>
                  <a:lnTo>
                    <a:pt x="236787" y="984206"/>
                  </a:lnTo>
                  <a:lnTo>
                    <a:pt x="236779" y="984204"/>
                  </a:lnTo>
                  <a:lnTo>
                    <a:pt x="236767" y="984192"/>
                  </a:lnTo>
                  <a:lnTo>
                    <a:pt x="236757" y="984177"/>
                  </a:lnTo>
                  <a:lnTo>
                    <a:pt x="236721" y="984131"/>
                  </a:lnTo>
                  <a:lnTo>
                    <a:pt x="236680" y="984083"/>
                  </a:lnTo>
                  <a:lnTo>
                    <a:pt x="236654" y="984047"/>
                  </a:lnTo>
                  <a:lnTo>
                    <a:pt x="236640" y="984012"/>
                  </a:lnTo>
                  <a:lnTo>
                    <a:pt x="236608" y="983949"/>
                  </a:lnTo>
                  <a:lnTo>
                    <a:pt x="236569" y="983884"/>
                  </a:lnTo>
                  <a:lnTo>
                    <a:pt x="236552" y="983855"/>
                  </a:lnTo>
                  <a:lnTo>
                    <a:pt x="236521" y="983821"/>
                  </a:lnTo>
                  <a:lnTo>
                    <a:pt x="236460" y="983767"/>
                  </a:lnTo>
                  <a:lnTo>
                    <a:pt x="236406" y="983709"/>
                  </a:lnTo>
                  <a:lnTo>
                    <a:pt x="236371" y="983673"/>
                  </a:lnTo>
                  <a:lnTo>
                    <a:pt x="236365" y="983658"/>
                  </a:lnTo>
                  <a:lnTo>
                    <a:pt x="236348" y="983613"/>
                  </a:lnTo>
                  <a:lnTo>
                    <a:pt x="236345" y="983575"/>
                  </a:lnTo>
                  <a:lnTo>
                    <a:pt x="236352" y="983550"/>
                  </a:lnTo>
                  <a:lnTo>
                    <a:pt x="236357" y="983529"/>
                  </a:lnTo>
                  <a:lnTo>
                    <a:pt x="236356" y="983510"/>
                  </a:lnTo>
                  <a:lnTo>
                    <a:pt x="236350" y="983484"/>
                  </a:lnTo>
                  <a:lnTo>
                    <a:pt x="236342" y="983469"/>
                  </a:lnTo>
                  <a:lnTo>
                    <a:pt x="236327" y="983440"/>
                  </a:lnTo>
                  <a:lnTo>
                    <a:pt x="236318" y="983420"/>
                  </a:lnTo>
                  <a:lnTo>
                    <a:pt x="236301" y="983403"/>
                  </a:lnTo>
                  <a:lnTo>
                    <a:pt x="236286" y="983383"/>
                  </a:lnTo>
                  <a:lnTo>
                    <a:pt x="236281" y="983366"/>
                  </a:lnTo>
                  <a:lnTo>
                    <a:pt x="236284" y="983343"/>
                  </a:lnTo>
                  <a:lnTo>
                    <a:pt x="236294" y="983313"/>
                  </a:lnTo>
                  <a:lnTo>
                    <a:pt x="236319" y="983273"/>
                  </a:lnTo>
                  <a:lnTo>
                    <a:pt x="236343" y="983226"/>
                  </a:lnTo>
                  <a:lnTo>
                    <a:pt x="236368" y="983196"/>
                  </a:lnTo>
                  <a:lnTo>
                    <a:pt x="236412" y="983134"/>
                  </a:lnTo>
                  <a:lnTo>
                    <a:pt x="236444" y="983085"/>
                  </a:lnTo>
                  <a:lnTo>
                    <a:pt x="236477" y="983032"/>
                  </a:lnTo>
                  <a:lnTo>
                    <a:pt x="236506" y="983000"/>
                  </a:lnTo>
                  <a:lnTo>
                    <a:pt x="236523" y="982985"/>
                  </a:lnTo>
                  <a:lnTo>
                    <a:pt x="236533" y="982975"/>
                  </a:lnTo>
                  <a:lnTo>
                    <a:pt x="236533" y="982960"/>
                  </a:lnTo>
                  <a:lnTo>
                    <a:pt x="236529" y="982936"/>
                  </a:lnTo>
                  <a:lnTo>
                    <a:pt x="236519" y="982905"/>
                  </a:lnTo>
                  <a:lnTo>
                    <a:pt x="236511" y="982872"/>
                  </a:lnTo>
                  <a:lnTo>
                    <a:pt x="236510" y="982825"/>
                  </a:lnTo>
                  <a:lnTo>
                    <a:pt x="236501" y="982736"/>
                  </a:lnTo>
                  <a:lnTo>
                    <a:pt x="236495" y="982722"/>
                  </a:lnTo>
                  <a:lnTo>
                    <a:pt x="236473" y="982716"/>
                  </a:lnTo>
                  <a:lnTo>
                    <a:pt x="236440" y="982714"/>
                  </a:lnTo>
                  <a:lnTo>
                    <a:pt x="236389" y="982710"/>
                  </a:lnTo>
                  <a:lnTo>
                    <a:pt x="236339" y="982706"/>
                  </a:lnTo>
                  <a:lnTo>
                    <a:pt x="236304" y="982694"/>
                  </a:lnTo>
                  <a:lnTo>
                    <a:pt x="236286" y="982687"/>
                  </a:lnTo>
                  <a:lnTo>
                    <a:pt x="236272" y="982676"/>
                  </a:lnTo>
                  <a:lnTo>
                    <a:pt x="236248" y="982649"/>
                  </a:lnTo>
                  <a:lnTo>
                    <a:pt x="236238" y="982631"/>
                  </a:lnTo>
                  <a:lnTo>
                    <a:pt x="236228" y="982600"/>
                  </a:lnTo>
                  <a:lnTo>
                    <a:pt x="236228" y="982576"/>
                  </a:lnTo>
                  <a:lnTo>
                    <a:pt x="236232" y="982551"/>
                  </a:lnTo>
                  <a:lnTo>
                    <a:pt x="236253" y="982516"/>
                  </a:lnTo>
                  <a:lnTo>
                    <a:pt x="236268" y="982475"/>
                  </a:lnTo>
                  <a:lnTo>
                    <a:pt x="236298" y="982426"/>
                  </a:lnTo>
                  <a:lnTo>
                    <a:pt x="236307" y="982403"/>
                  </a:lnTo>
                  <a:lnTo>
                    <a:pt x="236311" y="982374"/>
                  </a:lnTo>
                  <a:lnTo>
                    <a:pt x="236320" y="982351"/>
                  </a:lnTo>
                  <a:lnTo>
                    <a:pt x="236325" y="982320"/>
                  </a:lnTo>
                  <a:lnTo>
                    <a:pt x="236329" y="982296"/>
                  </a:lnTo>
                  <a:lnTo>
                    <a:pt x="236347" y="982255"/>
                  </a:lnTo>
                  <a:lnTo>
                    <a:pt x="236372" y="982214"/>
                  </a:lnTo>
                  <a:lnTo>
                    <a:pt x="236394" y="982179"/>
                  </a:lnTo>
                  <a:lnTo>
                    <a:pt x="236413" y="982153"/>
                  </a:lnTo>
                  <a:lnTo>
                    <a:pt x="236436" y="982106"/>
                  </a:lnTo>
                  <a:lnTo>
                    <a:pt x="236450" y="982064"/>
                  </a:lnTo>
                  <a:lnTo>
                    <a:pt x="236451" y="982018"/>
                  </a:lnTo>
                  <a:lnTo>
                    <a:pt x="236446" y="981986"/>
                  </a:lnTo>
                  <a:lnTo>
                    <a:pt x="236441" y="981960"/>
                  </a:lnTo>
                  <a:lnTo>
                    <a:pt x="236433" y="981936"/>
                  </a:lnTo>
                  <a:lnTo>
                    <a:pt x="236427" y="981925"/>
                  </a:lnTo>
                  <a:lnTo>
                    <a:pt x="236407" y="981924"/>
                  </a:lnTo>
                  <a:lnTo>
                    <a:pt x="236390" y="981925"/>
                  </a:lnTo>
                  <a:lnTo>
                    <a:pt x="236350" y="981933"/>
                  </a:lnTo>
                  <a:lnTo>
                    <a:pt x="236304" y="981936"/>
                  </a:lnTo>
                  <a:lnTo>
                    <a:pt x="236272" y="981931"/>
                  </a:lnTo>
                  <a:lnTo>
                    <a:pt x="236230" y="981928"/>
                  </a:lnTo>
                  <a:lnTo>
                    <a:pt x="236182" y="981926"/>
                  </a:lnTo>
                  <a:lnTo>
                    <a:pt x="236130" y="981926"/>
                  </a:lnTo>
                  <a:lnTo>
                    <a:pt x="236088" y="981925"/>
                  </a:lnTo>
                  <a:lnTo>
                    <a:pt x="236081" y="981901"/>
                  </a:lnTo>
                  <a:lnTo>
                    <a:pt x="236068" y="981870"/>
                  </a:lnTo>
                  <a:lnTo>
                    <a:pt x="236042" y="981821"/>
                  </a:lnTo>
                  <a:lnTo>
                    <a:pt x="236021" y="981790"/>
                  </a:lnTo>
                  <a:lnTo>
                    <a:pt x="235995" y="981764"/>
                  </a:lnTo>
                  <a:lnTo>
                    <a:pt x="235974" y="981730"/>
                  </a:lnTo>
                  <a:lnTo>
                    <a:pt x="235959" y="981711"/>
                  </a:lnTo>
                  <a:lnTo>
                    <a:pt x="235934" y="981685"/>
                  </a:lnTo>
                  <a:lnTo>
                    <a:pt x="235920" y="981666"/>
                  </a:lnTo>
                  <a:lnTo>
                    <a:pt x="235915" y="981649"/>
                  </a:lnTo>
                  <a:lnTo>
                    <a:pt x="235916" y="981640"/>
                  </a:lnTo>
                  <a:lnTo>
                    <a:pt x="235943" y="981579"/>
                  </a:lnTo>
                  <a:lnTo>
                    <a:pt x="235968" y="981522"/>
                  </a:lnTo>
                  <a:lnTo>
                    <a:pt x="235985" y="981482"/>
                  </a:lnTo>
                  <a:lnTo>
                    <a:pt x="235991" y="981438"/>
                  </a:lnTo>
                  <a:lnTo>
                    <a:pt x="235996" y="981375"/>
                  </a:lnTo>
                  <a:lnTo>
                    <a:pt x="236003" y="981327"/>
                  </a:lnTo>
                  <a:lnTo>
                    <a:pt x="236001" y="981317"/>
                  </a:lnTo>
                  <a:lnTo>
                    <a:pt x="235983" y="981307"/>
                  </a:lnTo>
                  <a:lnTo>
                    <a:pt x="235942" y="981284"/>
                  </a:lnTo>
                  <a:lnTo>
                    <a:pt x="235916" y="981265"/>
                  </a:lnTo>
                  <a:lnTo>
                    <a:pt x="235873" y="981232"/>
                  </a:lnTo>
                  <a:lnTo>
                    <a:pt x="235835" y="981197"/>
                  </a:lnTo>
                  <a:lnTo>
                    <a:pt x="235786" y="981159"/>
                  </a:lnTo>
                  <a:lnTo>
                    <a:pt x="235758" y="981133"/>
                  </a:lnTo>
                  <a:lnTo>
                    <a:pt x="235723" y="981105"/>
                  </a:lnTo>
                  <a:lnTo>
                    <a:pt x="235705" y="981097"/>
                  </a:lnTo>
                  <a:lnTo>
                    <a:pt x="235699" y="981096"/>
                  </a:lnTo>
                  <a:lnTo>
                    <a:pt x="235684" y="981100"/>
                  </a:lnTo>
                  <a:lnTo>
                    <a:pt x="235657" y="981121"/>
                  </a:lnTo>
                  <a:lnTo>
                    <a:pt x="235631" y="981139"/>
                  </a:lnTo>
                  <a:lnTo>
                    <a:pt x="235577" y="981163"/>
                  </a:lnTo>
                  <a:lnTo>
                    <a:pt x="235515" y="981182"/>
                  </a:lnTo>
                  <a:lnTo>
                    <a:pt x="235477" y="981188"/>
                  </a:lnTo>
                  <a:lnTo>
                    <a:pt x="235428" y="981186"/>
                  </a:lnTo>
                  <a:lnTo>
                    <a:pt x="235403" y="981178"/>
                  </a:lnTo>
                  <a:lnTo>
                    <a:pt x="235356" y="981178"/>
                  </a:lnTo>
                  <a:lnTo>
                    <a:pt x="235327" y="981175"/>
                  </a:lnTo>
                  <a:lnTo>
                    <a:pt x="235227" y="981141"/>
                  </a:lnTo>
                  <a:lnTo>
                    <a:pt x="235202" y="981126"/>
                  </a:lnTo>
                  <a:lnTo>
                    <a:pt x="235169" y="981107"/>
                  </a:lnTo>
                  <a:lnTo>
                    <a:pt x="235157" y="981098"/>
                  </a:lnTo>
                  <a:lnTo>
                    <a:pt x="235133" y="981070"/>
                  </a:lnTo>
                  <a:lnTo>
                    <a:pt x="235108" y="981049"/>
                  </a:lnTo>
                  <a:lnTo>
                    <a:pt x="235081" y="981011"/>
                  </a:lnTo>
                  <a:lnTo>
                    <a:pt x="235060" y="980983"/>
                  </a:lnTo>
                  <a:lnTo>
                    <a:pt x="235048" y="980977"/>
                  </a:lnTo>
                  <a:lnTo>
                    <a:pt x="235024" y="980974"/>
                  </a:lnTo>
                  <a:lnTo>
                    <a:pt x="235010" y="980975"/>
                  </a:lnTo>
                  <a:lnTo>
                    <a:pt x="234973" y="980981"/>
                  </a:lnTo>
                  <a:lnTo>
                    <a:pt x="234946" y="980983"/>
                  </a:lnTo>
                  <a:lnTo>
                    <a:pt x="234924" y="980986"/>
                  </a:lnTo>
                  <a:lnTo>
                    <a:pt x="234883" y="981004"/>
                  </a:lnTo>
                  <a:lnTo>
                    <a:pt x="234866" y="981011"/>
                  </a:lnTo>
                  <a:lnTo>
                    <a:pt x="234845" y="981023"/>
                  </a:lnTo>
                  <a:lnTo>
                    <a:pt x="234824" y="981036"/>
                  </a:lnTo>
                  <a:lnTo>
                    <a:pt x="234784" y="981056"/>
                  </a:lnTo>
                  <a:lnTo>
                    <a:pt x="234747" y="981070"/>
                  </a:lnTo>
                  <a:lnTo>
                    <a:pt x="234727" y="981077"/>
                  </a:lnTo>
                  <a:lnTo>
                    <a:pt x="234692" y="981098"/>
                  </a:lnTo>
                  <a:lnTo>
                    <a:pt x="234672" y="981106"/>
                  </a:lnTo>
                  <a:lnTo>
                    <a:pt x="234661" y="981104"/>
                  </a:lnTo>
                  <a:lnTo>
                    <a:pt x="234644" y="981092"/>
                  </a:lnTo>
                  <a:lnTo>
                    <a:pt x="234616" y="981081"/>
                  </a:lnTo>
                  <a:lnTo>
                    <a:pt x="234570" y="981066"/>
                  </a:lnTo>
                  <a:lnTo>
                    <a:pt x="234543" y="981060"/>
                  </a:lnTo>
                  <a:lnTo>
                    <a:pt x="234475" y="981058"/>
                  </a:lnTo>
                  <a:lnTo>
                    <a:pt x="234439" y="981058"/>
                  </a:lnTo>
                  <a:lnTo>
                    <a:pt x="234397" y="981060"/>
                  </a:lnTo>
                  <a:lnTo>
                    <a:pt x="234342" y="981066"/>
                  </a:lnTo>
                  <a:lnTo>
                    <a:pt x="234308" y="981064"/>
                  </a:lnTo>
                  <a:lnTo>
                    <a:pt x="234268" y="981061"/>
                  </a:lnTo>
                  <a:lnTo>
                    <a:pt x="234240" y="981055"/>
                  </a:lnTo>
                  <a:lnTo>
                    <a:pt x="234191" y="981045"/>
                  </a:lnTo>
                  <a:lnTo>
                    <a:pt x="234140" y="981034"/>
                  </a:lnTo>
                  <a:lnTo>
                    <a:pt x="234097" y="981025"/>
                  </a:lnTo>
                  <a:lnTo>
                    <a:pt x="234055" y="981013"/>
                  </a:lnTo>
                  <a:lnTo>
                    <a:pt x="234024" y="980996"/>
                  </a:lnTo>
                  <a:lnTo>
                    <a:pt x="234002" y="980976"/>
                  </a:lnTo>
                  <a:lnTo>
                    <a:pt x="233983" y="980958"/>
                  </a:lnTo>
                  <a:lnTo>
                    <a:pt x="233971" y="980944"/>
                  </a:lnTo>
                  <a:lnTo>
                    <a:pt x="233953" y="980917"/>
                  </a:lnTo>
                  <a:lnTo>
                    <a:pt x="233937" y="980896"/>
                  </a:lnTo>
                  <a:lnTo>
                    <a:pt x="233919" y="980877"/>
                  </a:lnTo>
                  <a:lnTo>
                    <a:pt x="233890" y="980856"/>
                  </a:lnTo>
                  <a:lnTo>
                    <a:pt x="233880" y="980848"/>
                  </a:lnTo>
                  <a:lnTo>
                    <a:pt x="233858" y="980831"/>
                  </a:lnTo>
                  <a:lnTo>
                    <a:pt x="233853" y="980824"/>
                  </a:lnTo>
                  <a:lnTo>
                    <a:pt x="233852" y="980815"/>
                  </a:lnTo>
                  <a:lnTo>
                    <a:pt x="233852" y="980804"/>
                  </a:lnTo>
                  <a:lnTo>
                    <a:pt x="233858" y="980792"/>
                  </a:lnTo>
                  <a:lnTo>
                    <a:pt x="233859" y="980782"/>
                  </a:lnTo>
                  <a:lnTo>
                    <a:pt x="233865" y="980759"/>
                  </a:lnTo>
                  <a:lnTo>
                    <a:pt x="233868" y="980741"/>
                  </a:lnTo>
                  <a:lnTo>
                    <a:pt x="233869" y="980735"/>
                  </a:lnTo>
                  <a:lnTo>
                    <a:pt x="233868" y="980728"/>
                  </a:lnTo>
                  <a:lnTo>
                    <a:pt x="233867" y="980718"/>
                  </a:lnTo>
                  <a:lnTo>
                    <a:pt x="233868" y="980708"/>
                  </a:lnTo>
                  <a:lnTo>
                    <a:pt x="233870" y="980691"/>
                  </a:lnTo>
                  <a:lnTo>
                    <a:pt x="233871" y="980682"/>
                  </a:lnTo>
                  <a:lnTo>
                    <a:pt x="233870" y="980673"/>
                  </a:lnTo>
                  <a:lnTo>
                    <a:pt x="233869" y="980661"/>
                  </a:lnTo>
                  <a:lnTo>
                    <a:pt x="233865" y="980651"/>
                  </a:lnTo>
                  <a:lnTo>
                    <a:pt x="233865" y="980646"/>
                  </a:lnTo>
                  <a:lnTo>
                    <a:pt x="233863" y="980632"/>
                  </a:lnTo>
                  <a:lnTo>
                    <a:pt x="233860" y="980626"/>
                  </a:lnTo>
                  <a:lnTo>
                    <a:pt x="233855" y="980625"/>
                  </a:lnTo>
                  <a:lnTo>
                    <a:pt x="233834" y="980623"/>
                  </a:lnTo>
                  <a:lnTo>
                    <a:pt x="233822" y="980622"/>
                  </a:lnTo>
                  <a:lnTo>
                    <a:pt x="233815" y="980621"/>
                  </a:lnTo>
                  <a:lnTo>
                    <a:pt x="233740" y="980615"/>
                  </a:lnTo>
                  <a:lnTo>
                    <a:pt x="233678" y="980607"/>
                  </a:lnTo>
                  <a:lnTo>
                    <a:pt x="233644" y="980603"/>
                  </a:lnTo>
                  <a:lnTo>
                    <a:pt x="233605" y="980592"/>
                  </a:lnTo>
                  <a:lnTo>
                    <a:pt x="233591" y="980578"/>
                  </a:lnTo>
                  <a:lnTo>
                    <a:pt x="233564" y="980553"/>
                  </a:lnTo>
                  <a:lnTo>
                    <a:pt x="233506" y="980508"/>
                  </a:lnTo>
                  <a:lnTo>
                    <a:pt x="233475" y="980493"/>
                  </a:lnTo>
                  <a:lnTo>
                    <a:pt x="233438" y="980474"/>
                  </a:lnTo>
                  <a:lnTo>
                    <a:pt x="233411" y="980465"/>
                  </a:lnTo>
                  <a:lnTo>
                    <a:pt x="233361" y="980456"/>
                  </a:lnTo>
                  <a:lnTo>
                    <a:pt x="233329" y="980443"/>
                  </a:lnTo>
                  <a:lnTo>
                    <a:pt x="233292" y="980419"/>
                  </a:lnTo>
                  <a:lnTo>
                    <a:pt x="233267" y="980397"/>
                  </a:lnTo>
                  <a:lnTo>
                    <a:pt x="233245" y="980379"/>
                  </a:lnTo>
                  <a:lnTo>
                    <a:pt x="233223" y="980347"/>
                  </a:lnTo>
                  <a:lnTo>
                    <a:pt x="233204" y="980318"/>
                  </a:lnTo>
                  <a:lnTo>
                    <a:pt x="233185" y="980277"/>
                  </a:lnTo>
                  <a:lnTo>
                    <a:pt x="233171" y="980248"/>
                  </a:lnTo>
                  <a:lnTo>
                    <a:pt x="233160" y="980218"/>
                  </a:lnTo>
                  <a:lnTo>
                    <a:pt x="233154" y="980188"/>
                  </a:lnTo>
                  <a:lnTo>
                    <a:pt x="233152" y="980143"/>
                  </a:lnTo>
                  <a:lnTo>
                    <a:pt x="233153" y="980109"/>
                  </a:lnTo>
                  <a:lnTo>
                    <a:pt x="233154" y="980056"/>
                  </a:lnTo>
                  <a:lnTo>
                    <a:pt x="233152" y="980019"/>
                  </a:lnTo>
                  <a:lnTo>
                    <a:pt x="233145" y="980005"/>
                  </a:lnTo>
                  <a:lnTo>
                    <a:pt x="233138" y="979999"/>
                  </a:lnTo>
                  <a:lnTo>
                    <a:pt x="233121" y="979993"/>
                  </a:lnTo>
                  <a:lnTo>
                    <a:pt x="233105" y="979989"/>
                  </a:lnTo>
                  <a:lnTo>
                    <a:pt x="233073" y="979986"/>
                  </a:lnTo>
                  <a:lnTo>
                    <a:pt x="233056" y="979983"/>
                  </a:lnTo>
                  <a:lnTo>
                    <a:pt x="233048" y="979978"/>
                  </a:lnTo>
                  <a:lnTo>
                    <a:pt x="233044" y="979969"/>
                  </a:lnTo>
                  <a:lnTo>
                    <a:pt x="233041" y="979951"/>
                  </a:lnTo>
                  <a:lnTo>
                    <a:pt x="233040" y="979943"/>
                  </a:lnTo>
                  <a:lnTo>
                    <a:pt x="233033" y="979906"/>
                  </a:lnTo>
                  <a:lnTo>
                    <a:pt x="233005" y="979841"/>
                  </a:lnTo>
                  <a:lnTo>
                    <a:pt x="232990" y="979820"/>
                  </a:lnTo>
                  <a:lnTo>
                    <a:pt x="232936" y="979752"/>
                  </a:lnTo>
                  <a:lnTo>
                    <a:pt x="232916" y="979728"/>
                  </a:lnTo>
                  <a:lnTo>
                    <a:pt x="232899" y="979698"/>
                  </a:lnTo>
                  <a:lnTo>
                    <a:pt x="232885" y="979667"/>
                  </a:lnTo>
                  <a:lnTo>
                    <a:pt x="232878" y="979641"/>
                  </a:lnTo>
                  <a:lnTo>
                    <a:pt x="232873" y="979624"/>
                  </a:lnTo>
                  <a:lnTo>
                    <a:pt x="232876" y="979610"/>
                  </a:lnTo>
                  <a:lnTo>
                    <a:pt x="232894" y="979591"/>
                  </a:lnTo>
                  <a:lnTo>
                    <a:pt x="232904" y="979583"/>
                  </a:lnTo>
                  <a:lnTo>
                    <a:pt x="232914" y="979575"/>
                  </a:lnTo>
                  <a:lnTo>
                    <a:pt x="232929" y="979556"/>
                  </a:lnTo>
                  <a:lnTo>
                    <a:pt x="232944" y="979541"/>
                  </a:lnTo>
                  <a:lnTo>
                    <a:pt x="232949" y="979536"/>
                  </a:lnTo>
                  <a:lnTo>
                    <a:pt x="232970" y="979524"/>
                  </a:lnTo>
                  <a:lnTo>
                    <a:pt x="232985" y="979508"/>
                  </a:lnTo>
                  <a:lnTo>
                    <a:pt x="232992" y="979488"/>
                  </a:lnTo>
                  <a:lnTo>
                    <a:pt x="232993" y="979456"/>
                  </a:lnTo>
                  <a:lnTo>
                    <a:pt x="232987" y="979435"/>
                  </a:lnTo>
                  <a:lnTo>
                    <a:pt x="232977" y="979422"/>
                  </a:lnTo>
                  <a:lnTo>
                    <a:pt x="232962" y="979414"/>
                  </a:lnTo>
                  <a:lnTo>
                    <a:pt x="232943" y="979403"/>
                  </a:lnTo>
                  <a:lnTo>
                    <a:pt x="232936" y="979394"/>
                  </a:lnTo>
                  <a:lnTo>
                    <a:pt x="232932" y="979382"/>
                  </a:lnTo>
                  <a:lnTo>
                    <a:pt x="232927" y="979376"/>
                  </a:lnTo>
                  <a:lnTo>
                    <a:pt x="232915" y="979365"/>
                  </a:lnTo>
                  <a:lnTo>
                    <a:pt x="232905" y="979359"/>
                  </a:lnTo>
                  <a:lnTo>
                    <a:pt x="232871" y="979331"/>
                  </a:lnTo>
                  <a:lnTo>
                    <a:pt x="232841" y="979305"/>
                  </a:lnTo>
                  <a:lnTo>
                    <a:pt x="232803" y="979269"/>
                  </a:lnTo>
                  <a:lnTo>
                    <a:pt x="232759" y="979229"/>
                  </a:lnTo>
                  <a:lnTo>
                    <a:pt x="232738" y="979216"/>
                  </a:lnTo>
                  <a:lnTo>
                    <a:pt x="232725" y="979205"/>
                  </a:lnTo>
                  <a:lnTo>
                    <a:pt x="232725" y="979191"/>
                  </a:lnTo>
                  <a:lnTo>
                    <a:pt x="232727" y="979169"/>
                  </a:lnTo>
                  <a:lnTo>
                    <a:pt x="232737" y="979142"/>
                  </a:lnTo>
                  <a:lnTo>
                    <a:pt x="232762" y="979094"/>
                  </a:lnTo>
                  <a:lnTo>
                    <a:pt x="232772" y="979065"/>
                  </a:lnTo>
                  <a:lnTo>
                    <a:pt x="232779" y="979046"/>
                  </a:lnTo>
                  <a:lnTo>
                    <a:pt x="232783" y="979021"/>
                  </a:lnTo>
                  <a:lnTo>
                    <a:pt x="232787" y="978997"/>
                  </a:lnTo>
                  <a:lnTo>
                    <a:pt x="232795" y="978978"/>
                  </a:lnTo>
                  <a:lnTo>
                    <a:pt x="232812" y="978951"/>
                  </a:lnTo>
                  <a:lnTo>
                    <a:pt x="232825" y="978928"/>
                  </a:lnTo>
                  <a:lnTo>
                    <a:pt x="232854" y="978890"/>
                  </a:lnTo>
                  <a:lnTo>
                    <a:pt x="232877" y="978861"/>
                  </a:lnTo>
                  <a:lnTo>
                    <a:pt x="232892" y="978848"/>
                  </a:lnTo>
                  <a:lnTo>
                    <a:pt x="232891" y="978838"/>
                  </a:lnTo>
                  <a:lnTo>
                    <a:pt x="232877" y="978820"/>
                  </a:lnTo>
                  <a:lnTo>
                    <a:pt x="232847" y="978796"/>
                  </a:lnTo>
                  <a:lnTo>
                    <a:pt x="232822" y="978769"/>
                  </a:lnTo>
                  <a:lnTo>
                    <a:pt x="232781" y="978725"/>
                  </a:lnTo>
                  <a:lnTo>
                    <a:pt x="232758" y="978700"/>
                  </a:lnTo>
                  <a:lnTo>
                    <a:pt x="232728" y="978659"/>
                  </a:lnTo>
                  <a:lnTo>
                    <a:pt x="232703" y="978611"/>
                  </a:lnTo>
                  <a:lnTo>
                    <a:pt x="232678" y="978580"/>
                  </a:lnTo>
                  <a:lnTo>
                    <a:pt x="232640" y="978549"/>
                  </a:lnTo>
                  <a:lnTo>
                    <a:pt x="232609" y="978528"/>
                  </a:lnTo>
                  <a:lnTo>
                    <a:pt x="232573" y="978505"/>
                  </a:lnTo>
                  <a:lnTo>
                    <a:pt x="232552" y="978485"/>
                  </a:lnTo>
                  <a:lnTo>
                    <a:pt x="232531" y="978458"/>
                  </a:lnTo>
                  <a:lnTo>
                    <a:pt x="232525" y="978450"/>
                  </a:lnTo>
                  <a:lnTo>
                    <a:pt x="232508" y="978439"/>
                  </a:lnTo>
                  <a:lnTo>
                    <a:pt x="232503" y="978436"/>
                  </a:lnTo>
                  <a:lnTo>
                    <a:pt x="232499" y="978436"/>
                  </a:lnTo>
                  <a:lnTo>
                    <a:pt x="232485" y="978439"/>
                  </a:lnTo>
                  <a:lnTo>
                    <a:pt x="232468" y="978443"/>
                  </a:lnTo>
                  <a:lnTo>
                    <a:pt x="232438" y="978445"/>
                  </a:lnTo>
                  <a:lnTo>
                    <a:pt x="232378" y="978444"/>
                  </a:lnTo>
                  <a:lnTo>
                    <a:pt x="232323" y="978440"/>
                  </a:lnTo>
                  <a:lnTo>
                    <a:pt x="232308" y="978437"/>
                  </a:lnTo>
                  <a:lnTo>
                    <a:pt x="232284" y="978434"/>
                  </a:lnTo>
                  <a:lnTo>
                    <a:pt x="232275" y="978431"/>
                  </a:lnTo>
                  <a:lnTo>
                    <a:pt x="232275" y="978426"/>
                  </a:lnTo>
                  <a:lnTo>
                    <a:pt x="232275" y="978418"/>
                  </a:lnTo>
                  <a:lnTo>
                    <a:pt x="232279" y="978405"/>
                  </a:lnTo>
                  <a:lnTo>
                    <a:pt x="232281" y="978386"/>
                  </a:lnTo>
                  <a:lnTo>
                    <a:pt x="232277" y="978355"/>
                  </a:lnTo>
                  <a:lnTo>
                    <a:pt x="232279" y="978309"/>
                  </a:lnTo>
                  <a:lnTo>
                    <a:pt x="232280" y="978286"/>
                  </a:lnTo>
                  <a:lnTo>
                    <a:pt x="232275" y="978266"/>
                  </a:lnTo>
                  <a:lnTo>
                    <a:pt x="232263" y="978247"/>
                  </a:lnTo>
                  <a:lnTo>
                    <a:pt x="232248" y="978232"/>
                  </a:lnTo>
                  <a:lnTo>
                    <a:pt x="232217" y="978199"/>
                  </a:lnTo>
                  <a:lnTo>
                    <a:pt x="232196" y="978173"/>
                  </a:lnTo>
                  <a:lnTo>
                    <a:pt x="232172" y="978144"/>
                  </a:lnTo>
                  <a:lnTo>
                    <a:pt x="232156" y="978120"/>
                  </a:lnTo>
                  <a:lnTo>
                    <a:pt x="232146" y="978105"/>
                  </a:lnTo>
                  <a:lnTo>
                    <a:pt x="232137" y="978089"/>
                  </a:lnTo>
                  <a:lnTo>
                    <a:pt x="232134" y="978084"/>
                  </a:lnTo>
                  <a:lnTo>
                    <a:pt x="232129" y="978083"/>
                  </a:lnTo>
                  <a:lnTo>
                    <a:pt x="232117" y="978087"/>
                  </a:lnTo>
                  <a:lnTo>
                    <a:pt x="232092" y="978093"/>
                  </a:lnTo>
                  <a:lnTo>
                    <a:pt x="232084" y="978093"/>
                  </a:lnTo>
                  <a:lnTo>
                    <a:pt x="232043" y="978087"/>
                  </a:lnTo>
                  <a:lnTo>
                    <a:pt x="231979" y="978063"/>
                  </a:lnTo>
                  <a:lnTo>
                    <a:pt x="231907" y="978040"/>
                  </a:lnTo>
                  <a:lnTo>
                    <a:pt x="231849" y="978024"/>
                  </a:lnTo>
                  <a:lnTo>
                    <a:pt x="231812" y="978008"/>
                  </a:lnTo>
                  <a:lnTo>
                    <a:pt x="231792" y="977995"/>
                  </a:lnTo>
                  <a:lnTo>
                    <a:pt x="231764" y="977973"/>
                  </a:lnTo>
                  <a:lnTo>
                    <a:pt x="231708" y="977925"/>
                  </a:lnTo>
                  <a:lnTo>
                    <a:pt x="231683" y="977904"/>
                  </a:lnTo>
                  <a:lnTo>
                    <a:pt x="231656" y="977859"/>
                  </a:lnTo>
                  <a:lnTo>
                    <a:pt x="231633" y="977824"/>
                  </a:lnTo>
                  <a:lnTo>
                    <a:pt x="231618" y="977795"/>
                  </a:lnTo>
                  <a:lnTo>
                    <a:pt x="231602" y="977761"/>
                  </a:lnTo>
                  <a:lnTo>
                    <a:pt x="231592" y="977741"/>
                  </a:lnTo>
                  <a:lnTo>
                    <a:pt x="231579" y="977727"/>
                  </a:lnTo>
                  <a:lnTo>
                    <a:pt x="231562" y="977719"/>
                  </a:lnTo>
                  <a:lnTo>
                    <a:pt x="231540" y="977713"/>
                  </a:lnTo>
                  <a:lnTo>
                    <a:pt x="231504" y="977707"/>
                  </a:lnTo>
                  <a:lnTo>
                    <a:pt x="231464" y="977705"/>
                  </a:lnTo>
                  <a:lnTo>
                    <a:pt x="231425" y="977698"/>
                  </a:lnTo>
                  <a:lnTo>
                    <a:pt x="231395" y="977680"/>
                  </a:lnTo>
                  <a:lnTo>
                    <a:pt x="231354" y="977652"/>
                  </a:lnTo>
                  <a:lnTo>
                    <a:pt x="231321" y="977620"/>
                  </a:lnTo>
                  <a:lnTo>
                    <a:pt x="231296" y="977605"/>
                  </a:lnTo>
                  <a:lnTo>
                    <a:pt x="231252" y="977579"/>
                  </a:lnTo>
                  <a:lnTo>
                    <a:pt x="231207" y="977561"/>
                  </a:lnTo>
                  <a:lnTo>
                    <a:pt x="231155" y="977535"/>
                  </a:lnTo>
                  <a:lnTo>
                    <a:pt x="231128" y="977520"/>
                  </a:lnTo>
                  <a:lnTo>
                    <a:pt x="231083" y="977492"/>
                  </a:lnTo>
                  <a:lnTo>
                    <a:pt x="231046" y="977467"/>
                  </a:lnTo>
                  <a:lnTo>
                    <a:pt x="231012" y="977455"/>
                  </a:lnTo>
                  <a:lnTo>
                    <a:pt x="230997" y="977444"/>
                  </a:lnTo>
                  <a:lnTo>
                    <a:pt x="230989" y="977428"/>
                  </a:lnTo>
                  <a:lnTo>
                    <a:pt x="230983" y="977409"/>
                  </a:lnTo>
                  <a:lnTo>
                    <a:pt x="230979" y="977381"/>
                  </a:lnTo>
                  <a:lnTo>
                    <a:pt x="230970" y="977337"/>
                  </a:lnTo>
                  <a:lnTo>
                    <a:pt x="230951" y="977292"/>
                  </a:lnTo>
                  <a:lnTo>
                    <a:pt x="230926" y="977244"/>
                  </a:lnTo>
                  <a:lnTo>
                    <a:pt x="230908" y="977205"/>
                  </a:lnTo>
                  <a:lnTo>
                    <a:pt x="230889" y="977180"/>
                  </a:lnTo>
                  <a:lnTo>
                    <a:pt x="230863" y="977157"/>
                  </a:lnTo>
                  <a:lnTo>
                    <a:pt x="230842" y="977134"/>
                  </a:lnTo>
                  <a:lnTo>
                    <a:pt x="230829" y="977108"/>
                  </a:lnTo>
                  <a:lnTo>
                    <a:pt x="230806" y="977073"/>
                  </a:lnTo>
                  <a:lnTo>
                    <a:pt x="230775" y="977043"/>
                  </a:lnTo>
                  <a:lnTo>
                    <a:pt x="230734" y="977005"/>
                  </a:lnTo>
                  <a:lnTo>
                    <a:pt x="230708" y="976980"/>
                  </a:lnTo>
                  <a:lnTo>
                    <a:pt x="230681" y="976960"/>
                  </a:lnTo>
                  <a:lnTo>
                    <a:pt x="230660" y="976953"/>
                  </a:lnTo>
                  <a:lnTo>
                    <a:pt x="230624" y="976947"/>
                  </a:lnTo>
                  <a:lnTo>
                    <a:pt x="230549" y="976942"/>
                  </a:lnTo>
                  <a:lnTo>
                    <a:pt x="230492" y="976935"/>
                  </a:lnTo>
                  <a:lnTo>
                    <a:pt x="230419" y="976924"/>
                  </a:lnTo>
                  <a:lnTo>
                    <a:pt x="230385" y="976913"/>
                  </a:lnTo>
                  <a:lnTo>
                    <a:pt x="230349" y="976893"/>
                  </a:lnTo>
                  <a:lnTo>
                    <a:pt x="230320" y="976859"/>
                  </a:lnTo>
                  <a:lnTo>
                    <a:pt x="230275" y="976826"/>
                  </a:lnTo>
                  <a:lnTo>
                    <a:pt x="230252" y="976803"/>
                  </a:lnTo>
                  <a:lnTo>
                    <a:pt x="230216" y="976779"/>
                  </a:lnTo>
                  <a:lnTo>
                    <a:pt x="230210" y="976773"/>
                  </a:lnTo>
                  <a:lnTo>
                    <a:pt x="230189" y="976761"/>
                  </a:lnTo>
                  <a:lnTo>
                    <a:pt x="230175" y="976758"/>
                  </a:lnTo>
                  <a:lnTo>
                    <a:pt x="230131" y="976752"/>
                  </a:lnTo>
                  <a:lnTo>
                    <a:pt x="230098" y="976749"/>
                  </a:lnTo>
                  <a:lnTo>
                    <a:pt x="230068" y="976752"/>
                  </a:lnTo>
                  <a:lnTo>
                    <a:pt x="230036" y="976756"/>
                  </a:lnTo>
                  <a:lnTo>
                    <a:pt x="229987" y="976766"/>
                  </a:lnTo>
                  <a:lnTo>
                    <a:pt x="229964" y="976769"/>
                  </a:lnTo>
                  <a:lnTo>
                    <a:pt x="229944" y="976772"/>
                  </a:lnTo>
                  <a:lnTo>
                    <a:pt x="229927" y="976771"/>
                  </a:lnTo>
                  <a:lnTo>
                    <a:pt x="229912" y="976769"/>
                  </a:lnTo>
                  <a:lnTo>
                    <a:pt x="229879" y="976765"/>
                  </a:lnTo>
                  <a:lnTo>
                    <a:pt x="229814" y="976750"/>
                  </a:lnTo>
                  <a:lnTo>
                    <a:pt x="229762" y="976738"/>
                  </a:lnTo>
                  <a:lnTo>
                    <a:pt x="229708" y="976733"/>
                  </a:lnTo>
                  <a:lnTo>
                    <a:pt x="229679" y="976730"/>
                  </a:lnTo>
                  <a:lnTo>
                    <a:pt x="229640" y="976736"/>
                  </a:lnTo>
                  <a:lnTo>
                    <a:pt x="229593" y="976740"/>
                  </a:lnTo>
                  <a:lnTo>
                    <a:pt x="229550" y="976753"/>
                  </a:lnTo>
                  <a:lnTo>
                    <a:pt x="229541" y="976754"/>
                  </a:lnTo>
                  <a:lnTo>
                    <a:pt x="229535" y="976753"/>
                  </a:lnTo>
                  <a:lnTo>
                    <a:pt x="229514" y="976751"/>
                  </a:lnTo>
                  <a:lnTo>
                    <a:pt x="229477" y="976760"/>
                  </a:lnTo>
                  <a:lnTo>
                    <a:pt x="229447" y="976764"/>
                  </a:lnTo>
                  <a:lnTo>
                    <a:pt x="229407" y="976765"/>
                  </a:lnTo>
                  <a:lnTo>
                    <a:pt x="229335" y="976768"/>
                  </a:lnTo>
                  <a:lnTo>
                    <a:pt x="229309" y="976766"/>
                  </a:lnTo>
                  <a:lnTo>
                    <a:pt x="229277" y="976753"/>
                  </a:lnTo>
                  <a:lnTo>
                    <a:pt x="229254" y="976735"/>
                  </a:lnTo>
                  <a:lnTo>
                    <a:pt x="229219" y="976679"/>
                  </a:lnTo>
                  <a:lnTo>
                    <a:pt x="229200" y="976653"/>
                  </a:lnTo>
                  <a:lnTo>
                    <a:pt x="229186" y="976623"/>
                  </a:lnTo>
                  <a:lnTo>
                    <a:pt x="229172" y="976605"/>
                  </a:lnTo>
                  <a:lnTo>
                    <a:pt x="229153" y="976597"/>
                  </a:lnTo>
                  <a:lnTo>
                    <a:pt x="229124" y="976596"/>
                  </a:lnTo>
                  <a:lnTo>
                    <a:pt x="229080" y="976599"/>
                  </a:lnTo>
                  <a:lnTo>
                    <a:pt x="229015" y="976603"/>
                  </a:lnTo>
                  <a:lnTo>
                    <a:pt x="228996" y="976605"/>
                  </a:lnTo>
                  <a:lnTo>
                    <a:pt x="228966" y="976607"/>
                  </a:lnTo>
                  <a:lnTo>
                    <a:pt x="228947" y="976610"/>
                  </a:lnTo>
                  <a:lnTo>
                    <a:pt x="228929" y="976617"/>
                  </a:lnTo>
                  <a:lnTo>
                    <a:pt x="228911" y="976628"/>
                  </a:lnTo>
                  <a:lnTo>
                    <a:pt x="228900" y="976632"/>
                  </a:lnTo>
                  <a:lnTo>
                    <a:pt x="228848" y="976647"/>
                  </a:lnTo>
                  <a:lnTo>
                    <a:pt x="228818" y="976665"/>
                  </a:lnTo>
                  <a:lnTo>
                    <a:pt x="228787" y="976681"/>
                  </a:lnTo>
                  <a:lnTo>
                    <a:pt x="228751" y="976680"/>
                  </a:lnTo>
                  <a:lnTo>
                    <a:pt x="228719" y="976680"/>
                  </a:lnTo>
                  <a:lnTo>
                    <a:pt x="228675" y="976668"/>
                  </a:lnTo>
                  <a:lnTo>
                    <a:pt x="228625" y="976652"/>
                  </a:lnTo>
                  <a:lnTo>
                    <a:pt x="228593" y="976639"/>
                  </a:lnTo>
                  <a:lnTo>
                    <a:pt x="228536" y="976592"/>
                  </a:lnTo>
                  <a:lnTo>
                    <a:pt x="228488" y="976559"/>
                  </a:lnTo>
                  <a:lnTo>
                    <a:pt x="228449" y="976536"/>
                  </a:lnTo>
                  <a:lnTo>
                    <a:pt x="228444" y="976533"/>
                  </a:lnTo>
                  <a:lnTo>
                    <a:pt x="228415" y="976517"/>
                  </a:lnTo>
                  <a:lnTo>
                    <a:pt x="228396" y="976511"/>
                  </a:lnTo>
                  <a:lnTo>
                    <a:pt x="228383" y="976511"/>
                  </a:lnTo>
                  <a:lnTo>
                    <a:pt x="228342" y="976520"/>
                  </a:lnTo>
                  <a:lnTo>
                    <a:pt x="228287" y="976525"/>
                  </a:lnTo>
                  <a:lnTo>
                    <a:pt x="228256" y="976523"/>
                  </a:lnTo>
                  <a:lnTo>
                    <a:pt x="228212" y="976518"/>
                  </a:lnTo>
                  <a:lnTo>
                    <a:pt x="228178" y="976509"/>
                  </a:lnTo>
                  <a:lnTo>
                    <a:pt x="228166" y="976504"/>
                  </a:lnTo>
                  <a:lnTo>
                    <a:pt x="228162" y="976493"/>
                  </a:lnTo>
                  <a:lnTo>
                    <a:pt x="228164" y="976485"/>
                  </a:lnTo>
                  <a:lnTo>
                    <a:pt x="228176" y="976480"/>
                  </a:lnTo>
                  <a:lnTo>
                    <a:pt x="228185" y="976472"/>
                  </a:lnTo>
                  <a:lnTo>
                    <a:pt x="228192" y="976459"/>
                  </a:lnTo>
                  <a:lnTo>
                    <a:pt x="228192" y="976450"/>
                  </a:lnTo>
                  <a:lnTo>
                    <a:pt x="228181" y="976438"/>
                  </a:lnTo>
                  <a:lnTo>
                    <a:pt x="228178" y="976425"/>
                  </a:lnTo>
                  <a:lnTo>
                    <a:pt x="228177" y="976408"/>
                  </a:lnTo>
                  <a:lnTo>
                    <a:pt x="228173" y="976400"/>
                  </a:lnTo>
                  <a:lnTo>
                    <a:pt x="228153" y="976382"/>
                  </a:lnTo>
                  <a:lnTo>
                    <a:pt x="228115" y="976358"/>
                  </a:lnTo>
                  <a:lnTo>
                    <a:pt x="228109" y="976342"/>
                  </a:lnTo>
                  <a:lnTo>
                    <a:pt x="228103" y="976325"/>
                  </a:lnTo>
                  <a:lnTo>
                    <a:pt x="228100" y="976301"/>
                  </a:lnTo>
                  <a:lnTo>
                    <a:pt x="228099" y="976236"/>
                  </a:lnTo>
                  <a:lnTo>
                    <a:pt x="228101" y="976212"/>
                  </a:lnTo>
                  <a:lnTo>
                    <a:pt x="228094" y="976202"/>
                  </a:lnTo>
                  <a:lnTo>
                    <a:pt x="228077" y="976196"/>
                  </a:lnTo>
                  <a:lnTo>
                    <a:pt x="228046" y="976192"/>
                  </a:lnTo>
                  <a:lnTo>
                    <a:pt x="228014" y="976197"/>
                  </a:lnTo>
                  <a:lnTo>
                    <a:pt x="227970" y="976206"/>
                  </a:lnTo>
                  <a:lnTo>
                    <a:pt x="227922" y="976217"/>
                  </a:lnTo>
                  <a:lnTo>
                    <a:pt x="227891" y="976225"/>
                  </a:lnTo>
                  <a:lnTo>
                    <a:pt x="227869" y="976223"/>
                  </a:lnTo>
                  <a:lnTo>
                    <a:pt x="227848" y="976221"/>
                  </a:lnTo>
                  <a:lnTo>
                    <a:pt x="227831" y="976210"/>
                  </a:lnTo>
                  <a:lnTo>
                    <a:pt x="227821" y="976199"/>
                  </a:lnTo>
                  <a:lnTo>
                    <a:pt x="227815" y="976166"/>
                  </a:lnTo>
                  <a:lnTo>
                    <a:pt x="227807" y="976138"/>
                  </a:lnTo>
                  <a:lnTo>
                    <a:pt x="227795" y="976121"/>
                  </a:lnTo>
                  <a:lnTo>
                    <a:pt x="227794" y="976109"/>
                  </a:lnTo>
                  <a:lnTo>
                    <a:pt x="227799" y="976097"/>
                  </a:lnTo>
                  <a:lnTo>
                    <a:pt x="227800" y="976088"/>
                  </a:lnTo>
                  <a:lnTo>
                    <a:pt x="227791" y="976061"/>
                  </a:lnTo>
                  <a:lnTo>
                    <a:pt x="227788" y="976014"/>
                  </a:lnTo>
                  <a:lnTo>
                    <a:pt x="227784" y="975980"/>
                  </a:lnTo>
                  <a:lnTo>
                    <a:pt x="227774" y="975949"/>
                  </a:lnTo>
                  <a:lnTo>
                    <a:pt x="227760" y="975922"/>
                  </a:lnTo>
                  <a:lnTo>
                    <a:pt x="227751" y="975910"/>
                  </a:lnTo>
                  <a:lnTo>
                    <a:pt x="227735" y="975895"/>
                  </a:lnTo>
                  <a:lnTo>
                    <a:pt x="227733" y="975886"/>
                  </a:lnTo>
                  <a:lnTo>
                    <a:pt x="227736" y="975874"/>
                  </a:lnTo>
                  <a:lnTo>
                    <a:pt x="227733" y="975867"/>
                  </a:lnTo>
                  <a:lnTo>
                    <a:pt x="227727" y="975863"/>
                  </a:lnTo>
                  <a:lnTo>
                    <a:pt x="227719" y="975860"/>
                  </a:lnTo>
                  <a:lnTo>
                    <a:pt x="227715" y="975856"/>
                  </a:lnTo>
                  <a:lnTo>
                    <a:pt x="227703" y="975852"/>
                  </a:lnTo>
                  <a:lnTo>
                    <a:pt x="227701" y="975841"/>
                  </a:lnTo>
                  <a:lnTo>
                    <a:pt x="227710" y="975834"/>
                  </a:lnTo>
                  <a:lnTo>
                    <a:pt x="227722" y="975822"/>
                  </a:lnTo>
                  <a:lnTo>
                    <a:pt x="227723" y="975805"/>
                  </a:lnTo>
                  <a:lnTo>
                    <a:pt x="227724" y="975786"/>
                  </a:lnTo>
                  <a:lnTo>
                    <a:pt x="227723" y="975761"/>
                  </a:lnTo>
                  <a:lnTo>
                    <a:pt x="227724" y="975735"/>
                  </a:lnTo>
                  <a:lnTo>
                    <a:pt x="227736" y="975720"/>
                  </a:lnTo>
                  <a:lnTo>
                    <a:pt x="227750" y="975702"/>
                  </a:lnTo>
                  <a:lnTo>
                    <a:pt x="227758" y="975679"/>
                  </a:lnTo>
                  <a:lnTo>
                    <a:pt x="227768" y="975665"/>
                  </a:lnTo>
                  <a:lnTo>
                    <a:pt x="227779" y="975656"/>
                  </a:lnTo>
                  <a:lnTo>
                    <a:pt x="227796" y="975652"/>
                  </a:lnTo>
                  <a:lnTo>
                    <a:pt x="227818" y="975644"/>
                  </a:lnTo>
                  <a:lnTo>
                    <a:pt x="227834" y="975633"/>
                  </a:lnTo>
                  <a:lnTo>
                    <a:pt x="227846" y="975627"/>
                  </a:lnTo>
                  <a:lnTo>
                    <a:pt x="227859" y="975614"/>
                  </a:lnTo>
                  <a:lnTo>
                    <a:pt x="227874" y="975598"/>
                  </a:lnTo>
                  <a:lnTo>
                    <a:pt x="227892" y="975589"/>
                  </a:lnTo>
                  <a:lnTo>
                    <a:pt x="227923" y="975577"/>
                  </a:lnTo>
                  <a:lnTo>
                    <a:pt x="227947" y="975570"/>
                  </a:lnTo>
                  <a:lnTo>
                    <a:pt x="227968" y="975557"/>
                  </a:lnTo>
                  <a:lnTo>
                    <a:pt x="227985" y="975542"/>
                  </a:lnTo>
                  <a:lnTo>
                    <a:pt x="227998" y="975536"/>
                  </a:lnTo>
                  <a:lnTo>
                    <a:pt x="227998" y="975529"/>
                  </a:lnTo>
                  <a:lnTo>
                    <a:pt x="227986" y="975525"/>
                  </a:lnTo>
                  <a:lnTo>
                    <a:pt x="227963" y="975517"/>
                  </a:lnTo>
                  <a:lnTo>
                    <a:pt x="227924" y="975509"/>
                  </a:lnTo>
                  <a:lnTo>
                    <a:pt x="227889" y="975495"/>
                  </a:lnTo>
                  <a:lnTo>
                    <a:pt x="227850" y="975479"/>
                  </a:lnTo>
                  <a:lnTo>
                    <a:pt x="227806" y="975452"/>
                  </a:lnTo>
                  <a:lnTo>
                    <a:pt x="227774" y="975432"/>
                  </a:lnTo>
                  <a:lnTo>
                    <a:pt x="227758" y="975428"/>
                  </a:lnTo>
                  <a:lnTo>
                    <a:pt x="227716" y="975412"/>
                  </a:lnTo>
                  <a:lnTo>
                    <a:pt x="227693" y="975405"/>
                  </a:lnTo>
                  <a:lnTo>
                    <a:pt x="227673" y="975404"/>
                  </a:lnTo>
                  <a:lnTo>
                    <a:pt x="227639" y="975406"/>
                  </a:lnTo>
                  <a:lnTo>
                    <a:pt x="227616" y="975395"/>
                  </a:lnTo>
                  <a:lnTo>
                    <a:pt x="227599" y="975374"/>
                  </a:lnTo>
                  <a:lnTo>
                    <a:pt x="227583" y="975346"/>
                  </a:lnTo>
                  <a:lnTo>
                    <a:pt x="227564" y="975315"/>
                  </a:lnTo>
                  <a:lnTo>
                    <a:pt x="227542" y="975278"/>
                  </a:lnTo>
                  <a:lnTo>
                    <a:pt x="227505" y="975241"/>
                  </a:lnTo>
                  <a:lnTo>
                    <a:pt x="227484" y="975213"/>
                  </a:lnTo>
                  <a:lnTo>
                    <a:pt x="227480" y="975196"/>
                  </a:lnTo>
                  <a:lnTo>
                    <a:pt x="227489" y="975181"/>
                  </a:lnTo>
                  <a:lnTo>
                    <a:pt x="227503" y="975168"/>
                  </a:lnTo>
                  <a:lnTo>
                    <a:pt x="227507" y="975149"/>
                  </a:lnTo>
                  <a:lnTo>
                    <a:pt x="227497" y="975119"/>
                  </a:lnTo>
                  <a:lnTo>
                    <a:pt x="227483" y="975079"/>
                  </a:lnTo>
                  <a:lnTo>
                    <a:pt x="227466" y="975058"/>
                  </a:lnTo>
                  <a:lnTo>
                    <a:pt x="227421" y="975028"/>
                  </a:lnTo>
                  <a:lnTo>
                    <a:pt x="227385" y="975008"/>
                  </a:lnTo>
                  <a:lnTo>
                    <a:pt x="227340" y="974992"/>
                  </a:lnTo>
                  <a:lnTo>
                    <a:pt x="227294" y="974976"/>
                  </a:lnTo>
                  <a:lnTo>
                    <a:pt x="227263" y="974964"/>
                  </a:lnTo>
                  <a:lnTo>
                    <a:pt x="227239" y="974948"/>
                  </a:lnTo>
                  <a:lnTo>
                    <a:pt x="227218" y="974920"/>
                  </a:lnTo>
                  <a:lnTo>
                    <a:pt x="227203" y="974894"/>
                  </a:lnTo>
                  <a:lnTo>
                    <a:pt x="227189" y="974861"/>
                  </a:lnTo>
                  <a:lnTo>
                    <a:pt x="227182" y="974832"/>
                  </a:lnTo>
                  <a:lnTo>
                    <a:pt x="227176" y="974803"/>
                  </a:lnTo>
                  <a:lnTo>
                    <a:pt x="227150" y="974753"/>
                  </a:lnTo>
                  <a:lnTo>
                    <a:pt x="227136" y="974725"/>
                  </a:lnTo>
                  <a:lnTo>
                    <a:pt x="227120" y="974703"/>
                  </a:lnTo>
                  <a:lnTo>
                    <a:pt x="227091" y="974669"/>
                  </a:lnTo>
                  <a:lnTo>
                    <a:pt x="227062" y="974641"/>
                  </a:lnTo>
                  <a:lnTo>
                    <a:pt x="227019" y="974603"/>
                  </a:lnTo>
                  <a:lnTo>
                    <a:pt x="227014" y="974599"/>
                  </a:lnTo>
                  <a:lnTo>
                    <a:pt x="226998" y="974591"/>
                  </a:lnTo>
                  <a:lnTo>
                    <a:pt x="226980" y="974576"/>
                  </a:lnTo>
                  <a:lnTo>
                    <a:pt x="226975" y="974571"/>
                  </a:lnTo>
                  <a:lnTo>
                    <a:pt x="226975" y="974560"/>
                  </a:lnTo>
                  <a:lnTo>
                    <a:pt x="226976" y="974555"/>
                  </a:lnTo>
                  <a:lnTo>
                    <a:pt x="226976" y="974544"/>
                  </a:lnTo>
                  <a:lnTo>
                    <a:pt x="226980" y="974529"/>
                  </a:lnTo>
                  <a:lnTo>
                    <a:pt x="226988" y="974500"/>
                  </a:lnTo>
                  <a:lnTo>
                    <a:pt x="226995" y="974455"/>
                  </a:lnTo>
                  <a:lnTo>
                    <a:pt x="226992" y="974422"/>
                  </a:lnTo>
                  <a:lnTo>
                    <a:pt x="226983" y="974395"/>
                  </a:lnTo>
                  <a:lnTo>
                    <a:pt x="226971" y="974361"/>
                  </a:lnTo>
                  <a:lnTo>
                    <a:pt x="226959" y="974335"/>
                  </a:lnTo>
                  <a:lnTo>
                    <a:pt x="226924" y="974290"/>
                  </a:lnTo>
                  <a:lnTo>
                    <a:pt x="226910" y="974273"/>
                  </a:lnTo>
                  <a:lnTo>
                    <a:pt x="226887" y="974248"/>
                  </a:lnTo>
                  <a:lnTo>
                    <a:pt x="226869" y="974239"/>
                  </a:lnTo>
                  <a:lnTo>
                    <a:pt x="226865" y="974234"/>
                  </a:lnTo>
                  <a:lnTo>
                    <a:pt x="226866" y="974228"/>
                  </a:lnTo>
                  <a:lnTo>
                    <a:pt x="226872" y="974208"/>
                  </a:lnTo>
                  <a:lnTo>
                    <a:pt x="226879" y="974193"/>
                  </a:lnTo>
                  <a:lnTo>
                    <a:pt x="226880" y="974182"/>
                  </a:lnTo>
                  <a:lnTo>
                    <a:pt x="226877" y="974174"/>
                  </a:lnTo>
                  <a:lnTo>
                    <a:pt x="226859" y="974151"/>
                  </a:lnTo>
                  <a:lnTo>
                    <a:pt x="226856" y="974144"/>
                  </a:lnTo>
                  <a:lnTo>
                    <a:pt x="226844" y="974124"/>
                  </a:lnTo>
                  <a:lnTo>
                    <a:pt x="226816" y="974093"/>
                  </a:lnTo>
                  <a:lnTo>
                    <a:pt x="226801" y="974068"/>
                  </a:lnTo>
                  <a:lnTo>
                    <a:pt x="226794" y="974037"/>
                  </a:lnTo>
                  <a:lnTo>
                    <a:pt x="226783" y="973981"/>
                  </a:lnTo>
                  <a:lnTo>
                    <a:pt x="226767" y="973943"/>
                  </a:lnTo>
                  <a:lnTo>
                    <a:pt x="226756" y="973909"/>
                  </a:lnTo>
                  <a:lnTo>
                    <a:pt x="226751" y="973873"/>
                  </a:lnTo>
                  <a:lnTo>
                    <a:pt x="226744" y="973840"/>
                  </a:lnTo>
                  <a:lnTo>
                    <a:pt x="226735" y="973810"/>
                  </a:lnTo>
                  <a:lnTo>
                    <a:pt x="226733" y="973781"/>
                  </a:lnTo>
                  <a:lnTo>
                    <a:pt x="226735" y="973741"/>
                  </a:lnTo>
                  <a:lnTo>
                    <a:pt x="226747" y="973701"/>
                  </a:lnTo>
                  <a:lnTo>
                    <a:pt x="226751" y="973686"/>
                  </a:lnTo>
                  <a:lnTo>
                    <a:pt x="226764" y="973662"/>
                  </a:lnTo>
                  <a:lnTo>
                    <a:pt x="226781" y="973635"/>
                  </a:lnTo>
                  <a:lnTo>
                    <a:pt x="226809" y="973603"/>
                  </a:lnTo>
                  <a:lnTo>
                    <a:pt x="226819" y="973575"/>
                  </a:lnTo>
                  <a:lnTo>
                    <a:pt x="226836" y="973544"/>
                  </a:lnTo>
                  <a:lnTo>
                    <a:pt x="226844" y="973518"/>
                  </a:lnTo>
                  <a:lnTo>
                    <a:pt x="226855" y="973500"/>
                  </a:lnTo>
                  <a:lnTo>
                    <a:pt x="226871" y="973483"/>
                  </a:lnTo>
                  <a:lnTo>
                    <a:pt x="226887" y="973475"/>
                  </a:lnTo>
                  <a:lnTo>
                    <a:pt x="226908" y="973465"/>
                  </a:lnTo>
                  <a:lnTo>
                    <a:pt x="226924" y="973452"/>
                  </a:lnTo>
                  <a:lnTo>
                    <a:pt x="226934" y="973432"/>
                  </a:lnTo>
                  <a:lnTo>
                    <a:pt x="226936" y="973421"/>
                  </a:lnTo>
                  <a:lnTo>
                    <a:pt x="226928" y="973414"/>
                  </a:lnTo>
                  <a:lnTo>
                    <a:pt x="226880" y="973397"/>
                  </a:lnTo>
                  <a:lnTo>
                    <a:pt x="226834" y="973382"/>
                  </a:lnTo>
                  <a:lnTo>
                    <a:pt x="226787" y="973357"/>
                  </a:lnTo>
                  <a:lnTo>
                    <a:pt x="226757" y="973337"/>
                  </a:lnTo>
                  <a:lnTo>
                    <a:pt x="226701" y="973302"/>
                  </a:lnTo>
                  <a:lnTo>
                    <a:pt x="226668" y="973278"/>
                  </a:lnTo>
                  <a:lnTo>
                    <a:pt x="226605" y="973237"/>
                  </a:lnTo>
                  <a:lnTo>
                    <a:pt x="226538" y="973195"/>
                  </a:lnTo>
                  <a:lnTo>
                    <a:pt x="226499" y="973166"/>
                  </a:lnTo>
                  <a:lnTo>
                    <a:pt x="226442" y="973122"/>
                  </a:lnTo>
                  <a:lnTo>
                    <a:pt x="226410" y="973101"/>
                  </a:lnTo>
                  <a:lnTo>
                    <a:pt x="226380" y="973075"/>
                  </a:lnTo>
                  <a:lnTo>
                    <a:pt x="226365" y="973057"/>
                  </a:lnTo>
                  <a:lnTo>
                    <a:pt x="226351" y="973029"/>
                  </a:lnTo>
                  <a:lnTo>
                    <a:pt x="226330" y="972993"/>
                  </a:lnTo>
                  <a:lnTo>
                    <a:pt x="226318" y="972979"/>
                  </a:lnTo>
                  <a:lnTo>
                    <a:pt x="226298" y="972972"/>
                  </a:lnTo>
                  <a:lnTo>
                    <a:pt x="226280" y="972961"/>
                  </a:lnTo>
                  <a:lnTo>
                    <a:pt x="226270" y="972948"/>
                  </a:lnTo>
                  <a:lnTo>
                    <a:pt x="226265" y="972933"/>
                  </a:lnTo>
                  <a:lnTo>
                    <a:pt x="226263" y="972895"/>
                  </a:lnTo>
                  <a:lnTo>
                    <a:pt x="226250" y="972866"/>
                  </a:lnTo>
                  <a:lnTo>
                    <a:pt x="226220" y="972825"/>
                  </a:lnTo>
                  <a:lnTo>
                    <a:pt x="226206" y="972804"/>
                  </a:lnTo>
                  <a:lnTo>
                    <a:pt x="226188" y="972769"/>
                  </a:lnTo>
                  <a:lnTo>
                    <a:pt x="226169" y="972736"/>
                  </a:lnTo>
                  <a:lnTo>
                    <a:pt x="226150" y="972718"/>
                  </a:lnTo>
                  <a:lnTo>
                    <a:pt x="226126" y="972704"/>
                  </a:lnTo>
                  <a:lnTo>
                    <a:pt x="226088" y="972685"/>
                  </a:lnTo>
                  <a:lnTo>
                    <a:pt x="226049" y="972673"/>
                  </a:lnTo>
                  <a:lnTo>
                    <a:pt x="226026" y="972661"/>
                  </a:lnTo>
                  <a:lnTo>
                    <a:pt x="226012" y="972642"/>
                  </a:lnTo>
                  <a:lnTo>
                    <a:pt x="226006" y="972621"/>
                  </a:lnTo>
                  <a:lnTo>
                    <a:pt x="225995" y="972610"/>
                  </a:lnTo>
                  <a:lnTo>
                    <a:pt x="225986" y="972601"/>
                  </a:lnTo>
                  <a:lnTo>
                    <a:pt x="225978" y="972592"/>
                  </a:lnTo>
                  <a:lnTo>
                    <a:pt x="225929" y="972538"/>
                  </a:lnTo>
                  <a:lnTo>
                    <a:pt x="225907" y="972518"/>
                  </a:lnTo>
                  <a:lnTo>
                    <a:pt x="225873" y="972493"/>
                  </a:lnTo>
                  <a:lnTo>
                    <a:pt x="225849" y="972477"/>
                  </a:lnTo>
                  <a:lnTo>
                    <a:pt x="225814" y="972463"/>
                  </a:lnTo>
                  <a:lnTo>
                    <a:pt x="225774" y="972444"/>
                  </a:lnTo>
                  <a:lnTo>
                    <a:pt x="225748" y="972428"/>
                  </a:lnTo>
                  <a:lnTo>
                    <a:pt x="225725" y="972404"/>
                  </a:lnTo>
                  <a:lnTo>
                    <a:pt x="225697" y="972379"/>
                  </a:lnTo>
                  <a:lnTo>
                    <a:pt x="225651" y="972354"/>
                  </a:lnTo>
                  <a:lnTo>
                    <a:pt x="225617" y="972333"/>
                  </a:lnTo>
                  <a:lnTo>
                    <a:pt x="225598" y="972316"/>
                  </a:lnTo>
                  <a:lnTo>
                    <a:pt x="225583" y="972295"/>
                  </a:lnTo>
                  <a:lnTo>
                    <a:pt x="225566" y="972273"/>
                  </a:lnTo>
                  <a:lnTo>
                    <a:pt x="225549" y="972250"/>
                  </a:lnTo>
                  <a:lnTo>
                    <a:pt x="225535" y="972224"/>
                  </a:lnTo>
                  <a:lnTo>
                    <a:pt x="225520" y="972188"/>
                  </a:lnTo>
                  <a:lnTo>
                    <a:pt x="225495" y="972142"/>
                  </a:lnTo>
                  <a:lnTo>
                    <a:pt x="225458" y="972073"/>
                  </a:lnTo>
                  <a:lnTo>
                    <a:pt x="225443" y="972042"/>
                  </a:lnTo>
                  <a:lnTo>
                    <a:pt x="225432" y="972017"/>
                  </a:lnTo>
                  <a:lnTo>
                    <a:pt x="225420" y="971988"/>
                  </a:lnTo>
                  <a:lnTo>
                    <a:pt x="225408" y="971965"/>
                  </a:lnTo>
                  <a:lnTo>
                    <a:pt x="225388" y="971949"/>
                  </a:lnTo>
                  <a:lnTo>
                    <a:pt x="225357" y="971937"/>
                  </a:lnTo>
                  <a:lnTo>
                    <a:pt x="225330" y="971924"/>
                  </a:lnTo>
                  <a:lnTo>
                    <a:pt x="225306" y="971913"/>
                  </a:lnTo>
                  <a:lnTo>
                    <a:pt x="225262" y="971901"/>
                  </a:lnTo>
                  <a:lnTo>
                    <a:pt x="225240" y="971895"/>
                  </a:lnTo>
                  <a:lnTo>
                    <a:pt x="225220" y="971881"/>
                  </a:lnTo>
                  <a:lnTo>
                    <a:pt x="225207" y="971867"/>
                  </a:lnTo>
                  <a:lnTo>
                    <a:pt x="225193" y="971847"/>
                  </a:lnTo>
                  <a:lnTo>
                    <a:pt x="225178" y="971819"/>
                  </a:lnTo>
                  <a:lnTo>
                    <a:pt x="225165" y="971787"/>
                  </a:lnTo>
                  <a:lnTo>
                    <a:pt x="225153" y="971757"/>
                  </a:lnTo>
                  <a:lnTo>
                    <a:pt x="225136" y="971713"/>
                  </a:lnTo>
                  <a:lnTo>
                    <a:pt x="225124" y="971684"/>
                  </a:lnTo>
                  <a:lnTo>
                    <a:pt x="225115" y="971650"/>
                  </a:lnTo>
                  <a:lnTo>
                    <a:pt x="225101" y="971598"/>
                  </a:lnTo>
                  <a:lnTo>
                    <a:pt x="225103" y="971576"/>
                  </a:lnTo>
                  <a:lnTo>
                    <a:pt x="225110" y="971557"/>
                  </a:lnTo>
                  <a:lnTo>
                    <a:pt x="225120" y="971532"/>
                  </a:lnTo>
                  <a:lnTo>
                    <a:pt x="225125" y="971514"/>
                  </a:lnTo>
                  <a:lnTo>
                    <a:pt x="225123" y="971494"/>
                  </a:lnTo>
                  <a:lnTo>
                    <a:pt x="225107" y="971470"/>
                  </a:lnTo>
                  <a:lnTo>
                    <a:pt x="225082" y="971453"/>
                  </a:lnTo>
                  <a:lnTo>
                    <a:pt x="225056" y="971436"/>
                  </a:lnTo>
                  <a:lnTo>
                    <a:pt x="225044" y="971426"/>
                  </a:lnTo>
                  <a:lnTo>
                    <a:pt x="225031" y="971402"/>
                  </a:lnTo>
                  <a:lnTo>
                    <a:pt x="225024" y="971377"/>
                  </a:lnTo>
                  <a:lnTo>
                    <a:pt x="225017" y="971349"/>
                  </a:lnTo>
                  <a:lnTo>
                    <a:pt x="225006" y="971319"/>
                  </a:lnTo>
                  <a:lnTo>
                    <a:pt x="224986" y="971292"/>
                  </a:lnTo>
                  <a:lnTo>
                    <a:pt x="224962" y="971257"/>
                  </a:lnTo>
                  <a:lnTo>
                    <a:pt x="224935" y="971203"/>
                  </a:lnTo>
                  <a:lnTo>
                    <a:pt x="224921" y="971188"/>
                  </a:lnTo>
                  <a:lnTo>
                    <a:pt x="224904" y="971183"/>
                  </a:lnTo>
                  <a:lnTo>
                    <a:pt x="224886" y="971184"/>
                  </a:lnTo>
                  <a:lnTo>
                    <a:pt x="224868" y="971185"/>
                  </a:lnTo>
                  <a:lnTo>
                    <a:pt x="224848" y="971190"/>
                  </a:lnTo>
                  <a:lnTo>
                    <a:pt x="224810" y="971211"/>
                  </a:lnTo>
                  <a:lnTo>
                    <a:pt x="224780" y="971223"/>
                  </a:lnTo>
                  <a:lnTo>
                    <a:pt x="224750" y="971231"/>
                  </a:lnTo>
                  <a:lnTo>
                    <a:pt x="224722" y="971233"/>
                  </a:lnTo>
                  <a:lnTo>
                    <a:pt x="224696" y="971229"/>
                  </a:lnTo>
                  <a:lnTo>
                    <a:pt x="224673" y="971218"/>
                  </a:lnTo>
                  <a:lnTo>
                    <a:pt x="224649" y="971206"/>
                  </a:lnTo>
                  <a:lnTo>
                    <a:pt x="224615" y="971183"/>
                  </a:lnTo>
                  <a:lnTo>
                    <a:pt x="224588" y="971163"/>
                  </a:lnTo>
                  <a:lnTo>
                    <a:pt x="224563" y="971138"/>
                  </a:lnTo>
                  <a:lnTo>
                    <a:pt x="224555" y="971120"/>
                  </a:lnTo>
                  <a:lnTo>
                    <a:pt x="224550" y="971102"/>
                  </a:lnTo>
                  <a:lnTo>
                    <a:pt x="224548" y="971087"/>
                  </a:lnTo>
                  <a:lnTo>
                    <a:pt x="224552" y="971069"/>
                  </a:lnTo>
                  <a:lnTo>
                    <a:pt x="224563" y="971043"/>
                  </a:lnTo>
                  <a:lnTo>
                    <a:pt x="224580" y="971014"/>
                  </a:lnTo>
                  <a:lnTo>
                    <a:pt x="224584" y="970996"/>
                  </a:lnTo>
                  <a:lnTo>
                    <a:pt x="224583" y="970981"/>
                  </a:lnTo>
                  <a:lnTo>
                    <a:pt x="224570" y="970967"/>
                  </a:lnTo>
                  <a:lnTo>
                    <a:pt x="224556" y="970955"/>
                  </a:lnTo>
                  <a:lnTo>
                    <a:pt x="224533" y="970944"/>
                  </a:lnTo>
                  <a:lnTo>
                    <a:pt x="224508" y="970934"/>
                  </a:lnTo>
                  <a:lnTo>
                    <a:pt x="224497" y="970926"/>
                  </a:lnTo>
                  <a:lnTo>
                    <a:pt x="224492" y="970918"/>
                  </a:lnTo>
                  <a:lnTo>
                    <a:pt x="224489" y="970906"/>
                  </a:lnTo>
                  <a:lnTo>
                    <a:pt x="224488" y="970890"/>
                  </a:lnTo>
                  <a:lnTo>
                    <a:pt x="224487" y="970869"/>
                  </a:lnTo>
                  <a:lnTo>
                    <a:pt x="224479" y="970840"/>
                  </a:lnTo>
                  <a:lnTo>
                    <a:pt x="224471" y="970821"/>
                  </a:lnTo>
                  <a:lnTo>
                    <a:pt x="224457" y="970794"/>
                  </a:lnTo>
                  <a:lnTo>
                    <a:pt x="224442" y="970773"/>
                  </a:lnTo>
                  <a:lnTo>
                    <a:pt x="224425" y="970752"/>
                  </a:lnTo>
                  <a:lnTo>
                    <a:pt x="224420" y="970738"/>
                  </a:lnTo>
                  <a:lnTo>
                    <a:pt x="224415" y="970725"/>
                  </a:lnTo>
                  <a:lnTo>
                    <a:pt x="224414" y="970693"/>
                  </a:lnTo>
                  <a:lnTo>
                    <a:pt x="224413" y="970656"/>
                  </a:lnTo>
                  <a:lnTo>
                    <a:pt x="224415" y="970636"/>
                  </a:lnTo>
                  <a:lnTo>
                    <a:pt x="224415" y="970596"/>
                  </a:lnTo>
                  <a:lnTo>
                    <a:pt x="224419" y="970550"/>
                  </a:lnTo>
                  <a:lnTo>
                    <a:pt x="224416" y="970527"/>
                  </a:lnTo>
                  <a:lnTo>
                    <a:pt x="224408" y="970515"/>
                  </a:lnTo>
                  <a:lnTo>
                    <a:pt x="224391" y="970502"/>
                  </a:lnTo>
                  <a:lnTo>
                    <a:pt x="224359" y="970488"/>
                  </a:lnTo>
                  <a:lnTo>
                    <a:pt x="224326" y="970471"/>
                  </a:lnTo>
                  <a:lnTo>
                    <a:pt x="224273" y="970443"/>
                  </a:lnTo>
                  <a:lnTo>
                    <a:pt x="224229" y="970414"/>
                  </a:lnTo>
                  <a:lnTo>
                    <a:pt x="224206" y="970402"/>
                  </a:lnTo>
                  <a:lnTo>
                    <a:pt x="224168" y="970382"/>
                  </a:lnTo>
                  <a:lnTo>
                    <a:pt x="224147" y="970371"/>
                  </a:lnTo>
                  <a:lnTo>
                    <a:pt x="224138" y="970361"/>
                  </a:lnTo>
                  <a:lnTo>
                    <a:pt x="224059" y="970303"/>
                  </a:lnTo>
                  <a:lnTo>
                    <a:pt x="224023" y="970273"/>
                  </a:lnTo>
                  <a:lnTo>
                    <a:pt x="223972" y="970232"/>
                  </a:lnTo>
                  <a:lnTo>
                    <a:pt x="223938" y="970198"/>
                  </a:lnTo>
                  <a:lnTo>
                    <a:pt x="223886" y="970144"/>
                  </a:lnTo>
                  <a:lnTo>
                    <a:pt x="223834" y="970103"/>
                  </a:lnTo>
                  <a:lnTo>
                    <a:pt x="223804" y="970078"/>
                  </a:lnTo>
                  <a:lnTo>
                    <a:pt x="223767" y="970045"/>
                  </a:lnTo>
                  <a:lnTo>
                    <a:pt x="223745" y="970019"/>
                  </a:lnTo>
                  <a:lnTo>
                    <a:pt x="223728" y="969996"/>
                  </a:lnTo>
                  <a:lnTo>
                    <a:pt x="223702" y="969951"/>
                  </a:lnTo>
                  <a:lnTo>
                    <a:pt x="223689" y="969931"/>
                  </a:lnTo>
                  <a:lnTo>
                    <a:pt x="223670" y="969888"/>
                  </a:lnTo>
                  <a:lnTo>
                    <a:pt x="223651" y="969841"/>
                  </a:lnTo>
                  <a:lnTo>
                    <a:pt x="223613" y="969749"/>
                  </a:lnTo>
                  <a:lnTo>
                    <a:pt x="223599" y="969708"/>
                  </a:lnTo>
                  <a:lnTo>
                    <a:pt x="223579" y="969661"/>
                  </a:lnTo>
                  <a:lnTo>
                    <a:pt x="223568" y="969617"/>
                  </a:lnTo>
                  <a:lnTo>
                    <a:pt x="223548" y="969550"/>
                  </a:lnTo>
                  <a:lnTo>
                    <a:pt x="223537" y="969517"/>
                  </a:lnTo>
                  <a:lnTo>
                    <a:pt x="223517" y="969467"/>
                  </a:lnTo>
                  <a:lnTo>
                    <a:pt x="223497" y="969413"/>
                  </a:lnTo>
                  <a:lnTo>
                    <a:pt x="223472" y="969355"/>
                  </a:lnTo>
                  <a:lnTo>
                    <a:pt x="223457" y="969322"/>
                  </a:lnTo>
                  <a:lnTo>
                    <a:pt x="223438" y="969291"/>
                  </a:lnTo>
                  <a:lnTo>
                    <a:pt x="223437" y="969276"/>
                  </a:lnTo>
                  <a:lnTo>
                    <a:pt x="223439" y="969265"/>
                  </a:lnTo>
                  <a:lnTo>
                    <a:pt x="223445" y="969258"/>
                  </a:lnTo>
                  <a:lnTo>
                    <a:pt x="223464" y="969246"/>
                  </a:lnTo>
                  <a:lnTo>
                    <a:pt x="223485" y="969230"/>
                  </a:lnTo>
                  <a:lnTo>
                    <a:pt x="223506" y="969211"/>
                  </a:lnTo>
                  <a:lnTo>
                    <a:pt x="223528" y="969192"/>
                  </a:lnTo>
                  <a:lnTo>
                    <a:pt x="223555" y="969161"/>
                  </a:lnTo>
                  <a:lnTo>
                    <a:pt x="223571" y="969146"/>
                  </a:lnTo>
                  <a:lnTo>
                    <a:pt x="223591" y="969112"/>
                  </a:lnTo>
                  <a:lnTo>
                    <a:pt x="223610" y="969078"/>
                  </a:lnTo>
                  <a:lnTo>
                    <a:pt x="223631" y="969046"/>
                  </a:lnTo>
                  <a:lnTo>
                    <a:pt x="223651" y="969020"/>
                  </a:lnTo>
                  <a:lnTo>
                    <a:pt x="223686" y="968979"/>
                  </a:lnTo>
                  <a:lnTo>
                    <a:pt x="223706" y="968959"/>
                  </a:lnTo>
                  <a:lnTo>
                    <a:pt x="223726" y="968947"/>
                  </a:lnTo>
                  <a:lnTo>
                    <a:pt x="223757" y="968927"/>
                  </a:lnTo>
                  <a:lnTo>
                    <a:pt x="223783" y="968909"/>
                  </a:lnTo>
                  <a:lnTo>
                    <a:pt x="223799" y="968895"/>
                  </a:lnTo>
                  <a:lnTo>
                    <a:pt x="223810" y="968874"/>
                  </a:lnTo>
                  <a:lnTo>
                    <a:pt x="223819" y="968852"/>
                  </a:lnTo>
                  <a:lnTo>
                    <a:pt x="223821" y="968828"/>
                  </a:lnTo>
                  <a:lnTo>
                    <a:pt x="223817" y="968751"/>
                  </a:lnTo>
                  <a:lnTo>
                    <a:pt x="223816" y="968697"/>
                  </a:lnTo>
                  <a:lnTo>
                    <a:pt x="223814" y="968653"/>
                  </a:lnTo>
                  <a:lnTo>
                    <a:pt x="223802" y="968561"/>
                  </a:lnTo>
                  <a:lnTo>
                    <a:pt x="223798" y="968504"/>
                  </a:lnTo>
                  <a:lnTo>
                    <a:pt x="223793" y="968461"/>
                  </a:lnTo>
                  <a:lnTo>
                    <a:pt x="223786" y="968369"/>
                  </a:lnTo>
                  <a:lnTo>
                    <a:pt x="223781" y="968328"/>
                  </a:lnTo>
                  <a:lnTo>
                    <a:pt x="223769" y="968258"/>
                  </a:lnTo>
                  <a:lnTo>
                    <a:pt x="223765" y="968220"/>
                  </a:lnTo>
                  <a:lnTo>
                    <a:pt x="223759" y="968172"/>
                  </a:lnTo>
                  <a:lnTo>
                    <a:pt x="223758" y="968125"/>
                  </a:lnTo>
                  <a:lnTo>
                    <a:pt x="223758" y="968106"/>
                  </a:lnTo>
                  <a:lnTo>
                    <a:pt x="223764" y="968088"/>
                  </a:lnTo>
                  <a:lnTo>
                    <a:pt x="223777" y="968064"/>
                  </a:lnTo>
                  <a:lnTo>
                    <a:pt x="223784" y="968036"/>
                  </a:lnTo>
                  <a:lnTo>
                    <a:pt x="223786" y="968013"/>
                  </a:lnTo>
                  <a:lnTo>
                    <a:pt x="223781" y="967989"/>
                  </a:lnTo>
                  <a:lnTo>
                    <a:pt x="223768" y="967922"/>
                  </a:lnTo>
                  <a:lnTo>
                    <a:pt x="223768" y="967886"/>
                  </a:lnTo>
                  <a:lnTo>
                    <a:pt x="223767" y="967838"/>
                  </a:lnTo>
                  <a:lnTo>
                    <a:pt x="223769" y="967804"/>
                  </a:lnTo>
                  <a:lnTo>
                    <a:pt x="223774" y="967786"/>
                  </a:lnTo>
                  <a:lnTo>
                    <a:pt x="223785" y="967764"/>
                  </a:lnTo>
                  <a:lnTo>
                    <a:pt x="223794" y="967748"/>
                  </a:lnTo>
                  <a:lnTo>
                    <a:pt x="223806" y="967731"/>
                  </a:lnTo>
                  <a:lnTo>
                    <a:pt x="223825" y="967713"/>
                  </a:lnTo>
                  <a:lnTo>
                    <a:pt x="223858" y="967687"/>
                  </a:lnTo>
                  <a:lnTo>
                    <a:pt x="223917" y="967639"/>
                  </a:lnTo>
                  <a:lnTo>
                    <a:pt x="223962" y="967595"/>
                  </a:lnTo>
                  <a:lnTo>
                    <a:pt x="223985" y="967572"/>
                  </a:lnTo>
                  <a:lnTo>
                    <a:pt x="224033" y="967523"/>
                  </a:lnTo>
                  <a:lnTo>
                    <a:pt x="224075" y="967482"/>
                  </a:lnTo>
                  <a:lnTo>
                    <a:pt x="224123" y="967442"/>
                  </a:lnTo>
                  <a:lnTo>
                    <a:pt x="224147" y="967418"/>
                  </a:lnTo>
                  <a:lnTo>
                    <a:pt x="224164" y="967393"/>
                  </a:lnTo>
                  <a:lnTo>
                    <a:pt x="224168" y="967388"/>
                  </a:lnTo>
                  <a:lnTo>
                    <a:pt x="224192" y="967356"/>
                  </a:lnTo>
                  <a:lnTo>
                    <a:pt x="224207" y="967337"/>
                  </a:lnTo>
                  <a:lnTo>
                    <a:pt x="224239" y="967296"/>
                  </a:lnTo>
                  <a:lnTo>
                    <a:pt x="224261" y="967266"/>
                  </a:lnTo>
                  <a:lnTo>
                    <a:pt x="224275" y="967244"/>
                  </a:lnTo>
                  <a:lnTo>
                    <a:pt x="224288" y="967217"/>
                  </a:lnTo>
                  <a:lnTo>
                    <a:pt x="224298" y="967186"/>
                  </a:lnTo>
                  <a:lnTo>
                    <a:pt x="224302" y="967166"/>
                  </a:lnTo>
                  <a:lnTo>
                    <a:pt x="224308" y="967131"/>
                  </a:lnTo>
                  <a:lnTo>
                    <a:pt x="224313" y="967085"/>
                  </a:lnTo>
                  <a:lnTo>
                    <a:pt x="224312" y="967062"/>
                  </a:lnTo>
                  <a:lnTo>
                    <a:pt x="224305" y="967031"/>
                  </a:lnTo>
                  <a:lnTo>
                    <a:pt x="224298" y="967006"/>
                  </a:lnTo>
                  <a:lnTo>
                    <a:pt x="224289" y="966980"/>
                  </a:lnTo>
                  <a:lnTo>
                    <a:pt x="224280" y="966951"/>
                  </a:lnTo>
                  <a:lnTo>
                    <a:pt x="224278" y="966936"/>
                  </a:lnTo>
                  <a:lnTo>
                    <a:pt x="224277" y="966920"/>
                  </a:lnTo>
                  <a:lnTo>
                    <a:pt x="224285" y="966899"/>
                  </a:lnTo>
                  <a:lnTo>
                    <a:pt x="224294" y="966879"/>
                  </a:lnTo>
                  <a:lnTo>
                    <a:pt x="224309" y="966860"/>
                  </a:lnTo>
                  <a:lnTo>
                    <a:pt x="224335" y="966832"/>
                  </a:lnTo>
                  <a:lnTo>
                    <a:pt x="224362" y="966809"/>
                  </a:lnTo>
                  <a:lnTo>
                    <a:pt x="224394" y="966789"/>
                  </a:lnTo>
                  <a:lnTo>
                    <a:pt x="224426" y="966767"/>
                  </a:lnTo>
                  <a:lnTo>
                    <a:pt x="224458" y="966741"/>
                  </a:lnTo>
                  <a:lnTo>
                    <a:pt x="224477" y="966719"/>
                  </a:lnTo>
                  <a:lnTo>
                    <a:pt x="224495" y="966701"/>
                  </a:lnTo>
                  <a:lnTo>
                    <a:pt x="224506" y="966685"/>
                  </a:lnTo>
                  <a:lnTo>
                    <a:pt x="224512" y="966674"/>
                  </a:lnTo>
                  <a:lnTo>
                    <a:pt x="224512" y="966659"/>
                  </a:lnTo>
                  <a:lnTo>
                    <a:pt x="224504" y="966639"/>
                  </a:lnTo>
                  <a:lnTo>
                    <a:pt x="224499" y="966630"/>
                  </a:lnTo>
                  <a:lnTo>
                    <a:pt x="224484" y="966613"/>
                  </a:lnTo>
                  <a:lnTo>
                    <a:pt x="224459" y="966594"/>
                  </a:lnTo>
                  <a:lnTo>
                    <a:pt x="224415" y="966564"/>
                  </a:lnTo>
                  <a:lnTo>
                    <a:pt x="224372" y="966543"/>
                  </a:lnTo>
                  <a:lnTo>
                    <a:pt x="224337" y="966521"/>
                  </a:lnTo>
                  <a:lnTo>
                    <a:pt x="224289" y="966493"/>
                  </a:lnTo>
                  <a:lnTo>
                    <a:pt x="224255" y="966478"/>
                  </a:lnTo>
                  <a:lnTo>
                    <a:pt x="224223" y="966472"/>
                  </a:lnTo>
                  <a:lnTo>
                    <a:pt x="224206" y="966470"/>
                  </a:lnTo>
                  <a:lnTo>
                    <a:pt x="224186" y="966468"/>
                  </a:lnTo>
                  <a:lnTo>
                    <a:pt x="224168" y="966468"/>
                  </a:lnTo>
                  <a:lnTo>
                    <a:pt x="224147" y="966469"/>
                  </a:lnTo>
                  <a:lnTo>
                    <a:pt x="224122" y="966480"/>
                  </a:lnTo>
                  <a:lnTo>
                    <a:pt x="224083" y="966492"/>
                  </a:lnTo>
                  <a:lnTo>
                    <a:pt x="224011" y="966512"/>
                  </a:lnTo>
                  <a:lnTo>
                    <a:pt x="223930" y="966534"/>
                  </a:lnTo>
                  <a:lnTo>
                    <a:pt x="223891" y="966539"/>
                  </a:lnTo>
                  <a:lnTo>
                    <a:pt x="223841" y="966548"/>
                  </a:lnTo>
                  <a:lnTo>
                    <a:pt x="223791" y="966548"/>
                  </a:lnTo>
                  <a:lnTo>
                    <a:pt x="223728" y="966550"/>
                  </a:lnTo>
                  <a:lnTo>
                    <a:pt x="223673" y="966550"/>
                  </a:lnTo>
                  <a:lnTo>
                    <a:pt x="223619" y="966553"/>
                  </a:lnTo>
                  <a:lnTo>
                    <a:pt x="223593" y="966554"/>
                  </a:lnTo>
                  <a:lnTo>
                    <a:pt x="223562" y="966561"/>
                  </a:lnTo>
                  <a:lnTo>
                    <a:pt x="223528" y="966570"/>
                  </a:lnTo>
                  <a:lnTo>
                    <a:pt x="223492" y="966581"/>
                  </a:lnTo>
                  <a:lnTo>
                    <a:pt x="223466" y="966594"/>
                  </a:lnTo>
                  <a:lnTo>
                    <a:pt x="223415" y="966621"/>
                  </a:lnTo>
                  <a:lnTo>
                    <a:pt x="223372" y="966632"/>
                  </a:lnTo>
                  <a:lnTo>
                    <a:pt x="223334" y="966635"/>
                  </a:lnTo>
                  <a:lnTo>
                    <a:pt x="223289" y="966644"/>
                  </a:lnTo>
                  <a:lnTo>
                    <a:pt x="223246" y="966655"/>
                  </a:lnTo>
                  <a:lnTo>
                    <a:pt x="223193" y="966673"/>
                  </a:lnTo>
                  <a:lnTo>
                    <a:pt x="223151" y="966680"/>
                  </a:lnTo>
                  <a:lnTo>
                    <a:pt x="223097" y="966683"/>
                  </a:lnTo>
                  <a:lnTo>
                    <a:pt x="223039" y="966685"/>
                  </a:lnTo>
                  <a:lnTo>
                    <a:pt x="223001" y="966678"/>
                  </a:lnTo>
                  <a:lnTo>
                    <a:pt x="222969" y="966668"/>
                  </a:lnTo>
                  <a:lnTo>
                    <a:pt x="222939" y="966660"/>
                  </a:lnTo>
                  <a:lnTo>
                    <a:pt x="222917" y="966658"/>
                  </a:lnTo>
                  <a:lnTo>
                    <a:pt x="222890" y="966661"/>
                  </a:lnTo>
                  <a:lnTo>
                    <a:pt x="222837" y="966675"/>
                  </a:lnTo>
                  <a:lnTo>
                    <a:pt x="222799" y="966680"/>
                  </a:lnTo>
                  <a:lnTo>
                    <a:pt x="222784" y="966676"/>
                  </a:lnTo>
                  <a:lnTo>
                    <a:pt x="222770" y="966662"/>
                  </a:lnTo>
                  <a:lnTo>
                    <a:pt x="222765" y="966650"/>
                  </a:lnTo>
                  <a:lnTo>
                    <a:pt x="222764" y="966629"/>
                  </a:lnTo>
                  <a:lnTo>
                    <a:pt x="222764" y="966616"/>
                  </a:lnTo>
                  <a:lnTo>
                    <a:pt x="222760" y="966606"/>
                  </a:lnTo>
                  <a:lnTo>
                    <a:pt x="222744" y="966595"/>
                  </a:lnTo>
                  <a:lnTo>
                    <a:pt x="222698" y="966571"/>
                  </a:lnTo>
                  <a:lnTo>
                    <a:pt x="222666" y="966550"/>
                  </a:lnTo>
                  <a:lnTo>
                    <a:pt x="222640" y="966529"/>
                  </a:lnTo>
                  <a:lnTo>
                    <a:pt x="222596" y="966496"/>
                  </a:lnTo>
                  <a:lnTo>
                    <a:pt x="222550" y="966450"/>
                  </a:lnTo>
                  <a:lnTo>
                    <a:pt x="222516" y="966416"/>
                  </a:lnTo>
                  <a:lnTo>
                    <a:pt x="222483" y="966389"/>
                  </a:lnTo>
                  <a:lnTo>
                    <a:pt x="222436" y="966353"/>
                  </a:lnTo>
                  <a:lnTo>
                    <a:pt x="222324" y="966272"/>
                  </a:lnTo>
                  <a:lnTo>
                    <a:pt x="222300" y="966257"/>
                  </a:lnTo>
                  <a:lnTo>
                    <a:pt x="222257" y="966236"/>
                  </a:lnTo>
                  <a:lnTo>
                    <a:pt x="222210" y="966213"/>
                  </a:lnTo>
                  <a:lnTo>
                    <a:pt x="222166" y="966193"/>
                  </a:lnTo>
                  <a:lnTo>
                    <a:pt x="222112" y="966162"/>
                  </a:lnTo>
                  <a:lnTo>
                    <a:pt x="222089" y="966143"/>
                  </a:lnTo>
                  <a:lnTo>
                    <a:pt x="222078" y="966128"/>
                  </a:lnTo>
                  <a:lnTo>
                    <a:pt x="222075" y="966116"/>
                  </a:lnTo>
                  <a:lnTo>
                    <a:pt x="222072" y="966087"/>
                  </a:lnTo>
                  <a:lnTo>
                    <a:pt x="222064" y="966064"/>
                  </a:lnTo>
                  <a:lnTo>
                    <a:pt x="222026" y="966024"/>
                  </a:lnTo>
                  <a:lnTo>
                    <a:pt x="221985" y="965981"/>
                  </a:lnTo>
                  <a:lnTo>
                    <a:pt x="221935" y="965945"/>
                  </a:lnTo>
                  <a:lnTo>
                    <a:pt x="221886" y="965905"/>
                  </a:lnTo>
                  <a:lnTo>
                    <a:pt x="221875" y="965892"/>
                  </a:lnTo>
                  <a:lnTo>
                    <a:pt x="221871" y="965876"/>
                  </a:lnTo>
                  <a:lnTo>
                    <a:pt x="221872" y="965858"/>
                  </a:lnTo>
                  <a:lnTo>
                    <a:pt x="221876" y="965830"/>
                  </a:lnTo>
                  <a:lnTo>
                    <a:pt x="221881" y="965794"/>
                  </a:lnTo>
                  <a:lnTo>
                    <a:pt x="221890" y="965725"/>
                  </a:lnTo>
                  <a:lnTo>
                    <a:pt x="221896" y="965687"/>
                  </a:lnTo>
                  <a:lnTo>
                    <a:pt x="221900" y="965651"/>
                  </a:lnTo>
                  <a:lnTo>
                    <a:pt x="221895" y="965614"/>
                  </a:lnTo>
                  <a:lnTo>
                    <a:pt x="221882" y="965579"/>
                  </a:lnTo>
                  <a:lnTo>
                    <a:pt x="221878" y="965562"/>
                  </a:lnTo>
                  <a:lnTo>
                    <a:pt x="221870" y="965545"/>
                  </a:lnTo>
                  <a:lnTo>
                    <a:pt x="221841" y="965505"/>
                  </a:lnTo>
                  <a:lnTo>
                    <a:pt x="221796" y="965457"/>
                  </a:lnTo>
                  <a:lnTo>
                    <a:pt x="221744" y="965399"/>
                  </a:lnTo>
                  <a:lnTo>
                    <a:pt x="221713" y="965357"/>
                  </a:lnTo>
                  <a:lnTo>
                    <a:pt x="221680" y="965311"/>
                  </a:lnTo>
                  <a:lnTo>
                    <a:pt x="221653" y="965276"/>
                  </a:lnTo>
                  <a:lnTo>
                    <a:pt x="221636" y="965259"/>
                  </a:lnTo>
                  <a:lnTo>
                    <a:pt x="221622" y="965251"/>
                  </a:lnTo>
                  <a:lnTo>
                    <a:pt x="221577" y="965239"/>
                  </a:lnTo>
                  <a:lnTo>
                    <a:pt x="221494" y="965222"/>
                  </a:lnTo>
                  <a:lnTo>
                    <a:pt x="221428" y="965206"/>
                  </a:lnTo>
                  <a:lnTo>
                    <a:pt x="221364" y="965185"/>
                  </a:lnTo>
                  <a:lnTo>
                    <a:pt x="221306" y="965163"/>
                  </a:lnTo>
                  <a:lnTo>
                    <a:pt x="221285" y="965151"/>
                  </a:lnTo>
                  <a:lnTo>
                    <a:pt x="221263" y="965133"/>
                  </a:lnTo>
                  <a:lnTo>
                    <a:pt x="221250" y="965114"/>
                  </a:lnTo>
                  <a:lnTo>
                    <a:pt x="221243" y="965090"/>
                  </a:lnTo>
                  <a:lnTo>
                    <a:pt x="221242" y="965078"/>
                  </a:lnTo>
                  <a:lnTo>
                    <a:pt x="221248" y="965052"/>
                  </a:lnTo>
                  <a:lnTo>
                    <a:pt x="221277" y="964942"/>
                  </a:lnTo>
                  <a:lnTo>
                    <a:pt x="221286" y="964896"/>
                  </a:lnTo>
                  <a:lnTo>
                    <a:pt x="221282" y="964862"/>
                  </a:lnTo>
                  <a:lnTo>
                    <a:pt x="221273" y="964833"/>
                  </a:lnTo>
                  <a:lnTo>
                    <a:pt x="221251" y="964783"/>
                  </a:lnTo>
                  <a:lnTo>
                    <a:pt x="221221" y="964737"/>
                  </a:lnTo>
                  <a:lnTo>
                    <a:pt x="221172" y="964657"/>
                  </a:lnTo>
                  <a:lnTo>
                    <a:pt x="221143" y="964603"/>
                  </a:lnTo>
                  <a:lnTo>
                    <a:pt x="221100" y="964529"/>
                  </a:lnTo>
                  <a:lnTo>
                    <a:pt x="221094" y="964519"/>
                  </a:lnTo>
                  <a:lnTo>
                    <a:pt x="221094" y="964509"/>
                  </a:lnTo>
                  <a:lnTo>
                    <a:pt x="221098" y="964497"/>
                  </a:lnTo>
                  <a:lnTo>
                    <a:pt x="221101" y="964490"/>
                  </a:lnTo>
                  <a:lnTo>
                    <a:pt x="221105" y="964486"/>
                  </a:lnTo>
                  <a:lnTo>
                    <a:pt x="221132" y="964479"/>
                  </a:lnTo>
                  <a:lnTo>
                    <a:pt x="221151" y="964474"/>
                  </a:lnTo>
                  <a:lnTo>
                    <a:pt x="221181" y="964464"/>
                  </a:lnTo>
                  <a:lnTo>
                    <a:pt x="221237" y="964437"/>
                  </a:lnTo>
                  <a:lnTo>
                    <a:pt x="221292" y="964418"/>
                  </a:lnTo>
                  <a:lnTo>
                    <a:pt x="221316" y="964408"/>
                  </a:lnTo>
                  <a:lnTo>
                    <a:pt x="221328" y="964400"/>
                  </a:lnTo>
                  <a:lnTo>
                    <a:pt x="221334" y="964392"/>
                  </a:lnTo>
                  <a:lnTo>
                    <a:pt x="221337" y="964371"/>
                  </a:lnTo>
                  <a:lnTo>
                    <a:pt x="221354" y="964322"/>
                  </a:lnTo>
                  <a:lnTo>
                    <a:pt x="221373" y="964302"/>
                  </a:lnTo>
                  <a:lnTo>
                    <a:pt x="221393" y="964281"/>
                  </a:lnTo>
                  <a:lnTo>
                    <a:pt x="221404" y="964275"/>
                  </a:lnTo>
                  <a:lnTo>
                    <a:pt x="221413" y="964276"/>
                  </a:lnTo>
                  <a:lnTo>
                    <a:pt x="221423" y="964281"/>
                  </a:lnTo>
                  <a:lnTo>
                    <a:pt x="221453" y="964307"/>
                  </a:lnTo>
                  <a:lnTo>
                    <a:pt x="221486" y="964365"/>
                  </a:lnTo>
                  <a:lnTo>
                    <a:pt x="221526" y="964405"/>
                  </a:lnTo>
                  <a:lnTo>
                    <a:pt x="221537" y="964413"/>
                  </a:lnTo>
                  <a:lnTo>
                    <a:pt x="221541" y="964418"/>
                  </a:lnTo>
                  <a:lnTo>
                    <a:pt x="221558" y="964430"/>
                  </a:lnTo>
                  <a:lnTo>
                    <a:pt x="221573" y="964439"/>
                  </a:lnTo>
                  <a:lnTo>
                    <a:pt x="221586" y="964444"/>
                  </a:lnTo>
                  <a:lnTo>
                    <a:pt x="221606" y="964446"/>
                  </a:lnTo>
                  <a:lnTo>
                    <a:pt x="221630" y="964444"/>
                  </a:lnTo>
                  <a:lnTo>
                    <a:pt x="221661" y="964435"/>
                  </a:lnTo>
                  <a:lnTo>
                    <a:pt x="221676" y="964429"/>
                  </a:lnTo>
                  <a:lnTo>
                    <a:pt x="221720" y="964411"/>
                  </a:lnTo>
                  <a:lnTo>
                    <a:pt x="221741" y="964399"/>
                  </a:lnTo>
                  <a:lnTo>
                    <a:pt x="221778" y="964379"/>
                  </a:lnTo>
                  <a:lnTo>
                    <a:pt x="221820" y="964358"/>
                  </a:lnTo>
                  <a:lnTo>
                    <a:pt x="221850" y="964347"/>
                  </a:lnTo>
                  <a:lnTo>
                    <a:pt x="221885" y="964331"/>
                  </a:lnTo>
                  <a:lnTo>
                    <a:pt x="221921" y="964310"/>
                  </a:lnTo>
                  <a:lnTo>
                    <a:pt x="221949" y="964289"/>
                  </a:lnTo>
                  <a:lnTo>
                    <a:pt x="221975" y="964266"/>
                  </a:lnTo>
                  <a:lnTo>
                    <a:pt x="221988" y="964254"/>
                  </a:lnTo>
                  <a:lnTo>
                    <a:pt x="221998" y="964251"/>
                  </a:lnTo>
                  <a:lnTo>
                    <a:pt x="222014" y="964251"/>
                  </a:lnTo>
                  <a:lnTo>
                    <a:pt x="222045" y="964257"/>
                  </a:lnTo>
                  <a:lnTo>
                    <a:pt x="222097" y="964267"/>
                  </a:lnTo>
                  <a:lnTo>
                    <a:pt x="222142" y="964272"/>
                  </a:lnTo>
                  <a:lnTo>
                    <a:pt x="222206" y="964271"/>
                  </a:lnTo>
                  <a:lnTo>
                    <a:pt x="222300" y="964268"/>
                  </a:lnTo>
                  <a:lnTo>
                    <a:pt x="222375" y="964263"/>
                  </a:lnTo>
                  <a:lnTo>
                    <a:pt x="222411" y="964257"/>
                  </a:lnTo>
                  <a:lnTo>
                    <a:pt x="222443" y="964242"/>
                  </a:lnTo>
                  <a:lnTo>
                    <a:pt x="222464" y="964224"/>
                  </a:lnTo>
                  <a:lnTo>
                    <a:pt x="222481" y="964203"/>
                  </a:lnTo>
                  <a:lnTo>
                    <a:pt x="222503" y="964154"/>
                  </a:lnTo>
                  <a:lnTo>
                    <a:pt x="222519" y="964130"/>
                  </a:lnTo>
                  <a:lnTo>
                    <a:pt x="222540" y="964105"/>
                  </a:lnTo>
                  <a:lnTo>
                    <a:pt x="222560" y="964092"/>
                  </a:lnTo>
                  <a:lnTo>
                    <a:pt x="222588" y="964076"/>
                  </a:lnTo>
                  <a:lnTo>
                    <a:pt x="222636" y="964052"/>
                  </a:lnTo>
                  <a:lnTo>
                    <a:pt x="222666" y="964034"/>
                  </a:lnTo>
                  <a:lnTo>
                    <a:pt x="222692" y="964014"/>
                  </a:lnTo>
                  <a:lnTo>
                    <a:pt x="222723" y="963986"/>
                  </a:lnTo>
                  <a:lnTo>
                    <a:pt x="222752" y="963950"/>
                  </a:lnTo>
                  <a:lnTo>
                    <a:pt x="222783" y="963922"/>
                  </a:lnTo>
                  <a:lnTo>
                    <a:pt x="222818" y="963906"/>
                  </a:lnTo>
                  <a:lnTo>
                    <a:pt x="222844" y="963894"/>
                  </a:lnTo>
                  <a:lnTo>
                    <a:pt x="222871" y="963889"/>
                  </a:lnTo>
                  <a:lnTo>
                    <a:pt x="222891" y="963880"/>
                  </a:lnTo>
                  <a:lnTo>
                    <a:pt x="222912" y="963865"/>
                  </a:lnTo>
                  <a:lnTo>
                    <a:pt x="222939" y="963838"/>
                  </a:lnTo>
                  <a:lnTo>
                    <a:pt x="222975" y="963817"/>
                  </a:lnTo>
                  <a:lnTo>
                    <a:pt x="222988" y="963809"/>
                  </a:lnTo>
                  <a:lnTo>
                    <a:pt x="223014" y="963803"/>
                  </a:lnTo>
                  <a:lnTo>
                    <a:pt x="223038" y="963795"/>
                  </a:lnTo>
                  <a:lnTo>
                    <a:pt x="223061" y="963789"/>
                  </a:lnTo>
                  <a:lnTo>
                    <a:pt x="223081" y="963787"/>
                  </a:lnTo>
                  <a:lnTo>
                    <a:pt x="223141" y="963785"/>
                  </a:lnTo>
                  <a:lnTo>
                    <a:pt x="223205" y="963779"/>
                  </a:lnTo>
                  <a:lnTo>
                    <a:pt x="223310" y="963776"/>
                  </a:lnTo>
                  <a:lnTo>
                    <a:pt x="223379" y="963773"/>
                  </a:lnTo>
                  <a:lnTo>
                    <a:pt x="223462" y="963770"/>
                  </a:lnTo>
                  <a:lnTo>
                    <a:pt x="223508" y="963763"/>
                  </a:lnTo>
                  <a:lnTo>
                    <a:pt x="223519" y="963759"/>
                  </a:lnTo>
                  <a:lnTo>
                    <a:pt x="223542" y="963739"/>
                  </a:lnTo>
                  <a:lnTo>
                    <a:pt x="223606" y="963682"/>
                  </a:lnTo>
                  <a:lnTo>
                    <a:pt x="223695" y="963606"/>
                  </a:lnTo>
                  <a:lnTo>
                    <a:pt x="223785" y="963536"/>
                  </a:lnTo>
                  <a:lnTo>
                    <a:pt x="223861" y="963466"/>
                  </a:lnTo>
                  <a:lnTo>
                    <a:pt x="223967" y="963376"/>
                  </a:lnTo>
                  <a:lnTo>
                    <a:pt x="224093" y="963275"/>
                  </a:lnTo>
                  <a:lnTo>
                    <a:pt x="224147" y="963231"/>
                  </a:lnTo>
                  <a:lnTo>
                    <a:pt x="224168" y="963215"/>
                  </a:lnTo>
                  <a:lnTo>
                    <a:pt x="224180" y="963207"/>
                  </a:lnTo>
                  <a:lnTo>
                    <a:pt x="224206" y="963186"/>
                  </a:lnTo>
                  <a:lnTo>
                    <a:pt x="224257" y="963146"/>
                  </a:lnTo>
                  <a:lnTo>
                    <a:pt x="224338" y="963083"/>
                  </a:lnTo>
                  <a:lnTo>
                    <a:pt x="224431" y="963005"/>
                  </a:lnTo>
                  <a:lnTo>
                    <a:pt x="224513" y="962941"/>
                  </a:lnTo>
                  <a:lnTo>
                    <a:pt x="224600" y="962874"/>
                  </a:lnTo>
                  <a:lnTo>
                    <a:pt x="224681" y="962810"/>
                  </a:lnTo>
                  <a:lnTo>
                    <a:pt x="224793" y="962719"/>
                  </a:lnTo>
                  <a:lnTo>
                    <a:pt x="224884" y="962648"/>
                  </a:lnTo>
                  <a:lnTo>
                    <a:pt x="224975" y="962577"/>
                  </a:lnTo>
                  <a:lnTo>
                    <a:pt x="225073" y="962501"/>
                  </a:lnTo>
                  <a:lnTo>
                    <a:pt x="225125" y="962458"/>
                  </a:lnTo>
                  <a:lnTo>
                    <a:pt x="225241" y="962369"/>
                  </a:lnTo>
                  <a:lnTo>
                    <a:pt x="225327" y="962300"/>
                  </a:lnTo>
                  <a:lnTo>
                    <a:pt x="225410" y="962234"/>
                  </a:lnTo>
                  <a:lnTo>
                    <a:pt x="225495" y="962167"/>
                  </a:lnTo>
                  <a:lnTo>
                    <a:pt x="225565" y="962112"/>
                  </a:lnTo>
                  <a:lnTo>
                    <a:pt x="225742" y="961974"/>
                  </a:lnTo>
                  <a:lnTo>
                    <a:pt x="225801" y="961929"/>
                  </a:lnTo>
                  <a:lnTo>
                    <a:pt x="225966" y="961798"/>
                  </a:lnTo>
                  <a:lnTo>
                    <a:pt x="226029" y="961749"/>
                  </a:lnTo>
                  <a:lnTo>
                    <a:pt x="226084" y="961704"/>
                  </a:lnTo>
                  <a:lnTo>
                    <a:pt x="226087" y="961698"/>
                  </a:lnTo>
                  <a:lnTo>
                    <a:pt x="226086" y="961689"/>
                  </a:lnTo>
                  <a:lnTo>
                    <a:pt x="226081" y="961680"/>
                  </a:lnTo>
                  <a:lnTo>
                    <a:pt x="226047" y="961666"/>
                  </a:lnTo>
                  <a:lnTo>
                    <a:pt x="225982" y="961650"/>
                  </a:lnTo>
                  <a:lnTo>
                    <a:pt x="225903" y="961618"/>
                  </a:lnTo>
                  <a:lnTo>
                    <a:pt x="225816" y="961590"/>
                  </a:lnTo>
                  <a:lnTo>
                    <a:pt x="225791" y="961584"/>
                  </a:lnTo>
                  <a:lnTo>
                    <a:pt x="225782" y="961578"/>
                  </a:lnTo>
                  <a:lnTo>
                    <a:pt x="225753" y="961555"/>
                  </a:lnTo>
                  <a:lnTo>
                    <a:pt x="225723" y="961535"/>
                  </a:lnTo>
                  <a:lnTo>
                    <a:pt x="225701" y="961524"/>
                  </a:lnTo>
                  <a:lnTo>
                    <a:pt x="225682" y="961517"/>
                  </a:lnTo>
                  <a:lnTo>
                    <a:pt x="225654" y="961513"/>
                  </a:lnTo>
                  <a:lnTo>
                    <a:pt x="225623" y="961504"/>
                  </a:lnTo>
                  <a:lnTo>
                    <a:pt x="225599" y="961496"/>
                  </a:lnTo>
                  <a:lnTo>
                    <a:pt x="225585" y="961488"/>
                  </a:lnTo>
                  <a:lnTo>
                    <a:pt x="225579" y="961477"/>
                  </a:lnTo>
                  <a:lnTo>
                    <a:pt x="225570" y="961446"/>
                  </a:lnTo>
                  <a:lnTo>
                    <a:pt x="225558" y="961404"/>
                  </a:lnTo>
                  <a:lnTo>
                    <a:pt x="225531" y="961338"/>
                  </a:lnTo>
                  <a:lnTo>
                    <a:pt x="225500" y="961278"/>
                  </a:lnTo>
                  <a:lnTo>
                    <a:pt x="225490" y="961249"/>
                  </a:lnTo>
                  <a:lnTo>
                    <a:pt x="225476" y="961233"/>
                  </a:lnTo>
                  <a:lnTo>
                    <a:pt x="225463" y="961222"/>
                  </a:lnTo>
                  <a:lnTo>
                    <a:pt x="225440" y="961191"/>
                  </a:lnTo>
                  <a:lnTo>
                    <a:pt x="225434" y="961176"/>
                  </a:lnTo>
                  <a:lnTo>
                    <a:pt x="225430" y="961164"/>
                  </a:lnTo>
                  <a:lnTo>
                    <a:pt x="225407" y="961139"/>
                  </a:lnTo>
                  <a:lnTo>
                    <a:pt x="225395" y="961131"/>
                  </a:lnTo>
                  <a:lnTo>
                    <a:pt x="225379" y="961120"/>
                  </a:lnTo>
                  <a:lnTo>
                    <a:pt x="225354" y="961112"/>
                  </a:lnTo>
                  <a:lnTo>
                    <a:pt x="225312" y="961102"/>
                  </a:lnTo>
                  <a:lnTo>
                    <a:pt x="225271" y="961091"/>
                  </a:lnTo>
                  <a:lnTo>
                    <a:pt x="225251" y="961087"/>
                  </a:lnTo>
                  <a:lnTo>
                    <a:pt x="225233" y="961085"/>
                  </a:lnTo>
                  <a:lnTo>
                    <a:pt x="225229" y="961080"/>
                  </a:lnTo>
                  <a:lnTo>
                    <a:pt x="225228" y="961075"/>
                  </a:lnTo>
                  <a:lnTo>
                    <a:pt x="225230" y="961066"/>
                  </a:lnTo>
                  <a:lnTo>
                    <a:pt x="225234" y="961051"/>
                  </a:lnTo>
                  <a:lnTo>
                    <a:pt x="225251" y="961019"/>
                  </a:lnTo>
                  <a:lnTo>
                    <a:pt x="225269" y="960976"/>
                  </a:lnTo>
                  <a:lnTo>
                    <a:pt x="225279" y="960928"/>
                  </a:lnTo>
                  <a:lnTo>
                    <a:pt x="225286" y="960902"/>
                  </a:lnTo>
                  <a:lnTo>
                    <a:pt x="225287" y="960866"/>
                  </a:lnTo>
                  <a:lnTo>
                    <a:pt x="225288" y="960832"/>
                  </a:lnTo>
                  <a:lnTo>
                    <a:pt x="225291" y="960807"/>
                  </a:lnTo>
                  <a:lnTo>
                    <a:pt x="225303" y="960771"/>
                  </a:lnTo>
                  <a:lnTo>
                    <a:pt x="225305" y="960742"/>
                  </a:lnTo>
                  <a:lnTo>
                    <a:pt x="225299" y="960708"/>
                  </a:lnTo>
                  <a:lnTo>
                    <a:pt x="225274" y="960668"/>
                  </a:lnTo>
                  <a:lnTo>
                    <a:pt x="225260" y="960641"/>
                  </a:lnTo>
                  <a:lnTo>
                    <a:pt x="225244" y="960623"/>
                  </a:lnTo>
                  <a:lnTo>
                    <a:pt x="225231" y="960616"/>
                  </a:lnTo>
                  <a:lnTo>
                    <a:pt x="225184" y="960600"/>
                  </a:lnTo>
                  <a:lnTo>
                    <a:pt x="225118" y="960573"/>
                  </a:lnTo>
                  <a:lnTo>
                    <a:pt x="225080" y="960555"/>
                  </a:lnTo>
                  <a:lnTo>
                    <a:pt x="225069" y="960545"/>
                  </a:lnTo>
                  <a:lnTo>
                    <a:pt x="225059" y="960531"/>
                  </a:lnTo>
                  <a:lnTo>
                    <a:pt x="225058" y="960521"/>
                  </a:lnTo>
                  <a:lnTo>
                    <a:pt x="225056" y="960505"/>
                  </a:lnTo>
                  <a:lnTo>
                    <a:pt x="225043" y="960492"/>
                  </a:lnTo>
                  <a:lnTo>
                    <a:pt x="225031" y="960479"/>
                  </a:lnTo>
                  <a:lnTo>
                    <a:pt x="225010" y="960454"/>
                  </a:lnTo>
                  <a:lnTo>
                    <a:pt x="224982" y="960423"/>
                  </a:lnTo>
                  <a:lnTo>
                    <a:pt x="224956" y="960406"/>
                  </a:lnTo>
                  <a:lnTo>
                    <a:pt x="224928" y="960395"/>
                  </a:lnTo>
                  <a:lnTo>
                    <a:pt x="224897" y="960391"/>
                  </a:lnTo>
                  <a:lnTo>
                    <a:pt x="224898" y="960382"/>
                  </a:lnTo>
                  <a:lnTo>
                    <a:pt x="224915" y="960371"/>
                  </a:lnTo>
                  <a:lnTo>
                    <a:pt x="224919" y="960363"/>
                  </a:lnTo>
                  <a:lnTo>
                    <a:pt x="224921" y="960349"/>
                  </a:lnTo>
                  <a:lnTo>
                    <a:pt x="224919" y="960320"/>
                  </a:lnTo>
                  <a:lnTo>
                    <a:pt x="224903" y="960292"/>
                  </a:lnTo>
                  <a:lnTo>
                    <a:pt x="224884" y="960241"/>
                  </a:lnTo>
                  <a:lnTo>
                    <a:pt x="224883" y="960217"/>
                  </a:lnTo>
                  <a:lnTo>
                    <a:pt x="224873" y="960193"/>
                  </a:lnTo>
                  <a:lnTo>
                    <a:pt x="224851" y="960152"/>
                  </a:lnTo>
                  <a:lnTo>
                    <a:pt x="224831" y="960121"/>
                  </a:lnTo>
                  <a:lnTo>
                    <a:pt x="224789" y="960092"/>
                  </a:lnTo>
                  <a:lnTo>
                    <a:pt x="224751" y="960067"/>
                  </a:lnTo>
                  <a:lnTo>
                    <a:pt x="224742" y="960061"/>
                  </a:lnTo>
                  <a:lnTo>
                    <a:pt x="224735" y="960058"/>
                  </a:lnTo>
                  <a:lnTo>
                    <a:pt x="224719" y="960042"/>
                  </a:lnTo>
                  <a:lnTo>
                    <a:pt x="224716" y="960037"/>
                  </a:lnTo>
                  <a:lnTo>
                    <a:pt x="224715" y="960031"/>
                  </a:lnTo>
                  <a:lnTo>
                    <a:pt x="224716" y="960022"/>
                  </a:lnTo>
                  <a:lnTo>
                    <a:pt x="224718" y="960014"/>
                  </a:lnTo>
                  <a:lnTo>
                    <a:pt x="224724" y="959991"/>
                  </a:lnTo>
                  <a:lnTo>
                    <a:pt x="224734" y="959962"/>
                  </a:lnTo>
                  <a:lnTo>
                    <a:pt x="224738" y="959947"/>
                  </a:lnTo>
                  <a:lnTo>
                    <a:pt x="224739" y="959931"/>
                  </a:lnTo>
                  <a:lnTo>
                    <a:pt x="224734" y="959920"/>
                  </a:lnTo>
                  <a:lnTo>
                    <a:pt x="224725" y="959896"/>
                  </a:lnTo>
                  <a:lnTo>
                    <a:pt x="224710" y="959836"/>
                  </a:lnTo>
                  <a:lnTo>
                    <a:pt x="224708" y="959797"/>
                  </a:lnTo>
                  <a:lnTo>
                    <a:pt x="224702" y="959713"/>
                  </a:lnTo>
                  <a:lnTo>
                    <a:pt x="224698" y="959622"/>
                  </a:lnTo>
                  <a:lnTo>
                    <a:pt x="224701" y="959603"/>
                  </a:lnTo>
                  <a:lnTo>
                    <a:pt x="224709" y="959579"/>
                  </a:lnTo>
                  <a:lnTo>
                    <a:pt x="224724" y="959539"/>
                  </a:lnTo>
                  <a:lnTo>
                    <a:pt x="224756" y="959462"/>
                  </a:lnTo>
                  <a:lnTo>
                    <a:pt x="224775" y="959395"/>
                  </a:lnTo>
                  <a:lnTo>
                    <a:pt x="224784" y="959354"/>
                  </a:lnTo>
                  <a:lnTo>
                    <a:pt x="224781" y="959323"/>
                  </a:lnTo>
                  <a:lnTo>
                    <a:pt x="224773" y="959306"/>
                  </a:lnTo>
                  <a:lnTo>
                    <a:pt x="224756" y="959279"/>
                  </a:lnTo>
                  <a:lnTo>
                    <a:pt x="224722" y="959234"/>
                  </a:lnTo>
                  <a:lnTo>
                    <a:pt x="224710" y="959203"/>
                  </a:lnTo>
                  <a:lnTo>
                    <a:pt x="224705" y="959184"/>
                  </a:lnTo>
                  <a:lnTo>
                    <a:pt x="224696" y="959159"/>
                  </a:lnTo>
                  <a:lnTo>
                    <a:pt x="224678" y="959136"/>
                  </a:lnTo>
                  <a:lnTo>
                    <a:pt x="224639" y="959111"/>
                  </a:lnTo>
                  <a:lnTo>
                    <a:pt x="224599" y="959080"/>
                  </a:lnTo>
                  <a:lnTo>
                    <a:pt x="224574" y="959052"/>
                  </a:lnTo>
                  <a:lnTo>
                    <a:pt x="224561" y="959039"/>
                  </a:lnTo>
                  <a:lnTo>
                    <a:pt x="224533" y="959026"/>
                  </a:lnTo>
                  <a:lnTo>
                    <a:pt x="224498" y="959019"/>
                  </a:lnTo>
                  <a:lnTo>
                    <a:pt x="224459" y="959010"/>
                  </a:lnTo>
                  <a:lnTo>
                    <a:pt x="224437" y="958995"/>
                  </a:lnTo>
                  <a:lnTo>
                    <a:pt x="224419" y="958980"/>
                  </a:lnTo>
                  <a:lnTo>
                    <a:pt x="224401" y="958953"/>
                  </a:lnTo>
                  <a:lnTo>
                    <a:pt x="224382" y="958924"/>
                  </a:lnTo>
                  <a:lnTo>
                    <a:pt x="224371" y="958893"/>
                  </a:lnTo>
                  <a:lnTo>
                    <a:pt x="224359" y="958872"/>
                  </a:lnTo>
                  <a:lnTo>
                    <a:pt x="224352" y="958863"/>
                  </a:lnTo>
                  <a:lnTo>
                    <a:pt x="224343" y="958846"/>
                  </a:lnTo>
                  <a:lnTo>
                    <a:pt x="224340" y="958836"/>
                  </a:lnTo>
                  <a:lnTo>
                    <a:pt x="224339" y="958828"/>
                  </a:lnTo>
                  <a:lnTo>
                    <a:pt x="224347" y="958809"/>
                  </a:lnTo>
                  <a:lnTo>
                    <a:pt x="224361" y="958767"/>
                  </a:lnTo>
                  <a:lnTo>
                    <a:pt x="224380" y="958717"/>
                  </a:lnTo>
                  <a:lnTo>
                    <a:pt x="224408" y="958637"/>
                  </a:lnTo>
                  <a:lnTo>
                    <a:pt x="224420" y="958598"/>
                  </a:lnTo>
                  <a:lnTo>
                    <a:pt x="224441" y="958529"/>
                  </a:lnTo>
                  <a:lnTo>
                    <a:pt x="224444" y="958496"/>
                  </a:lnTo>
                  <a:lnTo>
                    <a:pt x="224447" y="958458"/>
                  </a:lnTo>
                  <a:lnTo>
                    <a:pt x="224453" y="958428"/>
                  </a:lnTo>
                  <a:lnTo>
                    <a:pt x="224467" y="958386"/>
                  </a:lnTo>
                  <a:lnTo>
                    <a:pt x="224478" y="958352"/>
                  </a:lnTo>
                  <a:lnTo>
                    <a:pt x="224477" y="958333"/>
                  </a:lnTo>
                  <a:lnTo>
                    <a:pt x="224472" y="958299"/>
                  </a:lnTo>
                  <a:lnTo>
                    <a:pt x="224470" y="958293"/>
                  </a:lnTo>
                  <a:lnTo>
                    <a:pt x="224464" y="958267"/>
                  </a:lnTo>
                  <a:lnTo>
                    <a:pt x="224456" y="958234"/>
                  </a:lnTo>
                  <a:lnTo>
                    <a:pt x="224455" y="958226"/>
                  </a:lnTo>
                  <a:lnTo>
                    <a:pt x="224457" y="958215"/>
                  </a:lnTo>
                  <a:lnTo>
                    <a:pt x="224461" y="958206"/>
                  </a:lnTo>
                  <a:lnTo>
                    <a:pt x="224470" y="958181"/>
                  </a:lnTo>
                  <a:lnTo>
                    <a:pt x="224506" y="958105"/>
                  </a:lnTo>
                  <a:lnTo>
                    <a:pt x="224520" y="958073"/>
                  </a:lnTo>
                  <a:lnTo>
                    <a:pt x="224529" y="958060"/>
                  </a:lnTo>
                  <a:lnTo>
                    <a:pt x="224534" y="958044"/>
                  </a:lnTo>
                  <a:lnTo>
                    <a:pt x="224535" y="958026"/>
                  </a:lnTo>
                  <a:lnTo>
                    <a:pt x="224536" y="957990"/>
                  </a:lnTo>
                  <a:lnTo>
                    <a:pt x="224550" y="957907"/>
                  </a:lnTo>
                  <a:lnTo>
                    <a:pt x="224566" y="957837"/>
                  </a:lnTo>
                  <a:lnTo>
                    <a:pt x="224573" y="957810"/>
                  </a:lnTo>
                  <a:lnTo>
                    <a:pt x="224582" y="957776"/>
                  </a:lnTo>
                  <a:lnTo>
                    <a:pt x="224587" y="957756"/>
                  </a:lnTo>
                  <a:lnTo>
                    <a:pt x="224587" y="957742"/>
                  </a:lnTo>
                  <a:lnTo>
                    <a:pt x="224588" y="957720"/>
                  </a:lnTo>
                  <a:lnTo>
                    <a:pt x="224602" y="957661"/>
                  </a:lnTo>
                  <a:lnTo>
                    <a:pt x="224624" y="957607"/>
                  </a:lnTo>
                  <a:lnTo>
                    <a:pt x="224640" y="957532"/>
                  </a:lnTo>
                  <a:lnTo>
                    <a:pt x="224651" y="957480"/>
                  </a:lnTo>
                  <a:lnTo>
                    <a:pt x="224647" y="957418"/>
                  </a:lnTo>
                  <a:lnTo>
                    <a:pt x="224642" y="957346"/>
                  </a:lnTo>
                  <a:lnTo>
                    <a:pt x="224637" y="957330"/>
                  </a:lnTo>
                  <a:lnTo>
                    <a:pt x="224635" y="957320"/>
                  </a:lnTo>
                  <a:lnTo>
                    <a:pt x="224638" y="957312"/>
                  </a:lnTo>
                  <a:lnTo>
                    <a:pt x="224647" y="957293"/>
                  </a:lnTo>
                  <a:lnTo>
                    <a:pt x="224657" y="957266"/>
                  </a:lnTo>
                  <a:lnTo>
                    <a:pt x="224658" y="957242"/>
                  </a:lnTo>
                  <a:lnTo>
                    <a:pt x="224660" y="957210"/>
                  </a:lnTo>
                  <a:lnTo>
                    <a:pt x="224652" y="957168"/>
                  </a:lnTo>
                  <a:lnTo>
                    <a:pt x="224651" y="957113"/>
                  </a:lnTo>
                  <a:lnTo>
                    <a:pt x="224650" y="957045"/>
                  </a:lnTo>
                  <a:lnTo>
                    <a:pt x="224645" y="956976"/>
                  </a:lnTo>
                  <a:lnTo>
                    <a:pt x="224647" y="956955"/>
                  </a:lnTo>
                  <a:lnTo>
                    <a:pt x="224652" y="956939"/>
                  </a:lnTo>
                  <a:lnTo>
                    <a:pt x="224670" y="956900"/>
                  </a:lnTo>
                  <a:lnTo>
                    <a:pt x="224685" y="956864"/>
                  </a:lnTo>
                  <a:lnTo>
                    <a:pt x="224690" y="956834"/>
                  </a:lnTo>
                  <a:lnTo>
                    <a:pt x="224695" y="956796"/>
                  </a:lnTo>
                  <a:lnTo>
                    <a:pt x="224715" y="956713"/>
                  </a:lnTo>
                  <a:lnTo>
                    <a:pt x="224721" y="956681"/>
                  </a:lnTo>
                  <a:lnTo>
                    <a:pt x="224738" y="956641"/>
                  </a:lnTo>
                  <a:lnTo>
                    <a:pt x="224750" y="956618"/>
                  </a:lnTo>
                  <a:lnTo>
                    <a:pt x="224781" y="956547"/>
                  </a:lnTo>
                  <a:lnTo>
                    <a:pt x="224792" y="956513"/>
                  </a:lnTo>
                  <a:lnTo>
                    <a:pt x="224797" y="956471"/>
                  </a:lnTo>
                  <a:lnTo>
                    <a:pt x="224798" y="956449"/>
                  </a:lnTo>
                  <a:lnTo>
                    <a:pt x="224799" y="956441"/>
                  </a:lnTo>
                  <a:lnTo>
                    <a:pt x="224805" y="956430"/>
                  </a:lnTo>
                  <a:lnTo>
                    <a:pt x="224817" y="956395"/>
                  </a:lnTo>
                  <a:lnTo>
                    <a:pt x="224827" y="956359"/>
                  </a:lnTo>
                  <a:lnTo>
                    <a:pt x="224824" y="956330"/>
                  </a:lnTo>
                  <a:lnTo>
                    <a:pt x="224822" y="956314"/>
                  </a:lnTo>
                  <a:lnTo>
                    <a:pt x="224806" y="956272"/>
                  </a:lnTo>
                  <a:lnTo>
                    <a:pt x="224788" y="956235"/>
                  </a:lnTo>
                  <a:lnTo>
                    <a:pt x="224779" y="956213"/>
                  </a:lnTo>
                  <a:lnTo>
                    <a:pt x="224775" y="956173"/>
                  </a:lnTo>
                  <a:lnTo>
                    <a:pt x="224771" y="956148"/>
                  </a:lnTo>
                  <a:lnTo>
                    <a:pt x="224775" y="956114"/>
                  </a:lnTo>
                  <a:lnTo>
                    <a:pt x="224776" y="956096"/>
                  </a:lnTo>
                  <a:lnTo>
                    <a:pt x="224777" y="956083"/>
                  </a:lnTo>
                  <a:lnTo>
                    <a:pt x="224779" y="956034"/>
                  </a:lnTo>
                  <a:lnTo>
                    <a:pt x="224787" y="956009"/>
                  </a:lnTo>
                  <a:lnTo>
                    <a:pt x="224788" y="955996"/>
                  </a:lnTo>
                  <a:lnTo>
                    <a:pt x="224773" y="955981"/>
                  </a:lnTo>
                  <a:lnTo>
                    <a:pt x="224715" y="955934"/>
                  </a:lnTo>
                  <a:lnTo>
                    <a:pt x="224696" y="955911"/>
                  </a:lnTo>
                  <a:lnTo>
                    <a:pt x="224681" y="955900"/>
                  </a:lnTo>
                  <a:lnTo>
                    <a:pt x="224651" y="955887"/>
                  </a:lnTo>
                  <a:lnTo>
                    <a:pt x="224639" y="955879"/>
                  </a:lnTo>
                  <a:lnTo>
                    <a:pt x="224632" y="955868"/>
                  </a:lnTo>
                  <a:lnTo>
                    <a:pt x="224624" y="955852"/>
                  </a:lnTo>
                  <a:lnTo>
                    <a:pt x="224617" y="955832"/>
                  </a:lnTo>
                  <a:lnTo>
                    <a:pt x="224612" y="955807"/>
                  </a:lnTo>
                  <a:lnTo>
                    <a:pt x="224608" y="955770"/>
                  </a:lnTo>
                  <a:lnTo>
                    <a:pt x="224602" y="955719"/>
                  </a:lnTo>
                  <a:lnTo>
                    <a:pt x="224593" y="955634"/>
                  </a:lnTo>
                  <a:lnTo>
                    <a:pt x="224581" y="955537"/>
                  </a:lnTo>
                  <a:lnTo>
                    <a:pt x="224582" y="955501"/>
                  </a:lnTo>
                  <a:lnTo>
                    <a:pt x="224573" y="955474"/>
                  </a:lnTo>
                  <a:lnTo>
                    <a:pt x="224571" y="955466"/>
                  </a:lnTo>
                  <a:lnTo>
                    <a:pt x="224574" y="955460"/>
                  </a:lnTo>
                  <a:lnTo>
                    <a:pt x="224578" y="955452"/>
                  </a:lnTo>
                  <a:lnTo>
                    <a:pt x="224590" y="955437"/>
                  </a:lnTo>
                  <a:lnTo>
                    <a:pt x="224603" y="955425"/>
                  </a:lnTo>
                  <a:lnTo>
                    <a:pt x="224612" y="955411"/>
                  </a:lnTo>
                  <a:lnTo>
                    <a:pt x="224614" y="955405"/>
                  </a:lnTo>
                  <a:lnTo>
                    <a:pt x="224613" y="955398"/>
                  </a:lnTo>
                  <a:lnTo>
                    <a:pt x="224613" y="955393"/>
                  </a:lnTo>
                  <a:lnTo>
                    <a:pt x="224614" y="955368"/>
                  </a:lnTo>
                  <a:lnTo>
                    <a:pt x="224608" y="955309"/>
                  </a:lnTo>
                  <a:lnTo>
                    <a:pt x="224606" y="955286"/>
                  </a:lnTo>
                  <a:lnTo>
                    <a:pt x="224596" y="955259"/>
                  </a:lnTo>
                  <a:lnTo>
                    <a:pt x="224592" y="955239"/>
                  </a:lnTo>
                  <a:lnTo>
                    <a:pt x="224581" y="955217"/>
                  </a:lnTo>
                  <a:lnTo>
                    <a:pt x="224573" y="955203"/>
                  </a:lnTo>
                  <a:lnTo>
                    <a:pt x="224562" y="955188"/>
                  </a:lnTo>
                  <a:lnTo>
                    <a:pt x="224556" y="955175"/>
                  </a:lnTo>
                  <a:lnTo>
                    <a:pt x="224535" y="955132"/>
                  </a:lnTo>
                  <a:lnTo>
                    <a:pt x="224514" y="955091"/>
                  </a:lnTo>
                  <a:lnTo>
                    <a:pt x="224510" y="955070"/>
                  </a:lnTo>
                  <a:lnTo>
                    <a:pt x="224504" y="955036"/>
                  </a:lnTo>
                  <a:lnTo>
                    <a:pt x="224503" y="955013"/>
                  </a:lnTo>
                  <a:lnTo>
                    <a:pt x="224499" y="954963"/>
                  </a:lnTo>
                  <a:lnTo>
                    <a:pt x="224486" y="954905"/>
                  </a:lnTo>
                  <a:lnTo>
                    <a:pt x="224479" y="954863"/>
                  </a:lnTo>
                  <a:lnTo>
                    <a:pt x="224465" y="954799"/>
                  </a:lnTo>
                  <a:lnTo>
                    <a:pt x="224462" y="954768"/>
                  </a:lnTo>
                  <a:lnTo>
                    <a:pt x="224450" y="954687"/>
                  </a:lnTo>
                  <a:lnTo>
                    <a:pt x="224438" y="954645"/>
                  </a:lnTo>
                  <a:lnTo>
                    <a:pt x="224426" y="954614"/>
                  </a:lnTo>
                  <a:lnTo>
                    <a:pt x="224406" y="954584"/>
                  </a:lnTo>
                  <a:lnTo>
                    <a:pt x="224386" y="954558"/>
                  </a:lnTo>
                  <a:lnTo>
                    <a:pt x="224355" y="954533"/>
                  </a:lnTo>
                  <a:lnTo>
                    <a:pt x="224346" y="954524"/>
                  </a:lnTo>
                  <a:lnTo>
                    <a:pt x="224324" y="954509"/>
                  </a:lnTo>
                  <a:lnTo>
                    <a:pt x="224320" y="954503"/>
                  </a:lnTo>
                  <a:lnTo>
                    <a:pt x="224322" y="954494"/>
                  </a:lnTo>
                  <a:lnTo>
                    <a:pt x="224326" y="954486"/>
                  </a:lnTo>
                  <a:lnTo>
                    <a:pt x="224329" y="954478"/>
                  </a:lnTo>
                  <a:lnTo>
                    <a:pt x="224344" y="954446"/>
                  </a:lnTo>
                  <a:lnTo>
                    <a:pt x="224357" y="954408"/>
                  </a:lnTo>
                  <a:lnTo>
                    <a:pt x="224363" y="954371"/>
                  </a:lnTo>
                  <a:lnTo>
                    <a:pt x="224363" y="954341"/>
                  </a:lnTo>
                  <a:lnTo>
                    <a:pt x="224363" y="954334"/>
                  </a:lnTo>
                  <a:lnTo>
                    <a:pt x="224365" y="954300"/>
                  </a:lnTo>
                  <a:lnTo>
                    <a:pt x="224370" y="954263"/>
                  </a:lnTo>
                  <a:lnTo>
                    <a:pt x="224368" y="954246"/>
                  </a:lnTo>
                  <a:lnTo>
                    <a:pt x="224357" y="954226"/>
                  </a:lnTo>
                  <a:lnTo>
                    <a:pt x="224312" y="954171"/>
                  </a:lnTo>
                  <a:lnTo>
                    <a:pt x="224280" y="954126"/>
                  </a:lnTo>
                  <a:lnTo>
                    <a:pt x="224259" y="954094"/>
                  </a:lnTo>
                  <a:lnTo>
                    <a:pt x="224249" y="954069"/>
                  </a:lnTo>
                  <a:lnTo>
                    <a:pt x="224238" y="954040"/>
                  </a:lnTo>
                  <a:lnTo>
                    <a:pt x="224233" y="954029"/>
                  </a:lnTo>
                  <a:lnTo>
                    <a:pt x="224228" y="954020"/>
                  </a:lnTo>
                  <a:lnTo>
                    <a:pt x="224215" y="953971"/>
                  </a:lnTo>
                  <a:lnTo>
                    <a:pt x="224214" y="953960"/>
                  </a:lnTo>
                  <a:lnTo>
                    <a:pt x="224226" y="953948"/>
                  </a:lnTo>
                  <a:lnTo>
                    <a:pt x="224246" y="953927"/>
                  </a:lnTo>
                  <a:lnTo>
                    <a:pt x="224255" y="953915"/>
                  </a:lnTo>
                  <a:lnTo>
                    <a:pt x="224288" y="953887"/>
                  </a:lnTo>
                  <a:lnTo>
                    <a:pt x="224341" y="953850"/>
                  </a:lnTo>
                  <a:lnTo>
                    <a:pt x="224415" y="953811"/>
                  </a:lnTo>
                  <a:lnTo>
                    <a:pt x="224519" y="953763"/>
                  </a:lnTo>
                  <a:lnTo>
                    <a:pt x="224599" y="953731"/>
                  </a:lnTo>
                  <a:lnTo>
                    <a:pt x="224642" y="953715"/>
                  </a:lnTo>
                  <a:lnTo>
                    <a:pt x="224651" y="953710"/>
                  </a:lnTo>
                  <a:lnTo>
                    <a:pt x="224656" y="953701"/>
                  </a:lnTo>
                  <a:lnTo>
                    <a:pt x="224665" y="953669"/>
                  </a:lnTo>
                  <a:lnTo>
                    <a:pt x="224678" y="953593"/>
                  </a:lnTo>
                  <a:lnTo>
                    <a:pt x="224685" y="953541"/>
                  </a:lnTo>
                  <a:lnTo>
                    <a:pt x="224690" y="953499"/>
                  </a:lnTo>
                  <a:lnTo>
                    <a:pt x="224699" y="953473"/>
                  </a:lnTo>
                  <a:lnTo>
                    <a:pt x="224701" y="953460"/>
                  </a:lnTo>
                  <a:lnTo>
                    <a:pt x="224700" y="953445"/>
                  </a:lnTo>
                  <a:lnTo>
                    <a:pt x="224690" y="953420"/>
                  </a:lnTo>
                  <a:lnTo>
                    <a:pt x="224668" y="953368"/>
                  </a:lnTo>
                  <a:lnTo>
                    <a:pt x="224645" y="953316"/>
                  </a:lnTo>
                  <a:lnTo>
                    <a:pt x="224629" y="953278"/>
                  </a:lnTo>
                  <a:lnTo>
                    <a:pt x="224623" y="953260"/>
                  </a:lnTo>
                  <a:lnTo>
                    <a:pt x="224617" y="953234"/>
                  </a:lnTo>
                  <a:lnTo>
                    <a:pt x="224615" y="953184"/>
                  </a:lnTo>
                  <a:lnTo>
                    <a:pt x="224620" y="953139"/>
                  </a:lnTo>
                  <a:lnTo>
                    <a:pt x="224630" y="953081"/>
                  </a:lnTo>
                  <a:lnTo>
                    <a:pt x="224639" y="953052"/>
                  </a:lnTo>
                  <a:lnTo>
                    <a:pt x="224651" y="953034"/>
                  </a:lnTo>
                  <a:lnTo>
                    <a:pt x="224682" y="953004"/>
                  </a:lnTo>
                  <a:lnTo>
                    <a:pt x="224729" y="952981"/>
                  </a:lnTo>
                  <a:lnTo>
                    <a:pt x="224754" y="952965"/>
                  </a:lnTo>
                  <a:lnTo>
                    <a:pt x="224765" y="952950"/>
                  </a:lnTo>
                  <a:lnTo>
                    <a:pt x="224779" y="952909"/>
                  </a:lnTo>
                  <a:lnTo>
                    <a:pt x="224786" y="952881"/>
                  </a:lnTo>
                  <a:lnTo>
                    <a:pt x="224789" y="952852"/>
                  </a:lnTo>
                  <a:lnTo>
                    <a:pt x="224789" y="952830"/>
                  </a:lnTo>
                  <a:lnTo>
                    <a:pt x="224786" y="952808"/>
                  </a:lnTo>
                  <a:lnTo>
                    <a:pt x="224774" y="952780"/>
                  </a:lnTo>
                  <a:lnTo>
                    <a:pt x="224776" y="952741"/>
                  </a:lnTo>
                  <a:lnTo>
                    <a:pt x="224762" y="952665"/>
                  </a:lnTo>
                  <a:lnTo>
                    <a:pt x="224732" y="952591"/>
                  </a:lnTo>
                  <a:lnTo>
                    <a:pt x="224711" y="952538"/>
                  </a:lnTo>
                  <a:lnTo>
                    <a:pt x="224698" y="952512"/>
                  </a:lnTo>
                  <a:lnTo>
                    <a:pt x="224678" y="952490"/>
                  </a:lnTo>
                  <a:lnTo>
                    <a:pt x="224641" y="952475"/>
                  </a:lnTo>
                  <a:lnTo>
                    <a:pt x="224594" y="952465"/>
                  </a:lnTo>
                  <a:lnTo>
                    <a:pt x="224554" y="952460"/>
                  </a:lnTo>
                  <a:lnTo>
                    <a:pt x="224470" y="952464"/>
                  </a:lnTo>
                  <a:lnTo>
                    <a:pt x="224367" y="952478"/>
                  </a:lnTo>
                  <a:lnTo>
                    <a:pt x="224259" y="952492"/>
                  </a:lnTo>
                  <a:lnTo>
                    <a:pt x="224207" y="952497"/>
                  </a:lnTo>
                  <a:lnTo>
                    <a:pt x="224186" y="952499"/>
                  </a:lnTo>
                  <a:lnTo>
                    <a:pt x="224168" y="952498"/>
                  </a:lnTo>
                  <a:lnTo>
                    <a:pt x="224147" y="952498"/>
                  </a:lnTo>
                  <a:lnTo>
                    <a:pt x="224141" y="952500"/>
                  </a:lnTo>
                  <a:lnTo>
                    <a:pt x="224133" y="952500"/>
                  </a:lnTo>
                  <a:lnTo>
                    <a:pt x="224128" y="952498"/>
                  </a:lnTo>
                  <a:lnTo>
                    <a:pt x="224104" y="952474"/>
                  </a:lnTo>
                  <a:lnTo>
                    <a:pt x="224069" y="952437"/>
                  </a:lnTo>
                  <a:lnTo>
                    <a:pt x="224040" y="952396"/>
                  </a:lnTo>
                  <a:lnTo>
                    <a:pt x="224023" y="952361"/>
                  </a:lnTo>
                  <a:lnTo>
                    <a:pt x="224011" y="952330"/>
                  </a:lnTo>
                  <a:lnTo>
                    <a:pt x="224006" y="952307"/>
                  </a:lnTo>
                  <a:lnTo>
                    <a:pt x="224009" y="952291"/>
                  </a:lnTo>
                  <a:lnTo>
                    <a:pt x="224014" y="952277"/>
                  </a:lnTo>
                  <a:lnTo>
                    <a:pt x="224018" y="952262"/>
                  </a:lnTo>
                  <a:lnTo>
                    <a:pt x="224017" y="952255"/>
                  </a:lnTo>
                  <a:lnTo>
                    <a:pt x="224010" y="952250"/>
                  </a:lnTo>
                  <a:lnTo>
                    <a:pt x="223989" y="952247"/>
                  </a:lnTo>
                  <a:lnTo>
                    <a:pt x="223959" y="952244"/>
                  </a:lnTo>
                  <a:lnTo>
                    <a:pt x="223907" y="952244"/>
                  </a:lnTo>
                  <a:lnTo>
                    <a:pt x="223847" y="952237"/>
                  </a:lnTo>
                  <a:lnTo>
                    <a:pt x="223806" y="952223"/>
                  </a:lnTo>
                  <a:lnTo>
                    <a:pt x="223777" y="952216"/>
                  </a:lnTo>
                  <a:lnTo>
                    <a:pt x="223745" y="952216"/>
                  </a:lnTo>
                  <a:lnTo>
                    <a:pt x="223683" y="952228"/>
                  </a:lnTo>
                  <a:lnTo>
                    <a:pt x="223669" y="952232"/>
                  </a:lnTo>
                  <a:lnTo>
                    <a:pt x="223638" y="952238"/>
                  </a:lnTo>
                  <a:lnTo>
                    <a:pt x="223606" y="952242"/>
                  </a:lnTo>
                  <a:lnTo>
                    <a:pt x="223569" y="952241"/>
                  </a:lnTo>
                  <a:lnTo>
                    <a:pt x="223534" y="952240"/>
                  </a:lnTo>
                  <a:lnTo>
                    <a:pt x="223525" y="952239"/>
                  </a:lnTo>
                  <a:lnTo>
                    <a:pt x="223440" y="952231"/>
                  </a:lnTo>
                  <a:lnTo>
                    <a:pt x="223359" y="952218"/>
                  </a:lnTo>
                  <a:lnTo>
                    <a:pt x="223331" y="952205"/>
                  </a:lnTo>
                  <a:lnTo>
                    <a:pt x="223289" y="952163"/>
                  </a:lnTo>
                  <a:lnTo>
                    <a:pt x="223262" y="952137"/>
                  </a:lnTo>
                  <a:lnTo>
                    <a:pt x="223248" y="952126"/>
                  </a:lnTo>
                  <a:lnTo>
                    <a:pt x="223236" y="952113"/>
                  </a:lnTo>
                  <a:lnTo>
                    <a:pt x="223224" y="952084"/>
                  </a:lnTo>
                  <a:lnTo>
                    <a:pt x="223220" y="952065"/>
                  </a:lnTo>
                  <a:lnTo>
                    <a:pt x="223220" y="952056"/>
                  </a:lnTo>
                  <a:lnTo>
                    <a:pt x="223224" y="952047"/>
                  </a:lnTo>
                  <a:lnTo>
                    <a:pt x="223236" y="952036"/>
                  </a:lnTo>
                  <a:lnTo>
                    <a:pt x="223258" y="952011"/>
                  </a:lnTo>
                  <a:lnTo>
                    <a:pt x="223282" y="951967"/>
                  </a:lnTo>
                  <a:lnTo>
                    <a:pt x="223302" y="951937"/>
                  </a:lnTo>
                  <a:lnTo>
                    <a:pt x="223333" y="951915"/>
                  </a:lnTo>
                  <a:lnTo>
                    <a:pt x="223358" y="951892"/>
                  </a:lnTo>
                  <a:lnTo>
                    <a:pt x="223373" y="951869"/>
                  </a:lnTo>
                  <a:lnTo>
                    <a:pt x="223386" y="951850"/>
                  </a:lnTo>
                  <a:lnTo>
                    <a:pt x="223403" y="951797"/>
                  </a:lnTo>
                  <a:lnTo>
                    <a:pt x="223419" y="951768"/>
                  </a:lnTo>
                  <a:lnTo>
                    <a:pt x="223430" y="951726"/>
                  </a:lnTo>
                  <a:lnTo>
                    <a:pt x="223431" y="951693"/>
                  </a:lnTo>
                  <a:lnTo>
                    <a:pt x="223437" y="951624"/>
                  </a:lnTo>
                  <a:lnTo>
                    <a:pt x="223444" y="951586"/>
                  </a:lnTo>
                  <a:lnTo>
                    <a:pt x="223455" y="951549"/>
                  </a:lnTo>
                  <a:lnTo>
                    <a:pt x="223463" y="951513"/>
                  </a:lnTo>
                  <a:lnTo>
                    <a:pt x="223467" y="951476"/>
                  </a:lnTo>
                  <a:lnTo>
                    <a:pt x="223463" y="951396"/>
                  </a:lnTo>
                  <a:lnTo>
                    <a:pt x="223462" y="951350"/>
                  </a:lnTo>
                  <a:lnTo>
                    <a:pt x="223462" y="951330"/>
                  </a:lnTo>
                  <a:lnTo>
                    <a:pt x="223466" y="951319"/>
                  </a:lnTo>
                  <a:lnTo>
                    <a:pt x="223479" y="951299"/>
                  </a:lnTo>
                  <a:lnTo>
                    <a:pt x="223512" y="951273"/>
                  </a:lnTo>
                  <a:lnTo>
                    <a:pt x="223527" y="951251"/>
                  </a:lnTo>
                  <a:lnTo>
                    <a:pt x="223538" y="951218"/>
                  </a:lnTo>
                  <a:lnTo>
                    <a:pt x="223551" y="951186"/>
                  </a:lnTo>
                  <a:lnTo>
                    <a:pt x="223562" y="951147"/>
                  </a:lnTo>
                  <a:lnTo>
                    <a:pt x="223565" y="951119"/>
                  </a:lnTo>
                  <a:lnTo>
                    <a:pt x="223561" y="951093"/>
                  </a:lnTo>
                  <a:lnTo>
                    <a:pt x="223548" y="951065"/>
                  </a:lnTo>
                  <a:lnTo>
                    <a:pt x="223539" y="951030"/>
                  </a:lnTo>
                  <a:lnTo>
                    <a:pt x="223527" y="950993"/>
                  </a:lnTo>
                  <a:lnTo>
                    <a:pt x="223524" y="950973"/>
                  </a:lnTo>
                  <a:lnTo>
                    <a:pt x="223526" y="950963"/>
                  </a:lnTo>
                  <a:lnTo>
                    <a:pt x="223532" y="950947"/>
                  </a:lnTo>
                  <a:lnTo>
                    <a:pt x="223539" y="950931"/>
                  </a:lnTo>
                  <a:lnTo>
                    <a:pt x="223542" y="950904"/>
                  </a:lnTo>
                  <a:lnTo>
                    <a:pt x="223538" y="950862"/>
                  </a:lnTo>
                  <a:lnTo>
                    <a:pt x="223537" y="950800"/>
                  </a:lnTo>
                  <a:lnTo>
                    <a:pt x="223537" y="950752"/>
                  </a:lnTo>
                  <a:lnTo>
                    <a:pt x="223539" y="950711"/>
                  </a:lnTo>
                  <a:lnTo>
                    <a:pt x="223532" y="950669"/>
                  </a:lnTo>
                  <a:lnTo>
                    <a:pt x="223507" y="950608"/>
                  </a:lnTo>
                  <a:lnTo>
                    <a:pt x="223499" y="950589"/>
                  </a:lnTo>
                  <a:lnTo>
                    <a:pt x="223494" y="950578"/>
                  </a:lnTo>
                  <a:lnTo>
                    <a:pt x="223482" y="950554"/>
                  </a:lnTo>
                  <a:lnTo>
                    <a:pt x="223481" y="950545"/>
                  </a:lnTo>
                  <a:lnTo>
                    <a:pt x="223484" y="950532"/>
                  </a:lnTo>
                  <a:lnTo>
                    <a:pt x="223490" y="950516"/>
                  </a:lnTo>
                  <a:lnTo>
                    <a:pt x="223496" y="950498"/>
                  </a:lnTo>
                  <a:lnTo>
                    <a:pt x="223500" y="950491"/>
                  </a:lnTo>
                  <a:lnTo>
                    <a:pt x="223520" y="950439"/>
                  </a:lnTo>
                  <a:lnTo>
                    <a:pt x="223532" y="950424"/>
                  </a:lnTo>
                  <a:lnTo>
                    <a:pt x="223541" y="950409"/>
                  </a:lnTo>
                  <a:lnTo>
                    <a:pt x="223545" y="950397"/>
                  </a:lnTo>
                  <a:lnTo>
                    <a:pt x="223538" y="950376"/>
                  </a:lnTo>
                  <a:lnTo>
                    <a:pt x="223524" y="950366"/>
                  </a:lnTo>
                  <a:lnTo>
                    <a:pt x="223512" y="950356"/>
                  </a:lnTo>
                  <a:lnTo>
                    <a:pt x="223506" y="950339"/>
                  </a:lnTo>
                  <a:lnTo>
                    <a:pt x="223507" y="950319"/>
                  </a:lnTo>
                  <a:lnTo>
                    <a:pt x="223508" y="950305"/>
                  </a:lnTo>
                  <a:lnTo>
                    <a:pt x="223515" y="950290"/>
                  </a:lnTo>
                  <a:lnTo>
                    <a:pt x="223530" y="950279"/>
                  </a:lnTo>
                  <a:lnTo>
                    <a:pt x="223566" y="950257"/>
                  </a:lnTo>
                  <a:lnTo>
                    <a:pt x="223604" y="950236"/>
                  </a:lnTo>
                  <a:lnTo>
                    <a:pt x="223640" y="950218"/>
                  </a:lnTo>
                  <a:lnTo>
                    <a:pt x="223652" y="950204"/>
                  </a:lnTo>
                  <a:lnTo>
                    <a:pt x="223654" y="950182"/>
                  </a:lnTo>
                  <a:lnTo>
                    <a:pt x="223647" y="950151"/>
                  </a:lnTo>
                  <a:lnTo>
                    <a:pt x="223635" y="950121"/>
                  </a:lnTo>
                  <a:lnTo>
                    <a:pt x="223631" y="950091"/>
                  </a:lnTo>
                  <a:lnTo>
                    <a:pt x="223630" y="950075"/>
                  </a:lnTo>
                  <a:lnTo>
                    <a:pt x="223634" y="950060"/>
                  </a:lnTo>
                  <a:lnTo>
                    <a:pt x="223652" y="950020"/>
                  </a:lnTo>
                  <a:lnTo>
                    <a:pt x="223666" y="950002"/>
                  </a:lnTo>
                  <a:lnTo>
                    <a:pt x="223672" y="949987"/>
                  </a:lnTo>
                  <a:lnTo>
                    <a:pt x="223675" y="949963"/>
                  </a:lnTo>
                  <a:lnTo>
                    <a:pt x="223670" y="949933"/>
                  </a:lnTo>
                  <a:lnTo>
                    <a:pt x="223667" y="949909"/>
                  </a:lnTo>
                  <a:lnTo>
                    <a:pt x="223666" y="949887"/>
                  </a:lnTo>
                  <a:lnTo>
                    <a:pt x="223668" y="949868"/>
                  </a:lnTo>
                  <a:lnTo>
                    <a:pt x="223676" y="949831"/>
                  </a:lnTo>
                  <a:lnTo>
                    <a:pt x="223690" y="949781"/>
                  </a:lnTo>
                  <a:lnTo>
                    <a:pt x="223702" y="949737"/>
                  </a:lnTo>
                  <a:lnTo>
                    <a:pt x="223718" y="949700"/>
                  </a:lnTo>
                  <a:lnTo>
                    <a:pt x="223742" y="949662"/>
                  </a:lnTo>
                  <a:lnTo>
                    <a:pt x="223790" y="949610"/>
                  </a:lnTo>
                  <a:lnTo>
                    <a:pt x="223833" y="949564"/>
                  </a:lnTo>
                  <a:lnTo>
                    <a:pt x="223836" y="949558"/>
                  </a:lnTo>
                  <a:lnTo>
                    <a:pt x="223845" y="949548"/>
                  </a:lnTo>
                  <a:lnTo>
                    <a:pt x="223854" y="949537"/>
                  </a:lnTo>
                  <a:lnTo>
                    <a:pt x="223861" y="949521"/>
                  </a:lnTo>
                  <a:lnTo>
                    <a:pt x="223860" y="949511"/>
                  </a:lnTo>
                  <a:lnTo>
                    <a:pt x="223855" y="949501"/>
                  </a:lnTo>
                  <a:lnTo>
                    <a:pt x="223837" y="949486"/>
                  </a:lnTo>
                  <a:lnTo>
                    <a:pt x="223824" y="949477"/>
                  </a:lnTo>
                  <a:lnTo>
                    <a:pt x="223807" y="949462"/>
                  </a:lnTo>
                  <a:lnTo>
                    <a:pt x="223736" y="949415"/>
                  </a:lnTo>
                  <a:lnTo>
                    <a:pt x="223716" y="949394"/>
                  </a:lnTo>
                  <a:lnTo>
                    <a:pt x="223711" y="949380"/>
                  </a:lnTo>
                  <a:lnTo>
                    <a:pt x="223714" y="949367"/>
                  </a:lnTo>
                  <a:lnTo>
                    <a:pt x="223728" y="949341"/>
                  </a:lnTo>
                  <a:lnTo>
                    <a:pt x="223748" y="949310"/>
                  </a:lnTo>
                  <a:lnTo>
                    <a:pt x="223758" y="949291"/>
                  </a:lnTo>
                  <a:lnTo>
                    <a:pt x="223761" y="949272"/>
                  </a:lnTo>
                  <a:lnTo>
                    <a:pt x="223762" y="949240"/>
                  </a:lnTo>
                  <a:lnTo>
                    <a:pt x="223763" y="949206"/>
                  </a:lnTo>
                  <a:lnTo>
                    <a:pt x="223762" y="949187"/>
                  </a:lnTo>
                  <a:lnTo>
                    <a:pt x="223771" y="949168"/>
                  </a:lnTo>
                  <a:lnTo>
                    <a:pt x="223791" y="949148"/>
                  </a:lnTo>
                  <a:lnTo>
                    <a:pt x="223816" y="949129"/>
                  </a:lnTo>
                  <a:lnTo>
                    <a:pt x="223823" y="949115"/>
                  </a:lnTo>
                  <a:lnTo>
                    <a:pt x="223824" y="949101"/>
                  </a:lnTo>
                  <a:lnTo>
                    <a:pt x="223824" y="949089"/>
                  </a:lnTo>
                  <a:lnTo>
                    <a:pt x="223819" y="949070"/>
                  </a:lnTo>
                  <a:lnTo>
                    <a:pt x="223805" y="949047"/>
                  </a:lnTo>
                  <a:lnTo>
                    <a:pt x="223788" y="949024"/>
                  </a:lnTo>
                  <a:lnTo>
                    <a:pt x="223773" y="948994"/>
                  </a:lnTo>
                  <a:lnTo>
                    <a:pt x="223749" y="948927"/>
                  </a:lnTo>
                  <a:lnTo>
                    <a:pt x="223727" y="948878"/>
                  </a:lnTo>
                  <a:lnTo>
                    <a:pt x="223710" y="948836"/>
                  </a:lnTo>
                  <a:lnTo>
                    <a:pt x="223707" y="948824"/>
                  </a:lnTo>
                  <a:lnTo>
                    <a:pt x="223709" y="948809"/>
                  </a:lnTo>
                  <a:lnTo>
                    <a:pt x="223713" y="948794"/>
                  </a:lnTo>
                  <a:lnTo>
                    <a:pt x="223725" y="948757"/>
                  </a:lnTo>
                  <a:lnTo>
                    <a:pt x="223744" y="948705"/>
                  </a:lnTo>
                  <a:lnTo>
                    <a:pt x="223756" y="948658"/>
                  </a:lnTo>
                  <a:lnTo>
                    <a:pt x="223766" y="948597"/>
                  </a:lnTo>
                  <a:lnTo>
                    <a:pt x="223770" y="948550"/>
                  </a:lnTo>
                  <a:lnTo>
                    <a:pt x="223776" y="948488"/>
                  </a:lnTo>
                  <a:lnTo>
                    <a:pt x="223776" y="948473"/>
                  </a:lnTo>
                  <a:lnTo>
                    <a:pt x="223781" y="948457"/>
                  </a:lnTo>
                  <a:lnTo>
                    <a:pt x="223789" y="948439"/>
                  </a:lnTo>
                  <a:lnTo>
                    <a:pt x="223812" y="948405"/>
                  </a:lnTo>
                  <a:lnTo>
                    <a:pt x="223823" y="948366"/>
                  </a:lnTo>
                  <a:lnTo>
                    <a:pt x="223825" y="948360"/>
                  </a:lnTo>
                  <a:lnTo>
                    <a:pt x="223826" y="948350"/>
                  </a:lnTo>
                  <a:lnTo>
                    <a:pt x="223820" y="948338"/>
                  </a:lnTo>
                  <a:lnTo>
                    <a:pt x="223780" y="948300"/>
                  </a:lnTo>
                  <a:lnTo>
                    <a:pt x="223738" y="948248"/>
                  </a:lnTo>
                  <a:lnTo>
                    <a:pt x="223726" y="948236"/>
                  </a:lnTo>
                  <a:lnTo>
                    <a:pt x="223702" y="948214"/>
                  </a:lnTo>
                  <a:lnTo>
                    <a:pt x="223683" y="948196"/>
                  </a:lnTo>
                  <a:lnTo>
                    <a:pt x="223670" y="948182"/>
                  </a:lnTo>
                  <a:lnTo>
                    <a:pt x="223653" y="948168"/>
                  </a:lnTo>
                  <a:lnTo>
                    <a:pt x="223637" y="948142"/>
                  </a:lnTo>
                  <a:lnTo>
                    <a:pt x="223624" y="948121"/>
                  </a:lnTo>
                  <a:lnTo>
                    <a:pt x="223600" y="948097"/>
                  </a:lnTo>
                  <a:lnTo>
                    <a:pt x="223552" y="948081"/>
                  </a:lnTo>
                  <a:lnTo>
                    <a:pt x="223477" y="948059"/>
                  </a:lnTo>
                  <a:lnTo>
                    <a:pt x="223442" y="948046"/>
                  </a:lnTo>
                  <a:lnTo>
                    <a:pt x="223386" y="948019"/>
                  </a:lnTo>
                  <a:lnTo>
                    <a:pt x="223337" y="948006"/>
                  </a:lnTo>
                  <a:lnTo>
                    <a:pt x="223301" y="947994"/>
                  </a:lnTo>
                  <a:lnTo>
                    <a:pt x="223271" y="947970"/>
                  </a:lnTo>
                  <a:lnTo>
                    <a:pt x="223248" y="947951"/>
                  </a:lnTo>
                  <a:lnTo>
                    <a:pt x="223203" y="947866"/>
                  </a:lnTo>
                  <a:lnTo>
                    <a:pt x="223183" y="947822"/>
                  </a:lnTo>
                  <a:lnTo>
                    <a:pt x="223176" y="947791"/>
                  </a:lnTo>
                  <a:lnTo>
                    <a:pt x="223175" y="947768"/>
                  </a:lnTo>
                  <a:lnTo>
                    <a:pt x="223177" y="947736"/>
                  </a:lnTo>
                  <a:lnTo>
                    <a:pt x="223171" y="947650"/>
                  </a:lnTo>
                  <a:lnTo>
                    <a:pt x="223173" y="947616"/>
                  </a:lnTo>
                  <a:lnTo>
                    <a:pt x="223177" y="947604"/>
                  </a:lnTo>
                  <a:lnTo>
                    <a:pt x="223178" y="947581"/>
                  </a:lnTo>
                  <a:lnTo>
                    <a:pt x="223176" y="947574"/>
                  </a:lnTo>
                  <a:lnTo>
                    <a:pt x="223166" y="947573"/>
                  </a:lnTo>
                  <a:lnTo>
                    <a:pt x="223122" y="947589"/>
                  </a:lnTo>
                  <a:lnTo>
                    <a:pt x="223096" y="947599"/>
                  </a:lnTo>
                  <a:lnTo>
                    <a:pt x="223023" y="947620"/>
                  </a:lnTo>
                  <a:lnTo>
                    <a:pt x="222913" y="947636"/>
                  </a:lnTo>
                  <a:lnTo>
                    <a:pt x="222873" y="947642"/>
                  </a:lnTo>
                  <a:lnTo>
                    <a:pt x="222780" y="947619"/>
                  </a:lnTo>
                  <a:lnTo>
                    <a:pt x="222672" y="947582"/>
                  </a:lnTo>
                  <a:lnTo>
                    <a:pt x="222587" y="947544"/>
                  </a:lnTo>
                  <a:lnTo>
                    <a:pt x="222489" y="947503"/>
                  </a:lnTo>
                  <a:lnTo>
                    <a:pt x="222452" y="947498"/>
                  </a:lnTo>
                  <a:lnTo>
                    <a:pt x="222323" y="947505"/>
                  </a:lnTo>
                  <a:lnTo>
                    <a:pt x="222311" y="947490"/>
                  </a:lnTo>
                  <a:lnTo>
                    <a:pt x="222299" y="947472"/>
                  </a:lnTo>
                  <a:lnTo>
                    <a:pt x="222292" y="947448"/>
                  </a:lnTo>
                  <a:lnTo>
                    <a:pt x="222274" y="947425"/>
                  </a:lnTo>
                  <a:lnTo>
                    <a:pt x="222265" y="947408"/>
                  </a:lnTo>
                  <a:lnTo>
                    <a:pt x="222259" y="947393"/>
                  </a:lnTo>
                  <a:lnTo>
                    <a:pt x="222232" y="947353"/>
                  </a:lnTo>
                  <a:lnTo>
                    <a:pt x="222188" y="947309"/>
                  </a:lnTo>
                  <a:lnTo>
                    <a:pt x="222178" y="947301"/>
                  </a:lnTo>
                  <a:lnTo>
                    <a:pt x="222163" y="947293"/>
                  </a:lnTo>
                  <a:lnTo>
                    <a:pt x="222130" y="947269"/>
                  </a:lnTo>
                  <a:lnTo>
                    <a:pt x="222113" y="947255"/>
                  </a:lnTo>
                  <a:lnTo>
                    <a:pt x="222110" y="947249"/>
                  </a:lnTo>
                  <a:lnTo>
                    <a:pt x="222109" y="947239"/>
                  </a:lnTo>
                  <a:lnTo>
                    <a:pt x="222111" y="947231"/>
                  </a:lnTo>
                  <a:lnTo>
                    <a:pt x="222115" y="947202"/>
                  </a:lnTo>
                  <a:lnTo>
                    <a:pt x="222132" y="947161"/>
                  </a:lnTo>
                  <a:lnTo>
                    <a:pt x="222135" y="947134"/>
                  </a:lnTo>
                  <a:lnTo>
                    <a:pt x="222123" y="947069"/>
                  </a:lnTo>
                  <a:lnTo>
                    <a:pt x="222097" y="946995"/>
                  </a:lnTo>
                  <a:lnTo>
                    <a:pt x="222093" y="946984"/>
                  </a:lnTo>
                  <a:lnTo>
                    <a:pt x="222085" y="946985"/>
                  </a:lnTo>
                  <a:lnTo>
                    <a:pt x="222073" y="946992"/>
                  </a:lnTo>
                  <a:lnTo>
                    <a:pt x="222039" y="947032"/>
                  </a:lnTo>
                  <a:lnTo>
                    <a:pt x="221985" y="947076"/>
                  </a:lnTo>
                  <a:lnTo>
                    <a:pt x="221944" y="947101"/>
                  </a:lnTo>
                  <a:lnTo>
                    <a:pt x="221905" y="947117"/>
                  </a:lnTo>
                  <a:lnTo>
                    <a:pt x="221867" y="947125"/>
                  </a:lnTo>
                  <a:lnTo>
                    <a:pt x="221771" y="947143"/>
                  </a:lnTo>
                  <a:lnTo>
                    <a:pt x="221674" y="947152"/>
                  </a:lnTo>
                  <a:lnTo>
                    <a:pt x="221633" y="947168"/>
                  </a:lnTo>
                  <a:lnTo>
                    <a:pt x="221602" y="947183"/>
                  </a:lnTo>
                  <a:lnTo>
                    <a:pt x="221547" y="947203"/>
                  </a:lnTo>
                  <a:lnTo>
                    <a:pt x="221493" y="947212"/>
                  </a:lnTo>
                  <a:lnTo>
                    <a:pt x="221452" y="947221"/>
                  </a:lnTo>
                  <a:lnTo>
                    <a:pt x="221402" y="947227"/>
                  </a:lnTo>
                  <a:lnTo>
                    <a:pt x="221317" y="947223"/>
                  </a:lnTo>
                  <a:lnTo>
                    <a:pt x="221261" y="947207"/>
                  </a:lnTo>
                  <a:lnTo>
                    <a:pt x="221230" y="947200"/>
                  </a:lnTo>
                  <a:lnTo>
                    <a:pt x="221200" y="947195"/>
                  </a:lnTo>
                  <a:lnTo>
                    <a:pt x="221077" y="947198"/>
                  </a:lnTo>
                  <a:lnTo>
                    <a:pt x="221046" y="947199"/>
                  </a:lnTo>
                  <a:lnTo>
                    <a:pt x="221034" y="947194"/>
                  </a:lnTo>
                  <a:lnTo>
                    <a:pt x="221009" y="947165"/>
                  </a:lnTo>
                  <a:lnTo>
                    <a:pt x="220970" y="947143"/>
                  </a:lnTo>
                  <a:lnTo>
                    <a:pt x="220935" y="947120"/>
                  </a:lnTo>
                  <a:lnTo>
                    <a:pt x="220860" y="947072"/>
                  </a:lnTo>
                  <a:lnTo>
                    <a:pt x="220790" y="947005"/>
                  </a:lnTo>
                  <a:lnTo>
                    <a:pt x="220785" y="946996"/>
                  </a:lnTo>
                  <a:lnTo>
                    <a:pt x="220772" y="946980"/>
                  </a:lnTo>
                  <a:lnTo>
                    <a:pt x="220760" y="946957"/>
                  </a:lnTo>
                  <a:lnTo>
                    <a:pt x="220752" y="946942"/>
                  </a:lnTo>
                  <a:lnTo>
                    <a:pt x="220750" y="946931"/>
                  </a:lnTo>
                  <a:lnTo>
                    <a:pt x="220747" y="946925"/>
                  </a:lnTo>
                  <a:lnTo>
                    <a:pt x="220740" y="946895"/>
                  </a:lnTo>
                  <a:lnTo>
                    <a:pt x="220742" y="946868"/>
                  </a:lnTo>
                  <a:lnTo>
                    <a:pt x="220737" y="946850"/>
                  </a:lnTo>
                  <a:lnTo>
                    <a:pt x="220714" y="946819"/>
                  </a:lnTo>
                  <a:lnTo>
                    <a:pt x="220700" y="946803"/>
                  </a:lnTo>
                  <a:lnTo>
                    <a:pt x="220692" y="946802"/>
                  </a:lnTo>
                  <a:lnTo>
                    <a:pt x="220680" y="946807"/>
                  </a:lnTo>
                  <a:lnTo>
                    <a:pt x="220622" y="946821"/>
                  </a:lnTo>
                  <a:lnTo>
                    <a:pt x="220609" y="946824"/>
                  </a:lnTo>
                  <a:lnTo>
                    <a:pt x="220593" y="946829"/>
                  </a:lnTo>
                  <a:lnTo>
                    <a:pt x="220557" y="946837"/>
                  </a:lnTo>
                  <a:lnTo>
                    <a:pt x="220529" y="946843"/>
                  </a:lnTo>
                  <a:lnTo>
                    <a:pt x="220504" y="946848"/>
                  </a:lnTo>
                  <a:lnTo>
                    <a:pt x="220474" y="946849"/>
                  </a:lnTo>
                  <a:lnTo>
                    <a:pt x="220464" y="946850"/>
                  </a:lnTo>
                  <a:lnTo>
                    <a:pt x="220430" y="946844"/>
                  </a:lnTo>
                  <a:lnTo>
                    <a:pt x="220316" y="946830"/>
                  </a:lnTo>
                  <a:lnTo>
                    <a:pt x="220281" y="946833"/>
                  </a:lnTo>
                  <a:lnTo>
                    <a:pt x="220239" y="946830"/>
                  </a:lnTo>
                  <a:lnTo>
                    <a:pt x="220205" y="946824"/>
                  </a:lnTo>
                  <a:lnTo>
                    <a:pt x="220165" y="946818"/>
                  </a:lnTo>
                  <a:lnTo>
                    <a:pt x="220125" y="946816"/>
                  </a:lnTo>
                  <a:lnTo>
                    <a:pt x="220114" y="946813"/>
                  </a:lnTo>
                  <a:lnTo>
                    <a:pt x="220114" y="946808"/>
                  </a:lnTo>
                  <a:lnTo>
                    <a:pt x="220118" y="946798"/>
                  </a:lnTo>
                  <a:lnTo>
                    <a:pt x="220120" y="946788"/>
                  </a:lnTo>
                  <a:lnTo>
                    <a:pt x="220140" y="946741"/>
                  </a:lnTo>
                  <a:lnTo>
                    <a:pt x="220145" y="946690"/>
                  </a:lnTo>
                  <a:lnTo>
                    <a:pt x="220144" y="946670"/>
                  </a:lnTo>
                  <a:lnTo>
                    <a:pt x="220135" y="946641"/>
                  </a:lnTo>
                  <a:lnTo>
                    <a:pt x="220112" y="946618"/>
                  </a:lnTo>
                  <a:lnTo>
                    <a:pt x="220082" y="946515"/>
                  </a:lnTo>
                  <a:lnTo>
                    <a:pt x="220070" y="946470"/>
                  </a:lnTo>
                  <a:lnTo>
                    <a:pt x="220054" y="946445"/>
                  </a:lnTo>
                  <a:lnTo>
                    <a:pt x="220031" y="946405"/>
                  </a:lnTo>
                  <a:lnTo>
                    <a:pt x="220029" y="946374"/>
                  </a:lnTo>
                  <a:lnTo>
                    <a:pt x="220045" y="946337"/>
                  </a:lnTo>
                  <a:lnTo>
                    <a:pt x="220084" y="946269"/>
                  </a:lnTo>
                  <a:lnTo>
                    <a:pt x="220111" y="946243"/>
                  </a:lnTo>
                  <a:lnTo>
                    <a:pt x="220128" y="946221"/>
                  </a:lnTo>
                  <a:lnTo>
                    <a:pt x="220146" y="946192"/>
                  </a:lnTo>
                  <a:lnTo>
                    <a:pt x="220161" y="946158"/>
                  </a:lnTo>
                  <a:lnTo>
                    <a:pt x="220162" y="946134"/>
                  </a:lnTo>
                  <a:lnTo>
                    <a:pt x="220147" y="946081"/>
                  </a:lnTo>
                  <a:lnTo>
                    <a:pt x="220118" y="945983"/>
                  </a:lnTo>
                  <a:lnTo>
                    <a:pt x="220118" y="945932"/>
                  </a:lnTo>
                  <a:lnTo>
                    <a:pt x="220115" y="945902"/>
                  </a:lnTo>
                  <a:lnTo>
                    <a:pt x="220111" y="945871"/>
                  </a:lnTo>
                  <a:lnTo>
                    <a:pt x="220093" y="945817"/>
                  </a:lnTo>
                  <a:lnTo>
                    <a:pt x="220062" y="945772"/>
                  </a:lnTo>
                  <a:lnTo>
                    <a:pt x="220026" y="945745"/>
                  </a:lnTo>
                  <a:lnTo>
                    <a:pt x="220005" y="945730"/>
                  </a:lnTo>
                  <a:lnTo>
                    <a:pt x="220001" y="945722"/>
                  </a:lnTo>
                  <a:lnTo>
                    <a:pt x="220001" y="945710"/>
                  </a:lnTo>
                  <a:lnTo>
                    <a:pt x="220006" y="945693"/>
                  </a:lnTo>
                  <a:lnTo>
                    <a:pt x="220009" y="945684"/>
                  </a:lnTo>
                  <a:lnTo>
                    <a:pt x="220050" y="945643"/>
                  </a:lnTo>
                  <a:lnTo>
                    <a:pt x="220120" y="945607"/>
                  </a:lnTo>
                  <a:lnTo>
                    <a:pt x="220146" y="945597"/>
                  </a:lnTo>
                  <a:lnTo>
                    <a:pt x="220163" y="945595"/>
                  </a:lnTo>
                  <a:lnTo>
                    <a:pt x="220182" y="945591"/>
                  </a:lnTo>
                  <a:lnTo>
                    <a:pt x="220208" y="945580"/>
                  </a:lnTo>
                  <a:lnTo>
                    <a:pt x="220228" y="945569"/>
                  </a:lnTo>
                  <a:lnTo>
                    <a:pt x="220242" y="945561"/>
                  </a:lnTo>
                  <a:lnTo>
                    <a:pt x="220272" y="945547"/>
                  </a:lnTo>
                  <a:lnTo>
                    <a:pt x="220351" y="945531"/>
                  </a:lnTo>
                  <a:lnTo>
                    <a:pt x="220407" y="945532"/>
                  </a:lnTo>
                  <a:lnTo>
                    <a:pt x="220503" y="945535"/>
                  </a:lnTo>
                  <a:lnTo>
                    <a:pt x="220550" y="945531"/>
                  </a:lnTo>
                  <a:lnTo>
                    <a:pt x="220581" y="945525"/>
                  </a:lnTo>
                  <a:lnTo>
                    <a:pt x="220651" y="945506"/>
                  </a:lnTo>
                  <a:lnTo>
                    <a:pt x="220704" y="945497"/>
                  </a:lnTo>
                  <a:lnTo>
                    <a:pt x="220724" y="945485"/>
                  </a:lnTo>
                  <a:lnTo>
                    <a:pt x="220741" y="945448"/>
                  </a:lnTo>
                  <a:lnTo>
                    <a:pt x="220744" y="945376"/>
                  </a:lnTo>
                  <a:lnTo>
                    <a:pt x="220752" y="945319"/>
                  </a:lnTo>
                  <a:lnTo>
                    <a:pt x="220750" y="945282"/>
                  </a:lnTo>
                  <a:lnTo>
                    <a:pt x="220731" y="945243"/>
                  </a:lnTo>
                  <a:lnTo>
                    <a:pt x="220685" y="945186"/>
                  </a:lnTo>
                  <a:lnTo>
                    <a:pt x="220611" y="945084"/>
                  </a:lnTo>
                  <a:lnTo>
                    <a:pt x="220563" y="945016"/>
                  </a:lnTo>
                  <a:lnTo>
                    <a:pt x="220545" y="944929"/>
                  </a:lnTo>
                  <a:lnTo>
                    <a:pt x="220530" y="944883"/>
                  </a:lnTo>
                  <a:lnTo>
                    <a:pt x="220523" y="944867"/>
                  </a:lnTo>
                  <a:lnTo>
                    <a:pt x="220509" y="944857"/>
                  </a:lnTo>
                  <a:lnTo>
                    <a:pt x="220444" y="944839"/>
                  </a:lnTo>
                  <a:lnTo>
                    <a:pt x="220355" y="944821"/>
                  </a:lnTo>
                  <a:lnTo>
                    <a:pt x="220326" y="944814"/>
                  </a:lnTo>
                  <a:lnTo>
                    <a:pt x="220245" y="944777"/>
                  </a:lnTo>
                  <a:lnTo>
                    <a:pt x="220231" y="944760"/>
                  </a:lnTo>
                  <a:lnTo>
                    <a:pt x="220224" y="944742"/>
                  </a:lnTo>
                  <a:lnTo>
                    <a:pt x="220223" y="944721"/>
                  </a:lnTo>
                  <a:lnTo>
                    <a:pt x="220252" y="944625"/>
                  </a:lnTo>
                  <a:lnTo>
                    <a:pt x="220301" y="944522"/>
                  </a:lnTo>
                  <a:lnTo>
                    <a:pt x="220363" y="944429"/>
                  </a:lnTo>
                  <a:lnTo>
                    <a:pt x="220399" y="944354"/>
                  </a:lnTo>
                  <a:lnTo>
                    <a:pt x="220408" y="944268"/>
                  </a:lnTo>
                  <a:lnTo>
                    <a:pt x="220410" y="944208"/>
                  </a:lnTo>
                  <a:lnTo>
                    <a:pt x="220411" y="944199"/>
                  </a:lnTo>
                  <a:lnTo>
                    <a:pt x="220453" y="944158"/>
                  </a:lnTo>
                  <a:lnTo>
                    <a:pt x="220525" y="944102"/>
                  </a:lnTo>
                  <a:lnTo>
                    <a:pt x="220622" y="944041"/>
                  </a:lnTo>
                  <a:lnTo>
                    <a:pt x="220659" y="943994"/>
                  </a:lnTo>
                  <a:lnTo>
                    <a:pt x="220699" y="943935"/>
                  </a:lnTo>
                  <a:lnTo>
                    <a:pt x="220713" y="943910"/>
                  </a:lnTo>
                  <a:lnTo>
                    <a:pt x="220729" y="943906"/>
                  </a:lnTo>
                  <a:lnTo>
                    <a:pt x="220766" y="943921"/>
                  </a:lnTo>
                  <a:lnTo>
                    <a:pt x="220873" y="943966"/>
                  </a:lnTo>
                  <a:lnTo>
                    <a:pt x="220915" y="943982"/>
                  </a:lnTo>
                  <a:lnTo>
                    <a:pt x="220986" y="944000"/>
                  </a:lnTo>
                  <a:lnTo>
                    <a:pt x="221063" y="944005"/>
                  </a:lnTo>
                  <a:lnTo>
                    <a:pt x="221096" y="944017"/>
                  </a:lnTo>
                  <a:lnTo>
                    <a:pt x="221113" y="944048"/>
                  </a:lnTo>
                  <a:lnTo>
                    <a:pt x="221119" y="944147"/>
                  </a:lnTo>
                  <a:lnTo>
                    <a:pt x="221123" y="944175"/>
                  </a:lnTo>
                  <a:lnTo>
                    <a:pt x="221127" y="944211"/>
                  </a:lnTo>
                  <a:lnTo>
                    <a:pt x="221126" y="944219"/>
                  </a:lnTo>
                  <a:lnTo>
                    <a:pt x="221125" y="944248"/>
                  </a:lnTo>
                  <a:lnTo>
                    <a:pt x="221123" y="944278"/>
                  </a:lnTo>
                  <a:lnTo>
                    <a:pt x="221125" y="944312"/>
                  </a:lnTo>
                  <a:lnTo>
                    <a:pt x="221131" y="944336"/>
                  </a:lnTo>
                  <a:lnTo>
                    <a:pt x="221138" y="944359"/>
                  </a:lnTo>
                  <a:lnTo>
                    <a:pt x="221147" y="944385"/>
                  </a:lnTo>
                  <a:lnTo>
                    <a:pt x="221157" y="944405"/>
                  </a:lnTo>
                  <a:lnTo>
                    <a:pt x="221170" y="944428"/>
                  </a:lnTo>
                  <a:lnTo>
                    <a:pt x="221181" y="944443"/>
                  </a:lnTo>
                  <a:lnTo>
                    <a:pt x="221201" y="944463"/>
                  </a:lnTo>
                  <a:lnTo>
                    <a:pt x="221223" y="944477"/>
                  </a:lnTo>
                  <a:lnTo>
                    <a:pt x="221241" y="944487"/>
                  </a:lnTo>
                  <a:lnTo>
                    <a:pt x="221267" y="944495"/>
                  </a:lnTo>
                  <a:lnTo>
                    <a:pt x="221305" y="944504"/>
                  </a:lnTo>
                  <a:lnTo>
                    <a:pt x="221327" y="944508"/>
                  </a:lnTo>
                  <a:lnTo>
                    <a:pt x="221346" y="944506"/>
                  </a:lnTo>
                  <a:lnTo>
                    <a:pt x="221386" y="944497"/>
                  </a:lnTo>
                  <a:lnTo>
                    <a:pt x="221405" y="944492"/>
                  </a:lnTo>
                  <a:lnTo>
                    <a:pt x="221429" y="944473"/>
                  </a:lnTo>
                  <a:lnTo>
                    <a:pt x="221447" y="944460"/>
                  </a:lnTo>
                  <a:lnTo>
                    <a:pt x="221469" y="944451"/>
                  </a:lnTo>
                  <a:lnTo>
                    <a:pt x="221488" y="944445"/>
                  </a:lnTo>
                  <a:lnTo>
                    <a:pt x="221529" y="944439"/>
                  </a:lnTo>
                  <a:lnTo>
                    <a:pt x="221548" y="944437"/>
                  </a:lnTo>
                  <a:lnTo>
                    <a:pt x="221568" y="944434"/>
                  </a:lnTo>
                  <a:lnTo>
                    <a:pt x="221593" y="944422"/>
                  </a:lnTo>
                  <a:lnTo>
                    <a:pt x="221622" y="944404"/>
                  </a:lnTo>
                  <a:lnTo>
                    <a:pt x="221738" y="944349"/>
                  </a:lnTo>
                  <a:lnTo>
                    <a:pt x="221838" y="944320"/>
                  </a:lnTo>
                  <a:lnTo>
                    <a:pt x="221855" y="944298"/>
                  </a:lnTo>
                  <a:lnTo>
                    <a:pt x="221858" y="944272"/>
                  </a:lnTo>
                  <a:lnTo>
                    <a:pt x="221859" y="944254"/>
                  </a:lnTo>
                  <a:lnTo>
                    <a:pt x="221855" y="944236"/>
                  </a:lnTo>
                  <a:lnTo>
                    <a:pt x="221798" y="944194"/>
                  </a:lnTo>
                  <a:lnTo>
                    <a:pt x="221757" y="944156"/>
                  </a:lnTo>
                  <a:lnTo>
                    <a:pt x="221704" y="944105"/>
                  </a:lnTo>
                  <a:lnTo>
                    <a:pt x="221694" y="944082"/>
                  </a:lnTo>
                  <a:lnTo>
                    <a:pt x="221696" y="944058"/>
                  </a:lnTo>
                  <a:lnTo>
                    <a:pt x="221738" y="944019"/>
                  </a:lnTo>
                  <a:lnTo>
                    <a:pt x="221777" y="943970"/>
                  </a:lnTo>
                  <a:lnTo>
                    <a:pt x="221833" y="943893"/>
                  </a:lnTo>
                  <a:lnTo>
                    <a:pt x="221983" y="943841"/>
                  </a:lnTo>
                  <a:lnTo>
                    <a:pt x="222116" y="943797"/>
                  </a:lnTo>
                  <a:lnTo>
                    <a:pt x="222165" y="943794"/>
                  </a:lnTo>
                  <a:lnTo>
                    <a:pt x="222236" y="943776"/>
                  </a:lnTo>
                  <a:lnTo>
                    <a:pt x="222259" y="943770"/>
                  </a:lnTo>
                  <a:lnTo>
                    <a:pt x="222273" y="943770"/>
                  </a:lnTo>
                  <a:lnTo>
                    <a:pt x="222283" y="943774"/>
                  </a:lnTo>
                  <a:lnTo>
                    <a:pt x="222301" y="943783"/>
                  </a:lnTo>
                  <a:lnTo>
                    <a:pt x="222329" y="943799"/>
                  </a:lnTo>
                  <a:lnTo>
                    <a:pt x="222342" y="943806"/>
                  </a:lnTo>
                  <a:lnTo>
                    <a:pt x="222362" y="943823"/>
                  </a:lnTo>
                  <a:lnTo>
                    <a:pt x="222368" y="943828"/>
                  </a:lnTo>
                  <a:lnTo>
                    <a:pt x="222383" y="943845"/>
                  </a:lnTo>
                  <a:lnTo>
                    <a:pt x="222396" y="943855"/>
                  </a:lnTo>
                  <a:lnTo>
                    <a:pt x="222413" y="943860"/>
                  </a:lnTo>
                  <a:lnTo>
                    <a:pt x="222466" y="943876"/>
                  </a:lnTo>
                  <a:lnTo>
                    <a:pt x="222503" y="943886"/>
                  </a:lnTo>
                  <a:lnTo>
                    <a:pt x="222590" y="943910"/>
                  </a:lnTo>
                  <a:lnTo>
                    <a:pt x="222662" y="943961"/>
                  </a:lnTo>
                  <a:lnTo>
                    <a:pt x="222687" y="943984"/>
                  </a:lnTo>
                  <a:lnTo>
                    <a:pt x="222696" y="943992"/>
                  </a:lnTo>
                  <a:lnTo>
                    <a:pt x="222705" y="943992"/>
                  </a:lnTo>
                  <a:lnTo>
                    <a:pt x="222728" y="943990"/>
                  </a:lnTo>
                  <a:lnTo>
                    <a:pt x="222754" y="943989"/>
                  </a:lnTo>
                  <a:lnTo>
                    <a:pt x="222793" y="943985"/>
                  </a:lnTo>
                  <a:lnTo>
                    <a:pt x="222905" y="943957"/>
                  </a:lnTo>
                  <a:lnTo>
                    <a:pt x="222930" y="943955"/>
                  </a:lnTo>
                  <a:lnTo>
                    <a:pt x="222991" y="943959"/>
                  </a:lnTo>
                  <a:lnTo>
                    <a:pt x="223045" y="943979"/>
                  </a:lnTo>
                  <a:lnTo>
                    <a:pt x="223109" y="944000"/>
                  </a:lnTo>
                  <a:lnTo>
                    <a:pt x="223122" y="944007"/>
                  </a:lnTo>
                  <a:lnTo>
                    <a:pt x="223138" y="944013"/>
                  </a:lnTo>
                  <a:lnTo>
                    <a:pt x="223162" y="944013"/>
                  </a:lnTo>
                  <a:lnTo>
                    <a:pt x="223176" y="944013"/>
                  </a:lnTo>
                  <a:lnTo>
                    <a:pt x="223194" y="944018"/>
                  </a:lnTo>
                  <a:lnTo>
                    <a:pt x="223212" y="944030"/>
                  </a:lnTo>
                  <a:lnTo>
                    <a:pt x="223219" y="944032"/>
                  </a:lnTo>
                  <a:lnTo>
                    <a:pt x="223238" y="944025"/>
                  </a:lnTo>
                  <a:lnTo>
                    <a:pt x="223293" y="943998"/>
                  </a:lnTo>
                  <a:lnTo>
                    <a:pt x="223324" y="943987"/>
                  </a:lnTo>
                  <a:lnTo>
                    <a:pt x="223373" y="943960"/>
                  </a:lnTo>
                  <a:lnTo>
                    <a:pt x="223384" y="943953"/>
                  </a:lnTo>
                  <a:lnTo>
                    <a:pt x="223394" y="943949"/>
                  </a:lnTo>
                  <a:lnTo>
                    <a:pt x="223421" y="943952"/>
                  </a:lnTo>
                  <a:lnTo>
                    <a:pt x="223502" y="943972"/>
                  </a:lnTo>
                  <a:lnTo>
                    <a:pt x="223533" y="943965"/>
                  </a:lnTo>
                  <a:lnTo>
                    <a:pt x="223562" y="943960"/>
                  </a:lnTo>
                  <a:lnTo>
                    <a:pt x="223621" y="943942"/>
                  </a:lnTo>
                  <a:lnTo>
                    <a:pt x="223683" y="943910"/>
                  </a:lnTo>
                  <a:lnTo>
                    <a:pt x="223788" y="943878"/>
                  </a:lnTo>
                  <a:lnTo>
                    <a:pt x="223823" y="943879"/>
                  </a:lnTo>
                  <a:lnTo>
                    <a:pt x="223848" y="943889"/>
                  </a:lnTo>
                  <a:lnTo>
                    <a:pt x="223869" y="943907"/>
                  </a:lnTo>
                  <a:lnTo>
                    <a:pt x="223937" y="943934"/>
                  </a:lnTo>
                  <a:lnTo>
                    <a:pt x="223943" y="943937"/>
                  </a:lnTo>
                  <a:lnTo>
                    <a:pt x="223962" y="943950"/>
                  </a:lnTo>
                  <a:lnTo>
                    <a:pt x="223973" y="943952"/>
                  </a:lnTo>
                  <a:lnTo>
                    <a:pt x="223997" y="943947"/>
                  </a:lnTo>
                  <a:lnTo>
                    <a:pt x="224028" y="943937"/>
                  </a:lnTo>
                  <a:lnTo>
                    <a:pt x="224037" y="943933"/>
                  </a:lnTo>
                  <a:lnTo>
                    <a:pt x="224054" y="943915"/>
                  </a:lnTo>
                  <a:lnTo>
                    <a:pt x="224098" y="943837"/>
                  </a:lnTo>
                  <a:lnTo>
                    <a:pt x="224109" y="943805"/>
                  </a:lnTo>
                  <a:lnTo>
                    <a:pt x="224127" y="943743"/>
                  </a:lnTo>
                  <a:lnTo>
                    <a:pt x="224136" y="943702"/>
                  </a:lnTo>
                  <a:lnTo>
                    <a:pt x="224147" y="943621"/>
                  </a:lnTo>
                  <a:lnTo>
                    <a:pt x="224173" y="943617"/>
                  </a:lnTo>
                  <a:lnTo>
                    <a:pt x="224180" y="943612"/>
                  </a:lnTo>
                  <a:lnTo>
                    <a:pt x="224207" y="943595"/>
                  </a:lnTo>
                  <a:lnTo>
                    <a:pt x="224212" y="943592"/>
                  </a:lnTo>
                  <a:lnTo>
                    <a:pt x="224233" y="943586"/>
                  </a:lnTo>
                  <a:lnTo>
                    <a:pt x="224248" y="943585"/>
                  </a:lnTo>
                  <a:lnTo>
                    <a:pt x="224265" y="943589"/>
                  </a:lnTo>
                  <a:lnTo>
                    <a:pt x="224303" y="943598"/>
                  </a:lnTo>
                  <a:lnTo>
                    <a:pt x="224328" y="943603"/>
                  </a:lnTo>
                  <a:lnTo>
                    <a:pt x="224362" y="943600"/>
                  </a:lnTo>
                  <a:lnTo>
                    <a:pt x="224403" y="943598"/>
                  </a:lnTo>
                  <a:lnTo>
                    <a:pt x="224477" y="943597"/>
                  </a:lnTo>
                  <a:lnTo>
                    <a:pt x="224546" y="943585"/>
                  </a:lnTo>
                  <a:lnTo>
                    <a:pt x="224570" y="943566"/>
                  </a:lnTo>
                  <a:lnTo>
                    <a:pt x="224598" y="943521"/>
                  </a:lnTo>
                  <a:lnTo>
                    <a:pt x="224608" y="943449"/>
                  </a:lnTo>
                  <a:lnTo>
                    <a:pt x="224622" y="943384"/>
                  </a:lnTo>
                  <a:lnTo>
                    <a:pt x="224622" y="943369"/>
                  </a:lnTo>
                  <a:lnTo>
                    <a:pt x="224611" y="943302"/>
                  </a:lnTo>
                  <a:lnTo>
                    <a:pt x="224605" y="943273"/>
                  </a:lnTo>
                  <a:lnTo>
                    <a:pt x="224605" y="943268"/>
                  </a:lnTo>
                  <a:lnTo>
                    <a:pt x="224600" y="943256"/>
                  </a:lnTo>
                  <a:lnTo>
                    <a:pt x="224598" y="943240"/>
                  </a:lnTo>
                  <a:lnTo>
                    <a:pt x="224604" y="943196"/>
                  </a:lnTo>
                  <a:lnTo>
                    <a:pt x="224609" y="943171"/>
                  </a:lnTo>
                  <a:lnTo>
                    <a:pt x="224617" y="943164"/>
                  </a:lnTo>
                  <a:lnTo>
                    <a:pt x="224647" y="943162"/>
                  </a:lnTo>
                  <a:lnTo>
                    <a:pt x="224728" y="943167"/>
                  </a:lnTo>
                  <a:lnTo>
                    <a:pt x="224770" y="943169"/>
                  </a:lnTo>
                  <a:lnTo>
                    <a:pt x="224790" y="943166"/>
                  </a:lnTo>
                  <a:lnTo>
                    <a:pt x="224814" y="943159"/>
                  </a:lnTo>
                  <a:lnTo>
                    <a:pt x="224873" y="943147"/>
                  </a:lnTo>
                  <a:lnTo>
                    <a:pt x="224911" y="943130"/>
                  </a:lnTo>
                  <a:lnTo>
                    <a:pt x="224931" y="943125"/>
                  </a:lnTo>
                  <a:lnTo>
                    <a:pt x="224982" y="943103"/>
                  </a:lnTo>
                  <a:lnTo>
                    <a:pt x="225020" y="943061"/>
                  </a:lnTo>
                  <a:lnTo>
                    <a:pt x="225036" y="943019"/>
                  </a:lnTo>
                  <a:lnTo>
                    <a:pt x="225068" y="942966"/>
                  </a:lnTo>
                  <a:lnTo>
                    <a:pt x="225115" y="942906"/>
                  </a:lnTo>
                  <a:lnTo>
                    <a:pt x="225132" y="942883"/>
                  </a:lnTo>
                  <a:lnTo>
                    <a:pt x="225153" y="942847"/>
                  </a:lnTo>
                  <a:lnTo>
                    <a:pt x="225187" y="942821"/>
                  </a:lnTo>
                  <a:lnTo>
                    <a:pt x="225210" y="942799"/>
                  </a:lnTo>
                  <a:lnTo>
                    <a:pt x="225273" y="942753"/>
                  </a:lnTo>
                  <a:lnTo>
                    <a:pt x="225295" y="942726"/>
                  </a:lnTo>
                  <a:lnTo>
                    <a:pt x="225336" y="942699"/>
                  </a:lnTo>
                  <a:lnTo>
                    <a:pt x="225365" y="942681"/>
                  </a:lnTo>
                  <a:lnTo>
                    <a:pt x="225394" y="942645"/>
                  </a:lnTo>
                  <a:lnTo>
                    <a:pt x="225414" y="942634"/>
                  </a:lnTo>
                  <a:lnTo>
                    <a:pt x="225439" y="942631"/>
                  </a:lnTo>
                  <a:lnTo>
                    <a:pt x="225460" y="942633"/>
                  </a:lnTo>
                  <a:lnTo>
                    <a:pt x="225472" y="942628"/>
                  </a:lnTo>
                  <a:lnTo>
                    <a:pt x="225511" y="942615"/>
                  </a:lnTo>
                  <a:lnTo>
                    <a:pt x="225546" y="942594"/>
                  </a:lnTo>
                  <a:lnTo>
                    <a:pt x="225579" y="942576"/>
                  </a:lnTo>
                  <a:lnTo>
                    <a:pt x="225609" y="942570"/>
                  </a:lnTo>
                  <a:lnTo>
                    <a:pt x="225630" y="942563"/>
                  </a:lnTo>
                  <a:lnTo>
                    <a:pt x="225657" y="942555"/>
                  </a:lnTo>
                  <a:lnTo>
                    <a:pt x="225667" y="942548"/>
                  </a:lnTo>
                  <a:lnTo>
                    <a:pt x="225670" y="942543"/>
                  </a:lnTo>
                  <a:lnTo>
                    <a:pt x="225681" y="942504"/>
                  </a:lnTo>
                  <a:lnTo>
                    <a:pt x="225690" y="942479"/>
                  </a:lnTo>
                  <a:lnTo>
                    <a:pt x="225714" y="942415"/>
                  </a:lnTo>
                  <a:lnTo>
                    <a:pt x="225716" y="942406"/>
                  </a:lnTo>
                  <a:lnTo>
                    <a:pt x="225714" y="942394"/>
                  </a:lnTo>
                  <a:lnTo>
                    <a:pt x="225706" y="942362"/>
                  </a:lnTo>
                  <a:lnTo>
                    <a:pt x="225700" y="942342"/>
                  </a:lnTo>
                  <a:lnTo>
                    <a:pt x="225696" y="942319"/>
                  </a:lnTo>
                  <a:lnTo>
                    <a:pt x="225692" y="942290"/>
                  </a:lnTo>
                  <a:lnTo>
                    <a:pt x="225693" y="942265"/>
                  </a:lnTo>
                  <a:lnTo>
                    <a:pt x="225684" y="942203"/>
                  </a:lnTo>
                  <a:lnTo>
                    <a:pt x="225689" y="942173"/>
                  </a:lnTo>
                  <a:lnTo>
                    <a:pt x="225697" y="942157"/>
                  </a:lnTo>
                  <a:lnTo>
                    <a:pt x="225719" y="942149"/>
                  </a:lnTo>
                  <a:lnTo>
                    <a:pt x="225734" y="942138"/>
                  </a:lnTo>
                  <a:lnTo>
                    <a:pt x="225734" y="942122"/>
                  </a:lnTo>
                  <a:lnTo>
                    <a:pt x="225739" y="942110"/>
                  </a:lnTo>
                  <a:lnTo>
                    <a:pt x="225752" y="942091"/>
                  </a:lnTo>
                  <a:lnTo>
                    <a:pt x="225779" y="942078"/>
                  </a:lnTo>
                  <a:lnTo>
                    <a:pt x="225808" y="942072"/>
                  </a:lnTo>
                  <a:lnTo>
                    <a:pt x="225825" y="942053"/>
                  </a:lnTo>
                  <a:lnTo>
                    <a:pt x="225843" y="942043"/>
                  </a:lnTo>
                  <a:lnTo>
                    <a:pt x="225884" y="942008"/>
                  </a:lnTo>
                  <a:lnTo>
                    <a:pt x="225904" y="941981"/>
                  </a:lnTo>
                  <a:lnTo>
                    <a:pt x="225912" y="941945"/>
                  </a:lnTo>
                  <a:lnTo>
                    <a:pt x="225907" y="941892"/>
                  </a:lnTo>
                  <a:lnTo>
                    <a:pt x="225915" y="941872"/>
                  </a:lnTo>
                  <a:lnTo>
                    <a:pt x="225948" y="941819"/>
                  </a:lnTo>
                  <a:lnTo>
                    <a:pt x="226026" y="941707"/>
                  </a:lnTo>
                  <a:lnTo>
                    <a:pt x="226048" y="941683"/>
                  </a:lnTo>
                  <a:lnTo>
                    <a:pt x="226066" y="941674"/>
                  </a:lnTo>
                  <a:lnTo>
                    <a:pt x="226084" y="941675"/>
                  </a:lnTo>
                  <a:lnTo>
                    <a:pt x="226107" y="941680"/>
                  </a:lnTo>
                  <a:lnTo>
                    <a:pt x="226139" y="941688"/>
                  </a:lnTo>
                  <a:lnTo>
                    <a:pt x="226153" y="941696"/>
                  </a:lnTo>
                  <a:lnTo>
                    <a:pt x="226173" y="941718"/>
                  </a:lnTo>
                  <a:lnTo>
                    <a:pt x="226199" y="941748"/>
                  </a:lnTo>
                  <a:lnTo>
                    <a:pt x="226223" y="941776"/>
                  </a:lnTo>
                  <a:lnTo>
                    <a:pt x="226235" y="941793"/>
                  </a:lnTo>
                  <a:lnTo>
                    <a:pt x="226255" y="941799"/>
                  </a:lnTo>
                  <a:lnTo>
                    <a:pt x="226261" y="941799"/>
                  </a:lnTo>
                  <a:lnTo>
                    <a:pt x="226268" y="941800"/>
                  </a:lnTo>
                  <a:lnTo>
                    <a:pt x="226349" y="941774"/>
                  </a:lnTo>
                  <a:lnTo>
                    <a:pt x="226404" y="941760"/>
                  </a:lnTo>
                  <a:lnTo>
                    <a:pt x="226424" y="941769"/>
                  </a:lnTo>
                  <a:lnTo>
                    <a:pt x="226435" y="941781"/>
                  </a:lnTo>
                  <a:lnTo>
                    <a:pt x="226447" y="941808"/>
                  </a:lnTo>
                  <a:lnTo>
                    <a:pt x="226457" y="941822"/>
                  </a:lnTo>
                  <a:lnTo>
                    <a:pt x="226479" y="941825"/>
                  </a:lnTo>
                  <a:lnTo>
                    <a:pt x="226507" y="941839"/>
                  </a:lnTo>
                  <a:lnTo>
                    <a:pt x="226533" y="941859"/>
                  </a:lnTo>
                  <a:lnTo>
                    <a:pt x="226572" y="941886"/>
                  </a:lnTo>
                  <a:lnTo>
                    <a:pt x="226605" y="941919"/>
                  </a:lnTo>
                  <a:lnTo>
                    <a:pt x="226633" y="941940"/>
                  </a:lnTo>
                  <a:lnTo>
                    <a:pt x="226657" y="941949"/>
                  </a:lnTo>
                  <a:lnTo>
                    <a:pt x="226679" y="941955"/>
                  </a:lnTo>
                  <a:lnTo>
                    <a:pt x="226699" y="941957"/>
                  </a:lnTo>
                  <a:lnTo>
                    <a:pt x="226757" y="941956"/>
                  </a:lnTo>
                  <a:lnTo>
                    <a:pt x="226798" y="941952"/>
                  </a:lnTo>
                  <a:lnTo>
                    <a:pt x="226829" y="941940"/>
                  </a:lnTo>
                  <a:lnTo>
                    <a:pt x="226851" y="941938"/>
                  </a:lnTo>
                  <a:lnTo>
                    <a:pt x="226866" y="941937"/>
                  </a:lnTo>
                  <a:lnTo>
                    <a:pt x="226871" y="941943"/>
                  </a:lnTo>
                  <a:lnTo>
                    <a:pt x="226895" y="941966"/>
                  </a:lnTo>
                  <a:lnTo>
                    <a:pt x="226920" y="941989"/>
                  </a:lnTo>
                  <a:lnTo>
                    <a:pt x="226950" y="942003"/>
                  </a:lnTo>
                  <a:lnTo>
                    <a:pt x="226984" y="942027"/>
                  </a:lnTo>
                  <a:lnTo>
                    <a:pt x="227038" y="942048"/>
                  </a:lnTo>
                  <a:lnTo>
                    <a:pt x="227068" y="942070"/>
                  </a:lnTo>
                  <a:lnTo>
                    <a:pt x="227100" y="942100"/>
                  </a:lnTo>
                  <a:lnTo>
                    <a:pt x="227113" y="942116"/>
                  </a:lnTo>
                  <a:lnTo>
                    <a:pt x="227129" y="942125"/>
                  </a:lnTo>
                  <a:lnTo>
                    <a:pt x="227153" y="942135"/>
                  </a:lnTo>
                  <a:lnTo>
                    <a:pt x="227185" y="942138"/>
                  </a:lnTo>
                  <a:lnTo>
                    <a:pt x="227222" y="942140"/>
                  </a:lnTo>
                  <a:lnTo>
                    <a:pt x="227238" y="942143"/>
                  </a:lnTo>
                  <a:lnTo>
                    <a:pt x="227264" y="942157"/>
                  </a:lnTo>
                  <a:lnTo>
                    <a:pt x="227310" y="942193"/>
                  </a:lnTo>
                  <a:lnTo>
                    <a:pt x="227332" y="942209"/>
                  </a:lnTo>
                  <a:lnTo>
                    <a:pt x="227354" y="942241"/>
                  </a:lnTo>
                  <a:lnTo>
                    <a:pt x="227383" y="942278"/>
                  </a:lnTo>
                  <a:lnTo>
                    <a:pt x="227403" y="942305"/>
                  </a:lnTo>
                  <a:lnTo>
                    <a:pt x="227418" y="942322"/>
                  </a:lnTo>
                  <a:lnTo>
                    <a:pt x="227428" y="942323"/>
                  </a:lnTo>
                  <a:lnTo>
                    <a:pt x="227449" y="942318"/>
                  </a:lnTo>
                  <a:lnTo>
                    <a:pt x="227474" y="942313"/>
                  </a:lnTo>
                  <a:lnTo>
                    <a:pt x="227496" y="942311"/>
                  </a:lnTo>
                  <a:lnTo>
                    <a:pt x="227524" y="942303"/>
                  </a:lnTo>
                  <a:lnTo>
                    <a:pt x="227575" y="942279"/>
                  </a:lnTo>
                  <a:lnTo>
                    <a:pt x="227648" y="942244"/>
                  </a:lnTo>
                  <a:lnTo>
                    <a:pt x="227697" y="942216"/>
                  </a:lnTo>
                  <a:lnTo>
                    <a:pt x="227750" y="942175"/>
                  </a:lnTo>
                  <a:lnTo>
                    <a:pt x="227773" y="942149"/>
                  </a:lnTo>
                  <a:lnTo>
                    <a:pt x="227781" y="942142"/>
                  </a:lnTo>
                  <a:lnTo>
                    <a:pt x="227788" y="942132"/>
                  </a:lnTo>
                  <a:lnTo>
                    <a:pt x="227788" y="942119"/>
                  </a:lnTo>
                  <a:lnTo>
                    <a:pt x="227784" y="942089"/>
                  </a:lnTo>
                  <a:lnTo>
                    <a:pt x="227775" y="942046"/>
                  </a:lnTo>
                  <a:lnTo>
                    <a:pt x="227773" y="942022"/>
                  </a:lnTo>
                  <a:lnTo>
                    <a:pt x="227776" y="941967"/>
                  </a:lnTo>
                  <a:lnTo>
                    <a:pt x="227787" y="941864"/>
                  </a:lnTo>
                  <a:lnTo>
                    <a:pt x="227809" y="941811"/>
                  </a:lnTo>
                  <a:lnTo>
                    <a:pt x="227861" y="941789"/>
                  </a:lnTo>
                  <a:lnTo>
                    <a:pt x="227924" y="941751"/>
                  </a:lnTo>
                  <a:lnTo>
                    <a:pt x="227954" y="941722"/>
                  </a:lnTo>
                  <a:lnTo>
                    <a:pt x="227982" y="941687"/>
                  </a:lnTo>
                  <a:lnTo>
                    <a:pt x="227997" y="941647"/>
                  </a:lnTo>
                  <a:lnTo>
                    <a:pt x="227998" y="941628"/>
                  </a:lnTo>
                  <a:lnTo>
                    <a:pt x="228001" y="941593"/>
                  </a:lnTo>
                  <a:lnTo>
                    <a:pt x="228000" y="941563"/>
                  </a:lnTo>
                  <a:lnTo>
                    <a:pt x="228001" y="941552"/>
                  </a:lnTo>
                  <a:lnTo>
                    <a:pt x="228002" y="941536"/>
                  </a:lnTo>
                  <a:lnTo>
                    <a:pt x="228021" y="941480"/>
                  </a:lnTo>
                  <a:lnTo>
                    <a:pt x="228041" y="941463"/>
                  </a:lnTo>
                  <a:lnTo>
                    <a:pt x="228062" y="941458"/>
                  </a:lnTo>
                  <a:lnTo>
                    <a:pt x="228078" y="941455"/>
                  </a:lnTo>
                  <a:lnTo>
                    <a:pt x="228105" y="941458"/>
                  </a:lnTo>
                  <a:lnTo>
                    <a:pt x="228117" y="941462"/>
                  </a:lnTo>
                  <a:lnTo>
                    <a:pt x="228154" y="941464"/>
                  </a:lnTo>
                  <a:lnTo>
                    <a:pt x="228197" y="941469"/>
                  </a:lnTo>
                  <a:lnTo>
                    <a:pt x="228251" y="941466"/>
                  </a:lnTo>
                  <a:lnTo>
                    <a:pt x="228262" y="941465"/>
                  </a:lnTo>
                  <a:lnTo>
                    <a:pt x="228291" y="941465"/>
                  </a:lnTo>
                  <a:lnTo>
                    <a:pt x="228339" y="941467"/>
                  </a:lnTo>
                  <a:lnTo>
                    <a:pt x="228408" y="941484"/>
                  </a:lnTo>
                  <a:lnTo>
                    <a:pt x="228519" y="941485"/>
                  </a:lnTo>
                  <a:lnTo>
                    <a:pt x="228568" y="941485"/>
                  </a:lnTo>
                  <a:lnTo>
                    <a:pt x="228593" y="941494"/>
                  </a:lnTo>
                  <a:lnTo>
                    <a:pt x="228604" y="941497"/>
                  </a:lnTo>
                  <a:lnTo>
                    <a:pt x="228615" y="941494"/>
                  </a:lnTo>
                  <a:lnTo>
                    <a:pt x="228631" y="941484"/>
                  </a:lnTo>
                  <a:lnTo>
                    <a:pt x="228665" y="941456"/>
                  </a:lnTo>
                  <a:lnTo>
                    <a:pt x="228689" y="941435"/>
                  </a:lnTo>
                  <a:lnTo>
                    <a:pt x="228696" y="941431"/>
                  </a:lnTo>
                  <a:lnTo>
                    <a:pt x="228748" y="941386"/>
                  </a:lnTo>
                  <a:lnTo>
                    <a:pt x="228790" y="941334"/>
                  </a:lnTo>
                  <a:lnTo>
                    <a:pt x="228810" y="941314"/>
                  </a:lnTo>
                  <a:lnTo>
                    <a:pt x="228813" y="941309"/>
                  </a:lnTo>
                  <a:lnTo>
                    <a:pt x="228814" y="941294"/>
                  </a:lnTo>
                  <a:lnTo>
                    <a:pt x="228813" y="941280"/>
                  </a:lnTo>
                  <a:lnTo>
                    <a:pt x="228805" y="941259"/>
                  </a:lnTo>
                  <a:lnTo>
                    <a:pt x="228793" y="941241"/>
                  </a:lnTo>
                  <a:lnTo>
                    <a:pt x="228772" y="941162"/>
                  </a:lnTo>
                  <a:lnTo>
                    <a:pt x="228730" y="941097"/>
                  </a:lnTo>
                  <a:lnTo>
                    <a:pt x="228718" y="941063"/>
                  </a:lnTo>
                  <a:lnTo>
                    <a:pt x="228719" y="941014"/>
                  </a:lnTo>
                  <a:lnTo>
                    <a:pt x="228734" y="940973"/>
                  </a:lnTo>
                  <a:lnTo>
                    <a:pt x="228769" y="940890"/>
                  </a:lnTo>
                  <a:lnTo>
                    <a:pt x="228799" y="940795"/>
                  </a:lnTo>
                  <a:lnTo>
                    <a:pt x="228826" y="940707"/>
                  </a:lnTo>
                  <a:lnTo>
                    <a:pt x="228828" y="940686"/>
                  </a:lnTo>
                  <a:lnTo>
                    <a:pt x="228831" y="940650"/>
                  </a:lnTo>
                  <a:lnTo>
                    <a:pt x="228835" y="940637"/>
                  </a:lnTo>
                  <a:lnTo>
                    <a:pt x="228829" y="940603"/>
                  </a:lnTo>
                  <a:lnTo>
                    <a:pt x="228826" y="940573"/>
                  </a:lnTo>
                  <a:lnTo>
                    <a:pt x="228832" y="940550"/>
                  </a:lnTo>
                  <a:lnTo>
                    <a:pt x="228849" y="940523"/>
                  </a:lnTo>
                  <a:lnTo>
                    <a:pt x="228873" y="940500"/>
                  </a:lnTo>
                  <a:lnTo>
                    <a:pt x="228900" y="940478"/>
                  </a:lnTo>
                  <a:lnTo>
                    <a:pt x="228919" y="940442"/>
                  </a:lnTo>
                  <a:lnTo>
                    <a:pt x="228921" y="940423"/>
                  </a:lnTo>
                  <a:lnTo>
                    <a:pt x="228930" y="940392"/>
                  </a:lnTo>
                  <a:lnTo>
                    <a:pt x="228946" y="940362"/>
                  </a:lnTo>
                  <a:lnTo>
                    <a:pt x="228957" y="940345"/>
                  </a:lnTo>
                  <a:lnTo>
                    <a:pt x="228962" y="940343"/>
                  </a:lnTo>
                  <a:lnTo>
                    <a:pt x="228971" y="940343"/>
                  </a:lnTo>
                  <a:lnTo>
                    <a:pt x="229000" y="940353"/>
                  </a:lnTo>
                  <a:lnTo>
                    <a:pt x="229005" y="940355"/>
                  </a:lnTo>
                  <a:lnTo>
                    <a:pt x="229043" y="940361"/>
                  </a:lnTo>
                  <a:lnTo>
                    <a:pt x="229112" y="940363"/>
                  </a:lnTo>
                  <a:lnTo>
                    <a:pt x="229160" y="940358"/>
                  </a:lnTo>
                  <a:lnTo>
                    <a:pt x="229222" y="940350"/>
                  </a:lnTo>
                  <a:lnTo>
                    <a:pt x="229307" y="940344"/>
                  </a:lnTo>
                  <a:lnTo>
                    <a:pt x="229315" y="940344"/>
                  </a:lnTo>
                  <a:lnTo>
                    <a:pt x="229337" y="940339"/>
                  </a:lnTo>
                  <a:lnTo>
                    <a:pt x="229355" y="940336"/>
                  </a:lnTo>
                  <a:lnTo>
                    <a:pt x="229359" y="940338"/>
                  </a:lnTo>
                  <a:lnTo>
                    <a:pt x="229385" y="940355"/>
                  </a:lnTo>
                  <a:lnTo>
                    <a:pt x="229404" y="940371"/>
                  </a:lnTo>
                  <a:lnTo>
                    <a:pt x="229435" y="940393"/>
                  </a:lnTo>
                  <a:lnTo>
                    <a:pt x="229460" y="940405"/>
                  </a:lnTo>
                  <a:lnTo>
                    <a:pt x="229500" y="940419"/>
                  </a:lnTo>
                  <a:lnTo>
                    <a:pt x="229527" y="940436"/>
                  </a:lnTo>
                  <a:lnTo>
                    <a:pt x="229543" y="940455"/>
                  </a:lnTo>
                  <a:lnTo>
                    <a:pt x="229546" y="940463"/>
                  </a:lnTo>
                  <a:lnTo>
                    <a:pt x="229551" y="940487"/>
                  </a:lnTo>
                  <a:lnTo>
                    <a:pt x="229560" y="940516"/>
                  </a:lnTo>
                  <a:lnTo>
                    <a:pt x="229571" y="940550"/>
                  </a:lnTo>
                  <a:lnTo>
                    <a:pt x="229581" y="940578"/>
                  </a:lnTo>
                  <a:lnTo>
                    <a:pt x="229600" y="940606"/>
                  </a:lnTo>
                  <a:lnTo>
                    <a:pt x="229641" y="940646"/>
                  </a:lnTo>
                  <a:lnTo>
                    <a:pt x="229679" y="940679"/>
                  </a:lnTo>
                  <a:lnTo>
                    <a:pt x="229707" y="940706"/>
                  </a:lnTo>
                  <a:lnTo>
                    <a:pt x="229727" y="940721"/>
                  </a:lnTo>
                  <a:lnTo>
                    <a:pt x="229757" y="940737"/>
                  </a:lnTo>
                  <a:lnTo>
                    <a:pt x="229778" y="940746"/>
                  </a:lnTo>
                  <a:lnTo>
                    <a:pt x="229804" y="940750"/>
                  </a:lnTo>
                  <a:lnTo>
                    <a:pt x="229810" y="940753"/>
                  </a:lnTo>
                  <a:lnTo>
                    <a:pt x="229807" y="940771"/>
                  </a:lnTo>
                  <a:lnTo>
                    <a:pt x="229798" y="940798"/>
                  </a:lnTo>
                  <a:lnTo>
                    <a:pt x="229795" y="940829"/>
                  </a:lnTo>
                  <a:lnTo>
                    <a:pt x="229793" y="940854"/>
                  </a:lnTo>
                  <a:lnTo>
                    <a:pt x="229796" y="940874"/>
                  </a:lnTo>
                  <a:lnTo>
                    <a:pt x="229800" y="940893"/>
                  </a:lnTo>
                  <a:lnTo>
                    <a:pt x="229809" y="940913"/>
                  </a:lnTo>
                  <a:lnTo>
                    <a:pt x="229826" y="940935"/>
                  </a:lnTo>
                  <a:lnTo>
                    <a:pt x="229853" y="940957"/>
                  </a:lnTo>
                  <a:lnTo>
                    <a:pt x="229880" y="940980"/>
                  </a:lnTo>
                  <a:lnTo>
                    <a:pt x="229918" y="941011"/>
                  </a:lnTo>
                  <a:lnTo>
                    <a:pt x="229994" y="941063"/>
                  </a:lnTo>
                  <a:lnTo>
                    <a:pt x="230030" y="941082"/>
                  </a:lnTo>
                  <a:lnTo>
                    <a:pt x="230055" y="941102"/>
                  </a:lnTo>
                  <a:lnTo>
                    <a:pt x="230119" y="941147"/>
                  </a:lnTo>
                  <a:lnTo>
                    <a:pt x="230160" y="941176"/>
                  </a:lnTo>
                  <a:lnTo>
                    <a:pt x="230183" y="941190"/>
                  </a:lnTo>
                  <a:lnTo>
                    <a:pt x="230206" y="941194"/>
                  </a:lnTo>
                  <a:lnTo>
                    <a:pt x="230238" y="941195"/>
                  </a:lnTo>
                  <a:lnTo>
                    <a:pt x="230271" y="941199"/>
                  </a:lnTo>
                  <a:lnTo>
                    <a:pt x="230290" y="941201"/>
                  </a:lnTo>
                  <a:lnTo>
                    <a:pt x="230300" y="941198"/>
                  </a:lnTo>
                  <a:lnTo>
                    <a:pt x="230325" y="941189"/>
                  </a:lnTo>
                  <a:lnTo>
                    <a:pt x="230347" y="941178"/>
                  </a:lnTo>
                  <a:lnTo>
                    <a:pt x="230360" y="941173"/>
                  </a:lnTo>
                  <a:lnTo>
                    <a:pt x="230392" y="941168"/>
                  </a:lnTo>
                  <a:lnTo>
                    <a:pt x="230419" y="941167"/>
                  </a:lnTo>
                  <a:lnTo>
                    <a:pt x="230508" y="941186"/>
                  </a:lnTo>
                  <a:lnTo>
                    <a:pt x="230515" y="941193"/>
                  </a:lnTo>
                  <a:lnTo>
                    <a:pt x="230514" y="941200"/>
                  </a:lnTo>
                  <a:lnTo>
                    <a:pt x="230510" y="941211"/>
                  </a:lnTo>
                  <a:lnTo>
                    <a:pt x="230486" y="941245"/>
                  </a:lnTo>
                  <a:lnTo>
                    <a:pt x="230472" y="941293"/>
                  </a:lnTo>
                  <a:lnTo>
                    <a:pt x="230469" y="941325"/>
                  </a:lnTo>
                  <a:lnTo>
                    <a:pt x="230475" y="941353"/>
                  </a:lnTo>
                  <a:lnTo>
                    <a:pt x="230492" y="941376"/>
                  </a:lnTo>
                  <a:lnTo>
                    <a:pt x="230514" y="941405"/>
                  </a:lnTo>
                  <a:lnTo>
                    <a:pt x="230530" y="941412"/>
                  </a:lnTo>
                  <a:lnTo>
                    <a:pt x="230562" y="941403"/>
                  </a:lnTo>
                  <a:lnTo>
                    <a:pt x="230596" y="941393"/>
                  </a:lnTo>
                  <a:lnTo>
                    <a:pt x="230623" y="941399"/>
                  </a:lnTo>
                  <a:lnTo>
                    <a:pt x="230647" y="941420"/>
                  </a:lnTo>
                  <a:lnTo>
                    <a:pt x="230708" y="941480"/>
                  </a:lnTo>
                  <a:lnTo>
                    <a:pt x="230735" y="941498"/>
                  </a:lnTo>
                  <a:lnTo>
                    <a:pt x="230781" y="941511"/>
                  </a:lnTo>
                  <a:lnTo>
                    <a:pt x="230823" y="941518"/>
                  </a:lnTo>
                  <a:lnTo>
                    <a:pt x="230848" y="941518"/>
                  </a:lnTo>
                  <a:lnTo>
                    <a:pt x="230883" y="941509"/>
                  </a:lnTo>
                  <a:lnTo>
                    <a:pt x="230908" y="941483"/>
                  </a:lnTo>
                  <a:lnTo>
                    <a:pt x="230969" y="941414"/>
                  </a:lnTo>
                  <a:lnTo>
                    <a:pt x="230976" y="941379"/>
                  </a:lnTo>
                  <a:lnTo>
                    <a:pt x="230971" y="941333"/>
                  </a:lnTo>
                  <a:lnTo>
                    <a:pt x="230932" y="941259"/>
                  </a:lnTo>
                  <a:lnTo>
                    <a:pt x="230924" y="941221"/>
                  </a:lnTo>
                  <a:lnTo>
                    <a:pt x="230913" y="941175"/>
                  </a:lnTo>
                  <a:lnTo>
                    <a:pt x="230912" y="941148"/>
                  </a:lnTo>
                  <a:lnTo>
                    <a:pt x="230922" y="941127"/>
                  </a:lnTo>
                  <a:lnTo>
                    <a:pt x="230959" y="941093"/>
                  </a:lnTo>
                  <a:lnTo>
                    <a:pt x="231025" y="941069"/>
                  </a:lnTo>
                  <a:lnTo>
                    <a:pt x="231099" y="941027"/>
                  </a:lnTo>
                  <a:lnTo>
                    <a:pt x="231137" y="940997"/>
                  </a:lnTo>
                  <a:lnTo>
                    <a:pt x="231153" y="940972"/>
                  </a:lnTo>
                  <a:lnTo>
                    <a:pt x="231165" y="940956"/>
                  </a:lnTo>
                  <a:lnTo>
                    <a:pt x="231177" y="940954"/>
                  </a:lnTo>
                  <a:lnTo>
                    <a:pt x="231198" y="940954"/>
                  </a:lnTo>
                  <a:lnTo>
                    <a:pt x="231210" y="940958"/>
                  </a:lnTo>
                  <a:lnTo>
                    <a:pt x="231227" y="940978"/>
                  </a:lnTo>
                  <a:lnTo>
                    <a:pt x="231245" y="940990"/>
                  </a:lnTo>
                  <a:lnTo>
                    <a:pt x="231267" y="940995"/>
                  </a:lnTo>
                  <a:lnTo>
                    <a:pt x="231384" y="940967"/>
                  </a:lnTo>
                  <a:lnTo>
                    <a:pt x="231438" y="940956"/>
                  </a:lnTo>
                  <a:lnTo>
                    <a:pt x="231525" y="940950"/>
                  </a:lnTo>
                  <a:lnTo>
                    <a:pt x="231575" y="940925"/>
                  </a:lnTo>
                  <a:lnTo>
                    <a:pt x="231625" y="940895"/>
                  </a:lnTo>
                  <a:lnTo>
                    <a:pt x="231659" y="940869"/>
                  </a:lnTo>
                  <a:lnTo>
                    <a:pt x="231671" y="940843"/>
                  </a:lnTo>
                  <a:lnTo>
                    <a:pt x="231665" y="940791"/>
                  </a:lnTo>
                  <a:lnTo>
                    <a:pt x="231659" y="940693"/>
                  </a:lnTo>
                  <a:lnTo>
                    <a:pt x="231644" y="940622"/>
                  </a:lnTo>
                  <a:lnTo>
                    <a:pt x="231642" y="940612"/>
                  </a:lnTo>
                  <a:lnTo>
                    <a:pt x="231646" y="940584"/>
                  </a:lnTo>
                  <a:lnTo>
                    <a:pt x="231649" y="940553"/>
                  </a:lnTo>
                  <a:lnTo>
                    <a:pt x="231655" y="940532"/>
                  </a:lnTo>
                  <a:lnTo>
                    <a:pt x="231670" y="940469"/>
                  </a:lnTo>
                  <a:lnTo>
                    <a:pt x="231693" y="940406"/>
                  </a:lnTo>
                  <a:lnTo>
                    <a:pt x="231730" y="940355"/>
                  </a:lnTo>
                  <a:lnTo>
                    <a:pt x="231748" y="940318"/>
                  </a:lnTo>
                  <a:lnTo>
                    <a:pt x="231766" y="940298"/>
                  </a:lnTo>
                  <a:lnTo>
                    <a:pt x="231792" y="940285"/>
                  </a:lnTo>
                  <a:lnTo>
                    <a:pt x="231826" y="940278"/>
                  </a:lnTo>
                  <a:lnTo>
                    <a:pt x="231810" y="940269"/>
                  </a:lnTo>
                  <a:lnTo>
                    <a:pt x="231748" y="940235"/>
                  </a:lnTo>
                  <a:lnTo>
                    <a:pt x="231655" y="940152"/>
                  </a:lnTo>
                  <a:lnTo>
                    <a:pt x="231651" y="940147"/>
                  </a:lnTo>
                  <a:lnTo>
                    <a:pt x="231642" y="940131"/>
                  </a:lnTo>
                  <a:lnTo>
                    <a:pt x="231629" y="940112"/>
                  </a:lnTo>
                  <a:lnTo>
                    <a:pt x="231616" y="940095"/>
                  </a:lnTo>
                  <a:lnTo>
                    <a:pt x="231604" y="940082"/>
                  </a:lnTo>
                  <a:lnTo>
                    <a:pt x="231581" y="940043"/>
                  </a:lnTo>
                  <a:lnTo>
                    <a:pt x="231578" y="940013"/>
                  </a:lnTo>
                  <a:lnTo>
                    <a:pt x="231580" y="939993"/>
                  </a:lnTo>
                  <a:lnTo>
                    <a:pt x="231597" y="939954"/>
                  </a:lnTo>
                  <a:lnTo>
                    <a:pt x="231617" y="939921"/>
                  </a:lnTo>
                  <a:lnTo>
                    <a:pt x="231663" y="939867"/>
                  </a:lnTo>
                  <a:lnTo>
                    <a:pt x="231684" y="939834"/>
                  </a:lnTo>
                  <a:lnTo>
                    <a:pt x="231702" y="939789"/>
                  </a:lnTo>
                  <a:lnTo>
                    <a:pt x="231707" y="939744"/>
                  </a:lnTo>
                  <a:lnTo>
                    <a:pt x="231706" y="939697"/>
                  </a:lnTo>
                  <a:lnTo>
                    <a:pt x="231719" y="939654"/>
                  </a:lnTo>
                  <a:lnTo>
                    <a:pt x="231748" y="939610"/>
                  </a:lnTo>
                  <a:lnTo>
                    <a:pt x="231813" y="939535"/>
                  </a:lnTo>
                  <a:lnTo>
                    <a:pt x="231821" y="939497"/>
                  </a:lnTo>
                  <a:lnTo>
                    <a:pt x="231845" y="939453"/>
                  </a:lnTo>
                  <a:lnTo>
                    <a:pt x="231860" y="939408"/>
                  </a:lnTo>
                  <a:lnTo>
                    <a:pt x="231874" y="939386"/>
                  </a:lnTo>
                  <a:lnTo>
                    <a:pt x="231939" y="939330"/>
                  </a:lnTo>
                  <a:lnTo>
                    <a:pt x="231958" y="939308"/>
                  </a:lnTo>
                  <a:lnTo>
                    <a:pt x="231961" y="939283"/>
                  </a:lnTo>
                  <a:lnTo>
                    <a:pt x="231964" y="939224"/>
                  </a:lnTo>
                  <a:lnTo>
                    <a:pt x="231958" y="939182"/>
                  </a:lnTo>
                  <a:lnTo>
                    <a:pt x="231929" y="939084"/>
                  </a:lnTo>
                  <a:lnTo>
                    <a:pt x="231929" y="939041"/>
                  </a:lnTo>
                  <a:lnTo>
                    <a:pt x="231934" y="939026"/>
                  </a:lnTo>
                  <a:lnTo>
                    <a:pt x="231945" y="939010"/>
                  </a:lnTo>
                  <a:lnTo>
                    <a:pt x="232008" y="938989"/>
                  </a:lnTo>
                  <a:lnTo>
                    <a:pt x="232076" y="938968"/>
                  </a:lnTo>
                  <a:lnTo>
                    <a:pt x="232095" y="938945"/>
                  </a:lnTo>
                  <a:lnTo>
                    <a:pt x="232104" y="938920"/>
                  </a:lnTo>
                  <a:lnTo>
                    <a:pt x="232120" y="938866"/>
                  </a:lnTo>
                  <a:lnTo>
                    <a:pt x="232118" y="938788"/>
                  </a:lnTo>
                  <a:lnTo>
                    <a:pt x="232103" y="938714"/>
                  </a:lnTo>
                  <a:lnTo>
                    <a:pt x="232100" y="938707"/>
                  </a:lnTo>
                  <a:lnTo>
                    <a:pt x="232094" y="938680"/>
                  </a:lnTo>
                  <a:lnTo>
                    <a:pt x="232095" y="938665"/>
                  </a:lnTo>
                  <a:lnTo>
                    <a:pt x="232108" y="938643"/>
                  </a:lnTo>
                  <a:lnTo>
                    <a:pt x="232112" y="938632"/>
                  </a:lnTo>
                  <a:lnTo>
                    <a:pt x="232114" y="938618"/>
                  </a:lnTo>
                  <a:lnTo>
                    <a:pt x="232111" y="938572"/>
                  </a:lnTo>
                  <a:lnTo>
                    <a:pt x="232090" y="938516"/>
                  </a:lnTo>
                  <a:lnTo>
                    <a:pt x="232071" y="938491"/>
                  </a:lnTo>
                  <a:lnTo>
                    <a:pt x="232067" y="938481"/>
                  </a:lnTo>
                  <a:lnTo>
                    <a:pt x="232068" y="938473"/>
                  </a:lnTo>
                  <a:lnTo>
                    <a:pt x="232078" y="938463"/>
                  </a:lnTo>
                  <a:lnTo>
                    <a:pt x="232106" y="938434"/>
                  </a:lnTo>
                  <a:lnTo>
                    <a:pt x="232128" y="938405"/>
                  </a:lnTo>
                  <a:lnTo>
                    <a:pt x="232135" y="938385"/>
                  </a:lnTo>
                  <a:lnTo>
                    <a:pt x="232169" y="938338"/>
                  </a:lnTo>
                  <a:lnTo>
                    <a:pt x="232196" y="938308"/>
                  </a:lnTo>
                  <a:lnTo>
                    <a:pt x="232205" y="938297"/>
                  </a:lnTo>
                  <a:lnTo>
                    <a:pt x="232207" y="938266"/>
                  </a:lnTo>
                  <a:lnTo>
                    <a:pt x="232196" y="938219"/>
                  </a:lnTo>
                  <a:lnTo>
                    <a:pt x="232197" y="938212"/>
                  </a:lnTo>
                  <a:lnTo>
                    <a:pt x="232202" y="938184"/>
                  </a:lnTo>
                  <a:lnTo>
                    <a:pt x="232208" y="938156"/>
                  </a:lnTo>
                  <a:lnTo>
                    <a:pt x="232217" y="938132"/>
                  </a:lnTo>
                  <a:lnTo>
                    <a:pt x="232225" y="938118"/>
                  </a:lnTo>
                  <a:lnTo>
                    <a:pt x="232227" y="938112"/>
                  </a:lnTo>
                  <a:lnTo>
                    <a:pt x="232249" y="938062"/>
                  </a:lnTo>
                  <a:lnTo>
                    <a:pt x="232259" y="938021"/>
                  </a:lnTo>
                  <a:lnTo>
                    <a:pt x="232284" y="937969"/>
                  </a:lnTo>
                  <a:lnTo>
                    <a:pt x="232296" y="937909"/>
                  </a:lnTo>
                  <a:lnTo>
                    <a:pt x="232297" y="937880"/>
                  </a:lnTo>
                  <a:lnTo>
                    <a:pt x="232313" y="937765"/>
                  </a:lnTo>
                  <a:lnTo>
                    <a:pt x="232319" y="937709"/>
                  </a:lnTo>
                  <a:lnTo>
                    <a:pt x="232327" y="937684"/>
                  </a:lnTo>
                  <a:lnTo>
                    <a:pt x="232357" y="937650"/>
                  </a:lnTo>
                  <a:lnTo>
                    <a:pt x="232383" y="937619"/>
                  </a:lnTo>
                  <a:lnTo>
                    <a:pt x="232407" y="937567"/>
                  </a:lnTo>
                  <a:lnTo>
                    <a:pt x="232408" y="937559"/>
                  </a:lnTo>
                  <a:lnTo>
                    <a:pt x="232412" y="937551"/>
                  </a:lnTo>
                  <a:lnTo>
                    <a:pt x="232420" y="937508"/>
                  </a:lnTo>
                  <a:lnTo>
                    <a:pt x="232421" y="937455"/>
                  </a:lnTo>
                  <a:lnTo>
                    <a:pt x="232421" y="937447"/>
                  </a:lnTo>
                  <a:lnTo>
                    <a:pt x="232437" y="937440"/>
                  </a:lnTo>
                  <a:lnTo>
                    <a:pt x="232478" y="937421"/>
                  </a:lnTo>
                  <a:lnTo>
                    <a:pt x="232510" y="937403"/>
                  </a:lnTo>
                  <a:lnTo>
                    <a:pt x="232524" y="937398"/>
                  </a:lnTo>
                  <a:lnTo>
                    <a:pt x="232535" y="937398"/>
                  </a:lnTo>
                  <a:lnTo>
                    <a:pt x="232560" y="937399"/>
                  </a:lnTo>
                  <a:lnTo>
                    <a:pt x="232576" y="937397"/>
                  </a:lnTo>
                  <a:lnTo>
                    <a:pt x="232603" y="937393"/>
                  </a:lnTo>
                  <a:lnTo>
                    <a:pt x="232615" y="937393"/>
                  </a:lnTo>
                  <a:lnTo>
                    <a:pt x="232631" y="937394"/>
                  </a:lnTo>
                  <a:lnTo>
                    <a:pt x="232661" y="937400"/>
                  </a:lnTo>
                  <a:lnTo>
                    <a:pt x="232668" y="937401"/>
                  </a:lnTo>
                  <a:lnTo>
                    <a:pt x="232678" y="937401"/>
                  </a:lnTo>
                  <a:lnTo>
                    <a:pt x="232699" y="937394"/>
                  </a:lnTo>
                  <a:lnTo>
                    <a:pt x="232725" y="937381"/>
                  </a:lnTo>
                  <a:lnTo>
                    <a:pt x="232737" y="937370"/>
                  </a:lnTo>
                  <a:lnTo>
                    <a:pt x="232772" y="937350"/>
                  </a:lnTo>
                  <a:lnTo>
                    <a:pt x="232833" y="937309"/>
                  </a:lnTo>
                  <a:lnTo>
                    <a:pt x="232869" y="937287"/>
                  </a:lnTo>
                  <a:lnTo>
                    <a:pt x="232891" y="937258"/>
                  </a:lnTo>
                  <a:lnTo>
                    <a:pt x="232901" y="937218"/>
                  </a:lnTo>
                  <a:lnTo>
                    <a:pt x="232907" y="937204"/>
                  </a:lnTo>
                  <a:lnTo>
                    <a:pt x="232946" y="937176"/>
                  </a:lnTo>
                  <a:lnTo>
                    <a:pt x="232978" y="937143"/>
                  </a:lnTo>
                  <a:lnTo>
                    <a:pt x="232982" y="937137"/>
                  </a:lnTo>
                  <a:lnTo>
                    <a:pt x="232992" y="937124"/>
                  </a:lnTo>
                  <a:lnTo>
                    <a:pt x="233001" y="937113"/>
                  </a:lnTo>
                  <a:lnTo>
                    <a:pt x="233015" y="937089"/>
                  </a:lnTo>
                  <a:lnTo>
                    <a:pt x="233023" y="937071"/>
                  </a:lnTo>
                  <a:lnTo>
                    <a:pt x="233034" y="937053"/>
                  </a:lnTo>
                  <a:lnTo>
                    <a:pt x="233079" y="937006"/>
                  </a:lnTo>
                  <a:lnTo>
                    <a:pt x="233102" y="936976"/>
                  </a:lnTo>
                  <a:lnTo>
                    <a:pt x="233143" y="936946"/>
                  </a:lnTo>
                  <a:lnTo>
                    <a:pt x="233178" y="936915"/>
                  </a:lnTo>
                  <a:lnTo>
                    <a:pt x="233199" y="936896"/>
                  </a:lnTo>
                  <a:lnTo>
                    <a:pt x="233208" y="936883"/>
                  </a:lnTo>
                  <a:lnTo>
                    <a:pt x="233207" y="936868"/>
                  </a:lnTo>
                  <a:lnTo>
                    <a:pt x="233193" y="936843"/>
                  </a:lnTo>
                  <a:lnTo>
                    <a:pt x="233167" y="936798"/>
                  </a:lnTo>
                  <a:lnTo>
                    <a:pt x="233141" y="936768"/>
                  </a:lnTo>
                  <a:lnTo>
                    <a:pt x="233138" y="936755"/>
                  </a:lnTo>
                  <a:lnTo>
                    <a:pt x="233134" y="936734"/>
                  </a:lnTo>
                  <a:lnTo>
                    <a:pt x="233138" y="936679"/>
                  </a:lnTo>
                  <a:lnTo>
                    <a:pt x="233125" y="936647"/>
                  </a:lnTo>
                  <a:lnTo>
                    <a:pt x="233109" y="936627"/>
                  </a:lnTo>
                  <a:lnTo>
                    <a:pt x="233107" y="936606"/>
                  </a:lnTo>
                  <a:lnTo>
                    <a:pt x="233108" y="936584"/>
                  </a:lnTo>
                  <a:lnTo>
                    <a:pt x="233105" y="936566"/>
                  </a:lnTo>
                  <a:lnTo>
                    <a:pt x="233098" y="936544"/>
                  </a:lnTo>
                  <a:lnTo>
                    <a:pt x="233072" y="936524"/>
                  </a:lnTo>
                  <a:lnTo>
                    <a:pt x="233071" y="936512"/>
                  </a:lnTo>
                  <a:lnTo>
                    <a:pt x="233072" y="936506"/>
                  </a:lnTo>
                  <a:lnTo>
                    <a:pt x="233078" y="936506"/>
                  </a:lnTo>
                  <a:lnTo>
                    <a:pt x="233103" y="936505"/>
                  </a:lnTo>
                  <a:lnTo>
                    <a:pt x="233138" y="936496"/>
                  </a:lnTo>
                  <a:lnTo>
                    <a:pt x="233204" y="936465"/>
                  </a:lnTo>
                  <a:lnTo>
                    <a:pt x="233229" y="936444"/>
                  </a:lnTo>
                  <a:lnTo>
                    <a:pt x="233236" y="936414"/>
                  </a:lnTo>
                  <a:lnTo>
                    <a:pt x="233244" y="936375"/>
                  </a:lnTo>
                  <a:lnTo>
                    <a:pt x="233263" y="936318"/>
                  </a:lnTo>
                  <a:lnTo>
                    <a:pt x="233281" y="936285"/>
                  </a:lnTo>
                  <a:lnTo>
                    <a:pt x="233290" y="936261"/>
                  </a:lnTo>
                  <a:lnTo>
                    <a:pt x="233291" y="936235"/>
                  </a:lnTo>
                  <a:lnTo>
                    <a:pt x="233296" y="936174"/>
                  </a:lnTo>
                  <a:lnTo>
                    <a:pt x="233290" y="936150"/>
                  </a:lnTo>
                  <a:lnTo>
                    <a:pt x="233286" y="936135"/>
                  </a:lnTo>
                  <a:lnTo>
                    <a:pt x="233269" y="936095"/>
                  </a:lnTo>
                  <a:lnTo>
                    <a:pt x="233260" y="936075"/>
                  </a:lnTo>
                  <a:lnTo>
                    <a:pt x="233262" y="936066"/>
                  </a:lnTo>
                  <a:lnTo>
                    <a:pt x="233269" y="936058"/>
                  </a:lnTo>
                  <a:lnTo>
                    <a:pt x="233287" y="936045"/>
                  </a:lnTo>
                  <a:lnTo>
                    <a:pt x="233293" y="936037"/>
                  </a:lnTo>
                  <a:lnTo>
                    <a:pt x="233314" y="935998"/>
                  </a:lnTo>
                  <a:lnTo>
                    <a:pt x="233340" y="935953"/>
                  </a:lnTo>
                  <a:lnTo>
                    <a:pt x="233352" y="935916"/>
                  </a:lnTo>
                  <a:lnTo>
                    <a:pt x="233350" y="935881"/>
                  </a:lnTo>
                  <a:lnTo>
                    <a:pt x="233345" y="935842"/>
                  </a:lnTo>
                  <a:lnTo>
                    <a:pt x="233334" y="935823"/>
                  </a:lnTo>
                  <a:lnTo>
                    <a:pt x="233314" y="935807"/>
                  </a:lnTo>
                  <a:lnTo>
                    <a:pt x="233295" y="935796"/>
                  </a:lnTo>
                  <a:lnTo>
                    <a:pt x="233293" y="935789"/>
                  </a:lnTo>
                  <a:lnTo>
                    <a:pt x="233294" y="935782"/>
                  </a:lnTo>
                  <a:lnTo>
                    <a:pt x="233312" y="935750"/>
                  </a:lnTo>
                  <a:lnTo>
                    <a:pt x="233323" y="935731"/>
                  </a:lnTo>
                  <a:lnTo>
                    <a:pt x="233323" y="935716"/>
                  </a:lnTo>
                  <a:lnTo>
                    <a:pt x="233326" y="935691"/>
                  </a:lnTo>
                  <a:lnTo>
                    <a:pt x="233325" y="935684"/>
                  </a:lnTo>
                  <a:lnTo>
                    <a:pt x="233326" y="935636"/>
                  </a:lnTo>
                  <a:lnTo>
                    <a:pt x="233334" y="935602"/>
                  </a:lnTo>
                  <a:lnTo>
                    <a:pt x="233337" y="935575"/>
                  </a:lnTo>
                  <a:lnTo>
                    <a:pt x="233353" y="935543"/>
                  </a:lnTo>
                  <a:lnTo>
                    <a:pt x="233357" y="935520"/>
                  </a:lnTo>
                  <a:lnTo>
                    <a:pt x="233359" y="935503"/>
                  </a:lnTo>
                  <a:lnTo>
                    <a:pt x="233356" y="935467"/>
                  </a:lnTo>
                  <a:lnTo>
                    <a:pt x="233352" y="935452"/>
                  </a:lnTo>
                  <a:lnTo>
                    <a:pt x="233347" y="935445"/>
                  </a:lnTo>
                  <a:lnTo>
                    <a:pt x="233347" y="935440"/>
                  </a:lnTo>
                  <a:lnTo>
                    <a:pt x="233351" y="935428"/>
                  </a:lnTo>
                  <a:lnTo>
                    <a:pt x="233360" y="935418"/>
                  </a:lnTo>
                  <a:lnTo>
                    <a:pt x="233364" y="935410"/>
                  </a:lnTo>
                  <a:lnTo>
                    <a:pt x="233392" y="935380"/>
                  </a:lnTo>
                  <a:lnTo>
                    <a:pt x="233406" y="935355"/>
                  </a:lnTo>
                  <a:lnTo>
                    <a:pt x="233434" y="935309"/>
                  </a:lnTo>
                  <a:lnTo>
                    <a:pt x="233446" y="935303"/>
                  </a:lnTo>
                  <a:lnTo>
                    <a:pt x="233459" y="935297"/>
                  </a:lnTo>
                  <a:lnTo>
                    <a:pt x="233463" y="935290"/>
                  </a:lnTo>
                  <a:lnTo>
                    <a:pt x="233467" y="935253"/>
                  </a:lnTo>
                  <a:lnTo>
                    <a:pt x="233479" y="935236"/>
                  </a:lnTo>
                  <a:lnTo>
                    <a:pt x="233484" y="935230"/>
                  </a:lnTo>
                  <a:lnTo>
                    <a:pt x="233509" y="935196"/>
                  </a:lnTo>
                  <a:lnTo>
                    <a:pt x="233524" y="935158"/>
                  </a:lnTo>
                  <a:lnTo>
                    <a:pt x="233525" y="935124"/>
                  </a:lnTo>
                  <a:lnTo>
                    <a:pt x="233531" y="935097"/>
                  </a:lnTo>
                  <a:lnTo>
                    <a:pt x="233545" y="935057"/>
                  </a:lnTo>
                  <a:lnTo>
                    <a:pt x="233547" y="934990"/>
                  </a:lnTo>
                  <a:lnTo>
                    <a:pt x="233548" y="934952"/>
                  </a:lnTo>
                  <a:lnTo>
                    <a:pt x="233555" y="934913"/>
                  </a:lnTo>
                  <a:lnTo>
                    <a:pt x="233548" y="934863"/>
                  </a:lnTo>
                  <a:lnTo>
                    <a:pt x="233543" y="934825"/>
                  </a:lnTo>
                  <a:lnTo>
                    <a:pt x="233543" y="934793"/>
                  </a:lnTo>
                  <a:lnTo>
                    <a:pt x="233546" y="934775"/>
                  </a:lnTo>
                  <a:lnTo>
                    <a:pt x="233551" y="934763"/>
                  </a:lnTo>
                  <a:lnTo>
                    <a:pt x="233570" y="934749"/>
                  </a:lnTo>
                  <a:lnTo>
                    <a:pt x="233580" y="934745"/>
                  </a:lnTo>
                  <a:lnTo>
                    <a:pt x="233587" y="934746"/>
                  </a:lnTo>
                  <a:lnTo>
                    <a:pt x="233615" y="934746"/>
                  </a:lnTo>
                  <a:lnTo>
                    <a:pt x="233642" y="934741"/>
                  </a:lnTo>
                  <a:lnTo>
                    <a:pt x="233654" y="934738"/>
                  </a:lnTo>
                  <a:lnTo>
                    <a:pt x="233673" y="934732"/>
                  </a:lnTo>
                  <a:lnTo>
                    <a:pt x="233690" y="934723"/>
                  </a:lnTo>
                  <a:lnTo>
                    <a:pt x="233702" y="934711"/>
                  </a:lnTo>
                  <a:lnTo>
                    <a:pt x="233705" y="934707"/>
                  </a:lnTo>
                  <a:lnTo>
                    <a:pt x="233706" y="934702"/>
                  </a:lnTo>
                  <a:lnTo>
                    <a:pt x="233705" y="934692"/>
                  </a:lnTo>
                  <a:lnTo>
                    <a:pt x="233702" y="934668"/>
                  </a:lnTo>
                  <a:lnTo>
                    <a:pt x="233710" y="934627"/>
                  </a:lnTo>
                  <a:lnTo>
                    <a:pt x="233714" y="934597"/>
                  </a:lnTo>
                  <a:lnTo>
                    <a:pt x="233713" y="934564"/>
                  </a:lnTo>
                  <a:lnTo>
                    <a:pt x="233711" y="934542"/>
                  </a:lnTo>
                  <a:lnTo>
                    <a:pt x="233712" y="934527"/>
                  </a:lnTo>
                  <a:lnTo>
                    <a:pt x="233717" y="934514"/>
                  </a:lnTo>
                  <a:lnTo>
                    <a:pt x="233741" y="934488"/>
                  </a:lnTo>
                  <a:lnTo>
                    <a:pt x="233784" y="934462"/>
                  </a:lnTo>
                  <a:lnTo>
                    <a:pt x="233807" y="934442"/>
                  </a:lnTo>
                  <a:lnTo>
                    <a:pt x="233821" y="934433"/>
                  </a:lnTo>
                  <a:lnTo>
                    <a:pt x="233840" y="934407"/>
                  </a:lnTo>
                  <a:lnTo>
                    <a:pt x="233871" y="934342"/>
                  </a:lnTo>
                  <a:lnTo>
                    <a:pt x="233889" y="934297"/>
                  </a:lnTo>
                  <a:lnTo>
                    <a:pt x="233904" y="934263"/>
                  </a:lnTo>
                  <a:lnTo>
                    <a:pt x="233913" y="934256"/>
                  </a:lnTo>
                  <a:lnTo>
                    <a:pt x="233923" y="934253"/>
                  </a:lnTo>
                  <a:lnTo>
                    <a:pt x="233936" y="934256"/>
                  </a:lnTo>
                  <a:lnTo>
                    <a:pt x="233946" y="934256"/>
                  </a:lnTo>
                  <a:lnTo>
                    <a:pt x="233956" y="934256"/>
                  </a:lnTo>
                  <a:lnTo>
                    <a:pt x="233969" y="934254"/>
                  </a:lnTo>
                  <a:lnTo>
                    <a:pt x="233982" y="934246"/>
                  </a:lnTo>
                  <a:lnTo>
                    <a:pt x="233993" y="934233"/>
                  </a:lnTo>
                  <a:lnTo>
                    <a:pt x="234001" y="934224"/>
                  </a:lnTo>
                  <a:lnTo>
                    <a:pt x="234022" y="934196"/>
                  </a:lnTo>
                  <a:lnTo>
                    <a:pt x="234038" y="934165"/>
                  </a:lnTo>
                  <a:lnTo>
                    <a:pt x="234052" y="934137"/>
                  </a:lnTo>
                  <a:lnTo>
                    <a:pt x="234094" y="934046"/>
                  </a:lnTo>
                  <a:lnTo>
                    <a:pt x="234118" y="934009"/>
                  </a:lnTo>
                  <a:lnTo>
                    <a:pt x="234120" y="933981"/>
                  </a:lnTo>
                  <a:lnTo>
                    <a:pt x="234105" y="933921"/>
                  </a:lnTo>
                  <a:lnTo>
                    <a:pt x="234083" y="933874"/>
                  </a:lnTo>
                  <a:lnTo>
                    <a:pt x="234061" y="933847"/>
                  </a:lnTo>
                  <a:lnTo>
                    <a:pt x="234044" y="933832"/>
                  </a:lnTo>
                  <a:lnTo>
                    <a:pt x="233977" y="933738"/>
                  </a:lnTo>
                  <a:lnTo>
                    <a:pt x="233937" y="933672"/>
                  </a:lnTo>
                  <a:lnTo>
                    <a:pt x="233930" y="933658"/>
                  </a:lnTo>
                  <a:lnTo>
                    <a:pt x="233877" y="933559"/>
                  </a:lnTo>
                  <a:lnTo>
                    <a:pt x="233848" y="933475"/>
                  </a:lnTo>
                  <a:lnTo>
                    <a:pt x="233848" y="933452"/>
                  </a:lnTo>
                  <a:lnTo>
                    <a:pt x="233850" y="933392"/>
                  </a:lnTo>
                  <a:lnTo>
                    <a:pt x="233846" y="933305"/>
                  </a:lnTo>
                  <a:lnTo>
                    <a:pt x="233846" y="933249"/>
                  </a:lnTo>
                  <a:lnTo>
                    <a:pt x="233854" y="933174"/>
                  </a:lnTo>
                  <a:lnTo>
                    <a:pt x="233867" y="933138"/>
                  </a:lnTo>
                  <a:lnTo>
                    <a:pt x="233882" y="933114"/>
                  </a:lnTo>
                  <a:lnTo>
                    <a:pt x="233894" y="933094"/>
                  </a:lnTo>
                  <a:lnTo>
                    <a:pt x="233934" y="933067"/>
                  </a:lnTo>
                  <a:lnTo>
                    <a:pt x="233951" y="933066"/>
                  </a:lnTo>
                  <a:lnTo>
                    <a:pt x="233971" y="933068"/>
                  </a:lnTo>
                  <a:lnTo>
                    <a:pt x="234005" y="933074"/>
                  </a:lnTo>
                  <a:lnTo>
                    <a:pt x="234092" y="933110"/>
                  </a:lnTo>
                  <a:lnTo>
                    <a:pt x="234186" y="933141"/>
                  </a:lnTo>
                  <a:lnTo>
                    <a:pt x="234224" y="933149"/>
                  </a:lnTo>
                  <a:lnTo>
                    <a:pt x="234247" y="933148"/>
                  </a:lnTo>
                  <a:lnTo>
                    <a:pt x="234283" y="933145"/>
                  </a:lnTo>
                  <a:lnTo>
                    <a:pt x="234370" y="933123"/>
                  </a:lnTo>
                  <a:lnTo>
                    <a:pt x="234440" y="933108"/>
                  </a:lnTo>
                  <a:lnTo>
                    <a:pt x="234452" y="933105"/>
                  </a:lnTo>
                  <a:lnTo>
                    <a:pt x="234548" y="933099"/>
                  </a:lnTo>
                  <a:lnTo>
                    <a:pt x="234605" y="933091"/>
                  </a:lnTo>
                  <a:lnTo>
                    <a:pt x="234687" y="933069"/>
                  </a:lnTo>
                  <a:lnTo>
                    <a:pt x="234727" y="933061"/>
                  </a:lnTo>
                  <a:lnTo>
                    <a:pt x="234824" y="933048"/>
                  </a:lnTo>
                  <a:lnTo>
                    <a:pt x="234848" y="933045"/>
                  </a:lnTo>
                  <a:lnTo>
                    <a:pt x="234884" y="933028"/>
                  </a:lnTo>
                  <a:lnTo>
                    <a:pt x="234889" y="933026"/>
                  </a:lnTo>
                  <a:lnTo>
                    <a:pt x="234923" y="933017"/>
                  </a:lnTo>
                  <a:lnTo>
                    <a:pt x="234967" y="933011"/>
                  </a:lnTo>
                  <a:lnTo>
                    <a:pt x="234996" y="933014"/>
                  </a:lnTo>
                  <a:lnTo>
                    <a:pt x="235033" y="933034"/>
                  </a:lnTo>
                  <a:lnTo>
                    <a:pt x="235070" y="933061"/>
                  </a:lnTo>
                  <a:lnTo>
                    <a:pt x="235108" y="933090"/>
                  </a:lnTo>
                  <a:lnTo>
                    <a:pt x="235142" y="933114"/>
                  </a:lnTo>
                  <a:lnTo>
                    <a:pt x="235185" y="933115"/>
                  </a:lnTo>
                  <a:lnTo>
                    <a:pt x="235237" y="933116"/>
                  </a:lnTo>
                  <a:lnTo>
                    <a:pt x="235300" y="933121"/>
                  </a:lnTo>
                  <a:lnTo>
                    <a:pt x="235361" y="933121"/>
                  </a:lnTo>
                  <a:lnTo>
                    <a:pt x="235398" y="933114"/>
                  </a:lnTo>
                  <a:lnTo>
                    <a:pt x="235450" y="933096"/>
                  </a:lnTo>
                  <a:lnTo>
                    <a:pt x="235478" y="933082"/>
                  </a:lnTo>
                  <a:lnTo>
                    <a:pt x="235519" y="933060"/>
                  </a:lnTo>
                  <a:lnTo>
                    <a:pt x="235544" y="933041"/>
                  </a:lnTo>
                  <a:lnTo>
                    <a:pt x="235563" y="933025"/>
                  </a:lnTo>
                  <a:lnTo>
                    <a:pt x="235583" y="933019"/>
                  </a:lnTo>
                  <a:lnTo>
                    <a:pt x="235599" y="933021"/>
                  </a:lnTo>
                  <a:lnTo>
                    <a:pt x="235629" y="933028"/>
                  </a:lnTo>
                  <a:lnTo>
                    <a:pt x="235649" y="933036"/>
                  </a:lnTo>
                  <a:lnTo>
                    <a:pt x="235684" y="933036"/>
                  </a:lnTo>
                  <a:lnTo>
                    <a:pt x="235720" y="933028"/>
                  </a:lnTo>
                  <a:lnTo>
                    <a:pt x="235744" y="933016"/>
                  </a:lnTo>
                  <a:lnTo>
                    <a:pt x="235770" y="933004"/>
                  </a:lnTo>
                  <a:lnTo>
                    <a:pt x="235810" y="932994"/>
                  </a:lnTo>
                  <a:lnTo>
                    <a:pt x="235819" y="932991"/>
                  </a:lnTo>
                  <a:lnTo>
                    <a:pt x="235833" y="932987"/>
                  </a:lnTo>
                  <a:lnTo>
                    <a:pt x="235842" y="932987"/>
                  </a:lnTo>
                  <a:lnTo>
                    <a:pt x="235862" y="932996"/>
                  </a:lnTo>
                  <a:lnTo>
                    <a:pt x="235897" y="933006"/>
                  </a:lnTo>
                  <a:lnTo>
                    <a:pt x="235916" y="933013"/>
                  </a:lnTo>
                  <a:lnTo>
                    <a:pt x="235946" y="933017"/>
                  </a:lnTo>
                  <a:lnTo>
                    <a:pt x="235957" y="933017"/>
                  </a:lnTo>
                  <a:lnTo>
                    <a:pt x="236000" y="933020"/>
                  </a:lnTo>
                  <a:lnTo>
                    <a:pt x="236006" y="933018"/>
                  </a:lnTo>
                  <a:lnTo>
                    <a:pt x="236012" y="933019"/>
                  </a:lnTo>
                  <a:lnTo>
                    <a:pt x="236026" y="933018"/>
                  </a:lnTo>
                  <a:lnTo>
                    <a:pt x="236045" y="933016"/>
                  </a:lnTo>
                  <a:lnTo>
                    <a:pt x="236053" y="933013"/>
                  </a:lnTo>
                  <a:lnTo>
                    <a:pt x="236073" y="932995"/>
                  </a:lnTo>
                  <a:lnTo>
                    <a:pt x="236094" y="932978"/>
                  </a:lnTo>
                  <a:lnTo>
                    <a:pt x="236130" y="932953"/>
                  </a:lnTo>
                  <a:lnTo>
                    <a:pt x="236166" y="932941"/>
                  </a:lnTo>
                  <a:lnTo>
                    <a:pt x="236193" y="932929"/>
                  </a:lnTo>
                  <a:lnTo>
                    <a:pt x="236200" y="932913"/>
                  </a:lnTo>
                  <a:lnTo>
                    <a:pt x="236204" y="932898"/>
                  </a:lnTo>
                  <a:lnTo>
                    <a:pt x="236213" y="932882"/>
                  </a:lnTo>
                  <a:lnTo>
                    <a:pt x="236222" y="932874"/>
                  </a:lnTo>
                  <a:lnTo>
                    <a:pt x="236243" y="932871"/>
                  </a:lnTo>
                  <a:lnTo>
                    <a:pt x="236257" y="932873"/>
                  </a:lnTo>
                  <a:lnTo>
                    <a:pt x="236288" y="932883"/>
                  </a:lnTo>
                  <a:lnTo>
                    <a:pt x="236308" y="932884"/>
                  </a:lnTo>
                  <a:lnTo>
                    <a:pt x="236328" y="932877"/>
                  </a:lnTo>
                  <a:lnTo>
                    <a:pt x="236344" y="932871"/>
                  </a:lnTo>
                  <a:lnTo>
                    <a:pt x="236367" y="932866"/>
                  </a:lnTo>
                  <a:lnTo>
                    <a:pt x="236405" y="932857"/>
                  </a:lnTo>
                  <a:lnTo>
                    <a:pt x="236467" y="932837"/>
                  </a:lnTo>
                  <a:lnTo>
                    <a:pt x="236485" y="932820"/>
                  </a:lnTo>
                  <a:lnTo>
                    <a:pt x="236494" y="932801"/>
                  </a:lnTo>
                  <a:lnTo>
                    <a:pt x="236502" y="932771"/>
                  </a:lnTo>
                  <a:lnTo>
                    <a:pt x="236513" y="932749"/>
                  </a:lnTo>
                  <a:lnTo>
                    <a:pt x="236542" y="932727"/>
                  </a:lnTo>
                  <a:lnTo>
                    <a:pt x="236585" y="932711"/>
                  </a:lnTo>
                  <a:lnTo>
                    <a:pt x="236622" y="932709"/>
                  </a:lnTo>
                  <a:lnTo>
                    <a:pt x="236648" y="932700"/>
                  </a:lnTo>
                  <a:lnTo>
                    <a:pt x="236673" y="932679"/>
                  </a:lnTo>
                  <a:lnTo>
                    <a:pt x="236691" y="932657"/>
                  </a:lnTo>
                  <a:lnTo>
                    <a:pt x="236710" y="932636"/>
                  </a:lnTo>
                  <a:lnTo>
                    <a:pt x="236732" y="932620"/>
                  </a:lnTo>
                  <a:lnTo>
                    <a:pt x="236757" y="932610"/>
                  </a:lnTo>
                  <a:lnTo>
                    <a:pt x="236771" y="932600"/>
                  </a:lnTo>
                  <a:lnTo>
                    <a:pt x="236765" y="932594"/>
                  </a:lnTo>
                  <a:lnTo>
                    <a:pt x="236742" y="932576"/>
                  </a:lnTo>
                  <a:lnTo>
                    <a:pt x="236725" y="932562"/>
                  </a:lnTo>
                  <a:lnTo>
                    <a:pt x="236716" y="932547"/>
                  </a:lnTo>
                  <a:lnTo>
                    <a:pt x="236716" y="932521"/>
                  </a:lnTo>
                  <a:lnTo>
                    <a:pt x="236715" y="932473"/>
                  </a:lnTo>
                  <a:lnTo>
                    <a:pt x="236703" y="932445"/>
                  </a:lnTo>
                  <a:lnTo>
                    <a:pt x="236680" y="932414"/>
                  </a:lnTo>
                  <a:lnTo>
                    <a:pt x="236652" y="932387"/>
                  </a:lnTo>
                  <a:lnTo>
                    <a:pt x="236617" y="932352"/>
                  </a:lnTo>
                  <a:lnTo>
                    <a:pt x="236597" y="932338"/>
                  </a:lnTo>
                  <a:lnTo>
                    <a:pt x="236565" y="932305"/>
                  </a:lnTo>
                  <a:lnTo>
                    <a:pt x="236536" y="932279"/>
                  </a:lnTo>
                  <a:lnTo>
                    <a:pt x="236529" y="932273"/>
                  </a:lnTo>
                  <a:lnTo>
                    <a:pt x="236521" y="932263"/>
                  </a:lnTo>
                  <a:lnTo>
                    <a:pt x="236519" y="932258"/>
                  </a:lnTo>
                  <a:lnTo>
                    <a:pt x="236521" y="932238"/>
                  </a:lnTo>
                  <a:lnTo>
                    <a:pt x="236521" y="932222"/>
                  </a:lnTo>
                  <a:lnTo>
                    <a:pt x="236521" y="932207"/>
                  </a:lnTo>
                  <a:lnTo>
                    <a:pt x="236484" y="932165"/>
                  </a:lnTo>
                  <a:lnTo>
                    <a:pt x="236471" y="932154"/>
                  </a:lnTo>
                  <a:lnTo>
                    <a:pt x="236465" y="932150"/>
                  </a:lnTo>
                  <a:lnTo>
                    <a:pt x="236456" y="932145"/>
                  </a:lnTo>
                  <a:lnTo>
                    <a:pt x="236441" y="932135"/>
                  </a:lnTo>
                  <a:lnTo>
                    <a:pt x="236433" y="932129"/>
                  </a:lnTo>
                  <a:lnTo>
                    <a:pt x="236399" y="932112"/>
                  </a:lnTo>
                  <a:lnTo>
                    <a:pt x="236369" y="932101"/>
                  </a:lnTo>
                  <a:lnTo>
                    <a:pt x="236291" y="932075"/>
                  </a:lnTo>
                  <a:lnTo>
                    <a:pt x="236219" y="932058"/>
                  </a:lnTo>
                  <a:lnTo>
                    <a:pt x="236174" y="932053"/>
                  </a:lnTo>
                  <a:lnTo>
                    <a:pt x="236133" y="932049"/>
                  </a:lnTo>
                  <a:lnTo>
                    <a:pt x="236103" y="932045"/>
                  </a:lnTo>
                  <a:lnTo>
                    <a:pt x="236082" y="932031"/>
                  </a:lnTo>
                  <a:lnTo>
                    <a:pt x="236074" y="932022"/>
                  </a:lnTo>
                  <a:lnTo>
                    <a:pt x="236033" y="932002"/>
                  </a:lnTo>
                  <a:lnTo>
                    <a:pt x="235991" y="931984"/>
                  </a:lnTo>
                  <a:lnTo>
                    <a:pt x="235968" y="931980"/>
                  </a:lnTo>
                  <a:lnTo>
                    <a:pt x="235923" y="931958"/>
                  </a:lnTo>
                  <a:lnTo>
                    <a:pt x="235849" y="931926"/>
                  </a:lnTo>
                  <a:lnTo>
                    <a:pt x="235813" y="931917"/>
                  </a:lnTo>
                  <a:lnTo>
                    <a:pt x="235765" y="931887"/>
                  </a:lnTo>
                  <a:lnTo>
                    <a:pt x="235742" y="931863"/>
                  </a:lnTo>
                  <a:lnTo>
                    <a:pt x="235729" y="931845"/>
                  </a:lnTo>
                  <a:lnTo>
                    <a:pt x="235716" y="931845"/>
                  </a:lnTo>
                  <a:lnTo>
                    <a:pt x="235699" y="931850"/>
                  </a:lnTo>
                  <a:lnTo>
                    <a:pt x="235674" y="931837"/>
                  </a:lnTo>
                  <a:lnTo>
                    <a:pt x="235616" y="931804"/>
                  </a:lnTo>
                  <a:lnTo>
                    <a:pt x="235593" y="931787"/>
                  </a:lnTo>
                  <a:lnTo>
                    <a:pt x="235580" y="931761"/>
                  </a:lnTo>
                  <a:lnTo>
                    <a:pt x="235570" y="931742"/>
                  </a:lnTo>
                  <a:lnTo>
                    <a:pt x="235560" y="931732"/>
                  </a:lnTo>
                  <a:lnTo>
                    <a:pt x="235552" y="931724"/>
                  </a:lnTo>
                  <a:lnTo>
                    <a:pt x="235551" y="931705"/>
                  </a:lnTo>
                  <a:lnTo>
                    <a:pt x="235549" y="931696"/>
                  </a:lnTo>
                  <a:lnTo>
                    <a:pt x="235538" y="931686"/>
                  </a:lnTo>
                  <a:lnTo>
                    <a:pt x="235505" y="931679"/>
                  </a:lnTo>
                  <a:lnTo>
                    <a:pt x="235469" y="931679"/>
                  </a:lnTo>
                  <a:lnTo>
                    <a:pt x="235429" y="931680"/>
                  </a:lnTo>
                  <a:lnTo>
                    <a:pt x="235402" y="931680"/>
                  </a:lnTo>
                  <a:lnTo>
                    <a:pt x="235376" y="931683"/>
                  </a:lnTo>
                  <a:lnTo>
                    <a:pt x="235358" y="931684"/>
                  </a:lnTo>
                  <a:lnTo>
                    <a:pt x="235348" y="931681"/>
                  </a:lnTo>
                  <a:lnTo>
                    <a:pt x="235336" y="931665"/>
                  </a:lnTo>
                  <a:lnTo>
                    <a:pt x="235318" y="931649"/>
                  </a:lnTo>
                  <a:lnTo>
                    <a:pt x="235281" y="931621"/>
                  </a:lnTo>
                  <a:lnTo>
                    <a:pt x="235255" y="931610"/>
                  </a:lnTo>
                  <a:lnTo>
                    <a:pt x="235242" y="931606"/>
                  </a:lnTo>
                  <a:lnTo>
                    <a:pt x="235212" y="931605"/>
                  </a:lnTo>
                  <a:lnTo>
                    <a:pt x="235188" y="931604"/>
                  </a:lnTo>
                  <a:lnTo>
                    <a:pt x="235173" y="931600"/>
                  </a:lnTo>
                  <a:lnTo>
                    <a:pt x="235164" y="931589"/>
                  </a:lnTo>
                  <a:lnTo>
                    <a:pt x="235159" y="931570"/>
                  </a:lnTo>
                  <a:lnTo>
                    <a:pt x="235154" y="931548"/>
                  </a:lnTo>
                  <a:lnTo>
                    <a:pt x="235147" y="931525"/>
                  </a:lnTo>
                  <a:lnTo>
                    <a:pt x="235113" y="931492"/>
                  </a:lnTo>
                  <a:lnTo>
                    <a:pt x="235081" y="931475"/>
                  </a:lnTo>
                  <a:lnTo>
                    <a:pt x="235039" y="931457"/>
                  </a:lnTo>
                  <a:lnTo>
                    <a:pt x="235011" y="931451"/>
                  </a:lnTo>
                  <a:lnTo>
                    <a:pt x="234973" y="931442"/>
                  </a:lnTo>
                  <a:lnTo>
                    <a:pt x="234930" y="931432"/>
                  </a:lnTo>
                  <a:lnTo>
                    <a:pt x="234911" y="931422"/>
                  </a:lnTo>
                  <a:lnTo>
                    <a:pt x="234887" y="931403"/>
                  </a:lnTo>
                  <a:lnTo>
                    <a:pt x="234866" y="931368"/>
                  </a:lnTo>
                  <a:lnTo>
                    <a:pt x="234860" y="931353"/>
                  </a:lnTo>
                  <a:lnTo>
                    <a:pt x="234851" y="931330"/>
                  </a:lnTo>
                  <a:lnTo>
                    <a:pt x="234835" y="931298"/>
                  </a:lnTo>
                  <a:lnTo>
                    <a:pt x="234825" y="931285"/>
                  </a:lnTo>
                  <a:lnTo>
                    <a:pt x="234816" y="931275"/>
                  </a:lnTo>
                  <a:lnTo>
                    <a:pt x="234800" y="931266"/>
                  </a:lnTo>
                  <a:lnTo>
                    <a:pt x="234779" y="931231"/>
                  </a:lnTo>
                  <a:lnTo>
                    <a:pt x="234756" y="931198"/>
                  </a:lnTo>
                  <a:lnTo>
                    <a:pt x="234744" y="931184"/>
                  </a:lnTo>
                  <a:lnTo>
                    <a:pt x="234725" y="931180"/>
                  </a:lnTo>
                  <a:lnTo>
                    <a:pt x="234679" y="931183"/>
                  </a:lnTo>
                  <a:lnTo>
                    <a:pt x="234650" y="931190"/>
                  </a:lnTo>
                  <a:lnTo>
                    <a:pt x="234605" y="931196"/>
                  </a:lnTo>
                  <a:lnTo>
                    <a:pt x="234569" y="931191"/>
                  </a:lnTo>
                  <a:lnTo>
                    <a:pt x="234529" y="931182"/>
                  </a:lnTo>
                  <a:lnTo>
                    <a:pt x="234501" y="931174"/>
                  </a:lnTo>
                  <a:lnTo>
                    <a:pt x="234482" y="931175"/>
                  </a:lnTo>
                  <a:lnTo>
                    <a:pt x="234469" y="931185"/>
                  </a:lnTo>
                  <a:lnTo>
                    <a:pt x="234436" y="931192"/>
                  </a:lnTo>
                  <a:lnTo>
                    <a:pt x="234414" y="931192"/>
                  </a:lnTo>
                  <a:lnTo>
                    <a:pt x="234397" y="931187"/>
                  </a:lnTo>
                  <a:lnTo>
                    <a:pt x="234373" y="931177"/>
                  </a:lnTo>
                  <a:lnTo>
                    <a:pt x="234322" y="931170"/>
                  </a:lnTo>
                  <a:lnTo>
                    <a:pt x="234292" y="931154"/>
                  </a:lnTo>
                  <a:lnTo>
                    <a:pt x="234266" y="931154"/>
                  </a:lnTo>
                  <a:lnTo>
                    <a:pt x="234245" y="931147"/>
                  </a:lnTo>
                  <a:lnTo>
                    <a:pt x="234239" y="931129"/>
                  </a:lnTo>
                  <a:lnTo>
                    <a:pt x="234230" y="931104"/>
                  </a:lnTo>
                  <a:lnTo>
                    <a:pt x="234215" y="931088"/>
                  </a:lnTo>
                  <a:lnTo>
                    <a:pt x="234183" y="931068"/>
                  </a:lnTo>
                  <a:lnTo>
                    <a:pt x="234158" y="931056"/>
                  </a:lnTo>
                  <a:lnTo>
                    <a:pt x="234121" y="931039"/>
                  </a:lnTo>
                  <a:lnTo>
                    <a:pt x="234103" y="931037"/>
                  </a:lnTo>
                  <a:lnTo>
                    <a:pt x="234069" y="931040"/>
                  </a:lnTo>
                  <a:lnTo>
                    <a:pt x="234049" y="931040"/>
                  </a:lnTo>
                  <a:lnTo>
                    <a:pt x="234037" y="931032"/>
                  </a:lnTo>
                  <a:lnTo>
                    <a:pt x="234019" y="931013"/>
                  </a:lnTo>
                  <a:lnTo>
                    <a:pt x="233996" y="931000"/>
                  </a:lnTo>
                  <a:lnTo>
                    <a:pt x="233977" y="930974"/>
                  </a:lnTo>
                  <a:lnTo>
                    <a:pt x="233968" y="930941"/>
                  </a:lnTo>
                  <a:lnTo>
                    <a:pt x="233953" y="930907"/>
                  </a:lnTo>
                  <a:lnTo>
                    <a:pt x="233948" y="930896"/>
                  </a:lnTo>
                  <a:lnTo>
                    <a:pt x="233935" y="930890"/>
                  </a:lnTo>
                  <a:lnTo>
                    <a:pt x="233914" y="930890"/>
                  </a:lnTo>
                  <a:lnTo>
                    <a:pt x="233900" y="930890"/>
                  </a:lnTo>
                  <a:lnTo>
                    <a:pt x="233877" y="930895"/>
                  </a:lnTo>
                  <a:lnTo>
                    <a:pt x="233849" y="930897"/>
                  </a:lnTo>
                  <a:lnTo>
                    <a:pt x="233819" y="930895"/>
                  </a:lnTo>
                  <a:lnTo>
                    <a:pt x="233789" y="930878"/>
                  </a:lnTo>
                  <a:lnTo>
                    <a:pt x="233729" y="930848"/>
                  </a:lnTo>
                  <a:lnTo>
                    <a:pt x="233698" y="930831"/>
                  </a:lnTo>
                  <a:lnTo>
                    <a:pt x="233658" y="930818"/>
                  </a:lnTo>
                  <a:lnTo>
                    <a:pt x="233623" y="930807"/>
                  </a:lnTo>
                  <a:lnTo>
                    <a:pt x="233610" y="930802"/>
                  </a:lnTo>
                  <a:lnTo>
                    <a:pt x="233607" y="930796"/>
                  </a:lnTo>
                  <a:lnTo>
                    <a:pt x="233607" y="930789"/>
                  </a:lnTo>
                  <a:lnTo>
                    <a:pt x="233611" y="930773"/>
                  </a:lnTo>
                  <a:lnTo>
                    <a:pt x="233620" y="930760"/>
                  </a:lnTo>
                  <a:lnTo>
                    <a:pt x="233623" y="930746"/>
                  </a:lnTo>
                  <a:lnTo>
                    <a:pt x="233625" y="930731"/>
                  </a:lnTo>
                  <a:lnTo>
                    <a:pt x="233621" y="930715"/>
                  </a:lnTo>
                  <a:lnTo>
                    <a:pt x="233610" y="930697"/>
                  </a:lnTo>
                  <a:lnTo>
                    <a:pt x="233597" y="930682"/>
                  </a:lnTo>
                  <a:lnTo>
                    <a:pt x="233577" y="930671"/>
                  </a:lnTo>
                  <a:lnTo>
                    <a:pt x="233564" y="930661"/>
                  </a:lnTo>
                  <a:lnTo>
                    <a:pt x="233552" y="930638"/>
                  </a:lnTo>
                  <a:lnTo>
                    <a:pt x="233540" y="930616"/>
                  </a:lnTo>
                  <a:lnTo>
                    <a:pt x="233530" y="930605"/>
                  </a:lnTo>
                  <a:lnTo>
                    <a:pt x="233507" y="930582"/>
                  </a:lnTo>
                  <a:lnTo>
                    <a:pt x="233489" y="930556"/>
                  </a:lnTo>
                  <a:lnTo>
                    <a:pt x="233466" y="930533"/>
                  </a:lnTo>
                  <a:lnTo>
                    <a:pt x="233438" y="930506"/>
                  </a:lnTo>
                  <a:lnTo>
                    <a:pt x="233407" y="930482"/>
                  </a:lnTo>
                  <a:lnTo>
                    <a:pt x="233350" y="930448"/>
                  </a:lnTo>
                  <a:lnTo>
                    <a:pt x="233327" y="930434"/>
                  </a:lnTo>
                  <a:lnTo>
                    <a:pt x="233323" y="930427"/>
                  </a:lnTo>
                  <a:lnTo>
                    <a:pt x="233322" y="930411"/>
                  </a:lnTo>
                  <a:lnTo>
                    <a:pt x="233322" y="930392"/>
                  </a:lnTo>
                  <a:lnTo>
                    <a:pt x="233316" y="930371"/>
                  </a:lnTo>
                  <a:lnTo>
                    <a:pt x="233298" y="930353"/>
                  </a:lnTo>
                  <a:lnTo>
                    <a:pt x="233277" y="930336"/>
                  </a:lnTo>
                  <a:lnTo>
                    <a:pt x="233269" y="930330"/>
                  </a:lnTo>
                  <a:lnTo>
                    <a:pt x="233267" y="930322"/>
                  </a:lnTo>
                  <a:lnTo>
                    <a:pt x="233270" y="930310"/>
                  </a:lnTo>
                  <a:lnTo>
                    <a:pt x="233279" y="930292"/>
                  </a:lnTo>
                  <a:lnTo>
                    <a:pt x="233280" y="930268"/>
                  </a:lnTo>
                  <a:lnTo>
                    <a:pt x="233280" y="930251"/>
                  </a:lnTo>
                  <a:lnTo>
                    <a:pt x="233275" y="930236"/>
                  </a:lnTo>
                  <a:lnTo>
                    <a:pt x="233266" y="930223"/>
                  </a:lnTo>
                  <a:lnTo>
                    <a:pt x="233245" y="930194"/>
                  </a:lnTo>
                  <a:lnTo>
                    <a:pt x="233233" y="930170"/>
                  </a:lnTo>
                  <a:lnTo>
                    <a:pt x="233225" y="930158"/>
                  </a:lnTo>
                  <a:lnTo>
                    <a:pt x="233222" y="930145"/>
                  </a:lnTo>
                  <a:lnTo>
                    <a:pt x="233222" y="930134"/>
                  </a:lnTo>
                  <a:lnTo>
                    <a:pt x="233226" y="930113"/>
                  </a:lnTo>
                  <a:lnTo>
                    <a:pt x="233238" y="930088"/>
                  </a:lnTo>
                  <a:lnTo>
                    <a:pt x="233255" y="930057"/>
                  </a:lnTo>
                  <a:lnTo>
                    <a:pt x="233275" y="930025"/>
                  </a:lnTo>
                  <a:lnTo>
                    <a:pt x="233277" y="930014"/>
                  </a:lnTo>
                  <a:lnTo>
                    <a:pt x="233272" y="929999"/>
                  </a:lnTo>
                  <a:lnTo>
                    <a:pt x="233269" y="929983"/>
                  </a:lnTo>
                  <a:lnTo>
                    <a:pt x="233263" y="929970"/>
                  </a:lnTo>
                  <a:lnTo>
                    <a:pt x="233260" y="929950"/>
                  </a:lnTo>
                  <a:lnTo>
                    <a:pt x="233270" y="929893"/>
                  </a:lnTo>
                  <a:lnTo>
                    <a:pt x="233287" y="929795"/>
                  </a:lnTo>
                  <a:lnTo>
                    <a:pt x="233296" y="929728"/>
                  </a:lnTo>
                  <a:lnTo>
                    <a:pt x="233301" y="929693"/>
                  </a:lnTo>
                  <a:lnTo>
                    <a:pt x="233309" y="929661"/>
                  </a:lnTo>
                  <a:lnTo>
                    <a:pt x="233318" y="929639"/>
                  </a:lnTo>
                  <a:lnTo>
                    <a:pt x="233323" y="929604"/>
                  </a:lnTo>
                  <a:lnTo>
                    <a:pt x="233324" y="929587"/>
                  </a:lnTo>
                  <a:lnTo>
                    <a:pt x="233311" y="929573"/>
                  </a:lnTo>
                  <a:lnTo>
                    <a:pt x="233297" y="929571"/>
                  </a:lnTo>
                  <a:lnTo>
                    <a:pt x="233282" y="929564"/>
                  </a:lnTo>
                  <a:lnTo>
                    <a:pt x="233245" y="929557"/>
                  </a:lnTo>
                  <a:lnTo>
                    <a:pt x="233211" y="929552"/>
                  </a:lnTo>
                  <a:lnTo>
                    <a:pt x="233185" y="929554"/>
                  </a:lnTo>
                  <a:lnTo>
                    <a:pt x="233153" y="929566"/>
                  </a:lnTo>
                  <a:lnTo>
                    <a:pt x="233123" y="929571"/>
                  </a:lnTo>
                  <a:lnTo>
                    <a:pt x="233093" y="929573"/>
                  </a:lnTo>
                  <a:lnTo>
                    <a:pt x="233053" y="929565"/>
                  </a:lnTo>
                  <a:lnTo>
                    <a:pt x="233020" y="929546"/>
                  </a:lnTo>
                  <a:lnTo>
                    <a:pt x="232999" y="929539"/>
                  </a:lnTo>
                  <a:lnTo>
                    <a:pt x="232956" y="929527"/>
                  </a:lnTo>
                  <a:lnTo>
                    <a:pt x="232915" y="929524"/>
                  </a:lnTo>
                  <a:lnTo>
                    <a:pt x="232870" y="929516"/>
                  </a:lnTo>
                  <a:lnTo>
                    <a:pt x="232837" y="929501"/>
                  </a:lnTo>
                  <a:lnTo>
                    <a:pt x="232821" y="929485"/>
                  </a:lnTo>
                  <a:lnTo>
                    <a:pt x="232799" y="929466"/>
                  </a:lnTo>
                  <a:lnTo>
                    <a:pt x="232776" y="929459"/>
                  </a:lnTo>
                  <a:lnTo>
                    <a:pt x="232739" y="929454"/>
                  </a:lnTo>
                  <a:lnTo>
                    <a:pt x="232715" y="929455"/>
                  </a:lnTo>
                  <a:lnTo>
                    <a:pt x="232679" y="929461"/>
                  </a:lnTo>
                  <a:lnTo>
                    <a:pt x="232642" y="929467"/>
                  </a:lnTo>
                  <a:lnTo>
                    <a:pt x="232604" y="929477"/>
                  </a:lnTo>
                  <a:lnTo>
                    <a:pt x="232577" y="929480"/>
                  </a:lnTo>
                  <a:lnTo>
                    <a:pt x="232556" y="929487"/>
                  </a:lnTo>
                  <a:lnTo>
                    <a:pt x="232524" y="929501"/>
                  </a:lnTo>
                  <a:lnTo>
                    <a:pt x="232490" y="929520"/>
                  </a:lnTo>
                  <a:lnTo>
                    <a:pt x="232460" y="929536"/>
                  </a:lnTo>
                  <a:lnTo>
                    <a:pt x="232422" y="929555"/>
                  </a:lnTo>
                  <a:lnTo>
                    <a:pt x="232398" y="929571"/>
                  </a:lnTo>
                  <a:lnTo>
                    <a:pt x="232387" y="929587"/>
                  </a:lnTo>
                  <a:lnTo>
                    <a:pt x="232381" y="929634"/>
                  </a:lnTo>
                  <a:lnTo>
                    <a:pt x="232379" y="929655"/>
                  </a:lnTo>
                  <a:lnTo>
                    <a:pt x="232371" y="929684"/>
                  </a:lnTo>
                  <a:lnTo>
                    <a:pt x="232354" y="929704"/>
                  </a:lnTo>
                  <a:lnTo>
                    <a:pt x="232333" y="929715"/>
                  </a:lnTo>
                  <a:lnTo>
                    <a:pt x="232310" y="929719"/>
                  </a:lnTo>
                  <a:lnTo>
                    <a:pt x="232260" y="929728"/>
                  </a:lnTo>
                  <a:lnTo>
                    <a:pt x="232223" y="929737"/>
                  </a:lnTo>
                  <a:lnTo>
                    <a:pt x="232175" y="929749"/>
                  </a:lnTo>
                  <a:lnTo>
                    <a:pt x="232139" y="929764"/>
                  </a:lnTo>
                  <a:lnTo>
                    <a:pt x="232115" y="929773"/>
                  </a:lnTo>
                  <a:lnTo>
                    <a:pt x="232092" y="929792"/>
                  </a:lnTo>
                  <a:lnTo>
                    <a:pt x="232061" y="929821"/>
                  </a:lnTo>
                  <a:lnTo>
                    <a:pt x="232049" y="929842"/>
                  </a:lnTo>
                  <a:lnTo>
                    <a:pt x="232028" y="929866"/>
                  </a:lnTo>
                  <a:lnTo>
                    <a:pt x="232006" y="929882"/>
                  </a:lnTo>
                  <a:lnTo>
                    <a:pt x="231975" y="929904"/>
                  </a:lnTo>
                  <a:lnTo>
                    <a:pt x="231956" y="929910"/>
                  </a:lnTo>
                  <a:lnTo>
                    <a:pt x="231925" y="929916"/>
                  </a:lnTo>
                  <a:lnTo>
                    <a:pt x="231898" y="929922"/>
                  </a:lnTo>
                  <a:lnTo>
                    <a:pt x="231892" y="929929"/>
                  </a:lnTo>
                  <a:lnTo>
                    <a:pt x="231887" y="929947"/>
                  </a:lnTo>
                  <a:lnTo>
                    <a:pt x="231885" y="929981"/>
                  </a:lnTo>
                  <a:lnTo>
                    <a:pt x="231883" y="930003"/>
                  </a:lnTo>
                  <a:lnTo>
                    <a:pt x="231880" y="930027"/>
                  </a:lnTo>
                  <a:lnTo>
                    <a:pt x="231877" y="930046"/>
                  </a:lnTo>
                  <a:lnTo>
                    <a:pt x="231880" y="930071"/>
                  </a:lnTo>
                  <a:lnTo>
                    <a:pt x="231887" y="930089"/>
                  </a:lnTo>
                  <a:lnTo>
                    <a:pt x="231892" y="930117"/>
                  </a:lnTo>
                  <a:lnTo>
                    <a:pt x="231892" y="930135"/>
                  </a:lnTo>
                  <a:lnTo>
                    <a:pt x="231890" y="930145"/>
                  </a:lnTo>
                  <a:lnTo>
                    <a:pt x="231875" y="930159"/>
                  </a:lnTo>
                  <a:lnTo>
                    <a:pt x="231853" y="930185"/>
                  </a:lnTo>
                  <a:lnTo>
                    <a:pt x="231835" y="930215"/>
                  </a:lnTo>
                  <a:lnTo>
                    <a:pt x="231825" y="930237"/>
                  </a:lnTo>
                  <a:lnTo>
                    <a:pt x="231818" y="930290"/>
                  </a:lnTo>
                  <a:lnTo>
                    <a:pt x="231814" y="930318"/>
                  </a:lnTo>
                  <a:lnTo>
                    <a:pt x="231815" y="930348"/>
                  </a:lnTo>
                  <a:lnTo>
                    <a:pt x="231806" y="930372"/>
                  </a:lnTo>
                  <a:lnTo>
                    <a:pt x="231797" y="930400"/>
                  </a:lnTo>
                  <a:lnTo>
                    <a:pt x="231770" y="930446"/>
                  </a:lnTo>
                  <a:lnTo>
                    <a:pt x="231737" y="930510"/>
                  </a:lnTo>
                  <a:lnTo>
                    <a:pt x="231713" y="930536"/>
                  </a:lnTo>
                  <a:lnTo>
                    <a:pt x="231697" y="930561"/>
                  </a:lnTo>
                  <a:lnTo>
                    <a:pt x="231687" y="930584"/>
                  </a:lnTo>
                  <a:lnTo>
                    <a:pt x="231682" y="930611"/>
                  </a:lnTo>
                  <a:lnTo>
                    <a:pt x="231678" y="930629"/>
                  </a:lnTo>
                  <a:lnTo>
                    <a:pt x="231667" y="930633"/>
                  </a:lnTo>
                  <a:lnTo>
                    <a:pt x="231649" y="930629"/>
                  </a:lnTo>
                  <a:lnTo>
                    <a:pt x="231612" y="930622"/>
                  </a:lnTo>
                  <a:lnTo>
                    <a:pt x="231575" y="930613"/>
                  </a:lnTo>
                  <a:lnTo>
                    <a:pt x="231543" y="930606"/>
                  </a:lnTo>
                  <a:lnTo>
                    <a:pt x="231506" y="930605"/>
                  </a:lnTo>
                  <a:lnTo>
                    <a:pt x="231466" y="930598"/>
                  </a:lnTo>
                  <a:lnTo>
                    <a:pt x="231443" y="930600"/>
                  </a:lnTo>
                  <a:lnTo>
                    <a:pt x="231421" y="930614"/>
                  </a:lnTo>
                  <a:lnTo>
                    <a:pt x="231394" y="930627"/>
                  </a:lnTo>
                  <a:lnTo>
                    <a:pt x="231367" y="930627"/>
                  </a:lnTo>
                  <a:lnTo>
                    <a:pt x="231344" y="930637"/>
                  </a:lnTo>
                  <a:lnTo>
                    <a:pt x="231329" y="930651"/>
                  </a:lnTo>
                  <a:lnTo>
                    <a:pt x="231310" y="930655"/>
                  </a:lnTo>
                  <a:lnTo>
                    <a:pt x="231277" y="930655"/>
                  </a:lnTo>
                  <a:lnTo>
                    <a:pt x="231240" y="930650"/>
                  </a:lnTo>
                  <a:lnTo>
                    <a:pt x="231190" y="930647"/>
                  </a:lnTo>
                  <a:lnTo>
                    <a:pt x="231149" y="930643"/>
                  </a:lnTo>
                  <a:lnTo>
                    <a:pt x="231120" y="930643"/>
                  </a:lnTo>
                  <a:lnTo>
                    <a:pt x="231096" y="930647"/>
                  </a:lnTo>
                  <a:lnTo>
                    <a:pt x="231080" y="930638"/>
                  </a:lnTo>
                  <a:lnTo>
                    <a:pt x="231062" y="930619"/>
                  </a:lnTo>
                  <a:lnTo>
                    <a:pt x="231031" y="930596"/>
                  </a:lnTo>
                  <a:lnTo>
                    <a:pt x="230992" y="930589"/>
                  </a:lnTo>
                  <a:lnTo>
                    <a:pt x="230958" y="930590"/>
                  </a:lnTo>
                  <a:lnTo>
                    <a:pt x="230925" y="930598"/>
                  </a:lnTo>
                  <a:lnTo>
                    <a:pt x="230884" y="930609"/>
                  </a:lnTo>
                  <a:lnTo>
                    <a:pt x="230851" y="930619"/>
                  </a:lnTo>
                  <a:lnTo>
                    <a:pt x="230829" y="930624"/>
                  </a:lnTo>
                  <a:lnTo>
                    <a:pt x="230821" y="930626"/>
                  </a:lnTo>
                  <a:lnTo>
                    <a:pt x="230813" y="930649"/>
                  </a:lnTo>
                  <a:lnTo>
                    <a:pt x="230792" y="930708"/>
                  </a:lnTo>
                  <a:lnTo>
                    <a:pt x="230784" y="930754"/>
                  </a:lnTo>
                  <a:lnTo>
                    <a:pt x="230779" y="930804"/>
                  </a:lnTo>
                  <a:lnTo>
                    <a:pt x="230778" y="930841"/>
                  </a:lnTo>
                  <a:lnTo>
                    <a:pt x="230783" y="930868"/>
                  </a:lnTo>
                  <a:lnTo>
                    <a:pt x="230806" y="930893"/>
                  </a:lnTo>
                  <a:lnTo>
                    <a:pt x="230836" y="930918"/>
                  </a:lnTo>
                  <a:lnTo>
                    <a:pt x="230846" y="930926"/>
                  </a:lnTo>
                  <a:lnTo>
                    <a:pt x="230847" y="930939"/>
                  </a:lnTo>
                  <a:lnTo>
                    <a:pt x="230836" y="930957"/>
                  </a:lnTo>
                  <a:lnTo>
                    <a:pt x="230804" y="931003"/>
                  </a:lnTo>
                  <a:lnTo>
                    <a:pt x="230744" y="931069"/>
                  </a:lnTo>
                  <a:lnTo>
                    <a:pt x="230708" y="931125"/>
                  </a:lnTo>
                  <a:lnTo>
                    <a:pt x="230700" y="931152"/>
                  </a:lnTo>
                  <a:lnTo>
                    <a:pt x="230701" y="931182"/>
                  </a:lnTo>
                  <a:lnTo>
                    <a:pt x="230699" y="931195"/>
                  </a:lnTo>
                  <a:lnTo>
                    <a:pt x="230682" y="931197"/>
                  </a:lnTo>
                  <a:lnTo>
                    <a:pt x="230645" y="931188"/>
                  </a:lnTo>
                  <a:lnTo>
                    <a:pt x="230595" y="931166"/>
                  </a:lnTo>
                  <a:lnTo>
                    <a:pt x="230527" y="931138"/>
                  </a:lnTo>
                  <a:lnTo>
                    <a:pt x="230454" y="931117"/>
                  </a:lnTo>
                  <a:lnTo>
                    <a:pt x="230384" y="931094"/>
                  </a:lnTo>
                  <a:lnTo>
                    <a:pt x="230274" y="931061"/>
                  </a:lnTo>
                  <a:lnTo>
                    <a:pt x="230213" y="931037"/>
                  </a:lnTo>
                  <a:lnTo>
                    <a:pt x="230172" y="931010"/>
                  </a:lnTo>
                  <a:lnTo>
                    <a:pt x="230108" y="930981"/>
                  </a:lnTo>
                  <a:lnTo>
                    <a:pt x="230062" y="930964"/>
                  </a:lnTo>
                  <a:lnTo>
                    <a:pt x="230033" y="930941"/>
                  </a:lnTo>
                  <a:lnTo>
                    <a:pt x="230006" y="930918"/>
                  </a:lnTo>
                  <a:lnTo>
                    <a:pt x="229992" y="930888"/>
                  </a:lnTo>
                  <a:lnTo>
                    <a:pt x="229985" y="930864"/>
                  </a:lnTo>
                  <a:lnTo>
                    <a:pt x="229974" y="930850"/>
                  </a:lnTo>
                  <a:lnTo>
                    <a:pt x="229957" y="930839"/>
                  </a:lnTo>
                  <a:lnTo>
                    <a:pt x="229938" y="930838"/>
                  </a:lnTo>
                  <a:lnTo>
                    <a:pt x="229909" y="930829"/>
                  </a:lnTo>
                  <a:lnTo>
                    <a:pt x="229887" y="930816"/>
                  </a:lnTo>
                  <a:lnTo>
                    <a:pt x="229863" y="930788"/>
                  </a:lnTo>
                  <a:lnTo>
                    <a:pt x="229816" y="930761"/>
                  </a:lnTo>
                  <a:lnTo>
                    <a:pt x="229773" y="930733"/>
                  </a:lnTo>
                  <a:lnTo>
                    <a:pt x="229728" y="930696"/>
                  </a:lnTo>
                  <a:lnTo>
                    <a:pt x="229703" y="930672"/>
                  </a:lnTo>
                  <a:lnTo>
                    <a:pt x="229671" y="930625"/>
                  </a:lnTo>
                  <a:lnTo>
                    <a:pt x="229663" y="930607"/>
                  </a:lnTo>
                  <a:lnTo>
                    <a:pt x="229658" y="930578"/>
                  </a:lnTo>
                  <a:lnTo>
                    <a:pt x="229657" y="930540"/>
                  </a:lnTo>
                  <a:lnTo>
                    <a:pt x="229649" y="930527"/>
                  </a:lnTo>
                  <a:lnTo>
                    <a:pt x="229630" y="930518"/>
                  </a:lnTo>
                  <a:lnTo>
                    <a:pt x="229594" y="930503"/>
                  </a:lnTo>
                  <a:lnTo>
                    <a:pt x="229567" y="930483"/>
                  </a:lnTo>
                  <a:lnTo>
                    <a:pt x="229550" y="930464"/>
                  </a:lnTo>
                  <a:lnTo>
                    <a:pt x="229543" y="930455"/>
                  </a:lnTo>
                  <a:lnTo>
                    <a:pt x="229532" y="930449"/>
                  </a:lnTo>
                  <a:lnTo>
                    <a:pt x="229511" y="930449"/>
                  </a:lnTo>
                  <a:lnTo>
                    <a:pt x="229491" y="930447"/>
                  </a:lnTo>
                  <a:lnTo>
                    <a:pt x="229478" y="930437"/>
                  </a:lnTo>
                  <a:lnTo>
                    <a:pt x="229473" y="930427"/>
                  </a:lnTo>
                  <a:lnTo>
                    <a:pt x="229466" y="930414"/>
                  </a:lnTo>
                  <a:lnTo>
                    <a:pt x="229456" y="930407"/>
                  </a:lnTo>
                  <a:lnTo>
                    <a:pt x="229430" y="930403"/>
                  </a:lnTo>
                  <a:lnTo>
                    <a:pt x="229408" y="930402"/>
                  </a:lnTo>
                  <a:lnTo>
                    <a:pt x="229391" y="930396"/>
                  </a:lnTo>
                  <a:lnTo>
                    <a:pt x="229373" y="930361"/>
                  </a:lnTo>
                  <a:lnTo>
                    <a:pt x="229355" y="930343"/>
                  </a:lnTo>
                  <a:lnTo>
                    <a:pt x="229341" y="930317"/>
                  </a:lnTo>
                  <a:lnTo>
                    <a:pt x="229332" y="930292"/>
                  </a:lnTo>
                  <a:lnTo>
                    <a:pt x="229311" y="930253"/>
                  </a:lnTo>
                  <a:lnTo>
                    <a:pt x="229306" y="930235"/>
                  </a:lnTo>
                  <a:lnTo>
                    <a:pt x="229306" y="930216"/>
                  </a:lnTo>
                  <a:lnTo>
                    <a:pt x="229294" y="930195"/>
                  </a:lnTo>
                  <a:lnTo>
                    <a:pt x="229273" y="930156"/>
                  </a:lnTo>
                  <a:lnTo>
                    <a:pt x="229264" y="930125"/>
                  </a:lnTo>
                  <a:lnTo>
                    <a:pt x="229242" y="930094"/>
                  </a:lnTo>
                  <a:lnTo>
                    <a:pt x="229222" y="930077"/>
                  </a:lnTo>
                  <a:lnTo>
                    <a:pt x="229206" y="930065"/>
                  </a:lnTo>
                  <a:lnTo>
                    <a:pt x="229192" y="930045"/>
                  </a:lnTo>
                  <a:lnTo>
                    <a:pt x="229183" y="930016"/>
                  </a:lnTo>
                  <a:lnTo>
                    <a:pt x="229180" y="929992"/>
                  </a:lnTo>
                  <a:lnTo>
                    <a:pt x="229186" y="929961"/>
                  </a:lnTo>
                  <a:lnTo>
                    <a:pt x="229202" y="929938"/>
                  </a:lnTo>
                  <a:lnTo>
                    <a:pt x="229221" y="929923"/>
                  </a:lnTo>
                  <a:lnTo>
                    <a:pt x="229264" y="929892"/>
                  </a:lnTo>
                  <a:lnTo>
                    <a:pt x="229301" y="929876"/>
                  </a:lnTo>
                  <a:lnTo>
                    <a:pt x="229341" y="929850"/>
                  </a:lnTo>
                  <a:lnTo>
                    <a:pt x="229370" y="929819"/>
                  </a:lnTo>
                  <a:lnTo>
                    <a:pt x="229400" y="929772"/>
                  </a:lnTo>
                  <a:lnTo>
                    <a:pt x="229436" y="929706"/>
                  </a:lnTo>
                  <a:lnTo>
                    <a:pt x="229498" y="929607"/>
                  </a:lnTo>
                  <a:lnTo>
                    <a:pt x="229507" y="929599"/>
                  </a:lnTo>
                  <a:lnTo>
                    <a:pt x="229537" y="929543"/>
                  </a:lnTo>
                  <a:lnTo>
                    <a:pt x="229569" y="929479"/>
                  </a:lnTo>
                  <a:lnTo>
                    <a:pt x="229600" y="929439"/>
                  </a:lnTo>
                  <a:lnTo>
                    <a:pt x="229633" y="929410"/>
                  </a:lnTo>
                  <a:lnTo>
                    <a:pt x="229641" y="929394"/>
                  </a:lnTo>
                  <a:lnTo>
                    <a:pt x="229642" y="929382"/>
                  </a:lnTo>
                  <a:lnTo>
                    <a:pt x="229640" y="929358"/>
                  </a:lnTo>
                  <a:lnTo>
                    <a:pt x="229635" y="929328"/>
                  </a:lnTo>
                  <a:lnTo>
                    <a:pt x="229628" y="929307"/>
                  </a:lnTo>
                  <a:lnTo>
                    <a:pt x="229625" y="929275"/>
                  </a:lnTo>
                  <a:lnTo>
                    <a:pt x="229630" y="929228"/>
                  </a:lnTo>
                  <a:lnTo>
                    <a:pt x="229628" y="929199"/>
                  </a:lnTo>
                  <a:lnTo>
                    <a:pt x="229617" y="929185"/>
                  </a:lnTo>
                  <a:lnTo>
                    <a:pt x="229590" y="929172"/>
                  </a:lnTo>
                  <a:lnTo>
                    <a:pt x="229554" y="929138"/>
                  </a:lnTo>
                  <a:lnTo>
                    <a:pt x="229528" y="929117"/>
                  </a:lnTo>
                  <a:lnTo>
                    <a:pt x="229496" y="929113"/>
                  </a:lnTo>
                  <a:lnTo>
                    <a:pt x="229460" y="929113"/>
                  </a:lnTo>
                  <a:lnTo>
                    <a:pt x="229436" y="929098"/>
                  </a:lnTo>
                  <a:lnTo>
                    <a:pt x="229427" y="929082"/>
                  </a:lnTo>
                  <a:lnTo>
                    <a:pt x="229417" y="929066"/>
                  </a:lnTo>
                  <a:lnTo>
                    <a:pt x="229398" y="929043"/>
                  </a:lnTo>
                  <a:lnTo>
                    <a:pt x="229370" y="929028"/>
                  </a:lnTo>
                  <a:lnTo>
                    <a:pt x="229331" y="928994"/>
                  </a:lnTo>
                  <a:lnTo>
                    <a:pt x="229309" y="928970"/>
                  </a:lnTo>
                  <a:lnTo>
                    <a:pt x="229285" y="928950"/>
                  </a:lnTo>
                  <a:lnTo>
                    <a:pt x="229271" y="928943"/>
                  </a:lnTo>
                  <a:lnTo>
                    <a:pt x="229262" y="928930"/>
                  </a:lnTo>
                  <a:lnTo>
                    <a:pt x="229260" y="928908"/>
                  </a:lnTo>
                  <a:lnTo>
                    <a:pt x="229257" y="928883"/>
                  </a:lnTo>
                  <a:lnTo>
                    <a:pt x="229251" y="928836"/>
                  </a:lnTo>
                  <a:lnTo>
                    <a:pt x="229240" y="928821"/>
                  </a:lnTo>
                  <a:lnTo>
                    <a:pt x="229223" y="928812"/>
                  </a:lnTo>
                  <a:lnTo>
                    <a:pt x="229144" y="928801"/>
                  </a:lnTo>
                  <a:lnTo>
                    <a:pt x="229060" y="928776"/>
                  </a:lnTo>
                  <a:lnTo>
                    <a:pt x="229008" y="928756"/>
                  </a:lnTo>
                  <a:lnTo>
                    <a:pt x="228967" y="928745"/>
                  </a:lnTo>
                  <a:lnTo>
                    <a:pt x="228924" y="928737"/>
                  </a:lnTo>
                  <a:lnTo>
                    <a:pt x="228910" y="928730"/>
                  </a:lnTo>
                  <a:lnTo>
                    <a:pt x="228897" y="928706"/>
                  </a:lnTo>
                  <a:lnTo>
                    <a:pt x="228887" y="928678"/>
                  </a:lnTo>
                  <a:lnTo>
                    <a:pt x="228879" y="928651"/>
                  </a:lnTo>
                  <a:lnTo>
                    <a:pt x="228870" y="928635"/>
                  </a:lnTo>
                  <a:lnTo>
                    <a:pt x="228856" y="928627"/>
                  </a:lnTo>
                  <a:lnTo>
                    <a:pt x="228841" y="928625"/>
                  </a:lnTo>
                  <a:lnTo>
                    <a:pt x="228822" y="928623"/>
                  </a:lnTo>
                  <a:lnTo>
                    <a:pt x="228804" y="928608"/>
                  </a:lnTo>
                  <a:lnTo>
                    <a:pt x="228779" y="928574"/>
                  </a:lnTo>
                  <a:lnTo>
                    <a:pt x="228767" y="928556"/>
                  </a:lnTo>
                  <a:lnTo>
                    <a:pt x="228753" y="928538"/>
                  </a:lnTo>
                  <a:lnTo>
                    <a:pt x="228734" y="928478"/>
                  </a:lnTo>
                  <a:lnTo>
                    <a:pt x="228717" y="928460"/>
                  </a:lnTo>
                  <a:lnTo>
                    <a:pt x="228708" y="928447"/>
                  </a:lnTo>
                  <a:lnTo>
                    <a:pt x="228698" y="928438"/>
                  </a:lnTo>
                  <a:lnTo>
                    <a:pt x="228680" y="928431"/>
                  </a:lnTo>
                  <a:lnTo>
                    <a:pt x="228665" y="928424"/>
                  </a:lnTo>
                  <a:lnTo>
                    <a:pt x="228650" y="928412"/>
                  </a:lnTo>
                  <a:lnTo>
                    <a:pt x="228633" y="928384"/>
                  </a:lnTo>
                  <a:lnTo>
                    <a:pt x="228615" y="928351"/>
                  </a:lnTo>
                  <a:lnTo>
                    <a:pt x="228601" y="928340"/>
                  </a:lnTo>
                  <a:lnTo>
                    <a:pt x="228571" y="928319"/>
                  </a:lnTo>
                  <a:lnTo>
                    <a:pt x="228545" y="928302"/>
                  </a:lnTo>
                  <a:lnTo>
                    <a:pt x="228521" y="928276"/>
                  </a:lnTo>
                  <a:lnTo>
                    <a:pt x="228499" y="928251"/>
                  </a:lnTo>
                  <a:lnTo>
                    <a:pt x="228475" y="928230"/>
                  </a:lnTo>
                  <a:lnTo>
                    <a:pt x="228434" y="928204"/>
                  </a:lnTo>
                  <a:lnTo>
                    <a:pt x="228359" y="928176"/>
                  </a:lnTo>
                  <a:lnTo>
                    <a:pt x="228315" y="928150"/>
                  </a:lnTo>
                  <a:lnTo>
                    <a:pt x="228294" y="928143"/>
                  </a:lnTo>
                  <a:lnTo>
                    <a:pt x="228280" y="928124"/>
                  </a:lnTo>
                  <a:lnTo>
                    <a:pt x="228259" y="928096"/>
                  </a:lnTo>
                  <a:lnTo>
                    <a:pt x="228240" y="928082"/>
                  </a:lnTo>
                  <a:lnTo>
                    <a:pt x="228218" y="928075"/>
                  </a:lnTo>
                  <a:lnTo>
                    <a:pt x="228203" y="928076"/>
                  </a:lnTo>
                  <a:lnTo>
                    <a:pt x="228176" y="928079"/>
                  </a:lnTo>
                  <a:lnTo>
                    <a:pt x="228156" y="928092"/>
                  </a:lnTo>
                  <a:lnTo>
                    <a:pt x="228137" y="928101"/>
                  </a:lnTo>
                  <a:lnTo>
                    <a:pt x="228104" y="928114"/>
                  </a:lnTo>
                  <a:lnTo>
                    <a:pt x="228061" y="928125"/>
                  </a:lnTo>
                  <a:lnTo>
                    <a:pt x="228017" y="928129"/>
                  </a:lnTo>
                  <a:lnTo>
                    <a:pt x="227950" y="928137"/>
                  </a:lnTo>
                  <a:lnTo>
                    <a:pt x="227880" y="928146"/>
                  </a:lnTo>
                  <a:lnTo>
                    <a:pt x="227837" y="928143"/>
                  </a:lnTo>
                  <a:lnTo>
                    <a:pt x="227800" y="928126"/>
                  </a:lnTo>
                  <a:lnTo>
                    <a:pt x="227765" y="928109"/>
                  </a:lnTo>
                  <a:lnTo>
                    <a:pt x="227718" y="928098"/>
                  </a:lnTo>
                  <a:lnTo>
                    <a:pt x="227674" y="928082"/>
                  </a:lnTo>
                  <a:lnTo>
                    <a:pt x="227634" y="928080"/>
                  </a:lnTo>
                  <a:lnTo>
                    <a:pt x="227602" y="928081"/>
                  </a:lnTo>
                  <a:lnTo>
                    <a:pt x="227577" y="928074"/>
                  </a:lnTo>
                  <a:lnTo>
                    <a:pt x="227548" y="928058"/>
                  </a:lnTo>
                  <a:lnTo>
                    <a:pt x="227519" y="928050"/>
                  </a:lnTo>
                  <a:lnTo>
                    <a:pt x="227494" y="928048"/>
                  </a:lnTo>
                  <a:lnTo>
                    <a:pt x="227467" y="928052"/>
                  </a:lnTo>
                  <a:lnTo>
                    <a:pt x="227429" y="928061"/>
                  </a:lnTo>
                  <a:lnTo>
                    <a:pt x="227401" y="928066"/>
                  </a:lnTo>
                  <a:lnTo>
                    <a:pt x="227372" y="928079"/>
                  </a:lnTo>
                  <a:lnTo>
                    <a:pt x="227348" y="928091"/>
                  </a:lnTo>
                  <a:lnTo>
                    <a:pt x="227333" y="928091"/>
                  </a:lnTo>
                  <a:lnTo>
                    <a:pt x="227326" y="928075"/>
                  </a:lnTo>
                  <a:lnTo>
                    <a:pt x="227314" y="928053"/>
                  </a:lnTo>
                  <a:lnTo>
                    <a:pt x="227298" y="928041"/>
                  </a:lnTo>
                  <a:lnTo>
                    <a:pt x="227270" y="928022"/>
                  </a:lnTo>
                  <a:lnTo>
                    <a:pt x="227245" y="928009"/>
                  </a:lnTo>
                  <a:lnTo>
                    <a:pt x="227220" y="928002"/>
                  </a:lnTo>
                  <a:lnTo>
                    <a:pt x="227183" y="928000"/>
                  </a:lnTo>
                  <a:lnTo>
                    <a:pt x="227153" y="928002"/>
                  </a:lnTo>
                  <a:lnTo>
                    <a:pt x="227137" y="928001"/>
                  </a:lnTo>
                  <a:lnTo>
                    <a:pt x="227131" y="927992"/>
                  </a:lnTo>
                  <a:lnTo>
                    <a:pt x="227129" y="927975"/>
                  </a:lnTo>
                  <a:lnTo>
                    <a:pt x="227126" y="927961"/>
                  </a:lnTo>
                  <a:lnTo>
                    <a:pt x="227103" y="927945"/>
                  </a:lnTo>
                  <a:lnTo>
                    <a:pt x="227083" y="927936"/>
                  </a:lnTo>
                  <a:lnTo>
                    <a:pt x="227058" y="927927"/>
                  </a:lnTo>
                  <a:lnTo>
                    <a:pt x="227024" y="927917"/>
                  </a:lnTo>
                  <a:lnTo>
                    <a:pt x="227000" y="927910"/>
                  </a:lnTo>
                  <a:lnTo>
                    <a:pt x="226983" y="927900"/>
                  </a:lnTo>
                  <a:lnTo>
                    <a:pt x="226967" y="927871"/>
                  </a:lnTo>
                  <a:lnTo>
                    <a:pt x="226962" y="927840"/>
                  </a:lnTo>
                  <a:lnTo>
                    <a:pt x="226955" y="927811"/>
                  </a:lnTo>
                  <a:lnTo>
                    <a:pt x="226947" y="927768"/>
                  </a:lnTo>
                  <a:lnTo>
                    <a:pt x="226939" y="927733"/>
                  </a:lnTo>
                  <a:lnTo>
                    <a:pt x="226929" y="927694"/>
                  </a:lnTo>
                  <a:lnTo>
                    <a:pt x="226919" y="927674"/>
                  </a:lnTo>
                  <a:lnTo>
                    <a:pt x="226900" y="927657"/>
                  </a:lnTo>
                  <a:lnTo>
                    <a:pt x="226883" y="927637"/>
                  </a:lnTo>
                  <a:lnTo>
                    <a:pt x="226873" y="927616"/>
                  </a:lnTo>
                  <a:lnTo>
                    <a:pt x="226869" y="927598"/>
                  </a:lnTo>
                  <a:lnTo>
                    <a:pt x="226864" y="927579"/>
                  </a:lnTo>
                  <a:lnTo>
                    <a:pt x="226857" y="927567"/>
                  </a:lnTo>
                  <a:lnTo>
                    <a:pt x="226850" y="927557"/>
                  </a:lnTo>
                  <a:lnTo>
                    <a:pt x="226833" y="927544"/>
                  </a:lnTo>
                  <a:lnTo>
                    <a:pt x="226800" y="927526"/>
                  </a:lnTo>
                  <a:lnTo>
                    <a:pt x="226756" y="927521"/>
                  </a:lnTo>
                  <a:lnTo>
                    <a:pt x="226722" y="927520"/>
                  </a:lnTo>
                  <a:lnTo>
                    <a:pt x="226677" y="927522"/>
                  </a:lnTo>
                  <a:lnTo>
                    <a:pt x="226632" y="927529"/>
                  </a:lnTo>
                  <a:lnTo>
                    <a:pt x="226592" y="927530"/>
                  </a:lnTo>
                  <a:lnTo>
                    <a:pt x="226580" y="927524"/>
                  </a:lnTo>
                  <a:lnTo>
                    <a:pt x="226595" y="927504"/>
                  </a:lnTo>
                  <a:lnTo>
                    <a:pt x="226602" y="927484"/>
                  </a:lnTo>
                  <a:lnTo>
                    <a:pt x="226606" y="927463"/>
                  </a:lnTo>
                  <a:lnTo>
                    <a:pt x="226610" y="927445"/>
                  </a:lnTo>
                  <a:lnTo>
                    <a:pt x="226610" y="927430"/>
                  </a:lnTo>
                  <a:lnTo>
                    <a:pt x="226603" y="927397"/>
                  </a:lnTo>
                  <a:lnTo>
                    <a:pt x="226591" y="927389"/>
                  </a:lnTo>
                  <a:lnTo>
                    <a:pt x="226573" y="927371"/>
                  </a:lnTo>
                  <a:lnTo>
                    <a:pt x="226559" y="927355"/>
                  </a:lnTo>
                  <a:lnTo>
                    <a:pt x="226555" y="927340"/>
                  </a:lnTo>
                  <a:lnTo>
                    <a:pt x="226553" y="927320"/>
                  </a:lnTo>
                  <a:lnTo>
                    <a:pt x="226550" y="927280"/>
                  </a:lnTo>
                  <a:lnTo>
                    <a:pt x="226543" y="927258"/>
                  </a:lnTo>
                  <a:lnTo>
                    <a:pt x="226528" y="927235"/>
                  </a:lnTo>
                  <a:lnTo>
                    <a:pt x="226516" y="927221"/>
                  </a:lnTo>
                  <a:lnTo>
                    <a:pt x="226486" y="927204"/>
                  </a:lnTo>
                  <a:lnTo>
                    <a:pt x="226454" y="927190"/>
                  </a:lnTo>
                  <a:lnTo>
                    <a:pt x="226435" y="927186"/>
                  </a:lnTo>
                  <a:lnTo>
                    <a:pt x="226410" y="927188"/>
                  </a:lnTo>
                  <a:lnTo>
                    <a:pt x="226382" y="927191"/>
                  </a:lnTo>
                  <a:lnTo>
                    <a:pt x="226323" y="927193"/>
                  </a:lnTo>
                  <a:lnTo>
                    <a:pt x="226272" y="927194"/>
                  </a:lnTo>
                  <a:lnTo>
                    <a:pt x="226207" y="927186"/>
                  </a:lnTo>
                  <a:lnTo>
                    <a:pt x="226153" y="927173"/>
                  </a:lnTo>
                  <a:lnTo>
                    <a:pt x="226116" y="927162"/>
                  </a:lnTo>
                  <a:lnTo>
                    <a:pt x="226082" y="927145"/>
                  </a:lnTo>
                  <a:lnTo>
                    <a:pt x="226049" y="927127"/>
                  </a:lnTo>
                  <a:lnTo>
                    <a:pt x="226027" y="927109"/>
                  </a:lnTo>
                  <a:lnTo>
                    <a:pt x="225970" y="927072"/>
                  </a:lnTo>
                  <a:lnTo>
                    <a:pt x="225896" y="927017"/>
                  </a:lnTo>
                  <a:lnTo>
                    <a:pt x="225856" y="926998"/>
                  </a:lnTo>
                  <a:lnTo>
                    <a:pt x="225828" y="926988"/>
                  </a:lnTo>
                  <a:lnTo>
                    <a:pt x="225805" y="926984"/>
                  </a:lnTo>
                  <a:lnTo>
                    <a:pt x="225783" y="926986"/>
                  </a:lnTo>
                  <a:lnTo>
                    <a:pt x="225760" y="926981"/>
                  </a:lnTo>
                  <a:lnTo>
                    <a:pt x="225735" y="926970"/>
                  </a:lnTo>
                  <a:lnTo>
                    <a:pt x="225715" y="926955"/>
                  </a:lnTo>
                  <a:lnTo>
                    <a:pt x="225692" y="926942"/>
                  </a:lnTo>
                  <a:lnTo>
                    <a:pt x="225667" y="926925"/>
                  </a:lnTo>
                  <a:lnTo>
                    <a:pt x="225632" y="926903"/>
                  </a:lnTo>
                  <a:lnTo>
                    <a:pt x="225600" y="926893"/>
                  </a:lnTo>
                  <a:lnTo>
                    <a:pt x="225559" y="926890"/>
                  </a:lnTo>
                  <a:lnTo>
                    <a:pt x="225534" y="926890"/>
                  </a:lnTo>
                  <a:lnTo>
                    <a:pt x="225510" y="926898"/>
                  </a:lnTo>
                  <a:lnTo>
                    <a:pt x="225472" y="926914"/>
                  </a:lnTo>
                  <a:lnTo>
                    <a:pt x="225433" y="926939"/>
                  </a:lnTo>
                  <a:lnTo>
                    <a:pt x="225406" y="926953"/>
                  </a:lnTo>
                  <a:lnTo>
                    <a:pt x="225377" y="926961"/>
                  </a:lnTo>
                  <a:lnTo>
                    <a:pt x="225361" y="926974"/>
                  </a:lnTo>
                  <a:lnTo>
                    <a:pt x="225358" y="926995"/>
                  </a:lnTo>
                  <a:lnTo>
                    <a:pt x="225348" y="927029"/>
                  </a:lnTo>
                  <a:lnTo>
                    <a:pt x="225338" y="927053"/>
                  </a:lnTo>
                  <a:lnTo>
                    <a:pt x="225325" y="927072"/>
                  </a:lnTo>
                  <a:lnTo>
                    <a:pt x="225306" y="927093"/>
                  </a:lnTo>
                  <a:lnTo>
                    <a:pt x="225290" y="927099"/>
                  </a:lnTo>
                  <a:lnTo>
                    <a:pt x="225262" y="927095"/>
                  </a:lnTo>
                  <a:lnTo>
                    <a:pt x="225198" y="927080"/>
                  </a:lnTo>
                  <a:lnTo>
                    <a:pt x="225163" y="927071"/>
                  </a:lnTo>
                  <a:lnTo>
                    <a:pt x="225125" y="927056"/>
                  </a:lnTo>
                  <a:lnTo>
                    <a:pt x="225098" y="927051"/>
                  </a:lnTo>
                  <a:lnTo>
                    <a:pt x="225060" y="927049"/>
                  </a:lnTo>
                  <a:lnTo>
                    <a:pt x="225009" y="927041"/>
                  </a:lnTo>
                  <a:lnTo>
                    <a:pt x="224988" y="927035"/>
                  </a:lnTo>
                  <a:lnTo>
                    <a:pt x="224930" y="927033"/>
                  </a:lnTo>
                  <a:lnTo>
                    <a:pt x="224877" y="927033"/>
                  </a:lnTo>
                  <a:lnTo>
                    <a:pt x="224819" y="927034"/>
                  </a:lnTo>
                  <a:lnTo>
                    <a:pt x="224775" y="927031"/>
                  </a:lnTo>
                  <a:lnTo>
                    <a:pt x="224754" y="927029"/>
                  </a:lnTo>
                  <a:lnTo>
                    <a:pt x="224741" y="927020"/>
                  </a:lnTo>
                  <a:lnTo>
                    <a:pt x="224726" y="927002"/>
                  </a:lnTo>
                  <a:lnTo>
                    <a:pt x="224709" y="926984"/>
                  </a:lnTo>
                  <a:lnTo>
                    <a:pt x="224696" y="926964"/>
                  </a:lnTo>
                  <a:lnTo>
                    <a:pt x="224666" y="926920"/>
                  </a:lnTo>
                  <a:lnTo>
                    <a:pt x="224654" y="926894"/>
                  </a:lnTo>
                  <a:lnTo>
                    <a:pt x="224635" y="926866"/>
                  </a:lnTo>
                  <a:lnTo>
                    <a:pt x="224609" y="926842"/>
                  </a:lnTo>
                  <a:lnTo>
                    <a:pt x="224593" y="926828"/>
                  </a:lnTo>
                  <a:lnTo>
                    <a:pt x="224570" y="926801"/>
                  </a:lnTo>
                  <a:lnTo>
                    <a:pt x="224556" y="926782"/>
                  </a:lnTo>
                  <a:lnTo>
                    <a:pt x="224551" y="926768"/>
                  </a:lnTo>
                  <a:lnTo>
                    <a:pt x="224539" y="926741"/>
                  </a:lnTo>
                  <a:lnTo>
                    <a:pt x="224527" y="926718"/>
                  </a:lnTo>
                  <a:lnTo>
                    <a:pt x="224504" y="926686"/>
                  </a:lnTo>
                  <a:lnTo>
                    <a:pt x="224482" y="926664"/>
                  </a:lnTo>
                  <a:lnTo>
                    <a:pt x="224450" y="926627"/>
                  </a:lnTo>
                  <a:lnTo>
                    <a:pt x="224428" y="926613"/>
                  </a:lnTo>
                  <a:lnTo>
                    <a:pt x="224391" y="926614"/>
                  </a:lnTo>
                  <a:lnTo>
                    <a:pt x="224356" y="926610"/>
                  </a:lnTo>
                  <a:lnTo>
                    <a:pt x="224311" y="926598"/>
                  </a:lnTo>
                  <a:lnTo>
                    <a:pt x="224289" y="926590"/>
                  </a:lnTo>
                  <a:lnTo>
                    <a:pt x="224277" y="926583"/>
                  </a:lnTo>
                  <a:lnTo>
                    <a:pt x="224264" y="926572"/>
                  </a:lnTo>
                  <a:lnTo>
                    <a:pt x="224247" y="926562"/>
                  </a:lnTo>
                  <a:lnTo>
                    <a:pt x="224216" y="926542"/>
                  </a:lnTo>
                  <a:lnTo>
                    <a:pt x="224188" y="926526"/>
                  </a:lnTo>
                  <a:lnTo>
                    <a:pt x="224183" y="926525"/>
                  </a:lnTo>
                  <a:lnTo>
                    <a:pt x="224171" y="926522"/>
                  </a:lnTo>
                  <a:lnTo>
                    <a:pt x="224123" y="926513"/>
                  </a:lnTo>
                  <a:lnTo>
                    <a:pt x="224080" y="926515"/>
                  </a:lnTo>
                  <a:lnTo>
                    <a:pt x="224034" y="926515"/>
                  </a:lnTo>
                  <a:lnTo>
                    <a:pt x="224018" y="926514"/>
                  </a:lnTo>
                  <a:lnTo>
                    <a:pt x="224006" y="926506"/>
                  </a:lnTo>
                  <a:lnTo>
                    <a:pt x="223993" y="926497"/>
                  </a:lnTo>
                  <a:lnTo>
                    <a:pt x="223957" y="926472"/>
                  </a:lnTo>
                  <a:lnTo>
                    <a:pt x="223937" y="926456"/>
                  </a:lnTo>
                  <a:lnTo>
                    <a:pt x="223899" y="926435"/>
                  </a:lnTo>
                  <a:lnTo>
                    <a:pt x="223851" y="926412"/>
                  </a:lnTo>
                  <a:lnTo>
                    <a:pt x="223834" y="926407"/>
                  </a:lnTo>
                  <a:lnTo>
                    <a:pt x="223825" y="926404"/>
                  </a:lnTo>
                  <a:lnTo>
                    <a:pt x="223819" y="926392"/>
                  </a:lnTo>
                  <a:lnTo>
                    <a:pt x="223818" y="926382"/>
                  </a:lnTo>
                  <a:lnTo>
                    <a:pt x="223817" y="926357"/>
                  </a:lnTo>
                  <a:lnTo>
                    <a:pt x="223811" y="926336"/>
                  </a:lnTo>
                  <a:lnTo>
                    <a:pt x="223804" y="926329"/>
                  </a:lnTo>
                  <a:lnTo>
                    <a:pt x="223789" y="926318"/>
                  </a:lnTo>
                  <a:lnTo>
                    <a:pt x="223767" y="926303"/>
                  </a:lnTo>
                  <a:lnTo>
                    <a:pt x="223734" y="926281"/>
                  </a:lnTo>
                  <a:lnTo>
                    <a:pt x="223717" y="926267"/>
                  </a:lnTo>
                  <a:lnTo>
                    <a:pt x="223675" y="926236"/>
                  </a:lnTo>
                  <a:lnTo>
                    <a:pt x="223656" y="926221"/>
                  </a:lnTo>
                  <a:lnTo>
                    <a:pt x="223651" y="926212"/>
                  </a:lnTo>
                  <a:lnTo>
                    <a:pt x="223650" y="926206"/>
                  </a:lnTo>
                  <a:lnTo>
                    <a:pt x="223652" y="926193"/>
                  </a:lnTo>
                  <a:lnTo>
                    <a:pt x="223656" y="926178"/>
                  </a:lnTo>
                  <a:lnTo>
                    <a:pt x="223663" y="926140"/>
                  </a:lnTo>
                  <a:lnTo>
                    <a:pt x="223663" y="926120"/>
                  </a:lnTo>
                  <a:lnTo>
                    <a:pt x="223652" y="926091"/>
                  </a:lnTo>
                  <a:lnTo>
                    <a:pt x="223647" y="926061"/>
                  </a:lnTo>
                  <a:lnTo>
                    <a:pt x="223648" y="926052"/>
                  </a:lnTo>
                  <a:lnTo>
                    <a:pt x="223658" y="926043"/>
                  </a:lnTo>
                  <a:lnTo>
                    <a:pt x="223670" y="926038"/>
                  </a:lnTo>
                  <a:lnTo>
                    <a:pt x="223692" y="926046"/>
                  </a:lnTo>
                  <a:lnTo>
                    <a:pt x="223728" y="926052"/>
                  </a:lnTo>
                  <a:lnTo>
                    <a:pt x="223765" y="926054"/>
                  </a:lnTo>
                  <a:lnTo>
                    <a:pt x="223797" y="926057"/>
                  </a:lnTo>
                  <a:lnTo>
                    <a:pt x="223837" y="926056"/>
                  </a:lnTo>
                  <a:lnTo>
                    <a:pt x="223860" y="926055"/>
                  </a:lnTo>
                  <a:lnTo>
                    <a:pt x="223875" y="926050"/>
                  </a:lnTo>
                  <a:lnTo>
                    <a:pt x="223887" y="926038"/>
                  </a:lnTo>
                  <a:lnTo>
                    <a:pt x="223896" y="926026"/>
                  </a:lnTo>
                  <a:lnTo>
                    <a:pt x="223912" y="926008"/>
                  </a:lnTo>
                  <a:lnTo>
                    <a:pt x="223931" y="925997"/>
                  </a:lnTo>
                  <a:lnTo>
                    <a:pt x="223965" y="925977"/>
                  </a:lnTo>
                  <a:lnTo>
                    <a:pt x="223982" y="925967"/>
                  </a:lnTo>
                  <a:lnTo>
                    <a:pt x="223996" y="925967"/>
                  </a:lnTo>
                  <a:lnTo>
                    <a:pt x="224009" y="925968"/>
                  </a:lnTo>
                  <a:lnTo>
                    <a:pt x="224029" y="925972"/>
                  </a:lnTo>
                  <a:lnTo>
                    <a:pt x="224049" y="925977"/>
                  </a:lnTo>
                  <a:lnTo>
                    <a:pt x="224072" y="925981"/>
                  </a:lnTo>
                  <a:lnTo>
                    <a:pt x="224095" y="925980"/>
                  </a:lnTo>
                  <a:lnTo>
                    <a:pt x="224123" y="925968"/>
                  </a:lnTo>
                  <a:lnTo>
                    <a:pt x="224155" y="925956"/>
                  </a:lnTo>
                  <a:lnTo>
                    <a:pt x="224175" y="925951"/>
                  </a:lnTo>
                  <a:lnTo>
                    <a:pt x="224183" y="925949"/>
                  </a:lnTo>
                  <a:lnTo>
                    <a:pt x="224198" y="925946"/>
                  </a:lnTo>
                  <a:lnTo>
                    <a:pt x="224214" y="925943"/>
                  </a:lnTo>
                  <a:lnTo>
                    <a:pt x="224223" y="925937"/>
                  </a:lnTo>
                  <a:lnTo>
                    <a:pt x="224237" y="925926"/>
                  </a:lnTo>
                  <a:lnTo>
                    <a:pt x="224243" y="925913"/>
                  </a:lnTo>
                  <a:lnTo>
                    <a:pt x="224251" y="925899"/>
                  </a:lnTo>
                  <a:lnTo>
                    <a:pt x="224256" y="925884"/>
                  </a:lnTo>
                  <a:lnTo>
                    <a:pt x="224259" y="925870"/>
                  </a:lnTo>
                  <a:lnTo>
                    <a:pt x="224266" y="925860"/>
                  </a:lnTo>
                  <a:lnTo>
                    <a:pt x="224284" y="925845"/>
                  </a:lnTo>
                  <a:lnTo>
                    <a:pt x="224318" y="925824"/>
                  </a:lnTo>
                  <a:lnTo>
                    <a:pt x="224338" y="925807"/>
                  </a:lnTo>
                  <a:lnTo>
                    <a:pt x="224354" y="925795"/>
                  </a:lnTo>
                  <a:lnTo>
                    <a:pt x="224398" y="925769"/>
                  </a:lnTo>
                  <a:lnTo>
                    <a:pt x="224416" y="925760"/>
                  </a:lnTo>
                  <a:lnTo>
                    <a:pt x="224426" y="925750"/>
                  </a:lnTo>
                  <a:lnTo>
                    <a:pt x="224430" y="925742"/>
                  </a:lnTo>
                  <a:lnTo>
                    <a:pt x="224433" y="925728"/>
                  </a:lnTo>
                  <a:lnTo>
                    <a:pt x="224433" y="925710"/>
                  </a:lnTo>
                  <a:lnTo>
                    <a:pt x="224433" y="925693"/>
                  </a:lnTo>
                  <a:lnTo>
                    <a:pt x="224431" y="925666"/>
                  </a:lnTo>
                  <a:lnTo>
                    <a:pt x="224417" y="925634"/>
                  </a:lnTo>
                  <a:lnTo>
                    <a:pt x="224403" y="925611"/>
                  </a:lnTo>
                  <a:lnTo>
                    <a:pt x="224373" y="925571"/>
                  </a:lnTo>
                  <a:lnTo>
                    <a:pt x="224351" y="925533"/>
                  </a:lnTo>
                  <a:lnTo>
                    <a:pt x="224335" y="925490"/>
                  </a:lnTo>
                  <a:lnTo>
                    <a:pt x="224332" y="925462"/>
                  </a:lnTo>
                  <a:lnTo>
                    <a:pt x="224331" y="925420"/>
                  </a:lnTo>
                  <a:lnTo>
                    <a:pt x="224333" y="925386"/>
                  </a:lnTo>
                  <a:lnTo>
                    <a:pt x="224340" y="925360"/>
                  </a:lnTo>
                  <a:lnTo>
                    <a:pt x="224358" y="925325"/>
                  </a:lnTo>
                  <a:lnTo>
                    <a:pt x="224386" y="925289"/>
                  </a:lnTo>
                  <a:lnTo>
                    <a:pt x="224403" y="925272"/>
                  </a:lnTo>
                  <a:lnTo>
                    <a:pt x="224417" y="925249"/>
                  </a:lnTo>
                  <a:lnTo>
                    <a:pt x="224430" y="925210"/>
                  </a:lnTo>
                  <a:lnTo>
                    <a:pt x="224437" y="925186"/>
                  </a:lnTo>
                  <a:lnTo>
                    <a:pt x="224437" y="925165"/>
                  </a:lnTo>
                  <a:lnTo>
                    <a:pt x="224433" y="925144"/>
                  </a:lnTo>
                  <a:lnTo>
                    <a:pt x="224435" y="925131"/>
                  </a:lnTo>
                  <a:lnTo>
                    <a:pt x="224441" y="925127"/>
                  </a:lnTo>
                  <a:lnTo>
                    <a:pt x="224466" y="925117"/>
                  </a:lnTo>
                  <a:lnTo>
                    <a:pt x="224497" y="925107"/>
                  </a:lnTo>
                  <a:lnTo>
                    <a:pt x="224531" y="925097"/>
                  </a:lnTo>
                  <a:lnTo>
                    <a:pt x="224552" y="925086"/>
                  </a:lnTo>
                  <a:lnTo>
                    <a:pt x="224580" y="925078"/>
                  </a:lnTo>
                  <a:lnTo>
                    <a:pt x="224610" y="925069"/>
                  </a:lnTo>
                  <a:lnTo>
                    <a:pt x="224634" y="925062"/>
                  </a:lnTo>
                  <a:lnTo>
                    <a:pt x="224646" y="925057"/>
                  </a:lnTo>
                  <a:lnTo>
                    <a:pt x="224646" y="925047"/>
                  </a:lnTo>
                  <a:lnTo>
                    <a:pt x="224637" y="925027"/>
                  </a:lnTo>
                  <a:lnTo>
                    <a:pt x="224622" y="925002"/>
                  </a:lnTo>
                  <a:lnTo>
                    <a:pt x="224605" y="924980"/>
                  </a:lnTo>
                  <a:lnTo>
                    <a:pt x="224583" y="924940"/>
                  </a:lnTo>
                  <a:lnTo>
                    <a:pt x="224559" y="924920"/>
                  </a:lnTo>
                  <a:lnTo>
                    <a:pt x="224523" y="924897"/>
                  </a:lnTo>
                  <a:lnTo>
                    <a:pt x="224497" y="924884"/>
                  </a:lnTo>
                  <a:lnTo>
                    <a:pt x="224465" y="924876"/>
                  </a:lnTo>
                  <a:lnTo>
                    <a:pt x="224431" y="924868"/>
                  </a:lnTo>
                  <a:lnTo>
                    <a:pt x="224378" y="924864"/>
                  </a:lnTo>
                  <a:lnTo>
                    <a:pt x="224303" y="924853"/>
                  </a:lnTo>
                  <a:lnTo>
                    <a:pt x="224264" y="924849"/>
                  </a:lnTo>
                  <a:lnTo>
                    <a:pt x="224235" y="924844"/>
                  </a:lnTo>
                  <a:lnTo>
                    <a:pt x="224204" y="924834"/>
                  </a:lnTo>
                  <a:lnTo>
                    <a:pt x="224185" y="924821"/>
                  </a:lnTo>
                  <a:lnTo>
                    <a:pt x="224169" y="924809"/>
                  </a:lnTo>
                  <a:lnTo>
                    <a:pt x="224161" y="924794"/>
                  </a:lnTo>
                  <a:lnTo>
                    <a:pt x="224156" y="924777"/>
                  </a:lnTo>
                  <a:lnTo>
                    <a:pt x="224153" y="924750"/>
                  </a:lnTo>
                  <a:lnTo>
                    <a:pt x="224147" y="924731"/>
                  </a:lnTo>
                  <a:lnTo>
                    <a:pt x="224132" y="924710"/>
                  </a:lnTo>
                  <a:lnTo>
                    <a:pt x="224123" y="924702"/>
                  </a:lnTo>
                  <a:lnTo>
                    <a:pt x="224115" y="924680"/>
                  </a:lnTo>
                  <a:lnTo>
                    <a:pt x="224106" y="924666"/>
                  </a:lnTo>
                  <a:lnTo>
                    <a:pt x="224089" y="924648"/>
                  </a:lnTo>
                  <a:lnTo>
                    <a:pt x="224061" y="924634"/>
                  </a:lnTo>
                  <a:lnTo>
                    <a:pt x="224034" y="924627"/>
                  </a:lnTo>
                  <a:lnTo>
                    <a:pt x="224001" y="924615"/>
                  </a:lnTo>
                  <a:lnTo>
                    <a:pt x="223978" y="924603"/>
                  </a:lnTo>
                  <a:lnTo>
                    <a:pt x="223957" y="924594"/>
                  </a:lnTo>
                  <a:lnTo>
                    <a:pt x="223936" y="924589"/>
                  </a:lnTo>
                  <a:lnTo>
                    <a:pt x="223913" y="924578"/>
                  </a:lnTo>
                  <a:lnTo>
                    <a:pt x="223903" y="924570"/>
                  </a:lnTo>
                  <a:lnTo>
                    <a:pt x="223894" y="924552"/>
                  </a:lnTo>
                  <a:lnTo>
                    <a:pt x="223881" y="924529"/>
                  </a:lnTo>
                  <a:lnTo>
                    <a:pt x="223873" y="924515"/>
                  </a:lnTo>
                  <a:lnTo>
                    <a:pt x="223866" y="924507"/>
                  </a:lnTo>
                  <a:lnTo>
                    <a:pt x="223858" y="924504"/>
                  </a:lnTo>
                  <a:lnTo>
                    <a:pt x="223839" y="924504"/>
                  </a:lnTo>
                  <a:lnTo>
                    <a:pt x="223804" y="924502"/>
                  </a:lnTo>
                  <a:lnTo>
                    <a:pt x="223771" y="924494"/>
                  </a:lnTo>
                  <a:lnTo>
                    <a:pt x="223736" y="924477"/>
                  </a:lnTo>
                  <a:lnTo>
                    <a:pt x="223708" y="924461"/>
                  </a:lnTo>
                  <a:lnTo>
                    <a:pt x="223692" y="924450"/>
                  </a:lnTo>
                  <a:lnTo>
                    <a:pt x="223679" y="924449"/>
                  </a:lnTo>
                  <a:lnTo>
                    <a:pt x="223644" y="924453"/>
                  </a:lnTo>
                  <a:lnTo>
                    <a:pt x="223591" y="924457"/>
                  </a:lnTo>
                  <a:lnTo>
                    <a:pt x="223557" y="924462"/>
                  </a:lnTo>
                  <a:lnTo>
                    <a:pt x="223528" y="924462"/>
                  </a:lnTo>
                  <a:lnTo>
                    <a:pt x="223506" y="924451"/>
                  </a:lnTo>
                  <a:lnTo>
                    <a:pt x="223467" y="924423"/>
                  </a:lnTo>
                  <a:lnTo>
                    <a:pt x="223434" y="924403"/>
                  </a:lnTo>
                  <a:lnTo>
                    <a:pt x="223378" y="924376"/>
                  </a:lnTo>
                  <a:lnTo>
                    <a:pt x="223325" y="924355"/>
                  </a:lnTo>
                  <a:lnTo>
                    <a:pt x="223290" y="924341"/>
                  </a:lnTo>
                  <a:lnTo>
                    <a:pt x="223261" y="924335"/>
                  </a:lnTo>
                  <a:lnTo>
                    <a:pt x="223222" y="924327"/>
                  </a:lnTo>
                  <a:lnTo>
                    <a:pt x="223194" y="924317"/>
                  </a:lnTo>
                  <a:lnTo>
                    <a:pt x="223164" y="924303"/>
                  </a:lnTo>
                  <a:lnTo>
                    <a:pt x="223134" y="924279"/>
                  </a:lnTo>
                  <a:lnTo>
                    <a:pt x="223093" y="924249"/>
                  </a:lnTo>
                  <a:lnTo>
                    <a:pt x="223057" y="924220"/>
                  </a:lnTo>
                  <a:lnTo>
                    <a:pt x="223022" y="924198"/>
                  </a:lnTo>
                  <a:lnTo>
                    <a:pt x="222998" y="924185"/>
                  </a:lnTo>
                  <a:lnTo>
                    <a:pt x="222985" y="924165"/>
                  </a:lnTo>
                  <a:lnTo>
                    <a:pt x="222973" y="924153"/>
                  </a:lnTo>
                  <a:lnTo>
                    <a:pt x="222964" y="924142"/>
                  </a:lnTo>
                  <a:lnTo>
                    <a:pt x="222958" y="924137"/>
                  </a:lnTo>
                  <a:lnTo>
                    <a:pt x="222932" y="924134"/>
                  </a:lnTo>
                  <a:lnTo>
                    <a:pt x="222895" y="924120"/>
                  </a:lnTo>
                  <a:lnTo>
                    <a:pt x="222867" y="924105"/>
                  </a:lnTo>
                  <a:lnTo>
                    <a:pt x="222853" y="924096"/>
                  </a:lnTo>
                  <a:lnTo>
                    <a:pt x="222834" y="924087"/>
                  </a:lnTo>
                  <a:lnTo>
                    <a:pt x="222806" y="924086"/>
                  </a:lnTo>
                  <a:lnTo>
                    <a:pt x="222777" y="924084"/>
                  </a:lnTo>
                  <a:lnTo>
                    <a:pt x="222757" y="924079"/>
                  </a:lnTo>
                  <a:lnTo>
                    <a:pt x="222751" y="924067"/>
                  </a:lnTo>
                  <a:lnTo>
                    <a:pt x="222742" y="924044"/>
                  </a:lnTo>
                  <a:lnTo>
                    <a:pt x="222730" y="924019"/>
                  </a:lnTo>
                  <a:lnTo>
                    <a:pt x="222717" y="924005"/>
                  </a:lnTo>
                  <a:lnTo>
                    <a:pt x="222694" y="923988"/>
                  </a:lnTo>
                  <a:lnTo>
                    <a:pt x="222672" y="923974"/>
                  </a:lnTo>
                  <a:lnTo>
                    <a:pt x="222654" y="923970"/>
                  </a:lnTo>
                  <a:lnTo>
                    <a:pt x="222642" y="923964"/>
                  </a:lnTo>
                  <a:lnTo>
                    <a:pt x="222633" y="923951"/>
                  </a:lnTo>
                  <a:lnTo>
                    <a:pt x="222629" y="923936"/>
                  </a:lnTo>
                  <a:lnTo>
                    <a:pt x="222625" y="923904"/>
                  </a:lnTo>
                  <a:lnTo>
                    <a:pt x="222630" y="923860"/>
                  </a:lnTo>
                  <a:lnTo>
                    <a:pt x="222627" y="923830"/>
                  </a:lnTo>
                  <a:lnTo>
                    <a:pt x="222627" y="923811"/>
                  </a:lnTo>
                  <a:lnTo>
                    <a:pt x="222626" y="923798"/>
                  </a:lnTo>
                  <a:lnTo>
                    <a:pt x="222621" y="923778"/>
                  </a:lnTo>
                  <a:lnTo>
                    <a:pt x="222611" y="923750"/>
                  </a:lnTo>
                  <a:lnTo>
                    <a:pt x="222602" y="923732"/>
                  </a:lnTo>
                  <a:lnTo>
                    <a:pt x="222598" y="923716"/>
                  </a:lnTo>
                  <a:lnTo>
                    <a:pt x="222622" y="923683"/>
                  </a:lnTo>
                  <a:lnTo>
                    <a:pt x="222632" y="923665"/>
                  </a:lnTo>
                  <a:lnTo>
                    <a:pt x="222651" y="923638"/>
                  </a:lnTo>
                  <a:lnTo>
                    <a:pt x="222661" y="923610"/>
                  </a:lnTo>
                  <a:lnTo>
                    <a:pt x="222659" y="923591"/>
                  </a:lnTo>
                  <a:lnTo>
                    <a:pt x="222653" y="923576"/>
                  </a:lnTo>
                  <a:lnTo>
                    <a:pt x="222638" y="923560"/>
                  </a:lnTo>
                  <a:lnTo>
                    <a:pt x="222619" y="923540"/>
                  </a:lnTo>
                  <a:lnTo>
                    <a:pt x="222605" y="923522"/>
                  </a:lnTo>
                  <a:lnTo>
                    <a:pt x="222603" y="923491"/>
                  </a:lnTo>
                  <a:lnTo>
                    <a:pt x="222613" y="923449"/>
                  </a:lnTo>
                  <a:lnTo>
                    <a:pt x="222628" y="923416"/>
                  </a:lnTo>
                  <a:lnTo>
                    <a:pt x="222640" y="923377"/>
                  </a:lnTo>
                  <a:lnTo>
                    <a:pt x="222643" y="923359"/>
                  </a:lnTo>
                  <a:lnTo>
                    <a:pt x="222645" y="923346"/>
                  </a:lnTo>
                  <a:lnTo>
                    <a:pt x="222639" y="923334"/>
                  </a:lnTo>
                  <a:lnTo>
                    <a:pt x="222626" y="923328"/>
                  </a:lnTo>
                  <a:lnTo>
                    <a:pt x="222593" y="923324"/>
                  </a:lnTo>
                  <a:lnTo>
                    <a:pt x="222569" y="923323"/>
                  </a:lnTo>
                  <a:lnTo>
                    <a:pt x="222549" y="923326"/>
                  </a:lnTo>
                  <a:lnTo>
                    <a:pt x="222533" y="923327"/>
                  </a:lnTo>
                  <a:lnTo>
                    <a:pt x="222520" y="923328"/>
                  </a:lnTo>
                  <a:lnTo>
                    <a:pt x="222504" y="923321"/>
                  </a:lnTo>
                  <a:lnTo>
                    <a:pt x="222507" y="923284"/>
                  </a:lnTo>
                  <a:lnTo>
                    <a:pt x="222505" y="923243"/>
                  </a:lnTo>
                  <a:lnTo>
                    <a:pt x="222497" y="923224"/>
                  </a:lnTo>
                  <a:lnTo>
                    <a:pt x="222487" y="923208"/>
                  </a:lnTo>
                  <a:lnTo>
                    <a:pt x="222466" y="923182"/>
                  </a:lnTo>
                  <a:lnTo>
                    <a:pt x="222450" y="923159"/>
                  </a:lnTo>
                  <a:lnTo>
                    <a:pt x="222450" y="923142"/>
                  </a:lnTo>
                  <a:lnTo>
                    <a:pt x="222463" y="923108"/>
                  </a:lnTo>
                  <a:lnTo>
                    <a:pt x="222474" y="923086"/>
                  </a:lnTo>
                  <a:lnTo>
                    <a:pt x="222472" y="923072"/>
                  </a:lnTo>
                  <a:lnTo>
                    <a:pt x="222467" y="923047"/>
                  </a:lnTo>
                  <a:lnTo>
                    <a:pt x="222458" y="923029"/>
                  </a:lnTo>
                  <a:lnTo>
                    <a:pt x="222449" y="923014"/>
                  </a:lnTo>
                  <a:lnTo>
                    <a:pt x="222442" y="922999"/>
                  </a:lnTo>
                  <a:lnTo>
                    <a:pt x="222442" y="922977"/>
                  </a:lnTo>
                  <a:lnTo>
                    <a:pt x="222442" y="922949"/>
                  </a:lnTo>
                  <a:lnTo>
                    <a:pt x="222440" y="922913"/>
                  </a:lnTo>
                  <a:lnTo>
                    <a:pt x="222439" y="922897"/>
                  </a:lnTo>
                  <a:lnTo>
                    <a:pt x="222430" y="922877"/>
                  </a:lnTo>
                  <a:lnTo>
                    <a:pt x="222424" y="922868"/>
                  </a:lnTo>
                  <a:lnTo>
                    <a:pt x="222411" y="922859"/>
                  </a:lnTo>
                  <a:lnTo>
                    <a:pt x="222390" y="922850"/>
                  </a:lnTo>
                  <a:lnTo>
                    <a:pt x="222367" y="922848"/>
                  </a:lnTo>
                  <a:lnTo>
                    <a:pt x="222353" y="922848"/>
                  </a:lnTo>
                  <a:lnTo>
                    <a:pt x="222339" y="922850"/>
                  </a:lnTo>
                  <a:lnTo>
                    <a:pt x="222327" y="922849"/>
                  </a:lnTo>
                  <a:lnTo>
                    <a:pt x="222313" y="922834"/>
                  </a:lnTo>
                  <a:lnTo>
                    <a:pt x="222288" y="922813"/>
                  </a:lnTo>
                  <a:lnTo>
                    <a:pt x="222256" y="922792"/>
                  </a:lnTo>
                  <a:lnTo>
                    <a:pt x="222234" y="922781"/>
                  </a:lnTo>
                  <a:lnTo>
                    <a:pt x="222213" y="922774"/>
                  </a:lnTo>
                  <a:lnTo>
                    <a:pt x="222194" y="922768"/>
                  </a:lnTo>
                  <a:lnTo>
                    <a:pt x="222178" y="922770"/>
                  </a:lnTo>
                  <a:lnTo>
                    <a:pt x="222147" y="922779"/>
                  </a:lnTo>
                  <a:lnTo>
                    <a:pt x="222111" y="922795"/>
                  </a:lnTo>
                  <a:lnTo>
                    <a:pt x="222069" y="922810"/>
                  </a:lnTo>
                  <a:lnTo>
                    <a:pt x="222049" y="922821"/>
                  </a:lnTo>
                  <a:lnTo>
                    <a:pt x="222032" y="922830"/>
                  </a:lnTo>
                  <a:lnTo>
                    <a:pt x="222007" y="922830"/>
                  </a:lnTo>
                  <a:lnTo>
                    <a:pt x="221989" y="922823"/>
                  </a:lnTo>
                  <a:lnTo>
                    <a:pt x="221957" y="922813"/>
                  </a:lnTo>
                  <a:lnTo>
                    <a:pt x="221934" y="922808"/>
                  </a:lnTo>
                  <a:lnTo>
                    <a:pt x="221912" y="922807"/>
                  </a:lnTo>
                  <a:lnTo>
                    <a:pt x="221895" y="922809"/>
                  </a:lnTo>
                  <a:lnTo>
                    <a:pt x="221872" y="922815"/>
                  </a:lnTo>
                  <a:lnTo>
                    <a:pt x="221847" y="922820"/>
                  </a:lnTo>
                  <a:lnTo>
                    <a:pt x="221821" y="922816"/>
                  </a:lnTo>
                  <a:lnTo>
                    <a:pt x="221784" y="922804"/>
                  </a:lnTo>
                  <a:lnTo>
                    <a:pt x="221757" y="922790"/>
                  </a:lnTo>
                  <a:lnTo>
                    <a:pt x="221736" y="922778"/>
                  </a:lnTo>
                  <a:lnTo>
                    <a:pt x="221716" y="922775"/>
                  </a:lnTo>
                  <a:lnTo>
                    <a:pt x="221695" y="922774"/>
                  </a:lnTo>
                  <a:lnTo>
                    <a:pt x="221675" y="922774"/>
                  </a:lnTo>
                  <a:lnTo>
                    <a:pt x="221657" y="922779"/>
                  </a:lnTo>
                  <a:lnTo>
                    <a:pt x="221629" y="922800"/>
                  </a:lnTo>
                  <a:lnTo>
                    <a:pt x="221619" y="922813"/>
                  </a:lnTo>
                  <a:lnTo>
                    <a:pt x="221606" y="922820"/>
                  </a:lnTo>
                  <a:lnTo>
                    <a:pt x="221590" y="922813"/>
                  </a:lnTo>
                  <a:lnTo>
                    <a:pt x="221575" y="922806"/>
                  </a:lnTo>
                  <a:lnTo>
                    <a:pt x="221558" y="922794"/>
                  </a:lnTo>
                  <a:lnTo>
                    <a:pt x="221545" y="922795"/>
                  </a:lnTo>
                  <a:lnTo>
                    <a:pt x="221515" y="922798"/>
                  </a:lnTo>
                  <a:lnTo>
                    <a:pt x="221487" y="922806"/>
                  </a:lnTo>
                  <a:lnTo>
                    <a:pt x="221450" y="922801"/>
                  </a:lnTo>
                  <a:lnTo>
                    <a:pt x="221414" y="922791"/>
                  </a:lnTo>
                  <a:lnTo>
                    <a:pt x="221379" y="922778"/>
                  </a:lnTo>
                  <a:lnTo>
                    <a:pt x="221346" y="922749"/>
                  </a:lnTo>
                  <a:lnTo>
                    <a:pt x="221320" y="922716"/>
                  </a:lnTo>
                  <a:lnTo>
                    <a:pt x="221309" y="922696"/>
                  </a:lnTo>
                  <a:lnTo>
                    <a:pt x="221299" y="922666"/>
                  </a:lnTo>
                  <a:lnTo>
                    <a:pt x="221290" y="922644"/>
                  </a:lnTo>
                  <a:lnTo>
                    <a:pt x="221278" y="922631"/>
                  </a:lnTo>
                  <a:lnTo>
                    <a:pt x="221269" y="922621"/>
                  </a:lnTo>
                  <a:lnTo>
                    <a:pt x="221255" y="922616"/>
                  </a:lnTo>
                  <a:lnTo>
                    <a:pt x="221230" y="922609"/>
                  </a:lnTo>
                  <a:lnTo>
                    <a:pt x="221195" y="922607"/>
                  </a:lnTo>
                  <a:lnTo>
                    <a:pt x="221183" y="922603"/>
                  </a:lnTo>
                  <a:lnTo>
                    <a:pt x="221159" y="922590"/>
                  </a:lnTo>
                  <a:lnTo>
                    <a:pt x="221141" y="922581"/>
                  </a:lnTo>
                  <a:lnTo>
                    <a:pt x="221120" y="922563"/>
                  </a:lnTo>
                  <a:lnTo>
                    <a:pt x="221105" y="922556"/>
                  </a:lnTo>
                  <a:lnTo>
                    <a:pt x="221090" y="922551"/>
                  </a:lnTo>
                  <a:lnTo>
                    <a:pt x="221073" y="922551"/>
                  </a:lnTo>
                  <a:lnTo>
                    <a:pt x="221054" y="922559"/>
                  </a:lnTo>
                  <a:lnTo>
                    <a:pt x="221026" y="922570"/>
                  </a:lnTo>
                  <a:lnTo>
                    <a:pt x="220996" y="922574"/>
                  </a:lnTo>
                  <a:lnTo>
                    <a:pt x="220970" y="922576"/>
                  </a:lnTo>
                  <a:lnTo>
                    <a:pt x="220946" y="922580"/>
                  </a:lnTo>
                  <a:lnTo>
                    <a:pt x="220911" y="922585"/>
                  </a:lnTo>
                  <a:lnTo>
                    <a:pt x="220891" y="922593"/>
                  </a:lnTo>
                  <a:lnTo>
                    <a:pt x="220871" y="922594"/>
                  </a:lnTo>
                  <a:lnTo>
                    <a:pt x="220841" y="922585"/>
                  </a:lnTo>
                  <a:lnTo>
                    <a:pt x="220831" y="922579"/>
                  </a:lnTo>
                  <a:lnTo>
                    <a:pt x="220814" y="922573"/>
                  </a:lnTo>
                  <a:lnTo>
                    <a:pt x="220796" y="922573"/>
                  </a:lnTo>
                  <a:lnTo>
                    <a:pt x="220785" y="922568"/>
                  </a:lnTo>
                  <a:lnTo>
                    <a:pt x="220774" y="922551"/>
                  </a:lnTo>
                  <a:lnTo>
                    <a:pt x="220758" y="922515"/>
                  </a:lnTo>
                  <a:lnTo>
                    <a:pt x="220742" y="922499"/>
                  </a:lnTo>
                  <a:lnTo>
                    <a:pt x="220712" y="922485"/>
                  </a:lnTo>
                  <a:lnTo>
                    <a:pt x="220685" y="922470"/>
                  </a:lnTo>
                  <a:lnTo>
                    <a:pt x="220664" y="922466"/>
                  </a:lnTo>
                  <a:lnTo>
                    <a:pt x="220655" y="922475"/>
                  </a:lnTo>
                  <a:lnTo>
                    <a:pt x="220645" y="922495"/>
                  </a:lnTo>
                  <a:lnTo>
                    <a:pt x="220637" y="922510"/>
                  </a:lnTo>
                  <a:lnTo>
                    <a:pt x="220616" y="922515"/>
                  </a:lnTo>
                  <a:lnTo>
                    <a:pt x="220599" y="922514"/>
                  </a:lnTo>
                  <a:lnTo>
                    <a:pt x="220585" y="922505"/>
                  </a:lnTo>
                  <a:lnTo>
                    <a:pt x="220561" y="922494"/>
                  </a:lnTo>
                  <a:lnTo>
                    <a:pt x="220519" y="922477"/>
                  </a:lnTo>
                  <a:lnTo>
                    <a:pt x="220497" y="922468"/>
                  </a:lnTo>
                  <a:lnTo>
                    <a:pt x="220472" y="922460"/>
                  </a:lnTo>
                  <a:lnTo>
                    <a:pt x="220440" y="922455"/>
                  </a:lnTo>
                  <a:lnTo>
                    <a:pt x="220406" y="922447"/>
                  </a:lnTo>
                  <a:lnTo>
                    <a:pt x="220389" y="922433"/>
                  </a:lnTo>
                  <a:lnTo>
                    <a:pt x="220376" y="922413"/>
                  </a:lnTo>
                  <a:lnTo>
                    <a:pt x="220361" y="922387"/>
                  </a:lnTo>
                  <a:lnTo>
                    <a:pt x="220340" y="922367"/>
                  </a:lnTo>
                  <a:lnTo>
                    <a:pt x="220306" y="922343"/>
                  </a:lnTo>
                  <a:lnTo>
                    <a:pt x="220267" y="922315"/>
                  </a:lnTo>
                  <a:lnTo>
                    <a:pt x="220238" y="922302"/>
                  </a:lnTo>
                  <a:lnTo>
                    <a:pt x="220221" y="922291"/>
                  </a:lnTo>
                  <a:lnTo>
                    <a:pt x="220201" y="922287"/>
                  </a:lnTo>
                  <a:lnTo>
                    <a:pt x="220177" y="922288"/>
                  </a:lnTo>
                  <a:lnTo>
                    <a:pt x="220135" y="922295"/>
                  </a:lnTo>
                  <a:lnTo>
                    <a:pt x="220099" y="922292"/>
                  </a:lnTo>
                  <a:lnTo>
                    <a:pt x="220064" y="922282"/>
                  </a:lnTo>
                  <a:lnTo>
                    <a:pt x="220039" y="922274"/>
                  </a:lnTo>
                  <a:lnTo>
                    <a:pt x="220017" y="922262"/>
                  </a:lnTo>
                  <a:lnTo>
                    <a:pt x="219993" y="922245"/>
                  </a:lnTo>
                  <a:lnTo>
                    <a:pt x="219967" y="922219"/>
                  </a:lnTo>
                  <a:lnTo>
                    <a:pt x="219946" y="922203"/>
                  </a:lnTo>
                  <a:lnTo>
                    <a:pt x="219927" y="922189"/>
                  </a:lnTo>
                  <a:lnTo>
                    <a:pt x="219902" y="922182"/>
                  </a:lnTo>
                  <a:lnTo>
                    <a:pt x="219867" y="922172"/>
                  </a:lnTo>
                  <a:lnTo>
                    <a:pt x="219803" y="922157"/>
                  </a:lnTo>
                  <a:lnTo>
                    <a:pt x="219774" y="922150"/>
                  </a:lnTo>
                  <a:lnTo>
                    <a:pt x="219749" y="922152"/>
                  </a:lnTo>
                  <a:lnTo>
                    <a:pt x="219734" y="922154"/>
                  </a:lnTo>
                  <a:lnTo>
                    <a:pt x="219717" y="922163"/>
                  </a:lnTo>
                  <a:lnTo>
                    <a:pt x="219704" y="922175"/>
                  </a:lnTo>
                  <a:lnTo>
                    <a:pt x="219699" y="922188"/>
                  </a:lnTo>
                  <a:lnTo>
                    <a:pt x="219690" y="922220"/>
                  </a:lnTo>
                  <a:lnTo>
                    <a:pt x="219680" y="922242"/>
                  </a:lnTo>
                  <a:lnTo>
                    <a:pt x="219667" y="922254"/>
                  </a:lnTo>
                  <a:lnTo>
                    <a:pt x="219649" y="922252"/>
                  </a:lnTo>
                  <a:lnTo>
                    <a:pt x="219631" y="922244"/>
                  </a:lnTo>
                  <a:lnTo>
                    <a:pt x="219611" y="922230"/>
                  </a:lnTo>
                  <a:lnTo>
                    <a:pt x="219592" y="922213"/>
                  </a:lnTo>
                  <a:lnTo>
                    <a:pt x="219582" y="922194"/>
                  </a:lnTo>
                  <a:lnTo>
                    <a:pt x="219574" y="922176"/>
                  </a:lnTo>
                  <a:lnTo>
                    <a:pt x="219553" y="922154"/>
                  </a:lnTo>
                  <a:lnTo>
                    <a:pt x="219516" y="922126"/>
                  </a:lnTo>
                  <a:lnTo>
                    <a:pt x="219472" y="922098"/>
                  </a:lnTo>
                  <a:lnTo>
                    <a:pt x="219447" y="922085"/>
                  </a:lnTo>
                  <a:lnTo>
                    <a:pt x="219392" y="922072"/>
                  </a:lnTo>
                  <a:lnTo>
                    <a:pt x="219346" y="922069"/>
                  </a:lnTo>
                  <a:lnTo>
                    <a:pt x="219281" y="922064"/>
                  </a:lnTo>
                  <a:lnTo>
                    <a:pt x="219238" y="922065"/>
                  </a:lnTo>
                  <a:lnTo>
                    <a:pt x="219173" y="922074"/>
                  </a:lnTo>
                  <a:lnTo>
                    <a:pt x="219112" y="922091"/>
                  </a:lnTo>
                  <a:lnTo>
                    <a:pt x="219054" y="922120"/>
                  </a:lnTo>
                  <a:lnTo>
                    <a:pt x="219002" y="922160"/>
                  </a:lnTo>
                  <a:lnTo>
                    <a:pt x="218983" y="922177"/>
                  </a:lnTo>
                  <a:lnTo>
                    <a:pt x="218964" y="922187"/>
                  </a:lnTo>
                  <a:lnTo>
                    <a:pt x="218938" y="922189"/>
                  </a:lnTo>
                  <a:lnTo>
                    <a:pt x="218895" y="922184"/>
                  </a:lnTo>
                  <a:lnTo>
                    <a:pt x="218877" y="922184"/>
                  </a:lnTo>
                  <a:lnTo>
                    <a:pt x="218861" y="922196"/>
                  </a:lnTo>
                  <a:lnTo>
                    <a:pt x="218842" y="922221"/>
                  </a:lnTo>
                  <a:lnTo>
                    <a:pt x="218820" y="922249"/>
                  </a:lnTo>
                  <a:lnTo>
                    <a:pt x="218795" y="922261"/>
                  </a:lnTo>
                  <a:lnTo>
                    <a:pt x="218762" y="922260"/>
                  </a:lnTo>
                  <a:lnTo>
                    <a:pt x="218712" y="922258"/>
                  </a:lnTo>
                  <a:lnTo>
                    <a:pt x="218678" y="922259"/>
                  </a:lnTo>
                  <a:lnTo>
                    <a:pt x="218628" y="922277"/>
                  </a:lnTo>
                  <a:lnTo>
                    <a:pt x="218601" y="922278"/>
                  </a:lnTo>
                  <a:lnTo>
                    <a:pt x="218583" y="922281"/>
                  </a:lnTo>
                  <a:lnTo>
                    <a:pt x="218561" y="922276"/>
                  </a:lnTo>
                  <a:lnTo>
                    <a:pt x="218516" y="922254"/>
                  </a:lnTo>
                  <a:lnTo>
                    <a:pt x="218491" y="922244"/>
                  </a:lnTo>
                  <a:lnTo>
                    <a:pt x="218449" y="922231"/>
                  </a:lnTo>
                  <a:lnTo>
                    <a:pt x="218412" y="922213"/>
                  </a:lnTo>
                  <a:lnTo>
                    <a:pt x="218382" y="922199"/>
                  </a:lnTo>
                  <a:lnTo>
                    <a:pt x="218357" y="922185"/>
                  </a:lnTo>
                  <a:lnTo>
                    <a:pt x="218329" y="922179"/>
                  </a:lnTo>
                  <a:lnTo>
                    <a:pt x="218310" y="922180"/>
                  </a:lnTo>
                  <a:lnTo>
                    <a:pt x="218286" y="922180"/>
                  </a:lnTo>
                  <a:lnTo>
                    <a:pt x="218257" y="922204"/>
                  </a:lnTo>
                  <a:lnTo>
                    <a:pt x="218209" y="922243"/>
                  </a:lnTo>
                  <a:lnTo>
                    <a:pt x="218144" y="922277"/>
                  </a:lnTo>
                  <a:lnTo>
                    <a:pt x="218100" y="922304"/>
                  </a:lnTo>
                  <a:lnTo>
                    <a:pt x="218066" y="922328"/>
                  </a:lnTo>
                  <a:lnTo>
                    <a:pt x="218034" y="922342"/>
                  </a:lnTo>
                  <a:lnTo>
                    <a:pt x="218014" y="922343"/>
                  </a:lnTo>
                  <a:lnTo>
                    <a:pt x="217990" y="922349"/>
                  </a:lnTo>
                  <a:lnTo>
                    <a:pt x="217974" y="922357"/>
                  </a:lnTo>
                  <a:lnTo>
                    <a:pt x="217965" y="922373"/>
                  </a:lnTo>
                  <a:lnTo>
                    <a:pt x="217948" y="922387"/>
                  </a:lnTo>
                  <a:lnTo>
                    <a:pt x="217911" y="922408"/>
                  </a:lnTo>
                  <a:lnTo>
                    <a:pt x="217896" y="922416"/>
                  </a:lnTo>
                  <a:lnTo>
                    <a:pt x="217870" y="922430"/>
                  </a:lnTo>
                  <a:lnTo>
                    <a:pt x="217857" y="922438"/>
                  </a:lnTo>
                  <a:lnTo>
                    <a:pt x="217858" y="922453"/>
                  </a:lnTo>
                  <a:lnTo>
                    <a:pt x="217869" y="922467"/>
                  </a:lnTo>
                  <a:lnTo>
                    <a:pt x="217881" y="922478"/>
                  </a:lnTo>
                  <a:lnTo>
                    <a:pt x="217888" y="922498"/>
                  </a:lnTo>
                  <a:lnTo>
                    <a:pt x="217891" y="922515"/>
                  </a:lnTo>
                  <a:lnTo>
                    <a:pt x="217892" y="922527"/>
                  </a:lnTo>
                  <a:lnTo>
                    <a:pt x="217893" y="922545"/>
                  </a:lnTo>
                  <a:lnTo>
                    <a:pt x="217889" y="922557"/>
                  </a:lnTo>
                  <a:lnTo>
                    <a:pt x="217870" y="922570"/>
                  </a:lnTo>
                  <a:lnTo>
                    <a:pt x="217815" y="922592"/>
                  </a:lnTo>
                  <a:lnTo>
                    <a:pt x="217776" y="922612"/>
                  </a:lnTo>
                  <a:lnTo>
                    <a:pt x="217736" y="922634"/>
                  </a:lnTo>
                  <a:lnTo>
                    <a:pt x="217704" y="922647"/>
                  </a:lnTo>
                  <a:lnTo>
                    <a:pt x="217674" y="922655"/>
                  </a:lnTo>
                  <a:lnTo>
                    <a:pt x="217651" y="922656"/>
                  </a:lnTo>
                  <a:lnTo>
                    <a:pt x="217637" y="922657"/>
                  </a:lnTo>
                  <a:lnTo>
                    <a:pt x="217625" y="922659"/>
                  </a:lnTo>
                  <a:lnTo>
                    <a:pt x="217606" y="922672"/>
                  </a:lnTo>
                  <a:lnTo>
                    <a:pt x="217592" y="922687"/>
                  </a:lnTo>
                  <a:lnTo>
                    <a:pt x="217580" y="922700"/>
                  </a:lnTo>
                  <a:lnTo>
                    <a:pt x="217556" y="922705"/>
                  </a:lnTo>
                  <a:lnTo>
                    <a:pt x="217537" y="922710"/>
                  </a:lnTo>
                  <a:lnTo>
                    <a:pt x="217510" y="922713"/>
                  </a:lnTo>
                  <a:lnTo>
                    <a:pt x="217479" y="922715"/>
                  </a:lnTo>
                  <a:lnTo>
                    <a:pt x="217455" y="922711"/>
                  </a:lnTo>
                  <a:lnTo>
                    <a:pt x="217434" y="922707"/>
                  </a:lnTo>
                  <a:lnTo>
                    <a:pt x="217404" y="922704"/>
                  </a:lnTo>
                  <a:lnTo>
                    <a:pt x="217386" y="922698"/>
                  </a:lnTo>
                  <a:lnTo>
                    <a:pt x="217369" y="922699"/>
                  </a:lnTo>
                  <a:lnTo>
                    <a:pt x="217357" y="922704"/>
                  </a:lnTo>
                  <a:lnTo>
                    <a:pt x="217350" y="922719"/>
                  </a:lnTo>
                  <a:lnTo>
                    <a:pt x="217356" y="922757"/>
                  </a:lnTo>
                  <a:lnTo>
                    <a:pt x="217368" y="922799"/>
                  </a:lnTo>
                  <a:lnTo>
                    <a:pt x="217386" y="922831"/>
                  </a:lnTo>
                  <a:lnTo>
                    <a:pt x="217401" y="922872"/>
                  </a:lnTo>
                  <a:lnTo>
                    <a:pt x="217418" y="922895"/>
                  </a:lnTo>
                  <a:lnTo>
                    <a:pt x="217446" y="922929"/>
                  </a:lnTo>
                  <a:lnTo>
                    <a:pt x="217467" y="922954"/>
                  </a:lnTo>
                  <a:lnTo>
                    <a:pt x="217488" y="922986"/>
                  </a:lnTo>
                  <a:lnTo>
                    <a:pt x="217509" y="923023"/>
                  </a:lnTo>
                  <a:lnTo>
                    <a:pt x="217512" y="923039"/>
                  </a:lnTo>
                  <a:lnTo>
                    <a:pt x="217518" y="923063"/>
                  </a:lnTo>
                  <a:lnTo>
                    <a:pt x="217526" y="923093"/>
                  </a:lnTo>
                  <a:lnTo>
                    <a:pt x="217530" y="923111"/>
                  </a:lnTo>
                  <a:lnTo>
                    <a:pt x="217527" y="923124"/>
                  </a:lnTo>
                  <a:lnTo>
                    <a:pt x="217523" y="923137"/>
                  </a:lnTo>
                  <a:lnTo>
                    <a:pt x="217478" y="923211"/>
                  </a:lnTo>
                  <a:lnTo>
                    <a:pt x="217465" y="923242"/>
                  </a:lnTo>
                  <a:lnTo>
                    <a:pt x="217456" y="923285"/>
                  </a:lnTo>
                  <a:lnTo>
                    <a:pt x="217447" y="923319"/>
                  </a:lnTo>
                  <a:lnTo>
                    <a:pt x="217436" y="923333"/>
                  </a:lnTo>
                  <a:lnTo>
                    <a:pt x="217420" y="923350"/>
                  </a:lnTo>
                  <a:lnTo>
                    <a:pt x="217390" y="923366"/>
                  </a:lnTo>
                  <a:lnTo>
                    <a:pt x="217356" y="923394"/>
                  </a:lnTo>
                  <a:lnTo>
                    <a:pt x="217330" y="923412"/>
                  </a:lnTo>
                  <a:lnTo>
                    <a:pt x="217292" y="923459"/>
                  </a:lnTo>
                  <a:lnTo>
                    <a:pt x="217279" y="923482"/>
                  </a:lnTo>
                  <a:lnTo>
                    <a:pt x="217233" y="923543"/>
                  </a:lnTo>
                  <a:lnTo>
                    <a:pt x="217217" y="923566"/>
                  </a:lnTo>
                  <a:lnTo>
                    <a:pt x="217204" y="923595"/>
                  </a:lnTo>
                  <a:lnTo>
                    <a:pt x="217204" y="923607"/>
                  </a:lnTo>
                  <a:lnTo>
                    <a:pt x="217209" y="923626"/>
                  </a:lnTo>
                  <a:lnTo>
                    <a:pt x="217218" y="923648"/>
                  </a:lnTo>
                  <a:lnTo>
                    <a:pt x="217231" y="923674"/>
                  </a:lnTo>
                  <a:lnTo>
                    <a:pt x="217240" y="923703"/>
                  </a:lnTo>
                  <a:lnTo>
                    <a:pt x="217240" y="923725"/>
                  </a:lnTo>
                  <a:lnTo>
                    <a:pt x="217240" y="923741"/>
                  </a:lnTo>
                  <a:lnTo>
                    <a:pt x="217241" y="923753"/>
                  </a:lnTo>
                  <a:lnTo>
                    <a:pt x="217234" y="923759"/>
                  </a:lnTo>
                  <a:lnTo>
                    <a:pt x="217208" y="923769"/>
                  </a:lnTo>
                  <a:lnTo>
                    <a:pt x="217168" y="923776"/>
                  </a:lnTo>
                  <a:lnTo>
                    <a:pt x="217122" y="923793"/>
                  </a:lnTo>
                  <a:lnTo>
                    <a:pt x="217031" y="923824"/>
                  </a:lnTo>
                  <a:lnTo>
                    <a:pt x="216991" y="923836"/>
                  </a:lnTo>
                  <a:lnTo>
                    <a:pt x="216973" y="923836"/>
                  </a:lnTo>
                  <a:lnTo>
                    <a:pt x="216965" y="923836"/>
                  </a:lnTo>
                  <a:lnTo>
                    <a:pt x="216947" y="923846"/>
                  </a:lnTo>
                  <a:lnTo>
                    <a:pt x="216921" y="923865"/>
                  </a:lnTo>
                  <a:lnTo>
                    <a:pt x="216903" y="923876"/>
                  </a:lnTo>
                  <a:lnTo>
                    <a:pt x="216877" y="923885"/>
                  </a:lnTo>
                  <a:lnTo>
                    <a:pt x="216865" y="923884"/>
                  </a:lnTo>
                  <a:lnTo>
                    <a:pt x="216845" y="923869"/>
                  </a:lnTo>
                  <a:lnTo>
                    <a:pt x="216813" y="923823"/>
                  </a:lnTo>
                  <a:lnTo>
                    <a:pt x="216786" y="923785"/>
                  </a:lnTo>
                  <a:lnTo>
                    <a:pt x="216774" y="923775"/>
                  </a:lnTo>
                  <a:lnTo>
                    <a:pt x="216738" y="923760"/>
                  </a:lnTo>
                  <a:lnTo>
                    <a:pt x="216684" y="923757"/>
                  </a:lnTo>
                  <a:lnTo>
                    <a:pt x="216659" y="923753"/>
                  </a:lnTo>
                  <a:lnTo>
                    <a:pt x="216630" y="923745"/>
                  </a:lnTo>
                  <a:lnTo>
                    <a:pt x="216600" y="923729"/>
                  </a:lnTo>
                  <a:lnTo>
                    <a:pt x="216573" y="923706"/>
                  </a:lnTo>
                  <a:lnTo>
                    <a:pt x="216534" y="923670"/>
                  </a:lnTo>
                  <a:lnTo>
                    <a:pt x="216501" y="923644"/>
                  </a:lnTo>
                  <a:lnTo>
                    <a:pt x="216482" y="923631"/>
                  </a:lnTo>
                  <a:lnTo>
                    <a:pt x="216471" y="923630"/>
                  </a:lnTo>
                  <a:lnTo>
                    <a:pt x="216448" y="923631"/>
                  </a:lnTo>
                  <a:lnTo>
                    <a:pt x="216402" y="923646"/>
                  </a:lnTo>
                  <a:lnTo>
                    <a:pt x="216373" y="923665"/>
                  </a:lnTo>
                  <a:lnTo>
                    <a:pt x="216347" y="923678"/>
                  </a:lnTo>
                  <a:lnTo>
                    <a:pt x="216320" y="923681"/>
                  </a:lnTo>
                  <a:lnTo>
                    <a:pt x="216295" y="923678"/>
                  </a:lnTo>
                  <a:lnTo>
                    <a:pt x="216251" y="923663"/>
                  </a:lnTo>
                  <a:lnTo>
                    <a:pt x="216201" y="923649"/>
                  </a:lnTo>
                  <a:lnTo>
                    <a:pt x="216180" y="923645"/>
                  </a:lnTo>
                  <a:lnTo>
                    <a:pt x="216137" y="923629"/>
                  </a:lnTo>
                  <a:lnTo>
                    <a:pt x="216097" y="923612"/>
                  </a:lnTo>
                  <a:lnTo>
                    <a:pt x="216067" y="923596"/>
                  </a:lnTo>
                  <a:lnTo>
                    <a:pt x="216042" y="923580"/>
                  </a:lnTo>
                  <a:lnTo>
                    <a:pt x="216018" y="923558"/>
                  </a:lnTo>
                  <a:lnTo>
                    <a:pt x="215998" y="923536"/>
                  </a:lnTo>
                  <a:lnTo>
                    <a:pt x="215994" y="923525"/>
                  </a:lnTo>
                  <a:lnTo>
                    <a:pt x="215993" y="923505"/>
                  </a:lnTo>
                  <a:lnTo>
                    <a:pt x="216003" y="923468"/>
                  </a:lnTo>
                  <a:lnTo>
                    <a:pt x="216015" y="923444"/>
                  </a:lnTo>
                  <a:lnTo>
                    <a:pt x="216021" y="923430"/>
                  </a:lnTo>
                  <a:lnTo>
                    <a:pt x="216029" y="923388"/>
                  </a:lnTo>
                  <a:lnTo>
                    <a:pt x="216030" y="923348"/>
                  </a:lnTo>
                  <a:lnTo>
                    <a:pt x="216024" y="923327"/>
                  </a:lnTo>
                  <a:lnTo>
                    <a:pt x="216011" y="923303"/>
                  </a:lnTo>
                  <a:lnTo>
                    <a:pt x="215982" y="923264"/>
                  </a:lnTo>
                  <a:lnTo>
                    <a:pt x="215932" y="923218"/>
                  </a:lnTo>
                  <a:lnTo>
                    <a:pt x="215877" y="923164"/>
                  </a:lnTo>
                  <a:lnTo>
                    <a:pt x="215826" y="923107"/>
                  </a:lnTo>
                  <a:lnTo>
                    <a:pt x="215819" y="923089"/>
                  </a:lnTo>
                  <a:lnTo>
                    <a:pt x="215819" y="923082"/>
                  </a:lnTo>
                  <a:lnTo>
                    <a:pt x="215826" y="923073"/>
                  </a:lnTo>
                  <a:lnTo>
                    <a:pt x="215850" y="923053"/>
                  </a:lnTo>
                  <a:lnTo>
                    <a:pt x="215871" y="923045"/>
                  </a:lnTo>
                  <a:lnTo>
                    <a:pt x="215904" y="923032"/>
                  </a:lnTo>
                  <a:lnTo>
                    <a:pt x="215929" y="923024"/>
                  </a:lnTo>
                  <a:lnTo>
                    <a:pt x="215948" y="923012"/>
                  </a:lnTo>
                  <a:lnTo>
                    <a:pt x="215967" y="922994"/>
                  </a:lnTo>
                  <a:lnTo>
                    <a:pt x="215996" y="922963"/>
                  </a:lnTo>
                  <a:lnTo>
                    <a:pt x="216021" y="922928"/>
                  </a:lnTo>
                  <a:lnTo>
                    <a:pt x="216038" y="922895"/>
                  </a:lnTo>
                  <a:lnTo>
                    <a:pt x="216064" y="922840"/>
                  </a:lnTo>
                  <a:lnTo>
                    <a:pt x="216079" y="922800"/>
                  </a:lnTo>
                  <a:lnTo>
                    <a:pt x="216079" y="922777"/>
                  </a:lnTo>
                  <a:lnTo>
                    <a:pt x="216061" y="922753"/>
                  </a:lnTo>
                  <a:lnTo>
                    <a:pt x="216038" y="922719"/>
                  </a:lnTo>
                  <a:lnTo>
                    <a:pt x="216026" y="922695"/>
                  </a:lnTo>
                  <a:lnTo>
                    <a:pt x="216018" y="922670"/>
                  </a:lnTo>
                  <a:lnTo>
                    <a:pt x="215997" y="922635"/>
                  </a:lnTo>
                  <a:lnTo>
                    <a:pt x="215983" y="922621"/>
                  </a:lnTo>
                  <a:lnTo>
                    <a:pt x="215953" y="922594"/>
                  </a:lnTo>
                  <a:lnTo>
                    <a:pt x="215924" y="922555"/>
                  </a:lnTo>
                  <a:lnTo>
                    <a:pt x="215906" y="922528"/>
                  </a:lnTo>
                  <a:lnTo>
                    <a:pt x="215891" y="922506"/>
                  </a:lnTo>
                  <a:lnTo>
                    <a:pt x="215884" y="922484"/>
                  </a:lnTo>
                  <a:lnTo>
                    <a:pt x="215882" y="922463"/>
                  </a:lnTo>
                  <a:lnTo>
                    <a:pt x="215891" y="922439"/>
                  </a:lnTo>
                  <a:lnTo>
                    <a:pt x="215911" y="922397"/>
                  </a:lnTo>
                  <a:lnTo>
                    <a:pt x="215928" y="922351"/>
                  </a:lnTo>
                  <a:lnTo>
                    <a:pt x="215941" y="922314"/>
                  </a:lnTo>
                  <a:lnTo>
                    <a:pt x="215962" y="922265"/>
                  </a:lnTo>
                  <a:lnTo>
                    <a:pt x="215995" y="922227"/>
                  </a:lnTo>
                  <a:lnTo>
                    <a:pt x="216026" y="922193"/>
                  </a:lnTo>
                  <a:lnTo>
                    <a:pt x="216048" y="922173"/>
                  </a:lnTo>
                  <a:lnTo>
                    <a:pt x="216059" y="922154"/>
                  </a:lnTo>
                  <a:lnTo>
                    <a:pt x="216059" y="922149"/>
                  </a:lnTo>
                  <a:lnTo>
                    <a:pt x="216051" y="922136"/>
                  </a:lnTo>
                  <a:lnTo>
                    <a:pt x="216036" y="922106"/>
                  </a:lnTo>
                  <a:lnTo>
                    <a:pt x="216012" y="922073"/>
                  </a:lnTo>
                  <a:lnTo>
                    <a:pt x="216001" y="922053"/>
                  </a:lnTo>
                  <a:lnTo>
                    <a:pt x="216000" y="922023"/>
                  </a:lnTo>
                  <a:lnTo>
                    <a:pt x="216017" y="921963"/>
                  </a:lnTo>
                  <a:lnTo>
                    <a:pt x="216031" y="921935"/>
                  </a:lnTo>
                  <a:lnTo>
                    <a:pt x="216055" y="921883"/>
                  </a:lnTo>
                  <a:lnTo>
                    <a:pt x="216061" y="921860"/>
                  </a:lnTo>
                  <a:lnTo>
                    <a:pt x="216061" y="921842"/>
                  </a:lnTo>
                  <a:lnTo>
                    <a:pt x="216050" y="921804"/>
                  </a:lnTo>
                  <a:lnTo>
                    <a:pt x="216042" y="921768"/>
                  </a:lnTo>
                  <a:lnTo>
                    <a:pt x="216040" y="921757"/>
                  </a:lnTo>
                  <a:lnTo>
                    <a:pt x="216035" y="921723"/>
                  </a:lnTo>
                  <a:lnTo>
                    <a:pt x="216040" y="921680"/>
                  </a:lnTo>
                  <a:lnTo>
                    <a:pt x="216038" y="921628"/>
                  </a:lnTo>
                  <a:lnTo>
                    <a:pt x="216038" y="921607"/>
                  </a:lnTo>
                  <a:lnTo>
                    <a:pt x="216031" y="921589"/>
                  </a:lnTo>
                  <a:lnTo>
                    <a:pt x="216027" y="921566"/>
                  </a:lnTo>
                  <a:lnTo>
                    <a:pt x="216026" y="921543"/>
                  </a:lnTo>
                  <a:lnTo>
                    <a:pt x="216036" y="921509"/>
                  </a:lnTo>
                  <a:lnTo>
                    <a:pt x="216042" y="921491"/>
                  </a:lnTo>
                  <a:lnTo>
                    <a:pt x="216048" y="921457"/>
                  </a:lnTo>
                  <a:lnTo>
                    <a:pt x="216060" y="921415"/>
                  </a:lnTo>
                  <a:lnTo>
                    <a:pt x="216069" y="921388"/>
                  </a:lnTo>
                  <a:lnTo>
                    <a:pt x="216067" y="921379"/>
                  </a:lnTo>
                  <a:lnTo>
                    <a:pt x="216048" y="921371"/>
                  </a:lnTo>
                  <a:lnTo>
                    <a:pt x="216005" y="921357"/>
                  </a:lnTo>
                  <a:lnTo>
                    <a:pt x="215963" y="921354"/>
                  </a:lnTo>
                  <a:lnTo>
                    <a:pt x="215939" y="921352"/>
                  </a:lnTo>
                  <a:lnTo>
                    <a:pt x="215906" y="921354"/>
                  </a:lnTo>
                  <a:lnTo>
                    <a:pt x="215878" y="921360"/>
                  </a:lnTo>
                  <a:lnTo>
                    <a:pt x="215858" y="921355"/>
                  </a:lnTo>
                  <a:lnTo>
                    <a:pt x="215852" y="921314"/>
                  </a:lnTo>
                  <a:lnTo>
                    <a:pt x="215852" y="921261"/>
                  </a:lnTo>
                  <a:lnTo>
                    <a:pt x="215855" y="921235"/>
                  </a:lnTo>
                  <a:lnTo>
                    <a:pt x="215849" y="921187"/>
                  </a:lnTo>
                  <a:lnTo>
                    <a:pt x="215838" y="921158"/>
                  </a:lnTo>
                  <a:lnTo>
                    <a:pt x="215821" y="921131"/>
                  </a:lnTo>
                  <a:lnTo>
                    <a:pt x="215798" y="921115"/>
                  </a:lnTo>
                  <a:lnTo>
                    <a:pt x="215778" y="921097"/>
                  </a:lnTo>
                  <a:lnTo>
                    <a:pt x="215758" y="921074"/>
                  </a:lnTo>
                  <a:lnTo>
                    <a:pt x="215740" y="921061"/>
                  </a:lnTo>
                  <a:lnTo>
                    <a:pt x="215727" y="921055"/>
                  </a:lnTo>
                  <a:lnTo>
                    <a:pt x="215695" y="921057"/>
                  </a:lnTo>
                  <a:lnTo>
                    <a:pt x="215679" y="921062"/>
                  </a:lnTo>
                  <a:lnTo>
                    <a:pt x="215664" y="921067"/>
                  </a:lnTo>
                  <a:lnTo>
                    <a:pt x="215659" y="921064"/>
                  </a:lnTo>
                  <a:lnTo>
                    <a:pt x="215658" y="921058"/>
                  </a:lnTo>
                  <a:lnTo>
                    <a:pt x="215664" y="921042"/>
                  </a:lnTo>
                  <a:lnTo>
                    <a:pt x="215689" y="921010"/>
                  </a:lnTo>
                  <a:lnTo>
                    <a:pt x="215703" y="920985"/>
                  </a:lnTo>
                  <a:lnTo>
                    <a:pt x="215723" y="920959"/>
                  </a:lnTo>
                  <a:lnTo>
                    <a:pt x="215733" y="920944"/>
                  </a:lnTo>
                  <a:lnTo>
                    <a:pt x="215732" y="920927"/>
                  </a:lnTo>
                  <a:lnTo>
                    <a:pt x="215731" y="920909"/>
                  </a:lnTo>
                  <a:lnTo>
                    <a:pt x="215717" y="920883"/>
                  </a:lnTo>
                  <a:lnTo>
                    <a:pt x="215704" y="920859"/>
                  </a:lnTo>
                  <a:lnTo>
                    <a:pt x="215694" y="920813"/>
                  </a:lnTo>
                  <a:lnTo>
                    <a:pt x="215692" y="920778"/>
                  </a:lnTo>
                  <a:lnTo>
                    <a:pt x="215694" y="920741"/>
                  </a:lnTo>
                  <a:lnTo>
                    <a:pt x="215700" y="920714"/>
                  </a:lnTo>
                  <a:lnTo>
                    <a:pt x="215713" y="920679"/>
                  </a:lnTo>
                  <a:lnTo>
                    <a:pt x="215726" y="920641"/>
                  </a:lnTo>
                  <a:lnTo>
                    <a:pt x="215727" y="920627"/>
                  </a:lnTo>
                  <a:lnTo>
                    <a:pt x="215725" y="920621"/>
                  </a:lnTo>
                  <a:lnTo>
                    <a:pt x="215713" y="920621"/>
                  </a:lnTo>
                  <a:lnTo>
                    <a:pt x="215684" y="920630"/>
                  </a:lnTo>
                  <a:lnTo>
                    <a:pt x="215641" y="920633"/>
                  </a:lnTo>
                  <a:lnTo>
                    <a:pt x="215615" y="920634"/>
                  </a:lnTo>
                  <a:lnTo>
                    <a:pt x="215567" y="920627"/>
                  </a:lnTo>
                  <a:lnTo>
                    <a:pt x="215531" y="920616"/>
                  </a:lnTo>
                  <a:lnTo>
                    <a:pt x="215505" y="920613"/>
                  </a:lnTo>
                  <a:lnTo>
                    <a:pt x="215450" y="920620"/>
                  </a:lnTo>
                  <a:lnTo>
                    <a:pt x="215369" y="920624"/>
                  </a:lnTo>
                  <a:lnTo>
                    <a:pt x="215332" y="920619"/>
                  </a:lnTo>
                  <a:lnTo>
                    <a:pt x="215271" y="920612"/>
                  </a:lnTo>
                  <a:lnTo>
                    <a:pt x="215245" y="920609"/>
                  </a:lnTo>
                  <a:lnTo>
                    <a:pt x="215228" y="920607"/>
                  </a:lnTo>
                  <a:lnTo>
                    <a:pt x="215196" y="920603"/>
                  </a:lnTo>
                  <a:lnTo>
                    <a:pt x="215177" y="920597"/>
                  </a:lnTo>
                  <a:lnTo>
                    <a:pt x="215160" y="920586"/>
                  </a:lnTo>
                  <a:lnTo>
                    <a:pt x="215159" y="920576"/>
                  </a:lnTo>
                  <a:lnTo>
                    <a:pt x="215158" y="920555"/>
                  </a:lnTo>
                  <a:lnTo>
                    <a:pt x="215161" y="920535"/>
                  </a:lnTo>
                  <a:lnTo>
                    <a:pt x="215152" y="920514"/>
                  </a:lnTo>
                  <a:lnTo>
                    <a:pt x="215142" y="920509"/>
                  </a:lnTo>
                  <a:lnTo>
                    <a:pt x="215109" y="920491"/>
                  </a:lnTo>
                  <a:lnTo>
                    <a:pt x="215077" y="920486"/>
                  </a:lnTo>
                  <a:lnTo>
                    <a:pt x="215034" y="920485"/>
                  </a:lnTo>
                  <a:lnTo>
                    <a:pt x="215016" y="920485"/>
                  </a:lnTo>
                  <a:lnTo>
                    <a:pt x="215001" y="920497"/>
                  </a:lnTo>
                  <a:lnTo>
                    <a:pt x="214990" y="920512"/>
                  </a:lnTo>
                  <a:lnTo>
                    <a:pt x="214982" y="920518"/>
                  </a:lnTo>
                  <a:lnTo>
                    <a:pt x="214972" y="920514"/>
                  </a:lnTo>
                  <a:lnTo>
                    <a:pt x="214964" y="920506"/>
                  </a:lnTo>
                  <a:lnTo>
                    <a:pt x="214962" y="920493"/>
                  </a:lnTo>
                  <a:lnTo>
                    <a:pt x="214962" y="920468"/>
                  </a:lnTo>
                  <a:lnTo>
                    <a:pt x="214961" y="920447"/>
                  </a:lnTo>
                  <a:lnTo>
                    <a:pt x="214958" y="920434"/>
                  </a:lnTo>
                  <a:lnTo>
                    <a:pt x="214922" y="920408"/>
                  </a:lnTo>
                  <a:lnTo>
                    <a:pt x="214886" y="920381"/>
                  </a:lnTo>
                  <a:lnTo>
                    <a:pt x="214866" y="920366"/>
                  </a:lnTo>
                  <a:lnTo>
                    <a:pt x="214851" y="920349"/>
                  </a:lnTo>
                  <a:lnTo>
                    <a:pt x="214839" y="920343"/>
                  </a:lnTo>
                  <a:lnTo>
                    <a:pt x="214826" y="920343"/>
                  </a:lnTo>
                  <a:lnTo>
                    <a:pt x="214801" y="920359"/>
                  </a:lnTo>
                  <a:lnTo>
                    <a:pt x="214783" y="920386"/>
                  </a:lnTo>
                  <a:lnTo>
                    <a:pt x="214754" y="920414"/>
                  </a:lnTo>
                  <a:lnTo>
                    <a:pt x="214722" y="920427"/>
                  </a:lnTo>
                  <a:lnTo>
                    <a:pt x="214692" y="920440"/>
                  </a:lnTo>
                  <a:lnTo>
                    <a:pt x="214643" y="920454"/>
                  </a:lnTo>
                  <a:lnTo>
                    <a:pt x="214602" y="920459"/>
                  </a:lnTo>
                  <a:lnTo>
                    <a:pt x="214552" y="920467"/>
                  </a:lnTo>
                  <a:lnTo>
                    <a:pt x="214515" y="920468"/>
                  </a:lnTo>
                  <a:lnTo>
                    <a:pt x="214482" y="920465"/>
                  </a:lnTo>
                  <a:lnTo>
                    <a:pt x="214443" y="920465"/>
                  </a:lnTo>
                  <a:lnTo>
                    <a:pt x="214423" y="920466"/>
                  </a:lnTo>
                  <a:lnTo>
                    <a:pt x="214390" y="920472"/>
                  </a:lnTo>
                  <a:lnTo>
                    <a:pt x="214310" y="920500"/>
                  </a:lnTo>
                  <a:lnTo>
                    <a:pt x="214248" y="920528"/>
                  </a:lnTo>
                  <a:lnTo>
                    <a:pt x="214235" y="920539"/>
                  </a:lnTo>
                  <a:lnTo>
                    <a:pt x="214227" y="920551"/>
                  </a:lnTo>
                  <a:lnTo>
                    <a:pt x="214212" y="920562"/>
                  </a:lnTo>
                  <a:lnTo>
                    <a:pt x="214193" y="920566"/>
                  </a:lnTo>
                  <a:lnTo>
                    <a:pt x="214170" y="920568"/>
                  </a:lnTo>
                  <a:lnTo>
                    <a:pt x="214143" y="920562"/>
                  </a:lnTo>
                  <a:lnTo>
                    <a:pt x="214115" y="920554"/>
                  </a:lnTo>
                  <a:lnTo>
                    <a:pt x="214065" y="920545"/>
                  </a:lnTo>
                  <a:lnTo>
                    <a:pt x="214034" y="920536"/>
                  </a:lnTo>
                  <a:lnTo>
                    <a:pt x="214001" y="920516"/>
                  </a:lnTo>
                  <a:lnTo>
                    <a:pt x="213972" y="920490"/>
                  </a:lnTo>
                  <a:lnTo>
                    <a:pt x="213939" y="920468"/>
                  </a:lnTo>
                  <a:lnTo>
                    <a:pt x="213918" y="920456"/>
                  </a:lnTo>
                  <a:lnTo>
                    <a:pt x="213885" y="920438"/>
                  </a:lnTo>
                  <a:lnTo>
                    <a:pt x="213857" y="920428"/>
                  </a:lnTo>
                  <a:lnTo>
                    <a:pt x="213826" y="920417"/>
                  </a:lnTo>
                  <a:lnTo>
                    <a:pt x="213794" y="920403"/>
                  </a:lnTo>
                  <a:lnTo>
                    <a:pt x="213756" y="920390"/>
                  </a:lnTo>
                  <a:lnTo>
                    <a:pt x="213724" y="920387"/>
                  </a:lnTo>
                  <a:lnTo>
                    <a:pt x="213699" y="920386"/>
                  </a:lnTo>
                  <a:lnTo>
                    <a:pt x="213676" y="920375"/>
                  </a:lnTo>
                  <a:lnTo>
                    <a:pt x="213661" y="920355"/>
                  </a:lnTo>
                  <a:lnTo>
                    <a:pt x="213635" y="920315"/>
                  </a:lnTo>
                  <a:lnTo>
                    <a:pt x="213624" y="920291"/>
                  </a:lnTo>
                  <a:lnTo>
                    <a:pt x="213608" y="920268"/>
                  </a:lnTo>
                  <a:lnTo>
                    <a:pt x="213589" y="920225"/>
                  </a:lnTo>
                  <a:lnTo>
                    <a:pt x="213582" y="920203"/>
                  </a:lnTo>
                  <a:lnTo>
                    <a:pt x="213555" y="920167"/>
                  </a:lnTo>
                  <a:lnTo>
                    <a:pt x="213541" y="920151"/>
                  </a:lnTo>
                  <a:lnTo>
                    <a:pt x="213514" y="920129"/>
                  </a:lnTo>
                  <a:lnTo>
                    <a:pt x="213506" y="920124"/>
                  </a:lnTo>
                  <a:lnTo>
                    <a:pt x="213491" y="920114"/>
                  </a:lnTo>
                  <a:lnTo>
                    <a:pt x="213446" y="920076"/>
                  </a:lnTo>
                  <a:lnTo>
                    <a:pt x="213430" y="920064"/>
                  </a:lnTo>
                  <a:lnTo>
                    <a:pt x="213395" y="920064"/>
                  </a:lnTo>
                  <a:lnTo>
                    <a:pt x="213382" y="920067"/>
                  </a:lnTo>
                  <a:lnTo>
                    <a:pt x="213362" y="920084"/>
                  </a:lnTo>
                  <a:lnTo>
                    <a:pt x="213328" y="920118"/>
                  </a:lnTo>
                  <a:lnTo>
                    <a:pt x="213305" y="920140"/>
                  </a:lnTo>
                  <a:lnTo>
                    <a:pt x="213240" y="920177"/>
                  </a:lnTo>
                  <a:lnTo>
                    <a:pt x="213206" y="920194"/>
                  </a:lnTo>
                  <a:lnTo>
                    <a:pt x="213153" y="920225"/>
                  </a:lnTo>
                  <a:lnTo>
                    <a:pt x="213123" y="920234"/>
                  </a:lnTo>
                  <a:lnTo>
                    <a:pt x="213090" y="920237"/>
                  </a:lnTo>
                  <a:lnTo>
                    <a:pt x="213050" y="920239"/>
                  </a:lnTo>
                  <a:lnTo>
                    <a:pt x="213021" y="920241"/>
                  </a:lnTo>
                  <a:lnTo>
                    <a:pt x="212970" y="920247"/>
                  </a:lnTo>
                  <a:lnTo>
                    <a:pt x="212947" y="920253"/>
                  </a:lnTo>
                  <a:lnTo>
                    <a:pt x="212892" y="920240"/>
                  </a:lnTo>
                  <a:lnTo>
                    <a:pt x="212831" y="920229"/>
                  </a:lnTo>
                  <a:lnTo>
                    <a:pt x="212799" y="920226"/>
                  </a:lnTo>
                  <a:lnTo>
                    <a:pt x="212785" y="920227"/>
                  </a:lnTo>
                  <a:lnTo>
                    <a:pt x="212775" y="920235"/>
                  </a:lnTo>
                  <a:lnTo>
                    <a:pt x="212759" y="920257"/>
                  </a:lnTo>
                  <a:lnTo>
                    <a:pt x="212747" y="920272"/>
                  </a:lnTo>
                  <a:lnTo>
                    <a:pt x="212734" y="920298"/>
                  </a:lnTo>
                  <a:lnTo>
                    <a:pt x="212722" y="920317"/>
                  </a:lnTo>
                  <a:lnTo>
                    <a:pt x="212681" y="920349"/>
                  </a:lnTo>
                  <a:lnTo>
                    <a:pt x="212640" y="920376"/>
                  </a:lnTo>
                  <a:lnTo>
                    <a:pt x="212604" y="920401"/>
                  </a:lnTo>
                  <a:lnTo>
                    <a:pt x="212578" y="920416"/>
                  </a:lnTo>
                  <a:lnTo>
                    <a:pt x="212548" y="920438"/>
                  </a:lnTo>
                  <a:lnTo>
                    <a:pt x="212529" y="920458"/>
                  </a:lnTo>
                  <a:lnTo>
                    <a:pt x="212517" y="920481"/>
                  </a:lnTo>
                  <a:lnTo>
                    <a:pt x="212521" y="920500"/>
                  </a:lnTo>
                  <a:lnTo>
                    <a:pt x="212534" y="920530"/>
                  </a:lnTo>
                  <a:lnTo>
                    <a:pt x="212556" y="920574"/>
                  </a:lnTo>
                  <a:lnTo>
                    <a:pt x="212566" y="920593"/>
                  </a:lnTo>
                  <a:lnTo>
                    <a:pt x="212570" y="920629"/>
                  </a:lnTo>
                  <a:lnTo>
                    <a:pt x="212571" y="920654"/>
                  </a:lnTo>
                  <a:lnTo>
                    <a:pt x="212565" y="920676"/>
                  </a:lnTo>
                  <a:lnTo>
                    <a:pt x="212550" y="920695"/>
                  </a:lnTo>
                  <a:lnTo>
                    <a:pt x="212530" y="920721"/>
                  </a:lnTo>
                  <a:lnTo>
                    <a:pt x="212490" y="920746"/>
                  </a:lnTo>
                  <a:lnTo>
                    <a:pt x="212456" y="920762"/>
                  </a:lnTo>
                  <a:lnTo>
                    <a:pt x="212402" y="920791"/>
                  </a:lnTo>
                  <a:lnTo>
                    <a:pt x="212366" y="920808"/>
                  </a:lnTo>
                  <a:lnTo>
                    <a:pt x="212341" y="920815"/>
                  </a:lnTo>
                  <a:lnTo>
                    <a:pt x="212288" y="920818"/>
                  </a:lnTo>
                  <a:lnTo>
                    <a:pt x="212252" y="920818"/>
                  </a:lnTo>
                  <a:lnTo>
                    <a:pt x="212186" y="920819"/>
                  </a:lnTo>
                  <a:lnTo>
                    <a:pt x="212125" y="920823"/>
                  </a:lnTo>
                  <a:lnTo>
                    <a:pt x="212084" y="920824"/>
                  </a:lnTo>
                  <a:lnTo>
                    <a:pt x="212058" y="920817"/>
                  </a:lnTo>
                  <a:lnTo>
                    <a:pt x="211994" y="920806"/>
                  </a:lnTo>
                  <a:lnTo>
                    <a:pt x="211962" y="920802"/>
                  </a:lnTo>
                  <a:lnTo>
                    <a:pt x="211894" y="920792"/>
                  </a:lnTo>
                  <a:lnTo>
                    <a:pt x="211849" y="920780"/>
                  </a:lnTo>
                  <a:lnTo>
                    <a:pt x="211782" y="920753"/>
                  </a:lnTo>
                  <a:lnTo>
                    <a:pt x="211768" y="920748"/>
                  </a:lnTo>
                  <a:lnTo>
                    <a:pt x="211754" y="920747"/>
                  </a:lnTo>
                  <a:lnTo>
                    <a:pt x="211735" y="920762"/>
                  </a:lnTo>
                  <a:lnTo>
                    <a:pt x="211712" y="920769"/>
                  </a:lnTo>
                  <a:lnTo>
                    <a:pt x="211691" y="920786"/>
                  </a:lnTo>
                  <a:lnTo>
                    <a:pt x="211668" y="920795"/>
                  </a:lnTo>
                  <a:lnTo>
                    <a:pt x="211654" y="920808"/>
                  </a:lnTo>
                  <a:lnTo>
                    <a:pt x="211637" y="920827"/>
                  </a:lnTo>
                  <a:lnTo>
                    <a:pt x="211620" y="920847"/>
                  </a:lnTo>
                  <a:lnTo>
                    <a:pt x="211605" y="920875"/>
                  </a:lnTo>
                  <a:lnTo>
                    <a:pt x="211601" y="920888"/>
                  </a:lnTo>
                  <a:lnTo>
                    <a:pt x="211601" y="920902"/>
                  </a:lnTo>
                  <a:lnTo>
                    <a:pt x="211600" y="920928"/>
                  </a:lnTo>
                  <a:lnTo>
                    <a:pt x="211593" y="920960"/>
                  </a:lnTo>
                  <a:lnTo>
                    <a:pt x="211582" y="920970"/>
                  </a:lnTo>
                  <a:lnTo>
                    <a:pt x="211542" y="921010"/>
                  </a:lnTo>
                  <a:lnTo>
                    <a:pt x="211476" y="921077"/>
                  </a:lnTo>
                  <a:lnTo>
                    <a:pt x="211457" y="921113"/>
                  </a:lnTo>
                  <a:lnTo>
                    <a:pt x="211447" y="921150"/>
                  </a:lnTo>
                  <a:lnTo>
                    <a:pt x="211424" y="921190"/>
                  </a:lnTo>
                  <a:lnTo>
                    <a:pt x="211404" y="921214"/>
                  </a:lnTo>
                  <a:lnTo>
                    <a:pt x="211388" y="921232"/>
                  </a:lnTo>
                  <a:lnTo>
                    <a:pt x="211379" y="921257"/>
                  </a:lnTo>
                  <a:lnTo>
                    <a:pt x="211371" y="921291"/>
                  </a:lnTo>
                  <a:lnTo>
                    <a:pt x="211370" y="921316"/>
                  </a:lnTo>
                  <a:lnTo>
                    <a:pt x="211371" y="921402"/>
                  </a:lnTo>
                  <a:lnTo>
                    <a:pt x="211376" y="921459"/>
                  </a:lnTo>
                  <a:lnTo>
                    <a:pt x="211378" y="921476"/>
                  </a:lnTo>
                  <a:lnTo>
                    <a:pt x="211398" y="921511"/>
                  </a:lnTo>
                  <a:lnTo>
                    <a:pt x="211413" y="921542"/>
                  </a:lnTo>
                  <a:lnTo>
                    <a:pt x="211423" y="921561"/>
                  </a:lnTo>
                  <a:lnTo>
                    <a:pt x="211423" y="921568"/>
                  </a:lnTo>
                  <a:lnTo>
                    <a:pt x="211413" y="921573"/>
                  </a:lnTo>
                  <a:lnTo>
                    <a:pt x="211390" y="921582"/>
                  </a:lnTo>
                  <a:lnTo>
                    <a:pt x="211362" y="921599"/>
                  </a:lnTo>
                  <a:lnTo>
                    <a:pt x="211321" y="921631"/>
                  </a:lnTo>
                  <a:lnTo>
                    <a:pt x="211298" y="921654"/>
                  </a:lnTo>
                  <a:lnTo>
                    <a:pt x="211249" y="921713"/>
                  </a:lnTo>
                  <a:lnTo>
                    <a:pt x="211229" y="921737"/>
                  </a:lnTo>
                  <a:lnTo>
                    <a:pt x="211197" y="921789"/>
                  </a:lnTo>
                  <a:lnTo>
                    <a:pt x="211178" y="921823"/>
                  </a:lnTo>
                  <a:lnTo>
                    <a:pt x="211166" y="921857"/>
                  </a:lnTo>
                  <a:lnTo>
                    <a:pt x="211153" y="921897"/>
                  </a:lnTo>
                  <a:lnTo>
                    <a:pt x="211146" y="921936"/>
                  </a:lnTo>
                  <a:lnTo>
                    <a:pt x="211145" y="921966"/>
                  </a:lnTo>
                  <a:lnTo>
                    <a:pt x="211137" y="922003"/>
                  </a:lnTo>
                  <a:lnTo>
                    <a:pt x="211126" y="922015"/>
                  </a:lnTo>
                  <a:lnTo>
                    <a:pt x="211109" y="922023"/>
                  </a:lnTo>
                  <a:lnTo>
                    <a:pt x="211062" y="922032"/>
                  </a:lnTo>
                  <a:lnTo>
                    <a:pt x="211022" y="922039"/>
                  </a:lnTo>
                  <a:lnTo>
                    <a:pt x="210988" y="922045"/>
                  </a:lnTo>
                  <a:lnTo>
                    <a:pt x="210946" y="922054"/>
                  </a:lnTo>
                  <a:lnTo>
                    <a:pt x="210923" y="922059"/>
                  </a:lnTo>
                  <a:lnTo>
                    <a:pt x="210905" y="922060"/>
                  </a:lnTo>
                  <a:lnTo>
                    <a:pt x="210883" y="922060"/>
                  </a:lnTo>
                  <a:lnTo>
                    <a:pt x="210844" y="922052"/>
                  </a:lnTo>
                  <a:lnTo>
                    <a:pt x="210821" y="922050"/>
                  </a:lnTo>
                  <a:lnTo>
                    <a:pt x="210797" y="922051"/>
                  </a:lnTo>
                  <a:lnTo>
                    <a:pt x="210780" y="922054"/>
                  </a:lnTo>
                  <a:lnTo>
                    <a:pt x="210762" y="922059"/>
                  </a:lnTo>
                  <a:lnTo>
                    <a:pt x="210749" y="922063"/>
                  </a:lnTo>
                  <a:lnTo>
                    <a:pt x="210732" y="922074"/>
                  </a:lnTo>
                  <a:lnTo>
                    <a:pt x="210725" y="922073"/>
                  </a:lnTo>
                  <a:lnTo>
                    <a:pt x="210722" y="922066"/>
                  </a:lnTo>
                  <a:lnTo>
                    <a:pt x="210722" y="922057"/>
                  </a:lnTo>
                  <a:lnTo>
                    <a:pt x="210722" y="922047"/>
                  </a:lnTo>
                  <a:lnTo>
                    <a:pt x="210721" y="922038"/>
                  </a:lnTo>
                  <a:lnTo>
                    <a:pt x="210720" y="922030"/>
                  </a:lnTo>
                  <a:lnTo>
                    <a:pt x="210715" y="922018"/>
                  </a:lnTo>
                  <a:lnTo>
                    <a:pt x="210708" y="922008"/>
                  </a:lnTo>
                  <a:lnTo>
                    <a:pt x="210691" y="921968"/>
                  </a:lnTo>
                  <a:lnTo>
                    <a:pt x="210683" y="921936"/>
                  </a:lnTo>
                  <a:lnTo>
                    <a:pt x="210673" y="921912"/>
                  </a:lnTo>
                  <a:lnTo>
                    <a:pt x="210645" y="921845"/>
                  </a:lnTo>
                  <a:lnTo>
                    <a:pt x="210636" y="921814"/>
                  </a:lnTo>
                  <a:lnTo>
                    <a:pt x="210623" y="921787"/>
                  </a:lnTo>
                  <a:lnTo>
                    <a:pt x="210615" y="921736"/>
                  </a:lnTo>
                  <a:lnTo>
                    <a:pt x="210610" y="921715"/>
                  </a:lnTo>
                  <a:lnTo>
                    <a:pt x="210599" y="921694"/>
                  </a:lnTo>
                  <a:lnTo>
                    <a:pt x="210585" y="921677"/>
                  </a:lnTo>
                  <a:lnTo>
                    <a:pt x="210556" y="921637"/>
                  </a:lnTo>
                  <a:lnTo>
                    <a:pt x="210548" y="921612"/>
                  </a:lnTo>
                  <a:lnTo>
                    <a:pt x="210538" y="921584"/>
                  </a:lnTo>
                  <a:lnTo>
                    <a:pt x="210519" y="921520"/>
                  </a:lnTo>
                  <a:lnTo>
                    <a:pt x="210490" y="921454"/>
                  </a:lnTo>
                  <a:lnTo>
                    <a:pt x="210456" y="921395"/>
                  </a:lnTo>
                  <a:lnTo>
                    <a:pt x="210440" y="921368"/>
                  </a:lnTo>
                  <a:lnTo>
                    <a:pt x="210425" y="921347"/>
                  </a:lnTo>
                  <a:lnTo>
                    <a:pt x="210405" y="921323"/>
                  </a:lnTo>
                  <a:lnTo>
                    <a:pt x="210385" y="921297"/>
                  </a:lnTo>
                  <a:lnTo>
                    <a:pt x="210361" y="921264"/>
                  </a:lnTo>
                  <a:lnTo>
                    <a:pt x="210346" y="921234"/>
                  </a:lnTo>
                  <a:lnTo>
                    <a:pt x="210341" y="921206"/>
                  </a:lnTo>
                  <a:lnTo>
                    <a:pt x="210339" y="921165"/>
                  </a:lnTo>
                  <a:lnTo>
                    <a:pt x="210338" y="921150"/>
                  </a:lnTo>
                  <a:lnTo>
                    <a:pt x="210340" y="921132"/>
                  </a:lnTo>
                  <a:lnTo>
                    <a:pt x="210344" y="921123"/>
                  </a:lnTo>
                  <a:lnTo>
                    <a:pt x="210363" y="921112"/>
                  </a:lnTo>
                  <a:lnTo>
                    <a:pt x="210393" y="921085"/>
                  </a:lnTo>
                  <a:lnTo>
                    <a:pt x="210407" y="921075"/>
                  </a:lnTo>
                  <a:lnTo>
                    <a:pt x="210422" y="921063"/>
                  </a:lnTo>
                  <a:lnTo>
                    <a:pt x="210424" y="921056"/>
                  </a:lnTo>
                  <a:lnTo>
                    <a:pt x="210424" y="921029"/>
                  </a:lnTo>
                  <a:lnTo>
                    <a:pt x="210424" y="921004"/>
                  </a:lnTo>
                  <a:lnTo>
                    <a:pt x="210434" y="920979"/>
                  </a:lnTo>
                  <a:lnTo>
                    <a:pt x="210438" y="920959"/>
                  </a:lnTo>
                  <a:lnTo>
                    <a:pt x="210448" y="920929"/>
                  </a:lnTo>
                  <a:lnTo>
                    <a:pt x="210454" y="920902"/>
                  </a:lnTo>
                  <a:lnTo>
                    <a:pt x="210458" y="920880"/>
                  </a:lnTo>
                  <a:lnTo>
                    <a:pt x="210458" y="920862"/>
                  </a:lnTo>
                  <a:lnTo>
                    <a:pt x="210460" y="920829"/>
                  </a:lnTo>
                  <a:lnTo>
                    <a:pt x="210459" y="920807"/>
                  </a:lnTo>
                  <a:lnTo>
                    <a:pt x="210466" y="920781"/>
                  </a:lnTo>
                  <a:lnTo>
                    <a:pt x="210475" y="920772"/>
                  </a:lnTo>
                  <a:lnTo>
                    <a:pt x="210484" y="920752"/>
                  </a:lnTo>
                  <a:lnTo>
                    <a:pt x="210493" y="920723"/>
                  </a:lnTo>
                  <a:lnTo>
                    <a:pt x="210512" y="920692"/>
                  </a:lnTo>
                  <a:lnTo>
                    <a:pt x="210520" y="920674"/>
                  </a:lnTo>
                  <a:lnTo>
                    <a:pt x="210527" y="920650"/>
                  </a:lnTo>
                  <a:lnTo>
                    <a:pt x="210537" y="920606"/>
                  </a:lnTo>
                  <a:lnTo>
                    <a:pt x="210542" y="920566"/>
                  </a:lnTo>
                  <a:lnTo>
                    <a:pt x="210547" y="920492"/>
                  </a:lnTo>
                  <a:lnTo>
                    <a:pt x="210539" y="920463"/>
                  </a:lnTo>
                  <a:lnTo>
                    <a:pt x="210538" y="920425"/>
                  </a:lnTo>
                  <a:lnTo>
                    <a:pt x="210531" y="920401"/>
                  </a:lnTo>
                  <a:lnTo>
                    <a:pt x="210514" y="920347"/>
                  </a:lnTo>
                  <a:lnTo>
                    <a:pt x="210505" y="920321"/>
                  </a:lnTo>
                  <a:lnTo>
                    <a:pt x="210505" y="920301"/>
                  </a:lnTo>
                  <a:lnTo>
                    <a:pt x="210504" y="920278"/>
                  </a:lnTo>
                  <a:lnTo>
                    <a:pt x="210502" y="920262"/>
                  </a:lnTo>
                  <a:lnTo>
                    <a:pt x="210497" y="920253"/>
                  </a:lnTo>
                  <a:lnTo>
                    <a:pt x="210486" y="920198"/>
                  </a:lnTo>
                  <a:lnTo>
                    <a:pt x="210480" y="920139"/>
                  </a:lnTo>
                  <a:lnTo>
                    <a:pt x="210482" y="920081"/>
                  </a:lnTo>
                  <a:lnTo>
                    <a:pt x="210482" y="920066"/>
                  </a:lnTo>
                  <a:lnTo>
                    <a:pt x="210481" y="920052"/>
                  </a:lnTo>
                  <a:lnTo>
                    <a:pt x="210474" y="920041"/>
                  </a:lnTo>
                  <a:lnTo>
                    <a:pt x="210461" y="920028"/>
                  </a:lnTo>
                  <a:lnTo>
                    <a:pt x="210462" y="920008"/>
                  </a:lnTo>
                  <a:lnTo>
                    <a:pt x="210464" y="919994"/>
                  </a:lnTo>
                  <a:lnTo>
                    <a:pt x="210470" y="919926"/>
                  </a:lnTo>
                  <a:lnTo>
                    <a:pt x="210477" y="919889"/>
                  </a:lnTo>
                  <a:lnTo>
                    <a:pt x="210481" y="919841"/>
                  </a:lnTo>
                  <a:lnTo>
                    <a:pt x="210474" y="919797"/>
                  </a:lnTo>
                  <a:lnTo>
                    <a:pt x="210467" y="919762"/>
                  </a:lnTo>
                  <a:lnTo>
                    <a:pt x="210464" y="919738"/>
                  </a:lnTo>
                  <a:lnTo>
                    <a:pt x="210458" y="919721"/>
                  </a:lnTo>
                  <a:lnTo>
                    <a:pt x="210451" y="919714"/>
                  </a:lnTo>
                  <a:lnTo>
                    <a:pt x="210436" y="919709"/>
                  </a:lnTo>
                  <a:lnTo>
                    <a:pt x="210393" y="919695"/>
                  </a:lnTo>
                  <a:lnTo>
                    <a:pt x="210349" y="919683"/>
                  </a:lnTo>
                  <a:lnTo>
                    <a:pt x="210289" y="919673"/>
                  </a:lnTo>
                  <a:lnTo>
                    <a:pt x="210253" y="919647"/>
                  </a:lnTo>
                  <a:lnTo>
                    <a:pt x="210221" y="919623"/>
                  </a:lnTo>
                  <a:lnTo>
                    <a:pt x="210187" y="919596"/>
                  </a:lnTo>
                  <a:lnTo>
                    <a:pt x="210163" y="919581"/>
                  </a:lnTo>
                  <a:lnTo>
                    <a:pt x="210139" y="919555"/>
                  </a:lnTo>
                  <a:lnTo>
                    <a:pt x="210122" y="919527"/>
                  </a:lnTo>
                  <a:lnTo>
                    <a:pt x="210104" y="919511"/>
                  </a:lnTo>
                  <a:lnTo>
                    <a:pt x="210087" y="919506"/>
                  </a:lnTo>
                  <a:lnTo>
                    <a:pt x="210051" y="919501"/>
                  </a:lnTo>
                  <a:lnTo>
                    <a:pt x="210015" y="919493"/>
                  </a:lnTo>
                  <a:lnTo>
                    <a:pt x="209994" y="919492"/>
                  </a:lnTo>
                  <a:lnTo>
                    <a:pt x="209964" y="919502"/>
                  </a:lnTo>
                  <a:lnTo>
                    <a:pt x="209926" y="919505"/>
                  </a:lnTo>
                  <a:lnTo>
                    <a:pt x="209885" y="919509"/>
                  </a:lnTo>
                  <a:lnTo>
                    <a:pt x="209866" y="919510"/>
                  </a:lnTo>
                  <a:lnTo>
                    <a:pt x="209849" y="919500"/>
                  </a:lnTo>
                  <a:lnTo>
                    <a:pt x="209816" y="919468"/>
                  </a:lnTo>
                  <a:lnTo>
                    <a:pt x="209790" y="919451"/>
                  </a:lnTo>
                  <a:lnTo>
                    <a:pt x="209742" y="919426"/>
                  </a:lnTo>
                  <a:lnTo>
                    <a:pt x="209712" y="919420"/>
                  </a:lnTo>
                  <a:lnTo>
                    <a:pt x="209686" y="919421"/>
                  </a:lnTo>
                  <a:lnTo>
                    <a:pt x="209647" y="919442"/>
                  </a:lnTo>
                  <a:lnTo>
                    <a:pt x="209607" y="919450"/>
                  </a:lnTo>
                  <a:lnTo>
                    <a:pt x="209574" y="919448"/>
                  </a:lnTo>
                  <a:lnTo>
                    <a:pt x="209538" y="919449"/>
                  </a:lnTo>
                  <a:lnTo>
                    <a:pt x="209503" y="919439"/>
                  </a:lnTo>
                  <a:lnTo>
                    <a:pt x="209471" y="919420"/>
                  </a:lnTo>
                  <a:lnTo>
                    <a:pt x="209447" y="919403"/>
                  </a:lnTo>
                  <a:lnTo>
                    <a:pt x="209430" y="919384"/>
                  </a:lnTo>
                  <a:lnTo>
                    <a:pt x="209375" y="919331"/>
                  </a:lnTo>
                  <a:lnTo>
                    <a:pt x="209345" y="919305"/>
                  </a:lnTo>
                  <a:lnTo>
                    <a:pt x="209326" y="919293"/>
                  </a:lnTo>
                  <a:lnTo>
                    <a:pt x="209278" y="919265"/>
                  </a:lnTo>
                  <a:lnTo>
                    <a:pt x="209251" y="919249"/>
                  </a:lnTo>
                  <a:lnTo>
                    <a:pt x="209218" y="919235"/>
                  </a:lnTo>
                  <a:lnTo>
                    <a:pt x="209172" y="919213"/>
                  </a:lnTo>
                  <a:lnTo>
                    <a:pt x="209140" y="919192"/>
                  </a:lnTo>
                  <a:lnTo>
                    <a:pt x="209101" y="919174"/>
                  </a:lnTo>
                  <a:lnTo>
                    <a:pt x="209055" y="919147"/>
                  </a:lnTo>
                  <a:lnTo>
                    <a:pt x="209022" y="919136"/>
                  </a:lnTo>
                  <a:lnTo>
                    <a:pt x="208991" y="919124"/>
                  </a:lnTo>
                  <a:lnTo>
                    <a:pt x="208956" y="919093"/>
                  </a:lnTo>
                  <a:lnTo>
                    <a:pt x="208926" y="919066"/>
                  </a:lnTo>
                  <a:lnTo>
                    <a:pt x="208905" y="919058"/>
                  </a:lnTo>
                  <a:lnTo>
                    <a:pt x="208875" y="919047"/>
                  </a:lnTo>
                  <a:lnTo>
                    <a:pt x="208854" y="919026"/>
                  </a:lnTo>
                  <a:lnTo>
                    <a:pt x="208834" y="919023"/>
                  </a:lnTo>
                  <a:lnTo>
                    <a:pt x="208815" y="919029"/>
                  </a:lnTo>
                  <a:lnTo>
                    <a:pt x="208782" y="919040"/>
                  </a:lnTo>
                  <a:lnTo>
                    <a:pt x="208762" y="919044"/>
                  </a:lnTo>
                  <a:lnTo>
                    <a:pt x="208729" y="919042"/>
                  </a:lnTo>
                  <a:lnTo>
                    <a:pt x="208687" y="919026"/>
                  </a:lnTo>
                  <a:lnTo>
                    <a:pt x="208670" y="919024"/>
                  </a:lnTo>
                  <a:lnTo>
                    <a:pt x="208633" y="919006"/>
                  </a:lnTo>
                  <a:lnTo>
                    <a:pt x="208612" y="918984"/>
                  </a:lnTo>
                  <a:lnTo>
                    <a:pt x="208595" y="918957"/>
                  </a:lnTo>
                  <a:lnTo>
                    <a:pt x="208578" y="918941"/>
                  </a:lnTo>
                  <a:lnTo>
                    <a:pt x="208552" y="918932"/>
                  </a:lnTo>
                  <a:lnTo>
                    <a:pt x="208519" y="918922"/>
                  </a:lnTo>
                  <a:lnTo>
                    <a:pt x="208488" y="918922"/>
                  </a:lnTo>
                  <a:lnTo>
                    <a:pt x="208450" y="918916"/>
                  </a:lnTo>
                  <a:lnTo>
                    <a:pt x="208409" y="918916"/>
                  </a:lnTo>
                  <a:lnTo>
                    <a:pt x="208375" y="918919"/>
                  </a:lnTo>
                  <a:lnTo>
                    <a:pt x="208324" y="918927"/>
                  </a:lnTo>
                  <a:lnTo>
                    <a:pt x="208278" y="918930"/>
                  </a:lnTo>
                  <a:lnTo>
                    <a:pt x="208252" y="918938"/>
                  </a:lnTo>
                  <a:lnTo>
                    <a:pt x="208221" y="918947"/>
                  </a:lnTo>
                  <a:lnTo>
                    <a:pt x="208134" y="918968"/>
                  </a:lnTo>
                  <a:lnTo>
                    <a:pt x="208091" y="918977"/>
                  </a:lnTo>
                  <a:lnTo>
                    <a:pt x="208037" y="918981"/>
                  </a:lnTo>
                  <a:lnTo>
                    <a:pt x="207999" y="918984"/>
                  </a:lnTo>
                  <a:lnTo>
                    <a:pt x="207968" y="918976"/>
                  </a:lnTo>
                  <a:lnTo>
                    <a:pt x="207922" y="918958"/>
                  </a:lnTo>
                  <a:lnTo>
                    <a:pt x="207881" y="918937"/>
                  </a:lnTo>
                  <a:lnTo>
                    <a:pt x="207847" y="918910"/>
                  </a:lnTo>
                  <a:lnTo>
                    <a:pt x="207817" y="918894"/>
                  </a:lnTo>
                  <a:lnTo>
                    <a:pt x="207760" y="918861"/>
                  </a:lnTo>
                  <a:lnTo>
                    <a:pt x="207719" y="918841"/>
                  </a:lnTo>
                  <a:lnTo>
                    <a:pt x="207703" y="918836"/>
                  </a:lnTo>
                  <a:lnTo>
                    <a:pt x="207693" y="918839"/>
                  </a:lnTo>
                  <a:lnTo>
                    <a:pt x="207678" y="918867"/>
                  </a:lnTo>
                  <a:lnTo>
                    <a:pt x="207674" y="918898"/>
                  </a:lnTo>
                  <a:lnTo>
                    <a:pt x="207663" y="918949"/>
                  </a:lnTo>
                  <a:lnTo>
                    <a:pt x="207645" y="918974"/>
                  </a:lnTo>
                  <a:lnTo>
                    <a:pt x="207608" y="919001"/>
                  </a:lnTo>
                  <a:lnTo>
                    <a:pt x="207531" y="919034"/>
                  </a:lnTo>
                  <a:lnTo>
                    <a:pt x="207451" y="919063"/>
                  </a:lnTo>
                  <a:lnTo>
                    <a:pt x="207394" y="919086"/>
                  </a:lnTo>
                  <a:lnTo>
                    <a:pt x="207353" y="919106"/>
                  </a:lnTo>
                  <a:lnTo>
                    <a:pt x="207322" y="919107"/>
                  </a:lnTo>
                  <a:lnTo>
                    <a:pt x="207295" y="919103"/>
                  </a:lnTo>
                  <a:lnTo>
                    <a:pt x="207258" y="919092"/>
                  </a:lnTo>
                  <a:lnTo>
                    <a:pt x="207208" y="919073"/>
                  </a:lnTo>
                  <a:lnTo>
                    <a:pt x="207162" y="919053"/>
                  </a:lnTo>
                  <a:lnTo>
                    <a:pt x="207143" y="919037"/>
                  </a:lnTo>
                  <a:lnTo>
                    <a:pt x="207124" y="919034"/>
                  </a:lnTo>
                  <a:lnTo>
                    <a:pt x="207114" y="919037"/>
                  </a:lnTo>
                  <a:lnTo>
                    <a:pt x="207100" y="919057"/>
                  </a:lnTo>
                  <a:lnTo>
                    <a:pt x="207083" y="919079"/>
                  </a:lnTo>
                  <a:lnTo>
                    <a:pt x="207054" y="919100"/>
                  </a:lnTo>
                  <a:lnTo>
                    <a:pt x="207003" y="919114"/>
                  </a:lnTo>
                  <a:lnTo>
                    <a:pt x="206956" y="919112"/>
                  </a:lnTo>
                  <a:lnTo>
                    <a:pt x="206876" y="919111"/>
                  </a:lnTo>
                  <a:lnTo>
                    <a:pt x="206781" y="919127"/>
                  </a:lnTo>
                  <a:lnTo>
                    <a:pt x="206726" y="919136"/>
                  </a:lnTo>
                  <a:lnTo>
                    <a:pt x="206680" y="919133"/>
                  </a:lnTo>
                  <a:lnTo>
                    <a:pt x="206632" y="919120"/>
                  </a:lnTo>
                  <a:lnTo>
                    <a:pt x="206587" y="919110"/>
                  </a:lnTo>
                  <a:lnTo>
                    <a:pt x="206543" y="919106"/>
                  </a:lnTo>
                  <a:lnTo>
                    <a:pt x="206489" y="919095"/>
                  </a:lnTo>
                  <a:lnTo>
                    <a:pt x="206465" y="919079"/>
                  </a:lnTo>
                  <a:lnTo>
                    <a:pt x="206427" y="919066"/>
                  </a:lnTo>
                  <a:lnTo>
                    <a:pt x="206397" y="919049"/>
                  </a:lnTo>
                  <a:lnTo>
                    <a:pt x="206365" y="919026"/>
                  </a:lnTo>
                  <a:lnTo>
                    <a:pt x="206335" y="918996"/>
                  </a:lnTo>
                  <a:lnTo>
                    <a:pt x="206306" y="918967"/>
                  </a:lnTo>
                  <a:lnTo>
                    <a:pt x="206279" y="918948"/>
                  </a:lnTo>
                  <a:lnTo>
                    <a:pt x="206257" y="918935"/>
                  </a:lnTo>
                  <a:lnTo>
                    <a:pt x="206243" y="918925"/>
                  </a:lnTo>
                  <a:lnTo>
                    <a:pt x="206237" y="918915"/>
                  </a:lnTo>
                  <a:lnTo>
                    <a:pt x="206228" y="918903"/>
                  </a:lnTo>
                  <a:lnTo>
                    <a:pt x="206224" y="918889"/>
                  </a:lnTo>
                  <a:lnTo>
                    <a:pt x="206223" y="918874"/>
                  </a:lnTo>
                  <a:lnTo>
                    <a:pt x="206220" y="918861"/>
                  </a:lnTo>
                  <a:lnTo>
                    <a:pt x="206215" y="918851"/>
                  </a:lnTo>
                  <a:lnTo>
                    <a:pt x="206210" y="918836"/>
                  </a:lnTo>
                  <a:lnTo>
                    <a:pt x="206206" y="918806"/>
                  </a:lnTo>
                  <a:lnTo>
                    <a:pt x="206202" y="918765"/>
                  </a:lnTo>
                  <a:lnTo>
                    <a:pt x="206198" y="918738"/>
                  </a:lnTo>
                  <a:lnTo>
                    <a:pt x="206190" y="918714"/>
                  </a:lnTo>
                  <a:lnTo>
                    <a:pt x="206179" y="918699"/>
                  </a:lnTo>
                  <a:lnTo>
                    <a:pt x="206169" y="918691"/>
                  </a:lnTo>
                  <a:lnTo>
                    <a:pt x="206155" y="918684"/>
                  </a:lnTo>
                  <a:lnTo>
                    <a:pt x="206122" y="918676"/>
                  </a:lnTo>
                  <a:lnTo>
                    <a:pt x="206096" y="918674"/>
                  </a:lnTo>
                  <a:lnTo>
                    <a:pt x="206049" y="918670"/>
                  </a:lnTo>
                  <a:lnTo>
                    <a:pt x="206006" y="918665"/>
                  </a:lnTo>
                  <a:lnTo>
                    <a:pt x="205963" y="918664"/>
                  </a:lnTo>
                  <a:lnTo>
                    <a:pt x="205894" y="918657"/>
                  </a:lnTo>
                  <a:lnTo>
                    <a:pt x="205839" y="918666"/>
                  </a:lnTo>
                  <a:lnTo>
                    <a:pt x="205814" y="918666"/>
                  </a:lnTo>
                  <a:lnTo>
                    <a:pt x="205799" y="918662"/>
                  </a:lnTo>
                  <a:lnTo>
                    <a:pt x="205779" y="918645"/>
                  </a:lnTo>
                  <a:lnTo>
                    <a:pt x="205761" y="918622"/>
                  </a:lnTo>
                  <a:lnTo>
                    <a:pt x="205739" y="918600"/>
                  </a:lnTo>
                  <a:lnTo>
                    <a:pt x="205706" y="918577"/>
                  </a:lnTo>
                  <a:lnTo>
                    <a:pt x="205689" y="918567"/>
                  </a:lnTo>
                  <a:lnTo>
                    <a:pt x="205663" y="918560"/>
                  </a:lnTo>
                  <a:lnTo>
                    <a:pt x="205621" y="918565"/>
                  </a:lnTo>
                  <a:lnTo>
                    <a:pt x="205588" y="918575"/>
                  </a:lnTo>
                  <a:lnTo>
                    <a:pt x="205559" y="918583"/>
                  </a:lnTo>
                  <a:lnTo>
                    <a:pt x="205511" y="918607"/>
                  </a:lnTo>
                  <a:lnTo>
                    <a:pt x="205481" y="918621"/>
                  </a:lnTo>
                  <a:lnTo>
                    <a:pt x="205465" y="918623"/>
                  </a:lnTo>
                  <a:lnTo>
                    <a:pt x="205422" y="918616"/>
                  </a:lnTo>
                  <a:lnTo>
                    <a:pt x="205390" y="918609"/>
                  </a:lnTo>
                  <a:lnTo>
                    <a:pt x="205355" y="918609"/>
                  </a:lnTo>
                  <a:lnTo>
                    <a:pt x="205306" y="918612"/>
                  </a:lnTo>
                  <a:lnTo>
                    <a:pt x="205261" y="918608"/>
                  </a:lnTo>
                  <a:lnTo>
                    <a:pt x="205226" y="918600"/>
                  </a:lnTo>
                  <a:lnTo>
                    <a:pt x="205196" y="918590"/>
                  </a:lnTo>
                  <a:lnTo>
                    <a:pt x="205146" y="918572"/>
                  </a:lnTo>
                  <a:lnTo>
                    <a:pt x="205007" y="918541"/>
                  </a:lnTo>
                  <a:lnTo>
                    <a:pt x="204930" y="918515"/>
                  </a:lnTo>
                  <a:lnTo>
                    <a:pt x="204892" y="918498"/>
                  </a:lnTo>
                  <a:lnTo>
                    <a:pt x="204857" y="918482"/>
                  </a:lnTo>
                  <a:lnTo>
                    <a:pt x="204822" y="918472"/>
                  </a:lnTo>
                  <a:lnTo>
                    <a:pt x="204778" y="918448"/>
                  </a:lnTo>
                  <a:lnTo>
                    <a:pt x="204726" y="918420"/>
                  </a:lnTo>
                  <a:lnTo>
                    <a:pt x="204699" y="918408"/>
                  </a:lnTo>
                  <a:lnTo>
                    <a:pt x="204690" y="918407"/>
                  </a:lnTo>
                  <a:lnTo>
                    <a:pt x="204660" y="918419"/>
                  </a:lnTo>
                  <a:lnTo>
                    <a:pt x="204611" y="918441"/>
                  </a:lnTo>
                  <a:lnTo>
                    <a:pt x="204586" y="918459"/>
                  </a:lnTo>
                  <a:lnTo>
                    <a:pt x="204562" y="918475"/>
                  </a:lnTo>
                  <a:lnTo>
                    <a:pt x="204518" y="918498"/>
                  </a:lnTo>
                  <a:lnTo>
                    <a:pt x="204504" y="918507"/>
                  </a:lnTo>
                  <a:lnTo>
                    <a:pt x="204491" y="918508"/>
                  </a:lnTo>
                  <a:lnTo>
                    <a:pt x="204478" y="918505"/>
                  </a:lnTo>
                  <a:lnTo>
                    <a:pt x="204461" y="918492"/>
                  </a:lnTo>
                  <a:lnTo>
                    <a:pt x="204441" y="918475"/>
                  </a:lnTo>
                  <a:lnTo>
                    <a:pt x="204422" y="918454"/>
                  </a:lnTo>
                  <a:lnTo>
                    <a:pt x="204403" y="918426"/>
                  </a:lnTo>
                  <a:lnTo>
                    <a:pt x="204378" y="918396"/>
                  </a:lnTo>
                  <a:lnTo>
                    <a:pt x="204337" y="918345"/>
                  </a:lnTo>
                  <a:lnTo>
                    <a:pt x="204262" y="918263"/>
                  </a:lnTo>
                  <a:lnTo>
                    <a:pt x="204246" y="918247"/>
                  </a:lnTo>
                  <a:lnTo>
                    <a:pt x="204210" y="918212"/>
                  </a:lnTo>
                  <a:lnTo>
                    <a:pt x="204175" y="918178"/>
                  </a:lnTo>
                  <a:lnTo>
                    <a:pt x="204150" y="918144"/>
                  </a:lnTo>
                  <a:lnTo>
                    <a:pt x="204133" y="918120"/>
                  </a:lnTo>
                  <a:lnTo>
                    <a:pt x="204123" y="918111"/>
                  </a:lnTo>
                  <a:lnTo>
                    <a:pt x="204098" y="918099"/>
                  </a:lnTo>
                  <a:lnTo>
                    <a:pt x="204079" y="918093"/>
                  </a:lnTo>
                  <a:lnTo>
                    <a:pt x="204049" y="918079"/>
                  </a:lnTo>
                  <a:lnTo>
                    <a:pt x="204028" y="918061"/>
                  </a:lnTo>
                  <a:lnTo>
                    <a:pt x="204008" y="918037"/>
                  </a:lnTo>
                  <a:lnTo>
                    <a:pt x="203996" y="918019"/>
                  </a:lnTo>
                  <a:lnTo>
                    <a:pt x="203981" y="918007"/>
                  </a:lnTo>
                  <a:lnTo>
                    <a:pt x="203958" y="917989"/>
                  </a:lnTo>
                  <a:lnTo>
                    <a:pt x="203934" y="917973"/>
                  </a:lnTo>
                  <a:lnTo>
                    <a:pt x="203906" y="917950"/>
                  </a:lnTo>
                  <a:lnTo>
                    <a:pt x="203870" y="917918"/>
                  </a:lnTo>
                  <a:lnTo>
                    <a:pt x="203814" y="917860"/>
                  </a:lnTo>
                  <a:lnTo>
                    <a:pt x="203800" y="917847"/>
                  </a:lnTo>
                  <a:lnTo>
                    <a:pt x="203777" y="917814"/>
                  </a:lnTo>
                  <a:lnTo>
                    <a:pt x="203757" y="917780"/>
                  </a:lnTo>
                  <a:lnTo>
                    <a:pt x="203740" y="917744"/>
                  </a:lnTo>
                  <a:lnTo>
                    <a:pt x="203728" y="917716"/>
                  </a:lnTo>
                  <a:lnTo>
                    <a:pt x="203713" y="917678"/>
                  </a:lnTo>
                  <a:lnTo>
                    <a:pt x="203700" y="917656"/>
                  </a:lnTo>
                  <a:lnTo>
                    <a:pt x="203682" y="917629"/>
                  </a:lnTo>
                  <a:lnTo>
                    <a:pt x="203661" y="917614"/>
                  </a:lnTo>
                  <a:lnTo>
                    <a:pt x="203639" y="917597"/>
                  </a:lnTo>
                  <a:lnTo>
                    <a:pt x="203617" y="917576"/>
                  </a:lnTo>
                  <a:lnTo>
                    <a:pt x="203614" y="917567"/>
                  </a:lnTo>
                  <a:lnTo>
                    <a:pt x="203611" y="917546"/>
                  </a:lnTo>
                  <a:lnTo>
                    <a:pt x="203611" y="917523"/>
                  </a:lnTo>
                  <a:lnTo>
                    <a:pt x="203611" y="917506"/>
                  </a:lnTo>
                  <a:lnTo>
                    <a:pt x="203607" y="917494"/>
                  </a:lnTo>
                  <a:lnTo>
                    <a:pt x="203599" y="917481"/>
                  </a:lnTo>
                  <a:lnTo>
                    <a:pt x="203598" y="917460"/>
                  </a:lnTo>
                  <a:lnTo>
                    <a:pt x="203598" y="917447"/>
                  </a:lnTo>
                  <a:lnTo>
                    <a:pt x="203589" y="917419"/>
                  </a:lnTo>
                  <a:lnTo>
                    <a:pt x="203588" y="917400"/>
                  </a:lnTo>
                  <a:lnTo>
                    <a:pt x="203590" y="917380"/>
                  </a:lnTo>
                  <a:lnTo>
                    <a:pt x="203595" y="917363"/>
                  </a:lnTo>
                  <a:lnTo>
                    <a:pt x="203621" y="917305"/>
                  </a:lnTo>
                  <a:lnTo>
                    <a:pt x="203634" y="917269"/>
                  </a:lnTo>
                  <a:lnTo>
                    <a:pt x="203646" y="917237"/>
                  </a:lnTo>
                  <a:lnTo>
                    <a:pt x="203645" y="917223"/>
                  </a:lnTo>
                  <a:lnTo>
                    <a:pt x="203637" y="917207"/>
                  </a:lnTo>
                  <a:lnTo>
                    <a:pt x="203622" y="917193"/>
                  </a:lnTo>
                  <a:lnTo>
                    <a:pt x="203625" y="917178"/>
                  </a:lnTo>
                  <a:lnTo>
                    <a:pt x="203629" y="917167"/>
                  </a:lnTo>
                  <a:lnTo>
                    <a:pt x="203632" y="917151"/>
                  </a:lnTo>
                  <a:lnTo>
                    <a:pt x="203632" y="917126"/>
                  </a:lnTo>
                  <a:lnTo>
                    <a:pt x="203625" y="917085"/>
                  </a:lnTo>
                  <a:lnTo>
                    <a:pt x="203621" y="917045"/>
                  </a:lnTo>
                  <a:lnTo>
                    <a:pt x="203622" y="916995"/>
                  </a:lnTo>
                  <a:lnTo>
                    <a:pt x="203620" y="916956"/>
                  </a:lnTo>
                  <a:lnTo>
                    <a:pt x="203615" y="916910"/>
                  </a:lnTo>
                  <a:lnTo>
                    <a:pt x="203614" y="916881"/>
                  </a:lnTo>
                  <a:lnTo>
                    <a:pt x="203606" y="916847"/>
                  </a:lnTo>
                  <a:lnTo>
                    <a:pt x="203588" y="916812"/>
                  </a:lnTo>
                  <a:lnTo>
                    <a:pt x="203577" y="916802"/>
                  </a:lnTo>
                  <a:lnTo>
                    <a:pt x="203565" y="916785"/>
                  </a:lnTo>
                  <a:lnTo>
                    <a:pt x="203548" y="916767"/>
                  </a:lnTo>
                  <a:lnTo>
                    <a:pt x="203526" y="916746"/>
                  </a:lnTo>
                  <a:lnTo>
                    <a:pt x="203505" y="916728"/>
                  </a:lnTo>
                  <a:lnTo>
                    <a:pt x="203492" y="916710"/>
                  </a:lnTo>
                  <a:lnTo>
                    <a:pt x="203486" y="916700"/>
                  </a:lnTo>
                  <a:lnTo>
                    <a:pt x="203496" y="916678"/>
                  </a:lnTo>
                  <a:lnTo>
                    <a:pt x="203507" y="916644"/>
                  </a:lnTo>
                  <a:lnTo>
                    <a:pt x="203507" y="916593"/>
                  </a:lnTo>
                  <a:lnTo>
                    <a:pt x="203507" y="916564"/>
                  </a:lnTo>
                  <a:lnTo>
                    <a:pt x="203509" y="916513"/>
                  </a:lnTo>
                  <a:lnTo>
                    <a:pt x="203508" y="916493"/>
                  </a:lnTo>
                  <a:lnTo>
                    <a:pt x="203502" y="916476"/>
                  </a:lnTo>
                  <a:lnTo>
                    <a:pt x="203495" y="916464"/>
                  </a:lnTo>
                  <a:lnTo>
                    <a:pt x="203471" y="916444"/>
                  </a:lnTo>
                  <a:lnTo>
                    <a:pt x="203433" y="916425"/>
                  </a:lnTo>
                  <a:lnTo>
                    <a:pt x="203416" y="916414"/>
                  </a:lnTo>
                  <a:lnTo>
                    <a:pt x="203392" y="916394"/>
                  </a:lnTo>
                  <a:lnTo>
                    <a:pt x="203370" y="916377"/>
                  </a:lnTo>
                  <a:lnTo>
                    <a:pt x="203348" y="916364"/>
                  </a:lnTo>
                  <a:lnTo>
                    <a:pt x="203323" y="916354"/>
                  </a:lnTo>
                  <a:lnTo>
                    <a:pt x="203307" y="916348"/>
                  </a:lnTo>
                  <a:lnTo>
                    <a:pt x="203300" y="916336"/>
                  </a:lnTo>
                  <a:lnTo>
                    <a:pt x="203298" y="916319"/>
                  </a:lnTo>
                  <a:lnTo>
                    <a:pt x="203299" y="916293"/>
                  </a:lnTo>
                  <a:lnTo>
                    <a:pt x="203294" y="916257"/>
                  </a:lnTo>
                  <a:lnTo>
                    <a:pt x="203294" y="916242"/>
                  </a:lnTo>
                  <a:lnTo>
                    <a:pt x="203304" y="916231"/>
                  </a:lnTo>
                  <a:lnTo>
                    <a:pt x="203321" y="916216"/>
                  </a:lnTo>
                  <a:lnTo>
                    <a:pt x="203332" y="916205"/>
                  </a:lnTo>
                  <a:lnTo>
                    <a:pt x="203341" y="916189"/>
                  </a:lnTo>
                  <a:lnTo>
                    <a:pt x="203342" y="916175"/>
                  </a:lnTo>
                  <a:lnTo>
                    <a:pt x="203348" y="916139"/>
                  </a:lnTo>
                  <a:lnTo>
                    <a:pt x="203347" y="916125"/>
                  </a:lnTo>
                  <a:lnTo>
                    <a:pt x="203348" y="916112"/>
                  </a:lnTo>
                  <a:lnTo>
                    <a:pt x="203357" y="916103"/>
                  </a:lnTo>
                  <a:lnTo>
                    <a:pt x="203375" y="916091"/>
                  </a:lnTo>
                  <a:lnTo>
                    <a:pt x="203389" y="916090"/>
                  </a:lnTo>
                  <a:lnTo>
                    <a:pt x="203403" y="916089"/>
                  </a:lnTo>
                  <a:lnTo>
                    <a:pt x="203417" y="916083"/>
                  </a:lnTo>
                  <a:lnTo>
                    <a:pt x="203436" y="916075"/>
                  </a:lnTo>
                  <a:lnTo>
                    <a:pt x="203459" y="916066"/>
                  </a:lnTo>
                  <a:lnTo>
                    <a:pt x="203477" y="916057"/>
                  </a:lnTo>
                  <a:lnTo>
                    <a:pt x="203503" y="916045"/>
                  </a:lnTo>
                  <a:lnTo>
                    <a:pt x="203581" y="916017"/>
                  </a:lnTo>
                  <a:lnTo>
                    <a:pt x="203593" y="916008"/>
                  </a:lnTo>
                  <a:lnTo>
                    <a:pt x="203609" y="915997"/>
                  </a:lnTo>
                  <a:lnTo>
                    <a:pt x="203639" y="915981"/>
                  </a:lnTo>
                  <a:lnTo>
                    <a:pt x="203672" y="915948"/>
                  </a:lnTo>
                  <a:lnTo>
                    <a:pt x="203692" y="915925"/>
                  </a:lnTo>
                  <a:lnTo>
                    <a:pt x="203705" y="915903"/>
                  </a:lnTo>
                  <a:lnTo>
                    <a:pt x="203718" y="915871"/>
                  </a:lnTo>
                  <a:lnTo>
                    <a:pt x="203729" y="915834"/>
                  </a:lnTo>
                  <a:lnTo>
                    <a:pt x="203739" y="915797"/>
                  </a:lnTo>
                  <a:lnTo>
                    <a:pt x="203739" y="915756"/>
                  </a:lnTo>
                  <a:lnTo>
                    <a:pt x="203740" y="915734"/>
                  </a:lnTo>
                  <a:lnTo>
                    <a:pt x="203752" y="915723"/>
                  </a:lnTo>
                  <a:lnTo>
                    <a:pt x="203856" y="915665"/>
                  </a:lnTo>
                  <a:lnTo>
                    <a:pt x="203935" y="915615"/>
                  </a:lnTo>
                  <a:lnTo>
                    <a:pt x="203967" y="915600"/>
                  </a:lnTo>
                  <a:lnTo>
                    <a:pt x="203991" y="915584"/>
                  </a:lnTo>
                  <a:lnTo>
                    <a:pt x="203997" y="915570"/>
                  </a:lnTo>
                  <a:lnTo>
                    <a:pt x="203996" y="915555"/>
                  </a:lnTo>
                  <a:lnTo>
                    <a:pt x="203989" y="915519"/>
                  </a:lnTo>
                  <a:lnTo>
                    <a:pt x="203977" y="915481"/>
                  </a:lnTo>
                  <a:lnTo>
                    <a:pt x="203966" y="915452"/>
                  </a:lnTo>
                  <a:lnTo>
                    <a:pt x="203961" y="915435"/>
                  </a:lnTo>
                  <a:lnTo>
                    <a:pt x="203959" y="915410"/>
                  </a:lnTo>
                  <a:lnTo>
                    <a:pt x="203954" y="915384"/>
                  </a:lnTo>
                  <a:lnTo>
                    <a:pt x="203952" y="915355"/>
                  </a:lnTo>
                  <a:lnTo>
                    <a:pt x="203954" y="915321"/>
                  </a:lnTo>
                  <a:lnTo>
                    <a:pt x="203948" y="915300"/>
                  </a:lnTo>
                  <a:lnTo>
                    <a:pt x="203933" y="915267"/>
                  </a:lnTo>
                  <a:lnTo>
                    <a:pt x="203913" y="915235"/>
                  </a:lnTo>
                  <a:lnTo>
                    <a:pt x="203892" y="915205"/>
                  </a:lnTo>
                  <a:lnTo>
                    <a:pt x="203875" y="915176"/>
                  </a:lnTo>
                  <a:lnTo>
                    <a:pt x="203865" y="915146"/>
                  </a:lnTo>
                  <a:lnTo>
                    <a:pt x="203854" y="915112"/>
                  </a:lnTo>
                  <a:lnTo>
                    <a:pt x="203848" y="915094"/>
                  </a:lnTo>
                  <a:lnTo>
                    <a:pt x="203845" y="915080"/>
                  </a:lnTo>
                  <a:lnTo>
                    <a:pt x="203849" y="915069"/>
                  </a:lnTo>
                  <a:lnTo>
                    <a:pt x="203858" y="915060"/>
                  </a:lnTo>
                  <a:lnTo>
                    <a:pt x="203870" y="915051"/>
                  </a:lnTo>
                  <a:lnTo>
                    <a:pt x="203890" y="915043"/>
                  </a:lnTo>
                  <a:lnTo>
                    <a:pt x="203908" y="915029"/>
                  </a:lnTo>
                  <a:lnTo>
                    <a:pt x="203938" y="915007"/>
                  </a:lnTo>
                  <a:lnTo>
                    <a:pt x="203947" y="914989"/>
                  </a:lnTo>
                  <a:lnTo>
                    <a:pt x="203940" y="914964"/>
                  </a:lnTo>
                  <a:lnTo>
                    <a:pt x="203931" y="914956"/>
                  </a:lnTo>
                  <a:lnTo>
                    <a:pt x="203919" y="914940"/>
                  </a:lnTo>
                  <a:lnTo>
                    <a:pt x="203906" y="914919"/>
                  </a:lnTo>
                  <a:lnTo>
                    <a:pt x="203893" y="914888"/>
                  </a:lnTo>
                  <a:lnTo>
                    <a:pt x="203881" y="914866"/>
                  </a:lnTo>
                  <a:lnTo>
                    <a:pt x="203869" y="914833"/>
                  </a:lnTo>
                  <a:lnTo>
                    <a:pt x="203862" y="914790"/>
                  </a:lnTo>
                  <a:lnTo>
                    <a:pt x="203858" y="914777"/>
                  </a:lnTo>
                  <a:lnTo>
                    <a:pt x="203854" y="914764"/>
                  </a:lnTo>
                  <a:lnTo>
                    <a:pt x="203848" y="914749"/>
                  </a:lnTo>
                  <a:lnTo>
                    <a:pt x="203849" y="914738"/>
                  </a:lnTo>
                  <a:lnTo>
                    <a:pt x="203854" y="914728"/>
                  </a:lnTo>
                  <a:lnTo>
                    <a:pt x="203870" y="914709"/>
                  </a:lnTo>
                  <a:lnTo>
                    <a:pt x="203880" y="914687"/>
                  </a:lnTo>
                  <a:lnTo>
                    <a:pt x="203891" y="914667"/>
                  </a:lnTo>
                  <a:lnTo>
                    <a:pt x="203899" y="914637"/>
                  </a:lnTo>
                  <a:lnTo>
                    <a:pt x="203896" y="914622"/>
                  </a:lnTo>
                  <a:lnTo>
                    <a:pt x="203892" y="914610"/>
                  </a:lnTo>
                  <a:lnTo>
                    <a:pt x="203886" y="914598"/>
                  </a:lnTo>
                  <a:lnTo>
                    <a:pt x="203868" y="914578"/>
                  </a:lnTo>
                  <a:lnTo>
                    <a:pt x="203855" y="914568"/>
                  </a:lnTo>
                  <a:lnTo>
                    <a:pt x="203833" y="914556"/>
                  </a:lnTo>
                  <a:lnTo>
                    <a:pt x="203812" y="914540"/>
                  </a:lnTo>
                  <a:lnTo>
                    <a:pt x="203802" y="914526"/>
                  </a:lnTo>
                  <a:lnTo>
                    <a:pt x="203793" y="914511"/>
                  </a:lnTo>
                  <a:lnTo>
                    <a:pt x="203791" y="914496"/>
                  </a:lnTo>
                  <a:lnTo>
                    <a:pt x="203790" y="914460"/>
                  </a:lnTo>
                  <a:lnTo>
                    <a:pt x="203786" y="914442"/>
                  </a:lnTo>
                  <a:lnTo>
                    <a:pt x="203767" y="914397"/>
                  </a:lnTo>
                  <a:lnTo>
                    <a:pt x="203749" y="914369"/>
                  </a:lnTo>
                  <a:lnTo>
                    <a:pt x="203728" y="914347"/>
                  </a:lnTo>
                  <a:lnTo>
                    <a:pt x="203717" y="914338"/>
                  </a:lnTo>
                  <a:lnTo>
                    <a:pt x="203704" y="914333"/>
                  </a:lnTo>
                  <a:lnTo>
                    <a:pt x="203685" y="914331"/>
                  </a:lnTo>
                  <a:lnTo>
                    <a:pt x="203646" y="914326"/>
                  </a:lnTo>
                  <a:lnTo>
                    <a:pt x="203612" y="914326"/>
                  </a:lnTo>
                  <a:lnTo>
                    <a:pt x="203578" y="914327"/>
                  </a:lnTo>
                  <a:lnTo>
                    <a:pt x="203560" y="914329"/>
                  </a:lnTo>
                  <a:lnTo>
                    <a:pt x="203534" y="914326"/>
                  </a:lnTo>
                  <a:lnTo>
                    <a:pt x="203485" y="914323"/>
                  </a:lnTo>
                  <a:lnTo>
                    <a:pt x="203464" y="914317"/>
                  </a:lnTo>
                  <a:lnTo>
                    <a:pt x="203436" y="914304"/>
                  </a:lnTo>
                  <a:lnTo>
                    <a:pt x="203419" y="914298"/>
                  </a:lnTo>
                  <a:lnTo>
                    <a:pt x="203397" y="914284"/>
                  </a:lnTo>
                  <a:lnTo>
                    <a:pt x="203378" y="914269"/>
                  </a:lnTo>
                  <a:lnTo>
                    <a:pt x="203367" y="914256"/>
                  </a:lnTo>
                  <a:lnTo>
                    <a:pt x="203327" y="914190"/>
                  </a:lnTo>
                  <a:lnTo>
                    <a:pt x="203305" y="914161"/>
                  </a:lnTo>
                  <a:lnTo>
                    <a:pt x="203271" y="914127"/>
                  </a:lnTo>
                  <a:lnTo>
                    <a:pt x="203247" y="914099"/>
                  </a:lnTo>
                  <a:lnTo>
                    <a:pt x="203211" y="914060"/>
                  </a:lnTo>
                  <a:lnTo>
                    <a:pt x="203195" y="914038"/>
                  </a:lnTo>
                  <a:lnTo>
                    <a:pt x="203184" y="914023"/>
                  </a:lnTo>
                  <a:lnTo>
                    <a:pt x="203170" y="914017"/>
                  </a:lnTo>
                  <a:lnTo>
                    <a:pt x="203158" y="914012"/>
                  </a:lnTo>
                  <a:lnTo>
                    <a:pt x="203136" y="914009"/>
                  </a:lnTo>
                  <a:lnTo>
                    <a:pt x="203116" y="914008"/>
                  </a:lnTo>
                  <a:lnTo>
                    <a:pt x="203101" y="914005"/>
                  </a:lnTo>
                  <a:lnTo>
                    <a:pt x="203087" y="914004"/>
                  </a:lnTo>
                  <a:lnTo>
                    <a:pt x="203069" y="914007"/>
                  </a:lnTo>
                  <a:lnTo>
                    <a:pt x="203042" y="914010"/>
                  </a:lnTo>
                  <a:lnTo>
                    <a:pt x="203000" y="914015"/>
                  </a:lnTo>
                  <a:lnTo>
                    <a:pt x="202977" y="914021"/>
                  </a:lnTo>
                  <a:lnTo>
                    <a:pt x="202951" y="914024"/>
                  </a:lnTo>
                  <a:lnTo>
                    <a:pt x="202933" y="914025"/>
                  </a:lnTo>
                  <a:lnTo>
                    <a:pt x="202918" y="914024"/>
                  </a:lnTo>
                  <a:lnTo>
                    <a:pt x="202885" y="914021"/>
                  </a:lnTo>
                  <a:lnTo>
                    <a:pt x="202854" y="914019"/>
                  </a:lnTo>
                  <a:lnTo>
                    <a:pt x="202831" y="914017"/>
                  </a:lnTo>
                  <a:lnTo>
                    <a:pt x="202769" y="914004"/>
                  </a:lnTo>
                  <a:lnTo>
                    <a:pt x="202727" y="914000"/>
                  </a:lnTo>
                  <a:lnTo>
                    <a:pt x="202706" y="913993"/>
                  </a:lnTo>
                  <a:lnTo>
                    <a:pt x="202674" y="913979"/>
                  </a:lnTo>
                  <a:lnTo>
                    <a:pt x="202648" y="913959"/>
                  </a:lnTo>
                  <a:lnTo>
                    <a:pt x="202627" y="913931"/>
                  </a:lnTo>
                  <a:lnTo>
                    <a:pt x="202605" y="913910"/>
                  </a:lnTo>
                  <a:lnTo>
                    <a:pt x="202577" y="913886"/>
                  </a:lnTo>
                  <a:lnTo>
                    <a:pt x="202546" y="913853"/>
                  </a:lnTo>
                  <a:lnTo>
                    <a:pt x="202522" y="913839"/>
                  </a:lnTo>
                  <a:lnTo>
                    <a:pt x="202495" y="913827"/>
                  </a:lnTo>
                  <a:lnTo>
                    <a:pt x="202463" y="913804"/>
                  </a:lnTo>
                  <a:lnTo>
                    <a:pt x="202451" y="913792"/>
                  </a:lnTo>
                  <a:lnTo>
                    <a:pt x="202431" y="913766"/>
                  </a:lnTo>
                  <a:lnTo>
                    <a:pt x="202408" y="913729"/>
                  </a:lnTo>
                  <a:lnTo>
                    <a:pt x="202388" y="913710"/>
                  </a:lnTo>
                  <a:lnTo>
                    <a:pt x="202377" y="913705"/>
                  </a:lnTo>
                  <a:lnTo>
                    <a:pt x="202346" y="913701"/>
                  </a:lnTo>
                  <a:lnTo>
                    <a:pt x="202311" y="913694"/>
                  </a:lnTo>
                  <a:lnTo>
                    <a:pt x="202277" y="913695"/>
                  </a:lnTo>
                  <a:lnTo>
                    <a:pt x="202230" y="913695"/>
                  </a:lnTo>
                  <a:lnTo>
                    <a:pt x="202206" y="913699"/>
                  </a:lnTo>
                  <a:lnTo>
                    <a:pt x="202174" y="913702"/>
                  </a:lnTo>
                  <a:lnTo>
                    <a:pt x="202147" y="913708"/>
                  </a:lnTo>
                  <a:lnTo>
                    <a:pt x="202136" y="913710"/>
                  </a:lnTo>
                  <a:lnTo>
                    <a:pt x="202127" y="913717"/>
                  </a:lnTo>
                  <a:lnTo>
                    <a:pt x="202120" y="913725"/>
                  </a:lnTo>
                  <a:lnTo>
                    <a:pt x="202103" y="913727"/>
                  </a:lnTo>
                  <a:lnTo>
                    <a:pt x="202089" y="913723"/>
                  </a:lnTo>
                  <a:lnTo>
                    <a:pt x="202075" y="913716"/>
                  </a:lnTo>
                  <a:lnTo>
                    <a:pt x="202043" y="913693"/>
                  </a:lnTo>
                  <a:lnTo>
                    <a:pt x="202027" y="913683"/>
                  </a:lnTo>
                  <a:lnTo>
                    <a:pt x="202019" y="913684"/>
                  </a:lnTo>
                  <a:lnTo>
                    <a:pt x="202000" y="913689"/>
                  </a:lnTo>
                  <a:lnTo>
                    <a:pt x="201982" y="913692"/>
                  </a:lnTo>
                  <a:lnTo>
                    <a:pt x="201964" y="913685"/>
                  </a:lnTo>
                  <a:lnTo>
                    <a:pt x="201941" y="913674"/>
                  </a:lnTo>
                  <a:lnTo>
                    <a:pt x="201909" y="913667"/>
                  </a:lnTo>
                  <a:lnTo>
                    <a:pt x="201856" y="913650"/>
                  </a:lnTo>
                  <a:lnTo>
                    <a:pt x="201792" y="913630"/>
                  </a:lnTo>
                  <a:lnTo>
                    <a:pt x="201750" y="913609"/>
                  </a:lnTo>
                  <a:lnTo>
                    <a:pt x="201690" y="913569"/>
                  </a:lnTo>
                  <a:lnTo>
                    <a:pt x="201645" y="913544"/>
                  </a:lnTo>
                  <a:lnTo>
                    <a:pt x="201620" y="913532"/>
                  </a:lnTo>
                  <a:lnTo>
                    <a:pt x="201591" y="913527"/>
                  </a:lnTo>
                  <a:lnTo>
                    <a:pt x="201565" y="913534"/>
                  </a:lnTo>
                  <a:lnTo>
                    <a:pt x="201522" y="913550"/>
                  </a:lnTo>
                  <a:lnTo>
                    <a:pt x="201483" y="913561"/>
                  </a:lnTo>
                  <a:lnTo>
                    <a:pt x="201421" y="913577"/>
                  </a:lnTo>
                  <a:lnTo>
                    <a:pt x="201388" y="913579"/>
                  </a:lnTo>
                  <a:lnTo>
                    <a:pt x="201347" y="913575"/>
                  </a:lnTo>
                  <a:lnTo>
                    <a:pt x="201328" y="913576"/>
                  </a:lnTo>
                  <a:lnTo>
                    <a:pt x="201313" y="913580"/>
                  </a:lnTo>
                  <a:lnTo>
                    <a:pt x="201300" y="913580"/>
                  </a:lnTo>
                  <a:lnTo>
                    <a:pt x="201288" y="913579"/>
                  </a:lnTo>
                  <a:lnTo>
                    <a:pt x="201272" y="913568"/>
                  </a:lnTo>
                  <a:lnTo>
                    <a:pt x="201257" y="913545"/>
                  </a:lnTo>
                  <a:lnTo>
                    <a:pt x="201234" y="913529"/>
                  </a:lnTo>
                  <a:lnTo>
                    <a:pt x="201214" y="913522"/>
                  </a:lnTo>
                  <a:lnTo>
                    <a:pt x="201189" y="913516"/>
                  </a:lnTo>
                  <a:lnTo>
                    <a:pt x="201157" y="913502"/>
                  </a:lnTo>
                  <a:lnTo>
                    <a:pt x="201122" y="913491"/>
                  </a:lnTo>
                  <a:lnTo>
                    <a:pt x="201098" y="913477"/>
                  </a:lnTo>
                  <a:lnTo>
                    <a:pt x="201075" y="913452"/>
                  </a:lnTo>
                  <a:lnTo>
                    <a:pt x="201057" y="913441"/>
                  </a:lnTo>
                  <a:lnTo>
                    <a:pt x="201034" y="913409"/>
                  </a:lnTo>
                  <a:lnTo>
                    <a:pt x="201018" y="913384"/>
                  </a:lnTo>
                  <a:lnTo>
                    <a:pt x="201009" y="913374"/>
                  </a:lnTo>
                  <a:lnTo>
                    <a:pt x="201002" y="913358"/>
                  </a:lnTo>
                  <a:lnTo>
                    <a:pt x="200997" y="913331"/>
                  </a:lnTo>
                  <a:lnTo>
                    <a:pt x="200996" y="913313"/>
                  </a:lnTo>
                  <a:lnTo>
                    <a:pt x="200995" y="913298"/>
                  </a:lnTo>
                  <a:lnTo>
                    <a:pt x="200994" y="913291"/>
                  </a:lnTo>
                  <a:lnTo>
                    <a:pt x="200990" y="913282"/>
                  </a:lnTo>
                  <a:lnTo>
                    <a:pt x="200964" y="913244"/>
                  </a:lnTo>
                  <a:lnTo>
                    <a:pt x="200939" y="913203"/>
                  </a:lnTo>
                  <a:lnTo>
                    <a:pt x="200909" y="913151"/>
                  </a:lnTo>
                  <a:lnTo>
                    <a:pt x="200888" y="913116"/>
                  </a:lnTo>
                  <a:lnTo>
                    <a:pt x="200880" y="913089"/>
                  </a:lnTo>
                  <a:lnTo>
                    <a:pt x="200878" y="913065"/>
                  </a:lnTo>
                  <a:lnTo>
                    <a:pt x="200876" y="913041"/>
                  </a:lnTo>
                  <a:lnTo>
                    <a:pt x="200877" y="913023"/>
                  </a:lnTo>
                  <a:lnTo>
                    <a:pt x="200874" y="913002"/>
                  </a:lnTo>
                  <a:lnTo>
                    <a:pt x="200864" y="912972"/>
                  </a:lnTo>
                  <a:lnTo>
                    <a:pt x="200848" y="912930"/>
                  </a:lnTo>
                  <a:lnTo>
                    <a:pt x="200839" y="912918"/>
                  </a:lnTo>
                  <a:lnTo>
                    <a:pt x="200820" y="912859"/>
                  </a:lnTo>
                  <a:lnTo>
                    <a:pt x="200812" y="912821"/>
                  </a:lnTo>
                  <a:lnTo>
                    <a:pt x="200799" y="912773"/>
                  </a:lnTo>
                  <a:lnTo>
                    <a:pt x="200791" y="912750"/>
                  </a:lnTo>
                  <a:lnTo>
                    <a:pt x="200775" y="912709"/>
                  </a:lnTo>
                  <a:lnTo>
                    <a:pt x="200755" y="912628"/>
                  </a:lnTo>
                  <a:lnTo>
                    <a:pt x="200756" y="912614"/>
                  </a:lnTo>
                  <a:lnTo>
                    <a:pt x="200772" y="912595"/>
                  </a:lnTo>
                  <a:lnTo>
                    <a:pt x="200791" y="912582"/>
                  </a:lnTo>
                  <a:lnTo>
                    <a:pt x="200805" y="912566"/>
                  </a:lnTo>
                  <a:lnTo>
                    <a:pt x="200810" y="912546"/>
                  </a:lnTo>
                  <a:lnTo>
                    <a:pt x="200820" y="912511"/>
                  </a:lnTo>
                  <a:lnTo>
                    <a:pt x="200823" y="912468"/>
                  </a:lnTo>
                  <a:lnTo>
                    <a:pt x="200823" y="912449"/>
                  </a:lnTo>
                  <a:lnTo>
                    <a:pt x="200816" y="912424"/>
                  </a:lnTo>
                  <a:lnTo>
                    <a:pt x="200814" y="912397"/>
                  </a:lnTo>
                  <a:lnTo>
                    <a:pt x="200799" y="912361"/>
                  </a:lnTo>
                  <a:lnTo>
                    <a:pt x="200784" y="912325"/>
                  </a:lnTo>
                  <a:lnTo>
                    <a:pt x="200784" y="912311"/>
                  </a:lnTo>
                  <a:lnTo>
                    <a:pt x="200785" y="912303"/>
                  </a:lnTo>
                  <a:lnTo>
                    <a:pt x="200796" y="912290"/>
                  </a:lnTo>
                  <a:lnTo>
                    <a:pt x="200804" y="912275"/>
                  </a:lnTo>
                  <a:lnTo>
                    <a:pt x="200822" y="912209"/>
                  </a:lnTo>
                  <a:lnTo>
                    <a:pt x="200845" y="912141"/>
                  </a:lnTo>
                  <a:lnTo>
                    <a:pt x="200847" y="912134"/>
                  </a:lnTo>
                  <a:lnTo>
                    <a:pt x="200851" y="912105"/>
                  </a:lnTo>
                  <a:lnTo>
                    <a:pt x="200852" y="912077"/>
                  </a:lnTo>
                  <a:lnTo>
                    <a:pt x="200861" y="912049"/>
                  </a:lnTo>
                  <a:lnTo>
                    <a:pt x="200861" y="912029"/>
                  </a:lnTo>
                  <a:lnTo>
                    <a:pt x="200858" y="912008"/>
                  </a:lnTo>
                  <a:lnTo>
                    <a:pt x="200853" y="911991"/>
                  </a:lnTo>
                  <a:lnTo>
                    <a:pt x="200858" y="911968"/>
                  </a:lnTo>
                  <a:lnTo>
                    <a:pt x="200854" y="911930"/>
                  </a:lnTo>
                  <a:lnTo>
                    <a:pt x="200847" y="911884"/>
                  </a:lnTo>
                  <a:lnTo>
                    <a:pt x="200839" y="911864"/>
                  </a:lnTo>
                  <a:lnTo>
                    <a:pt x="200828" y="911845"/>
                  </a:lnTo>
                  <a:lnTo>
                    <a:pt x="200826" y="911826"/>
                  </a:lnTo>
                  <a:lnTo>
                    <a:pt x="200826" y="911815"/>
                  </a:lnTo>
                  <a:lnTo>
                    <a:pt x="200840" y="911806"/>
                  </a:lnTo>
                  <a:lnTo>
                    <a:pt x="200853" y="911798"/>
                  </a:lnTo>
                  <a:lnTo>
                    <a:pt x="200867" y="911798"/>
                  </a:lnTo>
                  <a:lnTo>
                    <a:pt x="200897" y="911789"/>
                  </a:lnTo>
                  <a:lnTo>
                    <a:pt x="200916" y="911773"/>
                  </a:lnTo>
                  <a:lnTo>
                    <a:pt x="200927" y="911753"/>
                  </a:lnTo>
                  <a:lnTo>
                    <a:pt x="200934" y="911736"/>
                  </a:lnTo>
                  <a:lnTo>
                    <a:pt x="200951" y="911690"/>
                  </a:lnTo>
                  <a:lnTo>
                    <a:pt x="200965" y="911659"/>
                  </a:lnTo>
                  <a:lnTo>
                    <a:pt x="200972" y="911644"/>
                  </a:lnTo>
                  <a:lnTo>
                    <a:pt x="200991" y="911631"/>
                  </a:lnTo>
                  <a:lnTo>
                    <a:pt x="201027" y="911607"/>
                  </a:lnTo>
                  <a:lnTo>
                    <a:pt x="201064" y="911578"/>
                  </a:lnTo>
                  <a:lnTo>
                    <a:pt x="201106" y="911540"/>
                  </a:lnTo>
                  <a:lnTo>
                    <a:pt x="201126" y="911512"/>
                  </a:lnTo>
                  <a:lnTo>
                    <a:pt x="201131" y="911497"/>
                  </a:lnTo>
                  <a:lnTo>
                    <a:pt x="201130" y="911477"/>
                  </a:lnTo>
                  <a:lnTo>
                    <a:pt x="201127" y="911455"/>
                  </a:lnTo>
                  <a:lnTo>
                    <a:pt x="201115" y="911441"/>
                  </a:lnTo>
                  <a:lnTo>
                    <a:pt x="201111" y="911420"/>
                  </a:lnTo>
                  <a:lnTo>
                    <a:pt x="201107" y="911405"/>
                  </a:lnTo>
                  <a:lnTo>
                    <a:pt x="201108" y="911390"/>
                  </a:lnTo>
                  <a:lnTo>
                    <a:pt x="201113" y="911376"/>
                  </a:lnTo>
                  <a:lnTo>
                    <a:pt x="201121" y="911351"/>
                  </a:lnTo>
                  <a:lnTo>
                    <a:pt x="201157" y="911270"/>
                  </a:lnTo>
                  <a:lnTo>
                    <a:pt x="201185" y="911182"/>
                  </a:lnTo>
                  <a:lnTo>
                    <a:pt x="201196" y="911121"/>
                  </a:lnTo>
                  <a:lnTo>
                    <a:pt x="201203" y="911071"/>
                  </a:lnTo>
                  <a:lnTo>
                    <a:pt x="201207" y="911043"/>
                  </a:lnTo>
                  <a:lnTo>
                    <a:pt x="201214" y="911040"/>
                  </a:lnTo>
                  <a:lnTo>
                    <a:pt x="201225" y="911041"/>
                  </a:lnTo>
                  <a:lnTo>
                    <a:pt x="201243" y="911043"/>
                  </a:lnTo>
                  <a:lnTo>
                    <a:pt x="201266" y="911043"/>
                  </a:lnTo>
                  <a:lnTo>
                    <a:pt x="201299" y="911040"/>
                  </a:lnTo>
                  <a:lnTo>
                    <a:pt x="201342" y="911043"/>
                  </a:lnTo>
                  <a:lnTo>
                    <a:pt x="201368" y="911042"/>
                  </a:lnTo>
                  <a:lnTo>
                    <a:pt x="201383" y="911034"/>
                  </a:lnTo>
                  <a:lnTo>
                    <a:pt x="201410" y="911012"/>
                  </a:lnTo>
                  <a:lnTo>
                    <a:pt x="201432" y="910992"/>
                  </a:lnTo>
                  <a:lnTo>
                    <a:pt x="201451" y="910985"/>
                  </a:lnTo>
                  <a:lnTo>
                    <a:pt x="201466" y="910983"/>
                  </a:lnTo>
                  <a:lnTo>
                    <a:pt x="201509" y="910980"/>
                  </a:lnTo>
                  <a:lnTo>
                    <a:pt x="201611" y="910980"/>
                  </a:lnTo>
                  <a:lnTo>
                    <a:pt x="201669" y="910979"/>
                  </a:lnTo>
                  <a:lnTo>
                    <a:pt x="201714" y="910974"/>
                  </a:lnTo>
                  <a:lnTo>
                    <a:pt x="201748" y="910965"/>
                  </a:lnTo>
                  <a:lnTo>
                    <a:pt x="201786" y="910958"/>
                  </a:lnTo>
                  <a:lnTo>
                    <a:pt x="201804" y="910951"/>
                  </a:lnTo>
                  <a:lnTo>
                    <a:pt x="201808" y="910943"/>
                  </a:lnTo>
                  <a:lnTo>
                    <a:pt x="201821" y="910917"/>
                  </a:lnTo>
                  <a:lnTo>
                    <a:pt x="201828" y="910903"/>
                  </a:lnTo>
                  <a:lnTo>
                    <a:pt x="201827" y="910892"/>
                  </a:lnTo>
                  <a:lnTo>
                    <a:pt x="201821" y="910876"/>
                  </a:lnTo>
                  <a:lnTo>
                    <a:pt x="201813" y="910855"/>
                  </a:lnTo>
                  <a:lnTo>
                    <a:pt x="201811" y="910842"/>
                  </a:lnTo>
                  <a:lnTo>
                    <a:pt x="201818" y="910821"/>
                  </a:lnTo>
                  <a:lnTo>
                    <a:pt x="201819" y="910787"/>
                  </a:lnTo>
                  <a:lnTo>
                    <a:pt x="201811" y="910765"/>
                  </a:lnTo>
                  <a:lnTo>
                    <a:pt x="201809" y="910751"/>
                  </a:lnTo>
                  <a:lnTo>
                    <a:pt x="201812" y="910729"/>
                  </a:lnTo>
                  <a:lnTo>
                    <a:pt x="201812" y="910685"/>
                  </a:lnTo>
                  <a:lnTo>
                    <a:pt x="201811" y="910656"/>
                  </a:lnTo>
                  <a:lnTo>
                    <a:pt x="201806" y="910637"/>
                  </a:lnTo>
                  <a:lnTo>
                    <a:pt x="201796" y="910619"/>
                  </a:lnTo>
                  <a:lnTo>
                    <a:pt x="201791" y="910607"/>
                  </a:lnTo>
                  <a:lnTo>
                    <a:pt x="201791" y="910592"/>
                  </a:lnTo>
                  <a:lnTo>
                    <a:pt x="201794" y="910572"/>
                  </a:lnTo>
                  <a:lnTo>
                    <a:pt x="201801" y="910559"/>
                  </a:lnTo>
                  <a:lnTo>
                    <a:pt x="201810" y="910547"/>
                  </a:lnTo>
                  <a:lnTo>
                    <a:pt x="201813" y="910529"/>
                  </a:lnTo>
                  <a:lnTo>
                    <a:pt x="201811" y="910513"/>
                  </a:lnTo>
                  <a:lnTo>
                    <a:pt x="201803" y="910494"/>
                  </a:lnTo>
                  <a:lnTo>
                    <a:pt x="201790" y="910471"/>
                  </a:lnTo>
                  <a:lnTo>
                    <a:pt x="201776" y="910449"/>
                  </a:lnTo>
                  <a:lnTo>
                    <a:pt x="201773" y="910439"/>
                  </a:lnTo>
                  <a:lnTo>
                    <a:pt x="201775" y="910427"/>
                  </a:lnTo>
                  <a:lnTo>
                    <a:pt x="201786" y="910412"/>
                  </a:lnTo>
                  <a:lnTo>
                    <a:pt x="201793" y="910392"/>
                  </a:lnTo>
                  <a:lnTo>
                    <a:pt x="201795" y="910350"/>
                  </a:lnTo>
                  <a:lnTo>
                    <a:pt x="201792" y="910337"/>
                  </a:lnTo>
                  <a:lnTo>
                    <a:pt x="201788" y="910312"/>
                  </a:lnTo>
                  <a:lnTo>
                    <a:pt x="201787" y="910286"/>
                  </a:lnTo>
                  <a:lnTo>
                    <a:pt x="201790" y="910267"/>
                  </a:lnTo>
                  <a:lnTo>
                    <a:pt x="201793" y="910245"/>
                  </a:lnTo>
                  <a:lnTo>
                    <a:pt x="201794" y="910225"/>
                  </a:lnTo>
                  <a:lnTo>
                    <a:pt x="201806" y="910197"/>
                  </a:lnTo>
                  <a:lnTo>
                    <a:pt x="201830" y="910180"/>
                  </a:lnTo>
                  <a:lnTo>
                    <a:pt x="201871" y="910153"/>
                  </a:lnTo>
                  <a:lnTo>
                    <a:pt x="201894" y="910131"/>
                  </a:lnTo>
                  <a:lnTo>
                    <a:pt x="201899" y="910108"/>
                  </a:lnTo>
                  <a:lnTo>
                    <a:pt x="201899" y="910078"/>
                  </a:lnTo>
                  <a:lnTo>
                    <a:pt x="201908" y="910048"/>
                  </a:lnTo>
                  <a:lnTo>
                    <a:pt x="201915" y="910015"/>
                  </a:lnTo>
                  <a:lnTo>
                    <a:pt x="201916" y="909950"/>
                  </a:lnTo>
                  <a:lnTo>
                    <a:pt x="201914" y="909917"/>
                  </a:lnTo>
                  <a:lnTo>
                    <a:pt x="201909" y="909888"/>
                  </a:lnTo>
                  <a:lnTo>
                    <a:pt x="201908" y="909856"/>
                  </a:lnTo>
                  <a:lnTo>
                    <a:pt x="201910" y="909832"/>
                  </a:lnTo>
                  <a:lnTo>
                    <a:pt x="201917" y="909800"/>
                  </a:lnTo>
                  <a:lnTo>
                    <a:pt x="201921" y="909776"/>
                  </a:lnTo>
                  <a:lnTo>
                    <a:pt x="201920" y="909760"/>
                  </a:lnTo>
                  <a:lnTo>
                    <a:pt x="201917" y="909745"/>
                  </a:lnTo>
                  <a:lnTo>
                    <a:pt x="201916" y="909730"/>
                  </a:lnTo>
                  <a:lnTo>
                    <a:pt x="201919" y="909714"/>
                  </a:lnTo>
                  <a:lnTo>
                    <a:pt x="201935" y="909699"/>
                  </a:lnTo>
                  <a:lnTo>
                    <a:pt x="201953" y="909690"/>
                  </a:lnTo>
                  <a:lnTo>
                    <a:pt x="201969" y="909686"/>
                  </a:lnTo>
                  <a:lnTo>
                    <a:pt x="201998" y="909677"/>
                  </a:lnTo>
                  <a:lnTo>
                    <a:pt x="202018" y="909666"/>
                  </a:lnTo>
                  <a:lnTo>
                    <a:pt x="202032" y="909657"/>
                  </a:lnTo>
                  <a:lnTo>
                    <a:pt x="202037" y="909641"/>
                  </a:lnTo>
                  <a:lnTo>
                    <a:pt x="202041" y="909633"/>
                  </a:lnTo>
                  <a:lnTo>
                    <a:pt x="202059" y="909615"/>
                  </a:lnTo>
                  <a:lnTo>
                    <a:pt x="202061" y="909599"/>
                  </a:lnTo>
                  <a:lnTo>
                    <a:pt x="202061" y="909592"/>
                  </a:lnTo>
                  <a:lnTo>
                    <a:pt x="202055" y="909583"/>
                  </a:lnTo>
                  <a:lnTo>
                    <a:pt x="202039" y="909563"/>
                  </a:lnTo>
                  <a:lnTo>
                    <a:pt x="202026" y="909540"/>
                  </a:lnTo>
                  <a:lnTo>
                    <a:pt x="202019" y="909490"/>
                  </a:lnTo>
                  <a:lnTo>
                    <a:pt x="202003" y="909389"/>
                  </a:lnTo>
                  <a:lnTo>
                    <a:pt x="202001" y="909353"/>
                  </a:lnTo>
                  <a:lnTo>
                    <a:pt x="201998" y="909340"/>
                  </a:lnTo>
                  <a:lnTo>
                    <a:pt x="201983" y="909321"/>
                  </a:lnTo>
                  <a:lnTo>
                    <a:pt x="201946" y="909283"/>
                  </a:lnTo>
                  <a:lnTo>
                    <a:pt x="201933" y="909273"/>
                  </a:lnTo>
                  <a:lnTo>
                    <a:pt x="201923" y="909256"/>
                  </a:lnTo>
                  <a:lnTo>
                    <a:pt x="201905" y="909212"/>
                  </a:lnTo>
                  <a:lnTo>
                    <a:pt x="201895" y="909182"/>
                  </a:lnTo>
                  <a:lnTo>
                    <a:pt x="201873" y="909145"/>
                  </a:lnTo>
                  <a:lnTo>
                    <a:pt x="201853" y="909118"/>
                  </a:lnTo>
                  <a:lnTo>
                    <a:pt x="201841" y="909110"/>
                  </a:lnTo>
                  <a:lnTo>
                    <a:pt x="201813" y="909086"/>
                  </a:lnTo>
                  <a:lnTo>
                    <a:pt x="201783" y="909048"/>
                  </a:lnTo>
                  <a:lnTo>
                    <a:pt x="201759" y="909022"/>
                  </a:lnTo>
                  <a:lnTo>
                    <a:pt x="201751" y="908999"/>
                  </a:lnTo>
                  <a:lnTo>
                    <a:pt x="201750" y="908986"/>
                  </a:lnTo>
                  <a:lnTo>
                    <a:pt x="201750" y="908974"/>
                  </a:lnTo>
                  <a:lnTo>
                    <a:pt x="201755" y="908960"/>
                  </a:lnTo>
                  <a:lnTo>
                    <a:pt x="201774" y="908942"/>
                  </a:lnTo>
                  <a:lnTo>
                    <a:pt x="201797" y="908920"/>
                  </a:lnTo>
                  <a:lnTo>
                    <a:pt x="201817" y="908887"/>
                  </a:lnTo>
                  <a:lnTo>
                    <a:pt x="201820" y="908870"/>
                  </a:lnTo>
                  <a:lnTo>
                    <a:pt x="201825" y="908840"/>
                  </a:lnTo>
                  <a:lnTo>
                    <a:pt x="201841" y="908807"/>
                  </a:lnTo>
                  <a:lnTo>
                    <a:pt x="201868" y="908735"/>
                  </a:lnTo>
                  <a:lnTo>
                    <a:pt x="201898" y="908685"/>
                  </a:lnTo>
                  <a:lnTo>
                    <a:pt x="201926" y="908652"/>
                  </a:lnTo>
                  <a:lnTo>
                    <a:pt x="201934" y="908632"/>
                  </a:lnTo>
                  <a:lnTo>
                    <a:pt x="201934" y="908622"/>
                  </a:lnTo>
                  <a:lnTo>
                    <a:pt x="201929" y="908611"/>
                  </a:lnTo>
                  <a:lnTo>
                    <a:pt x="201920" y="908592"/>
                  </a:lnTo>
                  <a:lnTo>
                    <a:pt x="201914" y="908557"/>
                  </a:lnTo>
                  <a:lnTo>
                    <a:pt x="201902" y="908525"/>
                  </a:lnTo>
                  <a:lnTo>
                    <a:pt x="201890" y="908490"/>
                  </a:lnTo>
                  <a:lnTo>
                    <a:pt x="201886" y="908463"/>
                  </a:lnTo>
                  <a:lnTo>
                    <a:pt x="201879" y="908421"/>
                  </a:lnTo>
                  <a:lnTo>
                    <a:pt x="201869" y="908359"/>
                  </a:lnTo>
                  <a:lnTo>
                    <a:pt x="201866" y="908337"/>
                  </a:lnTo>
                  <a:lnTo>
                    <a:pt x="201870" y="908308"/>
                  </a:lnTo>
                  <a:lnTo>
                    <a:pt x="201881" y="908293"/>
                  </a:lnTo>
                  <a:lnTo>
                    <a:pt x="201893" y="908289"/>
                  </a:lnTo>
                  <a:lnTo>
                    <a:pt x="201929" y="908266"/>
                  </a:lnTo>
                  <a:lnTo>
                    <a:pt x="201960" y="908259"/>
                  </a:lnTo>
                  <a:lnTo>
                    <a:pt x="201992" y="908246"/>
                  </a:lnTo>
                  <a:lnTo>
                    <a:pt x="201995" y="908242"/>
                  </a:lnTo>
                  <a:lnTo>
                    <a:pt x="201994" y="908228"/>
                  </a:lnTo>
                  <a:lnTo>
                    <a:pt x="201991" y="908201"/>
                  </a:lnTo>
                  <a:lnTo>
                    <a:pt x="201987" y="908178"/>
                  </a:lnTo>
                  <a:lnTo>
                    <a:pt x="201986" y="908154"/>
                  </a:lnTo>
                  <a:lnTo>
                    <a:pt x="201994" y="908132"/>
                  </a:lnTo>
                  <a:lnTo>
                    <a:pt x="202018" y="908095"/>
                  </a:lnTo>
                  <a:lnTo>
                    <a:pt x="202059" y="908022"/>
                  </a:lnTo>
                  <a:lnTo>
                    <a:pt x="202082" y="907936"/>
                  </a:lnTo>
                  <a:lnTo>
                    <a:pt x="202081" y="907927"/>
                  </a:lnTo>
                  <a:lnTo>
                    <a:pt x="202080" y="907912"/>
                  </a:lnTo>
                  <a:lnTo>
                    <a:pt x="202078" y="907884"/>
                  </a:lnTo>
                  <a:lnTo>
                    <a:pt x="202070" y="907858"/>
                  </a:lnTo>
                  <a:lnTo>
                    <a:pt x="202055" y="907830"/>
                  </a:lnTo>
                  <a:lnTo>
                    <a:pt x="202039" y="907804"/>
                  </a:lnTo>
                  <a:lnTo>
                    <a:pt x="202033" y="907779"/>
                  </a:lnTo>
                  <a:lnTo>
                    <a:pt x="202035" y="907754"/>
                  </a:lnTo>
                  <a:lnTo>
                    <a:pt x="202070" y="907718"/>
                  </a:lnTo>
                  <a:lnTo>
                    <a:pt x="202094" y="907703"/>
                  </a:lnTo>
                  <a:lnTo>
                    <a:pt x="202123" y="907684"/>
                  </a:lnTo>
                  <a:lnTo>
                    <a:pt x="202130" y="907674"/>
                  </a:lnTo>
                  <a:lnTo>
                    <a:pt x="202132" y="907668"/>
                  </a:lnTo>
                  <a:lnTo>
                    <a:pt x="202132" y="907658"/>
                  </a:lnTo>
                  <a:lnTo>
                    <a:pt x="202126" y="907641"/>
                  </a:lnTo>
                  <a:lnTo>
                    <a:pt x="202119" y="907596"/>
                  </a:lnTo>
                  <a:lnTo>
                    <a:pt x="202106" y="907563"/>
                  </a:lnTo>
                  <a:lnTo>
                    <a:pt x="202095" y="907536"/>
                  </a:lnTo>
                  <a:lnTo>
                    <a:pt x="202103" y="907522"/>
                  </a:lnTo>
                  <a:lnTo>
                    <a:pt x="202110" y="907518"/>
                  </a:lnTo>
                  <a:lnTo>
                    <a:pt x="202113" y="907493"/>
                  </a:lnTo>
                  <a:lnTo>
                    <a:pt x="202117" y="907460"/>
                  </a:lnTo>
                  <a:lnTo>
                    <a:pt x="202123" y="907415"/>
                  </a:lnTo>
                  <a:lnTo>
                    <a:pt x="202126" y="907396"/>
                  </a:lnTo>
                  <a:lnTo>
                    <a:pt x="202120" y="907383"/>
                  </a:lnTo>
                  <a:lnTo>
                    <a:pt x="202108" y="907372"/>
                  </a:lnTo>
                  <a:lnTo>
                    <a:pt x="202092" y="907368"/>
                  </a:lnTo>
                  <a:lnTo>
                    <a:pt x="202064" y="907362"/>
                  </a:lnTo>
                  <a:lnTo>
                    <a:pt x="202046" y="907353"/>
                  </a:lnTo>
                  <a:lnTo>
                    <a:pt x="202031" y="907343"/>
                  </a:lnTo>
                  <a:lnTo>
                    <a:pt x="202019" y="907324"/>
                  </a:lnTo>
                  <a:lnTo>
                    <a:pt x="202016" y="907311"/>
                  </a:lnTo>
                  <a:lnTo>
                    <a:pt x="202015" y="907281"/>
                  </a:lnTo>
                  <a:lnTo>
                    <a:pt x="202015" y="907249"/>
                  </a:lnTo>
                  <a:lnTo>
                    <a:pt x="202009" y="907236"/>
                  </a:lnTo>
                  <a:lnTo>
                    <a:pt x="201991" y="907227"/>
                  </a:lnTo>
                  <a:lnTo>
                    <a:pt x="201983" y="907219"/>
                  </a:lnTo>
                  <a:lnTo>
                    <a:pt x="201979" y="907208"/>
                  </a:lnTo>
                  <a:lnTo>
                    <a:pt x="201979" y="907195"/>
                  </a:lnTo>
                  <a:lnTo>
                    <a:pt x="201978" y="907170"/>
                  </a:lnTo>
                  <a:lnTo>
                    <a:pt x="201978" y="907148"/>
                  </a:lnTo>
                  <a:lnTo>
                    <a:pt x="201976" y="907132"/>
                  </a:lnTo>
                  <a:lnTo>
                    <a:pt x="201963" y="907116"/>
                  </a:lnTo>
                  <a:lnTo>
                    <a:pt x="201939" y="907096"/>
                  </a:lnTo>
                  <a:lnTo>
                    <a:pt x="201902" y="907077"/>
                  </a:lnTo>
                  <a:lnTo>
                    <a:pt x="201882" y="907050"/>
                  </a:lnTo>
                  <a:lnTo>
                    <a:pt x="201880" y="907034"/>
                  </a:lnTo>
                  <a:lnTo>
                    <a:pt x="201882" y="907018"/>
                  </a:lnTo>
                  <a:lnTo>
                    <a:pt x="201898" y="906978"/>
                  </a:lnTo>
                  <a:lnTo>
                    <a:pt x="201901" y="906957"/>
                  </a:lnTo>
                  <a:lnTo>
                    <a:pt x="201890" y="906933"/>
                  </a:lnTo>
                  <a:lnTo>
                    <a:pt x="201878" y="906905"/>
                  </a:lnTo>
                  <a:lnTo>
                    <a:pt x="201881" y="906890"/>
                  </a:lnTo>
                  <a:lnTo>
                    <a:pt x="201897" y="906875"/>
                  </a:lnTo>
                  <a:lnTo>
                    <a:pt x="201920" y="906871"/>
                  </a:lnTo>
                  <a:lnTo>
                    <a:pt x="201950" y="906863"/>
                  </a:lnTo>
                  <a:lnTo>
                    <a:pt x="201974" y="906848"/>
                  </a:lnTo>
                  <a:lnTo>
                    <a:pt x="201985" y="906829"/>
                  </a:lnTo>
                  <a:lnTo>
                    <a:pt x="201995" y="906789"/>
                  </a:lnTo>
                  <a:lnTo>
                    <a:pt x="202012" y="906734"/>
                  </a:lnTo>
                  <a:lnTo>
                    <a:pt x="202018" y="906715"/>
                  </a:lnTo>
                  <a:lnTo>
                    <a:pt x="202029" y="906702"/>
                  </a:lnTo>
                  <a:lnTo>
                    <a:pt x="202045" y="906687"/>
                  </a:lnTo>
                  <a:lnTo>
                    <a:pt x="202080" y="906655"/>
                  </a:lnTo>
                  <a:lnTo>
                    <a:pt x="202095" y="906633"/>
                  </a:lnTo>
                  <a:lnTo>
                    <a:pt x="202101" y="906612"/>
                  </a:lnTo>
                  <a:lnTo>
                    <a:pt x="202097" y="906584"/>
                  </a:lnTo>
                  <a:lnTo>
                    <a:pt x="202093" y="906560"/>
                  </a:lnTo>
                  <a:lnTo>
                    <a:pt x="202081" y="906538"/>
                  </a:lnTo>
                  <a:lnTo>
                    <a:pt x="202070" y="906510"/>
                  </a:lnTo>
                  <a:lnTo>
                    <a:pt x="202069" y="906490"/>
                  </a:lnTo>
                  <a:lnTo>
                    <a:pt x="202074" y="906467"/>
                  </a:lnTo>
                  <a:lnTo>
                    <a:pt x="202073" y="906450"/>
                  </a:lnTo>
                  <a:lnTo>
                    <a:pt x="202073" y="906440"/>
                  </a:lnTo>
                  <a:lnTo>
                    <a:pt x="202075" y="906434"/>
                  </a:lnTo>
                  <a:lnTo>
                    <a:pt x="202094" y="906416"/>
                  </a:lnTo>
                  <a:lnTo>
                    <a:pt x="202121" y="906394"/>
                  </a:lnTo>
                  <a:lnTo>
                    <a:pt x="202167" y="906352"/>
                  </a:lnTo>
                  <a:lnTo>
                    <a:pt x="202187" y="906331"/>
                  </a:lnTo>
                  <a:lnTo>
                    <a:pt x="202230" y="906315"/>
                  </a:lnTo>
                  <a:lnTo>
                    <a:pt x="202243" y="906305"/>
                  </a:lnTo>
                  <a:lnTo>
                    <a:pt x="202250" y="906296"/>
                  </a:lnTo>
                  <a:lnTo>
                    <a:pt x="202252" y="906274"/>
                  </a:lnTo>
                  <a:lnTo>
                    <a:pt x="202254" y="906225"/>
                  </a:lnTo>
                  <a:lnTo>
                    <a:pt x="202261" y="906198"/>
                  </a:lnTo>
                  <a:lnTo>
                    <a:pt x="202250" y="906174"/>
                  </a:lnTo>
                  <a:lnTo>
                    <a:pt x="202233" y="906148"/>
                  </a:lnTo>
                  <a:lnTo>
                    <a:pt x="202188" y="906103"/>
                  </a:lnTo>
                  <a:lnTo>
                    <a:pt x="202159" y="906080"/>
                  </a:lnTo>
                  <a:lnTo>
                    <a:pt x="202156" y="906073"/>
                  </a:lnTo>
                  <a:lnTo>
                    <a:pt x="202162" y="906062"/>
                  </a:lnTo>
                  <a:lnTo>
                    <a:pt x="202180" y="906036"/>
                  </a:lnTo>
                  <a:lnTo>
                    <a:pt x="202185" y="906020"/>
                  </a:lnTo>
                  <a:lnTo>
                    <a:pt x="202193" y="905997"/>
                  </a:lnTo>
                  <a:lnTo>
                    <a:pt x="202202" y="905966"/>
                  </a:lnTo>
                  <a:lnTo>
                    <a:pt x="202210" y="905908"/>
                  </a:lnTo>
                  <a:lnTo>
                    <a:pt x="202209" y="905867"/>
                  </a:lnTo>
                  <a:lnTo>
                    <a:pt x="202199" y="905844"/>
                  </a:lnTo>
                  <a:lnTo>
                    <a:pt x="202201" y="905819"/>
                  </a:lnTo>
                  <a:lnTo>
                    <a:pt x="202201" y="905798"/>
                  </a:lnTo>
                  <a:lnTo>
                    <a:pt x="202209" y="905779"/>
                  </a:lnTo>
                  <a:lnTo>
                    <a:pt x="202215" y="905736"/>
                  </a:lnTo>
                  <a:lnTo>
                    <a:pt x="202213" y="905693"/>
                  </a:lnTo>
                  <a:lnTo>
                    <a:pt x="202212" y="905671"/>
                  </a:lnTo>
                  <a:lnTo>
                    <a:pt x="202191" y="905638"/>
                  </a:lnTo>
                  <a:lnTo>
                    <a:pt x="202169" y="905606"/>
                  </a:lnTo>
                  <a:lnTo>
                    <a:pt x="202147" y="905582"/>
                  </a:lnTo>
                  <a:lnTo>
                    <a:pt x="202140" y="905571"/>
                  </a:lnTo>
                  <a:lnTo>
                    <a:pt x="202127" y="905564"/>
                  </a:lnTo>
                  <a:lnTo>
                    <a:pt x="202112" y="905561"/>
                  </a:lnTo>
                  <a:lnTo>
                    <a:pt x="202101" y="905559"/>
                  </a:lnTo>
                  <a:lnTo>
                    <a:pt x="202092" y="905550"/>
                  </a:lnTo>
                  <a:lnTo>
                    <a:pt x="202071" y="905530"/>
                  </a:lnTo>
                  <a:lnTo>
                    <a:pt x="202058" y="905525"/>
                  </a:lnTo>
                  <a:lnTo>
                    <a:pt x="202040" y="905521"/>
                  </a:lnTo>
                  <a:lnTo>
                    <a:pt x="202017" y="905514"/>
                  </a:lnTo>
                  <a:lnTo>
                    <a:pt x="202003" y="905504"/>
                  </a:lnTo>
                  <a:lnTo>
                    <a:pt x="201969" y="905476"/>
                  </a:lnTo>
                  <a:lnTo>
                    <a:pt x="201930" y="905459"/>
                  </a:lnTo>
                  <a:lnTo>
                    <a:pt x="201885" y="905426"/>
                  </a:lnTo>
                  <a:lnTo>
                    <a:pt x="201829" y="905399"/>
                  </a:lnTo>
                  <a:lnTo>
                    <a:pt x="201820" y="905387"/>
                  </a:lnTo>
                  <a:lnTo>
                    <a:pt x="201815" y="905362"/>
                  </a:lnTo>
                  <a:lnTo>
                    <a:pt x="201811" y="905326"/>
                  </a:lnTo>
                  <a:lnTo>
                    <a:pt x="201799" y="905296"/>
                  </a:lnTo>
                  <a:lnTo>
                    <a:pt x="201777" y="905261"/>
                  </a:lnTo>
                  <a:lnTo>
                    <a:pt x="201755" y="905241"/>
                  </a:lnTo>
                  <a:lnTo>
                    <a:pt x="201740" y="905237"/>
                  </a:lnTo>
                  <a:lnTo>
                    <a:pt x="201722" y="905234"/>
                  </a:lnTo>
                  <a:lnTo>
                    <a:pt x="201709" y="905235"/>
                  </a:lnTo>
                  <a:lnTo>
                    <a:pt x="201693" y="905234"/>
                  </a:lnTo>
                  <a:lnTo>
                    <a:pt x="201668" y="905221"/>
                  </a:lnTo>
                  <a:lnTo>
                    <a:pt x="201605" y="905207"/>
                  </a:lnTo>
                  <a:lnTo>
                    <a:pt x="201550" y="905204"/>
                  </a:lnTo>
                  <a:lnTo>
                    <a:pt x="201487" y="905211"/>
                  </a:lnTo>
                  <a:lnTo>
                    <a:pt x="201442" y="905229"/>
                  </a:lnTo>
                  <a:lnTo>
                    <a:pt x="201416" y="905239"/>
                  </a:lnTo>
                  <a:lnTo>
                    <a:pt x="201363" y="905244"/>
                  </a:lnTo>
                  <a:lnTo>
                    <a:pt x="201329" y="905248"/>
                  </a:lnTo>
                  <a:lnTo>
                    <a:pt x="201302" y="905253"/>
                  </a:lnTo>
                  <a:lnTo>
                    <a:pt x="201272" y="905250"/>
                  </a:lnTo>
                  <a:lnTo>
                    <a:pt x="201253" y="905234"/>
                  </a:lnTo>
                  <a:lnTo>
                    <a:pt x="201226" y="905211"/>
                  </a:lnTo>
                  <a:lnTo>
                    <a:pt x="201188" y="905190"/>
                  </a:lnTo>
                  <a:lnTo>
                    <a:pt x="201140" y="905173"/>
                  </a:lnTo>
                  <a:lnTo>
                    <a:pt x="201077" y="905166"/>
                  </a:lnTo>
                  <a:lnTo>
                    <a:pt x="201025" y="905168"/>
                  </a:lnTo>
                  <a:lnTo>
                    <a:pt x="200985" y="905166"/>
                  </a:lnTo>
                  <a:lnTo>
                    <a:pt x="200972" y="905165"/>
                  </a:lnTo>
                  <a:lnTo>
                    <a:pt x="200960" y="905156"/>
                  </a:lnTo>
                  <a:lnTo>
                    <a:pt x="200929" y="905140"/>
                  </a:lnTo>
                  <a:lnTo>
                    <a:pt x="200894" y="905134"/>
                  </a:lnTo>
                  <a:lnTo>
                    <a:pt x="200864" y="905134"/>
                  </a:lnTo>
                  <a:lnTo>
                    <a:pt x="200829" y="905138"/>
                  </a:lnTo>
                  <a:lnTo>
                    <a:pt x="200804" y="905143"/>
                  </a:lnTo>
                  <a:lnTo>
                    <a:pt x="200776" y="905149"/>
                  </a:lnTo>
                  <a:lnTo>
                    <a:pt x="200756" y="905149"/>
                  </a:lnTo>
                  <a:lnTo>
                    <a:pt x="200744" y="905148"/>
                  </a:lnTo>
                  <a:lnTo>
                    <a:pt x="200738" y="905144"/>
                  </a:lnTo>
                  <a:lnTo>
                    <a:pt x="200736" y="905139"/>
                  </a:lnTo>
                  <a:lnTo>
                    <a:pt x="200746" y="905120"/>
                  </a:lnTo>
                  <a:lnTo>
                    <a:pt x="200755" y="905090"/>
                  </a:lnTo>
                  <a:lnTo>
                    <a:pt x="200766" y="905024"/>
                  </a:lnTo>
                  <a:lnTo>
                    <a:pt x="200772" y="904968"/>
                  </a:lnTo>
                  <a:lnTo>
                    <a:pt x="200768" y="904914"/>
                  </a:lnTo>
                  <a:lnTo>
                    <a:pt x="200762" y="904867"/>
                  </a:lnTo>
                  <a:lnTo>
                    <a:pt x="200762" y="904840"/>
                  </a:lnTo>
                  <a:lnTo>
                    <a:pt x="200765" y="904810"/>
                  </a:lnTo>
                  <a:lnTo>
                    <a:pt x="200788" y="904754"/>
                  </a:lnTo>
                  <a:lnTo>
                    <a:pt x="200799" y="904738"/>
                  </a:lnTo>
                  <a:lnTo>
                    <a:pt x="200810" y="904730"/>
                  </a:lnTo>
                  <a:lnTo>
                    <a:pt x="200826" y="904728"/>
                  </a:lnTo>
                  <a:lnTo>
                    <a:pt x="200842" y="904727"/>
                  </a:lnTo>
                  <a:lnTo>
                    <a:pt x="200854" y="904719"/>
                  </a:lnTo>
                  <a:lnTo>
                    <a:pt x="200874" y="904699"/>
                  </a:lnTo>
                  <a:lnTo>
                    <a:pt x="200913" y="904660"/>
                  </a:lnTo>
                  <a:lnTo>
                    <a:pt x="200956" y="904632"/>
                  </a:lnTo>
                  <a:lnTo>
                    <a:pt x="200981" y="904607"/>
                  </a:lnTo>
                  <a:lnTo>
                    <a:pt x="200986" y="904597"/>
                  </a:lnTo>
                  <a:lnTo>
                    <a:pt x="200984" y="904583"/>
                  </a:lnTo>
                  <a:lnTo>
                    <a:pt x="200979" y="904566"/>
                  </a:lnTo>
                  <a:lnTo>
                    <a:pt x="200970" y="904517"/>
                  </a:lnTo>
                  <a:lnTo>
                    <a:pt x="200970" y="904493"/>
                  </a:lnTo>
                  <a:lnTo>
                    <a:pt x="200962" y="904471"/>
                  </a:lnTo>
                  <a:lnTo>
                    <a:pt x="200927" y="904435"/>
                  </a:lnTo>
                  <a:lnTo>
                    <a:pt x="200910" y="904422"/>
                  </a:lnTo>
                  <a:lnTo>
                    <a:pt x="200896" y="904412"/>
                  </a:lnTo>
                  <a:lnTo>
                    <a:pt x="200853" y="904393"/>
                  </a:lnTo>
                  <a:lnTo>
                    <a:pt x="200794" y="904371"/>
                  </a:lnTo>
                  <a:lnTo>
                    <a:pt x="200739" y="904350"/>
                  </a:lnTo>
                  <a:lnTo>
                    <a:pt x="200696" y="904331"/>
                  </a:lnTo>
                  <a:lnTo>
                    <a:pt x="200629" y="904313"/>
                  </a:lnTo>
                  <a:lnTo>
                    <a:pt x="200597" y="904298"/>
                  </a:lnTo>
                  <a:lnTo>
                    <a:pt x="200574" y="904269"/>
                  </a:lnTo>
                  <a:lnTo>
                    <a:pt x="200546" y="904217"/>
                  </a:lnTo>
                  <a:lnTo>
                    <a:pt x="200528" y="904171"/>
                  </a:lnTo>
                  <a:lnTo>
                    <a:pt x="200514" y="904155"/>
                  </a:lnTo>
                  <a:lnTo>
                    <a:pt x="200494" y="904135"/>
                  </a:lnTo>
                  <a:lnTo>
                    <a:pt x="200485" y="904118"/>
                  </a:lnTo>
                  <a:lnTo>
                    <a:pt x="200478" y="904090"/>
                  </a:lnTo>
                  <a:lnTo>
                    <a:pt x="200469" y="904052"/>
                  </a:lnTo>
                  <a:lnTo>
                    <a:pt x="200469" y="904037"/>
                  </a:lnTo>
                  <a:lnTo>
                    <a:pt x="200469" y="904022"/>
                  </a:lnTo>
                  <a:lnTo>
                    <a:pt x="200470" y="904011"/>
                  </a:lnTo>
                  <a:lnTo>
                    <a:pt x="200477" y="903996"/>
                  </a:lnTo>
                  <a:lnTo>
                    <a:pt x="200484" y="903984"/>
                  </a:lnTo>
                  <a:lnTo>
                    <a:pt x="200488" y="903975"/>
                  </a:lnTo>
                  <a:lnTo>
                    <a:pt x="200485" y="903967"/>
                  </a:lnTo>
                  <a:lnTo>
                    <a:pt x="200475" y="903961"/>
                  </a:lnTo>
                  <a:lnTo>
                    <a:pt x="200456" y="903953"/>
                  </a:lnTo>
                  <a:lnTo>
                    <a:pt x="200426" y="903944"/>
                  </a:lnTo>
                  <a:lnTo>
                    <a:pt x="200411" y="903940"/>
                  </a:lnTo>
                  <a:lnTo>
                    <a:pt x="200398" y="903936"/>
                  </a:lnTo>
                  <a:lnTo>
                    <a:pt x="200379" y="903922"/>
                  </a:lnTo>
                  <a:lnTo>
                    <a:pt x="200338" y="903887"/>
                  </a:lnTo>
                  <a:lnTo>
                    <a:pt x="200321" y="903875"/>
                  </a:lnTo>
                  <a:lnTo>
                    <a:pt x="200293" y="903861"/>
                  </a:lnTo>
                  <a:lnTo>
                    <a:pt x="200238" y="903839"/>
                  </a:lnTo>
                  <a:lnTo>
                    <a:pt x="200165" y="903829"/>
                  </a:lnTo>
                  <a:lnTo>
                    <a:pt x="200147" y="903827"/>
                  </a:lnTo>
                  <a:lnTo>
                    <a:pt x="200132" y="903817"/>
                  </a:lnTo>
                  <a:lnTo>
                    <a:pt x="200129" y="903810"/>
                  </a:lnTo>
                  <a:lnTo>
                    <a:pt x="200126" y="903795"/>
                  </a:lnTo>
                  <a:lnTo>
                    <a:pt x="200123" y="903779"/>
                  </a:lnTo>
                  <a:lnTo>
                    <a:pt x="200116" y="903769"/>
                  </a:lnTo>
                  <a:lnTo>
                    <a:pt x="200070" y="903733"/>
                  </a:lnTo>
                  <a:lnTo>
                    <a:pt x="200049" y="903711"/>
                  </a:lnTo>
                  <a:lnTo>
                    <a:pt x="200047" y="903706"/>
                  </a:lnTo>
                  <a:lnTo>
                    <a:pt x="200048" y="903696"/>
                  </a:lnTo>
                  <a:lnTo>
                    <a:pt x="200048" y="903686"/>
                  </a:lnTo>
                  <a:lnTo>
                    <a:pt x="200051" y="903672"/>
                  </a:lnTo>
                  <a:lnTo>
                    <a:pt x="200058" y="903661"/>
                  </a:lnTo>
                  <a:lnTo>
                    <a:pt x="200072" y="903632"/>
                  </a:lnTo>
                  <a:lnTo>
                    <a:pt x="200075" y="903619"/>
                  </a:lnTo>
                  <a:lnTo>
                    <a:pt x="200077" y="903608"/>
                  </a:lnTo>
                  <a:lnTo>
                    <a:pt x="200077" y="903597"/>
                  </a:lnTo>
                  <a:lnTo>
                    <a:pt x="200070" y="903584"/>
                  </a:lnTo>
                  <a:lnTo>
                    <a:pt x="200059" y="903570"/>
                  </a:lnTo>
                  <a:lnTo>
                    <a:pt x="200027" y="903545"/>
                  </a:lnTo>
                  <a:lnTo>
                    <a:pt x="199966" y="903506"/>
                  </a:lnTo>
                  <a:lnTo>
                    <a:pt x="199943" y="903488"/>
                  </a:lnTo>
                  <a:lnTo>
                    <a:pt x="199913" y="903459"/>
                  </a:lnTo>
                  <a:lnTo>
                    <a:pt x="199904" y="903451"/>
                  </a:lnTo>
                  <a:lnTo>
                    <a:pt x="199889" y="903448"/>
                  </a:lnTo>
                  <a:lnTo>
                    <a:pt x="199879" y="903450"/>
                  </a:lnTo>
                  <a:lnTo>
                    <a:pt x="199867" y="903456"/>
                  </a:lnTo>
                  <a:lnTo>
                    <a:pt x="199850" y="903455"/>
                  </a:lnTo>
                  <a:lnTo>
                    <a:pt x="199834" y="903451"/>
                  </a:lnTo>
                  <a:lnTo>
                    <a:pt x="199815" y="903434"/>
                  </a:lnTo>
                  <a:lnTo>
                    <a:pt x="199764" y="903387"/>
                  </a:lnTo>
                  <a:lnTo>
                    <a:pt x="199734" y="903334"/>
                  </a:lnTo>
                  <a:lnTo>
                    <a:pt x="199719" y="903307"/>
                  </a:lnTo>
                  <a:lnTo>
                    <a:pt x="199700" y="903294"/>
                  </a:lnTo>
                  <a:lnTo>
                    <a:pt x="199669" y="903271"/>
                  </a:lnTo>
                  <a:lnTo>
                    <a:pt x="199648" y="903246"/>
                  </a:lnTo>
                  <a:lnTo>
                    <a:pt x="199630" y="903211"/>
                  </a:lnTo>
                  <a:lnTo>
                    <a:pt x="199620" y="903165"/>
                  </a:lnTo>
                  <a:lnTo>
                    <a:pt x="199622" y="903116"/>
                  </a:lnTo>
                  <a:lnTo>
                    <a:pt x="199620" y="903089"/>
                  </a:lnTo>
                  <a:lnTo>
                    <a:pt x="199611" y="903063"/>
                  </a:lnTo>
                  <a:lnTo>
                    <a:pt x="199595" y="903042"/>
                  </a:lnTo>
                  <a:lnTo>
                    <a:pt x="199572" y="903024"/>
                  </a:lnTo>
                  <a:lnTo>
                    <a:pt x="199532" y="902998"/>
                  </a:lnTo>
                  <a:lnTo>
                    <a:pt x="199500" y="902968"/>
                  </a:lnTo>
                  <a:lnTo>
                    <a:pt x="199458" y="902916"/>
                  </a:lnTo>
                  <a:lnTo>
                    <a:pt x="199455" y="902901"/>
                  </a:lnTo>
                  <a:lnTo>
                    <a:pt x="199460" y="902877"/>
                  </a:lnTo>
                  <a:lnTo>
                    <a:pt x="199508" y="902797"/>
                  </a:lnTo>
                  <a:lnTo>
                    <a:pt x="199529" y="902763"/>
                  </a:lnTo>
                  <a:lnTo>
                    <a:pt x="199562" y="902713"/>
                  </a:lnTo>
                  <a:lnTo>
                    <a:pt x="199580" y="902692"/>
                  </a:lnTo>
                  <a:lnTo>
                    <a:pt x="199609" y="902680"/>
                  </a:lnTo>
                  <a:lnTo>
                    <a:pt x="199634" y="902670"/>
                  </a:lnTo>
                  <a:lnTo>
                    <a:pt x="199663" y="902658"/>
                  </a:lnTo>
                  <a:lnTo>
                    <a:pt x="199677" y="902652"/>
                  </a:lnTo>
                  <a:lnTo>
                    <a:pt x="199695" y="902645"/>
                  </a:lnTo>
                  <a:lnTo>
                    <a:pt x="199711" y="902640"/>
                  </a:lnTo>
                  <a:lnTo>
                    <a:pt x="199730" y="902639"/>
                  </a:lnTo>
                  <a:lnTo>
                    <a:pt x="199742" y="902641"/>
                  </a:lnTo>
                  <a:lnTo>
                    <a:pt x="199775" y="902661"/>
                  </a:lnTo>
                  <a:lnTo>
                    <a:pt x="199810" y="902687"/>
                  </a:lnTo>
                  <a:lnTo>
                    <a:pt x="199839" y="902704"/>
                  </a:lnTo>
                  <a:lnTo>
                    <a:pt x="199871" y="902712"/>
                  </a:lnTo>
                  <a:lnTo>
                    <a:pt x="199903" y="902714"/>
                  </a:lnTo>
                  <a:lnTo>
                    <a:pt x="199982" y="902713"/>
                  </a:lnTo>
                  <a:lnTo>
                    <a:pt x="200010" y="902707"/>
                  </a:lnTo>
                  <a:lnTo>
                    <a:pt x="200024" y="902697"/>
                  </a:lnTo>
                  <a:lnTo>
                    <a:pt x="200031" y="902689"/>
                  </a:lnTo>
                  <a:lnTo>
                    <a:pt x="200035" y="902671"/>
                  </a:lnTo>
                  <a:lnTo>
                    <a:pt x="200048" y="902654"/>
                  </a:lnTo>
                  <a:lnTo>
                    <a:pt x="200061" y="902629"/>
                  </a:lnTo>
                  <a:lnTo>
                    <a:pt x="200072" y="902602"/>
                  </a:lnTo>
                  <a:lnTo>
                    <a:pt x="200093" y="902577"/>
                  </a:lnTo>
                  <a:lnTo>
                    <a:pt x="200131" y="902534"/>
                  </a:lnTo>
                  <a:lnTo>
                    <a:pt x="200159" y="902504"/>
                  </a:lnTo>
                  <a:lnTo>
                    <a:pt x="200193" y="902484"/>
                  </a:lnTo>
                  <a:lnTo>
                    <a:pt x="200229" y="902469"/>
                  </a:lnTo>
                  <a:lnTo>
                    <a:pt x="200259" y="902451"/>
                  </a:lnTo>
                  <a:lnTo>
                    <a:pt x="200282" y="902424"/>
                  </a:lnTo>
                  <a:lnTo>
                    <a:pt x="200319" y="902396"/>
                  </a:lnTo>
                  <a:lnTo>
                    <a:pt x="200330" y="902375"/>
                  </a:lnTo>
                  <a:lnTo>
                    <a:pt x="200335" y="902354"/>
                  </a:lnTo>
                  <a:lnTo>
                    <a:pt x="200349" y="902330"/>
                  </a:lnTo>
                  <a:lnTo>
                    <a:pt x="200367" y="902318"/>
                  </a:lnTo>
                  <a:lnTo>
                    <a:pt x="200393" y="902311"/>
                  </a:lnTo>
                  <a:lnTo>
                    <a:pt x="200423" y="902308"/>
                  </a:lnTo>
                  <a:lnTo>
                    <a:pt x="200465" y="902297"/>
                  </a:lnTo>
                  <a:lnTo>
                    <a:pt x="200485" y="902282"/>
                  </a:lnTo>
                  <a:lnTo>
                    <a:pt x="200536" y="902243"/>
                  </a:lnTo>
                  <a:lnTo>
                    <a:pt x="200601" y="902168"/>
                  </a:lnTo>
                  <a:lnTo>
                    <a:pt x="200635" y="902122"/>
                  </a:lnTo>
                  <a:lnTo>
                    <a:pt x="200650" y="902087"/>
                  </a:lnTo>
                  <a:lnTo>
                    <a:pt x="200665" y="902062"/>
                  </a:lnTo>
                  <a:lnTo>
                    <a:pt x="200683" y="902041"/>
                  </a:lnTo>
                  <a:lnTo>
                    <a:pt x="200727" y="902009"/>
                  </a:lnTo>
                  <a:lnTo>
                    <a:pt x="200771" y="901982"/>
                  </a:lnTo>
                  <a:lnTo>
                    <a:pt x="200784" y="901973"/>
                  </a:lnTo>
                  <a:lnTo>
                    <a:pt x="200795" y="901953"/>
                  </a:lnTo>
                  <a:lnTo>
                    <a:pt x="200806" y="901889"/>
                  </a:lnTo>
                  <a:lnTo>
                    <a:pt x="200808" y="901839"/>
                  </a:lnTo>
                  <a:lnTo>
                    <a:pt x="200808" y="901812"/>
                  </a:lnTo>
                  <a:lnTo>
                    <a:pt x="200803" y="901802"/>
                  </a:lnTo>
                  <a:lnTo>
                    <a:pt x="200799" y="901790"/>
                  </a:lnTo>
                  <a:lnTo>
                    <a:pt x="200801" y="901781"/>
                  </a:lnTo>
                  <a:lnTo>
                    <a:pt x="200806" y="901770"/>
                  </a:lnTo>
                  <a:lnTo>
                    <a:pt x="200811" y="901752"/>
                  </a:lnTo>
                  <a:lnTo>
                    <a:pt x="200814" y="901721"/>
                  </a:lnTo>
                  <a:lnTo>
                    <a:pt x="200811" y="901670"/>
                  </a:lnTo>
                  <a:lnTo>
                    <a:pt x="200784" y="901627"/>
                  </a:lnTo>
                  <a:lnTo>
                    <a:pt x="200779" y="901605"/>
                  </a:lnTo>
                  <a:lnTo>
                    <a:pt x="200787" y="901564"/>
                  </a:lnTo>
                  <a:lnTo>
                    <a:pt x="200806" y="901509"/>
                  </a:lnTo>
                  <a:lnTo>
                    <a:pt x="200807" y="901495"/>
                  </a:lnTo>
                  <a:lnTo>
                    <a:pt x="200802" y="901473"/>
                  </a:lnTo>
                  <a:lnTo>
                    <a:pt x="200792" y="901441"/>
                  </a:lnTo>
                  <a:lnTo>
                    <a:pt x="200763" y="901351"/>
                  </a:lnTo>
                  <a:lnTo>
                    <a:pt x="200760" y="901312"/>
                  </a:lnTo>
                  <a:lnTo>
                    <a:pt x="200758" y="901259"/>
                  </a:lnTo>
                  <a:lnTo>
                    <a:pt x="200753" y="901231"/>
                  </a:lnTo>
                  <a:lnTo>
                    <a:pt x="200755" y="901175"/>
                  </a:lnTo>
                  <a:lnTo>
                    <a:pt x="200750" y="901157"/>
                  </a:lnTo>
                  <a:lnTo>
                    <a:pt x="200736" y="901145"/>
                  </a:lnTo>
                  <a:lnTo>
                    <a:pt x="200720" y="901136"/>
                  </a:lnTo>
                  <a:lnTo>
                    <a:pt x="200670" y="901120"/>
                  </a:lnTo>
                  <a:lnTo>
                    <a:pt x="200610" y="901112"/>
                  </a:lnTo>
                  <a:lnTo>
                    <a:pt x="200543" y="901094"/>
                  </a:lnTo>
                  <a:lnTo>
                    <a:pt x="200446" y="901066"/>
                  </a:lnTo>
                  <a:lnTo>
                    <a:pt x="200409" y="901052"/>
                  </a:lnTo>
                  <a:lnTo>
                    <a:pt x="200369" y="901038"/>
                  </a:lnTo>
                  <a:lnTo>
                    <a:pt x="200345" y="901018"/>
                  </a:lnTo>
                  <a:lnTo>
                    <a:pt x="200316" y="900988"/>
                  </a:lnTo>
                  <a:lnTo>
                    <a:pt x="200275" y="900957"/>
                  </a:lnTo>
                  <a:lnTo>
                    <a:pt x="200247" y="900925"/>
                  </a:lnTo>
                  <a:lnTo>
                    <a:pt x="200212" y="900903"/>
                  </a:lnTo>
                  <a:lnTo>
                    <a:pt x="200182" y="900878"/>
                  </a:lnTo>
                  <a:lnTo>
                    <a:pt x="200166" y="900872"/>
                  </a:lnTo>
                  <a:lnTo>
                    <a:pt x="200153" y="900868"/>
                  </a:lnTo>
                  <a:lnTo>
                    <a:pt x="200132" y="900859"/>
                  </a:lnTo>
                  <a:lnTo>
                    <a:pt x="200118" y="900841"/>
                  </a:lnTo>
                  <a:lnTo>
                    <a:pt x="200099" y="900814"/>
                  </a:lnTo>
                  <a:lnTo>
                    <a:pt x="200076" y="900788"/>
                  </a:lnTo>
                  <a:lnTo>
                    <a:pt x="200004" y="900730"/>
                  </a:lnTo>
                  <a:lnTo>
                    <a:pt x="199982" y="900705"/>
                  </a:lnTo>
                  <a:lnTo>
                    <a:pt x="199943" y="900681"/>
                  </a:lnTo>
                  <a:lnTo>
                    <a:pt x="199910" y="900659"/>
                  </a:lnTo>
                  <a:lnTo>
                    <a:pt x="199876" y="900649"/>
                  </a:lnTo>
                  <a:lnTo>
                    <a:pt x="199849" y="900649"/>
                  </a:lnTo>
                  <a:lnTo>
                    <a:pt x="199828" y="900647"/>
                  </a:lnTo>
                  <a:lnTo>
                    <a:pt x="199804" y="900638"/>
                  </a:lnTo>
                  <a:lnTo>
                    <a:pt x="199774" y="900615"/>
                  </a:lnTo>
                  <a:lnTo>
                    <a:pt x="199723" y="900563"/>
                  </a:lnTo>
                  <a:lnTo>
                    <a:pt x="199679" y="900497"/>
                  </a:lnTo>
                  <a:lnTo>
                    <a:pt x="199655" y="900467"/>
                  </a:lnTo>
                  <a:lnTo>
                    <a:pt x="199632" y="900458"/>
                  </a:lnTo>
                  <a:lnTo>
                    <a:pt x="199621" y="900458"/>
                  </a:lnTo>
                  <a:lnTo>
                    <a:pt x="199606" y="900459"/>
                  </a:lnTo>
                  <a:lnTo>
                    <a:pt x="199590" y="900466"/>
                  </a:lnTo>
                  <a:lnTo>
                    <a:pt x="199576" y="900478"/>
                  </a:lnTo>
                  <a:lnTo>
                    <a:pt x="199556" y="900500"/>
                  </a:lnTo>
                  <a:lnTo>
                    <a:pt x="199533" y="900520"/>
                  </a:lnTo>
                  <a:lnTo>
                    <a:pt x="199508" y="900534"/>
                  </a:lnTo>
                  <a:lnTo>
                    <a:pt x="199458" y="900542"/>
                  </a:lnTo>
                  <a:lnTo>
                    <a:pt x="199416" y="900545"/>
                  </a:lnTo>
                  <a:lnTo>
                    <a:pt x="199286" y="900521"/>
                  </a:lnTo>
                  <a:lnTo>
                    <a:pt x="199222" y="900507"/>
                  </a:lnTo>
                  <a:lnTo>
                    <a:pt x="199157" y="900480"/>
                  </a:lnTo>
                  <a:lnTo>
                    <a:pt x="199085" y="900462"/>
                  </a:lnTo>
                  <a:lnTo>
                    <a:pt x="199026" y="900451"/>
                  </a:lnTo>
                  <a:lnTo>
                    <a:pt x="198941" y="900428"/>
                  </a:lnTo>
                  <a:lnTo>
                    <a:pt x="198931" y="900426"/>
                  </a:lnTo>
                  <a:lnTo>
                    <a:pt x="198910" y="900426"/>
                  </a:lnTo>
                  <a:lnTo>
                    <a:pt x="198886" y="900426"/>
                  </a:lnTo>
                  <a:lnTo>
                    <a:pt x="198865" y="900427"/>
                  </a:lnTo>
                  <a:lnTo>
                    <a:pt x="198855" y="900420"/>
                  </a:lnTo>
                  <a:lnTo>
                    <a:pt x="198840" y="900406"/>
                  </a:lnTo>
                  <a:lnTo>
                    <a:pt x="198813" y="900366"/>
                  </a:lnTo>
                  <a:lnTo>
                    <a:pt x="198787" y="900340"/>
                  </a:lnTo>
                  <a:lnTo>
                    <a:pt x="198735" y="900295"/>
                  </a:lnTo>
                  <a:lnTo>
                    <a:pt x="198688" y="900250"/>
                  </a:lnTo>
                  <a:lnTo>
                    <a:pt x="198626" y="900166"/>
                  </a:lnTo>
                  <a:lnTo>
                    <a:pt x="198607" y="900137"/>
                  </a:lnTo>
                  <a:lnTo>
                    <a:pt x="198602" y="900108"/>
                  </a:lnTo>
                  <a:lnTo>
                    <a:pt x="198601" y="900076"/>
                  </a:lnTo>
                  <a:lnTo>
                    <a:pt x="198595" y="900007"/>
                  </a:lnTo>
                  <a:lnTo>
                    <a:pt x="198585" y="899981"/>
                  </a:lnTo>
                  <a:lnTo>
                    <a:pt x="198568" y="899957"/>
                  </a:lnTo>
                  <a:lnTo>
                    <a:pt x="198516" y="899910"/>
                  </a:lnTo>
                  <a:lnTo>
                    <a:pt x="198510" y="899905"/>
                  </a:lnTo>
                  <a:lnTo>
                    <a:pt x="198484" y="899882"/>
                  </a:lnTo>
                  <a:lnTo>
                    <a:pt x="198409" y="899882"/>
                  </a:lnTo>
                  <a:lnTo>
                    <a:pt x="198373" y="899831"/>
                  </a:lnTo>
                  <a:lnTo>
                    <a:pt x="198312" y="899766"/>
                  </a:lnTo>
                  <a:lnTo>
                    <a:pt x="198257" y="899693"/>
                  </a:lnTo>
                  <a:lnTo>
                    <a:pt x="198213" y="899591"/>
                  </a:lnTo>
                  <a:lnTo>
                    <a:pt x="198223" y="899485"/>
                  </a:lnTo>
                  <a:lnTo>
                    <a:pt x="198151" y="899342"/>
                  </a:lnTo>
                  <a:lnTo>
                    <a:pt x="198084" y="899283"/>
                  </a:lnTo>
                  <a:lnTo>
                    <a:pt x="197972" y="899207"/>
                  </a:lnTo>
                  <a:lnTo>
                    <a:pt x="197900" y="899181"/>
                  </a:lnTo>
                  <a:lnTo>
                    <a:pt x="197794" y="899108"/>
                  </a:lnTo>
                  <a:lnTo>
                    <a:pt x="197677" y="899044"/>
                  </a:lnTo>
                  <a:lnTo>
                    <a:pt x="197598" y="898982"/>
                  </a:lnTo>
                  <a:lnTo>
                    <a:pt x="197585" y="898919"/>
                  </a:lnTo>
                  <a:lnTo>
                    <a:pt x="197594" y="898813"/>
                  </a:lnTo>
                  <a:lnTo>
                    <a:pt x="197584" y="898750"/>
                  </a:lnTo>
                  <a:lnTo>
                    <a:pt x="197568" y="898725"/>
                  </a:lnTo>
                  <a:lnTo>
                    <a:pt x="197535" y="898681"/>
                  </a:lnTo>
                  <a:lnTo>
                    <a:pt x="197489" y="898632"/>
                  </a:lnTo>
                  <a:lnTo>
                    <a:pt x="197443" y="898589"/>
                  </a:lnTo>
                  <a:lnTo>
                    <a:pt x="197410" y="898567"/>
                  </a:lnTo>
                  <a:lnTo>
                    <a:pt x="197340" y="898522"/>
                  </a:lnTo>
                  <a:lnTo>
                    <a:pt x="197244" y="898479"/>
                  </a:lnTo>
                  <a:lnTo>
                    <a:pt x="197190" y="898466"/>
                  </a:lnTo>
                  <a:lnTo>
                    <a:pt x="197087" y="898363"/>
                  </a:lnTo>
                  <a:lnTo>
                    <a:pt x="197030" y="898326"/>
                  </a:lnTo>
                  <a:lnTo>
                    <a:pt x="197006" y="898226"/>
                  </a:lnTo>
                  <a:lnTo>
                    <a:pt x="197014" y="898168"/>
                  </a:lnTo>
                  <a:lnTo>
                    <a:pt x="197048" y="898106"/>
                  </a:lnTo>
                  <a:lnTo>
                    <a:pt x="197071" y="898064"/>
                  </a:lnTo>
                  <a:lnTo>
                    <a:pt x="197144" y="897987"/>
                  </a:lnTo>
                  <a:lnTo>
                    <a:pt x="197178" y="897962"/>
                  </a:lnTo>
                  <a:lnTo>
                    <a:pt x="197202" y="897922"/>
                  </a:lnTo>
                  <a:lnTo>
                    <a:pt x="197236" y="897875"/>
                  </a:lnTo>
                  <a:lnTo>
                    <a:pt x="197259" y="897816"/>
                  </a:lnTo>
                  <a:lnTo>
                    <a:pt x="197287" y="897743"/>
                  </a:lnTo>
                  <a:lnTo>
                    <a:pt x="197324" y="897696"/>
                  </a:lnTo>
                  <a:lnTo>
                    <a:pt x="197424" y="897630"/>
                  </a:lnTo>
                  <a:lnTo>
                    <a:pt x="197491" y="897595"/>
                  </a:lnTo>
                  <a:lnTo>
                    <a:pt x="197556" y="897557"/>
                  </a:lnTo>
                  <a:lnTo>
                    <a:pt x="197633" y="897550"/>
                  </a:lnTo>
                  <a:lnTo>
                    <a:pt x="197696" y="897549"/>
                  </a:lnTo>
                  <a:lnTo>
                    <a:pt x="197761" y="897545"/>
                  </a:lnTo>
                  <a:lnTo>
                    <a:pt x="197826" y="897533"/>
                  </a:lnTo>
                  <a:lnTo>
                    <a:pt x="197888" y="897490"/>
                  </a:lnTo>
                  <a:lnTo>
                    <a:pt x="197980" y="897349"/>
                  </a:lnTo>
                  <a:lnTo>
                    <a:pt x="197894" y="897237"/>
                  </a:lnTo>
                  <a:lnTo>
                    <a:pt x="197856" y="897166"/>
                  </a:lnTo>
                  <a:lnTo>
                    <a:pt x="197809" y="897064"/>
                  </a:lnTo>
                  <a:lnTo>
                    <a:pt x="197799" y="897026"/>
                  </a:lnTo>
                  <a:lnTo>
                    <a:pt x="197796" y="896990"/>
                  </a:lnTo>
                  <a:lnTo>
                    <a:pt x="197785" y="896923"/>
                  </a:lnTo>
                  <a:lnTo>
                    <a:pt x="197858" y="896869"/>
                  </a:lnTo>
                  <a:lnTo>
                    <a:pt x="197911" y="896827"/>
                  </a:lnTo>
                  <a:lnTo>
                    <a:pt x="197928" y="896806"/>
                  </a:lnTo>
                  <a:lnTo>
                    <a:pt x="197969" y="896759"/>
                  </a:lnTo>
                  <a:lnTo>
                    <a:pt x="198024" y="896708"/>
                  </a:lnTo>
                  <a:lnTo>
                    <a:pt x="198065" y="896663"/>
                  </a:lnTo>
                  <a:lnTo>
                    <a:pt x="198118" y="896628"/>
                  </a:lnTo>
                  <a:lnTo>
                    <a:pt x="198221" y="896593"/>
                  </a:lnTo>
                  <a:lnTo>
                    <a:pt x="198330" y="896551"/>
                  </a:lnTo>
                  <a:lnTo>
                    <a:pt x="198359" y="896490"/>
                  </a:lnTo>
                  <a:lnTo>
                    <a:pt x="198355" y="896460"/>
                  </a:lnTo>
                  <a:lnTo>
                    <a:pt x="198297" y="896389"/>
                  </a:lnTo>
                  <a:lnTo>
                    <a:pt x="198250" y="896309"/>
                  </a:lnTo>
                  <a:lnTo>
                    <a:pt x="198184" y="896263"/>
                  </a:lnTo>
                  <a:lnTo>
                    <a:pt x="198123" y="896223"/>
                  </a:lnTo>
                  <a:lnTo>
                    <a:pt x="198046" y="896117"/>
                  </a:lnTo>
                  <a:lnTo>
                    <a:pt x="198033" y="896039"/>
                  </a:lnTo>
                  <a:lnTo>
                    <a:pt x="198001" y="895973"/>
                  </a:lnTo>
                  <a:lnTo>
                    <a:pt x="197966" y="895868"/>
                  </a:lnTo>
                  <a:lnTo>
                    <a:pt x="197871" y="895743"/>
                  </a:lnTo>
                  <a:lnTo>
                    <a:pt x="197773" y="895653"/>
                  </a:lnTo>
                  <a:lnTo>
                    <a:pt x="197737" y="895599"/>
                  </a:lnTo>
                  <a:lnTo>
                    <a:pt x="197699" y="895516"/>
                  </a:lnTo>
                  <a:lnTo>
                    <a:pt x="197714" y="895402"/>
                  </a:lnTo>
                  <a:lnTo>
                    <a:pt x="197725" y="895383"/>
                  </a:lnTo>
                  <a:lnTo>
                    <a:pt x="197772" y="895329"/>
                  </a:lnTo>
                  <a:lnTo>
                    <a:pt x="197801" y="895317"/>
                  </a:lnTo>
                  <a:lnTo>
                    <a:pt x="197828" y="895314"/>
                  </a:lnTo>
                  <a:lnTo>
                    <a:pt x="197890" y="895299"/>
                  </a:lnTo>
                  <a:lnTo>
                    <a:pt x="197889" y="895266"/>
                  </a:lnTo>
                  <a:lnTo>
                    <a:pt x="197873" y="895202"/>
                  </a:lnTo>
                  <a:lnTo>
                    <a:pt x="197854" y="895164"/>
                  </a:lnTo>
                  <a:lnTo>
                    <a:pt x="197818" y="895123"/>
                  </a:lnTo>
                  <a:lnTo>
                    <a:pt x="197712" y="895067"/>
                  </a:lnTo>
                  <a:lnTo>
                    <a:pt x="197667" y="895046"/>
                  </a:lnTo>
                  <a:lnTo>
                    <a:pt x="197505" y="894993"/>
                  </a:lnTo>
                  <a:lnTo>
                    <a:pt x="197367" y="894946"/>
                  </a:lnTo>
                  <a:lnTo>
                    <a:pt x="197279" y="894904"/>
                  </a:lnTo>
                  <a:lnTo>
                    <a:pt x="197204" y="894883"/>
                  </a:lnTo>
                  <a:lnTo>
                    <a:pt x="197099" y="894835"/>
                  </a:lnTo>
                  <a:lnTo>
                    <a:pt x="197060" y="894825"/>
                  </a:lnTo>
                  <a:lnTo>
                    <a:pt x="196958" y="894799"/>
                  </a:lnTo>
                  <a:lnTo>
                    <a:pt x="196830" y="894783"/>
                  </a:lnTo>
                  <a:lnTo>
                    <a:pt x="196691" y="894841"/>
                  </a:lnTo>
                  <a:lnTo>
                    <a:pt x="196659" y="894861"/>
                  </a:lnTo>
                  <a:lnTo>
                    <a:pt x="196562" y="894921"/>
                  </a:lnTo>
                  <a:lnTo>
                    <a:pt x="196498" y="894959"/>
                  </a:lnTo>
                  <a:lnTo>
                    <a:pt x="196442" y="894990"/>
                  </a:lnTo>
                  <a:lnTo>
                    <a:pt x="196376" y="895003"/>
                  </a:lnTo>
                  <a:lnTo>
                    <a:pt x="196320" y="894993"/>
                  </a:lnTo>
                  <a:lnTo>
                    <a:pt x="196248" y="894983"/>
                  </a:lnTo>
                  <a:lnTo>
                    <a:pt x="196164" y="894963"/>
                  </a:lnTo>
                  <a:lnTo>
                    <a:pt x="196131" y="894958"/>
                  </a:lnTo>
                  <a:lnTo>
                    <a:pt x="196012" y="894924"/>
                  </a:lnTo>
                  <a:lnTo>
                    <a:pt x="195987" y="894917"/>
                  </a:lnTo>
                  <a:lnTo>
                    <a:pt x="195939" y="894895"/>
                  </a:lnTo>
                  <a:lnTo>
                    <a:pt x="195853" y="894889"/>
                  </a:lnTo>
                  <a:lnTo>
                    <a:pt x="195693" y="894928"/>
                  </a:lnTo>
                  <a:lnTo>
                    <a:pt x="195640" y="894979"/>
                  </a:lnTo>
                  <a:lnTo>
                    <a:pt x="195609" y="895033"/>
                  </a:lnTo>
                  <a:lnTo>
                    <a:pt x="195525" y="895118"/>
                  </a:lnTo>
                  <a:lnTo>
                    <a:pt x="195503" y="895199"/>
                  </a:lnTo>
                  <a:lnTo>
                    <a:pt x="195482" y="895224"/>
                  </a:lnTo>
                  <a:lnTo>
                    <a:pt x="195422" y="895300"/>
                  </a:lnTo>
                  <a:lnTo>
                    <a:pt x="195393" y="895331"/>
                  </a:lnTo>
                  <a:lnTo>
                    <a:pt x="195363" y="895346"/>
                  </a:lnTo>
                  <a:lnTo>
                    <a:pt x="195313" y="895347"/>
                  </a:lnTo>
                  <a:lnTo>
                    <a:pt x="195283" y="895334"/>
                  </a:lnTo>
                  <a:lnTo>
                    <a:pt x="195234" y="895296"/>
                  </a:lnTo>
                  <a:lnTo>
                    <a:pt x="195189" y="895280"/>
                  </a:lnTo>
                  <a:lnTo>
                    <a:pt x="195144" y="895253"/>
                  </a:lnTo>
                  <a:lnTo>
                    <a:pt x="195026" y="895181"/>
                  </a:lnTo>
                  <a:lnTo>
                    <a:pt x="194950" y="895127"/>
                  </a:lnTo>
                  <a:lnTo>
                    <a:pt x="194922" y="895089"/>
                  </a:lnTo>
                  <a:lnTo>
                    <a:pt x="194898" y="895053"/>
                  </a:lnTo>
                  <a:lnTo>
                    <a:pt x="194748" y="894885"/>
                  </a:lnTo>
                  <a:lnTo>
                    <a:pt x="194642" y="894718"/>
                  </a:lnTo>
                  <a:lnTo>
                    <a:pt x="194599" y="894646"/>
                  </a:lnTo>
                  <a:lnTo>
                    <a:pt x="194562" y="894595"/>
                  </a:lnTo>
                  <a:lnTo>
                    <a:pt x="194519" y="894559"/>
                  </a:lnTo>
                  <a:lnTo>
                    <a:pt x="194456" y="894508"/>
                  </a:lnTo>
                  <a:lnTo>
                    <a:pt x="194416" y="894473"/>
                  </a:lnTo>
                  <a:lnTo>
                    <a:pt x="194353" y="894430"/>
                  </a:lnTo>
                  <a:lnTo>
                    <a:pt x="194307" y="894414"/>
                  </a:lnTo>
                  <a:lnTo>
                    <a:pt x="194253" y="894382"/>
                  </a:lnTo>
                  <a:lnTo>
                    <a:pt x="194240" y="894330"/>
                  </a:lnTo>
                  <a:lnTo>
                    <a:pt x="194308" y="894181"/>
                  </a:lnTo>
                  <a:lnTo>
                    <a:pt x="194331" y="894153"/>
                  </a:lnTo>
                  <a:lnTo>
                    <a:pt x="194354" y="894108"/>
                  </a:lnTo>
                  <a:lnTo>
                    <a:pt x="194401" y="894077"/>
                  </a:lnTo>
                  <a:lnTo>
                    <a:pt x="194442" y="894059"/>
                  </a:lnTo>
                  <a:lnTo>
                    <a:pt x="194483" y="894050"/>
                  </a:lnTo>
                  <a:lnTo>
                    <a:pt x="194528" y="894038"/>
                  </a:lnTo>
                  <a:lnTo>
                    <a:pt x="194560" y="894015"/>
                  </a:lnTo>
                  <a:lnTo>
                    <a:pt x="194580" y="893984"/>
                  </a:lnTo>
                  <a:lnTo>
                    <a:pt x="194582" y="893926"/>
                  </a:lnTo>
                  <a:lnTo>
                    <a:pt x="194581" y="893901"/>
                  </a:lnTo>
                  <a:lnTo>
                    <a:pt x="194591" y="893834"/>
                  </a:lnTo>
                  <a:lnTo>
                    <a:pt x="194596" y="893779"/>
                  </a:lnTo>
                  <a:lnTo>
                    <a:pt x="194620" y="893678"/>
                  </a:lnTo>
                  <a:lnTo>
                    <a:pt x="194583" y="893632"/>
                  </a:lnTo>
                  <a:lnTo>
                    <a:pt x="194520" y="893608"/>
                  </a:lnTo>
                  <a:lnTo>
                    <a:pt x="194478" y="893595"/>
                  </a:lnTo>
                  <a:lnTo>
                    <a:pt x="194459" y="893548"/>
                  </a:lnTo>
                  <a:lnTo>
                    <a:pt x="194485" y="893506"/>
                  </a:lnTo>
                  <a:lnTo>
                    <a:pt x="194511" y="893467"/>
                  </a:lnTo>
                  <a:lnTo>
                    <a:pt x="194599" y="893401"/>
                  </a:lnTo>
                  <a:lnTo>
                    <a:pt x="194626" y="893301"/>
                  </a:lnTo>
                  <a:lnTo>
                    <a:pt x="194651" y="893228"/>
                  </a:lnTo>
                  <a:lnTo>
                    <a:pt x="194604" y="893116"/>
                  </a:lnTo>
                  <a:lnTo>
                    <a:pt x="194547" y="893095"/>
                  </a:lnTo>
                  <a:lnTo>
                    <a:pt x="194502" y="893073"/>
                  </a:lnTo>
                  <a:lnTo>
                    <a:pt x="194460" y="893060"/>
                  </a:lnTo>
                  <a:lnTo>
                    <a:pt x="194423" y="893039"/>
                  </a:lnTo>
                  <a:lnTo>
                    <a:pt x="194350" y="892991"/>
                  </a:lnTo>
                  <a:lnTo>
                    <a:pt x="194259" y="892896"/>
                  </a:lnTo>
                  <a:lnTo>
                    <a:pt x="194260" y="892834"/>
                  </a:lnTo>
                  <a:lnTo>
                    <a:pt x="194259" y="892801"/>
                  </a:lnTo>
                  <a:lnTo>
                    <a:pt x="194285" y="892762"/>
                  </a:lnTo>
                  <a:lnTo>
                    <a:pt x="194323" y="892730"/>
                  </a:lnTo>
                  <a:lnTo>
                    <a:pt x="194409" y="892720"/>
                  </a:lnTo>
                  <a:lnTo>
                    <a:pt x="194486" y="892691"/>
                  </a:lnTo>
                  <a:lnTo>
                    <a:pt x="194484" y="892599"/>
                  </a:lnTo>
                  <a:lnTo>
                    <a:pt x="194467" y="892519"/>
                  </a:lnTo>
                  <a:lnTo>
                    <a:pt x="194464" y="892497"/>
                  </a:lnTo>
                  <a:lnTo>
                    <a:pt x="194447" y="892415"/>
                  </a:lnTo>
                  <a:lnTo>
                    <a:pt x="194399" y="892283"/>
                  </a:lnTo>
                  <a:lnTo>
                    <a:pt x="194362" y="892239"/>
                  </a:lnTo>
                  <a:lnTo>
                    <a:pt x="194329" y="892115"/>
                  </a:lnTo>
                  <a:lnTo>
                    <a:pt x="194343" y="892067"/>
                  </a:lnTo>
                  <a:lnTo>
                    <a:pt x="194359" y="892003"/>
                  </a:lnTo>
                  <a:lnTo>
                    <a:pt x="194379" y="891964"/>
                  </a:lnTo>
                  <a:lnTo>
                    <a:pt x="194449" y="891907"/>
                  </a:lnTo>
                  <a:lnTo>
                    <a:pt x="194493" y="891873"/>
                  </a:lnTo>
                  <a:lnTo>
                    <a:pt x="194540" y="891822"/>
                  </a:lnTo>
                  <a:lnTo>
                    <a:pt x="194560" y="891810"/>
                  </a:lnTo>
                  <a:lnTo>
                    <a:pt x="194612" y="891748"/>
                  </a:lnTo>
                  <a:lnTo>
                    <a:pt x="194606" y="891618"/>
                  </a:lnTo>
                  <a:lnTo>
                    <a:pt x="194595" y="891535"/>
                  </a:lnTo>
                  <a:lnTo>
                    <a:pt x="194567" y="891458"/>
                  </a:lnTo>
                  <a:lnTo>
                    <a:pt x="194537" y="891350"/>
                  </a:lnTo>
                  <a:lnTo>
                    <a:pt x="194515" y="891304"/>
                  </a:lnTo>
                  <a:lnTo>
                    <a:pt x="194435" y="891211"/>
                  </a:lnTo>
                  <a:lnTo>
                    <a:pt x="194384" y="891165"/>
                  </a:lnTo>
                  <a:lnTo>
                    <a:pt x="194356" y="891144"/>
                  </a:lnTo>
                  <a:lnTo>
                    <a:pt x="194336" y="891036"/>
                  </a:lnTo>
                  <a:lnTo>
                    <a:pt x="194335" y="890992"/>
                  </a:lnTo>
                  <a:lnTo>
                    <a:pt x="194343" y="890950"/>
                  </a:lnTo>
                  <a:lnTo>
                    <a:pt x="194357" y="890908"/>
                  </a:lnTo>
                  <a:lnTo>
                    <a:pt x="194337" y="890842"/>
                  </a:lnTo>
                  <a:lnTo>
                    <a:pt x="194310" y="890837"/>
                  </a:lnTo>
                  <a:lnTo>
                    <a:pt x="194252" y="890794"/>
                  </a:lnTo>
                  <a:lnTo>
                    <a:pt x="194192" y="890767"/>
                  </a:lnTo>
                  <a:lnTo>
                    <a:pt x="194096" y="890714"/>
                  </a:lnTo>
                  <a:lnTo>
                    <a:pt x="194053" y="890684"/>
                  </a:lnTo>
                  <a:lnTo>
                    <a:pt x="193998" y="890633"/>
                  </a:lnTo>
                  <a:lnTo>
                    <a:pt x="193955" y="890567"/>
                  </a:lnTo>
                  <a:lnTo>
                    <a:pt x="193917" y="890485"/>
                  </a:lnTo>
                  <a:lnTo>
                    <a:pt x="193889" y="890425"/>
                  </a:lnTo>
                  <a:lnTo>
                    <a:pt x="193785" y="890227"/>
                  </a:lnTo>
                  <a:lnTo>
                    <a:pt x="193767" y="890211"/>
                  </a:lnTo>
                  <a:lnTo>
                    <a:pt x="193691" y="890154"/>
                  </a:lnTo>
                  <a:lnTo>
                    <a:pt x="193587" y="890031"/>
                  </a:lnTo>
                  <a:lnTo>
                    <a:pt x="193545" y="890024"/>
                  </a:lnTo>
                  <a:lnTo>
                    <a:pt x="193449" y="890007"/>
                  </a:lnTo>
                  <a:lnTo>
                    <a:pt x="193410" y="890005"/>
                  </a:lnTo>
                  <a:lnTo>
                    <a:pt x="193380" y="889989"/>
                  </a:lnTo>
                  <a:lnTo>
                    <a:pt x="193335" y="889959"/>
                  </a:lnTo>
                  <a:lnTo>
                    <a:pt x="193289" y="889924"/>
                  </a:lnTo>
                  <a:lnTo>
                    <a:pt x="193248" y="889822"/>
                  </a:lnTo>
                  <a:lnTo>
                    <a:pt x="193228" y="889768"/>
                  </a:lnTo>
                  <a:lnTo>
                    <a:pt x="193203" y="889721"/>
                  </a:lnTo>
                  <a:lnTo>
                    <a:pt x="193187" y="889644"/>
                  </a:lnTo>
                  <a:lnTo>
                    <a:pt x="193188" y="889572"/>
                  </a:lnTo>
                  <a:lnTo>
                    <a:pt x="193135" y="889476"/>
                  </a:lnTo>
                  <a:lnTo>
                    <a:pt x="193054" y="889458"/>
                  </a:lnTo>
                  <a:lnTo>
                    <a:pt x="193003" y="889454"/>
                  </a:lnTo>
                  <a:lnTo>
                    <a:pt x="192911" y="889489"/>
                  </a:lnTo>
                  <a:lnTo>
                    <a:pt x="192865" y="889545"/>
                  </a:lnTo>
                  <a:lnTo>
                    <a:pt x="192830" y="889554"/>
                  </a:lnTo>
                  <a:lnTo>
                    <a:pt x="192758" y="889539"/>
                  </a:lnTo>
                  <a:lnTo>
                    <a:pt x="192708" y="889463"/>
                  </a:lnTo>
                  <a:lnTo>
                    <a:pt x="192686" y="889411"/>
                  </a:lnTo>
                  <a:lnTo>
                    <a:pt x="192687" y="889316"/>
                  </a:lnTo>
                  <a:lnTo>
                    <a:pt x="192682" y="889258"/>
                  </a:lnTo>
                  <a:lnTo>
                    <a:pt x="192671" y="889181"/>
                  </a:lnTo>
                  <a:lnTo>
                    <a:pt x="192670" y="889114"/>
                  </a:lnTo>
                  <a:lnTo>
                    <a:pt x="192641" y="889054"/>
                  </a:lnTo>
                  <a:lnTo>
                    <a:pt x="192635" y="888943"/>
                  </a:lnTo>
                  <a:lnTo>
                    <a:pt x="192650" y="888909"/>
                  </a:lnTo>
                  <a:lnTo>
                    <a:pt x="192648" y="888865"/>
                  </a:lnTo>
                  <a:lnTo>
                    <a:pt x="192633" y="888832"/>
                  </a:lnTo>
                  <a:lnTo>
                    <a:pt x="192565" y="888747"/>
                  </a:lnTo>
                  <a:lnTo>
                    <a:pt x="192538" y="888740"/>
                  </a:lnTo>
                  <a:lnTo>
                    <a:pt x="192491" y="888755"/>
                  </a:lnTo>
                  <a:lnTo>
                    <a:pt x="192470" y="888775"/>
                  </a:lnTo>
                  <a:lnTo>
                    <a:pt x="192432" y="888789"/>
                  </a:lnTo>
                  <a:lnTo>
                    <a:pt x="192367" y="888804"/>
                  </a:lnTo>
                  <a:lnTo>
                    <a:pt x="192325" y="888794"/>
                  </a:lnTo>
                  <a:lnTo>
                    <a:pt x="192295" y="888778"/>
                  </a:lnTo>
                  <a:lnTo>
                    <a:pt x="192311" y="888717"/>
                  </a:lnTo>
                  <a:lnTo>
                    <a:pt x="192322" y="888681"/>
                  </a:lnTo>
                  <a:lnTo>
                    <a:pt x="192350" y="888614"/>
                  </a:lnTo>
                  <a:lnTo>
                    <a:pt x="192379" y="888580"/>
                  </a:lnTo>
                  <a:lnTo>
                    <a:pt x="192377" y="888508"/>
                  </a:lnTo>
                  <a:lnTo>
                    <a:pt x="192358" y="888466"/>
                  </a:lnTo>
                  <a:lnTo>
                    <a:pt x="192309" y="888382"/>
                  </a:lnTo>
                  <a:lnTo>
                    <a:pt x="192293" y="888343"/>
                  </a:lnTo>
                  <a:lnTo>
                    <a:pt x="192282" y="888291"/>
                  </a:lnTo>
                  <a:lnTo>
                    <a:pt x="192268" y="888219"/>
                  </a:lnTo>
                  <a:lnTo>
                    <a:pt x="192262" y="888186"/>
                  </a:lnTo>
                  <a:lnTo>
                    <a:pt x="192286" y="887952"/>
                  </a:lnTo>
                  <a:lnTo>
                    <a:pt x="192287" y="887897"/>
                  </a:lnTo>
                  <a:lnTo>
                    <a:pt x="192291" y="887811"/>
                  </a:lnTo>
                  <a:lnTo>
                    <a:pt x="192306" y="887677"/>
                  </a:lnTo>
                  <a:lnTo>
                    <a:pt x="192316" y="887610"/>
                  </a:lnTo>
                  <a:lnTo>
                    <a:pt x="192321" y="887458"/>
                  </a:lnTo>
                  <a:lnTo>
                    <a:pt x="192316" y="887380"/>
                  </a:lnTo>
                  <a:lnTo>
                    <a:pt x="192298" y="887251"/>
                  </a:lnTo>
                  <a:lnTo>
                    <a:pt x="192294" y="887198"/>
                  </a:lnTo>
                  <a:lnTo>
                    <a:pt x="192298" y="887131"/>
                  </a:lnTo>
                  <a:lnTo>
                    <a:pt x="192352" y="887027"/>
                  </a:lnTo>
                  <a:lnTo>
                    <a:pt x="192382" y="887010"/>
                  </a:lnTo>
                  <a:lnTo>
                    <a:pt x="192422" y="886948"/>
                  </a:lnTo>
                  <a:lnTo>
                    <a:pt x="192486" y="886908"/>
                  </a:lnTo>
                  <a:lnTo>
                    <a:pt x="192529" y="886813"/>
                  </a:lnTo>
                  <a:lnTo>
                    <a:pt x="192564" y="886779"/>
                  </a:lnTo>
                  <a:lnTo>
                    <a:pt x="192596" y="886756"/>
                  </a:lnTo>
                  <a:lnTo>
                    <a:pt x="192588" y="886673"/>
                  </a:lnTo>
                  <a:lnTo>
                    <a:pt x="192583" y="886581"/>
                  </a:lnTo>
                  <a:lnTo>
                    <a:pt x="192556" y="886471"/>
                  </a:lnTo>
                  <a:lnTo>
                    <a:pt x="192546" y="886408"/>
                  </a:lnTo>
                  <a:lnTo>
                    <a:pt x="192531" y="886291"/>
                  </a:lnTo>
                  <a:lnTo>
                    <a:pt x="192510" y="886178"/>
                  </a:lnTo>
                  <a:lnTo>
                    <a:pt x="192485" y="886115"/>
                  </a:lnTo>
                  <a:lnTo>
                    <a:pt x="192466" y="886062"/>
                  </a:lnTo>
                  <a:lnTo>
                    <a:pt x="192454" y="885958"/>
                  </a:lnTo>
                  <a:lnTo>
                    <a:pt x="192453" y="885921"/>
                  </a:lnTo>
                  <a:lnTo>
                    <a:pt x="192452" y="885866"/>
                  </a:lnTo>
                  <a:lnTo>
                    <a:pt x="192451" y="885819"/>
                  </a:lnTo>
                  <a:lnTo>
                    <a:pt x="192476" y="885660"/>
                  </a:lnTo>
                  <a:lnTo>
                    <a:pt x="192478" y="885597"/>
                  </a:lnTo>
                  <a:lnTo>
                    <a:pt x="192491" y="885535"/>
                  </a:lnTo>
                  <a:lnTo>
                    <a:pt x="192527" y="885410"/>
                  </a:lnTo>
                  <a:lnTo>
                    <a:pt x="192538" y="885359"/>
                  </a:lnTo>
                  <a:lnTo>
                    <a:pt x="192550" y="885271"/>
                  </a:lnTo>
                  <a:lnTo>
                    <a:pt x="192555" y="885215"/>
                  </a:lnTo>
                  <a:lnTo>
                    <a:pt x="192561" y="885098"/>
                  </a:lnTo>
                  <a:lnTo>
                    <a:pt x="192562" y="885021"/>
                  </a:lnTo>
                  <a:lnTo>
                    <a:pt x="192577" y="884915"/>
                  </a:lnTo>
                  <a:lnTo>
                    <a:pt x="192587" y="884851"/>
                  </a:lnTo>
                  <a:lnTo>
                    <a:pt x="192594" y="884743"/>
                  </a:lnTo>
                  <a:lnTo>
                    <a:pt x="192592" y="884665"/>
                  </a:lnTo>
                  <a:lnTo>
                    <a:pt x="192589" y="884554"/>
                  </a:lnTo>
                  <a:lnTo>
                    <a:pt x="192591" y="884491"/>
                  </a:lnTo>
                  <a:lnTo>
                    <a:pt x="192607" y="884421"/>
                  </a:lnTo>
                  <a:lnTo>
                    <a:pt x="192628" y="884331"/>
                  </a:lnTo>
                  <a:lnTo>
                    <a:pt x="192639" y="884276"/>
                  </a:lnTo>
                  <a:lnTo>
                    <a:pt x="192639" y="884170"/>
                  </a:lnTo>
                  <a:lnTo>
                    <a:pt x="192648" y="884048"/>
                  </a:lnTo>
                  <a:lnTo>
                    <a:pt x="192644" y="883893"/>
                  </a:lnTo>
                  <a:lnTo>
                    <a:pt x="192658" y="883735"/>
                  </a:lnTo>
                  <a:lnTo>
                    <a:pt x="192664" y="883618"/>
                  </a:lnTo>
                  <a:lnTo>
                    <a:pt x="192701" y="883543"/>
                  </a:lnTo>
                  <a:lnTo>
                    <a:pt x="192699" y="883454"/>
                  </a:lnTo>
                  <a:lnTo>
                    <a:pt x="192694" y="883365"/>
                  </a:lnTo>
                  <a:lnTo>
                    <a:pt x="192678" y="883213"/>
                  </a:lnTo>
                  <a:lnTo>
                    <a:pt x="192674" y="883047"/>
                  </a:lnTo>
                  <a:lnTo>
                    <a:pt x="192673" y="883005"/>
                  </a:lnTo>
                  <a:lnTo>
                    <a:pt x="192660" y="882850"/>
                  </a:lnTo>
                  <a:lnTo>
                    <a:pt x="192654" y="882706"/>
                  </a:lnTo>
                  <a:lnTo>
                    <a:pt x="192657" y="882623"/>
                  </a:lnTo>
                  <a:lnTo>
                    <a:pt x="192661" y="882509"/>
                  </a:lnTo>
                  <a:lnTo>
                    <a:pt x="192663" y="882464"/>
                  </a:lnTo>
                  <a:lnTo>
                    <a:pt x="192670" y="882420"/>
                  </a:lnTo>
                  <a:lnTo>
                    <a:pt x="192725" y="882308"/>
                  </a:lnTo>
                  <a:lnTo>
                    <a:pt x="192750" y="882274"/>
                  </a:lnTo>
                  <a:lnTo>
                    <a:pt x="192898" y="882142"/>
                  </a:lnTo>
                  <a:lnTo>
                    <a:pt x="193120" y="882016"/>
                  </a:lnTo>
                  <a:lnTo>
                    <a:pt x="193381" y="881925"/>
                  </a:lnTo>
                  <a:lnTo>
                    <a:pt x="193529" y="881827"/>
                  </a:lnTo>
                  <a:lnTo>
                    <a:pt x="193863" y="881618"/>
                  </a:lnTo>
                  <a:lnTo>
                    <a:pt x="193952" y="881514"/>
                  </a:lnTo>
                  <a:lnTo>
                    <a:pt x="193959" y="881479"/>
                  </a:lnTo>
                  <a:lnTo>
                    <a:pt x="193989" y="881445"/>
                  </a:lnTo>
                  <a:lnTo>
                    <a:pt x="193996" y="881410"/>
                  </a:lnTo>
                  <a:lnTo>
                    <a:pt x="194119" y="881063"/>
                  </a:lnTo>
                  <a:lnTo>
                    <a:pt x="194149" y="881028"/>
                  </a:lnTo>
                  <a:lnTo>
                    <a:pt x="194156" y="880993"/>
                  </a:lnTo>
                  <a:lnTo>
                    <a:pt x="194252" y="880855"/>
                  </a:lnTo>
                  <a:lnTo>
                    <a:pt x="194259" y="880820"/>
                  </a:lnTo>
                  <a:lnTo>
                    <a:pt x="194289" y="880785"/>
                  </a:lnTo>
                  <a:lnTo>
                    <a:pt x="194296" y="880751"/>
                  </a:lnTo>
                  <a:lnTo>
                    <a:pt x="194393" y="880599"/>
                  </a:lnTo>
                  <a:lnTo>
                    <a:pt x="194407" y="880577"/>
                  </a:lnTo>
                  <a:lnTo>
                    <a:pt x="194511" y="880489"/>
                  </a:lnTo>
                  <a:lnTo>
                    <a:pt x="194545" y="880464"/>
                  </a:lnTo>
                  <a:lnTo>
                    <a:pt x="194607" y="880417"/>
                  </a:lnTo>
                  <a:lnTo>
                    <a:pt x="194895" y="880146"/>
                  </a:lnTo>
                  <a:lnTo>
                    <a:pt x="195007" y="880083"/>
                  </a:lnTo>
                  <a:lnTo>
                    <a:pt x="195155" y="879978"/>
                  </a:lnTo>
                  <a:lnTo>
                    <a:pt x="195259" y="879840"/>
                  </a:lnTo>
                  <a:lnTo>
                    <a:pt x="195314" y="879787"/>
                  </a:lnTo>
                  <a:lnTo>
                    <a:pt x="195333" y="879770"/>
                  </a:lnTo>
                  <a:lnTo>
                    <a:pt x="195362" y="879721"/>
                  </a:lnTo>
                  <a:lnTo>
                    <a:pt x="195510" y="879610"/>
                  </a:lnTo>
                  <a:lnTo>
                    <a:pt x="195845" y="879456"/>
                  </a:lnTo>
                  <a:lnTo>
                    <a:pt x="195883" y="879449"/>
                  </a:lnTo>
                  <a:lnTo>
                    <a:pt x="196068" y="879365"/>
                  </a:lnTo>
                  <a:lnTo>
                    <a:pt x="196135" y="879296"/>
                  </a:lnTo>
                  <a:lnTo>
                    <a:pt x="196409" y="879024"/>
                  </a:lnTo>
                  <a:lnTo>
                    <a:pt x="196653" y="878712"/>
                  </a:lnTo>
                  <a:lnTo>
                    <a:pt x="196683" y="878643"/>
                  </a:lnTo>
                  <a:lnTo>
                    <a:pt x="196666" y="878470"/>
                  </a:lnTo>
                  <a:lnTo>
                    <a:pt x="196604" y="878124"/>
                  </a:lnTo>
                  <a:lnTo>
                    <a:pt x="196610" y="878020"/>
                  </a:lnTo>
                  <a:lnTo>
                    <a:pt x="196712" y="877708"/>
                  </a:lnTo>
                  <a:lnTo>
                    <a:pt x="196735" y="877673"/>
                  </a:lnTo>
                  <a:lnTo>
                    <a:pt x="196809" y="877427"/>
                  </a:lnTo>
                  <a:lnTo>
                    <a:pt x="196844" y="877368"/>
                  </a:lnTo>
                  <a:lnTo>
                    <a:pt x="196902" y="877125"/>
                  </a:lnTo>
                  <a:lnTo>
                    <a:pt x="196924" y="877091"/>
                  </a:lnTo>
                  <a:lnTo>
                    <a:pt x="196931" y="877056"/>
                  </a:lnTo>
                  <a:lnTo>
                    <a:pt x="196954" y="877021"/>
                  </a:lnTo>
                  <a:lnTo>
                    <a:pt x="197094" y="876889"/>
                  </a:lnTo>
                  <a:lnTo>
                    <a:pt x="197280" y="876764"/>
                  </a:lnTo>
                  <a:lnTo>
                    <a:pt x="197302" y="876729"/>
                  </a:lnTo>
                  <a:lnTo>
                    <a:pt x="197339" y="876708"/>
                  </a:lnTo>
                  <a:lnTo>
                    <a:pt x="197525" y="876535"/>
                  </a:lnTo>
                  <a:lnTo>
                    <a:pt x="197537" y="876530"/>
                  </a:lnTo>
                  <a:lnTo>
                    <a:pt x="197562" y="876520"/>
                  </a:lnTo>
                  <a:lnTo>
                    <a:pt x="197592" y="876486"/>
                  </a:lnTo>
                  <a:lnTo>
                    <a:pt x="197622" y="876478"/>
                  </a:lnTo>
                  <a:lnTo>
                    <a:pt x="197815" y="876370"/>
                  </a:lnTo>
                  <a:lnTo>
                    <a:pt x="197807" y="876269"/>
                  </a:lnTo>
                  <a:lnTo>
                    <a:pt x="197854" y="876232"/>
                  </a:lnTo>
                  <a:lnTo>
                    <a:pt x="197918" y="876161"/>
                  </a:lnTo>
                  <a:lnTo>
                    <a:pt x="197932" y="876141"/>
                  </a:lnTo>
                  <a:lnTo>
                    <a:pt x="197940" y="876083"/>
                  </a:lnTo>
                  <a:lnTo>
                    <a:pt x="197910" y="876064"/>
                  </a:lnTo>
                  <a:lnTo>
                    <a:pt x="197864" y="876043"/>
                  </a:lnTo>
                  <a:lnTo>
                    <a:pt x="197822" y="876027"/>
                  </a:lnTo>
                  <a:lnTo>
                    <a:pt x="197740" y="876004"/>
                  </a:lnTo>
                  <a:lnTo>
                    <a:pt x="197665" y="875969"/>
                  </a:lnTo>
                  <a:lnTo>
                    <a:pt x="197586" y="875938"/>
                  </a:lnTo>
                  <a:lnTo>
                    <a:pt x="197535" y="875928"/>
                  </a:lnTo>
                  <a:lnTo>
                    <a:pt x="197466" y="875921"/>
                  </a:lnTo>
                  <a:lnTo>
                    <a:pt x="197406" y="875922"/>
                  </a:lnTo>
                  <a:lnTo>
                    <a:pt x="197320" y="875941"/>
                  </a:lnTo>
                  <a:lnTo>
                    <a:pt x="197263" y="875956"/>
                  </a:lnTo>
                  <a:lnTo>
                    <a:pt x="197217" y="875984"/>
                  </a:lnTo>
                  <a:lnTo>
                    <a:pt x="197205" y="876004"/>
                  </a:lnTo>
                  <a:lnTo>
                    <a:pt x="197173" y="876033"/>
                  </a:lnTo>
                  <a:lnTo>
                    <a:pt x="197134" y="876030"/>
                  </a:lnTo>
                  <a:lnTo>
                    <a:pt x="197085" y="876006"/>
                  </a:lnTo>
                  <a:lnTo>
                    <a:pt x="197058" y="875968"/>
                  </a:lnTo>
                  <a:lnTo>
                    <a:pt x="196990" y="875925"/>
                  </a:lnTo>
                  <a:lnTo>
                    <a:pt x="196963" y="875912"/>
                  </a:lnTo>
                  <a:lnTo>
                    <a:pt x="196936" y="875904"/>
                  </a:lnTo>
                  <a:lnTo>
                    <a:pt x="196903" y="875894"/>
                  </a:lnTo>
                  <a:lnTo>
                    <a:pt x="196861" y="875875"/>
                  </a:lnTo>
                  <a:lnTo>
                    <a:pt x="196821" y="875854"/>
                  </a:lnTo>
                  <a:lnTo>
                    <a:pt x="196797" y="875846"/>
                  </a:lnTo>
                  <a:lnTo>
                    <a:pt x="196731" y="875817"/>
                  </a:lnTo>
                  <a:lnTo>
                    <a:pt x="196652" y="875782"/>
                  </a:lnTo>
                  <a:lnTo>
                    <a:pt x="196604" y="875775"/>
                  </a:lnTo>
                  <a:lnTo>
                    <a:pt x="196559" y="875770"/>
                  </a:lnTo>
                  <a:lnTo>
                    <a:pt x="196529" y="875763"/>
                  </a:lnTo>
                  <a:lnTo>
                    <a:pt x="196469" y="875747"/>
                  </a:lnTo>
                  <a:lnTo>
                    <a:pt x="196408" y="875738"/>
                  </a:lnTo>
                  <a:lnTo>
                    <a:pt x="196324" y="875731"/>
                  </a:lnTo>
                  <a:lnTo>
                    <a:pt x="196220" y="875747"/>
                  </a:lnTo>
                  <a:lnTo>
                    <a:pt x="196170" y="875776"/>
                  </a:lnTo>
                  <a:lnTo>
                    <a:pt x="196117" y="875805"/>
                  </a:lnTo>
                  <a:lnTo>
                    <a:pt x="196093" y="875825"/>
                  </a:lnTo>
                  <a:lnTo>
                    <a:pt x="196064" y="875839"/>
                  </a:lnTo>
                  <a:lnTo>
                    <a:pt x="195998" y="875846"/>
                  </a:lnTo>
                  <a:lnTo>
                    <a:pt x="195965" y="875847"/>
                  </a:lnTo>
                  <a:lnTo>
                    <a:pt x="195867" y="875846"/>
                  </a:lnTo>
                  <a:lnTo>
                    <a:pt x="195834" y="875847"/>
                  </a:lnTo>
                  <a:lnTo>
                    <a:pt x="195730" y="875888"/>
                  </a:lnTo>
                  <a:lnTo>
                    <a:pt x="195700" y="875908"/>
                  </a:lnTo>
                  <a:lnTo>
                    <a:pt x="195621" y="875970"/>
                  </a:lnTo>
                  <a:lnTo>
                    <a:pt x="195545" y="876028"/>
                  </a:lnTo>
                  <a:lnTo>
                    <a:pt x="195452" y="876035"/>
                  </a:lnTo>
                  <a:lnTo>
                    <a:pt x="195386" y="876037"/>
                  </a:lnTo>
                  <a:lnTo>
                    <a:pt x="195342" y="876043"/>
                  </a:lnTo>
                  <a:lnTo>
                    <a:pt x="195270" y="876067"/>
                  </a:lnTo>
                  <a:lnTo>
                    <a:pt x="195214" y="876076"/>
                  </a:lnTo>
                  <a:lnTo>
                    <a:pt x="195187" y="876083"/>
                  </a:lnTo>
                  <a:lnTo>
                    <a:pt x="195131" y="876111"/>
                  </a:lnTo>
                  <a:lnTo>
                    <a:pt x="195079" y="876179"/>
                  </a:lnTo>
                  <a:lnTo>
                    <a:pt x="195047" y="876227"/>
                  </a:lnTo>
                  <a:lnTo>
                    <a:pt x="195027" y="876283"/>
                  </a:lnTo>
                  <a:lnTo>
                    <a:pt x="194969" y="876328"/>
                  </a:lnTo>
                  <a:lnTo>
                    <a:pt x="194915" y="876327"/>
                  </a:lnTo>
                  <a:lnTo>
                    <a:pt x="194879" y="876322"/>
                  </a:lnTo>
                  <a:lnTo>
                    <a:pt x="194842" y="876317"/>
                  </a:lnTo>
                  <a:lnTo>
                    <a:pt x="194785" y="876282"/>
                  </a:lnTo>
                  <a:lnTo>
                    <a:pt x="194742" y="876255"/>
                  </a:lnTo>
                  <a:lnTo>
                    <a:pt x="194712" y="876237"/>
                  </a:lnTo>
                  <a:lnTo>
                    <a:pt x="194669" y="876204"/>
                  </a:lnTo>
                  <a:lnTo>
                    <a:pt x="194624" y="876178"/>
                  </a:lnTo>
                  <a:lnTo>
                    <a:pt x="194557" y="876148"/>
                  </a:lnTo>
                  <a:lnTo>
                    <a:pt x="194500" y="876141"/>
                  </a:lnTo>
                  <a:lnTo>
                    <a:pt x="194416" y="876138"/>
                  </a:lnTo>
                  <a:lnTo>
                    <a:pt x="194356" y="876133"/>
                  </a:lnTo>
                  <a:lnTo>
                    <a:pt x="194311" y="876134"/>
                  </a:lnTo>
                  <a:lnTo>
                    <a:pt x="194270" y="876138"/>
                  </a:lnTo>
                  <a:lnTo>
                    <a:pt x="194231" y="876153"/>
                  </a:lnTo>
                  <a:lnTo>
                    <a:pt x="194204" y="876159"/>
                  </a:lnTo>
                  <a:lnTo>
                    <a:pt x="194124" y="876172"/>
                  </a:lnTo>
                  <a:lnTo>
                    <a:pt x="194034" y="876182"/>
                  </a:lnTo>
                  <a:lnTo>
                    <a:pt x="194002" y="876188"/>
                  </a:lnTo>
                  <a:lnTo>
                    <a:pt x="193957" y="876209"/>
                  </a:lnTo>
                  <a:lnTo>
                    <a:pt x="193913" y="876232"/>
                  </a:lnTo>
                  <a:lnTo>
                    <a:pt x="193878" y="876257"/>
                  </a:lnTo>
                  <a:lnTo>
                    <a:pt x="193784" y="876340"/>
                  </a:lnTo>
                  <a:lnTo>
                    <a:pt x="193735" y="876394"/>
                  </a:lnTo>
                  <a:lnTo>
                    <a:pt x="193705" y="876430"/>
                  </a:lnTo>
                  <a:lnTo>
                    <a:pt x="193681" y="876517"/>
                  </a:lnTo>
                  <a:lnTo>
                    <a:pt x="193679" y="876586"/>
                  </a:lnTo>
                  <a:lnTo>
                    <a:pt x="193680" y="876608"/>
                  </a:lnTo>
                  <a:lnTo>
                    <a:pt x="193706" y="876691"/>
                  </a:lnTo>
                  <a:lnTo>
                    <a:pt x="193677" y="876739"/>
                  </a:lnTo>
                  <a:lnTo>
                    <a:pt x="193669" y="876761"/>
                  </a:lnTo>
                  <a:lnTo>
                    <a:pt x="193652" y="876817"/>
                  </a:lnTo>
                  <a:lnTo>
                    <a:pt x="193671" y="876866"/>
                  </a:lnTo>
                  <a:lnTo>
                    <a:pt x="193687" y="876888"/>
                  </a:lnTo>
                  <a:lnTo>
                    <a:pt x="193700" y="876921"/>
                  </a:lnTo>
                  <a:lnTo>
                    <a:pt x="193710" y="876979"/>
                  </a:lnTo>
                  <a:lnTo>
                    <a:pt x="193634" y="877058"/>
                  </a:lnTo>
                  <a:lnTo>
                    <a:pt x="193593" y="877076"/>
                  </a:lnTo>
                  <a:lnTo>
                    <a:pt x="193558" y="877118"/>
                  </a:lnTo>
                  <a:lnTo>
                    <a:pt x="193529" y="877149"/>
                  </a:lnTo>
                  <a:lnTo>
                    <a:pt x="193502" y="877150"/>
                  </a:lnTo>
                  <a:lnTo>
                    <a:pt x="193457" y="877131"/>
                  </a:lnTo>
                  <a:lnTo>
                    <a:pt x="193438" y="877115"/>
                  </a:lnTo>
                  <a:lnTo>
                    <a:pt x="193387" y="877105"/>
                  </a:lnTo>
                  <a:lnTo>
                    <a:pt x="193351" y="877106"/>
                  </a:lnTo>
                  <a:lnTo>
                    <a:pt x="193316" y="877115"/>
                  </a:lnTo>
                  <a:lnTo>
                    <a:pt x="193256" y="877119"/>
                  </a:lnTo>
                  <a:lnTo>
                    <a:pt x="193226" y="877120"/>
                  </a:lnTo>
                  <a:lnTo>
                    <a:pt x="193202" y="877123"/>
                  </a:lnTo>
                  <a:lnTo>
                    <a:pt x="193174" y="877099"/>
                  </a:lnTo>
                  <a:lnTo>
                    <a:pt x="193153" y="877083"/>
                  </a:lnTo>
                  <a:lnTo>
                    <a:pt x="193093" y="877056"/>
                  </a:lnTo>
                  <a:lnTo>
                    <a:pt x="193044" y="877030"/>
                  </a:lnTo>
                  <a:lnTo>
                    <a:pt x="193002" y="877003"/>
                  </a:lnTo>
                  <a:lnTo>
                    <a:pt x="192962" y="876962"/>
                  </a:lnTo>
                  <a:lnTo>
                    <a:pt x="192922" y="876927"/>
                  </a:lnTo>
                  <a:lnTo>
                    <a:pt x="192879" y="876894"/>
                  </a:lnTo>
                  <a:lnTo>
                    <a:pt x="192815" y="876854"/>
                  </a:lnTo>
                  <a:lnTo>
                    <a:pt x="192782" y="876833"/>
                  </a:lnTo>
                  <a:lnTo>
                    <a:pt x="192751" y="876792"/>
                  </a:lnTo>
                  <a:lnTo>
                    <a:pt x="192726" y="876756"/>
                  </a:lnTo>
                  <a:lnTo>
                    <a:pt x="192695" y="876721"/>
                  </a:lnTo>
                  <a:lnTo>
                    <a:pt x="192637" y="876659"/>
                  </a:lnTo>
                  <a:lnTo>
                    <a:pt x="192579" y="876610"/>
                  </a:lnTo>
                  <a:lnTo>
                    <a:pt x="192557" y="876582"/>
                  </a:lnTo>
                  <a:lnTo>
                    <a:pt x="192526" y="876525"/>
                  </a:lnTo>
                  <a:lnTo>
                    <a:pt x="192500" y="876451"/>
                  </a:lnTo>
                  <a:lnTo>
                    <a:pt x="192485" y="876426"/>
                  </a:lnTo>
                  <a:lnTo>
                    <a:pt x="192468" y="876374"/>
                  </a:lnTo>
                  <a:lnTo>
                    <a:pt x="192449" y="876324"/>
                  </a:lnTo>
                  <a:lnTo>
                    <a:pt x="192442" y="876283"/>
                  </a:lnTo>
                  <a:lnTo>
                    <a:pt x="192420" y="876233"/>
                  </a:lnTo>
                  <a:lnTo>
                    <a:pt x="192398" y="876181"/>
                  </a:lnTo>
                  <a:lnTo>
                    <a:pt x="192379" y="876157"/>
                  </a:lnTo>
                  <a:lnTo>
                    <a:pt x="192364" y="876138"/>
                  </a:lnTo>
                  <a:lnTo>
                    <a:pt x="192342" y="876110"/>
                  </a:lnTo>
                  <a:lnTo>
                    <a:pt x="192312" y="876092"/>
                  </a:lnTo>
                  <a:lnTo>
                    <a:pt x="192272" y="876062"/>
                  </a:lnTo>
                  <a:lnTo>
                    <a:pt x="192232" y="876016"/>
                  </a:lnTo>
                  <a:lnTo>
                    <a:pt x="192219" y="875997"/>
                  </a:lnTo>
                  <a:lnTo>
                    <a:pt x="192192" y="875981"/>
                  </a:lnTo>
                  <a:lnTo>
                    <a:pt x="192137" y="875939"/>
                  </a:lnTo>
                  <a:lnTo>
                    <a:pt x="192113" y="875932"/>
                  </a:lnTo>
                  <a:lnTo>
                    <a:pt x="192003" y="875948"/>
                  </a:lnTo>
                  <a:lnTo>
                    <a:pt x="191746" y="876045"/>
                  </a:lnTo>
                  <a:lnTo>
                    <a:pt x="191446" y="876054"/>
                  </a:lnTo>
                  <a:lnTo>
                    <a:pt x="191114" y="876056"/>
                  </a:lnTo>
                  <a:lnTo>
                    <a:pt x="190837" y="876173"/>
                  </a:lnTo>
                  <a:lnTo>
                    <a:pt x="190599" y="876385"/>
                  </a:lnTo>
                  <a:lnTo>
                    <a:pt x="190412" y="876495"/>
                  </a:lnTo>
                  <a:lnTo>
                    <a:pt x="190129" y="876539"/>
                  </a:lnTo>
                  <a:lnTo>
                    <a:pt x="189781" y="876495"/>
                  </a:lnTo>
                  <a:lnTo>
                    <a:pt x="189472" y="876342"/>
                  </a:lnTo>
                  <a:lnTo>
                    <a:pt x="189228" y="876108"/>
                  </a:lnTo>
                  <a:lnTo>
                    <a:pt x="188912" y="875881"/>
                  </a:lnTo>
                  <a:lnTo>
                    <a:pt x="188706" y="875830"/>
                  </a:lnTo>
                  <a:lnTo>
                    <a:pt x="188545" y="875866"/>
                  </a:lnTo>
                  <a:lnTo>
                    <a:pt x="188506" y="875947"/>
                  </a:lnTo>
                  <a:lnTo>
                    <a:pt x="188506" y="876100"/>
                  </a:lnTo>
                  <a:lnTo>
                    <a:pt x="188551" y="876312"/>
                  </a:lnTo>
                  <a:lnTo>
                    <a:pt x="188551" y="876554"/>
                  </a:lnTo>
                  <a:lnTo>
                    <a:pt x="188545" y="876809"/>
                  </a:lnTo>
                  <a:lnTo>
                    <a:pt x="188429" y="877109"/>
                  </a:lnTo>
                  <a:lnTo>
                    <a:pt x="188197" y="877241"/>
                  </a:lnTo>
                  <a:lnTo>
                    <a:pt x="187985" y="877263"/>
                  </a:lnTo>
                  <a:lnTo>
                    <a:pt x="187716" y="877151"/>
                  </a:lnTo>
                  <a:lnTo>
                    <a:pt x="187259" y="876724"/>
                  </a:lnTo>
                  <a:lnTo>
                    <a:pt x="186903" y="876228"/>
                  </a:lnTo>
                  <a:lnTo>
                    <a:pt x="186588" y="875859"/>
                  </a:lnTo>
                  <a:lnTo>
                    <a:pt x="186375" y="875709"/>
                  </a:lnTo>
                  <a:lnTo>
                    <a:pt x="186202" y="875709"/>
                  </a:lnTo>
                  <a:lnTo>
                    <a:pt x="186029" y="875905"/>
                  </a:lnTo>
                  <a:lnTo>
                    <a:pt x="185867" y="876113"/>
                  </a:lnTo>
                  <a:lnTo>
                    <a:pt x="185765" y="876113"/>
                  </a:lnTo>
                  <a:lnTo>
                    <a:pt x="185359" y="875743"/>
                  </a:lnTo>
                  <a:lnTo>
                    <a:pt x="184759" y="875271"/>
                  </a:lnTo>
                  <a:lnTo>
                    <a:pt x="184583" y="874966"/>
                  </a:lnTo>
                  <a:lnTo>
                    <a:pt x="184312" y="874648"/>
                  </a:lnTo>
                  <a:lnTo>
                    <a:pt x="184167" y="874626"/>
                  </a:lnTo>
                  <a:lnTo>
                    <a:pt x="184018" y="874647"/>
                  </a:lnTo>
                  <a:lnTo>
                    <a:pt x="183884" y="874772"/>
                  </a:lnTo>
                  <a:lnTo>
                    <a:pt x="183793" y="875007"/>
                  </a:lnTo>
                  <a:lnTo>
                    <a:pt x="183714" y="875235"/>
                  </a:lnTo>
                  <a:lnTo>
                    <a:pt x="183628" y="875492"/>
                  </a:lnTo>
                  <a:lnTo>
                    <a:pt x="183573" y="875748"/>
                  </a:lnTo>
                  <a:lnTo>
                    <a:pt x="183482" y="875886"/>
                  </a:lnTo>
                  <a:lnTo>
                    <a:pt x="183360" y="875955"/>
                  </a:lnTo>
                  <a:lnTo>
                    <a:pt x="183006" y="875990"/>
                  </a:lnTo>
                  <a:lnTo>
                    <a:pt x="182439" y="875872"/>
                  </a:lnTo>
                  <a:lnTo>
                    <a:pt x="181898" y="875735"/>
                  </a:lnTo>
                  <a:lnTo>
                    <a:pt x="181733" y="875757"/>
                  </a:lnTo>
                  <a:lnTo>
                    <a:pt x="181568" y="875865"/>
                  </a:lnTo>
                  <a:lnTo>
                    <a:pt x="181301" y="876153"/>
                  </a:lnTo>
                  <a:lnTo>
                    <a:pt x="180996" y="876369"/>
                  </a:lnTo>
                  <a:lnTo>
                    <a:pt x="180806" y="876542"/>
                  </a:lnTo>
                  <a:lnTo>
                    <a:pt x="180692" y="876716"/>
                  </a:lnTo>
                  <a:lnTo>
                    <a:pt x="180673" y="876874"/>
                  </a:lnTo>
                  <a:lnTo>
                    <a:pt x="180658" y="877239"/>
                  </a:lnTo>
                  <a:lnTo>
                    <a:pt x="180641" y="877386"/>
                  </a:lnTo>
                  <a:lnTo>
                    <a:pt x="180552" y="877494"/>
                  </a:lnTo>
                  <a:lnTo>
                    <a:pt x="180323" y="877595"/>
                  </a:lnTo>
                  <a:lnTo>
                    <a:pt x="180075" y="877660"/>
                  </a:lnTo>
                  <a:lnTo>
                    <a:pt x="179599" y="877624"/>
                  </a:lnTo>
                  <a:lnTo>
                    <a:pt x="179313" y="877703"/>
                  </a:lnTo>
                  <a:lnTo>
                    <a:pt x="179093" y="877886"/>
                  </a:lnTo>
                  <a:lnTo>
                    <a:pt x="178900" y="878047"/>
                  </a:lnTo>
                  <a:lnTo>
                    <a:pt x="178768" y="878036"/>
                  </a:lnTo>
                  <a:lnTo>
                    <a:pt x="178453" y="877632"/>
                  </a:lnTo>
                  <a:lnTo>
                    <a:pt x="178046" y="877205"/>
                  </a:lnTo>
                  <a:lnTo>
                    <a:pt x="177681" y="876882"/>
                  </a:lnTo>
                  <a:lnTo>
                    <a:pt x="177386" y="876732"/>
                  </a:lnTo>
                  <a:lnTo>
                    <a:pt x="177213" y="876697"/>
                  </a:lnTo>
                  <a:lnTo>
                    <a:pt x="176969" y="876697"/>
                  </a:lnTo>
                  <a:lnTo>
                    <a:pt x="176817" y="876778"/>
                  </a:lnTo>
                  <a:lnTo>
                    <a:pt x="176786" y="876940"/>
                  </a:lnTo>
                  <a:lnTo>
                    <a:pt x="176776" y="877528"/>
                  </a:lnTo>
                  <a:lnTo>
                    <a:pt x="176685" y="877689"/>
                  </a:lnTo>
                  <a:lnTo>
                    <a:pt x="176492" y="877701"/>
                  </a:lnTo>
                  <a:lnTo>
                    <a:pt x="176024" y="877540"/>
                  </a:lnTo>
                  <a:lnTo>
                    <a:pt x="175404" y="877297"/>
                  </a:lnTo>
                  <a:lnTo>
                    <a:pt x="175018" y="877297"/>
                  </a:lnTo>
                  <a:lnTo>
                    <a:pt x="174754" y="877366"/>
                  </a:lnTo>
                  <a:lnTo>
                    <a:pt x="174490" y="877493"/>
                  </a:lnTo>
                  <a:lnTo>
                    <a:pt x="174358" y="877482"/>
                  </a:lnTo>
                  <a:lnTo>
                    <a:pt x="174286" y="877332"/>
                  </a:lnTo>
                  <a:lnTo>
                    <a:pt x="174297" y="876859"/>
                  </a:lnTo>
                  <a:lnTo>
                    <a:pt x="174236" y="876709"/>
                  </a:lnTo>
                  <a:lnTo>
                    <a:pt x="174002" y="876663"/>
                  </a:lnTo>
                  <a:lnTo>
                    <a:pt x="173189" y="876570"/>
                  </a:lnTo>
                  <a:lnTo>
                    <a:pt x="172254" y="876455"/>
                  </a:lnTo>
                  <a:lnTo>
                    <a:pt x="171888" y="876420"/>
                  </a:lnTo>
                  <a:lnTo>
                    <a:pt x="171451" y="876432"/>
                  </a:lnTo>
                  <a:lnTo>
                    <a:pt x="171050" y="876484"/>
                  </a:lnTo>
                  <a:lnTo>
                    <a:pt x="170465" y="876670"/>
                  </a:lnTo>
                  <a:lnTo>
                    <a:pt x="170202" y="876734"/>
                  </a:lnTo>
                  <a:lnTo>
                    <a:pt x="170186" y="876745"/>
                  </a:lnTo>
                  <a:lnTo>
                    <a:pt x="169649" y="876976"/>
                  </a:lnTo>
                  <a:lnTo>
                    <a:pt x="169348" y="877077"/>
                  </a:lnTo>
                  <a:lnTo>
                    <a:pt x="168901" y="877243"/>
                  </a:lnTo>
                  <a:lnTo>
                    <a:pt x="168560" y="877391"/>
                  </a:lnTo>
                  <a:lnTo>
                    <a:pt x="168259" y="877446"/>
                  </a:lnTo>
                  <a:lnTo>
                    <a:pt x="167999" y="877456"/>
                  </a:lnTo>
                  <a:lnTo>
                    <a:pt x="167722" y="877391"/>
                  </a:lnTo>
                  <a:lnTo>
                    <a:pt x="167373" y="877197"/>
                  </a:lnTo>
                  <a:lnTo>
                    <a:pt x="167129" y="877142"/>
                  </a:lnTo>
                  <a:lnTo>
                    <a:pt x="166706" y="877114"/>
                  </a:lnTo>
                  <a:lnTo>
                    <a:pt x="166261" y="877085"/>
                  </a:lnTo>
                  <a:lnTo>
                    <a:pt x="165893" y="877031"/>
                  </a:lnTo>
                  <a:lnTo>
                    <a:pt x="165625" y="876846"/>
                  </a:lnTo>
                  <a:lnTo>
                    <a:pt x="165479" y="876597"/>
                  </a:lnTo>
                  <a:lnTo>
                    <a:pt x="165373" y="876256"/>
                  </a:lnTo>
                  <a:lnTo>
                    <a:pt x="165373" y="875951"/>
                  </a:lnTo>
                  <a:lnTo>
                    <a:pt x="165357" y="875850"/>
                  </a:lnTo>
                  <a:lnTo>
                    <a:pt x="165194" y="875822"/>
                  </a:lnTo>
                  <a:lnTo>
                    <a:pt x="164828" y="875868"/>
                  </a:lnTo>
                  <a:lnTo>
                    <a:pt x="164552" y="875914"/>
                  </a:lnTo>
                  <a:lnTo>
                    <a:pt x="164422" y="875887"/>
                  </a:lnTo>
                  <a:lnTo>
                    <a:pt x="164235" y="875730"/>
                  </a:lnTo>
                  <a:lnTo>
                    <a:pt x="164015" y="875287"/>
                  </a:lnTo>
                  <a:lnTo>
                    <a:pt x="163885" y="874871"/>
                  </a:lnTo>
                  <a:lnTo>
                    <a:pt x="163747" y="874484"/>
                  </a:lnTo>
                  <a:lnTo>
                    <a:pt x="163560" y="874262"/>
                  </a:lnTo>
                  <a:lnTo>
                    <a:pt x="163097" y="873930"/>
                  </a:lnTo>
                  <a:lnTo>
                    <a:pt x="162641" y="873718"/>
                  </a:lnTo>
                  <a:lnTo>
                    <a:pt x="162414" y="873579"/>
                  </a:lnTo>
                  <a:lnTo>
                    <a:pt x="162300" y="873533"/>
                  </a:lnTo>
                  <a:lnTo>
                    <a:pt x="162178" y="873542"/>
                  </a:lnTo>
                  <a:lnTo>
                    <a:pt x="161901" y="873626"/>
                  </a:lnTo>
                  <a:lnTo>
                    <a:pt x="161609" y="873727"/>
                  </a:lnTo>
                  <a:lnTo>
                    <a:pt x="161316" y="873773"/>
                  </a:lnTo>
                  <a:lnTo>
                    <a:pt x="161121" y="873782"/>
                  </a:lnTo>
                  <a:lnTo>
                    <a:pt x="160763" y="873755"/>
                  </a:lnTo>
                  <a:lnTo>
                    <a:pt x="160568" y="873819"/>
                  </a:lnTo>
                  <a:lnTo>
                    <a:pt x="160194" y="874050"/>
                  </a:lnTo>
                  <a:lnTo>
                    <a:pt x="159739" y="874170"/>
                  </a:lnTo>
                  <a:lnTo>
                    <a:pt x="159381" y="874308"/>
                  </a:lnTo>
                  <a:lnTo>
                    <a:pt x="159032" y="874512"/>
                  </a:lnTo>
                  <a:lnTo>
                    <a:pt x="158715" y="874696"/>
                  </a:lnTo>
                  <a:lnTo>
                    <a:pt x="158454" y="874788"/>
                  </a:lnTo>
                  <a:lnTo>
                    <a:pt x="157910" y="874788"/>
                  </a:lnTo>
                  <a:lnTo>
                    <a:pt x="157503" y="874715"/>
                  </a:lnTo>
                  <a:lnTo>
                    <a:pt x="157170" y="874548"/>
                  </a:lnTo>
                  <a:lnTo>
                    <a:pt x="156877" y="874235"/>
                  </a:lnTo>
                  <a:lnTo>
                    <a:pt x="156617" y="874004"/>
                  </a:lnTo>
                  <a:lnTo>
                    <a:pt x="156398" y="873893"/>
                  </a:lnTo>
                  <a:lnTo>
                    <a:pt x="155942" y="873810"/>
                  </a:lnTo>
                  <a:lnTo>
                    <a:pt x="155682" y="873736"/>
                  </a:lnTo>
                  <a:lnTo>
                    <a:pt x="155446" y="873487"/>
                  </a:lnTo>
                  <a:lnTo>
                    <a:pt x="155137" y="873146"/>
                  </a:lnTo>
                  <a:lnTo>
                    <a:pt x="154698" y="872998"/>
                  </a:lnTo>
                  <a:lnTo>
                    <a:pt x="154186" y="872740"/>
                  </a:lnTo>
                  <a:lnTo>
                    <a:pt x="153739" y="872592"/>
                  </a:lnTo>
                  <a:lnTo>
                    <a:pt x="153414" y="872435"/>
                  </a:lnTo>
                  <a:lnTo>
                    <a:pt x="153032" y="872020"/>
                  </a:lnTo>
                  <a:lnTo>
                    <a:pt x="152715" y="871641"/>
                  </a:lnTo>
                  <a:lnTo>
                    <a:pt x="152398" y="871244"/>
                  </a:lnTo>
                  <a:lnTo>
                    <a:pt x="152048" y="871004"/>
                  </a:lnTo>
                  <a:lnTo>
                    <a:pt x="151703" y="870952"/>
                  </a:lnTo>
                  <a:lnTo>
                    <a:pt x="151484" y="870930"/>
                  </a:lnTo>
                  <a:lnTo>
                    <a:pt x="151220" y="870923"/>
                  </a:lnTo>
                  <a:lnTo>
                    <a:pt x="150988" y="870857"/>
                  </a:lnTo>
                  <a:lnTo>
                    <a:pt x="150476" y="870571"/>
                  </a:lnTo>
                  <a:lnTo>
                    <a:pt x="150146" y="870384"/>
                  </a:lnTo>
                  <a:lnTo>
                    <a:pt x="149803" y="870254"/>
                  </a:lnTo>
                  <a:lnTo>
                    <a:pt x="149435" y="870269"/>
                  </a:lnTo>
                  <a:lnTo>
                    <a:pt x="149231" y="870384"/>
                  </a:lnTo>
                  <a:lnTo>
                    <a:pt x="149092" y="870600"/>
                  </a:lnTo>
                  <a:lnTo>
                    <a:pt x="148888" y="870759"/>
                  </a:lnTo>
                  <a:lnTo>
                    <a:pt x="148609" y="870817"/>
                  </a:lnTo>
                  <a:lnTo>
                    <a:pt x="148392" y="870796"/>
                  </a:lnTo>
                  <a:lnTo>
                    <a:pt x="148246" y="870796"/>
                  </a:lnTo>
                  <a:lnTo>
                    <a:pt x="148132" y="870870"/>
                  </a:lnTo>
                  <a:lnTo>
                    <a:pt x="148018" y="871101"/>
                  </a:lnTo>
                  <a:lnTo>
                    <a:pt x="147913" y="871184"/>
                  </a:lnTo>
                  <a:lnTo>
                    <a:pt x="147799" y="871212"/>
                  </a:lnTo>
                  <a:lnTo>
                    <a:pt x="147604" y="871138"/>
                  </a:lnTo>
                  <a:lnTo>
                    <a:pt x="147360" y="870889"/>
                  </a:lnTo>
                  <a:lnTo>
                    <a:pt x="147027" y="870723"/>
                  </a:lnTo>
                  <a:lnTo>
                    <a:pt x="146579" y="870520"/>
                  </a:lnTo>
                  <a:lnTo>
                    <a:pt x="146010" y="870363"/>
                  </a:lnTo>
                  <a:lnTo>
                    <a:pt x="145344" y="870178"/>
                  </a:lnTo>
                  <a:lnTo>
                    <a:pt x="144962" y="869855"/>
                  </a:lnTo>
                  <a:lnTo>
                    <a:pt x="144815" y="869541"/>
                  </a:lnTo>
                  <a:lnTo>
                    <a:pt x="144685" y="869320"/>
                  </a:lnTo>
                  <a:lnTo>
                    <a:pt x="144165" y="868932"/>
                  </a:lnTo>
                  <a:lnTo>
                    <a:pt x="143799" y="868646"/>
                  </a:lnTo>
                  <a:lnTo>
                    <a:pt x="143409" y="868295"/>
                  </a:lnTo>
                  <a:lnTo>
                    <a:pt x="143067" y="867806"/>
                  </a:lnTo>
                  <a:lnTo>
                    <a:pt x="142945" y="867548"/>
                  </a:lnTo>
                  <a:lnTo>
                    <a:pt x="142815" y="867446"/>
                  </a:lnTo>
                  <a:lnTo>
                    <a:pt x="142645" y="867455"/>
                  </a:lnTo>
                  <a:lnTo>
                    <a:pt x="142222" y="867640"/>
                  </a:lnTo>
                  <a:lnTo>
                    <a:pt x="141775" y="867649"/>
                  </a:lnTo>
                  <a:lnTo>
                    <a:pt x="141441" y="867742"/>
                  </a:lnTo>
                  <a:lnTo>
                    <a:pt x="141027" y="867852"/>
                  </a:lnTo>
                  <a:lnTo>
                    <a:pt x="140165" y="868065"/>
                  </a:lnTo>
                  <a:lnTo>
                    <a:pt x="139694" y="868166"/>
                  </a:lnTo>
                  <a:lnTo>
                    <a:pt x="139507" y="868166"/>
                  </a:lnTo>
                  <a:lnTo>
                    <a:pt x="139271" y="868055"/>
                  </a:lnTo>
                  <a:lnTo>
                    <a:pt x="139136" y="867875"/>
                  </a:lnTo>
                  <a:lnTo>
                    <a:pt x="139024" y="867587"/>
                  </a:lnTo>
                  <a:lnTo>
                    <a:pt x="138973" y="867137"/>
                  </a:lnTo>
                  <a:lnTo>
                    <a:pt x="138800" y="866791"/>
                  </a:lnTo>
                  <a:lnTo>
                    <a:pt x="138536" y="866572"/>
                  </a:lnTo>
                  <a:lnTo>
                    <a:pt x="138079" y="866053"/>
                  </a:lnTo>
                  <a:lnTo>
                    <a:pt x="137784" y="865730"/>
                  </a:lnTo>
                  <a:lnTo>
                    <a:pt x="137611" y="865534"/>
                  </a:lnTo>
                  <a:lnTo>
                    <a:pt x="137306" y="865268"/>
                  </a:lnTo>
                  <a:lnTo>
                    <a:pt x="136849" y="864991"/>
                  </a:lnTo>
                  <a:lnTo>
                    <a:pt x="136666" y="864899"/>
                  </a:lnTo>
                  <a:lnTo>
                    <a:pt x="136565" y="864599"/>
                  </a:lnTo>
                  <a:lnTo>
                    <a:pt x="136504" y="864207"/>
                  </a:lnTo>
                  <a:lnTo>
                    <a:pt x="136310" y="863711"/>
                  </a:lnTo>
                  <a:lnTo>
                    <a:pt x="136067" y="863526"/>
                  </a:lnTo>
                  <a:lnTo>
                    <a:pt x="135538" y="863422"/>
                  </a:lnTo>
                  <a:lnTo>
                    <a:pt x="135101" y="863376"/>
                  </a:lnTo>
                  <a:lnTo>
                    <a:pt x="134542" y="863215"/>
                  </a:lnTo>
                  <a:lnTo>
                    <a:pt x="134400" y="863042"/>
                  </a:lnTo>
                  <a:lnTo>
                    <a:pt x="134339" y="862799"/>
                  </a:lnTo>
                  <a:lnTo>
                    <a:pt x="134187" y="862661"/>
                  </a:lnTo>
                  <a:lnTo>
                    <a:pt x="133994" y="862626"/>
                  </a:lnTo>
                  <a:lnTo>
                    <a:pt x="133739" y="862684"/>
                  </a:lnTo>
                  <a:lnTo>
                    <a:pt x="133485" y="862834"/>
                  </a:lnTo>
                  <a:lnTo>
                    <a:pt x="133221" y="862984"/>
                  </a:lnTo>
                  <a:lnTo>
                    <a:pt x="132886" y="862926"/>
                  </a:lnTo>
                  <a:lnTo>
                    <a:pt x="132347" y="862707"/>
                  </a:lnTo>
                  <a:lnTo>
                    <a:pt x="132012" y="862476"/>
                  </a:lnTo>
                  <a:lnTo>
                    <a:pt x="131900" y="862280"/>
                  </a:lnTo>
                  <a:lnTo>
                    <a:pt x="131788" y="862015"/>
                  </a:lnTo>
                  <a:lnTo>
                    <a:pt x="131737" y="861577"/>
                  </a:lnTo>
                  <a:lnTo>
                    <a:pt x="131656" y="861346"/>
                  </a:lnTo>
                  <a:lnTo>
                    <a:pt x="131219" y="860942"/>
                  </a:lnTo>
                  <a:lnTo>
                    <a:pt x="130991" y="860613"/>
                  </a:lnTo>
                  <a:lnTo>
                    <a:pt x="130904" y="860296"/>
                  </a:lnTo>
                  <a:lnTo>
                    <a:pt x="130935" y="859996"/>
                  </a:lnTo>
                  <a:lnTo>
                    <a:pt x="131229" y="859604"/>
                  </a:lnTo>
                  <a:lnTo>
                    <a:pt x="131605" y="859292"/>
                  </a:lnTo>
                  <a:lnTo>
                    <a:pt x="131839" y="859073"/>
                  </a:lnTo>
                  <a:lnTo>
                    <a:pt x="131880" y="858958"/>
                  </a:lnTo>
                  <a:lnTo>
                    <a:pt x="131798" y="858681"/>
                  </a:lnTo>
                  <a:lnTo>
                    <a:pt x="131636" y="858219"/>
                  </a:lnTo>
                  <a:lnTo>
                    <a:pt x="131583" y="857856"/>
                  </a:lnTo>
                  <a:lnTo>
                    <a:pt x="131607" y="857509"/>
                  </a:lnTo>
                  <a:lnTo>
                    <a:pt x="131908" y="857025"/>
                  </a:lnTo>
                  <a:lnTo>
                    <a:pt x="132111" y="856645"/>
                  </a:lnTo>
                  <a:lnTo>
                    <a:pt x="132132" y="856402"/>
                  </a:lnTo>
                  <a:lnTo>
                    <a:pt x="132081" y="856172"/>
                  </a:lnTo>
                  <a:lnTo>
                    <a:pt x="131888" y="855814"/>
                  </a:lnTo>
                  <a:lnTo>
                    <a:pt x="131573" y="855445"/>
                  </a:lnTo>
                  <a:lnTo>
                    <a:pt x="131359" y="855191"/>
                  </a:lnTo>
                  <a:lnTo>
                    <a:pt x="131054" y="855099"/>
                  </a:lnTo>
                  <a:lnTo>
                    <a:pt x="130750" y="855041"/>
                  </a:lnTo>
                  <a:lnTo>
                    <a:pt x="130445" y="855041"/>
                  </a:lnTo>
                  <a:lnTo>
                    <a:pt x="130191" y="855145"/>
                  </a:lnTo>
                  <a:lnTo>
                    <a:pt x="130058" y="855283"/>
                  </a:lnTo>
                  <a:lnTo>
                    <a:pt x="129967" y="855572"/>
                  </a:lnTo>
                  <a:lnTo>
                    <a:pt x="129987" y="855952"/>
                  </a:lnTo>
                  <a:lnTo>
                    <a:pt x="129987" y="856102"/>
                  </a:lnTo>
                  <a:lnTo>
                    <a:pt x="129886" y="856241"/>
                  </a:lnTo>
                  <a:lnTo>
                    <a:pt x="129500" y="856425"/>
                  </a:lnTo>
                  <a:lnTo>
                    <a:pt x="129144" y="856679"/>
                  </a:lnTo>
                  <a:lnTo>
                    <a:pt x="128754" y="857159"/>
                  </a:lnTo>
                  <a:lnTo>
                    <a:pt x="128595" y="857152"/>
                  </a:lnTo>
                  <a:lnTo>
                    <a:pt x="128331" y="856967"/>
                  </a:lnTo>
                  <a:lnTo>
                    <a:pt x="127996" y="856806"/>
                  </a:lnTo>
                  <a:lnTo>
                    <a:pt x="127571" y="856702"/>
                  </a:lnTo>
                  <a:lnTo>
                    <a:pt x="127094" y="856771"/>
                  </a:lnTo>
                  <a:lnTo>
                    <a:pt x="126687" y="856910"/>
                  </a:lnTo>
                  <a:lnTo>
                    <a:pt x="126311" y="857037"/>
                  </a:lnTo>
                  <a:lnTo>
                    <a:pt x="126037" y="857244"/>
                  </a:lnTo>
                  <a:lnTo>
                    <a:pt x="125864" y="857510"/>
                  </a:lnTo>
                  <a:lnTo>
                    <a:pt x="125640" y="857937"/>
                  </a:lnTo>
                  <a:lnTo>
                    <a:pt x="125315" y="858306"/>
                  </a:lnTo>
                  <a:lnTo>
                    <a:pt x="125153" y="858606"/>
                  </a:lnTo>
                  <a:lnTo>
                    <a:pt x="125061" y="858617"/>
                  </a:lnTo>
                  <a:lnTo>
                    <a:pt x="124716" y="858502"/>
                  </a:lnTo>
                  <a:lnTo>
                    <a:pt x="124096" y="858433"/>
                  </a:lnTo>
                  <a:lnTo>
                    <a:pt x="123273" y="858260"/>
                  </a:lnTo>
                  <a:lnTo>
                    <a:pt x="122907" y="858248"/>
                  </a:lnTo>
                  <a:lnTo>
                    <a:pt x="122450" y="858144"/>
                  </a:lnTo>
                  <a:lnTo>
                    <a:pt x="122206" y="858179"/>
                  </a:lnTo>
                  <a:lnTo>
                    <a:pt x="122053" y="858317"/>
                  </a:lnTo>
                  <a:lnTo>
                    <a:pt x="122023" y="858536"/>
                  </a:lnTo>
                  <a:lnTo>
                    <a:pt x="122053" y="858929"/>
                  </a:lnTo>
                  <a:lnTo>
                    <a:pt x="122134" y="859240"/>
                  </a:lnTo>
                  <a:lnTo>
                    <a:pt x="122378" y="859771"/>
                  </a:lnTo>
                  <a:lnTo>
                    <a:pt x="122358" y="859909"/>
                  </a:lnTo>
                  <a:lnTo>
                    <a:pt x="122246" y="859955"/>
                  </a:lnTo>
                  <a:lnTo>
                    <a:pt x="121870" y="859771"/>
                  </a:lnTo>
                  <a:lnTo>
                    <a:pt x="121393" y="859621"/>
                  </a:lnTo>
                  <a:lnTo>
                    <a:pt x="120844" y="859494"/>
                  </a:lnTo>
                  <a:lnTo>
                    <a:pt x="120580" y="859448"/>
                  </a:lnTo>
                  <a:lnTo>
                    <a:pt x="120295" y="859482"/>
                  </a:lnTo>
                  <a:lnTo>
                    <a:pt x="120031" y="859517"/>
                  </a:lnTo>
                  <a:lnTo>
                    <a:pt x="119899" y="859482"/>
                  </a:lnTo>
                  <a:lnTo>
                    <a:pt x="119635" y="859125"/>
                  </a:lnTo>
                  <a:lnTo>
                    <a:pt x="119401" y="859090"/>
                  </a:lnTo>
                  <a:lnTo>
                    <a:pt x="118761" y="859125"/>
                  </a:lnTo>
                  <a:lnTo>
                    <a:pt x="118181" y="859252"/>
                  </a:lnTo>
                  <a:lnTo>
                    <a:pt x="117724" y="859298"/>
                  </a:lnTo>
                  <a:lnTo>
                    <a:pt x="117084" y="859229"/>
                  </a:lnTo>
                  <a:lnTo>
                    <a:pt x="116545" y="859252"/>
                  </a:lnTo>
                  <a:lnTo>
                    <a:pt x="116332" y="859333"/>
                  </a:lnTo>
                  <a:lnTo>
                    <a:pt x="116291" y="859598"/>
                  </a:lnTo>
                  <a:lnTo>
                    <a:pt x="116230" y="859725"/>
                  </a:lnTo>
                  <a:lnTo>
                    <a:pt x="116007" y="859829"/>
                  </a:lnTo>
                  <a:lnTo>
                    <a:pt x="115702" y="859932"/>
                  </a:lnTo>
                  <a:lnTo>
                    <a:pt x="115285" y="859944"/>
                  </a:lnTo>
                  <a:lnTo>
                    <a:pt x="114818" y="859932"/>
                  </a:lnTo>
                  <a:lnTo>
                    <a:pt x="114147" y="859932"/>
                  </a:lnTo>
                  <a:lnTo>
                    <a:pt x="113812" y="859921"/>
                  </a:lnTo>
                  <a:lnTo>
                    <a:pt x="113527" y="859794"/>
                  </a:lnTo>
                  <a:lnTo>
                    <a:pt x="113171" y="859540"/>
                  </a:lnTo>
                  <a:lnTo>
                    <a:pt x="112988" y="859356"/>
                  </a:lnTo>
                  <a:lnTo>
                    <a:pt x="112938" y="859067"/>
                  </a:lnTo>
                  <a:lnTo>
                    <a:pt x="113100" y="858594"/>
                  </a:lnTo>
                  <a:lnTo>
                    <a:pt x="113314" y="858098"/>
                  </a:lnTo>
                  <a:lnTo>
                    <a:pt x="113344" y="857787"/>
                  </a:lnTo>
                  <a:lnTo>
                    <a:pt x="113283" y="857025"/>
                  </a:lnTo>
                  <a:lnTo>
                    <a:pt x="113405" y="856437"/>
                  </a:lnTo>
                  <a:lnTo>
                    <a:pt x="113578" y="855975"/>
                  </a:lnTo>
                  <a:lnTo>
                    <a:pt x="113649" y="855722"/>
                  </a:lnTo>
                  <a:lnTo>
                    <a:pt x="113578" y="855352"/>
                  </a:lnTo>
                  <a:lnTo>
                    <a:pt x="113314" y="854903"/>
                  </a:lnTo>
                  <a:lnTo>
                    <a:pt x="113019" y="854337"/>
                  </a:lnTo>
                  <a:lnTo>
                    <a:pt x="112816" y="854037"/>
                  </a:lnTo>
                  <a:lnTo>
                    <a:pt x="112430" y="853518"/>
                  </a:lnTo>
                  <a:lnTo>
                    <a:pt x="111779" y="852699"/>
                  </a:lnTo>
                  <a:lnTo>
                    <a:pt x="111281" y="852007"/>
                  </a:lnTo>
                  <a:lnTo>
                    <a:pt x="111119" y="851753"/>
                  </a:lnTo>
                  <a:lnTo>
                    <a:pt x="111077" y="851556"/>
                  </a:lnTo>
                  <a:lnTo>
                    <a:pt x="111071" y="851402"/>
                  </a:lnTo>
                  <a:lnTo>
                    <a:pt x="111078" y="851187"/>
                  </a:lnTo>
                  <a:lnTo>
                    <a:pt x="111074" y="851179"/>
                  </a:lnTo>
                  <a:lnTo>
                    <a:pt x="111088" y="851022"/>
                  </a:lnTo>
                  <a:lnTo>
                    <a:pt x="111088" y="850833"/>
                  </a:lnTo>
                  <a:lnTo>
                    <a:pt x="111085" y="850815"/>
                  </a:lnTo>
                  <a:lnTo>
                    <a:pt x="111056" y="850645"/>
                  </a:lnTo>
                  <a:lnTo>
                    <a:pt x="111045" y="850621"/>
                  </a:lnTo>
                  <a:lnTo>
                    <a:pt x="111018" y="850565"/>
                  </a:lnTo>
                  <a:lnTo>
                    <a:pt x="110909" y="850449"/>
                  </a:lnTo>
                  <a:lnTo>
                    <a:pt x="110647" y="850318"/>
                  </a:lnTo>
                  <a:lnTo>
                    <a:pt x="110251" y="850246"/>
                  </a:lnTo>
                  <a:lnTo>
                    <a:pt x="109906" y="850202"/>
                  </a:lnTo>
                  <a:lnTo>
                    <a:pt x="109465" y="850137"/>
                  </a:lnTo>
                  <a:lnTo>
                    <a:pt x="108915" y="850122"/>
                  </a:lnTo>
                  <a:lnTo>
                    <a:pt x="108596" y="850101"/>
                  </a:lnTo>
                  <a:lnTo>
                    <a:pt x="108385" y="850217"/>
                  </a:lnTo>
                  <a:lnTo>
                    <a:pt x="108342" y="850249"/>
                  </a:lnTo>
                  <a:lnTo>
                    <a:pt x="108270" y="850289"/>
                  </a:lnTo>
                  <a:lnTo>
                    <a:pt x="108247" y="850306"/>
                  </a:lnTo>
                  <a:lnTo>
                    <a:pt x="107983" y="850507"/>
                  </a:lnTo>
                  <a:lnTo>
                    <a:pt x="107909" y="850567"/>
                  </a:lnTo>
                  <a:lnTo>
                    <a:pt x="107716" y="850672"/>
                  </a:lnTo>
                  <a:lnTo>
                    <a:pt x="107644" y="850688"/>
                  </a:lnTo>
                  <a:lnTo>
                    <a:pt x="107518" y="850688"/>
                  </a:lnTo>
                  <a:lnTo>
                    <a:pt x="107401" y="850688"/>
                  </a:lnTo>
                  <a:lnTo>
                    <a:pt x="107187" y="850654"/>
                  </a:lnTo>
                  <a:lnTo>
                    <a:pt x="107126" y="850645"/>
                  </a:lnTo>
                  <a:lnTo>
                    <a:pt x="106884" y="850623"/>
                  </a:lnTo>
                  <a:lnTo>
                    <a:pt x="106846" y="850595"/>
                  </a:lnTo>
                  <a:lnTo>
                    <a:pt x="106641" y="850442"/>
                  </a:lnTo>
                  <a:lnTo>
                    <a:pt x="106475" y="850260"/>
                  </a:lnTo>
                  <a:lnTo>
                    <a:pt x="106211" y="850093"/>
                  </a:lnTo>
                  <a:lnTo>
                    <a:pt x="105893" y="849890"/>
                  </a:lnTo>
                  <a:lnTo>
                    <a:pt x="105433" y="849542"/>
                  </a:lnTo>
                  <a:lnTo>
                    <a:pt x="105353" y="849466"/>
                  </a:lnTo>
                  <a:lnTo>
                    <a:pt x="105273" y="849390"/>
                  </a:lnTo>
                  <a:lnTo>
                    <a:pt x="105018" y="849027"/>
                  </a:lnTo>
                  <a:lnTo>
                    <a:pt x="104807" y="848635"/>
                  </a:lnTo>
                  <a:lnTo>
                    <a:pt x="104794" y="848483"/>
                  </a:lnTo>
                  <a:lnTo>
                    <a:pt x="104864" y="848324"/>
                  </a:lnTo>
                  <a:lnTo>
                    <a:pt x="104887" y="848221"/>
                  </a:lnTo>
                  <a:lnTo>
                    <a:pt x="104862" y="848147"/>
                  </a:lnTo>
                  <a:lnTo>
                    <a:pt x="104794" y="848084"/>
                  </a:lnTo>
                  <a:lnTo>
                    <a:pt x="104634" y="848033"/>
                  </a:lnTo>
                  <a:lnTo>
                    <a:pt x="104627" y="848021"/>
                  </a:lnTo>
                  <a:lnTo>
                    <a:pt x="104615" y="848019"/>
                  </a:lnTo>
                  <a:lnTo>
                    <a:pt x="104558" y="847990"/>
                  </a:lnTo>
                  <a:lnTo>
                    <a:pt x="104551" y="847946"/>
                  </a:lnTo>
                  <a:lnTo>
                    <a:pt x="104564" y="847859"/>
                  </a:lnTo>
                  <a:lnTo>
                    <a:pt x="104628" y="847787"/>
                  </a:lnTo>
                  <a:lnTo>
                    <a:pt x="104756" y="847685"/>
                  </a:lnTo>
                  <a:lnTo>
                    <a:pt x="104792" y="847666"/>
                  </a:lnTo>
                  <a:lnTo>
                    <a:pt x="104826" y="847649"/>
                  </a:lnTo>
                  <a:lnTo>
                    <a:pt x="104823" y="847614"/>
                  </a:lnTo>
                  <a:lnTo>
                    <a:pt x="104820" y="847576"/>
                  </a:lnTo>
                  <a:lnTo>
                    <a:pt x="104737" y="847482"/>
                  </a:lnTo>
                  <a:lnTo>
                    <a:pt x="104596" y="847352"/>
                  </a:lnTo>
                  <a:lnTo>
                    <a:pt x="104545" y="847252"/>
                  </a:lnTo>
                  <a:lnTo>
                    <a:pt x="104487" y="847141"/>
                  </a:lnTo>
                  <a:lnTo>
                    <a:pt x="104386" y="846893"/>
                  </a:lnTo>
                  <a:lnTo>
                    <a:pt x="104296" y="846670"/>
                  </a:lnTo>
                  <a:lnTo>
                    <a:pt x="104275" y="846577"/>
                  </a:lnTo>
                  <a:lnTo>
                    <a:pt x="104251" y="846474"/>
                  </a:lnTo>
                  <a:lnTo>
                    <a:pt x="104270" y="846314"/>
                  </a:lnTo>
                  <a:lnTo>
                    <a:pt x="104334" y="846176"/>
                  </a:lnTo>
                  <a:lnTo>
                    <a:pt x="104475" y="846039"/>
                  </a:lnTo>
                  <a:lnTo>
                    <a:pt x="104477" y="846033"/>
                  </a:lnTo>
                  <a:lnTo>
                    <a:pt x="104513" y="845937"/>
                  </a:lnTo>
                  <a:lnTo>
                    <a:pt x="104494" y="845778"/>
                  </a:lnTo>
                  <a:lnTo>
                    <a:pt x="104392" y="845632"/>
                  </a:lnTo>
                  <a:lnTo>
                    <a:pt x="104257" y="845509"/>
                  </a:lnTo>
                  <a:lnTo>
                    <a:pt x="104091" y="845393"/>
                  </a:lnTo>
                  <a:lnTo>
                    <a:pt x="104014" y="845341"/>
                  </a:lnTo>
                  <a:lnTo>
                    <a:pt x="103900" y="845263"/>
                  </a:lnTo>
                  <a:lnTo>
                    <a:pt x="103836" y="845146"/>
                  </a:lnTo>
                  <a:lnTo>
                    <a:pt x="103842" y="845016"/>
                  </a:lnTo>
                  <a:lnTo>
                    <a:pt x="103853" y="844888"/>
                  </a:lnTo>
                  <a:lnTo>
                    <a:pt x="103856" y="844870"/>
                  </a:lnTo>
                  <a:lnTo>
                    <a:pt x="103976" y="844777"/>
                  </a:lnTo>
                  <a:lnTo>
                    <a:pt x="104424" y="844704"/>
                  </a:lnTo>
                  <a:lnTo>
                    <a:pt x="104788" y="844573"/>
                  </a:lnTo>
                  <a:lnTo>
                    <a:pt x="105428" y="844329"/>
                  </a:lnTo>
                  <a:lnTo>
                    <a:pt x="105513" y="844262"/>
                  </a:lnTo>
                  <a:lnTo>
                    <a:pt x="105547" y="844174"/>
                  </a:lnTo>
                  <a:lnTo>
                    <a:pt x="105496" y="844058"/>
                  </a:lnTo>
                  <a:lnTo>
                    <a:pt x="105326" y="843894"/>
                  </a:lnTo>
                  <a:lnTo>
                    <a:pt x="105266" y="843797"/>
                  </a:lnTo>
                  <a:lnTo>
                    <a:pt x="105291" y="843710"/>
                  </a:lnTo>
                  <a:lnTo>
                    <a:pt x="105419" y="843623"/>
                  </a:lnTo>
                  <a:lnTo>
                    <a:pt x="105624" y="843546"/>
                  </a:lnTo>
                  <a:lnTo>
                    <a:pt x="106053" y="843514"/>
                  </a:lnTo>
                  <a:lnTo>
                    <a:pt x="106087" y="843522"/>
                  </a:lnTo>
                  <a:lnTo>
                    <a:pt x="106280" y="843512"/>
                  </a:lnTo>
                  <a:lnTo>
                    <a:pt x="106373" y="843507"/>
                  </a:lnTo>
                  <a:lnTo>
                    <a:pt x="106663" y="843503"/>
                  </a:lnTo>
                  <a:lnTo>
                    <a:pt x="106996" y="843452"/>
                  </a:lnTo>
                  <a:lnTo>
                    <a:pt x="107162" y="843438"/>
                  </a:lnTo>
                  <a:lnTo>
                    <a:pt x="107264" y="843387"/>
                  </a:lnTo>
                  <a:lnTo>
                    <a:pt x="107296" y="843256"/>
                  </a:lnTo>
                  <a:lnTo>
                    <a:pt x="107276" y="843091"/>
                  </a:lnTo>
                  <a:lnTo>
                    <a:pt x="107251" y="842886"/>
                  </a:lnTo>
                  <a:lnTo>
                    <a:pt x="107251" y="842863"/>
                  </a:lnTo>
                  <a:lnTo>
                    <a:pt x="107235" y="842011"/>
                  </a:lnTo>
                  <a:lnTo>
                    <a:pt x="107233" y="841947"/>
                  </a:lnTo>
                  <a:lnTo>
                    <a:pt x="107232" y="841885"/>
                  </a:lnTo>
                  <a:lnTo>
                    <a:pt x="107168" y="841189"/>
                  </a:lnTo>
                  <a:lnTo>
                    <a:pt x="107147" y="841064"/>
                  </a:lnTo>
                  <a:lnTo>
                    <a:pt x="107140" y="841026"/>
                  </a:lnTo>
                  <a:lnTo>
                    <a:pt x="107105" y="840821"/>
                  </a:lnTo>
                  <a:lnTo>
                    <a:pt x="107085" y="840541"/>
                  </a:lnTo>
                  <a:lnTo>
                    <a:pt x="107045" y="840381"/>
                  </a:lnTo>
                  <a:lnTo>
                    <a:pt x="107057" y="840268"/>
                  </a:lnTo>
                  <a:lnTo>
                    <a:pt x="107208" y="840155"/>
                  </a:lnTo>
                  <a:lnTo>
                    <a:pt x="107529" y="840060"/>
                  </a:lnTo>
                  <a:lnTo>
                    <a:pt x="108054" y="840083"/>
                  </a:lnTo>
                  <a:lnTo>
                    <a:pt x="108123" y="840113"/>
                  </a:lnTo>
                  <a:lnTo>
                    <a:pt x="108519" y="840289"/>
                  </a:lnTo>
                  <a:lnTo>
                    <a:pt x="109084" y="840450"/>
                  </a:lnTo>
                  <a:lnTo>
                    <a:pt x="109303" y="840470"/>
                  </a:lnTo>
                  <a:lnTo>
                    <a:pt x="109326" y="840472"/>
                  </a:lnTo>
                  <a:lnTo>
                    <a:pt x="109528" y="840358"/>
                  </a:lnTo>
                  <a:lnTo>
                    <a:pt x="109589" y="840037"/>
                  </a:lnTo>
                  <a:lnTo>
                    <a:pt x="109407" y="839555"/>
                  </a:lnTo>
                  <a:lnTo>
                    <a:pt x="108902" y="839097"/>
                  </a:lnTo>
                  <a:lnTo>
                    <a:pt x="108599" y="838822"/>
                  </a:lnTo>
                  <a:lnTo>
                    <a:pt x="108399" y="838624"/>
                  </a:lnTo>
                  <a:lnTo>
                    <a:pt x="108330" y="838556"/>
                  </a:lnTo>
                  <a:lnTo>
                    <a:pt x="108135" y="838363"/>
                  </a:lnTo>
                  <a:lnTo>
                    <a:pt x="107913" y="838134"/>
                  </a:lnTo>
                  <a:lnTo>
                    <a:pt x="107792" y="837492"/>
                  </a:lnTo>
                  <a:lnTo>
                    <a:pt x="107751" y="837217"/>
                  </a:lnTo>
                  <a:lnTo>
                    <a:pt x="107590" y="836919"/>
                  </a:lnTo>
                  <a:lnTo>
                    <a:pt x="107475" y="836828"/>
                  </a:lnTo>
                  <a:lnTo>
                    <a:pt x="107436" y="836797"/>
                  </a:lnTo>
                  <a:lnTo>
                    <a:pt x="107388" y="836759"/>
                  </a:lnTo>
                  <a:lnTo>
                    <a:pt x="106944" y="836552"/>
                  </a:lnTo>
                  <a:lnTo>
                    <a:pt x="106661" y="836369"/>
                  </a:lnTo>
                  <a:lnTo>
                    <a:pt x="106501" y="836078"/>
                  </a:lnTo>
                  <a:lnTo>
                    <a:pt x="106459" y="836002"/>
                  </a:lnTo>
                  <a:lnTo>
                    <a:pt x="106176" y="835452"/>
                  </a:lnTo>
                  <a:lnTo>
                    <a:pt x="106095" y="835062"/>
                  </a:lnTo>
                  <a:lnTo>
                    <a:pt x="106116" y="834897"/>
                  </a:lnTo>
                  <a:lnTo>
                    <a:pt x="106133" y="834753"/>
                  </a:lnTo>
                  <a:lnTo>
                    <a:pt x="106209" y="834392"/>
                  </a:lnTo>
                  <a:lnTo>
                    <a:pt x="106278" y="834269"/>
                  </a:lnTo>
                  <a:lnTo>
                    <a:pt x="106421" y="834013"/>
                  </a:lnTo>
                  <a:lnTo>
                    <a:pt x="106662" y="833665"/>
                  </a:lnTo>
                  <a:lnTo>
                    <a:pt x="106754" y="833532"/>
                  </a:lnTo>
                  <a:lnTo>
                    <a:pt x="106997" y="833016"/>
                  </a:lnTo>
                  <a:lnTo>
                    <a:pt x="107315" y="832707"/>
                  </a:lnTo>
                  <a:lnTo>
                    <a:pt x="107739" y="832500"/>
                  </a:lnTo>
                  <a:lnTo>
                    <a:pt x="107996" y="832277"/>
                  </a:lnTo>
                  <a:lnTo>
                    <a:pt x="108076" y="831823"/>
                  </a:lnTo>
                  <a:lnTo>
                    <a:pt x="108087" y="831761"/>
                  </a:lnTo>
                  <a:lnTo>
                    <a:pt x="108005" y="831239"/>
                  </a:lnTo>
                  <a:lnTo>
                    <a:pt x="107966" y="830987"/>
                  </a:lnTo>
                  <a:lnTo>
                    <a:pt x="107814" y="830592"/>
                  </a:lnTo>
                  <a:lnTo>
                    <a:pt x="107809" y="830576"/>
                  </a:lnTo>
                  <a:lnTo>
                    <a:pt x="107742" y="830385"/>
                  </a:lnTo>
                  <a:lnTo>
                    <a:pt x="107643" y="830230"/>
                  </a:lnTo>
                  <a:lnTo>
                    <a:pt x="107640" y="830225"/>
                  </a:lnTo>
                  <a:lnTo>
                    <a:pt x="107637" y="830221"/>
                  </a:lnTo>
                  <a:lnTo>
                    <a:pt x="107635" y="830216"/>
                  </a:lnTo>
                  <a:lnTo>
                    <a:pt x="107633" y="830211"/>
                  </a:lnTo>
                  <a:lnTo>
                    <a:pt x="107631" y="830206"/>
                  </a:lnTo>
                  <a:lnTo>
                    <a:pt x="107629" y="830201"/>
                  </a:lnTo>
                  <a:lnTo>
                    <a:pt x="107628" y="830196"/>
                  </a:lnTo>
                  <a:lnTo>
                    <a:pt x="107608" y="830167"/>
                  </a:lnTo>
                  <a:lnTo>
                    <a:pt x="107347" y="829832"/>
                  </a:lnTo>
                  <a:lnTo>
                    <a:pt x="107120" y="829471"/>
                  </a:lnTo>
                  <a:lnTo>
                    <a:pt x="107018" y="829277"/>
                  </a:lnTo>
                  <a:lnTo>
                    <a:pt x="107018" y="829152"/>
                  </a:lnTo>
                  <a:lnTo>
                    <a:pt x="107050" y="829070"/>
                  </a:lnTo>
                  <a:lnTo>
                    <a:pt x="107130" y="828974"/>
                  </a:lnTo>
                  <a:lnTo>
                    <a:pt x="107211" y="828877"/>
                  </a:lnTo>
                  <a:lnTo>
                    <a:pt x="107279" y="828749"/>
                  </a:lnTo>
                  <a:lnTo>
                    <a:pt x="107245" y="828491"/>
                  </a:lnTo>
                  <a:lnTo>
                    <a:pt x="107212" y="828453"/>
                  </a:lnTo>
                  <a:lnTo>
                    <a:pt x="107165" y="828401"/>
                  </a:lnTo>
                  <a:lnTo>
                    <a:pt x="107143" y="828375"/>
                  </a:lnTo>
                  <a:lnTo>
                    <a:pt x="106915" y="828310"/>
                  </a:lnTo>
                  <a:lnTo>
                    <a:pt x="106722" y="828271"/>
                  </a:lnTo>
                  <a:lnTo>
                    <a:pt x="106698" y="828271"/>
                  </a:lnTo>
                  <a:lnTo>
                    <a:pt x="106602" y="828235"/>
                  </a:lnTo>
                  <a:lnTo>
                    <a:pt x="106532" y="828155"/>
                  </a:lnTo>
                  <a:lnTo>
                    <a:pt x="106500" y="828068"/>
                  </a:lnTo>
                  <a:lnTo>
                    <a:pt x="106497" y="828054"/>
                  </a:lnTo>
                  <a:lnTo>
                    <a:pt x="106495" y="828047"/>
                  </a:lnTo>
                  <a:lnTo>
                    <a:pt x="106449" y="827829"/>
                  </a:lnTo>
                  <a:lnTo>
                    <a:pt x="106525" y="827532"/>
                  </a:lnTo>
                  <a:lnTo>
                    <a:pt x="106519" y="827437"/>
                  </a:lnTo>
                  <a:lnTo>
                    <a:pt x="106476" y="827334"/>
                  </a:lnTo>
                  <a:lnTo>
                    <a:pt x="106474" y="827328"/>
                  </a:lnTo>
                  <a:lnTo>
                    <a:pt x="106365" y="827191"/>
                  </a:lnTo>
                  <a:lnTo>
                    <a:pt x="106321" y="827125"/>
                  </a:lnTo>
                  <a:lnTo>
                    <a:pt x="106091" y="827019"/>
                  </a:lnTo>
                  <a:lnTo>
                    <a:pt x="105961" y="826943"/>
                  </a:lnTo>
                  <a:lnTo>
                    <a:pt x="105734" y="826731"/>
                  </a:lnTo>
                  <a:lnTo>
                    <a:pt x="105634" y="826644"/>
                  </a:lnTo>
                  <a:lnTo>
                    <a:pt x="105438" y="826431"/>
                  </a:lnTo>
                  <a:lnTo>
                    <a:pt x="105148" y="826093"/>
                  </a:lnTo>
                  <a:lnTo>
                    <a:pt x="104918" y="825667"/>
                  </a:lnTo>
                  <a:lnTo>
                    <a:pt x="104850" y="825474"/>
                  </a:lnTo>
                  <a:lnTo>
                    <a:pt x="104849" y="825464"/>
                  </a:lnTo>
                  <a:lnTo>
                    <a:pt x="104847" y="825437"/>
                  </a:lnTo>
                  <a:lnTo>
                    <a:pt x="104825" y="825164"/>
                  </a:lnTo>
                  <a:lnTo>
                    <a:pt x="104680" y="824778"/>
                  </a:lnTo>
                  <a:lnTo>
                    <a:pt x="104364" y="824284"/>
                  </a:lnTo>
                  <a:lnTo>
                    <a:pt x="104075" y="823965"/>
                  </a:lnTo>
                  <a:lnTo>
                    <a:pt x="103853" y="823723"/>
                  </a:lnTo>
                  <a:lnTo>
                    <a:pt x="103829" y="823380"/>
                  </a:lnTo>
                  <a:lnTo>
                    <a:pt x="103828" y="823366"/>
                  </a:lnTo>
                  <a:lnTo>
                    <a:pt x="103839" y="823294"/>
                  </a:lnTo>
                  <a:lnTo>
                    <a:pt x="103904" y="822892"/>
                  </a:lnTo>
                  <a:lnTo>
                    <a:pt x="104058" y="822592"/>
                  </a:lnTo>
                  <a:lnTo>
                    <a:pt x="104176" y="822286"/>
                  </a:lnTo>
                  <a:lnTo>
                    <a:pt x="104175" y="822272"/>
                  </a:lnTo>
                  <a:lnTo>
                    <a:pt x="104160" y="822117"/>
                  </a:lnTo>
                  <a:lnTo>
                    <a:pt x="104110" y="822101"/>
                  </a:lnTo>
                  <a:lnTo>
                    <a:pt x="103998" y="822044"/>
                  </a:lnTo>
                  <a:lnTo>
                    <a:pt x="103754" y="821859"/>
                  </a:lnTo>
                  <a:lnTo>
                    <a:pt x="103246" y="821282"/>
                  </a:lnTo>
                  <a:lnTo>
                    <a:pt x="102949" y="821002"/>
                  </a:lnTo>
                  <a:lnTo>
                    <a:pt x="102848" y="820865"/>
                  </a:lnTo>
                  <a:lnTo>
                    <a:pt x="102743" y="820765"/>
                  </a:lnTo>
                  <a:lnTo>
                    <a:pt x="102692" y="820696"/>
                  </a:lnTo>
                  <a:lnTo>
                    <a:pt x="102583" y="820675"/>
                  </a:lnTo>
                  <a:lnTo>
                    <a:pt x="102566" y="820676"/>
                  </a:lnTo>
                  <a:lnTo>
                    <a:pt x="102549" y="820676"/>
                  </a:lnTo>
                  <a:lnTo>
                    <a:pt x="102528" y="820674"/>
                  </a:lnTo>
                  <a:lnTo>
                    <a:pt x="102506" y="820672"/>
                  </a:lnTo>
                  <a:lnTo>
                    <a:pt x="102459" y="820666"/>
                  </a:lnTo>
                  <a:lnTo>
                    <a:pt x="102436" y="820663"/>
                  </a:lnTo>
                  <a:lnTo>
                    <a:pt x="102412" y="820658"/>
                  </a:lnTo>
                  <a:lnTo>
                    <a:pt x="102395" y="820653"/>
                  </a:lnTo>
                  <a:lnTo>
                    <a:pt x="102199" y="820595"/>
                  </a:lnTo>
                  <a:lnTo>
                    <a:pt x="101844" y="820273"/>
                  </a:lnTo>
                  <a:lnTo>
                    <a:pt x="101381" y="819661"/>
                  </a:lnTo>
                  <a:lnTo>
                    <a:pt x="101282" y="819513"/>
                  </a:lnTo>
                  <a:lnTo>
                    <a:pt x="100712" y="818895"/>
                  </a:lnTo>
                  <a:lnTo>
                    <a:pt x="99843" y="818220"/>
                  </a:lnTo>
                  <a:lnTo>
                    <a:pt x="99239" y="817764"/>
                  </a:lnTo>
                  <a:lnTo>
                    <a:pt x="98654" y="817643"/>
                  </a:lnTo>
                  <a:lnTo>
                    <a:pt x="98451" y="817447"/>
                  </a:lnTo>
                  <a:lnTo>
                    <a:pt x="98363" y="817294"/>
                  </a:lnTo>
                  <a:lnTo>
                    <a:pt x="98176" y="817075"/>
                  </a:lnTo>
                  <a:lnTo>
                    <a:pt x="98076" y="816987"/>
                  </a:lnTo>
                  <a:lnTo>
                    <a:pt x="97847" y="816886"/>
                  </a:lnTo>
                  <a:lnTo>
                    <a:pt x="97628" y="816681"/>
                  </a:lnTo>
                  <a:lnTo>
                    <a:pt x="97662" y="816589"/>
                  </a:lnTo>
                  <a:lnTo>
                    <a:pt x="97643" y="816446"/>
                  </a:lnTo>
                  <a:lnTo>
                    <a:pt x="97412" y="816373"/>
                  </a:lnTo>
                  <a:lnTo>
                    <a:pt x="97184" y="816355"/>
                  </a:lnTo>
                  <a:lnTo>
                    <a:pt x="96963" y="816286"/>
                  </a:lnTo>
                  <a:lnTo>
                    <a:pt x="96797" y="816256"/>
                  </a:lnTo>
                  <a:lnTo>
                    <a:pt x="96634" y="816184"/>
                  </a:lnTo>
                  <a:lnTo>
                    <a:pt x="96451" y="816018"/>
                  </a:lnTo>
                  <a:lnTo>
                    <a:pt x="96167" y="815790"/>
                  </a:lnTo>
                  <a:lnTo>
                    <a:pt x="96099" y="815735"/>
                  </a:lnTo>
                  <a:lnTo>
                    <a:pt x="95613" y="815390"/>
                  </a:lnTo>
                  <a:lnTo>
                    <a:pt x="95462" y="815283"/>
                  </a:lnTo>
                  <a:lnTo>
                    <a:pt x="95314" y="815191"/>
                  </a:lnTo>
                  <a:lnTo>
                    <a:pt x="95054" y="815030"/>
                  </a:lnTo>
                  <a:lnTo>
                    <a:pt x="94985" y="814987"/>
                  </a:lnTo>
                  <a:lnTo>
                    <a:pt x="94863" y="814965"/>
                  </a:lnTo>
                  <a:lnTo>
                    <a:pt x="94770" y="814948"/>
                  </a:lnTo>
                  <a:lnTo>
                    <a:pt x="94707" y="814979"/>
                  </a:lnTo>
                  <a:lnTo>
                    <a:pt x="94508" y="815077"/>
                  </a:lnTo>
                  <a:lnTo>
                    <a:pt x="94173" y="815204"/>
                  </a:lnTo>
                  <a:lnTo>
                    <a:pt x="94168" y="815206"/>
                  </a:lnTo>
                  <a:lnTo>
                    <a:pt x="93906" y="815219"/>
                  </a:lnTo>
                  <a:lnTo>
                    <a:pt x="93781" y="815154"/>
                  </a:lnTo>
                  <a:lnTo>
                    <a:pt x="93531" y="814767"/>
                  </a:lnTo>
                  <a:lnTo>
                    <a:pt x="93202" y="814510"/>
                  </a:lnTo>
                  <a:lnTo>
                    <a:pt x="93172" y="814493"/>
                  </a:lnTo>
                  <a:lnTo>
                    <a:pt x="92837" y="814314"/>
                  </a:lnTo>
                  <a:lnTo>
                    <a:pt x="92793" y="814290"/>
                  </a:lnTo>
                  <a:lnTo>
                    <a:pt x="92761" y="814283"/>
                  </a:lnTo>
                  <a:lnTo>
                    <a:pt x="92339" y="814187"/>
                  </a:lnTo>
                  <a:lnTo>
                    <a:pt x="91907" y="814071"/>
                  </a:lnTo>
                  <a:lnTo>
                    <a:pt x="91419" y="813981"/>
                  </a:lnTo>
                  <a:lnTo>
                    <a:pt x="91066" y="813981"/>
                  </a:lnTo>
                  <a:lnTo>
                    <a:pt x="90533" y="814058"/>
                  </a:lnTo>
                  <a:lnTo>
                    <a:pt x="90044" y="814123"/>
                  </a:lnTo>
                  <a:lnTo>
                    <a:pt x="89907" y="814166"/>
                  </a:lnTo>
                  <a:lnTo>
                    <a:pt x="89858" y="814166"/>
                  </a:lnTo>
                  <a:lnTo>
                    <a:pt x="89590" y="814226"/>
                  </a:lnTo>
                  <a:lnTo>
                    <a:pt x="89340" y="814394"/>
                  </a:lnTo>
                  <a:lnTo>
                    <a:pt x="89113" y="814458"/>
                  </a:lnTo>
                  <a:lnTo>
                    <a:pt x="88885" y="814458"/>
                  </a:lnTo>
                  <a:lnTo>
                    <a:pt x="88670" y="814316"/>
                  </a:lnTo>
                  <a:lnTo>
                    <a:pt x="88607" y="814252"/>
                  </a:lnTo>
                  <a:lnTo>
                    <a:pt x="88455" y="814103"/>
                  </a:lnTo>
                  <a:lnTo>
                    <a:pt x="88358" y="814036"/>
                  </a:lnTo>
                  <a:lnTo>
                    <a:pt x="88272" y="813994"/>
                  </a:lnTo>
                  <a:lnTo>
                    <a:pt x="87920" y="813981"/>
                  </a:lnTo>
                  <a:lnTo>
                    <a:pt x="87894" y="813982"/>
                  </a:lnTo>
                  <a:lnTo>
                    <a:pt x="87568" y="813994"/>
                  </a:lnTo>
                  <a:lnTo>
                    <a:pt x="87182" y="813968"/>
                  </a:lnTo>
                  <a:lnTo>
                    <a:pt x="87000" y="813916"/>
                  </a:lnTo>
                  <a:lnTo>
                    <a:pt x="86875" y="813916"/>
                  </a:lnTo>
                  <a:lnTo>
                    <a:pt x="86849" y="813974"/>
                  </a:lnTo>
                  <a:lnTo>
                    <a:pt x="86818" y="814045"/>
                  </a:lnTo>
                  <a:lnTo>
                    <a:pt x="86809" y="814096"/>
                  </a:lnTo>
                  <a:lnTo>
                    <a:pt x="86773" y="814290"/>
                  </a:lnTo>
                  <a:lnTo>
                    <a:pt x="86727" y="814535"/>
                  </a:lnTo>
                  <a:lnTo>
                    <a:pt x="86708" y="814613"/>
                  </a:lnTo>
                  <a:lnTo>
                    <a:pt x="86659" y="814806"/>
                  </a:lnTo>
                  <a:lnTo>
                    <a:pt x="86693" y="814962"/>
                  </a:lnTo>
                  <a:lnTo>
                    <a:pt x="86704" y="815012"/>
                  </a:lnTo>
                  <a:lnTo>
                    <a:pt x="86773" y="815541"/>
                  </a:lnTo>
                  <a:lnTo>
                    <a:pt x="86704" y="815889"/>
                  </a:lnTo>
                  <a:lnTo>
                    <a:pt x="86602" y="816096"/>
                  </a:lnTo>
                  <a:lnTo>
                    <a:pt x="86409" y="816160"/>
                  </a:lnTo>
                  <a:lnTo>
                    <a:pt x="86182" y="816134"/>
                  </a:lnTo>
                  <a:lnTo>
                    <a:pt x="85864" y="815993"/>
                  </a:lnTo>
                  <a:lnTo>
                    <a:pt x="85569" y="815722"/>
                  </a:lnTo>
                  <a:lnTo>
                    <a:pt x="85530" y="815502"/>
                  </a:lnTo>
                  <a:lnTo>
                    <a:pt x="85446" y="815319"/>
                  </a:lnTo>
                  <a:lnTo>
                    <a:pt x="85103" y="815386"/>
                  </a:lnTo>
                  <a:lnTo>
                    <a:pt x="84785" y="815567"/>
                  </a:lnTo>
                  <a:lnTo>
                    <a:pt x="84399" y="815941"/>
                  </a:lnTo>
                  <a:lnTo>
                    <a:pt x="84126" y="816250"/>
                  </a:lnTo>
                  <a:lnTo>
                    <a:pt x="83910" y="816366"/>
                  </a:lnTo>
                  <a:lnTo>
                    <a:pt x="83592" y="816341"/>
                  </a:lnTo>
                  <a:lnTo>
                    <a:pt x="83285" y="816225"/>
                  </a:lnTo>
                  <a:lnTo>
                    <a:pt x="83282" y="816220"/>
                  </a:lnTo>
                  <a:lnTo>
                    <a:pt x="83115" y="815993"/>
                  </a:lnTo>
                  <a:lnTo>
                    <a:pt x="82888" y="815515"/>
                  </a:lnTo>
                  <a:lnTo>
                    <a:pt x="82801" y="815182"/>
                  </a:lnTo>
                  <a:lnTo>
                    <a:pt x="82763" y="815038"/>
                  </a:lnTo>
                  <a:lnTo>
                    <a:pt x="82536" y="814574"/>
                  </a:lnTo>
                  <a:lnTo>
                    <a:pt x="82297" y="814123"/>
                  </a:lnTo>
                  <a:lnTo>
                    <a:pt x="82061" y="813585"/>
                  </a:lnTo>
                  <a:lnTo>
                    <a:pt x="82004" y="813356"/>
                  </a:lnTo>
                  <a:lnTo>
                    <a:pt x="81993" y="812866"/>
                  </a:lnTo>
                  <a:lnTo>
                    <a:pt x="82003" y="812706"/>
                  </a:lnTo>
                  <a:lnTo>
                    <a:pt x="82011" y="812581"/>
                  </a:lnTo>
                  <a:lnTo>
                    <a:pt x="82016" y="812505"/>
                  </a:lnTo>
                  <a:lnTo>
                    <a:pt x="82084" y="812080"/>
                  </a:lnTo>
                  <a:lnTo>
                    <a:pt x="82175" y="811886"/>
                  </a:lnTo>
                  <a:lnTo>
                    <a:pt x="82181" y="811866"/>
                  </a:lnTo>
                  <a:lnTo>
                    <a:pt x="82319" y="811403"/>
                  </a:lnTo>
                  <a:lnTo>
                    <a:pt x="82379" y="811203"/>
                  </a:lnTo>
                  <a:lnTo>
                    <a:pt x="82411" y="810896"/>
                  </a:lnTo>
                  <a:lnTo>
                    <a:pt x="82425" y="810764"/>
                  </a:lnTo>
                  <a:lnTo>
                    <a:pt x="82437" y="810540"/>
                  </a:lnTo>
                  <a:lnTo>
                    <a:pt x="82434" y="810455"/>
                  </a:lnTo>
                  <a:lnTo>
                    <a:pt x="82455" y="810320"/>
                  </a:lnTo>
                  <a:lnTo>
                    <a:pt x="82345" y="810032"/>
                  </a:lnTo>
                  <a:lnTo>
                    <a:pt x="82329" y="809975"/>
                  </a:lnTo>
                  <a:lnTo>
                    <a:pt x="82304" y="809852"/>
                  </a:lnTo>
                  <a:lnTo>
                    <a:pt x="82271" y="809692"/>
                  </a:lnTo>
                  <a:lnTo>
                    <a:pt x="82209" y="809127"/>
                  </a:lnTo>
                  <a:lnTo>
                    <a:pt x="82118" y="808791"/>
                  </a:lnTo>
                  <a:lnTo>
                    <a:pt x="81992" y="808563"/>
                  </a:lnTo>
                  <a:lnTo>
                    <a:pt x="81947" y="808482"/>
                  </a:lnTo>
                  <a:lnTo>
                    <a:pt x="81788" y="808237"/>
                  </a:lnTo>
                  <a:lnTo>
                    <a:pt x="81718" y="808185"/>
                  </a:lnTo>
                  <a:lnTo>
                    <a:pt x="81595" y="808095"/>
                  </a:lnTo>
                  <a:lnTo>
                    <a:pt x="80937" y="807618"/>
                  </a:lnTo>
                  <a:lnTo>
                    <a:pt x="80789" y="807476"/>
                  </a:lnTo>
                  <a:lnTo>
                    <a:pt x="80721" y="807308"/>
                  </a:lnTo>
                  <a:lnTo>
                    <a:pt x="80721" y="806999"/>
                  </a:lnTo>
                  <a:lnTo>
                    <a:pt x="80732" y="806754"/>
                  </a:lnTo>
                  <a:lnTo>
                    <a:pt x="80812" y="806406"/>
                  </a:lnTo>
                  <a:lnTo>
                    <a:pt x="80914" y="806238"/>
                  </a:lnTo>
                  <a:lnTo>
                    <a:pt x="81107" y="806161"/>
                  </a:lnTo>
                  <a:lnTo>
                    <a:pt x="81266" y="806148"/>
                  </a:lnTo>
                  <a:lnTo>
                    <a:pt x="81436" y="806083"/>
                  </a:lnTo>
                  <a:lnTo>
                    <a:pt x="81508" y="805990"/>
                  </a:lnTo>
                  <a:lnTo>
                    <a:pt x="81716" y="805822"/>
                  </a:lnTo>
                  <a:lnTo>
                    <a:pt x="81596" y="805451"/>
                  </a:lnTo>
                  <a:lnTo>
                    <a:pt x="81459" y="805284"/>
                  </a:lnTo>
                  <a:lnTo>
                    <a:pt x="81357" y="805129"/>
                  </a:lnTo>
                  <a:lnTo>
                    <a:pt x="81209" y="805052"/>
                  </a:lnTo>
                  <a:lnTo>
                    <a:pt x="81107" y="805039"/>
                  </a:lnTo>
                  <a:lnTo>
                    <a:pt x="80834" y="805118"/>
                  </a:lnTo>
                  <a:lnTo>
                    <a:pt x="80747" y="805116"/>
                  </a:lnTo>
                  <a:lnTo>
                    <a:pt x="80342" y="805144"/>
                  </a:lnTo>
                  <a:lnTo>
                    <a:pt x="79919" y="805001"/>
                  </a:lnTo>
                  <a:lnTo>
                    <a:pt x="79336" y="804799"/>
                  </a:lnTo>
                  <a:lnTo>
                    <a:pt x="78905" y="804799"/>
                  </a:lnTo>
                  <a:lnTo>
                    <a:pt x="78407" y="804713"/>
                  </a:lnTo>
                  <a:lnTo>
                    <a:pt x="77807" y="804463"/>
                  </a:lnTo>
                  <a:lnTo>
                    <a:pt x="77325" y="804266"/>
                  </a:lnTo>
                  <a:lnTo>
                    <a:pt x="77158" y="804240"/>
                  </a:lnTo>
                  <a:lnTo>
                    <a:pt x="76955" y="804240"/>
                  </a:lnTo>
                  <a:lnTo>
                    <a:pt x="76814" y="804255"/>
                  </a:lnTo>
                  <a:lnTo>
                    <a:pt x="76369" y="804163"/>
                  </a:lnTo>
                  <a:lnTo>
                    <a:pt x="76148" y="804122"/>
                  </a:lnTo>
                  <a:lnTo>
                    <a:pt x="75585" y="804204"/>
                  </a:lnTo>
                  <a:lnTo>
                    <a:pt x="75289" y="804262"/>
                  </a:lnTo>
                  <a:lnTo>
                    <a:pt x="74689" y="804569"/>
                  </a:lnTo>
                  <a:lnTo>
                    <a:pt x="74351" y="804674"/>
                  </a:lnTo>
                  <a:lnTo>
                    <a:pt x="74047" y="804626"/>
                  </a:lnTo>
                  <a:lnTo>
                    <a:pt x="73819" y="804425"/>
                  </a:lnTo>
                  <a:lnTo>
                    <a:pt x="73650" y="804195"/>
                  </a:lnTo>
                  <a:lnTo>
                    <a:pt x="73388" y="804099"/>
                  </a:lnTo>
                  <a:lnTo>
                    <a:pt x="72881" y="804022"/>
                  </a:lnTo>
                  <a:lnTo>
                    <a:pt x="72256" y="803850"/>
                  </a:lnTo>
                  <a:lnTo>
                    <a:pt x="71563" y="803677"/>
                  </a:lnTo>
                  <a:lnTo>
                    <a:pt x="71217" y="803456"/>
                  </a:lnTo>
                  <a:lnTo>
                    <a:pt x="71115" y="803245"/>
                  </a:lnTo>
                  <a:lnTo>
                    <a:pt x="71124" y="802967"/>
                  </a:lnTo>
                  <a:lnTo>
                    <a:pt x="71284" y="802411"/>
                  </a:lnTo>
                  <a:lnTo>
                    <a:pt x="71259" y="802142"/>
                  </a:lnTo>
                  <a:lnTo>
                    <a:pt x="71124" y="802027"/>
                  </a:lnTo>
                  <a:lnTo>
                    <a:pt x="70811" y="801941"/>
                  </a:lnTo>
                  <a:lnTo>
                    <a:pt x="70566" y="801720"/>
                  </a:lnTo>
                  <a:lnTo>
                    <a:pt x="70439" y="801656"/>
                  </a:lnTo>
                  <a:lnTo>
                    <a:pt x="70262" y="801605"/>
                  </a:lnTo>
                  <a:lnTo>
                    <a:pt x="70025" y="801599"/>
                  </a:lnTo>
                  <a:lnTo>
                    <a:pt x="69916" y="801596"/>
                  </a:lnTo>
                  <a:lnTo>
                    <a:pt x="69772" y="801701"/>
                  </a:lnTo>
                  <a:lnTo>
                    <a:pt x="69654" y="801845"/>
                  </a:lnTo>
                  <a:lnTo>
                    <a:pt x="69654" y="801989"/>
                  </a:lnTo>
                  <a:lnTo>
                    <a:pt x="69620" y="802161"/>
                  </a:lnTo>
                  <a:lnTo>
                    <a:pt x="69544" y="802286"/>
                  </a:lnTo>
                  <a:lnTo>
                    <a:pt x="69282" y="802353"/>
                  </a:lnTo>
                  <a:lnTo>
                    <a:pt x="69174" y="802363"/>
                  </a:lnTo>
                  <a:lnTo>
                    <a:pt x="69079" y="802363"/>
                  </a:lnTo>
                  <a:lnTo>
                    <a:pt x="68984" y="802370"/>
                  </a:lnTo>
                  <a:lnTo>
                    <a:pt x="68826" y="802382"/>
                  </a:lnTo>
                  <a:lnTo>
                    <a:pt x="68597" y="802417"/>
                  </a:lnTo>
                  <a:lnTo>
                    <a:pt x="68572" y="802420"/>
                  </a:lnTo>
                  <a:lnTo>
                    <a:pt x="68248" y="802367"/>
                  </a:lnTo>
                  <a:lnTo>
                    <a:pt x="68226" y="802363"/>
                  </a:lnTo>
                  <a:lnTo>
                    <a:pt x="68213" y="802364"/>
                  </a:lnTo>
                  <a:lnTo>
                    <a:pt x="68112" y="802372"/>
                  </a:lnTo>
                  <a:lnTo>
                    <a:pt x="67854" y="802392"/>
                  </a:lnTo>
                  <a:lnTo>
                    <a:pt x="67555" y="802513"/>
                  </a:lnTo>
                  <a:lnTo>
                    <a:pt x="67499" y="802536"/>
                  </a:lnTo>
                  <a:lnTo>
                    <a:pt x="67432" y="802553"/>
                  </a:lnTo>
                  <a:lnTo>
                    <a:pt x="67136" y="802631"/>
                  </a:lnTo>
                  <a:lnTo>
                    <a:pt x="66840" y="802631"/>
                  </a:lnTo>
                  <a:lnTo>
                    <a:pt x="66587" y="802612"/>
                  </a:lnTo>
                  <a:lnTo>
                    <a:pt x="66477" y="802555"/>
                  </a:lnTo>
                  <a:lnTo>
                    <a:pt x="66139" y="802334"/>
                  </a:lnTo>
                  <a:lnTo>
                    <a:pt x="65801" y="802200"/>
                  </a:lnTo>
                  <a:lnTo>
                    <a:pt x="65471" y="802113"/>
                  </a:lnTo>
                  <a:lnTo>
                    <a:pt x="65269" y="802113"/>
                  </a:lnTo>
                  <a:lnTo>
                    <a:pt x="65083" y="802190"/>
                  </a:lnTo>
                  <a:lnTo>
                    <a:pt x="65020" y="802279"/>
                  </a:lnTo>
                  <a:lnTo>
                    <a:pt x="64948" y="802382"/>
                  </a:lnTo>
                  <a:lnTo>
                    <a:pt x="64835" y="802507"/>
                  </a:lnTo>
                  <a:lnTo>
                    <a:pt x="64643" y="802718"/>
                  </a:lnTo>
                  <a:lnTo>
                    <a:pt x="64437" y="802889"/>
                  </a:lnTo>
                  <a:lnTo>
                    <a:pt x="64238" y="803053"/>
                  </a:lnTo>
                  <a:lnTo>
                    <a:pt x="64035" y="803169"/>
                  </a:lnTo>
                  <a:lnTo>
                    <a:pt x="63938" y="803172"/>
                  </a:lnTo>
                  <a:lnTo>
                    <a:pt x="63731" y="803178"/>
                  </a:lnTo>
                  <a:lnTo>
                    <a:pt x="63477" y="803149"/>
                  </a:lnTo>
                  <a:lnTo>
                    <a:pt x="63325" y="803082"/>
                  </a:lnTo>
                  <a:lnTo>
                    <a:pt x="63139" y="803044"/>
                  </a:lnTo>
                  <a:lnTo>
                    <a:pt x="63042" y="803069"/>
                  </a:lnTo>
                  <a:lnTo>
                    <a:pt x="62987" y="803082"/>
                  </a:lnTo>
                  <a:lnTo>
                    <a:pt x="62745" y="803202"/>
                  </a:lnTo>
                  <a:lnTo>
                    <a:pt x="62658" y="803245"/>
                  </a:lnTo>
                  <a:lnTo>
                    <a:pt x="62320" y="803380"/>
                  </a:lnTo>
                  <a:lnTo>
                    <a:pt x="62050" y="803418"/>
                  </a:lnTo>
                  <a:lnTo>
                    <a:pt x="61906" y="803469"/>
                  </a:lnTo>
                  <a:lnTo>
                    <a:pt x="61896" y="803466"/>
                  </a:lnTo>
                  <a:lnTo>
                    <a:pt x="61677" y="803505"/>
                  </a:lnTo>
                  <a:lnTo>
                    <a:pt x="61653" y="803513"/>
                  </a:lnTo>
                  <a:lnTo>
                    <a:pt x="61631" y="803521"/>
                  </a:lnTo>
                  <a:lnTo>
                    <a:pt x="61571" y="803553"/>
                  </a:lnTo>
                  <a:lnTo>
                    <a:pt x="61551" y="803566"/>
                  </a:lnTo>
                  <a:lnTo>
                    <a:pt x="61538" y="803575"/>
                  </a:lnTo>
                  <a:lnTo>
                    <a:pt x="61287" y="803703"/>
                  </a:lnTo>
                  <a:lnTo>
                    <a:pt x="61061" y="803810"/>
                  </a:lnTo>
                  <a:lnTo>
                    <a:pt x="61027" y="803840"/>
                  </a:lnTo>
                  <a:lnTo>
                    <a:pt x="60884" y="804051"/>
                  </a:lnTo>
                  <a:lnTo>
                    <a:pt x="60841" y="804320"/>
                  </a:lnTo>
                  <a:lnTo>
                    <a:pt x="60841" y="804550"/>
                  </a:lnTo>
                  <a:lnTo>
                    <a:pt x="60934" y="804761"/>
                  </a:lnTo>
                  <a:lnTo>
                    <a:pt x="61095" y="804962"/>
                  </a:lnTo>
                  <a:lnTo>
                    <a:pt x="61264" y="805336"/>
                  </a:lnTo>
                  <a:lnTo>
                    <a:pt x="61281" y="805480"/>
                  </a:lnTo>
                  <a:lnTo>
                    <a:pt x="61255" y="805566"/>
                  </a:lnTo>
                  <a:lnTo>
                    <a:pt x="61129" y="805605"/>
                  </a:lnTo>
                  <a:lnTo>
                    <a:pt x="61090" y="805597"/>
                  </a:lnTo>
                  <a:lnTo>
                    <a:pt x="60985" y="805576"/>
                  </a:lnTo>
                  <a:lnTo>
                    <a:pt x="60791" y="805528"/>
                  </a:lnTo>
                  <a:lnTo>
                    <a:pt x="60655" y="805490"/>
                  </a:lnTo>
                  <a:lnTo>
                    <a:pt x="60546" y="805528"/>
                  </a:lnTo>
                  <a:lnTo>
                    <a:pt x="60512" y="805653"/>
                  </a:lnTo>
                  <a:lnTo>
                    <a:pt x="60562" y="805873"/>
                  </a:lnTo>
                  <a:lnTo>
                    <a:pt x="60571" y="806008"/>
                  </a:lnTo>
                  <a:lnTo>
                    <a:pt x="60427" y="806075"/>
                  </a:lnTo>
                  <a:lnTo>
                    <a:pt x="60047" y="806084"/>
                  </a:lnTo>
                  <a:lnTo>
                    <a:pt x="59692" y="806036"/>
                  </a:lnTo>
                  <a:lnTo>
                    <a:pt x="59540" y="805969"/>
                  </a:lnTo>
                  <a:lnTo>
                    <a:pt x="59380" y="805720"/>
                  </a:lnTo>
                  <a:lnTo>
                    <a:pt x="59151" y="805346"/>
                  </a:lnTo>
                  <a:lnTo>
                    <a:pt x="58959" y="804882"/>
                  </a:lnTo>
                  <a:lnTo>
                    <a:pt x="58945" y="804847"/>
                  </a:lnTo>
                  <a:lnTo>
                    <a:pt x="58881" y="804694"/>
                  </a:lnTo>
                  <a:lnTo>
                    <a:pt x="58724" y="804336"/>
                  </a:lnTo>
                  <a:lnTo>
                    <a:pt x="58396" y="803587"/>
                  </a:lnTo>
                  <a:lnTo>
                    <a:pt x="58359" y="803504"/>
                  </a:lnTo>
                  <a:lnTo>
                    <a:pt x="57895" y="802718"/>
                  </a:lnTo>
                  <a:lnTo>
                    <a:pt x="57784" y="802430"/>
                  </a:lnTo>
                  <a:lnTo>
                    <a:pt x="57638" y="802046"/>
                  </a:lnTo>
                  <a:lnTo>
                    <a:pt x="57581" y="801522"/>
                  </a:lnTo>
                  <a:lnTo>
                    <a:pt x="57581" y="801151"/>
                  </a:lnTo>
                  <a:lnTo>
                    <a:pt x="57496" y="800779"/>
                  </a:lnTo>
                  <a:lnTo>
                    <a:pt x="57507" y="800487"/>
                  </a:lnTo>
                  <a:lnTo>
                    <a:pt x="57575" y="800200"/>
                  </a:lnTo>
                  <a:lnTo>
                    <a:pt x="57400" y="800200"/>
                  </a:lnTo>
                  <a:lnTo>
                    <a:pt x="57221" y="800205"/>
                  </a:lnTo>
                  <a:lnTo>
                    <a:pt x="56624" y="800218"/>
                  </a:lnTo>
                  <a:lnTo>
                    <a:pt x="55711" y="800243"/>
                  </a:lnTo>
                  <a:lnTo>
                    <a:pt x="55441" y="800307"/>
                  </a:lnTo>
                  <a:lnTo>
                    <a:pt x="55272" y="800499"/>
                  </a:lnTo>
                  <a:lnTo>
                    <a:pt x="55205" y="800673"/>
                  </a:lnTo>
                  <a:lnTo>
                    <a:pt x="55159" y="800793"/>
                  </a:lnTo>
                  <a:lnTo>
                    <a:pt x="55182" y="801074"/>
                  </a:lnTo>
                  <a:lnTo>
                    <a:pt x="55178" y="801156"/>
                  </a:lnTo>
                  <a:lnTo>
                    <a:pt x="55171" y="801343"/>
                  </a:lnTo>
                  <a:lnTo>
                    <a:pt x="55080" y="801484"/>
                  </a:lnTo>
                  <a:lnTo>
                    <a:pt x="54857" y="801564"/>
                  </a:lnTo>
                  <a:lnTo>
                    <a:pt x="54833" y="801573"/>
                  </a:lnTo>
                  <a:lnTo>
                    <a:pt x="54691" y="801588"/>
                  </a:lnTo>
                  <a:lnTo>
                    <a:pt x="54213" y="801637"/>
                  </a:lnTo>
                  <a:lnTo>
                    <a:pt x="54003" y="801660"/>
                  </a:lnTo>
                  <a:lnTo>
                    <a:pt x="53802" y="801682"/>
                  </a:lnTo>
                  <a:lnTo>
                    <a:pt x="53740" y="801688"/>
                  </a:lnTo>
                  <a:lnTo>
                    <a:pt x="53244" y="801663"/>
                  </a:lnTo>
                  <a:lnTo>
                    <a:pt x="52749" y="801548"/>
                  </a:lnTo>
                  <a:lnTo>
                    <a:pt x="52343" y="801215"/>
                  </a:lnTo>
                  <a:lnTo>
                    <a:pt x="52084" y="800780"/>
                  </a:lnTo>
                  <a:lnTo>
                    <a:pt x="52005" y="800461"/>
                  </a:lnTo>
                  <a:lnTo>
                    <a:pt x="52011" y="800436"/>
                  </a:lnTo>
                  <a:lnTo>
                    <a:pt x="52073" y="800192"/>
                  </a:lnTo>
                  <a:lnTo>
                    <a:pt x="52085" y="800076"/>
                  </a:lnTo>
                  <a:lnTo>
                    <a:pt x="52106" y="799885"/>
                  </a:lnTo>
                  <a:lnTo>
                    <a:pt x="52050" y="799757"/>
                  </a:lnTo>
                  <a:lnTo>
                    <a:pt x="51836" y="799655"/>
                  </a:lnTo>
                  <a:lnTo>
                    <a:pt x="51588" y="799335"/>
                  </a:lnTo>
                  <a:lnTo>
                    <a:pt x="51543" y="799118"/>
                  </a:lnTo>
                  <a:lnTo>
                    <a:pt x="51464" y="798670"/>
                  </a:lnTo>
                  <a:lnTo>
                    <a:pt x="51352" y="798478"/>
                  </a:lnTo>
                  <a:lnTo>
                    <a:pt x="51205" y="798453"/>
                  </a:lnTo>
                  <a:lnTo>
                    <a:pt x="51025" y="798478"/>
                  </a:lnTo>
                  <a:lnTo>
                    <a:pt x="50721" y="798606"/>
                  </a:lnTo>
                  <a:lnTo>
                    <a:pt x="50656" y="798645"/>
                  </a:lnTo>
                  <a:lnTo>
                    <a:pt x="50360" y="798824"/>
                  </a:lnTo>
                  <a:lnTo>
                    <a:pt x="50160" y="798993"/>
                  </a:lnTo>
                  <a:lnTo>
                    <a:pt x="49662" y="799207"/>
                  </a:lnTo>
                  <a:lnTo>
                    <a:pt x="49211" y="799374"/>
                  </a:lnTo>
                  <a:lnTo>
                    <a:pt x="48851" y="799463"/>
                  </a:lnTo>
                  <a:lnTo>
                    <a:pt x="48524" y="799540"/>
                  </a:lnTo>
                  <a:lnTo>
                    <a:pt x="48265" y="799706"/>
                  </a:lnTo>
                  <a:lnTo>
                    <a:pt x="48062" y="799911"/>
                  </a:lnTo>
                  <a:lnTo>
                    <a:pt x="48036" y="799954"/>
                  </a:lnTo>
                  <a:lnTo>
                    <a:pt x="47936" y="800117"/>
                  </a:lnTo>
                  <a:lnTo>
                    <a:pt x="47882" y="800205"/>
                  </a:lnTo>
                  <a:lnTo>
                    <a:pt x="47758" y="800486"/>
                  </a:lnTo>
                  <a:lnTo>
                    <a:pt x="47454" y="800729"/>
                  </a:lnTo>
                  <a:lnTo>
                    <a:pt x="47105" y="800895"/>
                  </a:lnTo>
                  <a:lnTo>
                    <a:pt x="46553" y="801023"/>
                  </a:lnTo>
                  <a:lnTo>
                    <a:pt x="45830" y="801210"/>
                  </a:lnTo>
                  <a:lnTo>
                    <a:pt x="45822" y="801204"/>
                  </a:lnTo>
                  <a:lnTo>
                    <a:pt x="45609" y="801360"/>
                  </a:lnTo>
                  <a:lnTo>
                    <a:pt x="45368" y="801026"/>
                  </a:lnTo>
                  <a:lnTo>
                    <a:pt x="44821" y="800450"/>
                  </a:lnTo>
                  <a:lnTo>
                    <a:pt x="44647" y="800299"/>
                  </a:lnTo>
                  <a:lnTo>
                    <a:pt x="44530" y="800151"/>
                  </a:lnTo>
                  <a:lnTo>
                    <a:pt x="44373" y="799925"/>
                  </a:lnTo>
                  <a:lnTo>
                    <a:pt x="44249" y="799575"/>
                  </a:lnTo>
                  <a:lnTo>
                    <a:pt x="44235" y="799484"/>
                  </a:lnTo>
                  <a:lnTo>
                    <a:pt x="44215" y="799349"/>
                  </a:lnTo>
                  <a:lnTo>
                    <a:pt x="44078" y="799085"/>
                  </a:lnTo>
                  <a:lnTo>
                    <a:pt x="43906" y="798945"/>
                  </a:lnTo>
                  <a:lnTo>
                    <a:pt x="43715" y="798867"/>
                  </a:lnTo>
                  <a:lnTo>
                    <a:pt x="43610" y="798873"/>
                  </a:lnTo>
                  <a:lnTo>
                    <a:pt x="43571" y="798869"/>
                  </a:lnTo>
                  <a:lnTo>
                    <a:pt x="43394" y="798944"/>
                  </a:lnTo>
                  <a:lnTo>
                    <a:pt x="43274" y="799101"/>
                  </a:lnTo>
                  <a:lnTo>
                    <a:pt x="43260" y="799135"/>
                  </a:lnTo>
                  <a:lnTo>
                    <a:pt x="43239" y="799161"/>
                  </a:lnTo>
                  <a:lnTo>
                    <a:pt x="43070" y="799512"/>
                  </a:lnTo>
                  <a:lnTo>
                    <a:pt x="42937" y="799680"/>
                  </a:lnTo>
                  <a:lnTo>
                    <a:pt x="42896" y="799699"/>
                  </a:lnTo>
                  <a:lnTo>
                    <a:pt x="42827" y="799730"/>
                  </a:lnTo>
                  <a:lnTo>
                    <a:pt x="42687" y="799680"/>
                  </a:lnTo>
                  <a:lnTo>
                    <a:pt x="42613" y="799579"/>
                  </a:lnTo>
                  <a:lnTo>
                    <a:pt x="42518" y="799437"/>
                  </a:lnTo>
                  <a:lnTo>
                    <a:pt x="42467" y="799282"/>
                  </a:lnTo>
                  <a:lnTo>
                    <a:pt x="42435" y="799226"/>
                  </a:lnTo>
                  <a:lnTo>
                    <a:pt x="42408" y="798869"/>
                  </a:lnTo>
                  <a:lnTo>
                    <a:pt x="42408" y="798615"/>
                  </a:lnTo>
                  <a:lnTo>
                    <a:pt x="42402" y="798124"/>
                  </a:lnTo>
                  <a:lnTo>
                    <a:pt x="42408" y="797843"/>
                  </a:lnTo>
                  <a:lnTo>
                    <a:pt x="42369" y="797457"/>
                  </a:lnTo>
                  <a:lnTo>
                    <a:pt x="42300" y="797311"/>
                  </a:lnTo>
                  <a:lnTo>
                    <a:pt x="42278" y="797264"/>
                  </a:lnTo>
                  <a:lnTo>
                    <a:pt x="42131" y="797141"/>
                  </a:lnTo>
                  <a:lnTo>
                    <a:pt x="42029" y="797055"/>
                  </a:lnTo>
                  <a:lnTo>
                    <a:pt x="41615" y="796917"/>
                  </a:lnTo>
                  <a:lnTo>
                    <a:pt x="41505" y="796862"/>
                  </a:lnTo>
                  <a:lnTo>
                    <a:pt x="41178" y="796684"/>
                  </a:lnTo>
                  <a:lnTo>
                    <a:pt x="41060" y="796580"/>
                  </a:lnTo>
                  <a:lnTo>
                    <a:pt x="41029" y="796496"/>
                  </a:lnTo>
                  <a:lnTo>
                    <a:pt x="40955" y="796297"/>
                  </a:lnTo>
                  <a:lnTo>
                    <a:pt x="40955" y="796284"/>
                  </a:lnTo>
                  <a:lnTo>
                    <a:pt x="40955" y="796074"/>
                  </a:lnTo>
                  <a:lnTo>
                    <a:pt x="41000" y="795846"/>
                  </a:lnTo>
                  <a:lnTo>
                    <a:pt x="41007" y="795807"/>
                  </a:lnTo>
                  <a:lnTo>
                    <a:pt x="41191" y="795554"/>
                  </a:lnTo>
                  <a:lnTo>
                    <a:pt x="41257" y="795515"/>
                  </a:lnTo>
                  <a:lnTo>
                    <a:pt x="41269" y="795495"/>
                  </a:lnTo>
                  <a:lnTo>
                    <a:pt x="41623" y="795242"/>
                  </a:lnTo>
                  <a:lnTo>
                    <a:pt x="41819" y="795138"/>
                  </a:lnTo>
                  <a:lnTo>
                    <a:pt x="42081" y="795123"/>
                  </a:lnTo>
                  <a:lnTo>
                    <a:pt x="42206" y="795055"/>
                  </a:lnTo>
                  <a:lnTo>
                    <a:pt x="42215" y="795038"/>
                  </a:lnTo>
                  <a:lnTo>
                    <a:pt x="42240" y="794728"/>
                  </a:lnTo>
                  <a:lnTo>
                    <a:pt x="42281" y="794445"/>
                  </a:lnTo>
                  <a:lnTo>
                    <a:pt x="42260" y="794226"/>
                  </a:lnTo>
                  <a:lnTo>
                    <a:pt x="42184" y="794050"/>
                  </a:lnTo>
                  <a:lnTo>
                    <a:pt x="42160" y="794008"/>
                  </a:lnTo>
                  <a:lnTo>
                    <a:pt x="41754" y="793652"/>
                  </a:lnTo>
                  <a:lnTo>
                    <a:pt x="41597" y="793488"/>
                  </a:lnTo>
                  <a:lnTo>
                    <a:pt x="41544" y="793310"/>
                  </a:lnTo>
                  <a:lnTo>
                    <a:pt x="41624" y="793077"/>
                  </a:lnTo>
                  <a:lnTo>
                    <a:pt x="41636" y="793042"/>
                  </a:lnTo>
                  <a:lnTo>
                    <a:pt x="41659" y="793016"/>
                  </a:lnTo>
                  <a:lnTo>
                    <a:pt x="41911" y="792834"/>
                  </a:lnTo>
                  <a:lnTo>
                    <a:pt x="42369" y="792626"/>
                  </a:lnTo>
                  <a:lnTo>
                    <a:pt x="42463" y="792525"/>
                  </a:lnTo>
                  <a:lnTo>
                    <a:pt x="42493" y="792493"/>
                  </a:lnTo>
                  <a:lnTo>
                    <a:pt x="42605" y="792373"/>
                  </a:lnTo>
                  <a:lnTo>
                    <a:pt x="42749" y="791987"/>
                  </a:lnTo>
                  <a:lnTo>
                    <a:pt x="42932" y="791496"/>
                  </a:lnTo>
                  <a:lnTo>
                    <a:pt x="43001" y="791411"/>
                  </a:lnTo>
                  <a:lnTo>
                    <a:pt x="43207" y="791154"/>
                  </a:lnTo>
                  <a:lnTo>
                    <a:pt x="43325" y="791080"/>
                  </a:lnTo>
                  <a:lnTo>
                    <a:pt x="43705" y="790976"/>
                  </a:lnTo>
                  <a:lnTo>
                    <a:pt x="44359" y="790931"/>
                  </a:lnTo>
                  <a:lnTo>
                    <a:pt x="44792" y="790946"/>
                  </a:lnTo>
                  <a:lnTo>
                    <a:pt x="44959" y="791028"/>
                  </a:lnTo>
                  <a:lnTo>
                    <a:pt x="45066" y="791050"/>
                  </a:lnTo>
                  <a:lnTo>
                    <a:pt x="45368" y="791199"/>
                  </a:lnTo>
                  <a:lnTo>
                    <a:pt x="45577" y="791303"/>
                  </a:lnTo>
                  <a:lnTo>
                    <a:pt x="45721" y="791481"/>
                  </a:lnTo>
                  <a:lnTo>
                    <a:pt x="45878" y="791600"/>
                  </a:lnTo>
                  <a:lnTo>
                    <a:pt x="46031" y="791623"/>
                  </a:lnTo>
                  <a:lnTo>
                    <a:pt x="46075" y="791630"/>
                  </a:lnTo>
                  <a:lnTo>
                    <a:pt x="46297" y="791615"/>
                  </a:lnTo>
                  <a:lnTo>
                    <a:pt x="46559" y="791467"/>
                  </a:lnTo>
                  <a:lnTo>
                    <a:pt x="46703" y="791184"/>
                  </a:lnTo>
                  <a:lnTo>
                    <a:pt x="46742" y="790768"/>
                  </a:lnTo>
                  <a:lnTo>
                    <a:pt x="46769" y="790382"/>
                  </a:lnTo>
                  <a:lnTo>
                    <a:pt x="46772" y="790377"/>
                  </a:lnTo>
                  <a:lnTo>
                    <a:pt x="46834" y="790277"/>
                  </a:lnTo>
                  <a:lnTo>
                    <a:pt x="47030" y="790263"/>
                  </a:lnTo>
                  <a:lnTo>
                    <a:pt x="47266" y="790292"/>
                  </a:lnTo>
                  <a:lnTo>
                    <a:pt x="47502" y="790426"/>
                  </a:lnTo>
                  <a:lnTo>
                    <a:pt x="47672" y="790486"/>
                  </a:lnTo>
                  <a:lnTo>
                    <a:pt x="47790" y="790486"/>
                  </a:lnTo>
                  <a:lnTo>
                    <a:pt x="47868" y="790352"/>
                  </a:lnTo>
                  <a:lnTo>
                    <a:pt x="47973" y="790099"/>
                  </a:lnTo>
                  <a:lnTo>
                    <a:pt x="48143" y="789995"/>
                  </a:lnTo>
                  <a:lnTo>
                    <a:pt x="48353" y="789995"/>
                  </a:lnTo>
                  <a:lnTo>
                    <a:pt x="48536" y="790114"/>
                  </a:lnTo>
                  <a:lnTo>
                    <a:pt x="48733" y="790367"/>
                  </a:lnTo>
                  <a:lnTo>
                    <a:pt x="48880" y="790686"/>
                  </a:lnTo>
                  <a:lnTo>
                    <a:pt x="48890" y="790709"/>
                  </a:lnTo>
                  <a:lnTo>
                    <a:pt x="48912" y="790742"/>
                  </a:lnTo>
                  <a:lnTo>
                    <a:pt x="49047" y="790946"/>
                  </a:lnTo>
                  <a:lnTo>
                    <a:pt x="49165" y="791184"/>
                  </a:lnTo>
                  <a:lnTo>
                    <a:pt x="49335" y="791333"/>
                  </a:lnTo>
                  <a:lnTo>
                    <a:pt x="49544" y="791363"/>
                  </a:lnTo>
                  <a:lnTo>
                    <a:pt x="49612" y="791363"/>
                  </a:lnTo>
                  <a:lnTo>
                    <a:pt x="49767" y="791304"/>
                  </a:lnTo>
                  <a:lnTo>
                    <a:pt x="49797" y="791256"/>
                  </a:lnTo>
                  <a:lnTo>
                    <a:pt x="49846" y="791173"/>
                  </a:lnTo>
                  <a:lnTo>
                    <a:pt x="50113" y="790896"/>
                  </a:lnTo>
                  <a:lnTo>
                    <a:pt x="50437" y="790420"/>
                  </a:lnTo>
                  <a:lnTo>
                    <a:pt x="50882" y="790006"/>
                  </a:lnTo>
                  <a:lnTo>
                    <a:pt x="50923" y="789968"/>
                  </a:lnTo>
                  <a:lnTo>
                    <a:pt x="51409" y="789609"/>
                  </a:lnTo>
                  <a:lnTo>
                    <a:pt x="51677" y="789439"/>
                  </a:lnTo>
                  <a:lnTo>
                    <a:pt x="51807" y="789358"/>
                  </a:lnTo>
                  <a:lnTo>
                    <a:pt x="51989" y="789265"/>
                  </a:lnTo>
                  <a:lnTo>
                    <a:pt x="52352" y="789082"/>
                  </a:lnTo>
                  <a:lnTo>
                    <a:pt x="52698" y="788982"/>
                  </a:lnTo>
                  <a:lnTo>
                    <a:pt x="52985" y="789032"/>
                  </a:lnTo>
                  <a:lnTo>
                    <a:pt x="53184" y="789132"/>
                  </a:lnTo>
                  <a:lnTo>
                    <a:pt x="53193" y="789139"/>
                  </a:lnTo>
                  <a:lnTo>
                    <a:pt x="53442" y="789341"/>
                  </a:lnTo>
                  <a:lnTo>
                    <a:pt x="53585" y="789481"/>
                  </a:lnTo>
                  <a:lnTo>
                    <a:pt x="53657" y="789568"/>
                  </a:lnTo>
                  <a:lnTo>
                    <a:pt x="54138" y="789985"/>
                  </a:lnTo>
                  <a:lnTo>
                    <a:pt x="54403" y="790197"/>
                  </a:lnTo>
                  <a:lnTo>
                    <a:pt x="54543" y="790392"/>
                  </a:lnTo>
                  <a:lnTo>
                    <a:pt x="54784" y="790630"/>
                  </a:lnTo>
                  <a:lnTo>
                    <a:pt x="55104" y="790719"/>
                  </a:lnTo>
                  <a:lnTo>
                    <a:pt x="55306" y="790887"/>
                  </a:lnTo>
                  <a:lnTo>
                    <a:pt x="55423" y="791108"/>
                  </a:lnTo>
                  <a:lnTo>
                    <a:pt x="55556" y="791444"/>
                  </a:lnTo>
                  <a:lnTo>
                    <a:pt x="55680" y="791736"/>
                  </a:lnTo>
                  <a:lnTo>
                    <a:pt x="55758" y="791984"/>
                  </a:lnTo>
                  <a:lnTo>
                    <a:pt x="55898" y="792240"/>
                  </a:lnTo>
                  <a:lnTo>
                    <a:pt x="56085" y="792364"/>
                  </a:lnTo>
                  <a:lnTo>
                    <a:pt x="56265" y="792373"/>
                  </a:lnTo>
                  <a:lnTo>
                    <a:pt x="56568" y="792337"/>
                  </a:lnTo>
                  <a:lnTo>
                    <a:pt x="57176" y="792231"/>
                  </a:lnTo>
                  <a:lnTo>
                    <a:pt x="57628" y="792205"/>
                  </a:lnTo>
                  <a:lnTo>
                    <a:pt x="57889" y="792162"/>
                  </a:lnTo>
                  <a:lnTo>
                    <a:pt x="58177" y="792116"/>
                  </a:lnTo>
                  <a:lnTo>
                    <a:pt x="58399" y="792080"/>
                  </a:lnTo>
                  <a:lnTo>
                    <a:pt x="58501" y="792063"/>
                  </a:lnTo>
                  <a:lnTo>
                    <a:pt x="58605" y="792045"/>
                  </a:lnTo>
                  <a:lnTo>
                    <a:pt x="58898" y="791992"/>
                  </a:lnTo>
                  <a:lnTo>
                    <a:pt x="59220" y="791813"/>
                  </a:lnTo>
                  <a:lnTo>
                    <a:pt x="59294" y="791750"/>
                  </a:lnTo>
                  <a:lnTo>
                    <a:pt x="59421" y="791638"/>
                  </a:lnTo>
                  <a:lnTo>
                    <a:pt x="59837" y="791568"/>
                  </a:lnTo>
                  <a:lnTo>
                    <a:pt x="60102" y="791473"/>
                  </a:lnTo>
                  <a:lnTo>
                    <a:pt x="60270" y="791362"/>
                  </a:lnTo>
                  <a:lnTo>
                    <a:pt x="60334" y="791047"/>
                  </a:lnTo>
                  <a:lnTo>
                    <a:pt x="60354" y="790949"/>
                  </a:lnTo>
                  <a:lnTo>
                    <a:pt x="60634" y="790313"/>
                  </a:lnTo>
                  <a:lnTo>
                    <a:pt x="60732" y="789869"/>
                  </a:lnTo>
                  <a:lnTo>
                    <a:pt x="60758" y="789775"/>
                  </a:lnTo>
                  <a:lnTo>
                    <a:pt x="60775" y="789699"/>
                  </a:lnTo>
                  <a:lnTo>
                    <a:pt x="60782" y="789688"/>
                  </a:lnTo>
                  <a:lnTo>
                    <a:pt x="60917" y="789484"/>
                  </a:lnTo>
                  <a:lnTo>
                    <a:pt x="60942" y="789445"/>
                  </a:lnTo>
                  <a:lnTo>
                    <a:pt x="61127" y="789255"/>
                  </a:lnTo>
                  <a:lnTo>
                    <a:pt x="61148" y="789234"/>
                  </a:lnTo>
                  <a:lnTo>
                    <a:pt x="61726" y="789128"/>
                  </a:lnTo>
                  <a:lnTo>
                    <a:pt x="62323" y="789106"/>
                  </a:lnTo>
                  <a:lnTo>
                    <a:pt x="63013" y="789043"/>
                  </a:lnTo>
                  <a:lnTo>
                    <a:pt x="63023" y="789041"/>
                  </a:lnTo>
                  <a:lnTo>
                    <a:pt x="63506" y="788971"/>
                  </a:lnTo>
                  <a:lnTo>
                    <a:pt x="63740" y="788937"/>
                  </a:lnTo>
                  <a:lnTo>
                    <a:pt x="63883" y="788887"/>
                  </a:lnTo>
                  <a:lnTo>
                    <a:pt x="64046" y="788829"/>
                  </a:lnTo>
                  <a:lnTo>
                    <a:pt x="64281" y="788747"/>
                  </a:lnTo>
                  <a:lnTo>
                    <a:pt x="64903" y="788547"/>
                  </a:lnTo>
                  <a:lnTo>
                    <a:pt x="65215" y="788428"/>
                  </a:lnTo>
                  <a:lnTo>
                    <a:pt x="65224" y="788422"/>
                  </a:lnTo>
                  <a:lnTo>
                    <a:pt x="65447" y="788298"/>
                  </a:lnTo>
                  <a:lnTo>
                    <a:pt x="66014" y="788103"/>
                  </a:lnTo>
                  <a:lnTo>
                    <a:pt x="66167" y="788050"/>
                  </a:lnTo>
                  <a:lnTo>
                    <a:pt x="66931" y="787672"/>
                  </a:lnTo>
                  <a:lnTo>
                    <a:pt x="67264" y="787502"/>
                  </a:lnTo>
                  <a:lnTo>
                    <a:pt x="67480" y="787465"/>
                  </a:lnTo>
                  <a:lnTo>
                    <a:pt x="67846" y="787540"/>
                  </a:lnTo>
                  <a:lnTo>
                    <a:pt x="67935" y="787561"/>
                  </a:lnTo>
                  <a:lnTo>
                    <a:pt x="68245" y="787635"/>
                  </a:lnTo>
                  <a:lnTo>
                    <a:pt x="68450" y="787626"/>
                  </a:lnTo>
                  <a:lnTo>
                    <a:pt x="68677" y="787616"/>
                  </a:lnTo>
                  <a:lnTo>
                    <a:pt x="68935" y="787593"/>
                  </a:lnTo>
                  <a:lnTo>
                    <a:pt x="69108" y="787517"/>
                  </a:lnTo>
                  <a:lnTo>
                    <a:pt x="69245" y="787276"/>
                  </a:lnTo>
                  <a:lnTo>
                    <a:pt x="69298" y="786936"/>
                  </a:lnTo>
                  <a:lnTo>
                    <a:pt x="69307" y="786880"/>
                  </a:lnTo>
                  <a:lnTo>
                    <a:pt x="69419" y="786511"/>
                  </a:lnTo>
                  <a:lnTo>
                    <a:pt x="69594" y="786172"/>
                  </a:lnTo>
                  <a:lnTo>
                    <a:pt x="69837" y="785845"/>
                  </a:lnTo>
                  <a:lnTo>
                    <a:pt x="69935" y="785637"/>
                  </a:lnTo>
                  <a:lnTo>
                    <a:pt x="69921" y="785195"/>
                  </a:lnTo>
                  <a:lnTo>
                    <a:pt x="69818" y="785025"/>
                  </a:lnTo>
                  <a:lnTo>
                    <a:pt x="69594" y="784756"/>
                  </a:lnTo>
                  <a:lnTo>
                    <a:pt x="69557" y="784487"/>
                  </a:lnTo>
                  <a:lnTo>
                    <a:pt x="69581" y="783963"/>
                  </a:lnTo>
                  <a:lnTo>
                    <a:pt x="69628" y="783843"/>
                  </a:lnTo>
                  <a:lnTo>
                    <a:pt x="69787" y="783741"/>
                  </a:lnTo>
                  <a:lnTo>
                    <a:pt x="70452" y="783288"/>
                  </a:lnTo>
                  <a:lnTo>
                    <a:pt x="70479" y="783179"/>
                  </a:lnTo>
                  <a:lnTo>
                    <a:pt x="70526" y="782994"/>
                  </a:lnTo>
                  <a:lnTo>
                    <a:pt x="70541" y="782936"/>
                  </a:lnTo>
                  <a:lnTo>
                    <a:pt x="70474" y="782407"/>
                  </a:lnTo>
                  <a:lnTo>
                    <a:pt x="69676" y="780872"/>
                  </a:lnTo>
                  <a:lnTo>
                    <a:pt x="69428" y="780568"/>
                  </a:lnTo>
                  <a:lnTo>
                    <a:pt x="69410" y="780545"/>
                  </a:lnTo>
                  <a:lnTo>
                    <a:pt x="68745" y="780041"/>
                  </a:lnTo>
                  <a:lnTo>
                    <a:pt x="68706" y="780007"/>
                  </a:lnTo>
                  <a:lnTo>
                    <a:pt x="68115" y="779479"/>
                  </a:lnTo>
                  <a:lnTo>
                    <a:pt x="68035" y="779409"/>
                  </a:lnTo>
                  <a:lnTo>
                    <a:pt x="67814" y="779211"/>
                  </a:lnTo>
                  <a:lnTo>
                    <a:pt x="67592" y="778909"/>
                  </a:lnTo>
                  <a:lnTo>
                    <a:pt x="67573" y="778838"/>
                  </a:lnTo>
                  <a:lnTo>
                    <a:pt x="67499" y="778564"/>
                  </a:lnTo>
                  <a:lnTo>
                    <a:pt x="67437" y="778330"/>
                  </a:lnTo>
                  <a:lnTo>
                    <a:pt x="67259" y="778154"/>
                  </a:lnTo>
                  <a:lnTo>
                    <a:pt x="66979" y="778063"/>
                  </a:lnTo>
                  <a:lnTo>
                    <a:pt x="66949" y="778053"/>
                  </a:lnTo>
                  <a:lnTo>
                    <a:pt x="66639" y="778053"/>
                  </a:lnTo>
                  <a:lnTo>
                    <a:pt x="66129" y="778280"/>
                  </a:lnTo>
                  <a:lnTo>
                    <a:pt x="65636" y="778499"/>
                  </a:lnTo>
                  <a:lnTo>
                    <a:pt x="65619" y="778506"/>
                  </a:lnTo>
                  <a:lnTo>
                    <a:pt x="65312" y="778550"/>
                  </a:lnTo>
                  <a:lnTo>
                    <a:pt x="65264" y="778557"/>
                  </a:lnTo>
                  <a:lnTo>
                    <a:pt x="64643" y="778380"/>
                  </a:lnTo>
                  <a:lnTo>
                    <a:pt x="64155" y="778204"/>
                  </a:lnTo>
                  <a:lnTo>
                    <a:pt x="64001" y="778010"/>
                  </a:lnTo>
                  <a:lnTo>
                    <a:pt x="63972" y="777889"/>
                  </a:lnTo>
                  <a:lnTo>
                    <a:pt x="64000" y="777776"/>
                  </a:lnTo>
                  <a:lnTo>
                    <a:pt x="64007" y="777763"/>
                  </a:lnTo>
                  <a:lnTo>
                    <a:pt x="64029" y="777646"/>
                  </a:lnTo>
                  <a:lnTo>
                    <a:pt x="64107" y="777551"/>
                  </a:lnTo>
                  <a:lnTo>
                    <a:pt x="64136" y="777490"/>
                  </a:lnTo>
                  <a:lnTo>
                    <a:pt x="64155" y="777449"/>
                  </a:lnTo>
                  <a:lnTo>
                    <a:pt x="64155" y="777273"/>
                  </a:lnTo>
                  <a:lnTo>
                    <a:pt x="63912" y="777122"/>
                  </a:lnTo>
                  <a:lnTo>
                    <a:pt x="63446" y="776820"/>
                  </a:lnTo>
                  <a:lnTo>
                    <a:pt x="62198" y="776248"/>
                  </a:lnTo>
                  <a:lnTo>
                    <a:pt x="62182" y="776241"/>
                  </a:lnTo>
                  <a:lnTo>
                    <a:pt x="61908" y="776123"/>
                  </a:lnTo>
                  <a:lnTo>
                    <a:pt x="61568" y="775977"/>
                  </a:lnTo>
                  <a:lnTo>
                    <a:pt x="61539" y="775964"/>
                  </a:lnTo>
                  <a:lnTo>
                    <a:pt x="61435" y="775763"/>
                  </a:lnTo>
                  <a:lnTo>
                    <a:pt x="61294" y="775605"/>
                  </a:lnTo>
                  <a:lnTo>
                    <a:pt x="61104" y="775345"/>
                  </a:lnTo>
                  <a:lnTo>
                    <a:pt x="61007" y="775109"/>
                  </a:lnTo>
                  <a:lnTo>
                    <a:pt x="60874" y="774605"/>
                  </a:lnTo>
                  <a:lnTo>
                    <a:pt x="60750" y="773736"/>
                  </a:lnTo>
                  <a:lnTo>
                    <a:pt x="60719" y="773523"/>
                  </a:lnTo>
                  <a:lnTo>
                    <a:pt x="60564" y="773020"/>
                  </a:lnTo>
                  <a:lnTo>
                    <a:pt x="60364" y="772416"/>
                  </a:lnTo>
                  <a:lnTo>
                    <a:pt x="60042" y="772006"/>
                  </a:lnTo>
                  <a:lnTo>
                    <a:pt x="59544" y="771207"/>
                  </a:lnTo>
                  <a:lnTo>
                    <a:pt x="59433" y="770931"/>
                  </a:lnTo>
                  <a:lnTo>
                    <a:pt x="59500" y="770679"/>
                  </a:lnTo>
                  <a:lnTo>
                    <a:pt x="59655" y="770427"/>
                  </a:lnTo>
                  <a:lnTo>
                    <a:pt x="59685" y="770398"/>
                  </a:lnTo>
                  <a:lnTo>
                    <a:pt x="59694" y="770382"/>
                  </a:lnTo>
                  <a:lnTo>
                    <a:pt x="59703" y="770322"/>
                  </a:lnTo>
                  <a:lnTo>
                    <a:pt x="59705" y="770310"/>
                  </a:lnTo>
                  <a:lnTo>
                    <a:pt x="59907" y="770131"/>
                  </a:lnTo>
                  <a:lnTo>
                    <a:pt x="60306" y="769962"/>
                  </a:lnTo>
                  <a:lnTo>
                    <a:pt x="60539" y="769735"/>
                  </a:lnTo>
                  <a:lnTo>
                    <a:pt x="60541" y="769729"/>
                  </a:lnTo>
                  <a:lnTo>
                    <a:pt x="60655" y="769376"/>
                  </a:lnTo>
                  <a:lnTo>
                    <a:pt x="60605" y="768489"/>
                  </a:lnTo>
                  <a:lnTo>
                    <a:pt x="60622" y="768263"/>
                  </a:lnTo>
                  <a:lnTo>
                    <a:pt x="60755" y="768131"/>
                  </a:lnTo>
                  <a:lnTo>
                    <a:pt x="60938" y="768055"/>
                  </a:lnTo>
                  <a:lnTo>
                    <a:pt x="61229" y="768011"/>
                  </a:lnTo>
                  <a:lnTo>
                    <a:pt x="61517" y="767986"/>
                  </a:lnTo>
                  <a:lnTo>
                    <a:pt x="61828" y="767759"/>
                  </a:lnTo>
                  <a:lnTo>
                    <a:pt x="62315" y="767231"/>
                  </a:lnTo>
                  <a:lnTo>
                    <a:pt x="62497" y="766951"/>
                  </a:lnTo>
                  <a:lnTo>
                    <a:pt x="62626" y="766753"/>
                  </a:lnTo>
                  <a:lnTo>
                    <a:pt x="62951" y="766476"/>
                  </a:lnTo>
                  <a:lnTo>
                    <a:pt x="62980" y="766451"/>
                  </a:lnTo>
                  <a:lnTo>
                    <a:pt x="63469" y="766121"/>
                  </a:lnTo>
                  <a:lnTo>
                    <a:pt x="63700" y="765964"/>
                  </a:lnTo>
                  <a:lnTo>
                    <a:pt x="63912" y="765821"/>
                  </a:lnTo>
                  <a:lnTo>
                    <a:pt x="64003" y="765735"/>
                  </a:lnTo>
                  <a:lnTo>
                    <a:pt x="64130" y="765615"/>
                  </a:lnTo>
                  <a:lnTo>
                    <a:pt x="64311" y="765444"/>
                  </a:lnTo>
                  <a:lnTo>
                    <a:pt x="64427" y="765222"/>
                  </a:lnTo>
                  <a:lnTo>
                    <a:pt x="64377" y="764941"/>
                  </a:lnTo>
                  <a:lnTo>
                    <a:pt x="64133" y="764588"/>
                  </a:lnTo>
                  <a:lnTo>
                    <a:pt x="63934" y="764387"/>
                  </a:lnTo>
                  <a:lnTo>
                    <a:pt x="63691" y="764237"/>
                  </a:lnTo>
                  <a:lnTo>
                    <a:pt x="63446" y="764085"/>
                  </a:lnTo>
                  <a:lnTo>
                    <a:pt x="63050" y="763817"/>
                  </a:lnTo>
                  <a:lnTo>
                    <a:pt x="63030" y="763803"/>
                  </a:lnTo>
                  <a:lnTo>
                    <a:pt x="62360" y="763330"/>
                  </a:lnTo>
                  <a:lnTo>
                    <a:pt x="61428" y="762826"/>
                  </a:lnTo>
                  <a:lnTo>
                    <a:pt x="60835" y="762527"/>
                  </a:lnTo>
                  <a:lnTo>
                    <a:pt x="60830" y="762524"/>
                  </a:lnTo>
                  <a:lnTo>
                    <a:pt x="60564" y="762273"/>
                  </a:lnTo>
                  <a:lnTo>
                    <a:pt x="60497" y="762021"/>
                  </a:lnTo>
                  <a:lnTo>
                    <a:pt x="60497" y="761853"/>
                  </a:lnTo>
                  <a:lnTo>
                    <a:pt x="60497" y="761694"/>
                  </a:lnTo>
                  <a:lnTo>
                    <a:pt x="60630" y="761367"/>
                  </a:lnTo>
                  <a:lnTo>
                    <a:pt x="60874" y="761039"/>
                  </a:lnTo>
                  <a:lnTo>
                    <a:pt x="61251" y="760335"/>
                  </a:lnTo>
                  <a:lnTo>
                    <a:pt x="61262" y="760247"/>
                  </a:lnTo>
                  <a:lnTo>
                    <a:pt x="61273" y="760159"/>
                  </a:lnTo>
                  <a:lnTo>
                    <a:pt x="61140" y="759806"/>
                  </a:lnTo>
                  <a:lnTo>
                    <a:pt x="60752" y="759146"/>
                  </a:lnTo>
                  <a:lnTo>
                    <a:pt x="60475" y="758674"/>
                  </a:lnTo>
                  <a:lnTo>
                    <a:pt x="60453" y="758397"/>
                  </a:lnTo>
                  <a:lnTo>
                    <a:pt x="60475" y="758120"/>
                  </a:lnTo>
                  <a:lnTo>
                    <a:pt x="60493" y="758005"/>
                  </a:lnTo>
                  <a:lnTo>
                    <a:pt x="60571" y="757488"/>
                  </a:lnTo>
                  <a:lnTo>
                    <a:pt x="60529" y="757401"/>
                  </a:lnTo>
                  <a:lnTo>
                    <a:pt x="60279" y="756622"/>
                  </a:lnTo>
                  <a:lnTo>
                    <a:pt x="60217" y="756184"/>
                  </a:lnTo>
                  <a:lnTo>
                    <a:pt x="60276" y="755878"/>
                  </a:lnTo>
                  <a:lnTo>
                    <a:pt x="60276" y="755779"/>
                  </a:lnTo>
                  <a:lnTo>
                    <a:pt x="60307" y="755705"/>
                  </a:lnTo>
                  <a:lnTo>
                    <a:pt x="60453" y="755351"/>
                  </a:lnTo>
                  <a:lnTo>
                    <a:pt x="60486" y="755270"/>
                  </a:lnTo>
                  <a:lnTo>
                    <a:pt x="60785" y="754523"/>
                  </a:lnTo>
                  <a:lnTo>
                    <a:pt x="60808" y="754118"/>
                  </a:lnTo>
                  <a:lnTo>
                    <a:pt x="60853" y="753802"/>
                  </a:lnTo>
                  <a:lnTo>
                    <a:pt x="60830" y="753464"/>
                  </a:lnTo>
                  <a:lnTo>
                    <a:pt x="60763" y="753086"/>
                  </a:lnTo>
                  <a:lnTo>
                    <a:pt x="60564" y="752910"/>
                  </a:lnTo>
                  <a:lnTo>
                    <a:pt x="60342" y="752835"/>
                  </a:lnTo>
                  <a:lnTo>
                    <a:pt x="60042" y="752873"/>
                  </a:lnTo>
                  <a:lnTo>
                    <a:pt x="59943" y="752885"/>
                  </a:lnTo>
                  <a:lnTo>
                    <a:pt x="59389" y="753086"/>
                  </a:lnTo>
                  <a:lnTo>
                    <a:pt x="59208" y="753065"/>
                  </a:lnTo>
                  <a:lnTo>
                    <a:pt x="58968" y="753036"/>
                  </a:lnTo>
                  <a:lnTo>
                    <a:pt x="58657" y="752935"/>
                  </a:lnTo>
                  <a:lnTo>
                    <a:pt x="58192" y="752407"/>
                  </a:lnTo>
                  <a:lnTo>
                    <a:pt x="58147" y="752155"/>
                  </a:lnTo>
                  <a:lnTo>
                    <a:pt x="57992" y="751652"/>
                  </a:lnTo>
                  <a:lnTo>
                    <a:pt x="57924" y="751529"/>
                  </a:lnTo>
                  <a:lnTo>
                    <a:pt x="57704" y="751249"/>
                  </a:lnTo>
                  <a:lnTo>
                    <a:pt x="57279" y="750844"/>
                  </a:lnTo>
                  <a:lnTo>
                    <a:pt x="57052" y="750620"/>
                  </a:lnTo>
                  <a:lnTo>
                    <a:pt x="56378" y="749700"/>
                  </a:lnTo>
                  <a:lnTo>
                    <a:pt x="56260" y="749296"/>
                  </a:lnTo>
                  <a:lnTo>
                    <a:pt x="56254" y="749275"/>
                  </a:lnTo>
                  <a:lnTo>
                    <a:pt x="56179" y="748878"/>
                  </a:lnTo>
                  <a:lnTo>
                    <a:pt x="56129" y="748128"/>
                  </a:lnTo>
                  <a:lnTo>
                    <a:pt x="56123" y="748041"/>
                  </a:lnTo>
                  <a:lnTo>
                    <a:pt x="56066" y="747188"/>
                  </a:lnTo>
                  <a:lnTo>
                    <a:pt x="55917" y="746797"/>
                  </a:lnTo>
                  <a:lnTo>
                    <a:pt x="55917" y="745849"/>
                  </a:lnTo>
                  <a:lnTo>
                    <a:pt x="56104" y="744858"/>
                  </a:lnTo>
                  <a:lnTo>
                    <a:pt x="56108" y="744442"/>
                  </a:lnTo>
                  <a:lnTo>
                    <a:pt x="56111" y="744146"/>
                  </a:lnTo>
                  <a:lnTo>
                    <a:pt x="56117" y="743570"/>
                  </a:lnTo>
                  <a:lnTo>
                    <a:pt x="55693" y="742593"/>
                  </a:lnTo>
                  <a:lnTo>
                    <a:pt x="55327" y="741824"/>
                  </a:lnTo>
                  <a:lnTo>
                    <a:pt x="55219" y="741531"/>
                  </a:lnTo>
                  <a:lnTo>
                    <a:pt x="55210" y="741230"/>
                  </a:lnTo>
                  <a:lnTo>
                    <a:pt x="55365" y="740987"/>
                  </a:lnTo>
                  <a:lnTo>
                    <a:pt x="55526" y="740774"/>
                  </a:lnTo>
                  <a:lnTo>
                    <a:pt x="55697" y="740620"/>
                  </a:lnTo>
                  <a:lnTo>
                    <a:pt x="55704" y="740600"/>
                  </a:lnTo>
                  <a:lnTo>
                    <a:pt x="55700" y="740595"/>
                  </a:lnTo>
                  <a:lnTo>
                    <a:pt x="55655" y="740370"/>
                  </a:lnTo>
                  <a:lnTo>
                    <a:pt x="55582" y="740181"/>
                  </a:lnTo>
                  <a:lnTo>
                    <a:pt x="55547" y="740032"/>
                  </a:lnTo>
                  <a:lnTo>
                    <a:pt x="55278" y="739238"/>
                  </a:lnTo>
                  <a:lnTo>
                    <a:pt x="55205" y="739023"/>
                  </a:lnTo>
                  <a:lnTo>
                    <a:pt x="55072" y="738470"/>
                  </a:lnTo>
                  <a:lnTo>
                    <a:pt x="55087" y="738135"/>
                  </a:lnTo>
                  <a:lnTo>
                    <a:pt x="55308" y="737850"/>
                  </a:lnTo>
                  <a:lnTo>
                    <a:pt x="55854" y="737196"/>
                  </a:lnTo>
                  <a:lnTo>
                    <a:pt x="56268" y="736851"/>
                  </a:lnTo>
                  <a:lnTo>
                    <a:pt x="56415" y="736727"/>
                  </a:lnTo>
                  <a:lnTo>
                    <a:pt x="56651" y="736727"/>
                  </a:lnTo>
                  <a:lnTo>
                    <a:pt x="56755" y="736794"/>
                  </a:lnTo>
                  <a:lnTo>
                    <a:pt x="56858" y="736794"/>
                  </a:lnTo>
                  <a:lnTo>
                    <a:pt x="56917" y="736710"/>
                  </a:lnTo>
                  <a:lnTo>
                    <a:pt x="56961" y="736526"/>
                  </a:lnTo>
                  <a:lnTo>
                    <a:pt x="57035" y="736442"/>
                  </a:lnTo>
                  <a:lnTo>
                    <a:pt x="57375" y="736040"/>
                  </a:lnTo>
                  <a:lnTo>
                    <a:pt x="57891" y="735202"/>
                  </a:lnTo>
                  <a:lnTo>
                    <a:pt x="58260" y="734515"/>
                  </a:lnTo>
                  <a:lnTo>
                    <a:pt x="58378" y="733946"/>
                  </a:lnTo>
                  <a:lnTo>
                    <a:pt x="58393" y="733793"/>
                  </a:lnTo>
                  <a:lnTo>
                    <a:pt x="58423" y="733493"/>
                  </a:lnTo>
                  <a:lnTo>
                    <a:pt x="58369" y="733136"/>
                  </a:lnTo>
                  <a:lnTo>
                    <a:pt x="58334" y="732907"/>
                  </a:lnTo>
                  <a:lnTo>
                    <a:pt x="58328" y="732852"/>
                  </a:lnTo>
                  <a:lnTo>
                    <a:pt x="58262" y="732274"/>
                  </a:lnTo>
                  <a:lnTo>
                    <a:pt x="58172" y="731483"/>
                  </a:lnTo>
                  <a:lnTo>
                    <a:pt x="58144" y="731350"/>
                  </a:lnTo>
                  <a:lnTo>
                    <a:pt x="58136" y="731344"/>
                  </a:lnTo>
                  <a:lnTo>
                    <a:pt x="58119" y="731255"/>
                  </a:lnTo>
                  <a:lnTo>
                    <a:pt x="58039" y="730892"/>
                  </a:lnTo>
                  <a:lnTo>
                    <a:pt x="57831" y="730601"/>
                  </a:lnTo>
                  <a:lnTo>
                    <a:pt x="57639" y="730474"/>
                  </a:lnTo>
                  <a:lnTo>
                    <a:pt x="57456" y="730456"/>
                  </a:lnTo>
                  <a:lnTo>
                    <a:pt x="57176" y="730541"/>
                  </a:lnTo>
                  <a:lnTo>
                    <a:pt x="57001" y="730566"/>
                  </a:lnTo>
                  <a:lnTo>
                    <a:pt x="56736" y="730604"/>
                  </a:lnTo>
                  <a:lnTo>
                    <a:pt x="56437" y="730604"/>
                  </a:lnTo>
                  <a:lnTo>
                    <a:pt x="56271" y="730529"/>
                  </a:lnTo>
                  <a:lnTo>
                    <a:pt x="56107" y="730169"/>
                  </a:lnTo>
                  <a:lnTo>
                    <a:pt x="56105" y="730164"/>
                  </a:lnTo>
                  <a:lnTo>
                    <a:pt x="56068" y="730074"/>
                  </a:lnTo>
                  <a:lnTo>
                    <a:pt x="55906" y="729674"/>
                  </a:lnTo>
                  <a:lnTo>
                    <a:pt x="55751" y="729222"/>
                  </a:lnTo>
                  <a:lnTo>
                    <a:pt x="55363" y="728719"/>
                  </a:lnTo>
                  <a:lnTo>
                    <a:pt x="54887" y="728330"/>
                  </a:lnTo>
                  <a:lnTo>
                    <a:pt x="54577" y="728279"/>
                  </a:lnTo>
                  <a:lnTo>
                    <a:pt x="54201" y="728304"/>
                  </a:lnTo>
                  <a:lnTo>
                    <a:pt x="53614" y="728443"/>
                  </a:lnTo>
                  <a:lnTo>
                    <a:pt x="53272" y="728494"/>
                  </a:lnTo>
                  <a:lnTo>
                    <a:pt x="52950" y="728543"/>
                  </a:lnTo>
                  <a:lnTo>
                    <a:pt x="52686" y="728497"/>
                  </a:lnTo>
                  <a:lnTo>
                    <a:pt x="52518" y="728468"/>
                  </a:lnTo>
                  <a:lnTo>
                    <a:pt x="52042" y="728242"/>
                  </a:lnTo>
                  <a:lnTo>
                    <a:pt x="51776" y="728040"/>
                  </a:lnTo>
                  <a:lnTo>
                    <a:pt x="51222" y="727518"/>
                  </a:lnTo>
                  <a:lnTo>
                    <a:pt x="51057" y="727362"/>
                  </a:lnTo>
                  <a:lnTo>
                    <a:pt x="50725" y="727131"/>
                  </a:lnTo>
                  <a:lnTo>
                    <a:pt x="50514" y="726985"/>
                  </a:lnTo>
                  <a:lnTo>
                    <a:pt x="49751" y="726331"/>
                  </a:lnTo>
                  <a:lnTo>
                    <a:pt x="49728" y="726315"/>
                  </a:lnTo>
                  <a:lnTo>
                    <a:pt x="49530" y="726140"/>
                  </a:lnTo>
                  <a:lnTo>
                    <a:pt x="49457" y="726076"/>
                  </a:lnTo>
                  <a:lnTo>
                    <a:pt x="48711" y="725520"/>
                  </a:lnTo>
                  <a:lnTo>
                    <a:pt x="48549" y="725389"/>
                  </a:lnTo>
                  <a:lnTo>
                    <a:pt x="48240" y="725104"/>
                  </a:lnTo>
                  <a:lnTo>
                    <a:pt x="47974" y="725054"/>
                  </a:lnTo>
                  <a:lnTo>
                    <a:pt x="47860" y="725126"/>
                  </a:lnTo>
                  <a:lnTo>
                    <a:pt x="47738" y="725204"/>
                  </a:lnTo>
                  <a:lnTo>
                    <a:pt x="47413" y="725523"/>
                  </a:lnTo>
                  <a:lnTo>
                    <a:pt x="47325" y="725527"/>
                  </a:lnTo>
                  <a:lnTo>
                    <a:pt x="47088" y="725540"/>
                  </a:lnTo>
                  <a:lnTo>
                    <a:pt x="46827" y="725425"/>
                  </a:lnTo>
                  <a:lnTo>
                    <a:pt x="46631" y="725339"/>
                  </a:lnTo>
                  <a:lnTo>
                    <a:pt x="46376" y="725248"/>
                  </a:lnTo>
                  <a:lnTo>
                    <a:pt x="46218" y="725205"/>
                  </a:lnTo>
                  <a:lnTo>
                    <a:pt x="45495" y="725021"/>
                  </a:lnTo>
                  <a:lnTo>
                    <a:pt x="45067" y="725004"/>
                  </a:lnTo>
                  <a:lnTo>
                    <a:pt x="44885" y="724937"/>
                  </a:lnTo>
                  <a:lnTo>
                    <a:pt x="44785" y="724900"/>
                  </a:lnTo>
                  <a:lnTo>
                    <a:pt x="44565" y="724820"/>
                  </a:lnTo>
                  <a:lnTo>
                    <a:pt x="44535" y="724799"/>
                  </a:lnTo>
                  <a:lnTo>
                    <a:pt x="44412" y="724715"/>
                  </a:lnTo>
                  <a:lnTo>
                    <a:pt x="44270" y="724618"/>
                  </a:lnTo>
                  <a:lnTo>
                    <a:pt x="43983" y="724248"/>
                  </a:lnTo>
                  <a:lnTo>
                    <a:pt x="43945" y="724200"/>
                  </a:lnTo>
                  <a:lnTo>
                    <a:pt x="43924" y="724184"/>
                  </a:lnTo>
                  <a:lnTo>
                    <a:pt x="43514" y="723878"/>
                  </a:lnTo>
                  <a:lnTo>
                    <a:pt x="43394" y="723829"/>
                  </a:lnTo>
                  <a:lnTo>
                    <a:pt x="43237" y="723764"/>
                  </a:lnTo>
                  <a:lnTo>
                    <a:pt x="42786" y="723684"/>
                  </a:lnTo>
                  <a:lnTo>
                    <a:pt x="42189" y="723596"/>
                  </a:lnTo>
                  <a:lnTo>
                    <a:pt x="41645" y="723676"/>
                  </a:lnTo>
                  <a:lnTo>
                    <a:pt x="41391" y="723714"/>
                  </a:lnTo>
                  <a:lnTo>
                    <a:pt x="40919" y="723730"/>
                  </a:lnTo>
                  <a:lnTo>
                    <a:pt x="40718" y="723676"/>
                  </a:lnTo>
                  <a:lnTo>
                    <a:pt x="40358" y="723580"/>
                  </a:lnTo>
                  <a:lnTo>
                    <a:pt x="39797" y="723295"/>
                  </a:lnTo>
                  <a:lnTo>
                    <a:pt x="39148" y="722993"/>
                  </a:lnTo>
                  <a:lnTo>
                    <a:pt x="38983" y="722962"/>
                  </a:lnTo>
                  <a:lnTo>
                    <a:pt x="38794" y="722926"/>
                  </a:lnTo>
                  <a:lnTo>
                    <a:pt x="38129" y="722876"/>
                  </a:lnTo>
                  <a:lnTo>
                    <a:pt x="37773" y="722815"/>
                  </a:lnTo>
                  <a:lnTo>
                    <a:pt x="37647" y="722793"/>
                  </a:lnTo>
                  <a:lnTo>
                    <a:pt x="37413" y="722753"/>
                  </a:lnTo>
                  <a:lnTo>
                    <a:pt x="36370" y="722667"/>
                  </a:lnTo>
                  <a:lnTo>
                    <a:pt x="35367" y="722667"/>
                  </a:lnTo>
                  <a:lnTo>
                    <a:pt x="34823" y="722775"/>
                  </a:lnTo>
                  <a:lnTo>
                    <a:pt x="34580" y="722824"/>
                  </a:lnTo>
                  <a:lnTo>
                    <a:pt x="34388" y="722806"/>
                  </a:lnTo>
                  <a:lnTo>
                    <a:pt x="34087" y="722779"/>
                  </a:lnTo>
                  <a:lnTo>
                    <a:pt x="33603" y="722633"/>
                  </a:lnTo>
                  <a:lnTo>
                    <a:pt x="33418" y="722578"/>
                  </a:lnTo>
                  <a:lnTo>
                    <a:pt x="32769" y="722444"/>
                  </a:lnTo>
                  <a:lnTo>
                    <a:pt x="32354" y="722469"/>
                  </a:lnTo>
                  <a:lnTo>
                    <a:pt x="31879" y="722498"/>
                  </a:lnTo>
                  <a:lnTo>
                    <a:pt x="31667" y="722511"/>
                  </a:lnTo>
                  <a:lnTo>
                    <a:pt x="30781" y="722466"/>
                  </a:lnTo>
                  <a:lnTo>
                    <a:pt x="30287" y="722390"/>
                  </a:lnTo>
                  <a:lnTo>
                    <a:pt x="30053" y="722355"/>
                  </a:lnTo>
                  <a:lnTo>
                    <a:pt x="29541" y="722198"/>
                  </a:lnTo>
                  <a:lnTo>
                    <a:pt x="28636" y="722019"/>
                  </a:lnTo>
                  <a:lnTo>
                    <a:pt x="28223" y="721952"/>
                  </a:lnTo>
                  <a:lnTo>
                    <a:pt x="27888" y="721796"/>
                  </a:lnTo>
                  <a:lnTo>
                    <a:pt x="27490" y="721667"/>
                  </a:lnTo>
                  <a:lnTo>
                    <a:pt x="27475" y="721662"/>
                  </a:lnTo>
                  <a:lnTo>
                    <a:pt x="27219" y="721684"/>
                  </a:lnTo>
                  <a:lnTo>
                    <a:pt x="27121" y="721818"/>
                  </a:lnTo>
                  <a:lnTo>
                    <a:pt x="27067" y="721901"/>
                  </a:lnTo>
                  <a:lnTo>
                    <a:pt x="26913" y="722038"/>
                  </a:lnTo>
                  <a:lnTo>
                    <a:pt x="26558" y="722521"/>
                  </a:lnTo>
                  <a:lnTo>
                    <a:pt x="26470" y="722641"/>
                  </a:lnTo>
                  <a:lnTo>
                    <a:pt x="26315" y="723131"/>
                  </a:lnTo>
                  <a:lnTo>
                    <a:pt x="26304" y="723520"/>
                  </a:lnTo>
                  <a:lnTo>
                    <a:pt x="26249" y="724237"/>
                  </a:lnTo>
                  <a:lnTo>
                    <a:pt x="26160" y="724526"/>
                  </a:lnTo>
                  <a:lnTo>
                    <a:pt x="25917" y="724677"/>
                  </a:lnTo>
                  <a:lnTo>
                    <a:pt x="25753" y="724718"/>
                  </a:lnTo>
                  <a:lnTo>
                    <a:pt x="25731" y="724703"/>
                  </a:lnTo>
                  <a:lnTo>
                    <a:pt x="25365" y="724743"/>
                  </a:lnTo>
                  <a:lnTo>
                    <a:pt x="25235" y="724746"/>
                  </a:lnTo>
                  <a:lnTo>
                    <a:pt x="25008" y="724752"/>
                  </a:lnTo>
                  <a:lnTo>
                    <a:pt x="24813" y="724814"/>
                  </a:lnTo>
                  <a:lnTo>
                    <a:pt x="24800" y="724818"/>
                  </a:lnTo>
                  <a:lnTo>
                    <a:pt x="24626" y="725007"/>
                  </a:lnTo>
                  <a:lnTo>
                    <a:pt x="24482" y="725259"/>
                  </a:lnTo>
                  <a:lnTo>
                    <a:pt x="24385" y="725431"/>
                  </a:lnTo>
                  <a:lnTo>
                    <a:pt x="24146" y="725784"/>
                  </a:lnTo>
                  <a:lnTo>
                    <a:pt x="23997" y="725964"/>
                  </a:lnTo>
                  <a:lnTo>
                    <a:pt x="23976" y="726044"/>
                  </a:lnTo>
                  <a:lnTo>
                    <a:pt x="23970" y="726177"/>
                  </a:lnTo>
                  <a:lnTo>
                    <a:pt x="24020" y="726345"/>
                  </a:lnTo>
                  <a:lnTo>
                    <a:pt x="24045" y="726402"/>
                  </a:lnTo>
                  <a:lnTo>
                    <a:pt x="24360" y="726854"/>
                  </a:lnTo>
                  <a:lnTo>
                    <a:pt x="24767" y="727646"/>
                  </a:lnTo>
                  <a:lnTo>
                    <a:pt x="24780" y="727681"/>
                  </a:lnTo>
                  <a:lnTo>
                    <a:pt x="24858" y="727900"/>
                  </a:lnTo>
                  <a:lnTo>
                    <a:pt x="24892" y="728060"/>
                  </a:lnTo>
                  <a:lnTo>
                    <a:pt x="24881" y="728081"/>
                  </a:lnTo>
                  <a:lnTo>
                    <a:pt x="24868" y="728100"/>
                  </a:lnTo>
                  <a:lnTo>
                    <a:pt x="24668" y="728150"/>
                  </a:lnTo>
                  <a:lnTo>
                    <a:pt x="24060" y="728125"/>
                  </a:lnTo>
                  <a:lnTo>
                    <a:pt x="23329" y="728075"/>
                  </a:lnTo>
                  <a:lnTo>
                    <a:pt x="23116" y="728082"/>
                  </a:lnTo>
                  <a:lnTo>
                    <a:pt x="22964" y="728087"/>
                  </a:lnTo>
                  <a:lnTo>
                    <a:pt x="22914" y="728094"/>
                  </a:lnTo>
                  <a:lnTo>
                    <a:pt x="22698" y="728125"/>
                  </a:lnTo>
                  <a:lnTo>
                    <a:pt x="22654" y="728149"/>
                  </a:lnTo>
                  <a:lnTo>
                    <a:pt x="22377" y="728301"/>
                  </a:lnTo>
                  <a:lnTo>
                    <a:pt x="21978" y="728640"/>
                  </a:lnTo>
                  <a:lnTo>
                    <a:pt x="21682" y="728813"/>
                  </a:lnTo>
                  <a:lnTo>
                    <a:pt x="21569" y="728879"/>
                  </a:lnTo>
                  <a:lnTo>
                    <a:pt x="21237" y="728980"/>
                  </a:lnTo>
                  <a:lnTo>
                    <a:pt x="20938" y="728992"/>
                  </a:lnTo>
                  <a:lnTo>
                    <a:pt x="20818" y="728935"/>
                  </a:lnTo>
                  <a:lnTo>
                    <a:pt x="20727" y="728892"/>
                  </a:lnTo>
                  <a:lnTo>
                    <a:pt x="20473" y="728665"/>
                  </a:lnTo>
                  <a:lnTo>
                    <a:pt x="20163" y="728515"/>
                  </a:lnTo>
                  <a:lnTo>
                    <a:pt x="20088" y="728506"/>
                  </a:lnTo>
                  <a:lnTo>
                    <a:pt x="19831" y="728477"/>
                  </a:lnTo>
                  <a:lnTo>
                    <a:pt x="19615" y="728558"/>
                  </a:lnTo>
                  <a:lnTo>
                    <a:pt x="19221" y="728630"/>
                  </a:lnTo>
                  <a:lnTo>
                    <a:pt x="18602" y="728527"/>
                  </a:lnTo>
                  <a:lnTo>
                    <a:pt x="18137" y="728464"/>
                  </a:lnTo>
                  <a:lnTo>
                    <a:pt x="17794" y="728427"/>
                  </a:lnTo>
                  <a:lnTo>
                    <a:pt x="17617" y="728226"/>
                  </a:lnTo>
                  <a:lnTo>
                    <a:pt x="17373" y="727886"/>
                  </a:lnTo>
                  <a:lnTo>
                    <a:pt x="17185" y="727459"/>
                  </a:lnTo>
                  <a:lnTo>
                    <a:pt x="17035" y="726840"/>
                  </a:lnTo>
                  <a:lnTo>
                    <a:pt x="16969" y="726667"/>
                  </a:lnTo>
                  <a:lnTo>
                    <a:pt x="16792" y="726424"/>
                  </a:lnTo>
                  <a:lnTo>
                    <a:pt x="16606" y="726351"/>
                  </a:lnTo>
                  <a:lnTo>
                    <a:pt x="16402" y="726351"/>
                  </a:lnTo>
                  <a:lnTo>
                    <a:pt x="16011" y="726414"/>
                  </a:lnTo>
                  <a:lnTo>
                    <a:pt x="15781" y="726395"/>
                  </a:lnTo>
                  <a:lnTo>
                    <a:pt x="15463" y="726340"/>
                  </a:lnTo>
                  <a:lnTo>
                    <a:pt x="15322" y="726298"/>
                  </a:lnTo>
                  <a:lnTo>
                    <a:pt x="15035" y="726213"/>
                  </a:lnTo>
                  <a:lnTo>
                    <a:pt x="14404" y="725884"/>
                  </a:lnTo>
                  <a:lnTo>
                    <a:pt x="14043" y="725740"/>
                  </a:lnTo>
                  <a:lnTo>
                    <a:pt x="13386" y="725360"/>
                  </a:lnTo>
                  <a:lnTo>
                    <a:pt x="12990" y="725107"/>
                  </a:lnTo>
                  <a:lnTo>
                    <a:pt x="12816" y="724910"/>
                  </a:lnTo>
                  <a:lnTo>
                    <a:pt x="12816" y="724699"/>
                  </a:lnTo>
                  <a:lnTo>
                    <a:pt x="12827" y="724655"/>
                  </a:lnTo>
                  <a:lnTo>
                    <a:pt x="12928" y="724249"/>
                  </a:lnTo>
                  <a:lnTo>
                    <a:pt x="13015" y="723968"/>
                  </a:lnTo>
                  <a:lnTo>
                    <a:pt x="13035" y="723845"/>
                  </a:lnTo>
                  <a:lnTo>
                    <a:pt x="13054" y="723736"/>
                  </a:lnTo>
                  <a:lnTo>
                    <a:pt x="13056" y="723692"/>
                  </a:lnTo>
                  <a:lnTo>
                    <a:pt x="13040" y="723544"/>
                  </a:lnTo>
                  <a:lnTo>
                    <a:pt x="13037" y="723512"/>
                  </a:lnTo>
                  <a:lnTo>
                    <a:pt x="12957" y="723412"/>
                  </a:lnTo>
                  <a:lnTo>
                    <a:pt x="12946" y="723398"/>
                  </a:lnTo>
                  <a:lnTo>
                    <a:pt x="12914" y="723366"/>
                  </a:lnTo>
                  <a:lnTo>
                    <a:pt x="12653" y="723086"/>
                  </a:lnTo>
                  <a:lnTo>
                    <a:pt x="12578" y="722963"/>
                  </a:lnTo>
                  <a:lnTo>
                    <a:pt x="12525" y="722634"/>
                  </a:lnTo>
                  <a:lnTo>
                    <a:pt x="12412" y="722420"/>
                  </a:lnTo>
                  <a:lnTo>
                    <a:pt x="12142" y="722194"/>
                  </a:lnTo>
                  <a:lnTo>
                    <a:pt x="11743" y="721838"/>
                  </a:lnTo>
                  <a:lnTo>
                    <a:pt x="11572" y="721531"/>
                  </a:lnTo>
                  <a:lnTo>
                    <a:pt x="11487" y="721030"/>
                  </a:lnTo>
                  <a:lnTo>
                    <a:pt x="11343" y="720272"/>
                  </a:lnTo>
                  <a:lnTo>
                    <a:pt x="11330" y="720206"/>
                  </a:lnTo>
                  <a:lnTo>
                    <a:pt x="11314" y="720136"/>
                  </a:lnTo>
                  <a:lnTo>
                    <a:pt x="11259" y="719899"/>
                  </a:lnTo>
                  <a:lnTo>
                    <a:pt x="11074" y="719737"/>
                  </a:lnTo>
                  <a:lnTo>
                    <a:pt x="10832" y="719640"/>
                  </a:lnTo>
                  <a:lnTo>
                    <a:pt x="10661" y="719478"/>
                  </a:lnTo>
                  <a:lnTo>
                    <a:pt x="10647" y="719252"/>
                  </a:lnTo>
                  <a:lnTo>
                    <a:pt x="10650" y="718830"/>
                  </a:lnTo>
                  <a:lnTo>
                    <a:pt x="10693" y="718331"/>
                  </a:lnTo>
                  <a:lnTo>
                    <a:pt x="10698" y="718327"/>
                  </a:lnTo>
                  <a:lnTo>
                    <a:pt x="10698" y="718064"/>
                  </a:lnTo>
                  <a:lnTo>
                    <a:pt x="10712" y="717784"/>
                  </a:lnTo>
                  <a:lnTo>
                    <a:pt x="10735" y="717675"/>
                  </a:lnTo>
                  <a:lnTo>
                    <a:pt x="10756" y="717570"/>
                  </a:lnTo>
                  <a:lnTo>
                    <a:pt x="10887" y="717389"/>
                  </a:lnTo>
                  <a:lnTo>
                    <a:pt x="11104" y="717241"/>
                  </a:lnTo>
                  <a:lnTo>
                    <a:pt x="11183" y="717061"/>
                  </a:lnTo>
                  <a:lnTo>
                    <a:pt x="11235" y="716945"/>
                  </a:lnTo>
                  <a:lnTo>
                    <a:pt x="11162" y="716648"/>
                  </a:lnTo>
                  <a:lnTo>
                    <a:pt x="10654" y="716088"/>
                  </a:lnTo>
                  <a:lnTo>
                    <a:pt x="10646" y="716065"/>
                  </a:lnTo>
                  <a:lnTo>
                    <a:pt x="10624" y="716045"/>
                  </a:lnTo>
                  <a:lnTo>
                    <a:pt x="10518" y="715878"/>
                  </a:lnTo>
                  <a:lnTo>
                    <a:pt x="10484" y="715573"/>
                  </a:lnTo>
                  <a:lnTo>
                    <a:pt x="10408" y="715315"/>
                  </a:lnTo>
                  <a:lnTo>
                    <a:pt x="10277" y="715051"/>
                  </a:lnTo>
                  <a:lnTo>
                    <a:pt x="10045" y="714738"/>
                  </a:lnTo>
                  <a:lnTo>
                    <a:pt x="9784" y="714508"/>
                  </a:lnTo>
                  <a:lnTo>
                    <a:pt x="9567" y="714277"/>
                  </a:lnTo>
                  <a:lnTo>
                    <a:pt x="9538" y="714113"/>
                  </a:lnTo>
                  <a:lnTo>
                    <a:pt x="9523" y="713866"/>
                  </a:lnTo>
                  <a:lnTo>
                    <a:pt x="9392" y="713662"/>
                  </a:lnTo>
                  <a:lnTo>
                    <a:pt x="8974" y="713385"/>
                  </a:lnTo>
                  <a:lnTo>
                    <a:pt x="8456" y="713115"/>
                  </a:lnTo>
                  <a:lnTo>
                    <a:pt x="8365" y="712990"/>
                  </a:lnTo>
                  <a:lnTo>
                    <a:pt x="8328" y="712879"/>
                  </a:lnTo>
                  <a:lnTo>
                    <a:pt x="8310" y="712410"/>
                  </a:lnTo>
                  <a:lnTo>
                    <a:pt x="8415" y="711880"/>
                  </a:lnTo>
                  <a:lnTo>
                    <a:pt x="8437" y="711770"/>
                  </a:lnTo>
                  <a:lnTo>
                    <a:pt x="8455" y="711678"/>
                  </a:lnTo>
                  <a:lnTo>
                    <a:pt x="8511" y="711555"/>
                  </a:lnTo>
                  <a:lnTo>
                    <a:pt x="8541" y="711440"/>
                  </a:lnTo>
                  <a:lnTo>
                    <a:pt x="8572" y="711329"/>
                  </a:lnTo>
                  <a:lnTo>
                    <a:pt x="8718" y="711024"/>
                  </a:lnTo>
                  <a:lnTo>
                    <a:pt x="8773" y="710900"/>
                  </a:lnTo>
                  <a:lnTo>
                    <a:pt x="8882" y="710811"/>
                  </a:lnTo>
                  <a:lnTo>
                    <a:pt x="8961" y="710688"/>
                  </a:lnTo>
                  <a:lnTo>
                    <a:pt x="9090" y="710610"/>
                  </a:lnTo>
                  <a:lnTo>
                    <a:pt x="9102" y="710602"/>
                  </a:lnTo>
                  <a:lnTo>
                    <a:pt x="9384" y="710602"/>
                  </a:lnTo>
                  <a:lnTo>
                    <a:pt x="9477" y="710485"/>
                  </a:lnTo>
                  <a:lnTo>
                    <a:pt x="9482" y="710376"/>
                  </a:lnTo>
                  <a:lnTo>
                    <a:pt x="9487" y="710240"/>
                  </a:lnTo>
                  <a:lnTo>
                    <a:pt x="9552" y="709953"/>
                  </a:lnTo>
                  <a:lnTo>
                    <a:pt x="9768" y="709580"/>
                  </a:lnTo>
                  <a:lnTo>
                    <a:pt x="10021" y="709293"/>
                  </a:lnTo>
                  <a:lnTo>
                    <a:pt x="10237" y="709112"/>
                  </a:lnTo>
                  <a:lnTo>
                    <a:pt x="10403" y="709065"/>
                  </a:lnTo>
                  <a:lnTo>
                    <a:pt x="10585" y="709095"/>
                  </a:lnTo>
                  <a:lnTo>
                    <a:pt x="10745" y="709106"/>
                  </a:lnTo>
                  <a:lnTo>
                    <a:pt x="10886" y="709074"/>
                  </a:lnTo>
                  <a:lnTo>
                    <a:pt x="10979" y="708925"/>
                  </a:lnTo>
                  <a:lnTo>
                    <a:pt x="11050" y="708825"/>
                  </a:lnTo>
                  <a:lnTo>
                    <a:pt x="11092" y="708765"/>
                  </a:lnTo>
                  <a:lnTo>
                    <a:pt x="11195" y="708701"/>
                  </a:lnTo>
                  <a:lnTo>
                    <a:pt x="11383" y="708712"/>
                  </a:lnTo>
                  <a:lnTo>
                    <a:pt x="11570" y="708797"/>
                  </a:lnTo>
                  <a:lnTo>
                    <a:pt x="11588" y="708812"/>
                  </a:lnTo>
                  <a:lnTo>
                    <a:pt x="11720" y="708925"/>
                  </a:lnTo>
                  <a:lnTo>
                    <a:pt x="11964" y="709106"/>
                  </a:lnTo>
                  <a:lnTo>
                    <a:pt x="12142" y="709129"/>
                  </a:lnTo>
                  <a:lnTo>
                    <a:pt x="12208" y="709138"/>
                  </a:lnTo>
                  <a:lnTo>
                    <a:pt x="12574" y="709116"/>
                  </a:lnTo>
                  <a:lnTo>
                    <a:pt x="12780" y="709106"/>
                  </a:lnTo>
                  <a:lnTo>
                    <a:pt x="12921" y="709170"/>
                  </a:lnTo>
                  <a:lnTo>
                    <a:pt x="12945" y="709203"/>
                  </a:lnTo>
                  <a:lnTo>
                    <a:pt x="13009" y="709291"/>
                  </a:lnTo>
                  <a:lnTo>
                    <a:pt x="13053" y="709351"/>
                  </a:lnTo>
                  <a:lnTo>
                    <a:pt x="13058" y="709388"/>
                  </a:lnTo>
                  <a:lnTo>
                    <a:pt x="13061" y="709394"/>
                  </a:lnTo>
                  <a:lnTo>
                    <a:pt x="13189" y="709671"/>
                  </a:lnTo>
                  <a:lnTo>
                    <a:pt x="13356" y="709890"/>
                  </a:lnTo>
                  <a:lnTo>
                    <a:pt x="13549" y="709948"/>
                  </a:lnTo>
                  <a:lnTo>
                    <a:pt x="13600" y="709919"/>
                  </a:lnTo>
                  <a:lnTo>
                    <a:pt x="13624" y="709895"/>
                  </a:lnTo>
                  <a:lnTo>
                    <a:pt x="13716" y="709803"/>
                  </a:lnTo>
                  <a:lnTo>
                    <a:pt x="13921" y="709482"/>
                  </a:lnTo>
                  <a:lnTo>
                    <a:pt x="14487" y="708724"/>
                  </a:lnTo>
                  <a:lnTo>
                    <a:pt x="14584" y="708503"/>
                  </a:lnTo>
                  <a:lnTo>
                    <a:pt x="14608" y="708311"/>
                  </a:lnTo>
                  <a:lnTo>
                    <a:pt x="14608" y="708138"/>
                  </a:lnTo>
                  <a:lnTo>
                    <a:pt x="14541" y="707543"/>
                  </a:lnTo>
                  <a:lnTo>
                    <a:pt x="14401" y="706837"/>
                  </a:lnTo>
                  <a:lnTo>
                    <a:pt x="14395" y="706612"/>
                  </a:lnTo>
                  <a:lnTo>
                    <a:pt x="14345" y="706215"/>
                  </a:lnTo>
                  <a:lnTo>
                    <a:pt x="14345" y="705880"/>
                  </a:lnTo>
                  <a:lnTo>
                    <a:pt x="14327" y="705831"/>
                  </a:lnTo>
                  <a:lnTo>
                    <a:pt x="14322" y="705729"/>
                  </a:lnTo>
                  <a:lnTo>
                    <a:pt x="14224" y="705459"/>
                  </a:lnTo>
                  <a:lnTo>
                    <a:pt x="14096" y="705279"/>
                  </a:lnTo>
                  <a:lnTo>
                    <a:pt x="13809" y="704843"/>
                  </a:lnTo>
                  <a:lnTo>
                    <a:pt x="13590" y="704400"/>
                  </a:lnTo>
                  <a:lnTo>
                    <a:pt x="13387" y="703997"/>
                  </a:lnTo>
                  <a:lnTo>
                    <a:pt x="13266" y="703969"/>
                  </a:lnTo>
                  <a:lnTo>
                    <a:pt x="12996" y="703969"/>
                  </a:lnTo>
                  <a:lnTo>
                    <a:pt x="12706" y="704028"/>
                  </a:lnTo>
                  <a:lnTo>
                    <a:pt x="12619" y="704028"/>
                  </a:lnTo>
                  <a:lnTo>
                    <a:pt x="12383" y="704063"/>
                  </a:lnTo>
                  <a:lnTo>
                    <a:pt x="12336" y="704091"/>
                  </a:lnTo>
                  <a:lnTo>
                    <a:pt x="12225" y="704157"/>
                  </a:lnTo>
                  <a:lnTo>
                    <a:pt x="12123" y="704485"/>
                  </a:lnTo>
                  <a:lnTo>
                    <a:pt x="11993" y="704673"/>
                  </a:lnTo>
                  <a:lnTo>
                    <a:pt x="11968" y="704676"/>
                  </a:lnTo>
                  <a:lnTo>
                    <a:pt x="11853" y="704687"/>
                  </a:lnTo>
                  <a:lnTo>
                    <a:pt x="11499" y="704622"/>
                  </a:lnTo>
                  <a:lnTo>
                    <a:pt x="11291" y="704622"/>
                  </a:lnTo>
                  <a:lnTo>
                    <a:pt x="10958" y="704815"/>
                  </a:lnTo>
                  <a:lnTo>
                    <a:pt x="10547" y="704905"/>
                  </a:lnTo>
                  <a:lnTo>
                    <a:pt x="10105" y="704899"/>
                  </a:lnTo>
                  <a:lnTo>
                    <a:pt x="9957" y="704748"/>
                  </a:lnTo>
                  <a:lnTo>
                    <a:pt x="9899" y="704398"/>
                  </a:lnTo>
                  <a:lnTo>
                    <a:pt x="9918" y="704070"/>
                  </a:lnTo>
                  <a:lnTo>
                    <a:pt x="9880" y="703720"/>
                  </a:lnTo>
                  <a:lnTo>
                    <a:pt x="9743" y="703337"/>
                  </a:lnTo>
                  <a:lnTo>
                    <a:pt x="9716" y="703260"/>
                  </a:lnTo>
                  <a:lnTo>
                    <a:pt x="9437" y="702779"/>
                  </a:lnTo>
                  <a:lnTo>
                    <a:pt x="9196" y="702571"/>
                  </a:lnTo>
                  <a:lnTo>
                    <a:pt x="9094" y="702451"/>
                  </a:lnTo>
                  <a:lnTo>
                    <a:pt x="8993" y="702331"/>
                  </a:lnTo>
                  <a:lnTo>
                    <a:pt x="8973" y="702075"/>
                  </a:lnTo>
                  <a:lnTo>
                    <a:pt x="9014" y="701919"/>
                  </a:lnTo>
                  <a:lnTo>
                    <a:pt x="9014" y="701588"/>
                  </a:lnTo>
                  <a:lnTo>
                    <a:pt x="9077" y="700665"/>
                  </a:lnTo>
                  <a:lnTo>
                    <a:pt x="9063" y="700456"/>
                  </a:lnTo>
                  <a:lnTo>
                    <a:pt x="9013" y="700322"/>
                  </a:lnTo>
                  <a:lnTo>
                    <a:pt x="8979" y="700230"/>
                  </a:lnTo>
                  <a:lnTo>
                    <a:pt x="8838" y="699842"/>
                  </a:lnTo>
                  <a:lnTo>
                    <a:pt x="8831" y="699814"/>
                  </a:lnTo>
                  <a:lnTo>
                    <a:pt x="8793" y="699731"/>
                  </a:lnTo>
                  <a:lnTo>
                    <a:pt x="8737" y="699610"/>
                  </a:lnTo>
                  <a:lnTo>
                    <a:pt x="8583" y="699421"/>
                  </a:lnTo>
                  <a:lnTo>
                    <a:pt x="8403" y="699348"/>
                  </a:lnTo>
                  <a:lnTo>
                    <a:pt x="8274" y="699333"/>
                  </a:lnTo>
                  <a:lnTo>
                    <a:pt x="8264" y="699322"/>
                  </a:lnTo>
                  <a:lnTo>
                    <a:pt x="8183" y="699308"/>
                  </a:lnTo>
                  <a:lnTo>
                    <a:pt x="8048" y="699144"/>
                  </a:lnTo>
                  <a:lnTo>
                    <a:pt x="8018" y="698936"/>
                  </a:lnTo>
                  <a:lnTo>
                    <a:pt x="7981" y="698684"/>
                  </a:lnTo>
                  <a:lnTo>
                    <a:pt x="7942" y="698455"/>
                  </a:lnTo>
                  <a:lnTo>
                    <a:pt x="7778" y="698378"/>
                  </a:lnTo>
                  <a:lnTo>
                    <a:pt x="7643" y="698378"/>
                  </a:lnTo>
                  <a:lnTo>
                    <a:pt x="7325" y="698498"/>
                  </a:lnTo>
                  <a:lnTo>
                    <a:pt x="7123" y="698564"/>
                  </a:lnTo>
                  <a:lnTo>
                    <a:pt x="7010" y="698550"/>
                  </a:lnTo>
                  <a:lnTo>
                    <a:pt x="6913" y="698517"/>
                  </a:lnTo>
                  <a:lnTo>
                    <a:pt x="6606" y="698305"/>
                  </a:lnTo>
                  <a:lnTo>
                    <a:pt x="6553" y="698269"/>
                  </a:lnTo>
                  <a:lnTo>
                    <a:pt x="6359" y="698062"/>
                  </a:lnTo>
                  <a:lnTo>
                    <a:pt x="6343" y="697897"/>
                  </a:lnTo>
                  <a:lnTo>
                    <a:pt x="6439" y="697536"/>
                  </a:lnTo>
                  <a:lnTo>
                    <a:pt x="6478" y="697186"/>
                  </a:lnTo>
                  <a:lnTo>
                    <a:pt x="6443" y="696966"/>
                  </a:lnTo>
                  <a:lnTo>
                    <a:pt x="6429" y="696880"/>
                  </a:lnTo>
                  <a:lnTo>
                    <a:pt x="6394" y="696768"/>
                  </a:lnTo>
                  <a:lnTo>
                    <a:pt x="6265" y="696725"/>
                  </a:lnTo>
                  <a:lnTo>
                    <a:pt x="6237" y="696716"/>
                  </a:lnTo>
                  <a:lnTo>
                    <a:pt x="6044" y="696672"/>
                  </a:lnTo>
                  <a:lnTo>
                    <a:pt x="5948" y="696541"/>
                  </a:lnTo>
                  <a:lnTo>
                    <a:pt x="5931" y="696468"/>
                  </a:lnTo>
                  <a:lnTo>
                    <a:pt x="5872" y="696373"/>
                  </a:lnTo>
                  <a:lnTo>
                    <a:pt x="5854" y="696192"/>
                  </a:lnTo>
                  <a:lnTo>
                    <a:pt x="5842" y="696167"/>
                  </a:lnTo>
                  <a:lnTo>
                    <a:pt x="5842" y="696069"/>
                  </a:lnTo>
                  <a:lnTo>
                    <a:pt x="5819" y="696033"/>
                  </a:lnTo>
                  <a:lnTo>
                    <a:pt x="5733" y="695527"/>
                  </a:lnTo>
                  <a:lnTo>
                    <a:pt x="5563" y="695088"/>
                  </a:lnTo>
                  <a:lnTo>
                    <a:pt x="5471" y="694957"/>
                  </a:lnTo>
                  <a:lnTo>
                    <a:pt x="5193" y="694641"/>
                  </a:lnTo>
                  <a:lnTo>
                    <a:pt x="5084" y="694517"/>
                  </a:lnTo>
                  <a:lnTo>
                    <a:pt x="4951" y="694346"/>
                  </a:lnTo>
                  <a:lnTo>
                    <a:pt x="4737" y="694262"/>
                  </a:lnTo>
                  <a:lnTo>
                    <a:pt x="4502" y="694270"/>
                  </a:lnTo>
                  <a:lnTo>
                    <a:pt x="4067" y="694413"/>
                  </a:lnTo>
                  <a:lnTo>
                    <a:pt x="3469" y="694477"/>
                  </a:lnTo>
                  <a:lnTo>
                    <a:pt x="3448" y="694479"/>
                  </a:lnTo>
                  <a:lnTo>
                    <a:pt x="3146" y="694379"/>
                  </a:lnTo>
                  <a:lnTo>
                    <a:pt x="2940" y="694220"/>
                  </a:lnTo>
                  <a:lnTo>
                    <a:pt x="2814" y="694028"/>
                  </a:lnTo>
                  <a:lnTo>
                    <a:pt x="2778" y="693752"/>
                  </a:lnTo>
                  <a:lnTo>
                    <a:pt x="2763" y="693325"/>
                  </a:lnTo>
                  <a:lnTo>
                    <a:pt x="2736" y="693147"/>
                  </a:lnTo>
                  <a:lnTo>
                    <a:pt x="2719" y="693033"/>
                  </a:lnTo>
                  <a:lnTo>
                    <a:pt x="2453" y="692890"/>
                  </a:lnTo>
                  <a:lnTo>
                    <a:pt x="1901" y="692915"/>
                  </a:lnTo>
                  <a:lnTo>
                    <a:pt x="1788" y="692897"/>
                  </a:lnTo>
                  <a:lnTo>
                    <a:pt x="1702" y="692882"/>
                  </a:lnTo>
                  <a:lnTo>
                    <a:pt x="1680" y="692748"/>
                  </a:lnTo>
                  <a:lnTo>
                    <a:pt x="1761" y="692497"/>
                  </a:lnTo>
                  <a:lnTo>
                    <a:pt x="2063" y="692188"/>
                  </a:lnTo>
                  <a:lnTo>
                    <a:pt x="2203" y="691870"/>
                  </a:lnTo>
                  <a:lnTo>
                    <a:pt x="2210" y="691652"/>
                  </a:lnTo>
                  <a:lnTo>
                    <a:pt x="2189" y="691502"/>
                  </a:lnTo>
                  <a:lnTo>
                    <a:pt x="2166" y="691343"/>
                  </a:lnTo>
                  <a:lnTo>
                    <a:pt x="2001" y="691115"/>
                  </a:lnTo>
                  <a:lnTo>
                    <a:pt x="1960" y="691059"/>
                  </a:lnTo>
                  <a:lnTo>
                    <a:pt x="1709" y="690749"/>
                  </a:lnTo>
                  <a:lnTo>
                    <a:pt x="1702" y="690532"/>
                  </a:lnTo>
                  <a:lnTo>
                    <a:pt x="1739" y="690348"/>
                  </a:lnTo>
                  <a:lnTo>
                    <a:pt x="1842" y="690139"/>
                  </a:lnTo>
                  <a:lnTo>
                    <a:pt x="1995" y="689827"/>
                  </a:lnTo>
                  <a:lnTo>
                    <a:pt x="2048" y="689668"/>
                  </a:lnTo>
                  <a:lnTo>
                    <a:pt x="2159" y="689148"/>
                  </a:lnTo>
                  <a:lnTo>
                    <a:pt x="2154" y="689001"/>
                  </a:lnTo>
                  <a:lnTo>
                    <a:pt x="2114" y="688840"/>
                  </a:lnTo>
                  <a:lnTo>
                    <a:pt x="1167" y="688155"/>
                  </a:lnTo>
                  <a:lnTo>
                    <a:pt x="310" y="687715"/>
                  </a:lnTo>
                  <a:lnTo>
                    <a:pt x="0" y="687575"/>
                  </a:lnTo>
                  <a:lnTo>
                    <a:pt x="31" y="687416"/>
                  </a:lnTo>
                  <a:lnTo>
                    <a:pt x="76" y="687365"/>
                  </a:lnTo>
                  <a:lnTo>
                    <a:pt x="273" y="687322"/>
                  </a:lnTo>
                  <a:lnTo>
                    <a:pt x="705" y="687264"/>
                  </a:lnTo>
                  <a:lnTo>
                    <a:pt x="804" y="687259"/>
                  </a:lnTo>
                  <a:lnTo>
                    <a:pt x="1562" y="687062"/>
                  </a:lnTo>
                  <a:lnTo>
                    <a:pt x="2228" y="687024"/>
                  </a:lnTo>
                  <a:lnTo>
                    <a:pt x="3226" y="686723"/>
                  </a:lnTo>
                  <a:lnTo>
                    <a:pt x="3569" y="686377"/>
                  </a:lnTo>
                  <a:lnTo>
                    <a:pt x="3837" y="685655"/>
                  </a:lnTo>
                  <a:lnTo>
                    <a:pt x="3956" y="684800"/>
                  </a:lnTo>
                  <a:lnTo>
                    <a:pt x="4098" y="684216"/>
                  </a:lnTo>
                  <a:lnTo>
                    <a:pt x="4220" y="683909"/>
                  </a:lnTo>
                  <a:lnTo>
                    <a:pt x="4471" y="683788"/>
                  </a:lnTo>
                  <a:lnTo>
                    <a:pt x="4576" y="683728"/>
                  </a:lnTo>
                  <a:lnTo>
                    <a:pt x="4611" y="683714"/>
                  </a:lnTo>
                  <a:lnTo>
                    <a:pt x="5000" y="683295"/>
                  </a:lnTo>
                  <a:lnTo>
                    <a:pt x="5379" y="683134"/>
                  </a:lnTo>
                  <a:lnTo>
                    <a:pt x="6094" y="683109"/>
                  </a:lnTo>
                  <a:lnTo>
                    <a:pt x="6162" y="683123"/>
                  </a:lnTo>
                  <a:lnTo>
                    <a:pt x="6498" y="683242"/>
                  </a:lnTo>
                  <a:lnTo>
                    <a:pt x="7477" y="683377"/>
                  </a:lnTo>
                  <a:lnTo>
                    <a:pt x="8378" y="683494"/>
                  </a:lnTo>
                  <a:lnTo>
                    <a:pt x="9170" y="683691"/>
                  </a:lnTo>
                  <a:lnTo>
                    <a:pt x="9872" y="683721"/>
                  </a:lnTo>
                  <a:lnTo>
                    <a:pt x="10415" y="683712"/>
                  </a:lnTo>
                  <a:lnTo>
                    <a:pt x="10745" y="683674"/>
                  </a:lnTo>
                  <a:lnTo>
                    <a:pt x="11720" y="683348"/>
                  </a:lnTo>
                  <a:lnTo>
                    <a:pt x="12280" y="683311"/>
                  </a:lnTo>
                  <a:lnTo>
                    <a:pt x="13291" y="683377"/>
                  </a:lnTo>
                  <a:lnTo>
                    <a:pt x="14006" y="683172"/>
                  </a:lnTo>
                  <a:lnTo>
                    <a:pt x="14794" y="682993"/>
                  </a:lnTo>
                  <a:lnTo>
                    <a:pt x="14949" y="682929"/>
                  </a:lnTo>
                  <a:lnTo>
                    <a:pt x="15120" y="682907"/>
                  </a:lnTo>
                  <a:lnTo>
                    <a:pt x="15325" y="682902"/>
                  </a:lnTo>
                  <a:lnTo>
                    <a:pt x="15422" y="682871"/>
                  </a:lnTo>
                  <a:lnTo>
                    <a:pt x="15497" y="682847"/>
                  </a:lnTo>
                  <a:lnTo>
                    <a:pt x="15581" y="682776"/>
                  </a:lnTo>
                  <a:lnTo>
                    <a:pt x="15621" y="682682"/>
                  </a:lnTo>
                  <a:lnTo>
                    <a:pt x="15627" y="682631"/>
                  </a:lnTo>
                  <a:lnTo>
                    <a:pt x="15647" y="682439"/>
                  </a:lnTo>
                  <a:lnTo>
                    <a:pt x="15686" y="682120"/>
                  </a:lnTo>
                  <a:lnTo>
                    <a:pt x="15798" y="681918"/>
                  </a:lnTo>
                  <a:lnTo>
                    <a:pt x="15849" y="681790"/>
                  </a:lnTo>
                  <a:lnTo>
                    <a:pt x="15954" y="681618"/>
                  </a:lnTo>
                  <a:lnTo>
                    <a:pt x="16217" y="681028"/>
                  </a:lnTo>
                  <a:lnTo>
                    <a:pt x="16602" y="680699"/>
                  </a:lnTo>
                  <a:lnTo>
                    <a:pt x="16696" y="680562"/>
                  </a:lnTo>
                  <a:lnTo>
                    <a:pt x="16709" y="680279"/>
                  </a:lnTo>
                  <a:lnTo>
                    <a:pt x="16692" y="680142"/>
                  </a:lnTo>
                  <a:lnTo>
                    <a:pt x="16436" y="679932"/>
                  </a:lnTo>
                  <a:lnTo>
                    <a:pt x="16353" y="679836"/>
                  </a:lnTo>
                  <a:lnTo>
                    <a:pt x="16351" y="679830"/>
                  </a:lnTo>
                  <a:lnTo>
                    <a:pt x="16329" y="679742"/>
                  </a:lnTo>
                  <a:lnTo>
                    <a:pt x="16442" y="679562"/>
                  </a:lnTo>
                  <a:lnTo>
                    <a:pt x="16703" y="679307"/>
                  </a:lnTo>
                  <a:lnTo>
                    <a:pt x="16944" y="679033"/>
                  </a:lnTo>
                  <a:lnTo>
                    <a:pt x="16972" y="679001"/>
                  </a:lnTo>
                  <a:lnTo>
                    <a:pt x="17148" y="678955"/>
                  </a:lnTo>
                  <a:lnTo>
                    <a:pt x="17404" y="678889"/>
                  </a:lnTo>
                  <a:lnTo>
                    <a:pt x="17673" y="678654"/>
                  </a:lnTo>
                  <a:lnTo>
                    <a:pt x="17826" y="678429"/>
                  </a:lnTo>
                  <a:lnTo>
                    <a:pt x="17826" y="678205"/>
                  </a:lnTo>
                  <a:lnTo>
                    <a:pt x="17718" y="677940"/>
                  </a:lnTo>
                  <a:lnTo>
                    <a:pt x="17718" y="677756"/>
                  </a:lnTo>
                  <a:lnTo>
                    <a:pt x="17736" y="677501"/>
                  </a:lnTo>
                  <a:lnTo>
                    <a:pt x="17767" y="677440"/>
                  </a:lnTo>
                  <a:lnTo>
                    <a:pt x="17801" y="677419"/>
                  </a:lnTo>
                  <a:lnTo>
                    <a:pt x="18097" y="677410"/>
                  </a:lnTo>
                  <a:lnTo>
                    <a:pt x="18488" y="677410"/>
                  </a:lnTo>
                  <a:lnTo>
                    <a:pt x="18818" y="677321"/>
                  </a:lnTo>
                  <a:lnTo>
                    <a:pt x="19114" y="677133"/>
                  </a:lnTo>
                  <a:lnTo>
                    <a:pt x="19244" y="676818"/>
                  </a:lnTo>
                  <a:lnTo>
                    <a:pt x="19296" y="676346"/>
                  </a:lnTo>
                  <a:lnTo>
                    <a:pt x="19221" y="675751"/>
                  </a:lnTo>
                  <a:lnTo>
                    <a:pt x="19070" y="675211"/>
                  </a:lnTo>
                  <a:lnTo>
                    <a:pt x="18989" y="674698"/>
                  </a:lnTo>
                  <a:lnTo>
                    <a:pt x="18931" y="674290"/>
                  </a:lnTo>
                  <a:lnTo>
                    <a:pt x="18826" y="674027"/>
                  </a:lnTo>
                  <a:lnTo>
                    <a:pt x="18653" y="673738"/>
                  </a:lnTo>
                  <a:lnTo>
                    <a:pt x="18636" y="673714"/>
                  </a:lnTo>
                  <a:lnTo>
                    <a:pt x="18444" y="673243"/>
                  </a:lnTo>
                  <a:lnTo>
                    <a:pt x="18413" y="673170"/>
                  </a:lnTo>
                  <a:lnTo>
                    <a:pt x="18409" y="673165"/>
                  </a:lnTo>
                  <a:lnTo>
                    <a:pt x="18325" y="672864"/>
                  </a:lnTo>
                  <a:lnTo>
                    <a:pt x="18324" y="672386"/>
                  </a:lnTo>
                  <a:lnTo>
                    <a:pt x="18290" y="672105"/>
                  </a:lnTo>
                  <a:lnTo>
                    <a:pt x="18119" y="671786"/>
                  </a:lnTo>
                  <a:lnTo>
                    <a:pt x="18002" y="671656"/>
                  </a:lnTo>
                  <a:lnTo>
                    <a:pt x="17842" y="671478"/>
                  </a:lnTo>
                  <a:lnTo>
                    <a:pt x="17770" y="671399"/>
                  </a:lnTo>
                  <a:lnTo>
                    <a:pt x="17702" y="671283"/>
                  </a:lnTo>
                  <a:lnTo>
                    <a:pt x="17710" y="671186"/>
                  </a:lnTo>
                  <a:lnTo>
                    <a:pt x="17814" y="671153"/>
                  </a:lnTo>
                  <a:lnTo>
                    <a:pt x="17832" y="671152"/>
                  </a:lnTo>
                  <a:lnTo>
                    <a:pt x="17912" y="671106"/>
                  </a:lnTo>
                  <a:lnTo>
                    <a:pt x="17969" y="671068"/>
                  </a:lnTo>
                  <a:lnTo>
                    <a:pt x="17970" y="671052"/>
                  </a:lnTo>
                  <a:lnTo>
                    <a:pt x="17972" y="671023"/>
                  </a:lnTo>
                  <a:lnTo>
                    <a:pt x="17975" y="670979"/>
                  </a:lnTo>
                  <a:lnTo>
                    <a:pt x="17929" y="670882"/>
                  </a:lnTo>
                  <a:lnTo>
                    <a:pt x="17904" y="670869"/>
                  </a:lnTo>
                  <a:lnTo>
                    <a:pt x="17727" y="670779"/>
                  </a:lnTo>
                  <a:lnTo>
                    <a:pt x="17623" y="670742"/>
                  </a:lnTo>
                  <a:lnTo>
                    <a:pt x="17545" y="670623"/>
                  </a:lnTo>
                  <a:lnTo>
                    <a:pt x="17535" y="670545"/>
                  </a:lnTo>
                  <a:lnTo>
                    <a:pt x="17506" y="670320"/>
                  </a:lnTo>
                  <a:lnTo>
                    <a:pt x="17453" y="670128"/>
                  </a:lnTo>
                  <a:lnTo>
                    <a:pt x="17417" y="670094"/>
                  </a:lnTo>
                  <a:lnTo>
                    <a:pt x="17404" y="670055"/>
                  </a:lnTo>
                  <a:lnTo>
                    <a:pt x="17290" y="669962"/>
                  </a:lnTo>
                  <a:lnTo>
                    <a:pt x="17250" y="669929"/>
                  </a:lnTo>
                  <a:lnTo>
                    <a:pt x="17020" y="669881"/>
                  </a:lnTo>
                  <a:lnTo>
                    <a:pt x="16816" y="669861"/>
                  </a:lnTo>
                  <a:lnTo>
                    <a:pt x="16552" y="669861"/>
                  </a:lnTo>
                  <a:lnTo>
                    <a:pt x="16305" y="669842"/>
                  </a:lnTo>
                  <a:lnTo>
                    <a:pt x="16117" y="669803"/>
                  </a:lnTo>
                  <a:lnTo>
                    <a:pt x="16084" y="669790"/>
                  </a:lnTo>
                  <a:lnTo>
                    <a:pt x="15998" y="669755"/>
                  </a:lnTo>
                  <a:lnTo>
                    <a:pt x="15904" y="669590"/>
                  </a:lnTo>
                  <a:lnTo>
                    <a:pt x="15759" y="669368"/>
                  </a:lnTo>
                  <a:lnTo>
                    <a:pt x="15623" y="669232"/>
                  </a:lnTo>
                  <a:lnTo>
                    <a:pt x="15461" y="669203"/>
                  </a:lnTo>
                  <a:lnTo>
                    <a:pt x="15291" y="669213"/>
                  </a:lnTo>
                  <a:lnTo>
                    <a:pt x="15285" y="669217"/>
                  </a:lnTo>
                  <a:lnTo>
                    <a:pt x="15257" y="669214"/>
                  </a:lnTo>
                  <a:lnTo>
                    <a:pt x="15078" y="669290"/>
                  </a:lnTo>
                  <a:lnTo>
                    <a:pt x="14839" y="669494"/>
                  </a:lnTo>
                  <a:lnTo>
                    <a:pt x="14720" y="669513"/>
                  </a:lnTo>
                  <a:lnTo>
                    <a:pt x="14660" y="669513"/>
                  </a:lnTo>
                  <a:lnTo>
                    <a:pt x="14549" y="669378"/>
                  </a:lnTo>
                  <a:lnTo>
                    <a:pt x="14549" y="669367"/>
                  </a:lnTo>
                  <a:lnTo>
                    <a:pt x="14524" y="669049"/>
                  </a:lnTo>
                  <a:lnTo>
                    <a:pt x="14541" y="668294"/>
                  </a:lnTo>
                  <a:lnTo>
                    <a:pt x="14643" y="667346"/>
                  </a:lnTo>
                  <a:lnTo>
                    <a:pt x="14643" y="666863"/>
                  </a:lnTo>
                  <a:lnTo>
                    <a:pt x="14660" y="666476"/>
                  </a:lnTo>
                  <a:lnTo>
                    <a:pt x="14831" y="666012"/>
                  </a:lnTo>
                  <a:lnTo>
                    <a:pt x="15231" y="665209"/>
                  </a:lnTo>
                  <a:lnTo>
                    <a:pt x="15768" y="664812"/>
                  </a:lnTo>
                  <a:lnTo>
                    <a:pt x="16424" y="664522"/>
                  </a:lnTo>
                  <a:lnTo>
                    <a:pt x="16782" y="664285"/>
                  </a:lnTo>
                  <a:lnTo>
                    <a:pt x="17020" y="664193"/>
                  </a:lnTo>
                  <a:lnTo>
                    <a:pt x="17045" y="664171"/>
                  </a:lnTo>
                  <a:lnTo>
                    <a:pt x="17318" y="663923"/>
                  </a:lnTo>
                  <a:lnTo>
                    <a:pt x="17600" y="663710"/>
                  </a:lnTo>
                  <a:lnTo>
                    <a:pt x="17753" y="663448"/>
                  </a:lnTo>
                  <a:lnTo>
                    <a:pt x="17813" y="663158"/>
                  </a:lnTo>
                  <a:lnTo>
                    <a:pt x="17796" y="662704"/>
                  </a:lnTo>
                  <a:lnTo>
                    <a:pt x="17745" y="662526"/>
                  </a:lnTo>
                  <a:lnTo>
                    <a:pt x="17728" y="662151"/>
                  </a:lnTo>
                  <a:lnTo>
                    <a:pt x="17600" y="661835"/>
                  </a:lnTo>
                  <a:lnTo>
                    <a:pt x="17581" y="661788"/>
                  </a:lnTo>
                  <a:lnTo>
                    <a:pt x="17498" y="661403"/>
                  </a:lnTo>
                  <a:lnTo>
                    <a:pt x="17504" y="661222"/>
                  </a:lnTo>
                  <a:lnTo>
                    <a:pt x="17562" y="661033"/>
                  </a:lnTo>
                  <a:lnTo>
                    <a:pt x="17990" y="660489"/>
                  </a:lnTo>
                  <a:lnTo>
                    <a:pt x="18290" y="660003"/>
                  </a:lnTo>
                  <a:lnTo>
                    <a:pt x="18486" y="659694"/>
                  </a:lnTo>
                  <a:lnTo>
                    <a:pt x="18871" y="659341"/>
                  </a:lnTo>
                  <a:lnTo>
                    <a:pt x="19177" y="659044"/>
                  </a:lnTo>
                  <a:lnTo>
                    <a:pt x="19349" y="658767"/>
                  </a:lnTo>
                  <a:lnTo>
                    <a:pt x="19790" y="658056"/>
                  </a:lnTo>
                  <a:lnTo>
                    <a:pt x="19796" y="658030"/>
                  </a:lnTo>
                  <a:lnTo>
                    <a:pt x="19950" y="657832"/>
                  </a:lnTo>
                  <a:lnTo>
                    <a:pt x="20120" y="657677"/>
                  </a:lnTo>
                  <a:lnTo>
                    <a:pt x="20135" y="657471"/>
                  </a:lnTo>
                  <a:lnTo>
                    <a:pt x="20161" y="657359"/>
                  </a:lnTo>
                  <a:lnTo>
                    <a:pt x="20140" y="657137"/>
                  </a:lnTo>
                  <a:lnTo>
                    <a:pt x="20137" y="657128"/>
                  </a:lnTo>
                  <a:lnTo>
                    <a:pt x="20034" y="657001"/>
                  </a:lnTo>
                  <a:lnTo>
                    <a:pt x="19914" y="656926"/>
                  </a:lnTo>
                  <a:lnTo>
                    <a:pt x="19708" y="656815"/>
                  </a:lnTo>
                  <a:lnTo>
                    <a:pt x="19499" y="656806"/>
                  </a:lnTo>
                  <a:lnTo>
                    <a:pt x="19247" y="656777"/>
                  </a:lnTo>
                  <a:lnTo>
                    <a:pt x="18981" y="656718"/>
                  </a:lnTo>
                  <a:lnTo>
                    <a:pt x="18864" y="656660"/>
                  </a:lnTo>
                  <a:lnTo>
                    <a:pt x="18781" y="656575"/>
                  </a:lnTo>
                  <a:lnTo>
                    <a:pt x="18807" y="656413"/>
                  </a:lnTo>
                  <a:lnTo>
                    <a:pt x="19013" y="656218"/>
                  </a:lnTo>
                  <a:lnTo>
                    <a:pt x="19519" y="656040"/>
                  </a:lnTo>
                  <a:lnTo>
                    <a:pt x="20863" y="655519"/>
                  </a:lnTo>
                  <a:lnTo>
                    <a:pt x="21272" y="655270"/>
                  </a:lnTo>
                  <a:lnTo>
                    <a:pt x="21473" y="655007"/>
                  </a:lnTo>
                  <a:lnTo>
                    <a:pt x="21536" y="654686"/>
                  </a:lnTo>
                  <a:lnTo>
                    <a:pt x="21711" y="654169"/>
                  </a:lnTo>
                  <a:lnTo>
                    <a:pt x="21857" y="653636"/>
                  </a:lnTo>
                  <a:lnTo>
                    <a:pt x="22308" y="653179"/>
                  </a:lnTo>
                  <a:lnTo>
                    <a:pt x="22966" y="652870"/>
                  </a:lnTo>
                  <a:lnTo>
                    <a:pt x="23351" y="652951"/>
                  </a:lnTo>
                  <a:lnTo>
                    <a:pt x="23418" y="652975"/>
                  </a:lnTo>
                  <a:lnTo>
                    <a:pt x="24012" y="653290"/>
                  </a:lnTo>
                  <a:lnTo>
                    <a:pt x="24634" y="653595"/>
                  </a:lnTo>
                  <a:lnTo>
                    <a:pt x="24854" y="653619"/>
                  </a:lnTo>
                  <a:lnTo>
                    <a:pt x="25004" y="653609"/>
                  </a:lnTo>
                  <a:lnTo>
                    <a:pt x="25058" y="653615"/>
                  </a:lnTo>
                  <a:lnTo>
                    <a:pt x="25534" y="653494"/>
                  </a:lnTo>
                  <a:lnTo>
                    <a:pt x="25875" y="653304"/>
                  </a:lnTo>
                  <a:lnTo>
                    <a:pt x="26314" y="652595"/>
                  </a:lnTo>
                  <a:lnTo>
                    <a:pt x="26598" y="652376"/>
                  </a:lnTo>
                  <a:lnTo>
                    <a:pt x="27290" y="652276"/>
                  </a:lnTo>
                  <a:lnTo>
                    <a:pt x="28040" y="652096"/>
                  </a:lnTo>
                  <a:lnTo>
                    <a:pt x="29052" y="651850"/>
                  </a:lnTo>
                  <a:lnTo>
                    <a:pt x="29701" y="651722"/>
                  </a:lnTo>
                  <a:lnTo>
                    <a:pt x="30283" y="651553"/>
                  </a:lnTo>
                  <a:lnTo>
                    <a:pt x="31250" y="651546"/>
                  </a:lnTo>
                  <a:lnTo>
                    <a:pt x="32088" y="651349"/>
                  </a:lnTo>
                  <a:lnTo>
                    <a:pt x="32552" y="651359"/>
                  </a:lnTo>
                  <a:lnTo>
                    <a:pt x="32716" y="651435"/>
                  </a:lnTo>
                  <a:lnTo>
                    <a:pt x="32771" y="651525"/>
                  </a:lnTo>
                  <a:lnTo>
                    <a:pt x="32905" y="651975"/>
                  </a:lnTo>
                  <a:lnTo>
                    <a:pt x="32985" y="652293"/>
                  </a:lnTo>
                  <a:lnTo>
                    <a:pt x="33113" y="652511"/>
                  </a:lnTo>
                  <a:lnTo>
                    <a:pt x="33292" y="652643"/>
                  </a:lnTo>
                  <a:lnTo>
                    <a:pt x="33521" y="652660"/>
                  </a:lnTo>
                  <a:lnTo>
                    <a:pt x="33835" y="652498"/>
                  </a:lnTo>
                  <a:lnTo>
                    <a:pt x="34110" y="652304"/>
                  </a:lnTo>
                  <a:lnTo>
                    <a:pt x="34323" y="652221"/>
                  </a:lnTo>
                  <a:lnTo>
                    <a:pt x="34625" y="652307"/>
                  </a:lnTo>
                  <a:lnTo>
                    <a:pt x="34807" y="652391"/>
                  </a:lnTo>
                  <a:lnTo>
                    <a:pt x="34811" y="652396"/>
                  </a:lnTo>
                  <a:lnTo>
                    <a:pt x="34817" y="652402"/>
                  </a:lnTo>
                  <a:lnTo>
                    <a:pt x="35121" y="652500"/>
                  </a:lnTo>
                  <a:lnTo>
                    <a:pt x="35576" y="652795"/>
                  </a:lnTo>
                  <a:lnTo>
                    <a:pt x="35616" y="652819"/>
                  </a:lnTo>
                  <a:lnTo>
                    <a:pt x="35771" y="652961"/>
                  </a:lnTo>
                  <a:lnTo>
                    <a:pt x="36092" y="653077"/>
                  </a:lnTo>
                  <a:lnTo>
                    <a:pt x="36300" y="653044"/>
                  </a:lnTo>
                  <a:lnTo>
                    <a:pt x="36893" y="652795"/>
                  </a:lnTo>
                  <a:lnTo>
                    <a:pt x="38121" y="651780"/>
                  </a:lnTo>
                  <a:lnTo>
                    <a:pt x="39157" y="651194"/>
                  </a:lnTo>
                  <a:lnTo>
                    <a:pt x="40113" y="650723"/>
                  </a:lnTo>
                  <a:lnTo>
                    <a:pt x="40588" y="650225"/>
                  </a:lnTo>
                  <a:lnTo>
                    <a:pt x="41157" y="649362"/>
                  </a:lnTo>
                  <a:lnTo>
                    <a:pt x="42080" y="648541"/>
                  </a:lnTo>
                  <a:lnTo>
                    <a:pt x="42848" y="647793"/>
                  </a:lnTo>
                  <a:lnTo>
                    <a:pt x="44057" y="647352"/>
                  </a:lnTo>
                  <a:lnTo>
                    <a:pt x="44340" y="646976"/>
                  </a:lnTo>
                  <a:lnTo>
                    <a:pt x="44705" y="646744"/>
                  </a:lnTo>
                  <a:lnTo>
                    <a:pt x="45111" y="646066"/>
                  </a:lnTo>
                  <a:lnTo>
                    <a:pt x="45569" y="645221"/>
                  </a:lnTo>
                  <a:lnTo>
                    <a:pt x="46245" y="644380"/>
                  </a:lnTo>
                  <a:lnTo>
                    <a:pt x="46998" y="643993"/>
                  </a:lnTo>
                  <a:lnTo>
                    <a:pt x="47655" y="643862"/>
                  </a:lnTo>
                  <a:lnTo>
                    <a:pt x="48228" y="643927"/>
                  </a:lnTo>
                  <a:lnTo>
                    <a:pt x="48711" y="644154"/>
                  </a:lnTo>
                  <a:lnTo>
                    <a:pt x="49072" y="644388"/>
                  </a:lnTo>
                  <a:lnTo>
                    <a:pt x="49484" y="644388"/>
                  </a:lnTo>
                  <a:lnTo>
                    <a:pt x="49768" y="644235"/>
                  </a:lnTo>
                  <a:lnTo>
                    <a:pt x="50435" y="643635"/>
                  </a:lnTo>
                  <a:lnTo>
                    <a:pt x="50694" y="643550"/>
                  </a:lnTo>
                  <a:lnTo>
                    <a:pt x="50711" y="643381"/>
                  </a:lnTo>
                  <a:lnTo>
                    <a:pt x="50612" y="643178"/>
                  </a:lnTo>
                  <a:lnTo>
                    <a:pt x="50905" y="642580"/>
                  </a:lnTo>
                  <a:lnTo>
                    <a:pt x="51260" y="641765"/>
                  </a:lnTo>
                  <a:lnTo>
                    <a:pt x="51165" y="641022"/>
                  </a:lnTo>
                  <a:lnTo>
                    <a:pt x="51294" y="640664"/>
                  </a:lnTo>
                  <a:lnTo>
                    <a:pt x="51404" y="640599"/>
                  </a:lnTo>
                  <a:lnTo>
                    <a:pt x="51851" y="640647"/>
                  </a:lnTo>
                  <a:lnTo>
                    <a:pt x="53248" y="640684"/>
                  </a:lnTo>
                  <a:lnTo>
                    <a:pt x="54010" y="640626"/>
                  </a:lnTo>
                  <a:lnTo>
                    <a:pt x="54862" y="640510"/>
                  </a:lnTo>
                  <a:lnTo>
                    <a:pt x="55789" y="640583"/>
                  </a:lnTo>
                  <a:lnTo>
                    <a:pt x="56475" y="640748"/>
                  </a:lnTo>
                  <a:lnTo>
                    <a:pt x="57351" y="641224"/>
                  </a:lnTo>
                  <a:lnTo>
                    <a:pt x="58063" y="641570"/>
                  </a:lnTo>
                  <a:lnTo>
                    <a:pt x="58526" y="641570"/>
                  </a:lnTo>
                  <a:lnTo>
                    <a:pt x="58831" y="641570"/>
                  </a:lnTo>
                  <a:lnTo>
                    <a:pt x="59308" y="641195"/>
                  </a:lnTo>
                  <a:lnTo>
                    <a:pt x="59485" y="641181"/>
                  </a:lnTo>
                  <a:lnTo>
                    <a:pt x="59860" y="641138"/>
                  </a:lnTo>
                  <a:lnTo>
                    <a:pt x="60000" y="640938"/>
                  </a:lnTo>
                  <a:lnTo>
                    <a:pt x="60069" y="640873"/>
                  </a:lnTo>
                  <a:lnTo>
                    <a:pt x="60126" y="640741"/>
                  </a:lnTo>
                  <a:lnTo>
                    <a:pt x="60129" y="640655"/>
                  </a:lnTo>
                  <a:lnTo>
                    <a:pt x="60114" y="640527"/>
                  </a:lnTo>
                  <a:lnTo>
                    <a:pt x="59829" y="640244"/>
                  </a:lnTo>
                  <a:lnTo>
                    <a:pt x="59215" y="639938"/>
                  </a:lnTo>
                  <a:lnTo>
                    <a:pt x="58960" y="639745"/>
                  </a:lnTo>
                  <a:lnTo>
                    <a:pt x="58900" y="639686"/>
                  </a:lnTo>
                  <a:lnTo>
                    <a:pt x="58647" y="639436"/>
                  </a:lnTo>
                  <a:lnTo>
                    <a:pt x="58272" y="639068"/>
                  </a:lnTo>
                  <a:lnTo>
                    <a:pt x="57936" y="638558"/>
                  </a:lnTo>
                  <a:lnTo>
                    <a:pt x="57631" y="638278"/>
                  </a:lnTo>
                  <a:lnTo>
                    <a:pt x="57557" y="638216"/>
                  </a:lnTo>
                  <a:lnTo>
                    <a:pt x="57233" y="637877"/>
                  </a:lnTo>
                  <a:lnTo>
                    <a:pt x="56719" y="637459"/>
                  </a:lnTo>
                  <a:lnTo>
                    <a:pt x="55855" y="636623"/>
                  </a:lnTo>
                  <a:lnTo>
                    <a:pt x="55372" y="636248"/>
                  </a:lnTo>
                  <a:lnTo>
                    <a:pt x="55188" y="635996"/>
                  </a:lnTo>
                  <a:lnTo>
                    <a:pt x="55175" y="635830"/>
                  </a:lnTo>
                  <a:lnTo>
                    <a:pt x="55226" y="635606"/>
                  </a:lnTo>
                  <a:lnTo>
                    <a:pt x="55287" y="635543"/>
                  </a:lnTo>
                  <a:lnTo>
                    <a:pt x="55582" y="635484"/>
                  </a:lnTo>
                  <a:lnTo>
                    <a:pt x="55918" y="635311"/>
                  </a:lnTo>
                  <a:lnTo>
                    <a:pt x="56033" y="635087"/>
                  </a:lnTo>
                  <a:lnTo>
                    <a:pt x="56122" y="634662"/>
                  </a:lnTo>
                  <a:lnTo>
                    <a:pt x="56179" y="633659"/>
                  </a:lnTo>
                  <a:lnTo>
                    <a:pt x="56209" y="632928"/>
                  </a:lnTo>
                  <a:lnTo>
                    <a:pt x="56554" y="632687"/>
                  </a:lnTo>
                  <a:lnTo>
                    <a:pt x="56613" y="632565"/>
                  </a:lnTo>
                  <a:lnTo>
                    <a:pt x="56806" y="632388"/>
                  </a:lnTo>
                  <a:lnTo>
                    <a:pt x="57066" y="632221"/>
                  </a:lnTo>
                  <a:lnTo>
                    <a:pt x="57469" y="632221"/>
                  </a:lnTo>
                  <a:lnTo>
                    <a:pt x="57999" y="632423"/>
                  </a:lnTo>
                  <a:lnTo>
                    <a:pt x="58221" y="632549"/>
                  </a:lnTo>
                  <a:lnTo>
                    <a:pt x="58802" y="632692"/>
                  </a:lnTo>
                  <a:lnTo>
                    <a:pt x="59461" y="632914"/>
                  </a:lnTo>
                  <a:lnTo>
                    <a:pt x="59928" y="633158"/>
                  </a:lnTo>
                  <a:lnTo>
                    <a:pt x="60351" y="633509"/>
                  </a:lnTo>
                  <a:lnTo>
                    <a:pt x="60766" y="633864"/>
                  </a:lnTo>
                  <a:lnTo>
                    <a:pt x="61627" y="634390"/>
                  </a:lnTo>
                  <a:lnTo>
                    <a:pt x="62156" y="634782"/>
                  </a:lnTo>
                  <a:lnTo>
                    <a:pt x="62504" y="635053"/>
                  </a:lnTo>
                  <a:lnTo>
                    <a:pt x="63034" y="635281"/>
                  </a:lnTo>
                  <a:lnTo>
                    <a:pt x="63391" y="635359"/>
                  </a:lnTo>
                  <a:lnTo>
                    <a:pt x="63656" y="635376"/>
                  </a:lnTo>
                  <a:lnTo>
                    <a:pt x="64140" y="635246"/>
                  </a:lnTo>
                  <a:lnTo>
                    <a:pt x="64621" y="634872"/>
                  </a:lnTo>
                  <a:lnTo>
                    <a:pt x="64731" y="634844"/>
                  </a:lnTo>
                  <a:lnTo>
                    <a:pt x="64841" y="634879"/>
                  </a:lnTo>
                  <a:lnTo>
                    <a:pt x="65701" y="635315"/>
                  </a:lnTo>
                  <a:lnTo>
                    <a:pt x="66274" y="635723"/>
                  </a:lnTo>
                  <a:lnTo>
                    <a:pt x="67048" y="635910"/>
                  </a:lnTo>
                  <a:lnTo>
                    <a:pt x="68024" y="636035"/>
                  </a:lnTo>
                  <a:lnTo>
                    <a:pt x="68087" y="636051"/>
                  </a:lnTo>
                  <a:lnTo>
                    <a:pt x="68407" y="636018"/>
                  </a:lnTo>
                  <a:lnTo>
                    <a:pt x="68758" y="635782"/>
                  </a:lnTo>
                  <a:lnTo>
                    <a:pt x="69157" y="635395"/>
                  </a:lnTo>
                  <a:lnTo>
                    <a:pt x="69526" y="635080"/>
                  </a:lnTo>
                  <a:lnTo>
                    <a:pt x="69843" y="635063"/>
                  </a:lnTo>
                  <a:lnTo>
                    <a:pt x="70236" y="635146"/>
                  </a:lnTo>
                  <a:lnTo>
                    <a:pt x="70694" y="635252"/>
                  </a:lnTo>
                  <a:lnTo>
                    <a:pt x="71081" y="635283"/>
                  </a:lnTo>
                  <a:lnTo>
                    <a:pt x="71733" y="635497"/>
                  </a:lnTo>
                  <a:lnTo>
                    <a:pt x="72434" y="635684"/>
                  </a:lnTo>
                  <a:lnTo>
                    <a:pt x="72747" y="635761"/>
                  </a:lnTo>
                  <a:lnTo>
                    <a:pt x="73575" y="635767"/>
                  </a:lnTo>
                  <a:lnTo>
                    <a:pt x="74172" y="635643"/>
                  </a:lnTo>
                  <a:lnTo>
                    <a:pt x="74508" y="635020"/>
                  </a:lnTo>
                  <a:lnTo>
                    <a:pt x="74750" y="634789"/>
                  </a:lnTo>
                  <a:lnTo>
                    <a:pt x="75111" y="634556"/>
                  </a:lnTo>
                  <a:lnTo>
                    <a:pt x="75239" y="634362"/>
                  </a:lnTo>
                  <a:lnTo>
                    <a:pt x="75355" y="634064"/>
                  </a:lnTo>
                  <a:lnTo>
                    <a:pt x="75562" y="633981"/>
                  </a:lnTo>
                  <a:lnTo>
                    <a:pt x="76300" y="633968"/>
                  </a:lnTo>
                  <a:lnTo>
                    <a:pt x="76776" y="633691"/>
                  </a:lnTo>
                  <a:lnTo>
                    <a:pt x="76879" y="633365"/>
                  </a:lnTo>
                  <a:lnTo>
                    <a:pt x="77105" y="632846"/>
                  </a:lnTo>
                  <a:lnTo>
                    <a:pt x="77782" y="632348"/>
                  </a:lnTo>
                  <a:lnTo>
                    <a:pt x="78623" y="631704"/>
                  </a:lnTo>
                  <a:lnTo>
                    <a:pt x="78822" y="631554"/>
                  </a:lnTo>
                  <a:lnTo>
                    <a:pt x="79697" y="631127"/>
                  </a:lnTo>
                  <a:lnTo>
                    <a:pt x="79984" y="631006"/>
                  </a:lnTo>
                  <a:lnTo>
                    <a:pt x="80402" y="630780"/>
                  </a:lnTo>
                  <a:lnTo>
                    <a:pt x="81141" y="630696"/>
                  </a:lnTo>
                  <a:lnTo>
                    <a:pt x="81575" y="630582"/>
                  </a:lnTo>
                  <a:lnTo>
                    <a:pt x="81634" y="630546"/>
                  </a:lnTo>
                  <a:lnTo>
                    <a:pt x="81828" y="630484"/>
                  </a:lnTo>
                  <a:lnTo>
                    <a:pt x="82377" y="630041"/>
                  </a:lnTo>
                  <a:lnTo>
                    <a:pt x="82666" y="629686"/>
                  </a:lnTo>
                  <a:lnTo>
                    <a:pt x="82999" y="629334"/>
                  </a:lnTo>
                  <a:lnTo>
                    <a:pt x="83377" y="629168"/>
                  </a:lnTo>
                  <a:lnTo>
                    <a:pt x="83639" y="628961"/>
                  </a:lnTo>
                  <a:lnTo>
                    <a:pt x="83822" y="628704"/>
                  </a:lnTo>
                  <a:lnTo>
                    <a:pt x="83944" y="628421"/>
                  </a:lnTo>
                  <a:lnTo>
                    <a:pt x="84206" y="628220"/>
                  </a:lnTo>
                  <a:lnTo>
                    <a:pt x="85127" y="627638"/>
                  </a:lnTo>
                  <a:lnTo>
                    <a:pt x="86181" y="626863"/>
                  </a:lnTo>
                  <a:lnTo>
                    <a:pt x="87096" y="626199"/>
                  </a:lnTo>
                  <a:lnTo>
                    <a:pt x="87553" y="625929"/>
                  </a:lnTo>
                  <a:lnTo>
                    <a:pt x="88163" y="625659"/>
                  </a:lnTo>
                  <a:lnTo>
                    <a:pt x="88721" y="625460"/>
                  </a:lnTo>
                  <a:lnTo>
                    <a:pt x="88986" y="625465"/>
                  </a:lnTo>
                  <a:lnTo>
                    <a:pt x="89370" y="625493"/>
                  </a:lnTo>
                  <a:lnTo>
                    <a:pt x="89596" y="625638"/>
                  </a:lnTo>
                  <a:lnTo>
                    <a:pt x="89693" y="625922"/>
                  </a:lnTo>
                  <a:lnTo>
                    <a:pt x="89919" y="626053"/>
                  </a:lnTo>
                  <a:lnTo>
                    <a:pt x="90175" y="626175"/>
                  </a:lnTo>
                  <a:lnTo>
                    <a:pt x="90212" y="626220"/>
                  </a:lnTo>
                  <a:lnTo>
                    <a:pt x="90285" y="626579"/>
                  </a:lnTo>
                  <a:lnTo>
                    <a:pt x="90456" y="626773"/>
                  </a:lnTo>
                  <a:lnTo>
                    <a:pt x="90560" y="626842"/>
                  </a:lnTo>
                  <a:lnTo>
                    <a:pt x="90626" y="626905"/>
                  </a:lnTo>
                  <a:lnTo>
                    <a:pt x="90834" y="627036"/>
                  </a:lnTo>
                  <a:lnTo>
                    <a:pt x="91029" y="627216"/>
                  </a:lnTo>
                  <a:lnTo>
                    <a:pt x="91059" y="627320"/>
                  </a:lnTo>
                  <a:lnTo>
                    <a:pt x="91017" y="627500"/>
                  </a:lnTo>
                  <a:lnTo>
                    <a:pt x="90787" y="627735"/>
                  </a:lnTo>
                  <a:lnTo>
                    <a:pt x="90758" y="627787"/>
                  </a:lnTo>
                  <a:lnTo>
                    <a:pt x="90687" y="627950"/>
                  </a:lnTo>
                  <a:lnTo>
                    <a:pt x="90651" y="628524"/>
                  </a:lnTo>
                  <a:lnTo>
                    <a:pt x="90699" y="629175"/>
                  </a:lnTo>
                  <a:lnTo>
                    <a:pt x="90767" y="630386"/>
                  </a:lnTo>
                  <a:lnTo>
                    <a:pt x="90815" y="630850"/>
                  </a:lnTo>
                  <a:lnTo>
                    <a:pt x="90858" y="631079"/>
                  </a:lnTo>
                  <a:lnTo>
                    <a:pt x="91254" y="631508"/>
                  </a:lnTo>
                  <a:lnTo>
                    <a:pt x="91395" y="631840"/>
                  </a:lnTo>
                  <a:lnTo>
                    <a:pt x="91486" y="632221"/>
                  </a:lnTo>
                  <a:lnTo>
                    <a:pt x="91651" y="632588"/>
                  </a:lnTo>
                  <a:lnTo>
                    <a:pt x="92023" y="632954"/>
                  </a:lnTo>
                  <a:lnTo>
                    <a:pt x="92413" y="633141"/>
                  </a:lnTo>
                  <a:lnTo>
                    <a:pt x="92532" y="633184"/>
                  </a:lnTo>
                  <a:lnTo>
                    <a:pt x="92779" y="633204"/>
                  </a:lnTo>
                  <a:lnTo>
                    <a:pt x="93230" y="633294"/>
                  </a:lnTo>
                  <a:lnTo>
                    <a:pt x="93541" y="633487"/>
                  </a:lnTo>
                  <a:lnTo>
                    <a:pt x="93773" y="633716"/>
                  </a:lnTo>
                  <a:lnTo>
                    <a:pt x="94132" y="633930"/>
                  </a:lnTo>
                  <a:lnTo>
                    <a:pt x="94614" y="634103"/>
                  </a:lnTo>
                  <a:lnTo>
                    <a:pt x="94894" y="634290"/>
                  </a:lnTo>
                  <a:lnTo>
                    <a:pt x="95071" y="634443"/>
                  </a:lnTo>
                  <a:lnTo>
                    <a:pt x="95138" y="634588"/>
                  </a:lnTo>
                  <a:lnTo>
                    <a:pt x="95096" y="634726"/>
                  </a:lnTo>
                  <a:lnTo>
                    <a:pt x="94955" y="634920"/>
                  </a:lnTo>
                  <a:lnTo>
                    <a:pt x="94855" y="634995"/>
                  </a:lnTo>
                  <a:lnTo>
                    <a:pt x="94718" y="635190"/>
                  </a:lnTo>
                  <a:lnTo>
                    <a:pt x="94565" y="635412"/>
                  </a:lnTo>
                  <a:lnTo>
                    <a:pt x="94535" y="635612"/>
                  </a:lnTo>
                  <a:lnTo>
                    <a:pt x="94480" y="635979"/>
                  </a:lnTo>
                  <a:lnTo>
                    <a:pt x="94132" y="636346"/>
                  </a:lnTo>
                  <a:lnTo>
                    <a:pt x="93669" y="636650"/>
                  </a:lnTo>
                  <a:lnTo>
                    <a:pt x="93425" y="636851"/>
                  </a:lnTo>
                  <a:lnTo>
                    <a:pt x="93224" y="637128"/>
                  </a:lnTo>
                  <a:lnTo>
                    <a:pt x="93023" y="637509"/>
                  </a:lnTo>
                  <a:lnTo>
                    <a:pt x="93036" y="637914"/>
                  </a:lnTo>
                  <a:lnTo>
                    <a:pt x="92825" y="638049"/>
                  </a:lnTo>
                  <a:lnTo>
                    <a:pt x="92755" y="638328"/>
                  </a:lnTo>
                  <a:lnTo>
                    <a:pt x="92791" y="638589"/>
                  </a:lnTo>
                  <a:lnTo>
                    <a:pt x="92797" y="638873"/>
                  </a:lnTo>
                  <a:lnTo>
                    <a:pt x="92797" y="639080"/>
                  </a:lnTo>
                  <a:lnTo>
                    <a:pt x="92571" y="639572"/>
                  </a:lnTo>
                  <a:lnTo>
                    <a:pt x="92492" y="639890"/>
                  </a:lnTo>
                  <a:lnTo>
                    <a:pt x="92490" y="639904"/>
                  </a:lnTo>
                  <a:lnTo>
                    <a:pt x="92559" y="640174"/>
                  </a:lnTo>
                  <a:lnTo>
                    <a:pt x="93016" y="640596"/>
                  </a:lnTo>
                  <a:lnTo>
                    <a:pt x="93230" y="640811"/>
                  </a:lnTo>
                  <a:lnTo>
                    <a:pt x="93334" y="641129"/>
                  </a:lnTo>
                  <a:lnTo>
                    <a:pt x="93712" y="641939"/>
                  </a:lnTo>
                  <a:lnTo>
                    <a:pt x="93888" y="642160"/>
                  </a:lnTo>
                  <a:lnTo>
                    <a:pt x="94053" y="642389"/>
                  </a:lnTo>
                  <a:lnTo>
                    <a:pt x="93992" y="642742"/>
                  </a:lnTo>
                  <a:lnTo>
                    <a:pt x="93840" y="642984"/>
                  </a:lnTo>
                  <a:lnTo>
                    <a:pt x="93760" y="643164"/>
                  </a:lnTo>
                  <a:lnTo>
                    <a:pt x="93748" y="643309"/>
                  </a:lnTo>
                  <a:lnTo>
                    <a:pt x="93779" y="643482"/>
                  </a:lnTo>
                  <a:lnTo>
                    <a:pt x="93852" y="643669"/>
                  </a:lnTo>
                  <a:lnTo>
                    <a:pt x="94010" y="643815"/>
                  </a:lnTo>
                  <a:lnTo>
                    <a:pt x="94132" y="643822"/>
                  </a:lnTo>
                  <a:lnTo>
                    <a:pt x="94388" y="643801"/>
                  </a:lnTo>
                  <a:lnTo>
                    <a:pt x="94614" y="643683"/>
                  </a:lnTo>
                  <a:lnTo>
                    <a:pt x="94876" y="643635"/>
                  </a:lnTo>
                  <a:lnTo>
                    <a:pt x="95041" y="643302"/>
                  </a:lnTo>
                  <a:lnTo>
                    <a:pt x="95372" y="643012"/>
                  </a:lnTo>
                  <a:lnTo>
                    <a:pt x="95547" y="643039"/>
                  </a:lnTo>
                  <a:lnTo>
                    <a:pt x="95919" y="643074"/>
                  </a:lnTo>
                  <a:lnTo>
                    <a:pt x="96205" y="642970"/>
                  </a:lnTo>
                  <a:lnTo>
                    <a:pt x="96522" y="642756"/>
                  </a:lnTo>
                  <a:lnTo>
                    <a:pt x="96852" y="642790"/>
                  </a:lnTo>
                  <a:lnTo>
                    <a:pt x="97077" y="642977"/>
                  </a:lnTo>
                  <a:lnTo>
                    <a:pt x="97218" y="642984"/>
                  </a:lnTo>
                  <a:lnTo>
                    <a:pt x="97431" y="642894"/>
                  </a:lnTo>
                  <a:lnTo>
                    <a:pt x="97998" y="642527"/>
                  </a:lnTo>
                  <a:lnTo>
                    <a:pt x="98693" y="642050"/>
                  </a:lnTo>
                  <a:lnTo>
                    <a:pt x="98955" y="641794"/>
                  </a:lnTo>
                  <a:lnTo>
                    <a:pt x="99187" y="641627"/>
                  </a:lnTo>
                  <a:lnTo>
                    <a:pt x="99376" y="641634"/>
                  </a:lnTo>
                  <a:lnTo>
                    <a:pt x="99462" y="641810"/>
                  </a:lnTo>
                  <a:lnTo>
                    <a:pt x="99480" y="641939"/>
                  </a:lnTo>
                  <a:lnTo>
                    <a:pt x="99736" y="642278"/>
                  </a:lnTo>
                  <a:lnTo>
                    <a:pt x="100126" y="642403"/>
                  </a:lnTo>
                  <a:lnTo>
                    <a:pt x="100577" y="642430"/>
                  </a:lnTo>
                  <a:lnTo>
                    <a:pt x="101230" y="642361"/>
                  </a:lnTo>
                  <a:lnTo>
                    <a:pt x="101602" y="642486"/>
                  </a:lnTo>
                  <a:lnTo>
                    <a:pt x="102108" y="642652"/>
                  </a:lnTo>
                  <a:lnTo>
                    <a:pt x="102461" y="642721"/>
                  </a:lnTo>
                  <a:lnTo>
                    <a:pt x="102784" y="642818"/>
                  </a:lnTo>
                  <a:lnTo>
                    <a:pt x="103090" y="643264"/>
                  </a:lnTo>
                  <a:lnTo>
                    <a:pt x="103229" y="643232"/>
                  </a:lnTo>
                  <a:lnTo>
                    <a:pt x="103340" y="643239"/>
                  </a:lnTo>
                  <a:lnTo>
                    <a:pt x="103474" y="643188"/>
                  </a:lnTo>
                  <a:lnTo>
                    <a:pt x="103565" y="643059"/>
                  </a:lnTo>
                  <a:lnTo>
                    <a:pt x="103645" y="642630"/>
                  </a:lnTo>
                  <a:lnTo>
                    <a:pt x="103710" y="642286"/>
                  </a:lnTo>
                  <a:lnTo>
                    <a:pt x="103679" y="642109"/>
                  </a:lnTo>
                  <a:lnTo>
                    <a:pt x="103614" y="641896"/>
                  </a:lnTo>
                  <a:lnTo>
                    <a:pt x="103545" y="641410"/>
                  </a:lnTo>
                  <a:lnTo>
                    <a:pt x="103800" y="641062"/>
                  </a:lnTo>
                  <a:lnTo>
                    <a:pt x="104156" y="640933"/>
                  </a:lnTo>
                  <a:lnTo>
                    <a:pt x="104314" y="640788"/>
                  </a:lnTo>
                  <a:lnTo>
                    <a:pt x="104562" y="640385"/>
                  </a:lnTo>
                  <a:lnTo>
                    <a:pt x="104804" y="640111"/>
                  </a:lnTo>
                  <a:lnTo>
                    <a:pt x="104784" y="639635"/>
                  </a:lnTo>
                  <a:lnTo>
                    <a:pt x="104715" y="639361"/>
                  </a:lnTo>
                  <a:lnTo>
                    <a:pt x="104736" y="639315"/>
                  </a:lnTo>
                  <a:lnTo>
                    <a:pt x="104772" y="639285"/>
                  </a:lnTo>
                  <a:lnTo>
                    <a:pt x="104786" y="639278"/>
                  </a:lnTo>
                  <a:lnTo>
                    <a:pt x="104801" y="639271"/>
                  </a:lnTo>
                  <a:lnTo>
                    <a:pt x="104836" y="639264"/>
                  </a:lnTo>
                  <a:lnTo>
                    <a:pt x="104876" y="639262"/>
                  </a:lnTo>
                  <a:lnTo>
                    <a:pt x="104957" y="639264"/>
                  </a:lnTo>
                  <a:lnTo>
                    <a:pt x="105432" y="639080"/>
                  </a:lnTo>
                  <a:lnTo>
                    <a:pt x="105782" y="638957"/>
                  </a:lnTo>
                  <a:lnTo>
                    <a:pt x="106233" y="639065"/>
                  </a:lnTo>
                  <a:lnTo>
                    <a:pt x="106449" y="639239"/>
                  </a:lnTo>
                  <a:lnTo>
                    <a:pt x="106607" y="639440"/>
                  </a:lnTo>
                  <a:lnTo>
                    <a:pt x="107154" y="639750"/>
                  </a:lnTo>
                  <a:lnTo>
                    <a:pt x="107306" y="639916"/>
                  </a:lnTo>
                  <a:lnTo>
                    <a:pt x="107470" y="640079"/>
                  </a:lnTo>
                  <a:lnTo>
                    <a:pt x="107722" y="640220"/>
                  </a:lnTo>
                  <a:lnTo>
                    <a:pt x="108011" y="640248"/>
                  </a:lnTo>
                  <a:lnTo>
                    <a:pt x="108482" y="640234"/>
                  </a:lnTo>
                  <a:lnTo>
                    <a:pt x="108620" y="640202"/>
                  </a:lnTo>
                  <a:lnTo>
                    <a:pt x="108738" y="640063"/>
                  </a:lnTo>
                  <a:lnTo>
                    <a:pt x="108677" y="639934"/>
                  </a:lnTo>
                  <a:lnTo>
                    <a:pt x="108523" y="639542"/>
                  </a:lnTo>
                  <a:lnTo>
                    <a:pt x="108417" y="639099"/>
                  </a:lnTo>
                  <a:lnTo>
                    <a:pt x="108494" y="638776"/>
                  </a:lnTo>
                  <a:lnTo>
                    <a:pt x="108718" y="638550"/>
                  </a:lnTo>
                  <a:lnTo>
                    <a:pt x="109124" y="638476"/>
                  </a:lnTo>
                  <a:lnTo>
                    <a:pt x="109364" y="638421"/>
                  </a:lnTo>
                  <a:lnTo>
                    <a:pt x="109563" y="638288"/>
                  </a:lnTo>
                  <a:lnTo>
                    <a:pt x="109958" y="638292"/>
                  </a:lnTo>
                  <a:lnTo>
                    <a:pt x="110417" y="638388"/>
                  </a:lnTo>
                  <a:lnTo>
                    <a:pt x="110722" y="638527"/>
                  </a:lnTo>
                  <a:lnTo>
                    <a:pt x="110901" y="638527"/>
                  </a:lnTo>
                  <a:lnTo>
                    <a:pt x="111263" y="638301"/>
                  </a:lnTo>
                  <a:lnTo>
                    <a:pt x="111567" y="638208"/>
                  </a:lnTo>
                  <a:lnTo>
                    <a:pt x="112348" y="638388"/>
                  </a:lnTo>
                  <a:lnTo>
                    <a:pt x="112872" y="638495"/>
                  </a:lnTo>
                  <a:lnTo>
                    <a:pt x="113702" y="638882"/>
                  </a:lnTo>
                  <a:lnTo>
                    <a:pt x="114088" y="638970"/>
                  </a:lnTo>
                  <a:lnTo>
                    <a:pt x="114340" y="638933"/>
                  </a:lnTo>
                  <a:lnTo>
                    <a:pt x="114795" y="638776"/>
                  </a:lnTo>
                  <a:lnTo>
                    <a:pt x="115604" y="638356"/>
                  </a:lnTo>
                  <a:lnTo>
                    <a:pt x="116136" y="637932"/>
                  </a:lnTo>
                  <a:lnTo>
                    <a:pt x="116514" y="637507"/>
                  </a:lnTo>
                  <a:lnTo>
                    <a:pt x="116685" y="637313"/>
                  </a:lnTo>
                  <a:lnTo>
                    <a:pt x="117348" y="637087"/>
                  </a:lnTo>
                  <a:lnTo>
                    <a:pt x="117543" y="637023"/>
                  </a:lnTo>
                  <a:lnTo>
                    <a:pt x="117872" y="636759"/>
                  </a:lnTo>
                  <a:lnTo>
                    <a:pt x="118177" y="636372"/>
                  </a:lnTo>
                  <a:lnTo>
                    <a:pt x="118425" y="636210"/>
                  </a:lnTo>
                  <a:lnTo>
                    <a:pt x="118596" y="636275"/>
                  </a:lnTo>
                  <a:lnTo>
                    <a:pt x="118733" y="636418"/>
                  </a:lnTo>
                  <a:lnTo>
                    <a:pt x="118819" y="636556"/>
                  </a:lnTo>
                  <a:lnTo>
                    <a:pt x="118799" y="636787"/>
                  </a:lnTo>
                  <a:lnTo>
                    <a:pt x="118669" y="637156"/>
                  </a:lnTo>
                  <a:lnTo>
                    <a:pt x="118596" y="637341"/>
                  </a:lnTo>
                  <a:lnTo>
                    <a:pt x="118612" y="637447"/>
                  </a:lnTo>
                  <a:lnTo>
                    <a:pt x="118657" y="637562"/>
                  </a:lnTo>
                  <a:lnTo>
                    <a:pt x="118811" y="637729"/>
                  </a:lnTo>
                  <a:lnTo>
                    <a:pt x="119108" y="637779"/>
                  </a:lnTo>
                  <a:lnTo>
                    <a:pt x="119302" y="637812"/>
                  </a:lnTo>
                  <a:lnTo>
                    <a:pt x="119555" y="637807"/>
                  </a:lnTo>
                  <a:lnTo>
                    <a:pt x="119913" y="637872"/>
                  </a:lnTo>
                  <a:lnTo>
                    <a:pt x="120075" y="637982"/>
                  </a:lnTo>
                  <a:lnTo>
                    <a:pt x="120148" y="638135"/>
                  </a:lnTo>
                  <a:lnTo>
                    <a:pt x="120209" y="638292"/>
                  </a:lnTo>
                  <a:lnTo>
                    <a:pt x="120364" y="638462"/>
                  </a:lnTo>
                  <a:lnTo>
                    <a:pt x="120510" y="638568"/>
                  </a:lnTo>
                  <a:lnTo>
                    <a:pt x="120567" y="638748"/>
                  </a:lnTo>
                  <a:lnTo>
                    <a:pt x="120457" y="639316"/>
                  </a:lnTo>
                  <a:lnTo>
                    <a:pt x="120421" y="639671"/>
                  </a:lnTo>
                  <a:lnTo>
                    <a:pt x="120457" y="640013"/>
                  </a:lnTo>
                  <a:lnTo>
                    <a:pt x="120518" y="640271"/>
                  </a:lnTo>
                  <a:lnTo>
                    <a:pt x="120640" y="640530"/>
                  </a:lnTo>
                  <a:lnTo>
                    <a:pt x="120778" y="640686"/>
                  </a:lnTo>
                  <a:lnTo>
                    <a:pt x="120888" y="640829"/>
                  </a:lnTo>
                  <a:lnTo>
                    <a:pt x="120982" y="640922"/>
                  </a:lnTo>
                  <a:lnTo>
                    <a:pt x="121067" y="640949"/>
                  </a:lnTo>
                  <a:lnTo>
                    <a:pt x="121181" y="640949"/>
                  </a:lnTo>
                  <a:lnTo>
                    <a:pt x="121278" y="640811"/>
                  </a:lnTo>
                  <a:lnTo>
                    <a:pt x="121368" y="640530"/>
                  </a:lnTo>
                  <a:lnTo>
                    <a:pt x="121394" y="640150"/>
                  </a:lnTo>
                  <a:lnTo>
                    <a:pt x="121410" y="640143"/>
                  </a:lnTo>
                  <a:lnTo>
                    <a:pt x="121615" y="639972"/>
                  </a:lnTo>
                  <a:lnTo>
                    <a:pt x="121770" y="639838"/>
                  </a:lnTo>
                  <a:lnTo>
                    <a:pt x="121788" y="639704"/>
                  </a:lnTo>
                  <a:lnTo>
                    <a:pt x="121900" y="639352"/>
                  </a:lnTo>
                  <a:lnTo>
                    <a:pt x="121923" y="639311"/>
                  </a:lnTo>
                  <a:lnTo>
                    <a:pt x="122169" y="638967"/>
                  </a:lnTo>
                  <a:lnTo>
                    <a:pt x="122183" y="638950"/>
                  </a:lnTo>
                  <a:lnTo>
                    <a:pt x="122198" y="638940"/>
                  </a:lnTo>
                  <a:lnTo>
                    <a:pt x="122212" y="638936"/>
                  </a:lnTo>
                  <a:lnTo>
                    <a:pt x="122230" y="638935"/>
                  </a:lnTo>
                  <a:lnTo>
                    <a:pt x="122250" y="638934"/>
                  </a:lnTo>
                  <a:lnTo>
                    <a:pt x="122263" y="638935"/>
                  </a:lnTo>
                  <a:lnTo>
                    <a:pt x="122531" y="638724"/>
                  </a:lnTo>
                  <a:lnTo>
                    <a:pt x="122855" y="638666"/>
                  </a:lnTo>
                  <a:lnTo>
                    <a:pt x="122957" y="638767"/>
                  </a:lnTo>
                  <a:lnTo>
                    <a:pt x="123007" y="638969"/>
                  </a:lnTo>
                  <a:lnTo>
                    <a:pt x="123103" y="639142"/>
                  </a:lnTo>
                  <a:lnTo>
                    <a:pt x="123319" y="639236"/>
                  </a:lnTo>
                  <a:lnTo>
                    <a:pt x="123566" y="639193"/>
                  </a:lnTo>
                  <a:lnTo>
                    <a:pt x="123833" y="639005"/>
                  </a:lnTo>
                  <a:lnTo>
                    <a:pt x="124309" y="638731"/>
                  </a:lnTo>
                  <a:lnTo>
                    <a:pt x="124824" y="638731"/>
                  </a:lnTo>
                  <a:lnTo>
                    <a:pt x="125135" y="638710"/>
                  </a:lnTo>
                  <a:lnTo>
                    <a:pt x="125376" y="638522"/>
                  </a:lnTo>
                  <a:lnTo>
                    <a:pt x="125509" y="638276"/>
                  </a:lnTo>
                  <a:lnTo>
                    <a:pt x="126196" y="637650"/>
                  </a:lnTo>
                  <a:lnTo>
                    <a:pt x="126344" y="637360"/>
                  </a:lnTo>
                  <a:lnTo>
                    <a:pt x="126685" y="636943"/>
                  </a:lnTo>
                  <a:lnTo>
                    <a:pt x="126839" y="636803"/>
                  </a:lnTo>
                  <a:lnTo>
                    <a:pt x="127441" y="636777"/>
                  </a:lnTo>
                  <a:lnTo>
                    <a:pt x="127847" y="636784"/>
                  </a:lnTo>
                  <a:lnTo>
                    <a:pt x="128184" y="636734"/>
                  </a:lnTo>
                  <a:lnTo>
                    <a:pt x="128311" y="636597"/>
                  </a:lnTo>
                  <a:lnTo>
                    <a:pt x="128425" y="636013"/>
                  </a:lnTo>
                  <a:lnTo>
                    <a:pt x="128536" y="635756"/>
                  </a:lnTo>
                  <a:lnTo>
                    <a:pt x="129124" y="635350"/>
                  </a:lnTo>
                  <a:lnTo>
                    <a:pt x="129600" y="635090"/>
                  </a:lnTo>
                  <a:lnTo>
                    <a:pt x="129702" y="634946"/>
                  </a:lnTo>
                  <a:lnTo>
                    <a:pt x="129752" y="634564"/>
                  </a:lnTo>
                  <a:lnTo>
                    <a:pt x="129795" y="633698"/>
                  </a:lnTo>
                  <a:lnTo>
                    <a:pt x="129708" y="633093"/>
                  </a:lnTo>
                  <a:lnTo>
                    <a:pt x="129645" y="632848"/>
                  </a:lnTo>
                  <a:lnTo>
                    <a:pt x="129689" y="632588"/>
                  </a:lnTo>
                  <a:lnTo>
                    <a:pt x="130057" y="631910"/>
                  </a:lnTo>
                  <a:lnTo>
                    <a:pt x="130330" y="631184"/>
                  </a:lnTo>
                  <a:lnTo>
                    <a:pt x="130978" y="630302"/>
                  </a:lnTo>
                  <a:lnTo>
                    <a:pt x="131448" y="629935"/>
                  </a:lnTo>
                  <a:lnTo>
                    <a:pt x="131944" y="629581"/>
                  </a:lnTo>
                  <a:lnTo>
                    <a:pt x="132255" y="629358"/>
                  </a:lnTo>
                  <a:lnTo>
                    <a:pt x="132555" y="628615"/>
                  </a:lnTo>
                  <a:lnTo>
                    <a:pt x="132631" y="628384"/>
                  </a:lnTo>
                  <a:lnTo>
                    <a:pt x="133002" y="627990"/>
                  </a:lnTo>
                  <a:lnTo>
                    <a:pt x="133587" y="627768"/>
                  </a:lnTo>
                  <a:lnTo>
                    <a:pt x="134105" y="627630"/>
                  </a:lnTo>
                  <a:lnTo>
                    <a:pt x="134623" y="627319"/>
                  </a:lnTo>
                  <a:lnTo>
                    <a:pt x="134703" y="627159"/>
                  </a:lnTo>
                  <a:lnTo>
                    <a:pt x="134770" y="626862"/>
                  </a:lnTo>
                  <a:lnTo>
                    <a:pt x="134538" y="626412"/>
                  </a:lnTo>
                  <a:lnTo>
                    <a:pt x="134459" y="626100"/>
                  </a:lnTo>
                  <a:lnTo>
                    <a:pt x="134465" y="625810"/>
                  </a:lnTo>
                  <a:lnTo>
                    <a:pt x="134546" y="625656"/>
                  </a:lnTo>
                  <a:lnTo>
                    <a:pt x="134727" y="625477"/>
                  </a:lnTo>
                  <a:lnTo>
                    <a:pt x="134800" y="625346"/>
                  </a:lnTo>
                  <a:lnTo>
                    <a:pt x="134788" y="624875"/>
                  </a:lnTo>
                  <a:lnTo>
                    <a:pt x="134709" y="624543"/>
                  </a:lnTo>
                  <a:lnTo>
                    <a:pt x="134812" y="624328"/>
                  </a:lnTo>
                  <a:lnTo>
                    <a:pt x="135129" y="624162"/>
                  </a:lnTo>
                  <a:lnTo>
                    <a:pt x="135373" y="623996"/>
                  </a:lnTo>
                  <a:lnTo>
                    <a:pt x="135422" y="623816"/>
                  </a:lnTo>
                  <a:lnTo>
                    <a:pt x="135420" y="623795"/>
                  </a:lnTo>
                  <a:lnTo>
                    <a:pt x="135111" y="623131"/>
                  </a:lnTo>
                  <a:lnTo>
                    <a:pt x="134648" y="622653"/>
                  </a:lnTo>
                  <a:lnTo>
                    <a:pt x="134373" y="622293"/>
                  </a:lnTo>
                  <a:lnTo>
                    <a:pt x="134264" y="621954"/>
                  </a:lnTo>
                  <a:lnTo>
                    <a:pt x="134142" y="621636"/>
                  </a:lnTo>
                  <a:lnTo>
                    <a:pt x="134137" y="621351"/>
                  </a:lnTo>
                  <a:lnTo>
                    <a:pt x="134110" y="620990"/>
                  </a:lnTo>
                  <a:lnTo>
                    <a:pt x="134146" y="620733"/>
                  </a:lnTo>
                  <a:lnTo>
                    <a:pt x="134249" y="620525"/>
                  </a:lnTo>
                  <a:lnTo>
                    <a:pt x="134578" y="620359"/>
                  </a:lnTo>
                  <a:lnTo>
                    <a:pt x="134889" y="620241"/>
                  </a:lnTo>
                  <a:lnTo>
                    <a:pt x="135036" y="619971"/>
                  </a:lnTo>
                  <a:lnTo>
                    <a:pt x="135121" y="619791"/>
                  </a:lnTo>
                  <a:lnTo>
                    <a:pt x="135243" y="619625"/>
                  </a:lnTo>
                  <a:lnTo>
                    <a:pt x="135377" y="619577"/>
                  </a:lnTo>
                  <a:lnTo>
                    <a:pt x="135700" y="619646"/>
                  </a:lnTo>
                  <a:lnTo>
                    <a:pt x="135950" y="619715"/>
                  </a:lnTo>
                  <a:lnTo>
                    <a:pt x="136200" y="619681"/>
                  </a:lnTo>
                  <a:lnTo>
                    <a:pt x="136464" y="619399"/>
                  </a:lnTo>
                  <a:lnTo>
                    <a:pt x="136670" y="619113"/>
                  </a:lnTo>
                  <a:lnTo>
                    <a:pt x="136917" y="618790"/>
                  </a:lnTo>
                  <a:lnTo>
                    <a:pt x="137078" y="618525"/>
                  </a:lnTo>
                  <a:lnTo>
                    <a:pt x="137163" y="618314"/>
                  </a:lnTo>
                  <a:lnTo>
                    <a:pt x="137377" y="617950"/>
                  </a:lnTo>
                  <a:lnTo>
                    <a:pt x="137688" y="617832"/>
                  </a:lnTo>
                  <a:lnTo>
                    <a:pt x="137761" y="617708"/>
                  </a:lnTo>
                  <a:lnTo>
                    <a:pt x="137749" y="617466"/>
                  </a:lnTo>
                  <a:lnTo>
                    <a:pt x="137328" y="616974"/>
                  </a:lnTo>
                  <a:lnTo>
                    <a:pt x="137310" y="616822"/>
                  </a:lnTo>
                  <a:lnTo>
                    <a:pt x="137328" y="616697"/>
                  </a:lnTo>
                  <a:lnTo>
                    <a:pt x="137456" y="616587"/>
                  </a:lnTo>
                  <a:lnTo>
                    <a:pt x="137595" y="616534"/>
                  </a:lnTo>
                  <a:lnTo>
                    <a:pt x="137822" y="616497"/>
                  </a:lnTo>
                  <a:lnTo>
                    <a:pt x="137884" y="616476"/>
                  </a:lnTo>
                  <a:lnTo>
                    <a:pt x="137893" y="616404"/>
                  </a:lnTo>
                  <a:lnTo>
                    <a:pt x="137897" y="616210"/>
                  </a:lnTo>
                  <a:lnTo>
                    <a:pt x="137796" y="616054"/>
                  </a:lnTo>
                  <a:lnTo>
                    <a:pt x="137763" y="615961"/>
                  </a:lnTo>
                  <a:lnTo>
                    <a:pt x="137788" y="615740"/>
                  </a:lnTo>
                  <a:lnTo>
                    <a:pt x="137845" y="615523"/>
                  </a:lnTo>
                  <a:lnTo>
                    <a:pt x="137979" y="615228"/>
                  </a:lnTo>
                  <a:lnTo>
                    <a:pt x="137979" y="614877"/>
                  </a:lnTo>
                  <a:lnTo>
                    <a:pt x="137952" y="614452"/>
                  </a:lnTo>
                  <a:lnTo>
                    <a:pt x="137999" y="614203"/>
                  </a:lnTo>
                  <a:lnTo>
                    <a:pt x="138003" y="613843"/>
                  </a:lnTo>
                  <a:lnTo>
                    <a:pt x="138113" y="613414"/>
                  </a:lnTo>
                  <a:lnTo>
                    <a:pt x="138170" y="613202"/>
                  </a:lnTo>
                  <a:lnTo>
                    <a:pt x="138282" y="613021"/>
                  </a:lnTo>
                  <a:lnTo>
                    <a:pt x="138662" y="612611"/>
                  </a:lnTo>
                  <a:lnTo>
                    <a:pt x="138800" y="612247"/>
                  </a:lnTo>
                  <a:lnTo>
                    <a:pt x="138926" y="611804"/>
                  </a:lnTo>
                  <a:lnTo>
                    <a:pt x="139044" y="611305"/>
                  </a:lnTo>
                  <a:lnTo>
                    <a:pt x="139174" y="611125"/>
                  </a:lnTo>
                  <a:lnTo>
                    <a:pt x="139479" y="610982"/>
                  </a:lnTo>
                  <a:lnTo>
                    <a:pt x="139914" y="610941"/>
                  </a:lnTo>
                  <a:lnTo>
                    <a:pt x="140300" y="611024"/>
                  </a:lnTo>
                  <a:lnTo>
                    <a:pt x="140536" y="611125"/>
                  </a:lnTo>
                  <a:lnTo>
                    <a:pt x="140666" y="611070"/>
                  </a:lnTo>
                  <a:lnTo>
                    <a:pt x="140804" y="610728"/>
                  </a:lnTo>
                  <a:lnTo>
                    <a:pt x="140832" y="610525"/>
                  </a:lnTo>
                  <a:lnTo>
                    <a:pt x="141288" y="610313"/>
                  </a:lnTo>
                  <a:lnTo>
                    <a:pt x="141775" y="610212"/>
                  </a:lnTo>
                  <a:lnTo>
                    <a:pt x="142186" y="610129"/>
                  </a:lnTo>
                  <a:lnTo>
                    <a:pt x="142507" y="610119"/>
                  </a:lnTo>
                  <a:lnTo>
                    <a:pt x="142759" y="610216"/>
                  </a:lnTo>
                  <a:lnTo>
                    <a:pt x="142881" y="610147"/>
                  </a:lnTo>
                  <a:lnTo>
                    <a:pt x="142976" y="609938"/>
                  </a:lnTo>
                  <a:lnTo>
                    <a:pt x="143041" y="609693"/>
                  </a:lnTo>
                  <a:lnTo>
                    <a:pt x="143033" y="609488"/>
                  </a:lnTo>
                  <a:lnTo>
                    <a:pt x="143116" y="609162"/>
                  </a:lnTo>
                  <a:lnTo>
                    <a:pt x="143229" y="608882"/>
                  </a:lnTo>
                  <a:lnTo>
                    <a:pt x="143518" y="608532"/>
                  </a:lnTo>
                  <a:lnTo>
                    <a:pt x="143768" y="608179"/>
                  </a:lnTo>
                  <a:lnTo>
                    <a:pt x="143915" y="607902"/>
                  </a:lnTo>
                  <a:lnTo>
                    <a:pt x="144183" y="607671"/>
                  </a:lnTo>
                  <a:lnTo>
                    <a:pt x="144317" y="607605"/>
                  </a:lnTo>
                  <a:lnTo>
                    <a:pt x="144518" y="607702"/>
                  </a:lnTo>
                  <a:lnTo>
                    <a:pt x="144768" y="607878"/>
                  </a:lnTo>
                  <a:lnTo>
                    <a:pt x="145003" y="608003"/>
                  </a:lnTo>
                  <a:lnTo>
                    <a:pt x="145335" y="608057"/>
                  </a:lnTo>
                  <a:lnTo>
                    <a:pt x="145698" y="607972"/>
                  </a:lnTo>
                  <a:lnTo>
                    <a:pt x="146031" y="607857"/>
                  </a:lnTo>
                  <a:lnTo>
                    <a:pt x="146689" y="607629"/>
                  </a:lnTo>
                  <a:lnTo>
                    <a:pt x="147223" y="607234"/>
                  </a:lnTo>
                  <a:lnTo>
                    <a:pt x="147518" y="606906"/>
                  </a:lnTo>
                  <a:lnTo>
                    <a:pt x="147808" y="606511"/>
                  </a:lnTo>
                  <a:lnTo>
                    <a:pt x="148152" y="606165"/>
                  </a:lnTo>
                  <a:lnTo>
                    <a:pt x="148607" y="605812"/>
                  </a:lnTo>
                  <a:lnTo>
                    <a:pt x="148960" y="605559"/>
                  </a:lnTo>
                  <a:lnTo>
                    <a:pt x="149372" y="605504"/>
                  </a:lnTo>
                  <a:lnTo>
                    <a:pt x="149514" y="605561"/>
                  </a:lnTo>
                  <a:lnTo>
                    <a:pt x="149774" y="605874"/>
                  </a:lnTo>
                  <a:lnTo>
                    <a:pt x="149951" y="606168"/>
                  </a:lnTo>
                  <a:lnTo>
                    <a:pt x="150030" y="606314"/>
                  </a:lnTo>
                  <a:lnTo>
                    <a:pt x="150125" y="606352"/>
                  </a:lnTo>
                  <a:lnTo>
                    <a:pt x="150594" y="606213"/>
                  </a:lnTo>
                  <a:lnTo>
                    <a:pt x="151637" y="606103"/>
                  </a:lnTo>
                  <a:lnTo>
                    <a:pt x="152648" y="605993"/>
                  </a:lnTo>
                  <a:lnTo>
                    <a:pt x="153093" y="605993"/>
                  </a:lnTo>
                  <a:lnTo>
                    <a:pt x="153658" y="606231"/>
                  </a:lnTo>
                  <a:lnTo>
                    <a:pt x="153950" y="606440"/>
                  </a:lnTo>
                  <a:lnTo>
                    <a:pt x="154064" y="606592"/>
                  </a:lnTo>
                  <a:lnTo>
                    <a:pt x="154064" y="606772"/>
                  </a:lnTo>
                  <a:lnTo>
                    <a:pt x="153963" y="607024"/>
                  </a:lnTo>
                  <a:lnTo>
                    <a:pt x="153937" y="607176"/>
                  </a:lnTo>
                  <a:lnTo>
                    <a:pt x="153975" y="607327"/>
                  </a:lnTo>
                  <a:lnTo>
                    <a:pt x="154141" y="607457"/>
                  </a:lnTo>
                  <a:lnTo>
                    <a:pt x="154490" y="607536"/>
                  </a:lnTo>
                  <a:lnTo>
                    <a:pt x="154884" y="607565"/>
                  </a:lnTo>
                  <a:lnTo>
                    <a:pt x="155085" y="607817"/>
                  </a:lnTo>
                  <a:lnTo>
                    <a:pt x="155399" y="607971"/>
                  </a:lnTo>
                  <a:lnTo>
                    <a:pt x="155844" y="608114"/>
                  </a:lnTo>
                  <a:lnTo>
                    <a:pt x="156178" y="608334"/>
                  </a:lnTo>
                  <a:lnTo>
                    <a:pt x="156478" y="608575"/>
                  </a:lnTo>
                  <a:lnTo>
                    <a:pt x="156676" y="608575"/>
                  </a:lnTo>
                  <a:lnTo>
                    <a:pt x="157129" y="608467"/>
                  </a:lnTo>
                  <a:lnTo>
                    <a:pt x="157159" y="608474"/>
                  </a:lnTo>
                  <a:lnTo>
                    <a:pt x="157285" y="608430"/>
                  </a:lnTo>
                  <a:lnTo>
                    <a:pt x="157424" y="608286"/>
                  </a:lnTo>
                  <a:lnTo>
                    <a:pt x="157621" y="608056"/>
                  </a:lnTo>
                  <a:lnTo>
                    <a:pt x="158262" y="608035"/>
                  </a:lnTo>
                  <a:lnTo>
                    <a:pt x="158429" y="607957"/>
                  </a:lnTo>
                  <a:lnTo>
                    <a:pt x="158440" y="607955"/>
                  </a:lnTo>
                  <a:lnTo>
                    <a:pt x="158828" y="607774"/>
                  </a:lnTo>
                  <a:lnTo>
                    <a:pt x="159158" y="607724"/>
                  </a:lnTo>
                  <a:lnTo>
                    <a:pt x="159405" y="607761"/>
                  </a:lnTo>
                  <a:lnTo>
                    <a:pt x="159793" y="607767"/>
                  </a:lnTo>
                  <a:lnTo>
                    <a:pt x="159997" y="607810"/>
                  </a:lnTo>
                  <a:lnTo>
                    <a:pt x="160124" y="607991"/>
                  </a:lnTo>
                  <a:lnTo>
                    <a:pt x="160181" y="608128"/>
                  </a:lnTo>
                  <a:lnTo>
                    <a:pt x="160359" y="608178"/>
                  </a:lnTo>
                  <a:lnTo>
                    <a:pt x="160517" y="608178"/>
                  </a:lnTo>
                  <a:lnTo>
                    <a:pt x="160625" y="608207"/>
                  </a:lnTo>
                  <a:lnTo>
                    <a:pt x="160740" y="608315"/>
                  </a:lnTo>
                  <a:lnTo>
                    <a:pt x="160771" y="608488"/>
                  </a:lnTo>
                  <a:lnTo>
                    <a:pt x="160867" y="608683"/>
                  </a:lnTo>
                  <a:lnTo>
                    <a:pt x="160943" y="608777"/>
                  </a:lnTo>
                  <a:lnTo>
                    <a:pt x="161114" y="608798"/>
                  </a:lnTo>
                  <a:lnTo>
                    <a:pt x="161750" y="608863"/>
                  </a:lnTo>
                  <a:lnTo>
                    <a:pt x="162347" y="608690"/>
                  </a:lnTo>
                  <a:lnTo>
                    <a:pt x="162899" y="608286"/>
                  </a:lnTo>
                  <a:lnTo>
                    <a:pt x="163344" y="607919"/>
                  </a:lnTo>
                  <a:lnTo>
                    <a:pt x="164004" y="607695"/>
                  </a:lnTo>
                  <a:lnTo>
                    <a:pt x="164627" y="607435"/>
                  </a:lnTo>
                  <a:lnTo>
                    <a:pt x="164774" y="607028"/>
                  </a:lnTo>
                  <a:lnTo>
                    <a:pt x="164919" y="606897"/>
                  </a:lnTo>
                  <a:lnTo>
                    <a:pt x="165293" y="607165"/>
                  </a:lnTo>
                  <a:lnTo>
                    <a:pt x="165753" y="607153"/>
                  </a:lnTo>
                  <a:lnTo>
                    <a:pt x="165839" y="607446"/>
                  </a:lnTo>
                  <a:lnTo>
                    <a:pt x="166049" y="607572"/>
                  </a:lnTo>
                  <a:lnTo>
                    <a:pt x="166392" y="607464"/>
                  </a:lnTo>
                  <a:lnTo>
                    <a:pt x="166520" y="607361"/>
                  </a:lnTo>
                  <a:lnTo>
                    <a:pt x="166907" y="607342"/>
                  </a:lnTo>
                  <a:lnTo>
                    <a:pt x="166990" y="607368"/>
                  </a:lnTo>
                  <a:lnTo>
                    <a:pt x="167068" y="607441"/>
                  </a:lnTo>
                  <a:lnTo>
                    <a:pt x="167155" y="607616"/>
                  </a:lnTo>
                  <a:lnTo>
                    <a:pt x="167390" y="607731"/>
                  </a:lnTo>
                  <a:lnTo>
                    <a:pt x="167637" y="607782"/>
                  </a:lnTo>
                  <a:lnTo>
                    <a:pt x="167923" y="607976"/>
                  </a:lnTo>
                  <a:lnTo>
                    <a:pt x="168063" y="608027"/>
                  </a:lnTo>
                  <a:lnTo>
                    <a:pt x="168425" y="608012"/>
                  </a:lnTo>
                  <a:lnTo>
                    <a:pt x="169041" y="607926"/>
                  </a:lnTo>
                  <a:lnTo>
                    <a:pt x="169390" y="607969"/>
                  </a:lnTo>
                  <a:lnTo>
                    <a:pt x="169460" y="608063"/>
                  </a:lnTo>
                  <a:lnTo>
                    <a:pt x="169454" y="608265"/>
                  </a:lnTo>
                  <a:lnTo>
                    <a:pt x="169390" y="608503"/>
                  </a:lnTo>
                  <a:lnTo>
                    <a:pt x="169333" y="608726"/>
                  </a:lnTo>
                  <a:lnTo>
                    <a:pt x="169320" y="608957"/>
                  </a:lnTo>
                  <a:lnTo>
                    <a:pt x="169371" y="609087"/>
                  </a:lnTo>
                  <a:lnTo>
                    <a:pt x="169594" y="609216"/>
                  </a:lnTo>
                  <a:lnTo>
                    <a:pt x="170248" y="609281"/>
                  </a:lnTo>
                  <a:lnTo>
                    <a:pt x="170783" y="609120"/>
                  </a:lnTo>
                  <a:lnTo>
                    <a:pt x="171084" y="609063"/>
                  </a:lnTo>
                  <a:lnTo>
                    <a:pt x="171816" y="608864"/>
                  </a:lnTo>
                  <a:lnTo>
                    <a:pt x="172015" y="608864"/>
                  </a:lnTo>
                  <a:lnTo>
                    <a:pt x="172158" y="608832"/>
                  </a:lnTo>
                  <a:lnTo>
                    <a:pt x="172308" y="608952"/>
                  </a:lnTo>
                  <a:lnTo>
                    <a:pt x="172454" y="609067"/>
                  </a:lnTo>
                  <a:lnTo>
                    <a:pt x="172560" y="609086"/>
                  </a:lnTo>
                  <a:lnTo>
                    <a:pt x="172983" y="608938"/>
                  </a:lnTo>
                  <a:lnTo>
                    <a:pt x="173218" y="608933"/>
                  </a:lnTo>
                  <a:lnTo>
                    <a:pt x="173430" y="609012"/>
                  </a:lnTo>
                  <a:lnTo>
                    <a:pt x="173535" y="609066"/>
                  </a:lnTo>
                  <a:lnTo>
                    <a:pt x="173844" y="609081"/>
                  </a:lnTo>
                  <a:lnTo>
                    <a:pt x="174117" y="609053"/>
                  </a:lnTo>
                  <a:lnTo>
                    <a:pt x="174466" y="608919"/>
                  </a:lnTo>
                  <a:lnTo>
                    <a:pt x="174946" y="608786"/>
                  </a:lnTo>
                  <a:lnTo>
                    <a:pt x="175409" y="608633"/>
                  </a:lnTo>
                  <a:lnTo>
                    <a:pt x="175511" y="608639"/>
                  </a:lnTo>
                  <a:lnTo>
                    <a:pt x="176039" y="608587"/>
                  </a:lnTo>
                  <a:lnTo>
                    <a:pt x="176621" y="608426"/>
                  </a:lnTo>
                  <a:lnTo>
                    <a:pt x="176890" y="608339"/>
                  </a:lnTo>
                  <a:lnTo>
                    <a:pt x="176983" y="608273"/>
                  </a:lnTo>
                  <a:lnTo>
                    <a:pt x="177153" y="608269"/>
                  </a:lnTo>
                  <a:lnTo>
                    <a:pt x="177275" y="608338"/>
                  </a:lnTo>
                  <a:lnTo>
                    <a:pt x="177617" y="608550"/>
                  </a:lnTo>
                  <a:lnTo>
                    <a:pt x="178190" y="608661"/>
                  </a:lnTo>
                  <a:lnTo>
                    <a:pt x="178893" y="608610"/>
                  </a:lnTo>
                  <a:lnTo>
                    <a:pt x="179450" y="608333"/>
                  </a:lnTo>
                  <a:lnTo>
                    <a:pt x="179816" y="608255"/>
                  </a:lnTo>
                  <a:lnTo>
                    <a:pt x="180206" y="608223"/>
                  </a:lnTo>
                  <a:lnTo>
                    <a:pt x="180413" y="608130"/>
                  </a:lnTo>
                  <a:lnTo>
                    <a:pt x="180523" y="607987"/>
                  </a:lnTo>
                  <a:lnTo>
                    <a:pt x="180596" y="607830"/>
                  </a:lnTo>
                  <a:lnTo>
                    <a:pt x="180649" y="607618"/>
                  </a:lnTo>
                  <a:lnTo>
                    <a:pt x="180694" y="607530"/>
                  </a:lnTo>
                  <a:lnTo>
                    <a:pt x="180791" y="607466"/>
                  </a:lnTo>
                  <a:lnTo>
                    <a:pt x="180881" y="607484"/>
                  </a:lnTo>
                  <a:lnTo>
                    <a:pt x="181637" y="607950"/>
                  </a:lnTo>
                  <a:lnTo>
                    <a:pt x="181934" y="608033"/>
                  </a:lnTo>
                  <a:lnTo>
                    <a:pt x="182141" y="608033"/>
                  </a:lnTo>
                  <a:lnTo>
                    <a:pt x="182375" y="607925"/>
                  </a:lnTo>
                  <a:lnTo>
                    <a:pt x="182531" y="607734"/>
                  </a:lnTo>
                  <a:lnTo>
                    <a:pt x="182718" y="607415"/>
                  </a:lnTo>
                  <a:lnTo>
                    <a:pt x="182881" y="607023"/>
                  </a:lnTo>
                  <a:lnTo>
                    <a:pt x="183035" y="606769"/>
                  </a:lnTo>
                  <a:lnTo>
                    <a:pt x="183161" y="606681"/>
                  </a:lnTo>
                  <a:lnTo>
                    <a:pt x="183413" y="606631"/>
                  </a:lnTo>
                  <a:lnTo>
                    <a:pt x="183868" y="606751"/>
                  </a:lnTo>
                  <a:lnTo>
                    <a:pt x="184055" y="606769"/>
                  </a:lnTo>
                  <a:lnTo>
                    <a:pt x="184129" y="606755"/>
                  </a:lnTo>
                  <a:lnTo>
                    <a:pt x="184246" y="606718"/>
                  </a:lnTo>
                  <a:lnTo>
                    <a:pt x="184335" y="606641"/>
                  </a:lnTo>
                  <a:lnTo>
                    <a:pt x="184342" y="606631"/>
                  </a:lnTo>
                  <a:lnTo>
                    <a:pt x="184355" y="606611"/>
                  </a:lnTo>
                  <a:lnTo>
                    <a:pt x="184459" y="606538"/>
                  </a:lnTo>
                  <a:lnTo>
                    <a:pt x="184580" y="606331"/>
                  </a:lnTo>
                  <a:lnTo>
                    <a:pt x="184544" y="606005"/>
                  </a:lnTo>
                  <a:lnTo>
                    <a:pt x="184471" y="605853"/>
                  </a:lnTo>
                  <a:lnTo>
                    <a:pt x="184239" y="605597"/>
                  </a:lnTo>
                  <a:lnTo>
                    <a:pt x="184001" y="605320"/>
                  </a:lnTo>
                  <a:lnTo>
                    <a:pt x="183806" y="604919"/>
                  </a:lnTo>
                  <a:lnTo>
                    <a:pt x="183660" y="604365"/>
                  </a:lnTo>
                  <a:lnTo>
                    <a:pt x="183562" y="604074"/>
                  </a:lnTo>
                  <a:lnTo>
                    <a:pt x="183587" y="603684"/>
                  </a:lnTo>
                  <a:lnTo>
                    <a:pt x="183699" y="603529"/>
                  </a:lnTo>
                  <a:lnTo>
                    <a:pt x="183744" y="603270"/>
                  </a:lnTo>
                  <a:lnTo>
                    <a:pt x="183769" y="603128"/>
                  </a:lnTo>
                  <a:lnTo>
                    <a:pt x="183864" y="602935"/>
                  </a:lnTo>
                  <a:lnTo>
                    <a:pt x="184060" y="602590"/>
                  </a:lnTo>
                  <a:lnTo>
                    <a:pt x="184236" y="602375"/>
                  </a:lnTo>
                  <a:lnTo>
                    <a:pt x="184367" y="602144"/>
                  </a:lnTo>
                  <a:lnTo>
                    <a:pt x="184834" y="601729"/>
                  </a:lnTo>
                  <a:lnTo>
                    <a:pt x="184951" y="601688"/>
                  </a:lnTo>
                  <a:lnTo>
                    <a:pt x="184982" y="601669"/>
                  </a:lnTo>
                  <a:lnTo>
                    <a:pt x="185185" y="601543"/>
                  </a:lnTo>
                  <a:lnTo>
                    <a:pt x="185250" y="601503"/>
                  </a:lnTo>
                  <a:lnTo>
                    <a:pt x="185425" y="601462"/>
                  </a:lnTo>
                  <a:lnTo>
                    <a:pt x="186106" y="601144"/>
                  </a:lnTo>
                  <a:lnTo>
                    <a:pt x="186758" y="600857"/>
                  </a:lnTo>
                  <a:lnTo>
                    <a:pt x="186971" y="600701"/>
                  </a:lnTo>
                  <a:lnTo>
                    <a:pt x="187067" y="600587"/>
                  </a:lnTo>
                  <a:lnTo>
                    <a:pt x="187181" y="600437"/>
                  </a:lnTo>
                  <a:lnTo>
                    <a:pt x="187530" y="600270"/>
                  </a:lnTo>
                  <a:lnTo>
                    <a:pt x="187764" y="600159"/>
                  </a:lnTo>
                  <a:lnTo>
                    <a:pt x="187926" y="600081"/>
                  </a:lnTo>
                  <a:lnTo>
                    <a:pt x="188082" y="600070"/>
                  </a:lnTo>
                  <a:lnTo>
                    <a:pt x="188121" y="600080"/>
                  </a:lnTo>
                  <a:lnTo>
                    <a:pt x="188630" y="599953"/>
                  </a:lnTo>
                  <a:lnTo>
                    <a:pt x="188902" y="599891"/>
                  </a:lnTo>
                  <a:lnTo>
                    <a:pt x="190180" y="599773"/>
                  </a:lnTo>
                  <a:lnTo>
                    <a:pt x="190230" y="599781"/>
                  </a:lnTo>
                  <a:lnTo>
                    <a:pt x="190349" y="599802"/>
                  </a:lnTo>
                  <a:lnTo>
                    <a:pt x="190364" y="599792"/>
                  </a:lnTo>
                  <a:lnTo>
                    <a:pt x="190585" y="599844"/>
                  </a:lnTo>
                  <a:lnTo>
                    <a:pt x="190786" y="599950"/>
                  </a:lnTo>
                  <a:lnTo>
                    <a:pt x="190879" y="599971"/>
                  </a:lnTo>
                  <a:lnTo>
                    <a:pt x="191177" y="599938"/>
                  </a:lnTo>
                  <a:lnTo>
                    <a:pt x="191365" y="599876"/>
                  </a:lnTo>
                  <a:lnTo>
                    <a:pt x="191831" y="599770"/>
                  </a:lnTo>
                  <a:lnTo>
                    <a:pt x="192048" y="599647"/>
                  </a:lnTo>
                  <a:lnTo>
                    <a:pt x="192086" y="599643"/>
                  </a:lnTo>
                  <a:lnTo>
                    <a:pt x="192137" y="599638"/>
                  </a:lnTo>
                  <a:lnTo>
                    <a:pt x="192153" y="599640"/>
                  </a:lnTo>
                  <a:lnTo>
                    <a:pt x="192159" y="599641"/>
                  </a:lnTo>
                  <a:lnTo>
                    <a:pt x="192181" y="599645"/>
                  </a:lnTo>
                  <a:lnTo>
                    <a:pt x="192198" y="599648"/>
                  </a:lnTo>
                  <a:lnTo>
                    <a:pt x="192218" y="599650"/>
                  </a:lnTo>
                  <a:lnTo>
                    <a:pt x="192244" y="599655"/>
                  </a:lnTo>
                  <a:lnTo>
                    <a:pt x="192334" y="599727"/>
                  </a:lnTo>
                  <a:lnTo>
                    <a:pt x="192485" y="599752"/>
                  </a:lnTo>
                  <a:lnTo>
                    <a:pt x="192765" y="599717"/>
                  </a:lnTo>
                  <a:lnTo>
                    <a:pt x="193284" y="599547"/>
                  </a:lnTo>
                  <a:lnTo>
                    <a:pt x="193975" y="599408"/>
                  </a:lnTo>
                  <a:lnTo>
                    <a:pt x="194873" y="598924"/>
                  </a:lnTo>
                  <a:lnTo>
                    <a:pt x="194958" y="598835"/>
                  </a:lnTo>
                  <a:lnTo>
                    <a:pt x="195348" y="598661"/>
                  </a:lnTo>
                  <a:lnTo>
                    <a:pt x="195804" y="598465"/>
                  </a:lnTo>
                  <a:lnTo>
                    <a:pt x="196383" y="598469"/>
                  </a:lnTo>
                  <a:lnTo>
                    <a:pt x="196631" y="598469"/>
                  </a:lnTo>
                  <a:lnTo>
                    <a:pt x="196907" y="598358"/>
                  </a:lnTo>
                  <a:lnTo>
                    <a:pt x="197180" y="598243"/>
                  </a:lnTo>
                  <a:lnTo>
                    <a:pt x="197663" y="597852"/>
                  </a:lnTo>
                  <a:lnTo>
                    <a:pt x="197700" y="597757"/>
                  </a:lnTo>
                  <a:lnTo>
                    <a:pt x="197709" y="597699"/>
                  </a:lnTo>
                  <a:lnTo>
                    <a:pt x="197777" y="597452"/>
                  </a:lnTo>
                  <a:lnTo>
                    <a:pt x="197838" y="597006"/>
                  </a:lnTo>
                  <a:lnTo>
                    <a:pt x="197880" y="596737"/>
                  </a:lnTo>
                  <a:lnTo>
                    <a:pt x="198216" y="594522"/>
                  </a:lnTo>
                  <a:lnTo>
                    <a:pt x="198277" y="593941"/>
                  </a:lnTo>
                  <a:lnTo>
                    <a:pt x="198368" y="593678"/>
                  </a:lnTo>
                  <a:lnTo>
                    <a:pt x="198819" y="593075"/>
                  </a:lnTo>
                  <a:lnTo>
                    <a:pt x="198960" y="592826"/>
                  </a:lnTo>
                  <a:lnTo>
                    <a:pt x="198987" y="592656"/>
                  </a:lnTo>
                  <a:lnTo>
                    <a:pt x="198771" y="592016"/>
                  </a:lnTo>
                  <a:lnTo>
                    <a:pt x="198722" y="591809"/>
                  </a:lnTo>
                  <a:lnTo>
                    <a:pt x="198667" y="591449"/>
                  </a:lnTo>
                  <a:lnTo>
                    <a:pt x="198740" y="590957"/>
                  </a:lnTo>
                  <a:lnTo>
                    <a:pt x="198929" y="590653"/>
                  </a:lnTo>
                  <a:lnTo>
                    <a:pt x="199661" y="590300"/>
                  </a:lnTo>
                  <a:lnTo>
                    <a:pt x="200947" y="589981"/>
                  </a:lnTo>
                  <a:lnTo>
                    <a:pt x="201838" y="589767"/>
                  </a:lnTo>
                  <a:lnTo>
                    <a:pt x="202263" y="589774"/>
                  </a:lnTo>
                  <a:lnTo>
                    <a:pt x="203527" y="589974"/>
                  </a:lnTo>
                  <a:lnTo>
                    <a:pt x="204039" y="590175"/>
                  </a:lnTo>
                  <a:lnTo>
                    <a:pt x="204392" y="590057"/>
                  </a:lnTo>
                  <a:lnTo>
                    <a:pt x="204661" y="589947"/>
                  </a:lnTo>
                  <a:lnTo>
                    <a:pt x="204972" y="589947"/>
                  </a:lnTo>
                  <a:lnTo>
                    <a:pt x="205142" y="589995"/>
                  </a:lnTo>
                  <a:lnTo>
                    <a:pt x="205465" y="589919"/>
                  </a:lnTo>
                  <a:lnTo>
                    <a:pt x="205636" y="590057"/>
                  </a:lnTo>
                  <a:lnTo>
                    <a:pt x="205789" y="590251"/>
                  </a:lnTo>
                  <a:lnTo>
                    <a:pt x="205880" y="590293"/>
                  </a:lnTo>
                  <a:lnTo>
                    <a:pt x="206057" y="590293"/>
                  </a:lnTo>
                  <a:lnTo>
                    <a:pt x="206252" y="590147"/>
                  </a:lnTo>
                  <a:lnTo>
                    <a:pt x="206302" y="590113"/>
                  </a:lnTo>
                  <a:lnTo>
                    <a:pt x="206636" y="589794"/>
                  </a:lnTo>
                  <a:lnTo>
                    <a:pt x="206965" y="589781"/>
                  </a:lnTo>
                  <a:lnTo>
                    <a:pt x="207606" y="589933"/>
                  </a:lnTo>
                  <a:lnTo>
                    <a:pt x="207996" y="589954"/>
                  </a:lnTo>
                  <a:lnTo>
                    <a:pt x="208435" y="589954"/>
                  </a:lnTo>
                  <a:lnTo>
                    <a:pt x="208587" y="589857"/>
                  </a:lnTo>
                  <a:lnTo>
                    <a:pt x="208697" y="589774"/>
                  </a:lnTo>
                  <a:lnTo>
                    <a:pt x="208782" y="589545"/>
                  </a:lnTo>
                  <a:lnTo>
                    <a:pt x="208789" y="589261"/>
                  </a:lnTo>
                  <a:lnTo>
                    <a:pt x="209045" y="589163"/>
                  </a:lnTo>
                  <a:lnTo>
                    <a:pt x="209522" y="589110"/>
                  </a:lnTo>
                  <a:lnTo>
                    <a:pt x="209532" y="589109"/>
                  </a:lnTo>
                  <a:lnTo>
                    <a:pt x="209541" y="589108"/>
                  </a:lnTo>
                  <a:lnTo>
                    <a:pt x="209557" y="589106"/>
                  </a:lnTo>
                  <a:lnTo>
                    <a:pt x="209571" y="589105"/>
                  </a:lnTo>
                  <a:lnTo>
                    <a:pt x="209617" y="589090"/>
                  </a:lnTo>
                  <a:lnTo>
                    <a:pt x="209645" y="589081"/>
                  </a:lnTo>
                  <a:lnTo>
                    <a:pt x="209713" y="589048"/>
                  </a:lnTo>
                  <a:lnTo>
                    <a:pt x="209852" y="589008"/>
                  </a:lnTo>
                  <a:lnTo>
                    <a:pt x="210184" y="589030"/>
                  </a:lnTo>
                  <a:lnTo>
                    <a:pt x="210261" y="589031"/>
                  </a:lnTo>
                  <a:lnTo>
                    <a:pt x="210465" y="589063"/>
                  </a:lnTo>
                  <a:lnTo>
                    <a:pt x="211099" y="589051"/>
                  </a:lnTo>
                  <a:lnTo>
                    <a:pt x="211383" y="589014"/>
                  </a:lnTo>
                  <a:lnTo>
                    <a:pt x="211733" y="588788"/>
                  </a:lnTo>
                  <a:lnTo>
                    <a:pt x="212217" y="588502"/>
                  </a:lnTo>
                  <a:lnTo>
                    <a:pt x="212761" y="588410"/>
                  </a:lnTo>
                  <a:lnTo>
                    <a:pt x="213668" y="588087"/>
                  </a:lnTo>
                  <a:lnTo>
                    <a:pt x="214282" y="587699"/>
                  </a:lnTo>
                  <a:lnTo>
                    <a:pt x="214692" y="587468"/>
                  </a:lnTo>
                  <a:lnTo>
                    <a:pt x="214852" y="587219"/>
                  </a:lnTo>
                  <a:lnTo>
                    <a:pt x="214877" y="587145"/>
                  </a:lnTo>
                  <a:lnTo>
                    <a:pt x="215257" y="586587"/>
                  </a:lnTo>
                  <a:lnTo>
                    <a:pt x="215794" y="586107"/>
                  </a:lnTo>
                  <a:lnTo>
                    <a:pt x="216164" y="585830"/>
                  </a:lnTo>
                  <a:lnTo>
                    <a:pt x="216212" y="585794"/>
                  </a:lnTo>
                  <a:lnTo>
                    <a:pt x="216558" y="585696"/>
                  </a:lnTo>
                  <a:lnTo>
                    <a:pt x="216745" y="585646"/>
                  </a:lnTo>
                  <a:lnTo>
                    <a:pt x="216883" y="585733"/>
                  </a:lnTo>
                  <a:lnTo>
                    <a:pt x="217030" y="585955"/>
                  </a:lnTo>
                  <a:lnTo>
                    <a:pt x="217196" y="586112"/>
                  </a:lnTo>
                  <a:lnTo>
                    <a:pt x="217485" y="586222"/>
                  </a:lnTo>
                  <a:lnTo>
                    <a:pt x="217761" y="586218"/>
                  </a:lnTo>
                  <a:lnTo>
                    <a:pt x="218070" y="586052"/>
                  </a:lnTo>
                  <a:lnTo>
                    <a:pt x="218383" y="585932"/>
                  </a:lnTo>
                  <a:lnTo>
                    <a:pt x="218684" y="585881"/>
                  </a:lnTo>
                  <a:lnTo>
                    <a:pt x="219091" y="585996"/>
                  </a:lnTo>
                  <a:lnTo>
                    <a:pt x="219391" y="586172"/>
                  </a:lnTo>
                  <a:lnTo>
                    <a:pt x="219521" y="586282"/>
                  </a:lnTo>
                  <a:lnTo>
                    <a:pt x="219623" y="586305"/>
                  </a:lnTo>
                  <a:lnTo>
                    <a:pt x="219717" y="586305"/>
                  </a:lnTo>
                  <a:lnTo>
                    <a:pt x="219822" y="586167"/>
                  </a:lnTo>
                  <a:lnTo>
                    <a:pt x="219936" y="585747"/>
                  </a:lnTo>
                  <a:lnTo>
                    <a:pt x="220302" y="585207"/>
                  </a:lnTo>
                  <a:lnTo>
                    <a:pt x="220696" y="584820"/>
                  </a:lnTo>
                  <a:lnTo>
                    <a:pt x="221241" y="584395"/>
                  </a:lnTo>
                  <a:lnTo>
                    <a:pt x="221781" y="584077"/>
                  </a:lnTo>
                  <a:lnTo>
                    <a:pt x="221989" y="583920"/>
                  </a:lnTo>
                  <a:lnTo>
                    <a:pt x="222082" y="583772"/>
                  </a:lnTo>
                  <a:lnTo>
                    <a:pt x="222099" y="583611"/>
                  </a:lnTo>
                  <a:lnTo>
                    <a:pt x="221944" y="583288"/>
                  </a:lnTo>
                  <a:lnTo>
                    <a:pt x="221737" y="582854"/>
                  </a:lnTo>
                  <a:lnTo>
                    <a:pt x="221757" y="582692"/>
                  </a:lnTo>
                  <a:lnTo>
                    <a:pt x="222176" y="582342"/>
                  </a:lnTo>
                  <a:lnTo>
                    <a:pt x="222509" y="582305"/>
                  </a:lnTo>
                  <a:lnTo>
                    <a:pt x="223066" y="582148"/>
                  </a:lnTo>
                  <a:lnTo>
                    <a:pt x="223952" y="581968"/>
                  </a:lnTo>
                  <a:lnTo>
                    <a:pt x="224708" y="581894"/>
                  </a:lnTo>
                  <a:lnTo>
                    <a:pt x="225310" y="581894"/>
                  </a:lnTo>
                  <a:lnTo>
                    <a:pt x="225537" y="581806"/>
                  </a:lnTo>
                  <a:lnTo>
                    <a:pt x="225773" y="581742"/>
                  </a:lnTo>
                  <a:lnTo>
                    <a:pt x="225924" y="581594"/>
                  </a:lnTo>
                  <a:lnTo>
                    <a:pt x="225997" y="581529"/>
                  </a:lnTo>
                  <a:lnTo>
                    <a:pt x="226271" y="581579"/>
                  </a:lnTo>
                  <a:lnTo>
                    <a:pt x="226411" y="581742"/>
                  </a:lnTo>
                  <a:lnTo>
                    <a:pt x="226505" y="581806"/>
                  </a:lnTo>
                  <a:lnTo>
                    <a:pt x="226672" y="581857"/>
                  </a:lnTo>
                  <a:lnTo>
                    <a:pt x="226956" y="581765"/>
                  </a:lnTo>
                  <a:lnTo>
                    <a:pt x="227505" y="581423"/>
                  </a:lnTo>
                  <a:lnTo>
                    <a:pt x="228269" y="581008"/>
                  </a:lnTo>
                  <a:lnTo>
                    <a:pt x="228371" y="580717"/>
                  </a:lnTo>
                  <a:lnTo>
                    <a:pt x="228399" y="580537"/>
                  </a:lnTo>
                  <a:lnTo>
                    <a:pt x="228667" y="580265"/>
                  </a:lnTo>
                  <a:lnTo>
                    <a:pt x="229001" y="580210"/>
                  </a:lnTo>
                  <a:lnTo>
                    <a:pt x="229225" y="580210"/>
                  </a:lnTo>
                  <a:lnTo>
                    <a:pt x="229395" y="580297"/>
                  </a:lnTo>
                  <a:lnTo>
                    <a:pt x="229639" y="580256"/>
                  </a:lnTo>
                  <a:lnTo>
                    <a:pt x="230159" y="579905"/>
                  </a:lnTo>
                  <a:lnTo>
                    <a:pt x="230842" y="579365"/>
                  </a:lnTo>
                  <a:lnTo>
                    <a:pt x="231142" y="578962"/>
                  </a:lnTo>
                  <a:lnTo>
                    <a:pt x="231371" y="578858"/>
                  </a:lnTo>
                  <a:lnTo>
                    <a:pt x="231590" y="578719"/>
                  </a:lnTo>
                  <a:lnTo>
                    <a:pt x="231663" y="578636"/>
                  </a:lnTo>
                  <a:lnTo>
                    <a:pt x="231696" y="578507"/>
                  </a:lnTo>
                  <a:lnTo>
                    <a:pt x="231696" y="578378"/>
                  </a:lnTo>
                  <a:lnTo>
                    <a:pt x="231708" y="578295"/>
                  </a:lnTo>
                  <a:lnTo>
                    <a:pt x="231806" y="578165"/>
                  </a:lnTo>
                  <a:lnTo>
                    <a:pt x="231968" y="578142"/>
                  </a:lnTo>
                  <a:lnTo>
                    <a:pt x="232143" y="578142"/>
                  </a:lnTo>
                  <a:lnTo>
                    <a:pt x="232301" y="578078"/>
                  </a:lnTo>
                  <a:lnTo>
                    <a:pt x="232358" y="577921"/>
                  </a:lnTo>
                  <a:lnTo>
                    <a:pt x="232435" y="577769"/>
                  </a:lnTo>
                  <a:lnTo>
                    <a:pt x="232716" y="577510"/>
                  </a:lnTo>
                  <a:lnTo>
                    <a:pt x="233131" y="577344"/>
                  </a:lnTo>
                  <a:lnTo>
                    <a:pt x="233452" y="577279"/>
                  </a:lnTo>
                  <a:lnTo>
                    <a:pt x="233988" y="577090"/>
                  </a:lnTo>
                  <a:lnTo>
                    <a:pt x="234366" y="576883"/>
                  </a:lnTo>
                  <a:lnTo>
                    <a:pt x="234582" y="576827"/>
                  </a:lnTo>
                  <a:lnTo>
                    <a:pt x="234866" y="576892"/>
                  </a:lnTo>
                  <a:lnTo>
                    <a:pt x="235000" y="576942"/>
                  </a:lnTo>
                  <a:lnTo>
                    <a:pt x="235094" y="577016"/>
                  </a:lnTo>
                  <a:lnTo>
                    <a:pt x="235370" y="577109"/>
                  </a:lnTo>
                  <a:lnTo>
                    <a:pt x="235598" y="577159"/>
                  </a:lnTo>
                  <a:lnTo>
                    <a:pt x="235777" y="577155"/>
                  </a:lnTo>
                  <a:lnTo>
                    <a:pt x="235976" y="577049"/>
                  </a:lnTo>
                  <a:lnTo>
                    <a:pt x="236011" y="576986"/>
                  </a:lnTo>
                  <a:lnTo>
                    <a:pt x="236183" y="576509"/>
                  </a:lnTo>
                  <a:lnTo>
                    <a:pt x="236253" y="576356"/>
                  </a:lnTo>
                  <a:lnTo>
                    <a:pt x="236293" y="576218"/>
                  </a:lnTo>
                  <a:lnTo>
                    <a:pt x="236307" y="576182"/>
                  </a:lnTo>
                  <a:lnTo>
                    <a:pt x="236476" y="576043"/>
                  </a:lnTo>
                  <a:lnTo>
                    <a:pt x="236687" y="575955"/>
                  </a:lnTo>
                  <a:lnTo>
                    <a:pt x="237179" y="575789"/>
                  </a:lnTo>
                  <a:lnTo>
                    <a:pt x="237691" y="575632"/>
                  </a:lnTo>
                  <a:lnTo>
                    <a:pt x="238713" y="575403"/>
                  </a:lnTo>
                  <a:lnTo>
                    <a:pt x="238969" y="575322"/>
                  </a:lnTo>
                  <a:lnTo>
                    <a:pt x="239287" y="575167"/>
                  </a:lnTo>
                  <a:lnTo>
                    <a:pt x="239742" y="574928"/>
                  </a:lnTo>
                  <a:lnTo>
                    <a:pt x="239818" y="574813"/>
                  </a:lnTo>
                  <a:lnTo>
                    <a:pt x="239892" y="574601"/>
                  </a:lnTo>
                  <a:lnTo>
                    <a:pt x="240120" y="574141"/>
                  </a:lnTo>
                  <a:lnTo>
                    <a:pt x="240645" y="573878"/>
                  </a:lnTo>
                  <a:lnTo>
                    <a:pt x="241422" y="573860"/>
                  </a:lnTo>
                  <a:lnTo>
                    <a:pt x="242334" y="573836"/>
                  </a:lnTo>
                  <a:lnTo>
                    <a:pt x="242995" y="573926"/>
                  </a:lnTo>
                  <a:lnTo>
                    <a:pt x="243507" y="573923"/>
                  </a:lnTo>
                  <a:lnTo>
                    <a:pt x="243846" y="573808"/>
                  </a:lnTo>
                  <a:lnTo>
                    <a:pt x="244324" y="573528"/>
                  </a:lnTo>
                  <a:lnTo>
                    <a:pt x="244623" y="573379"/>
                  </a:lnTo>
                  <a:lnTo>
                    <a:pt x="244749" y="573251"/>
                  </a:lnTo>
                  <a:lnTo>
                    <a:pt x="244928" y="573024"/>
                  </a:lnTo>
                  <a:lnTo>
                    <a:pt x="245495" y="572332"/>
                  </a:lnTo>
                  <a:lnTo>
                    <a:pt x="245728" y="572124"/>
                  </a:lnTo>
                  <a:lnTo>
                    <a:pt x="246211" y="571925"/>
                  </a:lnTo>
                  <a:lnTo>
                    <a:pt x="246325" y="571795"/>
                  </a:lnTo>
                  <a:lnTo>
                    <a:pt x="246365" y="571724"/>
                  </a:lnTo>
                  <a:lnTo>
                    <a:pt x="246389" y="571582"/>
                  </a:lnTo>
                  <a:lnTo>
                    <a:pt x="246353" y="571363"/>
                  </a:lnTo>
                  <a:lnTo>
                    <a:pt x="246318" y="571218"/>
                  </a:lnTo>
                  <a:lnTo>
                    <a:pt x="246341" y="571126"/>
                  </a:lnTo>
                  <a:lnTo>
                    <a:pt x="246536" y="571043"/>
                  </a:lnTo>
                  <a:lnTo>
                    <a:pt x="247133" y="570800"/>
                  </a:lnTo>
                  <a:lnTo>
                    <a:pt x="247680" y="570454"/>
                  </a:lnTo>
                  <a:lnTo>
                    <a:pt x="248152" y="570238"/>
                  </a:lnTo>
                  <a:lnTo>
                    <a:pt x="248452" y="569961"/>
                  </a:lnTo>
                  <a:lnTo>
                    <a:pt x="248586" y="569750"/>
                  </a:lnTo>
                  <a:lnTo>
                    <a:pt x="248716" y="569713"/>
                  </a:lnTo>
                  <a:lnTo>
                    <a:pt x="248912" y="569782"/>
                  </a:lnTo>
                  <a:lnTo>
                    <a:pt x="249046" y="569973"/>
                  </a:lnTo>
                  <a:lnTo>
                    <a:pt x="249388" y="570190"/>
                  </a:lnTo>
                  <a:lnTo>
                    <a:pt x="249560" y="570371"/>
                  </a:lnTo>
                  <a:lnTo>
                    <a:pt x="249793" y="570532"/>
                  </a:lnTo>
                  <a:lnTo>
                    <a:pt x="250004" y="570546"/>
                  </a:lnTo>
                  <a:lnTo>
                    <a:pt x="250174" y="570289"/>
                  </a:lnTo>
                  <a:lnTo>
                    <a:pt x="250266" y="570192"/>
                  </a:lnTo>
                  <a:lnTo>
                    <a:pt x="250449" y="569929"/>
                  </a:lnTo>
                  <a:lnTo>
                    <a:pt x="251010" y="569500"/>
                  </a:lnTo>
                  <a:lnTo>
                    <a:pt x="251483" y="569076"/>
                  </a:lnTo>
                  <a:lnTo>
                    <a:pt x="252057" y="568594"/>
                  </a:lnTo>
                  <a:lnTo>
                    <a:pt x="252504" y="568352"/>
                  </a:lnTo>
                  <a:lnTo>
                    <a:pt x="253111" y="568271"/>
                  </a:lnTo>
                  <a:lnTo>
                    <a:pt x="253678" y="568075"/>
                  </a:lnTo>
                  <a:lnTo>
                    <a:pt x="254239" y="567902"/>
                  </a:lnTo>
                  <a:lnTo>
                    <a:pt x="254672" y="567786"/>
                  </a:lnTo>
                  <a:lnTo>
                    <a:pt x="255020" y="567870"/>
                  </a:lnTo>
                  <a:lnTo>
                    <a:pt x="255291" y="567929"/>
                  </a:lnTo>
                  <a:lnTo>
                    <a:pt x="255453" y="568064"/>
                  </a:lnTo>
                  <a:lnTo>
                    <a:pt x="255484" y="568243"/>
                  </a:lnTo>
                  <a:lnTo>
                    <a:pt x="255489" y="568283"/>
                  </a:lnTo>
                  <a:lnTo>
                    <a:pt x="255493" y="568290"/>
                  </a:lnTo>
                  <a:lnTo>
                    <a:pt x="255506" y="568310"/>
                  </a:lnTo>
                  <a:lnTo>
                    <a:pt x="255529" y="568327"/>
                  </a:lnTo>
                  <a:lnTo>
                    <a:pt x="255550" y="568342"/>
                  </a:lnTo>
                  <a:lnTo>
                    <a:pt x="255576" y="568354"/>
                  </a:lnTo>
                  <a:lnTo>
                    <a:pt x="255594" y="568360"/>
                  </a:lnTo>
                  <a:lnTo>
                    <a:pt x="255607" y="568361"/>
                  </a:lnTo>
                  <a:lnTo>
                    <a:pt x="255655" y="568397"/>
                  </a:lnTo>
                  <a:lnTo>
                    <a:pt x="256021" y="568466"/>
                  </a:lnTo>
                  <a:lnTo>
                    <a:pt x="256552" y="568541"/>
                  </a:lnTo>
                  <a:lnTo>
                    <a:pt x="257482" y="568538"/>
                  </a:lnTo>
                  <a:lnTo>
                    <a:pt x="258199" y="568554"/>
                  </a:lnTo>
                  <a:lnTo>
                    <a:pt x="258996" y="568330"/>
                  </a:lnTo>
                  <a:lnTo>
                    <a:pt x="259701" y="568089"/>
                  </a:lnTo>
                  <a:lnTo>
                    <a:pt x="260460" y="567779"/>
                  </a:lnTo>
                  <a:lnTo>
                    <a:pt x="260733" y="567650"/>
                  </a:lnTo>
                  <a:lnTo>
                    <a:pt x="261030" y="567430"/>
                  </a:lnTo>
                  <a:lnTo>
                    <a:pt x="261106" y="567275"/>
                  </a:lnTo>
                  <a:lnTo>
                    <a:pt x="261411" y="566741"/>
                  </a:lnTo>
                  <a:lnTo>
                    <a:pt x="261862" y="566215"/>
                  </a:lnTo>
                  <a:lnTo>
                    <a:pt x="262216" y="566002"/>
                  </a:lnTo>
                  <a:lnTo>
                    <a:pt x="262864" y="565960"/>
                  </a:lnTo>
                  <a:lnTo>
                    <a:pt x="263855" y="565899"/>
                  </a:lnTo>
                  <a:lnTo>
                    <a:pt x="264542" y="565777"/>
                  </a:lnTo>
                  <a:lnTo>
                    <a:pt x="264976" y="565686"/>
                  </a:lnTo>
                  <a:lnTo>
                    <a:pt x="265029" y="565652"/>
                  </a:lnTo>
                  <a:lnTo>
                    <a:pt x="265562" y="565503"/>
                  </a:lnTo>
                  <a:lnTo>
                    <a:pt x="266259" y="565362"/>
                  </a:lnTo>
                  <a:lnTo>
                    <a:pt x="266667" y="565426"/>
                  </a:lnTo>
                  <a:lnTo>
                    <a:pt x="267138" y="565527"/>
                  </a:lnTo>
                  <a:lnTo>
                    <a:pt x="267393" y="565664"/>
                  </a:lnTo>
                  <a:lnTo>
                    <a:pt x="267523" y="565719"/>
                  </a:lnTo>
                  <a:lnTo>
                    <a:pt x="267632" y="565730"/>
                  </a:lnTo>
                  <a:lnTo>
                    <a:pt x="267732" y="565719"/>
                  </a:lnTo>
                  <a:lnTo>
                    <a:pt x="267854" y="565636"/>
                  </a:lnTo>
                  <a:lnTo>
                    <a:pt x="268014" y="565343"/>
                  </a:lnTo>
                  <a:lnTo>
                    <a:pt x="268146" y="565205"/>
                  </a:lnTo>
                  <a:lnTo>
                    <a:pt x="268509" y="564796"/>
                  </a:lnTo>
                  <a:lnTo>
                    <a:pt x="268799" y="564430"/>
                  </a:lnTo>
                  <a:lnTo>
                    <a:pt x="268988" y="564083"/>
                  </a:lnTo>
                  <a:lnTo>
                    <a:pt x="269115" y="563705"/>
                  </a:lnTo>
                  <a:lnTo>
                    <a:pt x="269232" y="563474"/>
                  </a:lnTo>
                  <a:lnTo>
                    <a:pt x="269314" y="563042"/>
                  </a:lnTo>
                  <a:lnTo>
                    <a:pt x="269347" y="562734"/>
                  </a:lnTo>
                  <a:lnTo>
                    <a:pt x="269504" y="562512"/>
                  </a:lnTo>
                  <a:lnTo>
                    <a:pt x="270003" y="562187"/>
                  </a:lnTo>
                  <a:lnTo>
                    <a:pt x="270469" y="561896"/>
                  </a:lnTo>
                  <a:lnTo>
                    <a:pt x="271052" y="561491"/>
                  </a:lnTo>
                  <a:lnTo>
                    <a:pt x="271171" y="561346"/>
                  </a:lnTo>
                  <a:lnTo>
                    <a:pt x="271280" y="561159"/>
                  </a:lnTo>
                  <a:lnTo>
                    <a:pt x="271131" y="560726"/>
                  </a:lnTo>
                  <a:lnTo>
                    <a:pt x="271073" y="560366"/>
                  </a:lnTo>
                  <a:lnTo>
                    <a:pt x="271088" y="559982"/>
                  </a:lnTo>
                  <a:lnTo>
                    <a:pt x="271128" y="559820"/>
                  </a:lnTo>
                  <a:lnTo>
                    <a:pt x="271296" y="559647"/>
                  </a:lnTo>
                  <a:lnTo>
                    <a:pt x="271674" y="559390"/>
                  </a:lnTo>
                  <a:lnTo>
                    <a:pt x="272183" y="559193"/>
                  </a:lnTo>
                  <a:lnTo>
                    <a:pt x="272337" y="559102"/>
                  </a:lnTo>
                  <a:lnTo>
                    <a:pt x="272817" y="558920"/>
                  </a:lnTo>
                  <a:lnTo>
                    <a:pt x="273378" y="558657"/>
                  </a:lnTo>
                  <a:lnTo>
                    <a:pt x="273939" y="558439"/>
                  </a:lnTo>
                  <a:lnTo>
                    <a:pt x="274369" y="558425"/>
                  </a:lnTo>
                  <a:lnTo>
                    <a:pt x="274911" y="558425"/>
                  </a:lnTo>
                  <a:lnTo>
                    <a:pt x="275426" y="558404"/>
                  </a:lnTo>
                  <a:lnTo>
                    <a:pt x="275966" y="558504"/>
                  </a:lnTo>
                  <a:lnTo>
                    <a:pt x="276442" y="558501"/>
                  </a:lnTo>
                  <a:lnTo>
                    <a:pt x="276881" y="558480"/>
                  </a:lnTo>
                  <a:lnTo>
                    <a:pt x="277109" y="558479"/>
                  </a:lnTo>
                  <a:lnTo>
                    <a:pt x="277414" y="558501"/>
                  </a:lnTo>
                  <a:lnTo>
                    <a:pt x="277981" y="558442"/>
                  </a:lnTo>
                  <a:lnTo>
                    <a:pt x="278856" y="558321"/>
                  </a:lnTo>
                  <a:lnTo>
                    <a:pt x="279646" y="558314"/>
                  </a:lnTo>
                  <a:lnTo>
                    <a:pt x="280362" y="558304"/>
                  </a:lnTo>
                  <a:lnTo>
                    <a:pt x="280817" y="558304"/>
                  </a:lnTo>
                  <a:lnTo>
                    <a:pt x="281277" y="558349"/>
                  </a:lnTo>
                  <a:lnTo>
                    <a:pt x="281586" y="558446"/>
                  </a:lnTo>
                  <a:lnTo>
                    <a:pt x="282237" y="558615"/>
                  </a:lnTo>
                  <a:lnTo>
                    <a:pt x="283038" y="558897"/>
                  </a:lnTo>
                  <a:lnTo>
                    <a:pt x="283716" y="558809"/>
                  </a:lnTo>
                  <a:lnTo>
                    <a:pt x="283970" y="558789"/>
                  </a:lnTo>
                  <a:lnTo>
                    <a:pt x="284176" y="558728"/>
                  </a:lnTo>
                  <a:lnTo>
                    <a:pt x="284249" y="558631"/>
                  </a:lnTo>
                  <a:lnTo>
                    <a:pt x="284258" y="558500"/>
                  </a:lnTo>
                  <a:lnTo>
                    <a:pt x="284196" y="558323"/>
                  </a:lnTo>
                  <a:lnTo>
                    <a:pt x="284285" y="557941"/>
                  </a:lnTo>
                  <a:lnTo>
                    <a:pt x="284553" y="557600"/>
                  </a:lnTo>
                  <a:lnTo>
                    <a:pt x="285252" y="556917"/>
                  </a:lnTo>
                  <a:lnTo>
                    <a:pt x="285613" y="556508"/>
                  </a:lnTo>
                  <a:lnTo>
                    <a:pt x="285462" y="556268"/>
                  </a:lnTo>
                  <a:lnTo>
                    <a:pt x="285124" y="556077"/>
                  </a:lnTo>
                  <a:lnTo>
                    <a:pt x="284618" y="555780"/>
                  </a:lnTo>
                  <a:lnTo>
                    <a:pt x="284365" y="555243"/>
                  </a:lnTo>
                  <a:lnTo>
                    <a:pt x="283959" y="554437"/>
                  </a:lnTo>
                  <a:lnTo>
                    <a:pt x="283609" y="553724"/>
                  </a:lnTo>
                  <a:lnTo>
                    <a:pt x="283562" y="553608"/>
                  </a:lnTo>
                  <a:lnTo>
                    <a:pt x="283450" y="553444"/>
                  </a:lnTo>
                  <a:lnTo>
                    <a:pt x="283334" y="553222"/>
                  </a:lnTo>
                  <a:lnTo>
                    <a:pt x="283352" y="553167"/>
                  </a:lnTo>
                  <a:lnTo>
                    <a:pt x="283612" y="553139"/>
                  </a:lnTo>
                  <a:lnTo>
                    <a:pt x="284060" y="553215"/>
                  </a:lnTo>
                  <a:lnTo>
                    <a:pt x="284182" y="553215"/>
                  </a:lnTo>
                  <a:lnTo>
                    <a:pt x="284352" y="553163"/>
                  </a:lnTo>
                  <a:lnTo>
                    <a:pt x="284392" y="552983"/>
                  </a:lnTo>
                  <a:lnTo>
                    <a:pt x="284450" y="552395"/>
                  </a:lnTo>
                  <a:lnTo>
                    <a:pt x="284511" y="551246"/>
                  </a:lnTo>
                  <a:lnTo>
                    <a:pt x="284718" y="550657"/>
                  </a:lnTo>
                  <a:lnTo>
                    <a:pt x="285060" y="550551"/>
                  </a:lnTo>
                  <a:lnTo>
                    <a:pt x="285678" y="550448"/>
                  </a:lnTo>
                  <a:lnTo>
                    <a:pt x="286451" y="550448"/>
                  </a:lnTo>
                  <a:lnTo>
                    <a:pt x="287442" y="550246"/>
                  </a:lnTo>
                  <a:lnTo>
                    <a:pt x="288097" y="549908"/>
                  </a:lnTo>
                  <a:lnTo>
                    <a:pt x="288703" y="549627"/>
                  </a:lnTo>
                  <a:lnTo>
                    <a:pt x="289341" y="549447"/>
                  </a:lnTo>
                  <a:lnTo>
                    <a:pt x="289590" y="549314"/>
                  </a:lnTo>
                  <a:lnTo>
                    <a:pt x="289768" y="548911"/>
                  </a:lnTo>
                  <a:lnTo>
                    <a:pt x="289833" y="548164"/>
                  </a:lnTo>
                  <a:lnTo>
                    <a:pt x="289829" y="547730"/>
                  </a:lnTo>
                  <a:lnTo>
                    <a:pt x="289637" y="547379"/>
                  </a:lnTo>
                  <a:lnTo>
                    <a:pt x="289077" y="546840"/>
                  </a:lnTo>
                  <a:lnTo>
                    <a:pt x="289028" y="546650"/>
                  </a:lnTo>
                  <a:lnTo>
                    <a:pt x="289012" y="546300"/>
                  </a:lnTo>
                  <a:lnTo>
                    <a:pt x="289077" y="546018"/>
                  </a:lnTo>
                  <a:lnTo>
                    <a:pt x="289211" y="545760"/>
                  </a:lnTo>
                  <a:lnTo>
                    <a:pt x="289422" y="545478"/>
                  </a:lnTo>
                  <a:lnTo>
                    <a:pt x="289448" y="545107"/>
                  </a:lnTo>
                  <a:lnTo>
                    <a:pt x="289161" y="544873"/>
                  </a:lnTo>
                  <a:lnTo>
                    <a:pt x="288692" y="544429"/>
                  </a:lnTo>
                  <a:lnTo>
                    <a:pt x="287815" y="543788"/>
                  </a:lnTo>
                  <a:lnTo>
                    <a:pt x="287532" y="543601"/>
                  </a:lnTo>
                  <a:lnTo>
                    <a:pt x="287339" y="543167"/>
                  </a:lnTo>
                  <a:lnTo>
                    <a:pt x="287364" y="542562"/>
                  </a:lnTo>
                  <a:lnTo>
                    <a:pt x="287460" y="541480"/>
                  </a:lnTo>
                  <a:lnTo>
                    <a:pt x="287136" y="540860"/>
                  </a:lnTo>
                  <a:lnTo>
                    <a:pt x="286507" y="540146"/>
                  </a:lnTo>
                  <a:lnTo>
                    <a:pt x="286329" y="539865"/>
                  </a:lnTo>
                  <a:lnTo>
                    <a:pt x="286329" y="539791"/>
                  </a:lnTo>
                  <a:lnTo>
                    <a:pt x="286318" y="539773"/>
                  </a:lnTo>
                  <a:lnTo>
                    <a:pt x="286289" y="539442"/>
                  </a:lnTo>
                  <a:lnTo>
                    <a:pt x="286451" y="538557"/>
                  </a:lnTo>
                  <a:lnTo>
                    <a:pt x="286557" y="537874"/>
                  </a:lnTo>
                  <a:lnTo>
                    <a:pt x="286898" y="537274"/>
                  </a:lnTo>
                  <a:lnTo>
                    <a:pt x="287581" y="536785"/>
                  </a:lnTo>
                  <a:lnTo>
                    <a:pt x="289241" y="536082"/>
                  </a:lnTo>
                  <a:lnTo>
                    <a:pt x="289346" y="535993"/>
                  </a:lnTo>
                  <a:lnTo>
                    <a:pt x="289416" y="535820"/>
                  </a:lnTo>
                  <a:lnTo>
                    <a:pt x="289328" y="535715"/>
                  </a:lnTo>
                  <a:lnTo>
                    <a:pt x="289133" y="535706"/>
                  </a:lnTo>
                  <a:lnTo>
                    <a:pt x="288751" y="535747"/>
                  </a:lnTo>
                  <a:lnTo>
                    <a:pt x="288466" y="535743"/>
                  </a:lnTo>
                  <a:lnTo>
                    <a:pt x="288299" y="535678"/>
                  </a:lnTo>
                  <a:lnTo>
                    <a:pt x="288230" y="535586"/>
                  </a:lnTo>
                  <a:lnTo>
                    <a:pt x="288194" y="535420"/>
                  </a:lnTo>
                  <a:lnTo>
                    <a:pt x="287882" y="535237"/>
                  </a:lnTo>
                  <a:lnTo>
                    <a:pt x="287683" y="535231"/>
                  </a:lnTo>
                  <a:lnTo>
                    <a:pt x="287389" y="535081"/>
                  </a:lnTo>
                  <a:lnTo>
                    <a:pt x="287195" y="534843"/>
                  </a:lnTo>
                  <a:lnTo>
                    <a:pt x="287156" y="534818"/>
                  </a:lnTo>
                  <a:lnTo>
                    <a:pt x="287109" y="534764"/>
                  </a:lnTo>
                  <a:lnTo>
                    <a:pt x="287082" y="534743"/>
                  </a:lnTo>
                  <a:lnTo>
                    <a:pt x="287034" y="534700"/>
                  </a:lnTo>
                  <a:lnTo>
                    <a:pt x="287010" y="534679"/>
                  </a:lnTo>
                  <a:lnTo>
                    <a:pt x="287000" y="534676"/>
                  </a:lnTo>
                  <a:lnTo>
                    <a:pt x="286995" y="534667"/>
                  </a:lnTo>
                  <a:lnTo>
                    <a:pt x="286991" y="534659"/>
                  </a:lnTo>
                  <a:lnTo>
                    <a:pt x="286672" y="534252"/>
                  </a:lnTo>
                  <a:lnTo>
                    <a:pt x="286523" y="533968"/>
                  </a:lnTo>
                  <a:lnTo>
                    <a:pt x="286472" y="533914"/>
                  </a:lnTo>
                  <a:lnTo>
                    <a:pt x="286322" y="533622"/>
                  </a:lnTo>
                  <a:lnTo>
                    <a:pt x="285721" y="532736"/>
                  </a:lnTo>
                  <a:lnTo>
                    <a:pt x="285326" y="532131"/>
                  </a:lnTo>
                  <a:lnTo>
                    <a:pt x="285135" y="531721"/>
                  </a:lnTo>
                  <a:lnTo>
                    <a:pt x="284562" y="530816"/>
                  </a:lnTo>
                  <a:lnTo>
                    <a:pt x="284493" y="530373"/>
                  </a:lnTo>
                  <a:lnTo>
                    <a:pt x="284510" y="530258"/>
                  </a:lnTo>
                  <a:lnTo>
                    <a:pt x="284501" y="530179"/>
                  </a:lnTo>
                  <a:lnTo>
                    <a:pt x="284570" y="529755"/>
                  </a:lnTo>
                  <a:lnTo>
                    <a:pt x="284684" y="529532"/>
                  </a:lnTo>
                  <a:lnTo>
                    <a:pt x="284967" y="528671"/>
                  </a:lnTo>
                  <a:lnTo>
                    <a:pt x="285043" y="528176"/>
                  </a:lnTo>
                  <a:lnTo>
                    <a:pt x="285059" y="527932"/>
                  </a:lnTo>
                  <a:lnTo>
                    <a:pt x="285237" y="527771"/>
                  </a:lnTo>
                  <a:lnTo>
                    <a:pt x="286234" y="527201"/>
                  </a:lnTo>
                  <a:lnTo>
                    <a:pt x="287275" y="526858"/>
                  </a:lnTo>
                  <a:lnTo>
                    <a:pt x="286775" y="525923"/>
                  </a:lnTo>
                  <a:lnTo>
                    <a:pt x="288662" y="522679"/>
                  </a:lnTo>
                  <a:lnTo>
                    <a:pt x="288574" y="520586"/>
                  </a:lnTo>
                  <a:lnTo>
                    <a:pt x="288636" y="520551"/>
                  </a:lnTo>
                  <a:lnTo>
                    <a:pt x="288699" y="520458"/>
                  </a:lnTo>
                  <a:lnTo>
                    <a:pt x="289059" y="520099"/>
                  </a:lnTo>
                  <a:lnTo>
                    <a:pt x="289294" y="520002"/>
                  </a:lnTo>
                  <a:lnTo>
                    <a:pt x="289480" y="520005"/>
                  </a:lnTo>
                  <a:lnTo>
                    <a:pt x="289672" y="520157"/>
                  </a:lnTo>
                  <a:lnTo>
                    <a:pt x="289818" y="520237"/>
                  </a:lnTo>
                  <a:lnTo>
                    <a:pt x="289989" y="520247"/>
                  </a:lnTo>
                  <a:lnTo>
                    <a:pt x="290193" y="520178"/>
                  </a:lnTo>
                  <a:lnTo>
                    <a:pt x="290261" y="520159"/>
                  </a:lnTo>
                  <a:lnTo>
                    <a:pt x="290547" y="520095"/>
                  </a:lnTo>
                  <a:lnTo>
                    <a:pt x="290867" y="519953"/>
                  </a:lnTo>
                  <a:lnTo>
                    <a:pt x="291111" y="519915"/>
                  </a:lnTo>
                  <a:lnTo>
                    <a:pt x="291327" y="519922"/>
                  </a:lnTo>
                  <a:lnTo>
                    <a:pt x="291504" y="519960"/>
                  </a:lnTo>
                  <a:lnTo>
                    <a:pt x="291547" y="520009"/>
                  </a:lnTo>
                  <a:lnTo>
                    <a:pt x="291513" y="520099"/>
                  </a:lnTo>
                  <a:lnTo>
                    <a:pt x="291425" y="520189"/>
                  </a:lnTo>
                  <a:lnTo>
                    <a:pt x="291388" y="520324"/>
                  </a:lnTo>
                  <a:lnTo>
                    <a:pt x="291431" y="520393"/>
                  </a:lnTo>
                  <a:lnTo>
                    <a:pt x="291525" y="520469"/>
                  </a:lnTo>
                  <a:lnTo>
                    <a:pt x="291775" y="520500"/>
                  </a:lnTo>
                  <a:lnTo>
                    <a:pt x="292367" y="520493"/>
                  </a:lnTo>
                  <a:lnTo>
                    <a:pt x="292571" y="520486"/>
                  </a:lnTo>
                  <a:lnTo>
                    <a:pt x="292628" y="520433"/>
                  </a:lnTo>
                  <a:lnTo>
                    <a:pt x="292666" y="520303"/>
                  </a:lnTo>
                  <a:lnTo>
                    <a:pt x="292730" y="520230"/>
                  </a:lnTo>
                  <a:lnTo>
                    <a:pt x="292806" y="520199"/>
                  </a:lnTo>
                  <a:lnTo>
                    <a:pt x="292891" y="520189"/>
                  </a:lnTo>
                  <a:lnTo>
                    <a:pt x="292974" y="520223"/>
                  </a:lnTo>
                  <a:lnTo>
                    <a:pt x="293074" y="520303"/>
                  </a:lnTo>
                  <a:lnTo>
                    <a:pt x="293150" y="520372"/>
                  </a:lnTo>
                  <a:lnTo>
                    <a:pt x="293275" y="520375"/>
                  </a:lnTo>
                  <a:lnTo>
                    <a:pt x="293416" y="520355"/>
                  </a:lnTo>
                  <a:lnTo>
                    <a:pt x="293544" y="520279"/>
                  </a:lnTo>
                  <a:lnTo>
                    <a:pt x="293585" y="520225"/>
                  </a:lnTo>
                  <a:lnTo>
                    <a:pt x="293687" y="520043"/>
                  </a:lnTo>
                  <a:lnTo>
                    <a:pt x="293909" y="519860"/>
                  </a:lnTo>
                  <a:lnTo>
                    <a:pt x="293995" y="519832"/>
                  </a:lnTo>
                  <a:lnTo>
                    <a:pt x="294135" y="519877"/>
                  </a:lnTo>
                  <a:lnTo>
                    <a:pt x="294230" y="519974"/>
                  </a:lnTo>
                  <a:lnTo>
                    <a:pt x="294334" y="520090"/>
                  </a:lnTo>
                  <a:lnTo>
                    <a:pt x="294455" y="520192"/>
                  </a:lnTo>
                  <a:lnTo>
                    <a:pt x="294595" y="520220"/>
                  </a:lnTo>
                  <a:lnTo>
                    <a:pt x="294705" y="520182"/>
                  </a:lnTo>
                  <a:lnTo>
                    <a:pt x="294980" y="520015"/>
                  </a:lnTo>
                  <a:lnTo>
                    <a:pt x="295193" y="519908"/>
                  </a:lnTo>
                  <a:lnTo>
                    <a:pt x="295341" y="519788"/>
                  </a:lnTo>
                  <a:lnTo>
                    <a:pt x="295419" y="519538"/>
                  </a:lnTo>
                  <a:lnTo>
                    <a:pt x="295556" y="519306"/>
                  </a:lnTo>
                  <a:lnTo>
                    <a:pt x="296132" y="519015"/>
                  </a:lnTo>
                  <a:lnTo>
                    <a:pt x="296412" y="518922"/>
                  </a:lnTo>
                  <a:lnTo>
                    <a:pt x="296510" y="518911"/>
                  </a:lnTo>
                  <a:lnTo>
                    <a:pt x="296751" y="518974"/>
                  </a:lnTo>
                  <a:lnTo>
                    <a:pt x="296833" y="518974"/>
                  </a:lnTo>
                  <a:lnTo>
                    <a:pt x="297025" y="518911"/>
                  </a:lnTo>
                  <a:lnTo>
                    <a:pt x="297205" y="518821"/>
                  </a:lnTo>
                  <a:lnTo>
                    <a:pt x="297354" y="518711"/>
                  </a:lnTo>
                  <a:lnTo>
                    <a:pt x="297519" y="518586"/>
                  </a:lnTo>
                  <a:lnTo>
                    <a:pt x="297623" y="518517"/>
                  </a:lnTo>
                  <a:lnTo>
                    <a:pt x="297845" y="518455"/>
                  </a:lnTo>
                  <a:lnTo>
                    <a:pt x="298083" y="518392"/>
                  </a:lnTo>
                  <a:lnTo>
                    <a:pt x="298361" y="518320"/>
                  </a:lnTo>
                  <a:lnTo>
                    <a:pt x="298531" y="518268"/>
                  </a:lnTo>
                  <a:lnTo>
                    <a:pt x="298834" y="518028"/>
                  </a:lnTo>
                  <a:lnTo>
                    <a:pt x="299003" y="517979"/>
                  </a:lnTo>
                  <a:lnTo>
                    <a:pt x="299145" y="518047"/>
                  </a:lnTo>
                  <a:lnTo>
                    <a:pt x="299443" y="518161"/>
                  </a:lnTo>
                  <a:lnTo>
                    <a:pt x="299690" y="518113"/>
                  </a:lnTo>
                  <a:lnTo>
                    <a:pt x="299895" y="517954"/>
                  </a:lnTo>
                  <a:lnTo>
                    <a:pt x="299945" y="517928"/>
                  </a:lnTo>
                  <a:lnTo>
                    <a:pt x="299971" y="517905"/>
                  </a:lnTo>
                  <a:lnTo>
                    <a:pt x="300236" y="517781"/>
                  </a:lnTo>
                  <a:lnTo>
                    <a:pt x="300404" y="517767"/>
                  </a:lnTo>
                  <a:lnTo>
                    <a:pt x="300416" y="517769"/>
                  </a:lnTo>
                  <a:lnTo>
                    <a:pt x="300589" y="517769"/>
                  </a:lnTo>
                  <a:lnTo>
                    <a:pt x="300982" y="517877"/>
                  </a:lnTo>
                  <a:lnTo>
                    <a:pt x="300997" y="517889"/>
                  </a:lnTo>
                  <a:lnTo>
                    <a:pt x="301006" y="517891"/>
                  </a:lnTo>
                  <a:lnTo>
                    <a:pt x="301019" y="517866"/>
                  </a:lnTo>
                  <a:lnTo>
                    <a:pt x="301001" y="517710"/>
                  </a:lnTo>
                  <a:lnTo>
                    <a:pt x="301046" y="517603"/>
                  </a:lnTo>
                  <a:lnTo>
                    <a:pt x="301056" y="517595"/>
                  </a:lnTo>
                  <a:lnTo>
                    <a:pt x="301062" y="517572"/>
                  </a:lnTo>
                  <a:lnTo>
                    <a:pt x="301148" y="517505"/>
                  </a:lnTo>
                  <a:lnTo>
                    <a:pt x="301329" y="517491"/>
                  </a:lnTo>
                  <a:lnTo>
                    <a:pt x="301535" y="517554"/>
                  </a:lnTo>
                  <a:lnTo>
                    <a:pt x="301725" y="517598"/>
                  </a:lnTo>
                  <a:lnTo>
                    <a:pt x="301811" y="517609"/>
                  </a:lnTo>
                  <a:lnTo>
                    <a:pt x="301878" y="517595"/>
                  </a:lnTo>
                  <a:lnTo>
                    <a:pt x="301923" y="517511"/>
                  </a:lnTo>
                  <a:lnTo>
                    <a:pt x="301888" y="517448"/>
                  </a:lnTo>
                  <a:lnTo>
                    <a:pt x="301888" y="517361"/>
                  </a:lnTo>
                  <a:lnTo>
                    <a:pt x="301956" y="517318"/>
                  </a:lnTo>
                  <a:lnTo>
                    <a:pt x="302160" y="517318"/>
                  </a:lnTo>
                  <a:lnTo>
                    <a:pt x="302299" y="517393"/>
                  </a:lnTo>
                  <a:lnTo>
                    <a:pt x="302571" y="517485"/>
                  </a:lnTo>
                  <a:lnTo>
                    <a:pt x="302734" y="517453"/>
                  </a:lnTo>
                  <a:lnTo>
                    <a:pt x="302878" y="517375"/>
                  </a:lnTo>
                  <a:lnTo>
                    <a:pt x="303033" y="517174"/>
                  </a:lnTo>
                  <a:lnTo>
                    <a:pt x="303056" y="517096"/>
                  </a:lnTo>
                  <a:lnTo>
                    <a:pt x="303074" y="516983"/>
                  </a:lnTo>
                  <a:lnTo>
                    <a:pt x="303066" y="516905"/>
                  </a:lnTo>
                  <a:lnTo>
                    <a:pt x="303008" y="516810"/>
                  </a:lnTo>
                  <a:lnTo>
                    <a:pt x="302894" y="516579"/>
                  </a:lnTo>
                  <a:lnTo>
                    <a:pt x="302543" y="516233"/>
                  </a:lnTo>
                  <a:lnTo>
                    <a:pt x="302299" y="515991"/>
                  </a:lnTo>
                  <a:lnTo>
                    <a:pt x="301982" y="515691"/>
                  </a:lnTo>
                  <a:lnTo>
                    <a:pt x="301496" y="515460"/>
                  </a:lnTo>
                  <a:lnTo>
                    <a:pt x="300783" y="515207"/>
                  </a:lnTo>
                  <a:lnTo>
                    <a:pt x="300414" y="515085"/>
                  </a:lnTo>
                  <a:lnTo>
                    <a:pt x="300081" y="515036"/>
                  </a:lnTo>
                  <a:lnTo>
                    <a:pt x="299603" y="515001"/>
                  </a:lnTo>
                  <a:lnTo>
                    <a:pt x="299586" y="514999"/>
                  </a:lnTo>
                  <a:lnTo>
                    <a:pt x="298923" y="514915"/>
                  </a:lnTo>
                  <a:lnTo>
                    <a:pt x="298618" y="514849"/>
                  </a:lnTo>
                  <a:lnTo>
                    <a:pt x="298559" y="514846"/>
                  </a:lnTo>
                  <a:lnTo>
                    <a:pt x="298227" y="514796"/>
                  </a:lnTo>
                  <a:lnTo>
                    <a:pt x="297910" y="514677"/>
                  </a:lnTo>
                  <a:lnTo>
                    <a:pt x="297537" y="514459"/>
                  </a:lnTo>
                  <a:lnTo>
                    <a:pt x="296927" y="513971"/>
                  </a:lnTo>
                  <a:lnTo>
                    <a:pt x="296670" y="513901"/>
                  </a:lnTo>
                  <a:lnTo>
                    <a:pt x="296656" y="513847"/>
                  </a:lnTo>
                  <a:lnTo>
                    <a:pt x="296388" y="513670"/>
                  </a:lnTo>
                  <a:lnTo>
                    <a:pt x="295863" y="513354"/>
                  </a:lnTo>
                  <a:lnTo>
                    <a:pt x="295345" y="512983"/>
                  </a:lnTo>
                  <a:lnTo>
                    <a:pt x="294614" y="512469"/>
                  </a:lnTo>
                  <a:lnTo>
                    <a:pt x="294531" y="512377"/>
                  </a:lnTo>
                  <a:lnTo>
                    <a:pt x="294398" y="512190"/>
                  </a:lnTo>
                  <a:lnTo>
                    <a:pt x="294286" y="512085"/>
                  </a:lnTo>
                  <a:lnTo>
                    <a:pt x="294195" y="511967"/>
                  </a:lnTo>
                  <a:lnTo>
                    <a:pt x="294172" y="511949"/>
                  </a:lnTo>
                  <a:lnTo>
                    <a:pt x="294152" y="511926"/>
                  </a:lnTo>
                  <a:lnTo>
                    <a:pt x="294139" y="511908"/>
                  </a:lnTo>
                  <a:lnTo>
                    <a:pt x="294092" y="511779"/>
                  </a:lnTo>
                  <a:lnTo>
                    <a:pt x="294082" y="511749"/>
                  </a:lnTo>
                  <a:lnTo>
                    <a:pt x="293731" y="511337"/>
                  </a:lnTo>
                  <a:lnTo>
                    <a:pt x="293624" y="511187"/>
                  </a:lnTo>
                  <a:lnTo>
                    <a:pt x="293560" y="511023"/>
                  </a:lnTo>
                  <a:lnTo>
                    <a:pt x="293520" y="510896"/>
                  </a:lnTo>
                  <a:lnTo>
                    <a:pt x="293530" y="510862"/>
                  </a:lnTo>
                  <a:lnTo>
                    <a:pt x="293682" y="510607"/>
                  </a:lnTo>
                  <a:lnTo>
                    <a:pt x="293843" y="510391"/>
                  </a:lnTo>
                  <a:lnTo>
                    <a:pt x="294395" y="509794"/>
                  </a:lnTo>
                  <a:lnTo>
                    <a:pt x="295071" y="509357"/>
                  </a:lnTo>
                  <a:lnTo>
                    <a:pt x="295876" y="509039"/>
                  </a:lnTo>
                  <a:lnTo>
                    <a:pt x="295944" y="509001"/>
                  </a:lnTo>
                  <a:lnTo>
                    <a:pt x="296425" y="508887"/>
                  </a:lnTo>
                  <a:lnTo>
                    <a:pt x="297297" y="508748"/>
                  </a:lnTo>
                  <a:lnTo>
                    <a:pt x="298065" y="508624"/>
                  </a:lnTo>
                  <a:lnTo>
                    <a:pt x="299199" y="508084"/>
                  </a:lnTo>
                  <a:lnTo>
                    <a:pt x="300059" y="507558"/>
                  </a:lnTo>
                  <a:lnTo>
                    <a:pt x="300468" y="507399"/>
                  </a:lnTo>
                  <a:lnTo>
                    <a:pt x="301126" y="507115"/>
                  </a:lnTo>
                  <a:lnTo>
                    <a:pt x="301852" y="506450"/>
                  </a:lnTo>
                  <a:lnTo>
                    <a:pt x="302163" y="506222"/>
                  </a:lnTo>
                  <a:lnTo>
                    <a:pt x="302486" y="505834"/>
                  </a:lnTo>
                  <a:lnTo>
                    <a:pt x="302809" y="505620"/>
                  </a:lnTo>
                  <a:lnTo>
                    <a:pt x="303339" y="505557"/>
                  </a:lnTo>
                  <a:lnTo>
                    <a:pt x="303949" y="505301"/>
                  </a:lnTo>
                  <a:lnTo>
                    <a:pt x="304504" y="505094"/>
                  </a:lnTo>
                  <a:lnTo>
                    <a:pt x="305242" y="504948"/>
                  </a:lnTo>
                  <a:lnTo>
                    <a:pt x="305861" y="504955"/>
                  </a:lnTo>
                  <a:lnTo>
                    <a:pt x="306333" y="505066"/>
                  </a:lnTo>
                  <a:lnTo>
                    <a:pt x="307303" y="505128"/>
                  </a:lnTo>
                  <a:lnTo>
                    <a:pt x="307760" y="505281"/>
                  </a:lnTo>
                  <a:lnTo>
                    <a:pt x="308016" y="505516"/>
                  </a:lnTo>
                  <a:lnTo>
                    <a:pt x="308394" y="505772"/>
                  </a:lnTo>
                  <a:lnTo>
                    <a:pt x="308668" y="505779"/>
                  </a:lnTo>
                  <a:lnTo>
                    <a:pt x="309047" y="505225"/>
                  </a:lnTo>
                  <a:lnTo>
                    <a:pt x="309377" y="504939"/>
                  </a:lnTo>
                  <a:lnTo>
                    <a:pt x="309766" y="504983"/>
                  </a:lnTo>
                  <a:lnTo>
                    <a:pt x="310370" y="505287"/>
                  </a:lnTo>
                  <a:lnTo>
                    <a:pt x="310668" y="505412"/>
                  </a:lnTo>
                  <a:lnTo>
                    <a:pt x="310961" y="505481"/>
                  </a:lnTo>
                  <a:lnTo>
                    <a:pt x="311120" y="505467"/>
                  </a:lnTo>
                  <a:lnTo>
                    <a:pt x="311321" y="505322"/>
                  </a:lnTo>
                  <a:lnTo>
                    <a:pt x="311357" y="505170"/>
                  </a:lnTo>
                  <a:lnTo>
                    <a:pt x="311357" y="504715"/>
                  </a:lnTo>
                  <a:lnTo>
                    <a:pt x="311411" y="504480"/>
                  </a:lnTo>
                  <a:lnTo>
                    <a:pt x="311470" y="504200"/>
                  </a:lnTo>
                  <a:lnTo>
                    <a:pt x="311486" y="504140"/>
                  </a:lnTo>
                  <a:lnTo>
                    <a:pt x="311537" y="504076"/>
                  </a:lnTo>
                  <a:lnTo>
                    <a:pt x="311580" y="503952"/>
                  </a:lnTo>
                  <a:lnTo>
                    <a:pt x="311663" y="503592"/>
                  </a:lnTo>
                  <a:lnTo>
                    <a:pt x="311587" y="503224"/>
                  </a:lnTo>
                  <a:lnTo>
                    <a:pt x="311307" y="502856"/>
                  </a:lnTo>
                  <a:lnTo>
                    <a:pt x="311186" y="502474"/>
                  </a:lnTo>
                  <a:lnTo>
                    <a:pt x="311034" y="501948"/>
                  </a:lnTo>
                  <a:lnTo>
                    <a:pt x="311015" y="501530"/>
                  </a:lnTo>
                  <a:lnTo>
                    <a:pt x="311009" y="500455"/>
                  </a:lnTo>
                  <a:lnTo>
                    <a:pt x="310996" y="500405"/>
                  </a:lnTo>
                  <a:lnTo>
                    <a:pt x="310869" y="500131"/>
                  </a:lnTo>
                  <a:lnTo>
                    <a:pt x="310500" y="499756"/>
                  </a:lnTo>
                  <a:lnTo>
                    <a:pt x="310297" y="499431"/>
                  </a:lnTo>
                  <a:lnTo>
                    <a:pt x="310265" y="499179"/>
                  </a:lnTo>
                  <a:lnTo>
                    <a:pt x="310285" y="498891"/>
                  </a:lnTo>
                  <a:lnTo>
                    <a:pt x="310354" y="498631"/>
                  </a:lnTo>
                  <a:lnTo>
                    <a:pt x="310469" y="498177"/>
                  </a:lnTo>
                  <a:lnTo>
                    <a:pt x="310595" y="497719"/>
                  </a:lnTo>
                  <a:lnTo>
                    <a:pt x="310629" y="497678"/>
                  </a:lnTo>
                  <a:lnTo>
                    <a:pt x="310637" y="497664"/>
                  </a:lnTo>
                  <a:lnTo>
                    <a:pt x="310650" y="497639"/>
                  </a:lnTo>
                  <a:lnTo>
                    <a:pt x="310653" y="497629"/>
                  </a:lnTo>
                  <a:lnTo>
                    <a:pt x="310652" y="497620"/>
                  </a:lnTo>
                  <a:lnTo>
                    <a:pt x="310577" y="497276"/>
                  </a:lnTo>
                  <a:lnTo>
                    <a:pt x="310545" y="497167"/>
                  </a:lnTo>
                  <a:lnTo>
                    <a:pt x="310373" y="496980"/>
                  </a:lnTo>
                  <a:lnTo>
                    <a:pt x="309948" y="496828"/>
                  </a:lnTo>
                  <a:lnTo>
                    <a:pt x="309212" y="496885"/>
                  </a:lnTo>
                  <a:lnTo>
                    <a:pt x="308870" y="496975"/>
                  </a:lnTo>
                  <a:lnTo>
                    <a:pt x="308351" y="496954"/>
                  </a:lnTo>
                  <a:lnTo>
                    <a:pt x="307522" y="496816"/>
                  </a:lnTo>
                  <a:lnTo>
                    <a:pt x="307156" y="496733"/>
                  </a:lnTo>
                  <a:lnTo>
                    <a:pt x="306967" y="496539"/>
                  </a:lnTo>
                  <a:lnTo>
                    <a:pt x="306815" y="496297"/>
                  </a:lnTo>
                  <a:lnTo>
                    <a:pt x="306742" y="496026"/>
                  </a:lnTo>
                  <a:lnTo>
                    <a:pt x="307168" y="495390"/>
                  </a:lnTo>
                  <a:lnTo>
                    <a:pt x="307449" y="494919"/>
                  </a:lnTo>
                  <a:lnTo>
                    <a:pt x="307687" y="494615"/>
                  </a:lnTo>
                  <a:lnTo>
                    <a:pt x="308333" y="493854"/>
                  </a:lnTo>
                  <a:lnTo>
                    <a:pt x="308595" y="493639"/>
                  </a:lnTo>
                  <a:lnTo>
                    <a:pt x="308821" y="493251"/>
                  </a:lnTo>
                  <a:lnTo>
                    <a:pt x="308851" y="492684"/>
                  </a:lnTo>
                  <a:lnTo>
                    <a:pt x="308917" y="492145"/>
                  </a:lnTo>
                  <a:lnTo>
                    <a:pt x="309022" y="491604"/>
                  </a:lnTo>
                  <a:lnTo>
                    <a:pt x="309132" y="491237"/>
                  </a:lnTo>
                  <a:lnTo>
                    <a:pt x="309193" y="491036"/>
                  </a:lnTo>
                  <a:lnTo>
                    <a:pt x="309315" y="490884"/>
                  </a:lnTo>
                  <a:lnTo>
                    <a:pt x="309528" y="490697"/>
                  </a:lnTo>
                  <a:lnTo>
                    <a:pt x="309729" y="490545"/>
                  </a:lnTo>
                  <a:lnTo>
                    <a:pt x="309863" y="490323"/>
                  </a:lnTo>
                  <a:lnTo>
                    <a:pt x="309659" y="488231"/>
                  </a:lnTo>
                  <a:lnTo>
                    <a:pt x="306915" y="484014"/>
                  </a:lnTo>
                  <a:lnTo>
                    <a:pt x="303633" y="478789"/>
                  </a:lnTo>
                  <a:lnTo>
                    <a:pt x="299711" y="472558"/>
                  </a:lnTo>
                  <a:lnTo>
                    <a:pt x="299772" y="472132"/>
                  </a:lnTo>
                  <a:lnTo>
                    <a:pt x="299776" y="472103"/>
                  </a:lnTo>
                  <a:lnTo>
                    <a:pt x="299766" y="471943"/>
                  </a:lnTo>
                  <a:lnTo>
                    <a:pt x="299673" y="471531"/>
                  </a:lnTo>
                  <a:lnTo>
                    <a:pt x="299640" y="471286"/>
                  </a:lnTo>
                  <a:lnTo>
                    <a:pt x="299696" y="470997"/>
                  </a:lnTo>
                  <a:lnTo>
                    <a:pt x="299705" y="470949"/>
                  </a:lnTo>
                  <a:lnTo>
                    <a:pt x="299656" y="470737"/>
                  </a:lnTo>
                  <a:lnTo>
                    <a:pt x="299608" y="470529"/>
                  </a:lnTo>
                  <a:lnTo>
                    <a:pt x="299617" y="470466"/>
                  </a:lnTo>
                  <a:lnTo>
                    <a:pt x="299593" y="470339"/>
                  </a:lnTo>
                  <a:lnTo>
                    <a:pt x="299526" y="470243"/>
                  </a:lnTo>
                  <a:lnTo>
                    <a:pt x="299422" y="470184"/>
                  </a:lnTo>
                  <a:lnTo>
                    <a:pt x="299300" y="470075"/>
                  </a:lnTo>
                  <a:lnTo>
                    <a:pt x="299277" y="469953"/>
                  </a:lnTo>
                  <a:lnTo>
                    <a:pt x="299262" y="469783"/>
                  </a:lnTo>
                  <a:lnTo>
                    <a:pt x="299277" y="469558"/>
                  </a:lnTo>
                  <a:lnTo>
                    <a:pt x="299304" y="469446"/>
                  </a:lnTo>
                  <a:lnTo>
                    <a:pt x="299308" y="469442"/>
                  </a:lnTo>
                  <a:lnTo>
                    <a:pt x="299317" y="469433"/>
                  </a:lnTo>
                  <a:lnTo>
                    <a:pt x="299340" y="469256"/>
                  </a:lnTo>
                  <a:lnTo>
                    <a:pt x="299330" y="468958"/>
                  </a:lnTo>
                  <a:lnTo>
                    <a:pt x="299330" y="468809"/>
                  </a:lnTo>
                  <a:lnTo>
                    <a:pt x="299291" y="468614"/>
                  </a:lnTo>
                  <a:lnTo>
                    <a:pt x="299320" y="468575"/>
                  </a:lnTo>
                  <a:lnTo>
                    <a:pt x="299261" y="468429"/>
                  </a:lnTo>
                  <a:lnTo>
                    <a:pt x="299142" y="468214"/>
                  </a:lnTo>
                  <a:lnTo>
                    <a:pt x="298932" y="468048"/>
                  </a:lnTo>
                  <a:lnTo>
                    <a:pt x="298801" y="467930"/>
                  </a:lnTo>
                  <a:lnTo>
                    <a:pt x="298652" y="467760"/>
                  </a:lnTo>
                  <a:lnTo>
                    <a:pt x="298574" y="467615"/>
                  </a:lnTo>
                  <a:lnTo>
                    <a:pt x="298364" y="467248"/>
                  </a:lnTo>
                  <a:lnTo>
                    <a:pt x="298184" y="467037"/>
                  </a:lnTo>
                  <a:lnTo>
                    <a:pt x="297983" y="466888"/>
                  </a:lnTo>
                  <a:lnTo>
                    <a:pt x="297888" y="466712"/>
                  </a:lnTo>
                  <a:lnTo>
                    <a:pt x="297849" y="466546"/>
                  </a:lnTo>
                  <a:lnTo>
                    <a:pt x="297861" y="466379"/>
                  </a:lnTo>
                  <a:lnTo>
                    <a:pt x="297961" y="466172"/>
                  </a:lnTo>
                  <a:lnTo>
                    <a:pt x="298242" y="465971"/>
                  </a:lnTo>
                  <a:lnTo>
                    <a:pt x="298321" y="465850"/>
                  </a:lnTo>
                  <a:lnTo>
                    <a:pt x="298306" y="465736"/>
                  </a:lnTo>
                  <a:lnTo>
                    <a:pt x="298220" y="465653"/>
                  </a:lnTo>
                  <a:lnTo>
                    <a:pt x="297955" y="465514"/>
                  </a:lnTo>
                  <a:lnTo>
                    <a:pt x="297852" y="465376"/>
                  </a:lnTo>
                  <a:lnTo>
                    <a:pt x="297696" y="465248"/>
                  </a:lnTo>
                  <a:lnTo>
                    <a:pt x="297467" y="465123"/>
                  </a:lnTo>
                  <a:lnTo>
                    <a:pt x="297260" y="464967"/>
                  </a:lnTo>
                  <a:lnTo>
                    <a:pt x="297220" y="464873"/>
                  </a:lnTo>
                  <a:lnTo>
                    <a:pt x="297168" y="464683"/>
                  </a:lnTo>
                  <a:lnTo>
                    <a:pt x="297038" y="464233"/>
                  </a:lnTo>
                  <a:lnTo>
                    <a:pt x="296977" y="463737"/>
                  </a:lnTo>
                  <a:lnTo>
                    <a:pt x="296943" y="463539"/>
                  </a:lnTo>
                  <a:lnTo>
                    <a:pt x="296910" y="463254"/>
                  </a:lnTo>
                  <a:lnTo>
                    <a:pt x="296915" y="462829"/>
                  </a:lnTo>
                  <a:lnTo>
                    <a:pt x="296972" y="462165"/>
                  </a:lnTo>
                  <a:lnTo>
                    <a:pt x="296982" y="462054"/>
                  </a:lnTo>
                  <a:lnTo>
                    <a:pt x="296942" y="461811"/>
                  </a:lnTo>
                  <a:lnTo>
                    <a:pt x="296896" y="461517"/>
                  </a:lnTo>
                  <a:lnTo>
                    <a:pt x="296846" y="461188"/>
                  </a:lnTo>
                  <a:lnTo>
                    <a:pt x="296561" y="460383"/>
                  </a:lnTo>
                  <a:lnTo>
                    <a:pt x="296532" y="460261"/>
                  </a:lnTo>
                  <a:lnTo>
                    <a:pt x="296534" y="460243"/>
                  </a:lnTo>
                  <a:lnTo>
                    <a:pt x="296561" y="460158"/>
                  </a:lnTo>
                  <a:lnTo>
                    <a:pt x="296580" y="459892"/>
                  </a:lnTo>
                  <a:lnTo>
                    <a:pt x="296481" y="459579"/>
                  </a:lnTo>
                  <a:lnTo>
                    <a:pt x="296302" y="459426"/>
                  </a:lnTo>
                  <a:lnTo>
                    <a:pt x="296120" y="459272"/>
                  </a:lnTo>
                  <a:lnTo>
                    <a:pt x="295457" y="458870"/>
                  </a:lnTo>
                  <a:lnTo>
                    <a:pt x="294845" y="458541"/>
                  </a:lnTo>
                  <a:lnTo>
                    <a:pt x="294807" y="458495"/>
                  </a:lnTo>
                  <a:lnTo>
                    <a:pt x="294462" y="458313"/>
                  </a:lnTo>
                  <a:lnTo>
                    <a:pt x="294290" y="458109"/>
                  </a:lnTo>
                  <a:lnTo>
                    <a:pt x="294240" y="457919"/>
                  </a:lnTo>
                  <a:lnTo>
                    <a:pt x="294214" y="457685"/>
                  </a:lnTo>
                  <a:lnTo>
                    <a:pt x="294324" y="457466"/>
                  </a:lnTo>
                  <a:lnTo>
                    <a:pt x="294620" y="457079"/>
                  </a:lnTo>
                  <a:lnTo>
                    <a:pt x="294708" y="456832"/>
                  </a:lnTo>
                  <a:lnTo>
                    <a:pt x="294665" y="455895"/>
                  </a:lnTo>
                  <a:lnTo>
                    <a:pt x="294595" y="454076"/>
                  </a:lnTo>
                  <a:lnTo>
                    <a:pt x="294669" y="453244"/>
                  </a:lnTo>
                  <a:lnTo>
                    <a:pt x="294794" y="452445"/>
                  </a:lnTo>
                  <a:lnTo>
                    <a:pt x="294792" y="452428"/>
                  </a:lnTo>
                  <a:lnTo>
                    <a:pt x="294866" y="451987"/>
                  </a:lnTo>
                  <a:lnTo>
                    <a:pt x="294922" y="451353"/>
                  </a:lnTo>
                  <a:lnTo>
                    <a:pt x="294922" y="450722"/>
                  </a:lnTo>
                  <a:lnTo>
                    <a:pt x="294839" y="449922"/>
                  </a:lnTo>
                  <a:lnTo>
                    <a:pt x="294810" y="449479"/>
                  </a:lnTo>
                  <a:lnTo>
                    <a:pt x="294770" y="449409"/>
                  </a:lnTo>
                  <a:lnTo>
                    <a:pt x="294626" y="449080"/>
                  </a:lnTo>
                  <a:lnTo>
                    <a:pt x="294613" y="449016"/>
                  </a:lnTo>
                  <a:lnTo>
                    <a:pt x="294598" y="448979"/>
                  </a:lnTo>
                  <a:lnTo>
                    <a:pt x="294572" y="448917"/>
                  </a:lnTo>
                  <a:lnTo>
                    <a:pt x="294554" y="448860"/>
                  </a:lnTo>
                  <a:lnTo>
                    <a:pt x="294297" y="448513"/>
                  </a:lnTo>
                  <a:lnTo>
                    <a:pt x="294007" y="446869"/>
                  </a:lnTo>
                  <a:lnTo>
                    <a:pt x="293926" y="445461"/>
                  </a:lnTo>
                  <a:lnTo>
                    <a:pt x="293769" y="444238"/>
                  </a:lnTo>
                  <a:lnTo>
                    <a:pt x="293606" y="443327"/>
                  </a:lnTo>
                  <a:lnTo>
                    <a:pt x="293108" y="441960"/>
                  </a:lnTo>
                  <a:lnTo>
                    <a:pt x="292536" y="441073"/>
                  </a:lnTo>
                  <a:lnTo>
                    <a:pt x="292384" y="440526"/>
                  </a:lnTo>
                  <a:lnTo>
                    <a:pt x="292359" y="440256"/>
                  </a:lnTo>
                  <a:lnTo>
                    <a:pt x="292489" y="439952"/>
                  </a:lnTo>
                  <a:lnTo>
                    <a:pt x="292505" y="439927"/>
                  </a:lnTo>
                  <a:lnTo>
                    <a:pt x="292587" y="439841"/>
                  </a:lnTo>
                  <a:lnTo>
                    <a:pt x="292623" y="439811"/>
                  </a:lnTo>
                  <a:lnTo>
                    <a:pt x="293048" y="439328"/>
                  </a:lnTo>
                  <a:lnTo>
                    <a:pt x="293384" y="438629"/>
                  </a:lnTo>
                  <a:lnTo>
                    <a:pt x="293481" y="437695"/>
                  </a:lnTo>
                  <a:lnTo>
                    <a:pt x="293804" y="436934"/>
                  </a:lnTo>
                  <a:lnTo>
                    <a:pt x="294134" y="436283"/>
                  </a:lnTo>
                  <a:lnTo>
                    <a:pt x="294323" y="435577"/>
                  </a:lnTo>
                  <a:lnTo>
                    <a:pt x="294451" y="434753"/>
                  </a:lnTo>
                  <a:lnTo>
                    <a:pt x="294859" y="434003"/>
                  </a:lnTo>
                  <a:lnTo>
                    <a:pt x="294879" y="433634"/>
                  </a:lnTo>
                  <a:lnTo>
                    <a:pt x="294762" y="433316"/>
                  </a:lnTo>
                  <a:lnTo>
                    <a:pt x="294173" y="432653"/>
                  </a:lnTo>
                  <a:lnTo>
                    <a:pt x="293322" y="431619"/>
                  </a:lnTo>
                  <a:lnTo>
                    <a:pt x="292372" y="430416"/>
                  </a:lnTo>
                  <a:lnTo>
                    <a:pt x="292310" y="430376"/>
                  </a:lnTo>
                  <a:lnTo>
                    <a:pt x="292189" y="430164"/>
                  </a:lnTo>
                  <a:lnTo>
                    <a:pt x="291573" y="429665"/>
                  </a:lnTo>
                  <a:lnTo>
                    <a:pt x="290905" y="429319"/>
                  </a:lnTo>
                  <a:lnTo>
                    <a:pt x="290677" y="429236"/>
                  </a:lnTo>
                  <a:lnTo>
                    <a:pt x="289823" y="428919"/>
                  </a:lnTo>
                  <a:lnTo>
                    <a:pt x="288945" y="428605"/>
                  </a:lnTo>
                  <a:lnTo>
                    <a:pt x="288332" y="428499"/>
                  </a:lnTo>
                  <a:lnTo>
                    <a:pt x="287795" y="428370"/>
                  </a:lnTo>
                  <a:lnTo>
                    <a:pt x="287315" y="428033"/>
                  </a:lnTo>
                  <a:lnTo>
                    <a:pt x="286815" y="427710"/>
                  </a:lnTo>
                  <a:lnTo>
                    <a:pt x="286214" y="427064"/>
                  </a:lnTo>
                  <a:lnTo>
                    <a:pt x="286051" y="426834"/>
                  </a:lnTo>
                  <a:lnTo>
                    <a:pt x="286053" y="426459"/>
                  </a:lnTo>
                  <a:lnTo>
                    <a:pt x="286065" y="426265"/>
                  </a:lnTo>
                  <a:lnTo>
                    <a:pt x="285943" y="425967"/>
                  </a:lnTo>
                  <a:lnTo>
                    <a:pt x="285620" y="425576"/>
                  </a:lnTo>
                  <a:lnTo>
                    <a:pt x="285285" y="425213"/>
                  </a:lnTo>
                  <a:lnTo>
                    <a:pt x="285181" y="424902"/>
                  </a:lnTo>
                  <a:lnTo>
                    <a:pt x="285161" y="424808"/>
                  </a:lnTo>
                  <a:lnTo>
                    <a:pt x="285213" y="424684"/>
                  </a:lnTo>
                  <a:lnTo>
                    <a:pt x="285300" y="424484"/>
                  </a:lnTo>
                  <a:lnTo>
                    <a:pt x="285430" y="424013"/>
                  </a:lnTo>
                  <a:lnTo>
                    <a:pt x="285466" y="423824"/>
                  </a:lnTo>
                  <a:lnTo>
                    <a:pt x="285384" y="423611"/>
                  </a:lnTo>
                  <a:lnTo>
                    <a:pt x="285379" y="423606"/>
                  </a:lnTo>
                  <a:lnTo>
                    <a:pt x="285195" y="423231"/>
                  </a:lnTo>
                  <a:lnTo>
                    <a:pt x="284739" y="422652"/>
                  </a:lnTo>
                  <a:lnTo>
                    <a:pt x="284666" y="422550"/>
                  </a:lnTo>
                  <a:lnTo>
                    <a:pt x="284483" y="422500"/>
                  </a:lnTo>
                  <a:lnTo>
                    <a:pt x="284243" y="422500"/>
                  </a:lnTo>
                  <a:lnTo>
                    <a:pt x="284154" y="422666"/>
                  </a:lnTo>
                  <a:lnTo>
                    <a:pt x="284106" y="422832"/>
                  </a:lnTo>
                  <a:lnTo>
                    <a:pt x="284074" y="422985"/>
                  </a:lnTo>
                  <a:lnTo>
                    <a:pt x="283955" y="423338"/>
                  </a:lnTo>
                  <a:lnTo>
                    <a:pt x="283537" y="423611"/>
                  </a:lnTo>
                  <a:lnTo>
                    <a:pt x="283157" y="423823"/>
                  </a:lnTo>
                  <a:lnTo>
                    <a:pt x="282751" y="423998"/>
                  </a:lnTo>
                  <a:lnTo>
                    <a:pt x="282071" y="424006"/>
                  </a:lnTo>
                  <a:lnTo>
                    <a:pt x="282011" y="423984"/>
                  </a:lnTo>
                  <a:lnTo>
                    <a:pt x="281618" y="423903"/>
                  </a:lnTo>
                  <a:lnTo>
                    <a:pt x="280227" y="424057"/>
                  </a:lnTo>
                  <a:lnTo>
                    <a:pt x="279429" y="424459"/>
                  </a:lnTo>
                  <a:lnTo>
                    <a:pt x="278553" y="424620"/>
                  </a:lnTo>
                  <a:lnTo>
                    <a:pt x="278315" y="424656"/>
                  </a:lnTo>
                  <a:lnTo>
                    <a:pt x="278006" y="424934"/>
                  </a:lnTo>
                  <a:lnTo>
                    <a:pt x="277613" y="425036"/>
                  </a:lnTo>
                  <a:lnTo>
                    <a:pt x="277369" y="424927"/>
                  </a:lnTo>
                  <a:lnTo>
                    <a:pt x="277266" y="424707"/>
                  </a:lnTo>
                  <a:lnTo>
                    <a:pt x="277298" y="424539"/>
                  </a:lnTo>
                  <a:lnTo>
                    <a:pt x="277433" y="424166"/>
                  </a:lnTo>
                  <a:lnTo>
                    <a:pt x="277459" y="423852"/>
                  </a:lnTo>
                  <a:lnTo>
                    <a:pt x="277433" y="423798"/>
                  </a:lnTo>
                  <a:lnTo>
                    <a:pt x="277433" y="423669"/>
                  </a:lnTo>
                  <a:lnTo>
                    <a:pt x="277330" y="423436"/>
                  </a:lnTo>
                  <a:lnTo>
                    <a:pt x="276770" y="423055"/>
                  </a:lnTo>
                  <a:lnTo>
                    <a:pt x="276696" y="423019"/>
                  </a:lnTo>
                  <a:lnTo>
                    <a:pt x="276548" y="422911"/>
                  </a:lnTo>
                  <a:lnTo>
                    <a:pt x="275582" y="422363"/>
                  </a:lnTo>
                  <a:lnTo>
                    <a:pt x="275389" y="422136"/>
                  </a:lnTo>
                  <a:lnTo>
                    <a:pt x="275325" y="421887"/>
                  </a:lnTo>
                  <a:lnTo>
                    <a:pt x="275357" y="421632"/>
                  </a:lnTo>
                  <a:lnTo>
                    <a:pt x="275460" y="421412"/>
                  </a:lnTo>
                  <a:lnTo>
                    <a:pt x="275679" y="421244"/>
                  </a:lnTo>
                  <a:lnTo>
                    <a:pt x="276001" y="421091"/>
                  </a:lnTo>
                  <a:lnTo>
                    <a:pt x="276059" y="420901"/>
                  </a:lnTo>
                  <a:lnTo>
                    <a:pt x="275898" y="420784"/>
                  </a:lnTo>
                  <a:lnTo>
                    <a:pt x="275241" y="420550"/>
                  </a:lnTo>
                  <a:lnTo>
                    <a:pt x="274613" y="420323"/>
                  </a:lnTo>
                  <a:lnTo>
                    <a:pt x="274230" y="420119"/>
                  </a:lnTo>
                  <a:lnTo>
                    <a:pt x="273896" y="420016"/>
                  </a:lnTo>
                  <a:lnTo>
                    <a:pt x="273252" y="420075"/>
                  </a:lnTo>
                  <a:lnTo>
                    <a:pt x="273001" y="420075"/>
                  </a:lnTo>
                  <a:lnTo>
                    <a:pt x="272891" y="419994"/>
                  </a:lnTo>
                  <a:lnTo>
                    <a:pt x="272788" y="419870"/>
                  </a:lnTo>
                  <a:lnTo>
                    <a:pt x="272691" y="419717"/>
                  </a:lnTo>
                  <a:lnTo>
                    <a:pt x="272698" y="419563"/>
                  </a:lnTo>
                  <a:lnTo>
                    <a:pt x="272814" y="419368"/>
                  </a:lnTo>
                  <a:lnTo>
                    <a:pt x="272898" y="419263"/>
                  </a:lnTo>
                  <a:lnTo>
                    <a:pt x="273245" y="419051"/>
                  </a:lnTo>
                  <a:lnTo>
                    <a:pt x="273644" y="418803"/>
                  </a:lnTo>
                  <a:lnTo>
                    <a:pt x="274369" y="418385"/>
                  </a:lnTo>
                  <a:lnTo>
                    <a:pt x="274465" y="418358"/>
                  </a:lnTo>
                  <a:lnTo>
                    <a:pt x="274633" y="418337"/>
                  </a:lnTo>
                  <a:lnTo>
                    <a:pt x="274649" y="418339"/>
                  </a:lnTo>
                  <a:lnTo>
                    <a:pt x="274670" y="418339"/>
                  </a:lnTo>
                  <a:lnTo>
                    <a:pt x="274687" y="418337"/>
                  </a:lnTo>
                  <a:lnTo>
                    <a:pt x="274705" y="418332"/>
                  </a:lnTo>
                  <a:lnTo>
                    <a:pt x="274718" y="418327"/>
                  </a:lnTo>
                  <a:lnTo>
                    <a:pt x="274748" y="418316"/>
                  </a:lnTo>
                  <a:lnTo>
                    <a:pt x="274767" y="418306"/>
                  </a:lnTo>
                  <a:lnTo>
                    <a:pt x="274785" y="418298"/>
                  </a:lnTo>
                  <a:lnTo>
                    <a:pt x="274797" y="418290"/>
                  </a:lnTo>
                  <a:lnTo>
                    <a:pt x="275057" y="418102"/>
                  </a:lnTo>
                  <a:lnTo>
                    <a:pt x="275183" y="417568"/>
                  </a:lnTo>
                  <a:lnTo>
                    <a:pt x="275234" y="417344"/>
                  </a:lnTo>
                  <a:lnTo>
                    <a:pt x="275481" y="417027"/>
                  </a:lnTo>
                  <a:lnTo>
                    <a:pt x="276040" y="416760"/>
                  </a:lnTo>
                  <a:lnTo>
                    <a:pt x="276599" y="416760"/>
                  </a:lnTo>
                  <a:lnTo>
                    <a:pt x="276764" y="416688"/>
                  </a:lnTo>
                  <a:lnTo>
                    <a:pt x="277387" y="416212"/>
                  </a:lnTo>
                  <a:lnTo>
                    <a:pt x="277650" y="415855"/>
                  </a:lnTo>
                  <a:lnTo>
                    <a:pt x="278397" y="415571"/>
                  </a:lnTo>
                  <a:lnTo>
                    <a:pt x="278981" y="415210"/>
                  </a:lnTo>
                  <a:lnTo>
                    <a:pt x="279540" y="414749"/>
                  </a:lnTo>
                  <a:lnTo>
                    <a:pt x="279843" y="414305"/>
                  </a:lnTo>
                  <a:lnTo>
                    <a:pt x="279871" y="414214"/>
                  </a:lnTo>
                  <a:lnTo>
                    <a:pt x="280199" y="413585"/>
                  </a:lnTo>
                  <a:lnTo>
                    <a:pt x="280569" y="413305"/>
                  </a:lnTo>
                  <a:lnTo>
                    <a:pt x="281282" y="413064"/>
                  </a:lnTo>
                  <a:lnTo>
                    <a:pt x="281641" y="412660"/>
                  </a:lnTo>
                  <a:lnTo>
                    <a:pt x="282037" y="412453"/>
                  </a:lnTo>
                  <a:lnTo>
                    <a:pt x="282409" y="412522"/>
                  </a:lnTo>
                  <a:lnTo>
                    <a:pt x="282827" y="412709"/>
                  </a:lnTo>
                  <a:lnTo>
                    <a:pt x="283133" y="412908"/>
                  </a:lnTo>
                  <a:lnTo>
                    <a:pt x="283243" y="412911"/>
                  </a:lnTo>
                  <a:lnTo>
                    <a:pt x="283502" y="412742"/>
                  </a:lnTo>
                  <a:lnTo>
                    <a:pt x="283549" y="412329"/>
                  </a:lnTo>
                  <a:lnTo>
                    <a:pt x="283552" y="412263"/>
                  </a:lnTo>
                  <a:lnTo>
                    <a:pt x="283605" y="412162"/>
                  </a:lnTo>
                  <a:lnTo>
                    <a:pt x="283779" y="412074"/>
                  </a:lnTo>
                  <a:lnTo>
                    <a:pt x="284092" y="412102"/>
                  </a:lnTo>
                  <a:lnTo>
                    <a:pt x="284328" y="412226"/>
                  </a:lnTo>
                  <a:lnTo>
                    <a:pt x="284585" y="412411"/>
                  </a:lnTo>
                  <a:lnTo>
                    <a:pt x="285759" y="413498"/>
                  </a:lnTo>
                  <a:lnTo>
                    <a:pt x="286364" y="413654"/>
                  </a:lnTo>
                  <a:lnTo>
                    <a:pt x="287241" y="413557"/>
                  </a:lnTo>
                  <a:lnTo>
                    <a:pt x="288173" y="413320"/>
                  </a:lnTo>
                  <a:lnTo>
                    <a:pt x="288598" y="412947"/>
                  </a:lnTo>
                  <a:lnTo>
                    <a:pt x="288920" y="412333"/>
                  </a:lnTo>
                  <a:lnTo>
                    <a:pt x="289499" y="411982"/>
                  </a:lnTo>
                  <a:lnTo>
                    <a:pt x="290310" y="411668"/>
                  </a:lnTo>
                  <a:lnTo>
                    <a:pt x="291070" y="411551"/>
                  </a:lnTo>
                  <a:lnTo>
                    <a:pt x="291585" y="411646"/>
                  </a:lnTo>
                  <a:lnTo>
                    <a:pt x="291675" y="411836"/>
                  </a:lnTo>
                  <a:lnTo>
                    <a:pt x="291849" y="412311"/>
                  </a:lnTo>
                  <a:lnTo>
                    <a:pt x="292133" y="412691"/>
                  </a:lnTo>
                  <a:lnTo>
                    <a:pt x="292648" y="412933"/>
                  </a:lnTo>
                  <a:lnTo>
                    <a:pt x="293575" y="412947"/>
                  </a:lnTo>
                  <a:lnTo>
                    <a:pt x="294373" y="412764"/>
                  </a:lnTo>
                  <a:lnTo>
                    <a:pt x="294875" y="412304"/>
                  </a:lnTo>
                  <a:lnTo>
                    <a:pt x="295706" y="411748"/>
                  </a:lnTo>
                  <a:lnTo>
                    <a:pt x="296215" y="411363"/>
                  </a:lnTo>
                  <a:lnTo>
                    <a:pt x="296401" y="411091"/>
                  </a:lnTo>
                  <a:lnTo>
                    <a:pt x="296472" y="410396"/>
                  </a:lnTo>
                  <a:lnTo>
                    <a:pt x="296544" y="410124"/>
                  </a:lnTo>
                  <a:lnTo>
                    <a:pt x="297387" y="409512"/>
                  </a:lnTo>
                  <a:lnTo>
                    <a:pt x="298225" y="408880"/>
                  </a:lnTo>
                  <a:lnTo>
                    <a:pt x="298404" y="408832"/>
                  </a:lnTo>
                  <a:lnTo>
                    <a:pt x="298603" y="408832"/>
                  </a:lnTo>
                  <a:lnTo>
                    <a:pt x="298803" y="408971"/>
                  </a:lnTo>
                  <a:lnTo>
                    <a:pt x="298964" y="409183"/>
                  </a:lnTo>
                  <a:lnTo>
                    <a:pt x="299054" y="409358"/>
                  </a:lnTo>
                  <a:lnTo>
                    <a:pt x="299177" y="409497"/>
                  </a:lnTo>
                  <a:lnTo>
                    <a:pt x="299486" y="409651"/>
                  </a:lnTo>
                  <a:lnTo>
                    <a:pt x="299860" y="409706"/>
                  </a:lnTo>
                  <a:lnTo>
                    <a:pt x="300760" y="409541"/>
                  </a:lnTo>
                  <a:lnTo>
                    <a:pt x="301160" y="409519"/>
                  </a:lnTo>
                  <a:lnTo>
                    <a:pt x="301778" y="409621"/>
                  </a:lnTo>
                  <a:lnTo>
                    <a:pt x="302531" y="409950"/>
                  </a:lnTo>
                  <a:lnTo>
                    <a:pt x="302754" y="409973"/>
                  </a:lnTo>
                  <a:lnTo>
                    <a:pt x="303078" y="409885"/>
                  </a:lnTo>
                  <a:lnTo>
                    <a:pt x="303500" y="409788"/>
                  </a:lnTo>
                  <a:lnTo>
                    <a:pt x="304244" y="409380"/>
                  </a:lnTo>
                  <a:lnTo>
                    <a:pt x="305120" y="409146"/>
                  </a:lnTo>
                  <a:lnTo>
                    <a:pt x="306858" y="408613"/>
                  </a:lnTo>
                  <a:lnTo>
                    <a:pt x="307302" y="408459"/>
                  </a:lnTo>
                  <a:lnTo>
                    <a:pt x="307669" y="408207"/>
                  </a:lnTo>
                  <a:lnTo>
                    <a:pt x="308253" y="407796"/>
                  </a:lnTo>
                  <a:lnTo>
                    <a:pt x="308303" y="407770"/>
                  </a:lnTo>
                  <a:lnTo>
                    <a:pt x="308564" y="407508"/>
                  </a:lnTo>
                  <a:lnTo>
                    <a:pt x="308576" y="407300"/>
                  </a:lnTo>
                  <a:lnTo>
                    <a:pt x="308448" y="407127"/>
                  </a:lnTo>
                  <a:lnTo>
                    <a:pt x="308143" y="406961"/>
                  </a:lnTo>
                  <a:lnTo>
                    <a:pt x="308051" y="406846"/>
                  </a:lnTo>
                  <a:lnTo>
                    <a:pt x="308018" y="406661"/>
                  </a:lnTo>
                  <a:lnTo>
                    <a:pt x="308091" y="406520"/>
                  </a:lnTo>
                  <a:lnTo>
                    <a:pt x="308191" y="406465"/>
                  </a:lnTo>
                  <a:lnTo>
                    <a:pt x="308432" y="406415"/>
                  </a:lnTo>
                  <a:lnTo>
                    <a:pt x="308735" y="406484"/>
                  </a:lnTo>
                  <a:lnTo>
                    <a:pt x="309028" y="406726"/>
                  </a:lnTo>
                  <a:lnTo>
                    <a:pt x="309333" y="406948"/>
                  </a:lnTo>
                  <a:lnTo>
                    <a:pt x="309745" y="407330"/>
                  </a:lnTo>
                  <a:lnTo>
                    <a:pt x="310241" y="407510"/>
                  </a:lnTo>
                  <a:lnTo>
                    <a:pt x="310256" y="407511"/>
                  </a:lnTo>
                  <a:lnTo>
                    <a:pt x="310393" y="407577"/>
                  </a:lnTo>
                  <a:lnTo>
                    <a:pt x="310879" y="407599"/>
                  </a:lnTo>
                  <a:lnTo>
                    <a:pt x="311651" y="407568"/>
                  </a:lnTo>
                  <a:lnTo>
                    <a:pt x="312305" y="407640"/>
                  </a:lnTo>
                  <a:lnTo>
                    <a:pt x="312972" y="407842"/>
                  </a:lnTo>
                  <a:lnTo>
                    <a:pt x="313194" y="408051"/>
                  </a:lnTo>
                  <a:lnTo>
                    <a:pt x="313645" y="408650"/>
                  </a:lnTo>
                  <a:lnTo>
                    <a:pt x="313829" y="408823"/>
                  </a:lnTo>
                  <a:lnTo>
                    <a:pt x="314140" y="408866"/>
                  </a:lnTo>
                  <a:lnTo>
                    <a:pt x="314782" y="408837"/>
                  </a:lnTo>
                  <a:lnTo>
                    <a:pt x="315442" y="408837"/>
                  </a:lnTo>
                  <a:lnTo>
                    <a:pt x="315830" y="408772"/>
                  </a:lnTo>
                  <a:lnTo>
                    <a:pt x="315868" y="408757"/>
                  </a:lnTo>
                  <a:lnTo>
                    <a:pt x="316472" y="408246"/>
                  </a:lnTo>
                  <a:lnTo>
                    <a:pt x="316852" y="407886"/>
                  </a:lnTo>
                  <a:lnTo>
                    <a:pt x="317293" y="407374"/>
                  </a:lnTo>
                  <a:lnTo>
                    <a:pt x="317797" y="407139"/>
                  </a:lnTo>
                  <a:lnTo>
                    <a:pt x="318431" y="406968"/>
                  </a:lnTo>
                  <a:lnTo>
                    <a:pt x="318980" y="406922"/>
                  </a:lnTo>
                  <a:lnTo>
                    <a:pt x="319460" y="407199"/>
                  </a:lnTo>
                  <a:lnTo>
                    <a:pt x="319488" y="407211"/>
                  </a:lnTo>
                  <a:lnTo>
                    <a:pt x="320129" y="407172"/>
                  </a:lnTo>
                  <a:lnTo>
                    <a:pt x="321298" y="406953"/>
                  </a:lnTo>
                  <a:lnTo>
                    <a:pt x="322182" y="406613"/>
                  </a:lnTo>
                  <a:lnTo>
                    <a:pt x="322330" y="406570"/>
                  </a:lnTo>
                  <a:lnTo>
                    <a:pt x="322848" y="406480"/>
                  </a:lnTo>
                  <a:lnTo>
                    <a:pt x="323605" y="406169"/>
                  </a:lnTo>
                  <a:lnTo>
                    <a:pt x="323793" y="405650"/>
                  </a:lnTo>
                  <a:lnTo>
                    <a:pt x="323980" y="405472"/>
                  </a:lnTo>
                  <a:lnTo>
                    <a:pt x="324565" y="405234"/>
                  </a:lnTo>
                  <a:lnTo>
                    <a:pt x="324692" y="405107"/>
                  </a:lnTo>
                  <a:lnTo>
                    <a:pt x="324722" y="404998"/>
                  </a:lnTo>
                  <a:lnTo>
                    <a:pt x="324712" y="404686"/>
                  </a:lnTo>
                  <a:lnTo>
                    <a:pt x="324743" y="404502"/>
                  </a:lnTo>
                  <a:lnTo>
                    <a:pt x="324829" y="404381"/>
                  </a:lnTo>
                  <a:lnTo>
                    <a:pt x="325119" y="404323"/>
                  </a:lnTo>
                  <a:lnTo>
                    <a:pt x="325510" y="404323"/>
                  </a:lnTo>
                  <a:lnTo>
                    <a:pt x="325856" y="404363"/>
                  </a:lnTo>
                  <a:lnTo>
                    <a:pt x="326099" y="404450"/>
                  </a:lnTo>
                  <a:lnTo>
                    <a:pt x="326348" y="404611"/>
                  </a:lnTo>
                  <a:lnTo>
                    <a:pt x="326577" y="404761"/>
                  </a:lnTo>
                  <a:lnTo>
                    <a:pt x="326902" y="404882"/>
                  </a:lnTo>
                  <a:lnTo>
                    <a:pt x="327099" y="404905"/>
                  </a:lnTo>
                  <a:lnTo>
                    <a:pt x="327187" y="404894"/>
                  </a:lnTo>
                  <a:lnTo>
                    <a:pt x="327278" y="404848"/>
                  </a:lnTo>
                  <a:lnTo>
                    <a:pt x="327375" y="404727"/>
                  </a:lnTo>
                  <a:lnTo>
                    <a:pt x="327446" y="404502"/>
                  </a:lnTo>
                  <a:lnTo>
                    <a:pt x="327449" y="404459"/>
                  </a:lnTo>
                  <a:lnTo>
                    <a:pt x="327466" y="404156"/>
                  </a:lnTo>
                  <a:lnTo>
                    <a:pt x="327583" y="403960"/>
                  </a:lnTo>
                  <a:lnTo>
                    <a:pt x="328061" y="403781"/>
                  </a:lnTo>
                  <a:lnTo>
                    <a:pt x="329036" y="403585"/>
                  </a:lnTo>
                  <a:lnTo>
                    <a:pt x="329478" y="403585"/>
                  </a:lnTo>
                  <a:lnTo>
                    <a:pt x="329600" y="403527"/>
                  </a:lnTo>
                  <a:lnTo>
                    <a:pt x="329804" y="403262"/>
                  </a:lnTo>
                  <a:lnTo>
                    <a:pt x="329976" y="403106"/>
                  </a:lnTo>
                  <a:lnTo>
                    <a:pt x="330210" y="403100"/>
                  </a:lnTo>
                  <a:lnTo>
                    <a:pt x="330474" y="403181"/>
                  </a:lnTo>
                  <a:lnTo>
                    <a:pt x="330810" y="403308"/>
                  </a:lnTo>
                  <a:lnTo>
                    <a:pt x="331286" y="403541"/>
                  </a:lnTo>
                  <a:lnTo>
                    <a:pt x="331963" y="403596"/>
                  </a:lnTo>
                  <a:lnTo>
                    <a:pt x="332466" y="403319"/>
                  </a:lnTo>
                  <a:lnTo>
                    <a:pt x="333442" y="402766"/>
                  </a:lnTo>
                  <a:lnTo>
                    <a:pt x="334057" y="402466"/>
                  </a:lnTo>
                  <a:lnTo>
                    <a:pt x="334737" y="402287"/>
                  </a:lnTo>
                  <a:lnTo>
                    <a:pt x="335483" y="402287"/>
                  </a:lnTo>
                  <a:lnTo>
                    <a:pt x="336079" y="402541"/>
                  </a:lnTo>
                  <a:lnTo>
                    <a:pt x="336348" y="402564"/>
                  </a:lnTo>
                  <a:lnTo>
                    <a:pt x="336506" y="402425"/>
                  </a:lnTo>
                  <a:lnTo>
                    <a:pt x="336719" y="402045"/>
                  </a:lnTo>
                  <a:lnTo>
                    <a:pt x="337100" y="401773"/>
                  </a:lnTo>
                  <a:lnTo>
                    <a:pt x="337560" y="401548"/>
                  </a:lnTo>
                  <a:lnTo>
                    <a:pt x="337959" y="401479"/>
                  </a:lnTo>
                  <a:lnTo>
                    <a:pt x="338431" y="401387"/>
                  </a:lnTo>
                  <a:lnTo>
                    <a:pt x="338741" y="401387"/>
                  </a:lnTo>
                  <a:lnTo>
                    <a:pt x="338884" y="401497"/>
                  </a:lnTo>
                  <a:lnTo>
                    <a:pt x="339041" y="401750"/>
                  </a:lnTo>
                  <a:lnTo>
                    <a:pt x="339052" y="401783"/>
                  </a:lnTo>
                  <a:lnTo>
                    <a:pt x="339321" y="402154"/>
                  </a:lnTo>
                  <a:lnTo>
                    <a:pt x="339473" y="402183"/>
                  </a:lnTo>
                  <a:lnTo>
                    <a:pt x="339996" y="402218"/>
                  </a:lnTo>
                  <a:lnTo>
                    <a:pt x="340626" y="401964"/>
                  </a:lnTo>
                  <a:lnTo>
                    <a:pt x="341368" y="401520"/>
                  </a:lnTo>
                  <a:lnTo>
                    <a:pt x="341601" y="401388"/>
                  </a:lnTo>
                  <a:lnTo>
                    <a:pt x="342359" y="401462"/>
                  </a:lnTo>
                  <a:lnTo>
                    <a:pt x="342689" y="401231"/>
                  </a:lnTo>
                  <a:lnTo>
                    <a:pt x="342796" y="400960"/>
                  </a:lnTo>
                  <a:lnTo>
                    <a:pt x="343009" y="400228"/>
                  </a:lnTo>
                  <a:lnTo>
                    <a:pt x="343335" y="400118"/>
                  </a:lnTo>
                  <a:lnTo>
                    <a:pt x="344664" y="399999"/>
                  </a:lnTo>
                  <a:lnTo>
                    <a:pt x="344697" y="399602"/>
                  </a:lnTo>
                  <a:lnTo>
                    <a:pt x="344709" y="399447"/>
                  </a:lnTo>
                  <a:lnTo>
                    <a:pt x="344750" y="399164"/>
                  </a:lnTo>
                  <a:lnTo>
                    <a:pt x="344848" y="398879"/>
                  </a:lnTo>
                  <a:lnTo>
                    <a:pt x="345022" y="398742"/>
                  </a:lnTo>
                  <a:lnTo>
                    <a:pt x="345922" y="398378"/>
                  </a:lnTo>
                  <a:lnTo>
                    <a:pt x="346786" y="397911"/>
                  </a:lnTo>
                  <a:lnTo>
                    <a:pt x="347385" y="397652"/>
                  </a:lnTo>
                  <a:lnTo>
                    <a:pt x="348015" y="397675"/>
                  </a:lnTo>
                  <a:lnTo>
                    <a:pt x="348701" y="397836"/>
                  </a:lnTo>
                  <a:lnTo>
                    <a:pt x="348874" y="397836"/>
                  </a:lnTo>
                  <a:lnTo>
                    <a:pt x="349346" y="397582"/>
                  </a:lnTo>
                  <a:lnTo>
                    <a:pt x="349795" y="397290"/>
                  </a:lnTo>
                  <a:lnTo>
                    <a:pt x="350063" y="397184"/>
                  </a:lnTo>
                  <a:lnTo>
                    <a:pt x="350322" y="397242"/>
                  </a:lnTo>
                  <a:lnTo>
                    <a:pt x="350764" y="397421"/>
                  </a:lnTo>
                  <a:lnTo>
                    <a:pt x="351125" y="397461"/>
                  </a:lnTo>
                  <a:lnTo>
                    <a:pt x="351293" y="397461"/>
                  </a:lnTo>
                  <a:lnTo>
                    <a:pt x="351618" y="397104"/>
                  </a:lnTo>
                  <a:lnTo>
                    <a:pt x="351872" y="396951"/>
                  </a:lnTo>
                  <a:lnTo>
                    <a:pt x="351890" y="396952"/>
                  </a:lnTo>
                  <a:lnTo>
                    <a:pt x="352126" y="396786"/>
                  </a:lnTo>
                  <a:lnTo>
                    <a:pt x="352542" y="396723"/>
                  </a:lnTo>
                  <a:lnTo>
                    <a:pt x="353183" y="396654"/>
                  </a:lnTo>
                  <a:lnTo>
                    <a:pt x="353438" y="396359"/>
                  </a:lnTo>
                  <a:lnTo>
                    <a:pt x="353657" y="396391"/>
                  </a:lnTo>
                  <a:lnTo>
                    <a:pt x="354070" y="396758"/>
                  </a:lnTo>
                  <a:lnTo>
                    <a:pt x="354292" y="397159"/>
                  </a:lnTo>
                  <a:lnTo>
                    <a:pt x="354320" y="397186"/>
                  </a:lnTo>
                  <a:lnTo>
                    <a:pt x="354344" y="397210"/>
                  </a:lnTo>
                  <a:lnTo>
                    <a:pt x="354685" y="397580"/>
                  </a:lnTo>
                  <a:lnTo>
                    <a:pt x="355038" y="397869"/>
                  </a:lnTo>
                  <a:lnTo>
                    <a:pt x="355608" y="398694"/>
                  </a:lnTo>
                  <a:lnTo>
                    <a:pt x="355729" y="399317"/>
                  </a:lnTo>
                  <a:lnTo>
                    <a:pt x="355751" y="399359"/>
                  </a:lnTo>
                  <a:lnTo>
                    <a:pt x="356666" y="400384"/>
                  </a:lnTo>
                  <a:lnTo>
                    <a:pt x="356721" y="400415"/>
                  </a:lnTo>
                  <a:lnTo>
                    <a:pt x="356754" y="400437"/>
                  </a:lnTo>
                  <a:lnTo>
                    <a:pt x="356759" y="400441"/>
                  </a:lnTo>
                  <a:lnTo>
                    <a:pt x="356768" y="400456"/>
                  </a:lnTo>
                  <a:lnTo>
                    <a:pt x="356772" y="400482"/>
                  </a:lnTo>
                  <a:lnTo>
                    <a:pt x="356771" y="400502"/>
                  </a:lnTo>
                  <a:lnTo>
                    <a:pt x="357240" y="400949"/>
                  </a:lnTo>
                  <a:lnTo>
                    <a:pt x="357411" y="401118"/>
                  </a:lnTo>
                  <a:lnTo>
                    <a:pt x="357421" y="401122"/>
                  </a:lnTo>
                  <a:lnTo>
                    <a:pt x="357449" y="401131"/>
                  </a:lnTo>
                  <a:lnTo>
                    <a:pt x="357486" y="401137"/>
                  </a:lnTo>
                  <a:lnTo>
                    <a:pt x="357503" y="401138"/>
                  </a:lnTo>
                  <a:lnTo>
                    <a:pt x="357546" y="401146"/>
                  </a:lnTo>
                  <a:lnTo>
                    <a:pt x="357617" y="401161"/>
                  </a:lnTo>
                  <a:lnTo>
                    <a:pt x="357641" y="401168"/>
                  </a:lnTo>
                  <a:lnTo>
                    <a:pt x="357650" y="401171"/>
                  </a:lnTo>
                  <a:lnTo>
                    <a:pt x="357657" y="401174"/>
                  </a:lnTo>
                  <a:lnTo>
                    <a:pt x="357729" y="401247"/>
                  </a:lnTo>
                  <a:lnTo>
                    <a:pt x="357835" y="401353"/>
                  </a:lnTo>
                  <a:lnTo>
                    <a:pt x="357884" y="401403"/>
                  </a:lnTo>
                  <a:lnTo>
                    <a:pt x="357968" y="401501"/>
                  </a:lnTo>
                  <a:lnTo>
                    <a:pt x="358244" y="401745"/>
                  </a:lnTo>
                  <a:lnTo>
                    <a:pt x="358746" y="402199"/>
                  </a:lnTo>
                  <a:lnTo>
                    <a:pt x="359260" y="402928"/>
                  </a:lnTo>
                  <a:lnTo>
                    <a:pt x="359432" y="403382"/>
                  </a:lnTo>
                  <a:lnTo>
                    <a:pt x="359727" y="403798"/>
                  </a:lnTo>
                  <a:lnTo>
                    <a:pt x="359821" y="403767"/>
                  </a:lnTo>
                  <a:lnTo>
                    <a:pt x="359943" y="403700"/>
                  </a:lnTo>
                  <a:lnTo>
                    <a:pt x="360149" y="403650"/>
                  </a:lnTo>
                  <a:lnTo>
                    <a:pt x="360796" y="403521"/>
                  </a:lnTo>
                  <a:lnTo>
                    <a:pt x="361603" y="403477"/>
                  </a:lnTo>
                  <a:lnTo>
                    <a:pt x="362359" y="403441"/>
                  </a:lnTo>
                  <a:lnTo>
                    <a:pt x="362540" y="403478"/>
                  </a:lnTo>
                  <a:lnTo>
                    <a:pt x="363229" y="403319"/>
                  </a:lnTo>
                  <a:lnTo>
                    <a:pt x="363648" y="403059"/>
                  </a:lnTo>
                  <a:lnTo>
                    <a:pt x="364010" y="403066"/>
                  </a:lnTo>
                  <a:lnTo>
                    <a:pt x="364328" y="403016"/>
                  </a:lnTo>
                  <a:lnTo>
                    <a:pt x="364550" y="402864"/>
                  </a:lnTo>
                  <a:lnTo>
                    <a:pt x="365077" y="402648"/>
                  </a:lnTo>
                  <a:lnTo>
                    <a:pt x="365560" y="402691"/>
                  </a:lnTo>
                  <a:lnTo>
                    <a:pt x="366430" y="402850"/>
                  </a:lnTo>
                  <a:lnTo>
                    <a:pt x="366767" y="402908"/>
                  </a:lnTo>
                  <a:lnTo>
                    <a:pt x="366805" y="402994"/>
                  </a:lnTo>
                  <a:lnTo>
                    <a:pt x="366811" y="403297"/>
                  </a:lnTo>
                  <a:lnTo>
                    <a:pt x="366671" y="403694"/>
                  </a:lnTo>
                  <a:lnTo>
                    <a:pt x="366633" y="403924"/>
                  </a:lnTo>
                  <a:lnTo>
                    <a:pt x="366633" y="404097"/>
                  </a:lnTo>
                  <a:lnTo>
                    <a:pt x="366708" y="404274"/>
                  </a:lnTo>
                  <a:lnTo>
                    <a:pt x="366945" y="404501"/>
                  </a:lnTo>
                  <a:lnTo>
                    <a:pt x="367256" y="404725"/>
                  </a:lnTo>
                  <a:lnTo>
                    <a:pt x="367561" y="404840"/>
                  </a:lnTo>
                  <a:lnTo>
                    <a:pt x="367897" y="404847"/>
                  </a:lnTo>
                  <a:lnTo>
                    <a:pt x="368355" y="404674"/>
                  </a:lnTo>
                  <a:lnTo>
                    <a:pt x="368812" y="404379"/>
                  </a:lnTo>
                  <a:lnTo>
                    <a:pt x="369422" y="404213"/>
                  </a:lnTo>
                  <a:lnTo>
                    <a:pt x="369866" y="404170"/>
                  </a:lnTo>
                  <a:lnTo>
                    <a:pt x="370393" y="404170"/>
                  </a:lnTo>
                  <a:lnTo>
                    <a:pt x="370730" y="404083"/>
                  </a:lnTo>
                  <a:lnTo>
                    <a:pt x="371187" y="403888"/>
                  </a:lnTo>
                  <a:lnTo>
                    <a:pt x="371733" y="403679"/>
                  </a:lnTo>
                  <a:lnTo>
                    <a:pt x="372635" y="403557"/>
                  </a:lnTo>
                  <a:lnTo>
                    <a:pt x="373626" y="403448"/>
                  </a:lnTo>
                  <a:lnTo>
                    <a:pt x="374211" y="403315"/>
                  </a:lnTo>
                  <a:lnTo>
                    <a:pt x="374458" y="403286"/>
                  </a:lnTo>
                  <a:lnTo>
                    <a:pt x="374614" y="403267"/>
                  </a:lnTo>
                  <a:lnTo>
                    <a:pt x="374968" y="403203"/>
                  </a:lnTo>
                  <a:lnTo>
                    <a:pt x="375192" y="403213"/>
                  </a:lnTo>
                  <a:lnTo>
                    <a:pt x="375392" y="403213"/>
                  </a:lnTo>
                  <a:lnTo>
                    <a:pt x="378151" y="404749"/>
                  </a:lnTo>
                  <a:lnTo>
                    <a:pt x="380001" y="405264"/>
                  </a:lnTo>
                  <a:lnTo>
                    <a:pt x="383439" y="406399"/>
                  </a:lnTo>
                  <a:lnTo>
                    <a:pt x="386432" y="405374"/>
                  </a:lnTo>
                  <a:lnTo>
                    <a:pt x="387934" y="404253"/>
                  </a:lnTo>
                  <a:lnTo>
                    <a:pt x="388460" y="398242"/>
                  </a:lnTo>
                  <a:lnTo>
                    <a:pt x="386926" y="395803"/>
                  </a:lnTo>
                  <a:lnTo>
                    <a:pt x="386231" y="394462"/>
                  </a:lnTo>
                  <a:lnTo>
                    <a:pt x="381882" y="392711"/>
                  </a:lnTo>
                  <a:lnTo>
                    <a:pt x="374836" y="388938"/>
                  </a:lnTo>
                  <a:lnTo>
                    <a:pt x="374846" y="388254"/>
                  </a:lnTo>
                  <a:lnTo>
                    <a:pt x="374191" y="385082"/>
                  </a:lnTo>
                  <a:lnTo>
                    <a:pt x="375025" y="383815"/>
                  </a:lnTo>
                  <a:lnTo>
                    <a:pt x="375160" y="383096"/>
                  </a:lnTo>
                  <a:lnTo>
                    <a:pt x="375197" y="381123"/>
                  </a:lnTo>
                  <a:lnTo>
                    <a:pt x="375227" y="380307"/>
                  </a:lnTo>
                  <a:lnTo>
                    <a:pt x="375398" y="379829"/>
                  </a:lnTo>
                  <a:lnTo>
                    <a:pt x="376428" y="378639"/>
                  </a:lnTo>
                  <a:lnTo>
                    <a:pt x="376865" y="378108"/>
                  </a:lnTo>
                  <a:lnTo>
                    <a:pt x="377135" y="377849"/>
                  </a:lnTo>
                  <a:lnTo>
                    <a:pt x="377404" y="377074"/>
                  </a:lnTo>
                  <a:lnTo>
                    <a:pt x="377601" y="375628"/>
                  </a:lnTo>
                  <a:lnTo>
                    <a:pt x="377608" y="375527"/>
                  </a:lnTo>
                  <a:lnTo>
                    <a:pt x="377696" y="375081"/>
                  </a:lnTo>
                  <a:lnTo>
                    <a:pt x="377697" y="375061"/>
                  </a:lnTo>
                  <a:lnTo>
                    <a:pt x="377684" y="374395"/>
                  </a:lnTo>
                  <a:lnTo>
                    <a:pt x="377514" y="373793"/>
                  </a:lnTo>
                  <a:lnTo>
                    <a:pt x="377331" y="373270"/>
                  </a:lnTo>
                  <a:lnTo>
                    <a:pt x="377166" y="372914"/>
                  </a:lnTo>
                  <a:lnTo>
                    <a:pt x="377105" y="372617"/>
                  </a:lnTo>
                  <a:lnTo>
                    <a:pt x="377221" y="372118"/>
                  </a:lnTo>
                  <a:lnTo>
                    <a:pt x="377410" y="371814"/>
                  </a:lnTo>
                  <a:lnTo>
                    <a:pt x="377507" y="371246"/>
                  </a:lnTo>
                  <a:lnTo>
                    <a:pt x="377434" y="369668"/>
                  </a:lnTo>
                  <a:lnTo>
                    <a:pt x="377560" y="369426"/>
                  </a:lnTo>
                  <a:lnTo>
                    <a:pt x="378993" y="368487"/>
                  </a:lnTo>
                  <a:lnTo>
                    <a:pt x="379774" y="367947"/>
                  </a:lnTo>
                  <a:lnTo>
                    <a:pt x="380444" y="367877"/>
                  </a:lnTo>
                  <a:lnTo>
                    <a:pt x="381395" y="368110"/>
                  </a:lnTo>
                  <a:lnTo>
                    <a:pt x="382431" y="367677"/>
                  </a:lnTo>
                  <a:lnTo>
                    <a:pt x="385086" y="358799"/>
                  </a:lnTo>
                  <a:lnTo>
                    <a:pt x="388777" y="352413"/>
                  </a:lnTo>
                  <a:lnTo>
                    <a:pt x="393930" y="342675"/>
                  </a:lnTo>
                  <a:lnTo>
                    <a:pt x="395960" y="337531"/>
                  </a:lnTo>
                  <a:lnTo>
                    <a:pt x="396463" y="333680"/>
                  </a:lnTo>
                  <a:lnTo>
                    <a:pt x="398166" y="329060"/>
                  </a:lnTo>
                  <a:lnTo>
                    <a:pt x="400321" y="327906"/>
                  </a:lnTo>
                  <a:lnTo>
                    <a:pt x="400221" y="326686"/>
                  </a:lnTo>
                  <a:lnTo>
                    <a:pt x="402310" y="320843"/>
                  </a:lnTo>
                  <a:lnTo>
                    <a:pt x="402698" y="319581"/>
                  </a:lnTo>
                  <a:lnTo>
                    <a:pt x="402777" y="318426"/>
                  </a:lnTo>
                  <a:lnTo>
                    <a:pt x="402911" y="317630"/>
                  </a:lnTo>
                  <a:lnTo>
                    <a:pt x="403014" y="317428"/>
                  </a:lnTo>
                  <a:lnTo>
                    <a:pt x="403019" y="317298"/>
                  </a:lnTo>
                  <a:lnTo>
                    <a:pt x="403106" y="317246"/>
                  </a:lnTo>
                  <a:lnTo>
                    <a:pt x="403830" y="316567"/>
                  </a:lnTo>
                  <a:lnTo>
                    <a:pt x="404456" y="315907"/>
                  </a:lnTo>
                  <a:lnTo>
                    <a:pt x="405102" y="315090"/>
                  </a:lnTo>
                  <a:lnTo>
                    <a:pt x="405237" y="314907"/>
                  </a:lnTo>
                  <a:lnTo>
                    <a:pt x="405398" y="314354"/>
                  </a:lnTo>
                  <a:lnTo>
                    <a:pt x="405531" y="313737"/>
                  </a:lnTo>
                  <a:lnTo>
                    <a:pt x="405981" y="312787"/>
                  </a:lnTo>
                  <a:lnTo>
                    <a:pt x="406100" y="312558"/>
                  </a:lnTo>
                  <a:lnTo>
                    <a:pt x="406099" y="312049"/>
                  </a:lnTo>
                  <a:lnTo>
                    <a:pt x="406204" y="311943"/>
                  </a:lnTo>
                  <a:lnTo>
                    <a:pt x="406343" y="311671"/>
                  </a:lnTo>
                  <a:lnTo>
                    <a:pt x="406481" y="311191"/>
                  </a:lnTo>
                  <a:lnTo>
                    <a:pt x="406623" y="310545"/>
                  </a:lnTo>
                  <a:lnTo>
                    <a:pt x="406762" y="309936"/>
                  </a:lnTo>
                  <a:lnTo>
                    <a:pt x="406778" y="309474"/>
                  </a:lnTo>
                  <a:lnTo>
                    <a:pt x="406743" y="309267"/>
                  </a:lnTo>
                  <a:lnTo>
                    <a:pt x="406713" y="308320"/>
                  </a:lnTo>
                  <a:lnTo>
                    <a:pt x="406672" y="307748"/>
                  </a:lnTo>
                  <a:lnTo>
                    <a:pt x="406701" y="307485"/>
                  </a:lnTo>
                  <a:lnTo>
                    <a:pt x="406753" y="307338"/>
                  </a:lnTo>
                  <a:lnTo>
                    <a:pt x="407122" y="307364"/>
                  </a:lnTo>
                  <a:lnTo>
                    <a:pt x="407367" y="307407"/>
                  </a:lnTo>
                  <a:lnTo>
                    <a:pt x="407649" y="307457"/>
                  </a:lnTo>
                  <a:lnTo>
                    <a:pt x="407918" y="307360"/>
                  </a:lnTo>
                  <a:lnTo>
                    <a:pt x="408365" y="307212"/>
                  </a:lnTo>
                  <a:lnTo>
                    <a:pt x="408742" y="307050"/>
                  </a:lnTo>
                  <a:lnTo>
                    <a:pt x="409513" y="307087"/>
                  </a:lnTo>
                  <a:lnTo>
                    <a:pt x="409971" y="307260"/>
                  </a:lnTo>
                  <a:lnTo>
                    <a:pt x="410526" y="307128"/>
                  </a:lnTo>
                  <a:lnTo>
                    <a:pt x="411001" y="306941"/>
                  </a:lnTo>
                  <a:lnTo>
                    <a:pt x="411538" y="306616"/>
                  </a:lnTo>
                  <a:lnTo>
                    <a:pt x="411655" y="306563"/>
                  </a:lnTo>
                  <a:lnTo>
                    <a:pt x="411958" y="306595"/>
                  </a:lnTo>
                  <a:lnTo>
                    <a:pt x="412257" y="306727"/>
                  </a:lnTo>
                  <a:lnTo>
                    <a:pt x="412818" y="307204"/>
                  </a:lnTo>
                  <a:lnTo>
                    <a:pt x="413404" y="307453"/>
                  </a:lnTo>
                  <a:lnTo>
                    <a:pt x="414202" y="307620"/>
                  </a:lnTo>
                  <a:lnTo>
                    <a:pt x="414404" y="307758"/>
                  </a:lnTo>
                  <a:lnTo>
                    <a:pt x="414623" y="308139"/>
                  </a:lnTo>
                  <a:lnTo>
                    <a:pt x="414812" y="308595"/>
                  </a:lnTo>
                  <a:lnTo>
                    <a:pt x="414891" y="308796"/>
                  </a:lnTo>
                  <a:lnTo>
                    <a:pt x="414989" y="308879"/>
                  </a:lnTo>
                  <a:lnTo>
                    <a:pt x="415233" y="308955"/>
                  </a:lnTo>
                  <a:lnTo>
                    <a:pt x="415562" y="308983"/>
                  </a:lnTo>
                  <a:lnTo>
                    <a:pt x="415787" y="309094"/>
                  </a:lnTo>
                  <a:lnTo>
                    <a:pt x="416141" y="309481"/>
                  </a:lnTo>
                  <a:lnTo>
                    <a:pt x="416641" y="309627"/>
                  </a:lnTo>
                  <a:lnTo>
                    <a:pt x="417739" y="309516"/>
                  </a:lnTo>
                  <a:lnTo>
                    <a:pt x="418409" y="309357"/>
                  </a:lnTo>
                  <a:lnTo>
                    <a:pt x="418873" y="309426"/>
                  </a:lnTo>
                  <a:lnTo>
                    <a:pt x="418994" y="309511"/>
                  </a:lnTo>
                  <a:lnTo>
                    <a:pt x="419202" y="309689"/>
                  </a:lnTo>
                  <a:lnTo>
                    <a:pt x="419385" y="309800"/>
                  </a:lnTo>
                  <a:lnTo>
                    <a:pt x="419544" y="309828"/>
                  </a:lnTo>
                  <a:lnTo>
                    <a:pt x="419897" y="309828"/>
                  </a:lnTo>
                  <a:lnTo>
                    <a:pt x="420330" y="309620"/>
                  </a:lnTo>
                  <a:lnTo>
                    <a:pt x="420611" y="309530"/>
                  </a:lnTo>
                  <a:lnTo>
                    <a:pt x="420903" y="309481"/>
                  </a:lnTo>
                  <a:lnTo>
                    <a:pt x="421231" y="309480"/>
                  </a:lnTo>
                  <a:lnTo>
                    <a:pt x="421321" y="309757"/>
                  </a:lnTo>
                  <a:lnTo>
                    <a:pt x="421337" y="309990"/>
                  </a:lnTo>
                  <a:lnTo>
                    <a:pt x="421534" y="310242"/>
                  </a:lnTo>
                  <a:lnTo>
                    <a:pt x="421947" y="310509"/>
                  </a:lnTo>
                  <a:lnTo>
                    <a:pt x="422449" y="310913"/>
                  </a:lnTo>
                  <a:lnTo>
                    <a:pt x="422715" y="311353"/>
                  </a:lnTo>
                  <a:lnTo>
                    <a:pt x="422982" y="311735"/>
                  </a:lnTo>
                  <a:lnTo>
                    <a:pt x="423268" y="312038"/>
                  </a:lnTo>
                  <a:lnTo>
                    <a:pt x="423389" y="312225"/>
                  </a:lnTo>
                  <a:lnTo>
                    <a:pt x="423624" y="312297"/>
                  </a:lnTo>
                  <a:lnTo>
                    <a:pt x="423910" y="312246"/>
                  </a:lnTo>
                  <a:lnTo>
                    <a:pt x="424424" y="311968"/>
                  </a:lnTo>
                  <a:lnTo>
                    <a:pt x="424977" y="311679"/>
                  </a:lnTo>
                  <a:lnTo>
                    <a:pt x="425358" y="311679"/>
                  </a:lnTo>
                  <a:lnTo>
                    <a:pt x="425535" y="311896"/>
                  </a:lnTo>
                  <a:lnTo>
                    <a:pt x="425669" y="312076"/>
                  </a:lnTo>
                  <a:lnTo>
                    <a:pt x="426013" y="312264"/>
                  </a:lnTo>
                  <a:lnTo>
                    <a:pt x="426149" y="312413"/>
                  </a:lnTo>
                  <a:lnTo>
                    <a:pt x="426311" y="312690"/>
                  </a:lnTo>
                  <a:lnTo>
                    <a:pt x="426406" y="312783"/>
                  </a:lnTo>
                  <a:lnTo>
                    <a:pt x="426515" y="312836"/>
                  </a:lnTo>
                  <a:lnTo>
                    <a:pt x="426963" y="312769"/>
                  </a:lnTo>
                  <a:lnTo>
                    <a:pt x="427250" y="312814"/>
                  </a:lnTo>
                  <a:lnTo>
                    <a:pt x="427436" y="312911"/>
                  </a:lnTo>
                  <a:lnTo>
                    <a:pt x="427576" y="313036"/>
                  </a:lnTo>
                  <a:lnTo>
                    <a:pt x="427741" y="313259"/>
                  </a:lnTo>
                  <a:lnTo>
                    <a:pt x="428091" y="313579"/>
                  </a:lnTo>
                  <a:lnTo>
                    <a:pt x="428348" y="313856"/>
                  </a:lnTo>
                  <a:lnTo>
                    <a:pt x="428640" y="314050"/>
                  </a:lnTo>
                  <a:lnTo>
                    <a:pt x="429024" y="314140"/>
                  </a:lnTo>
                  <a:lnTo>
                    <a:pt x="429561" y="314126"/>
                  </a:lnTo>
                  <a:lnTo>
                    <a:pt x="429841" y="314140"/>
                  </a:lnTo>
                  <a:lnTo>
                    <a:pt x="429951" y="314258"/>
                  </a:lnTo>
                  <a:lnTo>
                    <a:pt x="429988" y="314466"/>
                  </a:lnTo>
                  <a:lnTo>
                    <a:pt x="429878" y="314846"/>
                  </a:lnTo>
                  <a:lnTo>
                    <a:pt x="429908" y="315019"/>
                  </a:lnTo>
                  <a:lnTo>
                    <a:pt x="430043" y="315123"/>
                  </a:lnTo>
                  <a:lnTo>
                    <a:pt x="430433" y="315178"/>
                  </a:lnTo>
                  <a:lnTo>
                    <a:pt x="430811" y="315164"/>
                  </a:lnTo>
                  <a:lnTo>
                    <a:pt x="431219" y="315254"/>
                  </a:lnTo>
                  <a:lnTo>
                    <a:pt x="431860" y="315642"/>
                  </a:lnTo>
                  <a:lnTo>
                    <a:pt x="432630" y="315829"/>
                  </a:lnTo>
                  <a:lnTo>
                    <a:pt x="432928" y="315880"/>
                  </a:lnTo>
                  <a:lnTo>
                    <a:pt x="433354" y="315950"/>
                  </a:lnTo>
                  <a:lnTo>
                    <a:pt x="433993" y="316011"/>
                  </a:lnTo>
                  <a:lnTo>
                    <a:pt x="434867" y="316260"/>
                  </a:lnTo>
                  <a:lnTo>
                    <a:pt x="435310" y="316408"/>
                  </a:lnTo>
                  <a:lnTo>
                    <a:pt x="435391" y="316542"/>
                  </a:lnTo>
                  <a:lnTo>
                    <a:pt x="435394" y="316757"/>
                  </a:lnTo>
                  <a:lnTo>
                    <a:pt x="435346" y="317142"/>
                  </a:lnTo>
                  <a:lnTo>
                    <a:pt x="435387" y="317275"/>
                  </a:lnTo>
                  <a:lnTo>
                    <a:pt x="435480" y="317372"/>
                  </a:lnTo>
                  <a:lnTo>
                    <a:pt x="435651" y="317349"/>
                  </a:lnTo>
                  <a:lnTo>
                    <a:pt x="435757" y="317312"/>
                  </a:lnTo>
                  <a:lnTo>
                    <a:pt x="436021" y="317169"/>
                  </a:lnTo>
                  <a:lnTo>
                    <a:pt x="436331" y="316947"/>
                  </a:lnTo>
                  <a:lnTo>
                    <a:pt x="436877" y="316771"/>
                  </a:lnTo>
                  <a:lnTo>
                    <a:pt x="437255" y="316706"/>
                  </a:lnTo>
                  <a:lnTo>
                    <a:pt x="437683" y="316704"/>
                  </a:lnTo>
                  <a:lnTo>
                    <a:pt x="438082" y="316762"/>
                  </a:lnTo>
                  <a:lnTo>
                    <a:pt x="438524" y="316843"/>
                  </a:lnTo>
                  <a:lnTo>
                    <a:pt x="438675" y="316866"/>
                  </a:lnTo>
                  <a:lnTo>
                    <a:pt x="439177" y="317170"/>
                  </a:lnTo>
                  <a:lnTo>
                    <a:pt x="439479" y="317353"/>
                  </a:lnTo>
                  <a:lnTo>
                    <a:pt x="440259" y="317526"/>
                  </a:lnTo>
                  <a:lnTo>
                    <a:pt x="440857" y="317696"/>
                  </a:lnTo>
                  <a:lnTo>
                    <a:pt x="441399" y="318033"/>
                  </a:lnTo>
                  <a:lnTo>
                    <a:pt x="441805" y="318219"/>
                  </a:lnTo>
                  <a:lnTo>
                    <a:pt x="442144" y="318309"/>
                  </a:lnTo>
                  <a:lnTo>
                    <a:pt x="442674" y="318309"/>
                  </a:lnTo>
                  <a:lnTo>
                    <a:pt x="442985" y="318396"/>
                  </a:lnTo>
                  <a:lnTo>
                    <a:pt x="443119" y="318506"/>
                  </a:lnTo>
                  <a:lnTo>
                    <a:pt x="443211" y="318738"/>
                  </a:lnTo>
                  <a:lnTo>
                    <a:pt x="443266" y="318849"/>
                  </a:lnTo>
                  <a:lnTo>
                    <a:pt x="443351" y="318887"/>
                  </a:lnTo>
                  <a:lnTo>
                    <a:pt x="443674" y="318908"/>
                  </a:lnTo>
                  <a:lnTo>
                    <a:pt x="444156" y="318790"/>
                  </a:lnTo>
                  <a:lnTo>
                    <a:pt x="444415" y="318835"/>
                  </a:lnTo>
                  <a:lnTo>
                    <a:pt x="444516" y="318980"/>
                  </a:lnTo>
                  <a:lnTo>
                    <a:pt x="444619" y="319330"/>
                  </a:lnTo>
                  <a:lnTo>
                    <a:pt x="444875" y="319631"/>
                  </a:lnTo>
                  <a:lnTo>
                    <a:pt x="445003" y="319640"/>
                  </a:lnTo>
                  <a:lnTo>
                    <a:pt x="445281" y="319569"/>
                  </a:lnTo>
                  <a:lnTo>
                    <a:pt x="445534" y="319295"/>
                  </a:lnTo>
                  <a:lnTo>
                    <a:pt x="445863" y="318878"/>
                  </a:lnTo>
                  <a:lnTo>
                    <a:pt x="446177" y="318724"/>
                  </a:lnTo>
                  <a:lnTo>
                    <a:pt x="446491" y="318700"/>
                  </a:lnTo>
                  <a:lnTo>
                    <a:pt x="446652" y="318717"/>
                  </a:lnTo>
                  <a:lnTo>
                    <a:pt x="446808" y="318800"/>
                  </a:lnTo>
                  <a:lnTo>
                    <a:pt x="446975" y="318856"/>
                  </a:lnTo>
                  <a:lnTo>
                    <a:pt x="447116" y="318904"/>
                  </a:lnTo>
                  <a:lnTo>
                    <a:pt x="447314" y="318901"/>
                  </a:lnTo>
                  <a:lnTo>
                    <a:pt x="447649" y="318742"/>
                  </a:lnTo>
                  <a:lnTo>
                    <a:pt x="448091" y="318507"/>
                  </a:lnTo>
                  <a:lnTo>
                    <a:pt x="448387" y="318543"/>
                  </a:lnTo>
                  <a:lnTo>
                    <a:pt x="448393" y="318546"/>
                  </a:lnTo>
                  <a:lnTo>
                    <a:pt x="448400" y="318549"/>
                  </a:lnTo>
                  <a:lnTo>
                    <a:pt x="448405" y="318552"/>
                  </a:lnTo>
                  <a:lnTo>
                    <a:pt x="448412" y="318557"/>
                  </a:lnTo>
                  <a:lnTo>
                    <a:pt x="448423" y="318559"/>
                  </a:lnTo>
                  <a:lnTo>
                    <a:pt x="448428" y="318560"/>
                  </a:lnTo>
                  <a:lnTo>
                    <a:pt x="448441" y="318561"/>
                  </a:lnTo>
                  <a:lnTo>
                    <a:pt x="448447" y="318561"/>
                  </a:lnTo>
                  <a:lnTo>
                    <a:pt x="448468" y="318563"/>
                  </a:lnTo>
                  <a:lnTo>
                    <a:pt x="448480" y="318565"/>
                  </a:lnTo>
                  <a:lnTo>
                    <a:pt x="448489" y="318568"/>
                  </a:lnTo>
                  <a:lnTo>
                    <a:pt x="448499" y="318573"/>
                  </a:lnTo>
                  <a:lnTo>
                    <a:pt x="448507" y="318578"/>
                  </a:lnTo>
                  <a:lnTo>
                    <a:pt x="448515" y="318583"/>
                  </a:lnTo>
                  <a:lnTo>
                    <a:pt x="448530" y="318590"/>
                  </a:lnTo>
                  <a:lnTo>
                    <a:pt x="448540" y="318592"/>
                  </a:lnTo>
                  <a:lnTo>
                    <a:pt x="448551" y="318595"/>
                  </a:lnTo>
                  <a:lnTo>
                    <a:pt x="448565" y="318599"/>
                  </a:lnTo>
                  <a:lnTo>
                    <a:pt x="448578" y="318601"/>
                  </a:lnTo>
                  <a:lnTo>
                    <a:pt x="448583" y="318603"/>
                  </a:lnTo>
                  <a:lnTo>
                    <a:pt x="448593" y="318607"/>
                  </a:lnTo>
                  <a:lnTo>
                    <a:pt x="448601" y="318610"/>
                  </a:lnTo>
                  <a:lnTo>
                    <a:pt x="448608" y="318615"/>
                  </a:lnTo>
                  <a:lnTo>
                    <a:pt x="448638" y="318636"/>
                  </a:lnTo>
                  <a:lnTo>
                    <a:pt x="448693" y="318676"/>
                  </a:lnTo>
                  <a:lnTo>
                    <a:pt x="448733" y="318710"/>
                  </a:lnTo>
                  <a:lnTo>
                    <a:pt x="448746" y="318721"/>
                  </a:lnTo>
                  <a:lnTo>
                    <a:pt x="448759" y="318738"/>
                  </a:lnTo>
                  <a:lnTo>
                    <a:pt x="449611" y="319089"/>
                  </a:lnTo>
                  <a:lnTo>
                    <a:pt x="450861" y="319573"/>
                  </a:lnTo>
                  <a:lnTo>
                    <a:pt x="452380" y="319719"/>
                  </a:lnTo>
                  <a:lnTo>
                    <a:pt x="453928" y="319490"/>
                  </a:lnTo>
                  <a:lnTo>
                    <a:pt x="454861" y="319089"/>
                  </a:lnTo>
                  <a:lnTo>
                    <a:pt x="455764" y="318528"/>
                  </a:lnTo>
                  <a:lnTo>
                    <a:pt x="456623" y="317926"/>
                  </a:lnTo>
                  <a:lnTo>
                    <a:pt x="457081" y="317933"/>
                  </a:lnTo>
                  <a:lnTo>
                    <a:pt x="457666" y="318030"/>
                  </a:lnTo>
                  <a:lnTo>
                    <a:pt x="458483" y="318044"/>
                  </a:lnTo>
                  <a:lnTo>
                    <a:pt x="458764" y="318224"/>
                  </a:lnTo>
                  <a:lnTo>
                    <a:pt x="458995" y="318265"/>
                  </a:lnTo>
                  <a:lnTo>
                    <a:pt x="459605" y="317981"/>
                  </a:lnTo>
                  <a:lnTo>
                    <a:pt x="459885" y="318023"/>
                  </a:lnTo>
                  <a:lnTo>
                    <a:pt x="460294" y="318140"/>
                  </a:lnTo>
                  <a:lnTo>
                    <a:pt x="460770" y="318320"/>
                  </a:lnTo>
                  <a:lnTo>
                    <a:pt x="461355" y="318293"/>
                  </a:lnTo>
                  <a:lnTo>
                    <a:pt x="461916" y="318134"/>
                  </a:lnTo>
                  <a:lnTo>
                    <a:pt x="462459" y="317857"/>
                  </a:lnTo>
                  <a:lnTo>
                    <a:pt x="462751" y="317871"/>
                  </a:lnTo>
                  <a:lnTo>
                    <a:pt x="463080" y="318203"/>
                  </a:lnTo>
                  <a:lnTo>
                    <a:pt x="463206" y="318276"/>
                  </a:lnTo>
                  <a:lnTo>
                    <a:pt x="463404" y="318313"/>
                  </a:lnTo>
                  <a:lnTo>
                    <a:pt x="463516" y="318318"/>
                  </a:lnTo>
                  <a:lnTo>
                    <a:pt x="463666" y="318307"/>
                  </a:lnTo>
                  <a:lnTo>
                    <a:pt x="464471" y="318314"/>
                  </a:lnTo>
                  <a:lnTo>
                    <a:pt x="465086" y="318113"/>
                  </a:lnTo>
                  <a:lnTo>
                    <a:pt x="466166" y="317822"/>
                  </a:lnTo>
                  <a:lnTo>
                    <a:pt x="466721" y="317739"/>
                  </a:lnTo>
                  <a:lnTo>
                    <a:pt x="467245" y="317746"/>
                  </a:lnTo>
                  <a:lnTo>
                    <a:pt x="467519" y="317864"/>
                  </a:lnTo>
                  <a:lnTo>
                    <a:pt x="467641" y="318023"/>
                  </a:lnTo>
                  <a:lnTo>
                    <a:pt x="467897" y="318327"/>
                  </a:lnTo>
                  <a:lnTo>
                    <a:pt x="467970" y="318363"/>
                  </a:lnTo>
                  <a:lnTo>
                    <a:pt x="467981" y="318378"/>
                  </a:lnTo>
                  <a:lnTo>
                    <a:pt x="468381" y="318537"/>
                  </a:lnTo>
                  <a:lnTo>
                    <a:pt x="468978" y="318796"/>
                  </a:lnTo>
                  <a:lnTo>
                    <a:pt x="469747" y="319243"/>
                  </a:lnTo>
                  <a:lnTo>
                    <a:pt x="470090" y="319424"/>
                  </a:lnTo>
                  <a:lnTo>
                    <a:pt x="470210" y="319445"/>
                  </a:lnTo>
                  <a:lnTo>
                    <a:pt x="470979" y="319020"/>
                  </a:lnTo>
                  <a:lnTo>
                    <a:pt x="471830" y="318623"/>
                  </a:lnTo>
                  <a:lnTo>
                    <a:pt x="472516" y="318421"/>
                  </a:lnTo>
                  <a:lnTo>
                    <a:pt x="473447" y="318223"/>
                  </a:lnTo>
                  <a:lnTo>
                    <a:pt x="474353" y="318242"/>
                  </a:lnTo>
                  <a:lnTo>
                    <a:pt x="475242" y="318343"/>
                  </a:lnTo>
                  <a:lnTo>
                    <a:pt x="475560" y="318343"/>
                  </a:lnTo>
                  <a:lnTo>
                    <a:pt x="476125" y="318112"/>
                  </a:lnTo>
                  <a:lnTo>
                    <a:pt x="476379" y="318047"/>
                  </a:lnTo>
                  <a:lnTo>
                    <a:pt x="476563" y="318126"/>
                  </a:lnTo>
                  <a:lnTo>
                    <a:pt x="476748" y="318299"/>
                  </a:lnTo>
                  <a:lnTo>
                    <a:pt x="476881" y="318285"/>
                  </a:lnTo>
                  <a:lnTo>
                    <a:pt x="477249" y="317896"/>
                  </a:lnTo>
                  <a:lnTo>
                    <a:pt x="477624" y="317723"/>
                  </a:lnTo>
                  <a:lnTo>
                    <a:pt x="479136" y="317665"/>
                  </a:lnTo>
                  <a:lnTo>
                    <a:pt x="480304" y="317694"/>
                  </a:lnTo>
                  <a:lnTo>
                    <a:pt x="480489" y="317802"/>
                  </a:lnTo>
                  <a:lnTo>
                    <a:pt x="480914" y="318386"/>
                  </a:lnTo>
                  <a:lnTo>
                    <a:pt x="481422" y="319006"/>
                  </a:lnTo>
                  <a:lnTo>
                    <a:pt x="482242" y="319410"/>
                  </a:lnTo>
                  <a:lnTo>
                    <a:pt x="483114" y="319634"/>
                  </a:lnTo>
                  <a:lnTo>
                    <a:pt x="484117" y="319990"/>
                  </a:lnTo>
                  <a:lnTo>
                    <a:pt x="484162" y="320029"/>
                  </a:lnTo>
                  <a:lnTo>
                    <a:pt x="484515" y="320181"/>
                  </a:lnTo>
                  <a:lnTo>
                    <a:pt x="484560" y="320268"/>
                  </a:lnTo>
                  <a:lnTo>
                    <a:pt x="484674" y="320765"/>
                  </a:lnTo>
                  <a:lnTo>
                    <a:pt x="484858" y="321198"/>
                  </a:lnTo>
                  <a:lnTo>
                    <a:pt x="485290" y="321731"/>
                  </a:lnTo>
                  <a:lnTo>
                    <a:pt x="486865" y="323109"/>
                  </a:lnTo>
                  <a:lnTo>
                    <a:pt x="487278" y="323433"/>
                  </a:lnTo>
                  <a:lnTo>
                    <a:pt x="487685" y="324277"/>
                  </a:lnTo>
                  <a:lnTo>
                    <a:pt x="488066" y="324731"/>
                  </a:lnTo>
                  <a:lnTo>
                    <a:pt x="488417" y="324666"/>
                  </a:lnTo>
                  <a:lnTo>
                    <a:pt x="488757" y="324731"/>
                  </a:lnTo>
                  <a:lnTo>
                    <a:pt x="488856" y="324720"/>
                  </a:lnTo>
                  <a:lnTo>
                    <a:pt x="489462" y="324206"/>
                  </a:lnTo>
                  <a:lnTo>
                    <a:pt x="489899" y="323862"/>
                  </a:lnTo>
                  <a:lnTo>
                    <a:pt x="489996" y="323716"/>
                  </a:lnTo>
                  <a:lnTo>
                    <a:pt x="489932" y="323066"/>
                  </a:lnTo>
                  <a:lnTo>
                    <a:pt x="489912" y="322759"/>
                  </a:lnTo>
                  <a:lnTo>
                    <a:pt x="490312" y="322196"/>
                  </a:lnTo>
                  <a:lnTo>
                    <a:pt x="490659" y="321925"/>
                  </a:lnTo>
                  <a:lnTo>
                    <a:pt x="491182" y="321728"/>
                  </a:lnTo>
                  <a:lnTo>
                    <a:pt x="491509" y="321567"/>
                  </a:lnTo>
                  <a:lnTo>
                    <a:pt x="492320" y="321553"/>
                  </a:lnTo>
                  <a:lnTo>
                    <a:pt x="492990" y="321516"/>
                  </a:lnTo>
                  <a:lnTo>
                    <a:pt x="493788" y="321450"/>
                  </a:lnTo>
                  <a:lnTo>
                    <a:pt x="494162" y="321341"/>
                  </a:lnTo>
                  <a:lnTo>
                    <a:pt x="494484" y="320887"/>
                  </a:lnTo>
                  <a:lnTo>
                    <a:pt x="494641" y="320622"/>
                  </a:lnTo>
                  <a:lnTo>
                    <a:pt x="494896" y="320030"/>
                  </a:lnTo>
                  <a:lnTo>
                    <a:pt x="495760" y="319417"/>
                  </a:lnTo>
                  <a:lnTo>
                    <a:pt x="496548" y="318855"/>
                  </a:lnTo>
                  <a:lnTo>
                    <a:pt x="496948" y="318610"/>
                  </a:lnTo>
                  <a:lnTo>
                    <a:pt x="497628" y="318458"/>
                  </a:lnTo>
                  <a:lnTo>
                    <a:pt x="498269" y="318293"/>
                  </a:lnTo>
                  <a:lnTo>
                    <a:pt x="498676" y="317773"/>
                  </a:lnTo>
                  <a:lnTo>
                    <a:pt x="499204" y="316886"/>
                  </a:lnTo>
                  <a:lnTo>
                    <a:pt x="499269" y="316727"/>
                  </a:lnTo>
                  <a:lnTo>
                    <a:pt x="499714" y="315952"/>
                  </a:lnTo>
                  <a:lnTo>
                    <a:pt x="500092" y="315606"/>
                  </a:lnTo>
                  <a:lnTo>
                    <a:pt x="500275" y="315502"/>
                  </a:lnTo>
                  <a:lnTo>
                    <a:pt x="501162" y="315377"/>
                  </a:lnTo>
                  <a:lnTo>
                    <a:pt x="502104" y="315468"/>
                  </a:lnTo>
                  <a:lnTo>
                    <a:pt x="502391" y="315440"/>
                  </a:lnTo>
                  <a:lnTo>
                    <a:pt x="502510" y="315384"/>
                  </a:lnTo>
                  <a:lnTo>
                    <a:pt x="502586" y="315239"/>
                  </a:lnTo>
                  <a:lnTo>
                    <a:pt x="502623" y="314845"/>
                  </a:lnTo>
                  <a:lnTo>
                    <a:pt x="502757" y="314796"/>
                  </a:lnTo>
                  <a:lnTo>
                    <a:pt x="503031" y="314796"/>
                  </a:lnTo>
                  <a:lnTo>
                    <a:pt x="503629" y="315128"/>
                  </a:lnTo>
                  <a:lnTo>
                    <a:pt x="504104" y="315433"/>
                  </a:lnTo>
                  <a:lnTo>
                    <a:pt x="504580" y="315765"/>
                  </a:lnTo>
                  <a:lnTo>
                    <a:pt x="504897" y="315945"/>
                  </a:lnTo>
                  <a:lnTo>
                    <a:pt x="505104" y="315911"/>
                  </a:lnTo>
                  <a:lnTo>
                    <a:pt x="505562" y="315793"/>
                  </a:lnTo>
                  <a:lnTo>
                    <a:pt x="506104" y="315578"/>
                  </a:lnTo>
                  <a:lnTo>
                    <a:pt x="506302" y="315548"/>
                  </a:lnTo>
                  <a:lnTo>
                    <a:pt x="506349" y="315545"/>
                  </a:lnTo>
                  <a:lnTo>
                    <a:pt x="506412" y="315543"/>
                  </a:lnTo>
                  <a:lnTo>
                    <a:pt x="506443" y="315542"/>
                  </a:lnTo>
                  <a:lnTo>
                    <a:pt x="506516" y="315534"/>
                  </a:lnTo>
                  <a:lnTo>
                    <a:pt x="506542" y="315530"/>
                  </a:lnTo>
                  <a:lnTo>
                    <a:pt x="506571" y="315527"/>
                  </a:lnTo>
                  <a:lnTo>
                    <a:pt x="506608" y="315525"/>
                  </a:lnTo>
                  <a:lnTo>
                    <a:pt x="506641" y="315528"/>
                  </a:lnTo>
                  <a:lnTo>
                    <a:pt x="506671" y="315529"/>
                  </a:lnTo>
                  <a:lnTo>
                    <a:pt x="506709" y="315535"/>
                  </a:lnTo>
                  <a:lnTo>
                    <a:pt x="506715" y="315536"/>
                  </a:lnTo>
                  <a:lnTo>
                    <a:pt x="506757" y="315545"/>
                  </a:lnTo>
                  <a:lnTo>
                    <a:pt x="506803" y="315559"/>
                  </a:lnTo>
                  <a:lnTo>
                    <a:pt x="506836" y="315571"/>
                  </a:lnTo>
                  <a:lnTo>
                    <a:pt x="506872" y="315583"/>
                  </a:lnTo>
                  <a:lnTo>
                    <a:pt x="506888" y="315589"/>
                  </a:lnTo>
                  <a:lnTo>
                    <a:pt x="506912" y="315602"/>
                  </a:lnTo>
                  <a:lnTo>
                    <a:pt x="506920" y="315608"/>
                  </a:lnTo>
                  <a:lnTo>
                    <a:pt x="507324" y="315717"/>
                  </a:lnTo>
                  <a:lnTo>
                    <a:pt x="507720" y="315599"/>
                  </a:lnTo>
                  <a:lnTo>
                    <a:pt x="508342" y="315385"/>
                  </a:lnTo>
                  <a:lnTo>
                    <a:pt x="509251" y="315149"/>
                  </a:lnTo>
                  <a:lnTo>
                    <a:pt x="510013" y="315094"/>
                  </a:lnTo>
                  <a:lnTo>
                    <a:pt x="510543" y="315089"/>
                  </a:lnTo>
                  <a:lnTo>
                    <a:pt x="510549" y="315086"/>
                  </a:lnTo>
                  <a:lnTo>
                    <a:pt x="510763" y="315101"/>
                  </a:lnTo>
                  <a:lnTo>
                    <a:pt x="511543" y="315329"/>
                  </a:lnTo>
                  <a:lnTo>
                    <a:pt x="512403" y="315357"/>
                  </a:lnTo>
                  <a:lnTo>
                    <a:pt x="513256" y="315398"/>
                  </a:lnTo>
                  <a:lnTo>
                    <a:pt x="514033" y="315397"/>
                  </a:lnTo>
                  <a:lnTo>
                    <a:pt x="514197" y="315175"/>
                  </a:lnTo>
                  <a:lnTo>
                    <a:pt x="514153" y="314986"/>
                  </a:lnTo>
                  <a:lnTo>
                    <a:pt x="514076" y="313853"/>
                  </a:lnTo>
                  <a:lnTo>
                    <a:pt x="514131" y="313797"/>
                  </a:lnTo>
                  <a:lnTo>
                    <a:pt x="514187" y="313407"/>
                  </a:lnTo>
                  <a:lnTo>
                    <a:pt x="514547" y="312472"/>
                  </a:lnTo>
                  <a:lnTo>
                    <a:pt x="515211" y="311766"/>
                  </a:lnTo>
                  <a:lnTo>
                    <a:pt x="515675" y="311417"/>
                  </a:lnTo>
                  <a:lnTo>
                    <a:pt x="516034" y="310998"/>
                  </a:lnTo>
                  <a:lnTo>
                    <a:pt x="517303" y="309724"/>
                  </a:lnTo>
                  <a:lnTo>
                    <a:pt x="518516" y="308492"/>
                  </a:lnTo>
                  <a:lnTo>
                    <a:pt x="519162" y="307663"/>
                  </a:lnTo>
                  <a:lnTo>
                    <a:pt x="519504" y="307447"/>
                  </a:lnTo>
                  <a:lnTo>
                    <a:pt x="520229" y="306817"/>
                  </a:lnTo>
                  <a:lnTo>
                    <a:pt x="520467" y="306499"/>
                  </a:lnTo>
                  <a:lnTo>
                    <a:pt x="520565" y="306194"/>
                  </a:lnTo>
                  <a:lnTo>
                    <a:pt x="520467" y="305647"/>
                  </a:lnTo>
                  <a:lnTo>
                    <a:pt x="520473" y="305322"/>
                  </a:lnTo>
                  <a:lnTo>
                    <a:pt x="520620" y="304948"/>
                  </a:lnTo>
                  <a:lnTo>
                    <a:pt x="520726" y="304748"/>
                  </a:lnTo>
                  <a:lnTo>
                    <a:pt x="520748" y="304674"/>
                  </a:lnTo>
                  <a:lnTo>
                    <a:pt x="520846" y="304428"/>
                  </a:lnTo>
                  <a:lnTo>
                    <a:pt x="520839" y="304112"/>
                  </a:lnTo>
                  <a:lnTo>
                    <a:pt x="520839" y="303943"/>
                  </a:lnTo>
                  <a:lnTo>
                    <a:pt x="520694" y="303607"/>
                  </a:lnTo>
                  <a:lnTo>
                    <a:pt x="520280" y="303204"/>
                  </a:lnTo>
                  <a:lnTo>
                    <a:pt x="519867" y="302824"/>
                  </a:lnTo>
                  <a:lnTo>
                    <a:pt x="519858" y="302809"/>
                  </a:lnTo>
                  <a:lnTo>
                    <a:pt x="519845" y="302797"/>
                  </a:lnTo>
                  <a:lnTo>
                    <a:pt x="519837" y="302782"/>
                  </a:lnTo>
                  <a:lnTo>
                    <a:pt x="519830" y="302769"/>
                  </a:lnTo>
                  <a:lnTo>
                    <a:pt x="519712" y="302592"/>
                  </a:lnTo>
                  <a:lnTo>
                    <a:pt x="519714" y="302476"/>
                  </a:lnTo>
                  <a:lnTo>
                    <a:pt x="519778" y="302315"/>
                  </a:lnTo>
                  <a:lnTo>
                    <a:pt x="519878" y="302058"/>
                  </a:lnTo>
                  <a:lnTo>
                    <a:pt x="520061" y="301778"/>
                  </a:lnTo>
                  <a:lnTo>
                    <a:pt x="520277" y="301463"/>
                  </a:lnTo>
                  <a:lnTo>
                    <a:pt x="520343" y="301199"/>
                  </a:lnTo>
                  <a:lnTo>
                    <a:pt x="520382" y="300822"/>
                  </a:lnTo>
                  <a:lnTo>
                    <a:pt x="520524" y="300440"/>
                  </a:lnTo>
                  <a:lnTo>
                    <a:pt x="520765" y="300188"/>
                  </a:lnTo>
                  <a:lnTo>
                    <a:pt x="520819" y="300122"/>
                  </a:lnTo>
                  <a:lnTo>
                    <a:pt x="520953" y="299906"/>
                  </a:lnTo>
                  <a:lnTo>
                    <a:pt x="520992" y="299537"/>
                  </a:lnTo>
                  <a:lnTo>
                    <a:pt x="520911" y="299028"/>
                  </a:lnTo>
                  <a:lnTo>
                    <a:pt x="520811" y="298779"/>
                  </a:lnTo>
                  <a:lnTo>
                    <a:pt x="520477" y="298026"/>
                  </a:lnTo>
                  <a:lnTo>
                    <a:pt x="520485" y="297375"/>
                  </a:lnTo>
                  <a:lnTo>
                    <a:pt x="520404" y="296860"/>
                  </a:lnTo>
                  <a:lnTo>
                    <a:pt x="520282" y="296669"/>
                  </a:lnTo>
                  <a:lnTo>
                    <a:pt x="519914" y="296398"/>
                  </a:lnTo>
                  <a:lnTo>
                    <a:pt x="519902" y="296396"/>
                  </a:lnTo>
                  <a:lnTo>
                    <a:pt x="519733" y="296251"/>
                  </a:lnTo>
                  <a:lnTo>
                    <a:pt x="518902" y="295769"/>
                  </a:lnTo>
                  <a:lnTo>
                    <a:pt x="518492" y="295340"/>
                  </a:lnTo>
                  <a:lnTo>
                    <a:pt x="518231" y="294830"/>
                  </a:lnTo>
                  <a:lnTo>
                    <a:pt x="518155" y="294446"/>
                  </a:lnTo>
                  <a:lnTo>
                    <a:pt x="518070" y="294232"/>
                  </a:lnTo>
                  <a:lnTo>
                    <a:pt x="517744" y="293925"/>
                  </a:lnTo>
                  <a:lnTo>
                    <a:pt x="517595" y="293854"/>
                  </a:lnTo>
                  <a:lnTo>
                    <a:pt x="517343" y="293691"/>
                  </a:lnTo>
                  <a:lnTo>
                    <a:pt x="517331" y="293504"/>
                  </a:lnTo>
                  <a:lnTo>
                    <a:pt x="517272" y="293405"/>
                  </a:lnTo>
                  <a:lnTo>
                    <a:pt x="517306" y="292821"/>
                  </a:lnTo>
                  <a:lnTo>
                    <a:pt x="517473" y="291887"/>
                  </a:lnTo>
                  <a:lnTo>
                    <a:pt x="517409" y="291723"/>
                  </a:lnTo>
                  <a:lnTo>
                    <a:pt x="517291" y="290601"/>
                  </a:lnTo>
                  <a:lnTo>
                    <a:pt x="517135" y="289286"/>
                  </a:lnTo>
                  <a:lnTo>
                    <a:pt x="516983" y="288358"/>
                  </a:lnTo>
                  <a:lnTo>
                    <a:pt x="516840" y="287296"/>
                  </a:lnTo>
                  <a:lnTo>
                    <a:pt x="515560" y="277816"/>
                  </a:lnTo>
                  <a:lnTo>
                    <a:pt x="514818" y="272232"/>
                  </a:lnTo>
                  <a:lnTo>
                    <a:pt x="514747" y="271972"/>
                  </a:lnTo>
                  <a:lnTo>
                    <a:pt x="514678" y="271249"/>
                  </a:lnTo>
                  <a:lnTo>
                    <a:pt x="514577" y="270594"/>
                  </a:lnTo>
                  <a:lnTo>
                    <a:pt x="514456" y="270466"/>
                  </a:lnTo>
                  <a:lnTo>
                    <a:pt x="514452" y="270461"/>
                  </a:lnTo>
                  <a:lnTo>
                    <a:pt x="514431" y="270434"/>
                  </a:lnTo>
                  <a:lnTo>
                    <a:pt x="514380" y="270368"/>
                  </a:lnTo>
                  <a:lnTo>
                    <a:pt x="514325" y="270275"/>
                  </a:lnTo>
                  <a:lnTo>
                    <a:pt x="514260" y="270157"/>
                  </a:lnTo>
                  <a:lnTo>
                    <a:pt x="514199" y="270032"/>
                  </a:lnTo>
                  <a:lnTo>
                    <a:pt x="514159" y="269947"/>
                  </a:lnTo>
                  <a:lnTo>
                    <a:pt x="514148" y="269822"/>
                  </a:lnTo>
                  <a:lnTo>
                    <a:pt x="514151" y="269783"/>
                  </a:lnTo>
                  <a:lnTo>
                    <a:pt x="514299" y="269608"/>
                  </a:lnTo>
                  <a:lnTo>
                    <a:pt x="514277" y="269501"/>
                  </a:lnTo>
                  <a:lnTo>
                    <a:pt x="514309" y="269310"/>
                  </a:lnTo>
                  <a:lnTo>
                    <a:pt x="514266" y="268908"/>
                  </a:lnTo>
                  <a:lnTo>
                    <a:pt x="514131" y="268595"/>
                  </a:lnTo>
                  <a:lnTo>
                    <a:pt x="514083" y="268564"/>
                  </a:lnTo>
                  <a:lnTo>
                    <a:pt x="514000" y="268535"/>
                  </a:lnTo>
                  <a:lnTo>
                    <a:pt x="513858" y="268484"/>
                  </a:lnTo>
                  <a:lnTo>
                    <a:pt x="513809" y="268455"/>
                  </a:lnTo>
                  <a:lnTo>
                    <a:pt x="513749" y="268418"/>
                  </a:lnTo>
                  <a:lnTo>
                    <a:pt x="513732" y="268418"/>
                  </a:lnTo>
                  <a:lnTo>
                    <a:pt x="513717" y="268416"/>
                  </a:lnTo>
                  <a:lnTo>
                    <a:pt x="513585" y="268465"/>
                  </a:lnTo>
                  <a:lnTo>
                    <a:pt x="513584" y="268459"/>
                  </a:lnTo>
                  <a:lnTo>
                    <a:pt x="513583" y="268449"/>
                  </a:lnTo>
                  <a:lnTo>
                    <a:pt x="513581" y="268437"/>
                  </a:lnTo>
                  <a:lnTo>
                    <a:pt x="513591" y="268355"/>
                  </a:lnTo>
                  <a:lnTo>
                    <a:pt x="513718" y="268209"/>
                  </a:lnTo>
                  <a:lnTo>
                    <a:pt x="513825" y="267895"/>
                  </a:lnTo>
                  <a:lnTo>
                    <a:pt x="513865" y="267700"/>
                  </a:lnTo>
                  <a:lnTo>
                    <a:pt x="513905" y="267457"/>
                  </a:lnTo>
                  <a:lnTo>
                    <a:pt x="513966" y="267342"/>
                  </a:lnTo>
                  <a:lnTo>
                    <a:pt x="514083" y="267215"/>
                  </a:lnTo>
                  <a:lnTo>
                    <a:pt x="514195" y="267094"/>
                  </a:lnTo>
                  <a:lnTo>
                    <a:pt x="514246" y="266996"/>
                  </a:lnTo>
                  <a:lnTo>
                    <a:pt x="514312" y="266846"/>
                  </a:lnTo>
                  <a:lnTo>
                    <a:pt x="514302" y="266684"/>
                  </a:lnTo>
                  <a:lnTo>
                    <a:pt x="514241" y="266413"/>
                  </a:lnTo>
                  <a:lnTo>
                    <a:pt x="514200" y="266229"/>
                  </a:lnTo>
                  <a:lnTo>
                    <a:pt x="514190" y="266079"/>
                  </a:lnTo>
                  <a:lnTo>
                    <a:pt x="514205" y="265900"/>
                  </a:lnTo>
                  <a:lnTo>
                    <a:pt x="514209" y="265896"/>
                  </a:lnTo>
                  <a:lnTo>
                    <a:pt x="514392" y="265825"/>
                  </a:lnTo>
                  <a:lnTo>
                    <a:pt x="514474" y="265825"/>
                  </a:lnTo>
                  <a:lnTo>
                    <a:pt x="514571" y="265825"/>
                  </a:lnTo>
                  <a:lnTo>
                    <a:pt x="514594" y="265747"/>
                  </a:lnTo>
                  <a:lnTo>
                    <a:pt x="514561" y="265686"/>
                  </a:lnTo>
                  <a:lnTo>
                    <a:pt x="514418" y="265560"/>
                  </a:lnTo>
                  <a:lnTo>
                    <a:pt x="514307" y="265490"/>
                  </a:lnTo>
                  <a:lnTo>
                    <a:pt x="514307" y="265323"/>
                  </a:lnTo>
                  <a:lnTo>
                    <a:pt x="514424" y="265219"/>
                  </a:lnTo>
                  <a:lnTo>
                    <a:pt x="514525" y="265092"/>
                  </a:lnTo>
                  <a:lnTo>
                    <a:pt x="514561" y="264902"/>
                  </a:lnTo>
                  <a:lnTo>
                    <a:pt x="514561" y="264700"/>
                  </a:lnTo>
                  <a:lnTo>
                    <a:pt x="514561" y="264527"/>
                  </a:lnTo>
                  <a:lnTo>
                    <a:pt x="514667" y="264435"/>
                  </a:lnTo>
                  <a:lnTo>
                    <a:pt x="514845" y="264316"/>
                  </a:lnTo>
                  <a:lnTo>
                    <a:pt x="514827" y="264228"/>
                  </a:lnTo>
                  <a:lnTo>
                    <a:pt x="514810" y="264210"/>
                  </a:lnTo>
                  <a:lnTo>
                    <a:pt x="514647" y="264112"/>
                  </a:lnTo>
                  <a:lnTo>
                    <a:pt x="514556" y="263968"/>
                  </a:lnTo>
                  <a:lnTo>
                    <a:pt x="514566" y="263887"/>
                  </a:lnTo>
                  <a:lnTo>
                    <a:pt x="514627" y="263800"/>
                  </a:lnTo>
                  <a:lnTo>
                    <a:pt x="514723" y="263679"/>
                  </a:lnTo>
                  <a:lnTo>
                    <a:pt x="514754" y="263523"/>
                  </a:lnTo>
                  <a:lnTo>
                    <a:pt x="514820" y="263420"/>
                  </a:lnTo>
                  <a:lnTo>
                    <a:pt x="514988" y="263345"/>
                  </a:lnTo>
                  <a:lnTo>
                    <a:pt x="515104" y="263287"/>
                  </a:lnTo>
                  <a:lnTo>
                    <a:pt x="515206" y="263183"/>
                  </a:lnTo>
                  <a:lnTo>
                    <a:pt x="515267" y="263085"/>
                  </a:lnTo>
                  <a:lnTo>
                    <a:pt x="515272" y="262952"/>
                  </a:lnTo>
                  <a:lnTo>
                    <a:pt x="515186" y="262849"/>
                  </a:lnTo>
                  <a:lnTo>
                    <a:pt x="515144" y="262756"/>
                  </a:lnTo>
                  <a:lnTo>
                    <a:pt x="515247" y="262185"/>
                  </a:lnTo>
                  <a:lnTo>
                    <a:pt x="515419" y="261982"/>
                  </a:lnTo>
                  <a:lnTo>
                    <a:pt x="515521" y="261936"/>
                  </a:lnTo>
                  <a:lnTo>
                    <a:pt x="515616" y="261893"/>
                  </a:lnTo>
                  <a:lnTo>
                    <a:pt x="515687" y="261756"/>
                  </a:lnTo>
                  <a:lnTo>
                    <a:pt x="515749" y="261676"/>
                  </a:lnTo>
                  <a:lnTo>
                    <a:pt x="515758" y="261665"/>
                  </a:lnTo>
                  <a:lnTo>
                    <a:pt x="515927" y="261487"/>
                  </a:lnTo>
                  <a:lnTo>
                    <a:pt x="515931" y="261479"/>
                  </a:lnTo>
                  <a:lnTo>
                    <a:pt x="515937" y="261466"/>
                  </a:lnTo>
                  <a:lnTo>
                    <a:pt x="515956" y="261407"/>
                  </a:lnTo>
                  <a:lnTo>
                    <a:pt x="516004" y="261320"/>
                  </a:lnTo>
                  <a:lnTo>
                    <a:pt x="516006" y="261315"/>
                  </a:lnTo>
                  <a:lnTo>
                    <a:pt x="516017" y="261273"/>
                  </a:lnTo>
                  <a:lnTo>
                    <a:pt x="516010" y="261224"/>
                  </a:lnTo>
                  <a:lnTo>
                    <a:pt x="515995" y="261215"/>
                  </a:lnTo>
                  <a:lnTo>
                    <a:pt x="516039" y="260974"/>
                  </a:lnTo>
                  <a:lnTo>
                    <a:pt x="516309" y="260639"/>
                  </a:lnTo>
                  <a:lnTo>
                    <a:pt x="516319" y="260437"/>
                  </a:lnTo>
                  <a:lnTo>
                    <a:pt x="516334" y="260391"/>
                  </a:lnTo>
                  <a:lnTo>
                    <a:pt x="516359" y="260178"/>
                  </a:lnTo>
                  <a:lnTo>
                    <a:pt x="516370" y="259993"/>
                  </a:lnTo>
                  <a:lnTo>
                    <a:pt x="516461" y="259913"/>
                  </a:lnTo>
                  <a:lnTo>
                    <a:pt x="516644" y="259843"/>
                  </a:lnTo>
                  <a:lnTo>
                    <a:pt x="516954" y="259734"/>
                  </a:lnTo>
                  <a:lnTo>
                    <a:pt x="517218" y="259503"/>
                  </a:lnTo>
                  <a:lnTo>
                    <a:pt x="517421" y="259503"/>
                  </a:lnTo>
                  <a:lnTo>
                    <a:pt x="517508" y="259561"/>
                  </a:lnTo>
                  <a:lnTo>
                    <a:pt x="517614" y="259601"/>
                  </a:lnTo>
                  <a:lnTo>
                    <a:pt x="517736" y="259601"/>
                  </a:lnTo>
                  <a:lnTo>
                    <a:pt x="517813" y="259549"/>
                  </a:lnTo>
                  <a:lnTo>
                    <a:pt x="517909" y="259365"/>
                  </a:lnTo>
                  <a:lnTo>
                    <a:pt x="517909" y="259180"/>
                  </a:lnTo>
                  <a:lnTo>
                    <a:pt x="517889" y="259048"/>
                  </a:lnTo>
                  <a:lnTo>
                    <a:pt x="517937" y="258951"/>
                  </a:lnTo>
                  <a:lnTo>
                    <a:pt x="518046" y="258777"/>
                  </a:lnTo>
                  <a:lnTo>
                    <a:pt x="518265" y="258558"/>
                  </a:lnTo>
                  <a:lnTo>
                    <a:pt x="518377" y="258274"/>
                  </a:lnTo>
                  <a:lnTo>
                    <a:pt x="518604" y="258160"/>
                  </a:lnTo>
                  <a:lnTo>
                    <a:pt x="518758" y="257986"/>
                  </a:lnTo>
                  <a:lnTo>
                    <a:pt x="518915" y="257848"/>
                  </a:lnTo>
                  <a:lnTo>
                    <a:pt x="519154" y="257744"/>
                  </a:lnTo>
                  <a:lnTo>
                    <a:pt x="519327" y="257701"/>
                  </a:lnTo>
                  <a:lnTo>
                    <a:pt x="519336" y="257647"/>
                  </a:lnTo>
                  <a:lnTo>
                    <a:pt x="519338" y="257637"/>
                  </a:lnTo>
                  <a:lnTo>
                    <a:pt x="519369" y="257605"/>
                  </a:lnTo>
                  <a:lnTo>
                    <a:pt x="519384" y="257587"/>
                  </a:lnTo>
                  <a:lnTo>
                    <a:pt x="519390" y="257573"/>
                  </a:lnTo>
                  <a:lnTo>
                    <a:pt x="519397" y="257560"/>
                  </a:lnTo>
                  <a:lnTo>
                    <a:pt x="519601" y="257398"/>
                  </a:lnTo>
                  <a:lnTo>
                    <a:pt x="519637" y="257242"/>
                  </a:lnTo>
                  <a:lnTo>
                    <a:pt x="519657" y="257063"/>
                  </a:lnTo>
                  <a:lnTo>
                    <a:pt x="519743" y="256913"/>
                  </a:lnTo>
                  <a:lnTo>
                    <a:pt x="520003" y="256671"/>
                  </a:lnTo>
                  <a:lnTo>
                    <a:pt x="520053" y="256388"/>
                  </a:lnTo>
                  <a:lnTo>
                    <a:pt x="520429" y="256077"/>
                  </a:lnTo>
                  <a:lnTo>
                    <a:pt x="520401" y="255818"/>
                  </a:lnTo>
                  <a:lnTo>
                    <a:pt x="520348" y="255690"/>
                  </a:lnTo>
                  <a:lnTo>
                    <a:pt x="520379" y="255558"/>
                  </a:lnTo>
                  <a:lnTo>
                    <a:pt x="520450" y="255454"/>
                  </a:lnTo>
                  <a:lnTo>
                    <a:pt x="520495" y="255287"/>
                  </a:lnTo>
                  <a:lnTo>
                    <a:pt x="520490" y="255160"/>
                  </a:lnTo>
                  <a:lnTo>
                    <a:pt x="520501" y="255010"/>
                  </a:lnTo>
                  <a:lnTo>
                    <a:pt x="520529" y="254963"/>
                  </a:lnTo>
                  <a:lnTo>
                    <a:pt x="520719" y="254889"/>
                  </a:lnTo>
                  <a:lnTo>
                    <a:pt x="520816" y="254871"/>
                  </a:lnTo>
                  <a:lnTo>
                    <a:pt x="520846" y="254744"/>
                  </a:lnTo>
                  <a:lnTo>
                    <a:pt x="520816" y="254669"/>
                  </a:lnTo>
                  <a:lnTo>
                    <a:pt x="520749" y="254554"/>
                  </a:lnTo>
                  <a:lnTo>
                    <a:pt x="520765" y="254369"/>
                  </a:lnTo>
                  <a:lnTo>
                    <a:pt x="520875" y="254153"/>
                  </a:lnTo>
                  <a:lnTo>
                    <a:pt x="520841" y="253960"/>
                  </a:lnTo>
                  <a:lnTo>
                    <a:pt x="520790" y="253837"/>
                  </a:lnTo>
                  <a:lnTo>
                    <a:pt x="520790" y="253696"/>
                  </a:lnTo>
                  <a:lnTo>
                    <a:pt x="520871" y="253441"/>
                  </a:lnTo>
                  <a:lnTo>
                    <a:pt x="521359" y="252789"/>
                  </a:lnTo>
                  <a:lnTo>
                    <a:pt x="521649" y="252379"/>
                  </a:lnTo>
                  <a:lnTo>
                    <a:pt x="521666" y="252119"/>
                  </a:lnTo>
                  <a:lnTo>
                    <a:pt x="521701" y="252042"/>
                  </a:lnTo>
                  <a:lnTo>
                    <a:pt x="521747" y="251969"/>
                  </a:lnTo>
                  <a:lnTo>
                    <a:pt x="521752" y="251962"/>
                  </a:lnTo>
                  <a:lnTo>
                    <a:pt x="521756" y="251947"/>
                  </a:lnTo>
                  <a:lnTo>
                    <a:pt x="521758" y="251936"/>
                  </a:lnTo>
                  <a:lnTo>
                    <a:pt x="521760" y="251928"/>
                  </a:lnTo>
                  <a:lnTo>
                    <a:pt x="521765" y="251911"/>
                  </a:lnTo>
                  <a:lnTo>
                    <a:pt x="521773" y="251904"/>
                  </a:lnTo>
                  <a:lnTo>
                    <a:pt x="521785" y="251898"/>
                  </a:lnTo>
                  <a:lnTo>
                    <a:pt x="521801" y="251894"/>
                  </a:lnTo>
                  <a:lnTo>
                    <a:pt x="521818" y="251891"/>
                  </a:lnTo>
                  <a:lnTo>
                    <a:pt x="521826" y="251890"/>
                  </a:lnTo>
                  <a:lnTo>
                    <a:pt x="521834" y="251890"/>
                  </a:lnTo>
                  <a:lnTo>
                    <a:pt x="521849" y="251889"/>
                  </a:lnTo>
                  <a:lnTo>
                    <a:pt x="521858" y="251889"/>
                  </a:lnTo>
                  <a:lnTo>
                    <a:pt x="522394" y="251440"/>
                  </a:lnTo>
                  <a:lnTo>
                    <a:pt x="522980" y="250892"/>
                  </a:lnTo>
                  <a:lnTo>
                    <a:pt x="523257" y="250620"/>
                  </a:lnTo>
                  <a:lnTo>
                    <a:pt x="523270" y="250495"/>
                  </a:lnTo>
                  <a:lnTo>
                    <a:pt x="523267" y="250485"/>
                  </a:lnTo>
                  <a:lnTo>
                    <a:pt x="523247" y="250447"/>
                  </a:lnTo>
                  <a:lnTo>
                    <a:pt x="523231" y="250419"/>
                  </a:lnTo>
                  <a:lnTo>
                    <a:pt x="523242" y="250416"/>
                  </a:lnTo>
                  <a:lnTo>
                    <a:pt x="523247" y="250414"/>
                  </a:lnTo>
                  <a:lnTo>
                    <a:pt x="523273" y="250392"/>
                  </a:lnTo>
                  <a:lnTo>
                    <a:pt x="523357" y="250293"/>
                  </a:lnTo>
                  <a:lnTo>
                    <a:pt x="523466" y="250185"/>
                  </a:lnTo>
                  <a:lnTo>
                    <a:pt x="523940" y="249854"/>
                  </a:lnTo>
                  <a:lnTo>
                    <a:pt x="524397" y="249613"/>
                  </a:lnTo>
                  <a:lnTo>
                    <a:pt x="524480" y="249564"/>
                  </a:lnTo>
                  <a:lnTo>
                    <a:pt x="524485" y="249563"/>
                  </a:lnTo>
                  <a:lnTo>
                    <a:pt x="524617" y="249545"/>
                  </a:lnTo>
                  <a:lnTo>
                    <a:pt x="524623" y="249543"/>
                  </a:lnTo>
                  <a:lnTo>
                    <a:pt x="524636" y="249536"/>
                  </a:lnTo>
                  <a:lnTo>
                    <a:pt x="524656" y="249521"/>
                  </a:lnTo>
                  <a:lnTo>
                    <a:pt x="524680" y="249501"/>
                  </a:lnTo>
                  <a:lnTo>
                    <a:pt x="524689" y="249492"/>
                  </a:lnTo>
                  <a:lnTo>
                    <a:pt x="524692" y="249487"/>
                  </a:lnTo>
                  <a:lnTo>
                    <a:pt x="524698" y="249478"/>
                  </a:lnTo>
                  <a:lnTo>
                    <a:pt x="524701" y="249470"/>
                  </a:lnTo>
                  <a:lnTo>
                    <a:pt x="524699" y="249463"/>
                  </a:lnTo>
                  <a:lnTo>
                    <a:pt x="524690" y="249441"/>
                  </a:lnTo>
                  <a:lnTo>
                    <a:pt x="524688" y="249435"/>
                  </a:lnTo>
                  <a:lnTo>
                    <a:pt x="524686" y="249421"/>
                  </a:lnTo>
                  <a:lnTo>
                    <a:pt x="524687" y="249407"/>
                  </a:lnTo>
                  <a:lnTo>
                    <a:pt x="524691" y="249396"/>
                  </a:lnTo>
                  <a:lnTo>
                    <a:pt x="524696" y="249388"/>
                  </a:lnTo>
                  <a:lnTo>
                    <a:pt x="524703" y="249381"/>
                  </a:lnTo>
                  <a:lnTo>
                    <a:pt x="524713" y="249373"/>
                  </a:lnTo>
                  <a:lnTo>
                    <a:pt x="524723" y="249368"/>
                  </a:lnTo>
                  <a:lnTo>
                    <a:pt x="524730" y="249366"/>
                  </a:lnTo>
                  <a:lnTo>
                    <a:pt x="524738" y="249364"/>
                  </a:lnTo>
                  <a:lnTo>
                    <a:pt x="524746" y="249365"/>
                  </a:lnTo>
                  <a:lnTo>
                    <a:pt x="524753" y="249364"/>
                  </a:lnTo>
                  <a:lnTo>
                    <a:pt x="524849" y="249349"/>
                  </a:lnTo>
                  <a:lnTo>
                    <a:pt x="524879" y="249344"/>
                  </a:lnTo>
                  <a:lnTo>
                    <a:pt x="524886" y="249344"/>
                  </a:lnTo>
                  <a:lnTo>
                    <a:pt x="525011" y="249358"/>
                  </a:lnTo>
                  <a:lnTo>
                    <a:pt x="525223" y="249396"/>
                  </a:lnTo>
                  <a:lnTo>
                    <a:pt x="525736" y="249254"/>
                  </a:lnTo>
                  <a:lnTo>
                    <a:pt x="526329" y="248933"/>
                  </a:lnTo>
                  <a:lnTo>
                    <a:pt x="526652" y="248946"/>
                  </a:lnTo>
                  <a:lnTo>
                    <a:pt x="526716" y="248921"/>
                  </a:lnTo>
                  <a:lnTo>
                    <a:pt x="526810" y="248897"/>
                  </a:lnTo>
                  <a:lnTo>
                    <a:pt x="526814" y="248895"/>
                  </a:lnTo>
                  <a:lnTo>
                    <a:pt x="526828" y="248891"/>
                  </a:lnTo>
                  <a:lnTo>
                    <a:pt x="526838" y="248888"/>
                  </a:lnTo>
                  <a:lnTo>
                    <a:pt x="526855" y="248884"/>
                  </a:lnTo>
                  <a:lnTo>
                    <a:pt x="526871" y="248880"/>
                  </a:lnTo>
                  <a:lnTo>
                    <a:pt x="526885" y="248877"/>
                  </a:lnTo>
                  <a:lnTo>
                    <a:pt x="526904" y="248876"/>
                  </a:lnTo>
                  <a:lnTo>
                    <a:pt x="526936" y="248875"/>
                  </a:lnTo>
                  <a:lnTo>
                    <a:pt x="526967" y="248874"/>
                  </a:lnTo>
                  <a:lnTo>
                    <a:pt x="527029" y="248873"/>
                  </a:lnTo>
                  <a:lnTo>
                    <a:pt x="527039" y="248874"/>
                  </a:lnTo>
                  <a:lnTo>
                    <a:pt x="527045" y="248875"/>
                  </a:lnTo>
                  <a:lnTo>
                    <a:pt x="527061" y="248876"/>
                  </a:lnTo>
                  <a:lnTo>
                    <a:pt x="527076" y="248875"/>
                  </a:lnTo>
                  <a:lnTo>
                    <a:pt x="527092" y="248874"/>
                  </a:lnTo>
                  <a:lnTo>
                    <a:pt x="527214" y="248859"/>
                  </a:lnTo>
                  <a:lnTo>
                    <a:pt x="527437" y="248829"/>
                  </a:lnTo>
                  <a:lnTo>
                    <a:pt x="527446" y="248826"/>
                  </a:lnTo>
                  <a:lnTo>
                    <a:pt x="527454" y="248821"/>
                  </a:lnTo>
                  <a:lnTo>
                    <a:pt x="527467" y="248810"/>
                  </a:lnTo>
                  <a:lnTo>
                    <a:pt x="527499" y="248790"/>
                  </a:lnTo>
                  <a:lnTo>
                    <a:pt x="527530" y="248771"/>
                  </a:lnTo>
                  <a:lnTo>
                    <a:pt x="527543" y="248766"/>
                  </a:lnTo>
                  <a:lnTo>
                    <a:pt x="527548" y="248764"/>
                  </a:lnTo>
                  <a:lnTo>
                    <a:pt x="527757" y="248728"/>
                  </a:lnTo>
                  <a:lnTo>
                    <a:pt x="527766" y="248727"/>
                  </a:lnTo>
                  <a:lnTo>
                    <a:pt x="528238" y="248733"/>
                  </a:lnTo>
                  <a:lnTo>
                    <a:pt x="528372" y="248795"/>
                  </a:lnTo>
                  <a:lnTo>
                    <a:pt x="528381" y="248798"/>
                  </a:lnTo>
                  <a:lnTo>
                    <a:pt x="528389" y="248798"/>
                  </a:lnTo>
                  <a:lnTo>
                    <a:pt x="528461" y="248800"/>
                  </a:lnTo>
                  <a:lnTo>
                    <a:pt x="528709" y="248803"/>
                  </a:lnTo>
                  <a:lnTo>
                    <a:pt x="528908" y="248793"/>
                  </a:lnTo>
                  <a:lnTo>
                    <a:pt x="528994" y="248783"/>
                  </a:lnTo>
                  <a:lnTo>
                    <a:pt x="529010" y="248781"/>
                  </a:lnTo>
                  <a:lnTo>
                    <a:pt x="529242" y="248743"/>
                  </a:lnTo>
                  <a:lnTo>
                    <a:pt x="529443" y="248711"/>
                  </a:lnTo>
                  <a:lnTo>
                    <a:pt x="529449" y="248710"/>
                  </a:lnTo>
                  <a:lnTo>
                    <a:pt x="529973" y="248474"/>
                  </a:lnTo>
                  <a:lnTo>
                    <a:pt x="530123" y="248452"/>
                  </a:lnTo>
                  <a:lnTo>
                    <a:pt x="530145" y="248446"/>
                  </a:lnTo>
                  <a:lnTo>
                    <a:pt x="530155" y="248445"/>
                  </a:lnTo>
                  <a:lnTo>
                    <a:pt x="530162" y="248445"/>
                  </a:lnTo>
                  <a:lnTo>
                    <a:pt x="536540" y="248226"/>
                  </a:lnTo>
                  <a:lnTo>
                    <a:pt x="543274" y="248654"/>
                  </a:lnTo>
                  <a:lnTo>
                    <a:pt x="543293" y="248655"/>
                  </a:lnTo>
                  <a:lnTo>
                    <a:pt x="543311" y="248656"/>
                  </a:lnTo>
                  <a:lnTo>
                    <a:pt x="543329" y="248656"/>
                  </a:lnTo>
                  <a:lnTo>
                    <a:pt x="543344" y="248659"/>
                  </a:lnTo>
                  <a:lnTo>
                    <a:pt x="543381" y="248666"/>
                  </a:lnTo>
                  <a:lnTo>
                    <a:pt x="543525" y="248562"/>
                  </a:lnTo>
                  <a:lnTo>
                    <a:pt x="543687" y="248451"/>
                  </a:lnTo>
                  <a:lnTo>
                    <a:pt x="543842" y="248379"/>
                  </a:lnTo>
                  <a:lnTo>
                    <a:pt x="544068" y="248285"/>
                  </a:lnTo>
                  <a:lnTo>
                    <a:pt x="544318" y="248185"/>
                  </a:lnTo>
                  <a:lnTo>
                    <a:pt x="544485" y="247977"/>
                  </a:lnTo>
                  <a:lnTo>
                    <a:pt x="544735" y="247758"/>
                  </a:lnTo>
                  <a:lnTo>
                    <a:pt x="545076" y="247597"/>
                  </a:lnTo>
                  <a:lnTo>
                    <a:pt x="545519" y="247440"/>
                  </a:lnTo>
                  <a:lnTo>
                    <a:pt x="545787" y="247117"/>
                  </a:lnTo>
                  <a:lnTo>
                    <a:pt x="545914" y="246849"/>
                  </a:lnTo>
                  <a:lnTo>
                    <a:pt x="546097" y="246630"/>
                  </a:lnTo>
                  <a:lnTo>
                    <a:pt x="546117" y="246628"/>
                  </a:lnTo>
                  <a:lnTo>
                    <a:pt x="546150" y="246625"/>
                  </a:lnTo>
                  <a:lnTo>
                    <a:pt x="546180" y="246617"/>
                  </a:lnTo>
                  <a:lnTo>
                    <a:pt x="546220" y="246601"/>
                  </a:lnTo>
                  <a:lnTo>
                    <a:pt x="546310" y="246558"/>
                  </a:lnTo>
                  <a:lnTo>
                    <a:pt x="546900" y="246037"/>
                  </a:lnTo>
                  <a:lnTo>
                    <a:pt x="547048" y="245870"/>
                  </a:lnTo>
                  <a:lnTo>
                    <a:pt x="547452" y="245874"/>
                  </a:lnTo>
                  <a:lnTo>
                    <a:pt x="547821" y="245891"/>
                  </a:lnTo>
                  <a:lnTo>
                    <a:pt x="548181" y="245763"/>
                  </a:lnTo>
                  <a:lnTo>
                    <a:pt x="548574" y="245749"/>
                  </a:lnTo>
                  <a:lnTo>
                    <a:pt x="548940" y="245732"/>
                  </a:lnTo>
                  <a:lnTo>
                    <a:pt x="549178" y="245694"/>
                  </a:lnTo>
                  <a:lnTo>
                    <a:pt x="549333" y="245604"/>
                  </a:lnTo>
                  <a:lnTo>
                    <a:pt x="549529" y="245477"/>
                  </a:lnTo>
                  <a:lnTo>
                    <a:pt x="549534" y="245411"/>
                  </a:lnTo>
                  <a:lnTo>
                    <a:pt x="549539" y="245336"/>
                  </a:lnTo>
                  <a:lnTo>
                    <a:pt x="549541" y="245331"/>
                  </a:lnTo>
                  <a:lnTo>
                    <a:pt x="549548" y="245327"/>
                  </a:lnTo>
                  <a:lnTo>
                    <a:pt x="549555" y="245325"/>
                  </a:lnTo>
                  <a:lnTo>
                    <a:pt x="549644" y="245311"/>
                  </a:lnTo>
                  <a:lnTo>
                    <a:pt x="549778" y="245220"/>
                  </a:lnTo>
                  <a:lnTo>
                    <a:pt x="549864" y="245227"/>
                  </a:lnTo>
                  <a:lnTo>
                    <a:pt x="550004" y="245296"/>
                  </a:lnTo>
                  <a:lnTo>
                    <a:pt x="550086" y="245441"/>
                  </a:lnTo>
                  <a:lnTo>
                    <a:pt x="550175" y="245604"/>
                  </a:lnTo>
                  <a:lnTo>
                    <a:pt x="550287" y="245732"/>
                  </a:lnTo>
                  <a:lnTo>
                    <a:pt x="550470" y="245953"/>
                  </a:lnTo>
                  <a:lnTo>
                    <a:pt x="550803" y="246213"/>
                  </a:lnTo>
                  <a:lnTo>
                    <a:pt x="550990" y="246347"/>
                  </a:lnTo>
                  <a:lnTo>
                    <a:pt x="551102" y="246374"/>
                  </a:lnTo>
                  <a:lnTo>
                    <a:pt x="551138" y="246373"/>
                  </a:lnTo>
                  <a:lnTo>
                    <a:pt x="551146" y="246380"/>
                  </a:lnTo>
                  <a:lnTo>
                    <a:pt x="551166" y="246410"/>
                  </a:lnTo>
                  <a:lnTo>
                    <a:pt x="558721" y="243411"/>
                  </a:lnTo>
                  <a:lnTo>
                    <a:pt x="558851" y="243383"/>
                  </a:lnTo>
                  <a:lnTo>
                    <a:pt x="558872" y="243375"/>
                  </a:lnTo>
                  <a:lnTo>
                    <a:pt x="558924" y="243336"/>
                  </a:lnTo>
                  <a:lnTo>
                    <a:pt x="558946" y="243318"/>
                  </a:lnTo>
                  <a:lnTo>
                    <a:pt x="558957" y="243307"/>
                  </a:lnTo>
                  <a:lnTo>
                    <a:pt x="558969" y="243294"/>
                  </a:lnTo>
                  <a:lnTo>
                    <a:pt x="559176" y="243193"/>
                  </a:lnTo>
                  <a:lnTo>
                    <a:pt x="559432" y="242750"/>
                  </a:lnTo>
                  <a:lnTo>
                    <a:pt x="559499" y="242504"/>
                  </a:lnTo>
                  <a:lnTo>
                    <a:pt x="559490" y="242338"/>
                  </a:lnTo>
                  <a:lnTo>
                    <a:pt x="559407" y="242089"/>
                  </a:lnTo>
                  <a:lnTo>
                    <a:pt x="559379" y="241783"/>
                  </a:lnTo>
                  <a:lnTo>
                    <a:pt x="559410" y="241570"/>
                  </a:lnTo>
                  <a:lnTo>
                    <a:pt x="559496" y="241379"/>
                  </a:lnTo>
                  <a:lnTo>
                    <a:pt x="559606" y="241213"/>
                  </a:lnTo>
                  <a:lnTo>
                    <a:pt x="559773" y="241078"/>
                  </a:lnTo>
                  <a:lnTo>
                    <a:pt x="559904" y="240988"/>
                  </a:lnTo>
                  <a:lnTo>
                    <a:pt x="560032" y="240843"/>
                  </a:lnTo>
                  <a:lnTo>
                    <a:pt x="560153" y="240663"/>
                  </a:lnTo>
                  <a:lnTo>
                    <a:pt x="560254" y="240579"/>
                  </a:lnTo>
                  <a:lnTo>
                    <a:pt x="560259" y="240575"/>
                  </a:lnTo>
                  <a:lnTo>
                    <a:pt x="560269" y="240567"/>
                  </a:lnTo>
                  <a:lnTo>
                    <a:pt x="560418" y="240465"/>
                  </a:lnTo>
                  <a:lnTo>
                    <a:pt x="560584" y="240400"/>
                  </a:lnTo>
                  <a:lnTo>
                    <a:pt x="560734" y="240237"/>
                  </a:lnTo>
                  <a:lnTo>
                    <a:pt x="560849" y="240054"/>
                  </a:lnTo>
                  <a:lnTo>
                    <a:pt x="560871" y="239542"/>
                  </a:lnTo>
                  <a:lnTo>
                    <a:pt x="560920" y="239498"/>
                  </a:lnTo>
                  <a:lnTo>
                    <a:pt x="560929" y="239476"/>
                  </a:lnTo>
                  <a:lnTo>
                    <a:pt x="561191" y="239234"/>
                  </a:lnTo>
                  <a:lnTo>
                    <a:pt x="561466" y="239052"/>
                  </a:lnTo>
                  <a:lnTo>
                    <a:pt x="561498" y="239061"/>
                  </a:lnTo>
                  <a:lnTo>
                    <a:pt x="561562" y="239060"/>
                  </a:lnTo>
                  <a:lnTo>
                    <a:pt x="561585" y="239060"/>
                  </a:lnTo>
                  <a:lnTo>
                    <a:pt x="561617" y="239060"/>
                  </a:lnTo>
                  <a:lnTo>
                    <a:pt x="561655" y="239062"/>
                  </a:lnTo>
                  <a:lnTo>
                    <a:pt x="561689" y="239066"/>
                  </a:lnTo>
                  <a:lnTo>
                    <a:pt x="562553" y="238854"/>
                  </a:lnTo>
                  <a:lnTo>
                    <a:pt x="563100" y="238641"/>
                  </a:lnTo>
                  <a:lnTo>
                    <a:pt x="563421" y="238281"/>
                  </a:lnTo>
                  <a:lnTo>
                    <a:pt x="563816" y="237851"/>
                  </a:lnTo>
                  <a:lnTo>
                    <a:pt x="563816" y="237542"/>
                  </a:lnTo>
                  <a:lnTo>
                    <a:pt x="563832" y="237136"/>
                  </a:lnTo>
                  <a:lnTo>
                    <a:pt x="564214" y="236817"/>
                  </a:lnTo>
                  <a:lnTo>
                    <a:pt x="565106" y="236464"/>
                  </a:lnTo>
                  <a:lnTo>
                    <a:pt x="566051" y="235682"/>
                  </a:lnTo>
                  <a:lnTo>
                    <a:pt x="566630" y="234988"/>
                  </a:lnTo>
                  <a:lnTo>
                    <a:pt x="566823" y="234630"/>
                  </a:lnTo>
                  <a:lnTo>
                    <a:pt x="567032" y="234302"/>
                  </a:lnTo>
                  <a:lnTo>
                    <a:pt x="567154" y="233961"/>
                  </a:lnTo>
                  <a:lnTo>
                    <a:pt x="567138" y="233474"/>
                  </a:lnTo>
                  <a:lnTo>
                    <a:pt x="566978" y="233082"/>
                  </a:lnTo>
                  <a:lnTo>
                    <a:pt x="566575" y="232703"/>
                  </a:lnTo>
                  <a:lnTo>
                    <a:pt x="566301" y="232226"/>
                  </a:lnTo>
                  <a:lnTo>
                    <a:pt x="566303" y="231965"/>
                  </a:lnTo>
                  <a:lnTo>
                    <a:pt x="566378" y="231083"/>
                  </a:lnTo>
                  <a:lnTo>
                    <a:pt x="566358" y="230814"/>
                  </a:lnTo>
                  <a:lnTo>
                    <a:pt x="566361" y="230609"/>
                  </a:lnTo>
                  <a:lnTo>
                    <a:pt x="566449" y="230471"/>
                  </a:lnTo>
                  <a:lnTo>
                    <a:pt x="566622" y="230374"/>
                  </a:lnTo>
                  <a:lnTo>
                    <a:pt x="566629" y="230369"/>
                  </a:lnTo>
                  <a:lnTo>
                    <a:pt x="566917" y="230274"/>
                  </a:lnTo>
                  <a:lnTo>
                    <a:pt x="567992" y="229748"/>
                  </a:lnTo>
                  <a:lnTo>
                    <a:pt x="568542" y="229391"/>
                  </a:lnTo>
                  <a:lnTo>
                    <a:pt x="568576" y="229382"/>
                  </a:lnTo>
                  <a:lnTo>
                    <a:pt x="568598" y="229376"/>
                  </a:lnTo>
                  <a:lnTo>
                    <a:pt x="568612" y="229369"/>
                  </a:lnTo>
                  <a:lnTo>
                    <a:pt x="568723" y="229293"/>
                  </a:lnTo>
                  <a:lnTo>
                    <a:pt x="568734" y="229282"/>
                  </a:lnTo>
                  <a:lnTo>
                    <a:pt x="568741" y="229274"/>
                  </a:lnTo>
                  <a:lnTo>
                    <a:pt x="568744" y="229261"/>
                  </a:lnTo>
                  <a:lnTo>
                    <a:pt x="568741" y="229223"/>
                  </a:lnTo>
                  <a:lnTo>
                    <a:pt x="568731" y="229212"/>
                  </a:lnTo>
                  <a:lnTo>
                    <a:pt x="568776" y="229074"/>
                  </a:lnTo>
                  <a:lnTo>
                    <a:pt x="568809" y="228811"/>
                  </a:lnTo>
                  <a:lnTo>
                    <a:pt x="568824" y="228495"/>
                  </a:lnTo>
                  <a:lnTo>
                    <a:pt x="568763" y="228318"/>
                  </a:lnTo>
                  <a:lnTo>
                    <a:pt x="568588" y="228004"/>
                  </a:lnTo>
                  <a:lnTo>
                    <a:pt x="568484" y="227925"/>
                  </a:lnTo>
                  <a:lnTo>
                    <a:pt x="568450" y="227891"/>
                  </a:lnTo>
                  <a:lnTo>
                    <a:pt x="568271" y="227739"/>
                  </a:lnTo>
                  <a:lnTo>
                    <a:pt x="568259" y="227732"/>
                  </a:lnTo>
                  <a:lnTo>
                    <a:pt x="568254" y="227730"/>
                  </a:lnTo>
                  <a:lnTo>
                    <a:pt x="568245" y="227727"/>
                  </a:lnTo>
                  <a:lnTo>
                    <a:pt x="568216" y="227717"/>
                  </a:lnTo>
                  <a:lnTo>
                    <a:pt x="568212" y="227716"/>
                  </a:lnTo>
                  <a:lnTo>
                    <a:pt x="568125" y="227642"/>
                  </a:lnTo>
                  <a:lnTo>
                    <a:pt x="568050" y="227562"/>
                  </a:lnTo>
                  <a:lnTo>
                    <a:pt x="567876" y="227307"/>
                  </a:lnTo>
                  <a:lnTo>
                    <a:pt x="567144" y="226791"/>
                  </a:lnTo>
                  <a:lnTo>
                    <a:pt x="567107" y="226723"/>
                  </a:lnTo>
                  <a:lnTo>
                    <a:pt x="567093" y="226709"/>
                  </a:lnTo>
                  <a:lnTo>
                    <a:pt x="566994" y="226602"/>
                  </a:lnTo>
                  <a:lnTo>
                    <a:pt x="566983" y="226591"/>
                  </a:lnTo>
                  <a:lnTo>
                    <a:pt x="566969" y="226577"/>
                  </a:lnTo>
                  <a:lnTo>
                    <a:pt x="566947" y="226558"/>
                  </a:lnTo>
                  <a:lnTo>
                    <a:pt x="566916" y="226534"/>
                  </a:lnTo>
                  <a:lnTo>
                    <a:pt x="566901" y="226523"/>
                  </a:lnTo>
                  <a:lnTo>
                    <a:pt x="566885" y="226512"/>
                  </a:lnTo>
                  <a:lnTo>
                    <a:pt x="566844" y="226491"/>
                  </a:lnTo>
                  <a:lnTo>
                    <a:pt x="566829" y="226483"/>
                  </a:lnTo>
                  <a:lnTo>
                    <a:pt x="566666" y="226378"/>
                  </a:lnTo>
                  <a:lnTo>
                    <a:pt x="566655" y="226368"/>
                  </a:lnTo>
                  <a:lnTo>
                    <a:pt x="566638" y="226360"/>
                  </a:lnTo>
                  <a:lnTo>
                    <a:pt x="566620" y="226355"/>
                  </a:lnTo>
                  <a:lnTo>
                    <a:pt x="566605" y="226352"/>
                  </a:lnTo>
                  <a:lnTo>
                    <a:pt x="566594" y="226350"/>
                  </a:lnTo>
                  <a:lnTo>
                    <a:pt x="566316" y="226117"/>
                  </a:lnTo>
                  <a:lnTo>
                    <a:pt x="565485" y="225345"/>
                  </a:lnTo>
                  <a:lnTo>
                    <a:pt x="565444" y="225271"/>
                  </a:lnTo>
                  <a:lnTo>
                    <a:pt x="565436" y="225257"/>
                  </a:lnTo>
                  <a:lnTo>
                    <a:pt x="565433" y="225244"/>
                  </a:lnTo>
                  <a:lnTo>
                    <a:pt x="565433" y="225234"/>
                  </a:lnTo>
                  <a:lnTo>
                    <a:pt x="565433" y="225228"/>
                  </a:lnTo>
                  <a:lnTo>
                    <a:pt x="565439" y="225137"/>
                  </a:lnTo>
                  <a:lnTo>
                    <a:pt x="565434" y="225058"/>
                  </a:lnTo>
                  <a:lnTo>
                    <a:pt x="565433" y="225051"/>
                  </a:lnTo>
                  <a:lnTo>
                    <a:pt x="565430" y="225042"/>
                  </a:lnTo>
                  <a:lnTo>
                    <a:pt x="565426" y="225035"/>
                  </a:lnTo>
                  <a:lnTo>
                    <a:pt x="565418" y="225024"/>
                  </a:lnTo>
                  <a:lnTo>
                    <a:pt x="565411" y="225018"/>
                  </a:lnTo>
                  <a:lnTo>
                    <a:pt x="565446" y="224664"/>
                  </a:lnTo>
                  <a:lnTo>
                    <a:pt x="565379" y="224328"/>
                  </a:lnTo>
                  <a:lnTo>
                    <a:pt x="565096" y="223736"/>
                  </a:lnTo>
                  <a:lnTo>
                    <a:pt x="564989" y="223264"/>
                  </a:lnTo>
                  <a:lnTo>
                    <a:pt x="564995" y="223110"/>
                  </a:lnTo>
                  <a:lnTo>
                    <a:pt x="565108" y="222514"/>
                  </a:lnTo>
                  <a:lnTo>
                    <a:pt x="565057" y="222012"/>
                  </a:lnTo>
                  <a:lnTo>
                    <a:pt x="565071" y="221895"/>
                  </a:lnTo>
                  <a:lnTo>
                    <a:pt x="565100" y="221498"/>
                  </a:lnTo>
                  <a:lnTo>
                    <a:pt x="565149" y="221341"/>
                  </a:lnTo>
                  <a:lnTo>
                    <a:pt x="565224" y="221227"/>
                  </a:lnTo>
                  <a:lnTo>
                    <a:pt x="565252" y="221196"/>
                  </a:lnTo>
                  <a:lnTo>
                    <a:pt x="565323" y="221079"/>
                  </a:lnTo>
                  <a:lnTo>
                    <a:pt x="565392" y="220958"/>
                  </a:lnTo>
                  <a:lnTo>
                    <a:pt x="565398" y="220945"/>
                  </a:lnTo>
                  <a:lnTo>
                    <a:pt x="565407" y="220933"/>
                  </a:lnTo>
                  <a:lnTo>
                    <a:pt x="565415" y="220923"/>
                  </a:lnTo>
                  <a:lnTo>
                    <a:pt x="565434" y="220899"/>
                  </a:lnTo>
                  <a:lnTo>
                    <a:pt x="565457" y="220872"/>
                  </a:lnTo>
                  <a:lnTo>
                    <a:pt x="565479" y="220848"/>
                  </a:lnTo>
                  <a:lnTo>
                    <a:pt x="565499" y="220825"/>
                  </a:lnTo>
                  <a:lnTo>
                    <a:pt x="565507" y="220820"/>
                  </a:lnTo>
                  <a:lnTo>
                    <a:pt x="565515" y="220816"/>
                  </a:lnTo>
                  <a:lnTo>
                    <a:pt x="565524" y="220812"/>
                  </a:lnTo>
                  <a:lnTo>
                    <a:pt x="565574" y="220794"/>
                  </a:lnTo>
                  <a:lnTo>
                    <a:pt x="565586" y="220789"/>
                  </a:lnTo>
                  <a:lnTo>
                    <a:pt x="565642" y="220769"/>
                  </a:lnTo>
                  <a:lnTo>
                    <a:pt x="565956" y="220379"/>
                  </a:lnTo>
                  <a:lnTo>
                    <a:pt x="566264" y="220071"/>
                  </a:lnTo>
                  <a:lnTo>
                    <a:pt x="566641" y="219839"/>
                  </a:lnTo>
                  <a:lnTo>
                    <a:pt x="566654" y="219835"/>
                  </a:lnTo>
                  <a:lnTo>
                    <a:pt x="566663" y="219832"/>
                  </a:lnTo>
                  <a:lnTo>
                    <a:pt x="566781" y="219791"/>
                  </a:lnTo>
                  <a:lnTo>
                    <a:pt x="566791" y="219788"/>
                  </a:lnTo>
                  <a:lnTo>
                    <a:pt x="566798" y="219787"/>
                  </a:lnTo>
                  <a:lnTo>
                    <a:pt x="566804" y="219789"/>
                  </a:lnTo>
                  <a:lnTo>
                    <a:pt x="566814" y="219793"/>
                  </a:lnTo>
                  <a:lnTo>
                    <a:pt x="567014" y="219804"/>
                  </a:lnTo>
                  <a:lnTo>
                    <a:pt x="567118" y="219783"/>
                  </a:lnTo>
                  <a:lnTo>
                    <a:pt x="567151" y="219789"/>
                  </a:lnTo>
                  <a:lnTo>
                    <a:pt x="567167" y="219787"/>
                  </a:lnTo>
                  <a:lnTo>
                    <a:pt x="567176" y="219784"/>
                  </a:lnTo>
                  <a:lnTo>
                    <a:pt x="567186" y="219778"/>
                  </a:lnTo>
                  <a:lnTo>
                    <a:pt x="567200" y="219769"/>
                  </a:lnTo>
                  <a:lnTo>
                    <a:pt x="567530" y="219524"/>
                  </a:lnTo>
                  <a:lnTo>
                    <a:pt x="567542" y="219514"/>
                  </a:lnTo>
                  <a:lnTo>
                    <a:pt x="567574" y="219486"/>
                  </a:lnTo>
                  <a:lnTo>
                    <a:pt x="567585" y="219474"/>
                  </a:lnTo>
                  <a:lnTo>
                    <a:pt x="567596" y="219456"/>
                  </a:lnTo>
                  <a:lnTo>
                    <a:pt x="567604" y="219445"/>
                  </a:lnTo>
                  <a:lnTo>
                    <a:pt x="567636" y="219392"/>
                  </a:lnTo>
                  <a:lnTo>
                    <a:pt x="567653" y="219365"/>
                  </a:lnTo>
                  <a:lnTo>
                    <a:pt x="567657" y="219350"/>
                  </a:lnTo>
                  <a:lnTo>
                    <a:pt x="567861" y="219242"/>
                  </a:lnTo>
                  <a:lnTo>
                    <a:pt x="567931" y="219243"/>
                  </a:lnTo>
                  <a:lnTo>
                    <a:pt x="567954" y="219243"/>
                  </a:lnTo>
                  <a:lnTo>
                    <a:pt x="567966" y="219241"/>
                  </a:lnTo>
                  <a:lnTo>
                    <a:pt x="567971" y="219240"/>
                  </a:lnTo>
                  <a:lnTo>
                    <a:pt x="567986" y="219236"/>
                  </a:lnTo>
                  <a:lnTo>
                    <a:pt x="568007" y="219228"/>
                  </a:lnTo>
                  <a:lnTo>
                    <a:pt x="568252" y="219128"/>
                  </a:lnTo>
                  <a:lnTo>
                    <a:pt x="568792" y="218893"/>
                  </a:lnTo>
                  <a:lnTo>
                    <a:pt x="568885" y="218853"/>
                  </a:lnTo>
                  <a:lnTo>
                    <a:pt x="568894" y="218849"/>
                  </a:lnTo>
                  <a:lnTo>
                    <a:pt x="568902" y="218845"/>
                  </a:lnTo>
                  <a:lnTo>
                    <a:pt x="568910" y="218839"/>
                  </a:lnTo>
                  <a:lnTo>
                    <a:pt x="568914" y="218833"/>
                  </a:lnTo>
                  <a:lnTo>
                    <a:pt x="568916" y="218824"/>
                  </a:lnTo>
                  <a:lnTo>
                    <a:pt x="568919" y="218810"/>
                  </a:lnTo>
                  <a:lnTo>
                    <a:pt x="568928" y="218795"/>
                  </a:lnTo>
                  <a:lnTo>
                    <a:pt x="568933" y="218790"/>
                  </a:lnTo>
                  <a:lnTo>
                    <a:pt x="568949" y="218778"/>
                  </a:lnTo>
                  <a:lnTo>
                    <a:pt x="568968" y="218769"/>
                  </a:lnTo>
                  <a:lnTo>
                    <a:pt x="568986" y="218761"/>
                  </a:lnTo>
                  <a:lnTo>
                    <a:pt x="569006" y="218756"/>
                  </a:lnTo>
                  <a:lnTo>
                    <a:pt x="569026" y="218752"/>
                  </a:lnTo>
                  <a:lnTo>
                    <a:pt x="569053" y="218747"/>
                  </a:lnTo>
                  <a:lnTo>
                    <a:pt x="569071" y="218744"/>
                  </a:lnTo>
                  <a:lnTo>
                    <a:pt x="569126" y="218741"/>
                  </a:lnTo>
                  <a:lnTo>
                    <a:pt x="569161" y="218741"/>
                  </a:lnTo>
                  <a:lnTo>
                    <a:pt x="569200" y="218742"/>
                  </a:lnTo>
                  <a:lnTo>
                    <a:pt x="569272" y="218742"/>
                  </a:lnTo>
                  <a:lnTo>
                    <a:pt x="569296" y="218741"/>
                  </a:lnTo>
                  <a:lnTo>
                    <a:pt x="569308" y="218739"/>
                  </a:lnTo>
                  <a:lnTo>
                    <a:pt x="569315" y="218737"/>
                  </a:lnTo>
                  <a:lnTo>
                    <a:pt x="569325" y="218733"/>
                  </a:lnTo>
                  <a:lnTo>
                    <a:pt x="569406" y="218702"/>
                  </a:lnTo>
                  <a:lnTo>
                    <a:pt x="569416" y="218698"/>
                  </a:lnTo>
                  <a:lnTo>
                    <a:pt x="569423" y="218691"/>
                  </a:lnTo>
                  <a:lnTo>
                    <a:pt x="569454" y="218580"/>
                  </a:lnTo>
                  <a:lnTo>
                    <a:pt x="569474" y="218494"/>
                  </a:lnTo>
                  <a:lnTo>
                    <a:pt x="569532" y="218417"/>
                  </a:lnTo>
                  <a:lnTo>
                    <a:pt x="569539" y="218408"/>
                  </a:lnTo>
                  <a:lnTo>
                    <a:pt x="569549" y="218396"/>
                  </a:lnTo>
                  <a:lnTo>
                    <a:pt x="569616" y="218313"/>
                  </a:lnTo>
                  <a:lnTo>
                    <a:pt x="569762" y="218195"/>
                  </a:lnTo>
                  <a:lnTo>
                    <a:pt x="569791" y="218171"/>
                  </a:lnTo>
                  <a:lnTo>
                    <a:pt x="569799" y="218168"/>
                  </a:lnTo>
                  <a:lnTo>
                    <a:pt x="569919" y="218092"/>
                  </a:lnTo>
                  <a:lnTo>
                    <a:pt x="569928" y="218086"/>
                  </a:lnTo>
                  <a:lnTo>
                    <a:pt x="569936" y="218078"/>
                  </a:lnTo>
                  <a:lnTo>
                    <a:pt x="569940" y="218071"/>
                  </a:lnTo>
                  <a:lnTo>
                    <a:pt x="569985" y="217965"/>
                  </a:lnTo>
                  <a:lnTo>
                    <a:pt x="569992" y="217923"/>
                  </a:lnTo>
                  <a:lnTo>
                    <a:pt x="569976" y="217756"/>
                  </a:lnTo>
                  <a:lnTo>
                    <a:pt x="569973" y="217750"/>
                  </a:lnTo>
                  <a:lnTo>
                    <a:pt x="569966" y="217744"/>
                  </a:lnTo>
                  <a:lnTo>
                    <a:pt x="569953" y="217732"/>
                  </a:lnTo>
                  <a:lnTo>
                    <a:pt x="569938" y="217717"/>
                  </a:lnTo>
                  <a:lnTo>
                    <a:pt x="569931" y="217707"/>
                  </a:lnTo>
                  <a:lnTo>
                    <a:pt x="569923" y="217695"/>
                  </a:lnTo>
                  <a:lnTo>
                    <a:pt x="569871" y="217596"/>
                  </a:lnTo>
                  <a:lnTo>
                    <a:pt x="569868" y="217586"/>
                  </a:lnTo>
                  <a:lnTo>
                    <a:pt x="569861" y="217274"/>
                  </a:lnTo>
                  <a:lnTo>
                    <a:pt x="569814" y="217057"/>
                  </a:lnTo>
                  <a:lnTo>
                    <a:pt x="569806" y="217015"/>
                  </a:lnTo>
                  <a:lnTo>
                    <a:pt x="569803" y="216993"/>
                  </a:lnTo>
                  <a:lnTo>
                    <a:pt x="569800" y="216988"/>
                  </a:lnTo>
                  <a:lnTo>
                    <a:pt x="569794" y="216962"/>
                  </a:lnTo>
                  <a:lnTo>
                    <a:pt x="569789" y="216929"/>
                  </a:lnTo>
                  <a:lnTo>
                    <a:pt x="569801" y="216590"/>
                  </a:lnTo>
                  <a:lnTo>
                    <a:pt x="569804" y="216549"/>
                  </a:lnTo>
                  <a:lnTo>
                    <a:pt x="569854" y="216232"/>
                  </a:lnTo>
                  <a:lnTo>
                    <a:pt x="569900" y="216156"/>
                  </a:lnTo>
                  <a:lnTo>
                    <a:pt x="569912" y="216144"/>
                  </a:lnTo>
                  <a:lnTo>
                    <a:pt x="569925" y="216132"/>
                  </a:lnTo>
                  <a:lnTo>
                    <a:pt x="569993" y="216092"/>
                  </a:lnTo>
                  <a:lnTo>
                    <a:pt x="570099" y="215956"/>
                  </a:lnTo>
                  <a:lnTo>
                    <a:pt x="570220" y="215786"/>
                  </a:lnTo>
                  <a:lnTo>
                    <a:pt x="570240" y="215765"/>
                  </a:lnTo>
                  <a:lnTo>
                    <a:pt x="570273" y="215745"/>
                  </a:lnTo>
                  <a:lnTo>
                    <a:pt x="570300" y="215733"/>
                  </a:lnTo>
                  <a:lnTo>
                    <a:pt x="570332" y="215722"/>
                  </a:lnTo>
                  <a:lnTo>
                    <a:pt x="570366" y="215715"/>
                  </a:lnTo>
                  <a:lnTo>
                    <a:pt x="570389" y="215710"/>
                  </a:lnTo>
                  <a:lnTo>
                    <a:pt x="570470" y="215655"/>
                  </a:lnTo>
                  <a:lnTo>
                    <a:pt x="570491" y="215635"/>
                  </a:lnTo>
                  <a:lnTo>
                    <a:pt x="570505" y="215610"/>
                  </a:lnTo>
                  <a:lnTo>
                    <a:pt x="570511" y="215592"/>
                  </a:lnTo>
                  <a:lnTo>
                    <a:pt x="570516" y="215582"/>
                  </a:lnTo>
                  <a:lnTo>
                    <a:pt x="570627" y="215470"/>
                  </a:lnTo>
                  <a:lnTo>
                    <a:pt x="570642" y="215455"/>
                  </a:lnTo>
                  <a:lnTo>
                    <a:pt x="570677" y="215427"/>
                  </a:lnTo>
                  <a:lnTo>
                    <a:pt x="570786" y="215378"/>
                  </a:lnTo>
                  <a:lnTo>
                    <a:pt x="570888" y="215351"/>
                  </a:lnTo>
                  <a:lnTo>
                    <a:pt x="571167" y="215275"/>
                  </a:lnTo>
                  <a:lnTo>
                    <a:pt x="571178" y="215269"/>
                  </a:lnTo>
                  <a:lnTo>
                    <a:pt x="571189" y="215263"/>
                  </a:lnTo>
                  <a:lnTo>
                    <a:pt x="571169" y="215157"/>
                  </a:lnTo>
                  <a:lnTo>
                    <a:pt x="571168" y="215148"/>
                  </a:lnTo>
                  <a:lnTo>
                    <a:pt x="571171" y="215136"/>
                  </a:lnTo>
                  <a:lnTo>
                    <a:pt x="571179" y="215112"/>
                  </a:lnTo>
                  <a:lnTo>
                    <a:pt x="571189" y="215089"/>
                  </a:lnTo>
                  <a:lnTo>
                    <a:pt x="571208" y="215053"/>
                  </a:lnTo>
                  <a:lnTo>
                    <a:pt x="571211" y="215048"/>
                  </a:lnTo>
                  <a:lnTo>
                    <a:pt x="571216" y="215041"/>
                  </a:lnTo>
                  <a:lnTo>
                    <a:pt x="571294" y="214958"/>
                  </a:lnTo>
                  <a:lnTo>
                    <a:pt x="571305" y="214946"/>
                  </a:lnTo>
                  <a:lnTo>
                    <a:pt x="571319" y="214935"/>
                  </a:lnTo>
                  <a:lnTo>
                    <a:pt x="571333" y="214922"/>
                  </a:lnTo>
                  <a:lnTo>
                    <a:pt x="571348" y="214912"/>
                  </a:lnTo>
                  <a:lnTo>
                    <a:pt x="571365" y="214901"/>
                  </a:lnTo>
                  <a:lnTo>
                    <a:pt x="571381" y="214891"/>
                  </a:lnTo>
                  <a:lnTo>
                    <a:pt x="571672" y="214739"/>
                  </a:lnTo>
                  <a:lnTo>
                    <a:pt x="571681" y="214735"/>
                  </a:lnTo>
                  <a:lnTo>
                    <a:pt x="571703" y="214728"/>
                  </a:lnTo>
                  <a:lnTo>
                    <a:pt x="572006" y="214647"/>
                  </a:lnTo>
                  <a:lnTo>
                    <a:pt x="572573" y="214574"/>
                  </a:lnTo>
                  <a:lnTo>
                    <a:pt x="573024" y="214633"/>
                  </a:lnTo>
                  <a:lnTo>
                    <a:pt x="573215" y="214679"/>
                  </a:lnTo>
                  <a:lnTo>
                    <a:pt x="573281" y="214698"/>
                  </a:lnTo>
                  <a:lnTo>
                    <a:pt x="573345" y="214717"/>
                  </a:lnTo>
                  <a:lnTo>
                    <a:pt x="573372" y="214724"/>
                  </a:lnTo>
                  <a:lnTo>
                    <a:pt x="573397" y="214729"/>
                  </a:lnTo>
                  <a:lnTo>
                    <a:pt x="573410" y="214731"/>
                  </a:lnTo>
                  <a:lnTo>
                    <a:pt x="573427" y="214734"/>
                  </a:lnTo>
                  <a:lnTo>
                    <a:pt x="573433" y="214735"/>
                  </a:lnTo>
                  <a:lnTo>
                    <a:pt x="573495" y="214747"/>
                  </a:lnTo>
                  <a:lnTo>
                    <a:pt x="573591" y="214762"/>
                  </a:lnTo>
                  <a:lnTo>
                    <a:pt x="573670" y="214772"/>
                  </a:lnTo>
                  <a:lnTo>
                    <a:pt x="573754" y="214781"/>
                  </a:lnTo>
                  <a:lnTo>
                    <a:pt x="573782" y="214783"/>
                  </a:lnTo>
                  <a:lnTo>
                    <a:pt x="574250" y="214741"/>
                  </a:lnTo>
                  <a:lnTo>
                    <a:pt x="574700" y="214679"/>
                  </a:lnTo>
                  <a:lnTo>
                    <a:pt x="575084" y="214658"/>
                  </a:lnTo>
                  <a:lnTo>
                    <a:pt x="575097" y="214655"/>
                  </a:lnTo>
                  <a:lnTo>
                    <a:pt x="575209" y="214628"/>
                  </a:lnTo>
                  <a:lnTo>
                    <a:pt x="575309" y="214601"/>
                  </a:lnTo>
                  <a:lnTo>
                    <a:pt x="575334" y="214593"/>
                  </a:lnTo>
                  <a:lnTo>
                    <a:pt x="575358" y="214585"/>
                  </a:lnTo>
                  <a:lnTo>
                    <a:pt x="575407" y="214567"/>
                  </a:lnTo>
                  <a:lnTo>
                    <a:pt x="575420" y="214561"/>
                  </a:lnTo>
                  <a:lnTo>
                    <a:pt x="575432" y="214553"/>
                  </a:lnTo>
                  <a:lnTo>
                    <a:pt x="575447" y="214542"/>
                  </a:lnTo>
                  <a:lnTo>
                    <a:pt x="575624" y="214457"/>
                  </a:lnTo>
                  <a:lnTo>
                    <a:pt x="575787" y="214395"/>
                  </a:lnTo>
                  <a:lnTo>
                    <a:pt x="576222" y="214235"/>
                  </a:lnTo>
                  <a:lnTo>
                    <a:pt x="576290" y="214214"/>
                  </a:lnTo>
                  <a:lnTo>
                    <a:pt x="576318" y="214209"/>
                  </a:lnTo>
                  <a:lnTo>
                    <a:pt x="576347" y="214205"/>
                  </a:lnTo>
                  <a:lnTo>
                    <a:pt x="576375" y="214201"/>
                  </a:lnTo>
                  <a:lnTo>
                    <a:pt x="576394" y="214200"/>
                  </a:lnTo>
                  <a:lnTo>
                    <a:pt x="576465" y="214195"/>
                  </a:lnTo>
                  <a:lnTo>
                    <a:pt x="576486" y="214194"/>
                  </a:lnTo>
                  <a:lnTo>
                    <a:pt x="576535" y="214193"/>
                  </a:lnTo>
                  <a:lnTo>
                    <a:pt x="576558" y="214195"/>
                  </a:lnTo>
                  <a:lnTo>
                    <a:pt x="576579" y="214197"/>
                  </a:lnTo>
                  <a:lnTo>
                    <a:pt x="577172" y="214293"/>
                  </a:lnTo>
                  <a:lnTo>
                    <a:pt x="577213" y="214304"/>
                  </a:lnTo>
                  <a:lnTo>
                    <a:pt x="577890" y="214541"/>
                  </a:lnTo>
                  <a:lnTo>
                    <a:pt x="578209" y="214677"/>
                  </a:lnTo>
                  <a:lnTo>
                    <a:pt x="578252" y="214699"/>
                  </a:lnTo>
                  <a:lnTo>
                    <a:pt x="578262" y="214704"/>
                  </a:lnTo>
                  <a:lnTo>
                    <a:pt x="578326" y="214734"/>
                  </a:lnTo>
                  <a:lnTo>
                    <a:pt x="578351" y="214745"/>
                  </a:lnTo>
                  <a:lnTo>
                    <a:pt x="578370" y="214753"/>
                  </a:lnTo>
                  <a:lnTo>
                    <a:pt x="578389" y="214761"/>
                  </a:lnTo>
                  <a:lnTo>
                    <a:pt x="578396" y="214763"/>
                  </a:lnTo>
                  <a:lnTo>
                    <a:pt x="578720" y="214547"/>
                  </a:lnTo>
                  <a:lnTo>
                    <a:pt x="578981" y="214483"/>
                  </a:lnTo>
                  <a:lnTo>
                    <a:pt x="579110" y="214472"/>
                  </a:lnTo>
                  <a:lnTo>
                    <a:pt x="579699" y="214547"/>
                  </a:lnTo>
                  <a:lnTo>
                    <a:pt x="579968" y="214644"/>
                  </a:lnTo>
                  <a:lnTo>
                    <a:pt x="580049" y="214644"/>
                  </a:lnTo>
                  <a:lnTo>
                    <a:pt x="580338" y="214473"/>
                  </a:lnTo>
                  <a:lnTo>
                    <a:pt x="580825" y="214076"/>
                  </a:lnTo>
                  <a:lnTo>
                    <a:pt x="580982" y="213721"/>
                  </a:lnTo>
                  <a:lnTo>
                    <a:pt x="581079" y="213596"/>
                  </a:lnTo>
                  <a:lnTo>
                    <a:pt x="581220" y="213561"/>
                  </a:lnTo>
                  <a:lnTo>
                    <a:pt x="582419" y="213633"/>
                  </a:lnTo>
                  <a:lnTo>
                    <a:pt x="583102" y="213942"/>
                  </a:lnTo>
                  <a:lnTo>
                    <a:pt x="583309" y="214113"/>
                  </a:lnTo>
                  <a:lnTo>
                    <a:pt x="585012" y="214293"/>
                  </a:lnTo>
                  <a:lnTo>
                    <a:pt x="585286" y="214399"/>
                  </a:lnTo>
                  <a:lnTo>
                    <a:pt x="585347" y="214458"/>
                  </a:lnTo>
                  <a:lnTo>
                    <a:pt x="586407" y="215571"/>
                  </a:lnTo>
                  <a:lnTo>
                    <a:pt x="588339" y="215448"/>
                  </a:lnTo>
                  <a:lnTo>
                    <a:pt x="588934" y="215331"/>
                  </a:lnTo>
                  <a:lnTo>
                    <a:pt x="589647" y="215884"/>
                  </a:lnTo>
                  <a:lnTo>
                    <a:pt x="589665" y="215890"/>
                  </a:lnTo>
                  <a:lnTo>
                    <a:pt x="589721" y="215910"/>
                  </a:lnTo>
                  <a:lnTo>
                    <a:pt x="590600" y="215917"/>
                  </a:lnTo>
                  <a:lnTo>
                    <a:pt x="592407" y="216214"/>
                  </a:lnTo>
                  <a:lnTo>
                    <a:pt x="592750" y="216362"/>
                  </a:lnTo>
                  <a:lnTo>
                    <a:pt x="593221" y="216685"/>
                  </a:lnTo>
                  <a:lnTo>
                    <a:pt x="593770" y="217038"/>
                  </a:lnTo>
                  <a:lnTo>
                    <a:pt x="594224" y="217292"/>
                  </a:lnTo>
                  <a:lnTo>
                    <a:pt x="594996" y="217421"/>
                  </a:lnTo>
                  <a:lnTo>
                    <a:pt x="595467" y="217236"/>
                  </a:lnTo>
                  <a:lnTo>
                    <a:pt x="596339" y="216847"/>
                  </a:lnTo>
                  <a:lnTo>
                    <a:pt x="596731" y="216885"/>
                  </a:lnTo>
                  <a:lnTo>
                    <a:pt x="597123" y="216805"/>
                  </a:lnTo>
                  <a:lnTo>
                    <a:pt x="597890" y="216366"/>
                  </a:lnTo>
                  <a:lnTo>
                    <a:pt x="598164" y="216240"/>
                  </a:lnTo>
                  <a:lnTo>
                    <a:pt x="598302" y="216130"/>
                  </a:lnTo>
                  <a:lnTo>
                    <a:pt x="598317" y="216026"/>
                  </a:lnTo>
                  <a:lnTo>
                    <a:pt x="598312" y="215822"/>
                  </a:lnTo>
                  <a:lnTo>
                    <a:pt x="598042" y="215420"/>
                  </a:lnTo>
                  <a:lnTo>
                    <a:pt x="597463" y="214815"/>
                  </a:lnTo>
                  <a:lnTo>
                    <a:pt x="597463" y="214532"/>
                  </a:lnTo>
                  <a:lnTo>
                    <a:pt x="597494" y="214405"/>
                  </a:lnTo>
                  <a:lnTo>
                    <a:pt x="597707" y="214226"/>
                  </a:lnTo>
                  <a:lnTo>
                    <a:pt x="598083" y="214134"/>
                  </a:lnTo>
                  <a:lnTo>
                    <a:pt x="599526" y="214082"/>
                  </a:lnTo>
                  <a:lnTo>
                    <a:pt x="600349" y="214203"/>
                  </a:lnTo>
                  <a:lnTo>
                    <a:pt x="600817" y="214175"/>
                  </a:lnTo>
                  <a:lnTo>
                    <a:pt x="601543" y="213852"/>
                  </a:lnTo>
                  <a:lnTo>
                    <a:pt x="602102" y="213684"/>
                  </a:lnTo>
                  <a:lnTo>
                    <a:pt x="602626" y="213736"/>
                  </a:lnTo>
                  <a:lnTo>
                    <a:pt x="603078" y="213834"/>
                  </a:lnTo>
                  <a:lnTo>
                    <a:pt x="603459" y="213823"/>
                  </a:lnTo>
                  <a:lnTo>
                    <a:pt x="603937" y="213638"/>
                  </a:lnTo>
                  <a:lnTo>
                    <a:pt x="604155" y="213609"/>
                  </a:lnTo>
                  <a:lnTo>
                    <a:pt x="604785" y="213609"/>
                  </a:lnTo>
                  <a:lnTo>
                    <a:pt x="604955" y="213593"/>
                  </a:lnTo>
                  <a:lnTo>
                    <a:pt x="604991" y="213572"/>
                  </a:lnTo>
                  <a:lnTo>
                    <a:pt x="605263" y="213540"/>
                  </a:lnTo>
                  <a:lnTo>
                    <a:pt x="605603" y="213292"/>
                  </a:lnTo>
                  <a:lnTo>
                    <a:pt x="605908" y="212813"/>
                  </a:lnTo>
                  <a:lnTo>
                    <a:pt x="605966" y="212761"/>
                  </a:lnTo>
                  <a:lnTo>
                    <a:pt x="606236" y="212571"/>
                  </a:lnTo>
                  <a:lnTo>
                    <a:pt x="606266" y="212560"/>
                  </a:lnTo>
                  <a:lnTo>
                    <a:pt x="606300" y="212553"/>
                  </a:lnTo>
                  <a:lnTo>
                    <a:pt x="606351" y="212551"/>
                  </a:lnTo>
                  <a:lnTo>
                    <a:pt x="606394" y="212553"/>
                  </a:lnTo>
                  <a:lnTo>
                    <a:pt x="606990" y="212363"/>
                  </a:lnTo>
                  <a:lnTo>
                    <a:pt x="607869" y="212294"/>
                  </a:lnTo>
                  <a:lnTo>
                    <a:pt x="608398" y="212519"/>
                  </a:lnTo>
                  <a:lnTo>
                    <a:pt x="608936" y="212686"/>
                  </a:lnTo>
                  <a:lnTo>
                    <a:pt x="609287" y="212704"/>
                  </a:lnTo>
                  <a:lnTo>
                    <a:pt x="609739" y="212577"/>
                  </a:lnTo>
                  <a:lnTo>
                    <a:pt x="609973" y="212323"/>
                  </a:lnTo>
                  <a:lnTo>
                    <a:pt x="610263" y="212248"/>
                  </a:lnTo>
                  <a:lnTo>
                    <a:pt x="610557" y="212369"/>
                  </a:lnTo>
                  <a:lnTo>
                    <a:pt x="611495" y="212753"/>
                  </a:lnTo>
                  <a:lnTo>
                    <a:pt x="611442" y="213685"/>
                  </a:lnTo>
                  <a:lnTo>
                    <a:pt x="611491" y="213854"/>
                  </a:lnTo>
                  <a:lnTo>
                    <a:pt x="611576" y="213919"/>
                  </a:lnTo>
                  <a:lnTo>
                    <a:pt x="612259" y="213923"/>
                  </a:lnTo>
                  <a:lnTo>
                    <a:pt x="612440" y="214020"/>
                  </a:lnTo>
                  <a:lnTo>
                    <a:pt x="612721" y="214290"/>
                  </a:lnTo>
                  <a:lnTo>
                    <a:pt x="612934" y="214671"/>
                  </a:lnTo>
                  <a:lnTo>
                    <a:pt x="613288" y="215135"/>
                  </a:lnTo>
                  <a:lnTo>
                    <a:pt x="613465" y="215474"/>
                  </a:lnTo>
                  <a:lnTo>
                    <a:pt x="613526" y="215730"/>
                  </a:lnTo>
                  <a:lnTo>
                    <a:pt x="613488" y="215878"/>
                  </a:lnTo>
                  <a:lnTo>
                    <a:pt x="613437" y="216007"/>
                  </a:lnTo>
                  <a:lnTo>
                    <a:pt x="613189" y="216216"/>
                  </a:lnTo>
                  <a:lnTo>
                    <a:pt x="612808" y="216353"/>
                  </a:lnTo>
                  <a:lnTo>
                    <a:pt x="612547" y="216555"/>
                  </a:lnTo>
                  <a:lnTo>
                    <a:pt x="612547" y="216749"/>
                  </a:lnTo>
                  <a:lnTo>
                    <a:pt x="612557" y="216812"/>
                  </a:lnTo>
                  <a:lnTo>
                    <a:pt x="612533" y="216918"/>
                  </a:lnTo>
                  <a:lnTo>
                    <a:pt x="612615" y="217212"/>
                  </a:lnTo>
                  <a:lnTo>
                    <a:pt x="612747" y="217385"/>
                  </a:lnTo>
                  <a:lnTo>
                    <a:pt x="612869" y="217627"/>
                  </a:lnTo>
                  <a:lnTo>
                    <a:pt x="612823" y="217835"/>
                  </a:lnTo>
                  <a:lnTo>
                    <a:pt x="612493" y="218089"/>
                  </a:lnTo>
                  <a:lnTo>
                    <a:pt x="612366" y="218187"/>
                  </a:lnTo>
                  <a:lnTo>
                    <a:pt x="612112" y="218371"/>
                  </a:lnTo>
                  <a:lnTo>
                    <a:pt x="612046" y="218510"/>
                  </a:lnTo>
                  <a:lnTo>
                    <a:pt x="612061" y="218706"/>
                  </a:lnTo>
                  <a:lnTo>
                    <a:pt x="612147" y="218925"/>
                  </a:lnTo>
                  <a:lnTo>
                    <a:pt x="612297" y="219154"/>
                  </a:lnTo>
                  <a:lnTo>
                    <a:pt x="612774" y="219408"/>
                  </a:lnTo>
                  <a:lnTo>
                    <a:pt x="613180" y="219460"/>
                  </a:lnTo>
                  <a:lnTo>
                    <a:pt x="613678" y="219529"/>
                  </a:lnTo>
                  <a:lnTo>
                    <a:pt x="613988" y="219639"/>
                  </a:lnTo>
                  <a:lnTo>
                    <a:pt x="614085" y="219916"/>
                  </a:lnTo>
                  <a:lnTo>
                    <a:pt x="614085" y="220106"/>
                  </a:lnTo>
                  <a:lnTo>
                    <a:pt x="614044" y="220660"/>
                  </a:lnTo>
                  <a:lnTo>
                    <a:pt x="614090" y="221121"/>
                  </a:lnTo>
                  <a:lnTo>
                    <a:pt x="614192" y="221346"/>
                  </a:lnTo>
                  <a:lnTo>
                    <a:pt x="614354" y="221479"/>
                  </a:lnTo>
                  <a:lnTo>
                    <a:pt x="614443" y="221523"/>
                  </a:lnTo>
                  <a:lnTo>
                    <a:pt x="614976" y="221662"/>
                  </a:lnTo>
                  <a:lnTo>
                    <a:pt x="615230" y="221850"/>
                  </a:lnTo>
                  <a:lnTo>
                    <a:pt x="615281" y="221987"/>
                  </a:lnTo>
                  <a:lnTo>
                    <a:pt x="615276" y="222137"/>
                  </a:lnTo>
                  <a:lnTo>
                    <a:pt x="615228" y="222187"/>
                  </a:lnTo>
                  <a:lnTo>
                    <a:pt x="614564" y="222368"/>
                  </a:lnTo>
                  <a:lnTo>
                    <a:pt x="614443" y="222405"/>
                  </a:lnTo>
                  <a:lnTo>
                    <a:pt x="613991" y="222545"/>
                  </a:lnTo>
                  <a:lnTo>
                    <a:pt x="613716" y="222913"/>
                  </a:lnTo>
                  <a:lnTo>
                    <a:pt x="613750" y="223299"/>
                  </a:lnTo>
                  <a:lnTo>
                    <a:pt x="613801" y="223479"/>
                  </a:lnTo>
                  <a:lnTo>
                    <a:pt x="613763" y="223645"/>
                  </a:lnTo>
                  <a:lnTo>
                    <a:pt x="613617" y="223789"/>
                  </a:lnTo>
                  <a:lnTo>
                    <a:pt x="613344" y="223840"/>
                  </a:lnTo>
                  <a:lnTo>
                    <a:pt x="612480" y="223768"/>
                  </a:lnTo>
                  <a:lnTo>
                    <a:pt x="611788" y="223667"/>
                  </a:lnTo>
                  <a:lnTo>
                    <a:pt x="611362" y="223587"/>
                  </a:lnTo>
                  <a:lnTo>
                    <a:pt x="611172" y="223753"/>
                  </a:lnTo>
                  <a:lnTo>
                    <a:pt x="611013" y="224114"/>
                  </a:lnTo>
                  <a:lnTo>
                    <a:pt x="610765" y="224396"/>
                  </a:lnTo>
                  <a:lnTo>
                    <a:pt x="610557" y="224464"/>
                  </a:lnTo>
                  <a:lnTo>
                    <a:pt x="610357" y="224653"/>
                  </a:lnTo>
                  <a:lnTo>
                    <a:pt x="609995" y="224705"/>
                  </a:lnTo>
                  <a:lnTo>
                    <a:pt x="609654" y="224701"/>
                  </a:lnTo>
                  <a:lnTo>
                    <a:pt x="609097" y="224654"/>
                  </a:lnTo>
                  <a:lnTo>
                    <a:pt x="608833" y="224701"/>
                  </a:lnTo>
                  <a:lnTo>
                    <a:pt x="608768" y="224784"/>
                  </a:lnTo>
                  <a:lnTo>
                    <a:pt x="608766" y="224809"/>
                  </a:lnTo>
                  <a:lnTo>
                    <a:pt x="608800" y="225148"/>
                  </a:lnTo>
                  <a:lnTo>
                    <a:pt x="608813" y="225434"/>
                  </a:lnTo>
                  <a:lnTo>
                    <a:pt x="608703" y="225697"/>
                  </a:lnTo>
                  <a:lnTo>
                    <a:pt x="608349" y="226270"/>
                  </a:lnTo>
                  <a:lnTo>
                    <a:pt x="608028" y="226874"/>
                  </a:lnTo>
                  <a:lnTo>
                    <a:pt x="608024" y="227045"/>
                  </a:lnTo>
                  <a:lnTo>
                    <a:pt x="608069" y="227197"/>
                  </a:lnTo>
                  <a:lnTo>
                    <a:pt x="608117" y="227276"/>
                  </a:lnTo>
                  <a:lnTo>
                    <a:pt x="608345" y="227419"/>
                  </a:lnTo>
                  <a:lnTo>
                    <a:pt x="608666" y="227506"/>
                  </a:lnTo>
                  <a:lnTo>
                    <a:pt x="609061" y="227469"/>
                  </a:lnTo>
                  <a:lnTo>
                    <a:pt x="609651" y="227474"/>
                  </a:lnTo>
                  <a:lnTo>
                    <a:pt x="609695" y="227449"/>
                  </a:lnTo>
                  <a:lnTo>
                    <a:pt x="609703" y="227445"/>
                  </a:lnTo>
                  <a:lnTo>
                    <a:pt x="609709" y="227444"/>
                  </a:lnTo>
                  <a:lnTo>
                    <a:pt x="609854" y="227431"/>
                  </a:lnTo>
                  <a:lnTo>
                    <a:pt x="609869" y="227430"/>
                  </a:lnTo>
                  <a:lnTo>
                    <a:pt x="609877" y="227431"/>
                  </a:lnTo>
                  <a:lnTo>
                    <a:pt x="609882" y="227434"/>
                  </a:lnTo>
                  <a:lnTo>
                    <a:pt x="609890" y="227442"/>
                  </a:lnTo>
                  <a:lnTo>
                    <a:pt x="609905" y="227458"/>
                  </a:lnTo>
                  <a:lnTo>
                    <a:pt x="609924" y="227480"/>
                  </a:lnTo>
                  <a:lnTo>
                    <a:pt x="610037" y="227617"/>
                  </a:lnTo>
                  <a:lnTo>
                    <a:pt x="610099" y="227692"/>
                  </a:lnTo>
                  <a:lnTo>
                    <a:pt x="610108" y="227705"/>
                  </a:lnTo>
                  <a:lnTo>
                    <a:pt x="610114" y="227715"/>
                  </a:lnTo>
                  <a:lnTo>
                    <a:pt x="610162" y="227812"/>
                  </a:lnTo>
                  <a:lnTo>
                    <a:pt x="610203" y="228090"/>
                  </a:lnTo>
                  <a:lnTo>
                    <a:pt x="610276" y="228413"/>
                  </a:lnTo>
                  <a:lnTo>
                    <a:pt x="610414" y="228607"/>
                  </a:lnTo>
                  <a:lnTo>
                    <a:pt x="610999" y="228783"/>
                  </a:lnTo>
                  <a:lnTo>
                    <a:pt x="611503" y="229133"/>
                  </a:lnTo>
                  <a:lnTo>
                    <a:pt x="611756" y="229401"/>
                  </a:lnTo>
                  <a:lnTo>
                    <a:pt x="611747" y="229558"/>
                  </a:lnTo>
                  <a:lnTo>
                    <a:pt x="611560" y="229632"/>
                  </a:lnTo>
                  <a:lnTo>
                    <a:pt x="611016" y="229669"/>
                  </a:lnTo>
                  <a:lnTo>
                    <a:pt x="610772" y="229678"/>
                  </a:lnTo>
                  <a:lnTo>
                    <a:pt x="610569" y="229724"/>
                  </a:lnTo>
                  <a:lnTo>
                    <a:pt x="610512" y="229825"/>
                  </a:lnTo>
                  <a:lnTo>
                    <a:pt x="610585" y="229881"/>
                  </a:lnTo>
                  <a:lnTo>
                    <a:pt x="611225" y="230349"/>
                  </a:lnTo>
                  <a:lnTo>
                    <a:pt x="611482" y="230689"/>
                  </a:lnTo>
                  <a:lnTo>
                    <a:pt x="611726" y="230874"/>
                  </a:lnTo>
                  <a:lnTo>
                    <a:pt x="611924" y="230897"/>
                  </a:lnTo>
                  <a:lnTo>
                    <a:pt x="612509" y="230787"/>
                  </a:lnTo>
                  <a:lnTo>
                    <a:pt x="613154" y="230678"/>
                  </a:lnTo>
                  <a:lnTo>
                    <a:pt x="613728" y="230874"/>
                  </a:lnTo>
                  <a:lnTo>
                    <a:pt x="614475" y="231456"/>
                  </a:lnTo>
                  <a:lnTo>
                    <a:pt x="615324" y="232022"/>
                  </a:lnTo>
                  <a:lnTo>
                    <a:pt x="616035" y="232587"/>
                  </a:lnTo>
                  <a:lnTo>
                    <a:pt x="616523" y="232858"/>
                  </a:lnTo>
                  <a:lnTo>
                    <a:pt x="616614" y="232861"/>
                  </a:lnTo>
                  <a:lnTo>
                    <a:pt x="616625" y="232854"/>
                  </a:lnTo>
                  <a:lnTo>
                    <a:pt x="616634" y="232847"/>
                  </a:lnTo>
                  <a:lnTo>
                    <a:pt x="616985" y="232477"/>
                  </a:lnTo>
                  <a:lnTo>
                    <a:pt x="617427" y="232212"/>
                  </a:lnTo>
                  <a:lnTo>
                    <a:pt x="617742" y="232160"/>
                  </a:lnTo>
                  <a:lnTo>
                    <a:pt x="618291" y="232327"/>
                  </a:lnTo>
                  <a:lnTo>
                    <a:pt x="619277" y="232772"/>
                  </a:lnTo>
                  <a:lnTo>
                    <a:pt x="620176" y="233198"/>
                  </a:lnTo>
                  <a:lnTo>
                    <a:pt x="620811" y="233579"/>
                  </a:lnTo>
                  <a:lnTo>
                    <a:pt x="621269" y="233891"/>
                  </a:lnTo>
                  <a:lnTo>
                    <a:pt x="621604" y="234214"/>
                  </a:lnTo>
                  <a:lnTo>
                    <a:pt x="621599" y="234416"/>
                  </a:lnTo>
                  <a:lnTo>
                    <a:pt x="621594" y="234762"/>
                  </a:lnTo>
                  <a:lnTo>
                    <a:pt x="621675" y="234958"/>
                  </a:lnTo>
                  <a:lnTo>
                    <a:pt x="621741" y="235079"/>
                  </a:lnTo>
                  <a:lnTo>
                    <a:pt x="621833" y="235085"/>
                  </a:lnTo>
                  <a:lnTo>
                    <a:pt x="621942" y="235031"/>
                  </a:lnTo>
                  <a:lnTo>
                    <a:pt x="622200" y="234985"/>
                  </a:lnTo>
                  <a:lnTo>
                    <a:pt x="622785" y="234819"/>
                  </a:lnTo>
                  <a:lnTo>
                    <a:pt x="622927" y="234819"/>
                  </a:lnTo>
                  <a:lnTo>
                    <a:pt x="623131" y="234870"/>
                  </a:lnTo>
                  <a:lnTo>
                    <a:pt x="623261" y="234898"/>
                  </a:lnTo>
                  <a:lnTo>
                    <a:pt x="623361" y="234953"/>
                  </a:lnTo>
                  <a:lnTo>
                    <a:pt x="623372" y="235028"/>
                  </a:lnTo>
                  <a:lnTo>
                    <a:pt x="623240" y="235317"/>
                  </a:lnTo>
                  <a:lnTo>
                    <a:pt x="623078" y="235645"/>
                  </a:lnTo>
                  <a:lnTo>
                    <a:pt x="622554" y="236194"/>
                  </a:lnTo>
                  <a:lnTo>
                    <a:pt x="621858" y="236748"/>
                  </a:lnTo>
                  <a:lnTo>
                    <a:pt x="621596" y="236942"/>
                  </a:lnTo>
                  <a:lnTo>
                    <a:pt x="621427" y="237115"/>
                  </a:lnTo>
                  <a:lnTo>
                    <a:pt x="620431" y="237802"/>
                  </a:lnTo>
                  <a:lnTo>
                    <a:pt x="620248" y="238044"/>
                  </a:lnTo>
                  <a:lnTo>
                    <a:pt x="620146" y="238275"/>
                  </a:lnTo>
                  <a:lnTo>
                    <a:pt x="620151" y="238339"/>
                  </a:lnTo>
                  <a:lnTo>
                    <a:pt x="620402" y="238685"/>
                  </a:lnTo>
                  <a:lnTo>
                    <a:pt x="620434" y="238880"/>
                  </a:lnTo>
                  <a:lnTo>
                    <a:pt x="620339" y="239118"/>
                  </a:lnTo>
                  <a:lnTo>
                    <a:pt x="619799" y="239428"/>
                  </a:lnTo>
                  <a:lnTo>
                    <a:pt x="619085" y="239857"/>
                  </a:lnTo>
                  <a:lnTo>
                    <a:pt x="618402" y="239991"/>
                  </a:lnTo>
                  <a:lnTo>
                    <a:pt x="618016" y="240176"/>
                  </a:lnTo>
                  <a:lnTo>
                    <a:pt x="617618" y="240430"/>
                  </a:lnTo>
                  <a:lnTo>
                    <a:pt x="617423" y="240606"/>
                  </a:lnTo>
                  <a:lnTo>
                    <a:pt x="617446" y="240924"/>
                  </a:lnTo>
                  <a:lnTo>
                    <a:pt x="617654" y="241345"/>
                  </a:lnTo>
                  <a:lnTo>
                    <a:pt x="618000" y="241680"/>
                  </a:lnTo>
                  <a:lnTo>
                    <a:pt x="618195" y="241855"/>
                  </a:lnTo>
                  <a:lnTo>
                    <a:pt x="618213" y="241860"/>
                  </a:lnTo>
                  <a:lnTo>
                    <a:pt x="618225" y="241865"/>
                  </a:lnTo>
                  <a:lnTo>
                    <a:pt x="618239" y="241871"/>
                  </a:lnTo>
                  <a:lnTo>
                    <a:pt x="618250" y="241878"/>
                  </a:lnTo>
                  <a:lnTo>
                    <a:pt x="618263" y="241890"/>
                  </a:lnTo>
                  <a:lnTo>
                    <a:pt x="618315" y="241940"/>
                  </a:lnTo>
                  <a:lnTo>
                    <a:pt x="618384" y="242004"/>
                  </a:lnTo>
                  <a:lnTo>
                    <a:pt x="618405" y="242023"/>
                  </a:lnTo>
                  <a:lnTo>
                    <a:pt x="618432" y="242045"/>
                  </a:lnTo>
                  <a:lnTo>
                    <a:pt x="618446" y="242054"/>
                  </a:lnTo>
                  <a:lnTo>
                    <a:pt x="618455" y="242059"/>
                  </a:lnTo>
                  <a:lnTo>
                    <a:pt x="618473" y="242065"/>
                  </a:lnTo>
                  <a:lnTo>
                    <a:pt x="618548" y="242089"/>
                  </a:lnTo>
                  <a:lnTo>
                    <a:pt x="618583" y="242097"/>
                  </a:lnTo>
                  <a:lnTo>
                    <a:pt x="618599" y="242101"/>
                  </a:lnTo>
                  <a:lnTo>
                    <a:pt x="618678" y="242110"/>
                  </a:lnTo>
                  <a:lnTo>
                    <a:pt x="618739" y="242114"/>
                  </a:lnTo>
                  <a:lnTo>
                    <a:pt x="618772" y="242116"/>
                  </a:lnTo>
                  <a:lnTo>
                    <a:pt x="618794" y="242117"/>
                  </a:lnTo>
                  <a:lnTo>
                    <a:pt x="618813" y="242116"/>
                  </a:lnTo>
                  <a:lnTo>
                    <a:pt x="618833" y="242114"/>
                  </a:lnTo>
                  <a:lnTo>
                    <a:pt x="618842" y="242111"/>
                  </a:lnTo>
                  <a:lnTo>
                    <a:pt x="618856" y="242105"/>
                  </a:lnTo>
                  <a:lnTo>
                    <a:pt x="618864" y="242101"/>
                  </a:lnTo>
                  <a:lnTo>
                    <a:pt x="619418" y="242215"/>
                  </a:lnTo>
                  <a:lnTo>
                    <a:pt x="619966" y="242529"/>
                  </a:lnTo>
                  <a:lnTo>
                    <a:pt x="620230" y="242718"/>
                  </a:lnTo>
                  <a:lnTo>
                    <a:pt x="620431" y="242846"/>
                  </a:lnTo>
                  <a:lnTo>
                    <a:pt x="620819" y="242992"/>
                  </a:lnTo>
                  <a:lnTo>
                    <a:pt x="621083" y="243043"/>
                  </a:lnTo>
                  <a:lnTo>
                    <a:pt x="621376" y="243062"/>
                  </a:lnTo>
                  <a:lnTo>
                    <a:pt x="621705" y="243172"/>
                  </a:lnTo>
                  <a:lnTo>
                    <a:pt x="621929" y="243163"/>
                  </a:lnTo>
                  <a:lnTo>
                    <a:pt x="622185" y="243015"/>
                  </a:lnTo>
                  <a:lnTo>
                    <a:pt x="622575" y="242965"/>
                  </a:lnTo>
                  <a:lnTo>
                    <a:pt x="622785" y="242999"/>
                  </a:lnTo>
                  <a:lnTo>
                    <a:pt x="623311" y="243002"/>
                  </a:lnTo>
                  <a:lnTo>
                    <a:pt x="623713" y="243135"/>
                  </a:lnTo>
                  <a:lnTo>
                    <a:pt x="623867" y="243269"/>
                  </a:lnTo>
                  <a:lnTo>
                    <a:pt x="624042" y="243606"/>
                  </a:lnTo>
                  <a:lnTo>
                    <a:pt x="624172" y="243832"/>
                  </a:lnTo>
                  <a:lnTo>
                    <a:pt x="624315" y="244035"/>
                  </a:lnTo>
                  <a:lnTo>
                    <a:pt x="624412" y="244151"/>
                  </a:lnTo>
                  <a:lnTo>
                    <a:pt x="624498" y="244234"/>
                  </a:lnTo>
                  <a:lnTo>
                    <a:pt x="624591" y="244238"/>
                  </a:lnTo>
                  <a:lnTo>
                    <a:pt x="624815" y="244155"/>
                  </a:lnTo>
                  <a:lnTo>
                    <a:pt x="625107" y="244054"/>
                  </a:lnTo>
                  <a:lnTo>
                    <a:pt x="625162" y="244048"/>
                  </a:lnTo>
                  <a:lnTo>
                    <a:pt x="625323" y="243998"/>
                  </a:lnTo>
                  <a:lnTo>
                    <a:pt x="625612" y="244125"/>
                  </a:lnTo>
                  <a:lnTo>
                    <a:pt x="626781" y="245175"/>
                  </a:lnTo>
                  <a:lnTo>
                    <a:pt x="627101" y="245458"/>
                  </a:lnTo>
                  <a:lnTo>
                    <a:pt x="627620" y="245754"/>
                  </a:lnTo>
                  <a:lnTo>
                    <a:pt x="628117" y="245463"/>
                  </a:lnTo>
                  <a:lnTo>
                    <a:pt x="628463" y="245302"/>
                  </a:lnTo>
                  <a:lnTo>
                    <a:pt x="628683" y="245312"/>
                  </a:lnTo>
                  <a:lnTo>
                    <a:pt x="629262" y="245492"/>
                  </a:lnTo>
                  <a:lnTo>
                    <a:pt x="629908" y="245471"/>
                  </a:lnTo>
                  <a:lnTo>
                    <a:pt x="630451" y="245727"/>
                  </a:lnTo>
                  <a:lnTo>
                    <a:pt x="631884" y="246170"/>
                  </a:lnTo>
                  <a:lnTo>
                    <a:pt x="632622" y="246399"/>
                  </a:lnTo>
                  <a:lnTo>
                    <a:pt x="633719" y="246821"/>
                  </a:lnTo>
                  <a:lnTo>
                    <a:pt x="634329" y="247119"/>
                  </a:lnTo>
                  <a:lnTo>
                    <a:pt x="634463" y="247299"/>
                  </a:lnTo>
                  <a:lnTo>
                    <a:pt x="634469" y="247360"/>
                  </a:lnTo>
                  <a:lnTo>
                    <a:pt x="634305" y="247811"/>
                  </a:lnTo>
                  <a:lnTo>
                    <a:pt x="634250" y="248032"/>
                  </a:lnTo>
                  <a:lnTo>
                    <a:pt x="634244" y="248205"/>
                  </a:lnTo>
                  <a:lnTo>
                    <a:pt x="634317" y="248365"/>
                  </a:lnTo>
                  <a:lnTo>
                    <a:pt x="634469" y="248524"/>
                  </a:lnTo>
                  <a:lnTo>
                    <a:pt x="634665" y="248679"/>
                  </a:lnTo>
                  <a:lnTo>
                    <a:pt x="634680" y="248676"/>
                  </a:lnTo>
                  <a:lnTo>
                    <a:pt x="634725" y="248725"/>
                  </a:lnTo>
                  <a:lnTo>
                    <a:pt x="635603" y="249174"/>
                  </a:lnTo>
                  <a:lnTo>
                    <a:pt x="636317" y="249521"/>
                  </a:lnTo>
                  <a:lnTo>
                    <a:pt x="637024" y="249825"/>
                  </a:lnTo>
                  <a:lnTo>
                    <a:pt x="637536" y="250130"/>
                  </a:lnTo>
                  <a:lnTo>
                    <a:pt x="637914" y="250538"/>
                  </a:lnTo>
                  <a:lnTo>
                    <a:pt x="638158" y="250663"/>
                  </a:lnTo>
                  <a:lnTo>
                    <a:pt x="638274" y="250698"/>
                  </a:lnTo>
                  <a:lnTo>
                    <a:pt x="638869" y="250554"/>
                  </a:lnTo>
                  <a:lnTo>
                    <a:pt x="639656" y="250064"/>
                  </a:lnTo>
                  <a:lnTo>
                    <a:pt x="640158" y="249761"/>
                  </a:lnTo>
                  <a:lnTo>
                    <a:pt x="640704" y="249617"/>
                  </a:lnTo>
                  <a:lnTo>
                    <a:pt x="641105" y="249711"/>
                  </a:lnTo>
                  <a:lnTo>
                    <a:pt x="641429" y="249956"/>
                  </a:lnTo>
                  <a:lnTo>
                    <a:pt x="641467" y="250201"/>
                  </a:lnTo>
                  <a:lnTo>
                    <a:pt x="641457" y="250454"/>
                  </a:lnTo>
                  <a:lnTo>
                    <a:pt x="641530" y="251160"/>
                  </a:lnTo>
                  <a:lnTo>
                    <a:pt x="641651" y="251376"/>
                  </a:lnTo>
                  <a:lnTo>
                    <a:pt x="641892" y="251715"/>
                  </a:lnTo>
                  <a:lnTo>
                    <a:pt x="642065" y="251811"/>
                  </a:lnTo>
                  <a:lnTo>
                    <a:pt x="642573" y="251830"/>
                  </a:lnTo>
                  <a:lnTo>
                    <a:pt x="642699" y="251816"/>
                  </a:lnTo>
                  <a:lnTo>
                    <a:pt x="643264" y="251744"/>
                  </a:lnTo>
                  <a:lnTo>
                    <a:pt x="643371" y="251740"/>
                  </a:lnTo>
                  <a:lnTo>
                    <a:pt x="643569" y="251780"/>
                  </a:lnTo>
                  <a:lnTo>
                    <a:pt x="643620" y="251936"/>
                  </a:lnTo>
                  <a:lnTo>
                    <a:pt x="643539" y="252362"/>
                  </a:lnTo>
                  <a:lnTo>
                    <a:pt x="643589" y="252518"/>
                  </a:lnTo>
                  <a:lnTo>
                    <a:pt x="643696" y="252639"/>
                  </a:lnTo>
                  <a:lnTo>
                    <a:pt x="644103" y="252893"/>
                  </a:lnTo>
                  <a:lnTo>
                    <a:pt x="644687" y="253037"/>
                  </a:lnTo>
                  <a:lnTo>
                    <a:pt x="645095" y="253339"/>
                  </a:lnTo>
                  <a:lnTo>
                    <a:pt x="645110" y="253493"/>
                  </a:lnTo>
                  <a:lnTo>
                    <a:pt x="644849" y="254127"/>
                  </a:lnTo>
                  <a:lnTo>
                    <a:pt x="644107" y="254993"/>
                  </a:lnTo>
                  <a:lnTo>
                    <a:pt x="643813" y="255373"/>
                  </a:lnTo>
                  <a:lnTo>
                    <a:pt x="643718" y="255729"/>
                  </a:lnTo>
                  <a:lnTo>
                    <a:pt x="643668" y="255796"/>
                  </a:lnTo>
                  <a:lnTo>
                    <a:pt x="643664" y="255803"/>
                  </a:lnTo>
                  <a:lnTo>
                    <a:pt x="643658" y="255811"/>
                  </a:lnTo>
                  <a:lnTo>
                    <a:pt x="643650" y="255893"/>
                  </a:lnTo>
                  <a:lnTo>
                    <a:pt x="643752" y="256216"/>
                  </a:lnTo>
                  <a:lnTo>
                    <a:pt x="643985" y="256377"/>
                  </a:lnTo>
                  <a:lnTo>
                    <a:pt x="644229" y="256602"/>
                  </a:lnTo>
                  <a:lnTo>
                    <a:pt x="644361" y="256827"/>
                  </a:lnTo>
                  <a:lnTo>
                    <a:pt x="644504" y="257144"/>
                  </a:lnTo>
                  <a:lnTo>
                    <a:pt x="644664" y="257701"/>
                  </a:lnTo>
                  <a:lnTo>
                    <a:pt x="644646" y="258206"/>
                  </a:lnTo>
                  <a:lnTo>
                    <a:pt x="644651" y="258459"/>
                  </a:lnTo>
                  <a:lnTo>
                    <a:pt x="644692" y="258788"/>
                  </a:lnTo>
                  <a:lnTo>
                    <a:pt x="644758" y="258927"/>
                  </a:lnTo>
                  <a:lnTo>
                    <a:pt x="644885" y="259088"/>
                  </a:lnTo>
                  <a:lnTo>
                    <a:pt x="645102" y="259186"/>
                  </a:lnTo>
                  <a:lnTo>
                    <a:pt x="645106" y="259191"/>
                  </a:lnTo>
                  <a:lnTo>
                    <a:pt x="645110" y="259196"/>
                  </a:lnTo>
                  <a:lnTo>
                    <a:pt x="645114" y="259200"/>
                  </a:lnTo>
                  <a:lnTo>
                    <a:pt x="645120" y="259205"/>
                  </a:lnTo>
                  <a:lnTo>
                    <a:pt x="645125" y="259209"/>
                  </a:lnTo>
                  <a:lnTo>
                    <a:pt x="645129" y="259212"/>
                  </a:lnTo>
                  <a:lnTo>
                    <a:pt x="645133" y="259215"/>
                  </a:lnTo>
                  <a:lnTo>
                    <a:pt x="645137" y="259218"/>
                  </a:lnTo>
                  <a:lnTo>
                    <a:pt x="645142" y="259221"/>
                  </a:lnTo>
                  <a:lnTo>
                    <a:pt x="645147" y="259224"/>
                  </a:lnTo>
                  <a:lnTo>
                    <a:pt x="645152" y="259227"/>
                  </a:lnTo>
                  <a:lnTo>
                    <a:pt x="645157" y="259230"/>
                  </a:lnTo>
                  <a:lnTo>
                    <a:pt x="645162" y="259233"/>
                  </a:lnTo>
                  <a:lnTo>
                    <a:pt x="645168" y="259236"/>
                  </a:lnTo>
                  <a:lnTo>
                    <a:pt x="645174" y="259239"/>
                  </a:lnTo>
                  <a:lnTo>
                    <a:pt x="645179" y="259242"/>
                  </a:lnTo>
                  <a:lnTo>
                    <a:pt x="645186" y="259245"/>
                  </a:lnTo>
                  <a:lnTo>
                    <a:pt x="645199" y="259251"/>
                  </a:lnTo>
                  <a:lnTo>
                    <a:pt x="645206" y="259254"/>
                  </a:lnTo>
                  <a:lnTo>
                    <a:pt x="645213" y="259257"/>
                  </a:lnTo>
                  <a:lnTo>
                    <a:pt x="645414" y="259332"/>
                  </a:lnTo>
                  <a:lnTo>
                    <a:pt x="645422" y="259334"/>
                  </a:lnTo>
                  <a:lnTo>
                    <a:pt x="645429" y="259336"/>
                  </a:lnTo>
                  <a:lnTo>
                    <a:pt x="645436" y="259337"/>
                  </a:lnTo>
                  <a:lnTo>
                    <a:pt x="645444" y="259337"/>
                  </a:lnTo>
                  <a:lnTo>
                    <a:pt x="645449" y="259337"/>
                  </a:lnTo>
                  <a:lnTo>
                    <a:pt x="645536" y="259331"/>
                  </a:lnTo>
                  <a:lnTo>
                    <a:pt x="645992" y="259601"/>
                  </a:lnTo>
                  <a:lnTo>
                    <a:pt x="646124" y="259769"/>
                  </a:lnTo>
                  <a:lnTo>
                    <a:pt x="646201" y="259994"/>
                  </a:lnTo>
                  <a:lnTo>
                    <a:pt x="646211" y="260213"/>
                  </a:lnTo>
                  <a:lnTo>
                    <a:pt x="646241" y="260415"/>
                  </a:lnTo>
                  <a:lnTo>
                    <a:pt x="646512" y="260855"/>
                  </a:lnTo>
                  <a:lnTo>
                    <a:pt x="646725" y="260989"/>
                  </a:lnTo>
                  <a:lnTo>
                    <a:pt x="647320" y="261179"/>
                  </a:lnTo>
                  <a:lnTo>
                    <a:pt x="647958" y="261289"/>
                  </a:lnTo>
                  <a:lnTo>
                    <a:pt x="648395" y="261135"/>
                  </a:lnTo>
                  <a:lnTo>
                    <a:pt x="648781" y="260908"/>
                  </a:lnTo>
                  <a:lnTo>
                    <a:pt x="648970" y="260855"/>
                  </a:lnTo>
                  <a:lnTo>
                    <a:pt x="649271" y="260901"/>
                  </a:lnTo>
                  <a:lnTo>
                    <a:pt x="649400" y="260982"/>
                  </a:lnTo>
                  <a:lnTo>
                    <a:pt x="649619" y="261120"/>
                  </a:lnTo>
                  <a:lnTo>
                    <a:pt x="649825" y="261544"/>
                  </a:lnTo>
                  <a:lnTo>
                    <a:pt x="649921" y="261669"/>
                  </a:lnTo>
                  <a:lnTo>
                    <a:pt x="650031" y="261793"/>
                  </a:lnTo>
                  <a:lnTo>
                    <a:pt x="650190" y="261871"/>
                  </a:lnTo>
                  <a:lnTo>
                    <a:pt x="651113" y="262210"/>
                  </a:lnTo>
                  <a:lnTo>
                    <a:pt x="651357" y="262378"/>
                  </a:lnTo>
                  <a:lnTo>
                    <a:pt x="651769" y="262612"/>
                  </a:lnTo>
                  <a:lnTo>
                    <a:pt x="652059" y="262787"/>
                  </a:lnTo>
                  <a:lnTo>
                    <a:pt x="652265" y="262926"/>
                  </a:lnTo>
                  <a:lnTo>
                    <a:pt x="652774" y="263079"/>
                  </a:lnTo>
                  <a:lnTo>
                    <a:pt x="653443" y="263394"/>
                  </a:lnTo>
                  <a:lnTo>
                    <a:pt x="653630" y="263577"/>
                  </a:lnTo>
                  <a:lnTo>
                    <a:pt x="653926" y="264153"/>
                  </a:lnTo>
                  <a:lnTo>
                    <a:pt x="654216" y="264409"/>
                  </a:lnTo>
                  <a:lnTo>
                    <a:pt x="654596" y="264460"/>
                  </a:lnTo>
                  <a:lnTo>
                    <a:pt x="654956" y="264321"/>
                  </a:lnTo>
                  <a:lnTo>
                    <a:pt x="655272" y="264204"/>
                  </a:lnTo>
                  <a:lnTo>
                    <a:pt x="655875" y="264204"/>
                  </a:lnTo>
                  <a:lnTo>
                    <a:pt x="656521" y="264248"/>
                  </a:lnTo>
                  <a:lnTo>
                    <a:pt x="657532" y="264182"/>
                  </a:lnTo>
                  <a:lnTo>
                    <a:pt x="658246" y="264182"/>
                  </a:lnTo>
                  <a:lnTo>
                    <a:pt x="658884" y="264306"/>
                  </a:lnTo>
                  <a:lnTo>
                    <a:pt x="659129" y="264329"/>
                  </a:lnTo>
                  <a:lnTo>
                    <a:pt x="659260" y="264303"/>
                  </a:lnTo>
                  <a:lnTo>
                    <a:pt x="659306" y="264415"/>
                  </a:lnTo>
                  <a:lnTo>
                    <a:pt x="659337" y="264726"/>
                  </a:lnTo>
                  <a:lnTo>
                    <a:pt x="659771" y="265091"/>
                  </a:lnTo>
                  <a:lnTo>
                    <a:pt x="659777" y="265086"/>
                  </a:lnTo>
                  <a:lnTo>
                    <a:pt x="659785" y="265080"/>
                  </a:lnTo>
                  <a:lnTo>
                    <a:pt x="659790" y="265076"/>
                  </a:lnTo>
                  <a:lnTo>
                    <a:pt x="659800" y="265084"/>
                  </a:lnTo>
                  <a:lnTo>
                    <a:pt x="659818" y="265096"/>
                  </a:lnTo>
                  <a:lnTo>
                    <a:pt x="659853" y="265126"/>
                  </a:lnTo>
                  <a:lnTo>
                    <a:pt x="659876" y="265149"/>
                  </a:lnTo>
                  <a:lnTo>
                    <a:pt x="659888" y="265170"/>
                  </a:lnTo>
                  <a:lnTo>
                    <a:pt x="659898" y="265188"/>
                  </a:lnTo>
                  <a:lnTo>
                    <a:pt x="659900" y="265192"/>
                  </a:lnTo>
                  <a:lnTo>
                    <a:pt x="659904" y="265200"/>
                  </a:lnTo>
                  <a:lnTo>
                    <a:pt x="659907" y="265208"/>
                  </a:lnTo>
                  <a:lnTo>
                    <a:pt x="659911" y="265218"/>
                  </a:lnTo>
                  <a:lnTo>
                    <a:pt x="659913" y="265223"/>
                  </a:lnTo>
                  <a:lnTo>
                    <a:pt x="659914" y="265229"/>
                  </a:lnTo>
                  <a:lnTo>
                    <a:pt x="659916" y="265235"/>
                  </a:lnTo>
                  <a:lnTo>
                    <a:pt x="659918" y="265242"/>
                  </a:lnTo>
                  <a:lnTo>
                    <a:pt x="659920" y="265251"/>
                  </a:lnTo>
                  <a:lnTo>
                    <a:pt x="661404" y="266086"/>
                  </a:lnTo>
                  <a:lnTo>
                    <a:pt x="662464" y="266670"/>
                  </a:lnTo>
                  <a:lnTo>
                    <a:pt x="663325" y="267576"/>
                  </a:lnTo>
                  <a:lnTo>
                    <a:pt x="663335" y="267612"/>
                  </a:lnTo>
                  <a:lnTo>
                    <a:pt x="663543" y="268129"/>
                  </a:lnTo>
                  <a:lnTo>
                    <a:pt x="663514" y="268756"/>
                  </a:lnTo>
                  <a:lnTo>
                    <a:pt x="663543" y="268895"/>
                  </a:lnTo>
                  <a:lnTo>
                    <a:pt x="663612" y="269015"/>
                  </a:lnTo>
                  <a:lnTo>
                    <a:pt x="663618" y="269019"/>
                  </a:lnTo>
                  <a:lnTo>
                    <a:pt x="663645" y="269063"/>
                  </a:lnTo>
                  <a:lnTo>
                    <a:pt x="663653" y="269075"/>
                  </a:lnTo>
                  <a:lnTo>
                    <a:pt x="663662" y="269086"/>
                  </a:lnTo>
                  <a:lnTo>
                    <a:pt x="663670" y="269097"/>
                  </a:lnTo>
                  <a:lnTo>
                    <a:pt x="663680" y="269107"/>
                  </a:lnTo>
                  <a:lnTo>
                    <a:pt x="663690" y="269116"/>
                  </a:lnTo>
                  <a:lnTo>
                    <a:pt x="663700" y="269125"/>
                  </a:lnTo>
                  <a:lnTo>
                    <a:pt x="663711" y="269132"/>
                  </a:lnTo>
                  <a:lnTo>
                    <a:pt x="663723" y="269139"/>
                  </a:lnTo>
                  <a:lnTo>
                    <a:pt x="663735" y="269146"/>
                  </a:lnTo>
                  <a:lnTo>
                    <a:pt x="663781" y="269171"/>
                  </a:lnTo>
                  <a:lnTo>
                    <a:pt x="663817" y="269189"/>
                  </a:lnTo>
                  <a:lnTo>
                    <a:pt x="663841" y="269200"/>
                  </a:lnTo>
                  <a:lnTo>
                    <a:pt x="664001" y="269268"/>
                  </a:lnTo>
                  <a:lnTo>
                    <a:pt x="664023" y="269276"/>
                  </a:lnTo>
                  <a:lnTo>
                    <a:pt x="664052" y="269287"/>
                  </a:lnTo>
                  <a:lnTo>
                    <a:pt x="664065" y="269292"/>
                  </a:lnTo>
                  <a:lnTo>
                    <a:pt x="664088" y="269299"/>
                  </a:lnTo>
                  <a:lnTo>
                    <a:pt x="664110" y="269313"/>
                  </a:lnTo>
                  <a:lnTo>
                    <a:pt x="664191" y="269406"/>
                  </a:lnTo>
                  <a:lnTo>
                    <a:pt x="664205" y="269431"/>
                  </a:lnTo>
                  <a:lnTo>
                    <a:pt x="664232" y="269479"/>
                  </a:lnTo>
                  <a:lnTo>
                    <a:pt x="664280" y="269588"/>
                  </a:lnTo>
                  <a:lnTo>
                    <a:pt x="664314" y="269608"/>
                  </a:lnTo>
                  <a:lnTo>
                    <a:pt x="664318" y="269614"/>
                  </a:lnTo>
                  <a:lnTo>
                    <a:pt x="664326" y="269630"/>
                  </a:lnTo>
                  <a:lnTo>
                    <a:pt x="664349" y="269677"/>
                  </a:lnTo>
                  <a:lnTo>
                    <a:pt x="664366" y="269713"/>
                  </a:lnTo>
                  <a:lnTo>
                    <a:pt x="664383" y="269761"/>
                  </a:lnTo>
                  <a:lnTo>
                    <a:pt x="664401" y="269811"/>
                  </a:lnTo>
                  <a:lnTo>
                    <a:pt x="664414" y="269841"/>
                  </a:lnTo>
                  <a:lnTo>
                    <a:pt x="664425" y="269882"/>
                  </a:lnTo>
                  <a:lnTo>
                    <a:pt x="664438" y="269942"/>
                  </a:lnTo>
                  <a:lnTo>
                    <a:pt x="664457" y="269978"/>
                  </a:lnTo>
                  <a:lnTo>
                    <a:pt x="664472" y="270008"/>
                  </a:lnTo>
                  <a:lnTo>
                    <a:pt x="664474" y="270023"/>
                  </a:lnTo>
                  <a:lnTo>
                    <a:pt x="664469" y="270043"/>
                  </a:lnTo>
                  <a:lnTo>
                    <a:pt x="664450" y="270063"/>
                  </a:lnTo>
                  <a:lnTo>
                    <a:pt x="664430" y="270074"/>
                  </a:lnTo>
                  <a:lnTo>
                    <a:pt x="664466" y="270123"/>
                  </a:lnTo>
                  <a:lnTo>
                    <a:pt x="664483" y="270129"/>
                  </a:lnTo>
                  <a:lnTo>
                    <a:pt x="664501" y="270135"/>
                  </a:lnTo>
                  <a:lnTo>
                    <a:pt x="664520" y="270140"/>
                  </a:lnTo>
                  <a:lnTo>
                    <a:pt x="664540" y="270147"/>
                  </a:lnTo>
                  <a:lnTo>
                    <a:pt x="664546" y="270150"/>
                  </a:lnTo>
                  <a:lnTo>
                    <a:pt x="664551" y="270155"/>
                  </a:lnTo>
                  <a:lnTo>
                    <a:pt x="664559" y="270165"/>
                  </a:lnTo>
                  <a:lnTo>
                    <a:pt x="664568" y="270177"/>
                  </a:lnTo>
                  <a:lnTo>
                    <a:pt x="664575" y="270185"/>
                  </a:lnTo>
                  <a:lnTo>
                    <a:pt x="664580" y="270189"/>
                  </a:lnTo>
                  <a:lnTo>
                    <a:pt x="664585" y="270191"/>
                  </a:lnTo>
                  <a:lnTo>
                    <a:pt x="664589" y="270194"/>
                  </a:lnTo>
                  <a:lnTo>
                    <a:pt x="664594" y="270196"/>
                  </a:lnTo>
                  <a:lnTo>
                    <a:pt x="664601" y="270199"/>
                  </a:lnTo>
                  <a:lnTo>
                    <a:pt x="664608" y="270201"/>
                  </a:lnTo>
                  <a:lnTo>
                    <a:pt x="664613" y="270203"/>
                  </a:lnTo>
                  <a:lnTo>
                    <a:pt x="664619" y="270204"/>
                  </a:lnTo>
                  <a:lnTo>
                    <a:pt x="664626" y="270206"/>
                  </a:lnTo>
                  <a:lnTo>
                    <a:pt x="664632" y="270207"/>
                  </a:lnTo>
                  <a:lnTo>
                    <a:pt x="664636" y="270208"/>
                  </a:lnTo>
                  <a:lnTo>
                    <a:pt x="664641" y="270208"/>
                  </a:lnTo>
                  <a:lnTo>
                    <a:pt x="664646" y="270209"/>
                  </a:lnTo>
                  <a:lnTo>
                    <a:pt x="664652" y="270210"/>
                  </a:lnTo>
                  <a:lnTo>
                    <a:pt x="664665" y="270211"/>
                  </a:lnTo>
                  <a:lnTo>
                    <a:pt x="664681" y="270212"/>
                  </a:lnTo>
                  <a:lnTo>
                    <a:pt x="664711" y="270213"/>
                  </a:lnTo>
                  <a:lnTo>
                    <a:pt x="664735" y="270213"/>
                  </a:lnTo>
                  <a:lnTo>
                    <a:pt x="664759" y="270213"/>
                  </a:lnTo>
                  <a:lnTo>
                    <a:pt x="664771" y="270212"/>
                  </a:lnTo>
                  <a:lnTo>
                    <a:pt x="664783" y="270212"/>
                  </a:lnTo>
                  <a:lnTo>
                    <a:pt x="664794" y="270211"/>
                  </a:lnTo>
                  <a:lnTo>
                    <a:pt x="664806" y="270210"/>
                  </a:lnTo>
                  <a:lnTo>
                    <a:pt x="664816" y="270209"/>
                  </a:lnTo>
                  <a:lnTo>
                    <a:pt x="665203" y="270262"/>
                  </a:lnTo>
                  <a:lnTo>
                    <a:pt x="666061" y="270331"/>
                  </a:lnTo>
                  <a:lnTo>
                    <a:pt x="667108" y="270181"/>
                  </a:lnTo>
                  <a:lnTo>
                    <a:pt x="667992" y="269979"/>
                  </a:lnTo>
                  <a:lnTo>
                    <a:pt x="668165" y="269972"/>
                  </a:lnTo>
                  <a:lnTo>
                    <a:pt x="668470" y="269916"/>
                  </a:lnTo>
                  <a:lnTo>
                    <a:pt x="669034" y="269956"/>
                  </a:lnTo>
                  <a:lnTo>
                    <a:pt x="669598" y="270193"/>
                  </a:lnTo>
                  <a:lnTo>
                    <a:pt x="670233" y="270412"/>
                  </a:lnTo>
                  <a:lnTo>
                    <a:pt x="670731" y="270585"/>
                  </a:lnTo>
                  <a:lnTo>
                    <a:pt x="671330" y="270591"/>
                  </a:lnTo>
                  <a:lnTo>
                    <a:pt x="672194" y="270319"/>
                  </a:lnTo>
                  <a:lnTo>
                    <a:pt x="672200" y="270319"/>
                  </a:lnTo>
                  <a:lnTo>
                    <a:pt x="672316" y="270262"/>
                  </a:lnTo>
                  <a:lnTo>
                    <a:pt x="672733" y="270094"/>
                  </a:lnTo>
                  <a:lnTo>
                    <a:pt x="673409" y="270106"/>
                  </a:lnTo>
                  <a:lnTo>
                    <a:pt x="673918" y="269897"/>
                  </a:lnTo>
                  <a:lnTo>
                    <a:pt x="674161" y="269607"/>
                  </a:lnTo>
                  <a:lnTo>
                    <a:pt x="674160" y="269602"/>
                  </a:lnTo>
                  <a:lnTo>
                    <a:pt x="674161" y="269590"/>
                  </a:lnTo>
                  <a:lnTo>
                    <a:pt x="674163" y="269576"/>
                  </a:lnTo>
                  <a:lnTo>
                    <a:pt x="674169" y="269551"/>
                  </a:lnTo>
                  <a:lnTo>
                    <a:pt x="674179" y="269521"/>
                  </a:lnTo>
                  <a:lnTo>
                    <a:pt x="674217" y="269431"/>
                  </a:lnTo>
                  <a:lnTo>
                    <a:pt x="674222" y="269421"/>
                  </a:lnTo>
                  <a:lnTo>
                    <a:pt x="674244" y="269388"/>
                  </a:lnTo>
                  <a:lnTo>
                    <a:pt x="674247" y="269381"/>
                  </a:lnTo>
                  <a:lnTo>
                    <a:pt x="674302" y="268828"/>
                  </a:lnTo>
                  <a:lnTo>
                    <a:pt x="674573" y="268662"/>
                  </a:lnTo>
                  <a:lnTo>
                    <a:pt x="675941" y="268360"/>
                  </a:lnTo>
                  <a:lnTo>
                    <a:pt x="676766" y="268366"/>
                  </a:lnTo>
                  <a:lnTo>
                    <a:pt x="677353" y="268236"/>
                  </a:lnTo>
                  <a:lnTo>
                    <a:pt x="677695" y="267799"/>
                  </a:lnTo>
                  <a:lnTo>
                    <a:pt x="678116" y="267429"/>
                  </a:lnTo>
                  <a:lnTo>
                    <a:pt x="678393" y="267563"/>
                  </a:lnTo>
                  <a:lnTo>
                    <a:pt x="678954" y="267867"/>
                  </a:lnTo>
                  <a:lnTo>
                    <a:pt x="680887" y="267928"/>
                  </a:lnTo>
                  <a:lnTo>
                    <a:pt x="681940" y="268268"/>
                  </a:lnTo>
                  <a:lnTo>
                    <a:pt x="682458" y="268321"/>
                  </a:lnTo>
                  <a:lnTo>
                    <a:pt x="682614" y="268349"/>
                  </a:lnTo>
                  <a:lnTo>
                    <a:pt x="684352" y="267892"/>
                  </a:lnTo>
                  <a:lnTo>
                    <a:pt x="684359" y="267889"/>
                  </a:lnTo>
                  <a:lnTo>
                    <a:pt x="684367" y="267887"/>
                  </a:lnTo>
                  <a:lnTo>
                    <a:pt x="684385" y="267884"/>
                  </a:lnTo>
                  <a:lnTo>
                    <a:pt x="685191" y="267745"/>
                  </a:lnTo>
                  <a:lnTo>
                    <a:pt x="685906" y="267808"/>
                  </a:lnTo>
                  <a:lnTo>
                    <a:pt x="686707" y="268105"/>
                  </a:lnTo>
                  <a:lnTo>
                    <a:pt x="687186" y="268701"/>
                  </a:lnTo>
                  <a:lnTo>
                    <a:pt x="687308" y="269102"/>
                  </a:lnTo>
                  <a:lnTo>
                    <a:pt x="687281" y="269544"/>
                  </a:lnTo>
                  <a:lnTo>
                    <a:pt x="687276" y="269549"/>
                  </a:lnTo>
                  <a:lnTo>
                    <a:pt x="687269" y="269553"/>
                  </a:lnTo>
                  <a:lnTo>
                    <a:pt x="687261" y="269558"/>
                  </a:lnTo>
                  <a:lnTo>
                    <a:pt x="687251" y="269562"/>
                  </a:lnTo>
                  <a:lnTo>
                    <a:pt x="687240" y="269567"/>
                  </a:lnTo>
                  <a:lnTo>
                    <a:pt x="687228" y="269571"/>
                  </a:lnTo>
                  <a:lnTo>
                    <a:pt x="687215" y="269575"/>
                  </a:lnTo>
                  <a:lnTo>
                    <a:pt x="687187" y="269584"/>
                  </a:lnTo>
                  <a:lnTo>
                    <a:pt x="687111" y="269606"/>
                  </a:lnTo>
                  <a:lnTo>
                    <a:pt x="687080" y="270208"/>
                  </a:lnTo>
                  <a:lnTo>
                    <a:pt x="687050" y="270411"/>
                  </a:lnTo>
                  <a:lnTo>
                    <a:pt x="687127" y="271090"/>
                  </a:lnTo>
                  <a:lnTo>
                    <a:pt x="687359" y="271376"/>
                  </a:lnTo>
                  <a:lnTo>
                    <a:pt x="687847" y="271736"/>
                  </a:lnTo>
                  <a:lnTo>
                    <a:pt x="687982" y="271795"/>
                  </a:lnTo>
                  <a:lnTo>
                    <a:pt x="688091" y="271874"/>
                  </a:lnTo>
                  <a:lnTo>
                    <a:pt x="688598" y="272028"/>
                  </a:lnTo>
                  <a:lnTo>
                    <a:pt x="689152" y="272160"/>
                  </a:lnTo>
                  <a:lnTo>
                    <a:pt x="689444" y="272382"/>
                  </a:lnTo>
                  <a:lnTo>
                    <a:pt x="689472" y="272432"/>
                  </a:lnTo>
                  <a:lnTo>
                    <a:pt x="689387" y="273268"/>
                  </a:lnTo>
                  <a:lnTo>
                    <a:pt x="689395" y="273623"/>
                  </a:lnTo>
                  <a:lnTo>
                    <a:pt x="689485" y="273849"/>
                  </a:lnTo>
                  <a:lnTo>
                    <a:pt x="689830" y="273951"/>
                  </a:lnTo>
                  <a:lnTo>
                    <a:pt x="690997" y="274094"/>
                  </a:lnTo>
                  <a:lnTo>
                    <a:pt x="691442" y="274201"/>
                  </a:lnTo>
                  <a:lnTo>
                    <a:pt x="692338" y="274366"/>
                  </a:lnTo>
                  <a:lnTo>
                    <a:pt x="692928" y="274537"/>
                  </a:lnTo>
                  <a:lnTo>
                    <a:pt x="693460" y="274851"/>
                  </a:lnTo>
                  <a:lnTo>
                    <a:pt x="693551" y="274942"/>
                  </a:lnTo>
                  <a:lnTo>
                    <a:pt x="693753" y="275229"/>
                  </a:lnTo>
                  <a:lnTo>
                    <a:pt x="693859" y="275543"/>
                  </a:lnTo>
                  <a:lnTo>
                    <a:pt x="693838" y="276180"/>
                  </a:lnTo>
                  <a:lnTo>
                    <a:pt x="693940" y="276572"/>
                  </a:lnTo>
                  <a:lnTo>
                    <a:pt x="693996" y="276741"/>
                  </a:lnTo>
                  <a:lnTo>
                    <a:pt x="694080" y="277121"/>
                  </a:lnTo>
                  <a:lnTo>
                    <a:pt x="694222" y="277438"/>
                  </a:lnTo>
                  <a:lnTo>
                    <a:pt x="694380" y="277669"/>
                  </a:lnTo>
                  <a:lnTo>
                    <a:pt x="694502" y="277839"/>
                  </a:lnTo>
                  <a:lnTo>
                    <a:pt x="694654" y="277903"/>
                  </a:lnTo>
                  <a:lnTo>
                    <a:pt x="695155" y="277814"/>
                  </a:lnTo>
                  <a:lnTo>
                    <a:pt x="695853" y="277612"/>
                  </a:lnTo>
                  <a:lnTo>
                    <a:pt x="696495" y="277612"/>
                  </a:lnTo>
                  <a:lnTo>
                    <a:pt x="697187" y="277670"/>
                  </a:lnTo>
                  <a:lnTo>
                    <a:pt x="698009" y="277809"/>
                  </a:lnTo>
                  <a:lnTo>
                    <a:pt x="698680" y="277913"/>
                  </a:lnTo>
                  <a:lnTo>
                    <a:pt x="698967" y="277882"/>
                  </a:lnTo>
                  <a:lnTo>
                    <a:pt x="699190" y="277744"/>
                  </a:lnTo>
                  <a:lnTo>
                    <a:pt x="699482" y="277539"/>
                  </a:lnTo>
                  <a:lnTo>
                    <a:pt x="699891" y="277439"/>
                  </a:lnTo>
                  <a:lnTo>
                    <a:pt x="700165" y="277415"/>
                  </a:lnTo>
                  <a:lnTo>
                    <a:pt x="700616" y="277449"/>
                  </a:lnTo>
                  <a:lnTo>
                    <a:pt x="700869" y="277561"/>
                  </a:lnTo>
                  <a:lnTo>
                    <a:pt x="701867" y="277728"/>
                  </a:lnTo>
                  <a:lnTo>
                    <a:pt x="702343" y="277728"/>
                  </a:lnTo>
                  <a:lnTo>
                    <a:pt x="702629" y="277641"/>
                  </a:lnTo>
                  <a:lnTo>
                    <a:pt x="702838" y="277440"/>
                  </a:lnTo>
                  <a:lnTo>
                    <a:pt x="702889" y="277173"/>
                  </a:lnTo>
                  <a:lnTo>
                    <a:pt x="702864" y="276646"/>
                  </a:lnTo>
                  <a:lnTo>
                    <a:pt x="702781" y="275990"/>
                  </a:lnTo>
                  <a:lnTo>
                    <a:pt x="702883" y="275356"/>
                  </a:lnTo>
                  <a:lnTo>
                    <a:pt x="702934" y="275197"/>
                  </a:lnTo>
                  <a:lnTo>
                    <a:pt x="703073" y="275168"/>
                  </a:lnTo>
                  <a:lnTo>
                    <a:pt x="703236" y="275241"/>
                  </a:lnTo>
                  <a:lnTo>
                    <a:pt x="704026" y="275406"/>
                  </a:lnTo>
                  <a:lnTo>
                    <a:pt x="704635" y="275418"/>
                  </a:lnTo>
                  <a:lnTo>
                    <a:pt x="704863" y="275439"/>
                  </a:lnTo>
                  <a:lnTo>
                    <a:pt x="704890" y="275437"/>
                  </a:lnTo>
                  <a:lnTo>
                    <a:pt x="705541" y="275627"/>
                  </a:lnTo>
                  <a:lnTo>
                    <a:pt x="706015" y="275689"/>
                  </a:lnTo>
                  <a:lnTo>
                    <a:pt x="706333" y="275687"/>
                  </a:lnTo>
                  <a:lnTo>
                    <a:pt x="706706" y="275531"/>
                  </a:lnTo>
                  <a:lnTo>
                    <a:pt x="707265" y="275273"/>
                  </a:lnTo>
                  <a:lnTo>
                    <a:pt x="707512" y="275335"/>
                  </a:lnTo>
                  <a:lnTo>
                    <a:pt x="707845" y="275644"/>
                  </a:lnTo>
                  <a:lnTo>
                    <a:pt x="708157" y="275913"/>
                  </a:lnTo>
                  <a:lnTo>
                    <a:pt x="708191" y="276244"/>
                  </a:lnTo>
                  <a:lnTo>
                    <a:pt x="708108" y="276981"/>
                  </a:lnTo>
                  <a:lnTo>
                    <a:pt x="707940" y="277743"/>
                  </a:lnTo>
                  <a:lnTo>
                    <a:pt x="707752" y="278244"/>
                  </a:lnTo>
                  <a:lnTo>
                    <a:pt x="707703" y="279097"/>
                  </a:lnTo>
                  <a:lnTo>
                    <a:pt x="707732" y="279713"/>
                  </a:lnTo>
                  <a:lnTo>
                    <a:pt x="707871" y="280159"/>
                  </a:lnTo>
                  <a:lnTo>
                    <a:pt x="708139" y="280636"/>
                  </a:lnTo>
                  <a:lnTo>
                    <a:pt x="708308" y="280901"/>
                  </a:lnTo>
                  <a:lnTo>
                    <a:pt x="708935" y="281584"/>
                  </a:lnTo>
                  <a:lnTo>
                    <a:pt x="709375" y="281904"/>
                  </a:lnTo>
                  <a:lnTo>
                    <a:pt x="710199" y="282878"/>
                  </a:lnTo>
                  <a:lnTo>
                    <a:pt x="710889" y="283123"/>
                  </a:lnTo>
                  <a:lnTo>
                    <a:pt x="712115" y="283041"/>
                  </a:lnTo>
                  <a:lnTo>
                    <a:pt x="712921" y="283074"/>
                  </a:lnTo>
                  <a:lnTo>
                    <a:pt x="713228" y="283326"/>
                  </a:lnTo>
                  <a:lnTo>
                    <a:pt x="713665" y="283796"/>
                  </a:lnTo>
                  <a:lnTo>
                    <a:pt x="714063" y="284013"/>
                  </a:lnTo>
                  <a:lnTo>
                    <a:pt x="714293" y="284097"/>
                  </a:lnTo>
                  <a:lnTo>
                    <a:pt x="714651" y="284012"/>
                  </a:lnTo>
                  <a:lnTo>
                    <a:pt x="714969" y="283851"/>
                  </a:lnTo>
                  <a:lnTo>
                    <a:pt x="715185" y="283845"/>
                  </a:lnTo>
                  <a:lnTo>
                    <a:pt x="715333" y="283910"/>
                  </a:lnTo>
                  <a:lnTo>
                    <a:pt x="716069" y="284403"/>
                  </a:lnTo>
                  <a:lnTo>
                    <a:pt x="717330" y="284710"/>
                  </a:lnTo>
                  <a:lnTo>
                    <a:pt x="718272" y="284969"/>
                  </a:lnTo>
                  <a:lnTo>
                    <a:pt x="719533" y="285504"/>
                  </a:lnTo>
                  <a:lnTo>
                    <a:pt x="719916" y="285807"/>
                  </a:lnTo>
                  <a:lnTo>
                    <a:pt x="720415" y="286159"/>
                  </a:lnTo>
                  <a:lnTo>
                    <a:pt x="720716" y="286427"/>
                  </a:lnTo>
                  <a:lnTo>
                    <a:pt x="721365" y="286809"/>
                  </a:lnTo>
                  <a:lnTo>
                    <a:pt x="721317" y="286937"/>
                  </a:lnTo>
                  <a:lnTo>
                    <a:pt x="720130" y="286792"/>
                  </a:lnTo>
                  <a:lnTo>
                    <a:pt x="719816" y="286827"/>
                  </a:lnTo>
                  <a:lnTo>
                    <a:pt x="719571" y="287014"/>
                  </a:lnTo>
                  <a:lnTo>
                    <a:pt x="719463" y="287224"/>
                  </a:lnTo>
                  <a:lnTo>
                    <a:pt x="719464" y="287467"/>
                  </a:lnTo>
                  <a:lnTo>
                    <a:pt x="719565" y="287713"/>
                  </a:lnTo>
                  <a:lnTo>
                    <a:pt x="719691" y="287918"/>
                  </a:lnTo>
                  <a:lnTo>
                    <a:pt x="720775" y="288991"/>
                  </a:lnTo>
                  <a:lnTo>
                    <a:pt x="721162" y="290034"/>
                  </a:lnTo>
                  <a:lnTo>
                    <a:pt x="721510" y="290788"/>
                  </a:lnTo>
                  <a:lnTo>
                    <a:pt x="721670" y="291358"/>
                  </a:lnTo>
                  <a:lnTo>
                    <a:pt x="721738" y="291696"/>
                  </a:lnTo>
                  <a:lnTo>
                    <a:pt x="722097" y="292082"/>
                  </a:lnTo>
                  <a:lnTo>
                    <a:pt x="723268" y="292731"/>
                  </a:lnTo>
                  <a:lnTo>
                    <a:pt x="724111" y="293500"/>
                  </a:lnTo>
                  <a:lnTo>
                    <a:pt x="724616" y="293966"/>
                  </a:lnTo>
                  <a:lnTo>
                    <a:pt x="724685" y="294760"/>
                  </a:lnTo>
                  <a:lnTo>
                    <a:pt x="724767" y="295430"/>
                  </a:lnTo>
                  <a:lnTo>
                    <a:pt x="724768" y="295459"/>
                  </a:lnTo>
                  <a:lnTo>
                    <a:pt x="724852" y="295832"/>
                  </a:lnTo>
                  <a:lnTo>
                    <a:pt x="724801" y="296036"/>
                  </a:lnTo>
                  <a:lnTo>
                    <a:pt x="724655" y="296280"/>
                  </a:lnTo>
                  <a:lnTo>
                    <a:pt x="724494" y="296459"/>
                  </a:lnTo>
                  <a:lnTo>
                    <a:pt x="724328" y="296634"/>
                  </a:lnTo>
                  <a:lnTo>
                    <a:pt x="724172" y="296922"/>
                  </a:lnTo>
                  <a:lnTo>
                    <a:pt x="724206" y="297164"/>
                  </a:lnTo>
                  <a:lnTo>
                    <a:pt x="724310" y="297507"/>
                  </a:lnTo>
                  <a:lnTo>
                    <a:pt x="724312" y="297858"/>
                  </a:lnTo>
                  <a:lnTo>
                    <a:pt x="724267" y="298072"/>
                  </a:lnTo>
                  <a:lnTo>
                    <a:pt x="724308" y="298186"/>
                  </a:lnTo>
                  <a:lnTo>
                    <a:pt x="724435" y="298358"/>
                  </a:lnTo>
                  <a:lnTo>
                    <a:pt x="724602" y="298484"/>
                  </a:lnTo>
                  <a:lnTo>
                    <a:pt x="725037" y="298570"/>
                  </a:lnTo>
                  <a:lnTo>
                    <a:pt x="725742" y="298668"/>
                  </a:lnTo>
                  <a:lnTo>
                    <a:pt x="726122" y="298733"/>
                  </a:lnTo>
                  <a:lnTo>
                    <a:pt x="726313" y="298876"/>
                  </a:lnTo>
                  <a:lnTo>
                    <a:pt x="726662" y="299200"/>
                  </a:lnTo>
                  <a:lnTo>
                    <a:pt x="726935" y="299586"/>
                  </a:lnTo>
                  <a:lnTo>
                    <a:pt x="726949" y="299784"/>
                  </a:lnTo>
                  <a:lnTo>
                    <a:pt x="726882" y="300063"/>
                  </a:lnTo>
                  <a:lnTo>
                    <a:pt x="726594" y="300333"/>
                  </a:lnTo>
                  <a:lnTo>
                    <a:pt x="726111" y="300816"/>
                  </a:lnTo>
                  <a:lnTo>
                    <a:pt x="726011" y="301169"/>
                  </a:lnTo>
                  <a:lnTo>
                    <a:pt x="726151" y="301369"/>
                  </a:lnTo>
                  <a:lnTo>
                    <a:pt x="726289" y="301656"/>
                  </a:lnTo>
                  <a:lnTo>
                    <a:pt x="726239" y="301912"/>
                  </a:lnTo>
                  <a:lnTo>
                    <a:pt x="725754" y="302247"/>
                  </a:lnTo>
                  <a:lnTo>
                    <a:pt x="725509" y="302502"/>
                  </a:lnTo>
                  <a:lnTo>
                    <a:pt x="725453" y="302610"/>
                  </a:lnTo>
                  <a:lnTo>
                    <a:pt x="725605" y="302928"/>
                  </a:lnTo>
                  <a:lnTo>
                    <a:pt x="726587" y="303782"/>
                  </a:lnTo>
                  <a:lnTo>
                    <a:pt x="727123" y="304851"/>
                  </a:lnTo>
                  <a:lnTo>
                    <a:pt x="727635" y="306302"/>
                  </a:lnTo>
                  <a:lnTo>
                    <a:pt x="727835" y="306561"/>
                  </a:lnTo>
                  <a:lnTo>
                    <a:pt x="728329" y="306849"/>
                  </a:lnTo>
                  <a:lnTo>
                    <a:pt x="728543" y="306997"/>
                  </a:lnTo>
                  <a:lnTo>
                    <a:pt x="728527" y="307568"/>
                  </a:lnTo>
                  <a:lnTo>
                    <a:pt x="728596" y="308108"/>
                  </a:lnTo>
                  <a:lnTo>
                    <a:pt x="729667" y="308902"/>
                  </a:lnTo>
                  <a:lnTo>
                    <a:pt x="729886" y="309416"/>
                  </a:lnTo>
                  <a:lnTo>
                    <a:pt x="730132" y="309915"/>
                  </a:lnTo>
                  <a:lnTo>
                    <a:pt x="730513" y="310221"/>
                  </a:lnTo>
                  <a:lnTo>
                    <a:pt x="730927" y="310523"/>
                  </a:lnTo>
                  <a:lnTo>
                    <a:pt x="731196" y="310805"/>
                  </a:lnTo>
                  <a:lnTo>
                    <a:pt x="731611" y="311476"/>
                  </a:lnTo>
                  <a:lnTo>
                    <a:pt x="731842" y="311625"/>
                  </a:lnTo>
                  <a:lnTo>
                    <a:pt x="732218" y="311703"/>
                  </a:lnTo>
                  <a:lnTo>
                    <a:pt x="732538" y="311811"/>
                  </a:lnTo>
                  <a:lnTo>
                    <a:pt x="732621" y="312026"/>
                  </a:lnTo>
                  <a:lnTo>
                    <a:pt x="732581" y="312438"/>
                  </a:lnTo>
                  <a:lnTo>
                    <a:pt x="732564" y="312734"/>
                  </a:lnTo>
                  <a:lnTo>
                    <a:pt x="732673" y="312890"/>
                  </a:lnTo>
                  <a:lnTo>
                    <a:pt x="733008" y="313395"/>
                  </a:lnTo>
                  <a:lnTo>
                    <a:pt x="733083" y="313460"/>
                  </a:lnTo>
                  <a:lnTo>
                    <a:pt x="733242" y="313678"/>
                  </a:lnTo>
                  <a:lnTo>
                    <a:pt x="733938" y="314117"/>
                  </a:lnTo>
                  <a:lnTo>
                    <a:pt x="734171" y="314386"/>
                  </a:lnTo>
                  <a:lnTo>
                    <a:pt x="734577" y="315019"/>
                  </a:lnTo>
                  <a:lnTo>
                    <a:pt x="735034" y="315557"/>
                  </a:lnTo>
                  <a:lnTo>
                    <a:pt x="735540" y="316167"/>
                  </a:lnTo>
                  <a:lnTo>
                    <a:pt x="736055" y="316790"/>
                  </a:lnTo>
                  <a:lnTo>
                    <a:pt x="736581" y="317175"/>
                  </a:lnTo>
                  <a:lnTo>
                    <a:pt x="736939" y="317572"/>
                  </a:lnTo>
                  <a:lnTo>
                    <a:pt x="737000" y="317722"/>
                  </a:lnTo>
                  <a:lnTo>
                    <a:pt x="737092" y="318211"/>
                  </a:lnTo>
                  <a:lnTo>
                    <a:pt x="737167" y="318476"/>
                  </a:lnTo>
                  <a:lnTo>
                    <a:pt x="737401" y="318529"/>
                  </a:lnTo>
                  <a:lnTo>
                    <a:pt x="737846" y="318512"/>
                  </a:lnTo>
                  <a:lnTo>
                    <a:pt x="738566" y="318366"/>
                  </a:lnTo>
                  <a:lnTo>
                    <a:pt x="739094" y="318330"/>
                  </a:lnTo>
                  <a:lnTo>
                    <a:pt x="739902" y="318379"/>
                  </a:lnTo>
                  <a:lnTo>
                    <a:pt x="740742" y="318720"/>
                  </a:lnTo>
                  <a:lnTo>
                    <a:pt x="741032" y="318919"/>
                  </a:lnTo>
                  <a:lnTo>
                    <a:pt x="741673" y="319490"/>
                  </a:lnTo>
                  <a:lnTo>
                    <a:pt x="742230" y="319801"/>
                  </a:lnTo>
                  <a:lnTo>
                    <a:pt x="742722" y="319900"/>
                  </a:lnTo>
                  <a:lnTo>
                    <a:pt x="742979" y="320065"/>
                  </a:lnTo>
                  <a:lnTo>
                    <a:pt x="743232" y="320204"/>
                  </a:lnTo>
                  <a:lnTo>
                    <a:pt x="743355" y="320516"/>
                  </a:lnTo>
                  <a:lnTo>
                    <a:pt x="743793" y="320954"/>
                  </a:lnTo>
                  <a:lnTo>
                    <a:pt x="743892" y="321376"/>
                  </a:lnTo>
                  <a:lnTo>
                    <a:pt x="743906" y="321778"/>
                  </a:lnTo>
                  <a:lnTo>
                    <a:pt x="743866" y="321991"/>
                  </a:lnTo>
                  <a:lnTo>
                    <a:pt x="743816" y="322204"/>
                  </a:lnTo>
                  <a:lnTo>
                    <a:pt x="743813" y="322372"/>
                  </a:lnTo>
                  <a:lnTo>
                    <a:pt x="743887" y="322612"/>
                  </a:lnTo>
                  <a:lnTo>
                    <a:pt x="744018" y="322873"/>
                  </a:lnTo>
                  <a:lnTo>
                    <a:pt x="744187" y="323155"/>
                  </a:lnTo>
                  <a:lnTo>
                    <a:pt x="744291" y="323260"/>
                  </a:lnTo>
                  <a:lnTo>
                    <a:pt x="744384" y="323436"/>
                  </a:lnTo>
                  <a:lnTo>
                    <a:pt x="744663" y="323613"/>
                  </a:lnTo>
                  <a:lnTo>
                    <a:pt x="745270" y="323799"/>
                  </a:lnTo>
                  <a:lnTo>
                    <a:pt x="745398" y="323979"/>
                  </a:lnTo>
                  <a:lnTo>
                    <a:pt x="745344" y="325187"/>
                  </a:lnTo>
                  <a:lnTo>
                    <a:pt x="745088" y="325682"/>
                  </a:lnTo>
                  <a:lnTo>
                    <a:pt x="744834" y="326221"/>
                  </a:lnTo>
                  <a:lnTo>
                    <a:pt x="744816" y="326589"/>
                  </a:lnTo>
                  <a:lnTo>
                    <a:pt x="746044" y="327774"/>
                  </a:lnTo>
                  <a:lnTo>
                    <a:pt x="746645" y="328051"/>
                  </a:lnTo>
                  <a:lnTo>
                    <a:pt x="746846" y="328249"/>
                  </a:lnTo>
                  <a:lnTo>
                    <a:pt x="746874" y="328537"/>
                  </a:lnTo>
                  <a:lnTo>
                    <a:pt x="747047" y="329032"/>
                  </a:lnTo>
                  <a:lnTo>
                    <a:pt x="747211" y="329223"/>
                  </a:lnTo>
                  <a:lnTo>
                    <a:pt x="747633" y="329410"/>
                  </a:lnTo>
                  <a:lnTo>
                    <a:pt x="747866" y="329536"/>
                  </a:lnTo>
                  <a:lnTo>
                    <a:pt x="748224" y="329680"/>
                  </a:lnTo>
                  <a:lnTo>
                    <a:pt x="748333" y="329908"/>
                  </a:lnTo>
                  <a:lnTo>
                    <a:pt x="748355" y="330298"/>
                  </a:lnTo>
                  <a:lnTo>
                    <a:pt x="749188" y="331508"/>
                  </a:lnTo>
                  <a:lnTo>
                    <a:pt x="749602" y="331909"/>
                  </a:lnTo>
                  <a:lnTo>
                    <a:pt x="748832" y="334175"/>
                  </a:lnTo>
                  <a:lnTo>
                    <a:pt x="748210" y="336995"/>
                  </a:lnTo>
                  <a:lnTo>
                    <a:pt x="747970" y="338231"/>
                  </a:lnTo>
                  <a:lnTo>
                    <a:pt x="748077" y="338357"/>
                  </a:lnTo>
                  <a:lnTo>
                    <a:pt x="748222" y="338485"/>
                  </a:lnTo>
                  <a:lnTo>
                    <a:pt x="750075" y="338512"/>
                  </a:lnTo>
                  <a:lnTo>
                    <a:pt x="750095" y="338516"/>
                  </a:lnTo>
                  <a:lnTo>
                    <a:pt x="750108" y="338523"/>
                  </a:lnTo>
                  <a:lnTo>
                    <a:pt x="750112" y="338527"/>
                  </a:lnTo>
                  <a:lnTo>
                    <a:pt x="750127" y="338544"/>
                  </a:lnTo>
                  <a:lnTo>
                    <a:pt x="750144" y="338561"/>
                  </a:lnTo>
                  <a:lnTo>
                    <a:pt x="750183" y="338626"/>
                  </a:lnTo>
                  <a:lnTo>
                    <a:pt x="750335" y="338901"/>
                  </a:lnTo>
                  <a:lnTo>
                    <a:pt x="750394" y="339090"/>
                  </a:lnTo>
                  <a:lnTo>
                    <a:pt x="750426" y="339192"/>
                  </a:lnTo>
                  <a:lnTo>
                    <a:pt x="750462" y="339364"/>
                  </a:lnTo>
                  <a:lnTo>
                    <a:pt x="750462" y="339402"/>
                  </a:lnTo>
                  <a:lnTo>
                    <a:pt x="750496" y="339709"/>
                  </a:lnTo>
                  <a:lnTo>
                    <a:pt x="750385" y="340033"/>
                  </a:lnTo>
                  <a:lnTo>
                    <a:pt x="750259" y="340185"/>
                  </a:lnTo>
                  <a:lnTo>
                    <a:pt x="749996" y="340484"/>
                  </a:lnTo>
                  <a:lnTo>
                    <a:pt x="749851" y="340730"/>
                  </a:lnTo>
                  <a:lnTo>
                    <a:pt x="749806" y="341208"/>
                  </a:lnTo>
                  <a:lnTo>
                    <a:pt x="749493" y="342031"/>
                  </a:lnTo>
                  <a:lnTo>
                    <a:pt x="748816" y="342379"/>
                  </a:lnTo>
                  <a:lnTo>
                    <a:pt x="748781" y="342579"/>
                  </a:lnTo>
                  <a:lnTo>
                    <a:pt x="748822" y="342939"/>
                  </a:lnTo>
                  <a:lnTo>
                    <a:pt x="748477" y="343546"/>
                  </a:lnTo>
                  <a:lnTo>
                    <a:pt x="748229" y="343981"/>
                  </a:lnTo>
                  <a:lnTo>
                    <a:pt x="748116" y="344192"/>
                  </a:lnTo>
                  <a:lnTo>
                    <a:pt x="748215" y="345248"/>
                  </a:lnTo>
                  <a:lnTo>
                    <a:pt x="747343" y="345804"/>
                  </a:lnTo>
                  <a:lnTo>
                    <a:pt x="747306" y="345848"/>
                  </a:lnTo>
                  <a:lnTo>
                    <a:pt x="747111" y="346083"/>
                  </a:lnTo>
                  <a:lnTo>
                    <a:pt x="747041" y="346305"/>
                  </a:lnTo>
                  <a:lnTo>
                    <a:pt x="746959" y="346566"/>
                  </a:lnTo>
                  <a:lnTo>
                    <a:pt x="746811" y="347013"/>
                  </a:lnTo>
                  <a:lnTo>
                    <a:pt x="746629" y="347910"/>
                  </a:lnTo>
                  <a:lnTo>
                    <a:pt x="746387" y="348436"/>
                  </a:lnTo>
                  <a:lnTo>
                    <a:pt x="745987" y="348957"/>
                  </a:lnTo>
                  <a:lnTo>
                    <a:pt x="745065" y="349705"/>
                  </a:lnTo>
                  <a:lnTo>
                    <a:pt x="744321" y="350307"/>
                  </a:lnTo>
                  <a:lnTo>
                    <a:pt x="743855" y="350724"/>
                  </a:lnTo>
                  <a:lnTo>
                    <a:pt x="743727" y="350805"/>
                  </a:lnTo>
                  <a:lnTo>
                    <a:pt x="743663" y="350847"/>
                  </a:lnTo>
                  <a:lnTo>
                    <a:pt x="743649" y="350865"/>
                  </a:lnTo>
                  <a:lnTo>
                    <a:pt x="743569" y="351049"/>
                  </a:lnTo>
                  <a:lnTo>
                    <a:pt x="743425" y="351357"/>
                  </a:lnTo>
                  <a:lnTo>
                    <a:pt x="743208" y="351441"/>
                  </a:lnTo>
                  <a:lnTo>
                    <a:pt x="742905" y="351514"/>
                  </a:lnTo>
                  <a:lnTo>
                    <a:pt x="742990" y="352031"/>
                  </a:lnTo>
                  <a:lnTo>
                    <a:pt x="743003" y="352053"/>
                  </a:lnTo>
                  <a:lnTo>
                    <a:pt x="743548" y="352920"/>
                  </a:lnTo>
                  <a:lnTo>
                    <a:pt x="743954" y="353518"/>
                  </a:lnTo>
                  <a:lnTo>
                    <a:pt x="744023" y="353632"/>
                  </a:lnTo>
                  <a:lnTo>
                    <a:pt x="745195" y="355295"/>
                  </a:lnTo>
                  <a:lnTo>
                    <a:pt x="744937" y="356000"/>
                  </a:lnTo>
                  <a:lnTo>
                    <a:pt x="746570" y="359105"/>
                  </a:lnTo>
                  <a:lnTo>
                    <a:pt x="747943" y="360477"/>
                  </a:lnTo>
                  <a:lnTo>
                    <a:pt x="747944" y="362639"/>
                  </a:lnTo>
                  <a:lnTo>
                    <a:pt x="747947" y="362807"/>
                  </a:lnTo>
                  <a:lnTo>
                    <a:pt x="747761" y="363227"/>
                  </a:lnTo>
                  <a:lnTo>
                    <a:pt x="747784" y="363412"/>
                  </a:lnTo>
                  <a:lnTo>
                    <a:pt x="748092" y="363743"/>
                  </a:lnTo>
                  <a:lnTo>
                    <a:pt x="748269" y="363956"/>
                  </a:lnTo>
                  <a:lnTo>
                    <a:pt x="748305" y="364168"/>
                  </a:lnTo>
                  <a:lnTo>
                    <a:pt x="748374" y="364699"/>
                  </a:lnTo>
                  <a:lnTo>
                    <a:pt x="748352" y="365114"/>
                  </a:lnTo>
                  <a:lnTo>
                    <a:pt x="748294" y="365431"/>
                  </a:lnTo>
                  <a:lnTo>
                    <a:pt x="747959" y="365810"/>
                  </a:lnTo>
                  <a:lnTo>
                    <a:pt x="747418" y="366421"/>
                  </a:lnTo>
                  <a:lnTo>
                    <a:pt x="746844" y="366723"/>
                  </a:lnTo>
                  <a:lnTo>
                    <a:pt x="746839" y="366726"/>
                  </a:lnTo>
                  <a:lnTo>
                    <a:pt x="744622" y="368684"/>
                  </a:lnTo>
                  <a:lnTo>
                    <a:pt x="744595" y="368707"/>
                  </a:lnTo>
                  <a:lnTo>
                    <a:pt x="743357" y="369803"/>
                  </a:lnTo>
                  <a:lnTo>
                    <a:pt x="742480" y="370579"/>
                  </a:lnTo>
                  <a:lnTo>
                    <a:pt x="740828" y="372041"/>
                  </a:lnTo>
                  <a:lnTo>
                    <a:pt x="740804" y="372068"/>
                  </a:lnTo>
                  <a:lnTo>
                    <a:pt x="737659" y="376114"/>
                  </a:lnTo>
                  <a:lnTo>
                    <a:pt x="737639" y="376142"/>
                  </a:lnTo>
                  <a:lnTo>
                    <a:pt x="735131" y="379851"/>
                  </a:lnTo>
                  <a:lnTo>
                    <a:pt x="733541" y="385874"/>
                  </a:lnTo>
                  <a:lnTo>
                    <a:pt x="733106" y="388819"/>
                  </a:lnTo>
                  <a:lnTo>
                    <a:pt x="733207" y="390140"/>
                  </a:lnTo>
                  <a:lnTo>
                    <a:pt x="733258" y="391434"/>
                  </a:lnTo>
                  <a:lnTo>
                    <a:pt x="733261" y="391439"/>
                  </a:lnTo>
                  <a:lnTo>
                    <a:pt x="733258" y="391450"/>
                  </a:lnTo>
                  <a:lnTo>
                    <a:pt x="733272" y="391462"/>
                  </a:lnTo>
                  <a:lnTo>
                    <a:pt x="733872" y="392089"/>
                  </a:lnTo>
                  <a:lnTo>
                    <a:pt x="733886" y="392162"/>
                  </a:lnTo>
                  <a:lnTo>
                    <a:pt x="733966" y="392234"/>
                  </a:lnTo>
                  <a:lnTo>
                    <a:pt x="734383" y="392555"/>
                  </a:lnTo>
                  <a:lnTo>
                    <a:pt x="735277" y="392892"/>
                  </a:lnTo>
                  <a:lnTo>
                    <a:pt x="736315" y="393533"/>
                  </a:lnTo>
                  <a:lnTo>
                    <a:pt x="737059" y="394114"/>
                  </a:lnTo>
                  <a:lnTo>
                    <a:pt x="737465" y="394285"/>
                  </a:lnTo>
                  <a:lnTo>
                    <a:pt x="737592" y="395450"/>
                  </a:lnTo>
                  <a:lnTo>
                    <a:pt x="737815" y="396054"/>
                  </a:lnTo>
                  <a:lnTo>
                    <a:pt x="738361" y="397537"/>
                  </a:lnTo>
                  <a:lnTo>
                    <a:pt x="739163" y="399345"/>
                  </a:lnTo>
                  <a:lnTo>
                    <a:pt x="739101" y="400293"/>
                  </a:lnTo>
                  <a:lnTo>
                    <a:pt x="738973" y="401008"/>
                  </a:lnTo>
                  <a:lnTo>
                    <a:pt x="740197" y="400639"/>
                  </a:lnTo>
                  <a:lnTo>
                    <a:pt x="742014" y="401553"/>
                  </a:lnTo>
                  <a:lnTo>
                    <a:pt x="742817" y="403048"/>
                  </a:lnTo>
                  <a:lnTo>
                    <a:pt x="741593" y="405190"/>
                  </a:lnTo>
                  <a:lnTo>
                    <a:pt x="742377" y="405615"/>
                  </a:lnTo>
                  <a:lnTo>
                    <a:pt x="742197" y="405875"/>
                  </a:lnTo>
                  <a:lnTo>
                    <a:pt x="745692" y="405413"/>
                  </a:lnTo>
                  <a:lnTo>
                    <a:pt x="747052" y="404581"/>
                  </a:lnTo>
                  <a:lnTo>
                    <a:pt x="748022" y="404650"/>
                  </a:lnTo>
                  <a:lnTo>
                    <a:pt x="749443" y="405044"/>
                  </a:lnTo>
                  <a:lnTo>
                    <a:pt x="750749" y="404634"/>
                  </a:lnTo>
                  <a:lnTo>
                    <a:pt x="751345" y="404633"/>
                  </a:lnTo>
                  <a:lnTo>
                    <a:pt x="752047" y="404876"/>
                  </a:lnTo>
                  <a:lnTo>
                    <a:pt x="752624" y="404671"/>
                  </a:lnTo>
                  <a:lnTo>
                    <a:pt x="753203" y="404964"/>
                  </a:lnTo>
                  <a:lnTo>
                    <a:pt x="754499" y="405472"/>
                  </a:lnTo>
                  <a:lnTo>
                    <a:pt x="754540" y="406100"/>
                  </a:lnTo>
                  <a:lnTo>
                    <a:pt x="754688" y="406443"/>
                  </a:lnTo>
                  <a:lnTo>
                    <a:pt x="754866" y="406643"/>
                  </a:lnTo>
                  <a:lnTo>
                    <a:pt x="755416" y="407160"/>
                  </a:lnTo>
                  <a:lnTo>
                    <a:pt x="755616" y="407354"/>
                  </a:lnTo>
                  <a:lnTo>
                    <a:pt x="756274" y="407542"/>
                  </a:lnTo>
                  <a:lnTo>
                    <a:pt x="756816" y="407606"/>
                  </a:lnTo>
                  <a:lnTo>
                    <a:pt x="757135" y="407808"/>
                  </a:lnTo>
                  <a:lnTo>
                    <a:pt x="757420" y="408308"/>
                  </a:lnTo>
                  <a:lnTo>
                    <a:pt x="757504" y="408450"/>
                  </a:lnTo>
                  <a:lnTo>
                    <a:pt x="757680" y="408585"/>
                  </a:lnTo>
                  <a:lnTo>
                    <a:pt x="758180" y="408588"/>
                  </a:lnTo>
                  <a:lnTo>
                    <a:pt x="759033" y="408658"/>
                  </a:lnTo>
                  <a:lnTo>
                    <a:pt x="760158" y="408819"/>
                  </a:lnTo>
                  <a:lnTo>
                    <a:pt x="761464" y="408843"/>
                  </a:lnTo>
                  <a:lnTo>
                    <a:pt x="762310" y="409328"/>
                  </a:lnTo>
                  <a:lnTo>
                    <a:pt x="763280" y="409773"/>
                  </a:lnTo>
                  <a:lnTo>
                    <a:pt x="763861" y="409630"/>
                  </a:lnTo>
                  <a:lnTo>
                    <a:pt x="763810" y="409022"/>
                  </a:lnTo>
                  <a:lnTo>
                    <a:pt x="765614" y="407609"/>
                  </a:lnTo>
                  <a:lnTo>
                    <a:pt x="765729" y="407554"/>
                  </a:lnTo>
                  <a:lnTo>
                    <a:pt x="766388" y="407552"/>
                  </a:lnTo>
                  <a:lnTo>
                    <a:pt x="766779" y="407791"/>
                  </a:lnTo>
                  <a:lnTo>
                    <a:pt x="767540" y="408583"/>
                  </a:lnTo>
                  <a:lnTo>
                    <a:pt x="768111" y="409138"/>
                  </a:lnTo>
                  <a:lnTo>
                    <a:pt x="768475" y="409954"/>
                  </a:lnTo>
                  <a:lnTo>
                    <a:pt x="768549" y="410075"/>
                  </a:lnTo>
                  <a:lnTo>
                    <a:pt x="768687" y="410204"/>
                  </a:lnTo>
                  <a:lnTo>
                    <a:pt x="768698" y="410209"/>
                  </a:lnTo>
                  <a:lnTo>
                    <a:pt x="770147" y="410760"/>
                  </a:lnTo>
                  <a:lnTo>
                    <a:pt x="771246" y="411652"/>
                  </a:lnTo>
                  <a:lnTo>
                    <a:pt x="771755" y="411258"/>
                  </a:lnTo>
                  <a:lnTo>
                    <a:pt x="772173" y="411179"/>
                  </a:lnTo>
                  <a:lnTo>
                    <a:pt x="773695" y="411855"/>
                  </a:lnTo>
                  <a:lnTo>
                    <a:pt x="775956" y="411855"/>
                  </a:lnTo>
                  <a:lnTo>
                    <a:pt x="776422" y="411957"/>
                  </a:lnTo>
                  <a:lnTo>
                    <a:pt x="777409" y="411872"/>
                  </a:lnTo>
                  <a:lnTo>
                    <a:pt x="777764" y="411731"/>
                  </a:lnTo>
                  <a:lnTo>
                    <a:pt x="781647" y="411128"/>
                  </a:lnTo>
                  <a:lnTo>
                    <a:pt x="785395" y="411254"/>
                  </a:lnTo>
                  <a:lnTo>
                    <a:pt x="787389" y="411194"/>
                  </a:lnTo>
                  <a:lnTo>
                    <a:pt x="788503" y="411162"/>
                  </a:lnTo>
                  <a:lnTo>
                    <a:pt x="789393" y="411138"/>
                  </a:lnTo>
                  <a:lnTo>
                    <a:pt x="790051" y="411117"/>
                  </a:lnTo>
                  <a:lnTo>
                    <a:pt x="792269" y="411050"/>
                  </a:lnTo>
                  <a:lnTo>
                    <a:pt x="794170" y="411203"/>
                  </a:lnTo>
                  <a:lnTo>
                    <a:pt x="796149" y="412313"/>
                  </a:lnTo>
                  <a:lnTo>
                    <a:pt x="798503" y="413488"/>
                  </a:lnTo>
                  <a:lnTo>
                    <a:pt x="800300" y="414426"/>
                  </a:lnTo>
                  <a:lnTo>
                    <a:pt x="800653" y="414005"/>
                  </a:lnTo>
                  <a:lnTo>
                    <a:pt x="800853" y="413943"/>
                  </a:lnTo>
                  <a:lnTo>
                    <a:pt x="801370" y="414153"/>
                  </a:lnTo>
                  <a:lnTo>
                    <a:pt x="803508" y="413763"/>
                  </a:lnTo>
                  <a:lnTo>
                    <a:pt x="804706" y="414456"/>
                  </a:lnTo>
                  <a:lnTo>
                    <a:pt x="807694" y="414256"/>
                  </a:lnTo>
                  <a:lnTo>
                    <a:pt x="810850" y="415055"/>
                  </a:lnTo>
                  <a:lnTo>
                    <a:pt x="812181" y="414841"/>
                  </a:lnTo>
                  <a:lnTo>
                    <a:pt x="813172" y="414168"/>
                  </a:lnTo>
                  <a:lnTo>
                    <a:pt x="814327" y="414243"/>
                  </a:lnTo>
                  <a:lnTo>
                    <a:pt x="815308" y="414252"/>
                  </a:lnTo>
                  <a:lnTo>
                    <a:pt x="816167" y="414159"/>
                  </a:lnTo>
                  <a:lnTo>
                    <a:pt x="817896" y="414035"/>
                  </a:lnTo>
                  <a:lnTo>
                    <a:pt x="819375" y="413808"/>
                  </a:lnTo>
                  <a:lnTo>
                    <a:pt x="820483" y="413507"/>
                  </a:lnTo>
                  <a:lnTo>
                    <a:pt x="820520" y="413490"/>
                  </a:lnTo>
                  <a:lnTo>
                    <a:pt x="820942" y="413399"/>
                  </a:lnTo>
                  <a:lnTo>
                    <a:pt x="821228" y="413288"/>
                  </a:lnTo>
                  <a:lnTo>
                    <a:pt x="822107" y="412976"/>
                  </a:lnTo>
                  <a:lnTo>
                    <a:pt x="823217" y="412876"/>
                  </a:lnTo>
                  <a:lnTo>
                    <a:pt x="826091" y="413309"/>
                  </a:lnTo>
                  <a:lnTo>
                    <a:pt x="827421" y="412887"/>
                  </a:lnTo>
                  <a:lnTo>
                    <a:pt x="827786" y="412871"/>
                  </a:lnTo>
                  <a:lnTo>
                    <a:pt x="828306" y="413149"/>
                  </a:lnTo>
                  <a:lnTo>
                    <a:pt x="828656" y="413301"/>
                  </a:lnTo>
                  <a:lnTo>
                    <a:pt x="829430" y="413393"/>
                  </a:lnTo>
                  <a:lnTo>
                    <a:pt x="829661" y="414002"/>
                  </a:lnTo>
                  <a:lnTo>
                    <a:pt x="829798" y="414219"/>
                  </a:lnTo>
                  <a:lnTo>
                    <a:pt x="829971" y="414242"/>
                  </a:lnTo>
                  <a:lnTo>
                    <a:pt x="831221" y="414297"/>
                  </a:lnTo>
                  <a:lnTo>
                    <a:pt x="831447" y="414316"/>
                  </a:lnTo>
                  <a:lnTo>
                    <a:pt x="831635" y="414464"/>
                  </a:lnTo>
                  <a:lnTo>
                    <a:pt x="831863" y="414763"/>
                  </a:lnTo>
                  <a:lnTo>
                    <a:pt x="832035" y="414998"/>
                  </a:lnTo>
                  <a:lnTo>
                    <a:pt x="832270" y="414998"/>
                  </a:lnTo>
                  <a:lnTo>
                    <a:pt x="832442" y="414837"/>
                  </a:lnTo>
                  <a:lnTo>
                    <a:pt x="832758" y="414721"/>
                  </a:lnTo>
                  <a:lnTo>
                    <a:pt x="833268" y="414597"/>
                  </a:lnTo>
                  <a:lnTo>
                    <a:pt x="833433" y="414537"/>
                  </a:lnTo>
                  <a:lnTo>
                    <a:pt x="833589" y="414500"/>
                  </a:lnTo>
                  <a:lnTo>
                    <a:pt x="834387" y="414357"/>
                  </a:lnTo>
                  <a:lnTo>
                    <a:pt x="834762" y="414293"/>
                  </a:lnTo>
                  <a:lnTo>
                    <a:pt x="834799" y="414290"/>
                  </a:lnTo>
                  <a:lnTo>
                    <a:pt x="835293" y="414357"/>
                  </a:lnTo>
                  <a:lnTo>
                    <a:pt x="836384" y="414711"/>
                  </a:lnTo>
                  <a:lnTo>
                    <a:pt x="836825" y="414810"/>
                  </a:lnTo>
                  <a:lnTo>
                    <a:pt x="838897" y="414432"/>
                  </a:lnTo>
                  <a:lnTo>
                    <a:pt x="839450" y="414529"/>
                  </a:lnTo>
                  <a:lnTo>
                    <a:pt x="839942" y="414407"/>
                  </a:lnTo>
                  <a:lnTo>
                    <a:pt x="842855" y="415267"/>
                  </a:lnTo>
                  <a:lnTo>
                    <a:pt x="843436" y="415478"/>
                  </a:lnTo>
                  <a:lnTo>
                    <a:pt x="844032" y="415627"/>
                  </a:lnTo>
                  <a:lnTo>
                    <a:pt x="845063" y="415947"/>
                  </a:lnTo>
                  <a:lnTo>
                    <a:pt x="845876" y="416037"/>
                  </a:lnTo>
                  <a:lnTo>
                    <a:pt x="846037" y="415904"/>
                  </a:lnTo>
                  <a:lnTo>
                    <a:pt x="846177" y="415526"/>
                  </a:lnTo>
                  <a:lnTo>
                    <a:pt x="846303" y="415448"/>
                  </a:lnTo>
                  <a:lnTo>
                    <a:pt x="846813" y="415597"/>
                  </a:lnTo>
                  <a:lnTo>
                    <a:pt x="847396" y="415775"/>
                  </a:lnTo>
                  <a:lnTo>
                    <a:pt x="848124" y="415800"/>
                  </a:lnTo>
                  <a:lnTo>
                    <a:pt x="848341" y="415802"/>
                  </a:lnTo>
                  <a:lnTo>
                    <a:pt x="848685" y="415941"/>
                  </a:lnTo>
                  <a:lnTo>
                    <a:pt x="849160" y="416137"/>
                  </a:lnTo>
                  <a:lnTo>
                    <a:pt x="849750" y="416231"/>
                  </a:lnTo>
                  <a:lnTo>
                    <a:pt x="850035" y="416399"/>
                  </a:lnTo>
                  <a:lnTo>
                    <a:pt x="850182" y="416514"/>
                  </a:lnTo>
                  <a:lnTo>
                    <a:pt x="850382" y="416709"/>
                  </a:lnTo>
                  <a:lnTo>
                    <a:pt x="850986" y="417201"/>
                  </a:lnTo>
                  <a:lnTo>
                    <a:pt x="851152" y="417280"/>
                  </a:lnTo>
                  <a:lnTo>
                    <a:pt x="851364" y="417327"/>
                  </a:lnTo>
                  <a:lnTo>
                    <a:pt x="851886" y="417237"/>
                  </a:lnTo>
                  <a:lnTo>
                    <a:pt x="852585" y="417194"/>
                  </a:lnTo>
                  <a:lnTo>
                    <a:pt x="853217" y="416939"/>
                  </a:lnTo>
                  <a:lnTo>
                    <a:pt x="853583" y="416996"/>
                  </a:lnTo>
                  <a:lnTo>
                    <a:pt x="853977" y="417261"/>
                  </a:lnTo>
                  <a:lnTo>
                    <a:pt x="854251" y="417276"/>
                  </a:lnTo>
                  <a:lnTo>
                    <a:pt x="854310" y="417180"/>
                  </a:lnTo>
                  <a:lnTo>
                    <a:pt x="854354" y="417032"/>
                  </a:lnTo>
                  <a:lnTo>
                    <a:pt x="854302" y="416662"/>
                  </a:lnTo>
                  <a:lnTo>
                    <a:pt x="854349" y="416584"/>
                  </a:lnTo>
                  <a:lnTo>
                    <a:pt x="854469" y="416571"/>
                  </a:lnTo>
                  <a:lnTo>
                    <a:pt x="855124" y="417105"/>
                  </a:lnTo>
                  <a:lnTo>
                    <a:pt x="856185" y="417578"/>
                  </a:lnTo>
                  <a:lnTo>
                    <a:pt x="857362" y="417954"/>
                  </a:lnTo>
                  <a:lnTo>
                    <a:pt x="857978" y="418248"/>
                  </a:lnTo>
                  <a:lnTo>
                    <a:pt x="858987" y="418693"/>
                  </a:lnTo>
                  <a:lnTo>
                    <a:pt x="860191" y="419052"/>
                  </a:lnTo>
                  <a:lnTo>
                    <a:pt x="860549" y="419221"/>
                  </a:lnTo>
                  <a:lnTo>
                    <a:pt x="861430" y="419556"/>
                  </a:lnTo>
                  <a:lnTo>
                    <a:pt x="862014" y="419993"/>
                  </a:lnTo>
                  <a:lnTo>
                    <a:pt x="862194" y="420046"/>
                  </a:lnTo>
                  <a:lnTo>
                    <a:pt x="863227" y="420175"/>
                  </a:lnTo>
                  <a:lnTo>
                    <a:pt x="863264" y="420656"/>
                  </a:lnTo>
                  <a:lnTo>
                    <a:pt x="863343" y="421325"/>
                  </a:lnTo>
                  <a:lnTo>
                    <a:pt x="863644" y="421608"/>
                  </a:lnTo>
                  <a:lnTo>
                    <a:pt x="864092" y="421857"/>
                  </a:lnTo>
                  <a:lnTo>
                    <a:pt x="865218" y="422347"/>
                  </a:lnTo>
                  <a:lnTo>
                    <a:pt x="867334" y="423261"/>
                  </a:lnTo>
                  <a:lnTo>
                    <a:pt x="868038" y="423522"/>
                  </a:lnTo>
                  <a:lnTo>
                    <a:pt x="871190" y="424917"/>
                  </a:lnTo>
                  <a:lnTo>
                    <a:pt x="873187" y="425805"/>
                  </a:lnTo>
                  <a:lnTo>
                    <a:pt x="874731" y="426494"/>
                  </a:lnTo>
                  <a:lnTo>
                    <a:pt x="876463" y="427278"/>
                  </a:lnTo>
                  <a:lnTo>
                    <a:pt x="878125" y="428034"/>
                  </a:lnTo>
                  <a:lnTo>
                    <a:pt x="881872" y="430395"/>
                  </a:lnTo>
                  <a:lnTo>
                    <a:pt x="881923" y="430407"/>
                  </a:lnTo>
                  <a:lnTo>
                    <a:pt x="883309" y="430723"/>
                  </a:lnTo>
                  <a:lnTo>
                    <a:pt x="884644" y="431179"/>
                  </a:lnTo>
                  <a:lnTo>
                    <a:pt x="884999" y="431701"/>
                  </a:lnTo>
                  <a:lnTo>
                    <a:pt x="885115" y="432229"/>
                  </a:lnTo>
                  <a:lnTo>
                    <a:pt x="886626" y="433606"/>
                  </a:lnTo>
                  <a:lnTo>
                    <a:pt x="887468" y="434226"/>
                  </a:lnTo>
                  <a:lnTo>
                    <a:pt x="889363" y="435157"/>
                  </a:lnTo>
                  <a:lnTo>
                    <a:pt x="889631" y="435400"/>
                  </a:lnTo>
                  <a:lnTo>
                    <a:pt x="890048" y="436154"/>
                  </a:lnTo>
                  <a:lnTo>
                    <a:pt x="890458" y="437240"/>
                  </a:lnTo>
                  <a:lnTo>
                    <a:pt x="890472" y="437647"/>
                  </a:lnTo>
                  <a:lnTo>
                    <a:pt x="890349" y="438089"/>
                  </a:lnTo>
                  <a:lnTo>
                    <a:pt x="890501" y="438405"/>
                  </a:lnTo>
                  <a:lnTo>
                    <a:pt x="890839" y="438567"/>
                  </a:lnTo>
                  <a:lnTo>
                    <a:pt x="891927" y="438194"/>
                  </a:lnTo>
                  <a:lnTo>
                    <a:pt x="892652" y="438343"/>
                  </a:lnTo>
                  <a:lnTo>
                    <a:pt x="894205" y="438578"/>
                  </a:lnTo>
                  <a:lnTo>
                    <a:pt x="896262" y="439126"/>
                  </a:lnTo>
                  <a:lnTo>
                    <a:pt x="898329" y="440635"/>
                  </a:lnTo>
                  <a:lnTo>
                    <a:pt x="901385" y="441733"/>
                  </a:lnTo>
                  <a:lnTo>
                    <a:pt x="904303" y="444440"/>
                  </a:lnTo>
                  <a:lnTo>
                    <a:pt x="904826" y="444984"/>
                  </a:lnTo>
                  <a:lnTo>
                    <a:pt x="906017" y="446584"/>
                  </a:lnTo>
                  <a:lnTo>
                    <a:pt x="906624" y="447100"/>
                  </a:lnTo>
                  <a:lnTo>
                    <a:pt x="907498" y="447072"/>
                  </a:lnTo>
                  <a:lnTo>
                    <a:pt x="908177" y="447056"/>
                  </a:lnTo>
                  <a:lnTo>
                    <a:pt x="908633" y="447012"/>
                  </a:lnTo>
                  <a:lnTo>
                    <a:pt x="909271" y="447342"/>
                  </a:lnTo>
                  <a:lnTo>
                    <a:pt x="909860" y="447560"/>
                  </a:lnTo>
                  <a:lnTo>
                    <a:pt x="910149" y="447704"/>
                  </a:lnTo>
                  <a:lnTo>
                    <a:pt x="910825" y="448011"/>
                  </a:lnTo>
                  <a:lnTo>
                    <a:pt x="911415" y="448171"/>
                  </a:lnTo>
                  <a:lnTo>
                    <a:pt x="912189" y="448293"/>
                  </a:lnTo>
                  <a:lnTo>
                    <a:pt x="913090" y="448492"/>
                  </a:lnTo>
                  <a:lnTo>
                    <a:pt x="913365" y="448525"/>
                  </a:lnTo>
                  <a:lnTo>
                    <a:pt x="913513" y="448586"/>
                  </a:lnTo>
                  <a:lnTo>
                    <a:pt x="913764" y="448735"/>
                  </a:lnTo>
                  <a:lnTo>
                    <a:pt x="913900" y="448835"/>
                  </a:lnTo>
                  <a:lnTo>
                    <a:pt x="913967" y="448886"/>
                  </a:lnTo>
                  <a:lnTo>
                    <a:pt x="914082" y="448902"/>
                  </a:lnTo>
                  <a:lnTo>
                    <a:pt x="914294" y="448857"/>
                  </a:lnTo>
                  <a:lnTo>
                    <a:pt x="914508" y="448831"/>
                  </a:lnTo>
                  <a:lnTo>
                    <a:pt x="914985" y="449028"/>
                  </a:lnTo>
                  <a:lnTo>
                    <a:pt x="915547" y="449333"/>
                  </a:lnTo>
                  <a:lnTo>
                    <a:pt x="915821" y="449502"/>
                  </a:lnTo>
                  <a:lnTo>
                    <a:pt x="915973" y="449857"/>
                  </a:lnTo>
                  <a:lnTo>
                    <a:pt x="916296" y="450140"/>
                  </a:lnTo>
                  <a:lnTo>
                    <a:pt x="917157" y="450694"/>
                  </a:lnTo>
                  <a:lnTo>
                    <a:pt x="918070" y="451376"/>
                  </a:lnTo>
                  <a:lnTo>
                    <a:pt x="919451" y="451099"/>
                  </a:lnTo>
                  <a:lnTo>
                    <a:pt x="923451" y="450597"/>
                  </a:lnTo>
                  <a:lnTo>
                    <a:pt x="926222" y="450448"/>
                  </a:lnTo>
                  <a:lnTo>
                    <a:pt x="931524" y="449757"/>
                  </a:lnTo>
                  <a:lnTo>
                    <a:pt x="935678" y="449289"/>
                  </a:lnTo>
                  <a:lnTo>
                    <a:pt x="936471" y="449869"/>
                  </a:lnTo>
                  <a:lnTo>
                    <a:pt x="936223" y="450700"/>
                  </a:lnTo>
                  <a:lnTo>
                    <a:pt x="935427" y="451778"/>
                  </a:lnTo>
                  <a:lnTo>
                    <a:pt x="934045" y="452617"/>
                  </a:lnTo>
                  <a:lnTo>
                    <a:pt x="933231" y="455457"/>
                  </a:lnTo>
                  <a:lnTo>
                    <a:pt x="933229" y="455462"/>
                  </a:lnTo>
                  <a:lnTo>
                    <a:pt x="933054" y="459315"/>
                  </a:lnTo>
                  <a:lnTo>
                    <a:pt x="931976" y="462283"/>
                  </a:lnTo>
                  <a:lnTo>
                    <a:pt x="934177" y="462334"/>
                  </a:lnTo>
                  <a:lnTo>
                    <a:pt x="936391" y="463261"/>
                  </a:lnTo>
                  <a:lnTo>
                    <a:pt x="938353" y="463242"/>
                  </a:lnTo>
                  <a:lnTo>
                    <a:pt x="940503" y="463294"/>
                  </a:lnTo>
                  <a:lnTo>
                    <a:pt x="940641" y="463539"/>
                  </a:lnTo>
                  <a:lnTo>
                    <a:pt x="941616" y="465278"/>
                  </a:lnTo>
                  <a:lnTo>
                    <a:pt x="942185" y="466294"/>
                  </a:lnTo>
                  <a:lnTo>
                    <a:pt x="942653" y="467132"/>
                  </a:lnTo>
                  <a:lnTo>
                    <a:pt x="943181" y="468021"/>
                  </a:lnTo>
                  <a:lnTo>
                    <a:pt x="943844" y="469140"/>
                  </a:lnTo>
                  <a:lnTo>
                    <a:pt x="943877" y="469195"/>
                  </a:lnTo>
                  <a:lnTo>
                    <a:pt x="944740" y="470722"/>
                  </a:lnTo>
                  <a:lnTo>
                    <a:pt x="945825" y="474375"/>
                  </a:lnTo>
                  <a:lnTo>
                    <a:pt x="946975" y="477006"/>
                  </a:lnTo>
                  <a:lnTo>
                    <a:pt x="948267" y="479698"/>
                  </a:lnTo>
                  <a:lnTo>
                    <a:pt x="948568" y="480357"/>
                  </a:lnTo>
                  <a:lnTo>
                    <a:pt x="949255" y="482246"/>
                  </a:lnTo>
                  <a:lnTo>
                    <a:pt x="949517" y="483186"/>
                  </a:lnTo>
                  <a:lnTo>
                    <a:pt x="952962" y="489043"/>
                  </a:lnTo>
                  <a:lnTo>
                    <a:pt x="954718" y="491930"/>
                  </a:lnTo>
                  <a:lnTo>
                    <a:pt x="955583" y="498498"/>
                  </a:lnTo>
                  <a:lnTo>
                    <a:pt x="956997" y="500486"/>
                  </a:lnTo>
                  <a:lnTo>
                    <a:pt x="958089" y="501532"/>
                  </a:lnTo>
                  <a:lnTo>
                    <a:pt x="960883" y="503833"/>
                  </a:lnTo>
                  <a:lnTo>
                    <a:pt x="960903" y="503850"/>
                  </a:lnTo>
                  <a:lnTo>
                    <a:pt x="961013" y="503942"/>
                  </a:lnTo>
                  <a:lnTo>
                    <a:pt x="965698" y="507986"/>
                  </a:lnTo>
                  <a:lnTo>
                    <a:pt x="976288" y="516986"/>
                  </a:lnTo>
                  <a:lnTo>
                    <a:pt x="977317" y="525338"/>
                  </a:lnTo>
                  <a:lnTo>
                    <a:pt x="979271" y="525194"/>
                  </a:lnTo>
                  <a:lnTo>
                    <a:pt x="980300" y="525100"/>
                  </a:lnTo>
                  <a:lnTo>
                    <a:pt x="981173" y="525010"/>
                  </a:lnTo>
                  <a:lnTo>
                    <a:pt x="982237" y="524911"/>
                  </a:lnTo>
                  <a:lnTo>
                    <a:pt x="982528" y="524882"/>
                  </a:lnTo>
                  <a:lnTo>
                    <a:pt x="983643" y="524775"/>
                  </a:lnTo>
                  <a:lnTo>
                    <a:pt x="984385" y="524700"/>
                  </a:lnTo>
                  <a:lnTo>
                    <a:pt x="984996" y="524643"/>
                  </a:lnTo>
                  <a:lnTo>
                    <a:pt x="985932" y="524555"/>
                  </a:lnTo>
                  <a:lnTo>
                    <a:pt x="987049" y="524444"/>
                  </a:lnTo>
                  <a:lnTo>
                    <a:pt x="988280" y="524330"/>
                  </a:lnTo>
                  <a:lnTo>
                    <a:pt x="992842" y="523808"/>
                  </a:lnTo>
                  <a:lnTo>
                    <a:pt x="995630" y="523908"/>
                  </a:lnTo>
                  <a:lnTo>
                    <a:pt x="998145" y="523916"/>
                  </a:lnTo>
                  <a:lnTo>
                    <a:pt x="1002640" y="523933"/>
                  </a:lnTo>
                  <a:lnTo>
                    <a:pt x="1002657" y="523929"/>
                  </a:lnTo>
                  <a:lnTo>
                    <a:pt x="1003592" y="523707"/>
                  </a:lnTo>
                  <a:lnTo>
                    <a:pt x="1004554" y="523479"/>
                  </a:lnTo>
                  <a:lnTo>
                    <a:pt x="1004770" y="523425"/>
                  </a:lnTo>
                  <a:lnTo>
                    <a:pt x="1005292" y="523300"/>
                  </a:lnTo>
                  <a:lnTo>
                    <a:pt x="1005517" y="523246"/>
                  </a:lnTo>
                  <a:lnTo>
                    <a:pt x="1006102" y="523115"/>
                  </a:lnTo>
                  <a:lnTo>
                    <a:pt x="1006593" y="523000"/>
                  </a:lnTo>
                  <a:lnTo>
                    <a:pt x="1008172" y="522628"/>
                  </a:lnTo>
                  <a:lnTo>
                    <a:pt x="1009132" y="522401"/>
                  </a:lnTo>
                  <a:lnTo>
                    <a:pt x="1009906" y="522223"/>
                  </a:lnTo>
                  <a:lnTo>
                    <a:pt x="1010404" y="522102"/>
                  </a:lnTo>
                  <a:lnTo>
                    <a:pt x="1010925" y="521984"/>
                  </a:lnTo>
                  <a:lnTo>
                    <a:pt x="1033177" y="525385"/>
                  </a:lnTo>
                  <a:lnTo>
                    <a:pt x="1041428" y="526750"/>
                  </a:lnTo>
                  <a:lnTo>
                    <a:pt x="1054605" y="528895"/>
                  </a:lnTo>
                  <a:lnTo>
                    <a:pt x="1069558" y="529598"/>
                  </a:lnTo>
                  <a:lnTo>
                    <a:pt x="1074189" y="530051"/>
                  </a:lnTo>
                  <a:lnTo>
                    <a:pt x="1083872" y="530923"/>
                  </a:lnTo>
                  <a:lnTo>
                    <a:pt x="1086746" y="531194"/>
                  </a:lnTo>
                  <a:lnTo>
                    <a:pt x="1089008" y="531266"/>
                  </a:lnTo>
                  <a:lnTo>
                    <a:pt x="1110589" y="532992"/>
                  </a:lnTo>
                  <a:lnTo>
                    <a:pt x="1130357" y="529070"/>
                  </a:lnTo>
                  <a:lnTo>
                    <a:pt x="1143140" y="529674"/>
                  </a:lnTo>
                  <a:lnTo>
                    <a:pt x="1143261" y="529395"/>
                  </a:lnTo>
                  <a:lnTo>
                    <a:pt x="1145415" y="527071"/>
                  </a:lnTo>
                  <a:lnTo>
                    <a:pt x="1167943" y="527900"/>
                  </a:lnTo>
                  <a:lnTo>
                    <a:pt x="1192514" y="533561"/>
                  </a:lnTo>
                  <a:lnTo>
                    <a:pt x="1198631" y="534934"/>
                  </a:lnTo>
                  <a:lnTo>
                    <a:pt x="1208653" y="535976"/>
                  </a:lnTo>
                  <a:lnTo>
                    <a:pt x="1217132" y="545829"/>
                  </a:lnTo>
                  <a:lnTo>
                    <a:pt x="1220321" y="549420"/>
                  </a:lnTo>
                  <a:lnTo>
                    <a:pt x="1236220" y="553360"/>
                  </a:lnTo>
                  <a:lnTo>
                    <a:pt x="1240380" y="552636"/>
                  </a:lnTo>
                  <a:lnTo>
                    <a:pt x="1244600" y="553065"/>
                  </a:lnTo>
                  <a:lnTo>
                    <a:pt x="1247446" y="553025"/>
                  </a:lnTo>
                  <a:lnTo>
                    <a:pt x="1256648" y="557343"/>
                  </a:lnTo>
                  <a:lnTo>
                    <a:pt x="1259655" y="558762"/>
                  </a:lnTo>
                  <a:lnTo>
                    <a:pt x="1277676" y="566314"/>
                  </a:lnTo>
                  <a:lnTo>
                    <a:pt x="1282075" y="567192"/>
                  </a:lnTo>
                  <a:lnTo>
                    <a:pt x="1291745" y="569009"/>
                  </a:lnTo>
                  <a:lnTo>
                    <a:pt x="1296494" y="570214"/>
                  </a:lnTo>
                  <a:lnTo>
                    <a:pt x="1305700" y="570018"/>
                  </a:lnTo>
                  <a:lnTo>
                    <a:pt x="1315460" y="568265"/>
                  </a:lnTo>
                  <a:lnTo>
                    <a:pt x="1324980" y="566582"/>
                  </a:lnTo>
                  <a:lnTo>
                    <a:pt x="1324673" y="577040"/>
                  </a:lnTo>
                  <a:lnTo>
                    <a:pt x="1331704" y="577763"/>
                  </a:lnTo>
                  <a:lnTo>
                    <a:pt x="1341769" y="577411"/>
                  </a:lnTo>
                  <a:lnTo>
                    <a:pt x="1345439" y="580941"/>
                  </a:lnTo>
                  <a:lnTo>
                    <a:pt x="1354838" y="572655"/>
                  </a:lnTo>
                  <a:lnTo>
                    <a:pt x="1357407" y="572776"/>
                  </a:lnTo>
                  <a:lnTo>
                    <a:pt x="1360538" y="571251"/>
                  </a:lnTo>
                  <a:lnTo>
                    <a:pt x="1361439" y="570476"/>
                  </a:lnTo>
                  <a:lnTo>
                    <a:pt x="1365728" y="568500"/>
                  </a:lnTo>
                  <a:lnTo>
                    <a:pt x="1370159" y="566058"/>
                  </a:lnTo>
                  <a:lnTo>
                    <a:pt x="1375841" y="563502"/>
                  </a:lnTo>
                  <a:lnTo>
                    <a:pt x="1383079" y="560977"/>
                  </a:lnTo>
                  <a:lnTo>
                    <a:pt x="1391221" y="557903"/>
                  </a:lnTo>
                  <a:lnTo>
                    <a:pt x="1403651" y="552770"/>
                  </a:lnTo>
                  <a:lnTo>
                    <a:pt x="1413838" y="548786"/>
                  </a:lnTo>
                  <a:lnTo>
                    <a:pt x="1421339" y="546279"/>
                  </a:lnTo>
                  <a:lnTo>
                    <a:pt x="1432661" y="544990"/>
                  </a:lnTo>
                  <a:lnTo>
                    <a:pt x="1442083" y="542727"/>
                  </a:lnTo>
                  <a:lnTo>
                    <a:pt x="1442899" y="540442"/>
                  </a:lnTo>
                  <a:lnTo>
                    <a:pt x="1450370" y="538102"/>
                  </a:lnTo>
                  <a:lnTo>
                    <a:pt x="1451825" y="538215"/>
                  </a:lnTo>
                  <a:lnTo>
                    <a:pt x="1454930" y="540401"/>
                  </a:lnTo>
                  <a:lnTo>
                    <a:pt x="1461789" y="540281"/>
                  </a:lnTo>
                  <a:lnTo>
                    <a:pt x="1470461" y="540835"/>
                  </a:lnTo>
                  <a:lnTo>
                    <a:pt x="1471610" y="540319"/>
                  </a:lnTo>
                  <a:lnTo>
                    <a:pt x="1472455" y="540348"/>
                  </a:lnTo>
                  <a:lnTo>
                    <a:pt x="1473381" y="539918"/>
                  </a:lnTo>
                  <a:lnTo>
                    <a:pt x="1474206" y="539455"/>
                  </a:lnTo>
                  <a:lnTo>
                    <a:pt x="1476927" y="539408"/>
                  </a:lnTo>
                  <a:lnTo>
                    <a:pt x="1483695" y="538249"/>
                  </a:lnTo>
                  <a:lnTo>
                    <a:pt x="1485854" y="539313"/>
                  </a:lnTo>
                  <a:lnTo>
                    <a:pt x="1493615" y="539086"/>
                  </a:lnTo>
                  <a:lnTo>
                    <a:pt x="1495780" y="539022"/>
                  </a:lnTo>
                  <a:lnTo>
                    <a:pt x="1503172" y="540565"/>
                  </a:lnTo>
                  <a:lnTo>
                    <a:pt x="1507125" y="540450"/>
                  </a:lnTo>
                  <a:lnTo>
                    <a:pt x="1508696" y="540995"/>
                  </a:lnTo>
                  <a:lnTo>
                    <a:pt x="1509184" y="541417"/>
                  </a:lnTo>
                  <a:lnTo>
                    <a:pt x="1513934" y="539320"/>
                  </a:lnTo>
                  <a:lnTo>
                    <a:pt x="1515299" y="538717"/>
                  </a:lnTo>
                  <a:lnTo>
                    <a:pt x="1515760" y="538513"/>
                  </a:lnTo>
                  <a:lnTo>
                    <a:pt x="1516324" y="538877"/>
                  </a:lnTo>
                  <a:lnTo>
                    <a:pt x="1516859" y="538327"/>
                  </a:lnTo>
                  <a:lnTo>
                    <a:pt x="1526386" y="539301"/>
                  </a:lnTo>
                  <a:lnTo>
                    <a:pt x="1528257" y="539492"/>
                  </a:lnTo>
                  <a:lnTo>
                    <a:pt x="1529083" y="539146"/>
                  </a:lnTo>
                  <a:lnTo>
                    <a:pt x="1531786" y="538886"/>
                  </a:lnTo>
                  <a:lnTo>
                    <a:pt x="1532322" y="538835"/>
                  </a:lnTo>
                  <a:lnTo>
                    <a:pt x="1532968" y="538768"/>
                  </a:lnTo>
                  <a:lnTo>
                    <a:pt x="1533466" y="538717"/>
                  </a:lnTo>
                  <a:lnTo>
                    <a:pt x="1534913" y="538569"/>
                  </a:lnTo>
                  <a:lnTo>
                    <a:pt x="1536542" y="538403"/>
                  </a:lnTo>
                  <a:lnTo>
                    <a:pt x="1537230" y="537840"/>
                  </a:lnTo>
                  <a:lnTo>
                    <a:pt x="1538085" y="537768"/>
                  </a:lnTo>
                  <a:lnTo>
                    <a:pt x="1538945" y="537695"/>
                  </a:lnTo>
                  <a:lnTo>
                    <a:pt x="1544996" y="533459"/>
                  </a:lnTo>
                  <a:lnTo>
                    <a:pt x="1546734" y="532782"/>
                  </a:lnTo>
                  <a:lnTo>
                    <a:pt x="1554585" y="529725"/>
                  </a:lnTo>
                  <a:lnTo>
                    <a:pt x="1557724" y="529644"/>
                  </a:lnTo>
                  <a:lnTo>
                    <a:pt x="1563177" y="529503"/>
                  </a:lnTo>
                  <a:lnTo>
                    <a:pt x="1564478" y="527865"/>
                  </a:lnTo>
                  <a:lnTo>
                    <a:pt x="1566006" y="527330"/>
                  </a:lnTo>
                  <a:lnTo>
                    <a:pt x="1570501" y="525757"/>
                  </a:lnTo>
                  <a:lnTo>
                    <a:pt x="1571921" y="525260"/>
                  </a:lnTo>
                  <a:lnTo>
                    <a:pt x="1573010" y="524879"/>
                  </a:lnTo>
                  <a:lnTo>
                    <a:pt x="1577304" y="522697"/>
                  </a:lnTo>
                  <a:lnTo>
                    <a:pt x="1578578" y="519940"/>
                  </a:lnTo>
                  <a:lnTo>
                    <a:pt x="1583633" y="516476"/>
                  </a:lnTo>
                  <a:lnTo>
                    <a:pt x="1585432" y="515242"/>
                  </a:lnTo>
                  <a:lnTo>
                    <a:pt x="1587946" y="511177"/>
                  </a:lnTo>
                  <a:lnTo>
                    <a:pt x="1587894" y="510225"/>
                  </a:lnTo>
                  <a:lnTo>
                    <a:pt x="1589963" y="507872"/>
                  </a:lnTo>
                  <a:lnTo>
                    <a:pt x="1591492" y="507186"/>
                  </a:lnTo>
                  <a:lnTo>
                    <a:pt x="1596232" y="502188"/>
                  </a:lnTo>
                  <a:lnTo>
                    <a:pt x="1602025" y="496078"/>
                  </a:lnTo>
                  <a:lnTo>
                    <a:pt x="1603867" y="495112"/>
                  </a:lnTo>
                  <a:lnTo>
                    <a:pt x="1604083" y="494766"/>
                  </a:lnTo>
                  <a:lnTo>
                    <a:pt x="1605119" y="494441"/>
                  </a:lnTo>
                  <a:lnTo>
                    <a:pt x="1607508" y="493691"/>
                  </a:lnTo>
                  <a:lnTo>
                    <a:pt x="1609002" y="492948"/>
                  </a:lnTo>
                  <a:lnTo>
                    <a:pt x="1612611" y="491844"/>
                  </a:lnTo>
                  <a:lnTo>
                    <a:pt x="1614791" y="491183"/>
                  </a:lnTo>
                  <a:lnTo>
                    <a:pt x="1615857" y="491117"/>
                  </a:lnTo>
                  <a:lnTo>
                    <a:pt x="1616395" y="490799"/>
                  </a:lnTo>
                  <a:lnTo>
                    <a:pt x="1618211" y="489170"/>
                  </a:lnTo>
                  <a:lnTo>
                    <a:pt x="1620752" y="488160"/>
                  </a:lnTo>
                  <a:lnTo>
                    <a:pt x="1623013" y="488362"/>
                  </a:lnTo>
                  <a:lnTo>
                    <a:pt x="1625356" y="488364"/>
                  </a:lnTo>
                  <a:lnTo>
                    <a:pt x="1627169" y="487152"/>
                  </a:lnTo>
                  <a:lnTo>
                    <a:pt x="1632253" y="482192"/>
                  </a:lnTo>
                  <a:lnTo>
                    <a:pt x="1635027" y="479485"/>
                  </a:lnTo>
                  <a:lnTo>
                    <a:pt x="1639267" y="479386"/>
                  </a:lnTo>
                  <a:lnTo>
                    <a:pt x="1640776" y="478670"/>
                  </a:lnTo>
                  <a:lnTo>
                    <a:pt x="1641742" y="478440"/>
                  </a:lnTo>
                  <a:lnTo>
                    <a:pt x="1642548" y="475834"/>
                  </a:lnTo>
                  <a:lnTo>
                    <a:pt x="1642430" y="473321"/>
                  </a:lnTo>
                  <a:lnTo>
                    <a:pt x="1642154" y="472204"/>
                  </a:lnTo>
                  <a:lnTo>
                    <a:pt x="1638398" y="466582"/>
                  </a:lnTo>
                  <a:lnTo>
                    <a:pt x="1634865" y="463539"/>
                  </a:lnTo>
                  <a:lnTo>
                    <a:pt x="1634612" y="463343"/>
                  </a:lnTo>
                  <a:lnTo>
                    <a:pt x="1633137" y="462909"/>
                  </a:lnTo>
                  <a:lnTo>
                    <a:pt x="1631990" y="462370"/>
                  </a:lnTo>
                  <a:lnTo>
                    <a:pt x="1630523" y="461474"/>
                  </a:lnTo>
                  <a:lnTo>
                    <a:pt x="1629536" y="460698"/>
                  </a:lnTo>
                  <a:lnTo>
                    <a:pt x="1628705" y="459704"/>
                  </a:lnTo>
                  <a:lnTo>
                    <a:pt x="1627219" y="458131"/>
                  </a:lnTo>
                  <a:lnTo>
                    <a:pt x="1626700" y="457058"/>
                  </a:lnTo>
                  <a:lnTo>
                    <a:pt x="1625989" y="456374"/>
                  </a:lnTo>
                  <a:lnTo>
                    <a:pt x="1625267" y="455587"/>
                  </a:lnTo>
                  <a:lnTo>
                    <a:pt x="1624749" y="454621"/>
                  </a:lnTo>
                  <a:lnTo>
                    <a:pt x="1624305" y="453321"/>
                  </a:lnTo>
                  <a:lnTo>
                    <a:pt x="1623941" y="451763"/>
                  </a:lnTo>
                  <a:lnTo>
                    <a:pt x="1624043" y="450775"/>
                  </a:lnTo>
                  <a:lnTo>
                    <a:pt x="1623423" y="449859"/>
                  </a:lnTo>
                  <a:lnTo>
                    <a:pt x="1622082" y="448925"/>
                  </a:lnTo>
                  <a:lnTo>
                    <a:pt x="1619616" y="448048"/>
                  </a:lnTo>
                  <a:lnTo>
                    <a:pt x="1618941" y="446277"/>
                  </a:lnTo>
                  <a:lnTo>
                    <a:pt x="1619429" y="444512"/>
                  </a:lnTo>
                  <a:lnTo>
                    <a:pt x="1621543" y="440065"/>
                  </a:lnTo>
                  <a:lnTo>
                    <a:pt x="1623199" y="438955"/>
                  </a:lnTo>
                  <a:lnTo>
                    <a:pt x="1623946" y="436872"/>
                  </a:lnTo>
                  <a:lnTo>
                    <a:pt x="1625191" y="436140"/>
                  </a:lnTo>
                  <a:lnTo>
                    <a:pt x="1625542" y="435658"/>
                  </a:lnTo>
                  <a:lnTo>
                    <a:pt x="1625140" y="432287"/>
                  </a:lnTo>
                  <a:lnTo>
                    <a:pt x="1626180" y="429399"/>
                  </a:lnTo>
                  <a:lnTo>
                    <a:pt x="1627137" y="427237"/>
                  </a:lnTo>
                  <a:lnTo>
                    <a:pt x="1627869" y="425818"/>
                  </a:lnTo>
                  <a:lnTo>
                    <a:pt x="1629939" y="422858"/>
                  </a:lnTo>
                  <a:lnTo>
                    <a:pt x="1629948" y="422845"/>
                  </a:lnTo>
                  <a:lnTo>
                    <a:pt x="1631073" y="421421"/>
                  </a:lnTo>
                  <a:lnTo>
                    <a:pt x="1633040" y="417839"/>
                  </a:lnTo>
                  <a:lnTo>
                    <a:pt x="1634178" y="416290"/>
                  </a:lnTo>
                  <a:lnTo>
                    <a:pt x="1639244" y="412821"/>
                  </a:lnTo>
                  <a:lnTo>
                    <a:pt x="1641906" y="411643"/>
                  </a:lnTo>
                  <a:lnTo>
                    <a:pt x="1644053" y="410693"/>
                  </a:lnTo>
                  <a:lnTo>
                    <a:pt x="1646936" y="410512"/>
                  </a:lnTo>
                  <a:lnTo>
                    <a:pt x="1648746" y="411580"/>
                  </a:lnTo>
                  <a:lnTo>
                    <a:pt x="1660918" y="412023"/>
                  </a:lnTo>
                  <a:lnTo>
                    <a:pt x="1662358" y="411542"/>
                  </a:lnTo>
                  <a:lnTo>
                    <a:pt x="1667063" y="415036"/>
                  </a:lnTo>
                  <a:lnTo>
                    <a:pt x="1669639" y="418427"/>
                  </a:lnTo>
                  <a:lnTo>
                    <a:pt x="1674280" y="420909"/>
                  </a:lnTo>
                  <a:lnTo>
                    <a:pt x="1680418" y="422790"/>
                  </a:lnTo>
                  <a:lnTo>
                    <a:pt x="1683708" y="422818"/>
                  </a:lnTo>
                  <a:lnTo>
                    <a:pt x="1686930" y="423383"/>
                  </a:lnTo>
                  <a:lnTo>
                    <a:pt x="1687400" y="423499"/>
                  </a:lnTo>
                  <a:lnTo>
                    <a:pt x="1691978" y="424899"/>
                  </a:lnTo>
                  <a:lnTo>
                    <a:pt x="1698563" y="425263"/>
                  </a:lnTo>
                  <a:lnTo>
                    <a:pt x="1708141" y="425936"/>
                  </a:lnTo>
                  <a:lnTo>
                    <a:pt x="1709907" y="426832"/>
                  </a:lnTo>
                  <a:lnTo>
                    <a:pt x="1713513" y="427448"/>
                  </a:lnTo>
                  <a:lnTo>
                    <a:pt x="1717004" y="425424"/>
                  </a:lnTo>
                  <a:lnTo>
                    <a:pt x="1718875" y="423880"/>
                  </a:lnTo>
                  <a:lnTo>
                    <a:pt x="1720704" y="422371"/>
                  </a:lnTo>
                  <a:lnTo>
                    <a:pt x="1723409" y="421785"/>
                  </a:lnTo>
                  <a:lnTo>
                    <a:pt x="1723545" y="421409"/>
                  </a:lnTo>
                  <a:lnTo>
                    <a:pt x="1723675" y="421289"/>
                  </a:lnTo>
                  <a:lnTo>
                    <a:pt x="1724130" y="421188"/>
                  </a:lnTo>
                  <a:lnTo>
                    <a:pt x="1724374" y="420975"/>
                  </a:lnTo>
                  <a:lnTo>
                    <a:pt x="1724455" y="420745"/>
                  </a:lnTo>
                  <a:lnTo>
                    <a:pt x="1724450" y="420526"/>
                  </a:lnTo>
                  <a:lnTo>
                    <a:pt x="1724660" y="420273"/>
                  </a:lnTo>
                  <a:lnTo>
                    <a:pt x="1724927" y="420172"/>
                  </a:lnTo>
                  <a:lnTo>
                    <a:pt x="1725155" y="419988"/>
                  </a:lnTo>
                  <a:lnTo>
                    <a:pt x="1725211" y="419452"/>
                  </a:lnTo>
                  <a:lnTo>
                    <a:pt x="1725467" y="419323"/>
                  </a:lnTo>
                  <a:lnTo>
                    <a:pt x="1725849" y="419267"/>
                  </a:lnTo>
                  <a:lnTo>
                    <a:pt x="1726691" y="419313"/>
                  </a:lnTo>
                  <a:lnTo>
                    <a:pt x="1727406" y="419184"/>
                  </a:lnTo>
                  <a:lnTo>
                    <a:pt x="1727883" y="418966"/>
                  </a:lnTo>
                  <a:lnTo>
                    <a:pt x="1729629" y="418693"/>
                  </a:lnTo>
                  <a:lnTo>
                    <a:pt x="1732125" y="418482"/>
                  </a:lnTo>
                  <a:lnTo>
                    <a:pt x="1734183" y="417253"/>
                  </a:lnTo>
                  <a:lnTo>
                    <a:pt x="1736027" y="415479"/>
                  </a:lnTo>
                  <a:lnTo>
                    <a:pt x="1736211" y="415057"/>
                  </a:lnTo>
                  <a:lnTo>
                    <a:pt x="1736962" y="413334"/>
                  </a:lnTo>
                  <a:lnTo>
                    <a:pt x="1737409" y="413334"/>
                  </a:lnTo>
                  <a:lnTo>
                    <a:pt x="1740145" y="411587"/>
                  </a:lnTo>
                  <a:lnTo>
                    <a:pt x="1743405" y="409506"/>
                  </a:lnTo>
                  <a:lnTo>
                    <a:pt x="1743988" y="409377"/>
                  </a:lnTo>
                  <a:lnTo>
                    <a:pt x="1744182" y="409333"/>
                  </a:lnTo>
                  <a:lnTo>
                    <a:pt x="1746906" y="406397"/>
                  </a:lnTo>
                  <a:lnTo>
                    <a:pt x="1749009" y="404840"/>
                  </a:lnTo>
                  <a:lnTo>
                    <a:pt x="1749385" y="404304"/>
                  </a:lnTo>
                  <a:lnTo>
                    <a:pt x="1751616" y="401120"/>
                  </a:lnTo>
                  <a:lnTo>
                    <a:pt x="1752439" y="399181"/>
                  </a:lnTo>
                  <a:lnTo>
                    <a:pt x="1752866" y="396390"/>
                  </a:lnTo>
                  <a:lnTo>
                    <a:pt x="1761115" y="393855"/>
                  </a:lnTo>
                  <a:lnTo>
                    <a:pt x="1761378" y="393946"/>
                  </a:lnTo>
                  <a:lnTo>
                    <a:pt x="1768953" y="396568"/>
                  </a:lnTo>
                  <a:lnTo>
                    <a:pt x="1770995" y="396863"/>
                  </a:lnTo>
                  <a:lnTo>
                    <a:pt x="1772337" y="396672"/>
                  </a:lnTo>
                  <a:lnTo>
                    <a:pt x="1772568" y="396639"/>
                  </a:lnTo>
                  <a:lnTo>
                    <a:pt x="1773068" y="396568"/>
                  </a:lnTo>
                  <a:lnTo>
                    <a:pt x="1774044" y="396469"/>
                  </a:lnTo>
                  <a:lnTo>
                    <a:pt x="1775553" y="396316"/>
                  </a:lnTo>
                  <a:lnTo>
                    <a:pt x="1776515" y="396218"/>
                  </a:lnTo>
                  <a:lnTo>
                    <a:pt x="1779420" y="395923"/>
                  </a:lnTo>
                  <a:lnTo>
                    <a:pt x="1787621" y="396090"/>
                  </a:lnTo>
                  <a:lnTo>
                    <a:pt x="1788368" y="395905"/>
                  </a:lnTo>
                  <a:lnTo>
                    <a:pt x="1795842" y="394054"/>
                  </a:lnTo>
                  <a:lnTo>
                    <a:pt x="1801795" y="392821"/>
                  </a:lnTo>
                  <a:lnTo>
                    <a:pt x="1803278" y="391717"/>
                  </a:lnTo>
                  <a:lnTo>
                    <a:pt x="1809538" y="386852"/>
                  </a:lnTo>
                  <a:lnTo>
                    <a:pt x="1812106" y="384319"/>
                  </a:lnTo>
                  <a:lnTo>
                    <a:pt x="1815045" y="383404"/>
                  </a:lnTo>
                  <a:lnTo>
                    <a:pt x="1815912" y="383134"/>
                  </a:lnTo>
                  <a:lnTo>
                    <a:pt x="1816202" y="382048"/>
                  </a:lnTo>
                  <a:lnTo>
                    <a:pt x="1816888" y="381762"/>
                  </a:lnTo>
                  <a:lnTo>
                    <a:pt x="1818639" y="381879"/>
                  </a:lnTo>
                  <a:lnTo>
                    <a:pt x="1819888" y="382155"/>
                  </a:lnTo>
                  <a:lnTo>
                    <a:pt x="1820778" y="381694"/>
                  </a:lnTo>
                  <a:lnTo>
                    <a:pt x="1822339" y="381641"/>
                  </a:lnTo>
                  <a:lnTo>
                    <a:pt x="1823565" y="380602"/>
                  </a:lnTo>
                  <a:lnTo>
                    <a:pt x="1824011" y="380039"/>
                  </a:lnTo>
                  <a:lnTo>
                    <a:pt x="1824305" y="378967"/>
                  </a:lnTo>
                  <a:lnTo>
                    <a:pt x="1824919" y="378443"/>
                  </a:lnTo>
                  <a:lnTo>
                    <a:pt x="1826030" y="377497"/>
                  </a:lnTo>
                  <a:lnTo>
                    <a:pt x="1827087" y="377396"/>
                  </a:lnTo>
                  <a:lnTo>
                    <a:pt x="1826627" y="374859"/>
                  </a:lnTo>
                  <a:lnTo>
                    <a:pt x="1827013" y="374431"/>
                  </a:lnTo>
                  <a:lnTo>
                    <a:pt x="1826007" y="373128"/>
                  </a:lnTo>
                  <a:lnTo>
                    <a:pt x="1825077" y="372613"/>
                  </a:lnTo>
                  <a:lnTo>
                    <a:pt x="1826284" y="368254"/>
                  </a:lnTo>
                  <a:lnTo>
                    <a:pt x="1827555" y="366574"/>
                  </a:lnTo>
                  <a:lnTo>
                    <a:pt x="1832315" y="360284"/>
                  </a:lnTo>
                  <a:lnTo>
                    <a:pt x="1833370" y="360024"/>
                  </a:lnTo>
                  <a:lnTo>
                    <a:pt x="1837488" y="355518"/>
                  </a:lnTo>
                  <a:lnTo>
                    <a:pt x="1839006" y="354339"/>
                  </a:lnTo>
                  <a:lnTo>
                    <a:pt x="1839790" y="352507"/>
                  </a:lnTo>
                  <a:lnTo>
                    <a:pt x="1840613" y="351901"/>
                  </a:lnTo>
                  <a:lnTo>
                    <a:pt x="1843600" y="350897"/>
                  </a:lnTo>
                  <a:lnTo>
                    <a:pt x="1846895" y="350703"/>
                  </a:lnTo>
                  <a:lnTo>
                    <a:pt x="1847670" y="350357"/>
                  </a:lnTo>
                  <a:lnTo>
                    <a:pt x="1848013" y="349823"/>
                  </a:lnTo>
                  <a:lnTo>
                    <a:pt x="1848547" y="349607"/>
                  </a:lnTo>
                  <a:lnTo>
                    <a:pt x="1849080" y="349592"/>
                  </a:lnTo>
                  <a:lnTo>
                    <a:pt x="1849461" y="349434"/>
                  </a:lnTo>
                  <a:lnTo>
                    <a:pt x="1849741" y="348842"/>
                  </a:lnTo>
                  <a:lnTo>
                    <a:pt x="1849906" y="348352"/>
                  </a:lnTo>
                  <a:lnTo>
                    <a:pt x="1850135" y="348150"/>
                  </a:lnTo>
                  <a:lnTo>
                    <a:pt x="1850427" y="348078"/>
                  </a:lnTo>
                  <a:lnTo>
                    <a:pt x="1853313" y="348560"/>
                  </a:lnTo>
                  <a:lnTo>
                    <a:pt x="1857754" y="348927"/>
                  </a:lnTo>
                  <a:lnTo>
                    <a:pt x="1858724" y="349007"/>
                  </a:lnTo>
                  <a:lnTo>
                    <a:pt x="1861392" y="349324"/>
                  </a:lnTo>
                  <a:lnTo>
                    <a:pt x="1867957" y="348929"/>
                  </a:lnTo>
                  <a:lnTo>
                    <a:pt x="1873148" y="349141"/>
                  </a:lnTo>
                  <a:lnTo>
                    <a:pt x="1873767" y="347451"/>
                  </a:lnTo>
                  <a:lnTo>
                    <a:pt x="1873416" y="346378"/>
                  </a:lnTo>
                  <a:lnTo>
                    <a:pt x="1874341" y="343700"/>
                  </a:lnTo>
                  <a:lnTo>
                    <a:pt x="1876409" y="341042"/>
                  </a:lnTo>
                  <a:lnTo>
                    <a:pt x="1875205" y="338516"/>
                  </a:lnTo>
                  <a:lnTo>
                    <a:pt x="1876699" y="338308"/>
                  </a:lnTo>
                  <a:lnTo>
                    <a:pt x="1878528" y="337668"/>
                  </a:lnTo>
                  <a:lnTo>
                    <a:pt x="1879488" y="337772"/>
                  </a:lnTo>
                  <a:lnTo>
                    <a:pt x="1880982" y="337547"/>
                  </a:lnTo>
                  <a:lnTo>
                    <a:pt x="1882176" y="337956"/>
                  </a:lnTo>
                  <a:lnTo>
                    <a:pt x="1882832" y="337420"/>
                  </a:lnTo>
                  <a:lnTo>
                    <a:pt x="1884087" y="337860"/>
                  </a:lnTo>
                  <a:lnTo>
                    <a:pt x="1884595" y="338307"/>
                  </a:lnTo>
                  <a:lnTo>
                    <a:pt x="1884836" y="338797"/>
                  </a:lnTo>
                  <a:lnTo>
                    <a:pt x="1884862" y="339547"/>
                  </a:lnTo>
                  <a:lnTo>
                    <a:pt x="1885192" y="340052"/>
                  </a:lnTo>
                  <a:lnTo>
                    <a:pt x="1886183" y="340903"/>
                  </a:lnTo>
                  <a:lnTo>
                    <a:pt x="1887288" y="341580"/>
                  </a:lnTo>
                  <a:lnTo>
                    <a:pt x="1888126" y="341580"/>
                  </a:lnTo>
                  <a:lnTo>
                    <a:pt x="1889435" y="341321"/>
                  </a:lnTo>
                  <a:lnTo>
                    <a:pt x="1890082" y="340931"/>
                  </a:lnTo>
                  <a:lnTo>
                    <a:pt x="1890286" y="340701"/>
                  </a:lnTo>
                  <a:lnTo>
                    <a:pt x="1890629" y="340686"/>
                  </a:lnTo>
                  <a:lnTo>
                    <a:pt x="1892077" y="340946"/>
                  </a:lnTo>
                  <a:lnTo>
                    <a:pt x="1892814" y="340888"/>
                  </a:lnTo>
                  <a:lnTo>
                    <a:pt x="1893563" y="340672"/>
                  </a:lnTo>
                  <a:lnTo>
                    <a:pt x="1894111" y="340395"/>
                  </a:lnTo>
                  <a:lnTo>
                    <a:pt x="1894528" y="340095"/>
                  </a:lnTo>
                  <a:lnTo>
                    <a:pt x="1894160" y="339259"/>
                  </a:lnTo>
                  <a:lnTo>
                    <a:pt x="1894224" y="338941"/>
                  </a:lnTo>
                  <a:lnTo>
                    <a:pt x="1894541" y="338711"/>
                  </a:lnTo>
                  <a:lnTo>
                    <a:pt x="1895354" y="338509"/>
                  </a:lnTo>
                  <a:lnTo>
                    <a:pt x="1895595" y="338365"/>
                  </a:lnTo>
                  <a:lnTo>
                    <a:pt x="1895964" y="337658"/>
                  </a:lnTo>
                  <a:lnTo>
                    <a:pt x="1896548" y="337139"/>
                  </a:lnTo>
                  <a:lnTo>
                    <a:pt x="1896980" y="336908"/>
                  </a:lnTo>
                  <a:lnTo>
                    <a:pt x="1897920" y="336764"/>
                  </a:lnTo>
                  <a:lnTo>
                    <a:pt x="1898797" y="336894"/>
                  </a:lnTo>
                  <a:lnTo>
                    <a:pt x="1899165" y="336894"/>
                  </a:lnTo>
                  <a:lnTo>
                    <a:pt x="1899571" y="336692"/>
                  </a:lnTo>
                  <a:lnTo>
                    <a:pt x="1899800" y="336043"/>
                  </a:lnTo>
                  <a:lnTo>
                    <a:pt x="1900462" y="336080"/>
                  </a:lnTo>
                  <a:lnTo>
                    <a:pt x="1901604" y="336144"/>
                  </a:lnTo>
                  <a:lnTo>
                    <a:pt x="1902048" y="336115"/>
                  </a:lnTo>
                  <a:lnTo>
                    <a:pt x="1902595" y="335985"/>
                  </a:lnTo>
                  <a:lnTo>
                    <a:pt x="1905516" y="333764"/>
                  </a:lnTo>
                  <a:lnTo>
                    <a:pt x="1906482" y="333606"/>
                  </a:lnTo>
                  <a:lnTo>
                    <a:pt x="1907841" y="333606"/>
                  </a:lnTo>
                  <a:lnTo>
                    <a:pt x="1908603" y="333447"/>
                  </a:lnTo>
                  <a:lnTo>
                    <a:pt x="1909594" y="332971"/>
                  </a:lnTo>
                  <a:lnTo>
                    <a:pt x="1910127" y="332366"/>
                  </a:lnTo>
                  <a:lnTo>
                    <a:pt x="1910521" y="332149"/>
                  </a:lnTo>
                  <a:lnTo>
                    <a:pt x="1911850" y="331963"/>
                  </a:lnTo>
                  <a:lnTo>
                    <a:pt x="1913557" y="330856"/>
                  </a:lnTo>
                  <a:lnTo>
                    <a:pt x="1917592" y="331398"/>
                  </a:lnTo>
                  <a:lnTo>
                    <a:pt x="1919116" y="332529"/>
                  </a:lnTo>
                  <a:lnTo>
                    <a:pt x="1925338" y="333046"/>
                  </a:lnTo>
                  <a:lnTo>
                    <a:pt x="1927363" y="331744"/>
                  </a:lnTo>
                  <a:lnTo>
                    <a:pt x="1928031" y="331652"/>
                  </a:lnTo>
                  <a:lnTo>
                    <a:pt x="1928407" y="331894"/>
                  </a:lnTo>
                  <a:lnTo>
                    <a:pt x="1928996" y="332875"/>
                  </a:lnTo>
                  <a:lnTo>
                    <a:pt x="1931059" y="332967"/>
                  </a:lnTo>
                  <a:lnTo>
                    <a:pt x="1933671" y="333452"/>
                  </a:lnTo>
                  <a:lnTo>
                    <a:pt x="1934148" y="333325"/>
                  </a:lnTo>
                  <a:lnTo>
                    <a:pt x="1934301" y="332921"/>
                  </a:lnTo>
                  <a:lnTo>
                    <a:pt x="1934118" y="332425"/>
                  </a:lnTo>
                  <a:lnTo>
                    <a:pt x="1933813" y="331986"/>
                  </a:lnTo>
                  <a:lnTo>
                    <a:pt x="1936221" y="329310"/>
                  </a:lnTo>
                  <a:lnTo>
                    <a:pt x="1937614" y="329356"/>
                  </a:lnTo>
                  <a:lnTo>
                    <a:pt x="1938782" y="329172"/>
                  </a:lnTo>
                  <a:lnTo>
                    <a:pt x="1939209" y="329183"/>
                  </a:lnTo>
                  <a:lnTo>
                    <a:pt x="1939453" y="329541"/>
                  </a:lnTo>
                  <a:lnTo>
                    <a:pt x="1939565" y="330729"/>
                  </a:lnTo>
                  <a:lnTo>
                    <a:pt x="1939209" y="331156"/>
                  </a:lnTo>
                  <a:lnTo>
                    <a:pt x="1939666" y="331537"/>
                  </a:lnTo>
                  <a:lnTo>
                    <a:pt x="1940683" y="331698"/>
                  </a:lnTo>
                  <a:lnTo>
                    <a:pt x="1941607" y="331006"/>
                  </a:lnTo>
                  <a:lnTo>
                    <a:pt x="1943170" y="330502"/>
                  </a:lnTo>
                  <a:lnTo>
                    <a:pt x="1943183" y="330498"/>
                  </a:lnTo>
                  <a:lnTo>
                    <a:pt x="1944016" y="331721"/>
                  </a:lnTo>
                  <a:lnTo>
                    <a:pt x="1945632" y="333648"/>
                  </a:lnTo>
                  <a:lnTo>
                    <a:pt x="1947258" y="335147"/>
                  </a:lnTo>
                  <a:lnTo>
                    <a:pt x="1947837" y="335517"/>
                  </a:lnTo>
                  <a:lnTo>
                    <a:pt x="1948203" y="335436"/>
                  </a:lnTo>
                  <a:lnTo>
                    <a:pt x="1949290" y="334847"/>
                  </a:lnTo>
                  <a:lnTo>
                    <a:pt x="1949686" y="334801"/>
                  </a:lnTo>
                  <a:lnTo>
                    <a:pt x="1951516" y="335367"/>
                  </a:lnTo>
                  <a:lnTo>
                    <a:pt x="1953152" y="335147"/>
                  </a:lnTo>
                  <a:lnTo>
                    <a:pt x="1954077" y="335332"/>
                  </a:lnTo>
                  <a:lnTo>
                    <a:pt x="1954239" y="335747"/>
                  </a:lnTo>
                  <a:lnTo>
                    <a:pt x="1955235" y="336289"/>
                  </a:lnTo>
                  <a:lnTo>
                    <a:pt x="1956272" y="337212"/>
                  </a:lnTo>
                  <a:lnTo>
                    <a:pt x="1956729" y="337247"/>
                  </a:lnTo>
                  <a:lnTo>
                    <a:pt x="1957765" y="336774"/>
                  </a:lnTo>
                  <a:lnTo>
                    <a:pt x="1958152" y="336762"/>
                  </a:lnTo>
                  <a:lnTo>
                    <a:pt x="1958456" y="337028"/>
                  </a:lnTo>
                  <a:lnTo>
                    <a:pt x="1958703" y="337517"/>
                  </a:lnTo>
                  <a:lnTo>
                    <a:pt x="1959269" y="337420"/>
                  </a:lnTo>
                  <a:lnTo>
                    <a:pt x="1959750" y="336916"/>
                  </a:lnTo>
                  <a:lnTo>
                    <a:pt x="1961310" y="335782"/>
                  </a:lnTo>
                  <a:lnTo>
                    <a:pt x="1963650" y="336115"/>
                  </a:lnTo>
                  <a:lnTo>
                    <a:pt x="1964365" y="336079"/>
                  </a:lnTo>
                  <a:lnTo>
                    <a:pt x="1964992" y="335878"/>
                  </a:lnTo>
                  <a:lnTo>
                    <a:pt x="1966660" y="335977"/>
                  </a:lnTo>
                  <a:lnTo>
                    <a:pt x="1967720" y="336670"/>
                  </a:lnTo>
                  <a:lnTo>
                    <a:pt x="1968891" y="336697"/>
                  </a:lnTo>
                  <a:lnTo>
                    <a:pt x="1970283" y="336406"/>
                  </a:lnTo>
                  <a:lnTo>
                    <a:pt x="1970573" y="336384"/>
                  </a:lnTo>
                  <a:lnTo>
                    <a:pt x="1971061" y="336688"/>
                  </a:lnTo>
                  <a:lnTo>
                    <a:pt x="1971695" y="336956"/>
                  </a:lnTo>
                  <a:lnTo>
                    <a:pt x="1971967" y="337319"/>
                  </a:lnTo>
                  <a:lnTo>
                    <a:pt x="1972032" y="337981"/>
                  </a:lnTo>
                  <a:lnTo>
                    <a:pt x="1971796" y="338397"/>
                  </a:lnTo>
                  <a:lnTo>
                    <a:pt x="1973560" y="337694"/>
                  </a:lnTo>
                  <a:lnTo>
                    <a:pt x="1974112" y="337067"/>
                  </a:lnTo>
                  <a:lnTo>
                    <a:pt x="1974625" y="336873"/>
                  </a:lnTo>
                  <a:lnTo>
                    <a:pt x="1975397" y="336891"/>
                  </a:lnTo>
                  <a:lnTo>
                    <a:pt x="1976007" y="336660"/>
                  </a:lnTo>
                  <a:lnTo>
                    <a:pt x="1976763" y="335608"/>
                  </a:lnTo>
                  <a:lnTo>
                    <a:pt x="1977348" y="334842"/>
                  </a:lnTo>
                  <a:lnTo>
                    <a:pt x="1977519" y="334141"/>
                  </a:lnTo>
                  <a:lnTo>
                    <a:pt x="1977120" y="333726"/>
                  </a:lnTo>
                  <a:lnTo>
                    <a:pt x="1980088" y="334335"/>
                  </a:lnTo>
                  <a:lnTo>
                    <a:pt x="1980593" y="334361"/>
                  </a:lnTo>
                  <a:lnTo>
                    <a:pt x="1981782" y="334280"/>
                  </a:lnTo>
                  <a:lnTo>
                    <a:pt x="1981807" y="333397"/>
                  </a:lnTo>
                  <a:lnTo>
                    <a:pt x="1981981" y="333112"/>
                  </a:lnTo>
                  <a:lnTo>
                    <a:pt x="1982528" y="332593"/>
                  </a:lnTo>
                  <a:lnTo>
                    <a:pt x="1982786" y="332169"/>
                  </a:lnTo>
                  <a:lnTo>
                    <a:pt x="1982213" y="331087"/>
                  </a:lnTo>
                  <a:lnTo>
                    <a:pt x="1981949" y="330210"/>
                  </a:lnTo>
                  <a:lnTo>
                    <a:pt x="1981842" y="329921"/>
                  </a:lnTo>
                  <a:lnTo>
                    <a:pt x="1981698" y="329530"/>
                  </a:lnTo>
                  <a:lnTo>
                    <a:pt x="1982852" y="328401"/>
                  </a:lnTo>
                  <a:lnTo>
                    <a:pt x="1982923" y="327905"/>
                  </a:lnTo>
                  <a:lnTo>
                    <a:pt x="1982397" y="326649"/>
                  </a:lnTo>
                  <a:lnTo>
                    <a:pt x="1982446" y="325917"/>
                  </a:lnTo>
                  <a:lnTo>
                    <a:pt x="1982946" y="325599"/>
                  </a:lnTo>
                  <a:lnTo>
                    <a:pt x="1982103" y="325357"/>
                  </a:lnTo>
                  <a:lnTo>
                    <a:pt x="1982072" y="323384"/>
                  </a:lnTo>
                  <a:lnTo>
                    <a:pt x="1982497" y="322826"/>
                  </a:lnTo>
                  <a:lnTo>
                    <a:pt x="1982498" y="322815"/>
                  </a:lnTo>
                  <a:lnTo>
                    <a:pt x="1982464" y="322820"/>
                  </a:lnTo>
                  <a:lnTo>
                    <a:pt x="1979603" y="322173"/>
                  </a:lnTo>
                  <a:lnTo>
                    <a:pt x="1979293" y="320911"/>
                  </a:lnTo>
                  <a:lnTo>
                    <a:pt x="1980237" y="320253"/>
                  </a:lnTo>
                  <a:lnTo>
                    <a:pt x="1980123" y="320108"/>
                  </a:lnTo>
                  <a:lnTo>
                    <a:pt x="1979575" y="320039"/>
                  </a:lnTo>
                  <a:lnTo>
                    <a:pt x="1978889" y="319952"/>
                  </a:lnTo>
                  <a:lnTo>
                    <a:pt x="1977497" y="318337"/>
                  </a:lnTo>
                  <a:lnTo>
                    <a:pt x="1977295" y="318091"/>
                  </a:lnTo>
                  <a:lnTo>
                    <a:pt x="1976846" y="317541"/>
                  </a:lnTo>
                  <a:lnTo>
                    <a:pt x="1976633" y="317091"/>
                  </a:lnTo>
                  <a:lnTo>
                    <a:pt x="1976614" y="316906"/>
                  </a:lnTo>
                  <a:lnTo>
                    <a:pt x="1976712" y="316638"/>
                  </a:lnTo>
                  <a:lnTo>
                    <a:pt x="1976574" y="316370"/>
                  </a:lnTo>
                  <a:lnTo>
                    <a:pt x="1976606" y="316010"/>
                  </a:lnTo>
                  <a:lnTo>
                    <a:pt x="1977314" y="315595"/>
                  </a:lnTo>
                  <a:lnTo>
                    <a:pt x="1975530" y="312121"/>
                  </a:lnTo>
                  <a:lnTo>
                    <a:pt x="1975289" y="311774"/>
                  </a:lnTo>
                  <a:lnTo>
                    <a:pt x="1974024" y="309956"/>
                  </a:lnTo>
                  <a:lnTo>
                    <a:pt x="1973827" y="309672"/>
                  </a:lnTo>
                  <a:lnTo>
                    <a:pt x="1973700" y="309491"/>
                  </a:lnTo>
                  <a:lnTo>
                    <a:pt x="1972853" y="308794"/>
                  </a:lnTo>
                  <a:lnTo>
                    <a:pt x="1972195" y="308415"/>
                  </a:lnTo>
                  <a:lnTo>
                    <a:pt x="1971683" y="307926"/>
                  </a:lnTo>
                  <a:lnTo>
                    <a:pt x="1970883" y="307023"/>
                  </a:lnTo>
                  <a:lnTo>
                    <a:pt x="1970807" y="306936"/>
                  </a:lnTo>
                  <a:lnTo>
                    <a:pt x="1970697" y="306800"/>
                  </a:lnTo>
                  <a:lnTo>
                    <a:pt x="1970695" y="306790"/>
                  </a:lnTo>
                  <a:lnTo>
                    <a:pt x="1970682" y="306754"/>
                  </a:lnTo>
                  <a:lnTo>
                    <a:pt x="1970650" y="306708"/>
                  </a:lnTo>
                  <a:lnTo>
                    <a:pt x="1970631" y="306694"/>
                  </a:lnTo>
                  <a:lnTo>
                    <a:pt x="1970626" y="306692"/>
                  </a:lnTo>
                  <a:lnTo>
                    <a:pt x="1970406" y="306612"/>
                  </a:lnTo>
                  <a:lnTo>
                    <a:pt x="1970229" y="306603"/>
                  </a:lnTo>
                  <a:lnTo>
                    <a:pt x="1970204" y="306600"/>
                  </a:lnTo>
                  <a:lnTo>
                    <a:pt x="1970184" y="306595"/>
                  </a:lnTo>
                  <a:lnTo>
                    <a:pt x="1970176" y="306593"/>
                  </a:lnTo>
                  <a:lnTo>
                    <a:pt x="1970163" y="306577"/>
                  </a:lnTo>
                  <a:lnTo>
                    <a:pt x="1970162" y="306534"/>
                  </a:lnTo>
                  <a:lnTo>
                    <a:pt x="1970161" y="306477"/>
                  </a:lnTo>
                  <a:lnTo>
                    <a:pt x="1970154" y="306446"/>
                  </a:lnTo>
                  <a:lnTo>
                    <a:pt x="1969792" y="306203"/>
                  </a:lnTo>
                  <a:lnTo>
                    <a:pt x="1969720" y="306182"/>
                  </a:lnTo>
                  <a:lnTo>
                    <a:pt x="1969653" y="306163"/>
                  </a:lnTo>
                  <a:lnTo>
                    <a:pt x="1969501" y="306157"/>
                  </a:lnTo>
                  <a:lnTo>
                    <a:pt x="1969473" y="306143"/>
                  </a:lnTo>
                  <a:lnTo>
                    <a:pt x="1969429" y="306122"/>
                  </a:lnTo>
                  <a:lnTo>
                    <a:pt x="1969171" y="306087"/>
                  </a:lnTo>
                  <a:lnTo>
                    <a:pt x="1968866" y="306092"/>
                  </a:lnTo>
                  <a:lnTo>
                    <a:pt x="1968713" y="306121"/>
                  </a:lnTo>
                  <a:lnTo>
                    <a:pt x="1968614" y="306131"/>
                  </a:lnTo>
                  <a:lnTo>
                    <a:pt x="1968418" y="306151"/>
                  </a:lnTo>
                  <a:lnTo>
                    <a:pt x="1968319" y="306161"/>
                  </a:lnTo>
                  <a:lnTo>
                    <a:pt x="1968296" y="306163"/>
                  </a:lnTo>
                  <a:lnTo>
                    <a:pt x="1968288" y="306162"/>
                  </a:lnTo>
                  <a:lnTo>
                    <a:pt x="1968282" y="306158"/>
                  </a:lnTo>
                  <a:lnTo>
                    <a:pt x="1968275" y="306145"/>
                  </a:lnTo>
                  <a:lnTo>
                    <a:pt x="1968272" y="306136"/>
                  </a:lnTo>
                  <a:lnTo>
                    <a:pt x="1968269" y="306131"/>
                  </a:lnTo>
                  <a:lnTo>
                    <a:pt x="1968256" y="306122"/>
                  </a:lnTo>
                  <a:lnTo>
                    <a:pt x="1968135" y="306115"/>
                  </a:lnTo>
                  <a:lnTo>
                    <a:pt x="1968129" y="306115"/>
                  </a:lnTo>
                  <a:lnTo>
                    <a:pt x="1967900" y="306185"/>
                  </a:lnTo>
                  <a:lnTo>
                    <a:pt x="1967639" y="306224"/>
                  </a:lnTo>
                  <a:lnTo>
                    <a:pt x="1967634" y="306220"/>
                  </a:lnTo>
                  <a:lnTo>
                    <a:pt x="1967569" y="306177"/>
                  </a:lnTo>
                  <a:lnTo>
                    <a:pt x="1967560" y="306174"/>
                  </a:lnTo>
                  <a:lnTo>
                    <a:pt x="1967554" y="306174"/>
                  </a:lnTo>
                  <a:lnTo>
                    <a:pt x="1967523" y="306182"/>
                  </a:lnTo>
                  <a:lnTo>
                    <a:pt x="1967517" y="306184"/>
                  </a:lnTo>
                  <a:lnTo>
                    <a:pt x="1967497" y="306200"/>
                  </a:lnTo>
                  <a:lnTo>
                    <a:pt x="1967497" y="306190"/>
                  </a:lnTo>
                  <a:lnTo>
                    <a:pt x="1967492" y="306159"/>
                  </a:lnTo>
                  <a:lnTo>
                    <a:pt x="1967487" y="306148"/>
                  </a:lnTo>
                  <a:lnTo>
                    <a:pt x="1967479" y="306139"/>
                  </a:lnTo>
                  <a:lnTo>
                    <a:pt x="1967474" y="306137"/>
                  </a:lnTo>
                  <a:lnTo>
                    <a:pt x="1967380" y="306117"/>
                  </a:lnTo>
                  <a:lnTo>
                    <a:pt x="1967280" y="306119"/>
                  </a:lnTo>
                  <a:lnTo>
                    <a:pt x="1967209" y="306126"/>
                  </a:lnTo>
                  <a:lnTo>
                    <a:pt x="1967186" y="306130"/>
                  </a:lnTo>
                  <a:lnTo>
                    <a:pt x="1967141" y="306135"/>
                  </a:lnTo>
                  <a:lnTo>
                    <a:pt x="1967110" y="306137"/>
                  </a:lnTo>
                  <a:lnTo>
                    <a:pt x="1967087" y="306136"/>
                  </a:lnTo>
                  <a:lnTo>
                    <a:pt x="1967054" y="306133"/>
                  </a:lnTo>
                  <a:lnTo>
                    <a:pt x="1967034" y="306126"/>
                  </a:lnTo>
                  <a:lnTo>
                    <a:pt x="1967012" y="306110"/>
                  </a:lnTo>
                  <a:lnTo>
                    <a:pt x="1967001" y="306101"/>
                  </a:lnTo>
                  <a:lnTo>
                    <a:pt x="1966999" y="306097"/>
                  </a:lnTo>
                  <a:lnTo>
                    <a:pt x="1966980" y="306011"/>
                  </a:lnTo>
                  <a:lnTo>
                    <a:pt x="1966978" y="305994"/>
                  </a:lnTo>
                  <a:lnTo>
                    <a:pt x="1966791" y="305817"/>
                  </a:lnTo>
                  <a:lnTo>
                    <a:pt x="1966782" y="305821"/>
                  </a:lnTo>
                  <a:lnTo>
                    <a:pt x="1966773" y="305823"/>
                  </a:lnTo>
                  <a:lnTo>
                    <a:pt x="1966762" y="305823"/>
                  </a:lnTo>
                  <a:lnTo>
                    <a:pt x="1966751" y="305820"/>
                  </a:lnTo>
                  <a:lnTo>
                    <a:pt x="1966740" y="305813"/>
                  </a:lnTo>
                  <a:lnTo>
                    <a:pt x="1966732" y="305804"/>
                  </a:lnTo>
                  <a:lnTo>
                    <a:pt x="1966713" y="305782"/>
                  </a:lnTo>
                  <a:lnTo>
                    <a:pt x="1966705" y="305769"/>
                  </a:lnTo>
                  <a:lnTo>
                    <a:pt x="1966659" y="305669"/>
                  </a:lnTo>
                  <a:lnTo>
                    <a:pt x="1966654" y="305652"/>
                  </a:lnTo>
                  <a:lnTo>
                    <a:pt x="1966657" y="305648"/>
                  </a:lnTo>
                  <a:lnTo>
                    <a:pt x="1966663" y="305641"/>
                  </a:lnTo>
                  <a:lnTo>
                    <a:pt x="1966668" y="305637"/>
                  </a:lnTo>
                  <a:lnTo>
                    <a:pt x="1966683" y="305631"/>
                  </a:lnTo>
                  <a:lnTo>
                    <a:pt x="1966697" y="305629"/>
                  </a:lnTo>
                  <a:lnTo>
                    <a:pt x="1966771" y="305620"/>
                  </a:lnTo>
                  <a:lnTo>
                    <a:pt x="1966788" y="305618"/>
                  </a:lnTo>
                  <a:lnTo>
                    <a:pt x="1966802" y="305619"/>
                  </a:lnTo>
                  <a:lnTo>
                    <a:pt x="1966818" y="305623"/>
                  </a:lnTo>
                  <a:lnTo>
                    <a:pt x="1966824" y="305626"/>
                  </a:lnTo>
                  <a:lnTo>
                    <a:pt x="1966830" y="305628"/>
                  </a:lnTo>
                  <a:lnTo>
                    <a:pt x="1966896" y="305654"/>
                  </a:lnTo>
                  <a:lnTo>
                    <a:pt x="1966995" y="305654"/>
                  </a:lnTo>
                  <a:lnTo>
                    <a:pt x="1967006" y="305650"/>
                  </a:lnTo>
                  <a:lnTo>
                    <a:pt x="1967015" y="305641"/>
                  </a:lnTo>
                  <a:lnTo>
                    <a:pt x="1967028" y="305613"/>
                  </a:lnTo>
                  <a:lnTo>
                    <a:pt x="1967029" y="305594"/>
                  </a:lnTo>
                  <a:lnTo>
                    <a:pt x="1967026" y="305581"/>
                  </a:lnTo>
                  <a:lnTo>
                    <a:pt x="1967016" y="305561"/>
                  </a:lnTo>
                  <a:lnTo>
                    <a:pt x="1967002" y="305543"/>
                  </a:lnTo>
                  <a:lnTo>
                    <a:pt x="1966997" y="305536"/>
                  </a:lnTo>
                  <a:lnTo>
                    <a:pt x="1966986" y="305532"/>
                  </a:lnTo>
                  <a:lnTo>
                    <a:pt x="1966972" y="305527"/>
                  </a:lnTo>
                  <a:lnTo>
                    <a:pt x="1966958" y="305524"/>
                  </a:lnTo>
                  <a:lnTo>
                    <a:pt x="1966919" y="305447"/>
                  </a:lnTo>
                  <a:lnTo>
                    <a:pt x="1966908" y="305305"/>
                  </a:lnTo>
                  <a:lnTo>
                    <a:pt x="1966954" y="305212"/>
                  </a:lnTo>
                  <a:lnTo>
                    <a:pt x="1966972" y="305187"/>
                  </a:lnTo>
                  <a:lnTo>
                    <a:pt x="1966987" y="305176"/>
                  </a:lnTo>
                  <a:lnTo>
                    <a:pt x="1967025" y="305150"/>
                  </a:lnTo>
                  <a:lnTo>
                    <a:pt x="1967051" y="305141"/>
                  </a:lnTo>
                  <a:lnTo>
                    <a:pt x="1967060" y="305140"/>
                  </a:lnTo>
                  <a:lnTo>
                    <a:pt x="1967068" y="305140"/>
                  </a:lnTo>
                  <a:lnTo>
                    <a:pt x="1967076" y="305144"/>
                  </a:lnTo>
                  <a:lnTo>
                    <a:pt x="1967087" y="305141"/>
                  </a:lnTo>
                  <a:lnTo>
                    <a:pt x="1967099" y="305134"/>
                  </a:lnTo>
                  <a:lnTo>
                    <a:pt x="1967105" y="305129"/>
                  </a:lnTo>
                  <a:lnTo>
                    <a:pt x="1967171" y="304966"/>
                  </a:lnTo>
                  <a:lnTo>
                    <a:pt x="1967171" y="304957"/>
                  </a:lnTo>
                  <a:lnTo>
                    <a:pt x="1967146" y="304878"/>
                  </a:lnTo>
                  <a:lnTo>
                    <a:pt x="1967134" y="304848"/>
                  </a:lnTo>
                  <a:lnTo>
                    <a:pt x="1967126" y="304837"/>
                  </a:lnTo>
                  <a:lnTo>
                    <a:pt x="1967112" y="304826"/>
                  </a:lnTo>
                  <a:lnTo>
                    <a:pt x="1966988" y="304743"/>
                  </a:lnTo>
                  <a:lnTo>
                    <a:pt x="1966966" y="304736"/>
                  </a:lnTo>
                  <a:lnTo>
                    <a:pt x="1966952" y="304738"/>
                  </a:lnTo>
                  <a:lnTo>
                    <a:pt x="1966935" y="304743"/>
                  </a:lnTo>
                  <a:lnTo>
                    <a:pt x="1966920" y="304753"/>
                  </a:lnTo>
                  <a:lnTo>
                    <a:pt x="1966914" y="304761"/>
                  </a:lnTo>
                  <a:lnTo>
                    <a:pt x="1966914" y="304769"/>
                  </a:lnTo>
                  <a:lnTo>
                    <a:pt x="1966930" y="304789"/>
                  </a:lnTo>
                  <a:lnTo>
                    <a:pt x="1966938" y="304799"/>
                  </a:lnTo>
                  <a:lnTo>
                    <a:pt x="1966946" y="304810"/>
                  </a:lnTo>
                  <a:lnTo>
                    <a:pt x="1966949" y="304815"/>
                  </a:lnTo>
                  <a:lnTo>
                    <a:pt x="1966961" y="304867"/>
                  </a:lnTo>
                  <a:lnTo>
                    <a:pt x="1966958" y="304873"/>
                  </a:lnTo>
                  <a:lnTo>
                    <a:pt x="1966954" y="304880"/>
                  </a:lnTo>
                  <a:lnTo>
                    <a:pt x="1966946" y="304885"/>
                  </a:lnTo>
                  <a:lnTo>
                    <a:pt x="1966937" y="304887"/>
                  </a:lnTo>
                  <a:lnTo>
                    <a:pt x="1966903" y="304884"/>
                  </a:lnTo>
                  <a:lnTo>
                    <a:pt x="1966895" y="304882"/>
                  </a:lnTo>
                  <a:lnTo>
                    <a:pt x="1966887" y="304878"/>
                  </a:lnTo>
                  <a:lnTo>
                    <a:pt x="1966876" y="304871"/>
                  </a:lnTo>
                  <a:lnTo>
                    <a:pt x="1966689" y="304745"/>
                  </a:lnTo>
                  <a:lnTo>
                    <a:pt x="1966668" y="304723"/>
                  </a:lnTo>
                  <a:lnTo>
                    <a:pt x="1966582" y="304620"/>
                  </a:lnTo>
                  <a:lnTo>
                    <a:pt x="1966576" y="304613"/>
                  </a:lnTo>
                  <a:lnTo>
                    <a:pt x="1966571" y="304602"/>
                  </a:lnTo>
                  <a:lnTo>
                    <a:pt x="1966571" y="304597"/>
                  </a:lnTo>
                  <a:lnTo>
                    <a:pt x="1966574" y="304592"/>
                  </a:lnTo>
                  <a:lnTo>
                    <a:pt x="1966583" y="304582"/>
                  </a:lnTo>
                  <a:lnTo>
                    <a:pt x="1966673" y="304536"/>
                  </a:lnTo>
                  <a:lnTo>
                    <a:pt x="1966686" y="304530"/>
                  </a:lnTo>
                  <a:lnTo>
                    <a:pt x="1966696" y="304527"/>
                  </a:lnTo>
                  <a:lnTo>
                    <a:pt x="1966735" y="304536"/>
                  </a:lnTo>
                  <a:lnTo>
                    <a:pt x="1966754" y="304543"/>
                  </a:lnTo>
                  <a:lnTo>
                    <a:pt x="1966843" y="304579"/>
                  </a:lnTo>
                  <a:lnTo>
                    <a:pt x="1966854" y="304585"/>
                  </a:lnTo>
                  <a:lnTo>
                    <a:pt x="1966862" y="304592"/>
                  </a:lnTo>
                  <a:lnTo>
                    <a:pt x="1966868" y="304600"/>
                  </a:lnTo>
                  <a:lnTo>
                    <a:pt x="1966867" y="304608"/>
                  </a:lnTo>
                  <a:lnTo>
                    <a:pt x="1966864" y="304615"/>
                  </a:lnTo>
                  <a:lnTo>
                    <a:pt x="1966855" y="304627"/>
                  </a:lnTo>
                  <a:lnTo>
                    <a:pt x="1966892" y="304684"/>
                  </a:lnTo>
                  <a:lnTo>
                    <a:pt x="1967087" y="304677"/>
                  </a:lnTo>
                  <a:lnTo>
                    <a:pt x="1967099" y="304676"/>
                  </a:lnTo>
                  <a:lnTo>
                    <a:pt x="1967116" y="304669"/>
                  </a:lnTo>
                  <a:lnTo>
                    <a:pt x="1967124" y="304664"/>
                  </a:lnTo>
                  <a:lnTo>
                    <a:pt x="1967128" y="304655"/>
                  </a:lnTo>
                  <a:lnTo>
                    <a:pt x="1967146" y="304490"/>
                  </a:lnTo>
                  <a:lnTo>
                    <a:pt x="1967149" y="304412"/>
                  </a:lnTo>
                  <a:lnTo>
                    <a:pt x="1967150" y="304406"/>
                  </a:lnTo>
                  <a:lnTo>
                    <a:pt x="1967065" y="304347"/>
                  </a:lnTo>
                  <a:lnTo>
                    <a:pt x="1967056" y="304344"/>
                  </a:lnTo>
                  <a:lnTo>
                    <a:pt x="1967048" y="304345"/>
                  </a:lnTo>
                  <a:lnTo>
                    <a:pt x="1967033" y="304350"/>
                  </a:lnTo>
                  <a:lnTo>
                    <a:pt x="1967027" y="304356"/>
                  </a:lnTo>
                  <a:lnTo>
                    <a:pt x="1967024" y="304365"/>
                  </a:lnTo>
                  <a:lnTo>
                    <a:pt x="1967037" y="304401"/>
                  </a:lnTo>
                  <a:lnTo>
                    <a:pt x="1967031" y="304415"/>
                  </a:lnTo>
                  <a:lnTo>
                    <a:pt x="1966969" y="304474"/>
                  </a:lnTo>
                  <a:lnTo>
                    <a:pt x="1966960" y="304481"/>
                  </a:lnTo>
                  <a:lnTo>
                    <a:pt x="1966949" y="304487"/>
                  </a:lnTo>
                  <a:lnTo>
                    <a:pt x="1966932" y="304488"/>
                  </a:lnTo>
                  <a:lnTo>
                    <a:pt x="1966917" y="304488"/>
                  </a:lnTo>
                  <a:lnTo>
                    <a:pt x="1966898" y="304484"/>
                  </a:lnTo>
                  <a:lnTo>
                    <a:pt x="1966887" y="304478"/>
                  </a:lnTo>
                  <a:lnTo>
                    <a:pt x="1966776" y="304364"/>
                  </a:lnTo>
                  <a:lnTo>
                    <a:pt x="1966771" y="304357"/>
                  </a:lnTo>
                  <a:lnTo>
                    <a:pt x="1966768" y="304345"/>
                  </a:lnTo>
                  <a:lnTo>
                    <a:pt x="1966768" y="304340"/>
                  </a:lnTo>
                  <a:lnTo>
                    <a:pt x="1966777" y="304331"/>
                  </a:lnTo>
                  <a:lnTo>
                    <a:pt x="1966792" y="304324"/>
                  </a:lnTo>
                  <a:lnTo>
                    <a:pt x="1966806" y="304320"/>
                  </a:lnTo>
                  <a:lnTo>
                    <a:pt x="1966823" y="304319"/>
                  </a:lnTo>
                  <a:lnTo>
                    <a:pt x="1966854" y="304320"/>
                  </a:lnTo>
                  <a:lnTo>
                    <a:pt x="1966871" y="304323"/>
                  </a:lnTo>
                  <a:lnTo>
                    <a:pt x="1966907" y="304340"/>
                  </a:lnTo>
                  <a:lnTo>
                    <a:pt x="1966923" y="304349"/>
                  </a:lnTo>
                  <a:lnTo>
                    <a:pt x="1966935" y="304348"/>
                  </a:lnTo>
                  <a:lnTo>
                    <a:pt x="1966943" y="304345"/>
                  </a:lnTo>
                  <a:lnTo>
                    <a:pt x="1967052" y="304301"/>
                  </a:lnTo>
                  <a:lnTo>
                    <a:pt x="1967064" y="304294"/>
                  </a:lnTo>
                  <a:lnTo>
                    <a:pt x="1967079" y="304282"/>
                  </a:lnTo>
                  <a:lnTo>
                    <a:pt x="1967082" y="304271"/>
                  </a:lnTo>
                  <a:lnTo>
                    <a:pt x="1967080" y="304255"/>
                  </a:lnTo>
                  <a:lnTo>
                    <a:pt x="1967075" y="304240"/>
                  </a:lnTo>
                  <a:lnTo>
                    <a:pt x="1967064" y="304234"/>
                  </a:lnTo>
                  <a:lnTo>
                    <a:pt x="1967058" y="304233"/>
                  </a:lnTo>
                  <a:lnTo>
                    <a:pt x="1966946" y="304216"/>
                  </a:lnTo>
                  <a:lnTo>
                    <a:pt x="1966887" y="304211"/>
                  </a:lnTo>
                  <a:lnTo>
                    <a:pt x="1966886" y="304236"/>
                  </a:lnTo>
                  <a:lnTo>
                    <a:pt x="1966883" y="304241"/>
                  </a:lnTo>
                  <a:lnTo>
                    <a:pt x="1966877" y="304247"/>
                  </a:lnTo>
                  <a:lnTo>
                    <a:pt x="1966868" y="304249"/>
                  </a:lnTo>
                  <a:lnTo>
                    <a:pt x="1966730" y="304252"/>
                  </a:lnTo>
                  <a:lnTo>
                    <a:pt x="1966724" y="304250"/>
                  </a:lnTo>
                  <a:lnTo>
                    <a:pt x="1966719" y="304249"/>
                  </a:lnTo>
                  <a:lnTo>
                    <a:pt x="1966711" y="304239"/>
                  </a:lnTo>
                  <a:lnTo>
                    <a:pt x="1966705" y="304227"/>
                  </a:lnTo>
                  <a:lnTo>
                    <a:pt x="1966667" y="304066"/>
                  </a:lnTo>
                  <a:lnTo>
                    <a:pt x="1966668" y="304054"/>
                  </a:lnTo>
                  <a:lnTo>
                    <a:pt x="1966676" y="303899"/>
                  </a:lnTo>
                  <a:lnTo>
                    <a:pt x="1966683" y="303762"/>
                  </a:lnTo>
                  <a:lnTo>
                    <a:pt x="1966778" y="303640"/>
                  </a:lnTo>
                  <a:lnTo>
                    <a:pt x="1966734" y="303484"/>
                  </a:lnTo>
                  <a:lnTo>
                    <a:pt x="1966629" y="303508"/>
                  </a:lnTo>
                  <a:lnTo>
                    <a:pt x="1966450" y="303516"/>
                  </a:lnTo>
                  <a:lnTo>
                    <a:pt x="1966354" y="303517"/>
                  </a:lnTo>
                  <a:lnTo>
                    <a:pt x="1966049" y="303517"/>
                  </a:lnTo>
                  <a:lnTo>
                    <a:pt x="1965997" y="303543"/>
                  </a:lnTo>
                  <a:lnTo>
                    <a:pt x="1965976" y="303553"/>
                  </a:lnTo>
                  <a:lnTo>
                    <a:pt x="1965948" y="303555"/>
                  </a:lnTo>
                  <a:lnTo>
                    <a:pt x="1965926" y="303553"/>
                  </a:lnTo>
                  <a:lnTo>
                    <a:pt x="1965918" y="303551"/>
                  </a:lnTo>
                  <a:lnTo>
                    <a:pt x="1965791" y="303485"/>
                  </a:lnTo>
                  <a:lnTo>
                    <a:pt x="1965758" y="303467"/>
                  </a:lnTo>
                  <a:lnTo>
                    <a:pt x="1965730" y="303446"/>
                  </a:lnTo>
                  <a:lnTo>
                    <a:pt x="1965728" y="303441"/>
                  </a:lnTo>
                  <a:lnTo>
                    <a:pt x="1965725" y="303435"/>
                  </a:lnTo>
                  <a:lnTo>
                    <a:pt x="1965726" y="303428"/>
                  </a:lnTo>
                  <a:lnTo>
                    <a:pt x="1965729" y="303422"/>
                  </a:lnTo>
                  <a:lnTo>
                    <a:pt x="1965735" y="303415"/>
                  </a:lnTo>
                  <a:lnTo>
                    <a:pt x="1965761" y="303402"/>
                  </a:lnTo>
                  <a:lnTo>
                    <a:pt x="1965778" y="303397"/>
                  </a:lnTo>
                  <a:lnTo>
                    <a:pt x="1965798" y="303392"/>
                  </a:lnTo>
                  <a:lnTo>
                    <a:pt x="1965838" y="303371"/>
                  </a:lnTo>
                  <a:lnTo>
                    <a:pt x="1965864" y="303351"/>
                  </a:lnTo>
                  <a:lnTo>
                    <a:pt x="1965870" y="303345"/>
                  </a:lnTo>
                  <a:lnTo>
                    <a:pt x="1965873" y="303339"/>
                  </a:lnTo>
                  <a:lnTo>
                    <a:pt x="1965880" y="303321"/>
                  </a:lnTo>
                  <a:lnTo>
                    <a:pt x="1965886" y="303300"/>
                  </a:lnTo>
                  <a:lnTo>
                    <a:pt x="1965885" y="303268"/>
                  </a:lnTo>
                  <a:lnTo>
                    <a:pt x="1965882" y="303262"/>
                  </a:lnTo>
                  <a:lnTo>
                    <a:pt x="1965877" y="303255"/>
                  </a:lnTo>
                  <a:lnTo>
                    <a:pt x="1965869" y="303249"/>
                  </a:lnTo>
                  <a:lnTo>
                    <a:pt x="1965863" y="303244"/>
                  </a:lnTo>
                  <a:lnTo>
                    <a:pt x="1965787" y="303187"/>
                  </a:lnTo>
                  <a:lnTo>
                    <a:pt x="1965781" y="303187"/>
                  </a:lnTo>
                  <a:lnTo>
                    <a:pt x="1965767" y="303187"/>
                  </a:lnTo>
                  <a:lnTo>
                    <a:pt x="1965758" y="303190"/>
                  </a:lnTo>
                  <a:lnTo>
                    <a:pt x="1965741" y="303202"/>
                  </a:lnTo>
                  <a:lnTo>
                    <a:pt x="1965699" y="303248"/>
                  </a:lnTo>
                  <a:lnTo>
                    <a:pt x="1965706" y="303285"/>
                  </a:lnTo>
                  <a:lnTo>
                    <a:pt x="1965717" y="303303"/>
                  </a:lnTo>
                  <a:lnTo>
                    <a:pt x="1965714" y="303309"/>
                  </a:lnTo>
                  <a:lnTo>
                    <a:pt x="1965702" y="303319"/>
                  </a:lnTo>
                  <a:lnTo>
                    <a:pt x="1965641" y="303352"/>
                  </a:lnTo>
                  <a:lnTo>
                    <a:pt x="1965486" y="303418"/>
                  </a:lnTo>
                  <a:lnTo>
                    <a:pt x="1965477" y="303419"/>
                  </a:lnTo>
                  <a:lnTo>
                    <a:pt x="1965393" y="303423"/>
                  </a:lnTo>
                  <a:lnTo>
                    <a:pt x="1965384" y="303423"/>
                  </a:lnTo>
                  <a:lnTo>
                    <a:pt x="1965376" y="303420"/>
                  </a:lnTo>
                  <a:lnTo>
                    <a:pt x="1965365" y="303412"/>
                  </a:lnTo>
                  <a:lnTo>
                    <a:pt x="1965357" y="303404"/>
                  </a:lnTo>
                  <a:lnTo>
                    <a:pt x="1965354" y="303398"/>
                  </a:lnTo>
                  <a:lnTo>
                    <a:pt x="1965245" y="303160"/>
                  </a:lnTo>
                  <a:lnTo>
                    <a:pt x="1965221" y="303072"/>
                  </a:lnTo>
                  <a:lnTo>
                    <a:pt x="1965218" y="303062"/>
                  </a:lnTo>
                  <a:lnTo>
                    <a:pt x="1965228" y="303042"/>
                  </a:lnTo>
                  <a:lnTo>
                    <a:pt x="1965248" y="303026"/>
                  </a:lnTo>
                  <a:lnTo>
                    <a:pt x="1965263" y="303020"/>
                  </a:lnTo>
                  <a:lnTo>
                    <a:pt x="1965274" y="303018"/>
                  </a:lnTo>
                  <a:lnTo>
                    <a:pt x="1965407" y="303015"/>
                  </a:lnTo>
                  <a:lnTo>
                    <a:pt x="1965429" y="303015"/>
                  </a:lnTo>
                  <a:lnTo>
                    <a:pt x="1965446" y="303018"/>
                  </a:lnTo>
                  <a:lnTo>
                    <a:pt x="1965460" y="303025"/>
                  </a:lnTo>
                  <a:lnTo>
                    <a:pt x="1965474" y="303035"/>
                  </a:lnTo>
                  <a:lnTo>
                    <a:pt x="1965479" y="303043"/>
                  </a:lnTo>
                  <a:lnTo>
                    <a:pt x="1965482" y="303050"/>
                  </a:lnTo>
                  <a:lnTo>
                    <a:pt x="1965479" y="303057"/>
                  </a:lnTo>
                  <a:lnTo>
                    <a:pt x="1965464" y="303068"/>
                  </a:lnTo>
                  <a:lnTo>
                    <a:pt x="1965447" y="303071"/>
                  </a:lnTo>
                  <a:lnTo>
                    <a:pt x="1965427" y="303076"/>
                  </a:lnTo>
                  <a:lnTo>
                    <a:pt x="1965412" y="303087"/>
                  </a:lnTo>
                  <a:lnTo>
                    <a:pt x="1965404" y="303094"/>
                  </a:lnTo>
                  <a:lnTo>
                    <a:pt x="1965403" y="303103"/>
                  </a:lnTo>
                  <a:lnTo>
                    <a:pt x="1965406" y="303110"/>
                  </a:lnTo>
                  <a:lnTo>
                    <a:pt x="1965414" y="303116"/>
                  </a:lnTo>
                  <a:lnTo>
                    <a:pt x="1965431" y="303123"/>
                  </a:lnTo>
                  <a:lnTo>
                    <a:pt x="1965442" y="303125"/>
                  </a:lnTo>
                  <a:lnTo>
                    <a:pt x="1965462" y="303122"/>
                  </a:lnTo>
                  <a:lnTo>
                    <a:pt x="1965487" y="303117"/>
                  </a:lnTo>
                  <a:lnTo>
                    <a:pt x="1965507" y="303112"/>
                  </a:lnTo>
                  <a:lnTo>
                    <a:pt x="1965525" y="303104"/>
                  </a:lnTo>
                  <a:lnTo>
                    <a:pt x="1965539" y="303092"/>
                  </a:lnTo>
                  <a:lnTo>
                    <a:pt x="1965545" y="303084"/>
                  </a:lnTo>
                  <a:lnTo>
                    <a:pt x="1965548" y="303076"/>
                  </a:lnTo>
                  <a:lnTo>
                    <a:pt x="1965532" y="302998"/>
                  </a:lnTo>
                  <a:lnTo>
                    <a:pt x="1965496" y="302836"/>
                  </a:lnTo>
                  <a:lnTo>
                    <a:pt x="1965491" y="302828"/>
                  </a:lnTo>
                  <a:lnTo>
                    <a:pt x="1965483" y="302821"/>
                  </a:lnTo>
                  <a:lnTo>
                    <a:pt x="1965469" y="302817"/>
                  </a:lnTo>
                  <a:lnTo>
                    <a:pt x="1965458" y="302818"/>
                  </a:lnTo>
                  <a:lnTo>
                    <a:pt x="1965389" y="302843"/>
                  </a:lnTo>
                  <a:lnTo>
                    <a:pt x="1965377" y="302848"/>
                  </a:lnTo>
                  <a:lnTo>
                    <a:pt x="1965362" y="302861"/>
                  </a:lnTo>
                  <a:lnTo>
                    <a:pt x="1965262" y="302820"/>
                  </a:lnTo>
                  <a:lnTo>
                    <a:pt x="1965121" y="302628"/>
                  </a:lnTo>
                  <a:lnTo>
                    <a:pt x="1965113" y="302620"/>
                  </a:lnTo>
                  <a:lnTo>
                    <a:pt x="1965096" y="302605"/>
                  </a:lnTo>
                  <a:lnTo>
                    <a:pt x="1965077" y="302594"/>
                  </a:lnTo>
                  <a:lnTo>
                    <a:pt x="1965060" y="302586"/>
                  </a:lnTo>
                  <a:lnTo>
                    <a:pt x="1965044" y="302584"/>
                  </a:lnTo>
                  <a:lnTo>
                    <a:pt x="1965007" y="302582"/>
                  </a:lnTo>
                  <a:lnTo>
                    <a:pt x="1964993" y="302578"/>
                  </a:lnTo>
                  <a:lnTo>
                    <a:pt x="1964979" y="302571"/>
                  </a:lnTo>
                  <a:lnTo>
                    <a:pt x="1964960" y="302564"/>
                  </a:lnTo>
                  <a:lnTo>
                    <a:pt x="1964927" y="302540"/>
                  </a:lnTo>
                  <a:lnTo>
                    <a:pt x="1964899" y="302530"/>
                  </a:lnTo>
                  <a:lnTo>
                    <a:pt x="1964882" y="302523"/>
                  </a:lnTo>
                  <a:lnTo>
                    <a:pt x="1964873" y="302523"/>
                  </a:lnTo>
                  <a:lnTo>
                    <a:pt x="1964702" y="302557"/>
                  </a:lnTo>
                  <a:lnTo>
                    <a:pt x="1964681" y="302550"/>
                  </a:lnTo>
                  <a:lnTo>
                    <a:pt x="1964670" y="302543"/>
                  </a:lnTo>
                  <a:lnTo>
                    <a:pt x="1964650" y="302529"/>
                  </a:lnTo>
                  <a:lnTo>
                    <a:pt x="1964641" y="302521"/>
                  </a:lnTo>
                  <a:lnTo>
                    <a:pt x="1964491" y="302461"/>
                  </a:lnTo>
                  <a:lnTo>
                    <a:pt x="1964485" y="302454"/>
                  </a:lnTo>
                  <a:lnTo>
                    <a:pt x="1964483" y="302444"/>
                  </a:lnTo>
                  <a:lnTo>
                    <a:pt x="1964481" y="302429"/>
                  </a:lnTo>
                  <a:lnTo>
                    <a:pt x="1964482" y="302406"/>
                  </a:lnTo>
                  <a:lnTo>
                    <a:pt x="1964483" y="302388"/>
                  </a:lnTo>
                  <a:lnTo>
                    <a:pt x="1964486" y="302375"/>
                  </a:lnTo>
                  <a:lnTo>
                    <a:pt x="1964489" y="302359"/>
                  </a:lnTo>
                  <a:lnTo>
                    <a:pt x="1964499" y="302343"/>
                  </a:lnTo>
                  <a:lnTo>
                    <a:pt x="1964505" y="302328"/>
                  </a:lnTo>
                  <a:lnTo>
                    <a:pt x="1964502" y="302319"/>
                  </a:lnTo>
                  <a:lnTo>
                    <a:pt x="1964500" y="302312"/>
                  </a:lnTo>
                  <a:lnTo>
                    <a:pt x="1964486" y="302297"/>
                  </a:lnTo>
                  <a:lnTo>
                    <a:pt x="1964476" y="302288"/>
                  </a:lnTo>
                  <a:lnTo>
                    <a:pt x="1964456" y="302277"/>
                  </a:lnTo>
                  <a:lnTo>
                    <a:pt x="1964448" y="302276"/>
                  </a:lnTo>
                  <a:lnTo>
                    <a:pt x="1964416" y="302280"/>
                  </a:lnTo>
                  <a:lnTo>
                    <a:pt x="1964388" y="302293"/>
                  </a:lnTo>
                  <a:lnTo>
                    <a:pt x="1964370" y="302304"/>
                  </a:lnTo>
                  <a:lnTo>
                    <a:pt x="1964367" y="302311"/>
                  </a:lnTo>
                  <a:lnTo>
                    <a:pt x="1964367" y="302318"/>
                  </a:lnTo>
                  <a:lnTo>
                    <a:pt x="1964351" y="302366"/>
                  </a:lnTo>
                  <a:lnTo>
                    <a:pt x="1964326" y="302411"/>
                  </a:lnTo>
                  <a:lnTo>
                    <a:pt x="1964320" y="302421"/>
                  </a:lnTo>
                  <a:lnTo>
                    <a:pt x="1964297" y="302440"/>
                  </a:lnTo>
                  <a:lnTo>
                    <a:pt x="1964277" y="302450"/>
                  </a:lnTo>
                  <a:lnTo>
                    <a:pt x="1964262" y="302454"/>
                  </a:lnTo>
                  <a:lnTo>
                    <a:pt x="1964251" y="302456"/>
                  </a:lnTo>
                  <a:lnTo>
                    <a:pt x="1964153" y="302472"/>
                  </a:lnTo>
                  <a:lnTo>
                    <a:pt x="1964130" y="302475"/>
                  </a:lnTo>
                  <a:lnTo>
                    <a:pt x="1964077" y="302483"/>
                  </a:lnTo>
                  <a:lnTo>
                    <a:pt x="1964066" y="302483"/>
                  </a:lnTo>
                  <a:lnTo>
                    <a:pt x="1964033" y="302475"/>
                  </a:lnTo>
                  <a:lnTo>
                    <a:pt x="1963966" y="302453"/>
                  </a:lnTo>
                  <a:lnTo>
                    <a:pt x="1963944" y="302442"/>
                  </a:lnTo>
                  <a:lnTo>
                    <a:pt x="1963930" y="302433"/>
                  </a:lnTo>
                  <a:lnTo>
                    <a:pt x="1963924" y="302427"/>
                  </a:lnTo>
                  <a:lnTo>
                    <a:pt x="1963925" y="302422"/>
                  </a:lnTo>
                  <a:lnTo>
                    <a:pt x="1963928" y="302415"/>
                  </a:lnTo>
                  <a:lnTo>
                    <a:pt x="1963936" y="302410"/>
                  </a:lnTo>
                  <a:lnTo>
                    <a:pt x="1963951" y="302401"/>
                  </a:lnTo>
                  <a:lnTo>
                    <a:pt x="1963963" y="302392"/>
                  </a:lnTo>
                  <a:lnTo>
                    <a:pt x="1963971" y="302383"/>
                  </a:lnTo>
                  <a:lnTo>
                    <a:pt x="1963972" y="302376"/>
                  </a:lnTo>
                  <a:lnTo>
                    <a:pt x="1963972" y="302371"/>
                  </a:lnTo>
                  <a:lnTo>
                    <a:pt x="1963961" y="302360"/>
                  </a:lnTo>
                  <a:lnTo>
                    <a:pt x="1963939" y="302346"/>
                  </a:lnTo>
                  <a:lnTo>
                    <a:pt x="1963931" y="302342"/>
                  </a:lnTo>
                  <a:lnTo>
                    <a:pt x="1963727" y="302258"/>
                  </a:lnTo>
                  <a:lnTo>
                    <a:pt x="1963659" y="302230"/>
                  </a:lnTo>
                  <a:lnTo>
                    <a:pt x="1963642" y="302224"/>
                  </a:lnTo>
                  <a:lnTo>
                    <a:pt x="1963628" y="302222"/>
                  </a:lnTo>
                  <a:lnTo>
                    <a:pt x="1963616" y="302221"/>
                  </a:lnTo>
                  <a:lnTo>
                    <a:pt x="1963608" y="302223"/>
                  </a:lnTo>
                  <a:lnTo>
                    <a:pt x="1963596" y="302231"/>
                  </a:lnTo>
                  <a:lnTo>
                    <a:pt x="1963434" y="302199"/>
                  </a:lnTo>
                  <a:lnTo>
                    <a:pt x="1963492" y="302077"/>
                  </a:lnTo>
                  <a:lnTo>
                    <a:pt x="1963497" y="302071"/>
                  </a:lnTo>
                  <a:lnTo>
                    <a:pt x="1963472" y="302030"/>
                  </a:lnTo>
                  <a:lnTo>
                    <a:pt x="1963465" y="301984"/>
                  </a:lnTo>
                  <a:lnTo>
                    <a:pt x="1963511" y="301950"/>
                  </a:lnTo>
                  <a:lnTo>
                    <a:pt x="1963578" y="301913"/>
                  </a:lnTo>
                  <a:lnTo>
                    <a:pt x="1963623" y="301919"/>
                  </a:lnTo>
                  <a:lnTo>
                    <a:pt x="1963635" y="301905"/>
                  </a:lnTo>
                  <a:lnTo>
                    <a:pt x="1963638" y="301898"/>
                  </a:lnTo>
                  <a:lnTo>
                    <a:pt x="1963640" y="301892"/>
                  </a:lnTo>
                  <a:lnTo>
                    <a:pt x="1963642" y="301885"/>
                  </a:lnTo>
                  <a:lnTo>
                    <a:pt x="1963644" y="301866"/>
                  </a:lnTo>
                  <a:lnTo>
                    <a:pt x="1963641" y="301854"/>
                  </a:lnTo>
                  <a:lnTo>
                    <a:pt x="1963634" y="301839"/>
                  </a:lnTo>
                  <a:lnTo>
                    <a:pt x="1963623" y="301829"/>
                  </a:lnTo>
                  <a:lnTo>
                    <a:pt x="1963609" y="301818"/>
                  </a:lnTo>
                  <a:lnTo>
                    <a:pt x="1963598" y="301810"/>
                  </a:lnTo>
                  <a:lnTo>
                    <a:pt x="1963572" y="301801"/>
                  </a:lnTo>
                  <a:lnTo>
                    <a:pt x="1963557" y="301797"/>
                  </a:lnTo>
                  <a:lnTo>
                    <a:pt x="1963372" y="301762"/>
                  </a:lnTo>
                  <a:lnTo>
                    <a:pt x="1963359" y="301760"/>
                  </a:lnTo>
                  <a:lnTo>
                    <a:pt x="1963324" y="301757"/>
                  </a:lnTo>
                  <a:lnTo>
                    <a:pt x="1963318" y="301757"/>
                  </a:lnTo>
                  <a:lnTo>
                    <a:pt x="1963320" y="301763"/>
                  </a:lnTo>
                  <a:lnTo>
                    <a:pt x="1963322" y="301769"/>
                  </a:lnTo>
                  <a:lnTo>
                    <a:pt x="1963325" y="301787"/>
                  </a:lnTo>
                  <a:lnTo>
                    <a:pt x="1963321" y="301804"/>
                  </a:lnTo>
                  <a:lnTo>
                    <a:pt x="1963314" y="301820"/>
                  </a:lnTo>
                  <a:lnTo>
                    <a:pt x="1963309" y="301830"/>
                  </a:lnTo>
                  <a:lnTo>
                    <a:pt x="1963302" y="301831"/>
                  </a:lnTo>
                  <a:lnTo>
                    <a:pt x="1963298" y="301831"/>
                  </a:lnTo>
                  <a:lnTo>
                    <a:pt x="1963287" y="301824"/>
                  </a:lnTo>
                  <a:lnTo>
                    <a:pt x="1963277" y="301812"/>
                  </a:lnTo>
                  <a:lnTo>
                    <a:pt x="1963267" y="301800"/>
                  </a:lnTo>
                  <a:lnTo>
                    <a:pt x="1963260" y="301784"/>
                  </a:lnTo>
                  <a:lnTo>
                    <a:pt x="1963258" y="301768"/>
                  </a:lnTo>
                  <a:lnTo>
                    <a:pt x="1963256" y="301762"/>
                  </a:lnTo>
                  <a:lnTo>
                    <a:pt x="1963253" y="301758"/>
                  </a:lnTo>
                  <a:lnTo>
                    <a:pt x="1963242" y="301748"/>
                  </a:lnTo>
                  <a:lnTo>
                    <a:pt x="1963222" y="301734"/>
                  </a:lnTo>
                  <a:lnTo>
                    <a:pt x="1963218" y="301730"/>
                  </a:lnTo>
                  <a:lnTo>
                    <a:pt x="1963218" y="301717"/>
                  </a:lnTo>
                  <a:lnTo>
                    <a:pt x="1963205" y="301656"/>
                  </a:lnTo>
                  <a:lnTo>
                    <a:pt x="1963195" y="301643"/>
                  </a:lnTo>
                  <a:lnTo>
                    <a:pt x="1963170" y="301611"/>
                  </a:lnTo>
                  <a:lnTo>
                    <a:pt x="1963145" y="301594"/>
                  </a:lnTo>
                  <a:lnTo>
                    <a:pt x="1963128" y="301582"/>
                  </a:lnTo>
                  <a:lnTo>
                    <a:pt x="1963119" y="301579"/>
                  </a:lnTo>
                  <a:lnTo>
                    <a:pt x="1963093" y="301576"/>
                  </a:lnTo>
                  <a:lnTo>
                    <a:pt x="1963072" y="301578"/>
                  </a:lnTo>
                  <a:lnTo>
                    <a:pt x="1963057" y="301585"/>
                  </a:lnTo>
                  <a:lnTo>
                    <a:pt x="1963025" y="301603"/>
                  </a:lnTo>
                  <a:lnTo>
                    <a:pt x="1963015" y="301610"/>
                  </a:lnTo>
                  <a:lnTo>
                    <a:pt x="1963010" y="301617"/>
                  </a:lnTo>
                  <a:lnTo>
                    <a:pt x="1963005" y="301632"/>
                  </a:lnTo>
                  <a:lnTo>
                    <a:pt x="1963000" y="301639"/>
                  </a:lnTo>
                  <a:lnTo>
                    <a:pt x="1962993" y="301647"/>
                  </a:lnTo>
                  <a:lnTo>
                    <a:pt x="1962988" y="301651"/>
                  </a:lnTo>
                  <a:lnTo>
                    <a:pt x="1962982" y="301654"/>
                  </a:lnTo>
                  <a:lnTo>
                    <a:pt x="1962973" y="301653"/>
                  </a:lnTo>
                  <a:lnTo>
                    <a:pt x="1962911" y="301629"/>
                  </a:lnTo>
                  <a:lnTo>
                    <a:pt x="1962891" y="301621"/>
                  </a:lnTo>
                  <a:lnTo>
                    <a:pt x="1962866" y="301609"/>
                  </a:lnTo>
                  <a:lnTo>
                    <a:pt x="1962810" y="301580"/>
                  </a:lnTo>
                  <a:lnTo>
                    <a:pt x="1962798" y="301574"/>
                  </a:lnTo>
                  <a:lnTo>
                    <a:pt x="1962518" y="301418"/>
                  </a:lnTo>
                  <a:lnTo>
                    <a:pt x="1962508" y="301412"/>
                  </a:lnTo>
                  <a:lnTo>
                    <a:pt x="1962503" y="301403"/>
                  </a:lnTo>
                  <a:lnTo>
                    <a:pt x="1962501" y="301384"/>
                  </a:lnTo>
                  <a:lnTo>
                    <a:pt x="1962500" y="301372"/>
                  </a:lnTo>
                  <a:lnTo>
                    <a:pt x="1962504" y="301360"/>
                  </a:lnTo>
                  <a:lnTo>
                    <a:pt x="1962515" y="301351"/>
                  </a:lnTo>
                  <a:lnTo>
                    <a:pt x="1962532" y="301340"/>
                  </a:lnTo>
                  <a:lnTo>
                    <a:pt x="1962548" y="301333"/>
                  </a:lnTo>
                  <a:lnTo>
                    <a:pt x="1962591" y="301285"/>
                  </a:lnTo>
                  <a:lnTo>
                    <a:pt x="1962610" y="301258"/>
                  </a:lnTo>
                  <a:lnTo>
                    <a:pt x="1962639" y="301125"/>
                  </a:lnTo>
                  <a:lnTo>
                    <a:pt x="1962641" y="301114"/>
                  </a:lnTo>
                  <a:lnTo>
                    <a:pt x="1962638" y="301106"/>
                  </a:lnTo>
                  <a:lnTo>
                    <a:pt x="1962633" y="301100"/>
                  </a:lnTo>
                  <a:lnTo>
                    <a:pt x="1962606" y="301079"/>
                  </a:lnTo>
                  <a:lnTo>
                    <a:pt x="1962592" y="301071"/>
                  </a:lnTo>
                  <a:lnTo>
                    <a:pt x="1962576" y="301065"/>
                  </a:lnTo>
                  <a:lnTo>
                    <a:pt x="1962564" y="301066"/>
                  </a:lnTo>
                  <a:lnTo>
                    <a:pt x="1962550" y="301074"/>
                  </a:lnTo>
                  <a:lnTo>
                    <a:pt x="1962506" y="301111"/>
                  </a:lnTo>
                  <a:lnTo>
                    <a:pt x="1962498" y="301118"/>
                  </a:lnTo>
                  <a:lnTo>
                    <a:pt x="1962492" y="301128"/>
                  </a:lnTo>
                  <a:lnTo>
                    <a:pt x="1962483" y="301145"/>
                  </a:lnTo>
                  <a:lnTo>
                    <a:pt x="1962467" y="301158"/>
                  </a:lnTo>
                  <a:lnTo>
                    <a:pt x="1962451" y="301166"/>
                  </a:lnTo>
                  <a:lnTo>
                    <a:pt x="1962416" y="301179"/>
                  </a:lnTo>
                  <a:lnTo>
                    <a:pt x="1962340" y="301197"/>
                  </a:lnTo>
                  <a:lnTo>
                    <a:pt x="1962299" y="301204"/>
                  </a:lnTo>
                  <a:lnTo>
                    <a:pt x="1962292" y="301204"/>
                  </a:lnTo>
                  <a:lnTo>
                    <a:pt x="1962269" y="301198"/>
                  </a:lnTo>
                  <a:lnTo>
                    <a:pt x="1962180" y="301169"/>
                  </a:lnTo>
                  <a:lnTo>
                    <a:pt x="1962169" y="301161"/>
                  </a:lnTo>
                  <a:lnTo>
                    <a:pt x="1962110" y="301106"/>
                  </a:lnTo>
                  <a:lnTo>
                    <a:pt x="1962103" y="301099"/>
                  </a:lnTo>
                  <a:lnTo>
                    <a:pt x="1962098" y="301092"/>
                  </a:lnTo>
                  <a:lnTo>
                    <a:pt x="1962094" y="300983"/>
                  </a:lnTo>
                  <a:lnTo>
                    <a:pt x="1962103" y="300957"/>
                  </a:lnTo>
                  <a:lnTo>
                    <a:pt x="1962134" y="300873"/>
                  </a:lnTo>
                  <a:lnTo>
                    <a:pt x="1962148" y="300813"/>
                  </a:lnTo>
                  <a:lnTo>
                    <a:pt x="1962148" y="300801"/>
                  </a:lnTo>
                  <a:lnTo>
                    <a:pt x="1962145" y="300791"/>
                  </a:lnTo>
                  <a:lnTo>
                    <a:pt x="1962137" y="300780"/>
                  </a:lnTo>
                  <a:lnTo>
                    <a:pt x="1962127" y="300774"/>
                  </a:lnTo>
                  <a:lnTo>
                    <a:pt x="1962034" y="300747"/>
                  </a:lnTo>
                  <a:lnTo>
                    <a:pt x="1962020" y="300743"/>
                  </a:lnTo>
                  <a:lnTo>
                    <a:pt x="1962012" y="300745"/>
                  </a:lnTo>
                  <a:lnTo>
                    <a:pt x="1962009" y="300748"/>
                  </a:lnTo>
                  <a:lnTo>
                    <a:pt x="1962009" y="300758"/>
                  </a:lnTo>
                  <a:lnTo>
                    <a:pt x="1961922" y="300772"/>
                  </a:lnTo>
                  <a:lnTo>
                    <a:pt x="1961825" y="300720"/>
                  </a:lnTo>
                  <a:lnTo>
                    <a:pt x="1961797" y="300503"/>
                  </a:lnTo>
                  <a:lnTo>
                    <a:pt x="1961775" y="300473"/>
                  </a:lnTo>
                  <a:lnTo>
                    <a:pt x="1961742" y="300430"/>
                  </a:lnTo>
                  <a:lnTo>
                    <a:pt x="1961722" y="300403"/>
                  </a:lnTo>
                  <a:lnTo>
                    <a:pt x="1961706" y="300399"/>
                  </a:lnTo>
                  <a:lnTo>
                    <a:pt x="1961696" y="300393"/>
                  </a:lnTo>
                  <a:lnTo>
                    <a:pt x="1961685" y="300384"/>
                  </a:lnTo>
                  <a:lnTo>
                    <a:pt x="1961670" y="300366"/>
                  </a:lnTo>
                  <a:lnTo>
                    <a:pt x="1961658" y="300344"/>
                  </a:lnTo>
                  <a:lnTo>
                    <a:pt x="1961646" y="300321"/>
                  </a:lnTo>
                  <a:lnTo>
                    <a:pt x="1961643" y="300311"/>
                  </a:lnTo>
                  <a:lnTo>
                    <a:pt x="1961640" y="300300"/>
                  </a:lnTo>
                  <a:lnTo>
                    <a:pt x="1961644" y="300293"/>
                  </a:lnTo>
                  <a:lnTo>
                    <a:pt x="1961649" y="300287"/>
                  </a:lnTo>
                  <a:lnTo>
                    <a:pt x="1961655" y="300282"/>
                  </a:lnTo>
                  <a:lnTo>
                    <a:pt x="1961666" y="300276"/>
                  </a:lnTo>
                  <a:lnTo>
                    <a:pt x="1961683" y="300276"/>
                  </a:lnTo>
                  <a:lnTo>
                    <a:pt x="1961753" y="300292"/>
                  </a:lnTo>
                  <a:lnTo>
                    <a:pt x="1961770" y="300200"/>
                  </a:lnTo>
                  <a:lnTo>
                    <a:pt x="1961584" y="299876"/>
                  </a:lnTo>
                  <a:lnTo>
                    <a:pt x="1961560" y="299835"/>
                  </a:lnTo>
                  <a:lnTo>
                    <a:pt x="1961540" y="299820"/>
                  </a:lnTo>
                  <a:lnTo>
                    <a:pt x="1961517" y="299809"/>
                  </a:lnTo>
                  <a:lnTo>
                    <a:pt x="1961488" y="299800"/>
                  </a:lnTo>
                  <a:lnTo>
                    <a:pt x="1961427" y="299785"/>
                  </a:lnTo>
                  <a:lnTo>
                    <a:pt x="1961394" y="299779"/>
                  </a:lnTo>
                  <a:lnTo>
                    <a:pt x="1961226" y="299777"/>
                  </a:lnTo>
                  <a:lnTo>
                    <a:pt x="1961216" y="299779"/>
                  </a:lnTo>
                  <a:lnTo>
                    <a:pt x="1961197" y="299794"/>
                  </a:lnTo>
                  <a:lnTo>
                    <a:pt x="1961179" y="299811"/>
                  </a:lnTo>
                  <a:lnTo>
                    <a:pt x="1961157" y="299843"/>
                  </a:lnTo>
                  <a:lnTo>
                    <a:pt x="1961125" y="299869"/>
                  </a:lnTo>
                  <a:lnTo>
                    <a:pt x="1961003" y="299939"/>
                  </a:lnTo>
                  <a:lnTo>
                    <a:pt x="1960986" y="299947"/>
                  </a:lnTo>
                  <a:lnTo>
                    <a:pt x="1960967" y="299953"/>
                  </a:lnTo>
                  <a:lnTo>
                    <a:pt x="1960941" y="299959"/>
                  </a:lnTo>
                  <a:lnTo>
                    <a:pt x="1960931" y="299959"/>
                  </a:lnTo>
                  <a:lnTo>
                    <a:pt x="1960912" y="299956"/>
                  </a:lnTo>
                  <a:lnTo>
                    <a:pt x="1960896" y="299951"/>
                  </a:lnTo>
                  <a:lnTo>
                    <a:pt x="1960876" y="299944"/>
                  </a:lnTo>
                  <a:lnTo>
                    <a:pt x="1960850" y="299934"/>
                  </a:lnTo>
                  <a:lnTo>
                    <a:pt x="1960836" y="299927"/>
                  </a:lnTo>
                  <a:lnTo>
                    <a:pt x="1960818" y="299917"/>
                  </a:lnTo>
                  <a:lnTo>
                    <a:pt x="1960805" y="299909"/>
                  </a:lnTo>
                  <a:lnTo>
                    <a:pt x="1960791" y="299899"/>
                  </a:lnTo>
                  <a:lnTo>
                    <a:pt x="1960784" y="299890"/>
                  </a:lnTo>
                  <a:lnTo>
                    <a:pt x="1960774" y="299874"/>
                  </a:lnTo>
                  <a:lnTo>
                    <a:pt x="1960767" y="299855"/>
                  </a:lnTo>
                  <a:lnTo>
                    <a:pt x="1960763" y="299839"/>
                  </a:lnTo>
                  <a:lnTo>
                    <a:pt x="1960765" y="299831"/>
                  </a:lnTo>
                  <a:lnTo>
                    <a:pt x="1960771" y="299819"/>
                  </a:lnTo>
                  <a:lnTo>
                    <a:pt x="1960789" y="299799"/>
                  </a:lnTo>
                  <a:lnTo>
                    <a:pt x="1960796" y="299793"/>
                  </a:lnTo>
                  <a:lnTo>
                    <a:pt x="1960824" y="299771"/>
                  </a:lnTo>
                  <a:lnTo>
                    <a:pt x="1960841" y="299766"/>
                  </a:lnTo>
                  <a:lnTo>
                    <a:pt x="1960864" y="299762"/>
                  </a:lnTo>
                  <a:lnTo>
                    <a:pt x="1960894" y="299761"/>
                  </a:lnTo>
                  <a:lnTo>
                    <a:pt x="1960930" y="299759"/>
                  </a:lnTo>
                  <a:lnTo>
                    <a:pt x="1960948" y="299754"/>
                  </a:lnTo>
                  <a:lnTo>
                    <a:pt x="1960964" y="299745"/>
                  </a:lnTo>
                  <a:lnTo>
                    <a:pt x="1960981" y="299731"/>
                  </a:lnTo>
                  <a:lnTo>
                    <a:pt x="1960986" y="299723"/>
                  </a:lnTo>
                  <a:lnTo>
                    <a:pt x="1960986" y="299711"/>
                  </a:lnTo>
                  <a:lnTo>
                    <a:pt x="1960979" y="299696"/>
                  </a:lnTo>
                  <a:lnTo>
                    <a:pt x="1960964" y="299679"/>
                  </a:lnTo>
                  <a:lnTo>
                    <a:pt x="1960818" y="299603"/>
                  </a:lnTo>
                  <a:lnTo>
                    <a:pt x="1960776" y="299581"/>
                  </a:lnTo>
                  <a:lnTo>
                    <a:pt x="1960739" y="299553"/>
                  </a:lnTo>
                  <a:lnTo>
                    <a:pt x="1960729" y="299536"/>
                  </a:lnTo>
                  <a:lnTo>
                    <a:pt x="1960723" y="299522"/>
                  </a:lnTo>
                  <a:lnTo>
                    <a:pt x="1960727" y="299502"/>
                  </a:lnTo>
                  <a:lnTo>
                    <a:pt x="1960569" y="299373"/>
                  </a:lnTo>
                  <a:lnTo>
                    <a:pt x="1960366" y="299351"/>
                  </a:lnTo>
                  <a:lnTo>
                    <a:pt x="1960347" y="299336"/>
                  </a:lnTo>
                  <a:lnTo>
                    <a:pt x="1960070" y="299182"/>
                  </a:lnTo>
                  <a:lnTo>
                    <a:pt x="1960008" y="299149"/>
                  </a:lnTo>
                  <a:lnTo>
                    <a:pt x="1959672" y="298974"/>
                  </a:lnTo>
                  <a:lnTo>
                    <a:pt x="1959526" y="298922"/>
                  </a:lnTo>
                  <a:lnTo>
                    <a:pt x="1959451" y="298921"/>
                  </a:lnTo>
                  <a:lnTo>
                    <a:pt x="1959370" y="298951"/>
                  </a:lnTo>
                  <a:lnTo>
                    <a:pt x="1959352" y="298954"/>
                  </a:lnTo>
                  <a:lnTo>
                    <a:pt x="1959337" y="298951"/>
                  </a:lnTo>
                  <a:lnTo>
                    <a:pt x="1959192" y="298880"/>
                  </a:lnTo>
                  <a:lnTo>
                    <a:pt x="1959181" y="298874"/>
                  </a:lnTo>
                  <a:lnTo>
                    <a:pt x="1959060" y="298770"/>
                  </a:lnTo>
                  <a:lnTo>
                    <a:pt x="1959045" y="298754"/>
                  </a:lnTo>
                  <a:lnTo>
                    <a:pt x="1959032" y="298733"/>
                  </a:lnTo>
                  <a:lnTo>
                    <a:pt x="1959031" y="298722"/>
                  </a:lnTo>
                  <a:lnTo>
                    <a:pt x="1959035" y="298705"/>
                  </a:lnTo>
                  <a:lnTo>
                    <a:pt x="1959044" y="298690"/>
                  </a:lnTo>
                  <a:lnTo>
                    <a:pt x="1959113" y="298613"/>
                  </a:lnTo>
                  <a:lnTo>
                    <a:pt x="1959126" y="298604"/>
                  </a:lnTo>
                  <a:lnTo>
                    <a:pt x="1959130" y="298587"/>
                  </a:lnTo>
                  <a:lnTo>
                    <a:pt x="1959124" y="298577"/>
                  </a:lnTo>
                  <a:lnTo>
                    <a:pt x="1959104" y="298560"/>
                  </a:lnTo>
                  <a:lnTo>
                    <a:pt x="1959086" y="298547"/>
                  </a:lnTo>
                  <a:lnTo>
                    <a:pt x="1959064" y="298544"/>
                  </a:lnTo>
                  <a:lnTo>
                    <a:pt x="1959011" y="298538"/>
                  </a:lnTo>
                  <a:lnTo>
                    <a:pt x="1958973" y="298535"/>
                  </a:lnTo>
                  <a:lnTo>
                    <a:pt x="1958943" y="298538"/>
                  </a:lnTo>
                  <a:lnTo>
                    <a:pt x="1958917" y="298540"/>
                  </a:lnTo>
                  <a:lnTo>
                    <a:pt x="1958887" y="298546"/>
                  </a:lnTo>
                  <a:lnTo>
                    <a:pt x="1958855" y="298555"/>
                  </a:lnTo>
                  <a:lnTo>
                    <a:pt x="1958813" y="298563"/>
                  </a:lnTo>
                  <a:lnTo>
                    <a:pt x="1958792" y="298566"/>
                  </a:lnTo>
                  <a:lnTo>
                    <a:pt x="1958769" y="298570"/>
                  </a:lnTo>
                  <a:lnTo>
                    <a:pt x="1958730" y="298573"/>
                  </a:lnTo>
                  <a:lnTo>
                    <a:pt x="1958683" y="298568"/>
                  </a:lnTo>
                  <a:lnTo>
                    <a:pt x="1958656" y="298557"/>
                  </a:lnTo>
                  <a:lnTo>
                    <a:pt x="1958633" y="298544"/>
                  </a:lnTo>
                  <a:lnTo>
                    <a:pt x="1958621" y="298527"/>
                  </a:lnTo>
                  <a:lnTo>
                    <a:pt x="1958616" y="298508"/>
                  </a:lnTo>
                  <a:lnTo>
                    <a:pt x="1958623" y="298493"/>
                  </a:lnTo>
                  <a:lnTo>
                    <a:pt x="1958641" y="298462"/>
                  </a:lnTo>
                  <a:lnTo>
                    <a:pt x="1958661" y="298446"/>
                  </a:lnTo>
                  <a:lnTo>
                    <a:pt x="1958677" y="298443"/>
                  </a:lnTo>
                  <a:lnTo>
                    <a:pt x="1958708" y="298445"/>
                  </a:lnTo>
                  <a:lnTo>
                    <a:pt x="1958742" y="298450"/>
                  </a:lnTo>
                  <a:lnTo>
                    <a:pt x="1958766" y="298450"/>
                  </a:lnTo>
                  <a:lnTo>
                    <a:pt x="1958790" y="298442"/>
                  </a:lnTo>
                  <a:lnTo>
                    <a:pt x="1958818" y="298432"/>
                  </a:lnTo>
                  <a:lnTo>
                    <a:pt x="1958847" y="298422"/>
                  </a:lnTo>
                  <a:lnTo>
                    <a:pt x="1958875" y="298415"/>
                  </a:lnTo>
                  <a:lnTo>
                    <a:pt x="1958892" y="298401"/>
                  </a:lnTo>
                  <a:lnTo>
                    <a:pt x="1958903" y="298383"/>
                  </a:lnTo>
                  <a:lnTo>
                    <a:pt x="1958909" y="298354"/>
                  </a:lnTo>
                  <a:lnTo>
                    <a:pt x="1958906" y="298326"/>
                  </a:lnTo>
                  <a:lnTo>
                    <a:pt x="1958902" y="298303"/>
                  </a:lnTo>
                  <a:lnTo>
                    <a:pt x="1958893" y="298283"/>
                  </a:lnTo>
                  <a:lnTo>
                    <a:pt x="1958884" y="298269"/>
                  </a:lnTo>
                  <a:lnTo>
                    <a:pt x="1958872" y="298259"/>
                  </a:lnTo>
                  <a:lnTo>
                    <a:pt x="1958847" y="298252"/>
                  </a:lnTo>
                  <a:lnTo>
                    <a:pt x="1958818" y="298247"/>
                  </a:lnTo>
                  <a:lnTo>
                    <a:pt x="1958782" y="298246"/>
                  </a:lnTo>
                  <a:lnTo>
                    <a:pt x="1958751" y="298253"/>
                  </a:lnTo>
                  <a:lnTo>
                    <a:pt x="1958720" y="298261"/>
                  </a:lnTo>
                  <a:lnTo>
                    <a:pt x="1958693" y="298262"/>
                  </a:lnTo>
                  <a:lnTo>
                    <a:pt x="1958665" y="298251"/>
                  </a:lnTo>
                  <a:lnTo>
                    <a:pt x="1958643" y="298237"/>
                  </a:lnTo>
                  <a:lnTo>
                    <a:pt x="1958629" y="298223"/>
                  </a:lnTo>
                  <a:lnTo>
                    <a:pt x="1958479" y="298103"/>
                  </a:lnTo>
                  <a:lnTo>
                    <a:pt x="1958468" y="298081"/>
                  </a:lnTo>
                  <a:lnTo>
                    <a:pt x="1958465" y="298060"/>
                  </a:lnTo>
                  <a:lnTo>
                    <a:pt x="1958463" y="298049"/>
                  </a:lnTo>
                  <a:lnTo>
                    <a:pt x="1958468" y="298031"/>
                  </a:lnTo>
                  <a:lnTo>
                    <a:pt x="1958514" y="297911"/>
                  </a:lnTo>
                  <a:lnTo>
                    <a:pt x="1958546" y="297832"/>
                  </a:lnTo>
                  <a:lnTo>
                    <a:pt x="1958525" y="297755"/>
                  </a:lnTo>
                  <a:lnTo>
                    <a:pt x="1958484" y="297652"/>
                  </a:lnTo>
                  <a:lnTo>
                    <a:pt x="1958472" y="297636"/>
                  </a:lnTo>
                  <a:lnTo>
                    <a:pt x="1958446" y="297619"/>
                  </a:lnTo>
                  <a:lnTo>
                    <a:pt x="1958431" y="297615"/>
                  </a:lnTo>
                  <a:lnTo>
                    <a:pt x="1958111" y="297539"/>
                  </a:lnTo>
                  <a:lnTo>
                    <a:pt x="1958042" y="297532"/>
                  </a:lnTo>
                  <a:lnTo>
                    <a:pt x="1958009" y="297512"/>
                  </a:lnTo>
                  <a:lnTo>
                    <a:pt x="1957988" y="297511"/>
                  </a:lnTo>
                  <a:lnTo>
                    <a:pt x="1957966" y="297514"/>
                  </a:lnTo>
                  <a:lnTo>
                    <a:pt x="1957959" y="297515"/>
                  </a:lnTo>
                  <a:lnTo>
                    <a:pt x="1957938" y="297522"/>
                  </a:lnTo>
                  <a:lnTo>
                    <a:pt x="1957913" y="297533"/>
                  </a:lnTo>
                  <a:lnTo>
                    <a:pt x="1957885" y="297546"/>
                  </a:lnTo>
                  <a:lnTo>
                    <a:pt x="1957857" y="297557"/>
                  </a:lnTo>
                  <a:lnTo>
                    <a:pt x="1957829" y="297561"/>
                  </a:lnTo>
                  <a:lnTo>
                    <a:pt x="1957805" y="297558"/>
                  </a:lnTo>
                  <a:lnTo>
                    <a:pt x="1957784" y="297549"/>
                  </a:lnTo>
                  <a:lnTo>
                    <a:pt x="1957774" y="297533"/>
                  </a:lnTo>
                  <a:lnTo>
                    <a:pt x="1957775" y="297516"/>
                  </a:lnTo>
                  <a:lnTo>
                    <a:pt x="1957781" y="297503"/>
                  </a:lnTo>
                  <a:lnTo>
                    <a:pt x="1957794" y="297488"/>
                  </a:lnTo>
                  <a:lnTo>
                    <a:pt x="1957892" y="297420"/>
                  </a:lnTo>
                  <a:lnTo>
                    <a:pt x="1957932" y="297401"/>
                  </a:lnTo>
                  <a:lnTo>
                    <a:pt x="1957961" y="297391"/>
                  </a:lnTo>
                  <a:lnTo>
                    <a:pt x="1957994" y="297370"/>
                  </a:lnTo>
                  <a:lnTo>
                    <a:pt x="1958007" y="297356"/>
                  </a:lnTo>
                  <a:lnTo>
                    <a:pt x="1958016" y="297333"/>
                  </a:lnTo>
                  <a:lnTo>
                    <a:pt x="1958014" y="297316"/>
                  </a:lnTo>
                  <a:lnTo>
                    <a:pt x="1958004" y="297301"/>
                  </a:lnTo>
                  <a:lnTo>
                    <a:pt x="1957981" y="297283"/>
                  </a:lnTo>
                  <a:lnTo>
                    <a:pt x="1957951" y="297267"/>
                  </a:lnTo>
                  <a:lnTo>
                    <a:pt x="1957919" y="297258"/>
                  </a:lnTo>
                  <a:lnTo>
                    <a:pt x="1957887" y="297253"/>
                  </a:lnTo>
                  <a:lnTo>
                    <a:pt x="1957854" y="297254"/>
                  </a:lnTo>
                  <a:lnTo>
                    <a:pt x="1957815" y="297264"/>
                  </a:lnTo>
                  <a:lnTo>
                    <a:pt x="1957785" y="297278"/>
                  </a:lnTo>
                  <a:lnTo>
                    <a:pt x="1957706" y="297321"/>
                  </a:lnTo>
                  <a:lnTo>
                    <a:pt x="1957685" y="297337"/>
                  </a:lnTo>
                  <a:lnTo>
                    <a:pt x="1957661" y="297348"/>
                  </a:lnTo>
                  <a:lnTo>
                    <a:pt x="1957629" y="297353"/>
                  </a:lnTo>
                  <a:lnTo>
                    <a:pt x="1957595" y="297349"/>
                  </a:lnTo>
                  <a:lnTo>
                    <a:pt x="1957567" y="297340"/>
                  </a:lnTo>
                  <a:lnTo>
                    <a:pt x="1957547" y="297326"/>
                  </a:lnTo>
                  <a:lnTo>
                    <a:pt x="1957427" y="297218"/>
                  </a:lnTo>
                  <a:lnTo>
                    <a:pt x="1957416" y="297219"/>
                  </a:lnTo>
                  <a:lnTo>
                    <a:pt x="1957402" y="297223"/>
                  </a:lnTo>
                  <a:lnTo>
                    <a:pt x="1957389" y="297233"/>
                  </a:lnTo>
                  <a:lnTo>
                    <a:pt x="1957381" y="297243"/>
                  </a:lnTo>
                  <a:lnTo>
                    <a:pt x="1957378" y="297247"/>
                  </a:lnTo>
                  <a:lnTo>
                    <a:pt x="1957374" y="297266"/>
                  </a:lnTo>
                  <a:lnTo>
                    <a:pt x="1957373" y="297283"/>
                  </a:lnTo>
                  <a:lnTo>
                    <a:pt x="1957386" y="297312"/>
                  </a:lnTo>
                  <a:lnTo>
                    <a:pt x="1957421" y="297336"/>
                  </a:lnTo>
                  <a:lnTo>
                    <a:pt x="1957440" y="297350"/>
                  </a:lnTo>
                  <a:lnTo>
                    <a:pt x="1957455" y="297368"/>
                  </a:lnTo>
                  <a:lnTo>
                    <a:pt x="1957457" y="297390"/>
                  </a:lnTo>
                  <a:lnTo>
                    <a:pt x="1957455" y="297405"/>
                  </a:lnTo>
                  <a:lnTo>
                    <a:pt x="1957302" y="297566"/>
                  </a:lnTo>
                  <a:lnTo>
                    <a:pt x="1957285" y="297582"/>
                  </a:lnTo>
                  <a:lnTo>
                    <a:pt x="1957269" y="297589"/>
                  </a:lnTo>
                  <a:lnTo>
                    <a:pt x="1957247" y="297596"/>
                  </a:lnTo>
                  <a:lnTo>
                    <a:pt x="1957225" y="297597"/>
                  </a:lnTo>
                  <a:lnTo>
                    <a:pt x="1957204" y="297594"/>
                  </a:lnTo>
                  <a:lnTo>
                    <a:pt x="1957183" y="297589"/>
                  </a:lnTo>
                  <a:lnTo>
                    <a:pt x="1957160" y="297579"/>
                  </a:lnTo>
                  <a:lnTo>
                    <a:pt x="1957142" y="297566"/>
                  </a:lnTo>
                  <a:lnTo>
                    <a:pt x="1957122" y="297549"/>
                  </a:lnTo>
                  <a:lnTo>
                    <a:pt x="1957105" y="297532"/>
                  </a:lnTo>
                  <a:lnTo>
                    <a:pt x="1957092" y="297518"/>
                  </a:lnTo>
                  <a:lnTo>
                    <a:pt x="1957074" y="297505"/>
                  </a:lnTo>
                  <a:lnTo>
                    <a:pt x="1957065" y="297501"/>
                  </a:lnTo>
                  <a:lnTo>
                    <a:pt x="1957054" y="297496"/>
                  </a:lnTo>
                  <a:lnTo>
                    <a:pt x="1957037" y="297493"/>
                  </a:lnTo>
                  <a:lnTo>
                    <a:pt x="1957021" y="297493"/>
                  </a:lnTo>
                  <a:lnTo>
                    <a:pt x="1957004" y="297499"/>
                  </a:lnTo>
                  <a:lnTo>
                    <a:pt x="1956989" y="297506"/>
                  </a:lnTo>
                  <a:lnTo>
                    <a:pt x="1956975" y="297518"/>
                  </a:lnTo>
                  <a:lnTo>
                    <a:pt x="1956963" y="297529"/>
                  </a:lnTo>
                  <a:lnTo>
                    <a:pt x="1956958" y="297538"/>
                  </a:lnTo>
                  <a:lnTo>
                    <a:pt x="1956948" y="297557"/>
                  </a:lnTo>
                  <a:lnTo>
                    <a:pt x="1956879" y="297573"/>
                  </a:lnTo>
                  <a:lnTo>
                    <a:pt x="1956717" y="297610"/>
                  </a:lnTo>
                  <a:lnTo>
                    <a:pt x="1956686" y="297617"/>
                  </a:lnTo>
                  <a:lnTo>
                    <a:pt x="1956679" y="297619"/>
                  </a:lnTo>
                  <a:lnTo>
                    <a:pt x="1956774" y="297201"/>
                  </a:lnTo>
                  <a:lnTo>
                    <a:pt x="1957908" y="295685"/>
                  </a:lnTo>
                  <a:lnTo>
                    <a:pt x="1958375" y="295060"/>
                  </a:lnTo>
                  <a:lnTo>
                    <a:pt x="1957276" y="294717"/>
                  </a:lnTo>
                  <a:lnTo>
                    <a:pt x="1951521" y="292925"/>
                  </a:lnTo>
                  <a:lnTo>
                    <a:pt x="1951431" y="292887"/>
                  </a:lnTo>
                  <a:lnTo>
                    <a:pt x="1949247" y="291987"/>
                  </a:lnTo>
                  <a:lnTo>
                    <a:pt x="1949068" y="290650"/>
                  </a:lnTo>
                  <a:lnTo>
                    <a:pt x="1948778" y="288486"/>
                  </a:lnTo>
                  <a:lnTo>
                    <a:pt x="1948717" y="288026"/>
                  </a:lnTo>
                  <a:lnTo>
                    <a:pt x="1948462" y="286123"/>
                  </a:lnTo>
                  <a:lnTo>
                    <a:pt x="1945705" y="285172"/>
                  </a:lnTo>
                  <a:lnTo>
                    <a:pt x="1943170" y="284298"/>
                  </a:lnTo>
                  <a:lnTo>
                    <a:pt x="1940250" y="283291"/>
                  </a:lnTo>
                  <a:lnTo>
                    <a:pt x="1933153" y="280843"/>
                  </a:lnTo>
                  <a:lnTo>
                    <a:pt x="1932714" y="280299"/>
                  </a:lnTo>
                  <a:lnTo>
                    <a:pt x="1928513" y="275087"/>
                  </a:lnTo>
                  <a:lnTo>
                    <a:pt x="1924706" y="270363"/>
                  </a:lnTo>
                  <a:lnTo>
                    <a:pt x="1924211" y="270046"/>
                  </a:lnTo>
                  <a:lnTo>
                    <a:pt x="1923387" y="270000"/>
                  </a:lnTo>
                  <a:lnTo>
                    <a:pt x="1919711" y="269795"/>
                  </a:lnTo>
                  <a:lnTo>
                    <a:pt x="1919683" y="269773"/>
                  </a:lnTo>
                  <a:lnTo>
                    <a:pt x="1919657" y="269751"/>
                  </a:lnTo>
                  <a:lnTo>
                    <a:pt x="1919629" y="269734"/>
                  </a:lnTo>
                  <a:lnTo>
                    <a:pt x="1919597" y="269718"/>
                  </a:lnTo>
                  <a:lnTo>
                    <a:pt x="1919565" y="269710"/>
                  </a:lnTo>
                  <a:lnTo>
                    <a:pt x="1919536" y="269703"/>
                  </a:lnTo>
                  <a:lnTo>
                    <a:pt x="1919507" y="269703"/>
                  </a:lnTo>
                  <a:lnTo>
                    <a:pt x="1919468" y="269705"/>
                  </a:lnTo>
                  <a:lnTo>
                    <a:pt x="1919437" y="269711"/>
                  </a:lnTo>
                  <a:lnTo>
                    <a:pt x="1919407" y="269718"/>
                  </a:lnTo>
                  <a:lnTo>
                    <a:pt x="1919377" y="269735"/>
                  </a:lnTo>
                  <a:lnTo>
                    <a:pt x="1919353" y="269760"/>
                  </a:lnTo>
                  <a:lnTo>
                    <a:pt x="1919322" y="269796"/>
                  </a:lnTo>
                  <a:lnTo>
                    <a:pt x="1919301" y="269830"/>
                  </a:lnTo>
                  <a:lnTo>
                    <a:pt x="1919270" y="269909"/>
                  </a:lnTo>
                  <a:lnTo>
                    <a:pt x="1919249" y="269945"/>
                  </a:lnTo>
                  <a:lnTo>
                    <a:pt x="1919235" y="269960"/>
                  </a:lnTo>
                  <a:lnTo>
                    <a:pt x="1919207" y="269980"/>
                  </a:lnTo>
                  <a:lnTo>
                    <a:pt x="1919171" y="270000"/>
                  </a:lnTo>
                  <a:lnTo>
                    <a:pt x="1919142" y="270010"/>
                  </a:lnTo>
                  <a:lnTo>
                    <a:pt x="1919119" y="270018"/>
                  </a:lnTo>
                  <a:lnTo>
                    <a:pt x="1919092" y="270021"/>
                  </a:lnTo>
                  <a:lnTo>
                    <a:pt x="1919064" y="270021"/>
                  </a:lnTo>
                  <a:lnTo>
                    <a:pt x="1919041" y="270018"/>
                  </a:lnTo>
                  <a:lnTo>
                    <a:pt x="1919022" y="270014"/>
                  </a:lnTo>
                  <a:lnTo>
                    <a:pt x="1918997" y="270003"/>
                  </a:lnTo>
                  <a:lnTo>
                    <a:pt x="1918978" y="269990"/>
                  </a:lnTo>
                  <a:lnTo>
                    <a:pt x="1918969" y="269981"/>
                  </a:lnTo>
                  <a:lnTo>
                    <a:pt x="1918962" y="269970"/>
                  </a:lnTo>
                  <a:lnTo>
                    <a:pt x="1918951" y="269946"/>
                  </a:lnTo>
                  <a:lnTo>
                    <a:pt x="1918949" y="269931"/>
                  </a:lnTo>
                  <a:lnTo>
                    <a:pt x="1918945" y="269914"/>
                  </a:lnTo>
                  <a:lnTo>
                    <a:pt x="1918946" y="269898"/>
                  </a:lnTo>
                  <a:lnTo>
                    <a:pt x="1918950" y="269869"/>
                  </a:lnTo>
                  <a:lnTo>
                    <a:pt x="1918954" y="269862"/>
                  </a:lnTo>
                  <a:lnTo>
                    <a:pt x="1918974" y="269838"/>
                  </a:lnTo>
                  <a:lnTo>
                    <a:pt x="1918983" y="269822"/>
                  </a:lnTo>
                  <a:lnTo>
                    <a:pt x="1918996" y="269810"/>
                  </a:lnTo>
                  <a:lnTo>
                    <a:pt x="1919005" y="269803"/>
                  </a:lnTo>
                  <a:lnTo>
                    <a:pt x="1919020" y="269784"/>
                  </a:lnTo>
                  <a:lnTo>
                    <a:pt x="1919044" y="269769"/>
                  </a:lnTo>
                  <a:lnTo>
                    <a:pt x="1919058" y="269758"/>
                  </a:lnTo>
                  <a:lnTo>
                    <a:pt x="1919068" y="269745"/>
                  </a:lnTo>
                  <a:lnTo>
                    <a:pt x="1919076" y="269724"/>
                  </a:lnTo>
                  <a:lnTo>
                    <a:pt x="1919083" y="269703"/>
                  </a:lnTo>
                  <a:lnTo>
                    <a:pt x="1919089" y="269684"/>
                  </a:lnTo>
                  <a:lnTo>
                    <a:pt x="1919086" y="269668"/>
                  </a:lnTo>
                  <a:lnTo>
                    <a:pt x="1919079" y="269650"/>
                  </a:lnTo>
                  <a:lnTo>
                    <a:pt x="1919078" y="269620"/>
                  </a:lnTo>
                  <a:lnTo>
                    <a:pt x="1919074" y="269608"/>
                  </a:lnTo>
                  <a:lnTo>
                    <a:pt x="1919008" y="269556"/>
                  </a:lnTo>
                  <a:lnTo>
                    <a:pt x="1918978" y="269532"/>
                  </a:lnTo>
                  <a:lnTo>
                    <a:pt x="1918927" y="269492"/>
                  </a:lnTo>
                  <a:lnTo>
                    <a:pt x="1918797" y="269406"/>
                  </a:lnTo>
                  <a:lnTo>
                    <a:pt x="1918767" y="269385"/>
                  </a:lnTo>
                  <a:lnTo>
                    <a:pt x="1918699" y="269321"/>
                  </a:lnTo>
                  <a:lnTo>
                    <a:pt x="1918625" y="269253"/>
                  </a:lnTo>
                  <a:lnTo>
                    <a:pt x="1918537" y="269206"/>
                  </a:lnTo>
                  <a:lnTo>
                    <a:pt x="1918411" y="269080"/>
                  </a:lnTo>
                  <a:lnTo>
                    <a:pt x="1918344" y="268987"/>
                  </a:lnTo>
                  <a:lnTo>
                    <a:pt x="1918292" y="268949"/>
                  </a:lnTo>
                  <a:lnTo>
                    <a:pt x="1918225" y="268928"/>
                  </a:lnTo>
                  <a:lnTo>
                    <a:pt x="1918183" y="268936"/>
                  </a:lnTo>
                  <a:lnTo>
                    <a:pt x="1918113" y="268984"/>
                  </a:lnTo>
                  <a:lnTo>
                    <a:pt x="1918042" y="269082"/>
                  </a:lnTo>
                  <a:lnTo>
                    <a:pt x="1917973" y="269128"/>
                  </a:lnTo>
                  <a:lnTo>
                    <a:pt x="1917944" y="269144"/>
                  </a:lnTo>
                  <a:lnTo>
                    <a:pt x="1917918" y="269153"/>
                  </a:lnTo>
                  <a:lnTo>
                    <a:pt x="1917897" y="269158"/>
                  </a:lnTo>
                  <a:lnTo>
                    <a:pt x="1917864" y="269163"/>
                  </a:lnTo>
                  <a:lnTo>
                    <a:pt x="1917784" y="269171"/>
                  </a:lnTo>
                  <a:lnTo>
                    <a:pt x="1917757" y="269173"/>
                  </a:lnTo>
                  <a:lnTo>
                    <a:pt x="1917277" y="269142"/>
                  </a:lnTo>
                  <a:lnTo>
                    <a:pt x="1916867" y="269108"/>
                  </a:lnTo>
                  <a:lnTo>
                    <a:pt x="1916848" y="269106"/>
                  </a:lnTo>
                  <a:lnTo>
                    <a:pt x="1916648" y="269075"/>
                  </a:lnTo>
                  <a:lnTo>
                    <a:pt x="1916623" y="269067"/>
                  </a:lnTo>
                  <a:lnTo>
                    <a:pt x="1916472" y="268990"/>
                  </a:lnTo>
                  <a:lnTo>
                    <a:pt x="1916458" y="268980"/>
                  </a:lnTo>
                  <a:lnTo>
                    <a:pt x="1916288" y="268947"/>
                  </a:lnTo>
                  <a:lnTo>
                    <a:pt x="1916169" y="268941"/>
                  </a:lnTo>
                  <a:lnTo>
                    <a:pt x="1916078" y="268927"/>
                  </a:lnTo>
                  <a:lnTo>
                    <a:pt x="1916035" y="268922"/>
                  </a:lnTo>
                  <a:lnTo>
                    <a:pt x="1916000" y="268920"/>
                  </a:lnTo>
                  <a:lnTo>
                    <a:pt x="1915982" y="268923"/>
                  </a:lnTo>
                  <a:lnTo>
                    <a:pt x="1915639" y="269042"/>
                  </a:lnTo>
                  <a:lnTo>
                    <a:pt x="1915625" y="269050"/>
                  </a:lnTo>
                  <a:lnTo>
                    <a:pt x="1915610" y="269069"/>
                  </a:lnTo>
                  <a:lnTo>
                    <a:pt x="1915591" y="269099"/>
                  </a:lnTo>
                  <a:lnTo>
                    <a:pt x="1915583" y="269117"/>
                  </a:lnTo>
                  <a:lnTo>
                    <a:pt x="1915578" y="269130"/>
                  </a:lnTo>
                  <a:lnTo>
                    <a:pt x="1915581" y="269141"/>
                  </a:lnTo>
                  <a:lnTo>
                    <a:pt x="1915593" y="269167"/>
                  </a:lnTo>
                  <a:lnTo>
                    <a:pt x="1915607" y="269181"/>
                  </a:lnTo>
                  <a:lnTo>
                    <a:pt x="1915625" y="269192"/>
                  </a:lnTo>
                  <a:lnTo>
                    <a:pt x="1915644" y="269200"/>
                  </a:lnTo>
                  <a:lnTo>
                    <a:pt x="1915668" y="269207"/>
                  </a:lnTo>
                  <a:lnTo>
                    <a:pt x="1915696" y="269211"/>
                  </a:lnTo>
                  <a:lnTo>
                    <a:pt x="1915715" y="269215"/>
                  </a:lnTo>
                  <a:lnTo>
                    <a:pt x="1915734" y="269220"/>
                  </a:lnTo>
                  <a:lnTo>
                    <a:pt x="1915748" y="269232"/>
                  </a:lnTo>
                  <a:lnTo>
                    <a:pt x="1915757" y="269240"/>
                  </a:lnTo>
                  <a:lnTo>
                    <a:pt x="1915762" y="269249"/>
                  </a:lnTo>
                  <a:lnTo>
                    <a:pt x="1915767" y="269266"/>
                  </a:lnTo>
                  <a:lnTo>
                    <a:pt x="1915766" y="269290"/>
                  </a:lnTo>
                  <a:lnTo>
                    <a:pt x="1915764" y="269304"/>
                  </a:lnTo>
                  <a:lnTo>
                    <a:pt x="1915762" y="269312"/>
                  </a:lnTo>
                  <a:lnTo>
                    <a:pt x="1915761" y="269317"/>
                  </a:lnTo>
                  <a:lnTo>
                    <a:pt x="1915755" y="269324"/>
                  </a:lnTo>
                  <a:lnTo>
                    <a:pt x="1915739" y="269341"/>
                  </a:lnTo>
                  <a:lnTo>
                    <a:pt x="1915701" y="269366"/>
                  </a:lnTo>
                  <a:lnTo>
                    <a:pt x="1915676" y="269372"/>
                  </a:lnTo>
                  <a:lnTo>
                    <a:pt x="1915662" y="269372"/>
                  </a:lnTo>
                  <a:lnTo>
                    <a:pt x="1915583" y="269365"/>
                  </a:lnTo>
                  <a:lnTo>
                    <a:pt x="1915519" y="269358"/>
                  </a:lnTo>
                  <a:lnTo>
                    <a:pt x="1915506" y="269355"/>
                  </a:lnTo>
                  <a:lnTo>
                    <a:pt x="1915437" y="269369"/>
                  </a:lnTo>
                  <a:lnTo>
                    <a:pt x="1915407" y="269383"/>
                  </a:lnTo>
                  <a:lnTo>
                    <a:pt x="1915352" y="269413"/>
                  </a:lnTo>
                  <a:lnTo>
                    <a:pt x="1915254" y="269407"/>
                  </a:lnTo>
                  <a:lnTo>
                    <a:pt x="1915146" y="269434"/>
                  </a:lnTo>
                  <a:lnTo>
                    <a:pt x="1915129" y="269442"/>
                  </a:lnTo>
                  <a:lnTo>
                    <a:pt x="1915107" y="269452"/>
                  </a:lnTo>
                  <a:lnTo>
                    <a:pt x="1915088" y="269457"/>
                  </a:lnTo>
                  <a:lnTo>
                    <a:pt x="1915060" y="269459"/>
                  </a:lnTo>
                  <a:lnTo>
                    <a:pt x="1915038" y="269459"/>
                  </a:lnTo>
                  <a:lnTo>
                    <a:pt x="1915002" y="269446"/>
                  </a:lnTo>
                  <a:lnTo>
                    <a:pt x="1914987" y="269433"/>
                  </a:lnTo>
                  <a:lnTo>
                    <a:pt x="1914948" y="269395"/>
                  </a:lnTo>
                  <a:lnTo>
                    <a:pt x="1914938" y="269376"/>
                  </a:lnTo>
                  <a:lnTo>
                    <a:pt x="1914933" y="269364"/>
                  </a:lnTo>
                  <a:lnTo>
                    <a:pt x="1914930" y="269356"/>
                  </a:lnTo>
                  <a:lnTo>
                    <a:pt x="1914927" y="269340"/>
                  </a:lnTo>
                  <a:lnTo>
                    <a:pt x="1914925" y="269325"/>
                  </a:lnTo>
                  <a:lnTo>
                    <a:pt x="1914921" y="269308"/>
                  </a:lnTo>
                  <a:lnTo>
                    <a:pt x="1914917" y="269297"/>
                  </a:lnTo>
                  <a:lnTo>
                    <a:pt x="1914902" y="269286"/>
                  </a:lnTo>
                  <a:lnTo>
                    <a:pt x="1914885" y="269281"/>
                  </a:lnTo>
                  <a:lnTo>
                    <a:pt x="1914867" y="269278"/>
                  </a:lnTo>
                  <a:lnTo>
                    <a:pt x="1914850" y="269278"/>
                  </a:lnTo>
                  <a:lnTo>
                    <a:pt x="1914819" y="269290"/>
                  </a:lnTo>
                  <a:lnTo>
                    <a:pt x="1914791" y="269298"/>
                  </a:lnTo>
                  <a:lnTo>
                    <a:pt x="1914778" y="269300"/>
                  </a:lnTo>
                  <a:lnTo>
                    <a:pt x="1914693" y="269310"/>
                  </a:lnTo>
                  <a:lnTo>
                    <a:pt x="1914604" y="269312"/>
                  </a:lnTo>
                  <a:lnTo>
                    <a:pt x="1914505" y="269320"/>
                  </a:lnTo>
                  <a:lnTo>
                    <a:pt x="1914436" y="269328"/>
                  </a:lnTo>
                  <a:lnTo>
                    <a:pt x="1914423" y="269331"/>
                  </a:lnTo>
                  <a:lnTo>
                    <a:pt x="1914412" y="269338"/>
                  </a:lnTo>
                  <a:lnTo>
                    <a:pt x="1914389" y="269363"/>
                  </a:lnTo>
                  <a:lnTo>
                    <a:pt x="1914368" y="269389"/>
                  </a:lnTo>
                  <a:lnTo>
                    <a:pt x="1914346" y="269408"/>
                  </a:lnTo>
                  <a:lnTo>
                    <a:pt x="1914330" y="269416"/>
                  </a:lnTo>
                  <a:lnTo>
                    <a:pt x="1914285" y="269434"/>
                  </a:lnTo>
                  <a:lnTo>
                    <a:pt x="1914254" y="269437"/>
                  </a:lnTo>
                  <a:lnTo>
                    <a:pt x="1914234" y="269437"/>
                  </a:lnTo>
                  <a:lnTo>
                    <a:pt x="1914214" y="269435"/>
                  </a:lnTo>
                  <a:lnTo>
                    <a:pt x="1913806" y="269329"/>
                  </a:lnTo>
                  <a:lnTo>
                    <a:pt x="1913785" y="269321"/>
                  </a:lnTo>
                  <a:lnTo>
                    <a:pt x="1913766" y="269306"/>
                  </a:lnTo>
                  <a:lnTo>
                    <a:pt x="1913739" y="269278"/>
                  </a:lnTo>
                  <a:lnTo>
                    <a:pt x="1913728" y="269263"/>
                  </a:lnTo>
                  <a:lnTo>
                    <a:pt x="1913716" y="269223"/>
                  </a:lnTo>
                  <a:lnTo>
                    <a:pt x="1913708" y="269202"/>
                  </a:lnTo>
                  <a:lnTo>
                    <a:pt x="1913701" y="269189"/>
                  </a:lnTo>
                  <a:lnTo>
                    <a:pt x="1913652" y="269128"/>
                  </a:lnTo>
                  <a:lnTo>
                    <a:pt x="1913631" y="269114"/>
                  </a:lnTo>
                  <a:lnTo>
                    <a:pt x="1913612" y="269106"/>
                  </a:lnTo>
                  <a:lnTo>
                    <a:pt x="1913586" y="269103"/>
                  </a:lnTo>
                  <a:lnTo>
                    <a:pt x="1913421" y="269087"/>
                  </a:lnTo>
                  <a:lnTo>
                    <a:pt x="1913394" y="269085"/>
                  </a:lnTo>
                  <a:lnTo>
                    <a:pt x="1913359" y="269091"/>
                  </a:lnTo>
                  <a:lnTo>
                    <a:pt x="1913341" y="269099"/>
                  </a:lnTo>
                  <a:lnTo>
                    <a:pt x="1913319" y="269114"/>
                  </a:lnTo>
                  <a:lnTo>
                    <a:pt x="1913310" y="269123"/>
                  </a:lnTo>
                  <a:lnTo>
                    <a:pt x="1913296" y="269139"/>
                  </a:lnTo>
                  <a:lnTo>
                    <a:pt x="1913292" y="269153"/>
                  </a:lnTo>
                  <a:lnTo>
                    <a:pt x="1913294" y="269165"/>
                  </a:lnTo>
                  <a:lnTo>
                    <a:pt x="1913310" y="269184"/>
                  </a:lnTo>
                  <a:lnTo>
                    <a:pt x="1913338" y="269219"/>
                  </a:lnTo>
                  <a:lnTo>
                    <a:pt x="1913340" y="269242"/>
                  </a:lnTo>
                  <a:lnTo>
                    <a:pt x="1913338" y="269280"/>
                  </a:lnTo>
                  <a:lnTo>
                    <a:pt x="1913334" y="269299"/>
                  </a:lnTo>
                  <a:lnTo>
                    <a:pt x="1913330" y="269309"/>
                  </a:lnTo>
                  <a:lnTo>
                    <a:pt x="1913326" y="269323"/>
                  </a:lnTo>
                  <a:lnTo>
                    <a:pt x="1913319" y="269346"/>
                  </a:lnTo>
                  <a:lnTo>
                    <a:pt x="1913306" y="269373"/>
                  </a:lnTo>
                  <a:lnTo>
                    <a:pt x="1913299" y="269381"/>
                  </a:lnTo>
                  <a:lnTo>
                    <a:pt x="1913282" y="269400"/>
                  </a:lnTo>
                  <a:lnTo>
                    <a:pt x="1913270" y="269410"/>
                  </a:lnTo>
                  <a:lnTo>
                    <a:pt x="1913223" y="269439"/>
                  </a:lnTo>
                  <a:lnTo>
                    <a:pt x="1913195" y="269448"/>
                  </a:lnTo>
                  <a:lnTo>
                    <a:pt x="1912850" y="269469"/>
                  </a:lnTo>
                  <a:lnTo>
                    <a:pt x="1912822" y="269468"/>
                  </a:lnTo>
                  <a:lnTo>
                    <a:pt x="1912804" y="269465"/>
                  </a:lnTo>
                  <a:lnTo>
                    <a:pt x="1912774" y="269458"/>
                  </a:lnTo>
                  <a:lnTo>
                    <a:pt x="1912410" y="269297"/>
                  </a:lnTo>
                  <a:lnTo>
                    <a:pt x="1912366" y="269277"/>
                  </a:lnTo>
                  <a:lnTo>
                    <a:pt x="1912351" y="269267"/>
                  </a:lnTo>
                  <a:lnTo>
                    <a:pt x="1912331" y="269251"/>
                  </a:lnTo>
                  <a:lnTo>
                    <a:pt x="1912314" y="269229"/>
                  </a:lnTo>
                  <a:lnTo>
                    <a:pt x="1912307" y="269198"/>
                  </a:lnTo>
                  <a:lnTo>
                    <a:pt x="1912305" y="269169"/>
                  </a:lnTo>
                  <a:lnTo>
                    <a:pt x="1912299" y="269160"/>
                  </a:lnTo>
                  <a:lnTo>
                    <a:pt x="1912284" y="269141"/>
                  </a:lnTo>
                  <a:lnTo>
                    <a:pt x="1912267" y="269131"/>
                  </a:lnTo>
                  <a:lnTo>
                    <a:pt x="1912232" y="269121"/>
                  </a:lnTo>
                  <a:lnTo>
                    <a:pt x="1912212" y="269118"/>
                  </a:lnTo>
                  <a:lnTo>
                    <a:pt x="1912189" y="269115"/>
                  </a:lnTo>
                  <a:lnTo>
                    <a:pt x="1912162" y="269114"/>
                  </a:lnTo>
                  <a:lnTo>
                    <a:pt x="1912122" y="269076"/>
                  </a:lnTo>
                  <a:lnTo>
                    <a:pt x="1911990" y="268954"/>
                  </a:lnTo>
                  <a:lnTo>
                    <a:pt x="1911970" y="268932"/>
                  </a:lnTo>
                  <a:lnTo>
                    <a:pt x="1911875" y="268842"/>
                  </a:lnTo>
                  <a:lnTo>
                    <a:pt x="1911861" y="268829"/>
                  </a:lnTo>
                  <a:lnTo>
                    <a:pt x="1911820" y="268810"/>
                  </a:lnTo>
                  <a:lnTo>
                    <a:pt x="1911800" y="268804"/>
                  </a:lnTo>
                  <a:lnTo>
                    <a:pt x="1911775" y="268800"/>
                  </a:lnTo>
                  <a:lnTo>
                    <a:pt x="1911746" y="268800"/>
                  </a:lnTo>
                  <a:lnTo>
                    <a:pt x="1911705" y="268804"/>
                  </a:lnTo>
                  <a:lnTo>
                    <a:pt x="1911698" y="268805"/>
                  </a:lnTo>
                  <a:lnTo>
                    <a:pt x="1911655" y="268816"/>
                  </a:lnTo>
                  <a:lnTo>
                    <a:pt x="1911637" y="268822"/>
                  </a:lnTo>
                  <a:lnTo>
                    <a:pt x="1911627" y="268822"/>
                  </a:lnTo>
                  <a:lnTo>
                    <a:pt x="1911616" y="268819"/>
                  </a:lnTo>
                  <a:lnTo>
                    <a:pt x="1911555" y="268802"/>
                  </a:lnTo>
                  <a:lnTo>
                    <a:pt x="1911548" y="268799"/>
                  </a:lnTo>
                  <a:lnTo>
                    <a:pt x="1911527" y="268788"/>
                  </a:lnTo>
                  <a:lnTo>
                    <a:pt x="1911505" y="268776"/>
                  </a:lnTo>
                  <a:lnTo>
                    <a:pt x="1911488" y="268763"/>
                  </a:lnTo>
                  <a:lnTo>
                    <a:pt x="1911476" y="268749"/>
                  </a:lnTo>
                  <a:lnTo>
                    <a:pt x="1911461" y="268701"/>
                  </a:lnTo>
                  <a:lnTo>
                    <a:pt x="1911460" y="268650"/>
                  </a:lnTo>
                  <a:lnTo>
                    <a:pt x="1911486" y="268604"/>
                  </a:lnTo>
                  <a:lnTo>
                    <a:pt x="1911504" y="268583"/>
                  </a:lnTo>
                  <a:lnTo>
                    <a:pt x="1911516" y="268564"/>
                  </a:lnTo>
                  <a:lnTo>
                    <a:pt x="1911525" y="268544"/>
                  </a:lnTo>
                  <a:lnTo>
                    <a:pt x="1911529" y="268524"/>
                  </a:lnTo>
                  <a:lnTo>
                    <a:pt x="1911527" y="268508"/>
                  </a:lnTo>
                  <a:lnTo>
                    <a:pt x="1911519" y="268484"/>
                  </a:lnTo>
                  <a:lnTo>
                    <a:pt x="1911504" y="268457"/>
                  </a:lnTo>
                  <a:lnTo>
                    <a:pt x="1911483" y="268434"/>
                  </a:lnTo>
                  <a:lnTo>
                    <a:pt x="1911453" y="268414"/>
                  </a:lnTo>
                  <a:lnTo>
                    <a:pt x="1911420" y="268395"/>
                  </a:lnTo>
                  <a:lnTo>
                    <a:pt x="1911399" y="268389"/>
                  </a:lnTo>
                  <a:lnTo>
                    <a:pt x="1911393" y="268387"/>
                  </a:lnTo>
                  <a:lnTo>
                    <a:pt x="1911369" y="268384"/>
                  </a:lnTo>
                  <a:lnTo>
                    <a:pt x="1911347" y="268385"/>
                  </a:lnTo>
                  <a:lnTo>
                    <a:pt x="1911336" y="268386"/>
                  </a:lnTo>
                  <a:lnTo>
                    <a:pt x="1911286" y="268398"/>
                  </a:lnTo>
                  <a:lnTo>
                    <a:pt x="1911258" y="268409"/>
                  </a:lnTo>
                  <a:lnTo>
                    <a:pt x="1911234" y="268421"/>
                  </a:lnTo>
                  <a:lnTo>
                    <a:pt x="1911090" y="268408"/>
                  </a:lnTo>
                  <a:lnTo>
                    <a:pt x="1911011" y="268391"/>
                  </a:lnTo>
                  <a:lnTo>
                    <a:pt x="1910938" y="268342"/>
                  </a:lnTo>
                  <a:lnTo>
                    <a:pt x="1910905" y="268320"/>
                  </a:lnTo>
                  <a:lnTo>
                    <a:pt x="1910843" y="268300"/>
                  </a:lnTo>
                  <a:lnTo>
                    <a:pt x="1910829" y="268298"/>
                  </a:lnTo>
                  <a:lnTo>
                    <a:pt x="1910798" y="268303"/>
                  </a:lnTo>
                  <a:lnTo>
                    <a:pt x="1910773" y="268310"/>
                  </a:lnTo>
                  <a:lnTo>
                    <a:pt x="1910757" y="268319"/>
                  </a:lnTo>
                  <a:lnTo>
                    <a:pt x="1910743" y="268328"/>
                  </a:lnTo>
                  <a:lnTo>
                    <a:pt x="1910734" y="268340"/>
                  </a:lnTo>
                  <a:lnTo>
                    <a:pt x="1910726" y="268352"/>
                  </a:lnTo>
                  <a:lnTo>
                    <a:pt x="1910720" y="268357"/>
                  </a:lnTo>
                  <a:lnTo>
                    <a:pt x="1910711" y="268361"/>
                  </a:lnTo>
                  <a:lnTo>
                    <a:pt x="1910696" y="268363"/>
                  </a:lnTo>
                  <a:lnTo>
                    <a:pt x="1910689" y="268364"/>
                  </a:lnTo>
                  <a:lnTo>
                    <a:pt x="1910616" y="268344"/>
                  </a:lnTo>
                  <a:lnTo>
                    <a:pt x="1910551" y="268304"/>
                  </a:lnTo>
                  <a:lnTo>
                    <a:pt x="1910446" y="268275"/>
                  </a:lnTo>
                  <a:lnTo>
                    <a:pt x="1910348" y="268249"/>
                  </a:lnTo>
                  <a:lnTo>
                    <a:pt x="1910332" y="268248"/>
                  </a:lnTo>
                  <a:lnTo>
                    <a:pt x="1910300" y="268243"/>
                  </a:lnTo>
                  <a:lnTo>
                    <a:pt x="1910283" y="268239"/>
                  </a:lnTo>
                  <a:lnTo>
                    <a:pt x="1910272" y="268235"/>
                  </a:lnTo>
                  <a:lnTo>
                    <a:pt x="1910253" y="268225"/>
                  </a:lnTo>
                  <a:lnTo>
                    <a:pt x="1910241" y="268214"/>
                  </a:lnTo>
                  <a:lnTo>
                    <a:pt x="1910237" y="268205"/>
                  </a:lnTo>
                  <a:lnTo>
                    <a:pt x="1910232" y="268190"/>
                  </a:lnTo>
                  <a:lnTo>
                    <a:pt x="1910230" y="268177"/>
                  </a:lnTo>
                  <a:lnTo>
                    <a:pt x="1910233" y="268164"/>
                  </a:lnTo>
                  <a:lnTo>
                    <a:pt x="1910238" y="268150"/>
                  </a:lnTo>
                  <a:lnTo>
                    <a:pt x="1910243" y="268139"/>
                  </a:lnTo>
                  <a:lnTo>
                    <a:pt x="1910250" y="268128"/>
                  </a:lnTo>
                  <a:lnTo>
                    <a:pt x="1910261" y="268116"/>
                  </a:lnTo>
                  <a:lnTo>
                    <a:pt x="1910280" y="268101"/>
                  </a:lnTo>
                  <a:lnTo>
                    <a:pt x="1910314" y="268077"/>
                  </a:lnTo>
                  <a:lnTo>
                    <a:pt x="1910374" y="268048"/>
                  </a:lnTo>
                  <a:lnTo>
                    <a:pt x="1910385" y="268041"/>
                  </a:lnTo>
                  <a:lnTo>
                    <a:pt x="1910395" y="268029"/>
                  </a:lnTo>
                  <a:lnTo>
                    <a:pt x="1910403" y="268011"/>
                  </a:lnTo>
                  <a:lnTo>
                    <a:pt x="1910406" y="268002"/>
                  </a:lnTo>
                  <a:lnTo>
                    <a:pt x="1910408" y="267991"/>
                  </a:lnTo>
                  <a:lnTo>
                    <a:pt x="1910409" y="267980"/>
                  </a:lnTo>
                  <a:lnTo>
                    <a:pt x="1910409" y="267960"/>
                  </a:lnTo>
                  <a:lnTo>
                    <a:pt x="1910375" y="267716"/>
                  </a:lnTo>
                  <a:lnTo>
                    <a:pt x="1910366" y="267664"/>
                  </a:lnTo>
                  <a:lnTo>
                    <a:pt x="1910356" y="267652"/>
                  </a:lnTo>
                  <a:lnTo>
                    <a:pt x="1910317" y="267625"/>
                  </a:lnTo>
                  <a:lnTo>
                    <a:pt x="1910290" y="267611"/>
                  </a:lnTo>
                  <a:lnTo>
                    <a:pt x="1910251" y="267601"/>
                  </a:lnTo>
                  <a:lnTo>
                    <a:pt x="1910224" y="267599"/>
                  </a:lnTo>
                  <a:lnTo>
                    <a:pt x="1910203" y="267601"/>
                  </a:lnTo>
                  <a:lnTo>
                    <a:pt x="1909907" y="267643"/>
                  </a:lnTo>
                  <a:lnTo>
                    <a:pt x="1909853" y="267654"/>
                  </a:lnTo>
                  <a:lnTo>
                    <a:pt x="1909844" y="267656"/>
                  </a:lnTo>
                  <a:lnTo>
                    <a:pt x="1909820" y="267663"/>
                  </a:lnTo>
                  <a:lnTo>
                    <a:pt x="1909804" y="267668"/>
                  </a:lnTo>
                  <a:lnTo>
                    <a:pt x="1909759" y="267679"/>
                  </a:lnTo>
                  <a:lnTo>
                    <a:pt x="1909733" y="267686"/>
                  </a:lnTo>
                  <a:lnTo>
                    <a:pt x="1909710" y="267693"/>
                  </a:lnTo>
                  <a:lnTo>
                    <a:pt x="1909658" y="267703"/>
                  </a:lnTo>
                  <a:lnTo>
                    <a:pt x="1909558" y="267718"/>
                  </a:lnTo>
                  <a:lnTo>
                    <a:pt x="1909538" y="267719"/>
                  </a:lnTo>
                  <a:lnTo>
                    <a:pt x="1909498" y="267721"/>
                  </a:lnTo>
                  <a:lnTo>
                    <a:pt x="1909445" y="267714"/>
                  </a:lnTo>
                  <a:lnTo>
                    <a:pt x="1909401" y="267711"/>
                  </a:lnTo>
                  <a:lnTo>
                    <a:pt x="1909376" y="267709"/>
                  </a:lnTo>
                  <a:lnTo>
                    <a:pt x="1909321" y="267698"/>
                  </a:lnTo>
                  <a:lnTo>
                    <a:pt x="1909306" y="267695"/>
                  </a:lnTo>
                  <a:lnTo>
                    <a:pt x="1909262" y="267685"/>
                  </a:lnTo>
                  <a:lnTo>
                    <a:pt x="1909128" y="267655"/>
                  </a:lnTo>
                  <a:lnTo>
                    <a:pt x="1908957" y="267609"/>
                  </a:lnTo>
                  <a:lnTo>
                    <a:pt x="1908940" y="267601"/>
                  </a:lnTo>
                  <a:lnTo>
                    <a:pt x="1908911" y="267578"/>
                  </a:lnTo>
                  <a:lnTo>
                    <a:pt x="1908887" y="267559"/>
                  </a:lnTo>
                  <a:lnTo>
                    <a:pt x="1908865" y="267532"/>
                  </a:lnTo>
                  <a:lnTo>
                    <a:pt x="1908861" y="267521"/>
                  </a:lnTo>
                  <a:lnTo>
                    <a:pt x="1908850" y="267512"/>
                  </a:lnTo>
                  <a:lnTo>
                    <a:pt x="1908836" y="267510"/>
                  </a:lnTo>
                  <a:lnTo>
                    <a:pt x="1908799" y="267511"/>
                  </a:lnTo>
                  <a:lnTo>
                    <a:pt x="1908750" y="267513"/>
                  </a:lnTo>
                  <a:lnTo>
                    <a:pt x="1908715" y="267524"/>
                  </a:lnTo>
                  <a:lnTo>
                    <a:pt x="1908691" y="267536"/>
                  </a:lnTo>
                  <a:lnTo>
                    <a:pt x="1908684" y="267539"/>
                  </a:lnTo>
                  <a:lnTo>
                    <a:pt x="1908659" y="267559"/>
                  </a:lnTo>
                  <a:lnTo>
                    <a:pt x="1908642" y="267583"/>
                  </a:lnTo>
                  <a:lnTo>
                    <a:pt x="1908633" y="267607"/>
                  </a:lnTo>
                  <a:lnTo>
                    <a:pt x="1908627" y="267617"/>
                  </a:lnTo>
                  <a:lnTo>
                    <a:pt x="1908624" y="267624"/>
                  </a:lnTo>
                  <a:lnTo>
                    <a:pt x="1908611" y="267637"/>
                  </a:lnTo>
                  <a:lnTo>
                    <a:pt x="1908590" y="267652"/>
                  </a:lnTo>
                  <a:lnTo>
                    <a:pt x="1908574" y="267657"/>
                  </a:lnTo>
                  <a:lnTo>
                    <a:pt x="1908551" y="267664"/>
                  </a:lnTo>
                  <a:lnTo>
                    <a:pt x="1908214" y="267717"/>
                  </a:lnTo>
                  <a:lnTo>
                    <a:pt x="1908180" y="267718"/>
                  </a:lnTo>
                  <a:lnTo>
                    <a:pt x="1908152" y="267717"/>
                  </a:lnTo>
                  <a:lnTo>
                    <a:pt x="1908125" y="267709"/>
                  </a:lnTo>
                  <a:lnTo>
                    <a:pt x="1908099" y="267694"/>
                  </a:lnTo>
                  <a:lnTo>
                    <a:pt x="1908081" y="267676"/>
                  </a:lnTo>
                  <a:lnTo>
                    <a:pt x="1908073" y="267653"/>
                  </a:lnTo>
                  <a:lnTo>
                    <a:pt x="1908073" y="267637"/>
                  </a:lnTo>
                  <a:lnTo>
                    <a:pt x="1908087" y="267616"/>
                  </a:lnTo>
                  <a:lnTo>
                    <a:pt x="1908095" y="267608"/>
                  </a:lnTo>
                  <a:lnTo>
                    <a:pt x="1908101" y="267588"/>
                  </a:lnTo>
                  <a:lnTo>
                    <a:pt x="1908104" y="267580"/>
                  </a:lnTo>
                  <a:lnTo>
                    <a:pt x="1908110" y="267557"/>
                  </a:lnTo>
                  <a:lnTo>
                    <a:pt x="1908110" y="267539"/>
                  </a:lnTo>
                  <a:lnTo>
                    <a:pt x="1908107" y="267520"/>
                  </a:lnTo>
                  <a:lnTo>
                    <a:pt x="1908098" y="267483"/>
                  </a:lnTo>
                  <a:lnTo>
                    <a:pt x="1908088" y="267459"/>
                  </a:lnTo>
                  <a:lnTo>
                    <a:pt x="1908060" y="267424"/>
                  </a:lnTo>
                  <a:lnTo>
                    <a:pt x="1908030" y="267391"/>
                  </a:lnTo>
                  <a:lnTo>
                    <a:pt x="1908016" y="267379"/>
                  </a:lnTo>
                  <a:lnTo>
                    <a:pt x="1907988" y="267357"/>
                  </a:lnTo>
                  <a:lnTo>
                    <a:pt x="1907918" y="267303"/>
                  </a:lnTo>
                  <a:lnTo>
                    <a:pt x="1907888" y="267284"/>
                  </a:lnTo>
                  <a:lnTo>
                    <a:pt x="1907859" y="267271"/>
                  </a:lnTo>
                  <a:lnTo>
                    <a:pt x="1907820" y="267263"/>
                  </a:lnTo>
                  <a:lnTo>
                    <a:pt x="1907809" y="267262"/>
                  </a:lnTo>
                  <a:lnTo>
                    <a:pt x="1907766" y="267256"/>
                  </a:lnTo>
                  <a:lnTo>
                    <a:pt x="1907722" y="267254"/>
                  </a:lnTo>
                  <a:lnTo>
                    <a:pt x="1907680" y="267261"/>
                  </a:lnTo>
                  <a:lnTo>
                    <a:pt x="1907655" y="267269"/>
                  </a:lnTo>
                  <a:lnTo>
                    <a:pt x="1907625" y="267287"/>
                  </a:lnTo>
                  <a:lnTo>
                    <a:pt x="1907597" y="267307"/>
                  </a:lnTo>
                  <a:lnTo>
                    <a:pt x="1907564" y="267331"/>
                  </a:lnTo>
                  <a:lnTo>
                    <a:pt x="1907527" y="267364"/>
                  </a:lnTo>
                  <a:lnTo>
                    <a:pt x="1907508" y="267386"/>
                  </a:lnTo>
                  <a:lnTo>
                    <a:pt x="1907484" y="267413"/>
                  </a:lnTo>
                  <a:lnTo>
                    <a:pt x="1907455" y="267443"/>
                  </a:lnTo>
                  <a:lnTo>
                    <a:pt x="1907449" y="267448"/>
                  </a:lnTo>
                  <a:lnTo>
                    <a:pt x="1907413" y="267475"/>
                  </a:lnTo>
                  <a:lnTo>
                    <a:pt x="1907304" y="267548"/>
                  </a:lnTo>
                  <a:lnTo>
                    <a:pt x="1907289" y="267555"/>
                  </a:lnTo>
                  <a:lnTo>
                    <a:pt x="1907260" y="267555"/>
                  </a:lnTo>
                  <a:lnTo>
                    <a:pt x="1907217" y="267543"/>
                  </a:lnTo>
                  <a:lnTo>
                    <a:pt x="1907184" y="267527"/>
                  </a:lnTo>
                  <a:lnTo>
                    <a:pt x="1907164" y="267515"/>
                  </a:lnTo>
                  <a:lnTo>
                    <a:pt x="1907158" y="267511"/>
                  </a:lnTo>
                  <a:lnTo>
                    <a:pt x="1907130" y="267499"/>
                  </a:lnTo>
                  <a:lnTo>
                    <a:pt x="1907094" y="267492"/>
                  </a:lnTo>
                  <a:lnTo>
                    <a:pt x="1907067" y="267491"/>
                  </a:lnTo>
                  <a:lnTo>
                    <a:pt x="1907057" y="267491"/>
                  </a:lnTo>
                  <a:lnTo>
                    <a:pt x="1907037" y="267491"/>
                  </a:lnTo>
                  <a:lnTo>
                    <a:pt x="1907005" y="267501"/>
                  </a:lnTo>
                  <a:lnTo>
                    <a:pt x="1906980" y="267516"/>
                  </a:lnTo>
                  <a:lnTo>
                    <a:pt x="1906917" y="267565"/>
                  </a:lnTo>
                  <a:lnTo>
                    <a:pt x="1906888" y="267595"/>
                  </a:lnTo>
                  <a:lnTo>
                    <a:pt x="1906868" y="267619"/>
                  </a:lnTo>
                  <a:lnTo>
                    <a:pt x="1906862" y="267626"/>
                  </a:lnTo>
                  <a:lnTo>
                    <a:pt x="1906861" y="267636"/>
                  </a:lnTo>
                  <a:lnTo>
                    <a:pt x="1906863" y="267646"/>
                  </a:lnTo>
                  <a:lnTo>
                    <a:pt x="1906869" y="267679"/>
                  </a:lnTo>
                  <a:lnTo>
                    <a:pt x="1906871" y="267689"/>
                  </a:lnTo>
                  <a:lnTo>
                    <a:pt x="1906872" y="267696"/>
                  </a:lnTo>
                  <a:lnTo>
                    <a:pt x="1906872" y="267755"/>
                  </a:lnTo>
                  <a:lnTo>
                    <a:pt x="1906871" y="267770"/>
                  </a:lnTo>
                  <a:lnTo>
                    <a:pt x="1906868" y="267786"/>
                  </a:lnTo>
                  <a:lnTo>
                    <a:pt x="1906860" y="267800"/>
                  </a:lnTo>
                  <a:lnTo>
                    <a:pt x="1906597" y="267952"/>
                  </a:lnTo>
                  <a:lnTo>
                    <a:pt x="1906573" y="267964"/>
                  </a:lnTo>
                  <a:lnTo>
                    <a:pt x="1906550" y="267970"/>
                  </a:lnTo>
                  <a:lnTo>
                    <a:pt x="1906515" y="267974"/>
                  </a:lnTo>
                  <a:lnTo>
                    <a:pt x="1906478" y="267970"/>
                  </a:lnTo>
                  <a:lnTo>
                    <a:pt x="1906432" y="267945"/>
                  </a:lnTo>
                  <a:lnTo>
                    <a:pt x="1906392" y="267920"/>
                  </a:lnTo>
                  <a:lnTo>
                    <a:pt x="1906356" y="267895"/>
                  </a:lnTo>
                  <a:lnTo>
                    <a:pt x="1906342" y="267880"/>
                  </a:lnTo>
                  <a:lnTo>
                    <a:pt x="1906335" y="267873"/>
                  </a:lnTo>
                  <a:lnTo>
                    <a:pt x="1906314" y="267862"/>
                  </a:lnTo>
                  <a:lnTo>
                    <a:pt x="1906287" y="267855"/>
                  </a:lnTo>
                  <a:lnTo>
                    <a:pt x="1906256" y="267853"/>
                  </a:lnTo>
                  <a:lnTo>
                    <a:pt x="1906246" y="267855"/>
                  </a:lnTo>
                  <a:lnTo>
                    <a:pt x="1906236" y="267857"/>
                  </a:lnTo>
                  <a:lnTo>
                    <a:pt x="1906210" y="267870"/>
                  </a:lnTo>
                  <a:lnTo>
                    <a:pt x="1906191" y="267886"/>
                  </a:lnTo>
                  <a:lnTo>
                    <a:pt x="1906183" y="267897"/>
                  </a:lnTo>
                  <a:lnTo>
                    <a:pt x="1906175" y="267909"/>
                  </a:lnTo>
                  <a:lnTo>
                    <a:pt x="1906171" y="267933"/>
                  </a:lnTo>
                  <a:lnTo>
                    <a:pt x="1906174" y="268002"/>
                  </a:lnTo>
                  <a:lnTo>
                    <a:pt x="1906169" y="268009"/>
                  </a:lnTo>
                  <a:lnTo>
                    <a:pt x="1906162" y="268016"/>
                  </a:lnTo>
                  <a:lnTo>
                    <a:pt x="1906154" y="268022"/>
                  </a:lnTo>
                  <a:lnTo>
                    <a:pt x="1906148" y="268024"/>
                  </a:lnTo>
                  <a:lnTo>
                    <a:pt x="1906144" y="268025"/>
                  </a:lnTo>
                  <a:lnTo>
                    <a:pt x="1906136" y="268025"/>
                  </a:lnTo>
                  <a:lnTo>
                    <a:pt x="1906130" y="268024"/>
                  </a:lnTo>
                  <a:lnTo>
                    <a:pt x="1906125" y="268022"/>
                  </a:lnTo>
                  <a:lnTo>
                    <a:pt x="1905900" y="267965"/>
                  </a:lnTo>
                  <a:lnTo>
                    <a:pt x="1905894" y="267965"/>
                  </a:lnTo>
                  <a:lnTo>
                    <a:pt x="1905882" y="267960"/>
                  </a:lnTo>
                  <a:lnTo>
                    <a:pt x="1905867" y="267949"/>
                  </a:lnTo>
                  <a:lnTo>
                    <a:pt x="1905856" y="267941"/>
                  </a:lnTo>
                  <a:lnTo>
                    <a:pt x="1905816" y="267916"/>
                  </a:lnTo>
                  <a:lnTo>
                    <a:pt x="1905728" y="267805"/>
                  </a:lnTo>
                  <a:lnTo>
                    <a:pt x="1905724" y="267802"/>
                  </a:lnTo>
                  <a:lnTo>
                    <a:pt x="1905719" y="267796"/>
                  </a:lnTo>
                  <a:lnTo>
                    <a:pt x="1905717" y="267791"/>
                  </a:lnTo>
                  <a:lnTo>
                    <a:pt x="1905716" y="267782"/>
                  </a:lnTo>
                  <a:lnTo>
                    <a:pt x="1905717" y="267772"/>
                  </a:lnTo>
                  <a:lnTo>
                    <a:pt x="1905720" y="267765"/>
                  </a:lnTo>
                  <a:lnTo>
                    <a:pt x="1905725" y="267754"/>
                  </a:lnTo>
                  <a:lnTo>
                    <a:pt x="1905731" y="267747"/>
                  </a:lnTo>
                  <a:lnTo>
                    <a:pt x="1905735" y="267743"/>
                  </a:lnTo>
                  <a:lnTo>
                    <a:pt x="1905741" y="267739"/>
                  </a:lnTo>
                  <a:lnTo>
                    <a:pt x="1905760" y="267707"/>
                  </a:lnTo>
                  <a:lnTo>
                    <a:pt x="1905759" y="267701"/>
                  </a:lnTo>
                  <a:lnTo>
                    <a:pt x="1905757" y="267695"/>
                  </a:lnTo>
                  <a:lnTo>
                    <a:pt x="1905752" y="267681"/>
                  </a:lnTo>
                  <a:lnTo>
                    <a:pt x="1905746" y="267672"/>
                  </a:lnTo>
                  <a:lnTo>
                    <a:pt x="1905739" y="267666"/>
                  </a:lnTo>
                  <a:lnTo>
                    <a:pt x="1905540" y="267494"/>
                  </a:lnTo>
                  <a:lnTo>
                    <a:pt x="1905457" y="267422"/>
                  </a:lnTo>
                  <a:lnTo>
                    <a:pt x="1905388" y="267399"/>
                  </a:lnTo>
                  <a:lnTo>
                    <a:pt x="1905294" y="267435"/>
                  </a:lnTo>
                  <a:lnTo>
                    <a:pt x="1905291" y="267442"/>
                  </a:lnTo>
                  <a:lnTo>
                    <a:pt x="1905277" y="267470"/>
                  </a:lnTo>
                  <a:lnTo>
                    <a:pt x="1905238" y="267500"/>
                  </a:lnTo>
                  <a:lnTo>
                    <a:pt x="1905157" y="267523"/>
                  </a:lnTo>
                  <a:lnTo>
                    <a:pt x="1905070" y="267534"/>
                  </a:lnTo>
                  <a:lnTo>
                    <a:pt x="1905063" y="267535"/>
                  </a:lnTo>
                  <a:lnTo>
                    <a:pt x="1905044" y="267535"/>
                  </a:lnTo>
                  <a:lnTo>
                    <a:pt x="1905035" y="267537"/>
                  </a:lnTo>
                  <a:lnTo>
                    <a:pt x="1905029" y="267540"/>
                  </a:lnTo>
                  <a:lnTo>
                    <a:pt x="1905024" y="267542"/>
                  </a:lnTo>
                  <a:lnTo>
                    <a:pt x="1905012" y="267547"/>
                  </a:lnTo>
                  <a:lnTo>
                    <a:pt x="1904992" y="267563"/>
                  </a:lnTo>
                  <a:lnTo>
                    <a:pt x="1904987" y="267567"/>
                  </a:lnTo>
                  <a:lnTo>
                    <a:pt x="1904893" y="267667"/>
                  </a:lnTo>
                  <a:lnTo>
                    <a:pt x="1904885" y="267676"/>
                  </a:lnTo>
                  <a:lnTo>
                    <a:pt x="1904746" y="268037"/>
                  </a:lnTo>
                  <a:lnTo>
                    <a:pt x="1904776" y="268124"/>
                  </a:lnTo>
                  <a:lnTo>
                    <a:pt x="1904794" y="268162"/>
                  </a:lnTo>
                  <a:lnTo>
                    <a:pt x="1904765" y="268200"/>
                  </a:lnTo>
                  <a:lnTo>
                    <a:pt x="1904695" y="268230"/>
                  </a:lnTo>
                  <a:lnTo>
                    <a:pt x="1904642" y="268166"/>
                  </a:lnTo>
                  <a:lnTo>
                    <a:pt x="1904613" y="268121"/>
                  </a:lnTo>
                  <a:lnTo>
                    <a:pt x="1904530" y="268103"/>
                  </a:lnTo>
                  <a:lnTo>
                    <a:pt x="1904388" y="268099"/>
                  </a:lnTo>
                  <a:lnTo>
                    <a:pt x="1904305" y="268112"/>
                  </a:lnTo>
                  <a:lnTo>
                    <a:pt x="1904270" y="268186"/>
                  </a:lnTo>
                  <a:lnTo>
                    <a:pt x="1904203" y="268265"/>
                  </a:lnTo>
                  <a:lnTo>
                    <a:pt x="1904160" y="268288"/>
                  </a:lnTo>
                  <a:lnTo>
                    <a:pt x="1904145" y="268294"/>
                  </a:lnTo>
                  <a:lnTo>
                    <a:pt x="1903813" y="268368"/>
                  </a:lnTo>
                  <a:lnTo>
                    <a:pt x="1903793" y="268373"/>
                  </a:lnTo>
                  <a:lnTo>
                    <a:pt x="1903750" y="268396"/>
                  </a:lnTo>
                  <a:lnTo>
                    <a:pt x="1903680" y="268383"/>
                  </a:lnTo>
                  <a:lnTo>
                    <a:pt x="1903672" y="268339"/>
                  </a:lnTo>
                  <a:lnTo>
                    <a:pt x="1903687" y="268312"/>
                  </a:lnTo>
                  <a:lnTo>
                    <a:pt x="1903689" y="268301"/>
                  </a:lnTo>
                  <a:lnTo>
                    <a:pt x="1903689" y="268291"/>
                  </a:lnTo>
                  <a:lnTo>
                    <a:pt x="1903689" y="268285"/>
                  </a:lnTo>
                  <a:lnTo>
                    <a:pt x="1903684" y="268275"/>
                  </a:lnTo>
                  <a:lnTo>
                    <a:pt x="1903658" y="268235"/>
                  </a:lnTo>
                  <a:lnTo>
                    <a:pt x="1903655" y="268231"/>
                  </a:lnTo>
                  <a:lnTo>
                    <a:pt x="1903648" y="268227"/>
                  </a:lnTo>
                  <a:lnTo>
                    <a:pt x="1903639" y="268224"/>
                  </a:lnTo>
                  <a:lnTo>
                    <a:pt x="1903623" y="268218"/>
                  </a:lnTo>
                  <a:lnTo>
                    <a:pt x="1903618" y="268216"/>
                  </a:lnTo>
                  <a:lnTo>
                    <a:pt x="1903610" y="268214"/>
                  </a:lnTo>
                  <a:lnTo>
                    <a:pt x="1903598" y="268213"/>
                  </a:lnTo>
                  <a:lnTo>
                    <a:pt x="1903592" y="268214"/>
                  </a:lnTo>
                  <a:lnTo>
                    <a:pt x="1903587" y="268215"/>
                  </a:lnTo>
                  <a:lnTo>
                    <a:pt x="1903539" y="268238"/>
                  </a:lnTo>
                  <a:lnTo>
                    <a:pt x="1903531" y="268243"/>
                  </a:lnTo>
                  <a:lnTo>
                    <a:pt x="1903526" y="268247"/>
                  </a:lnTo>
                  <a:lnTo>
                    <a:pt x="1903521" y="268253"/>
                  </a:lnTo>
                  <a:lnTo>
                    <a:pt x="1903510" y="268268"/>
                  </a:lnTo>
                  <a:lnTo>
                    <a:pt x="1903507" y="268285"/>
                  </a:lnTo>
                  <a:lnTo>
                    <a:pt x="1903507" y="268293"/>
                  </a:lnTo>
                  <a:lnTo>
                    <a:pt x="1903510" y="268305"/>
                  </a:lnTo>
                  <a:lnTo>
                    <a:pt x="1903542" y="268365"/>
                  </a:lnTo>
                  <a:lnTo>
                    <a:pt x="1903542" y="268382"/>
                  </a:lnTo>
                  <a:lnTo>
                    <a:pt x="1903541" y="268401"/>
                  </a:lnTo>
                  <a:lnTo>
                    <a:pt x="1903538" y="268422"/>
                  </a:lnTo>
                  <a:lnTo>
                    <a:pt x="1903533" y="268438"/>
                  </a:lnTo>
                  <a:lnTo>
                    <a:pt x="1903530" y="268446"/>
                  </a:lnTo>
                  <a:lnTo>
                    <a:pt x="1903522" y="268459"/>
                  </a:lnTo>
                  <a:lnTo>
                    <a:pt x="1903509" y="268473"/>
                  </a:lnTo>
                  <a:lnTo>
                    <a:pt x="1903495" y="268486"/>
                  </a:lnTo>
                  <a:lnTo>
                    <a:pt x="1903489" y="268490"/>
                  </a:lnTo>
                  <a:lnTo>
                    <a:pt x="1903471" y="268499"/>
                  </a:lnTo>
                  <a:lnTo>
                    <a:pt x="1903464" y="268502"/>
                  </a:lnTo>
                  <a:lnTo>
                    <a:pt x="1903457" y="268503"/>
                  </a:lnTo>
                  <a:lnTo>
                    <a:pt x="1903341" y="268523"/>
                  </a:lnTo>
                  <a:lnTo>
                    <a:pt x="1903078" y="268593"/>
                  </a:lnTo>
                  <a:lnTo>
                    <a:pt x="1903014" y="268632"/>
                  </a:lnTo>
                  <a:lnTo>
                    <a:pt x="1902935" y="268661"/>
                  </a:lnTo>
                  <a:lnTo>
                    <a:pt x="1902922" y="268664"/>
                  </a:lnTo>
                  <a:lnTo>
                    <a:pt x="1902904" y="268667"/>
                  </a:lnTo>
                  <a:lnTo>
                    <a:pt x="1902897" y="268668"/>
                  </a:lnTo>
                  <a:lnTo>
                    <a:pt x="1902883" y="268666"/>
                  </a:lnTo>
                  <a:lnTo>
                    <a:pt x="1902870" y="268662"/>
                  </a:lnTo>
                  <a:lnTo>
                    <a:pt x="1902855" y="268653"/>
                  </a:lnTo>
                  <a:lnTo>
                    <a:pt x="1902850" y="268648"/>
                  </a:lnTo>
                  <a:lnTo>
                    <a:pt x="1902844" y="268641"/>
                  </a:lnTo>
                  <a:lnTo>
                    <a:pt x="1902838" y="268629"/>
                  </a:lnTo>
                  <a:lnTo>
                    <a:pt x="1902834" y="268620"/>
                  </a:lnTo>
                  <a:lnTo>
                    <a:pt x="1902827" y="268600"/>
                  </a:lnTo>
                  <a:lnTo>
                    <a:pt x="1902812" y="268582"/>
                  </a:lnTo>
                  <a:lnTo>
                    <a:pt x="1902791" y="268565"/>
                  </a:lnTo>
                  <a:lnTo>
                    <a:pt x="1902774" y="268558"/>
                  </a:lnTo>
                  <a:lnTo>
                    <a:pt x="1902762" y="268553"/>
                  </a:lnTo>
                  <a:lnTo>
                    <a:pt x="1902745" y="268549"/>
                  </a:lnTo>
                  <a:lnTo>
                    <a:pt x="1902728" y="268547"/>
                  </a:lnTo>
                  <a:lnTo>
                    <a:pt x="1902710" y="268547"/>
                  </a:lnTo>
                  <a:lnTo>
                    <a:pt x="1902683" y="268555"/>
                  </a:lnTo>
                  <a:lnTo>
                    <a:pt x="1902672" y="268560"/>
                  </a:lnTo>
                  <a:lnTo>
                    <a:pt x="1902659" y="268570"/>
                  </a:lnTo>
                  <a:lnTo>
                    <a:pt x="1902593" y="268602"/>
                  </a:lnTo>
                  <a:lnTo>
                    <a:pt x="1902321" y="268660"/>
                  </a:lnTo>
                  <a:lnTo>
                    <a:pt x="1902231" y="268667"/>
                  </a:lnTo>
                  <a:lnTo>
                    <a:pt x="1902210" y="268668"/>
                  </a:lnTo>
                  <a:lnTo>
                    <a:pt x="1902188" y="268676"/>
                  </a:lnTo>
                  <a:lnTo>
                    <a:pt x="1902166" y="268693"/>
                  </a:lnTo>
                  <a:lnTo>
                    <a:pt x="1902158" y="268703"/>
                  </a:lnTo>
                  <a:lnTo>
                    <a:pt x="1902147" y="268727"/>
                  </a:lnTo>
                  <a:lnTo>
                    <a:pt x="1902138" y="268751"/>
                  </a:lnTo>
                  <a:lnTo>
                    <a:pt x="1902135" y="268760"/>
                  </a:lnTo>
                  <a:lnTo>
                    <a:pt x="1902132" y="268775"/>
                  </a:lnTo>
                  <a:lnTo>
                    <a:pt x="1902131" y="268795"/>
                  </a:lnTo>
                  <a:lnTo>
                    <a:pt x="1902133" y="268805"/>
                  </a:lnTo>
                  <a:lnTo>
                    <a:pt x="1902139" y="268822"/>
                  </a:lnTo>
                  <a:lnTo>
                    <a:pt x="1902144" y="268829"/>
                  </a:lnTo>
                  <a:lnTo>
                    <a:pt x="1902152" y="268836"/>
                  </a:lnTo>
                  <a:lnTo>
                    <a:pt x="1902169" y="268846"/>
                  </a:lnTo>
                  <a:lnTo>
                    <a:pt x="1902178" y="268850"/>
                  </a:lnTo>
                  <a:lnTo>
                    <a:pt x="1902206" y="268857"/>
                  </a:lnTo>
                  <a:lnTo>
                    <a:pt x="1902238" y="268866"/>
                  </a:lnTo>
                  <a:lnTo>
                    <a:pt x="1902257" y="268873"/>
                  </a:lnTo>
                  <a:lnTo>
                    <a:pt x="1902288" y="268888"/>
                  </a:lnTo>
                  <a:lnTo>
                    <a:pt x="1902307" y="268900"/>
                  </a:lnTo>
                  <a:lnTo>
                    <a:pt x="1902315" y="268908"/>
                  </a:lnTo>
                  <a:lnTo>
                    <a:pt x="1902318" y="268917"/>
                  </a:lnTo>
                  <a:lnTo>
                    <a:pt x="1902348" y="268993"/>
                  </a:lnTo>
                  <a:lnTo>
                    <a:pt x="1902351" y="269003"/>
                  </a:lnTo>
                  <a:lnTo>
                    <a:pt x="1902351" y="269010"/>
                  </a:lnTo>
                  <a:lnTo>
                    <a:pt x="1902349" y="269016"/>
                  </a:lnTo>
                  <a:lnTo>
                    <a:pt x="1902348" y="269022"/>
                  </a:lnTo>
                  <a:lnTo>
                    <a:pt x="1902345" y="269027"/>
                  </a:lnTo>
                  <a:lnTo>
                    <a:pt x="1902336" y="269036"/>
                  </a:lnTo>
                  <a:lnTo>
                    <a:pt x="1902328" y="269044"/>
                  </a:lnTo>
                  <a:lnTo>
                    <a:pt x="1902324" y="269046"/>
                  </a:lnTo>
                  <a:lnTo>
                    <a:pt x="1902312" y="269051"/>
                  </a:lnTo>
                  <a:lnTo>
                    <a:pt x="1902301" y="269054"/>
                  </a:lnTo>
                  <a:lnTo>
                    <a:pt x="1902152" y="269073"/>
                  </a:lnTo>
                  <a:lnTo>
                    <a:pt x="1902135" y="269072"/>
                  </a:lnTo>
                  <a:lnTo>
                    <a:pt x="1902131" y="269070"/>
                  </a:lnTo>
                  <a:lnTo>
                    <a:pt x="1902121" y="269061"/>
                  </a:lnTo>
                  <a:lnTo>
                    <a:pt x="1902099" y="269049"/>
                  </a:lnTo>
                  <a:lnTo>
                    <a:pt x="1902020" y="269011"/>
                  </a:lnTo>
                  <a:lnTo>
                    <a:pt x="1901989" y="268996"/>
                  </a:lnTo>
                  <a:lnTo>
                    <a:pt x="1901978" y="268992"/>
                  </a:lnTo>
                  <a:lnTo>
                    <a:pt x="1901973" y="268991"/>
                  </a:lnTo>
                  <a:lnTo>
                    <a:pt x="1901967" y="268990"/>
                  </a:lnTo>
                  <a:lnTo>
                    <a:pt x="1901951" y="268987"/>
                  </a:lnTo>
                  <a:lnTo>
                    <a:pt x="1901877" y="268979"/>
                  </a:lnTo>
                  <a:lnTo>
                    <a:pt x="1901864" y="268979"/>
                  </a:lnTo>
                  <a:lnTo>
                    <a:pt x="1901838" y="268982"/>
                  </a:lnTo>
                  <a:lnTo>
                    <a:pt x="1901830" y="268983"/>
                  </a:lnTo>
                  <a:lnTo>
                    <a:pt x="1901741" y="269015"/>
                  </a:lnTo>
                  <a:lnTo>
                    <a:pt x="1901735" y="269020"/>
                  </a:lnTo>
                  <a:lnTo>
                    <a:pt x="1901730" y="269022"/>
                  </a:lnTo>
                  <a:lnTo>
                    <a:pt x="1901718" y="269026"/>
                  </a:lnTo>
                  <a:lnTo>
                    <a:pt x="1901706" y="269028"/>
                  </a:lnTo>
                  <a:lnTo>
                    <a:pt x="1901695" y="269028"/>
                  </a:lnTo>
                  <a:lnTo>
                    <a:pt x="1901611" y="269024"/>
                  </a:lnTo>
                  <a:lnTo>
                    <a:pt x="1901343" y="268980"/>
                  </a:lnTo>
                  <a:lnTo>
                    <a:pt x="1901328" y="268973"/>
                  </a:lnTo>
                  <a:lnTo>
                    <a:pt x="1901316" y="268969"/>
                  </a:lnTo>
                  <a:lnTo>
                    <a:pt x="1901300" y="268965"/>
                  </a:lnTo>
                  <a:lnTo>
                    <a:pt x="1901287" y="268964"/>
                  </a:lnTo>
                  <a:lnTo>
                    <a:pt x="1901275" y="268963"/>
                  </a:lnTo>
                  <a:lnTo>
                    <a:pt x="1901264" y="268963"/>
                  </a:lnTo>
                  <a:lnTo>
                    <a:pt x="1901253" y="268965"/>
                  </a:lnTo>
                  <a:lnTo>
                    <a:pt x="1901243" y="268967"/>
                  </a:lnTo>
                  <a:lnTo>
                    <a:pt x="1901230" y="268973"/>
                  </a:lnTo>
                  <a:lnTo>
                    <a:pt x="1901220" y="268979"/>
                  </a:lnTo>
                  <a:lnTo>
                    <a:pt x="1901210" y="268989"/>
                  </a:lnTo>
                  <a:lnTo>
                    <a:pt x="1901199" y="269002"/>
                  </a:lnTo>
                  <a:lnTo>
                    <a:pt x="1901177" y="269028"/>
                  </a:lnTo>
                  <a:lnTo>
                    <a:pt x="1901142" y="269035"/>
                  </a:lnTo>
                  <a:lnTo>
                    <a:pt x="1901091" y="269045"/>
                  </a:lnTo>
                  <a:lnTo>
                    <a:pt x="1901026" y="269058"/>
                  </a:lnTo>
                  <a:lnTo>
                    <a:pt x="1900986" y="269067"/>
                  </a:lnTo>
                  <a:lnTo>
                    <a:pt x="1900963" y="269072"/>
                  </a:lnTo>
                  <a:lnTo>
                    <a:pt x="1900925" y="269081"/>
                  </a:lnTo>
                  <a:lnTo>
                    <a:pt x="1900895" y="269065"/>
                  </a:lnTo>
                  <a:lnTo>
                    <a:pt x="1900850" y="269041"/>
                  </a:lnTo>
                  <a:lnTo>
                    <a:pt x="1900857" y="269018"/>
                  </a:lnTo>
                  <a:lnTo>
                    <a:pt x="1900862" y="269001"/>
                  </a:lnTo>
                  <a:lnTo>
                    <a:pt x="1900862" y="268994"/>
                  </a:lnTo>
                  <a:lnTo>
                    <a:pt x="1900861" y="268989"/>
                  </a:lnTo>
                  <a:lnTo>
                    <a:pt x="1900858" y="268982"/>
                  </a:lnTo>
                  <a:lnTo>
                    <a:pt x="1900850" y="268974"/>
                  </a:lnTo>
                  <a:lnTo>
                    <a:pt x="1900840" y="268967"/>
                  </a:lnTo>
                  <a:lnTo>
                    <a:pt x="1900824" y="268961"/>
                  </a:lnTo>
                  <a:lnTo>
                    <a:pt x="1900805" y="268956"/>
                  </a:lnTo>
                  <a:lnTo>
                    <a:pt x="1900784" y="268950"/>
                  </a:lnTo>
                  <a:lnTo>
                    <a:pt x="1900769" y="268950"/>
                  </a:lnTo>
                  <a:lnTo>
                    <a:pt x="1900762" y="268950"/>
                  </a:lnTo>
                  <a:lnTo>
                    <a:pt x="1900745" y="268952"/>
                  </a:lnTo>
                  <a:lnTo>
                    <a:pt x="1900726" y="268957"/>
                  </a:lnTo>
                  <a:lnTo>
                    <a:pt x="1900720" y="268959"/>
                  </a:lnTo>
                  <a:lnTo>
                    <a:pt x="1900677" y="268967"/>
                  </a:lnTo>
                  <a:lnTo>
                    <a:pt x="1900668" y="268968"/>
                  </a:lnTo>
                  <a:lnTo>
                    <a:pt x="1900652" y="268970"/>
                  </a:lnTo>
                  <a:lnTo>
                    <a:pt x="1900639" y="268974"/>
                  </a:lnTo>
                  <a:lnTo>
                    <a:pt x="1900626" y="268979"/>
                  </a:lnTo>
                  <a:lnTo>
                    <a:pt x="1900611" y="268991"/>
                  </a:lnTo>
                  <a:lnTo>
                    <a:pt x="1900594" y="269006"/>
                  </a:lnTo>
                  <a:lnTo>
                    <a:pt x="1900566" y="269035"/>
                  </a:lnTo>
                  <a:lnTo>
                    <a:pt x="1900562" y="269042"/>
                  </a:lnTo>
                  <a:lnTo>
                    <a:pt x="1900549" y="269110"/>
                  </a:lnTo>
                  <a:lnTo>
                    <a:pt x="1900546" y="269126"/>
                  </a:lnTo>
                  <a:lnTo>
                    <a:pt x="1900545" y="269134"/>
                  </a:lnTo>
                  <a:lnTo>
                    <a:pt x="1900543" y="269146"/>
                  </a:lnTo>
                  <a:lnTo>
                    <a:pt x="1900537" y="269177"/>
                  </a:lnTo>
                  <a:lnTo>
                    <a:pt x="1900531" y="269195"/>
                  </a:lnTo>
                  <a:lnTo>
                    <a:pt x="1900526" y="269206"/>
                  </a:lnTo>
                  <a:lnTo>
                    <a:pt x="1900516" y="269214"/>
                  </a:lnTo>
                  <a:lnTo>
                    <a:pt x="1900508" y="269221"/>
                  </a:lnTo>
                  <a:lnTo>
                    <a:pt x="1900462" y="269227"/>
                  </a:lnTo>
                  <a:lnTo>
                    <a:pt x="1900320" y="269237"/>
                  </a:lnTo>
                  <a:lnTo>
                    <a:pt x="1900216" y="269243"/>
                  </a:lnTo>
                  <a:lnTo>
                    <a:pt x="1900055" y="269242"/>
                  </a:lnTo>
                  <a:lnTo>
                    <a:pt x="1900019" y="269229"/>
                  </a:lnTo>
                  <a:lnTo>
                    <a:pt x="1900011" y="269226"/>
                  </a:lnTo>
                  <a:lnTo>
                    <a:pt x="1899915" y="269110"/>
                  </a:lnTo>
                  <a:lnTo>
                    <a:pt x="1899814" y="268969"/>
                  </a:lnTo>
                  <a:lnTo>
                    <a:pt x="1899821" y="268942"/>
                  </a:lnTo>
                  <a:lnTo>
                    <a:pt x="1899821" y="268927"/>
                  </a:lnTo>
                  <a:lnTo>
                    <a:pt x="1899818" y="268919"/>
                  </a:lnTo>
                  <a:lnTo>
                    <a:pt x="1899812" y="268910"/>
                  </a:lnTo>
                  <a:lnTo>
                    <a:pt x="1899801" y="268901"/>
                  </a:lnTo>
                  <a:lnTo>
                    <a:pt x="1899772" y="268888"/>
                  </a:lnTo>
                  <a:lnTo>
                    <a:pt x="1899750" y="268884"/>
                  </a:lnTo>
                  <a:lnTo>
                    <a:pt x="1899505" y="268841"/>
                  </a:lnTo>
                  <a:lnTo>
                    <a:pt x="1899349" y="268826"/>
                  </a:lnTo>
                  <a:lnTo>
                    <a:pt x="1899332" y="268826"/>
                  </a:lnTo>
                  <a:lnTo>
                    <a:pt x="1899323" y="268827"/>
                  </a:lnTo>
                  <a:lnTo>
                    <a:pt x="1899313" y="268830"/>
                  </a:lnTo>
                  <a:lnTo>
                    <a:pt x="1899303" y="268837"/>
                  </a:lnTo>
                  <a:lnTo>
                    <a:pt x="1899296" y="268846"/>
                  </a:lnTo>
                  <a:lnTo>
                    <a:pt x="1899298" y="268869"/>
                  </a:lnTo>
                  <a:lnTo>
                    <a:pt x="1899262" y="268964"/>
                  </a:lnTo>
                  <a:lnTo>
                    <a:pt x="1899195" y="268978"/>
                  </a:lnTo>
                  <a:lnTo>
                    <a:pt x="1899091" y="268998"/>
                  </a:lnTo>
                  <a:lnTo>
                    <a:pt x="1899026" y="269026"/>
                  </a:lnTo>
                  <a:lnTo>
                    <a:pt x="1898975" y="269044"/>
                  </a:lnTo>
                  <a:lnTo>
                    <a:pt x="1898971" y="269047"/>
                  </a:lnTo>
                  <a:lnTo>
                    <a:pt x="1898966" y="269050"/>
                  </a:lnTo>
                  <a:lnTo>
                    <a:pt x="1898960" y="269053"/>
                  </a:lnTo>
                  <a:lnTo>
                    <a:pt x="1898953" y="269056"/>
                  </a:lnTo>
                  <a:lnTo>
                    <a:pt x="1898948" y="269057"/>
                  </a:lnTo>
                  <a:lnTo>
                    <a:pt x="1898942" y="269058"/>
                  </a:lnTo>
                  <a:lnTo>
                    <a:pt x="1898934" y="269059"/>
                  </a:lnTo>
                  <a:lnTo>
                    <a:pt x="1898928" y="269060"/>
                  </a:lnTo>
                  <a:lnTo>
                    <a:pt x="1898923" y="269060"/>
                  </a:lnTo>
                  <a:lnTo>
                    <a:pt x="1898917" y="269060"/>
                  </a:lnTo>
                  <a:lnTo>
                    <a:pt x="1898911" y="269060"/>
                  </a:lnTo>
                  <a:lnTo>
                    <a:pt x="1898906" y="269060"/>
                  </a:lnTo>
                  <a:lnTo>
                    <a:pt x="1898902" y="269060"/>
                  </a:lnTo>
                  <a:lnTo>
                    <a:pt x="1898895" y="269059"/>
                  </a:lnTo>
                  <a:lnTo>
                    <a:pt x="1898888" y="269059"/>
                  </a:lnTo>
                  <a:lnTo>
                    <a:pt x="1898881" y="269057"/>
                  </a:lnTo>
                  <a:lnTo>
                    <a:pt x="1898874" y="269055"/>
                  </a:lnTo>
                  <a:lnTo>
                    <a:pt x="1898870" y="269053"/>
                  </a:lnTo>
                  <a:lnTo>
                    <a:pt x="1898864" y="269049"/>
                  </a:lnTo>
                  <a:lnTo>
                    <a:pt x="1898858" y="269044"/>
                  </a:lnTo>
                  <a:lnTo>
                    <a:pt x="1898854" y="269040"/>
                  </a:lnTo>
                  <a:lnTo>
                    <a:pt x="1898850" y="269036"/>
                  </a:lnTo>
                  <a:lnTo>
                    <a:pt x="1898847" y="269032"/>
                  </a:lnTo>
                  <a:lnTo>
                    <a:pt x="1898845" y="269026"/>
                  </a:lnTo>
                  <a:lnTo>
                    <a:pt x="1898843" y="269018"/>
                  </a:lnTo>
                  <a:lnTo>
                    <a:pt x="1898843" y="269009"/>
                  </a:lnTo>
                  <a:lnTo>
                    <a:pt x="1898843" y="269000"/>
                  </a:lnTo>
                  <a:lnTo>
                    <a:pt x="1898842" y="268993"/>
                  </a:lnTo>
                  <a:lnTo>
                    <a:pt x="1898842" y="268986"/>
                  </a:lnTo>
                  <a:lnTo>
                    <a:pt x="1898840" y="268978"/>
                  </a:lnTo>
                  <a:lnTo>
                    <a:pt x="1898837" y="268971"/>
                  </a:lnTo>
                  <a:lnTo>
                    <a:pt x="1898832" y="268965"/>
                  </a:lnTo>
                  <a:lnTo>
                    <a:pt x="1898829" y="268961"/>
                  </a:lnTo>
                  <a:lnTo>
                    <a:pt x="1898826" y="268956"/>
                  </a:lnTo>
                  <a:lnTo>
                    <a:pt x="1898822" y="268951"/>
                  </a:lnTo>
                  <a:lnTo>
                    <a:pt x="1898818" y="268947"/>
                  </a:lnTo>
                  <a:lnTo>
                    <a:pt x="1898815" y="268943"/>
                  </a:lnTo>
                  <a:lnTo>
                    <a:pt x="1898811" y="268939"/>
                  </a:lnTo>
                  <a:lnTo>
                    <a:pt x="1898806" y="268934"/>
                  </a:lnTo>
                  <a:lnTo>
                    <a:pt x="1898802" y="268928"/>
                  </a:lnTo>
                  <a:lnTo>
                    <a:pt x="1898797" y="268924"/>
                  </a:lnTo>
                  <a:lnTo>
                    <a:pt x="1898793" y="268919"/>
                  </a:lnTo>
                  <a:lnTo>
                    <a:pt x="1898788" y="268914"/>
                  </a:lnTo>
                  <a:lnTo>
                    <a:pt x="1898760" y="268889"/>
                  </a:lnTo>
                  <a:lnTo>
                    <a:pt x="1898755" y="268886"/>
                  </a:lnTo>
                  <a:lnTo>
                    <a:pt x="1898751" y="268884"/>
                  </a:lnTo>
                  <a:lnTo>
                    <a:pt x="1898745" y="268883"/>
                  </a:lnTo>
                  <a:lnTo>
                    <a:pt x="1898738" y="268882"/>
                  </a:lnTo>
                  <a:lnTo>
                    <a:pt x="1898734" y="268881"/>
                  </a:lnTo>
                  <a:lnTo>
                    <a:pt x="1898729" y="268880"/>
                  </a:lnTo>
                  <a:lnTo>
                    <a:pt x="1898723" y="268879"/>
                  </a:lnTo>
                  <a:lnTo>
                    <a:pt x="1898718" y="268878"/>
                  </a:lnTo>
                  <a:lnTo>
                    <a:pt x="1898711" y="268877"/>
                  </a:lnTo>
                  <a:lnTo>
                    <a:pt x="1898704" y="268877"/>
                  </a:lnTo>
                  <a:lnTo>
                    <a:pt x="1898698" y="268876"/>
                  </a:lnTo>
                  <a:lnTo>
                    <a:pt x="1898690" y="268876"/>
                  </a:lnTo>
                  <a:lnTo>
                    <a:pt x="1898685" y="268876"/>
                  </a:lnTo>
                  <a:lnTo>
                    <a:pt x="1898679" y="268876"/>
                  </a:lnTo>
                  <a:lnTo>
                    <a:pt x="1898672" y="268877"/>
                  </a:lnTo>
                  <a:lnTo>
                    <a:pt x="1898667" y="268878"/>
                  </a:lnTo>
                  <a:lnTo>
                    <a:pt x="1898663" y="268879"/>
                  </a:lnTo>
                  <a:lnTo>
                    <a:pt x="1898658" y="268880"/>
                  </a:lnTo>
                  <a:lnTo>
                    <a:pt x="1898652" y="268882"/>
                  </a:lnTo>
                  <a:lnTo>
                    <a:pt x="1898647" y="268884"/>
                  </a:lnTo>
                  <a:lnTo>
                    <a:pt x="1898641" y="268886"/>
                  </a:lnTo>
                  <a:lnTo>
                    <a:pt x="1898636" y="268887"/>
                  </a:lnTo>
                  <a:lnTo>
                    <a:pt x="1898630" y="268890"/>
                  </a:lnTo>
                  <a:lnTo>
                    <a:pt x="1898624" y="268893"/>
                  </a:lnTo>
                  <a:lnTo>
                    <a:pt x="1898618" y="268896"/>
                  </a:lnTo>
                  <a:lnTo>
                    <a:pt x="1898599" y="268913"/>
                  </a:lnTo>
                  <a:lnTo>
                    <a:pt x="1898576" y="268924"/>
                  </a:lnTo>
                  <a:lnTo>
                    <a:pt x="1898530" y="268938"/>
                  </a:lnTo>
                  <a:lnTo>
                    <a:pt x="1898520" y="268940"/>
                  </a:lnTo>
                  <a:lnTo>
                    <a:pt x="1898513" y="268943"/>
                  </a:lnTo>
                  <a:lnTo>
                    <a:pt x="1898508" y="268945"/>
                  </a:lnTo>
                  <a:lnTo>
                    <a:pt x="1898502" y="268948"/>
                  </a:lnTo>
                  <a:lnTo>
                    <a:pt x="1898497" y="268954"/>
                  </a:lnTo>
                  <a:lnTo>
                    <a:pt x="1898495" y="268960"/>
                  </a:lnTo>
                  <a:lnTo>
                    <a:pt x="1898494" y="268967"/>
                  </a:lnTo>
                  <a:lnTo>
                    <a:pt x="1898493" y="268973"/>
                  </a:lnTo>
                  <a:lnTo>
                    <a:pt x="1898491" y="268989"/>
                  </a:lnTo>
                  <a:lnTo>
                    <a:pt x="1898492" y="268994"/>
                  </a:lnTo>
                  <a:lnTo>
                    <a:pt x="1898494" y="269000"/>
                  </a:lnTo>
                  <a:lnTo>
                    <a:pt x="1898496" y="269006"/>
                  </a:lnTo>
                  <a:lnTo>
                    <a:pt x="1898499" y="269012"/>
                  </a:lnTo>
                  <a:lnTo>
                    <a:pt x="1898501" y="269017"/>
                  </a:lnTo>
                  <a:lnTo>
                    <a:pt x="1898506" y="269021"/>
                  </a:lnTo>
                  <a:lnTo>
                    <a:pt x="1898539" y="269040"/>
                  </a:lnTo>
                  <a:lnTo>
                    <a:pt x="1898573" y="269062"/>
                  </a:lnTo>
                  <a:lnTo>
                    <a:pt x="1898578" y="269087"/>
                  </a:lnTo>
                  <a:lnTo>
                    <a:pt x="1898572" y="269114"/>
                  </a:lnTo>
                  <a:lnTo>
                    <a:pt x="1898569" y="269119"/>
                  </a:lnTo>
                  <a:lnTo>
                    <a:pt x="1898565" y="269123"/>
                  </a:lnTo>
                  <a:lnTo>
                    <a:pt x="1898560" y="269127"/>
                  </a:lnTo>
                  <a:lnTo>
                    <a:pt x="1898551" y="269133"/>
                  </a:lnTo>
                  <a:lnTo>
                    <a:pt x="1898546" y="269136"/>
                  </a:lnTo>
                  <a:lnTo>
                    <a:pt x="1898539" y="269140"/>
                  </a:lnTo>
                  <a:lnTo>
                    <a:pt x="1898534" y="269142"/>
                  </a:lnTo>
                  <a:lnTo>
                    <a:pt x="1898525" y="269147"/>
                  </a:lnTo>
                  <a:lnTo>
                    <a:pt x="1898516" y="269151"/>
                  </a:lnTo>
                  <a:lnTo>
                    <a:pt x="1898507" y="269155"/>
                  </a:lnTo>
                  <a:lnTo>
                    <a:pt x="1898499" y="269157"/>
                  </a:lnTo>
                  <a:lnTo>
                    <a:pt x="1898494" y="269158"/>
                  </a:lnTo>
                  <a:lnTo>
                    <a:pt x="1898487" y="269158"/>
                  </a:lnTo>
                  <a:lnTo>
                    <a:pt x="1898476" y="269158"/>
                  </a:lnTo>
                  <a:lnTo>
                    <a:pt x="1898472" y="269158"/>
                  </a:lnTo>
                  <a:lnTo>
                    <a:pt x="1898457" y="269156"/>
                  </a:lnTo>
                  <a:lnTo>
                    <a:pt x="1898441" y="269154"/>
                  </a:lnTo>
                  <a:lnTo>
                    <a:pt x="1898410" y="269151"/>
                  </a:lnTo>
                  <a:lnTo>
                    <a:pt x="1898292" y="269137"/>
                  </a:lnTo>
                  <a:lnTo>
                    <a:pt x="1898262" y="269131"/>
                  </a:lnTo>
                  <a:lnTo>
                    <a:pt x="1898253" y="269129"/>
                  </a:lnTo>
                  <a:lnTo>
                    <a:pt x="1898220" y="269122"/>
                  </a:lnTo>
                  <a:lnTo>
                    <a:pt x="1898205" y="269117"/>
                  </a:lnTo>
                  <a:lnTo>
                    <a:pt x="1897960" y="269032"/>
                  </a:lnTo>
                  <a:lnTo>
                    <a:pt x="1897955" y="269032"/>
                  </a:lnTo>
                  <a:lnTo>
                    <a:pt x="1897950" y="269030"/>
                  </a:lnTo>
                  <a:lnTo>
                    <a:pt x="1897946" y="269028"/>
                  </a:lnTo>
                  <a:lnTo>
                    <a:pt x="1897926" y="269018"/>
                  </a:lnTo>
                  <a:lnTo>
                    <a:pt x="1897902" y="268996"/>
                  </a:lnTo>
                  <a:lnTo>
                    <a:pt x="1897896" y="268993"/>
                  </a:lnTo>
                  <a:lnTo>
                    <a:pt x="1897885" y="268986"/>
                  </a:lnTo>
                  <a:lnTo>
                    <a:pt x="1897882" y="268982"/>
                  </a:lnTo>
                  <a:lnTo>
                    <a:pt x="1897876" y="268972"/>
                  </a:lnTo>
                  <a:lnTo>
                    <a:pt x="1897874" y="268966"/>
                  </a:lnTo>
                  <a:lnTo>
                    <a:pt x="1897874" y="268960"/>
                  </a:lnTo>
                  <a:lnTo>
                    <a:pt x="1897877" y="268950"/>
                  </a:lnTo>
                  <a:lnTo>
                    <a:pt x="1897885" y="268941"/>
                  </a:lnTo>
                  <a:lnTo>
                    <a:pt x="1897886" y="268935"/>
                  </a:lnTo>
                  <a:lnTo>
                    <a:pt x="1897887" y="268929"/>
                  </a:lnTo>
                  <a:lnTo>
                    <a:pt x="1897887" y="268924"/>
                  </a:lnTo>
                  <a:lnTo>
                    <a:pt x="1897885" y="268909"/>
                  </a:lnTo>
                  <a:lnTo>
                    <a:pt x="1897882" y="268901"/>
                  </a:lnTo>
                  <a:lnTo>
                    <a:pt x="1897877" y="268890"/>
                  </a:lnTo>
                  <a:lnTo>
                    <a:pt x="1897871" y="268884"/>
                  </a:lnTo>
                  <a:lnTo>
                    <a:pt x="1897856" y="268879"/>
                  </a:lnTo>
                  <a:lnTo>
                    <a:pt x="1897789" y="268866"/>
                  </a:lnTo>
                  <a:lnTo>
                    <a:pt x="1897784" y="268864"/>
                  </a:lnTo>
                  <a:lnTo>
                    <a:pt x="1897775" y="268863"/>
                  </a:lnTo>
                  <a:lnTo>
                    <a:pt x="1897763" y="268863"/>
                  </a:lnTo>
                  <a:lnTo>
                    <a:pt x="1897756" y="268864"/>
                  </a:lnTo>
                  <a:lnTo>
                    <a:pt x="1897719" y="268868"/>
                  </a:lnTo>
                  <a:lnTo>
                    <a:pt x="1897704" y="268871"/>
                  </a:lnTo>
                  <a:lnTo>
                    <a:pt x="1897699" y="268873"/>
                  </a:lnTo>
                  <a:lnTo>
                    <a:pt x="1897686" y="268881"/>
                  </a:lnTo>
                  <a:lnTo>
                    <a:pt x="1897662" y="268899"/>
                  </a:lnTo>
                  <a:lnTo>
                    <a:pt x="1897652" y="268904"/>
                  </a:lnTo>
                  <a:lnTo>
                    <a:pt x="1897637" y="268912"/>
                  </a:lnTo>
                  <a:lnTo>
                    <a:pt x="1897625" y="268918"/>
                  </a:lnTo>
                  <a:lnTo>
                    <a:pt x="1897601" y="268926"/>
                  </a:lnTo>
                  <a:lnTo>
                    <a:pt x="1897595" y="268927"/>
                  </a:lnTo>
                  <a:lnTo>
                    <a:pt x="1897346" y="268967"/>
                  </a:lnTo>
                  <a:lnTo>
                    <a:pt x="1897092" y="268951"/>
                  </a:lnTo>
                  <a:lnTo>
                    <a:pt x="1897056" y="268948"/>
                  </a:lnTo>
                  <a:lnTo>
                    <a:pt x="1897051" y="268948"/>
                  </a:lnTo>
                  <a:lnTo>
                    <a:pt x="1897044" y="268945"/>
                  </a:lnTo>
                  <a:lnTo>
                    <a:pt x="1897000" y="268921"/>
                  </a:lnTo>
                  <a:lnTo>
                    <a:pt x="1896996" y="268919"/>
                  </a:lnTo>
                  <a:lnTo>
                    <a:pt x="1896988" y="268915"/>
                  </a:lnTo>
                  <a:lnTo>
                    <a:pt x="1896984" y="268912"/>
                  </a:lnTo>
                  <a:lnTo>
                    <a:pt x="1896975" y="268902"/>
                  </a:lnTo>
                  <a:lnTo>
                    <a:pt x="1896970" y="268894"/>
                  </a:lnTo>
                  <a:lnTo>
                    <a:pt x="1896968" y="268881"/>
                  </a:lnTo>
                  <a:lnTo>
                    <a:pt x="1896968" y="268873"/>
                  </a:lnTo>
                  <a:lnTo>
                    <a:pt x="1896969" y="268868"/>
                  </a:lnTo>
                  <a:lnTo>
                    <a:pt x="1896971" y="268857"/>
                  </a:lnTo>
                  <a:lnTo>
                    <a:pt x="1896974" y="268848"/>
                  </a:lnTo>
                  <a:lnTo>
                    <a:pt x="1896982" y="268833"/>
                  </a:lnTo>
                  <a:lnTo>
                    <a:pt x="1896993" y="268811"/>
                  </a:lnTo>
                  <a:lnTo>
                    <a:pt x="1896996" y="268801"/>
                  </a:lnTo>
                  <a:lnTo>
                    <a:pt x="1896998" y="268790"/>
                  </a:lnTo>
                  <a:lnTo>
                    <a:pt x="1896998" y="268783"/>
                  </a:lnTo>
                  <a:lnTo>
                    <a:pt x="1896997" y="268776"/>
                  </a:lnTo>
                  <a:lnTo>
                    <a:pt x="1896996" y="268771"/>
                  </a:lnTo>
                  <a:lnTo>
                    <a:pt x="1896994" y="268761"/>
                  </a:lnTo>
                  <a:lnTo>
                    <a:pt x="1896988" y="268741"/>
                  </a:lnTo>
                  <a:lnTo>
                    <a:pt x="1896985" y="268734"/>
                  </a:lnTo>
                  <a:lnTo>
                    <a:pt x="1896980" y="268721"/>
                  </a:lnTo>
                  <a:lnTo>
                    <a:pt x="1896975" y="268714"/>
                  </a:lnTo>
                  <a:lnTo>
                    <a:pt x="1896969" y="268704"/>
                  </a:lnTo>
                  <a:lnTo>
                    <a:pt x="1896964" y="268696"/>
                  </a:lnTo>
                  <a:lnTo>
                    <a:pt x="1896952" y="268681"/>
                  </a:lnTo>
                  <a:lnTo>
                    <a:pt x="1896924" y="268644"/>
                  </a:lnTo>
                  <a:lnTo>
                    <a:pt x="1896917" y="268635"/>
                  </a:lnTo>
                  <a:lnTo>
                    <a:pt x="1896910" y="268628"/>
                  </a:lnTo>
                  <a:lnTo>
                    <a:pt x="1896901" y="268621"/>
                  </a:lnTo>
                  <a:lnTo>
                    <a:pt x="1896890" y="268613"/>
                  </a:lnTo>
                  <a:lnTo>
                    <a:pt x="1896845" y="268580"/>
                  </a:lnTo>
                  <a:lnTo>
                    <a:pt x="1896840" y="268578"/>
                  </a:lnTo>
                  <a:lnTo>
                    <a:pt x="1896829" y="268574"/>
                  </a:lnTo>
                  <a:lnTo>
                    <a:pt x="1896814" y="268570"/>
                  </a:lnTo>
                  <a:lnTo>
                    <a:pt x="1896807" y="268568"/>
                  </a:lnTo>
                  <a:lnTo>
                    <a:pt x="1896781" y="268560"/>
                  </a:lnTo>
                  <a:lnTo>
                    <a:pt x="1896762" y="268556"/>
                  </a:lnTo>
                  <a:lnTo>
                    <a:pt x="1896687" y="268570"/>
                  </a:lnTo>
                  <a:lnTo>
                    <a:pt x="1896471" y="268591"/>
                  </a:lnTo>
                  <a:lnTo>
                    <a:pt x="1896129" y="268721"/>
                  </a:lnTo>
                  <a:lnTo>
                    <a:pt x="1896115" y="268727"/>
                  </a:lnTo>
                  <a:lnTo>
                    <a:pt x="1896097" y="268734"/>
                  </a:lnTo>
                  <a:lnTo>
                    <a:pt x="1896092" y="268734"/>
                  </a:lnTo>
                  <a:lnTo>
                    <a:pt x="1896086" y="268735"/>
                  </a:lnTo>
                  <a:lnTo>
                    <a:pt x="1896081" y="268735"/>
                  </a:lnTo>
                  <a:lnTo>
                    <a:pt x="1896074" y="268735"/>
                  </a:lnTo>
                  <a:lnTo>
                    <a:pt x="1896068" y="268734"/>
                  </a:lnTo>
                  <a:lnTo>
                    <a:pt x="1896062" y="268733"/>
                  </a:lnTo>
                  <a:lnTo>
                    <a:pt x="1896057" y="268732"/>
                  </a:lnTo>
                  <a:lnTo>
                    <a:pt x="1896053" y="268730"/>
                  </a:lnTo>
                  <a:lnTo>
                    <a:pt x="1896048" y="268728"/>
                  </a:lnTo>
                  <a:lnTo>
                    <a:pt x="1896043" y="268726"/>
                  </a:lnTo>
                  <a:lnTo>
                    <a:pt x="1896039" y="268723"/>
                  </a:lnTo>
                  <a:lnTo>
                    <a:pt x="1896035" y="268718"/>
                  </a:lnTo>
                  <a:lnTo>
                    <a:pt x="1896032" y="268712"/>
                  </a:lnTo>
                  <a:lnTo>
                    <a:pt x="1896028" y="268705"/>
                  </a:lnTo>
                  <a:lnTo>
                    <a:pt x="1896026" y="268697"/>
                  </a:lnTo>
                  <a:lnTo>
                    <a:pt x="1896026" y="268685"/>
                  </a:lnTo>
                  <a:lnTo>
                    <a:pt x="1896030" y="268674"/>
                  </a:lnTo>
                  <a:lnTo>
                    <a:pt x="1896034" y="268668"/>
                  </a:lnTo>
                  <a:lnTo>
                    <a:pt x="1896037" y="268664"/>
                  </a:lnTo>
                  <a:lnTo>
                    <a:pt x="1896040" y="268660"/>
                  </a:lnTo>
                  <a:lnTo>
                    <a:pt x="1896049" y="268647"/>
                  </a:lnTo>
                  <a:lnTo>
                    <a:pt x="1896062" y="268630"/>
                  </a:lnTo>
                  <a:lnTo>
                    <a:pt x="1896073" y="268609"/>
                  </a:lnTo>
                  <a:lnTo>
                    <a:pt x="1896077" y="268601"/>
                  </a:lnTo>
                  <a:lnTo>
                    <a:pt x="1896078" y="268596"/>
                  </a:lnTo>
                  <a:lnTo>
                    <a:pt x="1896081" y="268587"/>
                  </a:lnTo>
                  <a:lnTo>
                    <a:pt x="1896082" y="268579"/>
                  </a:lnTo>
                  <a:lnTo>
                    <a:pt x="1896083" y="268567"/>
                  </a:lnTo>
                  <a:lnTo>
                    <a:pt x="1896083" y="268558"/>
                  </a:lnTo>
                  <a:lnTo>
                    <a:pt x="1896082" y="268542"/>
                  </a:lnTo>
                  <a:lnTo>
                    <a:pt x="1896080" y="268534"/>
                  </a:lnTo>
                  <a:lnTo>
                    <a:pt x="1896070" y="268517"/>
                  </a:lnTo>
                  <a:lnTo>
                    <a:pt x="1896064" y="268511"/>
                  </a:lnTo>
                  <a:lnTo>
                    <a:pt x="1896057" y="268507"/>
                  </a:lnTo>
                  <a:lnTo>
                    <a:pt x="1896050" y="268503"/>
                  </a:lnTo>
                  <a:lnTo>
                    <a:pt x="1895734" y="268339"/>
                  </a:lnTo>
                  <a:lnTo>
                    <a:pt x="1895697" y="268320"/>
                  </a:lnTo>
                  <a:lnTo>
                    <a:pt x="1895673" y="268307"/>
                  </a:lnTo>
                  <a:lnTo>
                    <a:pt x="1895668" y="268309"/>
                  </a:lnTo>
                  <a:lnTo>
                    <a:pt x="1895663" y="268310"/>
                  </a:lnTo>
                  <a:lnTo>
                    <a:pt x="1895657" y="268312"/>
                  </a:lnTo>
                  <a:lnTo>
                    <a:pt x="1895651" y="268314"/>
                  </a:lnTo>
                  <a:lnTo>
                    <a:pt x="1895643" y="268315"/>
                  </a:lnTo>
                  <a:lnTo>
                    <a:pt x="1895635" y="268315"/>
                  </a:lnTo>
                  <a:lnTo>
                    <a:pt x="1895627" y="268315"/>
                  </a:lnTo>
                  <a:lnTo>
                    <a:pt x="1895619" y="268314"/>
                  </a:lnTo>
                  <a:lnTo>
                    <a:pt x="1895613" y="268314"/>
                  </a:lnTo>
                  <a:lnTo>
                    <a:pt x="1895608" y="268313"/>
                  </a:lnTo>
                  <a:lnTo>
                    <a:pt x="1895603" y="268312"/>
                  </a:lnTo>
                  <a:lnTo>
                    <a:pt x="1895597" y="268311"/>
                  </a:lnTo>
                  <a:lnTo>
                    <a:pt x="1895587" y="268307"/>
                  </a:lnTo>
                  <a:lnTo>
                    <a:pt x="1895485" y="268324"/>
                  </a:lnTo>
                  <a:lnTo>
                    <a:pt x="1892237" y="268893"/>
                  </a:lnTo>
                  <a:lnTo>
                    <a:pt x="1892182" y="268901"/>
                  </a:lnTo>
                  <a:lnTo>
                    <a:pt x="1892109" y="268911"/>
                  </a:lnTo>
                  <a:lnTo>
                    <a:pt x="1891467" y="269481"/>
                  </a:lnTo>
                  <a:lnTo>
                    <a:pt x="1891323" y="269608"/>
                  </a:lnTo>
                  <a:lnTo>
                    <a:pt x="1880085" y="280352"/>
                  </a:lnTo>
                  <a:lnTo>
                    <a:pt x="1880060" y="280684"/>
                  </a:lnTo>
                  <a:lnTo>
                    <a:pt x="1879945" y="281015"/>
                  </a:lnTo>
                  <a:lnTo>
                    <a:pt x="1879425" y="281289"/>
                  </a:lnTo>
                  <a:lnTo>
                    <a:pt x="1878482" y="281452"/>
                  </a:lnTo>
                  <a:lnTo>
                    <a:pt x="1878314" y="281657"/>
                  </a:lnTo>
                  <a:lnTo>
                    <a:pt x="1873846" y="287104"/>
                  </a:lnTo>
                  <a:lnTo>
                    <a:pt x="1861422" y="278307"/>
                  </a:lnTo>
                  <a:lnTo>
                    <a:pt x="1857623" y="276878"/>
                  </a:lnTo>
                  <a:lnTo>
                    <a:pt x="1852322" y="274885"/>
                  </a:lnTo>
                  <a:lnTo>
                    <a:pt x="1848569" y="274582"/>
                  </a:lnTo>
                  <a:lnTo>
                    <a:pt x="1843435" y="275006"/>
                  </a:lnTo>
                  <a:lnTo>
                    <a:pt x="1833862" y="277642"/>
                  </a:lnTo>
                  <a:lnTo>
                    <a:pt x="1826103" y="275704"/>
                  </a:lnTo>
                  <a:lnTo>
                    <a:pt x="1819616" y="278574"/>
                  </a:lnTo>
                  <a:lnTo>
                    <a:pt x="1815045" y="283156"/>
                  </a:lnTo>
                  <a:lnTo>
                    <a:pt x="1813370" y="284835"/>
                  </a:lnTo>
                  <a:lnTo>
                    <a:pt x="1812125" y="285121"/>
                  </a:lnTo>
                  <a:lnTo>
                    <a:pt x="1796834" y="273497"/>
                  </a:lnTo>
                  <a:lnTo>
                    <a:pt x="1796555" y="271553"/>
                  </a:lnTo>
                  <a:lnTo>
                    <a:pt x="1796276" y="269608"/>
                  </a:lnTo>
                  <a:lnTo>
                    <a:pt x="1795768" y="267159"/>
                  </a:lnTo>
                  <a:lnTo>
                    <a:pt x="1795268" y="264751"/>
                  </a:lnTo>
                  <a:lnTo>
                    <a:pt x="1795185" y="264723"/>
                  </a:lnTo>
                  <a:lnTo>
                    <a:pt x="1794800" y="264633"/>
                  </a:lnTo>
                  <a:lnTo>
                    <a:pt x="1794753" y="264542"/>
                  </a:lnTo>
                  <a:lnTo>
                    <a:pt x="1794764" y="264417"/>
                  </a:lnTo>
                  <a:lnTo>
                    <a:pt x="1794771" y="264328"/>
                  </a:lnTo>
                  <a:lnTo>
                    <a:pt x="1794992" y="264094"/>
                  </a:lnTo>
                  <a:lnTo>
                    <a:pt x="1795411" y="263768"/>
                  </a:lnTo>
                  <a:lnTo>
                    <a:pt x="1795552" y="263544"/>
                  </a:lnTo>
                  <a:lnTo>
                    <a:pt x="1795580" y="263384"/>
                  </a:lnTo>
                  <a:lnTo>
                    <a:pt x="1795566" y="263261"/>
                  </a:lnTo>
                  <a:lnTo>
                    <a:pt x="1795453" y="263101"/>
                  </a:lnTo>
                  <a:lnTo>
                    <a:pt x="1795181" y="263006"/>
                  </a:lnTo>
                  <a:lnTo>
                    <a:pt x="1795173" y="263002"/>
                  </a:lnTo>
                  <a:lnTo>
                    <a:pt x="1795164" y="262997"/>
                  </a:lnTo>
                  <a:lnTo>
                    <a:pt x="1795144" y="262987"/>
                  </a:lnTo>
                  <a:lnTo>
                    <a:pt x="1795129" y="262982"/>
                  </a:lnTo>
                  <a:lnTo>
                    <a:pt x="1795117" y="262979"/>
                  </a:lnTo>
                  <a:lnTo>
                    <a:pt x="1795111" y="262978"/>
                  </a:lnTo>
                  <a:lnTo>
                    <a:pt x="1794951" y="262982"/>
                  </a:lnTo>
                  <a:lnTo>
                    <a:pt x="1794933" y="262983"/>
                  </a:lnTo>
                  <a:lnTo>
                    <a:pt x="1795004" y="262391"/>
                  </a:lnTo>
                  <a:lnTo>
                    <a:pt x="1806987" y="257131"/>
                  </a:lnTo>
                  <a:lnTo>
                    <a:pt x="1806106" y="244378"/>
                  </a:lnTo>
                  <a:lnTo>
                    <a:pt x="1817839" y="230052"/>
                  </a:lnTo>
                  <a:lnTo>
                    <a:pt x="1818067" y="229773"/>
                  </a:lnTo>
                  <a:lnTo>
                    <a:pt x="1816716" y="227423"/>
                  </a:lnTo>
                  <a:lnTo>
                    <a:pt x="1845485" y="180077"/>
                  </a:lnTo>
                  <a:lnTo>
                    <a:pt x="1845599" y="179889"/>
                  </a:lnTo>
                  <a:lnTo>
                    <a:pt x="1852467" y="183488"/>
                  </a:lnTo>
                  <a:lnTo>
                    <a:pt x="1860050" y="187461"/>
                  </a:lnTo>
                  <a:lnTo>
                    <a:pt x="1863031" y="188430"/>
                  </a:lnTo>
                  <a:lnTo>
                    <a:pt x="1869415" y="190506"/>
                  </a:lnTo>
                  <a:lnTo>
                    <a:pt x="1878050" y="190609"/>
                  </a:lnTo>
                  <a:lnTo>
                    <a:pt x="1884571" y="193414"/>
                  </a:lnTo>
                  <a:lnTo>
                    <a:pt x="1892020" y="196060"/>
                  </a:lnTo>
                  <a:lnTo>
                    <a:pt x="1892048" y="196051"/>
                  </a:lnTo>
                  <a:lnTo>
                    <a:pt x="1892284" y="195965"/>
                  </a:lnTo>
                  <a:lnTo>
                    <a:pt x="1892315" y="195944"/>
                  </a:lnTo>
                  <a:lnTo>
                    <a:pt x="1892324" y="195938"/>
                  </a:lnTo>
                  <a:lnTo>
                    <a:pt x="1892377" y="195832"/>
                  </a:lnTo>
                  <a:lnTo>
                    <a:pt x="1892377" y="195824"/>
                  </a:lnTo>
                  <a:lnTo>
                    <a:pt x="1892373" y="195807"/>
                  </a:lnTo>
                  <a:lnTo>
                    <a:pt x="1892367" y="195803"/>
                  </a:lnTo>
                  <a:lnTo>
                    <a:pt x="1892360" y="195802"/>
                  </a:lnTo>
                  <a:lnTo>
                    <a:pt x="1892355" y="195802"/>
                  </a:lnTo>
                  <a:lnTo>
                    <a:pt x="1892333" y="195807"/>
                  </a:lnTo>
                  <a:lnTo>
                    <a:pt x="1892299" y="195820"/>
                  </a:lnTo>
                  <a:lnTo>
                    <a:pt x="1892278" y="195827"/>
                  </a:lnTo>
                  <a:lnTo>
                    <a:pt x="1892271" y="195828"/>
                  </a:lnTo>
                  <a:lnTo>
                    <a:pt x="1892260" y="195828"/>
                  </a:lnTo>
                  <a:lnTo>
                    <a:pt x="1892208" y="195806"/>
                  </a:lnTo>
                  <a:lnTo>
                    <a:pt x="1892199" y="195798"/>
                  </a:lnTo>
                  <a:lnTo>
                    <a:pt x="1892216" y="195396"/>
                  </a:lnTo>
                  <a:lnTo>
                    <a:pt x="1892222" y="195388"/>
                  </a:lnTo>
                  <a:lnTo>
                    <a:pt x="1892263" y="195333"/>
                  </a:lnTo>
                  <a:lnTo>
                    <a:pt x="1892273" y="195330"/>
                  </a:lnTo>
                  <a:lnTo>
                    <a:pt x="1892293" y="195330"/>
                  </a:lnTo>
                  <a:lnTo>
                    <a:pt x="1892324" y="195333"/>
                  </a:lnTo>
                  <a:lnTo>
                    <a:pt x="1892388" y="195332"/>
                  </a:lnTo>
                  <a:lnTo>
                    <a:pt x="1892421" y="195331"/>
                  </a:lnTo>
                  <a:lnTo>
                    <a:pt x="1892487" y="195329"/>
                  </a:lnTo>
                  <a:lnTo>
                    <a:pt x="1892505" y="195322"/>
                  </a:lnTo>
                  <a:lnTo>
                    <a:pt x="1892543" y="195265"/>
                  </a:lnTo>
                  <a:lnTo>
                    <a:pt x="1892560" y="195230"/>
                  </a:lnTo>
                  <a:lnTo>
                    <a:pt x="1892575" y="195201"/>
                  </a:lnTo>
                  <a:lnTo>
                    <a:pt x="1892599" y="195167"/>
                  </a:lnTo>
                  <a:lnTo>
                    <a:pt x="1892724" y="195056"/>
                  </a:lnTo>
                  <a:lnTo>
                    <a:pt x="1892759" y="195035"/>
                  </a:lnTo>
                  <a:lnTo>
                    <a:pt x="1892798" y="195027"/>
                  </a:lnTo>
                  <a:lnTo>
                    <a:pt x="1892991" y="194953"/>
                  </a:lnTo>
                  <a:lnTo>
                    <a:pt x="1893221" y="194862"/>
                  </a:lnTo>
                  <a:lnTo>
                    <a:pt x="1893245" y="194845"/>
                  </a:lnTo>
                  <a:lnTo>
                    <a:pt x="1893251" y="194824"/>
                  </a:lnTo>
                  <a:lnTo>
                    <a:pt x="1893277" y="194808"/>
                  </a:lnTo>
                  <a:lnTo>
                    <a:pt x="1893277" y="194801"/>
                  </a:lnTo>
                  <a:lnTo>
                    <a:pt x="1893279" y="194792"/>
                  </a:lnTo>
                  <a:lnTo>
                    <a:pt x="1893291" y="194782"/>
                  </a:lnTo>
                  <a:lnTo>
                    <a:pt x="1893467" y="194649"/>
                  </a:lnTo>
                  <a:lnTo>
                    <a:pt x="1893539" y="194595"/>
                  </a:lnTo>
                  <a:lnTo>
                    <a:pt x="1893722" y="194457"/>
                  </a:lnTo>
                  <a:lnTo>
                    <a:pt x="1893768" y="194402"/>
                  </a:lnTo>
                  <a:lnTo>
                    <a:pt x="1893843" y="194242"/>
                  </a:lnTo>
                  <a:lnTo>
                    <a:pt x="1893768" y="194050"/>
                  </a:lnTo>
                  <a:lnTo>
                    <a:pt x="1893723" y="193954"/>
                  </a:lnTo>
                  <a:lnTo>
                    <a:pt x="1893700" y="193942"/>
                  </a:lnTo>
                  <a:lnTo>
                    <a:pt x="1893675" y="193930"/>
                  </a:lnTo>
                  <a:lnTo>
                    <a:pt x="1893663" y="193922"/>
                  </a:lnTo>
                  <a:lnTo>
                    <a:pt x="1893655" y="193912"/>
                  </a:lnTo>
                  <a:lnTo>
                    <a:pt x="1893649" y="193902"/>
                  </a:lnTo>
                  <a:lnTo>
                    <a:pt x="1893646" y="193894"/>
                  </a:lnTo>
                  <a:lnTo>
                    <a:pt x="1893643" y="193883"/>
                  </a:lnTo>
                  <a:lnTo>
                    <a:pt x="1893644" y="193870"/>
                  </a:lnTo>
                  <a:lnTo>
                    <a:pt x="1893647" y="193859"/>
                  </a:lnTo>
                  <a:lnTo>
                    <a:pt x="1893654" y="193850"/>
                  </a:lnTo>
                  <a:lnTo>
                    <a:pt x="1893708" y="193797"/>
                  </a:lnTo>
                  <a:lnTo>
                    <a:pt x="1893730" y="193780"/>
                  </a:lnTo>
                  <a:lnTo>
                    <a:pt x="1893760" y="193761"/>
                  </a:lnTo>
                  <a:lnTo>
                    <a:pt x="1893782" y="193747"/>
                  </a:lnTo>
                  <a:lnTo>
                    <a:pt x="1893805" y="193736"/>
                  </a:lnTo>
                  <a:lnTo>
                    <a:pt x="1893914" y="193694"/>
                  </a:lnTo>
                  <a:lnTo>
                    <a:pt x="1893970" y="193678"/>
                  </a:lnTo>
                  <a:lnTo>
                    <a:pt x="1894000" y="193672"/>
                  </a:lnTo>
                  <a:lnTo>
                    <a:pt x="1894039" y="193661"/>
                  </a:lnTo>
                  <a:lnTo>
                    <a:pt x="1894076" y="193650"/>
                  </a:lnTo>
                  <a:lnTo>
                    <a:pt x="1894122" y="193630"/>
                  </a:lnTo>
                  <a:lnTo>
                    <a:pt x="1894189" y="193596"/>
                  </a:lnTo>
                  <a:lnTo>
                    <a:pt x="1894375" y="193485"/>
                  </a:lnTo>
                  <a:lnTo>
                    <a:pt x="1894413" y="193462"/>
                  </a:lnTo>
                  <a:lnTo>
                    <a:pt x="1894436" y="193441"/>
                  </a:lnTo>
                  <a:lnTo>
                    <a:pt x="1894454" y="193423"/>
                  </a:lnTo>
                  <a:lnTo>
                    <a:pt x="1894467" y="193406"/>
                  </a:lnTo>
                  <a:lnTo>
                    <a:pt x="1894475" y="193386"/>
                  </a:lnTo>
                  <a:lnTo>
                    <a:pt x="1894489" y="193302"/>
                  </a:lnTo>
                  <a:lnTo>
                    <a:pt x="1894492" y="193259"/>
                  </a:lnTo>
                  <a:lnTo>
                    <a:pt x="1894487" y="193239"/>
                  </a:lnTo>
                  <a:lnTo>
                    <a:pt x="1894450" y="193110"/>
                  </a:lnTo>
                  <a:lnTo>
                    <a:pt x="1894315" y="193107"/>
                  </a:lnTo>
                  <a:lnTo>
                    <a:pt x="1894302" y="193103"/>
                  </a:lnTo>
                  <a:lnTo>
                    <a:pt x="1894289" y="193094"/>
                  </a:lnTo>
                  <a:lnTo>
                    <a:pt x="1894280" y="193082"/>
                  </a:lnTo>
                  <a:lnTo>
                    <a:pt x="1894272" y="193066"/>
                  </a:lnTo>
                  <a:lnTo>
                    <a:pt x="1894274" y="193054"/>
                  </a:lnTo>
                  <a:lnTo>
                    <a:pt x="1894279" y="193038"/>
                  </a:lnTo>
                  <a:lnTo>
                    <a:pt x="1894369" y="192851"/>
                  </a:lnTo>
                  <a:lnTo>
                    <a:pt x="1894442" y="192519"/>
                  </a:lnTo>
                  <a:lnTo>
                    <a:pt x="1894446" y="192512"/>
                  </a:lnTo>
                  <a:lnTo>
                    <a:pt x="1894454" y="192507"/>
                  </a:lnTo>
                  <a:lnTo>
                    <a:pt x="1894470" y="192500"/>
                  </a:lnTo>
                  <a:lnTo>
                    <a:pt x="1894723" y="192412"/>
                  </a:lnTo>
                  <a:lnTo>
                    <a:pt x="1895128" y="192282"/>
                  </a:lnTo>
                  <a:lnTo>
                    <a:pt x="1895148" y="192277"/>
                  </a:lnTo>
                  <a:lnTo>
                    <a:pt x="1895170" y="192272"/>
                  </a:lnTo>
                  <a:lnTo>
                    <a:pt x="1895190" y="192270"/>
                  </a:lnTo>
                  <a:lnTo>
                    <a:pt x="1895203" y="192270"/>
                  </a:lnTo>
                  <a:lnTo>
                    <a:pt x="1895220" y="192271"/>
                  </a:lnTo>
                  <a:lnTo>
                    <a:pt x="1895242" y="192275"/>
                  </a:lnTo>
                  <a:lnTo>
                    <a:pt x="1895260" y="192281"/>
                  </a:lnTo>
                  <a:lnTo>
                    <a:pt x="1895279" y="192289"/>
                  </a:lnTo>
                  <a:lnTo>
                    <a:pt x="1895286" y="192298"/>
                  </a:lnTo>
                  <a:lnTo>
                    <a:pt x="1895293" y="192313"/>
                  </a:lnTo>
                  <a:lnTo>
                    <a:pt x="1895294" y="192324"/>
                  </a:lnTo>
                  <a:lnTo>
                    <a:pt x="1895294" y="192330"/>
                  </a:lnTo>
                  <a:lnTo>
                    <a:pt x="1895293" y="192339"/>
                  </a:lnTo>
                  <a:lnTo>
                    <a:pt x="1895293" y="192351"/>
                  </a:lnTo>
                  <a:lnTo>
                    <a:pt x="1895292" y="192361"/>
                  </a:lnTo>
                  <a:lnTo>
                    <a:pt x="1895293" y="192372"/>
                  </a:lnTo>
                  <a:lnTo>
                    <a:pt x="1895297" y="192380"/>
                  </a:lnTo>
                  <a:lnTo>
                    <a:pt x="1895303" y="192388"/>
                  </a:lnTo>
                  <a:lnTo>
                    <a:pt x="1895314" y="192395"/>
                  </a:lnTo>
                  <a:lnTo>
                    <a:pt x="1895328" y="192403"/>
                  </a:lnTo>
                  <a:lnTo>
                    <a:pt x="1895343" y="192406"/>
                  </a:lnTo>
                  <a:lnTo>
                    <a:pt x="1895366" y="192407"/>
                  </a:lnTo>
                  <a:lnTo>
                    <a:pt x="1895393" y="192401"/>
                  </a:lnTo>
                  <a:lnTo>
                    <a:pt x="1895615" y="192334"/>
                  </a:lnTo>
                  <a:lnTo>
                    <a:pt x="1895624" y="192314"/>
                  </a:lnTo>
                  <a:lnTo>
                    <a:pt x="1895635" y="192295"/>
                  </a:lnTo>
                  <a:lnTo>
                    <a:pt x="1895666" y="192272"/>
                  </a:lnTo>
                  <a:lnTo>
                    <a:pt x="1895685" y="192263"/>
                  </a:lnTo>
                  <a:lnTo>
                    <a:pt x="1895713" y="192261"/>
                  </a:lnTo>
                  <a:lnTo>
                    <a:pt x="1895735" y="192263"/>
                  </a:lnTo>
                  <a:lnTo>
                    <a:pt x="1895756" y="192269"/>
                  </a:lnTo>
                  <a:lnTo>
                    <a:pt x="1895774" y="192278"/>
                  </a:lnTo>
                  <a:lnTo>
                    <a:pt x="1895789" y="192293"/>
                  </a:lnTo>
                  <a:lnTo>
                    <a:pt x="1895792" y="192296"/>
                  </a:lnTo>
                  <a:lnTo>
                    <a:pt x="1895793" y="192305"/>
                  </a:lnTo>
                  <a:lnTo>
                    <a:pt x="1895794" y="192313"/>
                  </a:lnTo>
                  <a:lnTo>
                    <a:pt x="1895798" y="192322"/>
                  </a:lnTo>
                  <a:lnTo>
                    <a:pt x="1895802" y="192326"/>
                  </a:lnTo>
                  <a:lnTo>
                    <a:pt x="1895810" y="192329"/>
                  </a:lnTo>
                  <a:lnTo>
                    <a:pt x="1895905" y="192272"/>
                  </a:lnTo>
                  <a:lnTo>
                    <a:pt x="1895918" y="192264"/>
                  </a:lnTo>
                  <a:lnTo>
                    <a:pt x="1895933" y="192261"/>
                  </a:lnTo>
                  <a:lnTo>
                    <a:pt x="1895939" y="192260"/>
                  </a:lnTo>
                  <a:lnTo>
                    <a:pt x="1895953" y="192260"/>
                  </a:lnTo>
                  <a:lnTo>
                    <a:pt x="1895967" y="192262"/>
                  </a:lnTo>
                  <a:lnTo>
                    <a:pt x="1895984" y="192265"/>
                  </a:lnTo>
                  <a:lnTo>
                    <a:pt x="1896159" y="192336"/>
                  </a:lnTo>
                  <a:lnTo>
                    <a:pt x="1896173" y="192345"/>
                  </a:lnTo>
                  <a:lnTo>
                    <a:pt x="1896191" y="192359"/>
                  </a:lnTo>
                  <a:lnTo>
                    <a:pt x="1896199" y="192366"/>
                  </a:lnTo>
                  <a:lnTo>
                    <a:pt x="1896217" y="192416"/>
                  </a:lnTo>
                  <a:lnTo>
                    <a:pt x="1896221" y="192421"/>
                  </a:lnTo>
                  <a:lnTo>
                    <a:pt x="1896244" y="192444"/>
                  </a:lnTo>
                  <a:lnTo>
                    <a:pt x="1896289" y="192453"/>
                  </a:lnTo>
                  <a:lnTo>
                    <a:pt x="1896300" y="192455"/>
                  </a:lnTo>
                  <a:lnTo>
                    <a:pt x="1896633" y="192377"/>
                  </a:lnTo>
                  <a:lnTo>
                    <a:pt x="1896659" y="192371"/>
                  </a:lnTo>
                  <a:lnTo>
                    <a:pt x="1896710" y="192359"/>
                  </a:lnTo>
                  <a:lnTo>
                    <a:pt x="1896721" y="192339"/>
                  </a:lnTo>
                  <a:lnTo>
                    <a:pt x="1896734" y="192314"/>
                  </a:lnTo>
                  <a:lnTo>
                    <a:pt x="1896735" y="192249"/>
                  </a:lnTo>
                  <a:lnTo>
                    <a:pt x="1896728" y="192201"/>
                  </a:lnTo>
                  <a:lnTo>
                    <a:pt x="1896731" y="192195"/>
                  </a:lnTo>
                  <a:lnTo>
                    <a:pt x="1896743" y="192181"/>
                  </a:lnTo>
                  <a:lnTo>
                    <a:pt x="1896769" y="192168"/>
                  </a:lnTo>
                  <a:lnTo>
                    <a:pt x="1896908" y="192114"/>
                  </a:lnTo>
                  <a:lnTo>
                    <a:pt x="1896952" y="192114"/>
                  </a:lnTo>
                  <a:lnTo>
                    <a:pt x="1897281" y="192115"/>
                  </a:lnTo>
                  <a:lnTo>
                    <a:pt x="1897306" y="192125"/>
                  </a:lnTo>
                  <a:lnTo>
                    <a:pt x="1897409" y="192166"/>
                  </a:lnTo>
                  <a:lnTo>
                    <a:pt x="1897415" y="192169"/>
                  </a:lnTo>
                  <a:lnTo>
                    <a:pt x="1897676" y="192230"/>
                  </a:lnTo>
                  <a:lnTo>
                    <a:pt x="1897884" y="192264"/>
                  </a:lnTo>
                  <a:lnTo>
                    <a:pt x="1898068" y="192190"/>
                  </a:lnTo>
                  <a:lnTo>
                    <a:pt x="1898079" y="192186"/>
                  </a:lnTo>
                  <a:lnTo>
                    <a:pt x="1898150" y="192146"/>
                  </a:lnTo>
                  <a:lnTo>
                    <a:pt x="1898154" y="192132"/>
                  </a:lnTo>
                  <a:lnTo>
                    <a:pt x="1898173" y="192080"/>
                  </a:lnTo>
                  <a:lnTo>
                    <a:pt x="1898133" y="191882"/>
                  </a:lnTo>
                  <a:lnTo>
                    <a:pt x="1898116" y="191793"/>
                  </a:lnTo>
                  <a:lnTo>
                    <a:pt x="1898175" y="191654"/>
                  </a:lnTo>
                  <a:lnTo>
                    <a:pt x="1898196" y="191634"/>
                  </a:lnTo>
                  <a:lnTo>
                    <a:pt x="1898228" y="191616"/>
                  </a:lnTo>
                  <a:lnTo>
                    <a:pt x="1898265" y="191595"/>
                  </a:lnTo>
                  <a:lnTo>
                    <a:pt x="1898288" y="191587"/>
                  </a:lnTo>
                  <a:lnTo>
                    <a:pt x="1898578" y="191508"/>
                  </a:lnTo>
                  <a:lnTo>
                    <a:pt x="1898600" y="191507"/>
                  </a:lnTo>
                  <a:lnTo>
                    <a:pt x="1898628" y="191511"/>
                  </a:lnTo>
                  <a:lnTo>
                    <a:pt x="1898658" y="191527"/>
                  </a:lnTo>
                  <a:lnTo>
                    <a:pt x="1898674" y="191537"/>
                  </a:lnTo>
                  <a:lnTo>
                    <a:pt x="1898690" y="191548"/>
                  </a:lnTo>
                  <a:lnTo>
                    <a:pt x="1898727" y="191561"/>
                  </a:lnTo>
                  <a:lnTo>
                    <a:pt x="1898766" y="191572"/>
                  </a:lnTo>
                  <a:lnTo>
                    <a:pt x="1898804" y="191574"/>
                  </a:lnTo>
                  <a:lnTo>
                    <a:pt x="1898836" y="191574"/>
                  </a:lnTo>
                  <a:lnTo>
                    <a:pt x="1898863" y="191572"/>
                  </a:lnTo>
                  <a:lnTo>
                    <a:pt x="1899036" y="191551"/>
                  </a:lnTo>
                  <a:lnTo>
                    <a:pt x="1899049" y="191548"/>
                  </a:lnTo>
                  <a:lnTo>
                    <a:pt x="1899070" y="191540"/>
                  </a:lnTo>
                  <a:lnTo>
                    <a:pt x="1899093" y="191526"/>
                  </a:lnTo>
                  <a:lnTo>
                    <a:pt x="1899239" y="191415"/>
                  </a:lnTo>
                  <a:lnTo>
                    <a:pt x="1899252" y="191405"/>
                  </a:lnTo>
                  <a:lnTo>
                    <a:pt x="1899264" y="191388"/>
                  </a:lnTo>
                  <a:lnTo>
                    <a:pt x="1899314" y="191313"/>
                  </a:lnTo>
                  <a:lnTo>
                    <a:pt x="1899315" y="191304"/>
                  </a:lnTo>
                  <a:lnTo>
                    <a:pt x="1899314" y="191294"/>
                  </a:lnTo>
                  <a:lnTo>
                    <a:pt x="1899304" y="191284"/>
                  </a:lnTo>
                  <a:lnTo>
                    <a:pt x="1899276" y="191272"/>
                  </a:lnTo>
                  <a:lnTo>
                    <a:pt x="1899266" y="191260"/>
                  </a:lnTo>
                  <a:lnTo>
                    <a:pt x="1899261" y="191246"/>
                  </a:lnTo>
                  <a:lnTo>
                    <a:pt x="1899302" y="191124"/>
                  </a:lnTo>
                  <a:lnTo>
                    <a:pt x="1899316" y="191098"/>
                  </a:lnTo>
                  <a:lnTo>
                    <a:pt x="1899327" y="191088"/>
                  </a:lnTo>
                  <a:lnTo>
                    <a:pt x="1899647" y="191000"/>
                  </a:lnTo>
                  <a:lnTo>
                    <a:pt x="1899678" y="190996"/>
                  </a:lnTo>
                  <a:lnTo>
                    <a:pt x="1899959" y="190984"/>
                  </a:lnTo>
                  <a:lnTo>
                    <a:pt x="1899997" y="190983"/>
                  </a:lnTo>
                  <a:lnTo>
                    <a:pt x="1900058" y="190989"/>
                  </a:lnTo>
                  <a:lnTo>
                    <a:pt x="1900090" y="190993"/>
                  </a:lnTo>
                  <a:lnTo>
                    <a:pt x="1900135" y="191007"/>
                  </a:lnTo>
                  <a:lnTo>
                    <a:pt x="1900171" y="191020"/>
                  </a:lnTo>
                  <a:lnTo>
                    <a:pt x="1900202" y="191043"/>
                  </a:lnTo>
                  <a:lnTo>
                    <a:pt x="1900217" y="191061"/>
                  </a:lnTo>
                  <a:lnTo>
                    <a:pt x="1900221" y="191074"/>
                  </a:lnTo>
                  <a:lnTo>
                    <a:pt x="1900223" y="191086"/>
                  </a:lnTo>
                  <a:lnTo>
                    <a:pt x="1900216" y="191104"/>
                  </a:lnTo>
                  <a:lnTo>
                    <a:pt x="1900185" y="191122"/>
                  </a:lnTo>
                  <a:lnTo>
                    <a:pt x="1900163" y="191139"/>
                  </a:lnTo>
                  <a:lnTo>
                    <a:pt x="1900138" y="191165"/>
                  </a:lnTo>
                  <a:lnTo>
                    <a:pt x="1900125" y="191194"/>
                  </a:lnTo>
                  <a:lnTo>
                    <a:pt x="1900115" y="191228"/>
                  </a:lnTo>
                  <a:lnTo>
                    <a:pt x="1900114" y="191267"/>
                  </a:lnTo>
                  <a:lnTo>
                    <a:pt x="1900117" y="191297"/>
                  </a:lnTo>
                  <a:lnTo>
                    <a:pt x="1900130" y="191314"/>
                  </a:lnTo>
                  <a:lnTo>
                    <a:pt x="1900272" y="191395"/>
                  </a:lnTo>
                  <a:lnTo>
                    <a:pt x="1900289" y="191400"/>
                  </a:lnTo>
                  <a:lnTo>
                    <a:pt x="1900618" y="191423"/>
                  </a:lnTo>
                  <a:lnTo>
                    <a:pt x="1900925" y="191424"/>
                  </a:lnTo>
                  <a:lnTo>
                    <a:pt x="1900973" y="191412"/>
                  </a:lnTo>
                  <a:lnTo>
                    <a:pt x="1901030" y="191397"/>
                  </a:lnTo>
                  <a:lnTo>
                    <a:pt x="1901099" y="191390"/>
                  </a:lnTo>
                  <a:lnTo>
                    <a:pt x="1901164" y="191389"/>
                  </a:lnTo>
                  <a:lnTo>
                    <a:pt x="1901263" y="191388"/>
                  </a:lnTo>
                  <a:lnTo>
                    <a:pt x="1901331" y="191390"/>
                  </a:lnTo>
                  <a:lnTo>
                    <a:pt x="1901388" y="191402"/>
                  </a:lnTo>
                  <a:lnTo>
                    <a:pt x="1901727" y="191469"/>
                  </a:lnTo>
                  <a:lnTo>
                    <a:pt x="1902217" y="191565"/>
                  </a:lnTo>
                  <a:lnTo>
                    <a:pt x="1902271" y="191566"/>
                  </a:lnTo>
                  <a:lnTo>
                    <a:pt x="1902582" y="191553"/>
                  </a:lnTo>
                  <a:lnTo>
                    <a:pt x="1902610" y="191549"/>
                  </a:lnTo>
                  <a:lnTo>
                    <a:pt x="1902646" y="191534"/>
                  </a:lnTo>
                  <a:lnTo>
                    <a:pt x="1902679" y="191511"/>
                  </a:lnTo>
                  <a:lnTo>
                    <a:pt x="1902754" y="191450"/>
                  </a:lnTo>
                  <a:lnTo>
                    <a:pt x="1902856" y="191362"/>
                  </a:lnTo>
                  <a:lnTo>
                    <a:pt x="1902869" y="191351"/>
                  </a:lnTo>
                  <a:lnTo>
                    <a:pt x="1902892" y="191342"/>
                  </a:lnTo>
                  <a:lnTo>
                    <a:pt x="1902919" y="191339"/>
                  </a:lnTo>
                  <a:lnTo>
                    <a:pt x="1902948" y="191340"/>
                  </a:lnTo>
                  <a:lnTo>
                    <a:pt x="1902985" y="191349"/>
                  </a:lnTo>
                  <a:lnTo>
                    <a:pt x="1903627" y="191250"/>
                  </a:lnTo>
                  <a:lnTo>
                    <a:pt x="1903777" y="191137"/>
                  </a:lnTo>
                  <a:lnTo>
                    <a:pt x="1903912" y="190781"/>
                  </a:lnTo>
                  <a:lnTo>
                    <a:pt x="1903945" y="190739"/>
                  </a:lnTo>
                  <a:lnTo>
                    <a:pt x="1904147" y="190482"/>
                  </a:lnTo>
                  <a:lnTo>
                    <a:pt x="1904364" y="190303"/>
                  </a:lnTo>
                  <a:lnTo>
                    <a:pt x="1904489" y="190199"/>
                  </a:lnTo>
                  <a:lnTo>
                    <a:pt x="1904582" y="190037"/>
                  </a:lnTo>
                  <a:lnTo>
                    <a:pt x="1904582" y="189762"/>
                  </a:lnTo>
                  <a:lnTo>
                    <a:pt x="1904603" y="189641"/>
                  </a:lnTo>
                  <a:lnTo>
                    <a:pt x="1904609" y="189636"/>
                  </a:lnTo>
                  <a:lnTo>
                    <a:pt x="1904717" y="189544"/>
                  </a:lnTo>
                  <a:lnTo>
                    <a:pt x="1904959" y="189487"/>
                  </a:lnTo>
                  <a:lnTo>
                    <a:pt x="1905088" y="189423"/>
                  </a:lnTo>
                  <a:lnTo>
                    <a:pt x="1905173" y="189261"/>
                  </a:lnTo>
                  <a:lnTo>
                    <a:pt x="1905197" y="189144"/>
                  </a:lnTo>
                  <a:lnTo>
                    <a:pt x="1905244" y="188921"/>
                  </a:lnTo>
                  <a:lnTo>
                    <a:pt x="1905309" y="188665"/>
                  </a:lnTo>
                  <a:lnTo>
                    <a:pt x="1905316" y="188638"/>
                  </a:lnTo>
                  <a:lnTo>
                    <a:pt x="1905415" y="188598"/>
                  </a:lnTo>
                  <a:lnTo>
                    <a:pt x="1906000" y="188856"/>
                  </a:lnTo>
                  <a:lnTo>
                    <a:pt x="1906087" y="188898"/>
                  </a:lnTo>
                  <a:lnTo>
                    <a:pt x="1906329" y="189012"/>
                  </a:lnTo>
                  <a:lnTo>
                    <a:pt x="1906718" y="189196"/>
                  </a:lnTo>
                  <a:lnTo>
                    <a:pt x="1906737" y="189205"/>
                  </a:lnTo>
                  <a:lnTo>
                    <a:pt x="1906757" y="189211"/>
                  </a:lnTo>
                  <a:lnTo>
                    <a:pt x="1906779" y="189213"/>
                  </a:lnTo>
                  <a:lnTo>
                    <a:pt x="1906793" y="189213"/>
                  </a:lnTo>
                  <a:lnTo>
                    <a:pt x="1906822" y="189226"/>
                  </a:lnTo>
                  <a:lnTo>
                    <a:pt x="1907170" y="189230"/>
                  </a:lnTo>
                  <a:lnTo>
                    <a:pt x="1907274" y="189217"/>
                  </a:lnTo>
                  <a:lnTo>
                    <a:pt x="1907414" y="189170"/>
                  </a:lnTo>
                  <a:lnTo>
                    <a:pt x="1907438" y="189168"/>
                  </a:lnTo>
                  <a:lnTo>
                    <a:pt x="1907469" y="189163"/>
                  </a:lnTo>
                  <a:lnTo>
                    <a:pt x="1907496" y="189153"/>
                  </a:lnTo>
                  <a:lnTo>
                    <a:pt x="1907511" y="189139"/>
                  </a:lnTo>
                  <a:lnTo>
                    <a:pt x="1907523" y="189125"/>
                  </a:lnTo>
                  <a:lnTo>
                    <a:pt x="1907525" y="189106"/>
                  </a:lnTo>
                  <a:lnTo>
                    <a:pt x="1907522" y="189086"/>
                  </a:lnTo>
                  <a:lnTo>
                    <a:pt x="1907513" y="189070"/>
                  </a:lnTo>
                  <a:lnTo>
                    <a:pt x="1907500" y="189055"/>
                  </a:lnTo>
                  <a:lnTo>
                    <a:pt x="1907468" y="189033"/>
                  </a:lnTo>
                  <a:lnTo>
                    <a:pt x="1907440" y="189012"/>
                  </a:lnTo>
                  <a:lnTo>
                    <a:pt x="1907412" y="188990"/>
                  </a:lnTo>
                  <a:lnTo>
                    <a:pt x="1907390" y="188969"/>
                  </a:lnTo>
                  <a:lnTo>
                    <a:pt x="1907370" y="188949"/>
                  </a:lnTo>
                  <a:lnTo>
                    <a:pt x="1907362" y="188936"/>
                  </a:lnTo>
                  <a:lnTo>
                    <a:pt x="1907356" y="188918"/>
                  </a:lnTo>
                  <a:lnTo>
                    <a:pt x="1907353" y="188897"/>
                  </a:lnTo>
                  <a:lnTo>
                    <a:pt x="1907359" y="188862"/>
                  </a:lnTo>
                  <a:lnTo>
                    <a:pt x="1907384" y="188803"/>
                  </a:lnTo>
                  <a:lnTo>
                    <a:pt x="1907441" y="188697"/>
                  </a:lnTo>
                  <a:lnTo>
                    <a:pt x="1907462" y="188680"/>
                  </a:lnTo>
                  <a:lnTo>
                    <a:pt x="1907501" y="188655"/>
                  </a:lnTo>
                  <a:lnTo>
                    <a:pt x="1907546" y="188634"/>
                  </a:lnTo>
                  <a:lnTo>
                    <a:pt x="1907601" y="188617"/>
                  </a:lnTo>
                  <a:lnTo>
                    <a:pt x="1907663" y="188597"/>
                  </a:lnTo>
                  <a:lnTo>
                    <a:pt x="1907719" y="188574"/>
                  </a:lnTo>
                  <a:lnTo>
                    <a:pt x="1907760" y="188555"/>
                  </a:lnTo>
                  <a:lnTo>
                    <a:pt x="1907798" y="188530"/>
                  </a:lnTo>
                  <a:lnTo>
                    <a:pt x="1907822" y="188511"/>
                  </a:lnTo>
                  <a:lnTo>
                    <a:pt x="1907840" y="188488"/>
                  </a:lnTo>
                  <a:lnTo>
                    <a:pt x="1907852" y="188466"/>
                  </a:lnTo>
                  <a:lnTo>
                    <a:pt x="1907867" y="188418"/>
                  </a:lnTo>
                  <a:lnTo>
                    <a:pt x="1907877" y="188359"/>
                  </a:lnTo>
                  <a:lnTo>
                    <a:pt x="1907878" y="188308"/>
                  </a:lnTo>
                  <a:lnTo>
                    <a:pt x="1907871" y="188278"/>
                  </a:lnTo>
                  <a:lnTo>
                    <a:pt x="1907851" y="188239"/>
                  </a:lnTo>
                  <a:lnTo>
                    <a:pt x="1907818" y="188197"/>
                  </a:lnTo>
                  <a:lnTo>
                    <a:pt x="1907783" y="188165"/>
                  </a:lnTo>
                  <a:lnTo>
                    <a:pt x="1907766" y="188142"/>
                  </a:lnTo>
                  <a:lnTo>
                    <a:pt x="1907756" y="188114"/>
                  </a:lnTo>
                  <a:lnTo>
                    <a:pt x="1907754" y="188084"/>
                  </a:lnTo>
                  <a:lnTo>
                    <a:pt x="1907766" y="188069"/>
                  </a:lnTo>
                  <a:lnTo>
                    <a:pt x="1907997" y="187879"/>
                  </a:lnTo>
                  <a:lnTo>
                    <a:pt x="1908017" y="187873"/>
                  </a:lnTo>
                  <a:lnTo>
                    <a:pt x="1908043" y="187877"/>
                  </a:lnTo>
                  <a:lnTo>
                    <a:pt x="1908086" y="187900"/>
                  </a:lnTo>
                  <a:lnTo>
                    <a:pt x="1908137" y="187938"/>
                  </a:lnTo>
                  <a:lnTo>
                    <a:pt x="1908201" y="187991"/>
                  </a:lnTo>
                  <a:lnTo>
                    <a:pt x="1908239" y="188037"/>
                  </a:lnTo>
                  <a:lnTo>
                    <a:pt x="1908250" y="188065"/>
                  </a:lnTo>
                  <a:lnTo>
                    <a:pt x="1908255" y="188095"/>
                  </a:lnTo>
                  <a:lnTo>
                    <a:pt x="1908249" y="188123"/>
                  </a:lnTo>
                  <a:lnTo>
                    <a:pt x="1908218" y="188161"/>
                  </a:lnTo>
                  <a:lnTo>
                    <a:pt x="1908208" y="188183"/>
                  </a:lnTo>
                  <a:lnTo>
                    <a:pt x="1908207" y="188195"/>
                  </a:lnTo>
                  <a:lnTo>
                    <a:pt x="1908213" y="188208"/>
                  </a:lnTo>
                  <a:lnTo>
                    <a:pt x="1908228" y="188222"/>
                  </a:lnTo>
                  <a:lnTo>
                    <a:pt x="1908247" y="188230"/>
                  </a:lnTo>
                  <a:lnTo>
                    <a:pt x="1908278" y="188229"/>
                  </a:lnTo>
                  <a:lnTo>
                    <a:pt x="1908313" y="188220"/>
                  </a:lnTo>
                  <a:lnTo>
                    <a:pt x="1908354" y="188199"/>
                  </a:lnTo>
                  <a:lnTo>
                    <a:pt x="1908376" y="188177"/>
                  </a:lnTo>
                  <a:lnTo>
                    <a:pt x="1908387" y="188145"/>
                  </a:lnTo>
                  <a:lnTo>
                    <a:pt x="1908405" y="188081"/>
                  </a:lnTo>
                  <a:lnTo>
                    <a:pt x="1908419" y="188049"/>
                  </a:lnTo>
                  <a:lnTo>
                    <a:pt x="1908442" y="188022"/>
                  </a:lnTo>
                  <a:lnTo>
                    <a:pt x="1908472" y="187997"/>
                  </a:lnTo>
                  <a:lnTo>
                    <a:pt x="1908521" y="187976"/>
                  </a:lnTo>
                  <a:lnTo>
                    <a:pt x="1908560" y="187962"/>
                  </a:lnTo>
                  <a:lnTo>
                    <a:pt x="1908624" y="187949"/>
                  </a:lnTo>
                  <a:lnTo>
                    <a:pt x="1908655" y="187949"/>
                  </a:lnTo>
                  <a:lnTo>
                    <a:pt x="1908695" y="187956"/>
                  </a:lnTo>
                  <a:lnTo>
                    <a:pt x="1908717" y="187968"/>
                  </a:lnTo>
                  <a:lnTo>
                    <a:pt x="1908747" y="188000"/>
                  </a:lnTo>
                  <a:lnTo>
                    <a:pt x="1908779" y="188033"/>
                  </a:lnTo>
                  <a:lnTo>
                    <a:pt x="1908801" y="188043"/>
                  </a:lnTo>
                  <a:lnTo>
                    <a:pt x="1908838" y="188044"/>
                  </a:lnTo>
                  <a:lnTo>
                    <a:pt x="1908881" y="188036"/>
                  </a:lnTo>
                  <a:lnTo>
                    <a:pt x="1908912" y="188021"/>
                  </a:lnTo>
                  <a:lnTo>
                    <a:pt x="1908935" y="188001"/>
                  </a:lnTo>
                  <a:lnTo>
                    <a:pt x="1909169" y="187733"/>
                  </a:lnTo>
                  <a:lnTo>
                    <a:pt x="1909190" y="187703"/>
                  </a:lnTo>
                  <a:lnTo>
                    <a:pt x="1909195" y="187670"/>
                  </a:lnTo>
                  <a:lnTo>
                    <a:pt x="1909179" y="187617"/>
                  </a:lnTo>
                  <a:lnTo>
                    <a:pt x="1909164" y="187554"/>
                  </a:lnTo>
                  <a:lnTo>
                    <a:pt x="1909153" y="187507"/>
                  </a:lnTo>
                  <a:lnTo>
                    <a:pt x="1909154" y="187467"/>
                  </a:lnTo>
                  <a:lnTo>
                    <a:pt x="1909164" y="187414"/>
                  </a:lnTo>
                  <a:lnTo>
                    <a:pt x="1909180" y="187359"/>
                  </a:lnTo>
                  <a:lnTo>
                    <a:pt x="1909217" y="187294"/>
                  </a:lnTo>
                  <a:lnTo>
                    <a:pt x="1909258" y="187238"/>
                  </a:lnTo>
                  <a:lnTo>
                    <a:pt x="1909290" y="187209"/>
                  </a:lnTo>
                  <a:lnTo>
                    <a:pt x="1909327" y="187186"/>
                  </a:lnTo>
                  <a:lnTo>
                    <a:pt x="1909364" y="187171"/>
                  </a:lnTo>
                  <a:lnTo>
                    <a:pt x="1909411" y="187156"/>
                  </a:lnTo>
                  <a:lnTo>
                    <a:pt x="1909439" y="187014"/>
                  </a:lnTo>
                  <a:lnTo>
                    <a:pt x="1909385" y="186998"/>
                  </a:lnTo>
                  <a:lnTo>
                    <a:pt x="1909345" y="186985"/>
                  </a:lnTo>
                  <a:lnTo>
                    <a:pt x="1909319" y="186970"/>
                  </a:lnTo>
                  <a:lnTo>
                    <a:pt x="1909292" y="186948"/>
                  </a:lnTo>
                  <a:lnTo>
                    <a:pt x="1909168" y="186747"/>
                  </a:lnTo>
                  <a:lnTo>
                    <a:pt x="1909163" y="186721"/>
                  </a:lnTo>
                  <a:lnTo>
                    <a:pt x="1909165" y="186689"/>
                  </a:lnTo>
                  <a:lnTo>
                    <a:pt x="1909185" y="186650"/>
                  </a:lnTo>
                  <a:lnTo>
                    <a:pt x="1909209" y="186627"/>
                  </a:lnTo>
                  <a:lnTo>
                    <a:pt x="1909485" y="186401"/>
                  </a:lnTo>
                  <a:lnTo>
                    <a:pt x="1909503" y="186389"/>
                  </a:lnTo>
                  <a:lnTo>
                    <a:pt x="1909521" y="186382"/>
                  </a:lnTo>
                  <a:lnTo>
                    <a:pt x="1909539" y="186381"/>
                  </a:lnTo>
                  <a:lnTo>
                    <a:pt x="1909576" y="186382"/>
                  </a:lnTo>
                  <a:lnTo>
                    <a:pt x="1909601" y="186388"/>
                  </a:lnTo>
                  <a:lnTo>
                    <a:pt x="1909639" y="186406"/>
                  </a:lnTo>
                  <a:lnTo>
                    <a:pt x="1909689" y="186433"/>
                  </a:lnTo>
                  <a:lnTo>
                    <a:pt x="1909731" y="186456"/>
                  </a:lnTo>
                  <a:lnTo>
                    <a:pt x="1909768" y="186475"/>
                  </a:lnTo>
                  <a:lnTo>
                    <a:pt x="1909809" y="186486"/>
                  </a:lnTo>
                  <a:lnTo>
                    <a:pt x="1909884" y="186495"/>
                  </a:lnTo>
                  <a:lnTo>
                    <a:pt x="1909942" y="186493"/>
                  </a:lnTo>
                  <a:lnTo>
                    <a:pt x="1909972" y="186487"/>
                  </a:lnTo>
                  <a:lnTo>
                    <a:pt x="1910013" y="186471"/>
                  </a:lnTo>
                  <a:lnTo>
                    <a:pt x="1910051" y="186448"/>
                  </a:lnTo>
                  <a:lnTo>
                    <a:pt x="1910071" y="186420"/>
                  </a:lnTo>
                  <a:lnTo>
                    <a:pt x="1910079" y="186374"/>
                  </a:lnTo>
                  <a:lnTo>
                    <a:pt x="1910084" y="186303"/>
                  </a:lnTo>
                  <a:lnTo>
                    <a:pt x="1910082" y="186266"/>
                  </a:lnTo>
                  <a:lnTo>
                    <a:pt x="1910071" y="186229"/>
                  </a:lnTo>
                  <a:lnTo>
                    <a:pt x="1910063" y="186177"/>
                  </a:lnTo>
                  <a:lnTo>
                    <a:pt x="1910062" y="186129"/>
                  </a:lnTo>
                  <a:lnTo>
                    <a:pt x="1910067" y="186104"/>
                  </a:lnTo>
                  <a:lnTo>
                    <a:pt x="1910140" y="185950"/>
                  </a:lnTo>
                  <a:lnTo>
                    <a:pt x="1910151" y="185928"/>
                  </a:lnTo>
                  <a:lnTo>
                    <a:pt x="1910173" y="185905"/>
                  </a:lnTo>
                  <a:lnTo>
                    <a:pt x="1910192" y="185892"/>
                  </a:lnTo>
                  <a:lnTo>
                    <a:pt x="1910215" y="185884"/>
                  </a:lnTo>
                  <a:lnTo>
                    <a:pt x="1910246" y="185875"/>
                  </a:lnTo>
                  <a:lnTo>
                    <a:pt x="1910283" y="185868"/>
                  </a:lnTo>
                  <a:lnTo>
                    <a:pt x="1910305" y="185861"/>
                  </a:lnTo>
                  <a:lnTo>
                    <a:pt x="1910466" y="185705"/>
                  </a:lnTo>
                  <a:lnTo>
                    <a:pt x="1910475" y="185676"/>
                  </a:lnTo>
                  <a:lnTo>
                    <a:pt x="1910476" y="185632"/>
                  </a:lnTo>
                  <a:lnTo>
                    <a:pt x="1910465" y="185601"/>
                  </a:lnTo>
                  <a:lnTo>
                    <a:pt x="1910439" y="185575"/>
                  </a:lnTo>
                  <a:lnTo>
                    <a:pt x="1910395" y="185559"/>
                  </a:lnTo>
                  <a:lnTo>
                    <a:pt x="1910349" y="185551"/>
                  </a:lnTo>
                  <a:lnTo>
                    <a:pt x="1910305" y="185552"/>
                  </a:lnTo>
                  <a:lnTo>
                    <a:pt x="1910244" y="185540"/>
                  </a:lnTo>
                  <a:lnTo>
                    <a:pt x="1910208" y="185526"/>
                  </a:lnTo>
                  <a:lnTo>
                    <a:pt x="1910173" y="185494"/>
                  </a:lnTo>
                  <a:lnTo>
                    <a:pt x="1910160" y="185463"/>
                  </a:lnTo>
                  <a:lnTo>
                    <a:pt x="1910162" y="185438"/>
                  </a:lnTo>
                  <a:lnTo>
                    <a:pt x="1910176" y="185418"/>
                  </a:lnTo>
                  <a:lnTo>
                    <a:pt x="1910212" y="185404"/>
                  </a:lnTo>
                  <a:lnTo>
                    <a:pt x="1910264" y="185392"/>
                  </a:lnTo>
                  <a:lnTo>
                    <a:pt x="1910460" y="185369"/>
                  </a:lnTo>
                  <a:lnTo>
                    <a:pt x="1910527" y="185363"/>
                  </a:lnTo>
                  <a:lnTo>
                    <a:pt x="1910586" y="185363"/>
                  </a:lnTo>
                  <a:lnTo>
                    <a:pt x="1910644" y="185372"/>
                  </a:lnTo>
                  <a:lnTo>
                    <a:pt x="1910719" y="185393"/>
                  </a:lnTo>
                  <a:lnTo>
                    <a:pt x="1910767" y="185423"/>
                  </a:lnTo>
                  <a:lnTo>
                    <a:pt x="1910803" y="185467"/>
                  </a:lnTo>
                  <a:lnTo>
                    <a:pt x="1910822" y="185495"/>
                  </a:lnTo>
                  <a:lnTo>
                    <a:pt x="1910850" y="185525"/>
                  </a:lnTo>
                  <a:lnTo>
                    <a:pt x="1910865" y="185536"/>
                  </a:lnTo>
                  <a:lnTo>
                    <a:pt x="1910889" y="185536"/>
                  </a:lnTo>
                  <a:lnTo>
                    <a:pt x="1910911" y="185526"/>
                  </a:lnTo>
                  <a:lnTo>
                    <a:pt x="1910927" y="185497"/>
                  </a:lnTo>
                  <a:lnTo>
                    <a:pt x="1910971" y="185378"/>
                  </a:lnTo>
                  <a:lnTo>
                    <a:pt x="1911010" y="185280"/>
                  </a:lnTo>
                  <a:lnTo>
                    <a:pt x="1911033" y="185255"/>
                  </a:lnTo>
                  <a:lnTo>
                    <a:pt x="1911114" y="185211"/>
                  </a:lnTo>
                  <a:lnTo>
                    <a:pt x="1911139" y="185201"/>
                  </a:lnTo>
                  <a:lnTo>
                    <a:pt x="1911184" y="185190"/>
                  </a:lnTo>
                  <a:lnTo>
                    <a:pt x="1911334" y="185159"/>
                  </a:lnTo>
                  <a:lnTo>
                    <a:pt x="1911379" y="185154"/>
                  </a:lnTo>
                  <a:lnTo>
                    <a:pt x="1911449" y="185147"/>
                  </a:lnTo>
                  <a:lnTo>
                    <a:pt x="1911769" y="185131"/>
                  </a:lnTo>
                  <a:lnTo>
                    <a:pt x="1911917" y="185134"/>
                  </a:lnTo>
                  <a:lnTo>
                    <a:pt x="1912031" y="185141"/>
                  </a:lnTo>
                  <a:lnTo>
                    <a:pt x="1912081" y="185146"/>
                  </a:lnTo>
                  <a:lnTo>
                    <a:pt x="1912116" y="185147"/>
                  </a:lnTo>
                  <a:lnTo>
                    <a:pt x="1912252" y="185134"/>
                  </a:lnTo>
                  <a:lnTo>
                    <a:pt x="1912298" y="185125"/>
                  </a:lnTo>
                  <a:lnTo>
                    <a:pt x="1912347" y="185113"/>
                  </a:lnTo>
                  <a:lnTo>
                    <a:pt x="1912447" y="185085"/>
                  </a:lnTo>
                  <a:lnTo>
                    <a:pt x="1912491" y="185072"/>
                  </a:lnTo>
                  <a:lnTo>
                    <a:pt x="1912525" y="185060"/>
                  </a:lnTo>
                  <a:lnTo>
                    <a:pt x="1912559" y="185041"/>
                  </a:lnTo>
                  <a:lnTo>
                    <a:pt x="1912612" y="185003"/>
                  </a:lnTo>
                  <a:lnTo>
                    <a:pt x="1912825" y="184823"/>
                  </a:lnTo>
                  <a:lnTo>
                    <a:pt x="1912827" y="184816"/>
                  </a:lnTo>
                  <a:lnTo>
                    <a:pt x="1912809" y="184748"/>
                  </a:lnTo>
                  <a:lnTo>
                    <a:pt x="1912781" y="184748"/>
                  </a:lnTo>
                  <a:lnTo>
                    <a:pt x="1912747" y="184744"/>
                  </a:lnTo>
                  <a:lnTo>
                    <a:pt x="1912726" y="184732"/>
                  </a:lnTo>
                  <a:lnTo>
                    <a:pt x="1912707" y="184718"/>
                  </a:lnTo>
                  <a:lnTo>
                    <a:pt x="1912688" y="184691"/>
                  </a:lnTo>
                  <a:lnTo>
                    <a:pt x="1912676" y="184665"/>
                  </a:lnTo>
                  <a:lnTo>
                    <a:pt x="1912670" y="184640"/>
                  </a:lnTo>
                  <a:lnTo>
                    <a:pt x="1912671" y="184613"/>
                  </a:lnTo>
                  <a:lnTo>
                    <a:pt x="1912677" y="184597"/>
                  </a:lnTo>
                  <a:lnTo>
                    <a:pt x="1912695" y="184579"/>
                  </a:lnTo>
                  <a:lnTo>
                    <a:pt x="1912725" y="184555"/>
                  </a:lnTo>
                  <a:lnTo>
                    <a:pt x="1912771" y="184519"/>
                  </a:lnTo>
                  <a:lnTo>
                    <a:pt x="1912802" y="184497"/>
                  </a:lnTo>
                  <a:lnTo>
                    <a:pt x="1912827" y="184483"/>
                  </a:lnTo>
                  <a:lnTo>
                    <a:pt x="1912847" y="184476"/>
                  </a:lnTo>
                  <a:lnTo>
                    <a:pt x="1912865" y="184472"/>
                  </a:lnTo>
                  <a:lnTo>
                    <a:pt x="1912881" y="184471"/>
                  </a:lnTo>
                  <a:lnTo>
                    <a:pt x="1912893" y="184473"/>
                  </a:lnTo>
                  <a:lnTo>
                    <a:pt x="1912903" y="184479"/>
                  </a:lnTo>
                  <a:lnTo>
                    <a:pt x="1912910" y="184486"/>
                  </a:lnTo>
                  <a:lnTo>
                    <a:pt x="1912920" y="184547"/>
                  </a:lnTo>
                  <a:lnTo>
                    <a:pt x="1912922" y="184589"/>
                  </a:lnTo>
                  <a:lnTo>
                    <a:pt x="1912927" y="184611"/>
                  </a:lnTo>
                  <a:lnTo>
                    <a:pt x="1912938" y="184628"/>
                  </a:lnTo>
                  <a:lnTo>
                    <a:pt x="1912958" y="184642"/>
                  </a:lnTo>
                  <a:lnTo>
                    <a:pt x="1912973" y="184649"/>
                  </a:lnTo>
                  <a:lnTo>
                    <a:pt x="1912990" y="184652"/>
                  </a:lnTo>
                  <a:lnTo>
                    <a:pt x="1913012" y="184651"/>
                  </a:lnTo>
                  <a:lnTo>
                    <a:pt x="1913040" y="184639"/>
                  </a:lnTo>
                  <a:lnTo>
                    <a:pt x="1913110" y="184588"/>
                  </a:lnTo>
                  <a:lnTo>
                    <a:pt x="1913131" y="184559"/>
                  </a:lnTo>
                  <a:lnTo>
                    <a:pt x="1913136" y="184534"/>
                  </a:lnTo>
                  <a:lnTo>
                    <a:pt x="1913132" y="184506"/>
                  </a:lnTo>
                  <a:lnTo>
                    <a:pt x="1913116" y="184474"/>
                  </a:lnTo>
                  <a:lnTo>
                    <a:pt x="1913091" y="184426"/>
                  </a:lnTo>
                  <a:lnTo>
                    <a:pt x="1913072" y="184377"/>
                  </a:lnTo>
                  <a:lnTo>
                    <a:pt x="1913070" y="184356"/>
                  </a:lnTo>
                  <a:lnTo>
                    <a:pt x="1913075" y="184338"/>
                  </a:lnTo>
                  <a:lnTo>
                    <a:pt x="1913088" y="184320"/>
                  </a:lnTo>
                  <a:lnTo>
                    <a:pt x="1913126" y="184285"/>
                  </a:lnTo>
                  <a:lnTo>
                    <a:pt x="1913148" y="184273"/>
                  </a:lnTo>
                  <a:lnTo>
                    <a:pt x="1913170" y="184266"/>
                  </a:lnTo>
                  <a:lnTo>
                    <a:pt x="1913191" y="184263"/>
                  </a:lnTo>
                  <a:lnTo>
                    <a:pt x="1913226" y="184263"/>
                  </a:lnTo>
                  <a:lnTo>
                    <a:pt x="1913248" y="184267"/>
                  </a:lnTo>
                  <a:lnTo>
                    <a:pt x="1913419" y="184212"/>
                  </a:lnTo>
                  <a:lnTo>
                    <a:pt x="1913455" y="184163"/>
                  </a:lnTo>
                  <a:lnTo>
                    <a:pt x="1913478" y="184131"/>
                  </a:lnTo>
                  <a:lnTo>
                    <a:pt x="1913557" y="184020"/>
                  </a:lnTo>
                  <a:lnTo>
                    <a:pt x="1913614" y="184000"/>
                  </a:lnTo>
                  <a:lnTo>
                    <a:pt x="1913621" y="183965"/>
                  </a:lnTo>
                  <a:lnTo>
                    <a:pt x="1913613" y="183929"/>
                  </a:lnTo>
                  <a:lnTo>
                    <a:pt x="1913610" y="183925"/>
                  </a:lnTo>
                  <a:lnTo>
                    <a:pt x="1913574" y="183887"/>
                  </a:lnTo>
                  <a:lnTo>
                    <a:pt x="1913526" y="183833"/>
                  </a:lnTo>
                  <a:lnTo>
                    <a:pt x="1913510" y="183805"/>
                  </a:lnTo>
                  <a:lnTo>
                    <a:pt x="1913481" y="183749"/>
                  </a:lnTo>
                  <a:lnTo>
                    <a:pt x="1913465" y="183707"/>
                  </a:lnTo>
                  <a:lnTo>
                    <a:pt x="1913463" y="183700"/>
                  </a:lnTo>
                  <a:lnTo>
                    <a:pt x="1913468" y="183677"/>
                  </a:lnTo>
                  <a:lnTo>
                    <a:pt x="1913485" y="183665"/>
                  </a:lnTo>
                  <a:lnTo>
                    <a:pt x="1913509" y="183658"/>
                  </a:lnTo>
                  <a:lnTo>
                    <a:pt x="1913530" y="183662"/>
                  </a:lnTo>
                  <a:lnTo>
                    <a:pt x="1913548" y="183670"/>
                  </a:lnTo>
                  <a:lnTo>
                    <a:pt x="1913553" y="183673"/>
                  </a:lnTo>
                  <a:lnTo>
                    <a:pt x="1913555" y="183677"/>
                  </a:lnTo>
                  <a:lnTo>
                    <a:pt x="1913576" y="183715"/>
                  </a:lnTo>
                  <a:lnTo>
                    <a:pt x="1913593" y="183741"/>
                  </a:lnTo>
                  <a:lnTo>
                    <a:pt x="1913958" y="183815"/>
                  </a:lnTo>
                  <a:lnTo>
                    <a:pt x="1913991" y="183824"/>
                  </a:lnTo>
                  <a:lnTo>
                    <a:pt x="1914019" y="183837"/>
                  </a:lnTo>
                  <a:lnTo>
                    <a:pt x="1914043" y="183850"/>
                  </a:lnTo>
                  <a:lnTo>
                    <a:pt x="1914063" y="183863"/>
                  </a:lnTo>
                  <a:lnTo>
                    <a:pt x="1914085" y="183882"/>
                  </a:lnTo>
                  <a:lnTo>
                    <a:pt x="1914107" y="183908"/>
                  </a:lnTo>
                  <a:lnTo>
                    <a:pt x="1914127" y="183943"/>
                  </a:lnTo>
                  <a:lnTo>
                    <a:pt x="1914144" y="183972"/>
                  </a:lnTo>
                  <a:lnTo>
                    <a:pt x="1914154" y="183988"/>
                  </a:lnTo>
                  <a:lnTo>
                    <a:pt x="1914164" y="183997"/>
                  </a:lnTo>
                  <a:lnTo>
                    <a:pt x="1914369" y="184045"/>
                  </a:lnTo>
                  <a:lnTo>
                    <a:pt x="1914388" y="184046"/>
                  </a:lnTo>
                  <a:lnTo>
                    <a:pt x="1914415" y="184044"/>
                  </a:lnTo>
                  <a:lnTo>
                    <a:pt x="1914441" y="184040"/>
                  </a:lnTo>
                  <a:lnTo>
                    <a:pt x="1914488" y="184018"/>
                  </a:lnTo>
                  <a:lnTo>
                    <a:pt x="1914529" y="183994"/>
                  </a:lnTo>
                  <a:lnTo>
                    <a:pt x="1914557" y="183973"/>
                  </a:lnTo>
                  <a:lnTo>
                    <a:pt x="1914573" y="183954"/>
                  </a:lnTo>
                  <a:lnTo>
                    <a:pt x="1914580" y="183937"/>
                  </a:lnTo>
                  <a:lnTo>
                    <a:pt x="1914583" y="183917"/>
                  </a:lnTo>
                  <a:lnTo>
                    <a:pt x="1914574" y="183882"/>
                  </a:lnTo>
                  <a:lnTo>
                    <a:pt x="1914560" y="183843"/>
                  </a:lnTo>
                  <a:lnTo>
                    <a:pt x="1914551" y="183817"/>
                  </a:lnTo>
                  <a:lnTo>
                    <a:pt x="1914544" y="183790"/>
                  </a:lnTo>
                  <a:lnTo>
                    <a:pt x="1914540" y="183764"/>
                  </a:lnTo>
                  <a:lnTo>
                    <a:pt x="1914540" y="183736"/>
                  </a:lnTo>
                  <a:lnTo>
                    <a:pt x="1914541" y="183713"/>
                  </a:lnTo>
                  <a:lnTo>
                    <a:pt x="1914546" y="183697"/>
                  </a:lnTo>
                  <a:lnTo>
                    <a:pt x="1914563" y="183666"/>
                  </a:lnTo>
                  <a:lnTo>
                    <a:pt x="1914580" y="183649"/>
                  </a:lnTo>
                  <a:lnTo>
                    <a:pt x="1914594" y="183637"/>
                  </a:lnTo>
                  <a:lnTo>
                    <a:pt x="1914627" y="183611"/>
                  </a:lnTo>
                  <a:lnTo>
                    <a:pt x="1914660" y="183597"/>
                  </a:lnTo>
                  <a:lnTo>
                    <a:pt x="1914683" y="183591"/>
                  </a:lnTo>
                  <a:lnTo>
                    <a:pt x="1914700" y="183588"/>
                  </a:lnTo>
                  <a:lnTo>
                    <a:pt x="1914729" y="183584"/>
                  </a:lnTo>
                  <a:lnTo>
                    <a:pt x="1914762" y="183584"/>
                  </a:lnTo>
                  <a:lnTo>
                    <a:pt x="1914798" y="183588"/>
                  </a:lnTo>
                  <a:lnTo>
                    <a:pt x="1914837" y="183592"/>
                  </a:lnTo>
                  <a:lnTo>
                    <a:pt x="1914865" y="183594"/>
                  </a:lnTo>
                  <a:lnTo>
                    <a:pt x="1914893" y="183593"/>
                  </a:lnTo>
                  <a:lnTo>
                    <a:pt x="1914915" y="183591"/>
                  </a:lnTo>
                  <a:lnTo>
                    <a:pt x="1914934" y="183585"/>
                  </a:lnTo>
                  <a:lnTo>
                    <a:pt x="1914964" y="183573"/>
                  </a:lnTo>
                  <a:lnTo>
                    <a:pt x="1915005" y="183548"/>
                  </a:lnTo>
                  <a:lnTo>
                    <a:pt x="1915038" y="183523"/>
                  </a:lnTo>
                  <a:lnTo>
                    <a:pt x="1915064" y="183497"/>
                  </a:lnTo>
                  <a:lnTo>
                    <a:pt x="1915105" y="183460"/>
                  </a:lnTo>
                  <a:lnTo>
                    <a:pt x="1915140" y="183430"/>
                  </a:lnTo>
                  <a:lnTo>
                    <a:pt x="1915164" y="183419"/>
                  </a:lnTo>
                  <a:lnTo>
                    <a:pt x="1915185" y="183413"/>
                  </a:lnTo>
                  <a:lnTo>
                    <a:pt x="1915208" y="183407"/>
                  </a:lnTo>
                  <a:lnTo>
                    <a:pt x="1915227" y="183407"/>
                  </a:lnTo>
                  <a:lnTo>
                    <a:pt x="1915255" y="183412"/>
                  </a:lnTo>
                  <a:lnTo>
                    <a:pt x="1915274" y="183416"/>
                  </a:lnTo>
                  <a:lnTo>
                    <a:pt x="1915327" y="183437"/>
                  </a:lnTo>
                  <a:lnTo>
                    <a:pt x="1915375" y="183458"/>
                  </a:lnTo>
                  <a:lnTo>
                    <a:pt x="1915430" y="183479"/>
                  </a:lnTo>
                  <a:lnTo>
                    <a:pt x="1915476" y="183496"/>
                  </a:lnTo>
                  <a:lnTo>
                    <a:pt x="1915513" y="183507"/>
                  </a:lnTo>
                  <a:lnTo>
                    <a:pt x="1915540" y="183513"/>
                  </a:lnTo>
                  <a:lnTo>
                    <a:pt x="1915566" y="183516"/>
                  </a:lnTo>
                  <a:lnTo>
                    <a:pt x="1915600" y="183519"/>
                  </a:lnTo>
                  <a:lnTo>
                    <a:pt x="1915620" y="183518"/>
                  </a:lnTo>
                  <a:lnTo>
                    <a:pt x="1915646" y="183512"/>
                  </a:lnTo>
                  <a:lnTo>
                    <a:pt x="1915669" y="183502"/>
                  </a:lnTo>
                  <a:lnTo>
                    <a:pt x="1915691" y="183486"/>
                  </a:lnTo>
                  <a:lnTo>
                    <a:pt x="1915707" y="183460"/>
                  </a:lnTo>
                  <a:lnTo>
                    <a:pt x="1915724" y="183428"/>
                  </a:lnTo>
                  <a:lnTo>
                    <a:pt x="1915742" y="183402"/>
                  </a:lnTo>
                  <a:lnTo>
                    <a:pt x="1915759" y="183381"/>
                  </a:lnTo>
                  <a:lnTo>
                    <a:pt x="1915784" y="183362"/>
                  </a:lnTo>
                  <a:lnTo>
                    <a:pt x="1915806" y="183352"/>
                  </a:lnTo>
                  <a:lnTo>
                    <a:pt x="1915828" y="183346"/>
                  </a:lnTo>
                  <a:lnTo>
                    <a:pt x="1915849" y="183344"/>
                  </a:lnTo>
                  <a:lnTo>
                    <a:pt x="1915889" y="183345"/>
                  </a:lnTo>
                  <a:lnTo>
                    <a:pt x="1915940" y="183355"/>
                  </a:lnTo>
                  <a:lnTo>
                    <a:pt x="1915979" y="183364"/>
                  </a:lnTo>
                  <a:lnTo>
                    <a:pt x="1916021" y="183369"/>
                  </a:lnTo>
                  <a:lnTo>
                    <a:pt x="1916058" y="183373"/>
                  </a:lnTo>
                  <a:lnTo>
                    <a:pt x="1916098" y="183376"/>
                  </a:lnTo>
                  <a:lnTo>
                    <a:pt x="1916141" y="183376"/>
                  </a:lnTo>
                  <a:lnTo>
                    <a:pt x="1916176" y="183371"/>
                  </a:lnTo>
                  <a:lnTo>
                    <a:pt x="1916211" y="183360"/>
                  </a:lnTo>
                  <a:lnTo>
                    <a:pt x="1916257" y="183338"/>
                  </a:lnTo>
                  <a:lnTo>
                    <a:pt x="1916330" y="183296"/>
                  </a:lnTo>
                  <a:lnTo>
                    <a:pt x="1916513" y="183338"/>
                  </a:lnTo>
                  <a:lnTo>
                    <a:pt x="1916516" y="183358"/>
                  </a:lnTo>
                  <a:lnTo>
                    <a:pt x="1916527" y="183376"/>
                  </a:lnTo>
                  <a:lnTo>
                    <a:pt x="1916548" y="183392"/>
                  </a:lnTo>
                  <a:lnTo>
                    <a:pt x="1916578" y="183407"/>
                  </a:lnTo>
                  <a:lnTo>
                    <a:pt x="1916601" y="183414"/>
                  </a:lnTo>
                  <a:lnTo>
                    <a:pt x="1916622" y="183416"/>
                  </a:lnTo>
                  <a:lnTo>
                    <a:pt x="1916646" y="183415"/>
                  </a:lnTo>
                  <a:lnTo>
                    <a:pt x="1916669" y="183406"/>
                  </a:lnTo>
                  <a:lnTo>
                    <a:pt x="1916704" y="183382"/>
                  </a:lnTo>
                  <a:lnTo>
                    <a:pt x="1916732" y="183354"/>
                  </a:lnTo>
                  <a:lnTo>
                    <a:pt x="1916744" y="183330"/>
                  </a:lnTo>
                  <a:lnTo>
                    <a:pt x="1916751" y="183305"/>
                  </a:lnTo>
                  <a:lnTo>
                    <a:pt x="1916754" y="183275"/>
                  </a:lnTo>
                  <a:lnTo>
                    <a:pt x="1916749" y="183238"/>
                  </a:lnTo>
                  <a:lnTo>
                    <a:pt x="1916743" y="183207"/>
                  </a:lnTo>
                  <a:lnTo>
                    <a:pt x="1916719" y="183124"/>
                  </a:lnTo>
                  <a:lnTo>
                    <a:pt x="1916708" y="183107"/>
                  </a:lnTo>
                  <a:lnTo>
                    <a:pt x="1916687" y="183090"/>
                  </a:lnTo>
                  <a:lnTo>
                    <a:pt x="1916664" y="183075"/>
                  </a:lnTo>
                  <a:lnTo>
                    <a:pt x="1916610" y="183045"/>
                  </a:lnTo>
                  <a:lnTo>
                    <a:pt x="1916581" y="183036"/>
                  </a:lnTo>
                  <a:lnTo>
                    <a:pt x="1916560" y="183033"/>
                  </a:lnTo>
                  <a:lnTo>
                    <a:pt x="1916532" y="183035"/>
                  </a:lnTo>
                  <a:lnTo>
                    <a:pt x="1916495" y="183040"/>
                  </a:lnTo>
                  <a:lnTo>
                    <a:pt x="1916465" y="183042"/>
                  </a:lnTo>
                  <a:lnTo>
                    <a:pt x="1916422" y="183040"/>
                  </a:lnTo>
                  <a:lnTo>
                    <a:pt x="1916392" y="183029"/>
                  </a:lnTo>
                  <a:lnTo>
                    <a:pt x="1916356" y="183005"/>
                  </a:lnTo>
                  <a:lnTo>
                    <a:pt x="1916336" y="182984"/>
                  </a:lnTo>
                  <a:lnTo>
                    <a:pt x="1916330" y="182966"/>
                  </a:lnTo>
                  <a:lnTo>
                    <a:pt x="1916329" y="182957"/>
                  </a:lnTo>
                  <a:lnTo>
                    <a:pt x="1916331" y="182902"/>
                  </a:lnTo>
                  <a:lnTo>
                    <a:pt x="1916345" y="182856"/>
                  </a:lnTo>
                  <a:lnTo>
                    <a:pt x="1916361" y="182826"/>
                  </a:lnTo>
                  <a:lnTo>
                    <a:pt x="1916383" y="182799"/>
                  </a:lnTo>
                  <a:lnTo>
                    <a:pt x="1916400" y="182781"/>
                  </a:lnTo>
                  <a:lnTo>
                    <a:pt x="1916445" y="182750"/>
                  </a:lnTo>
                  <a:lnTo>
                    <a:pt x="1916474" y="182735"/>
                  </a:lnTo>
                  <a:lnTo>
                    <a:pt x="1916489" y="182730"/>
                  </a:lnTo>
                  <a:lnTo>
                    <a:pt x="1916536" y="182715"/>
                  </a:lnTo>
                  <a:lnTo>
                    <a:pt x="1916576" y="182709"/>
                  </a:lnTo>
                  <a:lnTo>
                    <a:pt x="1916605" y="182706"/>
                  </a:lnTo>
                  <a:lnTo>
                    <a:pt x="1916628" y="182707"/>
                  </a:lnTo>
                  <a:lnTo>
                    <a:pt x="1916685" y="182729"/>
                  </a:lnTo>
                  <a:lnTo>
                    <a:pt x="1916735" y="182743"/>
                  </a:lnTo>
                  <a:lnTo>
                    <a:pt x="1916740" y="182739"/>
                  </a:lnTo>
                  <a:lnTo>
                    <a:pt x="1916742" y="182684"/>
                  </a:lnTo>
                  <a:lnTo>
                    <a:pt x="1916719" y="182583"/>
                  </a:lnTo>
                  <a:lnTo>
                    <a:pt x="1916711" y="182553"/>
                  </a:lnTo>
                  <a:lnTo>
                    <a:pt x="1916656" y="182479"/>
                  </a:lnTo>
                  <a:lnTo>
                    <a:pt x="1916607" y="182464"/>
                  </a:lnTo>
                  <a:lnTo>
                    <a:pt x="1916573" y="182424"/>
                  </a:lnTo>
                  <a:lnTo>
                    <a:pt x="1916574" y="182401"/>
                  </a:lnTo>
                  <a:lnTo>
                    <a:pt x="1916592" y="182381"/>
                  </a:lnTo>
                  <a:lnTo>
                    <a:pt x="1916648" y="182309"/>
                  </a:lnTo>
                  <a:lnTo>
                    <a:pt x="1916688" y="182242"/>
                  </a:lnTo>
                  <a:lnTo>
                    <a:pt x="1916732" y="182168"/>
                  </a:lnTo>
                  <a:lnTo>
                    <a:pt x="1916749" y="182143"/>
                  </a:lnTo>
                  <a:lnTo>
                    <a:pt x="1916762" y="182130"/>
                  </a:lnTo>
                  <a:lnTo>
                    <a:pt x="1916766" y="182127"/>
                  </a:lnTo>
                  <a:lnTo>
                    <a:pt x="1916777" y="182121"/>
                  </a:lnTo>
                  <a:lnTo>
                    <a:pt x="1916790" y="182117"/>
                  </a:lnTo>
                  <a:lnTo>
                    <a:pt x="1916800" y="182117"/>
                  </a:lnTo>
                  <a:lnTo>
                    <a:pt x="1916815" y="182121"/>
                  </a:lnTo>
                  <a:lnTo>
                    <a:pt x="1916920" y="182171"/>
                  </a:lnTo>
                  <a:lnTo>
                    <a:pt x="1916937" y="182182"/>
                  </a:lnTo>
                  <a:lnTo>
                    <a:pt x="1916949" y="182197"/>
                  </a:lnTo>
                  <a:lnTo>
                    <a:pt x="1916956" y="182219"/>
                  </a:lnTo>
                  <a:lnTo>
                    <a:pt x="1916968" y="182245"/>
                  </a:lnTo>
                  <a:lnTo>
                    <a:pt x="1916981" y="182265"/>
                  </a:lnTo>
                  <a:lnTo>
                    <a:pt x="1917023" y="182311"/>
                  </a:lnTo>
                  <a:lnTo>
                    <a:pt x="1917039" y="182323"/>
                  </a:lnTo>
                  <a:lnTo>
                    <a:pt x="1917055" y="182329"/>
                  </a:lnTo>
                  <a:lnTo>
                    <a:pt x="1917079" y="182335"/>
                  </a:lnTo>
                  <a:lnTo>
                    <a:pt x="1917096" y="182337"/>
                  </a:lnTo>
                  <a:lnTo>
                    <a:pt x="1917117" y="182335"/>
                  </a:lnTo>
                  <a:lnTo>
                    <a:pt x="1917135" y="182330"/>
                  </a:lnTo>
                  <a:lnTo>
                    <a:pt x="1917150" y="182320"/>
                  </a:lnTo>
                  <a:lnTo>
                    <a:pt x="1917154" y="182316"/>
                  </a:lnTo>
                  <a:lnTo>
                    <a:pt x="1917176" y="182308"/>
                  </a:lnTo>
                  <a:lnTo>
                    <a:pt x="1917258" y="182233"/>
                  </a:lnTo>
                  <a:lnTo>
                    <a:pt x="1917335" y="182134"/>
                  </a:lnTo>
                  <a:lnTo>
                    <a:pt x="1917340" y="182126"/>
                  </a:lnTo>
                  <a:lnTo>
                    <a:pt x="1917352" y="182112"/>
                  </a:lnTo>
                  <a:lnTo>
                    <a:pt x="1917352" y="182101"/>
                  </a:lnTo>
                  <a:lnTo>
                    <a:pt x="1917348" y="182090"/>
                  </a:lnTo>
                  <a:lnTo>
                    <a:pt x="1917163" y="181931"/>
                  </a:lnTo>
                  <a:lnTo>
                    <a:pt x="1917150" y="181924"/>
                  </a:lnTo>
                  <a:lnTo>
                    <a:pt x="1917132" y="181920"/>
                  </a:lnTo>
                  <a:lnTo>
                    <a:pt x="1917112" y="181919"/>
                  </a:lnTo>
                  <a:lnTo>
                    <a:pt x="1917077" y="181921"/>
                  </a:lnTo>
                  <a:lnTo>
                    <a:pt x="1917056" y="181919"/>
                  </a:lnTo>
                  <a:lnTo>
                    <a:pt x="1917042" y="181912"/>
                  </a:lnTo>
                  <a:lnTo>
                    <a:pt x="1917035" y="181907"/>
                  </a:lnTo>
                  <a:lnTo>
                    <a:pt x="1917029" y="181898"/>
                  </a:lnTo>
                  <a:lnTo>
                    <a:pt x="1917026" y="181879"/>
                  </a:lnTo>
                  <a:lnTo>
                    <a:pt x="1917028" y="181861"/>
                  </a:lnTo>
                  <a:lnTo>
                    <a:pt x="1917044" y="181732"/>
                  </a:lnTo>
                  <a:lnTo>
                    <a:pt x="1917045" y="181723"/>
                  </a:lnTo>
                  <a:lnTo>
                    <a:pt x="1917069" y="181668"/>
                  </a:lnTo>
                  <a:lnTo>
                    <a:pt x="1917088" y="181634"/>
                  </a:lnTo>
                  <a:lnTo>
                    <a:pt x="1917085" y="181592"/>
                  </a:lnTo>
                  <a:lnTo>
                    <a:pt x="1917011" y="181485"/>
                  </a:lnTo>
                  <a:lnTo>
                    <a:pt x="1917011" y="181462"/>
                  </a:lnTo>
                  <a:lnTo>
                    <a:pt x="1916976" y="181447"/>
                  </a:lnTo>
                  <a:lnTo>
                    <a:pt x="1916921" y="181455"/>
                  </a:lnTo>
                  <a:lnTo>
                    <a:pt x="1916867" y="181466"/>
                  </a:lnTo>
                  <a:lnTo>
                    <a:pt x="1916806" y="181462"/>
                  </a:lnTo>
                  <a:lnTo>
                    <a:pt x="1916708" y="181380"/>
                  </a:lnTo>
                  <a:lnTo>
                    <a:pt x="1916690" y="181369"/>
                  </a:lnTo>
                  <a:lnTo>
                    <a:pt x="1916676" y="181352"/>
                  </a:lnTo>
                  <a:lnTo>
                    <a:pt x="1916607" y="181263"/>
                  </a:lnTo>
                  <a:lnTo>
                    <a:pt x="1916603" y="181250"/>
                  </a:lnTo>
                  <a:lnTo>
                    <a:pt x="1916577" y="181121"/>
                  </a:lnTo>
                  <a:lnTo>
                    <a:pt x="1916580" y="181109"/>
                  </a:lnTo>
                  <a:lnTo>
                    <a:pt x="1916591" y="181099"/>
                  </a:lnTo>
                  <a:lnTo>
                    <a:pt x="1916627" y="181076"/>
                  </a:lnTo>
                  <a:lnTo>
                    <a:pt x="1916666" y="181053"/>
                  </a:lnTo>
                  <a:lnTo>
                    <a:pt x="1916685" y="181045"/>
                  </a:lnTo>
                  <a:lnTo>
                    <a:pt x="1916708" y="181038"/>
                  </a:lnTo>
                  <a:lnTo>
                    <a:pt x="1916912" y="181012"/>
                  </a:lnTo>
                  <a:lnTo>
                    <a:pt x="1917031" y="180996"/>
                  </a:lnTo>
                  <a:lnTo>
                    <a:pt x="1917245" y="180969"/>
                  </a:lnTo>
                  <a:lnTo>
                    <a:pt x="1917288" y="180967"/>
                  </a:lnTo>
                  <a:lnTo>
                    <a:pt x="1917345" y="180967"/>
                  </a:lnTo>
                  <a:lnTo>
                    <a:pt x="1917374" y="180971"/>
                  </a:lnTo>
                  <a:lnTo>
                    <a:pt x="1917404" y="180979"/>
                  </a:lnTo>
                  <a:lnTo>
                    <a:pt x="1917465" y="181000"/>
                  </a:lnTo>
                  <a:lnTo>
                    <a:pt x="1917522" y="181029"/>
                  </a:lnTo>
                  <a:lnTo>
                    <a:pt x="1917576" y="181056"/>
                  </a:lnTo>
                  <a:lnTo>
                    <a:pt x="1917624" y="181083"/>
                  </a:lnTo>
                  <a:lnTo>
                    <a:pt x="1917668" y="181111"/>
                  </a:lnTo>
                  <a:lnTo>
                    <a:pt x="1917688" y="181129"/>
                  </a:lnTo>
                  <a:lnTo>
                    <a:pt x="1917710" y="181155"/>
                  </a:lnTo>
                  <a:lnTo>
                    <a:pt x="1917728" y="181176"/>
                  </a:lnTo>
                  <a:lnTo>
                    <a:pt x="1917752" y="181196"/>
                  </a:lnTo>
                  <a:lnTo>
                    <a:pt x="1917773" y="181209"/>
                  </a:lnTo>
                  <a:lnTo>
                    <a:pt x="1917797" y="181221"/>
                  </a:lnTo>
                  <a:lnTo>
                    <a:pt x="1917829" y="181229"/>
                  </a:lnTo>
                  <a:lnTo>
                    <a:pt x="1917860" y="181234"/>
                  </a:lnTo>
                  <a:lnTo>
                    <a:pt x="1917896" y="181237"/>
                  </a:lnTo>
                  <a:lnTo>
                    <a:pt x="1918022" y="181249"/>
                  </a:lnTo>
                  <a:lnTo>
                    <a:pt x="1918067" y="181251"/>
                  </a:lnTo>
                  <a:lnTo>
                    <a:pt x="1918098" y="181249"/>
                  </a:lnTo>
                  <a:lnTo>
                    <a:pt x="1918293" y="181228"/>
                  </a:lnTo>
                  <a:lnTo>
                    <a:pt x="1918320" y="181222"/>
                  </a:lnTo>
                  <a:lnTo>
                    <a:pt x="1918663" y="181140"/>
                  </a:lnTo>
                  <a:lnTo>
                    <a:pt x="1918662" y="181132"/>
                  </a:lnTo>
                  <a:lnTo>
                    <a:pt x="1918700" y="181131"/>
                  </a:lnTo>
                  <a:lnTo>
                    <a:pt x="1918746" y="181128"/>
                  </a:lnTo>
                  <a:lnTo>
                    <a:pt x="1918766" y="181123"/>
                  </a:lnTo>
                  <a:lnTo>
                    <a:pt x="1918777" y="181113"/>
                  </a:lnTo>
                  <a:lnTo>
                    <a:pt x="1918784" y="181096"/>
                  </a:lnTo>
                  <a:lnTo>
                    <a:pt x="1918783" y="181070"/>
                  </a:lnTo>
                  <a:lnTo>
                    <a:pt x="1918773" y="181056"/>
                  </a:lnTo>
                  <a:lnTo>
                    <a:pt x="1918755" y="181049"/>
                  </a:lnTo>
                  <a:lnTo>
                    <a:pt x="1918728" y="181046"/>
                  </a:lnTo>
                  <a:lnTo>
                    <a:pt x="1918687" y="181042"/>
                  </a:lnTo>
                  <a:lnTo>
                    <a:pt x="1918641" y="181037"/>
                  </a:lnTo>
                  <a:lnTo>
                    <a:pt x="1918617" y="181030"/>
                  </a:lnTo>
                  <a:lnTo>
                    <a:pt x="1918596" y="181018"/>
                  </a:lnTo>
                  <a:lnTo>
                    <a:pt x="1918586" y="181006"/>
                  </a:lnTo>
                  <a:lnTo>
                    <a:pt x="1918582" y="180990"/>
                  </a:lnTo>
                  <a:lnTo>
                    <a:pt x="1918582" y="180984"/>
                  </a:lnTo>
                  <a:lnTo>
                    <a:pt x="1918583" y="180976"/>
                  </a:lnTo>
                  <a:lnTo>
                    <a:pt x="1918592" y="180960"/>
                  </a:lnTo>
                  <a:lnTo>
                    <a:pt x="1918746" y="180788"/>
                  </a:lnTo>
                  <a:lnTo>
                    <a:pt x="1918759" y="180777"/>
                  </a:lnTo>
                  <a:lnTo>
                    <a:pt x="1918781" y="180763"/>
                  </a:lnTo>
                  <a:lnTo>
                    <a:pt x="1918801" y="180752"/>
                  </a:lnTo>
                  <a:lnTo>
                    <a:pt x="1918874" y="180723"/>
                  </a:lnTo>
                  <a:lnTo>
                    <a:pt x="1918898" y="180715"/>
                  </a:lnTo>
                  <a:lnTo>
                    <a:pt x="1918926" y="180709"/>
                  </a:lnTo>
                  <a:lnTo>
                    <a:pt x="1918955" y="180702"/>
                  </a:lnTo>
                  <a:lnTo>
                    <a:pt x="1918984" y="180697"/>
                  </a:lnTo>
                  <a:lnTo>
                    <a:pt x="1919013" y="180696"/>
                  </a:lnTo>
                  <a:lnTo>
                    <a:pt x="1919051" y="180697"/>
                  </a:lnTo>
                  <a:lnTo>
                    <a:pt x="1919079" y="180699"/>
                  </a:lnTo>
                  <a:lnTo>
                    <a:pt x="1919116" y="180706"/>
                  </a:lnTo>
                  <a:lnTo>
                    <a:pt x="1919156" y="180716"/>
                  </a:lnTo>
                  <a:lnTo>
                    <a:pt x="1919183" y="180723"/>
                  </a:lnTo>
                  <a:lnTo>
                    <a:pt x="1919203" y="180730"/>
                  </a:lnTo>
                  <a:lnTo>
                    <a:pt x="1919421" y="180750"/>
                  </a:lnTo>
                  <a:lnTo>
                    <a:pt x="1919524" y="180742"/>
                  </a:lnTo>
                  <a:lnTo>
                    <a:pt x="1919541" y="180741"/>
                  </a:lnTo>
                  <a:lnTo>
                    <a:pt x="1919618" y="180740"/>
                  </a:lnTo>
                  <a:lnTo>
                    <a:pt x="1919729" y="180741"/>
                  </a:lnTo>
                  <a:lnTo>
                    <a:pt x="1919815" y="180715"/>
                  </a:lnTo>
                  <a:lnTo>
                    <a:pt x="1919821" y="180705"/>
                  </a:lnTo>
                  <a:lnTo>
                    <a:pt x="1919841" y="180671"/>
                  </a:lnTo>
                  <a:lnTo>
                    <a:pt x="1919874" y="180640"/>
                  </a:lnTo>
                  <a:lnTo>
                    <a:pt x="1919880" y="180635"/>
                  </a:lnTo>
                  <a:lnTo>
                    <a:pt x="1919899" y="180628"/>
                  </a:lnTo>
                  <a:lnTo>
                    <a:pt x="1919923" y="180634"/>
                  </a:lnTo>
                  <a:lnTo>
                    <a:pt x="1919961" y="180644"/>
                  </a:lnTo>
                  <a:lnTo>
                    <a:pt x="1919968" y="180645"/>
                  </a:lnTo>
                  <a:lnTo>
                    <a:pt x="1919998" y="180678"/>
                  </a:lnTo>
                  <a:lnTo>
                    <a:pt x="1919991" y="180725"/>
                  </a:lnTo>
                  <a:lnTo>
                    <a:pt x="1919983" y="180770"/>
                  </a:lnTo>
                  <a:lnTo>
                    <a:pt x="1919982" y="180832"/>
                  </a:lnTo>
                  <a:lnTo>
                    <a:pt x="1919997" y="180857"/>
                  </a:lnTo>
                  <a:lnTo>
                    <a:pt x="1920009" y="180877"/>
                  </a:lnTo>
                  <a:lnTo>
                    <a:pt x="1920015" y="180886"/>
                  </a:lnTo>
                  <a:lnTo>
                    <a:pt x="1920059" y="180920"/>
                  </a:lnTo>
                  <a:lnTo>
                    <a:pt x="1920075" y="180933"/>
                  </a:lnTo>
                  <a:lnTo>
                    <a:pt x="1920174" y="181170"/>
                  </a:lnTo>
                  <a:lnTo>
                    <a:pt x="1920188" y="181192"/>
                  </a:lnTo>
                  <a:lnTo>
                    <a:pt x="1920204" y="181204"/>
                  </a:lnTo>
                  <a:lnTo>
                    <a:pt x="1920220" y="181212"/>
                  </a:lnTo>
                  <a:lnTo>
                    <a:pt x="1920249" y="181218"/>
                  </a:lnTo>
                  <a:lnTo>
                    <a:pt x="1920278" y="181221"/>
                  </a:lnTo>
                  <a:lnTo>
                    <a:pt x="1920302" y="181220"/>
                  </a:lnTo>
                  <a:lnTo>
                    <a:pt x="1920323" y="181214"/>
                  </a:lnTo>
                  <a:lnTo>
                    <a:pt x="1920344" y="181201"/>
                  </a:lnTo>
                  <a:lnTo>
                    <a:pt x="1920373" y="181177"/>
                  </a:lnTo>
                  <a:lnTo>
                    <a:pt x="1920401" y="181154"/>
                  </a:lnTo>
                  <a:lnTo>
                    <a:pt x="1920427" y="181133"/>
                  </a:lnTo>
                  <a:lnTo>
                    <a:pt x="1920582" y="181017"/>
                  </a:lnTo>
                  <a:lnTo>
                    <a:pt x="1920631" y="180981"/>
                  </a:lnTo>
                  <a:lnTo>
                    <a:pt x="1920645" y="180974"/>
                  </a:lnTo>
                  <a:lnTo>
                    <a:pt x="1920670" y="180967"/>
                  </a:lnTo>
                  <a:lnTo>
                    <a:pt x="1920698" y="180962"/>
                  </a:lnTo>
                  <a:lnTo>
                    <a:pt x="1920717" y="180962"/>
                  </a:lnTo>
                  <a:lnTo>
                    <a:pt x="1920748" y="180966"/>
                  </a:lnTo>
                  <a:lnTo>
                    <a:pt x="1920771" y="180968"/>
                  </a:lnTo>
                  <a:lnTo>
                    <a:pt x="1920791" y="180967"/>
                  </a:lnTo>
                  <a:lnTo>
                    <a:pt x="1920808" y="180964"/>
                  </a:lnTo>
                  <a:lnTo>
                    <a:pt x="1920814" y="180958"/>
                  </a:lnTo>
                  <a:lnTo>
                    <a:pt x="1920819" y="180949"/>
                  </a:lnTo>
                  <a:lnTo>
                    <a:pt x="1920815" y="180935"/>
                  </a:lnTo>
                  <a:lnTo>
                    <a:pt x="1920688" y="180791"/>
                  </a:lnTo>
                  <a:lnTo>
                    <a:pt x="1920674" y="180776"/>
                  </a:lnTo>
                  <a:lnTo>
                    <a:pt x="1920659" y="180766"/>
                  </a:lnTo>
                  <a:lnTo>
                    <a:pt x="1920635" y="180722"/>
                  </a:lnTo>
                  <a:lnTo>
                    <a:pt x="1920600" y="180649"/>
                  </a:lnTo>
                  <a:lnTo>
                    <a:pt x="1920591" y="180629"/>
                  </a:lnTo>
                  <a:lnTo>
                    <a:pt x="1920537" y="180588"/>
                  </a:lnTo>
                  <a:lnTo>
                    <a:pt x="1920445" y="180506"/>
                  </a:lnTo>
                  <a:lnTo>
                    <a:pt x="1920445" y="180495"/>
                  </a:lnTo>
                  <a:lnTo>
                    <a:pt x="1920445" y="180483"/>
                  </a:lnTo>
                  <a:lnTo>
                    <a:pt x="1920470" y="180443"/>
                  </a:lnTo>
                  <a:lnTo>
                    <a:pt x="1920480" y="180434"/>
                  </a:lnTo>
                  <a:lnTo>
                    <a:pt x="1920575" y="180346"/>
                  </a:lnTo>
                  <a:lnTo>
                    <a:pt x="1920662" y="180301"/>
                  </a:lnTo>
                  <a:lnTo>
                    <a:pt x="1920727" y="180275"/>
                  </a:lnTo>
                  <a:lnTo>
                    <a:pt x="1920753" y="180265"/>
                  </a:lnTo>
                  <a:lnTo>
                    <a:pt x="1920760" y="180262"/>
                  </a:lnTo>
                  <a:lnTo>
                    <a:pt x="1920799" y="180273"/>
                  </a:lnTo>
                  <a:lnTo>
                    <a:pt x="1920829" y="180293"/>
                  </a:lnTo>
                  <a:lnTo>
                    <a:pt x="1920875" y="180328"/>
                  </a:lnTo>
                  <a:lnTo>
                    <a:pt x="1920928" y="180377"/>
                  </a:lnTo>
                  <a:lnTo>
                    <a:pt x="1920967" y="180424"/>
                  </a:lnTo>
                  <a:lnTo>
                    <a:pt x="1921003" y="180456"/>
                  </a:lnTo>
                  <a:lnTo>
                    <a:pt x="1921014" y="180461"/>
                  </a:lnTo>
                  <a:lnTo>
                    <a:pt x="1921030" y="180464"/>
                  </a:lnTo>
                  <a:lnTo>
                    <a:pt x="1921051" y="180465"/>
                  </a:lnTo>
                  <a:lnTo>
                    <a:pt x="1921393" y="180441"/>
                  </a:lnTo>
                  <a:lnTo>
                    <a:pt x="1921409" y="180438"/>
                  </a:lnTo>
                  <a:lnTo>
                    <a:pt x="1921421" y="180431"/>
                  </a:lnTo>
                  <a:lnTo>
                    <a:pt x="1921429" y="180424"/>
                  </a:lnTo>
                  <a:lnTo>
                    <a:pt x="1921436" y="180408"/>
                  </a:lnTo>
                  <a:lnTo>
                    <a:pt x="1921436" y="180391"/>
                  </a:lnTo>
                  <a:lnTo>
                    <a:pt x="1921431" y="180358"/>
                  </a:lnTo>
                  <a:lnTo>
                    <a:pt x="1921422" y="180321"/>
                  </a:lnTo>
                  <a:lnTo>
                    <a:pt x="1921406" y="180272"/>
                  </a:lnTo>
                  <a:lnTo>
                    <a:pt x="1921392" y="180244"/>
                  </a:lnTo>
                  <a:lnTo>
                    <a:pt x="1921372" y="180219"/>
                  </a:lnTo>
                  <a:lnTo>
                    <a:pt x="1921352" y="180202"/>
                  </a:lnTo>
                  <a:lnTo>
                    <a:pt x="1921336" y="180191"/>
                  </a:lnTo>
                  <a:lnTo>
                    <a:pt x="1921315" y="180182"/>
                  </a:lnTo>
                  <a:lnTo>
                    <a:pt x="1921284" y="180171"/>
                  </a:lnTo>
                  <a:lnTo>
                    <a:pt x="1921235" y="180157"/>
                  </a:lnTo>
                  <a:lnTo>
                    <a:pt x="1921186" y="180141"/>
                  </a:lnTo>
                  <a:lnTo>
                    <a:pt x="1921075" y="180097"/>
                  </a:lnTo>
                  <a:lnTo>
                    <a:pt x="1921026" y="180076"/>
                  </a:lnTo>
                  <a:lnTo>
                    <a:pt x="1920993" y="180057"/>
                  </a:lnTo>
                  <a:lnTo>
                    <a:pt x="1920973" y="180040"/>
                  </a:lnTo>
                  <a:lnTo>
                    <a:pt x="1920962" y="180024"/>
                  </a:lnTo>
                  <a:lnTo>
                    <a:pt x="1920954" y="180008"/>
                  </a:lnTo>
                  <a:lnTo>
                    <a:pt x="1920951" y="179989"/>
                  </a:lnTo>
                  <a:lnTo>
                    <a:pt x="1920923" y="179681"/>
                  </a:lnTo>
                  <a:lnTo>
                    <a:pt x="1920922" y="179665"/>
                  </a:lnTo>
                  <a:lnTo>
                    <a:pt x="1920929" y="179651"/>
                  </a:lnTo>
                  <a:lnTo>
                    <a:pt x="1920949" y="179639"/>
                  </a:lnTo>
                  <a:lnTo>
                    <a:pt x="1920970" y="179631"/>
                  </a:lnTo>
                  <a:lnTo>
                    <a:pt x="1921050" y="179614"/>
                  </a:lnTo>
                  <a:lnTo>
                    <a:pt x="1921074" y="179539"/>
                  </a:lnTo>
                  <a:lnTo>
                    <a:pt x="1921065" y="179459"/>
                  </a:lnTo>
                  <a:lnTo>
                    <a:pt x="1921049" y="179453"/>
                  </a:lnTo>
                  <a:lnTo>
                    <a:pt x="1921030" y="179438"/>
                  </a:lnTo>
                  <a:lnTo>
                    <a:pt x="1921018" y="179422"/>
                  </a:lnTo>
                  <a:lnTo>
                    <a:pt x="1920872" y="179221"/>
                  </a:lnTo>
                  <a:lnTo>
                    <a:pt x="1920866" y="179211"/>
                  </a:lnTo>
                  <a:lnTo>
                    <a:pt x="1920864" y="179195"/>
                  </a:lnTo>
                  <a:lnTo>
                    <a:pt x="1920871" y="179177"/>
                  </a:lnTo>
                  <a:lnTo>
                    <a:pt x="1920901" y="179139"/>
                  </a:lnTo>
                  <a:lnTo>
                    <a:pt x="1920945" y="179064"/>
                  </a:lnTo>
                  <a:lnTo>
                    <a:pt x="1920991" y="178967"/>
                  </a:lnTo>
                  <a:lnTo>
                    <a:pt x="1921001" y="178903"/>
                  </a:lnTo>
                  <a:lnTo>
                    <a:pt x="1921005" y="178880"/>
                  </a:lnTo>
                  <a:lnTo>
                    <a:pt x="1921051" y="178839"/>
                  </a:lnTo>
                  <a:lnTo>
                    <a:pt x="1921061" y="178829"/>
                  </a:lnTo>
                  <a:lnTo>
                    <a:pt x="1921228" y="178765"/>
                  </a:lnTo>
                  <a:lnTo>
                    <a:pt x="1921395" y="178663"/>
                  </a:lnTo>
                  <a:lnTo>
                    <a:pt x="1921524" y="178575"/>
                  </a:lnTo>
                  <a:lnTo>
                    <a:pt x="1921545" y="178565"/>
                  </a:lnTo>
                  <a:lnTo>
                    <a:pt x="1921573" y="178557"/>
                  </a:lnTo>
                  <a:lnTo>
                    <a:pt x="1921783" y="178503"/>
                  </a:lnTo>
                  <a:lnTo>
                    <a:pt x="1921822" y="178495"/>
                  </a:lnTo>
                  <a:lnTo>
                    <a:pt x="1921836" y="178493"/>
                  </a:lnTo>
                  <a:lnTo>
                    <a:pt x="1921871" y="178491"/>
                  </a:lnTo>
                  <a:lnTo>
                    <a:pt x="1921912" y="178494"/>
                  </a:lnTo>
                  <a:lnTo>
                    <a:pt x="1921940" y="178501"/>
                  </a:lnTo>
                  <a:lnTo>
                    <a:pt x="1921960" y="178510"/>
                  </a:lnTo>
                  <a:lnTo>
                    <a:pt x="1921989" y="178529"/>
                  </a:lnTo>
                  <a:lnTo>
                    <a:pt x="1922028" y="178558"/>
                  </a:lnTo>
                  <a:lnTo>
                    <a:pt x="1922070" y="178588"/>
                  </a:lnTo>
                  <a:lnTo>
                    <a:pt x="1922102" y="178602"/>
                  </a:lnTo>
                  <a:lnTo>
                    <a:pt x="1922142" y="178611"/>
                  </a:lnTo>
                  <a:lnTo>
                    <a:pt x="1922175" y="178614"/>
                  </a:lnTo>
                  <a:lnTo>
                    <a:pt x="1922208" y="178609"/>
                  </a:lnTo>
                  <a:lnTo>
                    <a:pt x="1922242" y="178596"/>
                  </a:lnTo>
                  <a:lnTo>
                    <a:pt x="1922460" y="178495"/>
                  </a:lnTo>
                  <a:lnTo>
                    <a:pt x="1922500" y="178477"/>
                  </a:lnTo>
                  <a:lnTo>
                    <a:pt x="1922506" y="178473"/>
                  </a:lnTo>
                  <a:lnTo>
                    <a:pt x="1922538" y="178452"/>
                  </a:lnTo>
                  <a:lnTo>
                    <a:pt x="1922558" y="178433"/>
                  </a:lnTo>
                  <a:lnTo>
                    <a:pt x="1922569" y="178419"/>
                  </a:lnTo>
                  <a:lnTo>
                    <a:pt x="1922574" y="178399"/>
                  </a:lnTo>
                  <a:lnTo>
                    <a:pt x="1922569" y="178381"/>
                  </a:lnTo>
                  <a:lnTo>
                    <a:pt x="1922558" y="178369"/>
                  </a:lnTo>
                  <a:lnTo>
                    <a:pt x="1922547" y="178361"/>
                  </a:lnTo>
                  <a:lnTo>
                    <a:pt x="1922543" y="178355"/>
                  </a:lnTo>
                  <a:lnTo>
                    <a:pt x="1922542" y="178340"/>
                  </a:lnTo>
                  <a:lnTo>
                    <a:pt x="1922550" y="178314"/>
                  </a:lnTo>
                  <a:lnTo>
                    <a:pt x="1922573" y="178277"/>
                  </a:lnTo>
                  <a:lnTo>
                    <a:pt x="1922604" y="178252"/>
                  </a:lnTo>
                  <a:lnTo>
                    <a:pt x="1922618" y="178244"/>
                  </a:lnTo>
                  <a:lnTo>
                    <a:pt x="1922640" y="178238"/>
                  </a:lnTo>
                  <a:lnTo>
                    <a:pt x="1922676" y="178228"/>
                  </a:lnTo>
                  <a:lnTo>
                    <a:pt x="1922725" y="178214"/>
                  </a:lnTo>
                  <a:lnTo>
                    <a:pt x="1922770" y="178193"/>
                  </a:lnTo>
                  <a:lnTo>
                    <a:pt x="1922801" y="178175"/>
                  </a:lnTo>
                  <a:lnTo>
                    <a:pt x="1922827" y="178155"/>
                  </a:lnTo>
                  <a:lnTo>
                    <a:pt x="1922838" y="178138"/>
                  </a:lnTo>
                  <a:lnTo>
                    <a:pt x="1922840" y="178121"/>
                  </a:lnTo>
                  <a:lnTo>
                    <a:pt x="1922835" y="178109"/>
                  </a:lnTo>
                  <a:lnTo>
                    <a:pt x="1922821" y="178098"/>
                  </a:lnTo>
                  <a:lnTo>
                    <a:pt x="1922804" y="178089"/>
                  </a:lnTo>
                  <a:lnTo>
                    <a:pt x="1922766" y="178074"/>
                  </a:lnTo>
                  <a:lnTo>
                    <a:pt x="1922739" y="178065"/>
                  </a:lnTo>
                  <a:lnTo>
                    <a:pt x="1922716" y="178064"/>
                  </a:lnTo>
                  <a:lnTo>
                    <a:pt x="1922691" y="178067"/>
                  </a:lnTo>
                  <a:lnTo>
                    <a:pt x="1922669" y="178066"/>
                  </a:lnTo>
                  <a:lnTo>
                    <a:pt x="1922657" y="178059"/>
                  </a:lnTo>
                  <a:lnTo>
                    <a:pt x="1922646" y="178048"/>
                  </a:lnTo>
                  <a:lnTo>
                    <a:pt x="1922645" y="178035"/>
                  </a:lnTo>
                  <a:lnTo>
                    <a:pt x="1922649" y="178018"/>
                  </a:lnTo>
                  <a:lnTo>
                    <a:pt x="1922662" y="177997"/>
                  </a:lnTo>
                  <a:lnTo>
                    <a:pt x="1922683" y="177976"/>
                  </a:lnTo>
                  <a:lnTo>
                    <a:pt x="1922710" y="177959"/>
                  </a:lnTo>
                  <a:lnTo>
                    <a:pt x="1922733" y="177952"/>
                  </a:lnTo>
                  <a:lnTo>
                    <a:pt x="1922764" y="177949"/>
                  </a:lnTo>
                  <a:lnTo>
                    <a:pt x="1922790" y="177944"/>
                  </a:lnTo>
                  <a:lnTo>
                    <a:pt x="1922810" y="177937"/>
                  </a:lnTo>
                  <a:lnTo>
                    <a:pt x="1922820" y="177928"/>
                  </a:lnTo>
                  <a:lnTo>
                    <a:pt x="1922823" y="177917"/>
                  </a:lnTo>
                  <a:lnTo>
                    <a:pt x="1922820" y="177901"/>
                  </a:lnTo>
                  <a:lnTo>
                    <a:pt x="1922812" y="177889"/>
                  </a:lnTo>
                  <a:lnTo>
                    <a:pt x="1922788" y="177861"/>
                  </a:lnTo>
                  <a:lnTo>
                    <a:pt x="1922714" y="177775"/>
                  </a:lnTo>
                  <a:lnTo>
                    <a:pt x="1922693" y="177754"/>
                  </a:lnTo>
                  <a:lnTo>
                    <a:pt x="1922665" y="177733"/>
                  </a:lnTo>
                  <a:lnTo>
                    <a:pt x="1922701" y="177684"/>
                  </a:lnTo>
                  <a:lnTo>
                    <a:pt x="1922807" y="177537"/>
                  </a:lnTo>
                  <a:lnTo>
                    <a:pt x="1922827" y="177510"/>
                  </a:lnTo>
                  <a:lnTo>
                    <a:pt x="1922849" y="177493"/>
                  </a:lnTo>
                  <a:lnTo>
                    <a:pt x="1922891" y="177474"/>
                  </a:lnTo>
                  <a:lnTo>
                    <a:pt x="1922924" y="177464"/>
                  </a:lnTo>
                  <a:lnTo>
                    <a:pt x="1923076" y="177436"/>
                  </a:lnTo>
                  <a:lnTo>
                    <a:pt x="1923086" y="177435"/>
                  </a:lnTo>
                  <a:lnTo>
                    <a:pt x="1923109" y="177438"/>
                  </a:lnTo>
                  <a:lnTo>
                    <a:pt x="1923326" y="177479"/>
                  </a:lnTo>
                  <a:lnTo>
                    <a:pt x="1923346" y="177484"/>
                  </a:lnTo>
                  <a:lnTo>
                    <a:pt x="1923591" y="177403"/>
                  </a:lnTo>
                  <a:lnTo>
                    <a:pt x="1923602" y="177391"/>
                  </a:lnTo>
                  <a:lnTo>
                    <a:pt x="1923617" y="177379"/>
                  </a:lnTo>
                  <a:lnTo>
                    <a:pt x="1923630" y="177369"/>
                  </a:lnTo>
                  <a:lnTo>
                    <a:pt x="1923795" y="177274"/>
                  </a:lnTo>
                  <a:lnTo>
                    <a:pt x="1923812" y="177266"/>
                  </a:lnTo>
                  <a:lnTo>
                    <a:pt x="1923828" y="177261"/>
                  </a:lnTo>
                  <a:lnTo>
                    <a:pt x="1923846" y="177259"/>
                  </a:lnTo>
                  <a:lnTo>
                    <a:pt x="1923864" y="177261"/>
                  </a:lnTo>
                  <a:lnTo>
                    <a:pt x="1924162" y="177323"/>
                  </a:lnTo>
                  <a:lnTo>
                    <a:pt x="1924184" y="177330"/>
                  </a:lnTo>
                  <a:lnTo>
                    <a:pt x="1924203" y="177341"/>
                  </a:lnTo>
                  <a:lnTo>
                    <a:pt x="1924215" y="177354"/>
                  </a:lnTo>
                  <a:lnTo>
                    <a:pt x="1924220" y="177370"/>
                  </a:lnTo>
                  <a:lnTo>
                    <a:pt x="1924220" y="177410"/>
                  </a:lnTo>
                  <a:lnTo>
                    <a:pt x="1924224" y="177456"/>
                  </a:lnTo>
                  <a:lnTo>
                    <a:pt x="1924229" y="177464"/>
                  </a:lnTo>
                  <a:lnTo>
                    <a:pt x="1924245" y="177467"/>
                  </a:lnTo>
                  <a:lnTo>
                    <a:pt x="1924258" y="177466"/>
                  </a:lnTo>
                  <a:lnTo>
                    <a:pt x="1924273" y="177462"/>
                  </a:lnTo>
                  <a:lnTo>
                    <a:pt x="1924286" y="177453"/>
                  </a:lnTo>
                  <a:lnTo>
                    <a:pt x="1924295" y="177437"/>
                  </a:lnTo>
                  <a:lnTo>
                    <a:pt x="1924301" y="177419"/>
                  </a:lnTo>
                  <a:lnTo>
                    <a:pt x="1924302" y="177395"/>
                  </a:lnTo>
                  <a:lnTo>
                    <a:pt x="1924291" y="177348"/>
                  </a:lnTo>
                  <a:lnTo>
                    <a:pt x="1924277" y="177324"/>
                  </a:lnTo>
                  <a:lnTo>
                    <a:pt x="1924263" y="177312"/>
                  </a:lnTo>
                  <a:lnTo>
                    <a:pt x="1924058" y="177146"/>
                  </a:lnTo>
                  <a:lnTo>
                    <a:pt x="1924026" y="177127"/>
                  </a:lnTo>
                  <a:lnTo>
                    <a:pt x="1924006" y="177121"/>
                  </a:lnTo>
                  <a:lnTo>
                    <a:pt x="1923997" y="177120"/>
                  </a:lnTo>
                  <a:lnTo>
                    <a:pt x="1923932" y="177118"/>
                  </a:lnTo>
                  <a:lnTo>
                    <a:pt x="1923897" y="177123"/>
                  </a:lnTo>
                  <a:lnTo>
                    <a:pt x="1923870" y="177131"/>
                  </a:lnTo>
                  <a:lnTo>
                    <a:pt x="1923842" y="177143"/>
                  </a:lnTo>
                  <a:lnTo>
                    <a:pt x="1923821" y="177158"/>
                  </a:lnTo>
                  <a:lnTo>
                    <a:pt x="1923778" y="177180"/>
                  </a:lnTo>
                  <a:lnTo>
                    <a:pt x="1923764" y="177183"/>
                  </a:lnTo>
                  <a:lnTo>
                    <a:pt x="1923738" y="177182"/>
                  </a:lnTo>
                  <a:lnTo>
                    <a:pt x="1923710" y="177175"/>
                  </a:lnTo>
                  <a:lnTo>
                    <a:pt x="1923696" y="177167"/>
                  </a:lnTo>
                  <a:lnTo>
                    <a:pt x="1923683" y="177153"/>
                  </a:lnTo>
                  <a:lnTo>
                    <a:pt x="1923677" y="177134"/>
                  </a:lnTo>
                  <a:lnTo>
                    <a:pt x="1923680" y="177117"/>
                  </a:lnTo>
                  <a:lnTo>
                    <a:pt x="1923688" y="177101"/>
                  </a:lnTo>
                  <a:lnTo>
                    <a:pt x="1923700" y="177084"/>
                  </a:lnTo>
                  <a:lnTo>
                    <a:pt x="1923718" y="177072"/>
                  </a:lnTo>
                  <a:lnTo>
                    <a:pt x="1923743" y="177062"/>
                  </a:lnTo>
                  <a:lnTo>
                    <a:pt x="1924071" y="176954"/>
                  </a:lnTo>
                  <a:lnTo>
                    <a:pt x="1924217" y="176978"/>
                  </a:lnTo>
                  <a:lnTo>
                    <a:pt x="1924230" y="176988"/>
                  </a:lnTo>
                  <a:lnTo>
                    <a:pt x="1924249" y="177001"/>
                  </a:lnTo>
                  <a:lnTo>
                    <a:pt x="1924265" y="177007"/>
                  </a:lnTo>
                  <a:lnTo>
                    <a:pt x="1924280" y="177010"/>
                  </a:lnTo>
                  <a:lnTo>
                    <a:pt x="1924296" y="177008"/>
                  </a:lnTo>
                  <a:lnTo>
                    <a:pt x="1924375" y="176994"/>
                  </a:lnTo>
                  <a:lnTo>
                    <a:pt x="1924397" y="176989"/>
                  </a:lnTo>
                  <a:lnTo>
                    <a:pt x="1924409" y="176983"/>
                  </a:lnTo>
                  <a:lnTo>
                    <a:pt x="1924420" y="176976"/>
                  </a:lnTo>
                  <a:lnTo>
                    <a:pt x="1924427" y="176968"/>
                  </a:lnTo>
                  <a:lnTo>
                    <a:pt x="1924429" y="176955"/>
                  </a:lnTo>
                  <a:lnTo>
                    <a:pt x="1924430" y="176916"/>
                  </a:lnTo>
                  <a:lnTo>
                    <a:pt x="1924406" y="176870"/>
                  </a:lnTo>
                  <a:lnTo>
                    <a:pt x="1924389" y="176849"/>
                  </a:lnTo>
                  <a:lnTo>
                    <a:pt x="1924370" y="176832"/>
                  </a:lnTo>
                  <a:lnTo>
                    <a:pt x="1924354" y="176823"/>
                  </a:lnTo>
                  <a:lnTo>
                    <a:pt x="1924341" y="176819"/>
                  </a:lnTo>
                  <a:lnTo>
                    <a:pt x="1924325" y="176819"/>
                  </a:lnTo>
                  <a:lnTo>
                    <a:pt x="1924302" y="176823"/>
                  </a:lnTo>
                  <a:lnTo>
                    <a:pt x="1924258" y="176833"/>
                  </a:lnTo>
                  <a:lnTo>
                    <a:pt x="1924228" y="176844"/>
                  </a:lnTo>
                  <a:lnTo>
                    <a:pt x="1924207" y="176849"/>
                  </a:lnTo>
                  <a:lnTo>
                    <a:pt x="1924190" y="176849"/>
                  </a:lnTo>
                  <a:lnTo>
                    <a:pt x="1924175" y="176847"/>
                  </a:lnTo>
                  <a:lnTo>
                    <a:pt x="1924157" y="176839"/>
                  </a:lnTo>
                  <a:lnTo>
                    <a:pt x="1924140" y="176824"/>
                  </a:lnTo>
                  <a:lnTo>
                    <a:pt x="1924122" y="176808"/>
                  </a:lnTo>
                  <a:lnTo>
                    <a:pt x="1924109" y="176793"/>
                  </a:lnTo>
                  <a:lnTo>
                    <a:pt x="1924104" y="176785"/>
                  </a:lnTo>
                  <a:lnTo>
                    <a:pt x="1924101" y="176773"/>
                  </a:lnTo>
                  <a:lnTo>
                    <a:pt x="1924080" y="176617"/>
                  </a:lnTo>
                  <a:lnTo>
                    <a:pt x="1924080" y="176598"/>
                  </a:lnTo>
                  <a:lnTo>
                    <a:pt x="1924083" y="176581"/>
                  </a:lnTo>
                  <a:lnTo>
                    <a:pt x="1924126" y="176428"/>
                  </a:lnTo>
                  <a:lnTo>
                    <a:pt x="1924129" y="176419"/>
                  </a:lnTo>
                  <a:lnTo>
                    <a:pt x="1924135" y="176413"/>
                  </a:lnTo>
                  <a:lnTo>
                    <a:pt x="1924147" y="176407"/>
                  </a:lnTo>
                  <a:lnTo>
                    <a:pt x="1924176" y="176395"/>
                  </a:lnTo>
                  <a:lnTo>
                    <a:pt x="1924204" y="176379"/>
                  </a:lnTo>
                  <a:lnTo>
                    <a:pt x="1924265" y="176344"/>
                  </a:lnTo>
                  <a:lnTo>
                    <a:pt x="1924294" y="176325"/>
                  </a:lnTo>
                  <a:lnTo>
                    <a:pt x="1924434" y="176234"/>
                  </a:lnTo>
                  <a:lnTo>
                    <a:pt x="1924450" y="176223"/>
                  </a:lnTo>
                  <a:lnTo>
                    <a:pt x="1924462" y="176214"/>
                  </a:lnTo>
                  <a:lnTo>
                    <a:pt x="1924478" y="176196"/>
                  </a:lnTo>
                  <a:lnTo>
                    <a:pt x="1924480" y="176187"/>
                  </a:lnTo>
                  <a:lnTo>
                    <a:pt x="1924483" y="176171"/>
                  </a:lnTo>
                  <a:lnTo>
                    <a:pt x="1924486" y="176155"/>
                  </a:lnTo>
                  <a:lnTo>
                    <a:pt x="1924492" y="176144"/>
                  </a:lnTo>
                  <a:lnTo>
                    <a:pt x="1924505" y="176130"/>
                  </a:lnTo>
                  <a:lnTo>
                    <a:pt x="1924528" y="176114"/>
                  </a:lnTo>
                  <a:lnTo>
                    <a:pt x="1924601" y="176069"/>
                  </a:lnTo>
                  <a:lnTo>
                    <a:pt x="1924636" y="176053"/>
                  </a:lnTo>
                  <a:lnTo>
                    <a:pt x="1924661" y="176045"/>
                  </a:lnTo>
                  <a:lnTo>
                    <a:pt x="1924678" y="176044"/>
                  </a:lnTo>
                  <a:lnTo>
                    <a:pt x="1924707" y="176049"/>
                  </a:lnTo>
                  <a:lnTo>
                    <a:pt x="1924733" y="176060"/>
                  </a:lnTo>
                  <a:lnTo>
                    <a:pt x="1924852" y="176142"/>
                  </a:lnTo>
                  <a:lnTo>
                    <a:pt x="1924957" y="176214"/>
                  </a:lnTo>
                  <a:lnTo>
                    <a:pt x="1924954" y="176232"/>
                  </a:lnTo>
                  <a:lnTo>
                    <a:pt x="1924956" y="176241"/>
                  </a:lnTo>
                  <a:lnTo>
                    <a:pt x="1924967" y="176250"/>
                  </a:lnTo>
                  <a:lnTo>
                    <a:pt x="1924985" y="176258"/>
                  </a:lnTo>
                  <a:lnTo>
                    <a:pt x="1925006" y="176262"/>
                  </a:lnTo>
                  <a:lnTo>
                    <a:pt x="1925036" y="176260"/>
                  </a:lnTo>
                  <a:lnTo>
                    <a:pt x="1925082" y="176250"/>
                  </a:lnTo>
                  <a:lnTo>
                    <a:pt x="1925160" y="176227"/>
                  </a:lnTo>
                  <a:lnTo>
                    <a:pt x="1925201" y="176208"/>
                  </a:lnTo>
                  <a:lnTo>
                    <a:pt x="1925229" y="176192"/>
                  </a:lnTo>
                  <a:lnTo>
                    <a:pt x="1925255" y="176170"/>
                  </a:lnTo>
                  <a:lnTo>
                    <a:pt x="1925278" y="176149"/>
                  </a:lnTo>
                  <a:lnTo>
                    <a:pt x="1925287" y="176135"/>
                  </a:lnTo>
                  <a:lnTo>
                    <a:pt x="1925296" y="176119"/>
                  </a:lnTo>
                  <a:lnTo>
                    <a:pt x="1925302" y="176105"/>
                  </a:lnTo>
                  <a:lnTo>
                    <a:pt x="1925313" y="176088"/>
                  </a:lnTo>
                  <a:lnTo>
                    <a:pt x="1925331" y="176070"/>
                  </a:lnTo>
                  <a:lnTo>
                    <a:pt x="1925377" y="176031"/>
                  </a:lnTo>
                  <a:lnTo>
                    <a:pt x="1925409" y="176006"/>
                  </a:lnTo>
                  <a:lnTo>
                    <a:pt x="1925443" y="175986"/>
                  </a:lnTo>
                  <a:lnTo>
                    <a:pt x="1925460" y="175979"/>
                  </a:lnTo>
                  <a:lnTo>
                    <a:pt x="1925482" y="175974"/>
                  </a:lnTo>
                  <a:lnTo>
                    <a:pt x="1925517" y="175969"/>
                  </a:lnTo>
                  <a:lnTo>
                    <a:pt x="1925578" y="175965"/>
                  </a:lnTo>
                  <a:lnTo>
                    <a:pt x="1925635" y="175964"/>
                  </a:lnTo>
                  <a:lnTo>
                    <a:pt x="1925667" y="175966"/>
                  </a:lnTo>
                  <a:lnTo>
                    <a:pt x="1925695" y="175972"/>
                  </a:lnTo>
                  <a:lnTo>
                    <a:pt x="1925717" y="175986"/>
                  </a:lnTo>
                  <a:lnTo>
                    <a:pt x="1925838" y="176100"/>
                  </a:lnTo>
                  <a:lnTo>
                    <a:pt x="1925844" y="176115"/>
                  </a:lnTo>
                  <a:lnTo>
                    <a:pt x="1925886" y="176181"/>
                  </a:lnTo>
                  <a:lnTo>
                    <a:pt x="1925938" y="176216"/>
                  </a:lnTo>
                  <a:lnTo>
                    <a:pt x="1925983" y="176246"/>
                  </a:lnTo>
                  <a:lnTo>
                    <a:pt x="1926122" y="176300"/>
                  </a:lnTo>
                  <a:lnTo>
                    <a:pt x="1926316" y="176321"/>
                  </a:lnTo>
                  <a:lnTo>
                    <a:pt x="1926384" y="176316"/>
                  </a:lnTo>
                  <a:lnTo>
                    <a:pt x="1926453" y="176310"/>
                  </a:lnTo>
                  <a:lnTo>
                    <a:pt x="1926479" y="176298"/>
                  </a:lnTo>
                  <a:lnTo>
                    <a:pt x="1926496" y="176286"/>
                  </a:lnTo>
                  <a:lnTo>
                    <a:pt x="1926509" y="176271"/>
                  </a:lnTo>
                  <a:lnTo>
                    <a:pt x="1926516" y="176255"/>
                  </a:lnTo>
                  <a:lnTo>
                    <a:pt x="1926519" y="176236"/>
                  </a:lnTo>
                  <a:lnTo>
                    <a:pt x="1926518" y="176209"/>
                  </a:lnTo>
                  <a:lnTo>
                    <a:pt x="1926516" y="176186"/>
                  </a:lnTo>
                  <a:lnTo>
                    <a:pt x="1926511" y="176177"/>
                  </a:lnTo>
                  <a:lnTo>
                    <a:pt x="1926493" y="176160"/>
                  </a:lnTo>
                  <a:lnTo>
                    <a:pt x="1926469" y="176142"/>
                  </a:lnTo>
                  <a:lnTo>
                    <a:pt x="1926426" y="176114"/>
                  </a:lnTo>
                  <a:lnTo>
                    <a:pt x="1926391" y="176094"/>
                  </a:lnTo>
                  <a:lnTo>
                    <a:pt x="1926344" y="176062"/>
                  </a:lnTo>
                  <a:lnTo>
                    <a:pt x="1926316" y="176036"/>
                  </a:lnTo>
                  <a:lnTo>
                    <a:pt x="1926297" y="176013"/>
                  </a:lnTo>
                  <a:lnTo>
                    <a:pt x="1926285" y="175994"/>
                  </a:lnTo>
                  <a:lnTo>
                    <a:pt x="1926275" y="175972"/>
                  </a:lnTo>
                  <a:lnTo>
                    <a:pt x="1926260" y="175939"/>
                  </a:lnTo>
                  <a:lnTo>
                    <a:pt x="1926256" y="175917"/>
                  </a:lnTo>
                  <a:lnTo>
                    <a:pt x="1926257" y="175895"/>
                  </a:lnTo>
                  <a:lnTo>
                    <a:pt x="1926265" y="175866"/>
                  </a:lnTo>
                  <a:lnTo>
                    <a:pt x="1926274" y="175851"/>
                  </a:lnTo>
                  <a:lnTo>
                    <a:pt x="1926297" y="175828"/>
                  </a:lnTo>
                  <a:lnTo>
                    <a:pt x="1926319" y="175811"/>
                  </a:lnTo>
                  <a:lnTo>
                    <a:pt x="1926337" y="175803"/>
                  </a:lnTo>
                  <a:lnTo>
                    <a:pt x="1926353" y="175799"/>
                  </a:lnTo>
                  <a:lnTo>
                    <a:pt x="1926377" y="175795"/>
                  </a:lnTo>
                  <a:lnTo>
                    <a:pt x="1926404" y="175797"/>
                  </a:lnTo>
                  <a:lnTo>
                    <a:pt x="1926440" y="175804"/>
                  </a:lnTo>
                  <a:lnTo>
                    <a:pt x="1926479" y="175811"/>
                  </a:lnTo>
                  <a:lnTo>
                    <a:pt x="1926511" y="175812"/>
                  </a:lnTo>
                  <a:lnTo>
                    <a:pt x="1926552" y="175808"/>
                  </a:lnTo>
                  <a:lnTo>
                    <a:pt x="1926590" y="175802"/>
                  </a:lnTo>
                  <a:lnTo>
                    <a:pt x="1926851" y="175740"/>
                  </a:lnTo>
                  <a:lnTo>
                    <a:pt x="1926872" y="175730"/>
                  </a:lnTo>
                  <a:lnTo>
                    <a:pt x="1926887" y="175717"/>
                  </a:lnTo>
                  <a:lnTo>
                    <a:pt x="1926902" y="175701"/>
                  </a:lnTo>
                  <a:lnTo>
                    <a:pt x="1926905" y="175690"/>
                  </a:lnTo>
                  <a:lnTo>
                    <a:pt x="1926904" y="175679"/>
                  </a:lnTo>
                  <a:lnTo>
                    <a:pt x="1926895" y="175665"/>
                  </a:lnTo>
                  <a:lnTo>
                    <a:pt x="1926884" y="175656"/>
                  </a:lnTo>
                  <a:lnTo>
                    <a:pt x="1926845" y="175647"/>
                  </a:lnTo>
                  <a:lnTo>
                    <a:pt x="1926816" y="175636"/>
                  </a:lnTo>
                  <a:lnTo>
                    <a:pt x="1926788" y="175622"/>
                  </a:lnTo>
                  <a:lnTo>
                    <a:pt x="1926721" y="175586"/>
                  </a:lnTo>
                  <a:lnTo>
                    <a:pt x="1926675" y="175558"/>
                  </a:lnTo>
                  <a:lnTo>
                    <a:pt x="1926626" y="175524"/>
                  </a:lnTo>
                  <a:lnTo>
                    <a:pt x="1926593" y="175493"/>
                  </a:lnTo>
                  <a:lnTo>
                    <a:pt x="1926556" y="175455"/>
                  </a:lnTo>
                  <a:lnTo>
                    <a:pt x="1926533" y="175417"/>
                  </a:lnTo>
                  <a:lnTo>
                    <a:pt x="1926521" y="175390"/>
                  </a:lnTo>
                  <a:lnTo>
                    <a:pt x="1926512" y="175366"/>
                  </a:lnTo>
                  <a:lnTo>
                    <a:pt x="1926510" y="175342"/>
                  </a:lnTo>
                  <a:lnTo>
                    <a:pt x="1926515" y="175314"/>
                  </a:lnTo>
                  <a:lnTo>
                    <a:pt x="1926524" y="175289"/>
                  </a:lnTo>
                  <a:lnTo>
                    <a:pt x="1926535" y="175272"/>
                  </a:lnTo>
                  <a:lnTo>
                    <a:pt x="1926569" y="175236"/>
                  </a:lnTo>
                  <a:lnTo>
                    <a:pt x="1926595" y="175220"/>
                  </a:lnTo>
                  <a:lnTo>
                    <a:pt x="1926636" y="175200"/>
                  </a:lnTo>
                  <a:lnTo>
                    <a:pt x="1926669" y="175188"/>
                  </a:lnTo>
                  <a:lnTo>
                    <a:pt x="1926722" y="175175"/>
                  </a:lnTo>
                  <a:lnTo>
                    <a:pt x="1926753" y="175174"/>
                  </a:lnTo>
                  <a:lnTo>
                    <a:pt x="1926770" y="175177"/>
                  </a:lnTo>
                  <a:lnTo>
                    <a:pt x="1926958" y="175277"/>
                  </a:lnTo>
                  <a:lnTo>
                    <a:pt x="1926976" y="175289"/>
                  </a:lnTo>
                  <a:lnTo>
                    <a:pt x="1926983" y="175299"/>
                  </a:lnTo>
                  <a:lnTo>
                    <a:pt x="1926986" y="175319"/>
                  </a:lnTo>
                  <a:lnTo>
                    <a:pt x="1926985" y="175351"/>
                  </a:lnTo>
                  <a:lnTo>
                    <a:pt x="1926981" y="175424"/>
                  </a:lnTo>
                  <a:lnTo>
                    <a:pt x="1926984" y="175462"/>
                  </a:lnTo>
                  <a:lnTo>
                    <a:pt x="1926991" y="175483"/>
                  </a:lnTo>
                  <a:lnTo>
                    <a:pt x="1927010" y="175504"/>
                  </a:lnTo>
                  <a:lnTo>
                    <a:pt x="1927029" y="175515"/>
                  </a:lnTo>
                  <a:lnTo>
                    <a:pt x="1927061" y="175523"/>
                  </a:lnTo>
                  <a:lnTo>
                    <a:pt x="1927097" y="175522"/>
                  </a:lnTo>
                  <a:lnTo>
                    <a:pt x="1927138" y="175515"/>
                  </a:lnTo>
                  <a:lnTo>
                    <a:pt x="1927173" y="175501"/>
                  </a:lnTo>
                  <a:lnTo>
                    <a:pt x="1927206" y="175493"/>
                  </a:lnTo>
                  <a:lnTo>
                    <a:pt x="1927266" y="175487"/>
                  </a:lnTo>
                  <a:lnTo>
                    <a:pt x="1927301" y="175491"/>
                  </a:lnTo>
                  <a:lnTo>
                    <a:pt x="1927350" y="175498"/>
                  </a:lnTo>
                  <a:lnTo>
                    <a:pt x="1927415" y="175520"/>
                  </a:lnTo>
                  <a:lnTo>
                    <a:pt x="1927469" y="175541"/>
                  </a:lnTo>
                  <a:lnTo>
                    <a:pt x="1927505" y="175560"/>
                  </a:lnTo>
                  <a:lnTo>
                    <a:pt x="1927523" y="175574"/>
                  </a:lnTo>
                  <a:lnTo>
                    <a:pt x="1927547" y="175606"/>
                  </a:lnTo>
                  <a:lnTo>
                    <a:pt x="1927569" y="175640"/>
                  </a:lnTo>
                  <a:lnTo>
                    <a:pt x="1927595" y="175673"/>
                  </a:lnTo>
                  <a:lnTo>
                    <a:pt x="1927626" y="175706"/>
                  </a:lnTo>
                  <a:lnTo>
                    <a:pt x="1927654" y="175732"/>
                  </a:lnTo>
                  <a:lnTo>
                    <a:pt x="1927682" y="175744"/>
                  </a:lnTo>
                  <a:lnTo>
                    <a:pt x="1927711" y="175750"/>
                  </a:lnTo>
                  <a:lnTo>
                    <a:pt x="1927739" y="175750"/>
                  </a:lnTo>
                  <a:lnTo>
                    <a:pt x="1927907" y="175745"/>
                  </a:lnTo>
                  <a:lnTo>
                    <a:pt x="1927973" y="175727"/>
                  </a:lnTo>
                  <a:lnTo>
                    <a:pt x="1928102" y="175692"/>
                  </a:lnTo>
                  <a:lnTo>
                    <a:pt x="1928129" y="175681"/>
                  </a:lnTo>
                  <a:lnTo>
                    <a:pt x="1928148" y="175668"/>
                  </a:lnTo>
                  <a:lnTo>
                    <a:pt x="1928163" y="175650"/>
                  </a:lnTo>
                  <a:lnTo>
                    <a:pt x="1928166" y="175630"/>
                  </a:lnTo>
                  <a:lnTo>
                    <a:pt x="1928167" y="175611"/>
                  </a:lnTo>
                  <a:lnTo>
                    <a:pt x="1928150" y="175583"/>
                  </a:lnTo>
                  <a:lnTo>
                    <a:pt x="1928134" y="175556"/>
                  </a:lnTo>
                  <a:lnTo>
                    <a:pt x="1928089" y="175461"/>
                  </a:lnTo>
                  <a:lnTo>
                    <a:pt x="1928082" y="175434"/>
                  </a:lnTo>
                  <a:lnTo>
                    <a:pt x="1928076" y="175398"/>
                  </a:lnTo>
                  <a:lnTo>
                    <a:pt x="1928081" y="175366"/>
                  </a:lnTo>
                  <a:lnTo>
                    <a:pt x="1928088" y="175345"/>
                  </a:lnTo>
                  <a:lnTo>
                    <a:pt x="1928107" y="175315"/>
                  </a:lnTo>
                  <a:lnTo>
                    <a:pt x="1928119" y="175281"/>
                  </a:lnTo>
                  <a:lnTo>
                    <a:pt x="1928124" y="175261"/>
                  </a:lnTo>
                  <a:lnTo>
                    <a:pt x="1928127" y="175233"/>
                  </a:lnTo>
                  <a:lnTo>
                    <a:pt x="1928119" y="175211"/>
                  </a:lnTo>
                  <a:lnTo>
                    <a:pt x="1928102" y="175196"/>
                  </a:lnTo>
                  <a:lnTo>
                    <a:pt x="1928076" y="175185"/>
                  </a:lnTo>
                  <a:lnTo>
                    <a:pt x="1928041" y="175178"/>
                  </a:lnTo>
                  <a:lnTo>
                    <a:pt x="1927989" y="175172"/>
                  </a:lnTo>
                  <a:lnTo>
                    <a:pt x="1927959" y="175170"/>
                  </a:lnTo>
                  <a:lnTo>
                    <a:pt x="1927942" y="175166"/>
                  </a:lnTo>
                  <a:lnTo>
                    <a:pt x="1927928" y="175152"/>
                  </a:lnTo>
                  <a:lnTo>
                    <a:pt x="1927924" y="175141"/>
                  </a:lnTo>
                  <a:lnTo>
                    <a:pt x="1927926" y="175126"/>
                  </a:lnTo>
                  <a:lnTo>
                    <a:pt x="1927934" y="175112"/>
                  </a:lnTo>
                  <a:lnTo>
                    <a:pt x="1927951" y="175100"/>
                  </a:lnTo>
                  <a:lnTo>
                    <a:pt x="1927973" y="175092"/>
                  </a:lnTo>
                  <a:lnTo>
                    <a:pt x="1928005" y="175087"/>
                  </a:lnTo>
                  <a:lnTo>
                    <a:pt x="1928083" y="175084"/>
                  </a:lnTo>
                  <a:lnTo>
                    <a:pt x="1928431" y="175081"/>
                  </a:lnTo>
                  <a:lnTo>
                    <a:pt x="1928466" y="175084"/>
                  </a:lnTo>
                  <a:lnTo>
                    <a:pt x="1928477" y="175089"/>
                  </a:lnTo>
                  <a:lnTo>
                    <a:pt x="1928484" y="175095"/>
                  </a:lnTo>
                  <a:lnTo>
                    <a:pt x="1928484" y="175108"/>
                  </a:lnTo>
                  <a:lnTo>
                    <a:pt x="1928480" y="175125"/>
                  </a:lnTo>
                  <a:lnTo>
                    <a:pt x="1928466" y="175140"/>
                  </a:lnTo>
                  <a:lnTo>
                    <a:pt x="1928447" y="175161"/>
                  </a:lnTo>
                  <a:lnTo>
                    <a:pt x="1928430" y="175180"/>
                  </a:lnTo>
                  <a:lnTo>
                    <a:pt x="1928420" y="175196"/>
                  </a:lnTo>
                  <a:lnTo>
                    <a:pt x="1928421" y="175208"/>
                  </a:lnTo>
                  <a:lnTo>
                    <a:pt x="1928426" y="175224"/>
                  </a:lnTo>
                  <a:lnTo>
                    <a:pt x="1928433" y="175233"/>
                  </a:lnTo>
                  <a:lnTo>
                    <a:pt x="1928444" y="175236"/>
                  </a:lnTo>
                  <a:lnTo>
                    <a:pt x="1928459" y="175236"/>
                  </a:lnTo>
                  <a:lnTo>
                    <a:pt x="1928484" y="175233"/>
                  </a:lnTo>
                  <a:lnTo>
                    <a:pt x="1928510" y="175228"/>
                  </a:lnTo>
                  <a:lnTo>
                    <a:pt x="1928595" y="175200"/>
                  </a:lnTo>
                  <a:lnTo>
                    <a:pt x="1928618" y="175199"/>
                  </a:lnTo>
                  <a:lnTo>
                    <a:pt x="1928800" y="175164"/>
                  </a:lnTo>
                  <a:lnTo>
                    <a:pt x="1928927" y="175140"/>
                  </a:lnTo>
                  <a:lnTo>
                    <a:pt x="1928946" y="175133"/>
                  </a:lnTo>
                  <a:lnTo>
                    <a:pt x="1928971" y="175123"/>
                  </a:lnTo>
                  <a:lnTo>
                    <a:pt x="1928990" y="175116"/>
                  </a:lnTo>
                  <a:lnTo>
                    <a:pt x="1929031" y="175076"/>
                  </a:lnTo>
                  <a:lnTo>
                    <a:pt x="1929068" y="175033"/>
                  </a:lnTo>
                  <a:lnTo>
                    <a:pt x="1929169" y="175021"/>
                  </a:lnTo>
                  <a:lnTo>
                    <a:pt x="1929185" y="175020"/>
                  </a:lnTo>
                  <a:lnTo>
                    <a:pt x="1929250" y="175037"/>
                  </a:lnTo>
                  <a:lnTo>
                    <a:pt x="1929257" y="175040"/>
                  </a:lnTo>
                  <a:lnTo>
                    <a:pt x="1929293" y="175039"/>
                  </a:lnTo>
                  <a:lnTo>
                    <a:pt x="1929338" y="175023"/>
                  </a:lnTo>
                  <a:lnTo>
                    <a:pt x="1929349" y="175015"/>
                  </a:lnTo>
                  <a:lnTo>
                    <a:pt x="1929382" y="174989"/>
                  </a:lnTo>
                  <a:lnTo>
                    <a:pt x="1929414" y="174936"/>
                  </a:lnTo>
                  <a:lnTo>
                    <a:pt x="1929426" y="174920"/>
                  </a:lnTo>
                  <a:lnTo>
                    <a:pt x="1929441" y="174900"/>
                  </a:lnTo>
                  <a:lnTo>
                    <a:pt x="1929465" y="174893"/>
                  </a:lnTo>
                  <a:lnTo>
                    <a:pt x="1929495" y="174901"/>
                  </a:lnTo>
                  <a:lnTo>
                    <a:pt x="1929514" y="174906"/>
                  </a:lnTo>
                  <a:lnTo>
                    <a:pt x="1929629" y="174932"/>
                  </a:lnTo>
                  <a:lnTo>
                    <a:pt x="1929664" y="174945"/>
                  </a:lnTo>
                  <a:lnTo>
                    <a:pt x="1929684" y="174952"/>
                  </a:lnTo>
                  <a:lnTo>
                    <a:pt x="1929697" y="174954"/>
                  </a:lnTo>
                  <a:lnTo>
                    <a:pt x="1929708" y="174962"/>
                  </a:lnTo>
                  <a:lnTo>
                    <a:pt x="1929718" y="174975"/>
                  </a:lnTo>
                  <a:lnTo>
                    <a:pt x="1929731" y="175025"/>
                  </a:lnTo>
                  <a:lnTo>
                    <a:pt x="1929739" y="175060"/>
                  </a:lnTo>
                  <a:lnTo>
                    <a:pt x="1929741" y="175088"/>
                  </a:lnTo>
                  <a:lnTo>
                    <a:pt x="1929745" y="175108"/>
                  </a:lnTo>
                  <a:lnTo>
                    <a:pt x="1929751" y="175116"/>
                  </a:lnTo>
                  <a:lnTo>
                    <a:pt x="1929758" y="175124"/>
                  </a:lnTo>
                  <a:lnTo>
                    <a:pt x="1929769" y="175128"/>
                  </a:lnTo>
                  <a:lnTo>
                    <a:pt x="1929898" y="175173"/>
                  </a:lnTo>
                  <a:lnTo>
                    <a:pt x="1929911" y="175176"/>
                  </a:lnTo>
                  <a:lnTo>
                    <a:pt x="1929929" y="175172"/>
                  </a:lnTo>
                  <a:lnTo>
                    <a:pt x="1930155" y="175135"/>
                  </a:lnTo>
                  <a:lnTo>
                    <a:pt x="1930188" y="175131"/>
                  </a:lnTo>
                  <a:lnTo>
                    <a:pt x="1930300" y="175101"/>
                  </a:lnTo>
                  <a:lnTo>
                    <a:pt x="1930314" y="175094"/>
                  </a:lnTo>
                  <a:lnTo>
                    <a:pt x="1930318" y="175085"/>
                  </a:lnTo>
                  <a:lnTo>
                    <a:pt x="1930319" y="175072"/>
                  </a:lnTo>
                  <a:lnTo>
                    <a:pt x="1930311" y="175059"/>
                  </a:lnTo>
                  <a:lnTo>
                    <a:pt x="1930294" y="175045"/>
                  </a:lnTo>
                  <a:lnTo>
                    <a:pt x="1930276" y="175033"/>
                  </a:lnTo>
                  <a:lnTo>
                    <a:pt x="1930254" y="175019"/>
                  </a:lnTo>
                  <a:lnTo>
                    <a:pt x="1930248" y="175010"/>
                  </a:lnTo>
                  <a:lnTo>
                    <a:pt x="1930245" y="174992"/>
                  </a:lnTo>
                  <a:lnTo>
                    <a:pt x="1930247" y="174981"/>
                  </a:lnTo>
                  <a:lnTo>
                    <a:pt x="1930255" y="174974"/>
                  </a:lnTo>
                  <a:lnTo>
                    <a:pt x="1930269" y="174967"/>
                  </a:lnTo>
                  <a:lnTo>
                    <a:pt x="1930282" y="174965"/>
                  </a:lnTo>
                  <a:lnTo>
                    <a:pt x="1930306" y="174966"/>
                  </a:lnTo>
                  <a:lnTo>
                    <a:pt x="1930366" y="174971"/>
                  </a:lnTo>
                  <a:lnTo>
                    <a:pt x="1930398" y="174976"/>
                  </a:lnTo>
                  <a:lnTo>
                    <a:pt x="1930431" y="174986"/>
                  </a:lnTo>
                  <a:lnTo>
                    <a:pt x="1930462" y="174997"/>
                  </a:lnTo>
                  <a:lnTo>
                    <a:pt x="1930483" y="175009"/>
                  </a:lnTo>
                  <a:lnTo>
                    <a:pt x="1930501" y="175024"/>
                  </a:lnTo>
                  <a:lnTo>
                    <a:pt x="1930518" y="175046"/>
                  </a:lnTo>
                  <a:lnTo>
                    <a:pt x="1930535" y="175076"/>
                  </a:lnTo>
                  <a:lnTo>
                    <a:pt x="1930556" y="175118"/>
                  </a:lnTo>
                  <a:lnTo>
                    <a:pt x="1930570" y="175146"/>
                  </a:lnTo>
                  <a:lnTo>
                    <a:pt x="1930587" y="175174"/>
                  </a:lnTo>
                  <a:lnTo>
                    <a:pt x="1930605" y="175192"/>
                  </a:lnTo>
                  <a:lnTo>
                    <a:pt x="1930622" y="175197"/>
                  </a:lnTo>
                  <a:lnTo>
                    <a:pt x="1930644" y="175196"/>
                  </a:lnTo>
                  <a:lnTo>
                    <a:pt x="1930663" y="175191"/>
                  </a:lnTo>
                  <a:lnTo>
                    <a:pt x="1930688" y="175179"/>
                  </a:lnTo>
                  <a:lnTo>
                    <a:pt x="1930717" y="175161"/>
                  </a:lnTo>
                  <a:lnTo>
                    <a:pt x="1930744" y="175137"/>
                  </a:lnTo>
                  <a:lnTo>
                    <a:pt x="1930764" y="175122"/>
                  </a:lnTo>
                  <a:lnTo>
                    <a:pt x="1930787" y="175109"/>
                  </a:lnTo>
                  <a:lnTo>
                    <a:pt x="1930819" y="175099"/>
                  </a:lnTo>
                  <a:lnTo>
                    <a:pt x="1930845" y="175097"/>
                  </a:lnTo>
                  <a:lnTo>
                    <a:pt x="1930882" y="175099"/>
                  </a:lnTo>
                  <a:lnTo>
                    <a:pt x="1930946" y="175111"/>
                  </a:lnTo>
                  <a:lnTo>
                    <a:pt x="1930980" y="175121"/>
                  </a:lnTo>
                  <a:lnTo>
                    <a:pt x="1931018" y="175138"/>
                  </a:lnTo>
                  <a:lnTo>
                    <a:pt x="1931055" y="175156"/>
                  </a:lnTo>
                  <a:lnTo>
                    <a:pt x="1931097" y="175177"/>
                  </a:lnTo>
                  <a:lnTo>
                    <a:pt x="1931137" y="175196"/>
                  </a:lnTo>
                  <a:lnTo>
                    <a:pt x="1931162" y="175205"/>
                  </a:lnTo>
                  <a:lnTo>
                    <a:pt x="1931197" y="175212"/>
                  </a:lnTo>
                  <a:lnTo>
                    <a:pt x="1931238" y="175216"/>
                  </a:lnTo>
                  <a:lnTo>
                    <a:pt x="1931276" y="175218"/>
                  </a:lnTo>
                  <a:lnTo>
                    <a:pt x="1931318" y="175215"/>
                  </a:lnTo>
                  <a:lnTo>
                    <a:pt x="1931337" y="175209"/>
                  </a:lnTo>
                  <a:lnTo>
                    <a:pt x="1931353" y="175200"/>
                  </a:lnTo>
                  <a:lnTo>
                    <a:pt x="1931366" y="175187"/>
                  </a:lnTo>
                  <a:lnTo>
                    <a:pt x="1931391" y="175153"/>
                  </a:lnTo>
                  <a:lnTo>
                    <a:pt x="1931406" y="175123"/>
                  </a:lnTo>
                  <a:lnTo>
                    <a:pt x="1931425" y="175079"/>
                  </a:lnTo>
                  <a:lnTo>
                    <a:pt x="1931434" y="175053"/>
                  </a:lnTo>
                  <a:lnTo>
                    <a:pt x="1931450" y="175031"/>
                  </a:lnTo>
                  <a:lnTo>
                    <a:pt x="1931463" y="175018"/>
                  </a:lnTo>
                  <a:lnTo>
                    <a:pt x="1931477" y="175013"/>
                  </a:lnTo>
                  <a:lnTo>
                    <a:pt x="1931499" y="175012"/>
                  </a:lnTo>
                  <a:lnTo>
                    <a:pt x="1931522" y="175014"/>
                  </a:lnTo>
                  <a:lnTo>
                    <a:pt x="1931536" y="175022"/>
                  </a:lnTo>
                  <a:lnTo>
                    <a:pt x="1931553" y="175036"/>
                  </a:lnTo>
                  <a:lnTo>
                    <a:pt x="1931575" y="175066"/>
                  </a:lnTo>
                  <a:lnTo>
                    <a:pt x="1931593" y="175100"/>
                  </a:lnTo>
                  <a:lnTo>
                    <a:pt x="1931599" y="175118"/>
                  </a:lnTo>
                  <a:lnTo>
                    <a:pt x="1931605" y="175169"/>
                  </a:lnTo>
                  <a:lnTo>
                    <a:pt x="1931613" y="175200"/>
                  </a:lnTo>
                  <a:lnTo>
                    <a:pt x="1931627" y="175227"/>
                  </a:lnTo>
                  <a:lnTo>
                    <a:pt x="1931648" y="175262"/>
                  </a:lnTo>
                  <a:lnTo>
                    <a:pt x="1931666" y="175280"/>
                  </a:lnTo>
                  <a:lnTo>
                    <a:pt x="1931686" y="175295"/>
                  </a:lnTo>
                  <a:lnTo>
                    <a:pt x="1931707" y="175302"/>
                  </a:lnTo>
                  <a:lnTo>
                    <a:pt x="1931739" y="175306"/>
                  </a:lnTo>
                  <a:lnTo>
                    <a:pt x="1931767" y="175307"/>
                  </a:lnTo>
                  <a:lnTo>
                    <a:pt x="1931786" y="175304"/>
                  </a:lnTo>
                  <a:lnTo>
                    <a:pt x="1931805" y="175297"/>
                  </a:lnTo>
                  <a:lnTo>
                    <a:pt x="1931840" y="175266"/>
                  </a:lnTo>
                  <a:lnTo>
                    <a:pt x="1931875" y="175230"/>
                  </a:lnTo>
                  <a:lnTo>
                    <a:pt x="1931934" y="175175"/>
                  </a:lnTo>
                  <a:lnTo>
                    <a:pt x="1931961" y="175154"/>
                  </a:lnTo>
                  <a:lnTo>
                    <a:pt x="1932039" y="175103"/>
                  </a:lnTo>
                  <a:lnTo>
                    <a:pt x="1932073" y="175089"/>
                  </a:lnTo>
                  <a:lnTo>
                    <a:pt x="1932103" y="175078"/>
                  </a:lnTo>
                  <a:lnTo>
                    <a:pt x="1932127" y="175075"/>
                  </a:lnTo>
                  <a:lnTo>
                    <a:pt x="1932155" y="175078"/>
                  </a:lnTo>
                  <a:lnTo>
                    <a:pt x="1932175" y="175085"/>
                  </a:lnTo>
                  <a:lnTo>
                    <a:pt x="1932199" y="175102"/>
                  </a:lnTo>
                  <a:lnTo>
                    <a:pt x="1932217" y="175125"/>
                  </a:lnTo>
                  <a:lnTo>
                    <a:pt x="1932234" y="175152"/>
                  </a:lnTo>
                  <a:lnTo>
                    <a:pt x="1932250" y="175179"/>
                  </a:lnTo>
                  <a:lnTo>
                    <a:pt x="1932262" y="175188"/>
                  </a:lnTo>
                  <a:lnTo>
                    <a:pt x="1932285" y="175198"/>
                  </a:lnTo>
                  <a:lnTo>
                    <a:pt x="1932303" y="175199"/>
                  </a:lnTo>
                  <a:lnTo>
                    <a:pt x="1932326" y="175198"/>
                  </a:lnTo>
                  <a:lnTo>
                    <a:pt x="1932350" y="175192"/>
                  </a:lnTo>
                  <a:lnTo>
                    <a:pt x="1932378" y="175172"/>
                  </a:lnTo>
                  <a:lnTo>
                    <a:pt x="1932395" y="175152"/>
                  </a:lnTo>
                  <a:lnTo>
                    <a:pt x="1932406" y="175135"/>
                  </a:lnTo>
                  <a:lnTo>
                    <a:pt x="1932406" y="175121"/>
                  </a:lnTo>
                  <a:lnTo>
                    <a:pt x="1932405" y="175097"/>
                  </a:lnTo>
                  <a:lnTo>
                    <a:pt x="1932401" y="175067"/>
                  </a:lnTo>
                  <a:lnTo>
                    <a:pt x="1932391" y="175040"/>
                  </a:lnTo>
                  <a:lnTo>
                    <a:pt x="1932381" y="175013"/>
                  </a:lnTo>
                  <a:lnTo>
                    <a:pt x="1932379" y="174993"/>
                  </a:lnTo>
                  <a:lnTo>
                    <a:pt x="1932385" y="174969"/>
                  </a:lnTo>
                  <a:lnTo>
                    <a:pt x="1932396" y="174951"/>
                  </a:lnTo>
                  <a:lnTo>
                    <a:pt x="1932650" y="174704"/>
                  </a:lnTo>
                  <a:lnTo>
                    <a:pt x="1932672" y="174686"/>
                  </a:lnTo>
                  <a:lnTo>
                    <a:pt x="1932700" y="174672"/>
                  </a:lnTo>
                  <a:lnTo>
                    <a:pt x="1932740" y="174662"/>
                  </a:lnTo>
                  <a:lnTo>
                    <a:pt x="1932809" y="174667"/>
                  </a:lnTo>
                  <a:lnTo>
                    <a:pt x="1933014" y="174681"/>
                  </a:lnTo>
                  <a:lnTo>
                    <a:pt x="1933028" y="174685"/>
                  </a:lnTo>
                  <a:lnTo>
                    <a:pt x="1933039" y="174690"/>
                  </a:lnTo>
                  <a:lnTo>
                    <a:pt x="1933048" y="174702"/>
                  </a:lnTo>
                  <a:lnTo>
                    <a:pt x="1933054" y="174721"/>
                  </a:lnTo>
                  <a:lnTo>
                    <a:pt x="1933062" y="174776"/>
                  </a:lnTo>
                  <a:lnTo>
                    <a:pt x="1933063" y="174793"/>
                  </a:lnTo>
                  <a:lnTo>
                    <a:pt x="1933063" y="174816"/>
                  </a:lnTo>
                  <a:lnTo>
                    <a:pt x="1933064" y="174836"/>
                  </a:lnTo>
                  <a:lnTo>
                    <a:pt x="1933069" y="174853"/>
                  </a:lnTo>
                  <a:lnTo>
                    <a:pt x="1933082" y="174868"/>
                  </a:lnTo>
                  <a:lnTo>
                    <a:pt x="1933105" y="174880"/>
                  </a:lnTo>
                  <a:lnTo>
                    <a:pt x="1933142" y="174888"/>
                  </a:lnTo>
                  <a:lnTo>
                    <a:pt x="1933547" y="174954"/>
                  </a:lnTo>
                  <a:lnTo>
                    <a:pt x="1933587" y="174955"/>
                  </a:lnTo>
                  <a:lnTo>
                    <a:pt x="1933812" y="174949"/>
                  </a:lnTo>
                  <a:lnTo>
                    <a:pt x="1933834" y="174950"/>
                  </a:lnTo>
                  <a:lnTo>
                    <a:pt x="1933864" y="174944"/>
                  </a:lnTo>
                  <a:lnTo>
                    <a:pt x="1933896" y="174929"/>
                  </a:lnTo>
                  <a:lnTo>
                    <a:pt x="1933925" y="174910"/>
                  </a:lnTo>
                  <a:lnTo>
                    <a:pt x="1933949" y="174884"/>
                  </a:lnTo>
                  <a:lnTo>
                    <a:pt x="1934071" y="174746"/>
                  </a:lnTo>
                  <a:lnTo>
                    <a:pt x="1934077" y="174735"/>
                  </a:lnTo>
                  <a:lnTo>
                    <a:pt x="1934070" y="174723"/>
                  </a:lnTo>
                  <a:lnTo>
                    <a:pt x="1934035" y="174698"/>
                  </a:lnTo>
                  <a:lnTo>
                    <a:pt x="1934011" y="174682"/>
                  </a:lnTo>
                  <a:lnTo>
                    <a:pt x="1933967" y="174670"/>
                  </a:lnTo>
                  <a:lnTo>
                    <a:pt x="1933903" y="174659"/>
                  </a:lnTo>
                  <a:lnTo>
                    <a:pt x="1933853" y="174651"/>
                  </a:lnTo>
                  <a:lnTo>
                    <a:pt x="1933825" y="174644"/>
                  </a:lnTo>
                  <a:lnTo>
                    <a:pt x="1933818" y="174642"/>
                  </a:lnTo>
                  <a:lnTo>
                    <a:pt x="1933807" y="174631"/>
                  </a:lnTo>
                  <a:lnTo>
                    <a:pt x="1933802" y="174608"/>
                  </a:lnTo>
                  <a:lnTo>
                    <a:pt x="1933806" y="174589"/>
                  </a:lnTo>
                  <a:lnTo>
                    <a:pt x="1933823" y="174572"/>
                  </a:lnTo>
                  <a:lnTo>
                    <a:pt x="1933845" y="174554"/>
                  </a:lnTo>
                  <a:lnTo>
                    <a:pt x="1933871" y="174538"/>
                  </a:lnTo>
                  <a:lnTo>
                    <a:pt x="1933896" y="174533"/>
                  </a:lnTo>
                  <a:lnTo>
                    <a:pt x="1933937" y="174532"/>
                  </a:lnTo>
                  <a:lnTo>
                    <a:pt x="1933983" y="174534"/>
                  </a:lnTo>
                  <a:lnTo>
                    <a:pt x="1934148" y="174514"/>
                  </a:lnTo>
                  <a:lnTo>
                    <a:pt x="1934403" y="174465"/>
                  </a:lnTo>
                  <a:lnTo>
                    <a:pt x="1934415" y="174457"/>
                  </a:lnTo>
                  <a:lnTo>
                    <a:pt x="1934422" y="174446"/>
                  </a:lnTo>
                  <a:lnTo>
                    <a:pt x="1934424" y="174359"/>
                  </a:lnTo>
                  <a:lnTo>
                    <a:pt x="1934412" y="174258"/>
                  </a:lnTo>
                  <a:lnTo>
                    <a:pt x="1934407" y="174251"/>
                  </a:lnTo>
                  <a:lnTo>
                    <a:pt x="1934410" y="174241"/>
                  </a:lnTo>
                  <a:lnTo>
                    <a:pt x="1934429" y="174227"/>
                  </a:lnTo>
                  <a:lnTo>
                    <a:pt x="1934476" y="174216"/>
                  </a:lnTo>
                  <a:lnTo>
                    <a:pt x="1934519" y="174210"/>
                  </a:lnTo>
                  <a:lnTo>
                    <a:pt x="1934531" y="174210"/>
                  </a:lnTo>
                  <a:lnTo>
                    <a:pt x="1934542" y="174210"/>
                  </a:lnTo>
                  <a:lnTo>
                    <a:pt x="1934561" y="174210"/>
                  </a:lnTo>
                  <a:lnTo>
                    <a:pt x="1934716" y="174216"/>
                  </a:lnTo>
                  <a:lnTo>
                    <a:pt x="1934729" y="174222"/>
                  </a:lnTo>
                  <a:lnTo>
                    <a:pt x="1934743" y="174233"/>
                  </a:lnTo>
                  <a:lnTo>
                    <a:pt x="1934767" y="174249"/>
                  </a:lnTo>
                  <a:lnTo>
                    <a:pt x="1934787" y="174255"/>
                  </a:lnTo>
                  <a:lnTo>
                    <a:pt x="1934800" y="174256"/>
                  </a:lnTo>
                  <a:lnTo>
                    <a:pt x="1934806" y="174258"/>
                  </a:lnTo>
                  <a:lnTo>
                    <a:pt x="1934906" y="174273"/>
                  </a:lnTo>
                  <a:lnTo>
                    <a:pt x="1934963" y="174281"/>
                  </a:lnTo>
                  <a:lnTo>
                    <a:pt x="1934978" y="174287"/>
                  </a:lnTo>
                  <a:lnTo>
                    <a:pt x="1935022" y="174305"/>
                  </a:lnTo>
                  <a:lnTo>
                    <a:pt x="1935047" y="174303"/>
                  </a:lnTo>
                  <a:lnTo>
                    <a:pt x="1935074" y="174295"/>
                  </a:lnTo>
                  <a:lnTo>
                    <a:pt x="1935082" y="174293"/>
                  </a:lnTo>
                  <a:lnTo>
                    <a:pt x="1935090" y="174286"/>
                  </a:lnTo>
                  <a:lnTo>
                    <a:pt x="1935102" y="174277"/>
                  </a:lnTo>
                  <a:lnTo>
                    <a:pt x="1935146" y="174280"/>
                  </a:lnTo>
                  <a:lnTo>
                    <a:pt x="1935186" y="174315"/>
                  </a:lnTo>
                  <a:lnTo>
                    <a:pt x="1935225" y="174375"/>
                  </a:lnTo>
                  <a:lnTo>
                    <a:pt x="1935248" y="174392"/>
                  </a:lnTo>
                  <a:lnTo>
                    <a:pt x="1935336" y="174459"/>
                  </a:lnTo>
                  <a:lnTo>
                    <a:pt x="1935418" y="174469"/>
                  </a:lnTo>
                  <a:lnTo>
                    <a:pt x="1935508" y="174485"/>
                  </a:lnTo>
                  <a:lnTo>
                    <a:pt x="1935605" y="174516"/>
                  </a:lnTo>
                  <a:lnTo>
                    <a:pt x="1935735" y="174579"/>
                  </a:lnTo>
                  <a:lnTo>
                    <a:pt x="1935746" y="174593"/>
                  </a:lnTo>
                  <a:lnTo>
                    <a:pt x="1935768" y="174608"/>
                  </a:lnTo>
                  <a:lnTo>
                    <a:pt x="1935776" y="174614"/>
                  </a:lnTo>
                  <a:lnTo>
                    <a:pt x="1935792" y="174617"/>
                  </a:lnTo>
                  <a:lnTo>
                    <a:pt x="1935809" y="174614"/>
                  </a:lnTo>
                  <a:lnTo>
                    <a:pt x="1935828" y="174612"/>
                  </a:lnTo>
                  <a:lnTo>
                    <a:pt x="1935842" y="174549"/>
                  </a:lnTo>
                  <a:lnTo>
                    <a:pt x="1935844" y="174527"/>
                  </a:lnTo>
                  <a:lnTo>
                    <a:pt x="1935852" y="174465"/>
                  </a:lnTo>
                  <a:lnTo>
                    <a:pt x="1935856" y="174460"/>
                  </a:lnTo>
                  <a:lnTo>
                    <a:pt x="1935893" y="174407"/>
                  </a:lnTo>
                  <a:lnTo>
                    <a:pt x="1935973" y="174398"/>
                  </a:lnTo>
                  <a:lnTo>
                    <a:pt x="1936066" y="174398"/>
                  </a:lnTo>
                  <a:lnTo>
                    <a:pt x="1936087" y="174398"/>
                  </a:lnTo>
                  <a:lnTo>
                    <a:pt x="1936092" y="174397"/>
                  </a:lnTo>
                  <a:lnTo>
                    <a:pt x="1936181" y="174377"/>
                  </a:lnTo>
                  <a:lnTo>
                    <a:pt x="1936194" y="174375"/>
                  </a:lnTo>
                  <a:lnTo>
                    <a:pt x="1936264" y="174360"/>
                  </a:lnTo>
                  <a:lnTo>
                    <a:pt x="1936267" y="174354"/>
                  </a:lnTo>
                  <a:lnTo>
                    <a:pt x="1936310" y="174301"/>
                  </a:lnTo>
                  <a:lnTo>
                    <a:pt x="1936344" y="174260"/>
                  </a:lnTo>
                  <a:lnTo>
                    <a:pt x="1936349" y="174255"/>
                  </a:lnTo>
                  <a:lnTo>
                    <a:pt x="1936369" y="174239"/>
                  </a:lnTo>
                  <a:lnTo>
                    <a:pt x="1936398" y="174222"/>
                  </a:lnTo>
                  <a:lnTo>
                    <a:pt x="1936403" y="174219"/>
                  </a:lnTo>
                  <a:lnTo>
                    <a:pt x="1936433" y="174203"/>
                  </a:lnTo>
                  <a:lnTo>
                    <a:pt x="1936462" y="174193"/>
                  </a:lnTo>
                  <a:lnTo>
                    <a:pt x="1936492" y="174187"/>
                  </a:lnTo>
                  <a:lnTo>
                    <a:pt x="1936527" y="174181"/>
                  </a:lnTo>
                  <a:lnTo>
                    <a:pt x="1936573" y="174181"/>
                  </a:lnTo>
                  <a:lnTo>
                    <a:pt x="1936770" y="174186"/>
                  </a:lnTo>
                  <a:lnTo>
                    <a:pt x="1936810" y="174206"/>
                  </a:lnTo>
                  <a:lnTo>
                    <a:pt x="1936842" y="174237"/>
                  </a:lnTo>
                  <a:lnTo>
                    <a:pt x="1936861" y="174261"/>
                  </a:lnTo>
                  <a:lnTo>
                    <a:pt x="1936879" y="174268"/>
                  </a:lnTo>
                  <a:lnTo>
                    <a:pt x="1936892" y="174273"/>
                  </a:lnTo>
                  <a:lnTo>
                    <a:pt x="1936925" y="174275"/>
                  </a:lnTo>
                  <a:lnTo>
                    <a:pt x="1936939" y="174276"/>
                  </a:lnTo>
                  <a:lnTo>
                    <a:pt x="1937039" y="174232"/>
                  </a:lnTo>
                  <a:lnTo>
                    <a:pt x="1937187" y="174163"/>
                  </a:lnTo>
                  <a:lnTo>
                    <a:pt x="1937213" y="174152"/>
                  </a:lnTo>
                  <a:lnTo>
                    <a:pt x="1937219" y="174149"/>
                  </a:lnTo>
                  <a:lnTo>
                    <a:pt x="1937237" y="174103"/>
                  </a:lnTo>
                  <a:lnTo>
                    <a:pt x="1937233" y="174087"/>
                  </a:lnTo>
                  <a:lnTo>
                    <a:pt x="1937229" y="174067"/>
                  </a:lnTo>
                  <a:lnTo>
                    <a:pt x="1937229" y="174050"/>
                  </a:lnTo>
                  <a:lnTo>
                    <a:pt x="1937230" y="174026"/>
                  </a:lnTo>
                  <a:lnTo>
                    <a:pt x="1937238" y="174009"/>
                  </a:lnTo>
                  <a:lnTo>
                    <a:pt x="1937252" y="173995"/>
                  </a:lnTo>
                  <a:lnTo>
                    <a:pt x="1937276" y="173984"/>
                  </a:lnTo>
                  <a:lnTo>
                    <a:pt x="1937523" y="173964"/>
                  </a:lnTo>
                  <a:lnTo>
                    <a:pt x="1937591" y="173958"/>
                  </a:lnTo>
                  <a:lnTo>
                    <a:pt x="1937797" y="173948"/>
                  </a:lnTo>
                  <a:lnTo>
                    <a:pt x="1937806" y="173933"/>
                  </a:lnTo>
                  <a:lnTo>
                    <a:pt x="1937810" y="173913"/>
                  </a:lnTo>
                  <a:lnTo>
                    <a:pt x="1937802" y="173897"/>
                  </a:lnTo>
                  <a:lnTo>
                    <a:pt x="1937782" y="173889"/>
                  </a:lnTo>
                  <a:lnTo>
                    <a:pt x="1937743" y="173886"/>
                  </a:lnTo>
                  <a:lnTo>
                    <a:pt x="1937710" y="173887"/>
                  </a:lnTo>
                  <a:lnTo>
                    <a:pt x="1937669" y="173873"/>
                  </a:lnTo>
                  <a:lnTo>
                    <a:pt x="1937640" y="173853"/>
                  </a:lnTo>
                  <a:lnTo>
                    <a:pt x="1937610" y="173829"/>
                  </a:lnTo>
                  <a:lnTo>
                    <a:pt x="1937592" y="173809"/>
                  </a:lnTo>
                  <a:lnTo>
                    <a:pt x="1937579" y="173785"/>
                  </a:lnTo>
                  <a:lnTo>
                    <a:pt x="1937567" y="173760"/>
                  </a:lnTo>
                  <a:lnTo>
                    <a:pt x="1937562" y="173740"/>
                  </a:lnTo>
                  <a:lnTo>
                    <a:pt x="1937562" y="173717"/>
                  </a:lnTo>
                  <a:lnTo>
                    <a:pt x="1937567" y="173692"/>
                  </a:lnTo>
                  <a:lnTo>
                    <a:pt x="1937575" y="173674"/>
                  </a:lnTo>
                  <a:lnTo>
                    <a:pt x="1937587" y="173662"/>
                  </a:lnTo>
                  <a:lnTo>
                    <a:pt x="1937608" y="173655"/>
                  </a:lnTo>
                  <a:lnTo>
                    <a:pt x="1937632" y="173655"/>
                  </a:lnTo>
                  <a:lnTo>
                    <a:pt x="1937661" y="173656"/>
                  </a:lnTo>
                  <a:lnTo>
                    <a:pt x="1937696" y="173664"/>
                  </a:lnTo>
                  <a:lnTo>
                    <a:pt x="1937749" y="173678"/>
                  </a:lnTo>
                  <a:lnTo>
                    <a:pt x="1937812" y="173694"/>
                  </a:lnTo>
                  <a:lnTo>
                    <a:pt x="1937859" y="173710"/>
                  </a:lnTo>
                  <a:lnTo>
                    <a:pt x="1937913" y="173731"/>
                  </a:lnTo>
                  <a:lnTo>
                    <a:pt x="1937950" y="173749"/>
                  </a:lnTo>
                  <a:lnTo>
                    <a:pt x="1938095" y="173859"/>
                  </a:lnTo>
                  <a:lnTo>
                    <a:pt x="1938108" y="173868"/>
                  </a:lnTo>
                  <a:lnTo>
                    <a:pt x="1938113" y="173882"/>
                  </a:lnTo>
                  <a:lnTo>
                    <a:pt x="1938105" y="173894"/>
                  </a:lnTo>
                  <a:lnTo>
                    <a:pt x="1938078" y="173912"/>
                  </a:lnTo>
                  <a:lnTo>
                    <a:pt x="1938064" y="173923"/>
                  </a:lnTo>
                  <a:lnTo>
                    <a:pt x="1938059" y="173932"/>
                  </a:lnTo>
                  <a:lnTo>
                    <a:pt x="1938060" y="173939"/>
                  </a:lnTo>
                  <a:lnTo>
                    <a:pt x="1938066" y="173946"/>
                  </a:lnTo>
                  <a:lnTo>
                    <a:pt x="1938086" y="173952"/>
                  </a:lnTo>
                  <a:lnTo>
                    <a:pt x="1938120" y="173951"/>
                  </a:lnTo>
                  <a:lnTo>
                    <a:pt x="1938139" y="173951"/>
                  </a:lnTo>
                  <a:lnTo>
                    <a:pt x="1938174" y="173940"/>
                  </a:lnTo>
                  <a:lnTo>
                    <a:pt x="1938218" y="173922"/>
                  </a:lnTo>
                  <a:lnTo>
                    <a:pt x="1938245" y="173910"/>
                  </a:lnTo>
                  <a:lnTo>
                    <a:pt x="1938319" y="173869"/>
                  </a:lnTo>
                  <a:lnTo>
                    <a:pt x="1938362" y="173838"/>
                  </a:lnTo>
                  <a:lnTo>
                    <a:pt x="1938371" y="173836"/>
                  </a:lnTo>
                  <a:lnTo>
                    <a:pt x="1938457" y="173750"/>
                  </a:lnTo>
                  <a:lnTo>
                    <a:pt x="1938475" y="173743"/>
                  </a:lnTo>
                  <a:lnTo>
                    <a:pt x="1938496" y="173736"/>
                  </a:lnTo>
                  <a:lnTo>
                    <a:pt x="1938599" y="173699"/>
                  </a:lnTo>
                  <a:lnTo>
                    <a:pt x="1938648" y="173691"/>
                  </a:lnTo>
                  <a:lnTo>
                    <a:pt x="1938656" y="173694"/>
                  </a:lnTo>
                  <a:lnTo>
                    <a:pt x="1938668" y="173697"/>
                  </a:lnTo>
                  <a:lnTo>
                    <a:pt x="1938693" y="173703"/>
                  </a:lnTo>
                  <a:lnTo>
                    <a:pt x="1938722" y="173768"/>
                  </a:lnTo>
                  <a:lnTo>
                    <a:pt x="1938725" y="173776"/>
                  </a:lnTo>
                  <a:lnTo>
                    <a:pt x="1938730" y="173781"/>
                  </a:lnTo>
                  <a:lnTo>
                    <a:pt x="1938773" y="173818"/>
                  </a:lnTo>
                  <a:lnTo>
                    <a:pt x="1938800" y="173831"/>
                  </a:lnTo>
                  <a:lnTo>
                    <a:pt x="1938805" y="173833"/>
                  </a:lnTo>
                  <a:lnTo>
                    <a:pt x="1939046" y="173786"/>
                  </a:lnTo>
                  <a:lnTo>
                    <a:pt x="1939353" y="173685"/>
                  </a:lnTo>
                  <a:lnTo>
                    <a:pt x="1939383" y="173675"/>
                  </a:lnTo>
                  <a:lnTo>
                    <a:pt x="1939408" y="173654"/>
                  </a:lnTo>
                  <a:lnTo>
                    <a:pt x="1939417" y="173639"/>
                  </a:lnTo>
                  <a:lnTo>
                    <a:pt x="1939422" y="173614"/>
                  </a:lnTo>
                  <a:lnTo>
                    <a:pt x="1939424" y="173586"/>
                  </a:lnTo>
                  <a:lnTo>
                    <a:pt x="1939418" y="173563"/>
                  </a:lnTo>
                  <a:lnTo>
                    <a:pt x="1939409" y="173543"/>
                  </a:lnTo>
                  <a:lnTo>
                    <a:pt x="1939390" y="173524"/>
                  </a:lnTo>
                  <a:lnTo>
                    <a:pt x="1939397" y="173457"/>
                  </a:lnTo>
                  <a:lnTo>
                    <a:pt x="1939498" y="173362"/>
                  </a:lnTo>
                  <a:lnTo>
                    <a:pt x="1939541" y="173341"/>
                  </a:lnTo>
                  <a:lnTo>
                    <a:pt x="1939808" y="173213"/>
                  </a:lnTo>
                  <a:lnTo>
                    <a:pt x="1939827" y="173210"/>
                  </a:lnTo>
                  <a:lnTo>
                    <a:pt x="1939856" y="173211"/>
                  </a:lnTo>
                  <a:lnTo>
                    <a:pt x="1940156" y="173236"/>
                  </a:lnTo>
                  <a:lnTo>
                    <a:pt x="1940177" y="173239"/>
                  </a:lnTo>
                  <a:lnTo>
                    <a:pt x="1940200" y="173249"/>
                  </a:lnTo>
                  <a:lnTo>
                    <a:pt x="1940216" y="173264"/>
                  </a:lnTo>
                  <a:lnTo>
                    <a:pt x="1940227" y="173284"/>
                  </a:lnTo>
                  <a:lnTo>
                    <a:pt x="1940229" y="173314"/>
                  </a:lnTo>
                  <a:lnTo>
                    <a:pt x="1940227" y="173321"/>
                  </a:lnTo>
                  <a:lnTo>
                    <a:pt x="1940221" y="173332"/>
                  </a:lnTo>
                  <a:lnTo>
                    <a:pt x="1940220" y="173376"/>
                  </a:lnTo>
                  <a:lnTo>
                    <a:pt x="1940224" y="173382"/>
                  </a:lnTo>
                  <a:lnTo>
                    <a:pt x="1940233" y="173399"/>
                  </a:lnTo>
                  <a:lnTo>
                    <a:pt x="1940241" y="173411"/>
                  </a:lnTo>
                  <a:lnTo>
                    <a:pt x="1940326" y="173406"/>
                  </a:lnTo>
                  <a:lnTo>
                    <a:pt x="1940462" y="173422"/>
                  </a:lnTo>
                  <a:lnTo>
                    <a:pt x="1940467" y="173422"/>
                  </a:lnTo>
                  <a:lnTo>
                    <a:pt x="1940528" y="173428"/>
                  </a:lnTo>
                  <a:lnTo>
                    <a:pt x="1940539" y="173427"/>
                  </a:lnTo>
                  <a:lnTo>
                    <a:pt x="1940560" y="173424"/>
                  </a:lnTo>
                  <a:lnTo>
                    <a:pt x="1940583" y="173421"/>
                  </a:lnTo>
                  <a:lnTo>
                    <a:pt x="1940620" y="173413"/>
                  </a:lnTo>
                  <a:lnTo>
                    <a:pt x="1940655" y="173404"/>
                  </a:lnTo>
                  <a:lnTo>
                    <a:pt x="1940673" y="173397"/>
                  </a:lnTo>
                  <a:lnTo>
                    <a:pt x="1940680" y="173386"/>
                  </a:lnTo>
                  <a:lnTo>
                    <a:pt x="1940684" y="173373"/>
                  </a:lnTo>
                  <a:lnTo>
                    <a:pt x="1940682" y="173353"/>
                  </a:lnTo>
                  <a:lnTo>
                    <a:pt x="1940678" y="173330"/>
                  </a:lnTo>
                  <a:lnTo>
                    <a:pt x="1940636" y="173271"/>
                  </a:lnTo>
                  <a:lnTo>
                    <a:pt x="1940629" y="173261"/>
                  </a:lnTo>
                  <a:lnTo>
                    <a:pt x="1940621" y="173251"/>
                  </a:lnTo>
                  <a:lnTo>
                    <a:pt x="1940619" y="173244"/>
                  </a:lnTo>
                  <a:lnTo>
                    <a:pt x="1940620" y="173234"/>
                  </a:lnTo>
                  <a:lnTo>
                    <a:pt x="1940627" y="173221"/>
                  </a:lnTo>
                  <a:lnTo>
                    <a:pt x="1940631" y="173219"/>
                  </a:lnTo>
                  <a:lnTo>
                    <a:pt x="1940640" y="173218"/>
                  </a:lnTo>
                  <a:lnTo>
                    <a:pt x="1940656" y="173221"/>
                  </a:lnTo>
                  <a:lnTo>
                    <a:pt x="1940756" y="173234"/>
                  </a:lnTo>
                  <a:lnTo>
                    <a:pt x="1940796" y="173235"/>
                  </a:lnTo>
                  <a:lnTo>
                    <a:pt x="1940835" y="173236"/>
                  </a:lnTo>
                  <a:lnTo>
                    <a:pt x="1940914" y="173211"/>
                  </a:lnTo>
                  <a:lnTo>
                    <a:pt x="1940938" y="173213"/>
                  </a:lnTo>
                  <a:lnTo>
                    <a:pt x="1940946" y="173212"/>
                  </a:lnTo>
                  <a:lnTo>
                    <a:pt x="1940965" y="173211"/>
                  </a:lnTo>
                  <a:lnTo>
                    <a:pt x="1940983" y="173215"/>
                  </a:lnTo>
                  <a:lnTo>
                    <a:pt x="1941002" y="173226"/>
                  </a:lnTo>
                  <a:lnTo>
                    <a:pt x="1941009" y="173244"/>
                  </a:lnTo>
                  <a:lnTo>
                    <a:pt x="1941009" y="173262"/>
                  </a:lnTo>
                  <a:lnTo>
                    <a:pt x="1941047" y="173327"/>
                  </a:lnTo>
                  <a:lnTo>
                    <a:pt x="1941235" y="173307"/>
                  </a:lnTo>
                  <a:lnTo>
                    <a:pt x="1941366" y="173272"/>
                  </a:lnTo>
                  <a:lnTo>
                    <a:pt x="1941491" y="173277"/>
                  </a:lnTo>
                  <a:lnTo>
                    <a:pt x="1941773" y="173286"/>
                  </a:lnTo>
                  <a:lnTo>
                    <a:pt x="1941816" y="173293"/>
                  </a:lnTo>
                  <a:lnTo>
                    <a:pt x="1941864" y="173306"/>
                  </a:lnTo>
                  <a:lnTo>
                    <a:pt x="1941897" y="173323"/>
                  </a:lnTo>
                  <a:lnTo>
                    <a:pt x="1941929" y="173350"/>
                  </a:lnTo>
                  <a:lnTo>
                    <a:pt x="1941961" y="173385"/>
                  </a:lnTo>
                  <a:lnTo>
                    <a:pt x="1941983" y="173416"/>
                  </a:lnTo>
                  <a:lnTo>
                    <a:pt x="1941997" y="173449"/>
                  </a:lnTo>
                  <a:lnTo>
                    <a:pt x="1941996" y="173476"/>
                  </a:lnTo>
                  <a:lnTo>
                    <a:pt x="1941989" y="173488"/>
                  </a:lnTo>
                  <a:lnTo>
                    <a:pt x="1941978" y="173493"/>
                  </a:lnTo>
                  <a:lnTo>
                    <a:pt x="1941955" y="173492"/>
                  </a:lnTo>
                  <a:lnTo>
                    <a:pt x="1941919" y="173480"/>
                  </a:lnTo>
                  <a:lnTo>
                    <a:pt x="1941880" y="173459"/>
                  </a:lnTo>
                  <a:lnTo>
                    <a:pt x="1941849" y="173445"/>
                  </a:lnTo>
                  <a:lnTo>
                    <a:pt x="1941805" y="173435"/>
                  </a:lnTo>
                  <a:lnTo>
                    <a:pt x="1941760" y="173426"/>
                  </a:lnTo>
                  <a:lnTo>
                    <a:pt x="1941713" y="173422"/>
                  </a:lnTo>
                  <a:lnTo>
                    <a:pt x="1941684" y="173425"/>
                  </a:lnTo>
                  <a:lnTo>
                    <a:pt x="1941651" y="173434"/>
                  </a:lnTo>
                  <a:lnTo>
                    <a:pt x="1941631" y="173443"/>
                  </a:lnTo>
                  <a:lnTo>
                    <a:pt x="1941627" y="173452"/>
                  </a:lnTo>
                  <a:lnTo>
                    <a:pt x="1941629" y="173465"/>
                  </a:lnTo>
                  <a:lnTo>
                    <a:pt x="1941641" y="173475"/>
                  </a:lnTo>
                  <a:lnTo>
                    <a:pt x="1941713" y="173518"/>
                  </a:lnTo>
                  <a:lnTo>
                    <a:pt x="1941720" y="173522"/>
                  </a:lnTo>
                  <a:lnTo>
                    <a:pt x="1941742" y="173533"/>
                  </a:lnTo>
                  <a:lnTo>
                    <a:pt x="1941762" y="173539"/>
                  </a:lnTo>
                  <a:lnTo>
                    <a:pt x="1941772" y="173540"/>
                  </a:lnTo>
                  <a:lnTo>
                    <a:pt x="1941790" y="173550"/>
                  </a:lnTo>
                  <a:lnTo>
                    <a:pt x="1942051" y="173659"/>
                  </a:lnTo>
                  <a:lnTo>
                    <a:pt x="1942065" y="173675"/>
                  </a:lnTo>
                  <a:lnTo>
                    <a:pt x="1942075" y="173725"/>
                  </a:lnTo>
                  <a:lnTo>
                    <a:pt x="1942088" y="173734"/>
                  </a:lnTo>
                  <a:lnTo>
                    <a:pt x="1942109" y="173749"/>
                  </a:lnTo>
                  <a:lnTo>
                    <a:pt x="1942115" y="173753"/>
                  </a:lnTo>
                  <a:lnTo>
                    <a:pt x="1942123" y="173752"/>
                  </a:lnTo>
                  <a:lnTo>
                    <a:pt x="1942169" y="173743"/>
                  </a:lnTo>
                  <a:lnTo>
                    <a:pt x="1942212" y="173700"/>
                  </a:lnTo>
                  <a:lnTo>
                    <a:pt x="1942228" y="173656"/>
                  </a:lnTo>
                  <a:lnTo>
                    <a:pt x="1942253" y="173605"/>
                  </a:lnTo>
                  <a:lnTo>
                    <a:pt x="1942265" y="173579"/>
                  </a:lnTo>
                  <a:lnTo>
                    <a:pt x="1942287" y="173532"/>
                  </a:lnTo>
                  <a:lnTo>
                    <a:pt x="1942290" y="173527"/>
                  </a:lnTo>
                  <a:lnTo>
                    <a:pt x="1942326" y="173511"/>
                  </a:lnTo>
                  <a:lnTo>
                    <a:pt x="1942359" y="173505"/>
                  </a:lnTo>
                  <a:lnTo>
                    <a:pt x="1942366" y="173503"/>
                  </a:lnTo>
                  <a:lnTo>
                    <a:pt x="1942372" y="173505"/>
                  </a:lnTo>
                  <a:lnTo>
                    <a:pt x="1942408" y="173515"/>
                  </a:lnTo>
                  <a:lnTo>
                    <a:pt x="1942454" y="173570"/>
                  </a:lnTo>
                  <a:lnTo>
                    <a:pt x="1942455" y="173577"/>
                  </a:lnTo>
                  <a:lnTo>
                    <a:pt x="1942453" y="173627"/>
                  </a:lnTo>
                  <a:lnTo>
                    <a:pt x="1942452" y="173632"/>
                  </a:lnTo>
                  <a:lnTo>
                    <a:pt x="1942457" y="173634"/>
                  </a:lnTo>
                  <a:lnTo>
                    <a:pt x="1942458" y="173689"/>
                  </a:lnTo>
                  <a:lnTo>
                    <a:pt x="1942464" y="173707"/>
                  </a:lnTo>
                  <a:lnTo>
                    <a:pt x="1942541" y="173885"/>
                  </a:lnTo>
                  <a:lnTo>
                    <a:pt x="1942556" y="173898"/>
                  </a:lnTo>
                  <a:lnTo>
                    <a:pt x="1942577" y="173912"/>
                  </a:lnTo>
                  <a:lnTo>
                    <a:pt x="1942606" y="173921"/>
                  </a:lnTo>
                  <a:lnTo>
                    <a:pt x="1942653" y="173923"/>
                  </a:lnTo>
                  <a:lnTo>
                    <a:pt x="1942698" y="173921"/>
                  </a:lnTo>
                  <a:lnTo>
                    <a:pt x="1942739" y="173917"/>
                  </a:lnTo>
                  <a:lnTo>
                    <a:pt x="1942777" y="173907"/>
                  </a:lnTo>
                  <a:lnTo>
                    <a:pt x="1942822" y="173893"/>
                  </a:lnTo>
                  <a:lnTo>
                    <a:pt x="1942849" y="173879"/>
                  </a:lnTo>
                  <a:lnTo>
                    <a:pt x="1942876" y="173855"/>
                  </a:lnTo>
                  <a:lnTo>
                    <a:pt x="1942898" y="173829"/>
                  </a:lnTo>
                  <a:lnTo>
                    <a:pt x="1942908" y="173804"/>
                  </a:lnTo>
                  <a:lnTo>
                    <a:pt x="1942913" y="173772"/>
                  </a:lnTo>
                  <a:lnTo>
                    <a:pt x="1943026" y="173635"/>
                  </a:lnTo>
                  <a:lnTo>
                    <a:pt x="1943193" y="173626"/>
                  </a:lnTo>
                  <a:lnTo>
                    <a:pt x="1943447" y="173613"/>
                  </a:lnTo>
                  <a:lnTo>
                    <a:pt x="1943756" y="173636"/>
                  </a:lnTo>
                  <a:lnTo>
                    <a:pt x="1943772" y="173636"/>
                  </a:lnTo>
                  <a:lnTo>
                    <a:pt x="1943785" y="173632"/>
                  </a:lnTo>
                  <a:lnTo>
                    <a:pt x="1944027" y="173549"/>
                  </a:lnTo>
                  <a:lnTo>
                    <a:pt x="1944029" y="173542"/>
                  </a:lnTo>
                  <a:lnTo>
                    <a:pt x="1944041" y="173509"/>
                  </a:lnTo>
                  <a:lnTo>
                    <a:pt x="1944073" y="173420"/>
                  </a:lnTo>
                  <a:lnTo>
                    <a:pt x="1944114" y="173306"/>
                  </a:lnTo>
                  <a:lnTo>
                    <a:pt x="1944125" y="173295"/>
                  </a:lnTo>
                  <a:lnTo>
                    <a:pt x="1944143" y="173281"/>
                  </a:lnTo>
                  <a:lnTo>
                    <a:pt x="1944160" y="173271"/>
                  </a:lnTo>
                  <a:lnTo>
                    <a:pt x="1944176" y="173262"/>
                  </a:lnTo>
                  <a:lnTo>
                    <a:pt x="1944189" y="173258"/>
                  </a:lnTo>
                  <a:lnTo>
                    <a:pt x="1944487" y="173231"/>
                  </a:lnTo>
                  <a:lnTo>
                    <a:pt x="1944506" y="173223"/>
                  </a:lnTo>
                  <a:lnTo>
                    <a:pt x="1944530" y="173217"/>
                  </a:lnTo>
                  <a:lnTo>
                    <a:pt x="1944557" y="173219"/>
                  </a:lnTo>
                  <a:lnTo>
                    <a:pt x="1944564" y="173220"/>
                  </a:lnTo>
                  <a:lnTo>
                    <a:pt x="1944574" y="173221"/>
                  </a:lnTo>
                  <a:lnTo>
                    <a:pt x="1944776" y="173237"/>
                  </a:lnTo>
                  <a:lnTo>
                    <a:pt x="1944788" y="173241"/>
                  </a:lnTo>
                  <a:lnTo>
                    <a:pt x="1944930" y="173322"/>
                  </a:lnTo>
                  <a:lnTo>
                    <a:pt x="1944941" y="173329"/>
                  </a:lnTo>
                  <a:lnTo>
                    <a:pt x="1944951" y="173341"/>
                  </a:lnTo>
                  <a:lnTo>
                    <a:pt x="1944954" y="173353"/>
                  </a:lnTo>
                  <a:lnTo>
                    <a:pt x="1944963" y="173477"/>
                  </a:lnTo>
                  <a:lnTo>
                    <a:pt x="1944977" y="173632"/>
                  </a:lnTo>
                  <a:lnTo>
                    <a:pt x="1944985" y="173642"/>
                  </a:lnTo>
                  <a:lnTo>
                    <a:pt x="1944997" y="173656"/>
                  </a:lnTo>
                  <a:lnTo>
                    <a:pt x="1945006" y="173665"/>
                  </a:lnTo>
                  <a:lnTo>
                    <a:pt x="1945030" y="173673"/>
                  </a:lnTo>
                  <a:lnTo>
                    <a:pt x="1945063" y="173681"/>
                  </a:lnTo>
                  <a:lnTo>
                    <a:pt x="1945108" y="173688"/>
                  </a:lnTo>
                  <a:lnTo>
                    <a:pt x="1945157" y="173694"/>
                  </a:lnTo>
                  <a:lnTo>
                    <a:pt x="1945196" y="173697"/>
                  </a:lnTo>
                  <a:lnTo>
                    <a:pt x="1945212" y="173696"/>
                  </a:lnTo>
                  <a:lnTo>
                    <a:pt x="1945228" y="173690"/>
                  </a:lnTo>
                  <a:lnTo>
                    <a:pt x="1945240" y="173680"/>
                  </a:lnTo>
                  <a:lnTo>
                    <a:pt x="1945247" y="173664"/>
                  </a:lnTo>
                  <a:lnTo>
                    <a:pt x="1945251" y="173630"/>
                  </a:lnTo>
                  <a:lnTo>
                    <a:pt x="1945252" y="173585"/>
                  </a:lnTo>
                  <a:lnTo>
                    <a:pt x="1945258" y="173543"/>
                  </a:lnTo>
                  <a:lnTo>
                    <a:pt x="1945272" y="173506"/>
                  </a:lnTo>
                  <a:lnTo>
                    <a:pt x="1945290" y="173476"/>
                  </a:lnTo>
                  <a:lnTo>
                    <a:pt x="1945306" y="173452"/>
                  </a:lnTo>
                  <a:lnTo>
                    <a:pt x="1945336" y="173412"/>
                  </a:lnTo>
                  <a:lnTo>
                    <a:pt x="1945354" y="173399"/>
                  </a:lnTo>
                  <a:lnTo>
                    <a:pt x="1945372" y="173387"/>
                  </a:lnTo>
                  <a:lnTo>
                    <a:pt x="1945427" y="173357"/>
                  </a:lnTo>
                  <a:lnTo>
                    <a:pt x="1945596" y="173243"/>
                  </a:lnTo>
                  <a:lnTo>
                    <a:pt x="1945603" y="173239"/>
                  </a:lnTo>
                  <a:lnTo>
                    <a:pt x="1945735" y="173167"/>
                  </a:lnTo>
                  <a:lnTo>
                    <a:pt x="1945942" y="173113"/>
                  </a:lnTo>
                  <a:lnTo>
                    <a:pt x="1946107" y="173150"/>
                  </a:lnTo>
                  <a:lnTo>
                    <a:pt x="1946223" y="173177"/>
                  </a:lnTo>
                  <a:lnTo>
                    <a:pt x="1946520" y="173240"/>
                  </a:lnTo>
                  <a:lnTo>
                    <a:pt x="1946868" y="173213"/>
                  </a:lnTo>
                  <a:lnTo>
                    <a:pt x="1946985" y="173169"/>
                  </a:lnTo>
                  <a:lnTo>
                    <a:pt x="1947170" y="173100"/>
                  </a:lnTo>
                  <a:lnTo>
                    <a:pt x="1947247" y="173035"/>
                  </a:lnTo>
                  <a:lnTo>
                    <a:pt x="1947559" y="172892"/>
                  </a:lnTo>
                  <a:lnTo>
                    <a:pt x="1947800" y="172699"/>
                  </a:lnTo>
                  <a:lnTo>
                    <a:pt x="1947931" y="172635"/>
                  </a:lnTo>
                  <a:lnTo>
                    <a:pt x="1948028" y="172590"/>
                  </a:lnTo>
                  <a:lnTo>
                    <a:pt x="1948163" y="172414"/>
                  </a:lnTo>
                  <a:lnTo>
                    <a:pt x="1948210" y="172352"/>
                  </a:lnTo>
                  <a:lnTo>
                    <a:pt x="1948231" y="172225"/>
                  </a:lnTo>
                  <a:lnTo>
                    <a:pt x="1948223" y="172193"/>
                  </a:lnTo>
                  <a:lnTo>
                    <a:pt x="1948177" y="172005"/>
                  </a:lnTo>
                  <a:lnTo>
                    <a:pt x="1948185" y="171789"/>
                  </a:lnTo>
                  <a:lnTo>
                    <a:pt x="1948186" y="171751"/>
                  </a:lnTo>
                  <a:lnTo>
                    <a:pt x="1948253" y="171649"/>
                  </a:lnTo>
                  <a:lnTo>
                    <a:pt x="1948351" y="171570"/>
                  </a:lnTo>
                  <a:lnTo>
                    <a:pt x="1948446" y="171560"/>
                  </a:lnTo>
                  <a:lnTo>
                    <a:pt x="1948501" y="171564"/>
                  </a:lnTo>
                  <a:lnTo>
                    <a:pt x="1948682" y="171577"/>
                  </a:lnTo>
                  <a:lnTo>
                    <a:pt x="1948917" y="171616"/>
                  </a:lnTo>
                  <a:lnTo>
                    <a:pt x="1949012" y="171607"/>
                  </a:lnTo>
                  <a:lnTo>
                    <a:pt x="1949047" y="171538"/>
                  </a:lnTo>
                  <a:lnTo>
                    <a:pt x="1949004" y="171410"/>
                  </a:lnTo>
                  <a:lnTo>
                    <a:pt x="1949020" y="171237"/>
                  </a:lnTo>
                  <a:lnTo>
                    <a:pt x="1949025" y="171188"/>
                  </a:lnTo>
                  <a:lnTo>
                    <a:pt x="1949035" y="171173"/>
                  </a:lnTo>
                  <a:lnTo>
                    <a:pt x="1949166" y="171132"/>
                  </a:lnTo>
                  <a:lnTo>
                    <a:pt x="1949236" y="171141"/>
                  </a:lnTo>
                  <a:lnTo>
                    <a:pt x="1949242" y="171143"/>
                  </a:lnTo>
                  <a:lnTo>
                    <a:pt x="1949393" y="171210"/>
                  </a:lnTo>
                  <a:lnTo>
                    <a:pt x="1949560" y="171301"/>
                  </a:lnTo>
                  <a:lnTo>
                    <a:pt x="1949667" y="171369"/>
                  </a:lnTo>
                  <a:lnTo>
                    <a:pt x="1949766" y="171401"/>
                  </a:lnTo>
                  <a:lnTo>
                    <a:pt x="1949886" y="171403"/>
                  </a:lnTo>
                  <a:lnTo>
                    <a:pt x="1949917" y="171375"/>
                  </a:lnTo>
                  <a:lnTo>
                    <a:pt x="1949909" y="171338"/>
                  </a:lnTo>
                  <a:lnTo>
                    <a:pt x="1949903" y="171309"/>
                  </a:lnTo>
                  <a:lnTo>
                    <a:pt x="1949900" y="171294"/>
                  </a:lnTo>
                  <a:lnTo>
                    <a:pt x="1949854" y="171183"/>
                  </a:lnTo>
                  <a:lnTo>
                    <a:pt x="1949838" y="171110"/>
                  </a:lnTo>
                  <a:lnTo>
                    <a:pt x="1949841" y="171015"/>
                  </a:lnTo>
                  <a:lnTo>
                    <a:pt x="1949947" y="170878"/>
                  </a:lnTo>
                  <a:lnTo>
                    <a:pt x="1950098" y="170689"/>
                  </a:lnTo>
                  <a:lnTo>
                    <a:pt x="1950120" y="170643"/>
                  </a:lnTo>
                  <a:lnTo>
                    <a:pt x="1950318" y="170439"/>
                  </a:lnTo>
                  <a:lnTo>
                    <a:pt x="1950418" y="170303"/>
                  </a:lnTo>
                  <a:lnTo>
                    <a:pt x="1950491" y="170051"/>
                  </a:lnTo>
                  <a:lnTo>
                    <a:pt x="1950523" y="169907"/>
                  </a:lnTo>
                  <a:lnTo>
                    <a:pt x="1950530" y="169878"/>
                  </a:lnTo>
                  <a:lnTo>
                    <a:pt x="1950532" y="169809"/>
                  </a:lnTo>
                  <a:lnTo>
                    <a:pt x="1950548" y="169791"/>
                  </a:lnTo>
                  <a:lnTo>
                    <a:pt x="1950541" y="169774"/>
                  </a:lnTo>
                  <a:lnTo>
                    <a:pt x="1950540" y="169741"/>
                  </a:lnTo>
                  <a:lnTo>
                    <a:pt x="1950547" y="169724"/>
                  </a:lnTo>
                  <a:lnTo>
                    <a:pt x="1950561" y="169707"/>
                  </a:lnTo>
                  <a:lnTo>
                    <a:pt x="1950578" y="169694"/>
                  </a:lnTo>
                  <a:lnTo>
                    <a:pt x="1950601" y="169683"/>
                  </a:lnTo>
                  <a:lnTo>
                    <a:pt x="1950608" y="169680"/>
                  </a:lnTo>
                  <a:lnTo>
                    <a:pt x="1950667" y="169667"/>
                  </a:lnTo>
                  <a:lnTo>
                    <a:pt x="1950799" y="169638"/>
                  </a:lnTo>
                  <a:lnTo>
                    <a:pt x="1950849" y="169627"/>
                  </a:lnTo>
                  <a:lnTo>
                    <a:pt x="1950990" y="169584"/>
                  </a:lnTo>
                  <a:lnTo>
                    <a:pt x="1951119" y="169513"/>
                  </a:lnTo>
                  <a:lnTo>
                    <a:pt x="1951171" y="169468"/>
                  </a:lnTo>
                  <a:lnTo>
                    <a:pt x="1951173" y="169422"/>
                  </a:lnTo>
                  <a:lnTo>
                    <a:pt x="1951137" y="169379"/>
                  </a:lnTo>
                  <a:lnTo>
                    <a:pt x="1951101" y="169337"/>
                  </a:lnTo>
                  <a:lnTo>
                    <a:pt x="1951073" y="169320"/>
                  </a:lnTo>
                  <a:lnTo>
                    <a:pt x="1950993" y="169299"/>
                  </a:lnTo>
                  <a:lnTo>
                    <a:pt x="1950890" y="169256"/>
                  </a:lnTo>
                  <a:lnTo>
                    <a:pt x="1950807" y="169212"/>
                  </a:lnTo>
                  <a:lnTo>
                    <a:pt x="1950762" y="169163"/>
                  </a:lnTo>
                  <a:lnTo>
                    <a:pt x="1950764" y="169101"/>
                  </a:lnTo>
                  <a:lnTo>
                    <a:pt x="1950808" y="169079"/>
                  </a:lnTo>
                  <a:lnTo>
                    <a:pt x="1950870" y="169048"/>
                  </a:lnTo>
                  <a:lnTo>
                    <a:pt x="1951050" y="169051"/>
                  </a:lnTo>
                  <a:lnTo>
                    <a:pt x="1951119" y="168997"/>
                  </a:lnTo>
                  <a:lnTo>
                    <a:pt x="1951130" y="168942"/>
                  </a:lnTo>
                  <a:lnTo>
                    <a:pt x="1951069" y="168830"/>
                  </a:lnTo>
                  <a:lnTo>
                    <a:pt x="1950960" y="168710"/>
                  </a:lnTo>
                  <a:lnTo>
                    <a:pt x="1950950" y="168698"/>
                  </a:lnTo>
                  <a:lnTo>
                    <a:pt x="1950887" y="168619"/>
                  </a:lnTo>
                  <a:lnTo>
                    <a:pt x="1950854" y="168514"/>
                  </a:lnTo>
                  <a:lnTo>
                    <a:pt x="1950885" y="168445"/>
                  </a:lnTo>
                  <a:lnTo>
                    <a:pt x="1950962" y="168412"/>
                  </a:lnTo>
                  <a:lnTo>
                    <a:pt x="1951011" y="168413"/>
                  </a:lnTo>
                  <a:lnTo>
                    <a:pt x="1951114" y="168416"/>
                  </a:lnTo>
                  <a:lnTo>
                    <a:pt x="1951309" y="168503"/>
                  </a:lnTo>
                  <a:lnTo>
                    <a:pt x="1951473" y="168607"/>
                  </a:lnTo>
                  <a:lnTo>
                    <a:pt x="1951538" y="168681"/>
                  </a:lnTo>
                  <a:lnTo>
                    <a:pt x="1951664" y="168738"/>
                  </a:lnTo>
                  <a:lnTo>
                    <a:pt x="1951691" y="168751"/>
                  </a:lnTo>
                  <a:lnTo>
                    <a:pt x="1951910" y="168784"/>
                  </a:lnTo>
                  <a:lnTo>
                    <a:pt x="1951923" y="168785"/>
                  </a:lnTo>
                  <a:lnTo>
                    <a:pt x="1952102" y="168769"/>
                  </a:lnTo>
                  <a:lnTo>
                    <a:pt x="1952299" y="168779"/>
                  </a:lnTo>
                  <a:lnTo>
                    <a:pt x="1952304" y="168780"/>
                  </a:lnTo>
                  <a:lnTo>
                    <a:pt x="1952369" y="168798"/>
                  </a:lnTo>
                  <a:lnTo>
                    <a:pt x="1952423" y="168833"/>
                  </a:lnTo>
                  <a:lnTo>
                    <a:pt x="1952482" y="168909"/>
                  </a:lnTo>
                  <a:lnTo>
                    <a:pt x="1952487" y="168914"/>
                  </a:lnTo>
                  <a:lnTo>
                    <a:pt x="1952506" y="168939"/>
                  </a:lnTo>
                  <a:lnTo>
                    <a:pt x="1952550" y="169035"/>
                  </a:lnTo>
                  <a:lnTo>
                    <a:pt x="1952571" y="169041"/>
                  </a:lnTo>
                  <a:lnTo>
                    <a:pt x="1952617" y="169053"/>
                  </a:lnTo>
                  <a:lnTo>
                    <a:pt x="1952644" y="169060"/>
                  </a:lnTo>
                  <a:lnTo>
                    <a:pt x="1952689" y="169073"/>
                  </a:lnTo>
                  <a:lnTo>
                    <a:pt x="1952722" y="169082"/>
                  </a:lnTo>
                  <a:lnTo>
                    <a:pt x="1952746" y="169085"/>
                  </a:lnTo>
                  <a:lnTo>
                    <a:pt x="1952779" y="169088"/>
                  </a:lnTo>
                  <a:lnTo>
                    <a:pt x="1952831" y="169089"/>
                  </a:lnTo>
                  <a:lnTo>
                    <a:pt x="1952865" y="169074"/>
                  </a:lnTo>
                  <a:lnTo>
                    <a:pt x="1952940" y="169043"/>
                  </a:lnTo>
                  <a:lnTo>
                    <a:pt x="1952959" y="169035"/>
                  </a:lnTo>
                  <a:lnTo>
                    <a:pt x="1952974" y="169013"/>
                  </a:lnTo>
                  <a:lnTo>
                    <a:pt x="1953006" y="168967"/>
                  </a:lnTo>
                  <a:lnTo>
                    <a:pt x="1953029" y="168847"/>
                  </a:lnTo>
                  <a:lnTo>
                    <a:pt x="1953037" y="168807"/>
                  </a:lnTo>
                  <a:lnTo>
                    <a:pt x="1953054" y="168718"/>
                  </a:lnTo>
                  <a:lnTo>
                    <a:pt x="1953085" y="168571"/>
                  </a:lnTo>
                  <a:lnTo>
                    <a:pt x="1953099" y="168530"/>
                  </a:lnTo>
                  <a:lnTo>
                    <a:pt x="1953152" y="168476"/>
                  </a:lnTo>
                  <a:lnTo>
                    <a:pt x="1953193" y="168454"/>
                  </a:lnTo>
                  <a:lnTo>
                    <a:pt x="1953215" y="168438"/>
                  </a:lnTo>
                  <a:lnTo>
                    <a:pt x="1953317" y="168368"/>
                  </a:lnTo>
                  <a:lnTo>
                    <a:pt x="1953419" y="168297"/>
                  </a:lnTo>
                  <a:lnTo>
                    <a:pt x="1953436" y="168286"/>
                  </a:lnTo>
                  <a:lnTo>
                    <a:pt x="1953458" y="168275"/>
                  </a:lnTo>
                  <a:lnTo>
                    <a:pt x="1953497" y="168257"/>
                  </a:lnTo>
                  <a:lnTo>
                    <a:pt x="1953556" y="168234"/>
                  </a:lnTo>
                  <a:lnTo>
                    <a:pt x="1953594" y="168220"/>
                  </a:lnTo>
                  <a:lnTo>
                    <a:pt x="1953625" y="168212"/>
                  </a:lnTo>
                  <a:lnTo>
                    <a:pt x="1953656" y="168208"/>
                  </a:lnTo>
                  <a:lnTo>
                    <a:pt x="1953672" y="168188"/>
                  </a:lnTo>
                  <a:lnTo>
                    <a:pt x="1953679" y="168175"/>
                  </a:lnTo>
                  <a:lnTo>
                    <a:pt x="1953711" y="168079"/>
                  </a:lnTo>
                  <a:lnTo>
                    <a:pt x="1953736" y="167941"/>
                  </a:lnTo>
                  <a:lnTo>
                    <a:pt x="1953758" y="167866"/>
                  </a:lnTo>
                  <a:lnTo>
                    <a:pt x="1953806" y="167846"/>
                  </a:lnTo>
                  <a:lnTo>
                    <a:pt x="1953881" y="167828"/>
                  </a:lnTo>
                  <a:lnTo>
                    <a:pt x="1953946" y="167801"/>
                  </a:lnTo>
                  <a:lnTo>
                    <a:pt x="1954047" y="167765"/>
                  </a:lnTo>
                  <a:lnTo>
                    <a:pt x="1954052" y="167764"/>
                  </a:lnTo>
                  <a:lnTo>
                    <a:pt x="1954125" y="167756"/>
                  </a:lnTo>
                  <a:lnTo>
                    <a:pt x="1954235" y="167750"/>
                  </a:lnTo>
                  <a:lnTo>
                    <a:pt x="1954312" y="167744"/>
                  </a:lnTo>
                  <a:lnTo>
                    <a:pt x="1954339" y="167735"/>
                  </a:lnTo>
                  <a:lnTo>
                    <a:pt x="1954363" y="167717"/>
                  </a:lnTo>
                  <a:lnTo>
                    <a:pt x="1954364" y="167708"/>
                  </a:lnTo>
                  <a:lnTo>
                    <a:pt x="1954396" y="167692"/>
                  </a:lnTo>
                  <a:lnTo>
                    <a:pt x="1954503" y="167507"/>
                  </a:lnTo>
                  <a:lnTo>
                    <a:pt x="1954517" y="167487"/>
                  </a:lnTo>
                  <a:lnTo>
                    <a:pt x="1954584" y="167393"/>
                  </a:lnTo>
                  <a:lnTo>
                    <a:pt x="1954633" y="167368"/>
                  </a:lnTo>
                  <a:lnTo>
                    <a:pt x="1954673" y="167356"/>
                  </a:lnTo>
                  <a:lnTo>
                    <a:pt x="1954711" y="167353"/>
                  </a:lnTo>
                  <a:lnTo>
                    <a:pt x="1954756" y="167361"/>
                  </a:lnTo>
                  <a:lnTo>
                    <a:pt x="1954789" y="167374"/>
                  </a:lnTo>
                  <a:lnTo>
                    <a:pt x="1954803" y="167389"/>
                  </a:lnTo>
                  <a:lnTo>
                    <a:pt x="1954806" y="167405"/>
                  </a:lnTo>
                  <a:lnTo>
                    <a:pt x="1954966" y="167453"/>
                  </a:lnTo>
                  <a:lnTo>
                    <a:pt x="1955081" y="167465"/>
                  </a:lnTo>
                  <a:lnTo>
                    <a:pt x="1955155" y="167472"/>
                  </a:lnTo>
                  <a:lnTo>
                    <a:pt x="1955256" y="167453"/>
                  </a:lnTo>
                  <a:lnTo>
                    <a:pt x="1955339" y="167396"/>
                  </a:lnTo>
                  <a:lnTo>
                    <a:pt x="1955349" y="167389"/>
                  </a:lnTo>
                  <a:lnTo>
                    <a:pt x="1955435" y="167245"/>
                  </a:lnTo>
                  <a:lnTo>
                    <a:pt x="1955438" y="167201"/>
                  </a:lnTo>
                  <a:lnTo>
                    <a:pt x="1955444" y="167089"/>
                  </a:lnTo>
                  <a:lnTo>
                    <a:pt x="1955449" y="167000"/>
                  </a:lnTo>
                  <a:lnTo>
                    <a:pt x="1955476" y="166690"/>
                  </a:lnTo>
                  <a:lnTo>
                    <a:pt x="1955482" y="166624"/>
                  </a:lnTo>
                  <a:lnTo>
                    <a:pt x="1955430" y="166115"/>
                  </a:lnTo>
                  <a:lnTo>
                    <a:pt x="1955421" y="166096"/>
                  </a:lnTo>
                  <a:lnTo>
                    <a:pt x="1955433" y="166031"/>
                  </a:lnTo>
                  <a:lnTo>
                    <a:pt x="1955485" y="165995"/>
                  </a:lnTo>
                  <a:lnTo>
                    <a:pt x="1955572" y="165996"/>
                  </a:lnTo>
                  <a:lnTo>
                    <a:pt x="1955992" y="165998"/>
                  </a:lnTo>
                  <a:lnTo>
                    <a:pt x="1956282" y="165855"/>
                  </a:lnTo>
                  <a:lnTo>
                    <a:pt x="1956414" y="165731"/>
                  </a:lnTo>
                  <a:lnTo>
                    <a:pt x="1956452" y="165593"/>
                  </a:lnTo>
                  <a:lnTo>
                    <a:pt x="1956458" y="165455"/>
                  </a:lnTo>
                  <a:lnTo>
                    <a:pt x="1956462" y="165351"/>
                  </a:lnTo>
                  <a:lnTo>
                    <a:pt x="1956387" y="165257"/>
                  </a:lnTo>
                  <a:lnTo>
                    <a:pt x="1956297" y="165128"/>
                  </a:lnTo>
                  <a:lnTo>
                    <a:pt x="1956218" y="164981"/>
                  </a:lnTo>
                  <a:lnTo>
                    <a:pt x="1956235" y="164897"/>
                  </a:lnTo>
                  <a:lnTo>
                    <a:pt x="1956237" y="164889"/>
                  </a:lnTo>
                  <a:lnTo>
                    <a:pt x="1956267" y="164824"/>
                  </a:lnTo>
                  <a:lnTo>
                    <a:pt x="1956423" y="164776"/>
                  </a:lnTo>
                  <a:lnTo>
                    <a:pt x="1956746" y="164739"/>
                  </a:lnTo>
                  <a:lnTo>
                    <a:pt x="1956946" y="164744"/>
                  </a:lnTo>
                  <a:lnTo>
                    <a:pt x="1957196" y="164764"/>
                  </a:lnTo>
                  <a:lnTo>
                    <a:pt x="1957266" y="164757"/>
                  </a:lnTo>
                  <a:lnTo>
                    <a:pt x="1957448" y="164740"/>
                  </a:lnTo>
                  <a:lnTo>
                    <a:pt x="1957552" y="164707"/>
                  </a:lnTo>
                  <a:lnTo>
                    <a:pt x="1957569" y="164657"/>
                  </a:lnTo>
                  <a:lnTo>
                    <a:pt x="1957558" y="164620"/>
                  </a:lnTo>
                  <a:lnTo>
                    <a:pt x="1957516" y="164568"/>
                  </a:lnTo>
                  <a:lnTo>
                    <a:pt x="1957485" y="164529"/>
                  </a:lnTo>
                  <a:lnTo>
                    <a:pt x="1957463" y="164519"/>
                  </a:lnTo>
                  <a:lnTo>
                    <a:pt x="1957435" y="164502"/>
                  </a:lnTo>
                  <a:lnTo>
                    <a:pt x="1957395" y="164472"/>
                  </a:lnTo>
                  <a:lnTo>
                    <a:pt x="1957381" y="164457"/>
                  </a:lnTo>
                  <a:lnTo>
                    <a:pt x="1957379" y="164451"/>
                  </a:lnTo>
                  <a:lnTo>
                    <a:pt x="1957376" y="164443"/>
                  </a:lnTo>
                  <a:lnTo>
                    <a:pt x="1957373" y="164438"/>
                  </a:lnTo>
                  <a:lnTo>
                    <a:pt x="1957351" y="164397"/>
                  </a:lnTo>
                  <a:lnTo>
                    <a:pt x="1957346" y="164389"/>
                  </a:lnTo>
                  <a:lnTo>
                    <a:pt x="1957342" y="164382"/>
                  </a:lnTo>
                  <a:lnTo>
                    <a:pt x="1957340" y="164368"/>
                  </a:lnTo>
                  <a:lnTo>
                    <a:pt x="1957325" y="164346"/>
                  </a:lnTo>
                  <a:lnTo>
                    <a:pt x="1957281" y="164281"/>
                  </a:lnTo>
                  <a:lnTo>
                    <a:pt x="1957272" y="164269"/>
                  </a:lnTo>
                  <a:lnTo>
                    <a:pt x="1957258" y="164261"/>
                  </a:lnTo>
                  <a:lnTo>
                    <a:pt x="1957096" y="164045"/>
                  </a:lnTo>
                  <a:lnTo>
                    <a:pt x="1957050" y="163949"/>
                  </a:lnTo>
                  <a:lnTo>
                    <a:pt x="1957075" y="163840"/>
                  </a:lnTo>
                  <a:lnTo>
                    <a:pt x="1957159" y="163723"/>
                  </a:lnTo>
                  <a:lnTo>
                    <a:pt x="1957325" y="163626"/>
                  </a:lnTo>
                  <a:lnTo>
                    <a:pt x="1957540" y="163514"/>
                  </a:lnTo>
                  <a:lnTo>
                    <a:pt x="1957920" y="163411"/>
                  </a:lnTo>
                  <a:lnTo>
                    <a:pt x="1958010" y="163386"/>
                  </a:lnTo>
                  <a:lnTo>
                    <a:pt x="1958083" y="163358"/>
                  </a:lnTo>
                  <a:lnTo>
                    <a:pt x="1958160" y="163329"/>
                  </a:lnTo>
                  <a:lnTo>
                    <a:pt x="1958186" y="163307"/>
                  </a:lnTo>
                  <a:lnTo>
                    <a:pt x="1958213" y="163265"/>
                  </a:lnTo>
                  <a:lnTo>
                    <a:pt x="1958229" y="163229"/>
                  </a:lnTo>
                  <a:lnTo>
                    <a:pt x="1958226" y="163205"/>
                  </a:lnTo>
                  <a:lnTo>
                    <a:pt x="1958214" y="163187"/>
                  </a:lnTo>
                  <a:lnTo>
                    <a:pt x="1958203" y="163175"/>
                  </a:lnTo>
                  <a:lnTo>
                    <a:pt x="1957882" y="162964"/>
                  </a:lnTo>
                  <a:lnTo>
                    <a:pt x="1957723" y="162860"/>
                  </a:lnTo>
                  <a:lnTo>
                    <a:pt x="1957718" y="162856"/>
                  </a:lnTo>
                  <a:lnTo>
                    <a:pt x="1957613" y="162787"/>
                  </a:lnTo>
                  <a:lnTo>
                    <a:pt x="1957224" y="162523"/>
                  </a:lnTo>
                  <a:lnTo>
                    <a:pt x="1957200" y="162508"/>
                  </a:lnTo>
                  <a:lnTo>
                    <a:pt x="1957167" y="162507"/>
                  </a:lnTo>
                  <a:lnTo>
                    <a:pt x="1957143" y="162508"/>
                  </a:lnTo>
                  <a:lnTo>
                    <a:pt x="1957103" y="162520"/>
                  </a:lnTo>
                  <a:lnTo>
                    <a:pt x="1957049" y="162528"/>
                  </a:lnTo>
                  <a:lnTo>
                    <a:pt x="1957004" y="162527"/>
                  </a:lnTo>
                  <a:lnTo>
                    <a:pt x="1956955" y="162515"/>
                  </a:lnTo>
                  <a:lnTo>
                    <a:pt x="1956921" y="162492"/>
                  </a:lnTo>
                  <a:lnTo>
                    <a:pt x="1956909" y="162484"/>
                  </a:lnTo>
                  <a:lnTo>
                    <a:pt x="1956881" y="162447"/>
                  </a:lnTo>
                  <a:lnTo>
                    <a:pt x="1956879" y="162441"/>
                  </a:lnTo>
                  <a:lnTo>
                    <a:pt x="1956869" y="162401"/>
                  </a:lnTo>
                  <a:lnTo>
                    <a:pt x="1956849" y="162260"/>
                  </a:lnTo>
                  <a:lnTo>
                    <a:pt x="1956838" y="162248"/>
                  </a:lnTo>
                  <a:lnTo>
                    <a:pt x="1956825" y="162244"/>
                  </a:lnTo>
                  <a:lnTo>
                    <a:pt x="1956788" y="162246"/>
                  </a:lnTo>
                  <a:lnTo>
                    <a:pt x="1956728" y="162267"/>
                  </a:lnTo>
                  <a:lnTo>
                    <a:pt x="1956697" y="162281"/>
                  </a:lnTo>
                  <a:lnTo>
                    <a:pt x="1956644" y="162283"/>
                  </a:lnTo>
                  <a:lnTo>
                    <a:pt x="1956609" y="162279"/>
                  </a:lnTo>
                  <a:lnTo>
                    <a:pt x="1956579" y="162269"/>
                  </a:lnTo>
                  <a:lnTo>
                    <a:pt x="1956542" y="162250"/>
                  </a:lnTo>
                  <a:lnTo>
                    <a:pt x="1956504" y="162215"/>
                  </a:lnTo>
                  <a:lnTo>
                    <a:pt x="1956473" y="162160"/>
                  </a:lnTo>
                  <a:lnTo>
                    <a:pt x="1956448" y="162108"/>
                  </a:lnTo>
                  <a:lnTo>
                    <a:pt x="1956444" y="162048"/>
                  </a:lnTo>
                  <a:lnTo>
                    <a:pt x="1956447" y="162021"/>
                  </a:lnTo>
                  <a:lnTo>
                    <a:pt x="1956456" y="161995"/>
                  </a:lnTo>
                  <a:lnTo>
                    <a:pt x="1956482" y="161979"/>
                  </a:lnTo>
                  <a:lnTo>
                    <a:pt x="1956564" y="161886"/>
                  </a:lnTo>
                  <a:lnTo>
                    <a:pt x="1956672" y="161762"/>
                  </a:lnTo>
                  <a:lnTo>
                    <a:pt x="1956689" y="161728"/>
                  </a:lnTo>
                  <a:lnTo>
                    <a:pt x="1956691" y="161703"/>
                  </a:lnTo>
                  <a:lnTo>
                    <a:pt x="1956688" y="161669"/>
                  </a:lnTo>
                  <a:lnTo>
                    <a:pt x="1956652" y="161614"/>
                  </a:lnTo>
                  <a:lnTo>
                    <a:pt x="1956612" y="161573"/>
                  </a:lnTo>
                  <a:lnTo>
                    <a:pt x="1956595" y="161547"/>
                  </a:lnTo>
                  <a:lnTo>
                    <a:pt x="1956595" y="161523"/>
                  </a:lnTo>
                  <a:lnTo>
                    <a:pt x="1956596" y="161504"/>
                  </a:lnTo>
                  <a:lnTo>
                    <a:pt x="1956649" y="161301"/>
                  </a:lnTo>
                  <a:lnTo>
                    <a:pt x="1956679" y="161273"/>
                  </a:lnTo>
                  <a:lnTo>
                    <a:pt x="1956772" y="161109"/>
                  </a:lnTo>
                  <a:lnTo>
                    <a:pt x="1956779" y="161079"/>
                  </a:lnTo>
                  <a:lnTo>
                    <a:pt x="1956819" y="161040"/>
                  </a:lnTo>
                  <a:lnTo>
                    <a:pt x="1956858" y="161022"/>
                  </a:lnTo>
                  <a:lnTo>
                    <a:pt x="1956974" y="161007"/>
                  </a:lnTo>
                  <a:lnTo>
                    <a:pt x="1957056" y="160994"/>
                  </a:lnTo>
                  <a:lnTo>
                    <a:pt x="1957293" y="160916"/>
                  </a:lnTo>
                  <a:lnTo>
                    <a:pt x="1957335" y="160899"/>
                  </a:lnTo>
                  <a:lnTo>
                    <a:pt x="1957355" y="160877"/>
                  </a:lnTo>
                  <a:lnTo>
                    <a:pt x="1957360" y="160853"/>
                  </a:lnTo>
                  <a:lnTo>
                    <a:pt x="1957359" y="160827"/>
                  </a:lnTo>
                  <a:lnTo>
                    <a:pt x="1957324" y="160791"/>
                  </a:lnTo>
                  <a:lnTo>
                    <a:pt x="1957268" y="160744"/>
                  </a:lnTo>
                  <a:lnTo>
                    <a:pt x="1957235" y="160690"/>
                  </a:lnTo>
                  <a:lnTo>
                    <a:pt x="1957232" y="160660"/>
                  </a:lnTo>
                  <a:lnTo>
                    <a:pt x="1957241" y="160616"/>
                  </a:lnTo>
                  <a:lnTo>
                    <a:pt x="1957267" y="160542"/>
                  </a:lnTo>
                  <a:lnTo>
                    <a:pt x="1957276" y="160493"/>
                  </a:lnTo>
                  <a:lnTo>
                    <a:pt x="1957267" y="160460"/>
                  </a:lnTo>
                  <a:lnTo>
                    <a:pt x="1957237" y="160425"/>
                  </a:lnTo>
                  <a:lnTo>
                    <a:pt x="1957204" y="160389"/>
                  </a:lnTo>
                  <a:lnTo>
                    <a:pt x="1957171" y="160352"/>
                  </a:lnTo>
                  <a:lnTo>
                    <a:pt x="1957159" y="160322"/>
                  </a:lnTo>
                  <a:lnTo>
                    <a:pt x="1957159" y="160291"/>
                  </a:lnTo>
                  <a:lnTo>
                    <a:pt x="1957189" y="160248"/>
                  </a:lnTo>
                  <a:lnTo>
                    <a:pt x="1957234" y="160215"/>
                  </a:lnTo>
                  <a:lnTo>
                    <a:pt x="1957271" y="160201"/>
                  </a:lnTo>
                  <a:lnTo>
                    <a:pt x="1957319" y="160199"/>
                  </a:lnTo>
                  <a:lnTo>
                    <a:pt x="1957357" y="160204"/>
                  </a:lnTo>
                  <a:lnTo>
                    <a:pt x="1957401" y="160223"/>
                  </a:lnTo>
                  <a:lnTo>
                    <a:pt x="1957441" y="160252"/>
                  </a:lnTo>
                  <a:lnTo>
                    <a:pt x="1957480" y="160285"/>
                  </a:lnTo>
                  <a:lnTo>
                    <a:pt x="1957510" y="160317"/>
                  </a:lnTo>
                  <a:lnTo>
                    <a:pt x="1957548" y="160349"/>
                  </a:lnTo>
                  <a:lnTo>
                    <a:pt x="1957564" y="160361"/>
                  </a:lnTo>
                  <a:lnTo>
                    <a:pt x="1957594" y="160367"/>
                  </a:lnTo>
                  <a:lnTo>
                    <a:pt x="1957617" y="160365"/>
                  </a:lnTo>
                  <a:lnTo>
                    <a:pt x="1957646" y="160347"/>
                  </a:lnTo>
                  <a:lnTo>
                    <a:pt x="1957674" y="160313"/>
                  </a:lnTo>
                  <a:lnTo>
                    <a:pt x="1957685" y="160276"/>
                  </a:lnTo>
                  <a:lnTo>
                    <a:pt x="1957689" y="160192"/>
                  </a:lnTo>
                  <a:lnTo>
                    <a:pt x="1957690" y="160139"/>
                  </a:lnTo>
                  <a:lnTo>
                    <a:pt x="1957675" y="160090"/>
                  </a:lnTo>
                  <a:lnTo>
                    <a:pt x="1957640" y="160048"/>
                  </a:lnTo>
                  <a:lnTo>
                    <a:pt x="1957597" y="160011"/>
                  </a:lnTo>
                  <a:lnTo>
                    <a:pt x="1957541" y="159990"/>
                  </a:lnTo>
                  <a:lnTo>
                    <a:pt x="1957466" y="159976"/>
                  </a:lnTo>
                  <a:lnTo>
                    <a:pt x="1957403" y="159973"/>
                  </a:lnTo>
                  <a:lnTo>
                    <a:pt x="1957321" y="159986"/>
                  </a:lnTo>
                  <a:lnTo>
                    <a:pt x="1957213" y="160015"/>
                  </a:lnTo>
                  <a:lnTo>
                    <a:pt x="1957150" y="160017"/>
                  </a:lnTo>
                  <a:lnTo>
                    <a:pt x="1957126" y="160014"/>
                  </a:lnTo>
                  <a:lnTo>
                    <a:pt x="1957089" y="159989"/>
                  </a:lnTo>
                  <a:lnTo>
                    <a:pt x="1957048" y="159961"/>
                  </a:lnTo>
                  <a:lnTo>
                    <a:pt x="1957034" y="159939"/>
                  </a:lnTo>
                  <a:lnTo>
                    <a:pt x="1957034" y="159913"/>
                  </a:lnTo>
                  <a:lnTo>
                    <a:pt x="1957041" y="159888"/>
                  </a:lnTo>
                  <a:lnTo>
                    <a:pt x="1957125" y="159638"/>
                  </a:lnTo>
                  <a:lnTo>
                    <a:pt x="1957140" y="159611"/>
                  </a:lnTo>
                  <a:lnTo>
                    <a:pt x="1957184" y="159586"/>
                  </a:lnTo>
                  <a:lnTo>
                    <a:pt x="1957240" y="159572"/>
                  </a:lnTo>
                  <a:lnTo>
                    <a:pt x="1957316" y="159571"/>
                  </a:lnTo>
                  <a:lnTo>
                    <a:pt x="1957365" y="159567"/>
                  </a:lnTo>
                  <a:lnTo>
                    <a:pt x="1957400" y="159556"/>
                  </a:lnTo>
                  <a:lnTo>
                    <a:pt x="1957416" y="159544"/>
                  </a:lnTo>
                  <a:lnTo>
                    <a:pt x="1957422" y="159520"/>
                  </a:lnTo>
                  <a:lnTo>
                    <a:pt x="1957400" y="159287"/>
                  </a:lnTo>
                  <a:lnTo>
                    <a:pt x="1957395" y="159277"/>
                  </a:lnTo>
                  <a:lnTo>
                    <a:pt x="1957377" y="159258"/>
                  </a:lnTo>
                  <a:lnTo>
                    <a:pt x="1957321" y="159250"/>
                  </a:lnTo>
                  <a:lnTo>
                    <a:pt x="1957252" y="159243"/>
                  </a:lnTo>
                  <a:lnTo>
                    <a:pt x="1957155" y="159246"/>
                  </a:lnTo>
                  <a:lnTo>
                    <a:pt x="1957089" y="159265"/>
                  </a:lnTo>
                  <a:lnTo>
                    <a:pt x="1957042" y="159281"/>
                  </a:lnTo>
                  <a:lnTo>
                    <a:pt x="1957015" y="159283"/>
                  </a:lnTo>
                  <a:lnTo>
                    <a:pt x="1956982" y="159275"/>
                  </a:lnTo>
                  <a:lnTo>
                    <a:pt x="1956956" y="159263"/>
                  </a:lnTo>
                  <a:lnTo>
                    <a:pt x="1956902" y="159157"/>
                  </a:lnTo>
                  <a:lnTo>
                    <a:pt x="1956829" y="159137"/>
                  </a:lnTo>
                  <a:lnTo>
                    <a:pt x="1956792" y="159121"/>
                  </a:lnTo>
                  <a:lnTo>
                    <a:pt x="1956748" y="159098"/>
                  </a:lnTo>
                  <a:lnTo>
                    <a:pt x="1956712" y="159057"/>
                  </a:lnTo>
                  <a:lnTo>
                    <a:pt x="1956711" y="159049"/>
                  </a:lnTo>
                  <a:lnTo>
                    <a:pt x="1956706" y="159006"/>
                  </a:lnTo>
                  <a:lnTo>
                    <a:pt x="1956722" y="158969"/>
                  </a:lnTo>
                  <a:lnTo>
                    <a:pt x="1956774" y="158924"/>
                  </a:lnTo>
                  <a:lnTo>
                    <a:pt x="1956848" y="158899"/>
                  </a:lnTo>
                  <a:lnTo>
                    <a:pt x="1956926" y="158880"/>
                  </a:lnTo>
                  <a:lnTo>
                    <a:pt x="1957009" y="158875"/>
                  </a:lnTo>
                  <a:lnTo>
                    <a:pt x="1957401" y="158852"/>
                  </a:lnTo>
                  <a:lnTo>
                    <a:pt x="1957512" y="158847"/>
                  </a:lnTo>
                  <a:lnTo>
                    <a:pt x="1957598" y="158852"/>
                  </a:lnTo>
                  <a:lnTo>
                    <a:pt x="1957664" y="158867"/>
                  </a:lnTo>
                  <a:lnTo>
                    <a:pt x="1957733" y="158879"/>
                  </a:lnTo>
                  <a:lnTo>
                    <a:pt x="1957773" y="158883"/>
                  </a:lnTo>
                  <a:lnTo>
                    <a:pt x="1957806" y="158883"/>
                  </a:lnTo>
                  <a:lnTo>
                    <a:pt x="1957833" y="158875"/>
                  </a:lnTo>
                  <a:lnTo>
                    <a:pt x="1957851" y="158862"/>
                  </a:lnTo>
                  <a:lnTo>
                    <a:pt x="1957861" y="158843"/>
                  </a:lnTo>
                  <a:lnTo>
                    <a:pt x="1957865" y="158819"/>
                  </a:lnTo>
                  <a:lnTo>
                    <a:pt x="1957863" y="158772"/>
                  </a:lnTo>
                  <a:lnTo>
                    <a:pt x="1957837" y="158736"/>
                  </a:lnTo>
                  <a:lnTo>
                    <a:pt x="1957735" y="158659"/>
                  </a:lnTo>
                  <a:lnTo>
                    <a:pt x="1957696" y="158623"/>
                  </a:lnTo>
                  <a:lnTo>
                    <a:pt x="1957673" y="158592"/>
                  </a:lnTo>
                  <a:lnTo>
                    <a:pt x="1957669" y="158556"/>
                  </a:lnTo>
                  <a:lnTo>
                    <a:pt x="1957687" y="158267"/>
                  </a:lnTo>
                  <a:lnTo>
                    <a:pt x="1957701" y="158231"/>
                  </a:lnTo>
                  <a:lnTo>
                    <a:pt x="1957819" y="157983"/>
                  </a:lnTo>
                  <a:lnTo>
                    <a:pt x="1957837" y="157954"/>
                  </a:lnTo>
                  <a:lnTo>
                    <a:pt x="1958019" y="157861"/>
                  </a:lnTo>
                  <a:lnTo>
                    <a:pt x="1958060" y="157845"/>
                  </a:lnTo>
                  <a:lnTo>
                    <a:pt x="1958140" y="157824"/>
                  </a:lnTo>
                  <a:lnTo>
                    <a:pt x="1958254" y="157797"/>
                  </a:lnTo>
                  <a:lnTo>
                    <a:pt x="1958320" y="157796"/>
                  </a:lnTo>
                  <a:lnTo>
                    <a:pt x="1958393" y="157795"/>
                  </a:lnTo>
                  <a:lnTo>
                    <a:pt x="1958521" y="157774"/>
                  </a:lnTo>
                  <a:lnTo>
                    <a:pt x="1958560" y="157753"/>
                  </a:lnTo>
                  <a:lnTo>
                    <a:pt x="1958656" y="157697"/>
                  </a:lnTo>
                  <a:lnTo>
                    <a:pt x="1958754" y="157631"/>
                  </a:lnTo>
                  <a:lnTo>
                    <a:pt x="1958830" y="157575"/>
                  </a:lnTo>
                  <a:lnTo>
                    <a:pt x="1958847" y="157542"/>
                  </a:lnTo>
                  <a:lnTo>
                    <a:pt x="1958854" y="157491"/>
                  </a:lnTo>
                  <a:lnTo>
                    <a:pt x="1958873" y="157355"/>
                  </a:lnTo>
                  <a:lnTo>
                    <a:pt x="1958888" y="157310"/>
                  </a:lnTo>
                  <a:lnTo>
                    <a:pt x="1958919" y="157277"/>
                  </a:lnTo>
                  <a:lnTo>
                    <a:pt x="1958958" y="157249"/>
                  </a:lnTo>
                  <a:lnTo>
                    <a:pt x="1959064" y="157213"/>
                  </a:lnTo>
                  <a:lnTo>
                    <a:pt x="1959152" y="157195"/>
                  </a:lnTo>
                  <a:lnTo>
                    <a:pt x="1959231" y="157190"/>
                  </a:lnTo>
                  <a:lnTo>
                    <a:pt x="1959279" y="157181"/>
                  </a:lnTo>
                  <a:lnTo>
                    <a:pt x="1959308" y="157166"/>
                  </a:lnTo>
                  <a:lnTo>
                    <a:pt x="1959331" y="157143"/>
                  </a:lnTo>
                  <a:lnTo>
                    <a:pt x="1959338" y="157113"/>
                  </a:lnTo>
                  <a:lnTo>
                    <a:pt x="1959331" y="157081"/>
                  </a:lnTo>
                  <a:lnTo>
                    <a:pt x="1959318" y="157063"/>
                  </a:lnTo>
                  <a:lnTo>
                    <a:pt x="1959260" y="157036"/>
                  </a:lnTo>
                  <a:lnTo>
                    <a:pt x="1959165" y="157009"/>
                  </a:lnTo>
                  <a:lnTo>
                    <a:pt x="1959027" y="156993"/>
                  </a:lnTo>
                  <a:lnTo>
                    <a:pt x="1958969" y="156992"/>
                  </a:lnTo>
                  <a:lnTo>
                    <a:pt x="1958868" y="157010"/>
                  </a:lnTo>
                  <a:lnTo>
                    <a:pt x="1958706" y="157040"/>
                  </a:lnTo>
                  <a:lnTo>
                    <a:pt x="1958657" y="157040"/>
                  </a:lnTo>
                  <a:lnTo>
                    <a:pt x="1958608" y="157035"/>
                  </a:lnTo>
                  <a:lnTo>
                    <a:pt x="1958520" y="157019"/>
                  </a:lnTo>
                  <a:lnTo>
                    <a:pt x="1958409" y="156992"/>
                  </a:lnTo>
                  <a:lnTo>
                    <a:pt x="1958286" y="156932"/>
                  </a:lnTo>
                  <a:lnTo>
                    <a:pt x="1958188" y="156860"/>
                  </a:lnTo>
                  <a:lnTo>
                    <a:pt x="1958152" y="156814"/>
                  </a:lnTo>
                  <a:lnTo>
                    <a:pt x="1958139" y="156769"/>
                  </a:lnTo>
                  <a:lnTo>
                    <a:pt x="1958155" y="156725"/>
                  </a:lnTo>
                  <a:lnTo>
                    <a:pt x="1958183" y="156689"/>
                  </a:lnTo>
                  <a:lnTo>
                    <a:pt x="1958246" y="156644"/>
                  </a:lnTo>
                  <a:lnTo>
                    <a:pt x="1958307" y="156620"/>
                  </a:lnTo>
                  <a:lnTo>
                    <a:pt x="1958359" y="156619"/>
                  </a:lnTo>
                  <a:lnTo>
                    <a:pt x="1958436" y="156626"/>
                  </a:lnTo>
                  <a:lnTo>
                    <a:pt x="1958527" y="156632"/>
                  </a:lnTo>
                  <a:lnTo>
                    <a:pt x="1958604" y="156628"/>
                  </a:lnTo>
                  <a:lnTo>
                    <a:pt x="1958660" y="156612"/>
                  </a:lnTo>
                  <a:lnTo>
                    <a:pt x="1958698" y="156593"/>
                  </a:lnTo>
                  <a:lnTo>
                    <a:pt x="1958718" y="156568"/>
                  </a:lnTo>
                  <a:lnTo>
                    <a:pt x="1958723" y="156534"/>
                  </a:lnTo>
                  <a:lnTo>
                    <a:pt x="1958720" y="156193"/>
                  </a:lnTo>
                  <a:lnTo>
                    <a:pt x="1958718" y="156177"/>
                  </a:lnTo>
                  <a:lnTo>
                    <a:pt x="1958705" y="156154"/>
                  </a:lnTo>
                  <a:lnTo>
                    <a:pt x="1958682" y="156128"/>
                  </a:lnTo>
                  <a:lnTo>
                    <a:pt x="1958660" y="156106"/>
                  </a:lnTo>
                  <a:lnTo>
                    <a:pt x="1958644" y="156092"/>
                  </a:lnTo>
                  <a:lnTo>
                    <a:pt x="1958625" y="156083"/>
                  </a:lnTo>
                  <a:lnTo>
                    <a:pt x="1958594" y="156072"/>
                  </a:lnTo>
                  <a:lnTo>
                    <a:pt x="1958539" y="156056"/>
                  </a:lnTo>
                  <a:lnTo>
                    <a:pt x="1958504" y="156047"/>
                  </a:lnTo>
                  <a:lnTo>
                    <a:pt x="1958425" y="156042"/>
                  </a:lnTo>
                  <a:lnTo>
                    <a:pt x="1958387" y="156041"/>
                  </a:lnTo>
                  <a:lnTo>
                    <a:pt x="1958346" y="156038"/>
                  </a:lnTo>
                  <a:lnTo>
                    <a:pt x="1958293" y="156028"/>
                  </a:lnTo>
                  <a:lnTo>
                    <a:pt x="1958272" y="156019"/>
                  </a:lnTo>
                  <a:lnTo>
                    <a:pt x="1958254" y="156004"/>
                  </a:lnTo>
                  <a:lnTo>
                    <a:pt x="1958237" y="155992"/>
                  </a:lnTo>
                  <a:lnTo>
                    <a:pt x="1958219" y="155974"/>
                  </a:lnTo>
                  <a:lnTo>
                    <a:pt x="1958206" y="155955"/>
                  </a:lnTo>
                  <a:lnTo>
                    <a:pt x="1958190" y="155932"/>
                  </a:lnTo>
                  <a:lnTo>
                    <a:pt x="1958177" y="155900"/>
                  </a:lnTo>
                  <a:lnTo>
                    <a:pt x="1958174" y="155876"/>
                  </a:lnTo>
                  <a:lnTo>
                    <a:pt x="1958188" y="155849"/>
                  </a:lnTo>
                  <a:lnTo>
                    <a:pt x="1958219" y="155824"/>
                  </a:lnTo>
                  <a:lnTo>
                    <a:pt x="1958252" y="155807"/>
                  </a:lnTo>
                  <a:lnTo>
                    <a:pt x="1958298" y="155793"/>
                  </a:lnTo>
                  <a:lnTo>
                    <a:pt x="1958323" y="155790"/>
                  </a:lnTo>
                  <a:lnTo>
                    <a:pt x="1958365" y="155790"/>
                  </a:lnTo>
                  <a:lnTo>
                    <a:pt x="1958426" y="155804"/>
                  </a:lnTo>
                  <a:lnTo>
                    <a:pt x="1958470" y="155810"/>
                  </a:lnTo>
                  <a:lnTo>
                    <a:pt x="1958494" y="155811"/>
                  </a:lnTo>
                  <a:lnTo>
                    <a:pt x="1958532" y="155805"/>
                  </a:lnTo>
                  <a:lnTo>
                    <a:pt x="1958573" y="155795"/>
                  </a:lnTo>
                  <a:lnTo>
                    <a:pt x="1958596" y="155782"/>
                  </a:lnTo>
                  <a:lnTo>
                    <a:pt x="1958606" y="155753"/>
                  </a:lnTo>
                  <a:lnTo>
                    <a:pt x="1958608" y="155732"/>
                  </a:lnTo>
                  <a:lnTo>
                    <a:pt x="1958602" y="155715"/>
                  </a:lnTo>
                  <a:lnTo>
                    <a:pt x="1958578" y="155699"/>
                  </a:lnTo>
                  <a:lnTo>
                    <a:pt x="1958549" y="155691"/>
                  </a:lnTo>
                  <a:lnTo>
                    <a:pt x="1958510" y="155686"/>
                  </a:lnTo>
                  <a:lnTo>
                    <a:pt x="1958435" y="155679"/>
                  </a:lnTo>
                  <a:lnTo>
                    <a:pt x="1958377" y="155671"/>
                  </a:lnTo>
                  <a:lnTo>
                    <a:pt x="1958331" y="155664"/>
                  </a:lnTo>
                  <a:lnTo>
                    <a:pt x="1958302" y="155657"/>
                  </a:lnTo>
                  <a:lnTo>
                    <a:pt x="1958283" y="155651"/>
                  </a:lnTo>
                  <a:lnTo>
                    <a:pt x="1958260" y="155640"/>
                  </a:lnTo>
                  <a:lnTo>
                    <a:pt x="1958237" y="155626"/>
                  </a:lnTo>
                  <a:lnTo>
                    <a:pt x="1958218" y="155613"/>
                  </a:lnTo>
                  <a:lnTo>
                    <a:pt x="1958204" y="155597"/>
                  </a:lnTo>
                  <a:lnTo>
                    <a:pt x="1958195" y="155581"/>
                  </a:lnTo>
                  <a:lnTo>
                    <a:pt x="1958187" y="155560"/>
                  </a:lnTo>
                  <a:lnTo>
                    <a:pt x="1958183" y="155532"/>
                  </a:lnTo>
                  <a:lnTo>
                    <a:pt x="1958184" y="155506"/>
                  </a:lnTo>
                  <a:lnTo>
                    <a:pt x="1958190" y="155475"/>
                  </a:lnTo>
                  <a:lnTo>
                    <a:pt x="1958194" y="155436"/>
                  </a:lnTo>
                  <a:lnTo>
                    <a:pt x="1958193" y="155412"/>
                  </a:lnTo>
                  <a:lnTo>
                    <a:pt x="1958189" y="155387"/>
                  </a:lnTo>
                  <a:lnTo>
                    <a:pt x="1958183" y="155368"/>
                  </a:lnTo>
                  <a:lnTo>
                    <a:pt x="1958163" y="155342"/>
                  </a:lnTo>
                  <a:lnTo>
                    <a:pt x="1958149" y="155327"/>
                  </a:lnTo>
                  <a:lnTo>
                    <a:pt x="1958109" y="155304"/>
                  </a:lnTo>
                  <a:lnTo>
                    <a:pt x="1958078" y="155289"/>
                  </a:lnTo>
                  <a:lnTo>
                    <a:pt x="1958050" y="155280"/>
                  </a:lnTo>
                  <a:lnTo>
                    <a:pt x="1958005" y="155270"/>
                  </a:lnTo>
                  <a:lnTo>
                    <a:pt x="1957981" y="155269"/>
                  </a:lnTo>
                  <a:lnTo>
                    <a:pt x="1957950" y="155270"/>
                  </a:lnTo>
                  <a:lnTo>
                    <a:pt x="1957906" y="155278"/>
                  </a:lnTo>
                  <a:lnTo>
                    <a:pt x="1957865" y="155286"/>
                  </a:lnTo>
                  <a:lnTo>
                    <a:pt x="1957820" y="155298"/>
                  </a:lnTo>
                  <a:lnTo>
                    <a:pt x="1957785" y="155311"/>
                  </a:lnTo>
                  <a:lnTo>
                    <a:pt x="1957750" y="155339"/>
                  </a:lnTo>
                  <a:lnTo>
                    <a:pt x="1957725" y="155373"/>
                  </a:lnTo>
                  <a:lnTo>
                    <a:pt x="1957690" y="155396"/>
                  </a:lnTo>
                  <a:lnTo>
                    <a:pt x="1957631" y="155416"/>
                  </a:lnTo>
                  <a:lnTo>
                    <a:pt x="1957570" y="155430"/>
                  </a:lnTo>
                  <a:lnTo>
                    <a:pt x="1957489" y="155435"/>
                  </a:lnTo>
                  <a:lnTo>
                    <a:pt x="1957428" y="155435"/>
                  </a:lnTo>
                  <a:lnTo>
                    <a:pt x="1957381" y="155430"/>
                  </a:lnTo>
                  <a:lnTo>
                    <a:pt x="1957335" y="155412"/>
                  </a:lnTo>
                  <a:lnTo>
                    <a:pt x="1957300" y="155391"/>
                  </a:lnTo>
                  <a:lnTo>
                    <a:pt x="1957290" y="155384"/>
                  </a:lnTo>
                  <a:lnTo>
                    <a:pt x="1957276" y="155361"/>
                  </a:lnTo>
                  <a:lnTo>
                    <a:pt x="1957224" y="155290"/>
                  </a:lnTo>
                  <a:lnTo>
                    <a:pt x="1957208" y="155271"/>
                  </a:lnTo>
                  <a:lnTo>
                    <a:pt x="1957187" y="155251"/>
                  </a:lnTo>
                  <a:lnTo>
                    <a:pt x="1957162" y="155230"/>
                  </a:lnTo>
                  <a:lnTo>
                    <a:pt x="1957134" y="155213"/>
                  </a:lnTo>
                  <a:lnTo>
                    <a:pt x="1957110" y="155202"/>
                  </a:lnTo>
                  <a:lnTo>
                    <a:pt x="1957089" y="155195"/>
                  </a:lnTo>
                  <a:lnTo>
                    <a:pt x="1957058" y="155187"/>
                  </a:lnTo>
                  <a:lnTo>
                    <a:pt x="1957020" y="155179"/>
                  </a:lnTo>
                  <a:lnTo>
                    <a:pt x="1956977" y="155175"/>
                  </a:lnTo>
                  <a:lnTo>
                    <a:pt x="1956946" y="155173"/>
                  </a:lnTo>
                  <a:lnTo>
                    <a:pt x="1956924" y="155174"/>
                  </a:lnTo>
                  <a:lnTo>
                    <a:pt x="1956898" y="155177"/>
                  </a:lnTo>
                  <a:lnTo>
                    <a:pt x="1956866" y="155185"/>
                  </a:lnTo>
                  <a:lnTo>
                    <a:pt x="1956820" y="155205"/>
                  </a:lnTo>
                  <a:lnTo>
                    <a:pt x="1956773" y="155228"/>
                  </a:lnTo>
                  <a:lnTo>
                    <a:pt x="1956734" y="155251"/>
                  </a:lnTo>
                  <a:lnTo>
                    <a:pt x="1956706" y="155272"/>
                  </a:lnTo>
                  <a:lnTo>
                    <a:pt x="1956684" y="155294"/>
                  </a:lnTo>
                  <a:lnTo>
                    <a:pt x="1956661" y="155321"/>
                  </a:lnTo>
                  <a:lnTo>
                    <a:pt x="1956645" y="155351"/>
                  </a:lnTo>
                  <a:lnTo>
                    <a:pt x="1956629" y="155390"/>
                  </a:lnTo>
                  <a:lnTo>
                    <a:pt x="1956618" y="155425"/>
                  </a:lnTo>
                  <a:lnTo>
                    <a:pt x="1956612" y="155454"/>
                  </a:lnTo>
                  <a:lnTo>
                    <a:pt x="1956609" y="155519"/>
                  </a:lnTo>
                  <a:lnTo>
                    <a:pt x="1956608" y="155559"/>
                  </a:lnTo>
                  <a:lnTo>
                    <a:pt x="1956603" y="155606"/>
                  </a:lnTo>
                  <a:lnTo>
                    <a:pt x="1956595" y="155621"/>
                  </a:lnTo>
                  <a:lnTo>
                    <a:pt x="1956580" y="155640"/>
                  </a:lnTo>
                  <a:lnTo>
                    <a:pt x="1956553" y="155661"/>
                  </a:lnTo>
                  <a:lnTo>
                    <a:pt x="1956521" y="155674"/>
                  </a:lnTo>
                  <a:lnTo>
                    <a:pt x="1956465" y="155685"/>
                  </a:lnTo>
                  <a:lnTo>
                    <a:pt x="1956446" y="155688"/>
                  </a:lnTo>
                  <a:lnTo>
                    <a:pt x="1956424" y="155691"/>
                  </a:lnTo>
                  <a:lnTo>
                    <a:pt x="1956403" y="155689"/>
                  </a:lnTo>
                  <a:lnTo>
                    <a:pt x="1956386" y="155685"/>
                  </a:lnTo>
                  <a:lnTo>
                    <a:pt x="1956367" y="155679"/>
                  </a:lnTo>
                  <a:lnTo>
                    <a:pt x="1956344" y="155666"/>
                  </a:lnTo>
                  <a:lnTo>
                    <a:pt x="1956302" y="155632"/>
                  </a:lnTo>
                  <a:lnTo>
                    <a:pt x="1956282" y="155606"/>
                  </a:lnTo>
                  <a:lnTo>
                    <a:pt x="1956268" y="155586"/>
                  </a:lnTo>
                  <a:lnTo>
                    <a:pt x="1956251" y="155557"/>
                  </a:lnTo>
                  <a:lnTo>
                    <a:pt x="1956238" y="155532"/>
                  </a:lnTo>
                  <a:lnTo>
                    <a:pt x="1956188" y="155450"/>
                  </a:lnTo>
                  <a:lnTo>
                    <a:pt x="1956164" y="155435"/>
                  </a:lnTo>
                  <a:lnTo>
                    <a:pt x="1956130" y="155415"/>
                  </a:lnTo>
                  <a:lnTo>
                    <a:pt x="1956092" y="155406"/>
                  </a:lnTo>
                  <a:lnTo>
                    <a:pt x="1956034" y="155402"/>
                  </a:lnTo>
                  <a:lnTo>
                    <a:pt x="1955981" y="155407"/>
                  </a:lnTo>
                  <a:lnTo>
                    <a:pt x="1955929" y="155422"/>
                  </a:lnTo>
                  <a:lnTo>
                    <a:pt x="1955885" y="155440"/>
                  </a:lnTo>
                  <a:lnTo>
                    <a:pt x="1955856" y="155463"/>
                  </a:lnTo>
                  <a:lnTo>
                    <a:pt x="1955841" y="155485"/>
                  </a:lnTo>
                  <a:lnTo>
                    <a:pt x="1955835" y="155511"/>
                  </a:lnTo>
                  <a:lnTo>
                    <a:pt x="1955840" y="155534"/>
                  </a:lnTo>
                  <a:lnTo>
                    <a:pt x="1955857" y="155572"/>
                  </a:lnTo>
                  <a:lnTo>
                    <a:pt x="1955891" y="155620"/>
                  </a:lnTo>
                  <a:lnTo>
                    <a:pt x="1955932" y="155663"/>
                  </a:lnTo>
                  <a:lnTo>
                    <a:pt x="1956012" y="155757"/>
                  </a:lnTo>
                  <a:lnTo>
                    <a:pt x="1956022" y="155778"/>
                  </a:lnTo>
                  <a:lnTo>
                    <a:pt x="1956023" y="155797"/>
                  </a:lnTo>
                  <a:lnTo>
                    <a:pt x="1956018" y="155820"/>
                  </a:lnTo>
                  <a:lnTo>
                    <a:pt x="1956007" y="155842"/>
                  </a:lnTo>
                  <a:lnTo>
                    <a:pt x="1955982" y="155871"/>
                  </a:lnTo>
                  <a:lnTo>
                    <a:pt x="1955956" y="155895"/>
                  </a:lnTo>
                  <a:lnTo>
                    <a:pt x="1955922" y="155916"/>
                  </a:lnTo>
                  <a:lnTo>
                    <a:pt x="1955871" y="155937"/>
                  </a:lnTo>
                  <a:lnTo>
                    <a:pt x="1955821" y="155947"/>
                  </a:lnTo>
                  <a:lnTo>
                    <a:pt x="1955781" y="155948"/>
                  </a:lnTo>
                  <a:lnTo>
                    <a:pt x="1955747" y="155946"/>
                  </a:lnTo>
                  <a:lnTo>
                    <a:pt x="1955720" y="155938"/>
                  </a:lnTo>
                  <a:lnTo>
                    <a:pt x="1955690" y="155916"/>
                  </a:lnTo>
                  <a:lnTo>
                    <a:pt x="1955673" y="155890"/>
                  </a:lnTo>
                  <a:lnTo>
                    <a:pt x="1955656" y="155855"/>
                  </a:lnTo>
                  <a:lnTo>
                    <a:pt x="1955640" y="155803"/>
                  </a:lnTo>
                  <a:lnTo>
                    <a:pt x="1955629" y="155765"/>
                  </a:lnTo>
                  <a:lnTo>
                    <a:pt x="1955622" y="155727"/>
                  </a:lnTo>
                  <a:lnTo>
                    <a:pt x="1955624" y="155685"/>
                  </a:lnTo>
                  <a:lnTo>
                    <a:pt x="1955628" y="155636"/>
                  </a:lnTo>
                  <a:lnTo>
                    <a:pt x="1955630" y="155591"/>
                  </a:lnTo>
                  <a:lnTo>
                    <a:pt x="1955625" y="155550"/>
                  </a:lnTo>
                  <a:lnTo>
                    <a:pt x="1955612" y="155506"/>
                  </a:lnTo>
                  <a:lnTo>
                    <a:pt x="1955594" y="155472"/>
                  </a:lnTo>
                  <a:lnTo>
                    <a:pt x="1955577" y="155448"/>
                  </a:lnTo>
                  <a:lnTo>
                    <a:pt x="1955557" y="155424"/>
                  </a:lnTo>
                  <a:lnTo>
                    <a:pt x="1955542" y="155412"/>
                  </a:lnTo>
                  <a:lnTo>
                    <a:pt x="1955530" y="155402"/>
                  </a:lnTo>
                  <a:lnTo>
                    <a:pt x="1955503" y="155390"/>
                  </a:lnTo>
                  <a:lnTo>
                    <a:pt x="1955409" y="155358"/>
                  </a:lnTo>
                  <a:lnTo>
                    <a:pt x="1955271" y="155338"/>
                  </a:lnTo>
                  <a:lnTo>
                    <a:pt x="1955176" y="155312"/>
                  </a:lnTo>
                  <a:lnTo>
                    <a:pt x="1955124" y="155251"/>
                  </a:lnTo>
                  <a:lnTo>
                    <a:pt x="1955093" y="155239"/>
                  </a:lnTo>
                  <a:lnTo>
                    <a:pt x="1954952" y="155128"/>
                  </a:lnTo>
                  <a:lnTo>
                    <a:pt x="1954939" y="155118"/>
                  </a:lnTo>
                  <a:lnTo>
                    <a:pt x="1954842" y="155041"/>
                  </a:lnTo>
                  <a:lnTo>
                    <a:pt x="1954827" y="155033"/>
                  </a:lnTo>
                  <a:lnTo>
                    <a:pt x="1954695" y="154972"/>
                  </a:lnTo>
                  <a:lnTo>
                    <a:pt x="1954680" y="154970"/>
                  </a:lnTo>
                  <a:lnTo>
                    <a:pt x="1954659" y="154969"/>
                  </a:lnTo>
                  <a:lnTo>
                    <a:pt x="1954627" y="154981"/>
                  </a:lnTo>
                  <a:lnTo>
                    <a:pt x="1954580" y="155007"/>
                  </a:lnTo>
                  <a:lnTo>
                    <a:pt x="1954516" y="155043"/>
                  </a:lnTo>
                  <a:lnTo>
                    <a:pt x="1954454" y="155084"/>
                  </a:lnTo>
                  <a:lnTo>
                    <a:pt x="1954411" y="155123"/>
                  </a:lnTo>
                  <a:lnTo>
                    <a:pt x="1954401" y="155142"/>
                  </a:lnTo>
                  <a:lnTo>
                    <a:pt x="1954370" y="155222"/>
                  </a:lnTo>
                  <a:lnTo>
                    <a:pt x="1954361" y="155247"/>
                  </a:lnTo>
                  <a:lnTo>
                    <a:pt x="1954360" y="155263"/>
                  </a:lnTo>
                  <a:lnTo>
                    <a:pt x="1954369" y="155286"/>
                  </a:lnTo>
                  <a:lnTo>
                    <a:pt x="1954389" y="155314"/>
                  </a:lnTo>
                  <a:lnTo>
                    <a:pt x="1954413" y="155346"/>
                  </a:lnTo>
                  <a:lnTo>
                    <a:pt x="1954421" y="155374"/>
                  </a:lnTo>
                  <a:lnTo>
                    <a:pt x="1954426" y="155398"/>
                  </a:lnTo>
                  <a:lnTo>
                    <a:pt x="1954419" y="155426"/>
                  </a:lnTo>
                  <a:lnTo>
                    <a:pt x="1954399" y="155465"/>
                  </a:lnTo>
                  <a:lnTo>
                    <a:pt x="1954395" y="155471"/>
                  </a:lnTo>
                  <a:lnTo>
                    <a:pt x="1954372" y="155500"/>
                  </a:lnTo>
                  <a:lnTo>
                    <a:pt x="1954360" y="155516"/>
                  </a:lnTo>
                  <a:lnTo>
                    <a:pt x="1954322" y="155547"/>
                  </a:lnTo>
                  <a:lnTo>
                    <a:pt x="1954290" y="155569"/>
                  </a:lnTo>
                  <a:lnTo>
                    <a:pt x="1954255" y="155583"/>
                  </a:lnTo>
                  <a:lnTo>
                    <a:pt x="1954199" y="155594"/>
                  </a:lnTo>
                  <a:lnTo>
                    <a:pt x="1954138" y="155595"/>
                  </a:lnTo>
                  <a:lnTo>
                    <a:pt x="1954089" y="155590"/>
                  </a:lnTo>
                  <a:lnTo>
                    <a:pt x="1954046" y="155582"/>
                  </a:lnTo>
                  <a:lnTo>
                    <a:pt x="1953996" y="155580"/>
                  </a:lnTo>
                  <a:lnTo>
                    <a:pt x="1953932" y="155585"/>
                  </a:lnTo>
                  <a:lnTo>
                    <a:pt x="1953893" y="155593"/>
                  </a:lnTo>
                  <a:lnTo>
                    <a:pt x="1953864" y="155604"/>
                  </a:lnTo>
                  <a:lnTo>
                    <a:pt x="1953847" y="155617"/>
                  </a:lnTo>
                  <a:lnTo>
                    <a:pt x="1953838" y="155623"/>
                  </a:lnTo>
                  <a:lnTo>
                    <a:pt x="1953831" y="155629"/>
                  </a:lnTo>
                  <a:lnTo>
                    <a:pt x="1953813" y="155648"/>
                  </a:lnTo>
                  <a:lnTo>
                    <a:pt x="1953807" y="155678"/>
                  </a:lnTo>
                  <a:lnTo>
                    <a:pt x="1953814" y="155708"/>
                  </a:lnTo>
                  <a:lnTo>
                    <a:pt x="1953827" y="155735"/>
                  </a:lnTo>
                  <a:lnTo>
                    <a:pt x="1953847" y="155759"/>
                  </a:lnTo>
                  <a:lnTo>
                    <a:pt x="1953866" y="155777"/>
                  </a:lnTo>
                  <a:lnTo>
                    <a:pt x="1953874" y="155781"/>
                  </a:lnTo>
                  <a:lnTo>
                    <a:pt x="1953888" y="155787"/>
                  </a:lnTo>
                  <a:lnTo>
                    <a:pt x="1954000" y="155827"/>
                  </a:lnTo>
                  <a:lnTo>
                    <a:pt x="1954004" y="155849"/>
                  </a:lnTo>
                  <a:lnTo>
                    <a:pt x="1954005" y="155873"/>
                  </a:lnTo>
                  <a:lnTo>
                    <a:pt x="1953999" y="155896"/>
                  </a:lnTo>
                  <a:lnTo>
                    <a:pt x="1953992" y="155908"/>
                  </a:lnTo>
                  <a:lnTo>
                    <a:pt x="1953979" y="155927"/>
                  </a:lnTo>
                  <a:lnTo>
                    <a:pt x="1953948" y="155958"/>
                  </a:lnTo>
                  <a:lnTo>
                    <a:pt x="1953936" y="155970"/>
                  </a:lnTo>
                  <a:lnTo>
                    <a:pt x="1953906" y="155999"/>
                  </a:lnTo>
                  <a:lnTo>
                    <a:pt x="1953877" y="156017"/>
                  </a:lnTo>
                  <a:lnTo>
                    <a:pt x="1953847" y="156031"/>
                  </a:lnTo>
                  <a:lnTo>
                    <a:pt x="1953820" y="156040"/>
                  </a:lnTo>
                  <a:lnTo>
                    <a:pt x="1953784" y="156052"/>
                  </a:lnTo>
                  <a:lnTo>
                    <a:pt x="1953728" y="156059"/>
                  </a:lnTo>
                  <a:lnTo>
                    <a:pt x="1953679" y="156062"/>
                  </a:lnTo>
                  <a:lnTo>
                    <a:pt x="1953608" y="156060"/>
                  </a:lnTo>
                  <a:lnTo>
                    <a:pt x="1953517" y="156043"/>
                  </a:lnTo>
                  <a:lnTo>
                    <a:pt x="1953035" y="155935"/>
                  </a:lnTo>
                  <a:lnTo>
                    <a:pt x="1952963" y="155907"/>
                  </a:lnTo>
                  <a:lnTo>
                    <a:pt x="1952917" y="155866"/>
                  </a:lnTo>
                  <a:lnTo>
                    <a:pt x="1952877" y="155805"/>
                  </a:lnTo>
                  <a:lnTo>
                    <a:pt x="1952857" y="155761"/>
                  </a:lnTo>
                  <a:lnTo>
                    <a:pt x="1952853" y="155710"/>
                  </a:lnTo>
                  <a:lnTo>
                    <a:pt x="1952867" y="155666"/>
                  </a:lnTo>
                  <a:lnTo>
                    <a:pt x="1952897" y="155613"/>
                  </a:lnTo>
                  <a:lnTo>
                    <a:pt x="1952947" y="155562"/>
                  </a:lnTo>
                  <a:lnTo>
                    <a:pt x="1952964" y="155538"/>
                  </a:lnTo>
                  <a:lnTo>
                    <a:pt x="1952968" y="155500"/>
                  </a:lnTo>
                  <a:lnTo>
                    <a:pt x="1952971" y="155451"/>
                  </a:lnTo>
                  <a:lnTo>
                    <a:pt x="1952899" y="155081"/>
                  </a:lnTo>
                  <a:lnTo>
                    <a:pt x="1952887" y="155047"/>
                  </a:lnTo>
                  <a:lnTo>
                    <a:pt x="1952870" y="155021"/>
                  </a:lnTo>
                  <a:lnTo>
                    <a:pt x="1952848" y="155006"/>
                  </a:lnTo>
                  <a:lnTo>
                    <a:pt x="1952816" y="154995"/>
                  </a:lnTo>
                  <a:lnTo>
                    <a:pt x="1952774" y="154991"/>
                  </a:lnTo>
                  <a:lnTo>
                    <a:pt x="1952740" y="154991"/>
                  </a:lnTo>
                  <a:lnTo>
                    <a:pt x="1952688" y="154997"/>
                  </a:lnTo>
                  <a:lnTo>
                    <a:pt x="1952601" y="155017"/>
                  </a:lnTo>
                  <a:lnTo>
                    <a:pt x="1952168" y="155042"/>
                  </a:lnTo>
                  <a:lnTo>
                    <a:pt x="1952085" y="155038"/>
                  </a:lnTo>
                  <a:lnTo>
                    <a:pt x="1952043" y="155042"/>
                  </a:lnTo>
                  <a:lnTo>
                    <a:pt x="1951986" y="155057"/>
                  </a:lnTo>
                  <a:lnTo>
                    <a:pt x="1951910" y="155089"/>
                  </a:lnTo>
                  <a:lnTo>
                    <a:pt x="1951817" y="155136"/>
                  </a:lnTo>
                  <a:lnTo>
                    <a:pt x="1951736" y="155182"/>
                  </a:lnTo>
                  <a:lnTo>
                    <a:pt x="1951671" y="155222"/>
                  </a:lnTo>
                  <a:lnTo>
                    <a:pt x="1951628" y="155259"/>
                  </a:lnTo>
                  <a:lnTo>
                    <a:pt x="1951428" y="155465"/>
                  </a:lnTo>
                  <a:lnTo>
                    <a:pt x="1951260" y="155652"/>
                  </a:lnTo>
                  <a:lnTo>
                    <a:pt x="1951183" y="155738"/>
                  </a:lnTo>
                  <a:lnTo>
                    <a:pt x="1951121" y="155792"/>
                  </a:lnTo>
                  <a:lnTo>
                    <a:pt x="1951069" y="155813"/>
                  </a:lnTo>
                  <a:lnTo>
                    <a:pt x="1951008" y="155829"/>
                  </a:lnTo>
                  <a:lnTo>
                    <a:pt x="1950910" y="155841"/>
                  </a:lnTo>
                  <a:lnTo>
                    <a:pt x="1950790" y="155841"/>
                  </a:lnTo>
                  <a:lnTo>
                    <a:pt x="1950691" y="155822"/>
                  </a:lnTo>
                  <a:lnTo>
                    <a:pt x="1950613" y="155794"/>
                  </a:lnTo>
                  <a:lnTo>
                    <a:pt x="1950547" y="155753"/>
                  </a:lnTo>
                  <a:lnTo>
                    <a:pt x="1950509" y="155711"/>
                  </a:lnTo>
                  <a:lnTo>
                    <a:pt x="1950485" y="155663"/>
                  </a:lnTo>
                  <a:lnTo>
                    <a:pt x="1950481" y="155607"/>
                  </a:lnTo>
                  <a:lnTo>
                    <a:pt x="1950504" y="155546"/>
                  </a:lnTo>
                  <a:lnTo>
                    <a:pt x="1950538" y="155507"/>
                  </a:lnTo>
                  <a:lnTo>
                    <a:pt x="1950581" y="155478"/>
                  </a:lnTo>
                  <a:lnTo>
                    <a:pt x="1950657" y="155452"/>
                  </a:lnTo>
                  <a:lnTo>
                    <a:pt x="1950802" y="155415"/>
                  </a:lnTo>
                  <a:lnTo>
                    <a:pt x="1950998" y="155346"/>
                  </a:lnTo>
                  <a:lnTo>
                    <a:pt x="1951052" y="155324"/>
                  </a:lnTo>
                  <a:lnTo>
                    <a:pt x="1951106" y="155282"/>
                  </a:lnTo>
                  <a:lnTo>
                    <a:pt x="1951162" y="155226"/>
                  </a:lnTo>
                  <a:lnTo>
                    <a:pt x="1951176" y="155198"/>
                  </a:lnTo>
                  <a:lnTo>
                    <a:pt x="1951186" y="155179"/>
                  </a:lnTo>
                  <a:lnTo>
                    <a:pt x="1951187" y="155132"/>
                  </a:lnTo>
                  <a:lnTo>
                    <a:pt x="1951174" y="155101"/>
                  </a:lnTo>
                  <a:lnTo>
                    <a:pt x="1951146" y="155079"/>
                  </a:lnTo>
                  <a:lnTo>
                    <a:pt x="1951108" y="155076"/>
                  </a:lnTo>
                  <a:lnTo>
                    <a:pt x="1951072" y="155078"/>
                  </a:lnTo>
                  <a:lnTo>
                    <a:pt x="1951000" y="155095"/>
                  </a:lnTo>
                  <a:lnTo>
                    <a:pt x="1950952" y="155113"/>
                  </a:lnTo>
                  <a:lnTo>
                    <a:pt x="1950911" y="155128"/>
                  </a:lnTo>
                  <a:lnTo>
                    <a:pt x="1950810" y="155170"/>
                  </a:lnTo>
                  <a:lnTo>
                    <a:pt x="1950702" y="155228"/>
                  </a:lnTo>
                  <a:lnTo>
                    <a:pt x="1950604" y="155277"/>
                  </a:lnTo>
                  <a:lnTo>
                    <a:pt x="1950544" y="155300"/>
                  </a:lnTo>
                  <a:lnTo>
                    <a:pt x="1950472" y="155316"/>
                  </a:lnTo>
                  <a:lnTo>
                    <a:pt x="1950401" y="155324"/>
                  </a:lnTo>
                  <a:lnTo>
                    <a:pt x="1950317" y="155328"/>
                  </a:lnTo>
                  <a:lnTo>
                    <a:pt x="1950240" y="155325"/>
                  </a:lnTo>
                  <a:lnTo>
                    <a:pt x="1950047" y="155298"/>
                  </a:lnTo>
                  <a:lnTo>
                    <a:pt x="1949606" y="155259"/>
                  </a:lnTo>
                  <a:lnTo>
                    <a:pt x="1949549" y="155222"/>
                  </a:lnTo>
                  <a:lnTo>
                    <a:pt x="1949508" y="155175"/>
                  </a:lnTo>
                  <a:lnTo>
                    <a:pt x="1949485" y="155114"/>
                  </a:lnTo>
                  <a:lnTo>
                    <a:pt x="1949483" y="155040"/>
                  </a:lnTo>
                  <a:lnTo>
                    <a:pt x="1949505" y="154990"/>
                  </a:lnTo>
                  <a:lnTo>
                    <a:pt x="1949547" y="154930"/>
                  </a:lnTo>
                  <a:lnTo>
                    <a:pt x="1949598" y="154879"/>
                  </a:lnTo>
                  <a:lnTo>
                    <a:pt x="1949665" y="154830"/>
                  </a:lnTo>
                  <a:lnTo>
                    <a:pt x="1949926" y="154747"/>
                  </a:lnTo>
                  <a:lnTo>
                    <a:pt x="1950064" y="154700"/>
                  </a:lnTo>
                  <a:lnTo>
                    <a:pt x="1950298" y="154609"/>
                  </a:lnTo>
                  <a:lnTo>
                    <a:pt x="1950338" y="154570"/>
                  </a:lnTo>
                  <a:lnTo>
                    <a:pt x="1950371" y="154514"/>
                  </a:lnTo>
                  <a:lnTo>
                    <a:pt x="1950386" y="154448"/>
                  </a:lnTo>
                  <a:lnTo>
                    <a:pt x="1950387" y="154391"/>
                  </a:lnTo>
                  <a:lnTo>
                    <a:pt x="1950382" y="154378"/>
                  </a:lnTo>
                  <a:lnTo>
                    <a:pt x="1950371" y="154349"/>
                  </a:lnTo>
                  <a:lnTo>
                    <a:pt x="1950342" y="154317"/>
                  </a:lnTo>
                  <a:lnTo>
                    <a:pt x="1950298" y="154289"/>
                  </a:lnTo>
                  <a:lnTo>
                    <a:pt x="1950234" y="154267"/>
                  </a:lnTo>
                  <a:lnTo>
                    <a:pt x="1950173" y="154258"/>
                  </a:lnTo>
                  <a:lnTo>
                    <a:pt x="1950142" y="154256"/>
                  </a:lnTo>
                  <a:lnTo>
                    <a:pt x="1950104" y="154254"/>
                  </a:lnTo>
                  <a:lnTo>
                    <a:pt x="1950031" y="154261"/>
                  </a:lnTo>
                  <a:lnTo>
                    <a:pt x="1949945" y="154278"/>
                  </a:lnTo>
                  <a:lnTo>
                    <a:pt x="1949929" y="154282"/>
                  </a:lnTo>
                  <a:lnTo>
                    <a:pt x="1949853" y="154300"/>
                  </a:lnTo>
                  <a:lnTo>
                    <a:pt x="1949828" y="154303"/>
                  </a:lnTo>
                  <a:lnTo>
                    <a:pt x="1949803" y="154306"/>
                  </a:lnTo>
                  <a:lnTo>
                    <a:pt x="1949735" y="154305"/>
                  </a:lnTo>
                  <a:lnTo>
                    <a:pt x="1949669" y="154294"/>
                  </a:lnTo>
                  <a:lnTo>
                    <a:pt x="1949652" y="154290"/>
                  </a:lnTo>
                  <a:lnTo>
                    <a:pt x="1949597" y="154278"/>
                  </a:lnTo>
                  <a:lnTo>
                    <a:pt x="1949528" y="154252"/>
                  </a:lnTo>
                  <a:lnTo>
                    <a:pt x="1949463" y="154215"/>
                  </a:lnTo>
                  <a:lnTo>
                    <a:pt x="1949425" y="154181"/>
                  </a:lnTo>
                  <a:lnTo>
                    <a:pt x="1949414" y="154165"/>
                  </a:lnTo>
                  <a:lnTo>
                    <a:pt x="1949380" y="154057"/>
                  </a:lnTo>
                  <a:lnTo>
                    <a:pt x="1949361" y="153999"/>
                  </a:lnTo>
                  <a:lnTo>
                    <a:pt x="1949366" y="153928"/>
                  </a:lnTo>
                  <a:lnTo>
                    <a:pt x="1949358" y="153865"/>
                  </a:lnTo>
                  <a:lnTo>
                    <a:pt x="1949330" y="153802"/>
                  </a:lnTo>
                  <a:lnTo>
                    <a:pt x="1949286" y="153753"/>
                  </a:lnTo>
                  <a:lnTo>
                    <a:pt x="1949231" y="153723"/>
                  </a:lnTo>
                  <a:lnTo>
                    <a:pt x="1949164" y="153709"/>
                  </a:lnTo>
                  <a:lnTo>
                    <a:pt x="1949104" y="153708"/>
                  </a:lnTo>
                  <a:lnTo>
                    <a:pt x="1949040" y="153723"/>
                  </a:lnTo>
                  <a:lnTo>
                    <a:pt x="1948986" y="153746"/>
                  </a:lnTo>
                  <a:lnTo>
                    <a:pt x="1948955" y="153768"/>
                  </a:lnTo>
                  <a:lnTo>
                    <a:pt x="1948929" y="153787"/>
                  </a:lnTo>
                  <a:lnTo>
                    <a:pt x="1948896" y="153823"/>
                  </a:lnTo>
                  <a:lnTo>
                    <a:pt x="1948881" y="153861"/>
                  </a:lnTo>
                  <a:lnTo>
                    <a:pt x="1948878" y="153916"/>
                  </a:lnTo>
                  <a:lnTo>
                    <a:pt x="1948884" y="154010"/>
                  </a:lnTo>
                  <a:lnTo>
                    <a:pt x="1948885" y="154062"/>
                  </a:lnTo>
                  <a:lnTo>
                    <a:pt x="1948877" y="154096"/>
                  </a:lnTo>
                  <a:lnTo>
                    <a:pt x="1948857" y="154130"/>
                  </a:lnTo>
                  <a:lnTo>
                    <a:pt x="1948781" y="154191"/>
                  </a:lnTo>
                  <a:lnTo>
                    <a:pt x="1948741" y="154207"/>
                  </a:lnTo>
                  <a:lnTo>
                    <a:pt x="1948712" y="154212"/>
                  </a:lnTo>
                  <a:lnTo>
                    <a:pt x="1948689" y="154216"/>
                  </a:lnTo>
                  <a:lnTo>
                    <a:pt x="1948646" y="154211"/>
                  </a:lnTo>
                  <a:lnTo>
                    <a:pt x="1948613" y="154206"/>
                  </a:lnTo>
                  <a:lnTo>
                    <a:pt x="1948548" y="154189"/>
                  </a:lnTo>
                  <a:lnTo>
                    <a:pt x="1948469" y="154153"/>
                  </a:lnTo>
                  <a:lnTo>
                    <a:pt x="1948462" y="154150"/>
                  </a:lnTo>
                  <a:lnTo>
                    <a:pt x="1948355" y="154066"/>
                  </a:lnTo>
                  <a:lnTo>
                    <a:pt x="1948333" y="154038"/>
                  </a:lnTo>
                  <a:lnTo>
                    <a:pt x="1948311" y="154010"/>
                  </a:lnTo>
                  <a:lnTo>
                    <a:pt x="1948215" y="153912"/>
                  </a:lnTo>
                  <a:lnTo>
                    <a:pt x="1948192" y="153871"/>
                  </a:lnTo>
                  <a:lnTo>
                    <a:pt x="1948195" y="153827"/>
                  </a:lnTo>
                  <a:lnTo>
                    <a:pt x="1948220" y="153774"/>
                  </a:lnTo>
                  <a:lnTo>
                    <a:pt x="1948238" y="153755"/>
                  </a:lnTo>
                  <a:lnTo>
                    <a:pt x="1948259" y="153734"/>
                  </a:lnTo>
                  <a:lnTo>
                    <a:pt x="1948333" y="153692"/>
                  </a:lnTo>
                  <a:lnTo>
                    <a:pt x="1948419" y="153654"/>
                  </a:lnTo>
                  <a:lnTo>
                    <a:pt x="1948584" y="153558"/>
                  </a:lnTo>
                  <a:lnTo>
                    <a:pt x="1948689" y="153552"/>
                  </a:lnTo>
                  <a:lnTo>
                    <a:pt x="1948725" y="153546"/>
                  </a:lnTo>
                  <a:lnTo>
                    <a:pt x="1948761" y="153539"/>
                  </a:lnTo>
                  <a:lnTo>
                    <a:pt x="1948803" y="153506"/>
                  </a:lnTo>
                  <a:lnTo>
                    <a:pt x="1948823" y="153458"/>
                  </a:lnTo>
                  <a:lnTo>
                    <a:pt x="1948837" y="153408"/>
                  </a:lnTo>
                  <a:lnTo>
                    <a:pt x="1948839" y="153359"/>
                  </a:lnTo>
                  <a:lnTo>
                    <a:pt x="1948858" y="153315"/>
                  </a:lnTo>
                  <a:lnTo>
                    <a:pt x="1948918" y="153245"/>
                  </a:lnTo>
                  <a:lnTo>
                    <a:pt x="1948960" y="153192"/>
                  </a:lnTo>
                  <a:lnTo>
                    <a:pt x="1949001" y="153137"/>
                  </a:lnTo>
                  <a:lnTo>
                    <a:pt x="1949015" y="153094"/>
                  </a:lnTo>
                  <a:lnTo>
                    <a:pt x="1949025" y="153012"/>
                  </a:lnTo>
                  <a:lnTo>
                    <a:pt x="1949046" y="152911"/>
                  </a:lnTo>
                  <a:lnTo>
                    <a:pt x="1949066" y="152838"/>
                  </a:lnTo>
                  <a:lnTo>
                    <a:pt x="1949101" y="152785"/>
                  </a:lnTo>
                  <a:lnTo>
                    <a:pt x="1949152" y="152741"/>
                  </a:lnTo>
                  <a:lnTo>
                    <a:pt x="1949192" y="152723"/>
                  </a:lnTo>
                  <a:lnTo>
                    <a:pt x="1949232" y="152715"/>
                  </a:lnTo>
                  <a:lnTo>
                    <a:pt x="1949282" y="152716"/>
                  </a:lnTo>
                  <a:lnTo>
                    <a:pt x="1949320" y="152725"/>
                  </a:lnTo>
                  <a:lnTo>
                    <a:pt x="1949357" y="152733"/>
                  </a:lnTo>
                  <a:lnTo>
                    <a:pt x="1949392" y="152741"/>
                  </a:lnTo>
                  <a:lnTo>
                    <a:pt x="1949444" y="152753"/>
                  </a:lnTo>
                  <a:lnTo>
                    <a:pt x="1949495" y="152756"/>
                  </a:lnTo>
                  <a:lnTo>
                    <a:pt x="1949516" y="152757"/>
                  </a:lnTo>
                  <a:lnTo>
                    <a:pt x="1949549" y="152754"/>
                  </a:lnTo>
                  <a:lnTo>
                    <a:pt x="1949626" y="152748"/>
                  </a:lnTo>
                  <a:lnTo>
                    <a:pt x="1949716" y="152726"/>
                  </a:lnTo>
                  <a:lnTo>
                    <a:pt x="1949754" y="152706"/>
                  </a:lnTo>
                  <a:lnTo>
                    <a:pt x="1949760" y="152702"/>
                  </a:lnTo>
                  <a:lnTo>
                    <a:pt x="1949797" y="152668"/>
                  </a:lnTo>
                  <a:lnTo>
                    <a:pt x="1949819" y="152629"/>
                  </a:lnTo>
                  <a:lnTo>
                    <a:pt x="1949828" y="152584"/>
                  </a:lnTo>
                  <a:lnTo>
                    <a:pt x="1949822" y="152538"/>
                  </a:lnTo>
                  <a:lnTo>
                    <a:pt x="1949785" y="152468"/>
                  </a:lnTo>
                  <a:lnTo>
                    <a:pt x="1949764" y="152414"/>
                  </a:lnTo>
                  <a:lnTo>
                    <a:pt x="1949759" y="152370"/>
                  </a:lnTo>
                  <a:lnTo>
                    <a:pt x="1949774" y="152334"/>
                  </a:lnTo>
                  <a:lnTo>
                    <a:pt x="1949810" y="152273"/>
                  </a:lnTo>
                  <a:lnTo>
                    <a:pt x="1949855" y="152225"/>
                  </a:lnTo>
                  <a:lnTo>
                    <a:pt x="1949909" y="152198"/>
                  </a:lnTo>
                  <a:lnTo>
                    <a:pt x="1949963" y="152187"/>
                  </a:lnTo>
                  <a:lnTo>
                    <a:pt x="1950015" y="152187"/>
                  </a:lnTo>
                  <a:lnTo>
                    <a:pt x="1950075" y="152204"/>
                  </a:lnTo>
                  <a:lnTo>
                    <a:pt x="1950127" y="152228"/>
                  </a:lnTo>
                  <a:lnTo>
                    <a:pt x="1950168" y="152252"/>
                  </a:lnTo>
                  <a:lnTo>
                    <a:pt x="1950213" y="152274"/>
                  </a:lnTo>
                  <a:lnTo>
                    <a:pt x="1950253" y="152283"/>
                  </a:lnTo>
                  <a:lnTo>
                    <a:pt x="1950307" y="152283"/>
                  </a:lnTo>
                  <a:lnTo>
                    <a:pt x="1950404" y="152267"/>
                  </a:lnTo>
                  <a:lnTo>
                    <a:pt x="1950539" y="152222"/>
                  </a:lnTo>
                  <a:lnTo>
                    <a:pt x="1950644" y="152188"/>
                  </a:lnTo>
                  <a:lnTo>
                    <a:pt x="1950711" y="152178"/>
                  </a:lnTo>
                  <a:lnTo>
                    <a:pt x="1950794" y="152175"/>
                  </a:lnTo>
                  <a:lnTo>
                    <a:pt x="1950807" y="152175"/>
                  </a:lnTo>
                  <a:lnTo>
                    <a:pt x="1950899" y="152183"/>
                  </a:lnTo>
                  <a:lnTo>
                    <a:pt x="1950938" y="152195"/>
                  </a:lnTo>
                  <a:lnTo>
                    <a:pt x="1950978" y="152216"/>
                  </a:lnTo>
                  <a:lnTo>
                    <a:pt x="1951009" y="152249"/>
                  </a:lnTo>
                  <a:lnTo>
                    <a:pt x="1951015" y="152256"/>
                  </a:lnTo>
                  <a:lnTo>
                    <a:pt x="1951046" y="152291"/>
                  </a:lnTo>
                  <a:lnTo>
                    <a:pt x="1951085" y="152349"/>
                  </a:lnTo>
                  <a:lnTo>
                    <a:pt x="1951099" y="152367"/>
                  </a:lnTo>
                  <a:lnTo>
                    <a:pt x="1951117" y="152390"/>
                  </a:lnTo>
                  <a:lnTo>
                    <a:pt x="1951140" y="152410"/>
                  </a:lnTo>
                  <a:lnTo>
                    <a:pt x="1951155" y="152423"/>
                  </a:lnTo>
                  <a:lnTo>
                    <a:pt x="1951238" y="152482"/>
                  </a:lnTo>
                  <a:lnTo>
                    <a:pt x="1951263" y="152498"/>
                  </a:lnTo>
                  <a:lnTo>
                    <a:pt x="1951316" y="152535"/>
                  </a:lnTo>
                  <a:lnTo>
                    <a:pt x="1951400" y="152583"/>
                  </a:lnTo>
                  <a:lnTo>
                    <a:pt x="1951455" y="152621"/>
                  </a:lnTo>
                  <a:lnTo>
                    <a:pt x="1951486" y="152655"/>
                  </a:lnTo>
                  <a:lnTo>
                    <a:pt x="1951523" y="152715"/>
                  </a:lnTo>
                  <a:lnTo>
                    <a:pt x="1951541" y="152751"/>
                  </a:lnTo>
                  <a:lnTo>
                    <a:pt x="1951572" y="152776"/>
                  </a:lnTo>
                  <a:lnTo>
                    <a:pt x="1951606" y="152792"/>
                  </a:lnTo>
                  <a:lnTo>
                    <a:pt x="1951672" y="152809"/>
                  </a:lnTo>
                  <a:lnTo>
                    <a:pt x="1951779" y="152829"/>
                  </a:lnTo>
                  <a:lnTo>
                    <a:pt x="1951880" y="152837"/>
                  </a:lnTo>
                  <a:lnTo>
                    <a:pt x="1951935" y="152833"/>
                  </a:lnTo>
                  <a:lnTo>
                    <a:pt x="1951985" y="152817"/>
                  </a:lnTo>
                  <a:lnTo>
                    <a:pt x="1952017" y="152792"/>
                  </a:lnTo>
                  <a:lnTo>
                    <a:pt x="1952054" y="152742"/>
                  </a:lnTo>
                  <a:lnTo>
                    <a:pt x="1952077" y="152683"/>
                  </a:lnTo>
                  <a:lnTo>
                    <a:pt x="1952091" y="152616"/>
                  </a:lnTo>
                  <a:lnTo>
                    <a:pt x="1952094" y="152555"/>
                  </a:lnTo>
                  <a:lnTo>
                    <a:pt x="1952077" y="152511"/>
                  </a:lnTo>
                  <a:lnTo>
                    <a:pt x="1952060" y="152473"/>
                  </a:lnTo>
                  <a:lnTo>
                    <a:pt x="1952025" y="152424"/>
                  </a:lnTo>
                  <a:lnTo>
                    <a:pt x="1951930" y="152308"/>
                  </a:lnTo>
                  <a:lnTo>
                    <a:pt x="1951912" y="152279"/>
                  </a:lnTo>
                  <a:lnTo>
                    <a:pt x="1951896" y="152252"/>
                  </a:lnTo>
                  <a:lnTo>
                    <a:pt x="1951885" y="152206"/>
                  </a:lnTo>
                  <a:lnTo>
                    <a:pt x="1951894" y="152174"/>
                  </a:lnTo>
                  <a:lnTo>
                    <a:pt x="1951939" y="152116"/>
                  </a:lnTo>
                  <a:lnTo>
                    <a:pt x="1951985" y="152075"/>
                  </a:lnTo>
                  <a:lnTo>
                    <a:pt x="1952021" y="152062"/>
                  </a:lnTo>
                  <a:lnTo>
                    <a:pt x="1952059" y="152052"/>
                  </a:lnTo>
                  <a:lnTo>
                    <a:pt x="1952072" y="152049"/>
                  </a:lnTo>
                  <a:lnTo>
                    <a:pt x="1952142" y="152042"/>
                  </a:lnTo>
                  <a:lnTo>
                    <a:pt x="1952177" y="152038"/>
                  </a:lnTo>
                  <a:lnTo>
                    <a:pt x="1952223" y="152032"/>
                  </a:lnTo>
                  <a:lnTo>
                    <a:pt x="1952290" y="152016"/>
                  </a:lnTo>
                  <a:lnTo>
                    <a:pt x="1952302" y="152008"/>
                  </a:lnTo>
                  <a:lnTo>
                    <a:pt x="1952365" y="151969"/>
                  </a:lnTo>
                  <a:lnTo>
                    <a:pt x="1952420" y="151904"/>
                  </a:lnTo>
                  <a:lnTo>
                    <a:pt x="1952432" y="151876"/>
                  </a:lnTo>
                  <a:lnTo>
                    <a:pt x="1952443" y="151852"/>
                  </a:lnTo>
                  <a:lnTo>
                    <a:pt x="1952446" y="151767"/>
                  </a:lnTo>
                  <a:lnTo>
                    <a:pt x="1952442" y="151709"/>
                  </a:lnTo>
                  <a:lnTo>
                    <a:pt x="1952438" y="151670"/>
                  </a:lnTo>
                  <a:lnTo>
                    <a:pt x="1952408" y="151463"/>
                  </a:lnTo>
                  <a:lnTo>
                    <a:pt x="1952393" y="151398"/>
                  </a:lnTo>
                  <a:lnTo>
                    <a:pt x="1952378" y="151346"/>
                  </a:lnTo>
                  <a:lnTo>
                    <a:pt x="1952379" y="151299"/>
                  </a:lnTo>
                  <a:lnTo>
                    <a:pt x="1952412" y="151264"/>
                  </a:lnTo>
                  <a:lnTo>
                    <a:pt x="1952466" y="151236"/>
                  </a:lnTo>
                  <a:lnTo>
                    <a:pt x="1952537" y="151216"/>
                  </a:lnTo>
                  <a:lnTo>
                    <a:pt x="1952581" y="151212"/>
                  </a:lnTo>
                  <a:lnTo>
                    <a:pt x="1952631" y="151208"/>
                  </a:lnTo>
                  <a:lnTo>
                    <a:pt x="1952742" y="151210"/>
                  </a:lnTo>
                  <a:lnTo>
                    <a:pt x="1952756" y="151210"/>
                  </a:lnTo>
                  <a:lnTo>
                    <a:pt x="1952804" y="151219"/>
                  </a:lnTo>
                  <a:lnTo>
                    <a:pt x="1952836" y="151225"/>
                  </a:lnTo>
                  <a:lnTo>
                    <a:pt x="1953072" y="151303"/>
                  </a:lnTo>
                  <a:lnTo>
                    <a:pt x="1953089" y="151303"/>
                  </a:lnTo>
                  <a:lnTo>
                    <a:pt x="1953097" y="151303"/>
                  </a:lnTo>
                  <a:lnTo>
                    <a:pt x="1953128" y="151302"/>
                  </a:lnTo>
                  <a:lnTo>
                    <a:pt x="1953184" y="151282"/>
                  </a:lnTo>
                  <a:lnTo>
                    <a:pt x="1953242" y="151234"/>
                  </a:lnTo>
                  <a:lnTo>
                    <a:pt x="1953292" y="151159"/>
                  </a:lnTo>
                  <a:lnTo>
                    <a:pt x="1953328" y="151106"/>
                  </a:lnTo>
                  <a:lnTo>
                    <a:pt x="1953448" y="151045"/>
                  </a:lnTo>
                  <a:lnTo>
                    <a:pt x="1953502" y="151016"/>
                  </a:lnTo>
                  <a:lnTo>
                    <a:pt x="1953534" y="150975"/>
                  </a:lnTo>
                  <a:lnTo>
                    <a:pt x="1953555" y="150931"/>
                  </a:lnTo>
                  <a:lnTo>
                    <a:pt x="1953559" y="150922"/>
                  </a:lnTo>
                  <a:lnTo>
                    <a:pt x="1953561" y="150881"/>
                  </a:lnTo>
                  <a:lnTo>
                    <a:pt x="1953538" y="150841"/>
                  </a:lnTo>
                  <a:lnTo>
                    <a:pt x="1953498" y="150770"/>
                  </a:lnTo>
                  <a:lnTo>
                    <a:pt x="1953484" y="150751"/>
                  </a:lnTo>
                  <a:lnTo>
                    <a:pt x="1953463" y="150721"/>
                  </a:lnTo>
                  <a:lnTo>
                    <a:pt x="1953431" y="150699"/>
                  </a:lnTo>
                  <a:lnTo>
                    <a:pt x="1953399" y="150681"/>
                  </a:lnTo>
                  <a:lnTo>
                    <a:pt x="1953389" y="150675"/>
                  </a:lnTo>
                  <a:lnTo>
                    <a:pt x="1953348" y="150667"/>
                  </a:lnTo>
                  <a:lnTo>
                    <a:pt x="1953325" y="150663"/>
                  </a:lnTo>
                  <a:lnTo>
                    <a:pt x="1953300" y="150659"/>
                  </a:lnTo>
                  <a:lnTo>
                    <a:pt x="1953163" y="150547"/>
                  </a:lnTo>
                  <a:lnTo>
                    <a:pt x="1953101" y="150476"/>
                  </a:lnTo>
                  <a:lnTo>
                    <a:pt x="1953096" y="150465"/>
                  </a:lnTo>
                  <a:lnTo>
                    <a:pt x="1953091" y="150454"/>
                  </a:lnTo>
                  <a:lnTo>
                    <a:pt x="1953092" y="150442"/>
                  </a:lnTo>
                  <a:lnTo>
                    <a:pt x="1953100" y="150392"/>
                  </a:lnTo>
                  <a:lnTo>
                    <a:pt x="1953116" y="150348"/>
                  </a:lnTo>
                  <a:lnTo>
                    <a:pt x="1953160" y="150295"/>
                  </a:lnTo>
                  <a:lnTo>
                    <a:pt x="1953231" y="150236"/>
                  </a:lnTo>
                  <a:lnTo>
                    <a:pt x="1953267" y="150215"/>
                  </a:lnTo>
                  <a:lnTo>
                    <a:pt x="1953310" y="150189"/>
                  </a:lnTo>
                  <a:lnTo>
                    <a:pt x="1953514" y="150165"/>
                  </a:lnTo>
                  <a:lnTo>
                    <a:pt x="1953581" y="150154"/>
                  </a:lnTo>
                  <a:lnTo>
                    <a:pt x="1953597" y="150152"/>
                  </a:lnTo>
                  <a:lnTo>
                    <a:pt x="1953610" y="150148"/>
                  </a:lnTo>
                  <a:lnTo>
                    <a:pt x="1953646" y="150138"/>
                  </a:lnTo>
                  <a:lnTo>
                    <a:pt x="1953750" y="150086"/>
                  </a:lnTo>
                  <a:lnTo>
                    <a:pt x="1953934" y="150048"/>
                  </a:lnTo>
                  <a:lnTo>
                    <a:pt x="1953994" y="150036"/>
                  </a:lnTo>
                  <a:lnTo>
                    <a:pt x="1954006" y="150032"/>
                  </a:lnTo>
                  <a:lnTo>
                    <a:pt x="1954060" y="150013"/>
                  </a:lnTo>
                  <a:lnTo>
                    <a:pt x="1954090" y="149991"/>
                  </a:lnTo>
                  <a:lnTo>
                    <a:pt x="1954101" y="149982"/>
                  </a:lnTo>
                  <a:lnTo>
                    <a:pt x="1954132" y="149936"/>
                  </a:lnTo>
                  <a:lnTo>
                    <a:pt x="1954144" y="149912"/>
                  </a:lnTo>
                  <a:lnTo>
                    <a:pt x="1954156" y="149886"/>
                  </a:lnTo>
                  <a:lnTo>
                    <a:pt x="1954163" y="149859"/>
                  </a:lnTo>
                  <a:lnTo>
                    <a:pt x="1954163" y="149820"/>
                  </a:lnTo>
                  <a:lnTo>
                    <a:pt x="1954161" y="149786"/>
                  </a:lnTo>
                  <a:lnTo>
                    <a:pt x="1954168" y="149667"/>
                  </a:lnTo>
                  <a:lnTo>
                    <a:pt x="1954057" y="149512"/>
                  </a:lnTo>
                  <a:lnTo>
                    <a:pt x="1953966" y="149282"/>
                  </a:lnTo>
                  <a:lnTo>
                    <a:pt x="1954069" y="149100"/>
                  </a:lnTo>
                  <a:lnTo>
                    <a:pt x="1954076" y="149048"/>
                  </a:lnTo>
                  <a:lnTo>
                    <a:pt x="1953916" y="148848"/>
                  </a:lnTo>
                  <a:lnTo>
                    <a:pt x="1953897" y="148821"/>
                  </a:lnTo>
                  <a:lnTo>
                    <a:pt x="1953872" y="148787"/>
                  </a:lnTo>
                  <a:lnTo>
                    <a:pt x="1953821" y="148735"/>
                  </a:lnTo>
                  <a:lnTo>
                    <a:pt x="1953786" y="148709"/>
                  </a:lnTo>
                  <a:lnTo>
                    <a:pt x="1953748" y="148689"/>
                  </a:lnTo>
                  <a:lnTo>
                    <a:pt x="1953700" y="148665"/>
                  </a:lnTo>
                  <a:lnTo>
                    <a:pt x="1953631" y="148635"/>
                  </a:lnTo>
                  <a:lnTo>
                    <a:pt x="1953559" y="148616"/>
                  </a:lnTo>
                  <a:lnTo>
                    <a:pt x="1953508" y="148614"/>
                  </a:lnTo>
                  <a:lnTo>
                    <a:pt x="1953464" y="148614"/>
                  </a:lnTo>
                  <a:lnTo>
                    <a:pt x="1953452" y="148614"/>
                  </a:lnTo>
                  <a:lnTo>
                    <a:pt x="1953427" y="148615"/>
                  </a:lnTo>
                  <a:lnTo>
                    <a:pt x="1953354" y="148619"/>
                  </a:lnTo>
                  <a:lnTo>
                    <a:pt x="1953248" y="148622"/>
                  </a:lnTo>
                  <a:lnTo>
                    <a:pt x="1953169" y="148619"/>
                  </a:lnTo>
                  <a:lnTo>
                    <a:pt x="1953124" y="148613"/>
                  </a:lnTo>
                  <a:lnTo>
                    <a:pt x="1953111" y="148611"/>
                  </a:lnTo>
                  <a:lnTo>
                    <a:pt x="1953084" y="148602"/>
                  </a:lnTo>
                  <a:lnTo>
                    <a:pt x="1953054" y="148591"/>
                  </a:lnTo>
                  <a:lnTo>
                    <a:pt x="1953034" y="148582"/>
                  </a:lnTo>
                  <a:lnTo>
                    <a:pt x="1952975" y="148554"/>
                  </a:lnTo>
                  <a:lnTo>
                    <a:pt x="1952923" y="148522"/>
                  </a:lnTo>
                  <a:lnTo>
                    <a:pt x="1952881" y="148480"/>
                  </a:lnTo>
                  <a:lnTo>
                    <a:pt x="1952857" y="148441"/>
                  </a:lnTo>
                  <a:lnTo>
                    <a:pt x="1952854" y="148428"/>
                  </a:lnTo>
                  <a:lnTo>
                    <a:pt x="1952849" y="148406"/>
                  </a:lnTo>
                  <a:lnTo>
                    <a:pt x="1952848" y="148401"/>
                  </a:lnTo>
                  <a:lnTo>
                    <a:pt x="1952844" y="148356"/>
                  </a:lnTo>
                  <a:lnTo>
                    <a:pt x="1952846" y="148324"/>
                  </a:lnTo>
                  <a:lnTo>
                    <a:pt x="1952866" y="148289"/>
                  </a:lnTo>
                  <a:lnTo>
                    <a:pt x="1952876" y="148280"/>
                  </a:lnTo>
                  <a:lnTo>
                    <a:pt x="1952916" y="148246"/>
                  </a:lnTo>
                  <a:lnTo>
                    <a:pt x="1952984" y="148204"/>
                  </a:lnTo>
                  <a:lnTo>
                    <a:pt x="1953069" y="148171"/>
                  </a:lnTo>
                  <a:lnTo>
                    <a:pt x="1953151" y="148160"/>
                  </a:lnTo>
                  <a:lnTo>
                    <a:pt x="1953252" y="148157"/>
                  </a:lnTo>
                  <a:lnTo>
                    <a:pt x="1953393" y="148163"/>
                  </a:lnTo>
                  <a:lnTo>
                    <a:pt x="1953482" y="148175"/>
                  </a:lnTo>
                  <a:lnTo>
                    <a:pt x="1953592" y="148188"/>
                  </a:lnTo>
                  <a:lnTo>
                    <a:pt x="1953696" y="148192"/>
                  </a:lnTo>
                  <a:lnTo>
                    <a:pt x="1953743" y="148187"/>
                  </a:lnTo>
                  <a:lnTo>
                    <a:pt x="1953780" y="148173"/>
                  </a:lnTo>
                  <a:lnTo>
                    <a:pt x="1953825" y="148144"/>
                  </a:lnTo>
                  <a:lnTo>
                    <a:pt x="1953847" y="148126"/>
                  </a:lnTo>
                  <a:lnTo>
                    <a:pt x="1953866" y="148109"/>
                  </a:lnTo>
                  <a:lnTo>
                    <a:pt x="1953907" y="148076"/>
                  </a:lnTo>
                  <a:lnTo>
                    <a:pt x="1953956" y="148034"/>
                  </a:lnTo>
                  <a:lnTo>
                    <a:pt x="1954002" y="147996"/>
                  </a:lnTo>
                  <a:lnTo>
                    <a:pt x="1954029" y="147968"/>
                  </a:lnTo>
                  <a:lnTo>
                    <a:pt x="1954046" y="147942"/>
                  </a:lnTo>
                  <a:lnTo>
                    <a:pt x="1954053" y="147917"/>
                  </a:lnTo>
                  <a:lnTo>
                    <a:pt x="1954060" y="147893"/>
                  </a:lnTo>
                  <a:lnTo>
                    <a:pt x="1954062" y="147886"/>
                  </a:lnTo>
                  <a:lnTo>
                    <a:pt x="1954098" y="147623"/>
                  </a:lnTo>
                  <a:lnTo>
                    <a:pt x="1954102" y="147593"/>
                  </a:lnTo>
                  <a:lnTo>
                    <a:pt x="1954103" y="147585"/>
                  </a:lnTo>
                  <a:lnTo>
                    <a:pt x="1954116" y="147546"/>
                  </a:lnTo>
                  <a:lnTo>
                    <a:pt x="1954128" y="147519"/>
                  </a:lnTo>
                  <a:lnTo>
                    <a:pt x="1954165" y="147463"/>
                  </a:lnTo>
                  <a:lnTo>
                    <a:pt x="1954196" y="147422"/>
                  </a:lnTo>
                  <a:lnTo>
                    <a:pt x="1954233" y="147362"/>
                  </a:lnTo>
                  <a:lnTo>
                    <a:pt x="1954252" y="147318"/>
                  </a:lnTo>
                  <a:lnTo>
                    <a:pt x="1954311" y="147091"/>
                  </a:lnTo>
                  <a:lnTo>
                    <a:pt x="1954309" y="147049"/>
                  </a:lnTo>
                  <a:lnTo>
                    <a:pt x="1954297" y="147014"/>
                  </a:lnTo>
                  <a:lnTo>
                    <a:pt x="1954270" y="146980"/>
                  </a:lnTo>
                  <a:lnTo>
                    <a:pt x="1954188" y="146905"/>
                  </a:lnTo>
                  <a:lnTo>
                    <a:pt x="1954174" y="146871"/>
                  </a:lnTo>
                  <a:lnTo>
                    <a:pt x="1954167" y="146854"/>
                  </a:lnTo>
                  <a:lnTo>
                    <a:pt x="1954170" y="146770"/>
                  </a:lnTo>
                  <a:lnTo>
                    <a:pt x="1954129" y="146658"/>
                  </a:lnTo>
                  <a:lnTo>
                    <a:pt x="1954133" y="146638"/>
                  </a:lnTo>
                  <a:lnTo>
                    <a:pt x="1954145" y="146612"/>
                  </a:lnTo>
                  <a:lnTo>
                    <a:pt x="1954171" y="146582"/>
                  </a:lnTo>
                  <a:lnTo>
                    <a:pt x="1954220" y="146554"/>
                  </a:lnTo>
                  <a:lnTo>
                    <a:pt x="1954295" y="146530"/>
                  </a:lnTo>
                  <a:lnTo>
                    <a:pt x="1954370" y="146506"/>
                  </a:lnTo>
                  <a:lnTo>
                    <a:pt x="1954438" y="146479"/>
                  </a:lnTo>
                  <a:lnTo>
                    <a:pt x="1954515" y="146445"/>
                  </a:lnTo>
                  <a:lnTo>
                    <a:pt x="1954624" y="146403"/>
                  </a:lnTo>
                  <a:lnTo>
                    <a:pt x="1954688" y="146361"/>
                  </a:lnTo>
                  <a:lnTo>
                    <a:pt x="1954756" y="146316"/>
                  </a:lnTo>
                  <a:lnTo>
                    <a:pt x="1954784" y="146220"/>
                  </a:lnTo>
                  <a:lnTo>
                    <a:pt x="1954882" y="145998"/>
                  </a:lnTo>
                  <a:lnTo>
                    <a:pt x="1954912" y="145948"/>
                  </a:lnTo>
                  <a:lnTo>
                    <a:pt x="1954916" y="145914"/>
                  </a:lnTo>
                  <a:lnTo>
                    <a:pt x="1954915" y="145879"/>
                  </a:lnTo>
                  <a:lnTo>
                    <a:pt x="1954898" y="145832"/>
                  </a:lnTo>
                  <a:lnTo>
                    <a:pt x="1954866" y="145758"/>
                  </a:lnTo>
                  <a:lnTo>
                    <a:pt x="1954838" y="145715"/>
                  </a:lnTo>
                  <a:lnTo>
                    <a:pt x="1954809" y="145681"/>
                  </a:lnTo>
                  <a:lnTo>
                    <a:pt x="1954769" y="145659"/>
                  </a:lnTo>
                  <a:lnTo>
                    <a:pt x="1954753" y="145655"/>
                  </a:lnTo>
                  <a:lnTo>
                    <a:pt x="1954705" y="145642"/>
                  </a:lnTo>
                  <a:lnTo>
                    <a:pt x="1954625" y="145641"/>
                  </a:lnTo>
                  <a:lnTo>
                    <a:pt x="1954539" y="145654"/>
                  </a:lnTo>
                  <a:lnTo>
                    <a:pt x="1954406" y="145687"/>
                  </a:lnTo>
                  <a:lnTo>
                    <a:pt x="1954400" y="145685"/>
                  </a:lnTo>
                  <a:lnTo>
                    <a:pt x="1954373" y="145677"/>
                  </a:lnTo>
                  <a:lnTo>
                    <a:pt x="1954343" y="145662"/>
                  </a:lnTo>
                  <a:lnTo>
                    <a:pt x="1954300" y="145632"/>
                  </a:lnTo>
                  <a:lnTo>
                    <a:pt x="1954258" y="145594"/>
                  </a:lnTo>
                  <a:lnTo>
                    <a:pt x="1954245" y="145573"/>
                  </a:lnTo>
                  <a:lnTo>
                    <a:pt x="1954231" y="145548"/>
                  </a:lnTo>
                  <a:lnTo>
                    <a:pt x="1954226" y="145518"/>
                  </a:lnTo>
                  <a:lnTo>
                    <a:pt x="1954222" y="145499"/>
                  </a:lnTo>
                  <a:lnTo>
                    <a:pt x="1954227" y="145465"/>
                  </a:lnTo>
                  <a:lnTo>
                    <a:pt x="1954244" y="145442"/>
                  </a:lnTo>
                  <a:lnTo>
                    <a:pt x="1954284" y="145413"/>
                  </a:lnTo>
                  <a:lnTo>
                    <a:pt x="1954313" y="145369"/>
                  </a:lnTo>
                  <a:lnTo>
                    <a:pt x="1954324" y="145323"/>
                  </a:lnTo>
                  <a:lnTo>
                    <a:pt x="1954326" y="145247"/>
                  </a:lnTo>
                  <a:lnTo>
                    <a:pt x="1954329" y="145175"/>
                  </a:lnTo>
                  <a:lnTo>
                    <a:pt x="1954335" y="145148"/>
                  </a:lnTo>
                  <a:lnTo>
                    <a:pt x="1954352" y="145131"/>
                  </a:lnTo>
                  <a:lnTo>
                    <a:pt x="1954396" y="145094"/>
                  </a:lnTo>
                  <a:lnTo>
                    <a:pt x="1954474" y="145039"/>
                  </a:lnTo>
                  <a:lnTo>
                    <a:pt x="1954521" y="145021"/>
                  </a:lnTo>
                  <a:lnTo>
                    <a:pt x="1954585" y="145009"/>
                  </a:lnTo>
                  <a:lnTo>
                    <a:pt x="1954682" y="145012"/>
                  </a:lnTo>
                  <a:lnTo>
                    <a:pt x="1954752" y="145025"/>
                  </a:lnTo>
                  <a:lnTo>
                    <a:pt x="1954818" y="145040"/>
                  </a:lnTo>
                  <a:lnTo>
                    <a:pt x="1954860" y="145044"/>
                  </a:lnTo>
                  <a:lnTo>
                    <a:pt x="1954947" y="145041"/>
                  </a:lnTo>
                  <a:lnTo>
                    <a:pt x="1955021" y="145032"/>
                  </a:lnTo>
                  <a:lnTo>
                    <a:pt x="1955073" y="145023"/>
                  </a:lnTo>
                  <a:lnTo>
                    <a:pt x="1955222" y="144994"/>
                  </a:lnTo>
                  <a:lnTo>
                    <a:pt x="1955290" y="144976"/>
                  </a:lnTo>
                  <a:lnTo>
                    <a:pt x="1955346" y="144959"/>
                  </a:lnTo>
                  <a:lnTo>
                    <a:pt x="1955400" y="144931"/>
                  </a:lnTo>
                  <a:lnTo>
                    <a:pt x="1955444" y="144892"/>
                  </a:lnTo>
                  <a:lnTo>
                    <a:pt x="1955479" y="144850"/>
                  </a:lnTo>
                  <a:lnTo>
                    <a:pt x="1955497" y="144780"/>
                  </a:lnTo>
                  <a:lnTo>
                    <a:pt x="1955510" y="144707"/>
                  </a:lnTo>
                  <a:lnTo>
                    <a:pt x="1955592" y="144458"/>
                  </a:lnTo>
                  <a:lnTo>
                    <a:pt x="1955603" y="144427"/>
                  </a:lnTo>
                  <a:lnTo>
                    <a:pt x="1955601" y="144371"/>
                  </a:lnTo>
                  <a:lnTo>
                    <a:pt x="1955569" y="144322"/>
                  </a:lnTo>
                  <a:lnTo>
                    <a:pt x="1955514" y="144275"/>
                  </a:lnTo>
                  <a:lnTo>
                    <a:pt x="1955448" y="144236"/>
                  </a:lnTo>
                  <a:lnTo>
                    <a:pt x="1955377" y="144207"/>
                  </a:lnTo>
                  <a:lnTo>
                    <a:pt x="1955199" y="144136"/>
                  </a:lnTo>
                  <a:lnTo>
                    <a:pt x="1955102" y="143986"/>
                  </a:lnTo>
                  <a:lnTo>
                    <a:pt x="1955112" y="143875"/>
                  </a:lnTo>
                  <a:lnTo>
                    <a:pt x="1955105" y="143773"/>
                  </a:lnTo>
                  <a:lnTo>
                    <a:pt x="1955104" y="143754"/>
                  </a:lnTo>
                  <a:lnTo>
                    <a:pt x="1955070" y="143715"/>
                  </a:lnTo>
                  <a:lnTo>
                    <a:pt x="1955017" y="143677"/>
                  </a:lnTo>
                  <a:lnTo>
                    <a:pt x="1954943" y="143633"/>
                  </a:lnTo>
                  <a:lnTo>
                    <a:pt x="1954890" y="143595"/>
                  </a:lnTo>
                  <a:lnTo>
                    <a:pt x="1954858" y="143555"/>
                  </a:lnTo>
                  <a:lnTo>
                    <a:pt x="1954864" y="143542"/>
                  </a:lnTo>
                  <a:lnTo>
                    <a:pt x="1954958" y="143326"/>
                  </a:lnTo>
                  <a:lnTo>
                    <a:pt x="1955043" y="143289"/>
                  </a:lnTo>
                  <a:lnTo>
                    <a:pt x="1955064" y="143275"/>
                  </a:lnTo>
                  <a:lnTo>
                    <a:pt x="1955080" y="143264"/>
                  </a:lnTo>
                  <a:lnTo>
                    <a:pt x="1955125" y="143230"/>
                  </a:lnTo>
                  <a:lnTo>
                    <a:pt x="1955195" y="143160"/>
                  </a:lnTo>
                  <a:lnTo>
                    <a:pt x="1955223" y="143133"/>
                  </a:lnTo>
                  <a:lnTo>
                    <a:pt x="1955237" y="143116"/>
                  </a:lnTo>
                  <a:lnTo>
                    <a:pt x="1955264" y="143083"/>
                  </a:lnTo>
                  <a:lnTo>
                    <a:pt x="1955308" y="143016"/>
                  </a:lnTo>
                  <a:lnTo>
                    <a:pt x="1955385" y="142912"/>
                  </a:lnTo>
                  <a:lnTo>
                    <a:pt x="1955405" y="142891"/>
                  </a:lnTo>
                  <a:lnTo>
                    <a:pt x="1955466" y="142849"/>
                  </a:lnTo>
                  <a:lnTo>
                    <a:pt x="1955513" y="142827"/>
                  </a:lnTo>
                  <a:lnTo>
                    <a:pt x="1955586" y="142813"/>
                  </a:lnTo>
                  <a:lnTo>
                    <a:pt x="1955667" y="142811"/>
                  </a:lnTo>
                  <a:lnTo>
                    <a:pt x="1955736" y="142819"/>
                  </a:lnTo>
                  <a:lnTo>
                    <a:pt x="1955830" y="142835"/>
                  </a:lnTo>
                  <a:lnTo>
                    <a:pt x="1955932" y="142863"/>
                  </a:lnTo>
                  <a:lnTo>
                    <a:pt x="1956072" y="142899"/>
                  </a:lnTo>
                  <a:lnTo>
                    <a:pt x="1956104" y="142906"/>
                  </a:lnTo>
                  <a:lnTo>
                    <a:pt x="1956154" y="142914"/>
                  </a:lnTo>
                  <a:lnTo>
                    <a:pt x="1956191" y="142909"/>
                  </a:lnTo>
                  <a:lnTo>
                    <a:pt x="1956223" y="142898"/>
                  </a:lnTo>
                  <a:lnTo>
                    <a:pt x="1956360" y="142784"/>
                  </a:lnTo>
                  <a:lnTo>
                    <a:pt x="1956645" y="142590"/>
                  </a:lnTo>
                  <a:lnTo>
                    <a:pt x="1956699" y="142554"/>
                  </a:lnTo>
                  <a:lnTo>
                    <a:pt x="1956751" y="142530"/>
                  </a:lnTo>
                  <a:lnTo>
                    <a:pt x="1956776" y="142520"/>
                  </a:lnTo>
                  <a:lnTo>
                    <a:pt x="1956820" y="142503"/>
                  </a:lnTo>
                  <a:lnTo>
                    <a:pt x="1956942" y="142472"/>
                  </a:lnTo>
                  <a:lnTo>
                    <a:pt x="1957005" y="142456"/>
                  </a:lnTo>
                  <a:lnTo>
                    <a:pt x="1957046" y="142439"/>
                  </a:lnTo>
                  <a:lnTo>
                    <a:pt x="1957081" y="142419"/>
                  </a:lnTo>
                  <a:lnTo>
                    <a:pt x="1957111" y="142394"/>
                  </a:lnTo>
                  <a:lnTo>
                    <a:pt x="1957159" y="142345"/>
                  </a:lnTo>
                  <a:lnTo>
                    <a:pt x="1957196" y="142298"/>
                  </a:lnTo>
                  <a:lnTo>
                    <a:pt x="1957218" y="142231"/>
                  </a:lnTo>
                  <a:lnTo>
                    <a:pt x="1957216" y="142195"/>
                  </a:lnTo>
                  <a:lnTo>
                    <a:pt x="1957204" y="142145"/>
                  </a:lnTo>
                  <a:lnTo>
                    <a:pt x="1957159" y="142065"/>
                  </a:lnTo>
                  <a:lnTo>
                    <a:pt x="1957139" y="142037"/>
                  </a:lnTo>
                  <a:lnTo>
                    <a:pt x="1957098" y="141981"/>
                  </a:lnTo>
                  <a:lnTo>
                    <a:pt x="1957044" y="141877"/>
                  </a:lnTo>
                  <a:lnTo>
                    <a:pt x="1957026" y="141811"/>
                  </a:lnTo>
                  <a:lnTo>
                    <a:pt x="1957026" y="141766"/>
                  </a:lnTo>
                  <a:lnTo>
                    <a:pt x="1957032" y="141730"/>
                  </a:lnTo>
                  <a:lnTo>
                    <a:pt x="1957048" y="141692"/>
                  </a:lnTo>
                  <a:lnTo>
                    <a:pt x="1957087" y="141650"/>
                  </a:lnTo>
                  <a:lnTo>
                    <a:pt x="1957143" y="141615"/>
                  </a:lnTo>
                  <a:lnTo>
                    <a:pt x="1957213" y="141591"/>
                  </a:lnTo>
                  <a:lnTo>
                    <a:pt x="1957267" y="141582"/>
                  </a:lnTo>
                  <a:lnTo>
                    <a:pt x="1957339" y="141584"/>
                  </a:lnTo>
                  <a:lnTo>
                    <a:pt x="1957454" y="141636"/>
                  </a:lnTo>
                  <a:lnTo>
                    <a:pt x="1957505" y="141703"/>
                  </a:lnTo>
                  <a:lnTo>
                    <a:pt x="1957564" y="141826"/>
                  </a:lnTo>
                  <a:lnTo>
                    <a:pt x="1957594" y="141913"/>
                  </a:lnTo>
                  <a:lnTo>
                    <a:pt x="1957626" y="142005"/>
                  </a:lnTo>
                  <a:lnTo>
                    <a:pt x="1957655" y="142058"/>
                  </a:lnTo>
                  <a:lnTo>
                    <a:pt x="1957810" y="142187"/>
                  </a:lnTo>
                  <a:lnTo>
                    <a:pt x="1957881" y="142202"/>
                  </a:lnTo>
                  <a:lnTo>
                    <a:pt x="1957903" y="142205"/>
                  </a:lnTo>
                  <a:lnTo>
                    <a:pt x="1957937" y="142209"/>
                  </a:lnTo>
                  <a:lnTo>
                    <a:pt x="1957981" y="142193"/>
                  </a:lnTo>
                  <a:lnTo>
                    <a:pt x="1958040" y="142168"/>
                  </a:lnTo>
                  <a:lnTo>
                    <a:pt x="1958184" y="142090"/>
                  </a:lnTo>
                  <a:lnTo>
                    <a:pt x="1958244" y="142041"/>
                  </a:lnTo>
                  <a:lnTo>
                    <a:pt x="1958301" y="141984"/>
                  </a:lnTo>
                  <a:lnTo>
                    <a:pt x="1958502" y="141746"/>
                  </a:lnTo>
                  <a:lnTo>
                    <a:pt x="1958687" y="141563"/>
                  </a:lnTo>
                  <a:lnTo>
                    <a:pt x="1958756" y="141435"/>
                  </a:lnTo>
                  <a:lnTo>
                    <a:pt x="1958792" y="141329"/>
                  </a:lnTo>
                  <a:lnTo>
                    <a:pt x="1958847" y="141167"/>
                  </a:lnTo>
                  <a:lnTo>
                    <a:pt x="1958862" y="141121"/>
                  </a:lnTo>
                  <a:lnTo>
                    <a:pt x="1958892" y="141032"/>
                  </a:lnTo>
                  <a:lnTo>
                    <a:pt x="1958909" y="140982"/>
                  </a:lnTo>
                  <a:lnTo>
                    <a:pt x="1958930" y="140945"/>
                  </a:lnTo>
                  <a:lnTo>
                    <a:pt x="1958962" y="140906"/>
                  </a:lnTo>
                  <a:lnTo>
                    <a:pt x="1959012" y="140862"/>
                  </a:lnTo>
                  <a:lnTo>
                    <a:pt x="1959085" y="140808"/>
                  </a:lnTo>
                  <a:lnTo>
                    <a:pt x="1959160" y="140771"/>
                  </a:lnTo>
                  <a:lnTo>
                    <a:pt x="1959418" y="140713"/>
                  </a:lnTo>
                  <a:lnTo>
                    <a:pt x="1959469" y="140700"/>
                  </a:lnTo>
                  <a:lnTo>
                    <a:pt x="1959507" y="140684"/>
                  </a:lnTo>
                  <a:lnTo>
                    <a:pt x="1959572" y="140643"/>
                  </a:lnTo>
                  <a:lnTo>
                    <a:pt x="1959614" y="140608"/>
                  </a:lnTo>
                  <a:lnTo>
                    <a:pt x="1959655" y="140550"/>
                  </a:lnTo>
                  <a:lnTo>
                    <a:pt x="1959671" y="140503"/>
                  </a:lnTo>
                  <a:lnTo>
                    <a:pt x="1959673" y="140449"/>
                  </a:lnTo>
                  <a:lnTo>
                    <a:pt x="1959667" y="140405"/>
                  </a:lnTo>
                  <a:lnTo>
                    <a:pt x="1959653" y="140368"/>
                  </a:lnTo>
                  <a:lnTo>
                    <a:pt x="1959629" y="140336"/>
                  </a:lnTo>
                  <a:lnTo>
                    <a:pt x="1959608" y="140320"/>
                  </a:lnTo>
                  <a:lnTo>
                    <a:pt x="1959572" y="140298"/>
                  </a:lnTo>
                  <a:lnTo>
                    <a:pt x="1959490" y="140263"/>
                  </a:lnTo>
                  <a:lnTo>
                    <a:pt x="1959402" y="140233"/>
                  </a:lnTo>
                  <a:lnTo>
                    <a:pt x="1959290" y="140195"/>
                  </a:lnTo>
                  <a:lnTo>
                    <a:pt x="1959188" y="140146"/>
                  </a:lnTo>
                  <a:lnTo>
                    <a:pt x="1959114" y="140096"/>
                  </a:lnTo>
                  <a:lnTo>
                    <a:pt x="1959054" y="140018"/>
                  </a:lnTo>
                  <a:lnTo>
                    <a:pt x="1959035" y="139960"/>
                  </a:lnTo>
                  <a:lnTo>
                    <a:pt x="1959031" y="139907"/>
                  </a:lnTo>
                  <a:lnTo>
                    <a:pt x="1959041" y="139849"/>
                  </a:lnTo>
                  <a:lnTo>
                    <a:pt x="1959087" y="139749"/>
                  </a:lnTo>
                  <a:lnTo>
                    <a:pt x="1959150" y="139683"/>
                  </a:lnTo>
                  <a:lnTo>
                    <a:pt x="1959215" y="139643"/>
                  </a:lnTo>
                  <a:lnTo>
                    <a:pt x="1959243" y="139636"/>
                  </a:lnTo>
                  <a:lnTo>
                    <a:pt x="1959295" y="139621"/>
                  </a:lnTo>
                  <a:lnTo>
                    <a:pt x="1959419" y="139611"/>
                  </a:lnTo>
                  <a:lnTo>
                    <a:pt x="1959536" y="139609"/>
                  </a:lnTo>
                  <a:lnTo>
                    <a:pt x="1959832" y="139602"/>
                  </a:lnTo>
                  <a:lnTo>
                    <a:pt x="1959932" y="139600"/>
                  </a:lnTo>
                  <a:lnTo>
                    <a:pt x="1959953" y="139602"/>
                  </a:lnTo>
                  <a:lnTo>
                    <a:pt x="1960010" y="139606"/>
                  </a:lnTo>
                  <a:lnTo>
                    <a:pt x="1960123" y="139615"/>
                  </a:lnTo>
                  <a:lnTo>
                    <a:pt x="1960141" y="139617"/>
                  </a:lnTo>
                  <a:lnTo>
                    <a:pt x="1960181" y="139620"/>
                  </a:lnTo>
                  <a:lnTo>
                    <a:pt x="1960192" y="139617"/>
                  </a:lnTo>
                  <a:lnTo>
                    <a:pt x="1960209" y="139611"/>
                  </a:lnTo>
                  <a:lnTo>
                    <a:pt x="1960216" y="139609"/>
                  </a:lnTo>
                  <a:lnTo>
                    <a:pt x="1960266" y="139594"/>
                  </a:lnTo>
                  <a:lnTo>
                    <a:pt x="1960365" y="139551"/>
                  </a:lnTo>
                  <a:lnTo>
                    <a:pt x="1960458" y="139498"/>
                  </a:lnTo>
                  <a:lnTo>
                    <a:pt x="1960527" y="139458"/>
                  </a:lnTo>
                  <a:lnTo>
                    <a:pt x="1960580" y="139443"/>
                  </a:lnTo>
                  <a:lnTo>
                    <a:pt x="1960670" y="139432"/>
                  </a:lnTo>
                  <a:lnTo>
                    <a:pt x="1960763" y="139430"/>
                  </a:lnTo>
                  <a:lnTo>
                    <a:pt x="1960847" y="139436"/>
                  </a:lnTo>
                  <a:lnTo>
                    <a:pt x="1960932" y="139444"/>
                  </a:lnTo>
                  <a:lnTo>
                    <a:pt x="1960980" y="139458"/>
                  </a:lnTo>
                  <a:lnTo>
                    <a:pt x="1961025" y="139483"/>
                  </a:lnTo>
                  <a:lnTo>
                    <a:pt x="1961106" y="139523"/>
                  </a:lnTo>
                  <a:lnTo>
                    <a:pt x="1961169" y="139545"/>
                  </a:lnTo>
                  <a:lnTo>
                    <a:pt x="1961218" y="139556"/>
                  </a:lnTo>
                  <a:lnTo>
                    <a:pt x="1961271" y="139555"/>
                  </a:lnTo>
                  <a:lnTo>
                    <a:pt x="1961325" y="139539"/>
                  </a:lnTo>
                  <a:lnTo>
                    <a:pt x="1961376" y="139514"/>
                  </a:lnTo>
                  <a:lnTo>
                    <a:pt x="1961578" y="139363"/>
                  </a:lnTo>
                  <a:lnTo>
                    <a:pt x="1962026" y="139054"/>
                  </a:lnTo>
                  <a:lnTo>
                    <a:pt x="1962051" y="139030"/>
                  </a:lnTo>
                  <a:lnTo>
                    <a:pt x="1962073" y="138993"/>
                  </a:lnTo>
                  <a:lnTo>
                    <a:pt x="1962080" y="138949"/>
                  </a:lnTo>
                  <a:lnTo>
                    <a:pt x="1962104" y="138765"/>
                  </a:lnTo>
                  <a:lnTo>
                    <a:pt x="1962100" y="138740"/>
                  </a:lnTo>
                  <a:lnTo>
                    <a:pt x="1962083" y="138664"/>
                  </a:lnTo>
                  <a:lnTo>
                    <a:pt x="1962072" y="138613"/>
                  </a:lnTo>
                  <a:lnTo>
                    <a:pt x="1962047" y="138520"/>
                  </a:lnTo>
                  <a:lnTo>
                    <a:pt x="1962035" y="138467"/>
                  </a:lnTo>
                  <a:lnTo>
                    <a:pt x="1962037" y="138428"/>
                  </a:lnTo>
                  <a:lnTo>
                    <a:pt x="1962048" y="138394"/>
                  </a:lnTo>
                  <a:lnTo>
                    <a:pt x="1962095" y="138342"/>
                  </a:lnTo>
                  <a:lnTo>
                    <a:pt x="1962140" y="138317"/>
                  </a:lnTo>
                  <a:lnTo>
                    <a:pt x="1962200" y="138300"/>
                  </a:lnTo>
                  <a:lnTo>
                    <a:pt x="1962252" y="138296"/>
                  </a:lnTo>
                  <a:lnTo>
                    <a:pt x="1962329" y="138303"/>
                  </a:lnTo>
                  <a:lnTo>
                    <a:pt x="1962364" y="138311"/>
                  </a:lnTo>
                  <a:lnTo>
                    <a:pt x="1962398" y="138309"/>
                  </a:lnTo>
                  <a:lnTo>
                    <a:pt x="1962438" y="138299"/>
                  </a:lnTo>
                  <a:lnTo>
                    <a:pt x="1962491" y="138279"/>
                  </a:lnTo>
                  <a:lnTo>
                    <a:pt x="1962667" y="138191"/>
                  </a:lnTo>
                  <a:lnTo>
                    <a:pt x="1962719" y="138165"/>
                  </a:lnTo>
                  <a:lnTo>
                    <a:pt x="1962748" y="138137"/>
                  </a:lnTo>
                  <a:lnTo>
                    <a:pt x="1962764" y="138105"/>
                  </a:lnTo>
                  <a:lnTo>
                    <a:pt x="1962783" y="138015"/>
                  </a:lnTo>
                  <a:lnTo>
                    <a:pt x="1962799" y="137957"/>
                  </a:lnTo>
                  <a:lnTo>
                    <a:pt x="1962853" y="137803"/>
                  </a:lnTo>
                  <a:lnTo>
                    <a:pt x="1962888" y="137749"/>
                  </a:lnTo>
                  <a:lnTo>
                    <a:pt x="1962921" y="137704"/>
                  </a:lnTo>
                  <a:lnTo>
                    <a:pt x="1962951" y="137682"/>
                  </a:lnTo>
                  <a:lnTo>
                    <a:pt x="1962973" y="137677"/>
                  </a:lnTo>
                  <a:lnTo>
                    <a:pt x="1963011" y="137678"/>
                  </a:lnTo>
                  <a:lnTo>
                    <a:pt x="1963038" y="137672"/>
                  </a:lnTo>
                  <a:lnTo>
                    <a:pt x="1963060" y="137661"/>
                  </a:lnTo>
                  <a:lnTo>
                    <a:pt x="1963112" y="137603"/>
                  </a:lnTo>
                  <a:lnTo>
                    <a:pt x="1963154" y="137549"/>
                  </a:lnTo>
                  <a:lnTo>
                    <a:pt x="1963171" y="137525"/>
                  </a:lnTo>
                  <a:lnTo>
                    <a:pt x="1963239" y="137404"/>
                  </a:lnTo>
                  <a:lnTo>
                    <a:pt x="1963258" y="137372"/>
                  </a:lnTo>
                  <a:lnTo>
                    <a:pt x="1963366" y="137178"/>
                  </a:lnTo>
                  <a:lnTo>
                    <a:pt x="1963467" y="136993"/>
                  </a:lnTo>
                  <a:lnTo>
                    <a:pt x="1963492" y="136940"/>
                  </a:lnTo>
                  <a:lnTo>
                    <a:pt x="1963546" y="136863"/>
                  </a:lnTo>
                  <a:lnTo>
                    <a:pt x="1963602" y="136807"/>
                  </a:lnTo>
                  <a:lnTo>
                    <a:pt x="1963620" y="136789"/>
                  </a:lnTo>
                  <a:lnTo>
                    <a:pt x="1963684" y="136735"/>
                  </a:lnTo>
                  <a:lnTo>
                    <a:pt x="1963758" y="136687"/>
                  </a:lnTo>
                  <a:lnTo>
                    <a:pt x="1964002" y="136591"/>
                  </a:lnTo>
                  <a:lnTo>
                    <a:pt x="1964099" y="136509"/>
                  </a:lnTo>
                  <a:lnTo>
                    <a:pt x="1964195" y="136371"/>
                  </a:lnTo>
                  <a:lnTo>
                    <a:pt x="1964214" y="136311"/>
                  </a:lnTo>
                  <a:lnTo>
                    <a:pt x="1964217" y="136221"/>
                  </a:lnTo>
                  <a:lnTo>
                    <a:pt x="1964199" y="136090"/>
                  </a:lnTo>
                  <a:lnTo>
                    <a:pt x="1964191" y="136035"/>
                  </a:lnTo>
                  <a:lnTo>
                    <a:pt x="1964192" y="136015"/>
                  </a:lnTo>
                  <a:lnTo>
                    <a:pt x="1964207" y="135983"/>
                  </a:lnTo>
                  <a:lnTo>
                    <a:pt x="1964242" y="135942"/>
                  </a:lnTo>
                  <a:lnTo>
                    <a:pt x="1964335" y="135862"/>
                  </a:lnTo>
                  <a:lnTo>
                    <a:pt x="1964394" y="135796"/>
                  </a:lnTo>
                  <a:lnTo>
                    <a:pt x="1964436" y="135733"/>
                  </a:lnTo>
                  <a:lnTo>
                    <a:pt x="1964462" y="135695"/>
                  </a:lnTo>
                  <a:lnTo>
                    <a:pt x="1964485" y="135632"/>
                  </a:lnTo>
                  <a:lnTo>
                    <a:pt x="1964482" y="135566"/>
                  </a:lnTo>
                  <a:lnTo>
                    <a:pt x="1964460" y="135521"/>
                  </a:lnTo>
                  <a:lnTo>
                    <a:pt x="1964431" y="135491"/>
                  </a:lnTo>
                  <a:lnTo>
                    <a:pt x="1964363" y="135443"/>
                  </a:lnTo>
                  <a:lnTo>
                    <a:pt x="1964271" y="135400"/>
                  </a:lnTo>
                  <a:lnTo>
                    <a:pt x="1964121" y="135335"/>
                  </a:lnTo>
                  <a:lnTo>
                    <a:pt x="1964048" y="135291"/>
                  </a:lnTo>
                  <a:lnTo>
                    <a:pt x="1964022" y="135263"/>
                  </a:lnTo>
                  <a:lnTo>
                    <a:pt x="1964002" y="135242"/>
                  </a:lnTo>
                  <a:lnTo>
                    <a:pt x="1963996" y="135212"/>
                  </a:lnTo>
                  <a:lnTo>
                    <a:pt x="1963995" y="135206"/>
                  </a:lnTo>
                  <a:lnTo>
                    <a:pt x="1963993" y="135181"/>
                  </a:lnTo>
                  <a:lnTo>
                    <a:pt x="1963994" y="135174"/>
                  </a:lnTo>
                  <a:lnTo>
                    <a:pt x="1964004" y="135131"/>
                  </a:lnTo>
                  <a:lnTo>
                    <a:pt x="1964031" y="135100"/>
                  </a:lnTo>
                  <a:lnTo>
                    <a:pt x="1964071" y="135064"/>
                  </a:lnTo>
                  <a:lnTo>
                    <a:pt x="1964130" y="135038"/>
                  </a:lnTo>
                  <a:lnTo>
                    <a:pt x="1964185" y="135025"/>
                  </a:lnTo>
                  <a:lnTo>
                    <a:pt x="1964260" y="135028"/>
                  </a:lnTo>
                  <a:lnTo>
                    <a:pt x="1964311" y="135037"/>
                  </a:lnTo>
                  <a:lnTo>
                    <a:pt x="1964364" y="135056"/>
                  </a:lnTo>
                  <a:lnTo>
                    <a:pt x="1964409" y="135077"/>
                  </a:lnTo>
                  <a:lnTo>
                    <a:pt x="1964444" y="135087"/>
                  </a:lnTo>
                  <a:lnTo>
                    <a:pt x="1964477" y="135088"/>
                  </a:lnTo>
                  <a:lnTo>
                    <a:pt x="1964524" y="135081"/>
                  </a:lnTo>
                  <a:lnTo>
                    <a:pt x="1964546" y="135074"/>
                  </a:lnTo>
                  <a:lnTo>
                    <a:pt x="1964583" y="135054"/>
                  </a:lnTo>
                  <a:lnTo>
                    <a:pt x="1964616" y="135022"/>
                  </a:lnTo>
                  <a:lnTo>
                    <a:pt x="1964629" y="134996"/>
                  </a:lnTo>
                  <a:lnTo>
                    <a:pt x="1964629" y="134964"/>
                  </a:lnTo>
                  <a:lnTo>
                    <a:pt x="1964602" y="134920"/>
                  </a:lnTo>
                  <a:lnTo>
                    <a:pt x="1964567" y="134873"/>
                  </a:lnTo>
                  <a:lnTo>
                    <a:pt x="1964546" y="134848"/>
                  </a:lnTo>
                  <a:lnTo>
                    <a:pt x="1964524" y="134821"/>
                  </a:lnTo>
                  <a:lnTo>
                    <a:pt x="1964506" y="134807"/>
                  </a:lnTo>
                  <a:lnTo>
                    <a:pt x="1964462" y="134780"/>
                  </a:lnTo>
                  <a:lnTo>
                    <a:pt x="1964419" y="134753"/>
                  </a:lnTo>
                  <a:lnTo>
                    <a:pt x="1964383" y="134711"/>
                  </a:lnTo>
                  <a:lnTo>
                    <a:pt x="1964377" y="134669"/>
                  </a:lnTo>
                  <a:lnTo>
                    <a:pt x="1964378" y="134661"/>
                  </a:lnTo>
                  <a:lnTo>
                    <a:pt x="1964386" y="134614"/>
                  </a:lnTo>
                  <a:lnTo>
                    <a:pt x="1964421" y="134567"/>
                  </a:lnTo>
                  <a:lnTo>
                    <a:pt x="1964459" y="134547"/>
                  </a:lnTo>
                  <a:lnTo>
                    <a:pt x="1964507" y="134528"/>
                  </a:lnTo>
                  <a:lnTo>
                    <a:pt x="1964612" y="134487"/>
                  </a:lnTo>
                  <a:lnTo>
                    <a:pt x="1964639" y="134476"/>
                  </a:lnTo>
                  <a:lnTo>
                    <a:pt x="1964798" y="134440"/>
                  </a:lnTo>
                  <a:lnTo>
                    <a:pt x="1964847" y="134429"/>
                  </a:lnTo>
                  <a:lnTo>
                    <a:pt x="1964898" y="134421"/>
                  </a:lnTo>
                  <a:lnTo>
                    <a:pt x="1964921" y="134420"/>
                  </a:lnTo>
                  <a:lnTo>
                    <a:pt x="1964940" y="134420"/>
                  </a:lnTo>
                  <a:lnTo>
                    <a:pt x="1965021" y="134425"/>
                  </a:lnTo>
                  <a:lnTo>
                    <a:pt x="1965211" y="134442"/>
                  </a:lnTo>
                  <a:lnTo>
                    <a:pt x="1965218" y="134427"/>
                  </a:lnTo>
                  <a:lnTo>
                    <a:pt x="1965219" y="134402"/>
                  </a:lnTo>
                  <a:lnTo>
                    <a:pt x="1965218" y="134389"/>
                  </a:lnTo>
                  <a:lnTo>
                    <a:pt x="1965204" y="134373"/>
                  </a:lnTo>
                  <a:lnTo>
                    <a:pt x="1965164" y="134353"/>
                  </a:lnTo>
                  <a:lnTo>
                    <a:pt x="1965097" y="134328"/>
                  </a:lnTo>
                  <a:lnTo>
                    <a:pt x="1965046" y="134306"/>
                  </a:lnTo>
                  <a:lnTo>
                    <a:pt x="1965017" y="134290"/>
                  </a:lnTo>
                  <a:lnTo>
                    <a:pt x="1964982" y="134266"/>
                  </a:lnTo>
                  <a:lnTo>
                    <a:pt x="1964965" y="134252"/>
                  </a:lnTo>
                  <a:lnTo>
                    <a:pt x="1964921" y="134218"/>
                  </a:lnTo>
                  <a:lnTo>
                    <a:pt x="1964835" y="134137"/>
                  </a:lnTo>
                  <a:lnTo>
                    <a:pt x="1964788" y="134087"/>
                  </a:lnTo>
                  <a:lnTo>
                    <a:pt x="1964754" y="134022"/>
                  </a:lnTo>
                  <a:lnTo>
                    <a:pt x="1964676" y="133612"/>
                  </a:lnTo>
                  <a:lnTo>
                    <a:pt x="1964667" y="133556"/>
                  </a:lnTo>
                  <a:lnTo>
                    <a:pt x="1964671" y="133523"/>
                  </a:lnTo>
                  <a:lnTo>
                    <a:pt x="1964690" y="133478"/>
                  </a:lnTo>
                  <a:lnTo>
                    <a:pt x="1964720" y="133434"/>
                  </a:lnTo>
                  <a:lnTo>
                    <a:pt x="1964766" y="133389"/>
                  </a:lnTo>
                  <a:lnTo>
                    <a:pt x="1964802" y="133367"/>
                  </a:lnTo>
                  <a:lnTo>
                    <a:pt x="1964836" y="133345"/>
                  </a:lnTo>
                  <a:lnTo>
                    <a:pt x="1964854" y="133327"/>
                  </a:lnTo>
                  <a:lnTo>
                    <a:pt x="1964858" y="133311"/>
                  </a:lnTo>
                  <a:lnTo>
                    <a:pt x="1964860" y="133250"/>
                  </a:lnTo>
                  <a:lnTo>
                    <a:pt x="1964845" y="133201"/>
                  </a:lnTo>
                  <a:lnTo>
                    <a:pt x="1964812" y="133143"/>
                  </a:lnTo>
                  <a:lnTo>
                    <a:pt x="1964753" y="133083"/>
                  </a:lnTo>
                  <a:lnTo>
                    <a:pt x="1964723" y="133052"/>
                  </a:lnTo>
                  <a:lnTo>
                    <a:pt x="1964629" y="132964"/>
                  </a:lnTo>
                  <a:lnTo>
                    <a:pt x="1964555" y="132908"/>
                  </a:lnTo>
                  <a:lnTo>
                    <a:pt x="1964524" y="132891"/>
                  </a:lnTo>
                  <a:lnTo>
                    <a:pt x="1964458" y="132857"/>
                  </a:lnTo>
                  <a:lnTo>
                    <a:pt x="1964406" y="132822"/>
                  </a:lnTo>
                  <a:lnTo>
                    <a:pt x="1964336" y="132771"/>
                  </a:lnTo>
                  <a:lnTo>
                    <a:pt x="1964235" y="132672"/>
                  </a:lnTo>
                  <a:lnTo>
                    <a:pt x="1964138" y="132564"/>
                  </a:lnTo>
                  <a:lnTo>
                    <a:pt x="1964044" y="132434"/>
                  </a:lnTo>
                  <a:lnTo>
                    <a:pt x="1964025" y="132369"/>
                  </a:lnTo>
                  <a:lnTo>
                    <a:pt x="1964013" y="132322"/>
                  </a:lnTo>
                  <a:lnTo>
                    <a:pt x="1964007" y="132280"/>
                  </a:lnTo>
                  <a:lnTo>
                    <a:pt x="1963998" y="131805"/>
                  </a:lnTo>
                  <a:lnTo>
                    <a:pt x="1963998" y="131773"/>
                  </a:lnTo>
                  <a:lnTo>
                    <a:pt x="1964002" y="131750"/>
                  </a:lnTo>
                  <a:lnTo>
                    <a:pt x="1964009" y="131720"/>
                  </a:lnTo>
                  <a:lnTo>
                    <a:pt x="1964017" y="131701"/>
                  </a:lnTo>
                  <a:lnTo>
                    <a:pt x="1964031" y="131677"/>
                  </a:lnTo>
                  <a:lnTo>
                    <a:pt x="1964051" y="131648"/>
                  </a:lnTo>
                  <a:lnTo>
                    <a:pt x="1964074" y="131625"/>
                  </a:lnTo>
                  <a:lnTo>
                    <a:pt x="1964092" y="131608"/>
                  </a:lnTo>
                  <a:lnTo>
                    <a:pt x="1964132" y="131578"/>
                  </a:lnTo>
                  <a:lnTo>
                    <a:pt x="1964162" y="131556"/>
                  </a:lnTo>
                  <a:lnTo>
                    <a:pt x="1964233" y="131500"/>
                  </a:lnTo>
                  <a:lnTo>
                    <a:pt x="1964266" y="131466"/>
                  </a:lnTo>
                  <a:lnTo>
                    <a:pt x="1964325" y="131393"/>
                  </a:lnTo>
                  <a:lnTo>
                    <a:pt x="1964344" y="131363"/>
                  </a:lnTo>
                  <a:lnTo>
                    <a:pt x="1964352" y="131347"/>
                  </a:lnTo>
                  <a:lnTo>
                    <a:pt x="1964354" y="131325"/>
                  </a:lnTo>
                  <a:lnTo>
                    <a:pt x="1964353" y="131304"/>
                  </a:lnTo>
                  <a:lnTo>
                    <a:pt x="1964344" y="131284"/>
                  </a:lnTo>
                  <a:lnTo>
                    <a:pt x="1964326" y="131260"/>
                  </a:lnTo>
                  <a:lnTo>
                    <a:pt x="1964230" y="130843"/>
                  </a:lnTo>
                  <a:lnTo>
                    <a:pt x="1964217" y="130803"/>
                  </a:lnTo>
                  <a:lnTo>
                    <a:pt x="1964191" y="130771"/>
                  </a:lnTo>
                  <a:lnTo>
                    <a:pt x="1964164" y="130753"/>
                  </a:lnTo>
                  <a:lnTo>
                    <a:pt x="1964134" y="130745"/>
                  </a:lnTo>
                  <a:lnTo>
                    <a:pt x="1964092" y="130743"/>
                  </a:lnTo>
                  <a:lnTo>
                    <a:pt x="1964028" y="130747"/>
                  </a:lnTo>
                  <a:lnTo>
                    <a:pt x="1963977" y="130751"/>
                  </a:lnTo>
                  <a:lnTo>
                    <a:pt x="1963941" y="130750"/>
                  </a:lnTo>
                  <a:lnTo>
                    <a:pt x="1963915" y="130746"/>
                  </a:lnTo>
                  <a:lnTo>
                    <a:pt x="1963888" y="130736"/>
                  </a:lnTo>
                  <a:lnTo>
                    <a:pt x="1963863" y="130722"/>
                  </a:lnTo>
                  <a:lnTo>
                    <a:pt x="1963838" y="130704"/>
                  </a:lnTo>
                  <a:lnTo>
                    <a:pt x="1963819" y="130686"/>
                  </a:lnTo>
                  <a:lnTo>
                    <a:pt x="1963800" y="130663"/>
                  </a:lnTo>
                  <a:lnTo>
                    <a:pt x="1963784" y="130637"/>
                  </a:lnTo>
                  <a:lnTo>
                    <a:pt x="1963773" y="130605"/>
                  </a:lnTo>
                  <a:lnTo>
                    <a:pt x="1963767" y="130566"/>
                  </a:lnTo>
                  <a:lnTo>
                    <a:pt x="1963763" y="130529"/>
                  </a:lnTo>
                  <a:lnTo>
                    <a:pt x="1963753" y="130400"/>
                  </a:lnTo>
                  <a:lnTo>
                    <a:pt x="1963754" y="130348"/>
                  </a:lnTo>
                  <a:lnTo>
                    <a:pt x="1963778" y="130171"/>
                  </a:lnTo>
                  <a:lnTo>
                    <a:pt x="1963783" y="130143"/>
                  </a:lnTo>
                  <a:lnTo>
                    <a:pt x="1963795" y="130119"/>
                  </a:lnTo>
                  <a:lnTo>
                    <a:pt x="1963814" y="130090"/>
                  </a:lnTo>
                  <a:lnTo>
                    <a:pt x="1963831" y="130074"/>
                  </a:lnTo>
                  <a:lnTo>
                    <a:pt x="1963889" y="130036"/>
                  </a:lnTo>
                  <a:lnTo>
                    <a:pt x="1964006" y="129972"/>
                  </a:lnTo>
                  <a:lnTo>
                    <a:pt x="1964029" y="129962"/>
                  </a:lnTo>
                  <a:lnTo>
                    <a:pt x="1964054" y="129956"/>
                  </a:lnTo>
                  <a:lnTo>
                    <a:pt x="1964080" y="129955"/>
                  </a:lnTo>
                  <a:lnTo>
                    <a:pt x="1964157" y="129956"/>
                  </a:lnTo>
                  <a:lnTo>
                    <a:pt x="1964217" y="129958"/>
                  </a:lnTo>
                  <a:lnTo>
                    <a:pt x="1964264" y="129956"/>
                  </a:lnTo>
                  <a:lnTo>
                    <a:pt x="1964295" y="129955"/>
                  </a:lnTo>
                  <a:lnTo>
                    <a:pt x="1964320" y="129948"/>
                  </a:lnTo>
                  <a:lnTo>
                    <a:pt x="1964355" y="129930"/>
                  </a:lnTo>
                  <a:lnTo>
                    <a:pt x="1964375" y="129912"/>
                  </a:lnTo>
                  <a:lnTo>
                    <a:pt x="1964388" y="129895"/>
                  </a:lnTo>
                  <a:lnTo>
                    <a:pt x="1964399" y="129867"/>
                  </a:lnTo>
                  <a:lnTo>
                    <a:pt x="1964410" y="129815"/>
                  </a:lnTo>
                  <a:lnTo>
                    <a:pt x="1964595" y="129702"/>
                  </a:lnTo>
                  <a:lnTo>
                    <a:pt x="1964635" y="129677"/>
                  </a:lnTo>
                  <a:lnTo>
                    <a:pt x="1964805" y="129572"/>
                  </a:lnTo>
                  <a:lnTo>
                    <a:pt x="1964830" y="129551"/>
                  </a:lnTo>
                  <a:lnTo>
                    <a:pt x="1964832" y="129546"/>
                  </a:lnTo>
                  <a:lnTo>
                    <a:pt x="1964841" y="129527"/>
                  </a:lnTo>
                  <a:lnTo>
                    <a:pt x="1964906" y="129375"/>
                  </a:lnTo>
                  <a:lnTo>
                    <a:pt x="1964915" y="129362"/>
                  </a:lnTo>
                  <a:lnTo>
                    <a:pt x="1964922" y="129353"/>
                  </a:lnTo>
                  <a:lnTo>
                    <a:pt x="1964928" y="129324"/>
                  </a:lnTo>
                  <a:lnTo>
                    <a:pt x="1964930" y="129282"/>
                  </a:lnTo>
                  <a:lnTo>
                    <a:pt x="1964933" y="129230"/>
                  </a:lnTo>
                  <a:lnTo>
                    <a:pt x="1964942" y="129197"/>
                  </a:lnTo>
                  <a:lnTo>
                    <a:pt x="1964953" y="129171"/>
                  </a:lnTo>
                  <a:lnTo>
                    <a:pt x="1964963" y="129153"/>
                  </a:lnTo>
                  <a:lnTo>
                    <a:pt x="1964966" y="129148"/>
                  </a:lnTo>
                  <a:lnTo>
                    <a:pt x="1964971" y="129139"/>
                  </a:lnTo>
                  <a:lnTo>
                    <a:pt x="1964980" y="129128"/>
                  </a:lnTo>
                  <a:lnTo>
                    <a:pt x="1964986" y="129115"/>
                  </a:lnTo>
                  <a:lnTo>
                    <a:pt x="1965091" y="128933"/>
                  </a:lnTo>
                  <a:lnTo>
                    <a:pt x="1965180" y="128779"/>
                  </a:lnTo>
                  <a:lnTo>
                    <a:pt x="1965198" y="128751"/>
                  </a:lnTo>
                  <a:lnTo>
                    <a:pt x="1965246" y="128711"/>
                  </a:lnTo>
                  <a:lnTo>
                    <a:pt x="1965514" y="128541"/>
                  </a:lnTo>
                  <a:lnTo>
                    <a:pt x="1965536" y="128531"/>
                  </a:lnTo>
                  <a:lnTo>
                    <a:pt x="1965596" y="128505"/>
                  </a:lnTo>
                  <a:lnTo>
                    <a:pt x="1965653" y="128485"/>
                  </a:lnTo>
                  <a:lnTo>
                    <a:pt x="1965796" y="128449"/>
                  </a:lnTo>
                  <a:lnTo>
                    <a:pt x="1966023" y="128302"/>
                  </a:lnTo>
                  <a:lnTo>
                    <a:pt x="1966082" y="128245"/>
                  </a:lnTo>
                  <a:lnTo>
                    <a:pt x="1966100" y="128228"/>
                  </a:lnTo>
                  <a:lnTo>
                    <a:pt x="1966116" y="128214"/>
                  </a:lnTo>
                  <a:lnTo>
                    <a:pt x="1966133" y="128201"/>
                  </a:lnTo>
                  <a:lnTo>
                    <a:pt x="1966168" y="128179"/>
                  </a:lnTo>
                  <a:lnTo>
                    <a:pt x="1966226" y="128149"/>
                  </a:lnTo>
                  <a:lnTo>
                    <a:pt x="1966250" y="128137"/>
                  </a:lnTo>
                  <a:lnTo>
                    <a:pt x="1966327" y="128111"/>
                  </a:lnTo>
                  <a:lnTo>
                    <a:pt x="1966376" y="128099"/>
                  </a:lnTo>
                  <a:lnTo>
                    <a:pt x="1966438" y="128074"/>
                  </a:lnTo>
                  <a:lnTo>
                    <a:pt x="1966473" y="128057"/>
                  </a:lnTo>
                  <a:lnTo>
                    <a:pt x="1966510" y="128036"/>
                  </a:lnTo>
                  <a:lnTo>
                    <a:pt x="1966551" y="128007"/>
                  </a:lnTo>
                  <a:lnTo>
                    <a:pt x="1966589" y="127970"/>
                  </a:lnTo>
                  <a:lnTo>
                    <a:pt x="1966615" y="127935"/>
                  </a:lnTo>
                  <a:lnTo>
                    <a:pt x="1966626" y="127911"/>
                  </a:lnTo>
                  <a:lnTo>
                    <a:pt x="1966632" y="127892"/>
                  </a:lnTo>
                  <a:lnTo>
                    <a:pt x="1966637" y="127870"/>
                  </a:lnTo>
                  <a:lnTo>
                    <a:pt x="1966655" y="127847"/>
                  </a:lnTo>
                  <a:lnTo>
                    <a:pt x="1966894" y="127639"/>
                  </a:lnTo>
                  <a:lnTo>
                    <a:pt x="1966954" y="127600"/>
                  </a:lnTo>
                  <a:lnTo>
                    <a:pt x="1967007" y="127568"/>
                  </a:lnTo>
                  <a:lnTo>
                    <a:pt x="1967047" y="127542"/>
                  </a:lnTo>
                  <a:lnTo>
                    <a:pt x="1967075" y="127520"/>
                  </a:lnTo>
                  <a:lnTo>
                    <a:pt x="1967100" y="127499"/>
                  </a:lnTo>
                  <a:lnTo>
                    <a:pt x="1967182" y="127423"/>
                  </a:lnTo>
                  <a:lnTo>
                    <a:pt x="1967215" y="127391"/>
                  </a:lnTo>
                  <a:lnTo>
                    <a:pt x="1967236" y="127363"/>
                  </a:lnTo>
                  <a:lnTo>
                    <a:pt x="1967254" y="127334"/>
                  </a:lnTo>
                  <a:lnTo>
                    <a:pt x="1967276" y="127289"/>
                  </a:lnTo>
                  <a:lnTo>
                    <a:pt x="1967284" y="127263"/>
                  </a:lnTo>
                  <a:lnTo>
                    <a:pt x="1967299" y="127217"/>
                  </a:lnTo>
                  <a:lnTo>
                    <a:pt x="1967312" y="127135"/>
                  </a:lnTo>
                  <a:lnTo>
                    <a:pt x="1967327" y="127085"/>
                  </a:lnTo>
                  <a:lnTo>
                    <a:pt x="1967356" y="126984"/>
                  </a:lnTo>
                  <a:lnTo>
                    <a:pt x="1967376" y="126920"/>
                  </a:lnTo>
                  <a:lnTo>
                    <a:pt x="1967385" y="126896"/>
                  </a:lnTo>
                  <a:lnTo>
                    <a:pt x="1967401" y="126863"/>
                  </a:lnTo>
                  <a:lnTo>
                    <a:pt x="1967417" y="126831"/>
                  </a:lnTo>
                  <a:lnTo>
                    <a:pt x="1967438" y="126791"/>
                  </a:lnTo>
                  <a:lnTo>
                    <a:pt x="1967451" y="126776"/>
                  </a:lnTo>
                  <a:lnTo>
                    <a:pt x="1967467" y="126759"/>
                  </a:lnTo>
                  <a:lnTo>
                    <a:pt x="1967556" y="126689"/>
                  </a:lnTo>
                  <a:lnTo>
                    <a:pt x="1967615" y="126649"/>
                  </a:lnTo>
                  <a:lnTo>
                    <a:pt x="1967643" y="126636"/>
                  </a:lnTo>
                  <a:lnTo>
                    <a:pt x="1967655" y="126629"/>
                  </a:lnTo>
                  <a:lnTo>
                    <a:pt x="1967665" y="126622"/>
                  </a:lnTo>
                  <a:lnTo>
                    <a:pt x="1967683" y="126607"/>
                  </a:lnTo>
                  <a:lnTo>
                    <a:pt x="1967694" y="126587"/>
                  </a:lnTo>
                  <a:lnTo>
                    <a:pt x="1967710" y="126556"/>
                  </a:lnTo>
                  <a:lnTo>
                    <a:pt x="1967725" y="126504"/>
                  </a:lnTo>
                  <a:lnTo>
                    <a:pt x="1967730" y="126439"/>
                  </a:lnTo>
                  <a:lnTo>
                    <a:pt x="1967732" y="126410"/>
                  </a:lnTo>
                  <a:lnTo>
                    <a:pt x="1967729" y="126368"/>
                  </a:lnTo>
                  <a:lnTo>
                    <a:pt x="1967725" y="126335"/>
                  </a:lnTo>
                  <a:lnTo>
                    <a:pt x="1967729" y="126303"/>
                  </a:lnTo>
                  <a:lnTo>
                    <a:pt x="1967737" y="126278"/>
                  </a:lnTo>
                  <a:lnTo>
                    <a:pt x="1967744" y="126265"/>
                  </a:lnTo>
                  <a:lnTo>
                    <a:pt x="1967780" y="126207"/>
                  </a:lnTo>
                  <a:lnTo>
                    <a:pt x="1967796" y="126183"/>
                  </a:lnTo>
                  <a:lnTo>
                    <a:pt x="1967814" y="126164"/>
                  </a:lnTo>
                  <a:lnTo>
                    <a:pt x="1967863" y="126106"/>
                  </a:lnTo>
                  <a:lnTo>
                    <a:pt x="1967926" y="126010"/>
                  </a:lnTo>
                  <a:lnTo>
                    <a:pt x="1967934" y="125995"/>
                  </a:lnTo>
                  <a:lnTo>
                    <a:pt x="1967942" y="125979"/>
                  </a:lnTo>
                  <a:lnTo>
                    <a:pt x="1968021" y="125821"/>
                  </a:lnTo>
                  <a:lnTo>
                    <a:pt x="1968046" y="125743"/>
                  </a:lnTo>
                  <a:lnTo>
                    <a:pt x="1968079" y="125615"/>
                  </a:lnTo>
                  <a:lnTo>
                    <a:pt x="1968083" y="125580"/>
                  </a:lnTo>
                  <a:lnTo>
                    <a:pt x="1968080" y="125541"/>
                  </a:lnTo>
                  <a:lnTo>
                    <a:pt x="1968073" y="125496"/>
                  </a:lnTo>
                  <a:lnTo>
                    <a:pt x="1968072" y="125461"/>
                  </a:lnTo>
                  <a:lnTo>
                    <a:pt x="1968072" y="125421"/>
                  </a:lnTo>
                  <a:lnTo>
                    <a:pt x="1968075" y="125395"/>
                  </a:lnTo>
                  <a:lnTo>
                    <a:pt x="1968081" y="125377"/>
                  </a:lnTo>
                  <a:lnTo>
                    <a:pt x="1968092" y="125359"/>
                  </a:lnTo>
                  <a:lnTo>
                    <a:pt x="1968239" y="125143"/>
                  </a:lnTo>
                  <a:lnTo>
                    <a:pt x="1968267" y="125105"/>
                  </a:lnTo>
                  <a:lnTo>
                    <a:pt x="1968298" y="125067"/>
                  </a:lnTo>
                  <a:lnTo>
                    <a:pt x="1968332" y="125032"/>
                  </a:lnTo>
                  <a:lnTo>
                    <a:pt x="1968357" y="125004"/>
                  </a:lnTo>
                  <a:lnTo>
                    <a:pt x="1968390" y="124979"/>
                  </a:lnTo>
                  <a:lnTo>
                    <a:pt x="1968428" y="124950"/>
                  </a:lnTo>
                  <a:lnTo>
                    <a:pt x="1968466" y="124925"/>
                  </a:lnTo>
                  <a:lnTo>
                    <a:pt x="1968611" y="124833"/>
                  </a:lnTo>
                  <a:lnTo>
                    <a:pt x="1968637" y="124818"/>
                  </a:lnTo>
                  <a:lnTo>
                    <a:pt x="1968664" y="124803"/>
                  </a:lnTo>
                  <a:lnTo>
                    <a:pt x="1968689" y="124791"/>
                  </a:lnTo>
                  <a:lnTo>
                    <a:pt x="1968721" y="124778"/>
                  </a:lnTo>
                  <a:lnTo>
                    <a:pt x="1968746" y="124769"/>
                  </a:lnTo>
                  <a:lnTo>
                    <a:pt x="1968778" y="124765"/>
                  </a:lnTo>
                  <a:lnTo>
                    <a:pt x="1968802" y="124766"/>
                  </a:lnTo>
                  <a:lnTo>
                    <a:pt x="1968829" y="124769"/>
                  </a:lnTo>
                  <a:lnTo>
                    <a:pt x="1968860" y="124769"/>
                  </a:lnTo>
                  <a:lnTo>
                    <a:pt x="1968887" y="124770"/>
                  </a:lnTo>
                  <a:lnTo>
                    <a:pt x="1968924" y="124771"/>
                  </a:lnTo>
                  <a:lnTo>
                    <a:pt x="1968953" y="124768"/>
                  </a:lnTo>
                  <a:lnTo>
                    <a:pt x="1968977" y="124764"/>
                  </a:lnTo>
                  <a:lnTo>
                    <a:pt x="1969106" y="124723"/>
                  </a:lnTo>
                  <a:lnTo>
                    <a:pt x="1969265" y="124663"/>
                  </a:lnTo>
                  <a:lnTo>
                    <a:pt x="1969409" y="124607"/>
                  </a:lnTo>
                  <a:lnTo>
                    <a:pt x="1969590" y="124526"/>
                  </a:lnTo>
                  <a:lnTo>
                    <a:pt x="1969660" y="124495"/>
                  </a:lnTo>
                  <a:lnTo>
                    <a:pt x="1969688" y="124473"/>
                  </a:lnTo>
                  <a:lnTo>
                    <a:pt x="1969716" y="124444"/>
                  </a:lnTo>
                  <a:lnTo>
                    <a:pt x="1969788" y="124368"/>
                  </a:lnTo>
                  <a:lnTo>
                    <a:pt x="1969819" y="124333"/>
                  </a:lnTo>
                  <a:lnTo>
                    <a:pt x="1969832" y="124313"/>
                  </a:lnTo>
                  <a:lnTo>
                    <a:pt x="1969838" y="124283"/>
                  </a:lnTo>
                  <a:lnTo>
                    <a:pt x="1969837" y="124266"/>
                  </a:lnTo>
                  <a:lnTo>
                    <a:pt x="1969831" y="124238"/>
                  </a:lnTo>
                  <a:lnTo>
                    <a:pt x="1969825" y="124213"/>
                  </a:lnTo>
                  <a:lnTo>
                    <a:pt x="1969783" y="124156"/>
                  </a:lnTo>
                  <a:lnTo>
                    <a:pt x="1969744" y="124119"/>
                  </a:lnTo>
                  <a:lnTo>
                    <a:pt x="1969725" y="124104"/>
                  </a:lnTo>
                  <a:lnTo>
                    <a:pt x="1969681" y="124068"/>
                  </a:lnTo>
                  <a:lnTo>
                    <a:pt x="1969662" y="124051"/>
                  </a:lnTo>
                  <a:lnTo>
                    <a:pt x="1969654" y="124033"/>
                  </a:lnTo>
                  <a:lnTo>
                    <a:pt x="1969652" y="124020"/>
                  </a:lnTo>
                  <a:lnTo>
                    <a:pt x="1969656" y="123989"/>
                  </a:lnTo>
                  <a:lnTo>
                    <a:pt x="1969664" y="123960"/>
                  </a:lnTo>
                  <a:lnTo>
                    <a:pt x="1969676" y="123923"/>
                  </a:lnTo>
                  <a:lnTo>
                    <a:pt x="1969692" y="123887"/>
                  </a:lnTo>
                  <a:lnTo>
                    <a:pt x="1969725" y="123836"/>
                  </a:lnTo>
                  <a:lnTo>
                    <a:pt x="1969748" y="123810"/>
                  </a:lnTo>
                  <a:lnTo>
                    <a:pt x="1969778" y="123781"/>
                  </a:lnTo>
                  <a:lnTo>
                    <a:pt x="1969813" y="123758"/>
                  </a:lnTo>
                  <a:lnTo>
                    <a:pt x="1969843" y="123746"/>
                  </a:lnTo>
                  <a:lnTo>
                    <a:pt x="1969873" y="123739"/>
                  </a:lnTo>
                  <a:lnTo>
                    <a:pt x="1969934" y="123728"/>
                  </a:lnTo>
                  <a:lnTo>
                    <a:pt x="1969990" y="123720"/>
                  </a:lnTo>
                  <a:lnTo>
                    <a:pt x="1970056" y="123715"/>
                  </a:lnTo>
                  <a:lnTo>
                    <a:pt x="1970176" y="123709"/>
                  </a:lnTo>
                  <a:lnTo>
                    <a:pt x="1970225" y="123707"/>
                  </a:lnTo>
                  <a:lnTo>
                    <a:pt x="1970298" y="123706"/>
                  </a:lnTo>
                  <a:lnTo>
                    <a:pt x="1970330" y="123705"/>
                  </a:lnTo>
                  <a:lnTo>
                    <a:pt x="1970363" y="123700"/>
                  </a:lnTo>
                  <a:lnTo>
                    <a:pt x="1970424" y="123688"/>
                  </a:lnTo>
                  <a:lnTo>
                    <a:pt x="1970488" y="123668"/>
                  </a:lnTo>
                  <a:lnTo>
                    <a:pt x="1970655" y="123617"/>
                  </a:lnTo>
                  <a:lnTo>
                    <a:pt x="1970789" y="123568"/>
                  </a:lnTo>
                  <a:lnTo>
                    <a:pt x="1970837" y="123556"/>
                  </a:lnTo>
                  <a:lnTo>
                    <a:pt x="1970930" y="123550"/>
                  </a:lnTo>
                  <a:lnTo>
                    <a:pt x="1971014" y="123547"/>
                  </a:lnTo>
                  <a:lnTo>
                    <a:pt x="1971093" y="123559"/>
                  </a:lnTo>
                  <a:lnTo>
                    <a:pt x="1971230" y="123602"/>
                  </a:lnTo>
                  <a:lnTo>
                    <a:pt x="1971289" y="123613"/>
                  </a:lnTo>
                  <a:lnTo>
                    <a:pt x="1971318" y="123613"/>
                  </a:lnTo>
                  <a:lnTo>
                    <a:pt x="1971347" y="123608"/>
                  </a:lnTo>
                  <a:lnTo>
                    <a:pt x="1971436" y="123586"/>
                  </a:lnTo>
                  <a:lnTo>
                    <a:pt x="1971528" y="123556"/>
                  </a:lnTo>
                  <a:lnTo>
                    <a:pt x="1971760" y="123450"/>
                  </a:lnTo>
                  <a:lnTo>
                    <a:pt x="1971869" y="123399"/>
                  </a:lnTo>
                  <a:lnTo>
                    <a:pt x="1971955" y="123351"/>
                  </a:lnTo>
                  <a:lnTo>
                    <a:pt x="1972069" y="123277"/>
                  </a:lnTo>
                  <a:lnTo>
                    <a:pt x="1972207" y="123178"/>
                  </a:lnTo>
                  <a:lnTo>
                    <a:pt x="1972272" y="123122"/>
                  </a:lnTo>
                  <a:lnTo>
                    <a:pt x="1972295" y="123089"/>
                  </a:lnTo>
                  <a:lnTo>
                    <a:pt x="1972363" y="122950"/>
                  </a:lnTo>
                  <a:lnTo>
                    <a:pt x="1972380" y="122903"/>
                  </a:lnTo>
                  <a:lnTo>
                    <a:pt x="1972400" y="122837"/>
                  </a:lnTo>
                  <a:lnTo>
                    <a:pt x="1972402" y="122791"/>
                  </a:lnTo>
                  <a:lnTo>
                    <a:pt x="1972404" y="122764"/>
                  </a:lnTo>
                  <a:lnTo>
                    <a:pt x="1972375" y="122719"/>
                  </a:lnTo>
                  <a:lnTo>
                    <a:pt x="1972331" y="122693"/>
                  </a:lnTo>
                  <a:lnTo>
                    <a:pt x="1972280" y="122683"/>
                  </a:lnTo>
                  <a:lnTo>
                    <a:pt x="1972232" y="122687"/>
                  </a:lnTo>
                  <a:lnTo>
                    <a:pt x="1972195" y="122703"/>
                  </a:lnTo>
                  <a:lnTo>
                    <a:pt x="1972178" y="122710"/>
                  </a:lnTo>
                  <a:lnTo>
                    <a:pt x="1972142" y="122714"/>
                  </a:lnTo>
                  <a:lnTo>
                    <a:pt x="1972110" y="122712"/>
                  </a:lnTo>
                  <a:lnTo>
                    <a:pt x="1972068" y="122698"/>
                  </a:lnTo>
                  <a:lnTo>
                    <a:pt x="1972014" y="122670"/>
                  </a:lnTo>
                  <a:lnTo>
                    <a:pt x="1971972" y="122635"/>
                  </a:lnTo>
                  <a:lnTo>
                    <a:pt x="1971959" y="122623"/>
                  </a:lnTo>
                  <a:lnTo>
                    <a:pt x="1971949" y="122604"/>
                  </a:lnTo>
                  <a:lnTo>
                    <a:pt x="1971944" y="122587"/>
                  </a:lnTo>
                  <a:lnTo>
                    <a:pt x="1971943" y="122571"/>
                  </a:lnTo>
                  <a:lnTo>
                    <a:pt x="1971950" y="122553"/>
                  </a:lnTo>
                  <a:lnTo>
                    <a:pt x="1971982" y="122534"/>
                  </a:lnTo>
                  <a:lnTo>
                    <a:pt x="1972068" y="122495"/>
                  </a:lnTo>
                  <a:lnTo>
                    <a:pt x="1972156" y="122467"/>
                  </a:lnTo>
                  <a:lnTo>
                    <a:pt x="1972274" y="122446"/>
                  </a:lnTo>
                  <a:lnTo>
                    <a:pt x="1972361" y="122448"/>
                  </a:lnTo>
                  <a:lnTo>
                    <a:pt x="1972436" y="122460"/>
                  </a:lnTo>
                  <a:lnTo>
                    <a:pt x="1972479" y="122470"/>
                  </a:lnTo>
                  <a:lnTo>
                    <a:pt x="1972531" y="122493"/>
                  </a:lnTo>
                  <a:lnTo>
                    <a:pt x="1972568" y="122494"/>
                  </a:lnTo>
                  <a:lnTo>
                    <a:pt x="1972612" y="122489"/>
                  </a:lnTo>
                  <a:lnTo>
                    <a:pt x="1972668" y="122465"/>
                  </a:lnTo>
                  <a:lnTo>
                    <a:pt x="1972703" y="122442"/>
                  </a:lnTo>
                  <a:lnTo>
                    <a:pt x="1972823" y="122341"/>
                  </a:lnTo>
                  <a:lnTo>
                    <a:pt x="1972852" y="122309"/>
                  </a:lnTo>
                  <a:lnTo>
                    <a:pt x="1972869" y="122281"/>
                  </a:lnTo>
                  <a:lnTo>
                    <a:pt x="1972893" y="122241"/>
                  </a:lnTo>
                  <a:lnTo>
                    <a:pt x="1972921" y="122210"/>
                  </a:lnTo>
                  <a:lnTo>
                    <a:pt x="1973198" y="121997"/>
                  </a:lnTo>
                  <a:lnTo>
                    <a:pt x="1973235" y="121975"/>
                  </a:lnTo>
                  <a:lnTo>
                    <a:pt x="1973271" y="121958"/>
                  </a:lnTo>
                  <a:lnTo>
                    <a:pt x="1973303" y="121943"/>
                  </a:lnTo>
                  <a:lnTo>
                    <a:pt x="1973328" y="121933"/>
                  </a:lnTo>
                  <a:lnTo>
                    <a:pt x="1973365" y="121924"/>
                  </a:lnTo>
                  <a:lnTo>
                    <a:pt x="1973412" y="121913"/>
                  </a:lnTo>
                  <a:lnTo>
                    <a:pt x="1973485" y="121902"/>
                  </a:lnTo>
                  <a:lnTo>
                    <a:pt x="1973542" y="121902"/>
                  </a:lnTo>
                  <a:lnTo>
                    <a:pt x="1973600" y="121903"/>
                  </a:lnTo>
                  <a:lnTo>
                    <a:pt x="1973642" y="121903"/>
                  </a:lnTo>
                  <a:lnTo>
                    <a:pt x="1973669" y="121898"/>
                  </a:lnTo>
                  <a:lnTo>
                    <a:pt x="1973698" y="121892"/>
                  </a:lnTo>
                  <a:lnTo>
                    <a:pt x="1973726" y="121884"/>
                  </a:lnTo>
                  <a:lnTo>
                    <a:pt x="1973751" y="121872"/>
                  </a:lnTo>
                  <a:lnTo>
                    <a:pt x="1973787" y="121853"/>
                  </a:lnTo>
                  <a:lnTo>
                    <a:pt x="1973829" y="121816"/>
                  </a:lnTo>
                  <a:lnTo>
                    <a:pt x="1973867" y="121774"/>
                  </a:lnTo>
                  <a:lnTo>
                    <a:pt x="1973879" y="121739"/>
                  </a:lnTo>
                  <a:lnTo>
                    <a:pt x="1973884" y="121714"/>
                  </a:lnTo>
                  <a:lnTo>
                    <a:pt x="1973878" y="121677"/>
                  </a:lnTo>
                  <a:lnTo>
                    <a:pt x="1973924" y="121463"/>
                  </a:lnTo>
                  <a:lnTo>
                    <a:pt x="1974003" y="121263"/>
                  </a:lnTo>
                  <a:lnTo>
                    <a:pt x="1974025" y="121196"/>
                  </a:lnTo>
                  <a:lnTo>
                    <a:pt x="1974029" y="121163"/>
                  </a:lnTo>
                  <a:lnTo>
                    <a:pt x="1974027" y="121139"/>
                  </a:lnTo>
                  <a:lnTo>
                    <a:pt x="1973975" y="120982"/>
                  </a:lnTo>
                  <a:lnTo>
                    <a:pt x="1973958" y="120957"/>
                  </a:lnTo>
                  <a:lnTo>
                    <a:pt x="1973932" y="120940"/>
                  </a:lnTo>
                  <a:lnTo>
                    <a:pt x="1973890" y="120931"/>
                  </a:lnTo>
                  <a:lnTo>
                    <a:pt x="1973837" y="120923"/>
                  </a:lnTo>
                  <a:lnTo>
                    <a:pt x="1973756" y="120916"/>
                  </a:lnTo>
                  <a:lnTo>
                    <a:pt x="1973699" y="120912"/>
                  </a:lnTo>
                  <a:lnTo>
                    <a:pt x="1973658" y="120911"/>
                  </a:lnTo>
                  <a:lnTo>
                    <a:pt x="1973629" y="120907"/>
                  </a:lnTo>
                  <a:lnTo>
                    <a:pt x="1973591" y="120897"/>
                  </a:lnTo>
                  <a:lnTo>
                    <a:pt x="1973562" y="120879"/>
                  </a:lnTo>
                  <a:lnTo>
                    <a:pt x="1973514" y="120835"/>
                  </a:lnTo>
                  <a:lnTo>
                    <a:pt x="1973486" y="120796"/>
                  </a:lnTo>
                  <a:lnTo>
                    <a:pt x="1973478" y="120773"/>
                  </a:lnTo>
                  <a:lnTo>
                    <a:pt x="1973474" y="120747"/>
                  </a:lnTo>
                  <a:lnTo>
                    <a:pt x="1973480" y="120713"/>
                  </a:lnTo>
                  <a:lnTo>
                    <a:pt x="1973502" y="120657"/>
                  </a:lnTo>
                  <a:lnTo>
                    <a:pt x="1973527" y="120624"/>
                  </a:lnTo>
                  <a:lnTo>
                    <a:pt x="1973559" y="120597"/>
                  </a:lnTo>
                  <a:lnTo>
                    <a:pt x="1973595" y="120573"/>
                  </a:lnTo>
                  <a:lnTo>
                    <a:pt x="1973635" y="120553"/>
                  </a:lnTo>
                  <a:lnTo>
                    <a:pt x="1973710" y="120532"/>
                  </a:lnTo>
                  <a:lnTo>
                    <a:pt x="1973775" y="120525"/>
                  </a:lnTo>
                  <a:lnTo>
                    <a:pt x="1973840" y="120525"/>
                  </a:lnTo>
                  <a:lnTo>
                    <a:pt x="1973874" y="120533"/>
                  </a:lnTo>
                  <a:lnTo>
                    <a:pt x="1973902" y="120544"/>
                  </a:lnTo>
                  <a:lnTo>
                    <a:pt x="1973922" y="120558"/>
                  </a:lnTo>
                  <a:lnTo>
                    <a:pt x="1973941" y="120574"/>
                  </a:lnTo>
                  <a:lnTo>
                    <a:pt x="1973963" y="120587"/>
                  </a:lnTo>
                  <a:lnTo>
                    <a:pt x="1973991" y="120591"/>
                  </a:lnTo>
                  <a:lnTo>
                    <a:pt x="1974031" y="120596"/>
                  </a:lnTo>
                  <a:lnTo>
                    <a:pt x="1974140" y="120605"/>
                  </a:lnTo>
                  <a:lnTo>
                    <a:pt x="1974229" y="120611"/>
                  </a:lnTo>
                  <a:lnTo>
                    <a:pt x="1974302" y="120611"/>
                  </a:lnTo>
                  <a:lnTo>
                    <a:pt x="1974371" y="120608"/>
                  </a:lnTo>
                  <a:lnTo>
                    <a:pt x="1974425" y="120602"/>
                  </a:lnTo>
                  <a:lnTo>
                    <a:pt x="1974510" y="120587"/>
                  </a:lnTo>
                  <a:lnTo>
                    <a:pt x="1974565" y="120573"/>
                  </a:lnTo>
                  <a:lnTo>
                    <a:pt x="1974601" y="120555"/>
                  </a:lnTo>
                  <a:lnTo>
                    <a:pt x="1974638" y="120528"/>
                  </a:lnTo>
                  <a:lnTo>
                    <a:pt x="1974669" y="120494"/>
                  </a:lnTo>
                  <a:lnTo>
                    <a:pt x="1974700" y="120445"/>
                  </a:lnTo>
                  <a:lnTo>
                    <a:pt x="1974705" y="120412"/>
                  </a:lnTo>
                  <a:lnTo>
                    <a:pt x="1974702" y="120369"/>
                  </a:lnTo>
                  <a:lnTo>
                    <a:pt x="1974693" y="120339"/>
                  </a:lnTo>
                  <a:lnTo>
                    <a:pt x="1974658" y="120268"/>
                  </a:lnTo>
                  <a:lnTo>
                    <a:pt x="1974597" y="120174"/>
                  </a:lnTo>
                  <a:lnTo>
                    <a:pt x="1974557" y="120112"/>
                  </a:lnTo>
                  <a:lnTo>
                    <a:pt x="1974549" y="120094"/>
                  </a:lnTo>
                  <a:lnTo>
                    <a:pt x="1974542" y="120076"/>
                  </a:lnTo>
                  <a:lnTo>
                    <a:pt x="1974544" y="120057"/>
                  </a:lnTo>
                  <a:lnTo>
                    <a:pt x="1974569" y="119989"/>
                  </a:lnTo>
                  <a:lnTo>
                    <a:pt x="1974606" y="119930"/>
                  </a:lnTo>
                  <a:lnTo>
                    <a:pt x="1974623" y="119910"/>
                  </a:lnTo>
                  <a:lnTo>
                    <a:pt x="1974654" y="119889"/>
                  </a:lnTo>
                  <a:lnTo>
                    <a:pt x="1974696" y="119870"/>
                  </a:lnTo>
                  <a:lnTo>
                    <a:pt x="1974748" y="119855"/>
                  </a:lnTo>
                  <a:lnTo>
                    <a:pt x="1974790" y="119848"/>
                  </a:lnTo>
                  <a:lnTo>
                    <a:pt x="1974856" y="119848"/>
                  </a:lnTo>
                  <a:lnTo>
                    <a:pt x="1974925" y="119853"/>
                  </a:lnTo>
                  <a:lnTo>
                    <a:pt x="1974993" y="119865"/>
                  </a:lnTo>
                  <a:lnTo>
                    <a:pt x="1975089" y="119882"/>
                  </a:lnTo>
                  <a:lnTo>
                    <a:pt x="1975121" y="119883"/>
                  </a:lnTo>
                  <a:lnTo>
                    <a:pt x="1975157" y="119884"/>
                  </a:lnTo>
                  <a:lnTo>
                    <a:pt x="1975184" y="119883"/>
                  </a:lnTo>
                  <a:lnTo>
                    <a:pt x="1975217" y="119878"/>
                  </a:lnTo>
                  <a:lnTo>
                    <a:pt x="1975245" y="119870"/>
                  </a:lnTo>
                  <a:lnTo>
                    <a:pt x="1975284" y="119858"/>
                  </a:lnTo>
                  <a:lnTo>
                    <a:pt x="1975355" y="119831"/>
                  </a:lnTo>
                  <a:lnTo>
                    <a:pt x="1975439" y="119787"/>
                  </a:lnTo>
                  <a:lnTo>
                    <a:pt x="1975466" y="119765"/>
                  </a:lnTo>
                  <a:lnTo>
                    <a:pt x="1975479" y="119732"/>
                  </a:lnTo>
                  <a:lnTo>
                    <a:pt x="1975484" y="119694"/>
                  </a:lnTo>
                  <a:lnTo>
                    <a:pt x="1975493" y="119564"/>
                  </a:lnTo>
                  <a:lnTo>
                    <a:pt x="1975495" y="119542"/>
                  </a:lnTo>
                  <a:lnTo>
                    <a:pt x="1975499" y="119480"/>
                  </a:lnTo>
                  <a:lnTo>
                    <a:pt x="1975497" y="119456"/>
                  </a:lnTo>
                  <a:lnTo>
                    <a:pt x="1975494" y="119418"/>
                  </a:lnTo>
                  <a:lnTo>
                    <a:pt x="1975487" y="119381"/>
                  </a:lnTo>
                  <a:lnTo>
                    <a:pt x="1975476" y="119354"/>
                  </a:lnTo>
                  <a:lnTo>
                    <a:pt x="1975467" y="119333"/>
                  </a:lnTo>
                  <a:lnTo>
                    <a:pt x="1975417" y="119275"/>
                  </a:lnTo>
                  <a:lnTo>
                    <a:pt x="1975308" y="119156"/>
                  </a:lnTo>
                  <a:lnTo>
                    <a:pt x="1975070" y="118847"/>
                  </a:lnTo>
                  <a:lnTo>
                    <a:pt x="1975046" y="118823"/>
                  </a:lnTo>
                  <a:lnTo>
                    <a:pt x="1975031" y="118806"/>
                  </a:lnTo>
                  <a:lnTo>
                    <a:pt x="1975009" y="118776"/>
                  </a:lnTo>
                  <a:lnTo>
                    <a:pt x="1974989" y="118749"/>
                  </a:lnTo>
                  <a:lnTo>
                    <a:pt x="1974967" y="118705"/>
                  </a:lnTo>
                  <a:lnTo>
                    <a:pt x="1974948" y="118656"/>
                  </a:lnTo>
                  <a:lnTo>
                    <a:pt x="1974945" y="118620"/>
                  </a:lnTo>
                  <a:lnTo>
                    <a:pt x="1974948" y="118603"/>
                  </a:lnTo>
                  <a:lnTo>
                    <a:pt x="1974991" y="118525"/>
                  </a:lnTo>
                  <a:lnTo>
                    <a:pt x="1975156" y="118285"/>
                  </a:lnTo>
                  <a:lnTo>
                    <a:pt x="1975176" y="118257"/>
                  </a:lnTo>
                  <a:lnTo>
                    <a:pt x="1975192" y="118237"/>
                  </a:lnTo>
                  <a:lnTo>
                    <a:pt x="1975201" y="118229"/>
                  </a:lnTo>
                  <a:lnTo>
                    <a:pt x="1975229" y="118207"/>
                  </a:lnTo>
                  <a:lnTo>
                    <a:pt x="1975280" y="118184"/>
                  </a:lnTo>
                  <a:lnTo>
                    <a:pt x="1975337" y="118176"/>
                  </a:lnTo>
                  <a:lnTo>
                    <a:pt x="1975389" y="118173"/>
                  </a:lnTo>
                  <a:lnTo>
                    <a:pt x="1975533" y="118183"/>
                  </a:lnTo>
                  <a:lnTo>
                    <a:pt x="1975613" y="118191"/>
                  </a:lnTo>
                  <a:lnTo>
                    <a:pt x="1975677" y="118193"/>
                  </a:lnTo>
                  <a:lnTo>
                    <a:pt x="1975751" y="118190"/>
                  </a:lnTo>
                  <a:lnTo>
                    <a:pt x="1975804" y="118183"/>
                  </a:lnTo>
                  <a:lnTo>
                    <a:pt x="1975831" y="118174"/>
                  </a:lnTo>
                  <a:lnTo>
                    <a:pt x="1975851" y="118154"/>
                  </a:lnTo>
                  <a:lnTo>
                    <a:pt x="1976006" y="117863"/>
                  </a:lnTo>
                  <a:lnTo>
                    <a:pt x="1976026" y="117811"/>
                  </a:lnTo>
                  <a:lnTo>
                    <a:pt x="1976055" y="117726"/>
                  </a:lnTo>
                  <a:lnTo>
                    <a:pt x="1976059" y="117680"/>
                  </a:lnTo>
                  <a:lnTo>
                    <a:pt x="1976015" y="117440"/>
                  </a:lnTo>
                  <a:lnTo>
                    <a:pt x="1975982" y="117273"/>
                  </a:lnTo>
                  <a:lnTo>
                    <a:pt x="1975982" y="117234"/>
                  </a:lnTo>
                  <a:lnTo>
                    <a:pt x="1975990" y="117205"/>
                  </a:lnTo>
                  <a:lnTo>
                    <a:pt x="1976006" y="117170"/>
                  </a:lnTo>
                  <a:lnTo>
                    <a:pt x="1976034" y="117125"/>
                  </a:lnTo>
                  <a:lnTo>
                    <a:pt x="1976055" y="117090"/>
                  </a:lnTo>
                  <a:lnTo>
                    <a:pt x="1976058" y="117083"/>
                  </a:lnTo>
                  <a:lnTo>
                    <a:pt x="1976065" y="117065"/>
                  </a:lnTo>
                  <a:lnTo>
                    <a:pt x="1976074" y="117033"/>
                  </a:lnTo>
                  <a:lnTo>
                    <a:pt x="1976085" y="117001"/>
                  </a:lnTo>
                  <a:lnTo>
                    <a:pt x="1976100" y="116976"/>
                  </a:lnTo>
                  <a:lnTo>
                    <a:pt x="1976117" y="116956"/>
                  </a:lnTo>
                  <a:lnTo>
                    <a:pt x="1976141" y="116930"/>
                  </a:lnTo>
                  <a:lnTo>
                    <a:pt x="1976187" y="116888"/>
                  </a:lnTo>
                  <a:lnTo>
                    <a:pt x="1976229" y="116854"/>
                  </a:lnTo>
                  <a:lnTo>
                    <a:pt x="1976262" y="116810"/>
                  </a:lnTo>
                  <a:lnTo>
                    <a:pt x="1976301" y="116753"/>
                  </a:lnTo>
                  <a:lnTo>
                    <a:pt x="1976306" y="116724"/>
                  </a:lnTo>
                  <a:lnTo>
                    <a:pt x="1976299" y="116699"/>
                  </a:lnTo>
                  <a:lnTo>
                    <a:pt x="1976287" y="116684"/>
                  </a:lnTo>
                  <a:lnTo>
                    <a:pt x="1976270" y="116661"/>
                  </a:lnTo>
                  <a:lnTo>
                    <a:pt x="1976212" y="116607"/>
                  </a:lnTo>
                  <a:lnTo>
                    <a:pt x="1976110" y="116541"/>
                  </a:lnTo>
                  <a:lnTo>
                    <a:pt x="1976017" y="116499"/>
                  </a:lnTo>
                  <a:lnTo>
                    <a:pt x="1975915" y="116472"/>
                  </a:lnTo>
                  <a:lnTo>
                    <a:pt x="1975817" y="116463"/>
                  </a:lnTo>
                  <a:lnTo>
                    <a:pt x="1975747" y="116463"/>
                  </a:lnTo>
                  <a:lnTo>
                    <a:pt x="1975672" y="116475"/>
                  </a:lnTo>
                  <a:lnTo>
                    <a:pt x="1975615" y="116489"/>
                  </a:lnTo>
                  <a:lnTo>
                    <a:pt x="1975564" y="116494"/>
                  </a:lnTo>
                  <a:lnTo>
                    <a:pt x="1975487" y="116489"/>
                  </a:lnTo>
                  <a:lnTo>
                    <a:pt x="1975447" y="116478"/>
                  </a:lnTo>
                  <a:lnTo>
                    <a:pt x="1975394" y="116456"/>
                  </a:lnTo>
                  <a:lnTo>
                    <a:pt x="1975357" y="116433"/>
                  </a:lnTo>
                  <a:lnTo>
                    <a:pt x="1975333" y="116407"/>
                  </a:lnTo>
                  <a:lnTo>
                    <a:pt x="1975312" y="116372"/>
                  </a:lnTo>
                  <a:lnTo>
                    <a:pt x="1975305" y="116334"/>
                  </a:lnTo>
                  <a:lnTo>
                    <a:pt x="1975309" y="116281"/>
                  </a:lnTo>
                  <a:lnTo>
                    <a:pt x="1975335" y="116230"/>
                  </a:lnTo>
                  <a:lnTo>
                    <a:pt x="1975370" y="116193"/>
                  </a:lnTo>
                  <a:lnTo>
                    <a:pt x="1975394" y="116175"/>
                  </a:lnTo>
                  <a:lnTo>
                    <a:pt x="1975414" y="116160"/>
                  </a:lnTo>
                  <a:lnTo>
                    <a:pt x="1975478" y="116129"/>
                  </a:lnTo>
                  <a:lnTo>
                    <a:pt x="1975569" y="116100"/>
                  </a:lnTo>
                  <a:lnTo>
                    <a:pt x="1975628" y="116094"/>
                  </a:lnTo>
                  <a:lnTo>
                    <a:pt x="1975679" y="116097"/>
                  </a:lnTo>
                  <a:lnTo>
                    <a:pt x="1975719" y="116103"/>
                  </a:lnTo>
                  <a:lnTo>
                    <a:pt x="1975780" y="116126"/>
                  </a:lnTo>
                  <a:lnTo>
                    <a:pt x="1975914" y="116175"/>
                  </a:lnTo>
                  <a:lnTo>
                    <a:pt x="1976016" y="116216"/>
                  </a:lnTo>
                  <a:lnTo>
                    <a:pt x="1976105" y="116248"/>
                  </a:lnTo>
                  <a:lnTo>
                    <a:pt x="1976155" y="116261"/>
                  </a:lnTo>
                  <a:lnTo>
                    <a:pt x="1976237" y="116284"/>
                  </a:lnTo>
                  <a:lnTo>
                    <a:pt x="1976299" y="116290"/>
                  </a:lnTo>
                  <a:lnTo>
                    <a:pt x="1976337" y="116294"/>
                  </a:lnTo>
                  <a:lnTo>
                    <a:pt x="1976370" y="116290"/>
                  </a:lnTo>
                  <a:lnTo>
                    <a:pt x="1976392" y="116285"/>
                  </a:lnTo>
                  <a:lnTo>
                    <a:pt x="1976416" y="116275"/>
                  </a:lnTo>
                  <a:lnTo>
                    <a:pt x="1976427" y="116264"/>
                  </a:lnTo>
                  <a:lnTo>
                    <a:pt x="1976457" y="116238"/>
                  </a:lnTo>
                  <a:lnTo>
                    <a:pt x="1976483" y="116186"/>
                  </a:lnTo>
                  <a:lnTo>
                    <a:pt x="1976509" y="116114"/>
                  </a:lnTo>
                  <a:lnTo>
                    <a:pt x="1976518" y="116084"/>
                  </a:lnTo>
                  <a:lnTo>
                    <a:pt x="1976519" y="116077"/>
                  </a:lnTo>
                  <a:lnTo>
                    <a:pt x="1976519" y="116065"/>
                  </a:lnTo>
                  <a:lnTo>
                    <a:pt x="1976520" y="116053"/>
                  </a:lnTo>
                  <a:lnTo>
                    <a:pt x="1976520" y="116048"/>
                  </a:lnTo>
                  <a:lnTo>
                    <a:pt x="1976519" y="116033"/>
                  </a:lnTo>
                  <a:lnTo>
                    <a:pt x="1976518" y="116011"/>
                  </a:lnTo>
                  <a:lnTo>
                    <a:pt x="1976517" y="115939"/>
                  </a:lnTo>
                  <a:lnTo>
                    <a:pt x="1976511" y="115870"/>
                  </a:lnTo>
                  <a:lnTo>
                    <a:pt x="1976510" y="115843"/>
                  </a:lnTo>
                  <a:lnTo>
                    <a:pt x="1976504" y="115777"/>
                  </a:lnTo>
                  <a:lnTo>
                    <a:pt x="1976480" y="115713"/>
                  </a:lnTo>
                  <a:lnTo>
                    <a:pt x="1976423" y="115640"/>
                  </a:lnTo>
                  <a:lnTo>
                    <a:pt x="1976364" y="115583"/>
                  </a:lnTo>
                  <a:lnTo>
                    <a:pt x="1976334" y="115565"/>
                  </a:lnTo>
                  <a:lnTo>
                    <a:pt x="1976293" y="115541"/>
                  </a:lnTo>
                  <a:lnTo>
                    <a:pt x="1976201" y="115516"/>
                  </a:lnTo>
                  <a:lnTo>
                    <a:pt x="1976070" y="115477"/>
                  </a:lnTo>
                  <a:lnTo>
                    <a:pt x="1976048" y="115468"/>
                  </a:lnTo>
                  <a:lnTo>
                    <a:pt x="1975991" y="115444"/>
                  </a:lnTo>
                  <a:lnTo>
                    <a:pt x="1975941" y="115403"/>
                  </a:lnTo>
                  <a:lnTo>
                    <a:pt x="1975906" y="115349"/>
                  </a:lnTo>
                  <a:lnTo>
                    <a:pt x="1975857" y="115271"/>
                  </a:lnTo>
                  <a:lnTo>
                    <a:pt x="1975842" y="115218"/>
                  </a:lnTo>
                  <a:lnTo>
                    <a:pt x="1975840" y="115155"/>
                  </a:lnTo>
                  <a:lnTo>
                    <a:pt x="1975856" y="115126"/>
                  </a:lnTo>
                  <a:lnTo>
                    <a:pt x="1975820" y="115043"/>
                  </a:lnTo>
                  <a:lnTo>
                    <a:pt x="1975778" y="114911"/>
                  </a:lnTo>
                  <a:lnTo>
                    <a:pt x="1975729" y="114801"/>
                  </a:lnTo>
                  <a:lnTo>
                    <a:pt x="1975686" y="114718"/>
                  </a:lnTo>
                  <a:lnTo>
                    <a:pt x="1975681" y="114693"/>
                  </a:lnTo>
                  <a:lnTo>
                    <a:pt x="1975628" y="114628"/>
                  </a:lnTo>
                  <a:lnTo>
                    <a:pt x="1975588" y="114558"/>
                  </a:lnTo>
                  <a:lnTo>
                    <a:pt x="1975561" y="114466"/>
                  </a:lnTo>
                  <a:lnTo>
                    <a:pt x="1975561" y="114382"/>
                  </a:lnTo>
                  <a:lnTo>
                    <a:pt x="1975577" y="114298"/>
                  </a:lnTo>
                  <a:lnTo>
                    <a:pt x="1975598" y="114227"/>
                  </a:lnTo>
                  <a:lnTo>
                    <a:pt x="1975583" y="114184"/>
                  </a:lnTo>
                  <a:lnTo>
                    <a:pt x="1975545" y="114126"/>
                  </a:lnTo>
                  <a:lnTo>
                    <a:pt x="1975481" y="114067"/>
                  </a:lnTo>
                  <a:lnTo>
                    <a:pt x="1975449" y="114038"/>
                  </a:lnTo>
                  <a:lnTo>
                    <a:pt x="1975390" y="113993"/>
                  </a:lnTo>
                  <a:lnTo>
                    <a:pt x="1975321" y="113921"/>
                  </a:lnTo>
                  <a:lnTo>
                    <a:pt x="1975309" y="113863"/>
                  </a:lnTo>
                  <a:lnTo>
                    <a:pt x="1975323" y="113829"/>
                  </a:lnTo>
                  <a:lnTo>
                    <a:pt x="1975490" y="113673"/>
                  </a:lnTo>
                  <a:lnTo>
                    <a:pt x="1975556" y="113634"/>
                  </a:lnTo>
                  <a:lnTo>
                    <a:pt x="1975626" y="113612"/>
                  </a:lnTo>
                  <a:lnTo>
                    <a:pt x="1975752" y="113586"/>
                  </a:lnTo>
                  <a:lnTo>
                    <a:pt x="1975895" y="113555"/>
                  </a:lnTo>
                  <a:lnTo>
                    <a:pt x="1975956" y="113523"/>
                  </a:lnTo>
                  <a:lnTo>
                    <a:pt x="1975999" y="113481"/>
                  </a:lnTo>
                  <a:lnTo>
                    <a:pt x="1976024" y="113436"/>
                  </a:lnTo>
                  <a:lnTo>
                    <a:pt x="1976046" y="113389"/>
                  </a:lnTo>
                  <a:lnTo>
                    <a:pt x="1976045" y="113347"/>
                  </a:lnTo>
                  <a:lnTo>
                    <a:pt x="1976050" y="113313"/>
                  </a:lnTo>
                  <a:lnTo>
                    <a:pt x="1976085" y="113287"/>
                  </a:lnTo>
                  <a:lnTo>
                    <a:pt x="1976122" y="113272"/>
                  </a:lnTo>
                  <a:lnTo>
                    <a:pt x="1976182" y="113264"/>
                  </a:lnTo>
                  <a:lnTo>
                    <a:pt x="1976267" y="113264"/>
                  </a:lnTo>
                  <a:lnTo>
                    <a:pt x="1976364" y="113280"/>
                  </a:lnTo>
                  <a:lnTo>
                    <a:pt x="1976461" y="113313"/>
                  </a:lnTo>
                  <a:lnTo>
                    <a:pt x="1976544" y="113363"/>
                  </a:lnTo>
                  <a:lnTo>
                    <a:pt x="1976623" y="113409"/>
                  </a:lnTo>
                  <a:lnTo>
                    <a:pt x="1976672" y="113433"/>
                  </a:lnTo>
                  <a:lnTo>
                    <a:pt x="1976707" y="113453"/>
                  </a:lnTo>
                  <a:lnTo>
                    <a:pt x="1976831" y="113524"/>
                  </a:lnTo>
                  <a:lnTo>
                    <a:pt x="1976917" y="113561"/>
                  </a:lnTo>
                  <a:lnTo>
                    <a:pt x="1976980" y="113574"/>
                  </a:lnTo>
                  <a:lnTo>
                    <a:pt x="1977077" y="113591"/>
                  </a:lnTo>
                  <a:lnTo>
                    <a:pt x="1977191" y="113614"/>
                  </a:lnTo>
                  <a:lnTo>
                    <a:pt x="1977234" y="113629"/>
                  </a:lnTo>
                  <a:lnTo>
                    <a:pt x="1977274" y="113662"/>
                  </a:lnTo>
                  <a:lnTo>
                    <a:pt x="1977282" y="113683"/>
                  </a:lnTo>
                  <a:lnTo>
                    <a:pt x="1977286" y="113698"/>
                  </a:lnTo>
                  <a:lnTo>
                    <a:pt x="1977289" y="113749"/>
                  </a:lnTo>
                  <a:lnTo>
                    <a:pt x="1977461" y="113815"/>
                  </a:lnTo>
                  <a:lnTo>
                    <a:pt x="1977767" y="113829"/>
                  </a:lnTo>
                  <a:lnTo>
                    <a:pt x="1977785" y="113829"/>
                  </a:lnTo>
                  <a:lnTo>
                    <a:pt x="1977866" y="113833"/>
                  </a:lnTo>
                  <a:lnTo>
                    <a:pt x="1977925" y="113821"/>
                  </a:lnTo>
                  <a:lnTo>
                    <a:pt x="1977974" y="113789"/>
                  </a:lnTo>
                  <a:lnTo>
                    <a:pt x="1978008" y="113746"/>
                  </a:lnTo>
                  <a:lnTo>
                    <a:pt x="1978047" y="113658"/>
                  </a:lnTo>
                  <a:lnTo>
                    <a:pt x="1978086" y="113520"/>
                  </a:lnTo>
                  <a:lnTo>
                    <a:pt x="1978075" y="113445"/>
                  </a:lnTo>
                  <a:lnTo>
                    <a:pt x="1978061" y="113388"/>
                  </a:lnTo>
                  <a:lnTo>
                    <a:pt x="1978047" y="113334"/>
                  </a:lnTo>
                  <a:lnTo>
                    <a:pt x="1978011" y="113272"/>
                  </a:lnTo>
                  <a:lnTo>
                    <a:pt x="1977962" y="113229"/>
                  </a:lnTo>
                  <a:lnTo>
                    <a:pt x="1977802" y="113115"/>
                  </a:lnTo>
                  <a:lnTo>
                    <a:pt x="1977673" y="113015"/>
                  </a:lnTo>
                  <a:lnTo>
                    <a:pt x="1977633" y="112986"/>
                  </a:lnTo>
                  <a:lnTo>
                    <a:pt x="1977585" y="112964"/>
                  </a:lnTo>
                  <a:lnTo>
                    <a:pt x="1977535" y="112940"/>
                  </a:lnTo>
                  <a:lnTo>
                    <a:pt x="1977483" y="112907"/>
                  </a:lnTo>
                  <a:lnTo>
                    <a:pt x="1977431" y="112878"/>
                  </a:lnTo>
                  <a:lnTo>
                    <a:pt x="1977383" y="112852"/>
                  </a:lnTo>
                  <a:lnTo>
                    <a:pt x="1977319" y="112817"/>
                  </a:lnTo>
                  <a:lnTo>
                    <a:pt x="1977248" y="112772"/>
                  </a:lnTo>
                  <a:lnTo>
                    <a:pt x="1977168" y="112706"/>
                  </a:lnTo>
                  <a:lnTo>
                    <a:pt x="1977110" y="112646"/>
                  </a:lnTo>
                  <a:lnTo>
                    <a:pt x="1977056" y="112568"/>
                  </a:lnTo>
                  <a:lnTo>
                    <a:pt x="1977012" y="112509"/>
                  </a:lnTo>
                  <a:lnTo>
                    <a:pt x="1976944" y="112456"/>
                  </a:lnTo>
                  <a:lnTo>
                    <a:pt x="1976919" y="112423"/>
                  </a:lnTo>
                  <a:lnTo>
                    <a:pt x="1976896" y="112360"/>
                  </a:lnTo>
                  <a:lnTo>
                    <a:pt x="1976882" y="112286"/>
                  </a:lnTo>
                  <a:lnTo>
                    <a:pt x="1976889" y="112248"/>
                  </a:lnTo>
                  <a:lnTo>
                    <a:pt x="1976919" y="112193"/>
                  </a:lnTo>
                  <a:lnTo>
                    <a:pt x="1976957" y="112119"/>
                  </a:lnTo>
                  <a:lnTo>
                    <a:pt x="1977012" y="112061"/>
                  </a:lnTo>
                  <a:lnTo>
                    <a:pt x="1977091" y="112007"/>
                  </a:lnTo>
                  <a:lnTo>
                    <a:pt x="1977202" y="111935"/>
                  </a:lnTo>
                  <a:lnTo>
                    <a:pt x="1977265" y="111897"/>
                  </a:lnTo>
                  <a:lnTo>
                    <a:pt x="1977377" y="111825"/>
                  </a:lnTo>
                  <a:lnTo>
                    <a:pt x="1977437" y="111802"/>
                  </a:lnTo>
                  <a:lnTo>
                    <a:pt x="1977501" y="111785"/>
                  </a:lnTo>
                  <a:lnTo>
                    <a:pt x="1977551" y="111776"/>
                  </a:lnTo>
                  <a:lnTo>
                    <a:pt x="1977664" y="111743"/>
                  </a:lnTo>
                  <a:lnTo>
                    <a:pt x="1977809" y="111708"/>
                  </a:lnTo>
                  <a:lnTo>
                    <a:pt x="1977943" y="111683"/>
                  </a:lnTo>
                  <a:lnTo>
                    <a:pt x="1978049" y="111660"/>
                  </a:lnTo>
                  <a:lnTo>
                    <a:pt x="1978135" y="111626"/>
                  </a:lnTo>
                  <a:lnTo>
                    <a:pt x="1978175" y="111590"/>
                  </a:lnTo>
                  <a:lnTo>
                    <a:pt x="1978202" y="111554"/>
                  </a:lnTo>
                  <a:lnTo>
                    <a:pt x="1978225" y="111484"/>
                  </a:lnTo>
                  <a:lnTo>
                    <a:pt x="1978211" y="111434"/>
                  </a:lnTo>
                  <a:lnTo>
                    <a:pt x="1978163" y="111362"/>
                  </a:lnTo>
                  <a:lnTo>
                    <a:pt x="1978077" y="111283"/>
                  </a:lnTo>
                  <a:lnTo>
                    <a:pt x="1978061" y="111258"/>
                  </a:lnTo>
                  <a:lnTo>
                    <a:pt x="1978044" y="111215"/>
                  </a:lnTo>
                  <a:lnTo>
                    <a:pt x="1978032" y="111201"/>
                  </a:lnTo>
                  <a:lnTo>
                    <a:pt x="1977992" y="111169"/>
                  </a:lnTo>
                  <a:lnTo>
                    <a:pt x="1977936" y="111125"/>
                  </a:lnTo>
                  <a:lnTo>
                    <a:pt x="1977883" y="111061"/>
                  </a:lnTo>
                  <a:lnTo>
                    <a:pt x="1977845" y="111032"/>
                  </a:lnTo>
                  <a:lnTo>
                    <a:pt x="1977815" y="111010"/>
                  </a:lnTo>
                  <a:lnTo>
                    <a:pt x="1977733" y="110982"/>
                  </a:lnTo>
                  <a:lnTo>
                    <a:pt x="1977692" y="110967"/>
                  </a:lnTo>
                  <a:lnTo>
                    <a:pt x="1977654" y="110931"/>
                  </a:lnTo>
                  <a:lnTo>
                    <a:pt x="1977643" y="110920"/>
                  </a:lnTo>
                  <a:lnTo>
                    <a:pt x="1977584" y="110849"/>
                  </a:lnTo>
                  <a:lnTo>
                    <a:pt x="1977572" y="110833"/>
                  </a:lnTo>
                  <a:lnTo>
                    <a:pt x="1977510" y="110760"/>
                  </a:lnTo>
                  <a:lnTo>
                    <a:pt x="1977488" y="110710"/>
                  </a:lnTo>
                  <a:lnTo>
                    <a:pt x="1977478" y="110668"/>
                  </a:lnTo>
                  <a:lnTo>
                    <a:pt x="1977483" y="110625"/>
                  </a:lnTo>
                  <a:lnTo>
                    <a:pt x="1977533" y="110555"/>
                  </a:lnTo>
                  <a:lnTo>
                    <a:pt x="1977644" y="110451"/>
                  </a:lnTo>
                  <a:lnTo>
                    <a:pt x="1977842" y="110324"/>
                  </a:lnTo>
                  <a:lnTo>
                    <a:pt x="1977970" y="110243"/>
                  </a:lnTo>
                  <a:lnTo>
                    <a:pt x="1978054" y="110199"/>
                  </a:lnTo>
                  <a:lnTo>
                    <a:pt x="1978144" y="110170"/>
                  </a:lnTo>
                  <a:lnTo>
                    <a:pt x="1978323" y="110083"/>
                  </a:lnTo>
                  <a:lnTo>
                    <a:pt x="1978435" y="110039"/>
                  </a:lnTo>
                  <a:lnTo>
                    <a:pt x="1978595" y="109984"/>
                  </a:lnTo>
                  <a:lnTo>
                    <a:pt x="1978784" y="109937"/>
                  </a:lnTo>
                  <a:lnTo>
                    <a:pt x="1978925" y="109914"/>
                  </a:lnTo>
                  <a:lnTo>
                    <a:pt x="1979087" y="109900"/>
                  </a:lnTo>
                  <a:lnTo>
                    <a:pt x="1979241" y="109897"/>
                  </a:lnTo>
                  <a:lnTo>
                    <a:pt x="1979369" y="109895"/>
                  </a:lnTo>
                  <a:lnTo>
                    <a:pt x="1979485" y="109909"/>
                  </a:lnTo>
                  <a:lnTo>
                    <a:pt x="1979511" y="109915"/>
                  </a:lnTo>
                  <a:lnTo>
                    <a:pt x="1979543" y="109922"/>
                  </a:lnTo>
                  <a:lnTo>
                    <a:pt x="1979600" y="109935"/>
                  </a:lnTo>
                  <a:lnTo>
                    <a:pt x="1979680" y="109949"/>
                  </a:lnTo>
                  <a:lnTo>
                    <a:pt x="1979831" y="109964"/>
                  </a:lnTo>
                  <a:lnTo>
                    <a:pt x="1980022" y="109966"/>
                  </a:lnTo>
                  <a:lnTo>
                    <a:pt x="1980125" y="109952"/>
                  </a:lnTo>
                  <a:lnTo>
                    <a:pt x="1980205" y="109931"/>
                  </a:lnTo>
                  <a:lnTo>
                    <a:pt x="1980355" y="109872"/>
                  </a:lnTo>
                  <a:lnTo>
                    <a:pt x="1980414" y="109828"/>
                  </a:lnTo>
                  <a:lnTo>
                    <a:pt x="1980505" y="109712"/>
                  </a:lnTo>
                  <a:lnTo>
                    <a:pt x="1980557" y="109655"/>
                  </a:lnTo>
                  <a:lnTo>
                    <a:pt x="1980605" y="109605"/>
                  </a:lnTo>
                  <a:lnTo>
                    <a:pt x="1980640" y="109549"/>
                  </a:lnTo>
                  <a:lnTo>
                    <a:pt x="1980673" y="109442"/>
                  </a:lnTo>
                  <a:lnTo>
                    <a:pt x="1980699" y="109277"/>
                  </a:lnTo>
                  <a:lnTo>
                    <a:pt x="1980706" y="109183"/>
                  </a:lnTo>
                  <a:lnTo>
                    <a:pt x="1980703" y="109109"/>
                  </a:lnTo>
                  <a:lnTo>
                    <a:pt x="1980672" y="108948"/>
                  </a:lnTo>
                  <a:lnTo>
                    <a:pt x="1980641" y="108794"/>
                  </a:lnTo>
                  <a:lnTo>
                    <a:pt x="1980600" y="108576"/>
                  </a:lnTo>
                  <a:lnTo>
                    <a:pt x="1980592" y="108549"/>
                  </a:lnTo>
                  <a:lnTo>
                    <a:pt x="1980568" y="108459"/>
                  </a:lnTo>
                  <a:lnTo>
                    <a:pt x="1980538" y="108332"/>
                  </a:lnTo>
                  <a:lnTo>
                    <a:pt x="1980536" y="108285"/>
                  </a:lnTo>
                  <a:lnTo>
                    <a:pt x="1980540" y="108254"/>
                  </a:lnTo>
                  <a:lnTo>
                    <a:pt x="1980546" y="108233"/>
                  </a:lnTo>
                  <a:lnTo>
                    <a:pt x="1980563" y="108192"/>
                  </a:lnTo>
                  <a:lnTo>
                    <a:pt x="1980568" y="108136"/>
                  </a:lnTo>
                  <a:lnTo>
                    <a:pt x="1980570" y="108023"/>
                  </a:lnTo>
                  <a:lnTo>
                    <a:pt x="1980573" y="107995"/>
                  </a:lnTo>
                  <a:lnTo>
                    <a:pt x="1980582" y="107949"/>
                  </a:lnTo>
                  <a:lnTo>
                    <a:pt x="1980589" y="107929"/>
                  </a:lnTo>
                  <a:lnTo>
                    <a:pt x="1980596" y="107910"/>
                  </a:lnTo>
                  <a:lnTo>
                    <a:pt x="1980615" y="107879"/>
                  </a:lnTo>
                  <a:lnTo>
                    <a:pt x="1980636" y="107850"/>
                  </a:lnTo>
                  <a:lnTo>
                    <a:pt x="1980668" y="107816"/>
                  </a:lnTo>
                  <a:lnTo>
                    <a:pt x="1980719" y="107767"/>
                  </a:lnTo>
                  <a:lnTo>
                    <a:pt x="1980755" y="107736"/>
                  </a:lnTo>
                  <a:lnTo>
                    <a:pt x="1980804" y="107698"/>
                  </a:lnTo>
                  <a:lnTo>
                    <a:pt x="1980834" y="107679"/>
                  </a:lnTo>
                  <a:lnTo>
                    <a:pt x="1980893" y="107650"/>
                  </a:lnTo>
                  <a:lnTo>
                    <a:pt x="1980945" y="107625"/>
                  </a:lnTo>
                  <a:lnTo>
                    <a:pt x="1980991" y="107602"/>
                  </a:lnTo>
                  <a:lnTo>
                    <a:pt x="1981013" y="107594"/>
                  </a:lnTo>
                  <a:lnTo>
                    <a:pt x="1981055" y="107576"/>
                  </a:lnTo>
                  <a:lnTo>
                    <a:pt x="1981198" y="107510"/>
                  </a:lnTo>
                  <a:lnTo>
                    <a:pt x="1981294" y="107458"/>
                  </a:lnTo>
                  <a:lnTo>
                    <a:pt x="1981396" y="107406"/>
                  </a:lnTo>
                  <a:lnTo>
                    <a:pt x="1981464" y="107390"/>
                  </a:lnTo>
                  <a:lnTo>
                    <a:pt x="1981516" y="107386"/>
                  </a:lnTo>
                  <a:lnTo>
                    <a:pt x="1981593" y="107391"/>
                  </a:lnTo>
                  <a:lnTo>
                    <a:pt x="1981615" y="107393"/>
                  </a:lnTo>
                  <a:lnTo>
                    <a:pt x="1981743" y="107421"/>
                  </a:lnTo>
                  <a:lnTo>
                    <a:pt x="1981856" y="107459"/>
                  </a:lnTo>
                  <a:lnTo>
                    <a:pt x="1981989" y="107498"/>
                  </a:lnTo>
                  <a:lnTo>
                    <a:pt x="1982060" y="107507"/>
                  </a:lnTo>
                  <a:lnTo>
                    <a:pt x="1982166" y="107503"/>
                  </a:lnTo>
                  <a:lnTo>
                    <a:pt x="1982173" y="107503"/>
                  </a:lnTo>
                  <a:lnTo>
                    <a:pt x="1982236" y="107486"/>
                  </a:lnTo>
                  <a:lnTo>
                    <a:pt x="1982273" y="107459"/>
                  </a:lnTo>
                  <a:lnTo>
                    <a:pt x="1982344" y="107382"/>
                  </a:lnTo>
                  <a:lnTo>
                    <a:pt x="1982488" y="107259"/>
                  </a:lnTo>
                  <a:lnTo>
                    <a:pt x="1982579" y="107213"/>
                  </a:lnTo>
                  <a:lnTo>
                    <a:pt x="1982725" y="107151"/>
                  </a:lnTo>
                  <a:lnTo>
                    <a:pt x="1982880" y="107085"/>
                  </a:lnTo>
                  <a:lnTo>
                    <a:pt x="1982984" y="107027"/>
                  </a:lnTo>
                  <a:lnTo>
                    <a:pt x="1983051" y="106977"/>
                  </a:lnTo>
                  <a:lnTo>
                    <a:pt x="1983124" y="106904"/>
                  </a:lnTo>
                  <a:lnTo>
                    <a:pt x="1983128" y="106898"/>
                  </a:lnTo>
                  <a:lnTo>
                    <a:pt x="1983138" y="106886"/>
                  </a:lnTo>
                  <a:lnTo>
                    <a:pt x="1983159" y="106860"/>
                  </a:lnTo>
                  <a:lnTo>
                    <a:pt x="1983187" y="106827"/>
                  </a:lnTo>
                  <a:lnTo>
                    <a:pt x="1983220" y="106787"/>
                  </a:lnTo>
                  <a:lnTo>
                    <a:pt x="1983223" y="106783"/>
                  </a:lnTo>
                  <a:lnTo>
                    <a:pt x="1983250" y="106750"/>
                  </a:lnTo>
                  <a:lnTo>
                    <a:pt x="1983253" y="106746"/>
                  </a:lnTo>
                  <a:lnTo>
                    <a:pt x="1983293" y="106685"/>
                  </a:lnTo>
                  <a:lnTo>
                    <a:pt x="1983294" y="106680"/>
                  </a:lnTo>
                  <a:lnTo>
                    <a:pt x="1983314" y="106612"/>
                  </a:lnTo>
                  <a:lnTo>
                    <a:pt x="1983304" y="106570"/>
                  </a:lnTo>
                  <a:lnTo>
                    <a:pt x="1983285" y="106523"/>
                  </a:lnTo>
                  <a:lnTo>
                    <a:pt x="1983267" y="106492"/>
                  </a:lnTo>
                  <a:lnTo>
                    <a:pt x="1983232" y="106459"/>
                  </a:lnTo>
                  <a:lnTo>
                    <a:pt x="1983193" y="106437"/>
                  </a:lnTo>
                  <a:lnTo>
                    <a:pt x="1983149" y="106413"/>
                  </a:lnTo>
                  <a:lnTo>
                    <a:pt x="1983077" y="106381"/>
                  </a:lnTo>
                  <a:lnTo>
                    <a:pt x="1982983" y="106347"/>
                  </a:lnTo>
                  <a:lnTo>
                    <a:pt x="1982816" y="106304"/>
                  </a:lnTo>
                  <a:lnTo>
                    <a:pt x="1982712" y="106285"/>
                  </a:lnTo>
                  <a:lnTo>
                    <a:pt x="1982524" y="106264"/>
                  </a:lnTo>
                  <a:lnTo>
                    <a:pt x="1982381" y="106227"/>
                  </a:lnTo>
                  <a:lnTo>
                    <a:pt x="1982104" y="106141"/>
                  </a:lnTo>
                  <a:lnTo>
                    <a:pt x="1981969" y="106097"/>
                  </a:lnTo>
                  <a:lnTo>
                    <a:pt x="1981881" y="106054"/>
                  </a:lnTo>
                  <a:lnTo>
                    <a:pt x="1981848" y="106026"/>
                  </a:lnTo>
                  <a:lnTo>
                    <a:pt x="1981825" y="105990"/>
                  </a:lnTo>
                  <a:lnTo>
                    <a:pt x="1981813" y="105955"/>
                  </a:lnTo>
                  <a:lnTo>
                    <a:pt x="1981800" y="105913"/>
                  </a:lnTo>
                  <a:lnTo>
                    <a:pt x="1981791" y="105853"/>
                  </a:lnTo>
                  <a:lnTo>
                    <a:pt x="1981767" y="105804"/>
                  </a:lnTo>
                  <a:lnTo>
                    <a:pt x="1981735" y="105766"/>
                  </a:lnTo>
                  <a:lnTo>
                    <a:pt x="1981719" y="105738"/>
                  </a:lnTo>
                  <a:lnTo>
                    <a:pt x="1981704" y="105662"/>
                  </a:lnTo>
                  <a:lnTo>
                    <a:pt x="1981692" y="105557"/>
                  </a:lnTo>
                  <a:lnTo>
                    <a:pt x="1981699" y="105403"/>
                  </a:lnTo>
                  <a:lnTo>
                    <a:pt x="1981714" y="105321"/>
                  </a:lnTo>
                  <a:lnTo>
                    <a:pt x="1981740" y="105287"/>
                  </a:lnTo>
                  <a:lnTo>
                    <a:pt x="1981833" y="105201"/>
                  </a:lnTo>
                  <a:lnTo>
                    <a:pt x="1981922" y="105137"/>
                  </a:lnTo>
                  <a:lnTo>
                    <a:pt x="1982026" y="105079"/>
                  </a:lnTo>
                  <a:lnTo>
                    <a:pt x="1982137" y="105024"/>
                  </a:lnTo>
                  <a:lnTo>
                    <a:pt x="1982229" y="104999"/>
                  </a:lnTo>
                  <a:lnTo>
                    <a:pt x="1982266" y="104992"/>
                  </a:lnTo>
                  <a:lnTo>
                    <a:pt x="1982326" y="104981"/>
                  </a:lnTo>
                  <a:lnTo>
                    <a:pt x="1982469" y="104976"/>
                  </a:lnTo>
                  <a:lnTo>
                    <a:pt x="1982540" y="104968"/>
                  </a:lnTo>
                  <a:lnTo>
                    <a:pt x="1982722" y="104924"/>
                  </a:lnTo>
                  <a:lnTo>
                    <a:pt x="1982771" y="104920"/>
                  </a:lnTo>
                  <a:lnTo>
                    <a:pt x="1982886" y="104932"/>
                  </a:lnTo>
                  <a:lnTo>
                    <a:pt x="1982928" y="104933"/>
                  </a:lnTo>
                  <a:lnTo>
                    <a:pt x="1983079" y="104948"/>
                  </a:lnTo>
                  <a:lnTo>
                    <a:pt x="1983113" y="104954"/>
                  </a:lnTo>
                  <a:lnTo>
                    <a:pt x="1983244" y="104993"/>
                  </a:lnTo>
                  <a:lnTo>
                    <a:pt x="1983266" y="104995"/>
                  </a:lnTo>
                  <a:lnTo>
                    <a:pt x="1983315" y="104995"/>
                  </a:lnTo>
                  <a:lnTo>
                    <a:pt x="1983645" y="104964"/>
                  </a:lnTo>
                  <a:lnTo>
                    <a:pt x="1983729" y="104939"/>
                  </a:lnTo>
                  <a:lnTo>
                    <a:pt x="1983856" y="104934"/>
                  </a:lnTo>
                  <a:lnTo>
                    <a:pt x="1983991" y="104930"/>
                  </a:lnTo>
                  <a:lnTo>
                    <a:pt x="1984085" y="104917"/>
                  </a:lnTo>
                  <a:lnTo>
                    <a:pt x="1984190" y="104891"/>
                  </a:lnTo>
                  <a:lnTo>
                    <a:pt x="1984279" y="104850"/>
                  </a:lnTo>
                  <a:lnTo>
                    <a:pt x="1984332" y="104809"/>
                  </a:lnTo>
                  <a:lnTo>
                    <a:pt x="1984351" y="104773"/>
                  </a:lnTo>
                  <a:lnTo>
                    <a:pt x="1984363" y="104741"/>
                  </a:lnTo>
                  <a:lnTo>
                    <a:pt x="1984364" y="104735"/>
                  </a:lnTo>
                  <a:lnTo>
                    <a:pt x="1984378" y="104683"/>
                  </a:lnTo>
                  <a:lnTo>
                    <a:pt x="1984393" y="104591"/>
                  </a:lnTo>
                  <a:lnTo>
                    <a:pt x="1984397" y="104581"/>
                  </a:lnTo>
                  <a:lnTo>
                    <a:pt x="1984399" y="104572"/>
                  </a:lnTo>
                  <a:lnTo>
                    <a:pt x="1984410" y="104561"/>
                  </a:lnTo>
                  <a:lnTo>
                    <a:pt x="1984418" y="104554"/>
                  </a:lnTo>
                  <a:lnTo>
                    <a:pt x="1984450" y="104511"/>
                  </a:lnTo>
                  <a:lnTo>
                    <a:pt x="1984459" y="104475"/>
                  </a:lnTo>
                  <a:lnTo>
                    <a:pt x="1984476" y="104399"/>
                  </a:lnTo>
                  <a:lnTo>
                    <a:pt x="1984500" y="104316"/>
                  </a:lnTo>
                  <a:lnTo>
                    <a:pt x="1984529" y="104231"/>
                  </a:lnTo>
                  <a:lnTo>
                    <a:pt x="1984528" y="104222"/>
                  </a:lnTo>
                  <a:lnTo>
                    <a:pt x="1984517" y="104156"/>
                  </a:lnTo>
                  <a:lnTo>
                    <a:pt x="1984489" y="104042"/>
                  </a:lnTo>
                  <a:lnTo>
                    <a:pt x="1984461" y="103929"/>
                  </a:lnTo>
                  <a:lnTo>
                    <a:pt x="1984414" y="103804"/>
                  </a:lnTo>
                  <a:lnTo>
                    <a:pt x="1984383" y="103744"/>
                  </a:lnTo>
                  <a:lnTo>
                    <a:pt x="1984363" y="103707"/>
                  </a:lnTo>
                  <a:lnTo>
                    <a:pt x="1984369" y="103672"/>
                  </a:lnTo>
                  <a:lnTo>
                    <a:pt x="1984394" y="103633"/>
                  </a:lnTo>
                  <a:lnTo>
                    <a:pt x="1984428" y="103599"/>
                  </a:lnTo>
                  <a:lnTo>
                    <a:pt x="1984477" y="103555"/>
                  </a:lnTo>
                  <a:lnTo>
                    <a:pt x="1984501" y="103521"/>
                  </a:lnTo>
                  <a:lnTo>
                    <a:pt x="1984518" y="103474"/>
                  </a:lnTo>
                  <a:lnTo>
                    <a:pt x="1984521" y="103429"/>
                  </a:lnTo>
                  <a:lnTo>
                    <a:pt x="1984518" y="103348"/>
                  </a:lnTo>
                  <a:lnTo>
                    <a:pt x="1984507" y="103298"/>
                  </a:lnTo>
                  <a:lnTo>
                    <a:pt x="1984483" y="103248"/>
                  </a:lnTo>
                  <a:lnTo>
                    <a:pt x="1984478" y="103203"/>
                  </a:lnTo>
                  <a:lnTo>
                    <a:pt x="1984483" y="103152"/>
                  </a:lnTo>
                  <a:lnTo>
                    <a:pt x="1984514" y="103047"/>
                  </a:lnTo>
                  <a:lnTo>
                    <a:pt x="1984583" y="102913"/>
                  </a:lnTo>
                  <a:lnTo>
                    <a:pt x="1984662" y="102809"/>
                  </a:lnTo>
                  <a:lnTo>
                    <a:pt x="1984741" y="102734"/>
                  </a:lnTo>
                  <a:lnTo>
                    <a:pt x="1984811" y="102666"/>
                  </a:lnTo>
                  <a:lnTo>
                    <a:pt x="1984867" y="102628"/>
                  </a:lnTo>
                  <a:lnTo>
                    <a:pt x="1984930" y="102602"/>
                  </a:lnTo>
                  <a:lnTo>
                    <a:pt x="1984995" y="102578"/>
                  </a:lnTo>
                  <a:lnTo>
                    <a:pt x="1985103" y="102546"/>
                  </a:lnTo>
                  <a:lnTo>
                    <a:pt x="1985192" y="102527"/>
                  </a:lnTo>
                  <a:lnTo>
                    <a:pt x="1985316" y="102515"/>
                  </a:lnTo>
                  <a:lnTo>
                    <a:pt x="1985493" y="102473"/>
                  </a:lnTo>
                  <a:lnTo>
                    <a:pt x="1985546" y="102445"/>
                  </a:lnTo>
                  <a:lnTo>
                    <a:pt x="1985608" y="102402"/>
                  </a:lnTo>
                  <a:lnTo>
                    <a:pt x="1985639" y="102359"/>
                  </a:lnTo>
                  <a:lnTo>
                    <a:pt x="1985659" y="102313"/>
                  </a:lnTo>
                  <a:lnTo>
                    <a:pt x="1985675" y="102263"/>
                  </a:lnTo>
                  <a:lnTo>
                    <a:pt x="1985690" y="102212"/>
                  </a:lnTo>
                  <a:lnTo>
                    <a:pt x="1985698" y="102157"/>
                  </a:lnTo>
                  <a:lnTo>
                    <a:pt x="1985697" y="102082"/>
                  </a:lnTo>
                  <a:lnTo>
                    <a:pt x="1985677" y="102012"/>
                  </a:lnTo>
                  <a:lnTo>
                    <a:pt x="1985664" y="101967"/>
                  </a:lnTo>
                  <a:lnTo>
                    <a:pt x="1985626" y="101869"/>
                  </a:lnTo>
                  <a:lnTo>
                    <a:pt x="1985609" y="101836"/>
                  </a:lnTo>
                  <a:lnTo>
                    <a:pt x="1985562" y="101745"/>
                  </a:lnTo>
                  <a:lnTo>
                    <a:pt x="1985519" y="101683"/>
                  </a:lnTo>
                  <a:lnTo>
                    <a:pt x="1985482" y="101629"/>
                  </a:lnTo>
                  <a:lnTo>
                    <a:pt x="1985458" y="101587"/>
                  </a:lnTo>
                  <a:lnTo>
                    <a:pt x="1985438" y="101537"/>
                  </a:lnTo>
                  <a:lnTo>
                    <a:pt x="1985421" y="101497"/>
                  </a:lnTo>
                  <a:lnTo>
                    <a:pt x="1985399" y="101459"/>
                  </a:lnTo>
                  <a:lnTo>
                    <a:pt x="1985367" y="101413"/>
                  </a:lnTo>
                  <a:lnTo>
                    <a:pt x="1985327" y="101375"/>
                  </a:lnTo>
                  <a:lnTo>
                    <a:pt x="1985302" y="101336"/>
                  </a:lnTo>
                  <a:lnTo>
                    <a:pt x="1985292" y="101298"/>
                  </a:lnTo>
                  <a:lnTo>
                    <a:pt x="1985271" y="101241"/>
                  </a:lnTo>
                  <a:lnTo>
                    <a:pt x="1985244" y="101204"/>
                  </a:lnTo>
                  <a:lnTo>
                    <a:pt x="1985218" y="101177"/>
                  </a:lnTo>
                  <a:lnTo>
                    <a:pt x="1985198" y="101148"/>
                  </a:lnTo>
                  <a:lnTo>
                    <a:pt x="1985185" y="101130"/>
                  </a:lnTo>
                  <a:lnTo>
                    <a:pt x="1985170" y="101109"/>
                  </a:lnTo>
                  <a:lnTo>
                    <a:pt x="1985117" y="101060"/>
                  </a:lnTo>
                  <a:lnTo>
                    <a:pt x="1985038" y="101018"/>
                  </a:lnTo>
                  <a:lnTo>
                    <a:pt x="1984978" y="100954"/>
                  </a:lnTo>
                  <a:lnTo>
                    <a:pt x="1984945" y="100921"/>
                  </a:lnTo>
                  <a:lnTo>
                    <a:pt x="1984907" y="100896"/>
                  </a:lnTo>
                  <a:lnTo>
                    <a:pt x="1984869" y="100877"/>
                  </a:lnTo>
                  <a:lnTo>
                    <a:pt x="1984831" y="100857"/>
                  </a:lnTo>
                  <a:lnTo>
                    <a:pt x="1984815" y="100824"/>
                  </a:lnTo>
                  <a:lnTo>
                    <a:pt x="1984814" y="100796"/>
                  </a:lnTo>
                  <a:lnTo>
                    <a:pt x="1984813" y="100780"/>
                  </a:lnTo>
                  <a:lnTo>
                    <a:pt x="1984817" y="100751"/>
                  </a:lnTo>
                  <a:lnTo>
                    <a:pt x="1984825" y="100697"/>
                  </a:lnTo>
                  <a:lnTo>
                    <a:pt x="1984825" y="100683"/>
                  </a:lnTo>
                  <a:lnTo>
                    <a:pt x="1984826" y="100644"/>
                  </a:lnTo>
                  <a:lnTo>
                    <a:pt x="1984825" y="100562"/>
                  </a:lnTo>
                  <a:lnTo>
                    <a:pt x="1984837" y="100534"/>
                  </a:lnTo>
                  <a:lnTo>
                    <a:pt x="1984845" y="100514"/>
                  </a:lnTo>
                  <a:lnTo>
                    <a:pt x="1984902" y="100430"/>
                  </a:lnTo>
                  <a:lnTo>
                    <a:pt x="1984931" y="100388"/>
                  </a:lnTo>
                  <a:lnTo>
                    <a:pt x="1984995" y="100314"/>
                  </a:lnTo>
                  <a:lnTo>
                    <a:pt x="1985053" y="100278"/>
                  </a:lnTo>
                  <a:lnTo>
                    <a:pt x="1985174" y="100219"/>
                  </a:lnTo>
                  <a:lnTo>
                    <a:pt x="1985212" y="100179"/>
                  </a:lnTo>
                  <a:lnTo>
                    <a:pt x="1985223" y="100148"/>
                  </a:lnTo>
                  <a:lnTo>
                    <a:pt x="1985220" y="100120"/>
                  </a:lnTo>
                  <a:lnTo>
                    <a:pt x="1985199" y="100091"/>
                  </a:lnTo>
                  <a:lnTo>
                    <a:pt x="1985168" y="100073"/>
                  </a:lnTo>
                  <a:lnTo>
                    <a:pt x="1985096" y="100036"/>
                  </a:lnTo>
                  <a:lnTo>
                    <a:pt x="1985063" y="100014"/>
                  </a:lnTo>
                  <a:lnTo>
                    <a:pt x="1985040" y="99997"/>
                  </a:lnTo>
                  <a:lnTo>
                    <a:pt x="1985016" y="99972"/>
                  </a:lnTo>
                  <a:lnTo>
                    <a:pt x="1984982" y="99928"/>
                  </a:lnTo>
                  <a:lnTo>
                    <a:pt x="1984974" y="99917"/>
                  </a:lnTo>
                  <a:lnTo>
                    <a:pt x="1984971" y="99907"/>
                  </a:lnTo>
                  <a:lnTo>
                    <a:pt x="1984961" y="99887"/>
                  </a:lnTo>
                  <a:lnTo>
                    <a:pt x="1984957" y="99878"/>
                  </a:lnTo>
                  <a:lnTo>
                    <a:pt x="1984951" y="99862"/>
                  </a:lnTo>
                  <a:lnTo>
                    <a:pt x="1984949" y="99852"/>
                  </a:lnTo>
                  <a:lnTo>
                    <a:pt x="1984945" y="99839"/>
                  </a:lnTo>
                  <a:lnTo>
                    <a:pt x="1984943" y="99829"/>
                  </a:lnTo>
                  <a:lnTo>
                    <a:pt x="1984939" y="99811"/>
                  </a:lnTo>
                  <a:lnTo>
                    <a:pt x="1984938" y="99789"/>
                  </a:lnTo>
                  <a:lnTo>
                    <a:pt x="1984939" y="99764"/>
                  </a:lnTo>
                  <a:lnTo>
                    <a:pt x="1984940" y="99745"/>
                  </a:lnTo>
                  <a:lnTo>
                    <a:pt x="1984961" y="99701"/>
                  </a:lnTo>
                  <a:lnTo>
                    <a:pt x="1985018" y="99656"/>
                  </a:lnTo>
                  <a:lnTo>
                    <a:pt x="1985103" y="99622"/>
                  </a:lnTo>
                  <a:lnTo>
                    <a:pt x="1985145" y="99612"/>
                  </a:lnTo>
                  <a:lnTo>
                    <a:pt x="1985205" y="99598"/>
                  </a:lnTo>
                  <a:lnTo>
                    <a:pt x="1985310" y="99579"/>
                  </a:lnTo>
                  <a:lnTo>
                    <a:pt x="1985372" y="99561"/>
                  </a:lnTo>
                  <a:lnTo>
                    <a:pt x="1985405" y="99545"/>
                  </a:lnTo>
                  <a:lnTo>
                    <a:pt x="1985462" y="99510"/>
                  </a:lnTo>
                  <a:lnTo>
                    <a:pt x="1985557" y="99434"/>
                  </a:lnTo>
                  <a:lnTo>
                    <a:pt x="1985624" y="99384"/>
                  </a:lnTo>
                  <a:lnTo>
                    <a:pt x="1985677" y="99359"/>
                  </a:lnTo>
                  <a:lnTo>
                    <a:pt x="1985699" y="99349"/>
                  </a:lnTo>
                  <a:lnTo>
                    <a:pt x="1985725" y="99339"/>
                  </a:lnTo>
                  <a:lnTo>
                    <a:pt x="1985762" y="99324"/>
                  </a:lnTo>
                  <a:lnTo>
                    <a:pt x="1985808" y="99311"/>
                  </a:lnTo>
                  <a:lnTo>
                    <a:pt x="1985838" y="99299"/>
                  </a:lnTo>
                  <a:lnTo>
                    <a:pt x="1985865" y="99278"/>
                  </a:lnTo>
                  <a:lnTo>
                    <a:pt x="1985880" y="99266"/>
                  </a:lnTo>
                  <a:lnTo>
                    <a:pt x="1985896" y="99253"/>
                  </a:lnTo>
                  <a:lnTo>
                    <a:pt x="1985905" y="99247"/>
                  </a:lnTo>
                  <a:lnTo>
                    <a:pt x="1985910" y="99243"/>
                  </a:lnTo>
                  <a:lnTo>
                    <a:pt x="1985917" y="99235"/>
                  </a:lnTo>
                  <a:lnTo>
                    <a:pt x="1985958" y="99206"/>
                  </a:lnTo>
                  <a:lnTo>
                    <a:pt x="1985976" y="99192"/>
                  </a:lnTo>
                  <a:lnTo>
                    <a:pt x="1985984" y="99188"/>
                  </a:lnTo>
                  <a:lnTo>
                    <a:pt x="1986019" y="99165"/>
                  </a:lnTo>
                  <a:lnTo>
                    <a:pt x="1986076" y="99125"/>
                  </a:lnTo>
                  <a:lnTo>
                    <a:pt x="1986107" y="99104"/>
                  </a:lnTo>
                  <a:lnTo>
                    <a:pt x="1986138" y="99083"/>
                  </a:lnTo>
                  <a:lnTo>
                    <a:pt x="1986180" y="99048"/>
                  </a:lnTo>
                  <a:lnTo>
                    <a:pt x="1986211" y="99026"/>
                  </a:lnTo>
                  <a:lnTo>
                    <a:pt x="1986251" y="98994"/>
                  </a:lnTo>
                  <a:lnTo>
                    <a:pt x="1986278" y="98975"/>
                  </a:lnTo>
                  <a:lnTo>
                    <a:pt x="1986335" y="98912"/>
                  </a:lnTo>
                  <a:lnTo>
                    <a:pt x="1986368" y="98857"/>
                  </a:lnTo>
                  <a:lnTo>
                    <a:pt x="1986399" y="98828"/>
                  </a:lnTo>
                  <a:lnTo>
                    <a:pt x="1986494" y="98756"/>
                  </a:lnTo>
                  <a:lnTo>
                    <a:pt x="1986548" y="98722"/>
                  </a:lnTo>
                  <a:lnTo>
                    <a:pt x="1986609" y="98676"/>
                  </a:lnTo>
                  <a:lnTo>
                    <a:pt x="1986644" y="98641"/>
                  </a:lnTo>
                  <a:lnTo>
                    <a:pt x="1986739" y="98545"/>
                  </a:lnTo>
                  <a:lnTo>
                    <a:pt x="1986766" y="98513"/>
                  </a:lnTo>
                  <a:lnTo>
                    <a:pt x="1986800" y="98477"/>
                  </a:lnTo>
                  <a:lnTo>
                    <a:pt x="1986829" y="98419"/>
                  </a:lnTo>
                  <a:lnTo>
                    <a:pt x="1986852" y="98347"/>
                  </a:lnTo>
                  <a:lnTo>
                    <a:pt x="1986852" y="98278"/>
                  </a:lnTo>
                  <a:lnTo>
                    <a:pt x="1986852" y="98184"/>
                  </a:lnTo>
                  <a:lnTo>
                    <a:pt x="1986872" y="98091"/>
                  </a:lnTo>
                  <a:lnTo>
                    <a:pt x="1986875" y="98026"/>
                  </a:lnTo>
                  <a:lnTo>
                    <a:pt x="1986915" y="97920"/>
                  </a:lnTo>
                  <a:lnTo>
                    <a:pt x="1986921" y="97871"/>
                  </a:lnTo>
                  <a:lnTo>
                    <a:pt x="1986923" y="97843"/>
                  </a:lnTo>
                  <a:lnTo>
                    <a:pt x="1986953" y="97798"/>
                  </a:lnTo>
                  <a:lnTo>
                    <a:pt x="1986994" y="97765"/>
                  </a:lnTo>
                  <a:lnTo>
                    <a:pt x="1987059" y="97728"/>
                  </a:lnTo>
                  <a:lnTo>
                    <a:pt x="1987153" y="97702"/>
                  </a:lnTo>
                  <a:lnTo>
                    <a:pt x="1987228" y="97699"/>
                  </a:lnTo>
                  <a:lnTo>
                    <a:pt x="1987335" y="97702"/>
                  </a:lnTo>
                  <a:lnTo>
                    <a:pt x="1987374" y="97700"/>
                  </a:lnTo>
                  <a:lnTo>
                    <a:pt x="1987416" y="97698"/>
                  </a:lnTo>
                  <a:lnTo>
                    <a:pt x="1987472" y="97684"/>
                  </a:lnTo>
                  <a:lnTo>
                    <a:pt x="1987534" y="97651"/>
                  </a:lnTo>
                  <a:lnTo>
                    <a:pt x="1987580" y="97627"/>
                  </a:lnTo>
                  <a:lnTo>
                    <a:pt x="1987603" y="97601"/>
                  </a:lnTo>
                  <a:lnTo>
                    <a:pt x="1987621" y="97549"/>
                  </a:lnTo>
                  <a:lnTo>
                    <a:pt x="1987618" y="97518"/>
                  </a:lnTo>
                  <a:lnTo>
                    <a:pt x="1987630" y="97499"/>
                  </a:lnTo>
                  <a:lnTo>
                    <a:pt x="1987650" y="97478"/>
                  </a:lnTo>
                  <a:lnTo>
                    <a:pt x="1987669" y="97468"/>
                  </a:lnTo>
                  <a:lnTo>
                    <a:pt x="1987707" y="97463"/>
                  </a:lnTo>
                  <a:lnTo>
                    <a:pt x="1987744" y="97452"/>
                  </a:lnTo>
                  <a:lnTo>
                    <a:pt x="1987764" y="97436"/>
                  </a:lnTo>
                  <a:lnTo>
                    <a:pt x="1987784" y="97404"/>
                  </a:lnTo>
                  <a:lnTo>
                    <a:pt x="1987783" y="97356"/>
                  </a:lnTo>
                  <a:lnTo>
                    <a:pt x="1987752" y="97231"/>
                  </a:lnTo>
                  <a:lnTo>
                    <a:pt x="1987749" y="97202"/>
                  </a:lnTo>
                  <a:lnTo>
                    <a:pt x="1987765" y="97162"/>
                  </a:lnTo>
                  <a:lnTo>
                    <a:pt x="1987782" y="97091"/>
                  </a:lnTo>
                  <a:lnTo>
                    <a:pt x="1987783" y="97045"/>
                  </a:lnTo>
                  <a:lnTo>
                    <a:pt x="1987766" y="97013"/>
                  </a:lnTo>
                  <a:lnTo>
                    <a:pt x="1987748" y="96971"/>
                  </a:lnTo>
                  <a:lnTo>
                    <a:pt x="1987748" y="96939"/>
                  </a:lnTo>
                  <a:lnTo>
                    <a:pt x="1987746" y="96903"/>
                  </a:lnTo>
                  <a:lnTo>
                    <a:pt x="1987729" y="96879"/>
                  </a:lnTo>
                  <a:lnTo>
                    <a:pt x="1987698" y="96835"/>
                  </a:lnTo>
                  <a:lnTo>
                    <a:pt x="1987679" y="96802"/>
                  </a:lnTo>
                  <a:lnTo>
                    <a:pt x="1987672" y="96772"/>
                  </a:lnTo>
                  <a:lnTo>
                    <a:pt x="1987688" y="96705"/>
                  </a:lnTo>
                  <a:lnTo>
                    <a:pt x="1987689" y="96639"/>
                  </a:lnTo>
                  <a:lnTo>
                    <a:pt x="1987688" y="96621"/>
                  </a:lnTo>
                  <a:lnTo>
                    <a:pt x="1987684" y="96583"/>
                  </a:lnTo>
                  <a:lnTo>
                    <a:pt x="1987674" y="96552"/>
                  </a:lnTo>
                  <a:lnTo>
                    <a:pt x="1987665" y="96524"/>
                  </a:lnTo>
                  <a:lnTo>
                    <a:pt x="1987648" y="96485"/>
                  </a:lnTo>
                  <a:lnTo>
                    <a:pt x="1987626" y="96447"/>
                  </a:lnTo>
                  <a:lnTo>
                    <a:pt x="1987602" y="96413"/>
                  </a:lnTo>
                  <a:lnTo>
                    <a:pt x="1987581" y="96380"/>
                  </a:lnTo>
                  <a:lnTo>
                    <a:pt x="1987526" y="96328"/>
                  </a:lnTo>
                  <a:lnTo>
                    <a:pt x="1987479" y="96284"/>
                  </a:lnTo>
                  <a:lnTo>
                    <a:pt x="1987409" y="96220"/>
                  </a:lnTo>
                  <a:lnTo>
                    <a:pt x="1987356" y="96177"/>
                  </a:lnTo>
                  <a:lnTo>
                    <a:pt x="1987325" y="96152"/>
                  </a:lnTo>
                  <a:lnTo>
                    <a:pt x="1987239" y="96067"/>
                  </a:lnTo>
                  <a:lnTo>
                    <a:pt x="1987205" y="96023"/>
                  </a:lnTo>
                  <a:lnTo>
                    <a:pt x="1987162" y="96002"/>
                  </a:lnTo>
                  <a:lnTo>
                    <a:pt x="1987117" y="95988"/>
                  </a:lnTo>
                  <a:lnTo>
                    <a:pt x="1987095" y="95968"/>
                  </a:lnTo>
                  <a:lnTo>
                    <a:pt x="1987070" y="95904"/>
                  </a:lnTo>
                  <a:lnTo>
                    <a:pt x="1987053" y="95840"/>
                  </a:lnTo>
                  <a:lnTo>
                    <a:pt x="1987064" y="95811"/>
                  </a:lnTo>
                  <a:lnTo>
                    <a:pt x="1987096" y="95774"/>
                  </a:lnTo>
                  <a:lnTo>
                    <a:pt x="1987152" y="95720"/>
                  </a:lnTo>
                  <a:lnTo>
                    <a:pt x="1987185" y="95675"/>
                  </a:lnTo>
                  <a:lnTo>
                    <a:pt x="1987246" y="95579"/>
                  </a:lnTo>
                  <a:lnTo>
                    <a:pt x="1987267" y="95549"/>
                  </a:lnTo>
                  <a:lnTo>
                    <a:pt x="1987311" y="95495"/>
                  </a:lnTo>
                  <a:lnTo>
                    <a:pt x="1987326" y="95463"/>
                  </a:lnTo>
                  <a:lnTo>
                    <a:pt x="1987333" y="95407"/>
                  </a:lnTo>
                  <a:lnTo>
                    <a:pt x="1987354" y="95334"/>
                  </a:lnTo>
                  <a:lnTo>
                    <a:pt x="1987367" y="95295"/>
                  </a:lnTo>
                  <a:lnTo>
                    <a:pt x="1987385" y="95270"/>
                  </a:lnTo>
                  <a:lnTo>
                    <a:pt x="1987427" y="95218"/>
                  </a:lnTo>
                  <a:lnTo>
                    <a:pt x="1987438" y="95197"/>
                  </a:lnTo>
                  <a:lnTo>
                    <a:pt x="1987450" y="95176"/>
                  </a:lnTo>
                  <a:lnTo>
                    <a:pt x="1987457" y="95162"/>
                  </a:lnTo>
                  <a:lnTo>
                    <a:pt x="1987465" y="95127"/>
                  </a:lnTo>
                  <a:lnTo>
                    <a:pt x="1987470" y="95094"/>
                  </a:lnTo>
                  <a:lnTo>
                    <a:pt x="1987471" y="95073"/>
                  </a:lnTo>
                  <a:lnTo>
                    <a:pt x="1987476" y="95049"/>
                  </a:lnTo>
                  <a:lnTo>
                    <a:pt x="1987482" y="95035"/>
                  </a:lnTo>
                  <a:lnTo>
                    <a:pt x="1987495" y="95012"/>
                  </a:lnTo>
                  <a:lnTo>
                    <a:pt x="1987528" y="94987"/>
                  </a:lnTo>
                  <a:lnTo>
                    <a:pt x="1987588" y="94951"/>
                  </a:lnTo>
                  <a:lnTo>
                    <a:pt x="1987607" y="94936"/>
                  </a:lnTo>
                  <a:lnTo>
                    <a:pt x="1987639" y="94895"/>
                  </a:lnTo>
                  <a:lnTo>
                    <a:pt x="1987680" y="94841"/>
                  </a:lnTo>
                  <a:lnTo>
                    <a:pt x="1987724" y="94791"/>
                  </a:lnTo>
                  <a:lnTo>
                    <a:pt x="1987755" y="94748"/>
                  </a:lnTo>
                  <a:lnTo>
                    <a:pt x="1987780" y="94685"/>
                  </a:lnTo>
                  <a:lnTo>
                    <a:pt x="1987783" y="94619"/>
                  </a:lnTo>
                  <a:lnTo>
                    <a:pt x="1987772" y="94555"/>
                  </a:lnTo>
                  <a:lnTo>
                    <a:pt x="1987761" y="94509"/>
                  </a:lnTo>
                  <a:lnTo>
                    <a:pt x="1987750" y="94475"/>
                  </a:lnTo>
                  <a:lnTo>
                    <a:pt x="1987728" y="94438"/>
                  </a:lnTo>
                  <a:lnTo>
                    <a:pt x="1987704" y="94393"/>
                  </a:lnTo>
                  <a:lnTo>
                    <a:pt x="1987695" y="94365"/>
                  </a:lnTo>
                  <a:lnTo>
                    <a:pt x="1987688" y="94339"/>
                  </a:lnTo>
                  <a:lnTo>
                    <a:pt x="1987689" y="94317"/>
                  </a:lnTo>
                  <a:lnTo>
                    <a:pt x="1987691" y="94310"/>
                  </a:lnTo>
                  <a:lnTo>
                    <a:pt x="1987698" y="94299"/>
                  </a:lnTo>
                  <a:lnTo>
                    <a:pt x="1987710" y="94286"/>
                  </a:lnTo>
                  <a:lnTo>
                    <a:pt x="1987734" y="94275"/>
                  </a:lnTo>
                  <a:lnTo>
                    <a:pt x="1987756" y="94266"/>
                  </a:lnTo>
                  <a:lnTo>
                    <a:pt x="1987808" y="94248"/>
                  </a:lnTo>
                  <a:lnTo>
                    <a:pt x="1987852" y="94227"/>
                  </a:lnTo>
                  <a:lnTo>
                    <a:pt x="1987883" y="94208"/>
                  </a:lnTo>
                  <a:lnTo>
                    <a:pt x="1987907" y="94194"/>
                  </a:lnTo>
                  <a:lnTo>
                    <a:pt x="1987923" y="94179"/>
                  </a:lnTo>
                  <a:lnTo>
                    <a:pt x="1987937" y="94167"/>
                  </a:lnTo>
                  <a:lnTo>
                    <a:pt x="1987961" y="94152"/>
                  </a:lnTo>
                  <a:lnTo>
                    <a:pt x="1987990" y="94134"/>
                  </a:lnTo>
                  <a:lnTo>
                    <a:pt x="1988019" y="94122"/>
                  </a:lnTo>
                  <a:lnTo>
                    <a:pt x="1988038" y="94115"/>
                  </a:lnTo>
                  <a:lnTo>
                    <a:pt x="1988065" y="94104"/>
                  </a:lnTo>
                  <a:lnTo>
                    <a:pt x="1988089" y="94091"/>
                  </a:lnTo>
                  <a:lnTo>
                    <a:pt x="1988108" y="94081"/>
                  </a:lnTo>
                  <a:lnTo>
                    <a:pt x="1988117" y="94073"/>
                  </a:lnTo>
                  <a:lnTo>
                    <a:pt x="1988128" y="94053"/>
                  </a:lnTo>
                  <a:lnTo>
                    <a:pt x="1988130" y="94037"/>
                  </a:lnTo>
                  <a:lnTo>
                    <a:pt x="1988129" y="94023"/>
                  </a:lnTo>
                  <a:lnTo>
                    <a:pt x="1988128" y="94011"/>
                  </a:lnTo>
                  <a:lnTo>
                    <a:pt x="1988120" y="93990"/>
                  </a:lnTo>
                  <a:lnTo>
                    <a:pt x="1988111" y="93972"/>
                  </a:lnTo>
                  <a:lnTo>
                    <a:pt x="1988098" y="93951"/>
                  </a:lnTo>
                  <a:lnTo>
                    <a:pt x="1988066" y="93912"/>
                  </a:lnTo>
                  <a:lnTo>
                    <a:pt x="1988039" y="93876"/>
                  </a:lnTo>
                  <a:lnTo>
                    <a:pt x="1988020" y="93840"/>
                  </a:lnTo>
                  <a:lnTo>
                    <a:pt x="1988009" y="93819"/>
                  </a:lnTo>
                  <a:lnTo>
                    <a:pt x="1988000" y="93802"/>
                  </a:lnTo>
                  <a:lnTo>
                    <a:pt x="1987988" y="93757"/>
                  </a:lnTo>
                  <a:lnTo>
                    <a:pt x="1987986" y="93700"/>
                  </a:lnTo>
                  <a:lnTo>
                    <a:pt x="1987999" y="93641"/>
                  </a:lnTo>
                  <a:lnTo>
                    <a:pt x="1988024" y="93586"/>
                  </a:lnTo>
                  <a:lnTo>
                    <a:pt x="1988057" y="93538"/>
                  </a:lnTo>
                  <a:lnTo>
                    <a:pt x="1988113" y="93479"/>
                  </a:lnTo>
                  <a:lnTo>
                    <a:pt x="1988134" y="93452"/>
                  </a:lnTo>
                  <a:lnTo>
                    <a:pt x="1988190" y="93401"/>
                  </a:lnTo>
                  <a:lnTo>
                    <a:pt x="1988232" y="93361"/>
                  </a:lnTo>
                  <a:lnTo>
                    <a:pt x="1988302" y="93298"/>
                  </a:lnTo>
                  <a:lnTo>
                    <a:pt x="1988347" y="93257"/>
                  </a:lnTo>
                  <a:lnTo>
                    <a:pt x="1988392" y="93223"/>
                  </a:lnTo>
                  <a:lnTo>
                    <a:pt x="1988417" y="93205"/>
                  </a:lnTo>
                  <a:lnTo>
                    <a:pt x="1988432" y="93195"/>
                  </a:lnTo>
                  <a:lnTo>
                    <a:pt x="1988517" y="93143"/>
                  </a:lnTo>
                  <a:lnTo>
                    <a:pt x="1988563" y="93120"/>
                  </a:lnTo>
                  <a:lnTo>
                    <a:pt x="1988615" y="93104"/>
                  </a:lnTo>
                  <a:lnTo>
                    <a:pt x="1988670" y="93091"/>
                  </a:lnTo>
                  <a:lnTo>
                    <a:pt x="1988731" y="93071"/>
                  </a:lnTo>
                  <a:lnTo>
                    <a:pt x="1988783" y="93049"/>
                  </a:lnTo>
                  <a:lnTo>
                    <a:pt x="1988820" y="93030"/>
                  </a:lnTo>
                  <a:lnTo>
                    <a:pt x="1988857" y="93006"/>
                  </a:lnTo>
                  <a:lnTo>
                    <a:pt x="1988879" y="92990"/>
                  </a:lnTo>
                  <a:lnTo>
                    <a:pt x="1988926" y="92971"/>
                  </a:lnTo>
                  <a:lnTo>
                    <a:pt x="1988998" y="92954"/>
                  </a:lnTo>
                  <a:lnTo>
                    <a:pt x="1989130" y="92937"/>
                  </a:lnTo>
                  <a:lnTo>
                    <a:pt x="1989305" y="92918"/>
                  </a:lnTo>
                  <a:lnTo>
                    <a:pt x="1989459" y="92901"/>
                  </a:lnTo>
                  <a:lnTo>
                    <a:pt x="1989560" y="92885"/>
                  </a:lnTo>
                  <a:lnTo>
                    <a:pt x="1989665" y="92855"/>
                  </a:lnTo>
                  <a:lnTo>
                    <a:pt x="1989796" y="92800"/>
                  </a:lnTo>
                  <a:lnTo>
                    <a:pt x="1989834" y="92778"/>
                  </a:lnTo>
                  <a:lnTo>
                    <a:pt x="1989854" y="92759"/>
                  </a:lnTo>
                  <a:lnTo>
                    <a:pt x="1989887" y="92731"/>
                  </a:lnTo>
                  <a:lnTo>
                    <a:pt x="1989903" y="92711"/>
                  </a:lnTo>
                  <a:lnTo>
                    <a:pt x="1989916" y="92686"/>
                  </a:lnTo>
                  <a:lnTo>
                    <a:pt x="1989932" y="92662"/>
                  </a:lnTo>
                  <a:lnTo>
                    <a:pt x="1989958" y="92593"/>
                  </a:lnTo>
                  <a:lnTo>
                    <a:pt x="1989968" y="92552"/>
                  </a:lnTo>
                  <a:lnTo>
                    <a:pt x="1989979" y="92486"/>
                  </a:lnTo>
                  <a:lnTo>
                    <a:pt x="1989978" y="92418"/>
                  </a:lnTo>
                  <a:lnTo>
                    <a:pt x="1989970" y="92368"/>
                  </a:lnTo>
                  <a:lnTo>
                    <a:pt x="1989963" y="92338"/>
                  </a:lnTo>
                  <a:lnTo>
                    <a:pt x="1989955" y="92317"/>
                  </a:lnTo>
                  <a:lnTo>
                    <a:pt x="1989941" y="92299"/>
                  </a:lnTo>
                  <a:lnTo>
                    <a:pt x="1989928" y="92282"/>
                  </a:lnTo>
                  <a:lnTo>
                    <a:pt x="1989897" y="92251"/>
                  </a:lnTo>
                  <a:lnTo>
                    <a:pt x="1989827" y="92197"/>
                  </a:lnTo>
                  <a:lnTo>
                    <a:pt x="1989757" y="92136"/>
                  </a:lnTo>
                  <a:lnTo>
                    <a:pt x="1989699" y="92081"/>
                  </a:lnTo>
                  <a:lnTo>
                    <a:pt x="1989662" y="92040"/>
                  </a:lnTo>
                  <a:lnTo>
                    <a:pt x="1989628" y="92001"/>
                  </a:lnTo>
                  <a:lnTo>
                    <a:pt x="1989599" y="91963"/>
                  </a:lnTo>
                  <a:lnTo>
                    <a:pt x="1989564" y="91913"/>
                  </a:lnTo>
                  <a:lnTo>
                    <a:pt x="1989528" y="91850"/>
                  </a:lnTo>
                  <a:lnTo>
                    <a:pt x="1989519" y="91835"/>
                  </a:lnTo>
                  <a:lnTo>
                    <a:pt x="1989508" y="91821"/>
                  </a:lnTo>
                  <a:lnTo>
                    <a:pt x="1989505" y="91809"/>
                  </a:lnTo>
                  <a:lnTo>
                    <a:pt x="1989494" y="91792"/>
                  </a:lnTo>
                  <a:lnTo>
                    <a:pt x="1989484" y="91773"/>
                  </a:lnTo>
                  <a:lnTo>
                    <a:pt x="1989462" y="91734"/>
                  </a:lnTo>
                  <a:lnTo>
                    <a:pt x="1989423" y="91658"/>
                  </a:lnTo>
                  <a:lnTo>
                    <a:pt x="1989393" y="91615"/>
                  </a:lnTo>
                  <a:lnTo>
                    <a:pt x="1989350" y="91550"/>
                  </a:lnTo>
                  <a:lnTo>
                    <a:pt x="1989325" y="91508"/>
                  </a:lnTo>
                  <a:lnTo>
                    <a:pt x="1989300" y="91463"/>
                  </a:lnTo>
                  <a:lnTo>
                    <a:pt x="1989286" y="91422"/>
                  </a:lnTo>
                  <a:lnTo>
                    <a:pt x="1989277" y="91401"/>
                  </a:lnTo>
                  <a:lnTo>
                    <a:pt x="1989273" y="91379"/>
                  </a:lnTo>
                  <a:lnTo>
                    <a:pt x="1989275" y="91358"/>
                  </a:lnTo>
                  <a:lnTo>
                    <a:pt x="1989279" y="91342"/>
                  </a:lnTo>
                  <a:lnTo>
                    <a:pt x="1989292" y="91323"/>
                  </a:lnTo>
                  <a:lnTo>
                    <a:pt x="1989311" y="91301"/>
                  </a:lnTo>
                  <a:lnTo>
                    <a:pt x="1989337" y="91279"/>
                  </a:lnTo>
                  <a:lnTo>
                    <a:pt x="1989358" y="91261"/>
                  </a:lnTo>
                  <a:lnTo>
                    <a:pt x="1989370" y="91252"/>
                  </a:lnTo>
                  <a:lnTo>
                    <a:pt x="1989384" y="91243"/>
                  </a:lnTo>
                  <a:lnTo>
                    <a:pt x="1989399" y="91233"/>
                  </a:lnTo>
                  <a:lnTo>
                    <a:pt x="1989427" y="91215"/>
                  </a:lnTo>
                  <a:lnTo>
                    <a:pt x="1989468" y="91195"/>
                  </a:lnTo>
                  <a:lnTo>
                    <a:pt x="1989497" y="91185"/>
                  </a:lnTo>
                  <a:lnTo>
                    <a:pt x="1989546" y="91177"/>
                  </a:lnTo>
                  <a:lnTo>
                    <a:pt x="1989585" y="91174"/>
                  </a:lnTo>
                  <a:lnTo>
                    <a:pt x="1989645" y="91171"/>
                  </a:lnTo>
                  <a:lnTo>
                    <a:pt x="1989709" y="91176"/>
                  </a:lnTo>
                  <a:lnTo>
                    <a:pt x="1989774" y="91186"/>
                  </a:lnTo>
                  <a:lnTo>
                    <a:pt x="1989834" y="91200"/>
                  </a:lnTo>
                  <a:lnTo>
                    <a:pt x="1989932" y="91229"/>
                  </a:lnTo>
                  <a:lnTo>
                    <a:pt x="1989980" y="91245"/>
                  </a:lnTo>
                  <a:lnTo>
                    <a:pt x="1990035" y="91264"/>
                  </a:lnTo>
                  <a:lnTo>
                    <a:pt x="1990101" y="91287"/>
                  </a:lnTo>
                  <a:lnTo>
                    <a:pt x="1990159" y="91308"/>
                  </a:lnTo>
                  <a:lnTo>
                    <a:pt x="1990214" y="91327"/>
                  </a:lnTo>
                  <a:lnTo>
                    <a:pt x="1990272" y="91348"/>
                  </a:lnTo>
                  <a:lnTo>
                    <a:pt x="1990315" y="91359"/>
                  </a:lnTo>
                  <a:lnTo>
                    <a:pt x="1990350" y="91365"/>
                  </a:lnTo>
                  <a:lnTo>
                    <a:pt x="1990372" y="91368"/>
                  </a:lnTo>
                  <a:lnTo>
                    <a:pt x="1990399" y="91369"/>
                  </a:lnTo>
                  <a:lnTo>
                    <a:pt x="1990427" y="91368"/>
                  </a:lnTo>
                  <a:lnTo>
                    <a:pt x="1990459" y="91368"/>
                  </a:lnTo>
                  <a:lnTo>
                    <a:pt x="1990488" y="91367"/>
                  </a:lnTo>
                  <a:lnTo>
                    <a:pt x="1990523" y="91369"/>
                  </a:lnTo>
                  <a:lnTo>
                    <a:pt x="1990573" y="91375"/>
                  </a:lnTo>
                  <a:lnTo>
                    <a:pt x="1990638" y="91387"/>
                  </a:lnTo>
                  <a:lnTo>
                    <a:pt x="1990675" y="91396"/>
                  </a:lnTo>
                  <a:lnTo>
                    <a:pt x="1990718" y="91413"/>
                  </a:lnTo>
                  <a:lnTo>
                    <a:pt x="1990776" y="91434"/>
                  </a:lnTo>
                  <a:lnTo>
                    <a:pt x="1990806" y="91447"/>
                  </a:lnTo>
                  <a:lnTo>
                    <a:pt x="1990834" y="91460"/>
                  </a:lnTo>
                  <a:lnTo>
                    <a:pt x="1990865" y="91473"/>
                  </a:lnTo>
                  <a:lnTo>
                    <a:pt x="1990890" y="91481"/>
                  </a:lnTo>
                  <a:lnTo>
                    <a:pt x="1990915" y="91486"/>
                  </a:lnTo>
                  <a:lnTo>
                    <a:pt x="1990947" y="91492"/>
                  </a:lnTo>
                  <a:lnTo>
                    <a:pt x="1991007" y="91497"/>
                  </a:lnTo>
                  <a:lnTo>
                    <a:pt x="1991089" y="91502"/>
                  </a:lnTo>
                  <a:lnTo>
                    <a:pt x="1991165" y="91505"/>
                  </a:lnTo>
                  <a:lnTo>
                    <a:pt x="1991227" y="91503"/>
                  </a:lnTo>
                  <a:lnTo>
                    <a:pt x="1991284" y="91498"/>
                  </a:lnTo>
                  <a:lnTo>
                    <a:pt x="1991340" y="91493"/>
                  </a:lnTo>
                  <a:lnTo>
                    <a:pt x="1991399" y="91483"/>
                  </a:lnTo>
                  <a:lnTo>
                    <a:pt x="1991428" y="91478"/>
                  </a:lnTo>
                  <a:lnTo>
                    <a:pt x="1991453" y="91478"/>
                  </a:lnTo>
                  <a:lnTo>
                    <a:pt x="1991470" y="91481"/>
                  </a:lnTo>
                  <a:lnTo>
                    <a:pt x="1991493" y="91483"/>
                  </a:lnTo>
                  <a:lnTo>
                    <a:pt x="1991533" y="91495"/>
                  </a:lnTo>
                  <a:lnTo>
                    <a:pt x="1991581" y="91514"/>
                  </a:lnTo>
                  <a:lnTo>
                    <a:pt x="1991624" y="91527"/>
                  </a:lnTo>
                  <a:lnTo>
                    <a:pt x="1991661" y="91536"/>
                  </a:lnTo>
                  <a:lnTo>
                    <a:pt x="1991693" y="91535"/>
                  </a:lnTo>
                  <a:lnTo>
                    <a:pt x="1991715" y="91533"/>
                  </a:lnTo>
                  <a:lnTo>
                    <a:pt x="1991742" y="91524"/>
                  </a:lnTo>
                  <a:lnTo>
                    <a:pt x="1991788" y="91505"/>
                  </a:lnTo>
                  <a:lnTo>
                    <a:pt x="1991875" y="91473"/>
                  </a:lnTo>
                  <a:lnTo>
                    <a:pt x="1991928" y="91454"/>
                  </a:lnTo>
                  <a:lnTo>
                    <a:pt x="1992006" y="91426"/>
                  </a:lnTo>
                  <a:lnTo>
                    <a:pt x="1992061" y="91405"/>
                  </a:lnTo>
                  <a:lnTo>
                    <a:pt x="1992093" y="91399"/>
                  </a:lnTo>
                  <a:lnTo>
                    <a:pt x="1992142" y="91394"/>
                  </a:lnTo>
                  <a:lnTo>
                    <a:pt x="1992221" y="91395"/>
                  </a:lnTo>
                  <a:lnTo>
                    <a:pt x="1992291" y="91393"/>
                  </a:lnTo>
                  <a:lnTo>
                    <a:pt x="1992330" y="91387"/>
                  </a:lnTo>
                  <a:lnTo>
                    <a:pt x="1992379" y="91381"/>
                  </a:lnTo>
                  <a:lnTo>
                    <a:pt x="1992420" y="91374"/>
                  </a:lnTo>
                  <a:lnTo>
                    <a:pt x="1992503" y="91358"/>
                  </a:lnTo>
                  <a:lnTo>
                    <a:pt x="1992577" y="91342"/>
                  </a:lnTo>
                  <a:lnTo>
                    <a:pt x="1992672" y="91315"/>
                  </a:lnTo>
                  <a:lnTo>
                    <a:pt x="1992735" y="91301"/>
                  </a:lnTo>
                  <a:lnTo>
                    <a:pt x="1992784" y="91291"/>
                  </a:lnTo>
                  <a:lnTo>
                    <a:pt x="1992835" y="91283"/>
                  </a:lnTo>
                  <a:lnTo>
                    <a:pt x="1992870" y="91278"/>
                  </a:lnTo>
                  <a:lnTo>
                    <a:pt x="1992906" y="91274"/>
                  </a:lnTo>
                  <a:lnTo>
                    <a:pt x="1992936" y="91268"/>
                  </a:lnTo>
                  <a:lnTo>
                    <a:pt x="1992958" y="91260"/>
                  </a:lnTo>
                  <a:lnTo>
                    <a:pt x="1992984" y="91247"/>
                  </a:lnTo>
                  <a:lnTo>
                    <a:pt x="1993011" y="91236"/>
                  </a:lnTo>
                  <a:lnTo>
                    <a:pt x="1993034" y="91220"/>
                  </a:lnTo>
                  <a:lnTo>
                    <a:pt x="1993056" y="91205"/>
                  </a:lnTo>
                  <a:lnTo>
                    <a:pt x="1993087" y="91180"/>
                  </a:lnTo>
                  <a:lnTo>
                    <a:pt x="1993117" y="91151"/>
                  </a:lnTo>
                  <a:lnTo>
                    <a:pt x="1993150" y="91124"/>
                  </a:lnTo>
                  <a:lnTo>
                    <a:pt x="1993188" y="91098"/>
                  </a:lnTo>
                  <a:lnTo>
                    <a:pt x="1993226" y="91073"/>
                  </a:lnTo>
                  <a:lnTo>
                    <a:pt x="1993267" y="91051"/>
                  </a:lnTo>
                  <a:lnTo>
                    <a:pt x="1993327" y="91021"/>
                  </a:lnTo>
                  <a:lnTo>
                    <a:pt x="1993368" y="91003"/>
                  </a:lnTo>
                  <a:lnTo>
                    <a:pt x="1993409" y="90986"/>
                  </a:lnTo>
                  <a:lnTo>
                    <a:pt x="1993460" y="90960"/>
                  </a:lnTo>
                  <a:lnTo>
                    <a:pt x="1993500" y="90933"/>
                  </a:lnTo>
                  <a:lnTo>
                    <a:pt x="1993539" y="90908"/>
                  </a:lnTo>
                  <a:lnTo>
                    <a:pt x="1993581" y="90875"/>
                  </a:lnTo>
                  <a:lnTo>
                    <a:pt x="1993634" y="90839"/>
                  </a:lnTo>
                  <a:lnTo>
                    <a:pt x="1993681" y="90808"/>
                  </a:lnTo>
                  <a:lnTo>
                    <a:pt x="1993708" y="90793"/>
                  </a:lnTo>
                  <a:lnTo>
                    <a:pt x="1993729" y="90779"/>
                  </a:lnTo>
                  <a:lnTo>
                    <a:pt x="1993753" y="90757"/>
                  </a:lnTo>
                  <a:lnTo>
                    <a:pt x="1993771" y="90737"/>
                  </a:lnTo>
                  <a:lnTo>
                    <a:pt x="1993788" y="90719"/>
                  </a:lnTo>
                  <a:lnTo>
                    <a:pt x="1993817" y="90673"/>
                  </a:lnTo>
                  <a:lnTo>
                    <a:pt x="1993867" y="90588"/>
                  </a:lnTo>
                  <a:lnTo>
                    <a:pt x="1993894" y="90546"/>
                  </a:lnTo>
                  <a:lnTo>
                    <a:pt x="1993924" y="90501"/>
                  </a:lnTo>
                  <a:lnTo>
                    <a:pt x="1993954" y="90466"/>
                  </a:lnTo>
                  <a:lnTo>
                    <a:pt x="1994003" y="90412"/>
                  </a:lnTo>
                  <a:lnTo>
                    <a:pt x="1994059" y="90351"/>
                  </a:lnTo>
                  <a:lnTo>
                    <a:pt x="1994099" y="90307"/>
                  </a:lnTo>
                  <a:lnTo>
                    <a:pt x="1994126" y="90269"/>
                  </a:lnTo>
                  <a:lnTo>
                    <a:pt x="1994163" y="90216"/>
                  </a:lnTo>
                  <a:lnTo>
                    <a:pt x="1994196" y="90180"/>
                  </a:lnTo>
                  <a:lnTo>
                    <a:pt x="1994219" y="90160"/>
                  </a:lnTo>
                  <a:lnTo>
                    <a:pt x="1994246" y="90142"/>
                  </a:lnTo>
                  <a:lnTo>
                    <a:pt x="1994289" y="90120"/>
                  </a:lnTo>
                  <a:lnTo>
                    <a:pt x="1994332" y="90100"/>
                  </a:lnTo>
                  <a:lnTo>
                    <a:pt x="1994363" y="90081"/>
                  </a:lnTo>
                  <a:lnTo>
                    <a:pt x="1994387" y="90063"/>
                  </a:lnTo>
                  <a:lnTo>
                    <a:pt x="1994413" y="90043"/>
                  </a:lnTo>
                  <a:lnTo>
                    <a:pt x="1994449" y="90011"/>
                  </a:lnTo>
                  <a:lnTo>
                    <a:pt x="1994493" y="89970"/>
                  </a:lnTo>
                  <a:lnTo>
                    <a:pt x="1994517" y="89947"/>
                  </a:lnTo>
                  <a:lnTo>
                    <a:pt x="1994533" y="89927"/>
                  </a:lnTo>
                  <a:lnTo>
                    <a:pt x="1994554" y="89909"/>
                  </a:lnTo>
                  <a:lnTo>
                    <a:pt x="1994583" y="89896"/>
                  </a:lnTo>
                  <a:lnTo>
                    <a:pt x="1994615" y="89883"/>
                  </a:lnTo>
                  <a:lnTo>
                    <a:pt x="1994651" y="89871"/>
                  </a:lnTo>
                  <a:lnTo>
                    <a:pt x="1994680" y="89862"/>
                  </a:lnTo>
                  <a:lnTo>
                    <a:pt x="1994707" y="89854"/>
                  </a:lnTo>
                  <a:lnTo>
                    <a:pt x="1994731" y="89843"/>
                  </a:lnTo>
                  <a:lnTo>
                    <a:pt x="1994743" y="89836"/>
                  </a:lnTo>
                  <a:lnTo>
                    <a:pt x="1994760" y="89827"/>
                  </a:lnTo>
                  <a:lnTo>
                    <a:pt x="1994776" y="89812"/>
                  </a:lnTo>
                  <a:lnTo>
                    <a:pt x="1994795" y="89794"/>
                  </a:lnTo>
                  <a:lnTo>
                    <a:pt x="1994824" y="89771"/>
                  </a:lnTo>
                  <a:lnTo>
                    <a:pt x="1994883" y="89720"/>
                  </a:lnTo>
                  <a:lnTo>
                    <a:pt x="1994949" y="89668"/>
                  </a:lnTo>
                  <a:lnTo>
                    <a:pt x="1995008" y="89619"/>
                  </a:lnTo>
                  <a:lnTo>
                    <a:pt x="1995034" y="89596"/>
                  </a:lnTo>
                  <a:lnTo>
                    <a:pt x="1995070" y="89565"/>
                  </a:lnTo>
                  <a:lnTo>
                    <a:pt x="1995110" y="89531"/>
                  </a:lnTo>
                  <a:lnTo>
                    <a:pt x="1995138" y="89508"/>
                  </a:lnTo>
                  <a:lnTo>
                    <a:pt x="1995152" y="89499"/>
                  </a:lnTo>
                  <a:lnTo>
                    <a:pt x="1995160" y="89493"/>
                  </a:lnTo>
                  <a:lnTo>
                    <a:pt x="1995179" y="89477"/>
                  </a:lnTo>
                  <a:lnTo>
                    <a:pt x="1995190" y="89469"/>
                  </a:lnTo>
                  <a:lnTo>
                    <a:pt x="1995211" y="89449"/>
                  </a:lnTo>
                  <a:lnTo>
                    <a:pt x="1995225" y="89432"/>
                  </a:lnTo>
                  <a:lnTo>
                    <a:pt x="1995236" y="89410"/>
                  </a:lnTo>
                  <a:lnTo>
                    <a:pt x="1995244" y="89382"/>
                  </a:lnTo>
                  <a:lnTo>
                    <a:pt x="1995251" y="89358"/>
                  </a:lnTo>
                  <a:lnTo>
                    <a:pt x="1995256" y="89328"/>
                  </a:lnTo>
                  <a:lnTo>
                    <a:pt x="1995269" y="89287"/>
                  </a:lnTo>
                  <a:lnTo>
                    <a:pt x="1995284" y="89247"/>
                  </a:lnTo>
                  <a:lnTo>
                    <a:pt x="1995299" y="89203"/>
                  </a:lnTo>
                  <a:lnTo>
                    <a:pt x="1995310" y="89173"/>
                  </a:lnTo>
                  <a:lnTo>
                    <a:pt x="1995321" y="89150"/>
                  </a:lnTo>
                  <a:lnTo>
                    <a:pt x="1995337" y="89125"/>
                  </a:lnTo>
                  <a:lnTo>
                    <a:pt x="1995356" y="89107"/>
                  </a:lnTo>
                  <a:lnTo>
                    <a:pt x="1995391" y="89071"/>
                  </a:lnTo>
                  <a:lnTo>
                    <a:pt x="1995435" y="89027"/>
                  </a:lnTo>
                  <a:lnTo>
                    <a:pt x="1995476" y="88992"/>
                  </a:lnTo>
                  <a:lnTo>
                    <a:pt x="1995495" y="88976"/>
                  </a:lnTo>
                  <a:lnTo>
                    <a:pt x="1995516" y="88965"/>
                  </a:lnTo>
                  <a:lnTo>
                    <a:pt x="1995553" y="88953"/>
                  </a:lnTo>
                  <a:lnTo>
                    <a:pt x="1995570" y="88949"/>
                  </a:lnTo>
                  <a:lnTo>
                    <a:pt x="1995593" y="88948"/>
                  </a:lnTo>
                  <a:lnTo>
                    <a:pt x="1995630" y="88947"/>
                  </a:lnTo>
                  <a:lnTo>
                    <a:pt x="1995679" y="88944"/>
                  </a:lnTo>
                  <a:lnTo>
                    <a:pt x="1995723" y="88939"/>
                  </a:lnTo>
                  <a:lnTo>
                    <a:pt x="1995760" y="88937"/>
                  </a:lnTo>
                  <a:lnTo>
                    <a:pt x="1995826" y="88928"/>
                  </a:lnTo>
                  <a:lnTo>
                    <a:pt x="1995905" y="88922"/>
                  </a:lnTo>
                  <a:lnTo>
                    <a:pt x="1995957" y="88918"/>
                  </a:lnTo>
                  <a:lnTo>
                    <a:pt x="1996011" y="88914"/>
                  </a:lnTo>
                  <a:lnTo>
                    <a:pt x="1996046" y="88912"/>
                  </a:lnTo>
                  <a:lnTo>
                    <a:pt x="1996109" y="88901"/>
                  </a:lnTo>
                  <a:lnTo>
                    <a:pt x="1996163" y="88888"/>
                  </a:lnTo>
                  <a:lnTo>
                    <a:pt x="1996226" y="88867"/>
                  </a:lnTo>
                  <a:lnTo>
                    <a:pt x="1996304" y="88842"/>
                  </a:lnTo>
                  <a:lnTo>
                    <a:pt x="1996338" y="88831"/>
                  </a:lnTo>
                  <a:lnTo>
                    <a:pt x="1996387" y="88812"/>
                  </a:lnTo>
                  <a:lnTo>
                    <a:pt x="1996435" y="88791"/>
                  </a:lnTo>
                  <a:lnTo>
                    <a:pt x="1996454" y="88782"/>
                  </a:lnTo>
                  <a:lnTo>
                    <a:pt x="1996478" y="88773"/>
                  </a:lnTo>
                  <a:lnTo>
                    <a:pt x="1996512" y="88755"/>
                  </a:lnTo>
                  <a:lnTo>
                    <a:pt x="1996546" y="88736"/>
                  </a:lnTo>
                  <a:lnTo>
                    <a:pt x="1996555" y="88729"/>
                  </a:lnTo>
                  <a:lnTo>
                    <a:pt x="1996581" y="88712"/>
                  </a:lnTo>
                  <a:lnTo>
                    <a:pt x="1996589" y="88710"/>
                  </a:lnTo>
                  <a:lnTo>
                    <a:pt x="1996613" y="88697"/>
                  </a:lnTo>
                  <a:lnTo>
                    <a:pt x="1996663" y="88664"/>
                  </a:lnTo>
                  <a:lnTo>
                    <a:pt x="1996706" y="88635"/>
                  </a:lnTo>
                  <a:lnTo>
                    <a:pt x="1996740" y="88613"/>
                  </a:lnTo>
                  <a:lnTo>
                    <a:pt x="1996780" y="88584"/>
                  </a:lnTo>
                  <a:lnTo>
                    <a:pt x="1996809" y="88561"/>
                  </a:lnTo>
                  <a:lnTo>
                    <a:pt x="1996830" y="88539"/>
                  </a:lnTo>
                  <a:lnTo>
                    <a:pt x="1996839" y="88523"/>
                  </a:lnTo>
                  <a:lnTo>
                    <a:pt x="1996852" y="88493"/>
                  </a:lnTo>
                  <a:lnTo>
                    <a:pt x="1996867" y="88453"/>
                  </a:lnTo>
                  <a:lnTo>
                    <a:pt x="1996878" y="88419"/>
                  </a:lnTo>
                  <a:lnTo>
                    <a:pt x="1996886" y="88384"/>
                  </a:lnTo>
                  <a:lnTo>
                    <a:pt x="1996892" y="88362"/>
                  </a:lnTo>
                  <a:lnTo>
                    <a:pt x="1996898" y="88337"/>
                  </a:lnTo>
                  <a:lnTo>
                    <a:pt x="1996902" y="88311"/>
                  </a:lnTo>
                  <a:lnTo>
                    <a:pt x="1996907" y="88272"/>
                  </a:lnTo>
                  <a:lnTo>
                    <a:pt x="1996912" y="88222"/>
                  </a:lnTo>
                  <a:lnTo>
                    <a:pt x="1996916" y="88197"/>
                  </a:lnTo>
                  <a:lnTo>
                    <a:pt x="1996923" y="88153"/>
                  </a:lnTo>
                  <a:lnTo>
                    <a:pt x="1996936" y="88113"/>
                  </a:lnTo>
                  <a:lnTo>
                    <a:pt x="1996951" y="88078"/>
                  </a:lnTo>
                  <a:lnTo>
                    <a:pt x="1996972" y="88044"/>
                  </a:lnTo>
                  <a:lnTo>
                    <a:pt x="1996999" y="88007"/>
                  </a:lnTo>
                  <a:lnTo>
                    <a:pt x="1997027" y="87968"/>
                  </a:lnTo>
                  <a:lnTo>
                    <a:pt x="1997062" y="87930"/>
                  </a:lnTo>
                  <a:lnTo>
                    <a:pt x="1997088" y="87902"/>
                  </a:lnTo>
                  <a:lnTo>
                    <a:pt x="1997109" y="87884"/>
                  </a:lnTo>
                  <a:lnTo>
                    <a:pt x="1997147" y="87855"/>
                  </a:lnTo>
                  <a:lnTo>
                    <a:pt x="1997183" y="87831"/>
                  </a:lnTo>
                  <a:lnTo>
                    <a:pt x="1997212" y="87815"/>
                  </a:lnTo>
                  <a:lnTo>
                    <a:pt x="1997243" y="87803"/>
                  </a:lnTo>
                  <a:lnTo>
                    <a:pt x="1997273" y="87794"/>
                  </a:lnTo>
                  <a:lnTo>
                    <a:pt x="1997290" y="87790"/>
                  </a:lnTo>
                  <a:lnTo>
                    <a:pt x="1997319" y="87788"/>
                  </a:lnTo>
                  <a:lnTo>
                    <a:pt x="1997344" y="87785"/>
                  </a:lnTo>
                  <a:lnTo>
                    <a:pt x="1997371" y="87784"/>
                  </a:lnTo>
                  <a:lnTo>
                    <a:pt x="1997416" y="87792"/>
                  </a:lnTo>
                  <a:lnTo>
                    <a:pt x="1997458" y="87797"/>
                  </a:lnTo>
                  <a:lnTo>
                    <a:pt x="1997571" y="87817"/>
                  </a:lnTo>
                  <a:lnTo>
                    <a:pt x="1997696" y="87840"/>
                  </a:lnTo>
                  <a:lnTo>
                    <a:pt x="1997771" y="87854"/>
                  </a:lnTo>
                  <a:lnTo>
                    <a:pt x="1997835" y="87861"/>
                  </a:lnTo>
                  <a:lnTo>
                    <a:pt x="1997868" y="87865"/>
                  </a:lnTo>
                  <a:lnTo>
                    <a:pt x="1997915" y="87862"/>
                  </a:lnTo>
                  <a:lnTo>
                    <a:pt x="1997952" y="87859"/>
                  </a:lnTo>
                  <a:lnTo>
                    <a:pt x="1997998" y="87853"/>
                  </a:lnTo>
                  <a:lnTo>
                    <a:pt x="1998039" y="87845"/>
                  </a:lnTo>
                  <a:lnTo>
                    <a:pt x="1998081" y="87832"/>
                  </a:lnTo>
                  <a:lnTo>
                    <a:pt x="1998119" y="87817"/>
                  </a:lnTo>
                  <a:lnTo>
                    <a:pt x="1998138" y="87802"/>
                  </a:lnTo>
                  <a:lnTo>
                    <a:pt x="1998145" y="87790"/>
                  </a:lnTo>
                  <a:lnTo>
                    <a:pt x="1998152" y="87779"/>
                  </a:lnTo>
                  <a:lnTo>
                    <a:pt x="1998156" y="87763"/>
                  </a:lnTo>
                  <a:lnTo>
                    <a:pt x="1998157" y="87727"/>
                  </a:lnTo>
                  <a:lnTo>
                    <a:pt x="1998152" y="87688"/>
                  </a:lnTo>
                  <a:lnTo>
                    <a:pt x="1998158" y="87660"/>
                  </a:lnTo>
                  <a:lnTo>
                    <a:pt x="1998162" y="87636"/>
                  </a:lnTo>
                  <a:lnTo>
                    <a:pt x="1998173" y="87611"/>
                  </a:lnTo>
                  <a:lnTo>
                    <a:pt x="1998181" y="87585"/>
                  </a:lnTo>
                  <a:lnTo>
                    <a:pt x="1998186" y="87569"/>
                  </a:lnTo>
                  <a:lnTo>
                    <a:pt x="1998184" y="87538"/>
                  </a:lnTo>
                  <a:lnTo>
                    <a:pt x="1998187" y="87501"/>
                  </a:lnTo>
                  <a:lnTo>
                    <a:pt x="1998193" y="87471"/>
                  </a:lnTo>
                  <a:lnTo>
                    <a:pt x="1998207" y="87420"/>
                  </a:lnTo>
                  <a:lnTo>
                    <a:pt x="1998220" y="87383"/>
                  </a:lnTo>
                  <a:lnTo>
                    <a:pt x="1998229" y="87366"/>
                  </a:lnTo>
                  <a:lnTo>
                    <a:pt x="1998243" y="87339"/>
                  </a:lnTo>
                  <a:lnTo>
                    <a:pt x="1998259" y="87321"/>
                  </a:lnTo>
                  <a:lnTo>
                    <a:pt x="1998275" y="87302"/>
                  </a:lnTo>
                  <a:lnTo>
                    <a:pt x="1998304" y="87275"/>
                  </a:lnTo>
                  <a:lnTo>
                    <a:pt x="1998344" y="87242"/>
                  </a:lnTo>
                  <a:lnTo>
                    <a:pt x="1998382" y="87213"/>
                  </a:lnTo>
                  <a:lnTo>
                    <a:pt x="1998430" y="87184"/>
                  </a:lnTo>
                  <a:lnTo>
                    <a:pt x="1998473" y="87161"/>
                  </a:lnTo>
                  <a:lnTo>
                    <a:pt x="1998517" y="87140"/>
                  </a:lnTo>
                  <a:lnTo>
                    <a:pt x="1998534" y="87131"/>
                  </a:lnTo>
                  <a:lnTo>
                    <a:pt x="1998546" y="87122"/>
                  </a:lnTo>
                  <a:lnTo>
                    <a:pt x="1998560" y="87109"/>
                  </a:lnTo>
                  <a:lnTo>
                    <a:pt x="1998564" y="87101"/>
                  </a:lnTo>
                  <a:lnTo>
                    <a:pt x="1998575" y="87078"/>
                  </a:lnTo>
                  <a:lnTo>
                    <a:pt x="1998584" y="87044"/>
                  </a:lnTo>
                  <a:lnTo>
                    <a:pt x="1998592" y="87014"/>
                  </a:lnTo>
                  <a:lnTo>
                    <a:pt x="1998604" y="86965"/>
                  </a:lnTo>
                  <a:lnTo>
                    <a:pt x="1998612" y="86920"/>
                  </a:lnTo>
                  <a:lnTo>
                    <a:pt x="1998627" y="86878"/>
                  </a:lnTo>
                  <a:lnTo>
                    <a:pt x="1998637" y="86839"/>
                  </a:lnTo>
                  <a:lnTo>
                    <a:pt x="1998657" y="86790"/>
                  </a:lnTo>
                  <a:lnTo>
                    <a:pt x="1998675" y="86749"/>
                  </a:lnTo>
                  <a:lnTo>
                    <a:pt x="1998695" y="86719"/>
                  </a:lnTo>
                  <a:lnTo>
                    <a:pt x="1998707" y="86705"/>
                  </a:lnTo>
                  <a:lnTo>
                    <a:pt x="1998718" y="86686"/>
                  </a:lnTo>
                  <a:lnTo>
                    <a:pt x="1998727" y="86668"/>
                  </a:lnTo>
                  <a:lnTo>
                    <a:pt x="1998736" y="86643"/>
                  </a:lnTo>
                  <a:lnTo>
                    <a:pt x="1998744" y="86615"/>
                  </a:lnTo>
                  <a:lnTo>
                    <a:pt x="1998753" y="86589"/>
                  </a:lnTo>
                  <a:lnTo>
                    <a:pt x="1998766" y="86554"/>
                  </a:lnTo>
                  <a:lnTo>
                    <a:pt x="1998779" y="86515"/>
                  </a:lnTo>
                  <a:lnTo>
                    <a:pt x="1998793" y="86466"/>
                  </a:lnTo>
                  <a:lnTo>
                    <a:pt x="1998811" y="86425"/>
                  </a:lnTo>
                  <a:lnTo>
                    <a:pt x="1998824" y="86386"/>
                  </a:lnTo>
                  <a:lnTo>
                    <a:pt x="1998837" y="86358"/>
                  </a:lnTo>
                  <a:lnTo>
                    <a:pt x="1998853" y="86332"/>
                  </a:lnTo>
                  <a:lnTo>
                    <a:pt x="1998876" y="86300"/>
                  </a:lnTo>
                  <a:lnTo>
                    <a:pt x="1998902" y="86269"/>
                  </a:lnTo>
                  <a:lnTo>
                    <a:pt x="1998930" y="86242"/>
                  </a:lnTo>
                  <a:lnTo>
                    <a:pt x="1998954" y="86221"/>
                  </a:lnTo>
                  <a:lnTo>
                    <a:pt x="1998973" y="86206"/>
                  </a:lnTo>
                  <a:lnTo>
                    <a:pt x="1999004" y="86186"/>
                  </a:lnTo>
                  <a:lnTo>
                    <a:pt x="1999018" y="86176"/>
                  </a:lnTo>
                  <a:lnTo>
                    <a:pt x="1999050" y="86163"/>
                  </a:lnTo>
                  <a:lnTo>
                    <a:pt x="1999079" y="86148"/>
                  </a:lnTo>
                  <a:lnTo>
                    <a:pt x="1999103" y="86140"/>
                  </a:lnTo>
                  <a:lnTo>
                    <a:pt x="1999132" y="86133"/>
                  </a:lnTo>
                  <a:lnTo>
                    <a:pt x="1999169" y="86126"/>
                  </a:lnTo>
                  <a:lnTo>
                    <a:pt x="1999208" y="86118"/>
                  </a:lnTo>
                  <a:lnTo>
                    <a:pt x="1999272" y="86106"/>
                  </a:lnTo>
                  <a:lnTo>
                    <a:pt x="1999326" y="86103"/>
                  </a:lnTo>
                  <a:lnTo>
                    <a:pt x="1999388" y="86098"/>
                  </a:lnTo>
                  <a:lnTo>
                    <a:pt x="1999465" y="86093"/>
                  </a:lnTo>
                  <a:lnTo>
                    <a:pt x="1999536" y="86089"/>
                  </a:lnTo>
                  <a:lnTo>
                    <a:pt x="1999613" y="86083"/>
                  </a:lnTo>
                  <a:lnTo>
                    <a:pt x="1999706" y="86077"/>
                  </a:lnTo>
                  <a:lnTo>
                    <a:pt x="1999763" y="86072"/>
                  </a:lnTo>
                  <a:lnTo>
                    <a:pt x="1999805" y="86068"/>
                  </a:lnTo>
                  <a:lnTo>
                    <a:pt x="1999854" y="86058"/>
                  </a:lnTo>
                  <a:lnTo>
                    <a:pt x="1999903" y="86049"/>
                  </a:lnTo>
                  <a:lnTo>
                    <a:pt x="1999937" y="86043"/>
                  </a:lnTo>
                  <a:lnTo>
                    <a:pt x="2000014" y="86034"/>
                  </a:lnTo>
                  <a:lnTo>
                    <a:pt x="2000061" y="86030"/>
                  </a:lnTo>
                  <a:lnTo>
                    <a:pt x="2000149" y="86019"/>
                  </a:lnTo>
                  <a:lnTo>
                    <a:pt x="2000193" y="86014"/>
                  </a:lnTo>
                  <a:lnTo>
                    <a:pt x="2000233" y="86006"/>
                  </a:lnTo>
                  <a:lnTo>
                    <a:pt x="2000294" y="85994"/>
                  </a:lnTo>
                  <a:lnTo>
                    <a:pt x="2000355" y="85979"/>
                  </a:lnTo>
                  <a:lnTo>
                    <a:pt x="2000397" y="85972"/>
                  </a:lnTo>
                  <a:lnTo>
                    <a:pt x="2000431" y="85968"/>
                  </a:lnTo>
                  <a:lnTo>
                    <a:pt x="2000461" y="85965"/>
                  </a:lnTo>
                  <a:lnTo>
                    <a:pt x="2000505" y="85964"/>
                  </a:lnTo>
                  <a:lnTo>
                    <a:pt x="2000540" y="85965"/>
                  </a:lnTo>
                  <a:lnTo>
                    <a:pt x="2000595" y="85969"/>
                  </a:lnTo>
                  <a:lnTo>
                    <a:pt x="2000669" y="85976"/>
                  </a:lnTo>
                  <a:lnTo>
                    <a:pt x="2000704" y="85980"/>
                  </a:lnTo>
                  <a:lnTo>
                    <a:pt x="2000736" y="85983"/>
                  </a:lnTo>
                  <a:lnTo>
                    <a:pt x="2000786" y="85987"/>
                  </a:lnTo>
                  <a:lnTo>
                    <a:pt x="2000848" y="85990"/>
                  </a:lnTo>
                  <a:lnTo>
                    <a:pt x="2000895" y="85992"/>
                  </a:lnTo>
                  <a:lnTo>
                    <a:pt x="2000920" y="85991"/>
                  </a:lnTo>
                  <a:lnTo>
                    <a:pt x="2000939" y="85989"/>
                  </a:lnTo>
                  <a:lnTo>
                    <a:pt x="2000964" y="85987"/>
                  </a:lnTo>
                  <a:lnTo>
                    <a:pt x="2000993" y="85979"/>
                  </a:lnTo>
                  <a:lnTo>
                    <a:pt x="2001030" y="85964"/>
                  </a:lnTo>
                  <a:lnTo>
                    <a:pt x="2001054" y="85951"/>
                  </a:lnTo>
                  <a:lnTo>
                    <a:pt x="2001070" y="85939"/>
                  </a:lnTo>
                  <a:lnTo>
                    <a:pt x="2001085" y="85923"/>
                  </a:lnTo>
                  <a:lnTo>
                    <a:pt x="2001098" y="85900"/>
                  </a:lnTo>
                  <a:lnTo>
                    <a:pt x="2001109" y="85877"/>
                  </a:lnTo>
                  <a:lnTo>
                    <a:pt x="2001118" y="85856"/>
                  </a:lnTo>
                  <a:lnTo>
                    <a:pt x="2001129" y="85829"/>
                  </a:lnTo>
                  <a:lnTo>
                    <a:pt x="2001138" y="85799"/>
                  </a:lnTo>
                  <a:lnTo>
                    <a:pt x="2001165" y="85706"/>
                  </a:lnTo>
                  <a:lnTo>
                    <a:pt x="2001194" y="85638"/>
                  </a:lnTo>
                  <a:lnTo>
                    <a:pt x="2001211" y="85595"/>
                  </a:lnTo>
                  <a:lnTo>
                    <a:pt x="2001238" y="85535"/>
                  </a:lnTo>
                  <a:lnTo>
                    <a:pt x="2001261" y="85493"/>
                  </a:lnTo>
                  <a:lnTo>
                    <a:pt x="2001288" y="85447"/>
                  </a:lnTo>
                  <a:lnTo>
                    <a:pt x="2001311" y="85411"/>
                  </a:lnTo>
                  <a:lnTo>
                    <a:pt x="2001331" y="85386"/>
                  </a:lnTo>
                  <a:lnTo>
                    <a:pt x="2001343" y="85367"/>
                  </a:lnTo>
                  <a:lnTo>
                    <a:pt x="2001357" y="85349"/>
                  </a:lnTo>
                  <a:lnTo>
                    <a:pt x="2001390" y="85312"/>
                  </a:lnTo>
                  <a:lnTo>
                    <a:pt x="2001418" y="85274"/>
                  </a:lnTo>
                  <a:lnTo>
                    <a:pt x="2001450" y="85237"/>
                  </a:lnTo>
                  <a:lnTo>
                    <a:pt x="2001479" y="85207"/>
                  </a:lnTo>
                  <a:lnTo>
                    <a:pt x="2001504" y="85176"/>
                  </a:lnTo>
                  <a:lnTo>
                    <a:pt x="2001526" y="85157"/>
                  </a:lnTo>
                  <a:lnTo>
                    <a:pt x="2001544" y="85133"/>
                  </a:lnTo>
                  <a:lnTo>
                    <a:pt x="2001558" y="85114"/>
                  </a:lnTo>
                  <a:lnTo>
                    <a:pt x="2001586" y="85078"/>
                  </a:lnTo>
                  <a:lnTo>
                    <a:pt x="2001605" y="85055"/>
                  </a:lnTo>
                  <a:lnTo>
                    <a:pt x="2001621" y="85039"/>
                  </a:lnTo>
                  <a:lnTo>
                    <a:pt x="2001648" y="85023"/>
                  </a:lnTo>
                  <a:lnTo>
                    <a:pt x="2001684" y="85001"/>
                  </a:lnTo>
                  <a:lnTo>
                    <a:pt x="2001708" y="84988"/>
                  </a:lnTo>
                  <a:lnTo>
                    <a:pt x="2001742" y="84977"/>
                  </a:lnTo>
                  <a:lnTo>
                    <a:pt x="2001764" y="84971"/>
                  </a:lnTo>
                  <a:lnTo>
                    <a:pt x="2001796" y="84968"/>
                  </a:lnTo>
                  <a:lnTo>
                    <a:pt x="2001845" y="84965"/>
                  </a:lnTo>
                  <a:lnTo>
                    <a:pt x="2001929" y="84963"/>
                  </a:lnTo>
                  <a:lnTo>
                    <a:pt x="2001999" y="84963"/>
                  </a:lnTo>
                  <a:lnTo>
                    <a:pt x="2002058" y="84964"/>
                  </a:lnTo>
                  <a:lnTo>
                    <a:pt x="2002222" y="84963"/>
                  </a:lnTo>
                  <a:lnTo>
                    <a:pt x="2002301" y="84964"/>
                  </a:lnTo>
                  <a:lnTo>
                    <a:pt x="2002346" y="84963"/>
                  </a:lnTo>
                  <a:lnTo>
                    <a:pt x="2002383" y="84962"/>
                  </a:lnTo>
                  <a:lnTo>
                    <a:pt x="2002402" y="84960"/>
                  </a:lnTo>
                  <a:lnTo>
                    <a:pt x="2002425" y="84958"/>
                  </a:lnTo>
                  <a:lnTo>
                    <a:pt x="2002461" y="84950"/>
                  </a:lnTo>
                  <a:lnTo>
                    <a:pt x="2002505" y="84938"/>
                  </a:lnTo>
                  <a:lnTo>
                    <a:pt x="2002549" y="84928"/>
                  </a:lnTo>
                  <a:lnTo>
                    <a:pt x="2002586" y="84917"/>
                  </a:lnTo>
                  <a:lnTo>
                    <a:pt x="2002637" y="84905"/>
                  </a:lnTo>
                  <a:lnTo>
                    <a:pt x="2002664" y="84897"/>
                  </a:lnTo>
                  <a:lnTo>
                    <a:pt x="2002701" y="84886"/>
                  </a:lnTo>
                  <a:lnTo>
                    <a:pt x="2002728" y="84876"/>
                  </a:lnTo>
                  <a:lnTo>
                    <a:pt x="2002759" y="84862"/>
                  </a:lnTo>
                  <a:lnTo>
                    <a:pt x="2002788" y="84845"/>
                  </a:lnTo>
                  <a:lnTo>
                    <a:pt x="2002821" y="84820"/>
                  </a:lnTo>
                  <a:lnTo>
                    <a:pt x="2002855" y="84793"/>
                  </a:lnTo>
                  <a:lnTo>
                    <a:pt x="2002881" y="84769"/>
                  </a:lnTo>
                  <a:lnTo>
                    <a:pt x="2002904" y="84741"/>
                  </a:lnTo>
                  <a:lnTo>
                    <a:pt x="2002920" y="84714"/>
                  </a:lnTo>
                  <a:lnTo>
                    <a:pt x="2002929" y="84693"/>
                  </a:lnTo>
                  <a:lnTo>
                    <a:pt x="2002931" y="84676"/>
                  </a:lnTo>
                  <a:lnTo>
                    <a:pt x="2002927" y="84653"/>
                  </a:lnTo>
                  <a:lnTo>
                    <a:pt x="2002921" y="84634"/>
                  </a:lnTo>
                  <a:lnTo>
                    <a:pt x="2002910" y="84612"/>
                  </a:lnTo>
                  <a:lnTo>
                    <a:pt x="2002881" y="84568"/>
                  </a:lnTo>
                  <a:lnTo>
                    <a:pt x="2002859" y="84533"/>
                  </a:lnTo>
                  <a:lnTo>
                    <a:pt x="2002851" y="84523"/>
                  </a:lnTo>
                  <a:lnTo>
                    <a:pt x="2002824" y="84482"/>
                  </a:lnTo>
                  <a:lnTo>
                    <a:pt x="2002806" y="84458"/>
                  </a:lnTo>
                  <a:lnTo>
                    <a:pt x="2002795" y="84441"/>
                  </a:lnTo>
                  <a:lnTo>
                    <a:pt x="2002768" y="84408"/>
                  </a:lnTo>
                  <a:lnTo>
                    <a:pt x="2002750" y="84384"/>
                  </a:lnTo>
                  <a:lnTo>
                    <a:pt x="2002734" y="84360"/>
                  </a:lnTo>
                  <a:lnTo>
                    <a:pt x="2002728" y="84341"/>
                  </a:lnTo>
                  <a:lnTo>
                    <a:pt x="2002721" y="84310"/>
                  </a:lnTo>
                  <a:lnTo>
                    <a:pt x="2002718" y="84291"/>
                  </a:lnTo>
                  <a:lnTo>
                    <a:pt x="2002712" y="84282"/>
                  </a:lnTo>
                  <a:lnTo>
                    <a:pt x="2002687" y="84231"/>
                  </a:lnTo>
                  <a:lnTo>
                    <a:pt x="2002658" y="84179"/>
                  </a:lnTo>
                  <a:lnTo>
                    <a:pt x="2002642" y="84159"/>
                  </a:lnTo>
                  <a:lnTo>
                    <a:pt x="2002628" y="84141"/>
                  </a:lnTo>
                  <a:lnTo>
                    <a:pt x="2002621" y="84135"/>
                  </a:lnTo>
                  <a:lnTo>
                    <a:pt x="2002602" y="84118"/>
                  </a:lnTo>
                  <a:lnTo>
                    <a:pt x="2002592" y="84104"/>
                  </a:lnTo>
                  <a:lnTo>
                    <a:pt x="2002586" y="84082"/>
                  </a:lnTo>
                  <a:lnTo>
                    <a:pt x="2002582" y="84061"/>
                  </a:lnTo>
                  <a:lnTo>
                    <a:pt x="2002575" y="84021"/>
                  </a:lnTo>
                  <a:lnTo>
                    <a:pt x="2002573" y="83984"/>
                  </a:lnTo>
                  <a:lnTo>
                    <a:pt x="2002576" y="83942"/>
                  </a:lnTo>
                  <a:lnTo>
                    <a:pt x="2002580" y="83920"/>
                  </a:lnTo>
                  <a:lnTo>
                    <a:pt x="2002586" y="83902"/>
                  </a:lnTo>
                  <a:lnTo>
                    <a:pt x="2002591" y="83891"/>
                  </a:lnTo>
                  <a:lnTo>
                    <a:pt x="2002602" y="83875"/>
                  </a:lnTo>
                  <a:lnTo>
                    <a:pt x="2002616" y="83858"/>
                  </a:lnTo>
                  <a:lnTo>
                    <a:pt x="2002633" y="83847"/>
                  </a:lnTo>
                  <a:lnTo>
                    <a:pt x="2002652" y="83834"/>
                  </a:lnTo>
                  <a:lnTo>
                    <a:pt x="2002672" y="83823"/>
                  </a:lnTo>
                  <a:lnTo>
                    <a:pt x="2002691" y="83819"/>
                  </a:lnTo>
                  <a:lnTo>
                    <a:pt x="2002721" y="83811"/>
                  </a:lnTo>
                  <a:lnTo>
                    <a:pt x="2002731" y="83811"/>
                  </a:lnTo>
                  <a:lnTo>
                    <a:pt x="2002740" y="83811"/>
                  </a:lnTo>
                  <a:lnTo>
                    <a:pt x="2002770" y="83812"/>
                  </a:lnTo>
                  <a:lnTo>
                    <a:pt x="2002800" y="83811"/>
                  </a:lnTo>
                  <a:lnTo>
                    <a:pt x="2002830" y="83810"/>
                  </a:lnTo>
                  <a:lnTo>
                    <a:pt x="2002847" y="83808"/>
                  </a:lnTo>
                  <a:lnTo>
                    <a:pt x="2002854" y="83808"/>
                  </a:lnTo>
                  <a:lnTo>
                    <a:pt x="2002869" y="83806"/>
                  </a:lnTo>
                  <a:lnTo>
                    <a:pt x="2002893" y="83798"/>
                  </a:lnTo>
                  <a:lnTo>
                    <a:pt x="2002928" y="83789"/>
                  </a:lnTo>
                  <a:lnTo>
                    <a:pt x="2002964" y="83776"/>
                  </a:lnTo>
                  <a:lnTo>
                    <a:pt x="2002993" y="83764"/>
                  </a:lnTo>
                  <a:lnTo>
                    <a:pt x="2003019" y="83754"/>
                  </a:lnTo>
                  <a:lnTo>
                    <a:pt x="2003074" y="83725"/>
                  </a:lnTo>
                  <a:lnTo>
                    <a:pt x="2003138" y="83690"/>
                  </a:lnTo>
                  <a:lnTo>
                    <a:pt x="2003189" y="83663"/>
                  </a:lnTo>
                  <a:lnTo>
                    <a:pt x="2003231" y="83644"/>
                  </a:lnTo>
                  <a:lnTo>
                    <a:pt x="2003272" y="83631"/>
                  </a:lnTo>
                  <a:lnTo>
                    <a:pt x="2003301" y="83627"/>
                  </a:lnTo>
                  <a:lnTo>
                    <a:pt x="2003331" y="83626"/>
                  </a:lnTo>
                  <a:lnTo>
                    <a:pt x="2003443" y="83625"/>
                  </a:lnTo>
                  <a:lnTo>
                    <a:pt x="2003536" y="83624"/>
                  </a:lnTo>
                  <a:lnTo>
                    <a:pt x="2003617" y="83622"/>
                  </a:lnTo>
                  <a:lnTo>
                    <a:pt x="2003692" y="83618"/>
                  </a:lnTo>
                  <a:lnTo>
                    <a:pt x="2003757" y="83613"/>
                  </a:lnTo>
                  <a:lnTo>
                    <a:pt x="2003821" y="83607"/>
                  </a:lnTo>
                  <a:lnTo>
                    <a:pt x="2003893" y="83597"/>
                  </a:lnTo>
                  <a:lnTo>
                    <a:pt x="2003963" y="83587"/>
                  </a:lnTo>
                  <a:lnTo>
                    <a:pt x="2004043" y="83571"/>
                  </a:lnTo>
                  <a:lnTo>
                    <a:pt x="2004110" y="83555"/>
                  </a:lnTo>
                  <a:lnTo>
                    <a:pt x="2004176" y="83542"/>
                  </a:lnTo>
                  <a:lnTo>
                    <a:pt x="2004236" y="83526"/>
                  </a:lnTo>
                  <a:lnTo>
                    <a:pt x="2004299" y="83510"/>
                  </a:lnTo>
                  <a:lnTo>
                    <a:pt x="2004366" y="83491"/>
                  </a:lnTo>
                  <a:lnTo>
                    <a:pt x="2004441" y="83464"/>
                  </a:lnTo>
                  <a:lnTo>
                    <a:pt x="2004512" y="83441"/>
                  </a:lnTo>
                  <a:lnTo>
                    <a:pt x="2004557" y="83426"/>
                  </a:lnTo>
                  <a:lnTo>
                    <a:pt x="2004600" y="83415"/>
                  </a:lnTo>
                  <a:lnTo>
                    <a:pt x="2004658" y="83402"/>
                  </a:lnTo>
                  <a:lnTo>
                    <a:pt x="2004708" y="83392"/>
                  </a:lnTo>
                  <a:lnTo>
                    <a:pt x="2004750" y="83383"/>
                  </a:lnTo>
                  <a:lnTo>
                    <a:pt x="2004794" y="83373"/>
                  </a:lnTo>
                  <a:lnTo>
                    <a:pt x="2004830" y="83367"/>
                  </a:lnTo>
                  <a:lnTo>
                    <a:pt x="2004840" y="83366"/>
                  </a:lnTo>
                  <a:lnTo>
                    <a:pt x="2004856" y="83363"/>
                  </a:lnTo>
                  <a:lnTo>
                    <a:pt x="2004889" y="83355"/>
                  </a:lnTo>
                  <a:lnTo>
                    <a:pt x="2004941" y="83340"/>
                  </a:lnTo>
                  <a:lnTo>
                    <a:pt x="2005002" y="83323"/>
                  </a:lnTo>
                  <a:lnTo>
                    <a:pt x="2005032" y="83311"/>
                  </a:lnTo>
                  <a:lnTo>
                    <a:pt x="2005072" y="83298"/>
                  </a:lnTo>
                  <a:lnTo>
                    <a:pt x="2005122" y="83283"/>
                  </a:lnTo>
                  <a:lnTo>
                    <a:pt x="2005179" y="83266"/>
                  </a:lnTo>
                  <a:lnTo>
                    <a:pt x="2005222" y="83248"/>
                  </a:lnTo>
                  <a:lnTo>
                    <a:pt x="2005249" y="83235"/>
                  </a:lnTo>
                  <a:lnTo>
                    <a:pt x="2005295" y="83212"/>
                  </a:lnTo>
                  <a:lnTo>
                    <a:pt x="2005343" y="83188"/>
                  </a:lnTo>
                  <a:lnTo>
                    <a:pt x="2005390" y="83166"/>
                  </a:lnTo>
                  <a:lnTo>
                    <a:pt x="2005421" y="83150"/>
                  </a:lnTo>
                  <a:lnTo>
                    <a:pt x="2005463" y="83126"/>
                  </a:lnTo>
                  <a:lnTo>
                    <a:pt x="2005496" y="83107"/>
                  </a:lnTo>
                  <a:lnTo>
                    <a:pt x="2005527" y="83093"/>
                  </a:lnTo>
                  <a:lnTo>
                    <a:pt x="2005555" y="83081"/>
                  </a:lnTo>
                  <a:lnTo>
                    <a:pt x="2005591" y="83068"/>
                  </a:lnTo>
                  <a:lnTo>
                    <a:pt x="2005637" y="83053"/>
                  </a:lnTo>
                  <a:lnTo>
                    <a:pt x="2005666" y="83044"/>
                  </a:lnTo>
                  <a:lnTo>
                    <a:pt x="2005696" y="83033"/>
                  </a:lnTo>
                  <a:lnTo>
                    <a:pt x="2005726" y="83020"/>
                  </a:lnTo>
                  <a:lnTo>
                    <a:pt x="2005757" y="83005"/>
                  </a:lnTo>
                  <a:lnTo>
                    <a:pt x="2005781" y="82992"/>
                  </a:lnTo>
                  <a:lnTo>
                    <a:pt x="2005817" y="82970"/>
                  </a:lnTo>
                  <a:lnTo>
                    <a:pt x="2005847" y="82951"/>
                  </a:lnTo>
                  <a:lnTo>
                    <a:pt x="2005871" y="82931"/>
                  </a:lnTo>
                  <a:lnTo>
                    <a:pt x="2005893" y="82916"/>
                  </a:lnTo>
                  <a:lnTo>
                    <a:pt x="2005923" y="82890"/>
                  </a:lnTo>
                  <a:lnTo>
                    <a:pt x="2005960" y="82861"/>
                  </a:lnTo>
                  <a:lnTo>
                    <a:pt x="2005991" y="82837"/>
                  </a:lnTo>
                  <a:lnTo>
                    <a:pt x="2006027" y="82808"/>
                  </a:lnTo>
                  <a:lnTo>
                    <a:pt x="2006053" y="82784"/>
                  </a:lnTo>
                  <a:lnTo>
                    <a:pt x="2006084" y="82748"/>
                  </a:lnTo>
                  <a:lnTo>
                    <a:pt x="2006115" y="82706"/>
                  </a:lnTo>
                  <a:lnTo>
                    <a:pt x="2006132" y="82671"/>
                  </a:lnTo>
                  <a:lnTo>
                    <a:pt x="2006147" y="82633"/>
                  </a:lnTo>
                  <a:lnTo>
                    <a:pt x="2006161" y="82590"/>
                  </a:lnTo>
                  <a:lnTo>
                    <a:pt x="2006172" y="82550"/>
                  </a:lnTo>
                  <a:lnTo>
                    <a:pt x="2006174" y="82524"/>
                  </a:lnTo>
                  <a:lnTo>
                    <a:pt x="2006174" y="82488"/>
                  </a:lnTo>
                  <a:lnTo>
                    <a:pt x="2006172" y="82448"/>
                  </a:lnTo>
                  <a:lnTo>
                    <a:pt x="2006168" y="82404"/>
                  </a:lnTo>
                  <a:lnTo>
                    <a:pt x="2006164" y="82373"/>
                  </a:lnTo>
                  <a:lnTo>
                    <a:pt x="2006157" y="82351"/>
                  </a:lnTo>
                  <a:lnTo>
                    <a:pt x="2006145" y="82313"/>
                  </a:lnTo>
                  <a:lnTo>
                    <a:pt x="2006135" y="82281"/>
                  </a:lnTo>
                  <a:lnTo>
                    <a:pt x="2006131" y="82257"/>
                  </a:lnTo>
                  <a:lnTo>
                    <a:pt x="2006125" y="82223"/>
                  </a:lnTo>
                  <a:lnTo>
                    <a:pt x="2006116" y="82199"/>
                  </a:lnTo>
                  <a:lnTo>
                    <a:pt x="2006105" y="82180"/>
                  </a:lnTo>
                  <a:lnTo>
                    <a:pt x="2006083" y="82148"/>
                  </a:lnTo>
                  <a:lnTo>
                    <a:pt x="2006067" y="82129"/>
                  </a:lnTo>
                  <a:lnTo>
                    <a:pt x="2006037" y="82098"/>
                  </a:lnTo>
                  <a:lnTo>
                    <a:pt x="2006010" y="82067"/>
                  </a:lnTo>
                  <a:lnTo>
                    <a:pt x="2005985" y="82040"/>
                  </a:lnTo>
                  <a:lnTo>
                    <a:pt x="2005937" y="81988"/>
                  </a:lnTo>
                  <a:lnTo>
                    <a:pt x="2005903" y="81956"/>
                  </a:lnTo>
                  <a:lnTo>
                    <a:pt x="2005868" y="81918"/>
                  </a:lnTo>
                  <a:lnTo>
                    <a:pt x="2005830" y="81880"/>
                  </a:lnTo>
                  <a:lnTo>
                    <a:pt x="2005796" y="81844"/>
                  </a:lnTo>
                  <a:lnTo>
                    <a:pt x="2005765" y="81807"/>
                  </a:lnTo>
                  <a:lnTo>
                    <a:pt x="2005749" y="81787"/>
                  </a:lnTo>
                  <a:lnTo>
                    <a:pt x="2005740" y="81768"/>
                  </a:lnTo>
                  <a:lnTo>
                    <a:pt x="2005728" y="81741"/>
                  </a:lnTo>
                  <a:lnTo>
                    <a:pt x="2005723" y="81720"/>
                  </a:lnTo>
                  <a:lnTo>
                    <a:pt x="2005721" y="81702"/>
                  </a:lnTo>
                  <a:lnTo>
                    <a:pt x="2005722" y="81675"/>
                  </a:lnTo>
                  <a:lnTo>
                    <a:pt x="2005727" y="81640"/>
                  </a:lnTo>
                  <a:lnTo>
                    <a:pt x="2005731" y="81600"/>
                  </a:lnTo>
                  <a:lnTo>
                    <a:pt x="2005738" y="81575"/>
                  </a:lnTo>
                  <a:lnTo>
                    <a:pt x="2005750" y="81549"/>
                  </a:lnTo>
                  <a:lnTo>
                    <a:pt x="2005769" y="81523"/>
                  </a:lnTo>
                  <a:lnTo>
                    <a:pt x="2005782" y="81506"/>
                  </a:lnTo>
                  <a:lnTo>
                    <a:pt x="2005802" y="81488"/>
                  </a:lnTo>
                  <a:lnTo>
                    <a:pt x="2005824" y="81470"/>
                  </a:lnTo>
                  <a:lnTo>
                    <a:pt x="2005861" y="81438"/>
                  </a:lnTo>
                  <a:lnTo>
                    <a:pt x="2005890" y="81414"/>
                  </a:lnTo>
                  <a:lnTo>
                    <a:pt x="2005928" y="81386"/>
                  </a:lnTo>
                  <a:lnTo>
                    <a:pt x="2005956" y="81366"/>
                  </a:lnTo>
                  <a:lnTo>
                    <a:pt x="2005983" y="81349"/>
                  </a:lnTo>
                  <a:lnTo>
                    <a:pt x="2006021" y="81327"/>
                  </a:lnTo>
                  <a:lnTo>
                    <a:pt x="2006049" y="81312"/>
                  </a:lnTo>
                  <a:lnTo>
                    <a:pt x="2006080" y="81302"/>
                  </a:lnTo>
                  <a:lnTo>
                    <a:pt x="2006109" y="81293"/>
                  </a:lnTo>
                  <a:lnTo>
                    <a:pt x="2006144" y="81283"/>
                  </a:lnTo>
                  <a:lnTo>
                    <a:pt x="2006172" y="81276"/>
                  </a:lnTo>
                  <a:lnTo>
                    <a:pt x="2006201" y="81271"/>
                  </a:lnTo>
                  <a:lnTo>
                    <a:pt x="2006252" y="81264"/>
                  </a:lnTo>
                  <a:lnTo>
                    <a:pt x="2006302" y="81258"/>
                  </a:lnTo>
                  <a:lnTo>
                    <a:pt x="2006370" y="81250"/>
                  </a:lnTo>
                  <a:lnTo>
                    <a:pt x="2006405" y="81247"/>
                  </a:lnTo>
                  <a:lnTo>
                    <a:pt x="2006440" y="81241"/>
                  </a:lnTo>
                  <a:lnTo>
                    <a:pt x="2006480" y="81237"/>
                  </a:lnTo>
                  <a:lnTo>
                    <a:pt x="2006555" y="81229"/>
                  </a:lnTo>
                  <a:lnTo>
                    <a:pt x="2006621" y="81223"/>
                  </a:lnTo>
                  <a:lnTo>
                    <a:pt x="2006673" y="81219"/>
                  </a:lnTo>
                  <a:lnTo>
                    <a:pt x="2006734" y="81213"/>
                  </a:lnTo>
                  <a:lnTo>
                    <a:pt x="2006771" y="81210"/>
                  </a:lnTo>
                  <a:lnTo>
                    <a:pt x="2006835" y="81208"/>
                  </a:lnTo>
                  <a:lnTo>
                    <a:pt x="2006903" y="81209"/>
                  </a:lnTo>
                  <a:lnTo>
                    <a:pt x="2006971" y="81214"/>
                  </a:lnTo>
                  <a:lnTo>
                    <a:pt x="2007013" y="81219"/>
                  </a:lnTo>
                  <a:lnTo>
                    <a:pt x="2007060" y="81227"/>
                  </a:lnTo>
                  <a:lnTo>
                    <a:pt x="2007102" y="81234"/>
                  </a:lnTo>
                  <a:lnTo>
                    <a:pt x="2007146" y="81242"/>
                  </a:lnTo>
                  <a:lnTo>
                    <a:pt x="2007193" y="81253"/>
                  </a:lnTo>
                  <a:lnTo>
                    <a:pt x="2007232" y="81260"/>
                  </a:lnTo>
                  <a:lnTo>
                    <a:pt x="2007255" y="81268"/>
                  </a:lnTo>
                  <a:lnTo>
                    <a:pt x="2007266" y="81272"/>
                  </a:lnTo>
                  <a:lnTo>
                    <a:pt x="2007294" y="81280"/>
                  </a:lnTo>
                  <a:lnTo>
                    <a:pt x="2007329" y="81291"/>
                  </a:lnTo>
                  <a:lnTo>
                    <a:pt x="2007347" y="81298"/>
                  </a:lnTo>
                  <a:lnTo>
                    <a:pt x="2007365" y="81304"/>
                  </a:lnTo>
                  <a:lnTo>
                    <a:pt x="2007410" y="81321"/>
                  </a:lnTo>
                  <a:lnTo>
                    <a:pt x="2007453" y="81337"/>
                  </a:lnTo>
                  <a:lnTo>
                    <a:pt x="2007484" y="81354"/>
                  </a:lnTo>
                  <a:lnTo>
                    <a:pt x="2007527" y="81381"/>
                  </a:lnTo>
                  <a:lnTo>
                    <a:pt x="2007596" y="81421"/>
                  </a:lnTo>
                  <a:lnTo>
                    <a:pt x="2007646" y="81449"/>
                  </a:lnTo>
                  <a:lnTo>
                    <a:pt x="2007697" y="81469"/>
                  </a:lnTo>
                  <a:lnTo>
                    <a:pt x="2007728" y="81482"/>
                  </a:lnTo>
                  <a:lnTo>
                    <a:pt x="2007762" y="81492"/>
                  </a:lnTo>
                  <a:lnTo>
                    <a:pt x="2007803" y="81502"/>
                  </a:lnTo>
                  <a:lnTo>
                    <a:pt x="2007844" y="81511"/>
                  </a:lnTo>
                  <a:lnTo>
                    <a:pt x="2007885" y="81516"/>
                  </a:lnTo>
                  <a:lnTo>
                    <a:pt x="2007964" y="81524"/>
                  </a:lnTo>
                  <a:lnTo>
                    <a:pt x="2008017" y="81530"/>
                  </a:lnTo>
                  <a:lnTo>
                    <a:pt x="2008060" y="81532"/>
                  </a:lnTo>
                  <a:lnTo>
                    <a:pt x="2008098" y="81539"/>
                  </a:lnTo>
                  <a:lnTo>
                    <a:pt x="2008130" y="81546"/>
                  </a:lnTo>
                  <a:lnTo>
                    <a:pt x="2008159" y="81555"/>
                  </a:lnTo>
                  <a:lnTo>
                    <a:pt x="2008195" y="81567"/>
                  </a:lnTo>
                  <a:lnTo>
                    <a:pt x="2008269" y="81583"/>
                  </a:lnTo>
                  <a:lnTo>
                    <a:pt x="2008374" y="81601"/>
                  </a:lnTo>
                  <a:lnTo>
                    <a:pt x="2008463" y="81610"/>
                  </a:lnTo>
                  <a:lnTo>
                    <a:pt x="2008528" y="81613"/>
                  </a:lnTo>
                  <a:lnTo>
                    <a:pt x="2008622" y="81606"/>
                  </a:lnTo>
                  <a:lnTo>
                    <a:pt x="2008660" y="81600"/>
                  </a:lnTo>
                  <a:lnTo>
                    <a:pt x="2008705" y="81592"/>
                  </a:lnTo>
                  <a:lnTo>
                    <a:pt x="2008743" y="81579"/>
                  </a:lnTo>
                  <a:lnTo>
                    <a:pt x="2008773" y="81563"/>
                  </a:lnTo>
                  <a:lnTo>
                    <a:pt x="2008813" y="81540"/>
                  </a:lnTo>
                  <a:lnTo>
                    <a:pt x="2008852" y="81523"/>
                  </a:lnTo>
                  <a:lnTo>
                    <a:pt x="2008893" y="81501"/>
                  </a:lnTo>
                  <a:lnTo>
                    <a:pt x="2008936" y="81479"/>
                  </a:lnTo>
                  <a:lnTo>
                    <a:pt x="2008975" y="81461"/>
                  </a:lnTo>
                  <a:lnTo>
                    <a:pt x="2009014" y="81437"/>
                  </a:lnTo>
                  <a:lnTo>
                    <a:pt x="2009031" y="81424"/>
                  </a:lnTo>
                  <a:lnTo>
                    <a:pt x="2009056" y="81392"/>
                  </a:lnTo>
                  <a:lnTo>
                    <a:pt x="2009075" y="81369"/>
                  </a:lnTo>
                  <a:lnTo>
                    <a:pt x="2009089" y="81348"/>
                  </a:lnTo>
                  <a:lnTo>
                    <a:pt x="2009103" y="81323"/>
                  </a:lnTo>
                  <a:lnTo>
                    <a:pt x="2009114" y="81300"/>
                  </a:lnTo>
                  <a:lnTo>
                    <a:pt x="2009130" y="81265"/>
                  </a:lnTo>
                  <a:lnTo>
                    <a:pt x="2009158" y="81195"/>
                  </a:lnTo>
                  <a:lnTo>
                    <a:pt x="2009169" y="81163"/>
                  </a:lnTo>
                  <a:lnTo>
                    <a:pt x="2009176" y="81149"/>
                  </a:lnTo>
                  <a:lnTo>
                    <a:pt x="2009180" y="81127"/>
                  </a:lnTo>
                  <a:lnTo>
                    <a:pt x="2009183" y="81096"/>
                  </a:lnTo>
                  <a:lnTo>
                    <a:pt x="2009180" y="81059"/>
                  </a:lnTo>
                  <a:lnTo>
                    <a:pt x="2009177" y="81035"/>
                  </a:lnTo>
                  <a:lnTo>
                    <a:pt x="2009169" y="81003"/>
                  </a:lnTo>
                  <a:lnTo>
                    <a:pt x="2009161" y="80954"/>
                  </a:lnTo>
                  <a:lnTo>
                    <a:pt x="2009159" y="80911"/>
                  </a:lnTo>
                  <a:lnTo>
                    <a:pt x="2009158" y="80877"/>
                  </a:lnTo>
                  <a:lnTo>
                    <a:pt x="2009160" y="80815"/>
                  </a:lnTo>
                  <a:lnTo>
                    <a:pt x="2009159" y="80709"/>
                  </a:lnTo>
                  <a:lnTo>
                    <a:pt x="2009155" y="80644"/>
                  </a:lnTo>
                  <a:lnTo>
                    <a:pt x="2009146" y="80609"/>
                  </a:lnTo>
                  <a:lnTo>
                    <a:pt x="2009131" y="80565"/>
                  </a:lnTo>
                  <a:lnTo>
                    <a:pt x="2009115" y="80535"/>
                  </a:lnTo>
                  <a:lnTo>
                    <a:pt x="2009095" y="80499"/>
                  </a:lnTo>
                  <a:lnTo>
                    <a:pt x="2009082" y="80475"/>
                  </a:lnTo>
                  <a:lnTo>
                    <a:pt x="2009058" y="80441"/>
                  </a:lnTo>
                  <a:lnTo>
                    <a:pt x="2009037" y="80413"/>
                  </a:lnTo>
                  <a:lnTo>
                    <a:pt x="2009013" y="80386"/>
                  </a:lnTo>
                  <a:lnTo>
                    <a:pt x="2008997" y="80364"/>
                  </a:lnTo>
                  <a:lnTo>
                    <a:pt x="2008991" y="80348"/>
                  </a:lnTo>
                  <a:lnTo>
                    <a:pt x="2008983" y="80334"/>
                  </a:lnTo>
                  <a:lnTo>
                    <a:pt x="2008977" y="80319"/>
                  </a:lnTo>
                  <a:lnTo>
                    <a:pt x="2008977" y="80305"/>
                  </a:lnTo>
                  <a:lnTo>
                    <a:pt x="2008973" y="80286"/>
                  </a:lnTo>
                  <a:lnTo>
                    <a:pt x="2008975" y="80272"/>
                  </a:lnTo>
                  <a:lnTo>
                    <a:pt x="2008977" y="80256"/>
                  </a:lnTo>
                  <a:lnTo>
                    <a:pt x="2008981" y="80238"/>
                  </a:lnTo>
                  <a:lnTo>
                    <a:pt x="2008985" y="80230"/>
                  </a:lnTo>
                  <a:lnTo>
                    <a:pt x="2008997" y="80214"/>
                  </a:lnTo>
                  <a:lnTo>
                    <a:pt x="2009011" y="80198"/>
                  </a:lnTo>
                  <a:lnTo>
                    <a:pt x="2009030" y="80181"/>
                  </a:lnTo>
                  <a:lnTo>
                    <a:pt x="2009066" y="80149"/>
                  </a:lnTo>
                  <a:lnTo>
                    <a:pt x="2009107" y="80115"/>
                  </a:lnTo>
                  <a:lnTo>
                    <a:pt x="2009138" y="80092"/>
                  </a:lnTo>
                  <a:lnTo>
                    <a:pt x="2009174" y="80066"/>
                  </a:lnTo>
                  <a:lnTo>
                    <a:pt x="2009229" y="80029"/>
                  </a:lnTo>
                  <a:lnTo>
                    <a:pt x="2009267" y="79998"/>
                  </a:lnTo>
                  <a:lnTo>
                    <a:pt x="2009299" y="79976"/>
                  </a:lnTo>
                  <a:lnTo>
                    <a:pt x="2009323" y="79965"/>
                  </a:lnTo>
                  <a:lnTo>
                    <a:pt x="2009350" y="79954"/>
                  </a:lnTo>
                  <a:lnTo>
                    <a:pt x="2009374" y="79947"/>
                  </a:lnTo>
                  <a:lnTo>
                    <a:pt x="2009396" y="79942"/>
                  </a:lnTo>
                  <a:lnTo>
                    <a:pt x="2009416" y="79937"/>
                  </a:lnTo>
                  <a:lnTo>
                    <a:pt x="2009448" y="79929"/>
                  </a:lnTo>
                  <a:lnTo>
                    <a:pt x="2009482" y="79923"/>
                  </a:lnTo>
                  <a:lnTo>
                    <a:pt x="2009534" y="79922"/>
                  </a:lnTo>
                  <a:lnTo>
                    <a:pt x="2009562" y="79924"/>
                  </a:lnTo>
                  <a:lnTo>
                    <a:pt x="2009614" y="79932"/>
                  </a:lnTo>
                  <a:lnTo>
                    <a:pt x="2009654" y="79941"/>
                  </a:lnTo>
                  <a:lnTo>
                    <a:pt x="2009707" y="79959"/>
                  </a:lnTo>
                  <a:lnTo>
                    <a:pt x="2009786" y="79985"/>
                  </a:lnTo>
                  <a:lnTo>
                    <a:pt x="2009871" y="80011"/>
                  </a:lnTo>
                  <a:lnTo>
                    <a:pt x="2009942" y="80030"/>
                  </a:lnTo>
                  <a:lnTo>
                    <a:pt x="2009979" y="80040"/>
                  </a:lnTo>
                  <a:lnTo>
                    <a:pt x="2010035" y="80054"/>
                  </a:lnTo>
                  <a:lnTo>
                    <a:pt x="2010128" y="80075"/>
                  </a:lnTo>
                  <a:lnTo>
                    <a:pt x="2010175" y="80084"/>
                  </a:lnTo>
                  <a:lnTo>
                    <a:pt x="2010203" y="80089"/>
                  </a:lnTo>
                  <a:lnTo>
                    <a:pt x="2010252" y="80091"/>
                  </a:lnTo>
                  <a:lnTo>
                    <a:pt x="2010312" y="80093"/>
                  </a:lnTo>
                  <a:lnTo>
                    <a:pt x="2010366" y="80095"/>
                  </a:lnTo>
                  <a:lnTo>
                    <a:pt x="2010404" y="80098"/>
                  </a:lnTo>
                  <a:lnTo>
                    <a:pt x="2010446" y="80106"/>
                  </a:lnTo>
                  <a:lnTo>
                    <a:pt x="2010471" y="80105"/>
                  </a:lnTo>
                  <a:lnTo>
                    <a:pt x="2010496" y="80105"/>
                  </a:lnTo>
                  <a:lnTo>
                    <a:pt x="2010538" y="80098"/>
                  </a:lnTo>
                  <a:lnTo>
                    <a:pt x="2010577" y="80092"/>
                  </a:lnTo>
                  <a:lnTo>
                    <a:pt x="2010619" y="80081"/>
                  </a:lnTo>
                  <a:lnTo>
                    <a:pt x="2010664" y="80069"/>
                  </a:lnTo>
                  <a:lnTo>
                    <a:pt x="2010725" y="80049"/>
                  </a:lnTo>
                  <a:lnTo>
                    <a:pt x="2010839" y="80011"/>
                  </a:lnTo>
                  <a:lnTo>
                    <a:pt x="2010912" y="79985"/>
                  </a:lnTo>
                  <a:lnTo>
                    <a:pt x="2010989" y="79957"/>
                  </a:lnTo>
                  <a:lnTo>
                    <a:pt x="2011047" y="79933"/>
                  </a:lnTo>
                  <a:lnTo>
                    <a:pt x="2011074" y="79920"/>
                  </a:lnTo>
                  <a:lnTo>
                    <a:pt x="2011088" y="79913"/>
                  </a:lnTo>
                  <a:lnTo>
                    <a:pt x="2011103" y="79906"/>
                  </a:lnTo>
                  <a:lnTo>
                    <a:pt x="2011144" y="79886"/>
                  </a:lnTo>
                  <a:lnTo>
                    <a:pt x="2011160" y="79880"/>
                  </a:lnTo>
                  <a:lnTo>
                    <a:pt x="2011190" y="79870"/>
                  </a:lnTo>
                  <a:lnTo>
                    <a:pt x="2011270" y="79844"/>
                  </a:lnTo>
                  <a:lnTo>
                    <a:pt x="2011341" y="79822"/>
                  </a:lnTo>
                  <a:lnTo>
                    <a:pt x="2011386" y="79808"/>
                  </a:lnTo>
                  <a:lnTo>
                    <a:pt x="2011452" y="79793"/>
                  </a:lnTo>
                  <a:lnTo>
                    <a:pt x="2011545" y="79768"/>
                  </a:lnTo>
                  <a:lnTo>
                    <a:pt x="2011668" y="79737"/>
                  </a:lnTo>
                  <a:lnTo>
                    <a:pt x="2011739" y="79716"/>
                  </a:lnTo>
                  <a:lnTo>
                    <a:pt x="2011817" y="79692"/>
                  </a:lnTo>
                  <a:lnTo>
                    <a:pt x="2011876" y="79671"/>
                  </a:lnTo>
                  <a:lnTo>
                    <a:pt x="2011927" y="79653"/>
                  </a:lnTo>
                  <a:lnTo>
                    <a:pt x="2011961" y="79643"/>
                  </a:lnTo>
                  <a:lnTo>
                    <a:pt x="2012008" y="79628"/>
                  </a:lnTo>
                  <a:lnTo>
                    <a:pt x="2012047" y="79619"/>
                  </a:lnTo>
                  <a:lnTo>
                    <a:pt x="2012052" y="79616"/>
                  </a:lnTo>
                  <a:lnTo>
                    <a:pt x="2012079" y="79608"/>
                  </a:lnTo>
                  <a:lnTo>
                    <a:pt x="2012109" y="79598"/>
                  </a:lnTo>
                  <a:lnTo>
                    <a:pt x="2012155" y="79584"/>
                  </a:lnTo>
                  <a:lnTo>
                    <a:pt x="2012201" y="79570"/>
                  </a:lnTo>
                  <a:lnTo>
                    <a:pt x="2012245" y="79560"/>
                  </a:lnTo>
                  <a:lnTo>
                    <a:pt x="2012284" y="79554"/>
                  </a:lnTo>
                  <a:lnTo>
                    <a:pt x="2012358" y="79546"/>
                  </a:lnTo>
                  <a:lnTo>
                    <a:pt x="2012417" y="79543"/>
                  </a:lnTo>
                  <a:lnTo>
                    <a:pt x="2012609" y="79539"/>
                  </a:lnTo>
                  <a:lnTo>
                    <a:pt x="2012802" y="79541"/>
                  </a:lnTo>
                  <a:lnTo>
                    <a:pt x="2012863" y="79539"/>
                  </a:lnTo>
                  <a:lnTo>
                    <a:pt x="2012942" y="79535"/>
                  </a:lnTo>
                  <a:lnTo>
                    <a:pt x="2012992" y="79530"/>
                  </a:lnTo>
                  <a:lnTo>
                    <a:pt x="2013019" y="79525"/>
                  </a:lnTo>
                  <a:lnTo>
                    <a:pt x="2013065" y="79512"/>
                  </a:lnTo>
                  <a:lnTo>
                    <a:pt x="2013101" y="79492"/>
                  </a:lnTo>
                  <a:lnTo>
                    <a:pt x="2013179" y="79443"/>
                  </a:lnTo>
                  <a:lnTo>
                    <a:pt x="2013204" y="79433"/>
                  </a:lnTo>
                  <a:lnTo>
                    <a:pt x="2013247" y="79423"/>
                  </a:lnTo>
                  <a:lnTo>
                    <a:pt x="2013287" y="79415"/>
                  </a:lnTo>
                  <a:lnTo>
                    <a:pt x="2013396" y="79390"/>
                  </a:lnTo>
                  <a:lnTo>
                    <a:pt x="2013443" y="79379"/>
                  </a:lnTo>
                  <a:lnTo>
                    <a:pt x="2013478" y="79369"/>
                  </a:lnTo>
                  <a:lnTo>
                    <a:pt x="2013510" y="79359"/>
                  </a:lnTo>
                  <a:lnTo>
                    <a:pt x="2013582" y="79332"/>
                  </a:lnTo>
                  <a:lnTo>
                    <a:pt x="2013616" y="79318"/>
                  </a:lnTo>
                  <a:lnTo>
                    <a:pt x="2013654" y="79295"/>
                  </a:lnTo>
                  <a:lnTo>
                    <a:pt x="2013686" y="79272"/>
                  </a:lnTo>
                  <a:lnTo>
                    <a:pt x="2013755" y="79206"/>
                  </a:lnTo>
                  <a:lnTo>
                    <a:pt x="2013773" y="79191"/>
                  </a:lnTo>
                  <a:lnTo>
                    <a:pt x="2013793" y="79171"/>
                  </a:lnTo>
                  <a:lnTo>
                    <a:pt x="2013809" y="79150"/>
                  </a:lnTo>
                  <a:lnTo>
                    <a:pt x="2013826" y="79118"/>
                  </a:lnTo>
                  <a:lnTo>
                    <a:pt x="2013834" y="79082"/>
                  </a:lnTo>
                  <a:lnTo>
                    <a:pt x="2013835" y="79052"/>
                  </a:lnTo>
                  <a:lnTo>
                    <a:pt x="2013828" y="79018"/>
                  </a:lnTo>
                  <a:lnTo>
                    <a:pt x="2013816" y="78971"/>
                  </a:lnTo>
                  <a:lnTo>
                    <a:pt x="2013796" y="78910"/>
                  </a:lnTo>
                  <a:lnTo>
                    <a:pt x="2013782" y="78874"/>
                  </a:lnTo>
                  <a:lnTo>
                    <a:pt x="2013776" y="78843"/>
                  </a:lnTo>
                  <a:lnTo>
                    <a:pt x="2013766" y="78805"/>
                  </a:lnTo>
                  <a:lnTo>
                    <a:pt x="2013762" y="78772"/>
                  </a:lnTo>
                  <a:lnTo>
                    <a:pt x="2013766" y="78735"/>
                  </a:lnTo>
                  <a:lnTo>
                    <a:pt x="2013767" y="78717"/>
                  </a:lnTo>
                  <a:lnTo>
                    <a:pt x="2013778" y="78682"/>
                  </a:lnTo>
                  <a:lnTo>
                    <a:pt x="2013796" y="78628"/>
                  </a:lnTo>
                  <a:lnTo>
                    <a:pt x="2013817" y="78563"/>
                  </a:lnTo>
                  <a:lnTo>
                    <a:pt x="2013833" y="78526"/>
                  </a:lnTo>
                  <a:lnTo>
                    <a:pt x="2013848" y="78475"/>
                  </a:lnTo>
                  <a:lnTo>
                    <a:pt x="2013861" y="78435"/>
                  </a:lnTo>
                  <a:lnTo>
                    <a:pt x="2013865" y="78407"/>
                  </a:lnTo>
                  <a:lnTo>
                    <a:pt x="2013858" y="78362"/>
                  </a:lnTo>
                  <a:lnTo>
                    <a:pt x="2013847" y="78299"/>
                  </a:lnTo>
                  <a:lnTo>
                    <a:pt x="2013835" y="78254"/>
                  </a:lnTo>
                  <a:lnTo>
                    <a:pt x="2013824" y="78211"/>
                  </a:lnTo>
                  <a:lnTo>
                    <a:pt x="2013809" y="78157"/>
                  </a:lnTo>
                  <a:lnTo>
                    <a:pt x="2013805" y="78124"/>
                  </a:lnTo>
                  <a:lnTo>
                    <a:pt x="2013801" y="78091"/>
                  </a:lnTo>
                  <a:lnTo>
                    <a:pt x="2013801" y="78051"/>
                  </a:lnTo>
                  <a:lnTo>
                    <a:pt x="2013806" y="77990"/>
                  </a:lnTo>
                  <a:lnTo>
                    <a:pt x="2013809" y="77958"/>
                  </a:lnTo>
                  <a:lnTo>
                    <a:pt x="2013819" y="77904"/>
                  </a:lnTo>
                  <a:lnTo>
                    <a:pt x="2013837" y="77860"/>
                  </a:lnTo>
                  <a:lnTo>
                    <a:pt x="2013860" y="77816"/>
                  </a:lnTo>
                  <a:lnTo>
                    <a:pt x="2013883" y="77775"/>
                  </a:lnTo>
                  <a:lnTo>
                    <a:pt x="2013914" y="77740"/>
                  </a:lnTo>
                  <a:lnTo>
                    <a:pt x="2013937" y="77713"/>
                  </a:lnTo>
                  <a:lnTo>
                    <a:pt x="2013956" y="77697"/>
                  </a:lnTo>
                  <a:lnTo>
                    <a:pt x="2013999" y="77665"/>
                  </a:lnTo>
                  <a:lnTo>
                    <a:pt x="2014028" y="77638"/>
                  </a:lnTo>
                  <a:lnTo>
                    <a:pt x="2014069" y="77598"/>
                  </a:lnTo>
                  <a:lnTo>
                    <a:pt x="2014090" y="77575"/>
                  </a:lnTo>
                  <a:lnTo>
                    <a:pt x="2014118" y="77540"/>
                  </a:lnTo>
                  <a:lnTo>
                    <a:pt x="2014155" y="77490"/>
                  </a:lnTo>
                  <a:lnTo>
                    <a:pt x="2014191" y="77446"/>
                  </a:lnTo>
                  <a:lnTo>
                    <a:pt x="2014209" y="77426"/>
                  </a:lnTo>
                  <a:lnTo>
                    <a:pt x="2014221" y="77410"/>
                  </a:lnTo>
                  <a:lnTo>
                    <a:pt x="2014238" y="77392"/>
                  </a:lnTo>
                  <a:lnTo>
                    <a:pt x="2014266" y="77369"/>
                  </a:lnTo>
                  <a:lnTo>
                    <a:pt x="2014300" y="77347"/>
                  </a:lnTo>
                  <a:lnTo>
                    <a:pt x="2014320" y="77338"/>
                  </a:lnTo>
                  <a:lnTo>
                    <a:pt x="2014347" y="77329"/>
                  </a:lnTo>
                  <a:lnTo>
                    <a:pt x="2014376" y="77323"/>
                  </a:lnTo>
                  <a:lnTo>
                    <a:pt x="2014418" y="77317"/>
                  </a:lnTo>
                  <a:lnTo>
                    <a:pt x="2014440" y="77313"/>
                  </a:lnTo>
                  <a:lnTo>
                    <a:pt x="2014491" y="77312"/>
                  </a:lnTo>
                  <a:lnTo>
                    <a:pt x="2014544" y="77314"/>
                  </a:lnTo>
                  <a:lnTo>
                    <a:pt x="2014564" y="77313"/>
                  </a:lnTo>
                  <a:lnTo>
                    <a:pt x="2014594" y="77309"/>
                  </a:lnTo>
                  <a:lnTo>
                    <a:pt x="2014614" y="77305"/>
                  </a:lnTo>
                  <a:lnTo>
                    <a:pt x="2014632" y="77303"/>
                  </a:lnTo>
                  <a:lnTo>
                    <a:pt x="2014655" y="77298"/>
                  </a:lnTo>
                  <a:lnTo>
                    <a:pt x="2014684" y="77285"/>
                  </a:lnTo>
                  <a:lnTo>
                    <a:pt x="2014700" y="77273"/>
                  </a:lnTo>
                  <a:lnTo>
                    <a:pt x="2014734" y="77254"/>
                  </a:lnTo>
                  <a:lnTo>
                    <a:pt x="2014771" y="77232"/>
                  </a:lnTo>
                  <a:lnTo>
                    <a:pt x="2014809" y="77210"/>
                  </a:lnTo>
                  <a:lnTo>
                    <a:pt x="2014856" y="77186"/>
                  </a:lnTo>
                  <a:lnTo>
                    <a:pt x="2014878" y="77177"/>
                  </a:lnTo>
                  <a:lnTo>
                    <a:pt x="2014904" y="77163"/>
                  </a:lnTo>
                  <a:lnTo>
                    <a:pt x="2014930" y="77145"/>
                  </a:lnTo>
                  <a:lnTo>
                    <a:pt x="2014959" y="77124"/>
                  </a:lnTo>
                  <a:lnTo>
                    <a:pt x="2014993" y="77099"/>
                  </a:lnTo>
                  <a:lnTo>
                    <a:pt x="2015025" y="77074"/>
                  </a:lnTo>
                  <a:lnTo>
                    <a:pt x="2015048" y="77060"/>
                  </a:lnTo>
                  <a:lnTo>
                    <a:pt x="2015065" y="77048"/>
                  </a:lnTo>
                  <a:lnTo>
                    <a:pt x="2015089" y="77024"/>
                  </a:lnTo>
                  <a:lnTo>
                    <a:pt x="2015101" y="77006"/>
                  </a:lnTo>
                  <a:lnTo>
                    <a:pt x="2015109" y="76993"/>
                  </a:lnTo>
                  <a:lnTo>
                    <a:pt x="2015130" y="76940"/>
                  </a:lnTo>
                  <a:lnTo>
                    <a:pt x="2015132" y="76931"/>
                  </a:lnTo>
                  <a:lnTo>
                    <a:pt x="2015137" y="76922"/>
                  </a:lnTo>
                  <a:lnTo>
                    <a:pt x="2015149" y="76909"/>
                  </a:lnTo>
                  <a:lnTo>
                    <a:pt x="2015165" y="76888"/>
                  </a:lnTo>
                  <a:lnTo>
                    <a:pt x="2015190" y="76862"/>
                  </a:lnTo>
                  <a:lnTo>
                    <a:pt x="2015219" y="76840"/>
                  </a:lnTo>
                  <a:lnTo>
                    <a:pt x="2015265" y="76815"/>
                  </a:lnTo>
                  <a:lnTo>
                    <a:pt x="2015349" y="76777"/>
                  </a:lnTo>
                  <a:lnTo>
                    <a:pt x="2015384" y="76765"/>
                  </a:lnTo>
                  <a:lnTo>
                    <a:pt x="2015439" y="76741"/>
                  </a:lnTo>
                  <a:lnTo>
                    <a:pt x="2015474" y="76721"/>
                  </a:lnTo>
                  <a:lnTo>
                    <a:pt x="2015512" y="76694"/>
                  </a:lnTo>
                  <a:lnTo>
                    <a:pt x="2015559" y="76648"/>
                  </a:lnTo>
                  <a:lnTo>
                    <a:pt x="2015582" y="76625"/>
                  </a:lnTo>
                  <a:lnTo>
                    <a:pt x="2015602" y="76607"/>
                  </a:lnTo>
                  <a:lnTo>
                    <a:pt x="2015652" y="76559"/>
                  </a:lnTo>
                  <a:lnTo>
                    <a:pt x="2015666" y="76547"/>
                  </a:lnTo>
                  <a:lnTo>
                    <a:pt x="2015677" y="76536"/>
                  </a:lnTo>
                  <a:lnTo>
                    <a:pt x="2015690" y="76509"/>
                  </a:lnTo>
                  <a:lnTo>
                    <a:pt x="2015724" y="76450"/>
                  </a:lnTo>
                  <a:lnTo>
                    <a:pt x="2015745" y="76420"/>
                  </a:lnTo>
                  <a:lnTo>
                    <a:pt x="2015791" y="76340"/>
                  </a:lnTo>
                  <a:lnTo>
                    <a:pt x="2015808" y="76315"/>
                  </a:lnTo>
                  <a:lnTo>
                    <a:pt x="2015840" y="76261"/>
                  </a:lnTo>
                  <a:lnTo>
                    <a:pt x="2015855" y="76242"/>
                  </a:lnTo>
                  <a:lnTo>
                    <a:pt x="2015866" y="76226"/>
                  </a:lnTo>
                  <a:lnTo>
                    <a:pt x="2015878" y="76208"/>
                  </a:lnTo>
                  <a:lnTo>
                    <a:pt x="2015897" y="76180"/>
                  </a:lnTo>
                  <a:lnTo>
                    <a:pt x="2015934" y="76071"/>
                  </a:lnTo>
                  <a:lnTo>
                    <a:pt x="2015951" y="76015"/>
                  </a:lnTo>
                  <a:lnTo>
                    <a:pt x="2015960" y="75985"/>
                  </a:lnTo>
                  <a:lnTo>
                    <a:pt x="2015966" y="75964"/>
                  </a:lnTo>
                  <a:lnTo>
                    <a:pt x="2015975" y="75936"/>
                  </a:lnTo>
                  <a:lnTo>
                    <a:pt x="2015991" y="75895"/>
                  </a:lnTo>
                  <a:lnTo>
                    <a:pt x="2016023" y="75835"/>
                  </a:lnTo>
                  <a:lnTo>
                    <a:pt x="2016048" y="75786"/>
                  </a:lnTo>
                  <a:lnTo>
                    <a:pt x="2016075" y="75719"/>
                  </a:lnTo>
                  <a:lnTo>
                    <a:pt x="2016093" y="75686"/>
                  </a:lnTo>
                  <a:lnTo>
                    <a:pt x="2016129" y="75676"/>
                  </a:lnTo>
                  <a:lnTo>
                    <a:pt x="2016157" y="75560"/>
                  </a:lnTo>
                  <a:lnTo>
                    <a:pt x="2016173" y="75516"/>
                  </a:lnTo>
                  <a:lnTo>
                    <a:pt x="2016199" y="75454"/>
                  </a:lnTo>
                  <a:lnTo>
                    <a:pt x="2016210" y="75436"/>
                  </a:lnTo>
                  <a:lnTo>
                    <a:pt x="2016230" y="75408"/>
                  </a:lnTo>
                  <a:lnTo>
                    <a:pt x="2016261" y="75352"/>
                  </a:lnTo>
                  <a:lnTo>
                    <a:pt x="2016285" y="75299"/>
                  </a:lnTo>
                  <a:lnTo>
                    <a:pt x="2016296" y="75271"/>
                  </a:lnTo>
                  <a:lnTo>
                    <a:pt x="2016306" y="75216"/>
                  </a:lnTo>
                  <a:lnTo>
                    <a:pt x="2016308" y="75188"/>
                  </a:lnTo>
                  <a:lnTo>
                    <a:pt x="2016302" y="75133"/>
                  </a:lnTo>
                  <a:lnTo>
                    <a:pt x="2016299" y="75105"/>
                  </a:lnTo>
                  <a:lnTo>
                    <a:pt x="2016291" y="75077"/>
                  </a:lnTo>
                  <a:lnTo>
                    <a:pt x="2016283" y="75049"/>
                  </a:lnTo>
                  <a:lnTo>
                    <a:pt x="2016270" y="75022"/>
                  </a:lnTo>
                  <a:lnTo>
                    <a:pt x="2016249" y="74994"/>
                  </a:lnTo>
                  <a:lnTo>
                    <a:pt x="2016217" y="74967"/>
                  </a:lnTo>
                  <a:lnTo>
                    <a:pt x="2016180" y="74939"/>
                  </a:lnTo>
                  <a:lnTo>
                    <a:pt x="2016140" y="74914"/>
                  </a:lnTo>
                  <a:lnTo>
                    <a:pt x="2015921" y="74774"/>
                  </a:lnTo>
                  <a:lnTo>
                    <a:pt x="2015868" y="74750"/>
                  </a:lnTo>
                  <a:lnTo>
                    <a:pt x="2015789" y="74723"/>
                  </a:lnTo>
                  <a:lnTo>
                    <a:pt x="2015750" y="74712"/>
                  </a:lnTo>
                  <a:lnTo>
                    <a:pt x="2015712" y="74701"/>
                  </a:lnTo>
                  <a:lnTo>
                    <a:pt x="2015634" y="74677"/>
                  </a:lnTo>
                  <a:lnTo>
                    <a:pt x="2015554" y="74652"/>
                  </a:lnTo>
                  <a:lnTo>
                    <a:pt x="2015515" y="74639"/>
                  </a:lnTo>
                  <a:lnTo>
                    <a:pt x="2015356" y="74582"/>
                  </a:lnTo>
                  <a:lnTo>
                    <a:pt x="2015317" y="74568"/>
                  </a:lnTo>
                  <a:lnTo>
                    <a:pt x="2015277" y="74549"/>
                  </a:lnTo>
                  <a:lnTo>
                    <a:pt x="2015238" y="74525"/>
                  </a:lnTo>
                  <a:lnTo>
                    <a:pt x="2015203" y="74498"/>
                  </a:lnTo>
                  <a:lnTo>
                    <a:pt x="2015177" y="74470"/>
                  </a:lnTo>
                  <a:lnTo>
                    <a:pt x="2014980" y="74246"/>
                  </a:lnTo>
                  <a:lnTo>
                    <a:pt x="2014969" y="74223"/>
                  </a:lnTo>
                  <a:lnTo>
                    <a:pt x="2014892" y="74057"/>
                  </a:lnTo>
                  <a:lnTo>
                    <a:pt x="2014884" y="74030"/>
                  </a:lnTo>
                  <a:lnTo>
                    <a:pt x="2014881" y="74002"/>
                  </a:lnTo>
                  <a:lnTo>
                    <a:pt x="2014881" y="73974"/>
                  </a:lnTo>
                  <a:lnTo>
                    <a:pt x="2014898" y="73836"/>
                  </a:lnTo>
                  <a:lnTo>
                    <a:pt x="2014906" y="73808"/>
                  </a:lnTo>
                  <a:lnTo>
                    <a:pt x="2014916" y="73780"/>
                  </a:lnTo>
                  <a:lnTo>
                    <a:pt x="2015101" y="73421"/>
                  </a:lnTo>
                  <a:lnTo>
                    <a:pt x="2015138" y="73366"/>
                  </a:lnTo>
                  <a:lnTo>
                    <a:pt x="2015454" y="72980"/>
                  </a:lnTo>
                  <a:lnTo>
                    <a:pt x="2015480" y="72952"/>
                  </a:lnTo>
                  <a:lnTo>
                    <a:pt x="2015509" y="72925"/>
                  </a:lnTo>
                  <a:lnTo>
                    <a:pt x="2015540" y="72897"/>
                  </a:lnTo>
                  <a:lnTo>
                    <a:pt x="2015580" y="72869"/>
                  </a:lnTo>
                  <a:lnTo>
                    <a:pt x="2015619" y="72841"/>
                  </a:lnTo>
                  <a:lnTo>
                    <a:pt x="2015656" y="72813"/>
                  </a:lnTo>
                  <a:lnTo>
                    <a:pt x="2015687" y="72785"/>
                  </a:lnTo>
                  <a:lnTo>
                    <a:pt x="2015718" y="72757"/>
                  </a:lnTo>
                  <a:lnTo>
                    <a:pt x="2015949" y="72539"/>
                  </a:lnTo>
                  <a:lnTo>
                    <a:pt x="2015978" y="72511"/>
                  </a:lnTo>
                  <a:lnTo>
                    <a:pt x="2016004" y="72483"/>
                  </a:lnTo>
                  <a:lnTo>
                    <a:pt x="2016031" y="72455"/>
                  </a:lnTo>
                  <a:lnTo>
                    <a:pt x="2016051" y="72427"/>
                  </a:lnTo>
                  <a:lnTo>
                    <a:pt x="2016070" y="72400"/>
                  </a:lnTo>
                  <a:lnTo>
                    <a:pt x="2016095" y="72344"/>
                  </a:lnTo>
                  <a:lnTo>
                    <a:pt x="2016211" y="72207"/>
                  </a:lnTo>
                  <a:lnTo>
                    <a:pt x="2016609" y="71890"/>
                  </a:lnTo>
                  <a:lnTo>
                    <a:pt x="2016646" y="71862"/>
                  </a:lnTo>
                  <a:lnTo>
                    <a:pt x="2016686" y="71840"/>
                  </a:lnTo>
                  <a:lnTo>
                    <a:pt x="2016725" y="71821"/>
                  </a:lnTo>
                  <a:lnTo>
                    <a:pt x="2016764" y="71805"/>
                  </a:lnTo>
                  <a:lnTo>
                    <a:pt x="2016804" y="71793"/>
                  </a:lnTo>
                  <a:lnTo>
                    <a:pt x="2016844" y="71791"/>
                  </a:lnTo>
                  <a:lnTo>
                    <a:pt x="2016883" y="71797"/>
                  </a:lnTo>
                  <a:lnTo>
                    <a:pt x="2016923" y="71806"/>
                  </a:lnTo>
                  <a:lnTo>
                    <a:pt x="2016963" y="71817"/>
                  </a:lnTo>
                  <a:lnTo>
                    <a:pt x="2017081" y="71851"/>
                  </a:lnTo>
                  <a:lnTo>
                    <a:pt x="2017121" y="71866"/>
                  </a:lnTo>
                  <a:lnTo>
                    <a:pt x="2017161" y="71888"/>
                  </a:lnTo>
                  <a:lnTo>
                    <a:pt x="2017200" y="71908"/>
                  </a:lnTo>
                  <a:lnTo>
                    <a:pt x="2017277" y="71945"/>
                  </a:lnTo>
                  <a:lnTo>
                    <a:pt x="2017356" y="71982"/>
                  </a:lnTo>
                  <a:lnTo>
                    <a:pt x="2017396" y="71994"/>
                  </a:lnTo>
                  <a:lnTo>
                    <a:pt x="2017435" y="72006"/>
                  </a:lnTo>
                  <a:lnTo>
                    <a:pt x="2017475" y="72009"/>
                  </a:lnTo>
                  <a:lnTo>
                    <a:pt x="2017514" y="72007"/>
                  </a:lnTo>
                  <a:lnTo>
                    <a:pt x="2017554" y="72003"/>
                  </a:lnTo>
                  <a:lnTo>
                    <a:pt x="2017594" y="71994"/>
                  </a:lnTo>
                  <a:lnTo>
                    <a:pt x="2017633" y="71981"/>
                  </a:lnTo>
                  <a:lnTo>
                    <a:pt x="2017672" y="71957"/>
                  </a:lnTo>
                  <a:lnTo>
                    <a:pt x="2017704" y="71929"/>
                  </a:lnTo>
                  <a:lnTo>
                    <a:pt x="2017725" y="71901"/>
                  </a:lnTo>
                  <a:lnTo>
                    <a:pt x="2017738" y="71875"/>
                  </a:lnTo>
                  <a:lnTo>
                    <a:pt x="2017751" y="71848"/>
                  </a:lnTo>
                  <a:lnTo>
                    <a:pt x="2017758" y="71820"/>
                  </a:lnTo>
                  <a:lnTo>
                    <a:pt x="2017766" y="71765"/>
                  </a:lnTo>
                  <a:lnTo>
                    <a:pt x="2017772" y="71709"/>
                  </a:lnTo>
                  <a:lnTo>
                    <a:pt x="2017766" y="71654"/>
                  </a:lnTo>
                  <a:lnTo>
                    <a:pt x="2017752" y="71598"/>
                  </a:lnTo>
                  <a:lnTo>
                    <a:pt x="2017725" y="71552"/>
                  </a:lnTo>
                  <a:lnTo>
                    <a:pt x="2017715" y="71543"/>
                  </a:lnTo>
                  <a:lnTo>
                    <a:pt x="2017681" y="71517"/>
                  </a:lnTo>
                  <a:lnTo>
                    <a:pt x="2017641" y="71495"/>
                  </a:lnTo>
                  <a:lnTo>
                    <a:pt x="2017601" y="71482"/>
                  </a:lnTo>
                  <a:lnTo>
                    <a:pt x="2017572" y="71475"/>
                  </a:lnTo>
                  <a:lnTo>
                    <a:pt x="2017562" y="71475"/>
                  </a:lnTo>
                  <a:lnTo>
                    <a:pt x="2017522" y="71472"/>
                  </a:lnTo>
                  <a:lnTo>
                    <a:pt x="2017483" y="71464"/>
                  </a:lnTo>
                  <a:lnTo>
                    <a:pt x="2017443" y="71452"/>
                  </a:lnTo>
                  <a:lnTo>
                    <a:pt x="2017406" y="71437"/>
                  </a:lnTo>
                  <a:lnTo>
                    <a:pt x="2017366" y="71413"/>
                  </a:lnTo>
                  <a:lnTo>
                    <a:pt x="2017331" y="71385"/>
                  </a:lnTo>
                  <a:lnTo>
                    <a:pt x="2017310" y="71356"/>
                  </a:lnTo>
                  <a:lnTo>
                    <a:pt x="2017297" y="71328"/>
                  </a:lnTo>
                  <a:lnTo>
                    <a:pt x="2017287" y="71300"/>
                  </a:lnTo>
                  <a:lnTo>
                    <a:pt x="2017278" y="71273"/>
                  </a:lnTo>
                  <a:lnTo>
                    <a:pt x="2017273" y="71245"/>
                  </a:lnTo>
                  <a:lnTo>
                    <a:pt x="2017273" y="71230"/>
                  </a:lnTo>
                  <a:lnTo>
                    <a:pt x="2017280" y="71190"/>
                  </a:lnTo>
                  <a:lnTo>
                    <a:pt x="2017288" y="71162"/>
                  </a:lnTo>
                  <a:lnTo>
                    <a:pt x="2017301" y="71134"/>
                  </a:lnTo>
                  <a:lnTo>
                    <a:pt x="2017348" y="71081"/>
                  </a:lnTo>
                  <a:lnTo>
                    <a:pt x="2017375" y="71053"/>
                  </a:lnTo>
                  <a:lnTo>
                    <a:pt x="2017401" y="71025"/>
                  </a:lnTo>
                  <a:lnTo>
                    <a:pt x="2017429" y="70997"/>
                  </a:lnTo>
                  <a:lnTo>
                    <a:pt x="2017464" y="70969"/>
                  </a:lnTo>
                  <a:lnTo>
                    <a:pt x="2017537" y="70914"/>
                  </a:lnTo>
                  <a:lnTo>
                    <a:pt x="2017559" y="70901"/>
                  </a:lnTo>
                  <a:lnTo>
                    <a:pt x="2017579" y="70888"/>
                  </a:lnTo>
                  <a:lnTo>
                    <a:pt x="2017619" y="70866"/>
                  </a:lnTo>
                  <a:lnTo>
                    <a:pt x="2017658" y="70847"/>
                  </a:lnTo>
                  <a:lnTo>
                    <a:pt x="2017737" y="70813"/>
                  </a:lnTo>
                  <a:lnTo>
                    <a:pt x="2017777" y="70799"/>
                  </a:lnTo>
                  <a:lnTo>
                    <a:pt x="2017816" y="70789"/>
                  </a:lnTo>
                  <a:lnTo>
                    <a:pt x="2017856" y="70780"/>
                  </a:lnTo>
                  <a:lnTo>
                    <a:pt x="2017896" y="70768"/>
                  </a:lnTo>
                  <a:lnTo>
                    <a:pt x="2017909" y="70763"/>
                  </a:lnTo>
                  <a:lnTo>
                    <a:pt x="2017935" y="70754"/>
                  </a:lnTo>
                  <a:lnTo>
                    <a:pt x="2017975" y="70737"/>
                  </a:lnTo>
                  <a:lnTo>
                    <a:pt x="2018054" y="70704"/>
                  </a:lnTo>
                  <a:lnTo>
                    <a:pt x="2018093" y="70685"/>
                  </a:lnTo>
                  <a:lnTo>
                    <a:pt x="2018132" y="70664"/>
                  </a:lnTo>
                  <a:lnTo>
                    <a:pt x="2018172" y="70640"/>
                  </a:lnTo>
                  <a:lnTo>
                    <a:pt x="2018206" y="70613"/>
                  </a:lnTo>
                  <a:lnTo>
                    <a:pt x="2018232" y="70585"/>
                  </a:lnTo>
                  <a:lnTo>
                    <a:pt x="2018256" y="70557"/>
                  </a:lnTo>
                  <a:lnTo>
                    <a:pt x="2018295" y="70504"/>
                  </a:lnTo>
                  <a:lnTo>
                    <a:pt x="2018410" y="70284"/>
                  </a:lnTo>
                  <a:lnTo>
                    <a:pt x="2018420" y="70256"/>
                  </a:lnTo>
                  <a:lnTo>
                    <a:pt x="2018428" y="70228"/>
                  </a:lnTo>
                  <a:lnTo>
                    <a:pt x="2018436" y="70200"/>
                  </a:lnTo>
                  <a:lnTo>
                    <a:pt x="2018441" y="70173"/>
                  </a:lnTo>
                  <a:lnTo>
                    <a:pt x="2018448" y="70117"/>
                  </a:lnTo>
                  <a:lnTo>
                    <a:pt x="2018453" y="70062"/>
                  </a:lnTo>
                  <a:lnTo>
                    <a:pt x="2018456" y="70034"/>
                  </a:lnTo>
                  <a:lnTo>
                    <a:pt x="2018459" y="69978"/>
                  </a:lnTo>
                  <a:lnTo>
                    <a:pt x="2018461" y="69868"/>
                  </a:lnTo>
                  <a:lnTo>
                    <a:pt x="2018461" y="69840"/>
                  </a:lnTo>
                  <a:lnTo>
                    <a:pt x="2018457" y="69812"/>
                  </a:lnTo>
                  <a:lnTo>
                    <a:pt x="2018399" y="69645"/>
                  </a:lnTo>
                  <a:lnTo>
                    <a:pt x="2018388" y="69617"/>
                  </a:lnTo>
                  <a:lnTo>
                    <a:pt x="2018377" y="69589"/>
                  </a:lnTo>
                  <a:lnTo>
                    <a:pt x="2018364" y="69562"/>
                  </a:lnTo>
                  <a:lnTo>
                    <a:pt x="2018332" y="69506"/>
                  </a:lnTo>
                  <a:lnTo>
                    <a:pt x="2018326" y="69495"/>
                  </a:lnTo>
                  <a:lnTo>
                    <a:pt x="2018316" y="69479"/>
                  </a:lnTo>
                  <a:lnTo>
                    <a:pt x="2018297" y="69451"/>
                  </a:lnTo>
                  <a:lnTo>
                    <a:pt x="2018276" y="69423"/>
                  </a:lnTo>
                  <a:lnTo>
                    <a:pt x="2018255" y="69396"/>
                  </a:lnTo>
                  <a:lnTo>
                    <a:pt x="2018231" y="69368"/>
                  </a:lnTo>
                  <a:lnTo>
                    <a:pt x="2018205" y="69340"/>
                  </a:lnTo>
                  <a:lnTo>
                    <a:pt x="2018178" y="69313"/>
                  </a:lnTo>
                  <a:lnTo>
                    <a:pt x="2018154" y="69285"/>
                  </a:lnTo>
                  <a:lnTo>
                    <a:pt x="2018133" y="69258"/>
                  </a:lnTo>
                  <a:lnTo>
                    <a:pt x="2018112" y="69230"/>
                  </a:lnTo>
                  <a:lnTo>
                    <a:pt x="2018093" y="69202"/>
                  </a:lnTo>
                  <a:lnTo>
                    <a:pt x="2018079" y="69175"/>
                  </a:lnTo>
                  <a:lnTo>
                    <a:pt x="2018071" y="69147"/>
                  </a:lnTo>
                  <a:lnTo>
                    <a:pt x="2018055" y="69092"/>
                  </a:lnTo>
                  <a:lnTo>
                    <a:pt x="2018047" y="69064"/>
                  </a:lnTo>
                  <a:lnTo>
                    <a:pt x="2018044" y="69036"/>
                  </a:lnTo>
                  <a:lnTo>
                    <a:pt x="2018044" y="68981"/>
                  </a:lnTo>
                  <a:lnTo>
                    <a:pt x="2018046" y="68953"/>
                  </a:lnTo>
                  <a:lnTo>
                    <a:pt x="2018052" y="68925"/>
                  </a:lnTo>
                  <a:lnTo>
                    <a:pt x="2018062" y="68897"/>
                  </a:lnTo>
                  <a:lnTo>
                    <a:pt x="2018075" y="68870"/>
                  </a:lnTo>
                  <a:lnTo>
                    <a:pt x="2018107" y="68842"/>
                  </a:lnTo>
                  <a:lnTo>
                    <a:pt x="2018318" y="68709"/>
                  </a:lnTo>
                  <a:lnTo>
                    <a:pt x="2018491" y="68618"/>
                  </a:lnTo>
                  <a:lnTo>
                    <a:pt x="2018531" y="68606"/>
                  </a:lnTo>
                  <a:lnTo>
                    <a:pt x="2018570" y="68591"/>
                  </a:lnTo>
                  <a:lnTo>
                    <a:pt x="2018610" y="68573"/>
                  </a:lnTo>
                  <a:lnTo>
                    <a:pt x="2018650" y="68553"/>
                  </a:lnTo>
                  <a:lnTo>
                    <a:pt x="2018729" y="68504"/>
                  </a:lnTo>
                  <a:lnTo>
                    <a:pt x="2018768" y="68476"/>
                  </a:lnTo>
                  <a:lnTo>
                    <a:pt x="2018802" y="68449"/>
                  </a:lnTo>
                  <a:lnTo>
                    <a:pt x="2018833" y="68421"/>
                  </a:lnTo>
                  <a:lnTo>
                    <a:pt x="2019015" y="68258"/>
                  </a:lnTo>
                  <a:lnTo>
                    <a:pt x="2019065" y="68203"/>
                  </a:lnTo>
                  <a:lnTo>
                    <a:pt x="2019086" y="68175"/>
                  </a:lnTo>
                  <a:lnTo>
                    <a:pt x="2019104" y="68147"/>
                  </a:lnTo>
                  <a:lnTo>
                    <a:pt x="2019122" y="68119"/>
                  </a:lnTo>
                  <a:lnTo>
                    <a:pt x="2019135" y="68092"/>
                  </a:lnTo>
                  <a:lnTo>
                    <a:pt x="2019146" y="68064"/>
                  </a:lnTo>
                  <a:lnTo>
                    <a:pt x="2019154" y="68036"/>
                  </a:lnTo>
                  <a:lnTo>
                    <a:pt x="2019159" y="68008"/>
                  </a:lnTo>
                  <a:lnTo>
                    <a:pt x="2019164" y="67981"/>
                  </a:lnTo>
                  <a:lnTo>
                    <a:pt x="2019182" y="67829"/>
                  </a:lnTo>
                  <a:lnTo>
                    <a:pt x="2019184" y="67796"/>
                  </a:lnTo>
                  <a:lnTo>
                    <a:pt x="2019184" y="67787"/>
                  </a:lnTo>
                  <a:lnTo>
                    <a:pt x="2019174" y="67759"/>
                  </a:lnTo>
                  <a:lnTo>
                    <a:pt x="2019152" y="67731"/>
                  </a:lnTo>
                  <a:lnTo>
                    <a:pt x="2019107" y="67676"/>
                  </a:lnTo>
                  <a:lnTo>
                    <a:pt x="2019084" y="67649"/>
                  </a:lnTo>
                  <a:lnTo>
                    <a:pt x="2019057" y="67621"/>
                  </a:lnTo>
                  <a:lnTo>
                    <a:pt x="2018878" y="67448"/>
                  </a:lnTo>
                  <a:lnTo>
                    <a:pt x="2018814" y="67393"/>
                  </a:lnTo>
                  <a:lnTo>
                    <a:pt x="2018774" y="67366"/>
                  </a:lnTo>
                  <a:lnTo>
                    <a:pt x="2018660" y="67287"/>
                  </a:lnTo>
                  <a:lnTo>
                    <a:pt x="2018623" y="67259"/>
                  </a:lnTo>
                  <a:lnTo>
                    <a:pt x="2018588" y="67232"/>
                  </a:lnTo>
                  <a:lnTo>
                    <a:pt x="2018530" y="67184"/>
                  </a:lnTo>
                  <a:lnTo>
                    <a:pt x="2018498" y="67156"/>
                  </a:lnTo>
                  <a:lnTo>
                    <a:pt x="2018440" y="67101"/>
                  </a:lnTo>
                  <a:lnTo>
                    <a:pt x="2018410" y="67074"/>
                  </a:lnTo>
                  <a:lnTo>
                    <a:pt x="2018384" y="67046"/>
                  </a:lnTo>
                  <a:lnTo>
                    <a:pt x="2018360" y="67018"/>
                  </a:lnTo>
                  <a:lnTo>
                    <a:pt x="2018198" y="66825"/>
                  </a:lnTo>
                  <a:lnTo>
                    <a:pt x="2018128" y="66729"/>
                  </a:lnTo>
                  <a:lnTo>
                    <a:pt x="2018078" y="66631"/>
                  </a:lnTo>
                  <a:lnTo>
                    <a:pt x="2018067" y="66604"/>
                  </a:lnTo>
                  <a:lnTo>
                    <a:pt x="2018053" y="66576"/>
                  </a:lnTo>
                  <a:lnTo>
                    <a:pt x="2018040" y="66549"/>
                  </a:lnTo>
                  <a:lnTo>
                    <a:pt x="2017979" y="66438"/>
                  </a:lnTo>
                  <a:lnTo>
                    <a:pt x="2017944" y="66383"/>
                  </a:lnTo>
                  <a:lnTo>
                    <a:pt x="2017853" y="66246"/>
                  </a:lnTo>
                  <a:lnTo>
                    <a:pt x="2017835" y="66219"/>
                  </a:lnTo>
                  <a:lnTo>
                    <a:pt x="2017795" y="66168"/>
                  </a:lnTo>
                  <a:lnTo>
                    <a:pt x="2017744" y="66108"/>
                  </a:lnTo>
                  <a:lnTo>
                    <a:pt x="2017720" y="66081"/>
                  </a:lnTo>
                  <a:lnTo>
                    <a:pt x="2017694" y="66053"/>
                  </a:lnTo>
                  <a:lnTo>
                    <a:pt x="2017664" y="66025"/>
                  </a:lnTo>
                  <a:lnTo>
                    <a:pt x="2017635" y="65998"/>
                  </a:lnTo>
                  <a:lnTo>
                    <a:pt x="2017579" y="65941"/>
                  </a:lnTo>
                  <a:lnTo>
                    <a:pt x="2017552" y="65913"/>
                  </a:lnTo>
                  <a:lnTo>
                    <a:pt x="2017530" y="65889"/>
                  </a:lnTo>
                  <a:lnTo>
                    <a:pt x="2017502" y="65860"/>
                  </a:lnTo>
                  <a:lnTo>
                    <a:pt x="2017477" y="65832"/>
                  </a:lnTo>
                  <a:lnTo>
                    <a:pt x="2017435" y="65777"/>
                  </a:lnTo>
                  <a:lnTo>
                    <a:pt x="2017416" y="65749"/>
                  </a:lnTo>
                  <a:lnTo>
                    <a:pt x="2017395" y="65694"/>
                  </a:lnTo>
                  <a:lnTo>
                    <a:pt x="2017387" y="65666"/>
                  </a:lnTo>
                  <a:lnTo>
                    <a:pt x="2017384" y="65639"/>
                  </a:lnTo>
                  <a:lnTo>
                    <a:pt x="2017386" y="65611"/>
                  </a:lnTo>
                  <a:lnTo>
                    <a:pt x="2017394" y="65583"/>
                  </a:lnTo>
                  <a:lnTo>
                    <a:pt x="2017399" y="65556"/>
                  </a:lnTo>
                  <a:lnTo>
                    <a:pt x="2017404" y="65528"/>
                  </a:lnTo>
                  <a:lnTo>
                    <a:pt x="2017412" y="65447"/>
                  </a:lnTo>
                  <a:lnTo>
                    <a:pt x="2017409" y="65389"/>
                  </a:lnTo>
                  <a:lnTo>
                    <a:pt x="2017392" y="65195"/>
                  </a:lnTo>
                  <a:lnTo>
                    <a:pt x="2017384" y="65168"/>
                  </a:lnTo>
                  <a:lnTo>
                    <a:pt x="2017376" y="65151"/>
                  </a:lnTo>
                  <a:lnTo>
                    <a:pt x="2017365" y="65140"/>
                  </a:lnTo>
                  <a:lnTo>
                    <a:pt x="2017344" y="65112"/>
                  </a:lnTo>
                  <a:lnTo>
                    <a:pt x="2017328" y="65085"/>
                  </a:lnTo>
                  <a:lnTo>
                    <a:pt x="2017314" y="65057"/>
                  </a:lnTo>
                  <a:lnTo>
                    <a:pt x="2017306" y="65030"/>
                  </a:lnTo>
                  <a:lnTo>
                    <a:pt x="2017303" y="65002"/>
                  </a:lnTo>
                  <a:lnTo>
                    <a:pt x="2017303" y="64974"/>
                  </a:lnTo>
                  <a:lnTo>
                    <a:pt x="2017306" y="64946"/>
                  </a:lnTo>
                  <a:lnTo>
                    <a:pt x="2017318" y="64891"/>
                  </a:lnTo>
                  <a:lnTo>
                    <a:pt x="2017368" y="64752"/>
                  </a:lnTo>
                  <a:lnTo>
                    <a:pt x="2017375" y="64738"/>
                  </a:lnTo>
                  <a:lnTo>
                    <a:pt x="2017381" y="64725"/>
                  </a:lnTo>
                  <a:lnTo>
                    <a:pt x="2017483" y="64560"/>
                  </a:lnTo>
                  <a:lnTo>
                    <a:pt x="2017619" y="64199"/>
                  </a:lnTo>
                  <a:lnTo>
                    <a:pt x="2017629" y="64171"/>
                  </a:lnTo>
                  <a:lnTo>
                    <a:pt x="2017655" y="64144"/>
                  </a:lnTo>
                  <a:lnTo>
                    <a:pt x="2017690" y="64118"/>
                  </a:lnTo>
                  <a:lnTo>
                    <a:pt x="2017809" y="64036"/>
                  </a:lnTo>
                  <a:lnTo>
                    <a:pt x="2017924" y="63956"/>
                  </a:lnTo>
                  <a:lnTo>
                    <a:pt x="2017961" y="63928"/>
                  </a:lnTo>
                  <a:lnTo>
                    <a:pt x="2017990" y="63901"/>
                  </a:lnTo>
                  <a:lnTo>
                    <a:pt x="2018016" y="63873"/>
                  </a:lnTo>
                  <a:lnTo>
                    <a:pt x="2018038" y="63845"/>
                  </a:lnTo>
                  <a:lnTo>
                    <a:pt x="2018093" y="63762"/>
                  </a:lnTo>
                  <a:lnTo>
                    <a:pt x="2018106" y="63734"/>
                  </a:lnTo>
                  <a:lnTo>
                    <a:pt x="2018111" y="63710"/>
                  </a:lnTo>
                  <a:lnTo>
                    <a:pt x="2018108" y="63692"/>
                  </a:lnTo>
                  <a:lnTo>
                    <a:pt x="2018030" y="63402"/>
                  </a:lnTo>
                  <a:lnTo>
                    <a:pt x="2018022" y="63374"/>
                  </a:lnTo>
                  <a:lnTo>
                    <a:pt x="2018005" y="63347"/>
                  </a:lnTo>
                  <a:lnTo>
                    <a:pt x="2017987" y="63319"/>
                  </a:lnTo>
                  <a:lnTo>
                    <a:pt x="2017960" y="63291"/>
                  </a:lnTo>
                  <a:lnTo>
                    <a:pt x="2017925" y="63264"/>
                  </a:lnTo>
                  <a:lnTo>
                    <a:pt x="2017909" y="63252"/>
                  </a:lnTo>
                  <a:lnTo>
                    <a:pt x="2017889" y="63238"/>
                  </a:lnTo>
                  <a:lnTo>
                    <a:pt x="2017848" y="63216"/>
                  </a:lnTo>
                  <a:lnTo>
                    <a:pt x="2017809" y="63198"/>
                  </a:lnTo>
                  <a:lnTo>
                    <a:pt x="2017769" y="63185"/>
                  </a:lnTo>
                  <a:lnTo>
                    <a:pt x="2017729" y="63174"/>
                  </a:lnTo>
                  <a:lnTo>
                    <a:pt x="2017649" y="63158"/>
                  </a:lnTo>
                  <a:lnTo>
                    <a:pt x="2017609" y="63150"/>
                  </a:lnTo>
                  <a:lnTo>
                    <a:pt x="2017570" y="63143"/>
                  </a:lnTo>
                  <a:lnTo>
                    <a:pt x="2017292" y="63098"/>
                  </a:lnTo>
                  <a:lnTo>
                    <a:pt x="2017212" y="63085"/>
                  </a:lnTo>
                  <a:lnTo>
                    <a:pt x="2017132" y="63074"/>
                  </a:lnTo>
                  <a:lnTo>
                    <a:pt x="2017093" y="63069"/>
                  </a:lnTo>
                  <a:lnTo>
                    <a:pt x="2017053" y="63066"/>
                  </a:lnTo>
                  <a:lnTo>
                    <a:pt x="2017013" y="63062"/>
                  </a:lnTo>
                  <a:lnTo>
                    <a:pt x="2016974" y="63060"/>
                  </a:lnTo>
                  <a:lnTo>
                    <a:pt x="2016934" y="63060"/>
                  </a:lnTo>
                  <a:lnTo>
                    <a:pt x="2016894" y="63064"/>
                  </a:lnTo>
                  <a:lnTo>
                    <a:pt x="2016815" y="63076"/>
                  </a:lnTo>
                  <a:lnTo>
                    <a:pt x="2016775" y="63085"/>
                  </a:lnTo>
                  <a:lnTo>
                    <a:pt x="2016735" y="63094"/>
                  </a:lnTo>
                  <a:lnTo>
                    <a:pt x="2016656" y="63111"/>
                  </a:lnTo>
                  <a:lnTo>
                    <a:pt x="2016577" y="63123"/>
                  </a:lnTo>
                  <a:lnTo>
                    <a:pt x="2016537" y="63127"/>
                  </a:lnTo>
                  <a:lnTo>
                    <a:pt x="2016457" y="63127"/>
                  </a:lnTo>
                  <a:lnTo>
                    <a:pt x="2016378" y="63116"/>
                  </a:lnTo>
                  <a:lnTo>
                    <a:pt x="2016299" y="63105"/>
                  </a:lnTo>
                  <a:lnTo>
                    <a:pt x="2016259" y="63098"/>
                  </a:lnTo>
                  <a:lnTo>
                    <a:pt x="2016219" y="63087"/>
                  </a:lnTo>
                  <a:lnTo>
                    <a:pt x="2016179" y="63069"/>
                  </a:lnTo>
                  <a:lnTo>
                    <a:pt x="2016139" y="63041"/>
                  </a:lnTo>
                  <a:lnTo>
                    <a:pt x="2016062" y="62986"/>
                  </a:lnTo>
                  <a:lnTo>
                    <a:pt x="2016027" y="62958"/>
                  </a:lnTo>
                  <a:lnTo>
                    <a:pt x="2015955" y="62878"/>
                  </a:lnTo>
                  <a:lnTo>
                    <a:pt x="2015952" y="62873"/>
                  </a:lnTo>
                  <a:lnTo>
                    <a:pt x="2015934" y="62850"/>
                  </a:lnTo>
                  <a:lnTo>
                    <a:pt x="2015918" y="62822"/>
                  </a:lnTo>
                  <a:lnTo>
                    <a:pt x="2015904" y="62795"/>
                  </a:lnTo>
                  <a:lnTo>
                    <a:pt x="2015727" y="62437"/>
                  </a:lnTo>
                  <a:lnTo>
                    <a:pt x="2015706" y="62381"/>
                  </a:lnTo>
                  <a:lnTo>
                    <a:pt x="2015698" y="62354"/>
                  </a:lnTo>
                  <a:lnTo>
                    <a:pt x="2015692" y="62326"/>
                  </a:lnTo>
                  <a:lnTo>
                    <a:pt x="2015686" y="62299"/>
                  </a:lnTo>
                  <a:lnTo>
                    <a:pt x="2015681" y="62271"/>
                  </a:lnTo>
                  <a:lnTo>
                    <a:pt x="2015668" y="62202"/>
                  </a:lnTo>
                  <a:lnTo>
                    <a:pt x="2015653" y="62105"/>
                  </a:lnTo>
                  <a:lnTo>
                    <a:pt x="2015651" y="62077"/>
                  </a:lnTo>
                  <a:lnTo>
                    <a:pt x="2015637" y="62022"/>
                  </a:lnTo>
                  <a:lnTo>
                    <a:pt x="2015626" y="61992"/>
                  </a:lnTo>
                  <a:lnTo>
                    <a:pt x="2015613" y="61965"/>
                  </a:lnTo>
                  <a:lnTo>
                    <a:pt x="2015597" y="61937"/>
                  </a:lnTo>
                  <a:lnTo>
                    <a:pt x="2015556" y="61882"/>
                  </a:lnTo>
                  <a:lnTo>
                    <a:pt x="2015503" y="61826"/>
                  </a:lnTo>
                  <a:lnTo>
                    <a:pt x="2015490" y="61815"/>
                  </a:lnTo>
                  <a:lnTo>
                    <a:pt x="2015471" y="61799"/>
                  </a:lnTo>
                  <a:lnTo>
                    <a:pt x="2015362" y="61718"/>
                  </a:lnTo>
                  <a:lnTo>
                    <a:pt x="2015322" y="61692"/>
                  </a:lnTo>
                  <a:lnTo>
                    <a:pt x="2015303" y="61681"/>
                  </a:lnTo>
                  <a:lnTo>
                    <a:pt x="2015282" y="61674"/>
                  </a:lnTo>
                  <a:lnTo>
                    <a:pt x="2015276" y="61672"/>
                  </a:lnTo>
                  <a:lnTo>
                    <a:pt x="2015258" y="61668"/>
                  </a:lnTo>
                  <a:lnTo>
                    <a:pt x="2015003" y="61618"/>
                  </a:lnTo>
                  <a:lnTo>
                    <a:pt x="2014687" y="61553"/>
                  </a:lnTo>
                  <a:lnTo>
                    <a:pt x="2014568" y="61522"/>
                  </a:lnTo>
                  <a:lnTo>
                    <a:pt x="2014528" y="61511"/>
                  </a:lnTo>
                  <a:lnTo>
                    <a:pt x="2014488" y="61496"/>
                  </a:lnTo>
                  <a:lnTo>
                    <a:pt x="2014451" y="61482"/>
                  </a:lnTo>
                  <a:lnTo>
                    <a:pt x="2014372" y="61450"/>
                  </a:lnTo>
                  <a:lnTo>
                    <a:pt x="2014331" y="61434"/>
                  </a:lnTo>
                  <a:lnTo>
                    <a:pt x="2013855" y="61240"/>
                  </a:lnTo>
                  <a:lnTo>
                    <a:pt x="2013817" y="61224"/>
                  </a:lnTo>
                  <a:lnTo>
                    <a:pt x="2013775" y="61205"/>
                  </a:lnTo>
                  <a:lnTo>
                    <a:pt x="2013696" y="61165"/>
                  </a:lnTo>
                  <a:lnTo>
                    <a:pt x="2013616" y="61125"/>
                  </a:lnTo>
                  <a:lnTo>
                    <a:pt x="2013576" y="61101"/>
                  </a:lnTo>
                  <a:lnTo>
                    <a:pt x="2013539" y="61077"/>
                  </a:lnTo>
                  <a:lnTo>
                    <a:pt x="2013499" y="61049"/>
                  </a:lnTo>
                  <a:lnTo>
                    <a:pt x="2013461" y="61022"/>
                  </a:lnTo>
                  <a:lnTo>
                    <a:pt x="2013429" y="60994"/>
                  </a:lnTo>
                  <a:lnTo>
                    <a:pt x="2013397" y="60967"/>
                  </a:lnTo>
                  <a:lnTo>
                    <a:pt x="2013338" y="60912"/>
                  </a:lnTo>
                  <a:lnTo>
                    <a:pt x="2012923" y="60621"/>
                  </a:lnTo>
                  <a:lnTo>
                    <a:pt x="2012883" y="60594"/>
                  </a:lnTo>
                  <a:lnTo>
                    <a:pt x="2012848" y="60566"/>
                  </a:lnTo>
                  <a:lnTo>
                    <a:pt x="2012819" y="60539"/>
                  </a:lnTo>
                  <a:lnTo>
                    <a:pt x="2012674" y="60401"/>
                  </a:lnTo>
                  <a:lnTo>
                    <a:pt x="2012398" y="60042"/>
                  </a:lnTo>
                  <a:lnTo>
                    <a:pt x="2012385" y="60014"/>
                  </a:lnTo>
                  <a:lnTo>
                    <a:pt x="2012374" y="59986"/>
                  </a:lnTo>
                  <a:lnTo>
                    <a:pt x="2012366" y="59959"/>
                  </a:lnTo>
                  <a:lnTo>
                    <a:pt x="2012360" y="59931"/>
                  </a:lnTo>
                  <a:lnTo>
                    <a:pt x="2012357" y="59903"/>
                  </a:lnTo>
                  <a:lnTo>
                    <a:pt x="2012357" y="59876"/>
                  </a:lnTo>
                  <a:lnTo>
                    <a:pt x="2012357" y="59848"/>
                  </a:lnTo>
                  <a:lnTo>
                    <a:pt x="2012359" y="59793"/>
                  </a:lnTo>
                  <a:lnTo>
                    <a:pt x="2012364" y="59765"/>
                  </a:lnTo>
                  <a:lnTo>
                    <a:pt x="2012374" y="59737"/>
                  </a:lnTo>
                  <a:lnTo>
                    <a:pt x="2012395" y="59682"/>
                  </a:lnTo>
                  <a:lnTo>
                    <a:pt x="2012405" y="59654"/>
                  </a:lnTo>
                  <a:lnTo>
                    <a:pt x="2012416" y="59626"/>
                  </a:lnTo>
                  <a:lnTo>
                    <a:pt x="2012423" y="59598"/>
                  </a:lnTo>
                  <a:lnTo>
                    <a:pt x="2012428" y="59571"/>
                  </a:lnTo>
                  <a:lnTo>
                    <a:pt x="2012431" y="59543"/>
                  </a:lnTo>
                  <a:lnTo>
                    <a:pt x="2012437" y="59438"/>
                  </a:lnTo>
                  <a:lnTo>
                    <a:pt x="2012436" y="59411"/>
                  </a:lnTo>
                  <a:lnTo>
                    <a:pt x="2012436" y="59328"/>
                  </a:lnTo>
                  <a:lnTo>
                    <a:pt x="2012432" y="59133"/>
                  </a:lnTo>
                  <a:lnTo>
                    <a:pt x="2012426" y="59106"/>
                  </a:lnTo>
                  <a:lnTo>
                    <a:pt x="2012409" y="59078"/>
                  </a:lnTo>
                  <a:lnTo>
                    <a:pt x="2012380" y="59053"/>
                  </a:lnTo>
                  <a:lnTo>
                    <a:pt x="2012348" y="59025"/>
                  </a:lnTo>
                  <a:lnTo>
                    <a:pt x="2012314" y="58998"/>
                  </a:lnTo>
                  <a:lnTo>
                    <a:pt x="2012239" y="58942"/>
                  </a:lnTo>
                  <a:lnTo>
                    <a:pt x="2012227" y="58936"/>
                  </a:lnTo>
                  <a:lnTo>
                    <a:pt x="2012199" y="58920"/>
                  </a:lnTo>
                  <a:lnTo>
                    <a:pt x="2012175" y="58902"/>
                  </a:lnTo>
                  <a:lnTo>
                    <a:pt x="2012159" y="58878"/>
                  </a:lnTo>
                  <a:lnTo>
                    <a:pt x="2012069" y="58588"/>
                  </a:lnTo>
                  <a:lnTo>
                    <a:pt x="2012063" y="58561"/>
                  </a:lnTo>
                  <a:lnTo>
                    <a:pt x="2012062" y="58549"/>
                  </a:lnTo>
                  <a:lnTo>
                    <a:pt x="2012060" y="58533"/>
                  </a:lnTo>
                  <a:lnTo>
                    <a:pt x="2012063" y="58505"/>
                  </a:lnTo>
                  <a:lnTo>
                    <a:pt x="2012068" y="58478"/>
                  </a:lnTo>
                  <a:lnTo>
                    <a:pt x="2012076" y="58450"/>
                  </a:lnTo>
                  <a:lnTo>
                    <a:pt x="2012083" y="58422"/>
                  </a:lnTo>
                  <a:lnTo>
                    <a:pt x="2012096" y="58394"/>
                  </a:lnTo>
                  <a:lnTo>
                    <a:pt x="2012141" y="58311"/>
                  </a:lnTo>
                  <a:lnTo>
                    <a:pt x="2012157" y="58283"/>
                  </a:lnTo>
                  <a:lnTo>
                    <a:pt x="2012177" y="58255"/>
                  </a:lnTo>
                  <a:lnTo>
                    <a:pt x="2012204" y="58227"/>
                  </a:lnTo>
                  <a:lnTo>
                    <a:pt x="2012238" y="58201"/>
                  </a:lnTo>
                  <a:lnTo>
                    <a:pt x="2012246" y="58196"/>
                  </a:lnTo>
                  <a:lnTo>
                    <a:pt x="2012256" y="58190"/>
                  </a:lnTo>
                  <a:lnTo>
                    <a:pt x="2012278" y="58183"/>
                  </a:lnTo>
                  <a:lnTo>
                    <a:pt x="2012318" y="58173"/>
                  </a:lnTo>
                  <a:lnTo>
                    <a:pt x="2012357" y="58168"/>
                  </a:lnTo>
                  <a:lnTo>
                    <a:pt x="2012437" y="58167"/>
                  </a:lnTo>
                  <a:lnTo>
                    <a:pt x="2012556" y="58167"/>
                  </a:lnTo>
                  <a:lnTo>
                    <a:pt x="2012676" y="58170"/>
                  </a:lnTo>
                  <a:lnTo>
                    <a:pt x="2012716" y="58172"/>
                  </a:lnTo>
                  <a:lnTo>
                    <a:pt x="2012875" y="58180"/>
                  </a:lnTo>
                  <a:lnTo>
                    <a:pt x="2012915" y="58185"/>
                  </a:lnTo>
                  <a:lnTo>
                    <a:pt x="2012954" y="58191"/>
                  </a:lnTo>
                  <a:lnTo>
                    <a:pt x="2012994" y="58198"/>
                  </a:lnTo>
                  <a:lnTo>
                    <a:pt x="2013034" y="58205"/>
                  </a:lnTo>
                  <a:lnTo>
                    <a:pt x="2013074" y="58205"/>
                  </a:lnTo>
                  <a:lnTo>
                    <a:pt x="2013114" y="58199"/>
                  </a:lnTo>
                  <a:lnTo>
                    <a:pt x="2013130" y="58196"/>
                  </a:lnTo>
                  <a:lnTo>
                    <a:pt x="2013154" y="58190"/>
                  </a:lnTo>
                  <a:lnTo>
                    <a:pt x="2013193" y="58177"/>
                  </a:lnTo>
                  <a:lnTo>
                    <a:pt x="2013233" y="58158"/>
                  </a:lnTo>
                  <a:lnTo>
                    <a:pt x="2013270" y="58130"/>
                  </a:lnTo>
                  <a:lnTo>
                    <a:pt x="2013299" y="58103"/>
                  </a:lnTo>
                  <a:lnTo>
                    <a:pt x="2013325" y="58075"/>
                  </a:lnTo>
                  <a:lnTo>
                    <a:pt x="2013349" y="58047"/>
                  </a:lnTo>
                  <a:lnTo>
                    <a:pt x="2013370" y="58019"/>
                  </a:lnTo>
                  <a:lnTo>
                    <a:pt x="2013388" y="57991"/>
                  </a:lnTo>
                  <a:lnTo>
                    <a:pt x="2013425" y="57936"/>
                  </a:lnTo>
                  <a:lnTo>
                    <a:pt x="2013432" y="57923"/>
                  </a:lnTo>
                  <a:lnTo>
                    <a:pt x="2013441" y="57908"/>
                  </a:lnTo>
                  <a:lnTo>
                    <a:pt x="2013462" y="57864"/>
                  </a:lnTo>
                  <a:lnTo>
                    <a:pt x="2013467" y="57852"/>
                  </a:lnTo>
                  <a:lnTo>
                    <a:pt x="2013475" y="57825"/>
                  </a:lnTo>
                  <a:lnTo>
                    <a:pt x="2013482" y="57797"/>
                  </a:lnTo>
                  <a:lnTo>
                    <a:pt x="2013488" y="57769"/>
                  </a:lnTo>
                  <a:lnTo>
                    <a:pt x="2013493" y="57741"/>
                  </a:lnTo>
                  <a:lnTo>
                    <a:pt x="2013493" y="57713"/>
                  </a:lnTo>
                  <a:lnTo>
                    <a:pt x="2013492" y="57658"/>
                  </a:lnTo>
                  <a:lnTo>
                    <a:pt x="2013489" y="57631"/>
                  </a:lnTo>
                  <a:lnTo>
                    <a:pt x="2013478" y="57575"/>
                  </a:lnTo>
                  <a:lnTo>
                    <a:pt x="2013470" y="57548"/>
                  </a:lnTo>
                  <a:lnTo>
                    <a:pt x="2013459" y="57520"/>
                  </a:lnTo>
                  <a:lnTo>
                    <a:pt x="2013370" y="57298"/>
                  </a:lnTo>
                  <a:lnTo>
                    <a:pt x="2013356" y="57271"/>
                  </a:lnTo>
                  <a:lnTo>
                    <a:pt x="2013340" y="57243"/>
                  </a:lnTo>
                  <a:lnTo>
                    <a:pt x="2013324" y="57216"/>
                  </a:lnTo>
                  <a:lnTo>
                    <a:pt x="2013278" y="57133"/>
                  </a:lnTo>
                  <a:lnTo>
                    <a:pt x="2013268" y="57105"/>
                  </a:lnTo>
                  <a:lnTo>
                    <a:pt x="2013260" y="57077"/>
                  </a:lnTo>
                  <a:lnTo>
                    <a:pt x="2013254" y="57049"/>
                  </a:lnTo>
                  <a:lnTo>
                    <a:pt x="2013251" y="57022"/>
                  </a:lnTo>
                  <a:lnTo>
                    <a:pt x="2013251" y="56966"/>
                  </a:lnTo>
                  <a:lnTo>
                    <a:pt x="2013255" y="56911"/>
                  </a:lnTo>
                  <a:lnTo>
                    <a:pt x="2013263" y="56883"/>
                  </a:lnTo>
                  <a:lnTo>
                    <a:pt x="2013274" y="56857"/>
                  </a:lnTo>
                  <a:lnTo>
                    <a:pt x="2013297" y="56830"/>
                  </a:lnTo>
                  <a:lnTo>
                    <a:pt x="2013606" y="56523"/>
                  </a:lnTo>
                  <a:lnTo>
                    <a:pt x="2013701" y="56440"/>
                  </a:lnTo>
                  <a:lnTo>
                    <a:pt x="2013740" y="56412"/>
                  </a:lnTo>
                  <a:lnTo>
                    <a:pt x="2013780" y="56390"/>
                  </a:lnTo>
                  <a:lnTo>
                    <a:pt x="2013820" y="56367"/>
                  </a:lnTo>
                  <a:lnTo>
                    <a:pt x="2013859" y="56349"/>
                  </a:lnTo>
                  <a:lnTo>
                    <a:pt x="2013899" y="56332"/>
                  </a:lnTo>
                  <a:lnTo>
                    <a:pt x="2013939" y="56308"/>
                  </a:lnTo>
                  <a:lnTo>
                    <a:pt x="2013996" y="56252"/>
                  </a:lnTo>
                  <a:lnTo>
                    <a:pt x="2014015" y="56224"/>
                  </a:lnTo>
                  <a:lnTo>
                    <a:pt x="2014023" y="56197"/>
                  </a:lnTo>
                  <a:lnTo>
                    <a:pt x="2014025" y="56169"/>
                  </a:lnTo>
                  <a:lnTo>
                    <a:pt x="2014015" y="56114"/>
                  </a:lnTo>
                  <a:lnTo>
                    <a:pt x="2014006" y="56086"/>
                  </a:lnTo>
                  <a:lnTo>
                    <a:pt x="2013996" y="56058"/>
                  </a:lnTo>
                  <a:lnTo>
                    <a:pt x="2013987" y="56031"/>
                  </a:lnTo>
                  <a:lnTo>
                    <a:pt x="2013989" y="56013"/>
                  </a:lnTo>
                  <a:lnTo>
                    <a:pt x="2013990" y="56003"/>
                  </a:lnTo>
                  <a:lnTo>
                    <a:pt x="2013997" y="55975"/>
                  </a:lnTo>
                  <a:lnTo>
                    <a:pt x="2014011" y="55947"/>
                  </a:lnTo>
                  <a:lnTo>
                    <a:pt x="2014026" y="55919"/>
                  </a:lnTo>
                  <a:lnTo>
                    <a:pt x="2014044" y="55894"/>
                  </a:lnTo>
                  <a:lnTo>
                    <a:pt x="2014176" y="55729"/>
                  </a:lnTo>
                  <a:lnTo>
                    <a:pt x="2014221" y="55673"/>
                  </a:lnTo>
                  <a:lnTo>
                    <a:pt x="2014268" y="55617"/>
                  </a:lnTo>
                  <a:lnTo>
                    <a:pt x="2014316" y="55562"/>
                  </a:lnTo>
                  <a:lnTo>
                    <a:pt x="2014368" y="55506"/>
                  </a:lnTo>
                  <a:lnTo>
                    <a:pt x="2014427" y="55451"/>
                  </a:lnTo>
                  <a:lnTo>
                    <a:pt x="2014458" y="55423"/>
                  </a:lnTo>
                  <a:lnTo>
                    <a:pt x="2014490" y="55395"/>
                  </a:lnTo>
                  <a:lnTo>
                    <a:pt x="2014577" y="55321"/>
                  </a:lnTo>
                  <a:lnTo>
                    <a:pt x="2014660" y="55256"/>
                  </a:lnTo>
                  <a:lnTo>
                    <a:pt x="2014699" y="55228"/>
                  </a:lnTo>
                  <a:lnTo>
                    <a:pt x="2014860" y="55091"/>
                  </a:lnTo>
                  <a:lnTo>
                    <a:pt x="2014921" y="55035"/>
                  </a:lnTo>
                  <a:lnTo>
                    <a:pt x="2014950" y="55007"/>
                  </a:lnTo>
                  <a:lnTo>
                    <a:pt x="2014974" y="54981"/>
                  </a:lnTo>
                  <a:lnTo>
                    <a:pt x="2014997" y="54953"/>
                  </a:lnTo>
                  <a:lnTo>
                    <a:pt x="2015016" y="54925"/>
                  </a:lnTo>
                  <a:lnTo>
                    <a:pt x="2015032" y="54898"/>
                  </a:lnTo>
                  <a:lnTo>
                    <a:pt x="2015042" y="54870"/>
                  </a:lnTo>
                  <a:lnTo>
                    <a:pt x="2015047" y="54842"/>
                  </a:lnTo>
                  <a:lnTo>
                    <a:pt x="2015050" y="54814"/>
                  </a:lnTo>
                  <a:lnTo>
                    <a:pt x="2015073" y="54401"/>
                  </a:lnTo>
                  <a:lnTo>
                    <a:pt x="2015071" y="54373"/>
                  </a:lnTo>
                  <a:lnTo>
                    <a:pt x="2015068" y="54346"/>
                  </a:lnTo>
                  <a:lnTo>
                    <a:pt x="2015051" y="54290"/>
                  </a:lnTo>
                  <a:lnTo>
                    <a:pt x="2015038" y="54263"/>
                  </a:lnTo>
                  <a:lnTo>
                    <a:pt x="2015022" y="54235"/>
                  </a:lnTo>
                  <a:lnTo>
                    <a:pt x="2014984" y="54180"/>
                  </a:lnTo>
                  <a:lnTo>
                    <a:pt x="2014965" y="54158"/>
                  </a:lnTo>
                  <a:lnTo>
                    <a:pt x="2014960" y="54152"/>
                  </a:lnTo>
                  <a:lnTo>
                    <a:pt x="2014936" y="54124"/>
                  </a:lnTo>
                  <a:lnTo>
                    <a:pt x="2014914" y="54097"/>
                  </a:lnTo>
                  <a:lnTo>
                    <a:pt x="2014899" y="54071"/>
                  </a:lnTo>
                  <a:lnTo>
                    <a:pt x="2014882" y="54043"/>
                  </a:lnTo>
                  <a:lnTo>
                    <a:pt x="2014855" y="53988"/>
                  </a:lnTo>
                  <a:lnTo>
                    <a:pt x="2014842" y="53960"/>
                  </a:lnTo>
                  <a:lnTo>
                    <a:pt x="2014820" y="53905"/>
                  </a:lnTo>
                  <a:lnTo>
                    <a:pt x="2014809" y="53877"/>
                  </a:lnTo>
                  <a:lnTo>
                    <a:pt x="2014803" y="53849"/>
                  </a:lnTo>
                  <a:lnTo>
                    <a:pt x="2014793" y="53794"/>
                  </a:lnTo>
                  <a:lnTo>
                    <a:pt x="2014738" y="53240"/>
                  </a:lnTo>
                  <a:lnTo>
                    <a:pt x="2014738" y="53212"/>
                  </a:lnTo>
                  <a:lnTo>
                    <a:pt x="2014746" y="53159"/>
                  </a:lnTo>
                  <a:lnTo>
                    <a:pt x="2014751" y="53131"/>
                  </a:lnTo>
                  <a:lnTo>
                    <a:pt x="2014764" y="53075"/>
                  </a:lnTo>
                  <a:lnTo>
                    <a:pt x="2014784" y="53020"/>
                  </a:lnTo>
                  <a:lnTo>
                    <a:pt x="2014795" y="52992"/>
                  </a:lnTo>
                  <a:lnTo>
                    <a:pt x="2014863" y="52826"/>
                  </a:lnTo>
                  <a:lnTo>
                    <a:pt x="2014876" y="52798"/>
                  </a:lnTo>
                  <a:lnTo>
                    <a:pt x="2014897" y="52770"/>
                  </a:lnTo>
                  <a:lnTo>
                    <a:pt x="2014963" y="52687"/>
                  </a:lnTo>
                  <a:lnTo>
                    <a:pt x="2014987" y="52659"/>
                  </a:lnTo>
                  <a:lnTo>
                    <a:pt x="2015011" y="52632"/>
                  </a:lnTo>
                  <a:lnTo>
                    <a:pt x="2015225" y="52437"/>
                  </a:lnTo>
                  <a:lnTo>
                    <a:pt x="2015257" y="52409"/>
                  </a:lnTo>
                  <a:lnTo>
                    <a:pt x="2015297" y="52381"/>
                  </a:lnTo>
                  <a:lnTo>
                    <a:pt x="2015320" y="52367"/>
                  </a:lnTo>
                  <a:lnTo>
                    <a:pt x="2015337" y="52357"/>
                  </a:lnTo>
                  <a:lnTo>
                    <a:pt x="2015376" y="52335"/>
                  </a:lnTo>
                  <a:lnTo>
                    <a:pt x="2015416" y="52316"/>
                  </a:lnTo>
                  <a:lnTo>
                    <a:pt x="2015456" y="52292"/>
                  </a:lnTo>
                  <a:lnTo>
                    <a:pt x="2015493" y="52264"/>
                  </a:lnTo>
                  <a:lnTo>
                    <a:pt x="2015527" y="52236"/>
                  </a:lnTo>
                  <a:lnTo>
                    <a:pt x="2015586" y="52181"/>
                  </a:lnTo>
                  <a:lnTo>
                    <a:pt x="2015612" y="52153"/>
                  </a:lnTo>
                  <a:lnTo>
                    <a:pt x="2015636" y="52125"/>
                  </a:lnTo>
                  <a:lnTo>
                    <a:pt x="2015678" y="52070"/>
                  </a:lnTo>
                  <a:lnTo>
                    <a:pt x="2015696" y="52042"/>
                  </a:lnTo>
                  <a:lnTo>
                    <a:pt x="2015731" y="51986"/>
                  </a:lnTo>
                  <a:lnTo>
                    <a:pt x="2015746" y="51958"/>
                  </a:lnTo>
                  <a:lnTo>
                    <a:pt x="2015754" y="51931"/>
                  </a:lnTo>
                  <a:lnTo>
                    <a:pt x="2015756" y="51903"/>
                  </a:lnTo>
                  <a:lnTo>
                    <a:pt x="2015756" y="51895"/>
                  </a:lnTo>
                  <a:lnTo>
                    <a:pt x="2015754" y="51876"/>
                  </a:lnTo>
                  <a:lnTo>
                    <a:pt x="2015748" y="51848"/>
                  </a:lnTo>
                  <a:lnTo>
                    <a:pt x="2015738" y="51820"/>
                  </a:lnTo>
                  <a:lnTo>
                    <a:pt x="2015721" y="51793"/>
                  </a:lnTo>
                  <a:lnTo>
                    <a:pt x="2015702" y="51765"/>
                  </a:lnTo>
                  <a:lnTo>
                    <a:pt x="2015681" y="51737"/>
                  </a:lnTo>
                  <a:lnTo>
                    <a:pt x="2015461" y="51488"/>
                  </a:lnTo>
                  <a:lnTo>
                    <a:pt x="2015437" y="51461"/>
                  </a:lnTo>
                  <a:lnTo>
                    <a:pt x="2015388" y="51406"/>
                  </a:lnTo>
                  <a:lnTo>
                    <a:pt x="2015382" y="51403"/>
                  </a:lnTo>
                  <a:lnTo>
                    <a:pt x="2015246" y="51332"/>
                  </a:lnTo>
                  <a:lnTo>
                    <a:pt x="2015206" y="51311"/>
                  </a:lnTo>
                  <a:lnTo>
                    <a:pt x="2015169" y="51295"/>
                  </a:lnTo>
                  <a:lnTo>
                    <a:pt x="2015129" y="51279"/>
                  </a:lnTo>
                  <a:lnTo>
                    <a:pt x="2015089" y="51260"/>
                  </a:lnTo>
                  <a:lnTo>
                    <a:pt x="2015046" y="51238"/>
                  </a:lnTo>
                  <a:lnTo>
                    <a:pt x="2015009" y="51213"/>
                  </a:lnTo>
                  <a:lnTo>
                    <a:pt x="2015004" y="51208"/>
                  </a:lnTo>
                  <a:lnTo>
                    <a:pt x="2014982" y="51185"/>
                  </a:lnTo>
                  <a:lnTo>
                    <a:pt x="2014960" y="51157"/>
                  </a:lnTo>
                  <a:lnTo>
                    <a:pt x="2014950" y="51129"/>
                  </a:lnTo>
                  <a:lnTo>
                    <a:pt x="2014942" y="51102"/>
                  </a:lnTo>
                  <a:lnTo>
                    <a:pt x="2014936" y="51074"/>
                  </a:lnTo>
                  <a:lnTo>
                    <a:pt x="2014931" y="51047"/>
                  </a:lnTo>
                  <a:lnTo>
                    <a:pt x="2014926" y="50991"/>
                  </a:lnTo>
                  <a:lnTo>
                    <a:pt x="2014926" y="50963"/>
                  </a:lnTo>
                  <a:lnTo>
                    <a:pt x="2014936" y="50908"/>
                  </a:lnTo>
                  <a:lnTo>
                    <a:pt x="2014941" y="50880"/>
                  </a:lnTo>
                  <a:lnTo>
                    <a:pt x="2014951" y="50853"/>
                  </a:lnTo>
                  <a:lnTo>
                    <a:pt x="2014978" y="50795"/>
                  </a:lnTo>
                  <a:lnTo>
                    <a:pt x="2014996" y="50768"/>
                  </a:lnTo>
                  <a:lnTo>
                    <a:pt x="2015039" y="50712"/>
                  </a:lnTo>
                  <a:lnTo>
                    <a:pt x="2015060" y="50690"/>
                  </a:lnTo>
                  <a:lnTo>
                    <a:pt x="2015066" y="50684"/>
                  </a:lnTo>
                  <a:lnTo>
                    <a:pt x="2015071" y="50680"/>
                  </a:lnTo>
                  <a:lnTo>
                    <a:pt x="2015100" y="50657"/>
                  </a:lnTo>
                  <a:lnTo>
                    <a:pt x="2015140" y="50631"/>
                  </a:lnTo>
                  <a:lnTo>
                    <a:pt x="2015219" y="50588"/>
                  </a:lnTo>
                  <a:lnTo>
                    <a:pt x="2015259" y="50569"/>
                  </a:lnTo>
                  <a:lnTo>
                    <a:pt x="2015339" y="50536"/>
                  </a:lnTo>
                  <a:lnTo>
                    <a:pt x="2015376" y="50523"/>
                  </a:lnTo>
                  <a:lnTo>
                    <a:pt x="2015416" y="50510"/>
                  </a:lnTo>
                  <a:lnTo>
                    <a:pt x="2015695" y="50425"/>
                  </a:lnTo>
                  <a:lnTo>
                    <a:pt x="2015775" y="50408"/>
                  </a:lnTo>
                  <a:lnTo>
                    <a:pt x="2015815" y="50400"/>
                  </a:lnTo>
                  <a:lnTo>
                    <a:pt x="2015855" y="50391"/>
                  </a:lnTo>
                  <a:lnTo>
                    <a:pt x="2015895" y="50382"/>
                  </a:lnTo>
                  <a:lnTo>
                    <a:pt x="2015975" y="50354"/>
                  </a:lnTo>
                  <a:lnTo>
                    <a:pt x="2016371" y="50205"/>
                  </a:lnTo>
                  <a:lnTo>
                    <a:pt x="2016411" y="50189"/>
                  </a:lnTo>
                  <a:lnTo>
                    <a:pt x="2016450" y="50172"/>
                  </a:lnTo>
                  <a:lnTo>
                    <a:pt x="2016491" y="50154"/>
                  </a:lnTo>
                  <a:lnTo>
                    <a:pt x="2016567" y="50113"/>
                  </a:lnTo>
                  <a:lnTo>
                    <a:pt x="2016607" y="50089"/>
                  </a:lnTo>
                  <a:lnTo>
                    <a:pt x="2016645" y="50059"/>
                  </a:lnTo>
                  <a:lnTo>
                    <a:pt x="2016679" y="50031"/>
                  </a:lnTo>
                  <a:lnTo>
                    <a:pt x="2016706" y="50006"/>
                  </a:lnTo>
                  <a:lnTo>
                    <a:pt x="2016727" y="49983"/>
                  </a:lnTo>
                  <a:lnTo>
                    <a:pt x="2016756" y="49950"/>
                  </a:lnTo>
                  <a:lnTo>
                    <a:pt x="2016780" y="49922"/>
                  </a:lnTo>
                  <a:lnTo>
                    <a:pt x="2016828" y="49867"/>
                  </a:lnTo>
                  <a:lnTo>
                    <a:pt x="2016852" y="49839"/>
                  </a:lnTo>
                  <a:lnTo>
                    <a:pt x="2016894" y="49782"/>
                  </a:lnTo>
                  <a:lnTo>
                    <a:pt x="2016910" y="49754"/>
                  </a:lnTo>
                  <a:lnTo>
                    <a:pt x="2016923" y="49726"/>
                  </a:lnTo>
                  <a:lnTo>
                    <a:pt x="2016934" y="49699"/>
                  </a:lnTo>
                  <a:lnTo>
                    <a:pt x="2016942" y="49671"/>
                  </a:lnTo>
                  <a:lnTo>
                    <a:pt x="2016944" y="49625"/>
                  </a:lnTo>
                  <a:lnTo>
                    <a:pt x="2016931" y="49560"/>
                  </a:lnTo>
                  <a:lnTo>
                    <a:pt x="2016923" y="49533"/>
                  </a:lnTo>
                  <a:lnTo>
                    <a:pt x="2016909" y="49505"/>
                  </a:lnTo>
                  <a:lnTo>
                    <a:pt x="2016891" y="49477"/>
                  </a:lnTo>
                  <a:lnTo>
                    <a:pt x="2016869" y="49450"/>
                  </a:lnTo>
                  <a:lnTo>
                    <a:pt x="2016821" y="49395"/>
                  </a:lnTo>
                  <a:lnTo>
                    <a:pt x="2016795" y="49367"/>
                  </a:lnTo>
                  <a:lnTo>
                    <a:pt x="2016768" y="49341"/>
                  </a:lnTo>
                  <a:lnTo>
                    <a:pt x="2016739" y="49314"/>
                  </a:lnTo>
                  <a:lnTo>
                    <a:pt x="2016709" y="49286"/>
                  </a:lnTo>
                  <a:lnTo>
                    <a:pt x="2016584" y="49175"/>
                  </a:lnTo>
                  <a:lnTo>
                    <a:pt x="2016552" y="49148"/>
                  </a:lnTo>
                  <a:lnTo>
                    <a:pt x="2016511" y="49120"/>
                  </a:lnTo>
                  <a:lnTo>
                    <a:pt x="2016471" y="49098"/>
                  </a:lnTo>
                  <a:lnTo>
                    <a:pt x="2016429" y="49080"/>
                  </a:lnTo>
                  <a:lnTo>
                    <a:pt x="2016388" y="49065"/>
                  </a:lnTo>
                  <a:lnTo>
                    <a:pt x="2016349" y="49052"/>
                  </a:lnTo>
                  <a:lnTo>
                    <a:pt x="2016309" y="49041"/>
                  </a:lnTo>
                  <a:lnTo>
                    <a:pt x="2016228" y="49019"/>
                  </a:lnTo>
                  <a:lnTo>
                    <a:pt x="2016149" y="49003"/>
                  </a:lnTo>
                  <a:lnTo>
                    <a:pt x="2016109" y="48995"/>
                  </a:lnTo>
                  <a:lnTo>
                    <a:pt x="2016069" y="48990"/>
                  </a:lnTo>
                  <a:lnTo>
                    <a:pt x="2016028" y="48986"/>
                  </a:lnTo>
                  <a:lnTo>
                    <a:pt x="2015989" y="48987"/>
                  </a:lnTo>
                  <a:lnTo>
                    <a:pt x="2015949" y="48990"/>
                  </a:lnTo>
                  <a:lnTo>
                    <a:pt x="2015909" y="48994"/>
                  </a:lnTo>
                  <a:lnTo>
                    <a:pt x="2015869" y="48998"/>
                  </a:lnTo>
                  <a:lnTo>
                    <a:pt x="2015829" y="49003"/>
                  </a:lnTo>
                  <a:lnTo>
                    <a:pt x="2015749" y="49016"/>
                  </a:lnTo>
                  <a:lnTo>
                    <a:pt x="2015589" y="49045"/>
                  </a:lnTo>
                  <a:lnTo>
                    <a:pt x="2015509" y="49061"/>
                  </a:lnTo>
                  <a:lnTo>
                    <a:pt x="2015469" y="49073"/>
                  </a:lnTo>
                  <a:lnTo>
                    <a:pt x="2015430" y="49086"/>
                  </a:lnTo>
                  <a:lnTo>
                    <a:pt x="2015389" y="49101"/>
                  </a:lnTo>
                  <a:lnTo>
                    <a:pt x="2015350" y="49117"/>
                  </a:lnTo>
                  <a:lnTo>
                    <a:pt x="2015310" y="49132"/>
                  </a:lnTo>
                  <a:lnTo>
                    <a:pt x="2015273" y="49145"/>
                  </a:lnTo>
                  <a:lnTo>
                    <a:pt x="2015193" y="49164"/>
                  </a:lnTo>
                  <a:lnTo>
                    <a:pt x="2015153" y="49171"/>
                  </a:lnTo>
                  <a:lnTo>
                    <a:pt x="2015113" y="49175"/>
                  </a:lnTo>
                  <a:lnTo>
                    <a:pt x="2015073" y="49177"/>
                  </a:lnTo>
                  <a:lnTo>
                    <a:pt x="2015033" y="49177"/>
                  </a:lnTo>
                  <a:lnTo>
                    <a:pt x="2014993" y="49175"/>
                  </a:lnTo>
                  <a:lnTo>
                    <a:pt x="2014953" y="49172"/>
                  </a:lnTo>
                  <a:lnTo>
                    <a:pt x="2014892" y="49155"/>
                  </a:lnTo>
                  <a:lnTo>
                    <a:pt x="2014870" y="49144"/>
                  </a:lnTo>
                  <a:lnTo>
                    <a:pt x="2014830" y="49118"/>
                  </a:lnTo>
                  <a:lnTo>
                    <a:pt x="2014798" y="49091"/>
                  </a:lnTo>
                  <a:lnTo>
                    <a:pt x="2014774" y="49063"/>
                  </a:lnTo>
                  <a:lnTo>
                    <a:pt x="2014753" y="49035"/>
                  </a:lnTo>
                  <a:lnTo>
                    <a:pt x="2014640" y="48871"/>
                  </a:lnTo>
                  <a:lnTo>
                    <a:pt x="2014520" y="48680"/>
                  </a:lnTo>
                  <a:lnTo>
                    <a:pt x="2014498" y="48652"/>
                  </a:lnTo>
                  <a:lnTo>
                    <a:pt x="2014460" y="48624"/>
                  </a:lnTo>
                  <a:lnTo>
                    <a:pt x="2014001" y="48338"/>
                  </a:lnTo>
                  <a:lnTo>
                    <a:pt x="2013959" y="48318"/>
                  </a:lnTo>
                  <a:lnTo>
                    <a:pt x="2013878" y="48288"/>
                  </a:lnTo>
                  <a:lnTo>
                    <a:pt x="2013758" y="48253"/>
                  </a:lnTo>
                  <a:lnTo>
                    <a:pt x="2013591" y="48209"/>
                  </a:lnTo>
                  <a:lnTo>
                    <a:pt x="2013568" y="48204"/>
                  </a:lnTo>
                  <a:lnTo>
                    <a:pt x="2013528" y="48198"/>
                  </a:lnTo>
                  <a:lnTo>
                    <a:pt x="2013466" y="48191"/>
                  </a:lnTo>
                  <a:lnTo>
                    <a:pt x="2013383" y="48182"/>
                  </a:lnTo>
                  <a:lnTo>
                    <a:pt x="2013076" y="48158"/>
                  </a:lnTo>
                  <a:lnTo>
                    <a:pt x="2012999" y="48154"/>
                  </a:lnTo>
                  <a:lnTo>
                    <a:pt x="2012975" y="48153"/>
                  </a:lnTo>
                  <a:lnTo>
                    <a:pt x="2012899" y="48143"/>
                  </a:lnTo>
                  <a:lnTo>
                    <a:pt x="2012887" y="48142"/>
                  </a:lnTo>
                  <a:lnTo>
                    <a:pt x="2012564" y="48095"/>
                  </a:lnTo>
                  <a:lnTo>
                    <a:pt x="2012479" y="48081"/>
                  </a:lnTo>
                  <a:lnTo>
                    <a:pt x="2012391" y="48059"/>
                  </a:lnTo>
                  <a:lnTo>
                    <a:pt x="2012314" y="48035"/>
                  </a:lnTo>
                  <a:lnTo>
                    <a:pt x="2012261" y="48011"/>
                  </a:lnTo>
                  <a:lnTo>
                    <a:pt x="2012221" y="47985"/>
                  </a:lnTo>
                  <a:lnTo>
                    <a:pt x="2011879" y="47744"/>
                  </a:lnTo>
                  <a:lnTo>
                    <a:pt x="2011812" y="47694"/>
                  </a:lnTo>
                  <a:lnTo>
                    <a:pt x="2011776" y="47662"/>
                  </a:lnTo>
                  <a:lnTo>
                    <a:pt x="2011767" y="47653"/>
                  </a:lnTo>
                  <a:lnTo>
                    <a:pt x="2011733" y="47618"/>
                  </a:lnTo>
                  <a:lnTo>
                    <a:pt x="2011724" y="47603"/>
                  </a:lnTo>
                  <a:lnTo>
                    <a:pt x="2011706" y="47572"/>
                  </a:lnTo>
                  <a:lnTo>
                    <a:pt x="2011663" y="47504"/>
                  </a:lnTo>
                  <a:lnTo>
                    <a:pt x="2011572" y="47375"/>
                  </a:lnTo>
                  <a:lnTo>
                    <a:pt x="2011519" y="47301"/>
                  </a:lnTo>
                  <a:lnTo>
                    <a:pt x="2011473" y="47244"/>
                  </a:lnTo>
                  <a:lnTo>
                    <a:pt x="2011446" y="47211"/>
                  </a:lnTo>
                  <a:lnTo>
                    <a:pt x="2011404" y="47159"/>
                  </a:lnTo>
                  <a:lnTo>
                    <a:pt x="2011359" y="47118"/>
                  </a:lnTo>
                  <a:lnTo>
                    <a:pt x="2011305" y="47083"/>
                  </a:lnTo>
                  <a:lnTo>
                    <a:pt x="2011230" y="47045"/>
                  </a:lnTo>
                  <a:lnTo>
                    <a:pt x="2011156" y="47015"/>
                  </a:lnTo>
                  <a:lnTo>
                    <a:pt x="2011075" y="46993"/>
                  </a:lnTo>
                  <a:lnTo>
                    <a:pt x="2010993" y="46980"/>
                  </a:lnTo>
                  <a:lnTo>
                    <a:pt x="2010897" y="46971"/>
                  </a:lnTo>
                  <a:lnTo>
                    <a:pt x="2010806" y="46967"/>
                  </a:lnTo>
                  <a:lnTo>
                    <a:pt x="2010553" y="46966"/>
                  </a:lnTo>
                  <a:lnTo>
                    <a:pt x="2010344" y="46972"/>
                  </a:lnTo>
                  <a:lnTo>
                    <a:pt x="2010190" y="46966"/>
                  </a:lnTo>
                  <a:lnTo>
                    <a:pt x="2010070" y="46961"/>
                  </a:lnTo>
                  <a:lnTo>
                    <a:pt x="2009958" y="46952"/>
                  </a:lnTo>
                  <a:lnTo>
                    <a:pt x="2009843" y="46939"/>
                  </a:lnTo>
                  <a:lnTo>
                    <a:pt x="2009720" y="46913"/>
                  </a:lnTo>
                  <a:lnTo>
                    <a:pt x="2009595" y="46878"/>
                  </a:lnTo>
                  <a:lnTo>
                    <a:pt x="2009541" y="46858"/>
                  </a:lnTo>
                  <a:lnTo>
                    <a:pt x="2009424" y="46793"/>
                  </a:lnTo>
                  <a:lnTo>
                    <a:pt x="2009357" y="46751"/>
                  </a:lnTo>
                  <a:lnTo>
                    <a:pt x="2009282" y="46696"/>
                  </a:lnTo>
                  <a:lnTo>
                    <a:pt x="2009221" y="46652"/>
                  </a:lnTo>
                  <a:lnTo>
                    <a:pt x="2009151" y="46604"/>
                  </a:lnTo>
                  <a:lnTo>
                    <a:pt x="2008868" y="46427"/>
                  </a:lnTo>
                  <a:lnTo>
                    <a:pt x="2008721" y="46346"/>
                  </a:lnTo>
                  <a:lnTo>
                    <a:pt x="2008649" y="46309"/>
                  </a:lnTo>
                  <a:lnTo>
                    <a:pt x="2008510" y="46259"/>
                  </a:lnTo>
                  <a:lnTo>
                    <a:pt x="2007740" y="45948"/>
                  </a:lnTo>
                  <a:lnTo>
                    <a:pt x="2007382" y="45770"/>
                  </a:lnTo>
                  <a:lnTo>
                    <a:pt x="2006553" y="45339"/>
                  </a:lnTo>
                  <a:lnTo>
                    <a:pt x="2006401" y="45269"/>
                  </a:lnTo>
                  <a:lnTo>
                    <a:pt x="2006310" y="45230"/>
                  </a:lnTo>
                  <a:lnTo>
                    <a:pt x="2006248" y="45203"/>
                  </a:lnTo>
                  <a:lnTo>
                    <a:pt x="2006221" y="45186"/>
                  </a:lnTo>
                  <a:lnTo>
                    <a:pt x="2006179" y="45153"/>
                  </a:lnTo>
                  <a:lnTo>
                    <a:pt x="2005854" y="44855"/>
                  </a:lnTo>
                  <a:lnTo>
                    <a:pt x="2005828" y="44827"/>
                  </a:lnTo>
                  <a:lnTo>
                    <a:pt x="2005779" y="44768"/>
                  </a:lnTo>
                  <a:lnTo>
                    <a:pt x="2005750" y="44727"/>
                  </a:lnTo>
                  <a:lnTo>
                    <a:pt x="2005694" y="44672"/>
                  </a:lnTo>
                  <a:lnTo>
                    <a:pt x="2005656" y="44635"/>
                  </a:lnTo>
                  <a:lnTo>
                    <a:pt x="2005581" y="44569"/>
                  </a:lnTo>
                  <a:lnTo>
                    <a:pt x="2005525" y="44530"/>
                  </a:lnTo>
                  <a:lnTo>
                    <a:pt x="2005463" y="44495"/>
                  </a:lnTo>
                  <a:lnTo>
                    <a:pt x="2005418" y="44481"/>
                  </a:lnTo>
                  <a:lnTo>
                    <a:pt x="2005397" y="44477"/>
                  </a:lnTo>
                  <a:lnTo>
                    <a:pt x="2005381" y="44473"/>
                  </a:lnTo>
                  <a:lnTo>
                    <a:pt x="2005337" y="44468"/>
                  </a:lnTo>
                  <a:lnTo>
                    <a:pt x="2005284" y="44469"/>
                  </a:lnTo>
                  <a:lnTo>
                    <a:pt x="2005223" y="44474"/>
                  </a:lnTo>
                  <a:lnTo>
                    <a:pt x="2005135" y="44488"/>
                  </a:lnTo>
                  <a:lnTo>
                    <a:pt x="2004988" y="44520"/>
                  </a:lnTo>
                  <a:lnTo>
                    <a:pt x="2004908" y="44541"/>
                  </a:lnTo>
                  <a:lnTo>
                    <a:pt x="2004836" y="44561"/>
                  </a:lnTo>
                  <a:lnTo>
                    <a:pt x="2004324" y="44708"/>
                  </a:lnTo>
                  <a:lnTo>
                    <a:pt x="2004273" y="44723"/>
                  </a:lnTo>
                  <a:lnTo>
                    <a:pt x="2004231" y="44741"/>
                  </a:lnTo>
                  <a:lnTo>
                    <a:pt x="2004188" y="44765"/>
                  </a:lnTo>
                  <a:lnTo>
                    <a:pt x="2004132" y="44808"/>
                  </a:lnTo>
                  <a:lnTo>
                    <a:pt x="2004116" y="44826"/>
                  </a:lnTo>
                  <a:lnTo>
                    <a:pt x="2004103" y="44851"/>
                  </a:lnTo>
                  <a:lnTo>
                    <a:pt x="2004092" y="44878"/>
                  </a:lnTo>
                  <a:lnTo>
                    <a:pt x="2004074" y="44902"/>
                  </a:lnTo>
                  <a:lnTo>
                    <a:pt x="2004047" y="44928"/>
                  </a:lnTo>
                  <a:lnTo>
                    <a:pt x="2003938" y="45006"/>
                  </a:lnTo>
                  <a:lnTo>
                    <a:pt x="2003908" y="45026"/>
                  </a:lnTo>
                  <a:lnTo>
                    <a:pt x="2003872" y="45045"/>
                  </a:lnTo>
                  <a:lnTo>
                    <a:pt x="2003826" y="45061"/>
                  </a:lnTo>
                  <a:lnTo>
                    <a:pt x="2003789" y="45080"/>
                  </a:lnTo>
                  <a:lnTo>
                    <a:pt x="2003717" y="45117"/>
                  </a:lnTo>
                  <a:lnTo>
                    <a:pt x="2003688" y="45136"/>
                  </a:lnTo>
                  <a:lnTo>
                    <a:pt x="2003302" y="45412"/>
                  </a:lnTo>
                  <a:lnTo>
                    <a:pt x="2003134" y="45543"/>
                  </a:lnTo>
                  <a:lnTo>
                    <a:pt x="2003009" y="45650"/>
                  </a:lnTo>
                  <a:lnTo>
                    <a:pt x="2002998" y="45663"/>
                  </a:lnTo>
                  <a:lnTo>
                    <a:pt x="2002954" y="45698"/>
                  </a:lnTo>
                  <a:lnTo>
                    <a:pt x="2002903" y="45733"/>
                  </a:lnTo>
                  <a:lnTo>
                    <a:pt x="2002839" y="45769"/>
                  </a:lnTo>
                  <a:lnTo>
                    <a:pt x="2002775" y="45797"/>
                  </a:lnTo>
                  <a:lnTo>
                    <a:pt x="2002702" y="45821"/>
                  </a:lnTo>
                  <a:lnTo>
                    <a:pt x="2002636" y="45841"/>
                  </a:lnTo>
                  <a:lnTo>
                    <a:pt x="2002566" y="45857"/>
                  </a:lnTo>
                  <a:lnTo>
                    <a:pt x="2002487" y="45868"/>
                  </a:lnTo>
                  <a:lnTo>
                    <a:pt x="2002387" y="45874"/>
                  </a:lnTo>
                  <a:lnTo>
                    <a:pt x="2002297" y="45875"/>
                  </a:lnTo>
                  <a:lnTo>
                    <a:pt x="2001731" y="45877"/>
                  </a:lnTo>
                  <a:lnTo>
                    <a:pt x="2001670" y="45877"/>
                  </a:lnTo>
                  <a:lnTo>
                    <a:pt x="2001584" y="45869"/>
                  </a:lnTo>
                  <a:lnTo>
                    <a:pt x="2001486" y="45853"/>
                  </a:lnTo>
                  <a:lnTo>
                    <a:pt x="2001366" y="45826"/>
                  </a:lnTo>
                  <a:lnTo>
                    <a:pt x="2001280" y="45810"/>
                  </a:lnTo>
                  <a:lnTo>
                    <a:pt x="2001200" y="45799"/>
                  </a:lnTo>
                  <a:lnTo>
                    <a:pt x="2001152" y="45795"/>
                  </a:lnTo>
                  <a:lnTo>
                    <a:pt x="2001077" y="45792"/>
                  </a:lnTo>
                  <a:lnTo>
                    <a:pt x="2001019" y="45793"/>
                  </a:lnTo>
                  <a:lnTo>
                    <a:pt x="2000999" y="45795"/>
                  </a:lnTo>
                  <a:lnTo>
                    <a:pt x="2000971" y="45799"/>
                  </a:lnTo>
                  <a:lnTo>
                    <a:pt x="2000880" y="45819"/>
                  </a:lnTo>
                  <a:lnTo>
                    <a:pt x="2000773" y="45834"/>
                  </a:lnTo>
                  <a:lnTo>
                    <a:pt x="2000682" y="45835"/>
                  </a:lnTo>
                  <a:lnTo>
                    <a:pt x="2000608" y="45834"/>
                  </a:lnTo>
                  <a:lnTo>
                    <a:pt x="2000517" y="45824"/>
                  </a:lnTo>
                  <a:lnTo>
                    <a:pt x="2000367" y="45805"/>
                  </a:lnTo>
                  <a:lnTo>
                    <a:pt x="2000282" y="45794"/>
                  </a:lnTo>
                  <a:lnTo>
                    <a:pt x="2000228" y="45785"/>
                  </a:lnTo>
                  <a:lnTo>
                    <a:pt x="2000159" y="45774"/>
                  </a:lnTo>
                  <a:lnTo>
                    <a:pt x="2000050" y="45754"/>
                  </a:lnTo>
                  <a:lnTo>
                    <a:pt x="1999962" y="45742"/>
                  </a:lnTo>
                  <a:lnTo>
                    <a:pt x="1999898" y="45737"/>
                  </a:lnTo>
                  <a:lnTo>
                    <a:pt x="1999823" y="45733"/>
                  </a:lnTo>
                  <a:lnTo>
                    <a:pt x="1999794" y="45731"/>
                  </a:lnTo>
                  <a:lnTo>
                    <a:pt x="1999695" y="45727"/>
                  </a:lnTo>
                  <a:lnTo>
                    <a:pt x="1999604" y="45728"/>
                  </a:lnTo>
                  <a:lnTo>
                    <a:pt x="1999460" y="45733"/>
                  </a:lnTo>
                  <a:lnTo>
                    <a:pt x="1999407" y="45735"/>
                  </a:lnTo>
                  <a:lnTo>
                    <a:pt x="1999263" y="45739"/>
                  </a:lnTo>
                  <a:lnTo>
                    <a:pt x="1999164" y="45734"/>
                  </a:lnTo>
                  <a:lnTo>
                    <a:pt x="1999151" y="45733"/>
                  </a:lnTo>
                  <a:lnTo>
                    <a:pt x="1999015" y="45716"/>
                  </a:lnTo>
                  <a:lnTo>
                    <a:pt x="1998900" y="45698"/>
                  </a:lnTo>
                  <a:lnTo>
                    <a:pt x="1998775" y="45675"/>
                  </a:lnTo>
                  <a:lnTo>
                    <a:pt x="1998639" y="45646"/>
                  </a:lnTo>
                  <a:lnTo>
                    <a:pt x="1998487" y="45613"/>
                  </a:lnTo>
                  <a:lnTo>
                    <a:pt x="1998313" y="45574"/>
                  </a:lnTo>
                  <a:lnTo>
                    <a:pt x="1998227" y="45554"/>
                  </a:lnTo>
                  <a:lnTo>
                    <a:pt x="1998139" y="45535"/>
                  </a:lnTo>
                  <a:lnTo>
                    <a:pt x="1998065" y="45520"/>
                  </a:lnTo>
                  <a:lnTo>
                    <a:pt x="1997998" y="45516"/>
                  </a:lnTo>
                  <a:lnTo>
                    <a:pt x="1997938" y="45516"/>
                  </a:lnTo>
                  <a:lnTo>
                    <a:pt x="1997929" y="45516"/>
                  </a:lnTo>
                  <a:lnTo>
                    <a:pt x="1997870" y="45524"/>
                  </a:lnTo>
                  <a:lnTo>
                    <a:pt x="1997811" y="45537"/>
                  </a:lnTo>
                  <a:lnTo>
                    <a:pt x="1997742" y="45563"/>
                  </a:lnTo>
                  <a:lnTo>
                    <a:pt x="1997569" y="45631"/>
                  </a:lnTo>
                  <a:lnTo>
                    <a:pt x="1997504" y="45658"/>
                  </a:lnTo>
                  <a:lnTo>
                    <a:pt x="1997352" y="45725"/>
                  </a:lnTo>
                  <a:lnTo>
                    <a:pt x="1997253" y="45775"/>
                  </a:lnTo>
                  <a:lnTo>
                    <a:pt x="1997136" y="45839"/>
                  </a:lnTo>
                  <a:lnTo>
                    <a:pt x="1997080" y="45876"/>
                  </a:lnTo>
                  <a:lnTo>
                    <a:pt x="1997029" y="45915"/>
                  </a:lnTo>
                  <a:lnTo>
                    <a:pt x="1996970" y="45959"/>
                  </a:lnTo>
                  <a:lnTo>
                    <a:pt x="1996845" y="46052"/>
                  </a:lnTo>
                  <a:lnTo>
                    <a:pt x="1996778" y="46100"/>
                  </a:lnTo>
                  <a:lnTo>
                    <a:pt x="1996741" y="46121"/>
                  </a:lnTo>
                  <a:lnTo>
                    <a:pt x="1996658" y="46170"/>
                  </a:lnTo>
                  <a:lnTo>
                    <a:pt x="1996469" y="46277"/>
                  </a:lnTo>
                  <a:lnTo>
                    <a:pt x="1996364" y="46336"/>
                  </a:lnTo>
                  <a:lnTo>
                    <a:pt x="1996271" y="46386"/>
                  </a:lnTo>
                  <a:lnTo>
                    <a:pt x="1996162" y="46437"/>
                  </a:lnTo>
                  <a:lnTo>
                    <a:pt x="1996053" y="46482"/>
                  </a:lnTo>
                  <a:lnTo>
                    <a:pt x="1995954" y="46530"/>
                  </a:lnTo>
                  <a:lnTo>
                    <a:pt x="1995711" y="46648"/>
                  </a:lnTo>
                  <a:lnTo>
                    <a:pt x="1995559" y="46724"/>
                  </a:lnTo>
                  <a:lnTo>
                    <a:pt x="1995218" y="46896"/>
                  </a:lnTo>
                  <a:lnTo>
                    <a:pt x="1995113" y="46951"/>
                  </a:lnTo>
                  <a:lnTo>
                    <a:pt x="1994988" y="47021"/>
                  </a:lnTo>
                  <a:lnTo>
                    <a:pt x="1994914" y="47066"/>
                  </a:lnTo>
                  <a:lnTo>
                    <a:pt x="1994836" y="47112"/>
                  </a:lnTo>
                  <a:lnTo>
                    <a:pt x="1994801" y="47135"/>
                  </a:lnTo>
                  <a:lnTo>
                    <a:pt x="1994751" y="47169"/>
                  </a:lnTo>
                  <a:lnTo>
                    <a:pt x="1994618" y="47264"/>
                  </a:lnTo>
                  <a:lnTo>
                    <a:pt x="1994559" y="47308"/>
                  </a:lnTo>
                  <a:lnTo>
                    <a:pt x="1994500" y="47356"/>
                  </a:lnTo>
                  <a:lnTo>
                    <a:pt x="1994450" y="47398"/>
                  </a:lnTo>
                  <a:lnTo>
                    <a:pt x="1994375" y="47459"/>
                  </a:lnTo>
                  <a:lnTo>
                    <a:pt x="1994310" y="47506"/>
                  </a:lnTo>
                  <a:lnTo>
                    <a:pt x="1994255" y="47541"/>
                  </a:lnTo>
                  <a:lnTo>
                    <a:pt x="1994154" y="47592"/>
                  </a:lnTo>
                  <a:lnTo>
                    <a:pt x="1994074" y="47628"/>
                  </a:lnTo>
                  <a:lnTo>
                    <a:pt x="1994007" y="47650"/>
                  </a:lnTo>
                  <a:lnTo>
                    <a:pt x="1993933" y="47667"/>
                  </a:lnTo>
                  <a:lnTo>
                    <a:pt x="1993880" y="47675"/>
                  </a:lnTo>
                  <a:lnTo>
                    <a:pt x="1993863" y="47678"/>
                  </a:lnTo>
                  <a:lnTo>
                    <a:pt x="1993794" y="47681"/>
                  </a:lnTo>
                  <a:lnTo>
                    <a:pt x="1993690" y="47678"/>
                  </a:lnTo>
                  <a:lnTo>
                    <a:pt x="1993607" y="47673"/>
                  </a:lnTo>
                  <a:lnTo>
                    <a:pt x="1993498" y="47658"/>
                  </a:lnTo>
                  <a:lnTo>
                    <a:pt x="1993383" y="47639"/>
                  </a:lnTo>
                  <a:lnTo>
                    <a:pt x="1993212" y="47610"/>
                  </a:lnTo>
                  <a:lnTo>
                    <a:pt x="1993100" y="47590"/>
                  </a:lnTo>
                  <a:lnTo>
                    <a:pt x="1993028" y="47577"/>
                  </a:lnTo>
                  <a:lnTo>
                    <a:pt x="1992323" y="47468"/>
                  </a:lnTo>
                  <a:lnTo>
                    <a:pt x="1992048" y="47427"/>
                  </a:lnTo>
                  <a:lnTo>
                    <a:pt x="1991968" y="47416"/>
                  </a:lnTo>
                  <a:lnTo>
                    <a:pt x="1991845" y="47400"/>
                  </a:lnTo>
                  <a:lnTo>
                    <a:pt x="1991019" y="47309"/>
                  </a:lnTo>
                  <a:lnTo>
                    <a:pt x="1990947" y="47307"/>
                  </a:lnTo>
                  <a:lnTo>
                    <a:pt x="1990875" y="47305"/>
                  </a:lnTo>
                  <a:lnTo>
                    <a:pt x="1990779" y="47312"/>
                  </a:lnTo>
                  <a:lnTo>
                    <a:pt x="1990459" y="47358"/>
                  </a:lnTo>
                  <a:lnTo>
                    <a:pt x="1990358" y="47375"/>
                  </a:lnTo>
                  <a:lnTo>
                    <a:pt x="1990163" y="47399"/>
                  </a:lnTo>
                  <a:lnTo>
                    <a:pt x="1990143" y="47399"/>
                  </a:lnTo>
                  <a:lnTo>
                    <a:pt x="1990126" y="47399"/>
                  </a:lnTo>
                  <a:lnTo>
                    <a:pt x="1990051" y="47397"/>
                  </a:lnTo>
                  <a:lnTo>
                    <a:pt x="1990000" y="47390"/>
                  </a:lnTo>
                  <a:lnTo>
                    <a:pt x="1989918" y="47369"/>
                  </a:lnTo>
                  <a:lnTo>
                    <a:pt x="1989813" y="47351"/>
                  </a:lnTo>
                  <a:lnTo>
                    <a:pt x="1989704" y="47342"/>
                  </a:lnTo>
                  <a:lnTo>
                    <a:pt x="1989619" y="47338"/>
                  </a:lnTo>
                  <a:lnTo>
                    <a:pt x="1989510" y="47346"/>
                  </a:lnTo>
                  <a:lnTo>
                    <a:pt x="1989395" y="47360"/>
                  </a:lnTo>
                  <a:lnTo>
                    <a:pt x="1989323" y="47373"/>
                  </a:lnTo>
                  <a:lnTo>
                    <a:pt x="1989273" y="47381"/>
                  </a:lnTo>
                  <a:lnTo>
                    <a:pt x="1989230" y="47383"/>
                  </a:lnTo>
                  <a:lnTo>
                    <a:pt x="1989169" y="47379"/>
                  </a:lnTo>
                  <a:lnTo>
                    <a:pt x="1989035" y="47369"/>
                  </a:lnTo>
                  <a:lnTo>
                    <a:pt x="1988910" y="47355"/>
                  </a:lnTo>
                  <a:lnTo>
                    <a:pt x="1988827" y="47342"/>
                  </a:lnTo>
                  <a:lnTo>
                    <a:pt x="1988723" y="47316"/>
                  </a:lnTo>
                  <a:lnTo>
                    <a:pt x="1988676" y="47303"/>
                  </a:lnTo>
                  <a:lnTo>
                    <a:pt x="1988625" y="47288"/>
                  </a:lnTo>
                  <a:lnTo>
                    <a:pt x="1988515" y="47250"/>
                  </a:lnTo>
                  <a:lnTo>
                    <a:pt x="1988398" y="47206"/>
                  </a:lnTo>
                  <a:lnTo>
                    <a:pt x="1988273" y="47148"/>
                  </a:lnTo>
                  <a:lnTo>
                    <a:pt x="1988078" y="47038"/>
                  </a:lnTo>
                  <a:lnTo>
                    <a:pt x="1987982" y="46979"/>
                  </a:lnTo>
                  <a:lnTo>
                    <a:pt x="1987937" y="46949"/>
                  </a:lnTo>
                  <a:lnTo>
                    <a:pt x="1987897" y="46923"/>
                  </a:lnTo>
                  <a:lnTo>
                    <a:pt x="1987801" y="46852"/>
                  </a:lnTo>
                  <a:lnTo>
                    <a:pt x="1987691" y="46765"/>
                  </a:lnTo>
                  <a:lnTo>
                    <a:pt x="1987625" y="46701"/>
                  </a:lnTo>
                  <a:lnTo>
                    <a:pt x="1987612" y="46678"/>
                  </a:lnTo>
                  <a:lnTo>
                    <a:pt x="1987510" y="46479"/>
                  </a:lnTo>
                  <a:lnTo>
                    <a:pt x="1987454" y="46315"/>
                  </a:lnTo>
                  <a:lnTo>
                    <a:pt x="1987433" y="46250"/>
                  </a:lnTo>
                  <a:lnTo>
                    <a:pt x="1987430" y="46233"/>
                  </a:lnTo>
                  <a:lnTo>
                    <a:pt x="1987430" y="46210"/>
                  </a:lnTo>
                  <a:lnTo>
                    <a:pt x="1987440" y="45933"/>
                  </a:lnTo>
                  <a:lnTo>
                    <a:pt x="1987451" y="45761"/>
                  </a:lnTo>
                  <a:lnTo>
                    <a:pt x="1987446" y="45717"/>
                  </a:lnTo>
                  <a:lnTo>
                    <a:pt x="1987435" y="45658"/>
                  </a:lnTo>
                  <a:lnTo>
                    <a:pt x="1987417" y="45606"/>
                  </a:lnTo>
                  <a:lnTo>
                    <a:pt x="1987390" y="45562"/>
                  </a:lnTo>
                  <a:lnTo>
                    <a:pt x="1987357" y="45522"/>
                  </a:lnTo>
                  <a:lnTo>
                    <a:pt x="1987301" y="45457"/>
                  </a:lnTo>
                  <a:lnTo>
                    <a:pt x="1987253" y="45387"/>
                  </a:lnTo>
                  <a:lnTo>
                    <a:pt x="1987232" y="45354"/>
                  </a:lnTo>
                  <a:lnTo>
                    <a:pt x="1987120" y="45112"/>
                  </a:lnTo>
                  <a:lnTo>
                    <a:pt x="1987085" y="45036"/>
                  </a:lnTo>
                  <a:lnTo>
                    <a:pt x="1987059" y="44977"/>
                  </a:lnTo>
                  <a:lnTo>
                    <a:pt x="1987029" y="44896"/>
                  </a:lnTo>
                  <a:lnTo>
                    <a:pt x="1987013" y="44835"/>
                  </a:lnTo>
                  <a:lnTo>
                    <a:pt x="1987008" y="44793"/>
                  </a:lnTo>
                  <a:lnTo>
                    <a:pt x="1987003" y="44715"/>
                  </a:lnTo>
                  <a:lnTo>
                    <a:pt x="1987005" y="44630"/>
                  </a:lnTo>
                  <a:lnTo>
                    <a:pt x="1987013" y="44529"/>
                  </a:lnTo>
                  <a:lnTo>
                    <a:pt x="1987024" y="44442"/>
                  </a:lnTo>
                  <a:lnTo>
                    <a:pt x="1987039" y="44380"/>
                  </a:lnTo>
                  <a:lnTo>
                    <a:pt x="1987061" y="44328"/>
                  </a:lnTo>
                  <a:lnTo>
                    <a:pt x="1987247" y="43909"/>
                  </a:lnTo>
                  <a:lnTo>
                    <a:pt x="1987368" y="43660"/>
                  </a:lnTo>
                  <a:lnTo>
                    <a:pt x="1987386" y="43632"/>
                  </a:lnTo>
                  <a:lnTo>
                    <a:pt x="1987403" y="43599"/>
                  </a:lnTo>
                  <a:lnTo>
                    <a:pt x="1987461" y="43477"/>
                  </a:lnTo>
                  <a:lnTo>
                    <a:pt x="1987549" y="43267"/>
                  </a:lnTo>
                  <a:lnTo>
                    <a:pt x="1987568" y="43209"/>
                  </a:lnTo>
                  <a:lnTo>
                    <a:pt x="1987576" y="43143"/>
                  </a:lnTo>
                  <a:lnTo>
                    <a:pt x="1987627" y="42928"/>
                  </a:lnTo>
                  <a:lnTo>
                    <a:pt x="1987836" y="42511"/>
                  </a:lnTo>
                  <a:lnTo>
                    <a:pt x="1987908" y="42383"/>
                  </a:lnTo>
                  <a:lnTo>
                    <a:pt x="1987953" y="42322"/>
                  </a:lnTo>
                  <a:lnTo>
                    <a:pt x="1987988" y="42278"/>
                  </a:lnTo>
                  <a:lnTo>
                    <a:pt x="1988216" y="42046"/>
                  </a:lnTo>
                  <a:lnTo>
                    <a:pt x="1988230" y="42032"/>
                  </a:lnTo>
                  <a:lnTo>
                    <a:pt x="1988259" y="42011"/>
                  </a:lnTo>
                  <a:lnTo>
                    <a:pt x="1988285" y="41996"/>
                  </a:lnTo>
                  <a:lnTo>
                    <a:pt x="1988307" y="41983"/>
                  </a:lnTo>
                  <a:lnTo>
                    <a:pt x="1988329" y="41968"/>
                  </a:lnTo>
                  <a:lnTo>
                    <a:pt x="1988334" y="41964"/>
                  </a:lnTo>
                  <a:lnTo>
                    <a:pt x="1988346" y="41950"/>
                  </a:lnTo>
                  <a:lnTo>
                    <a:pt x="1988366" y="41926"/>
                  </a:lnTo>
                  <a:lnTo>
                    <a:pt x="1988406" y="41863"/>
                  </a:lnTo>
                  <a:lnTo>
                    <a:pt x="1988458" y="41780"/>
                  </a:lnTo>
                  <a:lnTo>
                    <a:pt x="1988469" y="41759"/>
                  </a:lnTo>
                  <a:lnTo>
                    <a:pt x="1988506" y="41695"/>
                  </a:lnTo>
                  <a:lnTo>
                    <a:pt x="1988535" y="41619"/>
                  </a:lnTo>
                  <a:lnTo>
                    <a:pt x="1988544" y="41588"/>
                  </a:lnTo>
                  <a:lnTo>
                    <a:pt x="1988549" y="41573"/>
                  </a:lnTo>
                  <a:lnTo>
                    <a:pt x="1988552" y="41545"/>
                  </a:lnTo>
                  <a:lnTo>
                    <a:pt x="1988546" y="41479"/>
                  </a:lnTo>
                  <a:lnTo>
                    <a:pt x="1988541" y="41442"/>
                  </a:lnTo>
                  <a:lnTo>
                    <a:pt x="1988520" y="41411"/>
                  </a:lnTo>
                  <a:lnTo>
                    <a:pt x="1988469" y="41348"/>
                  </a:lnTo>
                  <a:lnTo>
                    <a:pt x="1988422" y="41298"/>
                  </a:lnTo>
                  <a:lnTo>
                    <a:pt x="1988395" y="41268"/>
                  </a:lnTo>
                  <a:lnTo>
                    <a:pt x="1988363" y="41247"/>
                  </a:lnTo>
                  <a:lnTo>
                    <a:pt x="1988299" y="41191"/>
                  </a:lnTo>
                  <a:lnTo>
                    <a:pt x="1988248" y="41134"/>
                  </a:lnTo>
                  <a:lnTo>
                    <a:pt x="1988192" y="41065"/>
                  </a:lnTo>
                  <a:lnTo>
                    <a:pt x="1988165" y="41023"/>
                  </a:lnTo>
                  <a:lnTo>
                    <a:pt x="1988135" y="40954"/>
                  </a:lnTo>
                  <a:lnTo>
                    <a:pt x="1988123" y="40929"/>
                  </a:lnTo>
                  <a:lnTo>
                    <a:pt x="1988088" y="40850"/>
                  </a:lnTo>
                  <a:lnTo>
                    <a:pt x="1988059" y="40759"/>
                  </a:lnTo>
                  <a:lnTo>
                    <a:pt x="1988043" y="40674"/>
                  </a:lnTo>
                  <a:lnTo>
                    <a:pt x="1988035" y="40619"/>
                  </a:lnTo>
                  <a:lnTo>
                    <a:pt x="1988036" y="40560"/>
                  </a:lnTo>
                  <a:lnTo>
                    <a:pt x="1988047" y="40497"/>
                  </a:lnTo>
                  <a:lnTo>
                    <a:pt x="1988041" y="40438"/>
                  </a:lnTo>
                  <a:lnTo>
                    <a:pt x="1988031" y="40353"/>
                  </a:lnTo>
                  <a:lnTo>
                    <a:pt x="1988015" y="40268"/>
                  </a:lnTo>
                  <a:lnTo>
                    <a:pt x="1987994" y="40187"/>
                  </a:lnTo>
                  <a:lnTo>
                    <a:pt x="1987954" y="40082"/>
                  </a:lnTo>
                  <a:lnTo>
                    <a:pt x="1987920" y="39999"/>
                  </a:lnTo>
                  <a:lnTo>
                    <a:pt x="1987885" y="39927"/>
                  </a:lnTo>
                  <a:lnTo>
                    <a:pt x="1987850" y="39860"/>
                  </a:lnTo>
                  <a:lnTo>
                    <a:pt x="1987834" y="39833"/>
                  </a:lnTo>
                  <a:lnTo>
                    <a:pt x="1987747" y="39685"/>
                  </a:lnTo>
                  <a:lnTo>
                    <a:pt x="1987456" y="39275"/>
                  </a:lnTo>
                  <a:lnTo>
                    <a:pt x="1987277" y="39081"/>
                  </a:lnTo>
                  <a:lnTo>
                    <a:pt x="1987203" y="39015"/>
                  </a:lnTo>
                  <a:lnTo>
                    <a:pt x="1987149" y="38957"/>
                  </a:lnTo>
                  <a:lnTo>
                    <a:pt x="1987111" y="38911"/>
                  </a:lnTo>
                  <a:lnTo>
                    <a:pt x="1987072" y="38858"/>
                  </a:lnTo>
                  <a:lnTo>
                    <a:pt x="1987050" y="38815"/>
                  </a:lnTo>
                  <a:lnTo>
                    <a:pt x="1986959" y="38632"/>
                  </a:lnTo>
                  <a:lnTo>
                    <a:pt x="1986941" y="38584"/>
                  </a:lnTo>
                  <a:lnTo>
                    <a:pt x="1986917" y="38522"/>
                  </a:lnTo>
                  <a:lnTo>
                    <a:pt x="1986893" y="38437"/>
                  </a:lnTo>
                  <a:lnTo>
                    <a:pt x="1986885" y="38376"/>
                  </a:lnTo>
                  <a:lnTo>
                    <a:pt x="1986882" y="38328"/>
                  </a:lnTo>
                  <a:lnTo>
                    <a:pt x="1986880" y="38280"/>
                  </a:lnTo>
                  <a:lnTo>
                    <a:pt x="1986885" y="38250"/>
                  </a:lnTo>
                  <a:lnTo>
                    <a:pt x="1986904" y="38206"/>
                  </a:lnTo>
                  <a:lnTo>
                    <a:pt x="1986945" y="38140"/>
                  </a:lnTo>
                  <a:lnTo>
                    <a:pt x="1986955" y="38123"/>
                  </a:lnTo>
                  <a:lnTo>
                    <a:pt x="1986966" y="38104"/>
                  </a:lnTo>
                  <a:lnTo>
                    <a:pt x="1987009" y="38060"/>
                  </a:lnTo>
                  <a:lnTo>
                    <a:pt x="1987070" y="38007"/>
                  </a:lnTo>
                  <a:lnTo>
                    <a:pt x="1987130" y="37961"/>
                  </a:lnTo>
                  <a:lnTo>
                    <a:pt x="1987192" y="37929"/>
                  </a:lnTo>
                  <a:lnTo>
                    <a:pt x="1987253" y="37907"/>
                  </a:lnTo>
                  <a:lnTo>
                    <a:pt x="1987310" y="37898"/>
                  </a:lnTo>
                  <a:lnTo>
                    <a:pt x="1987390" y="37893"/>
                  </a:lnTo>
                  <a:lnTo>
                    <a:pt x="1987558" y="37891"/>
                  </a:lnTo>
                  <a:lnTo>
                    <a:pt x="1987647" y="37894"/>
                  </a:lnTo>
                  <a:lnTo>
                    <a:pt x="1987773" y="37902"/>
                  </a:lnTo>
                  <a:lnTo>
                    <a:pt x="1987850" y="37908"/>
                  </a:lnTo>
                  <a:lnTo>
                    <a:pt x="1987995" y="37922"/>
                  </a:lnTo>
                  <a:lnTo>
                    <a:pt x="1988073" y="37928"/>
                  </a:lnTo>
                  <a:lnTo>
                    <a:pt x="1988241" y="37932"/>
                  </a:lnTo>
                  <a:lnTo>
                    <a:pt x="1988332" y="37923"/>
                  </a:lnTo>
                  <a:lnTo>
                    <a:pt x="1988445" y="37909"/>
                  </a:lnTo>
                  <a:lnTo>
                    <a:pt x="1988488" y="37902"/>
                  </a:lnTo>
                  <a:lnTo>
                    <a:pt x="1988571" y="37880"/>
                  </a:lnTo>
                  <a:lnTo>
                    <a:pt x="1988802" y="37801"/>
                  </a:lnTo>
                  <a:lnTo>
                    <a:pt x="1988828" y="37791"/>
                  </a:lnTo>
                  <a:lnTo>
                    <a:pt x="1988892" y="37767"/>
                  </a:lnTo>
                  <a:lnTo>
                    <a:pt x="1988949" y="37742"/>
                  </a:lnTo>
                  <a:lnTo>
                    <a:pt x="1988978" y="37730"/>
                  </a:lnTo>
                  <a:lnTo>
                    <a:pt x="1989027" y="37717"/>
                  </a:lnTo>
                  <a:lnTo>
                    <a:pt x="1989056" y="37711"/>
                  </a:lnTo>
                  <a:lnTo>
                    <a:pt x="1989179" y="37715"/>
                  </a:lnTo>
                  <a:lnTo>
                    <a:pt x="1989303" y="37719"/>
                  </a:lnTo>
                  <a:lnTo>
                    <a:pt x="1989407" y="37719"/>
                  </a:lnTo>
                  <a:lnTo>
                    <a:pt x="1989456" y="37713"/>
                  </a:lnTo>
                  <a:lnTo>
                    <a:pt x="1989721" y="37609"/>
                  </a:lnTo>
                  <a:lnTo>
                    <a:pt x="1989783" y="37574"/>
                  </a:lnTo>
                  <a:lnTo>
                    <a:pt x="1989823" y="37542"/>
                  </a:lnTo>
                  <a:lnTo>
                    <a:pt x="1989849" y="37506"/>
                  </a:lnTo>
                  <a:lnTo>
                    <a:pt x="1989866" y="37484"/>
                  </a:lnTo>
                  <a:lnTo>
                    <a:pt x="1989893" y="37439"/>
                  </a:lnTo>
                  <a:lnTo>
                    <a:pt x="1989925" y="37362"/>
                  </a:lnTo>
                  <a:lnTo>
                    <a:pt x="1989961" y="37292"/>
                  </a:lnTo>
                  <a:lnTo>
                    <a:pt x="1989993" y="37238"/>
                  </a:lnTo>
                  <a:lnTo>
                    <a:pt x="1990023" y="37192"/>
                  </a:lnTo>
                  <a:lnTo>
                    <a:pt x="1990125" y="37069"/>
                  </a:lnTo>
                  <a:lnTo>
                    <a:pt x="1990181" y="37019"/>
                  </a:lnTo>
                  <a:lnTo>
                    <a:pt x="1990251" y="36979"/>
                  </a:lnTo>
                  <a:lnTo>
                    <a:pt x="1990324" y="36945"/>
                  </a:lnTo>
                  <a:lnTo>
                    <a:pt x="1990413" y="36915"/>
                  </a:lnTo>
                  <a:lnTo>
                    <a:pt x="1990444" y="36905"/>
                  </a:lnTo>
                  <a:lnTo>
                    <a:pt x="1990726" y="36819"/>
                  </a:lnTo>
                  <a:lnTo>
                    <a:pt x="1990901" y="36767"/>
                  </a:lnTo>
                  <a:lnTo>
                    <a:pt x="1990997" y="36732"/>
                  </a:lnTo>
                  <a:lnTo>
                    <a:pt x="1991039" y="36711"/>
                  </a:lnTo>
                  <a:lnTo>
                    <a:pt x="1991067" y="36697"/>
                  </a:lnTo>
                  <a:lnTo>
                    <a:pt x="1991145" y="36646"/>
                  </a:lnTo>
                  <a:lnTo>
                    <a:pt x="1991225" y="36583"/>
                  </a:lnTo>
                  <a:lnTo>
                    <a:pt x="1991317" y="36499"/>
                  </a:lnTo>
                  <a:lnTo>
                    <a:pt x="1991392" y="36445"/>
                  </a:lnTo>
                  <a:lnTo>
                    <a:pt x="1991467" y="36394"/>
                  </a:lnTo>
                  <a:lnTo>
                    <a:pt x="1991564" y="36342"/>
                  </a:lnTo>
                  <a:lnTo>
                    <a:pt x="1991615" y="36326"/>
                  </a:lnTo>
                  <a:lnTo>
                    <a:pt x="1991701" y="36300"/>
                  </a:lnTo>
                  <a:lnTo>
                    <a:pt x="1991790" y="36276"/>
                  </a:lnTo>
                  <a:lnTo>
                    <a:pt x="1991865" y="36262"/>
                  </a:lnTo>
                  <a:lnTo>
                    <a:pt x="1991951" y="36256"/>
                  </a:lnTo>
                  <a:lnTo>
                    <a:pt x="1992056" y="36251"/>
                  </a:lnTo>
                  <a:lnTo>
                    <a:pt x="1992253" y="36250"/>
                  </a:lnTo>
                  <a:lnTo>
                    <a:pt x="1992317" y="36254"/>
                  </a:lnTo>
                  <a:lnTo>
                    <a:pt x="1992439" y="36280"/>
                  </a:lnTo>
                  <a:lnTo>
                    <a:pt x="1992482" y="36293"/>
                  </a:lnTo>
                  <a:lnTo>
                    <a:pt x="1992514" y="36308"/>
                  </a:lnTo>
                  <a:lnTo>
                    <a:pt x="1992552" y="36332"/>
                  </a:lnTo>
                  <a:lnTo>
                    <a:pt x="1992611" y="36368"/>
                  </a:lnTo>
                  <a:lnTo>
                    <a:pt x="1992668" y="36400"/>
                  </a:lnTo>
                  <a:lnTo>
                    <a:pt x="1992819" y="36471"/>
                  </a:lnTo>
                  <a:lnTo>
                    <a:pt x="1993203" y="36606"/>
                  </a:lnTo>
                  <a:lnTo>
                    <a:pt x="1993267" y="36617"/>
                  </a:lnTo>
                  <a:lnTo>
                    <a:pt x="1993350" y="36619"/>
                  </a:lnTo>
                  <a:lnTo>
                    <a:pt x="1993417" y="36612"/>
                  </a:lnTo>
                  <a:lnTo>
                    <a:pt x="1993495" y="36598"/>
                  </a:lnTo>
                  <a:lnTo>
                    <a:pt x="1993570" y="36573"/>
                  </a:lnTo>
                  <a:lnTo>
                    <a:pt x="1993623" y="36541"/>
                  </a:lnTo>
                  <a:lnTo>
                    <a:pt x="1993658" y="36508"/>
                  </a:lnTo>
                  <a:lnTo>
                    <a:pt x="1993692" y="36460"/>
                  </a:lnTo>
                  <a:lnTo>
                    <a:pt x="1993716" y="36404"/>
                  </a:lnTo>
                  <a:lnTo>
                    <a:pt x="1993737" y="36340"/>
                  </a:lnTo>
                  <a:lnTo>
                    <a:pt x="1993755" y="36297"/>
                  </a:lnTo>
                  <a:lnTo>
                    <a:pt x="1993790" y="36232"/>
                  </a:lnTo>
                  <a:lnTo>
                    <a:pt x="1993816" y="36186"/>
                  </a:lnTo>
                  <a:lnTo>
                    <a:pt x="1993932" y="35984"/>
                  </a:lnTo>
                  <a:lnTo>
                    <a:pt x="1993956" y="35951"/>
                  </a:lnTo>
                  <a:lnTo>
                    <a:pt x="1993991" y="35907"/>
                  </a:lnTo>
                  <a:lnTo>
                    <a:pt x="1994057" y="35830"/>
                  </a:lnTo>
                  <a:lnTo>
                    <a:pt x="1994262" y="35608"/>
                  </a:lnTo>
                  <a:lnTo>
                    <a:pt x="1994302" y="35569"/>
                  </a:lnTo>
                  <a:lnTo>
                    <a:pt x="1994361" y="35519"/>
                  </a:lnTo>
                  <a:lnTo>
                    <a:pt x="1994441" y="35452"/>
                  </a:lnTo>
                  <a:lnTo>
                    <a:pt x="1994486" y="35417"/>
                  </a:lnTo>
                  <a:lnTo>
                    <a:pt x="1994520" y="35396"/>
                  </a:lnTo>
                  <a:lnTo>
                    <a:pt x="1994571" y="35368"/>
                  </a:lnTo>
                  <a:lnTo>
                    <a:pt x="1994633" y="35339"/>
                  </a:lnTo>
                  <a:lnTo>
                    <a:pt x="1994681" y="35305"/>
                  </a:lnTo>
                  <a:lnTo>
                    <a:pt x="1994737" y="35263"/>
                  </a:lnTo>
                  <a:lnTo>
                    <a:pt x="1994785" y="35218"/>
                  </a:lnTo>
                  <a:lnTo>
                    <a:pt x="1994824" y="35176"/>
                  </a:lnTo>
                  <a:lnTo>
                    <a:pt x="1994830" y="35171"/>
                  </a:lnTo>
                  <a:lnTo>
                    <a:pt x="1994839" y="35158"/>
                  </a:lnTo>
                  <a:lnTo>
                    <a:pt x="1994862" y="35124"/>
                  </a:lnTo>
                  <a:lnTo>
                    <a:pt x="1994881" y="35074"/>
                  </a:lnTo>
                  <a:lnTo>
                    <a:pt x="1994902" y="35031"/>
                  </a:lnTo>
                  <a:lnTo>
                    <a:pt x="1994916" y="35007"/>
                  </a:lnTo>
                  <a:lnTo>
                    <a:pt x="1994925" y="34992"/>
                  </a:lnTo>
                  <a:lnTo>
                    <a:pt x="1994976" y="34941"/>
                  </a:lnTo>
                  <a:lnTo>
                    <a:pt x="1995024" y="34907"/>
                  </a:lnTo>
                  <a:lnTo>
                    <a:pt x="1995083" y="34877"/>
                  </a:lnTo>
                  <a:lnTo>
                    <a:pt x="1995163" y="34838"/>
                  </a:lnTo>
                  <a:lnTo>
                    <a:pt x="1995257" y="34799"/>
                  </a:lnTo>
                  <a:lnTo>
                    <a:pt x="1995472" y="34731"/>
                  </a:lnTo>
                  <a:lnTo>
                    <a:pt x="1995549" y="34707"/>
                  </a:lnTo>
                  <a:lnTo>
                    <a:pt x="1995602" y="34691"/>
                  </a:lnTo>
                  <a:lnTo>
                    <a:pt x="1995674" y="34666"/>
                  </a:lnTo>
                  <a:lnTo>
                    <a:pt x="1995730" y="34646"/>
                  </a:lnTo>
                  <a:lnTo>
                    <a:pt x="1995779" y="34627"/>
                  </a:lnTo>
                  <a:lnTo>
                    <a:pt x="1995837" y="34599"/>
                  </a:lnTo>
                  <a:lnTo>
                    <a:pt x="1995971" y="34525"/>
                  </a:lnTo>
                  <a:lnTo>
                    <a:pt x="1996030" y="34490"/>
                  </a:lnTo>
                  <a:lnTo>
                    <a:pt x="1996050" y="34478"/>
                  </a:lnTo>
                  <a:lnTo>
                    <a:pt x="1996062" y="34471"/>
                  </a:lnTo>
                  <a:lnTo>
                    <a:pt x="1996153" y="34421"/>
                  </a:lnTo>
                  <a:lnTo>
                    <a:pt x="1996240" y="34378"/>
                  </a:lnTo>
                  <a:lnTo>
                    <a:pt x="1996255" y="34371"/>
                  </a:lnTo>
                  <a:lnTo>
                    <a:pt x="1996492" y="34259"/>
                  </a:lnTo>
                  <a:lnTo>
                    <a:pt x="1996555" y="34231"/>
                  </a:lnTo>
                  <a:lnTo>
                    <a:pt x="1996618" y="34209"/>
                  </a:lnTo>
                  <a:lnTo>
                    <a:pt x="1996628" y="34207"/>
                  </a:lnTo>
                  <a:lnTo>
                    <a:pt x="1996638" y="34204"/>
                  </a:lnTo>
                  <a:lnTo>
                    <a:pt x="1996680" y="34192"/>
                  </a:lnTo>
                  <a:lnTo>
                    <a:pt x="1996758" y="34173"/>
                  </a:lnTo>
                  <a:lnTo>
                    <a:pt x="1996838" y="34155"/>
                  </a:lnTo>
                  <a:lnTo>
                    <a:pt x="1996929" y="34142"/>
                  </a:lnTo>
                  <a:lnTo>
                    <a:pt x="1997133" y="34113"/>
                  </a:lnTo>
                  <a:lnTo>
                    <a:pt x="1997229" y="34100"/>
                  </a:lnTo>
                  <a:lnTo>
                    <a:pt x="1997364" y="34087"/>
                  </a:lnTo>
                  <a:lnTo>
                    <a:pt x="1997417" y="34079"/>
                  </a:lnTo>
                  <a:lnTo>
                    <a:pt x="1997498" y="34064"/>
                  </a:lnTo>
                  <a:lnTo>
                    <a:pt x="1997578" y="34044"/>
                  </a:lnTo>
                  <a:lnTo>
                    <a:pt x="1997656" y="34018"/>
                  </a:lnTo>
                  <a:lnTo>
                    <a:pt x="1997720" y="33994"/>
                  </a:lnTo>
                  <a:lnTo>
                    <a:pt x="1997790" y="33958"/>
                  </a:lnTo>
                  <a:lnTo>
                    <a:pt x="1997867" y="33914"/>
                  </a:lnTo>
                  <a:lnTo>
                    <a:pt x="1997945" y="33861"/>
                  </a:lnTo>
                  <a:lnTo>
                    <a:pt x="1997953" y="33856"/>
                  </a:lnTo>
                  <a:lnTo>
                    <a:pt x="1998047" y="33793"/>
                  </a:lnTo>
                  <a:lnTo>
                    <a:pt x="1998069" y="33775"/>
                  </a:lnTo>
                  <a:lnTo>
                    <a:pt x="1998091" y="33757"/>
                  </a:lnTo>
                  <a:lnTo>
                    <a:pt x="1998116" y="33737"/>
                  </a:lnTo>
                  <a:lnTo>
                    <a:pt x="1998183" y="33675"/>
                  </a:lnTo>
                  <a:lnTo>
                    <a:pt x="1998215" y="33634"/>
                  </a:lnTo>
                  <a:lnTo>
                    <a:pt x="1998228" y="33606"/>
                  </a:lnTo>
                  <a:lnTo>
                    <a:pt x="1998233" y="33595"/>
                  </a:lnTo>
                  <a:lnTo>
                    <a:pt x="1998243" y="33531"/>
                  </a:lnTo>
                  <a:lnTo>
                    <a:pt x="1998247" y="33472"/>
                  </a:lnTo>
                  <a:lnTo>
                    <a:pt x="1998249" y="33445"/>
                  </a:lnTo>
                  <a:lnTo>
                    <a:pt x="1998234" y="33261"/>
                  </a:lnTo>
                  <a:lnTo>
                    <a:pt x="1998223" y="33145"/>
                  </a:lnTo>
                  <a:lnTo>
                    <a:pt x="1998190" y="32955"/>
                  </a:lnTo>
                  <a:lnTo>
                    <a:pt x="1998186" y="32940"/>
                  </a:lnTo>
                  <a:lnTo>
                    <a:pt x="1998168" y="32857"/>
                  </a:lnTo>
                  <a:lnTo>
                    <a:pt x="1998154" y="32799"/>
                  </a:lnTo>
                  <a:lnTo>
                    <a:pt x="1998145" y="32730"/>
                  </a:lnTo>
                  <a:lnTo>
                    <a:pt x="1998141" y="32689"/>
                  </a:lnTo>
                  <a:lnTo>
                    <a:pt x="1998137" y="32656"/>
                  </a:lnTo>
                  <a:lnTo>
                    <a:pt x="1998147" y="32589"/>
                  </a:lnTo>
                  <a:lnTo>
                    <a:pt x="1998166" y="32526"/>
                  </a:lnTo>
                  <a:lnTo>
                    <a:pt x="1998181" y="32498"/>
                  </a:lnTo>
                  <a:lnTo>
                    <a:pt x="1998190" y="32480"/>
                  </a:lnTo>
                  <a:lnTo>
                    <a:pt x="1998207" y="32461"/>
                  </a:lnTo>
                  <a:lnTo>
                    <a:pt x="1998230" y="32434"/>
                  </a:lnTo>
                  <a:lnTo>
                    <a:pt x="1998284" y="32391"/>
                  </a:lnTo>
                  <a:lnTo>
                    <a:pt x="1998369" y="32334"/>
                  </a:lnTo>
                  <a:lnTo>
                    <a:pt x="1998460" y="32287"/>
                  </a:lnTo>
                  <a:lnTo>
                    <a:pt x="1998554" y="32247"/>
                  </a:lnTo>
                  <a:lnTo>
                    <a:pt x="1998640" y="32217"/>
                  </a:lnTo>
                  <a:lnTo>
                    <a:pt x="1998696" y="32200"/>
                  </a:lnTo>
                  <a:lnTo>
                    <a:pt x="1998744" y="32191"/>
                  </a:lnTo>
                  <a:lnTo>
                    <a:pt x="1998852" y="32176"/>
                  </a:lnTo>
                  <a:lnTo>
                    <a:pt x="1998932" y="32172"/>
                  </a:lnTo>
                  <a:lnTo>
                    <a:pt x="1999426" y="32160"/>
                  </a:lnTo>
                  <a:lnTo>
                    <a:pt x="1999857" y="32157"/>
                  </a:lnTo>
                  <a:lnTo>
                    <a:pt x="1999934" y="32153"/>
                  </a:lnTo>
                  <a:lnTo>
                    <a:pt x="1999969" y="32151"/>
                  </a:lnTo>
                  <a:lnTo>
                    <a:pt x="2000051" y="32138"/>
                  </a:lnTo>
                  <a:lnTo>
                    <a:pt x="2000165" y="32108"/>
                  </a:lnTo>
                  <a:lnTo>
                    <a:pt x="2000253" y="32075"/>
                  </a:lnTo>
                  <a:lnTo>
                    <a:pt x="2000307" y="32049"/>
                  </a:lnTo>
                  <a:lnTo>
                    <a:pt x="2000372" y="32006"/>
                  </a:lnTo>
                  <a:lnTo>
                    <a:pt x="2000393" y="31987"/>
                  </a:lnTo>
                  <a:lnTo>
                    <a:pt x="2000407" y="31975"/>
                  </a:lnTo>
                  <a:lnTo>
                    <a:pt x="2000416" y="31967"/>
                  </a:lnTo>
                  <a:lnTo>
                    <a:pt x="2000430" y="31954"/>
                  </a:lnTo>
                  <a:lnTo>
                    <a:pt x="2000489" y="31888"/>
                  </a:lnTo>
                  <a:lnTo>
                    <a:pt x="2000516" y="31825"/>
                  </a:lnTo>
                  <a:lnTo>
                    <a:pt x="2000534" y="31755"/>
                  </a:lnTo>
                  <a:lnTo>
                    <a:pt x="2000534" y="31699"/>
                  </a:lnTo>
                  <a:lnTo>
                    <a:pt x="2000529" y="31659"/>
                  </a:lnTo>
                  <a:lnTo>
                    <a:pt x="2000516" y="31626"/>
                  </a:lnTo>
                  <a:lnTo>
                    <a:pt x="2000509" y="31609"/>
                  </a:lnTo>
                  <a:lnTo>
                    <a:pt x="2000506" y="31603"/>
                  </a:lnTo>
                  <a:lnTo>
                    <a:pt x="2000496" y="31581"/>
                  </a:lnTo>
                  <a:lnTo>
                    <a:pt x="2000485" y="31559"/>
                  </a:lnTo>
                  <a:lnTo>
                    <a:pt x="2000474" y="31538"/>
                  </a:lnTo>
                  <a:lnTo>
                    <a:pt x="2000458" y="31507"/>
                  </a:lnTo>
                  <a:lnTo>
                    <a:pt x="2000442" y="31449"/>
                  </a:lnTo>
                  <a:lnTo>
                    <a:pt x="2000426" y="31375"/>
                  </a:lnTo>
                  <a:lnTo>
                    <a:pt x="2000417" y="31295"/>
                  </a:lnTo>
                  <a:lnTo>
                    <a:pt x="2000417" y="31225"/>
                  </a:lnTo>
                  <a:lnTo>
                    <a:pt x="2000424" y="31199"/>
                  </a:lnTo>
                  <a:lnTo>
                    <a:pt x="2000441" y="31136"/>
                  </a:lnTo>
                  <a:lnTo>
                    <a:pt x="2000471" y="31043"/>
                  </a:lnTo>
                  <a:lnTo>
                    <a:pt x="2000509" y="30957"/>
                  </a:lnTo>
                  <a:lnTo>
                    <a:pt x="2000558" y="30876"/>
                  </a:lnTo>
                  <a:lnTo>
                    <a:pt x="2000585" y="30845"/>
                  </a:lnTo>
                  <a:lnTo>
                    <a:pt x="2000641" y="30782"/>
                  </a:lnTo>
                  <a:lnTo>
                    <a:pt x="2000717" y="30703"/>
                  </a:lnTo>
                  <a:lnTo>
                    <a:pt x="2000754" y="30663"/>
                  </a:lnTo>
                  <a:lnTo>
                    <a:pt x="2000774" y="30642"/>
                  </a:lnTo>
                  <a:lnTo>
                    <a:pt x="2000795" y="30609"/>
                  </a:lnTo>
                  <a:lnTo>
                    <a:pt x="2000809" y="30581"/>
                  </a:lnTo>
                  <a:lnTo>
                    <a:pt x="2000822" y="30544"/>
                  </a:lnTo>
                  <a:lnTo>
                    <a:pt x="2000836" y="30491"/>
                  </a:lnTo>
                  <a:lnTo>
                    <a:pt x="2000850" y="30434"/>
                  </a:lnTo>
                  <a:lnTo>
                    <a:pt x="2000852" y="30424"/>
                  </a:lnTo>
                  <a:lnTo>
                    <a:pt x="2000855" y="30399"/>
                  </a:lnTo>
                  <a:lnTo>
                    <a:pt x="2000883" y="30332"/>
                  </a:lnTo>
                  <a:lnTo>
                    <a:pt x="2000928" y="30258"/>
                  </a:lnTo>
                  <a:lnTo>
                    <a:pt x="2000953" y="30225"/>
                  </a:lnTo>
                  <a:lnTo>
                    <a:pt x="2001020" y="30159"/>
                  </a:lnTo>
                  <a:lnTo>
                    <a:pt x="2001102" y="30081"/>
                  </a:lnTo>
                  <a:lnTo>
                    <a:pt x="2001150" y="30043"/>
                  </a:lnTo>
                  <a:lnTo>
                    <a:pt x="2001215" y="30000"/>
                  </a:lnTo>
                  <a:lnTo>
                    <a:pt x="2001269" y="29975"/>
                  </a:lnTo>
                  <a:lnTo>
                    <a:pt x="2001323" y="29954"/>
                  </a:lnTo>
                  <a:lnTo>
                    <a:pt x="2001395" y="29927"/>
                  </a:lnTo>
                  <a:lnTo>
                    <a:pt x="2001419" y="29919"/>
                  </a:lnTo>
                  <a:lnTo>
                    <a:pt x="2001463" y="29905"/>
                  </a:lnTo>
                  <a:lnTo>
                    <a:pt x="2001528" y="29890"/>
                  </a:lnTo>
                  <a:lnTo>
                    <a:pt x="2001578" y="29886"/>
                  </a:lnTo>
                  <a:lnTo>
                    <a:pt x="2001613" y="29887"/>
                  </a:lnTo>
                  <a:lnTo>
                    <a:pt x="2001648" y="29888"/>
                  </a:lnTo>
                  <a:lnTo>
                    <a:pt x="2001705" y="29894"/>
                  </a:lnTo>
                  <a:lnTo>
                    <a:pt x="2001767" y="29903"/>
                  </a:lnTo>
                  <a:lnTo>
                    <a:pt x="2001774" y="29904"/>
                  </a:lnTo>
                  <a:lnTo>
                    <a:pt x="2001780" y="29905"/>
                  </a:lnTo>
                  <a:lnTo>
                    <a:pt x="2001844" y="29909"/>
                  </a:lnTo>
                  <a:lnTo>
                    <a:pt x="2001893" y="29909"/>
                  </a:lnTo>
                  <a:lnTo>
                    <a:pt x="2001960" y="29902"/>
                  </a:lnTo>
                  <a:lnTo>
                    <a:pt x="2001996" y="29895"/>
                  </a:lnTo>
                  <a:lnTo>
                    <a:pt x="2002041" y="29880"/>
                  </a:lnTo>
                  <a:lnTo>
                    <a:pt x="2002087" y="29858"/>
                  </a:lnTo>
                  <a:lnTo>
                    <a:pt x="2002235" y="29767"/>
                  </a:lnTo>
                  <a:lnTo>
                    <a:pt x="2002378" y="29681"/>
                  </a:lnTo>
                  <a:lnTo>
                    <a:pt x="2002437" y="29646"/>
                  </a:lnTo>
                  <a:lnTo>
                    <a:pt x="2002473" y="29628"/>
                  </a:lnTo>
                  <a:lnTo>
                    <a:pt x="2002535" y="29596"/>
                  </a:lnTo>
                  <a:lnTo>
                    <a:pt x="2002629" y="29551"/>
                  </a:lnTo>
                  <a:lnTo>
                    <a:pt x="2002691" y="29523"/>
                  </a:lnTo>
                  <a:lnTo>
                    <a:pt x="2002764" y="29490"/>
                  </a:lnTo>
                  <a:lnTo>
                    <a:pt x="2003050" y="29350"/>
                  </a:lnTo>
                  <a:lnTo>
                    <a:pt x="2003079" y="29332"/>
                  </a:lnTo>
                  <a:lnTo>
                    <a:pt x="2003147" y="29282"/>
                  </a:lnTo>
                  <a:lnTo>
                    <a:pt x="2003193" y="29241"/>
                  </a:lnTo>
                  <a:lnTo>
                    <a:pt x="2003213" y="29215"/>
                  </a:lnTo>
                  <a:lnTo>
                    <a:pt x="2003223" y="29203"/>
                  </a:lnTo>
                  <a:lnTo>
                    <a:pt x="2003258" y="29150"/>
                  </a:lnTo>
                  <a:lnTo>
                    <a:pt x="2003296" y="29087"/>
                  </a:lnTo>
                  <a:lnTo>
                    <a:pt x="2003318" y="29050"/>
                  </a:lnTo>
                  <a:lnTo>
                    <a:pt x="2003329" y="29032"/>
                  </a:lnTo>
                  <a:lnTo>
                    <a:pt x="2003338" y="29011"/>
                  </a:lnTo>
                  <a:lnTo>
                    <a:pt x="2003351" y="28980"/>
                  </a:lnTo>
                  <a:lnTo>
                    <a:pt x="2003373" y="28921"/>
                  </a:lnTo>
                  <a:lnTo>
                    <a:pt x="2003384" y="28869"/>
                  </a:lnTo>
                  <a:lnTo>
                    <a:pt x="2003403" y="28760"/>
                  </a:lnTo>
                  <a:lnTo>
                    <a:pt x="2003429" y="28640"/>
                  </a:lnTo>
                  <a:lnTo>
                    <a:pt x="2003431" y="28632"/>
                  </a:lnTo>
                  <a:lnTo>
                    <a:pt x="2003453" y="28565"/>
                  </a:lnTo>
                  <a:lnTo>
                    <a:pt x="2003461" y="28545"/>
                  </a:lnTo>
                  <a:lnTo>
                    <a:pt x="2003472" y="28517"/>
                  </a:lnTo>
                  <a:lnTo>
                    <a:pt x="2003497" y="28473"/>
                  </a:lnTo>
                  <a:lnTo>
                    <a:pt x="2003535" y="28419"/>
                  </a:lnTo>
                  <a:lnTo>
                    <a:pt x="2003581" y="28355"/>
                  </a:lnTo>
                  <a:lnTo>
                    <a:pt x="2003624" y="28298"/>
                  </a:lnTo>
                  <a:lnTo>
                    <a:pt x="2003653" y="28257"/>
                  </a:lnTo>
                  <a:lnTo>
                    <a:pt x="2003671" y="28233"/>
                  </a:lnTo>
                  <a:lnTo>
                    <a:pt x="2003681" y="28217"/>
                  </a:lnTo>
                  <a:lnTo>
                    <a:pt x="2003700" y="28184"/>
                  </a:lnTo>
                  <a:lnTo>
                    <a:pt x="2003727" y="28134"/>
                  </a:lnTo>
                  <a:lnTo>
                    <a:pt x="2003733" y="28123"/>
                  </a:lnTo>
                  <a:lnTo>
                    <a:pt x="2003812" y="27961"/>
                  </a:lnTo>
                  <a:lnTo>
                    <a:pt x="2003828" y="27928"/>
                  </a:lnTo>
                  <a:lnTo>
                    <a:pt x="2003848" y="27885"/>
                  </a:lnTo>
                  <a:lnTo>
                    <a:pt x="2003877" y="27835"/>
                  </a:lnTo>
                  <a:lnTo>
                    <a:pt x="2003910" y="27786"/>
                  </a:lnTo>
                  <a:lnTo>
                    <a:pt x="2004040" y="27627"/>
                  </a:lnTo>
                  <a:lnTo>
                    <a:pt x="2004360" y="27252"/>
                  </a:lnTo>
                  <a:lnTo>
                    <a:pt x="2004407" y="27206"/>
                  </a:lnTo>
                  <a:lnTo>
                    <a:pt x="2004423" y="27191"/>
                  </a:lnTo>
                  <a:lnTo>
                    <a:pt x="2004588" y="27048"/>
                  </a:lnTo>
                  <a:lnTo>
                    <a:pt x="2004697" y="26958"/>
                  </a:lnTo>
                  <a:lnTo>
                    <a:pt x="2004870" y="26822"/>
                  </a:lnTo>
                  <a:lnTo>
                    <a:pt x="2004883" y="26813"/>
                  </a:lnTo>
                  <a:lnTo>
                    <a:pt x="2004957" y="26765"/>
                  </a:lnTo>
                  <a:lnTo>
                    <a:pt x="2005054" y="26708"/>
                  </a:lnTo>
                  <a:lnTo>
                    <a:pt x="2005146" y="26659"/>
                  </a:lnTo>
                  <a:lnTo>
                    <a:pt x="2005202" y="26634"/>
                  </a:lnTo>
                  <a:lnTo>
                    <a:pt x="2005251" y="26612"/>
                  </a:lnTo>
                  <a:lnTo>
                    <a:pt x="2005338" y="26580"/>
                  </a:lnTo>
                  <a:lnTo>
                    <a:pt x="2005415" y="26556"/>
                  </a:lnTo>
                  <a:lnTo>
                    <a:pt x="2005483" y="26540"/>
                  </a:lnTo>
                  <a:lnTo>
                    <a:pt x="2005521" y="26532"/>
                  </a:lnTo>
                  <a:lnTo>
                    <a:pt x="2005551" y="26523"/>
                  </a:lnTo>
                  <a:lnTo>
                    <a:pt x="2005591" y="26509"/>
                  </a:lnTo>
                  <a:lnTo>
                    <a:pt x="2005648" y="26479"/>
                  </a:lnTo>
                  <a:lnTo>
                    <a:pt x="2005718" y="26433"/>
                  </a:lnTo>
                  <a:lnTo>
                    <a:pt x="2005799" y="26375"/>
                  </a:lnTo>
                  <a:lnTo>
                    <a:pt x="2005854" y="26338"/>
                  </a:lnTo>
                  <a:lnTo>
                    <a:pt x="2005919" y="26307"/>
                  </a:lnTo>
                  <a:lnTo>
                    <a:pt x="2005997" y="26274"/>
                  </a:lnTo>
                  <a:lnTo>
                    <a:pt x="2006129" y="26219"/>
                  </a:lnTo>
                  <a:lnTo>
                    <a:pt x="2006262" y="26166"/>
                  </a:lnTo>
                  <a:lnTo>
                    <a:pt x="2006395" y="26113"/>
                  </a:lnTo>
                  <a:lnTo>
                    <a:pt x="2006605" y="26029"/>
                  </a:lnTo>
                  <a:lnTo>
                    <a:pt x="2006667" y="26001"/>
                  </a:lnTo>
                  <a:lnTo>
                    <a:pt x="2006730" y="25970"/>
                  </a:lnTo>
                  <a:lnTo>
                    <a:pt x="2006795" y="25932"/>
                  </a:lnTo>
                  <a:lnTo>
                    <a:pt x="2006800" y="25930"/>
                  </a:lnTo>
                  <a:lnTo>
                    <a:pt x="2006840" y="25902"/>
                  </a:lnTo>
                  <a:lnTo>
                    <a:pt x="2006952" y="25821"/>
                  </a:lnTo>
                  <a:lnTo>
                    <a:pt x="2007011" y="25774"/>
                  </a:lnTo>
                  <a:lnTo>
                    <a:pt x="2007063" y="25724"/>
                  </a:lnTo>
                  <a:lnTo>
                    <a:pt x="2007112" y="25671"/>
                  </a:lnTo>
                  <a:lnTo>
                    <a:pt x="2007140" y="25627"/>
                  </a:lnTo>
                  <a:lnTo>
                    <a:pt x="2007156" y="25579"/>
                  </a:lnTo>
                  <a:lnTo>
                    <a:pt x="2007175" y="25531"/>
                  </a:lnTo>
                  <a:lnTo>
                    <a:pt x="2007219" y="25441"/>
                  </a:lnTo>
                  <a:lnTo>
                    <a:pt x="2007238" y="25415"/>
                  </a:lnTo>
                  <a:lnTo>
                    <a:pt x="2007277" y="25369"/>
                  </a:lnTo>
                  <a:lnTo>
                    <a:pt x="2007335" y="25311"/>
                  </a:lnTo>
                  <a:lnTo>
                    <a:pt x="2007395" y="25273"/>
                  </a:lnTo>
                  <a:lnTo>
                    <a:pt x="2007460" y="25241"/>
                  </a:lnTo>
                  <a:lnTo>
                    <a:pt x="2007514" y="25223"/>
                  </a:lnTo>
                  <a:lnTo>
                    <a:pt x="2007570" y="25210"/>
                  </a:lnTo>
                  <a:lnTo>
                    <a:pt x="2007632" y="25199"/>
                  </a:lnTo>
                  <a:lnTo>
                    <a:pt x="2007721" y="25190"/>
                  </a:lnTo>
                  <a:lnTo>
                    <a:pt x="2007931" y="25168"/>
                  </a:lnTo>
                  <a:lnTo>
                    <a:pt x="2008010" y="25154"/>
                  </a:lnTo>
                  <a:lnTo>
                    <a:pt x="2008063" y="25133"/>
                  </a:lnTo>
                  <a:lnTo>
                    <a:pt x="2008117" y="25104"/>
                  </a:lnTo>
                  <a:lnTo>
                    <a:pt x="2008150" y="25078"/>
                  </a:lnTo>
                  <a:lnTo>
                    <a:pt x="2008185" y="25039"/>
                  </a:lnTo>
                  <a:lnTo>
                    <a:pt x="2008201" y="25005"/>
                  </a:lnTo>
                  <a:lnTo>
                    <a:pt x="2008218" y="24964"/>
                  </a:lnTo>
                  <a:lnTo>
                    <a:pt x="2008226" y="24920"/>
                  </a:lnTo>
                  <a:lnTo>
                    <a:pt x="2008232" y="24883"/>
                  </a:lnTo>
                  <a:lnTo>
                    <a:pt x="2008243" y="24828"/>
                  </a:lnTo>
                  <a:lnTo>
                    <a:pt x="2008290" y="24615"/>
                  </a:lnTo>
                  <a:lnTo>
                    <a:pt x="2008314" y="24529"/>
                  </a:lnTo>
                  <a:lnTo>
                    <a:pt x="2008339" y="24455"/>
                  </a:lnTo>
                  <a:lnTo>
                    <a:pt x="2008374" y="24370"/>
                  </a:lnTo>
                  <a:lnTo>
                    <a:pt x="2008505" y="24190"/>
                  </a:lnTo>
                  <a:lnTo>
                    <a:pt x="2008624" y="24042"/>
                  </a:lnTo>
                  <a:lnTo>
                    <a:pt x="2008678" y="23976"/>
                  </a:lnTo>
                  <a:lnTo>
                    <a:pt x="2008725" y="23920"/>
                  </a:lnTo>
                  <a:lnTo>
                    <a:pt x="2008823" y="23816"/>
                  </a:lnTo>
                  <a:lnTo>
                    <a:pt x="2008885" y="23762"/>
                  </a:lnTo>
                  <a:lnTo>
                    <a:pt x="2008952" y="23712"/>
                  </a:lnTo>
                  <a:lnTo>
                    <a:pt x="2009469" y="23361"/>
                  </a:lnTo>
                  <a:lnTo>
                    <a:pt x="2009524" y="23328"/>
                  </a:lnTo>
                  <a:lnTo>
                    <a:pt x="2009591" y="23295"/>
                  </a:lnTo>
                  <a:lnTo>
                    <a:pt x="2009664" y="23262"/>
                  </a:lnTo>
                  <a:lnTo>
                    <a:pt x="2009704" y="23249"/>
                  </a:lnTo>
                  <a:lnTo>
                    <a:pt x="2009783" y="23227"/>
                  </a:lnTo>
                  <a:lnTo>
                    <a:pt x="2009847" y="23213"/>
                  </a:lnTo>
                  <a:lnTo>
                    <a:pt x="2009902" y="23200"/>
                  </a:lnTo>
                  <a:lnTo>
                    <a:pt x="2009966" y="23182"/>
                  </a:lnTo>
                  <a:lnTo>
                    <a:pt x="2010034" y="23161"/>
                  </a:lnTo>
                  <a:lnTo>
                    <a:pt x="2010109" y="23125"/>
                  </a:lnTo>
                  <a:lnTo>
                    <a:pt x="2010161" y="23098"/>
                  </a:lnTo>
                  <a:lnTo>
                    <a:pt x="2010210" y="23061"/>
                  </a:lnTo>
                  <a:lnTo>
                    <a:pt x="2010245" y="23035"/>
                  </a:lnTo>
                  <a:lnTo>
                    <a:pt x="2010280" y="23017"/>
                  </a:lnTo>
                  <a:lnTo>
                    <a:pt x="2010318" y="23008"/>
                  </a:lnTo>
                  <a:lnTo>
                    <a:pt x="2010367" y="23004"/>
                  </a:lnTo>
                  <a:lnTo>
                    <a:pt x="2010459" y="23006"/>
                  </a:lnTo>
                  <a:lnTo>
                    <a:pt x="2010591" y="23003"/>
                  </a:lnTo>
                  <a:lnTo>
                    <a:pt x="2010680" y="22990"/>
                  </a:lnTo>
                  <a:lnTo>
                    <a:pt x="2010742" y="22979"/>
                  </a:lnTo>
                  <a:lnTo>
                    <a:pt x="2010812" y="22957"/>
                  </a:lnTo>
                  <a:lnTo>
                    <a:pt x="2010855" y="22941"/>
                  </a:lnTo>
                  <a:lnTo>
                    <a:pt x="2010920" y="22902"/>
                  </a:lnTo>
                  <a:lnTo>
                    <a:pt x="2010969" y="22869"/>
                  </a:lnTo>
                  <a:lnTo>
                    <a:pt x="2011129" y="22754"/>
                  </a:lnTo>
                  <a:lnTo>
                    <a:pt x="2011205" y="22693"/>
                  </a:lnTo>
                  <a:lnTo>
                    <a:pt x="2011370" y="22575"/>
                  </a:lnTo>
                  <a:lnTo>
                    <a:pt x="2011435" y="22533"/>
                  </a:lnTo>
                  <a:lnTo>
                    <a:pt x="2011503" y="22498"/>
                  </a:lnTo>
                  <a:lnTo>
                    <a:pt x="2011584" y="22463"/>
                  </a:lnTo>
                  <a:lnTo>
                    <a:pt x="2011666" y="22432"/>
                  </a:lnTo>
                  <a:lnTo>
                    <a:pt x="2011710" y="22419"/>
                  </a:lnTo>
                  <a:lnTo>
                    <a:pt x="2011789" y="22396"/>
                  </a:lnTo>
                  <a:lnTo>
                    <a:pt x="2011852" y="22379"/>
                  </a:lnTo>
                  <a:lnTo>
                    <a:pt x="2011925" y="22367"/>
                  </a:lnTo>
                  <a:lnTo>
                    <a:pt x="2012173" y="22338"/>
                  </a:lnTo>
                  <a:lnTo>
                    <a:pt x="2012287" y="22326"/>
                  </a:lnTo>
                  <a:lnTo>
                    <a:pt x="2012438" y="22311"/>
                  </a:lnTo>
                  <a:lnTo>
                    <a:pt x="2012584" y="22299"/>
                  </a:lnTo>
                  <a:lnTo>
                    <a:pt x="2012711" y="22283"/>
                  </a:lnTo>
                  <a:lnTo>
                    <a:pt x="2012800" y="22267"/>
                  </a:lnTo>
                  <a:lnTo>
                    <a:pt x="2012873" y="22248"/>
                  </a:lnTo>
                  <a:lnTo>
                    <a:pt x="2012943" y="22225"/>
                  </a:lnTo>
                  <a:lnTo>
                    <a:pt x="2013000" y="22195"/>
                  </a:lnTo>
                  <a:lnTo>
                    <a:pt x="2013046" y="22160"/>
                  </a:lnTo>
                  <a:lnTo>
                    <a:pt x="2013073" y="22122"/>
                  </a:lnTo>
                  <a:lnTo>
                    <a:pt x="2013096" y="22080"/>
                  </a:lnTo>
                  <a:lnTo>
                    <a:pt x="2013109" y="22022"/>
                  </a:lnTo>
                  <a:lnTo>
                    <a:pt x="2013123" y="21969"/>
                  </a:lnTo>
                  <a:lnTo>
                    <a:pt x="2013142" y="21914"/>
                  </a:lnTo>
                  <a:lnTo>
                    <a:pt x="2013170" y="21851"/>
                  </a:lnTo>
                  <a:lnTo>
                    <a:pt x="2013195" y="21809"/>
                  </a:lnTo>
                  <a:lnTo>
                    <a:pt x="2013227" y="21768"/>
                  </a:lnTo>
                  <a:lnTo>
                    <a:pt x="2013266" y="21730"/>
                  </a:lnTo>
                  <a:lnTo>
                    <a:pt x="2013295" y="21684"/>
                  </a:lnTo>
                  <a:lnTo>
                    <a:pt x="2013315" y="21638"/>
                  </a:lnTo>
                  <a:lnTo>
                    <a:pt x="2013320" y="21580"/>
                  </a:lnTo>
                  <a:lnTo>
                    <a:pt x="2013313" y="21499"/>
                  </a:lnTo>
                  <a:lnTo>
                    <a:pt x="2013305" y="21431"/>
                  </a:lnTo>
                  <a:lnTo>
                    <a:pt x="2013298" y="21383"/>
                  </a:lnTo>
                  <a:lnTo>
                    <a:pt x="2013301" y="21342"/>
                  </a:lnTo>
                  <a:lnTo>
                    <a:pt x="2013310" y="21291"/>
                  </a:lnTo>
                  <a:lnTo>
                    <a:pt x="2013329" y="21235"/>
                  </a:lnTo>
                  <a:lnTo>
                    <a:pt x="2013520" y="20886"/>
                  </a:lnTo>
                  <a:lnTo>
                    <a:pt x="2013562" y="20827"/>
                  </a:lnTo>
                  <a:lnTo>
                    <a:pt x="2013613" y="20761"/>
                  </a:lnTo>
                  <a:lnTo>
                    <a:pt x="2013649" y="20726"/>
                  </a:lnTo>
                  <a:lnTo>
                    <a:pt x="2013680" y="20695"/>
                  </a:lnTo>
                  <a:lnTo>
                    <a:pt x="2013699" y="20680"/>
                  </a:lnTo>
                  <a:lnTo>
                    <a:pt x="2013747" y="20650"/>
                  </a:lnTo>
                  <a:lnTo>
                    <a:pt x="2013804" y="20626"/>
                  </a:lnTo>
                  <a:lnTo>
                    <a:pt x="2013860" y="20608"/>
                  </a:lnTo>
                  <a:lnTo>
                    <a:pt x="2013931" y="20591"/>
                  </a:lnTo>
                  <a:lnTo>
                    <a:pt x="2014109" y="20563"/>
                  </a:lnTo>
                  <a:lnTo>
                    <a:pt x="2014244" y="20544"/>
                  </a:lnTo>
                  <a:lnTo>
                    <a:pt x="2014370" y="20527"/>
                  </a:lnTo>
                  <a:lnTo>
                    <a:pt x="2014489" y="20509"/>
                  </a:lnTo>
                  <a:lnTo>
                    <a:pt x="2014613" y="20482"/>
                  </a:lnTo>
                  <a:lnTo>
                    <a:pt x="2014780" y="20434"/>
                  </a:lnTo>
                  <a:lnTo>
                    <a:pt x="2014888" y="20395"/>
                  </a:lnTo>
                  <a:lnTo>
                    <a:pt x="2014985" y="20352"/>
                  </a:lnTo>
                  <a:lnTo>
                    <a:pt x="2015163" y="20245"/>
                  </a:lnTo>
                  <a:lnTo>
                    <a:pt x="2015220" y="20197"/>
                  </a:lnTo>
                  <a:lnTo>
                    <a:pt x="2015244" y="20158"/>
                  </a:lnTo>
                  <a:lnTo>
                    <a:pt x="2015260" y="20097"/>
                  </a:lnTo>
                  <a:lnTo>
                    <a:pt x="2015257" y="20055"/>
                  </a:lnTo>
                  <a:lnTo>
                    <a:pt x="2015243" y="20022"/>
                  </a:lnTo>
                  <a:lnTo>
                    <a:pt x="2015210" y="19987"/>
                  </a:lnTo>
                  <a:lnTo>
                    <a:pt x="2015165" y="19928"/>
                  </a:lnTo>
                  <a:lnTo>
                    <a:pt x="2015146" y="19887"/>
                  </a:lnTo>
                  <a:lnTo>
                    <a:pt x="2015142" y="19845"/>
                  </a:lnTo>
                  <a:lnTo>
                    <a:pt x="2015156" y="19806"/>
                  </a:lnTo>
                  <a:lnTo>
                    <a:pt x="2015185" y="19765"/>
                  </a:lnTo>
                  <a:lnTo>
                    <a:pt x="2015231" y="19727"/>
                  </a:lnTo>
                  <a:lnTo>
                    <a:pt x="2015291" y="19687"/>
                  </a:lnTo>
                  <a:lnTo>
                    <a:pt x="2015342" y="19658"/>
                  </a:lnTo>
                  <a:lnTo>
                    <a:pt x="2015374" y="19632"/>
                  </a:lnTo>
                  <a:lnTo>
                    <a:pt x="2015395" y="19604"/>
                  </a:lnTo>
                  <a:lnTo>
                    <a:pt x="2015412" y="19562"/>
                  </a:lnTo>
                  <a:lnTo>
                    <a:pt x="2015397" y="19377"/>
                  </a:lnTo>
                  <a:lnTo>
                    <a:pt x="2015395" y="19348"/>
                  </a:lnTo>
                  <a:lnTo>
                    <a:pt x="2015376" y="19302"/>
                  </a:lnTo>
                  <a:lnTo>
                    <a:pt x="2015337" y="19241"/>
                  </a:lnTo>
                  <a:lnTo>
                    <a:pt x="2015289" y="19162"/>
                  </a:lnTo>
                  <a:lnTo>
                    <a:pt x="2015234" y="19086"/>
                  </a:lnTo>
                  <a:lnTo>
                    <a:pt x="2015180" y="19023"/>
                  </a:lnTo>
                  <a:lnTo>
                    <a:pt x="2015123" y="18959"/>
                  </a:lnTo>
                  <a:lnTo>
                    <a:pt x="2015091" y="18904"/>
                  </a:lnTo>
                  <a:lnTo>
                    <a:pt x="2015074" y="18856"/>
                  </a:lnTo>
                  <a:lnTo>
                    <a:pt x="2015072" y="18828"/>
                  </a:lnTo>
                  <a:lnTo>
                    <a:pt x="2015071" y="18811"/>
                  </a:lnTo>
                  <a:lnTo>
                    <a:pt x="2015082" y="18773"/>
                  </a:lnTo>
                  <a:lnTo>
                    <a:pt x="2015091" y="18757"/>
                  </a:lnTo>
                  <a:lnTo>
                    <a:pt x="2015117" y="18714"/>
                  </a:lnTo>
                  <a:lnTo>
                    <a:pt x="2015165" y="18675"/>
                  </a:lnTo>
                  <a:lnTo>
                    <a:pt x="2015206" y="18654"/>
                  </a:lnTo>
                  <a:lnTo>
                    <a:pt x="2015257" y="18641"/>
                  </a:lnTo>
                  <a:lnTo>
                    <a:pt x="2015341" y="18625"/>
                  </a:lnTo>
                  <a:lnTo>
                    <a:pt x="2015465" y="18602"/>
                  </a:lnTo>
                  <a:lnTo>
                    <a:pt x="2015584" y="18574"/>
                  </a:lnTo>
                  <a:lnTo>
                    <a:pt x="2015665" y="18548"/>
                  </a:lnTo>
                  <a:lnTo>
                    <a:pt x="2015713" y="18521"/>
                  </a:lnTo>
                  <a:lnTo>
                    <a:pt x="2015751" y="18489"/>
                  </a:lnTo>
                  <a:lnTo>
                    <a:pt x="2015792" y="18434"/>
                  </a:lnTo>
                  <a:lnTo>
                    <a:pt x="2015832" y="18382"/>
                  </a:lnTo>
                  <a:lnTo>
                    <a:pt x="2015886" y="18325"/>
                  </a:lnTo>
                  <a:lnTo>
                    <a:pt x="2015940" y="18280"/>
                  </a:lnTo>
                  <a:lnTo>
                    <a:pt x="2015979" y="18254"/>
                  </a:lnTo>
                  <a:lnTo>
                    <a:pt x="2016239" y="18091"/>
                  </a:lnTo>
                  <a:lnTo>
                    <a:pt x="2016328" y="18036"/>
                  </a:lnTo>
                  <a:lnTo>
                    <a:pt x="2016396" y="17997"/>
                  </a:lnTo>
                  <a:lnTo>
                    <a:pt x="2016484" y="17945"/>
                  </a:lnTo>
                  <a:lnTo>
                    <a:pt x="2016520" y="17923"/>
                  </a:lnTo>
                  <a:lnTo>
                    <a:pt x="2016560" y="17890"/>
                  </a:lnTo>
                  <a:lnTo>
                    <a:pt x="2016590" y="17854"/>
                  </a:lnTo>
                  <a:lnTo>
                    <a:pt x="2016622" y="17808"/>
                  </a:lnTo>
                  <a:lnTo>
                    <a:pt x="2016660" y="17742"/>
                  </a:lnTo>
                  <a:lnTo>
                    <a:pt x="2016695" y="17670"/>
                  </a:lnTo>
                  <a:lnTo>
                    <a:pt x="2016735" y="17596"/>
                  </a:lnTo>
                  <a:lnTo>
                    <a:pt x="2016789" y="17533"/>
                  </a:lnTo>
                  <a:lnTo>
                    <a:pt x="2016832" y="17489"/>
                  </a:lnTo>
                  <a:lnTo>
                    <a:pt x="2016886" y="17446"/>
                  </a:lnTo>
                  <a:lnTo>
                    <a:pt x="2016953" y="17402"/>
                  </a:lnTo>
                  <a:lnTo>
                    <a:pt x="2017488" y="17108"/>
                  </a:lnTo>
                  <a:lnTo>
                    <a:pt x="2017547" y="17078"/>
                  </a:lnTo>
                  <a:lnTo>
                    <a:pt x="2017769" y="16980"/>
                  </a:lnTo>
                  <a:lnTo>
                    <a:pt x="2017823" y="16962"/>
                  </a:lnTo>
                  <a:lnTo>
                    <a:pt x="2017877" y="16954"/>
                  </a:lnTo>
                  <a:lnTo>
                    <a:pt x="2017983" y="16949"/>
                  </a:lnTo>
                  <a:lnTo>
                    <a:pt x="2018107" y="16945"/>
                  </a:lnTo>
                  <a:lnTo>
                    <a:pt x="2018172" y="16935"/>
                  </a:lnTo>
                  <a:lnTo>
                    <a:pt x="2018289" y="16913"/>
                  </a:lnTo>
                  <a:lnTo>
                    <a:pt x="2018420" y="16876"/>
                  </a:lnTo>
                  <a:lnTo>
                    <a:pt x="2018496" y="16846"/>
                  </a:lnTo>
                  <a:lnTo>
                    <a:pt x="2018643" y="16783"/>
                  </a:lnTo>
                  <a:lnTo>
                    <a:pt x="2018740" y="16739"/>
                  </a:lnTo>
                  <a:lnTo>
                    <a:pt x="2018978" y="16630"/>
                  </a:lnTo>
                  <a:lnTo>
                    <a:pt x="2019083" y="16578"/>
                  </a:lnTo>
                  <a:lnTo>
                    <a:pt x="2019207" y="16497"/>
                  </a:lnTo>
                  <a:lnTo>
                    <a:pt x="2019242" y="16460"/>
                  </a:lnTo>
                  <a:lnTo>
                    <a:pt x="2019297" y="16416"/>
                  </a:lnTo>
                  <a:lnTo>
                    <a:pt x="2019361" y="16368"/>
                  </a:lnTo>
                  <a:lnTo>
                    <a:pt x="2019413" y="16340"/>
                  </a:lnTo>
                  <a:lnTo>
                    <a:pt x="2019491" y="16301"/>
                  </a:lnTo>
                  <a:lnTo>
                    <a:pt x="2019642" y="16227"/>
                  </a:lnTo>
                  <a:lnTo>
                    <a:pt x="2019734" y="16175"/>
                  </a:lnTo>
                  <a:lnTo>
                    <a:pt x="2019837" y="16101"/>
                  </a:lnTo>
                  <a:lnTo>
                    <a:pt x="2019905" y="16044"/>
                  </a:lnTo>
                  <a:lnTo>
                    <a:pt x="2019978" y="15976"/>
                  </a:lnTo>
                  <a:lnTo>
                    <a:pt x="2020045" y="15906"/>
                  </a:lnTo>
                  <a:lnTo>
                    <a:pt x="2020255" y="15744"/>
                  </a:lnTo>
                  <a:lnTo>
                    <a:pt x="2020352" y="15672"/>
                  </a:lnTo>
                  <a:lnTo>
                    <a:pt x="2020419" y="15626"/>
                  </a:lnTo>
                  <a:lnTo>
                    <a:pt x="2020497" y="15583"/>
                  </a:lnTo>
                  <a:lnTo>
                    <a:pt x="2020573" y="15551"/>
                  </a:lnTo>
                  <a:lnTo>
                    <a:pt x="2020646" y="15531"/>
                  </a:lnTo>
                  <a:lnTo>
                    <a:pt x="2020705" y="15523"/>
                  </a:lnTo>
                  <a:lnTo>
                    <a:pt x="2020749" y="15523"/>
                  </a:lnTo>
                  <a:lnTo>
                    <a:pt x="2020822" y="15534"/>
                  </a:lnTo>
                  <a:lnTo>
                    <a:pt x="2020895" y="15554"/>
                  </a:lnTo>
                  <a:lnTo>
                    <a:pt x="2020968" y="15583"/>
                  </a:lnTo>
                  <a:lnTo>
                    <a:pt x="2021042" y="15620"/>
                  </a:lnTo>
                  <a:lnTo>
                    <a:pt x="2021121" y="15669"/>
                  </a:lnTo>
                  <a:lnTo>
                    <a:pt x="2021158" y="15684"/>
                  </a:lnTo>
                  <a:lnTo>
                    <a:pt x="2021218" y="15697"/>
                  </a:lnTo>
                  <a:lnTo>
                    <a:pt x="2021277" y="15698"/>
                  </a:lnTo>
                  <a:lnTo>
                    <a:pt x="2021345" y="15684"/>
                  </a:lnTo>
                  <a:lnTo>
                    <a:pt x="2021402" y="15661"/>
                  </a:lnTo>
                  <a:lnTo>
                    <a:pt x="2021453" y="15622"/>
                  </a:lnTo>
                  <a:lnTo>
                    <a:pt x="2021477" y="15587"/>
                  </a:lnTo>
                  <a:lnTo>
                    <a:pt x="2021490" y="15537"/>
                  </a:lnTo>
                  <a:lnTo>
                    <a:pt x="2021495" y="15480"/>
                  </a:lnTo>
                  <a:lnTo>
                    <a:pt x="2021498" y="15421"/>
                  </a:lnTo>
                  <a:lnTo>
                    <a:pt x="2021487" y="15331"/>
                  </a:lnTo>
                  <a:lnTo>
                    <a:pt x="2021467" y="15264"/>
                  </a:lnTo>
                  <a:lnTo>
                    <a:pt x="2021431" y="15163"/>
                  </a:lnTo>
                  <a:lnTo>
                    <a:pt x="2021385" y="15073"/>
                  </a:lnTo>
                  <a:lnTo>
                    <a:pt x="2021314" y="14955"/>
                  </a:lnTo>
                  <a:lnTo>
                    <a:pt x="2021224" y="14837"/>
                  </a:lnTo>
                  <a:lnTo>
                    <a:pt x="2021172" y="14784"/>
                  </a:lnTo>
                  <a:lnTo>
                    <a:pt x="2021093" y="14723"/>
                  </a:lnTo>
                  <a:lnTo>
                    <a:pt x="2021015" y="14677"/>
                  </a:lnTo>
                  <a:lnTo>
                    <a:pt x="2020890" y="14615"/>
                  </a:lnTo>
                  <a:lnTo>
                    <a:pt x="2020754" y="14551"/>
                  </a:lnTo>
                  <a:lnTo>
                    <a:pt x="2020686" y="14509"/>
                  </a:lnTo>
                  <a:lnTo>
                    <a:pt x="2020637" y="14465"/>
                  </a:lnTo>
                  <a:lnTo>
                    <a:pt x="2020593" y="14400"/>
                  </a:lnTo>
                  <a:lnTo>
                    <a:pt x="2020582" y="14354"/>
                  </a:lnTo>
                  <a:lnTo>
                    <a:pt x="2020584" y="14315"/>
                  </a:lnTo>
                  <a:lnTo>
                    <a:pt x="2020598" y="14282"/>
                  </a:lnTo>
                  <a:lnTo>
                    <a:pt x="2020646" y="14236"/>
                  </a:lnTo>
                  <a:lnTo>
                    <a:pt x="2020703" y="14203"/>
                  </a:lnTo>
                  <a:lnTo>
                    <a:pt x="2021087" y="14056"/>
                  </a:lnTo>
                  <a:lnTo>
                    <a:pt x="2021163" y="14030"/>
                  </a:lnTo>
                  <a:lnTo>
                    <a:pt x="2021211" y="14018"/>
                  </a:lnTo>
                  <a:lnTo>
                    <a:pt x="2021263" y="14020"/>
                  </a:lnTo>
                  <a:lnTo>
                    <a:pt x="2021373" y="14020"/>
                  </a:lnTo>
                  <a:lnTo>
                    <a:pt x="2021533" y="14001"/>
                  </a:lnTo>
                  <a:lnTo>
                    <a:pt x="2021679" y="13975"/>
                  </a:lnTo>
                  <a:lnTo>
                    <a:pt x="2021823" y="13930"/>
                  </a:lnTo>
                  <a:lnTo>
                    <a:pt x="2022088" y="13868"/>
                  </a:lnTo>
                  <a:lnTo>
                    <a:pt x="2022345" y="13818"/>
                  </a:lnTo>
                  <a:lnTo>
                    <a:pt x="2022486" y="13786"/>
                  </a:lnTo>
                  <a:lnTo>
                    <a:pt x="2022635" y="13739"/>
                  </a:lnTo>
                  <a:lnTo>
                    <a:pt x="2022740" y="13693"/>
                  </a:lnTo>
                  <a:lnTo>
                    <a:pt x="2022810" y="13664"/>
                  </a:lnTo>
                  <a:lnTo>
                    <a:pt x="2022902" y="13634"/>
                  </a:lnTo>
                  <a:lnTo>
                    <a:pt x="2023024" y="13595"/>
                  </a:lnTo>
                  <a:lnTo>
                    <a:pt x="2023132" y="13569"/>
                  </a:lnTo>
                  <a:lnTo>
                    <a:pt x="2023216" y="13550"/>
                  </a:lnTo>
                  <a:lnTo>
                    <a:pt x="2023278" y="13524"/>
                  </a:lnTo>
                  <a:lnTo>
                    <a:pt x="2023321" y="13487"/>
                  </a:lnTo>
                  <a:lnTo>
                    <a:pt x="2023340" y="13443"/>
                  </a:lnTo>
                  <a:lnTo>
                    <a:pt x="2023337" y="13402"/>
                  </a:lnTo>
                  <a:lnTo>
                    <a:pt x="2023312" y="13345"/>
                  </a:lnTo>
                  <a:lnTo>
                    <a:pt x="2023274" y="13268"/>
                  </a:lnTo>
                  <a:lnTo>
                    <a:pt x="2023228" y="13189"/>
                  </a:lnTo>
                  <a:lnTo>
                    <a:pt x="2023203" y="13122"/>
                  </a:lnTo>
                  <a:lnTo>
                    <a:pt x="2023205" y="13069"/>
                  </a:lnTo>
                  <a:lnTo>
                    <a:pt x="2023230" y="13023"/>
                  </a:lnTo>
                  <a:lnTo>
                    <a:pt x="2023279" y="12986"/>
                  </a:lnTo>
                  <a:lnTo>
                    <a:pt x="2023321" y="12969"/>
                  </a:lnTo>
                  <a:lnTo>
                    <a:pt x="2023379" y="12960"/>
                  </a:lnTo>
                  <a:lnTo>
                    <a:pt x="2023438" y="12961"/>
                  </a:lnTo>
                  <a:lnTo>
                    <a:pt x="2023517" y="12978"/>
                  </a:lnTo>
                  <a:lnTo>
                    <a:pt x="2023590" y="13012"/>
                  </a:lnTo>
                  <a:lnTo>
                    <a:pt x="2023655" y="13047"/>
                  </a:lnTo>
                  <a:lnTo>
                    <a:pt x="2023892" y="13183"/>
                  </a:lnTo>
                  <a:lnTo>
                    <a:pt x="2023954" y="13226"/>
                  </a:lnTo>
                  <a:lnTo>
                    <a:pt x="2024049" y="13290"/>
                  </a:lnTo>
                  <a:lnTo>
                    <a:pt x="2024139" y="13341"/>
                  </a:lnTo>
                  <a:lnTo>
                    <a:pt x="2024209" y="13371"/>
                  </a:lnTo>
                  <a:lnTo>
                    <a:pt x="2024283" y="13383"/>
                  </a:lnTo>
                  <a:lnTo>
                    <a:pt x="2024369" y="13382"/>
                  </a:lnTo>
                  <a:lnTo>
                    <a:pt x="2024464" y="13365"/>
                  </a:lnTo>
                  <a:lnTo>
                    <a:pt x="2024564" y="13344"/>
                  </a:lnTo>
                  <a:lnTo>
                    <a:pt x="2024635" y="13337"/>
                  </a:lnTo>
                  <a:lnTo>
                    <a:pt x="2024719" y="13335"/>
                  </a:lnTo>
                  <a:lnTo>
                    <a:pt x="2024843" y="13340"/>
                  </a:lnTo>
                  <a:lnTo>
                    <a:pt x="2024995" y="13353"/>
                  </a:lnTo>
                  <a:lnTo>
                    <a:pt x="2025185" y="13371"/>
                  </a:lnTo>
                  <a:lnTo>
                    <a:pt x="2025334" y="13374"/>
                  </a:lnTo>
                  <a:lnTo>
                    <a:pt x="2025426" y="13368"/>
                  </a:lnTo>
                  <a:lnTo>
                    <a:pt x="2025491" y="13355"/>
                  </a:lnTo>
                  <a:lnTo>
                    <a:pt x="2025548" y="13331"/>
                  </a:lnTo>
                  <a:lnTo>
                    <a:pt x="2025607" y="13292"/>
                  </a:lnTo>
                  <a:lnTo>
                    <a:pt x="2025634" y="13270"/>
                  </a:lnTo>
                  <a:lnTo>
                    <a:pt x="2025675" y="13233"/>
                  </a:lnTo>
                  <a:lnTo>
                    <a:pt x="2025750" y="13159"/>
                  </a:lnTo>
                  <a:lnTo>
                    <a:pt x="2025872" y="13035"/>
                  </a:lnTo>
                  <a:lnTo>
                    <a:pt x="2025967" y="12960"/>
                  </a:lnTo>
                  <a:lnTo>
                    <a:pt x="2026042" y="12908"/>
                  </a:lnTo>
                  <a:lnTo>
                    <a:pt x="2026135" y="12866"/>
                  </a:lnTo>
                  <a:lnTo>
                    <a:pt x="2026202" y="12845"/>
                  </a:lnTo>
                  <a:lnTo>
                    <a:pt x="2026291" y="12830"/>
                  </a:lnTo>
                  <a:lnTo>
                    <a:pt x="2026381" y="12830"/>
                  </a:lnTo>
                  <a:lnTo>
                    <a:pt x="2026459" y="12839"/>
                  </a:lnTo>
                  <a:lnTo>
                    <a:pt x="2026609" y="12869"/>
                  </a:lnTo>
                  <a:lnTo>
                    <a:pt x="2026850" y="12921"/>
                  </a:lnTo>
                  <a:lnTo>
                    <a:pt x="2026977" y="12936"/>
                  </a:lnTo>
                  <a:lnTo>
                    <a:pt x="2027072" y="12940"/>
                  </a:lnTo>
                  <a:lnTo>
                    <a:pt x="2027143" y="12937"/>
                  </a:lnTo>
                  <a:lnTo>
                    <a:pt x="2027200" y="12943"/>
                  </a:lnTo>
                  <a:lnTo>
                    <a:pt x="2027273" y="12965"/>
                  </a:lnTo>
                  <a:lnTo>
                    <a:pt x="2027352" y="12990"/>
                  </a:lnTo>
                  <a:lnTo>
                    <a:pt x="2027512" y="13049"/>
                  </a:lnTo>
                  <a:lnTo>
                    <a:pt x="2027707" y="13110"/>
                  </a:lnTo>
                  <a:lnTo>
                    <a:pt x="2027873" y="13160"/>
                  </a:lnTo>
                  <a:lnTo>
                    <a:pt x="2027962" y="13178"/>
                  </a:lnTo>
                  <a:lnTo>
                    <a:pt x="2028086" y="13189"/>
                  </a:lnTo>
                  <a:lnTo>
                    <a:pt x="2028198" y="13189"/>
                  </a:lnTo>
                  <a:lnTo>
                    <a:pt x="2028309" y="13183"/>
                  </a:lnTo>
                  <a:lnTo>
                    <a:pt x="2028415" y="13162"/>
                  </a:lnTo>
                  <a:lnTo>
                    <a:pt x="2028514" y="13144"/>
                  </a:lnTo>
                  <a:lnTo>
                    <a:pt x="2028586" y="13138"/>
                  </a:lnTo>
                  <a:lnTo>
                    <a:pt x="2028599" y="13137"/>
                  </a:lnTo>
                  <a:lnTo>
                    <a:pt x="2028674" y="13135"/>
                  </a:lnTo>
                  <a:lnTo>
                    <a:pt x="2029301" y="13135"/>
                  </a:lnTo>
                  <a:lnTo>
                    <a:pt x="2029376" y="13147"/>
                  </a:lnTo>
                  <a:lnTo>
                    <a:pt x="2029455" y="13167"/>
                  </a:lnTo>
                  <a:lnTo>
                    <a:pt x="2029525" y="13196"/>
                  </a:lnTo>
                  <a:lnTo>
                    <a:pt x="2029593" y="13218"/>
                  </a:lnTo>
                  <a:lnTo>
                    <a:pt x="2029691" y="13240"/>
                  </a:lnTo>
                  <a:lnTo>
                    <a:pt x="2029851" y="13264"/>
                  </a:lnTo>
                  <a:lnTo>
                    <a:pt x="2029992" y="13278"/>
                  </a:lnTo>
                  <a:lnTo>
                    <a:pt x="2030114" y="13282"/>
                  </a:lnTo>
                  <a:lnTo>
                    <a:pt x="2030257" y="13271"/>
                  </a:lnTo>
                  <a:lnTo>
                    <a:pt x="2030368" y="13250"/>
                  </a:lnTo>
                  <a:lnTo>
                    <a:pt x="2030457" y="13212"/>
                  </a:lnTo>
                  <a:lnTo>
                    <a:pt x="2030547" y="13156"/>
                  </a:lnTo>
                  <a:lnTo>
                    <a:pt x="2030656" y="13073"/>
                  </a:lnTo>
                  <a:lnTo>
                    <a:pt x="2030758" y="12987"/>
                  </a:lnTo>
                  <a:lnTo>
                    <a:pt x="2030848" y="12908"/>
                  </a:lnTo>
                  <a:lnTo>
                    <a:pt x="2030976" y="12792"/>
                  </a:lnTo>
                  <a:lnTo>
                    <a:pt x="2031084" y="12702"/>
                  </a:lnTo>
                  <a:lnTo>
                    <a:pt x="2031195" y="12613"/>
                  </a:lnTo>
                  <a:lnTo>
                    <a:pt x="2031239" y="12582"/>
                  </a:lnTo>
                  <a:lnTo>
                    <a:pt x="2031293" y="12552"/>
                  </a:lnTo>
                  <a:lnTo>
                    <a:pt x="2031366" y="12527"/>
                  </a:lnTo>
                  <a:lnTo>
                    <a:pt x="2031461" y="12503"/>
                  </a:lnTo>
                  <a:lnTo>
                    <a:pt x="2031550" y="12488"/>
                  </a:lnTo>
                  <a:lnTo>
                    <a:pt x="2031751" y="12477"/>
                  </a:lnTo>
                  <a:lnTo>
                    <a:pt x="2032071" y="12438"/>
                  </a:lnTo>
                  <a:lnTo>
                    <a:pt x="2032195" y="12411"/>
                  </a:lnTo>
                  <a:lnTo>
                    <a:pt x="2032296" y="12396"/>
                  </a:lnTo>
                  <a:lnTo>
                    <a:pt x="2032361" y="12394"/>
                  </a:lnTo>
                  <a:lnTo>
                    <a:pt x="2032437" y="12405"/>
                  </a:lnTo>
                  <a:lnTo>
                    <a:pt x="2032464" y="12411"/>
                  </a:lnTo>
                  <a:lnTo>
                    <a:pt x="2032494" y="12428"/>
                  </a:lnTo>
                  <a:lnTo>
                    <a:pt x="2032510" y="12446"/>
                  </a:lnTo>
                  <a:lnTo>
                    <a:pt x="2032529" y="12481"/>
                  </a:lnTo>
                  <a:lnTo>
                    <a:pt x="2032537" y="12537"/>
                  </a:lnTo>
                  <a:lnTo>
                    <a:pt x="2032539" y="12571"/>
                  </a:lnTo>
                  <a:lnTo>
                    <a:pt x="2032532" y="12621"/>
                  </a:lnTo>
                  <a:lnTo>
                    <a:pt x="2032531" y="12671"/>
                  </a:lnTo>
                  <a:lnTo>
                    <a:pt x="2032536" y="12695"/>
                  </a:lnTo>
                  <a:lnTo>
                    <a:pt x="2032593" y="12800"/>
                  </a:lnTo>
                  <a:lnTo>
                    <a:pt x="2032615" y="12824"/>
                  </a:lnTo>
                  <a:lnTo>
                    <a:pt x="2032642" y="12842"/>
                  </a:lnTo>
                  <a:lnTo>
                    <a:pt x="2032680" y="12863"/>
                  </a:lnTo>
                  <a:lnTo>
                    <a:pt x="2032761" y="12874"/>
                  </a:lnTo>
                  <a:lnTo>
                    <a:pt x="2032891" y="12874"/>
                  </a:lnTo>
                  <a:lnTo>
                    <a:pt x="2032962" y="12872"/>
                  </a:lnTo>
                  <a:lnTo>
                    <a:pt x="2033000" y="12874"/>
                  </a:lnTo>
                  <a:lnTo>
                    <a:pt x="2033056" y="12885"/>
                  </a:lnTo>
                  <a:lnTo>
                    <a:pt x="2033165" y="12922"/>
                  </a:lnTo>
                  <a:lnTo>
                    <a:pt x="2033224" y="12952"/>
                  </a:lnTo>
                  <a:lnTo>
                    <a:pt x="2033276" y="12983"/>
                  </a:lnTo>
                  <a:lnTo>
                    <a:pt x="2033316" y="13027"/>
                  </a:lnTo>
                  <a:lnTo>
                    <a:pt x="2033341" y="13070"/>
                  </a:lnTo>
                  <a:lnTo>
                    <a:pt x="2033360" y="13140"/>
                  </a:lnTo>
                  <a:lnTo>
                    <a:pt x="2033365" y="13226"/>
                  </a:lnTo>
                  <a:lnTo>
                    <a:pt x="2033362" y="13291"/>
                  </a:lnTo>
                  <a:lnTo>
                    <a:pt x="2033378" y="13464"/>
                  </a:lnTo>
                  <a:lnTo>
                    <a:pt x="2033399" y="13547"/>
                  </a:lnTo>
                  <a:lnTo>
                    <a:pt x="2033418" y="13589"/>
                  </a:lnTo>
                  <a:lnTo>
                    <a:pt x="2033459" y="13650"/>
                  </a:lnTo>
                  <a:lnTo>
                    <a:pt x="2033505" y="13706"/>
                  </a:lnTo>
                  <a:lnTo>
                    <a:pt x="2033586" y="13770"/>
                  </a:lnTo>
                  <a:lnTo>
                    <a:pt x="2033635" y="13805"/>
                  </a:lnTo>
                  <a:lnTo>
                    <a:pt x="2033719" y="13840"/>
                  </a:lnTo>
                  <a:lnTo>
                    <a:pt x="2033792" y="13857"/>
                  </a:lnTo>
                  <a:lnTo>
                    <a:pt x="2033876" y="13861"/>
                  </a:lnTo>
                  <a:lnTo>
                    <a:pt x="2034022" y="13848"/>
                  </a:lnTo>
                  <a:lnTo>
                    <a:pt x="2034119" y="13826"/>
                  </a:lnTo>
                  <a:lnTo>
                    <a:pt x="2034206" y="13791"/>
                  </a:lnTo>
                  <a:lnTo>
                    <a:pt x="2034325" y="13721"/>
                  </a:lnTo>
                  <a:lnTo>
                    <a:pt x="2034442" y="13645"/>
                  </a:lnTo>
                  <a:lnTo>
                    <a:pt x="2034537" y="13581"/>
                  </a:lnTo>
                  <a:lnTo>
                    <a:pt x="2034611" y="13542"/>
                  </a:lnTo>
                  <a:lnTo>
                    <a:pt x="2034684" y="13508"/>
                  </a:lnTo>
                  <a:lnTo>
                    <a:pt x="2034751" y="13483"/>
                  </a:lnTo>
                  <a:lnTo>
                    <a:pt x="2034822" y="13462"/>
                  </a:lnTo>
                  <a:lnTo>
                    <a:pt x="2034911" y="13447"/>
                  </a:lnTo>
                  <a:lnTo>
                    <a:pt x="2034984" y="13445"/>
                  </a:lnTo>
                  <a:lnTo>
                    <a:pt x="2035044" y="13451"/>
                  </a:lnTo>
                  <a:lnTo>
                    <a:pt x="2035107" y="13465"/>
                  </a:lnTo>
                  <a:lnTo>
                    <a:pt x="2035247" y="13515"/>
                  </a:lnTo>
                  <a:lnTo>
                    <a:pt x="2035350" y="13554"/>
                  </a:lnTo>
                  <a:lnTo>
                    <a:pt x="2035463" y="13585"/>
                  </a:lnTo>
                  <a:lnTo>
                    <a:pt x="2035556" y="13604"/>
                  </a:lnTo>
                  <a:lnTo>
                    <a:pt x="2035623" y="13604"/>
                  </a:lnTo>
                  <a:lnTo>
                    <a:pt x="2035693" y="13591"/>
                  </a:lnTo>
                  <a:lnTo>
                    <a:pt x="2035805" y="13560"/>
                  </a:lnTo>
                  <a:lnTo>
                    <a:pt x="2036033" y="13498"/>
                  </a:lnTo>
                  <a:lnTo>
                    <a:pt x="2036106" y="13481"/>
                  </a:lnTo>
                  <a:lnTo>
                    <a:pt x="2036168" y="13476"/>
                  </a:lnTo>
                  <a:lnTo>
                    <a:pt x="2036247" y="13476"/>
                  </a:lnTo>
                  <a:lnTo>
                    <a:pt x="2036323" y="13482"/>
                  </a:lnTo>
                  <a:lnTo>
                    <a:pt x="2036501" y="13508"/>
                  </a:lnTo>
                  <a:lnTo>
                    <a:pt x="2036650" y="13530"/>
                  </a:lnTo>
                  <a:lnTo>
                    <a:pt x="2036967" y="13575"/>
                  </a:lnTo>
                  <a:lnTo>
                    <a:pt x="2037503" y="13647"/>
                  </a:lnTo>
                  <a:lnTo>
                    <a:pt x="2037593" y="13656"/>
                  </a:lnTo>
                  <a:lnTo>
                    <a:pt x="2037833" y="13668"/>
                  </a:lnTo>
                  <a:lnTo>
                    <a:pt x="2037915" y="13672"/>
                  </a:lnTo>
                  <a:lnTo>
                    <a:pt x="2037996" y="13670"/>
                  </a:lnTo>
                  <a:lnTo>
                    <a:pt x="2038094" y="13661"/>
                  </a:lnTo>
                  <a:lnTo>
                    <a:pt x="2038215" y="13646"/>
                  </a:lnTo>
                  <a:lnTo>
                    <a:pt x="2038340" y="13630"/>
                  </a:lnTo>
                  <a:lnTo>
                    <a:pt x="2038427" y="13610"/>
                  </a:lnTo>
                  <a:lnTo>
                    <a:pt x="2038532" y="13579"/>
                  </a:lnTo>
                  <a:lnTo>
                    <a:pt x="2038611" y="13540"/>
                  </a:lnTo>
                  <a:lnTo>
                    <a:pt x="2038669" y="13503"/>
                  </a:lnTo>
                  <a:lnTo>
                    <a:pt x="2038731" y="13450"/>
                  </a:lnTo>
                  <a:lnTo>
                    <a:pt x="2038815" y="13375"/>
                  </a:lnTo>
                  <a:lnTo>
                    <a:pt x="2038889" y="13296"/>
                  </a:lnTo>
                  <a:lnTo>
                    <a:pt x="2038970" y="13220"/>
                  </a:lnTo>
                  <a:lnTo>
                    <a:pt x="2039014" y="13185"/>
                  </a:lnTo>
                  <a:lnTo>
                    <a:pt x="2039095" y="13130"/>
                  </a:lnTo>
                  <a:lnTo>
                    <a:pt x="2039174" y="13092"/>
                  </a:lnTo>
                  <a:lnTo>
                    <a:pt x="2039242" y="13066"/>
                  </a:lnTo>
                  <a:lnTo>
                    <a:pt x="2039413" y="13010"/>
                  </a:lnTo>
                  <a:lnTo>
                    <a:pt x="2039484" y="12993"/>
                  </a:lnTo>
                  <a:lnTo>
                    <a:pt x="2039543" y="12987"/>
                  </a:lnTo>
                  <a:lnTo>
                    <a:pt x="2039595" y="12990"/>
                  </a:lnTo>
                  <a:lnTo>
                    <a:pt x="2039638" y="12995"/>
                  </a:lnTo>
                  <a:lnTo>
                    <a:pt x="2039694" y="13015"/>
                  </a:lnTo>
                  <a:lnTo>
                    <a:pt x="2039773" y="13052"/>
                  </a:lnTo>
                  <a:lnTo>
                    <a:pt x="2039778" y="13055"/>
                  </a:lnTo>
                  <a:lnTo>
                    <a:pt x="2039908" y="13101"/>
                  </a:lnTo>
                  <a:lnTo>
                    <a:pt x="2040125" y="13166"/>
                  </a:lnTo>
                  <a:lnTo>
                    <a:pt x="2040184" y="13173"/>
                  </a:lnTo>
                  <a:lnTo>
                    <a:pt x="2040255" y="13175"/>
                  </a:lnTo>
                  <a:lnTo>
                    <a:pt x="2040363" y="13166"/>
                  </a:lnTo>
                  <a:lnTo>
                    <a:pt x="2040453" y="13144"/>
                  </a:lnTo>
                  <a:lnTo>
                    <a:pt x="2040524" y="13113"/>
                  </a:lnTo>
                  <a:lnTo>
                    <a:pt x="2040592" y="13076"/>
                  </a:lnTo>
                  <a:lnTo>
                    <a:pt x="2040632" y="13054"/>
                  </a:lnTo>
                  <a:lnTo>
                    <a:pt x="2040866" y="12937"/>
                  </a:lnTo>
                  <a:lnTo>
                    <a:pt x="2040918" y="12913"/>
                  </a:lnTo>
                  <a:lnTo>
                    <a:pt x="2040974" y="12889"/>
                  </a:lnTo>
                  <a:lnTo>
                    <a:pt x="2041034" y="12869"/>
                  </a:lnTo>
                  <a:lnTo>
                    <a:pt x="2041097" y="12851"/>
                  </a:lnTo>
                  <a:lnTo>
                    <a:pt x="2041143" y="12833"/>
                  </a:lnTo>
                  <a:lnTo>
                    <a:pt x="2041189" y="12813"/>
                  </a:lnTo>
                  <a:lnTo>
                    <a:pt x="2041257" y="12780"/>
                  </a:lnTo>
                  <a:lnTo>
                    <a:pt x="2041325" y="12741"/>
                  </a:lnTo>
                  <a:lnTo>
                    <a:pt x="2041426" y="12675"/>
                  </a:lnTo>
                  <a:lnTo>
                    <a:pt x="2041443" y="12661"/>
                  </a:lnTo>
                  <a:lnTo>
                    <a:pt x="2041504" y="12597"/>
                  </a:lnTo>
                  <a:lnTo>
                    <a:pt x="2041545" y="12545"/>
                  </a:lnTo>
                  <a:lnTo>
                    <a:pt x="2041666" y="12383"/>
                  </a:lnTo>
                  <a:lnTo>
                    <a:pt x="2041978" y="12023"/>
                  </a:lnTo>
                  <a:lnTo>
                    <a:pt x="2042108" y="11839"/>
                  </a:lnTo>
                  <a:lnTo>
                    <a:pt x="2042189" y="11748"/>
                  </a:lnTo>
                  <a:lnTo>
                    <a:pt x="2042232" y="11710"/>
                  </a:lnTo>
                  <a:lnTo>
                    <a:pt x="2042251" y="11694"/>
                  </a:lnTo>
                  <a:lnTo>
                    <a:pt x="2042329" y="11639"/>
                  </a:lnTo>
                  <a:lnTo>
                    <a:pt x="2042364" y="11619"/>
                  </a:lnTo>
                  <a:lnTo>
                    <a:pt x="2042440" y="11574"/>
                  </a:lnTo>
                  <a:lnTo>
                    <a:pt x="2042494" y="11553"/>
                  </a:lnTo>
                  <a:lnTo>
                    <a:pt x="2042561" y="11536"/>
                  </a:lnTo>
                  <a:lnTo>
                    <a:pt x="2042683" y="11506"/>
                  </a:lnTo>
                  <a:lnTo>
                    <a:pt x="2042800" y="11487"/>
                  </a:lnTo>
                  <a:lnTo>
                    <a:pt x="2042940" y="11469"/>
                  </a:lnTo>
                  <a:lnTo>
                    <a:pt x="2043076" y="11459"/>
                  </a:lnTo>
                  <a:lnTo>
                    <a:pt x="2043116" y="11458"/>
                  </a:lnTo>
                  <a:lnTo>
                    <a:pt x="2043223" y="11453"/>
                  </a:lnTo>
                  <a:lnTo>
                    <a:pt x="2043375" y="11452"/>
                  </a:lnTo>
                  <a:lnTo>
                    <a:pt x="2043480" y="11455"/>
                  </a:lnTo>
                  <a:lnTo>
                    <a:pt x="2043624" y="11468"/>
                  </a:lnTo>
                  <a:lnTo>
                    <a:pt x="2044003" y="11501"/>
                  </a:lnTo>
                  <a:lnTo>
                    <a:pt x="2044120" y="11513"/>
                  </a:lnTo>
                  <a:lnTo>
                    <a:pt x="2044183" y="11522"/>
                  </a:lnTo>
                  <a:lnTo>
                    <a:pt x="2044251" y="11539"/>
                  </a:lnTo>
                  <a:lnTo>
                    <a:pt x="2044717" y="11650"/>
                  </a:lnTo>
                  <a:lnTo>
                    <a:pt x="2045190" y="11771"/>
                  </a:lnTo>
                  <a:lnTo>
                    <a:pt x="2045514" y="11806"/>
                  </a:lnTo>
                  <a:lnTo>
                    <a:pt x="2045902" y="11838"/>
                  </a:lnTo>
                  <a:lnTo>
                    <a:pt x="2045959" y="11841"/>
                  </a:lnTo>
                  <a:lnTo>
                    <a:pt x="2046016" y="11833"/>
                  </a:lnTo>
                  <a:lnTo>
                    <a:pt x="2046068" y="11822"/>
                  </a:lnTo>
                  <a:lnTo>
                    <a:pt x="2046175" y="11786"/>
                  </a:lnTo>
                  <a:lnTo>
                    <a:pt x="2046205" y="11768"/>
                  </a:lnTo>
                  <a:lnTo>
                    <a:pt x="2046209" y="11765"/>
                  </a:lnTo>
                  <a:lnTo>
                    <a:pt x="2046267" y="11721"/>
                  </a:lnTo>
                  <a:lnTo>
                    <a:pt x="2046348" y="11653"/>
                  </a:lnTo>
                  <a:lnTo>
                    <a:pt x="2046416" y="11593"/>
                  </a:lnTo>
                  <a:lnTo>
                    <a:pt x="2046452" y="11554"/>
                  </a:lnTo>
                  <a:lnTo>
                    <a:pt x="2046476" y="11523"/>
                  </a:lnTo>
                  <a:lnTo>
                    <a:pt x="2046503" y="11498"/>
                  </a:lnTo>
                  <a:lnTo>
                    <a:pt x="2046524" y="11491"/>
                  </a:lnTo>
                  <a:lnTo>
                    <a:pt x="2046544" y="11483"/>
                  </a:lnTo>
                  <a:lnTo>
                    <a:pt x="2046603" y="11470"/>
                  </a:lnTo>
                  <a:lnTo>
                    <a:pt x="2046671" y="11468"/>
                  </a:lnTo>
                  <a:lnTo>
                    <a:pt x="2046717" y="11470"/>
                  </a:lnTo>
                  <a:lnTo>
                    <a:pt x="2046793" y="11480"/>
                  </a:lnTo>
                  <a:lnTo>
                    <a:pt x="2046888" y="11502"/>
                  </a:lnTo>
                  <a:lnTo>
                    <a:pt x="2046996" y="11528"/>
                  </a:lnTo>
                  <a:lnTo>
                    <a:pt x="2047134" y="11555"/>
                  </a:lnTo>
                  <a:lnTo>
                    <a:pt x="2047270" y="11577"/>
                  </a:lnTo>
                  <a:lnTo>
                    <a:pt x="2047416" y="11589"/>
                  </a:lnTo>
                  <a:lnTo>
                    <a:pt x="2047525" y="11590"/>
                  </a:lnTo>
                  <a:lnTo>
                    <a:pt x="2047595" y="11582"/>
                  </a:lnTo>
                  <a:lnTo>
                    <a:pt x="2047671" y="11571"/>
                  </a:lnTo>
                  <a:lnTo>
                    <a:pt x="2047758" y="11550"/>
                  </a:lnTo>
                  <a:lnTo>
                    <a:pt x="2047836" y="11522"/>
                  </a:lnTo>
                  <a:lnTo>
                    <a:pt x="2048031" y="11439"/>
                  </a:lnTo>
                  <a:lnTo>
                    <a:pt x="2048235" y="11349"/>
                  </a:lnTo>
                  <a:lnTo>
                    <a:pt x="2048297" y="11325"/>
                  </a:lnTo>
                  <a:lnTo>
                    <a:pt x="2048633" y="11237"/>
                  </a:lnTo>
                  <a:lnTo>
                    <a:pt x="2049080" y="11082"/>
                  </a:lnTo>
                  <a:lnTo>
                    <a:pt x="2049131" y="11054"/>
                  </a:lnTo>
                  <a:lnTo>
                    <a:pt x="2049196" y="11033"/>
                  </a:lnTo>
                  <a:lnTo>
                    <a:pt x="2049215" y="11030"/>
                  </a:lnTo>
                  <a:lnTo>
                    <a:pt x="2049264" y="11024"/>
                  </a:lnTo>
                  <a:lnTo>
                    <a:pt x="2049646" y="11011"/>
                  </a:lnTo>
                  <a:lnTo>
                    <a:pt x="2049687" y="11008"/>
                  </a:lnTo>
                  <a:lnTo>
                    <a:pt x="2049796" y="10996"/>
                  </a:lnTo>
                  <a:lnTo>
                    <a:pt x="2049941" y="10988"/>
                  </a:lnTo>
                  <a:lnTo>
                    <a:pt x="2050002" y="10983"/>
                  </a:lnTo>
                  <a:lnTo>
                    <a:pt x="2050105" y="10973"/>
                  </a:lnTo>
                  <a:lnTo>
                    <a:pt x="2050224" y="10958"/>
                  </a:lnTo>
                  <a:lnTo>
                    <a:pt x="2050294" y="10947"/>
                  </a:lnTo>
                  <a:lnTo>
                    <a:pt x="2050406" y="10924"/>
                  </a:lnTo>
                  <a:lnTo>
                    <a:pt x="2050506" y="10906"/>
                  </a:lnTo>
                  <a:lnTo>
                    <a:pt x="2050623" y="10887"/>
                  </a:lnTo>
                  <a:lnTo>
                    <a:pt x="2050729" y="10870"/>
                  </a:lnTo>
                  <a:lnTo>
                    <a:pt x="2050750" y="10868"/>
                  </a:lnTo>
                  <a:lnTo>
                    <a:pt x="2050842" y="10849"/>
                  </a:lnTo>
                  <a:lnTo>
                    <a:pt x="2050921" y="10831"/>
                  </a:lnTo>
                  <a:lnTo>
                    <a:pt x="2051043" y="10799"/>
                  </a:lnTo>
                  <a:lnTo>
                    <a:pt x="2051162" y="10764"/>
                  </a:lnTo>
                  <a:lnTo>
                    <a:pt x="2051282" y="10726"/>
                  </a:lnTo>
                  <a:lnTo>
                    <a:pt x="2051357" y="10704"/>
                  </a:lnTo>
                  <a:lnTo>
                    <a:pt x="2051412" y="10693"/>
                  </a:lnTo>
                  <a:lnTo>
                    <a:pt x="2051501" y="10674"/>
                  </a:lnTo>
                  <a:lnTo>
                    <a:pt x="2051548" y="10667"/>
                  </a:lnTo>
                  <a:lnTo>
                    <a:pt x="2051588" y="10663"/>
                  </a:lnTo>
                  <a:lnTo>
                    <a:pt x="2051743" y="10637"/>
                  </a:lnTo>
                  <a:lnTo>
                    <a:pt x="2051911" y="10605"/>
                  </a:lnTo>
                  <a:lnTo>
                    <a:pt x="2051978" y="10592"/>
                  </a:lnTo>
                  <a:lnTo>
                    <a:pt x="2052030" y="10590"/>
                  </a:lnTo>
                  <a:lnTo>
                    <a:pt x="2052116" y="10580"/>
                  </a:lnTo>
                  <a:lnTo>
                    <a:pt x="2052135" y="10578"/>
                  </a:lnTo>
                  <a:lnTo>
                    <a:pt x="2052278" y="10542"/>
                  </a:lnTo>
                  <a:lnTo>
                    <a:pt x="2052329" y="10528"/>
                  </a:lnTo>
                  <a:lnTo>
                    <a:pt x="2052429" y="10504"/>
                  </a:lnTo>
                  <a:lnTo>
                    <a:pt x="2052570" y="10466"/>
                  </a:lnTo>
                  <a:lnTo>
                    <a:pt x="2052595" y="10460"/>
                  </a:lnTo>
                  <a:lnTo>
                    <a:pt x="2052688" y="10432"/>
                  </a:lnTo>
                  <a:lnTo>
                    <a:pt x="2053186" y="10325"/>
                  </a:lnTo>
                  <a:lnTo>
                    <a:pt x="2053528" y="10230"/>
                  </a:lnTo>
                  <a:lnTo>
                    <a:pt x="2053830" y="10115"/>
                  </a:lnTo>
                  <a:lnTo>
                    <a:pt x="2054073" y="10008"/>
                  </a:lnTo>
                  <a:lnTo>
                    <a:pt x="2054084" y="10004"/>
                  </a:lnTo>
                  <a:lnTo>
                    <a:pt x="2054171" y="9967"/>
                  </a:lnTo>
                  <a:lnTo>
                    <a:pt x="2054233" y="9943"/>
                  </a:lnTo>
                  <a:lnTo>
                    <a:pt x="2054271" y="9930"/>
                  </a:lnTo>
                  <a:lnTo>
                    <a:pt x="2054342" y="9906"/>
                  </a:lnTo>
                  <a:lnTo>
                    <a:pt x="2054351" y="9903"/>
                  </a:lnTo>
                  <a:lnTo>
                    <a:pt x="2054385" y="9891"/>
                  </a:lnTo>
                  <a:lnTo>
                    <a:pt x="2054430" y="9869"/>
                  </a:lnTo>
                  <a:lnTo>
                    <a:pt x="2054499" y="9832"/>
                  </a:lnTo>
                  <a:lnTo>
                    <a:pt x="2054639" y="9743"/>
                  </a:lnTo>
                  <a:lnTo>
                    <a:pt x="2054647" y="9737"/>
                  </a:lnTo>
                  <a:lnTo>
                    <a:pt x="2054707" y="9700"/>
                  </a:lnTo>
                  <a:lnTo>
                    <a:pt x="2054799" y="9643"/>
                  </a:lnTo>
                  <a:lnTo>
                    <a:pt x="2054907" y="9572"/>
                  </a:lnTo>
                  <a:lnTo>
                    <a:pt x="2054969" y="9532"/>
                  </a:lnTo>
                  <a:lnTo>
                    <a:pt x="2055012" y="9504"/>
                  </a:lnTo>
                  <a:lnTo>
                    <a:pt x="2055115" y="9447"/>
                  </a:lnTo>
                  <a:lnTo>
                    <a:pt x="2055216" y="9398"/>
                  </a:lnTo>
                  <a:lnTo>
                    <a:pt x="2055297" y="9367"/>
                  </a:lnTo>
                  <a:lnTo>
                    <a:pt x="2055383" y="9337"/>
                  </a:lnTo>
                  <a:lnTo>
                    <a:pt x="2055423" y="9324"/>
                  </a:lnTo>
                  <a:lnTo>
                    <a:pt x="2055481" y="9306"/>
                  </a:lnTo>
                  <a:lnTo>
                    <a:pt x="2055620" y="9272"/>
                  </a:lnTo>
                  <a:lnTo>
                    <a:pt x="2055670" y="9259"/>
                  </a:lnTo>
                  <a:lnTo>
                    <a:pt x="2055725" y="9244"/>
                  </a:lnTo>
                  <a:lnTo>
                    <a:pt x="2055845" y="9215"/>
                  </a:lnTo>
                  <a:lnTo>
                    <a:pt x="2055940" y="9194"/>
                  </a:lnTo>
                  <a:lnTo>
                    <a:pt x="2055986" y="9189"/>
                  </a:lnTo>
                  <a:lnTo>
                    <a:pt x="2056048" y="9183"/>
                  </a:lnTo>
                  <a:lnTo>
                    <a:pt x="2056135" y="9166"/>
                  </a:lnTo>
                  <a:lnTo>
                    <a:pt x="2056205" y="9152"/>
                  </a:lnTo>
                  <a:lnTo>
                    <a:pt x="2056265" y="9136"/>
                  </a:lnTo>
                  <a:lnTo>
                    <a:pt x="2056335" y="9114"/>
                  </a:lnTo>
                  <a:lnTo>
                    <a:pt x="2056376" y="9097"/>
                  </a:lnTo>
                  <a:lnTo>
                    <a:pt x="2056444" y="9079"/>
                  </a:lnTo>
                  <a:lnTo>
                    <a:pt x="2056558" y="9055"/>
                  </a:lnTo>
                  <a:lnTo>
                    <a:pt x="2056563" y="9054"/>
                  </a:lnTo>
                  <a:lnTo>
                    <a:pt x="2056626" y="9038"/>
                  </a:lnTo>
                  <a:lnTo>
                    <a:pt x="2056686" y="9018"/>
                  </a:lnTo>
                  <a:lnTo>
                    <a:pt x="2056742" y="8992"/>
                  </a:lnTo>
                  <a:lnTo>
                    <a:pt x="2056799" y="8960"/>
                  </a:lnTo>
                  <a:lnTo>
                    <a:pt x="2056918" y="8863"/>
                  </a:lnTo>
                  <a:lnTo>
                    <a:pt x="2056999" y="8787"/>
                  </a:lnTo>
                  <a:lnTo>
                    <a:pt x="2057009" y="8779"/>
                  </a:lnTo>
                  <a:lnTo>
                    <a:pt x="2057067" y="8730"/>
                  </a:lnTo>
                  <a:lnTo>
                    <a:pt x="2057113" y="8695"/>
                  </a:lnTo>
                  <a:lnTo>
                    <a:pt x="2057148" y="8671"/>
                  </a:lnTo>
                  <a:lnTo>
                    <a:pt x="2057219" y="8615"/>
                  </a:lnTo>
                  <a:lnTo>
                    <a:pt x="2057322" y="8530"/>
                  </a:lnTo>
                  <a:lnTo>
                    <a:pt x="2057384" y="8480"/>
                  </a:lnTo>
                  <a:lnTo>
                    <a:pt x="2057455" y="8436"/>
                  </a:lnTo>
                  <a:lnTo>
                    <a:pt x="2057533" y="8394"/>
                  </a:lnTo>
                  <a:lnTo>
                    <a:pt x="2057574" y="8364"/>
                  </a:lnTo>
                  <a:lnTo>
                    <a:pt x="2057630" y="8336"/>
                  </a:lnTo>
                  <a:lnTo>
                    <a:pt x="2057725" y="8295"/>
                  </a:lnTo>
                  <a:lnTo>
                    <a:pt x="2057818" y="8260"/>
                  </a:lnTo>
                  <a:lnTo>
                    <a:pt x="2057902" y="8234"/>
                  </a:lnTo>
                  <a:lnTo>
                    <a:pt x="2057986" y="8218"/>
                  </a:lnTo>
                  <a:lnTo>
                    <a:pt x="2058076" y="8212"/>
                  </a:lnTo>
                  <a:lnTo>
                    <a:pt x="2058163" y="8219"/>
                  </a:lnTo>
                  <a:lnTo>
                    <a:pt x="2058228" y="8228"/>
                  </a:lnTo>
                  <a:lnTo>
                    <a:pt x="2058304" y="8240"/>
                  </a:lnTo>
                  <a:lnTo>
                    <a:pt x="2058364" y="8249"/>
                  </a:lnTo>
                  <a:lnTo>
                    <a:pt x="2058543" y="8276"/>
                  </a:lnTo>
                  <a:lnTo>
                    <a:pt x="2058616" y="8283"/>
                  </a:lnTo>
                  <a:lnTo>
                    <a:pt x="2058668" y="8287"/>
                  </a:lnTo>
                  <a:lnTo>
                    <a:pt x="2058703" y="8287"/>
                  </a:lnTo>
                  <a:lnTo>
                    <a:pt x="2058760" y="8300"/>
                  </a:lnTo>
                  <a:lnTo>
                    <a:pt x="2058880" y="8335"/>
                  </a:lnTo>
                  <a:lnTo>
                    <a:pt x="2059005" y="8360"/>
                  </a:lnTo>
                  <a:lnTo>
                    <a:pt x="2059203" y="8410"/>
                  </a:lnTo>
                  <a:lnTo>
                    <a:pt x="2059372" y="8445"/>
                  </a:lnTo>
                  <a:lnTo>
                    <a:pt x="2059396" y="8450"/>
                  </a:lnTo>
                  <a:lnTo>
                    <a:pt x="2059510" y="8468"/>
                  </a:lnTo>
                  <a:lnTo>
                    <a:pt x="2059530" y="8471"/>
                  </a:lnTo>
                  <a:lnTo>
                    <a:pt x="2059673" y="8492"/>
                  </a:lnTo>
                  <a:lnTo>
                    <a:pt x="2059785" y="8507"/>
                  </a:lnTo>
                  <a:lnTo>
                    <a:pt x="2059866" y="8510"/>
                  </a:lnTo>
                  <a:lnTo>
                    <a:pt x="2059942" y="8509"/>
                  </a:lnTo>
                  <a:lnTo>
                    <a:pt x="2060040" y="8503"/>
                  </a:lnTo>
                  <a:lnTo>
                    <a:pt x="2060119" y="8492"/>
                  </a:lnTo>
                  <a:lnTo>
                    <a:pt x="2060227" y="8468"/>
                  </a:lnTo>
                  <a:lnTo>
                    <a:pt x="2060341" y="8438"/>
                  </a:lnTo>
                  <a:lnTo>
                    <a:pt x="2060477" y="8390"/>
                  </a:lnTo>
                  <a:lnTo>
                    <a:pt x="2060588" y="8350"/>
                  </a:lnTo>
                  <a:lnTo>
                    <a:pt x="2060617" y="8337"/>
                  </a:lnTo>
                  <a:lnTo>
                    <a:pt x="2060656" y="8320"/>
                  </a:lnTo>
                  <a:lnTo>
                    <a:pt x="2060703" y="8301"/>
                  </a:lnTo>
                  <a:lnTo>
                    <a:pt x="2060751" y="8288"/>
                  </a:lnTo>
                  <a:lnTo>
                    <a:pt x="2060817" y="8272"/>
                  </a:lnTo>
                  <a:lnTo>
                    <a:pt x="2060892" y="8245"/>
                  </a:lnTo>
                  <a:lnTo>
                    <a:pt x="2060957" y="8222"/>
                  </a:lnTo>
                  <a:lnTo>
                    <a:pt x="2061058" y="8178"/>
                  </a:lnTo>
                  <a:lnTo>
                    <a:pt x="2061138" y="8141"/>
                  </a:lnTo>
                  <a:lnTo>
                    <a:pt x="2061202" y="8111"/>
                  </a:lnTo>
                  <a:lnTo>
                    <a:pt x="2061341" y="8045"/>
                  </a:lnTo>
                  <a:lnTo>
                    <a:pt x="2061538" y="7944"/>
                  </a:lnTo>
                  <a:lnTo>
                    <a:pt x="2061627" y="7908"/>
                  </a:lnTo>
                  <a:lnTo>
                    <a:pt x="2061666" y="7892"/>
                  </a:lnTo>
                  <a:lnTo>
                    <a:pt x="2061714" y="7871"/>
                  </a:lnTo>
                  <a:lnTo>
                    <a:pt x="2061799" y="7833"/>
                  </a:lnTo>
                  <a:lnTo>
                    <a:pt x="2061897" y="7796"/>
                  </a:lnTo>
                  <a:lnTo>
                    <a:pt x="2062044" y="7737"/>
                  </a:lnTo>
                  <a:lnTo>
                    <a:pt x="2062114" y="7707"/>
                  </a:lnTo>
                  <a:lnTo>
                    <a:pt x="2062195" y="7673"/>
                  </a:lnTo>
                  <a:lnTo>
                    <a:pt x="2062337" y="7610"/>
                  </a:lnTo>
                  <a:lnTo>
                    <a:pt x="2062427" y="7571"/>
                  </a:lnTo>
                  <a:lnTo>
                    <a:pt x="2062543" y="7527"/>
                  </a:lnTo>
                  <a:lnTo>
                    <a:pt x="2062666" y="7479"/>
                  </a:lnTo>
                  <a:lnTo>
                    <a:pt x="2062750" y="7442"/>
                  </a:lnTo>
                  <a:lnTo>
                    <a:pt x="2062796" y="7421"/>
                  </a:lnTo>
                  <a:lnTo>
                    <a:pt x="2062828" y="7407"/>
                  </a:lnTo>
                  <a:lnTo>
                    <a:pt x="2062872" y="7383"/>
                  </a:lnTo>
                  <a:lnTo>
                    <a:pt x="2062882" y="7378"/>
                  </a:lnTo>
                  <a:lnTo>
                    <a:pt x="2062907" y="7361"/>
                  </a:lnTo>
                  <a:lnTo>
                    <a:pt x="2062950" y="7341"/>
                  </a:lnTo>
                  <a:lnTo>
                    <a:pt x="2063004" y="7309"/>
                  </a:lnTo>
                  <a:lnTo>
                    <a:pt x="2063034" y="7293"/>
                  </a:lnTo>
                  <a:lnTo>
                    <a:pt x="2063070" y="7273"/>
                  </a:lnTo>
                  <a:lnTo>
                    <a:pt x="2063110" y="7246"/>
                  </a:lnTo>
                  <a:lnTo>
                    <a:pt x="2063126" y="7232"/>
                  </a:lnTo>
                  <a:lnTo>
                    <a:pt x="2063145" y="7221"/>
                  </a:lnTo>
                  <a:lnTo>
                    <a:pt x="2063194" y="7197"/>
                  </a:lnTo>
                  <a:lnTo>
                    <a:pt x="2063216" y="7185"/>
                  </a:lnTo>
                  <a:lnTo>
                    <a:pt x="2063257" y="7163"/>
                  </a:lnTo>
                  <a:lnTo>
                    <a:pt x="2063279" y="7154"/>
                  </a:lnTo>
                  <a:lnTo>
                    <a:pt x="2063311" y="7139"/>
                  </a:lnTo>
                  <a:lnTo>
                    <a:pt x="2063366" y="7117"/>
                  </a:lnTo>
                  <a:lnTo>
                    <a:pt x="2063406" y="7106"/>
                  </a:lnTo>
                  <a:lnTo>
                    <a:pt x="2063474" y="7088"/>
                  </a:lnTo>
                  <a:lnTo>
                    <a:pt x="2063518" y="7076"/>
                  </a:lnTo>
                  <a:lnTo>
                    <a:pt x="2063591" y="7061"/>
                  </a:lnTo>
                  <a:lnTo>
                    <a:pt x="2063637" y="7049"/>
                  </a:lnTo>
                  <a:lnTo>
                    <a:pt x="2063686" y="7036"/>
                  </a:lnTo>
                  <a:lnTo>
                    <a:pt x="2063762" y="7026"/>
                  </a:lnTo>
                  <a:lnTo>
                    <a:pt x="2063852" y="7017"/>
                  </a:lnTo>
                  <a:lnTo>
                    <a:pt x="2063936" y="7008"/>
                  </a:lnTo>
                  <a:lnTo>
                    <a:pt x="2064007" y="7008"/>
                  </a:lnTo>
                  <a:lnTo>
                    <a:pt x="2064088" y="7008"/>
                  </a:lnTo>
                  <a:lnTo>
                    <a:pt x="2064137" y="7006"/>
                  </a:lnTo>
                  <a:lnTo>
                    <a:pt x="2064192" y="7008"/>
                  </a:lnTo>
                  <a:lnTo>
                    <a:pt x="2064220" y="7007"/>
                  </a:lnTo>
                  <a:lnTo>
                    <a:pt x="2064246" y="7006"/>
                  </a:lnTo>
                  <a:lnTo>
                    <a:pt x="2064277" y="7005"/>
                  </a:lnTo>
                  <a:lnTo>
                    <a:pt x="2064298" y="7004"/>
                  </a:lnTo>
                  <a:lnTo>
                    <a:pt x="2064349" y="7002"/>
                  </a:lnTo>
                  <a:lnTo>
                    <a:pt x="2064450" y="6991"/>
                  </a:lnTo>
                  <a:lnTo>
                    <a:pt x="2064516" y="6980"/>
                  </a:lnTo>
                  <a:lnTo>
                    <a:pt x="2064563" y="6972"/>
                  </a:lnTo>
                  <a:lnTo>
                    <a:pt x="2064577" y="6969"/>
                  </a:lnTo>
                  <a:lnTo>
                    <a:pt x="2064618" y="6959"/>
                  </a:lnTo>
                  <a:lnTo>
                    <a:pt x="2064675" y="6950"/>
                  </a:lnTo>
                  <a:lnTo>
                    <a:pt x="2064745" y="6926"/>
                  </a:lnTo>
                  <a:lnTo>
                    <a:pt x="2064805" y="6904"/>
                  </a:lnTo>
                  <a:lnTo>
                    <a:pt x="2064865" y="6880"/>
                  </a:lnTo>
                  <a:lnTo>
                    <a:pt x="2064950" y="6843"/>
                  </a:lnTo>
                  <a:lnTo>
                    <a:pt x="2065023" y="6802"/>
                  </a:lnTo>
                  <a:lnTo>
                    <a:pt x="2065085" y="6765"/>
                  </a:lnTo>
                  <a:lnTo>
                    <a:pt x="2065153" y="6725"/>
                  </a:lnTo>
                  <a:lnTo>
                    <a:pt x="2065227" y="6684"/>
                  </a:lnTo>
                  <a:lnTo>
                    <a:pt x="2065265" y="6660"/>
                  </a:lnTo>
                  <a:lnTo>
                    <a:pt x="2065341" y="6620"/>
                  </a:lnTo>
                  <a:lnTo>
                    <a:pt x="2065392" y="6597"/>
                  </a:lnTo>
                  <a:lnTo>
                    <a:pt x="2065418" y="6589"/>
                  </a:lnTo>
                  <a:lnTo>
                    <a:pt x="2065460" y="6575"/>
                  </a:lnTo>
                  <a:lnTo>
                    <a:pt x="2065525" y="6559"/>
                  </a:lnTo>
                  <a:lnTo>
                    <a:pt x="2065599" y="6540"/>
                  </a:lnTo>
                  <a:lnTo>
                    <a:pt x="2065661" y="6529"/>
                  </a:lnTo>
                  <a:lnTo>
                    <a:pt x="2065729" y="6514"/>
                  </a:lnTo>
                  <a:lnTo>
                    <a:pt x="2065792" y="6507"/>
                  </a:lnTo>
                  <a:lnTo>
                    <a:pt x="2065838" y="6507"/>
                  </a:lnTo>
                  <a:lnTo>
                    <a:pt x="2065879" y="6512"/>
                  </a:lnTo>
                  <a:lnTo>
                    <a:pt x="2065904" y="6518"/>
                  </a:lnTo>
                  <a:lnTo>
                    <a:pt x="2065933" y="6525"/>
                  </a:lnTo>
                  <a:lnTo>
                    <a:pt x="2065964" y="6533"/>
                  </a:lnTo>
                  <a:lnTo>
                    <a:pt x="2065998" y="6542"/>
                  </a:lnTo>
                  <a:lnTo>
                    <a:pt x="2066090" y="6565"/>
                  </a:lnTo>
                  <a:lnTo>
                    <a:pt x="2066368" y="6652"/>
                  </a:lnTo>
                  <a:lnTo>
                    <a:pt x="2066569" y="6699"/>
                  </a:lnTo>
                  <a:lnTo>
                    <a:pt x="2066852" y="6726"/>
                  </a:lnTo>
                  <a:lnTo>
                    <a:pt x="2066885" y="6730"/>
                  </a:lnTo>
                  <a:lnTo>
                    <a:pt x="2066920" y="6734"/>
                  </a:lnTo>
                  <a:lnTo>
                    <a:pt x="2066930" y="6736"/>
                  </a:lnTo>
                  <a:lnTo>
                    <a:pt x="2066963" y="6740"/>
                  </a:lnTo>
                  <a:lnTo>
                    <a:pt x="2066988" y="6743"/>
                  </a:lnTo>
                  <a:lnTo>
                    <a:pt x="2067083" y="6744"/>
                  </a:lnTo>
                  <a:lnTo>
                    <a:pt x="2067173" y="6741"/>
                  </a:lnTo>
                  <a:lnTo>
                    <a:pt x="2067246" y="6743"/>
                  </a:lnTo>
                  <a:lnTo>
                    <a:pt x="2067306" y="6741"/>
                  </a:lnTo>
                  <a:lnTo>
                    <a:pt x="2067374" y="6741"/>
                  </a:lnTo>
                  <a:lnTo>
                    <a:pt x="2067474" y="6737"/>
                  </a:lnTo>
                  <a:lnTo>
                    <a:pt x="2067559" y="6730"/>
                  </a:lnTo>
                  <a:lnTo>
                    <a:pt x="2067632" y="6713"/>
                  </a:lnTo>
                  <a:lnTo>
                    <a:pt x="2067741" y="6684"/>
                  </a:lnTo>
                  <a:lnTo>
                    <a:pt x="2067838" y="6652"/>
                  </a:lnTo>
                  <a:lnTo>
                    <a:pt x="2067912" y="6625"/>
                  </a:lnTo>
                  <a:lnTo>
                    <a:pt x="2067953" y="6612"/>
                  </a:lnTo>
                  <a:lnTo>
                    <a:pt x="2067980" y="6604"/>
                  </a:lnTo>
                  <a:lnTo>
                    <a:pt x="2068009" y="6599"/>
                  </a:lnTo>
                  <a:lnTo>
                    <a:pt x="2068072" y="6588"/>
                  </a:lnTo>
                  <a:lnTo>
                    <a:pt x="2068159" y="6573"/>
                  </a:lnTo>
                  <a:lnTo>
                    <a:pt x="2068255" y="6566"/>
                  </a:lnTo>
                  <a:lnTo>
                    <a:pt x="2068358" y="6551"/>
                  </a:lnTo>
                  <a:lnTo>
                    <a:pt x="2068420" y="6547"/>
                  </a:lnTo>
                  <a:lnTo>
                    <a:pt x="2068442" y="6546"/>
                  </a:lnTo>
                  <a:lnTo>
                    <a:pt x="2068481" y="6542"/>
                  </a:lnTo>
                  <a:lnTo>
                    <a:pt x="2068515" y="6538"/>
                  </a:lnTo>
                  <a:lnTo>
                    <a:pt x="2069215" y="6425"/>
                  </a:lnTo>
                  <a:lnTo>
                    <a:pt x="2069412" y="6403"/>
                  </a:lnTo>
                  <a:lnTo>
                    <a:pt x="2069728" y="6391"/>
                  </a:lnTo>
                  <a:lnTo>
                    <a:pt x="2069771" y="6390"/>
                  </a:lnTo>
                  <a:lnTo>
                    <a:pt x="2069843" y="6387"/>
                  </a:lnTo>
                  <a:lnTo>
                    <a:pt x="2069880" y="6386"/>
                  </a:lnTo>
                  <a:lnTo>
                    <a:pt x="2070005" y="6386"/>
                  </a:lnTo>
                  <a:lnTo>
                    <a:pt x="2070102" y="6390"/>
                  </a:lnTo>
                  <a:lnTo>
                    <a:pt x="2070132" y="6392"/>
                  </a:lnTo>
                  <a:lnTo>
                    <a:pt x="2070179" y="6395"/>
                  </a:lnTo>
                  <a:lnTo>
                    <a:pt x="2070252" y="6391"/>
                  </a:lnTo>
                  <a:lnTo>
                    <a:pt x="2070361" y="6384"/>
                  </a:lnTo>
                  <a:lnTo>
                    <a:pt x="2070442" y="6386"/>
                  </a:lnTo>
                  <a:lnTo>
                    <a:pt x="2070476" y="6388"/>
                  </a:lnTo>
                  <a:lnTo>
                    <a:pt x="2070540" y="6392"/>
                  </a:lnTo>
                  <a:lnTo>
                    <a:pt x="2070568" y="6394"/>
                  </a:lnTo>
                  <a:lnTo>
                    <a:pt x="2070635" y="6399"/>
                  </a:lnTo>
                  <a:lnTo>
                    <a:pt x="2070725" y="6401"/>
                  </a:lnTo>
                  <a:lnTo>
                    <a:pt x="2070834" y="6414"/>
                  </a:lnTo>
                  <a:lnTo>
                    <a:pt x="2070909" y="6416"/>
                  </a:lnTo>
                  <a:lnTo>
                    <a:pt x="2070962" y="6416"/>
                  </a:lnTo>
                  <a:lnTo>
                    <a:pt x="2071558" y="6463"/>
                  </a:lnTo>
                  <a:lnTo>
                    <a:pt x="2071584" y="6468"/>
                  </a:lnTo>
                  <a:lnTo>
                    <a:pt x="2071655" y="6479"/>
                  </a:lnTo>
                  <a:lnTo>
                    <a:pt x="2071747" y="6496"/>
                  </a:lnTo>
                  <a:lnTo>
                    <a:pt x="2071842" y="6513"/>
                  </a:lnTo>
                  <a:lnTo>
                    <a:pt x="2071937" y="6531"/>
                  </a:lnTo>
                  <a:lnTo>
                    <a:pt x="2072043" y="6542"/>
                  </a:lnTo>
                  <a:lnTo>
                    <a:pt x="2072149" y="6557"/>
                  </a:lnTo>
                  <a:lnTo>
                    <a:pt x="2072245" y="6578"/>
                  </a:lnTo>
                  <a:lnTo>
                    <a:pt x="2072321" y="6590"/>
                  </a:lnTo>
                  <a:lnTo>
                    <a:pt x="2072402" y="6609"/>
                  </a:lnTo>
                  <a:lnTo>
                    <a:pt x="2072538" y="6637"/>
                  </a:lnTo>
                  <a:lnTo>
                    <a:pt x="2072723" y="6666"/>
                  </a:lnTo>
                  <a:lnTo>
                    <a:pt x="2072856" y="6687"/>
                  </a:lnTo>
                  <a:lnTo>
                    <a:pt x="2072926" y="6695"/>
                  </a:lnTo>
                  <a:lnTo>
                    <a:pt x="2072989" y="6704"/>
                  </a:lnTo>
                  <a:lnTo>
                    <a:pt x="2073642" y="6796"/>
                  </a:lnTo>
                  <a:lnTo>
                    <a:pt x="2073718" y="6809"/>
                  </a:lnTo>
                  <a:lnTo>
                    <a:pt x="2073863" y="6824"/>
                  </a:lnTo>
                  <a:lnTo>
                    <a:pt x="2073990" y="6829"/>
                  </a:lnTo>
                  <a:lnTo>
                    <a:pt x="2074172" y="6833"/>
                  </a:lnTo>
                  <a:lnTo>
                    <a:pt x="2074213" y="6833"/>
                  </a:lnTo>
                  <a:lnTo>
                    <a:pt x="2074259" y="6836"/>
                  </a:lnTo>
                  <a:lnTo>
                    <a:pt x="2074280" y="6837"/>
                  </a:lnTo>
                  <a:lnTo>
                    <a:pt x="2074374" y="6839"/>
                  </a:lnTo>
                  <a:lnTo>
                    <a:pt x="2074460" y="6840"/>
                  </a:lnTo>
                  <a:lnTo>
                    <a:pt x="2074580" y="6836"/>
                  </a:lnTo>
                  <a:lnTo>
                    <a:pt x="2074612" y="6834"/>
                  </a:lnTo>
                  <a:lnTo>
                    <a:pt x="2074770" y="6824"/>
                  </a:lnTo>
                  <a:lnTo>
                    <a:pt x="2074854" y="6816"/>
                  </a:lnTo>
                  <a:lnTo>
                    <a:pt x="2075039" y="6805"/>
                  </a:lnTo>
                  <a:lnTo>
                    <a:pt x="2075202" y="6784"/>
                  </a:lnTo>
                  <a:lnTo>
                    <a:pt x="2075304" y="6767"/>
                  </a:lnTo>
                  <a:lnTo>
                    <a:pt x="2075391" y="6749"/>
                  </a:lnTo>
                  <a:lnTo>
                    <a:pt x="2075448" y="6727"/>
                  </a:lnTo>
                  <a:lnTo>
                    <a:pt x="2075567" y="6675"/>
                  </a:lnTo>
                  <a:lnTo>
                    <a:pt x="2075737" y="6576"/>
                  </a:lnTo>
                  <a:lnTo>
                    <a:pt x="2075874" y="6488"/>
                  </a:lnTo>
                  <a:lnTo>
                    <a:pt x="2075955" y="6429"/>
                  </a:lnTo>
                  <a:lnTo>
                    <a:pt x="2076042" y="6375"/>
                  </a:lnTo>
                  <a:lnTo>
                    <a:pt x="2076149" y="6302"/>
                  </a:lnTo>
                  <a:lnTo>
                    <a:pt x="2076276" y="6204"/>
                  </a:lnTo>
                  <a:lnTo>
                    <a:pt x="2076402" y="6085"/>
                  </a:lnTo>
                  <a:lnTo>
                    <a:pt x="2076539" y="5949"/>
                  </a:lnTo>
                  <a:lnTo>
                    <a:pt x="2076625" y="5873"/>
                  </a:lnTo>
                  <a:lnTo>
                    <a:pt x="2076724" y="5782"/>
                  </a:lnTo>
                  <a:lnTo>
                    <a:pt x="2076840" y="5676"/>
                  </a:lnTo>
                  <a:lnTo>
                    <a:pt x="2076934" y="5580"/>
                  </a:lnTo>
                  <a:lnTo>
                    <a:pt x="2077025" y="5473"/>
                  </a:lnTo>
                  <a:lnTo>
                    <a:pt x="2077076" y="5408"/>
                  </a:lnTo>
                  <a:lnTo>
                    <a:pt x="2077114" y="5371"/>
                  </a:lnTo>
                  <a:lnTo>
                    <a:pt x="2077159" y="5335"/>
                  </a:lnTo>
                  <a:lnTo>
                    <a:pt x="2077191" y="5300"/>
                  </a:lnTo>
                  <a:lnTo>
                    <a:pt x="2077262" y="5208"/>
                  </a:lnTo>
                  <a:lnTo>
                    <a:pt x="2077272" y="5197"/>
                  </a:lnTo>
                  <a:lnTo>
                    <a:pt x="2077344" y="5109"/>
                  </a:lnTo>
                  <a:lnTo>
                    <a:pt x="2077401" y="5052"/>
                  </a:lnTo>
                  <a:lnTo>
                    <a:pt x="2077457" y="4987"/>
                  </a:lnTo>
                  <a:lnTo>
                    <a:pt x="2077521" y="4902"/>
                  </a:lnTo>
                  <a:lnTo>
                    <a:pt x="2077586" y="4824"/>
                  </a:lnTo>
                  <a:lnTo>
                    <a:pt x="2077645" y="4754"/>
                  </a:lnTo>
                  <a:lnTo>
                    <a:pt x="2077701" y="4702"/>
                  </a:lnTo>
                  <a:lnTo>
                    <a:pt x="2077764" y="4655"/>
                  </a:lnTo>
                  <a:lnTo>
                    <a:pt x="2077849" y="4589"/>
                  </a:lnTo>
                  <a:lnTo>
                    <a:pt x="2077946" y="4522"/>
                  </a:lnTo>
                  <a:lnTo>
                    <a:pt x="2077976" y="4503"/>
                  </a:lnTo>
                  <a:lnTo>
                    <a:pt x="2078011" y="4486"/>
                  </a:lnTo>
                  <a:lnTo>
                    <a:pt x="2078092" y="4455"/>
                  </a:lnTo>
                  <a:lnTo>
                    <a:pt x="2078263" y="4387"/>
                  </a:lnTo>
                  <a:lnTo>
                    <a:pt x="2078313" y="4368"/>
                  </a:lnTo>
                  <a:lnTo>
                    <a:pt x="2078525" y="4356"/>
                  </a:lnTo>
                  <a:lnTo>
                    <a:pt x="2078736" y="4384"/>
                  </a:lnTo>
                  <a:lnTo>
                    <a:pt x="2079045" y="4432"/>
                  </a:lnTo>
                  <a:lnTo>
                    <a:pt x="2079294" y="4486"/>
                  </a:lnTo>
                  <a:lnTo>
                    <a:pt x="2079461" y="4522"/>
                  </a:lnTo>
                  <a:lnTo>
                    <a:pt x="2079525" y="4550"/>
                  </a:lnTo>
                  <a:lnTo>
                    <a:pt x="2079617" y="4588"/>
                  </a:lnTo>
                  <a:lnTo>
                    <a:pt x="2079679" y="4613"/>
                  </a:lnTo>
                  <a:lnTo>
                    <a:pt x="2079711" y="4625"/>
                  </a:lnTo>
                  <a:lnTo>
                    <a:pt x="2079812" y="4667"/>
                  </a:lnTo>
                  <a:lnTo>
                    <a:pt x="2079904" y="4705"/>
                  </a:lnTo>
                  <a:lnTo>
                    <a:pt x="2080049" y="4768"/>
                  </a:lnTo>
                  <a:lnTo>
                    <a:pt x="2080177" y="4810"/>
                  </a:lnTo>
                  <a:lnTo>
                    <a:pt x="2080303" y="4843"/>
                  </a:lnTo>
                  <a:lnTo>
                    <a:pt x="2080417" y="4862"/>
                  </a:lnTo>
                  <a:lnTo>
                    <a:pt x="2080526" y="4875"/>
                  </a:lnTo>
                  <a:lnTo>
                    <a:pt x="2080611" y="4882"/>
                  </a:lnTo>
                  <a:lnTo>
                    <a:pt x="2080744" y="4885"/>
                  </a:lnTo>
                  <a:lnTo>
                    <a:pt x="2080875" y="4879"/>
                  </a:lnTo>
                  <a:lnTo>
                    <a:pt x="2081008" y="4868"/>
                  </a:lnTo>
                  <a:lnTo>
                    <a:pt x="2081120" y="4861"/>
                  </a:lnTo>
                  <a:lnTo>
                    <a:pt x="2081206" y="4857"/>
                  </a:lnTo>
                  <a:lnTo>
                    <a:pt x="2081326" y="4845"/>
                  </a:lnTo>
                  <a:lnTo>
                    <a:pt x="2081369" y="4840"/>
                  </a:lnTo>
                  <a:lnTo>
                    <a:pt x="2081437" y="4834"/>
                  </a:lnTo>
                  <a:lnTo>
                    <a:pt x="2081543" y="4818"/>
                  </a:lnTo>
                  <a:lnTo>
                    <a:pt x="2081665" y="4801"/>
                  </a:lnTo>
                  <a:lnTo>
                    <a:pt x="2081804" y="4784"/>
                  </a:lnTo>
                  <a:lnTo>
                    <a:pt x="2081891" y="4768"/>
                  </a:lnTo>
                  <a:lnTo>
                    <a:pt x="2081918" y="4763"/>
                  </a:lnTo>
                  <a:lnTo>
                    <a:pt x="2081953" y="4751"/>
                  </a:lnTo>
                  <a:lnTo>
                    <a:pt x="2081971" y="4746"/>
                  </a:lnTo>
                  <a:lnTo>
                    <a:pt x="2082016" y="4731"/>
                  </a:lnTo>
                  <a:lnTo>
                    <a:pt x="2082081" y="4705"/>
                  </a:lnTo>
                  <a:lnTo>
                    <a:pt x="2082211" y="4642"/>
                  </a:lnTo>
                  <a:lnTo>
                    <a:pt x="2082346" y="4571"/>
                  </a:lnTo>
                  <a:lnTo>
                    <a:pt x="2082465" y="4510"/>
                  </a:lnTo>
                  <a:lnTo>
                    <a:pt x="2082519" y="4478"/>
                  </a:lnTo>
                  <a:lnTo>
                    <a:pt x="2082579" y="4452"/>
                  </a:lnTo>
                  <a:lnTo>
                    <a:pt x="2082700" y="4402"/>
                  </a:lnTo>
                  <a:lnTo>
                    <a:pt x="2082708" y="4399"/>
                  </a:lnTo>
                  <a:lnTo>
                    <a:pt x="2082787" y="4364"/>
                  </a:lnTo>
                  <a:lnTo>
                    <a:pt x="2082866" y="4327"/>
                  </a:lnTo>
                  <a:lnTo>
                    <a:pt x="2082944" y="4297"/>
                  </a:lnTo>
                  <a:lnTo>
                    <a:pt x="2083064" y="4258"/>
                  </a:lnTo>
                  <a:lnTo>
                    <a:pt x="2083146" y="4234"/>
                  </a:lnTo>
                  <a:lnTo>
                    <a:pt x="2083202" y="4212"/>
                  </a:lnTo>
                  <a:lnTo>
                    <a:pt x="2083294" y="4169"/>
                  </a:lnTo>
                  <a:lnTo>
                    <a:pt x="2083397" y="4115"/>
                  </a:lnTo>
                  <a:lnTo>
                    <a:pt x="2083508" y="4058"/>
                  </a:lnTo>
                  <a:lnTo>
                    <a:pt x="2083578" y="4022"/>
                  </a:lnTo>
                  <a:lnTo>
                    <a:pt x="2083635" y="3994"/>
                  </a:lnTo>
                  <a:lnTo>
                    <a:pt x="2083649" y="3988"/>
                  </a:lnTo>
                  <a:lnTo>
                    <a:pt x="2083714" y="3957"/>
                  </a:lnTo>
                  <a:lnTo>
                    <a:pt x="2083822" y="3887"/>
                  </a:lnTo>
                  <a:lnTo>
                    <a:pt x="2083903" y="3818"/>
                  </a:lnTo>
                  <a:lnTo>
                    <a:pt x="2083979" y="3744"/>
                  </a:lnTo>
                  <a:lnTo>
                    <a:pt x="2084030" y="3689"/>
                  </a:lnTo>
                  <a:lnTo>
                    <a:pt x="2084106" y="3594"/>
                  </a:lnTo>
                  <a:lnTo>
                    <a:pt x="2084146" y="3532"/>
                  </a:lnTo>
                  <a:lnTo>
                    <a:pt x="2084151" y="3525"/>
                  </a:lnTo>
                  <a:lnTo>
                    <a:pt x="2084175" y="3500"/>
                  </a:lnTo>
                  <a:lnTo>
                    <a:pt x="2084373" y="3272"/>
                  </a:lnTo>
                  <a:lnTo>
                    <a:pt x="2084513" y="3154"/>
                  </a:lnTo>
                  <a:lnTo>
                    <a:pt x="2084653" y="3085"/>
                  </a:lnTo>
                  <a:lnTo>
                    <a:pt x="2084845" y="3033"/>
                  </a:lnTo>
                  <a:lnTo>
                    <a:pt x="2085259" y="2965"/>
                  </a:lnTo>
                  <a:lnTo>
                    <a:pt x="2085292" y="2964"/>
                  </a:lnTo>
                  <a:lnTo>
                    <a:pt x="2085356" y="2960"/>
                  </a:lnTo>
                  <a:lnTo>
                    <a:pt x="2085443" y="2949"/>
                  </a:lnTo>
                  <a:lnTo>
                    <a:pt x="2085502" y="2942"/>
                  </a:lnTo>
                  <a:lnTo>
                    <a:pt x="2085706" y="2905"/>
                  </a:lnTo>
                  <a:lnTo>
                    <a:pt x="2085823" y="2885"/>
                  </a:lnTo>
                  <a:lnTo>
                    <a:pt x="2085883" y="2877"/>
                  </a:lnTo>
                  <a:lnTo>
                    <a:pt x="2085945" y="2877"/>
                  </a:lnTo>
                  <a:lnTo>
                    <a:pt x="2086036" y="2889"/>
                  </a:lnTo>
                  <a:lnTo>
                    <a:pt x="2086081" y="2901"/>
                  </a:lnTo>
                  <a:lnTo>
                    <a:pt x="2086177" y="2946"/>
                  </a:lnTo>
                  <a:lnTo>
                    <a:pt x="2086190" y="2952"/>
                  </a:lnTo>
                  <a:lnTo>
                    <a:pt x="2086236" y="2978"/>
                  </a:lnTo>
                  <a:lnTo>
                    <a:pt x="2086393" y="3156"/>
                  </a:lnTo>
                  <a:lnTo>
                    <a:pt x="2086513" y="3347"/>
                  </a:lnTo>
                  <a:lnTo>
                    <a:pt x="2086651" y="3536"/>
                  </a:lnTo>
                  <a:lnTo>
                    <a:pt x="2086675" y="3582"/>
                  </a:lnTo>
                  <a:lnTo>
                    <a:pt x="2086710" y="3658"/>
                  </a:lnTo>
                  <a:lnTo>
                    <a:pt x="2086737" y="3715"/>
                  </a:lnTo>
                  <a:lnTo>
                    <a:pt x="2086767" y="3782"/>
                  </a:lnTo>
                  <a:lnTo>
                    <a:pt x="2086795" y="3814"/>
                  </a:lnTo>
                  <a:lnTo>
                    <a:pt x="2086809" y="3842"/>
                  </a:lnTo>
                  <a:lnTo>
                    <a:pt x="2086835" y="3894"/>
                  </a:lnTo>
                  <a:lnTo>
                    <a:pt x="2086854" y="3940"/>
                  </a:lnTo>
                  <a:lnTo>
                    <a:pt x="2086868" y="4003"/>
                  </a:lnTo>
                  <a:lnTo>
                    <a:pt x="2086876" y="4051"/>
                  </a:lnTo>
                  <a:lnTo>
                    <a:pt x="2086879" y="4135"/>
                  </a:lnTo>
                  <a:lnTo>
                    <a:pt x="2086887" y="4163"/>
                  </a:lnTo>
                  <a:lnTo>
                    <a:pt x="2086900" y="4204"/>
                  </a:lnTo>
                  <a:lnTo>
                    <a:pt x="2086938" y="4274"/>
                  </a:lnTo>
                  <a:lnTo>
                    <a:pt x="2086968" y="4315"/>
                  </a:lnTo>
                  <a:lnTo>
                    <a:pt x="2086995" y="4346"/>
                  </a:lnTo>
                  <a:lnTo>
                    <a:pt x="2087052" y="4403"/>
                  </a:lnTo>
                  <a:lnTo>
                    <a:pt x="2087128" y="4453"/>
                  </a:lnTo>
                  <a:lnTo>
                    <a:pt x="2087292" y="4558"/>
                  </a:lnTo>
                  <a:lnTo>
                    <a:pt x="2087307" y="4568"/>
                  </a:lnTo>
                  <a:lnTo>
                    <a:pt x="2087403" y="4632"/>
                  </a:lnTo>
                  <a:lnTo>
                    <a:pt x="2087512" y="4691"/>
                  </a:lnTo>
                  <a:lnTo>
                    <a:pt x="2087659" y="4769"/>
                  </a:lnTo>
                  <a:lnTo>
                    <a:pt x="2087712" y="4792"/>
                  </a:lnTo>
                  <a:lnTo>
                    <a:pt x="2087732" y="4802"/>
                  </a:lnTo>
                  <a:lnTo>
                    <a:pt x="2087838" y="4852"/>
                  </a:lnTo>
                  <a:lnTo>
                    <a:pt x="2087977" y="4914"/>
                  </a:lnTo>
                  <a:lnTo>
                    <a:pt x="2088080" y="4957"/>
                  </a:lnTo>
                  <a:lnTo>
                    <a:pt x="2088230" y="5007"/>
                  </a:lnTo>
                  <a:lnTo>
                    <a:pt x="2088330" y="5041"/>
                  </a:lnTo>
                  <a:lnTo>
                    <a:pt x="2088382" y="5058"/>
                  </a:lnTo>
                  <a:lnTo>
                    <a:pt x="2088412" y="5071"/>
                  </a:lnTo>
                  <a:lnTo>
                    <a:pt x="2088461" y="5099"/>
                  </a:lnTo>
                  <a:lnTo>
                    <a:pt x="2088531" y="5143"/>
                  </a:lnTo>
                  <a:lnTo>
                    <a:pt x="2088594" y="5188"/>
                  </a:lnTo>
                  <a:lnTo>
                    <a:pt x="2088640" y="5220"/>
                  </a:lnTo>
                  <a:lnTo>
                    <a:pt x="2088703" y="5268"/>
                  </a:lnTo>
                  <a:lnTo>
                    <a:pt x="2088751" y="5316"/>
                  </a:lnTo>
                  <a:lnTo>
                    <a:pt x="2088792" y="5359"/>
                  </a:lnTo>
                  <a:lnTo>
                    <a:pt x="2088830" y="5392"/>
                  </a:lnTo>
                  <a:lnTo>
                    <a:pt x="2088879" y="5432"/>
                  </a:lnTo>
                  <a:lnTo>
                    <a:pt x="2088941" y="5457"/>
                  </a:lnTo>
                  <a:lnTo>
                    <a:pt x="2089007" y="5484"/>
                  </a:lnTo>
                  <a:lnTo>
                    <a:pt x="2089064" y="5518"/>
                  </a:lnTo>
                  <a:lnTo>
                    <a:pt x="2089113" y="5547"/>
                  </a:lnTo>
                  <a:lnTo>
                    <a:pt x="2089156" y="5590"/>
                  </a:lnTo>
                  <a:lnTo>
                    <a:pt x="2089199" y="5625"/>
                  </a:lnTo>
                  <a:lnTo>
                    <a:pt x="2089243" y="5641"/>
                  </a:lnTo>
                  <a:lnTo>
                    <a:pt x="2089319" y="5652"/>
                  </a:lnTo>
                  <a:lnTo>
                    <a:pt x="2089354" y="5654"/>
                  </a:lnTo>
                  <a:lnTo>
                    <a:pt x="2089422" y="5665"/>
                  </a:lnTo>
                  <a:lnTo>
                    <a:pt x="2089526" y="5687"/>
                  </a:lnTo>
                  <a:lnTo>
                    <a:pt x="2089623" y="5715"/>
                  </a:lnTo>
                  <a:lnTo>
                    <a:pt x="2089727" y="5743"/>
                  </a:lnTo>
                  <a:lnTo>
                    <a:pt x="2089811" y="5767"/>
                  </a:lnTo>
                  <a:lnTo>
                    <a:pt x="2089871" y="5774"/>
                  </a:lnTo>
                  <a:lnTo>
                    <a:pt x="2089974" y="5791"/>
                  </a:lnTo>
                  <a:lnTo>
                    <a:pt x="2090066" y="5798"/>
                  </a:lnTo>
                  <a:lnTo>
                    <a:pt x="2090170" y="5793"/>
                  </a:lnTo>
                  <a:lnTo>
                    <a:pt x="2090298" y="5789"/>
                  </a:lnTo>
                  <a:lnTo>
                    <a:pt x="2090412" y="5774"/>
                  </a:lnTo>
                  <a:lnTo>
                    <a:pt x="2090523" y="5749"/>
                  </a:lnTo>
                  <a:lnTo>
                    <a:pt x="2090643" y="5716"/>
                  </a:lnTo>
                  <a:lnTo>
                    <a:pt x="2090837" y="5660"/>
                  </a:lnTo>
                  <a:lnTo>
                    <a:pt x="2091011" y="5598"/>
                  </a:lnTo>
                  <a:lnTo>
                    <a:pt x="2091145" y="5531"/>
                  </a:lnTo>
                  <a:lnTo>
                    <a:pt x="2091166" y="5520"/>
                  </a:lnTo>
                  <a:lnTo>
                    <a:pt x="2091332" y="5429"/>
                  </a:lnTo>
                  <a:lnTo>
                    <a:pt x="2091477" y="5347"/>
                  </a:lnTo>
                  <a:lnTo>
                    <a:pt x="2091562" y="5287"/>
                  </a:lnTo>
                  <a:lnTo>
                    <a:pt x="2091687" y="5211"/>
                  </a:lnTo>
                  <a:lnTo>
                    <a:pt x="2091859" y="5128"/>
                  </a:lnTo>
                  <a:lnTo>
                    <a:pt x="2092014" y="5070"/>
                  </a:lnTo>
                  <a:lnTo>
                    <a:pt x="2092159" y="5024"/>
                  </a:lnTo>
                  <a:lnTo>
                    <a:pt x="2092210" y="5016"/>
                  </a:lnTo>
                  <a:lnTo>
                    <a:pt x="2092283" y="5022"/>
                  </a:lnTo>
                  <a:lnTo>
                    <a:pt x="2092387" y="5039"/>
                  </a:lnTo>
                  <a:lnTo>
                    <a:pt x="2092553" y="5072"/>
                  </a:lnTo>
                  <a:lnTo>
                    <a:pt x="2092648" y="5094"/>
                  </a:lnTo>
                  <a:lnTo>
                    <a:pt x="2092678" y="5101"/>
                  </a:lnTo>
                  <a:lnTo>
                    <a:pt x="2092821" y="5144"/>
                  </a:lnTo>
                  <a:lnTo>
                    <a:pt x="2092879" y="5164"/>
                  </a:lnTo>
                  <a:lnTo>
                    <a:pt x="2093004" y="5194"/>
                  </a:lnTo>
                  <a:lnTo>
                    <a:pt x="2093140" y="5218"/>
                  </a:lnTo>
                  <a:lnTo>
                    <a:pt x="2093303" y="5246"/>
                  </a:lnTo>
                  <a:lnTo>
                    <a:pt x="2093425" y="5270"/>
                  </a:lnTo>
                  <a:lnTo>
                    <a:pt x="2093504" y="5292"/>
                  </a:lnTo>
                  <a:lnTo>
                    <a:pt x="2093624" y="5313"/>
                  </a:lnTo>
                  <a:lnTo>
                    <a:pt x="2093702" y="5320"/>
                  </a:lnTo>
                  <a:lnTo>
                    <a:pt x="2093828" y="5332"/>
                  </a:lnTo>
                  <a:lnTo>
                    <a:pt x="2093934" y="5337"/>
                  </a:lnTo>
                  <a:lnTo>
                    <a:pt x="2094045" y="5330"/>
                  </a:lnTo>
                  <a:lnTo>
                    <a:pt x="2094189" y="5304"/>
                  </a:lnTo>
                  <a:lnTo>
                    <a:pt x="2094380" y="5250"/>
                  </a:lnTo>
                  <a:lnTo>
                    <a:pt x="2094549" y="5194"/>
                  </a:lnTo>
                  <a:lnTo>
                    <a:pt x="2094701" y="5143"/>
                  </a:lnTo>
                  <a:lnTo>
                    <a:pt x="2094828" y="5091"/>
                  </a:lnTo>
                  <a:lnTo>
                    <a:pt x="2094895" y="5080"/>
                  </a:lnTo>
                  <a:lnTo>
                    <a:pt x="2094980" y="5060"/>
                  </a:lnTo>
                  <a:lnTo>
                    <a:pt x="2095067" y="5036"/>
                  </a:lnTo>
                  <a:lnTo>
                    <a:pt x="2095116" y="5019"/>
                  </a:lnTo>
                  <a:lnTo>
                    <a:pt x="2095159" y="4999"/>
                  </a:lnTo>
                  <a:lnTo>
                    <a:pt x="2095227" y="4982"/>
                  </a:lnTo>
                  <a:lnTo>
                    <a:pt x="2095268" y="4971"/>
                  </a:lnTo>
                  <a:lnTo>
                    <a:pt x="2095290" y="4969"/>
                  </a:lnTo>
                  <a:lnTo>
                    <a:pt x="2095336" y="4971"/>
                  </a:lnTo>
                  <a:lnTo>
                    <a:pt x="2095383" y="4963"/>
                  </a:lnTo>
                  <a:lnTo>
                    <a:pt x="2095464" y="4958"/>
                  </a:lnTo>
                  <a:lnTo>
                    <a:pt x="2095494" y="4954"/>
                  </a:lnTo>
                  <a:lnTo>
                    <a:pt x="2095576" y="4932"/>
                  </a:lnTo>
                  <a:lnTo>
                    <a:pt x="2095627" y="4919"/>
                  </a:lnTo>
                  <a:lnTo>
                    <a:pt x="2095684" y="4908"/>
                  </a:lnTo>
                  <a:lnTo>
                    <a:pt x="2095766" y="4887"/>
                  </a:lnTo>
                  <a:lnTo>
                    <a:pt x="2095902" y="4852"/>
                  </a:lnTo>
                  <a:lnTo>
                    <a:pt x="2095965" y="4834"/>
                  </a:lnTo>
                  <a:lnTo>
                    <a:pt x="2096038" y="4814"/>
                  </a:lnTo>
                  <a:lnTo>
                    <a:pt x="2096117" y="4790"/>
                  </a:lnTo>
                  <a:lnTo>
                    <a:pt x="2096199" y="4758"/>
                  </a:lnTo>
                  <a:lnTo>
                    <a:pt x="2096245" y="4744"/>
                  </a:lnTo>
                  <a:lnTo>
                    <a:pt x="2096280" y="4740"/>
                  </a:lnTo>
                  <a:lnTo>
                    <a:pt x="2096335" y="4741"/>
                  </a:lnTo>
                  <a:lnTo>
                    <a:pt x="2096433" y="4747"/>
                  </a:lnTo>
                  <a:lnTo>
                    <a:pt x="2096517" y="4752"/>
                  </a:lnTo>
                  <a:lnTo>
                    <a:pt x="2096623" y="4767"/>
                  </a:lnTo>
                  <a:lnTo>
                    <a:pt x="2096702" y="4771"/>
                  </a:lnTo>
                  <a:lnTo>
                    <a:pt x="2096808" y="4771"/>
                  </a:lnTo>
                  <a:lnTo>
                    <a:pt x="2096822" y="4771"/>
                  </a:lnTo>
                  <a:lnTo>
                    <a:pt x="2096985" y="4776"/>
                  </a:lnTo>
                  <a:lnTo>
                    <a:pt x="2097083" y="4776"/>
                  </a:lnTo>
                  <a:lnTo>
                    <a:pt x="2097186" y="4775"/>
                  </a:lnTo>
                  <a:lnTo>
                    <a:pt x="2097339" y="4771"/>
                  </a:lnTo>
                  <a:lnTo>
                    <a:pt x="2097480" y="4765"/>
                  </a:lnTo>
                  <a:lnTo>
                    <a:pt x="2097584" y="4762"/>
                  </a:lnTo>
                  <a:lnTo>
                    <a:pt x="2097649" y="4762"/>
                  </a:lnTo>
                  <a:lnTo>
                    <a:pt x="2097725" y="4769"/>
                  </a:lnTo>
                  <a:lnTo>
                    <a:pt x="2097834" y="4786"/>
                  </a:lnTo>
                  <a:lnTo>
                    <a:pt x="2097929" y="4806"/>
                  </a:lnTo>
                  <a:lnTo>
                    <a:pt x="2098030" y="4830"/>
                  </a:lnTo>
                  <a:lnTo>
                    <a:pt x="2098065" y="4836"/>
                  </a:lnTo>
                  <a:lnTo>
                    <a:pt x="2098128" y="4832"/>
                  </a:lnTo>
                  <a:lnTo>
                    <a:pt x="2098188" y="4837"/>
                  </a:lnTo>
                  <a:lnTo>
                    <a:pt x="2098237" y="4847"/>
                  </a:lnTo>
                  <a:lnTo>
                    <a:pt x="2098318" y="4865"/>
                  </a:lnTo>
                  <a:lnTo>
                    <a:pt x="2098438" y="4895"/>
                  </a:lnTo>
                  <a:lnTo>
                    <a:pt x="2098522" y="4913"/>
                  </a:lnTo>
                  <a:lnTo>
                    <a:pt x="2098626" y="4932"/>
                  </a:lnTo>
                  <a:lnTo>
                    <a:pt x="2098743" y="4945"/>
                  </a:lnTo>
                  <a:lnTo>
                    <a:pt x="2098846" y="4956"/>
                  </a:lnTo>
                  <a:lnTo>
                    <a:pt x="2098925" y="4952"/>
                  </a:lnTo>
                  <a:lnTo>
                    <a:pt x="2099029" y="4956"/>
                  </a:lnTo>
                  <a:lnTo>
                    <a:pt x="2099127" y="4965"/>
                  </a:lnTo>
                  <a:lnTo>
                    <a:pt x="2100250" y="4999"/>
                  </a:lnTo>
                  <a:lnTo>
                    <a:pt x="2100918" y="4985"/>
                  </a:lnTo>
                  <a:lnTo>
                    <a:pt x="2101733" y="4909"/>
                  </a:lnTo>
                  <a:lnTo>
                    <a:pt x="2102687" y="4837"/>
                  </a:lnTo>
                  <a:lnTo>
                    <a:pt x="2103185" y="4807"/>
                  </a:lnTo>
                  <a:lnTo>
                    <a:pt x="2103375" y="4819"/>
                  </a:lnTo>
                  <a:lnTo>
                    <a:pt x="2103418" y="4825"/>
                  </a:lnTo>
                  <a:lnTo>
                    <a:pt x="2103494" y="4831"/>
                  </a:lnTo>
                  <a:lnTo>
                    <a:pt x="2103540" y="4829"/>
                  </a:lnTo>
                  <a:lnTo>
                    <a:pt x="2103595" y="4836"/>
                  </a:lnTo>
                  <a:lnTo>
                    <a:pt x="2103679" y="4851"/>
                  </a:lnTo>
                  <a:lnTo>
                    <a:pt x="2103804" y="4877"/>
                  </a:lnTo>
                  <a:lnTo>
                    <a:pt x="2103924" y="4894"/>
                  </a:lnTo>
                  <a:lnTo>
                    <a:pt x="2103995" y="4898"/>
                  </a:lnTo>
                  <a:lnTo>
                    <a:pt x="2104109" y="4901"/>
                  </a:lnTo>
                  <a:lnTo>
                    <a:pt x="2104231" y="4907"/>
                  </a:lnTo>
                  <a:lnTo>
                    <a:pt x="2104384" y="4913"/>
                  </a:lnTo>
                  <a:lnTo>
                    <a:pt x="2104520" y="4915"/>
                  </a:lnTo>
                  <a:lnTo>
                    <a:pt x="2104639" y="4919"/>
                  </a:lnTo>
                  <a:lnTo>
                    <a:pt x="2104727" y="4921"/>
                  </a:lnTo>
                  <a:lnTo>
                    <a:pt x="2104770" y="4923"/>
                  </a:lnTo>
                  <a:lnTo>
                    <a:pt x="2104851" y="4932"/>
                  </a:lnTo>
                  <a:lnTo>
                    <a:pt x="2104966" y="4947"/>
                  </a:lnTo>
                  <a:lnTo>
                    <a:pt x="2105015" y="4953"/>
                  </a:lnTo>
                  <a:lnTo>
                    <a:pt x="2105058" y="4958"/>
                  </a:lnTo>
                  <a:lnTo>
                    <a:pt x="2105140" y="4968"/>
                  </a:lnTo>
                  <a:lnTo>
                    <a:pt x="2105224" y="4975"/>
                  </a:lnTo>
                  <a:lnTo>
                    <a:pt x="2105344" y="4994"/>
                  </a:lnTo>
                  <a:lnTo>
                    <a:pt x="2105452" y="5012"/>
                  </a:lnTo>
                  <a:lnTo>
                    <a:pt x="2105504" y="5022"/>
                  </a:lnTo>
                  <a:lnTo>
                    <a:pt x="2105537" y="5020"/>
                  </a:lnTo>
                  <a:lnTo>
                    <a:pt x="2105627" y="5019"/>
                  </a:lnTo>
                  <a:lnTo>
                    <a:pt x="2105675" y="5022"/>
                  </a:lnTo>
                  <a:lnTo>
                    <a:pt x="2105727" y="5028"/>
                  </a:lnTo>
                  <a:lnTo>
                    <a:pt x="2105757" y="5037"/>
                  </a:lnTo>
                  <a:lnTo>
                    <a:pt x="2105817" y="5047"/>
                  </a:lnTo>
                  <a:lnTo>
                    <a:pt x="2105975" y="5080"/>
                  </a:lnTo>
                  <a:lnTo>
                    <a:pt x="2106003" y="5087"/>
                  </a:lnTo>
                  <a:lnTo>
                    <a:pt x="2106043" y="5098"/>
                  </a:lnTo>
                  <a:lnTo>
                    <a:pt x="2106087" y="5105"/>
                  </a:lnTo>
                  <a:lnTo>
                    <a:pt x="2106161" y="5116"/>
                  </a:lnTo>
                  <a:lnTo>
                    <a:pt x="2106330" y="5131"/>
                  </a:lnTo>
                  <a:lnTo>
                    <a:pt x="2106439" y="5130"/>
                  </a:lnTo>
                  <a:lnTo>
                    <a:pt x="2106510" y="5128"/>
                  </a:lnTo>
                  <a:lnTo>
                    <a:pt x="2106553" y="5124"/>
                  </a:lnTo>
                  <a:lnTo>
                    <a:pt x="2106602" y="5120"/>
                  </a:lnTo>
                  <a:lnTo>
                    <a:pt x="2106629" y="5116"/>
                  </a:lnTo>
                  <a:lnTo>
                    <a:pt x="2106670" y="5109"/>
                  </a:lnTo>
                  <a:lnTo>
                    <a:pt x="2106746" y="5095"/>
                  </a:lnTo>
                  <a:lnTo>
                    <a:pt x="2106798" y="5087"/>
                  </a:lnTo>
                  <a:lnTo>
                    <a:pt x="2106873" y="5079"/>
                  </a:lnTo>
                  <a:lnTo>
                    <a:pt x="2106969" y="5066"/>
                  </a:lnTo>
                  <a:lnTo>
                    <a:pt x="2107037" y="5064"/>
                  </a:lnTo>
                  <a:lnTo>
                    <a:pt x="2107105" y="5060"/>
                  </a:lnTo>
                  <a:lnTo>
                    <a:pt x="2107178" y="5059"/>
                  </a:lnTo>
                  <a:lnTo>
                    <a:pt x="2107284" y="5062"/>
                  </a:lnTo>
                  <a:lnTo>
                    <a:pt x="2107399" y="5067"/>
                  </a:lnTo>
                  <a:lnTo>
                    <a:pt x="2107483" y="5063"/>
                  </a:lnTo>
                  <a:lnTo>
                    <a:pt x="2107548" y="5059"/>
                  </a:lnTo>
                  <a:lnTo>
                    <a:pt x="2107619" y="5055"/>
                  </a:lnTo>
                  <a:lnTo>
                    <a:pt x="2107665" y="5051"/>
                  </a:lnTo>
                  <a:lnTo>
                    <a:pt x="2107836" y="5028"/>
                  </a:lnTo>
                  <a:lnTo>
                    <a:pt x="2107905" y="5020"/>
                  </a:lnTo>
                  <a:lnTo>
                    <a:pt x="2107942" y="5012"/>
                  </a:lnTo>
                  <a:lnTo>
                    <a:pt x="2107989" y="4999"/>
                  </a:lnTo>
                  <a:lnTo>
                    <a:pt x="2108032" y="4990"/>
                  </a:lnTo>
                  <a:lnTo>
                    <a:pt x="2108089" y="4976"/>
                  </a:lnTo>
                  <a:lnTo>
                    <a:pt x="2108140" y="4970"/>
                  </a:lnTo>
                  <a:lnTo>
                    <a:pt x="2108200" y="4963"/>
                  </a:lnTo>
                  <a:lnTo>
                    <a:pt x="2108238" y="4955"/>
                  </a:lnTo>
                  <a:lnTo>
                    <a:pt x="2108287" y="4948"/>
                  </a:lnTo>
                  <a:lnTo>
                    <a:pt x="2108355" y="4938"/>
                  </a:lnTo>
                  <a:lnTo>
                    <a:pt x="2108431" y="4923"/>
                  </a:lnTo>
                  <a:lnTo>
                    <a:pt x="2109300" y="4786"/>
                  </a:lnTo>
                  <a:lnTo>
                    <a:pt x="2109655" y="4690"/>
                  </a:lnTo>
                  <a:lnTo>
                    <a:pt x="2110030" y="4560"/>
                  </a:lnTo>
                  <a:lnTo>
                    <a:pt x="2110296" y="4456"/>
                  </a:lnTo>
                  <a:lnTo>
                    <a:pt x="2110451" y="4390"/>
                  </a:lnTo>
                  <a:lnTo>
                    <a:pt x="2110539" y="4330"/>
                  </a:lnTo>
                  <a:lnTo>
                    <a:pt x="2110580" y="4299"/>
                  </a:lnTo>
                  <a:lnTo>
                    <a:pt x="2110787" y="4219"/>
                  </a:lnTo>
                  <a:lnTo>
                    <a:pt x="2111599" y="3905"/>
                  </a:lnTo>
                  <a:lnTo>
                    <a:pt x="2112858" y="3555"/>
                  </a:lnTo>
                  <a:lnTo>
                    <a:pt x="2112887" y="3548"/>
                  </a:lnTo>
                  <a:lnTo>
                    <a:pt x="2112942" y="3540"/>
                  </a:lnTo>
                  <a:lnTo>
                    <a:pt x="2113056" y="3523"/>
                  </a:lnTo>
                  <a:lnTo>
                    <a:pt x="2113222" y="3485"/>
                  </a:lnTo>
                  <a:lnTo>
                    <a:pt x="2113293" y="3472"/>
                  </a:lnTo>
                  <a:lnTo>
                    <a:pt x="2113398" y="3438"/>
                  </a:lnTo>
                  <a:lnTo>
                    <a:pt x="2113482" y="3416"/>
                  </a:lnTo>
                  <a:lnTo>
                    <a:pt x="2113526" y="3406"/>
                  </a:lnTo>
                  <a:lnTo>
                    <a:pt x="2113640" y="3382"/>
                  </a:lnTo>
                  <a:lnTo>
                    <a:pt x="2113708" y="3365"/>
                  </a:lnTo>
                  <a:lnTo>
                    <a:pt x="2113773" y="3354"/>
                  </a:lnTo>
                  <a:lnTo>
                    <a:pt x="2113836" y="3344"/>
                  </a:lnTo>
                  <a:lnTo>
                    <a:pt x="2113871" y="3333"/>
                  </a:lnTo>
                  <a:lnTo>
                    <a:pt x="2113898" y="3322"/>
                  </a:lnTo>
                  <a:lnTo>
                    <a:pt x="2113922" y="3307"/>
                  </a:lnTo>
                  <a:lnTo>
                    <a:pt x="2113963" y="3279"/>
                  </a:lnTo>
                  <a:lnTo>
                    <a:pt x="2114002" y="3253"/>
                  </a:lnTo>
                  <a:lnTo>
                    <a:pt x="2114026" y="3238"/>
                  </a:lnTo>
                  <a:lnTo>
                    <a:pt x="2114074" y="3210"/>
                  </a:lnTo>
                  <a:lnTo>
                    <a:pt x="2114132" y="3185"/>
                  </a:lnTo>
                  <a:lnTo>
                    <a:pt x="2114177" y="3164"/>
                  </a:lnTo>
                  <a:lnTo>
                    <a:pt x="2114215" y="3149"/>
                  </a:lnTo>
                  <a:lnTo>
                    <a:pt x="2114256" y="3140"/>
                  </a:lnTo>
                  <a:lnTo>
                    <a:pt x="2114294" y="3128"/>
                  </a:lnTo>
                  <a:lnTo>
                    <a:pt x="2114346" y="3121"/>
                  </a:lnTo>
                  <a:lnTo>
                    <a:pt x="2114411" y="3113"/>
                  </a:lnTo>
                  <a:lnTo>
                    <a:pt x="2114429" y="3111"/>
                  </a:lnTo>
                  <a:lnTo>
                    <a:pt x="2114506" y="3104"/>
                  </a:lnTo>
                  <a:lnTo>
                    <a:pt x="2114552" y="3098"/>
                  </a:lnTo>
                  <a:lnTo>
                    <a:pt x="2114585" y="3090"/>
                  </a:lnTo>
                  <a:lnTo>
                    <a:pt x="2114645" y="3083"/>
                  </a:lnTo>
                  <a:lnTo>
                    <a:pt x="2114700" y="3075"/>
                  </a:lnTo>
                  <a:lnTo>
                    <a:pt x="2114784" y="3066"/>
                  </a:lnTo>
                  <a:lnTo>
                    <a:pt x="2114844" y="3063"/>
                  </a:lnTo>
                  <a:lnTo>
                    <a:pt x="2114887" y="3058"/>
                  </a:lnTo>
                  <a:lnTo>
                    <a:pt x="2114939" y="3048"/>
                  </a:lnTo>
                  <a:lnTo>
                    <a:pt x="2115004" y="3035"/>
                  </a:lnTo>
                  <a:lnTo>
                    <a:pt x="2115080" y="3013"/>
                  </a:lnTo>
                  <a:lnTo>
                    <a:pt x="2115213" y="2979"/>
                  </a:lnTo>
                  <a:lnTo>
                    <a:pt x="2115276" y="2959"/>
                  </a:lnTo>
                  <a:lnTo>
                    <a:pt x="2115294" y="2951"/>
                  </a:lnTo>
                  <a:lnTo>
                    <a:pt x="2115371" y="2918"/>
                  </a:lnTo>
                  <a:lnTo>
                    <a:pt x="2115485" y="2860"/>
                  </a:lnTo>
                  <a:lnTo>
                    <a:pt x="2115517" y="2845"/>
                  </a:lnTo>
                  <a:lnTo>
                    <a:pt x="2115544" y="2832"/>
                  </a:lnTo>
                  <a:lnTo>
                    <a:pt x="2115580" y="2819"/>
                  </a:lnTo>
                  <a:lnTo>
                    <a:pt x="2115615" y="2806"/>
                  </a:lnTo>
                  <a:lnTo>
                    <a:pt x="2115653" y="2798"/>
                  </a:lnTo>
                  <a:lnTo>
                    <a:pt x="2115702" y="2787"/>
                  </a:lnTo>
                  <a:lnTo>
                    <a:pt x="2115808" y="2768"/>
                  </a:lnTo>
                  <a:lnTo>
                    <a:pt x="2115887" y="2755"/>
                  </a:lnTo>
                  <a:lnTo>
                    <a:pt x="2115971" y="2738"/>
                  </a:lnTo>
                  <a:lnTo>
                    <a:pt x="2115989" y="2735"/>
                  </a:lnTo>
                  <a:lnTo>
                    <a:pt x="2116080" y="2716"/>
                  </a:lnTo>
                  <a:lnTo>
                    <a:pt x="2116181" y="2694"/>
                  </a:lnTo>
                  <a:lnTo>
                    <a:pt x="2116423" y="2654"/>
                  </a:lnTo>
                  <a:lnTo>
                    <a:pt x="2116911" y="2619"/>
                  </a:lnTo>
                  <a:lnTo>
                    <a:pt x="2116954" y="2621"/>
                  </a:lnTo>
                  <a:lnTo>
                    <a:pt x="2116995" y="2621"/>
                  </a:lnTo>
                  <a:lnTo>
                    <a:pt x="2117036" y="2620"/>
                  </a:lnTo>
                  <a:lnTo>
                    <a:pt x="2117215" y="2624"/>
                  </a:lnTo>
                  <a:lnTo>
                    <a:pt x="2117346" y="2628"/>
                  </a:lnTo>
                  <a:lnTo>
                    <a:pt x="2117442" y="2630"/>
                  </a:lnTo>
                  <a:lnTo>
                    <a:pt x="2117531" y="2630"/>
                  </a:lnTo>
                  <a:lnTo>
                    <a:pt x="2117561" y="2629"/>
                  </a:lnTo>
                  <a:lnTo>
                    <a:pt x="2117583" y="2631"/>
                  </a:lnTo>
                  <a:lnTo>
                    <a:pt x="2117613" y="2639"/>
                  </a:lnTo>
                  <a:lnTo>
                    <a:pt x="2117665" y="2648"/>
                  </a:lnTo>
                  <a:lnTo>
                    <a:pt x="2117763" y="2664"/>
                  </a:lnTo>
                  <a:lnTo>
                    <a:pt x="2117845" y="2684"/>
                  </a:lnTo>
                  <a:lnTo>
                    <a:pt x="2117899" y="2697"/>
                  </a:lnTo>
                  <a:lnTo>
                    <a:pt x="2117998" y="2724"/>
                  </a:lnTo>
                  <a:lnTo>
                    <a:pt x="2118063" y="2742"/>
                  </a:lnTo>
                  <a:lnTo>
                    <a:pt x="2118106" y="2753"/>
                  </a:lnTo>
                  <a:lnTo>
                    <a:pt x="2118148" y="2761"/>
                  </a:lnTo>
                  <a:lnTo>
                    <a:pt x="2118197" y="2764"/>
                  </a:lnTo>
                  <a:lnTo>
                    <a:pt x="2118243" y="2769"/>
                  </a:lnTo>
                  <a:lnTo>
                    <a:pt x="2118273" y="2769"/>
                  </a:lnTo>
                  <a:lnTo>
                    <a:pt x="2118311" y="2767"/>
                  </a:lnTo>
                  <a:lnTo>
                    <a:pt x="2118349" y="2766"/>
                  </a:lnTo>
                  <a:lnTo>
                    <a:pt x="2118379" y="2769"/>
                  </a:lnTo>
                  <a:lnTo>
                    <a:pt x="2118412" y="2776"/>
                  </a:lnTo>
                  <a:lnTo>
                    <a:pt x="2118455" y="2789"/>
                  </a:lnTo>
                  <a:lnTo>
                    <a:pt x="2118485" y="2799"/>
                  </a:lnTo>
                  <a:lnTo>
                    <a:pt x="2118502" y="2804"/>
                  </a:lnTo>
                  <a:lnTo>
                    <a:pt x="2118532" y="2822"/>
                  </a:lnTo>
                  <a:lnTo>
                    <a:pt x="2118556" y="2837"/>
                  </a:lnTo>
                  <a:lnTo>
                    <a:pt x="2118575" y="2850"/>
                  </a:lnTo>
                  <a:lnTo>
                    <a:pt x="2118601" y="2868"/>
                  </a:lnTo>
                  <a:lnTo>
                    <a:pt x="2118625" y="2883"/>
                  </a:lnTo>
                  <a:lnTo>
                    <a:pt x="2118649" y="2894"/>
                  </a:lnTo>
                  <a:lnTo>
                    <a:pt x="2118682" y="2907"/>
                  </a:lnTo>
                  <a:lnTo>
                    <a:pt x="2118748" y="2927"/>
                  </a:lnTo>
                  <a:lnTo>
                    <a:pt x="2118825" y="2949"/>
                  </a:lnTo>
                  <a:lnTo>
                    <a:pt x="2118862" y="2960"/>
                  </a:lnTo>
                  <a:lnTo>
                    <a:pt x="2119004" y="2998"/>
                  </a:lnTo>
                  <a:lnTo>
                    <a:pt x="2119111" y="3029"/>
                  </a:lnTo>
                  <a:lnTo>
                    <a:pt x="2119206" y="3064"/>
                  </a:lnTo>
                  <a:lnTo>
                    <a:pt x="2119274" y="3084"/>
                  </a:lnTo>
                  <a:lnTo>
                    <a:pt x="2119304" y="3091"/>
                  </a:lnTo>
                  <a:lnTo>
                    <a:pt x="2119329" y="3096"/>
                  </a:lnTo>
                  <a:lnTo>
                    <a:pt x="2119370" y="3102"/>
                  </a:lnTo>
                  <a:lnTo>
                    <a:pt x="2119408" y="3104"/>
                  </a:lnTo>
                  <a:lnTo>
                    <a:pt x="2119459" y="3101"/>
                  </a:lnTo>
                  <a:lnTo>
                    <a:pt x="2119508" y="3100"/>
                  </a:lnTo>
                  <a:lnTo>
                    <a:pt x="2119554" y="3096"/>
                  </a:lnTo>
                  <a:lnTo>
                    <a:pt x="2119596" y="3094"/>
                  </a:lnTo>
                  <a:lnTo>
                    <a:pt x="2119636" y="3094"/>
                  </a:lnTo>
                  <a:lnTo>
                    <a:pt x="2119683" y="3093"/>
                  </a:lnTo>
                  <a:lnTo>
                    <a:pt x="2119734" y="3095"/>
                  </a:lnTo>
                  <a:lnTo>
                    <a:pt x="2119789" y="3101"/>
                  </a:lnTo>
                  <a:lnTo>
                    <a:pt x="2119807" y="3102"/>
                  </a:lnTo>
                  <a:lnTo>
                    <a:pt x="2119838" y="3106"/>
                  </a:lnTo>
                  <a:lnTo>
                    <a:pt x="2119879" y="3109"/>
                  </a:lnTo>
                  <a:lnTo>
                    <a:pt x="2119933" y="3111"/>
                  </a:lnTo>
                  <a:lnTo>
                    <a:pt x="2119968" y="3111"/>
                  </a:lnTo>
                  <a:lnTo>
                    <a:pt x="2120006" y="3107"/>
                  </a:lnTo>
                  <a:lnTo>
                    <a:pt x="2120050" y="3098"/>
                  </a:lnTo>
                  <a:lnTo>
                    <a:pt x="2120083" y="3092"/>
                  </a:lnTo>
                  <a:lnTo>
                    <a:pt x="2120126" y="3085"/>
                  </a:lnTo>
                  <a:lnTo>
                    <a:pt x="2120159" y="3079"/>
                  </a:lnTo>
                  <a:lnTo>
                    <a:pt x="2120202" y="3064"/>
                  </a:lnTo>
                  <a:lnTo>
                    <a:pt x="2120284" y="3037"/>
                  </a:lnTo>
                  <a:lnTo>
                    <a:pt x="2120338" y="3014"/>
                  </a:lnTo>
                  <a:lnTo>
                    <a:pt x="2120353" y="3007"/>
                  </a:lnTo>
                  <a:lnTo>
                    <a:pt x="2120422" y="2975"/>
                  </a:lnTo>
                  <a:lnTo>
                    <a:pt x="2120477" y="2949"/>
                  </a:lnTo>
                  <a:lnTo>
                    <a:pt x="2120485" y="2946"/>
                  </a:lnTo>
                  <a:lnTo>
                    <a:pt x="2120588" y="2903"/>
                  </a:lnTo>
                  <a:lnTo>
                    <a:pt x="2120814" y="2807"/>
                  </a:lnTo>
                  <a:lnTo>
                    <a:pt x="2120879" y="2782"/>
                  </a:lnTo>
                  <a:lnTo>
                    <a:pt x="2120928" y="2764"/>
                  </a:lnTo>
                  <a:lnTo>
                    <a:pt x="2120973" y="2749"/>
                  </a:lnTo>
                  <a:lnTo>
                    <a:pt x="2121022" y="2729"/>
                  </a:lnTo>
                  <a:lnTo>
                    <a:pt x="2121066" y="2710"/>
                  </a:lnTo>
                  <a:lnTo>
                    <a:pt x="2121101" y="2691"/>
                  </a:lnTo>
                  <a:lnTo>
                    <a:pt x="2121134" y="2673"/>
                  </a:lnTo>
                  <a:lnTo>
                    <a:pt x="2121161" y="2654"/>
                  </a:lnTo>
                  <a:lnTo>
                    <a:pt x="2121188" y="2634"/>
                  </a:lnTo>
                  <a:lnTo>
                    <a:pt x="2121220" y="2610"/>
                  </a:lnTo>
                  <a:lnTo>
                    <a:pt x="2121247" y="2588"/>
                  </a:lnTo>
                  <a:lnTo>
                    <a:pt x="2121267" y="2571"/>
                  </a:lnTo>
                  <a:lnTo>
                    <a:pt x="2121286" y="2555"/>
                  </a:lnTo>
                  <a:lnTo>
                    <a:pt x="2121291" y="2551"/>
                  </a:lnTo>
                  <a:lnTo>
                    <a:pt x="2121337" y="2499"/>
                  </a:lnTo>
                  <a:lnTo>
                    <a:pt x="2121367" y="2462"/>
                  </a:lnTo>
                  <a:lnTo>
                    <a:pt x="2121857" y="2025"/>
                  </a:lnTo>
                  <a:lnTo>
                    <a:pt x="2122167" y="1782"/>
                  </a:lnTo>
                  <a:lnTo>
                    <a:pt x="2122199" y="1767"/>
                  </a:lnTo>
                  <a:lnTo>
                    <a:pt x="2122234" y="1748"/>
                  </a:lnTo>
                  <a:lnTo>
                    <a:pt x="2122261" y="1730"/>
                  </a:lnTo>
                  <a:lnTo>
                    <a:pt x="2122286" y="1710"/>
                  </a:lnTo>
                  <a:lnTo>
                    <a:pt x="2122311" y="1684"/>
                  </a:lnTo>
                  <a:lnTo>
                    <a:pt x="2122329" y="1658"/>
                  </a:lnTo>
                  <a:lnTo>
                    <a:pt x="2122354" y="1619"/>
                  </a:lnTo>
                  <a:lnTo>
                    <a:pt x="2122373" y="1588"/>
                  </a:lnTo>
                  <a:lnTo>
                    <a:pt x="2122392" y="1560"/>
                  </a:lnTo>
                  <a:lnTo>
                    <a:pt x="2122419" y="1529"/>
                  </a:lnTo>
                  <a:lnTo>
                    <a:pt x="2122451" y="1499"/>
                  </a:lnTo>
                  <a:lnTo>
                    <a:pt x="2122476" y="1477"/>
                  </a:lnTo>
                  <a:lnTo>
                    <a:pt x="2122500" y="1453"/>
                  </a:lnTo>
                  <a:lnTo>
                    <a:pt x="2122511" y="1442"/>
                  </a:lnTo>
                  <a:lnTo>
                    <a:pt x="2122546" y="1403"/>
                  </a:lnTo>
                  <a:lnTo>
                    <a:pt x="2122578" y="1370"/>
                  </a:lnTo>
                  <a:lnTo>
                    <a:pt x="2122611" y="1340"/>
                  </a:lnTo>
                  <a:lnTo>
                    <a:pt x="2122655" y="1301"/>
                  </a:lnTo>
                  <a:lnTo>
                    <a:pt x="2122685" y="1277"/>
                  </a:lnTo>
                  <a:lnTo>
                    <a:pt x="2122720" y="1249"/>
                  </a:lnTo>
                  <a:lnTo>
                    <a:pt x="2122750" y="1229"/>
                  </a:lnTo>
                  <a:lnTo>
                    <a:pt x="2122845" y="1163"/>
                  </a:lnTo>
                  <a:lnTo>
                    <a:pt x="2122917" y="1114"/>
                  </a:lnTo>
                  <a:lnTo>
                    <a:pt x="2122937" y="1100"/>
                  </a:lnTo>
                  <a:lnTo>
                    <a:pt x="2122994" y="1054"/>
                  </a:lnTo>
                  <a:lnTo>
                    <a:pt x="2123048" y="1011"/>
                  </a:lnTo>
                  <a:lnTo>
                    <a:pt x="2123081" y="980"/>
                  </a:lnTo>
                  <a:lnTo>
                    <a:pt x="2123116" y="948"/>
                  </a:lnTo>
                  <a:lnTo>
                    <a:pt x="2123141" y="926"/>
                  </a:lnTo>
                  <a:lnTo>
                    <a:pt x="2123165" y="906"/>
                  </a:lnTo>
                  <a:lnTo>
                    <a:pt x="2123190" y="876"/>
                  </a:lnTo>
                  <a:lnTo>
                    <a:pt x="2123217" y="847"/>
                  </a:lnTo>
                  <a:lnTo>
                    <a:pt x="2123233" y="828"/>
                  </a:lnTo>
                  <a:lnTo>
                    <a:pt x="2123247" y="815"/>
                  </a:lnTo>
                  <a:lnTo>
                    <a:pt x="2123268" y="797"/>
                  </a:lnTo>
                  <a:lnTo>
                    <a:pt x="2123295" y="777"/>
                  </a:lnTo>
                  <a:lnTo>
                    <a:pt x="2123320" y="762"/>
                  </a:lnTo>
                  <a:lnTo>
                    <a:pt x="2123358" y="742"/>
                  </a:lnTo>
                  <a:lnTo>
                    <a:pt x="2123412" y="712"/>
                  </a:lnTo>
                  <a:lnTo>
                    <a:pt x="2123464" y="681"/>
                  </a:lnTo>
                  <a:lnTo>
                    <a:pt x="2123494" y="664"/>
                  </a:lnTo>
                  <a:lnTo>
                    <a:pt x="2123521" y="647"/>
                  </a:lnTo>
                  <a:lnTo>
                    <a:pt x="2123549" y="627"/>
                  </a:lnTo>
                  <a:lnTo>
                    <a:pt x="2123756" y="514"/>
                  </a:lnTo>
                  <a:lnTo>
                    <a:pt x="2123819" y="480"/>
                  </a:lnTo>
                  <a:lnTo>
                    <a:pt x="2124370" y="275"/>
                  </a:lnTo>
                  <a:lnTo>
                    <a:pt x="2124934" y="102"/>
                  </a:lnTo>
                  <a:lnTo>
                    <a:pt x="2125023" y="82"/>
                  </a:lnTo>
                  <a:lnTo>
                    <a:pt x="2125378" y="0"/>
                  </a:lnTo>
                  <a:lnTo>
                    <a:pt x="2125667" y="15"/>
                  </a:lnTo>
                  <a:lnTo>
                    <a:pt x="2125956" y="30"/>
                  </a:lnTo>
                  <a:lnTo>
                    <a:pt x="2126101" y="44"/>
                  </a:lnTo>
                  <a:lnTo>
                    <a:pt x="2126436" y="76"/>
                  </a:lnTo>
                  <a:lnTo>
                    <a:pt x="2126870" y="142"/>
                  </a:lnTo>
                  <a:lnTo>
                    <a:pt x="2127101" y="234"/>
                  </a:lnTo>
                  <a:lnTo>
                    <a:pt x="2127272" y="301"/>
                  </a:lnTo>
                  <a:lnTo>
                    <a:pt x="2127350" y="329"/>
                  </a:lnTo>
                  <a:lnTo>
                    <a:pt x="2128212" y="595"/>
                  </a:lnTo>
                  <a:lnTo>
                    <a:pt x="2129149" y="951"/>
                  </a:lnTo>
                  <a:lnTo>
                    <a:pt x="2129839" y="1100"/>
                  </a:lnTo>
                  <a:lnTo>
                    <a:pt x="2130490" y="1169"/>
                  </a:lnTo>
                  <a:lnTo>
                    <a:pt x="2131192" y="1252"/>
                  </a:lnTo>
                  <a:lnTo>
                    <a:pt x="2131287" y="1253"/>
                  </a:lnTo>
                  <a:lnTo>
                    <a:pt x="2131467" y="1253"/>
                  </a:lnTo>
                  <a:lnTo>
                    <a:pt x="2131532" y="1247"/>
                  </a:lnTo>
                  <a:lnTo>
                    <a:pt x="2131579" y="1245"/>
                  </a:lnTo>
                  <a:lnTo>
                    <a:pt x="2131639" y="1241"/>
                  </a:lnTo>
                  <a:lnTo>
                    <a:pt x="2131679" y="1237"/>
                  </a:lnTo>
                  <a:lnTo>
                    <a:pt x="2131739" y="1235"/>
                  </a:lnTo>
                  <a:lnTo>
                    <a:pt x="2131816" y="1231"/>
                  </a:lnTo>
                  <a:lnTo>
                    <a:pt x="2131859" y="1229"/>
                  </a:lnTo>
                  <a:lnTo>
                    <a:pt x="2131903" y="1226"/>
                  </a:lnTo>
                  <a:lnTo>
                    <a:pt x="2131938" y="1227"/>
                  </a:lnTo>
                  <a:lnTo>
                    <a:pt x="2131965" y="1227"/>
                  </a:lnTo>
                  <a:lnTo>
                    <a:pt x="2131993" y="1233"/>
                  </a:lnTo>
                  <a:lnTo>
                    <a:pt x="2132022" y="1240"/>
                  </a:lnTo>
                  <a:lnTo>
                    <a:pt x="2132066" y="1246"/>
                  </a:lnTo>
                  <a:lnTo>
                    <a:pt x="2132145" y="1249"/>
                  </a:lnTo>
                  <a:lnTo>
                    <a:pt x="2132230" y="1254"/>
                  </a:lnTo>
                  <a:lnTo>
                    <a:pt x="2132276" y="1250"/>
                  </a:lnTo>
                  <a:lnTo>
                    <a:pt x="2132314" y="1245"/>
                  </a:lnTo>
                  <a:lnTo>
                    <a:pt x="2132352" y="1239"/>
                  </a:lnTo>
                  <a:lnTo>
                    <a:pt x="2132379" y="1237"/>
                  </a:lnTo>
                  <a:lnTo>
                    <a:pt x="2132398" y="1234"/>
                  </a:lnTo>
                  <a:lnTo>
                    <a:pt x="2132407" y="1233"/>
                  </a:lnTo>
                  <a:lnTo>
                    <a:pt x="2132431" y="1235"/>
                  </a:lnTo>
                  <a:lnTo>
                    <a:pt x="2132448" y="1235"/>
                  </a:lnTo>
                  <a:lnTo>
                    <a:pt x="2132524" y="1240"/>
                  </a:lnTo>
                  <a:lnTo>
                    <a:pt x="2132592" y="1246"/>
                  </a:lnTo>
                  <a:lnTo>
                    <a:pt x="2132639" y="1249"/>
                  </a:lnTo>
                  <a:lnTo>
                    <a:pt x="2132685" y="1256"/>
                  </a:lnTo>
                  <a:lnTo>
                    <a:pt x="2132731" y="1266"/>
                  </a:lnTo>
                  <a:lnTo>
                    <a:pt x="2132761" y="1268"/>
                  </a:lnTo>
                  <a:lnTo>
                    <a:pt x="2132789" y="1275"/>
                  </a:lnTo>
                  <a:lnTo>
                    <a:pt x="2132832" y="1274"/>
                  </a:lnTo>
                  <a:lnTo>
                    <a:pt x="2132887" y="1274"/>
                  </a:lnTo>
                  <a:lnTo>
                    <a:pt x="2132955" y="1278"/>
                  </a:lnTo>
                  <a:lnTo>
                    <a:pt x="2133017" y="1281"/>
                  </a:lnTo>
                  <a:lnTo>
                    <a:pt x="2133069" y="1288"/>
                  </a:lnTo>
                  <a:lnTo>
                    <a:pt x="2133129" y="1296"/>
                  </a:lnTo>
                  <a:lnTo>
                    <a:pt x="2133181" y="1307"/>
                  </a:lnTo>
                  <a:lnTo>
                    <a:pt x="2133211" y="1314"/>
                  </a:lnTo>
                  <a:lnTo>
                    <a:pt x="2133241" y="1321"/>
                  </a:lnTo>
                  <a:lnTo>
                    <a:pt x="2133254" y="1325"/>
                  </a:lnTo>
                  <a:lnTo>
                    <a:pt x="2133271" y="1330"/>
                  </a:lnTo>
                  <a:lnTo>
                    <a:pt x="2133301" y="1345"/>
                  </a:lnTo>
                  <a:lnTo>
                    <a:pt x="2133317" y="1352"/>
                  </a:lnTo>
                  <a:lnTo>
                    <a:pt x="2133342" y="1373"/>
                  </a:lnTo>
                  <a:lnTo>
                    <a:pt x="2133364" y="1393"/>
                  </a:lnTo>
                  <a:lnTo>
                    <a:pt x="2133378" y="1407"/>
                  </a:lnTo>
                  <a:lnTo>
                    <a:pt x="2133391" y="1428"/>
                  </a:lnTo>
                  <a:lnTo>
                    <a:pt x="2133405" y="1448"/>
                  </a:lnTo>
                  <a:lnTo>
                    <a:pt x="2133416" y="1472"/>
                  </a:lnTo>
                  <a:lnTo>
                    <a:pt x="2133424" y="1489"/>
                  </a:lnTo>
                  <a:lnTo>
                    <a:pt x="2133433" y="1527"/>
                  </a:lnTo>
                  <a:lnTo>
                    <a:pt x="2133444" y="1566"/>
                  </a:lnTo>
                  <a:lnTo>
                    <a:pt x="2133446" y="1580"/>
                  </a:lnTo>
                  <a:lnTo>
                    <a:pt x="2133447" y="1588"/>
                  </a:lnTo>
                  <a:lnTo>
                    <a:pt x="2133450" y="1605"/>
                  </a:lnTo>
                  <a:lnTo>
                    <a:pt x="2133458" y="1632"/>
                  </a:lnTo>
                  <a:lnTo>
                    <a:pt x="2133461" y="1640"/>
                  </a:lnTo>
                  <a:lnTo>
                    <a:pt x="2133472" y="1671"/>
                  </a:lnTo>
                  <a:lnTo>
                    <a:pt x="2133485" y="1695"/>
                  </a:lnTo>
                  <a:lnTo>
                    <a:pt x="2133513" y="1754"/>
                  </a:lnTo>
                  <a:lnTo>
                    <a:pt x="2133557" y="1831"/>
                  </a:lnTo>
                  <a:lnTo>
                    <a:pt x="2133577" y="1866"/>
                  </a:lnTo>
                  <a:lnTo>
                    <a:pt x="2133587" y="1886"/>
                  </a:lnTo>
                  <a:lnTo>
                    <a:pt x="2133601" y="1912"/>
                  </a:lnTo>
                  <a:lnTo>
                    <a:pt x="2133607" y="1938"/>
                  </a:lnTo>
                  <a:lnTo>
                    <a:pt x="2133621" y="1975"/>
                  </a:lnTo>
                  <a:lnTo>
                    <a:pt x="2133629" y="2023"/>
                  </a:lnTo>
                  <a:lnTo>
                    <a:pt x="2133645" y="2091"/>
                  </a:lnTo>
                  <a:lnTo>
                    <a:pt x="2133660" y="2194"/>
                  </a:lnTo>
                  <a:lnTo>
                    <a:pt x="2133668" y="2232"/>
                  </a:lnTo>
                  <a:lnTo>
                    <a:pt x="2133679" y="2267"/>
                  </a:lnTo>
                  <a:lnTo>
                    <a:pt x="2133690" y="2319"/>
                  </a:lnTo>
                  <a:lnTo>
                    <a:pt x="2133696" y="2341"/>
                  </a:lnTo>
                  <a:lnTo>
                    <a:pt x="2133699" y="2356"/>
                  </a:lnTo>
                  <a:lnTo>
                    <a:pt x="2133701" y="2365"/>
                  </a:lnTo>
                  <a:lnTo>
                    <a:pt x="2133710" y="2376"/>
                  </a:lnTo>
                  <a:lnTo>
                    <a:pt x="2133720" y="2393"/>
                  </a:lnTo>
                  <a:lnTo>
                    <a:pt x="2133729" y="2409"/>
                  </a:lnTo>
                  <a:lnTo>
                    <a:pt x="2133740" y="2446"/>
                  </a:lnTo>
                  <a:lnTo>
                    <a:pt x="2133743" y="2479"/>
                  </a:lnTo>
                  <a:lnTo>
                    <a:pt x="2133743" y="2507"/>
                  </a:lnTo>
                  <a:lnTo>
                    <a:pt x="2133749" y="2538"/>
                  </a:lnTo>
                  <a:lnTo>
                    <a:pt x="2133757" y="2577"/>
                  </a:lnTo>
                  <a:lnTo>
                    <a:pt x="2133768" y="2610"/>
                  </a:lnTo>
                  <a:lnTo>
                    <a:pt x="2133787" y="2647"/>
                  </a:lnTo>
                  <a:lnTo>
                    <a:pt x="2133815" y="2687"/>
                  </a:lnTo>
                  <a:lnTo>
                    <a:pt x="2133859" y="2743"/>
                  </a:lnTo>
                  <a:lnTo>
                    <a:pt x="2133918" y="2812"/>
                  </a:lnTo>
                  <a:lnTo>
                    <a:pt x="2133957" y="2857"/>
                  </a:lnTo>
                  <a:lnTo>
                    <a:pt x="2133987" y="2888"/>
                  </a:lnTo>
                  <a:lnTo>
                    <a:pt x="2134056" y="2951"/>
                  </a:lnTo>
                  <a:lnTo>
                    <a:pt x="2134126" y="3009"/>
                  </a:lnTo>
                  <a:lnTo>
                    <a:pt x="2134192" y="3057"/>
                  </a:lnTo>
                  <a:lnTo>
                    <a:pt x="2134225" y="3077"/>
                  </a:lnTo>
                  <a:lnTo>
                    <a:pt x="2134272" y="3101"/>
                  </a:lnTo>
                  <a:lnTo>
                    <a:pt x="2134304" y="3119"/>
                  </a:lnTo>
                  <a:lnTo>
                    <a:pt x="2134329" y="3130"/>
                  </a:lnTo>
                  <a:lnTo>
                    <a:pt x="2134370" y="3143"/>
                  </a:lnTo>
                  <a:lnTo>
                    <a:pt x="2134407" y="3154"/>
                  </a:lnTo>
                  <a:lnTo>
                    <a:pt x="2134479" y="3161"/>
                  </a:lnTo>
                  <a:lnTo>
                    <a:pt x="2134528" y="3169"/>
                  </a:lnTo>
                  <a:lnTo>
                    <a:pt x="2134593" y="3178"/>
                  </a:lnTo>
                  <a:lnTo>
                    <a:pt x="2134650" y="3188"/>
                  </a:lnTo>
                  <a:lnTo>
                    <a:pt x="2134669" y="3192"/>
                  </a:lnTo>
                  <a:lnTo>
                    <a:pt x="2134708" y="3199"/>
                  </a:lnTo>
                  <a:lnTo>
                    <a:pt x="2134745" y="3205"/>
                  </a:lnTo>
                  <a:lnTo>
                    <a:pt x="2134811" y="3212"/>
                  </a:lnTo>
                  <a:lnTo>
                    <a:pt x="2134860" y="3214"/>
                  </a:lnTo>
                  <a:lnTo>
                    <a:pt x="2134915" y="3212"/>
                  </a:lnTo>
                  <a:lnTo>
                    <a:pt x="2134958" y="3208"/>
                  </a:lnTo>
                  <a:lnTo>
                    <a:pt x="2134976" y="3205"/>
                  </a:lnTo>
                  <a:lnTo>
                    <a:pt x="2134996" y="3202"/>
                  </a:lnTo>
                  <a:lnTo>
                    <a:pt x="2135037" y="3195"/>
                  </a:lnTo>
                  <a:lnTo>
                    <a:pt x="2135080" y="3184"/>
                  </a:lnTo>
                  <a:lnTo>
                    <a:pt x="2135121" y="3173"/>
                  </a:lnTo>
                  <a:lnTo>
                    <a:pt x="2135151" y="3161"/>
                  </a:lnTo>
                  <a:lnTo>
                    <a:pt x="2135184" y="3148"/>
                  </a:lnTo>
                  <a:lnTo>
                    <a:pt x="2135211" y="3136"/>
                  </a:lnTo>
                  <a:lnTo>
                    <a:pt x="2135235" y="3123"/>
                  </a:lnTo>
                  <a:lnTo>
                    <a:pt x="2135268" y="3100"/>
                  </a:lnTo>
                  <a:lnTo>
                    <a:pt x="2135284" y="3087"/>
                  </a:lnTo>
                  <a:lnTo>
                    <a:pt x="2135305" y="3067"/>
                  </a:lnTo>
                  <a:lnTo>
                    <a:pt x="2135330" y="3047"/>
                  </a:lnTo>
                  <a:lnTo>
                    <a:pt x="2135356" y="3015"/>
                  </a:lnTo>
                  <a:lnTo>
                    <a:pt x="2135376" y="2986"/>
                  </a:lnTo>
                  <a:lnTo>
                    <a:pt x="2135392" y="2960"/>
                  </a:lnTo>
                  <a:lnTo>
                    <a:pt x="2135398" y="2952"/>
                  </a:lnTo>
                  <a:lnTo>
                    <a:pt x="2135414" y="2930"/>
                  </a:lnTo>
                  <a:lnTo>
                    <a:pt x="2135428" y="2901"/>
                  </a:lnTo>
                  <a:lnTo>
                    <a:pt x="2135444" y="2871"/>
                  </a:lnTo>
                  <a:lnTo>
                    <a:pt x="2135460" y="2840"/>
                  </a:lnTo>
                  <a:lnTo>
                    <a:pt x="2135476" y="2805"/>
                  </a:lnTo>
                  <a:lnTo>
                    <a:pt x="2135484" y="2772"/>
                  </a:lnTo>
                  <a:lnTo>
                    <a:pt x="2135492" y="2744"/>
                  </a:lnTo>
                  <a:lnTo>
                    <a:pt x="2135498" y="2713"/>
                  </a:lnTo>
                  <a:lnTo>
                    <a:pt x="2135497" y="2685"/>
                  </a:lnTo>
                  <a:lnTo>
                    <a:pt x="2135498" y="2656"/>
                  </a:lnTo>
                  <a:lnTo>
                    <a:pt x="2135492" y="2633"/>
                  </a:lnTo>
                  <a:lnTo>
                    <a:pt x="2135481" y="2598"/>
                  </a:lnTo>
                  <a:lnTo>
                    <a:pt x="2135467" y="2563"/>
                  </a:lnTo>
                  <a:lnTo>
                    <a:pt x="2135459" y="2538"/>
                  </a:lnTo>
                  <a:lnTo>
                    <a:pt x="2135448" y="2512"/>
                  </a:lnTo>
                  <a:lnTo>
                    <a:pt x="2135426" y="2475"/>
                  </a:lnTo>
                  <a:lnTo>
                    <a:pt x="2135406" y="2451"/>
                  </a:lnTo>
                  <a:lnTo>
                    <a:pt x="2135393" y="2435"/>
                  </a:lnTo>
                  <a:lnTo>
                    <a:pt x="2135374" y="2409"/>
                  </a:lnTo>
                  <a:lnTo>
                    <a:pt x="2135356" y="2391"/>
                  </a:lnTo>
                  <a:lnTo>
                    <a:pt x="2135322" y="2368"/>
                  </a:lnTo>
                  <a:lnTo>
                    <a:pt x="2135300" y="2357"/>
                  </a:lnTo>
                  <a:lnTo>
                    <a:pt x="2135273" y="2343"/>
                  </a:lnTo>
                  <a:lnTo>
                    <a:pt x="2135235" y="2325"/>
                  </a:lnTo>
                  <a:lnTo>
                    <a:pt x="2135188" y="2301"/>
                  </a:lnTo>
                  <a:lnTo>
                    <a:pt x="2135109" y="2259"/>
                  </a:lnTo>
                  <a:lnTo>
                    <a:pt x="2135041" y="2222"/>
                  </a:lnTo>
                  <a:lnTo>
                    <a:pt x="2135000" y="2198"/>
                  </a:lnTo>
                  <a:lnTo>
                    <a:pt x="2134969" y="2183"/>
                  </a:lnTo>
                  <a:lnTo>
                    <a:pt x="2134934" y="2159"/>
                  </a:lnTo>
                  <a:lnTo>
                    <a:pt x="2134896" y="2133"/>
                  </a:lnTo>
                  <a:lnTo>
                    <a:pt x="2134844" y="2099"/>
                  </a:lnTo>
                  <a:lnTo>
                    <a:pt x="2134792" y="2060"/>
                  </a:lnTo>
                  <a:lnTo>
                    <a:pt x="2134740" y="2022"/>
                  </a:lnTo>
                  <a:lnTo>
                    <a:pt x="2134686" y="1981"/>
                  </a:lnTo>
                  <a:lnTo>
                    <a:pt x="2134647" y="1952"/>
                  </a:lnTo>
                  <a:lnTo>
                    <a:pt x="2134601" y="1913"/>
                  </a:lnTo>
                  <a:lnTo>
                    <a:pt x="2134562" y="1878"/>
                  </a:lnTo>
                  <a:lnTo>
                    <a:pt x="2134535" y="1851"/>
                  </a:lnTo>
                  <a:lnTo>
                    <a:pt x="2134522" y="1834"/>
                  </a:lnTo>
                  <a:lnTo>
                    <a:pt x="2134513" y="1818"/>
                  </a:lnTo>
                  <a:lnTo>
                    <a:pt x="2134508" y="1803"/>
                  </a:lnTo>
                  <a:lnTo>
                    <a:pt x="2134500" y="1784"/>
                  </a:lnTo>
                  <a:lnTo>
                    <a:pt x="2134491" y="1762"/>
                  </a:lnTo>
                  <a:lnTo>
                    <a:pt x="2134491" y="1735"/>
                  </a:lnTo>
                  <a:lnTo>
                    <a:pt x="2134480" y="1715"/>
                  </a:lnTo>
                  <a:lnTo>
                    <a:pt x="2134464" y="1692"/>
                  </a:lnTo>
                  <a:lnTo>
                    <a:pt x="2134450" y="1663"/>
                  </a:lnTo>
                  <a:lnTo>
                    <a:pt x="2134447" y="1646"/>
                  </a:lnTo>
                  <a:lnTo>
                    <a:pt x="2134447" y="1628"/>
                  </a:lnTo>
                  <a:lnTo>
                    <a:pt x="2134447" y="1611"/>
                  </a:lnTo>
                  <a:lnTo>
                    <a:pt x="2134465" y="1578"/>
                  </a:lnTo>
                  <a:lnTo>
                    <a:pt x="2134482" y="1534"/>
                  </a:lnTo>
                  <a:lnTo>
                    <a:pt x="2134504" y="1484"/>
                  </a:lnTo>
                  <a:lnTo>
                    <a:pt x="2134522" y="1430"/>
                  </a:lnTo>
                  <a:lnTo>
                    <a:pt x="2134544" y="1366"/>
                  </a:lnTo>
                  <a:lnTo>
                    <a:pt x="2134552" y="1335"/>
                  </a:lnTo>
                  <a:lnTo>
                    <a:pt x="2134554" y="1305"/>
                  </a:lnTo>
                  <a:lnTo>
                    <a:pt x="2134560" y="1275"/>
                  </a:lnTo>
                  <a:lnTo>
                    <a:pt x="2134560" y="1250"/>
                  </a:lnTo>
                  <a:lnTo>
                    <a:pt x="2134560" y="1231"/>
                  </a:lnTo>
                  <a:lnTo>
                    <a:pt x="2134559" y="1196"/>
                  </a:lnTo>
                  <a:lnTo>
                    <a:pt x="2134559" y="1167"/>
                  </a:lnTo>
                  <a:lnTo>
                    <a:pt x="2134559" y="1145"/>
                  </a:lnTo>
                  <a:lnTo>
                    <a:pt x="2134565" y="1121"/>
                  </a:lnTo>
                  <a:lnTo>
                    <a:pt x="2134573" y="1102"/>
                  </a:lnTo>
                  <a:lnTo>
                    <a:pt x="2134589" y="1078"/>
                  </a:lnTo>
                  <a:lnTo>
                    <a:pt x="2134618" y="1036"/>
                  </a:lnTo>
                  <a:lnTo>
                    <a:pt x="2134643" y="997"/>
                  </a:lnTo>
                  <a:lnTo>
                    <a:pt x="2134656" y="973"/>
                  </a:lnTo>
                  <a:lnTo>
                    <a:pt x="2134675" y="945"/>
                  </a:lnTo>
                  <a:lnTo>
                    <a:pt x="2134692" y="925"/>
                  </a:lnTo>
                  <a:lnTo>
                    <a:pt x="2134711" y="899"/>
                  </a:lnTo>
                  <a:lnTo>
                    <a:pt x="2134732" y="872"/>
                  </a:lnTo>
                  <a:lnTo>
                    <a:pt x="2134748" y="848"/>
                  </a:lnTo>
                  <a:lnTo>
                    <a:pt x="2134767" y="824"/>
                  </a:lnTo>
                  <a:lnTo>
                    <a:pt x="2134795" y="792"/>
                  </a:lnTo>
                  <a:lnTo>
                    <a:pt x="2134821" y="755"/>
                  </a:lnTo>
                  <a:lnTo>
                    <a:pt x="2134840" y="730"/>
                  </a:lnTo>
                  <a:lnTo>
                    <a:pt x="2134863" y="704"/>
                  </a:lnTo>
                  <a:lnTo>
                    <a:pt x="2134893" y="676"/>
                  </a:lnTo>
                  <a:lnTo>
                    <a:pt x="2134922" y="650"/>
                  </a:lnTo>
                  <a:lnTo>
                    <a:pt x="2134946" y="632"/>
                  </a:lnTo>
                  <a:lnTo>
                    <a:pt x="2134971" y="615"/>
                  </a:lnTo>
                  <a:lnTo>
                    <a:pt x="2135001" y="598"/>
                  </a:lnTo>
                  <a:lnTo>
                    <a:pt x="2135042" y="576"/>
                  </a:lnTo>
                  <a:lnTo>
                    <a:pt x="2135074" y="559"/>
                  </a:lnTo>
                  <a:lnTo>
                    <a:pt x="2135110" y="543"/>
                  </a:lnTo>
                  <a:lnTo>
                    <a:pt x="2135145" y="524"/>
                  </a:lnTo>
                  <a:lnTo>
                    <a:pt x="2135186" y="500"/>
                  </a:lnTo>
                  <a:lnTo>
                    <a:pt x="2135237" y="474"/>
                  </a:lnTo>
                  <a:lnTo>
                    <a:pt x="2135276" y="456"/>
                  </a:lnTo>
                  <a:lnTo>
                    <a:pt x="2135305" y="436"/>
                  </a:lnTo>
                  <a:lnTo>
                    <a:pt x="2135333" y="423"/>
                  </a:lnTo>
                  <a:lnTo>
                    <a:pt x="2135356" y="412"/>
                  </a:lnTo>
                  <a:lnTo>
                    <a:pt x="2135382" y="400"/>
                  </a:lnTo>
                  <a:lnTo>
                    <a:pt x="2135420" y="386"/>
                  </a:lnTo>
                  <a:lnTo>
                    <a:pt x="2135450" y="374"/>
                  </a:lnTo>
                  <a:lnTo>
                    <a:pt x="2135477" y="363"/>
                  </a:lnTo>
                  <a:lnTo>
                    <a:pt x="2135507" y="350"/>
                  </a:lnTo>
                  <a:lnTo>
                    <a:pt x="2135545" y="332"/>
                  </a:lnTo>
                  <a:lnTo>
                    <a:pt x="2135588" y="313"/>
                  </a:lnTo>
                  <a:lnTo>
                    <a:pt x="2135624" y="299"/>
                  </a:lnTo>
                  <a:lnTo>
                    <a:pt x="2135678" y="273"/>
                  </a:lnTo>
                  <a:lnTo>
                    <a:pt x="2135738" y="249"/>
                  </a:lnTo>
                  <a:lnTo>
                    <a:pt x="2135771" y="237"/>
                  </a:lnTo>
                  <a:lnTo>
                    <a:pt x="2135806" y="224"/>
                  </a:lnTo>
                  <a:lnTo>
                    <a:pt x="2135836" y="217"/>
                  </a:lnTo>
                  <a:lnTo>
                    <a:pt x="2135866" y="211"/>
                  </a:lnTo>
                  <a:lnTo>
                    <a:pt x="2135916" y="202"/>
                  </a:lnTo>
                  <a:lnTo>
                    <a:pt x="2135950" y="195"/>
                  </a:lnTo>
                  <a:lnTo>
                    <a:pt x="2135989" y="191"/>
                  </a:lnTo>
                  <a:lnTo>
                    <a:pt x="2136027" y="189"/>
                  </a:lnTo>
                  <a:lnTo>
                    <a:pt x="2136059" y="187"/>
                  </a:lnTo>
                  <a:lnTo>
                    <a:pt x="2136098" y="191"/>
                  </a:lnTo>
                  <a:lnTo>
                    <a:pt x="2136125" y="194"/>
                  </a:lnTo>
                  <a:lnTo>
                    <a:pt x="2136155" y="200"/>
                  </a:lnTo>
                  <a:lnTo>
                    <a:pt x="2136245" y="224"/>
                  </a:lnTo>
                  <a:lnTo>
                    <a:pt x="2136346" y="247"/>
                  </a:lnTo>
                  <a:lnTo>
                    <a:pt x="2136409" y="262"/>
                  </a:lnTo>
                  <a:lnTo>
                    <a:pt x="2136471" y="280"/>
                  </a:lnTo>
                  <a:lnTo>
                    <a:pt x="2136545" y="296"/>
                  </a:lnTo>
                  <a:lnTo>
                    <a:pt x="2136608" y="311"/>
                  </a:lnTo>
                  <a:lnTo>
                    <a:pt x="2136712" y="335"/>
                  </a:lnTo>
                  <a:lnTo>
                    <a:pt x="2136747" y="344"/>
                  </a:lnTo>
                  <a:lnTo>
                    <a:pt x="2136775" y="353"/>
                  </a:lnTo>
                  <a:lnTo>
                    <a:pt x="2136810" y="364"/>
                  </a:lnTo>
                  <a:lnTo>
                    <a:pt x="2136848" y="377"/>
                  </a:lnTo>
                  <a:lnTo>
                    <a:pt x="2136881" y="390"/>
                  </a:lnTo>
                  <a:lnTo>
                    <a:pt x="2136911" y="403"/>
                  </a:lnTo>
                  <a:lnTo>
                    <a:pt x="2136941" y="419"/>
                  </a:lnTo>
                  <a:lnTo>
                    <a:pt x="2136974" y="445"/>
                  </a:lnTo>
                  <a:lnTo>
                    <a:pt x="2137020" y="471"/>
                  </a:lnTo>
                  <a:lnTo>
                    <a:pt x="2137072" y="507"/>
                  </a:lnTo>
                  <a:lnTo>
                    <a:pt x="2137111" y="533"/>
                  </a:lnTo>
                  <a:lnTo>
                    <a:pt x="2137146" y="559"/>
                  </a:lnTo>
                  <a:lnTo>
                    <a:pt x="2137181" y="589"/>
                  </a:lnTo>
                  <a:lnTo>
                    <a:pt x="2137198" y="603"/>
                  </a:lnTo>
                  <a:lnTo>
                    <a:pt x="2137228" y="629"/>
                  </a:lnTo>
                  <a:lnTo>
                    <a:pt x="2137247" y="649"/>
                  </a:lnTo>
                  <a:lnTo>
                    <a:pt x="2137269" y="675"/>
                  </a:lnTo>
                  <a:lnTo>
                    <a:pt x="2137288" y="697"/>
                  </a:lnTo>
                  <a:lnTo>
                    <a:pt x="2137304" y="713"/>
                  </a:lnTo>
                  <a:lnTo>
                    <a:pt x="2137327" y="733"/>
                  </a:lnTo>
                  <a:lnTo>
                    <a:pt x="2137365" y="767"/>
                  </a:lnTo>
                  <a:lnTo>
                    <a:pt x="2137387" y="785"/>
                  </a:lnTo>
                  <a:lnTo>
                    <a:pt x="2137444" y="835"/>
                  </a:lnTo>
                  <a:lnTo>
                    <a:pt x="2137493" y="879"/>
                  </a:lnTo>
                  <a:lnTo>
                    <a:pt x="2137512" y="892"/>
                  </a:lnTo>
                  <a:lnTo>
                    <a:pt x="2137532" y="908"/>
                  </a:lnTo>
                  <a:lnTo>
                    <a:pt x="2137547" y="920"/>
                  </a:lnTo>
                  <a:lnTo>
                    <a:pt x="2137558" y="937"/>
                  </a:lnTo>
                  <a:lnTo>
                    <a:pt x="2137582" y="979"/>
                  </a:lnTo>
                  <a:lnTo>
                    <a:pt x="2137593" y="1009"/>
                  </a:lnTo>
                  <a:lnTo>
                    <a:pt x="2137601" y="1033"/>
                  </a:lnTo>
                  <a:lnTo>
                    <a:pt x="2137609" y="1057"/>
                  </a:lnTo>
                  <a:lnTo>
                    <a:pt x="2137615" y="1090"/>
                  </a:lnTo>
                  <a:lnTo>
                    <a:pt x="2137623" y="1114"/>
                  </a:lnTo>
                  <a:lnTo>
                    <a:pt x="2137626" y="1134"/>
                  </a:lnTo>
                  <a:lnTo>
                    <a:pt x="2137629" y="1153"/>
                  </a:lnTo>
                  <a:lnTo>
                    <a:pt x="2137626" y="1173"/>
                  </a:lnTo>
                  <a:lnTo>
                    <a:pt x="2137615" y="1199"/>
                  </a:lnTo>
                  <a:lnTo>
                    <a:pt x="2137602" y="1225"/>
                  </a:lnTo>
                  <a:lnTo>
                    <a:pt x="2137591" y="1252"/>
                  </a:lnTo>
                  <a:lnTo>
                    <a:pt x="2137586" y="1273"/>
                  </a:lnTo>
                  <a:lnTo>
                    <a:pt x="2137578" y="1299"/>
                  </a:lnTo>
                  <a:lnTo>
                    <a:pt x="2137578" y="1319"/>
                  </a:lnTo>
                  <a:lnTo>
                    <a:pt x="2137578" y="1328"/>
                  </a:lnTo>
                  <a:lnTo>
                    <a:pt x="2137581" y="1348"/>
                  </a:lnTo>
                  <a:lnTo>
                    <a:pt x="2137584" y="1374"/>
                  </a:lnTo>
                  <a:lnTo>
                    <a:pt x="2137587" y="1387"/>
                  </a:lnTo>
                  <a:lnTo>
                    <a:pt x="2137584" y="1406"/>
                  </a:lnTo>
                  <a:lnTo>
                    <a:pt x="2137578" y="1437"/>
                  </a:lnTo>
                  <a:lnTo>
                    <a:pt x="2137573" y="1470"/>
                  </a:lnTo>
                  <a:lnTo>
                    <a:pt x="2137565" y="1501"/>
                  </a:lnTo>
                  <a:lnTo>
                    <a:pt x="2137562" y="1529"/>
                  </a:lnTo>
                  <a:lnTo>
                    <a:pt x="2137554" y="1551"/>
                  </a:lnTo>
                  <a:lnTo>
                    <a:pt x="2137546" y="1564"/>
                  </a:lnTo>
                  <a:lnTo>
                    <a:pt x="2137533" y="1577"/>
                  </a:lnTo>
                  <a:lnTo>
                    <a:pt x="2137501" y="1605"/>
                  </a:lnTo>
                  <a:lnTo>
                    <a:pt x="2137458" y="1640"/>
                  </a:lnTo>
                  <a:lnTo>
                    <a:pt x="2137384" y="1695"/>
                  </a:lnTo>
                  <a:lnTo>
                    <a:pt x="2137259" y="1790"/>
                  </a:lnTo>
                  <a:lnTo>
                    <a:pt x="2137175" y="1851"/>
                  </a:lnTo>
                  <a:lnTo>
                    <a:pt x="2137121" y="1887"/>
                  </a:lnTo>
                  <a:lnTo>
                    <a:pt x="2137069" y="1930"/>
                  </a:lnTo>
                  <a:lnTo>
                    <a:pt x="2137020" y="1967"/>
                  </a:lnTo>
                  <a:lnTo>
                    <a:pt x="2136974" y="2000"/>
                  </a:lnTo>
                  <a:lnTo>
                    <a:pt x="2136935" y="2028"/>
                  </a:lnTo>
                  <a:lnTo>
                    <a:pt x="2136900" y="2059"/>
                  </a:lnTo>
                  <a:lnTo>
                    <a:pt x="2136879" y="2078"/>
                  </a:lnTo>
                  <a:lnTo>
                    <a:pt x="2136859" y="2094"/>
                  </a:lnTo>
                  <a:lnTo>
                    <a:pt x="2136833" y="2122"/>
                  </a:lnTo>
                  <a:lnTo>
                    <a:pt x="2136803" y="2151"/>
                  </a:lnTo>
                  <a:lnTo>
                    <a:pt x="2136775" y="2176"/>
                  </a:lnTo>
                  <a:lnTo>
                    <a:pt x="2136724" y="2218"/>
                  </a:lnTo>
                  <a:lnTo>
                    <a:pt x="2136686" y="2249"/>
                  </a:lnTo>
                  <a:lnTo>
                    <a:pt x="2136659" y="2270"/>
                  </a:lnTo>
                  <a:lnTo>
                    <a:pt x="2136623" y="2299"/>
                  </a:lnTo>
                  <a:lnTo>
                    <a:pt x="2136601" y="2316"/>
                  </a:lnTo>
                  <a:lnTo>
                    <a:pt x="2136580" y="2332"/>
                  </a:lnTo>
                  <a:lnTo>
                    <a:pt x="2136553" y="2349"/>
                  </a:lnTo>
                  <a:lnTo>
                    <a:pt x="2136534" y="2370"/>
                  </a:lnTo>
                  <a:lnTo>
                    <a:pt x="2136509" y="2393"/>
                  </a:lnTo>
                  <a:lnTo>
                    <a:pt x="2136471" y="2434"/>
                  </a:lnTo>
                  <a:lnTo>
                    <a:pt x="2136439" y="2469"/>
                  </a:lnTo>
                  <a:lnTo>
                    <a:pt x="2136396" y="2524"/>
                  </a:lnTo>
                  <a:lnTo>
                    <a:pt x="2136379" y="2550"/>
                  </a:lnTo>
                  <a:lnTo>
                    <a:pt x="2136360" y="2583"/>
                  </a:lnTo>
                  <a:lnTo>
                    <a:pt x="2136344" y="2613"/>
                  </a:lnTo>
                  <a:lnTo>
                    <a:pt x="2136328" y="2644"/>
                  </a:lnTo>
                  <a:lnTo>
                    <a:pt x="2136317" y="2668"/>
                  </a:lnTo>
                  <a:lnTo>
                    <a:pt x="2136312" y="2689"/>
                  </a:lnTo>
                  <a:lnTo>
                    <a:pt x="2136303" y="2722"/>
                  </a:lnTo>
                  <a:lnTo>
                    <a:pt x="2136310" y="2757"/>
                  </a:lnTo>
                  <a:lnTo>
                    <a:pt x="2136312" y="2779"/>
                  </a:lnTo>
                  <a:lnTo>
                    <a:pt x="2136315" y="2801"/>
                  </a:lnTo>
                  <a:lnTo>
                    <a:pt x="2136326" y="2831"/>
                  </a:lnTo>
                  <a:lnTo>
                    <a:pt x="2136337" y="2858"/>
                  </a:lnTo>
                  <a:lnTo>
                    <a:pt x="2136351" y="2882"/>
                  </a:lnTo>
                  <a:lnTo>
                    <a:pt x="2136364" y="2902"/>
                  </a:lnTo>
                  <a:lnTo>
                    <a:pt x="2136386" y="2921"/>
                  </a:lnTo>
                  <a:lnTo>
                    <a:pt x="2136402" y="2939"/>
                  </a:lnTo>
                  <a:lnTo>
                    <a:pt x="2136414" y="2951"/>
                  </a:lnTo>
                  <a:lnTo>
                    <a:pt x="2136424" y="2961"/>
                  </a:lnTo>
                  <a:lnTo>
                    <a:pt x="2136449" y="2978"/>
                  </a:lnTo>
                  <a:lnTo>
                    <a:pt x="2136468" y="2994"/>
                  </a:lnTo>
                  <a:lnTo>
                    <a:pt x="2136498" y="3012"/>
                  </a:lnTo>
                  <a:lnTo>
                    <a:pt x="2136520" y="3023"/>
                  </a:lnTo>
                  <a:lnTo>
                    <a:pt x="2136550" y="3042"/>
                  </a:lnTo>
                  <a:lnTo>
                    <a:pt x="2136588" y="3060"/>
                  </a:lnTo>
                  <a:lnTo>
                    <a:pt x="2136629" y="3077"/>
                  </a:lnTo>
                  <a:lnTo>
                    <a:pt x="2136670" y="3093"/>
                  </a:lnTo>
                  <a:lnTo>
                    <a:pt x="2136700" y="3104"/>
                  </a:lnTo>
                  <a:lnTo>
                    <a:pt x="2136732" y="3113"/>
                  </a:lnTo>
                  <a:lnTo>
                    <a:pt x="2136768" y="3121"/>
                  </a:lnTo>
                  <a:lnTo>
                    <a:pt x="2136811" y="3130"/>
                  </a:lnTo>
                  <a:lnTo>
                    <a:pt x="2136850" y="3139"/>
                  </a:lnTo>
                  <a:lnTo>
                    <a:pt x="2136874" y="3143"/>
                  </a:lnTo>
                  <a:lnTo>
                    <a:pt x="2136921" y="3150"/>
                  </a:lnTo>
                  <a:lnTo>
                    <a:pt x="2136956" y="3154"/>
                  </a:lnTo>
                  <a:lnTo>
                    <a:pt x="2137022" y="3154"/>
                  </a:lnTo>
                  <a:lnTo>
                    <a:pt x="2137087" y="3153"/>
                  </a:lnTo>
                  <a:lnTo>
                    <a:pt x="2137162" y="3151"/>
                  </a:lnTo>
                  <a:lnTo>
                    <a:pt x="2137209" y="3148"/>
                  </a:lnTo>
                  <a:lnTo>
                    <a:pt x="2137253" y="3142"/>
                  </a:lnTo>
                  <a:lnTo>
                    <a:pt x="2137304" y="3135"/>
                  </a:lnTo>
                  <a:lnTo>
                    <a:pt x="2137345" y="3127"/>
                  </a:lnTo>
                  <a:lnTo>
                    <a:pt x="2137391" y="3119"/>
                  </a:lnTo>
                  <a:lnTo>
                    <a:pt x="2137438" y="3110"/>
                  </a:lnTo>
                  <a:lnTo>
                    <a:pt x="2137476" y="3103"/>
                  </a:lnTo>
                  <a:lnTo>
                    <a:pt x="2137511" y="3095"/>
                  </a:lnTo>
                  <a:lnTo>
                    <a:pt x="2137526" y="3089"/>
                  </a:lnTo>
                  <a:lnTo>
                    <a:pt x="2137538" y="3083"/>
                  </a:lnTo>
                  <a:lnTo>
                    <a:pt x="2137557" y="3078"/>
                  </a:lnTo>
                  <a:lnTo>
                    <a:pt x="2137589" y="3066"/>
                  </a:lnTo>
                  <a:lnTo>
                    <a:pt x="2137619" y="3051"/>
                  </a:lnTo>
                  <a:lnTo>
                    <a:pt x="2137654" y="3033"/>
                  </a:lnTo>
                  <a:lnTo>
                    <a:pt x="2137698" y="3009"/>
                  </a:lnTo>
                  <a:lnTo>
                    <a:pt x="2137738" y="2983"/>
                  </a:lnTo>
                  <a:lnTo>
                    <a:pt x="2137777" y="2963"/>
                  </a:lnTo>
                  <a:lnTo>
                    <a:pt x="2137795" y="2950"/>
                  </a:lnTo>
                  <a:lnTo>
                    <a:pt x="2137823" y="2931"/>
                  </a:lnTo>
                  <a:lnTo>
                    <a:pt x="2137869" y="2904"/>
                  </a:lnTo>
                  <a:lnTo>
                    <a:pt x="2137918" y="2872"/>
                  </a:lnTo>
                  <a:lnTo>
                    <a:pt x="2137964" y="2846"/>
                  </a:lnTo>
                  <a:lnTo>
                    <a:pt x="2138007" y="2813"/>
                  </a:lnTo>
                  <a:lnTo>
                    <a:pt x="2138048" y="2781"/>
                  </a:lnTo>
                  <a:lnTo>
                    <a:pt x="2138070" y="2761"/>
                  </a:lnTo>
                  <a:lnTo>
                    <a:pt x="2138092" y="2739"/>
                  </a:lnTo>
                  <a:lnTo>
                    <a:pt x="2138108" y="2722"/>
                  </a:lnTo>
                  <a:lnTo>
                    <a:pt x="2138132" y="2698"/>
                  </a:lnTo>
                  <a:lnTo>
                    <a:pt x="2138165" y="2663"/>
                  </a:lnTo>
                  <a:lnTo>
                    <a:pt x="2138187" y="2637"/>
                  </a:lnTo>
                  <a:lnTo>
                    <a:pt x="2138209" y="2610"/>
                  </a:lnTo>
                  <a:lnTo>
                    <a:pt x="2138241" y="2565"/>
                  </a:lnTo>
                  <a:lnTo>
                    <a:pt x="2138271" y="2523"/>
                  </a:lnTo>
                  <a:lnTo>
                    <a:pt x="2138298" y="2479"/>
                  </a:lnTo>
                  <a:lnTo>
                    <a:pt x="2138314" y="2449"/>
                  </a:lnTo>
                  <a:lnTo>
                    <a:pt x="2138336" y="2403"/>
                  </a:lnTo>
                  <a:lnTo>
                    <a:pt x="2138366" y="2343"/>
                  </a:lnTo>
                  <a:lnTo>
                    <a:pt x="2138385" y="2305"/>
                  </a:lnTo>
                  <a:lnTo>
                    <a:pt x="2138401" y="2279"/>
                  </a:lnTo>
                  <a:lnTo>
                    <a:pt x="2138426" y="2233"/>
                  </a:lnTo>
                  <a:lnTo>
                    <a:pt x="2138447" y="2183"/>
                  </a:lnTo>
                  <a:lnTo>
                    <a:pt x="2138461" y="2144"/>
                  </a:lnTo>
                  <a:lnTo>
                    <a:pt x="2138483" y="2091"/>
                  </a:lnTo>
                  <a:lnTo>
                    <a:pt x="2138493" y="2054"/>
                  </a:lnTo>
                  <a:lnTo>
                    <a:pt x="2138507" y="2017"/>
                  </a:lnTo>
                  <a:lnTo>
                    <a:pt x="2138520" y="1970"/>
                  </a:lnTo>
                  <a:lnTo>
                    <a:pt x="2138542" y="1921"/>
                  </a:lnTo>
                  <a:lnTo>
                    <a:pt x="2138555" y="1893"/>
                  </a:lnTo>
                  <a:lnTo>
                    <a:pt x="2138571" y="1873"/>
                  </a:lnTo>
                  <a:lnTo>
                    <a:pt x="2138588" y="1852"/>
                  </a:lnTo>
                  <a:lnTo>
                    <a:pt x="2138610" y="1832"/>
                  </a:lnTo>
                  <a:lnTo>
                    <a:pt x="2138620" y="1819"/>
                  </a:lnTo>
                  <a:lnTo>
                    <a:pt x="2138629" y="1808"/>
                  </a:lnTo>
                  <a:lnTo>
                    <a:pt x="2138639" y="1784"/>
                  </a:lnTo>
                  <a:lnTo>
                    <a:pt x="2138659" y="1753"/>
                  </a:lnTo>
                  <a:lnTo>
                    <a:pt x="2138669" y="1727"/>
                  </a:lnTo>
                  <a:lnTo>
                    <a:pt x="2138680" y="1701"/>
                  </a:lnTo>
                  <a:lnTo>
                    <a:pt x="2138699" y="1644"/>
                  </a:lnTo>
                  <a:lnTo>
                    <a:pt x="2138710" y="1594"/>
                  </a:lnTo>
                  <a:lnTo>
                    <a:pt x="2138715" y="1557"/>
                  </a:lnTo>
                  <a:lnTo>
                    <a:pt x="2138718" y="1498"/>
                  </a:lnTo>
                  <a:lnTo>
                    <a:pt x="2138720" y="1474"/>
                  </a:lnTo>
                  <a:lnTo>
                    <a:pt x="2138720" y="1419"/>
                  </a:lnTo>
                  <a:lnTo>
                    <a:pt x="2138720" y="1386"/>
                  </a:lnTo>
                  <a:lnTo>
                    <a:pt x="2138722" y="1356"/>
                  </a:lnTo>
                  <a:lnTo>
                    <a:pt x="2138726" y="1316"/>
                  </a:lnTo>
                  <a:lnTo>
                    <a:pt x="2138728" y="1264"/>
                  </a:lnTo>
                  <a:lnTo>
                    <a:pt x="2138730" y="1225"/>
                  </a:lnTo>
                  <a:lnTo>
                    <a:pt x="2138731" y="1203"/>
                  </a:lnTo>
                  <a:lnTo>
                    <a:pt x="2138736" y="1171"/>
                  </a:lnTo>
                  <a:lnTo>
                    <a:pt x="2138736" y="1142"/>
                  </a:lnTo>
                  <a:lnTo>
                    <a:pt x="2138738" y="1100"/>
                  </a:lnTo>
                  <a:lnTo>
                    <a:pt x="2138738" y="1061"/>
                  </a:lnTo>
                  <a:lnTo>
                    <a:pt x="2138741" y="1024"/>
                  </a:lnTo>
                  <a:lnTo>
                    <a:pt x="2138741" y="989"/>
                  </a:lnTo>
                  <a:lnTo>
                    <a:pt x="2138741" y="959"/>
                  </a:lnTo>
                  <a:lnTo>
                    <a:pt x="2138740" y="934"/>
                  </a:lnTo>
                  <a:lnTo>
                    <a:pt x="2138746" y="901"/>
                  </a:lnTo>
                  <a:lnTo>
                    <a:pt x="2138746" y="886"/>
                  </a:lnTo>
                  <a:lnTo>
                    <a:pt x="2138754" y="843"/>
                  </a:lnTo>
                  <a:lnTo>
                    <a:pt x="2138759" y="819"/>
                  </a:lnTo>
                  <a:lnTo>
                    <a:pt x="2138770" y="793"/>
                  </a:lnTo>
                  <a:lnTo>
                    <a:pt x="2138776" y="780"/>
                  </a:lnTo>
                  <a:lnTo>
                    <a:pt x="2138784" y="766"/>
                  </a:lnTo>
                  <a:lnTo>
                    <a:pt x="2138803" y="738"/>
                  </a:lnTo>
                  <a:lnTo>
                    <a:pt x="2138822" y="716"/>
                  </a:lnTo>
                  <a:lnTo>
                    <a:pt x="2138828" y="704"/>
                  </a:lnTo>
                  <a:lnTo>
                    <a:pt x="2138852" y="686"/>
                  </a:lnTo>
                  <a:lnTo>
                    <a:pt x="2138876" y="664"/>
                  </a:lnTo>
                  <a:lnTo>
                    <a:pt x="2138906" y="647"/>
                  </a:lnTo>
                  <a:lnTo>
                    <a:pt x="2138939" y="627"/>
                  </a:lnTo>
                  <a:lnTo>
                    <a:pt x="2138966" y="610"/>
                  </a:lnTo>
                  <a:lnTo>
                    <a:pt x="2138999" y="594"/>
                  </a:lnTo>
                  <a:lnTo>
                    <a:pt x="2139042" y="570"/>
                  </a:lnTo>
                  <a:lnTo>
                    <a:pt x="2139072" y="557"/>
                  </a:lnTo>
                  <a:lnTo>
                    <a:pt x="2139108" y="544"/>
                  </a:lnTo>
                  <a:lnTo>
                    <a:pt x="2139135" y="533"/>
                  </a:lnTo>
                  <a:lnTo>
                    <a:pt x="2139176" y="525"/>
                  </a:lnTo>
                  <a:lnTo>
                    <a:pt x="2139225" y="522"/>
                  </a:lnTo>
                  <a:lnTo>
                    <a:pt x="2139260" y="520"/>
                  </a:lnTo>
                  <a:lnTo>
                    <a:pt x="2139320" y="516"/>
                  </a:lnTo>
                  <a:lnTo>
                    <a:pt x="2139421" y="516"/>
                  </a:lnTo>
                  <a:lnTo>
                    <a:pt x="2139522" y="518"/>
                  </a:lnTo>
                  <a:lnTo>
                    <a:pt x="2139580" y="520"/>
                  </a:lnTo>
                  <a:lnTo>
                    <a:pt x="2139626" y="521"/>
                  </a:lnTo>
                  <a:lnTo>
                    <a:pt x="2139651" y="523"/>
                  </a:lnTo>
                  <a:lnTo>
                    <a:pt x="2139694" y="530"/>
                  </a:lnTo>
                  <a:lnTo>
                    <a:pt x="2139752" y="542"/>
                  </a:lnTo>
                  <a:lnTo>
                    <a:pt x="2139798" y="549"/>
                  </a:lnTo>
                  <a:lnTo>
                    <a:pt x="2139833" y="556"/>
                  </a:lnTo>
                </a:path>
              </a:pathLst>
            </a:custGeom>
            <a:ln w="758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9382540" y="2025314"/>
              <a:ext cx="6130" cy="1636"/>
            </a:xfrm>
            <a:custGeom>
              <a:avLst/>
              <a:pathLst>
                <a:path w="6130" h="1636">
                  <a:moveTo>
                    <a:pt x="0" y="1636"/>
                  </a:moveTo>
                  <a:lnTo>
                    <a:pt x="1214" y="1451"/>
                  </a:lnTo>
                  <a:lnTo>
                    <a:pt x="2289" y="1101"/>
                  </a:lnTo>
                  <a:lnTo>
                    <a:pt x="3819" y="667"/>
                  </a:lnTo>
                  <a:lnTo>
                    <a:pt x="4974" y="350"/>
                  </a:lnTo>
                  <a:lnTo>
                    <a:pt x="613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9370665" y="2028401"/>
              <a:ext cx="5973" cy="502"/>
            </a:xfrm>
            <a:custGeom>
              <a:avLst/>
              <a:pathLst>
                <a:path w="5973" h="502">
                  <a:moveTo>
                    <a:pt x="0" y="502"/>
                  </a:moveTo>
                  <a:lnTo>
                    <a:pt x="863" y="486"/>
                  </a:lnTo>
                  <a:lnTo>
                    <a:pt x="1500" y="453"/>
                  </a:lnTo>
                  <a:lnTo>
                    <a:pt x="2148" y="442"/>
                  </a:lnTo>
                  <a:lnTo>
                    <a:pt x="2965" y="317"/>
                  </a:lnTo>
                  <a:lnTo>
                    <a:pt x="4020" y="210"/>
                  </a:lnTo>
                  <a:lnTo>
                    <a:pt x="5055" y="170"/>
                  </a:lnTo>
                  <a:lnTo>
                    <a:pt x="597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9355643" y="2030207"/>
              <a:ext cx="5334" cy="2499"/>
            </a:xfrm>
            <a:custGeom>
              <a:avLst/>
              <a:pathLst>
                <a:path w="5334" h="2499">
                  <a:moveTo>
                    <a:pt x="0" y="2499"/>
                  </a:moveTo>
                  <a:lnTo>
                    <a:pt x="637" y="2041"/>
                  </a:lnTo>
                  <a:lnTo>
                    <a:pt x="1346" y="1682"/>
                  </a:lnTo>
                  <a:lnTo>
                    <a:pt x="2087" y="1299"/>
                  </a:lnTo>
                  <a:lnTo>
                    <a:pt x="2682" y="931"/>
                  </a:lnTo>
                  <a:lnTo>
                    <a:pt x="3358" y="628"/>
                  </a:lnTo>
                  <a:lnTo>
                    <a:pt x="4069" y="414"/>
                  </a:lnTo>
                  <a:lnTo>
                    <a:pt x="4736" y="234"/>
                  </a:lnTo>
                  <a:lnTo>
                    <a:pt x="5334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9346165" y="2034732"/>
              <a:ext cx="5262" cy="2252"/>
            </a:xfrm>
            <a:custGeom>
              <a:avLst/>
              <a:pathLst>
                <a:path w="5262" h="2252">
                  <a:moveTo>
                    <a:pt x="0" y="2252"/>
                  </a:moveTo>
                  <a:lnTo>
                    <a:pt x="814" y="2112"/>
                  </a:lnTo>
                  <a:lnTo>
                    <a:pt x="1414" y="2020"/>
                  </a:lnTo>
                  <a:lnTo>
                    <a:pt x="2339" y="1766"/>
                  </a:lnTo>
                  <a:lnTo>
                    <a:pt x="3351" y="1343"/>
                  </a:lnTo>
                  <a:lnTo>
                    <a:pt x="4215" y="857"/>
                  </a:lnTo>
                  <a:lnTo>
                    <a:pt x="4940" y="318"/>
                  </a:lnTo>
                  <a:lnTo>
                    <a:pt x="5262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9336913" y="2037646"/>
              <a:ext cx="3796" cy="746"/>
            </a:xfrm>
            <a:custGeom>
              <a:avLst/>
              <a:pathLst>
                <a:path w="3796" h="746">
                  <a:moveTo>
                    <a:pt x="0" y="746"/>
                  </a:moveTo>
                  <a:lnTo>
                    <a:pt x="451" y="635"/>
                  </a:lnTo>
                  <a:lnTo>
                    <a:pt x="867" y="502"/>
                  </a:lnTo>
                  <a:lnTo>
                    <a:pt x="1206" y="416"/>
                  </a:lnTo>
                  <a:lnTo>
                    <a:pt x="1533" y="319"/>
                  </a:lnTo>
                  <a:lnTo>
                    <a:pt x="1700" y="226"/>
                  </a:lnTo>
                  <a:lnTo>
                    <a:pt x="2073" y="151"/>
                  </a:lnTo>
                  <a:lnTo>
                    <a:pt x="2719" y="79"/>
                  </a:lnTo>
                  <a:lnTo>
                    <a:pt x="3273" y="0"/>
                  </a:lnTo>
                  <a:lnTo>
                    <a:pt x="3796" y="5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9376876" y="2334823"/>
              <a:ext cx="12048" cy="53548"/>
            </a:xfrm>
            <a:custGeom>
              <a:avLst/>
              <a:pathLst>
                <a:path w="12048" h="53548">
                  <a:moveTo>
                    <a:pt x="0" y="53548"/>
                  </a:moveTo>
                  <a:lnTo>
                    <a:pt x="1204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9319963" y="2474197"/>
              <a:ext cx="31504" cy="42227"/>
            </a:xfrm>
            <a:custGeom>
              <a:avLst/>
              <a:pathLst>
                <a:path w="31504" h="42227">
                  <a:moveTo>
                    <a:pt x="0" y="42227"/>
                  </a:moveTo>
                  <a:lnTo>
                    <a:pt x="31504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9131742" y="2518751"/>
              <a:ext cx="4223" cy="539"/>
            </a:xfrm>
            <a:custGeom>
              <a:avLst/>
              <a:pathLst>
                <a:path w="4223" h="539">
                  <a:moveTo>
                    <a:pt x="0" y="539"/>
                  </a:moveTo>
                  <a:lnTo>
                    <a:pt x="436" y="419"/>
                  </a:lnTo>
                  <a:lnTo>
                    <a:pt x="736" y="202"/>
                  </a:lnTo>
                  <a:lnTo>
                    <a:pt x="1037" y="141"/>
                  </a:lnTo>
                  <a:lnTo>
                    <a:pt x="1265" y="14"/>
                  </a:lnTo>
                  <a:lnTo>
                    <a:pt x="1473" y="0"/>
                  </a:lnTo>
                  <a:lnTo>
                    <a:pt x="1818" y="4"/>
                  </a:lnTo>
                  <a:lnTo>
                    <a:pt x="2236" y="52"/>
                  </a:lnTo>
                  <a:lnTo>
                    <a:pt x="2592" y="68"/>
                  </a:lnTo>
                  <a:lnTo>
                    <a:pt x="2895" y="107"/>
                  </a:lnTo>
                  <a:lnTo>
                    <a:pt x="3532" y="141"/>
                  </a:lnTo>
                  <a:lnTo>
                    <a:pt x="3877" y="134"/>
                  </a:lnTo>
                  <a:lnTo>
                    <a:pt x="4223" y="217"/>
                  </a:lnTo>
                  <a:lnTo>
                    <a:pt x="4223" y="20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9129206" y="2520943"/>
              <a:ext cx="667" cy="530"/>
            </a:xfrm>
            <a:custGeom>
              <a:avLst/>
              <a:pathLst>
                <a:path w="667" h="530">
                  <a:moveTo>
                    <a:pt x="587" y="509"/>
                  </a:moveTo>
                  <a:lnTo>
                    <a:pt x="667" y="329"/>
                  </a:lnTo>
                  <a:lnTo>
                    <a:pt x="581" y="153"/>
                  </a:lnTo>
                  <a:lnTo>
                    <a:pt x="433" y="0"/>
                  </a:lnTo>
                  <a:lnTo>
                    <a:pt x="245" y="3"/>
                  </a:lnTo>
                  <a:lnTo>
                    <a:pt x="111" y="72"/>
                  </a:lnTo>
                  <a:lnTo>
                    <a:pt x="0" y="308"/>
                  </a:lnTo>
                  <a:lnTo>
                    <a:pt x="54" y="441"/>
                  </a:lnTo>
                  <a:lnTo>
                    <a:pt x="118" y="518"/>
                  </a:lnTo>
                  <a:lnTo>
                    <a:pt x="136" y="53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9131880" y="2521414"/>
              <a:ext cx="379" cy="226"/>
            </a:xfrm>
            <a:custGeom>
              <a:avLst/>
              <a:pathLst>
                <a:path w="379" h="226">
                  <a:moveTo>
                    <a:pt x="0" y="0"/>
                  </a:moveTo>
                  <a:lnTo>
                    <a:pt x="105" y="42"/>
                  </a:lnTo>
                  <a:lnTo>
                    <a:pt x="251" y="62"/>
                  </a:lnTo>
                  <a:lnTo>
                    <a:pt x="368" y="193"/>
                  </a:lnTo>
                  <a:lnTo>
                    <a:pt x="379" y="22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9132955" y="2521201"/>
              <a:ext cx="407" cy="488"/>
            </a:xfrm>
            <a:custGeom>
              <a:avLst/>
              <a:pathLst>
                <a:path w="407" h="488">
                  <a:moveTo>
                    <a:pt x="407" y="207"/>
                  </a:moveTo>
                  <a:lnTo>
                    <a:pt x="343" y="97"/>
                  </a:lnTo>
                  <a:lnTo>
                    <a:pt x="195" y="0"/>
                  </a:lnTo>
                  <a:lnTo>
                    <a:pt x="40" y="80"/>
                  </a:lnTo>
                  <a:lnTo>
                    <a:pt x="0" y="170"/>
                  </a:lnTo>
                  <a:lnTo>
                    <a:pt x="1" y="281"/>
                  </a:lnTo>
                  <a:lnTo>
                    <a:pt x="96" y="335"/>
                  </a:lnTo>
                  <a:lnTo>
                    <a:pt x="191" y="434"/>
                  </a:lnTo>
                  <a:lnTo>
                    <a:pt x="217" y="48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9131759" y="2521573"/>
              <a:ext cx="305" cy="316"/>
            </a:xfrm>
            <a:custGeom>
              <a:avLst/>
              <a:pathLst>
                <a:path w="305" h="316">
                  <a:moveTo>
                    <a:pt x="305" y="316"/>
                  </a:moveTo>
                  <a:lnTo>
                    <a:pt x="127" y="241"/>
                  </a:lnTo>
                  <a:lnTo>
                    <a:pt x="54" y="198"/>
                  </a:lnTo>
                  <a:lnTo>
                    <a:pt x="0" y="65"/>
                  </a:lnTo>
                  <a:lnTo>
                    <a:pt x="1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9129019" y="2521593"/>
              <a:ext cx="218" cy="482"/>
            </a:xfrm>
            <a:custGeom>
              <a:avLst/>
              <a:pathLst>
                <a:path w="218" h="482">
                  <a:moveTo>
                    <a:pt x="218" y="0"/>
                  </a:moveTo>
                  <a:lnTo>
                    <a:pt x="49" y="151"/>
                  </a:lnTo>
                  <a:lnTo>
                    <a:pt x="0" y="341"/>
                  </a:lnTo>
                  <a:lnTo>
                    <a:pt x="84" y="362"/>
                  </a:lnTo>
                  <a:lnTo>
                    <a:pt x="137" y="472"/>
                  </a:lnTo>
                  <a:lnTo>
                    <a:pt x="200" y="482"/>
                  </a:lnTo>
                  <a:lnTo>
                    <a:pt x="210" y="47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9133102" y="2521879"/>
              <a:ext cx="356" cy="466"/>
            </a:xfrm>
            <a:custGeom>
              <a:avLst/>
              <a:pathLst>
                <a:path w="356" h="466">
                  <a:moveTo>
                    <a:pt x="132" y="0"/>
                  </a:moveTo>
                  <a:lnTo>
                    <a:pt x="39" y="101"/>
                  </a:lnTo>
                  <a:lnTo>
                    <a:pt x="0" y="191"/>
                  </a:lnTo>
                  <a:lnTo>
                    <a:pt x="12" y="313"/>
                  </a:lnTo>
                  <a:lnTo>
                    <a:pt x="33" y="391"/>
                  </a:lnTo>
                  <a:lnTo>
                    <a:pt x="128" y="456"/>
                  </a:lnTo>
                  <a:lnTo>
                    <a:pt x="170" y="466"/>
                  </a:lnTo>
                  <a:lnTo>
                    <a:pt x="315" y="386"/>
                  </a:lnTo>
                  <a:lnTo>
                    <a:pt x="356" y="307"/>
                  </a:lnTo>
                  <a:lnTo>
                    <a:pt x="333" y="207"/>
                  </a:lnTo>
                  <a:lnTo>
                    <a:pt x="333" y="18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9129457" y="2522002"/>
              <a:ext cx="823" cy="622"/>
            </a:xfrm>
            <a:custGeom>
              <a:avLst/>
              <a:pathLst>
                <a:path w="823" h="622">
                  <a:moveTo>
                    <a:pt x="165" y="0"/>
                  </a:moveTo>
                  <a:lnTo>
                    <a:pt x="374" y="77"/>
                  </a:lnTo>
                  <a:lnTo>
                    <a:pt x="614" y="222"/>
                  </a:lnTo>
                  <a:lnTo>
                    <a:pt x="771" y="322"/>
                  </a:lnTo>
                  <a:lnTo>
                    <a:pt x="823" y="500"/>
                  </a:lnTo>
                  <a:lnTo>
                    <a:pt x="771" y="622"/>
                  </a:lnTo>
                  <a:lnTo>
                    <a:pt x="563" y="589"/>
                  </a:lnTo>
                  <a:lnTo>
                    <a:pt x="302" y="579"/>
                  </a:lnTo>
                  <a:lnTo>
                    <a:pt x="10" y="512"/>
                  </a:lnTo>
                  <a:lnTo>
                    <a:pt x="0" y="390"/>
                  </a:lnTo>
                  <a:lnTo>
                    <a:pt x="62" y="334"/>
                  </a:lnTo>
                  <a:lnTo>
                    <a:pt x="156" y="300"/>
                  </a:lnTo>
                  <a:lnTo>
                    <a:pt x="260" y="289"/>
                  </a:lnTo>
                  <a:lnTo>
                    <a:pt x="207" y="167"/>
                  </a:lnTo>
                  <a:lnTo>
                    <a:pt x="155" y="55"/>
                  </a:lnTo>
                  <a:lnTo>
                    <a:pt x="16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9128846" y="2522183"/>
              <a:ext cx="1000" cy="609"/>
            </a:xfrm>
            <a:custGeom>
              <a:avLst/>
              <a:pathLst>
                <a:path w="1000" h="609">
                  <a:moveTo>
                    <a:pt x="0" y="0"/>
                  </a:moveTo>
                  <a:lnTo>
                    <a:pt x="23" y="133"/>
                  </a:lnTo>
                  <a:lnTo>
                    <a:pt x="79" y="388"/>
                  </a:lnTo>
                  <a:lnTo>
                    <a:pt x="258" y="473"/>
                  </a:lnTo>
                  <a:lnTo>
                    <a:pt x="416" y="560"/>
                  </a:lnTo>
                  <a:lnTo>
                    <a:pt x="604" y="589"/>
                  </a:lnTo>
                  <a:lnTo>
                    <a:pt x="761" y="609"/>
                  </a:lnTo>
                  <a:lnTo>
                    <a:pt x="980" y="582"/>
                  </a:lnTo>
                  <a:lnTo>
                    <a:pt x="1000" y="56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9130748" y="2519325"/>
              <a:ext cx="7547" cy="8918"/>
            </a:xfrm>
            <a:custGeom>
              <a:avLst/>
              <a:pathLst>
                <a:path w="7547" h="8918">
                  <a:moveTo>
                    <a:pt x="939" y="8718"/>
                  </a:moveTo>
                  <a:lnTo>
                    <a:pt x="1061" y="8788"/>
                  </a:lnTo>
                  <a:lnTo>
                    <a:pt x="1123" y="8830"/>
                  </a:lnTo>
                  <a:lnTo>
                    <a:pt x="1249" y="8838"/>
                  </a:lnTo>
                  <a:lnTo>
                    <a:pt x="1383" y="8789"/>
                  </a:lnTo>
                  <a:lnTo>
                    <a:pt x="1551" y="8817"/>
                  </a:lnTo>
                  <a:lnTo>
                    <a:pt x="1677" y="8858"/>
                  </a:lnTo>
                  <a:lnTo>
                    <a:pt x="1970" y="8893"/>
                  </a:lnTo>
                  <a:lnTo>
                    <a:pt x="2253" y="8918"/>
                  </a:lnTo>
                  <a:lnTo>
                    <a:pt x="2492" y="8888"/>
                  </a:lnTo>
                  <a:lnTo>
                    <a:pt x="2731" y="8814"/>
                  </a:lnTo>
                  <a:lnTo>
                    <a:pt x="2979" y="8729"/>
                  </a:lnTo>
                  <a:lnTo>
                    <a:pt x="3279" y="8630"/>
                  </a:lnTo>
                  <a:lnTo>
                    <a:pt x="3477" y="8613"/>
                  </a:lnTo>
                  <a:lnTo>
                    <a:pt x="3726" y="8561"/>
                  </a:lnTo>
                  <a:lnTo>
                    <a:pt x="3892" y="8523"/>
                  </a:lnTo>
                  <a:lnTo>
                    <a:pt x="4048" y="8496"/>
                  </a:lnTo>
                  <a:lnTo>
                    <a:pt x="4266" y="8422"/>
                  </a:lnTo>
                  <a:lnTo>
                    <a:pt x="4575" y="8290"/>
                  </a:lnTo>
                  <a:lnTo>
                    <a:pt x="4843" y="8160"/>
                  </a:lnTo>
                  <a:lnTo>
                    <a:pt x="5133" y="8051"/>
                  </a:lnTo>
                  <a:lnTo>
                    <a:pt x="5400" y="7865"/>
                  </a:lnTo>
                  <a:lnTo>
                    <a:pt x="5633" y="7613"/>
                  </a:lnTo>
                  <a:lnTo>
                    <a:pt x="5704" y="7522"/>
                  </a:lnTo>
                  <a:lnTo>
                    <a:pt x="5853" y="7250"/>
                  </a:lnTo>
                  <a:lnTo>
                    <a:pt x="5966" y="7180"/>
                  </a:lnTo>
                  <a:lnTo>
                    <a:pt x="6201" y="7006"/>
                  </a:lnTo>
                  <a:lnTo>
                    <a:pt x="6446" y="6753"/>
                  </a:lnTo>
                  <a:lnTo>
                    <a:pt x="6648" y="6514"/>
                  </a:lnTo>
                  <a:lnTo>
                    <a:pt x="6828" y="6197"/>
                  </a:lnTo>
                  <a:lnTo>
                    <a:pt x="6985" y="5813"/>
                  </a:lnTo>
                  <a:lnTo>
                    <a:pt x="7045" y="5700"/>
                  </a:lnTo>
                  <a:lnTo>
                    <a:pt x="7103" y="5532"/>
                  </a:lnTo>
                  <a:lnTo>
                    <a:pt x="7202" y="5328"/>
                  </a:lnTo>
                  <a:lnTo>
                    <a:pt x="7288" y="5025"/>
                  </a:lnTo>
                  <a:lnTo>
                    <a:pt x="7395" y="4733"/>
                  </a:lnTo>
                  <a:lnTo>
                    <a:pt x="7451" y="4464"/>
                  </a:lnTo>
                  <a:lnTo>
                    <a:pt x="7486" y="4218"/>
                  </a:lnTo>
                  <a:lnTo>
                    <a:pt x="7513" y="4028"/>
                  </a:lnTo>
                  <a:lnTo>
                    <a:pt x="7547" y="3749"/>
                  </a:lnTo>
                  <a:lnTo>
                    <a:pt x="7547" y="3370"/>
                  </a:lnTo>
                  <a:lnTo>
                    <a:pt x="7491" y="2815"/>
                  </a:lnTo>
                  <a:lnTo>
                    <a:pt x="7484" y="2537"/>
                  </a:lnTo>
                  <a:lnTo>
                    <a:pt x="7477" y="2270"/>
                  </a:lnTo>
                  <a:lnTo>
                    <a:pt x="7430" y="2071"/>
                  </a:lnTo>
                  <a:lnTo>
                    <a:pt x="7349" y="1773"/>
                  </a:lnTo>
                  <a:lnTo>
                    <a:pt x="7193" y="1411"/>
                  </a:lnTo>
                  <a:lnTo>
                    <a:pt x="7024" y="959"/>
                  </a:lnTo>
                  <a:lnTo>
                    <a:pt x="6832" y="398"/>
                  </a:lnTo>
                  <a:lnTo>
                    <a:pt x="6551" y="83"/>
                  </a:lnTo>
                  <a:lnTo>
                    <a:pt x="6372" y="0"/>
                  </a:lnTo>
                  <a:lnTo>
                    <a:pt x="6288" y="13"/>
                  </a:lnTo>
                  <a:lnTo>
                    <a:pt x="6144" y="84"/>
                  </a:lnTo>
                  <a:lnTo>
                    <a:pt x="5915" y="136"/>
                  </a:lnTo>
                  <a:lnTo>
                    <a:pt x="5855" y="238"/>
                  </a:lnTo>
                  <a:lnTo>
                    <a:pt x="5896" y="570"/>
                  </a:lnTo>
                  <a:lnTo>
                    <a:pt x="6003" y="667"/>
                  </a:lnTo>
                  <a:lnTo>
                    <a:pt x="6267" y="1160"/>
                  </a:lnTo>
                  <a:lnTo>
                    <a:pt x="6355" y="1358"/>
                  </a:lnTo>
                  <a:lnTo>
                    <a:pt x="6447" y="1667"/>
                  </a:lnTo>
                  <a:lnTo>
                    <a:pt x="6527" y="1909"/>
                  </a:lnTo>
                  <a:lnTo>
                    <a:pt x="6609" y="2274"/>
                  </a:lnTo>
                  <a:lnTo>
                    <a:pt x="6637" y="2540"/>
                  </a:lnTo>
                  <a:lnTo>
                    <a:pt x="6663" y="2729"/>
                  </a:lnTo>
                  <a:lnTo>
                    <a:pt x="6745" y="3071"/>
                  </a:lnTo>
                  <a:lnTo>
                    <a:pt x="6748" y="3171"/>
                  </a:lnTo>
                  <a:lnTo>
                    <a:pt x="6731" y="3317"/>
                  </a:lnTo>
                  <a:lnTo>
                    <a:pt x="6722" y="3740"/>
                  </a:lnTo>
                  <a:lnTo>
                    <a:pt x="6719" y="4052"/>
                  </a:lnTo>
                  <a:lnTo>
                    <a:pt x="6705" y="4297"/>
                  </a:lnTo>
                  <a:lnTo>
                    <a:pt x="6627" y="4533"/>
                  </a:lnTo>
                  <a:lnTo>
                    <a:pt x="6530" y="4803"/>
                  </a:lnTo>
                  <a:lnTo>
                    <a:pt x="6412" y="5085"/>
                  </a:lnTo>
                  <a:lnTo>
                    <a:pt x="6293" y="5300"/>
                  </a:lnTo>
                  <a:lnTo>
                    <a:pt x="6235" y="5491"/>
                  </a:lnTo>
                  <a:lnTo>
                    <a:pt x="5941" y="5845"/>
                  </a:lnTo>
                  <a:lnTo>
                    <a:pt x="5790" y="6027"/>
                  </a:lnTo>
                  <a:lnTo>
                    <a:pt x="5547" y="6358"/>
                  </a:lnTo>
                  <a:lnTo>
                    <a:pt x="5447" y="6505"/>
                  </a:lnTo>
                  <a:lnTo>
                    <a:pt x="5316" y="6676"/>
                  </a:lnTo>
                  <a:lnTo>
                    <a:pt x="5084" y="6995"/>
                  </a:lnTo>
                  <a:lnTo>
                    <a:pt x="4963" y="7154"/>
                  </a:lnTo>
                  <a:lnTo>
                    <a:pt x="4779" y="7305"/>
                  </a:lnTo>
                  <a:lnTo>
                    <a:pt x="4553" y="7467"/>
                  </a:lnTo>
                  <a:lnTo>
                    <a:pt x="4347" y="7552"/>
                  </a:lnTo>
                  <a:lnTo>
                    <a:pt x="4078" y="7660"/>
                  </a:lnTo>
                  <a:lnTo>
                    <a:pt x="3685" y="7783"/>
                  </a:lnTo>
                  <a:lnTo>
                    <a:pt x="3519" y="7833"/>
                  </a:lnTo>
                  <a:lnTo>
                    <a:pt x="3331" y="7850"/>
                  </a:lnTo>
                  <a:lnTo>
                    <a:pt x="3185" y="7854"/>
                  </a:lnTo>
                  <a:lnTo>
                    <a:pt x="2937" y="7929"/>
                  </a:lnTo>
                  <a:lnTo>
                    <a:pt x="2750" y="7990"/>
                  </a:lnTo>
                  <a:lnTo>
                    <a:pt x="2512" y="8086"/>
                  </a:lnTo>
                  <a:lnTo>
                    <a:pt x="2078" y="8222"/>
                  </a:lnTo>
                  <a:lnTo>
                    <a:pt x="1762" y="8143"/>
                  </a:lnTo>
                  <a:lnTo>
                    <a:pt x="1530" y="8061"/>
                  </a:lnTo>
                  <a:lnTo>
                    <a:pt x="1256" y="7958"/>
                  </a:lnTo>
                  <a:lnTo>
                    <a:pt x="970" y="7800"/>
                  </a:lnTo>
                  <a:lnTo>
                    <a:pt x="713" y="7585"/>
                  </a:lnTo>
                  <a:lnTo>
                    <a:pt x="436" y="7394"/>
                  </a:lnTo>
                  <a:lnTo>
                    <a:pt x="228" y="7389"/>
                  </a:lnTo>
                  <a:lnTo>
                    <a:pt x="125" y="7459"/>
                  </a:lnTo>
                  <a:lnTo>
                    <a:pt x="47" y="7651"/>
                  </a:lnTo>
                  <a:lnTo>
                    <a:pt x="0" y="7841"/>
                  </a:lnTo>
                  <a:lnTo>
                    <a:pt x="18" y="8119"/>
                  </a:lnTo>
                  <a:lnTo>
                    <a:pt x="214" y="8414"/>
                  </a:lnTo>
                  <a:lnTo>
                    <a:pt x="385" y="8564"/>
                  </a:lnTo>
                  <a:lnTo>
                    <a:pt x="534" y="8648"/>
                  </a:lnTo>
                  <a:lnTo>
                    <a:pt x="617" y="8635"/>
                  </a:lnTo>
                  <a:lnTo>
                    <a:pt x="783" y="8618"/>
                  </a:lnTo>
                  <a:lnTo>
                    <a:pt x="812" y="863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9247319" y="2603800"/>
              <a:ext cx="23325" cy="48908"/>
            </a:xfrm>
            <a:custGeom>
              <a:avLst/>
              <a:pathLst>
                <a:path w="23325" h="48908">
                  <a:moveTo>
                    <a:pt x="0" y="48908"/>
                  </a:moveTo>
                  <a:lnTo>
                    <a:pt x="674" y="47267"/>
                  </a:lnTo>
                  <a:lnTo>
                    <a:pt x="1253" y="45844"/>
                  </a:lnTo>
                  <a:lnTo>
                    <a:pt x="1927" y="44422"/>
                  </a:lnTo>
                  <a:lnTo>
                    <a:pt x="2602" y="42781"/>
                  </a:lnTo>
                  <a:lnTo>
                    <a:pt x="3373" y="41030"/>
                  </a:lnTo>
                  <a:lnTo>
                    <a:pt x="4337" y="38732"/>
                  </a:lnTo>
                  <a:lnTo>
                    <a:pt x="5204" y="36982"/>
                  </a:lnTo>
                  <a:lnTo>
                    <a:pt x="6168" y="35012"/>
                  </a:lnTo>
                  <a:lnTo>
                    <a:pt x="6939" y="33152"/>
                  </a:lnTo>
                  <a:lnTo>
                    <a:pt x="7710" y="31730"/>
                  </a:lnTo>
                  <a:lnTo>
                    <a:pt x="8481" y="30089"/>
                  </a:lnTo>
                  <a:lnTo>
                    <a:pt x="9619" y="27710"/>
                  </a:lnTo>
                  <a:lnTo>
                    <a:pt x="10738" y="25785"/>
                  </a:lnTo>
                  <a:lnTo>
                    <a:pt x="11568" y="23941"/>
                  </a:lnTo>
                  <a:lnTo>
                    <a:pt x="12240" y="22648"/>
                  </a:lnTo>
                  <a:lnTo>
                    <a:pt x="12879" y="21043"/>
                  </a:lnTo>
                  <a:lnTo>
                    <a:pt x="13525" y="19906"/>
                  </a:lnTo>
                  <a:lnTo>
                    <a:pt x="14843" y="17178"/>
                  </a:lnTo>
                  <a:lnTo>
                    <a:pt x="16096" y="14552"/>
                  </a:lnTo>
                  <a:lnTo>
                    <a:pt x="17155" y="12582"/>
                  </a:lnTo>
                  <a:lnTo>
                    <a:pt x="18023" y="10613"/>
                  </a:lnTo>
                  <a:lnTo>
                    <a:pt x="19083" y="8643"/>
                  </a:lnTo>
                  <a:lnTo>
                    <a:pt x="20336" y="6346"/>
                  </a:lnTo>
                  <a:lnTo>
                    <a:pt x="21300" y="3938"/>
                  </a:lnTo>
                  <a:lnTo>
                    <a:pt x="22457" y="1860"/>
                  </a:lnTo>
                  <a:lnTo>
                    <a:pt x="2332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9045364" y="2738369"/>
              <a:ext cx="2905" cy="824"/>
            </a:xfrm>
            <a:custGeom>
              <a:avLst/>
              <a:pathLst>
                <a:path w="2905" h="824">
                  <a:moveTo>
                    <a:pt x="0" y="824"/>
                  </a:moveTo>
                  <a:lnTo>
                    <a:pt x="462" y="749"/>
                  </a:lnTo>
                  <a:lnTo>
                    <a:pt x="990" y="374"/>
                  </a:lnTo>
                  <a:lnTo>
                    <a:pt x="1321" y="224"/>
                  </a:lnTo>
                  <a:lnTo>
                    <a:pt x="1717" y="74"/>
                  </a:lnTo>
                  <a:lnTo>
                    <a:pt x="2377" y="0"/>
                  </a:lnTo>
                  <a:lnTo>
                    <a:pt x="2839" y="74"/>
                  </a:lnTo>
                  <a:lnTo>
                    <a:pt x="2905" y="1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9042459" y="2739718"/>
              <a:ext cx="1386" cy="524"/>
            </a:xfrm>
            <a:custGeom>
              <a:avLst/>
              <a:pathLst>
                <a:path w="1386" h="524">
                  <a:moveTo>
                    <a:pt x="0" y="524"/>
                  </a:moveTo>
                  <a:lnTo>
                    <a:pt x="395" y="224"/>
                  </a:lnTo>
                  <a:lnTo>
                    <a:pt x="858" y="74"/>
                  </a:lnTo>
                  <a:lnTo>
                    <a:pt x="138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9045562" y="2739718"/>
              <a:ext cx="2839" cy="974"/>
            </a:xfrm>
            <a:custGeom>
              <a:avLst/>
              <a:pathLst>
                <a:path w="2839" h="974">
                  <a:moveTo>
                    <a:pt x="2839" y="0"/>
                  </a:moveTo>
                  <a:lnTo>
                    <a:pt x="2839" y="149"/>
                  </a:lnTo>
                  <a:lnTo>
                    <a:pt x="2508" y="824"/>
                  </a:lnTo>
                  <a:lnTo>
                    <a:pt x="2046" y="974"/>
                  </a:lnTo>
                  <a:lnTo>
                    <a:pt x="1452" y="749"/>
                  </a:lnTo>
                  <a:lnTo>
                    <a:pt x="858" y="674"/>
                  </a:lnTo>
                  <a:lnTo>
                    <a:pt x="330" y="599"/>
                  </a:lnTo>
                  <a:lnTo>
                    <a:pt x="0" y="59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9042723" y="2740692"/>
              <a:ext cx="1188" cy="449"/>
            </a:xfrm>
            <a:custGeom>
              <a:avLst/>
              <a:pathLst>
                <a:path w="1188" h="449">
                  <a:moveTo>
                    <a:pt x="1188" y="0"/>
                  </a:moveTo>
                  <a:lnTo>
                    <a:pt x="792" y="149"/>
                  </a:lnTo>
                  <a:lnTo>
                    <a:pt x="330" y="299"/>
                  </a:lnTo>
                  <a:lnTo>
                    <a:pt x="0" y="4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9039355" y="2740468"/>
              <a:ext cx="2179" cy="1499"/>
            </a:xfrm>
            <a:custGeom>
              <a:avLst/>
              <a:pathLst>
                <a:path w="2179" h="1499">
                  <a:moveTo>
                    <a:pt x="0" y="1499"/>
                  </a:moveTo>
                  <a:lnTo>
                    <a:pt x="198" y="1274"/>
                  </a:lnTo>
                  <a:lnTo>
                    <a:pt x="528" y="1124"/>
                  </a:lnTo>
                  <a:lnTo>
                    <a:pt x="924" y="899"/>
                  </a:lnTo>
                  <a:lnTo>
                    <a:pt x="1254" y="674"/>
                  </a:lnTo>
                  <a:lnTo>
                    <a:pt x="1518" y="374"/>
                  </a:lnTo>
                  <a:lnTo>
                    <a:pt x="1782" y="224"/>
                  </a:lnTo>
                  <a:lnTo>
                    <a:pt x="217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9039488" y="2741367"/>
              <a:ext cx="2112" cy="1274"/>
            </a:xfrm>
            <a:custGeom>
              <a:avLst/>
              <a:pathLst>
                <a:path w="2112" h="1274">
                  <a:moveTo>
                    <a:pt x="2112" y="0"/>
                  </a:moveTo>
                  <a:lnTo>
                    <a:pt x="1980" y="149"/>
                  </a:lnTo>
                  <a:lnTo>
                    <a:pt x="1518" y="374"/>
                  </a:lnTo>
                  <a:lnTo>
                    <a:pt x="857" y="749"/>
                  </a:lnTo>
                  <a:lnTo>
                    <a:pt x="65" y="1199"/>
                  </a:lnTo>
                  <a:lnTo>
                    <a:pt x="0" y="127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9028064" y="2744140"/>
              <a:ext cx="8121" cy="1798"/>
            </a:xfrm>
            <a:custGeom>
              <a:avLst/>
              <a:pathLst>
                <a:path w="8121" h="1798">
                  <a:moveTo>
                    <a:pt x="0" y="1798"/>
                  </a:moveTo>
                  <a:lnTo>
                    <a:pt x="396" y="1424"/>
                  </a:lnTo>
                  <a:lnTo>
                    <a:pt x="792" y="1049"/>
                  </a:lnTo>
                  <a:lnTo>
                    <a:pt x="1518" y="1049"/>
                  </a:lnTo>
                  <a:lnTo>
                    <a:pt x="2245" y="1199"/>
                  </a:lnTo>
                  <a:lnTo>
                    <a:pt x="2839" y="1124"/>
                  </a:lnTo>
                  <a:lnTo>
                    <a:pt x="3697" y="1124"/>
                  </a:lnTo>
                  <a:lnTo>
                    <a:pt x="4754" y="1049"/>
                  </a:lnTo>
                  <a:lnTo>
                    <a:pt x="5612" y="899"/>
                  </a:lnTo>
                  <a:lnTo>
                    <a:pt x="6273" y="749"/>
                  </a:lnTo>
                  <a:lnTo>
                    <a:pt x="6998" y="449"/>
                  </a:lnTo>
                  <a:lnTo>
                    <a:pt x="7593" y="224"/>
                  </a:lnTo>
                  <a:lnTo>
                    <a:pt x="812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9028263" y="2745040"/>
              <a:ext cx="7989" cy="2173"/>
            </a:xfrm>
            <a:custGeom>
              <a:avLst/>
              <a:pathLst>
                <a:path w="7989" h="2173">
                  <a:moveTo>
                    <a:pt x="7989" y="0"/>
                  </a:moveTo>
                  <a:lnTo>
                    <a:pt x="7659" y="224"/>
                  </a:lnTo>
                  <a:lnTo>
                    <a:pt x="7395" y="524"/>
                  </a:lnTo>
                  <a:lnTo>
                    <a:pt x="6998" y="974"/>
                  </a:lnTo>
                  <a:lnTo>
                    <a:pt x="6536" y="1199"/>
                  </a:lnTo>
                  <a:lnTo>
                    <a:pt x="5876" y="1199"/>
                  </a:lnTo>
                  <a:lnTo>
                    <a:pt x="5348" y="1274"/>
                  </a:lnTo>
                  <a:lnTo>
                    <a:pt x="5018" y="1424"/>
                  </a:lnTo>
                  <a:lnTo>
                    <a:pt x="4622" y="1723"/>
                  </a:lnTo>
                  <a:lnTo>
                    <a:pt x="4291" y="1948"/>
                  </a:lnTo>
                  <a:lnTo>
                    <a:pt x="3895" y="2173"/>
                  </a:lnTo>
                  <a:lnTo>
                    <a:pt x="3367" y="2173"/>
                  </a:lnTo>
                  <a:lnTo>
                    <a:pt x="2905" y="2023"/>
                  </a:lnTo>
                  <a:lnTo>
                    <a:pt x="2178" y="1873"/>
                  </a:lnTo>
                  <a:lnTo>
                    <a:pt x="1320" y="1723"/>
                  </a:lnTo>
                  <a:lnTo>
                    <a:pt x="395" y="1574"/>
                  </a:lnTo>
                  <a:lnTo>
                    <a:pt x="0" y="149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9021594" y="2746539"/>
              <a:ext cx="5018" cy="974"/>
            </a:xfrm>
            <a:custGeom>
              <a:avLst/>
              <a:pathLst>
                <a:path w="5018" h="974">
                  <a:moveTo>
                    <a:pt x="0" y="974"/>
                  </a:moveTo>
                  <a:lnTo>
                    <a:pt x="462" y="749"/>
                  </a:lnTo>
                  <a:lnTo>
                    <a:pt x="1056" y="674"/>
                  </a:lnTo>
                  <a:lnTo>
                    <a:pt x="1782" y="449"/>
                  </a:lnTo>
                  <a:lnTo>
                    <a:pt x="2178" y="449"/>
                  </a:lnTo>
                  <a:lnTo>
                    <a:pt x="2707" y="449"/>
                  </a:lnTo>
                  <a:lnTo>
                    <a:pt x="3433" y="299"/>
                  </a:lnTo>
                  <a:lnTo>
                    <a:pt x="3895" y="74"/>
                  </a:lnTo>
                  <a:lnTo>
                    <a:pt x="4225" y="0"/>
                  </a:lnTo>
                  <a:lnTo>
                    <a:pt x="4687" y="0"/>
                  </a:lnTo>
                  <a:lnTo>
                    <a:pt x="5018" y="22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9021726" y="2747813"/>
              <a:ext cx="4952" cy="599"/>
            </a:xfrm>
            <a:custGeom>
              <a:avLst/>
              <a:pathLst>
                <a:path w="4952" h="599">
                  <a:moveTo>
                    <a:pt x="4952" y="0"/>
                  </a:moveTo>
                  <a:lnTo>
                    <a:pt x="4754" y="149"/>
                  </a:lnTo>
                  <a:lnTo>
                    <a:pt x="4357" y="299"/>
                  </a:lnTo>
                  <a:lnTo>
                    <a:pt x="3697" y="449"/>
                  </a:lnTo>
                  <a:lnTo>
                    <a:pt x="3102" y="449"/>
                  </a:lnTo>
                  <a:lnTo>
                    <a:pt x="2641" y="374"/>
                  </a:lnTo>
                  <a:lnTo>
                    <a:pt x="2113" y="449"/>
                  </a:lnTo>
                  <a:lnTo>
                    <a:pt x="1254" y="524"/>
                  </a:lnTo>
                  <a:lnTo>
                    <a:pt x="528" y="599"/>
                  </a:lnTo>
                  <a:lnTo>
                    <a:pt x="131" y="449"/>
                  </a:lnTo>
                  <a:lnTo>
                    <a:pt x="0" y="29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9051373" y="2745340"/>
              <a:ext cx="1981" cy="3897"/>
            </a:xfrm>
            <a:custGeom>
              <a:avLst/>
              <a:pathLst>
                <a:path w="1981" h="3897">
                  <a:moveTo>
                    <a:pt x="0" y="0"/>
                  </a:moveTo>
                  <a:lnTo>
                    <a:pt x="198" y="74"/>
                  </a:lnTo>
                  <a:lnTo>
                    <a:pt x="792" y="299"/>
                  </a:lnTo>
                  <a:lnTo>
                    <a:pt x="1320" y="749"/>
                  </a:lnTo>
                  <a:lnTo>
                    <a:pt x="1584" y="1199"/>
                  </a:lnTo>
                  <a:lnTo>
                    <a:pt x="1848" y="1723"/>
                  </a:lnTo>
                  <a:lnTo>
                    <a:pt x="1981" y="2173"/>
                  </a:lnTo>
                  <a:lnTo>
                    <a:pt x="1914" y="2848"/>
                  </a:lnTo>
                  <a:lnTo>
                    <a:pt x="1650" y="3447"/>
                  </a:lnTo>
                  <a:lnTo>
                    <a:pt x="1518" y="389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9050449" y="2745340"/>
              <a:ext cx="1848" cy="4347"/>
            </a:xfrm>
            <a:custGeom>
              <a:avLst/>
              <a:pathLst>
                <a:path w="1848" h="4347">
                  <a:moveTo>
                    <a:pt x="1848" y="4347"/>
                  </a:moveTo>
                  <a:lnTo>
                    <a:pt x="1716" y="3897"/>
                  </a:lnTo>
                  <a:lnTo>
                    <a:pt x="1650" y="3522"/>
                  </a:lnTo>
                  <a:lnTo>
                    <a:pt x="1386" y="2848"/>
                  </a:lnTo>
                  <a:lnTo>
                    <a:pt x="1056" y="2323"/>
                  </a:lnTo>
                  <a:lnTo>
                    <a:pt x="527" y="1499"/>
                  </a:lnTo>
                  <a:lnTo>
                    <a:pt x="131" y="974"/>
                  </a:lnTo>
                  <a:lnTo>
                    <a:pt x="0" y="449"/>
                  </a:lnTo>
                  <a:lnTo>
                    <a:pt x="13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9015321" y="2749837"/>
              <a:ext cx="3169" cy="1574"/>
            </a:xfrm>
            <a:custGeom>
              <a:avLst/>
              <a:pathLst>
                <a:path w="3169" h="1574">
                  <a:moveTo>
                    <a:pt x="0" y="1574"/>
                  </a:moveTo>
                  <a:lnTo>
                    <a:pt x="462" y="1049"/>
                  </a:lnTo>
                  <a:lnTo>
                    <a:pt x="989" y="674"/>
                  </a:lnTo>
                  <a:lnTo>
                    <a:pt x="1584" y="374"/>
                  </a:lnTo>
                  <a:lnTo>
                    <a:pt x="2112" y="74"/>
                  </a:lnTo>
                  <a:lnTo>
                    <a:pt x="2574" y="0"/>
                  </a:lnTo>
                  <a:lnTo>
                    <a:pt x="316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9015850" y="2750886"/>
              <a:ext cx="3367" cy="1124"/>
            </a:xfrm>
            <a:custGeom>
              <a:avLst/>
              <a:pathLst>
                <a:path w="3367" h="1124">
                  <a:moveTo>
                    <a:pt x="3367" y="0"/>
                  </a:moveTo>
                  <a:lnTo>
                    <a:pt x="3234" y="74"/>
                  </a:lnTo>
                  <a:lnTo>
                    <a:pt x="2970" y="149"/>
                  </a:lnTo>
                  <a:lnTo>
                    <a:pt x="2376" y="224"/>
                  </a:lnTo>
                  <a:lnTo>
                    <a:pt x="1980" y="149"/>
                  </a:lnTo>
                  <a:lnTo>
                    <a:pt x="1518" y="149"/>
                  </a:lnTo>
                  <a:lnTo>
                    <a:pt x="1188" y="149"/>
                  </a:lnTo>
                  <a:lnTo>
                    <a:pt x="792" y="374"/>
                  </a:lnTo>
                  <a:lnTo>
                    <a:pt x="527" y="674"/>
                  </a:lnTo>
                  <a:lnTo>
                    <a:pt x="329" y="1049"/>
                  </a:lnTo>
                  <a:lnTo>
                    <a:pt x="0" y="112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9049524" y="2752685"/>
              <a:ext cx="264" cy="1199"/>
            </a:xfrm>
            <a:custGeom>
              <a:avLst/>
              <a:pathLst>
                <a:path w="264" h="1199">
                  <a:moveTo>
                    <a:pt x="0" y="0"/>
                  </a:moveTo>
                  <a:lnTo>
                    <a:pt x="198" y="149"/>
                  </a:lnTo>
                  <a:lnTo>
                    <a:pt x="264" y="524"/>
                  </a:lnTo>
                  <a:lnTo>
                    <a:pt x="198" y="899"/>
                  </a:lnTo>
                  <a:lnTo>
                    <a:pt x="66" y="119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9048731" y="2752760"/>
              <a:ext cx="263" cy="1199"/>
            </a:xfrm>
            <a:custGeom>
              <a:avLst/>
              <a:pathLst>
                <a:path w="263" h="1199">
                  <a:moveTo>
                    <a:pt x="263" y="1199"/>
                  </a:moveTo>
                  <a:lnTo>
                    <a:pt x="66" y="974"/>
                  </a:lnTo>
                  <a:lnTo>
                    <a:pt x="0" y="674"/>
                  </a:lnTo>
                  <a:lnTo>
                    <a:pt x="66" y="299"/>
                  </a:lnTo>
                  <a:lnTo>
                    <a:pt x="66" y="149"/>
                  </a:lnTo>
                  <a:lnTo>
                    <a:pt x="26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9011558" y="2753885"/>
              <a:ext cx="990" cy="1723"/>
            </a:xfrm>
            <a:custGeom>
              <a:avLst/>
              <a:pathLst>
                <a:path w="990" h="1723">
                  <a:moveTo>
                    <a:pt x="0" y="1723"/>
                  </a:moveTo>
                  <a:lnTo>
                    <a:pt x="264" y="1499"/>
                  </a:lnTo>
                  <a:lnTo>
                    <a:pt x="594" y="749"/>
                  </a:lnTo>
                  <a:lnTo>
                    <a:pt x="726" y="299"/>
                  </a:lnTo>
                  <a:lnTo>
                    <a:pt x="99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9012020" y="2754409"/>
              <a:ext cx="1122" cy="1948"/>
            </a:xfrm>
            <a:custGeom>
              <a:avLst/>
              <a:pathLst>
                <a:path w="1122" h="1948">
                  <a:moveTo>
                    <a:pt x="1122" y="0"/>
                  </a:moveTo>
                  <a:lnTo>
                    <a:pt x="924" y="374"/>
                  </a:lnTo>
                  <a:lnTo>
                    <a:pt x="858" y="899"/>
                  </a:lnTo>
                  <a:lnTo>
                    <a:pt x="791" y="1349"/>
                  </a:lnTo>
                  <a:lnTo>
                    <a:pt x="594" y="1649"/>
                  </a:lnTo>
                  <a:lnTo>
                    <a:pt x="0" y="194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9009445" y="2756733"/>
              <a:ext cx="726" cy="899"/>
            </a:xfrm>
            <a:custGeom>
              <a:avLst/>
              <a:pathLst>
                <a:path w="726" h="899">
                  <a:moveTo>
                    <a:pt x="0" y="899"/>
                  </a:moveTo>
                  <a:lnTo>
                    <a:pt x="0" y="599"/>
                  </a:lnTo>
                  <a:lnTo>
                    <a:pt x="330" y="224"/>
                  </a:lnTo>
                  <a:lnTo>
                    <a:pt x="72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9047146" y="2754559"/>
              <a:ext cx="726" cy="3298"/>
            </a:xfrm>
            <a:custGeom>
              <a:avLst/>
              <a:pathLst>
                <a:path w="726" h="3298">
                  <a:moveTo>
                    <a:pt x="0" y="0"/>
                  </a:moveTo>
                  <a:lnTo>
                    <a:pt x="198" y="224"/>
                  </a:lnTo>
                  <a:lnTo>
                    <a:pt x="528" y="449"/>
                  </a:lnTo>
                  <a:lnTo>
                    <a:pt x="726" y="1274"/>
                  </a:lnTo>
                  <a:lnTo>
                    <a:pt x="726" y="1948"/>
                  </a:lnTo>
                  <a:lnTo>
                    <a:pt x="528" y="2773"/>
                  </a:lnTo>
                  <a:lnTo>
                    <a:pt x="462" y="329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9009841" y="2757183"/>
              <a:ext cx="990" cy="749"/>
            </a:xfrm>
            <a:custGeom>
              <a:avLst/>
              <a:pathLst>
                <a:path w="990" h="749">
                  <a:moveTo>
                    <a:pt x="990" y="0"/>
                  </a:moveTo>
                  <a:lnTo>
                    <a:pt x="726" y="299"/>
                  </a:lnTo>
                  <a:lnTo>
                    <a:pt x="395" y="524"/>
                  </a:lnTo>
                  <a:lnTo>
                    <a:pt x="0" y="7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9046090" y="2754784"/>
              <a:ext cx="660" cy="3298"/>
            </a:xfrm>
            <a:custGeom>
              <a:avLst/>
              <a:pathLst>
                <a:path w="660" h="3298">
                  <a:moveTo>
                    <a:pt x="660" y="3298"/>
                  </a:moveTo>
                  <a:lnTo>
                    <a:pt x="396" y="2548"/>
                  </a:lnTo>
                  <a:lnTo>
                    <a:pt x="264" y="1873"/>
                  </a:lnTo>
                  <a:lnTo>
                    <a:pt x="66" y="1199"/>
                  </a:lnTo>
                  <a:lnTo>
                    <a:pt x="0" y="674"/>
                  </a:lnTo>
                  <a:lnTo>
                    <a:pt x="19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9044770" y="2757108"/>
              <a:ext cx="330" cy="1349"/>
            </a:xfrm>
            <a:custGeom>
              <a:avLst/>
              <a:pathLst>
                <a:path w="330" h="1349">
                  <a:moveTo>
                    <a:pt x="0" y="0"/>
                  </a:moveTo>
                  <a:lnTo>
                    <a:pt x="131" y="374"/>
                  </a:lnTo>
                  <a:lnTo>
                    <a:pt x="264" y="899"/>
                  </a:lnTo>
                  <a:lnTo>
                    <a:pt x="330" y="13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9043912" y="2757108"/>
              <a:ext cx="660" cy="1873"/>
            </a:xfrm>
            <a:custGeom>
              <a:avLst/>
              <a:pathLst>
                <a:path w="660" h="1873">
                  <a:moveTo>
                    <a:pt x="660" y="1873"/>
                  </a:moveTo>
                  <a:lnTo>
                    <a:pt x="594" y="1724"/>
                  </a:lnTo>
                  <a:lnTo>
                    <a:pt x="330" y="1274"/>
                  </a:lnTo>
                  <a:lnTo>
                    <a:pt x="131" y="824"/>
                  </a:lnTo>
                  <a:lnTo>
                    <a:pt x="0" y="374"/>
                  </a:lnTo>
                  <a:lnTo>
                    <a:pt x="6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9008982" y="2760631"/>
              <a:ext cx="330" cy="824"/>
            </a:xfrm>
            <a:custGeom>
              <a:avLst/>
              <a:pathLst>
                <a:path w="330" h="824">
                  <a:moveTo>
                    <a:pt x="330" y="824"/>
                  </a:moveTo>
                  <a:lnTo>
                    <a:pt x="131" y="674"/>
                  </a:lnTo>
                  <a:lnTo>
                    <a:pt x="66" y="449"/>
                  </a:lnTo>
                  <a:lnTo>
                    <a:pt x="0" y="0"/>
                  </a:lnTo>
                  <a:lnTo>
                    <a:pt x="6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9009510" y="2760406"/>
              <a:ext cx="198" cy="1049"/>
            </a:xfrm>
            <a:custGeom>
              <a:avLst/>
              <a:pathLst>
                <a:path w="198" h="1049">
                  <a:moveTo>
                    <a:pt x="0" y="0"/>
                  </a:moveTo>
                  <a:lnTo>
                    <a:pt x="132" y="224"/>
                  </a:lnTo>
                  <a:lnTo>
                    <a:pt x="198" y="674"/>
                  </a:lnTo>
                  <a:lnTo>
                    <a:pt x="198" y="10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9041864" y="2764004"/>
              <a:ext cx="726" cy="1574"/>
            </a:xfrm>
            <a:custGeom>
              <a:avLst/>
              <a:pathLst>
                <a:path w="726" h="1574">
                  <a:moveTo>
                    <a:pt x="0" y="1574"/>
                  </a:moveTo>
                  <a:lnTo>
                    <a:pt x="66" y="974"/>
                  </a:lnTo>
                  <a:lnTo>
                    <a:pt x="263" y="524"/>
                  </a:lnTo>
                  <a:lnTo>
                    <a:pt x="462" y="149"/>
                  </a:lnTo>
                  <a:lnTo>
                    <a:pt x="72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9042195" y="2764603"/>
              <a:ext cx="1056" cy="1499"/>
            </a:xfrm>
            <a:custGeom>
              <a:avLst/>
              <a:pathLst>
                <a:path w="1056" h="1499">
                  <a:moveTo>
                    <a:pt x="1056" y="0"/>
                  </a:moveTo>
                  <a:lnTo>
                    <a:pt x="990" y="374"/>
                  </a:lnTo>
                  <a:lnTo>
                    <a:pt x="858" y="674"/>
                  </a:lnTo>
                  <a:lnTo>
                    <a:pt x="726" y="899"/>
                  </a:lnTo>
                  <a:lnTo>
                    <a:pt x="462" y="1124"/>
                  </a:lnTo>
                  <a:lnTo>
                    <a:pt x="264" y="1349"/>
                  </a:lnTo>
                  <a:lnTo>
                    <a:pt x="0" y="149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9008454" y="2765053"/>
              <a:ext cx="462" cy="1424"/>
            </a:xfrm>
            <a:custGeom>
              <a:avLst/>
              <a:pathLst>
                <a:path w="462" h="1424">
                  <a:moveTo>
                    <a:pt x="462" y="1424"/>
                  </a:moveTo>
                  <a:lnTo>
                    <a:pt x="330" y="1349"/>
                  </a:lnTo>
                  <a:lnTo>
                    <a:pt x="131" y="974"/>
                  </a:lnTo>
                  <a:lnTo>
                    <a:pt x="0" y="674"/>
                  </a:lnTo>
                  <a:lnTo>
                    <a:pt x="0" y="224"/>
                  </a:lnTo>
                  <a:lnTo>
                    <a:pt x="39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9009181" y="2765353"/>
              <a:ext cx="197" cy="1274"/>
            </a:xfrm>
            <a:custGeom>
              <a:avLst/>
              <a:pathLst>
                <a:path w="197" h="1274">
                  <a:moveTo>
                    <a:pt x="0" y="0"/>
                  </a:moveTo>
                  <a:lnTo>
                    <a:pt x="65" y="74"/>
                  </a:lnTo>
                  <a:lnTo>
                    <a:pt x="197" y="449"/>
                  </a:lnTo>
                  <a:lnTo>
                    <a:pt x="197" y="899"/>
                  </a:lnTo>
                  <a:lnTo>
                    <a:pt x="131" y="127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9038101" y="2767227"/>
              <a:ext cx="1716" cy="824"/>
            </a:xfrm>
            <a:custGeom>
              <a:avLst/>
              <a:pathLst>
                <a:path w="1716" h="824">
                  <a:moveTo>
                    <a:pt x="0" y="824"/>
                  </a:moveTo>
                  <a:lnTo>
                    <a:pt x="330" y="449"/>
                  </a:lnTo>
                  <a:lnTo>
                    <a:pt x="792" y="149"/>
                  </a:lnTo>
                  <a:lnTo>
                    <a:pt x="1188" y="0"/>
                  </a:lnTo>
                  <a:lnTo>
                    <a:pt x="1716" y="7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9038365" y="2767902"/>
              <a:ext cx="1651" cy="899"/>
            </a:xfrm>
            <a:custGeom>
              <a:avLst/>
              <a:pathLst>
                <a:path w="1651" h="899">
                  <a:moveTo>
                    <a:pt x="1651" y="0"/>
                  </a:moveTo>
                  <a:lnTo>
                    <a:pt x="1584" y="0"/>
                  </a:lnTo>
                  <a:lnTo>
                    <a:pt x="1320" y="299"/>
                  </a:lnTo>
                  <a:lnTo>
                    <a:pt x="858" y="674"/>
                  </a:lnTo>
                  <a:lnTo>
                    <a:pt x="131" y="899"/>
                  </a:lnTo>
                  <a:lnTo>
                    <a:pt x="0" y="89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9001785" y="2767752"/>
              <a:ext cx="1188" cy="1124"/>
            </a:xfrm>
            <a:custGeom>
              <a:avLst/>
              <a:pathLst>
                <a:path w="1188" h="1124">
                  <a:moveTo>
                    <a:pt x="0" y="0"/>
                  </a:moveTo>
                  <a:lnTo>
                    <a:pt x="330" y="74"/>
                  </a:lnTo>
                  <a:lnTo>
                    <a:pt x="924" y="374"/>
                  </a:lnTo>
                  <a:lnTo>
                    <a:pt x="1122" y="749"/>
                  </a:lnTo>
                  <a:lnTo>
                    <a:pt x="1188" y="112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9030310" y="2768651"/>
              <a:ext cx="1386" cy="524"/>
            </a:xfrm>
            <a:custGeom>
              <a:avLst/>
              <a:pathLst>
                <a:path w="1386" h="524">
                  <a:moveTo>
                    <a:pt x="0" y="74"/>
                  </a:moveTo>
                  <a:lnTo>
                    <a:pt x="263" y="0"/>
                  </a:lnTo>
                  <a:lnTo>
                    <a:pt x="528" y="74"/>
                  </a:lnTo>
                  <a:lnTo>
                    <a:pt x="924" y="224"/>
                  </a:lnTo>
                  <a:lnTo>
                    <a:pt x="1320" y="449"/>
                  </a:lnTo>
                  <a:lnTo>
                    <a:pt x="1386" y="52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9030244" y="2769401"/>
              <a:ext cx="1386" cy="149"/>
            </a:xfrm>
            <a:custGeom>
              <a:avLst/>
              <a:pathLst>
                <a:path w="1386" h="149">
                  <a:moveTo>
                    <a:pt x="1386" y="149"/>
                  </a:moveTo>
                  <a:lnTo>
                    <a:pt x="1122" y="149"/>
                  </a:lnTo>
                  <a:lnTo>
                    <a:pt x="726" y="149"/>
                  </a:lnTo>
                  <a:lnTo>
                    <a:pt x="330" y="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9000465" y="2768276"/>
              <a:ext cx="1914" cy="1499"/>
            </a:xfrm>
            <a:custGeom>
              <a:avLst/>
              <a:pathLst>
                <a:path w="1914" h="1499">
                  <a:moveTo>
                    <a:pt x="1914" y="1499"/>
                  </a:moveTo>
                  <a:lnTo>
                    <a:pt x="1650" y="1499"/>
                  </a:lnTo>
                  <a:lnTo>
                    <a:pt x="1254" y="1349"/>
                  </a:lnTo>
                  <a:lnTo>
                    <a:pt x="726" y="1049"/>
                  </a:lnTo>
                  <a:lnTo>
                    <a:pt x="330" y="749"/>
                  </a:lnTo>
                  <a:lnTo>
                    <a:pt x="66" y="524"/>
                  </a:lnTo>
                  <a:lnTo>
                    <a:pt x="0" y="149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9024697" y="2771649"/>
              <a:ext cx="726" cy="1049"/>
            </a:xfrm>
            <a:custGeom>
              <a:avLst/>
              <a:pathLst>
                <a:path w="726" h="1049">
                  <a:moveTo>
                    <a:pt x="0" y="0"/>
                  </a:moveTo>
                  <a:lnTo>
                    <a:pt x="66" y="0"/>
                  </a:lnTo>
                  <a:lnTo>
                    <a:pt x="396" y="299"/>
                  </a:lnTo>
                  <a:lnTo>
                    <a:pt x="528" y="524"/>
                  </a:lnTo>
                  <a:lnTo>
                    <a:pt x="726" y="824"/>
                  </a:lnTo>
                  <a:lnTo>
                    <a:pt x="726" y="10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9024301" y="2772024"/>
              <a:ext cx="792" cy="899"/>
            </a:xfrm>
            <a:custGeom>
              <a:avLst/>
              <a:pathLst>
                <a:path w="792" h="899">
                  <a:moveTo>
                    <a:pt x="792" y="899"/>
                  </a:moveTo>
                  <a:lnTo>
                    <a:pt x="594" y="824"/>
                  </a:lnTo>
                  <a:lnTo>
                    <a:pt x="198" y="524"/>
                  </a:lnTo>
                  <a:lnTo>
                    <a:pt x="0" y="299"/>
                  </a:lnTo>
                  <a:lnTo>
                    <a:pt x="6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9003370" y="2772324"/>
              <a:ext cx="1320" cy="1274"/>
            </a:xfrm>
            <a:custGeom>
              <a:avLst/>
              <a:pathLst>
                <a:path w="1320" h="1274">
                  <a:moveTo>
                    <a:pt x="0" y="0"/>
                  </a:moveTo>
                  <a:lnTo>
                    <a:pt x="198" y="74"/>
                  </a:lnTo>
                  <a:lnTo>
                    <a:pt x="594" y="149"/>
                  </a:lnTo>
                  <a:lnTo>
                    <a:pt x="924" y="449"/>
                  </a:lnTo>
                  <a:lnTo>
                    <a:pt x="1188" y="899"/>
                  </a:lnTo>
                  <a:lnTo>
                    <a:pt x="1320" y="127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9002908" y="2772774"/>
              <a:ext cx="1188" cy="1499"/>
            </a:xfrm>
            <a:custGeom>
              <a:avLst/>
              <a:pathLst>
                <a:path w="1188" h="1499">
                  <a:moveTo>
                    <a:pt x="1188" y="1499"/>
                  </a:moveTo>
                  <a:lnTo>
                    <a:pt x="990" y="1424"/>
                  </a:lnTo>
                  <a:lnTo>
                    <a:pt x="594" y="1124"/>
                  </a:lnTo>
                  <a:lnTo>
                    <a:pt x="264" y="824"/>
                  </a:lnTo>
                  <a:lnTo>
                    <a:pt x="0" y="374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9006870" y="2774273"/>
              <a:ext cx="1122" cy="1049"/>
            </a:xfrm>
            <a:custGeom>
              <a:avLst/>
              <a:pathLst>
                <a:path w="1122" h="1049">
                  <a:moveTo>
                    <a:pt x="0" y="0"/>
                  </a:moveTo>
                  <a:lnTo>
                    <a:pt x="330" y="0"/>
                  </a:lnTo>
                  <a:lnTo>
                    <a:pt x="726" y="299"/>
                  </a:lnTo>
                  <a:lnTo>
                    <a:pt x="990" y="674"/>
                  </a:lnTo>
                  <a:lnTo>
                    <a:pt x="1122" y="10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9006606" y="2774797"/>
              <a:ext cx="1254" cy="1424"/>
            </a:xfrm>
            <a:custGeom>
              <a:avLst/>
              <a:pathLst>
                <a:path w="1254" h="1424">
                  <a:moveTo>
                    <a:pt x="1254" y="1349"/>
                  </a:moveTo>
                  <a:lnTo>
                    <a:pt x="1254" y="1424"/>
                  </a:lnTo>
                  <a:lnTo>
                    <a:pt x="594" y="1274"/>
                  </a:lnTo>
                  <a:lnTo>
                    <a:pt x="198" y="899"/>
                  </a:lnTo>
                  <a:lnTo>
                    <a:pt x="66" y="674"/>
                  </a:lnTo>
                  <a:lnTo>
                    <a:pt x="0" y="149"/>
                  </a:lnTo>
                  <a:lnTo>
                    <a:pt x="13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9020538" y="2776821"/>
              <a:ext cx="1122" cy="824"/>
            </a:xfrm>
            <a:custGeom>
              <a:avLst/>
              <a:pathLst>
                <a:path w="1122" h="824">
                  <a:moveTo>
                    <a:pt x="0" y="0"/>
                  </a:moveTo>
                  <a:lnTo>
                    <a:pt x="395" y="74"/>
                  </a:lnTo>
                  <a:lnTo>
                    <a:pt x="791" y="299"/>
                  </a:lnTo>
                  <a:lnTo>
                    <a:pt x="1056" y="674"/>
                  </a:lnTo>
                  <a:lnTo>
                    <a:pt x="1122" y="82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9012350" y="2776971"/>
              <a:ext cx="2707" cy="749"/>
            </a:xfrm>
            <a:custGeom>
              <a:avLst/>
              <a:pathLst>
                <a:path w="2707" h="749">
                  <a:moveTo>
                    <a:pt x="0" y="0"/>
                  </a:moveTo>
                  <a:lnTo>
                    <a:pt x="66" y="0"/>
                  </a:lnTo>
                  <a:lnTo>
                    <a:pt x="594" y="0"/>
                  </a:lnTo>
                  <a:lnTo>
                    <a:pt x="1320" y="224"/>
                  </a:lnTo>
                  <a:lnTo>
                    <a:pt x="2376" y="449"/>
                  </a:lnTo>
                  <a:lnTo>
                    <a:pt x="2641" y="749"/>
                  </a:lnTo>
                  <a:lnTo>
                    <a:pt x="2707" y="7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9020472" y="2777196"/>
              <a:ext cx="1056" cy="899"/>
            </a:xfrm>
            <a:custGeom>
              <a:avLst/>
              <a:pathLst>
                <a:path w="1056" h="899">
                  <a:moveTo>
                    <a:pt x="1056" y="899"/>
                  </a:moveTo>
                  <a:lnTo>
                    <a:pt x="792" y="824"/>
                  </a:lnTo>
                  <a:lnTo>
                    <a:pt x="396" y="524"/>
                  </a:lnTo>
                  <a:lnTo>
                    <a:pt x="66" y="149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9012218" y="2777871"/>
              <a:ext cx="2640" cy="674"/>
            </a:xfrm>
            <a:custGeom>
              <a:avLst/>
              <a:pathLst>
                <a:path w="2640" h="674">
                  <a:moveTo>
                    <a:pt x="2640" y="599"/>
                  </a:moveTo>
                  <a:lnTo>
                    <a:pt x="1914" y="674"/>
                  </a:lnTo>
                  <a:lnTo>
                    <a:pt x="1320" y="599"/>
                  </a:lnTo>
                  <a:lnTo>
                    <a:pt x="461" y="449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9172516" y="2787783"/>
              <a:ext cx="259" cy="279"/>
            </a:xfrm>
            <a:custGeom>
              <a:avLst/>
              <a:pathLst>
                <a:path w="259" h="279">
                  <a:moveTo>
                    <a:pt x="13" y="0"/>
                  </a:moveTo>
                  <a:lnTo>
                    <a:pt x="123" y="22"/>
                  </a:lnTo>
                  <a:lnTo>
                    <a:pt x="221" y="114"/>
                  </a:lnTo>
                  <a:lnTo>
                    <a:pt x="259" y="218"/>
                  </a:lnTo>
                  <a:lnTo>
                    <a:pt x="185" y="279"/>
                  </a:lnTo>
                  <a:lnTo>
                    <a:pt x="105" y="236"/>
                  </a:lnTo>
                  <a:lnTo>
                    <a:pt x="8" y="200"/>
                  </a:lnTo>
                  <a:lnTo>
                    <a:pt x="0" y="137"/>
                  </a:lnTo>
                  <a:lnTo>
                    <a:pt x="1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8812911" y="2740755"/>
              <a:ext cx="23642" cy="50450"/>
            </a:xfrm>
            <a:custGeom>
              <a:avLst/>
              <a:pathLst>
                <a:path w="23642" h="50450">
                  <a:moveTo>
                    <a:pt x="0" y="0"/>
                  </a:moveTo>
                  <a:lnTo>
                    <a:pt x="1145" y="2024"/>
                  </a:lnTo>
                  <a:lnTo>
                    <a:pt x="2664" y="4185"/>
                  </a:lnTo>
                  <a:lnTo>
                    <a:pt x="4200" y="6461"/>
                  </a:lnTo>
                  <a:lnTo>
                    <a:pt x="5402" y="8281"/>
                  </a:lnTo>
                  <a:lnTo>
                    <a:pt x="6202" y="9417"/>
                  </a:lnTo>
                  <a:lnTo>
                    <a:pt x="7645" y="11370"/>
                  </a:lnTo>
                  <a:lnTo>
                    <a:pt x="9416" y="13633"/>
                  </a:lnTo>
                  <a:lnTo>
                    <a:pt x="10480" y="15486"/>
                  </a:lnTo>
                  <a:lnTo>
                    <a:pt x="11950" y="17610"/>
                  </a:lnTo>
                  <a:lnTo>
                    <a:pt x="12819" y="19354"/>
                  </a:lnTo>
                  <a:lnTo>
                    <a:pt x="13888" y="21174"/>
                  </a:lnTo>
                  <a:lnTo>
                    <a:pt x="14756" y="22843"/>
                  </a:lnTo>
                  <a:lnTo>
                    <a:pt x="15691" y="24739"/>
                  </a:lnTo>
                  <a:lnTo>
                    <a:pt x="16493" y="26559"/>
                  </a:lnTo>
                  <a:lnTo>
                    <a:pt x="17295" y="28380"/>
                  </a:lnTo>
                  <a:lnTo>
                    <a:pt x="18139" y="30410"/>
                  </a:lnTo>
                  <a:lnTo>
                    <a:pt x="19299" y="33461"/>
                  </a:lnTo>
                  <a:lnTo>
                    <a:pt x="20301" y="36495"/>
                  </a:lnTo>
                  <a:lnTo>
                    <a:pt x="20902" y="38619"/>
                  </a:lnTo>
                  <a:lnTo>
                    <a:pt x="21304" y="40515"/>
                  </a:lnTo>
                  <a:lnTo>
                    <a:pt x="21972" y="42563"/>
                  </a:lnTo>
                  <a:lnTo>
                    <a:pt x="22640" y="45293"/>
                  </a:lnTo>
                  <a:lnTo>
                    <a:pt x="23041" y="47341"/>
                  </a:lnTo>
                  <a:lnTo>
                    <a:pt x="23308" y="49161"/>
                  </a:lnTo>
                  <a:lnTo>
                    <a:pt x="23508" y="50071"/>
                  </a:lnTo>
                  <a:lnTo>
                    <a:pt x="23642" y="5045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9177438" y="2791325"/>
              <a:ext cx="207" cy="1422"/>
            </a:xfrm>
            <a:custGeom>
              <a:avLst/>
              <a:pathLst>
                <a:path w="207" h="1422">
                  <a:moveTo>
                    <a:pt x="0" y="0"/>
                  </a:moveTo>
                  <a:lnTo>
                    <a:pt x="101" y="166"/>
                  </a:lnTo>
                  <a:lnTo>
                    <a:pt x="207" y="726"/>
                  </a:lnTo>
                  <a:lnTo>
                    <a:pt x="156" y="1148"/>
                  </a:lnTo>
                  <a:lnTo>
                    <a:pt x="32" y="142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9176062" y="2792882"/>
              <a:ext cx="426" cy="284"/>
            </a:xfrm>
            <a:custGeom>
              <a:avLst/>
              <a:pathLst>
                <a:path w="426" h="284">
                  <a:moveTo>
                    <a:pt x="426" y="202"/>
                  </a:moveTo>
                  <a:lnTo>
                    <a:pt x="367" y="54"/>
                  </a:lnTo>
                  <a:lnTo>
                    <a:pt x="209" y="0"/>
                  </a:lnTo>
                  <a:lnTo>
                    <a:pt x="81" y="73"/>
                  </a:lnTo>
                  <a:lnTo>
                    <a:pt x="0" y="166"/>
                  </a:lnTo>
                  <a:lnTo>
                    <a:pt x="29" y="226"/>
                  </a:lnTo>
                  <a:lnTo>
                    <a:pt x="85" y="245"/>
                  </a:lnTo>
                  <a:lnTo>
                    <a:pt x="239" y="284"/>
                  </a:lnTo>
                  <a:lnTo>
                    <a:pt x="426" y="20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9172282" y="2788195"/>
              <a:ext cx="4830" cy="5180"/>
            </a:xfrm>
            <a:custGeom>
              <a:avLst/>
              <a:pathLst>
                <a:path w="4830" h="5180">
                  <a:moveTo>
                    <a:pt x="2306" y="5180"/>
                  </a:moveTo>
                  <a:lnTo>
                    <a:pt x="2075" y="5030"/>
                  </a:lnTo>
                  <a:lnTo>
                    <a:pt x="1575" y="4872"/>
                  </a:lnTo>
                  <a:lnTo>
                    <a:pt x="1105" y="4949"/>
                  </a:lnTo>
                  <a:lnTo>
                    <a:pt x="845" y="4931"/>
                  </a:lnTo>
                  <a:lnTo>
                    <a:pt x="384" y="4730"/>
                  </a:lnTo>
                  <a:lnTo>
                    <a:pt x="170" y="4358"/>
                  </a:lnTo>
                  <a:lnTo>
                    <a:pt x="119" y="3844"/>
                  </a:lnTo>
                  <a:lnTo>
                    <a:pt x="81" y="3398"/>
                  </a:lnTo>
                  <a:lnTo>
                    <a:pt x="29" y="2907"/>
                  </a:lnTo>
                  <a:lnTo>
                    <a:pt x="0" y="2439"/>
                  </a:lnTo>
                  <a:lnTo>
                    <a:pt x="8" y="1994"/>
                  </a:lnTo>
                  <a:lnTo>
                    <a:pt x="0" y="1503"/>
                  </a:lnTo>
                  <a:lnTo>
                    <a:pt x="8" y="1158"/>
                  </a:lnTo>
                  <a:lnTo>
                    <a:pt x="76" y="871"/>
                  </a:lnTo>
                  <a:lnTo>
                    <a:pt x="132" y="560"/>
                  </a:lnTo>
                  <a:lnTo>
                    <a:pt x="230" y="162"/>
                  </a:lnTo>
                  <a:lnTo>
                    <a:pt x="273" y="197"/>
                  </a:lnTo>
                  <a:lnTo>
                    <a:pt x="495" y="35"/>
                  </a:lnTo>
                  <a:lnTo>
                    <a:pt x="832" y="0"/>
                  </a:lnTo>
                  <a:lnTo>
                    <a:pt x="1208" y="299"/>
                  </a:lnTo>
                  <a:lnTo>
                    <a:pt x="1392" y="648"/>
                  </a:lnTo>
                  <a:lnTo>
                    <a:pt x="1520" y="919"/>
                  </a:lnTo>
                  <a:lnTo>
                    <a:pt x="1883" y="1373"/>
                  </a:lnTo>
                  <a:lnTo>
                    <a:pt x="2067" y="1701"/>
                  </a:lnTo>
                  <a:lnTo>
                    <a:pt x="2242" y="1983"/>
                  </a:lnTo>
                  <a:lnTo>
                    <a:pt x="2519" y="2280"/>
                  </a:lnTo>
                  <a:lnTo>
                    <a:pt x="2758" y="2431"/>
                  </a:lnTo>
                  <a:lnTo>
                    <a:pt x="3049" y="2561"/>
                  </a:lnTo>
                  <a:lnTo>
                    <a:pt x="3361" y="2702"/>
                  </a:lnTo>
                  <a:lnTo>
                    <a:pt x="3988" y="2975"/>
                  </a:lnTo>
                  <a:lnTo>
                    <a:pt x="4339" y="3095"/>
                  </a:lnTo>
                  <a:lnTo>
                    <a:pt x="4633" y="3169"/>
                  </a:lnTo>
                  <a:lnTo>
                    <a:pt x="4830" y="3431"/>
                  </a:lnTo>
                  <a:lnTo>
                    <a:pt x="4667" y="3816"/>
                  </a:lnTo>
                  <a:lnTo>
                    <a:pt x="4467" y="4245"/>
                  </a:lnTo>
                  <a:lnTo>
                    <a:pt x="4258" y="4573"/>
                  </a:lnTo>
                  <a:lnTo>
                    <a:pt x="4228" y="460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9174955" y="2793486"/>
              <a:ext cx="1324" cy="77"/>
            </a:xfrm>
            <a:custGeom>
              <a:avLst/>
              <a:pathLst>
                <a:path w="1324" h="77">
                  <a:moveTo>
                    <a:pt x="1324" y="0"/>
                  </a:moveTo>
                  <a:lnTo>
                    <a:pt x="858" y="77"/>
                  </a:lnTo>
                  <a:lnTo>
                    <a:pt x="585" y="70"/>
                  </a:lnTo>
                  <a:lnTo>
                    <a:pt x="132" y="47"/>
                  </a:lnTo>
                  <a:lnTo>
                    <a:pt x="0" y="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9171765" y="2787474"/>
              <a:ext cx="5449" cy="6090"/>
            </a:xfrm>
            <a:custGeom>
              <a:avLst/>
              <a:pathLst>
                <a:path w="5449" h="6090">
                  <a:moveTo>
                    <a:pt x="1827" y="6087"/>
                  </a:moveTo>
                  <a:lnTo>
                    <a:pt x="1545" y="6090"/>
                  </a:lnTo>
                  <a:lnTo>
                    <a:pt x="1182" y="6081"/>
                  </a:lnTo>
                  <a:lnTo>
                    <a:pt x="819" y="6050"/>
                  </a:lnTo>
                  <a:lnTo>
                    <a:pt x="444" y="5985"/>
                  </a:lnTo>
                  <a:lnTo>
                    <a:pt x="192" y="5611"/>
                  </a:lnTo>
                  <a:lnTo>
                    <a:pt x="72" y="5107"/>
                  </a:lnTo>
                  <a:lnTo>
                    <a:pt x="38" y="4772"/>
                  </a:lnTo>
                  <a:lnTo>
                    <a:pt x="12" y="4460"/>
                  </a:lnTo>
                  <a:lnTo>
                    <a:pt x="34" y="4037"/>
                  </a:lnTo>
                  <a:lnTo>
                    <a:pt x="25" y="3569"/>
                  </a:lnTo>
                  <a:lnTo>
                    <a:pt x="0" y="3179"/>
                  </a:lnTo>
                  <a:lnTo>
                    <a:pt x="8" y="2868"/>
                  </a:lnTo>
                  <a:lnTo>
                    <a:pt x="4" y="2500"/>
                  </a:lnTo>
                  <a:lnTo>
                    <a:pt x="76" y="2101"/>
                  </a:lnTo>
                  <a:lnTo>
                    <a:pt x="179" y="1536"/>
                  </a:lnTo>
                  <a:lnTo>
                    <a:pt x="251" y="1004"/>
                  </a:lnTo>
                  <a:lnTo>
                    <a:pt x="298" y="559"/>
                  </a:lnTo>
                  <a:lnTo>
                    <a:pt x="456" y="263"/>
                  </a:lnTo>
                  <a:lnTo>
                    <a:pt x="807" y="61"/>
                  </a:lnTo>
                  <a:lnTo>
                    <a:pt x="1161" y="25"/>
                  </a:lnTo>
                  <a:lnTo>
                    <a:pt x="1473" y="0"/>
                  </a:lnTo>
                  <a:lnTo>
                    <a:pt x="1712" y="217"/>
                  </a:lnTo>
                  <a:lnTo>
                    <a:pt x="1968" y="513"/>
                  </a:lnTo>
                  <a:lnTo>
                    <a:pt x="2203" y="786"/>
                  </a:lnTo>
                  <a:lnTo>
                    <a:pt x="2481" y="1138"/>
                  </a:lnTo>
                  <a:lnTo>
                    <a:pt x="2626" y="1387"/>
                  </a:lnTo>
                  <a:lnTo>
                    <a:pt x="2733" y="1657"/>
                  </a:lnTo>
                  <a:lnTo>
                    <a:pt x="2878" y="1917"/>
                  </a:lnTo>
                  <a:lnTo>
                    <a:pt x="3173" y="2269"/>
                  </a:lnTo>
                  <a:lnTo>
                    <a:pt x="3600" y="2625"/>
                  </a:lnTo>
                  <a:lnTo>
                    <a:pt x="3993" y="2780"/>
                  </a:lnTo>
                  <a:lnTo>
                    <a:pt x="4373" y="2957"/>
                  </a:lnTo>
                  <a:lnTo>
                    <a:pt x="4642" y="3053"/>
                  </a:lnTo>
                  <a:lnTo>
                    <a:pt x="4924" y="3161"/>
                  </a:lnTo>
                  <a:lnTo>
                    <a:pt x="5244" y="3291"/>
                  </a:lnTo>
                  <a:lnTo>
                    <a:pt x="5449" y="347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9229359" y="2749027"/>
              <a:ext cx="458" cy="49455"/>
            </a:xfrm>
            <a:custGeom>
              <a:avLst/>
              <a:pathLst>
                <a:path w="458" h="49455">
                  <a:moveTo>
                    <a:pt x="277" y="49455"/>
                  </a:moveTo>
                  <a:lnTo>
                    <a:pt x="181" y="48580"/>
                  </a:lnTo>
                  <a:lnTo>
                    <a:pt x="277" y="47048"/>
                  </a:lnTo>
                  <a:lnTo>
                    <a:pt x="80" y="45495"/>
                  </a:lnTo>
                  <a:lnTo>
                    <a:pt x="167" y="43483"/>
                  </a:lnTo>
                  <a:lnTo>
                    <a:pt x="54" y="41332"/>
                  </a:lnTo>
                  <a:lnTo>
                    <a:pt x="53" y="39631"/>
                  </a:lnTo>
                  <a:lnTo>
                    <a:pt x="249" y="36415"/>
                  </a:lnTo>
                  <a:lnTo>
                    <a:pt x="272" y="33686"/>
                  </a:lnTo>
                  <a:lnTo>
                    <a:pt x="259" y="30732"/>
                  </a:lnTo>
                  <a:lnTo>
                    <a:pt x="1" y="27816"/>
                  </a:lnTo>
                  <a:lnTo>
                    <a:pt x="269" y="25006"/>
                  </a:lnTo>
                  <a:lnTo>
                    <a:pt x="317" y="22949"/>
                  </a:lnTo>
                  <a:lnTo>
                    <a:pt x="255" y="20397"/>
                  </a:lnTo>
                  <a:lnTo>
                    <a:pt x="130" y="16950"/>
                  </a:lnTo>
                  <a:lnTo>
                    <a:pt x="108" y="14444"/>
                  </a:lnTo>
                  <a:lnTo>
                    <a:pt x="0" y="12071"/>
                  </a:lnTo>
                  <a:lnTo>
                    <a:pt x="393" y="7431"/>
                  </a:lnTo>
                  <a:lnTo>
                    <a:pt x="458" y="4615"/>
                  </a:lnTo>
                  <a:lnTo>
                    <a:pt x="374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9029571" y="2970069"/>
              <a:ext cx="697" cy="568"/>
            </a:xfrm>
            <a:custGeom>
              <a:avLst/>
              <a:pathLst>
                <a:path w="697" h="568">
                  <a:moveTo>
                    <a:pt x="39" y="455"/>
                  </a:moveTo>
                  <a:lnTo>
                    <a:pt x="258" y="545"/>
                  </a:lnTo>
                  <a:lnTo>
                    <a:pt x="496" y="568"/>
                  </a:lnTo>
                  <a:lnTo>
                    <a:pt x="626" y="480"/>
                  </a:lnTo>
                  <a:lnTo>
                    <a:pt x="697" y="268"/>
                  </a:lnTo>
                  <a:lnTo>
                    <a:pt x="568" y="112"/>
                  </a:lnTo>
                  <a:lnTo>
                    <a:pt x="349" y="0"/>
                  </a:lnTo>
                  <a:lnTo>
                    <a:pt x="80" y="110"/>
                  </a:lnTo>
                  <a:lnTo>
                    <a:pt x="0" y="35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9028444" y="2970769"/>
              <a:ext cx="207" cy="192"/>
            </a:xfrm>
            <a:custGeom>
              <a:avLst/>
              <a:pathLst>
                <a:path w="207" h="192">
                  <a:moveTo>
                    <a:pt x="0" y="145"/>
                  </a:moveTo>
                  <a:lnTo>
                    <a:pt x="40" y="13"/>
                  </a:lnTo>
                  <a:lnTo>
                    <a:pt x="141" y="0"/>
                  </a:lnTo>
                  <a:lnTo>
                    <a:pt x="207" y="71"/>
                  </a:lnTo>
                  <a:lnTo>
                    <a:pt x="134" y="176"/>
                  </a:lnTo>
                  <a:lnTo>
                    <a:pt x="60" y="192"/>
                  </a:lnTo>
                  <a:lnTo>
                    <a:pt x="0" y="14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9028134" y="2970500"/>
              <a:ext cx="967" cy="676"/>
            </a:xfrm>
            <a:custGeom>
              <a:avLst/>
              <a:pathLst>
                <a:path w="967" h="676">
                  <a:moveTo>
                    <a:pt x="0" y="676"/>
                  </a:moveTo>
                  <a:lnTo>
                    <a:pt x="258" y="644"/>
                  </a:lnTo>
                  <a:lnTo>
                    <a:pt x="607" y="556"/>
                  </a:lnTo>
                  <a:lnTo>
                    <a:pt x="787" y="367"/>
                  </a:lnTo>
                  <a:lnTo>
                    <a:pt x="967" y="201"/>
                  </a:lnTo>
                  <a:lnTo>
                    <a:pt x="937" y="34"/>
                  </a:lnTo>
                  <a:lnTo>
                    <a:pt x="719" y="0"/>
                  </a:lnTo>
                  <a:lnTo>
                    <a:pt x="410" y="87"/>
                  </a:lnTo>
                  <a:lnTo>
                    <a:pt x="221" y="109"/>
                  </a:lnTo>
                  <a:lnTo>
                    <a:pt x="1" y="375"/>
                  </a:lnTo>
                  <a:lnTo>
                    <a:pt x="0" y="59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9027470" y="2971865"/>
              <a:ext cx="217" cy="262"/>
            </a:xfrm>
            <a:custGeom>
              <a:avLst/>
              <a:pathLst>
                <a:path w="217" h="262">
                  <a:moveTo>
                    <a:pt x="150" y="0"/>
                  </a:moveTo>
                  <a:lnTo>
                    <a:pt x="45" y="45"/>
                  </a:lnTo>
                  <a:lnTo>
                    <a:pt x="0" y="160"/>
                  </a:lnTo>
                  <a:lnTo>
                    <a:pt x="41" y="262"/>
                  </a:lnTo>
                  <a:lnTo>
                    <a:pt x="121" y="254"/>
                  </a:lnTo>
                  <a:lnTo>
                    <a:pt x="217" y="144"/>
                  </a:lnTo>
                  <a:lnTo>
                    <a:pt x="15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9027275" y="2971486"/>
              <a:ext cx="547" cy="812"/>
            </a:xfrm>
            <a:custGeom>
              <a:avLst/>
              <a:pathLst>
                <a:path w="547" h="812">
                  <a:moveTo>
                    <a:pt x="305" y="48"/>
                  </a:moveTo>
                  <a:lnTo>
                    <a:pt x="105" y="214"/>
                  </a:lnTo>
                  <a:lnTo>
                    <a:pt x="40" y="332"/>
                  </a:lnTo>
                  <a:lnTo>
                    <a:pt x="0" y="599"/>
                  </a:lnTo>
                  <a:lnTo>
                    <a:pt x="148" y="812"/>
                  </a:lnTo>
                  <a:lnTo>
                    <a:pt x="337" y="801"/>
                  </a:lnTo>
                  <a:lnTo>
                    <a:pt x="477" y="701"/>
                  </a:lnTo>
                  <a:lnTo>
                    <a:pt x="547" y="546"/>
                  </a:lnTo>
                  <a:lnTo>
                    <a:pt x="537" y="356"/>
                  </a:lnTo>
                  <a:lnTo>
                    <a:pt x="529" y="167"/>
                  </a:lnTo>
                  <a:lnTo>
                    <a:pt x="430" y="0"/>
                  </a:lnTo>
                  <a:lnTo>
                    <a:pt x="400" y="4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9025804" y="2973564"/>
              <a:ext cx="508" cy="968"/>
            </a:xfrm>
            <a:custGeom>
              <a:avLst/>
              <a:pathLst>
                <a:path w="508" h="968">
                  <a:moveTo>
                    <a:pt x="507" y="735"/>
                  </a:moveTo>
                  <a:lnTo>
                    <a:pt x="507" y="602"/>
                  </a:lnTo>
                  <a:lnTo>
                    <a:pt x="508" y="345"/>
                  </a:lnTo>
                  <a:lnTo>
                    <a:pt x="499" y="189"/>
                  </a:lnTo>
                  <a:lnTo>
                    <a:pt x="380" y="0"/>
                  </a:lnTo>
                  <a:lnTo>
                    <a:pt x="191" y="10"/>
                  </a:lnTo>
                  <a:lnTo>
                    <a:pt x="61" y="132"/>
                  </a:lnTo>
                  <a:lnTo>
                    <a:pt x="11" y="299"/>
                  </a:lnTo>
                  <a:lnTo>
                    <a:pt x="0" y="421"/>
                  </a:lnTo>
                  <a:lnTo>
                    <a:pt x="0" y="689"/>
                  </a:lnTo>
                  <a:lnTo>
                    <a:pt x="19" y="800"/>
                  </a:lnTo>
                  <a:lnTo>
                    <a:pt x="187" y="968"/>
                  </a:lnTo>
                  <a:lnTo>
                    <a:pt x="187" y="95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8845535" y="2932700"/>
              <a:ext cx="11084" cy="47948"/>
            </a:xfrm>
            <a:custGeom>
              <a:avLst/>
              <a:pathLst>
                <a:path w="11084" h="47948">
                  <a:moveTo>
                    <a:pt x="11011" y="0"/>
                  </a:moveTo>
                  <a:lnTo>
                    <a:pt x="10944" y="2331"/>
                  </a:lnTo>
                  <a:lnTo>
                    <a:pt x="11035" y="4257"/>
                  </a:lnTo>
                  <a:lnTo>
                    <a:pt x="11084" y="6042"/>
                  </a:lnTo>
                  <a:lnTo>
                    <a:pt x="10988" y="8449"/>
                  </a:lnTo>
                  <a:lnTo>
                    <a:pt x="10988" y="11185"/>
                  </a:lnTo>
                  <a:lnTo>
                    <a:pt x="10698" y="13373"/>
                  </a:lnTo>
                  <a:lnTo>
                    <a:pt x="10602" y="15342"/>
                  </a:lnTo>
                  <a:lnTo>
                    <a:pt x="10313" y="17859"/>
                  </a:lnTo>
                  <a:lnTo>
                    <a:pt x="10024" y="20266"/>
                  </a:lnTo>
                  <a:lnTo>
                    <a:pt x="9446" y="23439"/>
                  </a:lnTo>
                  <a:lnTo>
                    <a:pt x="8867" y="26612"/>
                  </a:lnTo>
                  <a:lnTo>
                    <a:pt x="8192" y="29129"/>
                  </a:lnTo>
                  <a:lnTo>
                    <a:pt x="7710" y="31208"/>
                  </a:lnTo>
                  <a:lnTo>
                    <a:pt x="6940" y="33286"/>
                  </a:lnTo>
                  <a:lnTo>
                    <a:pt x="6361" y="35147"/>
                  </a:lnTo>
                  <a:lnTo>
                    <a:pt x="5783" y="36131"/>
                  </a:lnTo>
                  <a:lnTo>
                    <a:pt x="5108" y="37991"/>
                  </a:lnTo>
                  <a:lnTo>
                    <a:pt x="4530" y="39304"/>
                  </a:lnTo>
                  <a:lnTo>
                    <a:pt x="3855" y="40617"/>
                  </a:lnTo>
                  <a:lnTo>
                    <a:pt x="3084" y="41930"/>
                  </a:lnTo>
                  <a:lnTo>
                    <a:pt x="2409" y="43462"/>
                  </a:lnTo>
                  <a:lnTo>
                    <a:pt x="1446" y="45213"/>
                  </a:lnTo>
                  <a:lnTo>
                    <a:pt x="868" y="46416"/>
                  </a:lnTo>
                  <a:lnTo>
                    <a:pt x="386" y="47182"/>
                  </a:lnTo>
                  <a:lnTo>
                    <a:pt x="0" y="4794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9047120" y="2985628"/>
              <a:ext cx="1223" cy="659"/>
            </a:xfrm>
            <a:custGeom>
              <a:avLst/>
              <a:pathLst>
                <a:path w="1223" h="659">
                  <a:moveTo>
                    <a:pt x="347" y="587"/>
                  </a:moveTo>
                  <a:lnTo>
                    <a:pt x="496" y="577"/>
                  </a:lnTo>
                  <a:lnTo>
                    <a:pt x="725" y="589"/>
                  </a:lnTo>
                  <a:lnTo>
                    <a:pt x="983" y="613"/>
                  </a:lnTo>
                  <a:lnTo>
                    <a:pt x="1192" y="659"/>
                  </a:lnTo>
                  <a:lnTo>
                    <a:pt x="1223" y="481"/>
                  </a:lnTo>
                  <a:lnTo>
                    <a:pt x="1204" y="280"/>
                  </a:lnTo>
                  <a:lnTo>
                    <a:pt x="827" y="0"/>
                  </a:lnTo>
                  <a:lnTo>
                    <a:pt x="300" y="97"/>
                  </a:lnTo>
                  <a:lnTo>
                    <a:pt x="0" y="463"/>
                  </a:lnTo>
                  <a:lnTo>
                    <a:pt x="168" y="63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9136222" y="2986043"/>
              <a:ext cx="2214" cy="2836"/>
            </a:xfrm>
            <a:custGeom>
              <a:avLst/>
              <a:pathLst>
                <a:path w="2214" h="2836">
                  <a:moveTo>
                    <a:pt x="0" y="0"/>
                  </a:moveTo>
                  <a:lnTo>
                    <a:pt x="397" y="64"/>
                  </a:lnTo>
                  <a:lnTo>
                    <a:pt x="1192" y="322"/>
                  </a:lnTo>
                  <a:lnTo>
                    <a:pt x="1760" y="773"/>
                  </a:lnTo>
                  <a:lnTo>
                    <a:pt x="2157" y="1418"/>
                  </a:lnTo>
                  <a:lnTo>
                    <a:pt x="2214" y="2191"/>
                  </a:lnTo>
                  <a:lnTo>
                    <a:pt x="1987" y="283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9135541" y="2987397"/>
              <a:ext cx="1930" cy="1547"/>
            </a:xfrm>
            <a:custGeom>
              <a:avLst/>
              <a:pathLst>
                <a:path w="1930" h="1547">
                  <a:moveTo>
                    <a:pt x="1930" y="1547"/>
                  </a:moveTo>
                  <a:lnTo>
                    <a:pt x="1419" y="1482"/>
                  </a:lnTo>
                  <a:lnTo>
                    <a:pt x="567" y="966"/>
                  </a:lnTo>
                  <a:lnTo>
                    <a:pt x="57" y="451"/>
                  </a:lnTo>
                  <a:lnTo>
                    <a:pt x="0" y="64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9057119" y="2988954"/>
              <a:ext cx="337" cy="380"/>
            </a:xfrm>
            <a:custGeom>
              <a:avLst/>
              <a:pathLst>
                <a:path w="337" h="380">
                  <a:moveTo>
                    <a:pt x="204" y="380"/>
                  </a:moveTo>
                  <a:lnTo>
                    <a:pt x="290" y="284"/>
                  </a:lnTo>
                  <a:lnTo>
                    <a:pt x="337" y="32"/>
                  </a:lnTo>
                  <a:lnTo>
                    <a:pt x="174" y="0"/>
                  </a:lnTo>
                  <a:lnTo>
                    <a:pt x="0" y="38"/>
                  </a:lnTo>
                  <a:lnTo>
                    <a:pt x="93" y="281"/>
                  </a:lnTo>
                  <a:lnTo>
                    <a:pt x="204" y="38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9029078" y="2989005"/>
              <a:ext cx="537" cy="913"/>
            </a:xfrm>
            <a:custGeom>
              <a:avLst/>
              <a:pathLst>
                <a:path w="537" h="913">
                  <a:moveTo>
                    <a:pt x="237" y="913"/>
                  </a:moveTo>
                  <a:lnTo>
                    <a:pt x="396" y="758"/>
                  </a:lnTo>
                  <a:lnTo>
                    <a:pt x="536" y="547"/>
                  </a:lnTo>
                  <a:lnTo>
                    <a:pt x="537" y="391"/>
                  </a:lnTo>
                  <a:lnTo>
                    <a:pt x="518" y="257"/>
                  </a:lnTo>
                  <a:lnTo>
                    <a:pt x="449" y="78"/>
                  </a:lnTo>
                  <a:lnTo>
                    <a:pt x="270" y="0"/>
                  </a:lnTo>
                  <a:lnTo>
                    <a:pt x="31" y="132"/>
                  </a:lnTo>
                  <a:lnTo>
                    <a:pt x="0" y="511"/>
                  </a:lnTo>
                  <a:lnTo>
                    <a:pt x="29" y="645"/>
                  </a:lnTo>
                  <a:lnTo>
                    <a:pt x="58" y="779"/>
                  </a:lnTo>
                  <a:lnTo>
                    <a:pt x="147" y="890"/>
                  </a:lnTo>
                  <a:lnTo>
                    <a:pt x="157" y="89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9024654" y="2989689"/>
              <a:ext cx="157" cy="323"/>
            </a:xfrm>
            <a:custGeom>
              <a:avLst/>
              <a:pathLst>
                <a:path w="157" h="323">
                  <a:moveTo>
                    <a:pt x="157" y="323"/>
                  </a:moveTo>
                  <a:lnTo>
                    <a:pt x="138" y="100"/>
                  </a:lnTo>
                  <a:lnTo>
                    <a:pt x="9" y="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9056698" y="2988701"/>
              <a:ext cx="868" cy="1338"/>
            </a:xfrm>
            <a:custGeom>
              <a:avLst/>
              <a:pathLst>
                <a:path w="868" h="1338">
                  <a:moveTo>
                    <a:pt x="868" y="58"/>
                  </a:moveTo>
                  <a:lnTo>
                    <a:pt x="580" y="34"/>
                  </a:lnTo>
                  <a:lnTo>
                    <a:pt x="411" y="0"/>
                  </a:lnTo>
                  <a:lnTo>
                    <a:pt x="172" y="87"/>
                  </a:lnTo>
                  <a:lnTo>
                    <a:pt x="22" y="264"/>
                  </a:lnTo>
                  <a:lnTo>
                    <a:pt x="0" y="654"/>
                  </a:lnTo>
                  <a:lnTo>
                    <a:pt x="68" y="844"/>
                  </a:lnTo>
                  <a:lnTo>
                    <a:pt x="146" y="1090"/>
                  </a:lnTo>
                  <a:lnTo>
                    <a:pt x="245" y="1235"/>
                  </a:lnTo>
                  <a:lnTo>
                    <a:pt x="622" y="1338"/>
                  </a:lnTo>
                  <a:lnTo>
                    <a:pt x="632" y="133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9057599" y="2988884"/>
              <a:ext cx="362" cy="1156"/>
            </a:xfrm>
            <a:custGeom>
              <a:avLst/>
              <a:pathLst>
                <a:path w="362" h="1156">
                  <a:moveTo>
                    <a:pt x="0" y="1156"/>
                  </a:moveTo>
                  <a:lnTo>
                    <a:pt x="210" y="924"/>
                  </a:lnTo>
                  <a:lnTo>
                    <a:pt x="291" y="635"/>
                  </a:lnTo>
                  <a:lnTo>
                    <a:pt x="342" y="423"/>
                  </a:lnTo>
                  <a:lnTo>
                    <a:pt x="362" y="223"/>
                  </a:lnTo>
                  <a:lnTo>
                    <a:pt x="275" y="0"/>
                  </a:lnTo>
                  <a:lnTo>
                    <a:pt x="274" y="1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9024405" y="2989732"/>
              <a:ext cx="207" cy="401"/>
            </a:xfrm>
            <a:custGeom>
              <a:avLst/>
              <a:pathLst>
                <a:path w="207" h="401">
                  <a:moveTo>
                    <a:pt x="0" y="0"/>
                  </a:moveTo>
                  <a:lnTo>
                    <a:pt x="39" y="200"/>
                  </a:lnTo>
                  <a:lnTo>
                    <a:pt x="118" y="368"/>
                  </a:lnTo>
                  <a:lnTo>
                    <a:pt x="197" y="401"/>
                  </a:lnTo>
                  <a:lnTo>
                    <a:pt x="207" y="40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9023230" y="2990297"/>
              <a:ext cx="367" cy="89"/>
            </a:xfrm>
            <a:custGeom>
              <a:avLst/>
              <a:pathLst>
                <a:path w="367" h="89">
                  <a:moveTo>
                    <a:pt x="367" y="89"/>
                  </a:moveTo>
                  <a:lnTo>
                    <a:pt x="308" y="22"/>
                  </a:lnTo>
                  <a:lnTo>
                    <a:pt x="169" y="0"/>
                  </a:lnTo>
                  <a:lnTo>
                    <a:pt x="29" y="10"/>
                  </a:lnTo>
                  <a:lnTo>
                    <a:pt x="0" y="3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9022792" y="2990418"/>
              <a:ext cx="228" cy="43"/>
            </a:xfrm>
            <a:custGeom>
              <a:avLst/>
              <a:pathLst>
                <a:path w="228" h="43">
                  <a:moveTo>
                    <a:pt x="228" y="0"/>
                  </a:moveTo>
                  <a:lnTo>
                    <a:pt x="0" y="43"/>
                  </a:lnTo>
                  <a:lnTo>
                    <a:pt x="9" y="3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9023159" y="2990509"/>
              <a:ext cx="338" cy="144"/>
            </a:xfrm>
            <a:custGeom>
              <a:avLst/>
              <a:pathLst>
                <a:path w="338" h="144">
                  <a:moveTo>
                    <a:pt x="0" y="132"/>
                  </a:moveTo>
                  <a:lnTo>
                    <a:pt x="149" y="144"/>
                  </a:lnTo>
                  <a:lnTo>
                    <a:pt x="328" y="0"/>
                  </a:lnTo>
                  <a:lnTo>
                    <a:pt x="33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9022613" y="2990607"/>
              <a:ext cx="417" cy="88"/>
            </a:xfrm>
            <a:custGeom>
              <a:avLst/>
              <a:pathLst>
                <a:path w="417" h="88">
                  <a:moveTo>
                    <a:pt x="0" y="65"/>
                  </a:moveTo>
                  <a:lnTo>
                    <a:pt x="138" y="88"/>
                  </a:lnTo>
                  <a:lnTo>
                    <a:pt x="327" y="44"/>
                  </a:lnTo>
                  <a:lnTo>
                    <a:pt x="407" y="22"/>
                  </a:lnTo>
                  <a:lnTo>
                    <a:pt x="41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9025590" y="2990655"/>
              <a:ext cx="209" cy="221"/>
            </a:xfrm>
            <a:custGeom>
              <a:avLst/>
              <a:pathLst>
                <a:path w="209" h="221">
                  <a:moveTo>
                    <a:pt x="127" y="0"/>
                  </a:moveTo>
                  <a:lnTo>
                    <a:pt x="209" y="121"/>
                  </a:lnTo>
                  <a:lnTo>
                    <a:pt x="179" y="179"/>
                  </a:lnTo>
                  <a:lnTo>
                    <a:pt x="87" y="221"/>
                  </a:lnTo>
                  <a:lnTo>
                    <a:pt x="0" y="217"/>
                  </a:lnTo>
                  <a:lnTo>
                    <a:pt x="19" y="77"/>
                  </a:lnTo>
                  <a:lnTo>
                    <a:pt x="12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9026887" y="2990189"/>
              <a:ext cx="911" cy="713"/>
            </a:xfrm>
            <a:custGeom>
              <a:avLst/>
              <a:pathLst>
                <a:path w="911" h="713">
                  <a:moveTo>
                    <a:pt x="911" y="577"/>
                  </a:moveTo>
                  <a:lnTo>
                    <a:pt x="861" y="510"/>
                  </a:lnTo>
                  <a:lnTo>
                    <a:pt x="716" y="513"/>
                  </a:lnTo>
                  <a:lnTo>
                    <a:pt x="607" y="423"/>
                  </a:lnTo>
                  <a:lnTo>
                    <a:pt x="567" y="267"/>
                  </a:lnTo>
                  <a:lnTo>
                    <a:pt x="647" y="145"/>
                  </a:lnTo>
                  <a:lnTo>
                    <a:pt x="499" y="0"/>
                  </a:lnTo>
                  <a:lnTo>
                    <a:pt x="181" y="54"/>
                  </a:lnTo>
                  <a:lnTo>
                    <a:pt x="60" y="221"/>
                  </a:lnTo>
                  <a:lnTo>
                    <a:pt x="26" y="336"/>
                  </a:lnTo>
                  <a:lnTo>
                    <a:pt x="0" y="521"/>
                  </a:lnTo>
                  <a:lnTo>
                    <a:pt x="278" y="589"/>
                  </a:lnTo>
                  <a:lnTo>
                    <a:pt x="397" y="634"/>
                  </a:lnTo>
                  <a:lnTo>
                    <a:pt x="506" y="713"/>
                  </a:lnTo>
                  <a:lnTo>
                    <a:pt x="655" y="713"/>
                  </a:lnTo>
                  <a:lnTo>
                    <a:pt x="725" y="713"/>
                  </a:lnTo>
                  <a:lnTo>
                    <a:pt x="786" y="677"/>
                  </a:lnTo>
                  <a:lnTo>
                    <a:pt x="844" y="68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9025784" y="2990495"/>
              <a:ext cx="337" cy="446"/>
            </a:xfrm>
            <a:custGeom>
              <a:avLst/>
              <a:pathLst>
                <a:path w="337" h="446">
                  <a:moveTo>
                    <a:pt x="127" y="446"/>
                  </a:moveTo>
                  <a:lnTo>
                    <a:pt x="296" y="335"/>
                  </a:lnTo>
                  <a:lnTo>
                    <a:pt x="337" y="201"/>
                  </a:lnTo>
                  <a:lnTo>
                    <a:pt x="258" y="90"/>
                  </a:lnTo>
                  <a:lnTo>
                    <a:pt x="148" y="33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9025425" y="2990683"/>
              <a:ext cx="128" cy="445"/>
            </a:xfrm>
            <a:custGeom>
              <a:avLst/>
              <a:pathLst>
                <a:path w="128" h="445">
                  <a:moveTo>
                    <a:pt x="60" y="0"/>
                  </a:moveTo>
                  <a:lnTo>
                    <a:pt x="0" y="166"/>
                  </a:lnTo>
                  <a:lnTo>
                    <a:pt x="18" y="423"/>
                  </a:lnTo>
                  <a:lnTo>
                    <a:pt x="128" y="44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9021388" y="2990970"/>
              <a:ext cx="447" cy="745"/>
            </a:xfrm>
            <a:custGeom>
              <a:avLst/>
              <a:pathLst>
                <a:path w="447" h="745">
                  <a:moveTo>
                    <a:pt x="172" y="90"/>
                  </a:moveTo>
                  <a:lnTo>
                    <a:pt x="40" y="222"/>
                  </a:lnTo>
                  <a:lnTo>
                    <a:pt x="0" y="366"/>
                  </a:lnTo>
                  <a:lnTo>
                    <a:pt x="28" y="589"/>
                  </a:lnTo>
                  <a:lnTo>
                    <a:pt x="107" y="745"/>
                  </a:lnTo>
                  <a:lnTo>
                    <a:pt x="286" y="690"/>
                  </a:lnTo>
                  <a:lnTo>
                    <a:pt x="416" y="546"/>
                  </a:lnTo>
                  <a:lnTo>
                    <a:pt x="436" y="401"/>
                  </a:lnTo>
                  <a:lnTo>
                    <a:pt x="447" y="234"/>
                  </a:lnTo>
                  <a:lnTo>
                    <a:pt x="407" y="123"/>
                  </a:lnTo>
                  <a:lnTo>
                    <a:pt x="289" y="19"/>
                  </a:lnTo>
                  <a:lnTo>
                    <a:pt x="25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9018407" y="2997121"/>
              <a:ext cx="227" cy="245"/>
            </a:xfrm>
            <a:custGeom>
              <a:avLst/>
              <a:pathLst>
                <a:path w="227" h="245">
                  <a:moveTo>
                    <a:pt x="0" y="0"/>
                  </a:moveTo>
                  <a:lnTo>
                    <a:pt x="109" y="100"/>
                  </a:lnTo>
                  <a:lnTo>
                    <a:pt x="198" y="201"/>
                  </a:lnTo>
                  <a:lnTo>
                    <a:pt x="227" y="24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9207409" y="2945347"/>
              <a:ext cx="18772" cy="52027"/>
            </a:xfrm>
            <a:custGeom>
              <a:avLst/>
              <a:pathLst>
                <a:path w="18772" h="52027">
                  <a:moveTo>
                    <a:pt x="0" y="52027"/>
                  </a:moveTo>
                  <a:lnTo>
                    <a:pt x="1156" y="49729"/>
                  </a:lnTo>
                  <a:lnTo>
                    <a:pt x="2120" y="47979"/>
                  </a:lnTo>
                  <a:lnTo>
                    <a:pt x="2988" y="46009"/>
                  </a:lnTo>
                  <a:lnTo>
                    <a:pt x="3855" y="44477"/>
                  </a:lnTo>
                  <a:lnTo>
                    <a:pt x="4530" y="42617"/>
                  </a:lnTo>
                  <a:lnTo>
                    <a:pt x="5398" y="40757"/>
                  </a:lnTo>
                  <a:lnTo>
                    <a:pt x="6361" y="38569"/>
                  </a:lnTo>
                  <a:lnTo>
                    <a:pt x="7421" y="35943"/>
                  </a:lnTo>
                  <a:lnTo>
                    <a:pt x="8192" y="33974"/>
                  </a:lnTo>
                  <a:lnTo>
                    <a:pt x="8963" y="32223"/>
                  </a:lnTo>
                  <a:lnTo>
                    <a:pt x="10024" y="29706"/>
                  </a:lnTo>
                  <a:lnTo>
                    <a:pt x="10891" y="27409"/>
                  </a:lnTo>
                  <a:lnTo>
                    <a:pt x="11566" y="25330"/>
                  </a:lnTo>
                  <a:lnTo>
                    <a:pt x="12433" y="22485"/>
                  </a:lnTo>
                  <a:lnTo>
                    <a:pt x="13108" y="20734"/>
                  </a:lnTo>
                  <a:lnTo>
                    <a:pt x="13879" y="18327"/>
                  </a:lnTo>
                  <a:lnTo>
                    <a:pt x="14650" y="16029"/>
                  </a:lnTo>
                  <a:lnTo>
                    <a:pt x="15325" y="13732"/>
                  </a:lnTo>
                  <a:lnTo>
                    <a:pt x="15999" y="11325"/>
                  </a:lnTo>
                  <a:lnTo>
                    <a:pt x="16385" y="10231"/>
                  </a:lnTo>
                  <a:lnTo>
                    <a:pt x="16674" y="8699"/>
                  </a:lnTo>
                  <a:lnTo>
                    <a:pt x="17445" y="6073"/>
                  </a:lnTo>
                  <a:lnTo>
                    <a:pt x="17831" y="4103"/>
                  </a:lnTo>
                  <a:lnTo>
                    <a:pt x="18313" y="2024"/>
                  </a:lnTo>
                  <a:lnTo>
                    <a:pt x="18772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9018523" y="2997578"/>
              <a:ext cx="70" cy="378"/>
            </a:xfrm>
            <a:custGeom>
              <a:avLst/>
              <a:pathLst>
                <a:path w="70" h="378">
                  <a:moveTo>
                    <a:pt x="70" y="0"/>
                  </a:moveTo>
                  <a:lnTo>
                    <a:pt x="40" y="133"/>
                  </a:lnTo>
                  <a:lnTo>
                    <a:pt x="20" y="289"/>
                  </a:lnTo>
                  <a:lnTo>
                    <a:pt x="0" y="37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9018095" y="2998258"/>
              <a:ext cx="427" cy="76"/>
            </a:xfrm>
            <a:custGeom>
              <a:avLst/>
              <a:pathLst>
                <a:path w="427" h="76">
                  <a:moveTo>
                    <a:pt x="427" y="0"/>
                  </a:moveTo>
                  <a:lnTo>
                    <a:pt x="298" y="21"/>
                  </a:lnTo>
                  <a:lnTo>
                    <a:pt x="159" y="43"/>
                  </a:lnTo>
                  <a:lnTo>
                    <a:pt x="0" y="7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9017530" y="2997076"/>
              <a:ext cx="679" cy="1268"/>
            </a:xfrm>
            <a:custGeom>
              <a:avLst/>
              <a:pathLst>
                <a:path w="679" h="1268">
                  <a:moveTo>
                    <a:pt x="276" y="1268"/>
                  </a:moveTo>
                  <a:lnTo>
                    <a:pt x="98" y="1179"/>
                  </a:lnTo>
                  <a:lnTo>
                    <a:pt x="0" y="1034"/>
                  </a:lnTo>
                  <a:lnTo>
                    <a:pt x="99" y="822"/>
                  </a:lnTo>
                  <a:lnTo>
                    <a:pt x="120" y="633"/>
                  </a:lnTo>
                  <a:lnTo>
                    <a:pt x="249" y="477"/>
                  </a:lnTo>
                  <a:lnTo>
                    <a:pt x="360" y="310"/>
                  </a:lnTo>
                  <a:lnTo>
                    <a:pt x="429" y="121"/>
                  </a:lnTo>
                  <a:lnTo>
                    <a:pt x="499" y="66"/>
                  </a:lnTo>
                  <a:lnTo>
                    <a:pt x="569" y="44"/>
                  </a:lnTo>
                  <a:lnTo>
                    <a:pt x="67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9018810" y="2997835"/>
              <a:ext cx="60" cy="579"/>
            </a:xfrm>
            <a:custGeom>
              <a:avLst/>
              <a:pathLst>
                <a:path w="60" h="579">
                  <a:moveTo>
                    <a:pt x="0" y="579"/>
                  </a:moveTo>
                  <a:lnTo>
                    <a:pt x="40" y="434"/>
                  </a:lnTo>
                  <a:lnTo>
                    <a:pt x="60" y="356"/>
                  </a:lnTo>
                  <a:lnTo>
                    <a:pt x="41" y="144"/>
                  </a:lnTo>
                  <a:lnTo>
                    <a:pt x="41" y="11"/>
                  </a:lnTo>
                  <a:lnTo>
                    <a:pt x="3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9052959" y="2997182"/>
              <a:ext cx="1019" cy="1509"/>
            </a:xfrm>
            <a:custGeom>
              <a:avLst/>
              <a:pathLst>
                <a:path w="1019" h="1509">
                  <a:moveTo>
                    <a:pt x="816" y="1247"/>
                  </a:moveTo>
                  <a:lnTo>
                    <a:pt x="906" y="1047"/>
                  </a:lnTo>
                  <a:lnTo>
                    <a:pt x="908" y="779"/>
                  </a:lnTo>
                  <a:lnTo>
                    <a:pt x="948" y="679"/>
                  </a:lnTo>
                  <a:lnTo>
                    <a:pt x="1019" y="357"/>
                  </a:lnTo>
                  <a:lnTo>
                    <a:pt x="912" y="0"/>
                  </a:lnTo>
                  <a:lnTo>
                    <a:pt x="584" y="31"/>
                  </a:lnTo>
                  <a:lnTo>
                    <a:pt x="433" y="331"/>
                  </a:lnTo>
                  <a:lnTo>
                    <a:pt x="260" y="1021"/>
                  </a:lnTo>
                  <a:lnTo>
                    <a:pt x="0" y="1509"/>
                  </a:lnTo>
                  <a:lnTo>
                    <a:pt x="0" y="149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9018094" y="2998614"/>
              <a:ext cx="477" cy="99"/>
            </a:xfrm>
            <a:custGeom>
              <a:avLst/>
              <a:pathLst>
                <a:path w="477" h="99">
                  <a:moveTo>
                    <a:pt x="0" y="43"/>
                  </a:moveTo>
                  <a:lnTo>
                    <a:pt x="79" y="99"/>
                  </a:lnTo>
                  <a:lnTo>
                    <a:pt x="318" y="44"/>
                  </a:lnTo>
                  <a:lnTo>
                    <a:pt x="477" y="11"/>
                  </a:lnTo>
                  <a:lnTo>
                    <a:pt x="47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9016783" y="2996563"/>
              <a:ext cx="2208" cy="2181"/>
            </a:xfrm>
            <a:custGeom>
              <a:avLst/>
              <a:pathLst>
                <a:path w="2208" h="2181">
                  <a:moveTo>
                    <a:pt x="2198" y="1038"/>
                  </a:moveTo>
                  <a:lnTo>
                    <a:pt x="2208" y="871"/>
                  </a:lnTo>
                  <a:lnTo>
                    <a:pt x="2089" y="615"/>
                  </a:lnTo>
                  <a:lnTo>
                    <a:pt x="1902" y="380"/>
                  </a:lnTo>
                  <a:lnTo>
                    <a:pt x="1634" y="123"/>
                  </a:lnTo>
                  <a:lnTo>
                    <a:pt x="1356" y="0"/>
                  </a:lnTo>
                  <a:lnTo>
                    <a:pt x="1047" y="244"/>
                  </a:lnTo>
                  <a:lnTo>
                    <a:pt x="927" y="433"/>
                  </a:lnTo>
                  <a:lnTo>
                    <a:pt x="688" y="666"/>
                  </a:lnTo>
                  <a:lnTo>
                    <a:pt x="319" y="1144"/>
                  </a:lnTo>
                  <a:lnTo>
                    <a:pt x="179" y="1389"/>
                  </a:lnTo>
                  <a:lnTo>
                    <a:pt x="0" y="1767"/>
                  </a:lnTo>
                  <a:lnTo>
                    <a:pt x="138" y="1979"/>
                  </a:lnTo>
                  <a:lnTo>
                    <a:pt x="316" y="2091"/>
                  </a:lnTo>
                  <a:lnTo>
                    <a:pt x="495" y="2158"/>
                  </a:lnTo>
                  <a:lnTo>
                    <a:pt x="783" y="2181"/>
                  </a:lnTo>
                  <a:lnTo>
                    <a:pt x="883" y="2148"/>
                  </a:lnTo>
                  <a:lnTo>
                    <a:pt x="1032" y="2115"/>
                  </a:lnTo>
                  <a:lnTo>
                    <a:pt x="1032" y="210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9053543" y="2998707"/>
              <a:ext cx="141" cy="445"/>
            </a:xfrm>
            <a:custGeom>
              <a:avLst/>
              <a:pathLst>
                <a:path w="141" h="445">
                  <a:moveTo>
                    <a:pt x="0" y="445"/>
                  </a:moveTo>
                  <a:lnTo>
                    <a:pt x="30" y="278"/>
                  </a:lnTo>
                  <a:lnTo>
                    <a:pt x="120" y="167"/>
                  </a:lnTo>
                  <a:lnTo>
                    <a:pt x="141" y="100"/>
                  </a:lnTo>
                  <a:lnTo>
                    <a:pt x="111" y="11"/>
                  </a:lnTo>
                  <a:lnTo>
                    <a:pt x="11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9052658" y="2998880"/>
              <a:ext cx="674" cy="725"/>
            </a:xfrm>
            <a:custGeom>
              <a:avLst/>
              <a:pathLst>
                <a:path w="674" h="725">
                  <a:moveTo>
                    <a:pt x="101" y="0"/>
                  </a:moveTo>
                  <a:lnTo>
                    <a:pt x="0" y="211"/>
                  </a:lnTo>
                  <a:lnTo>
                    <a:pt x="0" y="378"/>
                  </a:lnTo>
                  <a:lnTo>
                    <a:pt x="28" y="489"/>
                  </a:lnTo>
                  <a:lnTo>
                    <a:pt x="177" y="668"/>
                  </a:lnTo>
                  <a:lnTo>
                    <a:pt x="276" y="725"/>
                  </a:lnTo>
                  <a:lnTo>
                    <a:pt x="395" y="725"/>
                  </a:lnTo>
                  <a:lnTo>
                    <a:pt x="525" y="637"/>
                  </a:lnTo>
                  <a:lnTo>
                    <a:pt x="674" y="571"/>
                  </a:lnTo>
                  <a:lnTo>
                    <a:pt x="674" y="5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9051066" y="2999585"/>
              <a:ext cx="238" cy="389"/>
            </a:xfrm>
            <a:custGeom>
              <a:avLst/>
              <a:pathLst>
                <a:path w="238" h="389">
                  <a:moveTo>
                    <a:pt x="238" y="0"/>
                  </a:moveTo>
                  <a:lnTo>
                    <a:pt x="0" y="98"/>
                  </a:lnTo>
                  <a:lnTo>
                    <a:pt x="49" y="266"/>
                  </a:lnTo>
                  <a:lnTo>
                    <a:pt x="97" y="38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9051302" y="2999787"/>
              <a:ext cx="309" cy="421"/>
            </a:xfrm>
            <a:custGeom>
              <a:avLst/>
              <a:pathLst>
                <a:path w="309" h="421">
                  <a:moveTo>
                    <a:pt x="0" y="421"/>
                  </a:moveTo>
                  <a:lnTo>
                    <a:pt x="149" y="377"/>
                  </a:lnTo>
                  <a:lnTo>
                    <a:pt x="209" y="278"/>
                  </a:lnTo>
                  <a:lnTo>
                    <a:pt x="309" y="189"/>
                  </a:lnTo>
                  <a:lnTo>
                    <a:pt x="300" y="22"/>
                  </a:lnTo>
                  <a:lnTo>
                    <a:pt x="30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9132183" y="2999385"/>
              <a:ext cx="2443" cy="1584"/>
            </a:xfrm>
            <a:custGeom>
              <a:avLst/>
              <a:pathLst>
                <a:path w="2443" h="1584">
                  <a:moveTo>
                    <a:pt x="0" y="1584"/>
                  </a:moveTo>
                  <a:lnTo>
                    <a:pt x="349" y="924"/>
                  </a:lnTo>
                  <a:lnTo>
                    <a:pt x="930" y="396"/>
                  </a:lnTo>
                  <a:lnTo>
                    <a:pt x="244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9092066" y="2999854"/>
              <a:ext cx="1168" cy="1231"/>
            </a:xfrm>
            <a:custGeom>
              <a:avLst/>
              <a:pathLst>
                <a:path w="1168" h="1231">
                  <a:moveTo>
                    <a:pt x="6" y="132"/>
                  </a:moveTo>
                  <a:lnTo>
                    <a:pt x="0" y="377"/>
                  </a:lnTo>
                  <a:lnTo>
                    <a:pt x="107" y="634"/>
                  </a:lnTo>
                  <a:lnTo>
                    <a:pt x="393" y="837"/>
                  </a:lnTo>
                  <a:lnTo>
                    <a:pt x="659" y="1096"/>
                  </a:lnTo>
                  <a:lnTo>
                    <a:pt x="847" y="1231"/>
                  </a:lnTo>
                  <a:lnTo>
                    <a:pt x="1097" y="1055"/>
                  </a:lnTo>
                  <a:lnTo>
                    <a:pt x="1168" y="777"/>
                  </a:lnTo>
                  <a:lnTo>
                    <a:pt x="1003" y="274"/>
                  </a:lnTo>
                  <a:lnTo>
                    <a:pt x="756" y="127"/>
                  </a:lnTo>
                  <a:lnTo>
                    <a:pt x="539" y="14"/>
                  </a:lnTo>
                  <a:lnTo>
                    <a:pt x="181" y="0"/>
                  </a:lnTo>
                  <a:lnTo>
                    <a:pt x="124" y="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9091416" y="3001133"/>
              <a:ext cx="420" cy="336"/>
            </a:xfrm>
            <a:custGeom>
              <a:avLst/>
              <a:pathLst>
                <a:path w="420" h="336">
                  <a:moveTo>
                    <a:pt x="420" y="336"/>
                  </a:moveTo>
                  <a:lnTo>
                    <a:pt x="417" y="203"/>
                  </a:lnTo>
                  <a:lnTo>
                    <a:pt x="376" y="61"/>
                  </a:lnTo>
                  <a:lnTo>
                    <a:pt x="266" y="0"/>
                  </a:lnTo>
                  <a:lnTo>
                    <a:pt x="186" y="0"/>
                  </a:lnTo>
                  <a:lnTo>
                    <a:pt x="0" y="56"/>
                  </a:lnTo>
                  <a:lnTo>
                    <a:pt x="19" y="238"/>
                  </a:lnTo>
                  <a:lnTo>
                    <a:pt x="334" y="320"/>
                  </a:lnTo>
                  <a:lnTo>
                    <a:pt x="420" y="33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9090927" y="3000590"/>
              <a:ext cx="1552" cy="1825"/>
            </a:xfrm>
            <a:custGeom>
              <a:avLst/>
              <a:pathLst>
                <a:path w="1552" h="1825">
                  <a:moveTo>
                    <a:pt x="151" y="0"/>
                  </a:moveTo>
                  <a:lnTo>
                    <a:pt x="0" y="399"/>
                  </a:lnTo>
                  <a:lnTo>
                    <a:pt x="7" y="745"/>
                  </a:lnTo>
                  <a:lnTo>
                    <a:pt x="133" y="1102"/>
                  </a:lnTo>
                  <a:lnTo>
                    <a:pt x="459" y="1362"/>
                  </a:lnTo>
                  <a:lnTo>
                    <a:pt x="824" y="1666"/>
                  </a:lnTo>
                  <a:lnTo>
                    <a:pt x="1012" y="1790"/>
                  </a:lnTo>
                  <a:lnTo>
                    <a:pt x="1210" y="1825"/>
                  </a:lnTo>
                  <a:lnTo>
                    <a:pt x="1430" y="1660"/>
                  </a:lnTo>
                  <a:lnTo>
                    <a:pt x="1552" y="1249"/>
                  </a:lnTo>
                  <a:lnTo>
                    <a:pt x="1093" y="353"/>
                  </a:lnTo>
                  <a:lnTo>
                    <a:pt x="865" y="195"/>
                  </a:lnTo>
                  <a:lnTo>
                    <a:pt x="565" y="101"/>
                  </a:lnTo>
                  <a:lnTo>
                    <a:pt x="408" y="54"/>
                  </a:lnTo>
                  <a:lnTo>
                    <a:pt x="330" y="2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9132649" y="3000705"/>
              <a:ext cx="2792" cy="2113"/>
            </a:xfrm>
            <a:custGeom>
              <a:avLst/>
              <a:pathLst>
                <a:path w="2792" h="2113">
                  <a:moveTo>
                    <a:pt x="2792" y="0"/>
                  </a:moveTo>
                  <a:lnTo>
                    <a:pt x="2675" y="660"/>
                  </a:lnTo>
                  <a:lnTo>
                    <a:pt x="2210" y="1320"/>
                  </a:lnTo>
                  <a:lnTo>
                    <a:pt x="1163" y="1981"/>
                  </a:lnTo>
                  <a:lnTo>
                    <a:pt x="348" y="1981"/>
                  </a:lnTo>
                  <a:lnTo>
                    <a:pt x="0" y="211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9037736" y="3003402"/>
              <a:ext cx="317" cy="124"/>
            </a:xfrm>
            <a:custGeom>
              <a:avLst/>
              <a:pathLst>
                <a:path w="317" h="124">
                  <a:moveTo>
                    <a:pt x="317" y="124"/>
                  </a:moveTo>
                  <a:lnTo>
                    <a:pt x="178" y="34"/>
                  </a:lnTo>
                  <a:lnTo>
                    <a:pt x="0" y="0"/>
                  </a:lnTo>
                  <a:lnTo>
                    <a:pt x="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9175360" y="3000454"/>
              <a:ext cx="1366" cy="3102"/>
            </a:xfrm>
            <a:custGeom>
              <a:avLst/>
              <a:pathLst>
                <a:path w="1366" h="3102">
                  <a:moveTo>
                    <a:pt x="0" y="0"/>
                  </a:moveTo>
                  <a:lnTo>
                    <a:pt x="683" y="310"/>
                  </a:lnTo>
                  <a:lnTo>
                    <a:pt x="1230" y="775"/>
                  </a:lnTo>
                  <a:lnTo>
                    <a:pt x="1366" y="1551"/>
                  </a:lnTo>
                  <a:lnTo>
                    <a:pt x="1366" y="2326"/>
                  </a:lnTo>
                  <a:lnTo>
                    <a:pt x="1230" y="310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9037735" y="3003670"/>
              <a:ext cx="277" cy="68"/>
            </a:xfrm>
            <a:custGeom>
              <a:avLst/>
              <a:pathLst>
                <a:path w="277" h="68">
                  <a:moveTo>
                    <a:pt x="0" y="0"/>
                  </a:moveTo>
                  <a:lnTo>
                    <a:pt x="99" y="44"/>
                  </a:lnTo>
                  <a:lnTo>
                    <a:pt x="277" y="68"/>
                  </a:lnTo>
                  <a:lnTo>
                    <a:pt x="277" y="4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9174404" y="3001540"/>
              <a:ext cx="819" cy="3102"/>
            </a:xfrm>
            <a:custGeom>
              <a:avLst/>
              <a:pathLst>
                <a:path w="819" h="3102">
                  <a:moveTo>
                    <a:pt x="819" y="3102"/>
                  </a:moveTo>
                  <a:lnTo>
                    <a:pt x="546" y="2947"/>
                  </a:lnTo>
                  <a:lnTo>
                    <a:pt x="272" y="2482"/>
                  </a:lnTo>
                  <a:lnTo>
                    <a:pt x="0" y="1551"/>
                  </a:lnTo>
                  <a:lnTo>
                    <a:pt x="0" y="1085"/>
                  </a:lnTo>
                  <a:lnTo>
                    <a:pt x="0" y="620"/>
                  </a:lnTo>
                  <a:lnTo>
                    <a:pt x="13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9037532" y="3004594"/>
              <a:ext cx="238" cy="168"/>
            </a:xfrm>
            <a:custGeom>
              <a:avLst/>
              <a:pathLst>
                <a:path w="238" h="168">
                  <a:moveTo>
                    <a:pt x="238" y="168"/>
                  </a:moveTo>
                  <a:lnTo>
                    <a:pt x="159" y="45"/>
                  </a:lnTo>
                  <a:lnTo>
                    <a:pt x="10" y="0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9037352" y="3004793"/>
              <a:ext cx="297" cy="235"/>
            </a:xfrm>
            <a:custGeom>
              <a:avLst/>
              <a:pathLst>
                <a:path w="297" h="235">
                  <a:moveTo>
                    <a:pt x="0" y="0"/>
                  </a:moveTo>
                  <a:lnTo>
                    <a:pt x="108" y="189"/>
                  </a:lnTo>
                  <a:lnTo>
                    <a:pt x="297" y="23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9028092" y="3005424"/>
              <a:ext cx="478" cy="466"/>
            </a:xfrm>
            <a:custGeom>
              <a:avLst/>
              <a:pathLst>
                <a:path w="478" h="466">
                  <a:moveTo>
                    <a:pt x="478" y="0"/>
                  </a:moveTo>
                  <a:lnTo>
                    <a:pt x="249" y="121"/>
                  </a:lnTo>
                  <a:lnTo>
                    <a:pt x="60" y="243"/>
                  </a:lnTo>
                  <a:lnTo>
                    <a:pt x="0" y="46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9035649" y="3005945"/>
              <a:ext cx="407" cy="78"/>
            </a:xfrm>
            <a:custGeom>
              <a:avLst/>
              <a:pathLst>
                <a:path w="407" h="78">
                  <a:moveTo>
                    <a:pt x="407" y="78"/>
                  </a:moveTo>
                  <a:lnTo>
                    <a:pt x="208" y="0"/>
                  </a:lnTo>
                  <a:lnTo>
                    <a:pt x="59" y="32"/>
                  </a:lnTo>
                  <a:lnTo>
                    <a:pt x="10" y="32"/>
                  </a:lnTo>
                  <a:lnTo>
                    <a:pt x="0" y="3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9090453" y="3005625"/>
              <a:ext cx="388" cy="443"/>
            </a:xfrm>
            <a:custGeom>
              <a:avLst/>
              <a:pathLst>
                <a:path w="388" h="443">
                  <a:moveTo>
                    <a:pt x="337" y="378"/>
                  </a:moveTo>
                  <a:lnTo>
                    <a:pt x="388" y="268"/>
                  </a:lnTo>
                  <a:lnTo>
                    <a:pt x="337" y="106"/>
                  </a:lnTo>
                  <a:lnTo>
                    <a:pt x="201" y="0"/>
                  </a:lnTo>
                  <a:lnTo>
                    <a:pt x="68" y="69"/>
                  </a:lnTo>
                  <a:lnTo>
                    <a:pt x="0" y="120"/>
                  </a:lnTo>
                  <a:lnTo>
                    <a:pt x="91" y="339"/>
                  </a:lnTo>
                  <a:lnTo>
                    <a:pt x="207" y="443"/>
                  </a:lnTo>
                  <a:lnTo>
                    <a:pt x="337" y="37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9028359" y="3005726"/>
              <a:ext cx="428" cy="421"/>
            </a:xfrm>
            <a:custGeom>
              <a:avLst/>
              <a:pathLst>
                <a:path w="428" h="421">
                  <a:moveTo>
                    <a:pt x="0" y="421"/>
                  </a:moveTo>
                  <a:lnTo>
                    <a:pt x="169" y="366"/>
                  </a:lnTo>
                  <a:lnTo>
                    <a:pt x="288" y="244"/>
                  </a:lnTo>
                  <a:lnTo>
                    <a:pt x="388" y="155"/>
                  </a:lnTo>
                  <a:lnTo>
                    <a:pt x="428" y="44"/>
                  </a:lnTo>
                  <a:lnTo>
                    <a:pt x="42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9035578" y="3006256"/>
              <a:ext cx="436" cy="123"/>
            </a:xfrm>
            <a:custGeom>
              <a:avLst/>
              <a:pathLst>
                <a:path w="436" h="123">
                  <a:moveTo>
                    <a:pt x="0" y="0"/>
                  </a:moveTo>
                  <a:lnTo>
                    <a:pt x="158" y="123"/>
                  </a:lnTo>
                  <a:lnTo>
                    <a:pt x="347" y="112"/>
                  </a:lnTo>
                  <a:lnTo>
                    <a:pt x="436" y="46"/>
                  </a:lnTo>
                  <a:lnTo>
                    <a:pt x="436" y="3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9090008" y="3005190"/>
              <a:ext cx="1385" cy="1604"/>
            </a:xfrm>
            <a:custGeom>
              <a:avLst/>
              <a:pathLst>
                <a:path w="1385" h="1604">
                  <a:moveTo>
                    <a:pt x="12" y="479"/>
                  </a:moveTo>
                  <a:lnTo>
                    <a:pt x="0" y="605"/>
                  </a:lnTo>
                  <a:lnTo>
                    <a:pt x="16" y="717"/>
                  </a:lnTo>
                  <a:lnTo>
                    <a:pt x="74" y="951"/>
                  </a:lnTo>
                  <a:lnTo>
                    <a:pt x="152" y="1175"/>
                  </a:lnTo>
                  <a:lnTo>
                    <a:pt x="368" y="1444"/>
                  </a:lnTo>
                  <a:lnTo>
                    <a:pt x="556" y="1580"/>
                  </a:lnTo>
                  <a:lnTo>
                    <a:pt x="784" y="1604"/>
                  </a:lnTo>
                  <a:lnTo>
                    <a:pt x="1023" y="1517"/>
                  </a:lnTo>
                  <a:lnTo>
                    <a:pt x="1173" y="1351"/>
                  </a:lnTo>
                  <a:lnTo>
                    <a:pt x="1314" y="1185"/>
                  </a:lnTo>
                  <a:lnTo>
                    <a:pt x="1385" y="963"/>
                  </a:lnTo>
                  <a:lnTo>
                    <a:pt x="1328" y="651"/>
                  </a:lnTo>
                  <a:lnTo>
                    <a:pt x="1180" y="482"/>
                  </a:lnTo>
                  <a:lnTo>
                    <a:pt x="964" y="246"/>
                  </a:lnTo>
                  <a:lnTo>
                    <a:pt x="787" y="0"/>
                  </a:lnTo>
                  <a:lnTo>
                    <a:pt x="270" y="17"/>
                  </a:lnTo>
                  <a:lnTo>
                    <a:pt x="40" y="22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9027113" y="3006223"/>
              <a:ext cx="746" cy="1190"/>
            </a:xfrm>
            <a:custGeom>
              <a:avLst/>
              <a:pathLst>
                <a:path w="746" h="1190">
                  <a:moveTo>
                    <a:pt x="569" y="0"/>
                  </a:moveTo>
                  <a:lnTo>
                    <a:pt x="289" y="355"/>
                  </a:lnTo>
                  <a:lnTo>
                    <a:pt x="180" y="522"/>
                  </a:lnTo>
                  <a:lnTo>
                    <a:pt x="60" y="789"/>
                  </a:lnTo>
                  <a:lnTo>
                    <a:pt x="0" y="1000"/>
                  </a:lnTo>
                  <a:lnTo>
                    <a:pt x="49" y="1156"/>
                  </a:lnTo>
                  <a:lnTo>
                    <a:pt x="247" y="1190"/>
                  </a:lnTo>
                  <a:lnTo>
                    <a:pt x="297" y="1146"/>
                  </a:lnTo>
                  <a:lnTo>
                    <a:pt x="426" y="1002"/>
                  </a:lnTo>
                  <a:lnTo>
                    <a:pt x="496" y="946"/>
                  </a:lnTo>
                  <a:lnTo>
                    <a:pt x="586" y="835"/>
                  </a:lnTo>
                  <a:lnTo>
                    <a:pt x="646" y="746"/>
                  </a:lnTo>
                  <a:lnTo>
                    <a:pt x="746" y="468"/>
                  </a:lnTo>
                  <a:lnTo>
                    <a:pt x="746" y="45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9032742" y="3007681"/>
              <a:ext cx="307" cy="79"/>
            </a:xfrm>
            <a:custGeom>
              <a:avLst/>
              <a:pathLst>
                <a:path w="307" h="79">
                  <a:moveTo>
                    <a:pt x="307" y="79"/>
                  </a:moveTo>
                  <a:lnTo>
                    <a:pt x="188" y="0"/>
                  </a:lnTo>
                  <a:lnTo>
                    <a:pt x="0" y="11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9032632" y="3007959"/>
              <a:ext cx="297" cy="101"/>
            </a:xfrm>
            <a:custGeom>
              <a:avLst/>
              <a:pathLst>
                <a:path w="297" h="101">
                  <a:moveTo>
                    <a:pt x="0" y="0"/>
                  </a:moveTo>
                  <a:lnTo>
                    <a:pt x="297" y="101"/>
                  </a:lnTo>
                  <a:lnTo>
                    <a:pt x="287" y="7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9031216" y="3008256"/>
              <a:ext cx="267" cy="219"/>
            </a:xfrm>
            <a:custGeom>
              <a:avLst/>
              <a:pathLst>
                <a:path w="267" h="219">
                  <a:moveTo>
                    <a:pt x="0" y="61"/>
                  </a:moveTo>
                  <a:lnTo>
                    <a:pt x="37" y="206"/>
                  </a:lnTo>
                  <a:lnTo>
                    <a:pt x="120" y="219"/>
                  </a:lnTo>
                  <a:lnTo>
                    <a:pt x="231" y="185"/>
                  </a:lnTo>
                  <a:lnTo>
                    <a:pt x="267" y="71"/>
                  </a:lnTo>
                  <a:lnTo>
                    <a:pt x="172" y="0"/>
                  </a:lnTo>
                  <a:lnTo>
                    <a:pt x="61" y="25"/>
                  </a:lnTo>
                  <a:lnTo>
                    <a:pt x="0" y="6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9031112" y="3008065"/>
              <a:ext cx="634" cy="547"/>
            </a:xfrm>
            <a:custGeom>
              <a:avLst/>
              <a:pathLst>
                <a:path w="634" h="547">
                  <a:moveTo>
                    <a:pt x="355" y="546"/>
                  </a:moveTo>
                  <a:lnTo>
                    <a:pt x="514" y="547"/>
                  </a:lnTo>
                  <a:lnTo>
                    <a:pt x="604" y="525"/>
                  </a:lnTo>
                  <a:lnTo>
                    <a:pt x="634" y="347"/>
                  </a:lnTo>
                  <a:lnTo>
                    <a:pt x="456" y="79"/>
                  </a:lnTo>
                  <a:lnTo>
                    <a:pt x="337" y="23"/>
                  </a:lnTo>
                  <a:lnTo>
                    <a:pt x="149" y="0"/>
                  </a:lnTo>
                  <a:lnTo>
                    <a:pt x="0" y="88"/>
                  </a:lnTo>
                  <a:lnTo>
                    <a:pt x="0" y="7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9149984" y="3004271"/>
              <a:ext cx="9888" cy="4886"/>
            </a:xfrm>
            <a:custGeom>
              <a:avLst/>
              <a:pathLst>
                <a:path w="9888" h="4886">
                  <a:moveTo>
                    <a:pt x="0" y="396"/>
                  </a:moveTo>
                  <a:lnTo>
                    <a:pt x="1628" y="396"/>
                  </a:lnTo>
                  <a:lnTo>
                    <a:pt x="2559" y="264"/>
                  </a:lnTo>
                  <a:lnTo>
                    <a:pt x="3955" y="0"/>
                  </a:lnTo>
                  <a:lnTo>
                    <a:pt x="6282" y="132"/>
                  </a:lnTo>
                  <a:lnTo>
                    <a:pt x="8027" y="924"/>
                  </a:lnTo>
                  <a:lnTo>
                    <a:pt x="8958" y="1716"/>
                  </a:lnTo>
                  <a:lnTo>
                    <a:pt x="9423" y="2377"/>
                  </a:lnTo>
                  <a:lnTo>
                    <a:pt x="9772" y="3830"/>
                  </a:lnTo>
                  <a:lnTo>
                    <a:pt x="9772" y="4886"/>
                  </a:lnTo>
                  <a:lnTo>
                    <a:pt x="9888" y="488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9105891" y="3008365"/>
              <a:ext cx="1047" cy="2905"/>
            </a:xfrm>
            <a:custGeom>
              <a:avLst/>
              <a:pathLst>
                <a:path w="1047" h="2905">
                  <a:moveTo>
                    <a:pt x="0" y="2905"/>
                  </a:moveTo>
                  <a:lnTo>
                    <a:pt x="0" y="2245"/>
                  </a:lnTo>
                  <a:lnTo>
                    <a:pt x="0" y="1584"/>
                  </a:lnTo>
                  <a:lnTo>
                    <a:pt x="348" y="660"/>
                  </a:lnTo>
                  <a:lnTo>
                    <a:pt x="104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9148006" y="3006649"/>
              <a:ext cx="11401" cy="4622"/>
            </a:xfrm>
            <a:custGeom>
              <a:avLst/>
              <a:pathLst>
                <a:path w="11401" h="4622">
                  <a:moveTo>
                    <a:pt x="11401" y="4094"/>
                  </a:moveTo>
                  <a:lnTo>
                    <a:pt x="11052" y="4490"/>
                  </a:lnTo>
                  <a:lnTo>
                    <a:pt x="9540" y="4622"/>
                  </a:lnTo>
                  <a:lnTo>
                    <a:pt x="8259" y="4358"/>
                  </a:lnTo>
                  <a:lnTo>
                    <a:pt x="6747" y="3565"/>
                  </a:lnTo>
                  <a:lnTo>
                    <a:pt x="4769" y="3037"/>
                  </a:lnTo>
                  <a:lnTo>
                    <a:pt x="3257" y="2509"/>
                  </a:lnTo>
                  <a:lnTo>
                    <a:pt x="1628" y="1848"/>
                  </a:lnTo>
                  <a:lnTo>
                    <a:pt x="465" y="1056"/>
                  </a:lnTo>
                  <a:lnTo>
                    <a:pt x="0" y="0"/>
                  </a:lnTo>
                  <a:lnTo>
                    <a:pt x="11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9107287" y="3008630"/>
              <a:ext cx="1279" cy="2773"/>
            </a:xfrm>
            <a:custGeom>
              <a:avLst/>
              <a:pathLst>
                <a:path w="1279" h="2773">
                  <a:moveTo>
                    <a:pt x="1279" y="0"/>
                  </a:moveTo>
                  <a:lnTo>
                    <a:pt x="1279" y="528"/>
                  </a:lnTo>
                  <a:lnTo>
                    <a:pt x="1279" y="1320"/>
                  </a:lnTo>
                  <a:lnTo>
                    <a:pt x="1046" y="1981"/>
                  </a:lnTo>
                  <a:lnTo>
                    <a:pt x="581" y="2641"/>
                  </a:lnTo>
                  <a:lnTo>
                    <a:pt x="0" y="277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9089511" y="3014627"/>
              <a:ext cx="1018" cy="1065"/>
            </a:xfrm>
            <a:custGeom>
              <a:avLst/>
              <a:pathLst>
                <a:path w="1018" h="1065">
                  <a:moveTo>
                    <a:pt x="39" y="122"/>
                  </a:moveTo>
                  <a:lnTo>
                    <a:pt x="146" y="391"/>
                  </a:lnTo>
                  <a:lnTo>
                    <a:pt x="243" y="626"/>
                  </a:lnTo>
                  <a:lnTo>
                    <a:pt x="488" y="962"/>
                  </a:lnTo>
                  <a:lnTo>
                    <a:pt x="736" y="1065"/>
                  </a:lnTo>
                  <a:lnTo>
                    <a:pt x="956" y="777"/>
                  </a:lnTo>
                  <a:lnTo>
                    <a:pt x="1018" y="555"/>
                  </a:lnTo>
                  <a:lnTo>
                    <a:pt x="554" y="183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9086699" y="3015002"/>
              <a:ext cx="1208" cy="972"/>
            </a:xfrm>
            <a:custGeom>
              <a:avLst/>
              <a:pathLst>
                <a:path w="1208" h="972">
                  <a:moveTo>
                    <a:pt x="87" y="971"/>
                  </a:moveTo>
                  <a:lnTo>
                    <a:pt x="190" y="972"/>
                  </a:lnTo>
                  <a:lnTo>
                    <a:pt x="409" y="952"/>
                  </a:lnTo>
                  <a:lnTo>
                    <a:pt x="637" y="943"/>
                  </a:lnTo>
                  <a:lnTo>
                    <a:pt x="937" y="711"/>
                  </a:lnTo>
                  <a:lnTo>
                    <a:pt x="1067" y="545"/>
                  </a:lnTo>
                  <a:lnTo>
                    <a:pt x="1208" y="279"/>
                  </a:lnTo>
                  <a:lnTo>
                    <a:pt x="1101" y="0"/>
                  </a:lnTo>
                  <a:lnTo>
                    <a:pt x="803" y="97"/>
                  </a:lnTo>
                  <a:lnTo>
                    <a:pt x="454" y="295"/>
                  </a:lnTo>
                  <a:lnTo>
                    <a:pt x="215" y="449"/>
                  </a:lnTo>
                  <a:lnTo>
                    <a:pt x="38" y="738"/>
                  </a:lnTo>
                  <a:lnTo>
                    <a:pt x="0" y="88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9086096" y="3016263"/>
              <a:ext cx="807" cy="1758"/>
            </a:xfrm>
            <a:custGeom>
              <a:avLst/>
              <a:pathLst>
                <a:path w="807" h="1758">
                  <a:moveTo>
                    <a:pt x="172" y="165"/>
                  </a:moveTo>
                  <a:lnTo>
                    <a:pt x="173" y="475"/>
                  </a:lnTo>
                  <a:lnTo>
                    <a:pt x="82" y="608"/>
                  </a:lnTo>
                  <a:lnTo>
                    <a:pt x="81" y="675"/>
                  </a:lnTo>
                  <a:lnTo>
                    <a:pt x="0" y="1031"/>
                  </a:lnTo>
                  <a:lnTo>
                    <a:pt x="28" y="1276"/>
                  </a:lnTo>
                  <a:lnTo>
                    <a:pt x="95" y="1600"/>
                  </a:lnTo>
                  <a:lnTo>
                    <a:pt x="272" y="1758"/>
                  </a:lnTo>
                  <a:lnTo>
                    <a:pt x="452" y="1614"/>
                  </a:lnTo>
                  <a:lnTo>
                    <a:pt x="565" y="1136"/>
                  </a:lnTo>
                  <a:lnTo>
                    <a:pt x="706" y="770"/>
                  </a:lnTo>
                  <a:lnTo>
                    <a:pt x="807" y="559"/>
                  </a:lnTo>
                  <a:lnTo>
                    <a:pt x="799" y="291"/>
                  </a:lnTo>
                  <a:lnTo>
                    <a:pt x="563" y="0"/>
                  </a:lnTo>
                  <a:lnTo>
                    <a:pt x="226" y="8"/>
                  </a:lnTo>
                  <a:lnTo>
                    <a:pt x="195" y="3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9087098" y="3018363"/>
              <a:ext cx="753" cy="569"/>
            </a:xfrm>
            <a:custGeom>
              <a:avLst/>
              <a:pathLst>
                <a:path w="753" h="569">
                  <a:moveTo>
                    <a:pt x="20" y="344"/>
                  </a:moveTo>
                  <a:lnTo>
                    <a:pt x="97" y="478"/>
                  </a:lnTo>
                  <a:lnTo>
                    <a:pt x="364" y="569"/>
                  </a:lnTo>
                  <a:lnTo>
                    <a:pt x="623" y="538"/>
                  </a:lnTo>
                  <a:lnTo>
                    <a:pt x="753" y="394"/>
                  </a:lnTo>
                  <a:lnTo>
                    <a:pt x="615" y="215"/>
                  </a:lnTo>
                  <a:lnTo>
                    <a:pt x="220" y="0"/>
                  </a:lnTo>
                  <a:lnTo>
                    <a:pt x="107" y="111"/>
                  </a:lnTo>
                  <a:lnTo>
                    <a:pt x="0" y="27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9088711" y="3018239"/>
              <a:ext cx="1177" cy="1265"/>
            </a:xfrm>
            <a:custGeom>
              <a:avLst/>
              <a:pathLst>
                <a:path w="1177" h="1265">
                  <a:moveTo>
                    <a:pt x="129" y="1189"/>
                  </a:moveTo>
                  <a:lnTo>
                    <a:pt x="252" y="1240"/>
                  </a:lnTo>
                  <a:lnTo>
                    <a:pt x="375" y="1265"/>
                  </a:lnTo>
                  <a:lnTo>
                    <a:pt x="654" y="1133"/>
                  </a:lnTo>
                  <a:lnTo>
                    <a:pt x="854" y="923"/>
                  </a:lnTo>
                  <a:lnTo>
                    <a:pt x="1066" y="446"/>
                  </a:lnTo>
                  <a:lnTo>
                    <a:pt x="1177" y="202"/>
                  </a:lnTo>
                  <a:lnTo>
                    <a:pt x="970" y="0"/>
                  </a:lnTo>
                  <a:lnTo>
                    <a:pt x="333" y="272"/>
                  </a:lnTo>
                  <a:lnTo>
                    <a:pt x="132" y="549"/>
                  </a:lnTo>
                  <a:lnTo>
                    <a:pt x="0" y="107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9037657" y="3020953"/>
              <a:ext cx="883" cy="613"/>
            </a:xfrm>
            <a:custGeom>
              <a:avLst/>
              <a:pathLst>
                <a:path w="883" h="613">
                  <a:moveTo>
                    <a:pt x="99" y="535"/>
                  </a:moveTo>
                  <a:lnTo>
                    <a:pt x="137" y="578"/>
                  </a:lnTo>
                  <a:lnTo>
                    <a:pt x="385" y="613"/>
                  </a:lnTo>
                  <a:lnTo>
                    <a:pt x="534" y="591"/>
                  </a:lnTo>
                  <a:lnTo>
                    <a:pt x="663" y="558"/>
                  </a:lnTo>
                  <a:lnTo>
                    <a:pt x="773" y="481"/>
                  </a:lnTo>
                  <a:lnTo>
                    <a:pt x="842" y="381"/>
                  </a:lnTo>
                  <a:lnTo>
                    <a:pt x="883" y="113"/>
                  </a:lnTo>
                  <a:lnTo>
                    <a:pt x="854" y="91"/>
                  </a:lnTo>
                  <a:lnTo>
                    <a:pt x="675" y="1"/>
                  </a:lnTo>
                  <a:lnTo>
                    <a:pt x="358" y="0"/>
                  </a:lnTo>
                  <a:lnTo>
                    <a:pt x="219" y="77"/>
                  </a:lnTo>
                  <a:lnTo>
                    <a:pt x="69" y="232"/>
                  </a:lnTo>
                  <a:lnTo>
                    <a:pt x="0" y="366"/>
                  </a:lnTo>
                  <a:lnTo>
                    <a:pt x="55" y="45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9030847" y="3022136"/>
              <a:ext cx="505" cy="202"/>
            </a:xfrm>
            <a:custGeom>
              <a:avLst/>
              <a:pathLst>
                <a:path w="505" h="202">
                  <a:moveTo>
                    <a:pt x="505" y="202"/>
                  </a:moveTo>
                  <a:lnTo>
                    <a:pt x="366" y="101"/>
                  </a:lnTo>
                  <a:lnTo>
                    <a:pt x="178" y="22"/>
                  </a:lnTo>
                  <a:lnTo>
                    <a:pt x="49" y="0"/>
                  </a:lnTo>
                  <a:lnTo>
                    <a:pt x="9" y="77"/>
                  </a:lnTo>
                  <a:lnTo>
                    <a:pt x="0" y="5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9030758" y="3022425"/>
              <a:ext cx="385" cy="213"/>
            </a:xfrm>
            <a:custGeom>
              <a:avLst/>
              <a:pathLst>
                <a:path w="385" h="213">
                  <a:moveTo>
                    <a:pt x="0" y="0"/>
                  </a:moveTo>
                  <a:lnTo>
                    <a:pt x="128" y="156"/>
                  </a:lnTo>
                  <a:lnTo>
                    <a:pt x="296" y="201"/>
                  </a:lnTo>
                  <a:lnTo>
                    <a:pt x="375" y="213"/>
                  </a:lnTo>
                  <a:lnTo>
                    <a:pt x="385" y="20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9033712" y="3022598"/>
              <a:ext cx="238" cy="302"/>
            </a:xfrm>
            <a:custGeom>
              <a:avLst/>
              <a:pathLst>
                <a:path w="238" h="302">
                  <a:moveTo>
                    <a:pt x="143" y="0"/>
                  </a:moveTo>
                  <a:lnTo>
                    <a:pt x="238" y="104"/>
                  </a:lnTo>
                  <a:lnTo>
                    <a:pt x="220" y="210"/>
                  </a:lnTo>
                  <a:lnTo>
                    <a:pt x="116" y="302"/>
                  </a:lnTo>
                  <a:lnTo>
                    <a:pt x="0" y="204"/>
                  </a:lnTo>
                  <a:lnTo>
                    <a:pt x="51" y="88"/>
                  </a:lnTo>
                  <a:lnTo>
                    <a:pt x="14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9028703" y="3022770"/>
              <a:ext cx="285" cy="248"/>
            </a:xfrm>
            <a:custGeom>
              <a:avLst/>
              <a:pathLst>
                <a:path w="285" h="248">
                  <a:moveTo>
                    <a:pt x="0" y="141"/>
                  </a:moveTo>
                  <a:lnTo>
                    <a:pt x="72" y="79"/>
                  </a:lnTo>
                  <a:lnTo>
                    <a:pt x="208" y="0"/>
                  </a:lnTo>
                  <a:lnTo>
                    <a:pt x="264" y="20"/>
                  </a:lnTo>
                  <a:lnTo>
                    <a:pt x="285" y="125"/>
                  </a:lnTo>
                  <a:lnTo>
                    <a:pt x="245" y="196"/>
                  </a:lnTo>
                  <a:lnTo>
                    <a:pt x="124" y="248"/>
                  </a:lnTo>
                  <a:lnTo>
                    <a:pt x="21" y="181"/>
                  </a:lnTo>
                  <a:lnTo>
                    <a:pt x="0" y="14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9033533" y="3022361"/>
              <a:ext cx="625" cy="857"/>
            </a:xfrm>
            <a:custGeom>
              <a:avLst/>
              <a:pathLst>
                <a:path w="625" h="857">
                  <a:moveTo>
                    <a:pt x="10" y="299"/>
                  </a:moveTo>
                  <a:lnTo>
                    <a:pt x="0" y="477"/>
                  </a:lnTo>
                  <a:lnTo>
                    <a:pt x="19" y="622"/>
                  </a:lnTo>
                  <a:lnTo>
                    <a:pt x="196" y="801"/>
                  </a:lnTo>
                  <a:lnTo>
                    <a:pt x="296" y="857"/>
                  </a:lnTo>
                  <a:lnTo>
                    <a:pt x="445" y="780"/>
                  </a:lnTo>
                  <a:lnTo>
                    <a:pt x="524" y="680"/>
                  </a:lnTo>
                  <a:lnTo>
                    <a:pt x="625" y="446"/>
                  </a:lnTo>
                  <a:lnTo>
                    <a:pt x="615" y="346"/>
                  </a:lnTo>
                  <a:lnTo>
                    <a:pt x="576" y="179"/>
                  </a:lnTo>
                  <a:lnTo>
                    <a:pt x="467" y="89"/>
                  </a:lnTo>
                  <a:lnTo>
                    <a:pt x="359" y="0"/>
                  </a:lnTo>
                  <a:lnTo>
                    <a:pt x="219" y="8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9028393" y="3022429"/>
              <a:ext cx="944" cy="868"/>
            </a:xfrm>
            <a:custGeom>
              <a:avLst/>
              <a:pathLst>
                <a:path w="944" h="868">
                  <a:moveTo>
                    <a:pt x="0" y="699"/>
                  </a:moveTo>
                  <a:lnTo>
                    <a:pt x="278" y="756"/>
                  </a:lnTo>
                  <a:lnTo>
                    <a:pt x="436" y="868"/>
                  </a:lnTo>
                  <a:lnTo>
                    <a:pt x="674" y="768"/>
                  </a:lnTo>
                  <a:lnTo>
                    <a:pt x="814" y="624"/>
                  </a:lnTo>
                  <a:lnTo>
                    <a:pt x="914" y="390"/>
                  </a:lnTo>
                  <a:lnTo>
                    <a:pt x="944" y="145"/>
                  </a:lnTo>
                  <a:lnTo>
                    <a:pt x="836" y="11"/>
                  </a:lnTo>
                  <a:lnTo>
                    <a:pt x="677" y="0"/>
                  </a:lnTo>
                  <a:lnTo>
                    <a:pt x="478" y="32"/>
                  </a:lnTo>
                  <a:lnTo>
                    <a:pt x="359" y="76"/>
                  </a:lnTo>
                  <a:lnTo>
                    <a:pt x="41" y="365"/>
                  </a:lnTo>
                  <a:lnTo>
                    <a:pt x="1" y="38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9044015" y="3023570"/>
              <a:ext cx="338" cy="410"/>
            </a:xfrm>
            <a:custGeom>
              <a:avLst/>
              <a:pathLst>
                <a:path w="338" h="410">
                  <a:moveTo>
                    <a:pt x="0" y="410"/>
                  </a:moveTo>
                  <a:lnTo>
                    <a:pt x="40" y="288"/>
                  </a:lnTo>
                  <a:lnTo>
                    <a:pt x="149" y="210"/>
                  </a:lnTo>
                  <a:lnTo>
                    <a:pt x="248" y="155"/>
                  </a:lnTo>
                  <a:lnTo>
                    <a:pt x="259" y="133"/>
                  </a:lnTo>
                  <a:lnTo>
                    <a:pt x="338" y="33"/>
                  </a:lnTo>
                  <a:lnTo>
                    <a:pt x="33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9043240" y="3022746"/>
              <a:ext cx="1493" cy="1587"/>
            </a:xfrm>
            <a:custGeom>
              <a:avLst/>
              <a:pathLst>
                <a:path w="1493" h="1587">
                  <a:moveTo>
                    <a:pt x="1303" y="545"/>
                  </a:moveTo>
                  <a:lnTo>
                    <a:pt x="1353" y="501"/>
                  </a:lnTo>
                  <a:lnTo>
                    <a:pt x="1433" y="357"/>
                  </a:lnTo>
                  <a:lnTo>
                    <a:pt x="1493" y="156"/>
                  </a:lnTo>
                  <a:lnTo>
                    <a:pt x="1316" y="0"/>
                  </a:lnTo>
                  <a:lnTo>
                    <a:pt x="1086" y="221"/>
                  </a:lnTo>
                  <a:lnTo>
                    <a:pt x="887" y="398"/>
                  </a:lnTo>
                  <a:lnTo>
                    <a:pt x="677" y="654"/>
                  </a:lnTo>
                  <a:lnTo>
                    <a:pt x="458" y="942"/>
                  </a:lnTo>
                  <a:lnTo>
                    <a:pt x="318" y="1086"/>
                  </a:lnTo>
                  <a:lnTo>
                    <a:pt x="139" y="1175"/>
                  </a:lnTo>
                  <a:lnTo>
                    <a:pt x="0" y="1341"/>
                  </a:lnTo>
                  <a:lnTo>
                    <a:pt x="78" y="1587"/>
                  </a:lnTo>
                  <a:lnTo>
                    <a:pt x="68" y="157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9043882" y="3024225"/>
              <a:ext cx="71" cy="490"/>
            </a:xfrm>
            <a:custGeom>
              <a:avLst/>
              <a:pathLst>
                <a:path w="71" h="490">
                  <a:moveTo>
                    <a:pt x="0" y="490"/>
                  </a:moveTo>
                  <a:lnTo>
                    <a:pt x="59" y="412"/>
                  </a:lnTo>
                  <a:lnTo>
                    <a:pt x="50" y="267"/>
                  </a:lnTo>
                  <a:lnTo>
                    <a:pt x="71" y="122"/>
                  </a:lnTo>
                  <a:lnTo>
                    <a:pt x="32" y="22"/>
                  </a:lnTo>
                  <a:lnTo>
                    <a:pt x="12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9118572" y="3021969"/>
              <a:ext cx="4304" cy="2905"/>
            </a:xfrm>
            <a:custGeom>
              <a:avLst/>
              <a:pathLst>
                <a:path w="4304" h="2905">
                  <a:moveTo>
                    <a:pt x="0" y="2905"/>
                  </a:moveTo>
                  <a:lnTo>
                    <a:pt x="232" y="2113"/>
                  </a:lnTo>
                  <a:lnTo>
                    <a:pt x="813" y="1188"/>
                  </a:lnTo>
                  <a:lnTo>
                    <a:pt x="1744" y="528"/>
                  </a:lnTo>
                  <a:lnTo>
                    <a:pt x="2908" y="132"/>
                  </a:lnTo>
                  <a:lnTo>
                    <a:pt x="3722" y="0"/>
                  </a:lnTo>
                  <a:lnTo>
                    <a:pt x="4304" y="528"/>
                  </a:lnTo>
                  <a:lnTo>
                    <a:pt x="4304" y="39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9043801" y="3024915"/>
              <a:ext cx="107" cy="368"/>
            </a:xfrm>
            <a:custGeom>
              <a:avLst/>
              <a:pathLst>
                <a:path w="107" h="368">
                  <a:moveTo>
                    <a:pt x="107" y="368"/>
                  </a:moveTo>
                  <a:lnTo>
                    <a:pt x="87" y="278"/>
                  </a:lnTo>
                  <a:lnTo>
                    <a:pt x="39" y="133"/>
                  </a:lnTo>
                  <a:lnTo>
                    <a:pt x="9" y="22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9043267" y="3024634"/>
              <a:ext cx="218" cy="725"/>
            </a:xfrm>
            <a:custGeom>
              <a:avLst/>
              <a:pathLst>
                <a:path w="218" h="725">
                  <a:moveTo>
                    <a:pt x="0" y="0"/>
                  </a:moveTo>
                  <a:lnTo>
                    <a:pt x="78" y="167"/>
                  </a:lnTo>
                  <a:lnTo>
                    <a:pt x="218" y="56"/>
                  </a:lnTo>
                  <a:lnTo>
                    <a:pt x="217" y="179"/>
                  </a:lnTo>
                  <a:lnTo>
                    <a:pt x="217" y="301"/>
                  </a:lnTo>
                  <a:lnTo>
                    <a:pt x="175" y="702"/>
                  </a:lnTo>
                  <a:lnTo>
                    <a:pt x="174" y="72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9043242" y="3025495"/>
              <a:ext cx="547" cy="578"/>
            </a:xfrm>
            <a:custGeom>
              <a:avLst/>
              <a:pathLst>
                <a:path w="547" h="578">
                  <a:moveTo>
                    <a:pt x="40" y="97"/>
                  </a:moveTo>
                  <a:lnTo>
                    <a:pt x="0" y="242"/>
                  </a:lnTo>
                  <a:lnTo>
                    <a:pt x="78" y="454"/>
                  </a:lnTo>
                  <a:lnTo>
                    <a:pt x="157" y="566"/>
                  </a:lnTo>
                  <a:lnTo>
                    <a:pt x="266" y="578"/>
                  </a:lnTo>
                  <a:lnTo>
                    <a:pt x="385" y="522"/>
                  </a:lnTo>
                  <a:lnTo>
                    <a:pt x="426" y="400"/>
                  </a:lnTo>
                  <a:lnTo>
                    <a:pt x="526" y="122"/>
                  </a:lnTo>
                  <a:lnTo>
                    <a:pt x="547" y="22"/>
                  </a:lnTo>
                  <a:lnTo>
                    <a:pt x="53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9118805" y="3025138"/>
              <a:ext cx="4885" cy="2377"/>
            </a:xfrm>
            <a:custGeom>
              <a:avLst/>
              <a:pathLst>
                <a:path w="4885" h="2377">
                  <a:moveTo>
                    <a:pt x="4885" y="0"/>
                  </a:moveTo>
                  <a:lnTo>
                    <a:pt x="4885" y="132"/>
                  </a:lnTo>
                  <a:lnTo>
                    <a:pt x="4653" y="660"/>
                  </a:lnTo>
                  <a:lnTo>
                    <a:pt x="4420" y="1452"/>
                  </a:lnTo>
                  <a:lnTo>
                    <a:pt x="3373" y="2245"/>
                  </a:lnTo>
                  <a:lnTo>
                    <a:pt x="2094" y="2377"/>
                  </a:lnTo>
                  <a:lnTo>
                    <a:pt x="1046" y="2377"/>
                  </a:lnTo>
                  <a:lnTo>
                    <a:pt x="0" y="184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8996606" y="3028775"/>
              <a:ext cx="785" cy="739"/>
            </a:xfrm>
            <a:custGeom>
              <a:avLst/>
              <a:pathLst>
                <a:path w="785" h="739">
                  <a:moveTo>
                    <a:pt x="0" y="109"/>
                  </a:moveTo>
                  <a:lnTo>
                    <a:pt x="158" y="0"/>
                  </a:lnTo>
                  <a:lnTo>
                    <a:pt x="465" y="71"/>
                  </a:lnTo>
                  <a:lnTo>
                    <a:pt x="683" y="208"/>
                  </a:lnTo>
                  <a:lnTo>
                    <a:pt x="785" y="466"/>
                  </a:lnTo>
                  <a:lnTo>
                    <a:pt x="725" y="643"/>
                  </a:lnTo>
                  <a:lnTo>
                    <a:pt x="427" y="739"/>
                  </a:lnTo>
                  <a:lnTo>
                    <a:pt x="188" y="646"/>
                  </a:lnTo>
                  <a:lnTo>
                    <a:pt x="34" y="454"/>
                  </a:lnTo>
                  <a:lnTo>
                    <a:pt x="9" y="19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9071934" y="3029041"/>
              <a:ext cx="811" cy="899"/>
            </a:xfrm>
            <a:custGeom>
              <a:avLst/>
              <a:pathLst>
                <a:path w="811" h="899">
                  <a:moveTo>
                    <a:pt x="174" y="899"/>
                  </a:moveTo>
                  <a:lnTo>
                    <a:pt x="453" y="779"/>
                  </a:lnTo>
                  <a:lnTo>
                    <a:pt x="622" y="758"/>
                  </a:lnTo>
                  <a:lnTo>
                    <a:pt x="811" y="536"/>
                  </a:lnTo>
                  <a:lnTo>
                    <a:pt x="794" y="235"/>
                  </a:lnTo>
                  <a:lnTo>
                    <a:pt x="676" y="90"/>
                  </a:lnTo>
                  <a:lnTo>
                    <a:pt x="547" y="0"/>
                  </a:lnTo>
                  <a:lnTo>
                    <a:pt x="279" y="42"/>
                  </a:lnTo>
                  <a:lnTo>
                    <a:pt x="79" y="241"/>
                  </a:lnTo>
                  <a:lnTo>
                    <a:pt x="0" y="319"/>
                  </a:lnTo>
                  <a:lnTo>
                    <a:pt x="9" y="31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9023119" y="3030764"/>
              <a:ext cx="107" cy="468"/>
            </a:xfrm>
            <a:custGeom>
              <a:avLst/>
              <a:pathLst>
                <a:path w="107" h="468">
                  <a:moveTo>
                    <a:pt x="77" y="468"/>
                  </a:moveTo>
                  <a:lnTo>
                    <a:pt x="107" y="446"/>
                  </a:lnTo>
                  <a:lnTo>
                    <a:pt x="78" y="234"/>
                  </a:lnTo>
                  <a:lnTo>
                    <a:pt x="78" y="122"/>
                  </a:lnTo>
                  <a:lnTo>
                    <a:pt x="0" y="33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9022790" y="3030919"/>
              <a:ext cx="108" cy="412"/>
            </a:xfrm>
            <a:custGeom>
              <a:avLst/>
              <a:pathLst>
                <a:path w="108" h="412">
                  <a:moveTo>
                    <a:pt x="20" y="0"/>
                  </a:moveTo>
                  <a:lnTo>
                    <a:pt x="0" y="200"/>
                  </a:lnTo>
                  <a:lnTo>
                    <a:pt x="29" y="278"/>
                  </a:lnTo>
                  <a:lnTo>
                    <a:pt x="98" y="412"/>
                  </a:lnTo>
                  <a:lnTo>
                    <a:pt x="108" y="40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9068615" y="3031579"/>
              <a:ext cx="656" cy="364"/>
            </a:xfrm>
            <a:custGeom>
              <a:avLst/>
              <a:pathLst>
                <a:path w="656" h="364">
                  <a:moveTo>
                    <a:pt x="656" y="45"/>
                  </a:moveTo>
                  <a:lnTo>
                    <a:pt x="458" y="0"/>
                  </a:lnTo>
                  <a:lnTo>
                    <a:pt x="269" y="65"/>
                  </a:lnTo>
                  <a:lnTo>
                    <a:pt x="120" y="97"/>
                  </a:lnTo>
                  <a:lnTo>
                    <a:pt x="0" y="252"/>
                  </a:lnTo>
                  <a:lnTo>
                    <a:pt x="0" y="36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9028677" y="3031923"/>
              <a:ext cx="801" cy="391"/>
            </a:xfrm>
            <a:custGeom>
              <a:avLst/>
              <a:pathLst>
                <a:path w="801" h="391">
                  <a:moveTo>
                    <a:pt x="801" y="391"/>
                  </a:moveTo>
                  <a:lnTo>
                    <a:pt x="723" y="201"/>
                  </a:lnTo>
                  <a:lnTo>
                    <a:pt x="604" y="112"/>
                  </a:lnTo>
                  <a:lnTo>
                    <a:pt x="386" y="0"/>
                  </a:lnTo>
                  <a:lnTo>
                    <a:pt x="0" y="54"/>
                  </a:lnTo>
                  <a:lnTo>
                    <a:pt x="10" y="5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9028980" y="3032155"/>
              <a:ext cx="238" cy="223"/>
            </a:xfrm>
            <a:custGeom>
              <a:avLst/>
              <a:pathLst>
                <a:path w="238" h="223">
                  <a:moveTo>
                    <a:pt x="0" y="88"/>
                  </a:moveTo>
                  <a:lnTo>
                    <a:pt x="9" y="216"/>
                  </a:lnTo>
                  <a:lnTo>
                    <a:pt x="159" y="223"/>
                  </a:lnTo>
                  <a:lnTo>
                    <a:pt x="212" y="182"/>
                  </a:lnTo>
                  <a:lnTo>
                    <a:pt x="238" y="119"/>
                  </a:lnTo>
                  <a:lnTo>
                    <a:pt x="205" y="22"/>
                  </a:lnTo>
                  <a:lnTo>
                    <a:pt x="86" y="0"/>
                  </a:lnTo>
                  <a:lnTo>
                    <a:pt x="0" y="8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9069170" y="3032037"/>
              <a:ext cx="492" cy="449"/>
            </a:xfrm>
            <a:custGeom>
              <a:avLst/>
              <a:pathLst>
                <a:path w="492" h="449">
                  <a:moveTo>
                    <a:pt x="0" y="0"/>
                  </a:moveTo>
                  <a:lnTo>
                    <a:pt x="197" y="124"/>
                  </a:lnTo>
                  <a:lnTo>
                    <a:pt x="315" y="292"/>
                  </a:lnTo>
                  <a:lnTo>
                    <a:pt x="423" y="382"/>
                  </a:lnTo>
                  <a:lnTo>
                    <a:pt x="492" y="449"/>
                  </a:lnTo>
                  <a:lnTo>
                    <a:pt x="492" y="42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9028339" y="3032244"/>
              <a:ext cx="673" cy="325"/>
            </a:xfrm>
            <a:custGeom>
              <a:avLst/>
              <a:pathLst>
                <a:path w="673" h="325">
                  <a:moveTo>
                    <a:pt x="0" y="0"/>
                  </a:moveTo>
                  <a:lnTo>
                    <a:pt x="138" y="189"/>
                  </a:lnTo>
                  <a:lnTo>
                    <a:pt x="316" y="235"/>
                  </a:lnTo>
                  <a:lnTo>
                    <a:pt x="485" y="313"/>
                  </a:lnTo>
                  <a:lnTo>
                    <a:pt x="673" y="325"/>
                  </a:lnTo>
                  <a:lnTo>
                    <a:pt x="673" y="30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9069640" y="3032655"/>
              <a:ext cx="259" cy="221"/>
            </a:xfrm>
            <a:custGeom>
              <a:avLst/>
              <a:pathLst>
                <a:path w="259" h="221">
                  <a:moveTo>
                    <a:pt x="259" y="0"/>
                  </a:moveTo>
                  <a:lnTo>
                    <a:pt x="130" y="77"/>
                  </a:lnTo>
                  <a:lnTo>
                    <a:pt x="80" y="143"/>
                  </a:lnTo>
                  <a:lnTo>
                    <a:pt x="0" y="220"/>
                  </a:lnTo>
                  <a:lnTo>
                    <a:pt x="10" y="22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9069598" y="3031806"/>
              <a:ext cx="1058" cy="1218"/>
            </a:xfrm>
            <a:custGeom>
              <a:avLst/>
              <a:pathLst>
                <a:path w="1058" h="1218">
                  <a:moveTo>
                    <a:pt x="497" y="1218"/>
                  </a:moveTo>
                  <a:lnTo>
                    <a:pt x="687" y="1108"/>
                  </a:lnTo>
                  <a:lnTo>
                    <a:pt x="817" y="886"/>
                  </a:lnTo>
                  <a:lnTo>
                    <a:pt x="956" y="720"/>
                  </a:lnTo>
                  <a:lnTo>
                    <a:pt x="1047" y="631"/>
                  </a:lnTo>
                  <a:lnTo>
                    <a:pt x="1058" y="420"/>
                  </a:lnTo>
                  <a:lnTo>
                    <a:pt x="782" y="239"/>
                  </a:lnTo>
                  <a:lnTo>
                    <a:pt x="277" y="13"/>
                  </a:lnTo>
                  <a:lnTo>
                    <a:pt x="89" y="11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9069098" y="3032359"/>
              <a:ext cx="362" cy="671"/>
            </a:xfrm>
            <a:custGeom>
              <a:avLst/>
              <a:pathLst>
                <a:path w="362" h="671">
                  <a:moveTo>
                    <a:pt x="362" y="671"/>
                  </a:moveTo>
                  <a:lnTo>
                    <a:pt x="314" y="447"/>
                  </a:lnTo>
                  <a:lnTo>
                    <a:pt x="206" y="235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9024181" y="3033009"/>
              <a:ext cx="425" cy="434"/>
            </a:xfrm>
            <a:custGeom>
              <a:avLst/>
              <a:pathLst>
                <a:path w="425" h="434">
                  <a:moveTo>
                    <a:pt x="0" y="177"/>
                  </a:moveTo>
                  <a:lnTo>
                    <a:pt x="39" y="266"/>
                  </a:lnTo>
                  <a:lnTo>
                    <a:pt x="118" y="311"/>
                  </a:lnTo>
                  <a:lnTo>
                    <a:pt x="197" y="367"/>
                  </a:lnTo>
                  <a:lnTo>
                    <a:pt x="306" y="434"/>
                  </a:lnTo>
                  <a:lnTo>
                    <a:pt x="376" y="424"/>
                  </a:lnTo>
                  <a:lnTo>
                    <a:pt x="425" y="368"/>
                  </a:lnTo>
                  <a:lnTo>
                    <a:pt x="386" y="301"/>
                  </a:lnTo>
                  <a:lnTo>
                    <a:pt x="327" y="178"/>
                  </a:lnTo>
                  <a:lnTo>
                    <a:pt x="248" y="66"/>
                  </a:lnTo>
                  <a:lnTo>
                    <a:pt x="208" y="22"/>
                  </a:lnTo>
                  <a:lnTo>
                    <a:pt x="20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9068592" y="3032345"/>
              <a:ext cx="1304" cy="1119"/>
            </a:xfrm>
            <a:custGeom>
              <a:avLst/>
              <a:pathLst>
                <a:path w="1304" h="1119">
                  <a:moveTo>
                    <a:pt x="1" y="0"/>
                  </a:moveTo>
                  <a:lnTo>
                    <a:pt x="0" y="211"/>
                  </a:lnTo>
                  <a:lnTo>
                    <a:pt x="166" y="524"/>
                  </a:lnTo>
                  <a:lnTo>
                    <a:pt x="263" y="759"/>
                  </a:lnTo>
                  <a:lnTo>
                    <a:pt x="381" y="972"/>
                  </a:lnTo>
                  <a:lnTo>
                    <a:pt x="559" y="1107"/>
                  </a:lnTo>
                  <a:lnTo>
                    <a:pt x="787" y="1119"/>
                  </a:lnTo>
                  <a:lnTo>
                    <a:pt x="976" y="1032"/>
                  </a:lnTo>
                  <a:lnTo>
                    <a:pt x="1304" y="834"/>
                  </a:lnTo>
                  <a:lnTo>
                    <a:pt x="1304" y="82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9103750" y="3034534"/>
              <a:ext cx="1107" cy="992"/>
            </a:xfrm>
            <a:custGeom>
              <a:avLst/>
              <a:pathLst>
                <a:path w="1107" h="992">
                  <a:moveTo>
                    <a:pt x="907" y="940"/>
                  </a:moveTo>
                  <a:lnTo>
                    <a:pt x="1017" y="807"/>
                  </a:lnTo>
                  <a:lnTo>
                    <a:pt x="1107" y="686"/>
                  </a:lnTo>
                  <a:lnTo>
                    <a:pt x="1000" y="428"/>
                  </a:lnTo>
                  <a:lnTo>
                    <a:pt x="765" y="147"/>
                  </a:lnTo>
                  <a:lnTo>
                    <a:pt x="469" y="0"/>
                  </a:lnTo>
                  <a:lnTo>
                    <a:pt x="42" y="95"/>
                  </a:lnTo>
                  <a:lnTo>
                    <a:pt x="0" y="351"/>
                  </a:lnTo>
                  <a:lnTo>
                    <a:pt x="87" y="575"/>
                  </a:lnTo>
                  <a:lnTo>
                    <a:pt x="154" y="788"/>
                  </a:lnTo>
                  <a:lnTo>
                    <a:pt x="262" y="911"/>
                  </a:lnTo>
                  <a:lnTo>
                    <a:pt x="401" y="935"/>
                  </a:lnTo>
                  <a:lnTo>
                    <a:pt x="579" y="992"/>
                  </a:lnTo>
                  <a:lnTo>
                    <a:pt x="579" y="98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9156964" y="3034251"/>
              <a:ext cx="930" cy="3301"/>
            </a:xfrm>
            <a:custGeom>
              <a:avLst/>
              <a:pathLst>
                <a:path w="930" h="3301">
                  <a:moveTo>
                    <a:pt x="0" y="0"/>
                  </a:moveTo>
                  <a:lnTo>
                    <a:pt x="348" y="264"/>
                  </a:lnTo>
                  <a:lnTo>
                    <a:pt x="814" y="924"/>
                  </a:lnTo>
                  <a:lnTo>
                    <a:pt x="930" y="1981"/>
                  </a:lnTo>
                  <a:lnTo>
                    <a:pt x="930" y="2773"/>
                  </a:lnTo>
                  <a:lnTo>
                    <a:pt x="814" y="330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9155451" y="3034648"/>
              <a:ext cx="1047" cy="3037"/>
            </a:xfrm>
            <a:custGeom>
              <a:avLst/>
              <a:pathLst>
                <a:path w="1047" h="3037">
                  <a:moveTo>
                    <a:pt x="1047" y="3037"/>
                  </a:moveTo>
                  <a:lnTo>
                    <a:pt x="581" y="2773"/>
                  </a:lnTo>
                  <a:lnTo>
                    <a:pt x="0" y="2113"/>
                  </a:lnTo>
                  <a:lnTo>
                    <a:pt x="0" y="1056"/>
                  </a:lnTo>
                  <a:lnTo>
                    <a:pt x="11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9014692" y="3039865"/>
              <a:ext cx="902" cy="221"/>
            </a:xfrm>
            <a:custGeom>
              <a:avLst/>
              <a:pathLst>
                <a:path w="902" h="221">
                  <a:moveTo>
                    <a:pt x="902" y="124"/>
                  </a:moveTo>
                  <a:lnTo>
                    <a:pt x="724" y="23"/>
                  </a:lnTo>
                  <a:lnTo>
                    <a:pt x="486" y="33"/>
                  </a:lnTo>
                  <a:lnTo>
                    <a:pt x="328" y="0"/>
                  </a:lnTo>
                  <a:lnTo>
                    <a:pt x="0" y="22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9014751" y="3040446"/>
              <a:ext cx="832" cy="153"/>
            </a:xfrm>
            <a:custGeom>
              <a:avLst/>
              <a:pathLst>
                <a:path w="832" h="153">
                  <a:moveTo>
                    <a:pt x="0" y="19"/>
                  </a:moveTo>
                  <a:lnTo>
                    <a:pt x="98" y="153"/>
                  </a:lnTo>
                  <a:lnTo>
                    <a:pt x="336" y="109"/>
                  </a:lnTo>
                  <a:lnTo>
                    <a:pt x="485" y="110"/>
                  </a:lnTo>
                  <a:lnTo>
                    <a:pt x="822" y="0"/>
                  </a:lnTo>
                  <a:lnTo>
                    <a:pt x="832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9006813" y="3036194"/>
              <a:ext cx="1730" cy="6265"/>
            </a:xfrm>
            <a:custGeom>
              <a:avLst/>
              <a:pathLst>
                <a:path w="1730" h="6265">
                  <a:moveTo>
                    <a:pt x="42" y="5566"/>
                  </a:moveTo>
                  <a:lnTo>
                    <a:pt x="184" y="5246"/>
                  </a:lnTo>
                  <a:lnTo>
                    <a:pt x="423" y="4548"/>
                  </a:lnTo>
                  <a:lnTo>
                    <a:pt x="534" y="3714"/>
                  </a:lnTo>
                  <a:lnTo>
                    <a:pt x="615" y="2847"/>
                  </a:lnTo>
                  <a:lnTo>
                    <a:pt x="760" y="2248"/>
                  </a:lnTo>
                  <a:lnTo>
                    <a:pt x="888" y="1660"/>
                  </a:lnTo>
                  <a:lnTo>
                    <a:pt x="893" y="1236"/>
                  </a:lnTo>
                  <a:lnTo>
                    <a:pt x="739" y="956"/>
                  </a:lnTo>
                  <a:lnTo>
                    <a:pt x="551" y="818"/>
                  </a:lnTo>
                  <a:lnTo>
                    <a:pt x="525" y="562"/>
                  </a:lnTo>
                  <a:lnTo>
                    <a:pt x="726" y="242"/>
                  </a:lnTo>
                  <a:lnTo>
                    <a:pt x="850" y="0"/>
                  </a:lnTo>
                  <a:lnTo>
                    <a:pt x="978" y="13"/>
                  </a:lnTo>
                  <a:lnTo>
                    <a:pt x="1482" y="65"/>
                  </a:lnTo>
                  <a:lnTo>
                    <a:pt x="1567" y="379"/>
                  </a:lnTo>
                  <a:lnTo>
                    <a:pt x="1627" y="1160"/>
                  </a:lnTo>
                  <a:lnTo>
                    <a:pt x="1717" y="1696"/>
                  </a:lnTo>
                  <a:lnTo>
                    <a:pt x="1730" y="2420"/>
                  </a:lnTo>
                  <a:lnTo>
                    <a:pt x="1670" y="3199"/>
                  </a:lnTo>
                  <a:lnTo>
                    <a:pt x="1499" y="3964"/>
                  </a:lnTo>
                  <a:lnTo>
                    <a:pt x="1422" y="4698"/>
                  </a:lnTo>
                  <a:lnTo>
                    <a:pt x="1256" y="5286"/>
                  </a:lnTo>
                  <a:lnTo>
                    <a:pt x="1068" y="5862"/>
                  </a:lnTo>
                  <a:lnTo>
                    <a:pt x="888" y="6160"/>
                  </a:lnTo>
                  <a:lnTo>
                    <a:pt x="547" y="6265"/>
                  </a:lnTo>
                  <a:lnTo>
                    <a:pt x="303" y="6183"/>
                  </a:lnTo>
                  <a:lnTo>
                    <a:pt x="47" y="5979"/>
                  </a:lnTo>
                  <a:lnTo>
                    <a:pt x="30" y="5830"/>
                  </a:lnTo>
                  <a:lnTo>
                    <a:pt x="0" y="573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9040068" y="3042884"/>
              <a:ext cx="585" cy="208"/>
            </a:xfrm>
            <a:custGeom>
              <a:avLst/>
              <a:pathLst>
                <a:path w="585" h="208">
                  <a:moveTo>
                    <a:pt x="0" y="208"/>
                  </a:moveTo>
                  <a:lnTo>
                    <a:pt x="217" y="176"/>
                  </a:lnTo>
                  <a:lnTo>
                    <a:pt x="426" y="121"/>
                  </a:lnTo>
                  <a:lnTo>
                    <a:pt x="585" y="33"/>
                  </a:lnTo>
                  <a:lnTo>
                    <a:pt x="56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9039048" y="3042282"/>
              <a:ext cx="1717" cy="885"/>
            </a:xfrm>
            <a:custGeom>
              <a:avLst/>
              <a:pathLst>
                <a:path w="1717" h="885">
                  <a:moveTo>
                    <a:pt x="1717" y="23"/>
                  </a:moveTo>
                  <a:lnTo>
                    <a:pt x="1499" y="0"/>
                  </a:lnTo>
                  <a:lnTo>
                    <a:pt x="1242" y="32"/>
                  </a:lnTo>
                  <a:lnTo>
                    <a:pt x="1013" y="97"/>
                  </a:lnTo>
                  <a:lnTo>
                    <a:pt x="795" y="174"/>
                  </a:lnTo>
                  <a:lnTo>
                    <a:pt x="348" y="284"/>
                  </a:lnTo>
                  <a:lnTo>
                    <a:pt x="130" y="416"/>
                  </a:lnTo>
                  <a:lnTo>
                    <a:pt x="0" y="806"/>
                  </a:lnTo>
                  <a:lnTo>
                    <a:pt x="217" y="88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9039434" y="3043126"/>
              <a:ext cx="386" cy="121"/>
            </a:xfrm>
            <a:custGeom>
              <a:avLst/>
              <a:pathLst>
                <a:path w="386" h="121">
                  <a:moveTo>
                    <a:pt x="0" y="87"/>
                  </a:moveTo>
                  <a:lnTo>
                    <a:pt x="148" y="121"/>
                  </a:lnTo>
                  <a:lnTo>
                    <a:pt x="307" y="77"/>
                  </a:lnTo>
                  <a:lnTo>
                    <a:pt x="386" y="33"/>
                  </a:lnTo>
                  <a:lnTo>
                    <a:pt x="38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9040974" y="3041786"/>
              <a:ext cx="782" cy="1626"/>
            </a:xfrm>
            <a:custGeom>
              <a:avLst/>
              <a:pathLst>
                <a:path w="782" h="1626">
                  <a:moveTo>
                    <a:pt x="429" y="1626"/>
                  </a:moveTo>
                  <a:lnTo>
                    <a:pt x="600" y="1326"/>
                  </a:lnTo>
                  <a:lnTo>
                    <a:pt x="680" y="992"/>
                  </a:lnTo>
                  <a:lnTo>
                    <a:pt x="701" y="646"/>
                  </a:lnTo>
                  <a:lnTo>
                    <a:pt x="782" y="279"/>
                  </a:lnTo>
                  <a:lnTo>
                    <a:pt x="596" y="0"/>
                  </a:lnTo>
                  <a:lnTo>
                    <a:pt x="317" y="277"/>
                  </a:lnTo>
                  <a:lnTo>
                    <a:pt x="9" y="431"/>
                  </a:lnTo>
                  <a:lnTo>
                    <a:pt x="0" y="42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9038085" y="3043218"/>
              <a:ext cx="584" cy="658"/>
            </a:xfrm>
            <a:custGeom>
              <a:avLst/>
              <a:pathLst>
                <a:path w="584" h="658">
                  <a:moveTo>
                    <a:pt x="70" y="44"/>
                  </a:moveTo>
                  <a:lnTo>
                    <a:pt x="0" y="278"/>
                  </a:lnTo>
                  <a:lnTo>
                    <a:pt x="8" y="478"/>
                  </a:lnTo>
                  <a:lnTo>
                    <a:pt x="157" y="579"/>
                  </a:lnTo>
                  <a:lnTo>
                    <a:pt x="414" y="658"/>
                  </a:lnTo>
                  <a:lnTo>
                    <a:pt x="494" y="514"/>
                  </a:lnTo>
                  <a:lnTo>
                    <a:pt x="584" y="336"/>
                  </a:lnTo>
                  <a:lnTo>
                    <a:pt x="357" y="56"/>
                  </a:lnTo>
                  <a:lnTo>
                    <a:pt x="129" y="11"/>
                  </a:lnTo>
                  <a:lnTo>
                    <a:pt x="11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9036823" y="3043718"/>
              <a:ext cx="1159" cy="944"/>
            </a:xfrm>
            <a:custGeom>
              <a:avLst/>
              <a:pathLst>
                <a:path w="1159" h="944">
                  <a:moveTo>
                    <a:pt x="471" y="33"/>
                  </a:moveTo>
                  <a:lnTo>
                    <a:pt x="408" y="85"/>
                  </a:lnTo>
                  <a:lnTo>
                    <a:pt x="249" y="163"/>
                  </a:lnTo>
                  <a:lnTo>
                    <a:pt x="80" y="385"/>
                  </a:lnTo>
                  <a:lnTo>
                    <a:pt x="0" y="674"/>
                  </a:lnTo>
                  <a:lnTo>
                    <a:pt x="197" y="931"/>
                  </a:lnTo>
                  <a:lnTo>
                    <a:pt x="553" y="944"/>
                  </a:lnTo>
                  <a:lnTo>
                    <a:pt x="851" y="834"/>
                  </a:lnTo>
                  <a:lnTo>
                    <a:pt x="1049" y="701"/>
                  </a:lnTo>
                  <a:lnTo>
                    <a:pt x="1159" y="479"/>
                  </a:lnTo>
                  <a:lnTo>
                    <a:pt x="1151" y="245"/>
                  </a:lnTo>
                  <a:lnTo>
                    <a:pt x="1032" y="144"/>
                  </a:lnTo>
                  <a:lnTo>
                    <a:pt x="805" y="87"/>
                  </a:lnTo>
                  <a:lnTo>
                    <a:pt x="57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9040379" y="3043309"/>
              <a:ext cx="875" cy="1547"/>
            </a:xfrm>
            <a:custGeom>
              <a:avLst/>
              <a:pathLst>
                <a:path w="875" h="1547">
                  <a:moveTo>
                    <a:pt x="382" y="0"/>
                  </a:moveTo>
                  <a:lnTo>
                    <a:pt x="332" y="133"/>
                  </a:lnTo>
                  <a:lnTo>
                    <a:pt x="173" y="288"/>
                  </a:lnTo>
                  <a:lnTo>
                    <a:pt x="92" y="533"/>
                  </a:lnTo>
                  <a:lnTo>
                    <a:pt x="2" y="778"/>
                  </a:lnTo>
                  <a:lnTo>
                    <a:pt x="0" y="1179"/>
                  </a:lnTo>
                  <a:lnTo>
                    <a:pt x="39" y="1413"/>
                  </a:lnTo>
                  <a:lnTo>
                    <a:pt x="147" y="1547"/>
                  </a:lnTo>
                  <a:lnTo>
                    <a:pt x="425" y="1415"/>
                  </a:lnTo>
                  <a:lnTo>
                    <a:pt x="575" y="1137"/>
                  </a:lnTo>
                  <a:lnTo>
                    <a:pt x="674" y="948"/>
                  </a:lnTo>
                  <a:lnTo>
                    <a:pt x="824" y="737"/>
                  </a:lnTo>
                  <a:lnTo>
                    <a:pt x="875" y="437"/>
                  </a:lnTo>
                  <a:lnTo>
                    <a:pt x="875" y="42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9077878" y="3045860"/>
              <a:ext cx="743" cy="129"/>
            </a:xfrm>
            <a:custGeom>
              <a:avLst/>
              <a:pathLst>
                <a:path w="743" h="129">
                  <a:moveTo>
                    <a:pt x="743" y="0"/>
                  </a:moveTo>
                  <a:lnTo>
                    <a:pt x="564" y="76"/>
                  </a:lnTo>
                  <a:lnTo>
                    <a:pt x="426" y="64"/>
                  </a:lnTo>
                  <a:lnTo>
                    <a:pt x="287" y="96"/>
                  </a:lnTo>
                  <a:lnTo>
                    <a:pt x="217" y="129"/>
                  </a:lnTo>
                  <a:lnTo>
                    <a:pt x="0" y="105"/>
                  </a:lnTo>
                  <a:lnTo>
                    <a:pt x="0" y="9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9078948" y="3045865"/>
              <a:ext cx="979" cy="206"/>
            </a:xfrm>
            <a:custGeom>
              <a:avLst/>
              <a:pathLst>
                <a:path w="979" h="206">
                  <a:moveTo>
                    <a:pt x="979" y="206"/>
                  </a:moveTo>
                  <a:lnTo>
                    <a:pt x="475" y="101"/>
                  </a:lnTo>
                  <a:lnTo>
                    <a:pt x="435" y="67"/>
                  </a:lnTo>
                  <a:lnTo>
                    <a:pt x="297" y="0"/>
                  </a:lnTo>
                  <a:lnTo>
                    <a:pt x="29" y="64"/>
                  </a:lnTo>
                  <a:lnTo>
                    <a:pt x="0" y="6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9034906" y="3045099"/>
              <a:ext cx="771" cy="1103"/>
            </a:xfrm>
            <a:custGeom>
              <a:avLst/>
              <a:pathLst>
                <a:path w="771" h="1103">
                  <a:moveTo>
                    <a:pt x="20" y="232"/>
                  </a:moveTo>
                  <a:lnTo>
                    <a:pt x="0" y="455"/>
                  </a:lnTo>
                  <a:lnTo>
                    <a:pt x="58" y="645"/>
                  </a:lnTo>
                  <a:lnTo>
                    <a:pt x="137" y="790"/>
                  </a:lnTo>
                  <a:lnTo>
                    <a:pt x="264" y="1014"/>
                  </a:lnTo>
                  <a:lnTo>
                    <a:pt x="422" y="1103"/>
                  </a:lnTo>
                  <a:lnTo>
                    <a:pt x="641" y="1038"/>
                  </a:lnTo>
                  <a:lnTo>
                    <a:pt x="751" y="837"/>
                  </a:lnTo>
                  <a:lnTo>
                    <a:pt x="771" y="626"/>
                  </a:lnTo>
                  <a:lnTo>
                    <a:pt x="763" y="280"/>
                  </a:lnTo>
                  <a:lnTo>
                    <a:pt x="665" y="113"/>
                  </a:lnTo>
                  <a:lnTo>
                    <a:pt x="477" y="12"/>
                  </a:lnTo>
                  <a:lnTo>
                    <a:pt x="279" y="11"/>
                  </a:lnTo>
                  <a:lnTo>
                    <a:pt x="26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9077924" y="3046306"/>
              <a:ext cx="774" cy="227"/>
            </a:xfrm>
            <a:custGeom>
              <a:avLst/>
              <a:pathLst>
                <a:path w="774" h="227">
                  <a:moveTo>
                    <a:pt x="0" y="227"/>
                  </a:moveTo>
                  <a:lnTo>
                    <a:pt x="178" y="184"/>
                  </a:lnTo>
                  <a:lnTo>
                    <a:pt x="337" y="141"/>
                  </a:lnTo>
                  <a:lnTo>
                    <a:pt x="595" y="54"/>
                  </a:lnTo>
                  <a:lnTo>
                    <a:pt x="774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9079004" y="3046409"/>
              <a:ext cx="672" cy="205"/>
            </a:xfrm>
            <a:custGeom>
              <a:avLst/>
              <a:pathLst>
                <a:path w="672" h="205">
                  <a:moveTo>
                    <a:pt x="0" y="0"/>
                  </a:moveTo>
                  <a:lnTo>
                    <a:pt x="167" y="34"/>
                  </a:lnTo>
                  <a:lnTo>
                    <a:pt x="266" y="57"/>
                  </a:lnTo>
                  <a:lnTo>
                    <a:pt x="424" y="103"/>
                  </a:lnTo>
                  <a:lnTo>
                    <a:pt x="603" y="160"/>
                  </a:lnTo>
                  <a:lnTo>
                    <a:pt x="672" y="205"/>
                  </a:lnTo>
                  <a:lnTo>
                    <a:pt x="672" y="19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9080204" y="3046218"/>
              <a:ext cx="511" cy="527"/>
            </a:xfrm>
            <a:custGeom>
              <a:avLst/>
              <a:pathLst>
                <a:path w="511" h="527">
                  <a:moveTo>
                    <a:pt x="511" y="527"/>
                  </a:moveTo>
                  <a:lnTo>
                    <a:pt x="394" y="248"/>
                  </a:lnTo>
                  <a:lnTo>
                    <a:pt x="256" y="124"/>
                  </a:lnTo>
                  <a:lnTo>
                    <a:pt x="78" y="56"/>
                  </a:lnTo>
                  <a:lnTo>
                    <a:pt x="0" y="0"/>
                  </a:lnTo>
                  <a:lnTo>
                    <a:pt x="1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9033752" y="3045652"/>
              <a:ext cx="803" cy="1536"/>
            </a:xfrm>
            <a:custGeom>
              <a:avLst/>
              <a:pathLst>
                <a:path w="803" h="1536">
                  <a:moveTo>
                    <a:pt x="608" y="77"/>
                  </a:moveTo>
                  <a:lnTo>
                    <a:pt x="489" y="110"/>
                  </a:lnTo>
                  <a:lnTo>
                    <a:pt x="280" y="187"/>
                  </a:lnTo>
                  <a:lnTo>
                    <a:pt x="111" y="420"/>
                  </a:lnTo>
                  <a:lnTo>
                    <a:pt x="60" y="732"/>
                  </a:lnTo>
                  <a:lnTo>
                    <a:pt x="0" y="1044"/>
                  </a:lnTo>
                  <a:lnTo>
                    <a:pt x="146" y="1457"/>
                  </a:lnTo>
                  <a:lnTo>
                    <a:pt x="482" y="1536"/>
                  </a:lnTo>
                  <a:lnTo>
                    <a:pt x="612" y="1392"/>
                  </a:lnTo>
                  <a:lnTo>
                    <a:pt x="742" y="1148"/>
                  </a:lnTo>
                  <a:lnTo>
                    <a:pt x="803" y="791"/>
                  </a:lnTo>
                  <a:lnTo>
                    <a:pt x="784" y="590"/>
                  </a:lnTo>
                  <a:lnTo>
                    <a:pt x="717" y="122"/>
                  </a:lnTo>
                  <a:lnTo>
                    <a:pt x="68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9077195" y="3046085"/>
              <a:ext cx="364" cy="1189"/>
            </a:xfrm>
            <a:custGeom>
              <a:avLst/>
              <a:pathLst>
                <a:path w="364" h="1189">
                  <a:moveTo>
                    <a:pt x="364" y="0"/>
                  </a:moveTo>
                  <a:lnTo>
                    <a:pt x="293" y="233"/>
                  </a:lnTo>
                  <a:lnTo>
                    <a:pt x="183" y="388"/>
                  </a:lnTo>
                  <a:lnTo>
                    <a:pt x="83" y="666"/>
                  </a:lnTo>
                  <a:lnTo>
                    <a:pt x="11" y="911"/>
                  </a:lnTo>
                  <a:lnTo>
                    <a:pt x="0" y="1178"/>
                  </a:lnTo>
                  <a:lnTo>
                    <a:pt x="0" y="118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9037068" y="3046935"/>
              <a:ext cx="252" cy="389"/>
            </a:xfrm>
            <a:custGeom>
              <a:avLst/>
              <a:pathLst>
                <a:path w="252" h="389">
                  <a:moveTo>
                    <a:pt x="107" y="0"/>
                  </a:moveTo>
                  <a:lnTo>
                    <a:pt x="17" y="74"/>
                  </a:lnTo>
                  <a:lnTo>
                    <a:pt x="0" y="179"/>
                  </a:lnTo>
                  <a:lnTo>
                    <a:pt x="79" y="361"/>
                  </a:lnTo>
                  <a:lnTo>
                    <a:pt x="118" y="389"/>
                  </a:lnTo>
                  <a:lnTo>
                    <a:pt x="198" y="374"/>
                  </a:lnTo>
                  <a:lnTo>
                    <a:pt x="252" y="287"/>
                  </a:lnTo>
                  <a:lnTo>
                    <a:pt x="249" y="128"/>
                  </a:lnTo>
                  <a:lnTo>
                    <a:pt x="167" y="25"/>
                  </a:lnTo>
                  <a:lnTo>
                    <a:pt x="10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9077751" y="3046756"/>
              <a:ext cx="61" cy="579"/>
            </a:xfrm>
            <a:custGeom>
              <a:avLst/>
              <a:pathLst>
                <a:path w="61" h="579">
                  <a:moveTo>
                    <a:pt x="8" y="579"/>
                  </a:moveTo>
                  <a:lnTo>
                    <a:pt x="0" y="445"/>
                  </a:lnTo>
                  <a:lnTo>
                    <a:pt x="11" y="278"/>
                  </a:lnTo>
                  <a:lnTo>
                    <a:pt x="61" y="100"/>
                  </a:lnTo>
                  <a:lnTo>
                    <a:pt x="52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9027480" y="3046649"/>
              <a:ext cx="674" cy="736"/>
            </a:xfrm>
            <a:custGeom>
              <a:avLst/>
              <a:pathLst>
                <a:path w="674" h="736">
                  <a:moveTo>
                    <a:pt x="0" y="467"/>
                  </a:moveTo>
                  <a:lnTo>
                    <a:pt x="187" y="702"/>
                  </a:lnTo>
                  <a:lnTo>
                    <a:pt x="385" y="736"/>
                  </a:lnTo>
                  <a:lnTo>
                    <a:pt x="563" y="692"/>
                  </a:lnTo>
                  <a:lnTo>
                    <a:pt x="653" y="592"/>
                  </a:lnTo>
                  <a:lnTo>
                    <a:pt x="674" y="291"/>
                  </a:lnTo>
                  <a:lnTo>
                    <a:pt x="585" y="169"/>
                  </a:lnTo>
                  <a:lnTo>
                    <a:pt x="457" y="45"/>
                  </a:lnTo>
                  <a:lnTo>
                    <a:pt x="229" y="11"/>
                  </a:lnTo>
                  <a:lnTo>
                    <a:pt x="111" y="0"/>
                  </a:lnTo>
                  <a:lnTo>
                    <a:pt x="51" y="88"/>
                  </a:lnTo>
                  <a:lnTo>
                    <a:pt x="51" y="7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9032028" y="3046557"/>
              <a:ext cx="1424" cy="1084"/>
            </a:xfrm>
            <a:custGeom>
              <a:avLst/>
              <a:pathLst>
                <a:path w="1424" h="1084">
                  <a:moveTo>
                    <a:pt x="0" y="310"/>
                  </a:moveTo>
                  <a:lnTo>
                    <a:pt x="28" y="656"/>
                  </a:lnTo>
                  <a:lnTo>
                    <a:pt x="274" y="902"/>
                  </a:lnTo>
                  <a:lnTo>
                    <a:pt x="423" y="970"/>
                  </a:lnTo>
                  <a:lnTo>
                    <a:pt x="699" y="1060"/>
                  </a:lnTo>
                  <a:lnTo>
                    <a:pt x="1056" y="1084"/>
                  </a:lnTo>
                  <a:lnTo>
                    <a:pt x="1234" y="1040"/>
                  </a:lnTo>
                  <a:lnTo>
                    <a:pt x="1364" y="918"/>
                  </a:lnTo>
                  <a:lnTo>
                    <a:pt x="1424" y="617"/>
                  </a:lnTo>
                  <a:lnTo>
                    <a:pt x="1237" y="305"/>
                  </a:lnTo>
                  <a:lnTo>
                    <a:pt x="990" y="159"/>
                  </a:lnTo>
                  <a:lnTo>
                    <a:pt x="723" y="102"/>
                  </a:lnTo>
                  <a:lnTo>
                    <a:pt x="476" y="12"/>
                  </a:lnTo>
                  <a:lnTo>
                    <a:pt x="258" y="0"/>
                  </a:lnTo>
                  <a:lnTo>
                    <a:pt x="139" y="99"/>
                  </a:lnTo>
                  <a:lnTo>
                    <a:pt x="79" y="244"/>
                  </a:lnTo>
                  <a:lnTo>
                    <a:pt x="39" y="23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9038206" y="3046741"/>
              <a:ext cx="853" cy="924"/>
            </a:xfrm>
            <a:custGeom>
              <a:avLst/>
              <a:pathLst>
                <a:path w="853" h="924">
                  <a:moveTo>
                    <a:pt x="0" y="488"/>
                  </a:moveTo>
                  <a:lnTo>
                    <a:pt x="0" y="666"/>
                  </a:lnTo>
                  <a:lnTo>
                    <a:pt x="177" y="823"/>
                  </a:lnTo>
                  <a:lnTo>
                    <a:pt x="385" y="924"/>
                  </a:lnTo>
                  <a:lnTo>
                    <a:pt x="593" y="858"/>
                  </a:lnTo>
                  <a:lnTo>
                    <a:pt x="783" y="592"/>
                  </a:lnTo>
                  <a:lnTo>
                    <a:pt x="853" y="403"/>
                  </a:lnTo>
                  <a:lnTo>
                    <a:pt x="646" y="123"/>
                  </a:lnTo>
                  <a:lnTo>
                    <a:pt x="389" y="0"/>
                  </a:lnTo>
                  <a:lnTo>
                    <a:pt x="111" y="110"/>
                  </a:lnTo>
                  <a:lnTo>
                    <a:pt x="41" y="176"/>
                  </a:lnTo>
                  <a:lnTo>
                    <a:pt x="41" y="18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9036514" y="3046422"/>
              <a:ext cx="1128" cy="1282"/>
            </a:xfrm>
            <a:custGeom>
              <a:avLst/>
              <a:pathLst>
                <a:path w="1128" h="1282">
                  <a:moveTo>
                    <a:pt x="50" y="276"/>
                  </a:moveTo>
                  <a:lnTo>
                    <a:pt x="0" y="509"/>
                  </a:lnTo>
                  <a:lnTo>
                    <a:pt x="245" y="1034"/>
                  </a:lnTo>
                  <a:lnTo>
                    <a:pt x="412" y="1147"/>
                  </a:lnTo>
                  <a:lnTo>
                    <a:pt x="699" y="1282"/>
                  </a:lnTo>
                  <a:lnTo>
                    <a:pt x="947" y="1238"/>
                  </a:lnTo>
                  <a:lnTo>
                    <a:pt x="1077" y="1127"/>
                  </a:lnTo>
                  <a:lnTo>
                    <a:pt x="1128" y="883"/>
                  </a:lnTo>
                  <a:lnTo>
                    <a:pt x="1059" y="559"/>
                  </a:lnTo>
                  <a:lnTo>
                    <a:pt x="842" y="246"/>
                  </a:lnTo>
                  <a:lnTo>
                    <a:pt x="567" y="0"/>
                  </a:lnTo>
                  <a:lnTo>
                    <a:pt x="328" y="43"/>
                  </a:lnTo>
                  <a:lnTo>
                    <a:pt x="140" y="18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9027377" y="3047495"/>
              <a:ext cx="367" cy="299"/>
            </a:xfrm>
            <a:custGeom>
              <a:avLst/>
              <a:pathLst>
                <a:path w="367" h="299">
                  <a:moveTo>
                    <a:pt x="0" y="69"/>
                  </a:moveTo>
                  <a:lnTo>
                    <a:pt x="176" y="0"/>
                  </a:lnTo>
                  <a:lnTo>
                    <a:pt x="327" y="77"/>
                  </a:lnTo>
                  <a:lnTo>
                    <a:pt x="363" y="197"/>
                  </a:lnTo>
                  <a:lnTo>
                    <a:pt x="367" y="287"/>
                  </a:lnTo>
                  <a:lnTo>
                    <a:pt x="184" y="299"/>
                  </a:lnTo>
                  <a:lnTo>
                    <a:pt x="42" y="261"/>
                  </a:lnTo>
                  <a:lnTo>
                    <a:pt x="0" y="6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9079904" y="3046661"/>
              <a:ext cx="323" cy="1204"/>
            </a:xfrm>
            <a:custGeom>
              <a:avLst/>
              <a:pathLst>
                <a:path w="323" h="1204">
                  <a:moveTo>
                    <a:pt x="0" y="0"/>
                  </a:moveTo>
                  <a:lnTo>
                    <a:pt x="166" y="224"/>
                  </a:lnTo>
                  <a:lnTo>
                    <a:pt x="284" y="358"/>
                  </a:lnTo>
                  <a:lnTo>
                    <a:pt x="323" y="537"/>
                  </a:lnTo>
                  <a:lnTo>
                    <a:pt x="311" y="782"/>
                  </a:lnTo>
                  <a:lnTo>
                    <a:pt x="260" y="982"/>
                  </a:lnTo>
                  <a:lnTo>
                    <a:pt x="159" y="1204"/>
                  </a:lnTo>
                  <a:lnTo>
                    <a:pt x="150" y="118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9029281" y="3046914"/>
              <a:ext cx="762" cy="1147"/>
            </a:xfrm>
            <a:custGeom>
              <a:avLst/>
              <a:pathLst>
                <a:path w="762" h="1147">
                  <a:moveTo>
                    <a:pt x="408" y="44"/>
                  </a:moveTo>
                  <a:lnTo>
                    <a:pt x="230" y="154"/>
                  </a:lnTo>
                  <a:lnTo>
                    <a:pt x="41" y="265"/>
                  </a:lnTo>
                  <a:lnTo>
                    <a:pt x="0" y="588"/>
                  </a:lnTo>
                  <a:lnTo>
                    <a:pt x="127" y="934"/>
                  </a:lnTo>
                  <a:lnTo>
                    <a:pt x="394" y="1113"/>
                  </a:lnTo>
                  <a:lnTo>
                    <a:pt x="582" y="1147"/>
                  </a:lnTo>
                  <a:lnTo>
                    <a:pt x="702" y="836"/>
                  </a:lnTo>
                  <a:lnTo>
                    <a:pt x="762" y="624"/>
                  </a:lnTo>
                  <a:lnTo>
                    <a:pt x="733" y="413"/>
                  </a:lnTo>
                  <a:lnTo>
                    <a:pt x="527" y="11"/>
                  </a:lnTo>
                  <a:lnTo>
                    <a:pt x="53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9080458" y="3047069"/>
              <a:ext cx="263" cy="1056"/>
            </a:xfrm>
            <a:custGeom>
              <a:avLst/>
              <a:pathLst>
                <a:path w="263" h="1056">
                  <a:moveTo>
                    <a:pt x="0" y="1056"/>
                  </a:moveTo>
                  <a:lnTo>
                    <a:pt x="190" y="768"/>
                  </a:lnTo>
                  <a:lnTo>
                    <a:pt x="201" y="579"/>
                  </a:lnTo>
                  <a:lnTo>
                    <a:pt x="242" y="401"/>
                  </a:lnTo>
                  <a:lnTo>
                    <a:pt x="263" y="189"/>
                  </a:lnTo>
                  <a:lnTo>
                    <a:pt x="22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9079210" y="3048043"/>
              <a:ext cx="733" cy="162"/>
            </a:xfrm>
            <a:custGeom>
              <a:avLst/>
              <a:pathLst>
                <a:path w="733" h="162">
                  <a:moveTo>
                    <a:pt x="733" y="0"/>
                  </a:moveTo>
                  <a:lnTo>
                    <a:pt x="575" y="54"/>
                  </a:lnTo>
                  <a:lnTo>
                    <a:pt x="287" y="52"/>
                  </a:lnTo>
                  <a:lnTo>
                    <a:pt x="108" y="162"/>
                  </a:lnTo>
                  <a:lnTo>
                    <a:pt x="0" y="12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9078398" y="3048176"/>
              <a:ext cx="544" cy="34"/>
            </a:xfrm>
            <a:custGeom>
              <a:avLst/>
              <a:pathLst>
                <a:path w="544" h="34">
                  <a:moveTo>
                    <a:pt x="544" y="4"/>
                  </a:moveTo>
                  <a:lnTo>
                    <a:pt x="356" y="13"/>
                  </a:lnTo>
                  <a:lnTo>
                    <a:pt x="267" y="2"/>
                  </a:lnTo>
                  <a:lnTo>
                    <a:pt x="89" y="34"/>
                  </a:lnTo>
                  <a:lnTo>
                    <a:pt x="0" y="11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9035718" y="3047442"/>
              <a:ext cx="791" cy="792"/>
            </a:xfrm>
            <a:custGeom>
              <a:avLst/>
              <a:pathLst>
                <a:path w="791" h="792">
                  <a:moveTo>
                    <a:pt x="0" y="478"/>
                  </a:moveTo>
                  <a:lnTo>
                    <a:pt x="157" y="657"/>
                  </a:lnTo>
                  <a:lnTo>
                    <a:pt x="325" y="780"/>
                  </a:lnTo>
                  <a:lnTo>
                    <a:pt x="543" y="792"/>
                  </a:lnTo>
                  <a:lnTo>
                    <a:pt x="662" y="760"/>
                  </a:lnTo>
                  <a:lnTo>
                    <a:pt x="761" y="660"/>
                  </a:lnTo>
                  <a:lnTo>
                    <a:pt x="791" y="537"/>
                  </a:lnTo>
                  <a:lnTo>
                    <a:pt x="526" y="135"/>
                  </a:lnTo>
                  <a:lnTo>
                    <a:pt x="367" y="45"/>
                  </a:lnTo>
                  <a:lnTo>
                    <a:pt x="15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9026605" y="3047148"/>
              <a:ext cx="940" cy="1104"/>
            </a:xfrm>
            <a:custGeom>
              <a:avLst/>
              <a:pathLst>
                <a:path w="940" h="1104">
                  <a:moveTo>
                    <a:pt x="685" y="180"/>
                  </a:moveTo>
                  <a:lnTo>
                    <a:pt x="497" y="67"/>
                  </a:lnTo>
                  <a:lnTo>
                    <a:pt x="230" y="0"/>
                  </a:lnTo>
                  <a:lnTo>
                    <a:pt x="110" y="111"/>
                  </a:lnTo>
                  <a:lnTo>
                    <a:pt x="50" y="367"/>
                  </a:lnTo>
                  <a:lnTo>
                    <a:pt x="0" y="623"/>
                  </a:lnTo>
                  <a:lnTo>
                    <a:pt x="39" y="745"/>
                  </a:lnTo>
                  <a:lnTo>
                    <a:pt x="236" y="947"/>
                  </a:lnTo>
                  <a:lnTo>
                    <a:pt x="335" y="1025"/>
                  </a:lnTo>
                  <a:lnTo>
                    <a:pt x="474" y="1093"/>
                  </a:lnTo>
                  <a:lnTo>
                    <a:pt x="642" y="1104"/>
                  </a:lnTo>
                  <a:lnTo>
                    <a:pt x="721" y="1071"/>
                  </a:lnTo>
                  <a:lnTo>
                    <a:pt x="840" y="982"/>
                  </a:lnTo>
                  <a:lnTo>
                    <a:pt x="929" y="883"/>
                  </a:lnTo>
                  <a:lnTo>
                    <a:pt x="940" y="86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9077709" y="3047535"/>
              <a:ext cx="391" cy="760"/>
            </a:xfrm>
            <a:custGeom>
              <a:avLst/>
              <a:pathLst>
                <a:path w="391" h="760">
                  <a:moveTo>
                    <a:pt x="391" y="760"/>
                  </a:moveTo>
                  <a:lnTo>
                    <a:pt x="342" y="571"/>
                  </a:lnTo>
                  <a:lnTo>
                    <a:pt x="245" y="380"/>
                  </a:lnTo>
                  <a:lnTo>
                    <a:pt x="127" y="246"/>
                  </a:lnTo>
                  <a:lnTo>
                    <a:pt x="58" y="111"/>
                  </a:lnTo>
                  <a:lnTo>
                    <a:pt x="0" y="11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9077133" y="3047664"/>
              <a:ext cx="401" cy="649"/>
            </a:xfrm>
            <a:custGeom>
              <a:avLst/>
              <a:pathLst>
                <a:path w="401" h="649">
                  <a:moveTo>
                    <a:pt x="0" y="0"/>
                  </a:moveTo>
                  <a:lnTo>
                    <a:pt x="28" y="156"/>
                  </a:lnTo>
                  <a:lnTo>
                    <a:pt x="146" y="335"/>
                  </a:lnTo>
                  <a:lnTo>
                    <a:pt x="273" y="525"/>
                  </a:lnTo>
                  <a:lnTo>
                    <a:pt x="401" y="649"/>
                  </a:lnTo>
                  <a:lnTo>
                    <a:pt x="401" y="63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9025584" y="3047658"/>
              <a:ext cx="744" cy="823"/>
            </a:xfrm>
            <a:custGeom>
              <a:avLst/>
              <a:pathLst>
                <a:path w="744" h="823">
                  <a:moveTo>
                    <a:pt x="744" y="67"/>
                  </a:moveTo>
                  <a:lnTo>
                    <a:pt x="596" y="0"/>
                  </a:lnTo>
                  <a:lnTo>
                    <a:pt x="388" y="32"/>
                  </a:lnTo>
                  <a:lnTo>
                    <a:pt x="170" y="109"/>
                  </a:lnTo>
                  <a:lnTo>
                    <a:pt x="100" y="232"/>
                  </a:lnTo>
                  <a:lnTo>
                    <a:pt x="0" y="476"/>
                  </a:lnTo>
                  <a:lnTo>
                    <a:pt x="29" y="666"/>
                  </a:lnTo>
                  <a:lnTo>
                    <a:pt x="187" y="800"/>
                  </a:lnTo>
                  <a:lnTo>
                    <a:pt x="395" y="823"/>
                  </a:lnTo>
                  <a:lnTo>
                    <a:pt x="613" y="702"/>
                  </a:lnTo>
                  <a:lnTo>
                    <a:pt x="593" y="69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9079128" y="3048302"/>
              <a:ext cx="1160" cy="404"/>
            </a:xfrm>
            <a:custGeom>
              <a:avLst/>
              <a:pathLst>
                <a:path w="1160" h="404">
                  <a:moveTo>
                    <a:pt x="0" y="235"/>
                  </a:moveTo>
                  <a:lnTo>
                    <a:pt x="206" y="404"/>
                  </a:lnTo>
                  <a:lnTo>
                    <a:pt x="434" y="350"/>
                  </a:lnTo>
                  <a:lnTo>
                    <a:pt x="663" y="319"/>
                  </a:lnTo>
                  <a:lnTo>
                    <a:pt x="940" y="254"/>
                  </a:lnTo>
                  <a:lnTo>
                    <a:pt x="1160" y="33"/>
                  </a:lnTo>
                  <a:lnTo>
                    <a:pt x="114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9077831" y="3048539"/>
              <a:ext cx="920" cy="172"/>
            </a:xfrm>
            <a:custGeom>
              <a:avLst/>
              <a:pathLst>
                <a:path w="920" h="172">
                  <a:moveTo>
                    <a:pt x="0" y="0"/>
                  </a:moveTo>
                  <a:lnTo>
                    <a:pt x="346" y="91"/>
                  </a:lnTo>
                  <a:lnTo>
                    <a:pt x="484" y="126"/>
                  </a:lnTo>
                  <a:lnTo>
                    <a:pt x="662" y="172"/>
                  </a:lnTo>
                  <a:lnTo>
                    <a:pt x="850" y="151"/>
                  </a:lnTo>
                  <a:lnTo>
                    <a:pt x="920" y="7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9024810" y="3048189"/>
              <a:ext cx="554" cy="645"/>
            </a:xfrm>
            <a:custGeom>
              <a:avLst/>
              <a:pathLst>
                <a:path w="554" h="645">
                  <a:moveTo>
                    <a:pt x="388" y="0"/>
                  </a:moveTo>
                  <a:lnTo>
                    <a:pt x="169" y="99"/>
                  </a:lnTo>
                  <a:lnTo>
                    <a:pt x="60" y="177"/>
                  </a:lnTo>
                  <a:lnTo>
                    <a:pt x="0" y="288"/>
                  </a:lnTo>
                  <a:lnTo>
                    <a:pt x="39" y="511"/>
                  </a:lnTo>
                  <a:lnTo>
                    <a:pt x="128" y="645"/>
                  </a:lnTo>
                  <a:lnTo>
                    <a:pt x="276" y="645"/>
                  </a:lnTo>
                  <a:lnTo>
                    <a:pt x="484" y="546"/>
                  </a:lnTo>
                  <a:lnTo>
                    <a:pt x="554" y="490"/>
                  </a:lnTo>
                  <a:lnTo>
                    <a:pt x="525" y="223"/>
                  </a:lnTo>
                  <a:lnTo>
                    <a:pt x="436" y="8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9034296" y="3048561"/>
              <a:ext cx="1028" cy="1104"/>
            </a:xfrm>
            <a:custGeom>
              <a:avLst/>
              <a:pathLst>
                <a:path w="1028" h="1104">
                  <a:moveTo>
                    <a:pt x="144" y="93"/>
                  </a:moveTo>
                  <a:lnTo>
                    <a:pt x="59" y="356"/>
                  </a:lnTo>
                  <a:lnTo>
                    <a:pt x="0" y="534"/>
                  </a:lnTo>
                  <a:lnTo>
                    <a:pt x="137" y="735"/>
                  </a:lnTo>
                  <a:lnTo>
                    <a:pt x="364" y="1025"/>
                  </a:lnTo>
                  <a:lnTo>
                    <a:pt x="571" y="1104"/>
                  </a:lnTo>
                  <a:lnTo>
                    <a:pt x="750" y="1094"/>
                  </a:lnTo>
                  <a:lnTo>
                    <a:pt x="909" y="950"/>
                  </a:lnTo>
                  <a:lnTo>
                    <a:pt x="1028" y="761"/>
                  </a:lnTo>
                  <a:lnTo>
                    <a:pt x="1019" y="494"/>
                  </a:lnTo>
                  <a:lnTo>
                    <a:pt x="941" y="304"/>
                  </a:lnTo>
                  <a:lnTo>
                    <a:pt x="695" y="102"/>
                  </a:lnTo>
                  <a:lnTo>
                    <a:pt x="407" y="78"/>
                  </a:lnTo>
                  <a:lnTo>
                    <a:pt x="18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9024320" y="3049124"/>
              <a:ext cx="762" cy="1069"/>
            </a:xfrm>
            <a:custGeom>
              <a:avLst/>
              <a:pathLst>
                <a:path w="762" h="1069">
                  <a:moveTo>
                    <a:pt x="515" y="14"/>
                  </a:moveTo>
                  <a:lnTo>
                    <a:pt x="408" y="55"/>
                  </a:lnTo>
                  <a:lnTo>
                    <a:pt x="249" y="99"/>
                  </a:lnTo>
                  <a:lnTo>
                    <a:pt x="120" y="343"/>
                  </a:lnTo>
                  <a:lnTo>
                    <a:pt x="0" y="621"/>
                  </a:lnTo>
                  <a:lnTo>
                    <a:pt x="156" y="1023"/>
                  </a:lnTo>
                  <a:lnTo>
                    <a:pt x="493" y="1069"/>
                  </a:lnTo>
                  <a:lnTo>
                    <a:pt x="721" y="958"/>
                  </a:lnTo>
                  <a:lnTo>
                    <a:pt x="762" y="814"/>
                  </a:lnTo>
                  <a:lnTo>
                    <a:pt x="724" y="345"/>
                  </a:lnTo>
                  <a:lnTo>
                    <a:pt x="635" y="108"/>
                  </a:lnTo>
                  <a:lnTo>
                    <a:pt x="58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9033570" y="3049539"/>
              <a:ext cx="673" cy="747"/>
            </a:xfrm>
            <a:custGeom>
              <a:avLst/>
              <a:pathLst>
                <a:path w="673" h="747">
                  <a:moveTo>
                    <a:pt x="149" y="52"/>
                  </a:moveTo>
                  <a:lnTo>
                    <a:pt x="80" y="166"/>
                  </a:lnTo>
                  <a:lnTo>
                    <a:pt x="0" y="433"/>
                  </a:lnTo>
                  <a:lnTo>
                    <a:pt x="137" y="612"/>
                  </a:lnTo>
                  <a:lnTo>
                    <a:pt x="345" y="746"/>
                  </a:lnTo>
                  <a:lnTo>
                    <a:pt x="434" y="747"/>
                  </a:lnTo>
                  <a:lnTo>
                    <a:pt x="573" y="647"/>
                  </a:lnTo>
                  <a:lnTo>
                    <a:pt x="673" y="492"/>
                  </a:lnTo>
                  <a:lnTo>
                    <a:pt x="654" y="213"/>
                  </a:lnTo>
                  <a:lnTo>
                    <a:pt x="506" y="112"/>
                  </a:lnTo>
                  <a:lnTo>
                    <a:pt x="419" y="73"/>
                  </a:lnTo>
                  <a:lnTo>
                    <a:pt x="27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9032538" y="3050193"/>
              <a:ext cx="832" cy="980"/>
            </a:xfrm>
            <a:custGeom>
              <a:avLst/>
              <a:pathLst>
                <a:path w="832" h="980">
                  <a:moveTo>
                    <a:pt x="70" y="98"/>
                  </a:moveTo>
                  <a:lnTo>
                    <a:pt x="0" y="388"/>
                  </a:lnTo>
                  <a:lnTo>
                    <a:pt x="57" y="666"/>
                  </a:lnTo>
                  <a:lnTo>
                    <a:pt x="175" y="856"/>
                  </a:lnTo>
                  <a:lnTo>
                    <a:pt x="363" y="980"/>
                  </a:lnTo>
                  <a:lnTo>
                    <a:pt x="532" y="903"/>
                  </a:lnTo>
                  <a:lnTo>
                    <a:pt x="681" y="814"/>
                  </a:lnTo>
                  <a:lnTo>
                    <a:pt x="811" y="469"/>
                  </a:lnTo>
                  <a:lnTo>
                    <a:pt x="832" y="224"/>
                  </a:lnTo>
                  <a:lnTo>
                    <a:pt x="733" y="68"/>
                  </a:lnTo>
                  <a:lnTo>
                    <a:pt x="506" y="11"/>
                  </a:lnTo>
                  <a:lnTo>
                    <a:pt x="347" y="33"/>
                  </a:lnTo>
                  <a:lnTo>
                    <a:pt x="245" y="0"/>
                  </a:lnTo>
                  <a:lnTo>
                    <a:pt x="124" y="1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9118710" y="3050259"/>
              <a:ext cx="678" cy="949"/>
            </a:xfrm>
            <a:custGeom>
              <a:avLst/>
              <a:pathLst>
                <a:path w="678" h="949">
                  <a:moveTo>
                    <a:pt x="572" y="393"/>
                  </a:moveTo>
                  <a:lnTo>
                    <a:pt x="678" y="706"/>
                  </a:lnTo>
                  <a:lnTo>
                    <a:pt x="458" y="949"/>
                  </a:lnTo>
                  <a:lnTo>
                    <a:pt x="152" y="856"/>
                  </a:lnTo>
                  <a:lnTo>
                    <a:pt x="65" y="587"/>
                  </a:lnTo>
                  <a:lnTo>
                    <a:pt x="0" y="230"/>
                  </a:lnTo>
                  <a:lnTo>
                    <a:pt x="100" y="64"/>
                  </a:lnTo>
                  <a:lnTo>
                    <a:pt x="298" y="0"/>
                  </a:lnTo>
                  <a:lnTo>
                    <a:pt x="446" y="135"/>
                  </a:lnTo>
                  <a:lnTo>
                    <a:pt x="456" y="10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9116702" y="3050914"/>
              <a:ext cx="670" cy="1573"/>
            </a:xfrm>
            <a:custGeom>
              <a:avLst/>
              <a:pathLst>
                <a:path w="670" h="1573">
                  <a:moveTo>
                    <a:pt x="594" y="261"/>
                  </a:moveTo>
                  <a:lnTo>
                    <a:pt x="670" y="629"/>
                  </a:lnTo>
                  <a:lnTo>
                    <a:pt x="636" y="1052"/>
                  </a:lnTo>
                  <a:lnTo>
                    <a:pt x="624" y="1264"/>
                  </a:lnTo>
                  <a:lnTo>
                    <a:pt x="534" y="1452"/>
                  </a:lnTo>
                  <a:lnTo>
                    <a:pt x="424" y="1474"/>
                  </a:lnTo>
                  <a:lnTo>
                    <a:pt x="334" y="1573"/>
                  </a:lnTo>
                  <a:lnTo>
                    <a:pt x="10" y="1335"/>
                  </a:lnTo>
                  <a:lnTo>
                    <a:pt x="73" y="924"/>
                  </a:lnTo>
                  <a:lnTo>
                    <a:pt x="57" y="567"/>
                  </a:lnTo>
                  <a:lnTo>
                    <a:pt x="0" y="321"/>
                  </a:lnTo>
                  <a:lnTo>
                    <a:pt x="15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9029798" y="3051774"/>
              <a:ext cx="672" cy="902"/>
            </a:xfrm>
            <a:custGeom>
              <a:avLst/>
              <a:pathLst>
                <a:path w="672" h="902">
                  <a:moveTo>
                    <a:pt x="423" y="902"/>
                  </a:moveTo>
                  <a:lnTo>
                    <a:pt x="502" y="825"/>
                  </a:lnTo>
                  <a:lnTo>
                    <a:pt x="602" y="624"/>
                  </a:lnTo>
                  <a:lnTo>
                    <a:pt x="672" y="458"/>
                  </a:lnTo>
                  <a:lnTo>
                    <a:pt x="524" y="212"/>
                  </a:lnTo>
                  <a:lnTo>
                    <a:pt x="377" y="0"/>
                  </a:lnTo>
                  <a:lnTo>
                    <a:pt x="159" y="121"/>
                  </a:lnTo>
                  <a:lnTo>
                    <a:pt x="0" y="343"/>
                  </a:lnTo>
                  <a:lnTo>
                    <a:pt x="48" y="555"/>
                  </a:lnTo>
                  <a:lnTo>
                    <a:pt x="38" y="54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9121629" y="3052862"/>
              <a:ext cx="353" cy="271"/>
            </a:xfrm>
            <a:custGeom>
              <a:avLst/>
              <a:pathLst>
                <a:path w="353" h="271">
                  <a:moveTo>
                    <a:pt x="0" y="0"/>
                  </a:moveTo>
                  <a:lnTo>
                    <a:pt x="197" y="69"/>
                  </a:lnTo>
                  <a:lnTo>
                    <a:pt x="353" y="27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9121437" y="3053183"/>
              <a:ext cx="442" cy="315"/>
            </a:xfrm>
            <a:custGeom>
              <a:avLst/>
              <a:pathLst>
                <a:path w="442" h="315">
                  <a:moveTo>
                    <a:pt x="0" y="0"/>
                  </a:moveTo>
                  <a:lnTo>
                    <a:pt x="97" y="201"/>
                  </a:lnTo>
                  <a:lnTo>
                    <a:pt x="304" y="315"/>
                  </a:lnTo>
                  <a:lnTo>
                    <a:pt x="433" y="272"/>
                  </a:lnTo>
                  <a:lnTo>
                    <a:pt x="442" y="26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9028109" y="3052871"/>
              <a:ext cx="634" cy="991"/>
            </a:xfrm>
            <a:custGeom>
              <a:avLst/>
              <a:pathLst>
                <a:path w="634" h="991">
                  <a:moveTo>
                    <a:pt x="150" y="88"/>
                  </a:moveTo>
                  <a:lnTo>
                    <a:pt x="11" y="221"/>
                  </a:lnTo>
                  <a:lnTo>
                    <a:pt x="0" y="410"/>
                  </a:lnTo>
                  <a:lnTo>
                    <a:pt x="0" y="633"/>
                  </a:lnTo>
                  <a:lnTo>
                    <a:pt x="48" y="812"/>
                  </a:lnTo>
                  <a:lnTo>
                    <a:pt x="236" y="991"/>
                  </a:lnTo>
                  <a:lnTo>
                    <a:pt x="474" y="880"/>
                  </a:lnTo>
                  <a:lnTo>
                    <a:pt x="594" y="636"/>
                  </a:lnTo>
                  <a:lnTo>
                    <a:pt x="634" y="346"/>
                  </a:lnTo>
                  <a:lnTo>
                    <a:pt x="526" y="100"/>
                  </a:lnTo>
                  <a:lnTo>
                    <a:pt x="348" y="0"/>
                  </a:lnTo>
                  <a:lnTo>
                    <a:pt x="220" y="2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9122514" y="3053275"/>
              <a:ext cx="544" cy="680"/>
            </a:xfrm>
            <a:custGeom>
              <a:avLst/>
              <a:pathLst>
                <a:path w="544" h="680">
                  <a:moveTo>
                    <a:pt x="506" y="49"/>
                  </a:moveTo>
                  <a:lnTo>
                    <a:pt x="544" y="183"/>
                  </a:lnTo>
                  <a:lnTo>
                    <a:pt x="433" y="404"/>
                  </a:lnTo>
                  <a:lnTo>
                    <a:pt x="293" y="614"/>
                  </a:lnTo>
                  <a:lnTo>
                    <a:pt x="183" y="680"/>
                  </a:lnTo>
                  <a:lnTo>
                    <a:pt x="45" y="600"/>
                  </a:lnTo>
                  <a:lnTo>
                    <a:pt x="8" y="321"/>
                  </a:lnTo>
                  <a:lnTo>
                    <a:pt x="0" y="154"/>
                  </a:lnTo>
                  <a:lnTo>
                    <a:pt x="120" y="0"/>
                  </a:lnTo>
                  <a:lnTo>
                    <a:pt x="318" y="4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9023850" y="3053567"/>
              <a:ext cx="791" cy="1014"/>
            </a:xfrm>
            <a:custGeom>
              <a:avLst/>
              <a:pathLst>
                <a:path w="791" h="1014">
                  <a:moveTo>
                    <a:pt x="129" y="133"/>
                  </a:moveTo>
                  <a:lnTo>
                    <a:pt x="0" y="400"/>
                  </a:lnTo>
                  <a:lnTo>
                    <a:pt x="77" y="756"/>
                  </a:lnTo>
                  <a:lnTo>
                    <a:pt x="295" y="913"/>
                  </a:lnTo>
                  <a:lnTo>
                    <a:pt x="463" y="1014"/>
                  </a:lnTo>
                  <a:lnTo>
                    <a:pt x="720" y="926"/>
                  </a:lnTo>
                  <a:lnTo>
                    <a:pt x="781" y="781"/>
                  </a:lnTo>
                  <a:lnTo>
                    <a:pt x="791" y="614"/>
                  </a:lnTo>
                  <a:lnTo>
                    <a:pt x="732" y="391"/>
                  </a:lnTo>
                  <a:lnTo>
                    <a:pt x="614" y="190"/>
                  </a:lnTo>
                  <a:lnTo>
                    <a:pt x="397" y="100"/>
                  </a:lnTo>
                  <a:lnTo>
                    <a:pt x="28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9124576" y="3054189"/>
              <a:ext cx="213" cy="470"/>
            </a:xfrm>
            <a:custGeom>
              <a:avLst/>
              <a:pathLst>
                <a:path w="213" h="470">
                  <a:moveTo>
                    <a:pt x="0" y="0"/>
                  </a:moveTo>
                  <a:lnTo>
                    <a:pt x="146" y="213"/>
                  </a:lnTo>
                  <a:lnTo>
                    <a:pt x="203" y="470"/>
                  </a:lnTo>
                  <a:lnTo>
                    <a:pt x="213" y="47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9092429" y="3051123"/>
              <a:ext cx="2514" cy="3714"/>
            </a:xfrm>
            <a:custGeom>
              <a:avLst/>
              <a:pathLst>
                <a:path w="2514" h="3714">
                  <a:moveTo>
                    <a:pt x="90" y="3714"/>
                  </a:moveTo>
                  <a:lnTo>
                    <a:pt x="45" y="3134"/>
                  </a:lnTo>
                  <a:lnTo>
                    <a:pt x="0" y="2676"/>
                  </a:lnTo>
                  <a:lnTo>
                    <a:pt x="123" y="2087"/>
                  </a:lnTo>
                  <a:lnTo>
                    <a:pt x="126" y="1730"/>
                  </a:lnTo>
                  <a:lnTo>
                    <a:pt x="319" y="1119"/>
                  </a:lnTo>
                  <a:lnTo>
                    <a:pt x="501" y="697"/>
                  </a:lnTo>
                  <a:lnTo>
                    <a:pt x="829" y="422"/>
                  </a:lnTo>
                  <a:lnTo>
                    <a:pt x="1058" y="268"/>
                  </a:lnTo>
                  <a:lnTo>
                    <a:pt x="1257" y="192"/>
                  </a:lnTo>
                  <a:lnTo>
                    <a:pt x="2180" y="0"/>
                  </a:lnTo>
                  <a:lnTo>
                    <a:pt x="2447" y="2"/>
                  </a:lnTo>
                  <a:lnTo>
                    <a:pt x="2514" y="226"/>
                  </a:lnTo>
                  <a:lnTo>
                    <a:pt x="2419" y="949"/>
                  </a:lnTo>
                  <a:lnTo>
                    <a:pt x="2066" y="1882"/>
                  </a:lnTo>
                  <a:lnTo>
                    <a:pt x="1844" y="2359"/>
                  </a:lnTo>
                  <a:lnTo>
                    <a:pt x="1801" y="2737"/>
                  </a:lnTo>
                  <a:lnTo>
                    <a:pt x="1767" y="321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9124277" y="3054453"/>
              <a:ext cx="243" cy="437"/>
            </a:xfrm>
            <a:custGeom>
              <a:avLst/>
              <a:pathLst>
                <a:path w="243" h="437">
                  <a:moveTo>
                    <a:pt x="0" y="0"/>
                  </a:moveTo>
                  <a:lnTo>
                    <a:pt x="37" y="245"/>
                  </a:lnTo>
                  <a:lnTo>
                    <a:pt x="232" y="437"/>
                  </a:lnTo>
                  <a:lnTo>
                    <a:pt x="243" y="43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9093113" y="3052220"/>
              <a:ext cx="989" cy="3819"/>
            </a:xfrm>
            <a:custGeom>
              <a:avLst/>
              <a:pathLst>
                <a:path w="989" h="3819">
                  <a:moveTo>
                    <a:pt x="22" y="2466"/>
                  </a:moveTo>
                  <a:lnTo>
                    <a:pt x="16" y="1920"/>
                  </a:lnTo>
                  <a:lnTo>
                    <a:pt x="11" y="1352"/>
                  </a:lnTo>
                  <a:lnTo>
                    <a:pt x="87" y="483"/>
                  </a:lnTo>
                  <a:lnTo>
                    <a:pt x="69" y="227"/>
                  </a:lnTo>
                  <a:lnTo>
                    <a:pt x="387" y="74"/>
                  </a:lnTo>
                  <a:lnTo>
                    <a:pt x="546" y="31"/>
                  </a:lnTo>
                  <a:lnTo>
                    <a:pt x="784" y="0"/>
                  </a:lnTo>
                  <a:lnTo>
                    <a:pt x="912" y="101"/>
                  </a:lnTo>
                  <a:lnTo>
                    <a:pt x="989" y="313"/>
                  </a:lnTo>
                  <a:lnTo>
                    <a:pt x="958" y="436"/>
                  </a:lnTo>
                  <a:lnTo>
                    <a:pt x="858" y="658"/>
                  </a:lnTo>
                  <a:lnTo>
                    <a:pt x="756" y="902"/>
                  </a:lnTo>
                  <a:lnTo>
                    <a:pt x="735" y="1147"/>
                  </a:lnTo>
                  <a:lnTo>
                    <a:pt x="713" y="1358"/>
                  </a:lnTo>
                  <a:lnTo>
                    <a:pt x="602" y="1647"/>
                  </a:lnTo>
                  <a:lnTo>
                    <a:pt x="581" y="1836"/>
                  </a:lnTo>
                  <a:lnTo>
                    <a:pt x="530" y="2092"/>
                  </a:lnTo>
                  <a:lnTo>
                    <a:pt x="467" y="2448"/>
                  </a:lnTo>
                  <a:lnTo>
                    <a:pt x="476" y="2638"/>
                  </a:lnTo>
                  <a:lnTo>
                    <a:pt x="504" y="2839"/>
                  </a:lnTo>
                  <a:lnTo>
                    <a:pt x="521" y="3151"/>
                  </a:lnTo>
                  <a:lnTo>
                    <a:pt x="539" y="3363"/>
                  </a:lnTo>
                  <a:lnTo>
                    <a:pt x="517" y="3652"/>
                  </a:lnTo>
                  <a:lnTo>
                    <a:pt x="486" y="3819"/>
                  </a:lnTo>
                  <a:lnTo>
                    <a:pt x="309" y="3717"/>
                  </a:lnTo>
                  <a:lnTo>
                    <a:pt x="241" y="3505"/>
                  </a:lnTo>
                  <a:lnTo>
                    <a:pt x="184" y="3215"/>
                  </a:lnTo>
                  <a:lnTo>
                    <a:pt x="116" y="3047"/>
                  </a:lnTo>
                  <a:lnTo>
                    <a:pt x="0" y="2745"/>
                  </a:lnTo>
                  <a:lnTo>
                    <a:pt x="10" y="274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9024694" y="3055297"/>
              <a:ext cx="1343" cy="2085"/>
            </a:xfrm>
            <a:custGeom>
              <a:avLst/>
              <a:pathLst>
                <a:path w="1343" h="2085">
                  <a:moveTo>
                    <a:pt x="101" y="100"/>
                  </a:moveTo>
                  <a:lnTo>
                    <a:pt x="61" y="322"/>
                  </a:lnTo>
                  <a:lnTo>
                    <a:pt x="0" y="545"/>
                  </a:lnTo>
                  <a:lnTo>
                    <a:pt x="0" y="846"/>
                  </a:lnTo>
                  <a:lnTo>
                    <a:pt x="57" y="1214"/>
                  </a:lnTo>
                  <a:lnTo>
                    <a:pt x="106" y="1493"/>
                  </a:lnTo>
                  <a:lnTo>
                    <a:pt x="204" y="1738"/>
                  </a:lnTo>
                  <a:lnTo>
                    <a:pt x="381" y="1984"/>
                  </a:lnTo>
                  <a:lnTo>
                    <a:pt x="530" y="2062"/>
                  </a:lnTo>
                  <a:lnTo>
                    <a:pt x="668" y="2085"/>
                  </a:lnTo>
                  <a:lnTo>
                    <a:pt x="876" y="2030"/>
                  </a:lnTo>
                  <a:lnTo>
                    <a:pt x="1054" y="1942"/>
                  </a:lnTo>
                  <a:lnTo>
                    <a:pt x="1243" y="1853"/>
                  </a:lnTo>
                  <a:lnTo>
                    <a:pt x="1343" y="1720"/>
                  </a:lnTo>
                  <a:lnTo>
                    <a:pt x="1274" y="1430"/>
                  </a:lnTo>
                  <a:lnTo>
                    <a:pt x="1196" y="1095"/>
                  </a:lnTo>
                  <a:lnTo>
                    <a:pt x="1000" y="738"/>
                  </a:lnTo>
                  <a:lnTo>
                    <a:pt x="871" y="515"/>
                  </a:lnTo>
                  <a:lnTo>
                    <a:pt x="754" y="336"/>
                  </a:lnTo>
                  <a:lnTo>
                    <a:pt x="536" y="179"/>
                  </a:lnTo>
                  <a:lnTo>
                    <a:pt x="329" y="100"/>
                  </a:lnTo>
                  <a:lnTo>
                    <a:pt x="14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9092577" y="3054663"/>
              <a:ext cx="1547" cy="3032"/>
            </a:xfrm>
            <a:custGeom>
              <a:avLst/>
              <a:pathLst>
                <a:path w="1547" h="3032">
                  <a:moveTo>
                    <a:pt x="1547" y="0"/>
                  </a:moveTo>
                  <a:lnTo>
                    <a:pt x="1533" y="557"/>
                  </a:lnTo>
                  <a:lnTo>
                    <a:pt x="1461" y="890"/>
                  </a:lnTo>
                  <a:lnTo>
                    <a:pt x="1388" y="1324"/>
                  </a:lnTo>
                  <a:lnTo>
                    <a:pt x="1285" y="1814"/>
                  </a:lnTo>
                  <a:lnTo>
                    <a:pt x="1030" y="2725"/>
                  </a:lnTo>
                  <a:lnTo>
                    <a:pt x="1029" y="2892"/>
                  </a:lnTo>
                  <a:lnTo>
                    <a:pt x="751" y="3012"/>
                  </a:lnTo>
                  <a:lnTo>
                    <a:pt x="493" y="3032"/>
                  </a:lnTo>
                  <a:lnTo>
                    <a:pt x="377" y="2719"/>
                  </a:lnTo>
                  <a:lnTo>
                    <a:pt x="369" y="2474"/>
                  </a:lnTo>
                  <a:lnTo>
                    <a:pt x="422" y="2084"/>
                  </a:lnTo>
                  <a:lnTo>
                    <a:pt x="415" y="1761"/>
                  </a:lnTo>
                  <a:lnTo>
                    <a:pt x="328" y="1381"/>
                  </a:lnTo>
                  <a:lnTo>
                    <a:pt x="172" y="1146"/>
                  </a:lnTo>
                  <a:lnTo>
                    <a:pt x="0" y="420"/>
                  </a:lnTo>
                  <a:lnTo>
                    <a:pt x="0" y="40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8971404" y="3056734"/>
              <a:ext cx="1191" cy="1165"/>
            </a:xfrm>
            <a:custGeom>
              <a:avLst/>
              <a:pathLst>
                <a:path w="1191" h="1165">
                  <a:moveTo>
                    <a:pt x="51" y="75"/>
                  </a:moveTo>
                  <a:lnTo>
                    <a:pt x="260" y="0"/>
                  </a:lnTo>
                  <a:lnTo>
                    <a:pt x="576" y="26"/>
                  </a:lnTo>
                  <a:lnTo>
                    <a:pt x="815" y="119"/>
                  </a:lnTo>
                  <a:lnTo>
                    <a:pt x="1007" y="366"/>
                  </a:lnTo>
                  <a:lnTo>
                    <a:pt x="1135" y="669"/>
                  </a:lnTo>
                  <a:lnTo>
                    <a:pt x="1191" y="859"/>
                  </a:lnTo>
                  <a:lnTo>
                    <a:pt x="1058" y="1102"/>
                  </a:lnTo>
                  <a:lnTo>
                    <a:pt x="802" y="1165"/>
                  </a:lnTo>
                  <a:lnTo>
                    <a:pt x="507" y="1050"/>
                  </a:lnTo>
                  <a:lnTo>
                    <a:pt x="290" y="802"/>
                  </a:lnTo>
                  <a:lnTo>
                    <a:pt x="115" y="521"/>
                  </a:lnTo>
                  <a:lnTo>
                    <a:pt x="0" y="219"/>
                  </a:lnTo>
                  <a:lnTo>
                    <a:pt x="13" y="18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8969576" y="3057570"/>
              <a:ext cx="986" cy="687"/>
            </a:xfrm>
            <a:custGeom>
              <a:avLst/>
              <a:pathLst>
                <a:path w="986" h="687">
                  <a:moveTo>
                    <a:pt x="866" y="650"/>
                  </a:moveTo>
                  <a:lnTo>
                    <a:pt x="580" y="679"/>
                  </a:lnTo>
                  <a:lnTo>
                    <a:pt x="349" y="687"/>
                  </a:lnTo>
                  <a:lnTo>
                    <a:pt x="153" y="595"/>
                  </a:lnTo>
                  <a:lnTo>
                    <a:pt x="0" y="226"/>
                  </a:lnTo>
                  <a:lnTo>
                    <a:pt x="247" y="73"/>
                  </a:lnTo>
                  <a:lnTo>
                    <a:pt x="555" y="0"/>
                  </a:lnTo>
                  <a:lnTo>
                    <a:pt x="781" y="47"/>
                  </a:lnTo>
                  <a:lnTo>
                    <a:pt x="922" y="172"/>
                  </a:lnTo>
                  <a:lnTo>
                    <a:pt x="986" y="431"/>
                  </a:lnTo>
                  <a:lnTo>
                    <a:pt x="972" y="53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8970721" y="3057691"/>
              <a:ext cx="465" cy="638"/>
            </a:xfrm>
            <a:custGeom>
              <a:avLst/>
              <a:pathLst>
                <a:path w="465" h="638">
                  <a:moveTo>
                    <a:pt x="172" y="9"/>
                  </a:moveTo>
                  <a:lnTo>
                    <a:pt x="311" y="36"/>
                  </a:lnTo>
                  <a:lnTo>
                    <a:pt x="427" y="126"/>
                  </a:lnTo>
                  <a:lnTo>
                    <a:pt x="465" y="416"/>
                  </a:lnTo>
                  <a:lnTo>
                    <a:pt x="392" y="638"/>
                  </a:lnTo>
                  <a:lnTo>
                    <a:pt x="183" y="635"/>
                  </a:lnTo>
                  <a:lnTo>
                    <a:pt x="0" y="499"/>
                  </a:lnTo>
                  <a:lnTo>
                    <a:pt x="0" y="265"/>
                  </a:lnTo>
                  <a:lnTo>
                    <a:pt x="12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8971353" y="3057956"/>
              <a:ext cx="414" cy="558"/>
            </a:xfrm>
            <a:custGeom>
              <a:avLst/>
              <a:pathLst>
                <a:path w="414" h="558">
                  <a:moveTo>
                    <a:pt x="102" y="0"/>
                  </a:moveTo>
                  <a:lnTo>
                    <a:pt x="247" y="24"/>
                  </a:lnTo>
                  <a:lnTo>
                    <a:pt x="397" y="182"/>
                  </a:lnTo>
                  <a:lnTo>
                    <a:pt x="414" y="371"/>
                  </a:lnTo>
                  <a:lnTo>
                    <a:pt x="213" y="558"/>
                  </a:lnTo>
                  <a:lnTo>
                    <a:pt x="8" y="488"/>
                  </a:lnTo>
                  <a:lnTo>
                    <a:pt x="0" y="310"/>
                  </a:lnTo>
                  <a:lnTo>
                    <a:pt x="81" y="6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8967941" y="3058803"/>
              <a:ext cx="465" cy="363"/>
            </a:xfrm>
            <a:custGeom>
              <a:avLst/>
              <a:pathLst>
                <a:path w="465" h="363">
                  <a:moveTo>
                    <a:pt x="102" y="7"/>
                  </a:moveTo>
                  <a:lnTo>
                    <a:pt x="295" y="1"/>
                  </a:lnTo>
                  <a:lnTo>
                    <a:pt x="337" y="0"/>
                  </a:lnTo>
                  <a:lnTo>
                    <a:pt x="465" y="79"/>
                  </a:lnTo>
                  <a:lnTo>
                    <a:pt x="414" y="246"/>
                  </a:lnTo>
                  <a:lnTo>
                    <a:pt x="247" y="355"/>
                  </a:lnTo>
                  <a:lnTo>
                    <a:pt x="29" y="363"/>
                  </a:lnTo>
                  <a:lnTo>
                    <a:pt x="0" y="229"/>
                  </a:lnTo>
                  <a:lnTo>
                    <a:pt x="20" y="14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8968654" y="3058491"/>
              <a:ext cx="755" cy="722"/>
            </a:xfrm>
            <a:custGeom>
              <a:avLst/>
              <a:pathLst>
                <a:path w="755" h="722">
                  <a:moveTo>
                    <a:pt x="0" y="584"/>
                  </a:moveTo>
                  <a:lnTo>
                    <a:pt x="89" y="318"/>
                  </a:lnTo>
                  <a:lnTo>
                    <a:pt x="222" y="130"/>
                  </a:lnTo>
                  <a:lnTo>
                    <a:pt x="431" y="0"/>
                  </a:lnTo>
                  <a:lnTo>
                    <a:pt x="687" y="70"/>
                  </a:lnTo>
                  <a:lnTo>
                    <a:pt x="755" y="216"/>
                  </a:lnTo>
                  <a:lnTo>
                    <a:pt x="572" y="525"/>
                  </a:lnTo>
                  <a:lnTo>
                    <a:pt x="363" y="622"/>
                  </a:lnTo>
                  <a:lnTo>
                    <a:pt x="153" y="722"/>
                  </a:lnTo>
                  <a:lnTo>
                    <a:pt x="41" y="68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8967577" y="3059343"/>
              <a:ext cx="478" cy="129"/>
            </a:xfrm>
            <a:custGeom>
              <a:avLst/>
              <a:pathLst>
                <a:path w="478" h="129">
                  <a:moveTo>
                    <a:pt x="0" y="129"/>
                  </a:moveTo>
                  <a:lnTo>
                    <a:pt x="299" y="0"/>
                  </a:lnTo>
                  <a:lnTo>
                    <a:pt x="478" y="11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8967591" y="3059520"/>
              <a:ext cx="444" cy="143"/>
            </a:xfrm>
            <a:custGeom>
              <a:avLst/>
              <a:pathLst>
                <a:path w="444" h="143">
                  <a:moveTo>
                    <a:pt x="444" y="0"/>
                  </a:moveTo>
                  <a:lnTo>
                    <a:pt x="371" y="90"/>
                  </a:lnTo>
                  <a:lnTo>
                    <a:pt x="136" y="143"/>
                  </a:lnTo>
                  <a:lnTo>
                    <a:pt x="90" y="104"/>
                  </a:lnTo>
                  <a:lnTo>
                    <a:pt x="0" y="3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9105873" y="3060774"/>
              <a:ext cx="613" cy="525"/>
            </a:xfrm>
            <a:custGeom>
              <a:avLst/>
              <a:pathLst>
                <a:path w="613" h="525">
                  <a:moveTo>
                    <a:pt x="422" y="525"/>
                  </a:moveTo>
                  <a:lnTo>
                    <a:pt x="135" y="478"/>
                  </a:lnTo>
                  <a:lnTo>
                    <a:pt x="0" y="187"/>
                  </a:lnTo>
                  <a:lnTo>
                    <a:pt x="89" y="65"/>
                  </a:lnTo>
                  <a:lnTo>
                    <a:pt x="229" y="0"/>
                  </a:lnTo>
                  <a:lnTo>
                    <a:pt x="416" y="91"/>
                  </a:lnTo>
                  <a:lnTo>
                    <a:pt x="613" y="23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8965269" y="3061718"/>
              <a:ext cx="417" cy="286"/>
            </a:xfrm>
            <a:custGeom>
              <a:avLst/>
              <a:pathLst>
                <a:path w="417" h="286">
                  <a:moveTo>
                    <a:pt x="0" y="286"/>
                  </a:moveTo>
                  <a:lnTo>
                    <a:pt x="41" y="72"/>
                  </a:lnTo>
                  <a:lnTo>
                    <a:pt x="192" y="15"/>
                  </a:lnTo>
                  <a:lnTo>
                    <a:pt x="326" y="13"/>
                  </a:lnTo>
                  <a:lnTo>
                    <a:pt x="41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8965344" y="3061824"/>
              <a:ext cx="386" cy="315"/>
            </a:xfrm>
            <a:custGeom>
              <a:avLst/>
              <a:pathLst>
                <a:path w="386" h="315">
                  <a:moveTo>
                    <a:pt x="386" y="0"/>
                  </a:moveTo>
                  <a:lnTo>
                    <a:pt x="358" y="151"/>
                  </a:lnTo>
                  <a:lnTo>
                    <a:pt x="149" y="315"/>
                  </a:lnTo>
                  <a:lnTo>
                    <a:pt x="0" y="29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8966057" y="3061091"/>
              <a:ext cx="687" cy="1092"/>
            </a:xfrm>
            <a:custGeom>
              <a:avLst/>
              <a:pathLst>
                <a:path w="687" h="1092">
                  <a:moveTo>
                    <a:pt x="578" y="98"/>
                  </a:moveTo>
                  <a:lnTo>
                    <a:pt x="662" y="218"/>
                  </a:lnTo>
                  <a:lnTo>
                    <a:pt x="687" y="553"/>
                  </a:lnTo>
                  <a:lnTo>
                    <a:pt x="627" y="830"/>
                  </a:lnTo>
                  <a:lnTo>
                    <a:pt x="474" y="1017"/>
                  </a:lnTo>
                  <a:lnTo>
                    <a:pt x="256" y="1092"/>
                  </a:lnTo>
                  <a:lnTo>
                    <a:pt x="81" y="1023"/>
                  </a:lnTo>
                  <a:lnTo>
                    <a:pt x="17" y="566"/>
                  </a:lnTo>
                  <a:lnTo>
                    <a:pt x="0" y="287"/>
                  </a:lnTo>
                  <a:lnTo>
                    <a:pt x="0" y="98"/>
                  </a:lnTo>
                  <a:lnTo>
                    <a:pt x="149" y="0"/>
                  </a:lnTo>
                  <a:lnTo>
                    <a:pt x="358" y="13"/>
                  </a:lnTo>
                  <a:lnTo>
                    <a:pt x="516" y="2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8965217" y="3063065"/>
              <a:ext cx="353" cy="268"/>
            </a:xfrm>
            <a:custGeom>
              <a:avLst/>
              <a:pathLst>
                <a:path w="353" h="268">
                  <a:moveTo>
                    <a:pt x="0" y="57"/>
                  </a:moveTo>
                  <a:lnTo>
                    <a:pt x="28" y="10"/>
                  </a:lnTo>
                  <a:lnTo>
                    <a:pt x="176" y="0"/>
                  </a:lnTo>
                  <a:lnTo>
                    <a:pt x="275" y="56"/>
                  </a:lnTo>
                  <a:lnTo>
                    <a:pt x="353" y="146"/>
                  </a:lnTo>
                  <a:lnTo>
                    <a:pt x="283" y="268"/>
                  </a:lnTo>
                  <a:lnTo>
                    <a:pt x="125" y="222"/>
                  </a:lnTo>
                  <a:lnTo>
                    <a:pt x="27" y="177"/>
                  </a:lnTo>
                  <a:lnTo>
                    <a:pt x="0" y="5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8964434" y="3062576"/>
              <a:ext cx="1400" cy="1499"/>
            </a:xfrm>
            <a:custGeom>
              <a:avLst/>
              <a:pathLst>
                <a:path w="1400" h="1499">
                  <a:moveTo>
                    <a:pt x="706" y="1134"/>
                  </a:moveTo>
                  <a:lnTo>
                    <a:pt x="627" y="1227"/>
                  </a:lnTo>
                  <a:lnTo>
                    <a:pt x="388" y="1425"/>
                  </a:lnTo>
                  <a:lnTo>
                    <a:pt x="128" y="1499"/>
                  </a:lnTo>
                  <a:lnTo>
                    <a:pt x="0" y="1408"/>
                  </a:lnTo>
                  <a:lnTo>
                    <a:pt x="72" y="1075"/>
                  </a:lnTo>
                  <a:lnTo>
                    <a:pt x="234" y="810"/>
                  </a:lnTo>
                  <a:lnTo>
                    <a:pt x="452" y="646"/>
                  </a:lnTo>
                  <a:lnTo>
                    <a:pt x="572" y="536"/>
                  </a:lnTo>
                  <a:lnTo>
                    <a:pt x="657" y="314"/>
                  </a:lnTo>
                  <a:lnTo>
                    <a:pt x="905" y="128"/>
                  </a:lnTo>
                  <a:lnTo>
                    <a:pt x="1251" y="0"/>
                  </a:lnTo>
                  <a:lnTo>
                    <a:pt x="1400" y="191"/>
                  </a:lnTo>
                  <a:lnTo>
                    <a:pt x="1285" y="646"/>
                  </a:lnTo>
                  <a:lnTo>
                    <a:pt x="1097" y="822"/>
                  </a:lnTo>
                  <a:lnTo>
                    <a:pt x="815" y="101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9137707" y="3067743"/>
              <a:ext cx="1357" cy="1333"/>
            </a:xfrm>
            <a:custGeom>
              <a:avLst/>
              <a:pathLst>
                <a:path w="1357" h="1333">
                  <a:moveTo>
                    <a:pt x="188" y="248"/>
                  </a:moveTo>
                  <a:lnTo>
                    <a:pt x="347" y="105"/>
                  </a:lnTo>
                  <a:lnTo>
                    <a:pt x="713" y="132"/>
                  </a:lnTo>
                  <a:lnTo>
                    <a:pt x="794" y="0"/>
                  </a:lnTo>
                  <a:lnTo>
                    <a:pt x="1001" y="58"/>
                  </a:lnTo>
                  <a:lnTo>
                    <a:pt x="1108" y="204"/>
                  </a:lnTo>
                  <a:lnTo>
                    <a:pt x="1283" y="485"/>
                  </a:lnTo>
                  <a:lnTo>
                    <a:pt x="1329" y="820"/>
                  </a:lnTo>
                  <a:lnTo>
                    <a:pt x="1357" y="954"/>
                  </a:lnTo>
                  <a:lnTo>
                    <a:pt x="1138" y="1085"/>
                  </a:lnTo>
                  <a:lnTo>
                    <a:pt x="890" y="1193"/>
                  </a:lnTo>
                  <a:lnTo>
                    <a:pt x="492" y="1333"/>
                  </a:lnTo>
                  <a:lnTo>
                    <a:pt x="216" y="1285"/>
                  </a:lnTo>
                  <a:lnTo>
                    <a:pt x="10" y="1148"/>
                  </a:lnTo>
                  <a:lnTo>
                    <a:pt x="0" y="911"/>
                  </a:lnTo>
                  <a:lnTo>
                    <a:pt x="61" y="641"/>
                  </a:lnTo>
                  <a:lnTo>
                    <a:pt x="129" y="45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9074508" y="3071002"/>
              <a:ext cx="785" cy="1430"/>
            </a:xfrm>
            <a:custGeom>
              <a:avLst/>
              <a:pathLst>
                <a:path w="785" h="1430">
                  <a:moveTo>
                    <a:pt x="250" y="48"/>
                  </a:moveTo>
                  <a:lnTo>
                    <a:pt x="317" y="123"/>
                  </a:lnTo>
                  <a:lnTo>
                    <a:pt x="395" y="313"/>
                  </a:lnTo>
                  <a:lnTo>
                    <a:pt x="472" y="525"/>
                  </a:lnTo>
                  <a:lnTo>
                    <a:pt x="609" y="783"/>
                  </a:lnTo>
                  <a:lnTo>
                    <a:pt x="717" y="895"/>
                  </a:lnTo>
                  <a:lnTo>
                    <a:pt x="785" y="1107"/>
                  </a:lnTo>
                  <a:lnTo>
                    <a:pt x="684" y="1430"/>
                  </a:lnTo>
                  <a:lnTo>
                    <a:pt x="605" y="1407"/>
                  </a:lnTo>
                  <a:lnTo>
                    <a:pt x="389" y="1193"/>
                  </a:lnTo>
                  <a:lnTo>
                    <a:pt x="262" y="914"/>
                  </a:lnTo>
                  <a:lnTo>
                    <a:pt x="125" y="723"/>
                  </a:lnTo>
                  <a:lnTo>
                    <a:pt x="47" y="478"/>
                  </a:lnTo>
                  <a:lnTo>
                    <a:pt x="0" y="254"/>
                  </a:lnTo>
                  <a:lnTo>
                    <a:pt x="0" y="188"/>
                  </a:lnTo>
                  <a:lnTo>
                    <a:pt x="80" y="72"/>
                  </a:lnTo>
                  <a:lnTo>
                    <a:pt x="17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9074083" y="3069853"/>
              <a:ext cx="1645" cy="3104"/>
            </a:xfrm>
            <a:custGeom>
              <a:avLst/>
              <a:pathLst>
                <a:path w="1645" h="3104">
                  <a:moveTo>
                    <a:pt x="320" y="81"/>
                  </a:moveTo>
                  <a:lnTo>
                    <a:pt x="183" y="600"/>
                  </a:lnTo>
                  <a:lnTo>
                    <a:pt x="72" y="944"/>
                  </a:lnTo>
                  <a:lnTo>
                    <a:pt x="0" y="1334"/>
                  </a:lnTo>
                  <a:lnTo>
                    <a:pt x="17" y="1691"/>
                  </a:lnTo>
                  <a:lnTo>
                    <a:pt x="152" y="2104"/>
                  </a:lnTo>
                  <a:lnTo>
                    <a:pt x="260" y="2339"/>
                  </a:lnTo>
                  <a:lnTo>
                    <a:pt x="446" y="2608"/>
                  </a:lnTo>
                  <a:lnTo>
                    <a:pt x="752" y="2688"/>
                  </a:lnTo>
                  <a:lnTo>
                    <a:pt x="1076" y="3047"/>
                  </a:lnTo>
                  <a:lnTo>
                    <a:pt x="1274" y="3104"/>
                  </a:lnTo>
                  <a:lnTo>
                    <a:pt x="1561" y="3051"/>
                  </a:lnTo>
                  <a:lnTo>
                    <a:pt x="1641" y="2795"/>
                  </a:lnTo>
                  <a:lnTo>
                    <a:pt x="1645" y="2249"/>
                  </a:lnTo>
                  <a:lnTo>
                    <a:pt x="1440" y="1802"/>
                  </a:lnTo>
                  <a:lnTo>
                    <a:pt x="1188" y="1087"/>
                  </a:lnTo>
                  <a:lnTo>
                    <a:pt x="973" y="762"/>
                  </a:lnTo>
                  <a:lnTo>
                    <a:pt x="689" y="325"/>
                  </a:lnTo>
                  <a:lnTo>
                    <a:pt x="551" y="135"/>
                  </a:lnTo>
                  <a:lnTo>
                    <a:pt x="519" y="78"/>
                  </a:lnTo>
                  <a:lnTo>
                    <a:pt x="384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9096199" y="3073386"/>
              <a:ext cx="654" cy="273"/>
            </a:xfrm>
            <a:custGeom>
              <a:avLst/>
              <a:pathLst>
                <a:path w="654" h="273">
                  <a:moveTo>
                    <a:pt x="0" y="273"/>
                  </a:moveTo>
                  <a:lnTo>
                    <a:pt x="138" y="196"/>
                  </a:lnTo>
                  <a:lnTo>
                    <a:pt x="228" y="152"/>
                  </a:lnTo>
                  <a:lnTo>
                    <a:pt x="377" y="76"/>
                  </a:lnTo>
                  <a:lnTo>
                    <a:pt x="565" y="0"/>
                  </a:lnTo>
                  <a:lnTo>
                    <a:pt x="654" y="90"/>
                  </a:lnTo>
                  <a:lnTo>
                    <a:pt x="654" y="7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9096355" y="3073821"/>
              <a:ext cx="465" cy="86"/>
            </a:xfrm>
            <a:custGeom>
              <a:avLst/>
              <a:pathLst>
                <a:path w="465" h="86">
                  <a:moveTo>
                    <a:pt x="0" y="84"/>
                  </a:moveTo>
                  <a:lnTo>
                    <a:pt x="158" y="86"/>
                  </a:lnTo>
                  <a:lnTo>
                    <a:pt x="297" y="43"/>
                  </a:lnTo>
                  <a:lnTo>
                    <a:pt x="455" y="0"/>
                  </a:lnTo>
                  <a:lnTo>
                    <a:pt x="46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9095524" y="3073657"/>
              <a:ext cx="418" cy="430"/>
            </a:xfrm>
            <a:custGeom>
              <a:avLst/>
              <a:pathLst>
                <a:path w="418" h="430">
                  <a:moveTo>
                    <a:pt x="0" y="430"/>
                  </a:moveTo>
                  <a:lnTo>
                    <a:pt x="90" y="152"/>
                  </a:lnTo>
                  <a:lnTo>
                    <a:pt x="250" y="31"/>
                  </a:lnTo>
                  <a:lnTo>
                    <a:pt x="408" y="0"/>
                  </a:lnTo>
                  <a:lnTo>
                    <a:pt x="41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9095780" y="3073960"/>
              <a:ext cx="417" cy="174"/>
            </a:xfrm>
            <a:custGeom>
              <a:avLst/>
              <a:pathLst>
                <a:path w="417" h="174">
                  <a:moveTo>
                    <a:pt x="0" y="174"/>
                  </a:moveTo>
                  <a:lnTo>
                    <a:pt x="258" y="65"/>
                  </a:lnTo>
                  <a:lnTo>
                    <a:pt x="417" y="11"/>
                  </a:lnTo>
                  <a:lnTo>
                    <a:pt x="41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9096630" y="3073879"/>
              <a:ext cx="564" cy="374"/>
            </a:xfrm>
            <a:custGeom>
              <a:avLst/>
              <a:pathLst>
                <a:path w="564" h="374">
                  <a:moveTo>
                    <a:pt x="427" y="0"/>
                  </a:moveTo>
                  <a:lnTo>
                    <a:pt x="564" y="235"/>
                  </a:lnTo>
                  <a:lnTo>
                    <a:pt x="336" y="311"/>
                  </a:lnTo>
                  <a:lnTo>
                    <a:pt x="0" y="37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9096005" y="3074307"/>
              <a:ext cx="337" cy="108"/>
            </a:xfrm>
            <a:custGeom>
              <a:avLst/>
              <a:pathLst>
                <a:path w="337" h="108">
                  <a:moveTo>
                    <a:pt x="337" y="0"/>
                  </a:moveTo>
                  <a:lnTo>
                    <a:pt x="148" y="20"/>
                  </a:lnTo>
                  <a:lnTo>
                    <a:pt x="0" y="108"/>
                  </a:lnTo>
                  <a:lnTo>
                    <a:pt x="10" y="10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9095552" y="3073490"/>
              <a:ext cx="1979" cy="1180"/>
            </a:xfrm>
            <a:custGeom>
              <a:avLst/>
              <a:pathLst>
                <a:path w="1979" h="1180">
                  <a:moveTo>
                    <a:pt x="1568" y="0"/>
                  </a:moveTo>
                  <a:lnTo>
                    <a:pt x="1804" y="158"/>
                  </a:lnTo>
                  <a:lnTo>
                    <a:pt x="1872" y="326"/>
                  </a:lnTo>
                  <a:lnTo>
                    <a:pt x="1950" y="516"/>
                  </a:lnTo>
                  <a:lnTo>
                    <a:pt x="1979" y="616"/>
                  </a:lnTo>
                  <a:lnTo>
                    <a:pt x="1928" y="794"/>
                  </a:lnTo>
                  <a:lnTo>
                    <a:pt x="1619" y="1070"/>
                  </a:lnTo>
                  <a:lnTo>
                    <a:pt x="1243" y="1111"/>
                  </a:lnTo>
                  <a:lnTo>
                    <a:pt x="916" y="1130"/>
                  </a:lnTo>
                  <a:lnTo>
                    <a:pt x="679" y="1139"/>
                  </a:lnTo>
                  <a:lnTo>
                    <a:pt x="352" y="1180"/>
                  </a:lnTo>
                  <a:lnTo>
                    <a:pt x="145" y="1100"/>
                  </a:lnTo>
                  <a:lnTo>
                    <a:pt x="38" y="921"/>
                  </a:lnTo>
                  <a:lnTo>
                    <a:pt x="0" y="776"/>
                  </a:lnTo>
                  <a:lnTo>
                    <a:pt x="9" y="77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9118584" y="3081392"/>
              <a:ext cx="455" cy="322"/>
            </a:xfrm>
            <a:custGeom>
              <a:avLst/>
              <a:pathLst>
                <a:path w="455" h="322">
                  <a:moveTo>
                    <a:pt x="84" y="64"/>
                  </a:moveTo>
                  <a:lnTo>
                    <a:pt x="228" y="0"/>
                  </a:lnTo>
                  <a:lnTo>
                    <a:pt x="327" y="23"/>
                  </a:lnTo>
                  <a:lnTo>
                    <a:pt x="455" y="58"/>
                  </a:lnTo>
                  <a:lnTo>
                    <a:pt x="453" y="225"/>
                  </a:lnTo>
                  <a:lnTo>
                    <a:pt x="275" y="301"/>
                  </a:lnTo>
                  <a:lnTo>
                    <a:pt x="166" y="322"/>
                  </a:lnTo>
                  <a:lnTo>
                    <a:pt x="0" y="108"/>
                  </a:lnTo>
                  <a:lnTo>
                    <a:pt x="0" y="11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9118125" y="3080968"/>
              <a:ext cx="1278" cy="1203"/>
            </a:xfrm>
            <a:custGeom>
              <a:avLst/>
              <a:pathLst>
                <a:path w="1278" h="1203">
                  <a:moveTo>
                    <a:pt x="887" y="80"/>
                  </a:moveTo>
                  <a:lnTo>
                    <a:pt x="1025" y="160"/>
                  </a:lnTo>
                  <a:lnTo>
                    <a:pt x="1172" y="295"/>
                  </a:lnTo>
                  <a:lnTo>
                    <a:pt x="1250" y="441"/>
                  </a:lnTo>
                  <a:lnTo>
                    <a:pt x="1278" y="631"/>
                  </a:lnTo>
                  <a:lnTo>
                    <a:pt x="1157" y="863"/>
                  </a:lnTo>
                  <a:lnTo>
                    <a:pt x="987" y="1006"/>
                  </a:lnTo>
                  <a:lnTo>
                    <a:pt x="640" y="1203"/>
                  </a:lnTo>
                  <a:lnTo>
                    <a:pt x="442" y="1178"/>
                  </a:lnTo>
                  <a:lnTo>
                    <a:pt x="205" y="1120"/>
                  </a:lnTo>
                  <a:lnTo>
                    <a:pt x="0" y="940"/>
                  </a:lnTo>
                  <a:lnTo>
                    <a:pt x="32" y="583"/>
                  </a:lnTo>
                  <a:lnTo>
                    <a:pt x="173" y="351"/>
                  </a:lnTo>
                  <a:lnTo>
                    <a:pt x="344" y="152"/>
                  </a:lnTo>
                  <a:lnTo>
                    <a:pt x="492" y="132"/>
                  </a:lnTo>
                  <a:lnTo>
                    <a:pt x="641" y="0"/>
                  </a:lnTo>
                  <a:lnTo>
                    <a:pt x="65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9128977" y="3086970"/>
              <a:ext cx="491" cy="317"/>
            </a:xfrm>
            <a:custGeom>
              <a:avLst/>
              <a:pathLst>
                <a:path w="491" h="317">
                  <a:moveTo>
                    <a:pt x="0" y="0"/>
                  </a:moveTo>
                  <a:lnTo>
                    <a:pt x="276" y="58"/>
                  </a:lnTo>
                  <a:lnTo>
                    <a:pt x="422" y="227"/>
                  </a:lnTo>
                  <a:lnTo>
                    <a:pt x="491" y="317"/>
                  </a:lnTo>
                  <a:lnTo>
                    <a:pt x="491" y="30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9128409" y="3086933"/>
              <a:ext cx="796" cy="940"/>
            </a:xfrm>
            <a:custGeom>
              <a:avLst/>
              <a:pathLst>
                <a:path w="796" h="940">
                  <a:moveTo>
                    <a:pt x="252" y="0"/>
                  </a:moveTo>
                  <a:lnTo>
                    <a:pt x="52" y="231"/>
                  </a:lnTo>
                  <a:lnTo>
                    <a:pt x="0" y="509"/>
                  </a:lnTo>
                  <a:lnTo>
                    <a:pt x="97" y="677"/>
                  </a:lnTo>
                  <a:lnTo>
                    <a:pt x="313" y="791"/>
                  </a:lnTo>
                  <a:lnTo>
                    <a:pt x="440" y="871"/>
                  </a:lnTo>
                  <a:lnTo>
                    <a:pt x="627" y="940"/>
                  </a:lnTo>
                  <a:lnTo>
                    <a:pt x="796" y="88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9001127" y="3089185"/>
              <a:ext cx="328" cy="277"/>
            </a:xfrm>
            <a:custGeom>
              <a:avLst/>
              <a:pathLst>
                <a:path w="328" h="277">
                  <a:moveTo>
                    <a:pt x="325" y="56"/>
                  </a:moveTo>
                  <a:lnTo>
                    <a:pt x="198" y="0"/>
                  </a:lnTo>
                  <a:lnTo>
                    <a:pt x="109" y="43"/>
                  </a:lnTo>
                  <a:lnTo>
                    <a:pt x="0" y="120"/>
                  </a:lnTo>
                  <a:lnTo>
                    <a:pt x="18" y="221"/>
                  </a:lnTo>
                  <a:lnTo>
                    <a:pt x="77" y="277"/>
                  </a:lnTo>
                  <a:lnTo>
                    <a:pt x="176" y="244"/>
                  </a:lnTo>
                  <a:lnTo>
                    <a:pt x="275" y="223"/>
                  </a:lnTo>
                  <a:lnTo>
                    <a:pt x="325" y="146"/>
                  </a:lnTo>
                  <a:lnTo>
                    <a:pt x="328" y="112"/>
                  </a:lnTo>
                  <a:lnTo>
                    <a:pt x="325" y="5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8997939" y="3088754"/>
              <a:ext cx="3954" cy="2794"/>
            </a:xfrm>
            <a:custGeom>
              <a:avLst/>
              <a:pathLst>
                <a:path w="3954" h="2794">
                  <a:moveTo>
                    <a:pt x="2859" y="325"/>
                  </a:moveTo>
                  <a:lnTo>
                    <a:pt x="2720" y="411"/>
                  </a:lnTo>
                  <a:lnTo>
                    <a:pt x="2417" y="617"/>
                  </a:lnTo>
                  <a:lnTo>
                    <a:pt x="1665" y="839"/>
                  </a:lnTo>
                  <a:lnTo>
                    <a:pt x="1140" y="1008"/>
                  </a:lnTo>
                  <a:lnTo>
                    <a:pt x="653" y="1179"/>
                  </a:lnTo>
                  <a:lnTo>
                    <a:pt x="281" y="1473"/>
                  </a:lnTo>
                  <a:lnTo>
                    <a:pt x="72" y="1771"/>
                  </a:lnTo>
                  <a:lnTo>
                    <a:pt x="0" y="2081"/>
                  </a:lnTo>
                  <a:lnTo>
                    <a:pt x="144" y="2362"/>
                  </a:lnTo>
                  <a:lnTo>
                    <a:pt x="375" y="2655"/>
                  </a:lnTo>
                  <a:lnTo>
                    <a:pt x="691" y="2794"/>
                  </a:lnTo>
                  <a:lnTo>
                    <a:pt x="1028" y="2555"/>
                  </a:lnTo>
                  <a:lnTo>
                    <a:pt x="1409" y="2338"/>
                  </a:lnTo>
                  <a:lnTo>
                    <a:pt x="1793" y="2344"/>
                  </a:lnTo>
                  <a:lnTo>
                    <a:pt x="2032" y="2248"/>
                  </a:lnTo>
                  <a:lnTo>
                    <a:pt x="2272" y="1963"/>
                  </a:lnTo>
                  <a:lnTo>
                    <a:pt x="2711" y="1558"/>
                  </a:lnTo>
                  <a:lnTo>
                    <a:pt x="3109" y="1308"/>
                  </a:lnTo>
                  <a:lnTo>
                    <a:pt x="3361" y="1101"/>
                  </a:lnTo>
                  <a:lnTo>
                    <a:pt x="3664" y="1072"/>
                  </a:lnTo>
                  <a:lnTo>
                    <a:pt x="3865" y="1009"/>
                  </a:lnTo>
                  <a:lnTo>
                    <a:pt x="3954" y="843"/>
                  </a:lnTo>
                  <a:lnTo>
                    <a:pt x="3928" y="564"/>
                  </a:lnTo>
                  <a:lnTo>
                    <a:pt x="3813" y="351"/>
                  </a:lnTo>
                  <a:lnTo>
                    <a:pt x="3630" y="136"/>
                  </a:lnTo>
                  <a:lnTo>
                    <a:pt x="3454" y="0"/>
                  </a:lnTo>
                  <a:lnTo>
                    <a:pt x="3011" y="27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8943383" y="3092482"/>
              <a:ext cx="768" cy="816"/>
            </a:xfrm>
            <a:custGeom>
              <a:avLst/>
              <a:pathLst>
                <a:path w="768" h="816">
                  <a:moveTo>
                    <a:pt x="321" y="15"/>
                  </a:moveTo>
                  <a:lnTo>
                    <a:pt x="386" y="0"/>
                  </a:lnTo>
                  <a:lnTo>
                    <a:pt x="437" y="4"/>
                  </a:lnTo>
                  <a:lnTo>
                    <a:pt x="567" y="18"/>
                  </a:lnTo>
                  <a:lnTo>
                    <a:pt x="692" y="176"/>
                  </a:lnTo>
                  <a:lnTo>
                    <a:pt x="768" y="422"/>
                  </a:lnTo>
                  <a:lnTo>
                    <a:pt x="717" y="610"/>
                  </a:lnTo>
                  <a:lnTo>
                    <a:pt x="469" y="730"/>
                  </a:lnTo>
                  <a:lnTo>
                    <a:pt x="243" y="816"/>
                  </a:lnTo>
                  <a:lnTo>
                    <a:pt x="76" y="814"/>
                  </a:lnTo>
                  <a:lnTo>
                    <a:pt x="0" y="646"/>
                  </a:lnTo>
                  <a:lnTo>
                    <a:pt x="21" y="257"/>
                  </a:lnTo>
                  <a:lnTo>
                    <a:pt x="162" y="80"/>
                  </a:lnTo>
                  <a:lnTo>
                    <a:pt x="246" y="5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8963949" y="3093845"/>
              <a:ext cx="256" cy="179"/>
            </a:xfrm>
            <a:custGeom>
              <a:avLst/>
              <a:pathLst>
                <a:path w="256" h="179">
                  <a:moveTo>
                    <a:pt x="255" y="146"/>
                  </a:moveTo>
                  <a:lnTo>
                    <a:pt x="256" y="34"/>
                  </a:lnTo>
                  <a:lnTo>
                    <a:pt x="147" y="0"/>
                  </a:lnTo>
                  <a:lnTo>
                    <a:pt x="49" y="0"/>
                  </a:lnTo>
                  <a:lnTo>
                    <a:pt x="0" y="33"/>
                  </a:lnTo>
                  <a:lnTo>
                    <a:pt x="9" y="111"/>
                  </a:lnTo>
                  <a:lnTo>
                    <a:pt x="77" y="156"/>
                  </a:lnTo>
                  <a:lnTo>
                    <a:pt x="186" y="179"/>
                  </a:lnTo>
                  <a:lnTo>
                    <a:pt x="255" y="14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9110493" y="3093790"/>
              <a:ext cx="774" cy="426"/>
            </a:xfrm>
            <a:custGeom>
              <a:avLst/>
              <a:pathLst>
                <a:path w="774" h="426">
                  <a:moveTo>
                    <a:pt x="0" y="426"/>
                  </a:moveTo>
                  <a:lnTo>
                    <a:pt x="168" y="339"/>
                  </a:lnTo>
                  <a:lnTo>
                    <a:pt x="277" y="284"/>
                  </a:lnTo>
                  <a:lnTo>
                    <a:pt x="476" y="175"/>
                  </a:lnTo>
                  <a:lnTo>
                    <a:pt x="644" y="76"/>
                  </a:lnTo>
                  <a:lnTo>
                    <a:pt x="774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8964945" y="3094119"/>
              <a:ext cx="264" cy="212"/>
            </a:xfrm>
            <a:custGeom>
              <a:avLst/>
              <a:pathLst>
                <a:path w="264" h="212">
                  <a:moveTo>
                    <a:pt x="0" y="17"/>
                  </a:moveTo>
                  <a:lnTo>
                    <a:pt x="77" y="0"/>
                  </a:lnTo>
                  <a:lnTo>
                    <a:pt x="176" y="45"/>
                  </a:lnTo>
                  <a:lnTo>
                    <a:pt x="264" y="123"/>
                  </a:lnTo>
                  <a:lnTo>
                    <a:pt x="214" y="212"/>
                  </a:lnTo>
                  <a:lnTo>
                    <a:pt x="96" y="211"/>
                  </a:lnTo>
                  <a:lnTo>
                    <a:pt x="18" y="144"/>
                  </a:lnTo>
                  <a:lnTo>
                    <a:pt x="0" y="1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9110774" y="3093758"/>
              <a:ext cx="1054" cy="1227"/>
            </a:xfrm>
            <a:custGeom>
              <a:avLst/>
              <a:pathLst>
                <a:path w="1054" h="1227">
                  <a:moveTo>
                    <a:pt x="641" y="0"/>
                  </a:moveTo>
                  <a:lnTo>
                    <a:pt x="907" y="36"/>
                  </a:lnTo>
                  <a:lnTo>
                    <a:pt x="1054" y="238"/>
                  </a:lnTo>
                  <a:lnTo>
                    <a:pt x="1021" y="594"/>
                  </a:lnTo>
                  <a:lnTo>
                    <a:pt x="1028" y="850"/>
                  </a:lnTo>
                  <a:lnTo>
                    <a:pt x="947" y="1128"/>
                  </a:lnTo>
                  <a:lnTo>
                    <a:pt x="837" y="1227"/>
                  </a:lnTo>
                  <a:lnTo>
                    <a:pt x="768" y="1227"/>
                  </a:lnTo>
                  <a:lnTo>
                    <a:pt x="651" y="1058"/>
                  </a:lnTo>
                  <a:lnTo>
                    <a:pt x="564" y="868"/>
                  </a:lnTo>
                  <a:lnTo>
                    <a:pt x="487" y="689"/>
                  </a:lnTo>
                  <a:lnTo>
                    <a:pt x="389" y="587"/>
                  </a:lnTo>
                  <a:lnTo>
                    <a:pt x="180" y="719"/>
                  </a:lnTo>
                  <a:lnTo>
                    <a:pt x="100" y="896"/>
                  </a:lnTo>
                  <a:lnTo>
                    <a:pt x="0" y="984"/>
                  </a:lnTo>
                  <a:lnTo>
                    <a:pt x="0" y="97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9110308" y="3094516"/>
              <a:ext cx="73" cy="511"/>
            </a:xfrm>
            <a:custGeom>
              <a:avLst/>
              <a:pathLst>
                <a:path w="73" h="511">
                  <a:moveTo>
                    <a:pt x="0" y="511"/>
                  </a:moveTo>
                  <a:lnTo>
                    <a:pt x="10" y="400"/>
                  </a:lnTo>
                  <a:lnTo>
                    <a:pt x="51" y="222"/>
                  </a:lnTo>
                  <a:lnTo>
                    <a:pt x="73" y="11"/>
                  </a:lnTo>
                  <a:lnTo>
                    <a:pt x="7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8938186" y="3094607"/>
              <a:ext cx="709" cy="437"/>
            </a:xfrm>
            <a:custGeom>
              <a:avLst/>
              <a:pathLst>
                <a:path w="709" h="437">
                  <a:moveTo>
                    <a:pt x="37" y="103"/>
                  </a:moveTo>
                  <a:lnTo>
                    <a:pt x="89" y="87"/>
                  </a:lnTo>
                  <a:lnTo>
                    <a:pt x="239" y="0"/>
                  </a:lnTo>
                  <a:lnTo>
                    <a:pt x="503" y="3"/>
                  </a:lnTo>
                  <a:lnTo>
                    <a:pt x="661" y="4"/>
                  </a:lnTo>
                  <a:lnTo>
                    <a:pt x="700" y="172"/>
                  </a:lnTo>
                  <a:lnTo>
                    <a:pt x="709" y="350"/>
                  </a:lnTo>
                  <a:lnTo>
                    <a:pt x="478" y="437"/>
                  </a:lnTo>
                  <a:lnTo>
                    <a:pt x="311" y="390"/>
                  </a:lnTo>
                  <a:lnTo>
                    <a:pt x="136" y="366"/>
                  </a:lnTo>
                  <a:lnTo>
                    <a:pt x="0" y="17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8963092" y="3093491"/>
              <a:ext cx="2547" cy="1568"/>
            </a:xfrm>
            <a:custGeom>
              <a:avLst/>
              <a:pathLst>
                <a:path w="2547" h="1568">
                  <a:moveTo>
                    <a:pt x="110" y="158"/>
                  </a:moveTo>
                  <a:lnTo>
                    <a:pt x="168" y="90"/>
                  </a:lnTo>
                  <a:lnTo>
                    <a:pt x="462" y="5"/>
                  </a:lnTo>
                  <a:lnTo>
                    <a:pt x="859" y="0"/>
                  </a:lnTo>
                  <a:lnTo>
                    <a:pt x="1086" y="47"/>
                  </a:lnTo>
                  <a:lnTo>
                    <a:pt x="1381" y="274"/>
                  </a:lnTo>
                  <a:lnTo>
                    <a:pt x="1586" y="254"/>
                  </a:lnTo>
                  <a:lnTo>
                    <a:pt x="1893" y="292"/>
                  </a:lnTo>
                  <a:lnTo>
                    <a:pt x="2089" y="328"/>
                  </a:lnTo>
                  <a:lnTo>
                    <a:pt x="2346" y="499"/>
                  </a:lnTo>
                  <a:lnTo>
                    <a:pt x="2470" y="790"/>
                  </a:lnTo>
                  <a:lnTo>
                    <a:pt x="2547" y="1103"/>
                  </a:lnTo>
                  <a:lnTo>
                    <a:pt x="2316" y="1267"/>
                  </a:lnTo>
                  <a:lnTo>
                    <a:pt x="2098" y="1431"/>
                  </a:lnTo>
                  <a:lnTo>
                    <a:pt x="1842" y="1550"/>
                  </a:lnTo>
                  <a:lnTo>
                    <a:pt x="1581" y="1568"/>
                  </a:lnTo>
                  <a:lnTo>
                    <a:pt x="1270" y="1486"/>
                  </a:lnTo>
                  <a:lnTo>
                    <a:pt x="825" y="1358"/>
                  </a:lnTo>
                  <a:lnTo>
                    <a:pt x="471" y="1041"/>
                  </a:lnTo>
                  <a:lnTo>
                    <a:pt x="210" y="770"/>
                  </a:lnTo>
                  <a:lnTo>
                    <a:pt x="44" y="556"/>
                  </a:lnTo>
                  <a:lnTo>
                    <a:pt x="0" y="365"/>
                  </a:lnTo>
                  <a:lnTo>
                    <a:pt x="47" y="23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9110384" y="3095044"/>
              <a:ext cx="521" cy="823"/>
            </a:xfrm>
            <a:custGeom>
              <a:avLst/>
              <a:pathLst>
                <a:path w="521" h="823">
                  <a:moveTo>
                    <a:pt x="397" y="0"/>
                  </a:moveTo>
                  <a:lnTo>
                    <a:pt x="417" y="89"/>
                  </a:lnTo>
                  <a:lnTo>
                    <a:pt x="512" y="413"/>
                  </a:lnTo>
                  <a:lnTo>
                    <a:pt x="521" y="558"/>
                  </a:lnTo>
                  <a:lnTo>
                    <a:pt x="480" y="769"/>
                  </a:lnTo>
                  <a:lnTo>
                    <a:pt x="252" y="823"/>
                  </a:lnTo>
                  <a:lnTo>
                    <a:pt x="163" y="744"/>
                  </a:lnTo>
                  <a:lnTo>
                    <a:pt x="37" y="542"/>
                  </a:lnTo>
                  <a:lnTo>
                    <a:pt x="0" y="307"/>
                  </a:lnTo>
                  <a:lnTo>
                    <a:pt x="10" y="30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8938873" y="3095714"/>
              <a:ext cx="236" cy="456"/>
            </a:xfrm>
            <a:custGeom>
              <a:avLst/>
              <a:pathLst>
                <a:path w="236" h="456">
                  <a:moveTo>
                    <a:pt x="139" y="0"/>
                  </a:moveTo>
                  <a:lnTo>
                    <a:pt x="59" y="144"/>
                  </a:lnTo>
                  <a:lnTo>
                    <a:pt x="39" y="222"/>
                  </a:lnTo>
                  <a:lnTo>
                    <a:pt x="0" y="333"/>
                  </a:lnTo>
                  <a:lnTo>
                    <a:pt x="98" y="456"/>
                  </a:lnTo>
                  <a:lnTo>
                    <a:pt x="187" y="445"/>
                  </a:lnTo>
                  <a:lnTo>
                    <a:pt x="235" y="434"/>
                  </a:lnTo>
                  <a:lnTo>
                    <a:pt x="236" y="301"/>
                  </a:lnTo>
                  <a:lnTo>
                    <a:pt x="227" y="189"/>
                  </a:lnTo>
                  <a:lnTo>
                    <a:pt x="207" y="111"/>
                  </a:lnTo>
                  <a:lnTo>
                    <a:pt x="159" y="33"/>
                  </a:lnTo>
                  <a:lnTo>
                    <a:pt x="13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8938412" y="3095352"/>
              <a:ext cx="1037" cy="1174"/>
            </a:xfrm>
            <a:custGeom>
              <a:avLst/>
              <a:pathLst>
                <a:path w="1037" h="1174">
                  <a:moveTo>
                    <a:pt x="67" y="743"/>
                  </a:moveTo>
                  <a:lnTo>
                    <a:pt x="111" y="854"/>
                  </a:lnTo>
                  <a:lnTo>
                    <a:pt x="64" y="1003"/>
                  </a:lnTo>
                  <a:lnTo>
                    <a:pt x="85" y="1148"/>
                  </a:lnTo>
                  <a:lnTo>
                    <a:pt x="252" y="1072"/>
                  </a:lnTo>
                  <a:lnTo>
                    <a:pt x="410" y="1174"/>
                  </a:lnTo>
                  <a:lnTo>
                    <a:pt x="559" y="1120"/>
                  </a:lnTo>
                  <a:lnTo>
                    <a:pt x="764" y="1045"/>
                  </a:lnTo>
                  <a:lnTo>
                    <a:pt x="875" y="946"/>
                  </a:lnTo>
                  <a:lnTo>
                    <a:pt x="973" y="691"/>
                  </a:lnTo>
                  <a:lnTo>
                    <a:pt x="1037" y="424"/>
                  </a:lnTo>
                  <a:lnTo>
                    <a:pt x="969" y="290"/>
                  </a:lnTo>
                  <a:lnTo>
                    <a:pt x="884" y="0"/>
                  </a:lnTo>
                  <a:lnTo>
                    <a:pt x="734" y="31"/>
                  </a:lnTo>
                  <a:lnTo>
                    <a:pt x="457" y="50"/>
                  </a:lnTo>
                  <a:lnTo>
                    <a:pt x="230" y="259"/>
                  </a:lnTo>
                  <a:lnTo>
                    <a:pt x="51" y="491"/>
                  </a:lnTo>
                  <a:lnTo>
                    <a:pt x="0" y="646"/>
                  </a:lnTo>
                  <a:lnTo>
                    <a:pt x="10" y="66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9040045" y="3095906"/>
              <a:ext cx="1472" cy="1065"/>
            </a:xfrm>
            <a:custGeom>
              <a:avLst/>
              <a:pathLst>
                <a:path w="1472" h="1065">
                  <a:moveTo>
                    <a:pt x="624" y="984"/>
                  </a:moveTo>
                  <a:lnTo>
                    <a:pt x="362" y="1065"/>
                  </a:lnTo>
                  <a:lnTo>
                    <a:pt x="233" y="1064"/>
                  </a:lnTo>
                  <a:lnTo>
                    <a:pt x="0" y="977"/>
                  </a:lnTo>
                  <a:lnTo>
                    <a:pt x="165" y="774"/>
                  </a:lnTo>
                  <a:lnTo>
                    <a:pt x="453" y="475"/>
                  </a:lnTo>
                  <a:lnTo>
                    <a:pt x="622" y="331"/>
                  </a:lnTo>
                  <a:lnTo>
                    <a:pt x="830" y="120"/>
                  </a:lnTo>
                  <a:lnTo>
                    <a:pt x="1176" y="0"/>
                  </a:lnTo>
                  <a:lnTo>
                    <a:pt x="1334" y="23"/>
                  </a:lnTo>
                  <a:lnTo>
                    <a:pt x="1472" y="124"/>
                  </a:lnTo>
                  <a:lnTo>
                    <a:pt x="1451" y="279"/>
                  </a:lnTo>
                  <a:lnTo>
                    <a:pt x="1332" y="479"/>
                  </a:lnTo>
                  <a:lnTo>
                    <a:pt x="1133" y="746"/>
                  </a:lnTo>
                  <a:lnTo>
                    <a:pt x="896" y="878"/>
                  </a:lnTo>
                  <a:lnTo>
                    <a:pt x="806" y="945"/>
                  </a:lnTo>
                  <a:lnTo>
                    <a:pt x="767" y="92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8935880" y="3095103"/>
              <a:ext cx="1255" cy="1897"/>
            </a:xfrm>
            <a:custGeom>
              <a:avLst/>
              <a:pathLst>
                <a:path w="1255" h="1897">
                  <a:moveTo>
                    <a:pt x="0" y="1379"/>
                  </a:moveTo>
                  <a:lnTo>
                    <a:pt x="51" y="1223"/>
                  </a:lnTo>
                  <a:lnTo>
                    <a:pt x="192" y="946"/>
                  </a:lnTo>
                  <a:lnTo>
                    <a:pt x="311" y="658"/>
                  </a:lnTo>
                  <a:lnTo>
                    <a:pt x="452" y="382"/>
                  </a:lnTo>
                  <a:lnTo>
                    <a:pt x="614" y="172"/>
                  </a:lnTo>
                  <a:lnTo>
                    <a:pt x="879" y="8"/>
                  </a:lnTo>
                  <a:lnTo>
                    <a:pt x="1127" y="0"/>
                  </a:lnTo>
                  <a:lnTo>
                    <a:pt x="1255" y="157"/>
                  </a:lnTo>
                  <a:lnTo>
                    <a:pt x="1123" y="489"/>
                  </a:lnTo>
                  <a:lnTo>
                    <a:pt x="922" y="810"/>
                  </a:lnTo>
                  <a:lnTo>
                    <a:pt x="674" y="1108"/>
                  </a:lnTo>
                  <a:lnTo>
                    <a:pt x="555" y="1340"/>
                  </a:lnTo>
                  <a:lnTo>
                    <a:pt x="572" y="1686"/>
                  </a:lnTo>
                  <a:lnTo>
                    <a:pt x="567" y="1897"/>
                  </a:lnTo>
                  <a:lnTo>
                    <a:pt x="362" y="1817"/>
                  </a:lnTo>
                  <a:lnTo>
                    <a:pt x="123" y="1792"/>
                  </a:lnTo>
                  <a:lnTo>
                    <a:pt x="46" y="1646"/>
                  </a:lnTo>
                  <a:lnTo>
                    <a:pt x="29" y="149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9012636" y="3095573"/>
              <a:ext cx="938" cy="1446"/>
            </a:xfrm>
            <a:custGeom>
              <a:avLst/>
              <a:pathLst>
                <a:path w="938" h="1446">
                  <a:moveTo>
                    <a:pt x="938" y="210"/>
                  </a:moveTo>
                  <a:lnTo>
                    <a:pt x="639" y="90"/>
                  </a:lnTo>
                  <a:lnTo>
                    <a:pt x="304" y="15"/>
                  </a:lnTo>
                  <a:lnTo>
                    <a:pt x="160" y="0"/>
                  </a:lnTo>
                  <a:lnTo>
                    <a:pt x="75" y="75"/>
                  </a:lnTo>
                  <a:lnTo>
                    <a:pt x="11" y="187"/>
                  </a:lnTo>
                  <a:lnTo>
                    <a:pt x="0" y="516"/>
                  </a:lnTo>
                  <a:lnTo>
                    <a:pt x="101" y="680"/>
                  </a:lnTo>
                  <a:lnTo>
                    <a:pt x="371" y="882"/>
                  </a:lnTo>
                  <a:lnTo>
                    <a:pt x="457" y="959"/>
                  </a:lnTo>
                  <a:lnTo>
                    <a:pt x="664" y="1248"/>
                  </a:lnTo>
                  <a:lnTo>
                    <a:pt x="765" y="1360"/>
                  </a:lnTo>
                  <a:lnTo>
                    <a:pt x="859" y="144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9009389" y="3095626"/>
              <a:ext cx="1674" cy="1565"/>
            </a:xfrm>
            <a:custGeom>
              <a:avLst/>
              <a:pathLst>
                <a:path w="1674" h="1565">
                  <a:moveTo>
                    <a:pt x="1282" y="76"/>
                  </a:moveTo>
                  <a:lnTo>
                    <a:pt x="1195" y="53"/>
                  </a:lnTo>
                  <a:lnTo>
                    <a:pt x="909" y="28"/>
                  </a:lnTo>
                  <a:lnTo>
                    <a:pt x="576" y="0"/>
                  </a:lnTo>
                  <a:lnTo>
                    <a:pt x="298" y="28"/>
                  </a:lnTo>
                  <a:lnTo>
                    <a:pt x="136" y="170"/>
                  </a:lnTo>
                  <a:lnTo>
                    <a:pt x="64" y="436"/>
                  </a:lnTo>
                  <a:lnTo>
                    <a:pt x="0" y="836"/>
                  </a:lnTo>
                  <a:lnTo>
                    <a:pt x="38" y="1093"/>
                  </a:lnTo>
                  <a:lnTo>
                    <a:pt x="260" y="1219"/>
                  </a:lnTo>
                  <a:lnTo>
                    <a:pt x="427" y="1434"/>
                  </a:lnTo>
                  <a:lnTo>
                    <a:pt x="721" y="1528"/>
                  </a:lnTo>
                  <a:lnTo>
                    <a:pt x="930" y="1565"/>
                  </a:lnTo>
                  <a:lnTo>
                    <a:pt x="973" y="1298"/>
                  </a:lnTo>
                  <a:lnTo>
                    <a:pt x="935" y="1197"/>
                  </a:lnTo>
                  <a:lnTo>
                    <a:pt x="875" y="1018"/>
                  </a:lnTo>
                  <a:lnTo>
                    <a:pt x="1114" y="844"/>
                  </a:lnTo>
                  <a:lnTo>
                    <a:pt x="1434" y="761"/>
                  </a:lnTo>
                  <a:lnTo>
                    <a:pt x="1584" y="674"/>
                  </a:lnTo>
                  <a:lnTo>
                    <a:pt x="1674" y="575"/>
                  </a:lnTo>
                  <a:lnTo>
                    <a:pt x="1635" y="352"/>
                  </a:lnTo>
                  <a:lnTo>
                    <a:pt x="1411" y="14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8951296" y="3097291"/>
              <a:ext cx="273" cy="177"/>
            </a:xfrm>
            <a:custGeom>
              <a:avLst/>
              <a:pathLst>
                <a:path w="273" h="177">
                  <a:moveTo>
                    <a:pt x="273" y="3"/>
                  </a:moveTo>
                  <a:lnTo>
                    <a:pt x="138" y="0"/>
                  </a:lnTo>
                  <a:lnTo>
                    <a:pt x="49" y="21"/>
                  </a:lnTo>
                  <a:lnTo>
                    <a:pt x="0" y="99"/>
                  </a:lnTo>
                  <a:lnTo>
                    <a:pt x="68" y="177"/>
                  </a:lnTo>
                  <a:lnTo>
                    <a:pt x="177" y="156"/>
                  </a:lnTo>
                  <a:lnTo>
                    <a:pt x="236" y="67"/>
                  </a:lnTo>
                  <a:lnTo>
                    <a:pt x="273" y="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9011819" y="3096938"/>
              <a:ext cx="532" cy="561"/>
            </a:xfrm>
            <a:custGeom>
              <a:avLst/>
              <a:pathLst>
                <a:path w="532" h="561">
                  <a:moveTo>
                    <a:pt x="521" y="261"/>
                  </a:moveTo>
                  <a:lnTo>
                    <a:pt x="502" y="310"/>
                  </a:lnTo>
                  <a:lnTo>
                    <a:pt x="421" y="556"/>
                  </a:lnTo>
                  <a:lnTo>
                    <a:pt x="182" y="561"/>
                  </a:lnTo>
                  <a:lnTo>
                    <a:pt x="27" y="418"/>
                  </a:lnTo>
                  <a:lnTo>
                    <a:pt x="0" y="167"/>
                  </a:lnTo>
                  <a:lnTo>
                    <a:pt x="52" y="83"/>
                  </a:lnTo>
                  <a:lnTo>
                    <a:pt x="147" y="0"/>
                  </a:lnTo>
                  <a:lnTo>
                    <a:pt x="347" y="31"/>
                  </a:lnTo>
                  <a:lnTo>
                    <a:pt x="456" y="39"/>
                  </a:lnTo>
                  <a:lnTo>
                    <a:pt x="532" y="17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8936695" y="3096770"/>
              <a:ext cx="1558" cy="746"/>
            </a:xfrm>
            <a:custGeom>
              <a:avLst/>
              <a:pathLst>
                <a:path w="1558" h="746">
                  <a:moveTo>
                    <a:pt x="136" y="42"/>
                  </a:moveTo>
                  <a:lnTo>
                    <a:pt x="277" y="69"/>
                  </a:lnTo>
                  <a:lnTo>
                    <a:pt x="593" y="50"/>
                  </a:lnTo>
                  <a:lnTo>
                    <a:pt x="1037" y="0"/>
                  </a:lnTo>
                  <a:lnTo>
                    <a:pt x="1294" y="2"/>
                  </a:lnTo>
                  <a:lnTo>
                    <a:pt x="1558" y="83"/>
                  </a:lnTo>
                  <a:lnTo>
                    <a:pt x="1469" y="350"/>
                  </a:lnTo>
                  <a:lnTo>
                    <a:pt x="1379" y="549"/>
                  </a:lnTo>
                  <a:lnTo>
                    <a:pt x="1328" y="738"/>
                  </a:lnTo>
                  <a:lnTo>
                    <a:pt x="1089" y="746"/>
                  </a:lnTo>
                  <a:lnTo>
                    <a:pt x="704" y="742"/>
                  </a:lnTo>
                  <a:lnTo>
                    <a:pt x="448" y="728"/>
                  </a:lnTo>
                  <a:lnTo>
                    <a:pt x="230" y="714"/>
                  </a:lnTo>
                  <a:lnTo>
                    <a:pt x="115" y="557"/>
                  </a:lnTo>
                  <a:lnTo>
                    <a:pt x="76" y="367"/>
                  </a:lnTo>
                  <a:lnTo>
                    <a:pt x="0" y="9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9012405" y="3097129"/>
              <a:ext cx="321" cy="492"/>
            </a:xfrm>
            <a:custGeom>
              <a:avLst/>
              <a:pathLst>
                <a:path w="321" h="492">
                  <a:moveTo>
                    <a:pt x="123" y="94"/>
                  </a:moveTo>
                  <a:lnTo>
                    <a:pt x="178" y="38"/>
                  </a:lnTo>
                  <a:lnTo>
                    <a:pt x="257" y="4"/>
                  </a:lnTo>
                  <a:lnTo>
                    <a:pt x="321" y="0"/>
                  </a:lnTo>
                  <a:lnTo>
                    <a:pt x="273" y="181"/>
                  </a:lnTo>
                  <a:lnTo>
                    <a:pt x="198" y="446"/>
                  </a:lnTo>
                  <a:lnTo>
                    <a:pt x="110" y="492"/>
                  </a:lnTo>
                  <a:lnTo>
                    <a:pt x="3" y="358"/>
                  </a:lnTo>
                  <a:lnTo>
                    <a:pt x="0" y="214"/>
                  </a:lnTo>
                  <a:lnTo>
                    <a:pt x="53" y="16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9039258" y="3095316"/>
              <a:ext cx="2821" cy="2617"/>
            </a:xfrm>
            <a:custGeom>
              <a:avLst/>
              <a:pathLst>
                <a:path w="2821" h="2617">
                  <a:moveTo>
                    <a:pt x="153" y="2555"/>
                  </a:moveTo>
                  <a:lnTo>
                    <a:pt x="88" y="2485"/>
                  </a:lnTo>
                  <a:lnTo>
                    <a:pt x="0" y="2363"/>
                  </a:lnTo>
                  <a:lnTo>
                    <a:pt x="100" y="1895"/>
                  </a:lnTo>
                  <a:lnTo>
                    <a:pt x="449" y="1351"/>
                  </a:lnTo>
                  <a:lnTo>
                    <a:pt x="935" y="819"/>
                  </a:lnTo>
                  <a:lnTo>
                    <a:pt x="1282" y="330"/>
                  </a:lnTo>
                  <a:lnTo>
                    <a:pt x="2035" y="0"/>
                  </a:lnTo>
                  <a:lnTo>
                    <a:pt x="2212" y="123"/>
                  </a:lnTo>
                  <a:lnTo>
                    <a:pt x="2497" y="292"/>
                  </a:lnTo>
                  <a:lnTo>
                    <a:pt x="2674" y="460"/>
                  </a:lnTo>
                  <a:lnTo>
                    <a:pt x="2821" y="795"/>
                  </a:lnTo>
                  <a:lnTo>
                    <a:pt x="2770" y="1084"/>
                  </a:lnTo>
                  <a:lnTo>
                    <a:pt x="2284" y="1561"/>
                  </a:lnTo>
                  <a:lnTo>
                    <a:pt x="1967" y="1737"/>
                  </a:lnTo>
                  <a:lnTo>
                    <a:pt x="1760" y="1881"/>
                  </a:lnTo>
                  <a:lnTo>
                    <a:pt x="1719" y="1914"/>
                  </a:lnTo>
                  <a:lnTo>
                    <a:pt x="1452" y="2091"/>
                  </a:lnTo>
                  <a:lnTo>
                    <a:pt x="1215" y="2146"/>
                  </a:lnTo>
                  <a:lnTo>
                    <a:pt x="889" y="2211"/>
                  </a:lnTo>
                  <a:lnTo>
                    <a:pt x="631" y="2410"/>
                  </a:lnTo>
                  <a:lnTo>
                    <a:pt x="433" y="2599"/>
                  </a:lnTo>
                  <a:lnTo>
                    <a:pt x="244" y="261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9012761" y="3097316"/>
              <a:ext cx="328" cy="808"/>
            </a:xfrm>
            <a:custGeom>
              <a:avLst/>
              <a:pathLst>
                <a:path w="328" h="808">
                  <a:moveTo>
                    <a:pt x="54" y="289"/>
                  </a:moveTo>
                  <a:lnTo>
                    <a:pt x="88" y="125"/>
                  </a:lnTo>
                  <a:lnTo>
                    <a:pt x="140" y="0"/>
                  </a:lnTo>
                  <a:lnTo>
                    <a:pt x="247" y="55"/>
                  </a:lnTo>
                  <a:lnTo>
                    <a:pt x="328" y="330"/>
                  </a:lnTo>
                  <a:lnTo>
                    <a:pt x="237" y="683"/>
                  </a:lnTo>
                  <a:lnTo>
                    <a:pt x="110" y="808"/>
                  </a:lnTo>
                  <a:lnTo>
                    <a:pt x="23" y="748"/>
                  </a:lnTo>
                  <a:lnTo>
                    <a:pt x="0" y="553"/>
                  </a:lnTo>
                  <a:lnTo>
                    <a:pt x="34" y="38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8955011" y="3097824"/>
              <a:ext cx="216" cy="367"/>
            </a:xfrm>
            <a:custGeom>
              <a:avLst/>
              <a:pathLst>
                <a:path w="216" h="367">
                  <a:moveTo>
                    <a:pt x="40" y="22"/>
                  </a:moveTo>
                  <a:lnTo>
                    <a:pt x="0" y="166"/>
                  </a:lnTo>
                  <a:lnTo>
                    <a:pt x="28" y="311"/>
                  </a:lnTo>
                  <a:lnTo>
                    <a:pt x="57" y="367"/>
                  </a:lnTo>
                  <a:lnTo>
                    <a:pt x="167" y="301"/>
                  </a:lnTo>
                  <a:lnTo>
                    <a:pt x="216" y="290"/>
                  </a:lnTo>
                  <a:lnTo>
                    <a:pt x="187" y="167"/>
                  </a:lnTo>
                  <a:lnTo>
                    <a:pt x="158" y="100"/>
                  </a:lnTo>
                  <a:lnTo>
                    <a:pt x="49" y="0"/>
                  </a:lnTo>
                  <a:lnTo>
                    <a:pt x="40" y="2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8952063" y="3097986"/>
              <a:ext cx="255" cy="246"/>
            </a:xfrm>
            <a:custGeom>
              <a:avLst/>
              <a:pathLst>
                <a:path w="255" h="246">
                  <a:moveTo>
                    <a:pt x="255" y="168"/>
                  </a:moveTo>
                  <a:lnTo>
                    <a:pt x="177" y="56"/>
                  </a:lnTo>
                  <a:lnTo>
                    <a:pt x="78" y="0"/>
                  </a:lnTo>
                  <a:lnTo>
                    <a:pt x="0" y="44"/>
                  </a:lnTo>
                  <a:lnTo>
                    <a:pt x="19" y="155"/>
                  </a:lnTo>
                  <a:lnTo>
                    <a:pt x="77" y="222"/>
                  </a:lnTo>
                  <a:lnTo>
                    <a:pt x="136" y="245"/>
                  </a:lnTo>
                  <a:lnTo>
                    <a:pt x="255" y="246"/>
                  </a:lnTo>
                  <a:lnTo>
                    <a:pt x="255" y="16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8952565" y="3098156"/>
              <a:ext cx="196" cy="267"/>
            </a:xfrm>
            <a:custGeom>
              <a:avLst/>
              <a:pathLst>
                <a:path w="196" h="267">
                  <a:moveTo>
                    <a:pt x="0" y="55"/>
                  </a:moveTo>
                  <a:lnTo>
                    <a:pt x="69" y="0"/>
                  </a:lnTo>
                  <a:lnTo>
                    <a:pt x="187" y="22"/>
                  </a:lnTo>
                  <a:lnTo>
                    <a:pt x="176" y="178"/>
                  </a:lnTo>
                  <a:lnTo>
                    <a:pt x="196" y="256"/>
                  </a:lnTo>
                  <a:lnTo>
                    <a:pt x="97" y="267"/>
                  </a:lnTo>
                  <a:lnTo>
                    <a:pt x="48" y="233"/>
                  </a:lnTo>
                  <a:lnTo>
                    <a:pt x="28" y="144"/>
                  </a:lnTo>
                  <a:lnTo>
                    <a:pt x="0" y="5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8950934" y="3096550"/>
              <a:ext cx="4549" cy="2134"/>
            </a:xfrm>
            <a:custGeom>
              <a:avLst/>
              <a:pathLst>
                <a:path w="4549" h="2134">
                  <a:moveTo>
                    <a:pt x="96" y="407"/>
                  </a:moveTo>
                  <a:lnTo>
                    <a:pt x="149" y="325"/>
                  </a:lnTo>
                  <a:lnTo>
                    <a:pt x="282" y="226"/>
                  </a:lnTo>
                  <a:lnTo>
                    <a:pt x="564" y="330"/>
                  </a:lnTo>
                  <a:lnTo>
                    <a:pt x="841" y="233"/>
                  </a:lnTo>
                  <a:lnTo>
                    <a:pt x="1196" y="227"/>
                  </a:lnTo>
                  <a:lnTo>
                    <a:pt x="1623" y="165"/>
                  </a:lnTo>
                  <a:lnTo>
                    <a:pt x="2029" y="70"/>
                  </a:lnTo>
                  <a:lnTo>
                    <a:pt x="2353" y="30"/>
                  </a:lnTo>
                  <a:lnTo>
                    <a:pt x="2593" y="0"/>
                  </a:lnTo>
                  <a:lnTo>
                    <a:pt x="2836" y="92"/>
                  </a:lnTo>
                  <a:lnTo>
                    <a:pt x="3220" y="520"/>
                  </a:lnTo>
                  <a:lnTo>
                    <a:pt x="3374" y="711"/>
                  </a:lnTo>
                  <a:lnTo>
                    <a:pt x="3583" y="747"/>
                  </a:lnTo>
                  <a:lnTo>
                    <a:pt x="3946" y="874"/>
                  </a:lnTo>
                  <a:lnTo>
                    <a:pt x="4190" y="989"/>
                  </a:lnTo>
                  <a:lnTo>
                    <a:pt x="4407" y="1225"/>
                  </a:lnTo>
                  <a:lnTo>
                    <a:pt x="4549" y="1617"/>
                  </a:lnTo>
                  <a:lnTo>
                    <a:pt x="4497" y="1872"/>
                  </a:lnTo>
                  <a:lnTo>
                    <a:pt x="4172" y="2013"/>
                  </a:lnTo>
                  <a:lnTo>
                    <a:pt x="3669" y="2073"/>
                  </a:lnTo>
                  <a:lnTo>
                    <a:pt x="3165" y="2134"/>
                  </a:lnTo>
                  <a:lnTo>
                    <a:pt x="2622" y="2093"/>
                  </a:lnTo>
                  <a:lnTo>
                    <a:pt x="2255" y="2111"/>
                  </a:lnTo>
                  <a:lnTo>
                    <a:pt x="1862" y="2095"/>
                  </a:lnTo>
                  <a:lnTo>
                    <a:pt x="1418" y="2100"/>
                  </a:lnTo>
                  <a:lnTo>
                    <a:pt x="1042" y="1973"/>
                  </a:lnTo>
                  <a:lnTo>
                    <a:pt x="671" y="1768"/>
                  </a:lnTo>
                  <a:lnTo>
                    <a:pt x="384" y="1542"/>
                  </a:lnTo>
                  <a:lnTo>
                    <a:pt x="154" y="1227"/>
                  </a:lnTo>
                  <a:lnTo>
                    <a:pt x="17" y="824"/>
                  </a:lnTo>
                  <a:lnTo>
                    <a:pt x="0" y="608"/>
                  </a:lnTo>
                  <a:lnTo>
                    <a:pt x="37" y="51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9013107" y="3098050"/>
              <a:ext cx="466" cy="776"/>
            </a:xfrm>
            <a:custGeom>
              <a:avLst/>
              <a:pathLst>
                <a:path w="466" h="776">
                  <a:moveTo>
                    <a:pt x="466" y="407"/>
                  </a:moveTo>
                  <a:lnTo>
                    <a:pt x="293" y="230"/>
                  </a:lnTo>
                  <a:lnTo>
                    <a:pt x="159" y="0"/>
                  </a:lnTo>
                  <a:lnTo>
                    <a:pt x="88" y="155"/>
                  </a:lnTo>
                  <a:lnTo>
                    <a:pt x="0" y="362"/>
                  </a:lnTo>
                  <a:lnTo>
                    <a:pt x="99" y="575"/>
                  </a:lnTo>
                  <a:lnTo>
                    <a:pt x="307" y="753"/>
                  </a:lnTo>
                  <a:lnTo>
                    <a:pt x="331" y="77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9013574" y="3098531"/>
              <a:ext cx="283" cy="568"/>
            </a:xfrm>
            <a:custGeom>
              <a:avLst/>
              <a:pathLst>
                <a:path w="283" h="568">
                  <a:moveTo>
                    <a:pt x="0" y="373"/>
                  </a:moveTo>
                  <a:lnTo>
                    <a:pt x="87" y="568"/>
                  </a:lnTo>
                  <a:lnTo>
                    <a:pt x="282" y="551"/>
                  </a:lnTo>
                  <a:lnTo>
                    <a:pt x="283" y="317"/>
                  </a:lnTo>
                  <a:lnTo>
                    <a:pt x="224" y="94"/>
                  </a:lnTo>
                  <a:lnTo>
                    <a:pt x="155" y="61"/>
                  </a:lnTo>
                  <a:lnTo>
                    <a:pt x="7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9013574" y="3095951"/>
              <a:ext cx="2848" cy="4666"/>
            </a:xfrm>
            <a:custGeom>
              <a:avLst/>
              <a:pathLst>
                <a:path w="2848" h="4666">
                  <a:moveTo>
                    <a:pt x="0" y="1134"/>
                  </a:moveTo>
                  <a:lnTo>
                    <a:pt x="189" y="1486"/>
                  </a:lnTo>
                  <a:lnTo>
                    <a:pt x="573" y="1854"/>
                  </a:lnTo>
                  <a:lnTo>
                    <a:pt x="888" y="2190"/>
                  </a:lnTo>
                  <a:lnTo>
                    <a:pt x="1331" y="2703"/>
                  </a:lnTo>
                  <a:lnTo>
                    <a:pt x="1665" y="3373"/>
                  </a:lnTo>
                  <a:lnTo>
                    <a:pt x="1398" y="3506"/>
                  </a:lnTo>
                  <a:lnTo>
                    <a:pt x="1092" y="3449"/>
                  </a:lnTo>
                  <a:lnTo>
                    <a:pt x="785" y="3493"/>
                  </a:lnTo>
                  <a:lnTo>
                    <a:pt x="608" y="3537"/>
                  </a:lnTo>
                  <a:lnTo>
                    <a:pt x="498" y="3782"/>
                  </a:lnTo>
                  <a:lnTo>
                    <a:pt x="586" y="4072"/>
                  </a:lnTo>
                  <a:lnTo>
                    <a:pt x="1098" y="4385"/>
                  </a:lnTo>
                  <a:lnTo>
                    <a:pt x="1335" y="4475"/>
                  </a:lnTo>
                  <a:lnTo>
                    <a:pt x="1710" y="4610"/>
                  </a:lnTo>
                  <a:lnTo>
                    <a:pt x="1996" y="4666"/>
                  </a:lnTo>
                  <a:lnTo>
                    <a:pt x="2204" y="4578"/>
                  </a:lnTo>
                  <a:lnTo>
                    <a:pt x="2471" y="4467"/>
                  </a:lnTo>
                  <a:lnTo>
                    <a:pt x="2748" y="4189"/>
                  </a:lnTo>
                  <a:lnTo>
                    <a:pt x="2848" y="3655"/>
                  </a:lnTo>
                  <a:lnTo>
                    <a:pt x="2574" y="2841"/>
                  </a:lnTo>
                  <a:lnTo>
                    <a:pt x="2359" y="2428"/>
                  </a:lnTo>
                  <a:lnTo>
                    <a:pt x="1985" y="1914"/>
                  </a:lnTo>
                  <a:lnTo>
                    <a:pt x="1670" y="1457"/>
                  </a:lnTo>
                  <a:lnTo>
                    <a:pt x="1513" y="1211"/>
                  </a:lnTo>
                  <a:lnTo>
                    <a:pt x="1326" y="976"/>
                  </a:lnTo>
                  <a:lnTo>
                    <a:pt x="1110" y="820"/>
                  </a:lnTo>
                  <a:lnTo>
                    <a:pt x="774" y="518"/>
                  </a:lnTo>
                  <a:lnTo>
                    <a:pt x="311" y="116"/>
                  </a:lnTo>
                  <a:lnTo>
                    <a:pt x="264" y="80"/>
                  </a:lnTo>
                  <a:lnTo>
                    <a:pt x="18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9021975" y="3100385"/>
              <a:ext cx="2343" cy="3835"/>
            </a:xfrm>
            <a:custGeom>
              <a:avLst/>
              <a:pathLst>
                <a:path w="2343" h="3835">
                  <a:moveTo>
                    <a:pt x="1096" y="3835"/>
                  </a:moveTo>
                  <a:lnTo>
                    <a:pt x="909" y="3806"/>
                  </a:lnTo>
                  <a:lnTo>
                    <a:pt x="681" y="3631"/>
                  </a:lnTo>
                  <a:lnTo>
                    <a:pt x="447" y="3151"/>
                  </a:lnTo>
                  <a:lnTo>
                    <a:pt x="289" y="2884"/>
                  </a:lnTo>
                  <a:lnTo>
                    <a:pt x="153" y="2404"/>
                  </a:lnTo>
                  <a:lnTo>
                    <a:pt x="95" y="2058"/>
                  </a:lnTo>
                  <a:lnTo>
                    <a:pt x="37" y="1568"/>
                  </a:lnTo>
                  <a:lnTo>
                    <a:pt x="0" y="1111"/>
                  </a:lnTo>
                  <a:lnTo>
                    <a:pt x="20" y="721"/>
                  </a:lnTo>
                  <a:lnTo>
                    <a:pt x="140" y="343"/>
                  </a:lnTo>
                  <a:lnTo>
                    <a:pt x="527" y="32"/>
                  </a:lnTo>
                  <a:lnTo>
                    <a:pt x="753" y="0"/>
                  </a:lnTo>
                  <a:lnTo>
                    <a:pt x="1177" y="135"/>
                  </a:lnTo>
                  <a:lnTo>
                    <a:pt x="1453" y="470"/>
                  </a:lnTo>
                  <a:lnTo>
                    <a:pt x="1767" y="1017"/>
                  </a:lnTo>
                  <a:lnTo>
                    <a:pt x="2002" y="1441"/>
                  </a:lnTo>
                  <a:lnTo>
                    <a:pt x="2129" y="1854"/>
                  </a:lnTo>
                  <a:lnTo>
                    <a:pt x="2265" y="2400"/>
                  </a:lnTo>
                  <a:lnTo>
                    <a:pt x="2343" y="2757"/>
                  </a:lnTo>
                  <a:lnTo>
                    <a:pt x="2322" y="3047"/>
                  </a:lnTo>
                  <a:lnTo>
                    <a:pt x="2124" y="3202"/>
                  </a:lnTo>
                  <a:lnTo>
                    <a:pt x="1916" y="3368"/>
                  </a:lnTo>
                  <a:lnTo>
                    <a:pt x="1759" y="3346"/>
                  </a:lnTo>
                  <a:lnTo>
                    <a:pt x="1661" y="3156"/>
                  </a:lnTo>
                  <a:lnTo>
                    <a:pt x="1573" y="2732"/>
                  </a:lnTo>
                  <a:lnTo>
                    <a:pt x="1378" y="1974"/>
                  </a:lnTo>
                  <a:lnTo>
                    <a:pt x="1261" y="1494"/>
                  </a:lnTo>
                  <a:lnTo>
                    <a:pt x="1124" y="1304"/>
                  </a:lnTo>
                  <a:lnTo>
                    <a:pt x="868" y="1292"/>
                  </a:lnTo>
                  <a:lnTo>
                    <a:pt x="728" y="1604"/>
                  </a:lnTo>
                  <a:lnTo>
                    <a:pt x="1042" y="2374"/>
                  </a:lnTo>
                  <a:lnTo>
                    <a:pt x="1217" y="2920"/>
                  </a:lnTo>
                  <a:lnTo>
                    <a:pt x="1246" y="3177"/>
                  </a:lnTo>
                  <a:lnTo>
                    <a:pt x="1353" y="3589"/>
                  </a:lnTo>
                  <a:lnTo>
                    <a:pt x="1244" y="3722"/>
                  </a:lnTo>
                  <a:lnTo>
                    <a:pt x="1214" y="376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8924318" y="3106793"/>
              <a:ext cx="526" cy="358"/>
            </a:xfrm>
            <a:custGeom>
              <a:avLst/>
              <a:pathLst>
                <a:path w="526" h="358">
                  <a:moveTo>
                    <a:pt x="526" y="0"/>
                  </a:moveTo>
                  <a:lnTo>
                    <a:pt x="218" y="142"/>
                  </a:lnTo>
                  <a:lnTo>
                    <a:pt x="0" y="35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8912672" y="3105622"/>
              <a:ext cx="2071" cy="1534"/>
            </a:xfrm>
            <a:custGeom>
              <a:avLst/>
              <a:pathLst>
                <a:path w="2071" h="1534">
                  <a:moveTo>
                    <a:pt x="48" y="1334"/>
                  </a:moveTo>
                  <a:lnTo>
                    <a:pt x="141" y="1175"/>
                  </a:lnTo>
                  <a:lnTo>
                    <a:pt x="329" y="943"/>
                  </a:lnTo>
                  <a:lnTo>
                    <a:pt x="589" y="544"/>
                  </a:lnTo>
                  <a:lnTo>
                    <a:pt x="632" y="255"/>
                  </a:lnTo>
                  <a:lnTo>
                    <a:pt x="978" y="103"/>
                  </a:lnTo>
                  <a:lnTo>
                    <a:pt x="1332" y="62"/>
                  </a:lnTo>
                  <a:lnTo>
                    <a:pt x="1815" y="0"/>
                  </a:lnTo>
                  <a:lnTo>
                    <a:pt x="2071" y="69"/>
                  </a:lnTo>
                  <a:lnTo>
                    <a:pt x="1939" y="580"/>
                  </a:lnTo>
                  <a:lnTo>
                    <a:pt x="1789" y="857"/>
                  </a:lnTo>
                  <a:lnTo>
                    <a:pt x="1460" y="1299"/>
                  </a:lnTo>
                  <a:lnTo>
                    <a:pt x="1055" y="1440"/>
                  </a:lnTo>
                  <a:lnTo>
                    <a:pt x="781" y="1459"/>
                  </a:lnTo>
                  <a:lnTo>
                    <a:pt x="495" y="1534"/>
                  </a:lnTo>
                  <a:lnTo>
                    <a:pt x="226" y="1521"/>
                  </a:lnTo>
                  <a:lnTo>
                    <a:pt x="0" y="151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8924431" y="3107212"/>
              <a:ext cx="455" cy="366"/>
            </a:xfrm>
            <a:custGeom>
              <a:avLst/>
              <a:pathLst>
                <a:path w="455" h="366">
                  <a:moveTo>
                    <a:pt x="455" y="83"/>
                  </a:moveTo>
                  <a:lnTo>
                    <a:pt x="346" y="22"/>
                  </a:lnTo>
                  <a:lnTo>
                    <a:pt x="276" y="0"/>
                  </a:lnTo>
                  <a:lnTo>
                    <a:pt x="158" y="21"/>
                  </a:lnTo>
                  <a:lnTo>
                    <a:pt x="89" y="43"/>
                  </a:lnTo>
                  <a:lnTo>
                    <a:pt x="0" y="121"/>
                  </a:lnTo>
                  <a:lnTo>
                    <a:pt x="0" y="277"/>
                  </a:lnTo>
                  <a:lnTo>
                    <a:pt x="78" y="366"/>
                  </a:lnTo>
                  <a:lnTo>
                    <a:pt x="197" y="311"/>
                  </a:lnTo>
                  <a:lnTo>
                    <a:pt x="335" y="245"/>
                  </a:lnTo>
                  <a:lnTo>
                    <a:pt x="384" y="245"/>
                  </a:lnTo>
                  <a:lnTo>
                    <a:pt x="434" y="201"/>
                  </a:lnTo>
                  <a:lnTo>
                    <a:pt x="455" y="8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8925098" y="3107039"/>
              <a:ext cx="143" cy="756"/>
            </a:xfrm>
            <a:custGeom>
              <a:avLst/>
              <a:pathLst>
                <a:path w="143" h="756">
                  <a:moveTo>
                    <a:pt x="0" y="756"/>
                  </a:moveTo>
                  <a:lnTo>
                    <a:pt x="88" y="656"/>
                  </a:lnTo>
                  <a:lnTo>
                    <a:pt x="143" y="572"/>
                  </a:lnTo>
                  <a:lnTo>
                    <a:pt x="108" y="227"/>
                  </a:lnTo>
                  <a:lnTo>
                    <a:pt x="48" y="87"/>
                  </a:lnTo>
                  <a:lnTo>
                    <a:pt x="2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8924106" y="3107411"/>
              <a:ext cx="349" cy="529"/>
            </a:xfrm>
            <a:custGeom>
              <a:avLst/>
              <a:pathLst>
                <a:path w="349" h="529">
                  <a:moveTo>
                    <a:pt x="2" y="0"/>
                  </a:moveTo>
                  <a:lnTo>
                    <a:pt x="0" y="243"/>
                  </a:lnTo>
                  <a:lnTo>
                    <a:pt x="148" y="401"/>
                  </a:lnTo>
                  <a:lnTo>
                    <a:pt x="349" y="52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9064191" y="3120553"/>
              <a:ext cx="501" cy="203"/>
            </a:xfrm>
            <a:custGeom>
              <a:avLst/>
              <a:pathLst>
                <a:path w="501" h="203">
                  <a:moveTo>
                    <a:pt x="501" y="203"/>
                  </a:moveTo>
                  <a:lnTo>
                    <a:pt x="383" y="158"/>
                  </a:lnTo>
                  <a:lnTo>
                    <a:pt x="205" y="101"/>
                  </a:lnTo>
                  <a:lnTo>
                    <a:pt x="19" y="11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9064968" y="3120684"/>
              <a:ext cx="2957" cy="647"/>
            </a:xfrm>
            <a:custGeom>
              <a:avLst/>
              <a:pathLst>
                <a:path w="2957" h="647">
                  <a:moveTo>
                    <a:pt x="473" y="0"/>
                  </a:moveTo>
                  <a:lnTo>
                    <a:pt x="671" y="1"/>
                  </a:lnTo>
                  <a:lnTo>
                    <a:pt x="907" y="58"/>
                  </a:lnTo>
                  <a:lnTo>
                    <a:pt x="1015" y="81"/>
                  </a:lnTo>
                  <a:lnTo>
                    <a:pt x="1163" y="116"/>
                  </a:lnTo>
                  <a:lnTo>
                    <a:pt x="1409" y="117"/>
                  </a:lnTo>
                  <a:lnTo>
                    <a:pt x="1606" y="241"/>
                  </a:lnTo>
                  <a:lnTo>
                    <a:pt x="1793" y="265"/>
                  </a:lnTo>
                  <a:lnTo>
                    <a:pt x="2227" y="268"/>
                  </a:lnTo>
                  <a:lnTo>
                    <a:pt x="2464" y="225"/>
                  </a:lnTo>
                  <a:lnTo>
                    <a:pt x="2641" y="215"/>
                  </a:lnTo>
                  <a:lnTo>
                    <a:pt x="2888" y="172"/>
                  </a:lnTo>
                  <a:lnTo>
                    <a:pt x="2957" y="229"/>
                  </a:lnTo>
                  <a:lnTo>
                    <a:pt x="2837" y="417"/>
                  </a:lnTo>
                  <a:lnTo>
                    <a:pt x="2590" y="594"/>
                  </a:lnTo>
                  <a:lnTo>
                    <a:pt x="2323" y="647"/>
                  </a:lnTo>
                  <a:lnTo>
                    <a:pt x="2145" y="602"/>
                  </a:lnTo>
                  <a:lnTo>
                    <a:pt x="1841" y="544"/>
                  </a:lnTo>
                  <a:lnTo>
                    <a:pt x="1683" y="520"/>
                  </a:lnTo>
                  <a:lnTo>
                    <a:pt x="1437" y="485"/>
                  </a:lnTo>
                  <a:lnTo>
                    <a:pt x="1299" y="484"/>
                  </a:lnTo>
                  <a:lnTo>
                    <a:pt x="1092" y="449"/>
                  </a:lnTo>
                  <a:lnTo>
                    <a:pt x="905" y="437"/>
                  </a:lnTo>
                  <a:lnTo>
                    <a:pt x="698" y="391"/>
                  </a:lnTo>
                  <a:lnTo>
                    <a:pt x="491" y="345"/>
                  </a:lnTo>
                  <a:lnTo>
                    <a:pt x="0" y="9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9062656" y="3119468"/>
              <a:ext cx="5753" cy="2355"/>
            </a:xfrm>
            <a:custGeom>
              <a:avLst/>
              <a:pathLst>
                <a:path w="5753" h="2355">
                  <a:moveTo>
                    <a:pt x="43" y="397"/>
                  </a:moveTo>
                  <a:lnTo>
                    <a:pt x="367" y="96"/>
                  </a:lnTo>
                  <a:lnTo>
                    <a:pt x="604" y="8"/>
                  </a:lnTo>
                  <a:lnTo>
                    <a:pt x="959" y="0"/>
                  </a:lnTo>
                  <a:lnTo>
                    <a:pt x="1373" y="47"/>
                  </a:lnTo>
                  <a:lnTo>
                    <a:pt x="1629" y="82"/>
                  </a:lnTo>
                  <a:lnTo>
                    <a:pt x="1934" y="251"/>
                  </a:lnTo>
                  <a:lnTo>
                    <a:pt x="2120" y="342"/>
                  </a:lnTo>
                  <a:lnTo>
                    <a:pt x="2327" y="466"/>
                  </a:lnTo>
                  <a:lnTo>
                    <a:pt x="2828" y="692"/>
                  </a:lnTo>
                  <a:lnTo>
                    <a:pt x="3034" y="816"/>
                  </a:lnTo>
                  <a:lnTo>
                    <a:pt x="3379" y="963"/>
                  </a:lnTo>
                  <a:lnTo>
                    <a:pt x="3625" y="976"/>
                  </a:lnTo>
                  <a:lnTo>
                    <a:pt x="3803" y="977"/>
                  </a:lnTo>
                  <a:lnTo>
                    <a:pt x="4148" y="991"/>
                  </a:lnTo>
                  <a:lnTo>
                    <a:pt x="4315" y="981"/>
                  </a:lnTo>
                  <a:lnTo>
                    <a:pt x="4779" y="1029"/>
                  </a:lnTo>
                  <a:lnTo>
                    <a:pt x="4996" y="997"/>
                  </a:lnTo>
                  <a:lnTo>
                    <a:pt x="5370" y="1077"/>
                  </a:lnTo>
                  <a:lnTo>
                    <a:pt x="5606" y="1113"/>
                  </a:lnTo>
                  <a:lnTo>
                    <a:pt x="5753" y="1348"/>
                  </a:lnTo>
                  <a:lnTo>
                    <a:pt x="5721" y="1626"/>
                  </a:lnTo>
                  <a:lnTo>
                    <a:pt x="5482" y="1992"/>
                  </a:lnTo>
                  <a:lnTo>
                    <a:pt x="5145" y="2290"/>
                  </a:lnTo>
                  <a:lnTo>
                    <a:pt x="4888" y="2355"/>
                  </a:lnTo>
                  <a:lnTo>
                    <a:pt x="4367" y="2218"/>
                  </a:lnTo>
                  <a:lnTo>
                    <a:pt x="3992" y="2215"/>
                  </a:lnTo>
                  <a:lnTo>
                    <a:pt x="3647" y="2179"/>
                  </a:lnTo>
                  <a:lnTo>
                    <a:pt x="3018" y="1930"/>
                  </a:lnTo>
                  <a:lnTo>
                    <a:pt x="2782" y="1828"/>
                  </a:lnTo>
                  <a:lnTo>
                    <a:pt x="2447" y="1748"/>
                  </a:lnTo>
                  <a:lnTo>
                    <a:pt x="2171" y="1701"/>
                  </a:lnTo>
                  <a:lnTo>
                    <a:pt x="1748" y="1620"/>
                  </a:lnTo>
                  <a:lnTo>
                    <a:pt x="1452" y="1540"/>
                  </a:lnTo>
                  <a:lnTo>
                    <a:pt x="1050" y="1292"/>
                  </a:lnTo>
                  <a:lnTo>
                    <a:pt x="559" y="1022"/>
                  </a:lnTo>
                  <a:lnTo>
                    <a:pt x="293" y="875"/>
                  </a:lnTo>
                  <a:lnTo>
                    <a:pt x="129" y="688"/>
                  </a:lnTo>
                  <a:lnTo>
                    <a:pt x="97" y="651"/>
                  </a:lnTo>
                  <a:lnTo>
                    <a:pt x="0" y="49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8848238" y="3121815"/>
              <a:ext cx="2464" cy="1124"/>
            </a:xfrm>
            <a:custGeom>
              <a:avLst/>
              <a:pathLst>
                <a:path w="2464" h="1124">
                  <a:moveTo>
                    <a:pt x="0" y="1124"/>
                  </a:moveTo>
                  <a:lnTo>
                    <a:pt x="66" y="574"/>
                  </a:lnTo>
                  <a:lnTo>
                    <a:pt x="330" y="299"/>
                  </a:lnTo>
                  <a:lnTo>
                    <a:pt x="792" y="99"/>
                  </a:lnTo>
                  <a:lnTo>
                    <a:pt x="1276" y="0"/>
                  </a:lnTo>
                  <a:lnTo>
                    <a:pt x="2464" y="2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8986204" y="3123357"/>
              <a:ext cx="299" cy="291"/>
            </a:xfrm>
            <a:custGeom>
              <a:avLst/>
              <a:pathLst>
                <a:path w="299" h="291">
                  <a:moveTo>
                    <a:pt x="0" y="73"/>
                  </a:moveTo>
                  <a:lnTo>
                    <a:pt x="114" y="0"/>
                  </a:lnTo>
                  <a:lnTo>
                    <a:pt x="202" y="11"/>
                  </a:lnTo>
                  <a:lnTo>
                    <a:pt x="280" y="101"/>
                  </a:lnTo>
                  <a:lnTo>
                    <a:pt x="299" y="213"/>
                  </a:lnTo>
                  <a:lnTo>
                    <a:pt x="289" y="291"/>
                  </a:lnTo>
                  <a:lnTo>
                    <a:pt x="200" y="290"/>
                  </a:lnTo>
                  <a:lnTo>
                    <a:pt x="131" y="278"/>
                  </a:lnTo>
                  <a:lnTo>
                    <a:pt x="82" y="233"/>
                  </a:lnTo>
                  <a:lnTo>
                    <a:pt x="34" y="206"/>
                  </a:lnTo>
                  <a:lnTo>
                    <a:pt x="0" y="7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8986589" y="3123817"/>
              <a:ext cx="237" cy="229"/>
            </a:xfrm>
            <a:custGeom>
              <a:avLst/>
              <a:pathLst>
                <a:path w="237" h="229">
                  <a:moveTo>
                    <a:pt x="0" y="143"/>
                  </a:moveTo>
                  <a:lnTo>
                    <a:pt x="50" y="10"/>
                  </a:lnTo>
                  <a:lnTo>
                    <a:pt x="109" y="0"/>
                  </a:lnTo>
                  <a:lnTo>
                    <a:pt x="237" y="34"/>
                  </a:lnTo>
                  <a:lnTo>
                    <a:pt x="216" y="223"/>
                  </a:lnTo>
                  <a:lnTo>
                    <a:pt x="157" y="229"/>
                  </a:lnTo>
                  <a:lnTo>
                    <a:pt x="88" y="216"/>
                  </a:lnTo>
                  <a:lnTo>
                    <a:pt x="48" y="193"/>
                  </a:lnTo>
                  <a:lnTo>
                    <a:pt x="0" y="14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8848238" y="3122715"/>
              <a:ext cx="3278" cy="1773"/>
            </a:xfrm>
            <a:custGeom>
              <a:avLst/>
              <a:pathLst>
                <a:path w="3278" h="1773">
                  <a:moveTo>
                    <a:pt x="3278" y="0"/>
                  </a:moveTo>
                  <a:lnTo>
                    <a:pt x="3278" y="324"/>
                  </a:lnTo>
                  <a:lnTo>
                    <a:pt x="3212" y="749"/>
                  </a:lnTo>
                  <a:lnTo>
                    <a:pt x="2552" y="1348"/>
                  </a:lnTo>
                  <a:lnTo>
                    <a:pt x="1936" y="1673"/>
                  </a:lnTo>
                  <a:lnTo>
                    <a:pt x="1254" y="1773"/>
                  </a:lnTo>
                  <a:lnTo>
                    <a:pt x="418" y="1448"/>
                  </a:lnTo>
                  <a:lnTo>
                    <a:pt x="0" y="79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8986141" y="3126197"/>
              <a:ext cx="176" cy="278"/>
            </a:xfrm>
            <a:custGeom>
              <a:avLst/>
              <a:pathLst>
                <a:path w="176" h="278">
                  <a:moveTo>
                    <a:pt x="108" y="0"/>
                  </a:moveTo>
                  <a:lnTo>
                    <a:pt x="0" y="77"/>
                  </a:lnTo>
                  <a:lnTo>
                    <a:pt x="9" y="210"/>
                  </a:lnTo>
                  <a:lnTo>
                    <a:pt x="47" y="278"/>
                  </a:lnTo>
                  <a:lnTo>
                    <a:pt x="107" y="278"/>
                  </a:lnTo>
                  <a:lnTo>
                    <a:pt x="176" y="156"/>
                  </a:lnTo>
                  <a:lnTo>
                    <a:pt x="152" y="76"/>
                  </a:lnTo>
                  <a:lnTo>
                    <a:pt x="10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9043135" y="3127589"/>
              <a:ext cx="1426" cy="675"/>
            </a:xfrm>
            <a:custGeom>
              <a:avLst/>
              <a:pathLst>
                <a:path w="1426" h="675">
                  <a:moveTo>
                    <a:pt x="0" y="0"/>
                  </a:moveTo>
                  <a:lnTo>
                    <a:pt x="374" y="35"/>
                  </a:lnTo>
                  <a:lnTo>
                    <a:pt x="709" y="70"/>
                  </a:lnTo>
                  <a:lnTo>
                    <a:pt x="945" y="27"/>
                  </a:lnTo>
                  <a:lnTo>
                    <a:pt x="1172" y="139"/>
                  </a:lnTo>
                  <a:lnTo>
                    <a:pt x="1260" y="207"/>
                  </a:lnTo>
                  <a:lnTo>
                    <a:pt x="1328" y="363"/>
                  </a:lnTo>
                  <a:lnTo>
                    <a:pt x="1426" y="675"/>
                  </a:lnTo>
                  <a:lnTo>
                    <a:pt x="1415" y="67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9042857" y="3128178"/>
              <a:ext cx="1741" cy="529"/>
            </a:xfrm>
            <a:custGeom>
              <a:avLst/>
              <a:pathLst>
                <a:path w="1741" h="529">
                  <a:moveTo>
                    <a:pt x="0" y="0"/>
                  </a:moveTo>
                  <a:lnTo>
                    <a:pt x="215" y="257"/>
                  </a:lnTo>
                  <a:lnTo>
                    <a:pt x="549" y="481"/>
                  </a:lnTo>
                  <a:lnTo>
                    <a:pt x="716" y="516"/>
                  </a:lnTo>
                  <a:lnTo>
                    <a:pt x="1090" y="529"/>
                  </a:lnTo>
                  <a:lnTo>
                    <a:pt x="1327" y="474"/>
                  </a:lnTo>
                  <a:lnTo>
                    <a:pt x="1465" y="442"/>
                  </a:lnTo>
                  <a:lnTo>
                    <a:pt x="1741" y="387"/>
                  </a:lnTo>
                  <a:lnTo>
                    <a:pt x="1722" y="36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8985234" y="3129343"/>
              <a:ext cx="157" cy="311"/>
            </a:xfrm>
            <a:custGeom>
              <a:avLst/>
              <a:pathLst>
                <a:path w="157" h="311">
                  <a:moveTo>
                    <a:pt x="119" y="0"/>
                  </a:moveTo>
                  <a:lnTo>
                    <a:pt x="40" y="88"/>
                  </a:lnTo>
                  <a:lnTo>
                    <a:pt x="0" y="177"/>
                  </a:lnTo>
                  <a:lnTo>
                    <a:pt x="39" y="266"/>
                  </a:lnTo>
                  <a:lnTo>
                    <a:pt x="77" y="311"/>
                  </a:lnTo>
                  <a:lnTo>
                    <a:pt x="127" y="300"/>
                  </a:lnTo>
                  <a:lnTo>
                    <a:pt x="128" y="189"/>
                  </a:lnTo>
                  <a:lnTo>
                    <a:pt x="157" y="145"/>
                  </a:lnTo>
                  <a:lnTo>
                    <a:pt x="11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8984886" y="3129863"/>
              <a:ext cx="164" cy="233"/>
            </a:xfrm>
            <a:custGeom>
              <a:avLst/>
              <a:pathLst>
                <a:path w="164" h="233">
                  <a:moveTo>
                    <a:pt x="119" y="0"/>
                  </a:moveTo>
                  <a:lnTo>
                    <a:pt x="30" y="54"/>
                  </a:lnTo>
                  <a:lnTo>
                    <a:pt x="0" y="121"/>
                  </a:lnTo>
                  <a:lnTo>
                    <a:pt x="0" y="221"/>
                  </a:lnTo>
                  <a:lnTo>
                    <a:pt x="88" y="233"/>
                  </a:lnTo>
                  <a:lnTo>
                    <a:pt x="147" y="178"/>
                  </a:lnTo>
                  <a:lnTo>
                    <a:pt x="158" y="133"/>
                  </a:lnTo>
                  <a:lnTo>
                    <a:pt x="164" y="40"/>
                  </a:lnTo>
                  <a:lnTo>
                    <a:pt x="119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8862085" y="3129127"/>
              <a:ext cx="6442" cy="1741"/>
            </a:xfrm>
            <a:custGeom>
              <a:avLst/>
              <a:pathLst>
                <a:path w="6442" h="1741">
                  <a:moveTo>
                    <a:pt x="0" y="1741"/>
                  </a:moveTo>
                  <a:lnTo>
                    <a:pt x="383" y="1393"/>
                  </a:lnTo>
                  <a:lnTo>
                    <a:pt x="920" y="957"/>
                  </a:lnTo>
                  <a:lnTo>
                    <a:pt x="1994" y="261"/>
                  </a:lnTo>
                  <a:lnTo>
                    <a:pt x="3451" y="0"/>
                  </a:lnTo>
                  <a:lnTo>
                    <a:pt x="4832" y="87"/>
                  </a:lnTo>
                  <a:lnTo>
                    <a:pt x="5982" y="261"/>
                  </a:lnTo>
                  <a:lnTo>
                    <a:pt x="6442" y="60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9038055" y="3130688"/>
              <a:ext cx="966" cy="285"/>
            </a:xfrm>
            <a:custGeom>
              <a:avLst/>
              <a:pathLst>
                <a:path w="966" h="285">
                  <a:moveTo>
                    <a:pt x="0" y="251"/>
                  </a:moveTo>
                  <a:lnTo>
                    <a:pt x="127" y="285"/>
                  </a:lnTo>
                  <a:lnTo>
                    <a:pt x="453" y="142"/>
                  </a:lnTo>
                  <a:lnTo>
                    <a:pt x="631" y="132"/>
                  </a:lnTo>
                  <a:lnTo>
                    <a:pt x="917" y="22"/>
                  </a:lnTo>
                  <a:lnTo>
                    <a:pt x="966" y="11"/>
                  </a:lnTo>
                  <a:lnTo>
                    <a:pt x="96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9036259" y="3131125"/>
              <a:ext cx="1056" cy="373"/>
            </a:xfrm>
            <a:custGeom>
              <a:avLst/>
              <a:pathLst>
                <a:path w="1056" h="373">
                  <a:moveTo>
                    <a:pt x="0" y="373"/>
                  </a:moveTo>
                  <a:lnTo>
                    <a:pt x="305" y="297"/>
                  </a:lnTo>
                  <a:lnTo>
                    <a:pt x="661" y="165"/>
                  </a:lnTo>
                  <a:lnTo>
                    <a:pt x="819" y="10"/>
                  </a:lnTo>
                  <a:lnTo>
                    <a:pt x="1056" y="11"/>
                  </a:lnTo>
                  <a:lnTo>
                    <a:pt x="104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9038643" y="3130600"/>
              <a:ext cx="1244" cy="1087"/>
            </a:xfrm>
            <a:custGeom>
              <a:avLst/>
              <a:pathLst>
                <a:path w="1244" h="1087">
                  <a:moveTo>
                    <a:pt x="753" y="0"/>
                  </a:moveTo>
                  <a:lnTo>
                    <a:pt x="1068" y="46"/>
                  </a:lnTo>
                  <a:lnTo>
                    <a:pt x="1196" y="146"/>
                  </a:lnTo>
                  <a:lnTo>
                    <a:pt x="1244" y="403"/>
                  </a:lnTo>
                  <a:lnTo>
                    <a:pt x="868" y="724"/>
                  </a:lnTo>
                  <a:lnTo>
                    <a:pt x="532" y="901"/>
                  </a:lnTo>
                  <a:lnTo>
                    <a:pt x="265" y="1022"/>
                  </a:lnTo>
                  <a:lnTo>
                    <a:pt x="0" y="1087"/>
                  </a:lnTo>
                  <a:lnTo>
                    <a:pt x="9" y="107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8983763" y="3131614"/>
              <a:ext cx="157" cy="188"/>
            </a:xfrm>
            <a:custGeom>
              <a:avLst/>
              <a:pathLst>
                <a:path w="157" h="188">
                  <a:moveTo>
                    <a:pt x="0" y="121"/>
                  </a:moveTo>
                  <a:lnTo>
                    <a:pt x="19" y="55"/>
                  </a:lnTo>
                  <a:lnTo>
                    <a:pt x="89" y="0"/>
                  </a:lnTo>
                  <a:lnTo>
                    <a:pt x="118" y="11"/>
                  </a:lnTo>
                  <a:lnTo>
                    <a:pt x="157" y="111"/>
                  </a:lnTo>
                  <a:lnTo>
                    <a:pt x="117" y="167"/>
                  </a:lnTo>
                  <a:lnTo>
                    <a:pt x="19" y="188"/>
                  </a:lnTo>
                  <a:lnTo>
                    <a:pt x="0" y="12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8983377" y="3132011"/>
              <a:ext cx="157" cy="190"/>
            </a:xfrm>
            <a:custGeom>
              <a:avLst/>
              <a:pathLst>
                <a:path w="157" h="190">
                  <a:moveTo>
                    <a:pt x="38" y="137"/>
                  </a:moveTo>
                  <a:lnTo>
                    <a:pt x="0" y="88"/>
                  </a:lnTo>
                  <a:lnTo>
                    <a:pt x="49" y="0"/>
                  </a:lnTo>
                  <a:lnTo>
                    <a:pt x="147" y="34"/>
                  </a:lnTo>
                  <a:lnTo>
                    <a:pt x="157" y="123"/>
                  </a:lnTo>
                  <a:lnTo>
                    <a:pt x="136" y="190"/>
                  </a:lnTo>
                  <a:lnTo>
                    <a:pt x="39" y="167"/>
                  </a:lnTo>
                  <a:lnTo>
                    <a:pt x="38" y="13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9034778" y="3131807"/>
              <a:ext cx="731" cy="408"/>
            </a:xfrm>
            <a:custGeom>
              <a:avLst/>
              <a:pathLst>
                <a:path w="731" h="408">
                  <a:moveTo>
                    <a:pt x="0" y="408"/>
                  </a:moveTo>
                  <a:lnTo>
                    <a:pt x="177" y="287"/>
                  </a:lnTo>
                  <a:lnTo>
                    <a:pt x="385" y="243"/>
                  </a:lnTo>
                  <a:lnTo>
                    <a:pt x="513" y="121"/>
                  </a:lnTo>
                  <a:lnTo>
                    <a:pt x="721" y="11"/>
                  </a:lnTo>
                  <a:lnTo>
                    <a:pt x="73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9036236" y="3131686"/>
              <a:ext cx="1924" cy="659"/>
            </a:xfrm>
            <a:custGeom>
              <a:avLst/>
              <a:pathLst>
                <a:path w="1924" h="659">
                  <a:moveTo>
                    <a:pt x="1924" y="0"/>
                  </a:moveTo>
                  <a:lnTo>
                    <a:pt x="1697" y="76"/>
                  </a:lnTo>
                  <a:lnTo>
                    <a:pt x="1223" y="141"/>
                  </a:lnTo>
                  <a:lnTo>
                    <a:pt x="947" y="251"/>
                  </a:lnTo>
                  <a:lnTo>
                    <a:pt x="502" y="539"/>
                  </a:lnTo>
                  <a:lnTo>
                    <a:pt x="256" y="649"/>
                  </a:lnTo>
                  <a:lnTo>
                    <a:pt x="10" y="659"/>
                  </a:lnTo>
                  <a:lnTo>
                    <a:pt x="0" y="659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8982038" y="3123162"/>
              <a:ext cx="5112" cy="9554"/>
            </a:xfrm>
            <a:custGeom>
              <a:avLst/>
              <a:pathLst>
                <a:path w="5112" h="9554">
                  <a:moveTo>
                    <a:pt x="745" y="8290"/>
                  </a:moveTo>
                  <a:lnTo>
                    <a:pt x="948" y="7939"/>
                  </a:lnTo>
                  <a:lnTo>
                    <a:pt x="1217" y="7419"/>
                  </a:lnTo>
                  <a:lnTo>
                    <a:pt x="1597" y="6891"/>
                  </a:lnTo>
                  <a:lnTo>
                    <a:pt x="1900" y="6428"/>
                  </a:lnTo>
                  <a:lnTo>
                    <a:pt x="2297" y="6066"/>
                  </a:lnTo>
                  <a:lnTo>
                    <a:pt x="2618" y="5726"/>
                  </a:lnTo>
                  <a:lnTo>
                    <a:pt x="2827" y="5484"/>
                  </a:lnTo>
                  <a:lnTo>
                    <a:pt x="3053" y="5354"/>
                  </a:lnTo>
                  <a:lnTo>
                    <a:pt x="3220" y="5524"/>
                  </a:lnTo>
                  <a:lnTo>
                    <a:pt x="3280" y="5658"/>
                  </a:lnTo>
                  <a:lnTo>
                    <a:pt x="3096" y="5956"/>
                  </a:lnTo>
                  <a:lnTo>
                    <a:pt x="2788" y="6363"/>
                  </a:lnTo>
                  <a:lnTo>
                    <a:pt x="2566" y="6705"/>
                  </a:lnTo>
                  <a:lnTo>
                    <a:pt x="2293" y="7180"/>
                  </a:lnTo>
                  <a:lnTo>
                    <a:pt x="2092" y="7589"/>
                  </a:lnTo>
                  <a:lnTo>
                    <a:pt x="1832" y="8019"/>
                  </a:lnTo>
                  <a:lnTo>
                    <a:pt x="1610" y="8338"/>
                  </a:lnTo>
                  <a:lnTo>
                    <a:pt x="1490" y="8515"/>
                  </a:lnTo>
                  <a:lnTo>
                    <a:pt x="1289" y="8823"/>
                  </a:lnTo>
                  <a:lnTo>
                    <a:pt x="1119" y="9043"/>
                  </a:lnTo>
                  <a:lnTo>
                    <a:pt x="1020" y="9142"/>
                  </a:lnTo>
                  <a:lnTo>
                    <a:pt x="982" y="9264"/>
                  </a:lnTo>
                  <a:lnTo>
                    <a:pt x="1037" y="9554"/>
                  </a:lnTo>
                  <a:lnTo>
                    <a:pt x="1422" y="9360"/>
                  </a:lnTo>
                  <a:lnTo>
                    <a:pt x="1614" y="9118"/>
                  </a:lnTo>
                  <a:lnTo>
                    <a:pt x="2139" y="8591"/>
                  </a:lnTo>
                  <a:lnTo>
                    <a:pt x="2443" y="8151"/>
                  </a:lnTo>
                  <a:lnTo>
                    <a:pt x="2823" y="7667"/>
                  </a:lnTo>
                  <a:lnTo>
                    <a:pt x="3220" y="7205"/>
                  </a:lnTo>
                  <a:lnTo>
                    <a:pt x="3562" y="6687"/>
                  </a:lnTo>
                  <a:lnTo>
                    <a:pt x="3852" y="6113"/>
                  </a:lnTo>
                  <a:lnTo>
                    <a:pt x="4108" y="5571"/>
                  </a:lnTo>
                  <a:lnTo>
                    <a:pt x="4377" y="5085"/>
                  </a:lnTo>
                  <a:lnTo>
                    <a:pt x="4629" y="4633"/>
                  </a:lnTo>
                  <a:lnTo>
                    <a:pt x="4855" y="3946"/>
                  </a:lnTo>
                  <a:lnTo>
                    <a:pt x="5001" y="3336"/>
                  </a:lnTo>
                  <a:lnTo>
                    <a:pt x="5031" y="2523"/>
                  </a:lnTo>
                  <a:lnTo>
                    <a:pt x="5043" y="1945"/>
                  </a:lnTo>
                  <a:lnTo>
                    <a:pt x="5112" y="1433"/>
                  </a:lnTo>
                  <a:lnTo>
                    <a:pt x="5078" y="843"/>
                  </a:lnTo>
                  <a:lnTo>
                    <a:pt x="4924" y="451"/>
                  </a:lnTo>
                  <a:lnTo>
                    <a:pt x="4710" y="236"/>
                  </a:lnTo>
                  <a:lnTo>
                    <a:pt x="4548" y="0"/>
                  </a:lnTo>
                  <a:lnTo>
                    <a:pt x="4134" y="26"/>
                  </a:lnTo>
                  <a:lnTo>
                    <a:pt x="3903" y="112"/>
                  </a:lnTo>
                  <a:lnTo>
                    <a:pt x="3754" y="310"/>
                  </a:lnTo>
                  <a:lnTo>
                    <a:pt x="3694" y="576"/>
                  </a:lnTo>
                  <a:lnTo>
                    <a:pt x="3617" y="1110"/>
                  </a:lnTo>
                  <a:lnTo>
                    <a:pt x="3574" y="1543"/>
                  </a:lnTo>
                  <a:lnTo>
                    <a:pt x="3737" y="1802"/>
                  </a:lnTo>
                  <a:lnTo>
                    <a:pt x="3839" y="2182"/>
                  </a:lnTo>
                  <a:lnTo>
                    <a:pt x="3813" y="2705"/>
                  </a:lnTo>
                  <a:lnTo>
                    <a:pt x="3741" y="3194"/>
                  </a:lnTo>
                  <a:lnTo>
                    <a:pt x="3698" y="3527"/>
                  </a:lnTo>
                  <a:lnTo>
                    <a:pt x="3553" y="3848"/>
                  </a:lnTo>
                  <a:lnTo>
                    <a:pt x="3228" y="4155"/>
                  </a:lnTo>
                  <a:lnTo>
                    <a:pt x="2857" y="4539"/>
                  </a:lnTo>
                  <a:lnTo>
                    <a:pt x="2558" y="4857"/>
                  </a:lnTo>
                  <a:lnTo>
                    <a:pt x="2199" y="5197"/>
                  </a:lnTo>
                  <a:lnTo>
                    <a:pt x="1951" y="5493"/>
                  </a:lnTo>
                  <a:lnTo>
                    <a:pt x="1699" y="5846"/>
                  </a:lnTo>
                  <a:lnTo>
                    <a:pt x="1418" y="6187"/>
                  </a:lnTo>
                  <a:lnTo>
                    <a:pt x="1200" y="6506"/>
                  </a:lnTo>
                  <a:lnTo>
                    <a:pt x="1016" y="6860"/>
                  </a:lnTo>
                  <a:lnTo>
                    <a:pt x="837" y="7169"/>
                  </a:lnTo>
                  <a:lnTo>
                    <a:pt x="615" y="7655"/>
                  </a:lnTo>
                  <a:lnTo>
                    <a:pt x="444" y="8098"/>
                  </a:lnTo>
                  <a:lnTo>
                    <a:pt x="252" y="8429"/>
                  </a:lnTo>
                  <a:lnTo>
                    <a:pt x="119" y="8627"/>
                  </a:lnTo>
                  <a:lnTo>
                    <a:pt x="0" y="8926"/>
                  </a:lnTo>
                  <a:lnTo>
                    <a:pt x="98" y="9050"/>
                  </a:lnTo>
                  <a:lnTo>
                    <a:pt x="234" y="9130"/>
                  </a:lnTo>
                  <a:lnTo>
                    <a:pt x="371" y="9088"/>
                  </a:lnTo>
                  <a:lnTo>
                    <a:pt x="585" y="8568"/>
                  </a:lnTo>
                  <a:lnTo>
                    <a:pt x="670" y="843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9034687" y="3132522"/>
              <a:ext cx="1163" cy="207"/>
            </a:xfrm>
            <a:custGeom>
              <a:avLst/>
              <a:pathLst>
                <a:path w="1163" h="207">
                  <a:moveTo>
                    <a:pt x="0" y="161"/>
                  </a:moveTo>
                  <a:lnTo>
                    <a:pt x="256" y="207"/>
                  </a:lnTo>
                  <a:lnTo>
                    <a:pt x="472" y="197"/>
                  </a:lnTo>
                  <a:lnTo>
                    <a:pt x="837" y="176"/>
                  </a:lnTo>
                  <a:lnTo>
                    <a:pt x="116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8981624" y="3132327"/>
              <a:ext cx="892" cy="406"/>
            </a:xfrm>
            <a:custGeom>
              <a:avLst/>
              <a:pathLst>
                <a:path w="892" h="406">
                  <a:moveTo>
                    <a:pt x="892" y="36"/>
                  </a:moveTo>
                  <a:lnTo>
                    <a:pt x="705" y="0"/>
                  </a:lnTo>
                  <a:lnTo>
                    <a:pt x="568" y="20"/>
                  </a:lnTo>
                  <a:lnTo>
                    <a:pt x="448" y="29"/>
                  </a:lnTo>
                  <a:lnTo>
                    <a:pt x="342" y="16"/>
                  </a:lnTo>
                  <a:lnTo>
                    <a:pt x="243" y="115"/>
                  </a:lnTo>
                  <a:lnTo>
                    <a:pt x="43" y="368"/>
                  </a:lnTo>
                  <a:lnTo>
                    <a:pt x="0" y="40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9046709" y="3130274"/>
              <a:ext cx="1557" cy="2564"/>
            </a:xfrm>
            <a:custGeom>
              <a:avLst/>
              <a:pathLst>
                <a:path w="1557" h="2564">
                  <a:moveTo>
                    <a:pt x="572" y="0"/>
                  </a:moveTo>
                  <a:lnTo>
                    <a:pt x="818" y="168"/>
                  </a:lnTo>
                  <a:lnTo>
                    <a:pt x="1131" y="604"/>
                  </a:lnTo>
                  <a:lnTo>
                    <a:pt x="1296" y="973"/>
                  </a:lnTo>
                  <a:lnTo>
                    <a:pt x="1404" y="1240"/>
                  </a:lnTo>
                  <a:lnTo>
                    <a:pt x="1510" y="1664"/>
                  </a:lnTo>
                  <a:lnTo>
                    <a:pt x="1557" y="1999"/>
                  </a:lnTo>
                  <a:lnTo>
                    <a:pt x="1546" y="2277"/>
                  </a:lnTo>
                  <a:lnTo>
                    <a:pt x="1476" y="2422"/>
                  </a:lnTo>
                  <a:lnTo>
                    <a:pt x="1082" y="2564"/>
                  </a:lnTo>
                  <a:lnTo>
                    <a:pt x="944" y="2563"/>
                  </a:lnTo>
                  <a:lnTo>
                    <a:pt x="353" y="2538"/>
                  </a:lnTo>
                  <a:lnTo>
                    <a:pt x="0" y="2269"/>
                  </a:lnTo>
                  <a:lnTo>
                    <a:pt x="276" y="2081"/>
                  </a:lnTo>
                  <a:lnTo>
                    <a:pt x="544" y="1692"/>
                  </a:lnTo>
                  <a:lnTo>
                    <a:pt x="496" y="1325"/>
                  </a:lnTo>
                  <a:lnTo>
                    <a:pt x="390" y="1012"/>
                  </a:lnTo>
                  <a:lnTo>
                    <a:pt x="361" y="834"/>
                  </a:lnTo>
                  <a:lnTo>
                    <a:pt x="322" y="666"/>
                  </a:lnTo>
                  <a:lnTo>
                    <a:pt x="274" y="499"/>
                  </a:lnTo>
                  <a:lnTo>
                    <a:pt x="254" y="48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8982357" y="3132885"/>
              <a:ext cx="227" cy="221"/>
            </a:xfrm>
            <a:custGeom>
              <a:avLst/>
              <a:pathLst>
                <a:path w="227" h="221">
                  <a:moveTo>
                    <a:pt x="207" y="0"/>
                  </a:moveTo>
                  <a:lnTo>
                    <a:pt x="50" y="21"/>
                  </a:lnTo>
                  <a:lnTo>
                    <a:pt x="0" y="132"/>
                  </a:lnTo>
                  <a:lnTo>
                    <a:pt x="0" y="209"/>
                  </a:lnTo>
                  <a:lnTo>
                    <a:pt x="68" y="221"/>
                  </a:lnTo>
                  <a:lnTo>
                    <a:pt x="188" y="122"/>
                  </a:lnTo>
                  <a:lnTo>
                    <a:pt x="227" y="78"/>
                  </a:lnTo>
                  <a:lnTo>
                    <a:pt x="20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9018213" y="3132332"/>
              <a:ext cx="1123" cy="1202"/>
            </a:xfrm>
            <a:custGeom>
              <a:avLst/>
              <a:pathLst>
                <a:path w="1123" h="1202">
                  <a:moveTo>
                    <a:pt x="149" y="121"/>
                  </a:moveTo>
                  <a:lnTo>
                    <a:pt x="0" y="511"/>
                  </a:lnTo>
                  <a:lnTo>
                    <a:pt x="127" y="1023"/>
                  </a:lnTo>
                  <a:lnTo>
                    <a:pt x="303" y="1202"/>
                  </a:lnTo>
                  <a:lnTo>
                    <a:pt x="648" y="1036"/>
                  </a:lnTo>
                  <a:lnTo>
                    <a:pt x="876" y="836"/>
                  </a:lnTo>
                  <a:lnTo>
                    <a:pt x="1123" y="525"/>
                  </a:lnTo>
                  <a:lnTo>
                    <a:pt x="1074" y="280"/>
                  </a:lnTo>
                  <a:lnTo>
                    <a:pt x="868" y="123"/>
                  </a:lnTo>
                  <a:lnTo>
                    <a:pt x="720" y="67"/>
                  </a:lnTo>
                  <a:lnTo>
                    <a:pt x="622" y="34"/>
                  </a:lnTo>
                  <a:lnTo>
                    <a:pt x="415" y="0"/>
                  </a:lnTo>
                  <a:lnTo>
                    <a:pt x="405" y="2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8861396" y="3130955"/>
              <a:ext cx="7209" cy="3482"/>
            </a:xfrm>
            <a:custGeom>
              <a:avLst/>
              <a:pathLst>
                <a:path w="7209" h="3482">
                  <a:moveTo>
                    <a:pt x="7209" y="0"/>
                  </a:moveTo>
                  <a:lnTo>
                    <a:pt x="7055" y="348"/>
                  </a:lnTo>
                  <a:lnTo>
                    <a:pt x="6825" y="783"/>
                  </a:lnTo>
                  <a:lnTo>
                    <a:pt x="6365" y="1393"/>
                  </a:lnTo>
                  <a:lnTo>
                    <a:pt x="5905" y="2176"/>
                  </a:lnTo>
                  <a:lnTo>
                    <a:pt x="5445" y="2786"/>
                  </a:lnTo>
                  <a:lnTo>
                    <a:pt x="4448" y="3308"/>
                  </a:lnTo>
                  <a:lnTo>
                    <a:pt x="3067" y="3395"/>
                  </a:lnTo>
                  <a:lnTo>
                    <a:pt x="1533" y="3482"/>
                  </a:lnTo>
                  <a:lnTo>
                    <a:pt x="306" y="3047"/>
                  </a:lnTo>
                  <a:lnTo>
                    <a:pt x="0" y="217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8980519" y="3134339"/>
              <a:ext cx="235" cy="155"/>
            </a:xfrm>
            <a:custGeom>
              <a:avLst/>
              <a:pathLst>
                <a:path w="235" h="155">
                  <a:moveTo>
                    <a:pt x="235" y="46"/>
                  </a:moveTo>
                  <a:lnTo>
                    <a:pt x="49" y="0"/>
                  </a:lnTo>
                  <a:lnTo>
                    <a:pt x="0" y="21"/>
                  </a:lnTo>
                  <a:lnTo>
                    <a:pt x="9" y="99"/>
                  </a:lnTo>
                  <a:lnTo>
                    <a:pt x="48" y="155"/>
                  </a:lnTo>
                  <a:lnTo>
                    <a:pt x="164" y="138"/>
                  </a:lnTo>
                  <a:lnTo>
                    <a:pt x="223" y="93"/>
                  </a:lnTo>
                  <a:lnTo>
                    <a:pt x="235" y="4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8980159" y="3132456"/>
              <a:ext cx="2784" cy="2516"/>
            </a:xfrm>
            <a:custGeom>
              <a:avLst/>
              <a:pathLst>
                <a:path w="2784" h="2516">
                  <a:moveTo>
                    <a:pt x="1332" y="381"/>
                  </a:moveTo>
                  <a:lnTo>
                    <a:pt x="1268" y="447"/>
                  </a:lnTo>
                  <a:lnTo>
                    <a:pt x="1140" y="579"/>
                  </a:lnTo>
                  <a:lnTo>
                    <a:pt x="888" y="809"/>
                  </a:lnTo>
                  <a:lnTo>
                    <a:pt x="692" y="1029"/>
                  </a:lnTo>
                  <a:lnTo>
                    <a:pt x="491" y="1337"/>
                  </a:lnTo>
                  <a:lnTo>
                    <a:pt x="222" y="1656"/>
                  </a:lnTo>
                  <a:lnTo>
                    <a:pt x="81" y="1921"/>
                  </a:lnTo>
                  <a:lnTo>
                    <a:pt x="0" y="2165"/>
                  </a:lnTo>
                  <a:lnTo>
                    <a:pt x="85" y="2433"/>
                  </a:lnTo>
                  <a:lnTo>
                    <a:pt x="388" y="2516"/>
                  </a:lnTo>
                  <a:lnTo>
                    <a:pt x="636" y="2453"/>
                  </a:lnTo>
                  <a:lnTo>
                    <a:pt x="1042" y="2114"/>
                  </a:lnTo>
                  <a:lnTo>
                    <a:pt x="1392" y="1763"/>
                  </a:lnTo>
                  <a:lnTo>
                    <a:pt x="1797" y="1402"/>
                  </a:lnTo>
                  <a:lnTo>
                    <a:pt x="2088" y="1094"/>
                  </a:lnTo>
                  <a:lnTo>
                    <a:pt x="2395" y="843"/>
                  </a:lnTo>
                  <a:lnTo>
                    <a:pt x="2686" y="558"/>
                  </a:lnTo>
                  <a:lnTo>
                    <a:pt x="2784" y="415"/>
                  </a:lnTo>
                  <a:lnTo>
                    <a:pt x="2737" y="258"/>
                  </a:lnTo>
                  <a:lnTo>
                    <a:pt x="2613" y="44"/>
                  </a:lnTo>
                  <a:lnTo>
                    <a:pt x="2511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9008894" y="3137173"/>
              <a:ext cx="2146" cy="1119"/>
            </a:xfrm>
            <a:custGeom>
              <a:avLst/>
              <a:pathLst>
                <a:path w="2146" h="1119">
                  <a:moveTo>
                    <a:pt x="229" y="1119"/>
                  </a:moveTo>
                  <a:lnTo>
                    <a:pt x="115" y="865"/>
                  </a:lnTo>
                  <a:lnTo>
                    <a:pt x="0" y="640"/>
                  </a:lnTo>
                  <a:lnTo>
                    <a:pt x="81" y="419"/>
                  </a:lnTo>
                  <a:lnTo>
                    <a:pt x="281" y="178"/>
                  </a:lnTo>
                  <a:lnTo>
                    <a:pt x="521" y="70"/>
                  </a:lnTo>
                  <a:lnTo>
                    <a:pt x="807" y="53"/>
                  </a:lnTo>
                  <a:lnTo>
                    <a:pt x="1268" y="39"/>
                  </a:lnTo>
                  <a:lnTo>
                    <a:pt x="1563" y="0"/>
                  </a:lnTo>
                  <a:lnTo>
                    <a:pt x="1934" y="151"/>
                  </a:lnTo>
                  <a:lnTo>
                    <a:pt x="2028" y="653"/>
                  </a:lnTo>
                  <a:lnTo>
                    <a:pt x="2107" y="858"/>
                  </a:lnTo>
                  <a:lnTo>
                    <a:pt x="2146" y="97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9010196" y="3138917"/>
              <a:ext cx="435" cy="269"/>
            </a:xfrm>
            <a:custGeom>
              <a:avLst/>
              <a:pathLst>
                <a:path w="435" h="269">
                  <a:moveTo>
                    <a:pt x="435" y="192"/>
                  </a:moveTo>
                  <a:lnTo>
                    <a:pt x="397" y="58"/>
                  </a:lnTo>
                  <a:lnTo>
                    <a:pt x="196" y="23"/>
                  </a:lnTo>
                  <a:lnTo>
                    <a:pt x="51" y="0"/>
                  </a:lnTo>
                  <a:lnTo>
                    <a:pt x="0" y="88"/>
                  </a:lnTo>
                  <a:lnTo>
                    <a:pt x="21" y="166"/>
                  </a:lnTo>
                  <a:lnTo>
                    <a:pt x="166" y="268"/>
                  </a:lnTo>
                  <a:lnTo>
                    <a:pt x="333" y="269"/>
                  </a:lnTo>
                  <a:lnTo>
                    <a:pt x="435" y="192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8867915" y="3135570"/>
              <a:ext cx="613" cy="4179"/>
            </a:xfrm>
            <a:custGeom>
              <a:avLst/>
              <a:pathLst>
                <a:path w="613" h="4179">
                  <a:moveTo>
                    <a:pt x="613" y="4179"/>
                  </a:moveTo>
                  <a:lnTo>
                    <a:pt x="230" y="3917"/>
                  </a:lnTo>
                  <a:lnTo>
                    <a:pt x="0" y="2437"/>
                  </a:lnTo>
                  <a:lnTo>
                    <a:pt x="76" y="1393"/>
                  </a:lnTo>
                  <a:lnTo>
                    <a:pt x="153" y="609"/>
                  </a:lnTo>
                  <a:lnTo>
                    <a:pt x="30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8868912" y="3134612"/>
              <a:ext cx="1073" cy="5136"/>
            </a:xfrm>
            <a:custGeom>
              <a:avLst/>
              <a:pathLst>
                <a:path w="1073" h="5136">
                  <a:moveTo>
                    <a:pt x="0" y="0"/>
                  </a:moveTo>
                  <a:lnTo>
                    <a:pt x="460" y="348"/>
                  </a:lnTo>
                  <a:lnTo>
                    <a:pt x="843" y="870"/>
                  </a:lnTo>
                  <a:lnTo>
                    <a:pt x="1073" y="1741"/>
                  </a:lnTo>
                  <a:lnTo>
                    <a:pt x="1073" y="2960"/>
                  </a:lnTo>
                  <a:lnTo>
                    <a:pt x="1073" y="4004"/>
                  </a:lnTo>
                  <a:lnTo>
                    <a:pt x="613" y="4962"/>
                  </a:lnTo>
                  <a:lnTo>
                    <a:pt x="536" y="513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9009188" y="3138291"/>
              <a:ext cx="2728" cy="2677"/>
            </a:xfrm>
            <a:custGeom>
              <a:avLst/>
              <a:pathLst>
                <a:path w="2728" h="2677">
                  <a:moveTo>
                    <a:pt x="1861" y="0"/>
                  </a:moveTo>
                  <a:lnTo>
                    <a:pt x="2126" y="549"/>
                  </a:lnTo>
                  <a:lnTo>
                    <a:pt x="2327" y="971"/>
                  </a:lnTo>
                  <a:lnTo>
                    <a:pt x="2566" y="1404"/>
                  </a:lnTo>
                  <a:lnTo>
                    <a:pt x="2685" y="1760"/>
                  </a:lnTo>
                  <a:lnTo>
                    <a:pt x="2728" y="2206"/>
                  </a:lnTo>
                  <a:lnTo>
                    <a:pt x="2664" y="2552"/>
                  </a:lnTo>
                  <a:lnTo>
                    <a:pt x="2275" y="2677"/>
                  </a:lnTo>
                  <a:lnTo>
                    <a:pt x="1866" y="2379"/>
                  </a:lnTo>
                  <a:lnTo>
                    <a:pt x="1631" y="2135"/>
                  </a:lnTo>
                  <a:lnTo>
                    <a:pt x="1408" y="1836"/>
                  </a:lnTo>
                  <a:lnTo>
                    <a:pt x="1144" y="1492"/>
                  </a:lnTo>
                  <a:lnTo>
                    <a:pt x="922" y="1248"/>
                  </a:lnTo>
                  <a:lnTo>
                    <a:pt x="571" y="827"/>
                  </a:lnTo>
                  <a:lnTo>
                    <a:pt x="371" y="583"/>
                  </a:lnTo>
                  <a:lnTo>
                    <a:pt x="153" y="317"/>
                  </a:lnTo>
                  <a:lnTo>
                    <a:pt x="0" y="9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8839308" y="3139749"/>
              <a:ext cx="3527" cy="3134"/>
            </a:xfrm>
            <a:custGeom>
              <a:avLst/>
              <a:pathLst>
                <a:path w="3527" h="3134">
                  <a:moveTo>
                    <a:pt x="0" y="3134"/>
                  </a:moveTo>
                  <a:lnTo>
                    <a:pt x="536" y="1915"/>
                  </a:lnTo>
                  <a:lnTo>
                    <a:pt x="843" y="1218"/>
                  </a:lnTo>
                  <a:lnTo>
                    <a:pt x="1610" y="522"/>
                  </a:lnTo>
                  <a:lnTo>
                    <a:pt x="2914" y="87"/>
                  </a:lnTo>
                  <a:lnTo>
                    <a:pt x="352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8912903" y="3140689"/>
              <a:ext cx="3533" cy="2221"/>
            </a:xfrm>
            <a:custGeom>
              <a:avLst/>
              <a:pathLst>
                <a:path w="3533" h="2221">
                  <a:moveTo>
                    <a:pt x="0" y="678"/>
                  </a:moveTo>
                  <a:lnTo>
                    <a:pt x="108" y="555"/>
                  </a:lnTo>
                  <a:lnTo>
                    <a:pt x="434" y="246"/>
                  </a:lnTo>
                  <a:lnTo>
                    <a:pt x="1087" y="61"/>
                  </a:lnTo>
                  <a:lnTo>
                    <a:pt x="1902" y="0"/>
                  </a:lnTo>
                  <a:lnTo>
                    <a:pt x="2554" y="185"/>
                  </a:lnTo>
                  <a:lnTo>
                    <a:pt x="3098" y="555"/>
                  </a:lnTo>
                  <a:lnTo>
                    <a:pt x="3370" y="1172"/>
                  </a:lnTo>
                  <a:lnTo>
                    <a:pt x="3533" y="1851"/>
                  </a:lnTo>
                  <a:lnTo>
                    <a:pt x="3533" y="222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8913011" y="3142725"/>
              <a:ext cx="3261" cy="987"/>
            </a:xfrm>
            <a:custGeom>
              <a:avLst/>
              <a:pathLst>
                <a:path w="3261" h="987">
                  <a:moveTo>
                    <a:pt x="3261" y="863"/>
                  </a:moveTo>
                  <a:lnTo>
                    <a:pt x="3044" y="987"/>
                  </a:lnTo>
                  <a:lnTo>
                    <a:pt x="2881" y="863"/>
                  </a:lnTo>
                  <a:lnTo>
                    <a:pt x="2554" y="370"/>
                  </a:lnTo>
                  <a:lnTo>
                    <a:pt x="2119" y="185"/>
                  </a:lnTo>
                  <a:lnTo>
                    <a:pt x="1576" y="61"/>
                  </a:lnTo>
                  <a:lnTo>
                    <a:pt x="707" y="123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8839921" y="3140445"/>
              <a:ext cx="4064" cy="3917"/>
            </a:xfrm>
            <a:custGeom>
              <a:avLst/>
              <a:pathLst>
                <a:path w="4064" h="3917">
                  <a:moveTo>
                    <a:pt x="4064" y="0"/>
                  </a:moveTo>
                  <a:lnTo>
                    <a:pt x="4064" y="87"/>
                  </a:lnTo>
                  <a:lnTo>
                    <a:pt x="3988" y="1131"/>
                  </a:lnTo>
                  <a:lnTo>
                    <a:pt x="3681" y="2089"/>
                  </a:lnTo>
                  <a:lnTo>
                    <a:pt x="2991" y="2960"/>
                  </a:lnTo>
                  <a:lnTo>
                    <a:pt x="2147" y="3482"/>
                  </a:lnTo>
                  <a:lnTo>
                    <a:pt x="1457" y="3743"/>
                  </a:lnTo>
                  <a:lnTo>
                    <a:pt x="0" y="391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8966595" y="3144846"/>
              <a:ext cx="332" cy="373"/>
            </a:xfrm>
            <a:custGeom>
              <a:avLst/>
              <a:pathLst>
                <a:path w="332" h="373">
                  <a:moveTo>
                    <a:pt x="31" y="373"/>
                  </a:moveTo>
                  <a:lnTo>
                    <a:pt x="0" y="224"/>
                  </a:lnTo>
                  <a:lnTo>
                    <a:pt x="56" y="36"/>
                  </a:lnTo>
                  <a:lnTo>
                    <a:pt x="187" y="0"/>
                  </a:lnTo>
                  <a:lnTo>
                    <a:pt x="332" y="61"/>
                  </a:lnTo>
                  <a:lnTo>
                    <a:pt x="316" y="278"/>
                  </a:lnTo>
                  <a:lnTo>
                    <a:pt x="182" y="363"/>
                  </a:lnTo>
                  <a:lnTo>
                    <a:pt x="31" y="37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8966219" y="3144489"/>
              <a:ext cx="952" cy="886"/>
            </a:xfrm>
            <a:custGeom>
              <a:avLst/>
              <a:pathLst>
                <a:path w="952" h="886">
                  <a:moveTo>
                    <a:pt x="952" y="399"/>
                  </a:moveTo>
                  <a:lnTo>
                    <a:pt x="764" y="0"/>
                  </a:lnTo>
                  <a:lnTo>
                    <a:pt x="469" y="80"/>
                  </a:lnTo>
                  <a:lnTo>
                    <a:pt x="115" y="217"/>
                  </a:lnTo>
                  <a:lnTo>
                    <a:pt x="0" y="586"/>
                  </a:lnTo>
                  <a:lnTo>
                    <a:pt x="59" y="88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8861242" y="3146627"/>
              <a:ext cx="3988" cy="2263"/>
            </a:xfrm>
            <a:custGeom>
              <a:avLst/>
              <a:pathLst>
                <a:path w="3988" h="2263">
                  <a:moveTo>
                    <a:pt x="0" y="2263"/>
                  </a:moveTo>
                  <a:lnTo>
                    <a:pt x="230" y="1654"/>
                  </a:lnTo>
                  <a:lnTo>
                    <a:pt x="1073" y="696"/>
                  </a:lnTo>
                  <a:lnTo>
                    <a:pt x="1687" y="87"/>
                  </a:lnTo>
                  <a:lnTo>
                    <a:pt x="2684" y="0"/>
                  </a:lnTo>
                  <a:lnTo>
                    <a:pt x="3451" y="87"/>
                  </a:lnTo>
                  <a:lnTo>
                    <a:pt x="3988" y="43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8861549" y="3147845"/>
              <a:ext cx="3834" cy="2786"/>
            </a:xfrm>
            <a:custGeom>
              <a:avLst/>
              <a:pathLst>
                <a:path w="3834" h="2786">
                  <a:moveTo>
                    <a:pt x="3834" y="0"/>
                  </a:moveTo>
                  <a:lnTo>
                    <a:pt x="3757" y="261"/>
                  </a:lnTo>
                  <a:lnTo>
                    <a:pt x="3527" y="1044"/>
                  </a:lnTo>
                  <a:lnTo>
                    <a:pt x="3067" y="1567"/>
                  </a:lnTo>
                  <a:lnTo>
                    <a:pt x="2531" y="2263"/>
                  </a:lnTo>
                  <a:lnTo>
                    <a:pt x="1533" y="2611"/>
                  </a:lnTo>
                  <a:lnTo>
                    <a:pt x="613" y="2786"/>
                  </a:lnTo>
                  <a:lnTo>
                    <a:pt x="0" y="2698"/>
                  </a:lnTo>
                  <a:lnTo>
                    <a:pt x="0" y="261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8914479" y="3151303"/>
              <a:ext cx="2663" cy="3332"/>
            </a:xfrm>
            <a:custGeom>
              <a:avLst/>
              <a:pathLst>
                <a:path w="2663" h="3332">
                  <a:moveTo>
                    <a:pt x="0" y="3332"/>
                  </a:moveTo>
                  <a:lnTo>
                    <a:pt x="54" y="2962"/>
                  </a:lnTo>
                  <a:lnTo>
                    <a:pt x="108" y="2283"/>
                  </a:lnTo>
                  <a:lnTo>
                    <a:pt x="272" y="1851"/>
                  </a:lnTo>
                  <a:lnTo>
                    <a:pt x="651" y="1295"/>
                  </a:lnTo>
                  <a:lnTo>
                    <a:pt x="1033" y="925"/>
                  </a:lnTo>
                  <a:lnTo>
                    <a:pt x="1521" y="431"/>
                  </a:lnTo>
                  <a:lnTo>
                    <a:pt x="2065" y="61"/>
                  </a:lnTo>
                  <a:lnTo>
                    <a:pt x="2609" y="0"/>
                  </a:lnTo>
                  <a:lnTo>
                    <a:pt x="266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8914805" y="3152044"/>
              <a:ext cx="3207" cy="3394"/>
            </a:xfrm>
            <a:custGeom>
              <a:avLst/>
              <a:pathLst>
                <a:path w="3207" h="3394">
                  <a:moveTo>
                    <a:pt x="3207" y="0"/>
                  </a:moveTo>
                  <a:lnTo>
                    <a:pt x="3153" y="431"/>
                  </a:lnTo>
                  <a:lnTo>
                    <a:pt x="2772" y="1234"/>
                  </a:lnTo>
                  <a:lnTo>
                    <a:pt x="2065" y="1913"/>
                  </a:lnTo>
                  <a:lnTo>
                    <a:pt x="1631" y="2283"/>
                  </a:lnTo>
                  <a:lnTo>
                    <a:pt x="978" y="2777"/>
                  </a:lnTo>
                  <a:lnTo>
                    <a:pt x="434" y="3209"/>
                  </a:lnTo>
                  <a:lnTo>
                    <a:pt x="54" y="3394"/>
                  </a:lnTo>
                  <a:lnTo>
                    <a:pt x="0" y="339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9003085" y="3155512"/>
              <a:ext cx="1058" cy="453"/>
            </a:xfrm>
            <a:custGeom>
              <a:avLst/>
              <a:pathLst>
                <a:path w="1058" h="453">
                  <a:moveTo>
                    <a:pt x="1058" y="0"/>
                  </a:moveTo>
                  <a:lnTo>
                    <a:pt x="674" y="92"/>
                  </a:lnTo>
                  <a:lnTo>
                    <a:pt x="632" y="112"/>
                  </a:lnTo>
                  <a:lnTo>
                    <a:pt x="247" y="269"/>
                  </a:lnTo>
                  <a:lnTo>
                    <a:pt x="192" y="310"/>
                  </a:lnTo>
                  <a:lnTo>
                    <a:pt x="0" y="45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9003431" y="3155278"/>
              <a:ext cx="3036" cy="956"/>
            </a:xfrm>
            <a:custGeom>
              <a:avLst/>
              <a:pathLst>
                <a:path w="3036" h="956">
                  <a:moveTo>
                    <a:pt x="0" y="796"/>
                  </a:moveTo>
                  <a:lnTo>
                    <a:pt x="521" y="681"/>
                  </a:lnTo>
                  <a:lnTo>
                    <a:pt x="901" y="622"/>
                  </a:lnTo>
                  <a:lnTo>
                    <a:pt x="1353" y="530"/>
                  </a:lnTo>
                  <a:lnTo>
                    <a:pt x="1669" y="472"/>
                  </a:lnTo>
                  <a:lnTo>
                    <a:pt x="2182" y="368"/>
                  </a:lnTo>
                  <a:lnTo>
                    <a:pt x="2613" y="376"/>
                  </a:lnTo>
                  <a:lnTo>
                    <a:pt x="2272" y="735"/>
                  </a:lnTo>
                  <a:lnTo>
                    <a:pt x="2549" y="956"/>
                  </a:lnTo>
                  <a:lnTo>
                    <a:pt x="2989" y="786"/>
                  </a:lnTo>
                  <a:lnTo>
                    <a:pt x="3036" y="351"/>
                  </a:lnTo>
                  <a:lnTo>
                    <a:pt x="2793" y="85"/>
                  </a:lnTo>
                  <a:lnTo>
                    <a:pt x="2267" y="0"/>
                  </a:lnTo>
                  <a:lnTo>
                    <a:pt x="1755" y="3"/>
                  </a:lnTo>
                  <a:lnTo>
                    <a:pt x="1392" y="50"/>
                  </a:lnTo>
                  <a:lnTo>
                    <a:pt x="990" y="5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9003243" y="3155995"/>
              <a:ext cx="1998" cy="348"/>
            </a:xfrm>
            <a:custGeom>
              <a:avLst/>
              <a:pathLst>
                <a:path w="1998" h="348">
                  <a:moveTo>
                    <a:pt x="1998" y="0"/>
                  </a:moveTo>
                  <a:lnTo>
                    <a:pt x="1644" y="69"/>
                  </a:lnTo>
                  <a:lnTo>
                    <a:pt x="1336" y="216"/>
                  </a:lnTo>
                  <a:lnTo>
                    <a:pt x="747" y="242"/>
                  </a:lnTo>
                  <a:lnTo>
                    <a:pt x="333" y="290"/>
                  </a:lnTo>
                  <a:lnTo>
                    <a:pt x="0" y="34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9002970" y="3156328"/>
              <a:ext cx="2421" cy="391"/>
            </a:xfrm>
            <a:custGeom>
              <a:avLst/>
              <a:pathLst>
                <a:path w="2421" h="391">
                  <a:moveTo>
                    <a:pt x="2421" y="0"/>
                  </a:moveTo>
                  <a:lnTo>
                    <a:pt x="1947" y="159"/>
                  </a:lnTo>
                  <a:lnTo>
                    <a:pt x="1434" y="296"/>
                  </a:lnTo>
                  <a:lnTo>
                    <a:pt x="1003" y="288"/>
                  </a:lnTo>
                  <a:lnTo>
                    <a:pt x="580" y="391"/>
                  </a:lnTo>
                  <a:lnTo>
                    <a:pt x="144" y="383"/>
                  </a:lnTo>
                  <a:lnTo>
                    <a:pt x="0" y="27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9009859" y="3155590"/>
              <a:ext cx="1755" cy="1236"/>
            </a:xfrm>
            <a:custGeom>
              <a:avLst/>
              <a:pathLst>
                <a:path w="1755" h="1236">
                  <a:moveTo>
                    <a:pt x="94" y="989"/>
                  </a:moveTo>
                  <a:lnTo>
                    <a:pt x="246" y="1204"/>
                  </a:lnTo>
                  <a:lnTo>
                    <a:pt x="691" y="1216"/>
                  </a:lnTo>
                  <a:lnTo>
                    <a:pt x="1058" y="1236"/>
                  </a:lnTo>
                  <a:lnTo>
                    <a:pt x="1421" y="1189"/>
                  </a:lnTo>
                  <a:lnTo>
                    <a:pt x="1635" y="953"/>
                  </a:lnTo>
                  <a:lnTo>
                    <a:pt x="1755" y="540"/>
                  </a:lnTo>
                  <a:lnTo>
                    <a:pt x="1575" y="240"/>
                  </a:lnTo>
                  <a:lnTo>
                    <a:pt x="1200" y="97"/>
                  </a:lnTo>
                  <a:lnTo>
                    <a:pt x="845" y="0"/>
                  </a:lnTo>
                  <a:lnTo>
                    <a:pt x="294" y="115"/>
                  </a:lnTo>
                  <a:lnTo>
                    <a:pt x="98" y="383"/>
                  </a:lnTo>
                  <a:lnTo>
                    <a:pt x="0" y="74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8828034" y="3159338"/>
              <a:ext cx="2990" cy="1044"/>
            </a:xfrm>
            <a:custGeom>
              <a:avLst/>
              <a:pathLst>
                <a:path w="2990" h="1044">
                  <a:moveTo>
                    <a:pt x="0" y="1044"/>
                  </a:moveTo>
                  <a:lnTo>
                    <a:pt x="153" y="957"/>
                  </a:lnTo>
                  <a:lnTo>
                    <a:pt x="920" y="174"/>
                  </a:lnTo>
                  <a:lnTo>
                    <a:pt x="1534" y="0"/>
                  </a:lnTo>
                  <a:lnTo>
                    <a:pt x="2377" y="0"/>
                  </a:lnTo>
                  <a:lnTo>
                    <a:pt x="299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8834783" y="3159425"/>
              <a:ext cx="5368" cy="2176"/>
            </a:xfrm>
            <a:custGeom>
              <a:avLst/>
              <a:pathLst>
                <a:path w="5368" h="2176">
                  <a:moveTo>
                    <a:pt x="0" y="0"/>
                  </a:moveTo>
                  <a:lnTo>
                    <a:pt x="843" y="0"/>
                  </a:lnTo>
                  <a:lnTo>
                    <a:pt x="1610" y="174"/>
                  </a:lnTo>
                  <a:lnTo>
                    <a:pt x="2531" y="696"/>
                  </a:lnTo>
                  <a:lnTo>
                    <a:pt x="3681" y="783"/>
                  </a:lnTo>
                  <a:lnTo>
                    <a:pt x="4295" y="957"/>
                  </a:lnTo>
                  <a:lnTo>
                    <a:pt x="4832" y="1218"/>
                  </a:lnTo>
                  <a:lnTo>
                    <a:pt x="5215" y="1654"/>
                  </a:lnTo>
                  <a:lnTo>
                    <a:pt x="5368" y="2089"/>
                  </a:lnTo>
                  <a:lnTo>
                    <a:pt x="5292" y="217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8907902" y="3157166"/>
              <a:ext cx="1467" cy="4443"/>
            </a:xfrm>
            <a:custGeom>
              <a:avLst/>
              <a:pathLst>
                <a:path w="1467" h="4443">
                  <a:moveTo>
                    <a:pt x="162" y="4443"/>
                  </a:moveTo>
                  <a:lnTo>
                    <a:pt x="54" y="4319"/>
                  </a:lnTo>
                  <a:lnTo>
                    <a:pt x="0" y="3579"/>
                  </a:lnTo>
                  <a:lnTo>
                    <a:pt x="54" y="3085"/>
                  </a:lnTo>
                  <a:lnTo>
                    <a:pt x="162" y="2530"/>
                  </a:lnTo>
                  <a:lnTo>
                    <a:pt x="325" y="1604"/>
                  </a:lnTo>
                  <a:lnTo>
                    <a:pt x="597" y="740"/>
                  </a:lnTo>
                  <a:lnTo>
                    <a:pt x="146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8909206" y="3157598"/>
              <a:ext cx="1033" cy="4196"/>
            </a:xfrm>
            <a:custGeom>
              <a:avLst/>
              <a:pathLst>
                <a:path w="1033" h="4196">
                  <a:moveTo>
                    <a:pt x="924" y="0"/>
                  </a:moveTo>
                  <a:lnTo>
                    <a:pt x="1033" y="370"/>
                  </a:lnTo>
                  <a:lnTo>
                    <a:pt x="1033" y="1172"/>
                  </a:lnTo>
                  <a:lnTo>
                    <a:pt x="924" y="1974"/>
                  </a:lnTo>
                  <a:lnTo>
                    <a:pt x="707" y="2653"/>
                  </a:lnTo>
                  <a:lnTo>
                    <a:pt x="435" y="3332"/>
                  </a:lnTo>
                  <a:lnTo>
                    <a:pt x="54" y="4073"/>
                  </a:lnTo>
                  <a:lnTo>
                    <a:pt x="0" y="419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8829338" y="3161950"/>
              <a:ext cx="2837" cy="783"/>
            </a:xfrm>
            <a:custGeom>
              <a:avLst/>
              <a:pathLst>
                <a:path w="2837" h="783">
                  <a:moveTo>
                    <a:pt x="2837" y="0"/>
                  </a:moveTo>
                  <a:lnTo>
                    <a:pt x="2530" y="261"/>
                  </a:lnTo>
                  <a:lnTo>
                    <a:pt x="2147" y="609"/>
                  </a:lnTo>
                  <a:lnTo>
                    <a:pt x="1609" y="783"/>
                  </a:lnTo>
                  <a:lnTo>
                    <a:pt x="996" y="783"/>
                  </a:lnTo>
                  <a:lnTo>
                    <a:pt x="0" y="69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8835013" y="3161950"/>
              <a:ext cx="5215" cy="1218"/>
            </a:xfrm>
            <a:custGeom>
              <a:avLst/>
              <a:pathLst>
                <a:path w="5215" h="1218">
                  <a:moveTo>
                    <a:pt x="5215" y="696"/>
                  </a:moveTo>
                  <a:lnTo>
                    <a:pt x="5138" y="957"/>
                  </a:lnTo>
                  <a:lnTo>
                    <a:pt x="4754" y="1131"/>
                  </a:lnTo>
                  <a:lnTo>
                    <a:pt x="3911" y="1218"/>
                  </a:lnTo>
                  <a:lnTo>
                    <a:pt x="3374" y="1044"/>
                  </a:lnTo>
                  <a:lnTo>
                    <a:pt x="2607" y="696"/>
                  </a:lnTo>
                  <a:lnTo>
                    <a:pt x="1840" y="522"/>
                  </a:lnTo>
                  <a:lnTo>
                    <a:pt x="1150" y="435"/>
                  </a:lnTo>
                  <a:lnTo>
                    <a:pt x="153" y="174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8824429" y="3161253"/>
              <a:ext cx="2147" cy="2611"/>
            </a:xfrm>
            <a:custGeom>
              <a:avLst/>
              <a:pathLst>
                <a:path w="2147" h="2611">
                  <a:moveTo>
                    <a:pt x="0" y="2611"/>
                  </a:moveTo>
                  <a:lnTo>
                    <a:pt x="613" y="1393"/>
                  </a:lnTo>
                  <a:lnTo>
                    <a:pt x="997" y="957"/>
                  </a:lnTo>
                  <a:lnTo>
                    <a:pt x="2071" y="87"/>
                  </a:lnTo>
                  <a:lnTo>
                    <a:pt x="214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8825656" y="3163256"/>
              <a:ext cx="2530" cy="2176"/>
            </a:xfrm>
            <a:custGeom>
              <a:avLst/>
              <a:pathLst>
                <a:path w="2530" h="2176">
                  <a:moveTo>
                    <a:pt x="2530" y="0"/>
                  </a:moveTo>
                  <a:lnTo>
                    <a:pt x="2377" y="522"/>
                  </a:lnTo>
                  <a:lnTo>
                    <a:pt x="2147" y="783"/>
                  </a:lnTo>
                  <a:lnTo>
                    <a:pt x="1763" y="1218"/>
                  </a:lnTo>
                  <a:lnTo>
                    <a:pt x="1073" y="1741"/>
                  </a:lnTo>
                  <a:lnTo>
                    <a:pt x="306" y="2089"/>
                  </a:lnTo>
                  <a:lnTo>
                    <a:pt x="0" y="2176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9006758" y="3167088"/>
              <a:ext cx="68" cy="435"/>
            </a:xfrm>
            <a:custGeom>
              <a:avLst/>
              <a:pathLst>
                <a:path w="68" h="435">
                  <a:moveTo>
                    <a:pt x="0" y="435"/>
                  </a:moveTo>
                  <a:lnTo>
                    <a:pt x="68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9006181" y="3167394"/>
              <a:ext cx="205" cy="177"/>
            </a:xfrm>
            <a:custGeom>
              <a:avLst/>
              <a:pathLst>
                <a:path w="205" h="177">
                  <a:moveTo>
                    <a:pt x="76" y="177"/>
                  </a:moveTo>
                  <a:lnTo>
                    <a:pt x="145" y="166"/>
                  </a:lnTo>
                  <a:lnTo>
                    <a:pt x="205" y="122"/>
                  </a:lnTo>
                  <a:lnTo>
                    <a:pt x="179" y="0"/>
                  </a:lnTo>
                  <a:lnTo>
                    <a:pt x="89" y="32"/>
                  </a:lnTo>
                  <a:lnTo>
                    <a:pt x="21" y="65"/>
                  </a:lnTo>
                  <a:lnTo>
                    <a:pt x="0" y="98"/>
                  </a:lnTo>
                  <a:lnTo>
                    <a:pt x="17" y="154"/>
                  </a:lnTo>
                  <a:lnTo>
                    <a:pt x="76" y="17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9004447" y="3166945"/>
              <a:ext cx="2062" cy="805"/>
            </a:xfrm>
            <a:custGeom>
              <a:avLst/>
              <a:pathLst>
                <a:path w="2062" h="805">
                  <a:moveTo>
                    <a:pt x="2062" y="0"/>
                  </a:moveTo>
                  <a:lnTo>
                    <a:pt x="1563" y="47"/>
                  </a:lnTo>
                  <a:lnTo>
                    <a:pt x="990" y="208"/>
                  </a:lnTo>
                  <a:lnTo>
                    <a:pt x="469" y="468"/>
                  </a:lnTo>
                  <a:lnTo>
                    <a:pt x="68" y="749"/>
                  </a:lnTo>
                  <a:lnTo>
                    <a:pt x="0" y="80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9004225" y="3167737"/>
              <a:ext cx="2212" cy="800"/>
            </a:xfrm>
            <a:custGeom>
              <a:avLst/>
              <a:pathLst>
                <a:path w="2212" h="800">
                  <a:moveTo>
                    <a:pt x="2212" y="0"/>
                  </a:moveTo>
                  <a:lnTo>
                    <a:pt x="1845" y="136"/>
                  </a:lnTo>
                  <a:lnTo>
                    <a:pt x="1482" y="294"/>
                  </a:lnTo>
                  <a:lnTo>
                    <a:pt x="1178" y="542"/>
                  </a:lnTo>
                  <a:lnTo>
                    <a:pt x="956" y="800"/>
                  </a:lnTo>
                  <a:lnTo>
                    <a:pt x="550" y="747"/>
                  </a:lnTo>
                  <a:lnTo>
                    <a:pt x="166" y="683"/>
                  </a:lnTo>
                  <a:lnTo>
                    <a:pt x="0" y="617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9079520" y="3139143"/>
              <a:ext cx="29812" cy="39954"/>
            </a:xfrm>
            <a:custGeom>
              <a:avLst/>
              <a:pathLst>
                <a:path w="29812" h="39954">
                  <a:moveTo>
                    <a:pt x="0" y="39954"/>
                  </a:moveTo>
                  <a:lnTo>
                    <a:pt x="520" y="39292"/>
                  </a:lnTo>
                  <a:lnTo>
                    <a:pt x="1283" y="38053"/>
                  </a:lnTo>
                  <a:lnTo>
                    <a:pt x="2366" y="36506"/>
                  </a:lnTo>
                  <a:lnTo>
                    <a:pt x="3569" y="34827"/>
                  </a:lnTo>
                  <a:lnTo>
                    <a:pt x="4932" y="33106"/>
                  </a:lnTo>
                  <a:lnTo>
                    <a:pt x="5974" y="31692"/>
                  </a:lnTo>
                  <a:lnTo>
                    <a:pt x="7418" y="29794"/>
                  </a:lnTo>
                  <a:lnTo>
                    <a:pt x="8782" y="27894"/>
                  </a:lnTo>
                  <a:lnTo>
                    <a:pt x="9987" y="26215"/>
                  </a:lnTo>
                  <a:lnTo>
                    <a:pt x="11674" y="23964"/>
                  </a:lnTo>
                  <a:lnTo>
                    <a:pt x="13358" y="21891"/>
                  </a:lnTo>
                  <a:lnTo>
                    <a:pt x="14684" y="20125"/>
                  </a:lnTo>
                  <a:lnTo>
                    <a:pt x="16171" y="18138"/>
                  </a:lnTo>
                  <a:lnTo>
                    <a:pt x="17380" y="16192"/>
                  </a:lnTo>
                  <a:lnTo>
                    <a:pt x="18505" y="14735"/>
                  </a:lnTo>
                  <a:lnTo>
                    <a:pt x="20031" y="12884"/>
                  </a:lnTo>
                  <a:lnTo>
                    <a:pt x="21798" y="10724"/>
                  </a:lnTo>
                  <a:lnTo>
                    <a:pt x="23490" y="8339"/>
                  </a:lnTo>
                  <a:lnTo>
                    <a:pt x="24500" y="6702"/>
                  </a:lnTo>
                  <a:lnTo>
                    <a:pt x="25629" y="5112"/>
                  </a:lnTo>
                  <a:lnTo>
                    <a:pt x="26757" y="3612"/>
                  </a:lnTo>
                  <a:lnTo>
                    <a:pt x="27800" y="2512"/>
                  </a:lnTo>
                  <a:lnTo>
                    <a:pt x="29127" y="926"/>
                  </a:lnTo>
                  <a:lnTo>
                    <a:pt x="29812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8996179" y="3189503"/>
              <a:ext cx="213" cy="267"/>
            </a:xfrm>
            <a:custGeom>
              <a:avLst/>
              <a:pathLst>
                <a:path w="213" h="267">
                  <a:moveTo>
                    <a:pt x="115" y="0"/>
                  </a:moveTo>
                  <a:lnTo>
                    <a:pt x="47" y="10"/>
                  </a:lnTo>
                  <a:lnTo>
                    <a:pt x="8" y="21"/>
                  </a:lnTo>
                  <a:lnTo>
                    <a:pt x="0" y="77"/>
                  </a:lnTo>
                  <a:lnTo>
                    <a:pt x="8" y="155"/>
                  </a:lnTo>
                  <a:lnTo>
                    <a:pt x="76" y="233"/>
                  </a:lnTo>
                  <a:lnTo>
                    <a:pt x="136" y="267"/>
                  </a:lnTo>
                  <a:lnTo>
                    <a:pt x="213" y="212"/>
                  </a:lnTo>
                  <a:lnTo>
                    <a:pt x="183" y="134"/>
                  </a:lnTo>
                  <a:lnTo>
                    <a:pt x="145" y="67"/>
                  </a:lnTo>
                  <a:lnTo>
                    <a:pt x="115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8995660" y="3188869"/>
              <a:ext cx="1006" cy="1161"/>
            </a:xfrm>
            <a:custGeom>
              <a:avLst/>
              <a:pathLst>
                <a:path w="1006" h="1161">
                  <a:moveTo>
                    <a:pt x="928" y="167"/>
                  </a:moveTo>
                  <a:lnTo>
                    <a:pt x="634" y="0"/>
                  </a:lnTo>
                  <a:lnTo>
                    <a:pt x="284" y="69"/>
                  </a:lnTo>
                  <a:lnTo>
                    <a:pt x="0" y="406"/>
                  </a:lnTo>
                  <a:lnTo>
                    <a:pt x="19" y="896"/>
                  </a:lnTo>
                  <a:lnTo>
                    <a:pt x="356" y="1161"/>
                  </a:lnTo>
                  <a:lnTo>
                    <a:pt x="651" y="1081"/>
                  </a:lnTo>
                  <a:lnTo>
                    <a:pt x="903" y="867"/>
                  </a:lnTo>
                  <a:lnTo>
                    <a:pt x="980" y="554"/>
                  </a:lnTo>
                  <a:lnTo>
                    <a:pt x="1006" y="29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8981312" y="3218778"/>
              <a:ext cx="264" cy="267"/>
            </a:xfrm>
            <a:custGeom>
              <a:avLst/>
              <a:pathLst>
                <a:path w="264" h="267">
                  <a:moveTo>
                    <a:pt x="264" y="0"/>
                  </a:moveTo>
                  <a:lnTo>
                    <a:pt x="175" y="0"/>
                  </a:lnTo>
                  <a:lnTo>
                    <a:pt x="76" y="66"/>
                  </a:lnTo>
                  <a:lnTo>
                    <a:pt x="38" y="143"/>
                  </a:lnTo>
                  <a:lnTo>
                    <a:pt x="0" y="243"/>
                  </a:lnTo>
                  <a:lnTo>
                    <a:pt x="46" y="266"/>
                  </a:lnTo>
                  <a:lnTo>
                    <a:pt x="153" y="267"/>
                  </a:lnTo>
                  <a:lnTo>
                    <a:pt x="234" y="178"/>
                  </a:lnTo>
                  <a:lnTo>
                    <a:pt x="264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8980676" y="3219577"/>
              <a:ext cx="286" cy="232"/>
            </a:xfrm>
            <a:custGeom>
              <a:avLst/>
              <a:pathLst>
                <a:path w="286" h="232">
                  <a:moveTo>
                    <a:pt x="286" y="0"/>
                  </a:moveTo>
                  <a:lnTo>
                    <a:pt x="188" y="21"/>
                  </a:lnTo>
                  <a:lnTo>
                    <a:pt x="89" y="65"/>
                  </a:lnTo>
                  <a:lnTo>
                    <a:pt x="0" y="131"/>
                  </a:lnTo>
                  <a:lnTo>
                    <a:pt x="29" y="187"/>
                  </a:lnTo>
                  <a:lnTo>
                    <a:pt x="111" y="232"/>
                  </a:lnTo>
                  <a:lnTo>
                    <a:pt x="179" y="210"/>
                  </a:lnTo>
                  <a:lnTo>
                    <a:pt x="239" y="166"/>
                  </a:lnTo>
                  <a:lnTo>
                    <a:pt x="286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8765887" y="3183195"/>
              <a:ext cx="4337" cy="51534"/>
            </a:xfrm>
            <a:custGeom>
              <a:avLst/>
              <a:pathLst>
                <a:path w="4337" h="51534">
                  <a:moveTo>
                    <a:pt x="1445" y="0"/>
                  </a:moveTo>
                  <a:lnTo>
                    <a:pt x="1156" y="1860"/>
                  </a:lnTo>
                  <a:lnTo>
                    <a:pt x="963" y="3391"/>
                  </a:lnTo>
                  <a:lnTo>
                    <a:pt x="481" y="5908"/>
                  </a:lnTo>
                  <a:lnTo>
                    <a:pt x="385" y="8753"/>
                  </a:lnTo>
                  <a:lnTo>
                    <a:pt x="385" y="10722"/>
                  </a:lnTo>
                  <a:lnTo>
                    <a:pt x="289" y="13239"/>
                  </a:lnTo>
                  <a:lnTo>
                    <a:pt x="0" y="16302"/>
                  </a:lnTo>
                  <a:lnTo>
                    <a:pt x="96" y="18272"/>
                  </a:lnTo>
                  <a:lnTo>
                    <a:pt x="0" y="20241"/>
                  </a:lnTo>
                  <a:lnTo>
                    <a:pt x="192" y="22867"/>
                  </a:lnTo>
                  <a:lnTo>
                    <a:pt x="192" y="25712"/>
                  </a:lnTo>
                  <a:lnTo>
                    <a:pt x="550" y="28608"/>
                  </a:lnTo>
                  <a:lnTo>
                    <a:pt x="830" y="32263"/>
                  </a:lnTo>
                  <a:lnTo>
                    <a:pt x="1003" y="33510"/>
                  </a:lnTo>
                  <a:lnTo>
                    <a:pt x="1156" y="35888"/>
                  </a:lnTo>
                  <a:lnTo>
                    <a:pt x="1445" y="38295"/>
                  </a:lnTo>
                  <a:lnTo>
                    <a:pt x="1831" y="40264"/>
                  </a:lnTo>
                  <a:lnTo>
                    <a:pt x="2210" y="42282"/>
                  </a:lnTo>
                  <a:lnTo>
                    <a:pt x="2602" y="45188"/>
                  </a:lnTo>
                  <a:lnTo>
                    <a:pt x="2934" y="46910"/>
                  </a:lnTo>
                  <a:lnTo>
                    <a:pt x="3306" y="48421"/>
                  </a:lnTo>
                  <a:lnTo>
                    <a:pt x="3713" y="49619"/>
                  </a:lnTo>
                  <a:lnTo>
                    <a:pt x="4337" y="5153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8949482" y="3236101"/>
              <a:ext cx="520" cy="4528"/>
            </a:xfrm>
            <a:custGeom>
              <a:avLst/>
              <a:pathLst>
                <a:path w="520" h="4528">
                  <a:moveTo>
                    <a:pt x="433" y="4528"/>
                  </a:moveTo>
                  <a:lnTo>
                    <a:pt x="86" y="4233"/>
                  </a:lnTo>
                  <a:lnTo>
                    <a:pt x="0" y="3445"/>
                  </a:lnTo>
                  <a:lnTo>
                    <a:pt x="0" y="2658"/>
                  </a:lnTo>
                  <a:lnTo>
                    <a:pt x="0" y="1575"/>
                  </a:lnTo>
                  <a:lnTo>
                    <a:pt x="173" y="295"/>
                  </a:lnTo>
                  <a:lnTo>
                    <a:pt x="52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8950869" y="3236298"/>
              <a:ext cx="520" cy="4331"/>
            </a:xfrm>
            <a:custGeom>
              <a:avLst/>
              <a:pathLst>
                <a:path w="520" h="4331">
                  <a:moveTo>
                    <a:pt x="86" y="0"/>
                  </a:moveTo>
                  <a:lnTo>
                    <a:pt x="173" y="98"/>
                  </a:lnTo>
                  <a:lnTo>
                    <a:pt x="347" y="590"/>
                  </a:lnTo>
                  <a:lnTo>
                    <a:pt x="434" y="1575"/>
                  </a:lnTo>
                  <a:lnTo>
                    <a:pt x="434" y="2165"/>
                  </a:lnTo>
                  <a:lnTo>
                    <a:pt x="520" y="3051"/>
                  </a:lnTo>
                  <a:lnTo>
                    <a:pt x="347" y="3937"/>
                  </a:lnTo>
                  <a:lnTo>
                    <a:pt x="86" y="4331"/>
                  </a:lnTo>
                  <a:lnTo>
                    <a:pt x="0" y="433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8949135" y="3243386"/>
              <a:ext cx="3035" cy="1772"/>
            </a:xfrm>
            <a:custGeom>
              <a:avLst/>
              <a:pathLst>
                <a:path w="3035" h="1772">
                  <a:moveTo>
                    <a:pt x="0" y="1772"/>
                  </a:moveTo>
                  <a:lnTo>
                    <a:pt x="347" y="1673"/>
                  </a:lnTo>
                  <a:lnTo>
                    <a:pt x="520" y="1279"/>
                  </a:lnTo>
                  <a:lnTo>
                    <a:pt x="1040" y="590"/>
                  </a:lnTo>
                  <a:lnTo>
                    <a:pt x="1647" y="0"/>
                  </a:lnTo>
                  <a:lnTo>
                    <a:pt x="2254" y="0"/>
                  </a:lnTo>
                  <a:lnTo>
                    <a:pt x="2688" y="196"/>
                  </a:lnTo>
                  <a:lnTo>
                    <a:pt x="2948" y="984"/>
                  </a:lnTo>
                  <a:lnTo>
                    <a:pt x="3035" y="984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8949655" y="3246044"/>
              <a:ext cx="2601" cy="1968"/>
            </a:xfrm>
            <a:custGeom>
              <a:avLst/>
              <a:pathLst>
                <a:path w="2601" h="1968">
                  <a:moveTo>
                    <a:pt x="2601" y="0"/>
                  </a:moveTo>
                  <a:lnTo>
                    <a:pt x="2601" y="295"/>
                  </a:lnTo>
                  <a:lnTo>
                    <a:pt x="2601" y="787"/>
                  </a:lnTo>
                  <a:lnTo>
                    <a:pt x="2601" y="1476"/>
                  </a:lnTo>
                  <a:lnTo>
                    <a:pt x="2254" y="1968"/>
                  </a:lnTo>
                  <a:lnTo>
                    <a:pt x="1821" y="1968"/>
                  </a:lnTo>
                  <a:lnTo>
                    <a:pt x="1213" y="1772"/>
                  </a:lnTo>
                  <a:lnTo>
                    <a:pt x="693" y="1476"/>
                  </a:lnTo>
                  <a:lnTo>
                    <a:pt x="0" y="118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8947401" y="3246142"/>
              <a:ext cx="607" cy="2953"/>
            </a:xfrm>
            <a:custGeom>
              <a:avLst/>
              <a:pathLst>
                <a:path w="607" h="2953">
                  <a:moveTo>
                    <a:pt x="347" y="2953"/>
                  </a:moveTo>
                  <a:lnTo>
                    <a:pt x="86" y="2559"/>
                  </a:lnTo>
                  <a:lnTo>
                    <a:pt x="0" y="1870"/>
                  </a:lnTo>
                  <a:lnTo>
                    <a:pt x="260" y="984"/>
                  </a:lnTo>
                  <a:lnTo>
                    <a:pt x="433" y="393"/>
                  </a:lnTo>
                  <a:lnTo>
                    <a:pt x="607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8945319" y="3249489"/>
              <a:ext cx="2601" cy="2264"/>
            </a:xfrm>
            <a:custGeom>
              <a:avLst/>
              <a:pathLst>
                <a:path w="2601" h="2264">
                  <a:moveTo>
                    <a:pt x="520" y="2264"/>
                  </a:moveTo>
                  <a:lnTo>
                    <a:pt x="173" y="1772"/>
                  </a:lnTo>
                  <a:lnTo>
                    <a:pt x="0" y="1082"/>
                  </a:lnTo>
                  <a:lnTo>
                    <a:pt x="260" y="98"/>
                  </a:lnTo>
                  <a:lnTo>
                    <a:pt x="866" y="0"/>
                  </a:lnTo>
                  <a:lnTo>
                    <a:pt x="1387" y="98"/>
                  </a:lnTo>
                  <a:lnTo>
                    <a:pt x="1907" y="492"/>
                  </a:lnTo>
                  <a:lnTo>
                    <a:pt x="2341" y="984"/>
                  </a:lnTo>
                  <a:lnTo>
                    <a:pt x="2601" y="167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8942371" y="3252935"/>
              <a:ext cx="2515" cy="1968"/>
            </a:xfrm>
            <a:custGeom>
              <a:avLst/>
              <a:pathLst>
                <a:path w="2515" h="1968">
                  <a:moveTo>
                    <a:pt x="86" y="1968"/>
                  </a:moveTo>
                  <a:lnTo>
                    <a:pt x="0" y="1378"/>
                  </a:lnTo>
                  <a:lnTo>
                    <a:pt x="347" y="590"/>
                  </a:lnTo>
                  <a:lnTo>
                    <a:pt x="1041" y="0"/>
                  </a:lnTo>
                  <a:lnTo>
                    <a:pt x="1561" y="0"/>
                  </a:lnTo>
                  <a:lnTo>
                    <a:pt x="2168" y="98"/>
                  </a:lnTo>
                  <a:lnTo>
                    <a:pt x="2515" y="39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8951129" y="3250375"/>
              <a:ext cx="867" cy="4528"/>
            </a:xfrm>
            <a:custGeom>
              <a:avLst/>
              <a:pathLst>
                <a:path w="867" h="4528">
                  <a:moveTo>
                    <a:pt x="347" y="0"/>
                  </a:moveTo>
                  <a:lnTo>
                    <a:pt x="433" y="295"/>
                  </a:lnTo>
                  <a:lnTo>
                    <a:pt x="607" y="885"/>
                  </a:lnTo>
                  <a:lnTo>
                    <a:pt x="867" y="2264"/>
                  </a:lnTo>
                  <a:lnTo>
                    <a:pt x="867" y="2756"/>
                  </a:lnTo>
                  <a:lnTo>
                    <a:pt x="780" y="3347"/>
                  </a:lnTo>
                  <a:lnTo>
                    <a:pt x="607" y="3937"/>
                  </a:lnTo>
                  <a:lnTo>
                    <a:pt x="86" y="4528"/>
                  </a:lnTo>
                  <a:lnTo>
                    <a:pt x="0" y="452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8947141" y="3258842"/>
              <a:ext cx="4162" cy="1378"/>
            </a:xfrm>
            <a:custGeom>
              <a:avLst/>
              <a:pathLst>
                <a:path w="4162" h="1378">
                  <a:moveTo>
                    <a:pt x="0" y="590"/>
                  </a:moveTo>
                  <a:lnTo>
                    <a:pt x="346" y="295"/>
                  </a:lnTo>
                  <a:lnTo>
                    <a:pt x="1214" y="0"/>
                  </a:lnTo>
                  <a:lnTo>
                    <a:pt x="2167" y="196"/>
                  </a:lnTo>
                  <a:lnTo>
                    <a:pt x="2948" y="492"/>
                  </a:lnTo>
                  <a:lnTo>
                    <a:pt x="3902" y="1082"/>
                  </a:lnTo>
                  <a:lnTo>
                    <a:pt x="4162" y="137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8947227" y="3260121"/>
              <a:ext cx="3815" cy="1673"/>
            </a:xfrm>
            <a:custGeom>
              <a:avLst/>
              <a:pathLst>
                <a:path w="3815" h="1673">
                  <a:moveTo>
                    <a:pt x="3815" y="1082"/>
                  </a:moveTo>
                  <a:lnTo>
                    <a:pt x="3641" y="1476"/>
                  </a:lnTo>
                  <a:lnTo>
                    <a:pt x="2861" y="1673"/>
                  </a:lnTo>
                  <a:lnTo>
                    <a:pt x="1994" y="1378"/>
                  </a:lnTo>
                  <a:lnTo>
                    <a:pt x="1127" y="1082"/>
                  </a:lnTo>
                  <a:lnTo>
                    <a:pt x="347" y="492"/>
                  </a:lnTo>
                  <a:lnTo>
                    <a:pt x="0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8955441" y="3264949"/>
              <a:ext cx="483" cy="872"/>
            </a:xfrm>
            <a:custGeom>
              <a:avLst/>
              <a:pathLst>
                <a:path w="483" h="872">
                  <a:moveTo>
                    <a:pt x="165" y="69"/>
                  </a:moveTo>
                  <a:lnTo>
                    <a:pt x="67" y="82"/>
                  </a:lnTo>
                  <a:lnTo>
                    <a:pt x="0" y="216"/>
                  </a:lnTo>
                  <a:lnTo>
                    <a:pt x="1" y="384"/>
                  </a:lnTo>
                  <a:lnTo>
                    <a:pt x="32" y="517"/>
                  </a:lnTo>
                  <a:lnTo>
                    <a:pt x="122" y="739"/>
                  </a:lnTo>
                  <a:lnTo>
                    <a:pt x="163" y="872"/>
                  </a:lnTo>
                  <a:lnTo>
                    <a:pt x="251" y="860"/>
                  </a:lnTo>
                  <a:lnTo>
                    <a:pt x="359" y="825"/>
                  </a:lnTo>
                  <a:lnTo>
                    <a:pt x="465" y="745"/>
                  </a:lnTo>
                  <a:lnTo>
                    <a:pt x="483" y="567"/>
                  </a:lnTo>
                  <a:lnTo>
                    <a:pt x="481" y="321"/>
                  </a:lnTo>
                  <a:lnTo>
                    <a:pt x="451" y="266"/>
                  </a:lnTo>
                  <a:lnTo>
                    <a:pt x="360" y="0"/>
                  </a:lnTo>
                  <a:lnTo>
                    <a:pt x="311" y="11"/>
                  </a:lnTo>
                  <a:lnTo>
                    <a:pt x="331" y="11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8939698" y="3333006"/>
              <a:ext cx="740" cy="1258"/>
            </a:xfrm>
            <a:custGeom>
              <a:avLst/>
              <a:pathLst>
                <a:path w="740" h="1258">
                  <a:moveTo>
                    <a:pt x="594" y="290"/>
                  </a:moveTo>
                  <a:lnTo>
                    <a:pt x="549" y="231"/>
                  </a:lnTo>
                  <a:lnTo>
                    <a:pt x="433" y="138"/>
                  </a:lnTo>
                  <a:lnTo>
                    <a:pt x="301" y="40"/>
                  </a:lnTo>
                  <a:lnTo>
                    <a:pt x="179" y="6"/>
                  </a:lnTo>
                  <a:lnTo>
                    <a:pt x="83" y="0"/>
                  </a:lnTo>
                  <a:lnTo>
                    <a:pt x="9" y="100"/>
                  </a:lnTo>
                  <a:lnTo>
                    <a:pt x="45" y="232"/>
                  </a:lnTo>
                  <a:lnTo>
                    <a:pt x="82" y="271"/>
                  </a:lnTo>
                  <a:lnTo>
                    <a:pt x="59" y="402"/>
                  </a:lnTo>
                  <a:lnTo>
                    <a:pt x="42" y="509"/>
                  </a:lnTo>
                  <a:lnTo>
                    <a:pt x="19" y="626"/>
                  </a:lnTo>
                  <a:lnTo>
                    <a:pt x="0" y="718"/>
                  </a:lnTo>
                  <a:lnTo>
                    <a:pt x="6" y="903"/>
                  </a:lnTo>
                  <a:lnTo>
                    <a:pt x="45" y="1015"/>
                  </a:lnTo>
                  <a:lnTo>
                    <a:pt x="106" y="1099"/>
                  </a:lnTo>
                  <a:lnTo>
                    <a:pt x="196" y="1189"/>
                  </a:lnTo>
                  <a:lnTo>
                    <a:pt x="302" y="1240"/>
                  </a:lnTo>
                  <a:lnTo>
                    <a:pt x="385" y="1257"/>
                  </a:lnTo>
                  <a:lnTo>
                    <a:pt x="483" y="1258"/>
                  </a:lnTo>
                  <a:lnTo>
                    <a:pt x="611" y="1222"/>
                  </a:lnTo>
                  <a:lnTo>
                    <a:pt x="682" y="1169"/>
                  </a:lnTo>
                  <a:lnTo>
                    <a:pt x="724" y="1105"/>
                  </a:lnTo>
                  <a:lnTo>
                    <a:pt x="739" y="979"/>
                  </a:lnTo>
                  <a:lnTo>
                    <a:pt x="740" y="842"/>
                  </a:lnTo>
                  <a:lnTo>
                    <a:pt x="728" y="741"/>
                  </a:lnTo>
                  <a:lnTo>
                    <a:pt x="724" y="582"/>
                  </a:lnTo>
                  <a:lnTo>
                    <a:pt x="628" y="397"/>
                  </a:lnTo>
                  <a:lnTo>
                    <a:pt x="616" y="378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8939738" y="3337519"/>
              <a:ext cx="842" cy="757"/>
            </a:xfrm>
            <a:custGeom>
              <a:avLst/>
              <a:pathLst>
                <a:path w="842" h="757">
                  <a:moveTo>
                    <a:pt x="842" y="485"/>
                  </a:moveTo>
                  <a:lnTo>
                    <a:pt x="839" y="421"/>
                  </a:lnTo>
                  <a:lnTo>
                    <a:pt x="812" y="287"/>
                  </a:lnTo>
                  <a:lnTo>
                    <a:pt x="763" y="197"/>
                  </a:lnTo>
                  <a:lnTo>
                    <a:pt x="723" y="116"/>
                  </a:lnTo>
                  <a:lnTo>
                    <a:pt x="627" y="31"/>
                  </a:lnTo>
                  <a:lnTo>
                    <a:pt x="531" y="25"/>
                  </a:lnTo>
                  <a:lnTo>
                    <a:pt x="470" y="25"/>
                  </a:lnTo>
                  <a:lnTo>
                    <a:pt x="409" y="0"/>
                  </a:lnTo>
                  <a:lnTo>
                    <a:pt x="362" y="41"/>
                  </a:lnTo>
                  <a:lnTo>
                    <a:pt x="222" y="138"/>
                  </a:lnTo>
                  <a:lnTo>
                    <a:pt x="126" y="233"/>
                  </a:lnTo>
                  <a:lnTo>
                    <a:pt x="64" y="280"/>
                  </a:lnTo>
                  <a:lnTo>
                    <a:pt x="10" y="409"/>
                  </a:lnTo>
                  <a:lnTo>
                    <a:pt x="0" y="509"/>
                  </a:lnTo>
                  <a:lnTo>
                    <a:pt x="28" y="610"/>
                  </a:lnTo>
                  <a:lnTo>
                    <a:pt x="90" y="652"/>
                  </a:lnTo>
                  <a:lnTo>
                    <a:pt x="178" y="728"/>
                  </a:lnTo>
                  <a:lnTo>
                    <a:pt x="219" y="756"/>
                  </a:lnTo>
                  <a:lnTo>
                    <a:pt x="332" y="757"/>
                  </a:lnTo>
                  <a:lnTo>
                    <a:pt x="389" y="743"/>
                  </a:lnTo>
                  <a:lnTo>
                    <a:pt x="433" y="710"/>
                  </a:lnTo>
                  <a:lnTo>
                    <a:pt x="499" y="674"/>
                  </a:lnTo>
                  <a:lnTo>
                    <a:pt x="573" y="643"/>
                  </a:lnTo>
                  <a:lnTo>
                    <a:pt x="654" y="588"/>
                  </a:lnTo>
                  <a:lnTo>
                    <a:pt x="725" y="577"/>
                  </a:lnTo>
                  <a:lnTo>
                    <a:pt x="777" y="597"/>
                  </a:lnTo>
                  <a:lnTo>
                    <a:pt x="816" y="619"/>
                  </a:lnTo>
                  <a:lnTo>
                    <a:pt x="838" y="575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8929993" y="3338513"/>
              <a:ext cx="743" cy="802"/>
            </a:xfrm>
            <a:custGeom>
              <a:avLst/>
              <a:pathLst>
                <a:path w="743" h="802">
                  <a:moveTo>
                    <a:pt x="733" y="266"/>
                  </a:moveTo>
                  <a:lnTo>
                    <a:pt x="721" y="198"/>
                  </a:lnTo>
                  <a:lnTo>
                    <a:pt x="660" y="84"/>
                  </a:lnTo>
                  <a:lnTo>
                    <a:pt x="581" y="30"/>
                  </a:lnTo>
                  <a:lnTo>
                    <a:pt x="476" y="0"/>
                  </a:lnTo>
                  <a:lnTo>
                    <a:pt x="334" y="5"/>
                  </a:lnTo>
                  <a:lnTo>
                    <a:pt x="201" y="86"/>
                  </a:lnTo>
                  <a:lnTo>
                    <a:pt x="103" y="153"/>
                  </a:lnTo>
                  <a:lnTo>
                    <a:pt x="29" y="253"/>
                  </a:lnTo>
                  <a:lnTo>
                    <a:pt x="2" y="329"/>
                  </a:lnTo>
                  <a:lnTo>
                    <a:pt x="0" y="491"/>
                  </a:lnTo>
                  <a:lnTo>
                    <a:pt x="21" y="600"/>
                  </a:lnTo>
                  <a:lnTo>
                    <a:pt x="63" y="659"/>
                  </a:lnTo>
                  <a:lnTo>
                    <a:pt x="159" y="731"/>
                  </a:lnTo>
                  <a:lnTo>
                    <a:pt x="239" y="787"/>
                  </a:lnTo>
                  <a:lnTo>
                    <a:pt x="339" y="802"/>
                  </a:lnTo>
                  <a:lnTo>
                    <a:pt x="442" y="791"/>
                  </a:lnTo>
                  <a:lnTo>
                    <a:pt x="551" y="752"/>
                  </a:lnTo>
                  <a:lnTo>
                    <a:pt x="624" y="704"/>
                  </a:lnTo>
                  <a:lnTo>
                    <a:pt x="686" y="635"/>
                  </a:lnTo>
                  <a:lnTo>
                    <a:pt x="720" y="545"/>
                  </a:lnTo>
                  <a:lnTo>
                    <a:pt x="740" y="431"/>
                  </a:lnTo>
                  <a:lnTo>
                    <a:pt x="743" y="363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8919384" y="3344589"/>
              <a:ext cx="45053" cy="16313"/>
            </a:xfrm>
            <a:custGeom>
              <a:avLst/>
              <a:pathLst>
                <a:path w="45053" h="16313">
                  <a:moveTo>
                    <a:pt x="0" y="16313"/>
                  </a:moveTo>
                  <a:lnTo>
                    <a:pt x="2698" y="15657"/>
                  </a:lnTo>
                  <a:lnTo>
                    <a:pt x="5493" y="14891"/>
                  </a:lnTo>
                  <a:lnTo>
                    <a:pt x="8227" y="14096"/>
                  </a:lnTo>
                  <a:lnTo>
                    <a:pt x="11276" y="13249"/>
                  </a:lnTo>
                  <a:lnTo>
                    <a:pt x="13300" y="12702"/>
                  </a:lnTo>
                  <a:lnTo>
                    <a:pt x="15613" y="12046"/>
                  </a:lnTo>
                  <a:lnTo>
                    <a:pt x="18794" y="11389"/>
                  </a:lnTo>
                  <a:lnTo>
                    <a:pt x="21493" y="10623"/>
                  </a:lnTo>
                  <a:lnTo>
                    <a:pt x="24192" y="9639"/>
                  </a:lnTo>
                  <a:lnTo>
                    <a:pt x="26890" y="8763"/>
                  </a:lnTo>
                  <a:lnTo>
                    <a:pt x="29782" y="7779"/>
                  </a:lnTo>
                  <a:lnTo>
                    <a:pt x="32086" y="6805"/>
                  </a:lnTo>
                  <a:lnTo>
                    <a:pt x="33830" y="6028"/>
                  </a:lnTo>
                  <a:lnTo>
                    <a:pt x="35758" y="5153"/>
                  </a:lnTo>
                  <a:lnTo>
                    <a:pt x="37878" y="4059"/>
                  </a:lnTo>
                  <a:lnTo>
                    <a:pt x="39613" y="3074"/>
                  </a:lnTo>
                  <a:lnTo>
                    <a:pt x="41572" y="2017"/>
                  </a:lnTo>
                  <a:lnTo>
                    <a:pt x="43678" y="872"/>
                  </a:lnTo>
                  <a:lnTo>
                    <a:pt x="45053" y="0"/>
                  </a:lnTo>
                </a:path>
              </a:pathLst>
            </a:custGeom>
            <a:ln w="10298" cap="flat">
              <a:solidFill>
                <a:srgbClr val="262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tx2099"/>
            <p:cNvSpPr/>
            <p:nvPr/>
          </p:nvSpPr>
          <p:spPr>
            <a:xfrm>
              <a:off x="10161819" y="1476764"/>
              <a:ext cx="44467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Province</a:t>
              </a:r>
            </a:p>
          </p:txBody>
        </p:sp>
        <p:sp>
          <p:nvSpPr>
            <p:cNvPr id="2100" name="tx2100"/>
            <p:cNvSpPr/>
            <p:nvPr/>
          </p:nvSpPr>
          <p:spPr>
            <a:xfrm>
              <a:off x="10161819" y="1600208"/>
              <a:ext cx="45729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multiplier</a:t>
              </a:r>
            </a:p>
          </p:txBody>
        </p:sp>
        <p:pic>
          <p:nvPicPr>
            <p:cNvPr id="2101" name="pic210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161819" y="1750962"/>
              <a:ext cx="101220" cy="1097280"/>
            </a:xfrm>
            <a:prstGeom prst="rect">
              <a:avLst/>
            </a:prstGeom>
          </p:spPr>
        </p:pic>
        <p:sp>
          <p:nvSpPr>
            <p:cNvPr id="2102" name="pl2102"/>
            <p:cNvSpPr/>
            <p:nvPr/>
          </p:nvSpPr>
          <p:spPr>
            <a:xfrm>
              <a:off x="10219148" y="28029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10219148" y="250347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10219148" y="20813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10219148" y="178187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10161819" y="28029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10161819" y="250347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10161819" y="20813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10161819" y="178187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tx2110"/>
            <p:cNvSpPr/>
            <p:nvPr/>
          </p:nvSpPr>
          <p:spPr>
            <a:xfrm>
              <a:off x="10319976" y="2770272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111" name="tx2111"/>
            <p:cNvSpPr/>
            <p:nvPr/>
          </p:nvSpPr>
          <p:spPr>
            <a:xfrm>
              <a:off x="10319976" y="2470781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112" name="tx2112"/>
            <p:cNvSpPr/>
            <p:nvPr/>
          </p:nvSpPr>
          <p:spPr>
            <a:xfrm>
              <a:off x="10319976" y="2048673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1.50</a:t>
              </a:r>
            </a:p>
          </p:txBody>
        </p:sp>
        <p:sp>
          <p:nvSpPr>
            <p:cNvPr id="2113" name="tx2113"/>
            <p:cNvSpPr/>
            <p:nvPr/>
          </p:nvSpPr>
          <p:spPr>
            <a:xfrm>
              <a:off x="10319976" y="1749182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2.00</a:t>
              </a:r>
            </a:p>
          </p:txBody>
        </p:sp>
        <p:sp>
          <p:nvSpPr>
            <p:cNvPr id="2114" name="tx2114"/>
            <p:cNvSpPr/>
            <p:nvPr/>
          </p:nvSpPr>
          <p:spPr>
            <a:xfrm>
              <a:off x="7083168" y="686950"/>
              <a:ext cx="244574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Province random intercepts. Base map GS(2019)1822</a:t>
              </a:r>
            </a:p>
          </p:txBody>
        </p:sp>
        <p:sp>
          <p:nvSpPr>
            <p:cNvPr id="2115" name="tx2115"/>
            <p:cNvSpPr/>
            <p:nvPr/>
          </p:nvSpPr>
          <p:spPr>
            <a:xfrm>
              <a:off x="7083168" y="512331"/>
              <a:ext cx="345176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Regional baselines after controlling for effort and climate</a:t>
              </a:r>
            </a:p>
          </p:txBody>
        </p:sp>
        <p:sp>
          <p:nvSpPr>
            <p:cNvPr id="2116" name="tx2116"/>
            <p:cNvSpPr/>
            <p:nvPr/>
          </p:nvSpPr>
          <p:spPr>
            <a:xfrm>
              <a:off x="7083168" y="3867947"/>
              <a:ext cx="3170316" cy="59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0" i="0" b="0">
                  <a:solidFill>
                    <a:srgbClr val="595959">
                      <a:alpha val="100000"/>
                    </a:srgbClr>
                  </a:solidFill>
                  <a:latin typeface="Arial"/>
                  <a:cs typeface="Arial"/>
                </a:rPr>
                <a:t>Grey: outside the analysis scope (Taiwan, Hong Kong, Macao have no effort coverage)</a:t>
              </a:r>
            </a:p>
          </p:txBody>
        </p:sp>
        <p:sp>
          <p:nvSpPr>
            <p:cNvPr id="2117" name="tx2117"/>
            <p:cNvSpPr/>
            <p:nvPr/>
          </p:nvSpPr>
          <p:spPr>
            <a:xfrm>
              <a:off x="7006907" y="342786"/>
              <a:ext cx="76260" cy="982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2118" name="rc2118"/>
            <p:cNvSpPr/>
            <p:nvPr/>
          </p:nvSpPr>
          <p:spPr>
            <a:xfrm>
              <a:off x="252469" y="4020306"/>
              <a:ext cx="5436802" cy="377394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85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rc2119"/>
            <p:cNvSpPr/>
            <p:nvPr/>
          </p:nvSpPr>
          <p:spPr>
            <a:xfrm>
              <a:off x="5689271" y="4020306"/>
              <a:ext cx="5031059" cy="377394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rc2120"/>
            <p:cNvSpPr/>
            <p:nvPr/>
          </p:nvSpPr>
          <p:spPr>
            <a:xfrm>
              <a:off x="1003504" y="4424064"/>
              <a:ext cx="3986993" cy="315853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1003504" y="7521861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1003504" y="7420625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1003504" y="7319390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1003504" y="7218155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1003504" y="7116920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1003504" y="7015685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1003504" y="6914450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1003504" y="6813214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1003504" y="6711979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1003504" y="6610744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1003504" y="6509509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1003504" y="6408274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1003504" y="6307038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1003504" y="6205803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1003504" y="6104568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1003504" y="6003333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1003504" y="5902098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1003504" y="5800862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1003504" y="5699627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1003504" y="5598392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1003504" y="5497157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1003504" y="5395922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1003504" y="5294687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1003504" y="5193451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1003504" y="5092216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1003504" y="4990981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1003504" y="4889746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1003504" y="4788511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1003504" y="4687275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1003504" y="4586040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1003504" y="4484805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rc2152"/>
            <p:cNvSpPr/>
            <p:nvPr/>
          </p:nvSpPr>
          <p:spPr>
            <a:xfrm>
              <a:off x="1003504" y="5244069"/>
              <a:ext cx="173347" cy="101235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3" name="rc2153"/>
            <p:cNvSpPr/>
            <p:nvPr/>
          </p:nvSpPr>
          <p:spPr>
            <a:xfrm>
              <a:off x="1003504" y="6458891"/>
              <a:ext cx="173347" cy="101235"/>
            </a:xfrm>
            <a:prstGeom prst="rect">
              <a:avLst/>
            </a:prstGeom>
            <a:solidFill>
              <a:srgbClr val="E1F3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4" name="rc2154"/>
            <p:cNvSpPr/>
            <p:nvPr/>
          </p:nvSpPr>
          <p:spPr>
            <a:xfrm>
              <a:off x="1003504" y="6863832"/>
              <a:ext cx="173347" cy="101235"/>
            </a:xfrm>
            <a:prstGeom prst="rect">
              <a:avLst/>
            </a:prstGeom>
            <a:solidFill>
              <a:srgbClr val="87B4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5" name="rc2155"/>
            <p:cNvSpPr/>
            <p:nvPr/>
          </p:nvSpPr>
          <p:spPr>
            <a:xfrm>
              <a:off x="1003504" y="7471243"/>
              <a:ext cx="173347" cy="101235"/>
            </a:xfrm>
            <a:prstGeom prst="rect">
              <a:avLst/>
            </a:prstGeom>
            <a:solidFill>
              <a:srgbClr val="98C3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6" name="rc2156"/>
            <p:cNvSpPr/>
            <p:nvPr/>
          </p:nvSpPr>
          <p:spPr>
            <a:xfrm>
              <a:off x="1003504" y="4839128"/>
              <a:ext cx="173347" cy="101235"/>
            </a:xfrm>
            <a:prstGeom prst="rect">
              <a:avLst/>
            </a:prstGeom>
            <a:solidFill>
              <a:srgbClr val="75A1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7" name="rc2157"/>
            <p:cNvSpPr/>
            <p:nvPr/>
          </p:nvSpPr>
          <p:spPr>
            <a:xfrm>
              <a:off x="1003504" y="7167537"/>
              <a:ext cx="173347" cy="101235"/>
            </a:xfrm>
            <a:prstGeom prst="rect">
              <a:avLst/>
            </a:prstGeom>
            <a:solidFill>
              <a:srgbClr val="90BE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8" name="rc2158"/>
            <p:cNvSpPr/>
            <p:nvPr/>
          </p:nvSpPr>
          <p:spPr>
            <a:xfrm>
              <a:off x="1003504" y="5345304"/>
              <a:ext cx="173347" cy="101235"/>
            </a:xfrm>
            <a:prstGeom prst="rect">
              <a:avLst/>
            </a:prstGeom>
            <a:solidFill>
              <a:srgbClr val="D9EE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9" name="rc2159"/>
            <p:cNvSpPr/>
            <p:nvPr/>
          </p:nvSpPr>
          <p:spPr>
            <a:xfrm>
              <a:off x="1003504" y="4535423"/>
              <a:ext cx="173347" cy="101235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0" name="rc2160"/>
            <p:cNvSpPr/>
            <p:nvPr/>
          </p:nvSpPr>
          <p:spPr>
            <a:xfrm>
              <a:off x="1003504" y="5547775"/>
              <a:ext cx="173347" cy="101235"/>
            </a:xfrm>
            <a:prstGeom prst="rect">
              <a:avLst/>
            </a:prstGeom>
            <a:solidFill>
              <a:srgbClr val="90BE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1" name="rc2161"/>
            <p:cNvSpPr/>
            <p:nvPr/>
          </p:nvSpPr>
          <p:spPr>
            <a:xfrm>
              <a:off x="1003504" y="7268773"/>
              <a:ext cx="173347" cy="101235"/>
            </a:xfrm>
            <a:prstGeom prst="rect">
              <a:avLst/>
            </a:prstGeom>
            <a:solidFill>
              <a:srgbClr val="8CB9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2" name="rc2162"/>
            <p:cNvSpPr/>
            <p:nvPr/>
          </p:nvSpPr>
          <p:spPr>
            <a:xfrm>
              <a:off x="1003504" y="4636658"/>
              <a:ext cx="173347" cy="101235"/>
            </a:xfrm>
            <a:prstGeom prst="rect">
              <a:avLst/>
            </a:prstGeom>
            <a:solidFill>
              <a:srgbClr val="FAFC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3" name="rc2163"/>
            <p:cNvSpPr/>
            <p:nvPr/>
          </p:nvSpPr>
          <p:spPr>
            <a:xfrm>
              <a:off x="1003504" y="5952715"/>
              <a:ext cx="173347" cy="101235"/>
            </a:xfrm>
            <a:prstGeom prst="rect">
              <a:avLst/>
            </a:prstGeom>
            <a:solidFill>
              <a:srgbClr val="85B2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4" name="rc2164"/>
            <p:cNvSpPr/>
            <p:nvPr/>
          </p:nvSpPr>
          <p:spPr>
            <a:xfrm>
              <a:off x="1003504" y="6357656"/>
              <a:ext cx="173347" cy="101235"/>
            </a:xfrm>
            <a:prstGeom prst="rect">
              <a:avLst/>
            </a:prstGeom>
            <a:solidFill>
              <a:srgbClr val="7DAA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5" name="rc2165"/>
            <p:cNvSpPr/>
            <p:nvPr/>
          </p:nvSpPr>
          <p:spPr>
            <a:xfrm>
              <a:off x="1003504" y="4434187"/>
              <a:ext cx="173347" cy="101235"/>
            </a:xfrm>
            <a:prstGeom prst="rect">
              <a:avLst/>
            </a:prstGeom>
            <a:solidFill>
              <a:srgbClr val="608CC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6" name="rc2166"/>
            <p:cNvSpPr/>
            <p:nvPr/>
          </p:nvSpPr>
          <p:spPr>
            <a:xfrm>
              <a:off x="1003504" y="6053950"/>
              <a:ext cx="173347" cy="101235"/>
            </a:xfrm>
            <a:prstGeom prst="rect">
              <a:avLst/>
            </a:prstGeom>
            <a:solidFill>
              <a:srgbClr val="79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7" name="rc2167"/>
            <p:cNvSpPr/>
            <p:nvPr/>
          </p:nvSpPr>
          <p:spPr>
            <a:xfrm>
              <a:off x="1003504" y="5750245"/>
              <a:ext cx="173347" cy="101235"/>
            </a:xfrm>
            <a:prstGeom prst="rect">
              <a:avLst/>
            </a:prstGeom>
            <a:solidFill>
              <a:srgbClr val="87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8" name="rc2168"/>
            <p:cNvSpPr/>
            <p:nvPr/>
          </p:nvSpPr>
          <p:spPr>
            <a:xfrm>
              <a:off x="1003504" y="5446539"/>
              <a:ext cx="173347" cy="101235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9" name="rc2169"/>
            <p:cNvSpPr/>
            <p:nvPr/>
          </p:nvSpPr>
          <p:spPr>
            <a:xfrm>
              <a:off x="1003504" y="5851480"/>
              <a:ext cx="173347" cy="101235"/>
            </a:xfrm>
            <a:prstGeom prst="rect">
              <a:avLst/>
            </a:prstGeom>
            <a:solidFill>
              <a:srgbClr val="D5EC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0" name="rc2170"/>
            <p:cNvSpPr/>
            <p:nvPr/>
          </p:nvSpPr>
          <p:spPr>
            <a:xfrm>
              <a:off x="1003504" y="5142834"/>
              <a:ext cx="173347" cy="101235"/>
            </a:xfrm>
            <a:prstGeom prst="rect">
              <a:avLst/>
            </a:prstGeom>
            <a:solidFill>
              <a:srgbClr val="E6F5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1" name="rc2171"/>
            <p:cNvSpPr/>
            <p:nvPr/>
          </p:nvSpPr>
          <p:spPr>
            <a:xfrm>
              <a:off x="1003504" y="5649010"/>
              <a:ext cx="173347" cy="101235"/>
            </a:xfrm>
            <a:prstGeom prst="rect">
              <a:avLst/>
            </a:prstGeom>
            <a:solidFill>
              <a:srgbClr val="7CA9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2" name="rc2172"/>
            <p:cNvSpPr/>
            <p:nvPr/>
          </p:nvSpPr>
          <p:spPr>
            <a:xfrm>
              <a:off x="1003504" y="5041599"/>
              <a:ext cx="173347" cy="101235"/>
            </a:xfrm>
            <a:prstGeom prst="rect">
              <a:avLst/>
            </a:prstGeom>
            <a:solidFill>
              <a:srgbClr val="B2D4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3" name="rc2173"/>
            <p:cNvSpPr/>
            <p:nvPr/>
          </p:nvSpPr>
          <p:spPr>
            <a:xfrm>
              <a:off x="1003504" y="6661362"/>
              <a:ext cx="173347" cy="101235"/>
            </a:xfrm>
            <a:prstGeom prst="rect">
              <a:avLst/>
            </a:prstGeom>
            <a:solidFill>
              <a:srgbClr val="85B2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4" name="rc2174"/>
            <p:cNvSpPr/>
            <p:nvPr/>
          </p:nvSpPr>
          <p:spPr>
            <a:xfrm>
              <a:off x="1003504" y="7370008"/>
              <a:ext cx="173347" cy="101235"/>
            </a:xfrm>
            <a:prstGeom prst="rect">
              <a:avLst/>
            </a:prstGeom>
            <a:solidFill>
              <a:srgbClr val="96C2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5" name="rc2175"/>
            <p:cNvSpPr/>
            <p:nvPr/>
          </p:nvSpPr>
          <p:spPr>
            <a:xfrm>
              <a:off x="1003504" y="6965067"/>
              <a:ext cx="173347" cy="101235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6" name="rc2176"/>
            <p:cNvSpPr/>
            <p:nvPr/>
          </p:nvSpPr>
          <p:spPr>
            <a:xfrm>
              <a:off x="1003504" y="6256421"/>
              <a:ext cx="173347" cy="101235"/>
            </a:xfrm>
            <a:prstGeom prst="rect">
              <a:avLst/>
            </a:prstGeom>
            <a:solidFill>
              <a:srgbClr val="E9F6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7" name="rc2177"/>
            <p:cNvSpPr/>
            <p:nvPr/>
          </p:nvSpPr>
          <p:spPr>
            <a:xfrm>
              <a:off x="1003504" y="4940363"/>
              <a:ext cx="173347" cy="101235"/>
            </a:xfrm>
            <a:prstGeom prst="rect">
              <a:avLst/>
            </a:prstGeom>
            <a:solidFill>
              <a:srgbClr val="74A0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8" name="rc2178"/>
            <p:cNvSpPr/>
            <p:nvPr/>
          </p:nvSpPr>
          <p:spPr>
            <a:xfrm>
              <a:off x="1003504" y="7066302"/>
              <a:ext cx="173347" cy="101235"/>
            </a:xfrm>
            <a:prstGeom prst="rect">
              <a:avLst/>
            </a:prstGeom>
            <a:solidFill>
              <a:srgbClr val="8DBA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9" name="rc2179"/>
            <p:cNvSpPr/>
            <p:nvPr/>
          </p:nvSpPr>
          <p:spPr>
            <a:xfrm>
              <a:off x="1003504" y="6762597"/>
              <a:ext cx="173347" cy="101235"/>
            </a:xfrm>
            <a:prstGeom prst="rect">
              <a:avLst/>
            </a:prstGeom>
            <a:solidFill>
              <a:srgbClr val="76A3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0" name="rc2180"/>
            <p:cNvSpPr/>
            <p:nvPr/>
          </p:nvSpPr>
          <p:spPr>
            <a:xfrm>
              <a:off x="1003504" y="6560126"/>
              <a:ext cx="173347" cy="101235"/>
            </a:xfrm>
            <a:prstGeom prst="rect">
              <a:avLst/>
            </a:prstGeom>
            <a:solidFill>
              <a:srgbClr val="D9EE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1" name="rc2181"/>
            <p:cNvSpPr/>
            <p:nvPr/>
          </p:nvSpPr>
          <p:spPr>
            <a:xfrm>
              <a:off x="1176852" y="6458891"/>
              <a:ext cx="173347" cy="101235"/>
            </a:xfrm>
            <a:prstGeom prst="rect">
              <a:avLst/>
            </a:prstGeom>
            <a:solidFill>
              <a:srgbClr val="8FBD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2" name="rc2182"/>
            <p:cNvSpPr/>
            <p:nvPr/>
          </p:nvSpPr>
          <p:spPr>
            <a:xfrm>
              <a:off x="1176852" y="6863832"/>
              <a:ext cx="173347" cy="101235"/>
            </a:xfrm>
            <a:prstGeom prst="rect">
              <a:avLst/>
            </a:prstGeom>
            <a:solidFill>
              <a:srgbClr val="8EBB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3" name="rc2183"/>
            <p:cNvSpPr/>
            <p:nvPr/>
          </p:nvSpPr>
          <p:spPr>
            <a:xfrm>
              <a:off x="1176852" y="7471243"/>
              <a:ext cx="173347" cy="101235"/>
            </a:xfrm>
            <a:prstGeom prst="rect">
              <a:avLst/>
            </a:prstGeom>
            <a:solidFill>
              <a:srgbClr val="8EBC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4" name="rc2184"/>
            <p:cNvSpPr/>
            <p:nvPr/>
          </p:nvSpPr>
          <p:spPr>
            <a:xfrm>
              <a:off x="1176852" y="7167537"/>
              <a:ext cx="173347" cy="101235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5" name="rc2185"/>
            <p:cNvSpPr/>
            <p:nvPr/>
          </p:nvSpPr>
          <p:spPr>
            <a:xfrm>
              <a:off x="1176852" y="5345304"/>
              <a:ext cx="173347" cy="101235"/>
            </a:xfrm>
            <a:prstGeom prst="rect">
              <a:avLst/>
            </a:prstGeom>
            <a:solidFill>
              <a:srgbClr val="81AE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6" name="rc2186"/>
            <p:cNvSpPr/>
            <p:nvPr/>
          </p:nvSpPr>
          <p:spPr>
            <a:xfrm>
              <a:off x="1176852" y="5547775"/>
              <a:ext cx="173347" cy="101235"/>
            </a:xfrm>
            <a:prstGeom prst="rect">
              <a:avLst/>
            </a:prstGeom>
            <a:solidFill>
              <a:srgbClr val="8AB7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7" name="rc2187"/>
            <p:cNvSpPr/>
            <p:nvPr/>
          </p:nvSpPr>
          <p:spPr>
            <a:xfrm>
              <a:off x="1176852" y="7268773"/>
              <a:ext cx="173347" cy="101235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8" name="rc2188"/>
            <p:cNvSpPr/>
            <p:nvPr/>
          </p:nvSpPr>
          <p:spPr>
            <a:xfrm>
              <a:off x="1176852" y="5952715"/>
              <a:ext cx="173347" cy="101235"/>
            </a:xfrm>
            <a:prstGeom prst="rect">
              <a:avLst/>
            </a:prstGeom>
            <a:solidFill>
              <a:srgbClr val="85B2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9" name="rc2189"/>
            <p:cNvSpPr/>
            <p:nvPr/>
          </p:nvSpPr>
          <p:spPr>
            <a:xfrm>
              <a:off x="1176852" y="6357656"/>
              <a:ext cx="173347" cy="101235"/>
            </a:xfrm>
            <a:prstGeom prst="rect">
              <a:avLst/>
            </a:prstGeom>
            <a:solidFill>
              <a:srgbClr val="E1F3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0" name="rc2190"/>
            <p:cNvSpPr/>
            <p:nvPr/>
          </p:nvSpPr>
          <p:spPr>
            <a:xfrm>
              <a:off x="1176852" y="4434187"/>
              <a:ext cx="173347" cy="101235"/>
            </a:xfrm>
            <a:prstGeom prst="rect">
              <a:avLst/>
            </a:prstGeom>
            <a:solidFill>
              <a:srgbClr val="6A96C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1" name="rc2191"/>
            <p:cNvSpPr/>
            <p:nvPr/>
          </p:nvSpPr>
          <p:spPr>
            <a:xfrm>
              <a:off x="1176852" y="4737893"/>
              <a:ext cx="173347" cy="101235"/>
            </a:xfrm>
            <a:prstGeom prst="rect">
              <a:avLst/>
            </a:prstGeom>
            <a:solidFill>
              <a:srgbClr val="739F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2" name="rc2192"/>
            <p:cNvSpPr/>
            <p:nvPr/>
          </p:nvSpPr>
          <p:spPr>
            <a:xfrm>
              <a:off x="1176852" y="6053950"/>
              <a:ext cx="173347" cy="101235"/>
            </a:xfrm>
            <a:prstGeom prst="rect">
              <a:avLst/>
            </a:prstGeom>
            <a:solidFill>
              <a:srgbClr val="7FAC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3" name="rc2193"/>
            <p:cNvSpPr/>
            <p:nvPr/>
          </p:nvSpPr>
          <p:spPr>
            <a:xfrm>
              <a:off x="1176852" y="5750245"/>
              <a:ext cx="173347" cy="101235"/>
            </a:xfrm>
            <a:prstGeom prst="rect">
              <a:avLst/>
            </a:prstGeom>
            <a:solidFill>
              <a:srgbClr val="FFFBB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4" name="rc2194"/>
            <p:cNvSpPr/>
            <p:nvPr/>
          </p:nvSpPr>
          <p:spPr>
            <a:xfrm>
              <a:off x="1176852" y="5446539"/>
              <a:ext cx="173347" cy="101235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5" name="rc2195"/>
            <p:cNvSpPr/>
            <p:nvPr/>
          </p:nvSpPr>
          <p:spPr>
            <a:xfrm>
              <a:off x="1176852" y="5649010"/>
              <a:ext cx="173347" cy="101235"/>
            </a:xfrm>
            <a:prstGeom prst="rect">
              <a:avLst/>
            </a:prstGeom>
            <a:solidFill>
              <a:srgbClr val="95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6" name="rc2196"/>
            <p:cNvSpPr/>
            <p:nvPr/>
          </p:nvSpPr>
          <p:spPr>
            <a:xfrm>
              <a:off x="1176852" y="5041599"/>
              <a:ext cx="173347" cy="101235"/>
            </a:xfrm>
            <a:prstGeom prst="rect">
              <a:avLst/>
            </a:prstGeom>
            <a:solidFill>
              <a:srgbClr val="6F9B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7" name="rc2197"/>
            <p:cNvSpPr/>
            <p:nvPr/>
          </p:nvSpPr>
          <p:spPr>
            <a:xfrm>
              <a:off x="1176852" y="6155186"/>
              <a:ext cx="173347" cy="101235"/>
            </a:xfrm>
            <a:prstGeom prst="rect">
              <a:avLst/>
            </a:prstGeom>
            <a:solidFill>
              <a:srgbClr val="84B0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8" name="rc2198"/>
            <p:cNvSpPr/>
            <p:nvPr/>
          </p:nvSpPr>
          <p:spPr>
            <a:xfrm>
              <a:off x="1176852" y="6661362"/>
              <a:ext cx="173347" cy="101235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9" name="rc2199"/>
            <p:cNvSpPr/>
            <p:nvPr/>
          </p:nvSpPr>
          <p:spPr>
            <a:xfrm>
              <a:off x="1176852" y="6965067"/>
              <a:ext cx="173347" cy="101235"/>
            </a:xfrm>
            <a:prstGeom prst="rect">
              <a:avLst/>
            </a:prstGeom>
            <a:solidFill>
              <a:srgbClr val="89B6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0" name="rc2200"/>
            <p:cNvSpPr/>
            <p:nvPr/>
          </p:nvSpPr>
          <p:spPr>
            <a:xfrm>
              <a:off x="1176852" y="6256421"/>
              <a:ext cx="173347" cy="101235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1" name="rc2201"/>
            <p:cNvSpPr/>
            <p:nvPr/>
          </p:nvSpPr>
          <p:spPr>
            <a:xfrm>
              <a:off x="1176852" y="4940363"/>
              <a:ext cx="173347" cy="101235"/>
            </a:xfrm>
            <a:prstGeom prst="rect">
              <a:avLst/>
            </a:prstGeom>
            <a:solidFill>
              <a:srgbClr val="DEF2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2" name="rc2202"/>
            <p:cNvSpPr/>
            <p:nvPr/>
          </p:nvSpPr>
          <p:spPr>
            <a:xfrm>
              <a:off x="1176852" y="7066302"/>
              <a:ext cx="173347" cy="101235"/>
            </a:xfrm>
            <a:prstGeom prst="rect">
              <a:avLst/>
            </a:prstGeom>
            <a:solidFill>
              <a:srgbClr val="8DBB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3" name="rc2203"/>
            <p:cNvSpPr/>
            <p:nvPr/>
          </p:nvSpPr>
          <p:spPr>
            <a:xfrm>
              <a:off x="1176852" y="6762597"/>
              <a:ext cx="173347" cy="101235"/>
            </a:xfrm>
            <a:prstGeom prst="rect">
              <a:avLst/>
            </a:prstGeom>
            <a:solidFill>
              <a:srgbClr val="CBE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4" name="rc2204"/>
            <p:cNvSpPr/>
            <p:nvPr/>
          </p:nvSpPr>
          <p:spPr>
            <a:xfrm>
              <a:off x="1176852" y="6560126"/>
              <a:ext cx="173347" cy="101235"/>
            </a:xfrm>
            <a:prstGeom prst="rect">
              <a:avLst/>
            </a:prstGeom>
            <a:solidFill>
              <a:srgbClr val="85B2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5" name="rc2205"/>
            <p:cNvSpPr/>
            <p:nvPr/>
          </p:nvSpPr>
          <p:spPr>
            <a:xfrm>
              <a:off x="1350199" y="5244069"/>
              <a:ext cx="173347" cy="101235"/>
            </a:xfrm>
            <a:prstGeom prst="rect">
              <a:avLst/>
            </a:prstGeom>
            <a:solidFill>
              <a:srgbClr val="79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6" name="rc2206"/>
            <p:cNvSpPr/>
            <p:nvPr/>
          </p:nvSpPr>
          <p:spPr>
            <a:xfrm>
              <a:off x="1350199" y="6458891"/>
              <a:ext cx="173347" cy="101235"/>
            </a:xfrm>
            <a:prstGeom prst="rect">
              <a:avLst/>
            </a:prstGeom>
            <a:solidFill>
              <a:srgbClr val="E4F4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7" name="rc2207"/>
            <p:cNvSpPr/>
            <p:nvPr/>
          </p:nvSpPr>
          <p:spPr>
            <a:xfrm>
              <a:off x="1350199" y="6863832"/>
              <a:ext cx="173347" cy="101235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8" name="rc2208"/>
            <p:cNvSpPr/>
            <p:nvPr/>
          </p:nvSpPr>
          <p:spPr>
            <a:xfrm>
              <a:off x="1350199" y="7471243"/>
              <a:ext cx="173347" cy="101235"/>
            </a:xfrm>
            <a:prstGeom prst="rect">
              <a:avLst/>
            </a:prstGeom>
            <a:solidFill>
              <a:srgbClr val="E8F6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9" name="rc2209"/>
            <p:cNvSpPr/>
            <p:nvPr/>
          </p:nvSpPr>
          <p:spPr>
            <a:xfrm>
              <a:off x="1350199" y="4839128"/>
              <a:ext cx="173347" cy="101235"/>
            </a:xfrm>
            <a:prstGeom prst="rect">
              <a:avLst/>
            </a:prstGeom>
            <a:solidFill>
              <a:srgbClr val="74A0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0" name="rc2210"/>
            <p:cNvSpPr/>
            <p:nvPr/>
          </p:nvSpPr>
          <p:spPr>
            <a:xfrm>
              <a:off x="1350199" y="7167537"/>
              <a:ext cx="173347" cy="101235"/>
            </a:xfrm>
            <a:prstGeom prst="rect">
              <a:avLst/>
            </a:prstGeom>
            <a:solidFill>
              <a:srgbClr val="98C3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1" name="rc2211"/>
            <p:cNvSpPr/>
            <p:nvPr/>
          </p:nvSpPr>
          <p:spPr>
            <a:xfrm>
              <a:off x="1350199" y="5345304"/>
              <a:ext cx="173347" cy="101235"/>
            </a:xfrm>
            <a:prstGeom prst="rect">
              <a:avLst/>
            </a:prstGeom>
            <a:solidFill>
              <a:srgbClr val="FFE79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2" name="rc2212"/>
            <p:cNvSpPr/>
            <p:nvPr/>
          </p:nvSpPr>
          <p:spPr>
            <a:xfrm>
              <a:off x="1350199" y="4535423"/>
              <a:ext cx="173347" cy="101235"/>
            </a:xfrm>
            <a:prstGeom prst="rect">
              <a:avLst/>
            </a:prstGeom>
            <a:solidFill>
              <a:srgbClr val="7BA7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3" name="rc2213"/>
            <p:cNvSpPr/>
            <p:nvPr/>
          </p:nvSpPr>
          <p:spPr>
            <a:xfrm>
              <a:off x="1350199" y="5547775"/>
              <a:ext cx="173347" cy="101235"/>
            </a:xfrm>
            <a:prstGeom prst="rect">
              <a:avLst/>
            </a:prstGeom>
            <a:solidFill>
              <a:srgbClr val="E1F3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4" name="rc2214"/>
            <p:cNvSpPr/>
            <p:nvPr/>
          </p:nvSpPr>
          <p:spPr>
            <a:xfrm>
              <a:off x="1350199" y="7268773"/>
              <a:ext cx="173347" cy="101235"/>
            </a:xfrm>
            <a:prstGeom prst="rect">
              <a:avLst/>
            </a:prstGeom>
            <a:solidFill>
              <a:srgbClr val="E7F5E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5" name="rc2215"/>
            <p:cNvSpPr/>
            <p:nvPr/>
          </p:nvSpPr>
          <p:spPr>
            <a:xfrm>
              <a:off x="1350199" y="4636658"/>
              <a:ext cx="173347" cy="101235"/>
            </a:xfrm>
            <a:prstGeom prst="rect">
              <a:avLst/>
            </a:prstGeom>
            <a:solidFill>
              <a:srgbClr val="81AD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6" name="rc2216"/>
            <p:cNvSpPr/>
            <p:nvPr/>
          </p:nvSpPr>
          <p:spPr>
            <a:xfrm>
              <a:off x="1350199" y="5952715"/>
              <a:ext cx="173347" cy="101235"/>
            </a:xfrm>
            <a:prstGeom prst="rect">
              <a:avLst/>
            </a:prstGeom>
            <a:solidFill>
              <a:srgbClr val="7DAA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7" name="rc2217"/>
            <p:cNvSpPr/>
            <p:nvPr/>
          </p:nvSpPr>
          <p:spPr>
            <a:xfrm>
              <a:off x="1350199" y="4434187"/>
              <a:ext cx="173347" cy="101235"/>
            </a:xfrm>
            <a:prstGeom prst="rect">
              <a:avLst/>
            </a:prstGeom>
            <a:solidFill>
              <a:srgbClr val="6995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8" name="rc2218"/>
            <p:cNvSpPr/>
            <p:nvPr/>
          </p:nvSpPr>
          <p:spPr>
            <a:xfrm>
              <a:off x="1350199" y="4737893"/>
              <a:ext cx="173347" cy="101235"/>
            </a:xfrm>
            <a:prstGeom prst="rect">
              <a:avLst/>
            </a:prstGeom>
            <a:solidFill>
              <a:srgbClr val="C0DD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9" name="rc2219"/>
            <p:cNvSpPr/>
            <p:nvPr/>
          </p:nvSpPr>
          <p:spPr>
            <a:xfrm>
              <a:off x="1350199" y="6053950"/>
              <a:ext cx="173347" cy="101235"/>
            </a:xfrm>
            <a:prstGeom prst="rect">
              <a:avLst/>
            </a:prstGeom>
            <a:solidFill>
              <a:srgbClr val="79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0" name="rc2220"/>
            <p:cNvSpPr/>
            <p:nvPr/>
          </p:nvSpPr>
          <p:spPr>
            <a:xfrm>
              <a:off x="1350199" y="5750245"/>
              <a:ext cx="173347" cy="101235"/>
            </a:xfrm>
            <a:prstGeom prst="rect">
              <a:avLst/>
            </a:prstGeom>
            <a:solidFill>
              <a:srgbClr val="FEE39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1" name="rc2221"/>
            <p:cNvSpPr/>
            <p:nvPr/>
          </p:nvSpPr>
          <p:spPr>
            <a:xfrm>
              <a:off x="1350199" y="5446539"/>
              <a:ext cx="173347" cy="101235"/>
            </a:xfrm>
            <a:prstGeom prst="rect">
              <a:avLst/>
            </a:prstGeom>
            <a:solidFill>
              <a:srgbClr val="83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2" name="rc2222"/>
            <p:cNvSpPr/>
            <p:nvPr/>
          </p:nvSpPr>
          <p:spPr>
            <a:xfrm>
              <a:off x="1350199" y="5851480"/>
              <a:ext cx="173347" cy="101235"/>
            </a:xfrm>
            <a:prstGeom prst="rect">
              <a:avLst/>
            </a:prstGeom>
            <a:solidFill>
              <a:srgbClr val="F8FC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3" name="rc2223"/>
            <p:cNvSpPr/>
            <p:nvPr/>
          </p:nvSpPr>
          <p:spPr>
            <a:xfrm>
              <a:off x="1350199" y="5649010"/>
              <a:ext cx="173347" cy="101235"/>
            </a:xfrm>
            <a:prstGeom prst="rect">
              <a:avLst/>
            </a:prstGeom>
            <a:solidFill>
              <a:srgbClr val="7BA7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4" name="rc2224"/>
            <p:cNvSpPr/>
            <p:nvPr/>
          </p:nvSpPr>
          <p:spPr>
            <a:xfrm>
              <a:off x="1350199" y="5041599"/>
              <a:ext cx="173347" cy="101235"/>
            </a:xfrm>
            <a:prstGeom prst="rect">
              <a:avLst/>
            </a:prstGeom>
            <a:solidFill>
              <a:srgbClr val="E7F5E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5" name="rc2225"/>
            <p:cNvSpPr/>
            <p:nvPr/>
          </p:nvSpPr>
          <p:spPr>
            <a:xfrm>
              <a:off x="1350199" y="6155186"/>
              <a:ext cx="173347" cy="101235"/>
            </a:xfrm>
            <a:prstGeom prst="rect">
              <a:avLst/>
            </a:prstGeom>
            <a:solidFill>
              <a:srgbClr val="85B2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6" name="rc2226"/>
            <p:cNvSpPr/>
            <p:nvPr/>
          </p:nvSpPr>
          <p:spPr>
            <a:xfrm>
              <a:off x="1350199" y="6661362"/>
              <a:ext cx="173347" cy="101235"/>
            </a:xfrm>
            <a:prstGeom prst="rect">
              <a:avLst/>
            </a:prstGeom>
            <a:solidFill>
              <a:srgbClr val="D3EA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7" name="rc2227"/>
            <p:cNvSpPr/>
            <p:nvPr/>
          </p:nvSpPr>
          <p:spPr>
            <a:xfrm>
              <a:off x="1350199" y="6965067"/>
              <a:ext cx="173347" cy="101235"/>
            </a:xfrm>
            <a:prstGeom prst="rect">
              <a:avLst/>
            </a:prstGeom>
            <a:solidFill>
              <a:srgbClr val="83B0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8" name="rc2228"/>
            <p:cNvSpPr/>
            <p:nvPr/>
          </p:nvSpPr>
          <p:spPr>
            <a:xfrm>
              <a:off x="1350199" y="4940363"/>
              <a:ext cx="173347" cy="101235"/>
            </a:xfrm>
            <a:prstGeom prst="rect">
              <a:avLst/>
            </a:prstGeom>
            <a:solidFill>
              <a:srgbClr val="6793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9" name="rc2229"/>
            <p:cNvSpPr/>
            <p:nvPr/>
          </p:nvSpPr>
          <p:spPr>
            <a:xfrm>
              <a:off x="1350199" y="7066302"/>
              <a:ext cx="173347" cy="101235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0" name="rc2230"/>
            <p:cNvSpPr/>
            <p:nvPr/>
          </p:nvSpPr>
          <p:spPr>
            <a:xfrm>
              <a:off x="1350199" y="6762597"/>
              <a:ext cx="173347" cy="101235"/>
            </a:xfrm>
            <a:prstGeom prst="rect">
              <a:avLst/>
            </a:prstGeom>
            <a:solidFill>
              <a:srgbClr val="81AD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1" name="rc2231"/>
            <p:cNvSpPr/>
            <p:nvPr/>
          </p:nvSpPr>
          <p:spPr>
            <a:xfrm>
              <a:off x="1350199" y="6560126"/>
              <a:ext cx="173347" cy="101235"/>
            </a:xfrm>
            <a:prstGeom prst="rect">
              <a:avLst/>
            </a:prstGeom>
            <a:solidFill>
              <a:srgbClr val="7FA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2" name="rc2232"/>
            <p:cNvSpPr/>
            <p:nvPr/>
          </p:nvSpPr>
          <p:spPr>
            <a:xfrm>
              <a:off x="1523547" y="5244069"/>
              <a:ext cx="173347" cy="101235"/>
            </a:xfrm>
            <a:prstGeom prst="rect">
              <a:avLst/>
            </a:prstGeom>
            <a:solidFill>
              <a:srgbClr val="CAE4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3" name="rc2233"/>
            <p:cNvSpPr/>
            <p:nvPr/>
          </p:nvSpPr>
          <p:spPr>
            <a:xfrm>
              <a:off x="1523547" y="6458891"/>
              <a:ext cx="173347" cy="101235"/>
            </a:xfrm>
            <a:prstGeom prst="rect">
              <a:avLst/>
            </a:prstGeom>
            <a:solidFill>
              <a:srgbClr val="E5F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4" name="rc2234"/>
            <p:cNvSpPr/>
            <p:nvPr/>
          </p:nvSpPr>
          <p:spPr>
            <a:xfrm>
              <a:off x="1523547" y="6863832"/>
              <a:ext cx="173347" cy="101235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5" name="rc2235"/>
            <p:cNvSpPr/>
            <p:nvPr/>
          </p:nvSpPr>
          <p:spPr>
            <a:xfrm>
              <a:off x="1523547" y="7471243"/>
              <a:ext cx="173347" cy="101235"/>
            </a:xfrm>
            <a:prstGeom prst="rect">
              <a:avLst/>
            </a:prstGeom>
            <a:solidFill>
              <a:srgbClr val="96C2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6" name="rc2236"/>
            <p:cNvSpPr/>
            <p:nvPr/>
          </p:nvSpPr>
          <p:spPr>
            <a:xfrm>
              <a:off x="1523547" y="4839128"/>
              <a:ext cx="173347" cy="101235"/>
            </a:xfrm>
            <a:prstGeom prst="rect">
              <a:avLst/>
            </a:prstGeom>
            <a:solidFill>
              <a:srgbClr val="79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7" name="rc2237"/>
            <p:cNvSpPr/>
            <p:nvPr/>
          </p:nvSpPr>
          <p:spPr>
            <a:xfrm>
              <a:off x="1523547" y="7167537"/>
              <a:ext cx="173347" cy="101235"/>
            </a:xfrm>
            <a:prstGeom prst="rect">
              <a:avLst/>
            </a:prstGeom>
            <a:solidFill>
              <a:srgbClr val="94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8" name="rc2238"/>
            <p:cNvSpPr/>
            <p:nvPr/>
          </p:nvSpPr>
          <p:spPr>
            <a:xfrm>
              <a:off x="1523547" y="5345304"/>
              <a:ext cx="173347" cy="101235"/>
            </a:xfrm>
            <a:prstGeom prst="rect">
              <a:avLst/>
            </a:prstGeom>
            <a:solidFill>
              <a:srgbClr val="FFC67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9" name="rc2239"/>
            <p:cNvSpPr/>
            <p:nvPr/>
          </p:nvSpPr>
          <p:spPr>
            <a:xfrm>
              <a:off x="1523547" y="5547775"/>
              <a:ext cx="173347" cy="101235"/>
            </a:xfrm>
            <a:prstGeom prst="rect">
              <a:avLst/>
            </a:prstGeom>
            <a:solidFill>
              <a:srgbClr val="E2F4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0" name="rc2240"/>
            <p:cNvSpPr/>
            <p:nvPr/>
          </p:nvSpPr>
          <p:spPr>
            <a:xfrm>
              <a:off x="1523547" y="7268773"/>
              <a:ext cx="173347" cy="101235"/>
            </a:xfrm>
            <a:prstGeom prst="rect">
              <a:avLst/>
            </a:prstGeom>
            <a:solidFill>
              <a:srgbClr val="8BB8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1" name="rc2241"/>
            <p:cNvSpPr/>
            <p:nvPr/>
          </p:nvSpPr>
          <p:spPr>
            <a:xfrm>
              <a:off x="1523547" y="4636658"/>
              <a:ext cx="173347" cy="101235"/>
            </a:xfrm>
            <a:prstGeom prst="rect">
              <a:avLst/>
            </a:prstGeom>
            <a:solidFill>
              <a:srgbClr val="FDFEC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2" name="rc2242"/>
            <p:cNvSpPr/>
            <p:nvPr/>
          </p:nvSpPr>
          <p:spPr>
            <a:xfrm>
              <a:off x="1523547" y="5952715"/>
              <a:ext cx="173347" cy="101235"/>
            </a:xfrm>
            <a:prstGeom prst="rect">
              <a:avLst/>
            </a:prstGeom>
            <a:solidFill>
              <a:srgbClr val="7EA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3" name="rc2243"/>
            <p:cNvSpPr/>
            <p:nvPr/>
          </p:nvSpPr>
          <p:spPr>
            <a:xfrm>
              <a:off x="1523547" y="6357656"/>
              <a:ext cx="173347" cy="101235"/>
            </a:xfrm>
            <a:prstGeom prst="rect">
              <a:avLst/>
            </a:prstGeom>
            <a:solidFill>
              <a:srgbClr val="80AC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4" name="rc2244"/>
            <p:cNvSpPr/>
            <p:nvPr/>
          </p:nvSpPr>
          <p:spPr>
            <a:xfrm>
              <a:off x="1523547" y="4434187"/>
              <a:ext cx="173347" cy="101235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5" name="rc2245"/>
            <p:cNvSpPr/>
            <p:nvPr/>
          </p:nvSpPr>
          <p:spPr>
            <a:xfrm>
              <a:off x="1523547" y="4737893"/>
              <a:ext cx="173347" cy="101235"/>
            </a:xfrm>
            <a:prstGeom prst="rect">
              <a:avLst/>
            </a:prstGeom>
            <a:solidFill>
              <a:srgbClr val="77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6" name="rc2246"/>
            <p:cNvSpPr/>
            <p:nvPr/>
          </p:nvSpPr>
          <p:spPr>
            <a:xfrm>
              <a:off x="1523547" y="6053950"/>
              <a:ext cx="173347" cy="101235"/>
            </a:xfrm>
            <a:prstGeom prst="rect">
              <a:avLst/>
            </a:prstGeom>
            <a:solidFill>
              <a:srgbClr val="79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7" name="rc2247"/>
            <p:cNvSpPr/>
            <p:nvPr/>
          </p:nvSpPr>
          <p:spPr>
            <a:xfrm>
              <a:off x="1523547" y="5750245"/>
              <a:ext cx="173347" cy="101235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8" name="rc2248"/>
            <p:cNvSpPr/>
            <p:nvPr/>
          </p:nvSpPr>
          <p:spPr>
            <a:xfrm>
              <a:off x="1523547" y="5446539"/>
              <a:ext cx="173347" cy="101235"/>
            </a:xfrm>
            <a:prstGeom prst="rect">
              <a:avLst/>
            </a:prstGeom>
            <a:solidFill>
              <a:srgbClr val="85B2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9" name="rc2249"/>
            <p:cNvSpPr/>
            <p:nvPr/>
          </p:nvSpPr>
          <p:spPr>
            <a:xfrm>
              <a:off x="1523547" y="5649010"/>
              <a:ext cx="173347" cy="101235"/>
            </a:xfrm>
            <a:prstGeom prst="rect">
              <a:avLst/>
            </a:prstGeom>
            <a:solidFill>
              <a:srgbClr val="81AE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0" name="rc2250"/>
            <p:cNvSpPr/>
            <p:nvPr/>
          </p:nvSpPr>
          <p:spPr>
            <a:xfrm>
              <a:off x="1523547" y="5041599"/>
              <a:ext cx="173347" cy="101235"/>
            </a:xfrm>
            <a:prstGeom prst="rect">
              <a:avLst/>
            </a:prstGeom>
            <a:solidFill>
              <a:srgbClr val="EAF6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1" name="rc2251"/>
            <p:cNvSpPr/>
            <p:nvPr/>
          </p:nvSpPr>
          <p:spPr>
            <a:xfrm>
              <a:off x="1523547" y="6155186"/>
              <a:ext cx="173347" cy="101235"/>
            </a:xfrm>
            <a:prstGeom prst="rect">
              <a:avLst/>
            </a:prstGeom>
            <a:solidFill>
              <a:srgbClr val="87B4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2" name="rc2252"/>
            <p:cNvSpPr/>
            <p:nvPr/>
          </p:nvSpPr>
          <p:spPr>
            <a:xfrm>
              <a:off x="1523547" y="6661362"/>
              <a:ext cx="173347" cy="101235"/>
            </a:xfrm>
            <a:prstGeom prst="rect">
              <a:avLst/>
            </a:prstGeom>
            <a:solidFill>
              <a:srgbClr val="CAE4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3" name="rc2253"/>
            <p:cNvSpPr/>
            <p:nvPr/>
          </p:nvSpPr>
          <p:spPr>
            <a:xfrm>
              <a:off x="1523547" y="7370008"/>
              <a:ext cx="173347" cy="101235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4" name="rc2254"/>
            <p:cNvSpPr/>
            <p:nvPr/>
          </p:nvSpPr>
          <p:spPr>
            <a:xfrm>
              <a:off x="1523547" y="6965067"/>
              <a:ext cx="173347" cy="101235"/>
            </a:xfrm>
            <a:prstGeom prst="rect">
              <a:avLst/>
            </a:prstGeom>
            <a:solidFill>
              <a:srgbClr val="84B0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5" name="rc2255"/>
            <p:cNvSpPr/>
            <p:nvPr/>
          </p:nvSpPr>
          <p:spPr>
            <a:xfrm>
              <a:off x="1523547" y="6256421"/>
              <a:ext cx="173347" cy="101235"/>
            </a:xfrm>
            <a:prstGeom prst="rect">
              <a:avLst/>
            </a:prstGeom>
            <a:solidFill>
              <a:srgbClr val="EBF6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6" name="rc2256"/>
            <p:cNvSpPr/>
            <p:nvPr/>
          </p:nvSpPr>
          <p:spPr>
            <a:xfrm>
              <a:off x="1523547" y="4940363"/>
              <a:ext cx="173347" cy="101235"/>
            </a:xfrm>
            <a:prstGeom prst="rect">
              <a:avLst/>
            </a:prstGeom>
            <a:solidFill>
              <a:srgbClr val="719D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7" name="rc2257"/>
            <p:cNvSpPr/>
            <p:nvPr/>
          </p:nvSpPr>
          <p:spPr>
            <a:xfrm>
              <a:off x="1523547" y="7066302"/>
              <a:ext cx="173347" cy="101235"/>
            </a:xfrm>
            <a:prstGeom prst="rect">
              <a:avLst/>
            </a:prstGeom>
            <a:solidFill>
              <a:srgbClr val="87B4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8" name="rc2258"/>
            <p:cNvSpPr/>
            <p:nvPr/>
          </p:nvSpPr>
          <p:spPr>
            <a:xfrm>
              <a:off x="1523547" y="6762597"/>
              <a:ext cx="173347" cy="101235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9" name="rc2259"/>
            <p:cNvSpPr/>
            <p:nvPr/>
          </p:nvSpPr>
          <p:spPr>
            <a:xfrm>
              <a:off x="1523547" y="6560126"/>
              <a:ext cx="173347" cy="101235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0" name="rc2260"/>
            <p:cNvSpPr/>
            <p:nvPr/>
          </p:nvSpPr>
          <p:spPr>
            <a:xfrm>
              <a:off x="1696894" y="5244069"/>
              <a:ext cx="173347" cy="101235"/>
            </a:xfrm>
            <a:prstGeom prst="rect">
              <a:avLst/>
            </a:prstGeom>
            <a:solidFill>
              <a:srgbClr val="F0F9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1" name="rc2261"/>
            <p:cNvSpPr/>
            <p:nvPr/>
          </p:nvSpPr>
          <p:spPr>
            <a:xfrm>
              <a:off x="1696894" y="6458891"/>
              <a:ext cx="173347" cy="101235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2" name="rc2262"/>
            <p:cNvSpPr/>
            <p:nvPr/>
          </p:nvSpPr>
          <p:spPr>
            <a:xfrm>
              <a:off x="1696894" y="6863832"/>
              <a:ext cx="173347" cy="101235"/>
            </a:xfrm>
            <a:prstGeom prst="rect">
              <a:avLst/>
            </a:prstGeom>
            <a:solidFill>
              <a:srgbClr val="FFF9B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3" name="rc2263"/>
            <p:cNvSpPr/>
            <p:nvPr/>
          </p:nvSpPr>
          <p:spPr>
            <a:xfrm>
              <a:off x="1696894" y="7471243"/>
              <a:ext cx="173347" cy="101235"/>
            </a:xfrm>
            <a:prstGeom prst="rect">
              <a:avLst/>
            </a:prstGeom>
            <a:solidFill>
              <a:srgbClr val="EFF8D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4" name="rc2264"/>
            <p:cNvSpPr/>
            <p:nvPr/>
          </p:nvSpPr>
          <p:spPr>
            <a:xfrm>
              <a:off x="1696894" y="4839128"/>
              <a:ext cx="173347" cy="101235"/>
            </a:xfrm>
            <a:prstGeom prst="rect">
              <a:avLst/>
            </a:prstGeom>
            <a:solidFill>
              <a:srgbClr val="C2DEE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5" name="rc2265"/>
            <p:cNvSpPr/>
            <p:nvPr/>
          </p:nvSpPr>
          <p:spPr>
            <a:xfrm>
              <a:off x="1696894" y="7167537"/>
              <a:ext cx="173347" cy="101235"/>
            </a:xfrm>
            <a:prstGeom prst="rect">
              <a:avLst/>
            </a:prstGeom>
            <a:solidFill>
              <a:srgbClr val="94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6" name="rc2266"/>
            <p:cNvSpPr/>
            <p:nvPr/>
          </p:nvSpPr>
          <p:spPr>
            <a:xfrm>
              <a:off x="1696894" y="5345304"/>
              <a:ext cx="173347" cy="101235"/>
            </a:xfrm>
            <a:prstGeom prst="rect">
              <a:avLst/>
            </a:prstGeom>
            <a:solidFill>
              <a:srgbClr val="E2F4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7" name="rc2267"/>
            <p:cNvSpPr/>
            <p:nvPr/>
          </p:nvSpPr>
          <p:spPr>
            <a:xfrm>
              <a:off x="1696894" y="4535423"/>
              <a:ext cx="173347" cy="101235"/>
            </a:xfrm>
            <a:prstGeom prst="rect">
              <a:avLst/>
            </a:prstGeom>
            <a:solidFill>
              <a:srgbClr val="81AE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8" name="rc2268"/>
            <p:cNvSpPr/>
            <p:nvPr/>
          </p:nvSpPr>
          <p:spPr>
            <a:xfrm>
              <a:off x="1696894" y="5547775"/>
              <a:ext cx="173347" cy="101235"/>
            </a:xfrm>
            <a:prstGeom prst="rect">
              <a:avLst/>
            </a:prstGeom>
            <a:solidFill>
              <a:srgbClr val="FFFDB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9" name="rc2269"/>
            <p:cNvSpPr/>
            <p:nvPr/>
          </p:nvSpPr>
          <p:spPr>
            <a:xfrm>
              <a:off x="1696894" y="7268773"/>
              <a:ext cx="173347" cy="101235"/>
            </a:xfrm>
            <a:prstGeom prst="rect">
              <a:avLst/>
            </a:prstGeom>
            <a:solidFill>
              <a:srgbClr val="8EBC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0" name="rc2270"/>
            <p:cNvSpPr/>
            <p:nvPr/>
          </p:nvSpPr>
          <p:spPr>
            <a:xfrm>
              <a:off x="1696894" y="4636658"/>
              <a:ext cx="173347" cy="101235"/>
            </a:xfrm>
            <a:prstGeom prst="rect">
              <a:avLst/>
            </a:prstGeom>
            <a:solidFill>
              <a:srgbClr val="E4F4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1" name="rc2271"/>
            <p:cNvSpPr/>
            <p:nvPr/>
          </p:nvSpPr>
          <p:spPr>
            <a:xfrm>
              <a:off x="1696894" y="5952715"/>
              <a:ext cx="173347" cy="101235"/>
            </a:xfrm>
            <a:prstGeom prst="rect">
              <a:avLst/>
            </a:prstGeom>
            <a:solidFill>
              <a:srgbClr val="C9E4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2" name="rc2272"/>
            <p:cNvSpPr/>
            <p:nvPr/>
          </p:nvSpPr>
          <p:spPr>
            <a:xfrm>
              <a:off x="1696894" y="6357656"/>
              <a:ext cx="173347" cy="101235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3" name="rc2273"/>
            <p:cNvSpPr/>
            <p:nvPr/>
          </p:nvSpPr>
          <p:spPr>
            <a:xfrm>
              <a:off x="1696894" y="4434187"/>
              <a:ext cx="173347" cy="101235"/>
            </a:xfrm>
            <a:prstGeom prst="rect">
              <a:avLst/>
            </a:prstGeom>
            <a:solidFill>
              <a:srgbClr val="BAD9E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4" name="rc2274"/>
            <p:cNvSpPr/>
            <p:nvPr/>
          </p:nvSpPr>
          <p:spPr>
            <a:xfrm>
              <a:off x="1696894" y="4737893"/>
              <a:ext cx="173347" cy="101235"/>
            </a:xfrm>
            <a:prstGeom prst="rect">
              <a:avLst/>
            </a:prstGeom>
            <a:solidFill>
              <a:srgbClr val="75A1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5" name="rc2275"/>
            <p:cNvSpPr/>
            <p:nvPr/>
          </p:nvSpPr>
          <p:spPr>
            <a:xfrm>
              <a:off x="1696894" y="6053950"/>
              <a:ext cx="173347" cy="101235"/>
            </a:xfrm>
            <a:prstGeom prst="rect">
              <a:avLst/>
            </a:prstGeom>
            <a:solidFill>
              <a:srgbClr val="F4FA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6" name="rc2276"/>
            <p:cNvSpPr/>
            <p:nvPr/>
          </p:nvSpPr>
          <p:spPr>
            <a:xfrm>
              <a:off x="1696894" y="5750245"/>
              <a:ext cx="173347" cy="101235"/>
            </a:xfrm>
            <a:prstGeom prst="rect">
              <a:avLst/>
            </a:prstGeom>
            <a:solidFill>
              <a:srgbClr val="DAEF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7" name="rc2277"/>
            <p:cNvSpPr/>
            <p:nvPr/>
          </p:nvSpPr>
          <p:spPr>
            <a:xfrm>
              <a:off x="1696894" y="5446539"/>
              <a:ext cx="173347" cy="101235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8" name="rc2278"/>
            <p:cNvSpPr/>
            <p:nvPr/>
          </p:nvSpPr>
          <p:spPr>
            <a:xfrm>
              <a:off x="1696894" y="5851480"/>
              <a:ext cx="173347" cy="101235"/>
            </a:xfrm>
            <a:prstGeom prst="rect">
              <a:avLst/>
            </a:prstGeom>
            <a:solidFill>
              <a:srgbClr val="E0F3F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9" name="rc2279"/>
            <p:cNvSpPr/>
            <p:nvPr/>
          </p:nvSpPr>
          <p:spPr>
            <a:xfrm>
              <a:off x="1696894" y="5649010"/>
              <a:ext cx="173347" cy="101235"/>
            </a:xfrm>
            <a:prstGeom prst="rect">
              <a:avLst/>
            </a:prstGeom>
            <a:solidFill>
              <a:srgbClr val="DEF1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0" name="rc2280"/>
            <p:cNvSpPr/>
            <p:nvPr/>
          </p:nvSpPr>
          <p:spPr>
            <a:xfrm>
              <a:off x="1696894" y="5041599"/>
              <a:ext cx="173347" cy="101235"/>
            </a:xfrm>
            <a:prstGeom prst="rect">
              <a:avLst/>
            </a:prstGeom>
            <a:solidFill>
              <a:srgbClr val="FFF9B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1" name="rc2281"/>
            <p:cNvSpPr/>
            <p:nvPr/>
          </p:nvSpPr>
          <p:spPr>
            <a:xfrm>
              <a:off x="1696894" y="6155186"/>
              <a:ext cx="173347" cy="101235"/>
            </a:xfrm>
            <a:prstGeom prst="rect">
              <a:avLst/>
            </a:prstGeom>
            <a:solidFill>
              <a:srgbClr val="7DA9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2" name="rc2282"/>
            <p:cNvSpPr/>
            <p:nvPr/>
          </p:nvSpPr>
          <p:spPr>
            <a:xfrm>
              <a:off x="1696894" y="6661362"/>
              <a:ext cx="173347" cy="101235"/>
            </a:xfrm>
            <a:prstGeom prst="rect">
              <a:avLst/>
            </a:prstGeom>
            <a:solidFill>
              <a:srgbClr val="74A0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3" name="rc2283"/>
            <p:cNvSpPr/>
            <p:nvPr/>
          </p:nvSpPr>
          <p:spPr>
            <a:xfrm>
              <a:off x="1696894" y="6965067"/>
              <a:ext cx="173347" cy="101235"/>
            </a:xfrm>
            <a:prstGeom prst="rect">
              <a:avLst/>
            </a:prstGeom>
            <a:solidFill>
              <a:srgbClr val="7CA9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4" name="rc2284"/>
            <p:cNvSpPr/>
            <p:nvPr/>
          </p:nvSpPr>
          <p:spPr>
            <a:xfrm>
              <a:off x="1696894" y="4940363"/>
              <a:ext cx="173347" cy="101235"/>
            </a:xfrm>
            <a:prstGeom prst="rect">
              <a:avLst/>
            </a:prstGeom>
            <a:solidFill>
              <a:srgbClr val="6F9B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5" name="rc2285"/>
            <p:cNvSpPr/>
            <p:nvPr/>
          </p:nvSpPr>
          <p:spPr>
            <a:xfrm>
              <a:off x="1696894" y="7066302"/>
              <a:ext cx="173347" cy="101235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6" name="rc2286"/>
            <p:cNvSpPr/>
            <p:nvPr/>
          </p:nvSpPr>
          <p:spPr>
            <a:xfrm>
              <a:off x="1696894" y="6762597"/>
              <a:ext cx="173347" cy="101235"/>
            </a:xfrm>
            <a:prstGeom prst="rect">
              <a:avLst/>
            </a:prstGeom>
            <a:solidFill>
              <a:srgbClr val="C8E3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7" name="rc2287"/>
            <p:cNvSpPr/>
            <p:nvPr/>
          </p:nvSpPr>
          <p:spPr>
            <a:xfrm>
              <a:off x="1696894" y="6560126"/>
              <a:ext cx="173347" cy="101235"/>
            </a:xfrm>
            <a:prstGeom prst="rect">
              <a:avLst/>
            </a:prstGeom>
            <a:solidFill>
              <a:srgbClr val="74A1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8" name="rc2288"/>
            <p:cNvSpPr/>
            <p:nvPr/>
          </p:nvSpPr>
          <p:spPr>
            <a:xfrm>
              <a:off x="1870242" y="5244069"/>
              <a:ext cx="173347" cy="101235"/>
            </a:xfrm>
            <a:prstGeom prst="rect">
              <a:avLst/>
            </a:prstGeom>
            <a:solidFill>
              <a:srgbClr val="FFF7B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9" name="rc2289"/>
            <p:cNvSpPr/>
            <p:nvPr/>
          </p:nvSpPr>
          <p:spPr>
            <a:xfrm>
              <a:off x="1870242" y="6458891"/>
              <a:ext cx="173347" cy="101235"/>
            </a:xfrm>
            <a:prstGeom prst="rect">
              <a:avLst/>
            </a:prstGeom>
            <a:solidFill>
              <a:srgbClr val="E1F3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0" name="rc2290"/>
            <p:cNvSpPr/>
            <p:nvPr/>
          </p:nvSpPr>
          <p:spPr>
            <a:xfrm>
              <a:off x="1870242" y="6863832"/>
              <a:ext cx="173347" cy="101235"/>
            </a:xfrm>
            <a:prstGeom prst="rect">
              <a:avLst/>
            </a:prstGeom>
            <a:solidFill>
              <a:srgbClr val="FD975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1" name="rc2291"/>
            <p:cNvSpPr/>
            <p:nvPr/>
          </p:nvSpPr>
          <p:spPr>
            <a:xfrm>
              <a:off x="1870242" y="7471243"/>
              <a:ext cx="173347" cy="101235"/>
            </a:xfrm>
            <a:prstGeom prst="rect">
              <a:avLst/>
            </a:prstGeom>
            <a:solidFill>
              <a:srgbClr val="8DBB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2" name="rc2292"/>
            <p:cNvSpPr/>
            <p:nvPr/>
          </p:nvSpPr>
          <p:spPr>
            <a:xfrm>
              <a:off x="1870242" y="4839128"/>
              <a:ext cx="173347" cy="101235"/>
            </a:xfrm>
            <a:prstGeom prst="rect">
              <a:avLst/>
            </a:prstGeom>
            <a:solidFill>
              <a:srgbClr val="B3D4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3" name="rc2293"/>
            <p:cNvSpPr/>
            <p:nvPr/>
          </p:nvSpPr>
          <p:spPr>
            <a:xfrm>
              <a:off x="1870242" y="7167537"/>
              <a:ext cx="173347" cy="101235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4" name="rc2294"/>
            <p:cNvSpPr/>
            <p:nvPr/>
          </p:nvSpPr>
          <p:spPr>
            <a:xfrm>
              <a:off x="1870242" y="5345304"/>
              <a:ext cx="173347" cy="101235"/>
            </a:xfrm>
            <a:prstGeom prst="rect">
              <a:avLst/>
            </a:prstGeom>
            <a:solidFill>
              <a:srgbClr val="87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5" name="rc2295"/>
            <p:cNvSpPr/>
            <p:nvPr/>
          </p:nvSpPr>
          <p:spPr>
            <a:xfrm>
              <a:off x="1870242" y="4535423"/>
              <a:ext cx="173347" cy="101235"/>
            </a:xfrm>
            <a:prstGeom prst="rect">
              <a:avLst/>
            </a:prstGeom>
            <a:solidFill>
              <a:srgbClr val="85B2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6" name="rc2296"/>
            <p:cNvSpPr/>
            <p:nvPr/>
          </p:nvSpPr>
          <p:spPr>
            <a:xfrm>
              <a:off x="1870242" y="5547775"/>
              <a:ext cx="173347" cy="101235"/>
            </a:xfrm>
            <a:prstGeom prst="rect">
              <a:avLst/>
            </a:prstGeom>
            <a:solidFill>
              <a:srgbClr val="FFFCB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7" name="rc2297"/>
            <p:cNvSpPr/>
            <p:nvPr/>
          </p:nvSpPr>
          <p:spPr>
            <a:xfrm>
              <a:off x="1870242" y="7268773"/>
              <a:ext cx="173347" cy="101235"/>
            </a:xfrm>
            <a:prstGeom prst="rect">
              <a:avLst/>
            </a:prstGeom>
            <a:solidFill>
              <a:srgbClr val="8AB7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8" name="rc2298"/>
            <p:cNvSpPr/>
            <p:nvPr/>
          </p:nvSpPr>
          <p:spPr>
            <a:xfrm>
              <a:off x="1870242" y="4636658"/>
              <a:ext cx="173347" cy="101235"/>
            </a:xfrm>
            <a:prstGeom prst="rect">
              <a:avLst/>
            </a:prstGeom>
            <a:solidFill>
              <a:srgbClr val="E4F4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9" name="rc2299"/>
            <p:cNvSpPr/>
            <p:nvPr/>
          </p:nvSpPr>
          <p:spPr>
            <a:xfrm>
              <a:off x="1870242" y="5952715"/>
              <a:ext cx="173347" cy="101235"/>
            </a:xfrm>
            <a:prstGeom prst="rect">
              <a:avLst/>
            </a:prstGeom>
            <a:solidFill>
              <a:srgbClr val="6F9B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0" name="rc2300"/>
            <p:cNvSpPr/>
            <p:nvPr/>
          </p:nvSpPr>
          <p:spPr>
            <a:xfrm>
              <a:off x="1870242" y="6357656"/>
              <a:ext cx="173347" cy="101235"/>
            </a:xfrm>
            <a:prstGeom prst="rect">
              <a:avLst/>
            </a:prstGeom>
            <a:solidFill>
              <a:srgbClr val="729E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1" name="rc2301"/>
            <p:cNvSpPr/>
            <p:nvPr/>
          </p:nvSpPr>
          <p:spPr>
            <a:xfrm>
              <a:off x="1870242" y="4434187"/>
              <a:ext cx="173347" cy="101235"/>
            </a:xfrm>
            <a:prstGeom prst="rect">
              <a:avLst/>
            </a:prstGeom>
            <a:solidFill>
              <a:srgbClr val="6C99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2" name="rc2302"/>
            <p:cNvSpPr/>
            <p:nvPr/>
          </p:nvSpPr>
          <p:spPr>
            <a:xfrm>
              <a:off x="1870242" y="4737893"/>
              <a:ext cx="173347" cy="101235"/>
            </a:xfrm>
            <a:prstGeom prst="rect">
              <a:avLst/>
            </a:prstGeom>
            <a:solidFill>
              <a:srgbClr val="BEDC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3" name="rc2303"/>
            <p:cNvSpPr/>
            <p:nvPr/>
          </p:nvSpPr>
          <p:spPr>
            <a:xfrm>
              <a:off x="1870242" y="6053950"/>
              <a:ext cx="173347" cy="101235"/>
            </a:xfrm>
            <a:prstGeom prst="rect">
              <a:avLst/>
            </a:prstGeom>
            <a:solidFill>
              <a:srgbClr val="FFF7B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4" name="rc2304"/>
            <p:cNvSpPr/>
            <p:nvPr/>
          </p:nvSpPr>
          <p:spPr>
            <a:xfrm>
              <a:off x="1870242" y="5750245"/>
              <a:ext cx="173347" cy="101235"/>
            </a:xfrm>
            <a:prstGeom prst="rect">
              <a:avLst/>
            </a:prstGeom>
            <a:solidFill>
              <a:srgbClr val="80AD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5" name="rc2305"/>
            <p:cNvSpPr/>
            <p:nvPr/>
          </p:nvSpPr>
          <p:spPr>
            <a:xfrm>
              <a:off x="1870242" y="5446539"/>
              <a:ext cx="173347" cy="101235"/>
            </a:xfrm>
            <a:prstGeom prst="rect">
              <a:avLst/>
            </a:prstGeom>
            <a:solidFill>
              <a:srgbClr val="81AE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6" name="rc2306"/>
            <p:cNvSpPr/>
            <p:nvPr/>
          </p:nvSpPr>
          <p:spPr>
            <a:xfrm>
              <a:off x="1870242" y="5851480"/>
              <a:ext cx="173347" cy="101235"/>
            </a:xfrm>
            <a:prstGeom prst="rect">
              <a:avLst/>
            </a:prstGeom>
            <a:solidFill>
              <a:srgbClr val="D6EC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7" name="rc2307"/>
            <p:cNvSpPr/>
            <p:nvPr/>
          </p:nvSpPr>
          <p:spPr>
            <a:xfrm>
              <a:off x="1870242" y="5142834"/>
              <a:ext cx="173347" cy="101235"/>
            </a:xfrm>
            <a:prstGeom prst="rect">
              <a:avLst/>
            </a:prstGeom>
            <a:solidFill>
              <a:srgbClr val="82AE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8" name="rc2308"/>
            <p:cNvSpPr/>
            <p:nvPr/>
          </p:nvSpPr>
          <p:spPr>
            <a:xfrm>
              <a:off x="1870242" y="5649010"/>
              <a:ext cx="173347" cy="101235"/>
            </a:xfrm>
            <a:prstGeom prst="rect">
              <a:avLst/>
            </a:prstGeom>
            <a:solidFill>
              <a:srgbClr val="79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9" name="rc2309"/>
            <p:cNvSpPr/>
            <p:nvPr/>
          </p:nvSpPr>
          <p:spPr>
            <a:xfrm>
              <a:off x="1870242" y="5041599"/>
              <a:ext cx="173347" cy="101235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0" name="rc2310"/>
            <p:cNvSpPr/>
            <p:nvPr/>
          </p:nvSpPr>
          <p:spPr>
            <a:xfrm>
              <a:off x="1870242" y="6155186"/>
              <a:ext cx="173347" cy="101235"/>
            </a:xfrm>
            <a:prstGeom prst="rect">
              <a:avLst/>
            </a:prstGeom>
            <a:solidFill>
              <a:srgbClr val="DCF0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1" name="rc2311"/>
            <p:cNvSpPr/>
            <p:nvPr/>
          </p:nvSpPr>
          <p:spPr>
            <a:xfrm>
              <a:off x="1870242" y="6661362"/>
              <a:ext cx="173347" cy="101235"/>
            </a:xfrm>
            <a:prstGeom prst="rect">
              <a:avLst/>
            </a:prstGeom>
            <a:solidFill>
              <a:srgbClr val="7A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2" name="rc2312"/>
            <p:cNvSpPr/>
            <p:nvPr/>
          </p:nvSpPr>
          <p:spPr>
            <a:xfrm>
              <a:off x="1870242" y="7370008"/>
              <a:ext cx="173347" cy="101235"/>
            </a:xfrm>
            <a:prstGeom prst="rect">
              <a:avLst/>
            </a:prstGeom>
            <a:solidFill>
              <a:srgbClr val="8AB7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3" name="rc2313"/>
            <p:cNvSpPr/>
            <p:nvPr/>
          </p:nvSpPr>
          <p:spPr>
            <a:xfrm>
              <a:off x="1870242" y="6965067"/>
              <a:ext cx="173347" cy="101235"/>
            </a:xfrm>
            <a:prstGeom prst="rect">
              <a:avLst/>
            </a:prstGeom>
            <a:solidFill>
              <a:srgbClr val="7CA9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4" name="rc2314"/>
            <p:cNvSpPr/>
            <p:nvPr/>
          </p:nvSpPr>
          <p:spPr>
            <a:xfrm>
              <a:off x="1870242" y="4940363"/>
              <a:ext cx="173347" cy="101235"/>
            </a:xfrm>
            <a:prstGeom prst="rect">
              <a:avLst/>
            </a:prstGeom>
            <a:solidFill>
              <a:srgbClr val="5A87B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5" name="rc2315"/>
            <p:cNvSpPr/>
            <p:nvPr/>
          </p:nvSpPr>
          <p:spPr>
            <a:xfrm>
              <a:off x="1870242" y="7066302"/>
              <a:ext cx="173347" cy="101235"/>
            </a:xfrm>
            <a:prstGeom prst="rect">
              <a:avLst/>
            </a:prstGeom>
            <a:solidFill>
              <a:srgbClr val="7EA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6" name="rc2316"/>
            <p:cNvSpPr/>
            <p:nvPr/>
          </p:nvSpPr>
          <p:spPr>
            <a:xfrm>
              <a:off x="1870242" y="6762597"/>
              <a:ext cx="173347" cy="101235"/>
            </a:xfrm>
            <a:prstGeom prst="rect">
              <a:avLst/>
            </a:prstGeom>
            <a:solidFill>
              <a:srgbClr val="F3FA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7" name="rc2317"/>
            <p:cNvSpPr/>
            <p:nvPr/>
          </p:nvSpPr>
          <p:spPr>
            <a:xfrm>
              <a:off x="1870242" y="6560126"/>
              <a:ext cx="173347" cy="101235"/>
            </a:xfrm>
            <a:prstGeom prst="rect">
              <a:avLst/>
            </a:prstGeom>
            <a:solidFill>
              <a:srgbClr val="729E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8" name="rc2318"/>
            <p:cNvSpPr/>
            <p:nvPr/>
          </p:nvSpPr>
          <p:spPr>
            <a:xfrm>
              <a:off x="2043589" y="5244069"/>
              <a:ext cx="173347" cy="101235"/>
            </a:xfrm>
            <a:prstGeom prst="rect">
              <a:avLst/>
            </a:prstGeom>
            <a:solidFill>
              <a:srgbClr val="68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9" name="rc2319"/>
            <p:cNvSpPr/>
            <p:nvPr/>
          </p:nvSpPr>
          <p:spPr>
            <a:xfrm>
              <a:off x="2043589" y="6458891"/>
              <a:ext cx="173347" cy="101235"/>
            </a:xfrm>
            <a:prstGeom prst="rect">
              <a:avLst/>
            </a:prstGeom>
            <a:solidFill>
              <a:srgbClr val="88B6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0" name="rc2320"/>
            <p:cNvSpPr/>
            <p:nvPr/>
          </p:nvSpPr>
          <p:spPr>
            <a:xfrm>
              <a:off x="2043589" y="6863832"/>
              <a:ext cx="173347" cy="101235"/>
            </a:xfrm>
            <a:prstGeom prst="rect">
              <a:avLst/>
            </a:prstGeom>
            <a:solidFill>
              <a:srgbClr val="E2F4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1" name="rc2321"/>
            <p:cNvSpPr/>
            <p:nvPr/>
          </p:nvSpPr>
          <p:spPr>
            <a:xfrm>
              <a:off x="2043589" y="7471243"/>
              <a:ext cx="173347" cy="101235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2" name="rc2322"/>
            <p:cNvSpPr/>
            <p:nvPr/>
          </p:nvSpPr>
          <p:spPr>
            <a:xfrm>
              <a:off x="2043589" y="4839128"/>
              <a:ext cx="173347" cy="101235"/>
            </a:xfrm>
            <a:prstGeom prst="rect">
              <a:avLst/>
            </a:prstGeom>
            <a:solidFill>
              <a:srgbClr val="C7E2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3" name="rc2323"/>
            <p:cNvSpPr/>
            <p:nvPr/>
          </p:nvSpPr>
          <p:spPr>
            <a:xfrm>
              <a:off x="2043589" y="7167537"/>
              <a:ext cx="173347" cy="101235"/>
            </a:xfrm>
            <a:prstGeom prst="rect">
              <a:avLst/>
            </a:prstGeom>
            <a:solidFill>
              <a:srgbClr val="95C2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4" name="rc2324"/>
            <p:cNvSpPr/>
            <p:nvPr/>
          </p:nvSpPr>
          <p:spPr>
            <a:xfrm>
              <a:off x="2043589" y="5345304"/>
              <a:ext cx="173347" cy="101235"/>
            </a:xfrm>
            <a:prstGeom prst="rect">
              <a:avLst/>
            </a:prstGeom>
            <a:solidFill>
              <a:srgbClr val="89B6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5" name="rc2325"/>
            <p:cNvSpPr/>
            <p:nvPr/>
          </p:nvSpPr>
          <p:spPr>
            <a:xfrm>
              <a:off x="2043589" y="4535423"/>
              <a:ext cx="173347" cy="101235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6" name="rc2326"/>
            <p:cNvSpPr/>
            <p:nvPr/>
          </p:nvSpPr>
          <p:spPr>
            <a:xfrm>
              <a:off x="2043589" y="5547775"/>
              <a:ext cx="173347" cy="101235"/>
            </a:xfrm>
            <a:prstGeom prst="rect">
              <a:avLst/>
            </a:prstGeom>
            <a:solidFill>
              <a:srgbClr val="95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7" name="rc2327"/>
            <p:cNvSpPr/>
            <p:nvPr/>
          </p:nvSpPr>
          <p:spPr>
            <a:xfrm>
              <a:off x="2043589" y="7268773"/>
              <a:ext cx="173347" cy="101235"/>
            </a:xfrm>
            <a:prstGeom prst="rect">
              <a:avLst/>
            </a:prstGeom>
            <a:solidFill>
              <a:srgbClr val="89B6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8" name="rc2328"/>
            <p:cNvSpPr/>
            <p:nvPr/>
          </p:nvSpPr>
          <p:spPr>
            <a:xfrm>
              <a:off x="2043589" y="4636658"/>
              <a:ext cx="173347" cy="101235"/>
            </a:xfrm>
            <a:prstGeom prst="rect">
              <a:avLst/>
            </a:prstGeom>
            <a:solidFill>
              <a:srgbClr val="E3F4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9" name="rc2329"/>
            <p:cNvSpPr/>
            <p:nvPr/>
          </p:nvSpPr>
          <p:spPr>
            <a:xfrm>
              <a:off x="2043589" y="5952715"/>
              <a:ext cx="173347" cy="101235"/>
            </a:xfrm>
            <a:prstGeom prst="rect">
              <a:avLst/>
            </a:prstGeom>
            <a:solidFill>
              <a:srgbClr val="B2D4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0" name="rc2330"/>
            <p:cNvSpPr/>
            <p:nvPr/>
          </p:nvSpPr>
          <p:spPr>
            <a:xfrm>
              <a:off x="2043589" y="6357656"/>
              <a:ext cx="173347" cy="101235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1" name="rc2331"/>
            <p:cNvSpPr/>
            <p:nvPr/>
          </p:nvSpPr>
          <p:spPr>
            <a:xfrm>
              <a:off x="2043589" y="4434187"/>
              <a:ext cx="173347" cy="101235"/>
            </a:xfrm>
            <a:prstGeom prst="rect">
              <a:avLst/>
            </a:prstGeom>
            <a:solidFill>
              <a:srgbClr val="6591C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2" name="rc2332"/>
            <p:cNvSpPr/>
            <p:nvPr/>
          </p:nvSpPr>
          <p:spPr>
            <a:xfrm>
              <a:off x="2043589" y="4737893"/>
              <a:ext cx="173347" cy="101235"/>
            </a:xfrm>
            <a:prstGeom prst="rect">
              <a:avLst/>
            </a:prstGeom>
            <a:solidFill>
              <a:srgbClr val="719D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3" name="rc2333"/>
            <p:cNvSpPr/>
            <p:nvPr/>
          </p:nvSpPr>
          <p:spPr>
            <a:xfrm>
              <a:off x="2043589" y="6053950"/>
              <a:ext cx="173347" cy="101235"/>
            </a:xfrm>
            <a:prstGeom prst="rect">
              <a:avLst/>
            </a:prstGeom>
            <a:solidFill>
              <a:srgbClr val="6B97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4" name="rc2334"/>
            <p:cNvSpPr/>
            <p:nvPr/>
          </p:nvSpPr>
          <p:spPr>
            <a:xfrm>
              <a:off x="2043589" y="5750245"/>
              <a:ext cx="173347" cy="101235"/>
            </a:xfrm>
            <a:prstGeom prst="rect">
              <a:avLst/>
            </a:prstGeom>
            <a:solidFill>
              <a:srgbClr val="F8FC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5" name="rc2335"/>
            <p:cNvSpPr/>
            <p:nvPr/>
          </p:nvSpPr>
          <p:spPr>
            <a:xfrm>
              <a:off x="2043589" y="5446539"/>
              <a:ext cx="173347" cy="101235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6" name="rc2336"/>
            <p:cNvSpPr/>
            <p:nvPr/>
          </p:nvSpPr>
          <p:spPr>
            <a:xfrm>
              <a:off x="2043589" y="5851480"/>
              <a:ext cx="173347" cy="101235"/>
            </a:xfrm>
            <a:prstGeom prst="rect">
              <a:avLst/>
            </a:prstGeom>
            <a:solidFill>
              <a:srgbClr val="75A1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7" name="rc2337"/>
            <p:cNvSpPr/>
            <p:nvPr/>
          </p:nvSpPr>
          <p:spPr>
            <a:xfrm>
              <a:off x="2043589" y="5649010"/>
              <a:ext cx="173347" cy="101235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8" name="rc2338"/>
            <p:cNvSpPr/>
            <p:nvPr/>
          </p:nvSpPr>
          <p:spPr>
            <a:xfrm>
              <a:off x="2043589" y="5041599"/>
              <a:ext cx="173347" cy="101235"/>
            </a:xfrm>
            <a:prstGeom prst="rect">
              <a:avLst/>
            </a:prstGeom>
            <a:solidFill>
              <a:srgbClr val="507EB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9" name="rc2339"/>
            <p:cNvSpPr/>
            <p:nvPr/>
          </p:nvSpPr>
          <p:spPr>
            <a:xfrm>
              <a:off x="2043589" y="6155186"/>
              <a:ext cx="173347" cy="101235"/>
            </a:xfrm>
            <a:prstGeom prst="rect">
              <a:avLst/>
            </a:prstGeom>
            <a:solidFill>
              <a:srgbClr val="7FA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0" name="rc2340"/>
            <p:cNvSpPr/>
            <p:nvPr/>
          </p:nvSpPr>
          <p:spPr>
            <a:xfrm>
              <a:off x="2043589" y="6661362"/>
              <a:ext cx="173347" cy="101235"/>
            </a:xfrm>
            <a:prstGeom prst="rect">
              <a:avLst/>
            </a:prstGeom>
            <a:solidFill>
              <a:srgbClr val="CCE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1" name="rc2341"/>
            <p:cNvSpPr/>
            <p:nvPr/>
          </p:nvSpPr>
          <p:spPr>
            <a:xfrm>
              <a:off x="2043589" y="7370008"/>
              <a:ext cx="173347" cy="101235"/>
            </a:xfrm>
            <a:prstGeom prst="rect">
              <a:avLst/>
            </a:prstGeom>
            <a:solidFill>
              <a:srgbClr val="89B6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2" name="rc2342"/>
            <p:cNvSpPr/>
            <p:nvPr/>
          </p:nvSpPr>
          <p:spPr>
            <a:xfrm>
              <a:off x="2043589" y="6965067"/>
              <a:ext cx="173347" cy="101235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3" name="rc2343"/>
            <p:cNvSpPr/>
            <p:nvPr/>
          </p:nvSpPr>
          <p:spPr>
            <a:xfrm>
              <a:off x="2043589" y="6256421"/>
              <a:ext cx="173347" cy="101235"/>
            </a:xfrm>
            <a:prstGeom prst="rect">
              <a:avLst/>
            </a:prstGeom>
            <a:solidFill>
              <a:srgbClr val="92C0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4" name="rc2344"/>
            <p:cNvSpPr/>
            <p:nvPr/>
          </p:nvSpPr>
          <p:spPr>
            <a:xfrm>
              <a:off x="2043589" y="4940363"/>
              <a:ext cx="173347" cy="101235"/>
            </a:xfrm>
            <a:prstGeom prst="rect">
              <a:avLst/>
            </a:prstGeom>
            <a:solidFill>
              <a:srgbClr val="6F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5" name="rc2345"/>
            <p:cNvSpPr/>
            <p:nvPr/>
          </p:nvSpPr>
          <p:spPr>
            <a:xfrm>
              <a:off x="2043589" y="7066302"/>
              <a:ext cx="173347" cy="101235"/>
            </a:xfrm>
            <a:prstGeom prst="rect">
              <a:avLst/>
            </a:prstGeom>
            <a:solidFill>
              <a:srgbClr val="D0E8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6" name="rc2346"/>
            <p:cNvSpPr/>
            <p:nvPr/>
          </p:nvSpPr>
          <p:spPr>
            <a:xfrm>
              <a:off x="2043589" y="6762597"/>
              <a:ext cx="173347" cy="101235"/>
            </a:xfrm>
            <a:prstGeom prst="rect">
              <a:avLst/>
            </a:prstGeom>
            <a:solidFill>
              <a:srgbClr val="719D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7" name="rc2347"/>
            <p:cNvSpPr/>
            <p:nvPr/>
          </p:nvSpPr>
          <p:spPr>
            <a:xfrm>
              <a:off x="2043589" y="6560126"/>
              <a:ext cx="173347" cy="101235"/>
            </a:xfrm>
            <a:prstGeom prst="rect">
              <a:avLst/>
            </a:prstGeom>
            <a:solidFill>
              <a:srgbClr val="6F9B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8" name="rc2348"/>
            <p:cNvSpPr/>
            <p:nvPr/>
          </p:nvSpPr>
          <p:spPr>
            <a:xfrm>
              <a:off x="2216937" y="5244069"/>
              <a:ext cx="173347" cy="101235"/>
            </a:xfrm>
            <a:prstGeom prst="rect">
              <a:avLst/>
            </a:prstGeom>
            <a:solidFill>
              <a:srgbClr val="6692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9" name="rc2349"/>
            <p:cNvSpPr/>
            <p:nvPr/>
          </p:nvSpPr>
          <p:spPr>
            <a:xfrm>
              <a:off x="2216937" y="6458891"/>
              <a:ext cx="173347" cy="101235"/>
            </a:xfrm>
            <a:prstGeom prst="rect">
              <a:avLst/>
            </a:prstGeom>
            <a:solidFill>
              <a:srgbClr val="E0F3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0" name="rc2350"/>
            <p:cNvSpPr/>
            <p:nvPr/>
          </p:nvSpPr>
          <p:spPr>
            <a:xfrm>
              <a:off x="2216937" y="6863832"/>
              <a:ext cx="173347" cy="101235"/>
            </a:xfrm>
            <a:prstGeom prst="rect">
              <a:avLst/>
            </a:prstGeom>
            <a:solidFill>
              <a:srgbClr val="8FBD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1" name="rc2351"/>
            <p:cNvSpPr/>
            <p:nvPr/>
          </p:nvSpPr>
          <p:spPr>
            <a:xfrm>
              <a:off x="2216937" y="7471243"/>
              <a:ext cx="173347" cy="101235"/>
            </a:xfrm>
            <a:prstGeom prst="rect">
              <a:avLst/>
            </a:prstGeom>
            <a:solidFill>
              <a:srgbClr val="9AC5D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2" name="rc2352"/>
            <p:cNvSpPr/>
            <p:nvPr/>
          </p:nvSpPr>
          <p:spPr>
            <a:xfrm>
              <a:off x="2216937" y="4839128"/>
              <a:ext cx="173347" cy="101235"/>
            </a:xfrm>
            <a:prstGeom prst="rect">
              <a:avLst/>
            </a:prstGeom>
            <a:solidFill>
              <a:srgbClr val="B0D3E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3" name="rc2353"/>
            <p:cNvSpPr/>
            <p:nvPr/>
          </p:nvSpPr>
          <p:spPr>
            <a:xfrm>
              <a:off x="2216937" y="7167537"/>
              <a:ext cx="173347" cy="101235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4" name="rc2354"/>
            <p:cNvSpPr/>
            <p:nvPr/>
          </p:nvSpPr>
          <p:spPr>
            <a:xfrm>
              <a:off x="2216937" y="5345304"/>
              <a:ext cx="173347" cy="101235"/>
            </a:xfrm>
            <a:prstGeom prst="rect">
              <a:avLst/>
            </a:prstGeom>
            <a:solidFill>
              <a:srgbClr val="E6F5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5" name="rc2355"/>
            <p:cNvSpPr/>
            <p:nvPr/>
          </p:nvSpPr>
          <p:spPr>
            <a:xfrm>
              <a:off x="2216937" y="4535423"/>
              <a:ext cx="173347" cy="101235"/>
            </a:xfrm>
            <a:prstGeom prst="rect">
              <a:avLst/>
            </a:prstGeom>
            <a:solidFill>
              <a:srgbClr val="FFF6B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6" name="rc2356"/>
            <p:cNvSpPr/>
            <p:nvPr/>
          </p:nvSpPr>
          <p:spPr>
            <a:xfrm>
              <a:off x="2216937" y="5547775"/>
              <a:ext cx="173347" cy="101235"/>
            </a:xfrm>
            <a:prstGeom prst="rect">
              <a:avLst/>
            </a:prstGeom>
            <a:solidFill>
              <a:srgbClr val="8DBA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7" name="rc2357"/>
            <p:cNvSpPr/>
            <p:nvPr/>
          </p:nvSpPr>
          <p:spPr>
            <a:xfrm>
              <a:off x="2216937" y="7268773"/>
              <a:ext cx="173347" cy="101235"/>
            </a:xfrm>
            <a:prstGeom prst="rect">
              <a:avLst/>
            </a:prstGeom>
            <a:solidFill>
              <a:srgbClr val="8BB9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8" name="rc2358"/>
            <p:cNvSpPr/>
            <p:nvPr/>
          </p:nvSpPr>
          <p:spPr>
            <a:xfrm>
              <a:off x="2216937" y="4636658"/>
              <a:ext cx="173347" cy="101235"/>
            </a:xfrm>
            <a:prstGeom prst="rect">
              <a:avLst/>
            </a:prstGeom>
            <a:solidFill>
              <a:srgbClr val="E0F3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9" name="rc2359"/>
            <p:cNvSpPr/>
            <p:nvPr/>
          </p:nvSpPr>
          <p:spPr>
            <a:xfrm>
              <a:off x="2216937" y="5952715"/>
              <a:ext cx="173347" cy="101235"/>
            </a:xfrm>
            <a:prstGeom prst="rect">
              <a:avLst/>
            </a:prstGeom>
            <a:solidFill>
              <a:srgbClr val="68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0" name="rc2360"/>
            <p:cNvSpPr/>
            <p:nvPr/>
          </p:nvSpPr>
          <p:spPr>
            <a:xfrm>
              <a:off x="2216937" y="6357656"/>
              <a:ext cx="173347" cy="101235"/>
            </a:xfrm>
            <a:prstGeom prst="rect">
              <a:avLst/>
            </a:prstGeom>
            <a:solidFill>
              <a:srgbClr val="C1DE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1" name="rc2361"/>
            <p:cNvSpPr/>
            <p:nvPr/>
          </p:nvSpPr>
          <p:spPr>
            <a:xfrm>
              <a:off x="2216937" y="4434187"/>
              <a:ext cx="173347" cy="101235"/>
            </a:xfrm>
            <a:prstGeom prst="rect">
              <a:avLst/>
            </a:prstGeom>
            <a:solidFill>
              <a:srgbClr val="FFF7B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2" name="rc2362"/>
            <p:cNvSpPr/>
            <p:nvPr/>
          </p:nvSpPr>
          <p:spPr>
            <a:xfrm>
              <a:off x="2216937" y="4737893"/>
              <a:ext cx="173347" cy="101235"/>
            </a:xfrm>
            <a:prstGeom prst="rect">
              <a:avLst/>
            </a:prstGeom>
            <a:solidFill>
              <a:srgbClr val="BCDB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3" name="rc2363"/>
            <p:cNvSpPr/>
            <p:nvPr/>
          </p:nvSpPr>
          <p:spPr>
            <a:xfrm>
              <a:off x="2216937" y="6053950"/>
              <a:ext cx="173347" cy="101235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4" name="rc2364"/>
            <p:cNvSpPr/>
            <p:nvPr/>
          </p:nvSpPr>
          <p:spPr>
            <a:xfrm>
              <a:off x="2216937" y="5750245"/>
              <a:ext cx="173347" cy="101235"/>
            </a:xfrm>
            <a:prstGeom prst="rect">
              <a:avLst/>
            </a:prstGeom>
            <a:solidFill>
              <a:srgbClr val="CBE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5" name="rc2365"/>
            <p:cNvSpPr/>
            <p:nvPr/>
          </p:nvSpPr>
          <p:spPr>
            <a:xfrm>
              <a:off x="2216937" y="5446539"/>
              <a:ext cx="173347" cy="101235"/>
            </a:xfrm>
            <a:prstGeom prst="rect">
              <a:avLst/>
            </a:prstGeom>
            <a:solidFill>
              <a:srgbClr val="E2F4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6" name="rc2366"/>
            <p:cNvSpPr/>
            <p:nvPr/>
          </p:nvSpPr>
          <p:spPr>
            <a:xfrm>
              <a:off x="2216937" y="5851480"/>
              <a:ext cx="173347" cy="101235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7" name="rc2367"/>
            <p:cNvSpPr/>
            <p:nvPr/>
          </p:nvSpPr>
          <p:spPr>
            <a:xfrm>
              <a:off x="2216937" y="5649010"/>
              <a:ext cx="173347" cy="101235"/>
            </a:xfrm>
            <a:prstGeom prst="rect">
              <a:avLst/>
            </a:prstGeom>
            <a:solidFill>
              <a:srgbClr val="83B0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8" name="rc2368"/>
            <p:cNvSpPr/>
            <p:nvPr/>
          </p:nvSpPr>
          <p:spPr>
            <a:xfrm>
              <a:off x="2216937" y="5041599"/>
              <a:ext cx="173347" cy="101235"/>
            </a:xfrm>
            <a:prstGeom prst="rect">
              <a:avLst/>
            </a:prstGeom>
            <a:solidFill>
              <a:srgbClr val="92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9" name="rc2369"/>
            <p:cNvSpPr/>
            <p:nvPr/>
          </p:nvSpPr>
          <p:spPr>
            <a:xfrm>
              <a:off x="2216937" y="6155186"/>
              <a:ext cx="173347" cy="101235"/>
            </a:xfrm>
            <a:prstGeom prst="rect">
              <a:avLst/>
            </a:prstGeom>
            <a:solidFill>
              <a:srgbClr val="FFE89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0" name="rc2370"/>
            <p:cNvSpPr/>
            <p:nvPr/>
          </p:nvSpPr>
          <p:spPr>
            <a:xfrm>
              <a:off x="2216937" y="6661362"/>
              <a:ext cx="173347" cy="101235"/>
            </a:xfrm>
            <a:prstGeom prst="rect">
              <a:avLst/>
            </a:prstGeom>
            <a:solidFill>
              <a:srgbClr val="CEE7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1" name="rc2371"/>
            <p:cNvSpPr/>
            <p:nvPr/>
          </p:nvSpPr>
          <p:spPr>
            <a:xfrm>
              <a:off x="2216937" y="7370008"/>
              <a:ext cx="173347" cy="101235"/>
            </a:xfrm>
            <a:prstGeom prst="rect">
              <a:avLst/>
            </a:prstGeom>
            <a:solidFill>
              <a:srgbClr val="8CB9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2" name="rc2372"/>
            <p:cNvSpPr/>
            <p:nvPr/>
          </p:nvSpPr>
          <p:spPr>
            <a:xfrm>
              <a:off x="2216937" y="6965067"/>
              <a:ext cx="173347" cy="101235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3" name="rc2373"/>
            <p:cNvSpPr/>
            <p:nvPr/>
          </p:nvSpPr>
          <p:spPr>
            <a:xfrm>
              <a:off x="2216937" y="6256421"/>
              <a:ext cx="173347" cy="101235"/>
            </a:xfrm>
            <a:prstGeom prst="rect">
              <a:avLst/>
            </a:prstGeom>
            <a:solidFill>
              <a:srgbClr val="94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4" name="rc2374"/>
            <p:cNvSpPr/>
            <p:nvPr/>
          </p:nvSpPr>
          <p:spPr>
            <a:xfrm>
              <a:off x="2216937" y="4940363"/>
              <a:ext cx="173347" cy="101235"/>
            </a:xfrm>
            <a:prstGeom prst="rect">
              <a:avLst/>
            </a:prstGeom>
            <a:solidFill>
              <a:srgbClr val="618DC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5" name="rc2375"/>
            <p:cNvSpPr/>
            <p:nvPr/>
          </p:nvSpPr>
          <p:spPr>
            <a:xfrm>
              <a:off x="2216937" y="6762597"/>
              <a:ext cx="173347" cy="101235"/>
            </a:xfrm>
            <a:prstGeom prst="rect">
              <a:avLst/>
            </a:prstGeom>
            <a:solidFill>
              <a:srgbClr val="C6E2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6" name="rc2376"/>
            <p:cNvSpPr/>
            <p:nvPr/>
          </p:nvSpPr>
          <p:spPr>
            <a:xfrm>
              <a:off x="2216937" y="6560126"/>
              <a:ext cx="173347" cy="101235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7" name="rc2377"/>
            <p:cNvSpPr/>
            <p:nvPr/>
          </p:nvSpPr>
          <p:spPr>
            <a:xfrm>
              <a:off x="2390284" y="5244069"/>
              <a:ext cx="173347" cy="101235"/>
            </a:xfrm>
            <a:prstGeom prst="rect">
              <a:avLst/>
            </a:prstGeom>
            <a:solidFill>
              <a:srgbClr val="6693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8" name="rc2378"/>
            <p:cNvSpPr/>
            <p:nvPr/>
          </p:nvSpPr>
          <p:spPr>
            <a:xfrm>
              <a:off x="2390284" y="6458891"/>
              <a:ext cx="173347" cy="101235"/>
            </a:xfrm>
            <a:prstGeom prst="rect">
              <a:avLst/>
            </a:prstGeom>
            <a:solidFill>
              <a:srgbClr val="85B2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9" name="rc2379"/>
            <p:cNvSpPr/>
            <p:nvPr/>
          </p:nvSpPr>
          <p:spPr>
            <a:xfrm>
              <a:off x="2390284" y="6863832"/>
              <a:ext cx="173347" cy="101235"/>
            </a:xfrm>
            <a:prstGeom prst="rect">
              <a:avLst/>
            </a:prstGeom>
            <a:solidFill>
              <a:srgbClr val="E2F4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0" name="rc2380"/>
            <p:cNvSpPr/>
            <p:nvPr/>
          </p:nvSpPr>
          <p:spPr>
            <a:xfrm>
              <a:off x="2390284" y="7471243"/>
              <a:ext cx="173347" cy="101235"/>
            </a:xfrm>
            <a:prstGeom prst="rect">
              <a:avLst/>
            </a:prstGeom>
            <a:solidFill>
              <a:srgbClr val="93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1" name="rc2381"/>
            <p:cNvSpPr/>
            <p:nvPr/>
          </p:nvSpPr>
          <p:spPr>
            <a:xfrm>
              <a:off x="2390284" y="4839128"/>
              <a:ext cx="173347" cy="101235"/>
            </a:xfrm>
            <a:prstGeom prst="rect">
              <a:avLst/>
            </a:prstGeom>
            <a:solidFill>
              <a:srgbClr val="67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2" name="rc2382"/>
            <p:cNvSpPr/>
            <p:nvPr/>
          </p:nvSpPr>
          <p:spPr>
            <a:xfrm>
              <a:off x="2390284" y="7167537"/>
              <a:ext cx="173347" cy="101235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3" name="rc2383"/>
            <p:cNvSpPr/>
            <p:nvPr/>
          </p:nvSpPr>
          <p:spPr>
            <a:xfrm>
              <a:off x="2390284" y="5345304"/>
              <a:ext cx="173347" cy="101235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4" name="rc2384"/>
            <p:cNvSpPr/>
            <p:nvPr/>
          </p:nvSpPr>
          <p:spPr>
            <a:xfrm>
              <a:off x="2390284" y="4535423"/>
              <a:ext cx="173347" cy="101235"/>
            </a:xfrm>
            <a:prstGeom prst="rect">
              <a:avLst/>
            </a:prstGeom>
            <a:solidFill>
              <a:srgbClr val="89B6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5" name="rc2385"/>
            <p:cNvSpPr/>
            <p:nvPr/>
          </p:nvSpPr>
          <p:spPr>
            <a:xfrm>
              <a:off x="2390284" y="5547775"/>
              <a:ext cx="173347" cy="101235"/>
            </a:xfrm>
            <a:prstGeom prst="rect">
              <a:avLst/>
            </a:prstGeom>
            <a:solidFill>
              <a:srgbClr val="E5F5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6" name="rc2386"/>
            <p:cNvSpPr/>
            <p:nvPr/>
          </p:nvSpPr>
          <p:spPr>
            <a:xfrm>
              <a:off x="2390284" y="7268773"/>
              <a:ext cx="173347" cy="101235"/>
            </a:xfrm>
            <a:prstGeom prst="rect">
              <a:avLst/>
            </a:prstGeom>
            <a:solidFill>
              <a:srgbClr val="87B4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7" name="rc2387"/>
            <p:cNvSpPr/>
            <p:nvPr/>
          </p:nvSpPr>
          <p:spPr>
            <a:xfrm>
              <a:off x="2390284" y="4636658"/>
              <a:ext cx="173347" cy="101235"/>
            </a:xfrm>
            <a:prstGeom prst="rect">
              <a:avLst/>
            </a:prstGeom>
            <a:solidFill>
              <a:srgbClr val="FFC57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8" name="rc2388"/>
            <p:cNvSpPr/>
            <p:nvPr/>
          </p:nvSpPr>
          <p:spPr>
            <a:xfrm>
              <a:off x="2390284" y="5952715"/>
              <a:ext cx="173347" cy="101235"/>
            </a:xfrm>
            <a:prstGeom prst="rect">
              <a:avLst/>
            </a:prstGeom>
            <a:solidFill>
              <a:srgbClr val="AFD2E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9" name="rc2389"/>
            <p:cNvSpPr/>
            <p:nvPr/>
          </p:nvSpPr>
          <p:spPr>
            <a:xfrm>
              <a:off x="2390284" y="6357656"/>
              <a:ext cx="173347" cy="101235"/>
            </a:xfrm>
            <a:prstGeom prst="rect">
              <a:avLst/>
            </a:prstGeom>
            <a:solidFill>
              <a:srgbClr val="6D99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0" name="rc2390"/>
            <p:cNvSpPr/>
            <p:nvPr/>
          </p:nvSpPr>
          <p:spPr>
            <a:xfrm>
              <a:off x="2390284" y="4434187"/>
              <a:ext cx="173347" cy="101235"/>
            </a:xfrm>
            <a:prstGeom prst="rect">
              <a:avLst/>
            </a:prstGeom>
            <a:solidFill>
              <a:srgbClr val="F1F9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1" name="rc2391"/>
            <p:cNvSpPr/>
            <p:nvPr/>
          </p:nvSpPr>
          <p:spPr>
            <a:xfrm>
              <a:off x="2390284" y="4737893"/>
              <a:ext cx="173347" cy="101235"/>
            </a:xfrm>
            <a:prstGeom prst="rect">
              <a:avLst/>
            </a:prstGeom>
            <a:solidFill>
              <a:srgbClr val="C7E2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2" name="rc2392"/>
            <p:cNvSpPr/>
            <p:nvPr/>
          </p:nvSpPr>
          <p:spPr>
            <a:xfrm>
              <a:off x="2390284" y="6053950"/>
              <a:ext cx="173347" cy="101235"/>
            </a:xfrm>
            <a:prstGeom prst="rect">
              <a:avLst/>
            </a:prstGeom>
            <a:solidFill>
              <a:srgbClr val="6692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3" name="rc2393"/>
            <p:cNvSpPr/>
            <p:nvPr/>
          </p:nvSpPr>
          <p:spPr>
            <a:xfrm>
              <a:off x="2390284" y="5750245"/>
              <a:ext cx="173347" cy="101235"/>
            </a:xfrm>
            <a:prstGeom prst="rect">
              <a:avLst/>
            </a:prstGeom>
            <a:solidFill>
              <a:srgbClr val="CBE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4" name="rc2394"/>
            <p:cNvSpPr/>
            <p:nvPr/>
          </p:nvSpPr>
          <p:spPr>
            <a:xfrm>
              <a:off x="2390284" y="5446539"/>
              <a:ext cx="173347" cy="101235"/>
            </a:xfrm>
            <a:prstGeom prst="rect">
              <a:avLst/>
            </a:prstGeom>
            <a:solidFill>
              <a:srgbClr val="FFF8B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5" name="rc2395"/>
            <p:cNvSpPr/>
            <p:nvPr/>
          </p:nvSpPr>
          <p:spPr>
            <a:xfrm>
              <a:off x="2390284" y="5851480"/>
              <a:ext cx="173347" cy="101235"/>
            </a:xfrm>
            <a:prstGeom prst="rect">
              <a:avLst/>
            </a:prstGeom>
            <a:solidFill>
              <a:srgbClr val="7DAA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6" name="rc2396"/>
            <p:cNvSpPr/>
            <p:nvPr/>
          </p:nvSpPr>
          <p:spPr>
            <a:xfrm>
              <a:off x="2390284" y="5649010"/>
              <a:ext cx="173347" cy="101235"/>
            </a:xfrm>
            <a:prstGeom prst="rect">
              <a:avLst/>
            </a:prstGeom>
            <a:solidFill>
              <a:srgbClr val="76A3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7" name="rc2397"/>
            <p:cNvSpPr/>
            <p:nvPr/>
          </p:nvSpPr>
          <p:spPr>
            <a:xfrm>
              <a:off x="2390284" y="5041599"/>
              <a:ext cx="173347" cy="101235"/>
            </a:xfrm>
            <a:prstGeom prst="rect">
              <a:avLst/>
            </a:prstGeom>
            <a:solidFill>
              <a:srgbClr val="CBE4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8" name="rc2398"/>
            <p:cNvSpPr/>
            <p:nvPr/>
          </p:nvSpPr>
          <p:spPr>
            <a:xfrm>
              <a:off x="2390284" y="6155186"/>
              <a:ext cx="173347" cy="101235"/>
            </a:xfrm>
            <a:prstGeom prst="rect">
              <a:avLst/>
            </a:prstGeom>
            <a:solidFill>
              <a:srgbClr val="7FAC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9" name="rc2399"/>
            <p:cNvSpPr/>
            <p:nvPr/>
          </p:nvSpPr>
          <p:spPr>
            <a:xfrm>
              <a:off x="2390284" y="6661362"/>
              <a:ext cx="173347" cy="101235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0" name="rc2400"/>
            <p:cNvSpPr/>
            <p:nvPr/>
          </p:nvSpPr>
          <p:spPr>
            <a:xfrm>
              <a:off x="2390284" y="7370008"/>
              <a:ext cx="173347" cy="101235"/>
            </a:xfrm>
            <a:prstGeom prst="rect">
              <a:avLst/>
            </a:prstGeom>
            <a:solidFill>
              <a:srgbClr val="8AB7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1" name="rc2401"/>
            <p:cNvSpPr/>
            <p:nvPr/>
          </p:nvSpPr>
          <p:spPr>
            <a:xfrm>
              <a:off x="2390284" y="6965067"/>
              <a:ext cx="173347" cy="101235"/>
            </a:xfrm>
            <a:prstGeom prst="rect">
              <a:avLst/>
            </a:prstGeom>
            <a:solidFill>
              <a:srgbClr val="79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2" name="rc2402"/>
            <p:cNvSpPr/>
            <p:nvPr/>
          </p:nvSpPr>
          <p:spPr>
            <a:xfrm>
              <a:off x="2390284" y="6256421"/>
              <a:ext cx="173347" cy="101235"/>
            </a:xfrm>
            <a:prstGeom prst="rect">
              <a:avLst/>
            </a:prstGeom>
            <a:solidFill>
              <a:srgbClr val="98C3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3" name="rc2403"/>
            <p:cNvSpPr/>
            <p:nvPr/>
          </p:nvSpPr>
          <p:spPr>
            <a:xfrm>
              <a:off x="2390284" y="4940363"/>
              <a:ext cx="173347" cy="101235"/>
            </a:xfrm>
            <a:prstGeom prst="rect">
              <a:avLst/>
            </a:prstGeom>
            <a:solidFill>
              <a:srgbClr val="E2F4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4" name="rc2404"/>
            <p:cNvSpPr/>
            <p:nvPr/>
          </p:nvSpPr>
          <p:spPr>
            <a:xfrm>
              <a:off x="2390284" y="7066302"/>
              <a:ext cx="173347" cy="101235"/>
            </a:xfrm>
            <a:prstGeom prst="rect">
              <a:avLst/>
            </a:prstGeom>
            <a:solidFill>
              <a:srgbClr val="D7302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5" name="rc2405"/>
            <p:cNvSpPr/>
            <p:nvPr/>
          </p:nvSpPr>
          <p:spPr>
            <a:xfrm>
              <a:off x="2390284" y="6762597"/>
              <a:ext cx="173347" cy="101235"/>
            </a:xfrm>
            <a:prstGeom prst="rect">
              <a:avLst/>
            </a:prstGeom>
            <a:solidFill>
              <a:srgbClr val="C3DFE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6" name="rc2406"/>
            <p:cNvSpPr/>
            <p:nvPr/>
          </p:nvSpPr>
          <p:spPr>
            <a:xfrm>
              <a:off x="2390284" y="6560126"/>
              <a:ext cx="173347" cy="101235"/>
            </a:xfrm>
            <a:prstGeom prst="rect">
              <a:avLst/>
            </a:prstGeom>
            <a:solidFill>
              <a:srgbClr val="6995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7" name="rc2407"/>
            <p:cNvSpPr/>
            <p:nvPr/>
          </p:nvSpPr>
          <p:spPr>
            <a:xfrm>
              <a:off x="2563632" y="5244069"/>
              <a:ext cx="173347" cy="101235"/>
            </a:xfrm>
            <a:prstGeom prst="rect">
              <a:avLst/>
            </a:prstGeom>
            <a:solidFill>
              <a:srgbClr val="FCFEC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8" name="rc2408"/>
            <p:cNvSpPr/>
            <p:nvPr/>
          </p:nvSpPr>
          <p:spPr>
            <a:xfrm>
              <a:off x="2563632" y="6458891"/>
              <a:ext cx="173347" cy="101235"/>
            </a:xfrm>
            <a:prstGeom prst="rect">
              <a:avLst/>
            </a:prstGeom>
            <a:solidFill>
              <a:srgbClr val="E1F3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9" name="rc2409"/>
            <p:cNvSpPr/>
            <p:nvPr/>
          </p:nvSpPr>
          <p:spPr>
            <a:xfrm>
              <a:off x="2563632" y="6863832"/>
              <a:ext cx="173347" cy="101235"/>
            </a:xfrm>
            <a:prstGeom prst="rect">
              <a:avLst/>
            </a:prstGeom>
            <a:solidFill>
              <a:srgbClr val="8DBA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0" name="rc2410"/>
            <p:cNvSpPr/>
            <p:nvPr/>
          </p:nvSpPr>
          <p:spPr>
            <a:xfrm>
              <a:off x="2563632" y="7471243"/>
              <a:ext cx="173347" cy="101235"/>
            </a:xfrm>
            <a:prstGeom prst="rect">
              <a:avLst/>
            </a:prstGeom>
            <a:solidFill>
              <a:srgbClr val="97C3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1" name="rc2411"/>
            <p:cNvSpPr/>
            <p:nvPr/>
          </p:nvSpPr>
          <p:spPr>
            <a:xfrm>
              <a:off x="2563632" y="4839128"/>
              <a:ext cx="173347" cy="101235"/>
            </a:xfrm>
            <a:prstGeom prst="rect">
              <a:avLst/>
            </a:prstGeom>
            <a:solidFill>
              <a:srgbClr val="5885B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2" name="rc2412"/>
            <p:cNvSpPr/>
            <p:nvPr/>
          </p:nvSpPr>
          <p:spPr>
            <a:xfrm>
              <a:off x="2563632" y="7167537"/>
              <a:ext cx="173347" cy="101235"/>
            </a:xfrm>
            <a:prstGeom prst="rect">
              <a:avLst/>
            </a:prstGeom>
            <a:solidFill>
              <a:srgbClr val="99C4D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3" name="rc2413"/>
            <p:cNvSpPr/>
            <p:nvPr/>
          </p:nvSpPr>
          <p:spPr>
            <a:xfrm>
              <a:off x="2563632" y="5345304"/>
              <a:ext cx="173347" cy="101235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4" name="rc2414"/>
            <p:cNvSpPr/>
            <p:nvPr/>
          </p:nvSpPr>
          <p:spPr>
            <a:xfrm>
              <a:off x="2563632" y="4535423"/>
              <a:ext cx="173347" cy="101235"/>
            </a:xfrm>
            <a:prstGeom prst="rect">
              <a:avLst/>
            </a:prstGeom>
            <a:solidFill>
              <a:srgbClr val="EAF6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5" name="rc2415"/>
            <p:cNvSpPr/>
            <p:nvPr/>
          </p:nvSpPr>
          <p:spPr>
            <a:xfrm>
              <a:off x="2563632" y="5547775"/>
              <a:ext cx="173347" cy="101235"/>
            </a:xfrm>
            <a:prstGeom prst="rect">
              <a:avLst/>
            </a:prstGeom>
            <a:solidFill>
              <a:srgbClr val="9DC6D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6" name="rc2416"/>
            <p:cNvSpPr/>
            <p:nvPr/>
          </p:nvSpPr>
          <p:spPr>
            <a:xfrm>
              <a:off x="2563632" y="7268773"/>
              <a:ext cx="173347" cy="101235"/>
            </a:xfrm>
            <a:prstGeom prst="rect">
              <a:avLst/>
            </a:prstGeom>
            <a:solidFill>
              <a:srgbClr val="89B6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7" name="rc2417"/>
            <p:cNvSpPr/>
            <p:nvPr/>
          </p:nvSpPr>
          <p:spPr>
            <a:xfrm>
              <a:off x="2563632" y="4636658"/>
              <a:ext cx="173347" cy="101235"/>
            </a:xfrm>
            <a:prstGeom prst="rect">
              <a:avLst/>
            </a:prstGeom>
            <a:solidFill>
              <a:srgbClr val="90BE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8" name="rc2418"/>
            <p:cNvSpPr/>
            <p:nvPr/>
          </p:nvSpPr>
          <p:spPr>
            <a:xfrm>
              <a:off x="2563632" y="5952715"/>
              <a:ext cx="173347" cy="101235"/>
            </a:xfrm>
            <a:prstGeom prst="rect">
              <a:avLst/>
            </a:prstGeom>
            <a:solidFill>
              <a:srgbClr val="FCFD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9" name="rc2419"/>
            <p:cNvSpPr/>
            <p:nvPr/>
          </p:nvSpPr>
          <p:spPr>
            <a:xfrm>
              <a:off x="2563632" y="6357656"/>
              <a:ext cx="173347" cy="101235"/>
            </a:xfrm>
            <a:prstGeom prst="rect">
              <a:avLst/>
            </a:prstGeom>
            <a:solidFill>
              <a:srgbClr val="ECF7E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0" name="rc2420"/>
            <p:cNvSpPr/>
            <p:nvPr/>
          </p:nvSpPr>
          <p:spPr>
            <a:xfrm>
              <a:off x="2563632" y="4434187"/>
              <a:ext cx="173347" cy="101235"/>
            </a:xfrm>
            <a:prstGeom prst="rect">
              <a:avLst/>
            </a:prstGeom>
            <a:solidFill>
              <a:srgbClr val="FFEFA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1" name="rc2421"/>
            <p:cNvSpPr/>
            <p:nvPr/>
          </p:nvSpPr>
          <p:spPr>
            <a:xfrm>
              <a:off x="2563632" y="4737893"/>
              <a:ext cx="173347" cy="101235"/>
            </a:xfrm>
            <a:prstGeom prst="rect">
              <a:avLst/>
            </a:prstGeom>
            <a:solidFill>
              <a:srgbClr val="C5E1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2" name="rc2422"/>
            <p:cNvSpPr/>
            <p:nvPr/>
          </p:nvSpPr>
          <p:spPr>
            <a:xfrm>
              <a:off x="2563632" y="6053950"/>
              <a:ext cx="173347" cy="101235"/>
            </a:xfrm>
            <a:prstGeom prst="rect">
              <a:avLst/>
            </a:prstGeom>
            <a:solidFill>
              <a:srgbClr val="628FC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3" name="rc2423"/>
            <p:cNvSpPr/>
            <p:nvPr/>
          </p:nvSpPr>
          <p:spPr>
            <a:xfrm>
              <a:off x="2563632" y="5750245"/>
              <a:ext cx="173347" cy="101235"/>
            </a:xfrm>
            <a:prstGeom prst="rect">
              <a:avLst/>
            </a:prstGeom>
            <a:solidFill>
              <a:srgbClr val="F9FC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4" name="rc2424"/>
            <p:cNvSpPr/>
            <p:nvPr/>
          </p:nvSpPr>
          <p:spPr>
            <a:xfrm>
              <a:off x="2563632" y="5446539"/>
              <a:ext cx="173347" cy="101235"/>
            </a:xfrm>
            <a:prstGeom prst="rect">
              <a:avLst/>
            </a:prstGeom>
            <a:solidFill>
              <a:srgbClr val="8CB9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5" name="rc2425"/>
            <p:cNvSpPr/>
            <p:nvPr/>
          </p:nvSpPr>
          <p:spPr>
            <a:xfrm>
              <a:off x="2563632" y="5851480"/>
              <a:ext cx="173347" cy="101235"/>
            </a:xfrm>
            <a:prstGeom prst="rect">
              <a:avLst/>
            </a:prstGeom>
            <a:solidFill>
              <a:srgbClr val="D1E9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6" name="rc2426"/>
            <p:cNvSpPr/>
            <p:nvPr/>
          </p:nvSpPr>
          <p:spPr>
            <a:xfrm>
              <a:off x="2563632" y="5142834"/>
              <a:ext cx="173347" cy="101235"/>
            </a:xfrm>
            <a:prstGeom prst="rect">
              <a:avLst/>
            </a:prstGeom>
            <a:solidFill>
              <a:srgbClr val="CDE6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7" name="rc2427"/>
            <p:cNvSpPr/>
            <p:nvPr/>
          </p:nvSpPr>
          <p:spPr>
            <a:xfrm>
              <a:off x="2563632" y="5649010"/>
              <a:ext cx="173347" cy="101235"/>
            </a:xfrm>
            <a:prstGeom prst="rect">
              <a:avLst/>
            </a:prstGeom>
            <a:solidFill>
              <a:srgbClr val="7AA7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8" name="rc2428"/>
            <p:cNvSpPr/>
            <p:nvPr/>
          </p:nvSpPr>
          <p:spPr>
            <a:xfrm>
              <a:off x="2563632" y="5041599"/>
              <a:ext cx="173347" cy="101235"/>
            </a:xfrm>
            <a:prstGeom prst="rect">
              <a:avLst/>
            </a:prstGeom>
            <a:solidFill>
              <a:srgbClr val="C5E1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9" name="rc2429"/>
            <p:cNvSpPr/>
            <p:nvPr/>
          </p:nvSpPr>
          <p:spPr>
            <a:xfrm>
              <a:off x="2563632" y="6155186"/>
              <a:ext cx="173347" cy="101235"/>
            </a:xfrm>
            <a:prstGeom prst="rect">
              <a:avLst/>
            </a:prstGeom>
            <a:solidFill>
              <a:srgbClr val="D2E9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0" name="rc2430"/>
            <p:cNvSpPr/>
            <p:nvPr/>
          </p:nvSpPr>
          <p:spPr>
            <a:xfrm>
              <a:off x="2563632" y="6661362"/>
              <a:ext cx="173347" cy="101235"/>
            </a:xfrm>
            <a:prstGeom prst="rect">
              <a:avLst/>
            </a:prstGeom>
            <a:solidFill>
              <a:srgbClr val="FFD28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1" name="rc2431"/>
            <p:cNvSpPr/>
            <p:nvPr/>
          </p:nvSpPr>
          <p:spPr>
            <a:xfrm>
              <a:off x="2563632" y="7370008"/>
              <a:ext cx="173347" cy="101235"/>
            </a:xfrm>
            <a:prstGeom prst="rect">
              <a:avLst/>
            </a:prstGeom>
            <a:solidFill>
              <a:srgbClr val="87B4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2" name="rc2432"/>
            <p:cNvSpPr/>
            <p:nvPr/>
          </p:nvSpPr>
          <p:spPr>
            <a:xfrm>
              <a:off x="2563632" y="6965067"/>
              <a:ext cx="173347" cy="101235"/>
            </a:xfrm>
            <a:prstGeom prst="rect">
              <a:avLst/>
            </a:prstGeom>
            <a:solidFill>
              <a:srgbClr val="F8FC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3" name="rc2433"/>
            <p:cNvSpPr/>
            <p:nvPr/>
          </p:nvSpPr>
          <p:spPr>
            <a:xfrm>
              <a:off x="2563632" y="6256421"/>
              <a:ext cx="173347" cy="101235"/>
            </a:xfrm>
            <a:prstGeom prst="rect">
              <a:avLst/>
            </a:prstGeom>
            <a:solidFill>
              <a:srgbClr val="98C3D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4" name="rc2434"/>
            <p:cNvSpPr/>
            <p:nvPr/>
          </p:nvSpPr>
          <p:spPr>
            <a:xfrm>
              <a:off x="2563632" y="4940363"/>
              <a:ext cx="173347" cy="101235"/>
            </a:xfrm>
            <a:prstGeom prst="rect">
              <a:avLst/>
            </a:prstGeom>
            <a:solidFill>
              <a:srgbClr val="5C88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5" name="rc2435"/>
            <p:cNvSpPr/>
            <p:nvPr/>
          </p:nvSpPr>
          <p:spPr>
            <a:xfrm>
              <a:off x="2563632" y="7066302"/>
              <a:ext cx="173347" cy="101235"/>
            </a:xfrm>
            <a:prstGeom prst="rect">
              <a:avLst/>
            </a:prstGeom>
            <a:solidFill>
              <a:srgbClr val="729E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6" name="rc2436"/>
            <p:cNvSpPr/>
            <p:nvPr/>
          </p:nvSpPr>
          <p:spPr>
            <a:xfrm>
              <a:off x="2563632" y="6762597"/>
              <a:ext cx="173347" cy="101235"/>
            </a:xfrm>
            <a:prstGeom prst="rect">
              <a:avLst/>
            </a:prstGeom>
            <a:solidFill>
              <a:srgbClr val="F2F9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7" name="rc2437"/>
            <p:cNvSpPr/>
            <p:nvPr/>
          </p:nvSpPr>
          <p:spPr>
            <a:xfrm>
              <a:off x="2563632" y="6560126"/>
              <a:ext cx="173347" cy="101235"/>
            </a:xfrm>
            <a:prstGeom prst="rect">
              <a:avLst/>
            </a:prstGeom>
            <a:solidFill>
              <a:srgbClr val="6B97C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8" name="rc2438"/>
            <p:cNvSpPr/>
            <p:nvPr/>
          </p:nvSpPr>
          <p:spPr>
            <a:xfrm>
              <a:off x="2736979" y="5244069"/>
              <a:ext cx="173347" cy="101235"/>
            </a:xfrm>
            <a:prstGeom prst="rect">
              <a:avLst/>
            </a:prstGeom>
            <a:solidFill>
              <a:srgbClr val="ACD0E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9" name="rc2439"/>
            <p:cNvSpPr/>
            <p:nvPr/>
          </p:nvSpPr>
          <p:spPr>
            <a:xfrm>
              <a:off x="2736979" y="6458891"/>
              <a:ext cx="173347" cy="101235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0" name="rc2440"/>
            <p:cNvSpPr/>
            <p:nvPr/>
          </p:nvSpPr>
          <p:spPr>
            <a:xfrm>
              <a:off x="2736979" y="6863832"/>
              <a:ext cx="173347" cy="101235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1" name="rc2441"/>
            <p:cNvSpPr/>
            <p:nvPr/>
          </p:nvSpPr>
          <p:spPr>
            <a:xfrm>
              <a:off x="2736979" y="7471243"/>
              <a:ext cx="173347" cy="101235"/>
            </a:xfrm>
            <a:prstGeom prst="rect">
              <a:avLst/>
            </a:prstGeom>
            <a:solidFill>
              <a:srgbClr val="90BE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2" name="rc2442"/>
            <p:cNvSpPr/>
            <p:nvPr/>
          </p:nvSpPr>
          <p:spPr>
            <a:xfrm>
              <a:off x="2736979" y="4839128"/>
              <a:ext cx="173347" cy="101235"/>
            </a:xfrm>
            <a:prstGeom prst="rect">
              <a:avLst/>
            </a:prstGeom>
            <a:solidFill>
              <a:srgbClr val="A2CAE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3" name="rc2443"/>
            <p:cNvSpPr/>
            <p:nvPr/>
          </p:nvSpPr>
          <p:spPr>
            <a:xfrm>
              <a:off x="2736979" y="7167537"/>
              <a:ext cx="173347" cy="101235"/>
            </a:xfrm>
            <a:prstGeom prst="rect">
              <a:avLst/>
            </a:prstGeom>
            <a:solidFill>
              <a:srgbClr val="95C1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4" name="rc2444"/>
            <p:cNvSpPr/>
            <p:nvPr/>
          </p:nvSpPr>
          <p:spPr>
            <a:xfrm>
              <a:off x="2736979" y="5345304"/>
              <a:ext cx="173347" cy="101235"/>
            </a:xfrm>
            <a:prstGeom prst="rect">
              <a:avLst/>
            </a:prstGeom>
            <a:solidFill>
              <a:srgbClr val="FFFF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5" name="rc2445"/>
            <p:cNvSpPr/>
            <p:nvPr/>
          </p:nvSpPr>
          <p:spPr>
            <a:xfrm>
              <a:off x="2736979" y="4535423"/>
              <a:ext cx="173347" cy="101235"/>
            </a:xfrm>
            <a:prstGeom prst="rect">
              <a:avLst/>
            </a:prstGeom>
            <a:solidFill>
              <a:srgbClr val="7FA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6" name="rc2446"/>
            <p:cNvSpPr/>
            <p:nvPr/>
          </p:nvSpPr>
          <p:spPr>
            <a:xfrm>
              <a:off x="2736979" y="5547775"/>
              <a:ext cx="173347" cy="101235"/>
            </a:xfrm>
            <a:prstGeom prst="rect">
              <a:avLst/>
            </a:prstGeom>
            <a:solidFill>
              <a:srgbClr val="8EBC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7" name="rc2447"/>
            <p:cNvSpPr/>
            <p:nvPr/>
          </p:nvSpPr>
          <p:spPr>
            <a:xfrm>
              <a:off x="2736979" y="7268773"/>
              <a:ext cx="173347" cy="101235"/>
            </a:xfrm>
            <a:prstGeom prst="rect">
              <a:avLst/>
            </a:prstGeom>
            <a:solidFill>
              <a:srgbClr val="8CBA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8" name="rc2448"/>
            <p:cNvSpPr/>
            <p:nvPr/>
          </p:nvSpPr>
          <p:spPr>
            <a:xfrm>
              <a:off x="2736979" y="4636658"/>
              <a:ext cx="173347" cy="101235"/>
            </a:xfrm>
            <a:prstGeom prst="rect">
              <a:avLst/>
            </a:prstGeom>
            <a:solidFill>
              <a:srgbClr val="E6F5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9" name="rc2449"/>
            <p:cNvSpPr/>
            <p:nvPr/>
          </p:nvSpPr>
          <p:spPr>
            <a:xfrm>
              <a:off x="2736979" y="5952715"/>
              <a:ext cx="173347" cy="101235"/>
            </a:xfrm>
            <a:prstGeom prst="rect">
              <a:avLst/>
            </a:prstGeom>
            <a:solidFill>
              <a:srgbClr val="618DC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0" name="rc2450"/>
            <p:cNvSpPr/>
            <p:nvPr/>
          </p:nvSpPr>
          <p:spPr>
            <a:xfrm>
              <a:off x="2736979" y="6357656"/>
              <a:ext cx="173347" cy="101235"/>
            </a:xfrm>
            <a:prstGeom prst="rect">
              <a:avLst/>
            </a:prstGeom>
            <a:solidFill>
              <a:srgbClr val="6B97C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1" name="rc2451"/>
            <p:cNvSpPr/>
            <p:nvPr/>
          </p:nvSpPr>
          <p:spPr>
            <a:xfrm>
              <a:off x="2736979" y="4434187"/>
              <a:ext cx="173347" cy="101235"/>
            </a:xfrm>
            <a:prstGeom prst="rect">
              <a:avLst/>
            </a:prstGeom>
            <a:solidFill>
              <a:srgbClr val="FFF6B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2" name="rc2452"/>
            <p:cNvSpPr/>
            <p:nvPr/>
          </p:nvSpPr>
          <p:spPr>
            <a:xfrm>
              <a:off x="2736979" y="4737893"/>
              <a:ext cx="173347" cy="101235"/>
            </a:xfrm>
            <a:prstGeom prst="rect">
              <a:avLst/>
            </a:prstGeom>
            <a:solidFill>
              <a:srgbClr val="77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3" name="rc2453"/>
            <p:cNvSpPr/>
            <p:nvPr/>
          </p:nvSpPr>
          <p:spPr>
            <a:xfrm>
              <a:off x="2736979" y="6053950"/>
              <a:ext cx="173347" cy="101235"/>
            </a:xfrm>
            <a:prstGeom prst="rect">
              <a:avLst/>
            </a:prstGeom>
            <a:solidFill>
              <a:srgbClr val="628EC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4" name="rc2454"/>
            <p:cNvSpPr/>
            <p:nvPr/>
          </p:nvSpPr>
          <p:spPr>
            <a:xfrm>
              <a:off x="2736979" y="5750245"/>
              <a:ext cx="173347" cy="101235"/>
            </a:xfrm>
            <a:prstGeom prst="rect">
              <a:avLst/>
            </a:prstGeom>
            <a:solidFill>
              <a:srgbClr val="75A1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5" name="rc2455"/>
            <p:cNvSpPr/>
            <p:nvPr/>
          </p:nvSpPr>
          <p:spPr>
            <a:xfrm>
              <a:off x="2736979" y="5446539"/>
              <a:ext cx="173347" cy="101235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6" name="rc2456"/>
            <p:cNvSpPr/>
            <p:nvPr/>
          </p:nvSpPr>
          <p:spPr>
            <a:xfrm>
              <a:off x="2736979" y="5851480"/>
              <a:ext cx="173347" cy="101235"/>
            </a:xfrm>
            <a:prstGeom prst="rect">
              <a:avLst/>
            </a:prstGeom>
            <a:solidFill>
              <a:srgbClr val="FFEDA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7" name="rc2457"/>
            <p:cNvSpPr/>
            <p:nvPr/>
          </p:nvSpPr>
          <p:spPr>
            <a:xfrm>
              <a:off x="2736979" y="5142834"/>
              <a:ext cx="173347" cy="101235"/>
            </a:xfrm>
            <a:prstGeom prst="rect">
              <a:avLst/>
            </a:prstGeom>
            <a:solidFill>
              <a:srgbClr val="7AA7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8" name="rc2458"/>
            <p:cNvSpPr/>
            <p:nvPr/>
          </p:nvSpPr>
          <p:spPr>
            <a:xfrm>
              <a:off x="2736979" y="5649010"/>
              <a:ext cx="173347" cy="101235"/>
            </a:xfrm>
            <a:prstGeom prst="rect">
              <a:avLst/>
            </a:prstGeom>
            <a:solidFill>
              <a:srgbClr val="BEDC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9" name="rc2459"/>
            <p:cNvSpPr/>
            <p:nvPr/>
          </p:nvSpPr>
          <p:spPr>
            <a:xfrm>
              <a:off x="2736979" y="5041599"/>
              <a:ext cx="173347" cy="101235"/>
            </a:xfrm>
            <a:prstGeom prst="rect">
              <a:avLst/>
            </a:prstGeom>
            <a:solidFill>
              <a:srgbClr val="8DBA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0" name="rc2460"/>
            <p:cNvSpPr/>
            <p:nvPr/>
          </p:nvSpPr>
          <p:spPr>
            <a:xfrm>
              <a:off x="2736979" y="6155186"/>
              <a:ext cx="173347" cy="101235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1" name="rc2461"/>
            <p:cNvSpPr/>
            <p:nvPr/>
          </p:nvSpPr>
          <p:spPr>
            <a:xfrm>
              <a:off x="2736979" y="6661362"/>
              <a:ext cx="173347" cy="101235"/>
            </a:xfrm>
            <a:prstGeom prst="rect">
              <a:avLst/>
            </a:prstGeom>
            <a:solidFill>
              <a:srgbClr val="FEDA8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2" name="rc2462"/>
            <p:cNvSpPr/>
            <p:nvPr/>
          </p:nvSpPr>
          <p:spPr>
            <a:xfrm>
              <a:off x="2736979" y="7370008"/>
              <a:ext cx="173347" cy="101235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3" name="rc2463"/>
            <p:cNvSpPr/>
            <p:nvPr/>
          </p:nvSpPr>
          <p:spPr>
            <a:xfrm>
              <a:off x="2736979" y="6965067"/>
              <a:ext cx="173347" cy="101235"/>
            </a:xfrm>
            <a:prstGeom prst="rect">
              <a:avLst/>
            </a:prstGeom>
            <a:solidFill>
              <a:srgbClr val="FFF1A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4" name="rc2464"/>
            <p:cNvSpPr/>
            <p:nvPr/>
          </p:nvSpPr>
          <p:spPr>
            <a:xfrm>
              <a:off x="2736979" y="6256421"/>
              <a:ext cx="173347" cy="101235"/>
            </a:xfrm>
            <a:prstGeom prst="rect">
              <a:avLst/>
            </a:prstGeom>
            <a:solidFill>
              <a:srgbClr val="92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5" name="rc2465"/>
            <p:cNvSpPr/>
            <p:nvPr/>
          </p:nvSpPr>
          <p:spPr>
            <a:xfrm>
              <a:off x="2736979" y="4940363"/>
              <a:ext cx="173347" cy="101235"/>
            </a:xfrm>
            <a:prstGeom prst="rect">
              <a:avLst/>
            </a:prstGeom>
            <a:solidFill>
              <a:srgbClr val="D6EC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6" name="rc2466"/>
            <p:cNvSpPr/>
            <p:nvPr/>
          </p:nvSpPr>
          <p:spPr>
            <a:xfrm>
              <a:off x="2736979" y="7066302"/>
              <a:ext cx="173347" cy="101235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7" name="rc2467"/>
            <p:cNvSpPr/>
            <p:nvPr/>
          </p:nvSpPr>
          <p:spPr>
            <a:xfrm>
              <a:off x="2736979" y="6762597"/>
              <a:ext cx="173347" cy="101235"/>
            </a:xfrm>
            <a:prstGeom prst="rect">
              <a:avLst/>
            </a:prstGeom>
            <a:solidFill>
              <a:srgbClr val="6A96C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8" name="rc2468"/>
            <p:cNvSpPr/>
            <p:nvPr/>
          </p:nvSpPr>
          <p:spPr>
            <a:xfrm>
              <a:off x="2736979" y="6560126"/>
              <a:ext cx="173347" cy="101235"/>
            </a:xfrm>
            <a:prstGeom prst="rect">
              <a:avLst/>
            </a:prstGeom>
            <a:solidFill>
              <a:srgbClr val="6A97C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9" name="rc2469"/>
            <p:cNvSpPr/>
            <p:nvPr/>
          </p:nvSpPr>
          <p:spPr>
            <a:xfrm>
              <a:off x="2910327" y="5244069"/>
              <a:ext cx="173347" cy="101235"/>
            </a:xfrm>
            <a:prstGeom prst="rect">
              <a:avLst/>
            </a:prstGeom>
            <a:solidFill>
              <a:srgbClr val="A5CCE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0" name="rc2470"/>
            <p:cNvSpPr/>
            <p:nvPr/>
          </p:nvSpPr>
          <p:spPr>
            <a:xfrm>
              <a:off x="2910327" y="6458891"/>
              <a:ext cx="173347" cy="101235"/>
            </a:xfrm>
            <a:prstGeom prst="rect">
              <a:avLst/>
            </a:prstGeom>
            <a:solidFill>
              <a:srgbClr val="FEE49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1" name="rc2471"/>
            <p:cNvSpPr/>
            <p:nvPr/>
          </p:nvSpPr>
          <p:spPr>
            <a:xfrm>
              <a:off x="2910327" y="6863832"/>
              <a:ext cx="173347" cy="101235"/>
            </a:xfrm>
            <a:prstGeom prst="rect">
              <a:avLst/>
            </a:prstGeom>
            <a:solidFill>
              <a:srgbClr val="8DBB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2" name="rc2472"/>
            <p:cNvSpPr/>
            <p:nvPr/>
          </p:nvSpPr>
          <p:spPr>
            <a:xfrm>
              <a:off x="2910327" y="7471243"/>
              <a:ext cx="173347" cy="101235"/>
            </a:xfrm>
            <a:prstGeom prst="rect">
              <a:avLst/>
            </a:prstGeom>
            <a:solidFill>
              <a:srgbClr val="8CBA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3" name="rc2473"/>
            <p:cNvSpPr/>
            <p:nvPr/>
          </p:nvSpPr>
          <p:spPr>
            <a:xfrm>
              <a:off x="2910327" y="4839128"/>
              <a:ext cx="173347" cy="101235"/>
            </a:xfrm>
            <a:prstGeom prst="rect">
              <a:avLst/>
            </a:prstGeom>
            <a:solidFill>
              <a:srgbClr val="9FC8E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4" name="rc2474"/>
            <p:cNvSpPr/>
            <p:nvPr/>
          </p:nvSpPr>
          <p:spPr>
            <a:xfrm>
              <a:off x="2910327" y="7167537"/>
              <a:ext cx="173347" cy="101235"/>
            </a:xfrm>
            <a:prstGeom prst="rect">
              <a:avLst/>
            </a:prstGeom>
            <a:solidFill>
              <a:srgbClr val="E7F5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5" name="rc2475"/>
            <p:cNvSpPr/>
            <p:nvPr/>
          </p:nvSpPr>
          <p:spPr>
            <a:xfrm>
              <a:off x="2910327" y="5345304"/>
              <a:ext cx="173347" cy="101235"/>
            </a:xfrm>
            <a:prstGeom prst="rect">
              <a:avLst/>
            </a:prstGeom>
            <a:solidFill>
              <a:srgbClr val="FFE79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6" name="rc2476"/>
            <p:cNvSpPr/>
            <p:nvPr/>
          </p:nvSpPr>
          <p:spPr>
            <a:xfrm>
              <a:off x="2910327" y="4535423"/>
              <a:ext cx="173347" cy="101235"/>
            </a:xfrm>
            <a:prstGeom prst="rect">
              <a:avLst/>
            </a:prstGeom>
            <a:solidFill>
              <a:srgbClr val="8FBC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7" name="rc2477"/>
            <p:cNvSpPr/>
            <p:nvPr/>
          </p:nvSpPr>
          <p:spPr>
            <a:xfrm>
              <a:off x="2910327" y="5547775"/>
              <a:ext cx="173347" cy="101235"/>
            </a:xfrm>
            <a:prstGeom prst="rect">
              <a:avLst/>
            </a:prstGeom>
            <a:solidFill>
              <a:srgbClr val="8EBC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8" name="rc2478"/>
            <p:cNvSpPr/>
            <p:nvPr/>
          </p:nvSpPr>
          <p:spPr>
            <a:xfrm>
              <a:off x="2910327" y="7268773"/>
              <a:ext cx="173347" cy="101235"/>
            </a:xfrm>
            <a:prstGeom prst="rect">
              <a:avLst/>
            </a:prstGeom>
            <a:solidFill>
              <a:srgbClr val="8CBA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9" name="rc2479"/>
            <p:cNvSpPr/>
            <p:nvPr/>
          </p:nvSpPr>
          <p:spPr>
            <a:xfrm>
              <a:off x="2910327" y="4636658"/>
              <a:ext cx="173347" cy="101235"/>
            </a:xfrm>
            <a:prstGeom prst="rect">
              <a:avLst/>
            </a:prstGeom>
            <a:solidFill>
              <a:srgbClr val="8FBD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0" name="rc2480"/>
            <p:cNvSpPr/>
            <p:nvPr/>
          </p:nvSpPr>
          <p:spPr>
            <a:xfrm>
              <a:off x="2910327" y="5952715"/>
              <a:ext cx="173347" cy="101235"/>
            </a:xfrm>
            <a:prstGeom prst="rect">
              <a:avLst/>
            </a:prstGeom>
            <a:solidFill>
              <a:srgbClr val="E6F5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1" name="rc2481"/>
            <p:cNvSpPr/>
            <p:nvPr/>
          </p:nvSpPr>
          <p:spPr>
            <a:xfrm>
              <a:off x="2910327" y="6357656"/>
              <a:ext cx="173347" cy="101235"/>
            </a:xfrm>
            <a:prstGeom prst="rect">
              <a:avLst/>
            </a:prstGeom>
            <a:solidFill>
              <a:srgbClr val="68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2" name="rc2482"/>
            <p:cNvSpPr/>
            <p:nvPr/>
          </p:nvSpPr>
          <p:spPr>
            <a:xfrm>
              <a:off x="2910327" y="4434187"/>
              <a:ext cx="173347" cy="101235"/>
            </a:xfrm>
            <a:prstGeom prst="rect">
              <a:avLst/>
            </a:prstGeom>
            <a:solidFill>
              <a:srgbClr val="E2F4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3" name="rc2483"/>
            <p:cNvSpPr/>
            <p:nvPr/>
          </p:nvSpPr>
          <p:spPr>
            <a:xfrm>
              <a:off x="2910327" y="4737893"/>
              <a:ext cx="173347" cy="101235"/>
            </a:xfrm>
            <a:prstGeom prst="rect">
              <a:avLst/>
            </a:prstGeom>
            <a:solidFill>
              <a:srgbClr val="F2F9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4" name="rc2484"/>
            <p:cNvSpPr/>
            <p:nvPr/>
          </p:nvSpPr>
          <p:spPr>
            <a:xfrm>
              <a:off x="2910327" y="6053950"/>
              <a:ext cx="173347" cy="101235"/>
            </a:xfrm>
            <a:prstGeom prst="rect">
              <a:avLst/>
            </a:prstGeom>
            <a:solidFill>
              <a:srgbClr val="ABD0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5" name="rc2485"/>
            <p:cNvSpPr/>
            <p:nvPr/>
          </p:nvSpPr>
          <p:spPr>
            <a:xfrm>
              <a:off x="2910327" y="5750245"/>
              <a:ext cx="173347" cy="101235"/>
            </a:xfrm>
            <a:prstGeom prst="rect">
              <a:avLst/>
            </a:prstGeom>
            <a:solidFill>
              <a:srgbClr val="74A0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6" name="rc2486"/>
            <p:cNvSpPr/>
            <p:nvPr/>
          </p:nvSpPr>
          <p:spPr>
            <a:xfrm>
              <a:off x="2910327" y="5446539"/>
              <a:ext cx="173347" cy="101235"/>
            </a:xfrm>
            <a:prstGeom prst="rect">
              <a:avLst/>
            </a:prstGeom>
            <a:solidFill>
              <a:srgbClr val="97C3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7" name="rc2487"/>
            <p:cNvSpPr/>
            <p:nvPr/>
          </p:nvSpPr>
          <p:spPr>
            <a:xfrm>
              <a:off x="2910327" y="5851480"/>
              <a:ext cx="173347" cy="101235"/>
            </a:xfrm>
            <a:prstGeom prst="rect">
              <a:avLst/>
            </a:prstGeom>
            <a:solidFill>
              <a:srgbClr val="7DA9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8" name="rc2488"/>
            <p:cNvSpPr/>
            <p:nvPr/>
          </p:nvSpPr>
          <p:spPr>
            <a:xfrm>
              <a:off x="2910327" y="5142834"/>
              <a:ext cx="173347" cy="101235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9" name="rc2489"/>
            <p:cNvSpPr/>
            <p:nvPr/>
          </p:nvSpPr>
          <p:spPr>
            <a:xfrm>
              <a:off x="2910327" y="5649010"/>
              <a:ext cx="173347" cy="101235"/>
            </a:xfrm>
            <a:prstGeom prst="rect">
              <a:avLst/>
            </a:prstGeom>
            <a:solidFill>
              <a:srgbClr val="FE9D6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0" name="rc2490"/>
            <p:cNvSpPr/>
            <p:nvPr/>
          </p:nvSpPr>
          <p:spPr>
            <a:xfrm>
              <a:off x="2910327" y="5041599"/>
              <a:ext cx="173347" cy="101235"/>
            </a:xfrm>
            <a:prstGeom prst="rect">
              <a:avLst/>
            </a:prstGeom>
            <a:solidFill>
              <a:srgbClr val="4575B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1" name="rc2491"/>
            <p:cNvSpPr/>
            <p:nvPr/>
          </p:nvSpPr>
          <p:spPr>
            <a:xfrm>
              <a:off x="2910327" y="6155186"/>
              <a:ext cx="173347" cy="101235"/>
            </a:xfrm>
            <a:prstGeom prst="rect">
              <a:avLst/>
            </a:prstGeom>
            <a:solidFill>
              <a:srgbClr val="83B0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2" name="rc2492"/>
            <p:cNvSpPr/>
            <p:nvPr/>
          </p:nvSpPr>
          <p:spPr>
            <a:xfrm>
              <a:off x="2910327" y="6661362"/>
              <a:ext cx="173347" cy="101235"/>
            </a:xfrm>
            <a:prstGeom prst="rect">
              <a:avLst/>
            </a:prstGeom>
            <a:solidFill>
              <a:srgbClr val="FEA86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3" name="rc2493"/>
            <p:cNvSpPr/>
            <p:nvPr/>
          </p:nvSpPr>
          <p:spPr>
            <a:xfrm>
              <a:off x="2910327" y="7370008"/>
              <a:ext cx="173347" cy="101235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4" name="rc2494"/>
            <p:cNvSpPr/>
            <p:nvPr/>
          </p:nvSpPr>
          <p:spPr>
            <a:xfrm>
              <a:off x="2910327" y="6965067"/>
              <a:ext cx="173347" cy="101235"/>
            </a:xfrm>
            <a:prstGeom prst="rect">
              <a:avLst/>
            </a:prstGeom>
            <a:solidFill>
              <a:srgbClr val="729E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5" name="rc2495"/>
            <p:cNvSpPr/>
            <p:nvPr/>
          </p:nvSpPr>
          <p:spPr>
            <a:xfrm>
              <a:off x="2910327" y="6256421"/>
              <a:ext cx="173347" cy="101235"/>
            </a:xfrm>
            <a:prstGeom prst="rect">
              <a:avLst/>
            </a:prstGeom>
            <a:solidFill>
              <a:srgbClr val="93C0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6" name="rc2496"/>
            <p:cNvSpPr/>
            <p:nvPr/>
          </p:nvSpPr>
          <p:spPr>
            <a:xfrm>
              <a:off x="2910327" y="4940363"/>
              <a:ext cx="173347" cy="101235"/>
            </a:xfrm>
            <a:prstGeom prst="rect">
              <a:avLst/>
            </a:prstGeom>
            <a:solidFill>
              <a:srgbClr val="FEE49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7" name="rc2497"/>
            <p:cNvSpPr/>
            <p:nvPr/>
          </p:nvSpPr>
          <p:spPr>
            <a:xfrm>
              <a:off x="2910327" y="7066302"/>
              <a:ext cx="173347" cy="101235"/>
            </a:xfrm>
            <a:prstGeom prst="rect">
              <a:avLst/>
            </a:prstGeom>
            <a:solidFill>
              <a:srgbClr val="729E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8" name="rc2498"/>
            <p:cNvSpPr/>
            <p:nvPr/>
          </p:nvSpPr>
          <p:spPr>
            <a:xfrm>
              <a:off x="2910327" y="6762597"/>
              <a:ext cx="173347" cy="101235"/>
            </a:xfrm>
            <a:prstGeom prst="rect">
              <a:avLst/>
            </a:prstGeom>
            <a:solidFill>
              <a:srgbClr val="B4D5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9" name="rc2499"/>
            <p:cNvSpPr/>
            <p:nvPr/>
          </p:nvSpPr>
          <p:spPr>
            <a:xfrm>
              <a:off x="2910327" y="6560126"/>
              <a:ext cx="173347" cy="101235"/>
            </a:xfrm>
            <a:prstGeom prst="rect">
              <a:avLst/>
            </a:prstGeom>
            <a:solidFill>
              <a:srgbClr val="B6D7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0" name="rc2500"/>
            <p:cNvSpPr/>
            <p:nvPr/>
          </p:nvSpPr>
          <p:spPr>
            <a:xfrm>
              <a:off x="3083674" y="5244069"/>
              <a:ext cx="173347" cy="101235"/>
            </a:xfrm>
            <a:prstGeom prst="rect">
              <a:avLst/>
            </a:prstGeom>
            <a:solidFill>
              <a:srgbClr val="5D89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1" name="rc2501"/>
            <p:cNvSpPr/>
            <p:nvPr/>
          </p:nvSpPr>
          <p:spPr>
            <a:xfrm>
              <a:off x="3083674" y="6458891"/>
              <a:ext cx="173347" cy="101235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2" name="rc2502"/>
            <p:cNvSpPr/>
            <p:nvPr/>
          </p:nvSpPr>
          <p:spPr>
            <a:xfrm>
              <a:off x="3083674" y="6863832"/>
              <a:ext cx="173347" cy="101235"/>
            </a:xfrm>
            <a:prstGeom prst="rect">
              <a:avLst/>
            </a:prstGeom>
            <a:solidFill>
              <a:srgbClr val="8CB9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3" name="rc2503"/>
            <p:cNvSpPr/>
            <p:nvPr/>
          </p:nvSpPr>
          <p:spPr>
            <a:xfrm>
              <a:off x="3083674" y="7471243"/>
              <a:ext cx="173347" cy="101235"/>
            </a:xfrm>
            <a:prstGeom prst="rect">
              <a:avLst/>
            </a:prstGeom>
            <a:solidFill>
              <a:srgbClr val="E5F4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4" name="rc2504"/>
            <p:cNvSpPr/>
            <p:nvPr/>
          </p:nvSpPr>
          <p:spPr>
            <a:xfrm>
              <a:off x="3083674" y="4839128"/>
              <a:ext cx="173347" cy="101235"/>
            </a:xfrm>
            <a:prstGeom prst="rect">
              <a:avLst/>
            </a:prstGeom>
            <a:solidFill>
              <a:srgbClr val="A0C9E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5" name="rc2505"/>
            <p:cNvSpPr/>
            <p:nvPr/>
          </p:nvSpPr>
          <p:spPr>
            <a:xfrm>
              <a:off x="3083674" y="7167537"/>
              <a:ext cx="173347" cy="101235"/>
            </a:xfrm>
            <a:prstGeom prst="rect">
              <a:avLst/>
            </a:prstGeom>
            <a:solidFill>
              <a:srgbClr val="E4F4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6" name="rc2506"/>
            <p:cNvSpPr/>
            <p:nvPr/>
          </p:nvSpPr>
          <p:spPr>
            <a:xfrm>
              <a:off x="3083674" y="5345304"/>
              <a:ext cx="173347" cy="101235"/>
            </a:xfrm>
            <a:prstGeom prst="rect">
              <a:avLst/>
            </a:prstGeom>
            <a:solidFill>
              <a:srgbClr val="C9E3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7" name="rc2507"/>
            <p:cNvSpPr/>
            <p:nvPr/>
          </p:nvSpPr>
          <p:spPr>
            <a:xfrm>
              <a:off x="3083674" y="4535423"/>
              <a:ext cx="173347" cy="101235"/>
            </a:xfrm>
            <a:prstGeom prst="rect">
              <a:avLst/>
            </a:prstGeom>
            <a:solidFill>
              <a:srgbClr val="F9FC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8" name="rc2508"/>
            <p:cNvSpPr/>
            <p:nvPr/>
          </p:nvSpPr>
          <p:spPr>
            <a:xfrm>
              <a:off x="3083674" y="5547775"/>
              <a:ext cx="173347" cy="101235"/>
            </a:xfrm>
            <a:prstGeom prst="rect">
              <a:avLst/>
            </a:prstGeom>
            <a:solidFill>
              <a:srgbClr val="8FBD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9" name="rc2509"/>
            <p:cNvSpPr/>
            <p:nvPr/>
          </p:nvSpPr>
          <p:spPr>
            <a:xfrm>
              <a:off x="3083674" y="7268773"/>
              <a:ext cx="173347" cy="101235"/>
            </a:xfrm>
            <a:prstGeom prst="rect">
              <a:avLst/>
            </a:prstGeom>
            <a:solidFill>
              <a:srgbClr val="8CB9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0" name="rc2510"/>
            <p:cNvSpPr/>
            <p:nvPr/>
          </p:nvSpPr>
          <p:spPr>
            <a:xfrm>
              <a:off x="3083674" y="4636658"/>
              <a:ext cx="173347" cy="101235"/>
            </a:xfrm>
            <a:prstGeom prst="rect">
              <a:avLst/>
            </a:prstGeom>
            <a:solidFill>
              <a:srgbClr val="9BC5D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1" name="rc2511"/>
            <p:cNvSpPr/>
            <p:nvPr/>
          </p:nvSpPr>
          <p:spPr>
            <a:xfrm>
              <a:off x="3083674" y="5952715"/>
              <a:ext cx="173347" cy="101235"/>
            </a:xfrm>
            <a:prstGeom prst="rect">
              <a:avLst/>
            </a:prstGeom>
            <a:solidFill>
              <a:srgbClr val="A7CDE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2" name="rc2512"/>
            <p:cNvSpPr/>
            <p:nvPr/>
          </p:nvSpPr>
          <p:spPr>
            <a:xfrm>
              <a:off x="3083674" y="6357656"/>
              <a:ext cx="173347" cy="101235"/>
            </a:xfrm>
            <a:prstGeom prst="rect">
              <a:avLst/>
            </a:prstGeom>
            <a:solidFill>
              <a:srgbClr val="EDF7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3" name="rc2513"/>
            <p:cNvSpPr/>
            <p:nvPr/>
          </p:nvSpPr>
          <p:spPr>
            <a:xfrm>
              <a:off x="3083674" y="4434187"/>
              <a:ext cx="173347" cy="101235"/>
            </a:xfrm>
            <a:prstGeom prst="rect">
              <a:avLst/>
            </a:prstGeom>
            <a:solidFill>
              <a:srgbClr val="E3F4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4" name="rc2514"/>
            <p:cNvSpPr/>
            <p:nvPr/>
          </p:nvSpPr>
          <p:spPr>
            <a:xfrm>
              <a:off x="3083674" y="4737893"/>
              <a:ext cx="173347" cy="101235"/>
            </a:xfrm>
            <a:prstGeom prst="rect">
              <a:avLst/>
            </a:prstGeom>
            <a:solidFill>
              <a:srgbClr val="FFBE7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5" name="rc2515"/>
            <p:cNvSpPr/>
            <p:nvPr/>
          </p:nvSpPr>
          <p:spPr>
            <a:xfrm>
              <a:off x="3083674" y="6053950"/>
              <a:ext cx="173347" cy="101235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6" name="rc2516"/>
            <p:cNvSpPr/>
            <p:nvPr/>
          </p:nvSpPr>
          <p:spPr>
            <a:xfrm>
              <a:off x="3083674" y="5750245"/>
              <a:ext cx="173347" cy="101235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7" name="rc2517"/>
            <p:cNvSpPr/>
            <p:nvPr/>
          </p:nvSpPr>
          <p:spPr>
            <a:xfrm>
              <a:off x="3083674" y="5446539"/>
              <a:ext cx="173347" cy="101235"/>
            </a:xfrm>
            <a:prstGeom prst="rect">
              <a:avLst/>
            </a:prstGeom>
            <a:solidFill>
              <a:srgbClr val="90BE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8" name="rc2518"/>
            <p:cNvSpPr/>
            <p:nvPr/>
          </p:nvSpPr>
          <p:spPr>
            <a:xfrm>
              <a:off x="3083674" y="5851480"/>
              <a:ext cx="173347" cy="101235"/>
            </a:xfrm>
            <a:prstGeom prst="rect">
              <a:avLst/>
            </a:prstGeom>
            <a:solidFill>
              <a:srgbClr val="7CA8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9" name="rc2519"/>
            <p:cNvSpPr/>
            <p:nvPr/>
          </p:nvSpPr>
          <p:spPr>
            <a:xfrm>
              <a:off x="3083674" y="5142834"/>
              <a:ext cx="173347" cy="101235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0" name="rc2520"/>
            <p:cNvSpPr/>
            <p:nvPr/>
          </p:nvSpPr>
          <p:spPr>
            <a:xfrm>
              <a:off x="3083674" y="5649010"/>
              <a:ext cx="173347" cy="101235"/>
            </a:xfrm>
            <a:prstGeom prst="rect">
              <a:avLst/>
            </a:prstGeom>
            <a:solidFill>
              <a:srgbClr val="FFE59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1" name="rc2521"/>
            <p:cNvSpPr/>
            <p:nvPr/>
          </p:nvSpPr>
          <p:spPr>
            <a:xfrm>
              <a:off x="3083674" y="5041599"/>
              <a:ext cx="173347" cy="101235"/>
            </a:xfrm>
            <a:prstGeom prst="rect">
              <a:avLst/>
            </a:prstGeom>
            <a:solidFill>
              <a:srgbClr val="EBF7E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2" name="rc2522"/>
            <p:cNvSpPr/>
            <p:nvPr/>
          </p:nvSpPr>
          <p:spPr>
            <a:xfrm>
              <a:off x="3083674" y="6155186"/>
              <a:ext cx="173347" cy="101235"/>
            </a:xfrm>
            <a:prstGeom prst="rect">
              <a:avLst/>
            </a:prstGeom>
            <a:solidFill>
              <a:srgbClr val="80AD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3" name="rc2523"/>
            <p:cNvSpPr/>
            <p:nvPr/>
          </p:nvSpPr>
          <p:spPr>
            <a:xfrm>
              <a:off x="3083674" y="6661362"/>
              <a:ext cx="173347" cy="101235"/>
            </a:xfrm>
            <a:prstGeom prst="rect">
              <a:avLst/>
            </a:prstGeom>
            <a:solidFill>
              <a:srgbClr val="C8E3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4" name="rc2524"/>
            <p:cNvSpPr/>
            <p:nvPr/>
          </p:nvSpPr>
          <p:spPr>
            <a:xfrm>
              <a:off x="3083674" y="7370008"/>
              <a:ext cx="173347" cy="101235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5" name="rc2525"/>
            <p:cNvSpPr/>
            <p:nvPr/>
          </p:nvSpPr>
          <p:spPr>
            <a:xfrm>
              <a:off x="3083674" y="6965067"/>
              <a:ext cx="173347" cy="101235"/>
            </a:xfrm>
            <a:prstGeom prst="rect">
              <a:avLst/>
            </a:prstGeom>
            <a:solidFill>
              <a:srgbClr val="F1F9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6" name="rc2526"/>
            <p:cNvSpPr/>
            <p:nvPr/>
          </p:nvSpPr>
          <p:spPr>
            <a:xfrm>
              <a:off x="3083674" y="6256421"/>
              <a:ext cx="173347" cy="101235"/>
            </a:xfrm>
            <a:prstGeom prst="rect">
              <a:avLst/>
            </a:prstGeom>
            <a:solidFill>
              <a:srgbClr val="FFFBB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7" name="rc2527"/>
            <p:cNvSpPr/>
            <p:nvPr/>
          </p:nvSpPr>
          <p:spPr>
            <a:xfrm>
              <a:off x="3083674" y="4940363"/>
              <a:ext cx="173347" cy="101235"/>
            </a:xfrm>
            <a:prstGeom prst="rect">
              <a:avLst/>
            </a:prstGeom>
            <a:solidFill>
              <a:srgbClr val="F1F9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8" name="rc2528"/>
            <p:cNvSpPr/>
            <p:nvPr/>
          </p:nvSpPr>
          <p:spPr>
            <a:xfrm>
              <a:off x="3083674" y="7066302"/>
              <a:ext cx="173347" cy="101235"/>
            </a:xfrm>
            <a:prstGeom prst="rect">
              <a:avLst/>
            </a:prstGeom>
            <a:solidFill>
              <a:srgbClr val="75A1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9" name="rc2529"/>
            <p:cNvSpPr/>
            <p:nvPr/>
          </p:nvSpPr>
          <p:spPr>
            <a:xfrm>
              <a:off x="3083674" y="6762597"/>
              <a:ext cx="173347" cy="101235"/>
            </a:xfrm>
            <a:prstGeom prst="rect">
              <a:avLst/>
            </a:prstGeom>
            <a:solidFill>
              <a:srgbClr val="B1D3E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0" name="rc2530"/>
            <p:cNvSpPr/>
            <p:nvPr/>
          </p:nvSpPr>
          <p:spPr>
            <a:xfrm>
              <a:off x="3083674" y="6560126"/>
              <a:ext cx="173347" cy="101235"/>
            </a:xfrm>
            <a:prstGeom prst="rect">
              <a:avLst/>
            </a:prstGeom>
            <a:solidFill>
              <a:srgbClr val="ECF7E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1" name="rc2531"/>
            <p:cNvSpPr/>
            <p:nvPr/>
          </p:nvSpPr>
          <p:spPr>
            <a:xfrm>
              <a:off x="3257022" y="5244069"/>
              <a:ext cx="173347" cy="101235"/>
            </a:xfrm>
            <a:prstGeom prst="rect">
              <a:avLst/>
            </a:prstGeom>
            <a:solidFill>
              <a:srgbClr val="E9F6E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2" name="rc2532"/>
            <p:cNvSpPr/>
            <p:nvPr/>
          </p:nvSpPr>
          <p:spPr>
            <a:xfrm>
              <a:off x="3257022" y="6458891"/>
              <a:ext cx="173347" cy="101235"/>
            </a:xfrm>
            <a:prstGeom prst="rect">
              <a:avLst/>
            </a:prstGeom>
            <a:solidFill>
              <a:srgbClr val="DBEF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3" name="rc2533"/>
            <p:cNvSpPr/>
            <p:nvPr/>
          </p:nvSpPr>
          <p:spPr>
            <a:xfrm>
              <a:off x="3257022" y="6863832"/>
              <a:ext cx="173347" cy="101235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4" name="rc2534"/>
            <p:cNvSpPr/>
            <p:nvPr/>
          </p:nvSpPr>
          <p:spPr>
            <a:xfrm>
              <a:off x="3257022" y="7471243"/>
              <a:ext cx="173347" cy="101235"/>
            </a:xfrm>
            <a:prstGeom prst="rect">
              <a:avLst/>
            </a:prstGeom>
            <a:solidFill>
              <a:srgbClr val="89B6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5" name="rc2535"/>
            <p:cNvSpPr/>
            <p:nvPr/>
          </p:nvSpPr>
          <p:spPr>
            <a:xfrm>
              <a:off x="3257022" y="4839128"/>
              <a:ext cx="173347" cy="101235"/>
            </a:xfrm>
            <a:prstGeom prst="rect">
              <a:avLst/>
            </a:prstGeom>
            <a:solidFill>
              <a:srgbClr val="A2CAE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6" name="rc2536"/>
            <p:cNvSpPr/>
            <p:nvPr/>
          </p:nvSpPr>
          <p:spPr>
            <a:xfrm>
              <a:off x="3257022" y="7167537"/>
              <a:ext cx="173347" cy="101235"/>
            </a:xfrm>
            <a:prstGeom prst="rect">
              <a:avLst/>
            </a:prstGeom>
            <a:solidFill>
              <a:srgbClr val="8BB8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7" name="rc2537"/>
            <p:cNvSpPr/>
            <p:nvPr/>
          </p:nvSpPr>
          <p:spPr>
            <a:xfrm>
              <a:off x="3257022" y="5345304"/>
              <a:ext cx="173347" cy="101235"/>
            </a:xfrm>
            <a:prstGeom prst="rect">
              <a:avLst/>
            </a:prstGeom>
            <a:solidFill>
              <a:srgbClr val="CAE4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8" name="rc2538"/>
            <p:cNvSpPr/>
            <p:nvPr/>
          </p:nvSpPr>
          <p:spPr>
            <a:xfrm>
              <a:off x="3257022" y="4535423"/>
              <a:ext cx="173347" cy="101235"/>
            </a:xfrm>
            <a:prstGeom prst="rect">
              <a:avLst/>
            </a:prstGeom>
            <a:solidFill>
              <a:srgbClr val="F6FB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9" name="rc2539"/>
            <p:cNvSpPr/>
            <p:nvPr/>
          </p:nvSpPr>
          <p:spPr>
            <a:xfrm>
              <a:off x="3257022" y="5547775"/>
              <a:ext cx="173347" cy="101235"/>
            </a:xfrm>
            <a:prstGeom prst="rect">
              <a:avLst/>
            </a:prstGeom>
            <a:solidFill>
              <a:srgbClr val="8FBD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0" name="rc2540"/>
            <p:cNvSpPr/>
            <p:nvPr/>
          </p:nvSpPr>
          <p:spPr>
            <a:xfrm>
              <a:off x="3257022" y="7268773"/>
              <a:ext cx="173347" cy="101235"/>
            </a:xfrm>
            <a:prstGeom prst="rect">
              <a:avLst/>
            </a:prstGeom>
            <a:solidFill>
              <a:srgbClr val="E6F5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1" name="rc2541"/>
            <p:cNvSpPr/>
            <p:nvPr/>
          </p:nvSpPr>
          <p:spPr>
            <a:xfrm>
              <a:off x="3257022" y="4636658"/>
              <a:ext cx="173347" cy="101235"/>
            </a:xfrm>
            <a:prstGeom prst="rect">
              <a:avLst/>
            </a:prstGeom>
            <a:solidFill>
              <a:srgbClr val="DBEF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2" name="rc2542"/>
            <p:cNvSpPr/>
            <p:nvPr/>
          </p:nvSpPr>
          <p:spPr>
            <a:xfrm>
              <a:off x="3257022" y="5952715"/>
              <a:ext cx="173347" cy="101235"/>
            </a:xfrm>
            <a:prstGeom prst="rect">
              <a:avLst/>
            </a:prstGeom>
            <a:solidFill>
              <a:srgbClr val="ABCF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3" name="rc2543"/>
            <p:cNvSpPr/>
            <p:nvPr/>
          </p:nvSpPr>
          <p:spPr>
            <a:xfrm>
              <a:off x="3257022" y="6357656"/>
              <a:ext cx="173347" cy="101235"/>
            </a:xfrm>
            <a:prstGeom prst="rect">
              <a:avLst/>
            </a:prstGeom>
            <a:solidFill>
              <a:srgbClr val="B4D6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4" name="rc2544"/>
            <p:cNvSpPr/>
            <p:nvPr/>
          </p:nvSpPr>
          <p:spPr>
            <a:xfrm>
              <a:off x="3257022" y="4434187"/>
              <a:ext cx="173347" cy="101235"/>
            </a:xfrm>
            <a:prstGeom prst="rect">
              <a:avLst/>
            </a:prstGeom>
            <a:solidFill>
              <a:srgbClr val="FFEA9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5" name="rc2545"/>
            <p:cNvSpPr/>
            <p:nvPr/>
          </p:nvSpPr>
          <p:spPr>
            <a:xfrm>
              <a:off x="3257022" y="4737893"/>
              <a:ext cx="173347" cy="101235"/>
            </a:xfrm>
            <a:prstGeom prst="rect">
              <a:avLst/>
            </a:prstGeom>
            <a:solidFill>
              <a:srgbClr val="6B97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6" name="rc2546"/>
            <p:cNvSpPr/>
            <p:nvPr/>
          </p:nvSpPr>
          <p:spPr>
            <a:xfrm>
              <a:off x="3257022" y="6053950"/>
              <a:ext cx="173347" cy="101235"/>
            </a:xfrm>
            <a:prstGeom prst="rect">
              <a:avLst/>
            </a:prstGeom>
            <a:solidFill>
              <a:srgbClr val="5E8BC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7" name="rc2547"/>
            <p:cNvSpPr/>
            <p:nvPr/>
          </p:nvSpPr>
          <p:spPr>
            <a:xfrm>
              <a:off x="3257022" y="5750245"/>
              <a:ext cx="173347" cy="101235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8" name="rc2548"/>
            <p:cNvSpPr/>
            <p:nvPr/>
          </p:nvSpPr>
          <p:spPr>
            <a:xfrm>
              <a:off x="3257022" y="5446539"/>
              <a:ext cx="173347" cy="101235"/>
            </a:xfrm>
            <a:prstGeom prst="rect">
              <a:avLst/>
            </a:prstGeom>
            <a:solidFill>
              <a:srgbClr val="91BE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9" name="rc2549"/>
            <p:cNvSpPr/>
            <p:nvPr/>
          </p:nvSpPr>
          <p:spPr>
            <a:xfrm>
              <a:off x="3257022" y="5851480"/>
              <a:ext cx="173347" cy="101235"/>
            </a:xfrm>
            <a:prstGeom prst="rect">
              <a:avLst/>
            </a:prstGeom>
            <a:solidFill>
              <a:srgbClr val="F5FA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0" name="rc2550"/>
            <p:cNvSpPr/>
            <p:nvPr/>
          </p:nvSpPr>
          <p:spPr>
            <a:xfrm>
              <a:off x="3257022" y="5142834"/>
              <a:ext cx="173347" cy="101235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1" name="rc2551"/>
            <p:cNvSpPr/>
            <p:nvPr/>
          </p:nvSpPr>
          <p:spPr>
            <a:xfrm>
              <a:off x="3257022" y="5649010"/>
              <a:ext cx="173347" cy="101235"/>
            </a:xfrm>
            <a:prstGeom prst="rect">
              <a:avLst/>
            </a:prstGeom>
            <a:solidFill>
              <a:srgbClr val="F3FA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2" name="rc2552"/>
            <p:cNvSpPr/>
            <p:nvPr/>
          </p:nvSpPr>
          <p:spPr>
            <a:xfrm>
              <a:off x="3257022" y="5041599"/>
              <a:ext cx="173347" cy="101235"/>
            </a:xfrm>
            <a:prstGeom prst="rect">
              <a:avLst/>
            </a:prstGeom>
            <a:solidFill>
              <a:srgbClr val="FFFFB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3" name="rc2553"/>
            <p:cNvSpPr/>
            <p:nvPr/>
          </p:nvSpPr>
          <p:spPr>
            <a:xfrm>
              <a:off x="3257022" y="6155186"/>
              <a:ext cx="173347" cy="101235"/>
            </a:xfrm>
            <a:prstGeom prst="rect">
              <a:avLst/>
            </a:prstGeom>
            <a:solidFill>
              <a:srgbClr val="DFF2F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4" name="rc2554"/>
            <p:cNvSpPr/>
            <p:nvPr/>
          </p:nvSpPr>
          <p:spPr>
            <a:xfrm>
              <a:off x="3257022" y="6661362"/>
              <a:ext cx="173347" cy="101235"/>
            </a:xfrm>
            <a:prstGeom prst="rect">
              <a:avLst/>
            </a:prstGeom>
            <a:solidFill>
              <a:srgbClr val="C6E1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5" name="rc2555"/>
            <p:cNvSpPr/>
            <p:nvPr/>
          </p:nvSpPr>
          <p:spPr>
            <a:xfrm>
              <a:off x="3257022" y="7370008"/>
              <a:ext cx="173347" cy="101235"/>
            </a:xfrm>
            <a:prstGeom prst="rect">
              <a:avLst/>
            </a:prstGeom>
            <a:solidFill>
              <a:srgbClr val="8AB8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6" name="rc2556"/>
            <p:cNvSpPr/>
            <p:nvPr/>
          </p:nvSpPr>
          <p:spPr>
            <a:xfrm>
              <a:off x="3257022" y="6965067"/>
              <a:ext cx="173347" cy="101235"/>
            </a:xfrm>
            <a:prstGeom prst="rect">
              <a:avLst/>
            </a:prstGeom>
            <a:solidFill>
              <a:srgbClr val="F0F9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7" name="rc2557"/>
            <p:cNvSpPr/>
            <p:nvPr/>
          </p:nvSpPr>
          <p:spPr>
            <a:xfrm>
              <a:off x="3257022" y="6256421"/>
              <a:ext cx="173347" cy="101235"/>
            </a:xfrm>
            <a:prstGeom prst="rect">
              <a:avLst/>
            </a:prstGeom>
            <a:solidFill>
              <a:srgbClr val="8AB8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8" name="rc2558"/>
            <p:cNvSpPr/>
            <p:nvPr/>
          </p:nvSpPr>
          <p:spPr>
            <a:xfrm>
              <a:off x="3257022" y="4940363"/>
              <a:ext cx="173347" cy="101235"/>
            </a:xfrm>
            <a:prstGeom prst="rect">
              <a:avLst/>
            </a:prstGeom>
            <a:solidFill>
              <a:srgbClr val="F1F9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9" name="rc2559"/>
            <p:cNvSpPr/>
            <p:nvPr/>
          </p:nvSpPr>
          <p:spPr>
            <a:xfrm>
              <a:off x="3257022" y="7066302"/>
              <a:ext cx="173347" cy="101235"/>
            </a:xfrm>
            <a:prstGeom prst="rect">
              <a:avLst/>
            </a:prstGeom>
            <a:solidFill>
              <a:srgbClr val="FFF2A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0" name="rc2560"/>
            <p:cNvSpPr/>
            <p:nvPr/>
          </p:nvSpPr>
          <p:spPr>
            <a:xfrm>
              <a:off x="3257022" y="6762597"/>
              <a:ext cx="173347" cy="101235"/>
            </a:xfrm>
            <a:prstGeom prst="rect">
              <a:avLst/>
            </a:prstGeom>
            <a:solidFill>
              <a:srgbClr val="6591C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1" name="rc2561"/>
            <p:cNvSpPr/>
            <p:nvPr/>
          </p:nvSpPr>
          <p:spPr>
            <a:xfrm>
              <a:off x="3257022" y="6560126"/>
              <a:ext cx="173347" cy="101235"/>
            </a:xfrm>
            <a:prstGeom prst="rect">
              <a:avLst/>
            </a:prstGeom>
            <a:solidFill>
              <a:srgbClr val="67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2" name="rc2562"/>
            <p:cNvSpPr/>
            <p:nvPr/>
          </p:nvSpPr>
          <p:spPr>
            <a:xfrm>
              <a:off x="3430369" y="5244069"/>
              <a:ext cx="173347" cy="101235"/>
            </a:xfrm>
            <a:prstGeom prst="rect">
              <a:avLst/>
            </a:prstGeom>
            <a:solidFill>
              <a:srgbClr val="FFEDA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3" name="rc2563"/>
            <p:cNvSpPr/>
            <p:nvPr/>
          </p:nvSpPr>
          <p:spPr>
            <a:xfrm>
              <a:off x="3430369" y="6458891"/>
              <a:ext cx="173347" cy="101235"/>
            </a:xfrm>
            <a:prstGeom prst="rect">
              <a:avLst/>
            </a:prstGeom>
            <a:solidFill>
              <a:srgbClr val="81AD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4" name="rc2564"/>
            <p:cNvSpPr/>
            <p:nvPr/>
          </p:nvSpPr>
          <p:spPr>
            <a:xfrm>
              <a:off x="3430369" y="6863832"/>
              <a:ext cx="173347" cy="101235"/>
            </a:xfrm>
            <a:prstGeom prst="rect">
              <a:avLst/>
            </a:prstGeom>
            <a:solidFill>
              <a:srgbClr val="85B2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5" name="rc2565"/>
            <p:cNvSpPr/>
            <p:nvPr/>
          </p:nvSpPr>
          <p:spPr>
            <a:xfrm>
              <a:off x="3430369" y="7471243"/>
              <a:ext cx="173347" cy="101235"/>
            </a:xfrm>
            <a:prstGeom prst="rect">
              <a:avLst/>
            </a:prstGeom>
            <a:solidFill>
              <a:srgbClr val="88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6" name="rc2566"/>
            <p:cNvSpPr/>
            <p:nvPr/>
          </p:nvSpPr>
          <p:spPr>
            <a:xfrm>
              <a:off x="3430369" y="4839128"/>
              <a:ext cx="173347" cy="101235"/>
            </a:xfrm>
            <a:prstGeom prst="rect">
              <a:avLst/>
            </a:prstGeom>
            <a:solidFill>
              <a:srgbClr val="FFF5B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7" name="rc2567"/>
            <p:cNvSpPr/>
            <p:nvPr/>
          </p:nvSpPr>
          <p:spPr>
            <a:xfrm>
              <a:off x="3430369" y="7167537"/>
              <a:ext cx="173347" cy="101235"/>
            </a:xfrm>
            <a:prstGeom prst="rect">
              <a:avLst/>
            </a:prstGeom>
            <a:solidFill>
              <a:srgbClr val="86B3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8" name="rc2568"/>
            <p:cNvSpPr/>
            <p:nvPr/>
          </p:nvSpPr>
          <p:spPr>
            <a:xfrm>
              <a:off x="3430369" y="5345304"/>
              <a:ext cx="173347" cy="101235"/>
            </a:xfrm>
            <a:prstGeom prst="rect">
              <a:avLst/>
            </a:prstGeom>
            <a:solidFill>
              <a:srgbClr val="D2E9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9" name="rc2569"/>
            <p:cNvSpPr/>
            <p:nvPr/>
          </p:nvSpPr>
          <p:spPr>
            <a:xfrm>
              <a:off x="3430369" y="4535423"/>
              <a:ext cx="173347" cy="101235"/>
            </a:xfrm>
            <a:prstGeom prst="rect">
              <a:avLst/>
            </a:prstGeom>
            <a:solidFill>
              <a:srgbClr val="CCE5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0" name="rc2570"/>
            <p:cNvSpPr/>
            <p:nvPr/>
          </p:nvSpPr>
          <p:spPr>
            <a:xfrm>
              <a:off x="3430369" y="5547775"/>
              <a:ext cx="173347" cy="101235"/>
            </a:xfrm>
            <a:prstGeom prst="rect">
              <a:avLst/>
            </a:prstGeom>
            <a:solidFill>
              <a:srgbClr val="8BB9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1" name="rc2571"/>
            <p:cNvSpPr/>
            <p:nvPr/>
          </p:nvSpPr>
          <p:spPr>
            <a:xfrm>
              <a:off x="3430369" y="7268773"/>
              <a:ext cx="173347" cy="101235"/>
            </a:xfrm>
            <a:prstGeom prst="rect">
              <a:avLst/>
            </a:prstGeom>
            <a:solidFill>
              <a:srgbClr val="8CB9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2" name="rc2572"/>
            <p:cNvSpPr/>
            <p:nvPr/>
          </p:nvSpPr>
          <p:spPr>
            <a:xfrm>
              <a:off x="3430369" y="4636658"/>
              <a:ext cx="173347" cy="101235"/>
            </a:xfrm>
            <a:prstGeom prst="rect">
              <a:avLst/>
            </a:prstGeom>
            <a:solidFill>
              <a:srgbClr val="87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3" name="rc2573"/>
            <p:cNvSpPr/>
            <p:nvPr/>
          </p:nvSpPr>
          <p:spPr>
            <a:xfrm>
              <a:off x="3430369" y="5952715"/>
              <a:ext cx="173347" cy="101235"/>
            </a:xfrm>
            <a:prstGeom prst="rect">
              <a:avLst/>
            </a:prstGeom>
            <a:solidFill>
              <a:srgbClr val="FFBE7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4" name="rc2574"/>
            <p:cNvSpPr/>
            <p:nvPr/>
          </p:nvSpPr>
          <p:spPr>
            <a:xfrm>
              <a:off x="3430369" y="6357656"/>
              <a:ext cx="173347" cy="101235"/>
            </a:xfrm>
            <a:prstGeom prst="rect">
              <a:avLst/>
            </a:prstGeom>
            <a:solidFill>
              <a:srgbClr val="6793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5" name="rc2575"/>
            <p:cNvSpPr/>
            <p:nvPr/>
          </p:nvSpPr>
          <p:spPr>
            <a:xfrm>
              <a:off x="3430369" y="4434187"/>
              <a:ext cx="173347" cy="101235"/>
            </a:xfrm>
            <a:prstGeom prst="rect">
              <a:avLst/>
            </a:prstGeom>
            <a:solidFill>
              <a:srgbClr val="5582B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6" name="rc2576"/>
            <p:cNvSpPr/>
            <p:nvPr/>
          </p:nvSpPr>
          <p:spPr>
            <a:xfrm>
              <a:off x="3430369" y="4737893"/>
              <a:ext cx="173347" cy="101235"/>
            </a:xfrm>
            <a:prstGeom prst="rect">
              <a:avLst/>
            </a:prstGeom>
            <a:solidFill>
              <a:srgbClr val="6D99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7" name="rc2577"/>
            <p:cNvSpPr/>
            <p:nvPr/>
          </p:nvSpPr>
          <p:spPr>
            <a:xfrm>
              <a:off x="3430369" y="6053950"/>
              <a:ext cx="173347" cy="101235"/>
            </a:xfrm>
            <a:prstGeom prst="rect">
              <a:avLst/>
            </a:prstGeom>
            <a:solidFill>
              <a:srgbClr val="E4F4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8" name="rc2578"/>
            <p:cNvSpPr/>
            <p:nvPr/>
          </p:nvSpPr>
          <p:spPr>
            <a:xfrm>
              <a:off x="3430369" y="5750245"/>
              <a:ext cx="173347" cy="101235"/>
            </a:xfrm>
            <a:prstGeom prst="rect">
              <a:avLst/>
            </a:prstGeom>
            <a:solidFill>
              <a:srgbClr val="BDDB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9" name="rc2579"/>
            <p:cNvSpPr/>
            <p:nvPr/>
          </p:nvSpPr>
          <p:spPr>
            <a:xfrm>
              <a:off x="3430369" y="5446539"/>
              <a:ext cx="173347" cy="101235"/>
            </a:xfrm>
            <a:prstGeom prst="rect">
              <a:avLst/>
            </a:prstGeom>
            <a:solidFill>
              <a:srgbClr val="FFF5B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0" name="rc2580"/>
            <p:cNvSpPr/>
            <p:nvPr/>
          </p:nvSpPr>
          <p:spPr>
            <a:xfrm>
              <a:off x="3430369" y="5851480"/>
              <a:ext cx="173347" cy="101235"/>
            </a:xfrm>
            <a:prstGeom prst="rect">
              <a:avLst/>
            </a:prstGeom>
            <a:solidFill>
              <a:srgbClr val="7A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1" name="rc2581"/>
            <p:cNvSpPr/>
            <p:nvPr/>
          </p:nvSpPr>
          <p:spPr>
            <a:xfrm>
              <a:off x="3430369" y="5142834"/>
              <a:ext cx="173347" cy="101235"/>
            </a:xfrm>
            <a:prstGeom prst="rect">
              <a:avLst/>
            </a:prstGeom>
            <a:solidFill>
              <a:srgbClr val="F7FC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2" name="rc2582"/>
            <p:cNvSpPr/>
            <p:nvPr/>
          </p:nvSpPr>
          <p:spPr>
            <a:xfrm>
              <a:off x="3430369" y="5649010"/>
              <a:ext cx="173347" cy="101235"/>
            </a:xfrm>
            <a:prstGeom prst="rect">
              <a:avLst/>
            </a:prstGeom>
            <a:solidFill>
              <a:srgbClr val="6D99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3" name="rc2583"/>
            <p:cNvSpPr/>
            <p:nvPr/>
          </p:nvSpPr>
          <p:spPr>
            <a:xfrm>
              <a:off x="3430369" y="5041599"/>
              <a:ext cx="173347" cy="101235"/>
            </a:xfrm>
            <a:prstGeom prst="rect">
              <a:avLst/>
            </a:prstGeom>
            <a:solidFill>
              <a:srgbClr val="FFFCB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4" name="rc2584"/>
            <p:cNvSpPr/>
            <p:nvPr/>
          </p:nvSpPr>
          <p:spPr>
            <a:xfrm>
              <a:off x="3430369" y="6155186"/>
              <a:ext cx="173347" cy="101235"/>
            </a:xfrm>
            <a:prstGeom prst="rect">
              <a:avLst/>
            </a:prstGeom>
            <a:solidFill>
              <a:srgbClr val="78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5" name="rc2585"/>
            <p:cNvSpPr/>
            <p:nvPr/>
          </p:nvSpPr>
          <p:spPr>
            <a:xfrm>
              <a:off x="3430369" y="6661362"/>
              <a:ext cx="173347" cy="101235"/>
            </a:xfrm>
            <a:prstGeom prst="rect">
              <a:avLst/>
            </a:prstGeom>
            <a:solidFill>
              <a:srgbClr val="719D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6" name="rc2586"/>
            <p:cNvSpPr/>
            <p:nvPr/>
          </p:nvSpPr>
          <p:spPr>
            <a:xfrm>
              <a:off x="3430369" y="7370008"/>
              <a:ext cx="173347" cy="101235"/>
            </a:xfrm>
            <a:prstGeom prst="rect">
              <a:avLst/>
            </a:prstGeom>
            <a:solidFill>
              <a:srgbClr val="FFFDB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7" name="rc2587"/>
            <p:cNvSpPr/>
            <p:nvPr/>
          </p:nvSpPr>
          <p:spPr>
            <a:xfrm>
              <a:off x="3430369" y="6965067"/>
              <a:ext cx="173347" cy="101235"/>
            </a:xfrm>
            <a:prstGeom prst="rect">
              <a:avLst/>
            </a:prstGeom>
            <a:solidFill>
              <a:srgbClr val="BDDB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8" name="rc2588"/>
            <p:cNvSpPr/>
            <p:nvPr/>
          </p:nvSpPr>
          <p:spPr>
            <a:xfrm>
              <a:off x="3430369" y="6256421"/>
              <a:ext cx="173347" cy="101235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9" name="rc2589"/>
            <p:cNvSpPr/>
            <p:nvPr/>
          </p:nvSpPr>
          <p:spPr>
            <a:xfrm>
              <a:off x="3430369" y="4940363"/>
              <a:ext cx="173347" cy="101235"/>
            </a:xfrm>
            <a:prstGeom prst="rect">
              <a:avLst/>
            </a:prstGeom>
            <a:solidFill>
              <a:srgbClr val="FEA66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0" name="rc2590"/>
            <p:cNvSpPr/>
            <p:nvPr/>
          </p:nvSpPr>
          <p:spPr>
            <a:xfrm>
              <a:off x="3430369" y="7066302"/>
              <a:ext cx="173347" cy="101235"/>
            </a:xfrm>
            <a:prstGeom prst="rect">
              <a:avLst/>
            </a:prstGeom>
            <a:solidFill>
              <a:srgbClr val="74A0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1" name="rc2591"/>
            <p:cNvSpPr/>
            <p:nvPr/>
          </p:nvSpPr>
          <p:spPr>
            <a:xfrm>
              <a:off x="3430369" y="6762597"/>
              <a:ext cx="173347" cy="101235"/>
            </a:xfrm>
            <a:prstGeom prst="rect">
              <a:avLst/>
            </a:prstGeom>
            <a:solidFill>
              <a:srgbClr val="FFEEA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2" name="rc2592"/>
            <p:cNvSpPr/>
            <p:nvPr/>
          </p:nvSpPr>
          <p:spPr>
            <a:xfrm>
              <a:off x="3430369" y="6560126"/>
              <a:ext cx="173347" cy="101235"/>
            </a:xfrm>
            <a:prstGeom prst="rect">
              <a:avLst/>
            </a:prstGeom>
            <a:solidFill>
              <a:srgbClr val="EAF6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3" name="rc2593"/>
            <p:cNvSpPr/>
            <p:nvPr/>
          </p:nvSpPr>
          <p:spPr>
            <a:xfrm>
              <a:off x="3603717" y="5244069"/>
              <a:ext cx="173347" cy="101235"/>
            </a:xfrm>
            <a:prstGeom prst="rect">
              <a:avLst/>
            </a:prstGeom>
            <a:solidFill>
              <a:srgbClr val="AED1E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4" name="rc2594"/>
            <p:cNvSpPr/>
            <p:nvPr/>
          </p:nvSpPr>
          <p:spPr>
            <a:xfrm>
              <a:off x="3603717" y="6458891"/>
              <a:ext cx="173347" cy="101235"/>
            </a:xfrm>
            <a:prstGeom prst="rect">
              <a:avLst/>
            </a:prstGeom>
            <a:solidFill>
              <a:srgbClr val="D2EA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5" name="rc2595"/>
            <p:cNvSpPr/>
            <p:nvPr/>
          </p:nvSpPr>
          <p:spPr>
            <a:xfrm>
              <a:off x="3603717" y="6863832"/>
              <a:ext cx="173347" cy="101235"/>
            </a:xfrm>
            <a:prstGeom prst="rect">
              <a:avLst/>
            </a:prstGeom>
            <a:solidFill>
              <a:srgbClr val="D5EC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6" name="rc2596"/>
            <p:cNvSpPr/>
            <p:nvPr/>
          </p:nvSpPr>
          <p:spPr>
            <a:xfrm>
              <a:off x="3603717" y="7471243"/>
              <a:ext cx="173347" cy="101235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7" name="rc2597"/>
            <p:cNvSpPr/>
            <p:nvPr/>
          </p:nvSpPr>
          <p:spPr>
            <a:xfrm>
              <a:off x="3603717" y="4839128"/>
              <a:ext cx="173347" cy="101235"/>
            </a:xfrm>
            <a:prstGeom prst="rect">
              <a:avLst/>
            </a:prstGeom>
            <a:solidFill>
              <a:srgbClr val="DDF1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8" name="rc2598"/>
            <p:cNvSpPr/>
            <p:nvPr/>
          </p:nvSpPr>
          <p:spPr>
            <a:xfrm>
              <a:off x="3603717" y="7167537"/>
              <a:ext cx="173347" cy="101235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9" name="rc2599"/>
            <p:cNvSpPr/>
            <p:nvPr/>
          </p:nvSpPr>
          <p:spPr>
            <a:xfrm>
              <a:off x="3603717" y="5345304"/>
              <a:ext cx="173347" cy="101235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0" name="rc2600"/>
            <p:cNvSpPr/>
            <p:nvPr/>
          </p:nvSpPr>
          <p:spPr>
            <a:xfrm>
              <a:off x="3603717" y="4535423"/>
              <a:ext cx="173347" cy="101235"/>
            </a:xfrm>
            <a:prstGeom prst="rect">
              <a:avLst/>
            </a:prstGeom>
            <a:solidFill>
              <a:srgbClr val="FFCE8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1" name="rc2601"/>
            <p:cNvSpPr/>
            <p:nvPr/>
          </p:nvSpPr>
          <p:spPr>
            <a:xfrm>
              <a:off x="3603717" y="5547775"/>
              <a:ext cx="173347" cy="101235"/>
            </a:xfrm>
            <a:prstGeom prst="rect">
              <a:avLst/>
            </a:prstGeom>
            <a:solidFill>
              <a:srgbClr val="FFFDB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2" name="rc2602"/>
            <p:cNvSpPr/>
            <p:nvPr/>
          </p:nvSpPr>
          <p:spPr>
            <a:xfrm>
              <a:off x="3603717" y="7268773"/>
              <a:ext cx="173347" cy="101235"/>
            </a:xfrm>
            <a:prstGeom prst="rect">
              <a:avLst/>
            </a:prstGeom>
            <a:solidFill>
              <a:srgbClr val="87B4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3" name="rc2603"/>
            <p:cNvSpPr/>
            <p:nvPr/>
          </p:nvSpPr>
          <p:spPr>
            <a:xfrm>
              <a:off x="3603717" y="4636658"/>
              <a:ext cx="173347" cy="101235"/>
            </a:xfrm>
            <a:prstGeom prst="rect">
              <a:avLst/>
            </a:prstGeom>
            <a:solidFill>
              <a:srgbClr val="8DBA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4" name="rc2604"/>
            <p:cNvSpPr/>
            <p:nvPr/>
          </p:nvSpPr>
          <p:spPr>
            <a:xfrm>
              <a:off x="3603717" y="5952715"/>
              <a:ext cx="173347" cy="101235"/>
            </a:xfrm>
            <a:prstGeom prst="rect">
              <a:avLst/>
            </a:prstGeom>
            <a:solidFill>
              <a:srgbClr val="E5F4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5" name="rc2605"/>
            <p:cNvSpPr/>
            <p:nvPr/>
          </p:nvSpPr>
          <p:spPr>
            <a:xfrm>
              <a:off x="3603717" y="6357656"/>
              <a:ext cx="173347" cy="101235"/>
            </a:xfrm>
            <a:prstGeom prst="rect">
              <a:avLst/>
            </a:prstGeom>
            <a:solidFill>
              <a:srgbClr val="FFEBA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6" name="rc2606"/>
            <p:cNvSpPr/>
            <p:nvPr/>
          </p:nvSpPr>
          <p:spPr>
            <a:xfrm>
              <a:off x="3603717" y="4434187"/>
              <a:ext cx="173347" cy="101235"/>
            </a:xfrm>
            <a:prstGeom prst="rect">
              <a:avLst/>
            </a:prstGeom>
            <a:solidFill>
              <a:srgbClr val="FED98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7" name="rc2607"/>
            <p:cNvSpPr/>
            <p:nvPr/>
          </p:nvSpPr>
          <p:spPr>
            <a:xfrm>
              <a:off x="3603717" y="4737893"/>
              <a:ext cx="173347" cy="101235"/>
            </a:xfrm>
            <a:prstGeom prst="rect">
              <a:avLst/>
            </a:prstGeom>
            <a:solidFill>
              <a:srgbClr val="BBDAE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8" name="rc2608"/>
            <p:cNvSpPr/>
            <p:nvPr/>
          </p:nvSpPr>
          <p:spPr>
            <a:xfrm>
              <a:off x="3603717" y="6053950"/>
              <a:ext cx="173347" cy="101235"/>
            </a:xfrm>
            <a:prstGeom prst="rect">
              <a:avLst/>
            </a:prstGeom>
            <a:solidFill>
              <a:srgbClr val="A6CDE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9" name="rc2609"/>
            <p:cNvSpPr/>
            <p:nvPr/>
          </p:nvSpPr>
          <p:spPr>
            <a:xfrm>
              <a:off x="3603717" y="5750245"/>
              <a:ext cx="173347" cy="101235"/>
            </a:xfrm>
            <a:prstGeom prst="rect">
              <a:avLst/>
            </a:prstGeom>
            <a:solidFill>
              <a:srgbClr val="FFFBB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0" name="rc2610"/>
            <p:cNvSpPr/>
            <p:nvPr/>
          </p:nvSpPr>
          <p:spPr>
            <a:xfrm>
              <a:off x="3603717" y="5446539"/>
              <a:ext cx="173347" cy="101235"/>
            </a:xfrm>
            <a:prstGeom prst="rect">
              <a:avLst/>
            </a:prstGeom>
            <a:solidFill>
              <a:srgbClr val="8DBB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1" name="rc2611"/>
            <p:cNvSpPr/>
            <p:nvPr/>
          </p:nvSpPr>
          <p:spPr>
            <a:xfrm>
              <a:off x="3603717" y="5851480"/>
              <a:ext cx="173347" cy="101235"/>
            </a:xfrm>
            <a:prstGeom prst="rect">
              <a:avLst/>
            </a:prstGeom>
            <a:solidFill>
              <a:srgbClr val="F8FC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2" name="rc2612"/>
            <p:cNvSpPr/>
            <p:nvPr/>
          </p:nvSpPr>
          <p:spPr>
            <a:xfrm>
              <a:off x="3603717" y="5142834"/>
              <a:ext cx="173347" cy="101235"/>
            </a:xfrm>
            <a:prstGeom prst="rect">
              <a:avLst/>
            </a:prstGeom>
            <a:solidFill>
              <a:srgbClr val="F5FB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3" name="rc2613"/>
            <p:cNvSpPr/>
            <p:nvPr/>
          </p:nvSpPr>
          <p:spPr>
            <a:xfrm>
              <a:off x="3603717" y="5649010"/>
              <a:ext cx="173347" cy="101235"/>
            </a:xfrm>
            <a:prstGeom prst="rect">
              <a:avLst/>
            </a:prstGeom>
            <a:solidFill>
              <a:srgbClr val="FFCA8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4" name="rc2614"/>
            <p:cNvSpPr/>
            <p:nvPr/>
          </p:nvSpPr>
          <p:spPr>
            <a:xfrm>
              <a:off x="3603717" y="5041599"/>
              <a:ext cx="173347" cy="101235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5" name="rc2615"/>
            <p:cNvSpPr/>
            <p:nvPr/>
          </p:nvSpPr>
          <p:spPr>
            <a:xfrm>
              <a:off x="3603717" y="6155186"/>
              <a:ext cx="173347" cy="101235"/>
            </a:xfrm>
            <a:prstGeom prst="rect">
              <a:avLst/>
            </a:prstGeom>
            <a:solidFill>
              <a:srgbClr val="C0DD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6" name="rc2616"/>
            <p:cNvSpPr/>
            <p:nvPr/>
          </p:nvSpPr>
          <p:spPr>
            <a:xfrm>
              <a:off x="3603717" y="6661362"/>
              <a:ext cx="173347" cy="101235"/>
            </a:xfrm>
            <a:prstGeom prst="rect">
              <a:avLst/>
            </a:prstGeom>
            <a:solidFill>
              <a:srgbClr val="6F9B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7" name="rc2617"/>
            <p:cNvSpPr/>
            <p:nvPr/>
          </p:nvSpPr>
          <p:spPr>
            <a:xfrm>
              <a:off x="3603717" y="7370008"/>
              <a:ext cx="173347" cy="101235"/>
            </a:xfrm>
            <a:prstGeom prst="rect">
              <a:avLst/>
            </a:prstGeom>
            <a:solidFill>
              <a:srgbClr val="87B4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8" name="rc2618"/>
            <p:cNvSpPr/>
            <p:nvPr/>
          </p:nvSpPr>
          <p:spPr>
            <a:xfrm>
              <a:off x="3603717" y="6965067"/>
              <a:ext cx="173347" cy="101235"/>
            </a:xfrm>
            <a:prstGeom prst="rect">
              <a:avLst/>
            </a:prstGeom>
            <a:solidFill>
              <a:srgbClr val="6D99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9" name="rc2619"/>
            <p:cNvSpPr/>
            <p:nvPr/>
          </p:nvSpPr>
          <p:spPr>
            <a:xfrm>
              <a:off x="3603717" y="6256421"/>
              <a:ext cx="173347" cy="101235"/>
            </a:xfrm>
            <a:prstGeom prst="rect">
              <a:avLst/>
            </a:prstGeom>
            <a:solidFill>
              <a:srgbClr val="88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0" name="rc2620"/>
            <p:cNvSpPr/>
            <p:nvPr/>
          </p:nvSpPr>
          <p:spPr>
            <a:xfrm>
              <a:off x="3603717" y="4940363"/>
              <a:ext cx="173347" cy="101235"/>
            </a:xfrm>
            <a:prstGeom prst="rect">
              <a:avLst/>
            </a:prstGeom>
            <a:solidFill>
              <a:srgbClr val="92C0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1" name="rc2621"/>
            <p:cNvSpPr/>
            <p:nvPr/>
          </p:nvSpPr>
          <p:spPr>
            <a:xfrm>
              <a:off x="3603717" y="7066302"/>
              <a:ext cx="173347" cy="101235"/>
            </a:xfrm>
            <a:prstGeom prst="rect">
              <a:avLst/>
            </a:prstGeom>
            <a:solidFill>
              <a:srgbClr val="74A0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2" name="rc2622"/>
            <p:cNvSpPr/>
            <p:nvPr/>
          </p:nvSpPr>
          <p:spPr>
            <a:xfrm>
              <a:off x="3603717" y="6762597"/>
              <a:ext cx="173347" cy="101235"/>
            </a:xfrm>
            <a:prstGeom prst="rect">
              <a:avLst/>
            </a:prstGeom>
            <a:solidFill>
              <a:srgbClr val="E7F5E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3" name="rc2623"/>
            <p:cNvSpPr/>
            <p:nvPr/>
          </p:nvSpPr>
          <p:spPr>
            <a:xfrm>
              <a:off x="3603717" y="6560126"/>
              <a:ext cx="173347" cy="101235"/>
            </a:xfrm>
            <a:prstGeom prst="rect">
              <a:avLst/>
            </a:prstGeom>
            <a:solidFill>
              <a:srgbClr val="FFFF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4" name="rc2624"/>
            <p:cNvSpPr/>
            <p:nvPr/>
          </p:nvSpPr>
          <p:spPr>
            <a:xfrm>
              <a:off x="3777064" y="5244069"/>
              <a:ext cx="173347" cy="101235"/>
            </a:xfrm>
            <a:prstGeom prst="rect">
              <a:avLst/>
            </a:prstGeom>
            <a:solidFill>
              <a:srgbClr val="A6CCE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5" name="rc2625"/>
            <p:cNvSpPr/>
            <p:nvPr/>
          </p:nvSpPr>
          <p:spPr>
            <a:xfrm>
              <a:off x="3777064" y="6458891"/>
              <a:ext cx="173347" cy="101235"/>
            </a:xfrm>
            <a:prstGeom prst="rect">
              <a:avLst/>
            </a:prstGeom>
            <a:solidFill>
              <a:srgbClr val="79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6" name="rc2626"/>
            <p:cNvSpPr/>
            <p:nvPr/>
          </p:nvSpPr>
          <p:spPr>
            <a:xfrm>
              <a:off x="3777064" y="6863832"/>
              <a:ext cx="173347" cy="101235"/>
            </a:xfrm>
            <a:prstGeom prst="rect">
              <a:avLst/>
            </a:prstGeom>
            <a:solidFill>
              <a:srgbClr val="D9EEF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7" name="rc2627"/>
            <p:cNvSpPr/>
            <p:nvPr/>
          </p:nvSpPr>
          <p:spPr>
            <a:xfrm>
              <a:off x="3777064" y="7471243"/>
              <a:ext cx="173347" cy="101235"/>
            </a:xfrm>
            <a:prstGeom prst="rect">
              <a:avLst/>
            </a:prstGeom>
            <a:solidFill>
              <a:srgbClr val="7FAC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8" name="rc2628"/>
            <p:cNvSpPr/>
            <p:nvPr/>
          </p:nvSpPr>
          <p:spPr>
            <a:xfrm>
              <a:off x="3777064" y="4839128"/>
              <a:ext cx="173347" cy="101235"/>
            </a:xfrm>
            <a:prstGeom prst="rect">
              <a:avLst/>
            </a:prstGeom>
            <a:solidFill>
              <a:srgbClr val="F5FA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9" name="rc2629"/>
            <p:cNvSpPr/>
            <p:nvPr/>
          </p:nvSpPr>
          <p:spPr>
            <a:xfrm>
              <a:off x="3777064" y="7167537"/>
              <a:ext cx="173347" cy="101235"/>
            </a:xfrm>
            <a:prstGeom prst="rect">
              <a:avLst/>
            </a:prstGeom>
            <a:solidFill>
              <a:srgbClr val="7DAA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0" name="rc2630"/>
            <p:cNvSpPr/>
            <p:nvPr/>
          </p:nvSpPr>
          <p:spPr>
            <a:xfrm>
              <a:off x="3777064" y="5345304"/>
              <a:ext cx="173347" cy="101235"/>
            </a:xfrm>
            <a:prstGeom prst="rect">
              <a:avLst/>
            </a:prstGeom>
            <a:solidFill>
              <a:srgbClr val="719D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1" name="rc2631"/>
            <p:cNvSpPr/>
            <p:nvPr/>
          </p:nvSpPr>
          <p:spPr>
            <a:xfrm>
              <a:off x="3777064" y="4535423"/>
              <a:ext cx="173347" cy="101235"/>
            </a:xfrm>
            <a:prstGeom prst="rect">
              <a:avLst/>
            </a:prstGeom>
            <a:solidFill>
              <a:srgbClr val="B6D7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2" name="rc2632"/>
            <p:cNvSpPr/>
            <p:nvPr/>
          </p:nvSpPr>
          <p:spPr>
            <a:xfrm>
              <a:off x="3777064" y="5547775"/>
              <a:ext cx="173347" cy="101235"/>
            </a:xfrm>
            <a:prstGeom prst="rect">
              <a:avLst/>
            </a:prstGeom>
            <a:solidFill>
              <a:srgbClr val="FEE49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3" name="rc2633"/>
            <p:cNvSpPr/>
            <p:nvPr/>
          </p:nvSpPr>
          <p:spPr>
            <a:xfrm>
              <a:off x="3777064" y="7268773"/>
              <a:ext cx="173347" cy="101235"/>
            </a:xfrm>
            <a:prstGeom prst="rect">
              <a:avLst/>
            </a:prstGeom>
            <a:solidFill>
              <a:srgbClr val="85B2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4" name="rc2634"/>
            <p:cNvSpPr/>
            <p:nvPr/>
          </p:nvSpPr>
          <p:spPr>
            <a:xfrm>
              <a:off x="3777064" y="4636658"/>
              <a:ext cx="173347" cy="101235"/>
            </a:xfrm>
            <a:prstGeom prst="rect">
              <a:avLst/>
            </a:prstGeom>
            <a:solidFill>
              <a:srgbClr val="E6F5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5" name="rc2635"/>
            <p:cNvSpPr/>
            <p:nvPr/>
          </p:nvSpPr>
          <p:spPr>
            <a:xfrm>
              <a:off x="3777064" y="5952715"/>
              <a:ext cx="173347" cy="101235"/>
            </a:xfrm>
            <a:prstGeom prst="rect">
              <a:avLst/>
            </a:prstGeom>
            <a:solidFill>
              <a:srgbClr val="5C89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6" name="rc2636"/>
            <p:cNvSpPr/>
            <p:nvPr/>
          </p:nvSpPr>
          <p:spPr>
            <a:xfrm>
              <a:off x="3777064" y="6357656"/>
              <a:ext cx="173347" cy="101235"/>
            </a:xfrm>
            <a:prstGeom prst="rect">
              <a:avLst/>
            </a:prstGeom>
            <a:solidFill>
              <a:srgbClr val="B2D4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7" name="rc2637"/>
            <p:cNvSpPr/>
            <p:nvPr/>
          </p:nvSpPr>
          <p:spPr>
            <a:xfrm>
              <a:off x="3777064" y="4434187"/>
              <a:ext cx="173347" cy="101235"/>
            </a:xfrm>
            <a:prstGeom prst="rect">
              <a:avLst/>
            </a:prstGeom>
            <a:solidFill>
              <a:srgbClr val="D3EA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8" name="rc2638"/>
            <p:cNvSpPr/>
            <p:nvPr/>
          </p:nvSpPr>
          <p:spPr>
            <a:xfrm>
              <a:off x="3777064" y="4737893"/>
              <a:ext cx="173347" cy="101235"/>
            </a:xfrm>
            <a:prstGeom prst="rect">
              <a:avLst/>
            </a:prstGeom>
            <a:solidFill>
              <a:srgbClr val="B3D5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9" name="rc2639"/>
            <p:cNvSpPr/>
            <p:nvPr/>
          </p:nvSpPr>
          <p:spPr>
            <a:xfrm>
              <a:off x="3777064" y="6053950"/>
              <a:ext cx="173347" cy="101235"/>
            </a:xfrm>
            <a:prstGeom prst="rect">
              <a:avLst/>
            </a:prstGeom>
            <a:solidFill>
              <a:srgbClr val="A5CCE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0" name="rc2640"/>
            <p:cNvSpPr/>
            <p:nvPr/>
          </p:nvSpPr>
          <p:spPr>
            <a:xfrm>
              <a:off x="3777064" y="5750245"/>
              <a:ext cx="173347" cy="101235"/>
            </a:xfrm>
            <a:prstGeom prst="rect">
              <a:avLst/>
            </a:prstGeom>
            <a:solidFill>
              <a:srgbClr val="6995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1" name="rc2641"/>
            <p:cNvSpPr/>
            <p:nvPr/>
          </p:nvSpPr>
          <p:spPr>
            <a:xfrm>
              <a:off x="3777064" y="5446539"/>
              <a:ext cx="173347" cy="101235"/>
            </a:xfrm>
            <a:prstGeom prst="rect">
              <a:avLst/>
            </a:prstGeom>
            <a:solidFill>
              <a:srgbClr val="E3F4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2" name="rc2642"/>
            <p:cNvSpPr/>
            <p:nvPr/>
          </p:nvSpPr>
          <p:spPr>
            <a:xfrm>
              <a:off x="3777064" y="5851480"/>
              <a:ext cx="173347" cy="101235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3" name="rc2643"/>
            <p:cNvSpPr/>
            <p:nvPr/>
          </p:nvSpPr>
          <p:spPr>
            <a:xfrm>
              <a:off x="3777064" y="5142834"/>
              <a:ext cx="173347" cy="101235"/>
            </a:xfrm>
            <a:prstGeom prst="rect">
              <a:avLst/>
            </a:prstGeom>
            <a:solidFill>
              <a:srgbClr val="C5E1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4" name="rc2644"/>
            <p:cNvSpPr/>
            <p:nvPr/>
          </p:nvSpPr>
          <p:spPr>
            <a:xfrm>
              <a:off x="3777064" y="5649010"/>
              <a:ext cx="173347" cy="101235"/>
            </a:xfrm>
            <a:prstGeom prst="rect">
              <a:avLst/>
            </a:prstGeom>
            <a:solidFill>
              <a:srgbClr val="B8D8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5" name="rc2645"/>
            <p:cNvSpPr/>
            <p:nvPr/>
          </p:nvSpPr>
          <p:spPr>
            <a:xfrm>
              <a:off x="3777064" y="5041599"/>
              <a:ext cx="173347" cy="101235"/>
            </a:xfrm>
            <a:prstGeom prst="rect">
              <a:avLst/>
            </a:prstGeom>
            <a:solidFill>
              <a:srgbClr val="FEFEC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6" name="rc2646"/>
            <p:cNvSpPr/>
            <p:nvPr/>
          </p:nvSpPr>
          <p:spPr>
            <a:xfrm>
              <a:off x="3777064" y="6155186"/>
              <a:ext cx="173347" cy="101235"/>
            </a:xfrm>
            <a:prstGeom prst="rect">
              <a:avLst/>
            </a:prstGeom>
            <a:solidFill>
              <a:srgbClr val="EFF8D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7" name="rc2647"/>
            <p:cNvSpPr/>
            <p:nvPr/>
          </p:nvSpPr>
          <p:spPr>
            <a:xfrm>
              <a:off x="3777064" y="6661362"/>
              <a:ext cx="173347" cy="101235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8" name="rc2648"/>
            <p:cNvSpPr/>
            <p:nvPr/>
          </p:nvSpPr>
          <p:spPr>
            <a:xfrm>
              <a:off x="3777064" y="7370008"/>
              <a:ext cx="173347" cy="101235"/>
            </a:xfrm>
            <a:prstGeom prst="rect">
              <a:avLst/>
            </a:prstGeom>
            <a:solidFill>
              <a:srgbClr val="DAEF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9" name="rc2649"/>
            <p:cNvSpPr/>
            <p:nvPr/>
          </p:nvSpPr>
          <p:spPr>
            <a:xfrm>
              <a:off x="3777064" y="6965067"/>
              <a:ext cx="173347" cy="101235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0" name="rc2650"/>
            <p:cNvSpPr/>
            <p:nvPr/>
          </p:nvSpPr>
          <p:spPr>
            <a:xfrm>
              <a:off x="3777064" y="6256421"/>
              <a:ext cx="173347" cy="101235"/>
            </a:xfrm>
            <a:prstGeom prst="rect">
              <a:avLst/>
            </a:prstGeom>
            <a:solidFill>
              <a:srgbClr val="DEF2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1" name="rc2651"/>
            <p:cNvSpPr/>
            <p:nvPr/>
          </p:nvSpPr>
          <p:spPr>
            <a:xfrm>
              <a:off x="3777064" y="4940363"/>
              <a:ext cx="173347" cy="101235"/>
            </a:xfrm>
            <a:prstGeom prst="rect">
              <a:avLst/>
            </a:prstGeom>
            <a:solidFill>
              <a:srgbClr val="4A79B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2" name="rc2652"/>
            <p:cNvSpPr/>
            <p:nvPr/>
          </p:nvSpPr>
          <p:spPr>
            <a:xfrm>
              <a:off x="3777064" y="7066302"/>
              <a:ext cx="173347" cy="101235"/>
            </a:xfrm>
            <a:prstGeom prst="rect">
              <a:avLst/>
            </a:prstGeom>
            <a:solidFill>
              <a:srgbClr val="729E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3" name="rc2653"/>
            <p:cNvSpPr/>
            <p:nvPr/>
          </p:nvSpPr>
          <p:spPr>
            <a:xfrm>
              <a:off x="3777064" y="6762597"/>
              <a:ext cx="173347" cy="101235"/>
            </a:xfrm>
            <a:prstGeom prst="rect">
              <a:avLst/>
            </a:prstGeom>
            <a:solidFill>
              <a:srgbClr val="628FC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4" name="rc2654"/>
            <p:cNvSpPr/>
            <p:nvPr/>
          </p:nvSpPr>
          <p:spPr>
            <a:xfrm>
              <a:off x="3777064" y="6560126"/>
              <a:ext cx="173347" cy="101235"/>
            </a:xfrm>
            <a:prstGeom prst="rect">
              <a:avLst/>
            </a:prstGeom>
            <a:solidFill>
              <a:srgbClr val="FDFE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5" name="rc2655"/>
            <p:cNvSpPr/>
            <p:nvPr/>
          </p:nvSpPr>
          <p:spPr>
            <a:xfrm>
              <a:off x="3950412" y="5244069"/>
              <a:ext cx="173347" cy="101235"/>
            </a:xfrm>
            <a:prstGeom prst="rect">
              <a:avLst/>
            </a:prstGeom>
            <a:solidFill>
              <a:srgbClr val="5C89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6" name="rc2656"/>
            <p:cNvSpPr/>
            <p:nvPr/>
          </p:nvSpPr>
          <p:spPr>
            <a:xfrm>
              <a:off x="3950412" y="6458891"/>
              <a:ext cx="173347" cy="101235"/>
            </a:xfrm>
            <a:prstGeom prst="rect">
              <a:avLst/>
            </a:prstGeom>
            <a:solidFill>
              <a:srgbClr val="CDE6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7" name="rc2657"/>
            <p:cNvSpPr/>
            <p:nvPr/>
          </p:nvSpPr>
          <p:spPr>
            <a:xfrm>
              <a:off x="3950412" y="6863832"/>
              <a:ext cx="173347" cy="101235"/>
            </a:xfrm>
            <a:prstGeom prst="rect">
              <a:avLst/>
            </a:prstGeom>
            <a:solidFill>
              <a:srgbClr val="80AC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8" name="rc2658"/>
            <p:cNvSpPr/>
            <p:nvPr/>
          </p:nvSpPr>
          <p:spPr>
            <a:xfrm>
              <a:off x="3950412" y="7471243"/>
              <a:ext cx="173347" cy="101235"/>
            </a:xfrm>
            <a:prstGeom prst="rect">
              <a:avLst/>
            </a:prstGeom>
            <a:solidFill>
              <a:srgbClr val="FAFD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9" name="rc2659"/>
            <p:cNvSpPr/>
            <p:nvPr/>
          </p:nvSpPr>
          <p:spPr>
            <a:xfrm>
              <a:off x="3950412" y="4839128"/>
              <a:ext cx="173347" cy="101235"/>
            </a:xfrm>
            <a:prstGeom prst="rect">
              <a:avLst/>
            </a:prstGeom>
            <a:solidFill>
              <a:srgbClr val="FFFAB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0" name="rc2660"/>
            <p:cNvSpPr/>
            <p:nvPr/>
          </p:nvSpPr>
          <p:spPr>
            <a:xfrm>
              <a:off x="3950412" y="7167537"/>
              <a:ext cx="173347" cy="101235"/>
            </a:xfrm>
            <a:prstGeom prst="rect">
              <a:avLst/>
            </a:prstGeom>
            <a:solidFill>
              <a:srgbClr val="79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1" name="rc2661"/>
            <p:cNvSpPr/>
            <p:nvPr/>
          </p:nvSpPr>
          <p:spPr>
            <a:xfrm>
              <a:off x="3950412" y="5345304"/>
              <a:ext cx="173347" cy="101235"/>
            </a:xfrm>
            <a:prstGeom prst="rect">
              <a:avLst/>
            </a:prstGeom>
            <a:solidFill>
              <a:srgbClr val="6D99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2" name="rc2662"/>
            <p:cNvSpPr/>
            <p:nvPr/>
          </p:nvSpPr>
          <p:spPr>
            <a:xfrm>
              <a:off x="3950412" y="4535423"/>
              <a:ext cx="173347" cy="101235"/>
            </a:xfrm>
            <a:prstGeom prst="rect">
              <a:avLst/>
            </a:prstGeom>
            <a:solidFill>
              <a:srgbClr val="B5D6E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3" name="rc2663"/>
            <p:cNvSpPr/>
            <p:nvPr/>
          </p:nvSpPr>
          <p:spPr>
            <a:xfrm>
              <a:off x="3950412" y="5547775"/>
              <a:ext cx="173347" cy="101235"/>
            </a:xfrm>
            <a:prstGeom prst="rect">
              <a:avLst/>
            </a:prstGeom>
            <a:solidFill>
              <a:srgbClr val="88B5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4" name="rc2664"/>
            <p:cNvSpPr/>
            <p:nvPr/>
          </p:nvSpPr>
          <p:spPr>
            <a:xfrm>
              <a:off x="3950412" y="7268773"/>
              <a:ext cx="173347" cy="101235"/>
            </a:xfrm>
            <a:prstGeom prst="rect">
              <a:avLst/>
            </a:prstGeom>
            <a:solidFill>
              <a:srgbClr val="DDF1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5" name="rc2665"/>
            <p:cNvSpPr/>
            <p:nvPr/>
          </p:nvSpPr>
          <p:spPr>
            <a:xfrm>
              <a:off x="3950412" y="4636658"/>
              <a:ext cx="173347" cy="101235"/>
            </a:xfrm>
            <a:prstGeom prst="rect">
              <a:avLst/>
            </a:prstGeom>
            <a:solidFill>
              <a:srgbClr val="88B6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6" name="rc2666"/>
            <p:cNvSpPr/>
            <p:nvPr/>
          </p:nvSpPr>
          <p:spPr>
            <a:xfrm>
              <a:off x="3950412" y="5952715"/>
              <a:ext cx="173347" cy="101235"/>
            </a:xfrm>
            <a:prstGeom prst="rect">
              <a:avLst/>
            </a:prstGeom>
            <a:solidFill>
              <a:srgbClr val="FFF3A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7" name="rc2667"/>
            <p:cNvSpPr/>
            <p:nvPr/>
          </p:nvSpPr>
          <p:spPr>
            <a:xfrm>
              <a:off x="3950412" y="6357656"/>
              <a:ext cx="173347" cy="101235"/>
            </a:xfrm>
            <a:prstGeom prst="rect">
              <a:avLst/>
            </a:prstGeom>
            <a:solidFill>
              <a:srgbClr val="FFEA9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8" name="rc2668"/>
            <p:cNvSpPr/>
            <p:nvPr/>
          </p:nvSpPr>
          <p:spPr>
            <a:xfrm>
              <a:off x="3950412" y="4434187"/>
              <a:ext cx="173347" cy="101235"/>
            </a:xfrm>
            <a:prstGeom prst="rect">
              <a:avLst/>
            </a:prstGeom>
            <a:solidFill>
              <a:srgbClr val="95C2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9" name="rc2669"/>
            <p:cNvSpPr/>
            <p:nvPr/>
          </p:nvSpPr>
          <p:spPr>
            <a:xfrm>
              <a:off x="3950412" y="4737893"/>
              <a:ext cx="173347" cy="101235"/>
            </a:xfrm>
            <a:prstGeom prst="rect">
              <a:avLst/>
            </a:prstGeom>
            <a:solidFill>
              <a:srgbClr val="FFE89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0" name="rc2670"/>
            <p:cNvSpPr/>
            <p:nvPr/>
          </p:nvSpPr>
          <p:spPr>
            <a:xfrm>
              <a:off x="3950412" y="6053950"/>
              <a:ext cx="173347" cy="101235"/>
            </a:xfrm>
            <a:prstGeom prst="rect">
              <a:avLst/>
            </a:prstGeom>
            <a:solidFill>
              <a:srgbClr val="F7F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1" name="rc2671"/>
            <p:cNvSpPr/>
            <p:nvPr/>
          </p:nvSpPr>
          <p:spPr>
            <a:xfrm>
              <a:off x="3950412" y="5750245"/>
              <a:ext cx="173347" cy="101235"/>
            </a:xfrm>
            <a:prstGeom prst="rect">
              <a:avLst/>
            </a:prstGeom>
            <a:solidFill>
              <a:srgbClr val="FFFEB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2" name="rc2672"/>
            <p:cNvSpPr/>
            <p:nvPr/>
          </p:nvSpPr>
          <p:spPr>
            <a:xfrm>
              <a:off x="3950412" y="5446539"/>
              <a:ext cx="173347" cy="101235"/>
            </a:xfrm>
            <a:prstGeom prst="rect">
              <a:avLst/>
            </a:prstGeom>
            <a:solidFill>
              <a:srgbClr val="FEDA8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3" name="rc2673"/>
            <p:cNvSpPr/>
            <p:nvPr/>
          </p:nvSpPr>
          <p:spPr>
            <a:xfrm>
              <a:off x="3950412" y="5851480"/>
              <a:ext cx="173347" cy="101235"/>
            </a:xfrm>
            <a:prstGeom prst="rect">
              <a:avLst/>
            </a:prstGeom>
            <a:solidFill>
              <a:srgbClr val="D1E9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4" name="rc2674"/>
            <p:cNvSpPr/>
            <p:nvPr/>
          </p:nvSpPr>
          <p:spPr>
            <a:xfrm>
              <a:off x="3950412" y="5142834"/>
              <a:ext cx="173347" cy="101235"/>
            </a:xfrm>
            <a:prstGeom prst="rect">
              <a:avLst/>
            </a:prstGeom>
            <a:solidFill>
              <a:srgbClr val="FFF3A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5" name="rc2675"/>
            <p:cNvSpPr/>
            <p:nvPr/>
          </p:nvSpPr>
          <p:spPr>
            <a:xfrm>
              <a:off x="3950412" y="5649010"/>
              <a:ext cx="173347" cy="101235"/>
            </a:xfrm>
            <a:prstGeom prst="rect">
              <a:avLst/>
            </a:prstGeom>
            <a:solidFill>
              <a:srgbClr val="6F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6" name="rc2676"/>
            <p:cNvSpPr/>
            <p:nvPr/>
          </p:nvSpPr>
          <p:spPr>
            <a:xfrm>
              <a:off x="3950412" y="5041599"/>
              <a:ext cx="173347" cy="101235"/>
            </a:xfrm>
            <a:prstGeom prst="rect">
              <a:avLst/>
            </a:prstGeom>
            <a:solidFill>
              <a:srgbClr val="F0F8D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7" name="rc2677"/>
            <p:cNvSpPr/>
            <p:nvPr/>
          </p:nvSpPr>
          <p:spPr>
            <a:xfrm>
              <a:off x="3950412" y="6155186"/>
              <a:ext cx="173347" cy="101235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8" name="rc2678"/>
            <p:cNvSpPr/>
            <p:nvPr/>
          </p:nvSpPr>
          <p:spPr>
            <a:xfrm>
              <a:off x="3950412" y="6661362"/>
              <a:ext cx="173347" cy="101235"/>
            </a:xfrm>
            <a:prstGeom prst="rect">
              <a:avLst/>
            </a:prstGeom>
            <a:solidFill>
              <a:srgbClr val="B8D8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9" name="rc2679"/>
            <p:cNvSpPr/>
            <p:nvPr/>
          </p:nvSpPr>
          <p:spPr>
            <a:xfrm>
              <a:off x="3950412" y="7370008"/>
              <a:ext cx="173347" cy="101235"/>
            </a:xfrm>
            <a:prstGeom prst="rect">
              <a:avLst/>
            </a:prstGeom>
            <a:solidFill>
              <a:srgbClr val="FDFE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0" name="rc2680"/>
            <p:cNvSpPr/>
            <p:nvPr/>
          </p:nvSpPr>
          <p:spPr>
            <a:xfrm>
              <a:off x="3950412" y="6965067"/>
              <a:ext cx="173347" cy="101235"/>
            </a:xfrm>
            <a:prstGeom prst="rect">
              <a:avLst/>
            </a:prstGeom>
            <a:solidFill>
              <a:srgbClr val="6B97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1" name="rc2681"/>
            <p:cNvSpPr/>
            <p:nvPr/>
          </p:nvSpPr>
          <p:spPr>
            <a:xfrm>
              <a:off x="3950412" y="6256421"/>
              <a:ext cx="173347" cy="101235"/>
            </a:xfrm>
            <a:prstGeom prst="rect">
              <a:avLst/>
            </a:prstGeom>
            <a:solidFill>
              <a:srgbClr val="DCF0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2" name="rc2682"/>
            <p:cNvSpPr/>
            <p:nvPr/>
          </p:nvSpPr>
          <p:spPr>
            <a:xfrm>
              <a:off x="3950412" y="4940363"/>
              <a:ext cx="173347" cy="101235"/>
            </a:xfrm>
            <a:prstGeom prst="rect">
              <a:avLst/>
            </a:prstGeom>
            <a:solidFill>
              <a:srgbClr val="D8342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3" name="rc2683"/>
            <p:cNvSpPr/>
            <p:nvPr/>
          </p:nvSpPr>
          <p:spPr>
            <a:xfrm>
              <a:off x="3950412" y="7066302"/>
              <a:ext cx="173347" cy="101235"/>
            </a:xfrm>
            <a:prstGeom prst="rect">
              <a:avLst/>
            </a:prstGeom>
            <a:solidFill>
              <a:srgbClr val="74A0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4" name="rc2684"/>
            <p:cNvSpPr/>
            <p:nvPr/>
          </p:nvSpPr>
          <p:spPr>
            <a:xfrm>
              <a:off x="3950412" y="6762597"/>
              <a:ext cx="173347" cy="101235"/>
            </a:xfrm>
            <a:prstGeom prst="rect">
              <a:avLst/>
            </a:prstGeom>
            <a:solidFill>
              <a:srgbClr val="628EC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5" name="rc2685"/>
            <p:cNvSpPr/>
            <p:nvPr/>
          </p:nvSpPr>
          <p:spPr>
            <a:xfrm>
              <a:off x="3950412" y="6560126"/>
              <a:ext cx="173347" cy="101235"/>
            </a:xfrm>
            <a:prstGeom prst="rect">
              <a:avLst/>
            </a:prstGeom>
            <a:solidFill>
              <a:srgbClr val="E6F5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6" name="rc2686"/>
            <p:cNvSpPr/>
            <p:nvPr/>
          </p:nvSpPr>
          <p:spPr>
            <a:xfrm>
              <a:off x="4123760" y="5244069"/>
              <a:ext cx="173347" cy="101235"/>
            </a:xfrm>
            <a:prstGeom prst="rect">
              <a:avLst/>
            </a:prstGeom>
            <a:solidFill>
              <a:srgbClr val="E4F4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7" name="rc2687"/>
            <p:cNvSpPr/>
            <p:nvPr/>
          </p:nvSpPr>
          <p:spPr>
            <a:xfrm>
              <a:off x="4123760" y="6458891"/>
              <a:ext cx="173347" cy="101235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8" name="rc2688"/>
            <p:cNvSpPr/>
            <p:nvPr/>
          </p:nvSpPr>
          <p:spPr>
            <a:xfrm>
              <a:off x="4123760" y="6863832"/>
              <a:ext cx="173347" cy="101235"/>
            </a:xfrm>
            <a:prstGeom prst="rect">
              <a:avLst/>
            </a:prstGeom>
            <a:solidFill>
              <a:srgbClr val="82AE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9" name="rc2689"/>
            <p:cNvSpPr/>
            <p:nvPr/>
          </p:nvSpPr>
          <p:spPr>
            <a:xfrm>
              <a:off x="4123760" y="7471243"/>
              <a:ext cx="173347" cy="101235"/>
            </a:xfrm>
            <a:prstGeom prst="rect">
              <a:avLst/>
            </a:prstGeom>
            <a:solidFill>
              <a:srgbClr val="80AC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0" name="rc2690"/>
            <p:cNvSpPr/>
            <p:nvPr/>
          </p:nvSpPr>
          <p:spPr>
            <a:xfrm>
              <a:off x="4123760" y="4839128"/>
              <a:ext cx="173347" cy="101235"/>
            </a:xfrm>
            <a:prstGeom prst="rect">
              <a:avLst/>
            </a:prstGeom>
            <a:solidFill>
              <a:srgbClr val="FFE69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1" name="rc2691"/>
            <p:cNvSpPr/>
            <p:nvPr/>
          </p:nvSpPr>
          <p:spPr>
            <a:xfrm>
              <a:off x="4123760" y="7167537"/>
              <a:ext cx="173347" cy="101235"/>
            </a:xfrm>
            <a:prstGeom prst="rect">
              <a:avLst/>
            </a:prstGeom>
            <a:solidFill>
              <a:srgbClr val="CEE7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2" name="rc2692"/>
            <p:cNvSpPr/>
            <p:nvPr/>
          </p:nvSpPr>
          <p:spPr>
            <a:xfrm>
              <a:off x="4123760" y="5345304"/>
              <a:ext cx="173347" cy="101235"/>
            </a:xfrm>
            <a:prstGeom prst="rect">
              <a:avLst/>
            </a:prstGeom>
            <a:solidFill>
              <a:srgbClr val="C1DE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3" name="rc2693"/>
            <p:cNvSpPr/>
            <p:nvPr/>
          </p:nvSpPr>
          <p:spPr>
            <a:xfrm>
              <a:off x="4123760" y="4535423"/>
              <a:ext cx="173347" cy="101235"/>
            </a:xfrm>
            <a:prstGeom prst="rect">
              <a:avLst/>
            </a:prstGeom>
            <a:solidFill>
              <a:srgbClr val="EBF7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4" name="rc2694"/>
            <p:cNvSpPr/>
            <p:nvPr/>
          </p:nvSpPr>
          <p:spPr>
            <a:xfrm>
              <a:off x="4123760" y="5547775"/>
              <a:ext cx="173347" cy="101235"/>
            </a:xfrm>
            <a:prstGeom prst="rect">
              <a:avLst/>
            </a:prstGeom>
            <a:solidFill>
              <a:srgbClr val="87B4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5" name="rc2695"/>
            <p:cNvSpPr/>
            <p:nvPr/>
          </p:nvSpPr>
          <p:spPr>
            <a:xfrm>
              <a:off x="4123760" y="7268773"/>
              <a:ext cx="173347" cy="101235"/>
            </a:xfrm>
            <a:prstGeom prst="rect">
              <a:avLst/>
            </a:prstGeom>
            <a:solidFill>
              <a:srgbClr val="87B4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6" name="rc2696"/>
            <p:cNvSpPr/>
            <p:nvPr/>
          </p:nvSpPr>
          <p:spPr>
            <a:xfrm>
              <a:off x="4123760" y="4636658"/>
              <a:ext cx="173347" cy="101235"/>
            </a:xfrm>
            <a:prstGeom prst="rect">
              <a:avLst/>
            </a:prstGeom>
            <a:solidFill>
              <a:srgbClr val="95C2D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7" name="rc2697"/>
            <p:cNvSpPr/>
            <p:nvPr/>
          </p:nvSpPr>
          <p:spPr>
            <a:xfrm>
              <a:off x="4123760" y="5952715"/>
              <a:ext cx="173347" cy="101235"/>
            </a:xfrm>
            <a:prstGeom prst="rect">
              <a:avLst/>
            </a:prstGeom>
            <a:solidFill>
              <a:srgbClr val="608DC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8" name="rc2698"/>
            <p:cNvSpPr/>
            <p:nvPr/>
          </p:nvSpPr>
          <p:spPr>
            <a:xfrm>
              <a:off x="4123760" y="6357656"/>
              <a:ext cx="173347" cy="101235"/>
            </a:xfrm>
            <a:prstGeom prst="rect">
              <a:avLst/>
            </a:prstGeom>
            <a:solidFill>
              <a:srgbClr val="FFE89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9" name="rc2699"/>
            <p:cNvSpPr/>
            <p:nvPr/>
          </p:nvSpPr>
          <p:spPr>
            <a:xfrm>
              <a:off x="4123760" y="4434187"/>
              <a:ext cx="173347" cy="101235"/>
            </a:xfrm>
            <a:prstGeom prst="rect">
              <a:avLst/>
            </a:prstGeom>
            <a:solidFill>
              <a:srgbClr val="FFE99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0" name="rc2700"/>
            <p:cNvSpPr/>
            <p:nvPr/>
          </p:nvSpPr>
          <p:spPr>
            <a:xfrm>
              <a:off x="4123760" y="4737893"/>
              <a:ext cx="173347" cy="101235"/>
            </a:xfrm>
            <a:prstGeom prst="rect">
              <a:avLst/>
            </a:prstGeom>
            <a:solidFill>
              <a:srgbClr val="FFE89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1" name="rc2701"/>
            <p:cNvSpPr/>
            <p:nvPr/>
          </p:nvSpPr>
          <p:spPr>
            <a:xfrm>
              <a:off x="4123760" y="6053950"/>
              <a:ext cx="173347" cy="101235"/>
            </a:xfrm>
            <a:prstGeom prst="rect">
              <a:avLst/>
            </a:prstGeom>
            <a:solidFill>
              <a:srgbClr val="5B88B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2" name="rc2702"/>
            <p:cNvSpPr/>
            <p:nvPr/>
          </p:nvSpPr>
          <p:spPr>
            <a:xfrm>
              <a:off x="4123760" y="5750245"/>
              <a:ext cx="173347" cy="101235"/>
            </a:xfrm>
            <a:prstGeom prst="rect">
              <a:avLst/>
            </a:prstGeom>
            <a:solidFill>
              <a:srgbClr val="BAD9E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3" name="rc2703"/>
            <p:cNvSpPr/>
            <p:nvPr/>
          </p:nvSpPr>
          <p:spPr>
            <a:xfrm>
              <a:off x="4123760" y="5446539"/>
              <a:ext cx="173347" cy="101235"/>
            </a:xfrm>
            <a:prstGeom prst="rect">
              <a:avLst/>
            </a:prstGeom>
            <a:solidFill>
              <a:srgbClr val="FFEFA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4" name="rc2704"/>
            <p:cNvSpPr/>
            <p:nvPr/>
          </p:nvSpPr>
          <p:spPr>
            <a:xfrm>
              <a:off x="4123760" y="5851480"/>
              <a:ext cx="173347" cy="101235"/>
            </a:xfrm>
            <a:prstGeom prst="rect">
              <a:avLst/>
            </a:prstGeom>
            <a:solidFill>
              <a:srgbClr val="D0E8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5" name="rc2705"/>
            <p:cNvSpPr/>
            <p:nvPr/>
          </p:nvSpPr>
          <p:spPr>
            <a:xfrm>
              <a:off x="4123760" y="5142834"/>
              <a:ext cx="173347" cy="101235"/>
            </a:xfrm>
            <a:prstGeom prst="rect">
              <a:avLst/>
            </a:prstGeom>
            <a:solidFill>
              <a:srgbClr val="CAE4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6" name="rc2706"/>
            <p:cNvSpPr/>
            <p:nvPr/>
          </p:nvSpPr>
          <p:spPr>
            <a:xfrm>
              <a:off x="4123760" y="5649010"/>
              <a:ext cx="173347" cy="101235"/>
            </a:xfrm>
            <a:prstGeom prst="rect">
              <a:avLst/>
            </a:prstGeom>
            <a:solidFill>
              <a:srgbClr val="709C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7" name="rc2707"/>
            <p:cNvSpPr/>
            <p:nvPr/>
          </p:nvSpPr>
          <p:spPr>
            <a:xfrm>
              <a:off x="4123760" y="5041599"/>
              <a:ext cx="173347" cy="101235"/>
            </a:xfrm>
            <a:prstGeom prst="rect">
              <a:avLst/>
            </a:prstGeom>
            <a:solidFill>
              <a:srgbClr val="FFF9B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8" name="rc2708"/>
            <p:cNvSpPr/>
            <p:nvPr/>
          </p:nvSpPr>
          <p:spPr>
            <a:xfrm>
              <a:off x="4123760" y="6155186"/>
              <a:ext cx="173347" cy="101235"/>
            </a:xfrm>
            <a:prstGeom prst="rect">
              <a:avLst/>
            </a:prstGeom>
            <a:solidFill>
              <a:srgbClr val="FFF8B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9" name="rc2709"/>
            <p:cNvSpPr/>
            <p:nvPr/>
          </p:nvSpPr>
          <p:spPr>
            <a:xfrm>
              <a:off x="4123760" y="6661362"/>
              <a:ext cx="173347" cy="101235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0" name="rc2710"/>
            <p:cNvSpPr/>
            <p:nvPr/>
          </p:nvSpPr>
          <p:spPr>
            <a:xfrm>
              <a:off x="4123760" y="7370008"/>
              <a:ext cx="173347" cy="101235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1" name="rc2711"/>
            <p:cNvSpPr/>
            <p:nvPr/>
          </p:nvSpPr>
          <p:spPr>
            <a:xfrm>
              <a:off x="4123760" y="6965067"/>
              <a:ext cx="173347" cy="101235"/>
            </a:xfrm>
            <a:prstGeom prst="rect">
              <a:avLst/>
            </a:prstGeom>
            <a:solidFill>
              <a:srgbClr val="EFF8E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2" name="rc2712"/>
            <p:cNvSpPr/>
            <p:nvPr/>
          </p:nvSpPr>
          <p:spPr>
            <a:xfrm>
              <a:off x="4123760" y="6256421"/>
              <a:ext cx="173347" cy="101235"/>
            </a:xfrm>
            <a:prstGeom prst="rect">
              <a:avLst/>
            </a:prstGeom>
            <a:solidFill>
              <a:srgbClr val="FEFFC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3" name="rc2713"/>
            <p:cNvSpPr/>
            <p:nvPr/>
          </p:nvSpPr>
          <p:spPr>
            <a:xfrm>
              <a:off x="4123760" y="4940363"/>
              <a:ext cx="173347" cy="101235"/>
            </a:xfrm>
            <a:prstGeom prst="rect">
              <a:avLst/>
            </a:prstGeom>
            <a:solidFill>
              <a:srgbClr val="F3F9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4" name="rc2714"/>
            <p:cNvSpPr/>
            <p:nvPr/>
          </p:nvSpPr>
          <p:spPr>
            <a:xfrm>
              <a:off x="4123760" y="7066302"/>
              <a:ext cx="173347" cy="101235"/>
            </a:xfrm>
            <a:prstGeom prst="rect">
              <a:avLst/>
            </a:prstGeom>
            <a:solidFill>
              <a:srgbClr val="78A4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5" name="rc2715"/>
            <p:cNvSpPr/>
            <p:nvPr/>
          </p:nvSpPr>
          <p:spPr>
            <a:xfrm>
              <a:off x="4123760" y="6762597"/>
              <a:ext cx="173347" cy="101235"/>
            </a:xfrm>
            <a:prstGeom prst="rect">
              <a:avLst/>
            </a:prstGeom>
            <a:solidFill>
              <a:srgbClr val="6692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6" name="rc2716"/>
            <p:cNvSpPr/>
            <p:nvPr/>
          </p:nvSpPr>
          <p:spPr>
            <a:xfrm>
              <a:off x="4123760" y="6560126"/>
              <a:ext cx="173347" cy="101235"/>
            </a:xfrm>
            <a:prstGeom prst="rect">
              <a:avLst/>
            </a:prstGeom>
            <a:solidFill>
              <a:srgbClr val="E5F5F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7" name="rc2717"/>
            <p:cNvSpPr/>
            <p:nvPr/>
          </p:nvSpPr>
          <p:spPr>
            <a:xfrm>
              <a:off x="4297107" y="5244069"/>
              <a:ext cx="173347" cy="101235"/>
            </a:xfrm>
            <a:prstGeom prst="rect">
              <a:avLst/>
            </a:prstGeom>
            <a:solidFill>
              <a:srgbClr val="AACF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8" name="rc2718"/>
            <p:cNvSpPr/>
            <p:nvPr/>
          </p:nvSpPr>
          <p:spPr>
            <a:xfrm>
              <a:off x="4297107" y="6458891"/>
              <a:ext cx="173347" cy="101235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9" name="rc2719"/>
            <p:cNvSpPr/>
            <p:nvPr/>
          </p:nvSpPr>
          <p:spPr>
            <a:xfrm>
              <a:off x="4297107" y="6863832"/>
              <a:ext cx="173347" cy="101235"/>
            </a:xfrm>
            <a:prstGeom prst="rect">
              <a:avLst/>
            </a:prstGeom>
            <a:solidFill>
              <a:srgbClr val="D1E9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0" name="rc2720"/>
            <p:cNvSpPr/>
            <p:nvPr/>
          </p:nvSpPr>
          <p:spPr>
            <a:xfrm>
              <a:off x="4297107" y="7471243"/>
              <a:ext cx="173347" cy="101235"/>
            </a:xfrm>
            <a:prstGeom prst="rect">
              <a:avLst/>
            </a:prstGeom>
            <a:solidFill>
              <a:srgbClr val="7BA7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1" name="rc2721"/>
            <p:cNvSpPr/>
            <p:nvPr/>
          </p:nvSpPr>
          <p:spPr>
            <a:xfrm>
              <a:off x="4297107" y="4839128"/>
              <a:ext cx="173347" cy="101235"/>
            </a:xfrm>
            <a:prstGeom prst="rect">
              <a:avLst/>
            </a:prstGeom>
            <a:solidFill>
              <a:srgbClr val="FEE29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2" name="rc2722"/>
            <p:cNvSpPr/>
            <p:nvPr/>
          </p:nvSpPr>
          <p:spPr>
            <a:xfrm>
              <a:off x="4297107" y="7167537"/>
              <a:ext cx="173347" cy="101235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3" name="rc2723"/>
            <p:cNvSpPr/>
            <p:nvPr/>
          </p:nvSpPr>
          <p:spPr>
            <a:xfrm>
              <a:off x="4297107" y="5345304"/>
              <a:ext cx="173347" cy="101235"/>
            </a:xfrm>
            <a:prstGeom prst="rect">
              <a:avLst/>
            </a:prstGeom>
            <a:solidFill>
              <a:srgbClr val="6591C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4" name="rc2724"/>
            <p:cNvSpPr/>
            <p:nvPr/>
          </p:nvSpPr>
          <p:spPr>
            <a:xfrm>
              <a:off x="4297107" y="4535423"/>
              <a:ext cx="173347" cy="101235"/>
            </a:xfrm>
            <a:prstGeom prst="rect">
              <a:avLst/>
            </a:prstGeom>
            <a:solidFill>
              <a:srgbClr val="B9D9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5" name="rc2725"/>
            <p:cNvSpPr/>
            <p:nvPr/>
          </p:nvSpPr>
          <p:spPr>
            <a:xfrm>
              <a:off x="4297107" y="5547775"/>
              <a:ext cx="173347" cy="101235"/>
            </a:xfrm>
            <a:prstGeom prst="rect">
              <a:avLst/>
            </a:prstGeom>
            <a:solidFill>
              <a:srgbClr val="D1E9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6" name="rc2726"/>
            <p:cNvSpPr/>
            <p:nvPr/>
          </p:nvSpPr>
          <p:spPr>
            <a:xfrm>
              <a:off x="4297107" y="7268773"/>
              <a:ext cx="173347" cy="101235"/>
            </a:xfrm>
            <a:prstGeom prst="rect">
              <a:avLst/>
            </a:prstGeom>
            <a:solidFill>
              <a:srgbClr val="DFF2F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7" name="rc2727"/>
            <p:cNvSpPr/>
            <p:nvPr/>
          </p:nvSpPr>
          <p:spPr>
            <a:xfrm>
              <a:off x="4297107" y="4636658"/>
              <a:ext cx="173347" cy="101235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8" name="rc2728"/>
            <p:cNvSpPr/>
            <p:nvPr/>
          </p:nvSpPr>
          <p:spPr>
            <a:xfrm>
              <a:off x="4297107" y="5952715"/>
              <a:ext cx="173347" cy="101235"/>
            </a:xfrm>
            <a:prstGeom prst="rect">
              <a:avLst/>
            </a:prstGeom>
            <a:solidFill>
              <a:srgbClr val="AACF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9" name="rc2729"/>
            <p:cNvSpPr/>
            <p:nvPr/>
          </p:nvSpPr>
          <p:spPr>
            <a:xfrm>
              <a:off x="4297107" y="6357656"/>
              <a:ext cx="173347" cy="101235"/>
            </a:xfrm>
            <a:prstGeom prst="rect">
              <a:avLst/>
            </a:prstGeom>
            <a:solidFill>
              <a:srgbClr val="E8F6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0" name="rc2730"/>
            <p:cNvSpPr/>
            <p:nvPr/>
          </p:nvSpPr>
          <p:spPr>
            <a:xfrm>
              <a:off x="4297107" y="4434187"/>
              <a:ext cx="173347" cy="101235"/>
            </a:xfrm>
            <a:prstGeom prst="rect">
              <a:avLst/>
            </a:prstGeom>
            <a:solidFill>
              <a:srgbClr val="ECF7E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1" name="rc2731"/>
            <p:cNvSpPr/>
            <p:nvPr/>
          </p:nvSpPr>
          <p:spPr>
            <a:xfrm>
              <a:off x="4297107" y="4737893"/>
              <a:ext cx="173347" cy="101235"/>
            </a:xfrm>
            <a:prstGeom prst="rect">
              <a:avLst/>
            </a:prstGeom>
            <a:solidFill>
              <a:srgbClr val="EDF7E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2" name="rc2732"/>
            <p:cNvSpPr/>
            <p:nvPr/>
          </p:nvSpPr>
          <p:spPr>
            <a:xfrm>
              <a:off x="4297107" y="6053950"/>
              <a:ext cx="173347" cy="101235"/>
            </a:xfrm>
            <a:prstGeom prst="rect">
              <a:avLst/>
            </a:prstGeom>
            <a:solidFill>
              <a:srgbClr val="FFF6B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3" name="rc2733"/>
            <p:cNvSpPr/>
            <p:nvPr/>
          </p:nvSpPr>
          <p:spPr>
            <a:xfrm>
              <a:off x="4297107" y="5750245"/>
              <a:ext cx="173347" cy="101235"/>
            </a:xfrm>
            <a:prstGeom prst="rect">
              <a:avLst/>
            </a:prstGeom>
            <a:solidFill>
              <a:srgbClr val="6995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4" name="rc2734"/>
            <p:cNvSpPr/>
            <p:nvPr/>
          </p:nvSpPr>
          <p:spPr>
            <a:xfrm>
              <a:off x="4297107" y="5446539"/>
              <a:ext cx="173347" cy="101235"/>
            </a:xfrm>
            <a:prstGeom prst="rect">
              <a:avLst/>
            </a:prstGeom>
            <a:solidFill>
              <a:srgbClr val="DEF2F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5" name="rc2735"/>
            <p:cNvSpPr/>
            <p:nvPr/>
          </p:nvSpPr>
          <p:spPr>
            <a:xfrm>
              <a:off x="4297107" y="5851480"/>
              <a:ext cx="173347" cy="101235"/>
            </a:xfrm>
            <a:prstGeom prst="rect">
              <a:avLst/>
            </a:prstGeom>
            <a:solidFill>
              <a:srgbClr val="74A0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6" name="rc2736"/>
            <p:cNvSpPr/>
            <p:nvPr/>
          </p:nvSpPr>
          <p:spPr>
            <a:xfrm>
              <a:off x="4297107" y="5142834"/>
              <a:ext cx="173347" cy="101235"/>
            </a:xfrm>
            <a:prstGeom prst="rect">
              <a:avLst/>
            </a:prstGeom>
            <a:solidFill>
              <a:srgbClr val="FFCE8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7" name="rc2737"/>
            <p:cNvSpPr/>
            <p:nvPr/>
          </p:nvSpPr>
          <p:spPr>
            <a:xfrm>
              <a:off x="4297107" y="5649010"/>
              <a:ext cx="173347" cy="101235"/>
            </a:xfrm>
            <a:prstGeom prst="rect">
              <a:avLst/>
            </a:prstGeom>
            <a:solidFill>
              <a:srgbClr val="C2DEE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8" name="rc2738"/>
            <p:cNvSpPr/>
            <p:nvPr/>
          </p:nvSpPr>
          <p:spPr>
            <a:xfrm>
              <a:off x="4297107" y="5041599"/>
              <a:ext cx="173347" cy="101235"/>
            </a:xfrm>
            <a:prstGeom prst="rect">
              <a:avLst/>
            </a:prstGeom>
            <a:solidFill>
              <a:srgbClr val="5C89B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9" name="rc2739"/>
            <p:cNvSpPr/>
            <p:nvPr/>
          </p:nvSpPr>
          <p:spPr>
            <a:xfrm>
              <a:off x="4297107" y="6155186"/>
              <a:ext cx="173347" cy="101235"/>
            </a:xfrm>
            <a:prstGeom prst="rect">
              <a:avLst/>
            </a:prstGeom>
            <a:solidFill>
              <a:srgbClr val="ECF7E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0" name="rc2740"/>
            <p:cNvSpPr/>
            <p:nvPr/>
          </p:nvSpPr>
          <p:spPr>
            <a:xfrm>
              <a:off x="4297107" y="6661362"/>
              <a:ext cx="173347" cy="101235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1" name="rc2741"/>
            <p:cNvSpPr/>
            <p:nvPr/>
          </p:nvSpPr>
          <p:spPr>
            <a:xfrm>
              <a:off x="4297107" y="7370008"/>
              <a:ext cx="173347" cy="101235"/>
            </a:xfrm>
            <a:prstGeom prst="rect">
              <a:avLst/>
            </a:prstGeom>
            <a:solidFill>
              <a:srgbClr val="84B0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2" name="rc2742"/>
            <p:cNvSpPr/>
            <p:nvPr/>
          </p:nvSpPr>
          <p:spPr>
            <a:xfrm>
              <a:off x="4297107" y="6965067"/>
              <a:ext cx="173347" cy="101235"/>
            </a:xfrm>
            <a:prstGeom prst="rect">
              <a:avLst/>
            </a:prstGeom>
            <a:solidFill>
              <a:srgbClr val="B9D8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3" name="rc2743"/>
            <p:cNvSpPr/>
            <p:nvPr/>
          </p:nvSpPr>
          <p:spPr>
            <a:xfrm>
              <a:off x="4297107" y="6256421"/>
              <a:ext cx="173347" cy="101235"/>
            </a:xfrm>
            <a:prstGeom prst="rect">
              <a:avLst/>
            </a:prstGeom>
            <a:solidFill>
              <a:srgbClr val="81AE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4" name="rc2744"/>
            <p:cNvSpPr/>
            <p:nvPr/>
          </p:nvSpPr>
          <p:spPr>
            <a:xfrm>
              <a:off x="4297107" y="4940363"/>
              <a:ext cx="173347" cy="101235"/>
            </a:xfrm>
            <a:prstGeom prst="rect">
              <a:avLst/>
            </a:prstGeom>
            <a:solidFill>
              <a:srgbClr val="97C3D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5" name="rc2745"/>
            <p:cNvSpPr/>
            <p:nvPr/>
          </p:nvSpPr>
          <p:spPr>
            <a:xfrm>
              <a:off x="4297107" y="7066302"/>
              <a:ext cx="173347" cy="101235"/>
            </a:xfrm>
            <a:prstGeom prst="rect">
              <a:avLst/>
            </a:prstGeom>
            <a:solidFill>
              <a:srgbClr val="76A2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6" name="rc2746"/>
            <p:cNvSpPr/>
            <p:nvPr/>
          </p:nvSpPr>
          <p:spPr>
            <a:xfrm>
              <a:off x="4297107" y="6762597"/>
              <a:ext cx="173347" cy="101235"/>
            </a:xfrm>
            <a:prstGeom prst="rect">
              <a:avLst/>
            </a:prstGeom>
            <a:solidFill>
              <a:srgbClr val="B7D8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7" name="rc2747"/>
            <p:cNvSpPr/>
            <p:nvPr/>
          </p:nvSpPr>
          <p:spPr>
            <a:xfrm>
              <a:off x="4297107" y="6560126"/>
              <a:ext cx="173347" cy="101235"/>
            </a:xfrm>
            <a:prstGeom prst="rect">
              <a:avLst/>
            </a:prstGeom>
            <a:solidFill>
              <a:srgbClr val="FFC47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8" name="rc2748"/>
            <p:cNvSpPr/>
            <p:nvPr/>
          </p:nvSpPr>
          <p:spPr>
            <a:xfrm>
              <a:off x="4470455" y="5244069"/>
              <a:ext cx="173347" cy="101235"/>
            </a:xfrm>
            <a:prstGeom prst="rect">
              <a:avLst/>
            </a:prstGeom>
            <a:solidFill>
              <a:srgbClr val="FEDE8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9" name="rc2749"/>
            <p:cNvSpPr/>
            <p:nvPr/>
          </p:nvSpPr>
          <p:spPr>
            <a:xfrm>
              <a:off x="4470455" y="6458891"/>
              <a:ext cx="173347" cy="101235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0" name="rc2750"/>
            <p:cNvSpPr/>
            <p:nvPr/>
          </p:nvSpPr>
          <p:spPr>
            <a:xfrm>
              <a:off x="4470455" y="6863832"/>
              <a:ext cx="173347" cy="101235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1" name="rc2751"/>
            <p:cNvSpPr/>
            <p:nvPr/>
          </p:nvSpPr>
          <p:spPr>
            <a:xfrm>
              <a:off x="4470455" y="7471243"/>
              <a:ext cx="173347" cy="101235"/>
            </a:xfrm>
            <a:prstGeom prst="rect">
              <a:avLst/>
            </a:prstGeom>
            <a:solidFill>
              <a:srgbClr val="7A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2" name="rc2752"/>
            <p:cNvSpPr/>
            <p:nvPr/>
          </p:nvSpPr>
          <p:spPr>
            <a:xfrm>
              <a:off x="4470455" y="4839128"/>
              <a:ext cx="173347" cy="101235"/>
            </a:xfrm>
            <a:prstGeom prst="rect">
              <a:avLst/>
            </a:prstGeom>
            <a:solidFill>
              <a:srgbClr val="FAFCC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3" name="rc2753"/>
            <p:cNvSpPr/>
            <p:nvPr/>
          </p:nvSpPr>
          <p:spPr>
            <a:xfrm>
              <a:off x="4470455" y="7167537"/>
              <a:ext cx="173347" cy="101235"/>
            </a:xfrm>
            <a:prstGeom prst="rect">
              <a:avLst/>
            </a:prstGeom>
            <a:solidFill>
              <a:srgbClr val="FFF4A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4" name="rc2754"/>
            <p:cNvSpPr/>
            <p:nvPr/>
          </p:nvSpPr>
          <p:spPr>
            <a:xfrm>
              <a:off x="4470455" y="5345304"/>
              <a:ext cx="173347" cy="101235"/>
            </a:xfrm>
            <a:prstGeom prst="rect">
              <a:avLst/>
            </a:prstGeom>
            <a:solidFill>
              <a:srgbClr val="68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5" name="rc2755"/>
            <p:cNvSpPr/>
            <p:nvPr/>
          </p:nvSpPr>
          <p:spPr>
            <a:xfrm>
              <a:off x="4470455" y="4535423"/>
              <a:ext cx="173347" cy="101235"/>
            </a:xfrm>
            <a:prstGeom prst="rect">
              <a:avLst/>
            </a:prstGeom>
            <a:solidFill>
              <a:srgbClr val="6793C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6" name="rc2756"/>
            <p:cNvSpPr/>
            <p:nvPr/>
          </p:nvSpPr>
          <p:spPr>
            <a:xfrm>
              <a:off x="4470455" y="5547775"/>
              <a:ext cx="173347" cy="101235"/>
            </a:xfrm>
            <a:prstGeom prst="rect">
              <a:avLst/>
            </a:prstGeom>
            <a:solidFill>
              <a:srgbClr val="CEE7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7" name="rc2757"/>
            <p:cNvSpPr/>
            <p:nvPr/>
          </p:nvSpPr>
          <p:spPr>
            <a:xfrm>
              <a:off x="4470455" y="7268773"/>
              <a:ext cx="173347" cy="101235"/>
            </a:xfrm>
            <a:prstGeom prst="rect">
              <a:avLst/>
            </a:prstGeom>
            <a:solidFill>
              <a:srgbClr val="E3F4F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8" name="rc2758"/>
            <p:cNvSpPr/>
            <p:nvPr/>
          </p:nvSpPr>
          <p:spPr>
            <a:xfrm>
              <a:off x="4470455" y="4636658"/>
              <a:ext cx="173347" cy="101235"/>
            </a:xfrm>
            <a:prstGeom prst="rect">
              <a:avLst/>
            </a:prstGeom>
            <a:solidFill>
              <a:srgbClr val="8CB9D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9" name="rc2759"/>
            <p:cNvSpPr/>
            <p:nvPr/>
          </p:nvSpPr>
          <p:spPr>
            <a:xfrm>
              <a:off x="4470455" y="5952715"/>
              <a:ext cx="173347" cy="101235"/>
            </a:xfrm>
            <a:prstGeom prst="rect">
              <a:avLst/>
            </a:prstGeom>
            <a:solidFill>
              <a:srgbClr val="FFEDA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0" name="rc2760"/>
            <p:cNvSpPr/>
            <p:nvPr/>
          </p:nvSpPr>
          <p:spPr>
            <a:xfrm>
              <a:off x="4470455" y="6357656"/>
              <a:ext cx="173347" cy="101235"/>
            </a:xfrm>
            <a:prstGeom prst="rect">
              <a:avLst/>
            </a:prstGeom>
            <a:solidFill>
              <a:srgbClr val="6491C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1" name="rc2761"/>
            <p:cNvSpPr/>
            <p:nvPr/>
          </p:nvSpPr>
          <p:spPr>
            <a:xfrm>
              <a:off x="4470455" y="4434187"/>
              <a:ext cx="173347" cy="101235"/>
            </a:xfrm>
            <a:prstGeom prst="rect">
              <a:avLst/>
            </a:prstGeom>
            <a:solidFill>
              <a:srgbClr val="E8F6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2" name="rc2762"/>
            <p:cNvSpPr/>
            <p:nvPr/>
          </p:nvSpPr>
          <p:spPr>
            <a:xfrm>
              <a:off x="4470455" y="4737893"/>
              <a:ext cx="173347" cy="101235"/>
            </a:xfrm>
            <a:prstGeom prst="rect">
              <a:avLst/>
            </a:prstGeom>
            <a:solidFill>
              <a:srgbClr val="F3FA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3" name="rc2763"/>
            <p:cNvSpPr/>
            <p:nvPr/>
          </p:nvSpPr>
          <p:spPr>
            <a:xfrm>
              <a:off x="4470455" y="6053950"/>
              <a:ext cx="173347" cy="101235"/>
            </a:xfrm>
            <a:prstGeom prst="rect">
              <a:avLst/>
            </a:prstGeom>
            <a:solidFill>
              <a:srgbClr val="F8FC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4" name="rc2764"/>
            <p:cNvSpPr/>
            <p:nvPr/>
          </p:nvSpPr>
          <p:spPr>
            <a:xfrm>
              <a:off x="4470455" y="5750245"/>
              <a:ext cx="173347" cy="101235"/>
            </a:xfrm>
            <a:prstGeom prst="rect">
              <a:avLst/>
            </a:prstGeom>
            <a:solidFill>
              <a:srgbClr val="6B97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5" name="rc2765"/>
            <p:cNvSpPr/>
            <p:nvPr/>
          </p:nvSpPr>
          <p:spPr>
            <a:xfrm>
              <a:off x="4470455" y="5446539"/>
              <a:ext cx="173347" cy="101235"/>
            </a:xfrm>
            <a:prstGeom prst="rect">
              <a:avLst/>
            </a:prstGeom>
            <a:solidFill>
              <a:srgbClr val="8FBD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6" name="rc2766"/>
            <p:cNvSpPr/>
            <p:nvPr/>
          </p:nvSpPr>
          <p:spPr>
            <a:xfrm>
              <a:off x="4470455" y="5851480"/>
              <a:ext cx="173347" cy="101235"/>
            </a:xfrm>
            <a:prstGeom prst="rect">
              <a:avLst/>
            </a:prstGeom>
            <a:solidFill>
              <a:srgbClr val="F2F9D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7" name="rc2767"/>
            <p:cNvSpPr/>
            <p:nvPr/>
          </p:nvSpPr>
          <p:spPr>
            <a:xfrm>
              <a:off x="4470455" y="5142834"/>
              <a:ext cx="173347" cy="101235"/>
            </a:xfrm>
            <a:prstGeom prst="rect">
              <a:avLst/>
            </a:prstGeom>
            <a:solidFill>
              <a:srgbClr val="7DAAD0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8" name="rc2768"/>
            <p:cNvSpPr/>
            <p:nvPr/>
          </p:nvSpPr>
          <p:spPr>
            <a:xfrm>
              <a:off x="4470455" y="5649010"/>
              <a:ext cx="173347" cy="101235"/>
            </a:xfrm>
            <a:prstGeom prst="rect">
              <a:avLst/>
            </a:prstGeom>
            <a:solidFill>
              <a:srgbClr val="729EC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9" name="rc2769"/>
            <p:cNvSpPr/>
            <p:nvPr/>
          </p:nvSpPr>
          <p:spPr>
            <a:xfrm>
              <a:off x="4470455" y="5041599"/>
              <a:ext cx="173347" cy="101235"/>
            </a:xfrm>
            <a:prstGeom prst="rect">
              <a:avLst/>
            </a:prstGeom>
            <a:solidFill>
              <a:srgbClr val="AACF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0" name="rc2770"/>
            <p:cNvSpPr/>
            <p:nvPr/>
          </p:nvSpPr>
          <p:spPr>
            <a:xfrm>
              <a:off x="4470455" y="6155186"/>
              <a:ext cx="173347" cy="101235"/>
            </a:xfrm>
            <a:prstGeom prst="rect">
              <a:avLst/>
            </a:prstGeom>
            <a:solidFill>
              <a:srgbClr val="EDF7E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1" name="rc2771"/>
            <p:cNvSpPr/>
            <p:nvPr/>
          </p:nvSpPr>
          <p:spPr>
            <a:xfrm>
              <a:off x="4470455" y="6661362"/>
              <a:ext cx="173347" cy="101235"/>
            </a:xfrm>
            <a:prstGeom prst="rect">
              <a:avLst/>
            </a:prstGeom>
            <a:solidFill>
              <a:srgbClr val="6E9A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2" name="rc2772"/>
            <p:cNvSpPr/>
            <p:nvPr/>
          </p:nvSpPr>
          <p:spPr>
            <a:xfrm>
              <a:off x="4470455" y="7370008"/>
              <a:ext cx="173347" cy="101235"/>
            </a:xfrm>
            <a:prstGeom prst="rect">
              <a:avLst/>
            </a:prstGeom>
            <a:solidFill>
              <a:srgbClr val="87B4D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3" name="rc2773"/>
            <p:cNvSpPr/>
            <p:nvPr/>
          </p:nvSpPr>
          <p:spPr>
            <a:xfrm>
              <a:off x="4470455" y="6965067"/>
              <a:ext cx="173347" cy="101235"/>
            </a:xfrm>
            <a:prstGeom prst="rect">
              <a:avLst/>
            </a:prstGeom>
            <a:solidFill>
              <a:srgbClr val="6C98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4" name="rc2774"/>
            <p:cNvSpPr/>
            <p:nvPr/>
          </p:nvSpPr>
          <p:spPr>
            <a:xfrm>
              <a:off x="4470455" y="6256421"/>
              <a:ext cx="173347" cy="101235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5" name="rc2775"/>
            <p:cNvSpPr/>
            <p:nvPr/>
          </p:nvSpPr>
          <p:spPr>
            <a:xfrm>
              <a:off x="4470455" y="4940363"/>
              <a:ext cx="173347" cy="101235"/>
            </a:xfrm>
            <a:prstGeom prst="rect">
              <a:avLst/>
            </a:prstGeom>
            <a:solidFill>
              <a:srgbClr val="A7CDE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6" name="rc2776"/>
            <p:cNvSpPr/>
            <p:nvPr/>
          </p:nvSpPr>
          <p:spPr>
            <a:xfrm>
              <a:off x="4470455" y="7066302"/>
              <a:ext cx="173347" cy="101235"/>
            </a:xfrm>
            <a:prstGeom prst="rect">
              <a:avLst/>
            </a:prstGeom>
            <a:solidFill>
              <a:srgbClr val="CCE5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7" name="rc2777"/>
            <p:cNvSpPr/>
            <p:nvPr/>
          </p:nvSpPr>
          <p:spPr>
            <a:xfrm>
              <a:off x="4470455" y="6762597"/>
              <a:ext cx="173347" cy="101235"/>
            </a:xfrm>
            <a:prstGeom prst="rect">
              <a:avLst/>
            </a:prstGeom>
            <a:solidFill>
              <a:srgbClr val="6E9A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8" name="rc2778"/>
            <p:cNvSpPr/>
            <p:nvPr/>
          </p:nvSpPr>
          <p:spPr>
            <a:xfrm>
              <a:off x="4470455" y="6560126"/>
              <a:ext cx="173347" cy="101235"/>
            </a:xfrm>
            <a:prstGeom prst="rect">
              <a:avLst/>
            </a:prstGeom>
            <a:solidFill>
              <a:srgbClr val="E4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9" name="rc2779"/>
            <p:cNvSpPr/>
            <p:nvPr/>
          </p:nvSpPr>
          <p:spPr>
            <a:xfrm>
              <a:off x="4643802" y="5244069"/>
              <a:ext cx="173347" cy="101235"/>
            </a:xfrm>
            <a:prstGeom prst="rect">
              <a:avLst/>
            </a:prstGeom>
            <a:solidFill>
              <a:srgbClr val="E9F6E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0" name="rc2780"/>
            <p:cNvSpPr/>
            <p:nvPr/>
          </p:nvSpPr>
          <p:spPr>
            <a:xfrm>
              <a:off x="4643802" y="6458891"/>
              <a:ext cx="173347" cy="101235"/>
            </a:xfrm>
            <a:prstGeom prst="rect">
              <a:avLst/>
            </a:prstGeom>
            <a:solidFill>
              <a:srgbClr val="7BA7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1" name="rc2781"/>
            <p:cNvSpPr/>
            <p:nvPr/>
          </p:nvSpPr>
          <p:spPr>
            <a:xfrm>
              <a:off x="4643802" y="6863832"/>
              <a:ext cx="173347" cy="101235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2" name="rc2782"/>
            <p:cNvSpPr/>
            <p:nvPr/>
          </p:nvSpPr>
          <p:spPr>
            <a:xfrm>
              <a:off x="4643802" y="7471243"/>
              <a:ext cx="173347" cy="101235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3" name="rc2783"/>
            <p:cNvSpPr/>
            <p:nvPr/>
          </p:nvSpPr>
          <p:spPr>
            <a:xfrm>
              <a:off x="4643802" y="4839128"/>
              <a:ext cx="173347" cy="101235"/>
            </a:xfrm>
            <a:prstGeom prst="rect">
              <a:avLst/>
            </a:prstGeom>
            <a:solidFill>
              <a:srgbClr val="E3F4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4" name="rc2784"/>
            <p:cNvSpPr/>
            <p:nvPr/>
          </p:nvSpPr>
          <p:spPr>
            <a:xfrm>
              <a:off x="4643802" y="7167537"/>
              <a:ext cx="173347" cy="101235"/>
            </a:xfrm>
            <a:prstGeom prst="rect">
              <a:avLst/>
            </a:prstGeom>
            <a:solidFill>
              <a:srgbClr val="C2DFE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5" name="rc2785"/>
            <p:cNvSpPr/>
            <p:nvPr/>
          </p:nvSpPr>
          <p:spPr>
            <a:xfrm>
              <a:off x="4643802" y="5345304"/>
              <a:ext cx="173347" cy="101235"/>
            </a:xfrm>
            <a:prstGeom prst="rect">
              <a:avLst/>
            </a:prstGeom>
            <a:solidFill>
              <a:srgbClr val="ACD0E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6" name="rc2786"/>
            <p:cNvSpPr/>
            <p:nvPr/>
          </p:nvSpPr>
          <p:spPr>
            <a:xfrm>
              <a:off x="4643802" y="4535423"/>
              <a:ext cx="173347" cy="101235"/>
            </a:xfrm>
            <a:prstGeom prst="rect">
              <a:avLst/>
            </a:prstGeom>
            <a:solidFill>
              <a:srgbClr val="FFD58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7" name="rc2787"/>
            <p:cNvSpPr/>
            <p:nvPr/>
          </p:nvSpPr>
          <p:spPr>
            <a:xfrm>
              <a:off x="4643802" y="5547775"/>
              <a:ext cx="173347" cy="101235"/>
            </a:xfrm>
            <a:prstGeom prst="rect">
              <a:avLst/>
            </a:prstGeom>
            <a:solidFill>
              <a:srgbClr val="79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8" name="rc2788"/>
            <p:cNvSpPr/>
            <p:nvPr/>
          </p:nvSpPr>
          <p:spPr>
            <a:xfrm>
              <a:off x="4643802" y="7268773"/>
              <a:ext cx="173347" cy="101235"/>
            </a:xfrm>
            <a:prstGeom prst="rect">
              <a:avLst/>
            </a:prstGeom>
            <a:solidFill>
              <a:srgbClr val="86B4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9" name="rc2789"/>
            <p:cNvSpPr/>
            <p:nvPr/>
          </p:nvSpPr>
          <p:spPr>
            <a:xfrm>
              <a:off x="4643802" y="4636658"/>
              <a:ext cx="173347" cy="101235"/>
            </a:xfrm>
            <a:prstGeom prst="rect">
              <a:avLst/>
            </a:prstGeom>
            <a:solidFill>
              <a:srgbClr val="E1F3F6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0" name="rc2790"/>
            <p:cNvSpPr/>
            <p:nvPr/>
          </p:nvSpPr>
          <p:spPr>
            <a:xfrm>
              <a:off x="4643802" y="5952715"/>
              <a:ext cx="173347" cy="101235"/>
            </a:xfrm>
            <a:prstGeom prst="rect">
              <a:avLst/>
            </a:prstGeom>
            <a:solidFill>
              <a:srgbClr val="EDF7E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1" name="rc2791"/>
            <p:cNvSpPr/>
            <p:nvPr/>
          </p:nvSpPr>
          <p:spPr>
            <a:xfrm>
              <a:off x="4643802" y="6357656"/>
              <a:ext cx="173347" cy="101235"/>
            </a:xfrm>
            <a:prstGeom prst="rect">
              <a:avLst/>
            </a:prstGeom>
            <a:solidFill>
              <a:srgbClr val="B3D4E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2" name="rc2792"/>
            <p:cNvSpPr/>
            <p:nvPr/>
          </p:nvSpPr>
          <p:spPr>
            <a:xfrm>
              <a:off x="4643802" y="4434187"/>
              <a:ext cx="173347" cy="101235"/>
            </a:xfrm>
            <a:prstGeom prst="rect">
              <a:avLst/>
            </a:prstGeom>
            <a:solidFill>
              <a:srgbClr val="C7E2E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3" name="rc2793"/>
            <p:cNvSpPr/>
            <p:nvPr/>
          </p:nvSpPr>
          <p:spPr>
            <a:xfrm>
              <a:off x="4643802" y="4737893"/>
              <a:ext cx="173347" cy="101235"/>
            </a:xfrm>
            <a:prstGeom prst="rect">
              <a:avLst/>
            </a:prstGeom>
            <a:solidFill>
              <a:srgbClr val="C0DD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4" name="rc2794"/>
            <p:cNvSpPr/>
            <p:nvPr/>
          </p:nvSpPr>
          <p:spPr>
            <a:xfrm>
              <a:off x="4643802" y="6053950"/>
              <a:ext cx="173347" cy="101235"/>
            </a:xfrm>
            <a:prstGeom prst="rect">
              <a:avLst/>
            </a:prstGeom>
            <a:solidFill>
              <a:srgbClr val="FEA66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5" name="rc2795"/>
            <p:cNvSpPr/>
            <p:nvPr/>
          </p:nvSpPr>
          <p:spPr>
            <a:xfrm>
              <a:off x="4643802" y="5750245"/>
              <a:ext cx="173347" cy="101235"/>
            </a:xfrm>
            <a:prstGeom prst="rect">
              <a:avLst/>
            </a:prstGeom>
            <a:solidFill>
              <a:srgbClr val="68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6" name="rc2796"/>
            <p:cNvSpPr/>
            <p:nvPr/>
          </p:nvSpPr>
          <p:spPr>
            <a:xfrm>
              <a:off x="4643802" y="5446539"/>
              <a:ext cx="173347" cy="101235"/>
            </a:xfrm>
            <a:prstGeom prst="rect">
              <a:avLst/>
            </a:prstGeom>
            <a:solidFill>
              <a:srgbClr val="84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7" name="rc2797"/>
            <p:cNvSpPr/>
            <p:nvPr/>
          </p:nvSpPr>
          <p:spPr>
            <a:xfrm>
              <a:off x="4643802" y="5851480"/>
              <a:ext cx="173347" cy="101235"/>
            </a:xfrm>
            <a:prstGeom prst="rect">
              <a:avLst/>
            </a:prstGeom>
            <a:solidFill>
              <a:srgbClr val="7A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8" name="rc2798"/>
            <p:cNvSpPr/>
            <p:nvPr/>
          </p:nvSpPr>
          <p:spPr>
            <a:xfrm>
              <a:off x="4643802" y="5142834"/>
              <a:ext cx="173347" cy="101235"/>
            </a:xfrm>
            <a:prstGeom prst="rect">
              <a:avLst/>
            </a:prstGeom>
            <a:solidFill>
              <a:srgbClr val="7EABD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9" name="rc2799"/>
            <p:cNvSpPr/>
            <p:nvPr/>
          </p:nvSpPr>
          <p:spPr>
            <a:xfrm>
              <a:off x="4643802" y="5649010"/>
              <a:ext cx="173347" cy="101235"/>
            </a:xfrm>
            <a:prstGeom prst="rect">
              <a:avLst/>
            </a:prstGeom>
            <a:solidFill>
              <a:srgbClr val="F4FAD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0" name="rc2800"/>
            <p:cNvSpPr/>
            <p:nvPr/>
          </p:nvSpPr>
          <p:spPr>
            <a:xfrm>
              <a:off x="4643802" y="5041599"/>
              <a:ext cx="173347" cy="101235"/>
            </a:xfrm>
            <a:prstGeom prst="rect">
              <a:avLst/>
            </a:prstGeom>
            <a:solidFill>
              <a:srgbClr val="E4F4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1" name="rc2801"/>
            <p:cNvSpPr/>
            <p:nvPr/>
          </p:nvSpPr>
          <p:spPr>
            <a:xfrm>
              <a:off x="4643802" y="6155186"/>
              <a:ext cx="173347" cy="101235"/>
            </a:xfrm>
            <a:prstGeom prst="rect">
              <a:avLst/>
            </a:prstGeom>
            <a:solidFill>
              <a:srgbClr val="FFFCB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2" name="rc2802"/>
            <p:cNvSpPr/>
            <p:nvPr/>
          </p:nvSpPr>
          <p:spPr>
            <a:xfrm>
              <a:off x="4643802" y="6661362"/>
              <a:ext cx="173347" cy="101235"/>
            </a:xfrm>
            <a:prstGeom prst="rect">
              <a:avLst/>
            </a:prstGeom>
            <a:solidFill>
              <a:srgbClr val="6F9B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3" name="rc2803"/>
            <p:cNvSpPr/>
            <p:nvPr/>
          </p:nvSpPr>
          <p:spPr>
            <a:xfrm>
              <a:off x="4643802" y="7370008"/>
              <a:ext cx="173347" cy="101235"/>
            </a:xfrm>
            <a:prstGeom prst="rect">
              <a:avLst/>
            </a:prstGeom>
            <a:solidFill>
              <a:srgbClr val="87B4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4" name="rc2804"/>
            <p:cNvSpPr/>
            <p:nvPr/>
          </p:nvSpPr>
          <p:spPr>
            <a:xfrm>
              <a:off x="4643802" y="6965067"/>
              <a:ext cx="173347" cy="101235"/>
            </a:xfrm>
            <a:prstGeom prst="rect">
              <a:avLst/>
            </a:prstGeom>
            <a:solidFill>
              <a:srgbClr val="EDF7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5" name="rc2805"/>
            <p:cNvSpPr/>
            <p:nvPr/>
          </p:nvSpPr>
          <p:spPr>
            <a:xfrm>
              <a:off x="4643802" y="6256421"/>
              <a:ext cx="173347" cy="101235"/>
            </a:xfrm>
            <a:prstGeom prst="rect">
              <a:avLst/>
            </a:prstGeom>
            <a:solidFill>
              <a:srgbClr val="82AE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6" name="rc2806"/>
            <p:cNvSpPr/>
            <p:nvPr/>
          </p:nvSpPr>
          <p:spPr>
            <a:xfrm>
              <a:off x="4643802" y="4940363"/>
              <a:ext cx="173347" cy="101235"/>
            </a:xfrm>
            <a:prstGeom prst="rect">
              <a:avLst/>
            </a:prstGeom>
            <a:solidFill>
              <a:srgbClr val="FFF4A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7" name="rc2807"/>
            <p:cNvSpPr/>
            <p:nvPr/>
          </p:nvSpPr>
          <p:spPr>
            <a:xfrm>
              <a:off x="4643802" y="7066302"/>
              <a:ext cx="173347" cy="101235"/>
            </a:xfrm>
            <a:prstGeom prst="rect">
              <a:avLst/>
            </a:prstGeom>
            <a:solidFill>
              <a:srgbClr val="7BA8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8" name="rc2808"/>
            <p:cNvSpPr/>
            <p:nvPr/>
          </p:nvSpPr>
          <p:spPr>
            <a:xfrm>
              <a:off x="4643802" y="6762597"/>
              <a:ext cx="173347" cy="101235"/>
            </a:xfrm>
            <a:prstGeom prst="rect">
              <a:avLst/>
            </a:prstGeom>
            <a:solidFill>
              <a:srgbClr val="6D99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9" name="rc2809"/>
            <p:cNvSpPr/>
            <p:nvPr/>
          </p:nvSpPr>
          <p:spPr>
            <a:xfrm>
              <a:off x="4643802" y="6560126"/>
              <a:ext cx="173347" cy="101235"/>
            </a:xfrm>
            <a:prstGeom prst="rect">
              <a:avLst/>
            </a:prstGeom>
            <a:solidFill>
              <a:srgbClr val="AACFE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0" name="rc2810"/>
            <p:cNvSpPr/>
            <p:nvPr/>
          </p:nvSpPr>
          <p:spPr>
            <a:xfrm>
              <a:off x="4817150" y="5244069"/>
              <a:ext cx="173347" cy="101235"/>
            </a:xfrm>
            <a:prstGeom prst="rect">
              <a:avLst/>
            </a:prstGeom>
            <a:solidFill>
              <a:srgbClr val="6D99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1" name="rc2811"/>
            <p:cNvSpPr/>
            <p:nvPr/>
          </p:nvSpPr>
          <p:spPr>
            <a:xfrm>
              <a:off x="4817150" y="6458891"/>
              <a:ext cx="173347" cy="101235"/>
            </a:xfrm>
            <a:prstGeom prst="rect">
              <a:avLst/>
            </a:prstGeom>
            <a:solidFill>
              <a:srgbClr val="81AD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2" name="rc2812"/>
            <p:cNvSpPr/>
            <p:nvPr/>
          </p:nvSpPr>
          <p:spPr>
            <a:xfrm>
              <a:off x="4817150" y="6863832"/>
              <a:ext cx="173347" cy="101235"/>
            </a:xfrm>
            <a:prstGeom prst="rect">
              <a:avLst/>
            </a:prstGeom>
            <a:solidFill>
              <a:srgbClr val="77A3CD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3" name="rc2813"/>
            <p:cNvSpPr/>
            <p:nvPr/>
          </p:nvSpPr>
          <p:spPr>
            <a:xfrm>
              <a:off x="4817150" y="7471243"/>
              <a:ext cx="173347" cy="101235"/>
            </a:xfrm>
            <a:prstGeom prst="rect">
              <a:avLst/>
            </a:prstGeom>
            <a:solidFill>
              <a:srgbClr val="CFE7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4" name="rc2814"/>
            <p:cNvSpPr/>
            <p:nvPr/>
          </p:nvSpPr>
          <p:spPr>
            <a:xfrm>
              <a:off x="4817150" y="4839128"/>
              <a:ext cx="173347" cy="101235"/>
            </a:xfrm>
            <a:prstGeom prst="rect">
              <a:avLst/>
            </a:prstGeom>
            <a:solidFill>
              <a:srgbClr val="68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5" name="rc2815"/>
            <p:cNvSpPr/>
            <p:nvPr/>
          </p:nvSpPr>
          <p:spPr>
            <a:xfrm>
              <a:off x="4817150" y="7167537"/>
              <a:ext cx="173347" cy="101235"/>
            </a:xfrm>
            <a:prstGeom prst="rect">
              <a:avLst/>
            </a:prstGeom>
            <a:solidFill>
              <a:srgbClr val="8EBBD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6" name="rc2816"/>
            <p:cNvSpPr/>
            <p:nvPr/>
          </p:nvSpPr>
          <p:spPr>
            <a:xfrm>
              <a:off x="4817150" y="5345304"/>
              <a:ext cx="173347" cy="101235"/>
            </a:xfrm>
            <a:prstGeom prst="rect">
              <a:avLst/>
            </a:prstGeom>
            <a:solidFill>
              <a:srgbClr val="6591C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7" name="rc2817"/>
            <p:cNvSpPr/>
            <p:nvPr/>
          </p:nvSpPr>
          <p:spPr>
            <a:xfrm>
              <a:off x="4817150" y="4535423"/>
              <a:ext cx="173347" cy="101235"/>
            </a:xfrm>
            <a:prstGeom prst="rect">
              <a:avLst/>
            </a:prstGeom>
            <a:solidFill>
              <a:srgbClr val="E9F6E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8" name="rc2818"/>
            <p:cNvSpPr/>
            <p:nvPr/>
          </p:nvSpPr>
          <p:spPr>
            <a:xfrm>
              <a:off x="4817150" y="5547775"/>
              <a:ext cx="173347" cy="101235"/>
            </a:xfrm>
            <a:prstGeom prst="rect">
              <a:avLst/>
            </a:prstGeom>
            <a:solidFill>
              <a:srgbClr val="7BA7CF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9" name="rc2819"/>
            <p:cNvSpPr/>
            <p:nvPr/>
          </p:nvSpPr>
          <p:spPr>
            <a:xfrm>
              <a:off x="4817150" y="7268773"/>
              <a:ext cx="173347" cy="101235"/>
            </a:xfrm>
            <a:prstGeom prst="rect">
              <a:avLst/>
            </a:prstGeom>
            <a:solidFill>
              <a:srgbClr val="E4F4F1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0" name="rc2820"/>
            <p:cNvSpPr/>
            <p:nvPr/>
          </p:nvSpPr>
          <p:spPr>
            <a:xfrm>
              <a:off x="4817150" y="4636658"/>
              <a:ext cx="173347" cy="101235"/>
            </a:xfrm>
            <a:prstGeom prst="rect">
              <a:avLst/>
            </a:prstGeom>
            <a:solidFill>
              <a:srgbClr val="81AED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1" name="rc2821"/>
            <p:cNvSpPr/>
            <p:nvPr/>
          </p:nvSpPr>
          <p:spPr>
            <a:xfrm>
              <a:off x="4817150" y="5952715"/>
              <a:ext cx="173347" cy="101235"/>
            </a:xfrm>
            <a:prstGeom prst="rect">
              <a:avLst/>
            </a:prstGeom>
            <a:solidFill>
              <a:srgbClr val="75A1C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2" name="rc2822"/>
            <p:cNvSpPr/>
            <p:nvPr/>
          </p:nvSpPr>
          <p:spPr>
            <a:xfrm>
              <a:off x="4817150" y="6357656"/>
              <a:ext cx="173347" cy="101235"/>
            </a:xfrm>
            <a:prstGeom prst="rect">
              <a:avLst/>
            </a:prstGeom>
            <a:solidFill>
              <a:srgbClr val="6D99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3" name="rc2823"/>
            <p:cNvSpPr/>
            <p:nvPr/>
          </p:nvSpPr>
          <p:spPr>
            <a:xfrm>
              <a:off x="4817150" y="4434187"/>
              <a:ext cx="173347" cy="101235"/>
            </a:xfrm>
            <a:prstGeom prst="rect">
              <a:avLst/>
            </a:prstGeom>
            <a:solidFill>
              <a:srgbClr val="91BFD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4" name="rc2824"/>
            <p:cNvSpPr/>
            <p:nvPr/>
          </p:nvSpPr>
          <p:spPr>
            <a:xfrm>
              <a:off x="4817150" y="4737893"/>
              <a:ext cx="173347" cy="101235"/>
            </a:xfrm>
            <a:prstGeom prst="rect">
              <a:avLst/>
            </a:prstGeom>
            <a:solidFill>
              <a:srgbClr val="C6E1E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5" name="rc2825"/>
            <p:cNvSpPr/>
            <p:nvPr/>
          </p:nvSpPr>
          <p:spPr>
            <a:xfrm>
              <a:off x="4817150" y="6053950"/>
              <a:ext cx="173347" cy="101235"/>
            </a:xfrm>
            <a:prstGeom prst="rect">
              <a:avLst/>
            </a:prstGeom>
            <a:solidFill>
              <a:srgbClr val="E8F6EB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6" name="rc2826"/>
            <p:cNvSpPr/>
            <p:nvPr/>
          </p:nvSpPr>
          <p:spPr>
            <a:xfrm>
              <a:off x="4817150" y="5750245"/>
              <a:ext cx="173347" cy="101235"/>
            </a:xfrm>
            <a:prstGeom prst="rect">
              <a:avLst/>
            </a:prstGeom>
            <a:solidFill>
              <a:srgbClr val="BFDDEC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7" name="rc2827"/>
            <p:cNvSpPr/>
            <p:nvPr/>
          </p:nvSpPr>
          <p:spPr>
            <a:xfrm>
              <a:off x="4817150" y="5446539"/>
              <a:ext cx="173347" cy="101235"/>
            </a:xfrm>
            <a:prstGeom prst="rect">
              <a:avLst/>
            </a:prstGeom>
            <a:solidFill>
              <a:srgbClr val="85B2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8" name="rc2828"/>
            <p:cNvSpPr/>
            <p:nvPr/>
          </p:nvSpPr>
          <p:spPr>
            <a:xfrm>
              <a:off x="4817150" y="5851480"/>
              <a:ext cx="173347" cy="101235"/>
            </a:xfrm>
            <a:prstGeom prst="rect">
              <a:avLst/>
            </a:prstGeom>
            <a:solidFill>
              <a:srgbClr val="79A5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9" name="rc2829"/>
            <p:cNvSpPr/>
            <p:nvPr/>
          </p:nvSpPr>
          <p:spPr>
            <a:xfrm>
              <a:off x="4817150" y="5142834"/>
              <a:ext cx="173347" cy="101235"/>
            </a:xfrm>
            <a:prstGeom prst="rect">
              <a:avLst/>
            </a:prstGeom>
            <a:solidFill>
              <a:srgbClr val="85B1D4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30" name="rc2830"/>
            <p:cNvSpPr/>
            <p:nvPr/>
          </p:nvSpPr>
          <p:spPr>
            <a:xfrm>
              <a:off x="4817150" y="5649010"/>
              <a:ext cx="173347" cy="101235"/>
            </a:xfrm>
            <a:prstGeom prst="rect">
              <a:avLst/>
            </a:prstGeom>
            <a:solidFill>
              <a:srgbClr val="D2E9F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31" name="rc2831"/>
            <p:cNvSpPr/>
            <p:nvPr/>
          </p:nvSpPr>
          <p:spPr>
            <a:xfrm>
              <a:off x="4817150" y="5041599"/>
              <a:ext cx="173347" cy="101235"/>
            </a:xfrm>
            <a:prstGeom prst="rect">
              <a:avLst/>
            </a:prstGeom>
            <a:solidFill>
              <a:srgbClr val="67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32" name="rc2832"/>
            <p:cNvSpPr/>
            <p:nvPr/>
          </p:nvSpPr>
          <p:spPr>
            <a:xfrm>
              <a:off x="4817150" y="6155186"/>
              <a:ext cx="173347" cy="101235"/>
            </a:xfrm>
            <a:prstGeom prst="rect">
              <a:avLst/>
            </a:prstGeom>
            <a:solidFill>
              <a:srgbClr val="6E9AC8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33" name="rc2833"/>
            <p:cNvSpPr/>
            <p:nvPr/>
          </p:nvSpPr>
          <p:spPr>
            <a:xfrm>
              <a:off x="4817150" y="6661362"/>
              <a:ext cx="173347" cy="101235"/>
            </a:xfrm>
            <a:prstGeom prst="rect">
              <a:avLst/>
            </a:prstGeom>
            <a:solidFill>
              <a:srgbClr val="7AA6CE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34" name="rc2834"/>
            <p:cNvSpPr/>
            <p:nvPr/>
          </p:nvSpPr>
          <p:spPr>
            <a:xfrm>
              <a:off x="4817150" y="7370008"/>
              <a:ext cx="173347" cy="101235"/>
            </a:xfrm>
            <a:prstGeom prst="rect">
              <a:avLst/>
            </a:prstGeom>
            <a:solidFill>
              <a:srgbClr val="E4F4F2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35" name="rc2835"/>
            <p:cNvSpPr/>
            <p:nvPr/>
          </p:nvSpPr>
          <p:spPr>
            <a:xfrm>
              <a:off x="4817150" y="6965067"/>
              <a:ext cx="173347" cy="101235"/>
            </a:xfrm>
            <a:prstGeom prst="rect">
              <a:avLst/>
            </a:prstGeom>
            <a:solidFill>
              <a:srgbClr val="6F9BC9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36" name="rc2836"/>
            <p:cNvSpPr/>
            <p:nvPr/>
          </p:nvSpPr>
          <p:spPr>
            <a:xfrm>
              <a:off x="4817150" y="6256421"/>
              <a:ext cx="173347" cy="101235"/>
            </a:xfrm>
            <a:prstGeom prst="rect">
              <a:avLst/>
            </a:prstGeom>
            <a:solidFill>
              <a:srgbClr val="87B4D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37" name="rc2837"/>
            <p:cNvSpPr/>
            <p:nvPr/>
          </p:nvSpPr>
          <p:spPr>
            <a:xfrm>
              <a:off x="4817150" y="4940363"/>
              <a:ext cx="173347" cy="101235"/>
            </a:xfrm>
            <a:prstGeom prst="rect">
              <a:avLst/>
            </a:prstGeom>
            <a:solidFill>
              <a:srgbClr val="6894C5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38" name="rc2838"/>
            <p:cNvSpPr/>
            <p:nvPr/>
          </p:nvSpPr>
          <p:spPr>
            <a:xfrm>
              <a:off x="4817150" y="7066302"/>
              <a:ext cx="173347" cy="101235"/>
            </a:xfrm>
            <a:prstGeom prst="rect">
              <a:avLst/>
            </a:prstGeom>
            <a:solidFill>
              <a:srgbClr val="82AFD3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39" name="rc2839"/>
            <p:cNvSpPr/>
            <p:nvPr/>
          </p:nvSpPr>
          <p:spPr>
            <a:xfrm>
              <a:off x="4817150" y="6762597"/>
              <a:ext cx="173347" cy="101235"/>
            </a:xfrm>
            <a:prstGeom prst="rect">
              <a:avLst/>
            </a:prstGeom>
            <a:solidFill>
              <a:srgbClr val="FFC07A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40" name="rc2840"/>
            <p:cNvSpPr/>
            <p:nvPr/>
          </p:nvSpPr>
          <p:spPr>
            <a:xfrm>
              <a:off x="4817150" y="6560126"/>
              <a:ext cx="173347" cy="101235"/>
            </a:xfrm>
            <a:prstGeom prst="rect">
              <a:avLst/>
            </a:prstGeom>
            <a:solidFill>
              <a:srgbClr val="6B97C7">
                <a:alpha val="100000"/>
              </a:srgbClr>
            </a:solidFill>
            <a:ln w="677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1003504" y="4424064"/>
              <a:ext cx="0" cy="3158537"/>
            </a:xfrm>
            <a:custGeom>
              <a:avLst/>
              <a:pathLst>
                <a:path w="0" h="3158537">
                  <a:moveTo>
                    <a:pt x="0" y="3158537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tx2842"/>
            <p:cNvSpPr/>
            <p:nvPr/>
          </p:nvSpPr>
          <p:spPr>
            <a:xfrm>
              <a:off x="764376" y="7496440"/>
              <a:ext cx="193578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Fujian</a:t>
              </a:r>
            </a:p>
          </p:txBody>
        </p:sp>
        <p:sp>
          <p:nvSpPr>
            <p:cNvPr id="2843" name="tx2843"/>
            <p:cNvSpPr/>
            <p:nvPr/>
          </p:nvSpPr>
          <p:spPr>
            <a:xfrm>
              <a:off x="740693" y="7395205"/>
              <a:ext cx="217261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Shanxi</a:t>
              </a:r>
            </a:p>
          </p:txBody>
        </p:sp>
        <p:sp>
          <p:nvSpPr>
            <p:cNvPr id="2844" name="tx2844"/>
            <p:cNvSpPr/>
            <p:nvPr/>
          </p:nvSpPr>
          <p:spPr>
            <a:xfrm>
              <a:off x="772332" y="7293970"/>
              <a:ext cx="185623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Hebei</a:t>
              </a:r>
            </a:p>
          </p:txBody>
        </p:sp>
        <p:sp>
          <p:nvSpPr>
            <p:cNvPr id="2845" name="tx2845"/>
            <p:cNvSpPr/>
            <p:nvPr/>
          </p:nvSpPr>
          <p:spPr>
            <a:xfrm>
              <a:off x="586708" y="7192735"/>
              <a:ext cx="371246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Guangdong</a:t>
              </a:r>
            </a:p>
          </p:txBody>
        </p:sp>
        <p:sp>
          <p:nvSpPr>
            <p:cNvPr id="2846" name="tx2846"/>
            <p:cNvSpPr/>
            <p:nvPr/>
          </p:nvSpPr>
          <p:spPr>
            <a:xfrm>
              <a:off x="705123" y="7091500"/>
              <a:ext cx="252831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Xinjiang</a:t>
              </a:r>
            </a:p>
          </p:txBody>
        </p:sp>
        <p:sp>
          <p:nvSpPr>
            <p:cNvPr id="2847" name="tx2847"/>
            <p:cNvSpPr/>
            <p:nvPr/>
          </p:nvSpPr>
          <p:spPr>
            <a:xfrm>
              <a:off x="701191" y="6990264"/>
              <a:ext cx="256763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Sichuan</a:t>
              </a:r>
            </a:p>
          </p:txBody>
        </p:sp>
        <p:sp>
          <p:nvSpPr>
            <p:cNvPr id="2848" name="tx2848"/>
            <p:cNvSpPr/>
            <p:nvPr/>
          </p:nvSpPr>
          <p:spPr>
            <a:xfrm>
              <a:off x="614323" y="6889029"/>
              <a:ext cx="343631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Chongqing</a:t>
              </a:r>
            </a:p>
          </p:txBody>
        </p:sp>
        <p:sp>
          <p:nvSpPr>
            <p:cNvPr id="2849" name="tx2849"/>
            <p:cNvSpPr/>
            <p:nvPr/>
          </p:nvSpPr>
          <p:spPr>
            <a:xfrm>
              <a:off x="717010" y="6787794"/>
              <a:ext cx="240944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Yunnan</a:t>
              </a:r>
            </a:p>
          </p:txBody>
        </p:sp>
        <p:sp>
          <p:nvSpPr>
            <p:cNvPr id="2850" name="tx2850"/>
            <p:cNvSpPr/>
            <p:nvPr/>
          </p:nvSpPr>
          <p:spPr>
            <a:xfrm>
              <a:off x="657757" y="6686559"/>
              <a:ext cx="300197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Shanghai</a:t>
              </a:r>
            </a:p>
          </p:txBody>
        </p:sp>
        <p:sp>
          <p:nvSpPr>
            <p:cNvPr id="2851" name="tx2851"/>
            <p:cNvSpPr/>
            <p:nvPr/>
          </p:nvSpPr>
          <p:spPr>
            <a:xfrm>
              <a:off x="685372" y="6585324"/>
              <a:ext cx="27258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Zhejiang</a:t>
              </a:r>
            </a:p>
          </p:txBody>
        </p:sp>
        <p:sp>
          <p:nvSpPr>
            <p:cNvPr id="2852" name="tx2852"/>
            <p:cNvSpPr/>
            <p:nvPr/>
          </p:nvSpPr>
          <p:spPr>
            <a:xfrm>
              <a:off x="744625" y="6484088"/>
              <a:ext cx="213329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Beijing</a:t>
              </a:r>
            </a:p>
          </p:txBody>
        </p:sp>
        <p:sp>
          <p:nvSpPr>
            <p:cNvPr id="2853" name="tx2853"/>
            <p:cNvSpPr/>
            <p:nvPr/>
          </p:nvSpPr>
          <p:spPr>
            <a:xfrm>
              <a:off x="772332" y="6382853"/>
              <a:ext cx="185623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Hubei</a:t>
              </a:r>
            </a:p>
          </p:txBody>
        </p:sp>
        <p:sp>
          <p:nvSpPr>
            <p:cNvPr id="2854" name="tx2854"/>
            <p:cNvSpPr/>
            <p:nvPr/>
          </p:nvSpPr>
          <p:spPr>
            <a:xfrm>
              <a:off x="751209" y="6281618"/>
              <a:ext cx="206745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Tianjin</a:t>
              </a:r>
            </a:p>
          </p:txBody>
        </p:sp>
        <p:sp>
          <p:nvSpPr>
            <p:cNvPr id="2855" name="tx2855"/>
            <p:cNvSpPr/>
            <p:nvPr/>
          </p:nvSpPr>
          <p:spPr>
            <a:xfrm>
              <a:off x="634074" y="6180383"/>
              <a:ext cx="323880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Shandong</a:t>
              </a:r>
            </a:p>
          </p:txBody>
        </p:sp>
        <p:sp>
          <p:nvSpPr>
            <p:cNvPr id="2856" name="tx2856"/>
            <p:cNvSpPr/>
            <p:nvPr/>
          </p:nvSpPr>
          <p:spPr>
            <a:xfrm>
              <a:off x="712987" y="6079148"/>
              <a:ext cx="244967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Jiangsu</a:t>
              </a:r>
            </a:p>
          </p:txBody>
        </p:sp>
        <p:sp>
          <p:nvSpPr>
            <p:cNvPr id="2857" name="tx2857"/>
            <p:cNvSpPr/>
            <p:nvPr/>
          </p:nvSpPr>
          <p:spPr>
            <a:xfrm>
              <a:off x="748649" y="5977913"/>
              <a:ext cx="209306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Henan</a:t>
              </a:r>
            </a:p>
          </p:txBody>
        </p:sp>
        <p:sp>
          <p:nvSpPr>
            <p:cNvPr id="2858" name="tx2858"/>
            <p:cNvSpPr/>
            <p:nvPr/>
          </p:nvSpPr>
          <p:spPr>
            <a:xfrm>
              <a:off x="689304" y="5876677"/>
              <a:ext cx="268650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Liaoning</a:t>
              </a:r>
            </a:p>
          </p:txBody>
        </p:sp>
        <p:sp>
          <p:nvSpPr>
            <p:cNvPr id="2859" name="tx2859"/>
            <p:cNvSpPr/>
            <p:nvPr/>
          </p:nvSpPr>
          <p:spPr>
            <a:xfrm>
              <a:off x="736670" y="5775442"/>
              <a:ext cx="221284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Jiangxi</a:t>
              </a:r>
            </a:p>
          </p:txBody>
        </p:sp>
        <p:sp>
          <p:nvSpPr>
            <p:cNvPr id="2860" name="tx2860"/>
            <p:cNvSpPr/>
            <p:nvPr/>
          </p:nvSpPr>
          <p:spPr>
            <a:xfrm>
              <a:off x="713079" y="5674207"/>
              <a:ext cx="244876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Qinghai</a:t>
              </a:r>
            </a:p>
          </p:txBody>
        </p:sp>
        <p:sp>
          <p:nvSpPr>
            <p:cNvPr id="2861" name="tx2861"/>
            <p:cNvSpPr/>
            <p:nvPr/>
          </p:nvSpPr>
          <p:spPr>
            <a:xfrm>
              <a:off x="732830" y="5572972"/>
              <a:ext cx="225125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Hainan</a:t>
              </a:r>
            </a:p>
          </p:txBody>
        </p:sp>
        <p:sp>
          <p:nvSpPr>
            <p:cNvPr id="2862" name="tx2862"/>
            <p:cNvSpPr/>
            <p:nvPr/>
          </p:nvSpPr>
          <p:spPr>
            <a:xfrm>
              <a:off x="835425" y="5471737"/>
              <a:ext cx="122529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Jilin</a:t>
              </a:r>
            </a:p>
          </p:txBody>
        </p:sp>
        <p:sp>
          <p:nvSpPr>
            <p:cNvPr id="2863" name="tx2863"/>
            <p:cNvSpPr/>
            <p:nvPr/>
          </p:nvSpPr>
          <p:spPr>
            <a:xfrm>
              <a:off x="693328" y="5370501"/>
              <a:ext cx="264627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Guangxi</a:t>
              </a:r>
            </a:p>
          </p:txBody>
        </p:sp>
        <p:sp>
          <p:nvSpPr>
            <p:cNvPr id="2864" name="tx2864"/>
            <p:cNvSpPr/>
            <p:nvPr/>
          </p:nvSpPr>
          <p:spPr>
            <a:xfrm>
              <a:off x="776264" y="5269266"/>
              <a:ext cx="181691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Anhui</a:t>
              </a:r>
            </a:p>
          </p:txBody>
        </p:sp>
        <p:sp>
          <p:nvSpPr>
            <p:cNvPr id="2865" name="tx2865"/>
            <p:cNvSpPr/>
            <p:nvPr/>
          </p:nvSpPr>
          <p:spPr>
            <a:xfrm>
              <a:off x="720942" y="5168031"/>
              <a:ext cx="23701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Ningxia</a:t>
              </a:r>
            </a:p>
          </p:txBody>
        </p:sp>
        <p:sp>
          <p:nvSpPr>
            <p:cNvPr id="2866" name="tx2866"/>
            <p:cNvSpPr/>
            <p:nvPr/>
          </p:nvSpPr>
          <p:spPr>
            <a:xfrm>
              <a:off x="701191" y="5066796"/>
              <a:ext cx="256763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Shaanxi</a:t>
              </a:r>
            </a:p>
          </p:txBody>
        </p:sp>
        <p:sp>
          <p:nvSpPr>
            <p:cNvPr id="2867" name="tx2867"/>
            <p:cNvSpPr/>
            <p:nvPr/>
          </p:nvSpPr>
          <p:spPr>
            <a:xfrm>
              <a:off x="802598" y="4965561"/>
              <a:ext cx="155356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Tibet</a:t>
              </a:r>
            </a:p>
          </p:txBody>
        </p:sp>
        <p:sp>
          <p:nvSpPr>
            <p:cNvPr id="2868" name="tx2868"/>
            <p:cNvSpPr/>
            <p:nvPr/>
          </p:nvSpPr>
          <p:spPr>
            <a:xfrm>
              <a:off x="748649" y="4864325"/>
              <a:ext cx="209306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Gansu</a:t>
              </a:r>
            </a:p>
          </p:txBody>
        </p:sp>
        <p:sp>
          <p:nvSpPr>
            <p:cNvPr id="2869" name="tx2869"/>
            <p:cNvSpPr/>
            <p:nvPr/>
          </p:nvSpPr>
          <p:spPr>
            <a:xfrm>
              <a:off x="487953" y="4763090"/>
              <a:ext cx="470001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Inner Mongolia</a:t>
              </a:r>
            </a:p>
          </p:txBody>
        </p:sp>
        <p:sp>
          <p:nvSpPr>
            <p:cNvPr id="2870" name="tx2870"/>
            <p:cNvSpPr/>
            <p:nvPr/>
          </p:nvSpPr>
          <p:spPr>
            <a:xfrm>
              <a:off x="566866" y="4661855"/>
              <a:ext cx="391088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Heilongjiang</a:t>
              </a:r>
            </a:p>
          </p:txBody>
        </p:sp>
        <p:sp>
          <p:nvSpPr>
            <p:cNvPr id="2871" name="tx2871"/>
            <p:cNvSpPr/>
            <p:nvPr/>
          </p:nvSpPr>
          <p:spPr>
            <a:xfrm>
              <a:off x="693328" y="4560620"/>
              <a:ext cx="264627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Guizhou</a:t>
              </a:r>
            </a:p>
          </p:txBody>
        </p:sp>
        <p:sp>
          <p:nvSpPr>
            <p:cNvPr id="2872" name="tx2872"/>
            <p:cNvSpPr/>
            <p:nvPr/>
          </p:nvSpPr>
          <p:spPr>
            <a:xfrm>
              <a:off x="748649" y="4459385"/>
              <a:ext cx="209306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Hunan</a:t>
              </a:r>
            </a:p>
          </p:txBody>
        </p:sp>
        <p:sp>
          <p:nvSpPr>
            <p:cNvPr id="2873" name="pl2873"/>
            <p:cNvSpPr/>
            <p:nvPr/>
          </p:nvSpPr>
          <p:spPr>
            <a:xfrm>
              <a:off x="978199" y="7521861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978199" y="7420625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978199" y="7319390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978199" y="7218155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978199" y="7116920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978199" y="7015685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978199" y="6914450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978199" y="6813214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978199" y="6711979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978199" y="6610744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978199" y="6509509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978199" y="6408274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978199" y="6307038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978199" y="6205803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978199" y="6104568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978199" y="6003333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978199" y="5902098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978199" y="5800862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978199" y="5699627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978199" y="5598392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978199" y="5497157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978199" y="5395922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978199" y="5294687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978199" y="5193451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978199" y="5092216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978199" y="4990981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978199" y="4889746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978199" y="4788511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978199" y="4687275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978199" y="4586040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978199" y="4484805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1003504" y="7582602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1090178" y="758260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1783568" y="758260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2476958" y="758260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3170348" y="758260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3863738" y="758260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4557128" y="758260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tx2911"/>
            <p:cNvSpPr/>
            <p:nvPr/>
          </p:nvSpPr>
          <p:spPr>
            <a:xfrm>
              <a:off x="999835" y="7628151"/>
              <a:ext cx="180685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2002</a:t>
              </a:r>
            </a:p>
          </p:txBody>
        </p:sp>
        <p:sp>
          <p:nvSpPr>
            <p:cNvPr id="2912" name="tx2912"/>
            <p:cNvSpPr/>
            <p:nvPr/>
          </p:nvSpPr>
          <p:spPr>
            <a:xfrm>
              <a:off x="1693225" y="7628151"/>
              <a:ext cx="180685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2006</a:t>
              </a:r>
            </a:p>
          </p:txBody>
        </p:sp>
        <p:sp>
          <p:nvSpPr>
            <p:cNvPr id="2913" name="tx2913"/>
            <p:cNvSpPr/>
            <p:nvPr/>
          </p:nvSpPr>
          <p:spPr>
            <a:xfrm>
              <a:off x="2386615" y="7628151"/>
              <a:ext cx="180685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2010</a:t>
              </a:r>
            </a:p>
          </p:txBody>
        </p:sp>
        <p:sp>
          <p:nvSpPr>
            <p:cNvPr id="2914" name="tx2914"/>
            <p:cNvSpPr/>
            <p:nvPr/>
          </p:nvSpPr>
          <p:spPr>
            <a:xfrm>
              <a:off x="3080005" y="7628151"/>
              <a:ext cx="180685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2014</a:t>
              </a:r>
            </a:p>
          </p:txBody>
        </p:sp>
        <p:sp>
          <p:nvSpPr>
            <p:cNvPr id="2915" name="tx2915"/>
            <p:cNvSpPr/>
            <p:nvPr/>
          </p:nvSpPr>
          <p:spPr>
            <a:xfrm>
              <a:off x="3773396" y="7628151"/>
              <a:ext cx="180685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2018</a:t>
              </a:r>
            </a:p>
          </p:txBody>
        </p:sp>
        <p:sp>
          <p:nvSpPr>
            <p:cNvPr id="2916" name="tx2916"/>
            <p:cNvSpPr/>
            <p:nvPr/>
          </p:nvSpPr>
          <p:spPr>
            <a:xfrm>
              <a:off x="4466786" y="7628151"/>
              <a:ext cx="180685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2917" name="rc2917"/>
            <p:cNvSpPr/>
            <p:nvPr/>
          </p:nvSpPr>
          <p:spPr>
            <a:xfrm>
              <a:off x="5091718" y="5601587"/>
              <a:ext cx="496332" cy="8034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8" name="tx2918"/>
            <p:cNvSpPr/>
            <p:nvPr/>
          </p:nvSpPr>
          <p:spPr>
            <a:xfrm>
              <a:off x="5142328" y="5661524"/>
              <a:ext cx="39511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Multiplier</a:t>
              </a:r>
            </a:p>
          </p:txBody>
        </p:sp>
        <p:pic>
          <p:nvPicPr>
            <p:cNvPr id="2919" name="pic29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42328" y="5785104"/>
              <a:ext cx="113872" cy="569364"/>
            </a:xfrm>
            <a:prstGeom prst="rect">
              <a:avLst/>
            </a:prstGeom>
          </p:spPr>
        </p:pic>
        <p:sp>
          <p:nvSpPr>
            <p:cNvPr id="2920" name="pl2920"/>
            <p:cNvSpPr/>
            <p:nvPr/>
          </p:nvSpPr>
          <p:spPr>
            <a:xfrm>
              <a:off x="5233426" y="6334298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5233426" y="6220515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5233426" y="6066120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5233426" y="5911725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5233426" y="5787074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5142328" y="6334298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5142328" y="6220515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5142328" y="6066120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5142328" y="5911725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142328" y="5787074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tx2930"/>
            <p:cNvSpPr/>
            <p:nvPr/>
          </p:nvSpPr>
          <p:spPr>
            <a:xfrm>
              <a:off x="5306811" y="6302477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2931" name="tx2931"/>
            <p:cNvSpPr/>
            <p:nvPr/>
          </p:nvSpPr>
          <p:spPr>
            <a:xfrm>
              <a:off x="5306811" y="6188693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932" name="tx2932"/>
            <p:cNvSpPr/>
            <p:nvPr/>
          </p:nvSpPr>
          <p:spPr>
            <a:xfrm>
              <a:off x="5306811" y="6034299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</a:t>
              </a:r>
            </a:p>
          </p:txBody>
        </p:sp>
        <p:sp>
          <p:nvSpPr>
            <p:cNvPr id="2933" name="tx2933"/>
            <p:cNvSpPr/>
            <p:nvPr/>
          </p:nvSpPr>
          <p:spPr>
            <a:xfrm>
              <a:off x="5306811" y="5879904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</a:t>
              </a:r>
            </a:p>
          </p:txBody>
        </p:sp>
        <p:sp>
          <p:nvSpPr>
            <p:cNvPr id="2934" name="tx2934"/>
            <p:cNvSpPr/>
            <p:nvPr/>
          </p:nvSpPr>
          <p:spPr>
            <a:xfrm>
              <a:off x="5306811" y="5755253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7.0</a:t>
              </a:r>
            </a:p>
          </p:txBody>
        </p:sp>
        <p:sp>
          <p:nvSpPr>
            <p:cNvPr id="2935" name="tx2935"/>
            <p:cNvSpPr/>
            <p:nvPr/>
          </p:nvSpPr>
          <p:spPr>
            <a:xfrm>
              <a:off x="1003504" y="4270841"/>
              <a:ext cx="4244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Province-by-year random intercepts, the largest variance component (SD 0.804, spanning a 7-fold range)</a:t>
              </a:r>
            </a:p>
          </p:txBody>
        </p:sp>
        <p:sp>
          <p:nvSpPr>
            <p:cNvPr id="2936" name="tx2936"/>
            <p:cNvSpPr/>
            <p:nvPr/>
          </p:nvSpPr>
          <p:spPr>
            <a:xfrm>
              <a:off x="1003504" y="4096221"/>
              <a:ext cx="311846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Where and when the observation process actually moved</a:t>
              </a:r>
            </a:p>
          </p:txBody>
        </p:sp>
        <p:sp>
          <p:nvSpPr>
            <p:cNvPr id="2937" name="tx2937"/>
            <p:cNvSpPr/>
            <p:nvPr/>
          </p:nvSpPr>
          <p:spPr>
            <a:xfrm>
              <a:off x="340999" y="410053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938" name="rc2938"/>
            <p:cNvSpPr/>
            <p:nvPr/>
          </p:nvSpPr>
          <p:spPr>
            <a:xfrm>
              <a:off x="6102826" y="4424064"/>
              <a:ext cx="3986993" cy="315853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6102826" y="7268983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102826" y="6560674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102826" y="5852365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102826" y="5144057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02826" y="4435748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102826" y="7268983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  <a:lnTo>
                    <a:pt x="3986993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6284052" y="4567634"/>
              <a:ext cx="3624539" cy="2871397"/>
            </a:xfrm>
            <a:custGeom>
              <a:avLst/>
              <a:pathLst>
                <a:path w="3624539" h="2871397">
                  <a:moveTo>
                    <a:pt x="0" y="0"/>
                  </a:moveTo>
                  <a:lnTo>
                    <a:pt x="164751" y="197001"/>
                  </a:lnTo>
                  <a:lnTo>
                    <a:pt x="329503" y="383531"/>
                  </a:lnTo>
                  <a:lnTo>
                    <a:pt x="494255" y="559982"/>
                  </a:lnTo>
                  <a:lnTo>
                    <a:pt x="659007" y="726694"/>
                  </a:lnTo>
                  <a:lnTo>
                    <a:pt x="823758" y="883953"/>
                  </a:lnTo>
                  <a:lnTo>
                    <a:pt x="988510" y="1031978"/>
                  </a:lnTo>
                  <a:lnTo>
                    <a:pt x="1153262" y="1170918"/>
                  </a:lnTo>
                  <a:lnTo>
                    <a:pt x="1318014" y="1300837"/>
                  </a:lnTo>
                  <a:lnTo>
                    <a:pt x="1482766" y="1421718"/>
                  </a:lnTo>
                  <a:lnTo>
                    <a:pt x="1647517" y="1533465"/>
                  </a:lnTo>
                  <a:lnTo>
                    <a:pt x="1812269" y="1635940"/>
                  </a:lnTo>
                  <a:lnTo>
                    <a:pt x="1977021" y="1729031"/>
                  </a:lnTo>
                  <a:lnTo>
                    <a:pt x="2141773" y="1812761"/>
                  </a:lnTo>
                  <a:lnTo>
                    <a:pt x="2306524" y="1887408"/>
                  </a:lnTo>
                  <a:lnTo>
                    <a:pt x="2471276" y="1953576"/>
                  </a:lnTo>
                  <a:lnTo>
                    <a:pt x="2636028" y="2012168"/>
                  </a:lnTo>
                  <a:lnTo>
                    <a:pt x="2800780" y="2064264"/>
                  </a:lnTo>
                  <a:lnTo>
                    <a:pt x="2965532" y="2110969"/>
                  </a:lnTo>
                  <a:lnTo>
                    <a:pt x="3130283" y="2153295"/>
                  </a:lnTo>
                  <a:lnTo>
                    <a:pt x="3295035" y="2192096"/>
                  </a:lnTo>
                  <a:lnTo>
                    <a:pt x="3459787" y="2228063"/>
                  </a:lnTo>
                  <a:lnTo>
                    <a:pt x="3624539" y="2261737"/>
                  </a:lnTo>
                  <a:lnTo>
                    <a:pt x="3624539" y="2871397"/>
                  </a:lnTo>
                  <a:lnTo>
                    <a:pt x="3459787" y="2812071"/>
                  </a:lnTo>
                  <a:lnTo>
                    <a:pt x="3295035" y="2751116"/>
                  </a:lnTo>
                  <a:lnTo>
                    <a:pt x="3130283" y="2688881"/>
                  </a:lnTo>
                  <a:lnTo>
                    <a:pt x="2965532" y="2625855"/>
                  </a:lnTo>
                  <a:lnTo>
                    <a:pt x="2800780" y="2562680"/>
                  </a:lnTo>
                  <a:lnTo>
                    <a:pt x="2636028" y="2500143"/>
                  </a:lnTo>
                  <a:lnTo>
                    <a:pt x="2471276" y="2439114"/>
                  </a:lnTo>
                  <a:lnTo>
                    <a:pt x="2306524" y="2380428"/>
                  </a:lnTo>
                  <a:lnTo>
                    <a:pt x="2141773" y="2324726"/>
                  </a:lnTo>
                  <a:lnTo>
                    <a:pt x="1977021" y="2272341"/>
                  </a:lnTo>
                  <a:lnTo>
                    <a:pt x="1812269" y="2223261"/>
                  </a:lnTo>
                  <a:lnTo>
                    <a:pt x="1647517" y="2177208"/>
                  </a:lnTo>
                  <a:lnTo>
                    <a:pt x="1482766" y="2133754"/>
                  </a:lnTo>
                  <a:lnTo>
                    <a:pt x="1318014" y="2092424"/>
                  </a:lnTo>
                  <a:lnTo>
                    <a:pt x="1153262" y="2052772"/>
                  </a:lnTo>
                  <a:lnTo>
                    <a:pt x="988510" y="2014411"/>
                  </a:lnTo>
                  <a:lnTo>
                    <a:pt x="823758" y="1977017"/>
                  </a:lnTo>
                  <a:lnTo>
                    <a:pt x="659007" y="1940329"/>
                  </a:lnTo>
                  <a:lnTo>
                    <a:pt x="494255" y="1904137"/>
                  </a:lnTo>
                  <a:lnTo>
                    <a:pt x="329503" y="1868273"/>
                  </a:lnTo>
                  <a:lnTo>
                    <a:pt x="164751" y="1832603"/>
                  </a:lnTo>
                  <a:lnTo>
                    <a:pt x="0" y="1797018"/>
                  </a:lnTo>
                  <a:close/>
                </a:path>
              </a:pathLst>
            </a:custGeom>
            <a:solidFill>
              <a:srgbClr val="0072B2">
                <a:alpha val="16078"/>
              </a:srgbClr>
            </a:solidFill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284052" y="4567634"/>
              <a:ext cx="3624539" cy="2261737"/>
            </a:xfrm>
            <a:custGeom>
              <a:avLst/>
              <a:pathLst>
                <a:path w="3624539" h="2261737">
                  <a:moveTo>
                    <a:pt x="0" y="0"/>
                  </a:moveTo>
                  <a:lnTo>
                    <a:pt x="164751" y="197001"/>
                  </a:lnTo>
                  <a:lnTo>
                    <a:pt x="329503" y="383531"/>
                  </a:lnTo>
                  <a:lnTo>
                    <a:pt x="494255" y="559982"/>
                  </a:lnTo>
                  <a:lnTo>
                    <a:pt x="659007" y="726694"/>
                  </a:lnTo>
                  <a:lnTo>
                    <a:pt x="823758" y="883953"/>
                  </a:lnTo>
                  <a:lnTo>
                    <a:pt x="988510" y="1031978"/>
                  </a:lnTo>
                  <a:lnTo>
                    <a:pt x="1153262" y="1170918"/>
                  </a:lnTo>
                  <a:lnTo>
                    <a:pt x="1318014" y="1300837"/>
                  </a:lnTo>
                  <a:lnTo>
                    <a:pt x="1482766" y="1421718"/>
                  </a:lnTo>
                  <a:lnTo>
                    <a:pt x="1647517" y="1533465"/>
                  </a:lnTo>
                  <a:lnTo>
                    <a:pt x="1812269" y="1635940"/>
                  </a:lnTo>
                  <a:lnTo>
                    <a:pt x="1977021" y="1729031"/>
                  </a:lnTo>
                  <a:lnTo>
                    <a:pt x="2141773" y="1812761"/>
                  </a:lnTo>
                  <a:lnTo>
                    <a:pt x="2306524" y="1887408"/>
                  </a:lnTo>
                  <a:lnTo>
                    <a:pt x="2471276" y="1953576"/>
                  </a:lnTo>
                  <a:lnTo>
                    <a:pt x="2636028" y="2012168"/>
                  </a:lnTo>
                  <a:lnTo>
                    <a:pt x="2800780" y="2064264"/>
                  </a:lnTo>
                  <a:lnTo>
                    <a:pt x="2965532" y="2110969"/>
                  </a:lnTo>
                  <a:lnTo>
                    <a:pt x="3130283" y="2153295"/>
                  </a:lnTo>
                  <a:lnTo>
                    <a:pt x="3295035" y="2192096"/>
                  </a:lnTo>
                  <a:lnTo>
                    <a:pt x="3459787" y="2228063"/>
                  </a:lnTo>
                  <a:lnTo>
                    <a:pt x="3624539" y="22617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6284052" y="6364653"/>
              <a:ext cx="3624539" cy="1074379"/>
            </a:xfrm>
            <a:custGeom>
              <a:avLst/>
              <a:pathLst>
                <a:path w="3624539" h="1074379">
                  <a:moveTo>
                    <a:pt x="3624539" y="1074379"/>
                  </a:moveTo>
                  <a:lnTo>
                    <a:pt x="3459787" y="1015052"/>
                  </a:lnTo>
                  <a:lnTo>
                    <a:pt x="3295035" y="954097"/>
                  </a:lnTo>
                  <a:lnTo>
                    <a:pt x="3130283" y="891862"/>
                  </a:lnTo>
                  <a:lnTo>
                    <a:pt x="2965532" y="828836"/>
                  </a:lnTo>
                  <a:lnTo>
                    <a:pt x="2800780" y="765661"/>
                  </a:lnTo>
                  <a:lnTo>
                    <a:pt x="2636028" y="703124"/>
                  </a:lnTo>
                  <a:lnTo>
                    <a:pt x="2471276" y="642095"/>
                  </a:lnTo>
                  <a:lnTo>
                    <a:pt x="2306524" y="583409"/>
                  </a:lnTo>
                  <a:lnTo>
                    <a:pt x="2141773" y="527707"/>
                  </a:lnTo>
                  <a:lnTo>
                    <a:pt x="1977021" y="475322"/>
                  </a:lnTo>
                  <a:lnTo>
                    <a:pt x="1812269" y="426242"/>
                  </a:lnTo>
                  <a:lnTo>
                    <a:pt x="1647517" y="380190"/>
                  </a:lnTo>
                  <a:lnTo>
                    <a:pt x="1482766" y="336735"/>
                  </a:lnTo>
                  <a:lnTo>
                    <a:pt x="1318014" y="295405"/>
                  </a:lnTo>
                  <a:lnTo>
                    <a:pt x="1153262" y="255753"/>
                  </a:lnTo>
                  <a:lnTo>
                    <a:pt x="988510" y="217392"/>
                  </a:lnTo>
                  <a:lnTo>
                    <a:pt x="823758" y="179998"/>
                  </a:lnTo>
                  <a:lnTo>
                    <a:pt x="659007" y="143310"/>
                  </a:lnTo>
                  <a:lnTo>
                    <a:pt x="494255" y="107118"/>
                  </a:lnTo>
                  <a:lnTo>
                    <a:pt x="329503" y="71254"/>
                  </a:lnTo>
                  <a:lnTo>
                    <a:pt x="164751" y="355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6284052" y="5594066"/>
              <a:ext cx="3624539" cy="1570377"/>
            </a:xfrm>
            <a:custGeom>
              <a:avLst/>
              <a:pathLst>
                <a:path w="3624539" h="1570377">
                  <a:moveTo>
                    <a:pt x="0" y="0"/>
                  </a:moveTo>
                  <a:lnTo>
                    <a:pt x="164751" y="98070"/>
                  </a:lnTo>
                  <a:lnTo>
                    <a:pt x="329503" y="193029"/>
                  </a:lnTo>
                  <a:lnTo>
                    <a:pt x="494255" y="284976"/>
                  </a:lnTo>
                  <a:lnTo>
                    <a:pt x="659007" y="374006"/>
                  </a:lnTo>
                  <a:lnTo>
                    <a:pt x="823758" y="460212"/>
                  </a:lnTo>
                  <a:lnTo>
                    <a:pt x="988510" y="543683"/>
                  </a:lnTo>
                  <a:lnTo>
                    <a:pt x="1153262" y="624506"/>
                  </a:lnTo>
                  <a:lnTo>
                    <a:pt x="1318014" y="702766"/>
                  </a:lnTo>
                  <a:lnTo>
                    <a:pt x="1482766" y="778543"/>
                  </a:lnTo>
                  <a:lnTo>
                    <a:pt x="1647517" y="851916"/>
                  </a:lnTo>
                  <a:lnTo>
                    <a:pt x="1812269" y="922961"/>
                  </a:lnTo>
                  <a:lnTo>
                    <a:pt x="1977021" y="991753"/>
                  </a:lnTo>
                  <a:lnTo>
                    <a:pt x="2141773" y="1058363"/>
                  </a:lnTo>
                  <a:lnTo>
                    <a:pt x="2306524" y="1122859"/>
                  </a:lnTo>
                  <a:lnTo>
                    <a:pt x="2471276" y="1185310"/>
                  </a:lnTo>
                  <a:lnTo>
                    <a:pt x="2636028" y="1245779"/>
                  </a:lnTo>
                  <a:lnTo>
                    <a:pt x="2800780" y="1304331"/>
                  </a:lnTo>
                  <a:lnTo>
                    <a:pt x="2965532" y="1361025"/>
                  </a:lnTo>
                  <a:lnTo>
                    <a:pt x="3130283" y="1415920"/>
                  </a:lnTo>
                  <a:lnTo>
                    <a:pt x="3295035" y="1469074"/>
                  </a:lnTo>
                  <a:lnTo>
                    <a:pt x="3459787" y="1520542"/>
                  </a:lnTo>
                  <a:lnTo>
                    <a:pt x="3624539" y="1570377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6102826" y="4424064"/>
              <a:ext cx="0" cy="3158537"/>
            </a:xfrm>
            <a:custGeom>
              <a:avLst/>
              <a:pathLst>
                <a:path w="0" h="3158537">
                  <a:moveTo>
                    <a:pt x="0" y="3158537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tx2950"/>
            <p:cNvSpPr/>
            <p:nvPr/>
          </p:nvSpPr>
          <p:spPr>
            <a:xfrm>
              <a:off x="5924755" y="7236293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951" name="tx2951"/>
            <p:cNvSpPr/>
            <p:nvPr/>
          </p:nvSpPr>
          <p:spPr>
            <a:xfrm>
              <a:off x="5924755" y="652798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2952" name="tx2952"/>
            <p:cNvSpPr/>
            <p:nvPr/>
          </p:nvSpPr>
          <p:spPr>
            <a:xfrm>
              <a:off x="5924755" y="581967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2.0</a:t>
              </a:r>
            </a:p>
          </p:txBody>
        </p:sp>
        <p:sp>
          <p:nvSpPr>
            <p:cNvPr id="2953" name="tx2953"/>
            <p:cNvSpPr/>
            <p:nvPr/>
          </p:nvSpPr>
          <p:spPr>
            <a:xfrm>
              <a:off x="5924755" y="5111367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954" name="tx2954"/>
            <p:cNvSpPr/>
            <p:nvPr/>
          </p:nvSpPr>
          <p:spPr>
            <a:xfrm>
              <a:off x="5924755" y="4403058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3.0</a:t>
              </a:r>
            </a:p>
          </p:txBody>
        </p:sp>
        <p:sp>
          <p:nvSpPr>
            <p:cNvPr id="2955" name="pl2955"/>
            <p:cNvSpPr/>
            <p:nvPr/>
          </p:nvSpPr>
          <p:spPr>
            <a:xfrm>
              <a:off x="6074357" y="72689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6074357" y="65606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6074357" y="58523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6074357" y="51440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6074357" y="44357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6102826" y="7582602"/>
              <a:ext cx="3986993" cy="0"/>
            </a:xfrm>
            <a:custGeom>
              <a:avLst/>
              <a:pathLst>
                <a:path w="3986993" h="0">
                  <a:moveTo>
                    <a:pt x="0" y="0"/>
                  </a:moveTo>
                  <a:lnTo>
                    <a:pt x="398699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6778308" y="758260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7602067" y="758260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425826" y="758260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9249585" y="758260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10073343" y="758260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tx2966"/>
            <p:cNvSpPr/>
            <p:nvPr/>
          </p:nvSpPr>
          <p:spPr>
            <a:xfrm>
              <a:off x="6676809" y="7633845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2005</a:t>
              </a:r>
            </a:p>
          </p:txBody>
        </p:sp>
        <p:sp>
          <p:nvSpPr>
            <p:cNvPr id="2967" name="tx2967"/>
            <p:cNvSpPr/>
            <p:nvPr/>
          </p:nvSpPr>
          <p:spPr>
            <a:xfrm>
              <a:off x="7500568" y="7633845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2010</a:t>
              </a:r>
            </a:p>
          </p:txBody>
        </p:sp>
        <p:sp>
          <p:nvSpPr>
            <p:cNvPr id="2968" name="tx2968"/>
            <p:cNvSpPr/>
            <p:nvPr/>
          </p:nvSpPr>
          <p:spPr>
            <a:xfrm>
              <a:off x="8324327" y="7633845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2015</a:t>
              </a:r>
            </a:p>
          </p:txBody>
        </p:sp>
        <p:sp>
          <p:nvSpPr>
            <p:cNvPr id="2969" name="tx2969"/>
            <p:cNvSpPr/>
            <p:nvPr/>
          </p:nvSpPr>
          <p:spPr>
            <a:xfrm>
              <a:off x="9148086" y="7633845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2970" name="tx2970"/>
            <p:cNvSpPr/>
            <p:nvPr/>
          </p:nvSpPr>
          <p:spPr>
            <a:xfrm>
              <a:off x="9971845" y="7633845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2025</a:t>
              </a:r>
            </a:p>
          </p:txBody>
        </p:sp>
        <p:sp>
          <p:nvSpPr>
            <p:cNvPr id="2971" name="tx2971"/>
            <p:cNvSpPr/>
            <p:nvPr/>
          </p:nvSpPr>
          <p:spPr>
            <a:xfrm rot="-5400000">
              <a:off x="5070355" y="5962413"/>
              <a:ext cx="152211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 of effort</a:t>
              </a:r>
            </a:p>
          </p:txBody>
        </p:sp>
        <p:sp>
          <p:nvSpPr>
            <p:cNvPr id="2972" name="tx2972"/>
            <p:cNvSpPr/>
            <p:nvPr/>
          </p:nvSpPr>
          <p:spPr>
            <a:xfrm>
              <a:off x="6102826" y="4270841"/>
              <a:ext cx="3518519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Effort x time interaction P = 7.7e-4; easily detectable gaps are being used up</a:t>
              </a:r>
            </a:p>
          </p:txBody>
        </p:sp>
        <p:sp>
          <p:nvSpPr>
            <p:cNvPr id="2973" name="tx2973"/>
            <p:cNvSpPr/>
            <p:nvPr/>
          </p:nvSpPr>
          <p:spPr>
            <a:xfrm>
              <a:off x="6102826" y="4096221"/>
              <a:ext cx="217407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return on survey effort is falling</a:t>
              </a:r>
            </a:p>
          </p:txBody>
        </p:sp>
        <p:sp>
          <p:nvSpPr>
            <p:cNvPr id="2974" name="tx2974"/>
            <p:cNvSpPr/>
            <p:nvPr/>
          </p:nvSpPr>
          <p:spPr>
            <a:xfrm>
              <a:off x="5768091" y="4095963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2026-07-26T22:25:03Z</dcterms:modified>
  <cp:category/>
</cp:coreProperties>
</file>